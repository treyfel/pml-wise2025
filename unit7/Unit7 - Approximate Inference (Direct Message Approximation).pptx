
<file path=[Content_Types].xml><?xml version="1.0" encoding="utf-8"?>
<Types xmlns="http://schemas.openxmlformats.org/package/2006/content-types"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41"/>
  </p:notesMasterIdLst>
  <p:handoutMasterIdLst>
    <p:handoutMasterId r:id="rId42"/>
  </p:handoutMasterIdLst>
  <p:sldIdLst>
    <p:sldId id="271" r:id="rId2"/>
    <p:sldId id="303" r:id="rId3"/>
    <p:sldId id="337" r:id="rId4"/>
    <p:sldId id="386" r:id="rId5"/>
    <p:sldId id="344" r:id="rId6"/>
    <p:sldId id="343" r:id="rId7"/>
    <p:sldId id="345" r:id="rId8"/>
    <p:sldId id="394" r:id="rId9"/>
    <p:sldId id="390" r:id="rId10"/>
    <p:sldId id="391" r:id="rId11"/>
    <p:sldId id="393" r:id="rId12"/>
    <p:sldId id="338" r:id="rId13"/>
    <p:sldId id="333" r:id="rId14"/>
    <p:sldId id="444" r:id="rId15"/>
    <p:sldId id="443" r:id="rId16"/>
    <p:sldId id="385" r:id="rId17"/>
    <p:sldId id="445" r:id="rId18"/>
    <p:sldId id="446" r:id="rId19"/>
    <p:sldId id="447" r:id="rId20"/>
    <p:sldId id="448" r:id="rId21"/>
    <p:sldId id="449" r:id="rId22"/>
    <p:sldId id="339" r:id="rId23"/>
    <p:sldId id="450" r:id="rId24"/>
    <p:sldId id="451" r:id="rId25"/>
    <p:sldId id="452" r:id="rId26"/>
    <p:sldId id="453" r:id="rId27"/>
    <p:sldId id="454" r:id="rId28"/>
    <p:sldId id="340" r:id="rId29"/>
    <p:sldId id="455" r:id="rId30"/>
    <p:sldId id="456" r:id="rId31"/>
    <p:sldId id="438" r:id="rId32"/>
    <p:sldId id="457" r:id="rId33"/>
    <p:sldId id="458" r:id="rId34"/>
    <p:sldId id="459" r:id="rId35"/>
    <p:sldId id="460" r:id="rId36"/>
    <p:sldId id="462" r:id="rId37"/>
    <p:sldId id="461" r:id="rId38"/>
    <p:sldId id="336" r:id="rId39"/>
    <p:sldId id="304" r:id="rId40"/>
  </p:sldIdLst>
  <p:sldSz cx="9144000" cy="5143500" type="screen16x9"/>
  <p:notesSz cx="7099300" cy="10234613"/>
  <p:custDataLst>
    <p:tags r:id="rId4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781">
          <p15:clr>
            <a:srgbClr val="A4A3A4"/>
          </p15:clr>
        </p15:guide>
        <p15:guide id="2" orient="horz" pos="3140">
          <p15:clr>
            <a:srgbClr val="A4A3A4"/>
          </p15:clr>
        </p15:guide>
        <p15:guide id="3" orient="horz" pos="3026">
          <p15:clr>
            <a:srgbClr val="A4A3A4"/>
          </p15:clr>
        </p15:guide>
        <p15:guide id="4" orient="horz" pos="667">
          <p15:clr>
            <a:srgbClr val="A4A3A4"/>
          </p15:clr>
        </p15:guide>
        <p15:guide id="5" orient="horz" pos="1847">
          <p15:clr>
            <a:srgbClr val="A4A3A4"/>
          </p15:clr>
        </p15:guide>
        <p15:guide id="6" orient="horz" pos="1960">
          <p15:clr>
            <a:srgbClr val="A4A3A4"/>
          </p15:clr>
        </p15:guide>
        <p15:guide id="7" pos="113">
          <p15:clr>
            <a:srgbClr val="A4A3A4"/>
          </p15:clr>
        </p15:guide>
        <p15:guide id="8" pos="226">
          <p15:clr>
            <a:srgbClr val="A4A3A4"/>
          </p15:clr>
        </p15:guide>
        <p15:guide id="9" pos="4558">
          <p15:clr>
            <a:srgbClr val="A4A3A4"/>
          </p15:clr>
        </p15:guide>
        <p15:guide id="10" pos="2450">
          <p15:clr>
            <a:srgbClr val="A4A3A4"/>
          </p15:clr>
        </p15:guide>
        <p15:guide id="11" pos="3561">
          <p15:clr>
            <a:srgbClr val="A4A3A4"/>
          </p15:clr>
        </p15:guide>
        <p15:guide id="12" pos="4672">
          <p15:clr>
            <a:srgbClr val="A4A3A4"/>
          </p15:clr>
        </p15:guide>
        <p15:guide id="13" pos="2336">
          <p15:clr>
            <a:srgbClr val="A4A3A4"/>
          </p15:clr>
        </p15:guide>
        <p15:guide id="14" pos="1225">
          <p15:clr>
            <a:srgbClr val="A4A3A4"/>
          </p15:clr>
        </p15:guide>
        <p15:guide id="15" pos="3447">
          <p15:clr>
            <a:srgbClr val="A4A3A4"/>
          </p15:clr>
        </p15:guide>
        <p15:guide id="16" pos="1339">
          <p15:clr>
            <a:srgbClr val="A4A3A4"/>
          </p15:clr>
        </p15:guide>
        <p15:guide id="17" pos="5646">
          <p15:clr>
            <a:srgbClr val="A4A3A4"/>
          </p15:clr>
        </p15:guide>
        <p15:guide id="18" pos="564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676">
          <p15:clr>
            <a:srgbClr val="A4A3A4"/>
          </p15:clr>
        </p15:guide>
        <p15:guide id="2" orient="horz" pos="2540">
          <p15:clr>
            <a:srgbClr val="A4A3A4"/>
          </p15:clr>
        </p15:guide>
        <p15:guide id="3" orient="horz" pos="2812">
          <p15:clr>
            <a:srgbClr val="A4A3A4"/>
          </p15:clr>
        </p15:guide>
        <p15:guide id="4" orient="horz" pos="431">
          <p15:clr>
            <a:srgbClr val="A4A3A4"/>
          </p15:clr>
        </p15:guide>
        <p15:guide id="5" orient="horz" pos="5284">
          <p15:clr>
            <a:srgbClr val="A4A3A4"/>
          </p15:clr>
        </p15:guide>
        <p15:guide id="6" orient="horz" pos="567">
          <p15:clr>
            <a:srgbClr val="A4A3A4"/>
          </p15:clr>
        </p15:guide>
        <p15:guide id="7" pos="550">
          <p15:clr>
            <a:srgbClr val="A4A3A4"/>
          </p15:clr>
        </p15:guide>
        <p15:guide id="8" pos="4065">
          <p15:clr>
            <a:srgbClr val="A4A3A4"/>
          </p15:clr>
        </p15:guide>
        <p15:guide id="9" orient="horz" pos="2995">
          <p15:clr>
            <a:srgbClr val="A4A3A4"/>
          </p15:clr>
        </p15:guide>
        <p15:guide id="10" orient="horz" pos="2843">
          <p15:clr>
            <a:srgbClr val="A4A3A4"/>
          </p15:clr>
        </p15:guide>
        <p15:guide id="11" orient="horz" pos="3147">
          <p15:clr>
            <a:srgbClr val="A4A3A4"/>
          </p15:clr>
        </p15:guide>
        <p15:guide id="12" orient="horz" pos="482">
          <p15:clr>
            <a:srgbClr val="A4A3A4"/>
          </p15:clr>
        </p15:guide>
        <p15:guide id="13" orient="horz" pos="5914">
          <p15:clr>
            <a:srgbClr val="A4A3A4"/>
          </p15:clr>
        </p15:guide>
        <p15:guide id="14" orient="horz" pos="635">
          <p15:clr>
            <a:srgbClr val="A4A3A4"/>
          </p15:clr>
        </p15:guide>
        <p15:guide id="15" pos="569">
          <p15:clr>
            <a:srgbClr val="A4A3A4"/>
          </p15:clr>
        </p15:guide>
        <p15:guide id="16" pos="4208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70C0"/>
    <a:srgbClr val="00B050"/>
    <a:srgbClr val="C00000"/>
    <a:srgbClr val="B1063A"/>
    <a:srgbClr val="FFFF00"/>
    <a:srgbClr val="000000"/>
    <a:srgbClr val="FBFCFC"/>
    <a:srgbClr val="FCFCFC"/>
    <a:srgbClr val="FCFCFD"/>
    <a:srgbClr val="FCFDF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019"/>
    <p:restoredTop sz="94014"/>
  </p:normalViewPr>
  <p:slideViewPr>
    <p:cSldViewPr snapToGrid="0" snapToObjects="1" showGuides="1">
      <p:cViewPr varScale="1">
        <p:scale>
          <a:sx n="160" d="100"/>
          <a:sy n="160" d="100"/>
        </p:scale>
        <p:origin x="752" y="184"/>
      </p:cViewPr>
      <p:guideLst>
        <p:guide orient="horz" pos="781"/>
        <p:guide orient="horz" pos="3140"/>
        <p:guide orient="horz" pos="3026"/>
        <p:guide orient="horz" pos="667"/>
        <p:guide orient="horz" pos="1847"/>
        <p:guide orient="horz" pos="1960"/>
        <p:guide pos="113"/>
        <p:guide pos="226"/>
        <p:guide pos="4558"/>
        <p:guide pos="2450"/>
        <p:guide pos="3561"/>
        <p:guide pos="4672"/>
        <p:guide pos="2336"/>
        <p:guide pos="1225"/>
        <p:guide pos="3447"/>
        <p:guide pos="1339"/>
        <p:guide pos="5646"/>
        <p:guide pos="5647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napToObjects="1" showGuides="1">
      <p:cViewPr varScale="1">
        <p:scale>
          <a:sx n="63" d="100"/>
          <a:sy n="63" d="100"/>
        </p:scale>
        <p:origin x="-3115" y="-67"/>
      </p:cViewPr>
      <p:guideLst>
        <p:guide orient="horz" pos="2676"/>
        <p:guide orient="horz" pos="2540"/>
        <p:guide orient="horz" pos="2812"/>
        <p:guide orient="horz" pos="431"/>
        <p:guide orient="horz" pos="5284"/>
        <p:guide orient="horz" pos="567"/>
        <p:guide pos="550"/>
        <p:guide pos="4065"/>
        <p:guide orient="horz" pos="2995"/>
        <p:guide orient="horz" pos="2843"/>
        <p:guide orient="horz" pos="3147"/>
        <p:guide orient="horz" pos="482"/>
        <p:guide orient="horz" pos="5914"/>
        <p:guide orient="horz" pos="635"/>
        <p:guide pos="569"/>
        <p:guide pos="420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handoutMaster" Target="handoutMasters/handoutMaster1.xml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gs" Target="tags/tag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906755" y="523309"/>
            <a:ext cx="5773228" cy="230003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586922" y="9370999"/>
            <a:ext cx="909303" cy="32683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fld id="{AA592FF2-A4BD-4E98-AC76-A10007E04C10}" type="datetimeFigureOut">
              <a:rPr lang="en-US" smtClean="0"/>
              <a:pPr/>
              <a:t>1/11/26</a:t>
            </a:fld>
            <a:endParaRPr lang="en-US" dirty="0"/>
          </a:p>
        </p:txBody>
      </p:sp>
      <p:sp>
        <p:nvSpPr>
          <p:cNvPr id="12" name="Footer Placeholder 5"/>
          <p:cNvSpPr>
            <a:spLocks noGrp="1"/>
          </p:cNvSpPr>
          <p:nvPr>
            <p:ph type="ftr" sz="quarter" idx="2"/>
          </p:nvPr>
        </p:nvSpPr>
        <p:spPr bwMode="gray">
          <a:xfrm>
            <a:off x="906755" y="9370373"/>
            <a:ext cx="2680166" cy="32746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100"/>
            </a:lvl1pPr>
          </a:lstStyle>
          <a:p>
            <a:endParaRPr lang="en-US" dirty="0"/>
          </a:p>
        </p:txBody>
      </p:sp>
      <p:sp>
        <p:nvSpPr>
          <p:cNvPr id="13" name="Slide Number Placeholder 6"/>
          <p:cNvSpPr>
            <a:spLocks noGrp="1"/>
          </p:cNvSpPr>
          <p:nvPr>
            <p:ph type="sldNum" sz="quarter" idx="3"/>
          </p:nvPr>
        </p:nvSpPr>
        <p:spPr bwMode="gray">
          <a:xfrm>
            <a:off x="4667775" y="9370373"/>
            <a:ext cx="2012469" cy="32238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grpSp>
        <p:nvGrpSpPr>
          <p:cNvPr id="14" name="Group 13"/>
          <p:cNvGrpSpPr/>
          <p:nvPr/>
        </p:nvGrpSpPr>
        <p:grpSpPr bwMode="gray">
          <a:xfrm>
            <a:off x="-122552" y="-94811"/>
            <a:ext cx="7324733" cy="10465843"/>
            <a:chOff x="-118387" y="-84708"/>
            <a:chExt cx="7075771" cy="9350590"/>
          </a:xfrm>
        </p:grpSpPr>
        <p:grpSp>
          <p:nvGrpSpPr>
            <p:cNvPr id="15" name="Group 14"/>
            <p:cNvGrpSpPr/>
            <p:nvPr/>
          </p:nvGrpSpPr>
          <p:grpSpPr bwMode="gray"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29" name="Straight Connector 2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/>
            <p:cNvGrpSpPr/>
            <p:nvPr/>
          </p:nvGrpSpPr>
          <p:grpSpPr bwMode="gray"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23" name="Straight Connector 22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Group 16"/>
            <p:cNvGrpSpPr/>
            <p:nvPr/>
          </p:nvGrpSpPr>
          <p:grpSpPr bwMode="gray"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21" name="Straight Connector 20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Group 17"/>
            <p:cNvGrpSpPr/>
            <p:nvPr/>
          </p:nvGrpSpPr>
          <p:grpSpPr bwMode="gray"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19" name="Straight Connector 18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6152874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 bwMode="gray">
          <a:xfrm rot="-120000">
            <a:off x="736378" y="865511"/>
            <a:ext cx="6033360" cy="378250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 bwMode="gray">
          <a:xfrm>
            <a:off x="906755" y="523309"/>
            <a:ext cx="5773228" cy="230003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 b="1">
                <a:solidFill>
                  <a:schemeClr val="accent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 bwMode="gray">
          <a:xfrm>
            <a:off x="3586922" y="9370999"/>
            <a:ext cx="909303" cy="326839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fld id="{AA592FF2-A4BD-4E98-AC76-A10007E04C10}" type="datetimeFigureOut">
              <a:rPr lang="en-US" smtClean="0"/>
              <a:pPr/>
              <a:t>1/11/26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 bwMode="gray">
          <a:xfrm>
            <a:off x="673100" y="990600"/>
            <a:ext cx="6240463" cy="3511550"/>
          </a:xfrm>
          <a:prstGeom prst="rect">
            <a:avLst/>
          </a:prstGeom>
          <a:noFill/>
          <a:ln w="12700">
            <a:noFill/>
          </a:ln>
        </p:spPr>
        <p:txBody>
          <a:bodyPr vert="horz" lIns="99048" tIns="49524" rIns="99048" bIns="49524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 bwMode="gray">
          <a:xfrm>
            <a:off x="903847" y="4978644"/>
            <a:ext cx="3592377" cy="4391729"/>
          </a:xfrm>
          <a:prstGeom prst="rect">
            <a:avLst/>
          </a:prstGeom>
        </p:spPr>
        <p:txBody>
          <a:bodyPr vert="horz" lIns="0" tIns="0" rIns="99048" bIns="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 bwMode="gray">
          <a:xfrm>
            <a:off x="906755" y="9370373"/>
            <a:ext cx="2680166" cy="327464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1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 bwMode="gray">
          <a:xfrm>
            <a:off x="4667775" y="9370373"/>
            <a:ext cx="2012469" cy="32238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100"/>
            </a:lvl1pPr>
          </a:lstStyle>
          <a:p>
            <a:r>
              <a:rPr lang="en-US" dirty="0"/>
              <a:t>Chart </a:t>
            </a:r>
            <a:fld id="{4CBF50E3-ED67-46F2-ABFC-A36EE1082CF7}" type="slidenum">
              <a:rPr lang="en-US" b="1" smtClean="0"/>
              <a:pPr/>
              <a:t>‹#›</a:t>
            </a:fld>
            <a:endParaRPr lang="en-US" b="1" dirty="0"/>
          </a:p>
        </p:txBody>
      </p:sp>
      <p:cxnSp>
        <p:nvCxnSpPr>
          <p:cNvPr id="11" name="Straight Connector 10"/>
          <p:cNvCxnSpPr/>
          <p:nvPr/>
        </p:nvCxnSpPr>
        <p:spPr bwMode="gray">
          <a:xfrm>
            <a:off x="4667775" y="5527610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 bwMode="gray">
          <a:xfrm>
            <a:off x="4667775" y="6076576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 bwMode="gray">
          <a:xfrm>
            <a:off x="4667775" y="6625543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 bwMode="gray">
          <a:xfrm>
            <a:off x="4667775" y="7174510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 bwMode="gray">
          <a:xfrm>
            <a:off x="4667775" y="7723476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 bwMode="gray">
          <a:xfrm>
            <a:off x="4667775" y="8272443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 bwMode="gray">
          <a:xfrm>
            <a:off x="4667775" y="8821409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/>
        </p:nvCxnSpPr>
        <p:spPr bwMode="gray">
          <a:xfrm>
            <a:off x="4667775" y="9370372"/>
            <a:ext cx="2012210" cy="0"/>
          </a:xfrm>
          <a:prstGeom prst="line">
            <a:avLst/>
          </a:prstGeom>
          <a:ln>
            <a:solidFill>
              <a:schemeClr val="accent5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 bwMode="gray">
          <a:xfrm>
            <a:off x="0" y="990942"/>
            <a:ext cx="47328" cy="352223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sp>
        <p:nvSpPr>
          <p:cNvPr id="41" name="Rectangle 40"/>
          <p:cNvSpPr/>
          <p:nvPr/>
        </p:nvSpPr>
        <p:spPr bwMode="gray">
          <a:xfrm>
            <a:off x="0" y="4513180"/>
            <a:ext cx="47328" cy="487565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048" tIns="49524" rIns="99048" bIns="49524" rtlCol="0" anchor="ctr"/>
          <a:lstStyle/>
          <a:p>
            <a:pPr algn="ctr"/>
            <a:endParaRPr lang="en-US"/>
          </a:p>
        </p:txBody>
      </p:sp>
      <p:grpSp>
        <p:nvGrpSpPr>
          <p:cNvPr id="72" name="Group 71"/>
          <p:cNvGrpSpPr/>
          <p:nvPr/>
        </p:nvGrpSpPr>
        <p:grpSpPr>
          <a:xfrm>
            <a:off x="-122552" y="-94811"/>
            <a:ext cx="7324733" cy="10465843"/>
            <a:chOff x="-118387" y="-84708"/>
            <a:chExt cx="7075771" cy="9350590"/>
          </a:xfrm>
        </p:grpSpPr>
        <p:grpSp>
          <p:nvGrpSpPr>
            <p:cNvPr id="57" name="Group 56"/>
            <p:cNvGrpSpPr/>
            <p:nvPr/>
          </p:nvGrpSpPr>
          <p:grpSpPr>
            <a:xfrm>
              <a:off x="-118387" y="679134"/>
              <a:ext cx="72000" cy="7699656"/>
              <a:chOff x="-141537" y="679134"/>
              <a:chExt cx="108000" cy="7699656"/>
            </a:xfrm>
          </p:grpSpPr>
          <p:cxnSp>
            <p:nvCxnSpPr>
              <p:cNvPr id="50" name="Straight Connector 49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8" name="Group 57"/>
            <p:cNvGrpSpPr/>
            <p:nvPr/>
          </p:nvGrpSpPr>
          <p:grpSpPr>
            <a:xfrm>
              <a:off x="6885384" y="679134"/>
              <a:ext cx="72000" cy="7699656"/>
              <a:chOff x="-141537" y="679134"/>
              <a:chExt cx="108000" cy="7699656"/>
            </a:xfrm>
          </p:grpSpPr>
          <p:cxnSp>
            <p:nvCxnSpPr>
              <p:cNvPr id="59" name="Straight Connector 58"/>
              <p:cNvCxnSpPr/>
              <p:nvPr/>
            </p:nvCxnSpPr>
            <p:spPr bwMode="gray">
              <a:xfrm>
                <a:off x="-141537" y="679134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/>
              <p:cNvCxnSpPr/>
              <p:nvPr/>
            </p:nvCxnSpPr>
            <p:spPr bwMode="gray">
              <a:xfrm>
                <a:off x="-141537" y="8985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/>
              <p:cNvCxnSpPr/>
              <p:nvPr/>
            </p:nvCxnSpPr>
            <p:spPr bwMode="gray">
              <a:xfrm>
                <a:off x="-141537" y="4025838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/>
              <p:cNvCxnSpPr/>
              <p:nvPr/>
            </p:nvCxnSpPr>
            <p:spPr bwMode="gray">
              <a:xfrm>
                <a:off x="-141537" y="42513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/>
              <p:cNvCxnSpPr/>
              <p:nvPr/>
            </p:nvCxnSpPr>
            <p:spPr bwMode="gray">
              <a:xfrm>
                <a:off x="-141537" y="4456687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/>
              <p:cNvCxnSpPr/>
              <p:nvPr/>
            </p:nvCxnSpPr>
            <p:spPr bwMode="gray">
              <a:xfrm>
                <a:off x="-141537" y="8378790"/>
                <a:ext cx="1080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Group 67"/>
            <p:cNvGrpSpPr/>
            <p:nvPr/>
          </p:nvGrpSpPr>
          <p:grpSpPr>
            <a:xfrm>
              <a:off x="867029" y="-84708"/>
              <a:ext cx="5583936" cy="72516"/>
              <a:chOff x="867029" y="-84708"/>
              <a:chExt cx="5583936" cy="72516"/>
            </a:xfrm>
          </p:grpSpPr>
          <p:cxnSp>
            <p:nvCxnSpPr>
              <p:cNvPr id="66" name="Straight Connector 65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>
              <a:off x="867029" y="9193366"/>
              <a:ext cx="5583936" cy="72516"/>
              <a:chOff x="867029" y="-84708"/>
              <a:chExt cx="5583936" cy="72516"/>
            </a:xfrm>
          </p:grpSpPr>
          <p:cxnSp>
            <p:nvCxnSpPr>
              <p:cNvPr id="70" name="Straight Connector 69"/>
              <p:cNvCxnSpPr/>
              <p:nvPr/>
            </p:nvCxnSpPr>
            <p:spPr bwMode="gray">
              <a:xfrm>
                <a:off x="867029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/>
              <p:cNvCxnSpPr/>
              <p:nvPr/>
            </p:nvCxnSpPr>
            <p:spPr bwMode="gray">
              <a:xfrm>
                <a:off x="6450965" y="-84708"/>
                <a:ext cx="0" cy="72516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92547163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indent="0" algn="l" defTabSz="914400" rtl="0" eaLnBrk="1" latinLnBrk="0" hangingPunct="1">
      <a:spcBef>
        <a:spcPts val="200"/>
      </a:spcBef>
      <a:spcAft>
        <a:spcPts val="200"/>
      </a:spcAft>
      <a:defRPr sz="1050" kern="1200">
        <a:solidFill>
          <a:schemeClr val="tx1"/>
        </a:solidFill>
        <a:latin typeface="+mn-lt"/>
        <a:ea typeface="+mn-ea"/>
        <a:cs typeface="+mn-cs"/>
      </a:defRPr>
    </a:lvl1pPr>
    <a:lvl2pPr marL="171450" indent="-17145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■"/>
      <a:defRPr sz="1050" kern="1200">
        <a:solidFill>
          <a:schemeClr val="tx1"/>
        </a:solidFill>
        <a:latin typeface="+mn-lt"/>
        <a:ea typeface="+mn-ea"/>
        <a:cs typeface="+mn-cs"/>
      </a:defRPr>
    </a:lvl2pPr>
    <a:lvl3pPr marL="360363" indent="-17938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□"/>
      <a:defRPr sz="1050" kern="1200">
        <a:solidFill>
          <a:schemeClr val="tx1"/>
        </a:solidFill>
        <a:latin typeface="+mn-lt"/>
        <a:ea typeface="+mn-ea"/>
        <a:cs typeface="+mn-cs"/>
      </a:defRPr>
    </a:lvl3pPr>
    <a:lvl4pPr marL="541338" indent="-180975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Char char="–"/>
      <a:defRPr sz="1050" kern="1200">
        <a:solidFill>
          <a:schemeClr val="tx1"/>
        </a:solidFill>
        <a:latin typeface="+mn-lt"/>
        <a:ea typeface="+mn-ea"/>
        <a:cs typeface="+mn-cs"/>
      </a:defRPr>
    </a:lvl4pPr>
    <a:lvl5pPr marL="266700" indent="-26670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rabicPeriod"/>
      <a:defRPr sz="1050" kern="1200">
        <a:solidFill>
          <a:schemeClr val="tx1"/>
        </a:solidFill>
        <a:latin typeface="+mn-lt"/>
        <a:ea typeface="+mn-ea"/>
        <a:cs typeface="+mn-cs"/>
      </a:defRPr>
    </a:lvl5pPr>
    <a:lvl6pPr marL="449263" indent="-185738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+mj-lt"/>
      <a:buAutoNum type="alphaLcParenR"/>
      <a:defRPr sz="1050" kern="1200">
        <a:solidFill>
          <a:schemeClr val="tx1"/>
        </a:solidFill>
        <a:latin typeface="+mn-lt"/>
        <a:ea typeface="+mn-ea"/>
        <a:cs typeface="+mn-cs"/>
      </a:defRPr>
    </a:lvl6pPr>
    <a:lvl7pPr marL="0" indent="0" algn="l" defTabSz="914400" rtl="0" eaLnBrk="1" latinLnBrk="0" hangingPunct="1">
      <a:spcBef>
        <a:spcPts val="200"/>
      </a:spcBef>
      <a:spcAft>
        <a:spcPts val="200"/>
      </a:spcAft>
      <a:buClr>
        <a:schemeClr val="accent1"/>
      </a:buClr>
      <a:buSzPct val="80000"/>
      <a:buFont typeface="Arial" panose="020B0604020202020204" pitchFamily="34" charset="0"/>
      <a:buNone/>
      <a:defRPr sz="1400" kern="1200" cap="all" baseline="0">
        <a:solidFill>
          <a:schemeClr val="accent1"/>
        </a:solidFill>
        <a:latin typeface="+mn-lt"/>
        <a:ea typeface="+mn-ea"/>
        <a:cs typeface="+mn-cs"/>
      </a:defRPr>
    </a:lvl7pPr>
    <a:lvl8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8pPr>
    <a:lvl9pPr marL="0" indent="0" algn="l" defTabSz="914400" rtl="0" eaLnBrk="1" latinLnBrk="0" hangingPunct="1">
      <a:spcBef>
        <a:spcPts val="200"/>
      </a:spcBef>
      <a:spcAft>
        <a:spcPts val="200"/>
      </a:spcAft>
      <a:defRPr sz="1400" b="0" kern="1200" cap="all" baseline="0">
        <a:solidFill>
          <a:schemeClr val="accent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8754563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0637701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214848-533B-D9AC-460B-30E8F8EFDB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38043D69-96D0-264F-9427-F08C3DF79FC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34086DCF-FE1C-1C8F-65AC-E3550C5E679A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9E6E4F26-89F8-428C-D465-AC9B968D99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9364838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6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4031198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78C084-1FBC-AA13-F470-00FF153C77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2473032-9F8A-B1FE-23DD-92EDB622D6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5026A4A-B80D-3010-7033-33631368E8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D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6DC7BA-E100-8CA6-444E-A6E71FCC32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7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5506763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6DC4B7-0D0D-3B95-43F1-EF2A18447D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43C25B3A-F744-3AAA-CFF6-2BD7A59CCA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4D8073EB-6E80-4113-BB72-03AC14B9BF7D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9035577F-8185-EC1E-43A3-38657289A0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12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5459038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21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73736325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4EED9A-3898-D221-6256-C28F68DD90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28654A05-13EF-E78A-4153-8B5702CEDC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66DFE5AC-C473-C605-7603-B1430C68CB7F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0734CCE7-3FB6-D851-AE6F-9449300131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22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411423919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C4BD1A-DCDE-D404-EAED-587D491587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74D7D6-4D2C-CB5A-8D74-9E002EBB76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D9A034-2165-352E-7B02-C97313F62A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76E3E0-205A-7553-0AEB-2B6FE1ECBA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25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90987487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78D916-8DC4-04C0-833E-6EF92B4B34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>
            <a:extLst>
              <a:ext uri="{FF2B5EF4-FFF2-40B4-BE49-F238E27FC236}">
                <a16:creationId xmlns:a16="http://schemas.microsoft.com/office/drawing/2014/main" id="{0185CFA1-BD5F-89DA-9FD5-E7F92537AF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>
            <a:extLst>
              <a:ext uri="{FF2B5EF4-FFF2-40B4-BE49-F238E27FC236}">
                <a16:creationId xmlns:a16="http://schemas.microsoft.com/office/drawing/2014/main" id="{C343A778-3468-6361-A941-F821909A1413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69869FC-B184-9E16-3196-96EF11E5A9D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28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58968202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Image Placeholder 7"/>
          <p:cNvSpPr>
            <a:spLocks noGrp="1" noRot="1" noChangeAspect="1"/>
          </p:cNvSpPr>
          <p:nvPr>
            <p:ph type="sldImg"/>
          </p:nvPr>
        </p:nvSpPr>
        <p:spPr bwMode="gray">
          <a:xfrm>
            <a:off x="674688" y="992188"/>
            <a:ext cx="6237287" cy="3509962"/>
          </a:xfrm>
        </p:spPr>
      </p:sp>
      <p:sp>
        <p:nvSpPr>
          <p:cNvPr id="9" name="Notes Placeholder 8"/>
          <p:cNvSpPr>
            <a:spLocks noGrp="1"/>
          </p:cNvSpPr>
          <p:nvPr>
            <p:ph type="body" idx="1"/>
          </p:nvPr>
        </p:nvSpPr>
        <p:spPr bwMode="gray"/>
        <p:txBody>
          <a:bodyPr/>
          <a:lstStyle/>
          <a:p>
            <a:endParaRPr lang="en-US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r>
              <a:rPr lang="en-US"/>
              <a:t>Chart </a:t>
            </a:r>
            <a:fld id="{4CBF50E3-ED67-46F2-ABFC-A36EE1082CF7}" type="slidenum">
              <a:rPr lang="en-US" b="1" smtClean="0"/>
              <a:pPr/>
              <a:t>38</a:t>
            </a:fld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46854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D4E7ADB-7DF0-CA7D-D844-49687372DED4}"/>
              </a:ext>
            </a:extLst>
          </p:cNvPr>
          <p:cNvSpPr/>
          <p:nvPr userDrawn="1"/>
        </p:nvSpPr>
        <p:spPr bwMode="gray">
          <a:xfrm>
            <a:off x="1588595" y="3610713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3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de-DE" dirty="0"/>
          </a:p>
          <a:p>
            <a:endParaRPr lang="de-DE" dirty="0"/>
          </a:p>
          <a:p>
            <a:endParaRPr lang="de-DE" dirty="0"/>
          </a:p>
          <a:p>
            <a:endParaRPr lang="en-US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3" y="2926794"/>
            <a:ext cx="8421689" cy="103163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3" y="3958431"/>
            <a:ext cx="8421689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1497928299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9B42E9-6004-B682-9BB2-B6781818F1BD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9" y="3604262"/>
            <a:ext cx="8601075" cy="138048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015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2314300643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AAC0A0F-D572-A6E0-387E-345D272423FA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2932113"/>
            <a:ext cx="8601075" cy="205263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2"/>
            <a:ext cx="8605838" cy="3744913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 dirty="0"/>
              <a:t>Insert picture by </a:t>
            </a:r>
            <a:br>
              <a:rPr lang="en-US" noProof="0" dirty="0"/>
            </a:br>
            <a:r>
              <a:rPr lang="en-US" noProof="0" dirty="0"/>
              <a:t>clicking the icon</a:t>
            </a:r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  <a:p>
            <a:endParaRPr lang="en-US" noProof="0" dirty="0"/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2926794"/>
            <a:ext cx="8601073" cy="2057956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de-DE" dirty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4"/>
            <a:ext cx="8421689" cy="1026317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 title</a:t>
            </a:r>
            <a:br>
              <a:rPr lang="en-US" dirty="0"/>
            </a:br>
            <a:r>
              <a:rPr lang="en-US" dirty="0"/>
              <a:t>up to maximum 2 lines</a:t>
            </a:r>
          </a:p>
        </p:txBody>
      </p:sp>
      <p:sp>
        <p:nvSpPr>
          <p:cNvPr id="18" name="Subtitle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58775" y="3958431"/>
            <a:ext cx="8421687" cy="840025"/>
          </a:xfrm>
          <a:prstGeom prst="rect">
            <a:avLst/>
          </a:prstGeom>
        </p:spPr>
        <p:txBody>
          <a:bodyPr rIns="108000"/>
          <a:lstStyle>
            <a:lvl1pPr marL="0" indent="0" algn="r">
              <a:buNone/>
              <a:defRPr sz="14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</a:t>
            </a:r>
            <a:br>
              <a:rPr lang="en-US" dirty="0"/>
            </a:br>
            <a:r>
              <a:rPr lang="en-US" dirty="0"/>
              <a:t>Job Description</a:t>
            </a:r>
            <a:br>
              <a:rPr lang="en-US" dirty="0"/>
            </a:br>
            <a:r>
              <a:rPr lang="en-US" dirty="0"/>
              <a:t>Institute</a:t>
            </a:r>
          </a:p>
        </p:txBody>
      </p:sp>
    </p:spTree>
    <p:extLst>
      <p:ext uri="{BB962C8B-B14F-4D97-AF65-F5344CB8AC3E}">
        <p14:creationId xmlns:p14="http://schemas.microsoft.com/office/powerpoint/2010/main" val="292368745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range (without speake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6FFFF40-1830-662B-0DF7-6359FB3CF885}"/>
              </a:ext>
            </a:extLst>
          </p:cNvPr>
          <p:cNvSpPr/>
          <p:nvPr userDrawn="1"/>
        </p:nvSpPr>
        <p:spPr bwMode="gray">
          <a:xfrm>
            <a:off x="1489336" y="3661334"/>
            <a:ext cx="7380820" cy="11315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1" name="Rectangle 20"/>
          <p:cNvSpPr/>
          <p:nvPr userDrawn="1"/>
        </p:nvSpPr>
        <p:spPr bwMode="gray">
          <a:xfrm>
            <a:off x="179388" y="3604262"/>
            <a:ext cx="8601075" cy="138048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58775" y="1058863"/>
            <a:ext cx="8605838" cy="3744914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11" hasCustomPrompt="1"/>
          </p:nvPr>
        </p:nvSpPr>
        <p:spPr>
          <a:xfrm>
            <a:off x="179389" y="3604260"/>
            <a:ext cx="8601073" cy="1380489"/>
          </a:xfrm>
          <a:prstGeom prst="rect">
            <a:avLst/>
          </a:prstGeom>
          <a:solidFill>
            <a:schemeClr val="accent2">
              <a:alpha val="70000"/>
            </a:schemeClr>
          </a:solidFill>
        </p:spPr>
        <p:txBody>
          <a:bodyPr vert="horz" lIns="108000" tIns="252000" rIns="0" bIns="0" rtlCol="0" anchor="t" anchorCtr="0">
            <a:noAutofit/>
          </a:bodyPr>
          <a:lstStyle>
            <a:lvl1pPr>
              <a:defRPr lang="de-DE" sz="200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>
              <a:spcBef>
                <a:spcPct val="0"/>
              </a:spcBef>
            </a:pPr>
            <a:r>
              <a:rPr lang="en-US" noProof="0"/>
              <a:t>   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3604261"/>
            <a:ext cx="8421689" cy="1199516"/>
          </a:xfrm>
          <a:noFill/>
        </p:spPr>
        <p:txBody>
          <a:bodyPr lIns="108000" tIns="0"/>
          <a:lstStyle>
            <a:lvl1pPr>
              <a:defRPr sz="20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</a:t>
            </a:r>
            <a:br>
              <a:rPr lang="en-US" noProof="0" dirty="0"/>
            </a:br>
            <a:r>
              <a:rPr lang="en-US" noProof="0" dirty="0"/>
              <a:t>2 lines</a:t>
            </a:r>
          </a:p>
        </p:txBody>
      </p:sp>
    </p:spTree>
    <p:extLst>
      <p:ext uri="{BB962C8B-B14F-4D97-AF65-F5344CB8AC3E}">
        <p14:creationId xmlns:p14="http://schemas.microsoft.com/office/powerpoint/2010/main" val="175045730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 bwMode="gray">
          <a:xfrm>
            <a:off x="358775" y="1239838"/>
            <a:ext cx="6877050" cy="3563938"/>
          </a:xfrm>
          <a:prstGeom prst="rect">
            <a:avLst/>
          </a:prstGeom>
          <a:noFill/>
        </p:spPr>
        <p:txBody>
          <a:bodyPr lIns="0" tIns="72000" rIns="0" bIns="0"/>
          <a:lstStyle>
            <a:lvl1pPr marL="358775" indent="-358775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>
                <a:solidFill>
                  <a:schemeClr val="tx1"/>
                </a:solidFill>
              </a:defRPr>
            </a:lvl1pPr>
            <a:lvl2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2pPr>
            <a:lvl3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3pPr>
            <a:lvl4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4pPr>
            <a:lvl5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5pPr>
            <a:lvl6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6pPr>
            <a:lvl7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>
                <a:solidFill>
                  <a:schemeClr val="tx1"/>
                </a:solidFill>
              </a:defRPr>
            </a:lvl7pPr>
            <a:lvl8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8pPr>
            <a:lvl9pPr marL="630000" indent="-270000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■"/>
              <a:defRPr sz="1400" cap="none" baseline="0">
                <a:solidFill>
                  <a:schemeClr val="tx1"/>
                </a:solidFill>
              </a:defRPr>
            </a:lvl9pPr>
          </a:lstStyle>
          <a:p>
            <a:pPr lvl="0"/>
            <a:r>
              <a:rPr lang="en-GB" noProof="0" dirty="0"/>
              <a:t>Click to edit </a:t>
            </a:r>
            <a:r>
              <a:rPr lang="en-US" noProof="0" dirty="0"/>
              <a:t>Master</a:t>
            </a:r>
            <a:r>
              <a:rPr lang="en-GB" noProof="0" dirty="0"/>
              <a:t> text styles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Overview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7CFF3EC-409E-63A1-E030-5FEB5C32CFB4}"/>
              </a:ext>
            </a:extLst>
          </p:cNvPr>
          <p:cNvSpPr txBox="1"/>
          <p:nvPr userDrawn="1"/>
        </p:nvSpPr>
        <p:spPr bwMode="gray">
          <a:xfrm>
            <a:off x="8130746" y="4267200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182563" indent="-182563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Char char="■"/>
            </a:pPr>
            <a:endParaRPr lang="en-US" sz="1200" dirty="0" err="1"/>
          </a:p>
        </p:txBody>
      </p:sp>
    </p:spTree>
    <p:extLst>
      <p:ext uri="{BB962C8B-B14F-4D97-AF65-F5344CB8AC3E}">
        <p14:creationId xmlns:p14="http://schemas.microsoft.com/office/powerpoint/2010/main" val="3296948856"/>
      </p:ext>
    </p:extLst>
  </p:cSld>
  <p:clrMapOvr>
    <a:masterClrMapping/>
  </p:clrMapOvr>
  <p:transition spd="slow">
    <p:wipe dir="u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7EA378-D654-6058-1100-7130BB18C70E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358775" y="1239838"/>
            <a:ext cx="6877050" cy="356393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4627540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Bullet Point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6877051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GB" noProof="0" dirty="0"/>
              <a:t>Click to edit Master text styles</a:t>
            </a:r>
          </a:p>
          <a:p>
            <a:pPr lvl="1"/>
            <a:r>
              <a:rPr lang="en-GB" noProof="0" dirty="0"/>
              <a:t>Second </a:t>
            </a:r>
            <a:r>
              <a:rPr lang="en-US" noProof="0" dirty="0"/>
              <a:t>level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  <a:endParaRPr lang="en-US" noProof="0" dirty="0"/>
          </a:p>
        </p:txBody>
      </p:sp>
      <p:sp>
        <p:nvSpPr>
          <p:cNvPr id="5" name="Titel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3481075343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C2384B77-A60D-2E26-15E3-207400B24A9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 bwMode="gray">
          <a:xfrm>
            <a:off x="358777" y="1239837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078C676C-DB7C-A16F-DE7B-260DE2FD49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 bwMode="gray">
          <a:xfrm>
            <a:off x="3886202" y="1232126"/>
            <a:ext cx="3349624" cy="3563938"/>
          </a:xfrm>
          <a:prstGeom prst="rect">
            <a:avLst/>
          </a:prstGeom>
        </p:spPr>
        <p:txBody>
          <a:bodyPr/>
          <a:lstStyle>
            <a:lvl1pPr marL="268288" indent="-268288"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baseline="0"/>
            </a:lvl1pPr>
            <a:lvl2pPr marL="536575" indent="-268288">
              <a:buSzPct val="80000"/>
              <a:buFont typeface="Arial" panose="020B0604020202020204" pitchFamily="34" charset="0"/>
              <a:buChar char="□"/>
              <a:defRPr/>
            </a:lvl2pPr>
            <a:lvl3pPr marL="806450" indent="-269875">
              <a:buFont typeface="Arial" panose="020B0604020202020204" pitchFamily="34" charset="0"/>
              <a:buChar char="–"/>
              <a:defRPr/>
            </a:lvl3pPr>
            <a:lvl4pPr marL="270000" indent="-270000">
              <a:buFont typeface="+mj-lt"/>
              <a:buAutoNum type="arabicPeriod"/>
              <a:defRPr/>
            </a:lvl4pPr>
            <a:lvl5pPr marL="540000" indent="-270000">
              <a:buFont typeface="+mj-lt"/>
              <a:buAutoNum type="alphaLcParenR"/>
              <a:defRPr/>
            </a:lvl5pPr>
            <a:lvl6pPr marL="0" indent="0">
              <a:spcBef>
                <a:spcPts val="400"/>
              </a:spcBef>
              <a:spcAft>
                <a:spcPts val="400"/>
              </a:spcAft>
              <a:buNone/>
              <a:defRPr sz="1600" cap="all" baseline="0">
                <a:solidFill>
                  <a:schemeClr val="accent1"/>
                </a:solidFill>
              </a:defRPr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66185237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Tex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239837"/>
            <a:ext cx="1585913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el 5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405366817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umns (with Header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58776" y="1671649"/>
            <a:ext cx="1584325" cy="3132125"/>
          </a:xfrm>
          <a:prstGeom prst="rect">
            <a:avLst/>
          </a:prstGeom>
        </p:spPr>
        <p:txBody>
          <a:bodyPr tIns="0"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/>
          </p:nvPr>
        </p:nvSpPr>
        <p:spPr bwMode="gray">
          <a:xfrm>
            <a:off x="2124076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2"/>
              </a:buClr>
              <a:defRPr/>
            </a:lvl2pPr>
            <a:lvl3pPr>
              <a:buClr>
                <a:schemeClr val="accent2"/>
              </a:buClr>
              <a:defRPr/>
            </a:lvl3pPr>
            <a:lvl4pPr>
              <a:buClr>
                <a:schemeClr val="accent2"/>
              </a:buClr>
              <a:defRPr/>
            </a:lvl4pPr>
            <a:lvl5pPr>
              <a:buClr>
                <a:schemeClr val="accent2"/>
              </a:buClr>
              <a:defRPr/>
            </a:lvl5pPr>
            <a:lvl6pPr>
              <a:buClr>
                <a:schemeClr val="accent2"/>
              </a:buClr>
              <a:defRPr/>
            </a:lvl6pPr>
            <a:lvl7pPr>
              <a:buClr>
                <a:schemeClr val="accent2"/>
              </a:buClr>
              <a:defRPr/>
            </a:lvl7pPr>
            <a:lvl8pPr>
              <a:defRPr>
                <a:solidFill>
                  <a:schemeClr val="accent2"/>
                </a:solidFill>
              </a:defRPr>
            </a:lvl8pPr>
            <a:lvl9pPr>
              <a:defRPr>
                <a:solidFill>
                  <a:schemeClr val="accent2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/>
          </p:nvPr>
        </p:nvSpPr>
        <p:spPr bwMode="gray">
          <a:xfrm>
            <a:off x="3886985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3"/>
              </a:buClr>
              <a:defRPr/>
            </a:lvl2pPr>
            <a:lvl3pPr>
              <a:buClr>
                <a:schemeClr val="accent3"/>
              </a:buClr>
              <a:defRPr/>
            </a:lvl3pPr>
            <a:lvl4pPr>
              <a:buClr>
                <a:schemeClr val="accent3"/>
              </a:buClr>
              <a:defRPr/>
            </a:lvl4pPr>
            <a:lvl5pPr>
              <a:buClr>
                <a:schemeClr val="accent3"/>
              </a:buClr>
              <a:defRPr/>
            </a:lvl5pPr>
            <a:lvl6pPr>
              <a:buClr>
                <a:schemeClr val="accent3"/>
              </a:buClr>
              <a:defRPr/>
            </a:lvl6pPr>
            <a:lvl7pPr>
              <a:buClr>
                <a:schemeClr val="accent3"/>
              </a:buClr>
              <a:defRPr/>
            </a:lvl7pPr>
            <a:lvl8pPr>
              <a:defRPr>
                <a:solidFill>
                  <a:schemeClr val="accent3"/>
                </a:solidFill>
              </a:defRPr>
            </a:lvl8pPr>
            <a:lvl9pPr>
              <a:defRPr>
                <a:solidFill>
                  <a:schemeClr val="accent3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6"/>
          </p:nvPr>
        </p:nvSpPr>
        <p:spPr bwMode="gray">
          <a:xfrm>
            <a:off x="5649913" y="1671649"/>
            <a:ext cx="1585913" cy="3132125"/>
          </a:xfrm>
          <a:prstGeom prst="rect">
            <a:avLst/>
          </a:prstGeom>
        </p:spPr>
        <p:txBody>
          <a:bodyPr tIns="0"/>
          <a:lstStyle>
            <a:lvl2pPr>
              <a:buClr>
                <a:schemeClr val="accent4"/>
              </a:buClr>
              <a:defRPr/>
            </a:lvl2pPr>
            <a:lvl3pPr>
              <a:buClr>
                <a:schemeClr val="accent4"/>
              </a:buClr>
              <a:defRPr/>
            </a:lvl3pPr>
            <a:lvl4pPr>
              <a:buClr>
                <a:schemeClr val="accent4"/>
              </a:buClr>
              <a:defRPr/>
            </a:lvl4pPr>
            <a:lvl5pPr>
              <a:buClr>
                <a:schemeClr val="accent4"/>
              </a:buClr>
              <a:defRPr/>
            </a:lvl5pPr>
            <a:lvl6pPr>
              <a:buClr>
                <a:schemeClr val="accent4"/>
              </a:buClr>
              <a:defRPr/>
            </a:lvl6pPr>
            <a:lvl7pPr>
              <a:buClr>
                <a:schemeClr val="accent4"/>
              </a:buClr>
              <a:defRPr/>
            </a:lvl7pPr>
            <a:lvl8pPr>
              <a:defRPr>
                <a:solidFill>
                  <a:schemeClr val="accent4"/>
                </a:solidFill>
              </a:defRPr>
            </a:lvl8pPr>
            <a:lvl9pPr>
              <a:defRPr>
                <a:solidFill>
                  <a:schemeClr val="accent4"/>
                </a:solidFill>
              </a:defRPr>
            </a:lvl9pPr>
          </a:lstStyle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7" hasCustomPrompt="1"/>
          </p:nvPr>
        </p:nvSpPr>
        <p:spPr bwMode="gray">
          <a:xfrm>
            <a:off x="358776" y="1239838"/>
            <a:ext cx="1584325" cy="287797"/>
          </a:xfrm>
          <a:prstGeom prst="rect">
            <a:avLst/>
          </a:prstGeom>
          <a:solidFill>
            <a:schemeClr val="accent1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1</a:t>
            </a:r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8" hasCustomPrompt="1"/>
          </p:nvPr>
        </p:nvSpPr>
        <p:spPr bwMode="gray">
          <a:xfrm>
            <a:off x="2124076" y="1239838"/>
            <a:ext cx="1584325" cy="287797"/>
          </a:xfrm>
          <a:prstGeom prst="rect">
            <a:avLst/>
          </a:prstGeom>
          <a:solidFill>
            <a:schemeClr val="accent2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2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3888573" y="1239838"/>
            <a:ext cx="1584325" cy="287797"/>
          </a:xfrm>
          <a:prstGeom prst="rect">
            <a:avLst/>
          </a:prstGeom>
          <a:solidFill>
            <a:schemeClr val="accent3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3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5644193" y="1239838"/>
            <a:ext cx="1584325" cy="287797"/>
          </a:xfrm>
          <a:prstGeom prst="rect">
            <a:avLst/>
          </a:prstGeom>
          <a:solidFill>
            <a:schemeClr val="accent4"/>
          </a:solidFill>
        </p:spPr>
        <p:txBody>
          <a:bodyPr wrap="square" lIns="72000" tIns="36000" rIns="72000" bIns="36000" anchor="ctr" anchorCtr="0"/>
          <a:lstStyle>
            <a:lvl1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 baseline="0">
                <a:solidFill>
                  <a:schemeClr val="bg1"/>
                </a:solidFill>
              </a:defRPr>
            </a:lvl1pPr>
            <a:lvl2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2pPr>
            <a:lvl3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3pPr>
            <a:lvl4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4pPr>
            <a:lvl5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5pPr>
            <a:lvl6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6pPr>
            <a:lvl7pPr marL="0" indent="0" algn="l">
              <a:spcBef>
                <a:spcPts val="300"/>
              </a:spcBef>
              <a:spcAft>
                <a:spcPts val="300"/>
              </a:spcAft>
              <a:buNone/>
              <a:defRPr sz="1200" b="1">
                <a:solidFill>
                  <a:schemeClr val="bg1"/>
                </a:solidFill>
              </a:defRPr>
            </a:lvl7pPr>
            <a:lvl8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8pPr>
            <a:lvl9pPr marL="0" indent="0" algn="l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200" b="1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Topic 4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684359825"/>
      </p:ext>
    </p:extLst>
  </p:cSld>
  <p:clrMapOvr>
    <a:masterClrMapping/>
  </p:clrMapOvr>
  <p:transition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2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2124075" y="1239837"/>
            <a:ext cx="5111751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8" y="1239838"/>
            <a:ext cx="17637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751671967"/>
      </p:ext>
    </p:extLst>
  </p:cSld>
  <p:clrMapOvr>
    <a:masterClrMapping/>
  </p:clrMapOvr>
  <p:transition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50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3887790" y="1239837"/>
            <a:ext cx="3348037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9" y="1239838"/>
            <a:ext cx="3529012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823356174"/>
      </p:ext>
    </p:extLst>
  </p:cSld>
  <p:clrMapOvr>
    <a:masterClrMapping/>
  </p:clrMapOvr>
  <p:transition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Picture 75%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 bwMode="gray">
          <a:xfrm>
            <a:off x="5651502" y="1239837"/>
            <a:ext cx="1584325" cy="35639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  <a:endParaRPr lang="en-US" noProof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7" y="1239838"/>
            <a:ext cx="5292725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119816392"/>
      </p:ext>
    </p:extLst>
  </p:cSld>
  <p:clrMapOvr>
    <a:masterClrMapping/>
  </p:clrMapOvr>
  <p:transition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Picture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1239838"/>
            <a:ext cx="7056441" cy="35639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/>
              <a:t>Write your title</a:t>
            </a:r>
            <a:br>
              <a:rPr lang="en-US" noProof="0"/>
            </a:br>
            <a:r>
              <a:rPr lang="en-US" noProof="0"/>
              <a:t>- maximum 2 lines</a:t>
            </a:r>
          </a:p>
        </p:txBody>
      </p:sp>
    </p:spTree>
    <p:extLst>
      <p:ext uri="{BB962C8B-B14F-4D97-AF65-F5344CB8AC3E}">
        <p14:creationId xmlns:p14="http://schemas.microsoft.com/office/powerpoint/2010/main" val="1025316029"/>
      </p:ext>
    </p:extLst>
  </p:cSld>
  <p:clrMapOvr>
    <a:masterClrMapping/>
  </p:clrMapOvr>
  <p:transition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9A5AB30-E2C7-E7CF-C1E7-8CCE9089AB71}"/>
              </a:ext>
            </a:extLst>
          </p:cNvPr>
          <p:cNvSpPr/>
          <p:nvPr userDrawn="1"/>
        </p:nvSpPr>
        <p:spPr bwMode="gray">
          <a:xfrm>
            <a:off x="107505" y="1"/>
            <a:ext cx="7380820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179386" y="339502"/>
            <a:ext cx="7056441" cy="4464273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i="1"/>
            </a:lvl1pPr>
          </a:lstStyle>
          <a:p>
            <a:r>
              <a:rPr lang="en-US" noProof="0"/>
              <a:t>Insert picture by </a:t>
            </a:r>
            <a:br>
              <a:rPr lang="en-US" noProof="0"/>
            </a:br>
            <a:r>
              <a:rPr lang="en-US" noProof="0"/>
              <a:t>clicking the icon</a:t>
            </a:r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  <a:p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910157539"/>
      </p:ext>
    </p:extLst>
  </p:cSld>
  <p:clrMapOvr>
    <a:masterClrMapping/>
  </p:clrMapOvr>
  <p:transition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 userDrawn="1"/>
        </p:nvSpPr>
        <p:spPr bwMode="gray">
          <a:xfrm>
            <a:off x="179389" y="2932113"/>
            <a:ext cx="8601075" cy="205263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Rectangle 13"/>
          <p:cNvSpPr/>
          <p:nvPr userDrawn="1"/>
        </p:nvSpPr>
        <p:spPr bwMode="gray">
          <a:xfrm>
            <a:off x="107504" y="1"/>
            <a:ext cx="7309295" cy="11675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358775" y="2932113"/>
            <a:ext cx="8421685" cy="1871663"/>
          </a:xfrm>
          <a:solidFill>
            <a:srgbClr val="DD640C"/>
          </a:solidFill>
        </p:spPr>
        <p:txBody>
          <a:bodyPr lIns="108000" tIns="252000" rIns="108000" bIns="252000" anchor="ctr" anchorCtr="0"/>
          <a:lstStyle>
            <a:lvl1pPr algn="ctr"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</a:t>
            </a:r>
            <a:br>
              <a:rPr lang="en-US" noProof="0" dirty="0"/>
            </a:br>
            <a:r>
              <a:rPr lang="en-US" noProof="0" dirty="0"/>
              <a:t>up to maximum 2 lines</a:t>
            </a:r>
          </a:p>
        </p:txBody>
      </p:sp>
      <p:sp>
        <p:nvSpPr>
          <p:cNvPr id="11" name="Rectangle 10"/>
          <p:cNvSpPr/>
          <p:nvPr userDrawn="1"/>
        </p:nvSpPr>
        <p:spPr bwMode="gray">
          <a:xfrm>
            <a:off x="358776" y="2751932"/>
            <a:ext cx="8605836" cy="18018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2" name="Rectangle 11"/>
          <p:cNvSpPr/>
          <p:nvPr userDrawn="1"/>
        </p:nvSpPr>
        <p:spPr bwMode="gray">
          <a:xfrm>
            <a:off x="8780464" y="2934376"/>
            <a:ext cx="184149" cy="1869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411182617"/>
      </p:ext>
    </p:extLst>
  </p:cSld>
  <p:clrMapOvr>
    <a:masterClrMapping/>
  </p:clrMapOvr>
  <p:transition spd="slow">
    <p:wipe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2050"/>
          <p:cNvSpPr/>
          <p:nvPr/>
        </p:nvSpPr>
        <p:spPr bwMode="gray">
          <a:xfrm>
            <a:off x="177170" y="1"/>
            <a:ext cx="7238834" cy="10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gray">
          <a:xfrm>
            <a:off x="358776" y="108001"/>
            <a:ext cx="6877051" cy="927588"/>
          </a:xfrm>
          <a:prstGeom prst="rect">
            <a:avLst/>
          </a:prstGeom>
        </p:spPr>
        <p:txBody>
          <a:bodyPr vert="horz" lIns="0" tIns="0" rIns="0" bIns="180000" rtlCol="0" anchor="b" anchorCtr="0">
            <a:noAutofit/>
          </a:bodyPr>
          <a:lstStyle/>
          <a:p>
            <a:r>
              <a:rPr lang="en-US" noProof="0" dirty="0"/>
              <a:t>Write your title</a:t>
            </a:r>
            <a:br>
              <a:rPr lang="en-US" noProof="0" dirty="0"/>
            </a:br>
            <a:r>
              <a:rPr lang="en-US" noProof="0" dirty="0"/>
              <a:t>- maximum 2 lines</a:t>
            </a:r>
          </a:p>
        </p:txBody>
      </p:sp>
      <p:grpSp>
        <p:nvGrpSpPr>
          <p:cNvPr id="23" name="Group 22"/>
          <p:cNvGrpSpPr/>
          <p:nvPr/>
        </p:nvGrpSpPr>
        <p:grpSpPr bwMode="gray">
          <a:xfrm>
            <a:off x="-101695" y="1055849"/>
            <a:ext cx="99454" cy="3924294"/>
            <a:chOff x="-101696" y="1055849"/>
            <a:chExt cx="99454" cy="3924294"/>
          </a:xfrm>
        </p:grpSpPr>
        <p:cxnSp>
          <p:nvCxnSpPr>
            <p:cNvPr id="22" name="Straight Connector 21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/>
          <p:cNvGrpSpPr/>
          <p:nvPr/>
        </p:nvGrpSpPr>
        <p:grpSpPr bwMode="gray">
          <a:xfrm>
            <a:off x="9156605" y="1055849"/>
            <a:ext cx="99454" cy="3924294"/>
            <a:chOff x="-101696" y="1055849"/>
            <a:chExt cx="99454" cy="3924294"/>
          </a:xfrm>
        </p:grpSpPr>
        <p:cxnSp>
          <p:nvCxnSpPr>
            <p:cNvPr id="31" name="Straight Connector 30"/>
            <p:cNvCxnSpPr/>
            <p:nvPr userDrawn="1"/>
          </p:nvCxnSpPr>
          <p:spPr bwMode="gray">
            <a:xfrm>
              <a:off x="-101696" y="105584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 bwMode="gray">
            <a:xfrm>
              <a:off x="-101696" y="1236027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 bwMode="gray">
            <a:xfrm>
              <a:off x="-101696" y="29283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 bwMode="gray">
            <a:xfrm>
              <a:off x="-101696" y="310848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/>
          <p:cNvGrpSpPr/>
          <p:nvPr/>
        </p:nvGrpSpPr>
        <p:grpSpPr bwMode="gray">
          <a:xfrm rot="5400000">
            <a:off x="4520765" y="-4456716"/>
            <a:ext cx="99454" cy="8786645"/>
            <a:chOff x="-101696" y="-3806503"/>
            <a:chExt cx="99454" cy="8786646"/>
          </a:xfrm>
        </p:grpSpPr>
        <p:cxnSp>
          <p:nvCxnSpPr>
            <p:cNvPr id="38" name="Straight Connector 37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/>
          <p:cNvGrpSpPr/>
          <p:nvPr/>
        </p:nvGrpSpPr>
        <p:grpSpPr bwMode="gray">
          <a:xfrm rot="5400000">
            <a:off x="4520765" y="826438"/>
            <a:ext cx="99454" cy="8786645"/>
            <a:chOff x="-101696" y="-3806503"/>
            <a:chExt cx="99454" cy="8786646"/>
          </a:xfrm>
        </p:grpSpPr>
        <p:cxnSp>
          <p:nvCxnSpPr>
            <p:cNvPr id="50" name="Straight Connector 49"/>
            <p:cNvCxnSpPr/>
            <p:nvPr userDrawn="1"/>
          </p:nvCxnSpPr>
          <p:spPr bwMode="gray">
            <a:xfrm>
              <a:off x="-101696" y="127143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 userDrawn="1"/>
          </p:nvCxnSpPr>
          <p:spPr bwMode="gray">
            <a:xfrm>
              <a:off x="-101696" y="1451609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 userDrawn="1"/>
          </p:nvCxnSpPr>
          <p:spPr bwMode="gray">
            <a:xfrm>
              <a:off x="-101696" y="3033236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 userDrawn="1"/>
          </p:nvCxnSpPr>
          <p:spPr bwMode="gray">
            <a:xfrm>
              <a:off x="-101696" y="3213414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 userDrawn="1"/>
          </p:nvCxnSpPr>
          <p:spPr bwMode="gray">
            <a:xfrm>
              <a:off x="-74242" y="4799965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 userDrawn="1"/>
          </p:nvCxnSpPr>
          <p:spPr bwMode="gray">
            <a:xfrm>
              <a:off x="-74242" y="498014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 userDrawn="1"/>
          </p:nvCxnSpPr>
          <p:spPr bwMode="gray">
            <a:xfrm>
              <a:off x="-101696" y="-494980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 userDrawn="1"/>
          </p:nvCxnSpPr>
          <p:spPr bwMode="gray">
            <a:xfrm>
              <a:off x="-101696" y="-3148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 userDrawn="1"/>
          </p:nvCxnSpPr>
          <p:spPr bwMode="gray">
            <a:xfrm>
              <a:off x="-101696" y="-2258691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 userDrawn="1"/>
          </p:nvCxnSpPr>
          <p:spPr bwMode="gray">
            <a:xfrm>
              <a:off x="-101696" y="-207851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/>
            <p:cNvCxnSpPr/>
            <p:nvPr userDrawn="1"/>
          </p:nvCxnSpPr>
          <p:spPr bwMode="gray">
            <a:xfrm>
              <a:off x="-101696" y="-3806503"/>
              <a:ext cx="720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49" name="Rectangle 2048"/>
          <p:cNvSpPr/>
          <p:nvPr/>
        </p:nvSpPr>
        <p:spPr bwMode="gray">
          <a:xfrm>
            <a:off x="7308304" y="2391730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6" name="Rectangle 65"/>
          <p:cNvSpPr/>
          <p:nvPr/>
        </p:nvSpPr>
        <p:spPr bwMode="gray">
          <a:xfrm>
            <a:off x="177170" y="1031579"/>
            <a:ext cx="7238834" cy="25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64" name="Rectangle 2048"/>
          <p:cNvSpPr/>
          <p:nvPr/>
        </p:nvSpPr>
        <p:spPr bwMode="gray">
          <a:xfrm>
            <a:off x="7596336" y="866274"/>
            <a:ext cx="1440160" cy="165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noProof="0" dirty="0"/>
          </a:p>
        </p:txBody>
      </p:sp>
      <p:sp>
        <p:nvSpPr>
          <p:cNvPr id="3" name="Text Placeholder 7">
            <a:extLst>
              <a:ext uri="{FF2B5EF4-FFF2-40B4-BE49-F238E27FC236}">
                <a16:creationId xmlns:a16="http://schemas.microsoft.com/office/drawing/2014/main" id="{70937C7D-7970-2DD0-9416-2BD2CE9F7DD8}"/>
              </a:ext>
            </a:extLst>
          </p:cNvPr>
          <p:cNvSpPr txBox="1">
            <a:spLocks/>
          </p:cNvSpPr>
          <p:nvPr userDrawn="1"/>
        </p:nvSpPr>
        <p:spPr>
          <a:xfrm>
            <a:off x="7416675" y="3562452"/>
            <a:ext cx="1547813" cy="521465"/>
          </a:xfrm>
          <a:prstGeom prst="rect">
            <a:avLst/>
          </a:prstGeom>
        </p:spPr>
        <p:txBody>
          <a:bodyPr lIns="0" tIns="0" anchor="b" anchorCtr="0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noProof="0" dirty="0"/>
              <a:t>Advanced Probabilistic Machine Learning</a:t>
            </a:r>
          </a:p>
        </p:txBody>
      </p:sp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E6D6BE21-07EB-2A7A-3514-3C5C9A0F9F57}"/>
              </a:ext>
            </a:extLst>
          </p:cNvPr>
          <p:cNvSpPr txBox="1">
            <a:spLocks/>
          </p:cNvSpPr>
          <p:nvPr userDrawn="1"/>
        </p:nvSpPr>
        <p:spPr>
          <a:xfrm>
            <a:off x="7416487" y="4155928"/>
            <a:ext cx="1620001" cy="476395"/>
          </a:xfrm>
          <a:prstGeom prst="rect">
            <a:avLst/>
          </a:prstGeom>
        </p:spPr>
        <p:txBody>
          <a:bodyPr lIns="108000" tIns="0" anchor="t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00" b="0" i="1" kern="1200">
                <a:solidFill>
                  <a:schemeClr val="accent5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800" noProof="0" dirty="0"/>
              <a:t>Unit 7 –</a:t>
            </a:r>
            <a:r>
              <a:rPr lang="en-US" sz="800" noProof="0" dirty="0"/>
              <a:t> Approximate Inference: Direct Message Approximation</a:t>
            </a:r>
          </a:p>
        </p:txBody>
      </p:sp>
      <p:sp>
        <p:nvSpPr>
          <p:cNvPr id="5" name="Text Placeholder 7">
            <a:extLst>
              <a:ext uri="{FF2B5EF4-FFF2-40B4-BE49-F238E27FC236}">
                <a16:creationId xmlns:a16="http://schemas.microsoft.com/office/drawing/2014/main" id="{31263011-02B0-D99B-96F0-5F8F5F6662F7}"/>
              </a:ext>
            </a:extLst>
          </p:cNvPr>
          <p:cNvSpPr txBox="1">
            <a:spLocks/>
          </p:cNvSpPr>
          <p:nvPr userDrawn="1"/>
        </p:nvSpPr>
        <p:spPr>
          <a:xfrm>
            <a:off x="7416488" y="4623195"/>
            <a:ext cx="1548000" cy="179496"/>
          </a:xfrm>
          <a:prstGeom prst="rect">
            <a:avLst/>
          </a:prstGeom>
        </p:spPr>
        <p:txBody>
          <a:bodyPr lIns="108000" tIns="0" anchor="b" anchorCtr="0"/>
          <a:lstStyle>
            <a:lvl1pPr marL="0" indent="0" algn="r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05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4AE68F2E-2A8C-D34D-8DDE-B2849ECC962F}" type="slidenum">
              <a:rPr lang="de-DE" sz="700" noProof="0" smtClean="0"/>
              <a:pPr/>
              <a:t>‹#›</a:t>
            </a:fld>
            <a:r>
              <a:rPr lang="de-DE" sz="700" noProof="0" dirty="0"/>
              <a:t>/39</a:t>
            </a:r>
          </a:p>
        </p:txBody>
      </p:sp>
      <p:pic>
        <p:nvPicPr>
          <p:cNvPr id="6" name="Grafik 28">
            <a:extLst>
              <a:ext uri="{FF2B5EF4-FFF2-40B4-BE49-F238E27FC236}">
                <a16:creationId xmlns:a16="http://schemas.microsoft.com/office/drawing/2014/main" id="{0030E6E4-E302-1D7B-703C-E754385BD918}"/>
              </a:ext>
            </a:extLst>
          </p:cNvPr>
          <p:cNvPicPr>
            <a:picLocks noChangeAspect="1"/>
          </p:cNvPicPr>
          <p:nvPr userDrawn="1"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49665" y="239817"/>
            <a:ext cx="1308999" cy="741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69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8" r:id="rId2"/>
    <p:sldLayoutId id="2147483651" r:id="rId3"/>
    <p:sldLayoutId id="2147483659" r:id="rId4"/>
    <p:sldLayoutId id="2147483662" r:id="rId5"/>
    <p:sldLayoutId id="2147483650" r:id="rId6"/>
    <p:sldLayoutId id="2147483664" r:id="rId7"/>
    <p:sldLayoutId id="2147483652" r:id="rId8"/>
    <p:sldLayoutId id="2147483653" r:id="rId9"/>
    <p:sldLayoutId id="2147483660" r:id="rId10"/>
    <p:sldLayoutId id="2147483654" r:id="rId11"/>
    <p:sldLayoutId id="2147483655" r:id="rId12"/>
    <p:sldLayoutId id="2147483656" r:id="rId13"/>
    <p:sldLayoutId id="2147483657" r:id="rId14"/>
    <p:sldLayoutId id="2147483665" r:id="rId15"/>
    <p:sldLayoutId id="2147483663" r:id="rId16"/>
  </p:sldLayoutIdLst>
  <p:transition>
    <p:fade/>
  </p:transition>
  <p:hf hdr="0"/>
  <p:txStyles>
    <p:titleStyle>
      <a:lvl1pPr algn="l" defTabSz="914400" rtl="0" eaLnBrk="1" latinLnBrk="0" hangingPunct="1">
        <a:spcBef>
          <a:spcPct val="0"/>
        </a:spcBef>
        <a:buNone/>
        <a:defRPr sz="2000" kern="1200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268288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■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268288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80000"/>
        <a:buFont typeface="Arial" panose="020B0604020202020204" pitchFamily="34" charset="0"/>
        <a:buChar char="□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806450" indent="-269875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rabicPeriod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40000" indent="-270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accent1"/>
        </a:buClr>
        <a:buSzPct val="100000"/>
        <a:buFont typeface="+mj-lt"/>
        <a:buAutoNum type="alphaLcParenR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Clr>
          <a:schemeClr val="accent1"/>
        </a:buClr>
        <a:buSzPct val="90000"/>
        <a:buFont typeface="Arial" panose="020B0604020202020204" pitchFamily="34" charset="0"/>
        <a:buNone/>
        <a:defRPr sz="1600" kern="1200" cap="all" baseline="0">
          <a:solidFill>
            <a:schemeClr val="accent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400"/>
        </a:spcBef>
        <a:spcAft>
          <a:spcPts val="400"/>
        </a:spcAft>
        <a:buFont typeface="Arial" panose="020B0604020202020204" pitchFamily="34" charset="0"/>
        <a:buNone/>
        <a:defRPr sz="1600" b="0" kern="1200" cap="all" baseline="0">
          <a:solidFill>
            <a:schemeClr val="accent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71.png"/><Relationship Id="rId7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3.png"/><Relationship Id="rId5" Type="http://schemas.openxmlformats.org/officeDocument/2006/relationships/image" Target="../media/image72.png"/><Relationship Id="rId10" Type="http://schemas.openxmlformats.org/officeDocument/2006/relationships/image" Target="../media/image7.png"/><Relationship Id="rId4" Type="http://schemas.openxmlformats.org/officeDocument/2006/relationships/image" Target="../media/image240.png"/><Relationship Id="rId9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10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10.png"/><Relationship Id="rId16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10.png"/><Relationship Id="rId11" Type="http://schemas.openxmlformats.org/officeDocument/2006/relationships/image" Target="../media/image12.png"/><Relationship Id="rId5" Type="http://schemas.openxmlformats.org/officeDocument/2006/relationships/image" Target="../media/image610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4" Type="http://schemas.openxmlformats.org/officeDocument/2006/relationships/image" Target="../media/image510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image" Target="../media/image28.png"/><Relationship Id="rId18" Type="http://schemas.openxmlformats.org/officeDocument/2006/relationships/image" Target="../media/image34.png"/><Relationship Id="rId26" Type="http://schemas.openxmlformats.org/officeDocument/2006/relationships/image" Target="../media/image33.png"/><Relationship Id="rId3" Type="http://schemas.openxmlformats.org/officeDocument/2006/relationships/image" Target="../media/image1910.png"/><Relationship Id="rId7" Type="http://schemas.openxmlformats.org/officeDocument/2006/relationships/image" Target="../media/image22.png"/><Relationship Id="rId12" Type="http://schemas.openxmlformats.org/officeDocument/2006/relationships/image" Target="../media/image27.png"/><Relationship Id="rId17" Type="http://schemas.openxmlformats.org/officeDocument/2006/relationships/image" Target="../media/image32.png"/><Relationship Id="rId25" Type="http://schemas.openxmlformats.org/officeDocument/2006/relationships/image" Target="../media/image41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1.png"/><Relationship Id="rId20" Type="http://schemas.openxmlformats.org/officeDocument/2006/relationships/image" Target="../media/image3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.png"/><Relationship Id="rId11" Type="http://schemas.openxmlformats.org/officeDocument/2006/relationships/image" Target="../media/image26.png"/><Relationship Id="rId24" Type="http://schemas.openxmlformats.org/officeDocument/2006/relationships/image" Target="../media/image40.png"/><Relationship Id="rId5" Type="http://schemas.openxmlformats.org/officeDocument/2006/relationships/image" Target="../media/image200.png"/><Relationship Id="rId15" Type="http://schemas.openxmlformats.org/officeDocument/2006/relationships/image" Target="../media/image30.png"/><Relationship Id="rId23" Type="http://schemas.openxmlformats.org/officeDocument/2006/relationships/image" Target="../media/image39.png"/><Relationship Id="rId28" Type="http://schemas.openxmlformats.org/officeDocument/2006/relationships/image" Target="../media/image37.png"/><Relationship Id="rId10" Type="http://schemas.openxmlformats.org/officeDocument/2006/relationships/image" Target="../media/image25.png"/><Relationship Id="rId4" Type="http://schemas.openxmlformats.org/officeDocument/2006/relationships/image" Target="../media/image20.png"/><Relationship Id="rId9" Type="http://schemas.openxmlformats.org/officeDocument/2006/relationships/image" Target="../media/image24.png"/><Relationship Id="rId14" Type="http://schemas.openxmlformats.org/officeDocument/2006/relationships/image" Target="../media/image29.png"/><Relationship Id="rId22" Type="http://schemas.openxmlformats.org/officeDocument/2006/relationships/image" Target="../media/image38.png"/><Relationship Id="rId27" Type="http://schemas.openxmlformats.org/officeDocument/2006/relationships/image" Target="../media/image3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13" Type="http://schemas.openxmlformats.org/officeDocument/2006/relationships/image" Target="../media/image51.png"/><Relationship Id="rId18" Type="http://schemas.openxmlformats.org/officeDocument/2006/relationships/image" Target="../media/image56.png"/><Relationship Id="rId26" Type="http://schemas.openxmlformats.org/officeDocument/2006/relationships/image" Target="../media/image64.png"/><Relationship Id="rId3" Type="http://schemas.openxmlformats.org/officeDocument/2006/relationships/image" Target="../media/image42.png"/><Relationship Id="rId21" Type="http://schemas.openxmlformats.org/officeDocument/2006/relationships/image" Target="../media/image59.png"/><Relationship Id="rId7" Type="http://schemas.openxmlformats.org/officeDocument/2006/relationships/image" Target="../media/image45.png"/><Relationship Id="rId12" Type="http://schemas.openxmlformats.org/officeDocument/2006/relationships/image" Target="../media/image50.png"/><Relationship Id="rId17" Type="http://schemas.openxmlformats.org/officeDocument/2006/relationships/image" Target="../media/image55.png"/><Relationship Id="rId25" Type="http://schemas.openxmlformats.org/officeDocument/2006/relationships/image" Target="../media/image63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29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png"/><Relationship Id="rId11" Type="http://schemas.openxmlformats.org/officeDocument/2006/relationships/image" Target="../media/image49.png"/><Relationship Id="rId24" Type="http://schemas.openxmlformats.org/officeDocument/2006/relationships/image" Target="../media/image62.png"/><Relationship Id="rId5" Type="http://schemas.openxmlformats.org/officeDocument/2006/relationships/image" Target="../media/image430.png"/><Relationship Id="rId15" Type="http://schemas.openxmlformats.org/officeDocument/2006/relationships/image" Target="../media/image53.png"/><Relationship Id="rId23" Type="http://schemas.openxmlformats.org/officeDocument/2006/relationships/image" Target="../media/image61.png"/><Relationship Id="rId28" Type="http://schemas.openxmlformats.org/officeDocument/2006/relationships/image" Target="../media/image66.png"/><Relationship Id="rId10" Type="http://schemas.openxmlformats.org/officeDocument/2006/relationships/image" Target="../media/image48.png"/><Relationship Id="rId19" Type="http://schemas.openxmlformats.org/officeDocument/2006/relationships/image" Target="../media/image57.png"/><Relationship Id="rId4" Type="http://schemas.openxmlformats.org/officeDocument/2006/relationships/image" Target="../media/image43.png"/><Relationship Id="rId9" Type="http://schemas.openxmlformats.org/officeDocument/2006/relationships/image" Target="../media/image47.png"/><Relationship Id="rId14" Type="http://schemas.openxmlformats.org/officeDocument/2006/relationships/image" Target="../media/image52.png"/><Relationship Id="rId22" Type="http://schemas.openxmlformats.org/officeDocument/2006/relationships/image" Target="../media/image60.png"/><Relationship Id="rId27" Type="http://schemas.openxmlformats.org/officeDocument/2006/relationships/image" Target="../media/image65.png"/><Relationship Id="rId30" Type="http://schemas.openxmlformats.org/officeDocument/2006/relationships/image" Target="../media/image6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4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13" Type="http://schemas.openxmlformats.org/officeDocument/2006/relationships/image" Target="../media/image86.png"/><Relationship Id="rId18" Type="http://schemas.openxmlformats.org/officeDocument/2006/relationships/image" Target="../media/image91.png"/><Relationship Id="rId3" Type="http://schemas.openxmlformats.org/officeDocument/2006/relationships/image" Target="../media/image76.png"/><Relationship Id="rId21" Type="http://schemas.openxmlformats.org/officeDocument/2006/relationships/image" Target="../media/image94.pn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17" Type="http://schemas.openxmlformats.org/officeDocument/2006/relationships/image" Target="../media/image90.png"/><Relationship Id="rId2" Type="http://schemas.openxmlformats.org/officeDocument/2006/relationships/image" Target="../media/image75.png"/><Relationship Id="rId16" Type="http://schemas.openxmlformats.org/officeDocument/2006/relationships/image" Target="../media/image89.png"/><Relationship Id="rId20" Type="http://schemas.openxmlformats.org/officeDocument/2006/relationships/image" Target="../media/image9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5" Type="http://schemas.openxmlformats.org/officeDocument/2006/relationships/image" Target="../media/image78.png"/><Relationship Id="rId15" Type="http://schemas.openxmlformats.org/officeDocument/2006/relationships/image" Target="../media/image88.png"/><Relationship Id="rId10" Type="http://schemas.openxmlformats.org/officeDocument/2006/relationships/image" Target="../media/image83.png"/><Relationship Id="rId19" Type="http://schemas.openxmlformats.org/officeDocument/2006/relationships/image" Target="../media/image92.png"/><Relationship Id="rId4" Type="http://schemas.openxmlformats.org/officeDocument/2006/relationships/image" Target="../media/image77.png"/><Relationship Id="rId9" Type="http://schemas.openxmlformats.org/officeDocument/2006/relationships/image" Target="../media/image82.png"/><Relationship Id="rId14" Type="http://schemas.openxmlformats.org/officeDocument/2006/relationships/image" Target="../media/image87.png"/><Relationship Id="rId22" Type="http://schemas.openxmlformats.org/officeDocument/2006/relationships/image" Target="../media/image92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1.pn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9.png"/><Relationship Id="rId5" Type="http://schemas.openxmlformats.org/officeDocument/2006/relationships/image" Target="../media/image950.png"/><Relationship Id="rId4" Type="http://schemas.openxmlformats.org/officeDocument/2006/relationships/image" Target="../media/image740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13" Type="http://schemas.openxmlformats.org/officeDocument/2006/relationships/image" Target="../media/image97.png"/><Relationship Id="rId18" Type="http://schemas.openxmlformats.org/officeDocument/2006/relationships/image" Target="../media/image132.png"/><Relationship Id="rId3" Type="http://schemas.openxmlformats.org/officeDocument/2006/relationships/image" Target="../media/image117.png"/><Relationship Id="rId7" Type="http://schemas.openxmlformats.org/officeDocument/2006/relationships/image" Target="../media/image121.png"/><Relationship Id="rId12" Type="http://schemas.openxmlformats.org/officeDocument/2006/relationships/image" Target="../media/image103.png"/><Relationship Id="rId17" Type="http://schemas.openxmlformats.org/officeDocument/2006/relationships/image" Target="../media/image131.png"/><Relationship Id="rId2" Type="http://schemas.openxmlformats.org/officeDocument/2006/relationships/image" Target="../media/image116.png"/><Relationship Id="rId16" Type="http://schemas.openxmlformats.org/officeDocument/2006/relationships/image" Target="../media/image10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0.png"/><Relationship Id="rId11" Type="http://schemas.openxmlformats.org/officeDocument/2006/relationships/image" Target="../media/image102.png"/><Relationship Id="rId5" Type="http://schemas.openxmlformats.org/officeDocument/2006/relationships/image" Target="../media/image119.png"/><Relationship Id="rId15" Type="http://schemas.openxmlformats.org/officeDocument/2006/relationships/image" Target="../media/image106.png"/><Relationship Id="rId10" Type="http://schemas.openxmlformats.org/officeDocument/2006/relationships/image" Target="../media/image101.png"/><Relationship Id="rId4" Type="http://schemas.openxmlformats.org/officeDocument/2006/relationships/image" Target="../media/image118.png"/><Relationship Id="rId9" Type="http://schemas.openxmlformats.org/officeDocument/2006/relationships/image" Target="../media/image100.png"/><Relationship Id="rId14" Type="http://schemas.openxmlformats.org/officeDocument/2006/relationships/image" Target="../media/image98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3" Type="http://schemas.openxmlformats.org/officeDocument/2006/relationships/image" Target="../media/image20.jpeg"/><Relationship Id="rId7" Type="http://schemas.openxmlformats.org/officeDocument/2006/relationships/image" Target="../media/image111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7.png"/><Relationship Id="rId5" Type="http://schemas.openxmlformats.org/officeDocument/2006/relationships/image" Target="../media/image126.png"/><Relationship Id="rId10" Type="http://schemas.openxmlformats.org/officeDocument/2006/relationships/image" Target="../media/image133.png"/><Relationship Id="rId4" Type="http://schemas.openxmlformats.org/officeDocument/2006/relationships/image" Target="../media/image125.png"/><Relationship Id="rId9" Type="http://schemas.openxmlformats.org/officeDocument/2006/relationships/image" Target="../media/image9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3" Type="http://schemas.microsoft.com/office/2007/relationships/media" Target="../media/media2.mp4"/><Relationship Id="rId7" Type="http://schemas.openxmlformats.org/officeDocument/2006/relationships/image" Target="../media/image135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104.png"/><Relationship Id="rId5" Type="http://schemas.openxmlformats.org/officeDocument/2006/relationships/slideLayout" Target="../slideLayouts/slideLayout7.xml"/><Relationship Id="rId4" Type="http://schemas.openxmlformats.org/officeDocument/2006/relationships/video" Target="../media/media2.mp4"/><Relationship Id="rId9" Type="http://schemas.openxmlformats.org/officeDocument/2006/relationships/image" Target="../media/image130.png"/></Relationships>
</file>

<file path=ppt/slides/_rels/slide16.xml.rels><?xml version="1.0" encoding="UTF-8" standalone="yes"?>
<Relationships xmlns="http://schemas.openxmlformats.org/package/2006/relationships"><Relationship Id="rId18" Type="http://schemas.openxmlformats.org/officeDocument/2006/relationships/image" Target="../media/image147.png"/><Relationship Id="rId26" Type="http://schemas.openxmlformats.org/officeDocument/2006/relationships/image" Target="../media/image155.png"/><Relationship Id="rId39" Type="http://schemas.openxmlformats.org/officeDocument/2006/relationships/image" Target="../media/image168.png"/><Relationship Id="rId21" Type="http://schemas.openxmlformats.org/officeDocument/2006/relationships/image" Target="../media/image150.png"/><Relationship Id="rId34" Type="http://schemas.openxmlformats.org/officeDocument/2006/relationships/image" Target="../media/image163.png"/><Relationship Id="rId42" Type="http://schemas.openxmlformats.org/officeDocument/2006/relationships/image" Target="../media/image171.png"/><Relationship Id="rId47" Type="http://schemas.openxmlformats.org/officeDocument/2006/relationships/image" Target="../media/image176.png"/><Relationship Id="rId7" Type="http://schemas.openxmlformats.org/officeDocument/2006/relationships/image" Target="../media/image140.png"/><Relationship Id="rId2" Type="http://schemas.openxmlformats.org/officeDocument/2006/relationships/image" Target="../media/image1060.png"/><Relationship Id="rId16" Type="http://schemas.openxmlformats.org/officeDocument/2006/relationships/image" Target="../media/image145.png"/><Relationship Id="rId29" Type="http://schemas.openxmlformats.org/officeDocument/2006/relationships/image" Target="../media/image1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9.png"/><Relationship Id="rId24" Type="http://schemas.openxmlformats.org/officeDocument/2006/relationships/image" Target="../media/image153.png"/><Relationship Id="rId32" Type="http://schemas.openxmlformats.org/officeDocument/2006/relationships/image" Target="../media/image161.png"/><Relationship Id="rId37" Type="http://schemas.openxmlformats.org/officeDocument/2006/relationships/image" Target="../media/image166.png"/><Relationship Id="rId40" Type="http://schemas.openxmlformats.org/officeDocument/2006/relationships/image" Target="../media/image169.png"/><Relationship Id="rId45" Type="http://schemas.openxmlformats.org/officeDocument/2006/relationships/image" Target="../media/image174.png"/><Relationship Id="rId5" Type="http://schemas.openxmlformats.org/officeDocument/2006/relationships/image" Target="../media/image138.png"/><Relationship Id="rId15" Type="http://schemas.openxmlformats.org/officeDocument/2006/relationships/image" Target="../media/image144.png"/><Relationship Id="rId23" Type="http://schemas.openxmlformats.org/officeDocument/2006/relationships/image" Target="../media/image152.png"/><Relationship Id="rId28" Type="http://schemas.openxmlformats.org/officeDocument/2006/relationships/image" Target="../media/image157.png"/><Relationship Id="rId36" Type="http://schemas.openxmlformats.org/officeDocument/2006/relationships/image" Target="../media/image165.png"/><Relationship Id="rId49" Type="http://schemas.openxmlformats.org/officeDocument/2006/relationships/image" Target="../media/image178.png"/><Relationship Id="rId10" Type="http://schemas.openxmlformats.org/officeDocument/2006/relationships/image" Target="../media/image143.png"/><Relationship Id="rId19" Type="http://schemas.openxmlformats.org/officeDocument/2006/relationships/image" Target="../media/image148.png"/><Relationship Id="rId31" Type="http://schemas.openxmlformats.org/officeDocument/2006/relationships/image" Target="../media/image160.png"/><Relationship Id="rId44" Type="http://schemas.openxmlformats.org/officeDocument/2006/relationships/image" Target="../media/image173.png"/><Relationship Id="rId4" Type="http://schemas.openxmlformats.org/officeDocument/2006/relationships/image" Target="../media/image137.png"/><Relationship Id="rId9" Type="http://schemas.openxmlformats.org/officeDocument/2006/relationships/image" Target="../media/image142.png"/><Relationship Id="rId14" Type="http://schemas.openxmlformats.org/officeDocument/2006/relationships/image" Target="../media/image1150.png"/><Relationship Id="rId22" Type="http://schemas.openxmlformats.org/officeDocument/2006/relationships/image" Target="../media/image151.png"/><Relationship Id="rId27" Type="http://schemas.openxmlformats.org/officeDocument/2006/relationships/image" Target="../media/image156.png"/><Relationship Id="rId30" Type="http://schemas.openxmlformats.org/officeDocument/2006/relationships/image" Target="../media/image159.png"/><Relationship Id="rId35" Type="http://schemas.openxmlformats.org/officeDocument/2006/relationships/image" Target="../media/image164.png"/><Relationship Id="rId43" Type="http://schemas.openxmlformats.org/officeDocument/2006/relationships/image" Target="../media/image172.png"/><Relationship Id="rId48" Type="http://schemas.openxmlformats.org/officeDocument/2006/relationships/image" Target="../media/image177.png"/><Relationship Id="rId8" Type="http://schemas.openxmlformats.org/officeDocument/2006/relationships/image" Target="../media/image141.png"/><Relationship Id="rId3" Type="http://schemas.openxmlformats.org/officeDocument/2006/relationships/image" Target="../media/image136.png"/><Relationship Id="rId17" Type="http://schemas.openxmlformats.org/officeDocument/2006/relationships/image" Target="../media/image146.png"/><Relationship Id="rId25" Type="http://schemas.openxmlformats.org/officeDocument/2006/relationships/image" Target="../media/image154.png"/><Relationship Id="rId33" Type="http://schemas.openxmlformats.org/officeDocument/2006/relationships/image" Target="../media/image162.png"/><Relationship Id="rId38" Type="http://schemas.openxmlformats.org/officeDocument/2006/relationships/image" Target="../media/image167.png"/><Relationship Id="rId46" Type="http://schemas.openxmlformats.org/officeDocument/2006/relationships/image" Target="../media/image175.png"/><Relationship Id="rId20" Type="http://schemas.openxmlformats.org/officeDocument/2006/relationships/image" Target="../media/image149.png"/><Relationship Id="rId41" Type="http://schemas.openxmlformats.org/officeDocument/2006/relationships/image" Target="../media/image170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13" Type="http://schemas.openxmlformats.org/officeDocument/2006/relationships/image" Target="../media/image189.png"/><Relationship Id="rId18" Type="http://schemas.openxmlformats.org/officeDocument/2006/relationships/image" Target="../media/image194.png"/><Relationship Id="rId3" Type="http://schemas.openxmlformats.org/officeDocument/2006/relationships/image" Target="../media/image180.png"/><Relationship Id="rId7" Type="http://schemas.openxmlformats.org/officeDocument/2006/relationships/image" Target="../media/image184.png"/><Relationship Id="rId12" Type="http://schemas.openxmlformats.org/officeDocument/2006/relationships/image" Target="../media/image188.png"/><Relationship Id="rId17" Type="http://schemas.openxmlformats.org/officeDocument/2006/relationships/image" Target="../media/image193.png"/><Relationship Id="rId2" Type="http://schemas.openxmlformats.org/officeDocument/2006/relationships/image" Target="../media/image1050.png"/><Relationship Id="rId16" Type="http://schemas.openxmlformats.org/officeDocument/2006/relationships/image" Target="../media/image19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3.png"/><Relationship Id="rId11" Type="http://schemas.openxmlformats.org/officeDocument/2006/relationships/image" Target="../media/image179.png"/><Relationship Id="rId5" Type="http://schemas.openxmlformats.org/officeDocument/2006/relationships/image" Target="../media/image182.png"/><Relationship Id="rId15" Type="http://schemas.openxmlformats.org/officeDocument/2006/relationships/image" Target="../media/image191.png"/><Relationship Id="rId10" Type="http://schemas.openxmlformats.org/officeDocument/2006/relationships/image" Target="../media/image1860.png"/><Relationship Id="rId4" Type="http://schemas.openxmlformats.org/officeDocument/2006/relationships/image" Target="../media/image181.png"/><Relationship Id="rId9" Type="http://schemas.openxmlformats.org/officeDocument/2006/relationships/image" Target="../media/image186.png"/><Relationship Id="rId14" Type="http://schemas.openxmlformats.org/officeDocument/2006/relationships/image" Target="../media/image19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png"/><Relationship Id="rId13" Type="http://schemas.openxmlformats.org/officeDocument/2006/relationships/image" Target="../media/image195.png"/><Relationship Id="rId3" Type="http://schemas.openxmlformats.org/officeDocument/2006/relationships/image" Target="../media/image187.png"/><Relationship Id="rId7" Type="http://schemas.openxmlformats.org/officeDocument/2006/relationships/image" Target="../media/image199.png"/><Relationship Id="rId12" Type="http://schemas.openxmlformats.org/officeDocument/2006/relationships/image" Target="../media/image205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8.png"/><Relationship Id="rId11" Type="http://schemas.openxmlformats.org/officeDocument/2006/relationships/image" Target="../media/image204.png"/><Relationship Id="rId5" Type="http://schemas.openxmlformats.org/officeDocument/2006/relationships/image" Target="../media/image197.png"/><Relationship Id="rId10" Type="http://schemas.openxmlformats.org/officeDocument/2006/relationships/image" Target="../media/image203.png"/><Relationship Id="rId4" Type="http://schemas.openxmlformats.org/officeDocument/2006/relationships/image" Target="../media/image196.png"/><Relationship Id="rId9" Type="http://schemas.openxmlformats.org/officeDocument/2006/relationships/image" Target="../media/image202.png"/><Relationship Id="rId14" Type="http://schemas.openxmlformats.org/officeDocument/2006/relationships/image" Target="../media/image206.png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9.png"/><Relationship Id="rId18" Type="http://schemas.openxmlformats.org/officeDocument/2006/relationships/image" Target="../media/image224.png"/><Relationship Id="rId26" Type="http://schemas.openxmlformats.org/officeDocument/2006/relationships/image" Target="../media/image232.png"/><Relationship Id="rId3" Type="http://schemas.openxmlformats.org/officeDocument/2006/relationships/image" Target="../media/image209.png"/><Relationship Id="rId21" Type="http://schemas.openxmlformats.org/officeDocument/2006/relationships/image" Target="../media/image227.png"/><Relationship Id="rId7" Type="http://schemas.openxmlformats.org/officeDocument/2006/relationships/image" Target="../media/image213.png"/><Relationship Id="rId12" Type="http://schemas.openxmlformats.org/officeDocument/2006/relationships/image" Target="../media/image218.png"/><Relationship Id="rId17" Type="http://schemas.openxmlformats.org/officeDocument/2006/relationships/image" Target="../media/image223.png"/><Relationship Id="rId25" Type="http://schemas.openxmlformats.org/officeDocument/2006/relationships/image" Target="../media/image231.png"/><Relationship Id="rId33" Type="http://schemas.openxmlformats.org/officeDocument/2006/relationships/image" Target="../media/image239.png"/><Relationship Id="rId2" Type="http://schemas.openxmlformats.org/officeDocument/2006/relationships/image" Target="../media/image208.png"/><Relationship Id="rId16" Type="http://schemas.openxmlformats.org/officeDocument/2006/relationships/image" Target="../media/image222.png"/><Relationship Id="rId20" Type="http://schemas.openxmlformats.org/officeDocument/2006/relationships/image" Target="../media/image226.png"/><Relationship Id="rId29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2.png"/><Relationship Id="rId11" Type="http://schemas.openxmlformats.org/officeDocument/2006/relationships/image" Target="../media/image217.png"/><Relationship Id="rId24" Type="http://schemas.openxmlformats.org/officeDocument/2006/relationships/image" Target="../media/image230.png"/><Relationship Id="rId32" Type="http://schemas.openxmlformats.org/officeDocument/2006/relationships/image" Target="../media/image238.png"/><Relationship Id="rId5" Type="http://schemas.openxmlformats.org/officeDocument/2006/relationships/image" Target="../media/image211.png"/><Relationship Id="rId15" Type="http://schemas.openxmlformats.org/officeDocument/2006/relationships/image" Target="../media/image221.png"/><Relationship Id="rId23" Type="http://schemas.openxmlformats.org/officeDocument/2006/relationships/image" Target="../media/image229.png"/><Relationship Id="rId28" Type="http://schemas.openxmlformats.org/officeDocument/2006/relationships/image" Target="../media/image234.png"/><Relationship Id="rId10" Type="http://schemas.openxmlformats.org/officeDocument/2006/relationships/image" Target="../media/image216.png"/><Relationship Id="rId19" Type="http://schemas.openxmlformats.org/officeDocument/2006/relationships/image" Target="../media/image225.png"/><Relationship Id="rId31" Type="http://schemas.openxmlformats.org/officeDocument/2006/relationships/image" Target="../media/image237.png"/><Relationship Id="rId4" Type="http://schemas.openxmlformats.org/officeDocument/2006/relationships/image" Target="../media/image210.png"/><Relationship Id="rId9" Type="http://schemas.openxmlformats.org/officeDocument/2006/relationships/image" Target="../media/image215.png"/><Relationship Id="rId14" Type="http://schemas.openxmlformats.org/officeDocument/2006/relationships/image" Target="../media/image220.png"/><Relationship Id="rId22" Type="http://schemas.openxmlformats.org/officeDocument/2006/relationships/image" Target="../media/image228.png"/><Relationship Id="rId27" Type="http://schemas.openxmlformats.org/officeDocument/2006/relationships/image" Target="../media/image233.png"/><Relationship Id="rId30" Type="http://schemas.openxmlformats.org/officeDocument/2006/relationships/image" Target="../media/image236.png"/><Relationship Id="rId8" Type="http://schemas.openxmlformats.org/officeDocument/2006/relationships/image" Target="../media/image21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7.png"/><Relationship Id="rId13" Type="http://schemas.openxmlformats.org/officeDocument/2006/relationships/image" Target="../media/image252.png"/><Relationship Id="rId3" Type="http://schemas.openxmlformats.org/officeDocument/2006/relationships/image" Target="../media/image242.png"/><Relationship Id="rId7" Type="http://schemas.openxmlformats.org/officeDocument/2006/relationships/image" Target="../media/image246.png"/><Relationship Id="rId12" Type="http://schemas.openxmlformats.org/officeDocument/2006/relationships/image" Target="../media/image251.png"/><Relationship Id="rId2" Type="http://schemas.openxmlformats.org/officeDocument/2006/relationships/image" Target="../media/image241.png"/><Relationship Id="rId16" Type="http://schemas.openxmlformats.org/officeDocument/2006/relationships/image" Target="../media/image2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5.png"/><Relationship Id="rId11" Type="http://schemas.openxmlformats.org/officeDocument/2006/relationships/image" Target="../media/image250.png"/><Relationship Id="rId5" Type="http://schemas.openxmlformats.org/officeDocument/2006/relationships/image" Target="../media/image244.png"/><Relationship Id="rId15" Type="http://schemas.openxmlformats.org/officeDocument/2006/relationships/image" Target="../media/image254.png"/><Relationship Id="rId10" Type="http://schemas.openxmlformats.org/officeDocument/2006/relationships/image" Target="../media/image249.png"/><Relationship Id="rId4" Type="http://schemas.openxmlformats.org/officeDocument/2006/relationships/image" Target="../media/image243.png"/><Relationship Id="rId9" Type="http://schemas.openxmlformats.org/officeDocument/2006/relationships/image" Target="../media/image248.png"/><Relationship Id="rId14" Type="http://schemas.openxmlformats.org/officeDocument/2006/relationships/image" Target="../media/image253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1.png"/><Relationship Id="rId3" Type="http://schemas.openxmlformats.org/officeDocument/2006/relationships/image" Target="../media/image256.png"/><Relationship Id="rId7" Type="http://schemas.openxmlformats.org/officeDocument/2006/relationships/image" Target="../media/image26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9.png"/><Relationship Id="rId5" Type="http://schemas.openxmlformats.org/officeDocument/2006/relationships/image" Target="../media/image258.png"/><Relationship Id="rId4" Type="http://schemas.openxmlformats.org/officeDocument/2006/relationships/image" Target="../media/image25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jpeg"/><Relationship Id="rId3" Type="http://schemas.openxmlformats.org/officeDocument/2006/relationships/image" Target="../media/image263.png"/><Relationship Id="rId7" Type="http://schemas.openxmlformats.org/officeDocument/2006/relationships/image" Target="../media/image266.jpeg"/><Relationship Id="rId2" Type="http://schemas.openxmlformats.org/officeDocument/2006/relationships/image" Target="../media/image26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65.jpeg"/><Relationship Id="rId11" Type="http://schemas.openxmlformats.org/officeDocument/2006/relationships/image" Target="../media/image271.png"/><Relationship Id="rId5" Type="http://schemas.openxmlformats.org/officeDocument/2006/relationships/image" Target="../media/image264.png"/><Relationship Id="rId10" Type="http://schemas.openxmlformats.org/officeDocument/2006/relationships/image" Target="../media/image270.png"/><Relationship Id="rId4" Type="http://schemas.openxmlformats.org/officeDocument/2006/relationships/image" Target="../media/image207.png"/><Relationship Id="rId9" Type="http://schemas.openxmlformats.org/officeDocument/2006/relationships/image" Target="../media/image269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13" Type="http://schemas.openxmlformats.org/officeDocument/2006/relationships/image" Target="../media/image283.pn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12" Type="http://schemas.openxmlformats.org/officeDocument/2006/relationships/image" Target="../media/image282.png"/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76.png"/><Relationship Id="rId11" Type="http://schemas.openxmlformats.org/officeDocument/2006/relationships/image" Target="../media/image281.png"/><Relationship Id="rId5" Type="http://schemas.openxmlformats.org/officeDocument/2006/relationships/image" Target="../media/image275.png"/><Relationship Id="rId15" Type="http://schemas.openxmlformats.org/officeDocument/2006/relationships/image" Target="../media/image285.png"/><Relationship Id="rId10" Type="http://schemas.openxmlformats.org/officeDocument/2006/relationships/image" Target="../media/image280.png"/><Relationship Id="rId4" Type="http://schemas.openxmlformats.org/officeDocument/2006/relationships/image" Target="../media/image274.png"/><Relationship Id="rId9" Type="http://schemas.openxmlformats.org/officeDocument/2006/relationships/image" Target="../media/image279.png"/><Relationship Id="rId14" Type="http://schemas.openxmlformats.org/officeDocument/2006/relationships/image" Target="../media/image284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png"/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9.png"/><Relationship Id="rId5" Type="http://schemas.openxmlformats.org/officeDocument/2006/relationships/image" Target="../media/image288.png"/><Relationship Id="rId4" Type="http://schemas.openxmlformats.org/officeDocument/2006/relationships/image" Target="../media/image287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png"/><Relationship Id="rId13" Type="http://schemas.openxmlformats.org/officeDocument/2006/relationships/image" Target="../media/image301.png"/><Relationship Id="rId3" Type="http://schemas.openxmlformats.org/officeDocument/2006/relationships/image" Target="../media/image2680.png"/><Relationship Id="rId7" Type="http://schemas.openxmlformats.org/officeDocument/2006/relationships/image" Target="../media/image295.png"/><Relationship Id="rId12" Type="http://schemas.openxmlformats.org/officeDocument/2006/relationships/image" Target="../media/image300.png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4.png"/><Relationship Id="rId11" Type="http://schemas.openxmlformats.org/officeDocument/2006/relationships/image" Target="../media/image299.png"/><Relationship Id="rId5" Type="http://schemas.openxmlformats.org/officeDocument/2006/relationships/image" Target="../media/image293.png"/><Relationship Id="rId10" Type="http://schemas.openxmlformats.org/officeDocument/2006/relationships/image" Target="../media/image298.png"/><Relationship Id="rId4" Type="http://schemas.openxmlformats.org/officeDocument/2006/relationships/image" Target="../media/image292.png"/><Relationship Id="rId9" Type="http://schemas.openxmlformats.org/officeDocument/2006/relationships/image" Target="../media/image297.png"/><Relationship Id="rId14" Type="http://schemas.openxmlformats.org/officeDocument/2006/relationships/image" Target="../media/image302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4.png"/><Relationship Id="rId3" Type="http://schemas.openxmlformats.org/officeDocument/2006/relationships/image" Target="../media/image294.png"/><Relationship Id="rId7" Type="http://schemas.openxmlformats.org/officeDocument/2006/relationships/image" Target="../media/image298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7.png"/><Relationship Id="rId5" Type="http://schemas.openxmlformats.org/officeDocument/2006/relationships/image" Target="../media/image296.png"/><Relationship Id="rId4" Type="http://schemas.openxmlformats.org/officeDocument/2006/relationships/image" Target="../media/image295.png"/><Relationship Id="rId9" Type="http://schemas.openxmlformats.org/officeDocument/2006/relationships/image" Target="../media/image30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3.png"/><Relationship Id="rId26" Type="http://schemas.openxmlformats.org/officeDocument/2006/relationships/image" Target="../media/image321.png"/><Relationship Id="rId3" Type="http://schemas.openxmlformats.org/officeDocument/2006/relationships/image" Target="../media/image307.png"/><Relationship Id="rId21" Type="http://schemas.openxmlformats.org/officeDocument/2006/relationships/image" Target="../media/image326.png"/><Relationship Id="rId7" Type="http://schemas.openxmlformats.org/officeDocument/2006/relationships/image" Target="../media/image312.png"/><Relationship Id="rId25" Type="http://schemas.openxmlformats.org/officeDocument/2006/relationships/image" Target="../media/image320.png"/><Relationship Id="rId2" Type="http://schemas.openxmlformats.org/officeDocument/2006/relationships/image" Target="../media/image306.png"/><Relationship Id="rId29" Type="http://schemas.openxmlformats.org/officeDocument/2006/relationships/image" Target="../media/image32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1.png"/><Relationship Id="rId11" Type="http://schemas.openxmlformats.org/officeDocument/2006/relationships/image" Target="../media/image316.png"/><Relationship Id="rId24" Type="http://schemas.openxmlformats.org/officeDocument/2006/relationships/image" Target="../media/image319.png"/><Relationship Id="rId5" Type="http://schemas.openxmlformats.org/officeDocument/2006/relationships/image" Target="../media/image309.png"/><Relationship Id="rId23" Type="http://schemas.openxmlformats.org/officeDocument/2006/relationships/image" Target="../media/image318.png"/><Relationship Id="rId28" Type="http://schemas.openxmlformats.org/officeDocument/2006/relationships/image" Target="../media/image323.png"/><Relationship Id="rId10" Type="http://schemas.openxmlformats.org/officeDocument/2006/relationships/image" Target="../media/image315.png"/><Relationship Id="rId4" Type="http://schemas.openxmlformats.org/officeDocument/2006/relationships/image" Target="../media/image308.png"/><Relationship Id="rId9" Type="http://schemas.openxmlformats.org/officeDocument/2006/relationships/image" Target="../media/image314.png"/><Relationship Id="rId22" Type="http://schemas.openxmlformats.org/officeDocument/2006/relationships/image" Target="../media/image317.png"/><Relationship Id="rId27" Type="http://schemas.openxmlformats.org/officeDocument/2006/relationships/image" Target="../media/image322.png"/><Relationship Id="rId30" Type="http://schemas.openxmlformats.org/officeDocument/2006/relationships/image" Target="../media/image325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4.png"/><Relationship Id="rId3" Type="http://schemas.openxmlformats.org/officeDocument/2006/relationships/image" Target="../media/image327.png"/><Relationship Id="rId7" Type="http://schemas.openxmlformats.org/officeDocument/2006/relationships/image" Target="../media/image333.png"/><Relationship Id="rId12" Type="http://schemas.openxmlformats.org/officeDocument/2006/relationships/image" Target="../media/image338.png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2.png"/><Relationship Id="rId11" Type="http://schemas.openxmlformats.org/officeDocument/2006/relationships/image" Target="../media/image337.png"/><Relationship Id="rId5" Type="http://schemas.openxmlformats.org/officeDocument/2006/relationships/image" Target="../media/image331.png"/><Relationship Id="rId10" Type="http://schemas.openxmlformats.org/officeDocument/2006/relationships/image" Target="../media/image336.png"/><Relationship Id="rId4" Type="http://schemas.openxmlformats.org/officeDocument/2006/relationships/image" Target="../media/image330.png"/><Relationship Id="rId9" Type="http://schemas.openxmlformats.org/officeDocument/2006/relationships/image" Target="../media/image33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0.png"/><Relationship Id="rId2" Type="http://schemas.openxmlformats.org/officeDocument/2006/relationships/image" Target="../media/image270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3.jpeg"/></Relationships>
</file>

<file path=ppt/slides/_rels/slide3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50.png"/><Relationship Id="rId18" Type="http://schemas.openxmlformats.org/officeDocument/2006/relationships/image" Target="../media/image355.png"/><Relationship Id="rId26" Type="http://schemas.openxmlformats.org/officeDocument/2006/relationships/image" Target="../media/image363.png"/><Relationship Id="rId39" Type="http://schemas.openxmlformats.org/officeDocument/2006/relationships/image" Target="../media/image376.png"/><Relationship Id="rId21" Type="http://schemas.openxmlformats.org/officeDocument/2006/relationships/image" Target="../media/image358.png"/><Relationship Id="rId34" Type="http://schemas.openxmlformats.org/officeDocument/2006/relationships/image" Target="../media/image371.png"/><Relationship Id="rId42" Type="http://schemas.openxmlformats.org/officeDocument/2006/relationships/image" Target="../media/image379.png"/><Relationship Id="rId47" Type="http://schemas.openxmlformats.org/officeDocument/2006/relationships/image" Target="../media/image384.png"/><Relationship Id="rId50" Type="http://schemas.openxmlformats.org/officeDocument/2006/relationships/image" Target="../media/image387.png"/><Relationship Id="rId7" Type="http://schemas.openxmlformats.org/officeDocument/2006/relationships/image" Target="../media/image344.png"/><Relationship Id="rId2" Type="http://schemas.openxmlformats.org/officeDocument/2006/relationships/image" Target="../media/image339.png"/><Relationship Id="rId16" Type="http://schemas.openxmlformats.org/officeDocument/2006/relationships/image" Target="../media/image353.png"/><Relationship Id="rId29" Type="http://schemas.openxmlformats.org/officeDocument/2006/relationships/image" Target="../media/image366.png"/><Relationship Id="rId11" Type="http://schemas.openxmlformats.org/officeDocument/2006/relationships/image" Target="../media/image348.png"/><Relationship Id="rId24" Type="http://schemas.openxmlformats.org/officeDocument/2006/relationships/image" Target="../media/image361.png"/><Relationship Id="rId32" Type="http://schemas.openxmlformats.org/officeDocument/2006/relationships/image" Target="../media/image369.png"/><Relationship Id="rId37" Type="http://schemas.openxmlformats.org/officeDocument/2006/relationships/image" Target="../media/image374.png"/><Relationship Id="rId40" Type="http://schemas.openxmlformats.org/officeDocument/2006/relationships/image" Target="../media/image377.png"/><Relationship Id="rId45" Type="http://schemas.openxmlformats.org/officeDocument/2006/relationships/image" Target="../media/image382.png"/><Relationship Id="rId53" Type="http://schemas.openxmlformats.org/officeDocument/2006/relationships/image" Target="../media/image390.png"/><Relationship Id="rId5" Type="http://schemas.openxmlformats.org/officeDocument/2006/relationships/image" Target="../media/image342.png"/><Relationship Id="rId10" Type="http://schemas.openxmlformats.org/officeDocument/2006/relationships/image" Target="../media/image347.png"/><Relationship Id="rId19" Type="http://schemas.openxmlformats.org/officeDocument/2006/relationships/image" Target="../media/image356.png"/><Relationship Id="rId31" Type="http://schemas.openxmlformats.org/officeDocument/2006/relationships/image" Target="../media/image368.png"/><Relationship Id="rId44" Type="http://schemas.openxmlformats.org/officeDocument/2006/relationships/image" Target="../media/image381.png"/><Relationship Id="rId52" Type="http://schemas.openxmlformats.org/officeDocument/2006/relationships/image" Target="../media/image389.png"/><Relationship Id="rId4" Type="http://schemas.openxmlformats.org/officeDocument/2006/relationships/image" Target="../media/image341.png"/><Relationship Id="rId9" Type="http://schemas.openxmlformats.org/officeDocument/2006/relationships/image" Target="../media/image346.png"/><Relationship Id="rId14" Type="http://schemas.openxmlformats.org/officeDocument/2006/relationships/image" Target="../media/image351.png"/><Relationship Id="rId22" Type="http://schemas.openxmlformats.org/officeDocument/2006/relationships/image" Target="../media/image359.png"/><Relationship Id="rId27" Type="http://schemas.openxmlformats.org/officeDocument/2006/relationships/image" Target="../media/image364.png"/><Relationship Id="rId30" Type="http://schemas.openxmlformats.org/officeDocument/2006/relationships/image" Target="../media/image367.png"/><Relationship Id="rId35" Type="http://schemas.openxmlformats.org/officeDocument/2006/relationships/image" Target="../media/image372.png"/><Relationship Id="rId43" Type="http://schemas.openxmlformats.org/officeDocument/2006/relationships/image" Target="../media/image380.png"/><Relationship Id="rId48" Type="http://schemas.openxmlformats.org/officeDocument/2006/relationships/image" Target="../media/image385.png"/><Relationship Id="rId8" Type="http://schemas.openxmlformats.org/officeDocument/2006/relationships/image" Target="../media/image345.png"/><Relationship Id="rId51" Type="http://schemas.openxmlformats.org/officeDocument/2006/relationships/image" Target="../media/image388.png"/><Relationship Id="rId3" Type="http://schemas.openxmlformats.org/officeDocument/2006/relationships/image" Target="../media/image340.png"/><Relationship Id="rId12" Type="http://schemas.openxmlformats.org/officeDocument/2006/relationships/image" Target="../media/image349.png"/><Relationship Id="rId17" Type="http://schemas.openxmlformats.org/officeDocument/2006/relationships/image" Target="../media/image354.png"/><Relationship Id="rId25" Type="http://schemas.openxmlformats.org/officeDocument/2006/relationships/image" Target="../media/image362.png"/><Relationship Id="rId33" Type="http://schemas.openxmlformats.org/officeDocument/2006/relationships/image" Target="../media/image370.png"/><Relationship Id="rId38" Type="http://schemas.openxmlformats.org/officeDocument/2006/relationships/image" Target="../media/image375.png"/><Relationship Id="rId46" Type="http://schemas.openxmlformats.org/officeDocument/2006/relationships/image" Target="../media/image383.png"/><Relationship Id="rId20" Type="http://schemas.openxmlformats.org/officeDocument/2006/relationships/image" Target="../media/image357.png"/><Relationship Id="rId41" Type="http://schemas.openxmlformats.org/officeDocument/2006/relationships/image" Target="../media/image37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3.png"/><Relationship Id="rId15" Type="http://schemas.openxmlformats.org/officeDocument/2006/relationships/image" Target="../media/image352.png"/><Relationship Id="rId23" Type="http://schemas.openxmlformats.org/officeDocument/2006/relationships/image" Target="../media/image360.png"/><Relationship Id="rId28" Type="http://schemas.openxmlformats.org/officeDocument/2006/relationships/image" Target="../media/image365.png"/><Relationship Id="rId36" Type="http://schemas.openxmlformats.org/officeDocument/2006/relationships/image" Target="../media/image373.png"/><Relationship Id="rId49" Type="http://schemas.openxmlformats.org/officeDocument/2006/relationships/image" Target="../media/image386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01.png"/><Relationship Id="rId18" Type="http://schemas.openxmlformats.org/officeDocument/2006/relationships/image" Target="../media/image406.png"/><Relationship Id="rId26" Type="http://schemas.openxmlformats.org/officeDocument/2006/relationships/image" Target="../media/image415.png"/><Relationship Id="rId39" Type="http://schemas.openxmlformats.org/officeDocument/2006/relationships/image" Target="../media/image428.png"/><Relationship Id="rId21" Type="http://schemas.openxmlformats.org/officeDocument/2006/relationships/image" Target="../media/image409.png"/><Relationship Id="rId34" Type="http://schemas.openxmlformats.org/officeDocument/2006/relationships/image" Target="../media/image423.png"/><Relationship Id="rId42" Type="http://schemas.openxmlformats.org/officeDocument/2006/relationships/image" Target="../media/image432.png"/><Relationship Id="rId47" Type="http://schemas.openxmlformats.org/officeDocument/2006/relationships/image" Target="../media/image437.png"/><Relationship Id="rId50" Type="http://schemas.openxmlformats.org/officeDocument/2006/relationships/image" Target="../media/image440.png"/><Relationship Id="rId7" Type="http://schemas.openxmlformats.org/officeDocument/2006/relationships/image" Target="../media/image395.png"/><Relationship Id="rId2" Type="http://schemas.openxmlformats.org/officeDocument/2006/relationships/image" Target="../media/image3900.png"/><Relationship Id="rId29" Type="http://schemas.openxmlformats.org/officeDocument/2006/relationships/image" Target="../media/image418.png"/><Relationship Id="rId11" Type="http://schemas.openxmlformats.org/officeDocument/2006/relationships/image" Target="../media/image399.png"/><Relationship Id="rId24" Type="http://schemas.openxmlformats.org/officeDocument/2006/relationships/image" Target="../media/image413.png"/><Relationship Id="rId32" Type="http://schemas.openxmlformats.org/officeDocument/2006/relationships/image" Target="../media/image421.png"/><Relationship Id="rId37" Type="http://schemas.openxmlformats.org/officeDocument/2006/relationships/image" Target="../media/image426.png"/><Relationship Id="rId40" Type="http://schemas.openxmlformats.org/officeDocument/2006/relationships/image" Target="../media/image429.png"/><Relationship Id="rId45" Type="http://schemas.openxmlformats.org/officeDocument/2006/relationships/image" Target="../media/image435.png"/><Relationship Id="rId53" Type="http://schemas.openxmlformats.org/officeDocument/2006/relationships/image" Target="../media/image443.png"/><Relationship Id="rId5" Type="http://schemas.openxmlformats.org/officeDocument/2006/relationships/image" Target="../media/image393.png"/><Relationship Id="rId15" Type="http://schemas.openxmlformats.org/officeDocument/2006/relationships/image" Target="../media/image403.png"/><Relationship Id="rId23" Type="http://schemas.openxmlformats.org/officeDocument/2006/relationships/image" Target="../media/image412.png"/><Relationship Id="rId28" Type="http://schemas.openxmlformats.org/officeDocument/2006/relationships/image" Target="../media/image417.png"/><Relationship Id="rId36" Type="http://schemas.openxmlformats.org/officeDocument/2006/relationships/image" Target="../media/image425.png"/><Relationship Id="rId49" Type="http://schemas.openxmlformats.org/officeDocument/2006/relationships/image" Target="../media/image439.png"/><Relationship Id="rId10" Type="http://schemas.openxmlformats.org/officeDocument/2006/relationships/image" Target="../media/image398.png"/><Relationship Id="rId19" Type="http://schemas.openxmlformats.org/officeDocument/2006/relationships/image" Target="../media/image407.png"/><Relationship Id="rId31" Type="http://schemas.openxmlformats.org/officeDocument/2006/relationships/image" Target="../media/image420.png"/><Relationship Id="rId44" Type="http://schemas.openxmlformats.org/officeDocument/2006/relationships/image" Target="../media/image434.png"/><Relationship Id="rId52" Type="http://schemas.openxmlformats.org/officeDocument/2006/relationships/image" Target="../media/image442.png"/><Relationship Id="rId4" Type="http://schemas.openxmlformats.org/officeDocument/2006/relationships/image" Target="../media/image392.png"/><Relationship Id="rId9" Type="http://schemas.openxmlformats.org/officeDocument/2006/relationships/image" Target="../media/image397.png"/><Relationship Id="rId14" Type="http://schemas.openxmlformats.org/officeDocument/2006/relationships/image" Target="../media/image402.png"/><Relationship Id="rId22" Type="http://schemas.openxmlformats.org/officeDocument/2006/relationships/image" Target="../media/image411.png"/><Relationship Id="rId27" Type="http://schemas.openxmlformats.org/officeDocument/2006/relationships/image" Target="../media/image416.png"/><Relationship Id="rId30" Type="http://schemas.openxmlformats.org/officeDocument/2006/relationships/image" Target="../media/image419.png"/><Relationship Id="rId35" Type="http://schemas.openxmlformats.org/officeDocument/2006/relationships/image" Target="../media/image424.png"/><Relationship Id="rId43" Type="http://schemas.openxmlformats.org/officeDocument/2006/relationships/image" Target="../media/image433.png"/><Relationship Id="rId48" Type="http://schemas.openxmlformats.org/officeDocument/2006/relationships/image" Target="../media/image438.png"/><Relationship Id="rId8" Type="http://schemas.openxmlformats.org/officeDocument/2006/relationships/image" Target="../media/image396.png"/><Relationship Id="rId51" Type="http://schemas.openxmlformats.org/officeDocument/2006/relationships/image" Target="../media/image441.png"/><Relationship Id="rId3" Type="http://schemas.openxmlformats.org/officeDocument/2006/relationships/image" Target="../media/image391.png"/><Relationship Id="rId12" Type="http://schemas.openxmlformats.org/officeDocument/2006/relationships/image" Target="../media/image400.png"/><Relationship Id="rId25" Type="http://schemas.openxmlformats.org/officeDocument/2006/relationships/image" Target="../media/image414.png"/><Relationship Id="rId33" Type="http://schemas.openxmlformats.org/officeDocument/2006/relationships/image" Target="../media/image422.png"/><Relationship Id="rId38" Type="http://schemas.openxmlformats.org/officeDocument/2006/relationships/image" Target="../media/image427.png"/><Relationship Id="rId46" Type="http://schemas.openxmlformats.org/officeDocument/2006/relationships/image" Target="../media/image436.png"/><Relationship Id="rId20" Type="http://schemas.openxmlformats.org/officeDocument/2006/relationships/image" Target="../media/image408.png"/><Relationship Id="rId41" Type="http://schemas.openxmlformats.org/officeDocument/2006/relationships/image" Target="../media/image43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94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8.png"/><Relationship Id="rId13" Type="http://schemas.openxmlformats.org/officeDocument/2006/relationships/image" Target="../media/image453.png"/><Relationship Id="rId18" Type="http://schemas.openxmlformats.org/officeDocument/2006/relationships/image" Target="../media/image458.png"/><Relationship Id="rId3" Type="http://schemas.openxmlformats.org/officeDocument/2006/relationships/slideLayout" Target="../slideLayouts/slideLayout7.xml"/><Relationship Id="rId21" Type="http://schemas.openxmlformats.org/officeDocument/2006/relationships/image" Target="../media/image405.png"/><Relationship Id="rId12" Type="http://schemas.openxmlformats.org/officeDocument/2006/relationships/image" Target="../media/image452.png"/><Relationship Id="rId17" Type="http://schemas.openxmlformats.org/officeDocument/2006/relationships/image" Target="../media/image457.png"/><Relationship Id="rId2" Type="http://schemas.openxmlformats.org/officeDocument/2006/relationships/video" Target="../media/media3.mp4"/><Relationship Id="rId16" Type="http://schemas.openxmlformats.org/officeDocument/2006/relationships/image" Target="../media/image456.png"/><Relationship Id="rId20" Type="http://schemas.openxmlformats.org/officeDocument/2006/relationships/image" Target="../media/image404.png"/><Relationship Id="rId1" Type="http://schemas.microsoft.com/office/2007/relationships/media" Target="../media/media3.mp4"/><Relationship Id="rId11" Type="http://schemas.openxmlformats.org/officeDocument/2006/relationships/image" Target="../media/image451.png"/><Relationship Id="rId15" Type="http://schemas.openxmlformats.org/officeDocument/2006/relationships/image" Target="../media/image455.png"/><Relationship Id="rId19" Type="http://schemas.openxmlformats.org/officeDocument/2006/relationships/image" Target="../media/image3270.png"/><Relationship Id="rId9" Type="http://schemas.openxmlformats.org/officeDocument/2006/relationships/image" Target="../media/image329.png"/><Relationship Id="rId14" Type="http://schemas.openxmlformats.org/officeDocument/2006/relationships/image" Target="../media/image454.png"/><Relationship Id="rId22" Type="http://schemas.openxmlformats.org/officeDocument/2006/relationships/image" Target="../media/image44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png"/><Relationship Id="rId3" Type="http://schemas.openxmlformats.org/officeDocument/2006/relationships/image" Target="../media/image463.png"/><Relationship Id="rId7" Type="http://schemas.openxmlformats.org/officeDocument/2006/relationships/image" Target="../media/image467.png"/><Relationship Id="rId2" Type="http://schemas.openxmlformats.org/officeDocument/2006/relationships/image" Target="../media/image46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6.png"/><Relationship Id="rId11" Type="http://schemas.openxmlformats.org/officeDocument/2006/relationships/image" Target="../media/image406.jpeg"/><Relationship Id="rId5" Type="http://schemas.openxmlformats.org/officeDocument/2006/relationships/image" Target="../media/image465.png"/><Relationship Id="rId10" Type="http://schemas.openxmlformats.org/officeDocument/2006/relationships/image" Target="../media/image470.png"/><Relationship Id="rId4" Type="http://schemas.openxmlformats.org/officeDocument/2006/relationships/image" Target="../media/image464.png"/><Relationship Id="rId9" Type="http://schemas.openxmlformats.org/officeDocument/2006/relationships/image" Target="../media/image46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video" Target="../media/media7.mp4"/><Relationship Id="rId18" Type="http://schemas.openxmlformats.org/officeDocument/2006/relationships/image" Target="../media/image460.png"/><Relationship Id="rId3" Type="http://schemas.microsoft.com/office/2007/relationships/media" Target="../media/media5.mp4"/><Relationship Id="rId7" Type="http://schemas.microsoft.com/office/2007/relationships/media" Target="../media/media7.mp4"/><Relationship Id="rId12" Type="http://schemas.openxmlformats.org/officeDocument/2006/relationships/image" Target="../media/image447.png"/><Relationship Id="rId17" Type="http://schemas.openxmlformats.org/officeDocument/2006/relationships/image" Target="../media/image471.png"/><Relationship Id="rId2" Type="http://schemas.openxmlformats.org/officeDocument/2006/relationships/video" Target="../media/media4.mp4"/><Relationship Id="rId16" Type="http://schemas.openxmlformats.org/officeDocument/2006/relationships/image" Target="../media/image450.png"/><Relationship Id="rId1" Type="http://schemas.microsoft.com/office/2007/relationships/media" Target="../media/media4.mp4"/><Relationship Id="rId6" Type="http://schemas.openxmlformats.org/officeDocument/2006/relationships/video" Target="../media/media6.mp4"/><Relationship Id="rId11" Type="http://schemas.openxmlformats.org/officeDocument/2006/relationships/image" Target="../media/image446.png"/><Relationship Id="rId5" Type="http://schemas.microsoft.com/office/2007/relationships/media" Target="../media/media6.mp4"/><Relationship Id="rId15" Type="http://schemas.openxmlformats.org/officeDocument/2006/relationships/image" Target="../media/image449.png"/><Relationship Id="rId10" Type="http://schemas.openxmlformats.org/officeDocument/2006/relationships/image" Target="../media/image445.png"/><Relationship Id="rId4" Type="http://schemas.openxmlformats.org/officeDocument/2006/relationships/video" Target="../media/media5.mp4"/><Relationship Id="rId9" Type="http://schemas.openxmlformats.org/officeDocument/2006/relationships/slideLayout" Target="../slideLayouts/slideLayout7.xml"/><Relationship Id="rId14" Type="http://schemas.openxmlformats.org/officeDocument/2006/relationships/image" Target="../media/image459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2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Statistical methodology and probability">
            <a:extLst>
              <a:ext uri="{FF2B5EF4-FFF2-40B4-BE49-F238E27FC236}">
                <a16:creationId xmlns:a16="http://schemas.microsoft.com/office/drawing/2014/main" id="{57ECBEC9-9B2D-29AF-0BE7-057B2B14C402}"/>
              </a:ext>
            </a:extLst>
          </p:cNvPr>
          <p:cNvPicPr>
            <a:picLocks noGrp="1" noChangeAspect="1" noChangeArrowheads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2499B4D-A6A4-7FB5-E40F-F91A99DDDBE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16B42D6-B7D1-151D-17E2-D12C352A323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Advanced Probabilistic Machine Learning</a:t>
            </a: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7B102906-BAE2-00D0-F9F8-0F97B276052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de-DE" dirty="0"/>
              <a:t>Ralf Herbrich, Rainer Schlosser</a:t>
            </a:r>
          </a:p>
          <a:p>
            <a:pPr algn="l"/>
            <a:r>
              <a:rPr lang="en-US" dirty="0"/>
              <a:t>Approximate Inference: Direct Message Approximation</a:t>
            </a:r>
          </a:p>
        </p:txBody>
      </p:sp>
    </p:spTree>
    <p:extLst>
      <p:ext uri="{BB962C8B-B14F-4D97-AF65-F5344CB8AC3E}">
        <p14:creationId xmlns:p14="http://schemas.microsoft.com/office/powerpoint/2010/main" val="1734704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Direct Message Approximation</a:t>
            </a:r>
          </a:p>
          <a:p>
            <a:r>
              <a:rPr lang="en-GB" dirty="0"/>
              <a:t>Approximate Messages for Deterministic Functions</a:t>
            </a:r>
          </a:p>
          <a:p>
            <a:pPr lvl="1"/>
            <a:r>
              <a:rPr lang="en-GB" dirty="0"/>
              <a:t>Product Factor</a:t>
            </a:r>
          </a:p>
          <a:p>
            <a:pPr lvl="1"/>
            <a:r>
              <a:rPr lang="en-GB" dirty="0"/>
              <a:t>Leaky Rectified Linear Unit Factor</a:t>
            </a:r>
          </a:p>
          <a:p>
            <a:r>
              <a:rPr lang="en-GB" dirty="0"/>
              <a:t>Application: Bayesian Neural Networks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770105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4807EF-14EC-73AA-D3E4-C26467442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041DEF1-77FB-3254-4A54-4F374FEBFF9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b="1" dirty="0"/>
              <a:t>Direct Message Approximation</a:t>
            </a:r>
          </a:p>
          <a:p>
            <a:r>
              <a:rPr lang="en-GB" dirty="0"/>
              <a:t>Approximate Messages for Deterministic Functions</a:t>
            </a:r>
          </a:p>
          <a:p>
            <a:pPr lvl="1"/>
            <a:r>
              <a:rPr lang="en-GB" dirty="0"/>
              <a:t>Product Factor</a:t>
            </a:r>
          </a:p>
          <a:p>
            <a:pPr lvl="1"/>
            <a:r>
              <a:rPr lang="en-GB" dirty="0"/>
              <a:t>Leaky Rectified Linear Unit Factor</a:t>
            </a:r>
          </a:p>
          <a:p>
            <a:r>
              <a:rPr lang="en-GB" dirty="0"/>
              <a:t>Application: Bayesian Neural Networks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41F3030-EFED-7E97-E3B2-1988FC3CF7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16505446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D758385A-4F66-555C-6B16-545424C47F48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179512" y="1239837"/>
                <a:ext cx="8605712" cy="3563938"/>
              </a:xfrm>
            </p:spPr>
            <p:txBody>
              <a:bodyPr/>
              <a:lstStyle/>
              <a:p>
                <a:r>
                  <a:rPr lang="en-DE" dirty="0"/>
                  <a:t>The key operation for factor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,…,</m:t>
                        </m:r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e>
                    </m:d>
                  </m:oMath>
                </a14:m>
                <a:r>
                  <a:rPr lang="en-DE" dirty="0"/>
                  <a:t> and variable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DE" dirty="0"/>
                  <a:t>is</a:t>
                </a:r>
              </a:p>
              <a:p>
                <a:pPr marL="268287" lvl="1" indent="0">
                  <a:buNone/>
                </a:pPr>
                <a:endParaRPr lang="en-DE" dirty="0"/>
              </a:p>
              <a:p>
                <a:endParaRPr lang="en-DE" dirty="0"/>
              </a:p>
              <a:p>
                <a:pPr marL="268287" lvl="1" indent="0">
                  <a:buNone/>
                </a:pPr>
                <a:endParaRPr lang="en-DE" dirty="0"/>
              </a:p>
              <a:p>
                <a:r>
                  <a:rPr lang="en-DE" dirty="0"/>
                  <a:t>Based on outgoing messages, we can compute both non-normalized marginals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endParaRPr lang="en-DE" dirty="0"/>
              </a:p>
              <a:p>
                <a:pPr marL="268287" lvl="1" indent="0">
                  <a:buNone/>
                </a:pPr>
                <a:endParaRPr lang="en-DE" dirty="0"/>
              </a:p>
              <a:p>
                <a:pPr marL="268287" lvl="1" indent="0">
                  <a:buNone/>
                </a:pPr>
                <a:endParaRPr lang="en-DE" dirty="0"/>
              </a:p>
              <a:p>
                <a:r>
                  <a:rPr lang="en-DE" b="1" dirty="0"/>
                  <a:t>Idea</a:t>
                </a:r>
                <a:r>
                  <a:rPr lang="en-DE" dirty="0"/>
                  <a:t>: </a:t>
                </a:r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DE" sz="1200" dirty="0"/>
                  <a:t>We approximate the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by an exponential family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sz="1200" b="0" i="1" dirty="0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200" b="0" i="1" dirty="0" smtClean="0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∝</m:t>
                    </m:r>
                    <m:func>
                      <m:func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200" b="0" i="0" smtClean="0">
                            <a:latin typeface="Cambria Math" panose="02040503050406030204" pitchFamily="18" charset="0"/>
                          </a:rPr>
                          <m:t>exp</m:t>
                        </m:r>
                      </m:fName>
                      <m:e>
                        <m:d>
                          <m:d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Sup>
                              <m:sSubSup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1200" b="1" i="1" smtClean="0">
                                    <a:latin typeface="Cambria Math" panose="02040503050406030204" pitchFamily="18" charset="0"/>
                                  </a:rPr>
                                  <m:t>𝜽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→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𝑋</m:t>
                                    </m:r>
                                  </m:e>
                                  <m: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sub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 b="0" i="0" smtClean="0"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bSup>
                            <m:r>
                              <a:rPr lang="en-US" sz="1200" b="1" i="1" smtClean="0">
                                <a:latin typeface="Cambria Math" panose="02040503050406030204" pitchFamily="18" charset="0"/>
                              </a:rPr>
                              <m:t>𝑻</m:t>
                            </m:r>
                            <m:d>
                              <m:d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</m:e>
                            </m:d>
                          </m:e>
                        </m:d>
                      </m:e>
                    </m:func>
                  </m:oMath>
                </a14:m>
                <a:endParaRPr lang="en-DE" sz="1200" dirty="0"/>
              </a:p>
              <a:p>
                <a:pPr marL="611187" lvl="1" indent="-342900">
                  <a:buFont typeface="+mj-lt"/>
                  <a:buAutoNum type="arabicPeriod"/>
                </a:pPr>
                <a:r>
                  <a:rPr lang="en-DE" sz="1200" dirty="0"/>
                  <a:t>We measure the approximation quality in the normalized marginal, </a:t>
                </a:r>
                <a:r>
                  <a:rPr lang="en-DE" sz="1200" b="1" dirty="0"/>
                  <a:t>not</a:t>
                </a:r>
                <a:r>
                  <a:rPr lang="en-DE" sz="1200" dirty="0"/>
                  <a:t> the outgoing message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D758385A-4F66-555C-6B16-545424C47F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179512" y="1239837"/>
                <a:ext cx="8605712" cy="3563938"/>
              </a:xfrm>
              <a:blipFill>
                <a:blip r:embed="rId2"/>
                <a:stretch>
                  <a:fillRect t="-35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E68DE544-A6B5-5EF4-D615-8A5BCE2223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Sum-Product Algorithm Approximations Revisited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84BA497-077C-AFF5-B277-63C0D1ABD2A3}"/>
                  </a:ext>
                </a:extLst>
              </p:cNvPr>
              <p:cNvSpPr txBox="1"/>
              <p:nvPr/>
            </p:nvSpPr>
            <p:spPr bwMode="gray">
              <a:xfrm>
                <a:off x="1512416" y="2696134"/>
                <a:ext cx="2448272" cy="65030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supHide m:val="on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∈</m:t>
                          </m:r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ne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sub>
                        <m:sup/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84BA497-077C-AFF5-B277-63C0D1ABD2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12416" y="2696134"/>
                <a:ext cx="2448272" cy="650306"/>
              </a:xfrm>
              <a:prstGeom prst="rect">
                <a:avLst/>
              </a:prstGeom>
              <a:blipFill>
                <a:blip r:embed="rId3"/>
                <a:stretch>
                  <a:fillRect t="-111538" b="-15576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A66E95A-5641-996F-A881-549640CFB8BE}"/>
                  </a:ext>
                </a:extLst>
              </p:cNvPr>
              <p:cNvSpPr txBox="1"/>
              <p:nvPr/>
            </p:nvSpPr>
            <p:spPr bwMode="gray">
              <a:xfrm>
                <a:off x="965721" y="1614155"/>
                <a:ext cx="6192688" cy="7084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d>
                            <m:dPr>
                              <m:begChr m:val="{"/>
                              <m:endChr m:val="}"/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</m:sub>
                        <m:sup/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⋯</m:t>
                          </m:r>
                          <m:nary>
                            <m:naryPr>
                              <m:chr m:val="∑"/>
                              <m:supHide m:val="on"/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d>
                                <m:dPr>
                                  <m:begChr m:val="{"/>
                                  <m:endChr m:val="}"/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</m:d>
                            </m:sub>
                            <m:sup/>
                            <m:e>
                              <m:r>
                                <a:rPr lang="en-US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d>
                                <m:dPr>
                                  <m:ctrlPr>
                                    <a:rPr lang="en-US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  <m:r>
                                    <a:rPr lang="en-US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,…,</m:t>
                                  </m:r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b>
                                  </m:sSub>
                                </m:e>
                              </m:d>
                              <m:nary>
                                <m:naryPr>
                                  <m:chr m:val="∏"/>
                                  <m:ctrlPr>
                                    <a:rPr lang="en-US" sz="1400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en-US" sz="1400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  <m:r>
                                    <a:rPr lang="en-US" sz="1400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=2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p>
                                <m:e>
                                  <m:sSub>
                                    <m:sSubPr>
                                      <m:ctrlPr>
                                        <a:rPr lang="en-US" sz="1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e>
                                    <m:sub>
                                      <m:sSub>
                                        <m:sSubPr>
                                          <m:ctrlPr>
                                            <a:rPr lang="en-US" sz="1400" i="1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400" b="0" i="1" smtClean="0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  <m:sub>
                                          <m:r>
                                            <a:rPr lang="en-US" sz="1400" i="1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  <m:r>
                                        <a:rPr lang="en-US" sz="1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→</m:t>
                                      </m:r>
                                      <m:r>
                                        <a:rPr lang="en-US" sz="1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𝑓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400" i="1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400" i="1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400" i="1">
                                              <a:solidFill>
                                                <a:srgbClr val="00B05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nary>
                            </m:e>
                          </m:nary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A66E95A-5641-996F-A881-549640CFB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65721" y="1614155"/>
                <a:ext cx="6192688" cy="708464"/>
              </a:xfrm>
              <a:prstGeom prst="rect">
                <a:avLst/>
              </a:prstGeom>
              <a:blipFill>
                <a:blip r:embed="rId4"/>
                <a:stretch>
                  <a:fillRect t="-94643" b="-1446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1B7B6DE-2C11-C912-0332-085B33C067BF}"/>
                  </a:ext>
                </a:extLst>
              </p:cNvPr>
              <p:cNvSpPr txBox="1"/>
              <p:nvPr/>
            </p:nvSpPr>
            <p:spPr bwMode="gray">
              <a:xfrm>
                <a:off x="3405944" y="2730823"/>
                <a:ext cx="3557761" cy="587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1B7B6DE-2C11-C912-0332-085B33C067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05944" y="2730823"/>
                <a:ext cx="3557761" cy="587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BE6321EB-60A5-C7D0-76D8-89D3EA92500A}"/>
              </a:ext>
            </a:extLst>
          </p:cNvPr>
          <p:cNvCxnSpPr>
            <a:cxnSpLocks/>
            <a:stCxn id="13" idx="1"/>
            <a:endCxn id="14" idx="3"/>
          </p:cNvCxnSpPr>
          <p:nvPr/>
        </p:nvCxnSpPr>
        <p:spPr bwMode="gray">
          <a:xfrm flipH="1">
            <a:off x="6144829" y="1669216"/>
            <a:ext cx="443395" cy="29238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CAAA17E-7D89-ACCB-6950-E02D02787AF1}"/>
                  </a:ext>
                </a:extLst>
              </p:cNvPr>
              <p:cNvSpPr txBox="1"/>
              <p:nvPr/>
            </p:nvSpPr>
            <p:spPr bwMode="gray">
              <a:xfrm>
                <a:off x="6588224" y="1159624"/>
                <a:ext cx="2330727" cy="101918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If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sz="1000" i="1">
                        <a:solidFill>
                          <a:srgbClr val="00B05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are in the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exponential family with 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sufficient statistic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, 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the result </a:t>
                </a:r>
                <a:r>
                  <a:rPr lang="en-GB" sz="1000" b="1" dirty="0">
                    <a:solidFill>
                      <a:srgbClr val="C00000"/>
                    </a:solidFill>
                  </a:rPr>
                  <a:t>might not be</a:t>
                </a:r>
                <a:r>
                  <a:rPr lang="en-GB" sz="1000" dirty="0">
                    <a:solidFill>
                      <a:srgbClr val="C00000"/>
                    </a:solidFill>
                  </a:rPr>
                  <a:t> in 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the exponential family with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sufficient statistic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! </a:t>
                </a:r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CAAA17E-7D89-ACCB-6950-E02D02787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88224" y="1159624"/>
                <a:ext cx="2330727" cy="1019184"/>
              </a:xfrm>
              <a:prstGeom prst="rect">
                <a:avLst/>
              </a:prstGeom>
              <a:blipFill>
                <a:blip r:embed="rId6"/>
                <a:stretch>
                  <a:fillRect b="-617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17F9C8A8-BBDC-3F01-3B25-0D4EEED5CC79}"/>
              </a:ext>
            </a:extLst>
          </p:cNvPr>
          <p:cNvSpPr/>
          <p:nvPr/>
        </p:nvSpPr>
        <p:spPr bwMode="gray">
          <a:xfrm>
            <a:off x="1944464" y="1607369"/>
            <a:ext cx="4200365" cy="70846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595B9CDE-EBDD-08B8-2EF4-A01B80150D1C}"/>
              </a:ext>
            </a:extLst>
          </p:cNvPr>
          <p:cNvCxnSpPr>
            <a:cxnSpLocks/>
            <a:stCxn id="24" idx="1"/>
          </p:cNvCxnSpPr>
          <p:nvPr/>
        </p:nvCxnSpPr>
        <p:spPr bwMode="gray">
          <a:xfrm flipH="1">
            <a:off x="6180078" y="3076187"/>
            <a:ext cx="529244" cy="6333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C58AA95-2653-F101-BAF1-B4393F283B36}"/>
                  </a:ext>
                </a:extLst>
              </p:cNvPr>
              <p:cNvSpPr txBox="1"/>
              <p:nvPr/>
            </p:nvSpPr>
            <p:spPr bwMode="gray">
              <a:xfrm>
                <a:off x="6709322" y="2759770"/>
                <a:ext cx="1751110" cy="6328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If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00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are in 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the exponential family with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sufficient statistic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, so 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would be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 and all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! </a:t>
                </a:r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C58AA95-2653-F101-BAF1-B4393F283B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09322" y="2759770"/>
                <a:ext cx="1751110" cy="632833"/>
              </a:xfrm>
              <a:prstGeom prst="rect">
                <a:avLst/>
              </a:prstGeom>
              <a:blipFill>
                <a:blip r:embed="rId7"/>
                <a:stretch>
                  <a:fillRect l="-9353" t="-3922" r="-9353" b="-1176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46826CBD-6570-06F2-210A-BE084AA65D8C}"/>
              </a:ext>
            </a:extLst>
          </p:cNvPr>
          <p:cNvSpPr/>
          <p:nvPr/>
        </p:nvSpPr>
        <p:spPr bwMode="gray">
          <a:xfrm>
            <a:off x="1584424" y="2726638"/>
            <a:ext cx="4595653" cy="57530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6C65609-D1B4-E61C-F336-BCEEA3F1CD62}"/>
                  </a:ext>
                </a:extLst>
              </p:cNvPr>
              <p:cNvSpPr txBox="1"/>
              <p:nvPr/>
            </p:nvSpPr>
            <p:spPr bwMode="gray">
              <a:xfrm>
                <a:off x="992978" y="4183802"/>
                <a:ext cx="5980015" cy="4733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1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arg</m:t>
                          </m:r>
                          <m:limLow>
                            <m:limLow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min</m:t>
                              </m:r>
                            </m:e>
                            <m:lim>
                              <m:sSub>
                                <m:sSubPr>
                                  <m:ctrlP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sub>
                              </m:sSub>
                            </m:lim>
                          </m:limLow>
                        </m:fName>
                        <m:e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den>
                              </m:f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acc>
                                    <m:accPr>
                                      <m:chr m:val="̂"/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den>
                              </m:f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𝜽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𝑓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→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1</m:t>
                                              </m:r>
                                            </m:sub>
                                          </m:sSub>
                                        </m:sub>
                                        <m:sup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>
                                              <a:latin typeface="Cambria Math" panose="02040503050406030204" pitchFamily="18" charset="0"/>
                                            </a:rPr>
                                            <m:t>T</m:t>
                                          </m:r>
                                        </m:sup>
                                      </m:sSubSup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𝑻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6C65609-D1B4-E61C-F336-BCEEA3F1CD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92978" y="4183802"/>
                <a:ext cx="5980015" cy="47339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EB064257-8491-A68F-ECBB-4DEA614053D2}"/>
              </a:ext>
            </a:extLst>
          </p:cNvPr>
          <p:cNvSpPr/>
          <p:nvPr/>
        </p:nvSpPr>
        <p:spPr bwMode="gray">
          <a:xfrm>
            <a:off x="2817159" y="4224635"/>
            <a:ext cx="1573866" cy="452481"/>
          </a:xfrm>
          <a:prstGeom prst="round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6C6DFAED-0540-0A8A-DC25-31532A8957FC}"/>
              </a:ext>
            </a:extLst>
          </p:cNvPr>
          <p:cNvSpPr/>
          <p:nvPr/>
        </p:nvSpPr>
        <p:spPr bwMode="gray">
          <a:xfrm>
            <a:off x="4414076" y="4223228"/>
            <a:ext cx="2107748" cy="453888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E567DC5E-0A1D-B7DF-05FF-03D29FA75AB3}"/>
              </a:ext>
            </a:extLst>
          </p:cNvPr>
          <p:cNvCxnSpPr>
            <a:cxnSpLocks/>
            <a:stCxn id="32" idx="1"/>
          </p:cNvCxnSpPr>
          <p:nvPr/>
        </p:nvCxnSpPr>
        <p:spPr bwMode="gray">
          <a:xfrm flipH="1" flipV="1">
            <a:off x="4788026" y="4677116"/>
            <a:ext cx="300581" cy="25025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85EDB45-4429-1C68-2C57-18BDAB121EF4}"/>
                  </a:ext>
                </a:extLst>
              </p:cNvPr>
              <p:cNvSpPr txBox="1"/>
              <p:nvPr/>
            </p:nvSpPr>
            <p:spPr bwMode="gray">
              <a:xfrm>
                <a:off x="5088607" y="4751875"/>
                <a:ext cx="4004406" cy="35098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Approximate marginal with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en-US" sz="100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acc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≔</m:t>
                    </m:r>
                    <m:nary>
                      <m:naryPr>
                        <m:limLoc m:val="undOvr"/>
                        <m:subHide m:val="on"/>
                        <m:supHide m:val="on"/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func>
                          <m:funcPr>
                            <m:ctrlPr>
                              <a:rPr lang="en-US" sz="100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en-US" sz="100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exp</m:t>
                            </m:r>
                          </m:fName>
                          <m:e>
                            <m:d>
                              <m:dPr>
                                <m:ctrlP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sSubSup>
                                  <m:sSubSupPr>
                                    <m:ctrlP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SupPr>
                                  <m:e>
                                    <m:r>
                                      <a:rPr lang="en-US" sz="1000" b="1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𝜽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𝑓</m:t>
                                    </m:r>
                                    <m: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→</m:t>
                                    </m:r>
                                    <m:sSub>
                                      <m:sSubPr>
                                        <m:ctrlP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𝑋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C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sub>
                                    </m:sSub>
                                  </m:sub>
                                  <m:sup>
                                    <m:r>
                                      <m:rPr>
                                        <m:sty m:val="p"/>
                                      </m:rPr>
                                      <a:rPr lang="en-US" sz="100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T</m:t>
                                    </m:r>
                                  </m:sup>
                                </m:sSubSup>
                                <m:r>
                                  <a:rPr lang="en-US" sz="1000" b="1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𝑻</m:t>
                                </m:r>
                                <m:d>
                                  <m:dPr>
                                    <m:ctrlPr>
                                      <a:rPr lang="en-US" sz="10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</m:d>
                              </m:e>
                            </m:d>
                          </m:e>
                        </m:func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sub>
                        </m:sSub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85EDB45-4429-1C68-2C57-18BDAB121E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88607" y="4751875"/>
                <a:ext cx="4004406" cy="350984"/>
              </a:xfrm>
              <a:prstGeom prst="rect">
                <a:avLst/>
              </a:prstGeom>
              <a:blipFill>
                <a:blip r:embed="rId9"/>
                <a:stretch>
                  <a:fillRect t="-64286" b="-1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F2FBB58C-D000-F090-B9CC-9C1EFC40C0BD}"/>
              </a:ext>
            </a:extLst>
          </p:cNvPr>
          <p:cNvCxnSpPr>
            <a:cxnSpLocks/>
            <a:stCxn id="42" idx="3"/>
          </p:cNvCxnSpPr>
          <p:nvPr/>
        </p:nvCxnSpPr>
        <p:spPr bwMode="gray">
          <a:xfrm flipV="1">
            <a:off x="3733107" y="4732080"/>
            <a:ext cx="262829" cy="19118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8C939B7-C5EA-F96A-5AEC-0BEB7930ADA8}"/>
                  </a:ext>
                </a:extLst>
              </p:cNvPr>
              <p:cNvSpPr txBox="1"/>
              <p:nvPr/>
            </p:nvSpPr>
            <p:spPr bwMode="gray">
              <a:xfrm>
                <a:off x="10293" y="4732080"/>
                <a:ext cx="3722814" cy="38236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True normalized marginal with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≔</m:t>
                    </m:r>
                    <m:nary>
                      <m:naryPr>
                        <m:limLoc m:val="undOvr"/>
                        <m:subHide m:val="on"/>
                        <m:supHide m:val="on"/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sz="100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sub>
                        </m:sSub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sub>
                        </m:sSub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8C939B7-C5EA-F96A-5AEC-0BEB7930AD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293" y="4732080"/>
                <a:ext cx="3722814" cy="382367"/>
              </a:xfrm>
              <a:prstGeom prst="rect">
                <a:avLst/>
              </a:prstGeom>
              <a:blipFill>
                <a:blip r:embed="rId10"/>
                <a:stretch>
                  <a:fillRect t="-54839" b="-967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1861726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3" grpId="0"/>
      <p:bldP spid="14" grpId="0" animBg="1"/>
      <p:bldP spid="24" grpId="0"/>
      <p:bldP spid="25" grpId="0" animBg="1"/>
      <p:bldP spid="28" grpId="0"/>
      <p:bldP spid="29" grpId="0" animBg="1"/>
      <p:bldP spid="30" grpId="0" animBg="1"/>
      <p:bldP spid="32" grpId="0"/>
      <p:bldP spid="4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9D5A5D-A6AD-F96E-4DAF-C316D829C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0322AE0-07D6-E921-A8C2-785F2938E32A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475929"/>
              </a:xfrm>
            </p:spPr>
            <p:txBody>
              <a:bodyPr/>
              <a:lstStyle/>
              <a:p>
                <a:r>
                  <a:rPr lang="en-DE" b="1" dirty="0"/>
                  <a:t>Product Factor</a:t>
                </a:r>
                <a:r>
                  <a:rPr lang="en-DE" dirty="0"/>
                  <a:t>: </a:t>
                </a:r>
                <a:r>
                  <a:rPr lang="en-US" dirty="0"/>
                  <a:t>A deterministic factor where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𝑍</m:t>
                    </m:r>
                  </m:oMath>
                </a14:m>
                <a:r>
                  <a:rPr lang="en-DE" dirty="0"/>
                  <a:t> is the product of two random variables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DE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endParaRPr lang="en-DE" dirty="0"/>
              </a:p>
              <a:p>
                <a:pPr marL="0" indent="0">
                  <a:buNone/>
                </a:pPr>
                <a:endParaRPr lang="en-DE" dirty="0"/>
              </a:p>
              <a:p>
                <a:pPr lvl="1"/>
                <a:r>
                  <a:rPr lang="en-DE" sz="1200" b="1" dirty="0"/>
                  <a:t>Example</a:t>
                </a:r>
                <a:r>
                  <a:rPr lang="en-DE" sz="1200" dirty="0"/>
                  <a:t>: Recommendation model where the preference of a user to an item is modelled as the inner product of a user trait (vector) with an item trait (vector)</a:t>
                </a:r>
                <a:endParaRPr lang="en-DE" sz="1200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0322AE0-07D6-E921-A8C2-785F2938E32A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877051" cy="1475929"/>
              </a:xfrm>
              <a:blipFill>
                <a:blip r:embed="rId2"/>
                <a:stretch>
                  <a:fillRect t="-855" r="-18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E225CD3B-169B-0B38-ED83-7A9D083A1E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Motivation: Product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EC69AB1A-9E07-1276-8CA2-0679C7D97EB1}"/>
                  </a:ext>
                </a:extLst>
              </p:cNvPr>
              <p:cNvSpPr/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EC69AB1A-9E07-1276-8CA2-0679C7D97E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C88DB224-F4CC-1ECD-7892-3E484716637D}"/>
              </a:ext>
            </a:extLst>
          </p:cNvPr>
          <p:cNvSpPr/>
          <p:nvPr/>
        </p:nvSpPr>
        <p:spPr bwMode="gray">
          <a:xfrm>
            <a:off x="8021756" y="191190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D90EADCF-D3C1-1579-329A-F645BB0F6791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8147755" y="1974906"/>
            <a:ext cx="49272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E39598BE-4C00-C4AE-1970-8BE8B801A6AE}"/>
                  </a:ext>
                </a:extLst>
              </p:cNvPr>
              <p:cNvSpPr/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E39598BE-4C00-C4AE-1970-8BE8B801A6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F025DDA-2D06-B3F9-8CF9-62BE596A3CCD}"/>
              </a:ext>
            </a:extLst>
          </p:cNvPr>
          <p:cNvCxnSpPr>
            <a:cxnSpLocks/>
            <a:stCxn id="5" idx="1"/>
            <a:endCxn id="7" idx="5"/>
          </p:cNvCxnSpPr>
          <p:nvPr/>
        </p:nvCxnSpPr>
        <p:spPr bwMode="gray">
          <a:xfrm flipH="1" flipV="1">
            <a:off x="7576093" y="1742758"/>
            <a:ext cx="445663" cy="23214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1B0FB7B9-145B-A077-D402-D80F8A649A66}"/>
                  </a:ext>
                </a:extLst>
              </p:cNvPr>
              <p:cNvSpPr/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1B0FB7B9-145B-A077-D402-D80F8A649A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681723D-FA4E-4316-1F17-51DE2100CB05}"/>
              </a:ext>
            </a:extLst>
          </p:cNvPr>
          <p:cNvCxnSpPr>
            <a:cxnSpLocks/>
            <a:stCxn id="5" idx="1"/>
            <a:endCxn id="9" idx="7"/>
          </p:cNvCxnSpPr>
          <p:nvPr/>
        </p:nvCxnSpPr>
        <p:spPr bwMode="gray">
          <a:xfrm flipH="1">
            <a:off x="7572500" y="1974906"/>
            <a:ext cx="449256" cy="2321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320F400-1FBD-E2BC-B3BB-9F52D03CAD78}"/>
                  </a:ext>
                </a:extLst>
              </p:cNvPr>
              <p:cNvSpPr txBox="1"/>
              <p:nvPr/>
            </p:nvSpPr>
            <p:spPr bwMode="gray">
              <a:xfrm rot="1776553">
                <a:off x="7951736" y="2144029"/>
                <a:ext cx="786714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320F400-1FBD-E2BC-B3BB-9F52D03CA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76553">
                <a:off x="7951736" y="2144029"/>
                <a:ext cx="786714" cy="23083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1CAF5929-C418-3B62-3B7A-13B86B82D472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28250" y="1693854"/>
            <a:ext cx="357356" cy="198099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56ABA63-8DA4-305B-2CE8-9EAEB91001A3}"/>
                  </a:ext>
                </a:extLst>
              </p:cNvPr>
              <p:cNvSpPr txBox="1"/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56ABA63-8DA4-305B-2CE8-9EAEB9100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D25AE72-FE93-3061-AEDF-65BEAA1C2ED3}"/>
              </a:ext>
            </a:extLst>
          </p:cNvPr>
          <p:cNvCxnSpPr>
            <a:cxnSpLocks/>
          </p:cNvCxnSpPr>
          <p:nvPr/>
        </p:nvCxnSpPr>
        <p:spPr bwMode="gray">
          <a:xfrm flipH="1">
            <a:off x="7625558" y="2072698"/>
            <a:ext cx="360048" cy="185757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AE49A19-3254-EA6A-AB9B-B9FE9F46B948}"/>
                  </a:ext>
                </a:extLst>
              </p:cNvPr>
              <p:cNvSpPr txBox="1"/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AE49A19-3254-EA6A-AB9B-B9FE9F46B9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1C97C8DB-5A49-B436-99C4-41E03F3E1D30}"/>
              </a:ext>
            </a:extLst>
          </p:cNvPr>
          <p:cNvCxnSpPr>
            <a:cxnSpLocks/>
          </p:cNvCxnSpPr>
          <p:nvPr/>
        </p:nvCxnSpPr>
        <p:spPr bwMode="gray">
          <a:xfrm flipH="1">
            <a:off x="8183905" y="1923504"/>
            <a:ext cx="420543" cy="3630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03B6959-0376-7B57-0AF0-95AD495381D0}"/>
                  </a:ext>
                </a:extLst>
              </p:cNvPr>
              <p:cNvSpPr txBox="1"/>
              <p:nvPr/>
            </p:nvSpPr>
            <p:spPr bwMode="gray">
              <a:xfrm>
                <a:off x="8190577" y="1757607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03B6959-0376-7B57-0AF0-95AD495381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90577" y="1757607"/>
                <a:ext cx="465387" cy="169068"/>
              </a:xfrm>
              <a:prstGeom prst="rect">
                <a:avLst/>
              </a:prstGeom>
              <a:blipFill>
                <a:blip r:embed="rId9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2D0C4CC-A113-91AD-FBCD-73801DAF66B9}"/>
                  </a:ext>
                </a:extLst>
              </p:cNvPr>
              <p:cNvSpPr txBox="1"/>
              <p:nvPr/>
            </p:nvSpPr>
            <p:spPr bwMode="gray">
              <a:xfrm>
                <a:off x="1951497" y="1687975"/>
                <a:ext cx="3525368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2D0C4CC-A113-91AD-FBCD-73801DAF66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51497" y="1687975"/>
                <a:ext cx="3525368" cy="307777"/>
              </a:xfrm>
              <a:prstGeom prst="rect">
                <a:avLst/>
              </a:prstGeom>
              <a:blipFill>
                <a:blip r:embed="rId10"/>
                <a:stretch>
                  <a:fillRect b="-12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F1C7FD3-C6CB-19C9-3943-3BCF0AF97BE4}"/>
                  </a:ext>
                </a:extLst>
              </p:cNvPr>
              <p:cNvSpPr txBox="1"/>
              <p:nvPr/>
            </p:nvSpPr>
            <p:spPr bwMode="gray">
              <a:xfrm>
                <a:off x="1063714" y="2595584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;5,1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F1C7FD3-C6CB-19C9-3943-3BCF0AF97B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63714" y="2595584"/>
                <a:ext cx="1224136" cy="21431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2FB02A4-5A7E-0829-FB00-BDE0125114F7}"/>
                  </a:ext>
                </a:extLst>
              </p:cNvPr>
              <p:cNvSpPr txBox="1"/>
              <p:nvPr/>
            </p:nvSpPr>
            <p:spPr bwMode="gray">
              <a:xfrm>
                <a:off x="1063714" y="2782256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2FB02A4-5A7E-0829-FB00-BDE0125114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63714" y="2782256"/>
                <a:ext cx="1224136" cy="21431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F1C62D2-57AE-0D2D-C270-D522A6098127}"/>
                  </a:ext>
                </a:extLst>
              </p:cNvPr>
              <p:cNvSpPr txBox="1"/>
              <p:nvPr/>
            </p:nvSpPr>
            <p:spPr bwMode="gray">
              <a:xfrm>
                <a:off x="4100367" y="260198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;5,1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6F1C62D2-57AE-0D2D-C270-D522A60981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00367" y="2601983"/>
                <a:ext cx="1224136" cy="21431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48D6277-E65C-2714-8AAF-3BBCC98B9799}"/>
                  </a:ext>
                </a:extLst>
              </p:cNvPr>
              <p:cNvSpPr txBox="1"/>
              <p:nvPr/>
            </p:nvSpPr>
            <p:spPr bwMode="gray">
              <a:xfrm>
                <a:off x="4100367" y="2788655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;10,1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48D6277-E65C-2714-8AAF-3BBCC98B97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100367" y="2788655"/>
                <a:ext cx="1224136" cy="21431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522940BA-0D28-4BB4-EE9A-644E3001310C}"/>
              </a:ext>
            </a:extLst>
          </p:cNvPr>
          <p:cNvCxnSpPr>
            <a:cxnSpLocks/>
          </p:cNvCxnSpPr>
          <p:nvPr/>
        </p:nvCxnSpPr>
        <p:spPr bwMode="gray">
          <a:xfrm flipH="1">
            <a:off x="8180286" y="2021521"/>
            <a:ext cx="420543" cy="3630"/>
          </a:xfrm>
          <a:prstGeom prst="straightConnector1">
            <a:avLst/>
          </a:prstGeom>
          <a:ln>
            <a:solidFill>
              <a:srgbClr val="0070C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785C5C9-D52A-A49D-8AE8-2B63F463E3AF}"/>
                  </a:ext>
                </a:extLst>
              </p:cNvPr>
              <p:cNvSpPr txBox="1"/>
              <p:nvPr/>
            </p:nvSpPr>
            <p:spPr bwMode="gray">
              <a:xfrm>
                <a:off x="8209627" y="2010921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F785C5C9-D52A-A49D-8AE8-2B63F463E3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09627" y="2010921"/>
                <a:ext cx="465387" cy="169068"/>
              </a:xfrm>
              <a:prstGeom prst="rect">
                <a:avLst/>
              </a:prstGeom>
              <a:blipFill>
                <a:blip r:embed="rId15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9364461B-8F6A-57A7-FE09-DC8745398355}"/>
              </a:ext>
            </a:extLst>
          </p:cNvPr>
          <p:cNvCxnSpPr>
            <a:cxnSpLocks/>
          </p:cNvCxnSpPr>
          <p:nvPr/>
        </p:nvCxnSpPr>
        <p:spPr bwMode="gray">
          <a:xfrm flipH="1">
            <a:off x="7548956" y="1957649"/>
            <a:ext cx="360048" cy="185757"/>
          </a:xfrm>
          <a:prstGeom prst="straightConnector1">
            <a:avLst/>
          </a:prstGeom>
          <a:ln>
            <a:solidFill>
              <a:srgbClr val="00B05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AC2905B5-E4FE-94A6-2D51-A9E0148C06E2}"/>
                  </a:ext>
                </a:extLst>
              </p:cNvPr>
              <p:cNvSpPr txBox="1"/>
              <p:nvPr/>
            </p:nvSpPr>
            <p:spPr bwMode="gray">
              <a:xfrm rot="19903937">
                <a:off x="7438966" y="1876245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AC2905B5-E4FE-94A6-2D51-A9E0148C06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903937">
                <a:off x="7438966" y="1876245"/>
                <a:ext cx="465387" cy="20581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3" name="Picture 32">
            <a:extLst>
              <a:ext uri="{FF2B5EF4-FFF2-40B4-BE49-F238E27FC236}">
                <a16:creationId xmlns:a16="http://schemas.microsoft.com/office/drawing/2014/main" id="{94FEAAF8-A58D-F152-BB9A-C809AADEFC5F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184763" y="3732808"/>
            <a:ext cx="2851731" cy="1147509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F023A157-4E7D-924D-3C0B-04DDB139D7F8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184765" y="2522403"/>
            <a:ext cx="2851731" cy="1101219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5037" name="Group 5036">
            <a:extLst>
              <a:ext uri="{FF2B5EF4-FFF2-40B4-BE49-F238E27FC236}">
                <a16:creationId xmlns:a16="http://schemas.microsoft.com/office/drawing/2014/main" id="{36710C5B-7984-927D-3C9A-5D4F06C73D29}"/>
              </a:ext>
            </a:extLst>
          </p:cNvPr>
          <p:cNvGrpSpPr/>
          <p:nvPr/>
        </p:nvGrpSpPr>
        <p:grpSpPr>
          <a:xfrm>
            <a:off x="3377014" y="3071335"/>
            <a:ext cx="2675200" cy="1820465"/>
            <a:chOff x="3377014" y="3071335"/>
            <a:chExt cx="2675200" cy="1820465"/>
          </a:xfrm>
        </p:grpSpPr>
        <p:sp>
          <p:nvSpPr>
            <p:cNvPr id="4751" name="Freeform 4750">
              <a:extLst>
                <a:ext uri="{FF2B5EF4-FFF2-40B4-BE49-F238E27FC236}">
                  <a16:creationId xmlns:a16="http://schemas.microsoft.com/office/drawing/2014/main" id="{A309F35F-F0C1-F839-7AB3-A142FEDCCB2C}"/>
                </a:ext>
              </a:extLst>
            </p:cNvPr>
            <p:cNvSpPr/>
            <p:nvPr/>
          </p:nvSpPr>
          <p:spPr>
            <a:xfrm>
              <a:off x="3600877" y="3071335"/>
              <a:ext cx="2451337" cy="1493655"/>
            </a:xfrm>
            <a:custGeom>
              <a:avLst/>
              <a:gdLst>
                <a:gd name="csX0" fmla="*/ 0 w 2451337"/>
                <a:gd name="csY0" fmla="*/ 1493656 h 1493655"/>
                <a:gd name="csX1" fmla="*/ 2451337 w 2451337"/>
                <a:gd name="csY1" fmla="*/ 1493656 h 1493655"/>
                <a:gd name="csX2" fmla="*/ 2451337 w 2451337"/>
                <a:gd name="csY2" fmla="*/ 0 h 1493655"/>
                <a:gd name="csX3" fmla="*/ 0 w 2451337"/>
                <a:gd name="csY3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51337" h="1493655">
                  <a:moveTo>
                    <a:pt x="0" y="1493656"/>
                  </a:moveTo>
                  <a:lnTo>
                    <a:pt x="2451337" y="1493656"/>
                  </a:lnTo>
                  <a:lnTo>
                    <a:pt x="24513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2" name="Freeform 4751">
              <a:extLst>
                <a:ext uri="{FF2B5EF4-FFF2-40B4-BE49-F238E27FC236}">
                  <a16:creationId xmlns:a16="http://schemas.microsoft.com/office/drawing/2014/main" id="{A58368B4-DF90-F6C3-25A5-BBCF795BE368}"/>
                </a:ext>
              </a:extLst>
            </p:cNvPr>
            <p:cNvSpPr/>
            <p:nvPr/>
          </p:nvSpPr>
          <p:spPr>
            <a:xfrm>
              <a:off x="4039482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3" name="Freeform 4752">
              <a:extLst>
                <a:ext uri="{FF2B5EF4-FFF2-40B4-BE49-F238E27FC236}">
                  <a16:creationId xmlns:a16="http://schemas.microsoft.com/office/drawing/2014/main" id="{5E60CBF6-6D7F-ABBE-019F-D1761F36C93A}"/>
                </a:ext>
              </a:extLst>
            </p:cNvPr>
            <p:cNvSpPr/>
            <p:nvPr/>
          </p:nvSpPr>
          <p:spPr>
            <a:xfrm>
              <a:off x="4591805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4" name="Freeform 4753">
              <a:extLst>
                <a:ext uri="{FF2B5EF4-FFF2-40B4-BE49-F238E27FC236}">
                  <a16:creationId xmlns:a16="http://schemas.microsoft.com/office/drawing/2014/main" id="{B73C69C4-A766-25B8-D574-82B566531785}"/>
                </a:ext>
              </a:extLst>
            </p:cNvPr>
            <p:cNvSpPr/>
            <p:nvPr/>
          </p:nvSpPr>
          <p:spPr>
            <a:xfrm>
              <a:off x="5144124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5" name="Freeform 4754">
              <a:extLst>
                <a:ext uri="{FF2B5EF4-FFF2-40B4-BE49-F238E27FC236}">
                  <a16:creationId xmlns:a16="http://schemas.microsoft.com/office/drawing/2014/main" id="{8E395252-A247-A4B8-5958-0B0FBB470FBB}"/>
                </a:ext>
              </a:extLst>
            </p:cNvPr>
            <p:cNvSpPr/>
            <p:nvPr/>
          </p:nvSpPr>
          <p:spPr>
            <a:xfrm>
              <a:off x="5696454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6" name="Freeform 4755">
              <a:extLst>
                <a:ext uri="{FF2B5EF4-FFF2-40B4-BE49-F238E27FC236}">
                  <a16:creationId xmlns:a16="http://schemas.microsoft.com/office/drawing/2014/main" id="{4BD54B6C-7334-D803-20F1-08E68C691639}"/>
                </a:ext>
              </a:extLst>
            </p:cNvPr>
            <p:cNvSpPr/>
            <p:nvPr/>
          </p:nvSpPr>
          <p:spPr>
            <a:xfrm>
              <a:off x="3600877" y="4564991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7" name="Freeform 4756">
              <a:extLst>
                <a:ext uri="{FF2B5EF4-FFF2-40B4-BE49-F238E27FC236}">
                  <a16:creationId xmlns:a16="http://schemas.microsoft.com/office/drawing/2014/main" id="{0DD1A510-05DC-1FE5-2E10-10C408B1368C}"/>
                </a:ext>
              </a:extLst>
            </p:cNvPr>
            <p:cNvSpPr/>
            <p:nvPr/>
          </p:nvSpPr>
          <p:spPr>
            <a:xfrm>
              <a:off x="3600877" y="4261089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8" name="Freeform 4757">
              <a:extLst>
                <a:ext uri="{FF2B5EF4-FFF2-40B4-BE49-F238E27FC236}">
                  <a16:creationId xmlns:a16="http://schemas.microsoft.com/office/drawing/2014/main" id="{E0676486-5D4A-E81B-A1C4-0676EA7EBE33}"/>
                </a:ext>
              </a:extLst>
            </p:cNvPr>
            <p:cNvSpPr/>
            <p:nvPr/>
          </p:nvSpPr>
          <p:spPr>
            <a:xfrm>
              <a:off x="3600877" y="3957197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9" name="Freeform 4758">
              <a:extLst>
                <a:ext uri="{FF2B5EF4-FFF2-40B4-BE49-F238E27FC236}">
                  <a16:creationId xmlns:a16="http://schemas.microsoft.com/office/drawing/2014/main" id="{32725D3D-53A3-3E16-A950-3214D7BDE1AA}"/>
                </a:ext>
              </a:extLst>
            </p:cNvPr>
            <p:cNvSpPr/>
            <p:nvPr/>
          </p:nvSpPr>
          <p:spPr>
            <a:xfrm>
              <a:off x="3600877" y="3653300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0" name="Freeform 4759">
              <a:extLst>
                <a:ext uri="{FF2B5EF4-FFF2-40B4-BE49-F238E27FC236}">
                  <a16:creationId xmlns:a16="http://schemas.microsoft.com/office/drawing/2014/main" id="{629F1391-E50E-3AC2-4405-01398BC1B2C3}"/>
                </a:ext>
              </a:extLst>
            </p:cNvPr>
            <p:cNvSpPr/>
            <p:nvPr/>
          </p:nvSpPr>
          <p:spPr>
            <a:xfrm>
              <a:off x="3600877" y="3349402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1" name="Freeform 4760">
              <a:extLst>
                <a:ext uri="{FF2B5EF4-FFF2-40B4-BE49-F238E27FC236}">
                  <a16:creationId xmlns:a16="http://schemas.microsoft.com/office/drawing/2014/main" id="{0BD655E4-CDE6-C1A1-2D45-CAA1A2C58AF3}"/>
                </a:ext>
              </a:extLst>
            </p:cNvPr>
            <p:cNvSpPr/>
            <p:nvPr/>
          </p:nvSpPr>
          <p:spPr>
            <a:xfrm>
              <a:off x="3600877" y="4564991"/>
              <a:ext cx="2451337" cy="1162"/>
            </a:xfrm>
            <a:custGeom>
              <a:avLst/>
              <a:gdLst>
                <a:gd name="csX0" fmla="*/ 0 w 2451337"/>
                <a:gd name="csY0" fmla="*/ 0 h 1162"/>
                <a:gd name="csX1" fmla="*/ 2451337 w 2451337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451337" h="1162">
                  <a:moveTo>
                    <a:pt x="0" y="0"/>
                  </a:moveTo>
                  <a:lnTo>
                    <a:pt x="2451337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2" name="Freeform 4761">
              <a:extLst>
                <a:ext uri="{FF2B5EF4-FFF2-40B4-BE49-F238E27FC236}">
                  <a16:creationId xmlns:a16="http://schemas.microsoft.com/office/drawing/2014/main" id="{FE99BCC0-C976-D62A-EAAC-E400653218BD}"/>
                </a:ext>
              </a:extLst>
            </p:cNvPr>
            <p:cNvSpPr/>
            <p:nvPr/>
          </p:nvSpPr>
          <p:spPr>
            <a:xfrm>
              <a:off x="4039482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3" name="Freeform 4762">
              <a:extLst>
                <a:ext uri="{FF2B5EF4-FFF2-40B4-BE49-F238E27FC236}">
                  <a16:creationId xmlns:a16="http://schemas.microsoft.com/office/drawing/2014/main" id="{81A2E384-F076-9D36-4F34-54BE03FFDAC0}"/>
                </a:ext>
              </a:extLst>
            </p:cNvPr>
            <p:cNvSpPr/>
            <p:nvPr/>
          </p:nvSpPr>
          <p:spPr>
            <a:xfrm>
              <a:off x="4591805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4" name="Freeform 4763">
              <a:extLst>
                <a:ext uri="{FF2B5EF4-FFF2-40B4-BE49-F238E27FC236}">
                  <a16:creationId xmlns:a16="http://schemas.microsoft.com/office/drawing/2014/main" id="{7CF376A9-5941-6BF6-E04E-9A1596528CFC}"/>
                </a:ext>
              </a:extLst>
            </p:cNvPr>
            <p:cNvSpPr/>
            <p:nvPr/>
          </p:nvSpPr>
          <p:spPr>
            <a:xfrm>
              <a:off x="5144124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5" name="Freeform 4764">
              <a:extLst>
                <a:ext uri="{FF2B5EF4-FFF2-40B4-BE49-F238E27FC236}">
                  <a16:creationId xmlns:a16="http://schemas.microsoft.com/office/drawing/2014/main" id="{D3F473D4-13E6-F82B-4909-C87100191257}"/>
                </a:ext>
              </a:extLst>
            </p:cNvPr>
            <p:cNvSpPr/>
            <p:nvPr/>
          </p:nvSpPr>
          <p:spPr>
            <a:xfrm>
              <a:off x="5696454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6" name="Freeform 4765">
              <a:extLst>
                <a:ext uri="{FF2B5EF4-FFF2-40B4-BE49-F238E27FC236}">
                  <a16:creationId xmlns:a16="http://schemas.microsoft.com/office/drawing/2014/main" id="{BE1A02EE-156E-F297-0B6E-ED31277769A8}"/>
                </a:ext>
              </a:extLst>
            </p:cNvPr>
            <p:cNvSpPr/>
            <p:nvPr/>
          </p:nvSpPr>
          <p:spPr>
            <a:xfrm>
              <a:off x="4010790" y="4608261"/>
              <a:ext cx="57385" cy="92014"/>
            </a:xfrm>
            <a:custGeom>
              <a:avLst/>
              <a:gdLst>
                <a:gd name="csX0" fmla="*/ 14709 w 57385"/>
                <a:gd name="csY0" fmla="*/ 81728 h 92014"/>
                <a:gd name="csX1" fmla="*/ 57385 w 57385"/>
                <a:gd name="csY1" fmla="*/ 81728 h 92014"/>
                <a:gd name="csX2" fmla="*/ 57385 w 57385"/>
                <a:gd name="csY2" fmla="*/ 92014 h 92014"/>
                <a:gd name="csX3" fmla="*/ 0 w 57385"/>
                <a:gd name="csY3" fmla="*/ 92014 h 92014"/>
                <a:gd name="csX4" fmla="*/ 0 w 57385"/>
                <a:gd name="csY4" fmla="*/ 81728 h 92014"/>
                <a:gd name="csX5" fmla="*/ 18947 w 57385"/>
                <a:gd name="csY5" fmla="*/ 62412 h 92014"/>
                <a:gd name="csX6" fmla="*/ 34080 w 57385"/>
                <a:gd name="csY6" fmla="*/ 46734 h 92014"/>
                <a:gd name="csX7" fmla="*/ 42252 w 57385"/>
                <a:gd name="csY7" fmla="*/ 35599 h 92014"/>
                <a:gd name="csX8" fmla="*/ 44612 w 57385"/>
                <a:gd name="csY8" fmla="*/ 26580 h 92014"/>
                <a:gd name="csX9" fmla="*/ 39528 w 57385"/>
                <a:gd name="csY9" fmla="*/ 14830 h 92014"/>
                <a:gd name="csX10" fmla="*/ 26392 w 57385"/>
                <a:gd name="csY10" fmla="*/ 10297 h 92014"/>
                <a:gd name="csX11" fmla="*/ 14225 w 57385"/>
                <a:gd name="csY11" fmla="*/ 12296 h 92014"/>
                <a:gd name="csX12" fmla="*/ 606 w 57385"/>
                <a:gd name="csY12" fmla="*/ 18352 h 92014"/>
                <a:gd name="csX13" fmla="*/ 606 w 57385"/>
                <a:gd name="csY13" fmla="*/ 5997 h 92014"/>
                <a:gd name="csX14" fmla="*/ 14407 w 57385"/>
                <a:gd name="csY14" fmla="*/ 1522 h 92014"/>
                <a:gd name="csX15" fmla="*/ 26150 w 57385"/>
                <a:gd name="csY15" fmla="*/ 0 h 92014"/>
                <a:gd name="csX16" fmla="*/ 48547 w 57385"/>
                <a:gd name="csY16" fmla="*/ 7032 h 92014"/>
                <a:gd name="csX17" fmla="*/ 56901 w 57385"/>
                <a:gd name="csY17" fmla="*/ 25790 h 92014"/>
                <a:gd name="csX18" fmla="*/ 54782 w 57385"/>
                <a:gd name="csY18" fmla="*/ 36390 h 92014"/>
                <a:gd name="csX19" fmla="*/ 47216 w 57385"/>
                <a:gd name="csY19" fmla="*/ 48128 h 92014"/>
                <a:gd name="csX20" fmla="*/ 37590 w 57385"/>
                <a:gd name="csY20" fmla="*/ 58298 h 92014"/>
                <a:gd name="csX21" fmla="*/ 14709 w 57385"/>
                <a:gd name="csY21" fmla="*/ 81728 h 92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7385" h="92014">
                  <a:moveTo>
                    <a:pt x="14709" y="81728"/>
                  </a:moveTo>
                  <a:lnTo>
                    <a:pt x="57385" y="81728"/>
                  </a:lnTo>
                  <a:lnTo>
                    <a:pt x="57385" y="92014"/>
                  </a:lnTo>
                  <a:lnTo>
                    <a:pt x="0" y="92014"/>
                  </a:lnTo>
                  <a:lnTo>
                    <a:pt x="0" y="81728"/>
                  </a:lnTo>
                  <a:cubicBezTo>
                    <a:pt x="4640" y="76925"/>
                    <a:pt x="10956" y="70486"/>
                    <a:pt x="18947" y="62412"/>
                  </a:cubicBezTo>
                  <a:cubicBezTo>
                    <a:pt x="26977" y="54300"/>
                    <a:pt x="32022" y="49074"/>
                    <a:pt x="34080" y="46734"/>
                  </a:cubicBezTo>
                  <a:cubicBezTo>
                    <a:pt x="37995" y="42340"/>
                    <a:pt x="40719" y="38629"/>
                    <a:pt x="42252" y="35599"/>
                  </a:cubicBezTo>
                  <a:cubicBezTo>
                    <a:pt x="43826" y="32531"/>
                    <a:pt x="44612" y="29525"/>
                    <a:pt x="44612" y="26580"/>
                  </a:cubicBezTo>
                  <a:cubicBezTo>
                    <a:pt x="44612" y="21776"/>
                    <a:pt x="42918" y="17860"/>
                    <a:pt x="39528" y="14830"/>
                  </a:cubicBezTo>
                  <a:cubicBezTo>
                    <a:pt x="36178" y="11808"/>
                    <a:pt x="31800" y="10297"/>
                    <a:pt x="26392" y="10297"/>
                  </a:cubicBezTo>
                  <a:cubicBezTo>
                    <a:pt x="22558" y="10297"/>
                    <a:pt x="18502" y="10964"/>
                    <a:pt x="14225" y="12296"/>
                  </a:cubicBezTo>
                  <a:cubicBezTo>
                    <a:pt x="9988" y="13629"/>
                    <a:pt x="5448" y="15648"/>
                    <a:pt x="606" y="18352"/>
                  </a:cubicBezTo>
                  <a:lnTo>
                    <a:pt x="606" y="5997"/>
                  </a:lnTo>
                  <a:cubicBezTo>
                    <a:pt x="5529" y="4021"/>
                    <a:pt x="10129" y="2530"/>
                    <a:pt x="14407" y="1522"/>
                  </a:cubicBezTo>
                  <a:cubicBezTo>
                    <a:pt x="18684" y="507"/>
                    <a:pt x="22599" y="0"/>
                    <a:pt x="26150" y="0"/>
                  </a:cubicBezTo>
                  <a:cubicBezTo>
                    <a:pt x="35513" y="0"/>
                    <a:pt x="42978" y="2344"/>
                    <a:pt x="48547" y="7032"/>
                  </a:cubicBezTo>
                  <a:cubicBezTo>
                    <a:pt x="54116" y="11711"/>
                    <a:pt x="56901" y="17964"/>
                    <a:pt x="56901" y="25790"/>
                  </a:cubicBezTo>
                  <a:cubicBezTo>
                    <a:pt x="56901" y="29501"/>
                    <a:pt x="56195" y="33035"/>
                    <a:pt x="54782" y="36390"/>
                  </a:cubicBezTo>
                  <a:cubicBezTo>
                    <a:pt x="53410" y="39698"/>
                    <a:pt x="50888" y="43611"/>
                    <a:pt x="47216" y="48128"/>
                  </a:cubicBezTo>
                  <a:cubicBezTo>
                    <a:pt x="46207" y="49298"/>
                    <a:pt x="42999" y="52688"/>
                    <a:pt x="37590" y="58298"/>
                  </a:cubicBezTo>
                  <a:cubicBezTo>
                    <a:pt x="32183" y="63869"/>
                    <a:pt x="24556" y="71679"/>
                    <a:pt x="14709" y="8172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7" name="Freeform 4766">
              <a:extLst>
                <a:ext uri="{FF2B5EF4-FFF2-40B4-BE49-F238E27FC236}">
                  <a16:creationId xmlns:a16="http://schemas.microsoft.com/office/drawing/2014/main" id="{60542348-757C-7C54-59FE-7C073EC4085D}"/>
                </a:ext>
              </a:extLst>
            </p:cNvPr>
            <p:cNvSpPr/>
            <p:nvPr/>
          </p:nvSpPr>
          <p:spPr>
            <a:xfrm>
              <a:off x="4558879" y="4609900"/>
              <a:ext cx="65852" cy="90375"/>
            </a:xfrm>
            <a:custGeom>
              <a:avLst/>
              <a:gdLst>
                <a:gd name="csX0" fmla="*/ 40794 w 65852"/>
                <a:gd name="csY0" fmla="*/ 10658 h 90375"/>
                <a:gd name="csX1" fmla="*/ 9926 w 65852"/>
                <a:gd name="csY1" fmla="*/ 58902 h 90375"/>
                <a:gd name="csX2" fmla="*/ 40794 w 65852"/>
                <a:gd name="csY2" fmla="*/ 58902 h 90375"/>
                <a:gd name="csX3" fmla="*/ 40794 w 65852"/>
                <a:gd name="csY3" fmla="*/ 10658 h 90375"/>
                <a:gd name="csX4" fmla="*/ 37587 w 65852"/>
                <a:gd name="csY4" fmla="*/ 0 h 90375"/>
                <a:gd name="csX5" fmla="*/ 52963 w 65852"/>
                <a:gd name="csY5" fmla="*/ 0 h 90375"/>
                <a:gd name="csX6" fmla="*/ 52963 w 65852"/>
                <a:gd name="csY6" fmla="*/ 58902 h 90375"/>
                <a:gd name="csX7" fmla="*/ 65852 w 65852"/>
                <a:gd name="csY7" fmla="*/ 58902 h 90375"/>
                <a:gd name="csX8" fmla="*/ 65852 w 65852"/>
                <a:gd name="csY8" fmla="*/ 69072 h 90375"/>
                <a:gd name="csX9" fmla="*/ 52963 w 65852"/>
                <a:gd name="csY9" fmla="*/ 69072 h 90375"/>
                <a:gd name="csX10" fmla="*/ 52963 w 65852"/>
                <a:gd name="csY10" fmla="*/ 90376 h 90375"/>
                <a:gd name="csX11" fmla="*/ 40794 w 65852"/>
                <a:gd name="csY11" fmla="*/ 90376 h 90375"/>
                <a:gd name="csX12" fmla="*/ 40794 w 65852"/>
                <a:gd name="csY12" fmla="*/ 69072 h 90375"/>
                <a:gd name="csX13" fmla="*/ 0 w 65852"/>
                <a:gd name="csY13" fmla="*/ 69072 h 90375"/>
                <a:gd name="csX14" fmla="*/ 0 w 65852"/>
                <a:gd name="csY14" fmla="*/ 57263 h 90375"/>
                <a:gd name="csX15" fmla="*/ 37587 w 65852"/>
                <a:gd name="csY15" fmla="*/ 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5852" h="90375">
                  <a:moveTo>
                    <a:pt x="40794" y="10658"/>
                  </a:moveTo>
                  <a:lnTo>
                    <a:pt x="9926" y="58902"/>
                  </a:lnTo>
                  <a:lnTo>
                    <a:pt x="40794" y="58902"/>
                  </a:lnTo>
                  <a:lnTo>
                    <a:pt x="40794" y="10658"/>
                  </a:lnTo>
                  <a:moveTo>
                    <a:pt x="37587" y="0"/>
                  </a:moveTo>
                  <a:lnTo>
                    <a:pt x="52963" y="0"/>
                  </a:lnTo>
                  <a:lnTo>
                    <a:pt x="52963" y="58902"/>
                  </a:lnTo>
                  <a:lnTo>
                    <a:pt x="65852" y="58902"/>
                  </a:lnTo>
                  <a:lnTo>
                    <a:pt x="65852" y="69072"/>
                  </a:lnTo>
                  <a:lnTo>
                    <a:pt x="52963" y="69072"/>
                  </a:lnTo>
                  <a:lnTo>
                    <a:pt x="52963" y="90376"/>
                  </a:lnTo>
                  <a:lnTo>
                    <a:pt x="40794" y="90376"/>
                  </a:lnTo>
                  <a:lnTo>
                    <a:pt x="40794" y="69072"/>
                  </a:lnTo>
                  <a:lnTo>
                    <a:pt x="0" y="69072"/>
                  </a:lnTo>
                  <a:lnTo>
                    <a:pt x="0" y="57263"/>
                  </a:lnTo>
                  <a:lnTo>
                    <a:pt x="3758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8" name="Freeform 4767">
              <a:extLst>
                <a:ext uri="{FF2B5EF4-FFF2-40B4-BE49-F238E27FC236}">
                  <a16:creationId xmlns:a16="http://schemas.microsoft.com/office/drawing/2014/main" id="{FD73B1E7-293C-5B9E-90F8-90B21790B92C}"/>
                </a:ext>
              </a:extLst>
            </p:cNvPr>
            <p:cNvSpPr/>
            <p:nvPr/>
          </p:nvSpPr>
          <p:spPr>
            <a:xfrm>
              <a:off x="5112929" y="4608261"/>
              <a:ext cx="62400" cy="93769"/>
            </a:xfrm>
            <a:custGeom>
              <a:avLst/>
              <a:gdLst>
                <a:gd name="csX0" fmla="*/ 32264 w 62400"/>
                <a:gd name="csY0" fmla="*/ 41957 h 93769"/>
                <a:gd name="csX1" fmla="*/ 19189 w 62400"/>
                <a:gd name="csY1" fmla="*/ 47582 h 93769"/>
                <a:gd name="csX2" fmla="*/ 14400 w 62400"/>
                <a:gd name="csY2" fmla="*/ 63016 h 93769"/>
                <a:gd name="csX3" fmla="*/ 19189 w 62400"/>
                <a:gd name="csY3" fmla="*/ 78451 h 93769"/>
                <a:gd name="csX4" fmla="*/ 32264 w 62400"/>
                <a:gd name="csY4" fmla="*/ 84088 h 93769"/>
                <a:gd name="csX5" fmla="*/ 45269 w 62400"/>
                <a:gd name="csY5" fmla="*/ 78451 h 93769"/>
                <a:gd name="csX6" fmla="*/ 50116 w 62400"/>
                <a:gd name="csY6" fmla="*/ 63016 h 93769"/>
                <a:gd name="csX7" fmla="*/ 45269 w 62400"/>
                <a:gd name="csY7" fmla="*/ 47582 h 93769"/>
                <a:gd name="csX8" fmla="*/ 32264 w 62400"/>
                <a:gd name="csY8" fmla="*/ 41957 h 93769"/>
                <a:gd name="csX9" fmla="*/ 56531 w 62400"/>
                <a:gd name="csY9" fmla="*/ 3638 h 93769"/>
                <a:gd name="csX10" fmla="*/ 56531 w 62400"/>
                <a:gd name="csY10" fmla="*/ 14772 h 93769"/>
                <a:gd name="csX11" fmla="*/ 47210 w 62400"/>
                <a:gd name="csY11" fmla="*/ 11448 h 93769"/>
                <a:gd name="csX12" fmla="*/ 37947 w 62400"/>
                <a:gd name="csY12" fmla="*/ 10297 h 93769"/>
                <a:gd name="csX13" fmla="*/ 19421 w 62400"/>
                <a:gd name="csY13" fmla="*/ 18468 h 93769"/>
                <a:gd name="csX14" fmla="*/ 12157 w 62400"/>
                <a:gd name="csY14" fmla="*/ 43165 h 93769"/>
                <a:gd name="csX15" fmla="*/ 21118 w 62400"/>
                <a:gd name="csY15" fmla="*/ 35111 h 93769"/>
                <a:gd name="csX16" fmla="*/ 32984 w 62400"/>
                <a:gd name="csY16" fmla="*/ 32264 h 93769"/>
                <a:gd name="csX17" fmla="*/ 54474 w 62400"/>
                <a:gd name="csY17" fmla="*/ 40562 h 93769"/>
                <a:gd name="csX18" fmla="*/ 62401 w 62400"/>
                <a:gd name="csY18" fmla="*/ 63016 h 93769"/>
                <a:gd name="csX19" fmla="*/ 54172 w 62400"/>
                <a:gd name="csY19" fmla="*/ 85355 h 93769"/>
                <a:gd name="csX20" fmla="*/ 32264 w 62400"/>
                <a:gd name="csY20" fmla="*/ 93769 h 93769"/>
                <a:gd name="csX21" fmla="*/ 8287 w 62400"/>
                <a:gd name="csY21" fmla="*/ 81787 h 93769"/>
                <a:gd name="csX22" fmla="*/ 0 w 62400"/>
                <a:gd name="csY22" fmla="*/ 46919 h 93769"/>
                <a:gd name="csX23" fmla="*/ 10170 w 62400"/>
                <a:gd name="csY23" fmla="*/ 12773 h 93769"/>
                <a:gd name="csX24" fmla="*/ 37471 w 62400"/>
                <a:gd name="csY24" fmla="*/ 0 h 93769"/>
                <a:gd name="csX25" fmla="*/ 46722 w 62400"/>
                <a:gd name="csY25" fmla="*/ 918 h 93769"/>
                <a:gd name="csX26" fmla="*/ 56531 w 62400"/>
                <a:gd name="csY26" fmla="*/ 3638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400" h="93769">
                  <a:moveTo>
                    <a:pt x="32264" y="41957"/>
                  </a:moveTo>
                  <a:cubicBezTo>
                    <a:pt x="26770" y="41957"/>
                    <a:pt x="22412" y="43832"/>
                    <a:pt x="19189" y="47582"/>
                  </a:cubicBezTo>
                  <a:cubicBezTo>
                    <a:pt x="15996" y="51340"/>
                    <a:pt x="14400" y="56485"/>
                    <a:pt x="14400" y="63016"/>
                  </a:cubicBezTo>
                  <a:cubicBezTo>
                    <a:pt x="14400" y="69517"/>
                    <a:pt x="15996" y="74662"/>
                    <a:pt x="19189" y="78451"/>
                  </a:cubicBezTo>
                  <a:cubicBezTo>
                    <a:pt x="22412" y="82209"/>
                    <a:pt x="26770" y="84088"/>
                    <a:pt x="32264" y="84088"/>
                  </a:cubicBezTo>
                  <a:cubicBezTo>
                    <a:pt x="37749" y="84088"/>
                    <a:pt x="42085" y="82209"/>
                    <a:pt x="45269" y="78451"/>
                  </a:cubicBezTo>
                  <a:cubicBezTo>
                    <a:pt x="48500" y="74662"/>
                    <a:pt x="50116" y="69517"/>
                    <a:pt x="50116" y="63016"/>
                  </a:cubicBezTo>
                  <a:cubicBezTo>
                    <a:pt x="50116" y="56485"/>
                    <a:pt x="48500" y="51340"/>
                    <a:pt x="45269" y="47582"/>
                  </a:cubicBezTo>
                  <a:cubicBezTo>
                    <a:pt x="42085" y="43832"/>
                    <a:pt x="37749" y="41957"/>
                    <a:pt x="32264" y="41957"/>
                  </a:cubicBezTo>
                  <a:moveTo>
                    <a:pt x="56531" y="3638"/>
                  </a:moveTo>
                  <a:lnTo>
                    <a:pt x="56531" y="14772"/>
                  </a:lnTo>
                  <a:cubicBezTo>
                    <a:pt x="53463" y="13323"/>
                    <a:pt x="50356" y="12215"/>
                    <a:pt x="47210" y="11448"/>
                  </a:cubicBezTo>
                  <a:cubicBezTo>
                    <a:pt x="44103" y="10681"/>
                    <a:pt x="41015" y="10297"/>
                    <a:pt x="37947" y="10297"/>
                  </a:cubicBezTo>
                  <a:cubicBezTo>
                    <a:pt x="29881" y="10297"/>
                    <a:pt x="23706" y="13021"/>
                    <a:pt x="19421" y="18468"/>
                  </a:cubicBezTo>
                  <a:cubicBezTo>
                    <a:pt x="15191" y="23915"/>
                    <a:pt x="12769" y="32148"/>
                    <a:pt x="12157" y="43165"/>
                  </a:cubicBezTo>
                  <a:cubicBezTo>
                    <a:pt x="14544" y="39656"/>
                    <a:pt x="17530" y="36971"/>
                    <a:pt x="21118" y="35111"/>
                  </a:cubicBezTo>
                  <a:cubicBezTo>
                    <a:pt x="24713" y="33213"/>
                    <a:pt x="28669" y="32264"/>
                    <a:pt x="32984" y="32264"/>
                  </a:cubicBezTo>
                  <a:cubicBezTo>
                    <a:pt x="42065" y="32264"/>
                    <a:pt x="49229" y="35030"/>
                    <a:pt x="54474" y="40562"/>
                  </a:cubicBezTo>
                  <a:cubicBezTo>
                    <a:pt x="59758" y="46048"/>
                    <a:pt x="62401" y="53533"/>
                    <a:pt x="62401" y="63016"/>
                  </a:cubicBezTo>
                  <a:cubicBezTo>
                    <a:pt x="62401" y="72299"/>
                    <a:pt x="59658" y="79745"/>
                    <a:pt x="54172" y="85355"/>
                  </a:cubicBezTo>
                  <a:cubicBezTo>
                    <a:pt x="48686" y="90964"/>
                    <a:pt x="41383" y="93769"/>
                    <a:pt x="32264" y="93769"/>
                  </a:cubicBezTo>
                  <a:cubicBezTo>
                    <a:pt x="21811" y="93769"/>
                    <a:pt x="13819" y="89775"/>
                    <a:pt x="8287" y="81787"/>
                  </a:cubicBezTo>
                  <a:cubicBezTo>
                    <a:pt x="2762" y="73752"/>
                    <a:pt x="0" y="62129"/>
                    <a:pt x="0" y="46919"/>
                  </a:cubicBezTo>
                  <a:cubicBezTo>
                    <a:pt x="0" y="32632"/>
                    <a:pt x="3390" y="21250"/>
                    <a:pt x="10170" y="12773"/>
                  </a:cubicBezTo>
                  <a:cubicBezTo>
                    <a:pt x="16949" y="4258"/>
                    <a:pt x="26050" y="0"/>
                    <a:pt x="37471" y="0"/>
                  </a:cubicBezTo>
                  <a:cubicBezTo>
                    <a:pt x="40531" y="0"/>
                    <a:pt x="43615" y="306"/>
                    <a:pt x="46722" y="918"/>
                  </a:cubicBezTo>
                  <a:cubicBezTo>
                    <a:pt x="49875" y="1523"/>
                    <a:pt x="53145" y="2429"/>
                    <a:pt x="56531" y="363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69" name="Freeform 4768">
              <a:extLst>
                <a:ext uri="{FF2B5EF4-FFF2-40B4-BE49-F238E27FC236}">
                  <a16:creationId xmlns:a16="http://schemas.microsoft.com/office/drawing/2014/main" id="{CBA11727-3124-432F-8E97-0233735995CF}"/>
                </a:ext>
              </a:extLst>
            </p:cNvPr>
            <p:cNvSpPr/>
            <p:nvPr/>
          </p:nvSpPr>
          <p:spPr>
            <a:xfrm>
              <a:off x="5665457" y="4608261"/>
              <a:ext cx="61993" cy="93769"/>
            </a:xfrm>
            <a:custGeom>
              <a:avLst/>
              <a:gdLst>
                <a:gd name="csX0" fmla="*/ 30997 w 61993"/>
                <a:gd name="csY0" fmla="*/ 49093 h 93769"/>
                <a:gd name="csX1" fmla="*/ 17259 w 61993"/>
                <a:gd name="csY1" fmla="*/ 53753 h 93769"/>
                <a:gd name="csX2" fmla="*/ 12296 w 61993"/>
                <a:gd name="csY2" fmla="*/ 66596 h 93769"/>
                <a:gd name="csX3" fmla="*/ 17259 w 61993"/>
                <a:gd name="csY3" fmla="*/ 79427 h 93769"/>
                <a:gd name="csX4" fmla="*/ 30997 w 61993"/>
                <a:gd name="csY4" fmla="*/ 84088 h 93769"/>
                <a:gd name="csX5" fmla="*/ 44734 w 61993"/>
                <a:gd name="csY5" fmla="*/ 79427 h 93769"/>
                <a:gd name="csX6" fmla="*/ 49755 w 61993"/>
                <a:gd name="csY6" fmla="*/ 66596 h 93769"/>
                <a:gd name="csX7" fmla="*/ 44734 w 61993"/>
                <a:gd name="csY7" fmla="*/ 53753 h 93769"/>
                <a:gd name="csX8" fmla="*/ 30997 w 61993"/>
                <a:gd name="csY8" fmla="*/ 49093 h 93769"/>
                <a:gd name="csX9" fmla="*/ 18770 w 61993"/>
                <a:gd name="csY9" fmla="*/ 43886 h 93769"/>
                <a:gd name="csX10" fmla="*/ 6485 w 61993"/>
                <a:gd name="csY10" fmla="*/ 36564 h 93769"/>
                <a:gd name="csX11" fmla="*/ 2127 w 61993"/>
                <a:gd name="csY11" fmla="*/ 23431 h 93769"/>
                <a:gd name="csX12" fmla="*/ 9809 w 61993"/>
                <a:gd name="csY12" fmla="*/ 6299 h 93769"/>
                <a:gd name="csX13" fmla="*/ 30997 w 61993"/>
                <a:gd name="csY13" fmla="*/ 0 h 93769"/>
                <a:gd name="csX14" fmla="*/ 52184 w 61993"/>
                <a:gd name="csY14" fmla="*/ 6299 h 93769"/>
                <a:gd name="csX15" fmla="*/ 59867 w 61993"/>
                <a:gd name="csY15" fmla="*/ 23431 h 93769"/>
                <a:gd name="csX16" fmla="*/ 55450 w 61993"/>
                <a:gd name="csY16" fmla="*/ 36564 h 93769"/>
                <a:gd name="csX17" fmla="*/ 43282 w 61993"/>
                <a:gd name="csY17" fmla="*/ 43886 h 93769"/>
                <a:gd name="csX18" fmla="*/ 57019 w 61993"/>
                <a:gd name="csY18" fmla="*/ 51940 h 93769"/>
                <a:gd name="csX19" fmla="*/ 61994 w 61993"/>
                <a:gd name="csY19" fmla="*/ 66596 h 93769"/>
                <a:gd name="csX20" fmla="*/ 53939 w 61993"/>
                <a:gd name="csY20" fmla="*/ 86749 h 93769"/>
                <a:gd name="csX21" fmla="*/ 30997 w 61993"/>
                <a:gd name="csY21" fmla="*/ 93769 h 93769"/>
                <a:gd name="csX22" fmla="*/ 7996 w 61993"/>
                <a:gd name="csY22" fmla="*/ 86749 h 93769"/>
                <a:gd name="csX23" fmla="*/ 0 w 61993"/>
                <a:gd name="csY23" fmla="*/ 66596 h 93769"/>
                <a:gd name="csX24" fmla="*/ 4963 w 61993"/>
                <a:gd name="csY24" fmla="*/ 51940 h 93769"/>
                <a:gd name="csX25" fmla="*/ 18770 w 61993"/>
                <a:gd name="csY25" fmla="*/ 43886 h 93769"/>
                <a:gd name="csX26" fmla="*/ 14284 w 61993"/>
                <a:gd name="csY26" fmla="*/ 24581 h 93769"/>
                <a:gd name="csX27" fmla="*/ 18642 w 61993"/>
                <a:gd name="csY27" fmla="*/ 35541 h 93769"/>
                <a:gd name="csX28" fmla="*/ 30997 w 61993"/>
                <a:gd name="csY28" fmla="*/ 39470 h 93769"/>
                <a:gd name="csX29" fmla="*/ 43282 w 61993"/>
                <a:gd name="csY29" fmla="*/ 35541 h 93769"/>
                <a:gd name="csX30" fmla="*/ 47768 w 61993"/>
                <a:gd name="csY30" fmla="*/ 24581 h 93769"/>
                <a:gd name="csX31" fmla="*/ 43282 w 61993"/>
                <a:gd name="csY31" fmla="*/ 13621 h 93769"/>
                <a:gd name="csX32" fmla="*/ 30997 w 61993"/>
                <a:gd name="csY32" fmla="*/ 9693 h 93769"/>
                <a:gd name="csX33" fmla="*/ 18642 w 61993"/>
                <a:gd name="csY33" fmla="*/ 13621 h 93769"/>
                <a:gd name="csX34" fmla="*/ 14284 w 61993"/>
                <a:gd name="csY34" fmla="*/ 24581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993" h="93769">
                  <a:moveTo>
                    <a:pt x="30997" y="49093"/>
                  </a:moveTo>
                  <a:cubicBezTo>
                    <a:pt x="25186" y="49093"/>
                    <a:pt x="20606" y="50646"/>
                    <a:pt x="17259" y="53753"/>
                  </a:cubicBezTo>
                  <a:cubicBezTo>
                    <a:pt x="13951" y="56861"/>
                    <a:pt x="12296" y="61141"/>
                    <a:pt x="12296" y="66596"/>
                  </a:cubicBezTo>
                  <a:cubicBezTo>
                    <a:pt x="12296" y="72043"/>
                    <a:pt x="13951" y="76320"/>
                    <a:pt x="17259" y="79427"/>
                  </a:cubicBezTo>
                  <a:cubicBezTo>
                    <a:pt x="20606" y="82534"/>
                    <a:pt x="25186" y="84088"/>
                    <a:pt x="30997" y="84088"/>
                  </a:cubicBezTo>
                  <a:cubicBezTo>
                    <a:pt x="36808" y="84088"/>
                    <a:pt x="41387" y="82534"/>
                    <a:pt x="44734" y="79427"/>
                  </a:cubicBezTo>
                  <a:cubicBezTo>
                    <a:pt x="48082" y="76281"/>
                    <a:pt x="49755" y="72004"/>
                    <a:pt x="49755" y="66596"/>
                  </a:cubicBezTo>
                  <a:cubicBezTo>
                    <a:pt x="49755" y="61141"/>
                    <a:pt x="48082" y="56861"/>
                    <a:pt x="44734" y="53753"/>
                  </a:cubicBezTo>
                  <a:cubicBezTo>
                    <a:pt x="41426" y="50646"/>
                    <a:pt x="36847" y="49093"/>
                    <a:pt x="30997" y="49093"/>
                  </a:cubicBezTo>
                  <a:moveTo>
                    <a:pt x="18770" y="43886"/>
                  </a:moveTo>
                  <a:cubicBezTo>
                    <a:pt x="13525" y="42600"/>
                    <a:pt x="9430" y="40159"/>
                    <a:pt x="6485" y="36564"/>
                  </a:cubicBezTo>
                  <a:cubicBezTo>
                    <a:pt x="3580" y="32976"/>
                    <a:pt x="2127" y="28599"/>
                    <a:pt x="2127" y="23431"/>
                  </a:cubicBezTo>
                  <a:cubicBezTo>
                    <a:pt x="2127" y="16209"/>
                    <a:pt x="4688" y="10499"/>
                    <a:pt x="9809" y="6299"/>
                  </a:cubicBezTo>
                  <a:cubicBezTo>
                    <a:pt x="14977" y="2100"/>
                    <a:pt x="22040" y="0"/>
                    <a:pt x="30997" y="0"/>
                  </a:cubicBezTo>
                  <a:cubicBezTo>
                    <a:pt x="39992" y="0"/>
                    <a:pt x="47055" y="2100"/>
                    <a:pt x="52184" y="6299"/>
                  </a:cubicBezTo>
                  <a:cubicBezTo>
                    <a:pt x="57306" y="10499"/>
                    <a:pt x="59867" y="16209"/>
                    <a:pt x="59867" y="23431"/>
                  </a:cubicBezTo>
                  <a:cubicBezTo>
                    <a:pt x="59867" y="28599"/>
                    <a:pt x="58395" y="32976"/>
                    <a:pt x="55450" y="36564"/>
                  </a:cubicBezTo>
                  <a:cubicBezTo>
                    <a:pt x="52545" y="40159"/>
                    <a:pt x="48488" y="42600"/>
                    <a:pt x="43282" y="43886"/>
                  </a:cubicBezTo>
                  <a:cubicBezTo>
                    <a:pt x="49178" y="45265"/>
                    <a:pt x="53757" y="47950"/>
                    <a:pt x="57019" y="51940"/>
                  </a:cubicBezTo>
                  <a:cubicBezTo>
                    <a:pt x="60336" y="55938"/>
                    <a:pt x="61994" y="60824"/>
                    <a:pt x="61994" y="66596"/>
                  </a:cubicBezTo>
                  <a:cubicBezTo>
                    <a:pt x="61994" y="75352"/>
                    <a:pt x="59309" y="82069"/>
                    <a:pt x="53939" y="86749"/>
                  </a:cubicBezTo>
                  <a:cubicBezTo>
                    <a:pt x="48609" y="91429"/>
                    <a:pt x="40961" y="93769"/>
                    <a:pt x="30997" y="93769"/>
                  </a:cubicBezTo>
                  <a:cubicBezTo>
                    <a:pt x="21025" y="93769"/>
                    <a:pt x="13358" y="91429"/>
                    <a:pt x="7996" y="86749"/>
                  </a:cubicBezTo>
                  <a:cubicBezTo>
                    <a:pt x="2665" y="82069"/>
                    <a:pt x="0" y="75352"/>
                    <a:pt x="0" y="66596"/>
                  </a:cubicBezTo>
                  <a:cubicBezTo>
                    <a:pt x="0" y="60824"/>
                    <a:pt x="1654" y="55938"/>
                    <a:pt x="4963" y="51940"/>
                  </a:cubicBezTo>
                  <a:cubicBezTo>
                    <a:pt x="8271" y="47950"/>
                    <a:pt x="12874" y="45265"/>
                    <a:pt x="18770" y="43886"/>
                  </a:cubicBezTo>
                  <a:moveTo>
                    <a:pt x="14284" y="24581"/>
                  </a:moveTo>
                  <a:cubicBezTo>
                    <a:pt x="14284" y="29261"/>
                    <a:pt x="15737" y="32914"/>
                    <a:pt x="18642" y="35541"/>
                  </a:cubicBezTo>
                  <a:cubicBezTo>
                    <a:pt x="21594" y="38160"/>
                    <a:pt x="25713" y="39470"/>
                    <a:pt x="30997" y="39470"/>
                  </a:cubicBezTo>
                  <a:cubicBezTo>
                    <a:pt x="36242" y="39470"/>
                    <a:pt x="40338" y="38160"/>
                    <a:pt x="43282" y="35541"/>
                  </a:cubicBezTo>
                  <a:cubicBezTo>
                    <a:pt x="46272" y="32914"/>
                    <a:pt x="47768" y="29261"/>
                    <a:pt x="47768" y="24581"/>
                  </a:cubicBezTo>
                  <a:cubicBezTo>
                    <a:pt x="47768" y="19901"/>
                    <a:pt x="46272" y="16248"/>
                    <a:pt x="43282" y="13621"/>
                  </a:cubicBezTo>
                  <a:cubicBezTo>
                    <a:pt x="40338" y="11003"/>
                    <a:pt x="36242" y="9693"/>
                    <a:pt x="30997" y="9693"/>
                  </a:cubicBezTo>
                  <a:cubicBezTo>
                    <a:pt x="25713" y="9693"/>
                    <a:pt x="21594" y="11003"/>
                    <a:pt x="18642" y="13621"/>
                  </a:cubicBezTo>
                  <a:cubicBezTo>
                    <a:pt x="15737" y="16248"/>
                    <a:pt x="14284" y="19901"/>
                    <a:pt x="14284" y="24581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0" name="Freeform 4769">
              <a:extLst>
                <a:ext uri="{FF2B5EF4-FFF2-40B4-BE49-F238E27FC236}">
                  <a16:creationId xmlns:a16="http://schemas.microsoft.com/office/drawing/2014/main" id="{A1D928D1-2D3A-10A4-1DB0-9A730E3D7AF3}"/>
                </a:ext>
              </a:extLst>
            </p:cNvPr>
            <p:cNvSpPr/>
            <p:nvPr/>
          </p:nvSpPr>
          <p:spPr>
            <a:xfrm>
              <a:off x="4586761" y="4767778"/>
              <a:ext cx="114201" cy="63155"/>
            </a:xfrm>
            <a:custGeom>
              <a:avLst/>
              <a:gdLst>
                <a:gd name="csX0" fmla="*/ 114201 w 114201"/>
                <a:gd name="csY0" fmla="*/ 41643 h 63155"/>
                <a:gd name="csX1" fmla="*/ 113585 w 114201"/>
                <a:gd name="csY1" fmla="*/ 44304 h 63155"/>
                <a:gd name="csX2" fmla="*/ 111470 w 114201"/>
                <a:gd name="csY2" fmla="*/ 49674 h 63155"/>
                <a:gd name="csX3" fmla="*/ 108007 w 114201"/>
                <a:gd name="csY3" fmla="*/ 55938 h 63155"/>
                <a:gd name="csX4" fmla="*/ 102765 w 114201"/>
                <a:gd name="csY4" fmla="*/ 61041 h 63155"/>
                <a:gd name="csX5" fmla="*/ 95885 w 114201"/>
                <a:gd name="csY5" fmla="*/ 63156 h 63155"/>
                <a:gd name="csX6" fmla="*/ 87726 w 114201"/>
                <a:gd name="csY6" fmla="*/ 59890 h 63155"/>
                <a:gd name="csX7" fmla="*/ 84460 w 114201"/>
                <a:gd name="csY7" fmla="*/ 51720 h 63155"/>
                <a:gd name="csX8" fmla="*/ 86296 w 114201"/>
                <a:gd name="csY8" fmla="*/ 44026 h 63155"/>
                <a:gd name="csX9" fmla="*/ 94932 w 114201"/>
                <a:gd name="csY9" fmla="*/ 12796 h 63155"/>
                <a:gd name="csX10" fmla="*/ 87389 w 114201"/>
                <a:gd name="csY10" fmla="*/ 3057 h 63155"/>
                <a:gd name="csX11" fmla="*/ 79218 w 114201"/>
                <a:gd name="csY11" fmla="*/ 4823 h 63155"/>
                <a:gd name="csX12" fmla="*/ 72814 w 114201"/>
                <a:gd name="csY12" fmla="*/ 9042 h 63155"/>
                <a:gd name="csX13" fmla="*/ 68328 w 114201"/>
                <a:gd name="csY13" fmla="*/ 14284 h 63155"/>
                <a:gd name="csX14" fmla="*/ 65469 w 114201"/>
                <a:gd name="csY14" fmla="*/ 18921 h 63155"/>
                <a:gd name="csX15" fmla="*/ 64446 w 114201"/>
                <a:gd name="csY15" fmla="*/ 21571 h 63155"/>
                <a:gd name="csX16" fmla="*/ 56078 w 114201"/>
                <a:gd name="csY16" fmla="*/ 55195 h 63155"/>
                <a:gd name="csX17" fmla="*/ 54916 w 114201"/>
                <a:gd name="csY17" fmla="*/ 59414 h 63155"/>
                <a:gd name="csX18" fmla="*/ 53149 w 114201"/>
                <a:gd name="csY18" fmla="*/ 61924 h 63155"/>
                <a:gd name="csX19" fmla="*/ 49813 w 114201"/>
                <a:gd name="csY19" fmla="*/ 63156 h 63155"/>
                <a:gd name="csX20" fmla="*/ 46885 w 114201"/>
                <a:gd name="csY20" fmla="*/ 62133 h 63155"/>
                <a:gd name="csX21" fmla="*/ 45734 w 114201"/>
                <a:gd name="csY21" fmla="*/ 59344 h 63155"/>
                <a:gd name="csX22" fmla="*/ 46071 w 114201"/>
                <a:gd name="csY22" fmla="*/ 57635 h 63155"/>
                <a:gd name="csX23" fmla="*/ 46885 w 114201"/>
                <a:gd name="csY23" fmla="*/ 54242 h 63155"/>
                <a:gd name="csX24" fmla="*/ 47570 w 114201"/>
                <a:gd name="csY24" fmla="*/ 51104 h 63155"/>
                <a:gd name="csX25" fmla="*/ 50360 w 114201"/>
                <a:gd name="csY25" fmla="*/ 40562 h 63155"/>
                <a:gd name="csX26" fmla="*/ 54242 w 114201"/>
                <a:gd name="csY26" fmla="*/ 24360 h 63155"/>
                <a:gd name="csX27" fmla="*/ 56345 w 114201"/>
                <a:gd name="csY27" fmla="*/ 12796 h 63155"/>
                <a:gd name="csX28" fmla="*/ 48791 w 114201"/>
                <a:gd name="csY28" fmla="*/ 3057 h 63155"/>
                <a:gd name="csX29" fmla="*/ 41515 w 114201"/>
                <a:gd name="csY29" fmla="*/ 4486 h 63155"/>
                <a:gd name="csX30" fmla="*/ 35657 w 114201"/>
                <a:gd name="csY30" fmla="*/ 7752 h 63155"/>
                <a:gd name="csX31" fmla="*/ 31101 w 114201"/>
                <a:gd name="csY31" fmla="*/ 12320 h 63155"/>
                <a:gd name="csX32" fmla="*/ 27905 w 114201"/>
                <a:gd name="csY32" fmla="*/ 16666 h 63155"/>
                <a:gd name="csX33" fmla="*/ 26069 w 114201"/>
                <a:gd name="csY33" fmla="*/ 20072 h 63155"/>
                <a:gd name="csX34" fmla="*/ 24291 w 114201"/>
                <a:gd name="csY34" fmla="*/ 27010 h 63155"/>
                <a:gd name="csX35" fmla="*/ 21908 w 114201"/>
                <a:gd name="csY35" fmla="*/ 36343 h 63155"/>
                <a:gd name="csX36" fmla="*/ 18851 w 114201"/>
                <a:gd name="csY36" fmla="*/ 48930 h 63155"/>
                <a:gd name="csX37" fmla="*/ 16202 w 114201"/>
                <a:gd name="csY37" fmla="*/ 59204 h 63155"/>
                <a:gd name="csX38" fmla="*/ 14017 w 114201"/>
                <a:gd name="csY38" fmla="*/ 62133 h 63155"/>
                <a:gd name="csX39" fmla="*/ 11030 w 114201"/>
                <a:gd name="csY39" fmla="*/ 63156 h 63155"/>
                <a:gd name="csX40" fmla="*/ 8171 w 114201"/>
                <a:gd name="csY40" fmla="*/ 62133 h 63155"/>
                <a:gd name="csX41" fmla="*/ 7008 w 114201"/>
                <a:gd name="csY41" fmla="*/ 59344 h 63155"/>
                <a:gd name="csX42" fmla="*/ 7217 w 114201"/>
                <a:gd name="csY42" fmla="*/ 58042 h 63155"/>
                <a:gd name="csX43" fmla="*/ 7752 w 114201"/>
                <a:gd name="csY43" fmla="*/ 55601 h 63155"/>
                <a:gd name="csX44" fmla="*/ 8229 w 114201"/>
                <a:gd name="csY44" fmla="*/ 53347 h 63155"/>
                <a:gd name="csX45" fmla="*/ 16329 w 114201"/>
                <a:gd name="csY45" fmla="*/ 21164 h 63155"/>
                <a:gd name="csX46" fmla="*/ 18166 w 114201"/>
                <a:gd name="csY46" fmla="*/ 13470 h 63155"/>
                <a:gd name="csX47" fmla="*/ 18584 w 114201"/>
                <a:gd name="csY47" fmla="*/ 9461 h 63155"/>
                <a:gd name="csX48" fmla="*/ 14226 w 114201"/>
                <a:gd name="csY48" fmla="*/ 3057 h 63155"/>
                <a:gd name="csX49" fmla="*/ 8368 w 114201"/>
                <a:gd name="csY49" fmla="*/ 7276 h 63155"/>
                <a:gd name="csX50" fmla="*/ 4079 w 114201"/>
                <a:gd name="csY50" fmla="*/ 19665 h 63155"/>
                <a:gd name="csX51" fmla="*/ 3057 w 114201"/>
                <a:gd name="csY51" fmla="*/ 22385 h 63155"/>
                <a:gd name="csX52" fmla="*/ 1697 w 114201"/>
                <a:gd name="csY52" fmla="*/ 22861 h 63155"/>
                <a:gd name="csX53" fmla="*/ 0 w 114201"/>
                <a:gd name="csY53" fmla="*/ 21432 h 63155"/>
                <a:gd name="csX54" fmla="*/ 546 w 114201"/>
                <a:gd name="csY54" fmla="*/ 18921 h 63155"/>
                <a:gd name="csX55" fmla="*/ 2104 w 114201"/>
                <a:gd name="csY55" fmla="*/ 13470 h 63155"/>
                <a:gd name="csX56" fmla="*/ 4358 w 114201"/>
                <a:gd name="csY56" fmla="*/ 7961 h 63155"/>
                <a:gd name="csX57" fmla="*/ 5648 w 114201"/>
                <a:gd name="csY57" fmla="*/ 5579 h 63155"/>
                <a:gd name="csX58" fmla="*/ 7485 w 114201"/>
                <a:gd name="csY58" fmla="*/ 3126 h 63155"/>
                <a:gd name="csX59" fmla="*/ 10553 w 114201"/>
                <a:gd name="csY59" fmla="*/ 814 h 63155"/>
                <a:gd name="csX60" fmla="*/ 14633 w 114201"/>
                <a:gd name="csY60" fmla="*/ 0 h 63155"/>
                <a:gd name="csX61" fmla="*/ 23280 w 114201"/>
                <a:gd name="csY61" fmla="*/ 3196 h 63155"/>
                <a:gd name="csX62" fmla="*/ 27499 w 114201"/>
                <a:gd name="csY62" fmla="*/ 12111 h 63155"/>
                <a:gd name="csX63" fmla="*/ 49209 w 114201"/>
                <a:gd name="csY63" fmla="*/ 0 h 63155"/>
                <a:gd name="csX64" fmla="*/ 60634 w 114201"/>
                <a:gd name="csY64" fmla="*/ 3603 h 63155"/>
                <a:gd name="csX65" fmla="*/ 65132 w 114201"/>
                <a:gd name="csY65" fmla="*/ 13470 h 63155"/>
                <a:gd name="csX66" fmla="*/ 87865 w 114201"/>
                <a:gd name="csY66" fmla="*/ 0 h 63155"/>
                <a:gd name="csX67" fmla="*/ 99697 w 114201"/>
                <a:gd name="csY67" fmla="*/ 4010 h 63155"/>
                <a:gd name="csX68" fmla="*/ 103857 w 114201"/>
                <a:gd name="csY68" fmla="*/ 14900 h 63155"/>
                <a:gd name="csX69" fmla="*/ 102010 w 114201"/>
                <a:gd name="csY69" fmla="*/ 25383 h 63155"/>
                <a:gd name="csX70" fmla="*/ 98953 w 114201"/>
                <a:gd name="csY70" fmla="*/ 35588 h 63155"/>
                <a:gd name="csX71" fmla="*/ 95350 w 114201"/>
                <a:gd name="csY71" fmla="*/ 45525 h 63155"/>
                <a:gd name="csX72" fmla="*/ 92828 w 114201"/>
                <a:gd name="csY72" fmla="*/ 55462 h 63155"/>
                <a:gd name="csX73" fmla="*/ 93641 w 114201"/>
                <a:gd name="csY73" fmla="*/ 58937 h 63155"/>
                <a:gd name="csX74" fmla="*/ 96233 w 114201"/>
                <a:gd name="csY74" fmla="*/ 60018 h 63155"/>
                <a:gd name="csX75" fmla="*/ 101336 w 114201"/>
                <a:gd name="csY75" fmla="*/ 58461 h 63155"/>
                <a:gd name="csX76" fmla="*/ 105415 w 114201"/>
                <a:gd name="csY76" fmla="*/ 54172 h 63155"/>
                <a:gd name="csX77" fmla="*/ 108344 w 114201"/>
                <a:gd name="csY77" fmla="*/ 48721 h 63155"/>
                <a:gd name="csX78" fmla="*/ 110389 w 114201"/>
                <a:gd name="csY78" fmla="*/ 42805 h 63155"/>
                <a:gd name="csX79" fmla="*/ 111203 w 114201"/>
                <a:gd name="csY79" fmla="*/ 40690 h 63155"/>
                <a:gd name="csX80" fmla="*/ 112493 w 114201"/>
                <a:gd name="csY80" fmla="*/ 40283 h 63155"/>
                <a:gd name="csX81" fmla="*/ 114201 w 114201"/>
                <a:gd name="csY81" fmla="*/ 41643 h 63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14201" h="63155">
                  <a:moveTo>
                    <a:pt x="114201" y="41643"/>
                  </a:moveTo>
                  <a:cubicBezTo>
                    <a:pt x="114201" y="42007"/>
                    <a:pt x="113996" y="42894"/>
                    <a:pt x="113585" y="44304"/>
                  </a:cubicBezTo>
                  <a:cubicBezTo>
                    <a:pt x="113175" y="45707"/>
                    <a:pt x="112470" y="47497"/>
                    <a:pt x="111470" y="49674"/>
                  </a:cubicBezTo>
                  <a:cubicBezTo>
                    <a:pt x="110517" y="51851"/>
                    <a:pt x="109363" y="53939"/>
                    <a:pt x="108007" y="55938"/>
                  </a:cubicBezTo>
                  <a:cubicBezTo>
                    <a:pt x="106689" y="57891"/>
                    <a:pt x="104942" y="59592"/>
                    <a:pt x="102765" y="61041"/>
                  </a:cubicBezTo>
                  <a:cubicBezTo>
                    <a:pt x="100634" y="62451"/>
                    <a:pt x="98341" y="63156"/>
                    <a:pt x="95885" y="63156"/>
                  </a:cubicBezTo>
                  <a:cubicBezTo>
                    <a:pt x="92623" y="63156"/>
                    <a:pt x="89903" y="62067"/>
                    <a:pt x="87726" y="59890"/>
                  </a:cubicBezTo>
                  <a:cubicBezTo>
                    <a:pt x="85548" y="57713"/>
                    <a:pt x="84460" y="54989"/>
                    <a:pt x="84460" y="51720"/>
                  </a:cubicBezTo>
                  <a:cubicBezTo>
                    <a:pt x="84460" y="49953"/>
                    <a:pt x="85072" y="47388"/>
                    <a:pt x="86296" y="44026"/>
                  </a:cubicBezTo>
                  <a:cubicBezTo>
                    <a:pt x="92053" y="28692"/>
                    <a:pt x="94932" y="18282"/>
                    <a:pt x="94932" y="12796"/>
                  </a:cubicBezTo>
                  <a:cubicBezTo>
                    <a:pt x="94932" y="6303"/>
                    <a:pt x="92417" y="3057"/>
                    <a:pt x="87389" y="3057"/>
                  </a:cubicBezTo>
                  <a:cubicBezTo>
                    <a:pt x="84529" y="3057"/>
                    <a:pt x="81806" y="3646"/>
                    <a:pt x="79218" y="4823"/>
                  </a:cubicBezTo>
                  <a:cubicBezTo>
                    <a:pt x="76630" y="6009"/>
                    <a:pt x="74496" y="7415"/>
                    <a:pt x="72814" y="9042"/>
                  </a:cubicBezTo>
                  <a:cubicBezTo>
                    <a:pt x="71140" y="10677"/>
                    <a:pt x="69645" y="12424"/>
                    <a:pt x="68328" y="14284"/>
                  </a:cubicBezTo>
                  <a:cubicBezTo>
                    <a:pt x="67011" y="16143"/>
                    <a:pt x="66058" y="17689"/>
                    <a:pt x="65469" y="18921"/>
                  </a:cubicBezTo>
                  <a:cubicBezTo>
                    <a:pt x="64926" y="20145"/>
                    <a:pt x="64585" y="21029"/>
                    <a:pt x="64446" y="21571"/>
                  </a:cubicBezTo>
                  <a:lnTo>
                    <a:pt x="56078" y="55195"/>
                  </a:lnTo>
                  <a:cubicBezTo>
                    <a:pt x="55621" y="57093"/>
                    <a:pt x="55233" y="58499"/>
                    <a:pt x="54916" y="59414"/>
                  </a:cubicBezTo>
                  <a:cubicBezTo>
                    <a:pt x="54598" y="60320"/>
                    <a:pt x="54009" y="61157"/>
                    <a:pt x="53149" y="61924"/>
                  </a:cubicBezTo>
                  <a:cubicBezTo>
                    <a:pt x="52289" y="62745"/>
                    <a:pt x="51177" y="63156"/>
                    <a:pt x="49813" y="63156"/>
                  </a:cubicBezTo>
                  <a:cubicBezTo>
                    <a:pt x="48682" y="63156"/>
                    <a:pt x="47706" y="62815"/>
                    <a:pt x="46885" y="62133"/>
                  </a:cubicBezTo>
                  <a:cubicBezTo>
                    <a:pt x="46117" y="61451"/>
                    <a:pt x="45734" y="60522"/>
                    <a:pt x="45734" y="59344"/>
                  </a:cubicBezTo>
                  <a:cubicBezTo>
                    <a:pt x="45734" y="59158"/>
                    <a:pt x="45846" y="58588"/>
                    <a:pt x="46071" y="57635"/>
                  </a:cubicBezTo>
                  <a:cubicBezTo>
                    <a:pt x="46296" y="56682"/>
                    <a:pt x="46567" y="55551"/>
                    <a:pt x="46885" y="54242"/>
                  </a:cubicBezTo>
                  <a:cubicBezTo>
                    <a:pt x="47202" y="52924"/>
                    <a:pt x="47431" y="51878"/>
                    <a:pt x="47570" y="51104"/>
                  </a:cubicBezTo>
                  <a:cubicBezTo>
                    <a:pt x="49205" y="44936"/>
                    <a:pt x="50135" y="41422"/>
                    <a:pt x="50360" y="40562"/>
                  </a:cubicBezTo>
                  <a:lnTo>
                    <a:pt x="54242" y="24360"/>
                  </a:lnTo>
                  <a:cubicBezTo>
                    <a:pt x="55644" y="19006"/>
                    <a:pt x="56345" y="15152"/>
                    <a:pt x="56345" y="12796"/>
                  </a:cubicBezTo>
                  <a:cubicBezTo>
                    <a:pt x="56345" y="6303"/>
                    <a:pt x="53827" y="3057"/>
                    <a:pt x="48791" y="3057"/>
                  </a:cubicBezTo>
                  <a:cubicBezTo>
                    <a:pt x="46296" y="3057"/>
                    <a:pt x="43871" y="3533"/>
                    <a:pt x="41515" y="4486"/>
                  </a:cubicBezTo>
                  <a:cubicBezTo>
                    <a:pt x="39198" y="5393"/>
                    <a:pt x="37246" y="6481"/>
                    <a:pt x="35657" y="7752"/>
                  </a:cubicBezTo>
                  <a:cubicBezTo>
                    <a:pt x="34069" y="9023"/>
                    <a:pt x="32550" y="10545"/>
                    <a:pt x="31101" y="12320"/>
                  </a:cubicBezTo>
                  <a:cubicBezTo>
                    <a:pt x="29691" y="14040"/>
                    <a:pt x="28626" y="15489"/>
                    <a:pt x="27905" y="16666"/>
                  </a:cubicBezTo>
                  <a:cubicBezTo>
                    <a:pt x="27223" y="17805"/>
                    <a:pt x="26611" y="18941"/>
                    <a:pt x="26069" y="20072"/>
                  </a:cubicBezTo>
                  <a:lnTo>
                    <a:pt x="24291" y="27010"/>
                  </a:lnTo>
                  <a:cubicBezTo>
                    <a:pt x="24020" y="28281"/>
                    <a:pt x="23225" y="31392"/>
                    <a:pt x="21908" y="36343"/>
                  </a:cubicBezTo>
                  <a:lnTo>
                    <a:pt x="18851" y="48930"/>
                  </a:lnTo>
                  <a:cubicBezTo>
                    <a:pt x="17402" y="55191"/>
                    <a:pt x="16519" y="58616"/>
                    <a:pt x="16202" y="59204"/>
                  </a:cubicBezTo>
                  <a:cubicBezTo>
                    <a:pt x="15744" y="60475"/>
                    <a:pt x="15016" y="61451"/>
                    <a:pt x="14017" y="62133"/>
                  </a:cubicBezTo>
                  <a:cubicBezTo>
                    <a:pt x="13017" y="62815"/>
                    <a:pt x="12021" y="63156"/>
                    <a:pt x="11030" y="63156"/>
                  </a:cubicBezTo>
                  <a:cubicBezTo>
                    <a:pt x="9891" y="63156"/>
                    <a:pt x="8938" y="62815"/>
                    <a:pt x="8171" y="62133"/>
                  </a:cubicBezTo>
                  <a:cubicBezTo>
                    <a:pt x="7396" y="61451"/>
                    <a:pt x="7008" y="60522"/>
                    <a:pt x="7008" y="59344"/>
                  </a:cubicBezTo>
                  <a:cubicBezTo>
                    <a:pt x="7008" y="59158"/>
                    <a:pt x="7078" y="58724"/>
                    <a:pt x="7217" y="58042"/>
                  </a:cubicBezTo>
                  <a:cubicBezTo>
                    <a:pt x="7349" y="57368"/>
                    <a:pt x="7527" y="56554"/>
                    <a:pt x="7752" y="55601"/>
                  </a:cubicBezTo>
                  <a:cubicBezTo>
                    <a:pt x="7985" y="54648"/>
                    <a:pt x="8143" y="53897"/>
                    <a:pt x="8229" y="53347"/>
                  </a:cubicBezTo>
                  <a:lnTo>
                    <a:pt x="16329" y="21164"/>
                  </a:lnTo>
                  <a:cubicBezTo>
                    <a:pt x="17329" y="17259"/>
                    <a:pt x="17941" y="14695"/>
                    <a:pt x="18166" y="13470"/>
                  </a:cubicBezTo>
                  <a:cubicBezTo>
                    <a:pt x="18445" y="12200"/>
                    <a:pt x="18584" y="10863"/>
                    <a:pt x="18584" y="9461"/>
                  </a:cubicBezTo>
                  <a:cubicBezTo>
                    <a:pt x="18584" y="5191"/>
                    <a:pt x="17131" y="3057"/>
                    <a:pt x="14226" y="3057"/>
                  </a:cubicBezTo>
                  <a:cubicBezTo>
                    <a:pt x="11863" y="3057"/>
                    <a:pt x="9910" y="4463"/>
                    <a:pt x="8368" y="7276"/>
                  </a:cubicBezTo>
                  <a:cubicBezTo>
                    <a:pt x="6826" y="10088"/>
                    <a:pt x="5397" y="14218"/>
                    <a:pt x="4079" y="19665"/>
                  </a:cubicBezTo>
                  <a:cubicBezTo>
                    <a:pt x="3677" y="21160"/>
                    <a:pt x="3336" y="22067"/>
                    <a:pt x="3057" y="22385"/>
                  </a:cubicBezTo>
                  <a:cubicBezTo>
                    <a:pt x="2832" y="22702"/>
                    <a:pt x="2379" y="22861"/>
                    <a:pt x="1697" y="22861"/>
                  </a:cubicBezTo>
                  <a:cubicBezTo>
                    <a:pt x="566" y="22815"/>
                    <a:pt x="0" y="22338"/>
                    <a:pt x="0" y="21432"/>
                  </a:cubicBezTo>
                  <a:cubicBezTo>
                    <a:pt x="0" y="21207"/>
                    <a:pt x="182" y="20370"/>
                    <a:pt x="546" y="18921"/>
                  </a:cubicBezTo>
                  <a:cubicBezTo>
                    <a:pt x="910" y="17465"/>
                    <a:pt x="1430" y="15648"/>
                    <a:pt x="2104" y="13470"/>
                  </a:cubicBezTo>
                  <a:cubicBezTo>
                    <a:pt x="2832" y="11247"/>
                    <a:pt x="3584" y="9410"/>
                    <a:pt x="4358" y="7961"/>
                  </a:cubicBezTo>
                  <a:cubicBezTo>
                    <a:pt x="4808" y="7008"/>
                    <a:pt x="5238" y="6214"/>
                    <a:pt x="5648" y="5579"/>
                  </a:cubicBezTo>
                  <a:cubicBezTo>
                    <a:pt x="6059" y="4943"/>
                    <a:pt x="6671" y="4126"/>
                    <a:pt x="7485" y="3126"/>
                  </a:cubicBezTo>
                  <a:cubicBezTo>
                    <a:pt x="8298" y="2127"/>
                    <a:pt x="9321" y="1356"/>
                    <a:pt x="10553" y="814"/>
                  </a:cubicBezTo>
                  <a:cubicBezTo>
                    <a:pt x="11777" y="271"/>
                    <a:pt x="13137" y="0"/>
                    <a:pt x="14633" y="0"/>
                  </a:cubicBezTo>
                  <a:cubicBezTo>
                    <a:pt x="17941" y="0"/>
                    <a:pt x="20823" y="1065"/>
                    <a:pt x="23280" y="3196"/>
                  </a:cubicBezTo>
                  <a:cubicBezTo>
                    <a:pt x="25775" y="5327"/>
                    <a:pt x="27181" y="8298"/>
                    <a:pt x="27499" y="12111"/>
                  </a:cubicBezTo>
                  <a:cubicBezTo>
                    <a:pt x="33527" y="4037"/>
                    <a:pt x="40764" y="0"/>
                    <a:pt x="49209" y="0"/>
                  </a:cubicBezTo>
                  <a:cubicBezTo>
                    <a:pt x="53967" y="0"/>
                    <a:pt x="57775" y="1201"/>
                    <a:pt x="60634" y="3603"/>
                  </a:cubicBezTo>
                  <a:cubicBezTo>
                    <a:pt x="63315" y="5920"/>
                    <a:pt x="64814" y="9209"/>
                    <a:pt x="65132" y="13470"/>
                  </a:cubicBezTo>
                  <a:cubicBezTo>
                    <a:pt x="71392" y="4490"/>
                    <a:pt x="78970" y="0"/>
                    <a:pt x="87865" y="0"/>
                  </a:cubicBezTo>
                  <a:cubicBezTo>
                    <a:pt x="92987" y="0"/>
                    <a:pt x="96931" y="1337"/>
                    <a:pt x="99697" y="4010"/>
                  </a:cubicBezTo>
                  <a:cubicBezTo>
                    <a:pt x="102471" y="6644"/>
                    <a:pt x="103857" y="10274"/>
                    <a:pt x="103857" y="14900"/>
                  </a:cubicBezTo>
                  <a:cubicBezTo>
                    <a:pt x="103857" y="17302"/>
                    <a:pt x="103241" y="20796"/>
                    <a:pt x="102010" y="25383"/>
                  </a:cubicBezTo>
                  <a:cubicBezTo>
                    <a:pt x="100785" y="29916"/>
                    <a:pt x="99766" y="33317"/>
                    <a:pt x="98953" y="35588"/>
                  </a:cubicBezTo>
                  <a:cubicBezTo>
                    <a:pt x="98139" y="37858"/>
                    <a:pt x="96938" y="41170"/>
                    <a:pt x="95350" y="45525"/>
                  </a:cubicBezTo>
                  <a:cubicBezTo>
                    <a:pt x="93669" y="49701"/>
                    <a:pt x="92828" y="53013"/>
                    <a:pt x="92828" y="55462"/>
                  </a:cubicBezTo>
                  <a:cubicBezTo>
                    <a:pt x="92828" y="57050"/>
                    <a:pt x="93099" y="58209"/>
                    <a:pt x="93641" y="58937"/>
                  </a:cubicBezTo>
                  <a:cubicBezTo>
                    <a:pt x="94192" y="59658"/>
                    <a:pt x="95055" y="60018"/>
                    <a:pt x="96233" y="60018"/>
                  </a:cubicBezTo>
                  <a:cubicBezTo>
                    <a:pt x="98046" y="60018"/>
                    <a:pt x="99747" y="59499"/>
                    <a:pt x="101336" y="58461"/>
                  </a:cubicBezTo>
                  <a:cubicBezTo>
                    <a:pt x="102924" y="57368"/>
                    <a:pt x="104284" y="55938"/>
                    <a:pt x="105415" y="54172"/>
                  </a:cubicBezTo>
                  <a:cubicBezTo>
                    <a:pt x="106600" y="52351"/>
                    <a:pt x="107577" y="50534"/>
                    <a:pt x="108344" y="48721"/>
                  </a:cubicBezTo>
                  <a:cubicBezTo>
                    <a:pt x="109119" y="46861"/>
                    <a:pt x="109800" y="44889"/>
                    <a:pt x="110389" y="42805"/>
                  </a:cubicBezTo>
                  <a:cubicBezTo>
                    <a:pt x="110753" y="41666"/>
                    <a:pt x="111025" y="40961"/>
                    <a:pt x="111203" y="40690"/>
                  </a:cubicBezTo>
                  <a:cubicBezTo>
                    <a:pt x="111428" y="40419"/>
                    <a:pt x="111858" y="40283"/>
                    <a:pt x="112493" y="40283"/>
                  </a:cubicBezTo>
                  <a:cubicBezTo>
                    <a:pt x="113632" y="40283"/>
                    <a:pt x="114201" y="40736"/>
                    <a:pt x="114201" y="41643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1" name="Freeform 4770">
              <a:extLst>
                <a:ext uri="{FF2B5EF4-FFF2-40B4-BE49-F238E27FC236}">
                  <a16:creationId xmlns:a16="http://schemas.microsoft.com/office/drawing/2014/main" id="{AC4DB5C0-DF56-8CD9-FDDC-2C9295B0E614}"/>
                </a:ext>
              </a:extLst>
            </p:cNvPr>
            <p:cNvSpPr/>
            <p:nvPr/>
          </p:nvSpPr>
          <p:spPr>
            <a:xfrm>
              <a:off x="4714735" y="4802994"/>
              <a:ext cx="48639" cy="88806"/>
            </a:xfrm>
            <a:custGeom>
              <a:avLst/>
              <a:gdLst>
                <a:gd name="csX0" fmla="*/ 48640 w 48639"/>
                <a:gd name="csY0" fmla="*/ 6718 h 88806"/>
                <a:gd name="csX1" fmla="*/ 46978 w 48639"/>
                <a:gd name="csY1" fmla="*/ 10960 h 88806"/>
                <a:gd name="csX2" fmla="*/ 43305 w 48639"/>
                <a:gd name="csY2" fmla="*/ 12587 h 88806"/>
                <a:gd name="csX3" fmla="*/ 40736 w 48639"/>
                <a:gd name="csY3" fmla="*/ 11680 h 88806"/>
                <a:gd name="csX4" fmla="*/ 39690 w 48639"/>
                <a:gd name="csY4" fmla="*/ 9205 h 88806"/>
                <a:gd name="csX5" fmla="*/ 40922 w 48639"/>
                <a:gd name="csY5" fmla="*/ 5869 h 88806"/>
                <a:gd name="csX6" fmla="*/ 44979 w 48639"/>
                <a:gd name="csY6" fmla="*/ 3917 h 88806"/>
                <a:gd name="csX7" fmla="*/ 40167 w 48639"/>
                <a:gd name="csY7" fmla="*/ 2150 h 88806"/>
                <a:gd name="csX8" fmla="*/ 37447 w 48639"/>
                <a:gd name="csY8" fmla="*/ 3103 h 88806"/>
                <a:gd name="csX9" fmla="*/ 35588 w 48639"/>
                <a:gd name="csY9" fmla="*/ 5486 h 88806"/>
                <a:gd name="csX10" fmla="*/ 33252 w 48639"/>
                <a:gd name="csY10" fmla="*/ 15632 h 88806"/>
                <a:gd name="csX11" fmla="*/ 32252 w 48639"/>
                <a:gd name="csY11" fmla="*/ 21153 h 88806"/>
                <a:gd name="csX12" fmla="*/ 31206 w 48639"/>
                <a:gd name="csY12" fmla="*/ 26731 h 88806"/>
                <a:gd name="csX13" fmla="*/ 39307 w 48639"/>
                <a:gd name="csY13" fmla="*/ 26731 h 88806"/>
                <a:gd name="csX14" fmla="*/ 40783 w 48639"/>
                <a:gd name="csY14" fmla="*/ 26778 h 88806"/>
                <a:gd name="csX15" fmla="*/ 41538 w 48639"/>
                <a:gd name="csY15" fmla="*/ 27068 h 88806"/>
                <a:gd name="csX16" fmla="*/ 41922 w 48639"/>
                <a:gd name="csY16" fmla="*/ 27824 h 88806"/>
                <a:gd name="csX17" fmla="*/ 41306 w 48639"/>
                <a:gd name="csY17" fmla="*/ 29498 h 88806"/>
                <a:gd name="csX18" fmla="*/ 39016 w 48639"/>
                <a:gd name="csY18" fmla="*/ 29777 h 88806"/>
                <a:gd name="csX19" fmla="*/ 30637 w 48639"/>
                <a:gd name="csY19" fmla="*/ 29777 h 88806"/>
                <a:gd name="csX20" fmla="*/ 24779 w 48639"/>
                <a:gd name="csY20" fmla="*/ 60692 h 88806"/>
                <a:gd name="csX21" fmla="*/ 24012 w 48639"/>
                <a:gd name="csY21" fmla="*/ 64458 h 88806"/>
                <a:gd name="csX22" fmla="*/ 22059 w 48639"/>
                <a:gd name="csY22" fmla="*/ 71896 h 88806"/>
                <a:gd name="csX23" fmla="*/ 19293 w 48639"/>
                <a:gd name="csY23" fmla="*/ 79323 h 88806"/>
                <a:gd name="csX24" fmla="*/ 17538 w 48639"/>
                <a:gd name="csY24" fmla="*/ 82368 h 88806"/>
                <a:gd name="csX25" fmla="*/ 15202 w 48639"/>
                <a:gd name="csY25" fmla="*/ 85424 h 88806"/>
                <a:gd name="csX26" fmla="*/ 12006 w 48639"/>
                <a:gd name="csY26" fmla="*/ 87853 h 88806"/>
                <a:gd name="csX27" fmla="*/ 8287 w 48639"/>
                <a:gd name="csY27" fmla="*/ 88806 h 88806"/>
                <a:gd name="csX28" fmla="*/ 2522 w 48639"/>
                <a:gd name="csY28" fmla="*/ 86993 h 88806"/>
                <a:gd name="csX29" fmla="*/ 0 w 48639"/>
                <a:gd name="csY29" fmla="*/ 82089 h 88806"/>
                <a:gd name="csX30" fmla="*/ 1627 w 48639"/>
                <a:gd name="csY30" fmla="*/ 77847 h 88806"/>
                <a:gd name="csX31" fmla="*/ 5335 w 48639"/>
                <a:gd name="csY31" fmla="*/ 76231 h 88806"/>
                <a:gd name="csX32" fmla="*/ 7857 w 48639"/>
                <a:gd name="csY32" fmla="*/ 77138 h 88806"/>
                <a:gd name="csX33" fmla="*/ 8961 w 48639"/>
                <a:gd name="csY33" fmla="*/ 79613 h 88806"/>
                <a:gd name="csX34" fmla="*/ 8717 w 48639"/>
                <a:gd name="csY34" fmla="*/ 81043 h 88806"/>
                <a:gd name="csX35" fmla="*/ 7961 w 48639"/>
                <a:gd name="csY35" fmla="*/ 82658 h 88806"/>
                <a:gd name="csX36" fmla="*/ 6288 w 48639"/>
                <a:gd name="csY36" fmla="*/ 84181 h 88806"/>
                <a:gd name="csX37" fmla="*/ 3580 w 48639"/>
                <a:gd name="csY37" fmla="*/ 84901 h 88806"/>
                <a:gd name="csX38" fmla="*/ 8287 w 48639"/>
                <a:gd name="csY38" fmla="*/ 86656 h 88806"/>
                <a:gd name="csX39" fmla="*/ 10007 w 48639"/>
                <a:gd name="csY39" fmla="*/ 86284 h 88806"/>
                <a:gd name="csX40" fmla="*/ 11483 w 48639"/>
                <a:gd name="csY40" fmla="*/ 85087 h 88806"/>
                <a:gd name="csX41" fmla="*/ 12727 w 48639"/>
                <a:gd name="csY41" fmla="*/ 83379 h 88806"/>
                <a:gd name="csX42" fmla="*/ 13772 w 48639"/>
                <a:gd name="csY42" fmla="*/ 80996 h 88806"/>
                <a:gd name="csX43" fmla="*/ 14633 w 48639"/>
                <a:gd name="csY43" fmla="*/ 78323 h 88806"/>
                <a:gd name="csX44" fmla="*/ 15388 w 48639"/>
                <a:gd name="csY44" fmla="*/ 75127 h 88806"/>
                <a:gd name="csX45" fmla="*/ 16109 w 48639"/>
                <a:gd name="csY45" fmla="*/ 71849 h 88806"/>
                <a:gd name="csX46" fmla="*/ 16771 w 48639"/>
                <a:gd name="csY46" fmla="*/ 68316 h 88806"/>
                <a:gd name="csX47" fmla="*/ 24058 w 48639"/>
                <a:gd name="csY47" fmla="*/ 29777 h 88806"/>
                <a:gd name="csX48" fmla="*/ 17631 w 48639"/>
                <a:gd name="csY48" fmla="*/ 29777 h 88806"/>
                <a:gd name="csX49" fmla="*/ 16004 w 48639"/>
                <a:gd name="csY49" fmla="*/ 29730 h 88806"/>
                <a:gd name="csX50" fmla="*/ 15249 w 48639"/>
                <a:gd name="csY50" fmla="*/ 29451 h 88806"/>
                <a:gd name="csX51" fmla="*/ 14912 w 48639"/>
                <a:gd name="csY51" fmla="*/ 28591 h 88806"/>
                <a:gd name="csX52" fmla="*/ 15295 w 48639"/>
                <a:gd name="csY52" fmla="*/ 27301 h 88806"/>
                <a:gd name="csX53" fmla="*/ 16202 w 48639"/>
                <a:gd name="csY53" fmla="*/ 26824 h 88806"/>
                <a:gd name="csX54" fmla="*/ 17817 w 48639"/>
                <a:gd name="csY54" fmla="*/ 26731 h 88806"/>
                <a:gd name="csX55" fmla="*/ 24581 w 48639"/>
                <a:gd name="csY55" fmla="*/ 26731 h 88806"/>
                <a:gd name="csX56" fmla="*/ 27777 w 48639"/>
                <a:gd name="csY56" fmla="*/ 11436 h 88806"/>
                <a:gd name="csX57" fmla="*/ 30439 w 48639"/>
                <a:gd name="csY57" fmla="*/ 5625 h 88806"/>
                <a:gd name="csX58" fmla="*/ 33879 w 48639"/>
                <a:gd name="csY58" fmla="*/ 2057 h 88806"/>
                <a:gd name="csX59" fmla="*/ 37157 w 48639"/>
                <a:gd name="csY59" fmla="*/ 476 h 88806"/>
                <a:gd name="csX60" fmla="*/ 40167 w 48639"/>
                <a:gd name="csY60" fmla="*/ 0 h 88806"/>
                <a:gd name="csX61" fmla="*/ 46071 w 48639"/>
                <a:gd name="csY61" fmla="*/ 1813 h 88806"/>
                <a:gd name="csX62" fmla="*/ 48640 w 48639"/>
                <a:gd name="csY62" fmla="*/ 6718 h 88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639" h="88806">
                  <a:moveTo>
                    <a:pt x="48640" y="6718"/>
                  </a:moveTo>
                  <a:cubicBezTo>
                    <a:pt x="48640" y="8469"/>
                    <a:pt x="48086" y="9883"/>
                    <a:pt x="46978" y="10960"/>
                  </a:cubicBezTo>
                  <a:cubicBezTo>
                    <a:pt x="45893" y="12045"/>
                    <a:pt x="44669" y="12587"/>
                    <a:pt x="43305" y="12587"/>
                  </a:cubicBezTo>
                  <a:cubicBezTo>
                    <a:pt x="42321" y="12587"/>
                    <a:pt x="41465" y="12285"/>
                    <a:pt x="40736" y="11680"/>
                  </a:cubicBezTo>
                  <a:cubicBezTo>
                    <a:pt x="40039" y="11076"/>
                    <a:pt x="39690" y="10251"/>
                    <a:pt x="39690" y="9205"/>
                  </a:cubicBezTo>
                  <a:cubicBezTo>
                    <a:pt x="39690" y="8120"/>
                    <a:pt x="40101" y="7008"/>
                    <a:pt x="40922" y="5869"/>
                  </a:cubicBezTo>
                  <a:cubicBezTo>
                    <a:pt x="41751" y="4722"/>
                    <a:pt x="43104" y="4072"/>
                    <a:pt x="44979" y="3917"/>
                  </a:cubicBezTo>
                  <a:cubicBezTo>
                    <a:pt x="43739" y="2739"/>
                    <a:pt x="42135" y="2150"/>
                    <a:pt x="40167" y="2150"/>
                  </a:cubicBezTo>
                  <a:cubicBezTo>
                    <a:pt x="39175" y="2150"/>
                    <a:pt x="38269" y="2468"/>
                    <a:pt x="37447" y="3103"/>
                  </a:cubicBezTo>
                  <a:cubicBezTo>
                    <a:pt x="36649" y="3707"/>
                    <a:pt x="36029" y="4502"/>
                    <a:pt x="35588" y="5486"/>
                  </a:cubicBezTo>
                  <a:cubicBezTo>
                    <a:pt x="35115" y="6501"/>
                    <a:pt x="34336" y="9883"/>
                    <a:pt x="33252" y="15632"/>
                  </a:cubicBezTo>
                  <a:cubicBezTo>
                    <a:pt x="32903" y="17507"/>
                    <a:pt x="32570" y="19347"/>
                    <a:pt x="32252" y="21153"/>
                  </a:cubicBezTo>
                  <a:cubicBezTo>
                    <a:pt x="31934" y="22966"/>
                    <a:pt x="31586" y="24825"/>
                    <a:pt x="31206" y="26731"/>
                  </a:cubicBezTo>
                  <a:lnTo>
                    <a:pt x="39307" y="26731"/>
                  </a:lnTo>
                  <a:cubicBezTo>
                    <a:pt x="40004" y="26731"/>
                    <a:pt x="40496" y="26747"/>
                    <a:pt x="40783" y="26778"/>
                  </a:cubicBezTo>
                  <a:cubicBezTo>
                    <a:pt x="41070" y="26809"/>
                    <a:pt x="41321" y="26906"/>
                    <a:pt x="41538" y="27068"/>
                  </a:cubicBezTo>
                  <a:cubicBezTo>
                    <a:pt x="41794" y="27223"/>
                    <a:pt x="41922" y="27475"/>
                    <a:pt x="41922" y="27824"/>
                  </a:cubicBezTo>
                  <a:cubicBezTo>
                    <a:pt x="41922" y="28715"/>
                    <a:pt x="41717" y="29273"/>
                    <a:pt x="41306" y="29498"/>
                  </a:cubicBezTo>
                  <a:cubicBezTo>
                    <a:pt x="40926" y="29683"/>
                    <a:pt x="40163" y="29777"/>
                    <a:pt x="39016" y="29777"/>
                  </a:cubicBezTo>
                  <a:lnTo>
                    <a:pt x="30637" y="29777"/>
                  </a:lnTo>
                  <a:lnTo>
                    <a:pt x="24779" y="60692"/>
                  </a:lnTo>
                  <a:cubicBezTo>
                    <a:pt x="24678" y="61296"/>
                    <a:pt x="24422" y="62552"/>
                    <a:pt x="24012" y="64458"/>
                  </a:cubicBezTo>
                  <a:cubicBezTo>
                    <a:pt x="23632" y="66333"/>
                    <a:pt x="22981" y="68812"/>
                    <a:pt x="22059" y="71896"/>
                  </a:cubicBezTo>
                  <a:cubicBezTo>
                    <a:pt x="21137" y="75003"/>
                    <a:pt x="20215" y="77479"/>
                    <a:pt x="19293" y="79323"/>
                  </a:cubicBezTo>
                  <a:cubicBezTo>
                    <a:pt x="18789" y="80369"/>
                    <a:pt x="18205" y="81384"/>
                    <a:pt x="17538" y="82368"/>
                  </a:cubicBezTo>
                  <a:cubicBezTo>
                    <a:pt x="16903" y="83390"/>
                    <a:pt x="16124" y="84409"/>
                    <a:pt x="15202" y="85424"/>
                  </a:cubicBezTo>
                  <a:cubicBezTo>
                    <a:pt x="14280" y="86439"/>
                    <a:pt x="13215" y="87249"/>
                    <a:pt x="12006" y="87853"/>
                  </a:cubicBezTo>
                  <a:cubicBezTo>
                    <a:pt x="10797" y="88489"/>
                    <a:pt x="9558" y="88806"/>
                    <a:pt x="8287" y="88806"/>
                  </a:cubicBezTo>
                  <a:cubicBezTo>
                    <a:pt x="6133" y="88806"/>
                    <a:pt x="4211" y="88202"/>
                    <a:pt x="2522" y="86993"/>
                  </a:cubicBezTo>
                  <a:cubicBezTo>
                    <a:pt x="841" y="85785"/>
                    <a:pt x="0" y="84150"/>
                    <a:pt x="0" y="82089"/>
                  </a:cubicBezTo>
                  <a:cubicBezTo>
                    <a:pt x="0" y="80338"/>
                    <a:pt x="542" y="78924"/>
                    <a:pt x="1627" y="77847"/>
                  </a:cubicBezTo>
                  <a:cubicBezTo>
                    <a:pt x="2735" y="76770"/>
                    <a:pt x="3971" y="76231"/>
                    <a:pt x="5335" y="76231"/>
                  </a:cubicBezTo>
                  <a:cubicBezTo>
                    <a:pt x="6319" y="76231"/>
                    <a:pt x="7159" y="76533"/>
                    <a:pt x="7857" y="77138"/>
                  </a:cubicBezTo>
                  <a:cubicBezTo>
                    <a:pt x="8593" y="77734"/>
                    <a:pt x="8961" y="78559"/>
                    <a:pt x="8961" y="79613"/>
                  </a:cubicBezTo>
                  <a:cubicBezTo>
                    <a:pt x="8961" y="80055"/>
                    <a:pt x="8880" y="80531"/>
                    <a:pt x="8717" y="81043"/>
                  </a:cubicBezTo>
                  <a:cubicBezTo>
                    <a:pt x="8562" y="81546"/>
                    <a:pt x="8310" y="82085"/>
                    <a:pt x="7961" y="82658"/>
                  </a:cubicBezTo>
                  <a:cubicBezTo>
                    <a:pt x="7613" y="83263"/>
                    <a:pt x="7055" y="83770"/>
                    <a:pt x="6288" y="84181"/>
                  </a:cubicBezTo>
                  <a:cubicBezTo>
                    <a:pt x="5528" y="84599"/>
                    <a:pt x="4626" y="84839"/>
                    <a:pt x="3580" y="84901"/>
                  </a:cubicBezTo>
                  <a:cubicBezTo>
                    <a:pt x="4812" y="86071"/>
                    <a:pt x="6381" y="86656"/>
                    <a:pt x="8287" y="86656"/>
                  </a:cubicBezTo>
                  <a:cubicBezTo>
                    <a:pt x="8891" y="86656"/>
                    <a:pt x="9464" y="86532"/>
                    <a:pt x="10007" y="86284"/>
                  </a:cubicBezTo>
                  <a:cubicBezTo>
                    <a:pt x="10549" y="86060"/>
                    <a:pt x="11041" y="85661"/>
                    <a:pt x="11483" y="85087"/>
                  </a:cubicBezTo>
                  <a:cubicBezTo>
                    <a:pt x="11955" y="84514"/>
                    <a:pt x="12370" y="83944"/>
                    <a:pt x="12727" y="83379"/>
                  </a:cubicBezTo>
                  <a:cubicBezTo>
                    <a:pt x="13075" y="82836"/>
                    <a:pt x="13424" y="82042"/>
                    <a:pt x="13772" y="80996"/>
                  </a:cubicBezTo>
                  <a:cubicBezTo>
                    <a:pt x="14121" y="79973"/>
                    <a:pt x="14408" y="79082"/>
                    <a:pt x="14633" y="78323"/>
                  </a:cubicBezTo>
                  <a:cubicBezTo>
                    <a:pt x="14849" y="77564"/>
                    <a:pt x="15101" y="76498"/>
                    <a:pt x="15388" y="75127"/>
                  </a:cubicBezTo>
                  <a:cubicBezTo>
                    <a:pt x="15706" y="73763"/>
                    <a:pt x="15946" y="72671"/>
                    <a:pt x="16109" y="71849"/>
                  </a:cubicBezTo>
                  <a:cubicBezTo>
                    <a:pt x="16264" y="71051"/>
                    <a:pt x="16484" y="69874"/>
                    <a:pt x="16771" y="68316"/>
                  </a:cubicBezTo>
                  <a:lnTo>
                    <a:pt x="24058" y="29777"/>
                  </a:lnTo>
                  <a:lnTo>
                    <a:pt x="17631" y="29777"/>
                  </a:lnTo>
                  <a:cubicBezTo>
                    <a:pt x="16864" y="29777"/>
                    <a:pt x="16322" y="29761"/>
                    <a:pt x="16004" y="29730"/>
                  </a:cubicBezTo>
                  <a:cubicBezTo>
                    <a:pt x="15725" y="29699"/>
                    <a:pt x="15473" y="29606"/>
                    <a:pt x="15249" y="29451"/>
                  </a:cubicBezTo>
                  <a:cubicBezTo>
                    <a:pt x="15024" y="29257"/>
                    <a:pt x="14912" y="28971"/>
                    <a:pt x="14912" y="28591"/>
                  </a:cubicBezTo>
                  <a:cubicBezTo>
                    <a:pt x="14912" y="27987"/>
                    <a:pt x="15039" y="27557"/>
                    <a:pt x="15295" y="27301"/>
                  </a:cubicBezTo>
                  <a:cubicBezTo>
                    <a:pt x="15582" y="27014"/>
                    <a:pt x="15884" y="26855"/>
                    <a:pt x="16202" y="26824"/>
                  </a:cubicBezTo>
                  <a:cubicBezTo>
                    <a:pt x="16519" y="26762"/>
                    <a:pt x="17058" y="26731"/>
                    <a:pt x="17817" y="26731"/>
                  </a:cubicBezTo>
                  <a:lnTo>
                    <a:pt x="24581" y="26731"/>
                  </a:lnTo>
                  <a:cubicBezTo>
                    <a:pt x="26108" y="18697"/>
                    <a:pt x="27173" y="13598"/>
                    <a:pt x="27777" y="11436"/>
                  </a:cubicBezTo>
                  <a:cubicBezTo>
                    <a:pt x="28475" y="9151"/>
                    <a:pt x="29362" y="7214"/>
                    <a:pt x="30439" y="5625"/>
                  </a:cubicBezTo>
                  <a:cubicBezTo>
                    <a:pt x="31524" y="4006"/>
                    <a:pt x="32670" y="2816"/>
                    <a:pt x="33879" y="2057"/>
                  </a:cubicBezTo>
                  <a:cubicBezTo>
                    <a:pt x="35080" y="1290"/>
                    <a:pt x="36173" y="763"/>
                    <a:pt x="37157" y="476"/>
                  </a:cubicBezTo>
                  <a:cubicBezTo>
                    <a:pt x="38172" y="159"/>
                    <a:pt x="39175" y="0"/>
                    <a:pt x="40167" y="0"/>
                  </a:cubicBezTo>
                  <a:cubicBezTo>
                    <a:pt x="42383" y="0"/>
                    <a:pt x="44351" y="604"/>
                    <a:pt x="46071" y="1813"/>
                  </a:cubicBezTo>
                  <a:cubicBezTo>
                    <a:pt x="47784" y="2991"/>
                    <a:pt x="48640" y="4626"/>
                    <a:pt x="48640" y="671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2" name="Freeform 4771">
              <a:extLst>
                <a:ext uri="{FF2B5EF4-FFF2-40B4-BE49-F238E27FC236}">
                  <a16:creationId xmlns:a16="http://schemas.microsoft.com/office/drawing/2014/main" id="{2F906EC4-72FF-89EB-D11B-E2586D3D724C}"/>
                </a:ext>
              </a:extLst>
            </p:cNvPr>
            <p:cNvSpPr/>
            <p:nvPr/>
          </p:nvSpPr>
          <p:spPr>
            <a:xfrm>
              <a:off x="4789130" y="4822054"/>
              <a:ext cx="86319" cy="50685"/>
            </a:xfrm>
            <a:custGeom>
              <a:avLst/>
              <a:gdLst>
                <a:gd name="csX0" fmla="*/ 85471 w 86319"/>
                <a:gd name="csY0" fmla="*/ 24058 h 50685"/>
                <a:gd name="csX1" fmla="*/ 86319 w 86319"/>
                <a:gd name="csY1" fmla="*/ 25348 h 50685"/>
                <a:gd name="csX2" fmla="*/ 85471 w 86319"/>
                <a:gd name="csY2" fmla="*/ 26627 h 50685"/>
                <a:gd name="csX3" fmla="*/ 72082 w 86319"/>
                <a:gd name="csY3" fmla="*/ 36773 h 50685"/>
                <a:gd name="csX4" fmla="*/ 66410 w 86319"/>
                <a:gd name="csY4" fmla="*/ 49163 h 50685"/>
                <a:gd name="csX5" fmla="*/ 65748 w 86319"/>
                <a:gd name="csY5" fmla="*/ 50255 h 50685"/>
                <a:gd name="csX6" fmla="*/ 64504 w 86319"/>
                <a:gd name="csY6" fmla="*/ 50685 h 50685"/>
                <a:gd name="csX7" fmla="*/ 63121 w 86319"/>
                <a:gd name="csY7" fmla="*/ 50116 h 50685"/>
                <a:gd name="csX8" fmla="*/ 62552 w 86319"/>
                <a:gd name="csY8" fmla="*/ 48779 h 50685"/>
                <a:gd name="csX9" fmla="*/ 62598 w 86319"/>
                <a:gd name="csY9" fmla="*/ 48593 h 50685"/>
                <a:gd name="csX10" fmla="*/ 62645 w 86319"/>
                <a:gd name="csY10" fmla="*/ 48349 h 50685"/>
                <a:gd name="csX11" fmla="*/ 69083 w 86319"/>
                <a:gd name="csY11" fmla="*/ 34298 h 50685"/>
                <a:gd name="csX12" fmla="*/ 76696 w 86319"/>
                <a:gd name="csY12" fmla="*/ 27301 h 50685"/>
                <a:gd name="csX13" fmla="*/ 1953 w 86319"/>
                <a:gd name="csY13" fmla="*/ 27301 h 50685"/>
                <a:gd name="csX14" fmla="*/ 569 w 86319"/>
                <a:gd name="csY14" fmla="*/ 26731 h 50685"/>
                <a:gd name="csX15" fmla="*/ 0 w 86319"/>
                <a:gd name="csY15" fmla="*/ 25348 h 50685"/>
                <a:gd name="csX16" fmla="*/ 569 w 86319"/>
                <a:gd name="csY16" fmla="*/ 23965 h 50685"/>
                <a:gd name="csX17" fmla="*/ 1953 w 86319"/>
                <a:gd name="csY17" fmla="*/ 23396 h 50685"/>
                <a:gd name="csX18" fmla="*/ 76696 w 86319"/>
                <a:gd name="csY18" fmla="*/ 23396 h 50685"/>
                <a:gd name="csX19" fmla="*/ 69083 w 86319"/>
                <a:gd name="csY19" fmla="*/ 16388 h 50685"/>
                <a:gd name="csX20" fmla="*/ 62645 w 86319"/>
                <a:gd name="csY20" fmla="*/ 2336 h 50685"/>
                <a:gd name="csX21" fmla="*/ 62598 w 86319"/>
                <a:gd name="csY21" fmla="*/ 2139 h 50685"/>
                <a:gd name="csX22" fmla="*/ 62552 w 86319"/>
                <a:gd name="csY22" fmla="*/ 1906 h 50685"/>
                <a:gd name="csX23" fmla="*/ 63121 w 86319"/>
                <a:gd name="csY23" fmla="*/ 569 h 50685"/>
                <a:gd name="csX24" fmla="*/ 64504 w 86319"/>
                <a:gd name="csY24" fmla="*/ 0 h 50685"/>
                <a:gd name="csX25" fmla="*/ 65748 w 86319"/>
                <a:gd name="csY25" fmla="*/ 430 h 50685"/>
                <a:gd name="csX26" fmla="*/ 66410 w 86319"/>
                <a:gd name="csY26" fmla="*/ 1523 h 50685"/>
                <a:gd name="csX27" fmla="*/ 72082 w 86319"/>
                <a:gd name="csY27" fmla="*/ 13912 h 50685"/>
                <a:gd name="csX28" fmla="*/ 85471 w 86319"/>
                <a:gd name="csY28" fmla="*/ 24058 h 50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86319" h="50685">
                  <a:moveTo>
                    <a:pt x="85471" y="24058"/>
                  </a:moveTo>
                  <a:cubicBezTo>
                    <a:pt x="86037" y="24283"/>
                    <a:pt x="86319" y="24713"/>
                    <a:pt x="86319" y="25348"/>
                  </a:cubicBezTo>
                  <a:cubicBezTo>
                    <a:pt x="86319" y="25984"/>
                    <a:pt x="86037" y="26410"/>
                    <a:pt x="85471" y="26627"/>
                  </a:cubicBezTo>
                  <a:cubicBezTo>
                    <a:pt x="80706" y="28215"/>
                    <a:pt x="76243" y="31597"/>
                    <a:pt x="72082" y="36773"/>
                  </a:cubicBezTo>
                  <a:cubicBezTo>
                    <a:pt x="69130" y="40616"/>
                    <a:pt x="67239" y="44746"/>
                    <a:pt x="66410" y="49163"/>
                  </a:cubicBezTo>
                  <a:cubicBezTo>
                    <a:pt x="66317" y="49604"/>
                    <a:pt x="66096" y="49969"/>
                    <a:pt x="65748" y="50255"/>
                  </a:cubicBezTo>
                  <a:cubicBezTo>
                    <a:pt x="65399" y="50542"/>
                    <a:pt x="64985" y="50685"/>
                    <a:pt x="64504" y="50685"/>
                  </a:cubicBezTo>
                  <a:cubicBezTo>
                    <a:pt x="63962" y="50685"/>
                    <a:pt x="63501" y="50495"/>
                    <a:pt x="63121" y="50116"/>
                  </a:cubicBezTo>
                  <a:cubicBezTo>
                    <a:pt x="62742" y="49767"/>
                    <a:pt x="62552" y="49322"/>
                    <a:pt x="62552" y="48779"/>
                  </a:cubicBezTo>
                  <a:cubicBezTo>
                    <a:pt x="62552" y="48748"/>
                    <a:pt x="62567" y="48686"/>
                    <a:pt x="62598" y="48593"/>
                  </a:cubicBezTo>
                  <a:cubicBezTo>
                    <a:pt x="62629" y="48469"/>
                    <a:pt x="62645" y="48388"/>
                    <a:pt x="62645" y="48349"/>
                  </a:cubicBezTo>
                  <a:cubicBezTo>
                    <a:pt x="63598" y="43204"/>
                    <a:pt x="65744" y="38521"/>
                    <a:pt x="69083" y="34298"/>
                  </a:cubicBezTo>
                  <a:cubicBezTo>
                    <a:pt x="71175" y="31632"/>
                    <a:pt x="73713" y="29300"/>
                    <a:pt x="76696" y="27301"/>
                  </a:cubicBezTo>
                  <a:lnTo>
                    <a:pt x="1953" y="27301"/>
                  </a:lnTo>
                  <a:cubicBezTo>
                    <a:pt x="1418" y="27301"/>
                    <a:pt x="957" y="27111"/>
                    <a:pt x="569" y="26731"/>
                  </a:cubicBezTo>
                  <a:cubicBezTo>
                    <a:pt x="190" y="26344"/>
                    <a:pt x="0" y="25883"/>
                    <a:pt x="0" y="25348"/>
                  </a:cubicBezTo>
                  <a:cubicBezTo>
                    <a:pt x="0" y="24806"/>
                    <a:pt x="190" y="24345"/>
                    <a:pt x="569" y="23965"/>
                  </a:cubicBezTo>
                  <a:cubicBezTo>
                    <a:pt x="957" y="23586"/>
                    <a:pt x="1418" y="23396"/>
                    <a:pt x="1953" y="23396"/>
                  </a:cubicBezTo>
                  <a:lnTo>
                    <a:pt x="76696" y="23396"/>
                  </a:lnTo>
                  <a:cubicBezTo>
                    <a:pt x="73713" y="21389"/>
                    <a:pt x="71175" y="19053"/>
                    <a:pt x="69083" y="16388"/>
                  </a:cubicBezTo>
                  <a:cubicBezTo>
                    <a:pt x="65744" y="12165"/>
                    <a:pt x="63598" y="7481"/>
                    <a:pt x="62645" y="2336"/>
                  </a:cubicBezTo>
                  <a:cubicBezTo>
                    <a:pt x="62645" y="2305"/>
                    <a:pt x="62629" y="2239"/>
                    <a:pt x="62598" y="2139"/>
                  </a:cubicBezTo>
                  <a:cubicBezTo>
                    <a:pt x="62567" y="2015"/>
                    <a:pt x="62552" y="1937"/>
                    <a:pt x="62552" y="1906"/>
                  </a:cubicBezTo>
                  <a:cubicBezTo>
                    <a:pt x="62552" y="1364"/>
                    <a:pt x="62742" y="918"/>
                    <a:pt x="63121" y="569"/>
                  </a:cubicBezTo>
                  <a:cubicBezTo>
                    <a:pt x="63501" y="190"/>
                    <a:pt x="63962" y="0"/>
                    <a:pt x="64504" y="0"/>
                  </a:cubicBezTo>
                  <a:cubicBezTo>
                    <a:pt x="64985" y="0"/>
                    <a:pt x="65399" y="143"/>
                    <a:pt x="65748" y="430"/>
                  </a:cubicBezTo>
                  <a:cubicBezTo>
                    <a:pt x="66096" y="717"/>
                    <a:pt x="66317" y="1081"/>
                    <a:pt x="66410" y="1523"/>
                  </a:cubicBezTo>
                  <a:cubicBezTo>
                    <a:pt x="67239" y="5939"/>
                    <a:pt x="69130" y="10069"/>
                    <a:pt x="72082" y="13912"/>
                  </a:cubicBezTo>
                  <a:cubicBezTo>
                    <a:pt x="76243" y="19088"/>
                    <a:pt x="80706" y="22470"/>
                    <a:pt x="85471" y="2405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3" name="Freeform 4772">
              <a:extLst>
                <a:ext uri="{FF2B5EF4-FFF2-40B4-BE49-F238E27FC236}">
                  <a16:creationId xmlns:a16="http://schemas.microsoft.com/office/drawing/2014/main" id="{5D94E19D-D155-CEF6-9CF7-BC9D87C349DB}"/>
                </a:ext>
              </a:extLst>
            </p:cNvPr>
            <p:cNvSpPr/>
            <p:nvPr/>
          </p:nvSpPr>
          <p:spPr>
            <a:xfrm>
              <a:off x="4912839" y="4828679"/>
              <a:ext cx="45013" cy="63121"/>
            </a:xfrm>
            <a:custGeom>
              <a:avLst/>
              <a:gdLst>
                <a:gd name="csX0" fmla="*/ 45013 w 45013"/>
                <a:gd name="csY0" fmla="*/ 3707 h 63121"/>
                <a:gd name="csX1" fmla="*/ 44583 w 45013"/>
                <a:gd name="csY1" fmla="*/ 5951 h 63121"/>
                <a:gd name="csX2" fmla="*/ 35251 w 45013"/>
                <a:gd name="csY2" fmla="*/ 43200 h 63121"/>
                <a:gd name="csX3" fmla="*/ 26534 w 45013"/>
                <a:gd name="csY3" fmla="*/ 57310 h 63121"/>
                <a:gd name="csX4" fmla="*/ 12389 w 45013"/>
                <a:gd name="csY4" fmla="*/ 63121 h 63121"/>
                <a:gd name="csX5" fmla="*/ 4951 w 45013"/>
                <a:gd name="csY5" fmla="*/ 60692 h 63121"/>
                <a:gd name="csX6" fmla="*/ 2045 w 45013"/>
                <a:gd name="csY6" fmla="*/ 54637 h 63121"/>
                <a:gd name="csX7" fmla="*/ 3766 w 45013"/>
                <a:gd name="csY7" fmla="*/ 49825 h 63121"/>
                <a:gd name="csX8" fmla="*/ 7520 w 45013"/>
                <a:gd name="csY8" fmla="*/ 48302 h 63121"/>
                <a:gd name="csX9" fmla="*/ 8903 w 45013"/>
                <a:gd name="csY9" fmla="*/ 48488 h 63121"/>
                <a:gd name="csX10" fmla="*/ 10379 w 45013"/>
                <a:gd name="csY10" fmla="*/ 49500 h 63121"/>
                <a:gd name="csX11" fmla="*/ 11146 w 45013"/>
                <a:gd name="csY11" fmla="*/ 51685 h 63121"/>
                <a:gd name="csX12" fmla="*/ 9193 w 45013"/>
                <a:gd name="csY12" fmla="*/ 55683 h 63121"/>
                <a:gd name="csX13" fmla="*/ 7334 w 45013"/>
                <a:gd name="csY13" fmla="*/ 56682 h 63121"/>
                <a:gd name="csX14" fmla="*/ 4998 w 45013"/>
                <a:gd name="csY14" fmla="*/ 56880 h 63121"/>
                <a:gd name="csX15" fmla="*/ 6625 w 45013"/>
                <a:gd name="csY15" fmla="*/ 59123 h 63121"/>
                <a:gd name="csX16" fmla="*/ 8856 w 45013"/>
                <a:gd name="csY16" fmla="*/ 60355 h 63121"/>
                <a:gd name="csX17" fmla="*/ 10809 w 45013"/>
                <a:gd name="csY17" fmla="*/ 60831 h 63121"/>
                <a:gd name="csX18" fmla="*/ 12389 w 45013"/>
                <a:gd name="csY18" fmla="*/ 60971 h 63121"/>
                <a:gd name="csX19" fmla="*/ 23152 w 45013"/>
                <a:gd name="csY19" fmla="*/ 54834 h 63121"/>
                <a:gd name="csX20" fmla="*/ 25534 w 45013"/>
                <a:gd name="csY20" fmla="*/ 51115 h 63121"/>
                <a:gd name="csX21" fmla="*/ 27347 w 45013"/>
                <a:gd name="csY21" fmla="*/ 47071 h 63121"/>
                <a:gd name="csX22" fmla="*/ 28440 w 45013"/>
                <a:gd name="csY22" fmla="*/ 43677 h 63121"/>
                <a:gd name="csX23" fmla="*/ 29486 w 45013"/>
                <a:gd name="csY23" fmla="*/ 39772 h 63121"/>
                <a:gd name="csX24" fmla="*/ 19630 w 45013"/>
                <a:gd name="csY24" fmla="*/ 44211 h 63121"/>
                <a:gd name="csX25" fmla="*/ 15295 w 45013"/>
                <a:gd name="csY25" fmla="*/ 43584 h 63121"/>
                <a:gd name="csX26" fmla="*/ 11529 w 45013"/>
                <a:gd name="csY26" fmla="*/ 41678 h 63121"/>
                <a:gd name="csX27" fmla="*/ 8717 w 45013"/>
                <a:gd name="csY27" fmla="*/ 38017 h 63121"/>
                <a:gd name="csX28" fmla="*/ 7717 w 45013"/>
                <a:gd name="csY28" fmla="*/ 32578 h 63121"/>
                <a:gd name="csX29" fmla="*/ 9007 w 45013"/>
                <a:gd name="csY29" fmla="*/ 24814 h 63121"/>
                <a:gd name="csX30" fmla="*/ 13389 w 45013"/>
                <a:gd name="csY30" fmla="*/ 12099 h 63121"/>
                <a:gd name="csX31" fmla="*/ 15051 w 45013"/>
                <a:gd name="csY31" fmla="*/ 5242 h 63121"/>
                <a:gd name="csX32" fmla="*/ 14819 w 45013"/>
                <a:gd name="csY32" fmla="*/ 3475 h 63121"/>
                <a:gd name="csX33" fmla="*/ 14098 w 45013"/>
                <a:gd name="csY33" fmla="*/ 2522 h 63121"/>
                <a:gd name="csX34" fmla="*/ 13342 w 45013"/>
                <a:gd name="csY34" fmla="*/ 2185 h 63121"/>
                <a:gd name="csX35" fmla="*/ 12622 w 45013"/>
                <a:gd name="csY35" fmla="*/ 2138 h 63121"/>
                <a:gd name="csX36" fmla="*/ 7194 w 45013"/>
                <a:gd name="csY36" fmla="*/ 4998 h 63121"/>
                <a:gd name="csX37" fmla="*/ 2766 w 45013"/>
                <a:gd name="csY37" fmla="*/ 14237 h 63121"/>
                <a:gd name="csX38" fmla="*/ 2138 w 45013"/>
                <a:gd name="csY38" fmla="*/ 15713 h 63121"/>
                <a:gd name="csX39" fmla="*/ 1185 w 45013"/>
                <a:gd name="csY39" fmla="*/ 16004 h 63121"/>
                <a:gd name="csX40" fmla="*/ 0 w 45013"/>
                <a:gd name="csY40" fmla="*/ 15004 h 63121"/>
                <a:gd name="csX41" fmla="*/ 430 w 45013"/>
                <a:gd name="csY41" fmla="*/ 13145 h 63121"/>
                <a:gd name="csX42" fmla="*/ 1860 w 45013"/>
                <a:gd name="csY42" fmla="*/ 9379 h 63121"/>
                <a:gd name="csX43" fmla="*/ 4335 w 45013"/>
                <a:gd name="csY43" fmla="*/ 5044 h 63121"/>
                <a:gd name="csX44" fmla="*/ 7996 w 45013"/>
                <a:gd name="csY44" fmla="*/ 1476 h 63121"/>
                <a:gd name="csX45" fmla="*/ 12912 w 45013"/>
                <a:gd name="csY45" fmla="*/ 0 h 63121"/>
                <a:gd name="csX46" fmla="*/ 18677 w 45013"/>
                <a:gd name="csY46" fmla="*/ 2336 h 63121"/>
                <a:gd name="csX47" fmla="*/ 20909 w 45013"/>
                <a:gd name="csY47" fmla="*/ 7996 h 63121"/>
                <a:gd name="csX48" fmla="*/ 20537 w 45013"/>
                <a:gd name="csY48" fmla="*/ 10623 h 63121"/>
                <a:gd name="csX49" fmla="*/ 18956 w 45013"/>
                <a:gd name="csY49" fmla="*/ 15004 h 63121"/>
                <a:gd name="csX50" fmla="*/ 13958 w 45013"/>
                <a:gd name="csY50" fmla="*/ 34158 h 63121"/>
                <a:gd name="csX51" fmla="*/ 14191 w 45013"/>
                <a:gd name="csY51" fmla="*/ 36971 h 63121"/>
                <a:gd name="csX52" fmla="*/ 15097 w 45013"/>
                <a:gd name="csY52" fmla="*/ 39446 h 63121"/>
                <a:gd name="csX53" fmla="*/ 16957 w 45013"/>
                <a:gd name="csY53" fmla="*/ 41352 h 63121"/>
                <a:gd name="csX54" fmla="*/ 20002 w 45013"/>
                <a:gd name="csY54" fmla="*/ 42015 h 63121"/>
                <a:gd name="csX55" fmla="*/ 24337 w 45013"/>
                <a:gd name="csY55" fmla="*/ 40969 h 63121"/>
                <a:gd name="csX56" fmla="*/ 27824 w 45013"/>
                <a:gd name="csY56" fmla="*/ 38389 h 63121"/>
                <a:gd name="csX57" fmla="*/ 30009 w 45013"/>
                <a:gd name="csY57" fmla="*/ 35681 h 63121"/>
                <a:gd name="csX58" fmla="*/ 31055 w 45013"/>
                <a:gd name="csY58" fmla="*/ 33728 h 63121"/>
                <a:gd name="csX59" fmla="*/ 35437 w 45013"/>
                <a:gd name="csY59" fmla="*/ 16190 h 63121"/>
                <a:gd name="csX60" fmla="*/ 37401 w 45013"/>
                <a:gd name="csY60" fmla="*/ 8380 h 63121"/>
                <a:gd name="csX61" fmla="*/ 38726 w 45013"/>
                <a:gd name="csY61" fmla="*/ 3091 h 63121"/>
                <a:gd name="csX62" fmla="*/ 40306 w 45013"/>
                <a:gd name="csY62" fmla="*/ 1569 h 63121"/>
                <a:gd name="csX63" fmla="*/ 42154 w 45013"/>
                <a:gd name="csY63" fmla="*/ 1046 h 63121"/>
                <a:gd name="csX64" fmla="*/ 44165 w 45013"/>
                <a:gd name="csY64" fmla="*/ 1755 h 63121"/>
                <a:gd name="csX65" fmla="*/ 45013 w 45013"/>
                <a:gd name="csY65" fmla="*/ 3707 h 63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5013" h="63121">
                  <a:moveTo>
                    <a:pt x="45013" y="3707"/>
                  </a:moveTo>
                  <a:cubicBezTo>
                    <a:pt x="45013" y="4157"/>
                    <a:pt x="44870" y="4905"/>
                    <a:pt x="44583" y="5951"/>
                  </a:cubicBezTo>
                  <a:lnTo>
                    <a:pt x="35251" y="43200"/>
                  </a:lnTo>
                  <a:cubicBezTo>
                    <a:pt x="33887" y="48733"/>
                    <a:pt x="30981" y="53436"/>
                    <a:pt x="26534" y="57310"/>
                  </a:cubicBezTo>
                  <a:cubicBezTo>
                    <a:pt x="22117" y="61184"/>
                    <a:pt x="17402" y="63121"/>
                    <a:pt x="12389" y="63121"/>
                  </a:cubicBezTo>
                  <a:cubicBezTo>
                    <a:pt x="9368" y="63121"/>
                    <a:pt x="6888" y="62311"/>
                    <a:pt x="4951" y="60692"/>
                  </a:cubicBezTo>
                  <a:cubicBezTo>
                    <a:pt x="3014" y="59104"/>
                    <a:pt x="2045" y="57085"/>
                    <a:pt x="2045" y="54637"/>
                  </a:cubicBezTo>
                  <a:cubicBezTo>
                    <a:pt x="2045" y="52483"/>
                    <a:pt x="2619" y="50879"/>
                    <a:pt x="3766" y="49825"/>
                  </a:cubicBezTo>
                  <a:cubicBezTo>
                    <a:pt x="4905" y="48810"/>
                    <a:pt x="6156" y="48302"/>
                    <a:pt x="7520" y="48302"/>
                  </a:cubicBezTo>
                  <a:cubicBezTo>
                    <a:pt x="7969" y="48302"/>
                    <a:pt x="8430" y="48364"/>
                    <a:pt x="8903" y="48488"/>
                  </a:cubicBezTo>
                  <a:cubicBezTo>
                    <a:pt x="9383" y="48620"/>
                    <a:pt x="9875" y="48957"/>
                    <a:pt x="10379" y="49500"/>
                  </a:cubicBezTo>
                  <a:cubicBezTo>
                    <a:pt x="10890" y="50034"/>
                    <a:pt x="11146" y="50763"/>
                    <a:pt x="11146" y="51685"/>
                  </a:cubicBezTo>
                  <a:cubicBezTo>
                    <a:pt x="11146" y="53180"/>
                    <a:pt x="10495" y="54513"/>
                    <a:pt x="9193" y="55683"/>
                  </a:cubicBezTo>
                  <a:cubicBezTo>
                    <a:pt x="8558" y="56225"/>
                    <a:pt x="7938" y="56558"/>
                    <a:pt x="7334" y="56682"/>
                  </a:cubicBezTo>
                  <a:cubicBezTo>
                    <a:pt x="6760" y="56814"/>
                    <a:pt x="5982" y="56880"/>
                    <a:pt x="4998" y="56880"/>
                  </a:cubicBezTo>
                  <a:cubicBezTo>
                    <a:pt x="5377" y="57771"/>
                    <a:pt x="5920" y="58519"/>
                    <a:pt x="6625" y="59123"/>
                  </a:cubicBezTo>
                  <a:cubicBezTo>
                    <a:pt x="7322" y="59720"/>
                    <a:pt x="8066" y="60130"/>
                    <a:pt x="8856" y="60355"/>
                  </a:cubicBezTo>
                  <a:cubicBezTo>
                    <a:pt x="9654" y="60611"/>
                    <a:pt x="10305" y="60769"/>
                    <a:pt x="10809" y="60831"/>
                  </a:cubicBezTo>
                  <a:cubicBezTo>
                    <a:pt x="11351" y="60924"/>
                    <a:pt x="11878" y="60971"/>
                    <a:pt x="12389" y="60971"/>
                  </a:cubicBezTo>
                  <a:cubicBezTo>
                    <a:pt x="16450" y="60971"/>
                    <a:pt x="20037" y="58925"/>
                    <a:pt x="23152" y="54834"/>
                  </a:cubicBezTo>
                  <a:cubicBezTo>
                    <a:pt x="24074" y="53595"/>
                    <a:pt x="24868" y="52355"/>
                    <a:pt x="25534" y="51115"/>
                  </a:cubicBezTo>
                  <a:cubicBezTo>
                    <a:pt x="26232" y="49906"/>
                    <a:pt x="26836" y="48558"/>
                    <a:pt x="27347" y="47071"/>
                  </a:cubicBezTo>
                  <a:cubicBezTo>
                    <a:pt x="27851" y="45606"/>
                    <a:pt x="28215" y="44475"/>
                    <a:pt x="28440" y="43677"/>
                  </a:cubicBezTo>
                  <a:cubicBezTo>
                    <a:pt x="28696" y="42887"/>
                    <a:pt x="29044" y="41585"/>
                    <a:pt x="29486" y="39772"/>
                  </a:cubicBezTo>
                  <a:cubicBezTo>
                    <a:pt x="26534" y="42732"/>
                    <a:pt x="23249" y="44211"/>
                    <a:pt x="19630" y="44211"/>
                  </a:cubicBezTo>
                  <a:cubicBezTo>
                    <a:pt x="18104" y="44211"/>
                    <a:pt x="16659" y="44002"/>
                    <a:pt x="15295" y="43584"/>
                  </a:cubicBezTo>
                  <a:cubicBezTo>
                    <a:pt x="13955" y="43173"/>
                    <a:pt x="12699" y="42538"/>
                    <a:pt x="11529" y="41678"/>
                  </a:cubicBezTo>
                  <a:cubicBezTo>
                    <a:pt x="10352" y="40794"/>
                    <a:pt x="9414" y="39574"/>
                    <a:pt x="8717" y="38017"/>
                  </a:cubicBezTo>
                  <a:cubicBezTo>
                    <a:pt x="8050" y="36459"/>
                    <a:pt x="7717" y="34646"/>
                    <a:pt x="7717" y="32578"/>
                  </a:cubicBezTo>
                  <a:cubicBezTo>
                    <a:pt x="7717" y="30393"/>
                    <a:pt x="8147" y="27805"/>
                    <a:pt x="9007" y="24814"/>
                  </a:cubicBezTo>
                  <a:cubicBezTo>
                    <a:pt x="9860" y="21831"/>
                    <a:pt x="11320" y="17592"/>
                    <a:pt x="13389" y="12099"/>
                  </a:cubicBezTo>
                  <a:cubicBezTo>
                    <a:pt x="14497" y="9015"/>
                    <a:pt x="15051" y="6729"/>
                    <a:pt x="15051" y="5242"/>
                  </a:cubicBezTo>
                  <a:cubicBezTo>
                    <a:pt x="15051" y="4506"/>
                    <a:pt x="14973" y="3917"/>
                    <a:pt x="14819" y="3475"/>
                  </a:cubicBezTo>
                  <a:cubicBezTo>
                    <a:pt x="14656" y="2995"/>
                    <a:pt x="14416" y="2677"/>
                    <a:pt x="14098" y="2522"/>
                  </a:cubicBezTo>
                  <a:cubicBezTo>
                    <a:pt x="13780" y="2328"/>
                    <a:pt x="13528" y="2216"/>
                    <a:pt x="13342" y="2185"/>
                  </a:cubicBezTo>
                  <a:cubicBezTo>
                    <a:pt x="13180" y="2154"/>
                    <a:pt x="12940" y="2138"/>
                    <a:pt x="12622" y="2138"/>
                  </a:cubicBezTo>
                  <a:cubicBezTo>
                    <a:pt x="10747" y="2138"/>
                    <a:pt x="8938" y="3091"/>
                    <a:pt x="7194" y="4998"/>
                  </a:cubicBezTo>
                  <a:cubicBezTo>
                    <a:pt x="5443" y="6904"/>
                    <a:pt x="3967" y="9984"/>
                    <a:pt x="2766" y="14237"/>
                  </a:cubicBezTo>
                  <a:cubicBezTo>
                    <a:pt x="2510" y="15035"/>
                    <a:pt x="2301" y="15527"/>
                    <a:pt x="2138" y="15713"/>
                  </a:cubicBezTo>
                  <a:cubicBezTo>
                    <a:pt x="1984" y="15907"/>
                    <a:pt x="1666" y="16004"/>
                    <a:pt x="1185" y="16004"/>
                  </a:cubicBezTo>
                  <a:cubicBezTo>
                    <a:pt x="395" y="15973"/>
                    <a:pt x="0" y="15640"/>
                    <a:pt x="0" y="15004"/>
                  </a:cubicBezTo>
                  <a:cubicBezTo>
                    <a:pt x="0" y="14749"/>
                    <a:pt x="143" y="14129"/>
                    <a:pt x="430" y="13145"/>
                  </a:cubicBezTo>
                  <a:cubicBezTo>
                    <a:pt x="717" y="12130"/>
                    <a:pt x="1193" y="10875"/>
                    <a:pt x="1860" y="9379"/>
                  </a:cubicBezTo>
                  <a:cubicBezTo>
                    <a:pt x="2557" y="7861"/>
                    <a:pt x="3382" y="6416"/>
                    <a:pt x="4335" y="5044"/>
                  </a:cubicBezTo>
                  <a:cubicBezTo>
                    <a:pt x="5288" y="3649"/>
                    <a:pt x="6508" y="2460"/>
                    <a:pt x="7996" y="1476"/>
                  </a:cubicBezTo>
                  <a:cubicBezTo>
                    <a:pt x="9523" y="492"/>
                    <a:pt x="11161" y="0"/>
                    <a:pt x="12912" y="0"/>
                  </a:cubicBezTo>
                  <a:cubicBezTo>
                    <a:pt x="15291" y="0"/>
                    <a:pt x="17213" y="779"/>
                    <a:pt x="18677" y="2336"/>
                  </a:cubicBezTo>
                  <a:cubicBezTo>
                    <a:pt x="20165" y="3855"/>
                    <a:pt x="20909" y="5741"/>
                    <a:pt x="20909" y="7996"/>
                  </a:cubicBezTo>
                  <a:cubicBezTo>
                    <a:pt x="20909" y="8918"/>
                    <a:pt x="20785" y="9794"/>
                    <a:pt x="20537" y="10623"/>
                  </a:cubicBezTo>
                  <a:cubicBezTo>
                    <a:pt x="20312" y="11413"/>
                    <a:pt x="19785" y="12874"/>
                    <a:pt x="18956" y="15004"/>
                  </a:cubicBezTo>
                  <a:cubicBezTo>
                    <a:pt x="15624" y="23582"/>
                    <a:pt x="13958" y="29966"/>
                    <a:pt x="13958" y="34158"/>
                  </a:cubicBezTo>
                  <a:cubicBezTo>
                    <a:pt x="13958" y="35173"/>
                    <a:pt x="14036" y="36111"/>
                    <a:pt x="14191" y="36971"/>
                  </a:cubicBezTo>
                  <a:cubicBezTo>
                    <a:pt x="14385" y="37792"/>
                    <a:pt x="14687" y="38617"/>
                    <a:pt x="15097" y="39446"/>
                  </a:cubicBezTo>
                  <a:cubicBezTo>
                    <a:pt x="15516" y="40237"/>
                    <a:pt x="16136" y="40872"/>
                    <a:pt x="16957" y="41352"/>
                  </a:cubicBezTo>
                  <a:cubicBezTo>
                    <a:pt x="17817" y="41794"/>
                    <a:pt x="18832" y="42015"/>
                    <a:pt x="20002" y="42015"/>
                  </a:cubicBezTo>
                  <a:cubicBezTo>
                    <a:pt x="21497" y="42015"/>
                    <a:pt x="22943" y="41666"/>
                    <a:pt x="24337" y="40969"/>
                  </a:cubicBezTo>
                  <a:cubicBezTo>
                    <a:pt x="25771" y="40240"/>
                    <a:pt x="26933" y="39380"/>
                    <a:pt x="27824" y="38389"/>
                  </a:cubicBezTo>
                  <a:cubicBezTo>
                    <a:pt x="28746" y="37405"/>
                    <a:pt x="29474" y="36502"/>
                    <a:pt x="30009" y="35681"/>
                  </a:cubicBezTo>
                  <a:cubicBezTo>
                    <a:pt x="30582" y="34821"/>
                    <a:pt x="30931" y="34170"/>
                    <a:pt x="31055" y="33728"/>
                  </a:cubicBezTo>
                  <a:lnTo>
                    <a:pt x="35437" y="16190"/>
                  </a:lnTo>
                  <a:lnTo>
                    <a:pt x="37401" y="8380"/>
                  </a:lnTo>
                  <a:cubicBezTo>
                    <a:pt x="37997" y="5552"/>
                    <a:pt x="38439" y="3789"/>
                    <a:pt x="38726" y="3091"/>
                  </a:cubicBezTo>
                  <a:cubicBezTo>
                    <a:pt x="39105" y="2425"/>
                    <a:pt x="39632" y="1918"/>
                    <a:pt x="40306" y="1569"/>
                  </a:cubicBezTo>
                  <a:cubicBezTo>
                    <a:pt x="40973" y="1220"/>
                    <a:pt x="41589" y="1046"/>
                    <a:pt x="42154" y="1046"/>
                  </a:cubicBezTo>
                  <a:cubicBezTo>
                    <a:pt x="42952" y="1046"/>
                    <a:pt x="43623" y="1282"/>
                    <a:pt x="44165" y="1755"/>
                  </a:cubicBezTo>
                  <a:cubicBezTo>
                    <a:pt x="44731" y="2235"/>
                    <a:pt x="45013" y="2886"/>
                    <a:pt x="45013" y="370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4" name="Freeform 4773">
              <a:extLst>
                <a:ext uri="{FF2B5EF4-FFF2-40B4-BE49-F238E27FC236}">
                  <a16:creationId xmlns:a16="http://schemas.microsoft.com/office/drawing/2014/main" id="{0DB676EA-AE85-AAD4-88C2-9F305BC39AF1}"/>
                </a:ext>
              </a:extLst>
            </p:cNvPr>
            <p:cNvSpPr/>
            <p:nvPr/>
          </p:nvSpPr>
          <p:spPr>
            <a:xfrm>
              <a:off x="4975041" y="4724833"/>
              <a:ext cx="32321" cy="139375"/>
            </a:xfrm>
            <a:custGeom>
              <a:avLst/>
              <a:gdLst>
                <a:gd name="csX0" fmla="*/ 0 w 32321"/>
                <a:gd name="csY0" fmla="*/ 69688 h 139375"/>
                <a:gd name="csX1" fmla="*/ 8775 w 32321"/>
                <a:gd name="csY1" fmla="*/ 27150 h 139375"/>
                <a:gd name="csX2" fmla="*/ 17759 w 32321"/>
                <a:gd name="csY2" fmla="*/ 12517 h 139375"/>
                <a:gd name="csX3" fmla="*/ 26476 w 32321"/>
                <a:gd name="csY3" fmla="*/ 2929 h 139375"/>
                <a:gd name="csX4" fmla="*/ 30892 w 32321"/>
                <a:gd name="csY4" fmla="*/ 0 h 139375"/>
                <a:gd name="csX5" fmla="*/ 32322 w 32321"/>
                <a:gd name="csY5" fmla="*/ 1360 h 139375"/>
                <a:gd name="csX6" fmla="*/ 30486 w 32321"/>
                <a:gd name="csY6" fmla="*/ 3742 h 139375"/>
                <a:gd name="csX7" fmla="*/ 8101 w 32321"/>
                <a:gd name="csY7" fmla="*/ 69688 h 139375"/>
                <a:gd name="csX8" fmla="*/ 29939 w 32321"/>
                <a:gd name="csY8" fmla="*/ 134889 h 139375"/>
                <a:gd name="csX9" fmla="*/ 32322 w 32321"/>
                <a:gd name="csY9" fmla="*/ 138016 h 139375"/>
                <a:gd name="csX10" fmla="*/ 30892 w 32321"/>
                <a:gd name="csY10" fmla="*/ 139375 h 139375"/>
                <a:gd name="csX11" fmla="*/ 26604 w 32321"/>
                <a:gd name="csY11" fmla="*/ 136586 h 139375"/>
                <a:gd name="csX12" fmla="*/ 18108 w 32321"/>
                <a:gd name="csY12" fmla="*/ 127393 h 139375"/>
                <a:gd name="csX13" fmla="*/ 9182 w 32321"/>
                <a:gd name="csY13" fmla="*/ 113179 h 139375"/>
                <a:gd name="csX14" fmla="*/ 0 w 32321"/>
                <a:gd name="csY14" fmla="*/ 69688 h 13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321" h="139375">
                  <a:moveTo>
                    <a:pt x="0" y="69688"/>
                  </a:moveTo>
                  <a:cubicBezTo>
                    <a:pt x="0" y="53990"/>
                    <a:pt x="2925" y="39810"/>
                    <a:pt x="8775" y="27150"/>
                  </a:cubicBezTo>
                  <a:cubicBezTo>
                    <a:pt x="11270" y="21842"/>
                    <a:pt x="14265" y="16965"/>
                    <a:pt x="17759" y="12517"/>
                  </a:cubicBezTo>
                  <a:cubicBezTo>
                    <a:pt x="21254" y="8070"/>
                    <a:pt x="24159" y="4874"/>
                    <a:pt x="26476" y="2929"/>
                  </a:cubicBezTo>
                  <a:cubicBezTo>
                    <a:pt x="28785" y="976"/>
                    <a:pt x="30257" y="0"/>
                    <a:pt x="30892" y="0"/>
                  </a:cubicBezTo>
                  <a:cubicBezTo>
                    <a:pt x="31807" y="0"/>
                    <a:pt x="32283" y="453"/>
                    <a:pt x="32322" y="1360"/>
                  </a:cubicBezTo>
                  <a:cubicBezTo>
                    <a:pt x="32322" y="1809"/>
                    <a:pt x="31710" y="2603"/>
                    <a:pt x="30486" y="3742"/>
                  </a:cubicBezTo>
                  <a:cubicBezTo>
                    <a:pt x="15516" y="18983"/>
                    <a:pt x="8054" y="40965"/>
                    <a:pt x="8101" y="69688"/>
                  </a:cubicBezTo>
                  <a:cubicBezTo>
                    <a:pt x="8101" y="98496"/>
                    <a:pt x="15380" y="120230"/>
                    <a:pt x="29939" y="134889"/>
                  </a:cubicBezTo>
                  <a:cubicBezTo>
                    <a:pt x="31528" y="136478"/>
                    <a:pt x="32322" y="137520"/>
                    <a:pt x="32322" y="138016"/>
                  </a:cubicBezTo>
                  <a:cubicBezTo>
                    <a:pt x="32322" y="138922"/>
                    <a:pt x="31845" y="139375"/>
                    <a:pt x="30892" y="139375"/>
                  </a:cubicBezTo>
                  <a:cubicBezTo>
                    <a:pt x="30257" y="139375"/>
                    <a:pt x="28827" y="138446"/>
                    <a:pt x="26604" y="136586"/>
                  </a:cubicBezTo>
                  <a:cubicBezTo>
                    <a:pt x="24388" y="134726"/>
                    <a:pt x="21556" y="131662"/>
                    <a:pt x="18108" y="127393"/>
                  </a:cubicBezTo>
                  <a:cubicBezTo>
                    <a:pt x="14660" y="123131"/>
                    <a:pt x="11684" y="118393"/>
                    <a:pt x="9182" y="113179"/>
                  </a:cubicBezTo>
                  <a:cubicBezTo>
                    <a:pt x="3061" y="100518"/>
                    <a:pt x="0" y="86021"/>
                    <a:pt x="0" y="6968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5" name="Freeform 4774">
              <a:extLst>
                <a:ext uri="{FF2B5EF4-FFF2-40B4-BE49-F238E27FC236}">
                  <a16:creationId xmlns:a16="http://schemas.microsoft.com/office/drawing/2014/main" id="{84E6CCF9-12E1-0E74-2D9B-E5CD07FF8314}"/>
                </a:ext>
              </a:extLst>
            </p:cNvPr>
            <p:cNvSpPr/>
            <p:nvPr/>
          </p:nvSpPr>
          <p:spPr>
            <a:xfrm>
              <a:off x="4986722" y="4787106"/>
              <a:ext cx="14771" cy="14830"/>
            </a:xfrm>
            <a:custGeom>
              <a:avLst/>
              <a:gdLst>
                <a:gd name="csX0" fmla="*/ 12587 w 14771"/>
                <a:gd name="csY0" fmla="*/ 2243 h 14830"/>
                <a:gd name="csX1" fmla="*/ 14772 w 14771"/>
                <a:gd name="csY1" fmla="*/ 7415 h 14830"/>
                <a:gd name="csX2" fmla="*/ 12587 w 14771"/>
                <a:gd name="csY2" fmla="*/ 12657 h 14830"/>
                <a:gd name="csX3" fmla="*/ 7415 w 14771"/>
                <a:gd name="csY3" fmla="*/ 14830 h 14830"/>
                <a:gd name="csX4" fmla="*/ 2173 w 14771"/>
                <a:gd name="csY4" fmla="*/ 12657 h 14830"/>
                <a:gd name="csX5" fmla="*/ 0 w 14771"/>
                <a:gd name="csY5" fmla="*/ 7415 h 14830"/>
                <a:gd name="csX6" fmla="*/ 2173 w 14771"/>
                <a:gd name="csY6" fmla="*/ 2243 h 14830"/>
                <a:gd name="csX7" fmla="*/ 7415 w 14771"/>
                <a:gd name="csY7" fmla="*/ 0 h 14830"/>
                <a:gd name="csX8" fmla="*/ 12587 w 14771"/>
                <a:gd name="csY8" fmla="*/ 2243 h 1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771" h="14830">
                  <a:moveTo>
                    <a:pt x="12587" y="2243"/>
                  </a:moveTo>
                  <a:cubicBezTo>
                    <a:pt x="14044" y="3692"/>
                    <a:pt x="14772" y="5416"/>
                    <a:pt x="14772" y="7415"/>
                  </a:cubicBezTo>
                  <a:cubicBezTo>
                    <a:pt x="14772" y="9414"/>
                    <a:pt x="14044" y="11161"/>
                    <a:pt x="12587" y="12657"/>
                  </a:cubicBezTo>
                  <a:cubicBezTo>
                    <a:pt x="11138" y="14106"/>
                    <a:pt x="9414" y="14830"/>
                    <a:pt x="7415" y="14830"/>
                  </a:cubicBezTo>
                  <a:cubicBezTo>
                    <a:pt x="5424" y="14830"/>
                    <a:pt x="3677" y="14106"/>
                    <a:pt x="2173" y="12657"/>
                  </a:cubicBezTo>
                  <a:cubicBezTo>
                    <a:pt x="724" y="11161"/>
                    <a:pt x="0" y="9414"/>
                    <a:pt x="0" y="7415"/>
                  </a:cubicBezTo>
                  <a:cubicBezTo>
                    <a:pt x="0" y="5416"/>
                    <a:pt x="724" y="3692"/>
                    <a:pt x="2173" y="2243"/>
                  </a:cubicBezTo>
                  <a:cubicBezTo>
                    <a:pt x="3677" y="748"/>
                    <a:pt x="5424" y="0"/>
                    <a:pt x="7415" y="0"/>
                  </a:cubicBezTo>
                  <a:cubicBezTo>
                    <a:pt x="9414" y="0"/>
                    <a:pt x="11138" y="748"/>
                    <a:pt x="12587" y="2243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6" name="Freeform 4775">
              <a:extLst>
                <a:ext uri="{FF2B5EF4-FFF2-40B4-BE49-F238E27FC236}">
                  <a16:creationId xmlns:a16="http://schemas.microsoft.com/office/drawing/2014/main" id="{DAA14E0B-3C4A-F889-C9D4-EB0EC4BDA5B2}"/>
                </a:ext>
              </a:extLst>
            </p:cNvPr>
            <p:cNvSpPr/>
            <p:nvPr/>
          </p:nvSpPr>
          <p:spPr>
            <a:xfrm>
              <a:off x="5012802" y="4724833"/>
              <a:ext cx="32333" cy="139375"/>
            </a:xfrm>
            <a:custGeom>
              <a:avLst/>
              <a:gdLst>
                <a:gd name="csX0" fmla="*/ 0 w 32333"/>
                <a:gd name="csY0" fmla="*/ 138016 h 139375"/>
                <a:gd name="csX1" fmla="*/ 1767 w 32333"/>
                <a:gd name="csY1" fmla="*/ 135633 h 139375"/>
                <a:gd name="csX2" fmla="*/ 24233 w 32333"/>
                <a:gd name="csY2" fmla="*/ 69688 h 139375"/>
                <a:gd name="csX3" fmla="*/ 2662 w 32333"/>
                <a:gd name="csY3" fmla="*/ 4626 h 139375"/>
                <a:gd name="csX4" fmla="*/ 0 w 32333"/>
                <a:gd name="csY4" fmla="*/ 1360 h 139375"/>
                <a:gd name="csX5" fmla="*/ 1360 w 32333"/>
                <a:gd name="csY5" fmla="*/ 0 h 139375"/>
                <a:gd name="csX6" fmla="*/ 5649 w 32333"/>
                <a:gd name="csY6" fmla="*/ 2789 h 139375"/>
                <a:gd name="csX7" fmla="*/ 14156 w 32333"/>
                <a:gd name="csY7" fmla="*/ 11971 h 139375"/>
                <a:gd name="csX8" fmla="*/ 23140 w 32333"/>
                <a:gd name="csY8" fmla="*/ 26197 h 139375"/>
                <a:gd name="csX9" fmla="*/ 32334 w 32333"/>
                <a:gd name="csY9" fmla="*/ 69688 h 139375"/>
                <a:gd name="csX10" fmla="*/ 23547 w 32333"/>
                <a:gd name="csY10" fmla="*/ 112226 h 139375"/>
                <a:gd name="csX11" fmla="*/ 14563 w 32333"/>
                <a:gd name="csY11" fmla="*/ 126858 h 139375"/>
                <a:gd name="csX12" fmla="*/ 5858 w 32333"/>
                <a:gd name="csY12" fmla="*/ 136447 h 139375"/>
                <a:gd name="csX13" fmla="*/ 1360 w 32333"/>
                <a:gd name="csY13" fmla="*/ 139375 h 139375"/>
                <a:gd name="csX14" fmla="*/ 0 w 32333"/>
                <a:gd name="csY14" fmla="*/ 138016 h 13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333" h="139375">
                  <a:moveTo>
                    <a:pt x="0" y="138016"/>
                  </a:moveTo>
                  <a:cubicBezTo>
                    <a:pt x="0" y="137559"/>
                    <a:pt x="589" y="136764"/>
                    <a:pt x="1767" y="135633"/>
                  </a:cubicBezTo>
                  <a:cubicBezTo>
                    <a:pt x="16744" y="120392"/>
                    <a:pt x="24233" y="98410"/>
                    <a:pt x="24233" y="69688"/>
                  </a:cubicBezTo>
                  <a:cubicBezTo>
                    <a:pt x="24233" y="40880"/>
                    <a:pt x="17042" y="19192"/>
                    <a:pt x="2662" y="4626"/>
                  </a:cubicBezTo>
                  <a:cubicBezTo>
                    <a:pt x="887" y="2944"/>
                    <a:pt x="0" y="1856"/>
                    <a:pt x="0" y="1360"/>
                  </a:cubicBezTo>
                  <a:cubicBezTo>
                    <a:pt x="0" y="453"/>
                    <a:pt x="453" y="0"/>
                    <a:pt x="1360" y="0"/>
                  </a:cubicBezTo>
                  <a:cubicBezTo>
                    <a:pt x="1995" y="0"/>
                    <a:pt x="3425" y="930"/>
                    <a:pt x="5649" y="2789"/>
                  </a:cubicBezTo>
                  <a:cubicBezTo>
                    <a:pt x="7919" y="4649"/>
                    <a:pt x="10755" y="7709"/>
                    <a:pt x="14156" y="11971"/>
                  </a:cubicBezTo>
                  <a:cubicBezTo>
                    <a:pt x="17604" y="16240"/>
                    <a:pt x="20599" y="20982"/>
                    <a:pt x="23140" y="26197"/>
                  </a:cubicBezTo>
                  <a:cubicBezTo>
                    <a:pt x="29269" y="38857"/>
                    <a:pt x="32334" y="53354"/>
                    <a:pt x="32334" y="69688"/>
                  </a:cubicBezTo>
                  <a:cubicBezTo>
                    <a:pt x="32334" y="85386"/>
                    <a:pt x="29405" y="99565"/>
                    <a:pt x="23547" y="112226"/>
                  </a:cubicBezTo>
                  <a:cubicBezTo>
                    <a:pt x="21052" y="117533"/>
                    <a:pt x="18057" y="122411"/>
                    <a:pt x="14563" y="126858"/>
                  </a:cubicBezTo>
                  <a:cubicBezTo>
                    <a:pt x="11068" y="131298"/>
                    <a:pt x="8167" y="134494"/>
                    <a:pt x="5858" y="136447"/>
                  </a:cubicBezTo>
                  <a:cubicBezTo>
                    <a:pt x="3541" y="138399"/>
                    <a:pt x="2042" y="139375"/>
                    <a:pt x="1360" y="139375"/>
                  </a:cubicBezTo>
                  <a:cubicBezTo>
                    <a:pt x="453" y="139375"/>
                    <a:pt x="0" y="138922"/>
                    <a:pt x="0" y="138016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7" name="Freeform 4776">
              <a:extLst>
                <a:ext uri="{FF2B5EF4-FFF2-40B4-BE49-F238E27FC236}">
                  <a16:creationId xmlns:a16="http://schemas.microsoft.com/office/drawing/2014/main" id="{9AF8E51F-ECEB-B72F-6832-8A811C849818}"/>
                </a:ext>
              </a:extLst>
            </p:cNvPr>
            <p:cNvSpPr/>
            <p:nvPr/>
          </p:nvSpPr>
          <p:spPr>
            <a:xfrm>
              <a:off x="3600877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8" name="Freeform 4777">
              <a:extLst>
                <a:ext uri="{FF2B5EF4-FFF2-40B4-BE49-F238E27FC236}">
                  <a16:creationId xmlns:a16="http://schemas.microsoft.com/office/drawing/2014/main" id="{DC2E513F-35A2-0CBD-FA63-42079B512A56}"/>
                </a:ext>
              </a:extLst>
            </p:cNvPr>
            <p:cNvSpPr/>
            <p:nvPr/>
          </p:nvSpPr>
          <p:spPr>
            <a:xfrm>
              <a:off x="3600877" y="4564991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9" name="Freeform 4778">
              <a:extLst>
                <a:ext uri="{FF2B5EF4-FFF2-40B4-BE49-F238E27FC236}">
                  <a16:creationId xmlns:a16="http://schemas.microsoft.com/office/drawing/2014/main" id="{3AFDA4B5-B7AC-3CB4-772F-AE14DD54DA7D}"/>
                </a:ext>
              </a:extLst>
            </p:cNvPr>
            <p:cNvSpPr/>
            <p:nvPr/>
          </p:nvSpPr>
          <p:spPr>
            <a:xfrm>
              <a:off x="3600877" y="4261089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0" name="Freeform 4779">
              <a:extLst>
                <a:ext uri="{FF2B5EF4-FFF2-40B4-BE49-F238E27FC236}">
                  <a16:creationId xmlns:a16="http://schemas.microsoft.com/office/drawing/2014/main" id="{8F0EE965-249E-3C67-6432-2BD1EFEA4702}"/>
                </a:ext>
              </a:extLst>
            </p:cNvPr>
            <p:cNvSpPr/>
            <p:nvPr/>
          </p:nvSpPr>
          <p:spPr>
            <a:xfrm>
              <a:off x="3600877" y="3957197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1" name="Freeform 4780">
              <a:extLst>
                <a:ext uri="{FF2B5EF4-FFF2-40B4-BE49-F238E27FC236}">
                  <a16:creationId xmlns:a16="http://schemas.microsoft.com/office/drawing/2014/main" id="{753E3E97-8A71-D0DB-7304-1601490173DC}"/>
                </a:ext>
              </a:extLst>
            </p:cNvPr>
            <p:cNvSpPr/>
            <p:nvPr/>
          </p:nvSpPr>
          <p:spPr>
            <a:xfrm>
              <a:off x="3600877" y="3653300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2" name="Freeform 4781">
              <a:extLst>
                <a:ext uri="{FF2B5EF4-FFF2-40B4-BE49-F238E27FC236}">
                  <a16:creationId xmlns:a16="http://schemas.microsoft.com/office/drawing/2014/main" id="{3209CEA3-77A9-70BF-A7FC-C457FC2924A7}"/>
                </a:ext>
              </a:extLst>
            </p:cNvPr>
            <p:cNvSpPr/>
            <p:nvPr/>
          </p:nvSpPr>
          <p:spPr>
            <a:xfrm>
              <a:off x="3600877" y="3349402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3" name="Freeform 4782">
              <a:extLst>
                <a:ext uri="{FF2B5EF4-FFF2-40B4-BE49-F238E27FC236}">
                  <a16:creationId xmlns:a16="http://schemas.microsoft.com/office/drawing/2014/main" id="{F2ACE30A-441B-F316-B9E3-944220FE125D}"/>
                </a:ext>
              </a:extLst>
            </p:cNvPr>
            <p:cNvSpPr/>
            <p:nvPr/>
          </p:nvSpPr>
          <p:spPr>
            <a:xfrm>
              <a:off x="3378286" y="4518164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10 w 62470"/>
                <a:gd name="csY1" fmla="*/ 19014 h 93769"/>
                <a:gd name="csX2" fmla="*/ 12288 w 62470"/>
                <a:gd name="csY2" fmla="*/ 46919 h 93769"/>
                <a:gd name="csX3" fmla="*/ 17010 w 62470"/>
                <a:gd name="csY3" fmla="*/ 74825 h 93769"/>
                <a:gd name="csX4" fmla="*/ 31235 w 62470"/>
                <a:gd name="csY4" fmla="*/ 84088 h 93769"/>
                <a:gd name="csX5" fmla="*/ 45460 w 62470"/>
                <a:gd name="csY5" fmla="*/ 74825 h 93769"/>
                <a:gd name="csX6" fmla="*/ 50242 w 62470"/>
                <a:gd name="csY6" fmla="*/ 46919 h 93769"/>
                <a:gd name="csX7" fmla="*/ 45460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10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10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2" y="81000"/>
                    <a:pt x="45460" y="74825"/>
                  </a:cubicBezTo>
                  <a:cubicBezTo>
                    <a:pt x="48648" y="68611"/>
                    <a:pt x="50242" y="59309"/>
                    <a:pt x="50242" y="46919"/>
                  </a:cubicBezTo>
                  <a:cubicBezTo>
                    <a:pt x="50242" y="34491"/>
                    <a:pt x="48648" y="25190"/>
                    <a:pt x="45460" y="19014"/>
                  </a:cubicBezTo>
                  <a:cubicBezTo>
                    <a:pt x="42312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2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2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4" name="Freeform 4783">
              <a:extLst>
                <a:ext uri="{FF2B5EF4-FFF2-40B4-BE49-F238E27FC236}">
                  <a16:creationId xmlns:a16="http://schemas.microsoft.com/office/drawing/2014/main" id="{D926B9CC-6B73-6933-E468-82E0335282F3}"/>
                </a:ext>
              </a:extLst>
            </p:cNvPr>
            <p:cNvSpPr/>
            <p:nvPr/>
          </p:nvSpPr>
          <p:spPr>
            <a:xfrm>
              <a:off x="3462245" y="4594802"/>
              <a:ext cx="12772" cy="15376"/>
            </a:xfrm>
            <a:custGeom>
              <a:avLst/>
              <a:gdLst>
                <a:gd name="csX0" fmla="*/ 0 w 12772"/>
                <a:gd name="csY0" fmla="*/ 0 h 15376"/>
                <a:gd name="csX1" fmla="*/ 12773 w 12772"/>
                <a:gd name="csY1" fmla="*/ 0 h 15376"/>
                <a:gd name="csX2" fmla="*/ 12773 w 12772"/>
                <a:gd name="csY2" fmla="*/ 15376 h 15376"/>
                <a:gd name="csX3" fmla="*/ 0 w 12772"/>
                <a:gd name="csY3" fmla="*/ 15376 h 15376"/>
                <a:gd name="csX4" fmla="*/ 0 w 12772"/>
                <a:gd name="csY4" fmla="*/ 0 h 15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6">
                  <a:moveTo>
                    <a:pt x="0" y="0"/>
                  </a:moveTo>
                  <a:lnTo>
                    <a:pt x="12773" y="0"/>
                  </a:lnTo>
                  <a:lnTo>
                    <a:pt x="12773" y="15376"/>
                  </a:lnTo>
                  <a:lnTo>
                    <a:pt x="0" y="15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5" name="Freeform 4784">
              <a:extLst>
                <a:ext uri="{FF2B5EF4-FFF2-40B4-BE49-F238E27FC236}">
                  <a16:creationId xmlns:a16="http://schemas.microsoft.com/office/drawing/2014/main" id="{FFA66E72-568C-336B-F341-DB58CF8D41FF}"/>
                </a:ext>
              </a:extLst>
            </p:cNvPr>
            <p:cNvSpPr/>
            <p:nvPr/>
          </p:nvSpPr>
          <p:spPr>
            <a:xfrm>
              <a:off x="3496567" y="4518164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09 w 62470"/>
                <a:gd name="csY1" fmla="*/ 19014 h 93769"/>
                <a:gd name="csX2" fmla="*/ 12288 w 62470"/>
                <a:gd name="csY2" fmla="*/ 46919 h 93769"/>
                <a:gd name="csX3" fmla="*/ 17009 w 62470"/>
                <a:gd name="csY3" fmla="*/ 74825 h 93769"/>
                <a:gd name="csX4" fmla="*/ 31235 w 62470"/>
                <a:gd name="csY4" fmla="*/ 84088 h 93769"/>
                <a:gd name="csX5" fmla="*/ 45461 w 62470"/>
                <a:gd name="csY5" fmla="*/ 74825 h 93769"/>
                <a:gd name="csX6" fmla="*/ 50242 w 62470"/>
                <a:gd name="csY6" fmla="*/ 46919 h 93769"/>
                <a:gd name="csX7" fmla="*/ 45461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09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09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3" y="81000"/>
                    <a:pt x="45461" y="74825"/>
                  </a:cubicBezTo>
                  <a:cubicBezTo>
                    <a:pt x="48649" y="68611"/>
                    <a:pt x="50242" y="59309"/>
                    <a:pt x="50242" y="46919"/>
                  </a:cubicBezTo>
                  <a:cubicBezTo>
                    <a:pt x="50242" y="34491"/>
                    <a:pt x="48649" y="25190"/>
                    <a:pt x="45461" y="19014"/>
                  </a:cubicBezTo>
                  <a:cubicBezTo>
                    <a:pt x="42313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3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3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6" name="Freeform 4785">
              <a:extLst>
                <a:ext uri="{FF2B5EF4-FFF2-40B4-BE49-F238E27FC236}">
                  <a16:creationId xmlns:a16="http://schemas.microsoft.com/office/drawing/2014/main" id="{106DD295-3733-AC0A-C7FE-0BCEEF3A3CD1}"/>
                </a:ext>
              </a:extLst>
            </p:cNvPr>
            <p:cNvSpPr/>
            <p:nvPr/>
          </p:nvSpPr>
          <p:spPr>
            <a:xfrm>
              <a:off x="3382462" y="4214274"/>
              <a:ext cx="62469" cy="93757"/>
            </a:xfrm>
            <a:custGeom>
              <a:avLst/>
              <a:gdLst>
                <a:gd name="csX0" fmla="*/ 31235 w 62469"/>
                <a:gd name="csY0" fmla="*/ 9681 h 93757"/>
                <a:gd name="csX1" fmla="*/ 17010 w 62469"/>
                <a:gd name="csY1" fmla="*/ 19003 h 93757"/>
                <a:gd name="csX2" fmla="*/ 12288 w 62469"/>
                <a:gd name="csY2" fmla="*/ 46908 h 93757"/>
                <a:gd name="csX3" fmla="*/ 17010 w 62469"/>
                <a:gd name="csY3" fmla="*/ 74813 h 93757"/>
                <a:gd name="csX4" fmla="*/ 31235 w 62469"/>
                <a:gd name="csY4" fmla="*/ 84076 h 93757"/>
                <a:gd name="csX5" fmla="*/ 45460 w 62469"/>
                <a:gd name="csY5" fmla="*/ 74813 h 93757"/>
                <a:gd name="csX6" fmla="*/ 50242 w 62469"/>
                <a:gd name="csY6" fmla="*/ 46908 h 93757"/>
                <a:gd name="csX7" fmla="*/ 45460 w 62469"/>
                <a:gd name="csY7" fmla="*/ 19003 h 93757"/>
                <a:gd name="csX8" fmla="*/ 31235 w 62469"/>
                <a:gd name="csY8" fmla="*/ 9681 h 93757"/>
                <a:gd name="csX9" fmla="*/ 31235 w 62469"/>
                <a:gd name="csY9" fmla="*/ 0 h 93757"/>
                <a:gd name="csX10" fmla="*/ 54419 w 62469"/>
                <a:gd name="csY10" fmla="*/ 12041 h 93757"/>
                <a:gd name="csX11" fmla="*/ 62470 w 62469"/>
                <a:gd name="csY11" fmla="*/ 46908 h 93757"/>
                <a:gd name="csX12" fmla="*/ 54419 w 62469"/>
                <a:gd name="csY12" fmla="*/ 81775 h 93757"/>
                <a:gd name="csX13" fmla="*/ 31235 w 62469"/>
                <a:gd name="csY13" fmla="*/ 93758 h 93757"/>
                <a:gd name="csX14" fmla="*/ 7990 w 62469"/>
                <a:gd name="csY14" fmla="*/ 81775 h 93757"/>
                <a:gd name="csX15" fmla="*/ 0 w 62469"/>
                <a:gd name="csY15" fmla="*/ 46908 h 93757"/>
                <a:gd name="csX16" fmla="*/ 7990 w 62469"/>
                <a:gd name="csY16" fmla="*/ 12041 h 93757"/>
                <a:gd name="csX17" fmla="*/ 31235 w 62469"/>
                <a:gd name="csY17" fmla="*/ 0 h 93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57">
                  <a:moveTo>
                    <a:pt x="31235" y="9681"/>
                  </a:moveTo>
                  <a:cubicBezTo>
                    <a:pt x="24940" y="9681"/>
                    <a:pt x="20198" y="12788"/>
                    <a:pt x="17010" y="19003"/>
                  </a:cubicBezTo>
                  <a:cubicBezTo>
                    <a:pt x="13862" y="25178"/>
                    <a:pt x="12288" y="34480"/>
                    <a:pt x="12288" y="46908"/>
                  </a:cubicBezTo>
                  <a:cubicBezTo>
                    <a:pt x="12288" y="59297"/>
                    <a:pt x="13862" y="68599"/>
                    <a:pt x="17010" y="74813"/>
                  </a:cubicBezTo>
                  <a:cubicBezTo>
                    <a:pt x="20198" y="80989"/>
                    <a:pt x="24940" y="84076"/>
                    <a:pt x="31235" y="84076"/>
                  </a:cubicBezTo>
                  <a:cubicBezTo>
                    <a:pt x="37571" y="84076"/>
                    <a:pt x="42312" y="80989"/>
                    <a:pt x="45460" y="74813"/>
                  </a:cubicBezTo>
                  <a:cubicBezTo>
                    <a:pt x="48648" y="68599"/>
                    <a:pt x="50242" y="59297"/>
                    <a:pt x="50242" y="46908"/>
                  </a:cubicBezTo>
                  <a:cubicBezTo>
                    <a:pt x="50242" y="34480"/>
                    <a:pt x="48648" y="25178"/>
                    <a:pt x="45460" y="19003"/>
                  </a:cubicBezTo>
                  <a:cubicBezTo>
                    <a:pt x="42312" y="12788"/>
                    <a:pt x="37571" y="9681"/>
                    <a:pt x="31235" y="9681"/>
                  </a:cubicBezTo>
                  <a:moveTo>
                    <a:pt x="31235" y="0"/>
                  </a:moveTo>
                  <a:cubicBezTo>
                    <a:pt x="41364" y="0"/>
                    <a:pt x="49092" y="4014"/>
                    <a:pt x="54419" y="12041"/>
                  </a:cubicBezTo>
                  <a:cubicBezTo>
                    <a:pt x="59786" y="20037"/>
                    <a:pt x="62470" y="31659"/>
                    <a:pt x="62470" y="46908"/>
                  </a:cubicBezTo>
                  <a:cubicBezTo>
                    <a:pt x="62470" y="62125"/>
                    <a:pt x="59786" y="73748"/>
                    <a:pt x="54419" y="81775"/>
                  </a:cubicBezTo>
                  <a:cubicBezTo>
                    <a:pt x="49092" y="89763"/>
                    <a:pt x="41364" y="93758"/>
                    <a:pt x="31235" y="93758"/>
                  </a:cubicBezTo>
                  <a:cubicBezTo>
                    <a:pt x="21106" y="93758"/>
                    <a:pt x="13358" y="89763"/>
                    <a:pt x="7990" y="81775"/>
                  </a:cubicBezTo>
                  <a:cubicBezTo>
                    <a:pt x="2663" y="73748"/>
                    <a:pt x="0" y="62125"/>
                    <a:pt x="0" y="46908"/>
                  </a:cubicBezTo>
                  <a:cubicBezTo>
                    <a:pt x="0" y="31659"/>
                    <a:pt x="2663" y="20037"/>
                    <a:pt x="7990" y="12041"/>
                  </a:cubicBezTo>
                  <a:cubicBezTo>
                    <a:pt x="13358" y="4014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7" name="Freeform 4786">
              <a:extLst>
                <a:ext uri="{FF2B5EF4-FFF2-40B4-BE49-F238E27FC236}">
                  <a16:creationId xmlns:a16="http://schemas.microsoft.com/office/drawing/2014/main" id="{C923AD76-938C-1349-EF17-DE5AB5AF4961}"/>
                </a:ext>
              </a:extLst>
            </p:cNvPr>
            <p:cNvSpPr/>
            <p:nvPr/>
          </p:nvSpPr>
          <p:spPr>
            <a:xfrm>
              <a:off x="3466422" y="4290912"/>
              <a:ext cx="12771" cy="15364"/>
            </a:xfrm>
            <a:custGeom>
              <a:avLst/>
              <a:gdLst>
                <a:gd name="csX0" fmla="*/ 0 w 12771"/>
                <a:gd name="csY0" fmla="*/ 0 h 15364"/>
                <a:gd name="csX1" fmla="*/ 12772 w 12771"/>
                <a:gd name="csY1" fmla="*/ 0 h 15364"/>
                <a:gd name="csX2" fmla="*/ 12772 w 12771"/>
                <a:gd name="csY2" fmla="*/ 15365 h 15364"/>
                <a:gd name="csX3" fmla="*/ 0 w 12771"/>
                <a:gd name="csY3" fmla="*/ 15365 h 15364"/>
                <a:gd name="csX4" fmla="*/ 0 w 12771"/>
                <a:gd name="csY4" fmla="*/ 0 h 15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1" h="15364">
                  <a:moveTo>
                    <a:pt x="0" y="0"/>
                  </a:moveTo>
                  <a:lnTo>
                    <a:pt x="12772" y="0"/>
                  </a:lnTo>
                  <a:lnTo>
                    <a:pt x="12772" y="15365"/>
                  </a:lnTo>
                  <a:lnTo>
                    <a:pt x="0" y="15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8" name="Freeform 4787">
              <a:extLst>
                <a:ext uri="{FF2B5EF4-FFF2-40B4-BE49-F238E27FC236}">
                  <a16:creationId xmlns:a16="http://schemas.microsoft.com/office/drawing/2014/main" id="{D4C1DBF6-AA09-C570-5962-CCCF68679D8C}"/>
                </a:ext>
              </a:extLst>
            </p:cNvPr>
            <p:cNvSpPr/>
            <p:nvPr/>
          </p:nvSpPr>
          <p:spPr>
            <a:xfrm>
              <a:off x="3501651" y="4214274"/>
              <a:ext cx="57385" cy="92002"/>
            </a:xfrm>
            <a:custGeom>
              <a:avLst/>
              <a:gdLst>
                <a:gd name="csX0" fmla="*/ 14709 w 57385"/>
                <a:gd name="csY0" fmla="*/ 81717 h 92002"/>
                <a:gd name="csX1" fmla="*/ 57385 w 57385"/>
                <a:gd name="csY1" fmla="*/ 81717 h 92002"/>
                <a:gd name="csX2" fmla="*/ 57385 w 57385"/>
                <a:gd name="csY2" fmla="*/ 92003 h 92002"/>
                <a:gd name="csX3" fmla="*/ 0 w 57385"/>
                <a:gd name="csY3" fmla="*/ 92003 h 92002"/>
                <a:gd name="csX4" fmla="*/ 0 w 57385"/>
                <a:gd name="csY4" fmla="*/ 81717 h 92002"/>
                <a:gd name="csX5" fmla="*/ 18947 w 57385"/>
                <a:gd name="csY5" fmla="*/ 62412 h 92002"/>
                <a:gd name="csX6" fmla="*/ 34080 w 57385"/>
                <a:gd name="csY6" fmla="*/ 46734 h 92002"/>
                <a:gd name="csX7" fmla="*/ 42252 w 57385"/>
                <a:gd name="csY7" fmla="*/ 35588 h 92002"/>
                <a:gd name="csX8" fmla="*/ 44612 w 57385"/>
                <a:gd name="csY8" fmla="*/ 26569 h 92002"/>
                <a:gd name="csX9" fmla="*/ 39528 w 57385"/>
                <a:gd name="csY9" fmla="*/ 14830 h 92002"/>
                <a:gd name="csX10" fmla="*/ 26392 w 57385"/>
                <a:gd name="csY10" fmla="*/ 10286 h 92002"/>
                <a:gd name="csX11" fmla="*/ 14226 w 57385"/>
                <a:gd name="csY11" fmla="*/ 12285 h 92002"/>
                <a:gd name="csX12" fmla="*/ 606 w 57385"/>
                <a:gd name="csY12" fmla="*/ 18340 h 92002"/>
                <a:gd name="csX13" fmla="*/ 606 w 57385"/>
                <a:gd name="csY13" fmla="*/ 5986 h 92002"/>
                <a:gd name="csX14" fmla="*/ 14407 w 57385"/>
                <a:gd name="csY14" fmla="*/ 1511 h 92002"/>
                <a:gd name="csX15" fmla="*/ 26150 w 57385"/>
                <a:gd name="csY15" fmla="*/ 0 h 92002"/>
                <a:gd name="csX16" fmla="*/ 48548 w 57385"/>
                <a:gd name="csY16" fmla="*/ 7020 h 92002"/>
                <a:gd name="csX17" fmla="*/ 56901 w 57385"/>
                <a:gd name="csY17" fmla="*/ 25790 h 92002"/>
                <a:gd name="csX18" fmla="*/ 54782 w 57385"/>
                <a:gd name="csY18" fmla="*/ 36378 h 92002"/>
                <a:gd name="csX19" fmla="*/ 47216 w 57385"/>
                <a:gd name="csY19" fmla="*/ 48117 h 92002"/>
                <a:gd name="csX20" fmla="*/ 37591 w 57385"/>
                <a:gd name="csY20" fmla="*/ 58286 h 92002"/>
                <a:gd name="csX21" fmla="*/ 14709 w 57385"/>
                <a:gd name="csY21" fmla="*/ 81717 h 92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7385" h="92002">
                  <a:moveTo>
                    <a:pt x="14709" y="81717"/>
                  </a:moveTo>
                  <a:lnTo>
                    <a:pt x="57385" y="81717"/>
                  </a:lnTo>
                  <a:lnTo>
                    <a:pt x="57385" y="92003"/>
                  </a:lnTo>
                  <a:lnTo>
                    <a:pt x="0" y="92003"/>
                  </a:lnTo>
                  <a:lnTo>
                    <a:pt x="0" y="81717"/>
                  </a:lnTo>
                  <a:cubicBezTo>
                    <a:pt x="4641" y="76913"/>
                    <a:pt x="10957" y="70478"/>
                    <a:pt x="18947" y="62412"/>
                  </a:cubicBezTo>
                  <a:cubicBezTo>
                    <a:pt x="26978" y="54300"/>
                    <a:pt x="32022" y="49073"/>
                    <a:pt x="34080" y="46734"/>
                  </a:cubicBezTo>
                  <a:cubicBezTo>
                    <a:pt x="37995" y="42333"/>
                    <a:pt x="40719" y="38617"/>
                    <a:pt x="42252" y="35588"/>
                  </a:cubicBezTo>
                  <a:cubicBezTo>
                    <a:pt x="43826" y="32519"/>
                    <a:pt x="44612" y="29513"/>
                    <a:pt x="44612" y="26569"/>
                  </a:cubicBezTo>
                  <a:cubicBezTo>
                    <a:pt x="44612" y="21765"/>
                    <a:pt x="42918" y="17852"/>
                    <a:pt x="39528" y="14830"/>
                  </a:cubicBezTo>
                  <a:cubicBezTo>
                    <a:pt x="36178" y="11801"/>
                    <a:pt x="31800" y="10286"/>
                    <a:pt x="26392" y="10286"/>
                  </a:cubicBezTo>
                  <a:cubicBezTo>
                    <a:pt x="22558" y="10286"/>
                    <a:pt x="18503" y="10952"/>
                    <a:pt x="14226" y="12285"/>
                  </a:cubicBezTo>
                  <a:cubicBezTo>
                    <a:pt x="9988" y="13618"/>
                    <a:pt x="5448" y="15636"/>
                    <a:pt x="606" y="18340"/>
                  </a:cubicBezTo>
                  <a:lnTo>
                    <a:pt x="606" y="5986"/>
                  </a:lnTo>
                  <a:cubicBezTo>
                    <a:pt x="5529" y="4010"/>
                    <a:pt x="10129" y="2518"/>
                    <a:pt x="14407" y="1511"/>
                  </a:cubicBezTo>
                  <a:cubicBezTo>
                    <a:pt x="18685" y="504"/>
                    <a:pt x="22599" y="0"/>
                    <a:pt x="26150" y="0"/>
                  </a:cubicBezTo>
                  <a:cubicBezTo>
                    <a:pt x="35513" y="0"/>
                    <a:pt x="42978" y="2340"/>
                    <a:pt x="48548" y="7020"/>
                  </a:cubicBezTo>
                  <a:cubicBezTo>
                    <a:pt x="54116" y="11700"/>
                    <a:pt x="56901" y="17957"/>
                    <a:pt x="56901" y="25790"/>
                  </a:cubicBezTo>
                  <a:cubicBezTo>
                    <a:pt x="56901" y="29501"/>
                    <a:pt x="56195" y="33031"/>
                    <a:pt x="54782" y="36378"/>
                  </a:cubicBezTo>
                  <a:cubicBezTo>
                    <a:pt x="53410" y="39686"/>
                    <a:pt x="50888" y="43599"/>
                    <a:pt x="47216" y="48117"/>
                  </a:cubicBezTo>
                  <a:cubicBezTo>
                    <a:pt x="46207" y="49287"/>
                    <a:pt x="42999" y="52676"/>
                    <a:pt x="37591" y="58286"/>
                  </a:cubicBezTo>
                  <a:cubicBezTo>
                    <a:pt x="32184" y="63857"/>
                    <a:pt x="24557" y="71667"/>
                    <a:pt x="14709" y="8171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9" name="Freeform 4788">
              <a:extLst>
                <a:ext uri="{FF2B5EF4-FFF2-40B4-BE49-F238E27FC236}">
                  <a16:creationId xmlns:a16="http://schemas.microsoft.com/office/drawing/2014/main" id="{C3D64F0F-4614-D54D-4E52-194CACD20256}"/>
                </a:ext>
              </a:extLst>
            </p:cNvPr>
            <p:cNvSpPr/>
            <p:nvPr/>
          </p:nvSpPr>
          <p:spPr>
            <a:xfrm>
              <a:off x="3377014" y="3910375"/>
              <a:ext cx="62470" cy="93764"/>
            </a:xfrm>
            <a:custGeom>
              <a:avLst/>
              <a:gdLst>
                <a:gd name="csX0" fmla="*/ 31235 w 62470"/>
                <a:gd name="csY0" fmla="*/ 9685 h 93764"/>
                <a:gd name="csX1" fmla="*/ 17010 w 62470"/>
                <a:gd name="csY1" fmla="*/ 19007 h 93764"/>
                <a:gd name="csX2" fmla="*/ 12288 w 62470"/>
                <a:gd name="csY2" fmla="*/ 46913 h 93764"/>
                <a:gd name="csX3" fmla="*/ 17010 w 62470"/>
                <a:gd name="csY3" fmla="*/ 74818 h 93764"/>
                <a:gd name="csX4" fmla="*/ 31235 w 62470"/>
                <a:gd name="csY4" fmla="*/ 84080 h 93764"/>
                <a:gd name="csX5" fmla="*/ 45460 w 62470"/>
                <a:gd name="csY5" fmla="*/ 74818 h 93764"/>
                <a:gd name="csX6" fmla="*/ 50242 w 62470"/>
                <a:gd name="csY6" fmla="*/ 46913 h 93764"/>
                <a:gd name="csX7" fmla="*/ 45460 w 62470"/>
                <a:gd name="csY7" fmla="*/ 19007 h 93764"/>
                <a:gd name="csX8" fmla="*/ 31235 w 62470"/>
                <a:gd name="csY8" fmla="*/ 9685 h 93764"/>
                <a:gd name="csX9" fmla="*/ 31235 w 62470"/>
                <a:gd name="csY9" fmla="*/ 0 h 93764"/>
                <a:gd name="csX10" fmla="*/ 54419 w 62470"/>
                <a:gd name="csY10" fmla="*/ 12045 h 93764"/>
                <a:gd name="csX11" fmla="*/ 62470 w 62470"/>
                <a:gd name="csY11" fmla="*/ 46913 h 93764"/>
                <a:gd name="csX12" fmla="*/ 54419 w 62470"/>
                <a:gd name="csY12" fmla="*/ 81780 h 93764"/>
                <a:gd name="csX13" fmla="*/ 31235 w 62470"/>
                <a:gd name="csY13" fmla="*/ 93765 h 93764"/>
                <a:gd name="csX14" fmla="*/ 7990 w 62470"/>
                <a:gd name="csY14" fmla="*/ 81780 h 93764"/>
                <a:gd name="csX15" fmla="*/ 0 w 62470"/>
                <a:gd name="csY15" fmla="*/ 46913 h 93764"/>
                <a:gd name="csX16" fmla="*/ 7990 w 62470"/>
                <a:gd name="csY16" fmla="*/ 12045 h 93764"/>
                <a:gd name="csX17" fmla="*/ 31235 w 62470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4">
                  <a:moveTo>
                    <a:pt x="31235" y="9685"/>
                  </a:moveTo>
                  <a:cubicBezTo>
                    <a:pt x="24940" y="9685"/>
                    <a:pt x="20198" y="12792"/>
                    <a:pt x="17010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10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2" y="80992"/>
                    <a:pt x="45460" y="74818"/>
                  </a:cubicBezTo>
                  <a:cubicBezTo>
                    <a:pt x="48648" y="68604"/>
                    <a:pt x="50242" y="59302"/>
                    <a:pt x="50242" y="46913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5"/>
                  </a:cubicBezTo>
                  <a:cubicBezTo>
                    <a:pt x="59786" y="20036"/>
                    <a:pt x="62470" y="31659"/>
                    <a:pt x="62470" y="46913"/>
                  </a:cubicBezTo>
                  <a:cubicBezTo>
                    <a:pt x="62470" y="62126"/>
                    <a:pt x="59786" y="73749"/>
                    <a:pt x="54419" y="81780"/>
                  </a:cubicBezTo>
                  <a:cubicBezTo>
                    <a:pt x="49092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3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0" name="Freeform 4789">
              <a:extLst>
                <a:ext uri="{FF2B5EF4-FFF2-40B4-BE49-F238E27FC236}">
                  <a16:creationId xmlns:a16="http://schemas.microsoft.com/office/drawing/2014/main" id="{B2AE32B1-337D-740D-D4E5-C6D2343C086D}"/>
                </a:ext>
              </a:extLst>
            </p:cNvPr>
            <p:cNvSpPr/>
            <p:nvPr/>
          </p:nvSpPr>
          <p:spPr>
            <a:xfrm>
              <a:off x="3460973" y="3987009"/>
              <a:ext cx="12772" cy="15375"/>
            </a:xfrm>
            <a:custGeom>
              <a:avLst/>
              <a:gdLst>
                <a:gd name="csX0" fmla="*/ 0 w 12772"/>
                <a:gd name="csY0" fmla="*/ 0 h 15375"/>
                <a:gd name="csX1" fmla="*/ 12773 w 12772"/>
                <a:gd name="csY1" fmla="*/ 0 h 15375"/>
                <a:gd name="csX2" fmla="*/ 12773 w 12772"/>
                <a:gd name="csY2" fmla="*/ 15375 h 15375"/>
                <a:gd name="csX3" fmla="*/ 0 w 12772"/>
                <a:gd name="csY3" fmla="*/ 15375 h 15375"/>
                <a:gd name="csX4" fmla="*/ 0 w 12772"/>
                <a:gd name="csY4" fmla="*/ 0 h 15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5">
                  <a:moveTo>
                    <a:pt x="0" y="0"/>
                  </a:moveTo>
                  <a:lnTo>
                    <a:pt x="12773" y="0"/>
                  </a:lnTo>
                  <a:lnTo>
                    <a:pt x="12773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1" name="Freeform 4790">
              <a:extLst>
                <a:ext uri="{FF2B5EF4-FFF2-40B4-BE49-F238E27FC236}">
                  <a16:creationId xmlns:a16="http://schemas.microsoft.com/office/drawing/2014/main" id="{60B27E01-0707-83CE-EB9E-6A640E14018C}"/>
                </a:ext>
              </a:extLst>
            </p:cNvPr>
            <p:cNvSpPr/>
            <p:nvPr/>
          </p:nvSpPr>
          <p:spPr>
            <a:xfrm>
              <a:off x="3493178" y="3912009"/>
              <a:ext cx="65859" cy="90375"/>
            </a:xfrm>
            <a:custGeom>
              <a:avLst/>
              <a:gdLst>
                <a:gd name="csX0" fmla="*/ 40798 w 65859"/>
                <a:gd name="csY0" fmla="*/ 10654 h 90375"/>
                <a:gd name="csX1" fmla="*/ 9927 w 65859"/>
                <a:gd name="csY1" fmla="*/ 58899 h 90375"/>
                <a:gd name="csX2" fmla="*/ 40798 w 65859"/>
                <a:gd name="csY2" fmla="*/ 58899 h 90375"/>
                <a:gd name="csX3" fmla="*/ 40798 w 65859"/>
                <a:gd name="csY3" fmla="*/ 10654 h 90375"/>
                <a:gd name="csX4" fmla="*/ 37590 w 65859"/>
                <a:gd name="csY4" fmla="*/ 0 h 90375"/>
                <a:gd name="csX5" fmla="*/ 52965 w 65859"/>
                <a:gd name="csY5" fmla="*/ 0 h 90375"/>
                <a:gd name="csX6" fmla="*/ 52965 w 65859"/>
                <a:gd name="csY6" fmla="*/ 58899 h 90375"/>
                <a:gd name="csX7" fmla="*/ 65859 w 65859"/>
                <a:gd name="csY7" fmla="*/ 58899 h 90375"/>
                <a:gd name="csX8" fmla="*/ 65859 w 65859"/>
                <a:gd name="csY8" fmla="*/ 69068 h 90375"/>
                <a:gd name="csX9" fmla="*/ 52965 w 65859"/>
                <a:gd name="csY9" fmla="*/ 69068 h 90375"/>
                <a:gd name="csX10" fmla="*/ 52965 w 65859"/>
                <a:gd name="csY10" fmla="*/ 90376 h 90375"/>
                <a:gd name="csX11" fmla="*/ 40798 w 65859"/>
                <a:gd name="csY11" fmla="*/ 90376 h 90375"/>
                <a:gd name="csX12" fmla="*/ 40798 w 65859"/>
                <a:gd name="csY12" fmla="*/ 69068 h 90375"/>
                <a:gd name="csX13" fmla="*/ 0 w 65859"/>
                <a:gd name="csY13" fmla="*/ 69068 h 90375"/>
                <a:gd name="csX14" fmla="*/ 0 w 65859"/>
                <a:gd name="csY14" fmla="*/ 57265 h 90375"/>
                <a:gd name="csX15" fmla="*/ 37590 w 65859"/>
                <a:gd name="csY15" fmla="*/ 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5859" h="90375">
                  <a:moveTo>
                    <a:pt x="40798" y="10654"/>
                  </a:moveTo>
                  <a:lnTo>
                    <a:pt x="9927" y="58899"/>
                  </a:lnTo>
                  <a:lnTo>
                    <a:pt x="40798" y="58899"/>
                  </a:lnTo>
                  <a:lnTo>
                    <a:pt x="40798" y="10654"/>
                  </a:lnTo>
                  <a:moveTo>
                    <a:pt x="37590" y="0"/>
                  </a:moveTo>
                  <a:lnTo>
                    <a:pt x="52965" y="0"/>
                  </a:lnTo>
                  <a:lnTo>
                    <a:pt x="52965" y="58899"/>
                  </a:lnTo>
                  <a:lnTo>
                    <a:pt x="65859" y="58899"/>
                  </a:lnTo>
                  <a:lnTo>
                    <a:pt x="65859" y="69068"/>
                  </a:lnTo>
                  <a:lnTo>
                    <a:pt x="52965" y="69068"/>
                  </a:lnTo>
                  <a:lnTo>
                    <a:pt x="52965" y="90376"/>
                  </a:lnTo>
                  <a:lnTo>
                    <a:pt x="40798" y="90376"/>
                  </a:lnTo>
                  <a:lnTo>
                    <a:pt x="40798" y="69068"/>
                  </a:lnTo>
                  <a:lnTo>
                    <a:pt x="0" y="69068"/>
                  </a:lnTo>
                  <a:lnTo>
                    <a:pt x="0" y="57265"/>
                  </a:lnTo>
                  <a:lnTo>
                    <a:pt x="3759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2" name="Freeform 4791">
              <a:extLst>
                <a:ext uri="{FF2B5EF4-FFF2-40B4-BE49-F238E27FC236}">
                  <a16:creationId xmlns:a16="http://schemas.microsoft.com/office/drawing/2014/main" id="{382362EB-FB5B-7D80-396B-BEC2B755F8C6}"/>
                </a:ext>
              </a:extLst>
            </p:cNvPr>
            <p:cNvSpPr/>
            <p:nvPr/>
          </p:nvSpPr>
          <p:spPr>
            <a:xfrm>
              <a:off x="3377862" y="3606477"/>
              <a:ext cx="62469" cy="93765"/>
            </a:xfrm>
            <a:custGeom>
              <a:avLst/>
              <a:gdLst>
                <a:gd name="csX0" fmla="*/ 31235 w 62469"/>
                <a:gd name="csY0" fmla="*/ 9686 h 93765"/>
                <a:gd name="csX1" fmla="*/ 17010 w 62469"/>
                <a:gd name="csY1" fmla="*/ 19007 h 93765"/>
                <a:gd name="csX2" fmla="*/ 12288 w 62469"/>
                <a:gd name="csY2" fmla="*/ 46914 h 93765"/>
                <a:gd name="csX3" fmla="*/ 17010 w 62469"/>
                <a:gd name="csY3" fmla="*/ 74819 h 93765"/>
                <a:gd name="csX4" fmla="*/ 31235 w 62469"/>
                <a:gd name="csY4" fmla="*/ 84081 h 93765"/>
                <a:gd name="csX5" fmla="*/ 45460 w 62469"/>
                <a:gd name="csY5" fmla="*/ 74819 h 93765"/>
                <a:gd name="csX6" fmla="*/ 50242 w 62469"/>
                <a:gd name="csY6" fmla="*/ 46914 h 93765"/>
                <a:gd name="csX7" fmla="*/ 45460 w 62469"/>
                <a:gd name="csY7" fmla="*/ 19007 h 93765"/>
                <a:gd name="csX8" fmla="*/ 31235 w 62469"/>
                <a:gd name="csY8" fmla="*/ 9686 h 93765"/>
                <a:gd name="csX9" fmla="*/ 31235 w 62469"/>
                <a:gd name="csY9" fmla="*/ 0 h 93765"/>
                <a:gd name="csX10" fmla="*/ 54419 w 62469"/>
                <a:gd name="csY10" fmla="*/ 12047 h 93765"/>
                <a:gd name="csX11" fmla="*/ 62470 w 62469"/>
                <a:gd name="csY11" fmla="*/ 46914 h 93765"/>
                <a:gd name="csX12" fmla="*/ 54419 w 62469"/>
                <a:gd name="csY12" fmla="*/ 81780 h 93765"/>
                <a:gd name="csX13" fmla="*/ 31235 w 62469"/>
                <a:gd name="csY13" fmla="*/ 93766 h 93765"/>
                <a:gd name="csX14" fmla="*/ 7990 w 62469"/>
                <a:gd name="csY14" fmla="*/ 81780 h 93765"/>
                <a:gd name="csX15" fmla="*/ 0 w 62469"/>
                <a:gd name="csY15" fmla="*/ 46914 h 93765"/>
                <a:gd name="csX16" fmla="*/ 7990 w 62469"/>
                <a:gd name="csY16" fmla="*/ 12047 h 93765"/>
                <a:gd name="csX17" fmla="*/ 31235 w 62469"/>
                <a:gd name="csY17" fmla="*/ 0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5">
                  <a:moveTo>
                    <a:pt x="31235" y="9686"/>
                  </a:moveTo>
                  <a:cubicBezTo>
                    <a:pt x="24940" y="9686"/>
                    <a:pt x="20198" y="12793"/>
                    <a:pt x="17010" y="19007"/>
                  </a:cubicBezTo>
                  <a:cubicBezTo>
                    <a:pt x="13862" y="25182"/>
                    <a:pt x="12288" y="34484"/>
                    <a:pt x="12288" y="46914"/>
                  </a:cubicBezTo>
                  <a:cubicBezTo>
                    <a:pt x="12288" y="59302"/>
                    <a:pt x="13862" y="68604"/>
                    <a:pt x="17010" y="74819"/>
                  </a:cubicBezTo>
                  <a:cubicBezTo>
                    <a:pt x="20198" y="80994"/>
                    <a:pt x="24940" y="84081"/>
                    <a:pt x="31235" y="84081"/>
                  </a:cubicBezTo>
                  <a:cubicBezTo>
                    <a:pt x="37571" y="84081"/>
                    <a:pt x="42312" y="80994"/>
                    <a:pt x="45460" y="74819"/>
                  </a:cubicBezTo>
                  <a:cubicBezTo>
                    <a:pt x="48648" y="68604"/>
                    <a:pt x="50242" y="59302"/>
                    <a:pt x="50242" y="46914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3"/>
                    <a:pt x="37571" y="9686"/>
                    <a:pt x="31235" y="9686"/>
                  </a:cubicBezTo>
                  <a:moveTo>
                    <a:pt x="31235" y="0"/>
                  </a:moveTo>
                  <a:cubicBezTo>
                    <a:pt x="41364" y="0"/>
                    <a:pt x="49092" y="4016"/>
                    <a:pt x="54419" y="12047"/>
                  </a:cubicBezTo>
                  <a:cubicBezTo>
                    <a:pt x="59786" y="20037"/>
                    <a:pt x="62470" y="31659"/>
                    <a:pt x="62470" y="46914"/>
                  </a:cubicBezTo>
                  <a:cubicBezTo>
                    <a:pt x="62470" y="62127"/>
                    <a:pt x="59786" y="73749"/>
                    <a:pt x="54419" y="81780"/>
                  </a:cubicBezTo>
                  <a:cubicBezTo>
                    <a:pt x="49092" y="89770"/>
                    <a:pt x="41364" y="93766"/>
                    <a:pt x="31235" y="93766"/>
                  </a:cubicBezTo>
                  <a:cubicBezTo>
                    <a:pt x="21106" y="93766"/>
                    <a:pt x="13358" y="89770"/>
                    <a:pt x="7990" y="81780"/>
                  </a:cubicBezTo>
                  <a:cubicBezTo>
                    <a:pt x="2663" y="73749"/>
                    <a:pt x="0" y="62127"/>
                    <a:pt x="0" y="46914"/>
                  </a:cubicBezTo>
                  <a:cubicBezTo>
                    <a:pt x="0" y="31659"/>
                    <a:pt x="2663" y="20037"/>
                    <a:pt x="7990" y="12047"/>
                  </a:cubicBezTo>
                  <a:cubicBezTo>
                    <a:pt x="13358" y="4016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3" name="Freeform 4792">
              <a:extLst>
                <a:ext uri="{FF2B5EF4-FFF2-40B4-BE49-F238E27FC236}">
                  <a16:creationId xmlns:a16="http://schemas.microsoft.com/office/drawing/2014/main" id="{42E4D0A7-DD73-D5F1-013A-16BE0418744C}"/>
                </a:ext>
              </a:extLst>
            </p:cNvPr>
            <p:cNvSpPr/>
            <p:nvPr/>
          </p:nvSpPr>
          <p:spPr>
            <a:xfrm>
              <a:off x="3461820" y="3683111"/>
              <a:ext cx="12772" cy="15376"/>
            </a:xfrm>
            <a:custGeom>
              <a:avLst/>
              <a:gdLst>
                <a:gd name="csX0" fmla="*/ 0 w 12772"/>
                <a:gd name="csY0" fmla="*/ 0 h 15376"/>
                <a:gd name="csX1" fmla="*/ 12773 w 12772"/>
                <a:gd name="csY1" fmla="*/ 0 h 15376"/>
                <a:gd name="csX2" fmla="*/ 12773 w 12772"/>
                <a:gd name="csY2" fmla="*/ 15376 h 15376"/>
                <a:gd name="csX3" fmla="*/ 0 w 12772"/>
                <a:gd name="csY3" fmla="*/ 15376 h 15376"/>
                <a:gd name="csX4" fmla="*/ 0 w 12772"/>
                <a:gd name="csY4" fmla="*/ 0 h 15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6">
                  <a:moveTo>
                    <a:pt x="0" y="0"/>
                  </a:moveTo>
                  <a:lnTo>
                    <a:pt x="12773" y="0"/>
                  </a:lnTo>
                  <a:lnTo>
                    <a:pt x="12773" y="15376"/>
                  </a:lnTo>
                  <a:lnTo>
                    <a:pt x="0" y="15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4" name="Freeform 4793">
              <a:extLst>
                <a:ext uri="{FF2B5EF4-FFF2-40B4-BE49-F238E27FC236}">
                  <a16:creationId xmlns:a16="http://schemas.microsoft.com/office/drawing/2014/main" id="{C021BCA6-D4CD-51E9-BE84-37DC6FEAC1F5}"/>
                </a:ext>
              </a:extLst>
            </p:cNvPr>
            <p:cNvSpPr/>
            <p:nvPr/>
          </p:nvSpPr>
          <p:spPr>
            <a:xfrm>
              <a:off x="3496627" y="3606477"/>
              <a:ext cx="62409" cy="93765"/>
            </a:xfrm>
            <a:custGeom>
              <a:avLst/>
              <a:gdLst>
                <a:gd name="csX0" fmla="*/ 32265 w 62409"/>
                <a:gd name="csY0" fmla="*/ 41950 h 93765"/>
                <a:gd name="csX1" fmla="*/ 19190 w 62409"/>
                <a:gd name="csY1" fmla="*/ 47580 h 93765"/>
                <a:gd name="csX2" fmla="*/ 14407 w 62409"/>
                <a:gd name="csY2" fmla="*/ 63015 h 93765"/>
                <a:gd name="csX3" fmla="*/ 19190 w 62409"/>
                <a:gd name="csY3" fmla="*/ 78451 h 93765"/>
                <a:gd name="csX4" fmla="*/ 32265 w 62409"/>
                <a:gd name="csY4" fmla="*/ 84081 h 93765"/>
                <a:gd name="csX5" fmla="*/ 45278 w 62409"/>
                <a:gd name="csY5" fmla="*/ 78451 h 93765"/>
                <a:gd name="csX6" fmla="*/ 50121 w 62409"/>
                <a:gd name="csY6" fmla="*/ 63015 h 93765"/>
                <a:gd name="csX7" fmla="*/ 45278 w 62409"/>
                <a:gd name="csY7" fmla="*/ 47580 h 93765"/>
                <a:gd name="csX8" fmla="*/ 32265 w 62409"/>
                <a:gd name="csY8" fmla="*/ 41950 h 93765"/>
                <a:gd name="csX9" fmla="*/ 56538 w 62409"/>
                <a:gd name="csY9" fmla="*/ 3632 h 93765"/>
                <a:gd name="csX10" fmla="*/ 56538 w 62409"/>
                <a:gd name="csY10" fmla="*/ 14771 h 93765"/>
                <a:gd name="csX11" fmla="*/ 47216 w 62409"/>
                <a:gd name="csY11" fmla="*/ 11441 h 93765"/>
                <a:gd name="csX12" fmla="*/ 37954 w 62409"/>
                <a:gd name="csY12" fmla="*/ 10290 h 93765"/>
                <a:gd name="csX13" fmla="*/ 19431 w 62409"/>
                <a:gd name="csY13" fmla="*/ 18463 h 93765"/>
                <a:gd name="csX14" fmla="*/ 12167 w 62409"/>
                <a:gd name="csY14" fmla="*/ 43160 h 93765"/>
                <a:gd name="csX15" fmla="*/ 21126 w 62409"/>
                <a:gd name="csY15" fmla="*/ 35109 h 93765"/>
                <a:gd name="csX16" fmla="*/ 32991 w 62409"/>
                <a:gd name="csY16" fmla="*/ 32265 h 93765"/>
                <a:gd name="csX17" fmla="*/ 54480 w 62409"/>
                <a:gd name="csY17" fmla="*/ 40557 h 93765"/>
                <a:gd name="csX18" fmla="*/ 62410 w 62409"/>
                <a:gd name="csY18" fmla="*/ 63015 h 93765"/>
                <a:gd name="csX19" fmla="*/ 54178 w 62409"/>
                <a:gd name="csY19" fmla="*/ 85351 h 93765"/>
                <a:gd name="csX20" fmla="*/ 32265 w 62409"/>
                <a:gd name="csY20" fmla="*/ 93766 h 93765"/>
                <a:gd name="csX21" fmla="*/ 8294 w 62409"/>
                <a:gd name="csY21" fmla="*/ 81780 h 93765"/>
                <a:gd name="csX22" fmla="*/ 0 w 62409"/>
                <a:gd name="csY22" fmla="*/ 46914 h 93765"/>
                <a:gd name="csX23" fmla="*/ 10170 w 62409"/>
                <a:gd name="csY23" fmla="*/ 12773 h 93765"/>
                <a:gd name="csX24" fmla="*/ 37471 w 62409"/>
                <a:gd name="csY24" fmla="*/ 0 h 93765"/>
                <a:gd name="csX25" fmla="*/ 46731 w 62409"/>
                <a:gd name="csY25" fmla="*/ 909 h 93765"/>
                <a:gd name="csX26" fmla="*/ 56538 w 62409"/>
                <a:gd name="csY26" fmla="*/ 3632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409" h="93765">
                  <a:moveTo>
                    <a:pt x="32265" y="41950"/>
                  </a:moveTo>
                  <a:cubicBezTo>
                    <a:pt x="26776" y="41950"/>
                    <a:pt x="22418" y="43826"/>
                    <a:pt x="19190" y="47580"/>
                  </a:cubicBezTo>
                  <a:cubicBezTo>
                    <a:pt x="16001" y="51332"/>
                    <a:pt x="14407" y="56477"/>
                    <a:pt x="14407" y="63015"/>
                  </a:cubicBezTo>
                  <a:cubicBezTo>
                    <a:pt x="14407" y="69512"/>
                    <a:pt x="16001" y="74657"/>
                    <a:pt x="19190" y="78451"/>
                  </a:cubicBezTo>
                  <a:cubicBezTo>
                    <a:pt x="22418" y="82204"/>
                    <a:pt x="26776" y="84081"/>
                    <a:pt x="32265" y="84081"/>
                  </a:cubicBezTo>
                  <a:cubicBezTo>
                    <a:pt x="37753" y="84081"/>
                    <a:pt x="42091" y="82204"/>
                    <a:pt x="45278" y="78451"/>
                  </a:cubicBezTo>
                  <a:cubicBezTo>
                    <a:pt x="48507" y="74657"/>
                    <a:pt x="50121" y="69512"/>
                    <a:pt x="50121" y="63015"/>
                  </a:cubicBezTo>
                  <a:cubicBezTo>
                    <a:pt x="50121" y="56477"/>
                    <a:pt x="48507" y="51332"/>
                    <a:pt x="45278" y="47580"/>
                  </a:cubicBezTo>
                  <a:cubicBezTo>
                    <a:pt x="42091" y="43826"/>
                    <a:pt x="37753" y="41950"/>
                    <a:pt x="32265" y="41950"/>
                  </a:cubicBezTo>
                  <a:moveTo>
                    <a:pt x="56538" y="3632"/>
                  </a:moveTo>
                  <a:lnTo>
                    <a:pt x="56538" y="14771"/>
                  </a:lnTo>
                  <a:cubicBezTo>
                    <a:pt x="53471" y="13318"/>
                    <a:pt x="50364" y="12208"/>
                    <a:pt x="47216" y="11441"/>
                  </a:cubicBezTo>
                  <a:cubicBezTo>
                    <a:pt x="44109" y="10674"/>
                    <a:pt x="41022" y="10290"/>
                    <a:pt x="37954" y="10290"/>
                  </a:cubicBezTo>
                  <a:cubicBezTo>
                    <a:pt x="29883" y="10290"/>
                    <a:pt x="23709" y="13015"/>
                    <a:pt x="19431" y="18463"/>
                  </a:cubicBezTo>
                  <a:cubicBezTo>
                    <a:pt x="15194" y="23911"/>
                    <a:pt x="12773" y="32143"/>
                    <a:pt x="12167" y="43160"/>
                  </a:cubicBezTo>
                  <a:cubicBezTo>
                    <a:pt x="14548" y="39649"/>
                    <a:pt x="17535" y="36965"/>
                    <a:pt x="21126" y="35109"/>
                  </a:cubicBezTo>
                  <a:cubicBezTo>
                    <a:pt x="24718" y="33213"/>
                    <a:pt x="28673" y="32265"/>
                    <a:pt x="32991" y="32265"/>
                  </a:cubicBezTo>
                  <a:cubicBezTo>
                    <a:pt x="42071" y="32265"/>
                    <a:pt x="49234" y="35029"/>
                    <a:pt x="54480" y="40557"/>
                  </a:cubicBezTo>
                  <a:cubicBezTo>
                    <a:pt x="59766" y="46045"/>
                    <a:pt x="62410" y="53531"/>
                    <a:pt x="62410" y="63015"/>
                  </a:cubicBezTo>
                  <a:cubicBezTo>
                    <a:pt x="62410" y="72297"/>
                    <a:pt x="59666" y="79742"/>
                    <a:pt x="54178" y="85351"/>
                  </a:cubicBezTo>
                  <a:cubicBezTo>
                    <a:pt x="48689" y="90961"/>
                    <a:pt x="41385" y="93766"/>
                    <a:pt x="32265" y="93766"/>
                  </a:cubicBezTo>
                  <a:cubicBezTo>
                    <a:pt x="21812" y="93766"/>
                    <a:pt x="13822" y="89770"/>
                    <a:pt x="8294" y="81780"/>
                  </a:cubicBezTo>
                  <a:cubicBezTo>
                    <a:pt x="2765" y="73749"/>
                    <a:pt x="0" y="62127"/>
                    <a:pt x="0" y="46914"/>
                  </a:cubicBezTo>
                  <a:cubicBezTo>
                    <a:pt x="0" y="32627"/>
                    <a:pt x="3390" y="21247"/>
                    <a:pt x="10170" y="12773"/>
                  </a:cubicBezTo>
                  <a:cubicBezTo>
                    <a:pt x="16949" y="4258"/>
                    <a:pt x="26050" y="0"/>
                    <a:pt x="37471" y="0"/>
                  </a:cubicBezTo>
                  <a:cubicBezTo>
                    <a:pt x="40537" y="0"/>
                    <a:pt x="43624" y="303"/>
                    <a:pt x="46731" y="909"/>
                  </a:cubicBezTo>
                  <a:cubicBezTo>
                    <a:pt x="49879" y="1514"/>
                    <a:pt x="53148" y="2422"/>
                    <a:pt x="56538" y="363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5" name="Freeform 4794">
              <a:extLst>
                <a:ext uri="{FF2B5EF4-FFF2-40B4-BE49-F238E27FC236}">
                  <a16:creationId xmlns:a16="http://schemas.microsoft.com/office/drawing/2014/main" id="{34D8CE83-BBED-D7FD-F9F2-C4BF598EE962}"/>
                </a:ext>
              </a:extLst>
            </p:cNvPr>
            <p:cNvSpPr/>
            <p:nvPr/>
          </p:nvSpPr>
          <p:spPr>
            <a:xfrm>
              <a:off x="3378528" y="3302580"/>
              <a:ext cx="62470" cy="93764"/>
            </a:xfrm>
            <a:custGeom>
              <a:avLst/>
              <a:gdLst>
                <a:gd name="csX0" fmla="*/ 31235 w 62470"/>
                <a:gd name="csY0" fmla="*/ 9685 h 93764"/>
                <a:gd name="csX1" fmla="*/ 17010 w 62470"/>
                <a:gd name="csY1" fmla="*/ 19007 h 93764"/>
                <a:gd name="csX2" fmla="*/ 12288 w 62470"/>
                <a:gd name="csY2" fmla="*/ 46913 h 93764"/>
                <a:gd name="csX3" fmla="*/ 17010 w 62470"/>
                <a:gd name="csY3" fmla="*/ 74818 h 93764"/>
                <a:gd name="csX4" fmla="*/ 31235 w 62470"/>
                <a:gd name="csY4" fmla="*/ 84080 h 93764"/>
                <a:gd name="csX5" fmla="*/ 45460 w 62470"/>
                <a:gd name="csY5" fmla="*/ 74818 h 93764"/>
                <a:gd name="csX6" fmla="*/ 50242 w 62470"/>
                <a:gd name="csY6" fmla="*/ 46913 h 93764"/>
                <a:gd name="csX7" fmla="*/ 45460 w 62470"/>
                <a:gd name="csY7" fmla="*/ 19007 h 93764"/>
                <a:gd name="csX8" fmla="*/ 31235 w 62470"/>
                <a:gd name="csY8" fmla="*/ 9685 h 93764"/>
                <a:gd name="csX9" fmla="*/ 31235 w 62470"/>
                <a:gd name="csY9" fmla="*/ 0 h 93764"/>
                <a:gd name="csX10" fmla="*/ 54419 w 62470"/>
                <a:gd name="csY10" fmla="*/ 12045 h 93764"/>
                <a:gd name="csX11" fmla="*/ 62470 w 62470"/>
                <a:gd name="csY11" fmla="*/ 46913 h 93764"/>
                <a:gd name="csX12" fmla="*/ 54419 w 62470"/>
                <a:gd name="csY12" fmla="*/ 81780 h 93764"/>
                <a:gd name="csX13" fmla="*/ 31235 w 62470"/>
                <a:gd name="csY13" fmla="*/ 93765 h 93764"/>
                <a:gd name="csX14" fmla="*/ 7990 w 62470"/>
                <a:gd name="csY14" fmla="*/ 81780 h 93764"/>
                <a:gd name="csX15" fmla="*/ 0 w 62470"/>
                <a:gd name="csY15" fmla="*/ 46913 h 93764"/>
                <a:gd name="csX16" fmla="*/ 7990 w 62470"/>
                <a:gd name="csY16" fmla="*/ 12045 h 93764"/>
                <a:gd name="csX17" fmla="*/ 31235 w 62470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4">
                  <a:moveTo>
                    <a:pt x="31235" y="9685"/>
                  </a:moveTo>
                  <a:cubicBezTo>
                    <a:pt x="24940" y="9685"/>
                    <a:pt x="20198" y="12792"/>
                    <a:pt x="17010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10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2" y="80992"/>
                    <a:pt x="45460" y="74818"/>
                  </a:cubicBezTo>
                  <a:cubicBezTo>
                    <a:pt x="48648" y="68604"/>
                    <a:pt x="50242" y="59302"/>
                    <a:pt x="50242" y="46913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5"/>
                  </a:cubicBezTo>
                  <a:cubicBezTo>
                    <a:pt x="59786" y="20036"/>
                    <a:pt x="62470" y="31659"/>
                    <a:pt x="62470" y="46913"/>
                  </a:cubicBezTo>
                  <a:cubicBezTo>
                    <a:pt x="62470" y="62126"/>
                    <a:pt x="59786" y="73749"/>
                    <a:pt x="54419" y="81780"/>
                  </a:cubicBezTo>
                  <a:cubicBezTo>
                    <a:pt x="49092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3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6" name="Freeform 4795">
              <a:extLst>
                <a:ext uri="{FF2B5EF4-FFF2-40B4-BE49-F238E27FC236}">
                  <a16:creationId xmlns:a16="http://schemas.microsoft.com/office/drawing/2014/main" id="{270D5395-BAA7-87BD-B5B7-2EA63702BD33}"/>
                </a:ext>
              </a:extLst>
            </p:cNvPr>
            <p:cNvSpPr/>
            <p:nvPr/>
          </p:nvSpPr>
          <p:spPr>
            <a:xfrm>
              <a:off x="3462486" y="3379214"/>
              <a:ext cx="12772" cy="15375"/>
            </a:xfrm>
            <a:custGeom>
              <a:avLst/>
              <a:gdLst>
                <a:gd name="csX0" fmla="*/ 0 w 12772"/>
                <a:gd name="csY0" fmla="*/ 0 h 15375"/>
                <a:gd name="csX1" fmla="*/ 12773 w 12772"/>
                <a:gd name="csY1" fmla="*/ 0 h 15375"/>
                <a:gd name="csX2" fmla="*/ 12773 w 12772"/>
                <a:gd name="csY2" fmla="*/ 15375 h 15375"/>
                <a:gd name="csX3" fmla="*/ 0 w 12772"/>
                <a:gd name="csY3" fmla="*/ 15375 h 15375"/>
                <a:gd name="csX4" fmla="*/ 0 w 12772"/>
                <a:gd name="csY4" fmla="*/ 0 h 15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5">
                  <a:moveTo>
                    <a:pt x="0" y="0"/>
                  </a:moveTo>
                  <a:lnTo>
                    <a:pt x="12773" y="0"/>
                  </a:lnTo>
                  <a:lnTo>
                    <a:pt x="12773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7" name="Freeform 4796">
              <a:extLst>
                <a:ext uri="{FF2B5EF4-FFF2-40B4-BE49-F238E27FC236}">
                  <a16:creationId xmlns:a16="http://schemas.microsoft.com/office/drawing/2014/main" id="{50FC0366-1B0B-C500-6F8C-17BBD29D140F}"/>
                </a:ext>
              </a:extLst>
            </p:cNvPr>
            <p:cNvSpPr/>
            <p:nvPr/>
          </p:nvSpPr>
          <p:spPr>
            <a:xfrm>
              <a:off x="3497051" y="3302580"/>
              <a:ext cx="61985" cy="93764"/>
            </a:xfrm>
            <a:custGeom>
              <a:avLst/>
              <a:gdLst>
                <a:gd name="csX0" fmla="*/ 30992 w 61985"/>
                <a:gd name="csY0" fmla="*/ 49092 h 93764"/>
                <a:gd name="csX1" fmla="*/ 17251 w 61985"/>
                <a:gd name="csY1" fmla="*/ 53753 h 93764"/>
                <a:gd name="csX2" fmla="*/ 12288 w 61985"/>
                <a:gd name="csY2" fmla="*/ 66586 h 93764"/>
                <a:gd name="csX3" fmla="*/ 17251 w 61985"/>
                <a:gd name="csY3" fmla="*/ 79419 h 93764"/>
                <a:gd name="csX4" fmla="*/ 30992 w 61985"/>
                <a:gd name="csY4" fmla="*/ 84080 h 93764"/>
                <a:gd name="csX5" fmla="*/ 44733 w 61985"/>
                <a:gd name="csY5" fmla="*/ 79419 h 93764"/>
                <a:gd name="csX6" fmla="*/ 49758 w 61985"/>
                <a:gd name="csY6" fmla="*/ 66586 h 93764"/>
                <a:gd name="csX7" fmla="*/ 44733 w 61985"/>
                <a:gd name="csY7" fmla="*/ 53753 h 93764"/>
                <a:gd name="csX8" fmla="*/ 30992 w 61985"/>
                <a:gd name="csY8" fmla="*/ 49092 h 93764"/>
                <a:gd name="csX9" fmla="*/ 18765 w 61985"/>
                <a:gd name="csY9" fmla="*/ 43886 h 93764"/>
                <a:gd name="csX10" fmla="*/ 6477 w 61985"/>
                <a:gd name="csY10" fmla="*/ 36562 h 93764"/>
                <a:gd name="csX11" fmla="*/ 2119 w 61985"/>
                <a:gd name="csY11" fmla="*/ 23426 h 93764"/>
                <a:gd name="csX12" fmla="*/ 9806 w 61985"/>
                <a:gd name="csY12" fmla="*/ 6295 h 93764"/>
                <a:gd name="csX13" fmla="*/ 30992 w 61985"/>
                <a:gd name="csY13" fmla="*/ 0 h 93764"/>
                <a:gd name="csX14" fmla="*/ 52179 w 61985"/>
                <a:gd name="csY14" fmla="*/ 6295 h 93764"/>
                <a:gd name="csX15" fmla="*/ 59867 w 61985"/>
                <a:gd name="csY15" fmla="*/ 23426 h 93764"/>
                <a:gd name="csX16" fmla="*/ 55448 w 61985"/>
                <a:gd name="csY16" fmla="*/ 36562 h 93764"/>
                <a:gd name="csX17" fmla="*/ 43281 w 61985"/>
                <a:gd name="csY17" fmla="*/ 43886 h 93764"/>
                <a:gd name="csX18" fmla="*/ 57022 w 61985"/>
                <a:gd name="csY18" fmla="*/ 51937 h 93764"/>
                <a:gd name="csX19" fmla="*/ 61986 w 61985"/>
                <a:gd name="csY19" fmla="*/ 66586 h 93764"/>
                <a:gd name="csX20" fmla="*/ 53935 w 61985"/>
                <a:gd name="csY20" fmla="*/ 86744 h 93764"/>
                <a:gd name="csX21" fmla="*/ 30992 w 61985"/>
                <a:gd name="csY21" fmla="*/ 93765 h 93764"/>
                <a:gd name="csX22" fmla="*/ 7990 w 61985"/>
                <a:gd name="csY22" fmla="*/ 86744 h 93764"/>
                <a:gd name="csX23" fmla="*/ 0 w 61985"/>
                <a:gd name="csY23" fmla="*/ 66586 h 93764"/>
                <a:gd name="csX24" fmla="*/ 4964 w 61985"/>
                <a:gd name="csY24" fmla="*/ 51937 h 93764"/>
                <a:gd name="csX25" fmla="*/ 18765 w 61985"/>
                <a:gd name="csY25" fmla="*/ 43886 h 93764"/>
                <a:gd name="csX26" fmla="*/ 14285 w 61985"/>
                <a:gd name="csY26" fmla="*/ 24577 h 93764"/>
                <a:gd name="csX27" fmla="*/ 18643 w 61985"/>
                <a:gd name="csY27" fmla="*/ 35533 h 93764"/>
                <a:gd name="csX28" fmla="*/ 30992 w 61985"/>
                <a:gd name="csY28" fmla="*/ 39467 h 93764"/>
                <a:gd name="csX29" fmla="*/ 43281 w 61985"/>
                <a:gd name="csY29" fmla="*/ 35533 h 93764"/>
                <a:gd name="csX30" fmla="*/ 47760 w 61985"/>
                <a:gd name="csY30" fmla="*/ 24577 h 93764"/>
                <a:gd name="csX31" fmla="*/ 43281 w 61985"/>
                <a:gd name="csY31" fmla="*/ 13619 h 93764"/>
                <a:gd name="csX32" fmla="*/ 30992 w 61985"/>
                <a:gd name="csY32" fmla="*/ 9685 h 93764"/>
                <a:gd name="csX33" fmla="*/ 18643 w 61985"/>
                <a:gd name="csY33" fmla="*/ 13619 h 93764"/>
                <a:gd name="csX34" fmla="*/ 14285 w 61985"/>
                <a:gd name="csY34" fmla="*/ 24577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1985" h="93764">
                  <a:moveTo>
                    <a:pt x="30992" y="49092"/>
                  </a:moveTo>
                  <a:cubicBezTo>
                    <a:pt x="25181" y="49092"/>
                    <a:pt x="20601" y="50646"/>
                    <a:pt x="17251" y="53753"/>
                  </a:cubicBezTo>
                  <a:cubicBezTo>
                    <a:pt x="13943" y="56860"/>
                    <a:pt x="12288" y="61138"/>
                    <a:pt x="12288" y="66586"/>
                  </a:cubicBezTo>
                  <a:cubicBezTo>
                    <a:pt x="12288" y="72034"/>
                    <a:pt x="13943" y="76311"/>
                    <a:pt x="17251" y="79419"/>
                  </a:cubicBezTo>
                  <a:cubicBezTo>
                    <a:pt x="20601" y="82526"/>
                    <a:pt x="25181" y="84080"/>
                    <a:pt x="30992" y="84080"/>
                  </a:cubicBezTo>
                  <a:cubicBezTo>
                    <a:pt x="36803" y="84080"/>
                    <a:pt x="41384" y="82526"/>
                    <a:pt x="44733" y="79419"/>
                  </a:cubicBezTo>
                  <a:cubicBezTo>
                    <a:pt x="48083" y="76271"/>
                    <a:pt x="49758" y="71993"/>
                    <a:pt x="49758" y="66586"/>
                  </a:cubicBezTo>
                  <a:cubicBezTo>
                    <a:pt x="49758" y="61138"/>
                    <a:pt x="48083" y="56860"/>
                    <a:pt x="44733" y="53753"/>
                  </a:cubicBezTo>
                  <a:cubicBezTo>
                    <a:pt x="41424" y="50646"/>
                    <a:pt x="36844" y="49092"/>
                    <a:pt x="30992" y="49092"/>
                  </a:cubicBezTo>
                  <a:moveTo>
                    <a:pt x="18765" y="43886"/>
                  </a:moveTo>
                  <a:cubicBezTo>
                    <a:pt x="13519" y="42594"/>
                    <a:pt x="9423" y="40153"/>
                    <a:pt x="6477" y="36562"/>
                  </a:cubicBezTo>
                  <a:cubicBezTo>
                    <a:pt x="3572" y="32970"/>
                    <a:pt x="2119" y="28592"/>
                    <a:pt x="2119" y="23426"/>
                  </a:cubicBezTo>
                  <a:cubicBezTo>
                    <a:pt x="2119" y="16202"/>
                    <a:pt x="4681" y="10492"/>
                    <a:pt x="9806" y="6295"/>
                  </a:cubicBezTo>
                  <a:cubicBezTo>
                    <a:pt x="14972" y="2098"/>
                    <a:pt x="22034" y="0"/>
                    <a:pt x="30992" y="0"/>
                  </a:cubicBezTo>
                  <a:cubicBezTo>
                    <a:pt x="39992" y="0"/>
                    <a:pt x="47054" y="2098"/>
                    <a:pt x="52179" y="6295"/>
                  </a:cubicBezTo>
                  <a:cubicBezTo>
                    <a:pt x="57304" y="10492"/>
                    <a:pt x="59867" y="16202"/>
                    <a:pt x="59867" y="23426"/>
                  </a:cubicBezTo>
                  <a:cubicBezTo>
                    <a:pt x="59867" y="28592"/>
                    <a:pt x="58394" y="32970"/>
                    <a:pt x="55448" y="36562"/>
                  </a:cubicBezTo>
                  <a:cubicBezTo>
                    <a:pt x="52542" y="40153"/>
                    <a:pt x="48487" y="42594"/>
                    <a:pt x="43281" y="43886"/>
                  </a:cubicBezTo>
                  <a:cubicBezTo>
                    <a:pt x="49172" y="45258"/>
                    <a:pt x="53753" y="47942"/>
                    <a:pt x="57022" y="51937"/>
                  </a:cubicBezTo>
                  <a:cubicBezTo>
                    <a:pt x="60331" y="55932"/>
                    <a:pt x="61986" y="60815"/>
                    <a:pt x="61986" y="66586"/>
                  </a:cubicBezTo>
                  <a:cubicBezTo>
                    <a:pt x="61986" y="75343"/>
                    <a:pt x="59302" y="82062"/>
                    <a:pt x="53935" y="86744"/>
                  </a:cubicBezTo>
                  <a:cubicBezTo>
                    <a:pt x="48608" y="91424"/>
                    <a:pt x="40960" y="93765"/>
                    <a:pt x="30992" y="93765"/>
                  </a:cubicBezTo>
                  <a:cubicBezTo>
                    <a:pt x="21025" y="93765"/>
                    <a:pt x="13358" y="91424"/>
                    <a:pt x="7990" y="86744"/>
                  </a:cubicBezTo>
                  <a:cubicBezTo>
                    <a:pt x="2663" y="82062"/>
                    <a:pt x="0" y="75343"/>
                    <a:pt x="0" y="66586"/>
                  </a:cubicBezTo>
                  <a:cubicBezTo>
                    <a:pt x="0" y="60815"/>
                    <a:pt x="1655" y="55932"/>
                    <a:pt x="4964" y="51937"/>
                  </a:cubicBezTo>
                  <a:cubicBezTo>
                    <a:pt x="8272" y="47942"/>
                    <a:pt x="12873" y="45258"/>
                    <a:pt x="18765" y="43886"/>
                  </a:cubicBezTo>
                  <a:moveTo>
                    <a:pt x="14285" y="24577"/>
                  </a:moveTo>
                  <a:cubicBezTo>
                    <a:pt x="14285" y="29257"/>
                    <a:pt x="15738" y="32910"/>
                    <a:pt x="18643" y="35533"/>
                  </a:cubicBezTo>
                  <a:cubicBezTo>
                    <a:pt x="21589" y="38156"/>
                    <a:pt x="25706" y="39467"/>
                    <a:pt x="30992" y="39467"/>
                  </a:cubicBezTo>
                  <a:cubicBezTo>
                    <a:pt x="36239" y="39467"/>
                    <a:pt x="40335" y="38156"/>
                    <a:pt x="43281" y="35533"/>
                  </a:cubicBezTo>
                  <a:cubicBezTo>
                    <a:pt x="46267" y="32910"/>
                    <a:pt x="47760" y="29257"/>
                    <a:pt x="47760" y="24577"/>
                  </a:cubicBezTo>
                  <a:cubicBezTo>
                    <a:pt x="47760" y="19895"/>
                    <a:pt x="46267" y="16243"/>
                    <a:pt x="43281" y="13619"/>
                  </a:cubicBezTo>
                  <a:cubicBezTo>
                    <a:pt x="40335" y="10996"/>
                    <a:pt x="36239" y="9685"/>
                    <a:pt x="30992" y="9685"/>
                  </a:cubicBezTo>
                  <a:cubicBezTo>
                    <a:pt x="25706" y="9685"/>
                    <a:pt x="21589" y="10996"/>
                    <a:pt x="18643" y="13619"/>
                  </a:cubicBezTo>
                  <a:cubicBezTo>
                    <a:pt x="15738" y="16243"/>
                    <a:pt x="14285" y="19895"/>
                    <a:pt x="14285" y="2457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5035" name="Group 5034">
            <a:extLst>
              <a:ext uri="{FF2B5EF4-FFF2-40B4-BE49-F238E27FC236}">
                <a16:creationId xmlns:a16="http://schemas.microsoft.com/office/drawing/2014/main" id="{92377997-249E-1375-4DF6-04555C7A3E77}"/>
              </a:ext>
            </a:extLst>
          </p:cNvPr>
          <p:cNvGrpSpPr/>
          <p:nvPr/>
        </p:nvGrpSpPr>
        <p:grpSpPr>
          <a:xfrm>
            <a:off x="3735705" y="3069011"/>
            <a:ext cx="2181678" cy="1498303"/>
            <a:chOff x="3735705" y="3069011"/>
            <a:chExt cx="2181678" cy="1498303"/>
          </a:xfrm>
          <a:solidFill>
            <a:srgbClr val="00B050">
              <a:alpha val="50196"/>
            </a:srgbClr>
          </a:solidFill>
        </p:grpSpPr>
        <p:sp>
          <p:nvSpPr>
            <p:cNvPr id="4798" name="Freeform 4797">
              <a:extLst>
                <a:ext uri="{FF2B5EF4-FFF2-40B4-BE49-F238E27FC236}">
                  <a16:creationId xmlns:a16="http://schemas.microsoft.com/office/drawing/2014/main" id="{2BF817DE-006D-51FD-D2FF-6C1BA4E7C7F1}"/>
                </a:ext>
              </a:extLst>
            </p:cNvPr>
            <p:cNvSpPr/>
            <p:nvPr/>
          </p:nvSpPr>
          <p:spPr>
            <a:xfrm>
              <a:off x="3735705" y="4563468"/>
              <a:ext cx="27615" cy="1522"/>
            </a:xfrm>
            <a:custGeom>
              <a:avLst/>
              <a:gdLst>
                <a:gd name="csX0" fmla="*/ 0 w 27615"/>
                <a:gd name="csY0" fmla="*/ 0 h 1522"/>
                <a:gd name="csX1" fmla="*/ 0 w 27615"/>
                <a:gd name="csY1" fmla="*/ 1523 h 1522"/>
                <a:gd name="csX2" fmla="*/ 27616 w 27615"/>
                <a:gd name="csY2" fmla="*/ 1523 h 1522"/>
                <a:gd name="csX3" fmla="*/ 27616 w 27615"/>
                <a:gd name="csY3" fmla="*/ 0 h 1522"/>
                <a:gd name="csX4" fmla="*/ 0 w 27615"/>
                <a:gd name="csY4" fmla="*/ 0 h 1522"/>
                <a:gd name="csX5" fmla="*/ 0 w 27615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522">
                  <a:moveTo>
                    <a:pt x="0" y="0"/>
                  </a:moveTo>
                  <a:lnTo>
                    <a:pt x="0" y="1523"/>
                  </a:lnTo>
                  <a:lnTo>
                    <a:pt x="27616" y="1523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9" name="Freeform 4798">
              <a:extLst>
                <a:ext uri="{FF2B5EF4-FFF2-40B4-BE49-F238E27FC236}">
                  <a16:creationId xmlns:a16="http://schemas.microsoft.com/office/drawing/2014/main" id="{AC3F737B-A7CD-F24D-94A0-E552AAB9C004}"/>
                </a:ext>
              </a:extLst>
            </p:cNvPr>
            <p:cNvSpPr/>
            <p:nvPr/>
          </p:nvSpPr>
          <p:spPr>
            <a:xfrm>
              <a:off x="3735705" y="4563468"/>
              <a:ext cx="27615" cy="1522"/>
            </a:xfrm>
            <a:custGeom>
              <a:avLst/>
              <a:gdLst>
                <a:gd name="csX0" fmla="*/ 0 w 27615"/>
                <a:gd name="csY0" fmla="*/ 0 h 1522"/>
                <a:gd name="csX1" fmla="*/ 0 w 27615"/>
                <a:gd name="csY1" fmla="*/ 1523 h 1522"/>
                <a:gd name="csX2" fmla="*/ 27616 w 27615"/>
                <a:gd name="csY2" fmla="*/ 1523 h 1522"/>
                <a:gd name="csX3" fmla="*/ 27616 w 27615"/>
                <a:gd name="csY3" fmla="*/ 0 h 1522"/>
                <a:gd name="csX4" fmla="*/ 0 w 27615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522">
                  <a:moveTo>
                    <a:pt x="0" y="0"/>
                  </a:moveTo>
                  <a:lnTo>
                    <a:pt x="0" y="1523"/>
                  </a:lnTo>
                  <a:lnTo>
                    <a:pt x="27616" y="1523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0" name="Freeform 4799">
              <a:extLst>
                <a:ext uri="{FF2B5EF4-FFF2-40B4-BE49-F238E27FC236}">
                  <a16:creationId xmlns:a16="http://schemas.microsoft.com/office/drawing/2014/main" id="{1C499C93-153F-43C7-18D6-2DFCFA827472}"/>
                </a:ext>
              </a:extLst>
            </p:cNvPr>
            <p:cNvSpPr/>
            <p:nvPr/>
          </p:nvSpPr>
          <p:spPr>
            <a:xfrm>
              <a:off x="3763321" y="4552834"/>
              <a:ext cx="27615" cy="12157"/>
            </a:xfrm>
            <a:custGeom>
              <a:avLst/>
              <a:gdLst>
                <a:gd name="csX0" fmla="*/ 0 w 27615"/>
                <a:gd name="csY0" fmla="*/ 0 h 12157"/>
                <a:gd name="csX1" fmla="*/ 0 w 27615"/>
                <a:gd name="csY1" fmla="*/ 12157 h 12157"/>
                <a:gd name="csX2" fmla="*/ 27616 w 27615"/>
                <a:gd name="csY2" fmla="*/ 12157 h 12157"/>
                <a:gd name="csX3" fmla="*/ 27616 w 27615"/>
                <a:gd name="csY3" fmla="*/ 0 h 12157"/>
                <a:gd name="csX4" fmla="*/ 0 w 27615"/>
                <a:gd name="csY4" fmla="*/ 0 h 12157"/>
                <a:gd name="csX5" fmla="*/ 0 w 27615"/>
                <a:gd name="csY5" fmla="*/ 0 h 1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2157">
                  <a:moveTo>
                    <a:pt x="0" y="0"/>
                  </a:moveTo>
                  <a:lnTo>
                    <a:pt x="0" y="12157"/>
                  </a:lnTo>
                  <a:lnTo>
                    <a:pt x="27616" y="12157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1" name="Freeform 4800">
              <a:extLst>
                <a:ext uri="{FF2B5EF4-FFF2-40B4-BE49-F238E27FC236}">
                  <a16:creationId xmlns:a16="http://schemas.microsoft.com/office/drawing/2014/main" id="{5893B720-8355-C7AE-1A1E-28D66D14FECF}"/>
                </a:ext>
              </a:extLst>
            </p:cNvPr>
            <p:cNvSpPr/>
            <p:nvPr/>
          </p:nvSpPr>
          <p:spPr>
            <a:xfrm>
              <a:off x="3763321" y="4552834"/>
              <a:ext cx="27615" cy="12157"/>
            </a:xfrm>
            <a:custGeom>
              <a:avLst/>
              <a:gdLst>
                <a:gd name="csX0" fmla="*/ 0 w 27615"/>
                <a:gd name="csY0" fmla="*/ 0 h 12157"/>
                <a:gd name="csX1" fmla="*/ 0 w 27615"/>
                <a:gd name="csY1" fmla="*/ 12157 h 12157"/>
                <a:gd name="csX2" fmla="*/ 27616 w 27615"/>
                <a:gd name="csY2" fmla="*/ 12157 h 12157"/>
                <a:gd name="csX3" fmla="*/ 27616 w 27615"/>
                <a:gd name="csY3" fmla="*/ 0 h 12157"/>
                <a:gd name="csX4" fmla="*/ 0 w 27615"/>
                <a:gd name="csY4" fmla="*/ 0 h 1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2157">
                  <a:moveTo>
                    <a:pt x="0" y="0"/>
                  </a:moveTo>
                  <a:lnTo>
                    <a:pt x="0" y="12157"/>
                  </a:lnTo>
                  <a:lnTo>
                    <a:pt x="27616" y="12157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2" name="Freeform 4801">
              <a:extLst>
                <a:ext uri="{FF2B5EF4-FFF2-40B4-BE49-F238E27FC236}">
                  <a16:creationId xmlns:a16="http://schemas.microsoft.com/office/drawing/2014/main" id="{9C894E83-792A-261E-ED5F-F0F096F803A3}"/>
                </a:ext>
              </a:extLst>
            </p:cNvPr>
            <p:cNvSpPr/>
            <p:nvPr/>
          </p:nvSpPr>
          <p:spPr>
            <a:xfrm>
              <a:off x="3790937" y="4510296"/>
              <a:ext cx="27617" cy="54694"/>
            </a:xfrm>
            <a:custGeom>
              <a:avLst/>
              <a:gdLst>
                <a:gd name="csX0" fmla="*/ 0 w 27617"/>
                <a:gd name="csY0" fmla="*/ 0 h 54694"/>
                <a:gd name="csX1" fmla="*/ 0 w 27617"/>
                <a:gd name="csY1" fmla="*/ 54695 h 54694"/>
                <a:gd name="csX2" fmla="*/ 27617 w 27617"/>
                <a:gd name="csY2" fmla="*/ 54695 h 54694"/>
                <a:gd name="csX3" fmla="*/ 27617 w 27617"/>
                <a:gd name="csY3" fmla="*/ 0 h 54694"/>
                <a:gd name="csX4" fmla="*/ 0 w 27617"/>
                <a:gd name="csY4" fmla="*/ 0 h 54694"/>
                <a:gd name="csX5" fmla="*/ 0 w 27617"/>
                <a:gd name="csY5" fmla="*/ 0 h 54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7" h="54694">
                  <a:moveTo>
                    <a:pt x="0" y="0"/>
                  </a:moveTo>
                  <a:lnTo>
                    <a:pt x="0" y="54695"/>
                  </a:lnTo>
                  <a:lnTo>
                    <a:pt x="27617" y="54695"/>
                  </a:lnTo>
                  <a:lnTo>
                    <a:pt x="276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3" name="Freeform 4802">
              <a:extLst>
                <a:ext uri="{FF2B5EF4-FFF2-40B4-BE49-F238E27FC236}">
                  <a16:creationId xmlns:a16="http://schemas.microsoft.com/office/drawing/2014/main" id="{89149EC5-C7A7-8016-9D40-480CC1504511}"/>
                </a:ext>
              </a:extLst>
            </p:cNvPr>
            <p:cNvSpPr/>
            <p:nvPr/>
          </p:nvSpPr>
          <p:spPr>
            <a:xfrm>
              <a:off x="3790937" y="4510296"/>
              <a:ext cx="27617" cy="54694"/>
            </a:xfrm>
            <a:custGeom>
              <a:avLst/>
              <a:gdLst>
                <a:gd name="csX0" fmla="*/ 0 w 27617"/>
                <a:gd name="csY0" fmla="*/ 0 h 54694"/>
                <a:gd name="csX1" fmla="*/ 0 w 27617"/>
                <a:gd name="csY1" fmla="*/ 54695 h 54694"/>
                <a:gd name="csX2" fmla="*/ 27617 w 27617"/>
                <a:gd name="csY2" fmla="*/ 54695 h 54694"/>
                <a:gd name="csX3" fmla="*/ 27617 w 27617"/>
                <a:gd name="csY3" fmla="*/ 0 h 54694"/>
                <a:gd name="csX4" fmla="*/ 0 w 27617"/>
                <a:gd name="csY4" fmla="*/ 0 h 54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7" h="54694">
                  <a:moveTo>
                    <a:pt x="0" y="0"/>
                  </a:moveTo>
                  <a:lnTo>
                    <a:pt x="0" y="54695"/>
                  </a:lnTo>
                  <a:lnTo>
                    <a:pt x="27617" y="54695"/>
                  </a:lnTo>
                  <a:lnTo>
                    <a:pt x="27617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4" name="Freeform 4803">
              <a:extLst>
                <a:ext uri="{FF2B5EF4-FFF2-40B4-BE49-F238E27FC236}">
                  <a16:creationId xmlns:a16="http://schemas.microsoft.com/office/drawing/2014/main" id="{47F57FE0-05E1-355A-B22A-0197AF3D005F}"/>
                </a:ext>
              </a:extLst>
            </p:cNvPr>
            <p:cNvSpPr/>
            <p:nvPr/>
          </p:nvSpPr>
          <p:spPr>
            <a:xfrm>
              <a:off x="3818554" y="4397850"/>
              <a:ext cx="27615" cy="167141"/>
            </a:xfrm>
            <a:custGeom>
              <a:avLst/>
              <a:gdLst>
                <a:gd name="csX0" fmla="*/ 0 w 27615"/>
                <a:gd name="csY0" fmla="*/ 0 h 167141"/>
                <a:gd name="csX1" fmla="*/ 0 w 27615"/>
                <a:gd name="csY1" fmla="*/ 167141 h 167141"/>
                <a:gd name="csX2" fmla="*/ 27616 w 27615"/>
                <a:gd name="csY2" fmla="*/ 167141 h 167141"/>
                <a:gd name="csX3" fmla="*/ 27616 w 27615"/>
                <a:gd name="csY3" fmla="*/ 0 h 167141"/>
                <a:gd name="csX4" fmla="*/ 0 w 27615"/>
                <a:gd name="csY4" fmla="*/ 0 h 167141"/>
                <a:gd name="csX5" fmla="*/ 0 w 27615"/>
                <a:gd name="csY5" fmla="*/ 0 h 167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67141">
                  <a:moveTo>
                    <a:pt x="0" y="0"/>
                  </a:moveTo>
                  <a:lnTo>
                    <a:pt x="0" y="167141"/>
                  </a:lnTo>
                  <a:lnTo>
                    <a:pt x="27616" y="167141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5" name="Freeform 4804">
              <a:extLst>
                <a:ext uri="{FF2B5EF4-FFF2-40B4-BE49-F238E27FC236}">
                  <a16:creationId xmlns:a16="http://schemas.microsoft.com/office/drawing/2014/main" id="{409593E8-BEB5-92B2-A890-5E5ABBD2A4E2}"/>
                </a:ext>
              </a:extLst>
            </p:cNvPr>
            <p:cNvSpPr/>
            <p:nvPr/>
          </p:nvSpPr>
          <p:spPr>
            <a:xfrm>
              <a:off x="3818554" y="4397850"/>
              <a:ext cx="27615" cy="167141"/>
            </a:xfrm>
            <a:custGeom>
              <a:avLst/>
              <a:gdLst>
                <a:gd name="csX0" fmla="*/ 0 w 27615"/>
                <a:gd name="csY0" fmla="*/ 0 h 167141"/>
                <a:gd name="csX1" fmla="*/ 0 w 27615"/>
                <a:gd name="csY1" fmla="*/ 167141 h 167141"/>
                <a:gd name="csX2" fmla="*/ 27616 w 27615"/>
                <a:gd name="csY2" fmla="*/ 167141 h 167141"/>
                <a:gd name="csX3" fmla="*/ 27616 w 27615"/>
                <a:gd name="csY3" fmla="*/ 0 h 167141"/>
                <a:gd name="csX4" fmla="*/ 0 w 27615"/>
                <a:gd name="csY4" fmla="*/ 0 h 167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67141">
                  <a:moveTo>
                    <a:pt x="0" y="0"/>
                  </a:moveTo>
                  <a:lnTo>
                    <a:pt x="0" y="167141"/>
                  </a:lnTo>
                  <a:lnTo>
                    <a:pt x="27616" y="167141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6" name="Freeform 4805">
              <a:extLst>
                <a:ext uri="{FF2B5EF4-FFF2-40B4-BE49-F238E27FC236}">
                  <a16:creationId xmlns:a16="http://schemas.microsoft.com/office/drawing/2014/main" id="{417FC3C3-1AD7-3737-74FC-3A63820FBA0B}"/>
                </a:ext>
              </a:extLst>
            </p:cNvPr>
            <p:cNvSpPr/>
            <p:nvPr/>
          </p:nvSpPr>
          <p:spPr>
            <a:xfrm>
              <a:off x="3846170" y="4209428"/>
              <a:ext cx="27615" cy="355563"/>
            </a:xfrm>
            <a:custGeom>
              <a:avLst/>
              <a:gdLst>
                <a:gd name="csX0" fmla="*/ 0 w 27615"/>
                <a:gd name="csY0" fmla="*/ 0 h 355563"/>
                <a:gd name="csX1" fmla="*/ 0 w 27615"/>
                <a:gd name="csY1" fmla="*/ 355563 h 355563"/>
                <a:gd name="csX2" fmla="*/ 27616 w 27615"/>
                <a:gd name="csY2" fmla="*/ 355563 h 355563"/>
                <a:gd name="csX3" fmla="*/ 27616 w 27615"/>
                <a:gd name="csY3" fmla="*/ 0 h 355563"/>
                <a:gd name="csX4" fmla="*/ 0 w 27615"/>
                <a:gd name="csY4" fmla="*/ 0 h 355563"/>
                <a:gd name="csX5" fmla="*/ 0 w 27615"/>
                <a:gd name="csY5" fmla="*/ 0 h 355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355563">
                  <a:moveTo>
                    <a:pt x="0" y="0"/>
                  </a:moveTo>
                  <a:lnTo>
                    <a:pt x="0" y="355563"/>
                  </a:lnTo>
                  <a:lnTo>
                    <a:pt x="27616" y="355563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7" name="Freeform 4806">
              <a:extLst>
                <a:ext uri="{FF2B5EF4-FFF2-40B4-BE49-F238E27FC236}">
                  <a16:creationId xmlns:a16="http://schemas.microsoft.com/office/drawing/2014/main" id="{537857C5-7EF9-2BE0-5BC3-792D2052F96A}"/>
                </a:ext>
              </a:extLst>
            </p:cNvPr>
            <p:cNvSpPr/>
            <p:nvPr/>
          </p:nvSpPr>
          <p:spPr>
            <a:xfrm>
              <a:off x="3846170" y="4209428"/>
              <a:ext cx="27615" cy="355563"/>
            </a:xfrm>
            <a:custGeom>
              <a:avLst/>
              <a:gdLst>
                <a:gd name="csX0" fmla="*/ 0 w 27615"/>
                <a:gd name="csY0" fmla="*/ 0 h 355563"/>
                <a:gd name="csX1" fmla="*/ 0 w 27615"/>
                <a:gd name="csY1" fmla="*/ 355563 h 355563"/>
                <a:gd name="csX2" fmla="*/ 27616 w 27615"/>
                <a:gd name="csY2" fmla="*/ 355563 h 355563"/>
                <a:gd name="csX3" fmla="*/ 27616 w 27615"/>
                <a:gd name="csY3" fmla="*/ 0 h 355563"/>
                <a:gd name="csX4" fmla="*/ 0 w 27615"/>
                <a:gd name="csY4" fmla="*/ 0 h 355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355563">
                  <a:moveTo>
                    <a:pt x="0" y="0"/>
                  </a:moveTo>
                  <a:lnTo>
                    <a:pt x="0" y="355563"/>
                  </a:lnTo>
                  <a:lnTo>
                    <a:pt x="27616" y="355563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8" name="Freeform 4807">
              <a:extLst>
                <a:ext uri="{FF2B5EF4-FFF2-40B4-BE49-F238E27FC236}">
                  <a16:creationId xmlns:a16="http://schemas.microsoft.com/office/drawing/2014/main" id="{06D3424E-CA70-E7E8-BAAE-F2EE905D4CB5}"/>
                </a:ext>
              </a:extLst>
            </p:cNvPr>
            <p:cNvSpPr/>
            <p:nvPr/>
          </p:nvSpPr>
          <p:spPr>
            <a:xfrm>
              <a:off x="3873786" y="3938962"/>
              <a:ext cx="27615" cy="626028"/>
            </a:xfrm>
            <a:custGeom>
              <a:avLst/>
              <a:gdLst>
                <a:gd name="csX0" fmla="*/ 0 w 27615"/>
                <a:gd name="csY0" fmla="*/ 0 h 626028"/>
                <a:gd name="csX1" fmla="*/ 0 w 27615"/>
                <a:gd name="csY1" fmla="*/ 626029 h 626028"/>
                <a:gd name="csX2" fmla="*/ 27616 w 27615"/>
                <a:gd name="csY2" fmla="*/ 626029 h 626028"/>
                <a:gd name="csX3" fmla="*/ 27616 w 27615"/>
                <a:gd name="csY3" fmla="*/ 0 h 626028"/>
                <a:gd name="csX4" fmla="*/ 0 w 27615"/>
                <a:gd name="csY4" fmla="*/ 0 h 626028"/>
                <a:gd name="csX5" fmla="*/ 0 w 27615"/>
                <a:gd name="csY5" fmla="*/ 0 h 626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626028">
                  <a:moveTo>
                    <a:pt x="0" y="0"/>
                  </a:moveTo>
                  <a:lnTo>
                    <a:pt x="0" y="626029"/>
                  </a:lnTo>
                  <a:lnTo>
                    <a:pt x="27616" y="626029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9" name="Freeform 4808">
              <a:extLst>
                <a:ext uri="{FF2B5EF4-FFF2-40B4-BE49-F238E27FC236}">
                  <a16:creationId xmlns:a16="http://schemas.microsoft.com/office/drawing/2014/main" id="{CDB25485-F83D-BC93-69B9-F35DFEF73EC9}"/>
                </a:ext>
              </a:extLst>
            </p:cNvPr>
            <p:cNvSpPr/>
            <p:nvPr/>
          </p:nvSpPr>
          <p:spPr>
            <a:xfrm>
              <a:off x="3873786" y="3938962"/>
              <a:ext cx="27615" cy="626028"/>
            </a:xfrm>
            <a:custGeom>
              <a:avLst/>
              <a:gdLst>
                <a:gd name="csX0" fmla="*/ 0 w 27615"/>
                <a:gd name="csY0" fmla="*/ 0 h 626028"/>
                <a:gd name="csX1" fmla="*/ 0 w 27615"/>
                <a:gd name="csY1" fmla="*/ 626029 h 626028"/>
                <a:gd name="csX2" fmla="*/ 27616 w 27615"/>
                <a:gd name="csY2" fmla="*/ 626029 h 626028"/>
                <a:gd name="csX3" fmla="*/ 27616 w 27615"/>
                <a:gd name="csY3" fmla="*/ 0 h 626028"/>
                <a:gd name="csX4" fmla="*/ 0 w 27615"/>
                <a:gd name="csY4" fmla="*/ 0 h 6260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626028">
                  <a:moveTo>
                    <a:pt x="0" y="0"/>
                  </a:moveTo>
                  <a:lnTo>
                    <a:pt x="0" y="626029"/>
                  </a:lnTo>
                  <a:lnTo>
                    <a:pt x="27616" y="626029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0" name="Freeform 4809">
              <a:extLst>
                <a:ext uri="{FF2B5EF4-FFF2-40B4-BE49-F238E27FC236}">
                  <a16:creationId xmlns:a16="http://schemas.microsoft.com/office/drawing/2014/main" id="{37228072-1456-9C41-BB3B-C36C49E358B9}"/>
                </a:ext>
              </a:extLst>
            </p:cNvPr>
            <p:cNvSpPr/>
            <p:nvPr/>
          </p:nvSpPr>
          <p:spPr>
            <a:xfrm>
              <a:off x="3901402" y="3594040"/>
              <a:ext cx="27615" cy="970951"/>
            </a:xfrm>
            <a:custGeom>
              <a:avLst/>
              <a:gdLst>
                <a:gd name="csX0" fmla="*/ 0 w 27615"/>
                <a:gd name="csY0" fmla="*/ 0 h 970951"/>
                <a:gd name="csX1" fmla="*/ 0 w 27615"/>
                <a:gd name="csY1" fmla="*/ 970951 h 970951"/>
                <a:gd name="csX2" fmla="*/ 27616 w 27615"/>
                <a:gd name="csY2" fmla="*/ 970951 h 970951"/>
                <a:gd name="csX3" fmla="*/ 27616 w 27615"/>
                <a:gd name="csY3" fmla="*/ 0 h 970951"/>
                <a:gd name="csX4" fmla="*/ 0 w 27615"/>
                <a:gd name="csY4" fmla="*/ 0 h 970951"/>
                <a:gd name="csX5" fmla="*/ 0 w 27615"/>
                <a:gd name="csY5" fmla="*/ 0 h 970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970951">
                  <a:moveTo>
                    <a:pt x="0" y="0"/>
                  </a:moveTo>
                  <a:lnTo>
                    <a:pt x="0" y="970951"/>
                  </a:lnTo>
                  <a:lnTo>
                    <a:pt x="27616" y="970951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1" name="Freeform 4810">
              <a:extLst>
                <a:ext uri="{FF2B5EF4-FFF2-40B4-BE49-F238E27FC236}">
                  <a16:creationId xmlns:a16="http://schemas.microsoft.com/office/drawing/2014/main" id="{36689623-0BC2-AC71-4F7B-477299C6D83A}"/>
                </a:ext>
              </a:extLst>
            </p:cNvPr>
            <p:cNvSpPr/>
            <p:nvPr/>
          </p:nvSpPr>
          <p:spPr>
            <a:xfrm>
              <a:off x="3901402" y="3594040"/>
              <a:ext cx="27615" cy="970951"/>
            </a:xfrm>
            <a:custGeom>
              <a:avLst/>
              <a:gdLst>
                <a:gd name="csX0" fmla="*/ 0 w 27615"/>
                <a:gd name="csY0" fmla="*/ 0 h 970951"/>
                <a:gd name="csX1" fmla="*/ 0 w 27615"/>
                <a:gd name="csY1" fmla="*/ 970951 h 970951"/>
                <a:gd name="csX2" fmla="*/ 27616 w 27615"/>
                <a:gd name="csY2" fmla="*/ 970951 h 970951"/>
                <a:gd name="csX3" fmla="*/ 27616 w 27615"/>
                <a:gd name="csY3" fmla="*/ 0 h 970951"/>
                <a:gd name="csX4" fmla="*/ 0 w 27615"/>
                <a:gd name="csY4" fmla="*/ 0 h 970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970951">
                  <a:moveTo>
                    <a:pt x="0" y="0"/>
                  </a:moveTo>
                  <a:lnTo>
                    <a:pt x="0" y="970951"/>
                  </a:lnTo>
                  <a:lnTo>
                    <a:pt x="27616" y="970951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2" name="Freeform 4811">
              <a:extLst>
                <a:ext uri="{FF2B5EF4-FFF2-40B4-BE49-F238E27FC236}">
                  <a16:creationId xmlns:a16="http://schemas.microsoft.com/office/drawing/2014/main" id="{9B0F2F25-D8BB-D568-87DF-99E71E50666C}"/>
                </a:ext>
              </a:extLst>
            </p:cNvPr>
            <p:cNvSpPr/>
            <p:nvPr/>
          </p:nvSpPr>
          <p:spPr>
            <a:xfrm>
              <a:off x="3929018" y="3428415"/>
              <a:ext cx="27617" cy="1136575"/>
            </a:xfrm>
            <a:custGeom>
              <a:avLst/>
              <a:gdLst>
                <a:gd name="csX0" fmla="*/ 0 w 27617"/>
                <a:gd name="csY0" fmla="*/ 0 h 1136575"/>
                <a:gd name="csX1" fmla="*/ 0 w 27617"/>
                <a:gd name="csY1" fmla="*/ 1136576 h 1136575"/>
                <a:gd name="csX2" fmla="*/ 27617 w 27617"/>
                <a:gd name="csY2" fmla="*/ 1136576 h 1136575"/>
                <a:gd name="csX3" fmla="*/ 27617 w 27617"/>
                <a:gd name="csY3" fmla="*/ 0 h 1136575"/>
                <a:gd name="csX4" fmla="*/ 0 w 27617"/>
                <a:gd name="csY4" fmla="*/ 0 h 1136575"/>
                <a:gd name="csX5" fmla="*/ 0 w 27617"/>
                <a:gd name="csY5" fmla="*/ 0 h 113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7" h="1136575">
                  <a:moveTo>
                    <a:pt x="0" y="0"/>
                  </a:moveTo>
                  <a:lnTo>
                    <a:pt x="0" y="1136576"/>
                  </a:lnTo>
                  <a:lnTo>
                    <a:pt x="27617" y="1136576"/>
                  </a:lnTo>
                  <a:lnTo>
                    <a:pt x="276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3" name="Freeform 4812">
              <a:extLst>
                <a:ext uri="{FF2B5EF4-FFF2-40B4-BE49-F238E27FC236}">
                  <a16:creationId xmlns:a16="http://schemas.microsoft.com/office/drawing/2014/main" id="{82618C11-4B8E-C2B3-6731-18C8A28115A5}"/>
                </a:ext>
              </a:extLst>
            </p:cNvPr>
            <p:cNvSpPr/>
            <p:nvPr/>
          </p:nvSpPr>
          <p:spPr>
            <a:xfrm>
              <a:off x="3929018" y="3428415"/>
              <a:ext cx="27617" cy="1136575"/>
            </a:xfrm>
            <a:custGeom>
              <a:avLst/>
              <a:gdLst>
                <a:gd name="csX0" fmla="*/ 0 w 27617"/>
                <a:gd name="csY0" fmla="*/ 0 h 1136575"/>
                <a:gd name="csX1" fmla="*/ 0 w 27617"/>
                <a:gd name="csY1" fmla="*/ 1136576 h 1136575"/>
                <a:gd name="csX2" fmla="*/ 27617 w 27617"/>
                <a:gd name="csY2" fmla="*/ 1136576 h 1136575"/>
                <a:gd name="csX3" fmla="*/ 27617 w 27617"/>
                <a:gd name="csY3" fmla="*/ 0 h 1136575"/>
                <a:gd name="csX4" fmla="*/ 0 w 27617"/>
                <a:gd name="csY4" fmla="*/ 0 h 1136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7" h="1136575">
                  <a:moveTo>
                    <a:pt x="0" y="0"/>
                  </a:moveTo>
                  <a:lnTo>
                    <a:pt x="0" y="1136576"/>
                  </a:lnTo>
                  <a:lnTo>
                    <a:pt x="27617" y="1136576"/>
                  </a:lnTo>
                  <a:lnTo>
                    <a:pt x="27617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4" name="Freeform 4813">
              <a:extLst>
                <a:ext uri="{FF2B5EF4-FFF2-40B4-BE49-F238E27FC236}">
                  <a16:creationId xmlns:a16="http://schemas.microsoft.com/office/drawing/2014/main" id="{ED5EC29F-C13A-79F2-C3BB-713A063447CA}"/>
                </a:ext>
              </a:extLst>
            </p:cNvPr>
            <p:cNvSpPr/>
            <p:nvPr/>
          </p:nvSpPr>
          <p:spPr>
            <a:xfrm>
              <a:off x="3956635" y="3214167"/>
              <a:ext cx="27615" cy="1350823"/>
            </a:xfrm>
            <a:custGeom>
              <a:avLst/>
              <a:gdLst>
                <a:gd name="csX0" fmla="*/ 0 w 27615"/>
                <a:gd name="csY0" fmla="*/ 0 h 1350823"/>
                <a:gd name="csX1" fmla="*/ 0 w 27615"/>
                <a:gd name="csY1" fmla="*/ 1350824 h 1350823"/>
                <a:gd name="csX2" fmla="*/ 27616 w 27615"/>
                <a:gd name="csY2" fmla="*/ 1350824 h 1350823"/>
                <a:gd name="csX3" fmla="*/ 27616 w 27615"/>
                <a:gd name="csY3" fmla="*/ 0 h 1350823"/>
                <a:gd name="csX4" fmla="*/ 0 w 27615"/>
                <a:gd name="csY4" fmla="*/ 0 h 1350823"/>
                <a:gd name="csX5" fmla="*/ 0 w 27615"/>
                <a:gd name="csY5" fmla="*/ 0 h 1350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350823">
                  <a:moveTo>
                    <a:pt x="0" y="0"/>
                  </a:moveTo>
                  <a:lnTo>
                    <a:pt x="0" y="1350824"/>
                  </a:lnTo>
                  <a:lnTo>
                    <a:pt x="27616" y="1350824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5" name="Freeform 4814">
              <a:extLst>
                <a:ext uri="{FF2B5EF4-FFF2-40B4-BE49-F238E27FC236}">
                  <a16:creationId xmlns:a16="http://schemas.microsoft.com/office/drawing/2014/main" id="{AF5A6A79-B50E-3876-9C8B-11190F62BBE6}"/>
                </a:ext>
              </a:extLst>
            </p:cNvPr>
            <p:cNvSpPr/>
            <p:nvPr/>
          </p:nvSpPr>
          <p:spPr>
            <a:xfrm>
              <a:off x="3956635" y="3214167"/>
              <a:ext cx="27615" cy="1350823"/>
            </a:xfrm>
            <a:custGeom>
              <a:avLst/>
              <a:gdLst>
                <a:gd name="csX0" fmla="*/ 0 w 27615"/>
                <a:gd name="csY0" fmla="*/ 0 h 1350823"/>
                <a:gd name="csX1" fmla="*/ 0 w 27615"/>
                <a:gd name="csY1" fmla="*/ 1350824 h 1350823"/>
                <a:gd name="csX2" fmla="*/ 27616 w 27615"/>
                <a:gd name="csY2" fmla="*/ 1350824 h 1350823"/>
                <a:gd name="csX3" fmla="*/ 27616 w 27615"/>
                <a:gd name="csY3" fmla="*/ 0 h 1350823"/>
                <a:gd name="csX4" fmla="*/ 0 w 27615"/>
                <a:gd name="csY4" fmla="*/ 0 h 1350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350823">
                  <a:moveTo>
                    <a:pt x="0" y="0"/>
                  </a:moveTo>
                  <a:lnTo>
                    <a:pt x="0" y="1350824"/>
                  </a:lnTo>
                  <a:lnTo>
                    <a:pt x="27616" y="1350824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6" name="Freeform 4815">
              <a:extLst>
                <a:ext uri="{FF2B5EF4-FFF2-40B4-BE49-F238E27FC236}">
                  <a16:creationId xmlns:a16="http://schemas.microsoft.com/office/drawing/2014/main" id="{3F6962F6-A492-2E9C-D39D-7F1EB8F22178}"/>
                </a:ext>
              </a:extLst>
            </p:cNvPr>
            <p:cNvSpPr/>
            <p:nvPr/>
          </p:nvSpPr>
          <p:spPr>
            <a:xfrm>
              <a:off x="3984251" y="3071335"/>
              <a:ext cx="27615" cy="1493655"/>
            </a:xfrm>
            <a:custGeom>
              <a:avLst/>
              <a:gdLst>
                <a:gd name="csX0" fmla="*/ 0 w 27615"/>
                <a:gd name="csY0" fmla="*/ 0 h 1493655"/>
                <a:gd name="csX1" fmla="*/ 0 w 27615"/>
                <a:gd name="csY1" fmla="*/ 1493656 h 1493655"/>
                <a:gd name="csX2" fmla="*/ 27616 w 27615"/>
                <a:gd name="csY2" fmla="*/ 1493656 h 1493655"/>
                <a:gd name="csX3" fmla="*/ 27616 w 27615"/>
                <a:gd name="csY3" fmla="*/ 0 h 1493655"/>
                <a:gd name="csX4" fmla="*/ 0 w 27615"/>
                <a:gd name="csY4" fmla="*/ 0 h 1493655"/>
                <a:gd name="csX5" fmla="*/ 0 w 27615"/>
                <a:gd name="csY5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493655">
                  <a:moveTo>
                    <a:pt x="0" y="0"/>
                  </a:moveTo>
                  <a:lnTo>
                    <a:pt x="0" y="1493656"/>
                  </a:lnTo>
                  <a:lnTo>
                    <a:pt x="27616" y="1493656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7" name="Freeform 4816">
              <a:extLst>
                <a:ext uri="{FF2B5EF4-FFF2-40B4-BE49-F238E27FC236}">
                  <a16:creationId xmlns:a16="http://schemas.microsoft.com/office/drawing/2014/main" id="{6FA32852-3A0A-CEA2-F17F-D0FF533246C8}"/>
                </a:ext>
              </a:extLst>
            </p:cNvPr>
            <p:cNvSpPr/>
            <p:nvPr/>
          </p:nvSpPr>
          <p:spPr>
            <a:xfrm>
              <a:off x="3984251" y="3071335"/>
              <a:ext cx="27615" cy="1493655"/>
            </a:xfrm>
            <a:custGeom>
              <a:avLst/>
              <a:gdLst>
                <a:gd name="csX0" fmla="*/ 0 w 27615"/>
                <a:gd name="csY0" fmla="*/ 0 h 1493655"/>
                <a:gd name="csX1" fmla="*/ 0 w 27615"/>
                <a:gd name="csY1" fmla="*/ 1493656 h 1493655"/>
                <a:gd name="csX2" fmla="*/ 27616 w 27615"/>
                <a:gd name="csY2" fmla="*/ 1493656 h 1493655"/>
                <a:gd name="csX3" fmla="*/ 27616 w 27615"/>
                <a:gd name="csY3" fmla="*/ 0 h 1493655"/>
                <a:gd name="csX4" fmla="*/ 0 w 27615"/>
                <a:gd name="csY4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493655">
                  <a:moveTo>
                    <a:pt x="0" y="0"/>
                  </a:moveTo>
                  <a:lnTo>
                    <a:pt x="0" y="1493656"/>
                  </a:lnTo>
                  <a:lnTo>
                    <a:pt x="27616" y="1493656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8" name="Freeform 4817">
              <a:extLst>
                <a:ext uri="{FF2B5EF4-FFF2-40B4-BE49-F238E27FC236}">
                  <a16:creationId xmlns:a16="http://schemas.microsoft.com/office/drawing/2014/main" id="{1EBEEA14-181A-F3ED-AD01-795D55DBCAA1}"/>
                </a:ext>
              </a:extLst>
            </p:cNvPr>
            <p:cNvSpPr/>
            <p:nvPr/>
          </p:nvSpPr>
          <p:spPr>
            <a:xfrm>
              <a:off x="4011867" y="3132115"/>
              <a:ext cx="27615" cy="1432876"/>
            </a:xfrm>
            <a:custGeom>
              <a:avLst/>
              <a:gdLst>
                <a:gd name="csX0" fmla="*/ 0 w 27615"/>
                <a:gd name="csY0" fmla="*/ 0 h 1432876"/>
                <a:gd name="csX1" fmla="*/ 0 w 27615"/>
                <a:gd name="csY1" fmla="*/ 1432876 h 1432876"/>
                <a:gd name="csX2" fmla="*/ 27616 w 27615"/>
                <a:gd name="csY2" fmla="*/ 1432876 h 1432876"/>
                <a:gd name="csX3" fmla="*/ 27616 w 27615"/>
                <a:gd name="csY3" fmla="*/ 0 h 1432876"/>
                <a:gd name="csX4" fmla="*/ 0 w 27615"/>
                <a:gd name="csY4" fmla="*/ 0 h 1432876"/>
                <a:gd name="csX5" fmla="*/ 0 w 27615"/>
                <a:gd name="csY5" fmla="*/ 0 h 1432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432876">
                  <a:moveTo>
                    <a:pt x="0" y="0"/>
                  </a:moveTo>
                  <a:lnTo>
                    <a:pt x="0" y="1432876"/>
                  </a:lnTo>
                  <a:lnTo>
                    <a:pt x="27616" y="1432876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9" name="Freeform 4818">
              <a:extLst>
                <a:ext uri="{FF2B5EF4-FFF2-40B4-BE49-F238E27FC236}">
                  <a16:creationId xmlns:a16="http://schemas.microsoft.com/office/drawing/2014/main" id="{C1708340-73EF-F8BB-5E81-D8998DFA7C7C}"/>
                </a:ext>
              </a:extLst>
            </p:cNvPr>
            <p:cNvSpPr/>
            <p:nvPr/>
          </p:nvSpPr>
          <p:spPr>
            <a:xfrm>
              <a:off x="4011867" y="3132115"/>
              <a:ext cx="27615" cy="1432876"/>
            </a:xfrm>
            <a:custGeom>
              <a:avLst/>
              <a:gdLst>
                <a:gd name="csX0" fmla="*/ 0 w 27615"/>
                <a:gd name="csY0" fmla="*/ 0 h 1432876"/>
                <a:gd name="csX1" fmla="*/ 0 w 27615"/>
                <a:gd name="csY1" fmla="*/ 1432876 h 1432876"/>
                <a:gd name="csX2" fmla="*/ 27616 w 27615"/>
                <a:gd name="csY2" fmla="*/ 1432876 h 1432876"/>
                <a:gd name="csX3" fmla="*/ 27616 w 27615"/>
                <a:gd name="csY3" fmla="*/ 0 h 1432876"/>
                <a:gd name="csX4" fmla="*/ 0 w 27615"/>
                <a:gd name="csY4" fmla="*/ 0 h 1432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432876">
                  <a:moveTo>
                    <a:pt x="0" y="0"/>
                  </a:moveTo>
                  <a:lnTo>
                    <a:pt x="0" y="1432876"/>
                  </a:lnTo>
                  <a:lnTo>
                    <a:pt x="27616" y="1432876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0" name="Freeform 4819">
              <a:extLst>
                <a:ext uri="{FF2B5EF4-FFF2-40B4-BE49-F238E27FC236}">
                  <a16:creationId xmlns:a16="http://schemas.microsoft.com/office/drawing/2014/main" id="{6B831ECE-EA06-7260-D7A2-3E1B75133050}"/>
                </a:ext>
              </a:extLst>
            </p:cNvPr>
            <p:cNvSpPr/>
            <p:nvPr/>
          </p:nvSpPr>
          <p:spPr>
            <a:xfrm>
              <a:off x="4039482" y="3239999"/>
              <a:ext cx="27615" cy="1324991"/>
            </a:xfrm>
            <a:custGeom>
              <a:avLst/>
              <a:gdLst>
                <a:gd name="csX0" fmla="*/ 0 w 27615"/>
                <a:gd name="csY0" fmla="*/ 0 h 1324991"/>
                <a:gd name="csX1" fmla="*/ 0 w 27615"/>
                <a:gd name="csY1" fmla="*/ 1324992 h 1324991"/>
                <a:gd name="csX2" fmla="*/ 27616 w 27615"/>
                <a:gd name="csY2" fmla="*/ 1324992 h 1324991"/>
                <a:gd name="csX3" fmla="*/ 27616 w 27615"/>
                <a:gd name="csY3" fmla="*/ 0 h 1324991"/>
                <a:gd name="csX4" fmla="*/ 0 w 27615"/>
                <a:gd name="csY4" fmla="*/ 0 h 1324991"/>
                <a:gd name="csX5" fmla="*/ 0 w 27615"/>
                <a:gd name="csY5" fmla="*/ 0 h 132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324991">
                  <a:moveTo>
                    <a:pt x="0" y="0"/>
                  </a:moveTo>
                  <a:lnTo>
                    <a:pt x="0" y="1324992"/>
                  </a:lnTo>
                  <a:lnTo>
                    <a:pt x="27616" y="1324992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1" name="Freeform 4820">
              <a:extLst>
                <a:ext uri="{FF2B5EF4-FFF2-40B4-BE49-F238E27FC236}">
                  <a16:creationId xmlns:a16="http://schemas.microsoft.com/office/drawing/2014/main" id="{634DACEB-094A-0E5E-2559-49C00722AA08}"/>
                </a:ext>
              </a:extLst>
            </p:cNvPr>
            <p:cNvSpPr/>
            <p:nvPr/>
          </p:nvSpPr>
          <p:spPr>
            <a:xfrm>
              <a:off x="4039482" y="3239999"/>
              <a:ext cx="27615" cy="1324991"/>
            </a:xfrm>
            <a:custGeom>
              <a:avLst/>
              <a:gdLst>
                <a:gd name="csX0" fmla="*/ 0 w 27615"/>
                <a:gd name="csY0" fmla="*/ 0 h 1324991"/>
                <a:gd name="csX1" fmla="*/ 0 w 27615"/>
                <a:gd name="csY1" fmla="*/ 1324992 h 1324991"/>
                <a:gd name="csX2" fmla="*/ 27616 w 27615"/>
                <a:gd name="csY2" fmla="*/ 1324992 h 1324991"/>
                <a:gd name="csX3" fmla="*/ 27616 w 27615"/>
                <a:gd name="csY3" fmla="*/ 0 h 1324991"/>
                <a:gd name="csX4" fmla="*/ 0 w 27615"/>
                <a:gd name="csY4" fmla="*/ 0 h 132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324991">
                  <a:moveTo>
                    <a:pt x="0" y="0"/>
                  </a:moveTo>
                  <a:lnTo>
                    <a:pt x="0" y="1324992"/>
                  </a:lnTo>
                  <a:lnTo>
                    <a:pt x="27616" y="1324992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2" name="Freeform 4821">
              <a:extLst>
                <a:ext uri="{FF2B5EF4-FFF2-40B4-BE49-F238E27FC236}">
                  <a16:creationId xmlns:a16="http://schemas.microsoft.com/office/drawing/2014/main" id="{DD1D3532-7745-A21E-2B9A-C09B896EE83F}"/>
                </a:ext>
              </a:extLst>
            </p:cNvPr>
            <p:cNvSpPr/>
            <p:nvPr/>
          </p:nvSpPr>
          <p:spPr>
            <a:xfrm>
              <a:off x="4067098" y="3432973"/>
              <a:ext cx="27617" cy="1132017"/>
            </a:xfrm>
            <a:custGeom>
              <a:avLst/>
              <a:gdLst>
                <a:gd name="csX0" fmla="*/ 0 w 27617"/>
                <a:gd name="csY0" fmla="*/ 0 h 1132017"/>
                <a:gd name="csX1" fmla="*/ 0 w 27617"/>
                <a:gd name="csY1" fmla="*/ 1132018 h 1132017"/>
                <a:gd name="csX2" fmla="*/ 27617 w 27617"/>
                <a:gd name="csY2" fmla="*/ 1132018 h 1132017"/>
                <a:gd name="csX3" fmla="*/ 27617 w 27617"/>
                <a:gd name="csY3" fmla="*/ 0 h 1132017"/>
                <a:gd name="csX4" fmla="*/ 0 w 27617"/>
                <a:gd name="csY4" fmla="*/ 0 h 1132017"/>
                <a:gd name="csX5" fmla="*/ 0 w 27617"/>
                <a:gd name="csY5" fmla="*/ 0 h 1132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7" h="1132017">
                  <a:moveTo>
                    <a:pt x="0" y="0"/>
                  </a:moveTo>
                  <a:lnTo>
                    <a:pt x="0" y="1132018"/>
                  </a:lnTo>
                  <a:lnTo>
                    <a:pt x="27617" y="1132018"/>
                  </a:lnTo>
                  <a:lnTo>
                    <a:pt x="276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3" name="Freeform 4822">
              <a:extLst>
                <a:ext uri="{FF2B5EF4-FFF2-40B4-BE49-F238E27FC236}">
                  <a16:creationId xmlns:a16="http://schemas.microsoft.com/office/drawing/2014/main" id="{39F69314-98DB-895D-46DD-6C3EF773A049}"/>
                </a:ext>
              </a:extLst>
            </p:cNvPr>
            <p:cNvSpPr/>
            <p:nvPr/>
          </p:nvSpPr>
          <p:spPr>
            <a:xfrm>
              <a:off x="4067098" y="3432973"/>
              <a:ext cx="27617" cy="1132017"/>
            </a:xfrm>
            <a:custGeom>
              <a:avLst/>
              <a:gdLst>
                <a:gd name="csX0" fmla="*/ 0 w 27617"/>
                <a:gd name="csY0" fmla="*/ 0 h 1132017"/>
                <a:gd name="csX1" fmla="*/ 0 w 27617"/>
                <a:gd name="csY1" fmla="*/ 1132018 h 1132017"/>
                <a:gd name="csX2" fmla="*/ 27617 w 27617"/>
                <a:gd name="csY2" fmla="*/ 1132018 h 1132017"/>
                <a:gd name="csX3" fmla="*/ 27617 w 27617"/>
                <a:gd name="csY3" fmla="*/ 0 h 1132017"/>
                <a:gd name="csX4" fmla="*/ 0 w 27617"/>
                <a:gd name="csY4" fmla="*/ 0 h 1132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7" h="1132017">
                  <a:moveTo>
                    <a:pt x="0" y="0"/>
                  </a:moveTo>
                  <a:lnTo>
                    <a:pt x="0" y="1132018"/>
                  </a:lnTo>
                  <a:lnTo>
                    <a:pt x="27617" y="1132018"/>
                  </a:lnTo>
                  <a:lnTo>
                    <a:pt x="27617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4" name="Freeform 4823">
              <a:extLst>
                <a:ext uri="{FF2B5EF4-FFF2-40B4-BE49-F238E27FC236}">
                  <a16:creationId xmlns:a16="http://schemas.microsoft.com/office/drawing/2014/main" id="{5F7AFCC3-48FA-7D8E-DB52-76DF61459065}"/>
                </a:ext>
              </a:extLst>
            </p:cNvPr>
            <p:cNvSpPr/>
            <p:nvPr/>
          </p:nvSpPr>
          <p:spPr>
            <a:xfrm>
              <a:off x="4094715" y="3591000"/>
              <a:ext cx="27615" cy="973990"/>
            </a:xfrm>
            <a:custGeom>
              <a:avLst/>
              <a:gdLst>
                <a:gd name="csX0" fmla="*/ 0 w 27615"/>
                <a:gd name="csY0" fmla="*/ 0 h 973990"/>
                <a:gd name="csX1" fmla="*/ 0 w 27615"/>
                <a:gd name="csY1" fmla="*/ 973991 h 973990"/>
                <a:gd name="csX2" fmla="*/ 27616 w 27615"/>
                <a:gd name="csY2" fmla="*/ 973991 h 973990"/>
                <a:gd name="csX3" fmla="*/ 27616 w 27615"/>
                <a:gd name="csY3" fmla="*/ 0 h 973990"/>
                <a:gd name="csX4" fmla="*/ 0 w 27615"/>
                <a:gd name="csY4" fmla="*/ 0 h 973990"/>
                <a:gd name="csX5" fmla="*/ 0 w 27615"/>
                <a:gd name="csY5" fmla="*/ 0 h 973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973990">
                  <a:moveTo>
                    <a:pt x="0" y="0"/>
                  </a:moveTo>
                  <a:lnTo>
                    <a:pt x="0" y="973991"/>
                  </a:lnTo>
                  <a:lnTo>
                    <a:pt x="27616" y="973991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5" name="Freeform 4824">
              <a:extLst>
                <a:ext uri="{FF2B5EF4-FFF2-40B4-BE49-F238E27FC236}">
                  <a16:creationId xmlns:a16="http://schemas.microsoft.com/office/drawing/2014/main" id="{14C60553-EF2C-1644-8440-1F73A3D220EE}"/>
                </a:ext>
              </a:extLst>
            </p:cNvPr>
            <p:cNvSpPr/>
            <p:nvPr/>
          </p:nvSpPr>
          <p:spPr>
            <a:xfrm>
              <a:off x="4094715" y="3591000"/>
              <a:ext cx="27615" cy="973990"/>
            </a:xfrm>
            <a:custGeom>
              <a:avLst/>
              <a:gdLst>
                <a:gd name="csX0" fmla="*/ 0 w 27615"/>
                <a:gd name="csY0" fmla="*/ 0 h 973990"/>
                <a:gd name="csX1" fmla="*/ 0 w 27615"/>
                <a:gd name="csY1" fmla="*/ 973991 h 973990"/>
                <a:gd name="csX2" fmla="*/ 27616 w 27615"/>
                <a:gd name="csY2" fmla="*/ 973991 h 973990"/>
                <a:gd name="csX3" fmla="*/ 27616 w 27615"/>
                <a:gd name="csY3" fmla="*/ 0 h 973990"/>
                <a:gd name="csX4" fmla="*/ 0 w 27615"/>
                <a:gd name="csY4" fmla="*/ 0 h 973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973990">
                  <a:moveTo>
                    <a:pt x="0" y="0"/>
                  </a:moveTo>
                  <a:lnTo>
                    <a:pt x="0" y="973991"/>
                  </a:lnTo>
                  <a:lnTo>
                    <a:pt x="27616" y="973991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6" name="Freeform 4825">
              <a:extLst>
                <a:ext uri="{FF2B5EF4-FFF2-40B4-BE49-F238E27FC236}">
                  <a16:creationId xmlns:a16="http://schemas.microsoft.com/office/drawing/2014/main" id="{24004F4C-B432-F9F5-460B-5B9371E0BCDA}"/>
                </a:ext>
              </a:extLst>
            </p:cNvPr>
            <p:cNvSpPr/>
            <p:nvPr/>
          </p:nvSpPr>
          <p:spPr>
            <a:xfrm>
              <a:off x="4122331" y="3762702"/>
              <a:ext cx="27615" cy="802288"/>
            </a:xfrm>
            <a:custGeom>
              <a:avLst/>
              <a:gdLst>
                <a:gd name="csX0" fmla="*/ 0 w 27615"/>
                <a:gd name="csY0" fmla="*/ 0 h 802288"/>
                <a:gd name="csX1" fmla="*/ 0 w 27615"/>
                <a:gd name="csY1" fmla="*/ 802289 h 802288"/>
                <a:gd name="csX2" fmla="*/ 27616 w 27615"/>
                <a:gd name="csY2" fmla="*/ 802289 h 802288"/>
                <a:gd name="csX3" fmla="*/ 27616 w 27615"/>
                <a:gd name="csY3" fmla="*/ 0 h 802288"/>
                <a:gd name="csX4" fmla="*/ 0 w 27615"/>
                <a:gd name="csY4" fmla="*/ 0 h 802288"/>
                <a:gd name="csX5" fmla="*/ 0 w 27615"/>
                <a:gd name="csY5" fmla="*/ 0 h 802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802288">
                  <a:moveTo>
                    <a:pt x="0" y="0"/>
                  </a:moveTo>
                  <a:lnTo>
                    <a:pt x="0" y="802289"/>
                  </a:lnTo>
                  <a:lnTo>
                    <a:pt x="27616" y="802289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7" name="Freeform 4826">
              <a:extLst>
                <a:ext uri="{FF2B5EF4-FFF2-40B4-BE49-F238E27FC236}">
                  <a16:creationId xmlns:a16="http://schemas.microsoft.com/office/drawing/2014/main" id="{788C3CCC-A8F4-83D0-57A5-F5D6B9C30DC2}"/>
                </a:ext>
              </a:extLst>
            </p:cNvPr>
            <p:cNvSpPr/>
            <p:nvPr/>
          </p:nvSpPr>
          <p:spPr>
            <a:xfrm>
              <a:off x="4122331" y="3762702"/>
              <a:ext cx="27615" cy="802288"/>
            </a:xfrm>
            <a:custGeom>
              <a:avLst/>
              <a:gdLst>
                <a:gd name="csX0" fmla="*/ 0 w 27615"/>
                <a:gd name="csY0" fmla="*/ 0 h 802288"/>
                <a:gd name="csX1" fmla="*/ 0 w 27615"/>
                <a:gd name="csY1" fmla="*/ 802289 h 802288"/>
                <a:gd name="csX2" fmla="*/ 27616 w 27615"/>
                <a:gd name="csY2" fmla="*/ 802289 h 802288"/>
                <a:gd name="csX3" fmla="*/ 27616 w 27615"/>
                <a:gd name="csY3" fmla="*/ 0 h 802288"/>
                <a:gd name="csX4" fmla="*/ 0 w 27615"/>
                <a:gd name="csY4" fmla="*/ 0 h 8022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802288">
                  <a:moveTo>
                    <a:pt x="0" y="0"/>
                  </a:moveTo>
                  <a:lnTo>
                    <a:pt x="0" y="802289"/>
                  </a:lnTo>
                  <a:lnTo>
                    <a:pt x="27616" y="802289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8" name="Freeform 4827">
              <a:extLst>
                <a:ext uri="{FF2B5EF4-FFF2-40B4-BE49-F238E27FC236}">
                  <a16:creationId xmlns:a16="http://schemas.microsoft.com/office/drawing/2014/main" id="{22265805-AC0E-23F6-5545-F0B62C9A8AAA}"/>
                </a:ext>
              </a:extLst>
            </p:cNvPr>
            <p:cNvSpPr/>
            <p:nvPr/>
          </p:nvSpPr>
          <p:spPr>
            <a:xfrm>
              <a:off x="4149947" y="3858430"/>
              <a:ext cx="27615" cy="706560"/>
            </a:xfrm>
            <a:custGeom>
              <a:avLst/>
              <a:gdLst>
                <a:gd name="csX0" fmla="*/ 0 w 27615"/>
                <a:gd name="csY0" fmla="*/ 0 h 706560"/>
                <a:gd name="csX1" fmla="*/ 0 w 27615"/>
                <a:gd name="csY1" fmla="*/ 706561 h 706560"/>
                <a:gd name="csX2" fmla="*/ 27616 w 27615"/>
                <a:gd name="csY2" fmla="*/ 706561 h 706560"/>
                <a:gd name="csX3" fmla="*/ 27616 w 27615"/>
                <a:gd name="csY3" fmla="*/ 0 h 706560"/>
                <a:gd name="csX4" fmla="*/ 0 w 27615"/>
                <a:gd name="csY4" fmla="*/ 0 h 706560"/>
                <a:gd name="csX5" fmla="*/ 0 w 27615"/>
                <a:gd name="csY5" fmla="*/ 0 h 706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706560">
                  <a:moveTo>
                    <a:pt x="0" y="0"/>
                  </a:moveTo>
                  <a:lnTo>
                    <a:pt x="0" y="706561"/>
                  </a:lnTo>
                  <a:lnTo>
                    <a:pt x="27616" y="706561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9" name="Freeform 4828">
              <a:extLst>
                <a:ext uri="{FF2B5EF4-FFF2-40B4-BE49-F238E27FC236}">
                  <a16:creationId xmlns:a16="http://schemas.microsoft.com/office/drawing/2014/main" id="{80D933B4-797F-5D50-9F53-FCCB8E1E62B1}"/>
                </a:ext>
              </a:extLst>
            </p:cNvPr>
            <p:cNvSpPr/>
            <p:nvPr/>
          </p:nvSpPr>
          <p:spPr>
            <a:xfrm>
              <a:off x="4149947" y="3858430"/>
              <a:ext cx="27615" cy="706560"/>
            </a:xfrm>
            <a:custGeom>
              <a:avLst/>
              <a:gdLst>
                <a:gd name="csX0" fmla="*/ 0 w 27615"/>
                <a:gd name="csY0" fmla="*/ 0 h 706560"/>
                <a:gd name="csX1" fmla="*/ 0 w 27615"/>
                <a:gd name="csY1" fmla="*/ 706561 h 706560"/>
                <a:gd name="csX2" fmla="*/ 27616 w 27615"/>
                <a:gd name="csY2" fmla="*/ 706561 h 706560"/>
                <a:gd name="csX3" fmla="*/ 27616 w 27615"/>
                <a:gd name="csY3" fmla="*/ 0 h 706560"/>
                <a:gd name="csX4" fmla="*/ 0 w 27615"/>
                <a:gd name="csY4" fmla="*/ 0 h 706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706560">
                  <a:moveTo>
                    <a:pt x="0" y="0"/>
                  </a:moveTo>
                  <a:lnTo>
                    <a:pt x="0" y="706561"/>
                  </a:lnTo>
                  <a:lnTo>
                    <a:pt x="27616" y="706561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0" name="Freeform 4829">
              <a:extLst>
                <a:ext uri="{FF2B5EF4-FFF2-40B4-BE49-F238E27FC236}">
                  <a16:creationId xmlns:a16="http://schemas.microsoft.com/office/drawing/2014/main" id="{1B90C0AC-6EF1-F834-1B8A-6804EA337C24}"/>
                </a:ext>
              </a:extLst>
            </p:cNvPr>
            <p:cNvSpPr/>
            <p:nvPr/>
          </p:nvSpPr>
          <p:spPr>
            <a:xfrm>
              <a:off x="4177563" y="4010378"/>
              <a:ext cx="27617" cy="554612"/>
            </a:xfrm>
            <a:custGeom>
              <a:avLst/>
              <a:gdLst>
                <a:gd name="csX0" fmla="*/ 0 w 27617"/>
                <a:gd name="csY0" fmla="*/ 0 h 554612"/>
                <a:gd name="csX1" fmla="*/ 0 w 27617"/>
                <a:gd name="csY1" fmla="*/ 554613 h 554612"/>
                <a:gd name="csX2" fmla="*/ 27617 w 27617"/>
                <a:gd name="csY2" fmla="*/ 554613 h 554612"/>
                <a:gd name="csX3" fmla="*/ 27617 w 27617"/>
                <a:gd name="csY3" fmla="*/ 0 h 554612"/>
                <a:gd name="csX4" fmla="*/ 0 w 27617"/>
                <a:gd name="csY4" fmla="*/ 0 h 554612"/>
                <a:gd name="csX5" fmla="*/ 0 w 27617"/>
                <a:gd name="csY5" fmla="*/ 0 h 5546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7" h="554612">
                  <a:moveTo>
                    <a:pt x="0" y="0"/>
                  </a:moveTo>
                  <a:lnTo>
                    <a:pt x="0" y="554613"/>
                  </a:lnTo>
                  <a:lnTo>
                    <a:pt x="27617" y="554613"/>
                  </a:lnTo>
                  <a:lnTo>
                    <a:pt x="276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1" name="Freeform 4830">
              <a:extLst>
                <a:ext uri="{FF2B5EF4-FFF2-40B4-BE49-F238E27FC236}">
                  <a16:creationId xmlns:a16="http://schemas.microsoft.com/office/drawing/2014/main" id="{F39FBBFB-0CB3-CB1B-D906-09D39B5C8DD1}"/>
                </a:ext>
              </a:extLst>
            </p:cNvPr>
            <p:cNvSpPr/>
            <p:nvPr/>
          </p:nvSpPr>
          <p:spPr>
            <a:xfrm>
              <a:off x="4177563" y="4010378"/>
              <a:ext cx="27617" cy="554612"/>
            </a:xfrm>
            <a:custGeom>
              <a:avLst/>
              <a:gdLst>
                <a:gd name="csX0" fmla="*/ 0 w 27617"/>
                <a:gd name="csY0" fmla="*/ 0 h 554612"/>
                <a:gd name="csX1" fmla="*/ 0 w 27617"/>
                <a:gd name="csY1" fmla="*/ 554613 h 554612"/>
                <a:gd name="csX2" fmla="*/ 27617 w 27617"/>
                <a:gd name="csY2" fmla="*/ 554613 h 554612"/>
                <a:gd name="csX3" fmla="*/ 27617 w 27617"/>
                <a:gd name="csY3" fmla="*/ 0 h 554612"/>
                <a:gd name="csX4" fmla="*/ 0 w 27617"/>
                <a:gd name="csY4" fmla="*/ 0 h 5546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7" h="554612">
                  <a:moveTo>
                    <a:pt x="0" y="0"/>
                  </a:moveTo>
                  <a:lnTo>
                    <a:pt x="0" y="554613"/>
                  </a:lnTo>
                  <a:lnTo>
                    <a:pt x="27617" y="554613"/>
                  </a:lnTo>
                  <a:lnTo>
                    <a:pt x="27617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2" name="Freeform 4831">
              <a:extLst>
                <a:ext uri="{FF2B5EF4-FFF2-40B4-BE49-F238E27FC236}">
                  <a16:creationId xmlns:a16="http://schemas.microsoft.com/office/drawing/2014/main" id="{FD844901-0D8A-EC33-220F-95BB30A1230E}"/>
                </a:ext>
              </a:extLst>
            </p:cNvPr>
            <p:cNvSpPr/>
            <p:nvPr/>
          </p:nvSpPr>
          <p:spPr>
            <a:xfrm>
              <a:off x="4205180" y="4122821"/>
              <a:ext cx="27615" cy="442169"/>
            </a:xfrm>
            <a:custGeom>
              <a:avLst/>
              <a:gdLst>
                <a:gd name="csX0" fmla="*/ 0 w 27615"/>
                <a:gd name="csY0" fmla="*/ 0 h 442169"/>
                <a:gd name="csX1" fmla="*/ 0 w 27615"/>
                <a:gd name="csY1" fmla="*/ 442170 h 442169"/>
                <a:gd name="csX2" fmla="*/ 27616 w 27615"/>
                <a:gd name="csY2" fmla="*/ 442170 h 442169"/>
                <a:gd name="csX3" fmla="*/ 27616 w 27615"/>
                <a:gd name="csY3" fmla="*/ 0 h 442169"/>
                <a:gd name="csX4" fmla="*/ 0 w 27615"/>
                <a:gd name="csY4" fmla="*/ 0 h 442169"/>
                <a:gd name="csX5" fmla="*/ 0 w 27615"/>
                <a:gd name="csY5" fmla="*/ 0 h 442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442169">
                  <a:moveTo>
                    <a:pt x="0" y="0"/>
                  </a:moveTo>
                  <a:lnTo>
                    <a:pt x="0" y="442170"/>
                  </a:lnTo>
                  <a:lnTo>
                    <a:pt x="27616" y="442170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3" name="Freeform 4832">
              <a:extLst>
                <a:ext uri="{FF2B5EF4-FFF2-40B4-BE49-F238E27FC236}">
                  <a16:creationId xmlns:a16="http://schemas.microsoft.com/office/drawing/2014/main" id="{F23B35C5-BB5E-2A53-88D1-1D8532194F09}"/>
                </a:ext>
              </a:extLst>
            </p:cNvPr>
            <p:cNvSpPr/>
            <p:nvPr/>
          </p:nvSpPr>
          <p:spPr>
            <a:xfrm>
              <a:off x="4205180" y="4122821"/>
              <a:ext cx="27615" cy="442169"/>
            </a:xfrm>
            <a:custGeom>
              <a:avLst/>
              <a:gdLst>
                <a:gd name="csX0" fmla="*/ 0 w 27615"/>
                <a:gd name="csY0" fmla="*/ 0 h 442169"/>
                <a:gd name="csX1" fmla="*/ 0 w 27615"/>
                <a:gd name="csY1" fmla="*/ 442170 h 442169"/>
                <a:gd name="csX2" fmla="*/ 27616 w 27615"/>
                <a:gd name="csY2" fmla="*/ 442170 h 442169"/>
                <a:gd name="csX3" fmla="*/ 27616 w 27615"/>
                <a:gd name="csY3" fmla="*/ 0 h 442169"/>
                <a:gd name="csX4" fmla="*/ 0 w 27615"/>
                <a:gd name="csY4" fmla="*/ 0 h 442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442169">
                  <a:moveTo>
                    <a:pt x="0" y="0"/>
                  </a:moveTo>
                  <a:lnTo>
                    <a:pt x="0" y="442170"/>
                  </a:lnTo>
                  <a:lnTo>
                    <a:pt x="27616" y="442170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4" name="Freeform 4833">
              <a:extLst>
                <a:ext uri="{FF2B5EF4-FFF2-40B4-BE49-F238E27FC236}">
                  <a16:creationId xmlns:a16="http://schemas.microsoft.com/office/drawing/2014/main" id="{F9B59593-E442-9BFE-1A1A-2CD696921252}"/>
                </a:ext>
              </a:extLst>
            </p:cNvPr>
            <p:cNvSpPr/>
            <p:nvPr/>
          </p:nvSpPr>
          <p:spPr>
            <a:xfrm>
              <a:off x="4232796" y="4220074"/>
              <a:ext cx="27615" cy="344917"/>
            </a:xfrm>
            <a:custGeom>
              <a:avLst/>
              <a:gdLst>
                <a:gd name="csX0" fmla="*/ 0 w 27615"/>
                <a:gd name="csY0" fmla="*/ 0 h 344917"/>
                <a:gd name="csX1" fmla="*/ 0 w 27615"/>
                <a:gd name="csY1" fmla="*/ 344917 h 344917"/>
                <a:gd name="csX2" fmla="*/ 27616 w 27615"/>
                <a:gd name="csY2" fmla="*/ 344917 h 344917"/>
                <a:gd name="csX3" fmla="*/ 27616 w 27615"/>
                <a:gd name="csY3" fmla="*/ 0 h 344917"/>
                <a:gd name="csX4" fmla="*/ 0 w 27615"/>
                <a:gd name="csY4" fmla="*/ 0 h 344917"/>
                <a:gd name="csX5" fmla="*/ 0 w 27615"/>
                <a:gd name="csY5" fmla="*/ 0 h 34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344917">
                  <a:moveTo>
                    <a:pt x="0" y="0"/>
                  </a:moveTo>
                  <a:lnTo>
                    <a:pt x="0" y="344917"/>
                  </a:lnTo>
                  <a:lnTo>
                    <a:pt x="27616" y="344917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5" name="Freeform 4834">
              <a:extLst>
                <a:ext uri="{FF2B5EF4-FFF2-40B4-BE49-F238E27FC236}">
                  <a16:creationId xmlns:a16="http://schemas.microsoft.com/office/drawing/2014/main" id="{8EA0C0E6-3EEE-8B10-7FC7-403F651B229D}"/>
                </a:ext>
              </a:extLst>
            </p:cNvPr>
            <p:cNvSpPr/>
            <p:nvPr/>
          </p:nvSpPr>
          <p:spPr>
            <a:xfrm>
              <a:off x="4232796" y="4220074"/>
              <a:ext cx="27615" cy="344917"/>
            </a:xfrm>
            <a:custGeom>
              <a:avLst/>
              <a:gdLst>
                <a:gd name="csX0" fmla="*/ 0 w 27615"/>
                <a:gd name="csY0" fmla="*/ 0 h 344917"/>
                <a:gd name="csX1" fmla="*/ 0 w 27615"/>
                <a:gd name="csY1" fmla="*/ 344917 h 344917"/>
                <a:gd name="csX2" fmla="*/ 27616 w 27615"/>
                <a:gd name="csY2" fmla="*/ 344917 h 344917"/>
                <a:gd name="csX3" fmla="*/ 27616 w 27615"/>
                <a:gd name="csY3" fmla="*/ 0 h 344917"/>
                <a:gd name="csX4" fmla="*/ 0 w 27615"/>
                <a:gd name="csY4" fmla="*/ 0 h 344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344917">
                  <a:moveTo>
                    <a:pt x="0" y="0"/>
                  </a:moveTo>
                  <a:lnTo>
                    <a:pt x="0" y="344917"/>
                  </a:lnTo>
                  <a:lnTo>
                    <a:pt x="27616" y="344917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6" name="Freeform 4835">
              <a:extLst>
                <a:ext uri="{FF2B5EF4-FFF2-40B4-BE49-F238E27FC236}">
                  <a16:creationId xmlns:a16="http://schemas.microsoft.com/office/drawing/2014/main" id="{2E0D024C-B8F8-E975-852F-B564C4B0323A}"/>
                </a:ext>
              </a:extLst>
            </p:cNvPr>
            <p:cNvSpPr/>
            <p:nvPr/>
          </p:nvSpPr>
          <p:spPr>
            <a:xfrm>
              <a:off x="4260412" y="4302116"/>
              <a:ext cx="27615" cy="262874"/>
            </a:xfrm>
            <a:custGeom>
              <a:avLst/>
              <a:gdLst>
                <a:gd name="csX0" fmla="*/ 0 w 27615"/>
                <a:gd name="csY0" fmla="*/ 0 h 262874"/>
                <a:gd name="csX1" fmla="*/ 0 w 27615"/>
                <a:gd name="csY1" fmla="*/ 262875 h 262874"/>
                <a:gd name="csX2" fmla="*/ 27616 w 27615"/>
                <a:gd name="csY2" fmla="*/ 262875 h 262874"/>
                <a:gd name="csX3" fmla="*/ 27616 w 27615"/>
                <a:gd name="csY3" fmla="*/ 0 h 262874"/>
                <a:gd name="csX4" fmla="*/ 0 w 27615"/>
                <a:gd name="csY4" fmla="*/ 0 h 262874"/>
                <a:gd name="csX5" fmla="*/ 0 w 27615"/>
                <a:gd name="csY5" fmla="*/ 0 h 26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262874">
                  <a:moveTo>
                    <a:pt x="0" y="0"/>
                  </a:moveTo>
                  <a:lnTo>
                    <a:pt x="0" y="262875"/>
                  </a:lnTo>
                  <a:lnTo>
                    <a:pt x="27616" y="262875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7" name="Freeform 4836">
              <a:extLst>
                <a:ext uri="{FF2B5EF4-FFF2-40B4-BE49-F238E27FC236}">
                  <a16:creationId xmlns:a16="http://schemas.microsoft.com/office/drawing/2014/main" id="{DD384FA2-78C6-3806-25FC-F26F234991C4}"/>
                </a:ext>
              </a:extLst>
            </p:cNvPr>
            <p:cNvSpPr/>
            <p:nvPr/>
          </p:nvSpPr>
          <p:spPr>
            <a:xfrm>
              <a:off x="4260412" y="4302116"/>
              <a:ext cx="27615" cy="262874"/>
            </a:xfrm>
            <a:custGeom>
              <a:avLst/>
              <a:gdLst>
                <a:gd name="csX0" fmla="*/ 0 w 27615"/>
                <a:gd name="csY0" fmla="*/ 0 h 262874"/>
                <a:gd name="csX1" fmla="*/ 0 w 27615"/>
                <a:gd name="csY1" fmla="*/ 262875 h 262874"/>
                <a:gd name="csX2" fmla="*/ 27616 w 27615"/>
                <a:gd name="csY2" fmla="*/ 262875 h 262874"/>
                <a:gd name="csX3" fmla="*/ 27616 w 27615"/>
                <a:gd name="csY3" fmla="*/ 0 h 262874"/>
                <a:gd name="csX4" fmla="*/ 0 w 27615"/>
                <a:gd name="csY4" fmla="*/ 0 h 26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262874">
                  <a:moveTo>
                    <a:pt x="0" y="0"/>
                  </a:moveTo>
                  <a:lnTo>
                    <a:pt x="0" y="262875"/>
                  </a:lnTo>
                  <a:lnTo>
                    <a:pt x="27616" y="262875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8" name="Freeform 4837">
              <a:extLst>
                <a:ext uri="{FF2B5EF4-FFF2-40B4-BE49-F238E27FC236}">
                  <a16:creationId xmlns:a16="http://schemas.microsoft.com/office/drawing/2014/main" id="{2C592C4E-EE4F-BFF9-8C92-78E722E8338F}"/>
                </a:ext>
              </a:extLst>
            </p:cNvPr>
            <p:cNvSpPr/>
            <p:nvPr/>
          </p:nvSpPr>
          <p:spPr>
            <a:xfrm>
              <a:off x="4288028" y="4355300"/>
              <a:ext cx="27615" cy="209690"/>
            </a:xfrm>
            <a:custGeom>
              <a:avLst/>
              <a:gdLst>
                <a:gd name="csX0" fmla="*/ 0 w 27615"/>
                <a:gd name="csY0" fmla="*/ 0 h 209690"/>
                <a:gd name="csX1" fmla="*/ 0 w 27615"/>
                <a:gd name="csY1" fmla="*/ 209691 h 209690"/>
                <a:gd name="csX2" fmla="*/ 27616 w 27615"/>
                <a:gd name="csY2" fmla="*/ 209691 h 209690"/>
                <a:gd name="csX3" fmla="*/ 27616 w 27615"/>
                <a:gd name="csY3" fmla="*/ 0 h 209690"/>
                <a:gd name="csX4" fmla="*/ 0 w 27615"/>
                <a:gd name="csY4" fmla="*/ 0 h 209690"/>
                <a:gd name="csX5" fmla="*/ 0 w 27615"/>
                <a:gd name="csY5" fmla="*/ 0 h 20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209690">
                  <a:moveTo>
                    <a:pt x="0" y="0"/>
                  </a:moveTo>
                  <a:lnTo>
                    <a:pt x="0" y="209691"/>
                  </a:lnTo>
                  <a:lnTo>
                    <a:pt x="27616" y="209691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9" name="Freeform 4838">
              <a:extLst>
                <a:ext uri="{FF2B5EF4-FFF2-40B4-BE49-F238E27FC236}">
                  <a16:creationId xmlns:a16="http://schemas.microsoft.com/office/drawing/2014/main" id="{C8A5DE12-E6B4-A7C3-045F-105F9460E78B}"/>
                </a:ext>
              </a:extLst>
            </p:cNvPr>
            <p:cNvSpPr/>
            <p:nvPr/>
          </p:nvSpPr>
          <p:spPr>
            <a:xfrm>
              <a:off x="4288028" y="4355300"/>
              <a:ext cx="27615" cy="209690"/>
            </a:xfrm>
            <a:custGeom>
              <a:avLst/>
              <a:gdLst>
                <a:gd name="csX0" fmla="*/ 0 w 27615"/>
                <a:gd name="csY0" fmla="*/ 0 h 209690"/>
                <a:gd name="csX1" fmla="*/ 0 w 27615"/>
                <a:gd name="csY1" fmla="*/ 209691 h 209690"/>
                <a:gd name="csX2" fmla="*/ 27616 w 27615"/>
                <a:gd name="csY2" fmla="*/ 209691 h 209690"/>
                <a:gd name="csX3" fmla="*/ 27616 w 27615"/>
                <a:gd name="csY3" fmla="*/ 0 h 209690"/>
                <a:gd name="csX4" fmla="*/ 0 w 27615"/>
                <a:gd name="csY4" fmla="*/ 0 h 20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209690">
                  <a:moveTo>
                    <a:pt x="0" y="0"/>
                  </a:moveTo>
                  <a:lnTo>
                    <a:pt x="0" y="209691"/>
                  </a:lnTo>
                  <a:lnTo>
                    <a:pt x="27616" y="209691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0" name="Freeform 4839">
              <a:extLst>
                <a:ext uri="{FF2B5EF4-FFF2-40B4-BE49-F238E27FC236}">
                  <a16:creationId xmlns:a16="http://schemas.microsoft.com/office/drawing/2014/main" id="{6B92BD07-3234-5806-CCF4-43D44A492742}"/>
                </a:ext>
              </a:extLst>
            </p:cNvPr>
            <p:cNvSpPr/>
            <p:nvPr/>
          </p:nvSpPr>
          <p:spPr>
            <a:xfrm>
              <a:off x="4315644" y="4397850"/>
              <a:ext cx="27617" cy="167141"/>
            </a:xfrm>
            <a:custGeom>
              <a:avLst/>
              <a:gdLst>
                <a:gd name="csX0" fmla="*/ 0 w 27617"/>
                <a:gd name="csY0" fmla="*/ 0 h 167141"/>
                <a:gd name="csX1" fmla="*/ 0 w 27617"/>
                <a:gd name="csY1" fmla="*/ 167141 h 167141"/>
                <a:gd name="csX2" fmla="*/ 27617 w 27617"/>
                <a:gd name="csY2" fmla="*/ 167141 h 167141"/>
                <a:gd name="csX3" fmla="*/ 27617 w 27617"/>
                <a:gd name="csY3" fmla="*/ 0 h 167141"/>
                <a:gd name="csX4" fmla="*/ 0 w 27617"/>
                <a:gd name="csY4" fmla="*/ 0 h 167141"/>
                <a:gd name="csX5" fmla="*/ 0 w 27617"/>
                <a:gd name="csY5" fmla="*/ 0 h 167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7" h="167141">
                  <a:moveTo>
                    <a:pt x="0" y="0"/>
                  </a:moveTo>
                  <a:lnTo>
                    <a:pt x="0" y="167141"/>
                  </a:lnTo>
                  <a:lnTo>
                    <a:pt x="27617" y="167141"/>
                  </a:lnTo>
                  <a:lnTo>
                    <a:pt x="276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1" name="Freeform 4840">
              <a:extLst>
                <a:ext uri="{FF2B5EF4-FFF2-40B4-BE49-F238E27FC236}">
                  <a16:creationId xmlns:a16="http://schemas.microsoft.com/office/drawing/2014/main" id="{CAE59210-BC2B-9B71-664C-D4DE7365E8DF}"/>
                </a:ext>
              </a:extLst>
            </p:cNvPr>
            <p:cNvSpPr/>
            <p:nvPr/>
          </p:nvSpPr>
          <p:spPr>
            <a:xfrm>
              <a:off x="4315644" y="4397850"/>
              <a:ext cx="27617" cy="167141"/>
            </a:xfrm>
            <a:custGeom>
              <a:avLst/>
              <a:gdLst>
                <a:gd name="csX0" fmla="*/ 0 w 27617"/>
                <a:gd name="csY0" fmla="*/ 0 h 167141"/>
                <a:gd name="csX1" fmla="*/ 0 w 27617"/>
                <a:gd name="csY1" fmla="*/ 167141 h 167141"/>
                <a:gd name="csX2" fmla="*/ 27617 w 27617"/>
                <a:gd name="csY2" fmla="*/ 167141 h 167141"/>
                <a:gd name="csX3" fmla="*/ 27617 w 27617"/>
                <a:gd name="csY3" fmla="*/ 0 h 167141"/>
                <a:gd name="csX4" fmla="*/ 0 w 27617"/>
                <a:gd name="csY4" fmla="*/ 0 h 167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7" h="167141">
                  <a:moveTo>
                    <a:pt x="0" y="0"/>
                  </a:moveTo>
                  <a:lnTo>
                    <a:pt x="0" y="167141"/>
                  </a:lnTo>
                  <a:lnTo>
                    <a:pt x="27617" y="167141"/>
                  </a:lnTo>
                  <a:lnTo>
                    <a:pt x="27617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2" name="Freeform 4841">
              <a:extLst>
                <a:ext uri="{FF2B5EF4-FFF2-40B4-BE49-F238E27FC236}">
                  <a16:creationId xmlns:a16="http://schemas.microsoft.com/office/drawing/2014/main" id="{12AC1D75-12F0-B3BE-4F10-4BD1480AE993}"/>
                </a:ext>
              </a:extLst>
            </p:cNvPr>
            <p:cNvSpPr/>
            <p:nvPr/>
          </p:nvSpPr>
          <p:spPr>
            <a:xfrm>
              <a:off x="4343261" y="4431276"/>
              <a:ext cx="27615" cy="133715"/>
            </a:xfrm>
            <a:custGeom>
              <a:avLst/>
              <a:gdLst>
                <a:gd name="csX0" fmla="*/ 0 w 27615"/>
                <a:gd name="csY0" fmla="*/ 0 h 133715"/>
                <a:gd name="csX1" fmla="*/ 0 w 27615"/>
                <a:gd name="csY1" fmla="*/ 133715 h 133715"/>
                <a:gd name="csX2" fmla="*/ 27616 w 27615"/>
                <a:gd name="csY2" fmla="*/ 133715 h 133715"/>
                <a:gd name="csX3" fmla="*/ 27616 w 27615"/>
                <a:gd name="csY3" fmla="*/ 0 h 133715"/>
                <a:gd name="csX4" fmla="*/ 0 w 27615"/>
                <a:gd name="csY4" fmla="*/ 0 h 133715"/>
                <a:gd name="csX5" fmla="*/ 0 w 27615"/>
                <a:gd name="csY5" fmla="*/ 0 h 13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33715">
                  <a:moveTo>
                    <a:pt x="0" y="0"/>
                  </a:moveTo>
                  <a:lnTo>
                    <a:pt x="0" y="133715"/>
                  </a:lnTo>
                  <a:lnTo>
                    <a:pt x="27616" y="133715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3" name="Freeform 4842">
              <a:extLst>
                <a:ext uri="{FF2B5EF4-FFF2-40B4-BE49-F238E27FC236}">
                  <a16:creationId xmlns:a16="http://schemas.microsoft.com/office/drawing/2014/main" id="{E8CC725E-BD90-C5DF-0DE7-D32041352F16}"/>
                </a:ext>
              </a:extLst>
            </p:cNvPr>
            <p:cNvSpPr/>
            <p:nvPr/>
          </p:nvSpPr>
          <p:spPr>
            <a:xfrm>
              <a:off x="4343261" y="4431276"/>
              <a:ext cx="27615" cy="133715"/>
            </a:xfrm>
            <a:custGeom>
              <a:avLst/>
              <a:gdLst>
                <a:gd name="csX0" fmla="*/ 0 w 27615"/>
                <a:gd name="csY0" fmla="*/ 0 h 133715"/>
                <a:gd name="csX1" fmla="*/ 0 w 27615"/>
                <a:gd name="csY1" fmla="*/ 133715 h 133715"/>
                <a:gd name="csX2" fmla="*/ 27616 w 27615"/>
                <a:gd name="csY2" fmla="*/ 133715 h 133715"/>
                <a:gd name="csX3" fmla="*/ 27616 w 27615"/>
                <a:gd name="csY3" fmla="*/ 0 h 133715"/>
                <a:gd name="csX4" fmla="*/ 0 w 27615"/>
                <a:gd name="csY4" fmla="*/ 0 h 133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33715">
                  <a:moveTo>
                    <a:pt x="0" y="0"/>
                  </a:moveTo>
                  <a:lnTo>
                    <a:pt x="0" y="133715"/>
                  </a:lnTo>
                  <a:lnTo>
                    <a:pt x="27616" y="133715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4" name="Freeform 4843">
              <a:extLst>
                <a:ext uri="{FF2B5EF4-FFF2-40B4-BE49-F238E27FC236}">
                  <a16:creationId xmlns:a16="http://schemas.microsoft.com/office/drawing/2014/main" id="{584D5ADB-E751-9BEF-9ED1-9A97F4E418BE}"/>
                </a:ext>
              </a:extLst>
            </p:cNvPr>
            <p:cNvSpPr/>
            <p:nvPr/>
          </p:nvSpPr>
          <p:spPr>
            <a:xfrm>
              <a:off x="4370877" y="4469269"/>
              <a:ext cx="27615" cy="95721"/>
            </a:xfrm>
            <a:custGeom>
              <a:avLst/>
              <a:gdLst>
                <a:gd name="csX0" fmla="*/ 0 w 27615"/>
                <a:gd name="csY0" fmla="*/ 0 h 95721"/>
                <a:gd name="csX1" fmla="*/ 0 w 27615"/>
                <a:gd name="csY1" fmla="*/ 95722 h 95721"/>
                <a:gd name="csX2" fmla="*/ 27616 w 27615"/>
                <a:gd name="csY2" fmla="*/ 95722 h 95721"/>
                <a:gd name="csX3" fmla="*/ 27616 w 27615"/>
                <a:gd name="csY3" fmla="*/ 0 h 95721"/>
                <a:gd name="csX4" fmla="*/ 0 w 27615"/>
                <a:gd name="csY4" fmla="*/ 0 h 95721"/>
                <a:gd name="csX5" fmla="*/ 0 w 27615"/>
                <a:gd name="csY5" fmla="*/ 0 h 9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95721">
                  <a:moveTo>
                    <a:pt x="0" y="0"/>
                  </a:moveTo>
                  <a:lnTo>
                    <a:pt x="0" y="95722"/>
                  </a:lnTo>
                  <a:lnTo>
                    <a:pt x="27616" y="95722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5" name="Freeform 4844">
              <a:extLst>
                <a:ext uri="{FF2B5EF4-FFF2-40B4-BE49-F238E27FC236}">
                  <a16:creationId xmlns:a16="http://schemas.microsoft.com/office/drawing/2014/main" id="{8E642E91-E462-A0B0-A895-315EECA88BE2}"/>
                </a:ext>
              </a:extLst>
            </p:cNvPr>
            <p:cNvSpPr/>
            <p:nvPr/>
          </p:nvSpPr>
          <p:spPr>
            <a:xfrm>
              <a:off x="4370877" y="4469269"/>
              <a:ext cx="27615" cy="95721"/>
            </a:xfrm>
            <a:custGeom>
              <a:avLst/>
              <a:gdLst>
                <a:gd name="csX0" fmla="*/ 0 w 27615"/>
                <a:gd name="csY0" fmla="*/ 0 h 95721"/>
                <a:gd name="csX1" fmla="*/ 0 w 27615"/>
                <a:gd name="csY1" fmla="*/ 95722 h 95721"/>
                <a:gd name="csX2" fmla="*/ 27616 w 27615"/>
                <a:gd name="csY2" fmla="*/ 95722 h 95721"/>
                <a:gd name="csX3" fmla="*/ 27616 w 27615"/>
                <a:gd name="csY3" fmla="*/ 0 h 95721"/>
                <a:gd name="csX4" fmla="*/ 0 w 27615"/>
                <a:gd name="csY4" fmla="*/ 0 h 9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95721">
                  <a:moveTo>
                    <a:pt x="0" y="0"/>
                  </a:moveTo>
                  <a:lnTo>
                    <a:pt x="0" y="95722"/>
                  </a:lnTo>
                  <a:lnTo>
                    <a:pt x="27616" y="95722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6" name="Freeform 4845">
              <a:extLst>
                <a:ext uri="{FF2B5EF4-FFF2-40B4-BE49-F238E27FC236}">
                  <a16:creationId xmlns:a16="http://schemas.microsoft.com/office/drawing/2014/main" id="{1696A037-8286-E35A-929B-886B5CCD7D33}"/>
                </a:ext>
              </a:extLst>
            </p:cNvPr>
            <p:cNvSpPr/>
            <p:nvPr/>
          </p:nvSpPr>
          <p:spPr>
            <a:xfrm>
              <a:off x="4398493" y="4464701"/>
              <a:ext cx="27615" cy="100289"/>
            </a:xfrm>
            <a:custGeom>
              <a:avLst/>
              <a:gdLst>
                <a:gd name="csX0" fmla="*/ 0 w 27615"/>
                <a:gd name="csY0" fmla="*/ 0 h 100289"/>
                <a:gd name="csX1" fmla="*/ 0 w 27615"/>
                <a:gd name="csY1" fmla="*/ 100289 h 100289"/>
                <a:gd name="csX2" fmla="*/ 27616 w 27615"/>
                <a:gd name="csY2" fmla="*/ 100289 h 100289"/>
                <a:gd name="csX3" fmla="*/ 27616 w 27615"/>
                <a:gd name="csY3" fmla="*/ 0 h 100289"/>
                <a:gd name="csX4" fmla="*/ 0 w 27615"/>
                <a:gd name="csY4" fmla="*/ 0 h 100289"/>
                <a:gd name="csX5" fmla="*/ 0 w 27615"/>
                <a:gd name="csY5" fmla="*/ 0 h 100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100289">
                  <a:moveTo>
                    <a:pt x="0" y="0"/>
                  </a:moveTo>
                  <a:lnTo>
                    <a:pt x="0" y="100289"/>
                  </a:lnTo>
                  <a:lnTo>
                    <a:pt x="27616" y="100289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7" name="Freeform 4846">
              <a:extLst>
                <a:ext uri="{FF2B5EF4-FFF2-40B4-BE49-F238E27FC236}">
                  <a16:creationId xmlns:a16="http://schemas.microsoft.com/office/drawing/2014/main" id="{26456480-4D82-5199-F4B9-67E7F9F9FC3A}"/>
                </a:ext>
              </a:extLst>
            </p:cNvPr>
            <p:cNvSpPr/>
            <p:nvPr/>
          </p:nvSpPr>
          <p:spPr>
            <a:xfrm>
              <a:off x="4398493" y="4464701"/>
              <a:ext cx="27615" cy="100289"/>
            </a:xfrm>
            <a:custGeom>
              <a:avLst/>
              <a:gdLst>
                <a:gd name="csX0" fmla="*/ 0 w 27615"/>
                <a:gd name="csY0" fmla="*/ 0 h 100289"/>
                <a:gd name="csX1" fmla="*/ 0 w 27615"/>
                <a:gd name="csY1" fmla="*/ 100289 h 100289"/>
                <a:gd name="csX2" fmla="*/ 27616 w 27615"/>
                <a:gd name="csY2" fmla="*/ 100289 h 100289"/>
                <a:gd name="csX3" fmla="*/ 27616 w 27615"/>
                <a:gd name="csY3" fmla="*/ 0 h 100289"/>
                <a:gd name="csX4" fmla="*/ 0 w 27615"/>
                <a:gd name="csY4" fmla="*/ 0 h 100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100289">
                  <a:moveTo>
                    <a:pt x="0" y="0"/>
                  </a:moveTo>
                  <a:lnTo>
                    <a:pt x="0" y="100289"/>
                  </a:lnTo>
                  <a:lnTo>
                    <a:pt x="27616" y="100289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8" name="Freeform 4847">
              <a:extLst>
                <a:ext uri="{FF2B5EF4-FFF2-40B4-BE49-F238E27FC236}">
                  <a16:creationId xmlns:a16="http://schemas.microsoft.com/office/drawing/2014/main" id="{512793CF-4D15-84F3-DCE6-A3EA6BB4C66B}"/>
                </a:ext>
              </a:extLst>
            </p:cNvPr>
            <p:cNvSpPr/>
            <p:nvPr/>
          </p:nvSpPr>
          <p:spPr>
            <a:xfrm>
              <a:off x="4426109" y="4485982"/>
              <a:ext cx="27615" cy="79008"/>
            </a:xfrm>
            <a:custGeom>
              <a:avLst/>
              <a:gdLst>
                <a:gd name="csX0" fmla="*/ 0 w 27615"/>
                <a:gd name="csY0" fmla="*/ 0 h 79008"/>
                <a:gd name="csX1" fmla="*/ 0 w 27615"/>
                <a:gd name="csY1" fmla="*/ 79009 h 79008"/>
                <a:gd name="csX2" fmla="*/ 27616 w 27615"/>
                <a:gd name="csY2" fmla="*/ 79009 h 79008"/>
                <a:gd name="csX3" fmla="*/ 27616 w 27615"/>
                <a:gd name="csY3" fmla="*/ 0 h 79008"/>
                <a:gd name="csX4" fmla="*/ 0 w 27615"/>
                <a:gd name="csY4" fmla="*/ 0 h 79008"/>
                <a:gd name="csX5" fmla="*/ 0 w 27615"/>
                <a:gd name="csY5" fmla="*/ 0 h 79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5" h="79008">
                  <a:moveTo>
                    <a:pt x="0" y="0"/>
                  </a:moveTo>
                  <a:lnTo>
                    <a:pt x="0" y="79009"/>
                  </a:lnTo>
                  <a:lnTo>
                    <a:pt x="27616" y="79009"/>
                  </a:lnTo>
                  <a:lnTo>
                    <a:pt x="276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9" name="Freeform 4848">
              <a:extLst>
                <a:ext uri="{FF2B5EF4-FFF2-40B4-BE49-F238E27FC236}">
                  <a16:creationId xmlns:a16="http://schemas.microsoft.com/office/drawing/2014/main" id="{FCDFEF89-B576-4086-FBEE-3E4A579F9C8F}"/>
                </a:ext>
              </a:extLst>
            </p:cNvPr>
            <p:cNvSpPr/>
            <p:nvPr/>
          </p:nvSpPr>
          <p:spPr>
            <a:xfrm>
              <a:off x="4426109" y="4485982"/>
              <a:ext cx="27615" cy="79008"/>
            </a:xfrm>
            <a:custGeom>
              <a:avLst/>
              <a:gdLst>
                <a:gd name="csX0" fmla="*/ 0 w 27615"/>
                <a:gd name="csY0" fmla="*/ 0 h 79008"/>
                <a:gd name="csX1" fmla="*/ 0 w 27615"/>
                <a:gd name="csY1" fmla="*/ 79009 h 79008"/>
                <a:gd name="csX2" fmla="*/ 27616 w 27615"/>
                <a:gd name="csY2" fmla="*/ 79009 h 79008"/>
                <a:gd name="csX3" fmla="*/ 27616 w 27615"/>
                <a:gd name="csY3" fmla="*/ 0 h 79008"/>
                <a:gd name="csX4" fmla="*/ 0 w 27615"/>
                <a:gd name="csY4" fmla="*/ 0 h 79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5" h="79008">
                  <a:moveTo>
                    <a:pt x="0" y="0"/>
                  </a:moveTo>
                  <a:lnTo>
                    <a:pt x="0" y="79009"/>
                  </a:lnTo>
                  <a:lnTo>
                    <a:pt x="27616" y="79009"/>
                  </a:lnTo>
                  <a:lnTo>
                    <a:pt x="2761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0" name="Freeform 4849">
              <a:extLst>
                <a:ext uri="{FF2B5EF4-FFF2-40B4-BE49-F238E27FC236}">
                  <a16:creationId xmlns:a16="http://schemas.microsoft.com/office/drawing/2014/main" id="{445AE062-C555-4272-2432-1A1D15F24ED1}"/>
                </a:ext>
              </a:extLst>
            </p:cNvPr>
            <p:cNvSpPr/>
            <p:nvPr/>
          </p:nvSpPr>
          <p:spPr>
            <a:xfrm>
              <a:off x="4453725" y="4517885"/>
              <a:ext cx="27621" cy="47105"/>
            </a:xfrm>
            <a:custGeom>
              <a:avLst/>
              <a:gdLst>
                <a:gd name="csX0" fmla="*/ 0 w 27621"/>
                <a:gd name="csY0" fmla="*/ 0 h 47105"/>
                <a:gd name="csX1" fmla="*/ 0 w 27621"/>
                <a:gd name="csY1" fmla="*/ 47105 h 47105"/>
                <a:gd name="csX2" fmla="*/ 27622 w 27621"/>
                <a:gd name="csY2" fmla="*/ 47105 h 47105"/>
                <a:gd name="csX3" fmla="*/ 27622 w 27621"/>
                <a:gd name="csY3" fmla="*/ 0 h 47105"/>
                <a:gd name="csX4" fmla="*/ 0 w 27621"/>
                <a:gd name="csY4" fmla="*/ 0 h 47105"/>
                <a:gd name="csX5" fmla="*/ 0 w 27621"/>
                <a:gd name="csY5" fmla="*/ 0 h 47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1" h="47105">
                  <a:moveTo>
                    <a:pt x="0" y="0"/>
                  </a:moveTo>
                  <a:lnTo>
                    <a:pt x="0" y="47105"/>
                  </a:lnTo>
                  <a:lnTo>
                    <a:pt x="27622" y="47105"/>
                  </a:lnTo>
                  <a:lnTo>
                    <a:pt x="2762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1" name="Freeform 4850">
              <a:extLst>
                <a:ext uri="{FF2B5EF4-FFF2-40B4-BE49-F238E27FC236}">
                  <a16:creationId xmlns:a16="http://schemas.microsoft.com/office/drawing/2014/main" id="{10489B4B-CF9E-1BC1-517F-86BEFF5DF79B}"/>
                </a:ext>
              </a:extLst>
            </p:cNvPr>
            <p:cNvSpPr/>
            <p:nvPr/>
          </p:nvSpPr>
          <p:spPr>
            <a:xfrm>
              <a:off x="4453725" y="4517885"/>
              <a:ext cx="27621" cy="47105"/>
            </a:xfrm>
            <a:custGeom>
              <a:avLst/>
              <a:gdLst>
                <a:gd name="csX0" fmla="*/ 0 w 27621"/>
                <a:gd name="csY0" fmla="*/ 0 h 47105"/>
                <a:gd name="csX1" fmla="*/ 0 w 27621"/>
                <a:gd name="csY1" fmla="*/ 47105 h 47105"/>
                <a:gd name="csX2" fmla="*/ 27622 w 27621"/>
                <a:gd name="csY2" fmla="*/ 47105 h 47105"/>
                <a:gd name="csX3" fmla="*/ 27622 w 27621"/>
                <a:gd name="csY3" fmla="*/ 0 h 47105"/>
                <a:gd name="csX4" fmla="*/ 0 w 27621"/>
                <a:gd name="csY4" fmla="*/ 0 h 47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21" h="47105">
                  <a:moveTo>
                    <a:pt x="0" y="0"/>
                  </a:moveTo>
                  <a:lnTo>
                    <a:pt x="0" y="47105"/>
                  </a:lnTo>
                  <a:lnTo>
                    <a:pt x="27622" y="47105"/>
                  </a:lnTo>
                  <a:lnTo>
                    <a:pt x="2762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2" name="Freeform 4851">
              <a:extLst>
                <a:ext uri="{FF2B5EF4-FFF2-40B4-BE49-F238E27FC236}">
                  <a16:creationId xmlns:a16="http://schemas.microsoft.com/office/drawing/2014/main" id="{B1A21B44-9F5E-6922-C280-C72121337924}"/>
                </a:ext>
              </a:extLst>
            </p:cNvPr>
            <p:cNvSpPr/>
            <p:nvPr/>
          </p:nvSpPr>
          <p:spPr>
            <a:xfrm>
              <a:off x="4481346" y="4520931"/>
              <a:ext cx="27614" cy="44060"/>
            </a:xfrm>
            <a:custGeom>
              <a:avLst/>
              <a:gdLst>
                <a:gd name="csX0" fmla="*/ 0 w 27614"/>
                <a:gd name="csY0" fmla="*/ 0 h 44060"/>
                <a:gd name="csX1" fmla="*/ 0 w 27614"/>
                <a:gd name="csY1" fmla="*/ 44060 h 44060"/>
                <a:gd name="csX2" fmla="*/ 27615 w 27614"/>
                <a:gd name="csY2" fmla="*/ 44060 h 44060"/>
                <a:gd name="csX3" fmla="*/ 27615 w 27614"/>
                <a:gd name="csY3" fmla="*/ 0 h 44060"/>
                <a:gd name="csX4" fmla="*/ 0 w 27614"/>
                <a:gd name="csY4" fmla="*/ 0 h 44060"/>
                <a:gd name="csX5" fmla="*/ 0 w 27614"/>
                <a:gd name="csY5" fmla="*/ 0 h 44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44060">
                  <a:moveTo>
                    <a:pt x="0" y="0"/>
                  </a:moveTo>
                  <a:lnTo>
                    <a:pt x="0" y="44060"/>
                  </a:lnTo>
                  <a:lnTo>
                    <a:pt x="27615" y="4406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3" name="Freeform 4852">
              <a:extLst>
                <a:ext uri="{FF2B5EF4-FFF2-40B4-BE49-F238E27FC236}">
                  <a16:creationId xmlns:a16="http://schemas.microsoft.com/office/drawing/2014/main" id="{30807BD0-6E51-C04B-8E2E-209DC3E64A3A}"/>
                </a:ext>
              </a:extLst>
            </p:cNvPr>
            <p:cNvSpPr/>
            <p:nvPr/>
          </p:nvSpPr>
          <p:spPr>
            <a:xfrm>
              <a:off x="4481346" y="4520931"/>
              <a:ext cx="27614" cy="44060"/>
            </a:xfrm>
            <a:custGeom>
              <a:avLst/>
              <a:gdLst>
                <a:gd name="csX0" fmla="*/ 0 w 27614"/>
                <a:gd name="csY0" fmla="*/ 0 h 44060"/>
                <a:gd name="csX1" fmla="*/ 0 w 27614"/>
                <a:gd name="csY1" fmla="*/ 44060 h 44060"/>
                <a:gd name="csX2" fmla="*/ 27615 w 27614"/>
                <a:gd name="csY2" fmla="*/ 44060 h 44060"/>
                <a:gd name="csX3" fmla="*/ 27615 w 27614"/>
                <a:gd name="csY3" fmla="*/ 0 h 44060"/>
                <a:gd name="csX4" fmla="*/ 0 w 27614"/>
                <a:gd name="csY4" fmla="*/ 0 h 44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44060">
                  <a:moveTo>
                    <a:pt x="0" y="0"/>
                  </a:moveTo>
                  <a:lnTo>
                    <a:pt x="0" y="44060"/>
                  </a:lnTo>
                  <a:lnTo>
                    <a:pt x="27615" y="4406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4" name="Freeform 4853">
              <a:extLst>
                <a:ext uri="{FF2B5EF4-FFF2-40B4-BE49-F238E27FC236}">
                  <a16:creationId xmlns:a16="http://schemas.microsoft.com/office/drawing/2014/main" id="{040D487B-421D-2365-7C28-84A9D26ED4EC}"/>
                </a:ext>
              </a:extLst>
            </p:cNvPr>
            <p:cNvSpPr/>
            <p:nvPr/>
          </p:nvSpPr>
          <p:spPr>
            <a:xfrm>
              <a:off x="4508961" y="4536121"/>
              <a:ext cx="27614" cy="28869"/>
            </a:xfrm>
            <a:custGeom>
              <a:avLst/>
              <a:gdLst>
                <a:gd name="csX0" fmla="*/ 0 w 27614"/>
                <a:gd name="csY0" fmla="*/ 0 h 28869"/>
                <a:gd name="csX1" fmla="*/ 0 w 27614"/>
                <a:gd name="csY1" fmla="*/ 28870 h 28869"/>
                <a:gd name="csX2" fmla="*/ 27615 w 27614"/>
                <a:gd name="csY2" fmla="*/ 28870 h 28869"/>
                <a:gd name="csX3" fmla="*/ 27615 w 27614"/>
                <a:gd name="csY3" fmla="*/ 0 h 28869"/>
                <a:gd name="csX4" fmla="*/ 0 w 27614"/>
                <a:gd name="csY4" fmla="*/ 0 h 28869"/>
                <a:gd name="csX5" fmla="*/ 0 w 27614"/>
                <a:gd name="csY5" fmla="*/ 0 h 28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28869">
                  <a:moveTo>
                    <a:pt x="0" y="0"/>
                  </a:moveTo>
                  <a:lnTo>
                    <a:pt x="0" y="28870"/>
                  </a:lnTo>
                  <a:lnTo>
                    <a:pt x="27615" y="2887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5" name="Freeform 4854">
              <a:extLst>
                <a:ext uri="{FF2B5EF4-FFF2-40B4-BE49-F238E27FC236}">
                  <a16:creationId xmlns:a16="http://schemas.microsoft.com/office/drawing/2014/main" id="{B6AB25B1-CCAF-E962-8EF2-10737C48EA34}"/>
                </a:ext>
              </a:extLst>
            </p:cNvPr>
            <p:cNvSpPr/>
            <p:nvPr/>
          </p:nvSpPr>
          <p:spPr>
            <a:xfrm>
              <a:off x="4508961" y="4536121"/>
              <a:ext cx="27614" cy="28869"/>
            </a:xfrm>
            <a:custGeom>
              <a:avLst/>
              <a:gdLst>
                <a:gd name="csX0" fmla="*/ 0 w 27614"/>
                <a:gd name="csY0" fmla="*/ 0 h 28869"/>
                <a:gd name="csX1" fmla="*/ 0 w 27614"/>
                <a:gd name="csY1" fmla="*/ 28870 h 28869"/>
                <a:gd name="csX2" fmla="*/ 27615 w 27614"/>
                <a:gd name="csY2" fmla="*/ 28870 h 28869"/>
                <a:gd name="csX3" fmla="*/ 27615 w 27614"/>
                <a:gd name="csY3" fmla="*/ 0 h 28869"/>
                <a:gd name="csX4" fmla="*/ 0 w 27614"/>
                <a:gd name="csY4" fmla="*/ 0 h 28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28869">
                  <a:moveTo>
                    <a:pt x="0" y="0"/>
                  </a:moveTo>
                  <a:lnTo>
                    <a:pt x="0" y="28870"/>
                  </a:lnTo>
                  <a:lnTo>
                    <a:pt x="27615" y="2887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6" name="Freeform 4855">
              <a:extLst>
                <a:ext uri="{FF2B5EF4-FFF2-40B4-BE49-F238E27FC236}">
                  <a16:creationId xmlns:a16="http://schemas.microsoft.com/office/drawing/2014/main" id="{BD7079FB-8CB3-9D4D-9CA1-9181ED3F32E0}"/>
                </a:ext>
              </a:extLst>
            </p:cNvPr>
            <p:cNvSpPr/>
            <p:nvPr/>
          </p:nvSpPr>
          <p:spPr>
            <a:xfrm>
              <a:off x="4536576" y="4543722"/>
              <a:ext cx="27614" cy="21268"/>
            </a:xfrm>
            <a:custGeom>
              <a:avLst/>
              <a:gdLst>
                <a:gd name="csX0" fmla="*/ 0 w 27614"/>
                <a:gd name="csY0" fmla="*/ 0 h 21268"/>
                <a:gd name="csX1" fmla="*/ 0 w 27614"/>
                <a:gd name="csY1" fmla="*/ 21269 h 21268"/>
                <a:gd name="csX2" fmla="*/ 27615 w 27614"/>
                <a:gd name="csY2" fmla="*/ 21269 h 21268"/>
                <a:gd name="csX3" fmla="*/ 27615 w 27614"/>
                <a:gd name="csY3" fmla="*/ 0 h 21268"/>
                <a:gd name="csX4" fmla="*/ 0 w 27614"/>
                <a:gd name="csY4" fmla="*/ 0 h 21268"/>
                <a:gd name="csX5" fmla="*/ 0 w 27614"/>
                <a:gd name="csY5" fmla="*/ 0 h 21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21268">
                  <a:moveTo>
                    <a:pt x="0" y="0"/>
                  </a:moveTo>
                  <a:lnTo>
                    <a:pt x="0" y="21269"/>
                  </a:lnTo>
                  <a:lnTo>
                    <a:pt x="27615" y="21269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7" name="Freeform 4856">
              <a:extLst>
                <a:ext uri="{FF2B5EF4-FFF2-40B4-BE49-F238E27FC236}">
                  <a16:creationId xmlns:a16="http://schemas.microsoft.com/office/drawing/2014/main" id="{2AAF9775-56BE-CA4A-FDFC-FD28161BD05F}"/>
                </a:ext>
              </a:extLst>
            </p:cNvPr>
            <p:cNvSpPr/>
            <p:nvPr/>
          </p:nvSpPr>
          <p:spPr>
            <a:xfrm>
              <a:off x="4536576" y="4543722"/>
              <a:ext cx="27614" cy="21268"/>
            </a:xfrm>
            <a:custGeom>
              <a:avLst/>
              <a:gdLst>
                <a:gd name="csX0" fmla="*/ 0 w 27614"/>
                <a:gd name="csY0" fmla="*/ 0 h 21268"/>
                <a:gd name="csX1" fmla="*/ 0 w 27614"/>
                <a:gd name="csY1" fmla="*/ 21269 h 21268"/>
                <a:gd name="csX2" fmla="*/ 27615 w 27614"/>
                <a:gd name="csY2" fmla="*/ 21269 h 21268"/>
                <a:gd name="csX3" fmla="*/ 27615 w 27614"/>
                <a:gd name="csY3" fmla="*/ 0 h 21268"/>
                <a:gd name="csX4" fmla="*/ 0 w 27614"/>
                <a:gd name="csY4" fmla="*/ 0 h 21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21268">
                  <a:moveTo>
                    <a:pt x="0" y="0"/>
                  </a:moveTo>
                  <a:lnTo>
                    <a:pt x="0" y="21269"/>
                  </a:lnTo>
                  <a:lnTo>
                    <a:pt x="27615" y="21269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8" name="Freeform 4857">
              <a:extLst>
                <a:ext uri="{FF2B5EF4-FFF2-40B4-BE49-F238E27FC236}">
                  <a16:creationId xmlns:a16="http://schemas.microsoft.com/office/drawing/2014/main" id="{9E64E386-15F2-C913-D8FC-5A375C6E4AF3}"/>
                </a:ext>
              </a:extLst>
            </p:cNvPr>
            <p:cNvSpPr/>
            <p:nvPr/>
          </p:nvSpPr>
          <p:spPr>
            <a:xfrm>
              <a:off x="4564191" y="4534598"/>
              <a:ext cx="27614" cy="30392"/>
            </a:xfrm>
            <a:custGeom>
              <a:avLst/>
              <a:gdLst>
                <a:gd name="csX0" fmla="*/ 0 w 27614"/>
                <a:gd name="csY0" fmla="*/ 0 h 30392"/>
                <a:gd name="csX1" fmla="*/ 0 w 27614"/>
                <a:gd name="csY1" fmla="*/ 30393 h 30392"/>
                <a:gd name="csX2" fmla="*/ 27615 w 27614"/>
                <a:gd name="csY2" fmla="*/ 30393 h 30392"/>
                <a:gd name="csX3" fmla="*/ 27615 w 27614"/>
                <a:gd name="csY3" fmla="*/ 0 h 30392"/>
                <a:gd name="csX4" fmla="*/ 0 w 27614"/>
                <a:gd name="csY4" fmla="*/ 0 h 30392"/>
                <a:gd name="csX5" fmla="*/ 0 w 27614"/>
                <a:gd name="csY5" fmla="*/ 0 h 30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92">
                  <a:moveTo>
                    <a:pt x="0" y="0"/>
                  </a:moveTo>
                  <a:lnTo>
                    <a:pt x="0" y="30393"/>
                  </a:lnTo>
                  <a:lnTo>
                    <a:pt x="27615" y="3039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9" name="Freeform 4858">
              <a:extLst>
                <a:ext uri="{FF2B5EF4-FFF2-40B4-BE49-F238E27FC236}">
                  <a16:creationId xmlns:a16="http://schemas.microsoft.com/office/drawing/2014/main" id="{38001320-C136-1797-E36B-3D59585C700C}"/>
                </a:ext>
              </a:extLst>
            </p:cNvPr>
            <p:cNvSpPr/>
            <p:nvPr/>
          </p:nvSpPr>
          <p:spPr>
            <a:xfrm>
              <a:off x="4564191" y="4534598"/>
              <a:ext cx="27614" cy="30392"/>
            </a:xfrm>
            <a:custGeom>
              <a:avLst/>
              <a:gdLst>
                <a:gd name="csX0" fmla="*/ 0 w 27614"/>
                <a:gd name="csY0" fmla="*/ 0 h 30392"/>
                <a:gd name="csX1" fmla="*/ 0 w 27614"/>
                <a:gd name="csY1" fmla="*/ 30393 h 30392"/>
                <a:gd name="csX2" fmla="*/ 27615 w 27614"/>
                <a:gd name="csY2" fmla="*/ 30393 h 30392"/>
                <a:gd name="csX3" fmla="*/ 27615 w 27614"/>
                <a:gd name="csY3" fmla="*/ 0 h 30392"/>
                <a:gd name="csX4" fmla="*/ 0 w 27614"/>
                <a:gd name="csY4" fmla="*/ 0 h 30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92">
                  <a:moveTo>
                    <a:pt x="0" y="0"/>
                  </a:moveTo>
                  <a:lnTo>
                    <a:pt x="0" y="30393"/>
                  </a:lnTo>
                  <a:lnTo>
                    <a:pt x="27615" y="3039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0" name="Freeform 4859">
              <a:extLst>
                <a:ext uri="{FF2B5EF4-FFF2-40B4-BE49-F238E27FC236}">
                  <a16:creationId xmlns:a16="http://schemas.microsoft.com/office/drawing/2014/main" id="{5E04946E-2A3B-C9B8-9E92-E6E80CE6BC0D}"/>
                </a:ext>
              </a:extLst>
            </p:cNvPr>
            <p:cNvSpPr/>
            <p:nvPr/>
          </p:nvSpPr>
          <p:spPr>
            <a:xfrm>
              <a:off x="4591805" y="4546755"/>
              <a:ext cx="27614" cy="18235"/>
            </a:xfrm>
            <a:custGeom>
              <a:avLst/>
              <a:gdLst>
                <a:gd name="csX0" fmla="*/ 0 w 27614"/>
                <a:gd name="csY0" fmla="*/ 0 h 18235"/>
                <a:gd name="csX1" fmla="*/ 0 w 27614"/>
                <a:gd name="csY1" fmla="*/ 18236 h 18235"/>
                <a:gd name="csX2" fmla="*/ 27615 w 27614"/>
                <a:gd name="csY2" fmla="*/ 18236 h 18235"/>
                <a:gd name="csX3" fmla="*/ 27615 w 27614"/>
                <a:gd name="csY3" fmla="*/ 0 h 18235"/>
                <a:gd name="csX4" fmla="*/ 0 w 27614"/>
                <a:gd name="csY4" fmla="*/ 0 h 18235"/>
                <a:gd name="csX5" fmla="*/ 0 w 27614"/>
                <a:gd name="csY5" fmla="*/ 0 h 18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8235">
                  <a:moveTo>
                    <a:pt x="0" y="0"/>
                  </a:moveTo>
                  <a:lnTo>
                    <a:pt x="0" y="18236"/>
                  </a:lnTo>
                  <a:lnTo>
                    <a:pt x="27615" y="18236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1" name="Freeform 4860">
              <a:extLst>
                <a:ext uri="{FF2B5EF4-FFF2-40B4-BE49-F238E27FC236}">
                  <a16:creationId xmlns:a16="http://schemas.microsoft.com/office/drawing/2014/main" id="{5699CF7B-C699-DC87-6356-1E9D4DE756ED}"/>
                </a:ext>
              </a:extLst>
            </p:cNvPr>
            <p:cNvSpPr/>
            <p:nvPr/>
          </p:nvSpPr>
          <p:spPr>
            <a:xfrm>
              <a:off x="4591805" y="4546755"/>
              <a:ext cx="27614" cy="18235"/>
            </a:xfrm>
            <a:custGeom>
              <a:avLst/>
              <a:gdLst>
                <a:gd name="csX0" fmla="*/ 0 w 27614"/>
                <a:gd name="csY0" fmla="*/ 0 h 18235"/>
                <a:gd name="csX1" fmla="*/ 0 w 27614"/>
                <a:gd name="csY1" fmla="*/ 18236 h 18235"/>
                <a:gd name="csX2" fmla="*/ 27615 w 27614"/>
                <a:gd name="csY2" fmla="*/ 18236 h 18235"/>
                <a:gd name="csX3" fmla="*/ 27615 w 27614"/>
                <a:gd name="csY3" fmla="*/ 0 h 18235"/>
                <a:gd name="csX4" fmla="*/ 0 w 27614"/>
                <a:gd name="csY4" fmla="*/ 0 h 18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8235">
                  <a:moveTo>
                    <a:pt x="0" y="0"/>
                  </a:moveTo>
                  <a:lnTo>
                    <a:pt x="0" y="18236"/>
                  </a:lnTo>
                  <a:lnTo>
                    <a:pt x="27615" y="18236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2" name="Freeform 4861">
              <a:extLst>
                <a:ext uri="{FF2B5EF4-FFF2-40B4-BE49-F238E27FC236}">
                  <a16:creationId xmlns:a16="http://schemas.microsoft.com/office/drawing/2014/main" id="{CBDDF680-D648-FE71-E04D-0E6332FFEEA2}"/>
                </a:ext>
              </a:extLst>
            </p:cNvPr>
            <p:cNvSpPr/>
            <p:nvPr/>
          </p:nvSpPr>
          <p:spPr>
            <a:xfrm>
              <a:off x="4619420" y="4555879"/>
              <a:ext cx="27614" cy="9111"/>
            </a:xfrm>
            <a:custGeom>
              <a:avLst/>
              <a:gdLst>
                <a:gd name="csX0" fmla="*/ 0 w 27614"/>
                <a:gd name="csY0" fmla="*/ 0 h 9111"/>
                <a:gd name="csX1" fmla="*/ 0 w 27614"/>
                <a:gd name="csY1" fmla="*/ 9112 h 9111"/>
                <a:gd name="csX2" fmla="*/ 27615 w 27614"/>
                <a:gd name="csY2" fmla="*/ 9112 h 9111"/>
                <a:gd name="csX3" fmla="*/ 27615 w 27614"/>
                <a:gd name="csY3" fmla="*/ 0 h 9111"/>
                <a:gd name="csX4" fmla="*/ 0 w 27614"/>
                <a:gd name="csY4" fmla="*/ 0 h 9111"/>
                <a:gd name="csX5" fmla="*/ 0 w 27614"/>
                <a:gd name="csY5" fmla="*/ 0 h 9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9111">
                  <a:moveTo>
                    <a:pt x="0" y="0"/>
                  </a:moveTo>
                  <a:lnTo>
                    <a:pt x="0" y="9112"/>
                  </a:lnTo>
                  <a:lnTo>
                    <a:pt x="27615" y="9112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3" name="Freeform 4862">
              <a:extLst>
                <a:ext uri="{FF2B5EF4-FFF2-40B4-BE49-F238E27FC236}">
                  <a16:creationId xmlns:a16="http://schemas.microsoft.com/office/drawing/2014/main" id="{C96AC958-AC2F-5331-4228-0290D223E590}"/>
                </a:ext>
              </a:extLst>
            </p:cNvPr>
            <p:cNvSpPr/>
            <p:nvPr/>
          </p:nvSpPr>
          <p:spPr>
            <a:xfrm>
              <a:off x="4619420" y="4555879"/>
              <a:ext cx="27614" cy="9111"/>
            </a:xfrm>
            <a:custGeom>
              <a:avLst/>
              <a:gdLst>
                <a:gd name="csX0" fmla="*/ 0 w 27614"/>
                <a:gd name="csY0" fmla="*/ 0 h 9111"/>
                <a:gd name="csX1" fmla="*/ 0 w 27614"/>
                <a:gd name="csY1" fmla="*/ 9112 h 9111"/>
                <a:gd name="csX2" fmla="*/ 27615 w 27614"/>
                <a:gd name="csY2" fmla="*/ 9112 h 9111"/>
                <a:gd name="csX3" fmla="*/ 27615 w 27614"/>
                <a:gd name="csY3" fmla="*/ 0 h 9111"/>
                <a:gd name="csX4" fmla="*/ 0 w 27614"/>
                <a:gd name="csY4" fmla="*/ 0 h 9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9111">
                  <a:moveTo>
                    <a:pt x="0" y="0"/>
                  </a:moveTo>
                  <a:lnTo>
                    <a:pt x="0" y="9112"/>
                  </a:lnTo>
                  <a:lnTo>
                    <a:pt x="27615" y="9112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4" name="Freeform 4863">
              <a:extLst>
                <a:ext uri="{FF2B5EF4-FFF2-40B4-BE49-F238E27FC236}">
                  <a16:creationId xmlns:a16="http://schemas.microsoft.com/office/drawing/2014/main" id="{C50D0484-C076-3132-1F96-24D19F1D5282}"/>
                </a:ext>
              </a:extLst>
            </p:cNvPr>
            <p:cNvSpPr/>
            <p:nvPr/>
          </p:nvSpPr>
          <p:spPr>
            <a:xfrm>
              <a:off x="4647035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  <a:gd name="csX5" fmla="*/ 0 w 27614"/>
                <a:gd name="csY5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5" name="Freeform 4864">
              <a:extLst>
                <a:ext uri="{FF2B5EF4-FFF2-40B4-BE49-F238E27FC236}">
                  <a16:creationId xmlns:a16="http://schemas.microsoft.com/office/drawing/2014/main" id="{F20C9533-8B1E-4F54-20EA-74E6F3FFFDFE}"/>
                </a:ext>
              </a:extLst>
            </p:cNvPr>
            <p:cNvSpPr/>
            <p:nvPr/>
          </p:nvSpPr>
          <p:spPr>
            <a:xfrm>
              <a:off x="4647035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6" name="Freeform 4865">
              <a:extLst>
                <a:ext uri="{FF2B5EF4-FFF2-40B4-BE49-F238E27FC236}">
                  <a16:creationId xmlns:a16="http://schemas.microsoft.com/office/drawing/2014/main" id="{B16E9504-7EC8-3F5E-84DD-85563E915C5B}"/>
                </a:ext>
              </a:extLst>
            </p:cNvPr>
            <p:cNvSpPr/>
            <p:nvPr/>
          </p:nvSpPr>
          <p:spPr>
            <a:xfrm>
              <a:off x="4674650" y="4555879"/>
              <a:ext cx="27626" cy="9111"/>
            </a:xfrm>
            <a:custGeom>
              <a:avLst/>
              <a:gdLst>
                <a:gd name="csX0" fmla="*/ 0 w 27626"/>
                <a:gd name="csY0" fmla="*/ 0 h 9111"/>
                <a:gd name="csX1" fmla="*/ 0 w 27626"/>
                <a:gd name="csY1" fmla="*/ 9112 h 9111"/>
                <a:gd name="csX2" fmla="*/ 27626 w 27626"/>
                <a:gd name="csY2" fmla="*/ 9112 h 9111"/>
                <a:gd name="csX3" fmla="*/ 27626 w 27626"/>
                <a:gd name="csY3" fmla="*/ 0 h 9111"/>
                <a:gd name="csX4" fmla="*/ 0 w 27626"/>
                <a:gd name="csY4" fmla="*/ 0 h 9111"/>
                <a:gd name="csX5" fmla="*/ 0 w 27626"/>
                <a:gd name="csY5" fmla="*/ 0 h 9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9111">
                  <a:moveTo>
                    <a:pt x="0" y="0"/>
                  </a:moveTo>
                  <a:lnTo>
                    <a:pt x="0" y="9112"/>
                  </a:lnTo>
                  <a:lnTo>
                    <a:pt x="27626" y="9112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7" name="Freeform 4866">
              <a:extLst>
                <a:ext uri="{FF2B5EF4-FFF2-40B4-BE49-F238E27FC236}">
                  <a16:creationId xmlns:a16="http://schemas.microsoft.com/office/drawing/2014/main" id="{A8AC6E9E-AC4A-B325-BB52-B4C90627E4FB}"/>
                </a:ext>
              </a:extLst>
            </p:cNvPr>
            <p:cNvSpPr/>
            <p:nvPr/>
          </p:nvSpPr>
          <p:spPr>
            <a:xfrm>
              <a:off x="4674650" y="4555879"/>
              <a:ext cx="27626" cy="9111"/>
            </a:xfrm>
            <a:custGeom>
              <a:avLst/>
              <a:gdLst>
                <a:gd name="csX0" fmla="*/ 0 w 27626"/>
                <a:gd name="csY0" fmla="*/ 0 h 9111"/>
                <a:gd name="csX1" fmla="*/ 0 w 27626"/>
                <a:gd name="csY1" fmla="*/ 9112 h 9111"/>
                <a:gd name="csX2" fmla="*/ 27626 w 27626"/>
                <a:gd name="csY2" fmla="*/ 9112 h 9111"/>
                <a:gd name="csX3" fmla="*/ 27626 w 27626"/>
                <a:gd name="csY3" fmla="*/ 0 h 9111"/>
                <a:gd name="csX4" fmla="*/ 0 w 27626"/>
                <a:gd name="csY4" fmla="*/ 0 h 9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26" h="9111">
                  <a:moveTo>
                    <a:pt x="0" y="0"/>
                  </a:moveTo>
                  <a:lnTo>
                    <a:pt x="0" y="9112"/>
                  </a:lnTo>
                  <a:lnTo>
                    <a:pt x="27626" y="9112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8" name="Freeform 4867">
              <a:extLst>
                <a:ext uri="{FF2B5EF4-FFF2-40B4-BE49-F238E27FC236}">
                  <a16:creationId xmlns:a16="http://schemas.microsoft.com/office/drawing/2014/main" id="{BA09AD0D-58B0-2AD8-06AF-6F16368CD032}"/>
                </a:ext>
              </a:extLst>
            </p:cNvPr>
            <p:cNvSpPr/>
            <p:nvPr/>
          </p:nvSpPr>
          <p:spPr>
            <a:xfrm>
              <a:off x="4702276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  <a:gd name="csX5" fmla="*/ 0 w 27614"/>
                <a:gd name="csY5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9" name="Freeform 4868">
              <a:extLst>
                <a:ext uri="{FF2B5EF4-FFF2-40B4-BE49-F238E27FC236}">
                  <a16:creationId xmlns:a16="http://schemas.microsoft.com/office/drawing/2014/main" id="{ED26A0FF-ED23-62EA-89A4-A04DE0361E62}"/>
                </a:ext>
              </a:extLst>
            </p:cNvPr>
            <p:cNvSpPr/>
            <p:nvPr/>
          </p:nvSpPr>
          <p:spPr>
            <a:xfrm>
              <a:off x="4702276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0" name="Freeform 4869">
              <a:extLst>
                <a:ext uri="{FF2B5EF4-FFF2-40B4-BE49-F238E27FC236}">
                  <a16:creationId xmlns:a16="http://schemas.microsoft.com/office/drawing/2014/main" id="{71C431EB-3972-1AD7-473F-9717CF595B19}"/>
                </a:ext>
              </a:extLst>
            </p:cNvPr>
            <p:cNvSpPr/>
            <p:nvPr/>
          </p:nvSpPr>
          <p:spPr>
            <a:xfrm>
              <a:off x="4729891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1" name="Freeform 4870">
              <a:extLst>
                <a:ext uri="{FF2B5EF4-FFF2-40B4-BE49-F238E27FC236}">
                  <a16:creationId xmlns:a16="http://schemas.microsoft.com/office/drawing/2014/main" id="{4E51D6AD-8C50-F397-288B-C4484391570C}"/>
                </a:ext>
              </a:extLst>
            </p:cNvPr>
            <p:cNvSpPr/>
            <p:nvPr/>
          </p:nvSpPr>
          <p:spPr>
            <a:xfrm>
              <a:off x="4729891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2" name="Freeform 4871">
              <a:extLst>
                <a:ext uri="{FF2B5EF4-FFF2-40B4-BE49-F238E27FC236}">
                  <a16:creationId xmlns:a16="http://schemas.microsoft.com/office/drawing/2014/main" id="{1EB67E54-5161-F43B-A285-1747AC5D260C}"/>
                </a:ext>
              </a:extLst>
            </p:cNvPr>
            <p:cNvSpPr/>
            <p:nvPr/>
          </p:nvSpPr>
          <p:spPr>
            <a:xfrm>
              <a:off x="4757506" y="4557390"/>
              <a:ext cx="27614" cy="7601"/>
            </a:xfrm>
            <a:custGeom>
              <a:avLst/>
              <a:gdLst>
                <a:gd name="csX0" fmla="*/ 0 w 27614"/>
                <a:gd name="csY0" fmla="*/ 0 h 7601"/>
                <a:gd name="csX1" fmla="*/ 0 w 27614"/>
                <a:gd name="csY1" fmla="*/ 7601 h 7601"/>
                <a:gd name="csX2" fmla="*/ 27615 w 27614"/>
                <a:gd name="csY2" fmla="*/ 7601 h 7601"/>
                <a:gd name="csX3" fmla="*/ 27615 w 27614"/>
                <a:gd name="csY3" fmla="*/ 0 h 7601"/>
                <a:gd name="csX4" fmla="*/ 0 w 27614"/>
                <a:gd name="csY4" fmla="*/ 0 h 7601"/>
                <a:gd name="csX5" fmla="*/ 0 w 27614"/>
                <a:gd name="csY5" fmla="*/ 0 h 7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7601">
                  <a:moveTo>
                    <a:pt x="0" y="0"/>
                  </a:moveTo>
                  <a:lnTo>
                    <a:pt x="0" y="7601"/>
                  </a:lnTo>
                  <a:lnTo>
                    <a:pt x="27615" y="7601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3" name="Freeform 4872">
              <a:extLst>
                <a:ext uri="{FF2B5EF4-FFF2-40B4-BE49-F238E27FC236}">
                  <a16:creationId xmlns:a16="http://schemas.microsoft.com/office/drawing/2014/main" id="{CB718BCD-3116-67A9-A069-E248434E777E}"/>
                </a:ext>
              </a:extLst>
            </p:cNvPr>
            <p:cNvSpPr/>
            <p:nvPr/>
          </p:nvSpPr>
          <p:spPr>
            <a:xfrm>
              <a:off x="4757506" y="4557390"/>
              <a:ext cx="27614" cy="7601"/>
            </a:xfrm>
            <a:custGeom>
              <a:avLst/>
              <a:gdLst>
                <a:gd name="csX0" fmla="*/ 0 w 27614"/>
                <a:gd name="csY0" fmla="*/ 0 h 7601"/>
                <a:gd name="csX1" fmla="*/ 0 w 27614"/>
                <a:gd name="csY1" fmla="*/ 7601 h 7601"/>
                <a:gd name="csX2" fmla="*/ 27615 w 27614"/>
                <a:gd name="csY2" fmla="*/ 7601 h 7601"/>
                <a:gd name="csX3" fmla="*/ 27615 w 27614"/>
                <a:gd name="csY3" fmla="*/ 0 h 7601"/>
                <a:gd name="csX4" fmla="*/ 0 w 27614"/>
                <a:gd name="csY4" fmla="*/ 0 h 76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7601">
                  <a:moveTo>
                    <a:pt x="0" y="0"/>
                  </a:moveTo>
                  <a:lnTo>
                    <a:pt x="0" y="7601"/>
                  </a:lnTo>
                  <a:lnTo>
                    <a:pt x="27615" y="7601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4" name="Freeform 4873">
              <a:extLst>
                <a:ext uri="{FF2B5EF4-FFF2-40B4-BE49-F238E27FC236}">
                  <a16:creationId xmlns:a16="http://schemas.microsoft.com/office/drawing/2014/main" id="{7386F014-055C-BF26-A9BA-AC9CFA61CE8E}"/>
                </a:ext>
              </a:extLst>
            </p:cNvPr>
            <p:cNvSpPr/>
            <p:nvPr/>
          </p:nvSpPr>
          <p:spPr>
            <a:xfrm>
              <a:off x="4785120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5" name="Freeform 4874">
              <a:extLst>
                <a:ext uri="{FF2B5EF4-FFF2-40B4-BE49-F238E27FC236}">
                  <a16:creationId xmlns:a16="http://schemas.microsoft.com/office/drawing/2014/main" id="{3D480DF4-AA33-7FED-F5DF-2B62B2D2E605}"/>
                </a:ext>
              </a:extLst>
            </p:cNvPr>
            <p:cNvSpPr/>
            <p:nvPr/>
          </p:nvSpPr>
          <p:spPr>
            <a:xfrm>
              <a:off x="4785120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6" name="Freeform 4875">
              <a:extLst>
                <a:ext uri="{FF2B5EF4-FFF2-40B4-BE49-F238E27FC236}">
                  <a16:creationId xmlns:a16="http://schemas.microsoft.com/office/drawing/2014/main" id="{407BF3B1-A3E4-CAFB-CFD4-E9ACFAAA6555}"/>
                </a:ext>
              </a:extLst>
            </p:cNvPr>
            <p:cNvSpPr/>
            <p:nvPr/>
          </p:nvSpPr>
          <p:spPr>
            <a:xfrm>
              <a:off x="4812735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7" name="Freeform 4876">
              <a:extLst>
                <a:ext uri="{FF2B5EF4-FFF2-40B4-BE49-F238E27FC236}">
                  <a16:creationId xmlns:a16="http://schemas.microsoft.com/office/drawing/2014/main" id="{666E935F-DA46-F1C2-F83F-C0215CB8CF67}"/>
                </a:ext>
              </a:extLst>
            </p:cNvPr>
            <p:cNvSpPr/>
            <p:nvPr/>
          </p:nvSpPr>
          <p:spPr>
            <a:xfrm>
              <a:off x="4812735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8" name="Freeform 4877">
              <a:extLst>
                <a:ext uri="{FF2B5EF4-FFF2-40B4-BE49-F238E27FC236}">
                  <a16:creationId xmlns:a16="http://schemas.microsoft.com/office/drawing/2014/main" id="{E8FCB122-D5CD-D8DA-F875-452098E026C6}"/>
                </a:ext>
              </a:extLst>
            </p:cNvPr>
            <p:cNvSpPr/>
            <p:nvPr/>
          </p:nvSpPr>
          <p:spPr>
            <a:xfrm>
              <a:off x="4840350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  <a:gd name="csX5" fmla="*/ 0 w 27614"/>
                <a:gd name="csY5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9" name="Freeform 4878">
              <a:extLst>
                <a:ext uri="{FF2B5EF4-FFF2-40B4-BE49-F238E27FC236}">
                  <a16:creationId xmlns:a16="http://schemas.microsoft.com/office/drawing/2014/main" id="{F9CA734F-CDD1-B9EF-CC13-B1594762CE8D}"/>
                </a:ext>
              </a:extLst>
            </p:cNvPr>
            <p:cNvSpPr/>
            <p:nvPr/>
          </p:nvSpPr>
          <p:spPr>
            <a:xfrm>
              <a:off x="4840350" y="4560435"/>
              <a:ext cx="27614" cy="4556"/>
            </a:xfrm>
            <a:custGeom>
              <a:avLst/>
              <a:gdLst>
                <a:gd name="csX0" fmla="*/ 0 w 27614"/>
                <a:gd name="csY0" fmla="*/ 0 h 4556"/>
                <a:gd name="csX1" fmla="*/ 0 w 27614"/>
                <a:gd name="csY1" fmla="*/ 4556 h 4556"/>
                <a:gd name="csX2" fmla="*/ 27615 w 27614"/>
                <a:gd name="csY2" fmla="*/ 4556 h 4556"/>
                <a:gd name="csX3" fmla="*/ 27615 w 27614"/>
                <a:gd name="csY3" fmla="*/ 0 h 4556"/>
                <a:gd name="csX4" fmla="*/ 0 w 27614"/>
                <a:gd name="csY4" fmla="*/ 0 h 45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4556">
                  <a:moveTo>
                    <a:pt x="0" y="0"/>
                  </a:moveTo>
                  <a:lnTo>
                    <a:pt x="0" y="4556"/>
                  </a:lnTo>
                  <a:lnTo>
                    <a:pt x="27615" y="4556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0" name="Freeform 4879">
              <a:extLst>
                <a:ext uri="{FF2B5EF4-FFF2-40B4-BE49-F238E27FC236}">
                  <a16:creationId xmlns:a16="http://schemas.microsoft.com/office/drawing/2014/main" id="{36F38F7E-CD22-6766-6EF2-33312D14ECF7}"/>
                </a:ext>
              </a:extLst>
            </p:cNvPr>
            <p:cNvSpPr/>
            <p:nvPr/>
          </p:nvSpPr>
          <p:spPr>
            <a:xfrm>
              <a:off x="4867965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1" name="Freeform 4880">
              <a:extLst>
                <a:ext uri="{FF2B5EF4-FFF2-40B4-BE49-F238E27FC236}">
                  <a16:creationId xmlns:a16="http://schemas.microsoft.com/office/drawing/2014/main" id="{4B83940A-AF04-4208-4B11-885AB408DA91}"/>
                </a:ext>
              </a:extLst>
            </p:cNvPr>
            <p:cNvSpPr/>
            <p:nvPr/>
          </p:nvSpPr>
          <p:spPr>
            <a:xfrm>
              <a:off x="4867965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2" name="Freeform 4881">
              <a:extLst>
                <a:ext uri="{FF2B5EF4-FFF2-40B4-BE49-F238E27FC236}">
                  <a16:creationId xmlns:a16="http://schemas.microsoft.com/office/drawing/2014/main" id="{A59FE7C4-3E4B-92D8-BE0F-4D36B08EB8CE}"/>
                </a:ext>
              </a:extLst>
            </p:cNvPr>
            <p:cNvSpPr/>
            <p:nvPr/>
          </p:nvSpPr>
          <p:spPr>
            <a:xfrm>
              <a:off x="4895579" y="4563468"/>
              <a:ext cx="27626" cy="1522"/>
            </a:xfrm>
            <a:custGeom>
              <a:avLst/>
              <a:gdLst>
                <a:gd name="csX0" fmla="*/ 0 w 27626"/>
                <a:gd name="csY0" fmla="*/ 0 h 1522"/>
                <a:gd name="csX1" fmla="*/ 0 w 27626"/>
                <a:gd name="csY1" fmla="*/ 1523 h 1522"/>
                <a:gd name="csX2" fmla="*/ 27626 w 27626"/>
                <a:gd name="csY2" fmla="*/ 1523 h 1522"/>
                <a:gd name="csX3" fmla="*/ 27626 w 27626"/>
                <a:gd name="csY3" fmla="*/ 0 h 1522"/>
                <a:gd name="csX4" fmla="*/ 0 w 27626"/>
                <a:gd name="csY4" fmla="*/ 0 h 1522"/>
                <a:gd name="csX5" fmla="*/ 0 w 27626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1522">
                  <a:moveTo>
                    <a:pt x="0" y="0"/>
                  </a:moveTo>
                  <a:lnTo>
                    <a:pt x="0" y="1523"/>
                  </a:lnTo>
                  <a:lnTo>
                    <a:pt x="27626" y="1523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3" name="Freeform 4882">
              <a:extLst>
                <a:ext uri="{FF2B5EF4-FFF2-40B4-BE49-F238E27FC236}">
                  <a16:creationId xmlns:a16="http://schemas.microsoft.com/office/drawing/2014/main" id="{7B8E3CF9-1155-F5B4-A612-6E3E6938F02B}"/>
                </a:ext>
              </a:extLst>
            </p:cNvPr>
            <p:cNvSpPr/>
            <p:nvPr/>
          </p:nvSpPr>
          <p:spPr>
            <a:xfrm>
              <a:off x="4895579" y="4563468"/>
              <a:ext cx="27626" cy="1522"/>
            </a:xfrm>
            <a:custGeom>
              <a:avLst/>
              <a:gdLst>
                <a:gd name="csX0" fmla="*/ 0 w 27626"/>
                <a:gd name="csY0" fmla="*/ 0 h 1522"/>
                <a:gd name="csX1" fmla="*/ 0 w 27626"/>
                <a:gd name="csY1" fmla="*/ 1523 h 1522"/>
                <a:gd name="csX2" fmla="*/ 27626 w 27626"/>
                <a:gd name="csY2" fmla="*/ 1523 h 1522"/>
                <a:gd name="csX3" fmla="*/ 27626 w 27626"/>
                <a:gd name="csY3" fmla="*/ 0 h 1522"/>
                <a:gd name="csX4" fmla="*/ 0 w 27626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26" h="1522">
                  <a:moveTo>
                    <a:pt x="0" y="0"/>
                  </a:moveTo>
                  <a:lnTo>
                    <a:pt x="0" y="1523"/>
                  </a:lnTo>
                  <a:lnTo>
                    <a:pt x="27626" y="1523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4" name="Freeform 4883">
              <a:extLst>
                <a:ext uri="{FF2B5EF4-FFF2-40B4-BE49-F238E27FC236}">
                  <a16:creationId xmlns:a16="http://schemas.microsoft.com/office/drawing/2014/main" id="{190ED3E2-C015-059A-9877-530DCC45BC2C}"/>
                </a:ext>
              </a:extLst>
            </p:cNvPr>
            <p:cNvSpPr/>
            <p:nvPr/>
          </p:nvSpPr>
          <p:spPr>
            <a:xfrm>
              <a:off x="4923206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  <a:gd name="csX5" fmla="*/ 0 w 27614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5" name="Freeform 4884">
              <a:extLst>
                <a:ext uri="{FF2B5EF4-FFF2-40B4-BE49-F238E27FC236}">
                  <a16:creationId xmlns:a16="http://schemas.microsoft.com/office/drawing/2014/main" id="{4F2C4062-5755-453D-B90A-6386F4D803E2}"/>
                </a:ext>
              </a:extLst>
            </p:cNvPr>
            <p:cNvSpPr/>
            <p:nvPr/>
          </p:nvSpPr>
          <p:spPr>
            <a:xfrm>
              <a:off x="4923206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6" name="Freeform 4885">
              <a:extLst>
                <a:ext uri="{FF2B5EF4-FFF2-40B4-BE49-F238E27FC236}">
                  <a16:creationId xmlns:a16="http://schemas.microsoft.com/office/drawing/2014/main" id="{DB9685B0-3F12-8076-D277-D05E21609B9F}"/>
                </a:ext>
              </a:extLst>
            </p:cNvPr>
            <p:cNvSpPr/>
            <p:nvPr/>
          </p:nvSpPr>
          <p:spPr>
            <a:xfrm>
              <a:off x="4950820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  <a:gd name="csX5" fmla="*/ 0 w 27614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7" name="Freeform 4886">
              <a:extLst>
                <a:ext uri="{FF2B5EF4-FFF2-40B4-BE49-F238E27FC236}">
                  <a16:creationId xmlns:a16="http://schemas.microsoft.com/office/drawing/2014/main" id="{11790ECC-46A9-F136-CF19-D3E6EBC7CB89}"/>
                </a:ext>
              </a:extLst>
            </p:cNvPr>
            <p:cNvSpPr/>
            <p:nvPr/>
          </p:nvSpPr>
          <p:spPr>
            <a:xfrm>
              <a:off x="4950820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8" name="Freeform 4887">
              <a:extLst>
                <a:ext uri="{FF2B5EF4-FFF2-40B4-BE49-F238E27FC236}">
                  <a16:creationId xmlns:a16="http://schemas.microsoft.com/office/drawing/2014/main" id="{063599E6-E568-B42D-7862-FDCB67AD5CA2}"/>
                </a:ext>
              </a:extLst>
            </p:cNvPr>
            <p:cNvSpPr/>
            <p:nvPr/>
          </p:nvSpPr>
          <p:spPr>
            <a:xfrm>
              <a:off x="497843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9" name="Freeform 4888">
              <a:extLst>
                <a:ext uri="{FF2B5EF4-FFF2-40B4-BE49-F238E27FC236}">
                  <a16:creationId xmlns:a16="http://schemas.microsoft.com/office/drawing/2014/main" id="{367B8E05-B4E8-04D7-F0DE-F6BABB4DE458}"/>
                </a:ext>
              </a:extLst>
            </p:cNvPr>
            <p:cNvSpPr/>
            <p:nvPr/>
          </p:nvSpPr>
          <p:spPr>
            <a:xfrm>
              <a:off x="497843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0" name="Freeform 4889">
              <a:extLst>
                <a:ext uri="{FF2B5EF4-FFF2-40B4-BE49-F238E27FC236}">
                  <a16:creationId xmlns:a16="http://schemas.microsoft.com/office/drawing/2014/main" id="{C56B28D3-F40B-82AF-7578-2B3E814C23CB}"/>
                </a:ext>
              </a:extLst>
            </p:cNvPr>
            <p:cNvSpPr/>
            <p:nvPr/>
          </p:nvSpPr>
          <p:spPr>
            <a:xfrm>
              <a:off x="5006050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1" name="Freeform 4890">
              <a:extLst>
                <a:ext uri="{FF2B5EF4-FFF2-40B4-BE49-F238E27FC236}">
                  <a16:creationId xmlns:a16="http://schemas.microsoft.com/office/drawing/2014/main" id="{C7DD74AB-AED8-988A-C2DE-9B1A5D7AEF81}"/>
                </a:ext>
              </a:extLst>
            </p:cNvPr>
            <p:cNvSpPr/>
            <p:nvPr/>
          </p:nvSpPr>
          <p:spPr>
            <a:xfrm>
              <a:off x="5006050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2" name="Freeform 4891">
              <a:extLst>
                <a:ext uri="{FF2B5EF4-FFF2-40B4-BE49-F238E27FC236}">
                  <a16:creationId xmlns:a16="http://schemas.microsoft.com/office/drawing/2014/main" id="{17D31AEA-FE16-73C2-DDE1-ED4BF6A197B9}"/>
                </a:ext>
              </a:extLst>
            </p:cNvPr>
            <p:cNvSpPr/>
            <p:nvPr/>
          </p:nvSpPr>
          <p:spPr>
            <a:xfrm>
              <a:off x="503366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3" name="Freeform 4892">
              <a:extLst>
                <a:ext uri="{FF2B5EF4-FFF2-40B4-BE49-F238E27FC236}">
                  <a16:creationId xmlns:a16="http://schemas.microsoft.com/office/drawing/2014/main" id="{437C33FA-53BF-F11C-2FD9-73725A56CAB7}"/>
                </a:ext>
              </a:extLst>
            </p:cNvPr>
            <p:cNvSpPr/>
            <p:nvPr/>
          </p:nvSpPr>
          <p:spPr>
            <a:xfrm>
              <a:off x="503366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4" name="Freeform 4893">
              <a:extLst>
                <a:ext uri="{FF2B5EF4-FFF2-40B4-BE49-F238E27FC236}">
                  <a16:creationId xmlns:a16="http://schemas.microsoft.com/office/drawing/2014/main" id="{F0B511AD-A205-CFE0-472F-D0E3DED888F8}"/>
                </a:ext>
              </a:extLst>
            </p:cNvPr>
            <p:cNvSpPr/>
            <p:nvPr/>
          </p:nvSpPr>
          <p:spPr>
            <a:xfrm>
              <a:off x="506127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5" name="Freeform 4894">
              <a:extLst>
                <a:ext uri="{FF2B5EF4-FFF2-40B4-BE49-F238E27FC236}">
                  <a16:creationId xmlns:a16="http://schemas.microsoft.com/office/drawing/2014/main" id="{79C16910-BAF4-2B75-C60B-049D700F11AD}"/>
                </a:ext>
              </a:extLst>
            </p:cNvPr>
            <p:cNvSpPr/>
            <p:nvPr/>
          </p:nvSpPr>
          <p:spPr>
            <a:xfrm>
              <a:off x="506127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6" name="Freeform 4895">
              <a:extLst>
                <a:ext uri="{FF2B5EF4-FFF2-40B4-BE49-F238E27FC236}">
                  <a16:creationId xmlns:a16="http://schemas.microsoft.com/office/drawing/2014/main" id="{8117912E-A1CE-8BDC-60CF-808187DF3FDC}"/>
                </a:ext>
              </a:extLst>
            </p:cNvPr>
            <p:cNvSpPr/>
            <p:nvPr/>
          </p:nvSpPr>
          <p:spPr>
            <a:xfrm>
              <a:off x="5088894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  <a:gd name="csX5" fmla="*/ 0 w 27614"/>
                <a:gd name="csY5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7" name="Freeform 4896">
              <a:extLst>
                <a:ext uri="{FF2B5EF4-FFF2-40B4-BE49-F238E27FC236}">
                  <a16:creationId xmlns:a16="http://schemas.microsoft.com/office/drawing/2014/main" id="{3AECC57D-6B4A-566E-E7B8-FCE8A5D7EB51}"/>
                </a:ext>
              </a:extLst>
            </p:cNvPr>
            <p:cNvSpPr/>
            <p:nvPr/>
          </p:nvSpPr>
          <p:spPr>
            <a:xfrm>
              <a:off x="5088894" y="4561958"/>
              <a:ext cx="27614" cy="3033"/>
            </a:xfrm>
            <a:custGeom>
              <a:avLst/>
              <a:gdLst>
                <a:gd name="csX0" fmla="*/ 0 w 27614"/>
                <a:gd name="csY0" fmla="*/ 0 h 3033"/>
                <a:gd name="csX1" fmla="*/ 0 w 27614"/>
                <a:gd name="csY1" fmla="*/ 3033 h 3033"/>
                <a:gd name="csX2" fmla="*/ 27615 w 27614"/>
                <a:gd name="csY2" fmla="*/ 3033 h 3033"/>
                <a:gd name="csX3" fmla="*/ 27615 w 27614"/>
                <a:gd name="csY3" fmla="*/ 0 h 3033"/>
                <a:gd name="csX4" fmla="*/ 0 w 27614"/>
                <a:gd name="csY4" fmla="*/ 0 h 3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3033">
                  <a:moveTo>
                    <a:pt x="0" y="0"/>
                  </a:moveTo>
                  <a:lnTo>
                    <a:pt x="0" y="3033"/>
                  </a:lnTo>
                  <a:lnTo>
                    <a:pt x="27615" y="303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8" name="Freeform 4897">
              <a:extLst>
                <a:ext uri="{FF2B5EF4-FFF2-40B4-BE49-F238E27FC236}">
                  <a16:creationId xmlns:a16="http://schemas.microsoft.com/office/drawing/2014/main" id="{3F57BA0E-0125-284B-EAE0-EF9BA5D30149}"/>
                </a:ext>
              </a:extLst>
            </p:cNvPr>
            <p:cNvSpPr/>
            <p:nvPr/>
          </p:nvSpPr>
          <p:spPr>
            <a:xfrm>
              <a:off x="5116509" y="4558912"/>
              <a:ext cx="27614" cy="6078"/>
            </a:xfrm>
            <a:custGeom>
              <a:avLst/>
              <a:gdLst>
                <a:gd name="csX0" fmla="*/ 0 w 27614"/>
                <a:gd name="csY0" fmla="*/ 0 h 6078"/>
                <a:gd name="csX1" fmla="*/ 0 w 27614"/>
                <a:gd name="csY1" fmla="*/ 6078 h 6078"/>
                <a:gd name="csX2" fmla="*/ 27615 w 27614"/>
                <a:gd name="csY2" fmla="*/ 6078 h 6078"/>
                <a:gd name="csX3" fmla="*/ 27615 w 27614"/>
                <a:gd name="csY3" fmla="*/ 0 h 6078"/>
                <a:gd name="csX4" fmla="*/ 0 w 27614"/>
                <a:gd name="csY4" fmla="*/ 0 h 6078"/>
                <a:gd name="csX5" fmla="*/ 0 w 27614"/>
                <a:gd name="csY5" fmla="*/ 0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6078">
                  <a:moveTo>
                    <a:pt x="0" y="0"/>
                  </a:moveTo>
                  <a:lnTo>
                    <a:pt x="0" y="6078"/>
                  </a:lnTo>
                  <a:lnTo>
                    <a:pt x="27615" y="6078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9" name="Freeform 4898">
              <a:extLst>
                <a:ext uri="{FF2B5EF4-FFF2-40B4-BE49-F238E27FC236}">
                  <a16:creationId xmlns:a16="http://schemas.microsoft.com/office/drawing/2014/main" id="{140287CE-8B80-C592-285E-1D6D7DFE2273}"/>
                </a:ext>
              </a:extLst>
            </p:cNvPr>
            <p:cNvSpPr/>
            <p:nvPr/>
          </p:nvSpPr>
          <p:spPr>
            <a:xfrm>
              <a:off x="5116509" y="4558912"/>
              <a:ext cx="27614" cy="6078"/>
            </a:xfrm>
            <a:custGeom>
              <a:avLst/>
              <a:gdLst>
                <a:gd name="csX0" fmla="*/ 0 w 27614"/>
                <a:gd name="csY0" fmla="*/ 0 h 6078"/>
                <a:gd name="csX1" fmla="*/ 0 w 27614"/>
                <a:gd name="csY1" fmla="*/ 6078 h 6078"/>
                <a:gd name="csX2" fmla="*/ 27615 w 27614"/>
                <a:gd name="csY2" fmla="*/ 6078 h 6078"/>
                <a:gd name="csX3" fmla="*/ 27615 w 27614"/>
                <a:gd name="csY3" fmla="*/ 0 h 6078"/>
                <a:gd name="csX4" fmla="*/ 0 w 27614"/>
                <a:gd name="csY4" fmla="*/ 0 h 6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6078">
                  <a:moveTo>
                    <a:pt x="0" y="0"/>
                  </a:moveTo>
                  <a:lnTo>
                    <a:pt x="0" y="6078"/>
                  </a:lnTo>
                  <a:lnTo>
                    <a:pt x="27615" y="6078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0" name="Freeform 4899">
              <a:extLst>
                <a:ext uri="{FF2B5EF4-FFF2-40B4-BE49-F238E27FC236}">
                  <a16:creationId xmlns:a16="http://schemas.microsoft.com/office/drawing/2014/main" id="{98F19DBE-0C7C-CE81-8ACE-6CFA9875CDC4}"/>
                </a:ext>
              </a:extLst>
            </p:cNvPr>
            <p:cNvSpPr/>
            <p:nvPr/>
          </p:nvSpPr>
          <p:spPr>
            <a:xfrm>
              <a:off x="5144124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27626 w 27626"/>
                <a:gd name="csY3" fmla="*/ 0 h 1162"/>
                <a:gd name="csX4" fmla="*/ 0 w 27626"/>
                <a:gd name="csY4" fmla="*/ 0 h 1162"/>
                <a:gd name="csX5" fmla="*/ 0 w 27626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1" name="Freeform 4900">
              <a:extLst>
                <a:ext uri="{FF2B5EF4-FFF2-40B4-BE49-F238E27FC236}">
                  <a16:creationId xmlns:a16="http://schemas.microsoft.com/office/drawing/2014/main" id="{7EE5584C-BEED-5D5F-D193-903E19890423}"/>
                </a:ext>
              </a:extLst>
            </p:cNvPr>
            <p:cNvSpPr/>
            <p:nvPr/>
          </p:nvSpPr>
          <p:spPr>
            <a:xfrm>
              <a:off x="5144124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0 w 27626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2" name="Freeform 4901">
              <a:extLst>
                <a:ext uri="{FF2B5EF4-FFF2-40B4-BE49-F238E27FC236}">
                  <a16:creationId xmlns:a16="http://schemas.microsoft.com/office/drawing/2014/main" id="{15AE7E4A-0FEF-3C6F-4F96-CD55ED76A1B5}"/>
                </a:ext>
              </a:extLst>
            </p:cNvPr>
            <p:cNvSpPr/>
            <p:nvPr/>
          </p:nvSpPr>
          <p:spPr>
            <a:xfrm>
              <a:off x="517175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3" name="Freeform 4902">
              <a:extLst>
                <a:ext uri="{FF2B5EF4-FFF2-40B4-BE49-F238E27FC236}">
                  <a16:creationId xmlns:a16="http://schemas.microsoft.com/office/drawing/2014/main" id="{4214E962-D42D-9157-2514-560971B36730}"/>
                </a:ext>
              </a:extLst>
            </p:cNvPr>
            <p:cNvSpPr/>
            <p:nvPr/>
          </p:nvSpPr>
          <p:spPr>
            <a:xfrm>
              <a:off x="517175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4" name="Freeform 4903">
              <a:extLst>
                <a:ext uri="{FF2B5EF4-FFF2-40B4-BE49-F238E27FC236}">
                  <a16:creationId xmlns:a16="http://schemas.microsoft.com/office/drawing/2014/main" id="{049FB003-D6E9-6308-9753-75BF73695ABD}"/>
                </a:ext>
              </a:extLst>
            </p:cNvPr>
            <p:cNvSpPr/>
            <p:nvPr/>
          </p:nvSpPr>
          <p:spPr>
            <a:xfrm>
              <a:off x="519936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5" name="Freeform 4904">
              <a:extLst>
                <a:ext uri="{FF2B5EF4-FFF2-40B4-BE49-F238E27FC236}">
                  <a16:creationId xmlns:a16="http://schemas.microsoft.com/office/drawing/2014/main" id="{D2CA2B06-5C7D-EDF8-9520-31C01527C1D8}"/>
                </a:ext>
              </a:extLst>
            </p:cNvPr>
            <p:cNvSpPr/>
            <p:nvPr/>
          </p:nvSpPr>
          <p:spPr>
            <a:xfrm>
              <a:off x="519936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6" name="Freeform 4905">
              <a:extLst>
                <a:ext uri="{FF2B5EF4-FFF2-40B4-BE49-F238E27FC236}">
                  <a16:creationId xmlns:a16="http://schemas.microsoft.com/office/drawing/2014/main" id="{0D4CE26C-B626-6174-39C7-ED8490622D4F}"/>
                </a:ext>
              </a:extLst>
            </p:cNvPr>
            <p:cNvSpPr/>
            <p:nvPr/>
          </p:nvSpPr>
          <p:spPr>
            <a:xfrm>
              <a:off x="522698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7" name="Freeform 4906">
              <a:extLst>
                <a:ext uri="{FF2B5EF4-FFF2-40B4-BE49-F238E27FC236}">
                  <a16:creationId xmlns:a16="http://schemas.microsoft.com/office/drawing/2014/main" id="{B883879C-41D4-3909-151C-785061CCC39D}"/>
                </a:ext>
              </a:extLst>
            </p:cNvPr>
            <p:cNvSpPr/>
            <p:nvPr/>
          </p:nvSpPr>
          <p:spPr>
            <a:xfrm>
              <a:off x="522698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8" name="Freeform 4907">
              <a:extLst>
                <a:ext uri="{FF2B5EF4-FFF2-40B4-BE49-F238E27FC236}">
                  <a16:creationId xmlns:a16="http://schemas.microsoft.com/office/drawing/2014/main" id="{505EA30A-F944-EABD-A09F-1BF10861A0D5}"/>
                </a:ext>
              </a:extLst>
            </p:cNvPr>
            <p:cNvSpPr/>
            <p:nvPr/>
          </p:nvSpPr>
          <p:spPr>
            <a:xfrm>
              <a:off x="525459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9" name="Freeform 4908">
              <a:extLst>
                <a:ext uri="{FF2B5EF4-FFF2-40B4-BE49-F238E27FC236}">
                  <a16:creationId xmlns:a16="http://schemas.microsoft.com/office/drawing/2014/main" id="{D9F08841-0DB0-C35C-3F32-A95BE523E90C}"/>
                </a:ext>
              </a:extLst>
            </p:cNvPr>
            <p:cNvSpPr/>
            <p:nvPr/>
          </p:nvSpPr>
          <p:spPr>
            <a:xfrm>
              <a:off x="525459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0" name="Freeform 4909">
              <a:extLst>
                <a:ext uri="{FF2B5EF4-FFF2-40B4-BE49-F238E27FC236}">
                  <a16:creationId xmlns:a16="http://schemas.microsoft.com/office/drawing/2014/main" id="{DED028E0-130C-EB16-0244-755CE11A0607}"/>
                </a:ext>
              </a:extLst>
            </p:cNvPr>
            <p:cNvSpPr/>
            <p:nvPr/>
          </p:nvSpPr>
          <p:spPr>
            <a:xfrm>
              <a:off x="52822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1" name="Freeform 4910">
              <a:extLst>
                <a:ext uri="{FF2B5EF4-FFF2-40B4-BE49-F238E27FC236}">
                  <a16:creationId xmlns:a16="http://schemas.microsoft.com/office/drawing/2014/main" id="{A425BDD5-2D53-8B5B-1EDD-CA637DE42627}"/>
                </a:ext>
              </a:extLst>
            </p:cNvPr>
            <p:cNvSpPr/>
            <p:nvPr/>
          </p:nvSpPr>
          <p:spPr>
            <a:xfrm>
              <a:off x="52822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2" name="Freeform 4911">
              <a:extLst>
                <a:ext uri="{FF2B5EF4-FFF2-40B4-BE49-F238E27FC236}">
                  <a16:creationId xmlns:a16="http://schemas.microsoft.com/office/drawing/2014/main" id="{9B24871F-894F-8244-9B48-04958B07A6AE}"/>
                </a:ext>
              </a:extLst>
            </p:cNvPr>
            <p:cNvSpPr/>
            <p:nvPr/>
          </p:nvSpPr>
          <p:spPr>
            <a:xfrm>
              <a:off x="53098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3" name="Freeform 4912">
              <a:extLst>
                <a:ext uri="{FF2B5EF4-FFF2-40B4-BE49-F238E27FC236}">
                  <a16:creationId xmlns:a16="http://schemas.microsoft.com/office/drawing/2014/main" id="{F9145FB6-5BEF-C8F8-60AD-2E5BDCB96008}"/>
                </a:ext>
              </a:extLst>
            </p:cNvPr>
            <p:cNvSpPr/>
            <p:nvPr/>
          </p:nvSpPr>
          <p:spPr>
            <a:xfrm>
              <a:off x="53098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4" name="Freeform 4913">
              <a:extLst>
                <a:ext uri="{FF2B5EF4-FFF2-40B4-BE49-F238E27FC236}">
                  <a16:creationId xmlns:a16="http://schemas.microsoft.com/office/drawing/2014/main" id="{CCD19BE2-A79A-5EDA-DBA7-21352B531350}"/>
                </a:ext>
              </a:extLst>
            </p:cNvPr>
            <p:cNvSpPr/>
            <p:nvPr/>
          </p:nvSpPr>
          <p:spPr>
            <a:xfrm>
              <a:off x="5337439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  <a:gd name="csX5" fmla="*/ 0 w 27614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5" name="Freeform 4914">
              <a:extLst>
                <a:ext uri="{FF2B5EF4-FFF2-40B4-BE49-F238E27FC236}">
                  <a16:creationId xmlns:a16="http://schemas.microsoft.com/office/drawing/2014/main" id="{6B4C5AD1-93F2-6E0C-FEEE-5EF3FD0EED3E}"/>
                </a:ext>
              </a:extLst>
            </p:cNvPr>
            <p:cNvSpPr/>
            <p:nvPr/>
          </p:nvSpPr>
          <p:spPr>
            <a:xfrm>
              <a:off x="5337439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6" name="Freeform 4915">
              <a:extLst>
                <a:ext uri="{FF2B5EF4-FFF2-40B4-BE49-F238E27FC236}">
                  <a16:creationId xmlns:a16="http://schemas.microsoft.com/office/drawing/2014/main" id="{DD617511-8D02-BC3D-2287-84D51244E985}"/>
                </a:ext>
              </a:extLst>
            </p:cNvPr>
            <p:cNvSpPr/>
            <p:nvPr/>
          </p:nvSpPr>
          <p:spPr>
            <a:xfrm>
              <a:off x="536505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27626 w 27626"/>
                <a:gd name="csY3" fmla="*/ 0 h 1162"/>
                <a:gd name="csX4" fmla="*/ 0 w 27626"/>
                <a:gd name="csY4" fmla="*/ 0 h 1162"/>
                <a:gd name="csX5" fmla="*/ 0 w 27626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7" name="Freeform 4916">
              <a:extLst>
                <a:ext uri="{FF2B5EF4-FFF2-40B4-BE49-F238E27FC236}">
                  <a16:creationId xmlns:a16="http://schemas.microsoft.com/office/drawing/2014/main" id="{F93CED9C-AF43-3C7B-34F1-CDF40D14C2E2}"/>
                </a:ext>
              </a:extLst>
            </p:cNvPr>
            <p:cNvSpPr/>
            <p:nvPr/>
          </p:nvSpPr>
          <p:spPr>
            <a:xfrm>
              <a:off x="536505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0 w 27626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8" name="Freeform 4917">
              <a:extLst>
                <a:ext uri="{FF2B5EF4-FFF2-40B4-BE49-F238E27FC236}">
                  <a16:creationId xmlns:a16="http://schemas.microsoft.com/office/drawing/2014/main" id="{CFF731E3-5599-AEA6-AEB8-A9FA5045E774}"/>
                </a:ext>
              </a:extLst>
            </p:cNvPr>
            <p:cNvSpPr/>
            <p:nvPr/>
          </p:nvSpPr>
          <p:spPr>
            <a:xfrm>
              <a:off x="539268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9" name="Freeform 4918">
              <a:extLst>
                <a:ext uri="{FF2B5EF4-FFF2-40B4-BE49-F238E27FC236}">
                  <a16:creationId xmlns:a16="http://schemas.microsoft.com/office/drawing/2014/main" id="{DC4DB492-3E77-8804-BC16-DDCDA105DEFF}"/>
                </a:ext>
              </a:extLst>
            </p:cNvPr>
            <p:cNvSpPr/>
            <p:nvPr/>
          </p:nvSpPr>
          <p:spPr>
            <a:xfrm>
              <a:off x="5392680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0" name="Freeform 4919">
              <a:extLst>
                <a:ext uri="{FF2B5EF4-FFF2-40B4-BE49-F238E27FC236}">
                  <a16:creationId xmlns:a16="http://schemas.microsoft.com/office/drawing/2014/main" id="{6869F739-67B0-77B1-C388-E7B73C847464}"/>
                </a:ext>
              </a:extLst>
            </p:cNvPr>
            <p:cNvSpPr/>
            <p:nvPr/>
          </p:nvSpPr>
          <p:spPr>
            <a:xfrm>
              <a:off x="542029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1" name="Freeform 4920">
              <a:extLst>
                <a:ext uri="{FF2B5EF4-FFF2-40B4-BE49-F238E27FC236}">
                  <a16:creationId xmlns:a16="http://schemas.microsoft.com/office/drawing/2014/main" id="{EFC436D2-075C-E16A-A1CF-14ABA17B860A}"/>
                </a:ext>
              </a:extLst>
            </p:cNvPr>
            <p:cNvSpPr/>
            <p:nvPr/>
          </p:nvSpPr>
          <p:spPr>
            <a:xfrm>
              <a:off x="5420295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2" name="Freeform 4921">
              <a:extLst>
                <a:ext uri="{FF2B5EF4-FFF2-40B4-BE49-F238E27FC236}">
                  <a16:creationId xmlns:a16="http://schemas.microsoft.com/office/drawing/2014/main" id="{72EA1C6A-349F-A946-4DFA-9CAE5A5DBE32}"/>
                </a:ext>
              </a:extLst>
            </p:cNvPr>
            <p:cNvSpPr/>
            <p:nvPr/>
          </p:nvSpPr>
          <p:spPr>
            <a:xfrm>
              <a:off x="54479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3" name="Freeform 4922">
              <a:extLst>
                <a:ext uri="{FF2B5EF4-FFF2-40B4-BE49-F238E27FC236}">
                  <a16:creationId xmlns:a16="http://schemas.microsoft.com/office/drawing/2014/main" id="{8FDEFED6-9E92-17EC-C093-1E889344451D}"/>
                </a:ext>
              </a:extLst>
            </p:cNvPr>
            <p:cNvSpPr/>
            <p:nvPr/>
          </p:nvSpPr>
          <p:spPr>
            <a:xfrm>
              <a:off x="54479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4" name="Freeform 4923">
              <a:extLst>
                <a:ext uri="{FF2B5EF4-FFF2-40B4-BE49-F238E27FC236}">
                  <a16:creationId xmlns:a16="http://schemas.microsoft.com/office/drawing/2014/main" id="{7CCE549A-C34F-CDD8-D325-3AE6475BDE1D}"/>
                </a:ext>
              </a:extLst>
            </p:cNvPr>
            <p:cNvSpPr/>
            <p:nvPr/>
          </p:nvSpPr>
          <p:spPr>
            <a:xfrm>
              <a:off x="54755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5" name="Freeform 4924">
              <a:extLst>
                <a:ext uri="{FF2B5EF4-FFF2-40B4-BE49-F238E27FC236}">
                  <a16:creationId xmlns:a16="http://schemas.microsoft.com/office/drawing/2014/main" id="{B08E4F98-18C6-DA2C-CDDA-BE573C39145F}"/>
                </a:ext>
              </a:extLst>
            </p:cNvPr>
            <p:cNvSpPr/>
            <p:nvPr/>
          </p:nvSpPr>
          <p:spPr>
            <a:xfrm>
              <a:off x="54755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6" name="Freeform 4925">
              <a:extLst>
                <a:ext uri="{FF2B5EF4-FFF2-40B4-BE49-F238E27FC236}">
                  <a16:creationId xmlns:a16="http://schemas.microsoft.com/office/drawing/2014/main" id="{1FE22052-857D-9E4D-A237-633F1C266481}"/>
                </a:ext>
              </a:extLst>
            </p:cNvPr>
            <p:cNvSpPr/>
            <p:nvPr/>
          </p:nvSpPr>
          <p:spPr>
            <a:xfrm>
              <a:off x="55031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7" name="Freeform 4926">
              <a:extLst>
                <a:ext uri="{FF2B5EF4-FFF2-40B4-BE49-F238E27FC236}">
                  <a16:creationId xmlns:a16="http://schemas.microsoft.com/office/drawing/2014/main" id="{E513B652-24BB-FAB4-FF93-BD1C83C3F1D3}"/>
                </a:ext>
              </a:extLst>
            </p:cNvPr>
            <p:cNvSpPr/>
            <p:nvPr/>
          </p:nvSpPr>
          <p:spPr>
            <a:xfrm>
              <a:off x="55031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8" name="Freeform 4927">
              <a:extLst>
                <a:ext uri="{FF2B5EF4-FFF2-40B4-BE49-F238E27FC236}">
                  <a16:creationId xmlns:a16="http://schemas.microsoft.com/office/drawing/2014/main" id="{C1959E3B-C132-46EE-33AA-C3FE8B7B9432}"/>
                </a:ext>
              </a:extLst>
            </p:cNvPr>
            <p:cNvSpPr/>
            <p:nvPr/>
          </p:nvSpPr>
          <p:spPr>
            <a:xfrm>
              <a:off x="5530753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29" name="Freeform 4928">
              <a:extLst>
                <a:ext uri="{FF2B5EF4-FFF2-40B4-BE49-F238E27FC236}">
                  <a16:creationId xmlns:a16="http://schemas.microsoft.com/office/drawing/2014/main" id="{3F8D7DF8-6ADF-19D5-DDF3-DC14991A6EEB}"/>
                </a:ext>
              </a:extLst>
            </p:cNvPr>
            <p:cNvSpPr/>
            <p:nvPr/>
          </p:nvSpPr>
          <p:spPr>
            <a:xfrm>
              <a:off x="5530753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0" name="Freeform 4929">
              <a:extLst>
                <a:ext uri="{FF2B5EF4-FFF2-40B4-BE49-F238E27FC236}">
                  <a16:creationId xmlns:a16="http://schemas.microsoft.com/office/drawing/2014/main" id="{FE93F509-C04F-4A8F-A79D-99970A59B147}"/>
                </a:ext>
              </a:extLst>
            </p:cNvPr>
            <p:cNvSpPr/>
            <p:nvPr/>
          </p:nvSpPr>
          <p:spPr>
            <a:xfrm>
              <a:off x="5558368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1" name="Freeform 4930">
              <a:extLst>
                <a:ext uri="{FF2B5EF4-FFF2-40B4-BE49-F238E27FC236}">
                  <a16:creationId xmlns:a16="http://schemas.microsoft.com/office/drawing/2014/main" id="{4B483DC4-B7E5-B1C6-2644-E386A512D0D4}"/>
                </a:ext>
              </a:extLst>
            </p:cNvPr>
            <p:cNvSpPr/>
            <p:nvPr/>
          </p:nvSpPr>
          <p:spPr>
            <a:xfrm>
              <a:off x="5558368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2" name="Freeform 4931">
              <a:extLst>
                <a:ext uri="{FF2B5EF4-FFF2-40B4-BE49-F238E27FC236}">
                  <a16:creationId xmlns:a16="http://schemas.microsoft.com/office/drawing/2014/main" id="{639CB7A7-6023-21A2-554A-ED35901B78C5}"/>
                </a:ext>
              </a:extLst>
            </p:cNvPr>
            <p:cNvSpPr/>
            <p:nvPr/>
          </p:nvSpPr>
          <p:spPr>
            <a:xfrm>
              <a:off x="558598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27626 w 27626"/>
                <a:gd name="csY3" fmla="*/ 0 h 1162"/>
                <a:gd name="csX4" fmla="*/ 0 w 27626"/>
                <a:gd name="csY4" fmla="*/ 0 h 1162"/>
                <a:gd name="csX5" fmla="*/ 0 w 27626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3" name="Freeform 4932">
              <a:extLst>
                <a:ext uri="{FF2B5EF4-FFF2-40B4-BE49-F238E27FC236}">
                  <a16:creationId xmlns:a16="http://schemas.microsoft.com/office/drawing/2014/main" id="{C073BC26-EDBD-4373-E0CF-3C24AA17FE63}"/>
                </a:ext>
              </a:extLst>
            </p:cNvPr>
            <p:cNvSpPr/>
            <p:nvPr/>
          </p:nvSpPr>
          <p:spPr>
            <a:xfrm>
              <a:off x="558598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0 w 27626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4" name="Freeform 4933">
              <a:extLst>
                <a:ext uri="{FF2B5EF4-FFF2-40B4-BE49-F238E27FC236}">
                  <a16:creationId xmlns:a16="http://schemas.microsoft.com/office/drawing/2014/main" id="{BB36C04C-FAC2-2055-DF46-9E1045373715}"/>
                </a:ext>
              </a:extLst>
            </p:cNvPr>
            <p:cNvSpPr/>
            <p:nvPr/>
          </p:nvSpPr>
          <p:spPr>
            <a:xfrm>
              <a:off x="56136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5" name="Freeform 4934">
              <a:extLst>
                <a:ext uri="{FF2B5EF4-FFF2-40B4-BE49-F238E27FC236}">
                  <a16:creationId xmlns:a16="http://schemas.microsoft.com/office/drawing/2014/main" id="{3E33E3DD-A7C8-A18D-A2B3-2C9B9A72F4FC}"/>
                </a:ext>
              </a:extLst>
            </p:cNvPr>
            <p:cNvSpPr/>
            <p:nvPr/>
          </p:nvSpPr>
          <p:spPr>
            <a:xfrm>
              <a:off x="561360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6" name="Freeform 4935">
              <a:extLst>
                <a:ext uri="{FF2B5EF4-FFF2-40B4-BE49-F238E27FC236}">
                  <a16:creationId xmlns:a16="http://schemas.microsoft.com/office/drawing/2014/main" id="{62DB738D-ED36-180C-BB9B-8860B718CD07}"/>
                </a:ext>
              </a:extLst>
            </p:cNvPr>
            <p:cNvSpPr/>
            <p:nvPr/>
          </p:nvSpPr>
          <p:spPr>
            <a:xfrm>
              <a:off x="56412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7" name="Freeform 4936">
              <a:extLst>
                <a:ext uri="{FF2B5EF4-FFF2-40B4-BE49-F238E27FC236}">
                  <a16:creationId xmlns:a16="http://schemas.microsoft.com/office/drawing/2014/main" id="{DA05AAD5-8A46-C30D-4EC1-DCCCD0F9804D}"/>
                </a:ext>
              </a:extLst>
            </p:cNvPr>
            <p:cNvSpPr/>
            <p:nvPr/>
          </p:nvSpPr>
          <p:spPr>
            <a:xfrm>
              <a:off x="564122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8" name="Freeform 4937">
              <a:extLst>
                <a:ext uri="{FF2B5EF4-FFF2-40B4-BE49-F238E27FC236}">
                  <a16:creationId xmlns:a16="http://schemas.microsoft.com/office/drawing/2014/main" id="{A7C6C07A-03E3-CA79-6646-D31B655B3D38}"/>
                </a:ext>
              </a:extLst>
            </p:cNvPr>
            <p:cNvSpPr/>
            <p:nvPr/>
          </p:nvSpPr>
          <p:spPr>
            <a:xfrm>
              <a:off x="56688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9" name="Freeform 4938">
              <a:extLst>
                <a:ext uri="{FF2B5EF4-FFF2-40B4-BE49-F238E27FC236}">
                  <a16:creationId xmlns:a16="http://schemas.microsoft.com/office/drawing/2014/main" id="{EF3B1A88-5168-71C6-DAEF-23D6CEA3705E}"/>
                </a:ext>
              </a:extLst>
            </p:cNvPr>
            <p:cNvSpPr/>
            <p:nvPr/>
          </p:nvSpPr>
          <p:spPr>
            <a:xfrm>
              <a:off x="56688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0" name="Freeform 4939">
              <a:extLst>
                <a:ext uri="{FF2B5EF4-FFF2-40B4-BE49-F238E27FC236}">
                  <a16:creationId xmlns:a16="http://schemas.microsoft.com/office/drawing/2014/main" id="{8C1B167A-370E-EFC4-324B-C3EAE7B75A98}"/>
                </a:ext>
              </a:extLst>
            </p:cNvPr>
            <p:cNvSpPr/>
            <p:nvPr/>
          </p:nvSpPr>
          <p:spPr>
            <a:xfrm>
              <a:off x="569645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1" name="Freeform 4940">
              <a:extLst>
                <a:ext uri="{FF2B5EF4-FFF2-40B4-BE49-F238E27FC236}">
                  <a16:creationId xmlns:a16="http://schemas.microsoft.com/office/drawing/2014/main" id="{56A8DBAD-F4B7-3A92-8EDD-EE9402B24DCB}"/>
                </a:ext>
              </a:extLst>
            </p:cNvPr>
            <p:cNvSpPr/>
            <p:nvPr/>
          </p:nvSpPr>
          <p:spPr>
            <a:xfrm>
              <a:off x="569645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2" name="Freeform 4941">
              <a:extLst>
                <a:ext uri="{FF2B5EF4-FFF2-40B4-BE49-F238E27FC236}">
                  <a16:creationId xmlns:a16="http://schemas.microsoft.com/office/drawing/2014/main" id="{96E00E1C-0ADB-9F68-B36D-EF14EE635984}"/>
                </a:ext>
              </a:extLst>
            </p:cNvPr>
            <p:cNvSpPr/>
            <p:nvPr/>
          </p:nvSpPr>
          <p:spPr>
            <a:xfrm>
              <a:off x="5724068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  <a:gd name="csX5" fmla="*/ 0 w 27614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3" name="Freeform 4942">
              <a:extLst>
                <a:ext uri="{FF2B5EF4-FFF2-40B4-BE49-F238E27FC236}">
                  <a16:creationId xmlns:a16="http://schemas.microsoft.com/office/drawing/2014/main" id="{E0977F02-C146-C7B0-BD5D-61DF642D6308}"/>
                </a:ext>
              </a:extLst>
            </p:cNvPr>
            <p:cNvSpPr/>
            <p:nvPr/>
          </p:nvSpPr>
          <p:spPr>
            <a:xfrm>
              <a:off x="5724068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4" name="Freeform 4943">
              <a:extLst>
                <a:ext uri="{FF2B5EF4-FFF2-40B4-BE49-F238E27FC236}">
                  <a16:creationId xmlns:a16="http://schemas.microsoft.com/office/drawing/2014/main" id="{B7D2E07B-F534-EE9F-3DC8-4A653CB253C3}"/>
                </a:ext>
              </a:extLst>
            </p:cNvPr>
            <p:cNvSpPr/>
            <p:nvPr/>
          </p:nvSpPr>
          <p:spPr>
            <a:xfrm>
              <a:off x="5751683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5" name="Freeform 4944">
              <a:extLst>
                <a:ext uri="{FF2B5EF4-FFF2-40B4-BE49-F238E27FC236}">
                  <a16:creationId xmlns:a16="http://schemas.microsoft.com/office/drawing/2014/main" id="{0EBD8139-C3E4-5AE4-1756-BA0C66216337}"/>
                </a:ext>
              </a:extLst>
            </p:cNvPr>
            <p:cNvSpPr/>
            <p:nvPr/>
          </p:nvSpPr>
          <p:spPr>
            <a:xfrm>
              <a:off x="5751683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6" name="Freeform 4945">
              <a:extLst>
                <a:ext uri="{FF2B5EF4-FFF2-40B4-BE49-F238E27FC236}">
                  <a16:creationId xmlns:a16="http://schemas.microsoft.com/office/drawing/2014/main" id="{516AA637-56B2-5839-2225-FC4F383C2B3B}"/>
                </a:ext>
              </a:extLst>
            </p:cNvPr>
            <p:cNvSpPr/>
            <p:nvPr/>
          </p:nvSpPr>
          <p:spPr>
            <a:xfrm>
              <a:off x="5779298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7" name="Freeform 4946">
              <a:extLst>
                <a:ext uri="{FF2B5EF4-FFF2-40B4-BE49-F238E27FC236}">
                  <a16:creationId xmlns:a16="http://schemas.microsoft.com/office/drawing/2014/main" id="{09F4672E-E722-8FE4-A208-B40507F16803}"/>
                </a:ext>
              </a:extLst>
            </p:cNvPr>
            <p:cNvSpPr/>
            <p:nvPr/>
          </p:nvSpPr>
          <p:spPr>
            <a:xfrm>
              <a:off x="5779298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8" name="Freeform 4947">
              <a:extLst>
                <a:ext uri="{FF2B5EF4-FFF2-40B4-BE49-F238E27FC236}">
                  <a16:creationId xmlns:a16="http://schemas.microsoft.com/office/drawing/2014/main" id="{E273A293-C139-5181-A21B-4B020BB9A61D}"/>
                </a:ext>
              </a:extLst>
            </p:cNvPr>
            <p:cNvSpPr/>
            <p:nvPr/>
          </p:nvSpPr>
          <p:spPr>
            <a:xfrm>
              <a:off x="580691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27626 w 27626"/>
                <a:gd name="csY3" fmla="*/ 0 h 1162"/>
                <a:gd name="csX4" fmla="*/ 0 w 27626"/>
                <a:gd name="csY4" fmla="*/ 0 h 1162"/>
                <a:gd name="csX5" fmla="*/ 0 w 27626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27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9" name="Freeform 4948">
              <a:extLst>
                <a:ext uri="{FF2B5EF4-FFF2-40B4-BE49-F238E27FC236}">
                  <a16:creationId xmlns:a16="http://schemas.microsoft.com/office/drawing/2014/main" id="{3F84AE69-CBC6-EE55-D44E-FB4BDF7948CC}"/>
                </a:ext>
              </a:extLst>
            </p:cNvPr>
            <p:cNvSpPr/>
            <p:nvPr/>
          </p:nvSpPr>
          <p:spPr>
            <a:xfrm>
              <a:off x="5806913" y="4564991"/>
              <a:ext cx="27626" cy="1162"/>
            </a:xfrm>
            <a:custGeom>
              <a:avLst/>
              <a:gdLst>
                <a:gd name="csX0" fmla="*/ 0 w 27626"/>
                <a:gd name="csY0" fmla="*/ 0 h 1162"/>
                <a:gd name="csX1" fmla="*/ 0 w 27626"/>
                <a:gd name="csY1" fmla="*/ 0 h 1162"/>
                <a:gd name="csX2" fmla="*/ 27626 w 27626"/>
                <a:gd name="csY2" fmla="*/ 0 h 1162"/>
                <a:gd name="csX3" fmla="*/ 0 w 27626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26" h="1162">
                  <a:moveTo>
                    <a:pt x="0" y="0"/>
                  </a:moveTo>
                  <a:lnTo>
                    <a:pt x="0" y="0"/>
                  </a:lnTo>
                  <a:lnTo>
                    <a:pt x="2762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0" name="Freeform 4949">
              <a:extLst>
                <a:ext uri="{FF2B5EF4-FFF2-40B4-BE49-F238E27FC236}">
                  <a16:creationId xmlns:a16="http://schemas.microsoft.com/office/drawing/2014/main" id="{FFFF057C-85A0-1B56-B246-182535F10F2D}"/>
                </a:ext>
              </a:extLst>
            </p:cNvPr>
            <p:cNvSpPr/>
            <p:nvPr/>
          </p:nvSpPr>
          <p:spPr>
            <a:xfrm>
              <a:off x="58345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1" name="Freeform 4950">
              <a:extLst>
                <a:ext uri="{FF2B5EF4-FFF2-40B4-BE49-F238E27FC236}">
                  <a16:creationId xmlns:a16="http://schemas.microsoft.com/office/drawing/2014/main" id="{3093A5AA-42FC-5C59-43A6-2D20F35B3395}"/>
                </a:ext>
              </a:extLst>
            </p:cNvPr>
            <p:cNvSpPr/>
            <p:nvPr/>
          </p:nvSpPr>
          <p:spPr>
            <a:xfrm>
              <a:off x="5834539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2" name="Freeform 4951">
              <a:extLst>
                <a:ext uri="{FF2B5EF4-FFF2-40B4-BE49-F238E27FC236}">
                  <a16:creationId xmlns:a16="http://schemas.microsoft.com/office/drawing/2014/main" id="{BA3FCFB2-8F87-6EEC-A64C-21BE817C5F4D}"/>
                </a:ext>
              </a:extLst>
            </p:cNvPr>
            <p:cNvSpPr/>
            <p:nvPr/>
          </p:nvSpPr>
          <p:spPr>
            <a:xfrm>
              <a:off x="586215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27615 w 27614"/>
                <a:gd name="csY3" fmla="*/ 0 h 1162"/>
                <a:gd name="csX4" fmla="*/ 0 w 27614"/>
                <a:gd name="csY4" fmla="*/ 0 h 1162"/>
                <a:gd name="csX5" fmla="*/ 0 w 2761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3" name="Freeform 4952">
              <a:extLst>
                <a:ext uri="{FF2B5EF4-FFF2-40B4-BE49-F238E27FC236}">
                  <a16:creationId xmlns:a16="http://schemas.microsoft.com/office/drawing/2014/main" id="{B5735713-9051-3EA0-6261-71AB3F5419DD}"/>
                </a:ext>
              </a:extLst>
            </p:cNvPr>
            <p:cNvSpPr/>
            <p:nvPr/>
          </p:nvSpPr>
          <p:spPr>
            <a:xfrm>
              <a:off x="5862154" y="4564991"/>
              <a:ext cx="27614" cy="1162"/>
            </a:xfrm>
            <a:custGeom>
              <a:avLst/>
              <a:gdLst>
                <a:gd name="csX0" fmla="*/ 0 w 27614"/>
                <a:gd name="csY0" fmla="*/ 0 h 1162"/>
                <a:gd name="csX1" fmla="*/ 0 w 27614"/>
                <a:gd name="csY1" fmla="*/ 0 h 1162"/>
                <a:gd name="csX2" fmla="*/ 27615 w 27614"/>
                <a:gd name="csY2" fmla="*/ 0 h 1162"/>
                <a:gd name="csX3" fmla="*/ 0 w 2761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614" h="1162">
                  <a:moveTo>
                    <a:pt x="0" y="0"/>
                  </a:moveTo>
                  <a:lnTo>
                    <a:pt x="0" y="0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4" name="Freeform 4953">
              <a:extLst>
                <a:ext uri="{FF2B5EF4-FFF2-40B4-BE49-F238E27FC236}">
                  <a16:creationId xmlns:a16="http://schemas.microsoft.com/office/drawing/2014/main" id="{049ACAD4-3DA0-1026-5C36-DEB5029B0D35}"/>
                </a:ext>
              </a:extLst>
            </p:cNvPr>
            <p:cNvSpPr/>
            <p:nvPr/>
          </p:nvSpPr>
          <p:spPr>
            <a:xfrm>
              <a:off x="5889769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  <a:gd name="csX5" fmla="*/ 0 w 27614"/>
                <a:gd name="csY5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5" name="Freeform 4954">
              <a:extLst>
                <a:ext uri="{FF2B5EF4-FFF2-40B4-BE49-F238E27FC236}">
                  <a16:creationId xmlns:a16="http://schemas.microsoft.com/office/drawing/2014/main" id="{8CCE4822-C388-4285-432C-5F289413B89D}"/>
                </a:ext>
              </a:extLst>
            </p:cNvPr>
            <p:cNvSpPr/>
            <p:nvPr/>
          </p:nvSpPr>
          <p:spPr>
            <a:xfrm>
              <a:off x="5889769" y="4563468"/>
              <a:ext cx="27614" cy="1522"/>
            </a:xfrm>
            <a:custGeom>
              <a:avLst/>
              <a:gdLst>
                <a:gd name="csX0" fmla="*/ 0 w 27614"/>
                <a:gd name="csY0" fmla="*/ 0 h 1522"/>
                <a:gd name="csX1" fmla="*/ 0 w 27614"/>
                <a:gd name="csY1" fmla="*/ 1523 h 1522"/>
                <a:gd name="csX2" fmla="*/ 27615 w 27614"/>
                <a:gd name="csY2" fmla="*/ 1523 h 1522"/>
                <a:gd name="csX3" fmla="*/ 27615 w 27614"/>
                <a:gd name="csY3" fmla="*/ 0 h 1522"/>
                <a:gd name="csX4" fmla="*/ 0 w 27614"/>
                <a:gd name="csY4" fmla="*/ 0 h 1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614" h="1522">
                  <a:moveTo>
                    <a:pt x="0" y="0"/>
                  </a:moveTo>
                  <a:lnTo>
                    <a:pt x="0" y="1523"/>
                  </a:lnTo>
                  <a:lnTo>
                    <a:pt x="27615" y="1523"/>
                  </a:lnTo>
                  <a:lnTo>
                    <a:pt x="27615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6" name="Oval 4955">
              <a:extLst>
                <a:ext uri="{FF2B5EF4-FFF2-40B4-BE49-F238E27FC236}">
                  <a16:creationId xmlns:a16="http://schemas.microsoft.com/office/drawing/2014/main" id="{8E09B3D2-0DC2-AC8D-58ED-567430DE88A5}"/>
                </a:ext>
              </a:extLst>
            </p:cNvPr>
            <p:cNvSpPr/>
            <p:nvPr/>
          </p:nvSpPr>
          <p:spPr>
            <a:xfrm>
              <a:off x="3747188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7" name="Oval 4956">
              <a:extLst>
                <a:ext uri="{FF2B5EF4-FFF2-40B4-BE49-F238E27FC236}">
                  <a16:creationId xmlns:a16="http://schemas.microsoft.com/office/drawing/2014/main" id="{FCFC39A6-C36A-D1B5-4E5F-755753D63EE0}"/>
                </a:ext>
              </a:extLst>
            </p:cNvPr>
            <p:cNvSpPr/>
            <p:nvPr/>
          </p:nvSpPr>
          <p:spPr>
            <a:xfrm>
              <a:off x="3774805" y="455050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8" name="Oval 4957">
              <a:extLst>
                <a:ext uri="{FF2B5EF4-FFF2-40B4-BE49-F238E27FC236}">
                  <a16:creationId xmlns:a16="http://schemas.microsoft.com/office/drawing/2014/main" id="{762C4DF9-26E1-946F-6FDA-A5AC899D06F1}"/>
                </a:ext>
              </a:extLst>
            </p:cNvPr>
            <p:cNvSpPr/>
            <p:nvPr/>
          </p:nvSpPr>
          <p:spPr>
            <a:xfrm>
              <a:off x="3802421" y="450797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9" name="Oval 4958">
              <a:extLst>
                <a:ext uri="{FF2B5EF4-FFF2-40B4-BE49-F238E27FC236}">
                  <a16:creationId xmlns:a16="http://schemas.microsoft.com/office/drawing/2014/main" id="{08A942B4-8F4E-CB4B-1A2D-776E682CB4E0}"/>
                </a:ext>
              </a:extLst>
            </p:cNvPr>
            <p:cNvSpPr/>
            <p:nvPr/>
          </p:nvSpPr>
          <p:spPr>
            <a:xfrm>
              <a:off x="3830037" y="439552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0" name="Oval 4959">
              <a:extLst>
                <a:ext uri="{FF2B5EF4-FFF2-40B4-BE49-F238E27FC236}">
                  <a16:creationId xmlns:a16="http://schemas.microsoft.com/office/drawing/2014/main" id="{F7ED77AF-F73C-7519-8652-DFDE1544F441}"/>
                </a:ext>
              </a:extLst>
            </p:cNvPr>
            <p:cNvSpPr/>
            <p:nvPr/>
          </p:nvSpPr>
          <p:spPr>
            <a:xfrm>
              <a:off x="3857653" y="420710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1" name="Oval 4960">
              <a:extLst>
                <a:ext uri="{FF2B5EF4-FFF2-40B4-BE49-F238E27FC236}">
                  <a16:creationId xmlns:a16="http://schemas.microsoft.com/office/drawing/2014/main" id="{4B36AE76-7699-FF87-868C-251A9DFF339B}"/>
                </a:ext>
              </a:extLst>
            </p:cNvPr>
            <p:cNvSpPr/>
            <p:nvPr/>
          </p:nvSpPr>
          <p:spPr>
            <a:xfrm>
              <a:off x="3885270" y="39366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2" name="Oval 4961">
              <a:extLst>
                <a:ext uri="{FF2B5EF4-FFF2-40B4-BE49-F238E27FC236}">
                  <a16:creationId xmlns:a16="http://schemas.microsoft.com/office/drawing/2014/main" id="{6C015D48-6690-E75F-3BFC-A60932670847}"/>
                </a:ext>
              </a:extLst>
            </p:cNvPr>
            <p:cNvSpPr/>
            <p:nvPr/>
          </p:nvSpPr>
          <p:spPr>
            <a:xfrm>
              <a:off x="3912886" y="359171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3" name="Oval 4962">
              <a:extLst>
                <a:ext uri="{FF2B5EF4-FFF2-40B4-BE49-F238E27FC236}">
                  <a16:creationId xmlns:a16="http://schemas.microsoft.com/office/drawing/2014/main" id="{5B49DBCB-421E-862C-0225-A03FB544EBB8}"/>
                </a:ext>
              </a:extLst>
            </p:cNvPr>
            <p:cNvSpPr/>
            <p:nvPr/>
          </p:nvSpPr>
          <p:spPr>
            <a:xfrm>
              <a:off x="3940502" y="342609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4" name="Oval 4963">
              <a:extLst>
                <a:ext uri="{FF2B5EF4-FFF2-40B4-BE49-F238E27FC236}">
                  <a16:creationId xmlns:a16="http://schemas.microsoft.com/office/drawing/2014/main" id="{5F1EE908-5184-FD22-0BD2-7B7156F5214C}"/>
                </a:ext>
              </a:extLst>
            </p:cNvPr>
            <p:cNvSpPr/>
            <p:nvPr/>
          </p:nvSpPr>
          <p:spPr>
            <a:xfrm>
              <a:off x="3968118" y="321184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5" name="Oval 4964">
              <a:extLst>
                <a:ext uri="{FF2B5EF4-FFF2-40B4-BE49-F238E27FC236}">
                  <a16:creationId xmlns:a16="http://schemas.microsoft.com/office/drawing/2014/main" id="{3FF8AC06-B997-B286-7E32-311AAA1E3FAA}"/>
                </a:ext>
              </a:extLst>
            </p:cNvPr>
            <p:cNvSpPr/>
            <p:nvPr/>
          </p:nvSpPr>
          <p:spPr>
            <a:xfrm>
              <a:off x="3995734" y="306901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6" name="Oval 4965">
              <a:extLst>
                <a:ext uri="{FF2B5EF4-FFF2-40B4-BE49-F238E27FC236}">
                  <a16:creationId xmlns:a16="http://schemas.microsoft.com/office/drawing/2014/main" id="{29FE688F-3C6E-3E99-30C0-48551A6C36F1}"/>
                </a:ext>
              </a:extLst>
            </p:cNvPr>
            <p:cNvSpPr/>
            <p:nvPr/>
          </p:nvSpPr>
          <p:spPr>
            <a:xfrm>
              <a:off x="4023351" y="312979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7" name="Oval 4966">
              <a:extLst>
                <a:ext uri="{FF2B5EF4-FFF2-40B4-BE49-F238E27FC236}">
                  <a16:creationId xmlns:a16="http://schemas.microsoft.com/office/drawing/2014/main" id="{2156BC4A-B721-E808-6F0A-2F3D229FC742}"/>
                </a:ext>
              </a:extLst>
            </p:cNvPr>
            <p:cNvSpPr/>
            <p:nvPr/>
          </p:nvSpPr>
          <p:spPr>
            <a:xfrm>
              <a:off x="4050967" y="323767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8" name="Oval 4967">
              <a:extLst>
                <a:ext uri="{FF2B5EF4-FFF2-40B4-BE49-F238E27FC236}">
                  <a16:creationId xmlns:a16="http://schemas.microsoft.com/office/drawing/2014/main" id="{0F056FE3-887A-E4B7-5CA1-D000C0C2AC74}"/>
                </a:ext>
              </a:extLst>
            </p:cNvPr>
            <p:cNvSpPr/>
            <p:nvPr/>
          </p:nvSpPr>
          <p:spPr>
            <a:xfrm>
              <a:off x="4078582" y="343064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9" name="Oval 4968">
              <a:extLst>
                <a:ext uri="{FF2B5EF4-FFF2-40B4-BE49-F238E27FC236}">
                  <a16:creationId xmlns:a16="http://schemas.microsoft.com/office/drawing/2014/main" id="{17D053DF-37D0-6C83-60BC-C63B49E51BE4}"/>
                </a:ext>
              </a:extLst>
            </p:cNvPr>
            <p:cNvSpPr/>
            <p:nvPr/>
          </p:nvSpPr>
          <p:spPr>
            <a:xfrm>
              <a:off x="4106198" y="358867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0" name="Oval 4969">
              <a:extLst>
                <a:ext uri="{FF2B5EF4-FFF2-40B4-BE49-F238E27FC236}">
                  <a16:creationId xmlns:a16="http://schemas.microsoft.com/office/drawing/2014/main" id="{71C66E91-54FC-1E34-0A56-178B8533A11A}"/>
                </a:ext>
              </a:extLst>
            </p:cNvPr>
            <p:cNvSpPr/>
            <p:nvPr/>
          </p:nvSpPr>
          <p:spPr>
            <a:xfrm>
              <a:off x="4133815" y="376037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1" name="Oval 4970">
              <a:extLst>
                <a:ext uri="{FF2B5EF4-FFF2-40B4-BE49-F238E27FC236}">
                  <a16:creationId xmlns:a16="http://schemas.microsoft.com/office/drawing/2014/main" id="{4C64278E-C94A-487D-3564-DAD49244738B}"/>
                </a:ext>
              </a:extLst>
            </p:cNvPr>
            <p:cNvSpPr/>
            <p:nvPr/>
          </p:nvSpPr>
          <p:spPr>
            <a:xfrm>
              <a:off x="4161431" y="385610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2" name="Oval 4971">
              <a:extLst>
                <a:ext uri="{FF2B5EF4-FFF2-40B4-BE49-F238E27FC236}">
                  <a16:creationId xmlns:a16="http://schemas.microsoft.com/office/drawing/2014/main" id="{44D4112C-FCEE-E449-4B55-3B57AF06AFF4}"/>
                </a:ext>
              </a:extLst>
            </p:cNvPr>
            <p:cNvSpPr/>
            <p:nvPr/>
          </p:nvSpPr>
          <p:spPr>
            <a:xfrm>
              <a:off x="4189047" y="400805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3" name="Oval 4972">
              <a:extLst>
                <a:ext uri="{FF2B5EF4-FFF2-40B4-BE49-F238E27FC236}">
                  <a16:creationId xmlns:a16="http://schemas.microsoft.com/office/drawing/2014/main" id="{71241BEC-E1ED-AB71-45B6-8A9FB6B6ED9D}"/>
                </a:ext>
              </a:extLst>
            </p:cNvPr>
            <p:cNvSpPr/>
            <p:nvPr/>
          </p:nvSpPr>
          <p:spPr>
            <a:xfrm>
              <a:off x="4216663" y="412049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4" name="Oval 4973">
              <a:extLst>
                <a:ext uri="{FF2B5EF4-FFF2-40B4-BE49-F238E27FC236}">
                  <a16:creationId xmlns:a16="http://schemas.microsoft.com/office/drawing/2014/main" id="{E9A18F1B-2F7A-049E-64D7-E62ACC4CF19A}"/>
                </a:ext>
              </a:extLst>
            </p:cNvPr>
            <p:cNvSpPr/>
            <p:nvPr/>
          </p:nvSpPr>
          <p:spPr>
            <a:xfrm>
              <a:off x="4244279" y="421774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5" name="Oval 4974">
              <a:extLst>
                <a:ext uri="{FF2B5EF4-FFF2-40B4-BE49-F238E27FC236}">
                  <a16:creationId xmlns:a16="http://schemas.microsoft.com/office/drawing/2014/main" id="{8FEF5E0A-6B81-754D-C29B-3B454CA93328}"/>
                </a:ext>
              </a:extLst>
            </p:cNvPr>
            <p:cNvSpPr/>
            <p:nvPr/>
          </p:nvSpPr>
          <p:spPr>
            <a:xfrm>
              <a:off x="4271896" y="429979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6" name="Oval 4975">
              <a:extLst>
                <a:ext uri="{FF2B5EF4-FFF2-40B4-BE49-F238E27FC236}">
                  <a16:creationId xmlns:a16="http://schemas.microsoft.com/office/drawing/2014/main" id="{253E552F-6CA8-6791-7FC3-3EAAF47508CC}"/>
                </a:ext>
              </a:extLst>
            </p:cNvPr>
            <p:cNvSpPr/>
            <p:nvPr/>
          </p:nvSpPr>
          <p:spPr>
            <a:xfrm>
              <a:off x="4299512" y="435297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7" name="Oval 4976">
              <a:extLst>
                <a:ext uri="{FF2B5EF4-FFF2-40B4-BE49-F238E27FC236}">
                  <a16:creationId xmlns:a16="http://schemas.microsoft.com/office/drawing/2014/main" id="{036DA9EA-FB24-5F25-4640-F1E8D45CF2EF}"/>
                </a:ext>
              </a:extLst>
            </p:cNvPr>
            <p:cNvSpPr/>
            <p:nvPr/>
          </p:nvSpPr>
          <p:spPr>
            <a:xfrm>
              <a:off x="4327128" y="439552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8" name="Oval 4977">
              <a:extLst>
                <a:ext uri="{FF2B5EF4-FFF2-40B4-BE49-F238E27FC236}">
                  <a16:creationId xmlns:a16="http://schemas.microsoft.com/office/drawing/2014/main" id="{36770C4D-C666-CFD2-DB2A-A426263D35C1}"/>
                </a:ext>
              </a:extLst>
            </p:cNvPr>
            <p:cNvSpPr/>
            <p:nvPr/>
          </p:nvSpPr>
          <p:spPr>
            <a:xfrm>
              <a:off x="4354744" y="442895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9" name="Oval 4978">
              <a:extLst>
                <a:ext uri="{FF2B5EF4-FFF2-40B4-BE49-F238E27FC236}">
                  <a16:creationId xmlns:a16="http://schemas.microsoft.com/office/drawing/2014/main" id="{DCE576E0-DB1A-9F5A-0525-533C8116C45C}"/>
                </a:ext>
              </a:extLst>
            </p:cNvPr>
            <p:cNvSpPr/>
            <p:nvPr/>
          </p:nvSpPr>
          <p:spPr>
            <a:xfrm>
              <a:off x="4382360" y="446694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0" name="Oval 4979">
              <a:extLst>
                <a:ext uri="{FF2B5EF4-FFF2-40B4-BE49-F238E27FC236}">
                  <a16:creationId xmlns:a16="http://schemas.microsoft.com/office/drawing/2014/main" id="{24E59D3E-18A5-9E5F-8699-24E2966DF32E}"/>
                </a:ext>
              </a:extLst>
            </p:cNvPr>
            <p:cNvSpPr/>
            <p:nvPr/>
          </p:nvSpPr>
          <p:spPr>
            <a:xfrm>
              <a:off x="4409977" y="446237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1" name="Oval 4980">
              <a:extLst>
                <a:ext uri="{FF2B5EF4-FFF2-40B4-BE49-F238E27FC236}">
                  <a16:creationId xmlns:a16="http://schemas.microsoft.com/office/drawing/2014/main" id="{2195E4DC-806C-F12D-4A73-0C50B422E887}"/>
                </a:ext>
              </a:extLst>
            </p:cNvPr>
            <p:cNvSpPr/>
            <p:nvPr/>
          </p:nvSpPr>
          <p:spPr>
            <a:xfrm>
              <a:off x="4437593" y="448365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2" name="Oval 4981">
              <a:extLst>
                <a:ext uri="{FF2B5EF4-FFF2-40B4-BE49-F238E27FC236}">
                  <a16:creationId xmlns:a16="http://schemas.microsoft.com/office/drawing/2014/main" id="{6986D081-5B5F-0972-9D2F-DBBFEA1D401F}"/>
                </a:ext>
              </a:extLst>
            </p:cNvPr>
            <p:cNvSpPr/>
            <p:nvPr/>
          </p:nvSpPr>
          <p:spPr>
            <a:xfrm>
              <a:off x="4465209" y="451556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3" name="Oval 4982">
              <a:extLst>
                <a:ext uri="{FF2B5EF4-FFF2-40B4-BE49-F238E27FC236}">
                  <a16:creationId xmlns:a16="http://schemas.microsoft.com/office/drawing/2014/main" id="{170C0DC8-AF92-C5D6-81F1-343E996ACC3A}"/>
                </a:ext>
              </a:extLst>
            </p:cNvPr>
            <p:cNvSpPr/>
            <p:nvPr/>
          </p:nvSpPr>
          <p:spPr>
            <a:xfrm>
              <a:off x="4492829" y="451860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4" name="Oval 4983">
              <a:extLst>
                <a:ext uri="{FF2B5EF4-FFF2-40B4-BE49-F238E27FC236}">
                  <a16:creationId xmlns:a16="http://schemas.microsoft.com/office/drawing/2014/main" id="{64B464A6-5F29-D833-5F40-48B01948A9B0}"/>
                </a:ext>
              </a:extLst>
            </p:cNvPr>
            <p:cNvSpPr/>
            <p:nvPr/>
          </p:nvSpPr>
          <p:spPr>
            <a:xfrm>
              <a:off x="4520444" y="453379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5" name="Oval 4984">
              <a:extLst>
                <a:ext uri="{FF2B5EF4-FFF2-40B4-BE49-F238E27FC236}">
                  <a16:creationId xmlns:a16="http://schemas.microsoft.com/office/drawing/2014/main" id="{9BCE45EB-117C-B8A5-C570-B850BEC048F3}"/>
                </a:ext>
              </a:extLst>
            </p:cNvPr>
            <p:cNvSpPr/>
            <p:nvPr/>
          </p:nvSpPr>
          <p:spPr>
            <a:xfrm>
              <a:off x="4548059" y="454139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6" name="Oval 4985">
              <a:extLst>
                <a:ext uri="{FF2B5EF4-FFF2-40B4-BE49-F238E27FC236}">
                  <a16:creationId xmlns:a16="http://schemas.microsoft.com/office/drawing/2014/main" id="{F39CB545-BE32-2245-07F1-F2A59D10FD12}"/>
                </a:ext>
              </a:extLst>
            </p:cNvPr>
            <p:cNvSpPr/>
            <p:nvPr/>
          </p:nvSpPr>
          <p:spPr>
            <a:xfrm>
              <a:off x="4575674" y="453227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7" name="Oval 4986">
              <a:extLst>
                <a:ext uri="{FF2B5EF4-FFF2-40B4-BE49-F238E27FC236}">
                  <a16:creationId xmlns:a16="http://schemas.microsoft.com/office/drawing/2014/main" id="{E6AA1D39-F57C-1A0B-A4BA-DDB4498198EC}"/>
                </a:ext>
              </a:extLst>
            </p:cNvPr>
            <p:cNvSpPr/>
            <p:nvPr/>
          </p:nvSpPr>
          <p:spPr>
            <a:xfrm>
              <a:off x="4603288" y="454443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8" name="Oval 4987">
              <a:extLst>
                <a:ext uri="{FF2B5EF4-FFF2-40B4-BE49-F238E27FC236}">
                  <a16:creationId xmlns:a16="http://schemas.microsoft.com/office/drawing/2014/main" id="{1192BE76-18A7-F6A5-68F1-390F62988BCA}"/>
                </a:ext>
              </a:extLst>
            </p:cNvPr>
            <p:cNvSpPr/>
            <p:nvPr/>
          </p:nvSpPr>
          <p:spPr>
            <a:xfrm>
              <a:off x="4630903" y="455355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9" name="Oval 4988">
              <a:extLst>
                <a:ext uri="{FF2B5EF4-FFF2-40B4-BE49-F238E27FC236}">
                  <a16:creationId xmlns:a16="http://schemas.microsoft.com/office/drawing/2014/main" id="{25F33741-4D83-0902-660B-E1625F9F6BF7}"/>
                </a:ext>
              </a:extLst>
            </p:cNvPr>
            <p:cNvSpPr/>
            <p:nvPr/>
          </p:nvSpPr>
          <p:spPr>
            <a:xfrm>
              <a:off x="4658518" y="455811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0" name="Oval 4989">
              <a:extLst>
                <a:ext uri="{FF2B5EF4-FFF2-40B4-BE49-F238E27FC236}">
                  <a16:creationId xmlns:a16="http://schemas.microsoft.com/office/drawing/2014/main" id="{AF9BE299-1514-09C9-98BB-BD5B617FECC2}"/>
                </a:ext>
              </a:extLst>
            </p:cNvPr>
            <p:cNvSpPr/>
            <p:nvPr/>
          </p:nvSpPr>
          <p:spPr>
            <a:xfrm>
              <a:off x="4686133" y="455355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1" name="Oval 4990">
              <a:extLst>
                <a:ext uri="{FF2B5EF4-FFF2-40B4-BE49-F238E27FC236}">
                  <a16:creationId xmlns:a16="http://schemas.microsoft.com/office/drawing/2014/main" id="{D6D49BE5-D928-D8AA-4544-221ADAD35B4E}"/>
                </a:ext>
              </a:extLst>
            </p:cNvPr>
            <p:cNvSpPr/>
            <p:nvPr/>
          </p:nvSpPr>
          <p:spPr>
            <a:xfrm>
              <a:off x="4713759" y="455811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2" name="Oval 4991">
              <a:extLst>
                <a:ext uri="{FF2B5EF4-FFF2-40B4-BE49-F238E27FC236}">
                  <a16:creationId xmlns:a16="http://schemas.microsoft.com/office/drawing/2014/main" id="{4C2C9491-74BD-E461-444B-079FF4F272E3}"/>
                </a:ext>
              </a:extLst>
            </p:cNvPr>
            <p:cNvSpPr/>
            <p:nvPr/>
          </p:nvSpPr>
          <p:spPr>
            <a:xfrm>
              <a:off x="4741374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3" name="Oval 4992">
              <a:extLst>
                <a:ext uri="{FF2B5EF4-FFF2-40B4-BE49-F238E27FC236}">
                  <a16:creationId xmlns:a16="http://schemas.microsoft.com/office/drawing/2014/main" id="{1A39FE3F-2373-BC02-7189-F743730965D6}"/>
                </a:ext>
              </a:extLst>
            </p:cNvPr>
            <p:cNvSpPr/>
            <p:nvPr/>
          </p:nvSpPr>
          <p:spPr>
            <a:xfrm>
              <a:off x="4768988" y="455506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4" name="Oval 4993">
              <a:extLst>
                <a:ext uri="{FF2B5EF4-FFF2-40B4-BE49-F238E27FC236}">
                  <a16:creationId xmlns:a16="http://schemas.microsoft.com/office/drawing/2014/main" id="{E0E89BA0-E8B1-3933-4152-425D67D12431}"/>
                </a:ext>
              </a:extLst>
            </p:cNvPr>
            <p:cNvSpPr/>
            <p:nvPr/>
          </p:nvSpPr>
          <p:spPr>
            <a:xfrm>
              <a:off x="4796603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5" name="Oval 4994">
              <a:extLst>
                <a:ext uri="{FF2B5EF4-FFF2-40B4-BE49-F238E27FC236}">
                  <a16:creationId xmlns:a16="http://schemas.microsoft.com/office/drawing/2014/main" id="{7E2A0118-2217-AB49-6F91-EE11568D59CD}"/>
                </a:ext>
              </a:extLst>
            </p:cNvPr>
            <p:cNvSpPr/>
            <p:nvPr/>
          </p:nvSpPr>
          <p:spPr>
            <a:xfrm>
              <a:off x="4824218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6" name="Oval 4995">
              <a:extLst>
                <a:ext uri="{FF2B5EF4-FFF2-40B4-BE49-F238E27FC236}">
                  <a16:creationId xmlns:a16="http://schemas.microsoft.com/office/drawing/2014/main" id="{250858FD-A680-CA19-C5BC-DE1AC7CC83EF}"/>
                </a:ext>
              </a:extLst>
            </p:cNvPr>
            <p:cNvSpPr/>
            <p:nvPr/>
          </p:nvSpPr>
          <p:spPr>
            <a:xfrm>
              <a:off x="4851833" y="455811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7" name="Oval 4996">
              <a:extLst>
                <a:ext uri="{FF2B5EF4-FFF2-40B4-BE49-F238E27FC236}">
                  <a16:creationId xmlns:a16="http://schemas.microsoft.com/office/drawing/2014/main" id="{579D6088-8519-BAEE-A6E0-4406BFED8D19}"/>
                </a:ext>
              </a:extLst>
            </p:cNvPr>
            <p:cNvSpPr/>
            <p:nvPr/>
          </p:nvSpPr>
          <p:spPr>
            <a:xfrm>
              <a:off x="4879447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8" name="Oval 4997">
              <a:extLst>
                <a:ext uri="{FF2B5EF4-FFF2-40B4-BE49-F238E27FC236}">
                  <a16:creationId xmlns:a16="http://schemas.microsoft.com/office/drawing/2014/main" id="{35D18005-246B-3C94-235C-8BFA264505B1}"/>
                </a:ext>
              </a:extLst>
            </p:cNvPr>
            <p:cNvSpPr/>
            <p:nvPr/>
          </p:nvSpPr>
          <p:spPr>
            <a:xfrm>
              <a:off x="4907062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9" name="Oval 4998">
              <a:extLst>
                <a:ext uri="{FF2B5EF4-FFF2-40B4-BE49-F238E27FC236}">
                  <a16:creationId xmlns:a16="http://schemas.microsoft.com/office/drawing/2014/main" id="{FFC054A8-8DA6-F2F1-D19A-AEB21C9C2C1A}"/>
                </a:ext>
              </a:extLst>
            </p:cNvPr>
            <p:cNvSpPr/>
            <p:nvPr/>
          </p:nvSpPr>
          <p:spPr>
            <a:xfrm>
              <a:off x="4934689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0" name="Oval 4999">
              <a:extLst>
                <a:ext uri="{FF2B5EF4-FFF2-40B4-BE49-F238E27FC236}">
                  <a16:creationId xmlns:a16="http://schemas.microsoft.com/office/drawing/2014/main" id="{F086B764-3F0C-4ED7-18EC-9C0EF1A41893}"/>
                </a:ext>
              </a:extLst>
            </p:cNvPr>
            <p:cNvSpPr/>
            <p:nvPr/>
          </p:nvSpPr>
          <p:spPr>
            <a:xfrm>
              <a:off x="4962303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1" name="Oval 5000">
              <a:extLst>
                <a:ext uri="{FF2B5EF4-FFF2-40B4-BE49-F238E27FC236}">
                  <a16:creationId xmlns:a16="http://schemas.microsoft.com/office/drawing/2014/main" id="{9DA5C62B-E6AB-83AD-D62B-7FDA1B90AE4B}"/>
                </a:ext>
              </a:extLst>
            </p:cNvPr>
            <p:cNvSpPr/>
            <p:nvPr/>
          </p:nvSpPr>
          <p:spPr>
            <a:xfrm>
              <a:off x="4989918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2" name="Oval 5001">
              <a:extLst>
                <a:ext uri="{FF2B5EF4-FFF2-40B4-BE49-F238E27FC236}">
                  <a16:creationId xmlns:a16="http://schemas.microsoft.com/office/drawing/2014/main" id="{12C3409D-98C2-A5D7-23B7-D3E8F7A54B6F}"/>
                </a:ext>
              </a:extLst>
            </p:cNvPr>
            <p:cNvSpPr/>
            <p:nvPr/>
          </p:nvSpPr>
          <p:spPr>
            <a:xfrm>
              <a:off x="5017533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3" name="Oval 5002">
              <a:extLst>
                <a:ext uri="{FF2B5EF4-FFF2-40B4-BE49-F238E27FC236}">
                  <a16:creationId xmlns:a16="http://schemas.microsoft.com/office/drawing/2014/main" id="{2C951E47-AA2D-E238-1747-80F6F2F5EA7C}"/>
                </a:ext>
              </a:extLst>
            </p:cNvPr>
            <p:cNvSpPr/>
            <p:nvPr/>
          </p:nvSpPr>
          <p:spPr>
            <a:xfrm>
              <a:off x="5045148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4" name="Oval 5003">
              <a:extLst>
                <a:ext uri="{FF2B5EF4-FFF2-40B4-BE49-F238E27FC236}">
                  <a16:creationId xmlns:a16="http://schemas.microsoft.com/office/drawing/2014/main" id="{41C9EBCD-E4D9-D23D-AE42-8A6A9A78BCDE}"/>
                </a:ext>
              </a:extLst>
            </p:cNvPr>
            <p:cNvSpPr/>
            <p:nvPr/>
          </p:nvSpPr>
          <p:spPr>
            <a:xfrm>
              <a:off x="507276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5" name="Oval 5004">
              <a:extLst>
                <a:ext uri="{FF2B5EF4-FFF2-40B4-BE49-F238E27FC236}">
                  <a16:creationId xmlns:a16="http://schemas.microsoft.com/office/drawing/2014/main" id="{9294F9CD-06A4-A013-8F29-A684939D5221}"/>
                </a:ext>
              </a:extLst>
            </p:cNvPr>
            <p:cNvSpPr/>
            <p:nvPr/>
          </p:nvSpPr>
          <p:spPr>
            <a:xfrm>
              <a:off x="5100377" y="45596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6" name="Oval 5005">
              <a:extLst>
                <a:ext uri="{FF2B5EF4-FFF2-40B4-BE49-F238E27FC236}">
                  <a16:creationId xmlns:a16="http://schemas.microsoft.com/office/drawing/2014/main" id="{70B2A30E-D5C6-0105-73B1-8711924E0FA1}"/>
                </a:ext>
              </a:extLst>
            </p:cNvPr>
            <p:cNvSpPr/>
            <p:nvPr/>
          </p:nvSpPr>
          <p:spPr>
            <a:xfrm>
              <a:off x="5127992" y="455658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7" name="Oval 5006">
              <a:extLst>
                <a:ext uri="{FF2B5EF4-FFF2-40B4-BE49-F238E27FC236}">
                  <a16:creationId xmlns:a16="http://schemas.microsoft.com/office/drawing/2014/main" id="{0DA22341-0FAE-F326-B0B6-BA0DF3882765}"/>
                </a:ext>
              </a:extLst>
            </p:cNvPr>
            <p:cNvSpPr/>
            <p:nvPr/>
          </p:nvSpPr>
          <p:spPr>
            <a:xfrm>
              <a:off x="5155618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8" name="Oval 5007">
              <a:extLst>
                <a:ext uri="{FF2B5EF4-FFF2-40B4-BE49-F238E27FC236}">
                  <a16:creationId xmlns:a16="http://schemas.microsoft.com/office/drawing/2014/main" id="{B2FBFC03-AC0E-D48B-40D6-0C9D94E66679}"/>
                </a:ext>
              </a:extLst>
            </p:cNvPr>
            <p:cNvSpPr/>
            <p:nvPr/>
          </p:nvSpPr>
          <p:spPr>
            <a:xfrm>
              <a:off x="5183233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9" name="Oval 5008">
              <a:extLst>
                <a:ext uri="{FF2B5EF4-FFF2-40B4-BE49-F238E27FC236}">
                  <a16:creationId xmlns:a16="http://schemas.microsoft.com/office/drawing/2014/main" id="{978A4E19-7EF2-C515-CE2B-860734B4AD5D}"/>
                </a:ext>
              </a:extLst>
            </p:cNvPr>
            <p:cNvSpPr/>
            <p:nvPr/>
          </p:nvSpPr>
          <p:spPr>
            <a:xfrm>
              <a:off x="5210848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0" name="Oval 5009">
              <a:extLst>
                <a:ext uri="{FF2B5EF4-FFF2-40B4-BE49-F238E27FC236}">
                  <a16:creationId xmlns:a16="http://schemas.microsoft.com/office/drawing/2014/main" id="{BD4C725E-3070-737A-6FE0-1651408E3784}"/>
                </a:ext>
              </a:extLst>
            </p:cNvPr>
            <p:cNvSpPr/>
            <p:nvPr/>
          </p:nvSpPr>
          <p:spPr>
            <a:xfrm>
              <a:off x="5238463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1" name="Oval 5010">
              <a:extLst>
                <a:ext uri="{FF2B5EF4-FFF2-40B4-BE49-F238E27FC236}">
                  <a16:creationId xmlns:a16="http://schemas.microsoft.com/office/drawing/2014/main" id="{A01FD726-1EFC-02F0-8351-ABDA45D54494}"/>
                </a:ext>
              </a:extLst>
            </p:cNvPr>
            <p:cNvSpPr/>
            <p:nvPr/>
          </p:nvSpPr>
          <p:spPr>
            <a:xfrm>
              <a:off x="526607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2" name="Oval 5011">
              <a:extLst>
                <a:ext uri="{FF2B5EF4-FFF2-40B4-BE49-F238E27FC236}">
                  <a16:creationId xmlns:a16="http://schemas.microsoft.com/office/drawing/2014/main" id="{1FD67AF3-1517-D6E4-E276-D49EAB78528D}"/>
                </a:ext>
              </a:extLst>
            </p:cNvPr>
            <p:cNvSpPr/>
            <p:nvPr/>
          </p:nvSpPr>
          <p:spPr>
            <a:xfrm>
              <a:off x="529369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3" name="Oval 5012">
              <a:extLst>
                <a:ext uri="{FF2B5EF4-FFF2-40B4-BE49-F238E27FC236}">
                  <a16:creationId xmlns:a16="http://schemas.microsoft.com/office/drawing/2014/main" id="{E79013F5-B17F-0834-9B18-1EEFFA025A11}"/>
                </a:ext>
              </a:extLst>
            </p:cNvPr>
            <p:cNvSpPr/>
            <p:nvPr/>
          </p:nvSpPr>
          <p:spPr>
            <a:xfrm>
              <a:off x="532130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4" name="Oval 5013">
              <a:extLst>
                <a:ext uri="{FF2B5EF4-FFF2-40B4-BE49-F238E27FC236}">
                  <a16:creationId xmlns:a16="http://schemas.microsoft.com/office/drawing/2014/main" id="{36C87348-726F-DB51-1D8C-64BEF4DC6572}"/>
                </a:ext>
              </a:extLst>
            </p:cNvPr>
            <p:cNvSpPr/>
            <p:nvPr/>
          </p:nvSpPr>
          <p:spPr>
            <a:xfrm>
              <a:off x="5348922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5" name="Oval 5014">
              <a:extLst>
                <a:ext uri="{FF2B5EF4-FFF2-40B4-BE49-F238E27FC236}">
                  <a16:creationId xmlns:a16="http://schemas.microsoft.com/office/drawing/2014/main" id="{1E1B0DE5-4307-1539-0239-32F038C390FE}"/>
                </a:ext>
              </a:extLst>
            </p:cNvPr>
            <p:cNvSpPr/>
            <p:nvPr/>
          </p:nvSpPr>
          <p:spPr>
            <a:xfrm>
              <a:off x="5376548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6" name="Oval 5015">
              <a:extLst>
                <a:ext uri="{FF2B5EF4-FFF2-40B4-BE49-F238E27FC236}">
                  <a16:creationId xmlns:a16="http://schemas.microsoft.com/office/drawing/2014/main" id="{2EC6FF5F-8AA7-44DE-AF7B-542B719BC4DA}"/>
                </a:ext>
              </a:extLst>
            </p:cNvPr>
            <p:cNvSpPr/>
            <p:nvPr/>
          </p:nvSpPr>
          <p:spPr>
            <a:xfrm>
              <a:off x="5404163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7" name="Oval 5016">
              <a:extLst>
                <a:ext uri="{FF2B5EF4-FFF2-40B4-BE49-F238E27FC236}">
                  <a16:creationId xmlns:a16="http://schemas.microsoft.com/office/drawing/2014/main" id="{911DE167-CC53-950E-781C-70735C8568EE}"/>
                </a:ext>
              </a:extLst>
            </p:cNvPr>
            <p:cNvSpPr/>
            <p:nvPr/>
          </p:nvSpPr>
          <p:spPr>
            <a:xfrm>
              <a:off x="543177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8" name="Oval 5017">
              <a:extLst>
                <a:ext uri="{FF2B5EF4-FFF2-40B4-BE49-F238E27FC236}">
                  <a16:creationId xmlns:a16="http://schemas.microsoft.com/office/drawing/2014/main" id="{30491C16-43BF-9A8B-D116-85A849BC200A}"/>
                </a:ext>
              </a:extLst>
            </p:cNvPr>
            <p:cNvSpPr/>
            <p:nvPr/>
          </p:nvSpPr>
          <p:spPr>
            <a:xfrm>
              <a:off x="545939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9" name="Oval 5018">
              <a:extLst>
                <a:ext uri="{FF2B5EF4-FFF2-40B4-BE49-F238E27FC236}">
                  <a16:creationId xmlns:a16="http://schemas.microsoft.com/office/drawing/2014/main" id="{D67E04EA-6F47-7AD5-4EBE-E6A361F19AB0}"/>
                </a:ext>
              </a:extLst>
            </p:cNvPr>
            <p:cNvSpPr/>
            <p:nvPr/>
          </p:nvSpPr>
          <p:spPr>
            <a:xfrm>
              <a:off x="548700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0" name="Oval 5019">
              <a:extLst>
                <a:ext uri="{FF2B5EF4-FFF2-40B4-BE49-F238E27FC236}">
                  <a16:creationId xmlns:a16="http://schemas.microsoft.com/office/drawing/2014/main" id="{C451198D-3B51-4304-FA5E-85BE387CDDBE}"/>
                </a:ext>
              </a:extLst>
            </p:cNvPr>
            <p:cNvSpPr/>
            <p:nvPr/>
          </p:nvSpPr>
          <p:spPr>
            <a:xfrm>
              <a:off x="551462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1" name="Oval 5020">
              <a:extLst>
                <a:ext uri="{FF2B5EF4-FFF2-40B4-BE49-F238E27FC236}">
                  <a16:creationId xmlns:a16="http://schemas.microsoft.com/office/drawing/2014/main" id="{600C2427-9C46-CE49-3309-792CD6C90C72}"/>
                </a:ext>
              </a:extLst>
            </p:cNvPr>
            <p:cNvSpPr/>
            <p:nvPr/>
          </p:nvSpPr>
          <p:spPr>
            <a:xfrm>
              <a:off x="5542236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2" name="Oval 5021">
              <a:extLst>
                <a:ext uri="{FF2B5EF4-FFF2-40B4-BE49-F238E27FC236}">
                  <a16:creationId xmlns:a16="http://schemas.microsoft.com/office/drawing/2014/main" id="{9B7EC44B-38EC-98CF-D52E-10F0A32B56D7}"/>
                </a:ext>
              </a:extLst>
            </p:cNvPr>
            <p:cNvSpPr/>
            <p:nvPr/>
          </p:nvSpPr>
          <p:spPr>
            <a:xfrm>
              <a:off x="5569851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3" name="Oval 5022">
              <a:extLst>
                <a:ext uri="{FF2B5EF4-FFF2-40B4-BE49-F238E27FC236}">
                  <a16:creationId xmlns:a16="http://schemas.microsoft.com/office/drawing/2014/main" id="{DC90C740-6007-D781-1C18-A78981F35E33}"/>
                </a:ext>
              </a:extLst>
            </p:cNvPr>
            <p:cNvSpPr/>
            <p:nvPr/>
          </p:nvSpPr>
          <p:spPr>
            <a:xfrm>
              <a:off x="5597466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4" name="Oval 5023">
              <a:extLst>
                <a:ext uri="{FF2B5EF4-FFF2-40B4-BE49-F238E27FC236}">
                  <a16:creationId xmlns:a16="http://schemas.microsoft.com/office/drawing/2014/main" id="{6CCEB3A7-58B7-2E7D-0CB8-DFC497FE2D53}"/>
                </a:ext>
              </a:extLst>
            </p:cNvPr>
            <p:cNvSpPr/>
            <p:nvPr/>
          </p:nvSpPr>
          <p:spPr>
            <a:xfrm>
              <a:off x="562509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5" name="Oval 5024">
              <a:extLst>
                <a:ext uri="{FF2B5EF4-FFF2-40B4-BE49-F238E27FC236}">
                  <a16:creationId xmlns:a16="http://schemas.microsoft.com/office/drawing/2014/main" id="{8AB4161A-FCD9-9050-B9EC-E4E52747F12D}"/>
                </a:ext>
              </a:extLst>
            </p:cNvPr>
            <p:cNvSpPr/>
            <p:nvPr/>
          </p:nvSpPr>
          <p:spPr>
            <a:xfrm>
              <a:off x="565270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6" name="Oval 5025">
              <a:extLst>
                <a:ext uri="{FF2B5EF4-FFF2-40B4-BE49-F238E27FC236}">
                  <a16:creationId xmlns:a16="http://schemas.microsoft.com/office/drawing/2014/main" id="{8CC13019-E0DC-8EE8-FFD3-C6F55E74E3D4}"/>
                </a:ext>
              </a:extLst>
            </p:cNvPr>
            <p:cNvSpPr/>
            <p:nvPr/>
          </p:nvSpPr>
          <p:spPr>
            <a:xfrm>
              <a:off x="568032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7" name="Oval 5026">
              <a:extLst>
                <a:ext uri="{FF2B5EF4-FFF2-40B4-BE49-F238E27FC236}">
                  <a16:creationId xmlns:a16="http://schemas.microsoft.com/office/drawing/2014/main" id="{F0E3778A-2376-DBE9-DDE4-E53377967DAF}"/>
                </a:ext>
              </a:extLst>
            </p:cNvPr>
            <p:cNvSpPr/>
            <p:nvPr/>
          </p:nvSpPr>
          <p:spPr>
            <a:xfrm>
              <a:off x="570793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8" name="Oval 5027">
              <a:extLst>
                <a:ext uri="{FF2B5EF4-FFF2-40B4-BE49-F238E27FC236}">
                  <a16:creationId xmlns:a16="http://schemas.microsoft.com/office/drawing/2014/main" id="{10A39EF9-DB21-E7A9-521F-B39C768DA803}"/>
                </a:ext>
              </a:extLst>
            </p:cNvPr>
            <p:cNvSpPr/>
            <p:nvPr/>
          </p:nvSpPr>
          <p:spPr>
            <a:xfrm>
              <a:off x="5735551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9" name="Oval 5028">
              <a:extLst>
                <a:ext uri="{FF2B5EF4-FFF2-40B4-BE49-F238E27FC236}">
                  <a16:creationId xmlns:a16="http://schemas.microsoft.com/office/drawing/2014/main" id="{68DDDD13-5B05-DA60-14F4-54589B77EE1F}"/>
                </a:ext>
              </a:extLst>
            </p:cNvPr>
            <p:cNvSpPr/>
            <p:nvPr/>
          </p:nvSpPr>
          <p:spPr>
            <a:xfrm>
              <a:off x="5763166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0" name="Oval 5029">
              <a:extLst>
                <a:ext uri="{FF2B5EF4-FFF2-40B4-BE49-F238E27FC236}">
                  <a16:creationId xmlns:a16="http://schemas.microsoft.com/office/drawing/2014/main" id="{4D18AD1C-9F8C-1F5A-7F6D-4FA3B0BC3163}"/>
                </a:ext>
              </a:extLst>
            </p:cNvPr>
            <p:cNvSpPr/>
            <p:nvPr/>
          </p:nvSpPr>
          <p:spPr>
            <a:xfrm>
              <a:off x="5790781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1" name="Oval 5030">
              <a:extLst>
                <a:ext uri="{FF2B5EF4-FFF2-40B4-BE49-F238E27FC236}">
                  <a16:creationId xmlns:a16="http://schemas.microsoft.com/office/drawing/2014/main" id="{21110DC2-AC56-C46E-B942-6E1EA0D7E80F}"/>
                </a:ext>
              </a:extLst>
            </p:cNvPr>
            <p:cNvSpPr/>
            <p:nvPr/>
          </p:nvSpPr>
          <p:spPr>
            <a:xfrm>
              <a:off x="5818396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2" name="Oval 5031">
              <a:extLst>
                <a:ext uri="{FF2B5EF4-FFF2-40B4-BE49-F238E27FC236}">
                  <a16:creationId xmlns:a16="http://schemas.microsoft.com/office/drawing/2014/main" id="{93522F39-F2BF-511C-2190-57AA4573885B}"/>
                </a:ext>
              </a:extLst>
            </p:cNvPr>
            <p:cNvSpPr/>
            <p:nvPr/>
          </p:nvSpPr>
          <p:spPr>
            <a:xfrm>
              <a:off x="584602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3" name="Oval 5032">
              <a:extLst>
                <a:ext uri="{FF2B5EF4-FFF2-40B4-BE49-F238E27FC236}">
                  <a16:creationId xmlns:a16="http://schemas.microsoft.com/office/drawing/2014/main" id="{E4257EF5-96FF-D8E1-D729-F99751B1B723}"/>
                </a:ext>
              </a:extLst>
            </p:cNvPr>
            <p:cNvSpPr/>
            <p:nvPr/>
          </p:nvSpPr>
          <p:spPr>
            <a:xfrm>
              <a:off x="5873637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4" name="Oval 5033">
              <a:extLst>
                <a:ext uri="{FF2B5EF4-FFF2-40B4-BE49-F238E27FC236}">
                  <a16:creationId xmlns:a16="http://schemas.microsoft.com/office/drawing/2014/main" id="{962D2180-6B0D-1098-03FF-7FF44064E82E}"/>
                </a:ext>
              </a:extLst>
            </p:cNvPr>
            <p:cNvSpPr/>
            <p:nvPr/>
          </p:nvSpPr>
          <p:spPr>
            <a:xfrm>
              <a:off x="5901251" y="456114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748" name="Group 4747">
            <a:extLst>
              <a:ext uri="{FF2B5EF4-FFF2-40B4-BE49-F238E27FC236}">
                <a16:creationId xmlns:a16="http://schemas.microsoft.com/office/drawing/2014/main" id="{A5DB8E90-756C-189A-476B-E4B9718E69B0}"/>
              </a:ext>
            </a:extLst>
          </p:cNvPr>
          <p:cNvGrpSpPr/>
          <p:nvPr/>
        </p:nvGrpSpPr>
        <p:grpSpPr>
          <a:xfrm>
            <a:off x="351002" y="3053801"/>
            <a:ext cx="2680360" cy="1837999"/>
            <a:chOff x="351002" y="3053801"/>
            <a:chExt cx="2680360" cy="1837999"/>
          </a:xfrm>
        </p:grpSpPr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32D966A-347D-5972-7C3B-913EA6DD169F}"/>
                </a:ext>
              </a:extLst>
            </p:cNvPr>
            <p:cNvSpPr/>
            <p:nvPr/>
          </p:nvSpPr>
          <p:spPr>
            <a:xfrm>
              <a:off x="653739" y="3071335"/>
              <a:ext cx="2372462" cy="1493655"/>
            </a:xfrm>
            <a:custGeom>
              <a:avLst/>
              <a:gdLst>
                <a:gd name="csX0" fmla="*/ 0 w 2372462"/>
                <a:gd name="csY0" fmla="*/ 1493656 h 1493655"/>
                <a:gd name="csX1" fmla="*/ 2372463 w 2372462"/>
                <a:gd name="csY1" fmla="*/ 1493656 h 1493655"/>
                <a:gd name="csX2" fmla="*/ 2372463 w 2372462"/>
                <a:gd name="csY2" fmla="*/ 0 h 1493655"/>
                <a:gd name="csX3" fmla="*/ 0 w 2372462"/>
                <a:gd name="csY3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72462" h="1493655">
                  <a:moveTo>
                    <a:pt x="0" y="1493656"/>
                  </a:moveTo>
                  <a:lnTo>
                    <a:pt x="2372463" y="1493656"/>
                  </a:lnTo>
                  <a:lnTo>
                    <a:pt x="23724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746555DC-2858-0623-2874-F17A5A7AA250}"/>
                </a:ext>
              </a:extLst>
            </p:cNvPr>
            <p:cNvSpPr/>
            <p:nvPr/>
          </p:nvSpPr>
          <p:spPr>
            <a:xfrm>
              <a:off x="982181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5" name="Freeform 3194">
              <a:extLst>
                <a:ext uri="{FF2B5EF4-FFF2-40B4-BE49-F238E27FC236}">
                  <a16:creationId xmlns:a16="http://schemas.microsoft.com/office/drawing/2014/main" id="{9F1D14AA-B0FA-E3DF-CEF4-CF9D6C01F818}"/>
                </a:ext>
              </a:extLst>
            </p:cNvPr>
            <p:cNvSpPr/>
            <p:nvPr/>
          </p:nvSpPr>
          <p:spPr>
            <a:xfrm>
              <a:off x="1312099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6" name="Freeform 3195">
              <a:extLst>
                <a:ext uri="{FF2B5EF4-FFF2-40B4-BE49-F238E27FC236}">
                  <a16:creationId xmlns:a16="http://schemas.microsoft.com/office/drawing/2014/main" id="{7552749B-C425-0D26-81BC-25FA1A1441C8}"/>
                </a:ext>
              </a:extLst>
            </p:cNvPr>
            <p:cNvSpPr/>
            <p:nvPr/>
          </p:nvSpPr>
          <p:spPr>
            <a:xfrm>
              <a:off x="1642013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7" name="Freeform 3196">
              <a:extLst>
                <a:ext uri="{FF2B5EF4-FFF2-40B4-BE49-F238E27FC236}">
                  <a16:creationId xmlns:a16="http://schemas.microsoft.com/office/drawing/2014/main" id="{4BA562CF-4B96-99CF-3969-55094FCB3B42}"/>
                </a:ext>
              </a:extLst>
            </p:cNvPr>
            <p:cNvSpPr/>
            <p:nvPr/>
          </p:nvSpPr>
          <p:spPr>
            <a:xfrm>
              <a:off x="1971937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8" name="Freeform 3197">
              <a:extLst>
                <a:ext uri="{FF2B5EF4-FFF2-40B4-BE49-F238E27FC236}">
                  <a16:creationId xmlns:a16="http://schemas.microsoft.com/office/drawing/2014/main" id="{3D6D57D9-6CED-D01E-6EE9-20C54882ECB1}"/>
                </a:ext>
              </a:extLst>
            </p:cNvPr>
            <p:cNvSpPr/>
            <p:nvPr/>
          </p:nvSpPr>
          <p:spPr>
            <a:xfrm>
              <a:off x="2301850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9" name="Freeform 3198">
              <a:extLst>
                <a:ext uri="{FF2B5EF4-FFF2-40B4-BE49-F238E27FC236}">
                  <a16:creationId xmlns:a16="http://schemas.microsoft.com/office/drawing/2014/main" id="{0C722EC6-D665-9845-6C93-ABB300A4FAC1}"/>
                </a:ext>
              </a:extLst>
            </p:cNvPr>
            <p:cNvSpPr/>
            <p:nvPr/>
          </p:nvSpPr>
          <p:spPr>
            <a:xfrm>
              <a:off x="2631774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96" name="Freeform 4095">
              <a:extLst>
                <a:ext uri="{FF2B5EF4-FFF2-40B4-BE49-F238E27FC236}">
                  <a16:creationId xmlns:a16="http://schemas.microsoft.com/office/drawing/2014/main" id="{834B9966-4B3F-8653-D8D4-64963F02A076}"/>
                </a:ext>
              </a:extLst>
            </p:cNvPr>
            <p:cNvSpPr/>
            <p:nvPr/>
          </p:nvSpPr>
          <p:spPr>
            <a:xfrm>
              <a:off x="2961687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97" name="Freeform 4096">
              <a:extLst>
                <a:ext uri="{FF2B5EF4-FFF2-40B4-BE49-F238E27FC236}">
                  <a16:creationId xmlns:a16="http://schemas.microsoft.com/office/drawing/2014/main" id="{EBE46B1A-05F6-2CE2-EA67-32B31FF705D0}"/>
                </a:ext>
              </a:extLst>
            </p:cNvPr>
            <p:cNvSpPr/>
            <p:nvPr/>
          </p:nvSpPr>
          <p:spPr>
            <a:xfrm>
              <a:off x="653739" y="4564991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98" name="Freeform 4097">
              <a:extLst>
                <a:ext uri="{FF2B5EF4-FFF2-40B4-BE49-F238E27FC236}">
                  <a16:creationId xmlns:a16="http://schemas.microsoft.com/office/drawing/2014/main" id="{B055D930-446F-0746-7D21-1159E82AEC23}"/>
                </a:ext>
              </a:extLst>
            </p:cNvPr>
            <p:cNvSpPr/>
            <p:nvPr/>
          </p:nvSpPr>
          <p:spPr>
            <a:xfrm>
              <a:off x="653739" y="4272119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99" name="Freeform 4098">
              <a:extLst>
                <a:ext uri="{FF2B5EF4-FFF2-40B4-BE49-F238E27FC236}">
                  <a16:creationId xmlns:a16="http://schemas.microsoft.com/office/drawing/2014/main" id="{3A3D9ADF-0C79-384D-2827-FD6FA8BE3555}"/>
                </a:ext>
              </a:extLst>
            </p:cNvPr>
            <p:cNvSpPr/>
            <p:nvPr/>
          </p:nvSpPr>
          <p:spPr>
            <a:xfrm>
              <a:off x="653739" y="3979244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0" name="Freeform 4099">
              <a:extLst>
                <a:ext uri="{FF2B5EF4-FFF2-40B4-BE49-F238E27FC236}">
                  <a16:creationId xmlns:a16="http://schemas.microsoft.com/office/drawing/2014/main" id="{D5EB1FB4-1953-04E0-D7C5-2EAA631DE140}"/>
                </a:ext>
              </a:extLst>
            </p:cNvPr>
            <p:cNvSpPr/>
            <p:nvPr/>
          </p:nvSpPr>
          <p:spPr>
            <a:xfrm>
              <a:off x="653739" y="3686370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1" name="Freeform 4100">
              <a:extLst>
                <a:ext uri="{FF2B5EF4-FFF2-40B4-BE49-F238E27FC236}">
                  <a16:creationId xmlns:a16="http://schemas.microsoft.com/office/drawing/2014/main" id="{2209F3B3-785E-1D5C-B1F2-597A2ADB79DD}"/>
                </a:ext>
              </a:extLst>
            </p:cNvPr>
            <p:cNvSpPr/>
            <p:nvPr/>
          </p:nvSpPr>
          <p:spPr>
            <a:xfrm>
              <a:off x="653739" y="3393497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2" name="Freeform 4101">
              <a:extLst>
                <a:ext uri="{FF2B5EF4-FFF2-40B4-BE49-F238E27FC236}">
                  <a16:creationId xmlns:a16="http://schemas.microsoft.com/office/drawing/2014/main" id="{0E7BB10A-BC0F-A17C-53A2-5C3531B9EEB4}"/>
                </a:ext>
              </a:extLst>
            </p:cNvPr>
            <p:cNvSpPr/>
            <p:nvPr/>
          </p:nvSpPr>
          <p:spPr>
            <a:xfrm>
              <a:off x="653739" y="3100623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231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3" name="Freeform 4102">
              <a:extLst>
                <a:ext uri="{FF2B5EF4-FFF2-40B4-BE49-F238E27FC236}">
                  <a16:creationId xmlns:a16="http://schemas.microsoft.com/office/drawing/2014/main" id="{A870595B-479C-CC61-AD71-4770AB6EC1FC}"/>
                </a:ext>
              </a:extLst>
            </p:cNvPr>
            <p:cNvSpPr/>
            <p:nvPr/>
          </p:nvSpPr>
          <p:spPr>
            <a:xfrm>
              <a:off x="653739" y="4564991"/>
              <a:ext cx="2372462" cy="1162"/>
            </a:xfrm>
            <a:custGeom>
              <a:avLst/>
              <a:gdLst>
                <a:gd name="csX0" fmla="*/ 0 w 2372462"/>
                <a:gd name="csY0" fmla="*/ 0 h 1162"/>
                <a:gd name="csX1" fmla="*/ 2372463 w 2372462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372462" h="1162">
                  <a:moveTo>
                    <a:pt x="0" y="0"/>
                  </a:moveTo>
                  <a:lnTo>
                    <a:pt x="2372463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4" name="Freeform 4103">
              <a:extLst>
                <a:ext uri="{FF2B5EF4-FFF2-40B4-BE49-F238E27FC236}">
                  <a16:creationId xmlns:a16="http://schemas.microsoft.com/office/drawing/2014/main" id="{A314FFE0-1EB5-D99B-8792-855C8EEA702A}"/>
                </a:ext>
              </a:extLst>
            </p:cNvPr>
            <p:cNvSpPr/>
            <p:nvPr/>
          </p:nvSpPr>
          <p:spPr>
            <a:xfrm>
              <a:off x="982181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5" name="Freeform 4104">
              <a:extLst>
                <a:ext uri="{FF2B5EF4-FFF2-40B4-BE49-F238E27FC236}">
                  <a16:creationId xmlns:a16="http://schemas.microsoft.com/office/drawing/2014/main" id="{BF952F5D-4B51-DB45-D26F-E716571E5D82}"/>
                </a:ext>
              </a:extLst>
            </p:cNvPr>
            <p:cNvSpPr/>
            <p:nvPr/>
          </p:nvSpPr>
          <p:spPr>
            <a:xfrm>
              <a:off x="1312099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6" name="Freeform 4105">
              <a:extLst>
                <a:ext uri="{FF2B5EF4-FFF2-40B4-BE49-F238E27FC236}">
                  <a16:creationId xmlns:a16="http://schemas.microsoft.com/office/drawing/2014/main" id="{D5B17198-AE41-8BFA-828F-E86C6FC64B89}"/>
                </a:ext>
              </a:extLst>
            </p:cNvPr>
            <p:cNvSpPr/>
            <p:nvPr/>
          </p:nvSpPr>
          <p:spPr>
            <a:xfrm>
              <a:off x="1642013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7" name="Freeform 4106">
              <a:extLst>
                <a:ext uri="{FF2B5EF4-FFF2-40B4-BE49-F238E27FC236}">
                  <a16:creationId xmlns:a16="http://schemas.microsoft.com/office/drawing/2014/main" id="{7B77D89A-3143-662B-4F0E-00D3D282BEC7}"/>
                </a:ext>
              </a:extLst>
            </p:cNvPr>
            <p:cNvSpPr/>
            <p:nvPr/>
          </p:nvSpPr>
          <p:spPr>
            <a:xfrm>
              <a:off x="1971937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8" name="Freeform 4107">
              <a:extLst>
                <a:ext uri="{FF2B5EF4-FFF2-40B4-BE49-F238E27FC236}">
                  <a16:creationId xmlns:a16="http://schemas.microsoft.com/office/drawing/2014/main" id="{C09C0F81-CE32-B76A-7AD2-C182EE8AFDAE}"/>
                </a:ext>
              </a:extLst>
            </p:cNvPr>
            <p:cNvSpPr/>
            <p:nvPr/>
          </p:nvSpPr>
          <p:spPr>
            <a:xfrm>
              <a:off x="2301850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09" name="Freeform 4108">
              <a:extLst>
                <a:ext uri="{FF2B5EF4-FFF2-40B4-BE49-F238E27FC236}">
                  <a16:creationId xmlns:a16="http://schemas.microsoft.com/office/drawing/2014/main" id="{873701B7-8CEF-006E-ED68-C245A44E70B8}"/>
                </a:ext>
              </a:extLst>
            </p:cNvPr>
            <p:cNvSpPr/>
            <p:nvPr/>
          </p:nvSpPr>
          <p:spPr>
            <a:xfrm>
              <a:off x="2631774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0" name="Freeform 4109">
              <a:extLst>
                <a:ext uri="{FF2B5EF4-FFF2-40B4-BE49-F238E27FC236}">
                  <a16:creationId xmlns:a16="http://schemas.microsoft.com/office/drawing/2014/main" id="{07327644-741B-2CE4-9BCF-11438F720234}"/>
                </a:ext>
              </a:extLst>
            </p:cNvPr>
            <p:cNvSpPr/>
            <p:nvPr/>
          </p:nvSpPr>
          <p:spPr>
            <a:xfrm>
              <a:off x="2961687" y="4543025"/>
              <a:ext cx="1162" cy="21966"/>
            </a:xfrm>
            <a:custGeom>
              <a:avLst/>
              <a:gdLst>
                <a:gd name="csX0" fmla="*/ 0 w 1162"/>
                <a:gd name="csY0" fmla="*/ 21966 h 21966"/>
                <a:gd name="csX1" fmla="*/ 0 w 1162"/>
                <a:gd name="csY1" fmla="*/ 0 h 21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21966">
                  <a:moveTo>
                    <a:pt x="0" y="2196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1" name="Freeform 4110">
              <a:extLst>
                <a:ext uri="{FF2B5EF4-FFF2-40B4-BE49-F238E27FC236}">
                  <a16:creationId xmlns:a16="http://schemas.microsoft.com/office/drawing/2014/main" id="{EF432DE6-B21F-E9D8-6C01-8E414043FDB4}"/>
                </a:ext>
              </a:extLst>
            </p:cNvPr>
            <p:cNvSpPr/>
            <p:nvPr/>
          </p:nvSpPr>
          <p:spPr>
            <a:xfrm>
              <a:off x="914232" y="4609900"/>
              <a:ext cx="53813" cy="90375"/>
            </a:xfrm>
            <a:custGeom>
              <a:avLst/>
              <a:gdLst>
                <a:gd name="csX0" fmla="*/ 1756 w 53813"/>
                <a:gd name="csY0" fmla="*/ 80090 h 90375"/>
                <a:gd name="csX1" fmla="*/ 21732 w 53813"/>
                <a:gd name="csY1" fmla="*/ 80090 h 90375"/>
                <a:gd name="csX2" fmla="*/ 21732 w 53813"/>
                <a:gd name="csY2" fmla="*/ 11134 h 90375"/>
                <a:gd name="csX3" fmla="*/ 0 w 53813"/>
                <a:gd name="csY3" fmla="*/ 15493 h 90375"/>
                <a:gd name="csX4" fmla="*/ 0 w 53813"/>
                <a:gd name="csY4" fmla="*/ 4358 h 90375"/>
                <a:gd name="csX5" fmla="*/ 21611 w 53813"/>
                <a:gd name="csY5" fmla="*/ 0 h 90375"/>
                <a:gd name="csX6" fmla="*/ 33839 w 53813"/>
                <a:gd name="csY6" fmla="*/ 0 h 90375"/>
                <a:gd name="csX7" fmla="*/ 33839 w 53813"/>
                <a:gd name="csY7" fmla="*/ 80090 h 90375"/>
                <a:gd name="csX8" fmla="*/ 53814 w 53813"/>
                <a:gd name="csY8" fmla="*/ 80090 h 90375"/>
                <a:gd name="csX9" fmla="*/ 53814 w 53813"/>
                <a:gd name="csY9" fmla="*/ 90376 h 90375"/>
                <a:gd name="csX10" fmla="*/ 1756 w 53813"/>
                <a:gd name="csY10" fmla="*/ 90376 h 90375"/>
                <a:gd name="csX11" fmla="*/ 1756 w 53813"/>
                <a:gd name="csY11" fmla="*/ 8009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3813" h="90375">
                  <a:moveTo>
                    <a:pt x="1756" y="80090"/>
                  </a:moveTo>
                  <a:lnTo>
                    <a:pt x="21732" y="80090"/>
                  </a:lnTo>
                  <a:lnTo>
                    <a:pt x="21732" y="11134"/>
                  </a:lnTo>
                  <a:lnTo>
                    <a:pt x="0" y="15493"/>
                  </a:lnTo>
                  <a:lnTo>
                    <a:pt x="0" y="4358"/>
                  </a:lnTo>
                  <a:lnTo>
                    <a:pt x="21611" y="0"/>
                  </a:lnTo>
                  <a:lnTo>
                    <a:pt x="33839" y="0"/>
                  </a:lnTo>
                  <a:lnTo>
                    <a:pt x="33839" y="80090"/>
                  </a:lnTo>
                  <a:lnTo>
                    <a:pt x="53814" y="80090"/>
                  </a:lnTo>
                  <a:lnTo>
                    <a:pt x="53814" y="90376"/>
                  </a:lnTo>
                  <a:lnTo>
                    <a:pt x="1756" y="90376"/>
                  </a:lnTo>
                  <a:lnTo>
                    <a:pt x="1756" y="8009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2" name="Freeform 4111">
              <a:extLst>
                <a:ext uri="{FF2B5EF4-FFF2-40B4-BE49-F238E27FC236}">
                  <a16:creationId xmlns:a16="http://schemas.microsoft.com/office/drawing/2014/main" id="{DCFDB0DA-A277-E37A-99D0-392B5E8FB321}"/>
                </a:ext>
              </a:extLst>
            </p:cNvPr>
            <p:cNvSpPr/>
            <p:nvPr/>
          </p:nvSpPr>
          <p:spPr>
            <a:xfrm>
              <a:off x="987658" y="4608261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09 w 62470"/>
                <a:gd name="csY1" fmla="*/ 19014 h 93769"/>
                <a:gd name="csX2" fmla="*/ 12288 w 62470"/>
                <a:gd name="csY2" fmla="*/ 46919 h 93769"/>
                <a:gd name="csX3" fmla="*/ 17009 w 62470"/>
                <a:gd name="csY3" fmla="*/ 74825 h 93769"/>
                <a:gd name="csX4" fmla="*/ 31235 w 62470"/>
                <a:gd name="csY4" fmla="*/ 84088 h 93769"/>
                <a:gd name="csX5" fmla="*/ 45460 w 62470"/>
                <a:gd name="csY5" fmla="*/ 74825 h 93769"/>
                <a:gd name="csX6" fmla="*/ 50242 w 62470"/>
                <a:gd name="csY6" fmla="*/ 46919 h 93769"/>
                <a:gd name="csX7" fmla="*/ 45460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09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09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2" y="81000"/>
                    <a:pt x="45460" y="74825"/>
                  </a:cubicBezTo>
                  <a:cubicBezTo>
                    <a:pt x="48648" y="68611"/>
                    <a:pt x="50242" y="59309"/>
                    <a:pt x="50242" y="46919"/>
                  </a:cubicBezTo>
                  <a:cubicBezTo>
                    <a:pt x="50242" y="34491"/>
                    <a:pt x="48648" y="25190"/>
                    <a:pt x="45460" y="19014"/>
                  </a:cubicBezTo>
                  <a:cubicBezTo>
                    <a:pt x="42312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3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3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3" name="Freeform 4112">
              <a:extLst>
                <a:ext uri="{FF2B5EF4-FFF2-40B4-BE49-F238E27FC236}">
                  <a16:creationId xmlns:a16="http://schemas.microsoft.com/office/drawing/2014/main" id="{A926FCEB-964E-B8BE-6713-F7E2FF7BCF86}"/>
                </a:ext>
              </a:extLst>
            </p:cNvPr>
            <p:cNvSpPr/>
            <p:nvPr/>
          </p:nvSpPr>
          <p:spPr>
            <a:xfrm>
              <a:off x="1241880" y="4608261"/>
              <a:ext cx="57385" cy="92014"/>
            </a:xfrm>
            <a:custGeom>
              <a:avLst/>
              <a:gdLst>
                <a:gd name="csX0" fmla="*/ 14710 w 57385"/>
                <a:gd name="csY0" fmla="*/ 81728 h 92014"/>
                <a:gd name="csX1" fmla="*/ 57385 w 57385"/>
                <a:gd name="csY1" fmla="*/ 81728 h 92014"/>
                <a:gd name="csX2" fmla="*/ 57385 w 57385"/>
                <a:gd name="csY2" fmla="*/ 92014 h 92014"/>
                <a:gd name="csX3" fmla="*/ 0 w 57385"/>
                <a:gd name="csY3" fmla="*/ 92014 h 92014"/>
                <a:gd name="csX4" fmla="*/ 0 w 57385"/>
                <a:gd name="csY4" fmla="*/ 81728 h 92014"/>
                <a:gd name="csX5" fmla="*/ 18947 w 57385"/>
                <a:gd name="csY5" fmla="*/ 62412 h 92014"/>
                <a:gd name="csX6" fmla="*/ 34080 w 57385"/>
                <a:gd name="csY6" fmla="*/ 46734 h 92014"/>
                <a:gd name="csX7" fmla="*/ 42252 w 57385"/>
                <a:gd name="csY7" fmla="*/ 35599 h 92014"/>
                <a:gd name="csX8" fmla="*/ 44614 w 57385"/>
                <a:gd name="csY8" fmla="*/ 26580 h 92014"/>
                <a:gd name="csX9" fmla="*/ 39529 w 57385"/>
                <a:gd name="csY9" fmla="*/ 14830 h 92014"/>
                <a:gd name="csX10" fmla="*/ 26393 w 57385"/>
                <a:gd name="csY10" fmla="*/ 10297 h 92014"/>
                <a:gd name="csX11" fmla="*/ 14226 w 57385"/>
                <a:gd name="csY11" fmla="*/ 12296 h 92014"/>
                <a:gd name="csX12" fmla="*/ 606 w 57385"/>
                <a:gd name="csY12" fmla="*/ 18352 h 92014"/>
                <a:gd name="csX13" fmla="*/ 606 w 57385"/>
                <a:gd name="csY13" fmla="*/ 5997 h 92014"/>
                <a:gd name="csX14" fmla="*/ 14407 w 57385"/>
                <a:gd name="csY14" fmla="*/ 1522 h 92014"/>
                <a:gd name="csX15" fmla="*/ 26150 w 57385"/>
                <a:gd name="csY15" fmla="*/ 0 h 92014"/>
                <a:gd name="csX16" fmla="*/ 48548 w 57385"/>
                <a:gd name="csY16" fmla="*/ 7032 h 92014"/>
                <a:gd name="csX17" fmla="*/ 56901 w 57385"/>
                <a:gd name="csY17" fmla="*/ 25790 h 92014"/>
                <a:gd name="csX18" fmla="*/ 54783 w 57385"/>
                <a:gd name="csY18" fmla="*/ 36390 h 92014"/>
                <a:gd name="csX19" fmla="*/ 47216 w 57385"/>
                <a:gd name="csY19" fmla="*/ 48128 h 92014"/>
                <a:gd name="csX20" fmla="*/ 37591 w 57385"/>
                <a:gd name="csY20" fmla="*/ 58298 h 92014"/>
                <a:gd name="csX21" fmla="*/ 14710 w 57385"/>
                <a:gd name="csY21" fmla="*/ 81728 h 92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7385" h="92014">
                  <a:moveTo>
                    <a:pt x="14710" y="81728"/>
                  </a:moveTo>
                  <a:lnTo>
                    <a:pt x="57385" y="81728"/>
                  </a:lnTo>
                  <a:lnTo>
                    <a:pt x="57385" y="92014"/>
                  </a:lnTo>
                  <a:lnTo>
                    <a:pt x="0" y="92014"/>
                  </a:lnTo>
                  <a:lnTo>
                    <a:pt x="0" y="81728"/>
                  </a:lnTo>
                  <a:cubicBezTo>
                    <a:pt x="4641" y="76925"/>
                    <a:pt x="10957" y="70486"/>
                    <a:pt x="18947" y="62412"/>
                  </a:cubicBezTo>
                  <a:cubicBezTo>
                    <a:pt x="26978" y="54300"/>
                    <a:pt x="32022" y="49074"/>
                    <a:pt x="34080" y="46734"/>
                  </a:cubicBezTo>
                  <a:cubicBezTo>
                    <a:pt x="37995" y="42340"/>
                    <a:pt x="40719" y="38629"/>
                    <a:pt x="42252" y="35599"/>
                  </a:cubicBezTo>
                  <a:cubicBezTo>
                    <a:pt x="43826" y="32531"/>
                    <a:pt x="44614" y="29525"/>
                    <a:pt x="44614" y="26580"/>
                  </a:cubicBezTo>
                  <a:cubicBezTo>
                    <a:pt x="44614" y="21776"/>
                    <a:pt x="42919" y="17860"/>
                    <a:pt x="39529" y="14830"/>
                  </a:cubicBezTo>
                  <a:cubicBezTo>
                    <a:pt x="36179" y="11808"/>
                    <a:pt x="31801" y="10297"/>
                    <a:pt x="26393" y="10297"/>
                  </a:cubicBezTo>
                  <a:cubicBezTo>
                    <a:pt x="22559" y="10297"/>
                    <a:pt x="18504" y="10964"/>
                    <a:pt x="14226" y="12296"/>
                  </a:cubicBezTo>
                  <a:cubicBezTo>
                    <a:pt x="9988" y="13629"/>
                    <a:pt x="5448" y="15648"/>
                    <a:pt x="606" y="18352"/>
                  </a:cubicBezTo>
                  <a:lnTo>
                    <a:pt x="606" y="5997"/>
                  </a:lnTo>
                  <a:cubicBezTo>
                    <a:pt x="5529" y="4021"/>
                    <a:pt x="10129" y="2530"/>
                    <a:pt x="14407" y="1522"/>
                  </a:cubicBezTo>
                  <a:cubicBezTo>
                    <a:pt x="18685" y="507"/>
                    <a:pt x="22599" y="0"/>
                    <a:pt x="26150" y="0"/>
                  </a:cubicBezTo>
                  <a:cubicBezTo>
                    <a:pt x="35513" y="0"/>
                    <a:pt x="42979" y="2344"/>
                    <a:pt x="48548" y="7032"/>
                  </a:cubicBezTo>
                  <a:cubicBezTo>
                    <a:pt x="54116" y="11711"/>
                    <a:pt x="56901" y="17964"/>
                    <a:pt x="56901" y="25790"/>
                  </a:cubicBezTo>
                  <a:cubicBezTo>
                    <a:pt x="56901" y="29501"/>
                    <a:pt x="56195" y="33035"/>
                    <a:pt x="54783" y="36390"/>
                  </a:cubicBezTo>
                  <a:cubicBezTo>
                    <a:pt x="53411" y="39698"/>
                    <a:pt x="50889" y="43611"/>
                    <a:pt x="47216" y="48128"/>
                  </a:cubicBezTo>
                  <a:cubicBezTo>
                    <a:pt x="46207" y="49298"/>
                    <a:pt x="42999" y="52688"/>
                    <a:pt x="37591" y="58298"/>
                  </a:cubicBezTo>
                  <a:cubicBezTo>
                    <a:pt x="32184" y="63869"/>
                    <a:pt x="24557" y="71679"/>
                    <a:pt x="14710" y="8172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4" name="Freeform 4113">
              <a:extLst>
                <a:ext uri="{FF2B5EF4-FFF2-40B4-BE49-F238E27FC236}">
                  <a16:creationId xmlns:a16="http://schemas.microsoft.com/office/drawing/2014/main" id="{3AB95E28-6562-091B-7D04-B52749FAEC30}"/>
                </a:ext>
              </a:extLst>
            </p:cNvPr>
            <p:cNvSpPr/>
            <p:nvPr/>
          </p:nvSpPr>
          <p:spPr>
            <a:xfrm>
              <a:off x="1319847" y="4608261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11 w 62470"/>
                <a:gd name="csY1" fmla="*/ 19014 h 93769"/>
                <a:gd name="csX2" fmla="*/ 12288 w 62470"/>
                <a:gd name="csY2" fmla="*/ 46919 h 93769"/>
                <a:gd name="csX3" fmla="*/ 17011 w 62470"/>
                <a:gd name="csY3" fmla="*/ 74825 h 93769"/>
                <a:gd name="csX4" fmla="*/ 31235 w 62470"/>
                <a:gd name="csY4" fmla="*/ 84088 h 93769"/>
                <a:gd name="csX5" fmla="*/ 45461 w 62470"/>
                <a:gd name="csY5" fmla="*/ 74825 h 93769"/>
                <a:gd name="csX6" fmla="*/ 50242 w 62470"/>
                <a:gd name="csY6" fmla="*/ 46919 h 93769"/>
                <a:gd name="csX7" fmla="*/ 45461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11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11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3" y="81000"/>
                    <a:pt x="45461" y="74825"/>
                  </a:cubicBezTo>
                  <a:cubicBezTo>
                    <a:pt x="48649" y="68611"/>
                    <a:pt x="50242" y="59309"/>
                    <a:pt x="50242" y="46919"/>
                  </a:cubicBezTo>
                  <a:cubicBezTo>
                    <a:pt x="50242" y="34491"/>
                    <a:pt x="48649" y="25190"/>
                    <a:pt x="45461" y="19014"/>
                  </a:cubicBezTo>
                  <a:cubicBezTo>
                    <a:pt x="42313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3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3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5" name="Freeform 4114">
              <a:extLst>
                <a:ext uri="{FF2B5EF4-FFF2-40B4-BE49-F238E27FC236}">
                  <a16:creationId xmlns:a16="http://schemas.microsoft.com/office/drawing/2014/main" id="{B41F5D15-B540-C501-4C08-E0B8A8828BC2}"/>
                </a:ext>
              </a:extLst>
            </p:cNvPr>
            <p:cNvSpPr/>
            <p:nvPr/>
          </p:nvSpPr>
          <p:spPr>
            <a:xfrm>
              <a:off x="1571977" y="4608261"/>
              <a:ext cx="59506" cy="93769"/>
            </a:xfrm>
            <a:custGeom>
              <a:avLst/>
              <a:gdLst>
                <a:gd name="csX0" fmla="*/ 40864 w 59506"/>
                <a:gd name="csY0" fmla="*/ 43282 h 93769"/>
                <a:gd name="csX1" fmla="*/ 54544 w 59506"/>
                <a:gd name="csY1" fmla="*/ 51092 h 93769"/>
                <a:gd name="csX2" fmla="*/ 59506 w 59506"/>
                <a:gd name="csY2" fmla="*/ 65748 h 93769"/>
                <a:gd name="csX3" fmla="*/ 50302 w 59506"/>
                <a:gd name="csY3" fmla="*/ 86447 h 93769"/>
                <a:gd name="csX4" fmla="*/ 24151 w 59506"/>
                <a:gd name="csY4" fmla="*/ 93769 h 93769"/>
                <a:gd name="csX5" fmla="*/ 12413 w 59506"/>
                <a:gd name="csY5" fmla="*/ 92619 h 93769"/>
                <a:gd name="csX6" fmla="*/ 0 w 59506"/>
                <a:gd name="csY6" fmla="*/ 89295 h 93769"/>
                <a:gd name="csX7" fmla="*/ 0 w 59506"/>
                <a:gd name="csY7" fmla="*/ 77486 h 93769"/>
                <a:gd name="csX8" fmla="*/ 11146 w 59506"/>
                <a:gd name="csY8" fmla="*/ 81973 h 93769"/>
                <a:gd name="csX9" fmla="*/ 23791 w 59506"/>
                <a:gd name="csY9" fmla="*/ 83483 h 93769"/>
                <a:gd name="csX10" fmla="*/ 41283 w 59506"/>
                <a:gd name="csY10" fmla="*/ 78939 h 93769"/>
                <a:gd name="csX11" fmla="*/ 47338 w 59506"/>
                <a:gd name="csY11" fmla="*/ 65748 h 93769"/>
                <a:gd name="csX12" fmla="*/ 41713 w 59506"/>
                <a:gd name="csY12" fmla="*/ 53277 h 93769"/>
                <a:gd name="csX13" fmla="*/ 26150 w 59506"/>
                <a:gd name="csY13" fmla="*/ 48733 h 93769"/>
                <a:gd name="csX14" fmla="*/ 15620 w 59506"/>
                <a:gd name="csY14" fmla="*/ 48733 h 93769"/>
                <a:gd name="csX15" fmla="*/ 15620 w 59506"/>
                <a:gd name="csY15" fmla="*/ 38691 h 93769"/>
                <a:gd name="csX16" fmla="*/ 26638 w 59506"/>
                <a:gd name="csY16" fmla="*/ 38691 h 93769"/>
                <a:gd name="csX17" fmla="*/ 40446 w 59506"/>
                <a:gd name="csY17" fmla="*/ 35111 h 93769"/>
                <a:gd name="csX18" fmla="*/ 45223 w 59506"/>
                <a:gd name="csY18" fmla="*/ 24698 h 93769"/>
                <a:gd name="csX19" fmla="*/ 40260 w 59506"/>
                <a:gd name="csY19" fmla="*/ 14051 h 93769"/>
                <a:gd name="csX20" fmla="*/ 26150 w 59506"/>
                <a:gd name="csY20" fmla="*/ 10297 h 93769"/>
                <a:gd name="csX21" fmla="*/ 15376 w 59506"/>
                <a:gd name="csY21" fmla="*/ 11390 h 93769"/>
                <a:gd name="csX22" fmla="*/ 2731 w 59506"/>
                <a:gd name="csY22" fmla="*/ 14772 h 93769"/>
                <a:gd name="csX23" fmla="*/ 2731 w 59506"/>
                <a:gd name="csY23" fmla="*/ 3882 h 93769"/>
                <a:gd name="csX24" fmla="*/ 15748 w 59506"/>
                <a:gd name="csY24" fmla="*/ 976 h 93769"/>
                <a:gd name="csX25" fmla="*/ 27243 w 59506"/>
                <a:gd name="csY25" fmla="*/ 0 h 93769"/>
                <a:gd name="csX26" fmla="*/ 49279 w 59506"/>
                <a:gd name="csY26" fmla="*/ 6357 h 93769"/>
                <a:gd name="csX27" fmla="*/ 57391 w 59506"/>
                <a:gd name="csY27" fmla="*/ 23431 h 93769"/>
                <a:gd name="csX28" fmla="*/ 53091 w 59506"/>
                <a:gd name="csY28" fmla="*/ 36146 h 93769"/>
                <a:gd name="csX29" fmla="*/ 40864 w 59506"/>
                <a:gd name="csY29" fmla="*/ 43282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9506" h="93769">
                  <a:moveTo>
                    <a:pt x="40864" y="43282"/>
                  </a:moveTo>
                  <a:cubicBezTo>
                    <a:pt x="46714" y="44537"/>
                    <a:pt x="51274" y="47140"/>
                    <a:pt x="54544" y="51092"/>
                  </a:cubicBezTo>
                  <a:cubicBezTo>
                    <a:pt x="57852" y="55051"/>
                    <a:pt x="59506" y="59936"/>
                    <a:pt x="59506" y="65748"/>
                  </a:cubicBezTo>
                  <a:cubicBezTo>
                    <a:pt x="59506" y="74666"/>
                    <a:pt x="56438" y="81566"/>
                    <a:pt x="50302" y="86447"/>
                  </a:cubicBezTo>
                  <a:cubicBezTo>
                    <a:pt x="44173" y="91329"/>
                    <a:pt x="35456" y="93769"/>
                    <a:pt x="24151" y="93769"/>
                  </a:cubicBezTo>
                  <a:cubicBezTo>
                    <a:pt x="20362" y="93769"/>
                    <a:pt x="16450" y="93386"/>
                    <a:pt x="12413" y="92619"/>
                  </a:cubicBezTo>
                  <a:cubicBezTo>
                    <a:pt x="8415" y="91890"/>
                    <a:pt x="4277" y="90782"/>
                    <a:pt x="0" y="89295"/>
                  </a:cubicBezTo>
                  <a:lnTo>
                    <a:pt x="0" y="77486"/>
                  </a:lnTo>
                  <a:cubicBezTo>
                    <a:pt x="3394" y="79462"/>
                    <a:pt x="7109" y="80957"/>
                    <a:pt x="11146" y="81973"/>
                  </a:cubicBezTo>
                  <a:cubicBezTo>
                    <a:pt x="15183" y="82980"/>
                    <a:pt x="19398" y="83483"/>
                    <a:pt x="23791" y="83483"/>
                  </a:cubicBezTo>
                  <a:cubicBezTo>
                    <a:pt x="31462" y="83483"/>
                    <a:pt x="37292" y="81969"/>
                    <a:pt x="41283" y="78939"/>
                  </a:cubicBezTo>
                  <a:cubicBezTo>
                    <a:pt x="45319" y="75910"/>
                    <a:pt x="47338" y="71512"/>
                    <a:pt x="47338" y="65748"/>
                  </a:cubicBezTo>
                  <a:cubicBezTo>
                    <a:pt x="47338" y="60417"/>
                    <a:pt x="45463" y="56260"/>
                    <a:pt x="41713" y="53277"/>
                  </a:cubicBezTo>
                  <a:cubicBezTo>
                    <a:pt x="38001" y="50247"/>
                    <a:pt x="32814" y="48733"/>
                    <a:pt x="26150" y="48733"/>
                  </a:cubicBezTo>
                  <a:lnTo>
                    <a:pt x="15620" y="48733"/>
                  </a:lnTo>
                  <a:lnTo>
                    <a:pt x="15620" y="38691"/>
                  </a:lnTo>
                  <a:lnTo>
                    <a:pt x="26638" y="38691"/>
                  </a:lnTo>
                  <a:cubicBezTo>
                    <a:pt x="32651" y="38691"/>
                    <a:pt x="37254" y="37498"/>
                    <a:pt x="40446" y="35111"/>
                  </a:cubicBezTo>
                  <a:cubicBezTo>
                    <a:pt x="43630" y="32694"/>
                    <a:pt x="45223" y="29222"/>
                    <a:pt x="45223" y="24698"/>
                  </a:cubicBezTo>
                  <a:cubicBezTo>
                    <a:pt x="45223" y="20056"/>
                    <a:pt x="43568" y="16508"/>
                    <a:pt x="40260" y="14051"/>
                  </a:cubicBezTo>
                  <a:cubicBezTo>
                    <a:pt x="36990" y="11549"/>
                    <a:pt x="32287" y="10297"/>
                    <a:pt x="26150" y="10297"/>
                  </a:cubicBezTo>
                  <a:cubicBezTo>
                    <a:pt x="22803" y="10297"/>
                    <a:pt x="19212" y="10662"/>
                    <a:pt x="15376" y="11390"/>
                  </a:cubicBezTo>
                  <a:cubicBezTo>
                    <a:pt x="11549" y="12111"/>
                    <a:pt x="7334" y="13238"/>
                    <a:pt x="2731" y="14772"/>
                  </a:cubicBezTo>
                  <a:lnTo>
                    <a:pt x="2731" y="3882"/>
                  </a:lnTo>
                  <a:cubicBezTo>
                    <a:pt x="7372" y="2588"/>
                    <a:pt x="11711" y="1619"/>
                    <a:pt x="15748" y="976"/>
                  </a:cubicBezTo>
                  <a:cubicBezTo>
                    <a:pt x="19824" y="325"/>
                    <a:pt x="23655" y="0"/>
                    <a:pt x="27243" y="0"/>
                  </a:cubicBezTo>
                  <a:cubicBezTo>
                    <a:pt x="36525" y="0"/>
                    <a:pt x="43870" y="2119"/>
                    <a:pt x="49279" y="6357"/>
                  </a:cubicBezTo>
                  <a:cubicBezTo>
                    <a:pt x="54687" y="10557"/>
                    <a:pt x="57391" y="16248"/>
                    <a:pt x="57391" y="23431"/>
                  </a:cubicBezTo>
                  <a:cubicBezTo>
                    <a:pt x="57391" y="28436"/>
                    <a:pt x="55958" y="32674"/>
                    <a:pt x="53091" y="36146"/>
                  </a:cubicBezTo>
                  <a:cubicBezTo>
                    <a:pt x="50224" y="39578"/>
                    <a:pt x="46149" y="41957"/>
                    <a:pt x="40864" y="43282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6" name="Freeform 4115">
              <a:extLst>
                <a:ext uri="{FF2B5EF4-FFF2-40B4-BE49-F238E27FC236}">
                  <a16:creationId xmlns:a16="http://schemas.microsoft.com/office/drawing/2014/main" id="{EB8E666A-D88C-4C5E-E8D2-8CC599AE23F5}"/>
                </a:ext>
              </a:extLst>
            </p:cNvPr>
            <p:cNvSpPr/>
            <p:nvPr/>
          </p:nvSpPr>
          <p:spPr>
            <a:xfrm>
              <a:off x="1649579" y="4608261"/>
              <a:ext cx="62470" cy="93769"/>
            </a:xfrm>
            <a:custGeom>
              <a:avLst/>
              <a:gdLst>
                <a:gd name="csX0" fmla="*/ 31241 w 62470"/>
                <a:gd name="csY0" fmla="*/ 9693 h 93769"/>
                <a:gd name="csX1" fmla="*/ 17015 w 62470"/>
                <a:gd name="csY1" fmla="*/ 19014 h 93769"/>
                <a:gd name="csX2" fmla="*/ 12296 w 62470"/>
                <a:gd name="csY2" fmla="*/ 46919 h 93769"/>
                <a:gd name="csX3" fmla="*/ 17015 w 62470"/>
                <a:gd name="csY3" fmla="*/ 74825 h 93769"/>
                <a:gd name="csX4" fmla="*/ 31241 w 62470"/>
                <a:gd name="csY4" fmla="*/ 84088 h 93769"/>
                <a:gd name="csX5" fmla="*/ 45467 w 62470"/>
                <a:gd name="csY5" fmla="*/ 74825 h 93769"/>
                <a:gd name="csX6" fmla="*/ 50243 w 62470"/>
                <a:gd name="csY6" fmla="*/ 46919 h 93769"/>
                <a:gd name="csX7" fmla="*/ 45467 w 62470"/>
                <a:gd name="csY7" fmla="*/ 19014 h 93769"/>
                <a:gd name="csX8" fmla="*/ 31241 w 62470"/>
                <a:gd name="csY8" fmla="*/ 9693 h 93769"/>
                <a:gd name="csX9" fmla="*/ 31241 w 62470"/>
                <a:gd name="csY9" fmla="*/ 0 h 93769"/>
                <a:gd name="csX10" fmla="*/ 54428 w 62470"/>
                <a:gd name="csY10" fmla="*/ 12052 h 93769"/>
                <a:gd name="csX11" fmla="*/ 62470 w 62470"/>
                <a:gd name="csY11" fmla="*/ 46919 h 93769"/>
                <a:gd name="csX12" fmla="*/ 54428 w 62470"/>
                <a:gd name="csY12" fmla="*/ 81787 h 93769"/>
                <a:gd name="csX13" fmla="*/ 31241 w 62470"/>
                <a:gd name="csY13" fmla="*/ 93769 h 93769"/>
                <a:gd name="csX14" fmla="*/ 7996 w 62470"/>
                <a:gd name="csY14" fmla="*/ 81787 h 93769"/>
                <a:gd name="csX15" fmla="*/ 0 w 62470"/>
                <a:gd name="csY15" fmla="*/ 46919 h 93769"/>
                <a:gd name="csX16" fmla="*/ 7996 w 62470"/>
                <a:gd name="csY16" fmla="*/ 12052 h 93769"/>
                <a:gd name="csX17" fmla="*/ 31241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41" y="9693"/>
                  </a:moveTo>
                  <a:cubicBezTo>
                    <a:pt x="24942" y="9693"/>
                    <a:pt x="20200" y="12800"/>
                    <a:pt x="17015" y="19014"/>
                  </a:cubicBezTo>
                  <a:cubicBezTo>
                    <a:pt x="13869" y="25190"/>
                    <a:pt x="12296" y="34491"/>
                    <a:pt x="12296" y="46919"/>
                  </a:cubicBezTo>
                  <a:cubicBezTo>
                    <a:pt x="12296" y="59309"/>
                    <a:pt x="13869" y="68611"/>
                    <a:pt x="17015" y="74825"/>
                  </a:cubicBezTo>
                  <a:cubicBezTo>
                    <a:pt x="20200" y="81000"/>
                    <a:pt x="24942" y="84088"/>
                    <a:pt x="31241" y="84088"/>
                  </a:cubicBezTo>
                  <a:cubicBezTo>
                    <a:pt x="37579" y="84088"/>
                    <a:pt x="42321" y="81000"/>
                    <a:pt x="45467" y="74825"/>
                  </a:cubicBezTo>
                  <a:cubicBezTo>
                    <a:pt x="48651" y="68611"/>
                    <a:pt x="50243" y="59309"/>
                    <a:pt x="50243" y="46919"/>
                  </a:cubicBezTo>
                  <a:cubicBezTo>
                    <a:pt x="50243" y="34491"/>
                    <a:pt x="48651" y="25190"/>
                    <a:pt x="45467" y="19014"/>
                  </a:cubicBezTo>
                  <a:cubicBezTo>
                    <a:pt x="42321" y="12800"/>
                    <a:pt x="37579" y="9693"/>
                    <a:pt x="31241" y="9693"/>
                  </a:cubicBezTo>
                  <a:moveTo>
                    <a:pt x="31241" y="0"/>
                  </a:moveTo>
                  <a:cubicBezTo>
                    <a:pt x="41368" y="0"/>
                    <a:pt x="49097" y="4017"/>
                    <a:pt x="54428" y="12052"/>
                  </a:cubicBezTo>
                  <a:cubicBezTo>
                    <a:pt x="59789" y="20041"/>
                    <a:pt x="62470" y="31663"/>
                    <a:pt x="62470" y="46919"/>
                  </a:cubicBezTo>
                  <a:cubicBezTo>
                    <a:pt x="62470" y="62129"/>
                    <a:pt x="59789" y="73752"/>
                    <a:pt x="54428" y="81787"/>
                  </a:cubicBezTo>
                  <a:cubicBezTo>
                    <a:pt x="49097" y="89775"/>
                    <a:pt x="41368" y="93769"/>
                    <a:pt x="31241" y="93769"/>
                  </a:cubicBezTo>
                  <a:cubicBezTo>
                    <a:pt x="21114" y="93769"/>
                    <a:pt x="13366" y="89775"/>
                    <a:pt x="7996" y="81787"/>
                  </a:cubicBezTo>
                  <a:cubicBezTo>
                    <a:pt x="2665" y="73752"/>
                    <a:pt x="0" y="62129"/>
                    <a:pt x="0" y="46919"/>
                  </a:cubicBezTo>
                  <a:cubicBezTo>
                    <a:pt x="0" y="31663"/>
                    <a:pt x="2665" y="20041"/>
                    <a:pt x="7996" y="12052"/>
                  </a:cubicBezTo>
                  <a:cubicBezTo>
                    <a:pt x="13366" y="4017"/>
                    <a:pt x="21114" y="0"/>
                    <a:pt x="3124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7" name="Freeform 4116">
              <a:extLst>
                <a:ext uri="{FF2B5EF4-FFF2-40B4-BE49-F238E27FC236}">
                  <a16:creationId xmlns:a16="http://schemas.microsoft.com/office/drawing/2014/main" id="{F663F62B-141B-FCDF-094F-9F78FCF99279}"/>
                </a:ext>
              </a:extLst>
            </p:cNvPr>
            <p:cNvSpPr/>
            <p:nvPr/>
          </p:nvSpPr>
          <p:spPr>
            <a:xfrm>
              <a:off x="1900204" y="4609900"/>
              <a:ext cx="65864" cy="90375"/>
            </a:xfrm>
            <a:custGeom>
              <a:avLst/>
              <a:gdLst>
                <a:gd name="csX0" fmla="*/ 40795 w 65864"/>
                <a:gd name="csY0" fmla="*/ 10658 h 90375"/>
                <a:gd name="csX1" fmla="*/ 9926 w 65864"/>
                <a:gd name="csY1" fmla="*/ 58902 h 90375"/>
                <a:gd name="csX2" fmla="*/ 40795 w 65864"/>
                <a:gd name="csY2" fmla="*/ 58902 h 90375"/>
                <a:gd name="csX3" fmla="*/ 40795 w 65864"/>
                <a:gd name="csY3" fmla="*/ 10658 h 90375"/>
                <a:gd name="csX4" fmla="*/ 37587 w 65864"/>
                <a:gd name="csY4" fmla="*/ 0 h 90375"/>
                <a:gd name="csX5" fmla="*/ 52963 w 65864"/>
                <a:gd name="csY5" fmla="*/ 0 h 90375"/>
                <a:gd name="csX6" fmla="*/ 52963 w 65864"/>
                <a:gd name="csY6" fmla="*/ 58902 h 90375"/>
                <a:gd name="csX7" fmla="*/ 65864 w 65864"/>
                <a:gd name="csY7" fmla="*/ 58902 h 90375"/>
                <a:gd name="csX8" fmla="*/ 65864 w 65864"/>
                <a:gd name="csY8" fmla="*/ 69072 h 90375"/>
                <a:gd name="csX9" fmla="*/ 52963 w 65864"/>
                <a:gd name="csY9" fmla="*/ 69072 h 90375"/>
                <a:gd name="csX10" fmla="*/ 52963 w 65864"/>
                <a:gd name="csY10" fmla="*/ 90376 h 90375"/>
                <a:gd name="csX11" fmla="*/ 40795 w 65864"/>
                <a:gd name="csY11" fmla="*/ 90376 h 90375"/>
                <a:gd name="csX12" fmla="*/ 40795 w 65864"/>
                <a:gd name="csY12" fmla="*/ 69072 h 90375"/>
                <a:gd name="csX13" fmla="*/ 0 w 65864"/>
                <a:gd name="csY13" fmla="*/ 69072 h 90375"/>
                <a:gd name="csX14" fmla="*/ 0 w 65864"/>
                <a:gd name="csY14" fmla="*/ 57263 h 90375"/>
                <a:gd name="csX15" fmla="*/ 37587 w 65864"/>
                <a:gd name="csY15" fmla="*/ 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5864" h="90375">
                  <a:moveTo>
                    <a:pt x="40795" y="10658"/>
                  </a:moveTo>
                  <a:lnTo>
                    <a:pt x="9926" y="58902"/>
                  </a:lnTo>
                  <a:lnTo>
                    <a:pt x="40795" y="58902"/>
                  </a:lnTo>
                  <a:lnTo>
                    <a:pt x="40795" y="10658"/>
                  </a:lnTo>
                  <a:moveTo>
                    <a:pt x="37587" y="0"/>
                  </a:moveTo>
                  <a:lnTo>
                    <a:pt x="52963" y="0"/>
                  </a:lnTo>
                  <a:lnTo>
                    <a:pt x="52963" y="58902"/>
                  </a:lnTo>
                  <a:lnTo>
                    <a:pt x="65864" y="58902"/>
                  </a:lnTo>
                  <a:lnTo>
                    <a:pt x="65864" y="69072"/>
                  </a:lnTo>
                  <a:lnTo>
                    <a:pt x="52963" y="69072"/>
                  </a:lnTo>
                  <a:lnTo>
                    <a:pt x="52963" y="90376"/>
                  </a:lnTo>
                  <a:lnTo>
                    <a:pt x="40795" y="90376"/>
                  </a:lnTo>
                  <a:lnTo>
                    <a:pt x="40795" y="69072"/>
                  </a:lnTo>
                  <a:lnTo>
                    <a:pt x="0" y="69072"/>
                  </a:lnTo>
                  <a:lnTo>
                    <a:pt x="0" y="57263"/>
                  </a:lnTo>
                  <a:lnTo>
                    <a:pt x="37587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8" name="Freeform 4117">
              <a:extLst>
                <a:ext uri="{FF2B5EF4-FFF2-40B4-BE49-F238E27FC236}">
                  <a16:creationId xmlns:a16="http://schemas.microsoft.com/office/drawing/2014/main" id="{B87B79CF-8732-7190-83AC-C805DC34B6A8}"/>
                </a:ext>
              </a:extLst>
            </p:cNvPr>
            <p:cNvSpPr/>
            <p:nvPr/>
          </p:nvSpPr>
          <p:spPr>
            <a:xfrm>
              <a:off x="1981200" y="4608261"/>
              <a:ext cx="62470" cy="93769"/>
            </a:xfrm>
            <a:custGeom>
              <a:avLst/>
              <a:gdLst>
                <a:gd name="csX0" fmla="*/ 31229 w 62470"/>
                <a:gd name="csY0" fmla="*/ 9693 h 93769"/>
                <a:gd name="csX1" fmla="*/ 17004 w 62470"/>
                <a:gd name="csY1" fmla="*/ 19014 h 93769"/>
                <a:gd name="csX2" fmla="*/ 12285 w 62470"/>
                <a:gd name="csY2" fmla="*/ 46919 h 93769"/>
                <a:gd name="csX3" fmla="*/ 17004 w 62470"/>
                <a:gd name="csY3" fmla="*/ 74825 h 93769"/>
                <a:gd name="csX4" fmla="*/ 31229 w 62470"/>
                <a:gd name="csY4" fmla="*/ 84088 h 93769"/>
                <a:gd name="csX5" fmla="*/ 45455 w 62470"/>
                <a:gd name="csY5" fmla="*/ 74825 h 93769"/>
                <a:gd name="csX6" fmla="*/ 50243 w 62470"/>
                <a:gd name="csY6" fmla="*/ 46919 h 93769"/>
                <a:gd name="csX7" fmla="*/ 45455 w 62470"/>
                <a:gd name="csY7" fmla="*/ 19014 h 93769"/>
                <a:gd name="csX8" fmla="*/ 31229 w 62470"/>
                <a:gd name="csY8" fmla="*/ 9693 h 93769"/>
                <a:gd name="csX9" fmla="*/ 31229 w 62470"/>
                <a:gd name="csY9" fmla="*/ 0 h 93769"/>
                <a:gd name="csX10" fmla="*/ 54416 w 62470"/>
                <a:gd name="csY10" fmla="*/ 12052 h 93769"/>
                <a:gd name="csX11" fmla="*/ 62470 w 62470"/>
                <a:gd name="csY11" fmla="*/ 46919 h 93769"/>
                <a:gd name="csX12" fmla="*/ 54416 w 62470"/>
                <a:gd name="csY12" fmla="*/ 81787 h 93769"/>
                <a:gd name="csX13" fmla="*/ 31229 w 62470"/>
                <a:gd name="csY13" fmla="*/ 93769 h 93769"/>
                <a:gd name="csX14" fmla="*/ 7985 w 62470"/>
                <a:gd name="csY14" fmla="*/ 81787 h 93769"/>
                <a:gd name="csX15" fmla="*/ 0 w 62470"/>
                <a:gd name="csY15" fmla="*/ 46919 h 93769"/>
                <a:gd name="csX16" fmla="*/ 7985 w 62470"/>
                <a:gd name="csY16" fmla="*/ 12052 h 93769"/>
                <a:gd name="csX17" fmla="*/ 31229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29" y="9693"/>
                  </a:moveTo>
                  <a:cubicBezTo>
                    <a:pt x="24938" y="9693"/>
                    <a:pt x="20196" y="12800"/>
                    <a:pt x="17004" y="19014"/>
                  </a:cubicBezTo>
                  <a:cubicBezTo>
                    <a:pt x="13858" y="25190"/>
                    <a:pt x="12285" y="34491"/>
                    <a:pt x="12285" y="46919"/>
                  </a:cubicBezTo>
                  <a:cubicBezTo>
                    <a:pt x="12285" y="59309"/>
                    <a:pt x="13858" y="68611"/>
                    <a:pt x="17004" y="74825"/>
                  </a:cubicBezTo>
                  <a:cubicBezTo>
                    <a:pt x="20196" y="81000"/>
                    <a:pt x="24938" y="84088"/>
                    <a:pt x="31229" y="84088"/>
                  </a:cubicBezTo>
                  <a:cubicBezTo>
                    <a:pt x="37567" y="84088"/>
                    <a:pt x="42309" y="81000"/>
                    <a:pt x="45455" y="74825"/>
                  </a:cubicBezTo>
                  <a:cubicBezTo>
                    <a:pt x="48647" y="68611"/>
                    <a:pt x="50243" y="59309"/>
                    <a:pt x="50243" y="46919"/>
                  </a:cubicBezTo>
                  <a:cubicBezTo>
                    <a:pt x="50243" y="34491"/>
                    <a:pt x="48647" y="25190"/>
                    <a:pt x="45455" y="19014"/>
                  </a:cubicBezTo>
                  <a:cubicBezTo>
                    <a:pt x="42309" y="12800"/>
                    <a:pt x="37567" y="9693"/>
                    <a:pt x="31229" y="9693"/>
                  </a:cubicBezTo>
                  <a:moveTo>
                    <a:pt x="31229" y="0"/>
                  </a:moveTo>
                  <a:cubicBezTo>
                    <a:pt x="41364" y="0"/>
                    <a:pt x="49093" y="4017"/>
                    <a:pt x="54416" y="12052"/>
                  </a:cubicBezTo>
                  <a:cubicBezTo>
                    <a:pt x="59785" y="20041"/>
                    <a:pt x="62470" y="31663"/>
                    <a:pt x="62470" y="46919"/>
                  </a:cubicBezTo>
                  <a:cubicBezTo>
                    <a:pt x="62470" y="62129"/>
                    <a:pt x="59785" y="73752"/>
                    <a:pt x="54416" y="81787"/>
                  </a:cubicBezTo>
                  <a:cubicBezTo>
                    <a:pt x="49093" y="89775"/>
                    <a:pt x="41364" y="93769"/>
                    <a:pt x="31229" y="93769"/>
                  </a:cubicBezTo>
                  <a:cubicBezTo>
                    <a:pt x="21102" y="93769"/>
                    <a:pt x="13354" y="89775"/>
                    <a:pt x="7985" y="81787"/>
                  </a:cubicBezTo>
                  <a:cubicBezTo>
                    <a:pt x="2662" y="73752"/>
                    <a:pt x="0" y="62129"/>
                    <a:pt x="0" y="46919"/>
                  </a:cubicBezTo>
                  <a:cubicBezTo>
                    <a:pt x="0" y="31663"/>
                    <a:pt x="2662" y="20041"/>
                    <a:pt x="7985" y="12052"/>
                  </a:cubicBezTo>
                  <a:cubicBezTo>
                    <a:pt x="13354" y="4017"/>
                    <a:pt x="21102" y="0"/>
                    <a:pt x="3122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19" name="Freeform 4118">
              <a:extLst>
                <a:ext uri="{FF2B5EF4-FFF2-40B4-BE49-F238E27FC236}">
                  <a16:creationId xmlns:a16="http://schemas.microsoft.com/office/drawing/2014/main" id="{E7EE9E22-87F8-8FE6-46A9-C3357BEF27CE}"/>
                </a:ext>
              </a:extLst>
            </p:cNvPr>
            <p:cNvSpPr/>
            <p:nvPr/>
          </p:nvSpPr>
          <p:spPr>
            <a:xfrm>
              <a:off x="2231883" y="4609900"/>
              <a:ext cx="58472" cy="92130"/>
            </a:xfrm>
            <a:custGeom>
              <a:avLst/>
              <a:gdLst>
                <a:gd name="csX0" fmla="*/ 3812 w 58472"/>
                <a:gd name="csY0" fmla="*/ 0 h 92130"/>
                <a:gd name="csX1" fmla="*/ 51813 w 58472"/>
                <a:gd name="csY1" fmla="*/ 0 h 92130"/>
                <a:gd name="csX2" fmla="*/ 51813 w 58472"/>
                <a:gd name="csY2" fmla="*/ 10297 h 92130"/>
                <a:gd name="csX3" fmla="*/ 15005 w 58472"/>
                <a:gd name="csY3" fmla="*/ 10297 h 92130"/>
                <a:gd name="csX4" fmla="*/ 15005 w 58472"/>
                <a:gd name="csY4" fmla="*/ 32450 h 92130"/>
                <a:gd name="csX5" fmla="*/ 20339 w 58472"/>
                <a:gd name="csY5" fmla="*/ 31113 h 92130"/>
                <a:gd name="csX6" fmla="*/ 25662 w 58472"/>
                <a:gd name="csY6" fmla="*/ 30625 h 92130"/>
                <a:gd name="csX7" fmla="*/ 49628 w 58472"/>
                <a:gd name="csY7" fmla="*/ 38923 h 92130"/>
                <a:gd name="csX8" fmla="*/ 58472 w 58472"/>
                <a:gd name="csY8" fmla="*/ 61378 h 92130"/>
                <a:gd name="csX9" fmla="*/ 49395 w 58472"/>
                <a:gd name="csY9" fmla="*/ 84076 h 92130"/>
                <a:gd name="csX10" fmla="*/ 23779 w 58472"/>
                <a:gd name="csY10" fmla="*/ 92131 h 92130"/>
                <a:gd name="csX11" fmla="*/ 12157 w 58472"/>
                <a:gd name="csY11" fmla="*/ 91166 h 92130"/>
                <a:gd name="csX12" fmla="*/ 0 w 58472"/>
                <a:gd name="csY12" fmla="*/ 88260 h 92130"/>
                <a:gd name="csX13" fmla="*/ 0 w 58472"/>
                <a:gd name="csY13" fmla="*/ 75975 h 92130"/>
                <a:gd name="csX14" fmla="*/ 11251 w 58472"/>
                <a:gd name="csY14" fmla="*/ 80392 h 92130"/>
                <a:gd name="csX15" fmla="*/ 23547 w 58472"/>
                <a:gd name="csY15" fmla="*/ 81845 h 92130"/>
                <a:gd name="csX16" fmla="*/ 40132 w 58472"/>
                <a:gd name="csY16" fmla="*/ 76336 h 92130"/>
                <a:gd name="csX17" fmla="*/ 46245 w 58472"/>
                <a:gd name="csY17" fmla="*/ 61378 h 92130"/>
                <a:gd name="csX18" fmla="*/ 40132 w 58472"/>
                <a:gd name="csY18" fmla="*/ 46431 h 92130"/>
                <a:gd name="csX19" fmla="*/ 23547 w 58472"/>
                <a:gd name="csY19" fmla="*/ 40922 h 92130"/>
                <a:gd name="csX20" fmla="*/ 13738 w 58472"/>
                <a:gd name="csY20" fmla="*/ 42015 h 92130"/>
                <a:gd name="csX21" fmla="*/ 3812 w 58472"/>
                <a:gd name="csY21" fmla="*/ 45397 h 92130"/>
                <a:gd name="csX22" fmla="*/ 3812 w 58472"/>
                <a:gd name="csY22" fmla="*/ 0 h 92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8472" h="92130">
                  <a:moveTo>
                    <a:pt x="3812" y="0"/>
                  </a:moveTo>
                  <a:lnTo>
                    <a:pt x="51813" y="0"/>
                  </a:lnTo>
                  <a:lnTo>
                    <a:pt x="51813" y="10297"/>
                  </a:lnTo>
                  <a:lnTo>
                    <a:pt x="15005" y="10297"/>
                  </a:lnTo>
                  <a:lnTo>
                    <a:pt x="15005" y="32450"/>
                  </a:lnTo>
                  <a:cubicBezTo>
                    <a:pt x="16779" y="31845"/>
                    <a:pt x="18557" y="31400"/>
                    <a:pt x="20339" y="31113"/>
                  </a:cubicBezTo>
                  <a:cubicBezTo>
                    <a:pt x="22114" y="30788"/>
                    <a:pt x="23888" y="30625"/>
                    <a:pt x="25662" y="30625"/>
                  </a:cubicBezTo>
                  <a:cubicBezTo>
                    <a:pt x="35750" y="30625"/>
                    <a:pt x="43739" y="33391"/>
                    <a:pt x="49628" y="38923"/>
                  </a:cubicBezTo>
                  <a:cubicBezTo>
                    <a:pt x="55524" y="44456"/>
                    <a:pt x="58472" y="51940"/>
                    <a:pt x="58472" y="61378"/>
                  </a:cubicBezTo>
                  <a:cubicBezTo>
                    <a:pt x="58472" y="71109"/>
                    <a:pt x="55446" y="78676"/>
                    <a:pt x="49395" y="84076"/>
                  </a:cubicBezTo>
                  <a:cubicBezTo>
                    <a:pt x="43336" y="89446"/>
                    <a:pt x="34797" y="92131"/>
                    <a:pt x="23779" y="92131"/>
                  </a:cubicBezTo>
                  <a:cubicBezTo>
                    <a:pt x="19991" y="92131"/>
                    <a:pt x="16116" y="91809"/>
                    <a:pt x="12157" y="91166"/>
                  </a:cubicBezTo>
                  <a:cubicBezTo>
                    <a:pt x="8244" y="90515"/>
                    <a:pt x="4192" y="89546"/>
                    <a:pt x="0" y="88260"/>
                  </a:cubicBezTo>
                  <a:lnTo>
                    <a:pt x="0" y="75975"/>
                  </a:lnTo>
                  <a:cubicBezTo>
                    <a:pt x="3626" y="77951"/>
                    <a:pt x="7376" y="79423"/>
                    <a:pt x="11251" y="80392"/>
                  </a:cubicBezTo>
                  <a:cubicBezTo>
                    <a:pt x="15125" y="81360"/>
                    <a:pt x="19223" y="81845"/>
                    <a:pt x="23547" y="81845"/>
                  </a:cubicBezTo>
                  <a:cubicBezTo>
                    <a:pt x="30528" y="81845"/>
                    <a:pt x="36057" y="80008"/>
                    <a:pt x="40132" y="76336"/>
                  </a:cubicBezTo>
                  <a:cubicBezTo>
                    <a:pt x="44208" y="72663"/>
                    <a:pt x="46245" y="67677"/>
                    <a:pt x="46245" y="61378"/>
                  </a:cubicBezTo>
                  <a:cubicBezTo>
                    <a:pt x="46245" y="55086"/>
                    <a:pt x="44208" y="50104"/>
                    <a:pt x="40132" y="46431"/>
                  </a:cubicBezTo>
                  <a:cubicBezTo>
                    <a:pt x="36057" y="42759"/>
                    <a:pt x="30528" y="40922"/>
                    <a:pt x="23547" y="40922"/>
                  </a:cubicBezTo>
                  <a:cubicBezTo>
                    <a:pt x="20277" y="40922"/>
                    <a:pt x="17008" y="41287"/>
                    <a:pt x="13738" y="42015"/>
                  </a:cubicBezTo>
                  <a:cubicBezTo>
                    <a:pt x="10507" y="42735"/>
                    <a:pt x="7198" y="43863"/>
                    <a:pt x="3812" y="45397"/>
                  </a:cubicBezTo>
                  <a:lnTo>
                    <a:pt x="3812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20" name="Freeform 4119">
              <a:extLst>
                <a:ext uri="{FF2B5EF4-FFF2-40B4-BE49-F238E27FC236}">
                  <a16:creationId xmlns:a16="http://schemas.microsoft.com/office/drawing/2014/main" id="{5C20C07F-B3A3-1E7B-9555-2FB6EF448AAB}"/>
                </a:ext>
              </a:extLst>
            </p:cNvPr>
            <p:cNvSpPr/>
            <p:nvPr/>
          </p:nvSpPr>
          <p:spPr>
            <a:xfrm>
              <a:off x="2309358" y="4608261"/>
              <a:ext cx="62470" cy="93769"/>
            </a:xfrm>
            <a:custGeom>
              <a:avLst/>
              <a:gdLst>
                <a:gd name="csX0" fmla="*/ 31241 w 62470"/>
                <a:gd name="csY0" fmla="*/ 9693 h 93769"/>
                <a:gd name="csX1" fmla="*/ 17015 w 62470"/>
                <a:gd name="csY1" fmla="*/ 19014 h 93769"/>
                <a:gd name="csX2" fmla="*/ 12297 w 62470"/>
                <a:gd name="csY2" fmla="*/ 46919 h 93769"/>
                <a:gd name="csX3" fmla="*/ 17015 w 62470"/>
                <a:gd name="csY3" fmla="*/ 74825 h 93769"/>
                <a:gd name="csX4" fmla="*/ 31241 w 62470"/>
                <a:gd name="csY4" fmla="*/ 84088 h 93769"/>
                <a:gd name="csX5" fmla="*/ 45467 w 62470"/>
                <a:gd name="csY5" fmla="*/ 74825 h 93769"/>
                <a:gd name="csX6" fmla="*/ 50243 w 62470"/>
                <a:gd name="csY6" fmla="*/ 46919 h 93769"/>
                <a:gd name="csX7" fmla="*/ 45467 w 62470"/>
                <a:gd name="csY7" fmla="*/ 19014 h 93769"/>
                <a:gd name="csX8" fmla="*/ 31241 w 62470"/>
                <a:gd name="csY8" fmla="*/ 9693 h 93769"/>
                <a:gd name="csX9" fmla="*/ 31241 w 62470"/>
                <a:gd name="csY9" fmla="*/ 0 h 93769"/>
                <a:gd name="csX10" fmla="*/ 54428 w 62470"/>
                <a:gd name="csY10" fmla="*/ 12052 h 93769"/>
                <a:gd name="csX11" fmla="*/ 62470 w 62470"/>
                <a:gd name="csY11" fmla="*/ 46919 h 93769"/>
                <a:gd name="csX12" fmla="*/ 54428 w 62470"/>
                <a:gd name="csY12" fmla="*/ 81787 h 93769"/>
                <a:gd name="csX13" fmla="*/ 31241 w 62470"/>
                <a:gd name="csY13" fmla="*/ 93769 h 93769"/>
                <a:gd name="csX14" fmla="*/ 7996 w 62470"/>
                <a:gd name="csY14" fmla="*/ 81787 h 93769"/>
                <a:gd name="csX15" fmla="*/ 0 w 62470"/>
                <a:gd name="csY15" fmla="*/ 46919 h 93769"/>
                <a:gd name="csX16" fmla="*/ 7996 w 62470"/>
                <a:gd name="csY16" fmla="*/ 12052 h 93769"/>
                <a:gd name="csX17" fmla="*/ 31241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41" y="9693"/>
                  </a:moveTo>
                  <a:cubicBezTo>
                    <a:pt x="24942" y="9693"/>
                    <a:pt x="20200" y="12800"/>
                    <a:pt x="17015" y="19014"/>
                  </a:cubicBezTo>
                  <a:cubicBezTo>
                    <a:pt x="13869" y="25190"/>
                    <a:pt x="12297" y="34491"/>
                    <a:pt x="12297" y="46919"/>
                  </a:cubicBezTo>
                  <a:cubicBezTo>
                    <a:pt x="12297" y="59309"/>
                    <a:pt x="13869" y="68611"/>
                    <a:pt x="17015" y="74825"/>
                  </a:cubicBezTo>
                  <a:cubicBezTo>
                    <a:pt x="20200" y="81000"/>
                    <a:pt x="24942" y="84088"/>
                    <a:pt x="31241" y="84088"/>
                  </a:cubicBezTo>
                  <a:cubicBezTo>
                    <a:pt x="37571" y="84088"/>
                    <a:pt x="42313" y="81000"/>
                    <a:pt x="45467" y="74825"/>
                  </a:cubicBezTo>
                  <a:cubicBezTo>
                    <a:pt x="48651" y="68611"/>
                    <a:pt x="50243" y="59309"/>
                    <a:pt x="50243" y="46919"/>
                  </a:cubicBezTo>
                  <a:cubicBezTo>
                    <a:pt x="50243" y="34491"/>
                    <a:pt x="48651" y="25190"/>
                    <a:pt x="45467" y="19014"/>
                  </a:cubicBezTo>
                  <a:cubicBezTo>
                    <a:pt x="42313" y="12800"/>
                    <a:pt x="37571" y="9693"/>
                    <a:pt x="31241" y="9693"/>
                  </a:cubicBezTo>
                  <a:moveTo>
                    <a:pt x="31241" y="0"/>
                  </a:moveTo>
                  <a:cubicBezTo>
                    <a:pt x="41368" y="0"/>
                    <a:pt x="49097" y="4017"/>
                    <a:pt x="54428" y="12052"/>
                  </a:cubicBezTo>
                  <a:cubicBezTo>
                    <a:pt x="59789" y="20041"/>
                    <a:pt x="62470" y="31663"/>
                    <a:pt x="62470" y="46919"/>
                  </a:cubicBezTo>
                  <a:cubicBezTo>
                    <a:pt x="62470" y="62129"/>
                    <a:pt x="59789" y="73752"/>
                    <a:pt x="54428" y="81787"/>
                  </a:cubicBezTo>
                  <a:cubicBezTo>
                    <a:pt x="49097" y="89775"/>
                    <a:pt x="41368" y="93769"/>
                    <a:pt x="31241" y="93769"/>
                  </a:cubicBezTo>
                  <a:cubicBezTo>
                    <a:pt x="21106" y="93769"/>
                    <a:pt x="13358" y="89775"/>
                    <a:pt x="7996" y="81787"/>
                  </a:cubicBezTo>
                  <a:cubicBezTo>
                    <a:pt x="2665" y="73752"/>
                    <a:pt x="0" y="62129"/>
                    <a:pt x="0" y="46919"/>
                  </a:cubicBezTo>
                  <a:cubicBezTo>
                    <a:pt x="0" y="31663"/>
                    <a:pt x="2665" y="20041"/>
                    <a:pt x="7996" y="12052"/>
                  </a:cubicBezTo>
                  <a:cubicBezTo>
                    <a:pt x="13358" y="4017"/>
                    <a:pt x="21106" y="0"/>
                    <a:pt x="3124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21" name="Freeform 4120">
              <a:extLst>
                <a:ext uri="{FF2B5EF4-FFF2-40B4-BE49-F238E27FC236}">
                  <a16:creationId xmlns:a16="http://schemas.microsoft.com/office/drawing/2014/main" id="{3CFBCF84-E03B-ABD1-768A-A3E04661AE8D}"/>
                </a:ext>
              </a:extLst>
            </p:cNvPr>
            <p:cNvSpPr/>
            <p:nvPr/>
          </p:nvSpPr>
          <p:spPr>
            <a:xfrm>
              <a:off x="2561342" y="4608261"/>
              <a:ext cx="62412" cy="93769"/>
            </a:xfrm>
            <a:custGeom>
              <a:avLst/>
              <a:gdLst>
                <a:gd name="csX0" fmla="*/ 32264 w 62412"/>
                <a:gd name="csY0" fmla="*/ 41957 h 93769"/>
                <a:gd name="csX1" fmla="*/ 19189 w 62412"/>
                <a:gd name="csY1" fmla="*/ 47582 h 93769"/>
                <a:gd name="csX2" fmla="*/ 14412 w 62412"/>
                <a:gd name="csY2" fmla="*/ 63016 h 93769"/>
                <a:gd name="csX3" fmla="*/ 19189 w 62412"/>
                <a:gd name="csY3" fmla="*/ 78451 h 93769"/>
                <a:gd name="csX4" fmla="*/ 32264 w 62412"/>
                <a:gd name="csY4" fmla="*/ 84088 h 93769"/>
                <a:gd name="csX5" fmla="*/ 45281 w 62412"/>
                <a:gd name="csY5" fmla="*/ 78451 h 93769"/>
                <a:gd name="csX6" fmla="*/ 50127 w 62412"/>
                <a:gd name="csY6" fmla="*/ 63016 h 93769"/>
                <a:gd name="csX7" fmla="*/ 45281 w 62412"/>
                <a:gd name="csY7" fmla="*/ 47582 h 93769"/>
                <a:gd name="csX8" fmla="*/ 32264 w 62412"/>
                <a:gd name="csY8" fmla="*/ 41957 h 93769"/>
                <a:gd name="csX9" fmla="*/ 56543 w 62412"/>
                <a:gd name="csY9" fmla="*/ 3638 h 93769"/>
                <a:gd name="csX10" fmla="*/ 56543 w 62412"/>
                <a:gd name="csY10" fmla="*/ 14772 h 93769"/>
                <a:gd name="csX11" fmla="*/ 47222 w 62412"/>
                <a:gd name="csY11" fmla="*/ 11448 h 93769"/>
                <a:gd name="csX12" fmla="*/ 37959 w 62412"/>
                <a:gd name="csY12" fmla="*/ 10297 h 93769"/>
                <a:gd name="csX13" fmla="*/ 19433 w 62412"/>
                <a:gd name="csY13" fmla="*/ 18468 h 93769"/>
                <a:gd name="csX14" fmla="*/ 12169 w 62412"/>
                <a:gd name="csY14" fmla="*/ 43165 h 93769"/>
                <a:gd name="csX15" fmla="*/ 21129 w 62412"/>
                <a:gd name="csY15" fmla="*/ 35111 h 93769"/>
                <a:gd name="csX16" fmla="*/ 32996 w 62412"/>
                <a:gd name="csY16" fmla="*/ 32264 h 93769"/>
                <a:gd name="csX17" fmla="*/ 54486 w 62412"/>
                <a:gd name="csY17" fmla="*/ 40562 h 93769"/>
                <a:gd name="csX18" fmla="*/ 62412 w 62412"/>
                <a:gd name="csY18" fmla="*/ 63016 h 93769"/>
                <a:gd name="csX19" fmla="*/ 54183 w 62412"/>
                <a:gd name="csY19" fmla="*/ 85355 h 93769"/>
                <a:gd name="csX20" fmla="*/ 32264 w 62412"/>
                <a:gd name="csY20" fmla="*/ 93769 h 93769"/>
                <a:gd name="csX21" fmla="*/ 8298 w 62412"/>
                <a:gd name="csY21" fmla="*/ 81787 h 93769"/>
                <a:gd name="csX22" fmla="*/ 0 w 62412"/>
                <a:gd name="csY22" fmla="*/ 46919 h 93769"/>
                <a:gd name="csX23" fmla="*/ 10170 w 62412"/>
                <a:gd name="csY23" fmla="*/ 12773 h 93769"/>
                <a:gd name="csX24" fmla="*/ 37471 w 62412"/>
                <a:gd name="csY24" fmla="*/ 0 h 93769"/>
                <a:gd name="csX25" fmla="*/ 46734 w 62412"/>
                <a:gd name="csY25" fmla="*/ 918 h 93769"/>
                <a:gd name="csX26" fmla="*/ 56543 w 62412"/>
                <a:gd name="csY26" fmla="*/ 3638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2412" h="93769">
                  <a:moveTo>
                    <a:pt x="32264" y="41957"/>
                  </a:moveTo>
                  <a:cubicBezTo>
                    <a:pt x="26778" y="41957"/>
                    <a:pt x="22419" y="43832"/>
                    <a:pt x="19189" y="47582"/>
                  </a:cubicBezTo>
                  <a:cubicBezTo>
                    <a:pt x="16004" y="51340"/>
                    <a:pt x="14412" y="56485"/>
                    <a:pt x="14412" y="63016"/>
                  </a:cubicBezTo>
                  <a:cubicBezTo>
                    <a:pt x="14412" y="69517"/>
                    <a:pt x="16004" y="74662"/>
                    <a:pt x="19189" y="78451"/>
                  </a:cubicBezTo>
                  <a:cubicBezTo>
                    <a:pt x="22419" y="82209"/>
                    <a:pt x="26778" y="84088"/>
                    <a:pt x="32264" y="84088"/>
                  </a:cubicBezTo>
                  <a:cubicBezTo>
                    <a:pt x="37749" y="84088"/>
                    <a:pt x="42088" y="82209"/>
                    <a:pt x="45281" y="78451"/>
                  </a:cubicBezTo>
                  <a:cubicBezTo>
                    <a:pt x="48512" y="74662"/>
                    <a:pt x="50127" y="69517"/>
                    <a:pt x="50127" y="63016"/>
                  </a:cubicBezTo>
                  <a:cubicBezTo>
                    <a:pt x="50127" y="56485"/>
                    <a:pt x="48512" y="51340"/>
                    <a:pt x="45281" y="47582"/>
                  </a:cubicBezTo>
                  <a:cubicBezTo>
                    <a:pt x="42088" y="43832"/>
                    <a:pt x="37749" y="41957"/>
                    <a:pt x="32264" y="41957"/>
                  </a:cubicBezTo>
                  <a:moveTo>
                    <a:pt x="56543" y="3638"/>
                  </a:moveTo>
                  <a:lnTo>
                    <a:pt x="56543" y="14772"/>
                  </a:lnTo>
                  <a:cubicBezTo>
                    <a:pt x="53474" y="13323"/>
                    <a:pt x="50367" y="12215"/>
                    <a:pt x="47222" y="11448"/>
                  </a:cubicBezTo>
                  <a:cubicBezTo>
                    <a:pt x="44115" y="10681"/>
                    <a:pt x="41027" y="10297"/>
                    <a:pt x="37959" y="10297"/>
                  </a:cubicBezTo>
                  <a:cubicBezTo>
                    <a:pt x="29885" y="10297"/>
                    <a:pt x="23710" y="13021"/>
                    <a:pt x="19433" y="18468"/>
                  </a:cubicBezTo>
                  <a:cubicBezTo>
                    <a:pt x="15194" y="23915"/>
                    <a:pt x="12773" y="32148"/>
                    <a:pt x="12169" y="43165"/>
                  </a:cubicBezTo>
                  <a:cubicBezTo>
                    <a:pt x="14547" y="39656"/>
                    <a:pt x="17534" y="36971"/>
                    <a:pt x="21129" y="35111"/>
                  </a:cubicBezTo>
                  <a:cubicBezTo>
                    <a:pt x="24717" y="33213"/>
                    <a:pt x="28672" y="32264"/>
                    <a:pt x="32996" y="32264"/>
                  </a:cubicBezTo>
                  <a:cubicBezTo>
                    <a:pt x="42069" y="32264"/>
                    <a:pt x="49232" y="35030"/>
                    <a:pt x="54486" y="40562"/>
                  </a:cubicBezTo>
                  <a:cubicBezTo>
                    <a:pt x="59770" y="46048"/>
                    <a:pt x="62412" y="53533"/>
                    <a:pt x="62412" y="63016"/>
                  </a:cubicBezTo>
                  <a:cubicBezTo>
                    <a:pt x="62412" y="72299"/>
                    <a:pt x="59669" y="79745"/>
                    <a:pt x="54183" y="85355"/>
                  </a:cubicBezTo>
                  <a:cubicBezTo>
                    <a:pt x="48690" y="90964"/>
                    <a:pt x="41383" y="93769"/>
                    <a:pt x="32264" y="93769"/>
                  </a:cubicBezTo>
                  <a:cubicBezTo>
                    <a:pt x="21811" y="93769"/>
                    <a:pt x="13823" y="89775"/>
                    <a:pt x="8298" y="81787"/>
                  </a:cubicBezTo>
                  <a:cubicBezTo>
                    <a:pt x="2766" y="73752"/>
                    <a:pt x="0" y="62129"/>
                    <a:pt x="0" y="46919"/>
                  </a:cubicBezTo>
                  <a:cubicBezTo>
                    <a:pt x="0" y="32632"/>
                    <a:pt x="3390" y="21250"/>
                    <a:pt x="10170" y="12773"/>
                  </a:cubicBezTo>
                  <a:cubicBezTo>
                    <a:pt x="16949" y="4258"/>
                    <a:pt x="26050" y="0"/>
                    <a:pt x="37471" y="0"/>
                  </a:cubicBezTo>
                  <a:cubicBezTo>
                    <a:pt x="40539" y="0"/>
                    <a:pt x="43626" y="306"/>
                    <a:pt x="46734" y="918"/>
                  </a:cubicBezTo>
                  <a:cubicBezTo>
                    <a:pt x="49879" y="1523"/>
                    <a:pt x="53149" y="2429"/>
                    <a:pt x="56543" y="363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77" name="Freeform 4576">
              <a:extLst>
                <a:ext uri="{FF2B5EF4-FFF2-40B4-BE49-F238E27FC236}">
                  <a16:creationId xmlns:a16="http://schemas.microsoft.com/office/drawing/2014/main" id="{19B68E4B-9AB9-4154-25F5-95F74F142D95}"/>
                </a:ext>
              </a:extLst>
            </p:cNvPr>
            <p:cNvSpPr/>
            <p:nvPr/>
          </p:nvSpPr>
          <p:spPr>
            <a:xfrm>
              <a:off x="2639735" y="4608261"/>
              <a:ext cx="62470" cy="93769"/>
            </a:xfrm>
            <a:custGeom>
              <a:avLst/>
              <a:gdLst>
                <a:gd name="csX0" fmla="*/ 31229 w 62470"/>
                <a:gd name="csY0" fmla="*/ 9693 h 93769"/>
                <a:gd name="csX1" fmla="*/ 17004 w 62470"/>
                <a:gd name="csY1" fmla="*/ 19014 h 93769"/>
                <a:gd name="csX2" fmla="*/ 12285 w 62470"/>
                <a:gd name="csY2" fmla="*/ 46919 h 93769"/>
                <a:gd name="csX3" fmla="*/ 17004 w 62470"/>
                <a:gd name="csY3" fmla="*/ 74825 h 93769"/>
                <a:gd name="csX4" fmla="*/ 31229 w 62470"/>
                <a:gd name="csY4" fmla="*/ 84088 h 93769"/>
                <a:gd name="csX5" fmla="*/ 45455 w 62470"/>
                <a:gd name="csY5" fmla="*/ 74825 h 93769"/>
                <a:gd name="csX6" fmla="*/ 50243 w 62470"/>
                <a:gd name="csY6" fmla="*/ 46919 h 93769"/>
                <a:gd name="csX7" fmla="*/ 45455 w 62470"/>
                <a:gd name="csY7" fmla="*/ 19014 h 93769"/>
                <a:gd name="csX8" fmla="*/ 31229 w 62470"/>
                <a:gd name="csY8" fmla="*/ 9693 h 93769"/>
                <a:gd name="csX9" fmla="*/ 31229 w 62470"/>
                <a:gd name="csY9" fmla="*/ 0 h 93769"/>
                <a:gd name="csX10" fmla="*/ 54416 w 62470"/>
                <a:gd name="csY10" fmla="*/ 12052 h 93769"/>
                <a:gd name="csX11" fmla="*/ 62470 w 62470"/>
                <a:gd name="csY11" fmla="*/ 46919 h 93769"/>
                <a:gd name="csX12" fmla="*/ 54416 w 62470"/>
                <a:gd name="csY12" fmla="*/ 81787 h 93769"/>
                <a:gd name="csX13" fmla="*/ 31229 w 62470"/>
                <a:gd name="csY13" fmla="*/ 93769 h 93769"/>
                <a:gd name="csX14" fmla="*/ 7985 w 62470"/>
                <a:gd name="csY14" fmla="*/ 81787 h 93769"/>
                <a:gd name="csX15" fmla="*/ 0 w 62470"/>
                <a:gd name="csY15" fmla="*/ 46919 h 93769"/>
                <a:gd name="csX16" fmla="*/ 7985 w 62470"/>
                <a:gd name="csY16" fmla="*/ 12052 h 93769"/>
                <a:gd name="csX17" fmla="*/ 31229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29" y="9693"/>
                  </a:moveTo>
                  <a:cubicBezTo>
                    <a:pt x="24938" y="9693"/>
                    <a:pt x="20196" y="12800"/>
                    <a:pt x="17004" y="19014"/>
                  </a:cubicBezTo>
                  <a:cubicBezTo>
                    <a:pt x="13858" y="25190"/>
                    <a:pt x="12285" y="34491"/>
                    <a:pt x="12285" y="46919"/>
                  </a:cubicBezTo>
                  <a:cubicBezTo>
                    <a:pt x="12285" y="59309"/>
                    <a:pt x="13858" y="68611"/>
                    <a:pt x="17004" y="74825"/>
                  </a:cubicBezTo>
                  <a:cubicBezTo>
                    <a:pt x="20196" y="81000"/>
                    <a:pt x="24938" y="84088"/>
                    <a:pt x="31229" y="84088"/>
                  </a:cubicBezTo>
                  <a:cubicBezTo>
                    <a:pt x="37567" y="84088"/>
                    <a:pt x="42309" y="81000"/>
                    <a:pt x="45455" y="74825"/>
                  </a:cubicBezTo>
                  <a:cubicBezTo>
                    <a:pt x="48647" y="68611"/>
                    <a:pt x="50243" y="59309"/>
                    <a:pt x="50243" y="46919"/>
                  </a:cubicBezTo>
                  <a:cubicBezTo>
                    <a:pt x="50243" y="34491"/>
                    <a:pt x="48647" y="25190"/>
                    <a:pt x="45455" y="19014"/>
                  </a:cubicBezTo>
                  <a:cubicBezTo>
                    <a:pt x="42309" y="12800"/>
                    <a:pt x="37567" y="9693"/>
                    <a:pt x="31229" y="9693"/>
                  </a:cubicBezTo>
                  <a:moveTo>
                    <a:pt x="31229" y="0"/>
                  </a:moveTo>
                  <a:cubicBezTo>
                    <a:pt x="41364" y="0"/>
                    <a:pt x="49093" y="4017"/>
                    <a:pt x="54416" y="12052"/>
                  </a:cubicBezTo>
                  <a:cubicBezTo>
                    <a:pt x="59785" y="20041"/>
                    <a:pt x="62470" y="31663"/>
                    <a:pt x="62470" y="46919"/>
                  </a:cubicBezTo>
                  <a:cubicBezTo>
                    <a:pt x="62470" y="62129"/>
                    <a:pt x="59785" y="73752"/>
                    <a:pt x="54416" y="81787"/>
                  </a:cubicBezTo>
                  <a:cubicBezTo>
                    <a:pt x="49093" y="89775"/>
                    <a:pt x="41364" y="93769"/>
                    <a:pt x="31229" y="93769"/>
                  </a:cubicBezTo>
                  <a:cubicBezTo>
                    <a:pt x="21102" y="93769"/>
                    <a:pt x="13354" y="89775"/>
                    <a:pt x="7985" y="81787"/>
                  </a:cubicBezTo>
                  <a:cubicBezTo>
                    <a:pt x="2662" y="73752"/>
                    <a:pt x="0" y="62129"/>
                    <a:pt x="0" y="46919"/>
                  </a:cubicBezTo>
                  <a:cubicBezTo>
                    <a:pt x="0" y="31663"/>
                    <a:pt x="2662" y="20041"/>
                    <a:pt x="7985" y="12052"/>
                  </a:cubicBezTo>
                  <a:cubicBezTo>
                    <a:pt x="13354" y="4017"/>
                    <a:pt x="21102" y="0"/>
                    <a:pt x="31229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78" name="Freeform 4577">
              <a:extLst>
                <a:ext uri="{FF2B5EF4-FFF2-40B4-BE49-F238E27FC236}">
                  <a16:creationId xmlns:a16="http://schemas.microsoft.com/office/drawing/2014/main" id="{F4248BCF-48C0-667D-B2F2-0EC9DA916287}"/>
                </a:ext>
              </a:extLst>
            </p:cNvPr>
            <p:cNvSpPr/>
            <p:nvPr/>
          </p:nvSpPr>
          <p:spPr>
            <a:xfrm>
              <a:off x="2892022" y="4609900"/>
              <a:ext cx="58111" cy="90375"/>
            </a:xfrm>
            <a:custGeom>
              <a:avLst/>
              <a:gdLst>
                <a:gd name="csX0" fmla="*/ 0 w 58111"/>
                <a:gd name="csY0" fmla="*/ 0 h 90375"/>
                <a:gd name="csX1" fmla="*/ 58112 w 58111"/>
                <a:gd name="csY1" fmla="*/ 0 h 90375"/>
                <a:gd name="csX2" fmla="*/ 58112 w 58111"/>
                <a:gd name="csY2" fmla="*/ 5207 h 90375"/>
                <a:gd name="csX3" fmla="*/ 25302 w 58111"/>
                <a:gd name="csY3" fmla="*/ 90376 h 90375"/>
                <a:gd name="csX4" fmla="*/ 12529 w 58111"/>
                <a:gd name="csY4" fmla="*/ 90376 h 90375"/>
                <a:gd name="csX5" fmla="*/ 43398 w 58111"/>
                <a:gd name="csY5" fmla="*/ 10297 h 90375"/>
                <a:gd name="csX6" fmla="*/ 0 w 58111"/>
                <a:gd name="csY6" fmla="*/ 10297 h 90375"/>
                <a:gd name="csX7" fmla="*/ 0 w 58111"/>
                <a:gd name="csY7" fmla="*/ 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8111" h="90375">
                  <a:moveTo>
                    <a:pt x="0" y="0"/>
                  </a:moveTo>
                  <a:lnTo>
                    <a:pt x="58112" y="0"/>
                  </a:lnTo>
                  <a:lnTo>
                    <a:pt x="58112" y="5207"/>
                  </a:lnTo>
                  <a:lnTo>
                    <a:pt x="25302" y="90376"/>
                  </a:lnTo>
                  <a:lnTo>
                    <a:pt x="12529" y="90376"/>
                  </a:lnTo>
                  <a:lnTo>
                    <a:pt x="43398" y="10297"/>
                  </a:lnTo>
                  <a:lnTo>
                    <a:pt x="0" y="102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79" name="Freeform 4578">
              <a:extLst>
                <a:ext uri="{FF2B5EF4-FFF2-40B4-BE49-F238E27FC236}">
                  <a16:creationId xmlns:a16="http://schemas.microsoft.com/office/drawing/2014/main" id="{AEADA0FC-A55B-7A28-8DE7-7D5D1381DD5C}"/>
                </a:ext>
              </a:extLst>
            </p:cNvPr>
            <p:cNvSpPr/>
            <p:nvPr/>
          </p:nvSpPr>
          <p:spPr>
            <a:xfrm>
              <a:off x="2968892" y="4608261"/>
              <a:ext cx="62470" cy="93769"/>
            </a:xfrm>
            <a:custGeom>
              <a:avLst/>
              <a:gdLst>
                <a:gd name="csX0" fmla="*/ 31241 w 62470"/>
                <a:gd name="csY0" fmla="*/ 9693 h 93769"/>
                <a:gd name="csX1" fmla="*/ 17015 w 62470"/>
                <a:gd name="csY1" fmla="*/ 19014 h 93769"/>
                <a:gd name="csX2" fmla="*/ 12297 w 62470"/>
                <a:gd name="csY2" fmla="*/ 46919 h 93769"/>
                <a:gd name="csX3" fmla="*/ 17015 w 62470"/>
                <a:gd name="csY3" fmla="*/ 74825 h 93769"/>
                <a:gd name="csX4" fmla="*/ 31241 w 62470"/>
                <a:gd name="csY4" fmla="*/ 84088 h 93769"/>
                <a:gd name="csX5" fmla="*/ 45467 w 62470"/>
                <a:gd name="csY5" fmla="*/ 74825 h 93769"/>
                <a:gd name="csX6" fmla="*/ 50243 w 62470"/>
                <a:gd name="csY6" fmla="*/ 46919 h 93769"/>
                <a:gd name="csX7" fmla="*/ 45467 w 62470"/>
                <a:gd name="csY7" fmla="*/ 19014 h 93769"/>
                <a:gd name="csX8" fmla="*/ 31241 w 62470"/>
                <a:gd name="csY8" fmla="*/ 9693 h 93769"/>
                <a:gd name="csX9" fmla="*/ 31241 w 62470"/>
                <a:gd name="csY9" fmla="*/ 0 h 93769"/>
                <a:gd name="csX10" fmla="*/ 54428 w 62470"/>
                <a:gd name="csY10" fmla="*/ 12052 h 93769"/>
                <a:gd name="csX11" fmla="*/ 62470 w 62470"/>
                <a:gd name="csY11" fmla="*/ 46919 h 93769"/>
                <a:gd name="csX12" fmla="*/ 54428 w 62470"/>
                <a:gd name="csY12" fmla="*/ 81787 h 93769"/>
                <a:gd name="csX13" fmla="*/ 31241 w 62470"/>
                <a:gd name="csY13" fmla="*/ 93769 h 93769"/>
                <a:gd name="csX14" fmla="*/ 7996 w 62470"/>
                <a:gd name="csY14" fmla="*/ 81787 h 93769"/>
                <a:gd name="csX15" fmla="*/ 0 w 62470"/>
                <a:gd name="csY15" fmla="*/ 46919 h 93769"/>
                <a:gd name="csX16" fmla="*/ 7996 w 62470"/>
                <a:gd name="csY16" fmla="*/ 12052 h 93769"/>
                <a:gd name="csX17" fmla="*/ 31241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41" y="9693"/>
                  </a:moveTo>
                  <a:cubicBezTo>
                    <a:pt x="24942" y="9693"/>
                    <a:pt x="20200" y="12800"/>
                    <a:pt x="17015" y="19014"/>
                  </a:cubicBezTo>
                  <a:cubicBezTo>
                    <a:pt x="13869" y="25190"/>
                    <a:pt x="12297" y="34491"/>
                    <a:pt x="12297" y="46919"/>
                  </a:cubicBezTo>
                  <a:cubicBezTo>
                    <a:pt x="12297" y="59309"/>
                    <a:pt x="13869" y="68611"/>
                    <a:pt x="17015" y="74825"/>
                  </a:cubicBezTo>
                  <a:cubicBezTo>
                    <a:pt x="20200" y="81000"/>
                    <a:pt x="24942" y="84088"/>
                    <a:pt x="31241" y="84088"/>
                  </a:cubicBezTo>
                  <a:cubicBezTo>
                    <a:pt x="37571" y="84088"/>
                    <a:pt x="42313" y="81000"/>
                    <a:pt x="45467" y="74825"/>
                  </a:cubicBezTo>
                  <a:cubicBezTo>
                    <a:pt x="48651" y="68611"/>
                    <a:pt x="50243" y="59309"/>
                    <a:pt x="50243" y="46919"/>
                  </a:cubicBezTo>
                  <a:cubicBezTo>
                    <a:pt x="50243" y="34491"/>
                    <a:pt x="48651" y="25190"/>
                    <a:pt x="45467" y="19014"/>
                  </a:cubicBezTo>
                  <a:cubicBezTo>
                    <a:pt x="42313" y="12800"/>
                    <a:pt x="37571" y="9693"/>
                    <a:pt x="31241" y="9693"/>
                  </a:cubicBezTo>
                  <a:moveTo>
                    <a:pt x="31241" y="0"/>
                  </a:moveTo>
                  <a:cubicBezTo>
                    <a:pt x="41368" y="0"/>
                    <a:pt x="49097" y="4017"/>
                    <a:pt x="54428" y="12052"/>
                  </a:cubicBezTo>
                  <a:cubicBezTo>
                    <a:pt x="59789" y="20041"/>
                    <a:pt x="62470" y="31663"/>
                    <a:pt x="62470" y="46919"/>
                  </a:cubicBezTo>
                  <a:cubicBezTo>
                    <a:pt x="62470" y="62129"/>
                    <a:pt x="59789" y="73752"/>
                    <a:pt x="54428" y="81787"/>
                  </a:cubicBezTo>
                  <a:cubicBezTo>
                    <a:pt x="49097" y="89775"/>
                    <a:pt x="41368" y="93769"/>
                    <a:pt x="31241" y="93769"/>
                  </a:cubicBezTo>
                  <a:cubicBezTo>
                    <a:pt x="21106" y="93769"/>
                    <a:pt x="13358" y="89775"/>
                    <a:pt x="7996" y="81787"/>
                  </a:cubicBezTo>
                  <a:cubicBezTo>
                    <a:pt x="2666" y="73752"/>
                    <a:pt x="0" y="62129"/>
                    <a:pt x="0" y="46919"/>
                  </a:cubicBezTo>
                  <a:cubicBezTo>
                    <a:pt x="0" y="31663"/>
                    <a:pt x="2666" y="20041"/>
                    <a:pt x="7996" y="12052"/>
                  </a:cubicBezTo>
                  <a:cubicBezTo>
                    <a:pt x="13358" y="4017"/>
                    <a:pt x="21106" y="0"/>
                    <a:pt x="31241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0" name="Freeform 4579">
              <a:extLst>
                <a:ext uri="{FF2B5EF4-FFF2-40B4-BE49-F238E27FC236}">
                  <a16:creationId xmlns:a16="http://schemas.microsoft.com/office/drawing/2014/main" id="{6D6C7E38-90F5-C0B4-C1D0-67B61D2BC844}"/>
                </a:ext>
              </a:extLst>
            </p:cNvPr>
            <p:cNvSpPr/>
            <p:nvPr/>
          </p:nvSpPr>
          <p:spPr>
            <a:xfrm>
              <a:off x="1590863" y="4767778"/>
              <a:ext cx="114201" cy="63155"/>
            </a:xfrm>
            <a:custGeom>
              <a:avLst/>
              <a:gdLst>
                <a:gd name="csX0" fmla="*/ 114201 w 114201"/>
                <a:gd name="csY0" fmla="*/ 41643 h 63155"/>
                <a:gd name="csX1" fmla="*/ 113585 w 114201"/>
                <a:gd name="csY1" fmla="*/ 44304 h 63155"/>
                <a:gd name="csX2" fmla="*/ 111482 w 114201"/>
                <a:gd name="csY2" fmla="*/ 49674 h 63155"/>
                <a:gd name="csX3" fmla="*/ 108007 w 114201"/>
                <a:gd name="csY3" fmla="*/ 55938 h 63155"/>
                <a:gd name="csX4" fmla="*/ 102765 w 114201"/>
                <a:gd name="csY4" fmla="*/ 61041 h 63155"/>
                <a:gd name="csX5" fmla="*/ 95896 w 114201"/>
                <a:gd name="csY5" fmla="*/ 63156 h 63155"/>
                <a:gd name="csX6" fmla="*/ 87726 w 114201"/>
                <a:gd name="csY6" fmla="*/ 59890 h 63155"/>
                <a:gd name="csX7" fmla="*/ 84460 w 114201"/>
                <a:gd name="csY7" fmla="*/ 51720 h 63155"/>
                <a:gd name="csX8" fmla="*/ 86296 w 114201"/>
                <a:gd name="csY8" fmla="*/ 44026 h 63155"/>
                <a:gd name="csX9" fmla="*/ 94943 w 114201"/>
                <a:gd name="csY9" fmla="*/ 12796 h 63155"/>
                <a:gd name="csX10" fmla="*/ 87389 w 114201"/>
                <a:gd name="csY10" fmla="*/ 3057 h 63155"/>
                <a:gd name="csX11" fmla="*/ 79218 w 114201"/>
                <a:gd name="csY11" fmla="*/ 4823 h 63155"/>
                <a:gd name="csX12" fmla="*/ 72826 w 114201"/>
                <a:gd name="csY12" fmla="*/ 9042 h 63155"/>
                <a:gd name="csX13" fmla="*/ 68328 w 114201"/>
                <a:gd name="csY13" fmla="*/ 14284 h 63155"/>
                <a:gd name="csX14" fmla="*/ 65469 w 114201"/>
                <a:gd name="csY14" fmla="*/ 18921 h 63155"/>
                <a:gd name="csX15" fmla="*/ 64458 w 114201"/>
                <a:gd name="csY15" fmla="*/ 21571 h 63155"/>
                <a:gd name="csX16" fmla="*/ 56078 w 114201"/>
                <a:gd name="csY16" fmla="*/ 55195 h 63155"/>
                <a:gd name="csX17" fmla="*/ 54927 w 114201"/>
                <a:gd name="csY17" fmla="*/ 59414 h 63155"/>
                <a:gd name="csX18" fmla="*/ 53161 w 114201"/>
                <a:gd name="csY18" fmla="*/ 61924 h 63155"/>
                <a:gd name="csX19" fmla="*/ 49825 w 114201"/>
                <a:gd name="csY19" fmla="*/ 63156 h 63155"/>
                <a:gd name="csX20" fmla="*/ 46896 w 114201"/>
                <a:gd name="csY20" fmla="*/ 62133 h 63155"/>
                <a:gd name="csX21" fmla="*/ 45734 w 114201"/>
                <a:gd name="csY21" fmla="*/ 59344 h 63155"/>
                <a:gd name="csX22" fmla="*/ 46083 w 114201"/>
                <a:gd name="csY22" fmla="*/ 57635 h 63155"/>
                <a:gd name="csX23" fmla="*/ 46896 w 114201"/>
                <a:gd name="csY23" fmla="*/ 54242 h 63155"/>
                <a:gd name="csX24" fmla="*/ 47570 w 114201"/>
                <a:gd name="csY24" fmla="*/ 51104 h 63155"/>
                <a:gd name="csX25" fmla="*/ 50360 w 114201"/>
                <a:gd name="csY25" fmla="*/ 40562 h 63155"/>
                <a:gd name="csX26" fmla="*/ 54242 w 114201"/>
                <a:gd name="csY26" fmla="*/ 24360 h 63155"/>
                <a:gd name="csX27" fmla="*/ 56357 w 114201"/>
                <a:gd name="csY27" fmla="*/ 12796 h 63155"/>
                <a:gd name="csX28" fmla="*/ 48802 w 114201"/>
                <a:gd name="csY28" fmla="*/ 3057 h 63155"/>
                <a:gd name="csX29" fmla="*/ 41515 w 114201"/>
                <a:gd name="csY29" fmla="*/ 4486 h 63155"/>
                <a:gd name="csX30" fmla="*/ 35669 w 114201"/>
                <a:gd name="csY30" fmla="*/ 7752 h 63155"/>
                <a:gd name="csX31" fmla="*/ 31101 w 114201"/>
                <a:gd name="csY31" fmla="*/ 12320 h 63155"/>
                <a:gd name="csX32" fmla="*/ 27905 w 114201"/>
                <a:gd name="csY32" fmla="*/ 16666 h 63155"/>
                <a:gd name="csX33" fmla="*/ 26069 w 114201"/>
                <a:gd name="csY33" fmla="*/ 20072 h 63155"/>
                <a:gd name="csX34" fmla="*/ 24302 w 114201"/>
                <a:gd name="csY34" fmla="*/ 27010 h 63155"/>
                <a:gd name="csX35" fmla="*/ 21920 w 114201"/>
                <a:gd name="csY35" fmla="*/ 36343 h 63155"/>
                <a:gd name="csX36" fmla="*/ 18851 w 114201"/>
                <a:gd name="csY36" fmla="*/ 48930 h 63155"/>
                <a:gd name="csX37" fmla="*/ 16202 w 114201"/>
                <a:gd name="csY37" fmla="*/ 59204 h 63155"/>
                <a:gd name="csX38" fmla="*/ 14028 w 114201"/>
                <a:gd name="csY38" fmla="*/ 62133 h 63155"/>
                <a:gd name="csX39" fmla="*/ 11030 w 114201"/>
                <a:gd name="csY39" fmla="*/ 63156 h 63155"/>
                <a:gd name="csX40" fmla="*/ 8171 w 114201"/>
                <a:gd name="csY40" fmla="*/ 62133 h 63155"/>
                <a:gd name="csX41" fmla="*/ 7008 w 114201"/>
                <a:gd name="csY41" fmla="*/ 59344 h 63155"/>
                <a:gd name="csX42" fmla="*/ 7217 w 114201"/>
                <a:gd name="csY42" fmla="*/ 58042 h 63155"/>
                <a:gd name="csX43" fmla="*/ 7764 w 114201"/>
                <a:gd name="csY43" fmla="*/ 55601 h 63155"/>
                <a:gd name="csX44" fmla="*/ 8240 w 114201"/>
                <a:gd name="csY44" fmla="*/ 53347 h 63155"/>
                <a:gd name="csX45" fmla="*/ 16341 w 114201"/>
                <a:gd name="csY45" fmla="*/ 21164 h 63155"/>
                <a:gd name="csX46" fmla="*/ 18177 w 114201"/>
                <a:gd name="csY46" fmla="*/ 13470 h 63155"/>
                <a:gd name="csX47" fmla="*/ 18584 w 114201"/>
                <a:gd name="csY47" fmla="*/ 9461 h 63155"/>
                <a:gd name="csX48" fmla="*/ 14226 w 114201"/>
                <a:gd name="csY48" fmla="*/ 3057 h 63155"/>
                <a:gd name="csX49" fmla="*/ 8380 w 114201"/>
                <a:gd name="csY49" fmla="*/ 7276 h 63155"/>
                <a:gd name="csX50" fmla="*/ 4091 w 114201"/>
                <a:gd name="csY50" fmla="*/ 19665 h 63155"/>
                <a:gd name="csX51" fmla="*/ 3068 w 114201"/>
                <a:gd name="csY51" fmla="*/ 22385 h 63155"/>
                <a:gd name="csX52" fmla="*/ 1708 w 114201"/>
                <a:gd name="csY52" fmla="*/ 22861 h 63155"/>
                <a:gd name="csX53" fmla="*/ 0 w 114201"/>
                <a:gd name="csY53" fmla="*/ 21432 h 63155"/>
                <a:gd name="csX54" fmla="*/ 546 w 114201"/>
                <a:gd name="csY54" fmla="*/ 18921 h 63155"/>
                <a:gd name="csX55" fmla="*/ 2115 w 114201"/>
                <a:gd name="csY55" fmla="*/ 13470 h 63155"/>
                <a:gd name="csX56" fmla="*/ 4358 w 114201"/>
                <a:gd name="csY56" fmla="*/ 7961 h 63155"/>
                <a:gd name="csX57" fmla="*/ 5648 w 114201"/>
                <a:gd name="csY57" fmla="*/ 5579 h 63155"/>
                <a:gd name="csX58" fmla="*/ 7485 w 114201"/>
                <a:gd name="csY58" fmla="*/ 3126 h 63155"/>
                <a:gd name="csX59" fmla="*/ 10553 w 114201"/>
                <a:gd name="csY59" fmla="*/ 814 h 63155"/>
                <a:gd name="csX60" fmla="*/ 14633 w 114201"/>
                <a:gd name="csY60" fmla="*/ 0 h 63155"/>
                <a:gd name="csX61" fmla="*/ 23280 w 114201"/>
                <a:gd name="csY61" fmla="*/ 3196 h 63155"/>
                <a:gd name="csX62" fmla="*/ 27498 w 114201"/>
                <a:gd name="csY62" fmla="*/ 12111 h 63155"/>
                <a:gd name="csX63" fmla="*/ 49209 w 114201"/>
                <a:gd name="csY63" fmla="*/ 0 h 63155"/>
                <a:gd name="csX64" fmla="*/ 60645 w 114201"/>
                <a:gd name="csY64" fmla="*/ 3603 h 63155"/>
                <a:gd name="csX65" fmla="*/ 65132 w 114201"/>
                <a:gd name="csY65" fmla="*/ 13470 h 63155"/>
                <a:gd name="csX66" fmla="*/ 87865 w 114201"/>
                <a:gd name="csY66" fmla="*/ 0 h 63155"/>
                <a:gd name="csX67" fmla="*/ 99708 w 114201"/>
                <a:gd name="csY67" fmla="*/ 4010 h 63155"/>
                <a:gd name="csX68" fmla="*/ 103857 w 114201"/>
                <a:gd name="csY68" fmla="*/ 14900 h 63155"/>
                <a:gd name="csX69" fmla="*/ 102021 w 114201"/>
                <a:gd name="csY69" fmla="*/ 25383 h 63155"/>
                <a:gd name="csX70" fmla="*/ 98953 w 114201"/>
                <a:gd name="csY70" fmla="*/ 35588 h 63155"/>
                <a:gd name="csX71" fmla="*/ 95350 w 114201"/>
                <a:gd name="csY71" fmla="*/ 45525 h 63155"/>
                <a:gd name="csX72" fmla="*/ 92828 w 114201"/>
                <a:gd name="csY72" fmla="*/ 55462 h 63155"/>
                <a:gd name="csX73" fmla="*/ 93653 w 114201"/>
                <a:gd name="csY73" fmla="*/ 58937 h 63155"/>
                <a:gd name="csX74" fmla="*/ 96233 w 114201"/>
                <a:gd name="csY74" fmla="*/ 60018 h 63155"/>
                <a:gd name="csX75" fmla="*/ 101335 w 114201"/>
                <a:gd name="csY75" fmla="*/ 58461 h 63155"/>
                <a:gd name="csX76" fmla="*/ 105426 w 114201"/>
                <a:gd name="csY76" fmla="*/ 54172 h 63155"/>
                <a:gd name="csX77" fmla="*/ 108344 w 114201"/>
                <a:gd name="csY77" fmla="*/ 48721 h 63155"/>
                <a:gd name="csX78" fmla="*/ 110389 w 114201"/>
                <a:gd name="csY78" fmla="*/ 42805 h 63155"/>
                <a:gd name="csX79" fmla="*/ 111203 w 114201"/>
                <a:gd name="csY79" fmla="*/ 40690 h 63155"/>
                <a:gd name="csX80" fmla="*/ 112504 w 114201"/>
                <a:gd name="csY80" fmla="*/ 40283 h 63155"/>
                <a:gd name="csX81" fmla="*/ 114201 w 114201"/>
                <a:gd name="csY81" fmla="*/ 41643 h 63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114201" h="63155">
                  <a:moveTo>
                    <a:pt x="114201" y="41643"/>
                  </a:moveTo>
                  <a:cubicBezTo>
                    <a:pt x="114201" y="42007"/>
                    <a:pt x="113996" y="42894"/>
                    <a:pt x="113585" y="44304"/>
                  </a:cubicBezTo>
                  <a:cubicBezTo>
                    <a:pt x="113182" y="45707"/>
                    <a:pt x="112481" y="47497"/>
                    <a:pt x="111482" y="49674"/>
                  </a:cubicBezTo>
                  <a:cubicBezTo>
                    <a:pt x="110529" y="51851"/>
                    <a:pt x="109370" y="53939"/>
                    <a:pt x="108007" y="55938"/>
                  </a:cubicBezTo>
                  <a:cubicBezTo>
                    <a:pt x="106689" y="57891"/>
                    <a:pt x="104942" y="59592"/>
                    <a:pt x="102765" y="61041"/>
                  </a:cubicBezTo>
                  <a:cubicBezTo>
                    <a:pt x="100634" y="62451"/>
                    <a:pt x="98345" y="63156"/>
                    <a:pt x="95896" y="63156"/>
                  </a:cubicBezTo>
                  <a:cubicBezTo>
                    <a:pt x="92626" y="63156"/>
                    <a:pt x="89903" y="62067"/>
                    <a:pt x="87726" y="59890"/>
                  </a:cubicBezTo>
                  <a:cubicBezTo>
                    <a:pt x="85548" y="57713"/>
                    <a:pt x="84460" y="54989"/>
                    <a:pt x="84460" y="51720"/>
                  </a:cubicBezTo>
                  <a:cubicBezTo>
                    <a:pt x="84460" y="49953"/>
                    <a:pt x="85072" y="47388"/>
                    <a:pt x="86296" y="44026"/>
                  </a:cubicBezTo>
                  <a:cubicBezTo>
                    <a:pt x="92061" y="28692"/>
                    <a:pt x="94943" y="18282"/>
                    <a:pt x="94943" y="12796"/>
                  </a:cubicBezTo>
                  <a:cubicBezTo>
                    <a:pt x="94943" y="6303"/>
                    <a:pt x="92425" y="3057"/>
                    <a:pt x="87389" y="3057"/>
                  </a:cubicBezTo>
                  <a:cubicBezTo>
                    <a:pt x="84529" y="3057"/>
                    <a:pt x="81806" y="3646"/>
                    <a:pt x="79218" y="4823"/>
                  </a:cubicBezTo>
                  <a:cubicBezTo>
                    <a:pt x="76630" y="6009"/>
                    <a:pt x="74499" y="7415"/>
                    <a:pt x="72826" y="9042"/>
                  </a:cubicBezTo>
                  <a:cubicBezTo>
                    <a:pt x="71144" y="10677"/>
                    <a:pt x="69645" y="12424"/>
                    <a:pt x="68328" y="14284"/>
                  </a:cubicBezTo>
                  <a:cubicBezTo>
                    <a:pt x="67018" y="16143"/>
                    <a:pt x="66065" y="17689"/>
                    <a:pt x="65469" y="18921"/>
                  </a:cubicBezTo>
                  <a:cubicBezTo>
                    <a:pt x="64926" y="20145"/>
                    <a:pt x="64589" y="21029"/>
                    <a:pt x="64458" y="21571"/>
                  </a:cubicBezTo>
                  <a:lnTo>
                    <a:pt x="56078" y="55195"/>
                  </a:lnTo>
                  <a:cubicBezTo>
                    <a:pt x="55628" y="57093"/>
                    <a:pt x="55245" y="58499"/>
                    <a:pt x="54927" y="59414"/>
                  </a:cubicBezTo>
                  <a:cubicBezTo>
                    <a:pt x="54610" y="60320"/>
                    <a:pt x="54021" y="61157"/>
                    <a:pt x="53161" y="61924"/>
                  </a:cubicBezTo>
                  <a:cubicBezTo>
                    <a:pt x="52293" y="62745"/>
                    <a:pt x="51181" y="63156"/>
                    <a:pt x="49825" y="63156"/>
                  </a:cubicBezTo>
                  <a:cubicBezTo>
                    <a:pt x="48686" y="63156"/>
                    <a:pt x="47710" y="62815"/>
                    <a:pt x="46896" y="62133"/>
                  </a:cubicBezTo>
                  <a:cubicBezTo>
                    <a:pt x="46121" y="61451"/>
                    <a:pt x="45734" y="60522"/>
                    <a:pt x="45734" y="59344"/>
                  </a:cubicBezTo>
                  <a:cubicBezTo>
                    <a:pt x="45734" y="59158"/>
                    <a:pt x="45850" y="58588"/>
                    <a:pt x="46083" y="57635"/>
                  </a:cubicBezTo>
                  <a:cubicBezTo>
                    <a:pt x="46307" y="56682"/>
                    <a:pt x="46579" y="55551"/>
                    <a:pt x="46896" y="54242"/>
                  </a:cubicBezTo>
                  <a:cubicBezTo>
                    <a:pt x="47214" y="52924"/>
                    <a:pt x="47439" y="51878"/>
                    <a:pt x="47570" y="51104"/>
                  </a:cubicBezTo>
                  <a:cubicBezTo>
                    <a:pt x="49205" y="44936"/>
                    <a:pt x="50135" y="41422"/>
                    <a:pt x="50360" y="40562"/>
                  </a:cubicBezTo>
                  <a:lnTo>
                    <a:pt x="54242" y="24360"/>
                  </a:lnTo>
                  <a:cubicBezTo>
                    <a:pt x="55652" y="19006"/>
                    <a:pt x="56357" y="15152"/>
                    <a:pt x="56357" y="12796"/>
                  </a:cubicBezTo>
                  <a:cubicBezTo>
                    <a:pt x="56357" y="6303"/>
                    <a:pt x="53839" y="3057"/>
                    <a:pt x="48802" y="3057"/>
                  </a:cubicBezTo>
                  <a:cubicBezTo>
                    <a:pt x="46307" y="3057"/>
                    <a:pt x="43878" y="3533"/>
                    <a:pt x="41515" y="4486"/>
                  </a:cubicBezTo>
                  <a:cubicBezTo>
                    <a:pt x="39206" y="5393"/>
                    <a:pt x="37257" y="6481"/>
                    <a:pt x="35669" y="7752"/>
                  </a:cubicBezTo>
                  <a:cubicBezTo>
                    <a:pt x="34081" y="9023"/>
                    <a:pt x="32558" y="10545"/>
                    <a:pt x="31101" y="12320"/>
                  </a:cubicBezTo>
                  <a:cubicBezTo>
                    <a:pt x="29699" y="14040"/>
                    <a:pt x="28634" y="15489"/>
                    <a:pt x="27905" y="16666"/>
                  </a:cubicBezTo>
                  <a:cubicBezTo>
                    <a:pt x="27223" y="17805"/>
                    <a:pt x="26611" y="18941"/>
                    <a:pt x="26069" y="20072"/>
                  </a:cubicBezTo>
                  <a:lnTo>
                    <a:pt x="24302" y="27010"/>
                  </a:lnTo>
                  <a:cubicBezTo>
                    <a:pt x="24031" y="28281"/>
                    <a:pt x="23237" y="31392"/>
                    <a:pt x="21920" y="36343"/>
                  </a:cubicBezTo>
                  <a:lnTo>
                    <a:pt x="18851" y="48930"/>
                  </a:lnTo>
                  <a:cubicBezTo>
                    <a:pt x="17402" y="55191"/>
                    <a:pt x="16519" y="58616"/>
                    <a:pt x="16202" y="59204"/>
                  </a:cubicBezTo>
                  <a:cubicBezTo>
                    <a:pt x="15744" y="60475"/>
                    <a:pt x="15020" y="61451"/>
                    <a:pt x="14028" y="62133"/>
                  </a:cubicBezTo>
                  <a:cubicBezTo>
                    <a:pt x="13029" y="62815"/>
                    <a:pt x="12029" y="63156"/>
                    <a:pt x="11030" y="63156"/>
                  </a:cubicBezTo>
                  <a:cubicBezTo>
                    <a:pt x="9898" y="63156"/>
                    <a:pt x="8945" y="62815"/>
                    <a:pt x="8171" y="62133"/>
                  </a:cubicBezTo>
                  <a:cubicBezTo>
                    <a:pt x="7396" y="61451"/>
                    <a:pt x="7008" y="60522"/>
                    <a:pt x="7008" y="59344"/>
                  </a:cubicBezTo>
                  <a:cubicBezTo>
                    <a:pt x="7008" y="59158"/>
                    <a:pt x="7078" y="58724"/>
                    <a:pt x="7217" y="58042"/>
                  </a:cubicBezTo>
                  <a:cubicBezTo>
                    <a:pt x="7357" y="57368"/>
                    <a:pt x="7539" y="56554"/>
                    <a:pt x="7764" y="55601"/>
                  </a:cubicBezTo>
                  <a:cubicBezTo>
                    <a:pt x="7988" y="54648"/>
                    <a:pt x="8147" y="53897"/>
                    <a:pt x="8240" y="53347"/>
                  </a:cubicBezTo>
                  <a:lnTo>
                    <a:pt x="16341" y="21164"/>
                  </a:lnTo>
                  <a:cubicBezTo>
                    <a:pt x="17333" y="17259"/>
                    <a:pt x="17945" y="14695"/>
                    <a:pt x="18177" y="13470"/>
                  </a:cubicBezTo>
                  <a:cubicBezTo>
                    <a:pt x="18449" y="12200"/>
                    <a:pt x="18584" y="10863"/>
                    <a:pt x="18584" y="9461"/>
                  </a:cubicBezTo>
                  <a:cubicBezTo>
                    <a:pt x="18584" y="5191"/>
                    <a:pt x="17131" y="3057"/>
                    <a:pt x="14226" y="3057"/>
                  </a:cubicBezTo>
                  <a:cubicBezTo>
                    <a:pt x="11870" y="3057"/>
                    <a:pt x="9922" y="4463"/>
                    <a:pt x="8380" y="7276"/>
                  </a:cubicBezTo>
                  <a:cubicBezTo>
                    <a:pt x="6830" y="10088"/>
                    <a:pt x="5400" y="14218"/>
                    <a:pt x="4091" y="19665"/>
                  </a:cubicBezTo>
                  <a:cubicBezTo>
                    <a:pt x="3680" y="21160"/>
                    <a:pt x="3339" y="22067"/>
                    <a:pt x="3068" y="22385"/>
                  </a:cubicBezTo>
                  <a:cubicBezTo>
                    <a:pt x="2844" y="22702"/>
                    <a:pt x="2390" y="22861"/>
                    <a:pt x="1708" y="22861"/>
                  </a:cubicBezTo>
                  <a:cubicBezTo>
                    <a:pt x="569" y="22815"/>
                    <a:pt x="0" y="22338"/>
                    <a:pt x="0" y="21432"/>
                  </a:cubicBezTo>
                  <a:cubicBezTo>
                    <a:pt x="0" y="21207"/>
                    <a:pt x="182" y="20370"/>
                    <a:pt x="546" y="18921"/>
                  </a:cubicBezTo>
                  <a:cubicBezTo>
                    <a:pt x="910" y="17465"/>
                    <a:pt x="1433" y="15648"/>
                    <a:pt x="2115" y="13470"/>
                  </a:cubicBezTo>
                  <a:cubicBezTo>
                    <a:pt x="2844" y="11247"/>
                    <a:pt x="3591" y="9410"/>
                    <a:pt x="4358" y="7961"/>
                  </a:cubicBezTo>
                  <a:cubicBezTo>
                    <a:pt x="4816" y="7008"/>
                    <a:pt x="5246" y="6214"/>
                    <a:pt x="5648" y="5579"/>
                  </a:cubicBezTo>
                  <a:cubicBezTo>
                    <a:pt x="6059" y="4943"/>
                    <a:pt x="6671" y="4126"/>
                    <a:pt x="7485" y="3126"/>
                  </a:cubicBezTo>
                  <a:cubicBezTo>
                    <a:pt x="8306" y="2127"/>
                    <a:pt x="9329" y="1356"/>
                    <a:pt x="10553" y="814"/>
                  </a:cubicBezTo>
                  <a:cubicBezTo>
                    <a:pt x="11777" y="271"/>
                    <a:pt x="13137" y="0"/>
                    <a:pt x="14633" y="0"/>
                  </a:cubicBezTo>
                  <a:cubicBezTo>
                    <a:pt x="17949" y="0"/>
                    <a:pt x="20831" y="1065"/>
                    <a:pt x="23280" y="3196"/>
                  </a:cubicBezTo>
                  <a:cubicBezTo>
                    <a:pt x="25775" y="5327"/>
                    <a:pt x="27181" y="8298"/>
                    <a:pt x="27498" y="12111"/>
                  </a:cubicBezTo>
                  <a:cubicBezTo>
                    <a:pt x="33534" y="4037"/>
                    <a:pt x="40771" y="0"/>
                    <a:pt x="49209" y="0"/>
                  </a:cubicBezTo>
                  <a:cubicBezTo>
                    <a:pt x="53974" y="0"/>
                    <a:pt x="57786" y="1201"/>
                    <a:pt x="60645" y="3603"/>
                  </a:cubicBezTo>
                  <a:cubicBezTo>
                    <a:pt x="63319" y="5920"/>
                    <a:pt x="64814" y="9209"/>
                    <a:pt x="65132" y="13470"/>
                  </a:cubicBezTo>
                  <a:cubicBezTo>
                    <a:pt x="71392" y="4490"/>
                    <a:pt x="78970" y="0"/>
                    <a:pt x="87865" y="0"/>
                  </a:cubicBezTo>
                  <a:cubicBezTo>
                    <a:pt x="92994" y="0"/>
                    <a:pt x="96942" y="1337"/>
                    <a:pt x="99708" y="4010"/>
                  </a:cubicBezTo>
                  <a:cubicBezTo>
                    <a:pt x="102474" y="6644"/>
                    <a:pt x="103857" y="10274"/>
                    <a:pt x="103857" y="14900"/>
                  </a:cubicBezTo>
                  <a:cubicBezTo>
                    <a:pt x="103857" y="17302"/>
                    <a:pt x="103245" y="20796"/>
                    <a:pt x="102021" y="25383"/>
                  </a:cubicBezTo>
                  <a:cubicBezTo>
                    <a:pt x="100797" y="29916"/>
                    <a:pt x="99774" y="33317"/>
                    <a:pt x="98953" y="35588"/>
                  </a:cubicBezTo>
                  <a:cubicBezTo>
                    <a:pt x="98139" y="37858"/>
                    <a:pt x="96938" y="41170"/>
                    <a:pt x="95350" y="45525"/>
                  </a:cubicBezTo>
                  <a:cubicBezTo>
                    <a:pt x="93668" y="49701"/>
                    <a:pt x="92828" y="53013"/>
                    <a:pt x="92828" y="55462"/>
                  </a:cubicBezTo>
                  <a:cubicBezTo>
                    <a:pt x="92828" y="57050"/>
                    <a:pt x="93103" y="58209"/>
                    <a:pt x="93653" y="58937"/>
                  </a:cubicBezTo>
                  <a:cubicBezTo>
                    <a:pt x="94195" y="59658"/>
                    <a:pt x="95055" y="60018"/>
                    <a:pt x="96233" y="60018"/>
                  </a:cubicBezTo>
                  <a:cubicBezTo>
                    <a:pt x="98046" y="60018"/>
                    <a:pt x="99747" y="59499"/>
                    <a:pt x="101335" y="58461"/>
                  </a:cubicBezTo>
                  <a:cubicBezTo>
                    <a:pt x="102924" y="57368"/>
                    <a:pt x="104288" y="55938"/>
                    <a:pt x="105426" y="54172"/>
                  </a:cubicBezTo>
                  <a:cubicBezTo>
                    <a:pt x="106604" y="52351"/>
                    <a:pt x="107577" y="50534"/>
                    <a:pt x="108344" y="48721"/>
                  </a:cubicBezTo>
                  <a:cubicBezTo>
                    <a:pt x="109118" y="46861"/>
                    <a:pt x="109800" y="44889"/>
                    <a:pt x="110389" y="42805"/>
                  </a:cubicBezTo>
                  <a:cubicBezTo>
                    <a:pt x="110753" y="41666"/>
                    <a:pt x="111025" y="40961"/>
                    <a:pt x="111203" y="40690"/>
                  </a:cubicBezTo>
                  <a:cubicBezTo>
                    <a:pt x="111435" y="40419"/>
                    <a:pt x="111869" y="40283"/>
                    <a:pt x="112504" y="40283"/>
                  </a:cubicBezTo>
                  <a:cubicBezTo>
                    <a:pt x="113636" y="40283"/>
                    <a:pt x="114201" y="40736"/>
                    <a:pt x="114201" y="41643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1" name="Freeform 4580">
              <a:extLst>
                <a:ext uri="{FF2B5EF4-FFF2-40B4-BE49-F238E27FC236}">
                  <a16:creationId xmlns:a16="http://schemas.microsoft.com/office/drawing/2014/main" id="{8B1FEE28-E2FA-87D5-EBE8-6BAD69ED5EE6}"/>
                </a:ext>
              </a:extLst>
            </p:cNvPr>
            <p:cNvSpPr/>
            <p:nvPr/>
          </p:nvSpPr>
          <p:spPr>
            <a:xfrm>
              <a:off x="1718848" y="4802994"/>
              <a:ext cx="48639" cy="88806"/>
            </a:xfrm>
            <a:custGeom>
              <a:avLst/>
              <a:gdLst>
                <a:gd name="csX0" fmla="*/ 48640 w 48639"/>
                <a:gd name="csY0" fmla="*/ 6718 h 88806"/>
                <a:gd name="csX1" fmla="*/ 46966 w 48639"/>
                <a:gd name="csY1" fmla="*/ 10960 h 88806"/>
                <a:gd name="csX2" fmla="*/ 43293 w 48639"/>
                <a:gd name="csY2" fmla="*/ 12587 h 88806"/>
                <a:gd name="csX3" fmla="*/ 40725 w 48639"/>
                <a:gd name="csY3" fmla="*/ 11680 h 88806"/>
                <a:gd name="csX4" fmla="*/ 39679 w 48639"/>
                <a:gd name="csY4" fmla="*/ 9205 h 88806"/>
                <a:gd name="csX5" fmla="*/ 40922 w 48639"/>
                <a:gd name="csY5" fmla="*/ 5869 h 88806"/>
                <a:gd name="csX6" fmla="*/ 44967 w 48639"/>
                <a:gd name="csY6" fmla="*/ 3917 h 88806"/>
                <a:gd name="csX7" fmla="*/ 40155 w 48639"/>
                <a:gd name="csY7" fmla="*/ 2150 h 88806"/>
                <a:gd name="csX8" fmla="*/ 37436 w 48639"/>
                <a:gd name="csY8" fmla="*/ 3103 h 88806"/>
                <a:gd name="csX9" fmla="*/ 35576 w 48639"/>
                <a:gd name="csY9" fmla="*/ 5486 h 88806"/>
                <a:gd name="csX10" fmla="*/ 33252 w 48639"/>
                <a:gd name="csY10" fmla="*/ 15632 h 88806"/>
                <a:gd name="csX11" fmla="*/ 32252 w 48639"/>
                <a:gd name="csY11" fmla="*/ 21153 h 88806"/>
                <a:gd name="csX12" fmla="*/ 31194 w 48639"/>
                <a:gd name="csY12" fmla="*/ 26731 h 88806"/>
                <a:gd name="csX13" fmla="*/ 39295 w 48639"/>
                <a:gd name="csY13" fmla="*/ 26731 h 88806"/>
                <a:gd name="csX14" fmla="*/ 40771 w 48639"/>
                <a:gd name="csY14" fmla="*/ 26778 h 88806"/>
                <a:gd name="csX15" fmla="*/ 41538 w 48639"/>
                <a:gd name="csY15" fmla="*/ 27068 h 88806"/>
                <a:gd name="csX16" fmla="*/ 41922 w 48639"/>
                <a:gd name="csY16" fmla="*/ 27824 h 88806"/>
                <a:gd name="csX17" fmla="*/ 41294 w 48639"/>
                <a:gd name="csY17" fmla="*/ 29498 h 88806"/>
                <a:gd name="csX18" fmla="*/ 39016 w 48639"/>
                <a:gd name="csY18" fmla="*/ 29777 h 88806"/>
                <a:gd name="csX19" fmla="*/ 30625 w 48639"/>
                <a:gd name="csY19" fmla="*/ 29777 h 88806"/>
                <a:gd name="csX20" fmla="*/ 24767 w 48639"/>
                <a:gd name="csY20" fmla="*/ 60692 h 88806"/>
                <a:gd name="csX21" fmla="*/ 24000 w 48639"/>
                <a:gd name="csY21" fmla="*/ 64458 h 88806"/>
                <a:gd name="csX22" fmla="*/ 22048 w 48639"/>
                <a:gd name="csY22" fmla="*/ 71896 h 88806"/>
                <a:gd name="csX23" fmla="*/ 19293 w 48639"/>
                <a:gd name="csY23" fmla="*/ 79323 h 88806"/>
                <a:gd name="csX24" fmla="*/ 17526 w 48639"/>
                <a:gd name="csY24" fmla="*/ 82368 h 88806"/>
                <a:gd name="csX25" fmla="*/ 15190 w 48639"/>
                <a:gd name="csY25" fmla="*/ 85424 h 88806"/>
                <a:gd name="csX26" fmla="*/ 11994 w 48639"/>
                <a:gd name="csY26" fmla="*/ 87853 h 88806"/>
                <a:gd name="csX27" fmla="*/ 8287 w 48639"/>
                <a:gd name="csY27" fmla="*/ 88806 h 88806"/>
                <a:gd name="csX28" fmla="*/ 2522 w 48639"/>
                <a:gd name="csY28" fmla="*/ 86993 h 88806"/>
                <a:gd name="csX29" fmla="*/ 0 w 48639"/>
                <a:gd name="csY29" fmla="*/ 82089 h 88806"/>
                <a:gd name="csX30" fmla="*/ 1616 w 48639"/>
                <a:gd name="csY30" fmla="*/ 77847 h 88806"/>
                <a:gd name="csX31" fmla="*/ 5335 w 48639"/>
                <a:gd name="csY31" fmla="*/ 76231 h 88806"/>
                <a:gd name="csX32" fmla="*/ 7857 w 48639"/>
                <a:gd name="csY32" fmla="*/ 77138 h 88806"/>
                <a:gd name="csX33" fmla="*/ 8949 w 48639"/>
                <a:gd name="csY33" fmla="*/ 79613 h 88806"/>
                <a:gd name="csX34" fmla="*/ 8717 w 48639"/>
                <a:gd name="csY34" fmla="*/ 81043 h 88806"/>
                <a:gd name="csX35" fmla="*/ 7950 w 48639"/>
                <a:gd name="csY35" fmla="*/ 82658 h 88806"/>
                <a:gd name="csX36" fmla="*/ 6288 w 48639"/>
                <a:gd name="csY36" fmla="*/ 84181 h 88806"/>
                <a:gd name="csX37" fmla="*/ 3568 w 48639"/>
                <a:gd name="csY37" fmla="*/ 84901 h 88806"/>
                <a:gd name="csX38" fmla="*/ 8287 w 48639"/>
                <a:gd name="csY38" fmla="*/ 86656 h 88806"/>
                <a:gd name="csX39" fmla="*/ 9995 w 48639"/>
                <a:gd name="csY39" fmla="*/ 86284 h 88806"/>
                <a:gd name="csX40" fmla="*/ 11471 w 48639"/>
                <a:gd name="csY40" fmla="*/ 85087 h 88806"/>
                <a:gd name="csX41" fmla="*/ 12715 w 48639"/>
                <a:gd name="csY41" fmla="*/ 83379 h 88806"/>
                <a:gd name="csX42" fmla="*/ 13761 w 48639"/>
                <a:gd name="csY42" fmla="*/ 80996 h 88806"/>
                <a:gd name="csX43" fmla="*/ 14621 w 48639"/>
                <a:gd name="csY43" fmla="*/ 78323 h 88806"/>
                <a:gd name="csX44" fmla="*/ 15388 w 48639"/>
                <a:gd name="csY44" fmla="*/ 75127 h 88806"/>
                <a:gd name="csX45" fmla="*/ 16097 w 48639"/>
                <a:gd name="csY45" fmla="*/ 71849 h 88806"/>
                <a:gd name="csX46" fmla="*/ 16759 w 48639"/>
                <a:gd name="csY46" fmla="*/ 68316 h 88806"/>
                <a:gd name="csX47" fmla="*/ 24058 w 48639"/>
                <a:gd name="csY47" fmla="*/ 29777 h 88806"/>
                <a:gd name="csX48" fmla="*/ 17620 w 48639"/>
                <a:gd name="csY48" fmla="*/ 29777 h 88806"/>
                <a:gd name="csX49" fmla="*/ 16004 w 48639"/>
                <a:gd name="csY49" fmla="*/ 29730 h 88806"/>
                <a:gd name="csX50" fmla="*/ 15237 w 48639"/>
                <a:gd name="csY50" fmla="*/ 29451 h 88806"/>
                <a:gd name="csX51" fmla="*/ 14911 w 48639"/>
                <a:gd name="csY51" fmla="*/ 28591 h 88806"/>
                <a:gd name="csX52" fmla="*/ 15283 w 48639"/>
                <a:gd name="csY52" fmla="*/ 27301 h 88806"/>
                <a:gd name="csX53" fmla="*/ 16190 w 48639"/>
                <a:gd name="csY53" fmla="*/ 26824 h 88806"/>
                <a:gd name="csX54" fmla="*/ 17817 w 48639"/>
                <a:gd name="csY54" fmla="*/ 26731 h 88806"/>
                <a:gd name="csX55" fmla="*/ 24581 w 48639"/>
                <a:gd name="csY55" fmla="*/ 26731 h 88806"/>
                <a:gd name="csX56" fmla="*/ 27766 w 48639"/>
                <a:gd name="csY56" fmla="*/ 11436 h 88806"/>
                <a:gd name="csX57" fmla="*/ 30439 w 48639"/>
                <a:gd name="csY57" fmla="*/ 5625 h 88806"/>
                <a:gd name="csX58" fmla="*/ 33868 w 48639"/>
                <a:gd name="csY58" fmla="*/ 2057 h 88806"/>
                <a:gd name="csX59" fmla="*/ 37157 w 48639"/>
                <a:gd name="csY59" fmla="*/ 476 h 88806"/>
                <a:gd name="csX60" fmla="*/ 40155 w 48639"/>
                <a:gd name="csY60" fmla="*/ 0 h 88806"/>
                <a:gd name="csX61" fmla="*/ 46059 w 48639"/>
                <a:gd name="csY61" fmla="*/ 1813 h 88806"/>
                <a:gd name="csX62" fmla="*/ 48640 w 48639"/>
                <a:gd name="csY62" fmla="*/ 6718 h 88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48639" h="88806">
                  <a:moveTo>
                    <a:pt x="48640" y="6718"/>
                  </a:moveTo>
                  <a:cubicBezTo>
                    <a:pt x="48640" y="8469"/>
                    <a:pt x="48082" y="9883"/>
                    <a:pt x="46966" y="10960"/>
                  </a:cubicBezTo>
                  <a:cubicBezTo>
                    <a:pt x="45889" y="12045"/>
                    <a:pt x="44665" y="12587"/>
                    <a:pt x="43293" y="12587"/>
                  </a:cubicBezTo>
                  <a:cubicBezTo>
                    <a:pt x="42309" y="12587"/>
                    <a:pt x="41453" y="12285"/>
                    <a:pt x="40725" y="11680"/>
                  </a:cubicBezTo>
                  <a:cubicBezTo>
                    <a:pt x="40027" y="11076"/>
                    <a:pt x="39679" y="10251"/>
                    <a:pt x="39679" y="9205"/>
                  </a:cubicBezTo>
                  <a:cubicBezTo>
                    <a:pt x="39679" y="8120"/>
                    <a:pt x="40093" y="7008"/>
                    <a:pt x="40922" y="5869"/>
                  </a:cubicBezTo>
                  <a:cubicBezTo>
                    <a:pt x="41744" y="4722"/>
                    <a:pt x="43092" y="4072"/>
                    <a:pt x="44967" y="3917"/>
                  </a:cubicBezTo>
                  <a:cubicBezTo>
                    <a:pt x="43727" y="2739"/>
                    <a:pt x="42123" y="2150"/>
                    <a:pt x="40155" y="2150"/>
                  </a:cubicBezTo>
                  <a:cubicBezTo>
                    <a:pt x="39171" y="2150"/>
                    <a:pt x="38265" y="2468"/>
                    <a:pt x="37436" y="3103"/>
                  </a:cubicBezTo>
                  <a:cubicBezTo>
                    <a:pt x="36645" y="3707"/>
                    <a:pt x="36025" y="4502"/>
                    <a:pt x="35576" y="5486"/>
                  </a:cubicBezTo>
                  <a:cubicBezTo>
                    <a:pt x="35103" y="6501"/>
                    <a:pt x="34329" y="9883"/>
                    <a:pt x="33252" y="15632"/>
                  </a:cubicBezTo>
                  <a:cubicBezTo>
                    <a:pt x="32903" y="17507"/>
                    <a:pt x="32570" y="19347"/>
                    <a:pt x="32252" y="21153"/>
                  </a:cubicBezTo>
                  <a:cubicBezTo>
                    <a:pt x="31934" y="22966"/>
                    <a:pt x="31582" y="24825"/>
                    <a:pt x="31194" y="26731"/>
                  </a:cubicBezTo>
                  <a:lnTo>
                    <a:pt x="39295" y="26731"/>
                  </a:lnTo>
                  <a:cubicBezTo>
                    <a:pt x="39992" y="26731"/>
                    <a:pt x="40484" y="26747"/>
                    <a:pt x="40771" y="26778"/>
                  </a:cubicBezTo>
                  <a:cubicBezTo>
                    <a:pt x="41058" y="26809"/>
                    <a:pt x="41314" y="26906"/>
                    <a:pt x="41538" y="27068"/>
                  </a:cubicBezTo>
                  <a:cubicBezTo>
                    <a:pt x="41794" y="27223"/>
                    <a:pt x="41922" y="27475"/>
                    <a:pt x="41922" y="27824"/>
                  </a:cubicBezTo>
                  <a:cubicBezTo>
                    <a:pt x="41922" y="28715"/>
                    <a:pt x="41713" y="29273"/>
                    <a:pt x="41294" y="29498"/>
                  </a:cubicBezTo>
                  <a:cubicBezTo>
                    <a:pt x="40915" y="29683"/>
                    <a:pt x="40155" y="29777"/>
                    <a:pt x="39016" y="29777"/>
                  </a:cubicBezTo>
                  <a:lnTo>
                    <a:pt x="30625" y="29777"/>
                  </a:lnTo>
                  <a:lnTo>
                    <a:pt x="24767" y="60692"/>
                  </a:lnTo>
                  <a:cubicBezTo>
                    <a:pt x="24674" y="61296"/>
                    <a:pt x="24419" y="62552"/>
                    <a:pt x="24000" y="64458"/>
                  </a:cubicBezTo>
                  <a:cubicBezTo>
                    <a:pt x="23621" y="66333"/>
                    <a:pt x="22970" y="68812"/>
                    <a:pt x="22048" y="71896"/>
                  </a:cubicBezTo>
                  <a:cubicBezTo>
                    <a:pt x="21126" y="75003"/>
                    <a:pt x="20207" y="77479"/>
                    <a:pt x="19293" y="79323"/>
                  </a:cubicBezTo>
                  <a:cubicBezTo>
                    <a:pt x="18782" y="80369"/>
                    <a:pt x="18193" y="81384"/>
                    <a:pt x="17526" y="82368"/>
                  </a:cubicBezTo>
                  <a:cubicBezTo>
                    <a:pt x="16891" y="83390"/>
                    <a:pt x="16112" y="84409"/>
                    <a:pt x="15190" y="85424"/>
                  </a:cubicBezTo>
                  <a:cubicBezTo>
                    <a:pt x="14268" y="86439"/>
                    <a:pt x="13203" y="87249"/>
                    <a:pt x="11994" y="87853"/>
                  </a:cubicBezTo>
                  <a:cubicBezTo>
                    <a:pt x="10793" y="88489"/>
                    <a:pt x="9557" y="88806"/>
                    <a:pt x="8287" y="88806"/>
                  </a:cubicBezTo>
                  <a:cubicBezTo>
                    <a:pt x="6125" y="88806"/>
                    <a:pt x="4203" y="88202"/>
                    <a:pt x="2522" y="86993"/>
                  </a:cubicBezTo>
                  <a:cubicBezTo>
                    <a:pt x="841" y="85785"/>
                    <a:pt x="0" y="84150"/>
                    <a:pt x="0" y="82089"/>
                  </a:cubicBezTo>
                  <a:cubicBezTo>
                    <a:pt x="0" y="80338"/>
                    <a:pt x="538" y="78924"/>
                    <a:pt x="1616" y="77847"/>
                  </a:cubicBezTo>
                  <a:cubicBezTo>
                    <a:pt x="2723" y="76770"/>
                    <a:pt x="3963" y="76231"/>
                    <a:pt x="5335" y="76231"/>
                  </a:cubicBezTo>
                  <a:cubicBezTo>
                    <a:pt x="6319" y="76231"/>
                    <a:pt x="7159" y="76533"/>
                    <a:pt x="7857" y="77138"/>
                  </a:cubicBezTo>
                  <a:cubicBezTo>
                    <a:pt x="8585" y="77734"/>
                    <a:pt x="8949" y="78559"/>
                    <a:pt x="8949" y="79613"/>
                  </a:cubicBezTo>
                  <a:cubicBezTo>
                    <a:pt x="8949" y="80055"/>
                    <a:pt x="8872" y="80531"/>
                    <a:pt x="8717" y="81043"/>
                  </a:cubicBezTo>
                  <a:cubicBezTo>
                    <a:pt x="8554" y="81546"/>
                    <a:pt x="8298" y="82085"/>
                    <a:pt x="7950" y="82658"/>
                  </a:cubicBezTo>
                  <a:cubicBezTo>
                    <a:pt x="7601" y="83263"/>
                    <a:pt x="7047" y="83770"/>
                    <a:pt x="6288" y="84181"/>
                  </a:cubicBezTo>
                  <a:cubicBezTo>
                    <a:pt x="5521" y="84599"/>
                    <a:pt x="4614" y="84839"/>
                    <a:pt x="3568" y="84901"/>
                  </a:cubicBezTo>
                  <a:cubicBezTo>
                    <a:pt x="4808" y="86071"/>
                    <a:pt x="6381" y="86656"/>
                    <a:pt x="8287" y="86656"/>
                  </a:cubicBezTo>
                  <a:cubicBezTo>
                    <a:pt x="8891" y="86656"/>
                    <a:pt x="9461" y="86532"/>
                    <a:pt x="9995" y="86284"/>
                  </a:cubicBezTo>
                  <a:cubicBezTo>
                    <a:pt x="10538" y="86060"/>
                    <a:pt x="11030" y="85661"/>
                    <a:pt x="11471" y="85087"/>
                  </a:cubicBezTo>
                  <a:cubicBezTo>
                    <a:pt x="11952" y="84514"/>
                    <a:pt x="12366" y="83944"/>
                    <a:pt x="12715" y="83379"/>
                  </a:cubicBezTo>
                  <a:cubicBezTo>
                    <a:pt x="13064" y="82836"/>
                    <a:pt x="13412" y="82042"/>
                    <a:pt x="13761" y="80996"/>
                  </a:cubicBezTo>
                  <a:cubicBezTo>
                    <a:pt x="14110" y="79973"/>
                    <a:pt x="14396" y="79082"/>
                    <a:pt x="14621" y="78323"/>
                  </a:cubicBezTo>
                  <a:cubicBezTo>
                    <a:pt x="14846" y="77564"/>
                    <a:pt x="15101" y="76498"/>
                    <a:pt x="15388" y="75127"/>
                  </a:cubicBezTo>
                  <a:cubicBezTo>
                    <a:pt x="15698" y="73763"/>
                    <a:pt x="15934" y="72671"/>
                    <a:pt x="16097" y="71849"/>
                  </a:cubicBezTo>
                  <a:cubicBezTo>
                    <a:pt x="16252" y="71051"/>
                    <a:pt x="16473" y="69874"/>
                    <a:pt x="16759" y="68316"/>
                  </a:cubicBezTo>
                  <a:lnTo>
                    <a:pt x="24058" y="29777"/>
                  </a:lnTo>
                  <a:lnTo>
                    <a:pt x="17620" y="29777"/>
                  </a:lnTo>
                  <a:cubicBezTo>
                    <a:pt x="16860" y="29777"/>
                    <a:pt x="16322" y="29761"/>
                    <a:pt x="16004" y="29730"/>
                  </a:cubicBezTo>
                  <a:cubicBezTo>
                    <a:pt x="15717" y="29699"/>
                    <a:pt x="15462" y="29606"/>
                    <a:pt x="15237" y="29451"/>
                  </a:cubicBezTo>
                  <a:cubicBezTo>
                    <a:pt x="15020" y="29257"/>
                    <a:pt x="14911" y="28971"/>
                    <a:pt x="14911" y="28591"/>
                  </a:cubicBezTo>
                  <a:cubicBezTo>
                    <a:pt x="14911" y="27987"/>
                    <a:pt x="15035" y="27557"/>
                    <a:pt x="15283" y="27301"/>
                  </a:cubicBezTo>
                  <a:cubicBezTo>
                    <a:pt x="15570" y="27014"/>
                    <a:pt x="15872" y="26855"/>
                    <a:pt x="16190" y="26824"/>
                  </a:cubicBezTo>
                  <a:cubicBezTo>
                    <a:pt x="16508" y="26762"/>
                    <a:pt x="17050" y="26731"/>
                    <a:pt x="17817" y="26731"/>
                  </a:cubicBezTo>
                  <a:lnTo>
                    <a:pt x="24581" y="26731"/>
                  </a:lnTo>
                  <a:cubicBezTo>
                    <a:pt x="26100" y="18697"/>
                    <a:pt x="27161" y="13598"/>
                    <a:pt x="27766" y="11436"/>
                  </a:cubicBezTo>
                  <a:cubicBezTo>
                    <a:pt x="28463" y="9151"/>
                    <a:pt x="29354" y="7214"/>
                    <a:pt x="30439" y="5625"/>
                  </a:cubicBezTo>
                  <a:cubicBezTo>
                    <a:pt x="31516" y="4006"/>
                    <a:pt x="32659" y="2816"/>
                    <a:pt x="33868" y="2057"/>
                  </a:cubicBezTo>
                  <a:cubicBezTo>
                    <a:pt x="35076" y="1290"/>
                    <a:pt x="36173" y="763"/>
                    <a:pt x="37157" y="476"/>
                  </a:cubicBezTo>
                  <a:cubicBezTo>
                    <a:pt x="38172" y="159"/>
                    <a:pt x="39171" y="0"/>
                    <a:pt x="40155" y="0"/>
                  </a:cubicBezTo>
                  <a:cubicBezTo>
                    <a:pt x="42379" y="0"/>
                    <a:pt x="44347" y="604"/>
                    <a:pt x="46059" y="1813"/>
                  </a:cubicBezTo>
                  <a:cubicBezTo>
                    <a:pt x="47780" y="2991"/>
                    <a:pt x="48640" y="4626"/>
                    <a:pt x="48640" y="671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2" name="Freeform 4581">
              <a:extLst>
                <a:ext uri="{FF2B5EF4-FFF2-40B4-BE49-F238E27FC236}">
                  <a16:creationId xmlns:a16="http://schemas.microsoft.com/office/drawing/2014/main" id="{6459E088-18B0-3441-5259-DC94DFCA3E93}"/>
                </a:ext>
              </a:extLst>
            </p:cNvPr>
            <p:cNvSpPr/>
            <p:nvPr/>
          </p:nvSpPr>
          <p:spPr>
            <a:xfrm>
              <a:off x="1793243" y="4822054"/>
              <a:ext cx="86319" cy="50685"/>
            </a:xfrm>
            <a:custGeom>
              <a:avLst/>
              <a:gdLst>
                <a:gd name="csX0" fmla="*/ 85459 w 86319"/>
                <a:gd name="csY0" fmla="*/ 24058 h 50685"/>
                <a:gd name="csX1" fmla="*/ 86319 w 86319"/>
                <a:gd name="csY1" fmla="*/ 25348 h 50685"/>
                <a:gd name="csX2" fmla="*/ 85459 w 86319"/>
                <a:gd name="csY2" fmla="*/ 26627 h 50685"/>
                <a:gd name="csX3" fmla="*/ 72070 w 86319"/>
                <a:gd name="csY3" fmla="*/ 36773 h 50685"/>
                <a:gd name="csX4" fmla="*/ 66410 w 86319"/>
                <a:gd name="csY4" fmla="*/ 49163 h 50685"/>
                <a:gd name="csX5" fmla="*/ 65736 w 86319"/>
                <a:gd name="csY5" fmla="*/ 50255 h 50685"/>
                <a:gd name="csX6" fmla="*/ 64504 w 86319"/>
                <a:gd name="csY6" fmla="*/ 50685 h 50685"/>
                <a:gd name="csX7" fmla="*/ 63121 w 86319"/>
                <a:gd name="csY7" fmla="*/ 50116 h 50685"/>
                <a:gd name="csX8" fmla="*/ 62540 w 86319"/>
                <a:gd name="csY8" fmla="*/ 48779 h 50685"/>
                <a:gd name="csX9" fmla="*/ 62598 w 86319"/>
                <a:gd name="csY9" fmla="*/ 48593 h 50685"/>
                <a:gd name="csX10" fmla="*/ 62645 w 86319"/>
                <a:gd name="csY10" fmla="*/ 48349 h 50685"/>
                <a:gd name="csX11" fmla="*/ 69072 w 86319"/>
                <a:gd name="csY11" fmla="*/ 34298 h 50685"/>
                <a:gd name="csX12" fmla="*/ 76696 w 86319"/>
                <a:gd name="csY12" fmla="*/ 27301 h 50685"/>
                <a:gd name="csX13" fmla="*/ 1952 w 86319"/>
                <a:gd name="csY13" fmla="*/ 27301 h 50685"/>
                <a:gd name="csX14" fmla="*/ 569 w 86319"/>
                <a:gd name="csY14" fmla="*/ 26731 h 50685"/>
                <a:gd name="csX15" fmla="*/ 0 w 86319"/>
                <a:gd name="csY15" fmla="*/ 25348 h 50685"/>
                <a:gd name="csX16" fmla="*/ 569 w 86319"/>
                <a:gd name="csY16" fmla="*/ 23965 h 50685"/>
                <a:gd name="csX17" fmla="*/ 1952 w 86319"/>
                <a:gd name="csY17" fmla="*/ 23396 h 50685"/>
                <a:gd name="csX18" fmla="*/ 76696 w 86319"/>
                <a:gd name="csY18" fmla="*/ 23396 h 50685"/>
                <a:gd name="csX19" fmla="*/ 69072 w 86319"/>
                <a:gd name="csY19" fmla="*/ 16388 h 50685"/>
                <a:gd name="csX20" fmla="*/ 62645 w 86319"/>
                <a:gd name="csY20" fmla="*/ 2336 h 50685"/>
                <a:gd name="csX21" fmla="*/ 62598 w 86319"/>
                <a:gd name="csY21" fmla="*/ 2139 h 50685"/>
                <a:gd name="csX22" fmla="*/ 62540 w 86319"/>
                <a:gd name="csY22" fmla="*/ 1906 h 50685"/>
                <a:gd name="csX23" fmla="*/ 63121 w 86319"/>
                <a:gd name="csY23" fmla="*/ 569 h 50685"/>
                <a:gd name="csX24" fmla="*/ 64504 w 86319"/>
                <a:gd name="csY24" fmla="*/ 0 h 50685"/>
                <a:gd name="csX25" fmla="*/ 65736 w 86319"/>
                <a:gd name="csY25" fmla="*/ 430 h 50685"/>
                <a:gd name="csX26" fmla="*/ 66410 w 86319"/>
                <a:gd name="csY26" fmla="*/ 1523 h 50685"/>
                <a:gd name="csX27" fmla="*/ 72070 w 86319"/>
                <a:gd name="csY27" fmla="*/ 13912 h 50685"/>
                <a:gd name="csX28" fmla="*/ 85459 w 86319"/>
                <a:gd name="csY28" fmla="*/ 24058 h 50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86319" h="50685">
                  <a:moveTo>
                    <a:pt x="85459" y="24058"/>
                  </a:moveTo>
                  <a:cubicBezTo>
                    <a:pt x="86033" y="24283"/>
                    <a:pt x="86319" y="24713"/>
                    <a:pt x="86319" y="25348"/>
                  </a:cubicBezTo>
                  <a:cubicBezTo>
                    <a:pt x="86319" y="25984"/>
                    <a:pt x="86033" y="26410"/>
                    <a:pt x="85459" y="26627"/>
                  </a:cubicBezTo>
                  <a:cubicBezTo>
                    <a:pt x="80694" y="28215"/>
                    <a:pt x="76231" y="31597"/>
                    <a:pt x="72070" y="36773"/>
                  </a:cubicBezTo>
                  <a:cubicBezTo>
                    <a:pt x="69118" y="40616"/>
                    <a:pt x="67232" y="44746"/>
                    <a:pt x="66410" y="49163"/>
                  </a:cubicBezTo>
                  <a:cubicBezTo>
                    <a:pt x="66310" y="49604"/>
                    <a:pt x="66085" y="49969"/>
                    <a:pt x="65736" y="50255"/>
                  </a:cubicBezTo>
                  <a:cubicBezTo>
                    <a:pt x="65387" y="50542"/>
                    <a:pt x="64977" y="50685"/>
                    <a:pt x="64504" y="50685"/>
                  </a:cubicBezTo>
                  <a:cubicBezTo>
                    <a:pt x="63962" y="50685"/>
                    <a:pt x="63501" y="50495"/>
                    <a:pt x="63121" y="50116"/>
                  </a:cubicBezTo>
                  <a:cubicBezTo>
                    <a:pt x="62734" y="49767"/>
                    <a:pt x="62540" y="49322"/>
                    <a:pt x="62540" y="48779"/>
                  </a:cubicBezTo>
                  <a:cubicBezTo>
                    <a:pt x="62540" y="48748"/>
                    <a:pt x="62559" y="48686"/>
                    <a:pt x="62598" y="48593"/>
                  </a:cubicBezTo>
                  <a:cubicBezTo>
                    <a:pt x="62629" y="48469"/>
                    <a:pt x="62645" y="48388"/>
                    <a:pt x="62645" y="48349"/>
                  </a:cubicBezTo>
                  <a:cubicBezTo>
                    <a:pt x="63598" y="43204"/>
                    <a:pt x="65740" y="38521"/>
                    <a:pt x="69072" y="34298"/>
                  </a:cubicBezTo>
                  <a:cubicBezTo>
                    <a:pt x="71171" y="31632"/>
                    <a:pt x="73713" y="29300"/>
                    <a:pt x="76696" y="27301"/>
                  </a:cubicBezTo>
                  <a:lnTo>
                    <a:pt x="1952" y="27301"/>
                  </a:lnTo>
                  <a:cubicBezTo>
                    <a:pt x="1410" y="27301"/>
                    <a:pt x="949" y="27111"/>
                    <a:pt x="569" y="26731"/>
                  </a:cubicBezTo>
                  <a:cubicBezTo>
                    <a:pt x="190" y="26344"/>
                    <a:pt x="0" y="25883"/>
                    <a:pt x="0" y="25348"/>
                  </a:cubicBezTo>
                  <a:cubicBezTo>
                    <a:pt x="0" y="24806"/>
                    <a:pt x="190" y="24345"/>
                    <a:pt x="569" y="23965"/>
                  </a:cubicBezTo>
                  <a:cubicBezTo>
                    <a:pt x="949" y="23586"/>
                    <a:pt x="1410" y="23396"/>
                    <a:pt x="1952" y="23396"/>
                  </a:cubicBezTo>
                  <a:lnTo>
                    <a:pt x="76696" y="23396"/>
                  </a:lnTo>
                  <a:cubicBezTo>
                    <a:pt x="73713" y="21389"/>
                    <a:pt x="71171" y="19053"/>
                    <a:pt x="69072" y="16388"/>
                  </a:cubicBezTo>
                  <a:cubicBezTo>
                    <a:pt x="65740" y="12165"/>
                    <a:pt x="63598" y="7481"/>
                    <a:pt x="62645" y="2336"/>
                  </a:cubicBezTo>
                  <a:cubicBezTo>
                    <a:pt x="62645" y="2305"/>
                    <a:pt x="62629" y="2239"/>
                    <a:pt x="62598" y="2139"/>
                  </a:cubicBezTo>
                  <a:cubicBezTo>
                    <a:pt x="62559" y="2015"/>
                    <a:pt x="62540" y="1937"/>
                    <a:pt x="62540" y="1906"/>
                  </a:cubicBezTo>
                  <a:cubicBezTo>
                    <a:pt x="62540" y="1364"/>
                    <a:pt x="62734" y="918"/>
                    <a:pt x="63121" y="569"/>
                  </a:cubicBezTo>
                  <a:cubicBezTo>
                    <a:pt x="63501" y="190"/>
                    <a:pt x="63962" y="0"/>
                    <a:pt x="64504" y="0"/>
                  </a:cubicBezTo>
                  <a:cubicBezTo>
                    <a:pt x="64977" y="0"/>
                    <a:pt x="65387" y="143"/>
                    <a:pt x="65736" y="430"/>
                  </a:cubicBezTo>
                  <a:cubicBezTo>
                    <a:pt x="66085" y="717"/>
                    <a:pt x="66310" y="1081"/>
                    <a:pt x="66410" y="1523"/>
                  </a:cubicBezTo>
                  <a:cubicBezTo>
                    <a:pt x="67232" y="5939"/>
                    <a:pt x="69118" y="10069"/>
                    <a:pt x="72070" y="13912"/>
                  </a:cubicBezTo>
                  <a:cubicBezTo>
                    <a:pt x="76231" y="19088"/>
                    <a:pt x="80694" y="22470"/>
                    <a:pt x="85459" y="2405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3" name="Freeform 4582">
              <a:extLst>
                <a:ext uri="{FF2B5EF4-FFF2-40B4-BE49-F238E27FC236}">
                  <a16:creationId xmlns:a16="http://schemas.microsoft.com/office/drawing/2014/main" id="{64C854EB-517F-3D9F-3D69-7F55AE099541}"/>
                </a:ext>
              </a:extLst>
            </p:cNvPr>
            <p:cNvSpPr/>
            <p:nvPr/>
          </p:nvSpPr>
          <p:spPr>
            <a:xfrm>
              <a:off x="1916940" y="4805144"/>
              <a:ext cx="64887" cy="66642"/>
            </a:xfrm>
            <a:custGeom>
              <a:avLst/>
              <a:gdLst>
                <a:gd name="csX0" fmla="*/ 64888 w 64887"/>
                <a:gd name="csY0" fmla="*/ 907 h 66642"/>
                <a:gd name="csX1" fmla="*/ 64597 w 64887"/>
                <a:gd name="csY1" fmla="*/ 2336 h 66642"/>
                <a:gd name="csX2" fmla="*/ 10053 w 64887"/>
                <a:gd name="csY2" fmla="*/ 63307 h 66642"/>
                <a:gd name="csX3" fmla="*/ 26731 w 64887"/>
                <a:gd name="csY3" fmla="*/ 63307 h 66642"/>
                <a:gd name="csX4" fmla="*/ 35355 w 64887"/>
                <a:gd name="csY4" fmla="*/ 62459 h 66642"/>
                <a:gd name="csX5" fmla="*/ 41643 w 64887"/>
                <a:gd name="csY5" fmla="*/ 60030 h 66642"/>
                <a:gd name="csX6" fmla="*/ 46211 w 64887"/>
                <a:gd name="csY6" fmla="*/ 55880 h 66642"/>
                <a:gd name="csX7" fmla="*/ 49593 w 64887"/>
                <a:gd name="csY7" fmla="*/ 50302 h 66642"/>
                <a:gd name="csX8" fmla="*/ 52312 w 64887"/>
                <a:gd name="csY8" fmla="*/ 43014 h 66642"/>
                <a:gd name="csX9" fmla="*/ 53068 w 64887"/>
                <a:gd name="csY9" fmla="*/ 40969 h 66642"/>
                <a:gd name="csX10" fmla="*/ 53928 w 64887"/>
                <a:gd name="csY10" fmla="*/ 40585 h 66642"/>
                <a:gd name="csX11" fmla="*/ 54881 w 64887"/>
                <a:gd name="csY11" fmla="*/ 40969 h 66642"/>
                <a:gd name="csX12" fmla="*/ 55218 w 64887"/>
                <a:gd name="csY12" fmla="*/ 41678 h 66642"/>
                <a:gd name="csX13" fmla="*/ 55125 w 64887"/>
                <a:gd name="csY13" fmla="*/ 42154 h 66642"/>
                <a:gd name="csX14" fmla="*/ 54974 w 64887"/>
                <a:gd name="csY14" fmla="*/ 42689 h 66642"/>
                <a:gd name="csX15" fmla="*/ 54834 w 64887"/>
                <a:gd name="csY15" fmla="*/ 43107 h 66642"/>
                <a:gd name="csX16" fmla="*/ 47884 w 64887"/>
                <a:gd name="csY16" fmla="*/ 64690 h 66642"/>
                <a:gd name="csX17" fmla="*/ 47024 w 64887"/>
                <a:gd name="csY17" fmla="*/ 66364 h 66642"/>
                <a:gd name="csX18" fmla="*/ 44874 w 64887"/>
                <a:gd name="csY18" fmla="*/ 66643 h 66642"/>
                <a:gd name="csX19" fmla="*/ 2429 w 64887"/>
                <a:gd name="csY19" fmla="*/ 66643 h 66642"/>
                <a:gd name="csX20" fmla="*/ 477 w 64887"/>
                <a:gd name="csY20" fmla="*/ 66550 h 66642"/>
                <a:gd name="csX21" fmla="*/ 0 w 64887"/>
                <a:gd name="csY21" fmla="*/ 65794 h 66642"/>
                <a:gd name="csX22" fmla="*/ 384 w 64887"/>
                <a:gd name="csY22" fmla="*/ 64028 h 66642"/>
                <a:gd name="csX23" fmla="*/ 54927 w 64887"/>
                <a:gd name="csY23" fmla="*/ 3045 h 66642"/>
                <a:gd name="csX24" fmla="*/ 39016 w 64887"/>
                <a:gd name="csY24" fmla="*/ 3045 h 66642"/>
                <a:gd name="csX25" fmla="*/ 31020 w 64887"/>
                <a:gd name="csY25" fmla="*/ 3859 h 66642"/>
                <a:gd name="csX26" fmla="*/ 25058 w 64887"/>
                <a:gd name="csY26" fmla="*/ 6044 h 66642"/>
                <a:gd name="csX27" fmla="*/ 20676 w 64887"/>
                <a:gd name="csY27" fmla="*/ 9763 h 66642"/>
                <a:gd name="csX28" fmla="*/ 17492 w 64887"/>
                <a:gd name="csY28" fmla="*/ 14714 h 66642"/>
                <a:gd name="csX29" fmla="*/ 15005 w 64887"/>
                <a:gd name="csY29" fmla="*/ 21013 h 66642"/>
                <a:gd name="csX30" fmla="*/ 14865 w 64887"/>
                <a:gd name="csY30" fmla="*/ 21246 h 66642"/>
                <a:gd name="csX31" fmla="*/ 14633 w 64887"/>
                <a:gd name="csY31" fmla="*/ 21629 h 66642"/>
                <a:gd name="csX32" fmla="*/ 14296 w 64887"/>
                <a:gd name="csY32" fmla="*/ 21862 h 66642"/>
                <a:gd name="csX33" fmla="*/ 13772 w 64887"/>
                <a:gd name="csY33" fmla="*/ 21955 h 66642"/>
                <a:gd name="csX34" fmla="*/ 12912 w 64887"/>
                <a:gd name="csY34" fmla="*/ 21676 h 66642"/>
                <a:gd name="csX35" fmla="*/ 12622 w 64887"/>
                <a:gd name="csY35" fmla="*/ 21106 h 66642"/>
                <a:gd name="csX36" fmla="*/ 12575 w 64887"/>
                <a:gd name="csY36" fmla="*/ 20862 h 66642"/>
                <a:gd name="csX37" fmla="*/ 12866 w 64887"/>
                <a:gd name="csY37" fmla="*/ 19525 h 66642"/>
                <a:gd name="csX38" fmla="*/ 18247 w 64887"/>
                <a:gd name="csY38" fmla="*/ 1952 h 66642"/>
                <a:gd name="csX39" fmla="*/ 19107 w 64887"/>
                <a:gd name="csY39" fmla="*/ 279 h 66642"/>
                <a:gd name="csX40" fmla="*/ 21246 w 64887"/>
                <a:gd name="csY40" fmla="*/ 0 h 66642"/>
                <a:gd name="csX41" fmla="*/ 62459 w 64887"/>
                <a:gd name="csY41" fmla="*/ 0 h 66642"/>
                <a:gd name="csX42" fmla="*/ 64411 w 64887"/>
                <a:gd name="csY42" fmla="*/ 139 h 66642"/>
                <a:gd name="csX43" fmla="*/ 64888 w 64887"/>
                <a:gd name="csY43" fmla="*/ 907 h 66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64887" h="66642">
                  <a:moveTo>
                    <a:pt x="64888" y="907"/>
                  </a:moveTo>
                  <a:cubicBezTo>
                    <a:pt x="64888" y="1092"/>
                    <a:pt x="64791" y="1569"/>
                    <a:pt x="64597" y="2336"/>
                  </a:cubicBezTo>
                  <a:lnTo>
                    <a:pt x="10053" y="63307"/>
                  </a:lnTo>
                  <a:lnTo>
                    <a:pt x="26731" y="63307"/>
                  </a:lnTo>
                  <a:cubicBezTo>
                    <a:pt x="30001" y="63307"/>
                    <a:pt x="32876" y="63024"/>
                    <a:pt x="35355" y="62459"/>
                  </a:cubicBezTo>
                  <a:cubicBezTo>
                    <a:pt x="37827" y="61854"/>
                    <a:pt x="39923" y="61045"/>
                    <a:pt x="41643" y="60030"/>
                  </a:cubicBezTo>
                  <a:cubicBezTo>
                    <a:pt x="43355" y="59007"/>
                    <a:pt x="44878" y="57624"/>
                    <a:pt x="46211" y="55880"/>
                  </a:cubicBezTo>
                  <a:cubicBezTo>
                    <a:pt x="47574" y="54098"/>
                    <a:pt x="48702" y="52239"/>
                    <a:pt x="49593" y="50302"/>
                  </a:cubicBezTo>
                  <a:cubicBezTo>
                    <a:pt x="50484" y="48334"/>
                    <a:pt x="51390" y="45904"/>
                    <a:pt x="52312" y="43014"/>
                  </a:cubicBezTo>
                  <a:cubicBezTo>
                    <a:pt x="52661" y="41906"/>
                    <a:pt x="52913" y="41225"/>
                    <a:pt x="53068" y="40969"/>
                  </a:cubicBezTo>
                  <a:cubicBezTo>
                    <a:pt x="53231" y="40713"/>
                    <a:pt x="53517" y="40585"/>
                    <a:pt x="53928" y="40585"/>
                  </a:cubicBezTo>
                  <a:cubicBezTo>
                    <a:pt x="54346" y="40585"/>
                    <a:pt x="54664" y="40713"/>
                    <a:pt x="54881" y="40969"/>
                  </a:cubicBezTo>
                  <a:cubicBezTo>
                    <a:pt x="55106" y="41194"/>
                    <a:pt x="55218" y="41430"/>
                    <a:pt x="55218" y="41678"/>
                  </a:cubicBezTo>
                  <a:cubicBezTo>
                    <a:pt x="55218" y="41809"/>
                    <a:pt x="55187" y="41968"/>
                    <a:pt x="55125" y="42154"/>
                  </a:cubicBezTo>
                  <a:cubicBezTo>
                    <a:pt x="55094" y="42317"/>
                    <a:pt x="55044" y="42495"/>
                    <a:pt x="54974" y="42689"/>
                  </a:cubicBezTo>
                  <a:cubicBezTo>
                    <a:pt x="54912" y="42875"/>
                    <a:pt x="54865" y="43014"/>
                    <a:pt x="54834" y="43107"/>
                  </a:cubicBezTo>
                  <a:lnTo>
                    <a:pt x="47884" y="64690"/>
                  </a:lnTo>
                  <a:cubicBezTo>
                    <a:pt x="47598" y="65612"/>
                    <a:pt x="47311" y="66170"/>
                    <a:pt x="47024" y="66364"/>
                  </a:cubicBezTo>
                  <a:cubicBezTo>
                    <a:pt x="46737" y="66550"/>
                    <a:pt x="46021" y="66643"/>
                    <a:pt x="44874" y="66643"/>
                  </a:cubicBezTo>
                  <a:lnTo>
                    <a:pt x="2429" y="66643"/>
                  </a:lnTo>
                  <a:cubicBezTo>
                    <a:pt x="1445" y="66643"/>
                    <a:pt x="794" y="66612"/>
                    <a:pt x="477" y="66550"/>
                  </a:cubicBezTo>
                  <a:cubicBezTo>
                    <a:pt x="159" y="66457"/>
                    <a:pt x="0" y="66205"/>
                    <a:pt x="0" y="65794"/>
                  </a:cubicBezTo>
                  <a:lnTo>
                    <a:pt x="384" y="64028"/>
                  </a:lnTo>
                  <a:lnTo>
                    <a:pt x="54927" y="3045"/>
                  </a:lnTo>
                  <a:lnTo>
                    <a:pt x="39016" y="3045"/>
                  </a:lnTo>
                  <a:cubicBezTo>
                    <a:pt x="36033" y="3045"/>
                    <a:pt x="33368" y="3316"/>
                    <a:pt x="31020" y="3859"/>
                  </a:cubicBezTo>
                  <a:cubicBezTo>
                    <a:pt x="28696" y="4362"/>
                    <a:pt x="26708" y="5091"/>
                    <a:pt x="25058" y="6044"/>
                  </a:cubicBezTo>
                  <a:cubicBezTo>
                    <a:pt x="23407" y="6966"/>
                    <a:pt x="21947" y="8205"/>
                    <a:pt x="20676" y="9763"/>
                  </a:cubicBezTo>
                  <a:cubicBezTo>
                    <a:pt x="19405" y="11289"/>
                    <a:pt x="18344" y="12940"/>
                    <a:pt x="17492" y="14714"/>
                  </a:cubicBezTo>
                  <a:cubicBezTo>
                    <a:pt x="16632" y="16465"/>
                    <a:pt x="15803" y="18565"/>
                    <a:pt x="15005" y="21013"/>
                  </a:cubicBezTo>
                  <a:lnTo>
                    <a:pt x="14865" y="21246"/>
                  </a:lnTo>
                  <a:cubicBezTo>
                    <a:pt x="14772" y="21408"/>
                    <a:pt x="14695" y="21536"/>
                    <a:pt x="14633" y="21629"/>
                  </a:cubicBezTo>
                  <a:cubicBezTo>
                    <a:pt x="14563" y="21691"/>
                    <a:pt x="14451" y="21769"/>
                    <a:pt x="14296" y="21862"/>
                  </a:cubicBezTo>
                  <a:cubicBezTo>
                    <a:pt x="14133" y="21924"/>
                    <a:pt x="13958" y="21955"/>
                    <a:pt x="13772" y="21955"/>
                  </a:cubicBezTo>
                  <a:cubicBezTo>
                    <a:pt x="13424" y="21955"/>
                    <a:pt x="13137" y="21862"/>
                    <a:pt x="12912" y="21676"/>
                  </a:cubicBezTo>
                  <a:cubicBezTo>
                    <a:pt x="12719" y="21482"/>
                    <a:pt x="12622" y="21292"/>
                    <a:pt x="12622" y="21106"/>
                  </a:cubicBezTo>
                  <a:lnTo>
                    <a:pt x="12575" y="20862"/>
                  </a:lnTo>
                  <a:cubicBezTo>
                    <a:pt x="12645" y="20289"/>
                    <a:pt x="12742" y="19843"/>
                    <a:pt x="12866" y="19525"/>
                  </a:cubicBezTo>
                  <a:lnTo>
                    <a:pt x="18247" y="1952"/>
                  </a:lnTo>
                  <a:cubicBezTo>
                    <a:pt x="18534" y="1030"/>
                    <a:pt x="18821" y="473"/>
                    <a:pt x="19107" y="279"/>
                  </a:cubicBezTo>
                  <a:cubicBezTo>
                    <a:pt x="19394" y="93"/>
                    <a:pt x="20107" y="0"/>
                    <a:pt x="21246" y="0"/>
                  </a:cubicBezTo>
                  <a:lnTo>
                    <a:pt x="62459" y="0"/>
                  </a:lnTo>
                  <a:cubicBezTo>
                    <a:pt x="63474" y="0"/>
                    <a:pt x="64125" y="46"/>
                    <a:pt x="64411" y="139"/>
                  </a:cubicBezTo>
                  <a:cubicBezTo>
                    <a:pt x="64729" y="232"/>
                    <a:pt x="64888" y="488"/>
                    <a:pt x="64888" y="907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4" name="Freeform 4583">
              <a:extLst>
                <a:ext uri="{FF2B5EF4-FFF2-40B4-BE49-F238E27FC236}">
                  <a16:creationId xmlns:a16="http://schemas.microsoft.com/office/drawing/2014/main" id="{AC05341F-8E01-0F54-15D9-EA2A4568BB71}"/>
                </a:ext>
              </a:extLst>
            </p:cNvPr>
            <p:cNvSpPr/>
            <p:nvPr/>
          </p:nvSpPr>
          <p:spPr>
            <a:xfrm>
              <a:off x="1997785" y="4724833"/>
              <a:ext cx="32321" cy="139375"/>
            </a:xfrm>
            <a:custGeom>
              <a:avLst/>
              <a:gdLst>
                <a:gd name="csX0" fmla="*/ 0 w 32321"/>
                <a:gd name="csY0" fmla="*/ 69688 h 139375"/>
                <a:gd name="csX1" fmla="*/ 8775 w 32321"/>
                <a:gd name="csY1" fmla="*/ 27150 h 139375"/>
                <a:gd name="csX2" fmla="*/ 17759 w 32321"/>
                <a:gd name="csY2" fmla="*/ 12517 h 139375"/>
                <a:gd name="csX3" fmla="*/ 26476 w 32321"/>
                <a:gd name="csY3" fmla="*/ 2929 h 139375"/>
                <a:gd name="csX4" fmla="*/ 30892 w 32321"/>
                <a:gd name="csY4" fmla="*/ 0 h 139375"/>
                <a:gd name="csX5" fmla="*/ 32322 w 32321"/>
                <a:gd name="csY5" fmla="*/ 1360 h 139375"/>
                <a:gd name="csX6" fmla="*/ 30485 w 32321"/>
                <a:gd name="csY6" fmla="*/ 3742 h 139375"/>
                <a:gd name="csX7" fmla="*/ 8101 w 32321"/>
                <a:gd name="csY7" fmla="*/ 69688 h 139375"/>
                <a:gd name="csX8" fmla="*/ 29939 w 32321"/>
                <a:gd name="csY8" fmla="*/ 134889 h 139375"/>
                <a:gd name="csX9" fmla="*/ 32322 w 32321"/>
                <a:gd name="csY9" fmla="*/ 138016 h 139375"/>
                <a:gd name="csX10" fmla="*/ 30892 w 32321"/>
                <a:gd name="csY10" fmla="*/ 139375 h 139375"/>
                <a:gd name="csX11" fmla="*/ 26615 w 32321"/>
                <a:gd name="csY11" fmla="*/ 136586 h 139375"/>
                <a:gd name="csX12" fmla="*/ 18108 w 32321"/>
                <a:gd name="csY12" fmla="*/ 127393 h 139375"/>
                <a:gd name="csX13" fmla="*/ 9182 w 32321"/>
                <a:gd name="csY13" fmla="*/ 113179 h 139375"/>
                <a:gd name="csX14" fmla="*/ 0 w 32321"/>
                <a:gd name="csY14" fmla="*/ 69688 h 13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321" h="139375">
                  <a:moveTo>
                    <a:pt x="0" y="69688"/>
                  </a:moveTo>
                  <a:cubicBezTo>
                    <a:pt x="0" y="53990"/>
                    <a:pt x="2925" y="39810"/>
                    <a:pt x="8775" y="27150"/>
                  </a:cubicBezTo>
                  <a:cubicBezTo>
                    <a:pt x="11270" y="21842"/>
                    <a:pt x="14265" y="16965"/>
                    <a:pt x="17759" y="12517"/>
                  </a:cubicBezTo>
                  <a:cubicBezTo>
                    <a:pt x="21253" y="8070"/>
                    <a:pt x="24159" y="4874"/>
                    <a:pt x="26476" y="2929"/>
                  </a:cubicBezTo>
                  <a:cubicBezTo>
                    <a:pt x="28785" y="976"/>
                    <a:pt x="30257" y="0"/>
                    <a:pt x="30892" y="0"/>
                  </a:cubicBezTo>
                  <a:cubicBezTo>
                    <a:pt x="31806" y="0"/>
                    <a:pt x="32283" y="453"/>
                    <a:pt x="32322" y="1360"/>
                  </a:cubicBezTo>
                  <a:cubicBezTo>
                    <a:pt x="32322" y="1809"/>
                    <a:pt x="31710" y="2603"/>
                    <a:pt x="30485" y="3742"/>
                  </a:cubicBezTo>
                  <a:cubicBezTo>
                    <a:pt x="15516" y="18983"/>
                    <a:pt x="8054" y="40965"/>
                    <a:pt x="8101" y="69688"/>
                  </a:cubicBezTo>
                  <a:cubicBezTo>
                    <a:pt x="8101" y="98496"/>
                    <a:pt x="15380" y="120230"/>
                    <a:pt x="29939" y="134889"/>
                  </a:cubicBezTo>
                  <a:cubicBezTo>
                    <a:pt x="31528" y="136478"/>
                    <a:pt x="32322" y="137520"/>
                    <a:pt x="32322" y="138016"/>
                  </a:cubicBezTo>
                  <a:cubicBezTo>
                    <a:pt x="32322" y="138922"/>
                    <a:pt x="31845" y="139375"/>
                    <a:pt x="30892" y="139375"/>
                  </a:cubicBezTo>
                  <a:cubicBezTo>
                    <a:pt x="30257" y="139375"/>
                    <a:pt x="28831" y="138446"/>
                    <a:pt x="26615" y="136586"/>
                  </a:cubicBezTo>
                  <a:cubicBezTo>
                    <a:pt x="24392" y="134726"/>
                    <a:pt x="21556" y="131662"/>
                    <a:pt x="18108" y="127393"/>
                  </a:cubicBezTo>
                  <a:cubicBezTo>
                    <a:pt x="14660" y="123131"/>
                    <a:pt x="11684" y="118393"/>
                    <a:pt x="9182" y="113179"/>
                  </a:cubicBezTo>
                  <a:cubicBezTo>
                    <a:pt x="3061" y="100518"/>
                    <a:pt x="0" y="86021"/>
                    <a:pt x="0" y="69688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5" name="Freeform 4584">
              <a:extLst>
                <a:ext uri="{FF2B5EF4-FFF2-40B4-BE49-F238E27FC236}">
                  <a16:creationId xmlns:a16="http://schemas.microsoft.com/office/drawing/2014/main" id="{64C08F23-3D8D-15F0-00CF-A059FF26DEB7}"/>
                </a:ext>
              </a:extLst>
            </p:cNvPr>
            <p:cNvSpPr/>
            <p:nvPr/>
          </p:nvSpPr>
          <p:spPr>
            <a:xfrm>
              <a:off x="2009466" y="4787106"/>
              <a:ext cx="14772" cy="14830"/>
            </a:xfrm>
            <a:custGeom>
              <a:avLst/>
              <a:gdLst>
                <a:gd name="csX0" fmla="*/ 12587 w 14772"/>
                <a:gd name="csY0" fmla="*/ 2243 h 14830"/>
                <a:gd name="csX1" fmla="*/ 14772 w 14772"/>
                <a:gd name="csY1" fmla="*/ 7415 h 14830"/>
                <a:gd name="csX2" fmla="*/ 12587 w 14772"/>
                <a:gd name="csY2" fmla="*/ 12657 h 14830"/>
                <a:gd name="csX3" fmla="*/ 7415 w 14772"/>
                <a:gd name="csY3" fmla="*/ 14830 h 14830"/>
                <a:gd name="csX4" fmla="*/ 2173 w 14772"/>
                <a:gd name="csY4" fmla="*/ 12657 h 14830"/>
                <a:gd name="csX5" fmla="*/ 0 w 14772"/>
                <a:gd name="csY5" fmla="*/ 7415 h 14830"/>
                <a:gd name="csX6" fmla="*/ 2173 w 14772"/>
                <a:gd name="csY6" fmla="*/ 2243 h 14830"/>
                <a:gd name="csX7" fmla="*/ 7415 w 14772"/>
                <a:gd name="csY7" fmla="*/ 0 h 14830"/>
                <a:gd name="csX8" fmla="*/ 12587 w 14772"/>
                <a:gd name="csY8" fmla="*/ 2243 h 148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4772" h="14830">
                  <a:moveTo>
                    <a:pt x="12587" y="2243"/>
                  </a:moveTo>
                  <a:cubicBezTo>
                    <a:pt x="14044" y="3692"/>
                    <a:pt x="14772" y="5416"/>
                    <a:pt x="14772" y="7415"/>
                  </a:cubicBezTo>
                  <a:cubicBezTo>
                    <a:pt x="14772" y="9414"/>
                    <a:pt x="14044" y="11161"/>
                    <a:pt x="12587" y="12657"/>
                  </a:cubicBezTo>
                  <a:cubicBezTo>
                    <a:pt x="11138" y="14106"/>
                    <a:pt x="9414" y="14830"/>
                    <a:pt x="7415" y="14830"/>
                  </a:cubicBezTo>
                  <a:cubicBezTo>
                    <a:pt x="5424" y="14830"/>
                    <a:pt x="3677" y="14106"/>
                    <a:pt x="2173" y="12657"/>
                  </a:cubicBezTo>
                  <a:cubicBezTo>
                    <a:pt x="725" y="11161"/>
                    <a:pt x="0" y="9414"/>
                    <a:pt x="0" y="7415"/>
                  </a:cubicBezTo>
                  <a:cubicBezTo>
                    <a:pt x="0" y="5416"/>
                    <a:pt x="725" y="3692"/>
                    <a:pt x="2173" y="2243"/>
                  </a:cubicBezTo>
                  <a:cubicBezTo>
                    <a:pt x="3677" y="748"/>
                    <a:pt x="5424" y="0"/>
                    <a:pt x="7415" y="0"/>
                  </a:cubicBezTo>
                  <a:cubicBezTo>
                    <a:pt x="9414" y="0"/>
                    <a:pt x="11138" y="748"/>
                    <a:pt x="12587" y="2243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6" name="Freeform 4585">
              <a:extLst>
                <a:ext uri="{FF2B5EF4-FFF2-40B4-BE49-F238E27FC236}">
                  <a16:creationId xmlns:a16="http://schemas.microsoft.com/office/drawing/2014/main" id="{D53342CD-513A-0945-9ACA-8C6D2AD5637C}"/>
                </a:ext>
              </a:extLst>
            </p:cNvPr>
            <p:cNvSpPr/>
            <p:nvPr/>
          </p:nvSpPr>
          <p:spPr>
            <a:xfrm>
              <a:off x="2035546" y="4724833"/>
              <a:ext cx="32333" cy="139375"/>
            </a:xfrm>
            <a:custGeom>
              <a:avLst/>
              <a:gdLst>
                <a:gd name="csX0" fmla="*/ 0 w 32333"/>
                <a:gd name="csY0" fmla="*/ 138016 h 139375"/>
                <a:gd name="csX1" fmla="*/ 1767 w 32333"/>
                <a:gd name="csY1" fmla="*/ 135633 h 139375"/>
                <a:gd name="csX2" fmla="*/ 24233 w 32333"/>
                <a:gd name="csY2" fmla="*/ 69688 h 139375"/>
                <a:gd name="csX3" fmla="*/ 2662 w 32333"/>
                <a:gd name="csY3" fmla="*/ 4626 h 139375"/>
                <a:gd name="csX4" fmla="*/ 0 w 32333"/>
                <a:gd name="csY4" fmla="*/ 1360 h 139375"/>
                <a:gd name="csX5" fmla="*/ 1360 w 32333"/>
                <a:gd name="csY5" fmla="*/ 0 h 139375"/>
                <a:gd name="csX6" fmla="*/ 5648 w 32333"/>
                <a:gd name="csY6" fmla="*/ 2789 h 139375"/>
                <a:gd name="csX7" fmla="*/ 14156 w 32333"/>
                <a:gd name="csY7" fmla="*/ 11971 h 139375"/>
                <a:gd name="csX8" fmla="*/ 23140 w 32333"/>
                <a:gd name="csY8" fmla="*/ 26197 h 139375"/>
                <a:gd name="csX9" fmla="*/ 32333 w 32333"/>
                <a:gd name="csY9" fmla="*/ 69688 h 139375"/>
                <a:gd name="csX10" fmla="*/ 23547 w 32333"/>
                <a:gd name="csY10" fmla="*/ 112226 h 139375"/>
                <a:gd name="csX11" fmla="*/ 14563 w 32333"/>
                <a:gd name="csY11" fmla="*/ 126858 h 139375"/>
                <a:gd name="csX12" fmla="*/ 5858 w 32333"/>
                <a:gd name="csY12" fmla="*/ 136447 h 139375"/>
                <a:gd name="csX13" fmla="*/ 1360 w 32333"/>
                <a:gd name="csY13" fmla="*/ 139375 h 139375"/>
                <a:gd name="csX14" fmla="*/ 0 w 32333"/>
                <a:gd name="csY14" fmla="*/ 138016 h 13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2333" h="139375">
                  <a:moveTo>
                    <a:pt x="0" y="138016"/>
                  </a:moveTo>
                  <a:cubicBezTo>
                    <a:pt x="0" y="137559"/>
                    <a:pt x="589" y="136764"/>
                    <a:pt x="1767" y="135633"/>
                  </a:cubicBezTo>
                  <a:cubicBezTo>
                    <a:pt x="16744" y="120392"/>
                    <a:pt x="24233" y="98410"/>
                    <a:pt x="24233" y="69688"/>
                  </a:cubicBezTo>
                  <a:cubicBezTo>
                    <a:pt x="24233" y="40880"/>
                    <a:pt x="17042" y="19192"/>
                    <a:pt x="2662" y="4626"/>
                  </a:cubicBezTo>
                  <a:cubicBezTo>
                    <a:pt x="887" y="2944"/>
                    <a:pt x="0" y="1856"/>
                    <a:pt x="0" y="1360"/>
                  </a:cubicBezTo>
                  <a:cubicBezTo>
                    <a:pt x="0" y="453"/>
                    <a:pt x="453" y="0"/>
                    <a:pt x="1360" y="0"/>
                  </a:cubicBezTo>
                  <a:cubicBezTo>
                    <a:pt x="1995" y="0"/>
                    <a:pt x="3425" y="930"/>
                    <a:pt x="5648" y="2789"/>
                  </a:cubicBezTo>
                  <a:cubicBezTo>
                    <a:pt x="7919" y="4649"/>
                    <a:pt x="10755" y="7709"/>
                    <a:pt x="14156" y="11971"/>
                  </a:cubicBezTo>
                  <a:cubicBezTo>
                    <a:pt x="17604" y="16240"/>
                    <a:pt x="20599" y="20982"/>
                    <a:pt x="23140" y="26197"/>
                  </a:cubicBezTo>
                  <a:cubicBezTo>
                    <a:pt x="29269" y="38857"/>
                    <a:pt x="32333" y="53354"/>
                    <a:pt x="32333" y="69688"/>
                  </a:cubicBezTo>
                  <a:cubicBezTo>
                    <a:pt x="32333" y="85386"/>
                    <a:pt x="29405" y="99565"/>
                    <a:pt x="23547" y="112226"/>
                  </a:cubicBezTo>
                  <a:cubicBezTo>
                    <a:pt x="21052" y="117533"/>
                    <a:pt x="18057" y="122411"/>
                    <a:pt x="14563" y="126858"/>
                  </a:cubicBezTo>
                  <a:cubicBezTo>
                    <a:pt x="11068" y="131298"/>
                    <a:pt x="8167" y="134494"/>
                    <a:pt x="5858" y="136447"/>
                  </a:cubicBezTo>
                  <a:cubicBezTo>
                    <a:pt x="3541" y="138399"/>
                    <a:pt x="2042" y="139375"/>
                    <a:pt x="1360" y="139375"/>
                  </a:cubicBezTo>
                  <a:cubicBezTo>
                    <a:pt x="453" y="139375"/>
                    <a:pt x="0" y="138922"/>
                    <a:pt x="0" y="138016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7" name="Freeform 4586">
              <a:extLst>
                <a:ext uri="{FF2B5EF4-FFF2-40B4-BE49-F238E27FC236}">
                  <a16:creationId xmlns:a16="http://schemas.microsoft.com/office/drawing/2014/main" id="{D7E12EA8-8E88-557B-E464-EFA49655EAA3}"/>
                </a:ext>
              </a:extLst>
            </p:cNvPr>
            <p:cNvSpPr/>
            <p:nvPr/>
          </p:nvSpPr>
          <p:spPr>
            <a:xfrm>
              <a:off x="653739" y="3071335"/>
              <a:ext cx="1162" cy="1493655"/>
            </a:xfrm>
            <a:custGeom>
              <a:avLst/>
              <a:gdLst>
                <a:gd name="csX0" fmla="*/ 0 w 1162"/>
                <a:gd name="csY0" fmla="*/ 1493656 h 1493655"/>
                <a:gd name="csX1" fmla="*/ 0 w 1162"/>
                <a:gd name="csY1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62" h="1493655">
                  <a:moveTo>
                    <a:pt x="0" y="1493656"/>
                  </a:moveTo>
                  <a:lnTo>
                    <a:pt x="0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8" name="Freeform 4587">
              <a:extLst>
                <a:ext uri="{FF2B5EF4-FFF2-40B4-BE49-F238E27FC236}">
                  <a16:creationId xmlns:a16="http://schemas.microsoft.com/office/drawing/2014/main" id="{D1894850-8F1A-4090-AEAE-A0CFB9899C2F}"/>
                </a:ext>
              </a:extLst>
            </p:cNvPr>
            <p:cNvSpPr/>
            <p:nvPr/>
          </p:nvSpPr>
          <p:spPr>
            <a:xfrm>
              <a:off x="653739" y="4564991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9" name="Freeform 4588">
              <a:extLst>
                <a:ext uri="{FF2B5EF4-FFF2-40B4-BE49-F238E27FC236}">
                  <a16:creationId xmlns:a16="http://schemas.microsoft.com/office/drawing/2014/main" id="{C6D15BF7-DA0B-23FF-175B-69E8E0A92033}"/>
                </a:ext>
              </a:extLst>
            </p:cNvPr>
            <p:cNvSpPr/>
            <p:nvPr/>
          </p:nvSpPr>
          <p:spPr>
            <a:xfrm>
              <a:off x="653739" y="4272119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0" name="Freeform 4589">
              <a:extLst>
                <a:ext uri="{FF2B5EF4-FFF2-40B4-BE49-F238E27FC236}">
                  <a16:creationId xmlns:a16="http://schemas.microsoft.com/office/drawing/2014/main" id="{ABDEAA7D-C6ED-C09E-04E9-42EE8CA02340}"/>
                </a:ext>
              </a:extLst>
            </p:cNvPr>
            <p:cNvSpPr/>
            <p:nvPr/>
          </p:nvSpPr>
          <p:spPr>
            <a:xfrm>
              <a:off x="653739" y="3979244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1" name="Freeform 4590">
              <a:extLst>
                <a:ext uri="{FF2B5EF4-FFF2-40B4-BE49-F238E27FC236}">
                  <a16:creationId xmlns:a16="http://schemas.microsoft.com/office/drawing/2014/main" id="{CE80433B-9ECC-20C3-DA71-226F1C6E4D76}"/>
                </a:ext>
              </a:extLst>
            </p:cNvPr>
            <p:cNvSpPr/>
            <p:nvPr/>
          </p:nvSpPr>
          <p:spPr>
            <a:xfrm>
              <a:off x="653739" y="3686370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2" name="Freeform 4591">
              <a:extLst>
                <a:ext uri="{FF2B5EF4-FFF2-40B4-BE49-F238E27FC236}">
                  <a16:creationId xmlns:a16="http://schemas.microsoft.com/office/drawing/2014/main" id="{D2ACFE32-157B-B2DF-1456-302E685EE66E}"/>
                </a:ext>
              </a:extLst>
            </p:cNvPr>
            <p:cNvSpPr/>
            <p:nvPr/>
          </p:nvSpPr>
          <p:spPr>
            <a:xfrm>
              <a:off x="653739" y="3393497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3" name="Freeform 4592">
              <a:extLst>
                <a:ext uri="{FF2B5EF4-FFF2-40B4-BE49-F238E27FC236}">
                  <a16:creationId xmlns:a16="http://schemas.microsoft.com/office/drawing/2014/main" id="{E8F1DED9-A799-C39F-4565-5C0992F7433F}"/>
                </a:ext>
              </a:extLst>
            </p:cNvPr>
            <p:cNvSpPr/>
            <p:nvPr/>
          </p:nvSpPr>
          <p:spPr>
            <a:xfrm>
              <a:off x="653739" y="3100623"/>
              <a:ext cx="21963" cy="1162"/>
            </a:xfrm>
            <a:custGeom>
              <a:avLst/>
              <a:gdLst>
                <a:gd name="csX0" fmla="*/ 0 w 21963"/>
                <a:gd name="csY0" fmla="*/ 0 h 1162"/>
                <a:gd name="csX1" fmla="*/ 21964 w 21963"/>
                <a:gd name="csY1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963" h="1162">
                  <a:moveTo>
                    <a:pt x="0" y="0"/>
                  </a:moveTo>
                  <a:lnTo>
                    <a:pt x="21964" y="0"/>
                  </a:lnTo>
                </a:path>
              </a:pathLst>
            </a:custGeom>
            <a:noFill/>
            <a:ln w="463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4" name="Freeform 4593">
              <a:extLst>
                <a:ext uri="{FF2B5EF4-FFF2-40B4-BE49-F238E27FC236}">
                  <a16:creationId xmlns:a16="http://schemas.microsoft.com/office/drawing/2014/main" id="{55EA4025-39B7-02CA-E70F-95E0C5126651}"/>
                </a:ext>
              </a:extLst>
            </p:cNvPr>
            <p:cNvSpPr/>
            <p:nvPr/>
          </p:nvSpPr>
          <p:spPr>
            <a:xfrm>
              <a:off x="352274" y="4518164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10 w 62470"/>
                <a:gd name="csY1" fmla="*/ 19014 h 93769"/>
                <a:gd name="csX2" fmla="*/ 12288 w 62470"/>
                <a:gd name="csY2" fmla="*/ 46919 h 93769"/>
                <a:gd name="csX3" fmla="*/ 17010 w 62470"/>
                <a:gd name="csY3" fmla="*/ 74825 h 93769"/>
                <a:gd name="csX4" fmla="*/ 31235 w 62470"/>
                <a:gd name="csY4" fmla="*/ 84088 h 93769"/>
                <a:gd name="csX5" fmla="*/ 45460 w 62470"/>
                <a:gd name="csY5" fmla="*/ 74825 h 93769"/>
                <a:gd name="csX6" fmla="*/ 50242 w 62470"/>
                <a:gd name="csY6" fmla="*/ 46919 h 93769"/>
                <a:gd name="csX7" fmla="*/ 45460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10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10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2" y="81000"/>
                    <a:pt x="45460" y="74825"/>
                  </a:cubicBezTo>
                  <a:cubicBezTo>
                    <a:pt x="48648" y="68611"/>
                    <a:pt x="50242" y="59309"/>
                    <a:pt x="50242" y="46919"/>
                  </a:cubicBezTo>
                  <a:cubicBezTo>
                    <a:pt x="50242" y="34491"/>
                    <a:pt x="48648" y="25190"/>
                    <a:pt x="45460" y="19014"/>
                  </a:cubicBezTo>
                  <a:cubicBezTo>
                    <a:pt x="42312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2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2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5" name="Freeform 4594">
              <a:extLst>
                <a:ext uri="{FF2B5EF4-FFF2-40B4-BE49-F238E27FC236}">
                  <a16:creationId xmlns:a16="http://schemas.microsoft.com/office/drawing/2014/main" id="{312AA200-E06D-7C27-62BB-1EFEBECF9B49}"/>
                </a:ext>
              </a:extLst>
            </p:cNvPr>
            <p:cNvSpPr/>
            <p:nvPr/>
          </p:nvSpPr>
          <p:spPr>
            <a:xfrm>
              <a:off x="436233" y="4594802"/>
              <a:ext cx="12772" cy="15376"/>
            </a:xfrm>
            <a:custGeom>
              <a:avLst/>
              <a:gdLst>
                <a:gd name="csX0" fmla="*/ 0 w 12772"/>
                <a:gd name="csY0" fmla="*/ 0 h 15376"/>
                <a:gd name="csX1" fmla="*/ 12773 w 12772"/>
                <a:gd name="csY1" fmla="*/ 0 h 15376"/>
                <a:gd name="csX2" fmla="*/ 12773 w 12772"/>
                <a:gd name="csY2" fmla="*/ 15376 h 15376"/>
                <a:gd name="csX3" fmla="*/ 0 w 12772"/>
                <a:gd name="csY3" fmla="*/ 15376 h 15376"/>
                <a:gd name="csX4" fmla="*/ 0 w 12772"/>
                <a:gd name="csY4" fmla="*/ 0 h 15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6">
                  <a:moveTo>
                    <a:pt x="0" y="0"/>
                  </a:moveTo>
                  <a:lnTo>
                    <a:pt x="12773" y="0"/>
                  </a:lnTo>
                  <a:lnTo>
                    <a:pt x="12773" y="15376"/>
                  </a:lnTo>
                  <a:lnTo>
                    <a:pt x="0" y="15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6" name="Freeform 4595">
              <a:extLst>
                <a:ext uri="{FF2B5EF4-FFF2-40B4-BE49-F238E27FC236}">
                  <a16:creationId xmlns:a16="http://schemas.microsoft.com/office/drawing/2014/main" id="{7E4C462B-9961-214A-D9B2-581A6D05BC8F}"/>
                </a:ext>
              </a:extLst>
            </p:cNvPr>
            <p:cNvSpPr/>
            <p:nvPr/>
          </p:nvSpPr>
          <p:spPr>
            <a:xfrm>
              <a:off x="470555" y="4518164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09 w 62470"/>
                <a:gd name="csY1" fmla="*/ 19014 h 93769"/>
                <a:gd name="csX2" fmla="*/ 12288 w 62470"/>
                <a:gd name="csY2" fmla="*/ 46919 h 93769"/>
                <a:gd name="csX3" fmla="*/ 17009 w 62470"/>
                <a:gd name="csY3" fmla="*/ 74825 h 93769"/>
                <a:gd name="csX4" fmla="*/ 31235 w 62470"/>
                <a:gd name="csY4" fmla="*/ 84088 h 93769"/>
                <a:gd name="csX5" fmla="*/ 45461 w 62470"/>
                <a:gd name="csY5" fmla="*/ 74825 h 93769"/>
                <a:gd name="csX6" fmla="*/ 50242 w 62470"/>
                <a:gd name="csY6" fmla="*/ 46919 h 93769"/>
                <a:gd name="csX7" fmla="*/ 45461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09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09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3" y="81000"/>
                    <a:pt x="45461" y="74825"/>
                  </a:cubicBezTo>
                  <a:cubicBezTo>
                    <a:pt x="48649" y="68611"/>
                    <a:pt x="50242" y="59309"/>
                    <a:pt x="50242" y="46919"/>
                  </a:cubicBezTo>
                  <a:cubicBezTo>
                    <a:pt x="50242" y="34491"/>
                    <a:pt x="48649" y="25190"/>
                    <a:pt x="45461" y="19014"/>
                  </a:cubicBezTo>
                  <a:cubicBezTo>
                    <a:pt x="42313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3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3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7" name="Freeform 4596">
              <a:extLst>
                <a:ext uri="{FF2B5EF4-FFF2-40B4-BE49-F238E27FC236}">
                  <a16:creationId xmlns:a16="http://schemas.microsoft.com/office/drawing/2014/main" id="{F74D51BB-7AC9-0A03-5F32-62B2E0B48A11}"/>
                </a:ext>
              </a:extLst>
            </p:cNvPr>
            <p:cNvSpPr/>
            <p:nvPr/>
          </p:nvSpPr>
          <p:spPr>
            <a:xfrm>
              <a:off x="549429" y="4518164"/>
              <a:ext cx="62470" cy="93769"/>
            </a:xfrm>
            <a:custGeom>
              <a:avLst/>
              <a:gdLst>
                <a:gd name="csX0" fmla="*/ 31235 w 62470"/>
                <a:gd name="csY0" fmla="*/ 9693 h 93769"/>
                <a:gd name="csX1" fmla="*/ 17011 w 62470"/>
                <a:gd name="csY1" fmla="*/ 19014 h 93769"/>
                <a:gd name="csX2" fmla="*/ 12288 w 62470"/>
                <a:gd name="csY2" fmla="*/ 46919 h 93769"/>
                <a:gd name="csX3" fmla="*/ 17011 w 62470"/>
                <a:gd name="csY3" fmla="*/ 74825 h 93769"/>
                <a:gd name="csX4" fmla="*/ 31235 w 62470"/>
                <a:gd name="csY4" fmla="*/ 84088 h 93769"/>
                <a:gd name="csX5" fmla="*/ 45461 w 62470"/>
                <a:gd name="csY5" fmla="*/ 74825 h 93769"/>
                <a:gd name="csX6" fmla="*/ 50242 w 62470"/>
                <a:gd name="csY6" fmla="*/ 46919 h 93769"/>
                <a:gd name="csX7" fmla="*/ 45461 w 62470"/>
                <a:gd name="csY7" fmla="*/ 19014 h 93769"/>
                <a:gd name="csX8" fmla="*/ 31235 w 62470"/>
                <a:gd name="csY8" fmla="*/ 9693 h 93769"/>
                <a:gd name="csX9" fmla="*/ 31235 w 62470"/>
                <a:gd name="csY9" fmla="*/ 0 h 93769"/>
                <a:gd name="csX10" fmla="*/ 54419 w 62470"/>
                <a:gd name="csY10" fmla="*/ 12052 h 93769"/>
                <a:gd name="csX11" fmla="*/ 62470 w 62470"/>
                <a:gd name="csY11" fmla="*/ 46919 h 93769"/>
                <a:gd name="csX12" fmla="*/ 54419 w 62470"/>
                <a:gd name="csY12" fmla="*/ 81787 h 93769"/>
                <a:gd name="csX13" fmla="*/ 31235 w 62470"/>
                <a:gd name="csY13" fmla="*/ 93769 h 93769"/>
                <a:gd name="csX14" fmla="*/ 7990 w 62470"/>
                <a:gd name="csY14" fmla="*/ 81787 h 93769"/>
                <a:gd name="csX15" fmla="*/ 0 w 62470"/>
                <a:gd name="csY15" fmla="*/ 46919 h 93769"/>
                <a:gd name="csX16" fmla="*/ 7990 w 62470"/>
                <a:gd name="csY16" fmla="*/ 12052 h 93769"/>
                <a:gd name="csX17" fmla="*/ 31235 w 62470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9">
                  <a:moveTo>
                    <a:pt x="31235" y="9693"/>
                  </a:moveTo>
                  <a:cubicBezTo>
                    <a:pt x="24940" y="9693"/>
                    <a:pt x="20198" y="12800"/>
                    <a:pt x="17011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11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3" y="81000"/>
                    <a:pt x="45461" y="74825"/>
                  </a:cubicBezTo>
                  <a:cubicBezTo>
                    <a:pt x="48649" y="68611"/>
                    <a:pt x="50242" y="59309"/>
                    <a:pt x="50242" y="46919"/>
                  </a:cubicBezTo>
                  <a:cubicBezTo>
                    <a:pt x="50242" y="34491"/>
                    <a:pt x="48649" y="25190"/>
                    <a:pt x="45461" y="19014"/>
                  </a:cubicBezTo>
                  <a:cubicBezTo>
                    <a:pt x="42313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2" y="4017"/>
                    <a:pt x="54419" y="12052"/>
                  </a:cubicBezTo>
                  <a:cubicBezTo>
                    <a:pt x="59787" y="20041"/>
                    <a:pt x="62470" y="31663"/>
                    <a:pt x="62470" y="46919"/>
                  </a:cubicBezTo>
                  <a:cubicBezTo>
                    <a:pt x="62470" y="62129"/>
                    <a:pt x="59787" y="73752"/>
                    <a:pt x="54419" y="81787"/>
                  </a:cubicBezTo>
                  <a:cubicBezTo>
                    <a:pt x="49092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8" name="Freeform 4597">
              <a:extLst>
                <a:ext uri="{FF2B5EF4-FFF2-40B4-BE49-F238E27FC236}">
                  <a16:creationId xmlns:a16="http://schemas.microsoft.com/office/drawing/2014/main" id="{E2D7E8C6-409D-24DC-FAF4-B31ADBACF858}"/>
                </a:ext>
              </a:extLst>
            </p:cNvPr>
            <p:cNvSpPr/>
            <p:nvPr/>
          </p:nvSpPr>
          <p:spPr>
            <a:xfrm>
              <a:off x="355482" y="4225292"/>
              <a:ext cx="62469" cy="93769"/>
            </a:xfrm>
            <a:custGeom>
              <a:avLst/>
              <a:gdLst>
                <a:gd name="csX0" fmla="*/ 31235 w 62469"/>
                <a:gd name="csY0" fmla="*/ 9693 h 93769"/>
                <a:gd name="csX1" fmla="*/ 17010 w 62469"/>
                <a:gd name="csY1" fmla="*/ 19014 h 93769"/>
                <a:gd name="csX2" fmla="*/ 12288 w 62469"/>
                <a:gd name="csY2" fmla="*/ 46919 h 93769"/>
                <a:gd name="csX3" fmla="*/ 17010 w 62469"/>
                <a:gd name="csY3" fmla="*/ 74825 h 93769"/>
                <a:gd name="csX4" fmla="*/ 31235 w 62469"/>
                <a:gd name="csY4" fmla="*/ 84088 h 93769"/>
                <a:gd name="csX5" fmla="*/ 45460 w 62469"/>
                <a:gd name="csY5" fmla="*/ 74825 h 93769"/>
                <a:gd name="csX6" fmla="*/ 50242 w 62469"/>
                <a:gd name="csY6" fmla="*/ 46919 h 93769"/>
                <a:gd name="csX7" fmla="*/ 45460 w 62469"/>
                <a:gd name="csY7" fmla="*/ 19014 h 93769"/>
                <a:gd name="csX8" fmla="*/ 31235 w 62469"/>
                <a:gd name="csY8" fmla="*/ 9693 h 93769"/>
                <a:gd name="csX9" fmla="*/ 31235 w 62469"/>
                <a:gd name="csY9" fmla="*/ 0 h 93769"/>
                <a:gd name="csX10" fmla="*/ 54419 w 62469"/>
                <a:gd name="csY10" fmla="*/ 12052 h 93769"/>
                <a:gd name="csX11" fmla="*/ 62470 w 62469"/>
                <a:gd name="csY11" fmla="*/ 46919 h 93769"/>
                <a:gd name="csX12" fmla="*/ 54419 w 62469"/>
                <a:gd name="csY12" fmla="*/ 81787 h 93769"/>
                <a:gd name="csX13" fmla="*/ 31235 w 62469"/>
                <a:gd name="csY13" fmla="*/ 93769 h 93769"/>
                <a:gd name="csX14" fmla="*/ 7990 w 62469"/>
                <a:gd name="csY14" fmla="*/ 81787 h 93769"/>
                <a:gd name="csX15" fmla="*/ 0 w 62469"/>
                <a:gd name="csY15" fmla="*/ 46919 h 93769"/>
                <a:gd name="csX16" fmla="*/ 7990 w 62469"/>
                <a:gd name="csY16" fmla="*/ 12052 h 93769"/>
                <a:gd name="csX17" fmla="*/ 31235 w 62469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9">
                  <a:moveTo>
                    <a:pt x="31235" y="9693"/>
                  </a:moveTo>
                  <a:cubicBezTo>
                    <a:pt x="24940" y="9693"/>
                    <a:pt x="20198" y="12800"/>
                    <a:pt x="17010" y="19014"/>
                  </a:cubicBezTo>
                  <a:cubicBezTo>
                    <a:pt x="13862" y="25190"/>
                    <a:pt x="12288" y="34491"/>
                    <a:pt x="12288" y="46919"/>
                  </a:cubicBezTo>
                  <a:cubicBezTo>
                    <a:pt x="12288" y="59309"/>
                    <a:pt x="13862" y="68611"/>
                    <a:pt x="17010" y="74825"/>
                  </a:cubicBezTo>
                  <a:cubicBezTo>
                    <a:pt x="20198" y="81000"/>
                    <a:pt x="24940" y="84088"/>
                    <a:pt x="31235" y="84088"/>
                  </a:cubicBezTo>
                  <a:cubicBezTo>
                    <a:pt x="37571" y="84088"/>
                    <a:pt x="42312" y="81000"/>
                    <a:pt x="45460" y="74825"/>
                  </a:cubicBezTo>
                  <a:cubicBezTo>
                    <a:pt x="48648" y="68611"/>
                    <a:pt x="50242" y="59309"/>
                    <a:pt x="50242" y="46919"/>
                  </a:cubicBezTo>
                  <a:cubicBezTo>
                    <a:pt x="50242" y="34491"/>
                    <a:pt x="48648" y="25190"/>
                    <a:pt x="45460" y="19014"/>
                  </a:cubicBezTo>
                  <a:cubicBezTo>
                    <a:pt x="42312" y="12800"/>
                    <a:pt x="37571" y="9693"/>
                    <a:pt x="31235" y="9693"/>
                  </a:cubicBezTo>
                  <a:moveTo>
                    <a:pt x="31235" y="0"/>
                  </a:moveTo>
                  <a:cubicBezTo>
                    <a:pt x="41364" y="0"/>
                    <a:pt x="49092" y="4017"/>
                    <a:pt x="54419" y="12052"/>
                  </a:cubicBezTo>
                  <a:cubicBezTo>
                    <a:pt x="59786" y="20041"/>
                    <a:pt x="62470" y="31663"/>
                    <a:pt x="62470" y="46919"/>
                  </a:cubicBezTo>
                  <a:cubicBezTo>
                    <a:pt x="62470" y="62129"/>
                    <a:pt x="59786" y="73752"/>
                    <a:pt x="54419" y="81787"/>
                  </a:cubicBezTo>
                  <a:cubicBezTo>
                    <a:pt x="49092" y="89775"/>
                    <a:pt x="41364" y="93769"/>
                    <a:pt x="31235" y="93769"/>
                  </a:cubicBezTo>
                  <a:cubicBezTo>
                    <a:pt x="21106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9" name="Freeform 4598">
              <a:extLst>
                <a:ext uri="{FF2B5EF4-FFF2-40B4-BE49-F238E27FC236}">
                  <a16:creationId xmlns:a16="http://schemas.microsoft.com/office/drawing/2014/main" id="{998A87A1-D39A-E918-6AC8-12784480E044}"/>
                </a:ext>
              </a:extLst>
            </p:cNvPr>
            <p:cNvSpPr/>
            <p:nvPr/>
          </p:nvSpPr>
          <p:spPr>
            <a:xfrm>
              <a:off x="439440" y="4301930"/>
              <a:ext cx="12772" cy="15376"/>
            </a:xfrm>
            <a:custGeom>
              <a:avLst/>
              <a:gdLst>
                <a:gd name="csX0" fmla="*/ 0 w 12772"/>
                <a:gd name="csY0" fmla="*/ 0 h 15376"/>
                <a:gd name="csX1" fmla="*/ 12773 w 12772"/>
                <a:gd name="csY1" fmla="*/ 0 h 15376"/>
                <a:gd name="csX2" fmla="*/ 12773 w 12772"/>
                <a:gd name="csY2" fmla="*/ 15376 h 15376"/>
                <a:gd name="csX3" fmla="*/ 0 w 12772"/>
                <a:gd name="csY3" fmla="*/ 15376 h 15376"/>
                <a:gd name="csX4" fmla="*/ 0 w 12772"/>
                <a:gd name="csY4" fmla="*/ 0 h 15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6">
                  <a:moveTo>
                    <a:pt x="0" y="0"/>
                  </a:moveTo>
                  <a:lnTo>
                    <a:pt x="12773" y="0"/>
                  </a:lnTo>
                  <a:lnTo>
                    <a:pt x="12773" y="15376"/>
                  </a:lnTo>
                  <a:lnTo>
                    <a:pt x="0" y="15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0" name="Freeform 4599">
              <a:extLst>
                <a:ext uri="{FF2B5EF4-FFF2-40B4-BE49-F238E27FC236}">
                  <a16:creationId xmlns:a16="http://schemas.microsoft.com/office/drawing/2014/main" id="{4537C993-B0A1-5799-069A-642074CF3F5B}"/>
                </a:ext>
              </a:extLst>
            </p:cNvPr>
            <p:cNvSpPr/>
            <p:nvPr/>
          </p:nvSpPr>
          <p:spPr>
            <a:xfrm>
              <a:off x="473764" y="4225292"/>
              <a:ext cx="62469" cy="93769"/>
            </a:xfrm>
            <a:custGeom>
              <a:avLst/>
              <a:gdLst>
                <a:gd name="csX0" fmla="*/ 31234 w 62469"/>
                <a:gd name="csY0" fmla="*/ 9693 h 93769"/>
                <a:gd name="csX1" fmla="*/ 17009 w 62469"/>
                <a:gd name="csY1" fmla="*/ 19014 h 93769"/>
                <a:gd name="csX2" fmla="*/ 12287 w 62469"/>
                <a:gd name="csY2" fmla="*/ 46919 h 93769"/>
                <a:gd name="csX3" fmla="*/ 17009 w 62469"/>
                <a:gd name="csY3" fmla="*/ 74825 h 93769"/>
                <a:gd name="csX4" fmla="*/ 31234 w 62469"/>
                <a:gd name="csY4" fmla="*/ 84088 h 93769"/>
                <a:gd name="csX5" fmla="*/ 45460 w 62469"/>
                <a:gd name="csY5" fmla="*/ 74825 h 93769"/>
                <a:gd name="csX6" fmla="*/ 50241 w 62469"/>
                <a:gd name="csY6" fmla="*/ 46919 h 93769"/>
                <a:gd name="csX7" fmla="*/ 45460 w 62469"/>
                <a:gd name="csY7" fmla="*/ 19014 h 93769"/>
                <a:gd name="csX8" fmla="*/ 31234 w 62469"/>
                <a:gd name="csY8" fmla="*/ 9693 h 93769"/>
                <a:gd name="csX9" fmla="*/ 31234 w 62469"/>
                <a:gd name="csY9" fmla="*/ 0 h 93769"/>
                <a:gd name="csX10" fmla="*/ 54418 w 62469"/>
                <a:gd name="csY10" fmla="*/ 12052 h 93769"/>
                <a:gd name="csX11" fmla="*/ 62469 w 62469"/>
                <a:gd name="csY11" fmla="*/ 46919 h 93769"/>
                <a:gd name="csX12" fmla="*/ 54418 w 62469"/>
                <a:gd name="csY12" fmla="*/ 81787 h 93769"/>
                <a:gd name="csX13" fmla="*/ 31234 w 62469"/>
                <a:gd name="csY13" fmla="*/ 93769 h 93769"/>
                <a:gd name="csX14" fmla="*/ 7990 w 62469"/>
                <a:gd name="csY14" fmla="*/ 81787 h 93769"/>
                <a:gd name="csX15" fmla="*/ 0 w 62469"/>
                <a:gd name="csY15" fmla="*/ 46919 h 93769"/>
                <a:gd name="csX16" fmla="*/ 7990 w 62469"/>
                <a:gd name="csY16" fmla="*/ 12052 h 93769"/>
                <a:gd name="csX17" fmla="*/ 31234 w 62469"/>
                <a:gd name="csY17" fmla="*/ 0 h 937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9">
                  <a:moveTo>
                    <a:pt x="31234" y="9693"/>
                  </a:moveTo>
                  <a:cubicBezTo>
                    <a:pt x="24938" y="9693"/>
                    <a:pt x="20197" y="12800"/>
                    <a:pt x="17009" y="19014"/>
                  </a:cubicBezTo>
                  <a:cubicBezTo>
                    <a:pt x="13861" y="25190"/>
                    <a:pt x="12287" y="34491"/>
                    <a:pt x="12287" y="46919"/>
                  </a:cubicBezTo>
                  <a:cubicBezTo>
                    <a:pt x="12287" y="59309"/>
                    <a:pt x="13861" y="68611"/>
                    <a:pt x="17009" y="74825"/>
                  </a:cubicBezTo>
                  <a:cubicBezTo>
                    <a:pt x="20197" y="81000"/>
                    <a:pt x="24939" y="84088"/>
                    <a:pt x="31234" y="84088"/>
                  </a:cubicBezTo>
                  <a:cubicBezTo>
                    <a:pt x="37570" y="84088"/>
                    <a:pt x="42312" y="81000"/>
                    <a:pt x="45460" y="74825"/>
                  </a:cubicBezTo>
                  <a:cubicBezTo>
                    <a:pt x="48647" y="68611"/>
                    <a:pt x="50241" y="59309"/>
                    <a:pt x="50241" y="46919"/>
                  </a:cubicBezTo>
                  <a:cubicBezTo>
                    <a:pt x="50241" y="34491"/>
                    <a:pt x="48647" y="25190"/>
                    <a:pt x="45460" y="19014"/>
                  </a:cubicBezTo>
                  <a:cubicBezTo>
                    <a:pt x="42312" y="12800"/>
                    <a:pt x="37570" y="9693"/>
                    <a:pt x="31234" y="9693"/>
                  </a:cubicBezTo>
                  <a:moveTo>
                    <a:pt x="31234" y="0"/>
                  </a:moveTo>
                  <a:cubicBezTo>
                    <a:pt x="41363" y="0"/>
                    <a:pt x="49091" y="4017"/>
                    <a:pt x="54418" y="12052"/>
                  </a:cubicBezTo>
                  <a:cubicBezTo>
                    <a:pt x="59785" y="20041"/>
                    <a:pt x="62469" y="31663"/>
                    <a:pt x="62469" y="46919"/>
                  </a:cubicBezTo>
                  <a:cubicBezTo>
                    <a:pt x="62469" y="62129"/>
                    <a:pt x="59785" y="73752"/>
                    <a:pt x="54418" y="81787"/>
                  </a:cubicBezTo>
                  <a:cubicBezTo>
                    <a:pt x="49091" y="89775"/>
                    <a:pt x="41363" y="93769"/>
                    <a:pt x="31234" y="93769"/>
                  </a:cubicBezTo>
                  <a:cubicBezTo>
                    <a:pt x="21105" y="93769"/>
                    <a:pt x="13358" y="89775"/>
                    <a:pt x="7990" y="81787"/>
                  </a:cubicBezTo>
                  <a:cubicBezTo>
                    <a:pt x="2663" y="73752"/>
                    <a:pt x="0" y="62129"/>
                    <a:pt x="0" y="46919"/>
                  </a:cubicBezTo>
                  <a:cubicBezTo>
                    <a:pt x="0" y="31663"/>
                    <a:pt x="2663" y="20041"/>
                    <a:pt x="7990" y="12052"/>
                  </a:cubicBezTo>
                  <a:cubicBezTo>
                    <a:pt x="13358" y="4017"/>
                    <a:pt x="21105" y="0"/>
                    <a:pt x="31234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1" name="Freeform 4600">
              <a:extLst>
                <a:ext uri="{FF2B5EF4-FFF2-40B4-BE49-F238E27FC236}">
                  <a16:creationId xmlns:a16="http://schemas.microsoft.com/office/drawing/2014/main" id="{19E7201B-61D2-7D52-3B41-E6CD8A5A0CB3}"/>
                </a:ext>
              </a:extLst>
            </p:cNvPr>
            <p:cNvSpPr/>
            <p:nvPr/>
          </p:nvSpPr>
          <p:spPr>
            <a:xfrm>
              <a:off x="558085" y="4226931"/>
              <a:ext cx="53813" cy="90375"/>
            </a:xfrm>
            <a:custGeom>
              <a:avLst/>
              <a:gdLst>
                <a:gd name="csX0" fmla="*/ 1756 w 53813"/>
                <a:gd name="csY0" fmla="*/ 80090 h 90375"/>
                <a:gd name="csX1" fmla="*/ 21732 w 53813"/>
                <a:gd name="csY1" fmla="*/ 80090 h 90375"/>
                <a:gd name="csX2" fmla="*/ 21732 w 53813"/>
                <a:gd name="csY2" fmla="*/ 11134 h 90375"/>
                <a:gd name="csX3" fmla="*/ 0 w 53813"/>
                <a:gd name="csY3" fmla="*/ 15493 h 90375"/>
                <a:gd name="csX4" fmla="*/ 0 w 53813"/>
                <a:gd name="csY4" fmla="*/ 4358 h 90375"/>
                <a:gd name="csX5" fmla="*/ 21611 w 53813"/>
                <a:gd name="csY5" fmla="*/ 0 h 90375"/>
                <a:gd name="csX6" fmla="*/ 33839 w 53813"/>
                <a:gd name="csY6" fmla="*/ 0 h 90375"/>
                <a:gd name="csX7" fmla="*/ 33839 w 53813"/>
                <a:gd name="csY7" fmla="*/ 80090 h 90375"/>
                <a:gd name="csX8" fmla="*/ 53814 w 53813"/>
                <a:gd name="csY8" fmla="*/ 80090 h 90375"/>
                <a:gd name="csX9" fmla="*/ 53814 w 53813"/>
                <a:gd name="csY9" fmla="*/ 90376 h 90375"/>
                <a:gd name="csX10" fmla="*/ 1756 w 53813"/>
                <a:gd name="csY10" fmla="*/ 90376 h 90375"/>
                <a:gd name="csX11" fmla="*/ 1756 w 53813"/>
                <a:gd name="csY11" fmla="*/ 8009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3813" h="90375">
                  <a:moveTo>
                    <a:pt x="1756" y="80090"/>
                  </a:moveTo>
                  <a:lnTo>
                    <a:pt x="21732" y="80090"/>
                  </a:lnTo>
                  <a:lnTo>
                    <a:pt x="21732" y="11134"/>
                  </a:lnTo>
                  <a:lnTo>
                    <a:pt x="0" y="15493"/>
                  </a:lnTo>
                  <a:lnTo>
                    <a:pt x="0" y="4358"/>
                  </a:lnTo>
                  <a:lnTo>
                    <a:pt x="21611" y="0"/>
                  </a:lnTo>
                  <a:lnTo>
                    <a:pt x="33839" y="0"/>
                  </a:lnTo>
                  <a:lnTo>
                    <a:pt x="33839" y="80090"/>
                  </a:lnTo>
                  <a:lnTo>
                    <a:pt x="53814" y="80090"/>
                  </a:lnTo>
                  <a:lnTo>
                    <a:pt x="53814" y="90376"/>
                  </a:lnTo>
                  <a:lnTo>
                    <a:pt x="1756" y="90376"/>
                  </a:lnTo>
                  <a:lnTo>
                    <a:pt x="1756" y="8009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2" name="Freeform 4601">
              <a:extLst>
                <a:ext uri="{FF2B5EF4-FFF2-40B4-BE49-F238E27FC236}">
                  <a16:creationId xmlns:a16="http://schemas.microsoft.com/office/drawing/2014/main" id="{88996811-E0E1-FCCA-E058-003F0BAAB7D0}"/>
                </a:ext>
              </a:extLst>
            </p:cNvPr>
            <p:cNvSpPr/>
            <p:nvPr/>
          </p:nvSpPr>
          <p:spPr>
            <a:xfrm>
              <a:off x="356450" y="3932423"/>
              <a:ext cx="62469" cy="93764"/>
            </a:xfrm>
            <a:custGeom>
              <a:avLst/>
              <a:gdLst>
                <a:gd name="csX0" fmla="*/ 31235 w 62469"/>
                <a:gd name="csY0" fmla="*/ 9685 h 93764"/>
                <a:gd name="csX1" fmla="*/ 17010 w 62469"/>
                <a:gd name="csY1" fmla="*/ 19007 h 93764"/>
                <a:gd name="csX2" fmla="*/ 12288 w 62469"/>
                <a:gd name="csY2" fmla="*/ 46912 h 93764"/>
                <a:gd name="csX3" fmla="*/ 17010 w 62469"/>
                <a:gd name="csY3" fmla="*/ 74818 h 93764"/>
                <a:gd name="csX4" fmla="*/ 31235 w 62469"/>
                <a:gd name="csY4" fmla="*/ 84080 h 93764"/>
                <a:gd name="csX5" fmla="*/ 45460 w 62469"/>
                <a:gd name="csY5" fmla="*/ 74818 h 93764"/>
                <a:gd name="csX6" fmla="*/ 50242 w 62469"/>
                <a:gd name="csY6" fmla="*/ 46912 h 93764"/>
                <a:gd name="csX7" fmla="*/ 45460 w 62469"/>
                <a:gd name="csY7" fmla="*/ 19007 h 93764"/>
                <a:gd name="csX8" fmla="*/ 31235 w 62469"/>
                <a:gd name="csY8" fmla="*/ 9685 h 93764"/>
                <a:gd name="csX9" fmla="*/ 31235 w 62469"/>
                <a:gd name="csY9" fmla="*/ 0 h 93764"/>
                <a:gd name="csX10" fmla="*/ 54419 w 62469"/>
                <a:gd name="csY10" fmla="*/ 12045 h 93764"/>
                <a:gd name="csX11" fmla="*/ 62470 w 62469"/>
                <a:gd name="csY11" fmla="*/ 46912 h 93764"/>
                <a:gd name="csX12" fmla="*/ 54419 w 62469"/>
                <a:gd name="csY12" fmla="*/ 81780 h 93764"/>
                <a:gd name="csX13" fmla="*/ 31235 w 62469"/>
                <a:gd name="csY13" fmla="*/ 93765 h 93764"/>
                <a:gd name="csX14" fmla="*/ 7990 w 62469"/>
                <a:gd name="csY14" fmla="*/ 81780 h 93764"/>
                <a:gd name="csX15" fmla="*/ 0 w 62469"/>
                <a:gd name="csY15" fmla="*/ 46912 h 93764"/>
                <a:gd name="csX16" fmla="*/ 7990 w 62469"/>
                <a:gd name="csY16" fmla="*/ 12045 h 93764"/>
                <a:gd name="csX17" fmla="*/ 31235 w 62469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4">
                  <a:moveTo>
                    <a:pt x="31235" y="9685"/>
                  </a:moveTo>
                  <a:cubicBezTo>
                    <a:pt x="24940" y="9685"/>
                    <a:pt x="20198" y="12792"/>
                    <a:pt x="17010" y="19007"/>
                  </a:cubicBezTo>
                  <a:cubicBezTo>
                    <a:pt x="13862" y="25181"/>
                    <a:pt x="12288" y="34483"/>
                    <a:pt x="12288" y="46912"/>
                  </a:cubicBezTo>
                  <a:cubicBezTo>
                    <a:pt x="12288" y="59301"/>
                    <a:pt x="13862" y="68603"/>
                    <a:pt x="17010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2" y="80992"/>
                    <a:pt x="45460" y="74818"/>
                  </a:cubicBezTo>
                  <a:cubicBezTo>
                    <a:pt x="48648" y="68603"/>
                    <a:pt x="50242" y="59301"/>
                    <a:pt x="50242" y="46912"/>
                  </a:cubicBezTo>
                  <a:cubicBezTo>
                    <a:pt x="50242" y="34483"/>
                    <a:pt x="48648" y="25181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5"/>
                  </a:cubicBezTo>
                  <a:cubicBezTo>
                    <a:pt x="59786" y="20036"/>
                    <a:pt x="62470" y="31659"/>
                    <a:pt x="62470" y="46912"/>
                  </a:cubicBezTo>
                  <a:cubicBezTo>
                    <a:pt x="62470" y="62126"/>
                    <a:pt x="59786" y="73749"/>
                    <a:pt x="54419" y="81780"/>
                  </a:cubicBezTo>
                  <a:cubicBezTo>
                    <a:pt x="49092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2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3" name="Freeform 4602">
              <a:extLst>
                <a:ext uri="{FF2B5EF4-FFF2-40B4-BE49-F238E27FC236}">
                  <a16:creationId xmlns:a16="http://schemas.microsoft.com/office/drawing/2014/main" id="{BA476536-7352-7BC8-C819-9C3F72EA804F}"/>
                </a:ext>
              </a:extLst>
            </p:cNvPr>
            <p:cNvSpPr/>
            <p:nvPr/>
          </p:nvSpPr>
          <p:spPr>
            <a:xfrm>
              <a:off x="440410" y="4009057"/>
              <a:ext cx="12771" cy="15375"/>
            </a:xfrm>
            <a:custGeom>
              <a:avLst/>
              <a:gdLst>
                <a:gd name="csX0" fmla="*/ 0 w 12771"/>
                <a:gd name="csY0" fmla="*/ 0 h 15375"/>
                <a:gd name="csX1" fmla="*/ 12772 w 12771"/>
                <a:gd name="csY1" fmla="*/ 0 h 15375"/>
                <a:gd name="csX2" fmla="*/ 12772 w 12771"/>
                <a:gd name="csY2" fmla="*/ 15375 h 15375"/>
                <a:gd name="csX3" fmla="*/ 0 w 12771"/>
                <a:gd name="csY3" fmla="*/ 15375 h 15375"/>
                <a:gd name="csX4" fmla="*/ 0 w 12771"/>
                <a:gd name="csY4" fmla="*/ 0 h 15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1" h="15375">
                  <a:moveTo>
                    <a:pt x="0" y="0"/>
                  </a:moveTo>
                  <a:lnTo>
                    <a:pt x="12772" y="0"/>
                  </a:lnTo>
                  <a:lnTo>
                    <a:pt x="12772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4" name="Freeform 4603">
              <a:extLst>
                <a:ext uri="{FF2B5EF4-FFF2-40B4-BE49-F238E27FC236}">
                  <a16:creationId xmlns:a16="http://schemas.microsoft.com/office/drawing/2014/main" id="{4823302B-CE26-6F53-111F-F5094B36B5FB}"/>
                </a:ext>
              </a:extLst>
            </p:cNvPr>
            <p:cNvSpPr/>
            <p:nvPr/>
          </p:nvSpPr>
          <p:spPr>
            <a:xfrm>
              <a:off x="474732" y="3932423"/>
              <a:ext cx="62470" cy="93764"/>
            </a:xfrm>
            <a:custGeom>
              <a:avLst/>
              <a:gdLst>
                <a:gd name="csX0" fmla="*/ 31235 w 62470"/>
                <a:gd name="csY0" fmla="*/ 9685 h 93764"/>
                <a:gd name="csX1" fmla="*/ 17009 w 62470"/>
                <a:gd name="csY1" fmla="*/ 19007 h 93764"/>
                <a:gd name="csX2" fmla="*/ 12288 w 62470"/>
                <a:gd name="csY2" fmla="*/ 46912 h 93764"/>
                <a:gd name="csX3" fmla="*/ 17009 w 62470"/>
                <a:gd name="csY3" fmla="*/ 74818 h 93764"/>
                <a:gd name="csX4" fmla="*/ 31235 w 62470"/>
                <a:gd name="csY4" fmla="*/ 84080 h 93764"/>
                <a:gd name="csX5" fmla="*/ 45460 w 62470"/>
                <a:gd name="csY5" fmla="*/ 74818 h 93764"/>
                <a:gd name="csX6" fmla="*/ 50242 w 62470"/>
                <a:gd name="csY6" fmla="*/ 46912 h 93764"/>
                <a:gd name="csX7" fmla="*/ 45460 w 62470"/>
                <a:gd name="csY7" fmla="*/ 19007 h 93764"/>
                <a:gd name="csX8" fmla="*/ 31235 w 62470"/>
                <a:gd name="csY8" fmla="*/ 9685 h 93764"/>
                <a:gd name="csX9" fmla="*/ 31235 w 62470"/>
                <a:gd name="csY9" fmla="*/ 0 h 93764"/>
                <a:gd name="csX10" fmla="*/ 54419 w 62470"/>
                <a:gd name="csY10" fmla="*/ 12045 h 93764"/>
                <a:gd name="csX11" fmla="*/ 62470 w 62470"/>
                <a:gd name="csY11" fmla="*/ 46912 h 93764"/>
                <a:gd name="csX12" fmla="*/ 54419 w 62470"/>
                <a:gd name="csY12" fmla="*/ 81780 h 93764"/>
                <a:gd name="csX13" fmla="*/ 31235 w 62470"/>
                <a:gd name="csY13" fmla="*/ 93765 h 93764"/>
                <a:gd name="csX14" fmla="*/ 7990 w 62470"/>
                <a:gd name="csY14" fmla="*/ 81780 h 93764"/>
                <a:gd name="csX15" fmla="*/ 0 w 62470"/>
                <a:gd name="csY15" fmla="*/ 46912 h 93764"/>
                <a:gd name="csX16" fmla="*/ 7990 w 62470"/>
                <a:gd name="csY16" fmla="*/ 12045 h 93764"/>
                <a:gd name="csX17" fmla="*/ 31235 w 62470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4">
                  <a:moveTo>
                    <a:pt x="31235" y="9685"/>
                  </a:moveTo>
                  <a:cubicBezTo>
                    <a:pt x="24940" y="9685"/>
                    <a:pt x="20198" y="12792"/>
                    <a:pt x="17009" y="19007"/>
                  </a:cubicBezTo>
                  <a:cubicBezTo>
                    <a:pt x="13862" y="25181"/>
                    <a:pt x="12288" y="34483"/>
                    <a:pt x="12288" y="46912"/>
                  </a:cubicBezTo>
                  <a:cubicBezTo>
                    <a:pt x="12288" y="59301"/>
                    <a:pt x="13862" y="68603"/>
                    <a:pt x="17009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2" y="80992"/>
                    <a:pt x="45460" y="74818"/>
                  </a:cubicBezTo>
                  <a:cubicBezTo>
                    <a:pt x="48648" y="68603"/>
                    <a:pt x="50242" y="59301"/>
                    <a:pt x="50242" y="46912"/>
                  </a:cubicBezTo>
                  <a:cubicBezTo>
                    <a:pt x="50242" y="34483"/>
                    <a:pt x="48648" y="25181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3" y="4015"/>
                    <a:pt x="54419" y="12045"/>
                  </a:cubicBezTo>
                  <a:cubicBezTo>
                    <a:pt x="59787" y="20036"/>
                    <a:pt x="62470" y="31659"/>
                    <a:pt x="62470" y="46912"/>
                  </a:cubicBezTo>
                  <a:cubicBezTo>
                    <a:pt x="62470" y="62126"/>
                    <a:pt x="59787" y="73749"/>
                    <a:pt x="54419" y="81780"/>
                  </a:cubicBezTo>
                  <a:cubicBezTo>
                    <a:pt x="49093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2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5" name="Freeform 4604">
              <a:extLst>
                <a:ext uri="{FF2B5EF4-FFF2-40B4-BE49-F238E27FC236}">
                  <a16:creationId xmlns:a16="http://schemas.microsoft.com/office/drawing/2014/main" id="{08E11B95-92FD-F0B2-0F83-F15FE724DD45}"/>
                </a:ext>
              </a:extLst>
            </p:cNvPr>
            <p:cNvSpPr/>
            <p:nvPr/>
          </p:nvSpPr>
          <p:spPr>
            <a:xfrm>
              <a:off x="554513" y="3932423"/>
              <a:ext cx="57385" cy="92009"/>
            </a:xfrm>
            <a:custGeom>
              <a:avLst/>
              <a:gdLst>
                <a:gd name="csX0" fmla="*/ 14710 w 57385"/>
                <a:gd name="csY0" fmla="*/ 81719 h 92009"/>
                <a:gd name="csX1" fmla="*/ 57385 w 57385"/>
                <a:gd name="csY1" fmla="*/ 81719 h 92009"/>
                <a:gd name="csX2" fmla="*/ 57385 w 57385"/>
                <a:gd name="csY2" fmla="*/ 92010 h 92009"/>
                <a:gd name="csX3" fmla="*/ 0 w 57385"/>
                <a:gd name="csY3" fmla="*/ 92010 h 92009"/>
                <a:gd name="csX4" fmla="*/ 0 w 57385"/>
                <a:gd name="csY4" fmla="*/ 81719 h 92009"/>
                <a:gd name="csX5" fmla="*/ 18947 w 57385"/>
                <a:gd name="csY5" fmla="*/ 62409 h 92009"/>
                <a:gd name="csX6" fmla="*/ 34080 w 57385"/>
                <a:gd name="csY6" fmla="*/ 46731 h 92009"/>
                <a:gd name="csX7" fmla="*/ 42252 w 57385"/>
                <a:gd name="csY7" fmla="*/ 35592 h 92009"/>
                <a:gd name="csX8" fmla="*/ 44614 w 57385"/>
                <a:gd name="csY8" fmla="*/ 26573 h 92009"/>
                <a:gd name="csX9" fmla="*/ 39529 w 57385"/>
                <a:gd name="csY9" fmla="*/ 14830 h 92009"/>
                <a:gd name="csX10" fmla="*/ 26393 w 57385"/>
                <a:gd name="csY10" fmla="*/ 10290 h 92009"/>
                <a:gd name="csX11" fmla="*/ 14226 w 57385"/>
                <a:gd name="csY11" fmla="*/ 12287 h 92009"/>
                <a:gd name="csX12" fmla="*/ 606 w 57385"/>
                <a:gd name="csY12" fmla="*/ 18341 h 92009"/>
                <a:gd name="csX13" fmla="*/ 606 w 57385"/>
                <a:gd name="csY13" fmla="*/ 5993 h 92009"/>
                <a:gd name="csX14" fmla="*/ 14407 w 57385"/>
                <a:gd name="csY14" fmla="*/ 1513 h 92009"/>
                <a:gd name="csX15" fmla="*/ 26150 w 57385"/>
                <a:gd name="csY15" fmla="*/ 0 h 92009"/>
                <a:gd name="csX16" fmla="*/ 48548 w 57385"/>
                <a:gd name="csY16" fmla="*/ 7021 h 92009"/>
                <a:gd name="csX17" fmla="*/ 56901 w 57385"/>
                <a:gd name="csY17" fmla="*/ 25786 h 92009"/>
                <a:gd name="csX18" fmla="*/ 54783 w 57385"/>
                <a:gd name="csY18" fmla="*/ 36380 h 92009"/>
                <a:gd name="csX19" fmla="*/ 47216 w 57385"/>
                <a:gd name="csY19" fmla="*/ 48124 h 92009"/>
                <a:gd name="csX20" fmla="*/ 37591 w 57385"/>
                <a:gd name="csY20" fmla="*/ 58293 h 92009"/>
                <a:gd name="csX21" fmla="*/ 14710 w 57385"/>
                <a:gd name="csY21" fmla="*/ 81719 h 92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7385" h="92009">
                  <a:moveTo>
                    <a:pt x="14710" y="81719"/>
                  </a:moveTo>
                  <a:lnTo>
                    <a:pt x="57385" y="81719"/>
                  </a:lnTo>
                  <a:lnTo>
                    <a:pt x="57385" y="92010"/>
                  </a:lnTo>
                  <a:lnTo>
                    <a:pt x="0" y="92010"/>
                  </a:lnTo>
                  <a:lnTo>
                    <a:pt x="0" y="81719"/>
                  </a:lnTo>
                  <a:cubicBezTo>
                    <a:pt x="4641" y="76917"/>
                    <a:pt x="10957" y="70480"/>
                    <a:pt x="18947" y="62409"/>
                  </a:cubicBezTo>
                  <a:cubicBezTo>
                    <a:pt x="26978" y="54298"/>
                    <a:pt x="32022" y="49072"/>
                    <a:pt x="34080" y="46731"/>
                  </a:cubicBezTo>
                  <a:cubicBezTo>
                    <a:pt x="37995" y="42333"/>
                    <a:pt x="40719" y="38620"/>
                    <a:pt x="42252" y="35592"/>
                  </a:cubicBezTo>
                  <a:cubicBezTo>
                    <a:pt x="43826" y="32526"/>
                    <a:pt x="44614" y="29519"/>
                    <a:pt x="44614" y="26573"/>
                  </a:cubicBezTo>
                  <a:cubicBezTo>
                    <a:pt x="44614" y="21771"/>
                    <a:pt x="42919" y="17857"/>
                    <a:pt x="39529" y="14830"/>
                  </a:cubicBezTo>
                  <a:cubicBezTo>
                    <a:pt x="36179" y="11804"/>
                    <a:pt x="31801" y="10290"/>
                    <a:pt x="26393" y="10290"/>
                  </a:cubicBezTo>
                  <a:cubicBezTo>
                    <a:pt x="22559" y="10290"/>
                    <a:pt x="18504" y="10956"/>
                    <a:pt x="14226" y="12287"/>
                  </a:cubicBezTo>
                  <a:cubicBezTo>
                    <a:pt x="9988" y="13619"/>
                    <a:pt x="5448" y="15637"/>
                    <a:pt x="606" y="18341"/>
                  </a:cubicBezTo>
                  <a:lnTo>
                    <a:pt x="606" y="5993"/>
                  </a:lnTo>
                  <a:cubicBezTo>
                    <a:pt x="5529" y="4015"/>
                    <a:pt x="10129" y="2522"/>
                    <a:pt x="14407" y="1513"/>
                  </a:cubicBezTo>
                  <a:cubicBezTo>
                    <a:pt x="18685" y="504"/>
                    <a:pt x="22599" y="0"/>
                    <a:pt x="26150" y="0"/>
                  </a:cubicBezTo>
                  <a:cubicBezTo>
                    <a:pt x="35513" y="0"/>
                    <a:pt x="42979" y="2340"/>
                    <a:pt x="48548" y="7021"/>
                  </a:cubicBezTo>
                  <a:cubicBezTo>
                    <a:pt x="54116" y="11703"/>
                    <a:pt x="56901" y="17958"/>
                    <a:pt x="56901" y="25786"/>
                  </a:cubicBezTo>
                  <a:cubicBezTo>
                    <a:pt x="56901" y="29499"/>
                    <a:pt x="56195" y="33031"/>
                    <a:pt x="54783" y="36380"/>
                  </a:cubicBezTo>
                  <a:cubicBezTo>
                    <a:pt x="53411" y="39689"/>
                    <a:pt x="50889" y="43603"/>
                    <a:pt x="47216" y="48124"/>
                  </a:cubicBezTo>
                  <a:cubicBezTo>
                    <a:pt x="46207" y="49294"/>
                    <a:pt x="42999" y="52683"/>
                    <a:pt x="37591" y="58293"/>
                  </a:cubicBezTo>
                  <a:cubicBezTo>
                    <a:pt x="32184" y="63862"/>
                    <a:pt x="24557" y="71670"/>
                    <a:pt x="14710" y="81719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6" name="Freeform 4605">
              <a:extLst>
                <a:ext uri="{FF2B5EF4-FFF2-40B4-BE49-F238E27FC236}">
                  <a16:creationId xmlns:a16="http://schemas.microsoft.com/office/drawing/2014/main" id="{D3E2493A-8E99-137B-A4BA-C464796E7FA3}"/>
                </a:ext>
              </a:extLst>
            </p:cNvPr>
            <p:cNvSpPr/>
            <p:nvPr/>
          </p:nvSpPr>
          <p:spPr>
            <a:xfrm>
              <a:off x="353969" y="3639548"/>
              <a:ext cx="62470" cy="93765"/>
            </a:xfrm>
            <a:custGeom>
              <a:avLst/>
              <a:gdLst>
                <a:gd name="csX0" fmla="*/ 31235 w 62470"/>
                <a:gd name="csY0" fmla="*/ 9685 h 93765"/>
                <a:gd name="csX1" fmla="*/ 17010 w 62470"/>
                <a:gd name="csY1" fmla="*/ 19007 h 93765"/>
                <a:gd name="csX2" fmla="*/ 12288 w 62470"/>
                <a:gd name="csY2" fmla="*/ 46913 h 93765"/>
                <a:gd name="csX3" fmla="*/ 17010 w 62470"/>
                <a:gd name="csY3" fmla="*/ 74819 h 93765"/>
                <a:gd name="csX4" fmla="*/ 31235 w 62470"/>
                <a:gd name="csY4" fmla="*/ 84080 h 93765"/>
                <a:gd name="csX5" fmla="*/ 45460 w 62470"/>
                <a:gd name="csY5" fmla="*/ 74819 h 93765"/>
                <a:gd name="csX6" fmla="*/ 50242 w 62470"/>
                <a:gd name="csY6" fmla="*/ 46913 h 93765"/>
                <a:gd name="csX7" fmla="*/ 45460 w 62470"/>
                <a:gd name="csY7" fmla="*/ 19007 h 93765"/>
                <a:gd name="csX8" fmla="*/ 31235 w 62470"/>
                <a:gd name="csY8" fmla="*/ 9685 h 93765"/>
                <a:gd name="csX9" fmla="*/ 31235 w 62470"/>
                <a:gd name="csY9" fmla="*/ 0 h 93765"/>
                <a:gd name="csX10" fmla="*/ 54419 w 62470"/>
                <a:gd name="csY10" fmla="*/ 12047 h 93765"/>
                <a:gd name="csX11" fmla="*/ 62470 w 62470"/>
                <a:gd name="csY11" fmla="*/ 46913 h 93765"/>
                <a:gd name="csX12" fmla="*/ 54419 w 62470"/>
                <a:gd name="csY12" fmla="*/ 81780 h 93765"/>
                <a:gd name="csX13" fmla="*/ 31235 w 62470"/>
                <a:gd name="csY13" fmla="*/ 93766 h 93765"/>
                <a:gd name="csX14" fmla="*/ 7990 w 62470"/>
                <a:gd name="csY14" fmla="*/ 81780 h 93765"/>
                <a:gd name="csX15" fmla="*/ 0 w 62470"/>
                <a:gd name="csY15" fmla="*/ 46913 h 93765"/>
                <a:gd name="csX16" fmla="*/ 7990 w 62470"/>
                <a:gd name="csY16" fmla="*/ 12047 h 93765"/>
                <a:gd name="csX17" fmla="*/ 31235 w 62470"/>
                <a:gd name="csY17" fmla="*/ 0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5">
                  <a:moveTo>
                    <a:pt x="31235" y="9685"/>
                  </a:moveTo>
                  <a:cubicBezTo>
                    <a:pt x="24940" y="9685"/>
                    <a:pt x="20198" y="12792"/>
                    <a:pt x="17010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10" y="74819"/>
                  </a:cubicBezTo>
                  <a:cubicBezTo>
                    <a:pt x="20198" y="80993"/>
                    <a:pt x="24940" y="84080"/>
                    <a:pt x="31235" y="84080"/>
                  </a:cubicBezTo>
                  <a:cubicBezTo>
                    <a:pt x="37571" y="84080"/>
                    <a:pt x="42312" y="80993"/>
                    <a:pt x="45460" y="74819"/>
                  </a:cubicBezTo>
                  <a:cubicBezTo>
                    <a:pt x="48648" y="68604"/>
                    <a:pt x="50242" y="59302"/>
                    <a:pt x="50242" y="46913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7"/>
                  </a:cubicBezTo>
                  <a:cubicBezTo>
                    <a:pt x="59786" y="20037"/>
                    <a:pt x="62470" y="31659"/>
                    <a:pt x="62470" y="46913"/>
                  </a:cubicBezTo>
                  <a:cubicBezTo>
                    <a:pt x="62470" y="62127"/>
                    <a:pt x="59786" y="73749"/>
                    <a:pt x="54419" y="81780"/>
                  </a:cubicBezTo>
                  <a:cubicBezTo>
                    <a:pt x="49092" y="89770"/>
                    <a:pt x="41364" y="93766"/>
                    <a:pt x="31235" y="93766"/>
                  </a:cubicBezTo>
                  <a:cubicBezTo>
                    <a:pt x="21106" y="93766"/>
                    <a:pt x="13358" y="89770"/>
                    <a:pt x="7990" y="81780"/>
                  </a:cubicBezTo>
                  <a:cubicBezTo>
                    <a:pt x="2663" y="73749"/>
                    <a:pt x="0" y="62127"/>
                    <a:pt x="0" y="46913"/>
                  </a:cubicBezTo>
                  <a:cubicBezTo>
                    <a:pt x="0" y="31659"/>
                    <a:pt x="2663" y="20037"/>
                    <a:pt x="7990" y="12047"/>
                  </a:cubicBezTo>
                  <a:cubicBezTo>
                    <a:pt x="13358" y="4016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7" name="Freeform 4606">
              <a:extLst>
                <a:ext uri="{FF2B5EF4-FFF2-40B4-BE49-F238E27FC236}">
                  <a16:creationId xmlns:a16="http://schemas.microsoft.com/office/drawing/2014/main" id="{615F8AFA-6D0C-0289-079B-DBC91670FBCC}"/>
                </a:ext>
              </a:extLst>
            </p:cNvPr>
            <p:cNvSpPr/>
            <p:nvPr/>
          </p:nvSpPr>
          <p:spPr>
            <a:xfrm>
              <a:off x="437927" y="3716183"/>
              <a:ext cx="12772" cy="15375"/>
            </a:xfrm>
            <a:custGeom>
              <a:avLst/>
              <a:gdLst>
                <a:gd name="csX0" fmla="*/ 0 w 12772"/>
                <a:gd name="csY0" fmla="*/ 0 h 15375"/>
                <a:gd name="csX1" fmla="*/ 12773 w 12772"/>
                <a:gd name="csY1" fmla="*/ 0 h 15375"/>
                <a:gd name="csX2" fmla="*/ 12773 w 12772"/>
                <a:gd name="csY2" fmla="*/ 15375 h 15375"/>
                <a:gd name="csX3" fmla="*/ 0 w 12772"/>
                <a:gd name="csY3" fmla="*/ 15375 h 15375"/>
                <a:gd name="csX4" fmla="*/ 0 w 12772"/>
                <a:gd name="csY4" fmla="*/ 0 h 15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5">
                  <a:moveTo>
                    <a:pt x="0" y="0"/>
                  </a:moveTo>
                  <a:lnTo>
                    <a:pt x="12773" y="0"/>
                  </a:lnTo>
                  <a:lnTo>
                    <a:pt x="12773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95" name="Freeform 4294">
              <a:extLst>
                <a:ext uri="{FF2B5EF4-FFF2-40B4-BE49-F238E27FC236}">
                  <a16:creationId xmlns:a16="http://schemas.microsoft.com/office/drawing/2014/main" id="{7E327C28-A8FF-2EBF-582E-78C09C4D6F29}"/>
                </a:ext>
              </a:extLst>
            </p:cNvPr>
            <p:cNvSpPr/>
            <p:nvPr/>
          </p:nvSpPr>
          <p:spPr>
            <a:xfrm>
              <a:off x="472249" y="3639548"/>
              <a:ext cx="62470" cy="93765"/>
            </a:xfrm>
            <a:custGeom>
              <a:avLst/>
              <a:gdLst>
                <a:gd name="csX0" fmla="*/ 31235 w 62470"/>
                <a:gd name="csY0" fmla="*/ 9685 h 93765"/>
                <a:gd name="csX1" fmla="*/ 17011 w 62470"/>
                <a:gd name="csY1" fmla="*/ 19007 h 93765"/>
                <a:gd name="csX2" fmla="*/ 12288 w 62470"/>
                <a:gd name="csY2" fmla="*/ 46913 h 93765"/>
                <a:gd name="csX3" fmla="*/ 17011 w 62470"/>
                <a:gd name="csY3" fmla="*/ 74819 h 93765"/>
                <a:gd name="csX4" fmla="*/ 31235 w 62470"/>
                <a:gd name="csY4" fmla="*/ 84080 h 93765"/>
                <a:gd name="csX5" fmla="*/ 45461 w 62470"/>
                <a:gd name="csY5" fmla="*/ 74819 h 93765"/>
                <a:gd name="csX6" fmla="*/ 50242 w 62470"/>
                <a:gd name="csY6" fmla="*/ 46913 h 93765"/>
                <a:gd name="csX7" fmla="*/ 45461 w 62470"/>
                <a:gd name="csY7" fmla="*/ 19007 h 93765"/>
                <a:gd name="csX8" fmla="*/ 31235 w 62470"/>
                <a:gd name="csY8" fmla="*/ 9685 h 93765"/>
                <a:gd name="csX9" fmla="*/ 31235 w 62470"/>
                <a:gd name="csY9" fmla="*/ 0 h 93765"/>
                <a:gd name="csX10" fmla="*/ 54419 w 62470"/>
                <a:gd name="csY10" fmla="*/ 12047 h 93765"/>
                <a:gd name="csX11" fmla="*/ 62470 w 62470"/>
                <a:gd name="csY11" fmla="*/ 46913 h 93765"/>
                <a:gd name="csX12" fmla="*/ 54419 w 62470"/>
                <a:gd name="csY12" fmla="*/ 81780 h 93765"/>
                <a:gd name="csX13" fmla="*/ 31235 w 62470"/>
                <a:gd name="csY13" fmla="*/ 93766 h 93765"/>
                <a:gd name="csX14" fmla="*/ 7990 w 62470"/>
                <a:gd name="csY14" fmla="*/ 81780 h 93765"/>
                <a:gd name="csX15" fmla="*/ 0 w 62470"/>
                <a:gd name="csY15" fmla="*/ 46913 h 93765"/>
                <a:gd name="csX16" fmla="*/ 7990 w 62470"/>
                <a:gd name="csY16" fmla="*/ 12047 h 93765"/>
                <a:gd name="csX17" fmla="*/ 31235 w 62470"/>
                <a:gd name="csY17" fmla="*/ 0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5">
                  <a:moveTo>
                    <a:pt x="31235" y="9685"/>
                  </a:moveTo>
                  <a:cubicBezTo>
                    <a:pt x="24940" y="9685"/>
                    <a:pt x="20198" y="12792"/>
                    <a:pt x="17011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11" y="74819"/>
                  </a:cubicBezTo>
                  <a:cubicBezTo>
                    <a:pt x="20198" y="80993"/>
                    <a:pt x="24940" y="84080"/>
                    <a:pt x="31235" y="84080"/>
                  </a:cubicBezTo>
                  <a:cubicBezTo>
                    <a:pt x="37571" y="84080"/>
                    <a:pt x="42313" y="80993"/>
                    <a:pt x="45461" y="74819"/>
                  </a:cubicBezTo>
                  <a:cubicBezTo>
                    <a:pt x="48649" y="68604"/>
                    <a:pt x="50242" y="59302"/>
                    <a:pt x="50242" y="46913"/>
                  </a:cubicBezTo>
                  <a:cubicBezTo>
                    <a:pt x="50242" y="34484"/>
                    <a:pt x="48649" y="25182"/>
                    <a:pt x="45461" y="19007"/>
                  </a:cubicBezTo>
                  <a:cubicBezTo>
                    <a:pt x="42313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3" y="4015"/>
                    <a:pt x="54419" y="12047"/>
                  </a:cubicBezTo>
                  <a:cubicBezTo>
                    <a:pt x="59787" y="20037"/>
                    <a:pt x="62470" y="31659"/>
                    <a:pt x="62470" y="46913"/>
                  </a:cubicBezTo>
                  <a:cubicBezTo>
                    <a:pt x="62470" y="62127"/>
                    <a:pt x="59787" y="73749"/>
                    <a:pt x="54419" y="81780"/>
                  </a:cubicBezTo>
                  <a:cubicBezTo>
                    <a:pt x="49093" y="89770"/>
                    <a:pt x="41364" y="93766"/>
                    <a:pt x="31235" y="93766"/>
                  </a:cubicBezTo>
                  <a:cubicBezTo>
                    <a:pt x="21106" y="93766"/>
                    <a:pt x="13358" y="89770"/>
                    <a:pt x="7990" y="81780"/>
                  </a:cubicBezTo>
                  <a:cubicBezTo>
                    <a:pt x="2663" y="73749"/>
                    <a:pt x="0" y="62127"/>
                    <a:pt x="0" y="46913"/>
                  </a:cubicBezTo>
                  <a:cubicBezTo>
                    <a:pt x="0" y="31659"/>
                    <a:pt x="2663" y="20037"/>
                    <a:pt x="7990" y="12047"/>
                  </a:cubicBezTo>
                  <a:cubicBezTo>
                    <a:pt x="13358" y="4016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96" name="Freeform 4295">
              <a:extLst>
                <a:ext uri="{FF2B5EF4-FFF2-40B4-BE49-F238E27FC236}">
                  <a16:creationId xmlns:a16="http://schemas.microsoft.com/office/drawing/2014/main" id="{71963EC3-C69F-C58C-BC11-06A87A5F5ECD}"/>
                </a:ext>
              </a:extLst>
            </p:cNvPr>
            <p:cNvSpPr/>
            <p:nvPr/>
          </p:nvSpPr>
          <p:spPr>
            <a:xfrm>
              <a:off x="552395" y="3639548"/>
              <a:ext cx="59504" cy="93765"/>
            </a:xfrm>
            <a:custGeom>
              <a:avLst/>
              <a:gdLst>
                <a:gd name="csX0" fmla="*/ 40861 w 59504"/>
                <a:gd name="csY0" fmla="*/ 43281 h 93765"/>
                <a:gd name="csX1" fmla="*/ 54540 w 59504"/>
                <a:gd name="csY1" fmla="*/ 51090 h 93765"/>
                <a:gd name="csX2" fmla="*/ 59504 w 59504"/>
                <a:gd name="csY2" fmla="*/ 65738 h 93765"/>
                <a:gd name="csX3" fmla="*/ 50303 w 59504"/>
                <a:gd name="csY3" fmla="*/ 86441 h 93765"/>
                <a:gd name="csX4" fmla="*/ 24154 w 59504"/>
                <a:gd name="csY4" fmla="*/ 93766 h 93765"/>
                <a:gd name="csX5" fmla="*/ 12409 w 59504"/>
                <a:gd name="csY5" fmla="*/ 92615 h 93765"/>
                <a:gd name="csX6" fmla="*/ 0 w 59504"/>
                <a:gd name="csY6" fmla="*/ 89287 h 93765"/>
                <a:gd name="csX7" fmla="*/ 0 w 59504"/>
                <a:gd name="csY7" fmla="*/ 77482 h 93765"/>
                <a:gd name="csX8" fmla="*/ 11139 w 59504"/>
                <a:gd name="csY8" fmla="*/ 81962 h 93765"/>
                <a:gd name="csX9" fmla="*/ 23790 w 59504"/>
                <a:gd name="csY9" fmla="*/ 83475 h 93765"/>
                <a:gd name="csX10" fmla="*/ 41284 w 59504"/>
                <a:gd name="csY10" fmla="*/ 78935 h 93765"/>
                <a:gd name="csX11" fmla="*/ 47337 w 59504"/>
                <a:gd name="csY11" fmla="*/ 65738 h 93765"/>
                <a:gd name="csX12" fmla="*/ 41708 w 59504"/>
                <a:gd name="csY12" fmla="*/ 53269 h 93765"/>
                <a:gd name="csX13" fmla="*/ 26150 w 59504"/>
                <a:gd name="csY13" fmla="*/ 48729 h 93765"/>
                <a:gd name="csX14" fmla="*/ 15618 w 59504"/>
                <a:gd name="csY14" fmla="*/ 48729 h 93765"/>
                <a:gd name="csX15" fmla="*/ 15618 w 59504"/>
                <a:gd name="csY15" fmla="*/ 38680 h 93765"/>
                <a:gd name="csX16" fmla="*/ 26635 w 59504"/>
                <a:gd name="csY16" fmla="*/ 38680 h 93765"/>
                <a:gd name="csX17" fmla="*/ 40437 w 59504"/>
                <a:gd name="csY17" fmla="*/ 35109 h 93765"/>
                <a:gd name="csX18" fmla="*/ 45218 w 59504"/>
                <a:gd name="csY18" fmla="*/ 24698 h 93765"/>
                <a:gd name="csX19" fmla="*/ 40255 w 59504"/>
                <a:gd name="csY19" fmla="*/ 14043 h 93765"/>
                <a:gd name="csX20" fmla="*/ 26150 w 59504"/>
                <a:gd name="csY20" fmla="*/ 10290 h 93765"/>
                <a:gd name="csX21" fmla="*/ 15376 w 59504"/>
                <a:gd name="csY21" fmla="*/ 11381 h 93765"/>
                <a:gd name="csX22" fmla="*/ 2724 w 59504"/>
                <a:gd name="csY22" fmla="*/ 14770 h 93765"/>
                <a:gd name="csX23" fmla="*/ 2724 w 59504"/>
                <a:gd name="csY23" fmla="*/ 3874 h 93765"/>
                <a:gd name="csX24" fmla="*/ 15739 w 59504"/>
                <a:gd name="csY24" fmla="*/ 968 h 93765"/>
                <a:gd name="csX25" fmla="*/ 27241 w 59504"/>
                <a:gd name="csY25" fmla="*/ 0 h 93765"/>
                <a:gd name="csX26" fmla="*/ 49274 w 59504"/>
                <a:gd name="csY26" fmla="*/ 6356 h 93765"/>
                <a:gd name="csX27" fmla="*/ 57385 w 59504"/>
                <a:gd name="csY27" fmla="*/ 23426 h 93765"/>
                <a:gd name="csX28" fmla="*/ 53088 w 59504"/>
                <a:gd name="csY28" fmla="*/ 36139 h 93765"/>
                <a:gd name="csX29" fmla="*/ 40861 w 59504"/>
                <a:gd name="csY29" fmla="*/ 43281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9504" h="93765">
                  <a:moveTo>
                    <a:pt x="40861" y="43281"/>
                  </a:moveTo>
                  <a:cubicBezTo>
                    <a:pt x="46712" y="44532"/>
                    <a:pt x="51272" y="47135"/>
                    <a:pt x="54540" y="51090"/>
                  </a:cubicBezTo>
                  <a:cubicBezTo>
                    <a:pt x="57850" y="55044"/>
                    <a:pt x="59504" y="59927"/>
                    <a:pt x="59504" y="65738"/>
                  </a:cubicBezTo>
                  <a:cubicBezTo>
                    <a:pt x="59504" y="74657"/>
                    <a:pt x="56437" y="81558"/>
                    <a:pt x="50303" y="86441"/>
                  </a:cubicBezTo>
                  <a:cubicBezTo>
                    <a:pt x="44169" y="91324"/>
                    <a:pt x="35453" y="93766"/>
                    <a:pt x="24154" y="93766"/>
                  </a:cubicBezTo>
                  <a:cubicBezTo>
                    <a:pt x="20360" y="93766"/>
                    <a:pt x="16445" y="93382"/>
                    <a:pt x="12409" y="92615"/>
                  </a:cubicBezTo>
                  <a:cubicBezTo>
                    <a:pt x="8414" y="91889"/>
                    <a:pt x="4278" y="90780"/>
                    <a:pt x="0" y="89287"/>
                  </a:cubicBezTo>
                  <a:lnTo>
                    <a:pt x="0" y="77482"/>
                  </a:lnTo>
                  <a:cubicBezTo>
                    <a:pt x="3390" y="79459"/>
                    <a:pt x="7103" y="80953"/>
                    <a:pt x="11139" y="81962"/>
                  </a:cubicBezTo>
                  <a:cubicBezTo>
                    <a:pt x="15174" y="82971"/>
                    <a:pt x="19391" y="83475"/>
                    <a:pt x="23790" y="83475"/>
                  </a:cubicBezTo>
                  <a:cubicBezTo>
                    <a:pt x="31457" y="83475"/>
                    <a:pt x="37289" y="81962"/>
                    <a:pt x="41284" y="78935"/>
                  </a:cubicBezTo>
                  <a:cubicBezTo>
                    <a:pt x="45319" y="75908"/>
                    <a:pt x="47337" y="71509"/>
                    <a:pt x="47337" y="65738"/>
                  </a:cubicBezTo>
                  <a:cubicBezTo>
                    <a:pt x="47337" y="60411"/>
                    <a:pt x="45461" y="56255"/>
                    <a:pt x="41708" y="53269"/>
                  </a:cubicBezTo>
                  <a:cubicBezTo>
                    <a:pt x="37995" y="50242"/>
                    <a:pt x="32809" y="48729"/>
                    <a:pt x="26150" y="48729"/>
                  </a:cubicBezTo>
                  <a:lnTo>
                    <a:pt x="15618" y="48729"/>
                  </a:lnTo>
                  <a:lnTo>
                    <a:pt x="15618" y="38680"/>
                  </a:lnTo>
                  <a:lnTo>
                    <a:pt x="26635" y="38680"/>
                  </a:lnTo>
                  <a:cubicBezTo>
                    <a:pt x="32648" y="38680"/>
                    <a:pt x="37248" y="37490"/>
                    <a:pt x="40437" y="35109"/>
                  </a:cubicBezTo>
                  <a:cubicBezTo>
                    <a:pt x="43624" y="32687"/>
                    <a:pt x="45218" y="29217"/>
                    <a:pt x="45218" y="24698"/>
                  </a:cubicBezTo>
                  <a:cubicBezTo>
                    <a:pt x="45218" y="20056"/>
                    <a:pt x="43564" y="16505"/>
                    <a:pt x="40255" y="14043"/>
                  </a:cubicBezTo>
                  <a:cubicBezTo>
                    <a:pt x="36986" y="11541"/>
                    <a:pt x="32285" y="10290"/>
                    <a:pt x="26150" y="10290"/>
                  </a:cubicBezTo>
                  <a:cubicBezTo>
                    <a:pt x="22801" y="10290"/>
                    <a:pt x="19209" y="10654"/>
                    <a:pt x="15376" y="11381"/>
                  </a:cubicBezTo>
                  <a:cubicBezTo>
                    <a:pt x="11543" y="12107"/>
                    <a:pt x="7325" y="13236"/>
                    <a:pt x="2724" y="14770"/>
                  </a:cubicBezTo>
                  <a:lnTo>
                    <a:pt x="2724" y="3874"/>
                  </a:lnTo>
                  <a:cubicBezTo>
                    <a:pt x="7365" y="2583"/>
                    <a:pt x="11704" y="1614"/>
                    <a:pt x="15739" y="968"/>
                  </a:cubicBezTo>
                  <a:cubicBezTo>
                    <a:pt x="19815" y="323"/>
                    <a:pt x="23648" y="0"/>
                    <a:pt x="27241" y="0"/>
                  </a:cubicBezTo>
                  <a:cubicBezTo>
                    <a:pt x="36522" y="0"/>
                    <a:pt x="43867" y="2119"/>
                    <a:pt x="49274" y="6356"/>
                  </a:cubicBezTo>
                  <a:cubicBezTo>
                    <a:pt x="54682" y="10553"/>
                    <a:pt x="57385" y="16243"/>
                    <a:pt x="57385" y="23426"/>
                  </a:cubicBezTo>
                  <a:cubicBezTo>
                    <a:pt x="57385" y="28431"/>
                    <a:pt x="55953" y="32668"/>
                    <a:pt x="53088" y="36139"/>
                  </a:cubicBezTo>
                  <a:cubicBezTo>
                    <a:pt x="50222" y="39569"/>
                    <a:pt x="46147" y="41949"/>
                    <a:pt x="40861" y="43281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6" name="Freeform 3455">
              <a:extLst>
                <a:ext uri="{FF2B5EF4-FFF2-40B4-BE49-F238E27FC236}">
                  <a16:creationId xmlns:a16="http://schemas.microsoft.com/office/drawing/2014/main" id="{E12A4EDA-1D18-A768-605B-0228424FCBA8}"/>
                </a:ext>
              </a:extLst>
            </p:cNvPr>
            <p:cNvSpPr/>
            <p:nvPr/>
          </p:nvSpPr>
          <p:spPr>
            <a:xfrm>
              <a:off x="351002" y="3346675"/>
              <a:ext cx="62470" cy="93764"/>
            </a:xfrm>
            <a:custGeom>
              <a:avLst/>
              <a:gdLst>
                <a:gd name="csX0" fmla="*/ 31235 w 62470"/>
                <a:gd name="csY0" fmla="*/ 9685 h 93764"/>
                <a:gd name="csX1" fmla="*/ 17010 w 62470"/>
                <a:gd name="csY1" fmla="*/ 19007 h 93764"/>
                <a:gd name="csX2" fmla="*/ 12288 w 62470"/>
                <a:gd name="csY2" fmla="*/ 46913 h 93764"/>
                <a:gd name="csX3" fmla="*/ 17010 w 62470"/>
                <a:gd name="csY3" fmla="*/ 74818 h 93764"/>
                <a:gd name="csX4" fmla="*/ 31235 w 62470"/>
                <a:gd name="csY4" fmla="*/ 84080 h 93764"/>
                <a:gd name="csX5" fmla="*/ 45460 w 62470"/>
                <a:gd name="csY5" fmla="*/ 74818 h 93764"/>
                <a:gd name="csX6" fmla="*/ 50242 w 62470"/>
                <a:gd name="csY6" fmla="*/ 46913 h 93764"/>
                <a:gd name="csX7" fmla="*/ 45460 w 62470"/>
                <a:gd name="csY7" fmla="*/ 19007 h 93764"/>
                <a:gd name="csX8" fmla="*/ 31235 w 62470"/>
                <a:gd name="csY8" fmla="*/ 9685 h 93764"/>
                <a:gd name="csX9" fmla="*/ 31235 w 62470"/>
                <a:gd name="csY9" fmla="*/ 0 h 93764"/>
                <a:gd name="csX10" fmla="*/ 54419 w 62470"/>
                <a:gd name="csY10" fmla="*/ 12045 h 93764"/>
                <a:gd name="csX11" fmla="*/ 62470 w 62470"/>
                <a:gd name="csY11" fmla="*/ 46913 h 93764"/>
                <a:gd name="csX12" fmla="*/ 54419 w 62470"/>
                <a:gd name="csY12" fmla="*/ 81780 h 93764"/>
                <a:gd name="csX13" fmla="*/ 31235 w 62470"/>
                <a:gd name="csY13" fmla="*/ 93765 h 93764"/>
                <a:gd name="csX14" fmla="*/ 7990 w 62470"/>
                <a:gd name="csY14" fmla="*/ 81780 h 93764"/>
                <a:gd name="csX15" fmla="*/ 0 w 62470"/>
                <a:gd name="csY15" fmla="*/ 46913 h 93764"/>
                <a:gd name="csX16" fmla="*/ 7990 w 62470"/>
                <a:gd name="csY16" fmla="*/ 12045 h 93764"/>
                <a:gd name="csX17" fmla="*/ 31235 w 62470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4">
                  <a:moveTo>
                    <a:pt x="31235" y="9685"/>
                  </a:moveTo>
                  <a:cubicBezTo>
                    <a:pt x="24940" y="9685"/>
                    <a:pt x="20198" y="12792"/>
                    <a:pt x="17010" y="19007"/>
                  </a:cubicBezTo>
                  <a:cubicBezTo>
                    <a:pt x="13862" y="25181"/>
                    <a:pt x="12288" y="34483"/>
                    <a:pt x="12288" y="46913"/>
                  </a:cubicBezTo>
                  <a:cubicBezTo>
                    <a:pt x="12288" y="59301"/>
                    <a:pt x="13862" y="68603"/>
                    <a:pt x="17010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2" y="80992"/>
                    <a:pt x="45460" y="74818"/>
                  </a:cubicBezTo>
                  <a:cubicBezTo>
                    <a:pt x="48648" y="68603"/>
                    <a:pt x="50242" y="59301"/>
                    <a:pt x="50242" y="46913"/>
                  </a:cubicBezTo>
                  <a:cubicBezTo>
                    <a:pt x="50242" y="34483"/>
                    <a:pt x="48648" y="25181"/>
                    <a:pt x="45460" y="19007"/>
                  </a:cubicBezTo>
                  <a:cubicBezTo>
                    <a:pt x="42312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5"/>
                  </a:cubicBezTo>
                  <a:cubicBezTo>
                    <a:pt x="59786" y="20036"/>
                    <a:pt x="62470" y="31659"/>
                    <a:pt x="62470" y="46913"/>
                  </a:cubicBezTo>
                  <a:cubicBezTo>
                    <a:pt x="62470" y="62126"/>
                    <a:pt x="59786" y="73749"/>
                    <a:pt x="54419" y="81780"/>
                  </a:cubicBezTo>
                  <a:cubicBezTo>
                    <a:pt x="49092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3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7" name="Freeform 3456">
              <a:extLst>
                <a:ext uri="{FF2B5EF4-FFF2-40B4-BE49-F238E27FC236}">
                  <a16:creationId xmlns:a16="http://schemas.microsoft.com/office/drawing/2014/main" id="{F7BFA4D7-C6BF-7C71-0DE6-394C75E6DE32}"/>
                </a:ext>
              </a:extLst>
            </p:cNvPr>
            <p:cNvSpPr/>
            <p:nvPr/>
          </p:nvSpPr>
          <p:spPr>
            <a:xfrm>
              <a:off x="434961" y="3423309"/>
              <a:ext cx="12772" cy="15375"/>
            </a:xfrm>
            <a:custGeom>
              <a:avLst/>
              <a:gdLst>
                <a:gd name="csX0" fmla="*/ 0 w 12772"/>
                <a:gd name="csY0" fmla="*/ 0 h 15375"/>
                <a:gd name="csX1" fmla="*/ 12773 w 12772"/>
                <a:gd name="csY1" fmla="*/ 0 h 15375"/>
                <a:gd name="csX2" fmla="*/ 12773 w 12772"/>
                <a:gd name="csY2" fmla="*/ 15375 h 15375"/>
                <a:gd name="csX3" fmla="*/ 0 w 12772"/>
                <a:gd name="csY3" fmla="*/ 15375 h 15375"/>
                <a:gd name="csX4" fmla="*/ 0 w 12772"/>
                <a:gd name="csY4" fmla="*/ 0 h 15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2" h="15375">
                  <a:moveTo>
                    <a:pt x="0" y="0"/>
                  </a:moveTo>
                  <a:lnTo>
                    <a:pt x="12773" y="0"/>
                  </a:lnTo>
                  <a:lnTo>
                    <a:pt x="12773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8" name="Freeform 3457">
              <a:extLst>
                <a:ext uri="{FF2B5EF4-FFF2-40B4-BE49-F238E27FC236}">
                  <a16:creationId xmlns:a16="http://schemas.microsoft.com/office/drawing/2014/main" id="{1F3059BA-ED50-D424-2CC3-1B04F284B492}"/>
                </a:ext>
              </a:extLst>
            </p:cNvPr>
            <p:cNvSpPr/>
            <p:nvPr/>
          </p:nvSpPr>
          <p:spPr>
            <a:xfrm>
              <a:off x="469283" y="3346675"/>
              <a:ext cx="62470" cy="93764"/>
            </a:xfrm>
            <a:custGeom>
              <a:avLst/>
              <a:gdLst>
                <a:gd name="csX0" fmla="*/ 31235 w 62470"/>
                <a:gd name="csY0" fmla="*/ 9685 h 93764"/>
                <a:gd name="csX1" fmla="*/ 17011 w 62470"/>
                <a:gd name="csY1" fmla="*/ 19007 h 93764"/>
                <a:gd name="csX2" fmla="*/ 12288 w 62470"/>
                <a:gd name="csY2" fmla="*/ 46913 h 93764"/>
                <a:gd name="csX3" fmla="*/ 17011 w 62470"/>
                <a:gd name="csY3" fmla="*/ 74818 h 93764"/>
                <a:gd name="csX4" fmla="*/ 31235 w 62470"/>
                <a:gd name="csY4" fmla="*/ 84080 h 93764"/>
                <a:gd name="csX5" fmla="*/ 45461 w 62470"/>
                <a:gd name="csY5" fmla="*/ 74818 h 93764"/>
                <a:gd name="csX6" fmla="*/ 50242 w 62470"/>
                <a:gd name="csY6" fmla="*/ 46913 h 93764"/>
                <a:gd name="csX7" fmla="*/ 45461 w 62470"/>
                <a:gd name="csY7" fmla="*/ 19007 h 93764"/>
                <a:gd name="csX8" fmla="*/ 31235 w 62470"/>
                <a:gd name="csY8" fmla="*/ 9685 h 93764"/>
                <a:gd name="csX9" fmla="*/ 31235 w 62470"/>
                <a:gd name="csY9" fmla="*/ 0 h 93764"/>
                <a:gd name="csX10" fmla="*/ 54419 w 62470"/>
                <a:gd name="csY10" fmla="*/ 12045 h 93764"/>
                <a:gd name="csX11" fmla="*/ 62470 w 62470"/>
                <a:gd name="csY11" fmla="*/ 46913 h 93764"/>
                <a:gd name="csX12" fmla="*/ 54419 w 62470"/>
                <a:gd name="csY12" fmla="*/ 81780 h 93764"/>
                <a:gd name="csX13" fmla="*/ 31235 w 62470"/>
                <a:gd name="csY13" fmla="*/ 93765 h 93764"/>
                <a:gd name="csX14" fmla="*/ 7990 w 62470"/>
                <a:gd name="csY14" fmla="*/ 81780 h 93764"/>
                <a:gd name="csX15" fmla="*/ 0 w 62470"/>
                <a:gd name="csY15" fmla="*/ 46913 h 93764"/>
                <a:gd name="csX16" fmla="*/ 7990 w 62470"/>
                <a:gd name="csY16" fmla="*/ 12045 h 93764"/>
                <a:gd name="csX17" fmla="*/ 31235 w 62470"/>
                <a:gd name="csY17" fmla="*/ 0 h 93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70" h="93764">
                  <a:moveTo>
                    <a:pt x="31235" y="9685"/>
                  </a:moveTo>
                  <a:cubicBezTo>
                    <a:pt x="24940" y="9685"/>
                    <a:pt x="20198" y="12792"/>
                    <a:pt x="17011" y="19007"/>
                  </a:cubicBezTo>
                  <a:cubicBezTo>
                    <a:pt x="13862" y="25181"/>
                    <a:pt x="12288" y="34483"/>
                    <a:pt x="12288" y="46913"/>
                  </a:cubicBezTo>
                  <a:cubicBezTo>
                    <a:pt x="12288" y="59301"/>
                    <a:pt x="13862" y="68603"/>
                    <a:pt x="17011" y="74818"/>
                  </a:cubicBezTo>
                  <a:cubicBezTo>
                    <a:pt x="20198" y="80992"/>
                    <a:pt x="24940" y="84080"/>
                    <a:pt x="31235" y="84080"/>
                  </a:cubicBezTo>
                  <a:cubicBezTo>
                    <a:pt x="37571" y="84080"/>
                    <a:pt x="42313" y="80992"/>
                    <a:pt x="45461" y="74818"/>
                  </a:cubicBezTo>
                  <a:cubicBezTo>
                    <a:pt x="48649" y="68603"/>
                    <a:pt x="50242" y="59301"/>
                    <a:pt x="50242" y="46913"/>
                  </a:cubicBezTo>
                  <a:cubicBezTo>
                    <a:pt x="50242" y="34483"/>
                    <a:pt x="48649" y="25181"/>
                    <a:pt x="45461" y="19007"/>
                  </a:cubicBezTo>
                  <a:cubicBezTo>
                    <a:pt x="42313" y="12792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3" y="4015"/>
                    <a:pt x="54419" y="12045"/>
                  </a:cubicBezTo>
                  <a:cubicBezTo>
                    <a:pt x="59787" y="20036"/>
                    <a:pt x="62470" y="31659"/>
                    <a:pt x="62470" y="46913"/>
                  </a:cubicBezTo>
                  <a:cubicBezTo>
                    <a:pt x="62470" y="62126"/>
                    <a:pt x="59787" y="73749"/>
                    <a:pt x="54419" y="81780"/>
                  </a:cubicBezTo>
                  <a:cubicBezTo>
                    <a:pt x="49093" y="89770"/>
                    <a:pt x="41364" y="93765"/>
                    <a:pt x="31235" y="93765"/>
                  </a:cubicBezTo>
                  <a:cubicBezTo>
                    <a:pt x="21106" y="93765"/>
                    <a:pt x="13358" y="89770"/>
                    <a:pt x="7990" y="81780"/>
                  </a:cubicBezTo>
                  <a:cubicBezTo>
                    <a:pt x="2663" y="73749"/>
                    <a:pt x="0" y="62126"/>
                    <a:pt x="0" y="46913"/>
                  </a:cubicBezTo>
                  <a:cubicBezTo>
                    <a:pt x="0" y="31659"/>
                    <a:pt x="2663" y="20036"/>
                    <a:pt x="7990" y="12045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9" name="Freeform 3458">
              <a:extLst>
                <a:ext uri="{FF2B5EF4-FFF2-40B4-BE49-F238E27FC236}">
                  <a16:creationId xmlns:a16="http://schemas.microsoft.com/office/drawing/2014/main" id="{418C532C-86FE-39C8-AB2E-23D41B1C25C1}"/>
                </a:ext>
              </a:extLst>
            </p:cNvPr>
            <p:cNvSpPr/>
            <p:nvPr/>
          </p:nvSpPr>
          <p:spPr>
            <a:xfrm>
              <a:off x="546040" y="3348309"/>
              <a:ext cx="65859" cy="90375"/>
            </a:xfrm>
            <a:custGeom>
              <a:avLst/>
              <a:gdLst>
                <a:gd name="csX0" fmla="*/ 40799 w 65859"/>
                <a:gd name="csY0" fmla="*/ 10653 h 90375"/>
                <a:gd name="csX1" fmla="*/ 9927 w 65859"/>
                <a:gd name="csY1" fmla="*/ 58899 h 90375"/>
                <a:gd name="csX2" fmla="*/ 40799 w 65859"/>
                <a:gd name="csY2" fmla="*/ 58899 h 90375"/>
                <a:gd name="csX3" fmla="*/ 40799 w 65859"/>
                <a:gd name="csY3" fmla="*/ 10653 h 90375"/>
                <a:gd name="csX4" fmla="*/ 37590 w 65859"/>
                <a:gd name="csY4" fmla="*/ 0 h 90375"/>
                <a:gd name="csX5" fmla="*/ 52965 w 65859"/>
                <a:gd name="csY5" fmla="*/ 0 h 90375"/>
                <a:gd name="csX6" fmla="*/ 52965 w 65859"/>
                <a:gd name="csY6" fmla="*/ 58899 h 90375"/>
                <a:gd name="csX7" fmla="*/ 65859 w 65859"/>
                <a:gd name="csY7" fmla="*/ 58899 h 90375"/>
                <a:gd name="csX8" fmla="*/ 65859 w 65859"/>
                <a:gd name="csY8" fmla="*/ 69068 h 90375"/>
                <a:gd name="csX9" fmla="*/ 52965 w 65859"/>
                <a:gd name="csY9" fmla="*/ 69068 h 90375"/>
                <a:gd name="csX10" fmla="*/ 52965 w 65859"/>
                <a:gd name="csY10" fmla="*/ 90376 h 90375"/>
                <a:gd name="csX11" fmla="*/ 40799 w 65859"/>
                <a:gd name="csY11" fmla="*/ 90376 h 90375"/>
                <a:gd name="csX12" fmla="*/ 40799 w 65859"/>
                <a:gd name="csY12" fmla="*/ 69068 h 90375"/>
                <a:gd name="csX13" fmla="*/ 0 w 65859"/>
                <a:gd name="csY13" fmla="*/ 69068 h 90375"/>
                <a:gd name="csX14" fmla="*/ 0 w 65859"/>
                <a:gd name="csY14" fmla="*/ 57263 h 90375"/>
                <a:gd name="csX15" fmla="*/ 37590 w 65859"/>
                <a:gd name="csY15" fmla="*/ 0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5859" h="90375">
                  <a:moveTo>
                    <a:pt x="40799" y="10653"/>
                  </a:moveTo>
                  <a:lnTo>
                    <a:pt x="9927" y="58899"/>
                  </a:lnTo>
                  <a:lnTo>
                    <a:pt x="40799" y="58899"/>
                  </a:lnTo>
                  <a:lnTo>
                    <a:pt x="40799" y="10653"/>
                  </a:lnTo>
                  <a:moveTo>
                    <a:pt x="37590" y="0"/>
                  </a:moveTo>
                  <a:lnTo>
                    <a:pt x="52965" y="0"/>
                  </a:lnTo>
                  <a:lnTo>
                    <a:pt x="52965" y="58899"/>
                  </a:lnTo>
                  <a:lnTo>
                    <a:pt x="65859" y="58899"/>
                  </a:lnTo>
                  <a:lnTo>
                    <a:pt x="65859" y="69068"/>
                  </a:lnTo>
                  <a:lnTo>
                    <a:pt x="52965" y="69068"/>
                  </a:lnTo>
                  <a:lnTo>
                    <a:pt x="52965" y="90376"/>
                  </a:lnTo>
                  <a:lnTo>
                    <a:pt x="40799" y="90376"/>
                  </a:lnTo>
                  <a:lnTo>
                    <a:pt x="40799" y="69068"/>
                  </a:lnTo>
                  <a:lnTo>
                    <a:pt x="0" y="69068"/>
                  </a:lnTo>
                  <a:lnTo>
                    <a:pt x="0" y="57263"/>
                  </a:lnTo>
                  <a:lnTo>
                    <a:pt x="3759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0" name="Freeform 3459">
              <a:extLst>
                <a:ext uri="{FF2B5EF4-FFF2-40B4-BE49-F238E27FC236}">
                  <a16:creationId xmlns:a16="http://schemas.microsoft.com/office/drawing/2014/main" id="{689FD485-9904-68EA-68A3-452CE3B2E4AA}"/>
                </a:ext>
              </a:extLst>
            </p:cNvPr>
            <p:cNvSpPr/>
            <p:nvPr/>
          </p:nvSpPr>
          <p:spPr>
            <a:xfrm>
              <a:off x="354876" y="3053801"/>
              <a:ext cx="62469" cy="93765"/>
            </a:xfrm>
            <a:custGeom>
              <a:avLst/>
              <a:gdLst>
                <a:gd name="csX0" fmla="*/ 31235 w 62469"/>
                <a:gd name="csY0" fmla="*/ 9685 h 93765"/>
                <a:gd name="csX1" fmla="*/ 17010 w 62469"/>
                <a:gd name="csY1" fmla="*/ 19007 h 93765"/>
                <a:gd name="csX2" fmla="*/ 12288 w 62469"/>
                <a:gd name="csY2" fmla="*/ 46913 h 93765"/>
                <a:gd name="csX3" fmla="*/ 17010 w 62469"/>
                <a:gd name="csY3" fmla="*/ 74819 h 93765"/>
                <a:gd name="csX4" fmla="*/ 31235 w 62469"/>
                <a:gd name="csY4" fmla="*/ 84080 h 93765"/>
                <a:gd name="csX5" fmla="*/ 45460 w 62469"/>
                <a:gd name="csY5" fmla="*/ 74819 h 93765"/>
                <a:gd name="csX6" fmla="*/ 50242 w 62469"/>
                <a:gd name="csY6" fmla="*/ 46913 h 93765"/>
                <a:gd name="csX7" fmla="*/ 45460 w 62469"/>
                <a:gd name="csY7" fmla="*/ 19007 h 93765"/>
                <a:gd name="csX8" fmla="*/ 31235 w 62469"/>
                <a:gd name="csY8" fmla="*/ 9685 h 93765"/>
                <a:gd name="csX9" fmla="*/ 31235 w 62469"/>
                <a:gd name="csY9" fmla="*/ 0 h 93765"/>
                <a:gd name="csX10" fmla="*/ 54419 w 62469"/>
                <a:gd name="csY10" fmla="*/ 12046 h 93765"/>
                <a:gd name="csX11" fmla="*/ 62470 w 62469"/>
                <a:gd name="csY11" fmla="*/ 46913 h 93765"/>
                <a:gd name="csX12" fmla="*/ 54419 w 62469"/>
                <a:gd name="csY12" fmla="*/ 81780 h 93765"/>
                <a:gd name="csX13" fmla="*/ 31235 w 62469"/>
                <a:gd name="csY13" fmla="*/ 93766 h 93765"/>
                <a:gd name="csX14" fmla="*/ 7990 w 62469"/>
                <a:gd name="csY14" fmla="*/ 81780 h 93765"/>
                <a:gd name="csX15" fmla="*/ 0 w 62469"/>
                <a:gd name="csY15" fmla="*/ 46913 h 93765"/>
                <a:gd name="csX16" fmla="*/ 7990 w 62469"/>
                <a:gd name="csY16" fmla="*/ 12046 h 93765"/>
                <a:gd name="csX17" fmla="*/ 31235 w 62469"/>
                <a:gd name="csY17" fmla="*/ 0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5">
                  <a:moveTo>
                    <a:pt x="31235" y="9685"/>
                  </a:moveTo>
                  <a:cubicBezTo>
                    <a:pt x="24940" y="9685"/>
                    <a:pt x="20198" y="12793"/>
                    <a:pt x="17010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10" y="74819"/>
                  </a:cubicBezTo>
                  <a:cubicBezTo>
                    <a:pt x="20198" y="80993"/>
                    <a:pt x="24940" y="84080"/>
                    <a:pt x="31235" y="84080"/>
                  </a:cubicBezTo>
                  <a:cubicBezTo>
                    <a:pt x="37571" y="84080"/>
                    <a:pt x="42312" y="80993"/>
                    <a:pt x="45460" y="74819"/>
                  </a:cubicBezTo>
                  <a:cubicBezTo>
                    <a:pt x="48648" y="68604"/>
                    <a:pt x="50242" y="59302"/>
                    <a:pt x="50242" y="46913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3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2" y="4015"/>
                    <a:pt x="54419" y="12046"/>
                  </a:cubicBezTo>
                  <a:cubicBezTo>
                    <a:pt x="59786" y="20036"/>
                    <a:pt x="62470" y="31659"/>
                    <a:pt x="62470" y="46913"/>
                  </a:cubicBezTo>
                  <a:cubicBezTo>
                    <a:pt x="62470" y="62127"/>
                    <a:pt x="59786" y="73749"/>
                    <a:pt x="54419" y="81780"/>
                  </a:cubicBezTo>
                  <a:cubicBezTo>
                    <a:pt x="49092" y="89770"/>
                    <a:pt x="41364" y="93766"/>
                    <a:pt x="31235" y="93766"/>
                  </a:cubicBezTo>
                  <a:cubicBezTo>
                    <a:pt x="21106" y="93766"/>
                    <a:pt x="13358" y="89770"/>
                    <a:pt x="7990" y="81780"/>
                  </a:cubicBezTo>
                  <a:cubicBezTo>
                    <a:pt x="2663" y="73749"/>
                    <a:pt x="0" y="62127"/>
                    <a:pt x="0" y="46913"/>
                  </a:cubicBezTo>
                  <a:cubicBezTo>
                    <a:pt x="0" y="31659"/>
                    <a:pt x="2663" y="20036"/>
                    <a:pt x="7990" y="12046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1" name="Freeform 3460">
              <a:extLst>
                <a:ext uri="{FF2B5EF4-FFF2-40B4-BE49-F238E27FC236}">
                  <a16:creationId xmlns:a16="http://schemas.microsoft.com/office/drawing/2014/main" id="{F3DE1241-6FC5-4385-922D-28A41E97EFCC}"/>
                </a:ext>
              </a:extLst>
            </p:cNvPr>
            <p:cNvSpPr/>
            <p:nvPr/>
          </p:nvSpPr>
          <p:spPr>
            <a:xfrm>
              <a:off x="438836" y="3130435"/>
              <a:ext cx="12771" cy="15374"/>
            </a:xfrm>
            <a:custGeom>
              <a:avLst/>
              <a:gdLst>
                <a:gd name="csX0" fmla="*/ 0 w 12771"/>
                <a:gd name="csY0" fmla="*/ 0 h 15374"/>
                <a:gd name="csX1" fmla="*/ 12772 w 12771"/>
                <a:gd name="csY1" fmla="*/ 0 h 15374"/>
                <a:gd name="csX2" fmla="*/ 12772 w 12771"/>
                <a:gd name="csY2" fmla="*/ 15375 h 15374"/>
                <a:gd name="csX3" fmla="*/ 0 w 12771"/>
                <a:gd name="csY3" fmla="*/ 15375 h 15374"/>
                <a:gd name="csX4" fmla="*/ 0 w 12771"/>
                <a:gd name="csY4" fmla="*/ 0 h 153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771" h="15374">
                  <a:moveTo>
                    <a:pt x="0" y="0"/>
                  </a:moveTo>
                  <a:lnTo>
                    <a:pt x="12772" y="0"/>
                  </a:lnTo>
                  <a:lnTo>
                    <a:pt x="12772" y="15375"/>
                  </a:lnTo>
                  <a:lnTo>
                    <a:pt x="0" y="1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3" name="Freeform 3462">
              <a:extLst>
                <a:ext uri="{FF2B5EF4-FFF2-40B4-BE49-F238E27FC236}">
                  <a16:creationId xmlns:a16="http://schemas.microsoft.com/office/drawing/2014/main" id="{7BDC91D0-912F-A5E3-13EA-7D6D8E52BBFB}"/>
                </a:ext>
              </a:extLst>
            </p:cNvPr>
            <p:cNvSpPr/>
            <p:nvPr/>
          </p:nvSpPr>
          <p:spPr>
            <a:xfrm>
              <a:off x="473158" y="3053801"/>
              <a:ext cx="62469" cy="93765"/>
            </a:xfrm>
            <a:custGeom>
              <a:avLst/>
              <a:gdLst>
                <a:gd name="csX0" fmla="*/ 31235 w 62469"/>
                <a:gd name="csY0" fmla="*/ 9685 h 93765"/>
                <a:gd name="csX1" fmla="*/ 17009 w 62469"/>
                <a:gd name="csY1" fmla="*/ 19007 h 93765"/>
                <a:gd name="csX2" fmla="*/ 12288 w 62469"/>
                <a:gd name="csY2" fmla="*/ 46913 h 93765"/>
                <a:gd name="csX3" fmla="*/ 17009 w 62469"/>
                <a:gd name="csY3" fmla="*/ 74819 h 93765"/>
                <a:gd name="csX4" fmla="*/ 31235 w 62469"/>
                <a:gd name="csY4" fmla="*/ 84080 h 93765"/>
                <a:gd name="csX5" fmla="*/ 45460 w 62469"/>
                <a:gd name="csY5" fmla="*/ 74819 h 93765"/>
                <a:gd name="csX6" fmla="*/ 50242 w 62469"/>
                <a:gd name="csY6" fmla="*/ 46913 h 93765"/>
                <a:gd name="csX7" fmla="*/ 45460 w 62469"/>
                <a:gd name="csY7" fmla="*/ 19007 h 93765"/>
                <a:gd name="csX8" fmla="*/ 31235 w 62469"/>
                <a:gd name="csY8" fmla="*/ 9685 h 93765"/>
                <a:gd name="csX9" fmla="*/ 31235 w 62469"/>
                <a:gd name="csY9" fmla="*/ 0 h 93765"/>
                <a:gd name="csX10" fmla="*/ 54418 w 62469"/>
                <a:gd name="csY10" fmla="*/ 12046 h 93765"/>
                <a:gd name="csX11" fmla="*/ 62469 w 62469"/>
                <a:gd name="csY11" fmla="*/ 46913 h 93765"/>
                <a:gd name="csX12" fmla="*/ 54418 w 62469"/>
                <a:gd name="csY12" fmla="*/ 81780 h 93765"/>
                <a:gd name="csX13" fmla="*/ 31235 w 62469"/>
                <a:gd name="csY13" fmla="*/ 93766 h 93765"/>
                <a:gd name="csX14" fmla="*/ 7990 w 62469"/>
                <a:gd name="csY14" fmla="*/ 81780 h 93765"/>
                <a:gd name="csX15" fmla="*/ 0 w 62469"/>
                <a:gd name="csY15" fmla="*/ 46913 h 93765"/>
                <a:gd name="csX16" fmla="*/ 7990 w 62469"/>
                <a:gd name="csY16" fmla="*/ 12046 h 93765"/>
                <a:gd name="csX17" fmla="*/ 31235 w 62469"/>
                <a:gd name="csY17" fmla="*/ 0 h 9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2469" h="93765">
                  <a:moveTo>
                    <a:pt x="31235" y="9685"/>
                  </a:moveTo>
                  <a:cubicBezTo>
                    <a:pt x="24940" y="9685"/>
                    <a:pt x="20198" y="12793"/>
                    <a:pt x="17009" y="19007"/>
                  </a:cubicBezTo>
                  <a:cubicBezTo>
                    <a:pt x="13862" y="25182"/>
                    <a:pt x="12288" y="34484"/>
                    <a:pt x="12288" y="46913"/>
                  </a:cubicBezTo>
                  <a:cubicBezTo>
                    <a:pt x="12288" y="59302"/>
                    <a:pt x="13862" y="68604"/>
                    <a:pt x="17009" y="74819"/>
                  </a:cubicBezTo>
                  <a:cubicBezTo>
                    <a:pt x="20198" y="80993"/>
                    <a:pt x="24940" y="84080"/>
                    <a:pt x="31235" y="84080"/>
                  </a:cubicBezTo>
                  <a:cubicBezTo>
                    <a:pt x="37571" y="84080"/>
                    <a:pt x="42312" y="80993"/>
                    <a:pt x="45460" y="74819"/>
                  </a:cubicBezTo>
                  <a:cubicBezTo>
                    <a:pt x="48648" y="68604"/>
                    <a:pt x="50242" y="59302"/>
                    <a:pt x="50242" y="46913"/>
                  </a:cubicBezTo>
                  <a:cubicBezTo>
                    <a:pt x="50242" y="34484"/>
                    <a:pt x="48648" y="25182"/>
                    <a:pt x="45460" y="19007"/>
                  </a:cubicBezTo>
                  <a:cubicBezTo>
                    <a:pt x="42312" y="12793"/>
                    <a:pt x="37571" y="9685"/>
                    <a:pt x="31235" y="9685"/>
                  </a:cubicBezTo>
                  <a:moveTo>
                    <a:pt x="31235" y="0"/>
                  </a:moveTo>
                  <a:cubicBezTo>
                    <a:pt x="41364" y="0"/>
                    <a:pt x="49091" y="4015"/>
                    <a:pt x="54418" y="12046"/>
                  </a:cubicBezTo>
                  <a:cubicBezTo>
                    <a:pt x="59785" y="20036"/>
                    <a:pt x="62469" y="31659"/>
                    <a:pt x="62469" y="46913"/>
                  </a:cubicBezTo>
                  <a:cubicBezTo>
                    <a:pt x="62469" y="62127"/>
                    <a:pt x="59785" y="73749"/>
                    <a:pt x="54418" y="81780"/>
                  </a:cubicBezTo>
                  <a:cubicBezTo>
                    <a:pt x="49091" y="89770"/>
                    <a:pt x="41364" y="93766"/>
                    <a:pt x="31235" y="93766"/>
                  </a:cubicBezTo>
                  <a:cubicBezTo>
                    <a:pt x="21106" y="93766"/>
                    <a:pt x="13358" y="89770"/>
                    <a:pt x="7990" y="81780"/>
                  </a:cubicBezTo>
                  <a:cubicBezTo>
                    <a:pt x="2663" y="73749"/>
                    <a:pt x="0" y="62127"/>
                    <a:pt x="0" y="46913"/>
                  </a:cubicBezTo>
                  <a:cubicBezTo>
                    <a:pt x="0" y="31659"/>
                    <a:pt x="2663" y="20036"/>
                    <a:pt x="7990" y="12046"/>
                  </a:cubicBezTo>
                  <a:cubicBezTo>
                    <a:pt x="13358" y="4015"/>
                    <a:pt x="21106" y="0"/>
                    <a:pt x="31235" y="0"/>
                  </a:cubicBez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6" name="Freeform 3465">
              <a:extLst>
                <a:ext uri="{FF2B5EF4-FFF2-40B4-BE49-F238E27FC236}">
                  <a16:creationId xmlns:a16="http://schemas.microsoft.com/office/drawing/2014/main" id="{DE96915E-3474-54AD-DB2B-6EE48E19E521}"/>
                </a:ext>
              </a:extLst>
            </p:cNvPr>
            <p:cNvSpPr/>
            <p:nvPr/>
          </p:nvSpPr>
          <p:spPr>
            <a:xfrm>
              <a:off x="553424" y="3055435"/>
              <a:ext cx="58474" cy="92131"/>
            </a:xfrm>
            <a:custGeom>
              <a:avLst/>
              <a:gdLst>
                <a:gd name="csX0" fmla="*/ 3813 w 58474"/>
                <a:gd name="csY0" fmla="*/ 0 h 92131"/>
                <a:gd name="csX1" fmla="*/ 51816 w 58474"/>
                <a:gd name="csY1" fmla="*/ 0 h 92131"/>
                <a:gd name="csX2" fmla="*/ 51816 w 58474"/>
                <a:gd name="csY2" fmla="*/ 10291 h 92131"/>
                <a:gd name="csX3" fmla="*/ 15011 w 58474"/>
                <a:gd name="csY3" fmla="*/ 10291 h 92131"/>
                <a:gd name="csX4" fmla="*/ 15011 w 58474"/>
                <a:gd name="csY4" fmla="*/ 32446 h 92131"/>
                <a:gd name="csX5" fmla="*/ 20339 w 58474"/>
                <a:gd name="csY5" fmla="*/ 31114 h 92131"/>
                <a:gd name="csX6" fmla="*/ 25666 w 58474"/>
                <a:gd name="csY6" fmla="*/ 30630 h 92131"/>
                <a:gd name="csX7" fmla="*/ 49637 w 58474"/>
                <a:gd name="csY7" fmla="*/ 38923 h 92131"/>
                <a:gd name="csX8" fmla="*/ 58474 w 58474"/>
                <a:gd name="csY8" fmla="*/ 61380 h 92131"/>
                <a:gd name="csX9" fmla="*/ 49395 w 58474"/>
                <a:gd name="csY9" fmla="*/ 84081 h 92131"/>
                <a:gd name="csX10" fmla="*/ 23789 w 58474"/>
                <a:gd name="csY10" fmla="*/ 92131 h 92131"/>
                <a:gd name="csX11" fmla="*/ 12167 w 58474"/>
                <a:gd name="csY11" fmla="*/ 91162 h 92131"/>
                <a:gd name="csX12" fmla="*/ 0 w 58474"/>
                <a:gd name="csY12" fmla="*/ 88257 h 92131"/>
                <a:gd name="csX13" fmla="*/ 0 w 58474"/>
                <a:gd name="csY13" fmla="*/ 75969 h 92131"/>
                <a:gd name="csX14" fmla="*/ 11259 w 58474"/>
                <a:gd name="csY14" fmla="*/ 80388 h 92131"/>
                <a:gd name="csX15" fmla="*/ 23547 w 58474"/>
                <a:gd name="csY15" fmla="*/ 81841 h 92131"/>
                <a:gd name="csX16" fmla="*/ 40133 w 58474"/>
                <a:gd name="csY16" fmla="*/ 76332 h 92131"/>
                <a:gd name="csX17" fmla="*/ 46247 w 58474"/>
                <a:gd name="csY17" fmla="*/ 61380 h 92131"/>
                <a:gd name="csX18" fmla="*/ 40133 w 58474"/>
                <a:gd name="csY18" fmla="*/ 46429 h 92131"/>
                <a:gd name="csX19" fmla="*/ 23547 w 58474"/>
                <a:gd name="csY19" fmla="*/ 40920 h 92131"/>
                <a:gd name="csX20" fmla="*/ 13741 w 58474"/>
                <a:gd name="csY20" fmla="*/ 42010 h 92131"/>
                <a:gd name="csX21" fmla="*/ 3813 w 58474"/>
                <a:gd name="csY21" fmla="*/ 45400 h 92131"/>
                <a:gd name="csX22" fmla="*/ 3813 w 58474"/>
                <a:gd name="csY22" fmla="*/ 0 h 92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8474" h="92131">
                  <a:moveTo>
                    <a:pt x="3813" y="0"/>
                  </a:moveTo>
                  <a:lnTo>
                    <a:pt x="51816" y="0"/>
                  </a:lnTo>
                  <a:lnTo>
                    <a:pt x="51816" y="10291"/>
                  </a:lnTo>
                  <a:lnTo>
                    <a:pt x="15011" y="10291"/>
                  </a:lnTo>
                  <a:lnTo>
                    <a:pt x="15011" y="32446"/>
                  </a:lnTo>
                  <a:cubicBezTo>
                    <a:pt x="16787" y="31840"/>
                    <a:pt x="18563" y="31396"/>
                    <a:pt x="20339" y="31114"/>
                  </a:cubicBezTo>
                  <a:cubicBezTo>
                    <a:pt x="22114" y="30791"/>
                    <a:pt x="23890" y="30630"/>
                    <a:pt x="25666" y="30630"/>
                  </a:cubicBezTo>
                  <a:cubicBezTo>
                    <a:pt x="35755" y="30630"/>
                    <a:pt x="43745" y="33394"/>
                    <a:pt x="49637" y="38923"/>
                  </a:cubicBezTo>
                  <a:cubicBezTo>
                    <a:pt x="55529" y="44451"/>
                    <a:pt x="58474" y="51937"/>
                    <a:pt x="58474" y="61380"/>
                  </a:cubicBezTo>
                  <a:cubicBezTo>
                    <a:pt x="58474" y="71106"/>
                    <a:pt x="55448" y="78673"/>
                    <a:pt x="49395" y="84081"/>
                  </a:cubicBezTo>
                  <a:cubicBezTo>
                    <a:pt x="43341" y="89448"/>
                    <a:pt x="34806" y="92131"/>
                    <a:pt x="23789" y="92131"/>
                  </a:cubicBezTo>
                  <a:cubicBezTo>
                    <a:pt x="19996" y="92131"/>
                    <a:pt x="16122" y="91808"/>
                    <a:pt x="12167" y="91162"/>
                  </a:cubicBezTo>
                  <a:cubicBezTo>
                    <a:pt x="8252" y="90517"/>
                    <a:pt x="4196" y="89548"/>
                    <a:pt x="0" y="88257"/>
                  </a:cubicBezTo>
                  <a:lnTo>
                    <a:pt x="0" y="75969"/>
                  </a:lnTo>
                  <a:cubicBezTo>
                    <a:pt x="3632" y="77947"/>
                    <a:pt x="7384" y="79420"/>
                    <a:pt x="11259" y="80388"/>
                  </a:cubicBezTo>
                  <a:cubicBezTo>
                    <a:pt x="15133" y="81357"/>
                    <a:pt x="19229" y="81841"/>
                    <a:pt x="23547" y="81841"/>
                  </a:cubicBezTo>
                  <a:cubicBezTo>
                    <a:pt x="30529" y="81841"/>
                    <a:pt x="36058" y="80005"/>
                    <a:pt x="40133" y="76332"/>
                  </a:cubicBezTo>
                  <a:cubicBezTo>
                    <a:pt x="44209" y="72660"/>
                    <a:pt x="46247" y="67676"/>
                    <a:pt x="46247" y="61380"/>
                  </a:cubicBezTo>
                  <a:cubicBezTo>
                    <a:pt x="46247" y="55085"/>
                    <a:pt x="44209" y="50101"/>
                    <a:pt x="40133" y="46429"/>
                  </a:cubicBezTo>
                  <a:cubicBezTo>
                    <a:pt x="36058" y="42756"/>
                    <a:pt x="30529" y="40920"/>
                    <a:pt x="23547" y="40920"/>
                  </a:cubicBezTo>
                  <a:cubicBezTo>
                    <a:pt x="20278" y="40920"/>
                    <a:pt x="17009" y="41283"/>
                    <a:pt x="13741" y="42010"/>
                  </a:cubicBezTo>
                  <a:cubicBezTo>
                    <a:pt x="10512" y="42736"/>
                    <a:pt x="7203" y="43866"/>
                    <a:pt x="3813" y="45400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747" name="Group 4746">
            <a:extLst>
              <a:ext uri="{FF2B5EF4-FFF2-40B4-BE49-F238E27FC236}">
                <a16:creationId xmlns:a16="http://schemas.microsoft.com/office/drawing/2014/main" id="{2C36B7EE-6791-EC28-B47C-DDE54C3C3FB2}"/>
              </a:ext>
            </a:extLst>
          </p:cNvPr>
          <p:cNvGrpSpPr/>
          <p:nvPr/>
        </p:nvGrpSpPr>
        <p:grpSpPr>
          <a:xfrm>
            <a:off x="784228" y="3069011"/>
            <a:ext cx="2111478" cy="1498303"/>
            <a:chOff x="784228" y="3069011"/>
            <a:chExt cx="2111478" cy="1498303"/>
          </a:xfrm>
          <a:solidFill>
            <a:srgbClr val="00B050">
              <a:alpha val="50196"/>
            </a:srgbClr>
          </a:solidFill>
        </p:grpSpPr>
        <p:sp>
          <p:nvSpPr>
            <p:cNvPr id="3467" name="Freeform 3466">
              <a:extLst>
                <a:ext uri="{FF2B5EF4-FFF2-40B4-BE49-F238E27FC236}">
                  <a16:creationId xmlns:a16="http://schemas.microsoft.com/office/drawing/2014/main" id="{E82810E7-032A-D0AA-7D48-8BB9F5BA7B7E}"/>
                </a:ext>
              </a:extLst>
            </p:cNvPr>
            <p:cNvSpPr/>
            <p:nvPr/>
          </p:nvSpPr>
          <p:spPr>
            <a:xfrm>
              <a:off x="784228" y="4562062"/>
              <a:ext cx="32992" cy="2928"/>
            </a:xfrm>
            <a:custGeom>
              <a:avLst/>
              <a:gdLst>
                <a:gd name="csX0" fmla="*/ 0 w 32992"/>
                <a:gd name="csY0" fmla="*/ 0 h 2928"/>
                <a:gd name="csX1" fmla="*/ 0 w 32992"/>
                <a:gd name="csY1" fmla="*/ 2929 h 2928"/>
                <a:gd name="csX2" fmla="*/ 32992 w 32992"/>
                <a:gd name="csY2" fmla="*/ 2929 h 2928"/>
                <a:gd name="csX3" fmla="*/ 32992 w 32992"/>
                <a:gd name="csY3" fmla="*/ 0 h 2928"/>
                <a:gd name="csX4" fmla="*/ 0 w 32992"/>
                <a:gd name="csY4" fmla="*/ 0 h 2928"/>
                <a:gd name="csX5" fmla="*/ 0 w 32992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2928">
                  <a:moveTo>
                    <a:pt x="0" y="0"/>
                  </a:moveTo>
                  <a:lnTo>
                    <a:pt x="0" y="2929"/>
                  </a:lnTo>
                  <a:lnTo>
                    <a:pt x="32992" y="2929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8" name="Freeform 3467">
              <a:extLst>
                <a:ext uri="{FF2B5EF4-FFF2-40B4-BE49-F238E27FC236}">
                  <a16:creationId xmlns:a16="http://schemas.microsoft.com/office/drawing/2014/main" id="{7BD3694F-B757-89B8-AF6B-CF1662F79BED}"/>
                </a:ext>
              </a:extLst>
            </p:cNvPr>
            <p:cNvSpPr/>
            <p:nvPr/>
          </p:nvSpPr>
          <p:spPr>
            <a:xfrm>
              <a:off x="784228" y="4562062"/>
              <a:ext cx="32992" cy="2928"/>
            </a:xfrm>
            <a:custGeom>
              <a:avLst/>
              <a:gdLst>
                <a:gd name="csX0" fmla="*/ 0 w 32992"/>
                <a:gd name="csY0" fmla="*/ 0 h 2928"/>
                <a:gd name="csX1" fmla="*/ 0 w 32992"/>
                <a:gd name="csY1" fmla="*/ 2929 h 2928"/>
                <a:gd name="csX2" fmla="*/ 32992 w 32992"/>
                <a:gd name="csY2" fmla="*/ 2929 h 2928"/>
                <a:gd name="csX3" fmla="*/ 32992 w 32992"/>
                <a:gd name="csY3" fmla="*/ 0 h 2928"/>
                <a:gd name="csX4" fmla="*/ 0 w 32992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2928">
                  <a:moveTo>
                    <a:pt x="0" y="0"/>
                  </a:moveTo>
                  <a:lnTo>
                    <a:pt x="0" y="2929"/>
                  </a:lnTo>
                  <a:lnTo>
                    <a:pt x="32992" y="2929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9" name="Freeform 3468">
              <a:extLst>
                <a:ext uri="{FF2B5EF4-FFF2-40B4-BE49-F238E27FC236}">
                  <a16:creationId xmlns:a16="http://schemas.microsoft.com/office/drawing/2014/main" id="{2F14DE20-5310-DDC1-194D-02F7B323E424}"/>
                </a:ext>
              </a:extLst>
            </p:cNvPr>
            <p:cNvSpPr/>
            <p:nvPr/>
          </p:nvSpPr>
          <p:spPr>
            <a:xfrm>
              <a:off x="817221" y="4564991"/>
              <a:ext cx="32991" cy="1162"/>
            </a:xfrm>
            <a:custGeom>
              <a:avLst/>
              <a:gdLst>
                <a:gd name="csX0" fmla="*/ 0 w 32991"/>
                <a:gd name="csY0" fmla="*/ 0 h 1162"/>
                <a:gd name="csX1" fmla="*/ 0 w 32991"/>
                <a:gd name="csY1" fmla="*/ 0 h 1162"/>
                <a:gd name="csX2" fmla="*/ 32991 w 32991"/>
                <a:gd name="csY2" fmla="*/ 0 h 1162"/>
                <a:gd name="csX3" fmla="*/ 32991 w 32991"/>
                <a:gd name="csY3" fmla="*/ 0 h 1162"/>
                <a:gd name="csX4" fmla="*/ 0 w 32991"/>
                <a:gd name="csY4" fmla="*/ 0 h 1162"/>
                <a:gd name="csX5" fmla="*/ 0 w 32991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1162">
                  <a:moveTo>
                    <a:pt x="0" y="0"/>
                  </a:moveTo>
                  <a:lnTo>
                    <a:pt x="0" y="0"/>
                  </a:lnTo>
                  <a:lnTo>
                    <a:pt x="32991" y="0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0" name="Freeform 3469">
              <a:extLst>
                <a:ext uri="{FF2B5EF4-FFF2-40B4-BE49-F238E27FC236}">
                  <a16:creationId xmlns:a16="http://schemas.microsoft.com/office/drawing/2014/main" id="{CAD37E75-3E9F-DDDA-1DB8-E57FB29BB454}"/>
                </a:ext>
              </a:extLst>
            </p:cNvPr>
            <p:cNvSpPr/>
            <p:nvPr/>
          </p:nvSpPr>
          <p:spPr>
            <a:xfrm>
              <a:off x="817221" y="4564991"/>
              <a:ext cx="32991" cy="1162"/>
            </a:xfrm>
            <a:custGeom>
              <a:avLst/>
              <a:gdLst>
                <a:gd name="csX0" fmla="*/ 0 w 32991"/>
                <a:gd name="csY0" fmla="*/ 0 h 1162"/>
                <a:gd name="csX1" fmla="*/ 0 w 32991"/>
                <a:gd name="csY1" fmla="*/ 0 h 1162"/>
                <a:gd name="csX2" fmla="*/ 32991 w 32991"/>
                <a:gd name="csY2" fmla="*/ 0 h 1162"/>
                <a:gd name="csX3" fmla="*/ 0 w 32991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991" h="1162">
                  <a:moveTo>
                    <a:pt x="0" y="0"/>
                  </a:moveTo>
                  <a:lnTo>
                    <a:pt x="0" y="0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1" name="Freeform 3470">
              <a:extLst>
                <a:ext uri="{FF2B5EF4-FFF2-40B4-BE49-F238E27FC236}">
                  <a16:creationId xmlns:a16="http://schemas.microsoft.com/office/drawing/2014/main" id="{B5697031-0411-0953-2D42-EE92600FD992}"/>
                </a:ext>
              </a:extLst>
            </p:cNvPr>
            <p:cNvSpPr/>
            <p:nvPr/>
          </p:nvSpPr>
          <p:spPr>
            <a:xfrm>
              <a:off x="850212" y="4562062"/>
              <a:ext cx="32992" cy="2928"/>
            </a:xfrm>
            <a:custGeom>
              <a:avLst/>
              <a:gdLst>
                <a:gd name="csX0" fmla="*/ 0 w 32992"/>
                <a:gd name="csY0" fmla="*/ 0 h 2928"/>
                <a:gd name="csX1" fmla="*/ 0 w 32992"/>
                <a:gd name="csY1" fmla="*/ 2929 h 2928"/>
                <a:gd name="csX2" fmla="*/ 32992 w 32992"/>
                <a:gd name="csY2" fmla="*/ 2929 h 2928"/>
                <a:gd name="csX3" fmla="*/ 32992 w 32992"/>
                <a:gd name="csY3" fmla="*/ 0 h 2928"/>
                <a:gd name="csX4" fmla="*/ 0 w 32992"/>
                <a:gd name="csY4" fmla="*/ 0 h 2928"/>
                <a:gd name="csX5" fmla="*/ 0 w 32992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2928">
                  <a:moveTo>
                    <a:pt x="0" y="0"/>
                  </a:moveTo>
                  <a:lnTo>
                    <a:pt x="0" y="2929"/>
                  </a:lnTo>
                  <a:lnTo>
                    <a:pt x="32992" y="2929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2" name="Freeform 3471">
              <a:extLst>
                <a:ext uri="{FF2B5EF4-FFF2-40B4-BE49-F238E27FC236}">
                  <a16:creationId xmlns:a16="http://schemas.microsoft.com/office/drawing/2014/main" id="{850C333D-E184-FAC6-35E6-FD90D0E076B7}"/>
                </a:ext>
              </a:extLst>
            </p:cNvPr>
            <p:cNvSpPr/>
            <p:nvPr/>
          </p:nvSpPr>
          <p:spPr>
            <a:xfrm>
              <a:off x="850212" y="4562062"/>
              <a:ext cx="32992" cy="2928"/>
            </a:xfrm>
            <a:custGeom>
              <a:avLst/>
              <a:gdLst>
                <a:gd name="csX0" fmla="*/ 0 w 32992"/>
                <a:gd name="csY0" fmla="*/ 0 h 2928"/>
                <a:gd name="csX1" fmla="*/ 0 w 32992"/>
                <a:gd name="csY1" fmla="*/ 2929 h 2928"/>
                <a:gd name="csX2" fmla="*/ 32992 w 32992"/>
                <a:gd name="csY2" fmla="*/ 2929 h 2928"/>
                <a:gd name="csX3" fmla="*/ 32992 w 32992"/>
                <a:gd name="csY3" fmla="*/ 0 h 2928"/>
                <a:gd name="csX4" fmla="*/ 0 w 32992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2928">
                  <a:moveTo>
                    <a:pt x="0" y="0"/>
                  </a:moveTo>
                  <a:lnTo>
                    <a:pt x="0" y="2929"/>
                  </a:lnTo>
                  <a:lnTo>
                    <a:pt x="32992" y="2929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3" name="Freeform 3472">
              <a:extLst>
                <a:ext uri="{FF2B5EF4-FFF2-40B4-BE49-F238E27FC236}">
                  <a16:creationId xmlns:a16="http://schemas.microsoft.com/office/drawing/2014/main" id="{1471E47F-2373-3B2F-E928-5C21D94AB487}"/>
                </a:ext>
              </a:extLst>
            </p:cNvPr>
            <p:cNvSpPr/>
            <p:nvPr/>
          </p:nvSpPr>
          <p:spPr>
            <a:xfrm>
              <a:off x="883205" y="4556204"/>
              <a:ext cx="32992" cy="8786"/>
            </a:xfrm>
            <a:custGeom>
              <a:avLst/>
              <a:gdLst>
                <a:gd name="csX0" fmla="*/ 0 w 32992"/>
                <a:gd name="csY0" fmla="*/ 0 h 8786"/>
                <a:gd name="csX1" fmla="*/ 0 w 32992"/>
                <a:gd name="csY1" fmla="*/ 8787 h 8786"/>
                <a:gd name="csX2" fmla="*/ 32992 w 32992"/>
                <a:gd name="csY2" fmla="*/ 8787 h 8786"/>
                <a:gd name="csX3" fmla="*/ 32992 w 32992"/>
                <a:gd name="csY3" fmla="*/ 0 h 8786"/>
                <a:gd name="csX4" fmla="*/ 0 w 32992"/>
                <a:gd name="csY4" fmla="*/ 0 h 8786"/>
                <a:gd name="csX5" fmla="*/ 0 w 32992"/>
                <a:gd name="csY5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8786">
                  <a:moveTo>
                    <a:pt x="0" y="0"/>
                  </a:moveTo>
                  <a:lnTo>
                    <a:pt x="0" y="8787"/>
                  </a:lnTo>
                  <a:lnTo>
                    <a:pt x="32992" y="8787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4" name="Freeform 3473">
              <a:extLst>
                <a:ext uri="{FF2B5EF4-FFF2-40B4-BE49-F238E27FC236}">
                  <a16:creationId xmlns:a16="http://schemas.microsoft.com/office/drawing/2014/main" id="{F1C33CF8-8205-1ED2-F5A0-5FFE2FD4C64F}"/>
                </a:ext>
              </a:extLst>
            </p:cNvPr>
            <p:cNvSpPr/>
            <p:nvPr/>
          </p:nvSpPr>
          <p:spPr>
            <a:xfrm>
              <a:off x="883205" y="4556204"/>
              <a:ext cx="32992" cy="8786"/>
            </a:xfrm>
            <a:custGeom>
              <a:avLst/>
              <a:gdLst>
                <a:gd name="csX0" fmla="*/ 0 w 32992"/>
                <a:gd name="csY0" fmla="*/ 0 h 8786"/>
                <a:gd name="csX1" fmla="*/ 0 w 32992"/>
                <a:gd name="csY1" fmla="*/ 8787 h 8786"/>
                <a:gd name="csX2" fmla="*/ 32992 w 32992"/>
                <a:gd name="csY2" fmla="*/ 8787 h 8786"/>
                <a:gd name="csX3" fmla="*/ 32992 w 32992"/>
                <a:gd name="csY3" fmla="*/ 0 h 8786"/>
                <a:gd name="csX4" fmla="*/ 0 w 32992"/>
                <a:gd name="csY4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8786">
                  <a:moveTo>
                    <a:pt x="0" y="0"/>
                  </a:moveTo>
                  <a:lnTo>
                    <a:pt x="0" y="8787"/>
                  </a:lnTo>
                  <a:lnTo>
                    <a:pt x="32992" y="8787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5" name="Freeform 3474">
              <a:extLst>
                <a:ext uri="{FF2B5EF4-FFF2-40B4-BE49-F238E27FC236}">
                  <a16:creationId xmlns:a16="http://schemas.microsoft.com/office/drawing/2014/main" id="{50B15816-C954-C835-00C4-6B0ADA2513E8}"/>
                </a:ext>
              </a:extLst>
            </p:cNvPr>
            <p:cNvSpPr/>
            <p:nvPr/>
          </p:nvSpPr>
          <p:spPr>
            <a:xfrm>
              <a:off x="916197" y="4556204"/>
              <a:ext cx="32991" cy="8786"/>
            </a:xfrm>
            <a:custGeom>
              <a:avLst/>
              <a:gdLst>
                <a:gd name="csX0" fmla="*/ 0 w 32991"/>
                <a:gd name="csY0" fmla="*/ 0 h 8786"/>
                <a:gd name="csX1" fmla="*/ 0 w 32991"/>
                <a:gd name="csY1" fmla="*/ 8787 h 8786"/>
                <a:gd name="csX2" fmla="*/ 32991 w 32991"/>
                <a:gd name="csY2" fmla="*/ 8787 h 8786"/>
                <a:gd name="csX3" fmla="*/ 32991 w 32991"/>
                <a:gd name="csY3" fmla="*/ 0 h 8786"/>
                <a:gd name="csX4" fmla="*/ 0 w 32991"/>
                <a:gd name="csY4" fmla="*/ 0 h 8786"/>
                <a:gd name="csX5" fmla="*/ 0 w 32991"/>
                <a:gd name="csY5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8786">
                  <a:moveTo>
                    <a:pt x="0" y="0"/>
                  </a:moveTo>
                  <a:lnTo>
                    <a:pt x="0" y="8787"/>
                  </a:lnTo>
                  <a:lnTo>
                    <a:pt x="32991" y="8787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6" name="Freeform 3475">
              <a:extLst>
                <a:ext uri="{FF2B5EF4-FFF2-40B4-BE49-F238E27FC236}">
                  <a16:creationId xmlns:a16="http://schemas.microsoft.com/office/drawing/2014/main" id="{BD58FF80-9037-00BA-89E5-4D1DC5670EE7}"/>
                </a:ext>
              </a:extLst>
            </p:cNvPr>
            <p:cNvSpPr/>
            <p:nvPr/>
          </p:nvSpPr>
          <p:spPr>
            <a:xfrm>
              <a:off x="916197" y="4556204"/>
              <a:ext cx="32991" cy="8786"/>
            </a:xfrm>
            <a:custGeom>
              <a:avLst/>
              <a:gdLst>
                <a:gd name="csX0" fmla="*/ 0 w 32991"/>
                <a:gd name="csY0" fmla="*/ 0 h 8786"/>
                <a:gd name="csX1" fmla="*/ 0 w 32991"/>
                <a:gd name="csY1" fmla="*/ 8787 h 8786"/>
                <a:gd name="csX2" fmla="*/ 32991 w 32991"/>
                <a:gd name="csY2" fmla="*/ 8787 h 8786"/>
                <a:gd name="csX3" fmla="*/ 32991 w 32991"/>
                <a:gd name="csY3" fmla="*/ 0 h 8786"/>
                <a:gd name="csX4" fmla="*/ 0 w 32991"/>
                <a:gd name="csY4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8786">
                  <a:moveTo>
                    <a:pt x="0" y="0"/>
                  </a:moveTo>
                  <a:lnTo>
                    <a:pt x="0" y="8787"/>
                  </a:lnTo>
                  <a:lnTo>
                    <a:pt x="32991" y="8787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7" name="Freeform 3476">
              <a:extLst>
                <a:ext uri="{FF2B5EF4-FFF2-40B4-BE49-F238E27FC236}">
                  <a16:creationId xmlns:a16="http://schemas.microsoft.com/office/drawing/2014/main" id="{9E2BE76C-2147-8DFD-0DBD-3CBE1DB308CE}"/>
                </a:ext>
              </a:extLst>
            </p:cNvPr>
            <p:cNvSpPr/>
            <p:nvPr/>
          </p:nvSpPr>
          <p:spPr>
            <a:xfrm>
              <a:off x="949188" y="4547418"/>
              <a:ext cx="32992" cy="17573"/>
            </a:xfrm>
            <a:custGeom>
              <a:avLst/>
              <a:gdLst>
                <a:gd name="csX0" fmla="*/ 0 w 32992"/>
                <a:gd name="csY0" fmla="*/ 0 h 17573"/>
                <a:gd name="csX1" fmla="*/ 0 w 32992"/>
                <a:gd name="csY1" fmla="*/ 17573 h 17573"/>
                <a:gd name="csX2" fmla="*/ 32992 w 32992"/>
                <a:gd name="csY2" fmla="*/ 17573 h 17573"/>
                <a:gd name="csX3" fmla="*/ 32992 w 32992"/>
                <a:gd name="csY3" fmla="*/ 0 h 17573"/>
                <a:gd name="csX4" fmla="*/ 0 w 32992"/>
                <a:gd name="csY4" fmla="*/ 0 h 17573"/>
                <a:gd name="csX5" fmla="*/ 0 w 32992"/>
                <a:gd name="csY5" fmla="*/ 0 h 17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17573">
                  <a:moveTo>
                    <a:pt x="0" y="0"/>
                  </a:moveTo>
                  <a:lnTo>
                    <a:pt x="0" y="17573"/>
                  </a:lnTo>
                  <a:lnTo>
                    <a:pt x="32992" y="17573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8" name="Freeform 3477">
              <a:extLst>
                <a:ext uri="{FF2B5EF4-FFF2-40B4-BE49-F238E27FC236}">
                  <a16:creationId xmlns:a16="http://schemas.microsoft.com/office/drawing/2014/main" id="{6440A825-53B6-C34A-37C5-60D21939BEFC}"/>
                </a:ext>
              </a:extLst>
            </p:cNvPr>
            <p:cNvSpPr/>
            <p:nvPr/>
          </p:nvSpPr>
          <p:spPr>
            <a:xfrm>
              <a:off x="949188" y="4547418"/>
              <a:ext cx="32992" cy="17573"/>
            </a:xfrm>
            <a:custGeom>
              <a:avLst/>
              <a:gdLst>
                <a:gd name="csX0" fmla="*/ 0 w 32992"/>
                <a:gd name="csY0" fmla="*/ 0 h 17573"/>
                <a:gd name="csX1" fmla="*/ 0 w 32992"/>
                <a:gd name="csY1" fmla="*/ 17573 h 17573"/>
                <a:gd name="csX2" fmla="*/ 32992 w 32992"/>
                <a:gd name="csY2" fmla="*/ 17573 h 17573"/>
                <a:gd name="csX3" fmla="*/ 32992 w 32992"/>
                <a:gd name="csY3" fmla="*/ 0 h 17573"/>
                <a:gd name="csX4" fmla="*/ 0 w 32992"/>
                <a:gd name="csY4" fmla="*/ 0 h 17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17573">
                  <a:moveTo>
                    <a:pt x="0" y="0"/>
                  </a:moveTo>
                  <a:lnTo>
                    <a:pt x="0" y="17573"/>
                  </a:lnTo>
                  <a:lnTo>
                    <a:pt x="32992" y="17573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9" name="Freeform 3478">
              <a:extLst>
                <a:ext uri="{FF2B5EF4-FFF2-40B4-BE49-F238E27FC236}">
                  <a16:creationId xmlns:a16="http://schemas.microsoft.com/office/drawing/2014/main" id="{0E096891-2C9B-7A01-42E7-8EAE3B2096E7}"/>
                </a:ext>
              </a:extLst>
            </p:cNvPr>
            <p:cNvSpPr/>
            <p:nvPr/>
          </p:nvSpPr>
          <p:spPr>
            <a:xfrm>
              <a:off x="982181" y="4529845"/>
              <a:ext cx="32991" cy="35146"/>
            </a:xfrm>
            <a:custGeom>
              <a:avLst/>
              <a:gdLst>
                <a:gd name="csX0" fmla="*/ 0 w 32991"/>
                <a:gd name="csY0" fmla="*/ 0 h 35146"/>
                <a:gd name="csX1" fmla="*/ 0 w 32991"/>
                <a:gd name="csY1" fmla="*/ 35146 h 35146"/>
                <a:gd name="csX2" fmla="*/ 32991 w 32991"/>
                <a:gd name="csY2" fmla="*/ 35146 h 35146"/>
                <a:gd name="csX3" fmla="*/ 32991 w 32991"/>
                <a:gd name="csY3" fmla="*/ 0 h 35146"/>
                <a:gd name="csX4" fmla="*/ 0 w 32991"/>
                <a:gd name="csY4" fmla="*/ 0 h 35146"/>
                <a:gd name="csX5" fmla="*/ 0 w 32991"/>
                <a:gd name="csY5" fmla="*/ 0 h 35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35146">
                  <a:moveTo>
                    <a:pt x="0" y="0"/>
                  </a:moveTo>
                  <a:lnTo>
                    <a:pt x="0" y="35146"/>
                  </a:lnTo>
                  <a:lnTo>
                    <a:pt x="32991" y="35146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0" name="Freeform 3479">
              <a:extLst>
                <a:ext uri="{FF2B5EF4-FFF2-40B4-BE49-F238E27FC236}">
                  <a16:creationId xmlns:a16="http://schemas.microsoft.com/office/drawing/2014/main" id="{B227C7EF-FAD5-BE9B-3614-60595181E8BF}"/>
                </a:ext>
              </a:extLst>
            </p:cNvPr>
            <p:cNvSpPr/>
            <p:nvPr/>
          </p:nvSpPr>
          <p:spPr>
            <a:xfrm>
              <a:off x="982181" y="4529845"/>
              <a:ext cx="32991" cy="35146"/>
            </a:xfrm>
            <a:custGeom>
              <a:avLst/>
              <a:gdLst>
                <a:gd name="csX0" fmla="*/ 0 w 32991"/>
                <a:gd name="csY0" fmla="*/ 0 h 35146"/>
                <a:gd name="csX1" fmla="*/ 0 w 32991"/>
                <a:gd name="csY1" fmla="*/ 35146 h 35146"/>
                <a:gd name="csX2" fmla="*/ 32991 w 32991"/>
                <a:gd name="csY2" fmla="*/ 35146 h 35146"/>
                <a:gd name="csX3" fmla="*/ 32991 w 32991"/>
                <a:gd name="csY3" fmla="*/ 0 h 35146"/>
                <a:gd name="csX4" fmla="*/ 0 w 32991"/>
                <a:gd name="csY4" fmla="*/ 0 h 35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35146">
                  <a:moveTo>
                    <a:pt x="0" y="0"/>
                  </a:moveTo>
                  <a:lnTo>
                    <a:pt x="0" y="35146"/>
                  </a:lnTo>
                  <a:lnTo>
                    <a:pt x="32991" y="35146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1" name="Freeform 3480">
              <a:extLst>
                <a:ext uri="{FF2B5EF4-FFF2-40B4-BE49-F238E27FC236}">
                  <a16:creationId xmlns:a16="http://schemas.microsoft.com/office/drawing/2014/main" id="{3F5DC2AB-7E0F-25E5-04C6-CAD5E8754860}"/>
                </a:ext>
              </a:extLst>
            </p:cNvPr>
            <p:cNvSpPr/>
            <p:nvPr/>
          </p:nvSpPr>
          <p:spPr>
            <a:xfrm>
              <a:off x="1015172" y="4526916"/>
              <a:ext cx="32992" cy="38074"/>
            </a:xfrm>
            <a:custGeom>
              <a:avLst/>
              <a:gdLst>
                <a:gd name="csX0" fmla="*/ 0 w 32992"/>
                <a:gd name="csY0" fmla="*/ 0 h 38074"/>
                <a:gd name="csX1" fmla="*/ 0 w 32992"/>
                <a:gd name="csY1" fmla="*/ 38075 h 38074"/>
                <a:gd name="csX2" fmla="*/ 32992 w 32992"/>
                <a:gd name="csY2" fmla="*/ 38075 h 38074"/>
                <a:gd name="csX3" fmla="*/ 32992 w 32992"/>
                <a:gd name="csY3" fmla="*/ 0 h 38074"/>
                <a:gd name="csX4" fmla="*/ 0 w 32992"/>
                <a:gd name="csY4" fmla="*/ 0 h 38074"/>
                <a:gd name="csX5" fmla="*/ 0 w 32992"/>
                <a:gd name="csY5" fmla="*/ 0 h 38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38074">
                  <a:moveTo>
                    <a:pt x="0" y="0"/>
                  </a:moveTo>
                  <a:lnTo>
                    <a:pt x="0" y="38075"/>
                  </a:lnTo>
                  <a:lnTo>
                    <a:pt x="32992" y="38075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2" name="Freeform 3481">
              <a:extLst>
                <a:ext uri="{FF2B5EF4-FFF2-40B4-BE49-F238E27FC236}">
                  <a16:creationId xmlns:a16="http://schemas.microsoft.com/office/drawing/2014/main" id="{66014360-B390-9B10-C64C-E26A0629082D}"/>
                </a:ext>
              </a:extLst>
            </p:cNvPr>
            <p:cNvSpPr/>
            <p:nvPr/>
          </p:nvSpPr>
          <p:spPr>
            <a:xfrm>
              <a:off x="1015172" y="4526916"/>
              <a:ext cx="32992" cy="38074"/>
            </a:xfrm>
            <a:custGeom>
              <a:avLst/>
              <a:gdLst>
                <a:gd name="csX0" fmla="*/ 0 w 32992"/>
                <a:gd name="csY0" fmla="*/ 0 h 38074"/>
                <a:gd name="csX1" fmla="*/ 0 w 32992"/>
                <a:gd name="csY1" fmla="*/ 38075 h 38074"/>
                <a:gd name="csX2" fmla="*/ 32992 w 32992"/>
                <a:gd name="csY2" fmla="*/ 38075 h 38074"/>
                <a:gd name="csX3" fmla="*/ 32992 w 32992"/>
                <a:gd name="csY3" fmla="*/ 0 h 38074"/>
                <a:gd name="csX4" fmla="*/ 0 w 32992"/>
                <a:gd name="csY4" fmla="*/ 0 h 38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38074">
                  <a:moveTo>
                    <a:pt x="0" y="0"/>
                  </a:moveTo>
                  <a:lnTo>
                    <a:pt x="0" y="38075"/>
                  </a:lnTo>
                  <a:lnTo>
                    <a:pt x="32992" y="38075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3" name="Freeform 3482">
              <a:extLst>
                <a:ext uri="{FF2B5EF4-FFF2-40B4-BE49-F238E27FC236}">
                  <a16:creationId xmlns:a16="http://schemas.microsoft.com/office/drawing/2014/main" id="{DB0FD5DB-A811-D5CD-3F68-ADAB5A5F85AC}"/>
                </a:ext>
              </a:extLst>
            </p:cNvPr>
            <p:cNvSpPr/>
            <p:nvPr/>
          </p:nvSpPr>
          <p:spPr>
            <a:xfrm>
              <a:off x="1048164" y="4488841"/>
              <a:ext cx="32991" cy="76149"/>
            </a:xfrm>
            <a:custGeom>
              <a:avLst/>
              <a:gdLst>
                <a:gd name="csX0" fmla="*/ 0 w 32991"/>
                <a:gd name="csY0" fmla="*/ 0 h 76149"/>
                <a:gd name="csX1" fmla="*/ 0 w 32991"/>
                <a:gd name="csY1" fmla="*/ 76150 h 76149"/>
                <a:gd name="csX2" fmla="*/ 32991 w 32991"/>
                <a:gd name="csY2" fmla="*/ 76150 h 76149"/>
                <a:gd name="csX3" fmla="*/ 32991 w 32991"/>
                <a:gd name="csY3" fmla="*/ 0 h 76149"/>
                <a:gd name="csX4" fmla="*/ 0 w 32991"/>
                <a:gd name="csY4" fmla="*/ 0 h 76149"/>
                <a:gd name="csX5" fmla="*/ 0 w 32991"/>
                <a:gd name="csY5" fmla="*/ 0 h 76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76149">
                  <a:moveTo>
                    <a:pt x="0" y="0"/>
                  </a:moveTo>
                  <a:lnTo>
                    <a:pt x="0" y="76150"/>
                  </a:lnTo>
                  <a:lnTo>
                    <a:pt x="32991" y="76150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4" name="Freeform 3483">
              <a:extLst>
                <a:ext uri="{FF2B5EF4-FFF2-40B4-BE49-F238E27FC236}">
                  <a16:creationId xmlns:a16="http://schemas.microsoft.com/office/drawing/2014/main" id="{BA15C96A-524B-BEFF-E472-44BAEDBE9360}"/>
                </a:ext>
              </a:extLst>
            </p:cNvPr>
            <p:cNvSpPr/>
            <p:nvPr/>
          </p:nvSpPr>
          <p:spPr>
            <a:xfrm>
              <a:off x="1048164" y="4488841"/>
              <a:ext cx="32991" cy="76149"/>
            </a:xfrm>
            <a:custGeom>
              <a:avLst/>
              <a:gdLst>
                <a:gd name="csX0" fmla="*/ 0 w 32991"/>
                <a:gd name="csY0" fmla="*/ 0 h 76149"/>
                <a:gd name="csX1" fmla="*/ 0 w 32991"/>
                <a:gd name="csY1" fmla="*/ 76150 h 76149"/>
                <a:gd name="csX2" fmla="*/ 32991 w 32991"/>
                <a:gd name="csY2" fmla="*/ 76150 h 76149"/>
                <a:gd name="csX3" fmla="*/ 32991 w 32991"/>
                <a:gd name="csY3" fmla="*/ 0 h 76149"/>
                <a:gd name="csX4" fmla="*/ 0 w 32991"/>
                <a:gd name="csY4" fmla="*/ 0 h 76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76149">
                  <a:moveTo>
                    <a:pt x="0" y="0"/>
                  </a:moveTo>
                  <a:lnTo>
                    <a:pt x="0" y="76150"/>
                  </a:lnTo>
                  <a:lnTo>
                    <a:pt x="32991" y="76150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5" name="Freeform 3484">
              <a:extLst>
                <a:ext uri="{FF2B5EF4-FFF2-40B4-BE49-F238E27FC236}">
                  <a16:creationId xmlns:a16="http://schemas.microsoft.com/office/drawing/2014/main" id="{0708E2CB-3E2C-5951-5AA2-1298FD3EB42A}"/>
                </a:ext>
              </a:extLst>
            </p:cNvPr>
            <p:cNvSpPr/>
            <p:nvPr/>
          </p:nvSpPr>
          <p:spPr>
            <a:xfrm>
              <a:off x="1081156" y="4439051"/>
              <a:ext cx="32992" cy="125939"/>
            </a:xfrm>
            <a:custGeom>
              <a:avLst/>
              <a:gdLst>
                <a:gd name="csX0" fmla="*/ 0 w 32992"/>
                <a:gd name="csY0" fmla="*/ 0 h 125939"/>
                <a:gd name="csX1" fmla="*/ 0 w 32992"/>
                <a:gd name="csY1" fmla="*/ 125940 h 125939"/>
                <a:gd name="csX2" fmla="*/ 32992 w 32992"/>
                <a:gd name="csY2" fmla="*/ 125940 h 125939"/>
                <a:gd name="csX3" fmla="*/ 32992 w 32992"/>
                <a:gd name="csY3" fmla="*/ 0 h 125939"/>
                <a:gd name="csX4" fmla="*/ 0 w 32992"/>
                <a:gd name="csY4" fmla="*/ 0 h 125939"/>
                <a:gd name="csX5" fmla="*/ 0 w 32992"/>
                <a:gd name="csY5" fmla="*/ 0 h 125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125939">
                  <a:moveTo>
                    <a:pt x="0" y="0"/>
                  </a:moveTo>
                  <a:lnTo>
                    <a:pt x="0" y="125940"/>
                  </a:lnTo>
                  <a:lnTo>
                    <a:pt x="32992" y="125940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6" name="Freeform 3485">
              <a:extLst>
                <a:ext uri="{FF2B5EF4-FFF2-40B4-BE49-F238E27FC236}">
                  <a16:creationId xmlns:a16="http://schemas.microsoft.com/office/drawing/2014/main" id="{B2611F57-969B-47E7-A92E-DC8485D2DEDF}"/>
                </a:ext>
              </a:extLst>
            </p:cNvPr>
            <p:cNvSpPr/>
            <p:nvPr/>
          </p:nvSpPr>
          <p:spPr>
            <a:xfrm>
              <a:off x="1081156" y="4439051"/>
              <a:ext cx="32992" cy="125939"/>
            </a:xfrm>
            <a:custGeom>
              <a:avLst/>
              <a:gdLst>
                <a:gd name="csX0" fmla="*/ 0 w 32992"/>
                <a:gd name="csY0" fmla="*/ 0 h 125939"/>
                <a:gd name="csX1" fmla="*/ 0 w 32992"/>
                <a:gd name="csY1" fmla="*/ 125940 h 125939"/>
                <a:gd name="csX2" fmla="*/ 32992 w 32992"/>
                <a:gd name="csY2" fmla="*/ 125940 h 125939"/>
                <a:gd name="csX3" fmla="*/ 32992 w 32992"/>
                <a:gd name="csY3" fmla="*/ 0 h 125939"/>
                <a:gd name="csX4" fmla="*/ 0 w 32992"/>
                <a:gd name="csY4" fmla="*/ 0 h 125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125939">
                  <a:moveTo>
                    <a:pt x="0" y="0"/>
                  </a:moveTo>
                  <a:lnTo>
                    <a:pt x="0" y="125940"/>
                  </a:lnTo>
                  <a:lnTo>
                    <a:pt x="32992" y="125940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7" name="Freeform 3486">
              <a:extLst>
                <a:ext uri="{FF2B5EF4-FFF2-40B4-BE49-F238E27FC236}">
                  <a16:creationId xmlns:a16="http://schemas.microsoft.com/office/drawing/2014/main" id="{9B9B3780-9626-ADFD-7574-16CB5425C3E4}"/>
                </a:ext>
              </a:extLst>
            </p:cNvPr>
            <p:cNvSpPr/>
            <p:nvPr/>
          </p:nvSpPr>
          <p:spPr>
            <a:xfrm>
              <a:off x="1114148" y="4357055"/>
              <a:ext cx="32991" cy="207935"/>
            </a:xfrm>
            <a:custGeom>
              <a:avLst/>
              <a:gdLst>
                <a:gd name="csX0" fmla="*/ 0 w 32991"/>
                <a:gd name="csY0" fmla="*/ 0 h 207935"/>
                <a:gd name="csX1" fmla="*/ 0 w 32991"/>
                <a:gd name="csY1" fmla="*/ 207936 h 207935"/>
                <a:gd name="csX2" fmla="*/ 32991 w 32991"/>
                <a:gd name="csY2" fmla="*/ 207936 h 207935"/>
                <a:gd name="csX3" fmla="*/ 32991 w 32991"/>
                <a:gd name="csY3" fmla="*/ 0 h 207935"/>
                <a:gd name="csX4" fmla="*/ 0 w 32991"/>
                <a:gd name="csY4" fmla="*/ 0 h 207935"/>
                <a:gd name="csX5" fmla="*/ 0 w 32991"/>
                <a:gd name="csY5" fmla="*/ 0 h 207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207935">
                  <a:moveTo>
                    <a:pt x="0" y="0"/>
                  </a:moveTo>
                  <a:lnTo>
                    <a:pt x="0" y="207936"/>
                  </a:lnTo>
                  <a:lnTo>
                    <a:pt x="32991" y="207936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8" name="Freeform 3487">
              <a:extLst>
                <a:ext uri="{FF2B5EF4-FFF2-40B4-BE49-F238E27FC236}">
                  <a16:creationId xmlns:a16="http://schemas.microsoft.com/office/drawing/2014/main" id="{72043741-0E18-7BE8-3E78-E875B1AB9267}"/>
                </a:ext>
              </a:extLst>
            </p:cNvPr>
            <p:cNvSpPr/>
            <p:nvPr/>
          </p:nvSpPr>
          <p:spPr>
            <a:xfrm>
              <a:off x="1114148" y="4357055"/>
              <a:ext cx="32991" cy="207935"/>
            </a:xfrm>
            <a:custGeom>
              <a:avLst/>
              <a:gdLst>
                <a:gd name="csX0" fmla="*/ 0 w 32991"/>
                <a:gd name="csY0" fmla="*/ 0 h 207935"/>
                <a:gd name="csX1" fmla="*/ 0 w 32991"/>
                <a:gd name="csY1" fmla="*/ 207936 h 207935"/>
                <a:gd name="csX2" fmla="*/ 32991 w 32991"/>
                <a:gd name="csY2" fmla="*/ 207936 h 207935"/>
                <a:gd name="csX3" fmla="*/ 32991 w 32991"/>
                <a:gd name="csY3" fmla="*/ 0 h 207935"/>
                <a:gd name="csX4" fmla="*/ 0 w 32991"/>
                <a:gd name="csY4" fmla="*/ 0 h 207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207935">
                  <a:moveTo>
                    <a:pt x="0" y="0"/>
                  </a:moveTo>
                  <a:lnTo>
                    <a:pt x="0" y="207936"/>
                  </a:lnTo>
                  <a:lnTo>
                    <a:pt x="32991" y="207936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9" name="Freeform 3488">
              <a:extLst>
                <a:ext uri="{FF2B5EF4-FFF2-40B4-BE49-F238E27FC236}">
                  <a16:creationId xmlns:a16="http://schemas.microsoft.com/office/drawing/2014/main" id="{2A12ACD8-1EDD-F8E5-FAED-22402BA82ACD}"/>
                </a:ext>
              </a:extLst>
            </p:cNvPr>
            <p:cNvSpPr/>
            <p:nvPr/>
          </p:nvSpPr>
          <p:spPr>
            <a:xfrm>
              <a:off x="1147139" y="4289692"/>
              <a:ext cx="32992" cy="275299"/>
            </a:xfrm>
            <a:custGeom>
              <a:avLst/>
              <a:gdLst>
                <a:gd name="csX0" fmla="*/ 0 w 32992"/>
                <a:gd name="csY0" fmla="*/ 0 h 275299"/>
                <a:gd name="csX1" fmla="*/ 0 w 32992"/>
                <a:gd name="csY1" fmla="*/ 275299 h 275299"/>
                <a:gd name="csX2" fmla="*/ 32992 w 32992"/>
                <a:gd name="csY2" fmla="*/ 275299 h 275299"/>
                <a:gd name="csX3" fmla="*/ 32992 w 32992"/>
                <a:gd name="csY3" fmla="*/ 0 h 275299"/>
                <a:gd name="csX4" fmla="*/ 0 w 32992"/>
                <a:gd name="csY4" fmla="*/ 0 h 275299"/>
                <a:gd name="csX5" fmla="*/ 0 w 32992"/>
                <a:gd name="csY5" fmla="*/ 0 h 275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275299">
                  <a:moveTo>
                    <a:pt x="0" y="0"/>
                  </a:moveTo>
                  <a:lnTo>
                    <a:pt x="0" y="275299"/>
                  </a:lnTo>
                  <a:lnTo>
                    <a:pt x="32992" y="275299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0" name="Freeform 3489">
              <a:extLst>
                <a:ext uri="{FF2B5EF4-FFF2-40B4-BE49-F238E27FC236}">
                  <a16:creationId xmlns:a16="http://schemas.microsoft.com/office/drawing/2014/main" id="{45D29EC4-F029-BDD1-26DB-5E534B07E377}"/>
                </a:ext>
              </a:extLst>
            </p:cNvPr>
            <p:cNvSpPr/>
            <p:nvPr/>
          </p:nvSpPr>
          <p:spPr>
            <a:xfrm>
              <a:off x="1147139" y="4289692"/>
              <a:ext cx="32992" cy="275299"/>
            </a:xfrm>
            <a:custGeom>
              <a:avLst/>
              <a:gdLst>
                <a:gd name="csX0" fmla="*/ 0 w 32992"/>
                <a:gd name="csY0" fmla="*/ 0 h 275299"/>
                <a:gd name="csX1" fmla="*/ 0 w 32992"/>
                <a:gd name="csY1" fmla="*/ 275299 h 275299"/>
                <a:gd name="csX2" fmla="*/ 32992 w 32992"/>
                <a:gd name="csY2" fmla="*/ 275299 h 275299"/>
                <a:gd name="csX3" fmla="*/ 32992 w 32992"/>
                <a:gd name="csY3" fmla="*/ 0 h 275299"/>
                <a:gd name="csX4" fmla="*/ 0 w 32992"/>
                <a:gd name="csY4" fmla="*/ 0 h 2752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275299">
                  <a:moveTo>
                    <a:pt x="0" y="0"/>
                  </a:moveTo>
                  <a:lnTo>
                    <a:pt x="0" y="275299"/>
                  </a:lnTo>
                  <a:lnTo>
                    <a:pt x="32992" y="275299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1" name="Freeform 3490">
              <a:extLst>
                <a:ext uri="{FF2B5EF4-FFF2-40B4-BE49-F238E27FC236}">
                  <a16:creationId xmlns:a16="http://schemas.microsoft.com/office/drawing/2014/main" id="{912383F8-4242-8086-D0EF-5B30234453D9}"/>
                </a:ext>
              </a:extLst>
            </p:cNvPr>
            <p:cNvSpPr/>
            <p:nvPr/>
          </p:nvSpPr>
          <p:spPr>
            <a:xfrm>
              <a:off x="1180132" y="4178398"/>
              <a:ext cx="32991" cy="386592"/>
            </a:xfrm>
            <a:custGeom>
              <a:avLst/>
              <a:gdLst>
                <a:gd name="csX0" fmla="*/ 0 w 32991"/>
                <a:gd name="csY0" fmla="*/ 0 h 386592"/>
                <a:gd name="csX1" fmla="*/ 0 w 32991"/>
                <a:gd name="csY1" fmla="*/ 386593 h 386592"/>
                <a:gd name="csX2" fmla="*/ 32991 w 32991"/>
                <a:gd name="csY2" fmla="*/ 386593 h 386592"/>
                <a:gd name="csX3" fmla="*/ 32991 w 32991"/>
                <a:gd name="csY3" fmla="*/ 0 h 386592"/>
                <a:gd name="csX4" fmla="*/ 0 w 32991"/>
                <a:gd name="csY4" fmla="*/ 0 h 386592"/>
                <a:gd name="csX5" fmla="*/ 0 w 32991"/>
                <a:gd name="csY5" fmla="*/ 0 h 386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386592">
                  <a:moveTo>
                    <a:pt x="0" y="0"/>
                  </a:moveTo>
                  <a:lnTo>
                    <a:pt x="0" y="386593"/>
                  </a:lnTo>
                  <a:lnTo>
                    <a:pt x="32991" y="386593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2" name="Freeform 3491">
              <a:extLst>
                <a:ext uri="{FF2B5EF4-FFF2-40B4-BE49-F238E27FC236}">
                  <a16:creationId xmlns:a16="http://schemas.microsoft.com/office/drawing/2014/main" id="{1BCD11F5-05BF-71DE-DD8A-82AE5D5E3FCB}"/>
                </a:ext>
              </a:extLst>
            </p:cNvPr>
            <p:cNvSpPr/>
            <p:nvPr/>
          </p:nvSpPr>
          <p:spPr>
            <a:xfrm>
              <a:off x="1180132" y="4178398"/>
              <a:ext cx="32991" cy="386592"/>
            </a:xfrm>
            <a:custGeom>
              <a:avLst/>
              <a:gdLst>
                <a:gd name="csX0" fmla="*/ 0 w 32991"/>
                <a:gd name="csY0" fmla="*/ 0 h 386592"/>
                <a:gd name="csX1" fmla="*/ 0 w 32991"/>
                <a:gd name="csY1" fmla="*/ 386593 h 386592"/>
                <a:gd name="csX2" fmla="*/ 32991 w 32991"/>
                <a:gd name="csY2" fmla="*/ 386593 h 386592"/>
                <a:gd name="csX3" fmla="*/ 32991 w 32991"/>
                <a:gd name="csY3" fmla="*/ 0 h 386592"/>
                <a:gd name="csX4" fmla="*/ 0 w 32991"/>
                <a:gd name="csY4" fmla="*/ 0 h 386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386592">
                  <a:moveTo>
                    <a:pt x="0" y="0"/>
                  </a:moveTo>
                  <a:lnTo>
                    <a:pt x="0" y="386593"/>
                  </a:lnTo>
                  <a:lnTo>
                    <a:pt x="32991" y="386593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3" name="Freeform 3492">
              <a:extLst>
                <a:ext uri="{FF2B5EF4-FFF2-40B4-BE49-F238E27FC236}">
                  <a16:creationId xmlns:a16="http://schemas.microsoft.com/office/drawing/2014/main" id="{2DC95D0C-4495-CD6D-239C-3170F21690F7}"/>
                </a:ext>
              </a:extLst>
            </p:cNvPr>
            <p:cNvSpPr/>
            <p:nvPr/>
          </p:nvSpPr>
          <p:spPr>
            <a:xfrm>
              <a:off x="1213123" y="4157898"/>
              <a:ext cx="32992" cy="407093"/>
            </a:xfrm>
            <a:custGeom>
              <a:avLst/>
              <a:gdLst>
                <a:gd name="csX0" fmla="*/ 0 w 32992"/>
                <a:gd name="csY0" fmla="*/ 0 h 407093"/>
                <a:gd name="csX1" fmla="*/ 0 w 32992"/>
                <a:gd name="csY1" fmla="*/ 407093 h 407093"/>
                <a:gd name="csX2" fmla="*/ 32992 w 32992"/>
                <a:gd name="csY2" fmla="*/ 407093 h 407093"/>
                <a:gd name="csX3" fmla="*/ 32992 w 32992"/>
                <a:gd name="csY3" fmla="*/ 0 h 407093"/>
                <a:gd name="csX4" fmla="*/ 0 w 32992"/>
                <a:gd name="csY4" fmla="*/ 0 h 407093"/>
                <a:gd name="csX5" fmla="*/ 0 w 32992"/>
                <a:gd name="csY5" fmla="*/ 0 h 40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407093">
                  <a:moveTo>
                    <a:pt x="0" y="0"/>
                  </a:moveTo>
                  <a:lnTo>
                    <a:pt x="0" y="407093"/>
                  </a:lnTo>
                  <a:lnTo>
                    <a:pt x="32992" y="407093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4" name="Freeform 3493">
              <a:extLst>
                <a:ext uri="{FF2B5EF4-FFF2-40B4-BE49-F238E27FC236}">
                  <a16:creationId xmlns:a16="http://schemas.microsoft.com/office/drawing/2014/main" id="{DDECDBE7-BEAC-795C-657A-14A1B733DFEB}"/>
                </a:ext>
              </a:extLst>
            </p:cNvPr>
            <p:cNvSpPr/>
            <p:nvPr/>
          </p:nvSpPr>
          <p:spPr>
            <a:xfrm>
              <a:off x="1213123" y="4157898"/>
              <a:ext cx="32992" cy="407093"/>
            </a:xfrm>
            <a:custGeom>
              <a:avLst/>
              <a:gdLst>
                <a:gd name="csX0" fmla="*/ 0 w 32992"/>
                <a:gd name="csY0" fmla="*/ 0 h 407093"/>
                <a:gd name="csX1" fmla="*/ 0 w 32992"/>
                <a:gd name="csY1" fmla="*/ 407093 h 407093"/>
                <a:gd name="csX2" fmla="*/ 32992 w 32992"/>
                <a:gd name="csY2" fmla="*/ 407093 h 407093"/>
                <a:gd name="csX3" fmla="*/ 32992 w 32992"/>
                <a:gd name="csY3" fmla="*/ 0 h 407093"/>
                <a:gd name="csX4" fmla="*/ 0 w 32992"/>
                <a:gd name="csY4" fmla="*/ 0 h 40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407093">
                  <a:moveTo>
                    <a:pt x="0" y="0"/>
                  </a:moveTo>
                  <a:lnTo>
                    <a:pt x="0" y="407093"/>
                  </a:lnTo>
                  <a:lnTo>
                    <a:pt x="32992" y="407093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5" name="Freeform 3494">
              <a:extLst>
                <a:ext uri="{FF2B5EF4-FFF2-40B4-BE49-F238E27FC236}">
                  <a16:creationId xmlns:a16="http://schemas.microsoft.com/office/drawing/2014/main" id="{882D0F7A-5E46-784C-FD4D-90EB4A0BB777}"/>
                </a:ext>
              </a:extLst>
            </p:cNvPr>
            <p:cNvSpPr/>
            <p:nvPr/>
          </p:nvSpPr>
          <p:spPr>
            <a:xfrm>
              <a:off x="1246115" y="4002674"/>
              <a:ext cx="32991" cy="562316"/>
            </a:xfrm>
            <a:custGeom>
              <a:avLst/>
              <a:gdLst>
                <a:gd name="csX0" fmla="*/ 0 w 32991"/>
                <a:gd name="csY0" fmla="*/ 0 h 562316"/>
                <a:gd name="csX1" fmla="*/ 0 w 32991"/>
                <a:gd name="csY1" fmla="*/ 562317 h 562316"/>
                <a:gd name="csX2" fmla="*/ 32991 w 32991"/>
                <a:gd name="csY2" fmla="*/ 562317 h 562316"/>
                <a:gd name="csX3" fmla="*/ 32991 w 32991"/>
                <a:gd name="csY3" fmla="*/ 0 h 562316"/>
                <a:gd name="csX4" fmla="*/ 0 w 32991"/>
                <a:gd name="csY4" fmla="*/ 0 h 562316"/>
                <a:gd name="csX5" fmla="*/ 0 w 32991"/>
                <a:gd name="csY5" fmla="*/ 0 h 562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562316">
                  <a:moveTo>
                    <a:pt x="0" y="0"/>
                  </a:moveTo>
                  <a:lnTo>
                    <a:pt x="0" y="562317"/>
                  </a:lnTo>
                  <a:lnTo>
                    <a:pt x="32991" y="562317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6" name="Freeform 3495">
              <a:extLst>
                <a:ext uri="{FF2B5EF4-FFF2-40B4-BE49-F238E27FC236}">
                  <a16:creationId xmlns:a16="http://schemas.microsoft.com/office/drawing/2014/main" id="{2B98733B-AF1A-B1A7-534A-62A9907C4BBA}"/>
                </a:ext>
              </a:extLst>
            </p:cNvPr>
            <p:cNvSpPr/>
            <p:nvPr/>
          </p:nvSpPr>
          <p:spPr>
            <a:xfrm>
              <a:off x="1246115" y="4002674"/>
              <a:ext cx="32991" cy="562316"/>
            </a:xfrm>
            <a:custGeom>
              <a:avLst/>
              <a:gdLst>
                <a:gd name="csX0" fmla="*/ 0 w 32991"/>
                <a:gd name="csY0" fmla="*/ 0 h 562316"/>
                <a:gd name="csX1" fmla="*/ 0 w 32991"/>
                <a:gd name="csY1" fmla="*/ 562317 h 562316"/>
                <a:gd name="csX2" fmla="*/ 32991 w 32991"/>
                <a:gd name="csY2" fmla="*/ 562317 h 562316"/>
                <a:gd name="csX3" fmla="*/ 32991 w 32991"/>
                <a:gd name="csY3" fmla="*/ 0 h 562316"/>
                <a:gd name="csX4" fmla="*/ 0 w 32991"/>
                <a:gd name="csY4" fmla="*/ 0 h 562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562316">
                  <a:moveTo>
                    <a:pt x="0" y="0"/>
                  </a:moveTo>
                  <a:lnTo>
                    <a:pt x="0" y="562317"/>
                  </a:lnTo>
                  <a:lnTo>
                    <a:pt x="32991" y="562317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7" name="Freeform 3496">
              <a:extLst>
                <a:ext uri="{FF2B5EF4-FFF2-40B4-BE49-F238E27FC236}">
                  <a16:creationId xmlns:a16="http://schemas.microsoft.com/office/drawing/2014/main" id="{2B60DF26-F711-14B8-5442-4FF06601BFD6}"/>
                </a:ext>
              </a:extLst>
            </p:cNvPr>
            <p:cNvSpPr/>
            <p:nvPr/>
          </p:nvSpPr>
          <p:spPr>
            <a:xfrm>
              <a:off x="1279107" y="3838665"/>
              <a:ext cx="32992" cy="726326"/>
            </a:xfrm>
            <a:custGeom>
              <a:avLst/>
              <a:gdLst>
                <a:gd name="csX0" fmla="*/ 0 w 32992"/>
                <a:gd name="csY0" fmla="*/ 0 h 726326"/>
                <a:gd name="csX1" fmla="*/ 0 w 32992"/>
                <a:gd name="csY1" fmla="*/ 726326 h 726326"/>
                <a:gd name="csX2" fmla="*/ 32992 w 32992"/>
                <a:gd name="csY2" fmla="*/ 726326 h 726326"/>
                <a:gd name="csX3" fmla="*/ 32992 w 32992"/>
                <a:gd name="csY3" fmla="*/ 0 h 726326"/>
                <a:gd name="csX4" fmla="*/ 0 w 32992"/>
                <a:gd name="csY4" fmla="*/ 0 h 726326"/>
                <a:gd name="csX5" fmla="*/ 0 w 32992"/>
                <a:gd name="csY5" fmla="*/ 0 h 726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726326">
                  <a:moveTo>
                    <a:pt x="0" y="0"/>
                  </a:moveTo>
                  <a:lnTo>
                    <a:pt x="0" y="726326"/>
                  </a:lnTo>
                  <a:lnTo>
                    <a:pt x="32992" y="726326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8" name="Freeform 3497">
              <a:extLst>
                <a:ext uri="{FF2B5EF4-FFF2-40B4-BE49-F238E27FC236}">
                  <a16:creationId xmlns:a16="http://schemas.microsoft.com/office/drawing/2014/main" id="{E5FC9F12-E4B8-1A9E-6025-EFF4BAAFD00C}"/>
                </a:ext>
              </a:extLst>
            </p:cNvPr>
            <p:cNvSpPr/>
            <p:nvPr/>
          </p:nvSpPr>
          <p:spPr>
            <a:xfrm>
              <a:off x="1279107" y="3838665"/>
              <a:ext cx="32992" cy="726326"/>
            </a:xfrm>
            <a:custGeom>
              <a:avLst/>
              <a:gdLst>
                <a:gd name="csX0" fmla="*/ 0 w 32992"/>
                <a:gd name="csY0" fmla="*/ 0 h 726326"/>
                <a:gd name="csX1" fmla="*/ 0 w 32992"/>
                <a:gd name="csY1" fmla="*/ 726326 h 726326"/>
                <a:gd name="csX2" fmla="*/ 32992 w 32992"/>
                <a:gd name="csY2" fmla="*/ 726326 h 726326"/>
                <a:gd name="csX3" fmla="*/ 32992 w 32992"/>
                <a:gd name="csY3" fmla="*/ 0 h 726326"/>
                <a:gd name="csX4" fmla="*/ 0 w 32992"/>
                <a:gd name="csY4" fmla="*/ 0 h 726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726326">
                  <a:moveTo>
                    <a:pt x="0" y="0"/>
                  </a:moveTo>
                  <a:lnTo>
                    <a:pt x="0" y="726326"/>
                  </a:lnTo>
                  <a:lnTo>
                    <a:pt x="32992" y="726326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9" name="Freeform 3498">
              <a:extLst>
                <a:ext uri="{FF2B5EF4-FFF2-40B4-BE49-F238E27FC236}">
                  <a16:creationId xmlns:a16="http://schemas.microsoft.com/office/drawing/2014/main" id="{955539E9-1614-CFF8-CBE6-EC6925FFC207}"/>
                </a:ext>
              </a:extLst>
            </p:cNvPr>
            <p:cNvSpPr/>
            <p:nvPr/>
          </p:nvSpPr>
          <p:spPr>
            <a:xfrm>
              <a:off x="1312099" y="3721515"/>
              <a:ext cx="32991" cy="843476"/>
            </a:xfrm>
            <a:custGeom>
              <a:avLst/>
              <a:gdLst>
                <a:gd name="csX0" fmla="*/ 0 w 32991"/>
                <a:gd name="csY0" fmla="*/ 0 h 843476"/>
                <a:gd name="csX1" fmla="*/ 0 w 32991"/>
                <a:gd name="csY1" fmla="*/ 843476 h 843476"/>
                <a:gd name="csX2" fmla="*/ 32991 w 32991"/>
                <a:gd name="csY2" fmla="*/ 843476 h 843476"/>
                <a:gd name="csX3" fmla="*/ 32991 w 32991"/>
                <a:gd name="csY3" fmla="*/ 0 h 843476"/>
                <a:gd name="csX4" fmla="*/ 0 w 32991"/>
                <a:gd name="csY4" fmla="*/ 0 h 843476"/>
                <a:gd name="csX5" fmla="*/ 0 w 32991"/>
                <a:gd name="csY5" fmla="*/ 0 h 843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843476">
                  <a:moveTo>
                    <a:pt x="0" y="0"/>
                  </a:moveTo>
                  <a:lnTo>
                    <a:pt x="0" y="843476"/>
                  </a:lnTo>
                  <a:lnTo>
                    <a:pt x="32991" y="843476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0" name="Freeform 3499">
              <a:extLst>
                <a:ext uri="{FF2B5EF4-FFF2-40B4-BE49-F238E27FC236}">
                  <a16:creationId xmlns:a16="http://schemas.microsoft.com/office/drawing/2014/main" id="{8A4F57CC-157B-4365-A104-9374A14BA4C5}"/>
                </a:ext>
              </a:extLst>
            </p:cNvPr>
            <p:cNvSpPr/>
            <p:nvPr/>
          </p:nvSpPr>
          <p:spPr>
            <a:xfrm>
              <a:off x="1312099" y="3721515"/>
              <a:ext cx="32991" cy="843476"/>
            </a:xfrm>
            <a:custGeom>
              <a:avLst/>
              <a:gdLst>
                <a:gd name="csX0" fmla="*/ 0 w 32991"/>
                <a:gd name="csY0" fmla="*/ 0 h 843476"/>
                <a:gd name="csX1" fmla="*/ 0 w 32991"/>
                <a:gd name="csY1" fmla="*/ 843476 h 843476"/>
                <a:gd name="csX2" fmla="*/ 32991 w 32991"/>
                <a:gd name="csY2" fmla="*/ 843476 h 843476"/>
                <a:gd name="csX3" fmla="*/ 32991 w 32991"/>
                <a:gd name="csY3" fmla="*/ 0 h 843476"/>
                <a:gd name="csX4" fmla="*/ 0 w 32991"/>
                <a:gd name="csY4" fmla="*/ 0 h 8434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843476">
                  <a:moveTo>
                    <a:pt x="0" y="0"/>
                  </a:moveTo>
                  <a:lnTo>
                    <a:pt x="0" y="843476"/>
                  </a:lnTo>
                  <a:lnTo>
                    <a:pt x="32991" y="843476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1" name="Freeform 3500">
              <a:extLst>
                <a:ext uri="{FF2B5EF4-FFF2-40B4-BE49-F238E27FC236}">
                  <a16:creationId xmlns:a16="http://schemas.microsoft.com/office/drawing/2014/main" id="{DEA6F688-DA9E-19AD-5CC0-D36E91502255}"/>
                </a:ext>
              </a:extLst>
            </p:cNvPr>
            <p:cNvSpPr/>
            <p:nvPr/>
          </p:nvSpPr>
          <p:spPr>
            <a:xfrm>
              <a:off x="1345090" y="3557506"/>
              <a:ext cx="32992" cy="1007485"/>
            </a:xfrm>
            <a:custGeom>
              <a:avLst/>
              <a:gdLst>
                <a:gd name="csX0" fmla="*/ 0 w 32992"/>
                <a:gd name="csY0" fmla="*/ 0 h 1007485"/>
                <a:gd name="csX1" fmla="*/ 0 w 32992"/>
                <a:gd name="csY1" fmla="*/ 1007485 h 1007485"/>
                <a:gd name="csX2" fmla="*/ 32992 w 32992"/>
                <a:gd name="csY2" fmla="*/ 1007485 h 1007485"/>
                <a:gd name="csX3" fmla="*/ 32992 w 32992"/>
                <a:gd name="csY3" fmla="*/ 0 h 1007485"/>
                <a:gd name="csX4" fmla="*/ 0 w 32992"/>
                <a:gd name="csY4" fmla="*/ 0 h 1007485"/>
                <a:gd name="csX5" fmla="*/ 0 w 32992"/>
                <a:gd name="csY5" fmla="*/ 0 h 1007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1007485">
                  <a:moveTo>
                    <a:pt x="0" y="0"/>
                  </a:moveTo>
                  <a:lnTo>
                    <a:pt x="0" y="1007485"/>
                  </a:lnTo>
                  <a:lnTo>
                    <a:pt x="32992" y="1007485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2" name="Freeform 3501">
              <a:extLst>
                <a:ext uri="{FF2B5EF4-FFF2-40B4-BE49-F238E27FC236}">
                  <a16:creationId xmlns:a16="http://schemas.microsoft.com/office/drawing/2014/main" id="{69E53F4D-929E-2F07-8FFA-D677153E0A7F}"/>
                </a:ext>
              </a:extLst>
            </p:cNvPr>
            <p:cNvSpPr/>
            <p:nvPr/>
          </p:nvSpPr>
          <p:spPr>
            <a:xfrm>
              <a:off x="1345090" y="3557506"/>
              <a:ext cx="32992" cy="1007485"/>
            </a:xfrm>
            <a:custGeom>
              <a:avLst/>
              <a:gdLst>
                <a:gd name="csX0" fmla="*/ 0 w 32992"/>
                <a:gd name="csY0" fmla="*/ 0 h 1007485"/>
                <a:gd name="csX1" fmla="*/ 0 w 32992"/>
                <a:gd name="csY1" fmla="*/ 1007485 h 1007485"/>
                <a:gd name="csX2" fmla="*/ 32992 w 32992"/>
                <a:gd name="csY2" fmla="*/ 1007485 h 1007485"/>
                <a:gd name="csX3" fmla="*/ 32992 w 32992"/>
                <a:gd name="csY3" fmla="*/ 0 h 1007485"/>
                <a:gd name="csX4" fmla="*/ 0 w 32992"/>
                <a:gd name="csY4" fmla="*/ 0 h 1007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1007485">
                  <a:moveTo>
                    <a:pt x="0" y="0"/>
                  </a:moveTo>
                  <a:lnTo>
                    <a:pt x="0" y="1007485"/>
                  </a:lnTo>
                  <a:lnTo>
                    <a:pt x="32992" y="1007485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3" name="Freeform 3502">
              <a:extLst>
                <a:ext uri="{FF2B5EF4-FFF2-40B4-BE49-F238E27FC236}">
                  <a16:creationId xmlns:a16="http://schemas.microsoft.com/office/drawing/2014/main" id="{F95CA320-3793-ED51-0A1D-5789305496D1}"/>
                </a:ext>
              </a:extLst>
            </p:cNvPr>
            <p:cNvSpPr/>
            <p:nvPr/>
          </p:nvSpPr>
          <p:spPr>
            <a:xfrm>
              <a:off x="1378083" y="3522361"/>
              <a:ext cx="32991" cy="1042629"/>
            </a:xfrm>
            <a:custGeom>
              <a:avLst/>
              <a:gdLst>
                <a:gd name="csX0" fmla="*/ 0 w 32991"/>
                <a:gd name="csY0" fmla="*/ 0 h 1042629"/>
                <a:gd name="csX1" fmla="*/ 0 w 32991"/>
                <a:gd name="csY1" fmla="*/ 1042630 h 1042629"/>
                <a:gd name="csX2" fmla="*/ 32991 w 32991"/>
                <a:gd name="csY2" fmla="*/ 1042630 h 1042629"/>
                <a:gd name="csX3" fmla="*/ 32991 w 32991"/>
                <a:gd name="csY3" fmla="*/ 0 h 1042629"/>
                <a:gd name="csX4" fmla="*/ 0 w 32991"/>
                <a:gd name="csY4" fmla="*/ 0 h 1042629"/>
                <a:gd name="csX5" fmla="*/ 0 w 32991"/>
                <a:gd name="csY5" fmla="*/ 0 h 1042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1" h="1042629">
                  <a:moveTo>
                    <a:pt x="0" y="0"/>
                  </a:moveTo>
                  <a:lnTo>
                    <a:pt x="0" y="1042630"/>
                  </a:lnTo>
                  <a:lnTo>
                    <a:pt x="32991" y="1042630"/>
                  </a:lnTo>
                  <a:lnTo>
                    <a:pt x="329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4" name="Freeform 3503">
              <a:extLst>
                <a:ext uri="{FF2B5EF4-FFF2-40B4-BE49-F238E27FC236}">
                  <a16:creationId xmlns:a16="http://schemas.microsoft.com/office/drawing/2014/main" id="{8884874C-4E22-D705-9B30-98DD1B57773B}"/>
                </a:ext>
              </a:extLst>
            </p:cNvPr>
            <p:cNvSpPr/>
            <p:nvPr/>
          </p:nvSpPr>
          <p:spPr>
            <a:xfrm>
              <a:off x="1378083" y="3522361"/>
              <a:ext cx="32991" cy="1042629"/>
            </a:xfrm>
            <a:custGeom>
              <a:avLst/>
              <a:gdLst>
                <a:gd name="csX0" fmla="*/ 0 w 32991"/>
                <a:gd name="csY0" fmla="*/ 0 h 1042629"/>
                <a:gd name="csX1" fmla="*/ 0 w 32991"/>
                <a:gd name="csY1" fmla="*/ 1042630 h 1042629"/>
                <a:gd name="csX2" fmla="*/ 32991 w 32991"/>
                <a:gd name="csY2" fmla="*/ 1042630 h 1042629"/>
                <a:gd name="csX3" fmla="*/ 32991 w 32991"/>
                <a:gd name="csY3" fmla="*/ 0 h 1042629"/>
                <a:gd name="csX4" fmla="*/ 0 w 32991"/>
                <a:gd name="csY4" fmla="*/ 0 h 1042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1" h="1042629">
                  <a:moveTo>
                    <a:pt x="0" y="0"/>
                  </a:moveTo>
                  <a:lnTo>
                    <a:pt x="0" y="1042630"/>
                  </a:lnTo>
                  <a:lnTo>
                    <a:pt x="32991" y="1042630"/>
                  </a:lnTo>
                  <a:lnTo>
                    <a:pt x="32991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5" name="Freeform 3504">
              <a:extLst>
                <a:ext uri="{FF2B5EF4-FFF2-40B4-BE49-F238E27FC236}">
                  <a16:creationId xmlns:a16="http://schemas.microsoft.com/office/drawing/2014/main" id="{CAC08A75-9A4E-7202-E928-85D67E1D50BF}"/>
                </a:ext>
              </a:extLst>
            </p:cNvPr>
            <p:cNvSpPr/>
            <p:nvPr/>
          </p:nvSpPr>
          <p:spPr>
            <a:xfrm>
              <a:off x="1411074" y="3375924"/>
              <a:ext cx="32992" cy="1189067"/>
            </a:xfrm>
            <a:custGeom>
              <a:avLst/>
              <a:gdLst>
                <a:gd name="csX0" fmla="*/ 0 w 32992"/>
                <a:gd name="csY0" fmla="*/ 0 h 1189067"/>
                <a:gd name="csX1" fmla="*/ 0 w 32992"/>
                <a:gd name="csY1" fmla="*/ 1189067 h 1189067"/>
                <a:gd name="csX2" fmla="*/ 32992 w 32992"/>
                <a:gd name="csY2" fmla="*/ 1189067 h 1189067"/>
                <a:gd name="csX3" fmla="*/ 32992 w 32992"/>
                <a:gd name="csY3" fmla="*/ 0 h 1189067"/>
                <a:gd name="csX4" fmla="*/ 0 w 32992"/>
                <a:gd name="csY4" fmla="*/ 0 h 1189067"/>
                <a:gd name="csX5" fmla="*/ 0 w 32992"/>
                <a:gd name="csY5" fmla="*/ 0 h 1189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2" h="1189067">
                  <a:moveTo>
                    <a:pt x="0" y="0"/>
                  </a:moveTo>
                  <a:lnTo>
                    <a:pt x="0" y="1189067"/>
                  </a:lnTo>
                  <a:lnTo>
                    <a:pt x="32992" y="1189067"/>
                  </a:lnTo>
                  <a:lnTo>
                    <a:pt x="329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6" name="Freeform 3505">
              <a:extLst>
                <a:ext uri="{FF2B5EF4-FFF2-40B4-BE49-F238E27FC236}">
                  <a16:creationId xmlns:a16="http://schemas.microsoft.com/office/drawing/2014/main" id="{2826802B-AEE7-DAE2-79EF-A1994E43E5C5}"/>
                </a:ext>
              </a:extLst>
            </p:cNvPr>
            <p:cNvSpPr/>
            <p:nvPr/>
          </p:nvSpPr>
          <p:spPr>
            <a:xfrm>
              <a:off x="1411074" y="3375924"/>
              <a:ext cx="32992" cy="1189067"/>
            </a:xfrm>
            <a:custGeom>
              <a:avLst/>
              <a:gdLst>
                <a:gd name="csX0" fmla="*/ 0 w 32992"/>
                <a:gd name="csY0" fmla="*/ 0 h 1189067"/>
                <a:gd name="csX1" fmla="*/ 0 w 32992"/>
                <a:gd name="csY1" fmla="*/ 1189067 h 1189067"/>
                <a:gd name="csX2" fmla="*/ 32992 w 32992"/>
                <a:gd name="csY2" fmla="*/ 1189067 h 1189067"/>
                <a:gd name="csX3" fmla="*/ 32992 w 32992"/>
                <a:gd name="csY3" fmla="*/ 0 h 1189067"/>
                <a:gd name="csX4" fmla="*/ 0 w 32992"/>
                <a:gd name="csY4" fmla="*/ 0 h 1189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2" h="1189067">
                  <a:moveTo>
                    <a:pt x="0" y="0"/>
                  </a:moveTo>
                  <a:lnTo>
                    <a:pt x="0" y="1189067"/>
                  </a:lnTo>
                  <a:lnTo>
                    <a:pt x="32992" y="1189067"/>
                  </a:lnTo>
                  <a:lnTo>
                    <a:pt x="32992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7" name="Freeform 3506">
              <a:extLst>
                <a:ext uri="{FF2B5EF4-FFF2-40B4-BE49-F238E27FC236}">
                  <a16:creationId xmlns:a16="http://schemas.microsoft.com/office/drawing/2014/main" id="{7BE90845-E770-DC44-2BAB-7072E0C1D13C}"/>
                </a:ext>
              </a:extLst>
            </p:cNvPr>
            <p:cNvSpPr/>
            <p:nvPr/>
          </p:nvSpPr>
          <p:spPr>
            <a:xfrm>
              <a:off x="1444066" y="3255846"/>
              <a:ext cx="32990" cy="1309144"/>
            </a:xfrm>
            <a:custGeom>
              <a:avLst/>
              <a:gdLst>
                <a:gd name="csX0" fmla="*/ 0 w 32990"/>
                <a:gd name="csY0" fmla="*/ 0 h 1309144"/>
                <a:gd name="csX1" fmla="*/ 0 w 32990"/>
                <a:gd name="csY1" fmla="*/ 1309145 h 1309144"/>
                <a:gd name="csX2" fmla="*/ 32990 w 32990"/>
                <a:gd name="csY2" fmla="*/ 1309145 h 1309144"/>
                <a:gd name="csX3" fmla="*/ 32990 w 32990"/>
                <a:gd name="csY3" fmla="*/ 0 h 1309144"/>
                <a:gd name="csX4" fmla="*/ 0 w 32990"/>
                <a:gd name="csY4" fmla="*/ 0 h 1309144"/>
                <a:gd name="csX5" fmla="*/ 0 w 32990"/>
                <a:gd name="csY5" fmla="*/ 0 h 130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0" h="1309144">
                  <a:moveTo>
                    <a:pt x="0" y="0"/>
                  </a:moveTo>
                  <a:lnTo>
                    <a:pt x="0" y="1309145"/>
                  </a:lnTo>
                  <a:lnTo>
                    <a:pt x="32990" y="1309145"/>
                  </a:lnTo>
                  <a:lnTo>
                    <a:pt x="329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8" name="Freeform 3507">
              <a:extLst>
                <a:ext uri="{FF2B5EF4-FFF2-40B4-BE49-F238E27FC236}">
                  <a16:creationId xmlns:a16="http://schemas.microsoft.com/office/drawing/2014/main" id="{8715E63A-3678-03CA-33B2-4EF37F896541}"/>
                </a:ext>
              </a:extLst>
            </p:cNvPr>
            <p:cNvSpPr/>
            <p:nvPr/>
          </p:nvSpPr>
          <p:spPr>
            <a:xfrm>
              <a:off x="1444066" y="3255846"/>
              <a:ext cx="32990" cy="1309144"/>
            </a:xfrm>
            <a:custGeom>
              <a:avLst/>
              <a:gdLst>
                <a:gd name="csX0" fmla="*/ 0 w 32990"/>
                <a:gd name="csY0" fmla="*/ 0 h 1309144"/>
                <a:gd name="csX1" fmla="*/ 0 w 32990"/>
                <a:gd name="csY1" fmla="*/ 1309145 h 1309144"/>
                <a:gd name="csX2" fmla="*/ 32990 w 32990"/>
                <a:gd name="csY2" fmla="*/ 1309145 h 1309144"/>
                <a:gd name="csX3" fmla="*/ 32990 w 32990"/>
                <a:gd name="csY3" fmla="*/ 0 h 1309144"/>
                <a:gd name="csX4" fmla="*/ 0 w 32990"/>
                <a:gd name="csY4" fmla="*/ 0 h 1309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0" h="1309144">
                  <a:moveTo>
                    <a:pt x="0" y="0"/>
                  </a:moveTo>
                  <a:lnTo>
                    <a:pt x="0" y="1309145"/>
                  </a:lnTo>
                  <a:lnTo>
                    <a:pt x="32990" y="1309145"/>
                  </a:lnTo>
                  <a:lnTo>
                    <a:pt x="32990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9" name="Freeform 3508">
              <a:extLst>
                <a:ext uri="{FF2B5EF4-FFF2-40B4-BE49-F238E27FC236}">
                  <a16:creationId xmlns:a16="http://schemas.microsoft.com/office/drawing/2014/main" id="{EBCE7969-1DCA-1D78-628F-FECD6E39E7BD}"/>
                </a:ext>
              </a:extLst>
            </p:cNvPr>
            <p:cNvSpPr/>
            <p:nvPr/>
          </p:nvSpPr>
          <p:spPr>
            <a:xfrm>
              <a:off x="1477057" y="3261704"/>
              <a:ext cx="32995" cy="1303287"/>
            </a:xfrm>
            <a:custGeom>
              <a:avLst/>
              <a:gdLst>
                <a:gd name="csX0" fmla="*/ 0 w 32995"/>
                <a:gd name="csY0" fmla="*/ 0 h 1303287"/>
                <a:gd name="csX1" fmla="*/ 0 w 32995"/>
                <a:gd name="csY1" fmla="*/ 1303287 h 1303287"/>
                <a:gd name="csX2" fmla="*/ 32996 w 32995"/>
                <a:gd name="csY2" fmla="*/ 1303287 h 1303287"/>
                <a:gd name="csX3" fmla="*/ 32996 w 32995"/>
                <a:gd name="csY3" fmla="*/ 0 h 1303287"/>
                <a:gd name="csX4" fmla="*/ 0 w 32995"/>
                <a:gd name="csY4" fmla="*/ 0 h 1303287"/>
                <a:gd name="csX5" fmla="*/ 0 w 32995"/>
                <a:gd name="csY5" fmla="*/ 0 h 1303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303287">
                  <a:moveTo>
                    <a:pt x="0" y="0"/>
                  </a:moveTo>
                  <a:lnTo>
                    <a:pt x="0" y="1303287"/>
                  </a:lnTo>
                  <a:lnTo>
                    <a:pt x="32996" y="1303287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0" name="Freeform 3509">
              <a:extLst>
                <a:ext uri="{FF2B5EF4-FFF2-40B4-BE49-F238E27FC236}">
                  <a16:creationId xmlns:a16="http://schemas.microsoft.com/office/drawing/2014/main" id="{DCF19A5D-6CFF-19F7-745E-EEC497E125BE}"/>
                </a:ext>
              </a:extLst>
            </p:cNvPr>
            <p:cNvSpPr/>
            <p:nvPr/>
          </p:nvSpPr>
          <p:spPr>
            <a:xfrm>
              <a:off x="1477057" y="3261704"/>
              <a:ext cx="32995" cy="1303287"/>
            </a:xfrm>
            <a:custGeom>
              <a:avLst/>
              <a:gdLst>
                <a:gd name="csX0" fmla="*/ 0 w 32995"/>
                <a:gd name="csY0" fmla="*/ 0 h 1303287"/>
                <a:gd name="csX1" fmla="*/ 0 w 32995"/>
                <a:gd name="csY1" fmla="*/ 1303287 h 1303287"/>
                <a:gd name="csX2" fmla="*/ 32996 w 32995"/>
                <a:gd name="csY2" fmla="*/ 1303287 h 1303287"/>
                <a:gd name="csX3" fmla="*/ 32996 w 32995"/>
                <a:gd name="csY3" fmla="*/ 0 h 1303287"/>
                <a:gd name="csX4" fmla="*/ 0 w 32995"/>
                <a:gd name="csY4" fmla="*/ 0 h 1303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303287">
                  <a:moveTo>
                    <a:pt x="0" y="0"/>
                  </a:moveTo>
                  <a:lnTo>
                    <a:pt x="0" y="1303287"/>
                  </a:lnTo>
                  <a:lnTo>
                    <a:pt x="32996" y="1303287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1" name="Freeform 3510">
              <a:extLst>
                <a:ext uri="{FF2B5EF4-FFF2-40B4-BE49-F238E27FC236}">
                  <a16:creationId xmlns:a16="http://schemas.microsoft.com/office/drawing/2014/main" id="{245C05A2-C9F0-EBCD-2618-09C2626E39FD}"/>
                </a:ext>
              </a:extLst>
            </p:cNvPr>
            <p:cNvSpPr/>
            <p:nvPr/>
          </p:nvSpPr>
          <p:spPr>
            <a:xfrm>
              <a:off x="1510053" y="3217772"/>
              <a:ext cx="32984" cy="1347218"/>
            </a:xfrm>
            <a:custGeom>
              <a:avLst/>
              <a:gdLst>
                <a:gd name="csX0" fmla="*/ 0 w 32984"/>
                <a:gd name="csY0" fmla="*/ 0 h 1347218"/>
                <a:gd name="csX1" fmla="*/ 0 w 32984"/>
                <a:gd name="csY1" fmla="*/ 1347219 h 1347218"/>
                <a:gd name="csX2" fmla="*/ 32984 w 32984"/>
                <a:gd name="csY2" fmla="*/ 1347219 h 1347218"/>
                <a:gd name="csX3" fmla="*/ 32984 w 32984"/>
                <a:gd name="csY3" fmla="*/ 0 h 1347218"/>
                <a:gd name="csX4" fmla="*/ 0 w 32984"/>
                <a:gd name="csY4" fmla="*/ 0 h 1347218"/>
                <a:gd name="csX5" fmla="*/ 0 w 32984"/>
                <a:gd name="csY5" fmla="*/ 0 h 1347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347218">
                  <a:moveTo>
                    <a:pt x="0" y="0"/>
                  </a:moveTo>
                  <a:lnTo>
                    <a:pt x="0" y="1347219"/>
                  </a:lnTo>
                  <a:lnTo>
                    <a:pt x="32984" y="1347219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2" name="Freeform 3511">
              <a:extLst>
                <a:ext uri="{FF2B5EF4-FFF2-40B4-BE49-F238E27FC236}">
                  <a16:creationId xmlns:a16="http://schemas.microsoft.com/office/drawing/2014/main" id="{52C7A81C-F489-4C79-940A-560DE6995B0A}"/>
                </a:ext>
              </a:extLst>
            </p:cNvPr>
            <p:cNvSpPr/>
            <p:nvPr/>
          </p:nvSpPr>
          <p:spPr>
            <a:xfrm>
              <a:off x="1510053" y="3217772"/>
              <a:ext cx="32984" cy="1347218"/>
            </a:xfrm>
            <a:custGeom>
              <a:avLst/>
              <a:gdLst>
                <a:gd name="csX0" fmla="*/ 0 w 32984"/>
                <a:gd name="csY0" fmla="*/ 0 h 1347218"/>
                <a:gd name="csX1" fmla="*/ 0 w 32984"/>
                <a:gd name="csY1" fmla="*/ 1347219 h 1347218"/>
                <a:gd name="csX2" fmla="*/ 32984 w 32984"/>
                <a:gd name="csY2" fmla="*/ 1347219 h 1347218"/>
                <a:gd name="csX3" fmla="*/ 32984 w 32984"/>
                <a:gd name="csY3" fmla="*/ 0 h 1347218"/>
                <a:gd name="csX4" fmla="*/ 0 w 32984"/>
                <a:gd name="csY4" fmla="*/ 0 h 1347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347218">
                  <a:moveTo>
                    <a:pt x="0" y="0"/>
                  </a:moveTo>
                  <a:lnTo>
                    <a:pt x="0" y="1347219"/>
                  </a:lnTo>
                  <a:lnTo>
                    <a:pt x="32984" y="1347219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3" name="Freeform 3512">
              <a:extLst>
                <a:ext uri="{FF2B5EF4-FFF2-40B4-BE49-F238E27FC236}">
                  <a16:creationId xmlns:a16="http://schemas.microsoft.com/office/drawing/2014/main" id="{F87CFF57-EC8D-2275-D9E4-9E8C7A755308}"/>
                </a:ext>
              </a:extLst>
            </p:cNvPr>
            <p:cNvSpPr/>
            <p:nvPr/>
          </p:nvSpPr>
          <p:spPr>
            <a:xfrm>
              <a:off x="1543037" y="3071335"/>
              <a:ext cx="32995" cy="1493655"/>
            </a:xfrm>
            <a:custGeom>
              <a:avLst/>
              <a:gdLst>
                <a:gd name="csX0" fmla="*/ 0 w 32995"/>
                <a:gd name="csY0" fmla="*/ 0 h 1493655"/>
                <a:gd name="csX1" fmla="*/ 0 w 32995"/>
                <a:gd name="csY1" fmla="*/ 1493656 h 1493655"/>
                <a:gd name="csX2" fmla="*/ 32996 w 32995"/>
                <a:gd name="csY2" fmla="*/ 1493656 h 1493655"/>
                <a:gd name="csX3" fmla="*/ 32996 w 32995"/>
                <a:gd name="csY3" fmla="*/ 0 h 1493655"/>
                <a:gd name="csX4" fmla="*/ 0 w 32995"/>
                <a:gd name="csY4" fmla="*/ 0 h 1493655"/>
                <a:gd name="csX5" fmla="*/ 0 w 32995"/>
                <a:gd name="csY5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493655">
                  <a:moveTo>
                    <a:pt x="0" y="0"/>
                  </a:moveTo>
                  <a:lnTo>
                    <a:pt x="0" y="1493656"/>
                  </a:lnTo>
                  <a:lnTo>
                    <a:pt x="32996" y="1493656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4" name="Freeform 3513">
              <a:extLst>
                <a:ext uri="{FF2B5EF4-FFF2-40B4-BE49-F238E27FC236}">
                  <a16:creationId xmlns:a16="http://schemas.microsoft.com/office/drawing/2014/main" id="{45422CE4-8835-BDC9-42EF-5F15AAD1F550}"/>
                </a:ext>
              </a:extLst>
            </p:cNvPr>
            <p:cNvSpPr/>
            <p:nvPr/>
          </p:nvSpPr>
          <p:spPr>
            <a:xfrm>
              <a:off x="1543037" y="3071335"/>
              <a:ext cx="32995" cy="1493655"/>
            </a:xfrm>
            <a:custGeom>
              <a:avLst/>
              <a:gdLst>
                <a:gd name="csX0" fmla="*/ 0 w 32995"/>
                <a:gd name="csY0" fmla="*/ 0 h 1493655"/>
                <a:gd name="csX1" fmla="*/ 0 w 32995"/>
                <a:gd name="csY1" fmla="*/ 1493656 h 1493655"/>
                <a:gd name="csX2" fmla="*/ 32996 w 32995"/>
                <a:gd name="csY2" fmla="*/ 1493656 h 1493655"/>
                <a:gd name="csX3" fmla="*/ 32996 w 32995"/>
                <a:gd name="csY3" fmla="*/ 0 h 1493655"/>
                <a:gd name="csX4" fmla="*/ 0 w 32995"/>
                <a:gd name="csY4" fmla="*/ 0 h 1493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493655">
                  <a:moveTo>
                    <a:pt x="0" y="0"/>
                  </a:moveTo>
                  <a:lnTo>
                    <a:pt x="0" y="1493656"/>
                  </a:lnTo>
                  <a:lnTo>
                    <a:pt x="32996" y="1493656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5" name="Freeform 3514">
              <a:extLst>
                <a:ext uri="{FF2B5EF4-FFF2-40B4-BE49-F238E27FC236}">
                  <a16:creationId xmlns:a16="http://schemas.microsoft.com/office/drawing/2014/main" id="{547C128A-E6D2-0337-DBBB-6C27CAA79262}"/>
                </a:ext>
              </a:extLst>
            </p:cNvPr>
            <p:cNvSpPr/>
            <p:nvPr/>
          </p:nvSpPr>
          <p:spPr>
            <a:xfrm>
              <a:off x="1576033" y="3153340"/>
              <a:ext cx="32995" cy="1411650"/>
            </a:xfrm>
            <a:custGeom>
              <a:avLst/>
              <a:gdLst>
                <a:gd name="csX0" fmla="*/ 0 w 32995"/>
                <a:gd name="csY0" fmla="*/ 0 h 1411650"/>
                <a:gd name="csX1" fmla="*/ 0 w 32995"/>
                <a:gd name="csY1" fmla="*/ 1411651 h 1411650"/>
                <a:gd name="csX2" fmla="*/ 32996 w 32995"/>
                <a:gd name="csY2" fmla="*/ 1411651 h 1411650"/>
                <a:gd name="csX3" fmla="*/ 32996 w 32995"/>
                <a:gd name="csY3" fmla="*/ 0 h 1411650"/>
                <a:gd name="csX4" fmla="*/ 0 w 32995"/>
                <a:gd name="csY4" fmla="*/ 0 h 1411650"/>
                <a:gd name="csX5" fmla="*/ 0 w 32995"/>
                <a:gd name="csY5" fmla="*/ 0 h 1411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411650">
                  <a:moveTo>
                    <a:pt x="0" y="0"/>
                  </a:moveTo>
                  <a:lnTo>
                    <a:pt x="0" y="1411651"/>
                  </a:lnTo>
                  <a:lnTo>
                    <a:pt x="32996" y="1411651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6" name="Freeform 3515">
              <a:extLst>
                <a:ext uri="{FF2B5EF4-FFF2-40B4-BE49-F238E27FC236}">
                  <a16:creationId xmlns:a16="http://schemas.microsoft.com/office/drawing/2014/main" id="{8E940831-5EC0-D864-D416-2AC7EF9A5D70}"/>
                </a:ext>
              </a:extLst>
            </p:cNvPr>
            <p:cNvSpPr/>
            <p:nvPr/>
          </p:nvSpPr>
          <p:spPr>
            <a:xfrm>
              <a:off x="1576033" y="3153340"/>
              <a:ext cx="32995" cy="1411650"/>
            </a:xfrm>
            <a:custGeom>
              <a:avLst/>
              <a:gdLst>
                <a:gd name="csX0" fmla="*/ 0 w 32995"/>
                <a:gd name="csY0" fmla="*/ 0 h 1411650"/>
                <a:gd name="csX1" fmla="*/ 0 w 32995"/>
                <a:gd name="csY1" fmla="*/ 1411651 h 1411650"/>
                <a:gd name="csX2" fmla="*/ 32996 w 32995"/>
                <a:gd name="csY2" fmla="*/ 1411651 h 1411650"/>
                <a:gd name="csX3" fmla="*/ 32996 w 32995"/>
                <a:gd name="csY3" fmla="*/ 0 h 1411650"/>
                <a:gd name="csX4" fmla="*/ 0 w 32995"/>
                <a:gd name="csY4" fmla="*/ 0 h 1411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411650">
                  <a:moveTo>
                    <a:pt x="0" y="0"/>
                  </a:moveTo>
                  <a:lnTo>
                    <a:pt x="0" y="1411651"/>
                  </a:lnTo>
                  <a:lnTo>
                    <a:pt x="32996" y="1411651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7" name="Freeform 3516">
              <a:extLst>
                <a:ext uri="{FF2B5EF4-FFF2-40B4-BE49-F238E27FC236}">
                  <a16:creationId xmlns:a16="http://schemas.microsoft.com/office/drawing/2014/main" id="{D3265280-5C96-382F-92C7-6ACF54340967}"/>
                </a:ext>
              </a:extLst>
            </p:cNvPr>
            <p:cNvSpPr/>
            <p:nvPr/>
          </p:nvSpPr>
          <p:spPr>
            <a:xfrm>
              <a:off x="1609029" y="3144554"/>
              <a:ext cx="32984" cy="1420437"/>
            </a:xfrm>
            <a:custGeom>
              <a:avLst/>
              <a:gdLst>
                <a:gd name="csX0" fmla="*/ 0 w 32984"/>
                <a:gd name="csY0" fmla="*/ 0 h 1420437"/>
                <a:gd name="csX1" fmla="*/ 0 w 32984"/>
                <a:gd name="csY1" fmla="*/ 1420437 h 1420437"/>
                <a:gd name="csX2" fmla="*/ 32984 w 32984"/>
                <a:gd name="csY2" fmla="*/ 1420437 h 1420437"/>
                <a:gd name="csX3" fmla="*/ 32984 w 32984"/>
                <a:gd name="csY3" fmla="*/ 0 h 1420437"/>
                <a:gd name="csX4" fmla="*/ 0 w 32984"/>
                <a:gd name="csY4" fmla="*/ 0 h 1420437"/>
                <a:gd name="csX5" fmla="*/ 0 w 32984"/>
                <a:gd name="csY5" fmla="*/ 0 h 1420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420437">
                  <a:moveTo>
                    <a:pt x="0" y="0"/>
                  </a:moveTo>
                  <a:lnTo>
                    <a:pt x="0" y="1420437"/>
                  </a:lnTo>
                  <a:lnTo>
                    <a:pt x="32984" y="1420437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8" name="Freeform 3517">
              <a:extLst>
                <a:ext uri="{FF2B5EF4-FFF2-40B4-BE49-F238E27FC236}">
                  <a16:creationId xmlns:a16="http://schemas.microsoft.com/office/drawing/2014/main" id="{3A8EE4DF-D087-BFA3-3061-BC9D2573C3C1}"/>
                </a:ext>
              </a:extLst>
            </p:cNvPr>
            <p:cNvSpPr/>
            <p:nvPr/>
          </p:nvSpPr>
          <p:spPr>
            <a:xfrm>
              <a:off x="1609029" y="3144554"/>
              <a:ext cx="32984" cy="1420437"/>
            </a:xfrm>
            <a:custGeom>
              <a:avLst/>
              <a:gdLst>
                <a:gd name="csX0" fmla="*/ 0 w 32984"/>
                <a:gd name="csY0" fmla="*/ 0 h 1420437"/>
                <a:gd name="csX1" fmla="*/ 0 w 32984"/>
                <a:gd name="csY1" fmla="*/ 1420437 h 1420437"/>
                <a:gd name="csX2" fmla="*/ 32984 w 32984"/>
                <a:gd name="csY2" fmla="*/ 1420437 h 1420437"/>
                <a:gd name="csX3" fmla="*/ 32984 w 32984"/>
                <a:gd name="csY3" fmla="*/ 0 h 1420437"/>
                <a:gd name="csX4" fmla="*/ 0 w 32984"/>
                <a:gd name="csY4" fmla="*/ 0 h 1420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420437">
                  <a:moveTo>
                    <a:pt x="0" y="0"/>
                  </a:moveTo>
                  <a:lnTo>
                    <a:pt x="0" y="1420437"/>
                  </a:lnTo>
                  <a:lnTo>
                    <a:pt x="32984" y="1420437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9" name="Freeform 3518">
              <a:extLst>
                <a:ext uri="{FF2B5EF4-FFF2-40B4-BE49-F238E27FC236}">
                  <a16:creationId xmlns:a16="http://schemas.microsoft.com/office/drawing/2014/main" id="{196C385C-3308-332F-6C76-C7D387AD3FA9}"/>
                </a:ext>
              </a:extLst>
            </p:cNvPr>
            <p:cNvSpPr/>
            <p:nvPr/>
          </p:nvSpPr>
          <p:spPr>
            <a:xfrm>
              <a:off x="1642013" y="3203128"/>
              <a:ext cx="32995" cy="1361862"/>
            </a:xfrm>
            <a:custGeom>
              <a:avLst/>
              <a:gdLst>
                <a:gd name="csX0" fmla="*/ 0 w 32995"/>
                <a:gd name="csY0" fmla="*/ 0 h 1361862"/>
                <a:gd name="csX1" fmla="*/ 0 w 32995"/>
                <a:gd name="csY1" fmla="*/ 1361863 h 1361862"/>
                <a:gd name="csX2" fmla="*/ 32996 w 32995"/>
                <a:gd name="csY2" fmla="*/ 1361863 h 1361862"/>
                <a:gd name="csX3" fmla="*/ 32996 w 32995"/>
                <a:gd name="csY3" fmla="*/ 0 h 1361862"/>
                <a:gd name="csX4" fmla="*/ 0 w 32995"/>
                <a:gd name="csY4" fmla="*/ 0 h 1361862"/>
                <a:gd name="csX5" fmla="*/ 0 w 32995"/>
                <a:gd name="csY5" fmla="*/ 0 h 1361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361862">
                  <a:moveTo>
                    <a:pt x="0" y="0"/>
                  </a:moveTo>
                  <a:lnTo>
                    <a:pt x="0" y="1361863"/>
                  </a:lnTo>
                  <a:lnTo>
                    <a:pt x="32996" y="1361863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8" name="Freeform 4607">
              <a:extLst>
                <a:ext uri="{FF2B5EF4-FFF2-40B4-BE49-F238E27FC236}">
                  <a16:creationId xmlns:a16="http://schemas.microsoft.com/office/drawing/2014/main" id="{600A0F47-8305-173E-B68F-069974ED6247}"/>
                </a:ext>
              </a:extLst>
            </p:cNvPr>
            <p:cNvSpPr/>
            <p:nvPr/>
          </p:nvSpPr>
          <p:spPr>
            <a:xfrm>
              <a:off x="1642013" y="3203128"/>
              <a:ext cx="32995" cy="1361862"/>
            </a:xfrm>
            <a:custGeom>
              <a:avLst/>
              <a:gdLst>
                <a:gd name="csX0" fmla="*/ 0 w 32995"/>
                <a:gd name="csY0" fmla="*/ 0 h 1361862"/>
                <a:gd name="csX1" fmla="*/ 0 w 32995"/>
                <a:gd name="csY1" fmla="*/ 1361863 h 1361862"/>
                <a:gd name="csX2" fmla="*/ 32996 w 32995"/>
                <a:gd name="csY2" fmla="*/ 1361863 h 1361862"/>
                <a:gd name="csX3" fmla="*/ 32996 w 32995"/>
                <a:gd name="csY3" fmla="*/ 0 h 1361862"/>
                <a:gd name="csX4" fmla="*/ 0 w 32995"/>
                <a:gd name="csY4" fmla="*/ 0 h 1361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361862">
                  <a:moveTo>
                    <a:pt x="0" y="0"/>
                  </a:moveTo>
                  <a:lnTo>
                    <a:pt x="0" y="1361863"/>
                  </a:lnTo>
                  <a:lnTo>
                    <a:pt x="32996" y="1361863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9" name="Freeform 4608">
              <a:extLst>
                <a:ext uri="{FF2B5EF4-FFF2-40B4-BE49-F238E27FC236}">
                  <a16:creationId xmlns:a16="http://schemas.microsoft.com/office/drawing/2014/main" id="{5DC21AF1-3276-94D2-5F05-F2203F42E238}"/>
                </a:ext>
              </a:extLst>
            </p:cNvPr>
            <p:cNvSpPr/>
            <p:nvPr/>
          </p:nvSpPr>
          <p:spPr>
            <a:xfrm>
              <a:off x="1675009" y="3206057"/>
              <a:ext cx="32995" cy="1358933"/>
            </a:xfrm>
            <a:custGeom>
              <a:avLst/>
              <a:gdLst>
                <a:gd name="csX0" fmla="*/ 0 w 32995"/>
                <a:gd name="csY0" fmla="*/ 0 h 1358933"/>
                <a:gd name="csX1" fmla="*/ 0 w 32995"/>
                <a:gd name="csY1" fmla="*/ 1358934 h 1358933"/>
                <a:gd name="csX2" fmla="*/ 32996 w 32995"/>
                <a:gd name="csY2" fmla="*/ 1358934 h 1358933"/>
                <a:gd name="csX3" fmla="*/ 32996 w 32995"/>
                <a:gd name="csY3" fmla="*/ 0 h 1358933"/>
                <a:gd name="csX4" fmla="*/ 0 w 32995"/>
                <a:gd name="csY4" fmla="*/ 0 h 1358933"/>
                <a:gd name="csX5" fmla="*/ 0 w 32995"/>
                <a:gd name="csY5" fmla="*/ 0 h 13589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358933">
                  <a:moveTo>
                    <a:pt x="0" y="0"/>
                  </a:moveTo>
                  <a:lnTo>
                    <a:pt x="0" y="1358934"/>
                  </a:lnTo>
                  <a:lnTo>
                    <a:pt x="32996" y="1358934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0" name="Freeform 4609">
              <a:extLst>
                <a:ext uri="{FF2B5EF4-FFF2-40B4-BE49-F238E27FC236}">
                  <a16:creationId xmlns:a16="http://schemas.microsoft.com/office/drawing/2014/main" id="{CD58BE64-FA0B-8D7D-8447-E65B6509E345}"/>
                </a:ext>
              </a:extLst>
            </p:cNvPr>
            <p:cNvSpPr/>
            <p:nvPr/>
          </p:nvSpPr>
          <p:spPr>
            <a:xfrm>
              <a:off x="1675009" y="3206057"/>
              <a:ext cx="32995" cy="1358933"/>
            </a:xfrm>
            <a:custGeom>
              <a:avLst/>
              <a:gdLst>
                <a:gd name="csX0" fmla="*/ 0 w 32995"/>
                <a:gd name="csY0" fmla="*/ 0 h 1358933"/>
                <a:gd name="csX1" fmla="*/ 0 w 32995"/>
                <a:gd name="csY1" fmla="*/ 1358934 h 1358933"/>
                <a:gd name="csX2" fmla="*/ 32996 w 32995"/>
                <a:gd name="csY2" fmla="*/ 1358934 h 1358933"/>
                <a:gd name="csX3" fmla="*/ 32996 w 32995"/>
                <a:gd name="csY3" fmla="*/ 0 h 1358933"/>
                <a:gd name="csX4" fmla="*/ 0 w 32995"/>
                <a:gd name="csY4" fmla="*/ 0 h 13589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358933">
                  <a:moveTo>
                    <a:pt x="0" y="0"/>
                  </a:moveTo>
                  <a:lnTo>
                    <a:pt x="0" y="1358934"/>
                  </a:lnTo>
                  <a:lnTo>
                    <a:pt x="32996" y="1358934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1" name="Freeform 4610">
              <a:extLst>
                <a:ext uri="{FF2B5EF4-FFF2-40B4-BE49-F238E27FC236}">
                  <a16:creationId xmlns:a16="http://schemas.microsoft.com/office/drawing/2014/main" id="{8230EB15-7202-99D5-916C-1A16F3C7C324}"/>
                </a:ext>
              </a:extLst>
            </p:cNvPr>
            <p:cNvSpPr/>
            <p:nvPr/>
          </p:nvSpPr>
          <p:spPr>
            <a:xfrm>
              <a:off x="1708005" y="3217772"/>
              <a:ext cx="32984" cy="1347218"/>
            </a:xfrm>
            <a:custGeom>
              <a:avLst/>
              <a:gdLst>
                <a:gd name="csX0" fmla="*/ 0 w 32984"/>
                <a:gd name="csY0" fmla="*/ 0 h 1347218"/>
                <a:gd name="csX1" fmla="*/ 0 w 32984"/>
                <a:gd name="csY1" fmla="*/ 1347219 h 1347218"/>
                <a:gd name="csX2" fmla="*/ 32984 w 32984"/>
                <a:gd name="csY2" fmla="*/ 1347219 h 1347218"/>
                <a:gd name="csX3" fmla="*/ 32984 w 32984"/>
                <a:gd name="csY3" fmla="*/ 0 h 1347218"/>
                <a:gd name="csX4" fmla="*/ 0 w 32984"/>
                <a:gd name="csY4" fmla="*/ 0 h 1347218"/>
                <a:gd name="csX5" fmla="*/ 0 w 32984"/>
                <a:gd name="csY5" fmla="*/ 0 h 1347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347218">
                  <a:moveTo>
                    <a:pt x="0" y="0"/>
                  </a:moveTo>
                  <a:lnTo>
                    <a:pt x="0" y="1347219"/>
                  </a:lnTo>
                  <a:lnTo>
                    <a:pt x="32984" y="1347219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2" name="Freeform 4611">
              <a:extLst>
                <a:ext uri="{FF2B5EF4-FFF2-40B4-BE49-F238E27FC236}">
                  <a16:creationId xmlns:a16="http://schemas.microsoft.com/office/drawing/2014/main" id="{9BE41F6F-BB99-E0C6-017C-0A95019B8933}"/>
                </a:ext>
              </a:extLst>
            </p:cNvPr>
            <p:cNvSpPr/>
            <p:nvPr/>
          </p:nvSpPr>
          <p:spPr>
            <a:xfrm>
              <a:off x="1708005" y="3217772"/>
              <a:ext cx="32984" cy="1347218"/>
            </a:xfrm>
            <a:custGeom>
              <a:avLst/>
              <a:gdLst>
                <a:gd name="csX0" fmla="*/ 0 w 32984"/>
                <a:gd name="csY0" fmla="*/ 0 h 1347218"/>
                <a:gd name="csX1" fmla="*/ 0 w 32984"/>
                <a:gd name="csY1" fmla="*/ 1347219 h 1347218"/>
                <a:gd name="csX2" fmla="*/ 32984 w 32984"/>
                <a:gd name="csY2" fmla="*/ 1347219 h 1347218"/>
                <a:gd name="csX3" fmla="*/ 32984 w 32984"/>
                <a:gd name="csY3" fmla="*/ 0 h 1347218"/>
                <a:gd name="csX4" fmla="*/ 0 w 32984"/>
                <a:gd name="csY4" fmla="*/ 0 h 1347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347218">
                  <a:moveTo>
                    <a:pt x="0" y="0"/>
                  </a:moveTo>
                  <a:lnTo>
                    <a:pt x="0" y="1347219"/>
                  </a:lnTo>
                  <a:lnTo>
                    <a:pt x="32984" y="1347219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3" name="Freeform 4612">
              <a:extLst>
                <a:ext uri="{FF2B5EF4-FFF2-40B4-BE49-F238E27FC236}">
                  <a16:creationId xmlns:a16="http://schemas.microsoft.com/office/drawing/2014/main" id="{18442ACD-4D02-EC96-1E33-B48710D5DD49}"/>
                </a:ext>
              </a:extLst>
            </p:cNvPr>
            <p:cNvSpPr/>
            <p:nvPr/>
          </p:nvSpPr>
          <p:spPr>
            <a:xfrm>
              <a:off x="1740989" y="3311492"/>
              <a:ext cx="32995" cy="1253499"/>
            </a:xfrm>
            <a:custGeom>
              <a:avLst/>
              <a:gdLst>
                <a:gd name="csX0" fmla="*/ 0 w 32995"/>
                <a:gd name="csY0" fmla="*/ 0 h 1253499"/>
                <a:gd name="csX1" fmla="*/ 0 w 32995"/>
                <a:gd name="csY1" fmla="*/ 1253499 h 1253499"/>
                <a:gd name="csX2" fmla="*/ 32996 w 32995"/>
                <a:gd name="csY2" fmla="*/ 1253499 h 1253499"/>
                <a:gd name="csX3" fmla="*/ 32996 w 32995"/>
                <a:gd name="csY3" fmla="*/ 0 h 1253499"/>
                <a:gd name="csX4" fmla="*/ 0 w 32995"/>
                <a:gd name="csY4" fmla="*/ 0 h 1253499"/>
                <a:gd name="csX5" fmla="*/ 0 w 32995"/>
                <a:gd name="csY5" fmla="*/ 0 h 1253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253499">
                  <a:moveTo>
                    <a:pt x="0" y="0"/>
                  </a:moveTo>
                  <a:lnTo>
                    <a:pt x="0" y="1253499"/>
                  </a:lnTo>
                  <a:lnTo>
                    <a:pt x="32996" y="125349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4" name="Freeform 4613">
              <a:extLst>
                <a:ext uri="{FF2B5EF4-FFF2-40B4-BE49-F238E27FC236}">
                  <a16:creationId xmlns:a16="http://schemas.microsoft.com/office/drawing/2014/main" id="{00D05532-AC02-52C0-D103-931964E5C534}"/>
                </a:ext>
              </a:extLst>
            </p:cNvPr>
            <p:cNvSpPr/>
            <p:nvPr/>
          </p:nvSpPr>
          <p:spPr>
            <a:xfrm>
              <a:off x="1740989" y="3311492"/>
              <a:ext cx="32995" cy="1253499"/>
            </a:xfrm>
            <a:custGeom>
              <a:avLst/>
              <a:gdLst>
                <a:gd name="csX0" fmla="*/ 0 w 32995"/>
                <a:gd name="csY0" fmla="*/ 0 h 1253499"/>
                <a:gd name="csX1" fmla="*/ 0 w 32995"/>
                <a:gd name="csY1" fmla="*/ 1253499 h 1253499"/>
                <a:gd name="csX2" fmla="*/ 32996 w 32995"/>
                <a:gd name="csY2" fmla="*/ 1253499 h 1253499"/>
                <a:gd name="csX3" fmla="*/ 32996 w 32995"/>
                <a:gd name="csY3" fmla="*/ 0 h 1253499"/>
                <a:gd name="csX4" fmla="*/ 0 w 32995"/>
                <a:gd name="csY4" fmla="*/ 0 h 1253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253499">
                  <a:moveTo>
                    <a:pt x="0" y="0"/>
                  </a:moveTo>
                  <a:lnTo>
                    <a:pt x="0" y="1253499"/>
                  </a:lnTo>
                  <a:lnTo>
                    <a:pt x="32996" y="125349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5" name="Freeform 4614">
              <a:extLst>
                <a:ext uri="{FF2B5EF4-FFF2-40B4-BE49-F238E27FC236}">
                  <a16:creationId xmlns:a16="http://schemas.microsoft.com/office/drawing/2014/main" id="{E6DFC8A0-1BF2-749F-F9CB-303EC4C01601}"/>
                </a:ext>
              </a:extLst>
            </p:cNvPr>
            <p:cNvSpPr/>
            <p:nvPr/>
          </p:nvSpPr>
          <p:spPr>
            <a:xfrm>
              <a:off x="1773985" y="3446214"/>
              <a:ext cx="32995" cy="1118777"/>
            </a:xfrm>
            <a:custGeom>
              <a:avLst/>
              <a:gdLst>
                <a:gd name="csX0" fmla="*/ 0 w 32995"/>
                <a:gd name="csY0" fmla="*/ 0 h 1118777"/>
                <a:gd name="csX1" fmla="*/ 0 w 32995"/>
                <a:gd name="csY1" fmla="*/ 1118777 h 1118777"/>
                <a:gd name="csX2" fmla="*/ 32996 w 32995"/>
                <a:gd name="csY2" fmla="*/ 1118777 h 1118777"/>
                <a:gd name="csX3" fmla="*/ 32996 w 32995"/>
                <a:gd name="csY3" fmla="*/ 0 h 1118777"/>
                <a:gd name="csX4" fmla="*/ 0 w 32995"/>
                <a:gd name="csY4" fmla="*/ 0 h 1118777"/>
                <a:gd name="csX5" fmla="*/ 0 w 32995"/>
                <a:gd name="csY5" fmla="*/ 0 h 1118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118777">
                  <a:moveTo>
                    <a:pt x="0" y="0"/>
                  </a:moveTo>
                  <a:lnTo>
                    <a:pt x="0" y="1118777"/>
                  </a:lnTo>
                  <a:lnTo>
                    <a:pt x="32996" y="1118777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6" name="Freeform 4615">
              <a:extLst>
                <a:ext uri="{FF2B5EF4-FFF2-40B4-BE49-F238E27FC236}">
                  <a16:creationId xmlns:a16="http://schemas.microsoft.com/office/drawing/2014/main" id="{ABE95A59-0E45-BFCC-A54D-E82901AB624F}"/>
                </a:ext>
              </a:extLst>
            </p:cNvPr>
            <p:cNvSpPr/>
            <p:nvPr/>
          </p:nvSpPr>
          <p:spPr>
            <a:xfrm>
              <a:off x="1773985" y="3446214"/>
              <a:ext cx="32995" cy="1118777"/>
            </a:xfrm>
            <a:custGeom>
              <a:avLst/>
              <a:gdLst>
                <a:gd name="csX0" fmla="*/ 0 w 32995"/>
                <a:gd name="csY0" fmla="*/ 0 h 1118777"/>
                <a:gd name="csX1" fmla="*/ 0 w 32995"/>
                <a:gd name="csY1" fmla="*/ 1118777 h 1118777"/>
                <a:gd name="csX2" fmla="*/ 32996 w 32995"/>
                <a:gd name="csY2" fmla="*/ 1118777 h 1118777"/>
                <a:gd name="csX3" fmla="*/ 32996 w 32995"/>
                <a:gd name="csY3" fmla="*/ 0 h 1118777"/>
                <a:gd name="csX4" fmla="*/ 0 w 32995"/>
                <a:gd name="csY4" fmla="*/ 0 h 1118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118777">
                  <a:moveTo>
                    <a:pt x="0" y="0"/>
                  </a:moveTo>
                  <a:lnTo>
                    <a:pt x="0" y="1118777"/>
                  </a:lnTo>
                  <a:lnTo>
                    <a:pt x="32996" y="1118777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7" name="Freeform 4616">
              <a:extLst>
                <a:ext uri="{FF2B5EF4-FFF2-40B4-BE49-F238E27FC236}">
                  <a16:creationId xmlns:a16="http://schemas.microsoft.com/office/drawing/2014/main" id="{927589CA-1EFC-8BFD-6A37-F3B1BBC7FC77}"/>
                </a:ext>
              </a:extLst>
            </p:cNvPr>
            <p:cNvSpPr/>
            <p:nvPr/>
          </p:nvSpPr>
          <p:spPr>
            <a:xfrm>
              <a:off x="1806981" y="3531148"/>
              <a:ext cx="32984" cy="1033843"/>
            </a:xfrm>
            <a:custGeom>
              <a:avLst/>
              <a:gdLst>
                <a:gd name="csX0" fmla="*/ 0 w 32984"/>
                <a:gd name="csY0" fmla="*/ 0 h 1033843"/>
                <a:gd name="csX1" fmla="*/ 0 w 32984"/>
                <a:gd name="csY1" fmla="*/ 1033843 h 1033843"/>
                <a:gd name="csX2" fmla="*/ 32984 w 32984"/>
                <a:gd name="csY2" fmla="*/ 1033843 h 1033843"/>
                <a:gd name="csX3" fmla="*/ 32984 w 32984"/>
                <a:gd name="csY3" fmla="*/ 0 h 1033843"/>
                <a:gd name="csX4" fmla="*/ 0 w 32984"/>
                <a:gd name="csY4" fmla="*/ 0 h 1033843"/>
                <a:gd name="csX5" fmla="*/ 0 w 32984"/>
                <a:gd name="csY5" fmla="*/ 0 h 1033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033843">
                  <a:moveTo>
                    <a:pt x="0" y="0"/>
                  </a:moveTo>
                  <a:lnTo>
                    <a:pt x="0" y="1033843"/>
                  </a:lnTo>
                  <a:lnTo>
                    <a:pt x="32984" y="1033843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8" name="Freeform 4617">
              <a:extLst>
                <a:ext uri="{FF2B5EF4-FFF2-40B4-BE49-F238E27FC236}">
                  <a16:creationId xmlns:a16="http://schemas.microsoft.com/office/drawing/2014/main" id="{89D679B1-5CCE-3A7B-F258-04CD0A17C781}"/>
                </a:ext>
              </a:extLst>
            </p:cNvPr>
            <p:cNvSpPr/>
            <p:nvPr/>
          </p:nvSpPr>
          <p:spPr>
            <a:xfrm>
              <a:off x="1806981" y="3531148"/>
              <a:ext cx="32984" cy="1033843"/>
            </a:xfrm>
            <a:custGeom>
              <a:avLst/>
              <a:gdLst>
                <a:gd name="csX0" fmla="*/ 0 w 32984"/>
                <a:gd name="csY0" fmla="*/ 0 h 1033843"/>
                <a:gd name="csX1" fmla="*/ 0 w 32984"/>
                <a:gd name="csY1" fmla="*/ 1033843 h 1033843"/>
                <a:gd name="csX2" fmla="*/ 32984 w 32984"/>
                <a:gd name="csY2" fmla="*/ 1033843 h 1033843"/>
                <a:gd name="csX3" fmla="*/ 32984 w 32984"/>
                <a:gd name="csY3" fmla="*/ 0 h 1033843"/>
                <a:gd name="csX4" fmla="*/ 0 w 32984"/>
                <a:gd name="csY4" fmla="*/ 0 h 10338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033843">
                  <a:moveTo>
                    <a:pt x="0" y="0"/>
                  </a:moveTo>
                  <a:lnTo>
                    <a:pt x="0" y="1033843"/>
                  </a:lnTo>
                  <a:lnTo>
                    <a:pt x="32984" y="1033843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9" name="Freeform 4618">
              <a:extLst>
                <a:ext uri="{FF2B5EF4-FFF2-40B4-BE49-F238E27FC236}">
                  <a16:creationId xmlns:a16="http://schemas.microsoft.com/office/drawing/2014/main" id="{17BEA358-2B26-934B-2120-B479B291F067}"/>
                </a:ext>
              </a:extLst>
            </p:cNvPr>
            <p:cNvSpPr/>
            <p:nvPr/>
          </p:nvSpPr>
          <p:spPr>
            <a:xfrm>
              <a:off x="1839965" y="3677585"/>
              <a:ext cx="32995" cy="887406"/>
            </a:xfrm>
            <a:custGeom>
              <a:avLst/>
              <a:gdLst>
                <a:gd name="csX0" fmla="*/ 0 w 32995"/>
                <a:gd name="csY0" fmla="*/ 0 h 887406"/>
                <a:gd name="csX1" fmla="*/ 0 w 32995"/>
                <a:gd name="csY1" fmla="*/ 887406 h 887406"/>
                <a:gd name="csX2" fmla="*/ 32996 w 32995"/>
                <a:gd name="csY2" fmla="*/ 887406 h 887406"/>
                <a:gd name="csX3" fmla="*/ 32996 w 32995"/>
                <a:gd name="csY3" fmla="*/ 0 h 887406"/>
                <a:gd name="csX4" fmla="*/ 0 w 32995"/>
                <a:gd name="csY4" fmla="*/ 0 h 887406"/>
                <a:gd name="csX5" fmla="*/ 0 w 32995"/>
                <a:gd name="csY5" fmla="*/ 0 h 8874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887406">
                  <a:moveTo>
                    <a:pt x="0" y="0"/>
                  </a:moveTo>
                  <a:lnTo>
                    <a:pt x="0" y="887406"/>
                  </a:lnTo>
                  <a:lnTo>
                    <a:pt x="32996" y="887406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0" name="Freeform 4619">
              <a:extLst>
                <a:ext uri="{FF2B5EF4-FFF2-40B4-BE49-F238E27FC236}">
                  <a16:creationId xmlns:a16="http://schemas.microsoft.com/office/drawing/2014/main" id="{C8CA6C3E-A980-117D-A34D-AB27EAA9AFD5}"/>
                </a:ext>
              </a:extLst>
            </p:cNvPr>
            <p:cNvSpPr/>
            <p:nvPr/>
          </p:nvSpPr>
          <p:spPr>
            <a:xfrm>
              <a:off x="1839965" y="3677585"/>
              <a:ext cx="32995" cy="887406"/>
            </a:xfrm>
            <a:custGeom>
              <a:avLst/>
              <a:gdLst>
                <a:gd name="csX0" fmla="*/ 0 w 32995"/>
                <a:gd name="csY0" fmla="*/ 0 h 887406"/>
                <a:gd name="csX1" fmla="*/ 0 w 32995"/>
                <a:gd name="csY1" fmla="*/ 887406 h 887406"/>
                <a:gd name="csX2" fmla="*/ 32996 w 32995"/>
                <a:gd name="csY2" fmla="*/ 887406 h 887406"/>
                <a:gd name="csX3" fmla="*/ 32996 w 32995"/>
                <a:gd name="csY3" fmla="*/ 0 h 887406"/>
                <a:gd name="csX4" fmla="*/ 0 w 32995"/>
                <a:gd name="csY4" fmla="*/ 0 h 8874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887406">
                  <a:moveTo>
                    <a:pt x="0" y="0"/>
                  </a:moveTo>
                  <a:lnTo>
                    <a:pt x="0" y="887406"/>
                  </a:lnTo>
                  <a:lnTo>
                    <a:pt x="32996" y="887406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1" name="Freeform 4620">
              <a:extLst>
                <a:ext uri="{FF2B5EF4-FFF2-40B4-BE49-F238E27FC236}">
                  <a16:creationId xmlns:a16="http://schemas.microsoft.com/office/drawing/2014/main" id="{D85CDE94-3D08-F264-866D-79C89B828410}"/>
                </a:ext>
              </a:extLst>
            </p:cNvPr>
            <p:cNvSpPr/>
            <p:nvPr/>
          </p:nvSpPr>
          <p:spPr>
            <a:xfrm>
              <a:off x="1872961" y="3695157"/>
              <a:ext cx="32995" cy="869834"/>
            </a:xfrm>
            <a:custGeom>
              <a:avLst/>
              <a:gdLst>
                <a:gd name="csX0" fmla="*/ 0 w 32995"/>
                <a:gd name="csY0" fmla="*/ 0 h 869834"/>
                <a:gd name="csX1" fmla="*/ 0 w 32995"/>
                <a:gd name="csY1" fmla="*/ 869834 h 869834"/>
                <a:gd name="csX2" fmla="*/ 32996 w 32995"/>
                <a:gd name="csY2" fmla="*/ 869834 h 869834"/>
                <a:gd name="csX3" fmla="*/ 32996 w 32995"/>
                <a:gd name="csY3" fmla="*/ 0 h 869834"/>
                <a:gd name="csX4" fmla="*/ 0 w 32995"/>
                <a:gd name="csY4" fmla="*/ 0 h 869834"/>
                <a:gd name="csX5" fmla="*/ 0 w 32995"/>
                <a:gd name="csY5" fmla="*/ 0 h 869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869834">
                  <a:moveTo>
                    <a:pt x="0" y="0"/>
                  </a:moveTo>
                  <a:lnTo>
                    <a:pt x="0" y="869834"/>
                  </a:lnTo>
                  <a:lnTo>
                    <a:pt x="32996" y="869834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2" name="Freeform 4621">
              <a:extLst>
                <a:ext uri="{FF2B5EF4-FFF2-40B4-BE49-F238E27FC236}">
                  <a16:creationId xmlns:a16="http://schemas.microsoft.com/office/drawing/2014/main" id="{CF0895BE-CE5D-5BB3-E7C5-F2E3AD137C43}"/>
                </a:ext>
              </a:extLst>
            </p:cNvPr>
            <p:cNvSpPr/>
            <p:nvPr/>
          </p:nvSpPr>
          <p:spPr>
            <a:xfrm>
              <a:off x="1872961" y="3695157"/>
              <a:ext cx="32995" cy="869834"/>
            </a:xfrm>
            <a:custGeom>
              <a:avLst/>
              <a:gdLst>
                <a:gd name="csX0" fmla="*/ 0 w 32995"/>
                <a:gd name="csY0" fmla="*/ 0 h 869834"/>
                <a:gd name="csX1" fmla="*/ 0 w 32995"/>
                <a:gd name="csY1" fmla="*/ 869834 h 869834"/>
                <a:gd name="csX2" fmla="*/ 32996 w 32995"/>
                <a:gd name="csY2" fmla="*/ 869834 h 869834"/>
                <a:gd name="csX3" fmla="*/ 32996 w 32995"/>
                <a:gd name="csY3" fmla="*/ 0 h 869834"/>
                <a:gd name="csX4" fmla="*/ 0 w 32995"/>
                <a:gd name="csY4" fmla="*/ 0 h 869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869834">
                  <a:moveTo>
                    <a:pt x="0" y="0"/>
                  </a:moveTo>
                  <a:lnTo>
                    <a:pt x="0" y="869834"/>
                  </a:lnTo>
                  <a:lnTo>
                    <a:pt x="32996" y="869834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3" name="Freeform 4622">
              <a:extLst>
                <a:ext uri="{FF2B5EF4-FFF2-40B4-BE49-F238E27FC236}">
                  <a16:creationId xmlns:a16="http://schemas.microsoft.com/office/drawing/2014/main" id="{733B9000-D691-A13A-9608-C8DEFB89FECE}"/>
                </a:ext>
              </a:extLst>
            </p:cNvPr>
            <p:cNvSpPr/>
            <p:nvPr/>
          </p:nvSpPr>
          <p:spPr>
            <a:xfrm>
              <a:off x="1905957" y="3794734"/>
              <a:ext cx="32984" cy="770257"/>
            </a:xfrm>
            <a:custGeom>
              <a:avLst/>
              <a:gdLst>
                <a:gd name="csX0" fmla="*/ 0 w 32984"/>
                <a:gd name="csY0" fmla="*/ 0 h 770257"/>
                <a:gd name="csX1" fmla="*/ 0 w 32984"/>
                <a:gd name="csY1" fmla="*/ 770257 h 770257"/>
                <a:gd name="csX2" fmla="*/ 32984 w 32984"/>
                <a:gd name="csY2" fmla="*/ 770257 h 770257"/>
                <a:gd name="csX3" fmla="*/ 32984 w 32984"/>
                <a:gd name="csY3" fmla="*/ 0 h 770257"/>
                <a:gd name="csX4" fmla="*/ 0 w 32984"/>
                <a:gd name="csY4" fmla="*/ 0 h 770257"/>
                <a:gd name="csX5" fmla="*/ 0 w 32984"/>
                <a:gd name="csY5" fmla="*/ 0 h 770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770257">
                  <a:moveTo>
                    <a:pt x="0" y="0"/>
                  </a:moveTo>
                  <a:lnTo>
                    <a:pt x="0" y="770257"/>
                  </a:lnTo>
                  <a:lnTo>
                    <a:pt x="32984" y="770257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4" name="Freeform 4623">
              <a:extLst>
                <a:ext uri="{FF2B5EF4-FFF2-40B4-BE49-F238E27FC236}">
                  <a16:creationId xmlns:a16="http://schemas.microsoft.com/office/drawing/2014/main" id="{955D6458-94A9-FE5B-56B7-EBAC1F958DCC}"/>
                </a:ext>
              </a:extLst>
            </p:cNvPr>
            <p:cNvSpPr/>
            <p:nvPr/>
          </p:nvSpPr>
          <p:spPr>
            <a:xfrm>
              <a:off x="1905957" y="3794734"/>
              <a:ext cx="32984" cy="770257"/>
            </a:xfrm>
            <a:custGeom>
              <a:avLst/>
              <a:gdLst>
                <a:gd name="csX0" fmla="*/ 0 w 32984"/>
                <a:gd name="csY0" fmla="*/ 0 h 770257"/>
                <a:gd name="csX1" fmla="*/ 0 w 32984"/>
                <a:gd name="csY1" fmla="*/ 770257 h 770257"/>
                <a:gd name="csX2" fmla="*/ 32984 w 32984"/>
                <a:gd name="csY2" fmla="*/ 770257 h 770257"/>
                <a:gd name="csX3" fmla="*/ 32984 w 32984"/>
                <a:gd name="csY3" fmla="*/ 0 h 770257"/>
                <a:gd name="csX4" fmla="*/ 0 w 32984"/>
                <a:gd name="csY4" fmla="*/ 0 h 770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770257">
                  <a:moveTo>
                    <a:pt x="0" y="0"/>
                  </a:moveTo>
                  <a:lnTo>
                    <a:pt x="0" y="770257"/>
                  </a:lnTo>
                  <a:lnTo>
                    <a:pt x="32984" y="770257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5" name="Freeform 4624">
              <a:extLst>
                <a:ext uri="{FF2B5EF4-FFF2-40B4-BE49-F238E27FC236}">
                  <a16:creationId xmlns:a16="http://schemas.microsoft.com/office/drawing/2014/main" id="{7C68AEF7-61B7-6379-BE9D-62FBB6415F73}"/>
                </a:ext>
              </a:extLst>
            </p:cNvPr>
            <p:cNvSpPr/>
            <p:nvPr/>
          </p:nvSpPr>
          <p:spPr>
            <a:xfrm>
              <a:off x="1938941" y="3856237"/>
              <a:ext cx="32995" cy="708754"/>
            </a:xfrm>
            <a:custGeom>
              <a:avLst/>
              <a:gdLst>
                <a:gd name="csX0" fmla="*/ 0 w 32995"/>
                <a:gd name="csY0" fmla="*/ 0 h 708754"/>
                <a:gd name="csX1" fmla="*/ 0 w 32995"/>
                <a:gd name="csY1" fmla="*/ 708754 h 708754"/>
                <a:gd name="csX2" fmla="*/ 32996 w 32995"/>
                <a:gd name="csY2" fmla="*/ 708754 h 708754"/>
                <a:gd name="csX3" fmla="*/ 32996 w 32995"/>
                <a:gd name="csY3" fmla="*/ 0 h 708754"/>
                <a:gd name="csX4" fmla="*/ 0 w 32995"/>
                <a:gd name="csY4" fmla="*/ 0 h 708754"/>
                <a:gd name="csX5" fmla="*/ 0 w 32995"/>
                <a:gd name="csY5" fmla="*/ 0 h 70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708754">
                  <a:moveTo>
                    <a:pt x="0" y="0"/>
                  </a:moveTo>
                  <a:lnTo>
                    <a:pt x="0" y="708754"/>
                  </a:lnTo>
                  <a:lnTo>
                    <a:pt x="32996" y="708754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6" name="Freeform 4625">
              <a:extLst>
                <a:ext uri="{FF2B5EF4-FFF2-40B4-BE49-F238E27FC236}">
                  <a16:creationId xmlns:a16="http://schemas.microsoft.com/office/drawing/2014/main" id="{2138C775-6FF0-B52F-3683-2C94068105FB}"/>
                </a:ext>
              </a:extLst>
            </p:cNvPr>
            <p:cNvSpPr/>
            <p:nvPr/>
          </p:nvSpPr>
          <p:spPr>
            <a:xfrm>
              <a:off x="1938941" y="3856237"/>
              <a:ext cx="32995" cy="708754"/>
            </a:xfrm>
            <a:custGeom>
              <a:avLst/>
              <a:gdLst>
                <a:gd name="csX0" fmla="*/ 0 w 32995"/>
                <a:gd name="csY0" fmla="*/ 0 h 708754"/>
                <a:gd name="csX1" fmla="*/ 0 w 32995"/>
                <a:gd name="csY1" fmla="*/ 708754 h 708754"/>
                <a:gd name="csX2" fmla="*/ 32996 w 32995"/>
                <a:gd name="csY2" fmla="*/ 708754 h 708754"/>
                <a:gd name="csX3" fmla="*/ 32996 w 32995"/>
                <a:gd name="csY3" fmla="*/ 0 h 708754"/>
                <a:gd name="csX4" fmla="*/ 0 w 32995"/>
                <a:gd name="csY4" fmla="*/ 0 h 70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708754">
                  <a:moveTo>
                    <a:pt x="0" y="0"/>
                  </a:moveTo>
                  <a:lnTo>
                    <a:pt x="0" y="708754"/>
                  </a:lnTo>
                  <a:lnTo>
                    <a:pt x="32996" y="708754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7" name="Freeform 4626">
              <a:extLst>
                <a:ext uri="{FF2B5EF4-FFF2-40B4-BE49-F238E27FC236}">
                  <a16:creationId xmlns:a16="http://schemas.microsoft.com/office/drawing/2014/main" id="{07598E1C-D8CA-0B61-A7DE-506853B3F885}"/>
                </a:ext>
              </a:extLst>
            </p:cNvPr>
            <p:cNvSpPr/>
            <p:nvPr/>
          </p:nvSpPr>
          <p:spPr>
            <a:xfrm>
              <a:off x="1971937" y="3973387"/>
              <a:ext cx="32995" cy="591604"/>
            </a:xfrm>
            <a:custGeom>
              <a:avLst/>
              <a:gdLst>
                <a:gd name="csX0" fmla="*/ 0 w 32995"/>
                <a:gd name="csY0" fmla="*/ 0 h 591604"/>
                <a:gd name="csX1" fmla="*/ 0 w 32995"/>
                <a:gd name="csY1" fmla="*/ 591604 h 591604"/>
                <a:gd name="csX2" fmla="*/ 32996 w 32995"/>
                <a:gd name="csY2" fmla="*/ 591604 h 591604"/>
                <a:gd name="csX3" fmla="*/ 32996 w 32995"/>
                <a:gd name="csY3" fmla="*/ 0 h 591604"/>
                <a:gd name="csX4" fmla="*/ 0 w 32995"/>
                <a:gd name="csY4" fmla="*/ 0 h 591604"/>
                <a:gd name="csX5" fmla="*/ 0 w 32995"/>
                <a:gd name="csY5" fmla="*/ 0 h 591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591604">
                  <a:moveTo>
                    <a:pt x="0" y="0"/>
                  </a:moveTo>
                  <a:lnTo>
                    <a:pt x="0" y="591604"/>
                  </a:lnTo>
                  <a:lnTo>
                    <a:pt x="32996" y="591604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8" name="Freeform 4627">
              <a:extLst>
                <a:ext uri="{FF2B5EF4-FFF2-40B4-BE49-F238E27FC236}">
                  <a16:creationId xmlns:a16="http://schemas.microsoft.com/office/drawing/2014/main" id="{663B89BA-CBA4-7948-2B92-DEA112299877}"/>
                </a:ext>
              </a:extLst>
            </p:cNvPr>
            <p:cNvSpPr/>
            <p:nvPr/>
          </p:nvSpPr>
          <p:spPr>
            <a:xfrm>
              <a:off x="1971937" y="3973387"/>
              <a:ext cx="32995" cy="591604"/>
            </a:xfrm>
            <a:custGeom>
              <a:avLst/>
              <a:gdLst>
                <a:gd name="csX0" fmla="*/ 0 w 32995"/>
                <a:gd name="csY0" fmla="*/ 0 h 591604"/>
                <a:gd name="csX1" fmla="*/ 0 w 32995"/>
                <a:gd name="csY1" fmla="*/ 591604 h 591604"/>
                <a:gd name="csX2" fmla="*/ 32996 w 32995"/>
                <a:gd name="csY2" fmla="*/ 591604 h 591604"/>
                <a:gd name="csX3" fmla="*/ 32996 w 32995"/>
                <a:gd name="csY3" fmla="*/ 0 h 591604"/>
                <a:gd name="csX4" fmla="*/ 0 w 32995"/>
                <a:gd name="csY4" fmla="*/ 0 h 591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591604">
                  <a:moveTo>
                    <a:pt x="0" y="0"/>
                  </a:moveTo>
                  <a:lnTo>
                    <a:pt x="0" y="591604"/>
                  </a:lnTo>
                  <a:lnTo>
                    <a:pt x="32996" y="591604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9" name="Freeform 4628">
              <a:extLst>
                <a:ext uri="{FF2B5EF4-FFF2-40B4-BE49-F238E27FC236}">
                  <a16:creationId xmlns:a16="http://schemas.microsoft.com/office/drawing/2014/main" id="{49571867-BF74-2CBF-EEB3-2658D7EFF548}"/>
                </a:ext>
              </a:extLst>
            </p:cNvPr>
            <p:cNvSpPr/>
            <p:nvPr/>
          </p:nvSpPr>
          <p:spPr>
            <a:xfrm>
              <a:off x="2004933" y="4023176"/>
              <a:ext cx="32984" cy="541815"/>
            </a:xfrm>
            <a:custGeom>
              <a:avLst/>
              <a:gdLst>
                <a:gd name="csX0" fmla="*/ 0 w 32984"/>
                <a:gd name="csY0" fmla="*/ 0 h 541815"/>
                <a:gd name="csX1" fmla="*/ 0 w 32984"/>
                <a:gd name="csY1" fmla="*/ 541815 h 541815"/>
                <a:gd name="csX2" fmla="*/ 32984 w 32984"/>
                <a:gd name="csY2" fmla="*/ 541815 h 541815"/>
                <a:gd name="csX3" fmla="*/ 32984 w 32984"/>
                <a:gd name="csY3" fmla="*/ 0 h 541815"/>
                <a:gd name="csX4" fmla="*/ 0 w 32984"/>
                <a:gd name="csY4" fmla="*/ 0 h 541815"/>
                <a:gd name="csX5" fmla="*/ 0 w 32984"/>
                <a:gd name="csY5" fmla="*/ 0 h 541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541815">
                  <a:moveTo>
                    <a:pt x="0" y="0"/>
                  </a:moveTo>
                  <a:lnTo>
                    <a:pt x="0" y="541815"/>
                  </a:lnTo>
                  <a:lnTo>
                    <a:pt x="32984" y="541815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0" name="Freeform 4629">
              <a:extLst>
                <a:ext uri="{FF2B5EF4-FFF2-40B4-BE49-F238E27FC236}">
                  <a16:creationId xmlns:a16="http://schemas.microsoft.com/office/drawing/2014/main" id="{1AB50825-4836-4128-224F-A89FB055079A}"/>
                </a:ext>
              </a:extLst>
            </p:cNvPr>
            <p:cNvSpPr/>
            <p:nvPr/>
          </p:nvSpPr>
          <p:spPr>
            <a:xfrm>
              <a:off x="2004933" y="4023176"/>
              <a:ext cx="32984" cy="541815"/>
            </a:xfrm>
            <a:custGeom>
              <a:avLst/>
              <a:gdLst>
                <a:gd name="csX0" fmla="*/ 0 w 32984"/>
                <a:gd name="csY0" fmla="*/ 0 h 541815"/>
                <a:gd name="csX1" fmla="*/ 0 w 32984"/>
                <a:gd name="csY1" fmla="*/ 541815 h 541815"/>
                <a:gd name="csX2" fmla="*/ 32984 w 32984"/>
                <a:gd name="csY2" fmla="*/ 541815 h 541815"/>
                <a:gd name="csX3" fmla="*/ 32984 w 32984"/>
                <a:gd name="csY3" fmla="*/ 0 h 541815"/>
                <a:gd name="csX4" fmla="*/ 0 w 32984"/>
                <a:gd name="csY4" fmla="*/ 0 h 541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541815">
                  <a:moveTo>
                    <a:pt x="0" y="0"/>
                  </a:moveTo>
                  <a:lnTo>
                    <a:pt x="0" y="541815"/>
                  </a:lnTo>
                  <a:lnTo>
                    <a:pt x="32984" y="541815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1" name="Freeform 4630">
              <a:extLst>
                <a:ext uri="{FF2B5EF4-FFF2-40B4-BE49-F238E27FC236}">
                  <a16:creationId xmlns:a16="http://schemas.microsoft.com/office/drawing/2014/main" id="{2B8695A6-07C9-DBE8-BC39-2C2DB2826324}"/>
                </a:ext>
              </a:extLst>
            </p:cNvPr>
            <p:cNvSpPr/>
            <p:nvPr/>
          </p:nvSpPr>
          <p:spPr>
            <a:xfrm>
              <a:off x="2037917" y="4190111"/>
              <a:ext cx="32995" cy="374879"/>
            </a:xfrm>
            <a:custGeom>
              <a:avLst/>
              <a:gdLst>
                <a:gd name="csX0" fmla="*/ 0 w 32995"/>
                <a:gd name="csY0" fmla="*/ 0 h 374879"/>
                <a:gd name="csX1" fmla="*/ 0 w 32995"/>
                <a:gd name="csY1" fmla="*/ 374880 h 374879"/>
                <a:gd name="csX2" fmla="*/ 32996 w 32995"/>
                <a:gd name="csY2" fmla="*/ 374880 h 374879"/>
                <a:gd name="csX3" fmla="*/ 32996 w 32995"/>
                <a:gd name="csY3" fmla="*/ 0 h 374879"/>
                <a:gd name="csX4" fmla="*/ 0 w 32995"/>
                <a:gd name="csY4" fmla="*/ 0 h 374879"/>
                <a:gd name="csX5" fmla="*/ 0 w 32995"/>
                <a:gd name="csY5" fmla="*/ 0 h 37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374879">
                  <a:moveTo>
                    <a:pt x="0" y="0"/>
                  </a:moveTo>
                  <a:lnTo>
                    <a:pt x="0" y="374880"/>
                  </a:lnTo>
                  <a:lnTo>
                    <a:pt x="32996" y="374880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2" name="Freeform 4631">
              <a:extLst>
                <a:ext uri="{FF2B5EF4-FFF2-40B4-BE49-F238E27FC236}">
                  <a16:creationId xmlns:a16="http://schemas.microsoft.com/office/drawing/2014/main" id="{DB439DF0-7C2E-259A-3871-BF0E58671218}"/>
                </a:ext>
              </a:extLst>
            </p:cNvPr>
            <p:cNvSpPr/>
            <p:nvPr/>
          </p:nvSpPr>
          <p:spPr>
            <a:xfrm>
              <a:off x="2037917" y="4190111"/>
              <a:ext cx="32995" cy="374879"/>
            </a:xfrm>
            <a:custGeom>
              <a:avLst/>
              <a:gdLst>
                <a:gd name="csX0" fmla="*/ 0 w 32995"/>
                <a:gd name="csY0" fmla="*/ 0 h 374879"/>
                <a:gd name="csX1" fmla="*/ 0 w 32995"/>
                <a:gd name="csY1" fmla="*/ 374880 h 374879"/>
                <a:gd name="csX2" fmla="*/ 32996 w 32995"/>
                <a:gd name="csY2" fmla="*/ 374880 h 374879"/>
                <a:gd name="csX3" fmla="*/ 32996 w 32995"/>
                <a:gd name="csY3" fmla="*/ 0 h 374879"/>
                <a:gd name="csX4" fmla="*/ 0 w 32995"/>
                <a:gd name="csY4" fmla="*/ 0 h 374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374879">
                  <a:moveTo>
                    <a:pt x="0" y="0"/>
                  </a:moveTo>
                  <a:lnTo>
                    <a:pt x="0" y="374880"/>
                  </a:lnTo>
                  <a:lnTo>
                    <a:pt x="32996" y="374880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3" name="Freeform 4632">
              <a:extLst>
                <a:ext uri="{FF2B5EF4-FFF2-40B4-BE49-F238E27FC236}">
                  <a16:creationId xmlns:a16="http://schemas.microsoft.com/office/drawing/2014/main" id="{FDD16957-6685-3E4E-90AB-7627BAA800AC}"/>
                </a:ext>
              </a:extLst>
            </p:cNvPr>
            <p:cNvSpPr/>
            <p:nvPr/>
          </p:nvSpPr>
          <p:spPr>
            <a:xfrm>
              <a:off x="2070913" y="4175470"/>
              <a:ext cx="32995" cy="389521"/>
            </a:xfrm>
            <a:custGeom>
              <a:avLst/>
              <a:gdLst>
                <a:gd name="csX0" fmla="*/ 0 w 32995"/>
                <a:gd name="csY0" fmla="*/ 0 h 389521"/>
                <a:gd name="csX1" fmla="*/ 0 w 32995"/>
                <a:gd name="csY1" fmla="*/ 389521 h 389521"/>
                <a:gd name="csX2" fmla="*/ 32996 w 32995"/>
                <a:gd name="csY2" fmla="*/ 389521 h 389521"/>
                <a:gd name="csX3" fmla="*/ 32996 w 32995"/>
                <a:gd name="csY3" fmla="*/ 0 h 389521"/>
                <a:gd name="csX4" fmla="*/ 0 w 32995"/>
                <a:gd name="csY4" fmla="*/ 0 h 389521"/>
                <a:gd name="csX5" fmla="*/ 0 w 32995"/>
                <a:gd name="csY5" fmla="*/ 0 h 389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389521">
                  <a:moveTo>
                    <a:pt x="0" y="0"/>
                  </a:moveTo>
                  <a:lnTo>
                    <a:pt x="0" y="389521"/>
                  </a:lnTo>
                  <a:lnTo>
                    <a:pt x="32996" y="389521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4" name="Freeform 4633">
              <a:extLst>
                <a:ext uri="{FF2B5EF4-FFF2-40B4-BE49-F238E27FC236}">
                  <a16:creationId xmlns:a16="http://schemas.microsoft.com/office/drawing/2014/main" id="{E1434954-3A3D-702F-A2C7-6CCCB4C3CCAA}"/>
                </a:ext>
              </a:extLst>
            </p:cNvPr>
            <p:cNvSpPr/>
            <p:nvPr/>
          </p:nvSpPr>
          <p:spPr>
            <a:xfrm>
              <a:off x="2070913" y="4175470"/>
              <a:ext cx="32995" cy="389521"/>
            </a:xfrm>
            <a:custGeom>
              <a:avLst/>
              <a:gdLst>
                <a:gd name="csX0" fmla="*/ 0 w 32995"/>
                <a:gd name="csY0" fmla="*/ 0 h 389521"/>
                <a:gd name="csX1" fmla="*/ 0 w 32995"/>
                <a:gd name="csY1" fmla="*/ 389521 h 389521"/>
                <a:gd name="csX2" fmla="*/ 32996 w 32995"/>
                <a:gd name="csY2" fmla="*/ 389521 h 389521"/>
                <a:gd name="csX3" fmla="*/ 32996 w 32995"/>
                <a:gd name="csY3" fmla="*/ 0 h 389521"/>
                <a:gd name="csX4" fmla="*/ 0 w 32995"/>
                <a:gd name="csY4" fmla="*/ 0 h 389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389521">
                  <a:moveTo>
                    <a:pt x="0" y="0"/>
                  </a:moveTo>
                  <a:lnTo>
                    <a:pt x="0" y="389521"/>
                  </a:lnTo>
                  <a:lnTo>
                    <a:pt x="32996" y="389521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5" name="Freeform 4634">
              <a:extLst>
                <a:ext uri="{FF2B5EF4-FFF2-40B4-BE49-F238E27FC236}">
                  <a16:creationId xmlns:a16="http://schemas.microsoft.com/office/drawing/2014/main" id="{E081FEB6-99BB-BC49-9BD0-3E49663B3C12}"/>
                </a:ext>
              </a:extLst>
            </p:cNvPr>
            <p:cNvSpPr/>
            <p:nvPr/>
          </p:nvSpPr>
          <p:spPr>
            <a:xfrm>
              <a:off x="2103909" y="4277976"/>
              <a:ext cx="32984" cy="287014"/>
            </a:xfrm>
            <a:custGeom>
              <a:avLst/>
              <a:gdLst>
                <a:gd name="csX0" fmla="*/ 0 w 32984"/>
                <a:gd name="csY0" fmla="*/ 0 h 287014"/>
                <a:gd name="csX1" fmla="*/ 0 w 32984"/>
                <a:gd name="csY1" fmla="*/ 287014 h 287014"/>
                <a:gd name="csX2" fmla="*/ 32984 w 32984"/>
                <a:gd name="csY2" fmla="*/ 287014 h 287014"/>
                <a:gd name="csX3" fmla="*/ 32984 w 32984"/>
                <a:gd name="csY3" fmla="*/ 0 h 287014"/>
                <a:gd name="csX4" fmla="*/ 0 w 32984"/>
                <a:gd name="csY4" fmla="*/ 0 h 287014"/>
                <a:gd name="csX5" fmla="*/ 0 w 32984"/>
                <a:gd name="csY5" fmla="*/ 0 h 287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287014">
                  <a:moveTo>
                    <a:pt x="0" y="0"/>
                  </a:moveTo>
                  <a:lnTo>
                    <a:pt x="0" y="287014"/>
                  </a:lnTo>
                  <a:lnTo>
                    <a:pt x="32984" y="287014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6" name="Freeform 4635">
              <a:extLst>
                <a:ext uri="{FF2B5EF4-FFF2-40B4-BE49-F238E27FC236}">
                  <a16:creationId xmlns:a16="http://schemas.microsoft.com/office/drawing/2014/main" id="{2E3F2056-64E2-EDF7-93BC-30EF52CF1AEC}"/>
                </a:ext>
              </a:extLst>
            </p:cNvPr>
            <p:cNvSpPr/>
            <p:nvPr/>
          </p:nvSpPr>
          <p:spPr>
            <a:xfrm>
              <a:off x="2103909" y="4277976"/>
              <a:ext cx="32984" cy="287014"/>
            </a:xfrm>
            <a:custGeom>
              <a:avLst/>
              <a:gdLst>
                <a:gd name="csX0" fmla="*/ 0 w 32984"/>
                <a:gd name="csY0" fmla="*/ 0 h 287014"/>
                <a:gd name="csX1" fmla="*/ 0 w 32984"/>
                <a:gd name="csY1" fmla="*/ 287014 h 287014"/>
                <a:gd name="csX2" fmla="*/ 32984 w 32984"/>
                <a:gd name="csY2" fmla="*/ 287014 h 287014"/>
                <a:gd name="csX3" fmla="*/ 32984 w 32984"/>
                <a:gd name="csY3" fmla="*/ 0 h 287014"/>
                <a:gd name="csX4" fmla="*/ 0 w 32984"/>
                <a:gd name="csY4" fmla="*/ 0 h 287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287014">
                  <a:moveTo>
                    <a:pt x="0" y="0"/>
                  </a:moveTo>
                  <a:lnTo>
                    <a:pt x="0" y="287014"/>
                  </a:lnTo>
                  <a:lnTo>
                    <a:pt x="32984" y="287014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7" name="Freeform 4636">
              <a:extLst>
                <a:ext uri="{FF2B5EF4-FFF2-40B4-BE49-F238E27FC236}">
                  <a16:creationId xmlns:a16="http://schemas.microsoft.com/office/drawing/2014/main" id="{89170917-9B02-AE1C-C46D-88F024137512}"/>
                </a:ext>
              </a:extLst>
            </p:cNvPr>
            <p:cNvSpPr/>
            <p:nvPr/>
          </p:nvSpPr>
          <p:spPr>
            <a:xfrm>
              <a:off x="2136893" y="4316051"/>
              <a:ext cx="32995" cy="248939"/>
            </a:xfrm>
            <a:custGeom>
              <a:avLst/>
              <a:gdLst>
                <a:gd name="csX0" fmla="*/ 0 w 32995"/>
                <a:gd name="csY0" fmla="*/ 0 h 248939"/>
                <a:gd name="csX1" fmla="*/ 0 w 32995"/>
                <a:gd name="csY1" fmla="*/ 248940 h 248939"/>
                <a:gd name="csX2" fmla="*/ 32996 w 32995"/>
                <a:gd name="csY2" fmla="*/ 248940 h 248939"/>
                <a:gd name="csX3" fmla="*/ 32996 w 32995"/>
                <a:gd name="csY3" fmla="*/ 0 h 248939"/>
                <a:gd name="csX4" fmla="*/ 0 w 32995"/>
                <a:gd name="csY4" fmla="*/ 0 h 248939"/>
                <a:gd name="csX5" fmla="*/ 0 w 32995"/>
                <a:gd name="csY5" fmla="*/ 0 h 248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248939">
                  <a:moveTo>
                    <a:pt x="0" y="0"/>
                  </a:moveTo>
                  <a:lnTo>
                    <a:pt x="0" y="248940"/>
                  </a:lnTo>
                  <a:lnTo>
                    <a:pt x="32996" y="248940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8" name="Freeform 4637">
              <a:extLst>
                <a:ext uri="{FF2B5EF4-FFF2-40B4-BE49-F238E27FC236}">
                  <a16:creationId xmlns:a16="http://schemas.microsoft.com/office/drawing/2014/main" id="{8CDFD3E9-78BF-B147-EF31-84B6F371615C}"/>
                </a:ext>
              </a:extLst>
            </p:cNvPr>
            <p:cNvSpPr/>
            <p:nvPr/>
          </p:nvSpPr>
          <p:spPr>
            <a:xfrm>
              <a:off x="2136893" y="4316051"/>
              <a:ext cx="32995" cy="248939"/>
            </a:xfrm>
            <a:custGeom>
              <a:avLst/>
              <a:gdLst>
                <a:gd name="csX0" fmla="*/ 0 w 32995"/>
                <a:gd name="csY0" fmla="*/ 0 h 248939"/>
                <a:gd name="csX1" fmla="*/ 0 w 32995"/>
                <a:gd name="csY1" fmla="*/ 248940 h 248939"/>
                <a:gd name="csX2" fmla="*/ 32996 w 32995"/>
                <a:gd name="csY2" fmla="*/ 248940 h 248939"/>
                <a:gd name="csX3" fmla="*/ 32996 w 32995"/>
                <a:gd name="csY3" fmla="*/ 0 h 248939"/>
                <a:gd name="csX4" fmla="*/ 0 w 32995"/>
                <a:gd name="csY4" fmla="*/ 0 h 248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248939">
                  <a:moveTo>
                    <a:pt x="0" y="0"/>
                  </a:moveTo>
                  <a:lnTo>
                    <a:pt x="0" y="248940"/>
                  </a:lnTo>
                  <a:lnTo>
                    <a:pt x="32996" y="248940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9" name="Freeform 4638">
              <a:extLst>
                <a:ext uri="{FF2B5EF4-FFF2-40B4-BE49-F238E27FC236}">
                  <a16:creationId xmlns:a16="http://schemas.microsoft.com/office/drawing/2014/main" id="{D8EDDB92-3079-634F-9A71-9C51D3303BFF}"/>
                </a:ext>
              </a:extLst>
            </p:cNvPr>
            <p:cNvSpPr/>
            <p:nvPr/>
          </p:nvSpPr>
          <p:spPr>
            <a:xfrm>
              <a:off x="2169889" y="4403917"/>
              <a:ext cx="32984" cy="161074"/>
            </a:xfrm>
            <a:custGeom>
              <a:avLst/>
              <a:gdLst>
                <a:gd name="csX0" fmla="*/ 0 w 32984"/>
                <a:gd name="csY0" fmla="*/ 0 h 161074"/>
                <a:gd name="csX1" fmla="*/ 0 w 32984"/>
                <a:gd name="csY1" fmla="*/ 161074 h 161074"/>
                <a:gd name="csX2" fmla="*/ 32984 w 32984"/>
                <a:gd name="csY2" fmla="*/ 161074 h 161074"/>
                <a:gd name="csX3" fmla="*/ 32984 w 32984"/>
                <a:gd name="csY3" fmla="*/ 0 h 161074"/>
                <a:gd name="csX4" fmla="*/ 0 w 32984"/>
                <a:gd name="csY4" fmla="*/ 0 h 161074"/>
                <a:gd name="csX5" fmla="*/ 0 w 32984"/>
                <a:gd name="csY5" fmla="*/ 0 h 161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61074">
                  <a:moveTo>
                    <a:pt x="0" y="0"/>
                  </a:moveTo>
                  <a:lnTo>
                    <a:pt x="0" y="161074"/>
                  </a:lnTo>
                  <a:lnTo>
                    <a:pt x="32984" y="161074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0" name="Freeform 4639">
              <a:extLst>
                <a:ext uri="{FF2B5EF4-FFF2-40B4-BE49-F238E27FC236}">
                  <a16:creationId xmlns:a16="http://schemas.microsoft.com/office/drawing/2014/main" id="{65433301-3233-E50D-3965-C1D5A9A9B4B7}"/>
                </a:ext>
              </a:extLst>
            </p:cNvPr>
            <p:cNvSpPr/>
            <p:nvPr/>
          </p:nvSpPr>
          <p:spPr>
            <a:xfrm>
              <a:off x="2169889" y="4403917"/>
              <a:ext cx="32984" cy="161074"/>
            </a:xfrm>
            <a:custGeom>
              <a:avLst/>
              <a:gdLst>
                <a:gd name="csX0" fmla="*/ 0 w 32984"/>
                <a:gd name="csY0" fmla="*/ 0 h 161074"/>
                <a:gd name="csX1" fmla="*/ 0 w 32984"/>
                <a:gd name="csY1" fmla="*/ 161074 h 161074"/>
                <a:gd name="csX2" fmla="*/ 32984 w 32984"/>
                <a:gd name="csY2" fmla="*/ 161074 h 161074"/>
                <a:gd name="csX3" fmla="*/ 32984 w 32984"/>
                <a:gd name="csY3" fmla="*/ 0 h 161074"/>
                <a:gd name="csX4" fmla="*/ 0 w 32984"/>
                <a:gd name="csY4" fmla="*/ 0 h 161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61074">
                  <a:moveTo>
                    <a:pt x="0" y="0"/>
                  </a:moveTo>
                  <a:lnTo>
                    <a:pt x="0" y="161074"/>
                  </a:lnTo>
                  <a:lnTo>
                    <a:pt x="32984" y="161074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1" name="Freeform 4640">
              <a:extLst>
                <a:ext uri="{FF2B5EF4-FFF2-40B4-BE49-F238E27FC236}">
                  <a16:creationId xmlns:a16="http://schemas.microsoft.com/office/drawing/2014/main" id="{B7676E7D-77FC-7A5A-04FD-0DE9BFF564F3}"/>
                </a:ext>
              </a:extLst>
            </p:cNvPr>
            <p:cNvSpPr/>
            <p:nvPr/>
          </p:nvSpPr>
          <p:spPr>
            <a:xfrm>
              <a:off x="2202874" y="4412703"/>
              <a:ext cx="32995" cy="152287"/>
            </a:xfrm>
            <a:custGeom>
              <a:avLst/>
              <a:gdLst>
                <a:gd name="csX0" fmla="*/ 0 w 32995"/>
                <a:gd name="csY0" fmla="*/ 0 h 152287"/>
                <a:gd name="csX1" fmla="*/ 0 w 32995"/>
                <a:gd name="csY1" fmla="*/ 152288 h 152287"/>
                <a:gd name="csX2" fmla="*/ 32996 w 32995"/>
                <a:gd name="csY2" fmla="*/ 152288 h 152287"/>
                <a:gd name="csX3" fmla="*/ 32996 w 32995"/>
                <a:gd name="csY3" fmla="*/ 0 h 152287"/>
                <a:gd name="csX4" fmla="*/ 0 w 32995"/>
                <a:gd name="csY4" fmla="*/ 0 h 152287"/>
                <a:gd name="csX5" fmla="*/ 0 w 32995"/>
                <a:gd name="csY5" fmla="*/ 0 h 152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52287">
                  <a:moveTo>
                    <a:pt x="0" y="0"/>
                  </a:moveTo>
                  <a:lnTo>
                    <a:pt x="0" y="152288"/>
                  </a:lnTo>
                  <a:lnTo>
                    <a:pt x="32996" y="152288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2" name="Freeform 4641">
              <a:extLst>
                <a:ext uri="{FF2B5EF4-FFF2-40B4-BE49-F238E27FC236}">
                  <a16:creationId xmlns:a16="http://schemas.microsoft.com/office/drawing/2014/main" id="{27302067-32F0-E1B5-0772-05C6F3299282}"/>
                </a:ext>
              </a:extLst>
            </p:cNvPr>
            <p:cNvSpPr/>
            <p:nvPr/>
          </p:nvSpPr>
          <p:spPr>
            <a:xfrm>
              <a:off x="2202874" y="4412703"/>
              <a:ext cx="32995" cy="152287"/>
            </a:xfrm>
            <a:custGeom>
              <a:avLst/>
              <a:gdLst>
                <a:gd name="csX0" fmla="*/ 0 w 32995"/>
                <a:gd name="csY0" fmla="*/ 0 h 152287"/>
                <a:gd name="csX1" fmla="*/ 0 w 32995"/>
                <a:gd name="csY1" fmla="*/ 152288 h 152287"/>
                <a:gd name="csX2" fmla="*/ 32996 w 32995"/>
                <a:gd name="csY2" fmla="*/ 152288 h 152287"/>
                <a:gd name="csX3" fmla="*/ 32996 w 32995"/>
                <a:gd name="csY3" fmla="*/ 0 h 152287"/>
                <a:gd name="csX4" fmla="*/ 0 w 32995"/>
                <a:gd name="csY4" fmla="*/ 0 h 1522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52287">
                  <a:moveTo>
                    <a:pt x="0" y="0"/>
                  </a:moveTo>
                  <a:lnTo>
                    <a:pt x="0" y="152288"/>
                  </a:lnTo>
                  <a:lnTo>
                    <a:pt x="32996" y="152288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3" name="Freeform 4642">
              <a:extLst>
                <a:ext uri="{FF2B5EF4-FFF2-40B4-BE49-F238E27FC236}">
                  <a16:creationId xmlns:a16="http://schemas.microsoft.com/office/drawing/2014/main" id="{E354D0EA-01C1-FE79-DD6E-8653B3F7A4B0}"/>
                </a:ext>
              </a:extLst>
            </p:cNvPr>
            <p:cNvSpPr/>
            <p:nvPr/>
          </p:nvSpPr>
          <p:spPr>
            <a:xfrm>
              <a:off x="2235870" y="4453695"/>
              <a:ext cx="32995" cy="111295"/>
            </a:xfrm>
            <a:custGeom>
              <a:avLst/>
              <a:gdLst>
                <a:gd name="csX0" fmla="*/ 0 w 32995"/>
                <a:gd name="csY0" fmla="*/ 0 h 111295"/>
                <a:gd name="csX1" fmla="*/ 0 w 32995"/>
                <a:gd name="csY1" fmla="*/ 111296 h 111295"/>
                <a:gd name="csX2" fmla="*/ 32996 w 32995"/>
                <a:gd name="csY2" fmla="*/ 111296 h 111295"/>
                <a:gd name="csX3" fmla="*/ 32996 w 32995"/>
                <a:gd name="csY3" fmla="*/ 0 h 111295"/>
                <a:gd name="csX4" fmla="*/ 0 w 32995"/>
                <a:gd name="csY4" fmla="*/ 0 h 111295"/>
                <a:gd name="csX5" fmla="*/ 0 w 32995"/>
                <a:gd name="csY5" fmla="*/ 0 h 111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111295">
                  <a:moveTo>
                    <a:pt x="0" y="0"/>
                  </a:moveTo>
                  <a:lnTo>
                    <a:pt x="0" y="111296"/>
                  </a:lnTo>
                  <a:lnTo>
                    <a:pt x="32996" y="111296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4" name="Freeform 4643">
              <a:extLst>
                <a:ext uri="{FF2B5EF4-FFF2-40B4-BE49-F238E27FC236}">
                  <a16:creationId xmlns:a16="http://schemas.microsoft.com/office/drawing/2014/main" id="{57A037A4-1718-24BC-3A36-55734F659FB1}"/>
                </a:ext>
              </a:extLst>
            </p:cNvPr>
            <p:cNvSpPr/>
            <p:nvPr/>
          </p:nvSpPr>
          <p:spPr>
            <a:xfrm>
              <a:off x="2235870" y="4453695"/>
              <a:ext cx="32995" cy="111295"/>
            </a:xfrm>
            <a:custGeom>
              <a:avLst/>
              <a:gdLst>
                <a:gd name="csX0" fmla="*/ 0 w 32995"/>
                <a:gd name="csY0" fmla="*/ 0 h 111295"/>
                <a:gd name="csX1" fmla="*/ 0 w 32995"/>
                <a:gd name="csY1" fmla="*/ 111296 h 111295"/>
                <a:gd name="csX2" fmla="*/ 32996 w 32995"/>
                <a:gd name="csY2" fmla="*/ 111296 h 111295"/>
                <a:gd name="csX3" fmla="*/ 32996 w 32995"/>
                <a:gd name="csY3" fmla="*/ 0 h 111295"/>
                <a:gd name="csX4" fmla="*/ 0 w 32995"/>
                <a:gd name="csY4" fmla="*/ 0 h 111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111295">
                  <a:moveTo>
                    <a:pt x="0" y="0"/>
                  </a:moveTo>
                  <a:lnTo>
                    <a:pt x="0" y="111296"/>
                  </a:lnTo>
                  <a:lnTo>
                    <a:pt x="32996" y="111296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5" name="Freeform 4644">
              <a:extLst>
                <a:ext uri="{FF2B5EF4-FFF2-40B4-BE49-F238E27FC236}">
                  <a16:creationId xmlns:a16="http://schemas.microsoft.com/office/drawing/2014/main" id="{DFE2183F-2EA5-FA8F-B760-E9EAA1A2272F}"/>
                </a:ext>
              </a:extLst>
            </p:cNvPr>
            <p:cNvSpPr/>
            <p:nvPr/>
          </p:nvSpPr>
          <p:spPr>
            <a:xfrm>
              <a:off x="2268866" y="4465410"/>
              <a:ext cx="32984" cy="99580"/>
            </a:xfrm>
            <a:custGeom>
              <a:avLst/>
              <a:gdLst>
                <a:gd name="csX0" fmla="*/ 0 w 32984"/>
                <a:gd name="csY0" fmla="*/ 0 h 99580"/>
                <a:gd name="csX1" fmla="*/ 0 w 32984"/>
                <a:gd name="csY1" fmla="*/ 99581 h 99580"/>
                <a:gd name="csX2" fmla="*/ 32984 w 32984"/>
                <a:gd name="csY2" fmla="*/ 99581 h 99580"/>
                <a:gd name="csX3" fmla="*/ 32984 w 32984"/>
                <a:gd name="csY3" fmla="*/ 0 h 99580"/>
                <a:gd name="csX4" fmla="*/ 0 w 32984"/>
                <a:gd name="csY4" fmla="*/ 0 h 99580"/>
                <a:gd name="csX5" fmla="*/ 0 w 32984"/>
                <a:gd name="csY5" fmla="*/ 0 h 9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99580">
                  <a:moveTo>
                    <a:pt x="0" y="0"/>
                  </a:moveTo>
                  <a:lnTo>
                    <a:pt x="0" y="99581"/>
                  </a:lnTo>
                  <a:lnTo>
                    <a:pt x="32984" y="99581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6" name="Freeform 4645">
              <a:extLst>
                <a:ext uri="{FF2B5EF4-FFF2-40B4-BE49-F238E27FC236}">
                  <a16:creationId xmlns:a16="http://schemas.microsoft.com/office/drawing/2014/main" id="{95CF7246-F90A-FB4B-7C5A-07D7EAACBF40}"/>
                </a:ext>
              </a:extLst>
            </p:cNvPr>
            <p:cNvSpPr/>
            <p:nvPr/>
          </p:nvSpPr>
          <p:spPr>
            <a:xfrm>
              <a:off x="2268866" y="4465410"/>
              <a:ext cx="32984" cy="99580"/>
            </a:xfrm>
            <a:custGeom>
              <a:avLst/>
              <a:gdLst>
                <a:gd name="csX0" fmla="*/ 0 w 32984"/>
                <a:gd name="csY0" fmla="*/ 0 h 99580"/>
                <a:gd name="csX1" fmla="*/ 0 w 32984"/>
                <a:gd name="csY1" fmla="*/ 99581 h 99580"/>
                <a:gd name="csX2" fmla="*/ 32984 w 32984"/>
                <a:gd name="csY2" fmla="*/ 99581 h 99580"/>
                <a:gd name="csX3" fmla="*/ 32984 w 32984"/>
                <a:gd name="csY3" fmla="*/ 0 h 99580"/>
                <a:gd name="csX4" fmla="*/ 0 w 32984"/>
                <a:gd name="csY4" fmla="*/ 0 h 99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99580">
                  <a:moveTo>
                    <a:pt x="0" y="0"/>
                  </a:moveTo>
                  <a:lnTo>
                    <a:pt x="0" y="99581"/>
                  </a:lnTo>
                  <a:lnTo>
                    <a:pt x="32984" y="99581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7" name="Freeform 4646">
              <a:extLst>
                <a:ext uri="{FF2B5EF4-FFF2-40B4-BE49-F238E27FC236}">
                  <a16:creationId xmlns:a16="http://schemas.microsoft.com/office/drawing/2014/main" id="{FBD994EA-3A0A-74D3-DBC3-D79B0CACD795}"/>
                </a:ext>
              </a:extLst>
            </p:cNvPr>
            <p:cNvSpPr/>
            <p:nvPr/>
          </p:nvSpPr>
          <p:spPr>
            <a:xfrm>
              <a:off x="2301850" y="4494699"/>
              <a:ext cx="32995" cy="70292"/>
            </a:xfrm>
            <a:custGeom>
              <a:avLst/>
              <a:gdLst>
                <a:gd name="csX0" fmla="*/ 0 w 32995"/>
                <a:gd name="csY0" fmla="*/ 0 h 70292"/>
                <a:gd name="csX1" fmla="*/ 0 w 32995"/>
                <a:gd name="csY1" fmla="*/ 70292 h 70292"/>
                <a:gd name="csX2" fmla="*/ 32996 w 32995"/>
                <a:gd name="csY2" fmla="*/ 70292 h 70292"/>
                <a:gd name="csX3" fmla="*/ 32996 w 32995"/>
                <a:gd name="csY3" fmla="*/ 0 h 70292"/>
                <a:gd name="csX4" fmla="*/ 0 w 32995"/>
                <a:gd name="csY4" fmla="*/ 0 h 70292"/>
                <a:gd name="csX5" fmla="*/ 0 w 32995"/>
                <a:gd name="csY5" fmla="*/ 0 h 70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70292">
                  <a:moveTo>
                    <a:pt x="0" y="0"/>
                  </a:moveTo>
                  <a:lnTo>
                    <a:pt x="0" y="70292"/>
                  </a:lnTo>
                  <a:lnTo>
                    <a:pt x="32996" y="70292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8" name="Freeform 4647">
              <a:extLst>
                <a:ext uri="{FF2B5EF4-FFF2-40B4-BE49-F238E27FC236}">
                  <a16:creationId xmlns:a16="http://schemas.microsoft.com/office/drawing/2014/main" id="{1331ACFA-C246-6A63-9109-42E717BB4138}"/>
                </a:ext>
              </a:extLst>
            </p:cNvPr>
            <p:cNvSpPr/>
            <p:nvPr/>
          </p:nvSpPr>
          <p:spPr>
            <a:xfrm>
              <a:off x="2301850" y="4494699"/>
              <a:ext cx="32995" cy="70292"/>
            </a:xfrm>
            <a:custGeom>
              <a:avLst/>
              <a:gdLst>
                <a:gd name="csX0" fmla="*/ 0 w 32995"/>
                <a:gd name="csY0" fmla="*/ 0 h 70292"/>
                <a:gd name="csX1" fmla="*/ 0 w 32995"/>
                <a:gd name="csY1" fmla="*/ 70292 h 70292"/>
                <a:gd name="csX2" fmla="*/ 32996 w 32995"/>
                <a:gd name="csY2" fmla="*/ 70292 h 70292"/>
                <a:gd name="csX3" fmla="*/ 32996 w 32995"/>
                <a:gd name="csY3" fmla="*/ 0 h 70292"/>
                <a:gd name="csX4" fmla="*/ 0 w 32995"/>
                <a:gd name="csY4" fmla="*/ 0 h 70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70292">
                  <a:moveTo>
                    <a:pt x="0" y="0"/>
                  </a:moveTo>
                  <a:lnTo>
                    <a:pt x="0" y="70292"/>
                  </a:lnTo>
                  <a:lnTo>
                    <a:pt x="32996" y="70292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9" name="Freeform 4648">
              <a:extLst>
                <a:ext uri="{FF2B5EF4-FFF2-40B4-BE49-F238E27FC236}">
                  <a16:creationId xmlns:a16="http://schemas.microsoft.com/office/drawing/2014/main" id="{5E1F44AC-7801-AD5E-CD2F-0D71D1E70ACF}"/>
                </a:ext>
              </a:extLst>
            </p:cNvPr>
            <p:cNvSpPr/>
            <p:nvPr/>
          </p:nvSpPr>
          <p:spPr>
            <a:xfrm>
              <a:off x="2334846" y="4497628"/>
              <a:ext cx="32995" cy="67363"/>
            </a:xfrm>
            <a:custGeom>
              <a:avLst/>
              <a:gdLst>
                <a:gd name="csX0" fmla="*/ 0 w 32995"/>
                <a:gd name="csY0" fmla="*/ 0 h 67363"/>
                <a:gd name="csX1" fmla="*/ 0 w 32995"/>
                <a:gd name="csY1" fmla="*/ 67363 h 67363"/>
                <a:gd name="csX2" fmla="*/ 32996 w 32995"/>
                <a:gd name="csY2" fmla="*/ 67363 h 67363"/>
                <a:gd name="csX3" fmla="*/ 32996 w 32995"/>
                <a:gd name="csY3" fmla="*/ 0 h 67363"/>
                <a:gd name="csX4" fmla="*/ 0 w 32995"/>
                <a:gd name="csY4" fmla="*/ 0 h 67363"/>
                <a:gd name="csX5" fmla="*/ 0 w 32995"/>
                <a:gd name="csY5" fmla="*/ 0 h 67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67363">
                  <a:moveTo>
                    <a:pt x="0" y="0"/>
                  </a:moveTo>
                  <a:lnTo>
                    <a:pt x="0" y="67363"/>
                  </a:lnTo>
                  <a:lnTo>
                    <a:pt x="32996" y="67363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0" name="Freeform 4649">
              <a:extLst>
                <a:ext uri="{FF2B5EF4-FFF2-40B4-BE49-F238E27FC236}">
                  <a16:creationId xmlns:a16="http://schemas.microsoft.com/office/drawing/2014/main" id="{D0D008E4-160F-9A51-9214-3650DC884E68}"/>
                </a:ext>
              </a:extLst>
            </p:cNvPr>
            <p:cNvSpPr/>
            <p:nvPr/>
          </p:nvSpPr>
          <p:spPr>
            <a:xfrm>
              <a:off x="2334846" y="4497628"/>
              <a:ext cx="32995" cy="67363"/>
            </a:xfrm>
            <a:custGeom>
              <a:avLst/>
              <a:gdLst>
                <a:gd name="csX0" fmla="*/ 0 w 32995"/>
                <a:gd name="csY0" fmla="*/ 0 h 67363"/>
                <a:gd name="csX1" fmla="*/ 0 w 32995"/>
                <a:gd name="csY1" fmla="*/ 67363 h 67363"/>
                <a:gd name="csX2" fmla="*/ 32996 w 32995"/>
                <a:gd name="csY2" fmla="*/ 67363 h 67363"/>
                <a:gd name="csX3" fmla="*/ 32996 w 32995"/>
                <a:gd name="csY3" fmla="*/ 0 h 67363"/>
                <a:gd name="csX4" fmla="*/ 0 w 32995"/>
                <a:gd name="csY4" fmla="*/ 0 h 67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67363">
                  <a:moveTo>
                    <a:pt x="0" y="0"/>
                  </a:moveTo>
                  <a:lnTo>
                    <a:pt x="0" y="67363"/>
                  </a:lnTo>
                  <a:lnTo>
                    <a:pt x="32996" y="67363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1" name="Freeform 4650">
              <a:extLst>
                <a:ext uri="{FF2B5EF4-FFF2-40B4-BE49-F238E27FC236}">
                  <a16:creationId xmlns:a16="http://schemas.microsoft.com/office/drawing/2014/main" id="{68FAFA6D-8720-7417-0C65-EE511EC370FD}"/>
                </a:ext>
              </a:extLst>
            </p:cNvPr>
            <p:cNvSpPr/>
            <p:nvPr/>
          </p:nvSpPr>
          <p:spPr>
            <a:xfrm>
              <a:off x="2367842" y="4518129"/>
              <a:ext cx="32984" cy="46861"/>
            </a:xfrm>
            <a:custGeom>
              <a:avLst/>
              <a:gdLst>
                <a:gd name="csX0" fmla="*/ 0 w 32984"/>
                <a:gd name="csY0" fmla="*/ 0 h 46861"/>
                <a:gd name="csX1" fmla="*/ 0 w 32984"/>
                <a:gd name="csY1" fmla="*/ 46861 h 46861"/>
                <a:gd name="csX2" fmla="*/ 32984 w 32984"/>
                <a:gd name="csY2" fmla="*/ 46861 h 46861"/>
                <a:gd name="csX3" fmla="*/ 32984 w 32984"/>
                <a:gd name="csY3" fmla="*/ 0 h 46861"/>
                <a:gd name="csX4" fmla="*/ 0 w 32984"/>
                <a:gd name="csY4" fmla="*/ 0 h 46861"/>
                <a:gd name="csX5" fmla="*/ 0 w 32984"/>
                <a:gd name="csY5" fmla="*/ 0 h 46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46861">
                  <a:moveTo>
                    <a:pt x="0" y="0"/>
                  </a:moveTo>
                  <a:lnTo>
                    <a:pt x="0" y="46861"/>
                  </a:lnTo>
                  <a:lnTo>
                    <a:pt x="32984" y="46861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2" name="Freeform 4651">
              <a:extLst>
                <a:ext uri="{FF2B5EF4-FFF2-40B4-BE49-F238E27FC236}">
                  <a16:creationId xmlns:a16="http://schemas.microsoft.com/office/drawing/2014/main" id="{F5543A5C-3FB7-1232-130F-C874B313626C}"/>
                </a:ext>
              </a:extLst>
            </p:cNvPr>
            <p:cNvSpPr/>
            <p:nvPr/>
          </p:nvSpPr>
          <p:spPr>
            <a:xfrm>
              <a:off x="2367842" y="4518129"/>
              <a:ext cx="32984" cy="46861"/>
            </a:xfrm>
            <a:custGeom>
              <a:avLst/>
              <a:gdLst>
                <a:gd name="csX0" fmla="*/ 0 w 32984"/>
                <a:gd name="csY0" fmla="*/ 0 h 46861"/>
                <a:gd name="csX1" fmla="*/ 0 w 32984"/>
                <a:gd name="csY1" fmla="*/ 46861 h 46861"/>
                <a:gd name="csX2" fmla="*/ 32984 w 32984"/>
                <a:gd name="csY2" fmla="*/ 46861 h 46861"/>
                <a:gd name="csX3" fmla="*/ 32984 w 32984"/>
                <a:gd name="csY3" fmla="*/ 0 h 46861"/>
                <a:gd name="csX4" fmla="*/ 0 w 32984"/>
                <a:gd name="csY4" fmla="*/ 0 h 46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46861">
                  <a:moveTo>
                    <a:pt x="0" y="0"/>
                  </a:moveTo>
                  <a:lnTo>
                    <a:pt x="0" y="46861"/>
                  </a:lnTo>
                  <a:lnTo>
                    <a:pt x="32984" y="46861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3" name="Freeform 4652">
              <a:extLst>
                <a:ext uri="{FF2B5EF4-FFF2-40B4-BE49-F238E27FC236}">
                  <a16:creationId xmlns:a16="http://schemas.microsoft.com/office/drawing/2014/main" id="{B288D07B-9DA5-E143-58F5-4D56BBFD72BB}"/>
                </a:ext>
              </a:extLst>
            </p:cNvPr>
            <p:cNvSpPr/>
            <p:nvPr/>
          </p:nvSpPr>
          <p:spPr>
            <a:xfrm>
              <a:off x="2400826" y="4515201"/>
              <a:ext cx="32995" cy="49790"/>
            </a:xfrm>
            <a:custGeom>
              <a:avLst/>
              <a:gdLst>
                <a:gd name="csX0" fmla="*/ 0 w 32995"/>
                <a:gd name="csY0" fmla="*/ 0 h 49790"/>
                <a:gd name="csX1" fmla="*/ 0 w 32995"/>
                <a:gd name="csY1" fmla="*/ 49790 h 49790"/>
                <a:gd name="csX2" fmla="*/ 32996 w 32995"/>
                <a:gd name="csY2" fmla="*/ 49790 h 49790"/>
                <a:gd name="csX3" fmla="*/ 32996 w 32995"/>
                <a:gd name="csY3" fmla="*/ 0 h 49790"/>
                <a:gd name="csX4" fmla="*/ 0 w 32995"/>
                <a:gd name="csY4" fmla="*/ 0 h 49790"/>
                <a:gd name="csX5" fmla="*/ 0 w 32995"/>
                <a:gd name="csY5" fmla="*/ 0 h 49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49790">
                  <a:moveTo>
                    <a:pt x="0" y="0"/>
                  </a:moveTo>
                  <a:lnTo>
                    <a:pt x="0" y="49790"/>
                  </a:lnTo>
                  <a:lnTo>
                    <a:pt x="32996" y="49790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4" name="Freeform 4653">
              <a:extLst>
                <a:ext uri="{FF2B5EF4-FFF2-40B4-BE49-F238E27FC236}">
                  <a16:creationId xmlns:a16="http://schemas.microsoft.com/office/drawing/2014/main" id="{44322701-80FD-0CB1-2A0B-C0FD311394CE}"/>
                </a:ext>
              </a:extLst>
            </p:cNvPr>
            <p:cNvSpPr/>
            <p:nvPr/>
          </p:nvSpPr>
          <p:spPr>
            <a:xfrm>
              <a:off x="2400826" y="4515201"/>
              <a:ext cx="32995" cy="49790"/>
            </a:xfrm>
            <a:custGeom>
              <a:avLst/>
              <a:gdLst>
                <a:gd name="csX0" fmla="*/ 0 w 32995"/>
                <a:gd name="csY0" fmla="*/ 0 h 49790"/>
                <a:gd name="csX1" fmla="*/ 0 w 32995"/>
                <a:gd name="csY1" fmla="*/ 49790 h 49790"/>
                <a:gd name="csX2" fmla="*/ 32996 w 32995"/>
                <a:gd name="csY2" fmla="*/ 49790 h 49790"/>
                <a:gd name="csX3" fmla="*/ 32996 w 32995"/>
                <a:gd name="csY3" fmla="*/ 0 h 49790"/>
                <a:gd name="csX4" fmla="*/ 0 w 32995"/>
                <a:gd name="csY4" fmla="*/ 0 h 49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49790">
                  <a:moveTo>
                    <a:pt x="0" y="0"/>
                  </a:moveTo>
                  <a:lnTo>
                    <a:pt x="0" y="49790"/>
                  </a:lnTo>
                  <a:lnTo>
                    <a:pt x="32996" y="49790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5" name="Freeform 4654">
              <a:extLst>
                <a:ext uri="{FF2B5EF4-FFF2-40B4-BE49-F238E27FC236}">
                  <a16:creationId xmlns:a16="http://schemas.microsoft.com/office/drawing/2014/main" id="{DD03E4EE-4DC7-64B0-941A-E0A7E57D1453}"/>
                </a:ext>
              </a:extLst>
            </p:cNvPr>
            <p:cNvSpPr/>
            <p:nvPr/>
          </p:nvSpPr>
          <p:spPr>
            <a:xfrm>
              <a:off x="2433822" y="4526916"/>
              <a:ext cx="32995" cy="38074"/>
            </a:xfrm>
            <a:custGeom>
              <a:avLst/>
              <a:gdLst>
                <a:gd name="csX0" fmla="*/ 0 w 32995"/>
                <a:gd name="csY0" fmla="*/ 0 h 38074"/>
                <a:gd name="csX1" fmla="*/ 0 w 32995"/>
                <a:gd name="csY1" fmla="*/ 38075 h 38074"/>
                <a:gd name="csX2" fmla="*/ 32996 w 32995"/>
                <a:gd name="csY2" fmla="*/ 38075 h 38074"/>
                <a:gd name="csX3" fmla="*/ 32996 w 32995"/>
                <a:gd name="csY3" fmla="*/ 0 h 38074"/>
                <a:gd name="csX4" fmla="*/ 0 w 32995"/>
                <a:gd name="csY4" fmla="*/ 0 h 38074"/>
                <a:gd name="csX5" fmla="*/ 0 w 32995"/>
                <a:gd name="csY5" fmla="*/ 0 h 38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38074">
                  <a:moveTo>
                    <a:pt x="0" y="0"/>
                  </a:moveTo>
                  <a:lnTo>
                    <a:pt x="0" y="38075"/>
                  </a:lnTo>
                  <a:lnTo>
                    <a:pt x="32996" y="38075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6" name="Freeform 4655">
              <a:extLst>
                <a:ext uri="{FF2B5EF4-FFF2-40B4-BE49-F238E27FC236}">
                  <a16:creationId xmlns:a16="http://schemas.microsoft.com/office/drawing/2014/main" id="{AF459B36-0B0D-A473-FF23-CE1B64C26C8F}"/>
                </a:ext>
              </a:extLst>
            </p:cNvPr>
            <p:cNvSpPr/>
            <p:nvPr/>
          </p:nvSpPr>
          <p:spPr>
            <a:xfrm>
              <a:off x="2433822" y="4526916"/>
              <a:ext cx="32995" cy="38074"/>
            </a:xfrm>
            <a:custGeom>
              <a:avLst/>
              <a:gdLst>
                <a:gd name="csX0" fmla="*/ 0 w 32995"/>
                <a:gd name="csY0" fmla="*/ 0 h 38074"/>
                <a:gd name="csX1" fmla="*/ 0 w 32995"/>
                <a:gd name="csY1" fmla="*/ 38075 h 38074"/>
                <a:gd name="csX2" fmla="*/ 32996 w 32995"/>
                <a:gd name="csY2" fmla="*/ 38075 h 38074"/>
                <a:gd name="csX3" fmla="*/ 32996 w 32995"/>
                <a:gd name="csY3" fmla="*/ 0 h 38074"/>
                <a:gd name="csX4" fmla="*/ 0 w 32995"/>
                <a:gd name="csY4" fmla="*/ 0 h 38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38074">
                  <a:moveTo>
                    <a:pt x="0" y="0"/>
                  </a:moveTo>
                  <a:lnTo>
                    <a:pt x="0" y="38075"/>
                  </a:lnTo>
                  <a:lnTo>
                    <a:pt x="32996" y="38075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7" name="Freeform 4656">
              <a:extLst>
                <a:ext uri="{FF2B5EF4-FFF2-40B4-BE49-F238E27FC236}">
                  <a16:creationId xmlns:a16="http://schemas.microsoft.com/office/drawing/2014/main" id="{7E1FBADC-2915-D7F2-9C26-547E3A06A2BF}"/>
                </a:ext>
              </a:extLst>
            </p:cNvPr>
            <p:cNvSpPr/>
            <p:nvPr/>
          </p:nvSpPr>
          <p:spPr>
            <a:xfrm>
              <a:off x="2466818" y="4547418"/>
              <a:ext cx="32984" cy="17573"/>
            </a:xfrm>
            <a:custGeom>
              <a:avLst/>
              <a:gdLst>
                <a:gd name="csX0" fmla="*/ 0 w 32984"/>
                <a:gd name="csY0" fmla="*/ 0 h 17573"/>
                <a:gd name="csX1" fmla="*/ 0 w 32984"/>
                <a:gd name="csY1" fmla="*/ 17573 h 17573"/>
                <a:gd name="csX2" fmla="*/ 32984 w 32984"/>
                <a:gd name="csY2" fmla="*/ 17573 h 17573"/>
                <a:gd name="csX3" fmla="*/ 32984 w 32984"/>
                <a:gd name="csY3" fmla="*/ 0 h 17573"/>
                <a:gd name="csX4" fmla="*/ 0 w 32984"/>
                <a:gd name="csY4" fmla="*/ 0 h 17573"/>
                <a:gd name="csX5" fmla="*/ 0 w 32984"/>
                <a:gd name="csY5" fmla="*/ 0 h 17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7573">
                  <a:moveTo>
                    <a:pt x="0" y="0"/>
                  </a:moveTo>
                  <a:lnTo>
                    <a:pt x="0" y="17573"/>
                  </a:lnTo>
                  <a:lnTo>
                    <a:pt x="32984" y="17573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8" name="Freeform 4657">
              <a:extLst>
                <a:ext uri="{FF2B5EF4-FFF2-40B4-BE49-F238E27FC236}">
                  <a16:creationId xmlns:a16="http://schemas.microsoft.com/office/drawing/2014/main" id="{FFD65EAC-569A-F165-3F46-EA2A4CEC6799}"/>
                </a:ext>
              </a:extLst>
            </p:cNvPr>
            <p:cNvSpPr/>
            <p:nvPr/>
          </p:nvSpPr>
          <p:spPr>
            <a:xfrm>
              <a:off x="2466818" y="4547418"/>
              <a:ext cx="32984" cy="17573"/>
            </a:xfrm>
            <a:custGeom>
              <a:avLst/>
              <a:gdLst>
                <a:gd name="csX0" fmla="*/ 0 w 32984"/>
                <a:gd name="csY0" fmla="*/ 0 h 17573"/>
                <a:gd name="csX1" fmla="*/ 0 w 32984"/>
                <a:gd name="csY1" fmla="*/ 17573 h 17573"/>
                <a:gd name="csX2" fmla="*/ 32984 w 32984"/>
                <a:gd name="csY2" fmla="*/ 17573 h 17573"/>
                <a:gd name="csX3" fmla="*/ 32984 w 32984"/>
                <a:gd name="csY3" fmla="*/ 0 h 17573"/>
                <a:gd name="csX4" fmla="*/ 0 w 32984"/>
                <a:gd name="csY4" fmla="*/ 0 h 17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17573">
                  <a:moveTo>
                    <a:pt x="0" y="0"/>
                  </a:moveTo>
                  <a:lnTo>
                    <a:pt x="0" y="17573"/>
                  </a:lnTo>
                  <a:lnTo>
                    <a:pt x="32984" y="17573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9" name="Freeform 4658">
              <a:extLst>
                <a:ext uri="{FF2B5EF4-FFF2-40B4-BE49-F238E27FC236}">
                  <a16:creationId xmlns:a16="http://schemas.microsoft.com/office/drawing/2014/main" id="{55B734F5-9E29-BAE1-F00D-8172C24F114E}"/>
                </a:ext>
              </a:extLst>
            </p:cNvPr>
            <p:cNvSpPr/>
            <p:nvPr/>
          </p:nvSpPr>
          <p:spPr>
            <a:xfrm>
              <a:off x="2499802" y="4532774"/>
              <a:ext cx="32995" cy="32217"/>
            </a:xfrm>
            <a:custGeom>
              <a:avLst/>
              <a:gdLst>
                <a:gd name="csX0" fmla="*/ 0 w 32995"/>
                <a:gd name="csY0" fmla="*/ 0 h 32217"/>
                <a:gd name="csX1" fmla="*/ 0 w 32995"/>
                <a:gd name="csY1" fmla="*/ 32217 h 32217"/>
                <a:gd name="csX2" fmla="*/ 32996 w 32995"/>
                <a:gd name="csY2" fmla="*/ 32217 h 32217"/>
                <a:gd name="csX3" fmla="*/ 32996 w 32995"/>
                <a:gd name="csY3" fmla="*/ 0 h 32217"/>
                <a:gd name="csX4" fmla="*/ 0 w 32995"/>
                <a:gd name="csY4" fmla="*/ 0 h 32217"/>
                <a:gd name="csX5" fmla="*/ 0 w 32995"/>
                <a:gd name="csY5" fmla="*/ 0 h 32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32217">
                  <a:moveTo>
                    <a:pt x="0" y="0"/>
                  </a:moveTo>
                  <a:lnTo>
                    <a:pt x="0" y="32217"/>
                  </a:lnTo>
                  <a:lnTo>
                    <a:pt x="32996" y="32217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0" name="Freeform 4659">
              <a:extLst>
                <a:ext uri="{FF2B5EF4-FFF2-40B4-BE49-F238E27FC236}">
                  <a16:creationId xmlns:a16="http://schemas.microsoft.com/office/drawing/2014/main" id="{90ED4F46-F6C3-1825-2929-38E771E9869F}"/>
                </a:ext>
              </a:extLst>
            </p:cNvPr>
            <p:cNvSpPr/>
            <p:nvPr/>
          </p:nvSpPr>
          <p:spPr>
            <a:xfrm>
              <a:off x="2499802" y="4532774"/>
              <a:ext cx="32995" cy="32217"/>
            </a:xfrm>
            <a:custGeom>
              <a:avLst/>
              <a:gdLst>
                <a:gd name="csX0" fmla="*/ 0 w 32995"/>
                <a:gd name="csY0" fmla="*/ 0 h 32217"/>
                <a:gd name="csX1" fmla="*/ 0 w 32995"/>
                <a:gd name="csY1" fmla="*/ 32217 h 32217"/>
                <a:gd name="csX2" fmla="*/ 32996 w 32995"/>
                <a:gd name="csY2" fmla="*/ 32217 h 32217"/>
                <a:gd name="csX3" fmla="*/ 32996 w 32995"/>
                <a:gd name="csY3" fmla="*/ 0 h 32217"/>
                <a:gd name="csX4" fmla="*/ 0 w 32995"/>
                <a:gd name="csY4" fmla="*/ 0 h 32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32217">
                  <a:moveTo>
                    <a:pt x="0" y="0"/>
                  </a:moveTo>
                  <a:lnTo>
                    <a:pt x="0" y="32217"/>
                  </a:lnTo>
                  <a:lnTo>
                    <a:pt x="32996" y="32217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1" name="Freeform 4660">
              <a:extLst>
                <a:ext uri="{FF2B5EF4-FFF2-40B4-BE49-F238E27FC236}">
                  <a16:creationId xmlns:a16="http://schemas.microsoft.com/office/drawing/2014/main" id="{1655FD63-A3A3-EBF8-1E26-1AEEF5E7D7F4}"/>
                </a:ext>
              </a:extLst>
            </p:cNvPr>
            <p:cNvSpPr/>
            <p:nvPr/>
          </p:nvSpPr>
          <p:spPr>
            <a:xfrm>
              <a:off x="2532798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  <a:gd name="csX5" fmla="*/ 0 w 32995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2" name="Freeform 4661">
              <a:extLst>
                <a:ext uri="{FF2B5EF4-FFF2-40B4-BE49-F238E27FC236}">
                  <a16:creationId xmlns:a16="http://schemas.microsoft.com/office/drawing/2014/main" id="{4A59A87F-EEF0-1DE5-045F-F6B06408D99A}"/>
                </a:ext>
              </a:extLst>
            </p:cNvPr>
            <p:cNvSpPr/>
            <p:nvPr/>
          </p:nvSpPr>
          <p:spPr>
            <a:xfrm>
              <a:off x="2532798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3" name="Freeform 4662">
              <a:extLst>
                <a:ext uri="{FF2B5EF4-FFF2-40B4-BE49-F238E27FC236}">
                  <a16:creationId xmlns:a16="http://schemas.microsoft.com/office/drawing/2014/main" id="{CE15CB1F-E661-7BF0-FFE4-6EB00156E5ED}"/>
                </a:ext>
              </a:extLst>
            </p:cNvPr>
            <p:cNvSpPr/>
            <p:nvPr/>
          </p:nvSpPr>
          <p:spPr>
            <a:xfrm>
              <a:off x="2565794" y="4556204"/>
              <a:ext cx="32984" cy="8786"/>
            </a:xfrm>
            <a:custGeom>
              <a:avLst/>
              <a:gdLst>
                <a:gd name="csX0" fmla="*/ 0 w 32984"/>
                <a:gd name="csY0" fmla="*/ 0 h 8786"/>
                <a:gd name="csX1" fmla="*/ 0 w 32984"/>
                <a:gd name="csY1" fmla="*/ 8787 h 8786"/>
                <a:gd name="csX2" fmla="*/ 32984 w 32984"/>
                <a:gd name="csY2" fmla="*/ 8787 h 8786"/>
                <a:gd name="csX3" fmla="*/ 32984 w 32984"/>
                <a:gd name="csY3" fmla="*/ 0 h 8786"/>
                <a:gd name="csX4" fmla="*/ 0 w 32984"/>
                <a:gd name="csY4" fmla="*/ 0 h 8786"/>
                <a:gd name="csX5" fmla="*/ 0 w 32984"/>
                <a:gd name="csY5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8786">
                  <a:moveTo>
                    <a:pt x="0" y="0"/>
                  </a:moveTo>
                  <a:lnTo>
                    <a:pt x="0" y="8787"/>
                  </a:lnTo>
                  <a:lnTo>
                    <a:pt x="32984" y="8787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4" name="Freeform 4663">
              <a:extLst>
                <a:ext uri="{FF2B5EF4-FFF2-40B4-BE49-F238E27FC236}">
                  <a16:creationId xmlns:a16="http://schemas.microsoft.com/office/drawing/2014/main" id="{432C6BCE-2379-583F-4174-704891BFF91D}"/>
                </a:ext>
              </a:extLst>
            </p:cNvPr>
            <p:cNvSpPr/>
            <p:nvPr/>
          </p:nvSpPr>
          <p:spPr>
            <a:xfrm>
              <a:off x="2565794" y="4556204"/>
              <a:ext cx="32984" cy="8786"/>
            </a:xfrm>
            <a:custGeom>
              <a:avLst/>
              <a:gdLst>
                <a:gd name="csX0" fmla="*/ 0 w 32984"/>
                <a:gd name="csY0" fmla="*/ 0 h 8786"/>
                <a:gd name="csX1" fmla="*/ 0 w 32984"/>
                <a:gd name="csY1" fmla="*/ 8787 h 8786"/>
                <a:gd name="csX2" fmla="*/ 32984 w 32984"/>
                <a:gd name="csY2" fmla="*/ 8787 h 8786"/>
                <a:gd name="csX3" fmla="*/ 32984 w 32984"/>
                <a:gd name="csY3" fmla="*/ 0 h 8786"/>
                <a:gd name="csX4" fmla="*/ 0 w 32984"/>
                <a:gd name="csY4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8786">
                  <a:moveTo>
                    <a:pt x="0" y="0"/>
                  </a:moveTo>
                  <a:lnTo>
                    <a:pt x="0" y="8787"/>
                  </a:lnTo>
                  <a:lnTo>
                    <a:pt x="32984" y="8787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5" name="Freeform 4664">
              <a:extLst>
                <a:ext uri="{FF2B5EF4-FFF2-40B4-BE49-F238E27FC236}">
                  <a16:creationId xmlns:a16="http://schemas.microsoft.com/office/drawing/2014/main" id="{B95938D1-FD83-8684-9D37-5F3EC1EDAB5C}"/>
                </a:ext>
              </a:extLst>
            </p:cNvPr>
            <p:cNvSpPr/>
            <p:nvPr/>
          </p:nvSpPr>
          <p:spPr>
            <a:xfrm>
              <a:off x="2598778" y="4556204"/>
              <a:ext cx="32995" cy="8786"/>
            </a:xfrm>
            <a:custGeom>
              <a:avLst/>
              <a:gdLst>
                <a:gd name="csX0" fmla="*/ 0 w 32995"/>
                <a:gd name="csY0" fmla="*/ 0 h 8786"/>
                <a:gd name="csX1" fmla="*/ 0 w 32995"/>
                <a:gd name="csY1" fmla="*/ 8787 h 8786"/>
                <a:gd name="csX2" fmla="*/ 32996 w 32995"/>
                <a:gd name="csY2" fmla="*/ 8787 h 8786"/>
                <a:gd name="csX3" fmla="*/ 32996 w 32995"/>
                <a:gd name="csY3" fmla="*/ 0 h 8786"/>
                <a:gd name="csX4" fmla="*/ 0 w 32995"/>
                <a:gd name="csY4" fmla="*/ 0 h 8786"/>
                <a:gd name="csX5" fmla="*/ 0 w 32995"/>
                <a:gd name="csY5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8786">
                  <a:moveTo>
                    <a:pt x="0" y="0"/>
                  </a:moveTo>
                  <a:lnTo>
                    <a:pt x="0" y="8787"/>
                  </a:lnTo>
                  <a:lnTo>
                    <a:pt x="32996" y="8787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6" name="Freeform 4665">
              <a:extLst>
                <a:ext uri="{FF2B5EF4-FFF2-40B4-BE49-F238E27FC236}">
                  <a16:creationId xmlns:a16="http://schemas.microsoft.com/office/drawing/2014/main" id="{74A7303D-1B3D-3627-38E5-48B2D77EE9D5}"/>
                </a:ext>
              </a:extLst>
            </p:cNvPr>
            <p:cNvSpPr/>
            <p:nvPr/>
          </p:nvSpPr>
          <p:spPr>
            <a:xfrm>
              <a:off x="2598778" y="4556204"/>
              <a:ext cx="32995" cy="8786"/>
            </a:xfrm>
            <a:custGeom>
              <a:avLst/>
              <a:gdLst>
                <a:gd name="csX0" fmla="*/ 0 w 32995"/>
                <a:gd name="csY0" fmla="*/ 0 h 8786"/>
                <a:gd name="csX1" fmla="*/ 0 w 32995"/>
                <a:gd name="csY1" fmla="*/ 8787 h 8786"/>
                <a:gd name="csX2" fmla="*/ 32996 w 32995"/>
                <a:gd name="csY2" fmla="*/ 8787 h 8786"/>
                <a:gd name="csX3" fmla="*/ 32996 w 32995"/>
                <a:gd name="csY3" fmla="*/ 0 h 8786"/>
                <a:gd name="csX4" fmla="*/ 0 w 32995"/>
                <a:gd name="csY4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8786">
                  <a:moveTo>
                    <a:pt x="0" y="0"/>
                  </a:moveTo>
                  <a:lnTo>
                    <a:pt x="0" y="8787"/>
                  </a:lnTo>
                  <a:lnTo>
                    <a:pt x="32996" y="8787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7" name="Freeform 4666">
              <a:extLst>
                <a:ext uri="{FF2B5EF4-FFF2-40B4-BE49-F238E27FC236}">
                  <a16:creationId xmlns:a16="http://schemas.microsoft.com/office/drawing/2014/main" id="{177487A2-AAF0-A5CB-BCED-709A3EE015A0}"/>
                </a:ext>
              </a:extLst>
            </p:cNvPr>
            <p:cNvSpPr/>
            <p:nvPr/>
          </p:nvSpPr>
          <p:spPr>
            <a:xfrm>
              <a:off x="2631774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  <a:gd name="csX5" fmla="*/ 0 w 32995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8" name="Freeform 4667">
              <a:extLst>
                <a:ext uri="{FF2B5EF4-FFF2-40B4-BE49-F238E27FC236}">
                  <a16:creationId xmlns:a16="http://schemas.microsoft.com/office/drawing/2014/main" id="{8C4C984C-737B-E33C-85C8-5919AE58A7B8}"/>
                </a:ext>
              </a:extLst>
            </p:cNvPr>
            <p:cNvSpPr/>
            <p:nvPr/>
          </p:nvSpPr>
          <p:spPr>
            <a:xfrm>
              <a:off x="2631774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9" name="Freeform 4668">
              <a:extLst>
                <a:ext uri="{FF2B5EF4-FFF2-40B4-BE49-F238E27FC236}">
                  <a16:creationId xmlns:a16="http://schemas.microsoft.com/office/drawing/2014/main" id="{31C5FAAD-7375-95CE-0745-415D7A747150}"/>
                </a:ext>
              </a:extLst>
            </p:cNvPr>
            <p:cNvSpPr/>
            <p:nvPr/>
          </p:nvSpPr>
          <p:spPr>
            <a:xfrm>
              <a:off x="2664770" y="4562062"/>
              <a:ext cx="32984" cy="2928"/>
            </a:xfrm>
            <a:custGeom>
              <a:avLst/>
              <a:gdLst>
                <a:gd name="csX0" fmla="*/ 0 w 32984"/>
                <a:gd name="csY0" fmla="*/ 0 h 2928"/>
                <a:gd name="csX1" fmla="*/ 0 w 32984"/>
                <a:gd name="csY1" fmla="*/ 2929 h 2928"/>
                <a:gd name="csX2" fmla="*/ 32984 w 32984"/>
                <a:gd name="csY2" fmla="*/ 2929 h 2928"/>
                <a:gd name="csX3" fmla="*/ 32984 w 32984"/>
                <a:gd name="csY3" fmla="*/ 0 h 2928"/>
                <a:gd name="csX4" fmla="*/ 0 w 32984"/>
                <a:gd name="csY4" fmla="*/ 0 h 2928"/>
                <a:gd name="csX5" fmla="*/ 0 w 32984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2928">
                  <a:moveTo>
                    <a:pt x="0" y="0"/>
                  </a:moveTo>
                  <a:lnTo>
                    <a:pt x="0" y="2929"/>
                  </a:lnTo>
                  <a:lnTo>
                    <a:pt x="32984" y="2929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0" name="Freeform 4669">
              <a:extLst>
                <a:ext uri="{FF2B5EF4-FFF2-40B4-BE49-F238E27FC236}">
                  <a16:creationId xmlns:a16="http://schemas.microsoft.com/office/drawing/2014/main" id="{CB5A70C5-541F-86D2-1BFB-5A64C7A1F8E6}"/>
                </a:ext>
              </a:extLst>
            </p:cNvPr>
            <p:cNvSpPr/>
            <p:nvPr/>
          </p:nvSpPr>
          <p:spPr>
            <a:xfrm>
              <a:off x="2664770" y="4562062"/>
              <a:ext cx="32984" cy="2928"/>
            </a:xfrm>
            <a:custGeom>
              <a:avLst/>
              <a:gdLst>
                <a:gd name="csX0" fmla="*/ 0 w 32984"/>
                <a:gd name="csY0" fmla="*/ 0 h 2928"/>
                <a:gd name="csX1" fmla="*/ 0 w 32984"/>
                <a:gd name="csY1" fmla="*/ 2929 h 2928"/>
                <a:gd name="csX2" fmla="*/ 32984 w 32984"/>
                <a:gd name="csY2" fmla="*/ 2929 h 2928"/>
                <a:gd name="csX3" fmla="*/ 32984 w 32984"/>
                <a:gd name="csY3" fmla="*/ 0 h 2928"/>
                <a:gd name="csX4" fmla="*/ 0 w 32984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2928">
                  <a:moveTo>
                    <a:pt x="0" y="0"/>
                  </a:moveTo>
                  <a:lnTo>
                    <a:pt x="0" y="2929"/>
                  </a:lnTo>
                  <a:lnTo>
                    <a:pt x="32984" y="2929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1" name="Freeform 4670">
              <a:extLst>
                <a:ext uri="{FF2B5EF4-FFF2-40B4-BE49-F238E27FC236}">
                  <a16:creationId xmlns:a16="http://schemas.microsoft.com/office/drawing/2014/main" id="{DBFCEA68-9109-9F0B-FC5D-297202965468}"/>
                </a:ext>
              </a:extLst>
            </p:cNvPr>
            <p:cNvSpPr/>
            <p:nvPr/>
          </p:nvSpPr>
          <p:spPr>
            <a:xfrm>
              <a:off x="2697754" y="4556204"/>
              <a:ext cx="32996" cy="8786"/>
            </a:xfrm>
            <a:custGeom>
              <a:avLst/>
              <a:gdLst>
                <a:gd name="csX0" fmla="*/ 0 w 32996"/>
                <a:gd name="csY0" fmla="*/ 0 h 8786"/>
                <a:gd name="csX1" fmla="*/ 0 w 32996"/>
                <a:gd name="csY1" fmla="*/ 8787 h 8786"/>
                <a:gd name="csX2" fmla="*/ 32996 w 32996"/>
                <a:gd name="csY2" fmla="*/ 8787 h 8786"/>
                <a:gd name="csX3" fmla="*/ 32996 w 32996"/>
                <a:gd name="csY3" fmla="*/ 0 h 8786"/>
                <a:gd name="csX4" fmla="*/ 0 w 32996"/>
                <a:gd name="csY4" fmla="*/ 0 h 8786"/>
                <a:gd name="csX5" fmla="*/ 0 w 32996"/>
                <a:gd name="csY5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6" h="8786">
                  <a:moveTo>
                    <a:pt x="0" y="0"/>
                  </a:moveTo>
                  <a:lnTo>
                    <a:pt x="0" y="8787"/>
                  </a:lnTo>
                  <a:lnTo>
                    <a:pt x="32996" y="8787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2" name="Freeform 4671">
              <a:extLst>
                <a:ext uri="{FF2B5EF4-FFF2-40B4-BE49-F238E27FC236}">
                  <a16:creationId xmlns:a16="http://schemas.microsoft.com/office/drawing/2014/main" id="{FBEC3685-0266-D1D0-9F51-D85A3923CEF1}"/>
                </a:ext>
              </a:extLst>
            </p:cNvPr>
            <p:cNvSpPr/>
            <p:nvPr/>
          </p:nvSpPr>
          <p:spPr>
            <a:xfrm>
              <a:off x="2697754" y="4556204"/>
              <a:ext cx="32996" cy="8786"/>
            </a:xfrm>
            <a:custGeom>
              <a:avLst/>
              <a:gdLst>
                <a:gd name="csX0" fmla="*/ 0 w 32996"/>
                <a:gd name="csY0" fmla="*/ 0 h 8786"/>
                <a:gd name="csX1" fmla="*/ 0 w 32996"/>
                <a:gd name="csY1" fmla="*/ 8787 h 8786"/>
                <a:gd name="csX2" fmla="*/ 32996 w 32996"/>
                <a:gd name="csY2" fmla="*/ 8787 h 8786"/>
                <a:gd name="csX3" fmla="*/ 32996 w 32996"/>
                <a:gd name="csY3" fmla="*/ 0 h 8786"/>
                <a:gd name="csX4" fmla="*/ 0 w 32996"/>
                <a:gd name="csY4" fmla="*/ 0 h 8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6" h="8786">
                  <a:moveTo>
                    <a:pt x="0" y="0"/>
                  </a:moveTo>
                  <a:lnTo>
                    <a:pt x="0" y="8787"/>
                  </a:lnTo>
                  <a:lnTo>
                    <a:pt x="32996" y="8787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3" name="Freeform 4672">
              <a:extLst>
                <a:ext uri="{FF2B5EF4-FFF2-40B4-BE49-F238E27FC236}">
                  <a16:creationId xmlns:a16="http://schemas.microsoft.com/office/drawing/2014/main" id="{4194704E-072E-518B-BC92-BF6EE71040F3}"/>
                </a:ext>
              </a:extLst>
            </p:cNvPr>
            <p:cNvSpPr/>
            <p:nvPr/>
          </p:nvSpPr>
          <p:spPr>
            <a:xfrm>
              <a:off x="2730750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  <a:gd name="csX5" fmla="*/ 0 w 32995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4" name="Freeform 4673">
              <a:extLst>
                <a:ext uri="{FF2B5EF4-FFF2-40B4-BE49-F238E27FC236}">
                  <a16:creationId xmlns:a16="http://schemas.microsoft.com/office/drawing/2014/main" id="{2DAC1E5B-28D5-70F9-6431-A2014B3D2BA3}"/>
                </a:ext>
              </a:extLst>
            </p:cNvPr>
            <p:cNvSpPr/>
            <p:nvPr/>
          </p:nvSpPr>
          <p:spPr>
            <a:xfrm>
              <a:off x="2730750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5" name="Freeform 4674">
              <a:extLst>
                <a:ext uri="{FF2B5EF4-FFF2-40B4-BE49-F238E27FC236}">
                  <a16:creationId xmlns:a16="http://schemas.microsoft.com/office/drawing/2014/main" id="{9CD4F6C2-BA7E-759C-0992-3FD50B1F60B1}"/>
                </a:ext>
              </a:extLst>
            </p:cNvPr>
            <p:cNvSpPr/>
            <p:nvPr/>
          </p:nvSpPr>
          <p:spPr>
            <a:xfrm>
              <a:off x="2763746" y="4564991"/>
              <a:ext cx="32984" cy="1162"/>
            </a:xfrm>
            <a:custGeom>
              <a:avLst/>
              <a:gdLst>
                <a:gd name="csX0" fmla="*/ 0 w 32984"/>
                <a:gd name="csY0" fmla="*/ 0 h 1162"/>
                <a:gd name="csX1" fmla="*/ 0 w 32984"/>
                <a:gd name="csY1" fmla="*/ 0 h 1162"/>
                <a:gd name="csX2" fmla="*/ 32984 w 32984"/>
                <a:gd name="csY2" fmla="*/ 0 h 1162"/>
                <a:gd name="csX3" fmla="*/ 32984 w 32984"/>
                <a:gd name="csY3" fmla="*/ 0 h 1162"/>
                <a:gd name="csX4" fmla="*/ 0 w 32984"/>
                <a:gd name="csY4" fmla="*/ 0 h 1162"/>
                <a:gd name="csX5" fmla="*/ 0 w 32984"/>
                <a:gd name="csY5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1162">
                  <a:moveTo>
                    <a:pt x="0" y="0"/>
                  </a:moveTo>
                  <a:lnTo>
                    <a:pt x="0" y="0"/>
                  </a:lnTo>
                  <a:lnTo>
                    <a:pt x="32984" y="0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6" name="Freeform 4675">
              <a:extLst>
                <a:ext uri="{FF2B5EF4-FFF2-40B4-BE49-F238E27FC236}">
                  <a16:creationId xmlns:a16="http://schemas.microsoft.com/office/drawing/2014/main" id="{6E1736D0-36F4-2D6E-2C78-C53AC48531AF}"/>
                </a:ext>
              </a:extLst>
            </p:cNvPr>
            <p:cNvSpPr/>
            <p:nvPr/>
          </p:nvSpPr>
          <p:spPr>
            <a:xfrm>
              <a:off x="2763746" y="4564991"/>
              <a:ext cx="32984" cy="1162"/>
            </a:xfrm>
            <a:custGeom>
              <a:avLst/>
              <a:gdLst>
                <a:gd name="csX0" fmla="*/ 0 w 32984"/>
                <a:gd name="csY0" fmla="*/ 0 h 1162"/>
                <a:gd name="csX1" fmla="*/ 0 w 32984"/>
                <a:gd name="csY1" fmla="*/ 0 h 1162"/>
                <a:gd name="csX2" fmla="*/ 32984 w 32984"/>
                <a:gd name="csY2" fmla="*/ 0 h 1162"/>
                <a:gd name="csX3" fmla="*/ 0 w 32984"/>
                <a:gd name="csY3" fmla="*/ 0 h 11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984" h="1162">
                  <a:moveTo>
                    <a:pt x="0" y="0"/>
                  </a:moveTo>
                  <a:lnTo>
                    <a:pt x="0" y="0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7" name="Freeform 4676">
              <a:extLst>
                <a:ext uri="{FF2B5EF4-FFF2-40B4-BE49-F238E27FC236}">
                  <a16:creationId xmlns:a16="http://schemas.microsoft.com/office/drawing/2014/main" id="{9DC27EDF-A7CA-4088-0974-22ADA222D1F3}"/>
                </a:ext>
              </a:extLst>
            </p:cNvPr>
            <p:cNvSpPr/>
            <p:nvPr/>
          </p:nvSpPr>
          <p:spPr>
            <a:xfrm>
              <a:off x="2796730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  <a:gd name="csX5" fmla="*/ 0 w 32995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8" name="Freeform 4677">
              <a:extLst>
                <a:ext uri="{FF2B5EF4-FFF2-40B4-BE49-F238E27FC236}">
                  <a16:creationId xmlns:a16="http://schemas.microsoft.com/office/drawing/2014/main" id="{A4CFA7F8-47EA-A5E6-A2EC-9F6937C006AC}"/>
                </a:ext>
              </a:extLst>
            </p:cNvPr>
            <p:cNvSpPr/>
            <p:nvPr/>
          </p:nvSpPr>
          <p:spPr>
            <a:xfrm>
              <a:off x="2796730" y="4562062"/>
              <a:ext cx="32995" cy="2928"/>
            </a:xfrm>
            <a:custGeom>
              <a:avLst/>
              <a:gdLst>
                <a:gd name="csX0" fmla="*/ 0 w 32995"/>
                <a:gd name="csY0" fmla="*/ 0 h 2928"/>
                <a:gd name="csX1" fmla="*/ 0 w 32995"/>
                <a:gd name="csY1" fmla="*/ 2929 h 2928"/>
                <a:gd name="csX2" fmla="*/ 32996 w 32995"/>
                <a:gd name="csY2" fmla="*/ 2929 h 2928"/>
                <a:gd name="csX3" fmla="*/ 32996 w 32995"/>
                <a:gd name="csY3" fmla="*/ 0 h 2928"/>
                <a:gd name="csX4" fmla="*/ 0 w 32995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5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9" name="Freeform 4678">
              <a:extLst>
                <a:ext uri="{FF2B5EF4-FFF2-40B4-BE49-F238E27FC236}">
                  <a16:creationId xmlns:a16="http://schemas.microsoft.com/office/drawing/2014/main" id="{1B4311DD-73D4-7778-9BC6-978F4AE8DA9D}"/>
                </a:ext>
              </a:extLst>
            </p:cNvPr>
            <p:cNvSpPr/>
            <p:nvPr/>
          </p:nvSpPr>
          <p:spPr>
            <a:xfrm>
              <a:off x="2829726" y="4562062"/>
              <a:ext cx="32996" cy="2928"/>
            </a:xfrm>
            <a:custGeom>
              <a:avLst/>
              <a:gdLst>
                <a:gd name="csX0" fmla="*/ 0 w 32996"/>
                <a:gd name="csY0" fmla="*/ 0 h 2928"/>
                <a:gd name="csX1" fmla="*/ 0 w 32996"/>
                <a:gd name="csY1" fmla="*/ 2929 h 2928"/>
                <a:gd name="csX2" fmla="*/ 32996 w 32996"/>
                <a:gd name="csY2" fmla="*/ 2929 h 2928"/>
                <a:gd name="csX3" fmla="*/ 32996 w 32996"/>
                <a:gd name="csY3" fmla="*/ 0 h 2928"/>
                <a:gd name="csX4" fmla="*/ 0 w 32996"/>
                <a:gd name="csY4" fmla="*/ 0 h 2928"/>
                <a:gd name="csX5" fmla="*/ 0 w 32996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96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0" name="Freeform 4679">
              <a:extLst>
                <a:ext uri="{FF2B5EF4-FFF2-40B4-BE49-F238E27FC236}">
                  <a16:creationId xmlns:a16="http://schemas.microsoft.com/office/drawing/2014/main" id="{D3251864-0213-CBE8-D289-16D6C3F16278}"/>
                </a:ext>
              </a:extLst>
            </p:cNvPr>
            <p:cNvSpPr/>
            <p:nvPr/>
          </p:nvSpPr>
          <p:spPr>
            <a:xfrm>
              <a:off x="2829726" y="4562062"/>
              <a:ext cx="32996" cy="2928"/>
            </a:xfrm>
            <a:custGeom>
              <a:avLst/>
              <a:gdLst>
                <a:gd name="csX0" fmla="*/ 0 w 32996"/>
                <a:gd name="csY0" fmla="*/ 0 h 2928"/>
                <a:gd name="csX1" fmla="*/ 0 w 32996"/>
                <a:gd name="csY1" fmla="*/ 2929 h 2928"/>
                <a:gd name="csX2" fmla="*/ 32996 w 32996"/>
                <a:gd name="csY2" fmla="*/ 2929 h 2928"/>
                <a:gd name="csX3" fmla="*/ 32996 w 32996"/>
                <a:gd name="csY3" fmla="*/ 0 h 2928"/>
                <a:gd name="csX4" fmla="*/ 0 w 32996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96" h="2928">
                  <a:moveTo>
                    <a:pt x="0" y="0"/>
                  </a:moveTo>
                  <a:lnTo>
                    <a:pt x="0" y="2929"/>
                  </a:lnTo>
                  <a:lnTo>
                    <a:pt x="32996" y="2929"/>
                  </a:lnTo>
                  <a:lnTo>
                    <a:pt x="32996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1" name="Freeform 4680">
              <a:extLst>
                <a:ext uri="{FF2B5EF4-FFF2-40B4-BE49-F238E27FC236}">
                  <a16:creationId xmlns:a16="http://schemas.microsoft.com/office/drawing/2014/main" id="{9B6BA29C-6441-3FB5-0EE1-0C59D25511BC}"/>
                </a:ext>
              </a:extLst>
            </p:cNvPr>
            <p:cNvSpPr/>
            <p:nvPr/>
          </p:nvSpPr>
          <p:spPr>
            <a:xfrm>
              <a:off x="2862722" y="4562062"/>
              <a:ext cx="32984" cy="2928"/>
            </a:xfrm>
            <a:custGeom>
              <a:avLst/>
              <a:gdLst>
                <a:gd name="csX0" fmla="*/ 0 w 32984"/>
                <a:gd name="csY0" fmla="*/ 0 h 2928"/>
                <a:gd name="csX1" fmla="*/ 0 w 32984"/>
                <a:gd name="csY1" fmla="*/ 2929 h 2928"/>
                <a:gd name="csX2" fmla="*/ 32984 w 32984"/>
                <a:gd name="csY2" fmla="*/ 2929 h 2928"/>
                <a:gd name="csX3" fmla="*/ 32984 w 32984"/>
                <a:gd name="csY3" fmla="*/ 0 h 2928"/>
                <a:gd name="csX4" fmla="*/ 0 w 32984"/>
                <a:gd name="csY4" fmla="*/ 0 h 2928"/>
                <a:gd name="csX5" fmla="*/ 0 w 32984"/>
                <a:gd name="csY5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2984" h="2928">
                  <a:moveTo>
                    <a:pt x="0" y="0"/>
                  </a:moveTo>
                  <a:lnTo>
                    <a:pt x="0" y="2929"/>
                  </a:lnTo>
                  <a:lnTo>
                    <a:pt x="32984" y="2929"/>
                  </a:lnTo>
                  <a:lnTo>
                    <a:pt x="3298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2" name="Freeform 4681">
              <a:extLst>
                <a:ext uri="{FF2B5EF4-FFF2-40B4-BE49-F238E27FC236}">
                  <a16:creationId xmlns:a16="http://schemas.microsoft.com/office/drawing/2014/main" id="{772AFE00-190A-1E67-BAE4-9924B9F4B360}"/>
                </a:ext>
              </a:extLst>
            </p:cNvPr>
            <p:cNvSpPr/>
            <p:nvPr/>
          </p:nvSpPr>
          <p:spPr>
            <a:xfrm>
              <a:off x="2862722" y="4562062"/>
              <a:ext cx="32984" cy="2928"/>
            </a:xfrm>
            <a:custGeom>
              <a:avLst/>
              <a:gdLst>
                <a:gd name="csX0" fmla="*/ 0 w 32984"/>
                <a:gd name="csY0" fmla="*/ 0 h 2928"/>
                <a:gd name="csX1" fmla="*/ 0 w 32984"/>
                <a:gd name="csY1" fmla="*/ 2929 h 2928"/>
                <a:gd name="csX2" fmla="*/ 32984 w 32984"/>
                <a:gd name="csY2" fmla="*/ 2929 h 2928"/>
                <a:gd name="csX3" fmla="*/ 32984 w 32984"/>
                <a:gd name="csY3" fmla="*/ 0 h 2928"/>
                <a:gd name="csX4" fmla="*/ 0 w 32984"/>
                <a:gd name="csY4" fmla="*/ 0 h 2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984" h="2928">
                  <a:moveTo>
                    <a:pt x="0" y="0"/>
                  </a:moveTo>
                  <a:lnTo>
                    <a:pt x="0" y="2929"/>
                  </a:lnTo>
                  <a:lnTo>
                    <a:pt x="32984" y="2929"/>
                  </a:lnTo>
                  <a:lnTo>
                    <a:pt x="32984" y="0"/>
                  </a:lnTo>
                  <a:lnTo>
                    <a:pt x="0" y="0"/>
                  </a:lnTo>
                </a:path>
              </a:pathLst>
            </a:custGeom>
            <a:grpFill/>
            <a:ln w="4636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3" name="Oval 4682">
              <a:extLst>
                <a:ext uri="{FF2B5EF4-FFF2-40B4-BE49-F238E27FC236}">
                  <a16:creationId xmlns:a16="http://schemas.microsoft.com/office/drawing/2014/main" id="{12DC9227-BD29-555C-5C60-61B163881122}"/>
                </a:ext>
              </a:extLst>
            </p:cNvPr>
            <p:cNvSpPr/>
            <p:nvPr/>
          </p:nvSpPr>
          <p:spPr>
            <a:xfrm>
              <a:off x="798401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4" name="Oval 4683">
              <a:extLst>
                <a:ext uri="{FF2B5EF4-FFF2-40B4-BE49-F238E27FC236}">
                  <a16:creationId xmlns:a16="http://schemas.microsoft.com/office/drawing/2014/main" id="{F1E16E41-8FAC-8881-4F2F-568CEA1031D3}"/>
                </a:ext>
              </a:extLst>
            </p:cNvPr>
            <p:cNvSpPr/>
            <p:nvPr/>
          </p:nvSpPr>
          <p:spPr>
            <a:xfrm>
              <a:off x="831392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5" name="Oval 4684">
              <a:extLst>
                <a:ext uri="{FF2B5EF4-FFF2-40B4-BE49-F238E27FC236}">
                  <a16:creationId xmlns:a16="http://schemas.microsoft.com/office/drawing/2014/main" id="{CB982250-A7C1-4906-E6DC-D1308FF0AB08}"/>
                </a:ext>
              </a:extLst>
            </p:cNvPr>
            <p:cNvSpPr/>
            <p:nvPr/>
          </p:nvSpPr>
          <p:spPr>
            <a:xfrm>
              <a:off x="864384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6" name="Oval 4685">
              <a:extLst>
                <a:ext uri="{FF2B5EF4-FFF2-40B4-BE49-F238E27FC236}">
                  <a16:creationId xmlns:a16="http://schemas.microsoft.com/office/drawing/2014/main" id="{F4016BA3-21D2-4A18-64DF-CCB4A3A55005}"/>
                </a:ext>
              </a:extLst>
            </p:cNvPr>
            <p:cNvSpPr/>
            <p:nvPr/>
          </p:nvSpPr>
          <p:spPr>
            <a:xfrm>
              <a:off x="897376" y="455388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7" name="Oval 4686">
              <a:extLst>
                <a:ext uri="{FF2B5EF4-FFF2-40B4-BE49-F238E27FC236}">
                  <a16:creationId xmlns:a16="http://schemas.microsoft.com/office/drawing/2014/main" id="{FCAD6624-E139-4823-6F78-D7A912D9BD2F}"/>
                </a:ext>
              </a:extLst>
            </p:cNvPr>
            <p:cNvSpPr/>
            <p:nvPr/>
          </p:nvSpPr>
          <p:spPr>
            <a:xfrm>
              <a:off x="930368" y="455388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8" name="Oval 4687">
              <a:extLst>
                <a:ext uri="{FF2B5EF4-FFF2-40B4-BE49-F238E27FC236}">
                  <a16:creationId xmlns:a16="http://schemas.microsoft.com/office/drawing/2014/main" id="{AE6FAE4C-647E-AE67-CE26-DD7FECBA80EB}"/>
                </a:ext>
              </a:extLst>
            </p:cNvPr>
            <p:cNvSpPr/>
            <p:nvPr/>
          </p:nvSpPr>
          <p:spPr>
            <a:xfrm>
              <a:off x="963359" y="454509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9" name="Oval 4688">
              <a:extLst>
                <a:ext uri="{FF2B5EF4-FFF2-40B4-BE49-F238E27FC236}">
                  <a16:creationId xmlns:a16="http://schemas.microsoft.com/office/drawing/2014/main" id="{E3A52A23-9965-4DC2-20C6-2B47EE03F8D9}"/>
                </a:ext>
              </a:extLst>
            </p:cNvPr>
            <p:cNvSpPr/>
            <p:nvPr/>
          </p:nvSpPr>
          <p:spPr>
            <a:xfrm>
              <a:off x="996352" y="452752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0" name="Oval 4689">
              <a:extLst>
                <a:ext uri="{FF2B5EF4-FFF2-40B4-BE49-F238E27FC236}">
                  <a16:creationId xmlns:a16="http://schemas.microsoft.com/office/drawing/2014/main" id="{64684DBB-201E-EDC5-D14E-494F5BF659DC}"/>
                </a:ext>
              </a:extLst>
            </p:cNvPr>
            <p:cNvSpPr/>
            <p:nvPr/>
          </p:nvSpPr>
          <p:spPr>
            <a:xfrm>
              <a:off x="1029343" y="452459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1" name="Oval 4690">
              <a:extLst>
                <a:ext uri="{FF2B5EF4-FFF2-40B4-BE49-F238E27FC236}">
                  <a16:creationId xmlns:a16="http://schemas.microsoft.com/office/drawing/2014/main" id="{F1B09ACE-7EC5-1166-374A-721481D3D9A0}"/>
                </a:ext>
              </a:extLst>
            </p:cNvPr>
            <p:cNvSpPr/>
            <p:nvPr/>
          </p:nvSpPr>
          <p:spPr>
            <a:xfrm>
              <a:off x="1062336" y="448651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2" name="Oval 4691">
              <a:extLst>
                <a:ext uri="{FF2B5EF4-FFF2-40B4-BE49-F238E27FC236}">
                  <a16:creationId xmlns:a16="http://schemas.microsoft.com/office/drawing/2014/main" id="{4F6CF773-27C2-FEC8-BDF4-1D46A46C7C9D}"/>
                </a:ext>
              </a:extLst>
            </p:cNvPr>
            <p:cNvSpPr/>
            <p:nvPr/>
          </p:nvSpPr>
          <p:spPr>
            <a:xfrm>
              <a:off x="1095327" y="443672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3" name="Oval 4692">
              <a:extLst>
                <a:ext uri="{FF2B5EF4-FFF2-40B4-BE49-F238E27FC236}">
                  <a16:creationId xmlns:a16="http://schemas.microsoft.com/office/drawing/2014/main" id="{9110C22C-046A-3151-301B-695C22D108B5}"/>
                </a:ext>
              </a:extLst>
            </p:cNvPr>
            <p:cNvSpPr/>
            <p:nvPr/>
          </p:nvSpPr>
          <p:spPr>
            <a:xfrm>
              <a:off x="1128319" y="435473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4" name="Oval 4693">
              <a:extLst>
                <a:ext uri="{FF2B5EF4-FFF2-40B4-BE49-F238E27FC236}">
                  <a16:creationId xmlns:a16="http://schemas.microsoft.com/office/drawing/2014/main" id="{9251F22D-4E52-46E2-64B3-BDE4987A37E4}"/>
                </a:ext>
              </a:extLst>
            </p:cNvPr>
            <p:cNvSpPr/>
            <p:nvPr/>
          </p:nvSpPr>
          <p:spPr>
            <a:xfrm>
              <a:off x="1161311" y="428736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5" name="Oval 4694">
              <a:extLst>
                <a:ext uri="{FF2B5EF4-FFF2-40B4-BE49-F238E27FC236}">
                  <a16:creationId xmlns:a16="http://schemas.microsoft.com/office/drawing/2014/main" id="{F0B3B50C-E9B1-54EF-5081-B6EB359715D3}"/>
                </a:ext>
              </a:extLst>
            </p:cNvPr>
            <p:cNvSpPr/>
            <p:nvPr/>
          </p:nvSpPr>
          <p:spPr>
            <a:xfrm>
              <a:off x="1194303" y="417607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6" name="Oval 4695">
              <a:extLst>
                <a:ext uri="{FF2B5EF4-FFF2-40B4-BE49-F238E27FC236}">
                  <a16:creationId xmlns:a16="http://schemas.microsoft.com/office/drawing/2014/main" id="{75541AA7-0D3E-9672-ED2F-CA3B9F337CEE}"/>
                </a:ext>
              </a:extLst>
            </p:cNvPr>
            <p:cNvSpPr/>
            <p:nvPr/>
          </p:nvSpPr>
          <p:spPr>
            <a:xfrm>
              <a:off x="1227294" y="415557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7" name="Oval 4696">
              <a:extLst>
                <a:ext uri="{FF2B5EF4-FFF2-40B4-BE49-F238E27FC236}">
                  <a16:creationId xmlns:a16="http://schemas.microsoft.com/office/drawing/2014/main" id="{3A201781-2D49-21B9-42F2-DBB9ABF4B041}"/>
                </a:ext>
              </a:extLst>
            </p:cNvPr>
            <p:cNvSpPr/>
            <p:nvPr/>
          </p:nvSpPr>
          <p:spPr>
            <a:xfrm>
              <a:off x="1260287" y="400035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8" name="Oval 4697">
              <a:extLst>
                <a:ext uri="{FF2B5EF4-FFF2-40B4-BE49-F238E27FC236}">
                  <a16:creationId xmlns:a16="http://schemas.microsoft.com/office/drawing/2014/main" id="{61EDD1D4-9169-7530-DD6E-922C01F6CC14}"/>
                </a:ext>
              </a:extLst>
            </p:cNvPr>
            <p:cNvSpPr/>
            <p:nvPr/>
          </p:nvSpPr>
          <p:spPr>
            <a:xfrm>
              <a:off x="1293278" y="383634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9" name="Oval 4698">
              <a:extLst>
                <a:ext uri="{FF2B5EF4-FFF2-40B4-BE49-F238E27FC236}">
                  <a16:creationId xmlns:a16="http://schemas.microsoft.com/office/drawing/2014/main" id="{F7E9C5B7-DF65-9689-2A2A-B63008755F44}"/>
                </a:ext>
              </a:extLst>
            </p:cNvPr>
            <p:cNvSpPr/>
            <p:nvPr/>
          </p:nvSpPr>
          <p:spPr>
            <a:xfrm>
              <a:off x="1326270" y="371919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0" name="Oval 4699">
              <a:extLst>
                <a:ext uri="{FF2B5EF4-FFF2-40B4-BE49-F238E27FC236}">
                  <a16:creationId xmlns:a16="http://schemas.microsoft.com/office/drawing/2014/main" id="{1C32B1DE-7A97-FDC0-89F0-F26DB8666288}"/>
                </a:ext>
              </a:extLst>
            </p:cNvPr>
            <p:cNvSpPr/>
            <p:nvPr/>
          </p:nvSpPr>
          <p:spPr>
            <a:xfrm>
              <a:off x="1359262" y="355518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1" name="Oval 4700">
              <a:extLst>
                <a:ext uri="{FF2B5EF4-FFF2-40B4-BE49-F238E27FC236}">
                  <a16:creationId xmlns:a16="http://schemas.microsoft.com/office/drawing/2014/main" id="{20E81CDB-A30D-D615-AA83-3F734CB9863D}"/>
                </a:ext>
              </a:extLst>
            </p:cNvPr>
            <p:cNvSpPr/>
            <p:nvPr/>
          </p:nvSpPr>
          <p:spPr>
            <a:xfrm>
              <a:off x="1392254" y="352003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2" name="Oval 4701">
              <a:extLst>
                <a:ext uri="{FF2B5EF4-FFF2-40B4-BE49-F238E27FC236}">
                  <a16:creationId xmlns:a16="http://schemas.microsoft.com/office/drawing/2014/main" id="{9E55B99C-9760-4C52-E1F5-3B272CF8D711}"/>
                </a:ext>
              </a:extLst>
            </p:cNvPr>
            <p:cNvSpPr/>
            <p:nvPr/>
          </p:nvSpPr>
          <p:spPr>
            <a:xfrm>
              <a:off x="1425246" y="337359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3" name="Oval 4702">
              <a:extLst>
                <a:ext uri="{FF2B5EF4-FFF2-40B4-BE49-F238E27FC236}">
                  <a16:creationId xmlns:a16="http://schemas.microsoft.com/office/drawing/2014/main" id="{57962C65-8698-99C6-9185-735E25AAC05C}"/>
                </a:ext>
              </a:extLst>
            </p:cNvPr>
            <p:cNvSpPr/>
            <p:nvPr/>
          </p:nvSpPr>
          <p:spPr>
            <a:xfrm>
              <a:off x="1458240" y="325352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4" name="Oval 4703">
              <a:extLst>
                <a:ext uri="{FF2B5EF4-FFF2-40B4-BE49-F238E27FC236}">
                  <a16:creationId xmlns:a16="http://schemas.microsoft.com/office/drawing/2014/main" id="{8AF9AA23-24CC-73CB-9788-95B974D9710D}"/>
                </a:ext>
              </a:extLst>
            </p:cNvPr>
            <p:cNvSpPr/>
            <p:nvPr/>
          </p:nvSpPr>
          <p:spPr>
            <a:xfrm>
              <a:off x="1491224" y="325937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5" name="Oval 4704">
              <a:extLst>
                <a:ext uri="{FF2B5EF4-FFF2-40B4-BE49-F238E27FC236}">
                  <a16:creationId xmlns:a16="http://schemas.microsoft.com/office/drawing/2014/main" id="{B485DC53-CFB6-C1FF-E304-7954CCDC0008}"/>
                </a:ext>
              </a:extLst>
            </p:cNvPr>
            <p:cNvSpPr/>
            <p:nvPr/>
          </p:nvSpPr>
          <p:spPr>
            <a:xfrm>
              <a:off x="1524220" y="321544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6" name="Oval 4705">
              <a:extLst>
                <a:ext uri="{FF2B5EF4-FFF2-40B4-BE49-F238E27FC236}">
                  <a16:creationId xmlns:a16="http://schemas.microsoft.com/office/drawing/2014/main" id="{316806C8-1734-9D1E-A421-6F740BE702D0}"/>
                </a:ext>
              </a:extLst>
            </p:cNvPr>
            <p:cNvSpPr/>
            <p:nvPr/>
          </p:nvSpPr>
          <p:spPr>
            <a:xfrm>
              <a:off x="1557216" y="306901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7" name="Oval 4706">
              <a:extLst>
                <a:ext uri="{FF2B5EF4-FFF2-40B4-BE49-F238E27FC236}">
                  <a16:creationId xmlns:a16="http://schemas.microsoft.com/office/drawing/2014/main" id="{E4B7EF4A-561C-976B-108A-C039B33DDAA2}"/>
                </a:ext>
              </a:extLst>
            </p:cNvPr>
            <p:cNvSpPr/>
            <p:nvPr/>
          </p:nvSpPr>
          <p:spPr>
            <a:xfrm>
              <a:off x="1590200" y="315101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8" name="Oval 4707">
              <a:extLst>
                <a:ext uri="{FF2B5EF4-FFF2-40B4-BE49-F238E27FC236}">
                  <a16:creationId xmlns:a16="http://schemas.microsoft.com/office/drawing/2014/main" id="{41EE7347-366F-D47D-18A0-D0632C4D3342}"/>
                </a:ext>
              </a:extLst>
            </p:cNvPr>
            <p:cNvSpPr/>
            <p:nvPr/>
          </p:nvSpPr>
          <p:spPr>
            <a:xfrm>
              <a:off x="1623196" y="314222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9" name="Oval 4708">
              <a:extLst>
                <a:ext uri="{FF2B5EF4-FFF2-40B4-BE49-F238E27FC236}">
                  <a16:creationId xmlns:a16="http://schemas.microsoft.com/office/drawing/2014/main" id="{180F1BAC-6F10-9DDA-A84E-5FBEC0F30870}"/>
                </a:ext>
              </a:extLst>
            </p:cNvPr>
            <p:cNvSpPr/>
            <p:nvPr/>
          </p:nvSpPr>
          <p:spPr>
            <a:xfrm>
              <a:off x="1656192" y="320080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0" name="Oval 4709">
              <a:extLst>
                <a:ext uri="{FF2B5EF4-FFF2-40B4-BE49-F238E27FC236}">
                  <a16:creationId xmlns:a16="http://schemas.microsoft.com/office/drawing/2014/main" id="{A86580E8-6821-1B9C-6F65-1E1F82973F3A}"/>
                </a:ext>
              </a:extLst>
            </p:cNvPr>
            <p:cNvSpPr/>
            <p:nvPr/>
          </p:nvSpPr>
          <p:spPr>
            <a:xfrm>
              <a:off x="1689177" y="320373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1" name="Oval 4710">
              <a:extLst>
                <a:ext uri="{FF2B5EF4-FFF2-40B4-BE49-F238E27FC236}">
                  <a16:creationId xmlns:a16="http://schemas.microsoft.com/office/drawing/2014/main" id="{7B3A7FDE-40AA-A964-63AD-A34B840A7EBA}"/>
                </a:ext>
              </a:extLst>
            </p:cNvPr>
            <p:cNvSpPr/>
            <p:nvPr/>
          </p:nvSpPr>
          <p:spPr>
            <a:xfrm>
              <a:off x="1722172" y="321544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2" name="Oval 4711">
              <a:extLst>
                <a:ext uri="{FF2B5EF4-FFF2-40B4-BE49-F238E27FC236}">
                  <a16:creationId xmlns:a16="http://schemas.microsoft.com/office/drawing/2014/main" id="{D6575470-88E6-3802-AA73-1D0713ED97D2}"/>
                </a:ext>
              </a:extLst>
            </p:cNvPr>
            <p:cNvSpPr/>
            <p:nvPr/>
          </p:nvSpPr>
          <p:spPr>
            <a:xfrm>
              <a:off x="1755168" y="330916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3" name="Oval 4712">
              <a:extLst>
                <a:ext uri="{FF2B5EF4-FFF2-40B4-BE49-F238E27FC236}">
                  <a16:creationId xmlns:a16="http://schemas.microsoft.com/office/drawing/2014/main" id="{21786042-D157-D788-353A-3C4365004C6E}"/>
                </a:ext>
              </a:extLst>
            </p:cNvPr>
            <p:cNvSpPr/>
            <p:nvPr/>
          </p:nvSpPr>
          <p:spPr>
            <a:xfrm>
              <a:off x="1788153" y="344388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4" name="Oval 4713">
              <a:extLst>
                <a:ext uri="{FF2B5EF4-FFF2-40B4-BE49-F238E27FC236}">
                  <a16:creationId xmlns:a16="http://schemas.microsoft.com/office/drawing/2014/main" id="{F3852267-DCCE-978D-76B5-9B70CB3CFFA0}"/>
                </a:ext>
              </a:extLst>
            </p:cNvPr>
            <p:cNvSpPr/>
            <p:nvPr/>
          </p:nvSpPr>
          <p:spPr>
            <a:xfrm>
              <a:off x="1821149" y="352882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5" name="Oval 4714">
              <a:extLst>
                <a:ext uri="{FF2B5EF4-FFF2-40B4-BE49-F238E27FC236}">
                  <a16:creationId xmlns:a16="http://schemas.microsoft.com/office/drawing/2014/main" id="{04CE70A0-BFF1-E8E9-47B1-DEF26BD45155}"/>
                </a:ext>
              </a:extLst>
            </p:cNvPr>
            <p:cNvSpPr/>
            <p:nvPr/>
          </p:nvSpPr>
          <p:spPr>
            <a:xfrm>
              <a:off x="1854144" y="367526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6" name="Oval 4715">
              <a:extLst>
                <a:ext uri="{FF2B5EF4-FFF2-40B4-BE49-F238E27FC236}">
                  <a16:creationId xmlns:a16="http://schemas.microsoft.com/office/drawing/2014/main" id="{D0ADF5B0-420E-6CC9-C835-AF753BD82BCE}"/>
                </a:ext>
              </a:extLst>
            </p:cNvPr>
            <p:cNvSpPr/>
            <p:nvPr/>
          </p:nvSpPr>
          <p:spPr>
            <a:xfrm>
              <a:off x="1887129" y="369283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7" name="Oval 4716">
              <a:extLst>
                <a:ext uri="{FF2B5EF4-FFF2-40B4-BE49-F238E27FC236}">
                  <a16:creationId xmlns:a16="http://schemas.microsoft.com/office/drawing/2014/main" id="{9A341648-6C98-9C60-3422-87EBDD909146}"/>
                </a:ext>
              </a:extLst>
            </p:cNvPr>
            <p:cNvSpPr/>
            <p:nvPr/>
          </p:nvSpPr>
          <p:spPr>
            <a:xfrm>
              <a:off x="1920125" y="379240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8" name="Oval 4717">
              <a:extLst>
                <a:ext uri="{FF2B5EF4-FFF2-40B4-BE49-F238E27FC236}">
                  <a16:creationId xmlns:a16="http://schemas.microsoft.com/office/drawing/2014/main" id="{4CAA1E07-457F-4BA1-0632-E9D14A4E9806}"/>
                </a:ext>
              </a:extLst>
            </p:cNvPr>
            <p:cNvSpPr/>
            <p:nvPr/>
          </p:nvSpPr>
          <p:spPr>
            <a:xfrm>
              <a:off x="1953121" y="385391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9" name="Oval 4718">
              <a:extLst>
                <a:ext uri="{FF2B5EF4-FFF2-40B4-BE49-F238E27FC236}">
                  <a16:creationId xmlns:a16="http://schemas.microsoft.com/office/drawing/2014/main" id="{AFA03F3C-4E6C-5248-E35D-3F932FA772C9}"/>
                </a:ext>
              </a:extLst>
            </p:cNvPr>
            <p:cNvSpPr/>
            <p:nvPr/>
          </p:nvSpPr>
          <p:spPr>
            <a:xfrm>
              <a:off x="1986105" y="397106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0" name="Oval 4719">
              <a:extLst>
                <a:ext uri="{FF2B5EF4-FFF2-40B4-BE49-F238E27FC236}">
                  <a16:creationId xmlns:a16="http://schemas.microsoft.com/office/drawing/2014/main" id="{F8048EE2-6691-4ED0-F032-C181586D1DE4}"/>
                </a:ext>
              </a:extLst>
            </p:cNvPr>
            <p:cNvSpPr/>
            <p:nvPr/>
          </p:nvSpPr>
          <p:spPr>
            <a:xfrm>
              <a:off x="2019101" y="402085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1" name="Oval 4720">
              <a:extLst>
                <a:ext uri="{FF2B5EF4-FFF2-40B4-BE49-F238E27FC236}">
                  <a16:creationId xmlns:a16="http://schemas.microsoft.com/office/drawing/2014/main" id="{4FAEE60A-B28C-8CE3-F4B7-7F9CADC6C9A2}"/>
                </a:ext>
              </a:extLst>
            </p:cNvPr>
            <p:cNvSpPr/>
            <p:nvPr/>
          </p:nvSpPr>
          <p:spPr>
            <a:xfrm>
              <a:off x="2052097" y="418778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2" name="Oval 4721">
              <a:extLst>
                <a:ext uri="{FF2B5EF4-FFF2-40B4-BE49-F238E27FC236}">
                  <a16:creationId xmlns:a16="http://schemas.microsoft.com/office/drawing/2014/main" id="{BEDB1127-29B9-383E-925F-6A3DE311DF6B}"/>
                </a:ext>
              </a:extLst>
            </p:cNvPr>
            <p:cNvSpPr/>
            <p:nvPr/>
          </p:nvSpPr>
          <p:spPr>
            <a:xfrm>
              <a:off x="2085081" y="417314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3" name="Oval 4722">
              <a:extLst>
                <a:ext uri="{FF2B5EF4-FFF2-40B4-BE49-F238E27FC236}">
                  <a16:creationId xmlns:a16="http://schemas.microsoft.com/office/drawing/2014/main" id="{79286CED-397A-4E92-7005-3CA12658C7B6}"/>
                </a:ext>
              </a:extLst>
            </p:cNvPr>
            <p:cNvSpPr/>
            <p:nvPr/>
          </p:nvSpPr>
          <p:spPr>
            <a:xfrm>
              <a:off x="2118077" y="427565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4" name="Oval 4723">
              <a:extLst>
                <a:ext uri="{FF2B5EF4-FFF2-40B4-BE49-F238E27FC236}">
                  <a16:creationId xmlns:a16="http://schemas.microsoft.com/office/drawing/2014/main" id="{4108878B-397A-DE50-FE92-2116A81F8AE8}"/>
                </a:ext>
              </a:extLst>
            </p:cNvPr>
            <p:cNvSpPr/>
            <p:nvPr/>
          </p:nvSpPr>
          <p:spPr>
            <a:xfrm>
              <a:off x="2151061" y="4313727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5" name="Oval 4724">
              <a:extLst>
                <a:ext uri="{FF2B5EF4-FFF2-40B4-BE49-F238E27FC236}">
                  <a16:creationId xmlns:a16="http://schemas.microsoft.com/office/drawing/2014/main" id="{E05CE07A-5CC0-5F97-4550-38299D281A00}"/>
                </a:ext>
              </a:extLst>
            </p:cNvPr>
            <p:cNvSpPr/>
            <p:nvPr/>
          </p:nvSpPr>
          <p:spPr>
            <a:xfrm>
              <a:off x="2184057" y="440159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6" name="Oval 4725">
              <a:extLst>
                <a:ext uri="{FF2B5EF4-FFF2-40B4-BE49-F238E27FC236}">
                  <a16:creationId xmlns:a16="http://schemas.microsoft.com/office/drawing/2014/main" id="{8C8EC699-4034-49A1-8390-D88D6454ADAE}"/>
                </a:ext>
              </a:extLst>
            </p:cNvPr>
            <p:cNvSpPr/>
            <p:nvPr/>
          </p:nvSpPr>
          <p:spPr>
            <a:xfrm>
              <a:off x="2217053" y="441037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7" name="Oval 4726">
              <a:extLst>
                <a:ext uri="{FF2B5EF4-FFF2-40B4-BE49-F238E27FC236}">
                  <a16:creationId xmlns:a16="http://schemas.microsoft.com/office/drawing/2014/main" id="{F780B12A-8B5B-C909-5FED-ACA851D877A7}"/>
                </a:ext>
              </a:extLst>
            </p:cNvPr>
            <p:cNvSpPr/>
            <p:nvPr/>
          </p:nvSpPr>
          <p:spPr>
            <a:xfrm>
              <a:off x="2250037" y="4451371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8" name="Oval 4727">
              <a:extLst>
                <a:ext uri="{FF2B5EF4-FFF2-40B4-BE49-F238E27FC236}">
                  <a16:creationId xmlns:a16="http://schemas.microsoft.com/office/drawing/2014/main" id="{C92B8625-40BC-97A7-D422-F131FD8FB913}"/>
                </a:ext>
              </a:extLst>
            </p:cNvPr>
            <p:cNvSpPr/>
            <p:nvPr/>
          </p:nvSpPr>
          <p:spPr>
            <a:xfrm>
              <a:off x="2283033" y="446308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29" name="Oval 4728">
              <a:extLst>
                <a:ext uri="{FF2B5EF4-FFF2-40B4-BE49-F238E27FC236}">
                  <a16:creationId xmlns:a16="http://schemas.microsoft.com/office/drawing/2014/main" id="{76F89EB3-8D24-762D-7ED3-E1DA07E83E45}"/>
                </a:ext>
              </a:extLst>
            </p:cNvPr>
            <p:cNvSpPr/>
            <p:nvPr/>
          </p:nvSpPr>
          <p:spPr>
            <a:xfrm>
              <a:off x="2316029" y="4492374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0" name="Oval 4729">
              <a:extLst>
                <a:ext uri="{FF2B5EF4-FFF2-40B4-BE49-F238E27FC236}">
                  <a16:creationId xmlns:a16="http://schemas.microsoft.com/office/drawing/2014/main" id="{264F3697-73F5-B9A4-A510-D2953D4AE8B1}"/>
                </a:ext>
              </a:extLst>
            </p:cNvPr>
            <p:cNvSpPr/>
            <p:nvPr/>
          </p:nvSpPr>
          <p:spPr>
            <a:xfrm>
              <a:off x="2349013" y="449530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1" name="Oval 4730">
              <a:extLst>
                <a:ext uri="{FF2B5EF4-FFF2-40B4-BE49-F238E27FC236}">
                  <a16:creationId xmlns:a16="http://schemas.microsoft.com/office/drawing/2014/main" id="{B5CE5A37-3AC4-26D2-24D3-2BE779202E5E}"/>
                </a:ext>
              </a:extLst>
            </p:cNvPr>
            <p:cNvSpPr/>
            <p:nvPr/>
          </p:nvSpPr>
          <p:spPr>
            <a:xfrm>
              <a:off x="2382009" y="4515805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2" name="Oval 4731">
              <a:extLst>
                <a:ext uri="{FF2B5EF4-FFF2-40B4-BE49-F238E27FC236}">
                  <a16:creationId xmlns:a16="http://schemas.microsoft.com/office/drawing/2014/main" id="{A934C052-2732-7B24-C731-E2502CB8BF69}"/>
                </a:ext>
              </a:extLst>
            </p:cNvPr>
            <p:cNvSpPr/>
            <p:nvPr/>
          </p:nvSpPr>
          <p:spPr>
            <a:xfrm>
              <a:off x="2415005" y="451287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3" name="Oval 4732">
              <a:extLst>
                <a:ext uri="{FF2B5EF4-FFF2-40B4-BE49-F238E27FC236}">
                  <a16:creationId xmlns:a16="http://schemas.microsoft.com/office/drawing/2014/main" id="{0DE704FF-24F4-5D71-AC9E-D83A370C8ACD}"/>
                </a:ext>
              </a:extLst>
            </p:cNvPr>
            <p:cNvSpPr/>
            <p:nvPr/>
          </p:nvSpPr>
          <p:spPr>
            <a:xfrm>
              <a:off x="2447989" y="4524592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4" name="Oval 4733">
              <a:extLst>
                <a:ext uri="{FF2B5EF4-FFF2-40B4-BE49-F238E27FC236}">
                  <a16:creationId xmlns:a16="http://schemas.microsoft.com/office/drawing/2014/main" id="{21FCDAA5-C7FF-5A68-D841-0891FD83808D}"/>
                </a:ext>
              </a:extLst>
            </p:cNvPr>
            <p:cNvSpPr/>
            <p:nvPr/>
          </p:nvSpPr>
          <p:spPr>
            <a:xfrm>
              <a:off x="2480985" y="4545093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5" name="Oval 4734">
              <a:extLst>
                <a:ext uri="{FF2B5EF4-FFF2-40B4-BE49-F238E27FC236}">
                  <a16:creationId xmlns:a16="http://schemas.microsoft.com/office/drawing/2014/main" id="{F0E75203-F5CD-A80D-95EB-D29031FAC962}"/>
                </a:ext>
              </a:extLst>
            </p:cNvPr>
            <p:cNvSpPr/>
            <p:nvPr/>
          </p:nvSpPr>
          <p:spPr>
            <a:xfrm>
              <a:off x="2513981" y="4530449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6" name="Oval 4735">
              <a:extLst>
                <a:ext uri="{FF2B5EF4-FFF2-40B4-BE49-F238E27FC236}">
                  <a16:creationId xmlns:a16="http://schemas.microsoft.com/office/drawing/2014/main" id="{4F60EFD0-9894-5664-0991-CEDBFB8B0D65}"/>
                </a:ext>
              </a:extLst>
            </p:cNvPr>
            <p:cNvSpPr/>
            <p:nvPr/>
          </p:nvSpPr>
          <p:spPr>
            <a:xfrm>
              <a:off x="2546966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7" name="Oval 4736">
              <a:extLst>
                <a:ext uri="{FF2B5EF4-FFF2-40B4-BE49-F238E27FC236}">
                  <a16:creationId xmlns:a16="http://schemas.microsoft.com/office/drawing/2014/main" id="{9DB1A430-9D3F-400C-6D73-04C965C9A1B3}"/>
                </a:ext>
              </a:extLst>
            </p:cNvPr>
            <p:cNvSpPr/>
            <p:nvPr/>
          </p:nvSpPr>
          <p:spPr>
            <a:xfrm>
              <a:off x="2579961" y="455388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8" name="Oval 4737">
              <a:extLst>
                <a:ext uri="{FF2B5EF4-FFF2-40B4-BE49-F238E27FC236}">
                  <a16:creationId xmlns:a16="http://schemas.microsoft.com/office/drawing/2014/main" id="{8808C046-A214-92CA-1AD8-F5A4F33D68DD}"/>
                </a:ext>
              </a:extLst>
            </p:cNvPr>
            <p:cNvSpPr/>
            <p:nvPr/>
          </p:nvSpPr>
          <p:spPr>
            <a:xfrm>
              <a:off x="2612957" y="455388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39" name="Oval 4738">
              <a:extLst>
                <a:ext uri="{FF2B5EF4-FFF2-40B4-BE49-F238E27FC236}">
                  <a16:creationId xmlns:a16="http://schemas.microsoft.com/office/drawing/2014/main" id="{0D4EB9A2-2E9D-D02C-EA4C-2DADA6069A0B}"/>
                </a:ext>
              </a:extLst>
            </p:cNvPr>
            <p:cNvSpPr/>
            <p:nvPr/>
          </p:nvSpPr>
          <p:spPr>
            <a:xfrm>
              <a:off x="2645942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0" name="Oval 4739">
              <a:extLst>
                <a:ext uri="{FF2B5EF4-FFF2-40B4-BE49-F238E27FC236}">
                  <a16:creationId xmlns:a16="http://schemas.microsoft.com/office/drawing/2014/main" id="{AF9929F5-7F21-CDDE-638F-70D7A3257F70}"/>
                </a:ext>
              </a:extLst>
            </p:cNvPr>
            <p:cNvSpPr/>
            <p:nvPr/>
          </p:nvSpPr>
          <p:spPr>
            <a:xfrm>
              <a:off x="2678938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1" name="Oval 4740">
              <a:extLst>
                <a:ext uri="{FF2B5EF4-FFF2-40B4-BE49-F238E27FC236}">
                  <a16:creationId xmlns:a16="http://schemas.microsoft.com/office/drawing/2014/main" id="{FE69A5C0-A7F6-0045-B709-6A8CD8A64A05}"/>
                </a:ext>
              </a:extLst>
            </p:cNvPr>
            <p:cNvSpPr/>
            <p:nvPr/>
          </p:nvSpPr>
          <p:spPr>
            <a:xfrm>
              <a:off x="2711934" y="4553880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2" name="Oval 4741">
              <a:extLst>
                <a:ext uri="{FF2B5EF4-FFF2-40B4-BE49-F238E27FC236}">
                  <a16:creationId xmlns:a16="http://schemas.microsoft.com/office/drawing/2014/main" id="{2CF0B832-B40F-258E-F383-C13E7DFB9720}"/>
                </a:ext>
              </a:extLst>
            </p:cNvPr>
            <p:cNvSpPr/>
            <p:nvPr/>
          </p:nvSpPr>
          <p:spPr>
            <a:xfrm>
              <a:off x="2744918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3" name="Oval 4742">
              <a:extLst>
                <a:ext uri="{FF2B5EF4-FFF2-40B4-BE49-F238E27FC236}">
                  <a16:creationId xmlns:a16="http://schemas.microsoft.com/office/drawing/2014/main" id="{6E007886-9A78-16BC-C271-829937182C72}"/>
                </a:ext>
              </a:extLst>
            </p:cNvPr>
            <p:cNvSpPr/>
            <p:nvPr/>
          </p:nvSpPr>
          <p:spPr>
            <a:xfrm>
              <a:off x="2777914" y="4562666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4" name="Oval 4743">
              <a:extLst>
                <a:ext uri="{FF2B5EF4-FFF2-40B4-BE49-F238E27FC236}">
                  <a16:creationId xmlns:a16="http://schemas.microsoft.com/office/drawing/2014/main" id="{2CFB2FE4-D84F-E917-20E8-150DF396D387}"/>
                </a:ext>
              </a:extLst>
            </p:cNvPr>
            <p:cNvSpPr/>
            <p:nvPr/>
          </p:nvSpPr>
          <p:spPr>
            <a:xfrm>
              <a:off x="2810910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5" name="Oval 4744">
              <a:extLst>
                <a:ext uri="{FF2B5EF4-FFF2-40B4-BE49-F238E27FC236}">
                  <a16:creationId xmlns:a16="http://schemas.microsoft.com/office/drawing/2014/main" id="{C17C0D9C-6BA9-7E35-88A7-2EB383533C35}"/>
                </a:ext>
              </a:extLst>
            </p:cNvPr>
            <p:cNvSpPr/>
            <p:nvPr/>
          </p:nvSpPr>
          <p:spPr>
            <a:xfrm>
              <a:off x="2843894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46" name="Oval 4745">
              <a:extLst>
                <a:ext uri="{FF2B5EF4-FFF2-40B4-BE49-F238E27FC236}">
                  <a16:creationId xmlns:a16="http://schemas.microsoft.com/office/drawing/2014/main" id="{A12A2037-7193-8607-7DD6-D59EAB91F540}"/>
                </a:ext>
              </a:extLst>
            </p:cNvPr>
            <p:cNvSpPr/>
            <p:nvPr/>
          </p:nvSpPr>
          <p:spPr>
            <a:xfrm>
              <a:off x="2876890" y="4559738"/>
              <a:ext cx="4648" cy="4648"/>
            </a:xfrm>
            <a:prstGeom prst="ellipse">
              <a:avLst/>
            </a:prstGeom>
            <a:grpFill/>
            <a:ln w="115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</p:spTree>
    <p:extLst>
      <p:ext uri="{BB962C8B-B14F-4D97-AF65-F5344CB8AC3E}">
        <p14:creationId xmlns:p14="http://schemas.microsoft.com/office/powerpoint/2010/main" val="1419093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5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7" dur="500"/>
                                        <p:tgtEl>
                                          <p:spTgt spid="5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9" grpId="0" animBg="1"/>
      <p:bldP spid="13" grpId="0"/>
      <p:bldP spid="15" grpId="0"/>
      <p:bldP spid="15" grpId="1"/>
      <p:bldP spid="17" grpId="0"/>
      <p:bldP spid="19" grpId="0"/>
      <p:bldP spid="22" grpId="0"/>
      <p:bldP spid="24" grpId="0"/>
      <p:bldP spid="25" grpId="0"/>
      <p:bldP spid="28" grpId="0"/>
      <p:bldP spid="29" grpId="0"/>
      <p:bldP spid="27" grpId="0"/>
      <p:bldP spid="3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342E8-517D-6CB6-492B-940A63E75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79D3B97-CB0D-B63D-32AB-CB96FCE6AD4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51520" y="1239837"/>
                <a:ext cx="3523339" cy="3713935"/>
              </a:xfrm>
            </p:spPr>
            <p:txBody>
              <a:bodyPr/>
              <a:lstStyle/>
              <a:p>
                <a:r>
                  <a:rPr lang="en-US" dirty="0"/>
                  <a:t>Since</a:t>
                </a:r>
                <a:r>
                  <a:rPr lang="en-US" b="1" dirty="0"/>
                  <a:t> </a:t>
                </a:r>
                <a:r>
                  <a:rPr lang="en-US" dirty="0"/>
                  <a:t>the messages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solidFill>
                              <a:srgbClr val="00B05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>
                    <a:solidFill>
                      <a:srgbClr val="00B050"/>
                    </a:solidFill>
                  </a:rPr>
                  <a:t> </a:t>
                </a:r>
                <a:r>
                  <a:rPr lang="en-US" dirty="0"/>
                  <a:t>are not a Gaussian, we approximate the marginals 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endParaRPr lang="en-US" dirty="0"/>
              </a:p>
              <a:p>
                <a:pPr marL="268287" lvl="1" indent="0">
                  <a:buNone/>
                </a:pPr>
                <a:endParaRPr lang="en-US" dirty="0"/>
              </a:p>
              <a:p>
                <a:pPr marL="268287" lvl="1" indent="0">
                  <a:buNone/>
                </a:pPr>
                <a:r>
                  <a:rPr lang="en-US" dirty="0"/>
                  <a:t>with by virtue of</a:t>
                </a:r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r>
                  <a:rPr lang="en-US" b="1" dirty="0"/>
                  <a:t>Idea</a:t>
                </a:r>
                <a:r>
                  <a:rPr lang="en-US" dirty="0"/>
                  <a:t>: Instead of algebraic integration, use importance sampling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79D3B97-CB0D-B63D-32AB-CB96FCE6AD4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51520" y="1239837"/>
                <a:ext cx="3523339" cy="3713935"/>
              </a:xfrm>
              <a:blipFill>
                <a:blip r:embed="rId3"/>
                <a:stretch>
                  <a:fillRect t="-340" b="-3741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4FE945AD-69DC-AD77-E0D9-2A7FF5595852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US" dirty="0"/>
                  <a:t>Motivation: Expectation Propagation (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US" dirty="0"/>
                  <a:t>)</a:t>
                </a:r>
              </a:p>
            </p:txBody>
          </p:sp>
        </mc:Choice>
        <mc:Fallback xmlns="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4FE945AD-69DC-AD77-E0D9-2A7FF559585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4"/>
                <a:stretch>
                  <a:fillRect l="-239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E1FE59D-4A50-5EFD-917E-D1856C2ABCCB}"/>
              </a:ext>
            </a:extLst>
          </p:cNvPr>
          <p:cNvCxnSpPr>
            <a:cxnSpLocks/>
            <a:stCxn id="7" idx="2"/>
            <a:endCxn id="6" idx="0"/>
          </p:cNvCxnSpPr>
          <p:nvPr/>
        </p:nvCxnSpPr>
        <p:spPr bwMode="gray">
          <a:xfrm>
            <a:off x="5847928" y="2497461"/>
            <a:ext cx="0" cy="47062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92B42921-1CB7-495A-2315-E58DC78785CC}"/>
              </a:ext>
            </a:extLst>
          </p:cNvPr>
          <p:cNvCxnSpPr>
            <a:cxnSpLocks/>
            <a:stCxn id="7" idx="1"/>
            <a:endCxn id="9" idx="5"/>
          </p:cNvCxnSpPr>
          <p:nvPr/>
        </p:nvCxnSpPr>
        <p:spPr bwMode="gray">
          <a:xfrm flipH="1" flipV="1">
            <a:off x="5346650" y="2289836"/>
            <a:ext cx="438278" cy="14462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41F6233F-1E64-12D9-9D81-AC3A90FE06A6}"/>
              </a:ext>
            </a:extLst>
          </p:cNvPr>
          <p:cNvCxnSpPr>
            <a:cxnSpLocks/>
            <a:stCxn id="7" idx="3"/>
            <a:endCxn id="19" idx="3"/>
          </p:cNvCxnSpPr>
          <p:nvPr/>
        </p:nvCxnSpPr>
        <p:spPr bwMode="gray">
          <a:xfrm flipV="1">
            <a:off x="5910927" y="2277963"/>
            <a:ext cx="436458" cy="15649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B6BD806-F2C5-4031-5856-875167D79B13}"/>
                  </a:ext>
                </a:extLst>
              </p:cNvPr>
              <p:cNvSpPr txBox="1"/>
              <p:nvPr/>
            </p:nvSpPr>
            <p:spPr bwMode="gray">
              <a:xfrm rot="16200000">
                <a:off x="5445104" y="1900537"/>
                <a:ext cx="858477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B6BD806-F2C5-4031-5856-875167D79B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5445104" y="1900537"/>
                <a:ext cx="858477" cy="2308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38" name="Group 937">
            <a:extLst>
              <a:ext uri="{FF2B5EF4-FFF2-40B4-BE49-F238E27FC236}">
                <a16:creationId xmlns:a16="http://schemas.microsoft.com/office/drawing/2014/main" id="{CBD8C2EE-5CFE-B41B-18F1-F8EC6A2CAD9D}"/>
              </a:ext>
            </a:extLst>
          </p:cNvPr>
          <p:cNvGrpSpPr/>
          <p:nvPr/>
        </p:nvGrpSpPr>
        <p:grpSpPr>
          <a:xfrm>
            <a:off x="6310481" y="1668015"/>
            <a:ext cx="251999" cy="646852"/>
            <a:chOff x="6310481" y="1668015"/>
            <a:chExt cx="251999" cy="64685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FB6CE737-E386-D058-1269-C5875796D7CC}"/>
                    </a:ext>
                  </a:extLst>
                </p:cNvPr>
                <p:cNvSpPr/>
                <p:nvPr/>
              </p:nvSpPr>
              <p:spPr bwMode="gray">
                <a:xfrm>
                  <a:off x="6310481" y="2062868"/>
                  <a:ext cx="251999" cy="251999"/>
                </a:xfrm>
                <a:prstGeom prst="ellipse">
                  <a:avLst/>
                </a:prstGeom>
                <a:solidFill>
                  <a:schemeClr val="bg1"/>
                </a:solidFill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Bef>
                      <a:spcPts val="300"/>
                    </a:spcBef>
                    <a:spcAft>
                      <a:spcPts val="300"/>
                    </a:spcAft>
                  </a:pPr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US" sz="1000" b="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oMath>
                    </m:oMathPara>
                  </a14:m>
                  <a:endParaRPr lang="en-DE" sz="10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FB6CE737-E386-D058-1269-C5875796D7C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gray">
                <a:xfrm>
                  <a:off x="6310481" y="2062868"/>
                  <a:ext cx="251999" cy="251999"/>
                </a:xfrm>
                <a:prstGeom prst="ellipse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 w="9525"/>
              </p:spPr>
              <p:txBody>
                <a:bodyPr/>
                <a:lstStyle/>
                <a:p>
                  <a:r>
                    <a:rPr lang="en-D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2B660B72-CBE2-5F55-AE07-3B943880C838}"/>
                </a:ext>
              </a:extLst>
            </p:cNvPr>
            <p:cNvSpPr/>
            <p:nvPr/>
          </p:nvSpPr>
          <p:spPr bwMode="gray">
            <a:xfrm>
              <a:off x="6373481" y="1668015"/>
              <a:ext cx="125999" cy="12599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DE" sz="1200" b="1" dirty="0" err="1">
                <a:solidFill>
                  <a:schemeClr val="bg1"/>
                </a:solidFill>
              </a:endParaRPr>
            </a:p>
          </p:txBody>
        </p:sp>
      </p:grpSp>
      <p:cxnSp>
        <p:nvCxnSpPr>
          <p:cNvPr id="895" name="Straight Arrow Connector 894">
            <a:extLst>
              <a:ext uri="{FF2B5EF4-FFF2-40B4-BE49-F238E27FC236}">
                <a16:creationId xmlns:a16="http://schemas.microsoft.com/office/drawing/2014/main" id="{8A7C275A-7B31-6365-2801-13E0D0BBF806}"/>
              </a:ext>
            </a:extLst>
          </p:cNvPr>
          <p:cNvCxnSpPr>
            <a:cxnSpLocks/>
            <a:stCxn id="894" idx="2"/>
            <a:endCxn id="19" idx="0"/>
          </p:cNvCxnSpPr>
          <p:nvPr/>
        </p:nvCxnSpPr>
        <p:spPr bwMode="gray">
          <a:xfrm>
            <a:off x="6436481" y="1794014"/>
            <a:ext cx="0" cy="26885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7DA33570-36EE-1935-E44E-B8266B60E70E}"/>
              </a:ext>
            </a:extLst>
          </p:cNvPr>
          <p:cNvGrpSpPr/>
          <p:nvPr/>
        </p:nvGrpSpPr>
        <p:grpSpPr>
          <a:xfrm>
            <a:off x="5131555" y="1668015"/>
            <a:ext cx="251999" cy="658725"/>
            <a:chOff x="5133374" y="1684278"/>
            <a:chExt cx="251999" cy="65872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Oval 8">
                  <a:extLst>
                    <a:ext uri="{FF2B5EF4-FFF2-40B4-BE49-F238E27FC236}">
                      <a16:creationId xmlns:a16="http://schemas.microsoft.com/office/drawing/2014/main" id="{6F23ABDD-3C0F-FEE0-9A5E-75F7A66ECF56}"/>
                    </a:ext>
                  </a:extLst>
                </p:cNvPr>
                <p:cNvSpPr/>
                <p:nvPr/>
              </p:nvSpPr>
              <p:spPr bwMode="gray">
                <a:xfrm>
                  <a:off x="5133374" y="2091004"/>
                  <a:ext cx="251999" cy="251999"/>
                </a:xfrm>
                <a:prstGeom prst="ellipse">
                  <a:avLst/>
                </a:prstGeom>
                <a:solidFill>
                  <a:schemeClr val="bg1"/>
                </a:solidFill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Bef>
                      <a:spcPts val="300"/>
                    </a:spcBef>
                    <a:spcAft>
                      <a:spcPts val="300"/>
                    </a:spcAft>
                  </a:pPr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US" sz="1000" b="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oMath>
                    </m:oMathPara>
                  </a14:m>
                  <a:endParaRPr lang="en-DE" sz="10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9" name="Oval 8">
                  <a:extLst>
                    <a:ext uri="{FF2B5EF4-FFF2-40B4-BE49-F238E27FC236}">
                      <a16:creationId xmlns:a16="http://schemas.microsoft.com/office/drawing/2014/main" id="{6F23ABDD-3C0F-FEE0-9A5E-75F7A66ECF5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gray">
                <a:xfrm>
                  <a:off x="5133374" y="2091004"/>
                  <a:ext cx="251999" cy="251999"/>
                </a:xfrm>
                <a:prstGeom prst="ellipse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 w="9525"/>
              </p:spPr>
              <p:txBody>
                <a:bodyPr/>
                <a:lstStyle/>
                <a:p>
                  <a:r>
                    <a:rPr lang="en-D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98" name="Rectangle 897">
              <a:extLst>
                <a:ext uri="{FF2B5EF4-FFF2-40B4-BE49-F238E27FC236}">
                  <a16:creationId xmlns:a16="http://schemas.microsoft.com/office/drawing/2014/main" id="{5DD9B839-0037-0084-9665-C0A9A41D1D34}"/>
                </a:ext>
              </a:extLst>
            </p:cNvPr>
            <p:cNvSpPr/>
            <p:nvPr/>
          </p:nvSpPr>
          <p:spPr bwMode="gray">
            <a:xfrm>
              <a:off x="5196374" y="1684278"/>
              <a:ext cx="125999" cy="12599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DE" sz="1200" b="1" dirty="0" err="1">
                <a:solidFill>
                  <a:schemeClr val="bg1"/>
                </a:solidFill>
              </a:endParaRPr>
            </a:p>
          </p:txBody>
        </p:sp>
      </p:grpSp>
      <p:cxnSp>
        <p:nvCxnSpPr>
          <p:cNvPr id="899" name="Straight Arrow Connector 898">
            <a:extLst>
              <a:ext uri="{FF2B5EF4-FFF2-40B4-BE49-F238E27FC236}">
                <a16:creationId xmlns:a16="http://schemas.microsoft.com/office/drawing/2014/main" id="{A704B747-9857-AE0C-B255-4C9473988EC8}"/>
              </a:ext>
            </a:extLst>
          </p:cNvPr>
          <p:cNvCxnSpPr>
            <a:cxnSpLocks/>
            <a:stCxn id="898" idx="2"/>
            <a:endCxn id="9" idx="0"/>
          </p:cNvCxnSpPr>
          <p:nvPr/>
        </p:nvCxnSpPr>
        <p:spPr bwMode="gray">
          <a:xfrm>
            <a:off x="5257555" y="1794014"/>
            <a:ext cx="0" cy="28072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36" name="Group 935">
            <a:extLst>
              <a:ext uri="{FF2B5EF4-FFF2-40B4-BE49-F238E27FC236}">
                <a16:creationId xmlns:a16="http://schemas.microsoft.com/office/drawing/2014/main" id="{3566FFC8-DD86-C44E-13B1-CEE4592480F7}"/>
              </a:ext>
            </a:extLst>
          </p:cNvPr>
          <p:cNvGrpSpPr/>
          <p:nvPr/>
        </p:nvGrpSpPr>
        <p:grpSpPr>
          <a:xfrm>
            <a:off x="5721928" y="2371462"/>
            <a:ext cx="251999" cy="1314610"/>
            <a:chOff x="5703030" y="2371462"/>
            <a:chExt cx="251999" cy="131461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Oval 5">
                  <a:extLst>
                    <a:ext uri="{FF2B5EF4-FFF2-40B4-BE49-F238E27FC236}">
                      <a16:creationId xmlns:a16="http://schemas.microsoft.com/office/drawing/2014/main" id="{3834A97C-7766-409D-445C-E5DCD3349C93}"/>
                    </a:ext>
                  </a:extLst>
                </p:cNvPr>
                <p:cNvSpPr/>
                <p:nvPr/>
              </p:nvSpPr>
              <p:spPr bwMode="gray">
                <a:xfrm>
                  <a:off x="5703030" y="2968081"/>
                  <a:ext cx="251999" cy="251999"/>
                </a:xfrm>
                <a:prstGeom prst="ellipse">
                  <a:avLst/>
                </a:prstGeom>
                <a:solidFill>
                  <a:schemeClr val="bg1"/>
                </a:solidFill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Bef>
                      <a:spcPts val="300"/>
                    </a:spcBef>
                    <a:spcAft>
                      <a:spcPts val="300"/>
                    </a:spcAft>
                  </a:pPr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en-US" sz="1000" b="0" i="1" dirty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oMath>
                    </m:oMathPara>
                  </a14:m>
                  <a:endParaRPr lang="en-DE" sz="10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6" name="Oval 5">
                  <a:extLst>
                    <a:ext uri="{FF2B5EF4-FFF2-40B4-BE49-F238E27FC236}">
                      <a16:creationId xmlns:a16="http://schemas.microsoft.com/office/drawing/2014/main" id="{3834A97C-7766-409D-445C-E5DCD3349C9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gray">
                <a:xfrm>
                  <a:off x="5703030" y="2968081"/>
                  <a:ext cx="251999" cy="251999"/>
                </a:xfrm>
                <a:prstGeom prst="ellipse">
                  <a:avLst/>
                </a:prstGeom>
                <a:blipFill>
                  <a:blip r:embed="rId8"/>
                  <a:stretch>
                    <a:fillRect/>
                  </a:stretch>
                </a:blipFill>
                <a:ln w="9525"/>
              </p:spPr>
              <p:txBody>
                <a:bodyPr/>
                <a:lstStyle/>
                <a:p>
                  <a:r>
                    <a:rPr lang="en-D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77252A0-9C6E-047D-89FE-32EE2D3A2658}"/>
                </a:ext>
              </a:extLst>
            </p:cNvPr>
            <p:cNvSpPr/>
            <p:nvPr/>
          </p:nvSpPr>
          <p:spPr bwMode="gray">
            <a:xfrm>
              <a:off x="5766030" y="2371462"/>
              <a:ext cx="125999" cy="12599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DE" sz="12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909" name="Rectangle 908">
              <a:extLst>
                <a:ext uri="{FF2B5EF4-FFF2-40B4-BE49-F238E27FC236}">
                  <a16:creationId xmlns:a16="http://schemas.microsoft.com/office/drawing/2014/main" id="{AAEA1C8B-606A-6DA1-3F8B-115BEEAB4F3A}"/>
                </a:ext>
              </a:extLst>
            </p:cNvPr>
            <p:cNvSpPr/>
            <p:nvPr/>
          </p:nvSpPr>
          <p:spPr bwMode="gray">
            <a:xfrm>
              <a:off x="5766030" y="3560073"/>
              <a:ext cx="125999" cy="12599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Bef>
                  <a:spcPts val="300"/>
                </a:spcBef>
                <a:spcAft>
                  <a:spcPts val="300"/>
                </a:spcAft>
              </a:pPr>
              <a:endParaRPr lang="en-DE" sz="1200" b="1" dirty="0" err="1">
                <a:solidFill>
                  <a:schemeClr val="bg1"/>
                </a:solidFill>
              </a:endParaRPr>
            </a:p>
          </p:txBody>
        </p:sp>
      </p:grpSp>
      <p:cxnSp>
        <p:nvCxnSpPr>
          <p:cNvPr id="910" name="Straight Arrow Connector 909">
            <a:extLst>
              <a:ext uri="{FF2B5EF4-FFF2-40B4-BE49-F238E27FC236}">
                <a16:creationId xmlns:a16="http://schemas.microsoft.com/office/drawing/2014/main" id="{D30D0079-E95B-6D2C-B2FC-50F1B49B2EED}"/>
              </a:ext>
            </a:extLst>
          </p:cNvPr>
          <p:cNvCxnSpPr>
            <a:cxnSpLocks/>
            <a:stCxn id="6" idx="4"/>
            <a:endCxn id="909" idx="0"/>
          </p:cNvCxnSpPr>
          <p:nvPr/>
        </p:nvCxnSpPr>
        <p:spPr bwMode="gray">
          <a:xfrm>
            <a:off x="5847928" y="3220080"/>
            <a:ext cx="0" cy="33999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15" name="TextBox 914">
                <a:extLst>
                  <a:ext uri="{FF2B5EF4-FFF2-40B4-BE49-F238E27FC236}">
                    <a16:creationId xmlns:a16="http://schemas.microsoft.com/office/drawing/2014/main" id="{0D7AAA0F-B521-C9CE-9006-F86B701BBA07}"/>
                  </a:ext>
                </a:extLst>
              </p:cNvPr>
              <p:cNvSpPr txBox="1"/>
              <p:nvPr/>
            </p:nvSpPr>
            <p:spPr bwMode="gray">
              <a:xfrm>
                <a:off x="4909367" y="1400748"/>
                <a:ext cx="696374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5" name="TextBox 914">
                <a:extLst>
                  <a:ext uri="{FF2B5EF4-FFF2-40B4-BE49-F238E27FC236}">
                    <a16:creationId xmlns:a16="http://schemas.microsoft.com/office/drawing/2014/main" id="{0D7AAA0F-B521-C9CE-9006-F86B701BB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09367" y="1400748"/>
                <a:ext cx="696374" cy="21717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6" name="TextBox 915">
                <a:extLst>
                  <a:ext uri="{FF2B5EF4-FFF2-40B4-BE49-F238E27FC236}">
                    <a16:creationId xmlns:a16="http://schemas.microsoft.com/office/drawing/2014/main" id="{82FA35CD-52F1-A96D-3C36-02B491C49C31}"/>
                  </a:ext>
                </a:extLst>
              </p:cNvPr>
              <p:cNvSpPr txBox="1"/>
              <p:nvPr/>
            </p:nvSpPr>
            <p:spPr bwMode="gray">
              <a:xfrm>
                <a:off x="6088293" y="1400748"/>
                <a:ext cx="696374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6" name="TextBox 915">
                <a:extLst>
                  <a:ext uri="{FF2B5EF4-FFF2-40B4-BE49-F238E27FC236}">
                    <a16:creationId xmlns:a16="http://schemas.microsoft.com/office/drawing/2014/main" id="{82FA35CD-52F1-A96D-3C36-02B491C49C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88293" y="1400748"/>
                <a:ext cx="696374" cy="21717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A53DAC64-FC71-AE19-5313-B7A27B8C564A}"/>
                  </a:ext>
                </a:extLst>
              </p:cNvPr>
              <p:cNvSpPr txBox="1"/>
              <p:nvPr/>
            </p:nvSpPr>
            <p:spPr bwMode="gray">
              <a:xfrm>
                <a:off x="5499740" y="3686072"/>
                <a:ext cx="696374" cy="21717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17" name="TextBox 916">
                <a:extLst>
                  <a:ext uri="{FF2B5EF4-FFF2-40B4-BE49-F238E27FC236}">
                    <a16:creationId xmlns:a16="http://schemas.microsoft.com/office/drawing/2014/main" id="{A53DAC64-FC71-AE19-5313-B7A27B8C56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99740" y="3686072"/>
                <a:ext cx="696374" cy="21717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6" name="TextBox 925">
                <a:extLst>
                  <a:ext uri="{FF2B5EF4-FFF2-40B4-BE49-F238E27FC236}">
                    <a16:creationId xmlns:a16="http://schemas.microsoft.com/office/drawing/2014/main" id="{A475EF60-B39E-F026-3BF0-B92071DB3479}"/>
                  </a:ext>
                </a:extLst>
              </p:cNvPr>
              <p:cNvSpPr txBox="1"/>
              <p:nvPr/>
            </p:nvSpPr>
            <p:spPr bwMode="gray">
              <a:xfrm>
                <a:off x="792092" y="1980872"/>
                <a:ext cx="2504642" cy="325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40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26" name="TextBox 925">
                <a:extLst>
                  <a:ext uri="{FF2B5EF4-FFF2-40B4-BE49-F238E27FC236}">
                    <a16:creationId xmlns:a16="http://schemas.microsoft.com/office/drawing/2014/main" id="{A475EF60-B39E-F026-3BF0-B92071DB34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2092" y="1980872"/>
                <a:ext cx="2504642" cy="325025"/>
              </a:xfrm>
              <a:prstGeom prst="rect">
                <a:avLst/>
              </a:prstGeom>
              <a:blipFill>
                <a:blip r:embed="rId12"/>
                <a:stretch>
                  <a:fillRect b="-384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0" name="TextBox 929">
                <a:extLst>
                  <a:ext uri="{FF2B5EF4-FFF2-40B4-BE49-F238E27FC236}">
                    <a16:creationId xmlns:a16="http://schemas.microsoft.com/office/drawing/2014/main" id="{6C000E90-6BDD-6E93-9C6B-FAB4BB8B8BE3}"/>
                  </a:ext>
                </a:extLst>
              </p:cNvPr>
              <p:cNvSpPr txBox="1"/>
              <p:nvPr/>
            </p:nvSpPr>
            <p:spPr bwMode="gray">
              <a:xfrm>
                <a:off x="792092" y="2270216"/>
                <a:ext cx="2504642" cy="325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40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1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930" name="TextBox 929">
                <a:extLst>
                  <a:ext uri="{FF2B5EF4-FFF2-40B4-BE49-F238E27FC236}">
                    <a16:creationId xmlns:a16="http://schemas.microsoft.com/office/drawing/2014/main" id="{6C000E90-6BDD-6E93-9C6B-FAB4BB8B8B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2092" y="2270216"/>
                <a:ext cx="2504642" cy="32502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2" name="TextBox 931">
                <a:extLst>
                  <a:ext uri="{FF2B5EF4-FFF2-40B4-BE49-F238E27FC236}">
                    <a16:creationId xmlns:a16="http://schemas.microsoft.com/office/drawing/2014/main" id="{120C5CDA-B982-DC80-F85C-52ABF8EE4EA5}"/>
                  </a:ext>
                </a:extLst>
              </p:cNvPr>
              <p:cNvSpPr txBox="1"/>
              <p:nvPr/>
            </p:nvSpPr>
            <p:spPr bwMode="gray">
              <a:xfrm>
                <a:off x="792092" y="2559560"/>
                <a:ext cx="2504642" cy="325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40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1400" dirty="0"/>
              </a:p>
            </p:txBody>
          </p:sp>
        </mc:Choice>
        <mc:Fallback xmlns="">
          <p:sp>
            <p:nvSpPr>
              <p:cNvPr id="932" name="TextBox 931">
                <a:extLst>
                  <a:ext uri="{FF2B5EF4-FFF2-40B4-BE49-F238E27FC236}">
                    <a16:creationId xmlns:a16="http://schemas.microsoft.com/office/drawing/2014/main" id="{120C5CDA-B982-DC80-F85C-52ABF8EE4E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2092" y="2559560"/>
                <a:ext cx="2504642" cy="32502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3" name="TextBox 932">
                <a:extLst>
                  <a:ext uri="{FF2B5EF4-FFF2-40B4-BE49-F238E27FC236}">
                    <a16:creationId xmlns:a16="http://schemas.microsoft.com/office/drawing/2014/main" id="{64C8609D-305D-351D-4728-95650AF62C6E}"/>
                  </a:ext>
                </a:extLst>
              </p:cNvPr>
              <p:cNvSpPr txBox="1"/>
              <p:nvPr/>
            </p:nvSpPr>
            <p:spPr bwMode="gray">
              <a:xfrm>
                <a:off x="388570" y="3209431"/>
                <a:ext cx="3154606" cy="3416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var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33" name="TextBox 932">
                <a:extLst>
                  <a:ext uri="{FF2B5EF4-FFF2-40B4-BE49-F238E27FC236}">
                    <a16:creationId xmlns:a16="http://schemas.microsoft.com/office/drawing/2014/main" id="{64C8609D-305D-351D-4728-95650AF62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8570" y="3209431"/>
                <a:ext cx="3154606" cy="3416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4" name="TextBox 933">
                <a:extLst>
                  <a:ext uri="{FF2B5EF4-FFF2-40B4-BE49-F238E27FC236}">
                    <a16:creationId xmlns:a16="http://schemas.microsoft.com/office/drawing/2014/main" id="{85CFC141-DF0F-7804-3873-814EC0CCE905}"/>
                  </a:ext>
                </a:extLst>
              </p:cNvPr>
              <p:cNvSpPr txBox="1"/>
              <p:nvPr/>
            </p:nvSpPr>
            <p:spPr bwMode="gray">
              <a:xfrm>
                <a:off x="388570" y="3552253"/>
                <a:ext cx="3154606" cy="3416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var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34" name="TextBox 933">
                <a:extLst>
                  <a:ext uri="{FF2B5EF4-FFF2-40B4-BE49-F238E27FC236}">
                    <a16:creationId xmlns:a16="http://schemas.microsoft.com/office/drawing/2014/main" id="{85CFC141-DF0F-7804-3873-814EC0CCE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8570" y="3552253"/>
                <a:ext cx="3154606" cy="34163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5" name="TextBox 934">
                <a:extLst>
                  <a:ext uri="{FF2B5EF4-FFF2-40B4-BE49-F238E27FC236}">
                    <a16:creationId xmlns:a16="http://schemas.microsoft.com/office/drawing/2014/main" id="{2167C1FD-C69D-EB10-12F3-4A4E75DA3DC2}"/>
                  </a:ext>
                </a:extLst>
              </p:cNvPr>
              <p:cNvSpPr txBox="1"/>
              <p:nvPr/>
            </p:nvSpPr>
            <p:spPr bwMode="gray">
              <a:xfrm>
                <a:off x="388570" y="3895074"/>
                <a:ext cx="3154606" cy="3416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</m:d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var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∼</m:t>
                                  </m:r>
                                  <m:r>
                                    <a:rPr lang="en-US" sz="14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35" name="TextBox 934">
                <a:extLst>
                  <a:ext uri="{FF2B5EF4-FFF2-40B4-BE49-F238E27FC236}">
                    <a16:creationId xmlns:a16="http://schemas.microsoft.com/office/drawing/2014/main" id="{2167C1FD-C69D-EB10-12F3-4A4E75DA3D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8570" y="3895074"/>
                <a:ext cx="3154606" cy="341632"/>
              </a:xfrm>
              <a:prstGeom prst="rect">
                <a:avLst/>
              </a:prstGeom>
              <a:blipFill>
                <a:blip r:embed="rId17"/>
                <a:stretch>
                  <a:fillRect b="-3571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59" name="Group 3158">
            <a:extLst>
              <a:ext uri="{FF2B5EF4-FFF2-40B4-BE49-F238E27FC236}">
                <a16:creationId xmlns:a16="http://schemas.microsoft.com/office/drawing/2014/main" id="{F6B82479-AB2F-C5E9-EAFF-4056B38E276A}"/>
              </a:ext>
            </a:extLst>
          </p:cNvPr>
          <p:cNvGrpSpPr/>
          <p:nvPr/>
        </p:nvGrpSpPr>
        <p:grpSpPr>
          <a:xfrm>
            <a:off x="3442151" y="1785779"/>
            <a:ext cx="1606572" cy="1064586"/>
            <a:chOff x="3442151" y="1785779"/>
            <a:chExt cx="1606572" cy="1064586"/>
          </a:xfrm>
        </p:grpSpPr>
        <p:sp>
          <p:nvSpPr>
            <p:cNvPr id="2793" name="Freeform 2792">
              <a:extLst>
                <a:ext uri="{FF2B5EF4-FFF2-40B4-BE49-F238E27FC236}">
                  <a16:creationId xmlns:a16="http://schemas.microsoft.com/office/drawing/2014/main" id="{8CE24424-BAD2-9097-FA0E-595CD29481CE}"/>
                </a:ext>
              </a:extLst>
            </p:cNvPr>
            <p:cNvSpPr/>
            <p:nvPr/>
          </p:nvSpPr>
          <p:spPr>
            <a:xfrm>
              <a:off x="3576590" y="1785779"/>
              <a:ext cx="1472133" cy="903076"/>
            </a:xfrm>
            <a:custGeom>
              <a:avLst/>
              <a:gdLst>
                <a:gd name="csX0" fmla="*/ 0 w 1472133"/>
                <a:gd name="csY0" fmla="*/ 903077 h 903076"/>
                <a:gd name="csX1" fmla="*/ 1472133 w 1472133"/>
                <a:gd name="csY1" fmla="*/ 903077 h 903076"/>
                <a:gd name="csX2" fmla="*/ 1472133 w 1472133"/>
                <a:gd name="csY2" fmla="*/ 0 h 903076"/>
                <a:gd name="csX3" fmla="*/ 0 w 1472133"/>
                <a:gd name="csY3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72133" h="903076">
                  <a:moveTo>
                    <a:pt x="0" y="903077"/>
                  </a:moveTo>
                  <a:lnTo>
                    <a:pt x="1472133" y="903077"/>
                  </a:lnTo>
                  <a:lnTo>
                    <a:pt x="1472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4" name="Freeform 2793">
              <a:extLst>
                <a:ext uri="{FF2B5EF4-FFF2-40B4-BE49-F238E27FC236}">
                  <a16:creationId xmlns:a16="http://schemas.microsoft.com/office/drawing/2014/main" id="{89978B34-5992-FF6A-3355-28B43622B9C7}"/>
                </a:ext>
              </a:extLst>
            </p:cNvPr>
            <p:cNvSpPr/>
            <p:nvPr/>
          </p:nvSpPr>
          <p:spPr>
            <a:xfrm>
              <a:off x="3760606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5" name="Freeform 2794">
              <a:extLst>
                <a:ext uri="{FF2B5EF4-FFF2-40B4-BE49-F238E27FC236}">
                  <a16:creationId xmlns:a16="http://schemas.microsoft.com/office/drawing/2014/main" id="{368D7BAC-52BE-C072-5D11-A93B2BDCAA5A}"/>
                </a:ext>
              </a:extLst>
            </p:cNvPr>
            <p:cNvSpPr/>
            <p:nvPr/>
          </p:nvSpPr>
          <p:spPr>
            <a:xfrm>
              <a:off x="4128641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6" name="Freeform 2795">
              <a:extLst>
                <a:ext uri="{FF2B5EF4-FFF2-40B4-BE49-F238E27FC236}">
                  <a16:creationId xmlns:a16="http://schemas.microsoft.com/office/drawing/2014/main" id="{4C437773-7D21-DDC2-1AF9-5702A9B90079}"/>
                </a:ext>
              </a:extLst>
            </p:cNvPr>
            <p:cNvSpPr/>
            <p:nvPr/>
          </p:nvSpPr>
          <p:spPr>
            <a:xfrm>
              <a:off x="4496668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7" name="Freeform 2796">
              <a:extLst>
                <a:ext uri="{FF2B5EF4-FFF2-40B4-BE49-F238E27FC236}">
                  <a16:creationId xmlns:a16="http://schemas.microsoft.com/office/drawing/2014/main" id="{8F7E99E0-27D3-DC87-A712-5D3F6738B530}"/>
                </a:ext>
              </a:extLst>
            </p:cNvPr>
            <p:cNvSpPr/>
            <p:nvPr/>
          </p:nvSpPr>
          <p:spPr>
            <a:xfrm>
              <a:off x="4864703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8" name="Freeform 2797">
              <a:extLst>
                <a:ext uri="{FF2B5EF4-FFF2-40B4-BE49-F238E27FC236}">
                  <a16:creationId xmlns:a16="http://schemas.microsoft.com/office/drawing/2014/main" id="{AA6694AC-814A-160E-1E25-6CB7B0B09294}"/>
                </a:ext>
              </a:extLst>
            </p:cNvPr>
            <p:cNvSpPr/>
            <p:nvPr/>
          </p:nvSpPr>
          <p:spPr>
            <a:xfrm>
              <a:off x="3576590" y="2688855"/>
              <a:ext cx="1472133" cy="697"/>
            </a:xfrm>
            <a:custGeom>
              <a:avLst/>
              <a:gdLst>
                <a:gd name="csX0" fmla="*/ 0 w 1472133"/>
                <a:gd name="csY0" fmla="*/ 0 h 697"/>
                <a:gd name="csX1" fmla="*/ 1472133 w 1472133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133" h="697">
                  <a:moveTo>
                    <a:pt x="0" y="0"/>
                  </a:moveTo>
                  <a:lnTo>
                    <a:pt x="1472133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799" name="Freeform 2798">
              <a:extLst>
                <a:ext uri="{FF2B5EF4-FFF2-40B4-BE49-F238E27FC236}">
                  <a16:creationId xmlns:a16="http://schemas.microsoft.com/office/drawing/2014/main" id="{A306BA54-6E41-622F-45C4-C15059BD0788}"/>
                </a:ext>
              </a:extLst>
            </p:cNvPr>
            <p:cNvSpPr/>
            <p:nvPr/>
          </p:nvSpPr>
          <p:spPr>
            <a:xfrm>
              <a:off x="3576590" y="2439744"/>
              <a:ext cx="1472133" cy="697"/>
            </a:xfrm>
            <a:custGeom>
              <a:avLst/>
              <a:gdLst>
                <a:gd name="csX0" fmla="*/ 0 w 1472133"/>
                <a:gd name="csY0" fmla="*/ 0 h 697"/>
                <a:gd name="csX1" fmla="*/ 1472133 w 1472133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133" h="697">
                  <a:moveTo>
                    <a:pt x="0" y="0"/>
                  </a:moveTo>
                  <a:lnTo>
                    <a:pt x="1472133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0" name="Freeform 2799">
              <a:extLst>
                <a:ext uri="{FF2B5EF4-FFF2-40B4-BE49-F238E27FC236}">
                  <a16:creationId xmlns:a16="http://schemas.microsoft.com/office/drawing/2014/main" id="{3770A31C-5A2E-0703-25D1-E9C6B455A199}"/>
                </a:ext>
              </a:extLst>
            </p:cNvPr>
            <p:cNvSpPr/>
            <p:nvPr/>
          </p:nvSpPr>
          <p:spPr>
            <a:xfrm>
              <a:off x="3576590" y="2190634"/>
              <a:ext cx="1472133" cy="697"/>
            </a:xfrm>
            <a:custGeom>
              <a:avLst/>
              <a:gdLst>
                <a:gd name="csX0" fmla="*/ 0 w 1472133"/>
                <a:gd name="csY0" fmla="*/ 0 h 697"/>
                <a:gd name="csX1" fmla="*/ 1472133 w 1472133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133" h="697">
                  <a:moveTo>
                    <a:pt x="0" y="0"/>
                  </a:moveTo>
                  <a:lnTo>
                    <a:pt x="1472133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1" name="Freeform 2800">
              <a:extLst>
                <a:ext uri="{FF2B5EF4-FFF2-40B4-BE49-F238E27FC236}">
                  <a16:creationId xmlns:a16="http://schemas.microsoft.com/office/drawing/2014/main" id="{843C30C7-CBEA-AA0E-8BA9-B24A2E0491B8}"/>
                </a:ext>
              </a:extLst>
            </p:cNvPr>
            <p:cNvSpPr/>
            <p:nvPr/>
          </p:nvSpPr>
          <p:spPr>
            <a:xfrm>
              <a:off x="3576590" y="1941522"/>
              <a:ext cx="1472133" cy="697"/>
            </a:xfrm>
            <a:custGeom>
              <a:avLst/>
              <a:gdLst>
                <a:gd name="csX0" fmla="*/ 0 w 1472133"/>
                <a:gd name="csY0" fmla="*/ 0 h 697"/>
                <a:gd name="csX1" fmla="*/ 1472133 w 1472133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133" h="697">
                  <a:moveTo>
                    <a:pt x="0" y="0"/>
                  </a:moveTo>
                  <a:lnTo>
                    <a:pt x="1472133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2" name="Freeform 2801">
              <a:extLst>
                <a:ext uri="{FF2B5EF4-FFF2-40B4-BE49-F238E27FC236}">
                  <a16:creationId xmlns:a16="http://schemas.microsoft.com/office/drawing/2014/main" id="{A936D297-CAEB-9E51-CED3-CA6D2911ADD6}"/>
                </a:ext>
              </a:extLst>
            </p:cNvPr>
            <p:cNvSpPr/>
            <p:nvPr/>
          </p:nvSpPr>
          <p:spPr>
            <a:xfrm>
              <a:off x="3576590" y="2688855"/>
              <a:ext cx="1472133" cy="697"/>
            </a:xfrm>
            <a:custGeom>
              <a:avLst/>
              <a:gdLst>
                <a:gd name="csX0" fmla="*/ 0 w 1472133"/>
                <a:gd name="csY0" fmla="*/ 0 h 697"/>
                <a:gd name="csX1" fmla="*/ 1472133 w 1472133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133" h="697">
                  <a:moveTo>
                    <a:pt x="0" y="0"/>
                  </a:moveTo>
                  <a:lnTo>
                    <a:pt x="1472133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3" name="Freeform 2802">
              <a:extLst>
                <a:ext uri="{FF2B5EF4-FFF2-40B4-BE49-F238E27FC236}">
                  <a16:creationId xmlns:a16="http://schemas.microsoft.com/office/drawing/2014/main" id="{3840ED47-05C9-DC3D-687D-B7AB2BD1B8D0}"/>
                </a:ext>
              </a:extLst>
            </p:cNvPr>
            <p:cNvSpPr/>
            <p:nvPr/>
          </p:nvSpPr>
          <p:spPr>
            <a:xfrm>
              <a:off x="3760606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4" name="Freeform 2803">
              <a:extLst>
                <a:ext uri="{FF2B5EF4-FFF2-40B4-BE49-F238E27FC236}">
                  <a16:creationId xmlns:a16="http://schemas.microsoft.com/office/drawing/2014/main" id="{19548480-28F9-83D6-AC09-88DDECFBFF8E}"/>
                </a:ext>
              </a:extLst>
            </p:cNvPr>
            <p:cNvSpPr/>
            <p:nvPr/>
          </p:nvSpPr>
          <p:spPr>
            <a:xfrm>
              <a:off x="4128641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5" name="Freeform 2804">
              <a:extLst>
                <a:ext uri="{FF2B5EF4-FFF2-40B4-BE49-F238E27FC236}">
                  <a16:creationId xmlns:a16="http://schemas.microsoft.com/office/drawing/2014/main" id="{A2E32464-1BBA-DE33-4672-A05D7D41557F}"/>
                </a:ext>
              </a:extLst>
            </p:cNvPr>
            <p:cNvSpPr/>
            <p:nvPr/>
          </p:nvSpPr>
          <p:spPr>
            <a:xfrm>
              <a:off x="4496668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6" name="Freeform 2805">
              <a:extLst>
                <a:ext uri="{FF2B5EF4-FFF2-40B4-BE49-F238E27FC236}">
                  <a16:creationId xmlns:a16="http://schemas.microsoft.com/office/drawing/2014/main" id="{E149DBE9-3656-A904-A2AB-94FABF967A4D}"/>
                </a:ext>
              </a:extLst>
            </p:cNvPr>
            <p:cNvSpPr/>
            <p:nvPr/>
          </p:nvSpPr>
          <p:spPr>
            <a:xfrm>
              <a:off x="4864703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7" name="Freeform 2806">
              <a:extLst>
                <a:ext uri="{FF2B5EF4-FFF2-40B4-BE49-F238E27FC236}">
                  <a16:creationId xmlns:a16="http://schemas.microsoft.com/office/drawing/2014/main" id="{00E49A6A-720B-ABD6-3496-9A8B9B8C380A}"/>
                </a:ext>
              </a:extLst>
            </p:cNvPr>
            <p:cNvSpPr/>
            <p:nvPr/>
          </p:nvSpPr>
          <p:spPr>
            <a:xfrm>
              <a:off x="3743375" y="2714841"/>
              <a:ext cx="34462" cy="55258"/>
            </a:xfrm>
            <a:custGeom>
              <a:avLst/>
              <a:gdLst>
                <a:gd name="csX0" fmla="*/ 8834 w 34462"/>
                <a:gd name="csY0" fmla="*/ 49082 h 55258"/>
                <a:gd name="csX1" fmla="*/ 34462 w 34462"/>
                <a:gd name="csY1" fmla="*/ 49082 h 55258"/>
                <a:gd name="csX2" fmla="*/ 34462 w 34462"/>
                <a:gd name="csY2" fmla="*/ 55259 h 55258"/>
                <a:gd name="csX3" fmla="*/ 0 w 34462"/>
                <a:gd name="csY3" fmla="*/ 55259 h 55258"/>
                <a:gd name="csX4" fmla="*/ 0 w 34462"/>
                <a:gd name="csY4" fmla="*/ 49082 h 55258"/>
                <a:gd name="csX5" fmla="*/ 11378 w 34462"/>
                <a:gd name="csY5" fmla="*/ 37481 h 55258"/>
                <a:gd name="csX6" fmla="*/ 20467 w 34462"/>
                <a:gd name="csY6" fmla="*/ 28066 h 55258"/>
                <a:gd name="csX7" fmla="*/ 25374 w 34462"/>
                <a:gd name="csY7" fmla="*/ 21379 h 55258"/>
                <a:gd name="csX8" fmla="*/ 26792 w 34462"/>
                <a:gd name="csY8" fmla="*/ 15963 h 55258"/>
                <a:gd name="csX9" fmla="*/ 23738 w 34462"/>
                <a:gd name="csY9" fmla="*/ 8906 h 55258"/>
                <a:gd name="csX10" fmla="*/ 15850 w 34462"/>
                <a:gd name="csY10" fmla="*/ 6184 h 55258"/>
                <a:gd name="csX11" fmla="*/ 8543 w 34462"/>
                <a:gd name="csY11" fmla="*/ 7385 h 55258"/>
                <a:gd name="csX12" fmla="*/ 364 w 34462"/>
                <a:gd name="csY12" fmla="*/ 11014 h 55258"/>
                <a:gd name="csX13" fmla="*/ 364 w 34462"/>
                <a:gd name="csY13" fmla="*/ 3602 h 55258"/>
                <a:gd name="csX14" fmla="*/ 8652 w 34462"/>
                <a:gd name="csY14" fmla="*/ 914 h 55258"/>
                <a:gd name="csX15" fmla="*/ 15704 w 34462"/>
                <a:gd name="csY15" fmla="*/ 0 h 55258"/>
                <a:gd name="csX16" fmla="*/ 29155 w 34462"/>
                <a:gd name="csY16" fmla="*/ 4223 h 55258"/>
                <a:gd name="csX17" fmla="*/ 34171 w 34462"/>
                <a:gd name="csY17" fmla="*/ 15488 h 55258"/>
                <a:gd name="csX18" fmla="*/ 32899 w 34462"/>
                <a:gd name="csY18" fmla="*/ 21854 h 55258"/>
                <a:gd name="csX19" fmla="*/ 28355 w 34462"/>
                <a:gd name="csY19" fmla="*/ 28903 h 55258"/>
                <a:gd name="csX20" fmla="*/ 22575 w 34462"/>
                <a:gd name="csY20" fmla="*/ 35010 h 55258"/>
                <a:gd name="csX21" fmla="*/ 8834 w 34462"/>
                <a:gd name="csY21" fmla="*/ 49082 h 55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462" h="55258">
                  <a:moveTo>
                    <a:pt x="8834" y="49082"/>
                  </a:moveTo>
                  <a:lnTo>
                    <a:pt x="34462" y="49082"/>
                  </a:lnTo>
                  <a:lnTo>
                    <a:pt x="34462" y="55259"/>
                  </a:lnTo>
                  <a:lnTo>
                    <a:pt x="0" y="55259"/>
                  </a:lnTo>
                  <a:lnTo>
                    <a:pt x="0" y="49082"/>
                  </a:lnTo>
                  <a:cubicBezTo>
                    <a:pt x="2787" y="46197"/>
                    <a:pt x="6580" y="42330"/>
                    <a:pt x="11378" y="37481"/>
                  </a:cubicBezTo>
                  <a:cubicBezTo>
                    <a:pt x="16201" y="32609"/>
                    <a:pt x="19231" y="29471"/>
                    <a:pt x="20467" y="28066"/>
                  </a:cubicBezTo>
                  <a:cubicBezTo>
                    <a:pt x="22817" y="25423"/>
                    <a:pt x="24453" y="23194"/>
                    <a:pt x="25374" y="21379"/>
                  </a:cubicBezTo>
                  <a:cubicBezTo>
                    <a:pt x="26319" y="19536"/>
                    <a:pt x="26792" y="17731"/>
                    <a:pt x="26792" y="15963"/>
                  </a:cubicBezTo>
                  <a:cubicBezTo>
                    <a:pt x="26792" y="13078"/>
                    <a:pt x="25774" y="10726"/>
                    <a:pt x="23738" y="8906"/>
                  </a:cubicBezTo>
                  <a:cubicBezTo>
                    <a:pt x="21727" y="7091"/>
                    <a:pt x="19097" y="6184"/>
                    <a:pt x="15850" y="6184"/>
                  </a:cubicBezTo>
                  <a:cubicBezTo>
                    <a:pt x="13548" y="6184"/>
                    <a:pt x="11112" y="6584"/>
                    <a:pt x="8543" y="7385"/>
                  </a:cubicBezTo>
                  <a:cubicBezTo>
                    <a:pt x="5998" y="8185"/>
                    <a:pt x="3272" y="9395"/>
                    <a:pt x="364" y="11014"/>
                  </a:cubicBezTo>
                  <a:lnTo>
                    <a:pt x="364" y="3602"/>
                  </a:lnTo>
                  <a:cubicBezTo>
                    <a:pt x="3320" y="2415"/>
                    <a:pt x="6083" y="1519"/>
                    <a:pt x="8652" y="914"/>
                  </a:cubicBezTo>
                  <a:cubicBezTo>
                    <a:pt x="11221" y="305"/>
                    <a:pt x="13572" y="0"/>
                    <a:pt x="15704" y="0"/>
                  </a:cubicBezTo>
                  <a:cubicBezTo>
                    <a:pt x="21327" y="0"/>
                    <a:pt x="25810" y="1408"/>
                    <a:pt x="29155" y="4223"/>
                  </a:cubicBezTo>
                  <a:cubicBezTo>
                    <a:pt x="32499" y="7033"/>
                    <a:pt x="34171" y="10788"/>
                    <a:pt x="34171" y="15488"/>
                  </a:cubicBezTo>
                  <a:cubicBezTo>
                    <a:pt x="34171" y="17717"/>
                    <a:pt x="33747" y="19839"/>
                    <a:pt x="32899" y="21854"/>
                  </a:cubicBezTo>
                  <a:cubicBezTo>
                    <a:pt x="32075" y="23840"/>
                    <a:pt x="30561" y="26190"/>
                    <a:pt x="28355" y="28903"/>
                  </a:cubicBezTo>
                  <a:cubicBezTo>
                    <a:pt x="27749" y="29606"/>
                    <a:pt x="25823" y="31641"/>
                    <a:pt x="22575" y="35010"/>
                  </a:cubicBezTo>
                  <a:cubicBezTo>
                    <a:pt x="19328" y="38356"/>
                    <a:pt x="14747" y="43046"/>
                    <a:pt x="8834" y="49082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8" name="Freeform 2807">
              <a:extLst>
                <a:ext uri="{FF2B5EF4-FFF2-40B4-BE49-F238E27FC236}">
                  <a16:creationId xmlns:a16="http://schemas.microsoft.com/office/drawing/2014/main" id="{12CEB41F-7899-2CDC-62D7-D912052840CA}"/>
                </a:ext>
              </a:extLst>
            </p:cNvPr>
            <p:cNvSpPr/>
            <p:nvPr/>
          </p:nvSpPr>
          <p:spPr>
            <a:xfrm>
              <a:off x="4108860" y="2715825"/>
              <a:ext cx="39554" cy="54274"/>
            </a:xfrm>
            <a:custGeom>
              <a:avLst/>
              <a:gdLst>
                <a:gd name="csX0" fmla="*/ 24506 w 39554"/>
                <a:gd name="csY0" fmla="*/ 6400 h 54274"/>
                <a:gd name="csX1" fmla="*/ 5968 w 39554"/>
                <a:gd name="csY1" fmla="*/ 35373 h 54274"/>
                <a:gd name="csX2" fmla="*/ 24506 w 39554"/>
                <a:gd name="csY2" fmla="*/ 35373 h 54274"/>
                <a:gd name="csX3" fmla="*/ 24506 w 39554"/>
                <a:gd name="csY3" fmla="*/ 6400 h 54274"/>
                <a:gd name="csX4" fmla="*/ 22579 w 39554"/>
                <a:gd name="csY4" fmla="*/ 0 h 54274"/>
                <a:gd name="csX5" fmla="*/ 31814 w 39554"/>
                <a:gd name="csY5" fmla="*/ 0 h 54274"/>
                <a:gd name="csX6" fmla="*/ 31814 w 39554"/>
                <a:gd name="csY6" fmla="*/ 35373 h 54274"/>
                <a:gd name="csX7" fmla="*/ 39554 w 39554"/>
                <a:gd name="csY7" fmla="*/ 35373 h 54274"/>
                <a:gd name="csX8" fmla="*/ 39554 w 39554"/>
                <a:gd name="csY8" fmla="*/ 41481 h 54274"/>
                <a:gd name="csX9" fmla="*/ 31814 w 39554"/>
                <a:gd name="csY9" fmla="*/ 41481 h 54274"/>
                <a:gd name="csX10" fmla="*/ 31814 w 39554"/>
                <a:gd name="csY10" fmla="*/ 54274 h 54274"/>
                <a:gd name="csX11" fmla="*/ 24506 w 39554"/>
                <a:gd name="csY11" fmla="*/ 54274 h 54274"/>
                <a:gd name="csX12" fmla="*/ 24506 w 39554"/>
                <a:gd name="csY12" fmla="*/ 41481 h 54274"/>
                <a:gd name="csX13" fmla="*/ 0 w 39554"/>
                <a:gd name="csY13" fmla="*/ 41481 h 54274"/>
                <a:gd name="csX14" fmla="*/ 0 w 39554"/>
                <a:gd name="csY14" fmla="*/ 34389 h 54274"/>
                <a:gd name="csX15" fmla="*/ 22579 w 39554"/>
                <a:gd name="csY15" fmla="*/ 0 h 5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554" h="54274">
                  <a:moveTo>
                    <a:pt x="24506" y="6400"/>
                  </a:moveTo>
                  <a:lnTo>
                    <a:pt x="5968" y="35373"/>
                  </a:lnTo>
                  <a:lnTo>
                    <a:pt x="24506" y="35373"/>
                  </a:lnTo>
                  <a:lnTo>
                    <a:pt x="24506" y="6400"/>
                  </a:lnTo>
                  <a:moveTo>
                    <a:pt x="22579" y="0"/>
                  </a:moveTo>
                  <a:lnTo>
                    <a:pt x="31814" y="0"/>
                  </a:lnTo>
                  <a:lnTo>
                    <a:pt x="31814" y="35373"/>
                  </a:lnTo>
                  <a:lnTo>
                    <a:pt x="39554" y="35373"/>
                  </a:lnTo>
                  <a:lnTo>
                    <a:pt x="39554" y="41481"/>
                  </a:lnTo>
                  <a:lnTo>
                    <a:pt x="31814" y="41481"/>
                  </a:lnTo>
                  <a:lnTo>
                    <a:pt x="31814" y="54274"/>
                  </a:lnTo>
                  <a:lnTo>
                    <a:pt x="24506" y="54274"/>
                  </a:lnTo>
                  <a:lnTo>
                    <a:pt x="24506" y="41481"/>
                  </a:lnTo>
                  <a:lnTo>
                    <a:pt x="0" y="41481"/>
                  </a:lnTo>
                  <a:lnTo>
                    <a:pt x="0" y="34389"/>
                  </a:lnTo>
                  <a:lnTo>
                    <a:pt x="22579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09" name="Freeform 2808">
              <a:extLst>
                <a:ext uri="{FF2B5EF4-FFF2-40B4-BE49-F238E27FC236}">
                  <a16:creationId xmlns:a16="http://schemas.microsoft.com/office/drawing/2014/main" id="{EC28A982-047A-B1CC-E7FD-BD0E2CDBE69B}"/>
                </a:ext>
              </a:extLst>
            </p:cNvPr>
            <p:cNvSpPr/>
            <p:nvPr/>
          </p:nvSpPr>
          <p:spPr>
            <a:xfrm>
              <a:off x="4477935" y="2714841"/>
              <a:ext cx="37474" cy="56312"/>
            </a:xfrm>
            <a:custGeom>
              <a:avLst/>
              <a:gdLst>
                <a:gd name="csX0" fmla="*/ 19376 w 37474"/>
                <a:gd name="csY0" fmla="*/ 25197 h 56312"/>
                <a:gd name="csX1" fmla="*/ 11524 w 37474"/>
                <a:gd name="csY1" fmla="*/ 28575 h 56312"/>
                <a:gd name="csX2" fmla="*/ 8648 w 37474"/>
                <a:gd name="csY2" fmla="*/ 37844 h 56312"/>
                <a:gd name="csX3" fmla="*/ 11524 w 37474"/>
                <a:gd name="csY3" fmla="*/ 47113 h 56312"/>
                <a:gd name="csX4" fmla="*/ 19376 w 37474"/>
                <a:gd name="csY4" fmla="*/ 50498 h 56312"/>
                <a:gd name="csX5" fmla="*/ 27186 w 37474"/>
                <a:gd name="csY5" fmla="*/ 47113 h 56312"/>
                <a:gd name="csX6" fmla="*/ 30097 w 37474"/>
                <a:gd name="csY6" fmla="*/ 37844 h 56312"/>
                <a:gd name="csX7" fmla="*/ 27186 w 37474"/>
                <a:gd name="csY7" fmla="*/ 28575 h 56312"/>
                <a:gd name="csX8" fmla="*/ 19376 w 37474"/>
                <a:gd name="csY8" fmla="*/ 25197 h 56312"/>
                <a:gd name="csX9" fmla="*/ 33949 w 37474"/>
                <a:gd name="csY9" fmla="*/ 2185 h 56312"/>
                <a:gd name="csX10" fmla="*/ 33949 w 37474"/>
                <a:gd name="csY10" fmla="*/ 8871 h 56312"/>
                <a:gd name="csX11" fmla="*/ 28352 w 37474"/>
                <a:gd name="csY11" fmla="*/ 6875 h 56312"/>
                <a:gd name="csX12" fmla="*/ 22789 w 37474"/>
                <a:gd name="csY12" fmla="*/ 6184 h 56312"/>
                <a:gd name="csX13" fmla="*/ 11663 w 37474"/>
                <a:gd name="csY13" fmla="*/ 11091 h 56312"/>
                <a:gd name="csX14" fmla="*/ 7301 w 37474"/>
                <a:gd name="csY14" fmla="*/ 25923 h 56312"/>
                <a:gd name="csX15" fmla="*/ 12682 w 37474"/>
                <a:gd name="csY15" fmla="*/ 21086 h 56312"/>
                <a:gd name="csX16" fmla="*/ 19808 w 37474"/>
                <a:gd name="csY16" fmla="*/ 19376 h 56312"/>
                <a:gd name="csX17" fmla="*/ 32714 w 37474"/>
                <a:gd name="csY17" fmla="*/ 24359 h 56312"/>
                <a:gd name="csX18" fmla="*/ 37474 w 37474"/>
                <a:gd name="csY18" fmla="*/ 37844 h 56312"/>
                <a:gd name="csX19" fmla="*/ 32533 w 37474"/>
                <a:gd name="csY19" fmla="*/ 51259 h 56312"/>
                <a:gd name="csX20" fmla="*/ 19376 w 37474"/>
                <a:gd name="csY20" fmla="*/ 56313 h 56312"/>
                <a:gd name="csX21" fmla="*/ 4977 w 37474"/>
                <a:gd name="csY21" fmla="*/ 49116 h 56312"/>
                <a:gd name="csX22" fmla="*/ 0 w 37474"/>
                <a:gd name="csY22" fmla="*/ 28177 h 56312"/>
                <a:gd name="csX23" fmla="*/ 6107 w 37474"/>
                <a:gd name="csY23" fmla="*/ 7671 h 56312"/>
                <a:gd name="csX24" fmla="*/ 22503 w 37474"/>
                <a:gd name="csY24" fmla="*/ 0 h 56312"/>
                <a:gd name="csX25" fmla="*/ 28059 w 37474"/>
                <a:gd name="csY25" fmla="*/ 544 h 56312"/>
                <a:gd name="csX26" fmla="*/ 33949 w 37474"/>
                <a:gd name="csY26" fmla="*/ 2185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7474" h="56312">
                  <a:moveTo>
                    <a:pt x="19376" y="25197"/>
                  </a:moveTo>
                  <a:cubicBezTo>
                    <a:pt x="16077" y="25197"/>
                    <a:pt x="13459" y="26323"/>
                    <a:pt x="11524" y="28575"/>
                  </a:cubicBezTo>
                  <a:cubicBezTo>
                    <a:pt x="9606" y="30827"/>
                    <a:pt x="8648" y="33917"/>
                    <a:pt x="8648" y="37844"/>
                  </a:cubicBezTo>
                  <a:cubicBezTo>
                    <a:pt x="8648" y="41748"/>
                    <a:pt x="9606" y="44838"/>
                    <a:pt x="11524" y="47113"/>
                  </a:cubicBezTo>
                  <a:cubicBezTo>
                    <a:pt x="13459" y="49370"/>
                    <a:pt x="16077" y="50498"/>
                    <a:pt x="19376" y="50498"/>
                  </a:cubicBezTo>
                  <a:cubicBezTo>
                    <a:pt x="22670" y="50498"/>
                    <a:pt x="25274" y="49370"/>
                    <a:pt x="27186" y="47113"/>
                  </a:cubicBezTo>
                  <a:cubicBezTo>
                    <a:pt x="29126" y="44838"/>
                    <a:pt x="30097" y="41748"/>
                    <a:pt x="30097" y="37844"/>
                  </a:cubicBezTo>
                  <a:cubicBezTo>
                    <a:pt x="30097" y="33917"/>
                    <a:pt x="29126" y="30827"/>
                    <a:pt x="27186" y="28575"/>
                  </a:cubicBezTo>
                  <a:cubicBezTo>
                    <a:pt x="25274" y="26323"/>
                    <a:pt x="22670" y="25197"/>
                    <a:pt x="19376" y="25197"/>
                  </a:cubicBezTo>
                  <a:moveTo>
                    <a:pt x="33949" y="2185"/>
                  </a:moveTo>
                  <a:lnTo>
                    <a:pt x="33949" y="8871"/>
                  </a:lnTo>
                  <a:cubicBezTo>
                    <a:pt x="32107" y="8001"/>
                    <a:pt x="30241" y="7336"/>
                    <a:pt x="28352" y="6875"/>
                  </a:cubicBezTo>
                  <a:cubicBezTo>
                    <a:pt x="26486" y="6414"/>
                    <a:pt x="24632" y="6184"/>
                    <a:pt x="22789" y="6184"/>
                  </a:cubicBezTo>
                  <a:cubicBezTo>
                    <a:pt x="17945" y="6184"/>
                    <a:pt x="14236" y="7820"/>
                    <a:pt x="11663" y="11091"/>
                  </a:cubicBezTo>
                  <a:cubicBezTo>
                    <a:pt x="9122" y="14362"/>
                    <a:pt x="7668" y="19306"/>
                    <a:pt x="7301" y="25923"/>
                  </a:cubicBezTo>
                  <a:cubicBezTo>
                    <a:pt x="8734" y="23815"/>
                    <a:pt x="10528" y="22203"/>
                    <a:pt x="12682" y="21086"/>
                  </a:cubicBezTo>
                  <a:cubicBezTo>
                    <a:pt x="14841" y="19946"/>
                    <a:pt x="17217" y="19376"/>
                    <a:pt x="19808" y="19376"/>
                  </a:cubicBezTo>
                  <a:cubicBezTo>
                    <a:pt x="25262" y="19376"/>
                    <a:pt x="29564" y="21037"/>
                    <a:pt x="32714" y="24359"/>
                  </a:cubicBezTo>
                  <a:cubicBezTo>
                    <a:pt x="35887" y="27654"/>
                    <a:pt x="37474" y="32149"/>
                    <a:pt x="37474" y="37844"/>
                  </a:cubicBezTo>
                  <a:cubicBezTo>
                    <a:pt x="37474" y="43419"/>
                    <a:pt x="35827" y="47890"/>
                    <a:pt x="32533" y="51259"/>
                  </a:cubicBezTo>
                  <a:cubicBezTo>
                    <a:pt x="29238" y="54628"/>
                    <a:pt x="24853" y="56313"/>
                    <a:pt x="19376" y="56313"/>
                  </a:cubicBezTo>
                  <a:cubicBezTo>
                    <a:pt x="13099" y="56313"/>
                    <a:pt x="8299" y="53914"/>
                    <a:pt x="4977" y="49116"/>
                  </a:cubicBezTo>
                  <a:cubicBezTo>
                    <a:pt x="1659" y="44291"/>
                    <a:pt x="0" y="37311"/>
                    <a:pt x="0" y="28177"/>
                  </a:cubicBezTo>
                  <a:cubicBezTo>
                    <a:pt x="0" y="19597"/>
                    <a:pt x="2036" y="12761"/>
                    <a:pt x="6107" y="7671"/>
                  </a:cubicBezTo>
                  <a:cubicBezTo>
                    <a:pt x="10179" y="2557"/>
                    <a:pt x="15644" y="0"/>
                    <a:pt x="22503" y="0"/>
                  </a:cubicBezTo>
                  <a:cubicBezTo>
                    <a:pt x="24341" y="0"/>
                    <a:pt x="26193" y="181"/>
                    <a:pt x="28059" y="544"/>
                  </a:cubicBezTo>
                  <a:cubicBezTo>
                    <a:pt x="29952" y="912"/>
                    <a:pt x="31916" y="1459"/>
                    <a:pt x="33949" y="2185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0" name="Freeform 2809">
              <a:extLst>
                <a:ext uri="{FF2B5EF4-FFF2-40B4-BE49-F238E27FC236}">
                  <a16:creationId xmlns:a16="http://schemas.microsoft.com/office/drawing/2014/main" id="{D114F141-713E-3B70-B7F6-30323A045774}"/>
                </a:ext>
              </a:extLst>
            </p:cNvPr>
            <p:cNvSpPr/>
            <p:nvPr/>
          </p:nvSpPr>
          <p:spPr>
            <a:xfrm>
              <a:off x="4846095" y="2714841"/>
              <a:ext cx="37222" cy="56312"/>
            </a:xfrm>
            <a:custGeom>
              <a:avLst/>
              <a:gdLst>
                <a:gd name="csX0" fmla="*/ 18608 w 37222"/>
                <a:gd name="csY0" fmla="*/ 29482 h 56312"/>
                <a:gd name="csX1" fmla="*/ 10358 w 37222"/>
                <a:gd name="csY1" fmla="*/ 32281 h 56312"/>
                <a:gd name="csX2" fmla="*/ 7378 w 37222"/>
                <a:gd name="csY2" fmla="*/ 39987 h 56312"/>
                <a:gd name="csX3" fmla="*/ 10358 w 37222"/>
                <a:gd name="csY3" fmla="*/ 47700 h 56312"/>
                <a:gd name="csX4" fmla="*/ 18608 w 37222"/>
                <a:gd name="csY4" fmla="*/ 50498 h 56312"/>
                <a:gd name="csX5" fmla="*/ 26865 w 37222"/>
                <a:gd name="csY5" fmla="*/ 47700 h 56312"/>
                <a:gd name="csX6" fmla="*/ 29880 w 37222"/>
                <a:gd name="csY6" fmla="*/ 39987 h 56312"/>
                <a:gd name="csX7" fmla="*/ 26865 w 37222"/>
                <a:gd name="csY7" fmla="*/ 32281 h 56312"/>
                <a:gd name="csX8" fmla="*/ 18608 w 37222"/>
                <a:gd name="csY8" fmla="*/ 29482 h 56312"/>
                <a:gd name="csX9" fmla="*/ 11265 w 37222"/>
                <a:gd name="csY9" fmla="*/ 26355 h 56312"/>
                <a:gd name="csX10" fmla="*/ 3888 w 37222"/>
                <a:gd name="csY10" fmla="*/ 21958 h 56312"/>
                <a:gd name="csX11" fmla="*/ 1270 w 37222"/>
                <a:gd name="csY11" fmla="*/ 14071 h 56312"/>
                <a:gd name="csX12" fmla="*/ 5884 w 37222"/>
                <a:gd name="csY12" fmla="*/ 3783 h 56312"/>
                <a:gd name="csX13" fmla="*/ 18608 w 37222"/>
                <a:gd name="csY13" fmla="*/ 0 h 56312"/>
                <a:gd name="csX14" fmla="*/ 31332 w 37222"/>
                <a:gd name="csY14" fmla="*/ 3783 h 56312"/>
                <a:gd name="csX15" fmla="*/ 35953 w 37222"/>
                <a:gd name="csY15" fmla="*/ 14071 h 56312"/>
                <a:gd name="csX16" fmla="*/ 33293 w 37222"/>
                <a:gd name="csY16" fmla="*/ 21958 h 56312"/>
                <a:gd name="csX17" fmla="*/ 25993 w 37222"/>
                <a:gd name="csY17" fmla="*/ 26355 h 56312"/>
                <a:gd name="csX18" fmla="*/ 34243 w 37222"/>
                <a:gd name="csY18" fmla="*/ 31192 h 56312"/>
                <a:gd name="csX19" fmla="*/ 37223 w 37222"/>
                <a:gd name="csY19" fmla="*/ 39987 h 56312"/>
                <a:gd name="csX20" fmla="*/ 32386 w 37222"/>
                <a:gd name="csY20" fmla="*/ 52097 h 56312"/>
                <a:gd name="csX21" fmla="*/ 18608 w 37222"/>
                <a:gd name="csY21" fmla="*/ 56313 h 56312"/>
                <a:gd name="csX22" fmla="*/ 4795 w 37222"/>
                <a:gd name="csY22" fmla="*/ 52097 h 56312"/>
                <a:gd name="csX23" fmla="*/ 0 w 37222"/>
                <a:gd name="csY23" fmla="*/ 39987 h 56312"/>
                <a:gd name="csX24" fmla="*/ 2980 w 37222"/>
                <a:gd name="csY24" fmla="*/ 31192 h 56312"/>
                <a:gd name="csX25" fmla="*/ 11265 w 37222"/>
                <a:gd name="csY25" fmla="*/ 26355 h 56312"/>
                <a:gd name="csX26" fmla="*/ 8578 w 37222"/>
                <a:gd name="csY26" fmla="*/ 14762 h 56312"/>
                <a:gd name="csX27" fmla="*/ 11196 w 37222"/>
                <a:gd name="csY27" fmla="*/ 21344 h 56312"/>
                <a:gd name="csX28" fmla="*/ 18608 w 37222"/>
                <a:gd name="csY28" fmla="*/ 23703 h 56312"/>
                <a:gd name="csX29" fmla="*/ 25993 w 37222"/>
                <a:gd name="csY29" fmla="*/ 21344 h 56312"/>
                <a:gd name="csX30" fmla="*/ 28680 w 37222"/>
                <a:gd name="csY30" fmla="*/ 14762 h 56312"/>
                <a:gd name="csX31" fmla="*/ 25993 w 37222"/>
                <a:gd name="csY31" fmla="*/ 8180 h 56312"/>
                <a:gd name="csX32" fmla="*/ 18608 w 37222"/>
                <a:gd name="csY32" fmla="*/ 5821 h 56312"/>
                <a:gd name="csX33" fmla="*/ 11196 w 37222"/>
                <a:gd name="csY33" fmla="*/ 8180 h 56312"/>
                <a:gd name="csX34" fmla="*/ 8578 w 37222"/>
                <a:gd name="csY34" fmla="*/ 14762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7222" h="56312">
                  <a:moveTo>
                    <a:pt x="18608" y="29482"/>
                  </a:moveTo>
                  <a:cubicBezTo>
                    <a:pt x="15118" y="29482"/>
                    <a:pt x="12368" y="30415"/>
                    <a:pt x="10358" y="32281"/>
                  </a:cubicBezTo>
                  <a:cubicBezTo>
                    <a:pt x="8371" y="34147"/>
                    <a:pt x="7378" y="36716"/>
                    <a:pt x="7378" y="39987"/>
                  </a:cubicBezTo>
                  <a:cubicBezTo>
                    <a:pt x="7378" y="43263"/>
                    <a:pt x="8371" y="45834"/>
                    <a:pt x="10358" y="47700"/>
                  </a:cubicBezTo>
                  <a:cubicBezTo>
                    <a:pt x="12368" y="49565"/>
                    <a:pt x="15118" y="50498"/>
                    <a:pt x="18608" y="50498"/>
                  </a:cubicBezTo>
                  <a:cubicBezTo>
                    <a:pt x="22098" y="50498"/>
                    <a:pt x="24850" y="49565"/>
                    <a:pt x="26865" y="47700"/>
                  </a:cubicBezTo>
                  <a:cubicBezTo>
                    <a:pt x="28875" y="45806"/>
                    <a:pt x="29880" y="43235"/>
                    <a:pt x="29880" y="39987"/>
                  </a:cubicBezTo>
                  <a:cubicBezTo>
                    <a:pt x="29880" y="36716"/>
                    <a:pt x="28875" y="34147"/>
                    <a:pt x="26865" y="32281"/>
                  </a:cubicBezTo>
                  <a:cubicBezTo>
                    <a:pt x="24873" y="30415"/>
                    <a:pt x="22121" y="29482"/>
                    <a:pt x="18608" y="29482"/>
                  </a:cubicBezTo>
                  <a:moveTo>
                    <a:pt x="11265" y="26355"/>
                  </a:moveTo>
                  <a:cubicBezTo>
                    <a:pt x="8115" y="25583"/>
                    <a:pt x="5656" y="24117"/>
                    <a:pt x="3888" y="21958"/>
                  </a:cubicBezTo>
                  <a:cubicBezTo>
                    <a:pt x="2143" y="19804"/>
                    <a:pt x="1270" y="17175"/>
                    <a:pt x="1270" y="14071"/>
                  </a:cubicBezTo>
                  <a:cubicBezTo>
                    <a:pt x="1270" y="9734"/>
                    <a:pt x="2808" y="6305"/>
                    <a:pt x="5884" y="3783"/>
                  </a:cubicBezTo>
                  <a:cubicBezTo>
                    <a:pt x="8988" y="1261"/>
                    <a:pt x="13229" y="0"/>
                    <a:pt x="18608" y="0"/>
                  </a:cubicBezTo>
                  <a:cubicBezTo>
                    <a:pt x="24015" y="0"/>
                    <a:pt x="28256" y="1261"/>
                    <a:pt x="31332" y="3783"/>
                  </a:cubicBezTo>
                  <a:cubicBezTo>
                    <a:pt x="34413" y="6305"/>
                    <a:pt x="35953" y="9734"/>
                    <a:pt x="35953" y="14071"/>
                  </a:cubicBezTo>
                  <a:cubicBezTo>
                    <a:pt x="35953" y="17175"/>
                    <a:pt x="35066" y="19804"/>
                    <a:pt x="33293" y="21958"/>
                  </a:cubicBezTo>
                  <a:cubicBezTo>
                    <a:pt x="31548" y="24117"/>
                    <a:pt x="29115" y="25583"/>
                    <a:pt x="25993" y="26355"/>
                  </a:cubicBezTo>
                  <a:cubicBezTo>
                    <a:pt x="29529" y="27179"/>
                    <a:pt x="32279" y="28791"/>
                    <a:pt x="34243" y="31192"/>
                  </a:cubicBezTo>
                  <a:cubicBezTo>
                    <a:pt x="36230" y="33593"/>
                    <a:pt x="37223" y="36525"/>
                    <a:pt x="37223" y="39987"/>
                  </a:cubicBezTo>
                  <a:cubicBezTo>
                    <a:pt x="37223" y="45250"/>
                    <a:pt x="35611" y="49286"/>
                    <a:pt x="32386" y="52097"/>
                  </a:cubicBezTo>
                  <a:cubicBezTo>
                    <a:pt x="29189" y="54907"/>
                    <a:pt x="24597" y="56313"/>
                    <a:pt x="18608" y="56313"/>
                  </a:cubicBezTo>
                  <a:cubicBezTo>
                    <a:pt x="12624" y="56313"/>
                    <a:pt x="8020" y="54907"/>
                    <a:pt x="4795" y="52097"/>
                  </a:cubicBezTo>
                  <a:cubicBezTo>
                    <a:pt x="1598" y="49286"/>
                    <a:pt x="0" y="45250"/>
                    <a:pt x="0" y="39987"/>
                  </a:cubicBezTo>
                  <a:cubicBezTo>
                    <a:pt x="0" y="36525"/>
                    <a:pt x="993" y="33593"/>
                    <a:pt x="2980" y="31192"/>
                  </a:cubicBezTo>
                  <a:cubicBezTo>
                    <a:pt x="4967" y="28791"/>
                    <a:pt x="7729" y="27179"/>
                    <a:pt x="11265" y="26355"/>
                  </a:cubicBezTo>
                  <a:moveTo>
                    <a:pt x="8578" y="14762"/>
                  </a:moveTo>
                  <a:cubicBezTo>
                    <a:pt x="8578" y="17573"/>
                    <a:pt x="9451" y="19767"/>
                    <a:pt x="11196" y="21344"/>
                  </a:cubicBezTo>
                  <a:cubicBezTo>
                    <a:pt x="12964" y="22917"/>
                    <a:pt x="15434" y="23703"/>
                    <a:pt x="18608" y="23703"/>
                  </a:cubicBezTo>
                  <a:cubicBezTo>
                    <a:pt x="21758" y="23703"/>
                    <a:pt x="24220" y="22917"/>
                    <a:pt x="25993" y="21344"/>
                  </a:cubicBezTo>
                  <a:cubicBezTo>
                    <a:pt x="27784" y="19767"/>
                    <a:pt x="28680" y="17573"/>
                    <a:pt x="28680" y="14762"/>
                  </a:cubicBezTo>
                  <a:cubicBezTo>
                    <a:pt x="28680" y="11952"/>
                    <a:pt x="27784" y="9758"/>
                    <a:pt x="25993" y="8180"/>
                  </a:cubicBezTo>
                  <a:cubicBezTo>
                    <a:pt x="24220" y="6607"/>
                    <a:pt x="21758" y="5821"/>
                    <a:pt x="18608" y="5821"/>
                  </a:cubicBezTo>
                  <a:cubicBezTo>
                    <a:pt x="15435" y="5821"/>
                    <a:pt x="12964" y="6607"/>
                    <a:pt x="11196" y="8180"/>
                  </a:cubicBezTo>
                  <a:cubicBezTo>
                    <a:pt x="9451" y="9758"/>
                    <a:pt x="8578" y="11952"/>
                    <a:pt x="8578" y="14762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1" name="Freeform 2810">
              <a:extLst>
                <a:ext uri="{FF2B5EF4-FFF2-40B4-BE49-F238E27FC236}">
                  <a16:creationId xmlns:a16="http://schemas.microsoft.com/office/drawing/2014/main" id="{CBFC175D-F925-9B7D-0C84-0DAEE9E056E5}"/>
                </a:ext>
              </a:extLst>
            </p:cNvPr>
            <p:cNvSpPr/>
            <p:nvPr/>
          </p:nvSpPr>
          <p:spPr>
            <a:xfrm>
              <a:off x="4288951" y="2812438"/>
              <a:ext cx="41689" cy="37927"/>
            </a:xfrm>
            <a:custGeom>
              <a:avLst/>
              <a:gdLst>
                <a:gd name="csX0" fmla="*/ 41690 w 41689"/>
                <a:gd name="csY0" fmla="*/ 5521 h 37927"/>
                <a:gd name="csX1" fmla="*/ 40259 w 41689"/>
                <a:gd name="csY1" fmla="*/ 9115 h 37927"/>
                <a:gd name="csX2" fmla="*/ 37195 w 41689"/>
                <a:gd name="csY2" fmla="*/ 10386 h 37927"/>
                <a:gd name="csX3" fmla="*/ 34822 w 41689"/>
                <a:gd name="csY3" fmla="*/ 9485 h 37927"/>
                <a:gd name="csX4" fmla="*/ 34005 w 41689"/>
                <a:gd name="csY4" fmla="*/ 7440 h 37927"/>
                <a:gd name="csX5" fmla="*/ 35150 w 41689"/>
                <a:gd name="csY5" fmla="*/ 4537 h 37927"/>
                <a:gd name="csX6" fmla="*/ 38012 w 41689"/>
                <a:gd name="csY6" fmla="*/ 2904 h 37927"/>
                <a:gd name="csX7" fmla="*/ 33845 w 41689"/>
                <a:gd name="csY7" fmla="*/ 1843 h 37927"/>
                <a:gd name="csX8" fmla="*/ 30781 w 41689"/>
                <a:gd name="csY8" fmla="*/ 2701 h 37927"/>
                <a:gd name="csX9" fmla="*/ 28526 w 41689"/>
                <a:gd name="csY9" fmla="*/ 4662 h 37927"/>
                <a:gd name="csX10" fmla="*/ 26977 w 41689"/>
                <a:gd name="csY10" fmla="*/ 7357 h 37927"/>
                <a:gd name="csX11" fmla="*/ 25993 w 41689"/>
                <a:gd name="csY11" fmla="*/ 9855 h 37927"/>
                <a:gd name="csX12" fmla="*/ 25546 w 41689"/>
                <a:gd name="csY12" fmla="*/ 11733 h 37927"/>
                <a:gd name="csX13" fmla="*/ 22684 w 41689"/>
                <a:gd name="csY13" fmla="*/ 23180 h 37927"/>
                <a:gd name="csX14" fmla="*/ 21295 w 41689"/>
                <a:gd name="csY14" fmla="*/ 30536 h 37927"/>
                <a:gd name="csX15" fmla="*/ 22440 w 41689"/>
                <a:gd name="csY15" fmla="*/ 34501 h 37927"/>
                <a:gd name="csX16" fmla="*/ 25874 w 41689"/>
                <a:gd name="csY16" fmla="*/ 36050 h 37927"/>
                <a:gd name="csX17" fmla="*/ 27793 w 41689"/>
                <a:gd name="csY17" fmla="*/ 35806 h 37927"/>
                <a:gd name="csX18" fmla="*/ 30125 w 41689"/>
                <a:gd name="csY18" fmla="*/ 34787 h 37927"/>
                <a:gd name="csX19" fmla="*/ 32658 w 41689"/>
                <a:gd name="csY19" fmla="*/ 32861 h 37927"/>
                <a:gd name="csX20" fmla="*/ 35066 w 41689"/>
                <a:gd name="csY20" fmla="*/ 29678 h 37927"/>
                <a:gd name="csX21" fmla="*/ 37028 w 41689"/>
                <a:gd name="csY21" fmla="*/ 25099 h 37927"/>
                <a:gd name="csX22" fmla="*/ 38095 w 41689"/>
                <a:gd name="csY22" fmla="*/ 24199 h 37927"/>
                <a:gd name="csX23" fmla="*/ 39114 w 41689"/>
                <a:gd name="csY23" fmla="*/ 25015 h 37927"/>
                <a:gd name="csX24" fmla="*/ 38542 w 41689"/>
                <a:gd name="csY24" fmla="*/ 27179 h 37927"/>
                <a:gd name="csX25" fmla="*/ 36825 w 41689"/>
                <a:gd name="csY25" fmla="*/ 30494 h 37927"/>
                <a:gd name="csX26" fmla="*/ 34173 w 41689"/>
                <a:gd name="csY26" fmla="*/ 34005 h 37927"/>
                <a:gd name="csX27" fmla="*/ 30411 w 41689"/>
                <a:gd name="csY27" fmla="*/ 36790 h 37927"/>
                <a:gd name="csX28" fmla="*/ 25706 w 41689"/>
                <a:gd name="csY28" fmla="*/ 37928 h 37927"/>
                <a:gd name="csX29" fmla="*/ 19864 w 41689"/>
                <a:gd name="csY29" fmla="*/ 36050 h 37927"/>
                <a:gd name="csX30" fmla="*/ 16675 w 41689"/>
                <a:gd name="csY30" fmla="*/ 31555 h 37927"/>
                <a:gd name="csX31" fmla="*/ 16186 w 41689"/>
                <a:gd name="csY31" fmla="*/ 32414 h 37927"/>
                <a:gd name="csX32" fmla="*/ 15041 w 41689"/>
                <a:gd name="csY32" fmla="*/ 34005 h 37927"/>
                <a:gd name="csX33" fmla="*/ 13282 w 41689"/>
                <a:gd name="csY33" fmla="*/ 35890 h 37927"/>
                <a:gd name="csX34" fmla="*/ 10874 w 41689"/>
                <a:gd name="csY34" fmla="*/ 37279 h 37927"/>
                <a:gd name="csX35" fmla="*/ 7887 w 41689"/>
                <a:gd name="csY35" fmla="*/ 37928 h 37927"/>
                <a:gd name="csX36" fmla="*/ 4174 w 41689"/>
                <a:gd name="csY36" fmla="*/ 37356 h 37927"/>
                <a:gd name="csX37" fmla="*/ 1228 w 41689"/>
                <a:gd name="csY37" fmla="*/ 35478 h 37927"/>
                <a:gd name="csX38" fmla="*/ 0 w 41689"/>
                <a:gd name="csY38" fmla="*/ 32372 h 37927"/>
                <a:gd name="csX39" fmla="*/ 1354 w 41689"/>
                <a:gd name="csY39" fmla="*/ 28980 h 37927"/>
                <a:gd name="csX40" fmla="*/ 4621 w 41689"/>
                <a:gd name="csY40" fmla="*/ 27549 h 37927"/>
                <a:gd name="csX41" fmla="*/ 6742 w 41689"/>
                <a:gd name="csY41" fmla="*/ 28247 h 37927"/>
                <a:gd name="csX42" fmla="*/ 7727 w 41689"/>
                <a:gd name="csY42" fmla="*/ 30453 h 37927"/>
                <a:gd name="csX43" fmla="*/ 6582 w 41689"/>
                <a:gd name="csY43" fmla="*/ 33398 h 37927"/>
                <a:gd name="csX44" fmla="*/ 3804 w 41689"/>
                <a:gd name="csY44" fmla="*/ 34989 h 37927"/>
                <a:gd name="csX45" fmla="*/ 7971 w 41689"/>
                <a:gd name="csY45" fmla="*/ 36050 h 37927"/>
                <a:gd name="csX46" fmla="*/ 12794 w 41689"/>
                <a:gd name="csY46" fmla="*/ 33677 h 37927"/>
                <a:gd name="csX47" fmla="*/ 15942 w 41689"/>
                <a:gd name="csY47" fmla="*/ 27347 h 37927"/>
                <a:gd name="csX48" fmla="*/ 19460 w 41689"/>
                <a:gd name="csY48" fmla="*/ 13576 h 37927"/>
                <a:gd name="csX49" fmla="*/ 20437 w 41689"/>
                <a:gd name="csY49" fmla="*/ 7440 h 37927"/>
                <a:gd name="csX50" fmla="*/ 19990 w 41689"/>
                <a:gd name="csY50" fmla="*/ 4537 h 37927"/>
                <a:gd name="csX51" fmla="*/ 18762 w 41689"/>
                <a:gd name="csY51" fmla="*/ 2827 h 37927"/>
                <a:gd name="csX52" fmla="*/ 17331 w 41689"/>
                <a:gd name="csY52" fmla="*/ 2045 h 37927"/>
                <a:gd name="csX53" fmla="*/ 15942 w 41689"/>
                <a:gd name="csY53" fmla="*/ 1843 h 37927"/>
                <a:gd name="csX54" fmla="*/ 13324 w 41689"/>
                <a:gd name="csY54" fmla="*/ 2331 h 37927"/>
                <a:gd name="csX55" fmla="*/ 10344 w 41689"/>
                <a:gd name="csY55" fmla="*/ 3964 h 37927"/>
                <a:gd name="csX56" fmla="*/ 7238 w 41689"/>
                <a:gd name="csY56" fmla="*/ 7357 h 37927"/>
                <a:gd name="csX57" fmla="*/ 4704 w 41689"/>
                <a:gd name="csY57" fmla="*/ 12794 h 37927"/>
                <a:gd name="csX58" fmla="*/ 3602 w 41689"/>
                <a:gd name="csY58" fmla="*/ 13736 h 37927"/>
                <a:gd name="csX59" fmla="*/ 2617 w 41689"/>
                <a:gd name="csY59" fmla="*/ 12878 h 37927"/>
                <a:gd name="csX60" fmla="*/ 3148 w 41689"/>
                <a:gd name="csY60" fmla="*/ 10749 h 37927"/>
                <a:gd name="csX61" fmla="*/ 4865 w 41689"/>
                <a:gd name="csY61" fmla="*/ 7440 h 37927"/>
                <a:gd name="csX62" fmla="*/ 7566 w 41689"/>
                <a:gd name="csY62" fmla="*/ 3964 h 37927"/>
                <a:gd name="csX63" fmla="*/ 11363 w 41689"/>
                <a:gd name="csY63" fmla="*/ 1145 h 37927"/>
                <a:gd name="csX64" fmla="*/ 16102 w 41689"/>
                <a:gd name="csY64" fmla="*/ 0 h 37927"/>
                <a:gd name="csX65" fmla="*/ 18273 w 41689"/>
                <a:gd name="csY65" fmla="*/ 251 h 37927"/>
                <a:gd name="csX66" fmla="*/ 20681 w 41689"/>
                <a:gd name="csY66" fmla="*/ 1068 h 37927"/>
                <a:gd name="csX67" fmla="*/ 23215 w 41689"/>
                <a:gd name="csY67" fmla="*/ 3029 h 37927"/>
                <a:gd name="csX68" fmla="*/ 25134 w 41689"/>
                <a:gd name="csY68" fmla="*/ 6338 h 37927"/>
                <a:gd name="csX69" fmla="*/ 26279 w 41689"/>
                <a:gd name="csY69" fmla="*/ 4502 h 37927"/>
                <a:gd name="csX70" fmla="*/ 28038 w 41689"/>
                <a:gd name="csY70" fmla="*/ 2499 h 37927"/>
                <a:gd name="csX71" fmla="*/ 30655 w 41689"/>
                <a:gd name="csY71" fmla="*/ 698 h 37927"/>
                <a:gd name="csX72" fmla="*/ 33921 w 41689"/>
                <a:gd name="csY72" fmla="*/ 0 h 37927"/>
                <a:gd name="csX73" fmla="*/ 37237 w 41689"/>
                <a:gd name="csY73" fmla="*/ 454 h 37927"/>
                <a:gd name="csX74" fmla="*/ 40259 w 41689"/>
                <a:gd name="csY74" fmla="*/ 2213 h 37927"/>
                <a:gd name="csX75" fmla="*/ 41690 w 41689"/>
                <a:gd name="csY75" fmla="*/ 5521 h 37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1689" h="37927">
                  <a:moveTo>
                    <a:pt x="41690" y="5521"/>
                  </a:moveTo>
                  <a:cubicBezTo>
                    <a:pt x="41690" y="7047"/>
                    <a:pt x="41213" y="8245"/>
                    <a:pt x="40259" y="9115"/>
                  </a:cubicBezTo>
                  <a:cubicBezTo>
                    <a:pt x="39305" y="9962"/>
                    <a:pt x="38284" y="10386"/>
                    <a:pt x="37195" y="10386"/>
                  </a:cubicBezTo>
                  <a:cubicBezTo>
                    <a:pt x="36157" y="10386"/>
                    <a:pt x="35366" y="10086"/>
                    <a:pt x="34822" y="9485"/>
                  </a:cubicBezTo>
                  <a:cubicBezTo>
                    <a:pt x="34277" y="8885"/>
                    <a:pt x="34005" y="8203"/>
                    <a:pt x="34005" y="7440"/>
                  </a:cubicBezTo>
                  <a:cubicBezTo>
                    <a:pt x="34005" y="6407"/>
                    <a:pt x="34387" y="5440"/>
                    <a:pt x="35150" y="4537"/>
                  </a:cubicBezTo>
                  <a:cubicBezTo>
                    <a:pt x="35913" y="3639"/>
                    <a:pt x="36867" y="3094"/>
                    <a:pt x="38012" y="2904"/>
                  </a:cubicBezTo>
                  <a:cubicBezTo>
                    <a:pt x="36895" y="2196"/>
                    <a:pt x="35506" y="1843"/>
                    <a:pt x="33845" y="1843"/>
                  </a:cubicBezTo>
                  <a:cubicBezTo>
                    <a:pt x="32751" y="1843"/>
                    <a:pt x="31730" y="2129"/>
                    <a:pt x="30781" y="2701"/>
                  </a:cubicBezTo>
                  <a:cubicBezTo>
                    <a:pt x="29850" y="3273"/>
                    <a:pt x="29099" y="3927"/>
                    <a:pt x="28526" y="4662"/>
                  </a:cubicBezTo>
                  <a:cubicBezTo>
                    <a:pt x="27982" y="5398"/>
                    <a:pt x="27465" y="6296"/>
                    <a:pt x="26977" y="7357"/>
                  </a:cubicBezTo>
                  <a:cubicBezTo>
                    <a:pt x="26511" y="8394"/>
                    <a:pt x="26183" y="9227"/>
                    <a:pt x="25993" y="9855"/>
                  </a:cubicBezTo>
                  <a:cubicBezTo>
                    <a:pt x="25830" y="10451"/>
                    <a:pt x="25681" y="11077"/>
                    <a:pt x="25546" y="11733"/>
                  </a:cubicBezTo>
                  <a:lnTo>
                    <a:pt x="22684" y="23180"/>
                  </a:lnTo>
                  <a:cubicBezTo>
                    <a:pt x="21758" y="26800"/>
                    <a:pt x="21295" y="29252"/>
                    <a:pt x="21295" y="30536"/>
                  </a:cubicBezTo>
                  <a:cubicBezTo>
                    <a:pt x="21295" y="32114"/>
                    <a:pt x="21677" y="33435"/>
                    <a:pt x="22440" y="34501"/>
                  </a:cubicBezTo>
                  <a:cubicBezTo>
                    <a:pt x="23203" y="35534"/>
                    <a:pt x="24348" y="36050"/>
                    <a:pt x="25874" y="36050"/>
                  </a:cubicBezTo>
                  <a:cubicBezTo>
                    <a:pt x="26474" y="36050"/>
                    <a:pt x="27114" y="35969"/>
                    <a:pt x="27793" y="35806"/>
                  </a:cubicBezTo>
                  <a:cubicBezTo>
                    <a:pt x="28473" y="35615"/>
                    <a:pt x="29250" y="35276"/>
                    <a:pt x="30125" y="34787"/>
                  </a:cubicBezTo>
                  <a:cubicBezTo>
                    <a:pt x="31023" y="34266"/>
                    <a:pt x="31867" y="33624"/>
                    <a:pt x="32658" y="32861"/>
                  </a:cubicBezTo>
                  <a:cubicBezTo>
                    <a:pt x="33477" y="32074"/>
                    <a:pt x="34280" y="31013"/>
                    <a:pt x="35066" y="29678"/>
                  </a:cubicBezTo>
                  <a:cubicBezTo>
                    <a:pt x="35857" y="28342"/>
                    <a:pt x="36511" y="26816"/>
                    <a:pt x="37028" y="25099"/>
                  </a:cubicBezTo>
                  <a:cubicBezTo>
                    <a:pt x="37195" y="24499"/>
                    <a:pt x="37551" y="24199"/>
                    <a:pt x="38095" y="24199"/>
                  </a:cubicBezTo>
                  <a:cubicBezTo>
                    <a:pt x="38775" y="24199"/>
                    <a:pt x="39114" y="24471"/>
                    <a:pt x="39114" y="25015"/>
                  </a:cubicBezTo>
                  <a:cubicBezTo>
                    <a:pt x="39114" y="25481"/>
                    <a:pt x="38924" y="26202"/>
                    <a:pt x="38542" y="27179"/>
                  </a:cubicBezTo>
                  <a:cubicBezTo>
                    <a:pt x="38188" y="28133"/>
                    <a:pt x="37616" y="29238"/>
                    <a:pt x="36825" y="30494"/>
                  </a:cubicBezTo>
                  <a:cubicBezTo>
                    <a:pt x="36062" y="31718"/>
                    <a:pt x="35178" y="32888"/>
                    <a:pt x="34173" y="34005"/>
                  </a:cubicBezTo>
                  <a:cubicBezTo>
                    <a:pt x="33163" y="35099"/>
                    <a:pt x="31909" y="36027"/>
                    <a:pt x="30411" y="36790"/>
                  </a:cubicBezTo>
                  <a:cubicBezTo>
                    <a:pt x="28912" y="37549"/>
                    <a:pt x="27344" y="37928"/>
                    <a:pt x="25706" y="37928"/>
                  </a:cubicBezTo>
                  <a:cubicBezTo>
                    <a:pt x="23366" y="37928"/>
                    <a:pt x="21418" y="37302"/>
                    <a:pt x="19864" y="36050"/>
                  </a:cubicBezTo>
                  <a:cubicBezTo>
                    <a:pt x="18310" y="34799"/>
                    <a:pt x="17247" y="33300"/>
                    <a:pt x="16675" y="31555"/>
                  </a:cubicBezTo>
                  <a:cubicBezTo>
                    <a:pt x="16540" y="31802"/>
                    <a:pt x="16377" y="32088"/>
                    <a:pt x="16186" y="32414"/>
                  </a:cubicBezTo>
                  <a:cubicBezTo>
                    <a:pt x="15995" y="32740"/>
                    <a:pt x="15614" y="33270"/>
                    <a:pt x="15041" y="34005"/>
                  </a:cubicBezTo>
                  <a:cubicBezTo>
                    <a:pt x="14497" y="34717"/>
                    <a:pt x="13911" y="35345"/>
                    <a:pt x="13282" y="35890"/>
                  </a:cubicBezTo>
                  <a:cubicBezTo>
                    <a:pt x="12659" y="36406"/>
                    <a:pt x="11856" y="36869"/>
                    <a:pt x="10874" y="37279"/>
                  </a:cubicBezTo>
                  <a:cubicBezTo>
                    <a:pt x="9921" y="37711"/>
                    <a:pt x="8925" y="37928"/>
                    <a:pt x="7887" y="37928"/>
                  </a:cubicBezTo>
                  <a:cubicBezTo>
                    <a:pt x="6580" y="37928"/>
                    <a:pt x="5342" y="37737"/>
                    <a:pt x="4174" y="37356"/>
                  </a:cubicBezTo>
                  <a:cubicBezTo>
                    <a:pt x="3029" y="36979"/>
                    <a:pt x="2047" y="36353"/>
                    <a:pt x="1228" y="35478"/>
                  </a:cubicBezTo>
                  <a:cubicBezTo>
                    <a:pt x="409" y="34608"/>
                    <a:pt x="0" y="33572"/>
                    <a:pt x="0" y="32372"/>
                  </a:cubicBezTo>
                  <a:cubicBezTo>
                    <a:pt x="0" y="31037"/>
                    <a:pt x="451" y="29906"/>
                    <a:pt x="1354" y="28980"/>
                  </a:cubicBezTo>
                  <a:cubicBezTo>
                    <a:pt x="2280" y="28026"/>
                    <a:pt x="3369" y="27549"/>
                    <a:pt x="4621" y="27549"/>
                  </a:cubicBezTo>
                  <a:cubicBezTo>
                    <a:pt x="5412" y="27549"/>
                    <a:pt x="6119" y="27782"/>
                    <a:pt x="6742" y="28247"/>
                  </a:cubicBezTo>
                  <a:cubicBezTo>
                    <a:pt x="7399" y="28708"/>
                    <a:pt x="7727" y="29443"/>
                    <a:pt x="7727" y="30453"/>
                  </a:cubicBezTo>
                  <a:cubicBezTo>
                    <a:pt x="7727" y="31569"/>
                    <a:pt x="7345" y="32551"/>
                    <a:pt x="6582" y="33398"/>
                  </a:cubicBezTo>
                  <a:cubicBezTo>
                    <a:pt x="5819" y="34240"/>
                    <a:pt x="4893" y="34771"/>
                    <a:pt x="3804" y="34989"/>
                  </a:cubicBezTo>
                  <a:cubicBezTo>
                    <a:pt x="4921" y="35697"/>
                    <a:pt x="6310" y="36050"/>
                    <a:pt x="7971" y="36050"/>
                  </a:cubicBezTo>
                  <a:cubicBezTo>
                    <a:pt x="9772" y="36050"/>
                    <a:pt x="11379" y="35259"/>
                    <a:pt x="12794" y="33677"/>
                  </a:cubicBezTo>
                  <a:cubicBezTo>
                    <a:pt x="14213" y="32100"/>
                    <a:pt x="15262" y="29990"/>
                    <a:pt x="15942" y="27347"/>
                  </a:cubicBezTo>
                  <a:cubicBezTo>
                    <a:pt x="17631" y="21000"/>
                    <a:pt x="18803" y="16409"/>
                    <a:pt x="19460" y="13576"/>
                  </a:cubicBezTo>
                  <a:cubicBezTo>
                    <a:pt x="20111" y="10714"/>
                    <a:pt x="20437" y="8669"/>
                    <a:pt x="20437" y="7440"/>
                  </a:cubicBezTo>
                  <a:cubicBezTo>
                    <a:pt x="20437" y="6296"/>
                    <a:pt x="20288" y="5328"/>
                    <a:pt x="19990" y="4537"/>
                  </a:cubicBezTo>
                  <a:cubicBezTo>
                    <a:pt x="19688" y="3750"/>
                    <a:pt x="19278" y="3180"/>
                    <a:pt x="18762" y="2827"/>
                  </a:cubicBezTo>
                  <a:cubicBezTo>
                    <a:pt x="18273" y="2445"/>
                    <a:pt x="17796" y="2185"/>
                    <a:pt x="17331" y="2045"/>
                  </a:cubicBezTo>
                  <a:cubicBezTo>
                    <a:pt x="16893" y="1910"/>
                    <a:pt x="16430" y="1843"/>
                    <a:pt x="15942" y="1843"/>
                  </a:cubicBezTo>
                  <a:cubicBezTo>
                    <a:pt x="15123" y="1843"/>
                    <a:pt x="14250" y="2005"/>
                    <a:pt x="13324" y="2331"/>
                  </a:cubicBezTo>
                  <a:cubicBezTo>
                    <a:pt x="12426" y="2662"/>
                    <a:pt x="11433" y="3206"/>
                    <a:pt x="10344" y="3964"/>
                  </a:cubicBezTo>
                  <a:cubicBezTo>
                    <a:pt x="9278" y="4704"/>
                    <a:pt x="8243" y="5835"/>
                    <a:pt x="7238" y="7357"/>
                  </a:cubicBezTo>
                  <a:cubicBezTo>
                    <a:pt x="6228" y="8883"/>
                    <a:pt x="5384" y="10695"/>
                    <a:pt x="4704" y="12794"/>
                  </a:cubicBezTo>
                  <a:cubicBezTo>
                    <a:pt x="4565" y="13422"/>
                    <a:pt x="4197" y="13736"/>
                    <a:pt x="3602" y="13736"/>
                  </a:cubicBezTo>
                  <a:cubicBezTo>
                    <a:pt x="2945" y="13708"/>
                    <a:pt x="2617" y="13422"/>
                    <a:pt x="2617" y="12878"/>
                  </a:cubicBezTo>
                  <a:cubicBezTo>
                    <a:pt x="2617" y="12412"/>
                    <a:pt x="2794" y="11703"/>
                    <a:pt x="3148" y="10749"/>
                  </a:cubicBezTo>
                  <a:cubicBezTo>
                    <a:pt x="3529" y="9772"/>
                    <a:pt x="4102" y="8669"/>
                    <a:pt x="4865" y="7440"/>
                  </a:cubicBezTo>
                  <a:cubicBezTo>
                    <a:pt x="5656" y="6217"/>
                    <a:pt x="6556" y="5058"/>
                    <a:pt x="7566" y="3964"/>
                  </a:cubicBezTo>
                  <a:cubicBezTo>
                    <a:pt x="8599" y="2848"/>
                    <a:pt x="9865" y="1908"/>
                    <a:pt x="11363" y="1145"/>
                  </a:cubicBezTo>
                  <a:cubicBezTo>
                    <a:pt x="12889" y="382"/>
                    <a:pt x="14469" y="0"/>
                    <a:pt x="16102" y="0"/>
                  </a:cubicBezTo>
                  <a:cubicBezTo>
                    <a:pt x="16838" y="0"/>
                    <a:pt x="17561" y="84"/>
                    <a:pt x="18273" y="251"/>
                  </a:cubicBezTo>
                  <a:cubicBezTo>
                    <a:pt x="19008" y="386"/>
                    <a:pt x="19811" y="658"/>
                    <a:pt x="20681" y="1068"/>
                  </a:cubicBezTo>
                  <a:cubicBezTo>
                    <a:pt x="21579" y="1477"/>
                    <a:pt x="22424" y="2131"/>
                    <a:pt x="23215" y="3029"/>
                  </a:cubicBezTo>
                  <a:cubicBezTo>
                    <a:pt x="24006" y="3927"/>
                    <a:pt x="24645" y="5030"/>
                    <a:pt x="25134" y="6338"/>
                  </a:cubicBezTo>
                  <a:cubicBezTo>
                    <a:pt x="25464" y="5709"/>
                    <a:pt x="25846" y="5098"/>
                    <a:pt x="26279" y="4502"/>
                  </a:cubicBezTo>
                  <a:cubicBezTo>
                    <a:pt x="26744" y="3902"/>
                    <a:pt x="27330" y="3234"/>
                    <a:pt x="28038" y="2499"/>
                  </a:cubicBezTo>
                  <a:cubicBezTo>
                    <a:pt x="28773" y="1736"/>
                    <a:pt x="29645" y="1135"/>
                    <a:pt x="30655" y="698"/>
                  </a:cubicBezTo>
                  <a:cubicBezTo>
                    <a:pt x="31688" y="233"/>
                    <a:pt x="32777" y="0"/>
                    <a:pt x="33921" y="0"/>
                  </a:cubicBezTo>
                  <a:cubicBezTo>
                    <a:pt x="35043" y="0"/>
                    <a:pt x="36148" y="151"/>
                    <a:pt x="37237" y="454"/>
                  </a:cubicBezTo>
                  <a:cubicBezTo>
                    <a:pt x="38326" y="724"/>
                    <a:pt x="39333" y="1310"/>
                    <a:pt x="40259" y="2213"/>
                  </a:cubicBezTo>
                  <a:cubicBezTo>
                    <a:pt x="41213" y="3083"/>
                    <a:pt x="41690" y="4185"/>
                    <a:pt x="41690" y="5521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2" name="Freeform 2811">
              <a:extLst>
                <a:ext uri="{FF2B5EF4-FFF2-40B4-BE49-F238E27FC236}">
                  <a16:creationId xmlns:a16="http://schemas.microsoft.com/office/drawing/2014/main" id="{D7BF738D-CC7E-56EF-FF4A-540E0275E561}"/>
                </a:ext>
              </a:extLst>
            </p:cNvPr>
            <p:cNvSpPr/>
            <p:nvPr/>
          </p:nvSpPr>
          <p:spPr>
            <a:xfrm>
              <a:off x="3576590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3" name="Freeform 2812">
              <a:extLst>
                <a:ext uri="{FF2B5EF4-FFF2-40B4-BE49-F238E27FC236}">
                  <a16:creationId xmlns:a16="http://schemas.microsoft.com/office/drawing/2014/main" id="{DAA3D18A-8B27-4B39-62AD-A5D8465E4530}"/>
                </a:ext>
              </a:extLst>
            </p:cNvPr>
            <p:cNvSpPr/>
            <p:nvPr/>
          </p:nvSpPr>
          <p:spPr>
            <a:xfrm>
              <a:off x="3576590" y="2688855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4" name="Freeform 2813">
              <a:extLst>
                <a:ext uri="{FF2B5EF4-FFF2-40B4-BE49-F238E27FC236}">
                  <a16:creationId xmlns:a16="http://schemas.microsoft.com/office/drawing/2014/main" id="{71202D67-A8C3-2684-3A6A-1910B1D982F7}"/>
                </a:ext>
              </a:extLst>
            </p:cNvPr>
            <p:cNvSpPr/>
            <p:nvPr/>
          </p:nvSpPr>
          <p:spPr>
            <a:xfrm>
              <a:off x="3576590" y="2439744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5" name="Freeform 2814">
              <a:extLst>
                <a:ext uri="{FF2B5EF4-FFF2-40B4-BE49-F238E27FC236}">
                  <a16:creationId xmlns:a16="http://schemas.microsoft.com/office/drawing/2014/main" id="{994E39CE-B4D9-B46A-EF0B-50978F35F9F8}"/>
                </a:ext>
              </a:extLst>
            </p:cNvPr>
            <p:cNvSpPr/>
            <p:nvPr/>
          </p:nvSpPr>
          <p:spPr>
            <a:xfrm>
              <a:off x="3576590" y="2190634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6" name="Freeform 2815">
              <a:extLst>
                <a:ext uri="{FF2B5EF4-FFF2-40B4-BE49-F238E27FC236}">
                  <a16:creationId xmlns:a16="http://schemas.microsoft.com/office/drawing/2014/main" id="{969E4BFC-7EB0-8BA5-D49B-97AD83A09B9D}"/>
                </a:ext>
              </a:extLst>
            </p:cNvPr>
            <p:cNvSpPr/>
            <p:nvPr/>
          </p:nvSpPr>
          <p:spPr>
            <a:xfrm>
              <a:off x="3576590" y="1941522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7" name="Freeform 2816">
              <a:extLst>
                <a:ext uri="{FF2B5EF4-FFF2-40B4-BE49-F238E27FC236}">
                  <a16:creationId xmlns:a16="http://schemas.microsoft.com/office/drawing/2014/main" id="{F7FBE57A-9753-1207-7C7D-91F270F4EEA6}"/>
                </a:ext>
              </a:extLst>
            </p:cNvPr>
            <p:cNvSpPr/>
            <p:nvPr/>
          </p:nvSpPr>
          <p:spPr>
            <a:xfrm>
              <a:off x="3442914" y="2660734"/>
              <a:ext cx="37516" cy="56312"/>
            </a:xfrm>
            <a:custGeom>
              <a:avLst/>
              <a:gdLst>
                <a:gd name="csX0" fmla="*/ 18758 w 37516"/>
                <a:gd name="csY0" fmla="*/ 5821 h 56312"/>
                <a:gd name="csX1" fmla="*/ 10215 w 37516"/>
                <a:gd name="csY1" fmla="*/ 11419 h 56312"/>
                <a:gd name="csX2" fmla="*/ 7380 w 37516"/>
                <a:gd name="csY2" fmla="*/ 28177 h 56312"/>
                <a:gd name="csX3" fmla="*/ 10215 w 37516"/>
                <a:gd name="csY3" fmla="*/ 44935 h 56312"/>
                <a:gd name="csX4" fmla="*/ 18758 w 37516"/>
                <a:gd name="csY4" fmla="*/ 50498 h 56312"/>
                <a:gd name="csX5" fmla="*/ 27301 w 37516"/>
                <a:gd name="csY5" fmla="*/ 44935 h 56312"/>
                <a:gd name="csX6" fmla="*/ 30173 w 37516"/>
                <a:gd name="csY6" fmla="*/ 28177 h 56312"/>
                <a:gd name="csX7" fmla="*/ 27301 w 37516"/>
                <a:gd name="csY7" fmla="*/ 11419 h 56312"/>
                <a:gd name="csX8" fmla="*/ 18758 w 37516"/>
                <a:gd name="csY8" fmla="*/ 5821 h 56312"/>
                <a:gd name="csX9" fmla="*/ 18758 w 37516"/>
                <a:gd name="csY9" fmla="*/ 0 h 56312"/>
                <a:gd name="csX10" fmla="*/ 32681 w 37516"/>
                <a:gd name="csY10" fmla="*/ 7238 h 56312"/>
                <a:gd name="csX11" fmla="*/ 37516 w 37516"/>
                <a:gd name="csY11" fmla="*/ 28177 h 56312"/>
                <a:gd name="csX12" fmla="*/ 32681 w 37516"/>
                <a:gd name="csY12" fmla="*/ 49116 h 56312"/>
                <a:gd name="csX13" fmla="*/ 18758 w 37516"/>
                <a:gd name="csY13" fmla="*/ 56312 h 56312"/>
                <a:gd name="csX14" fmla="*/ 4798 w 37516"/>
                <a:gd name="csY14" fmla="*/ 49116 h 56312"/>
                <a:gd name="csX15" fmla="*/ 0 w 37516"/>
                <a:gd name="csY15" fmla="*/ 28177 h 56312"/>
                <a:gd name="csX16" fmla="*/ 4798 w 37516"/>
                <a:gd name="csY16" fmla="*/ 7238 h 56312"/>
                <a:gd name="csX17" fmla="*/ 18758 w 37516"/>
                <a:gd name="csY17" fmla="*/ 0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6" h="56312">
                  <a:moveTo>
                    <a:pt x="18758" y="5821"/>
                  </a:moveTo>
                  <a:cubicBezTo>
                    <a:pt x="14977" y="5821"/>
                    <a:pt x="12130" y="7687"/>
                    <a:pt x="10215" y="11419"/>
                  </a:cubicBezTo>
                  <a:cubicBezTo>
                    <a:pt x="8325" y="15127"/>
                    <a:pt x="7380" y="20713"/>
                    <a:pt x="7380" y="28177"/>
                  </a:cubicBezTo>
                  <a:cubicBezTo>
                    <a:pt x="7380" y="35618"/>
                    <a:pt x="8325" y="41204"/>
                    <a:pt x="10215" y="44935"/>
                  </a:cubicBezTo>
                  <a:cubicBezTo>
                    <a:pt x="12130" y="48644"/>
                    <a:pt x="14977" y="50498"/>
                    <a:pt x="18758" y="50498"/>
                  </a:cubicBezTo>
                  <a:cubicBezTo>
                    <a:pt x="22563" y="50498"/>
                    <a:pt x="25410" y="48644"/>
                    <a:pt x="27301" y="44935"/>
                  </a:cubicBezTo>
                  <a:cubicBezTo>
                    <a:pt x="29215" y="41204"/>
                    <a:pt x="30173" y="35618"/>
                    <a:pt x="30173" y="28177"/>
                  </a:cubicBezTo>
                  <a:cubicBezTo>
                    <a:pt x="30173" y="20713"/>
                    <a:pt x="29215" y="15127"/>
                    <a:pt x="27301" y="11419"/>
                  </a:cubicBezTo>
                  <a:cubicBezTo>
                    <a:pt x="25410" y="7687"/>
                    <a:pt x="22563" y="5821"/>
                    <a:pt x="18758" y="5821"/>
                  </a:cubicBezTo>
                  <a:moveTo>
                    <a:pt x="18758" y="0"/>
                  </a:moveTo>
                  <a:cubicBezTo>
                    <a:pt x="24841" y="0"/>
                    <a:pt x="29482" y="2413"/>
                    <a:pt x="32681" y="7238"/>
                  </a:cubicBezTo>
                  <a:cubicBezTo>
                    <a:pt x="35904" y="12035"/>
                    <a:pt x="37516" y="19015"/>
                    <a:pt x="37516" y="28177"/>
                  </a:cubicBezTo>
                  <a:cubicBezTo>
                    <a:pt x="37516" y="37311"/>
                    <a:pt x="35904" y="44291"/>
                    <a:pt x="32681" y="49116"/>
                  </a:cubicBezTo>
                  <a:cubicBezTo>
                    <a:pt x="29482" y="53914"/>
                    <a:pt x="24841" y="56312"/>
                    <a:pt x="18758" y="56312"/>
                  </a:cubicBezTo>
                  <a:cubicBezTo>
                    <a:pt x="12675" y="56312"/>
                    <a:pt x="8022" y="53914"/>
                    <a:pt x="4798" y="49116"/>
                  </a:cubicBezTo>
                  <a:cubicBezTo>
                    <a:pt x="1599" y="44291"/>
                    <a:pt x="0" y="37311"/>
                    <a:pt x="0" y="28177"/>
                  </a:cubicBezTo>
                  <a:cubicBezTo>
                    <a:pt x="0" y="19015"/>
                    <a:pt x="1599" y="12035"/>
                    <a:pt x="4798" y="7238"/>
                  </a:cubicBezTo>
                  <a:cubicBezTo>
                    <a:pt x="8022" y="2413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C6EBF8B5-D9BA-B10A-E005-B5D157DA56DE}"/>
                </a:ext>
              </a:extLst>
            </p:cNvPr>
            <p:cNvSpPr/>
            <p:nvPr/>
          </p:nvSpPr>
          <p:spPr>
            <a:xfrm>
              <a:off x="3493335" y="2706758"/>
              <a:ext cx="7670" cy="9234"/>
            </a:xfrm>
            <a:custGeom>
              <a:avLst/>
              <a:gdLst>
                <a:gd name="csX0" fmla="*/ 0 w 7670"/>
                <a:gd name="csY0" fmla="*/ 0 h 9234"/>
                <a:gd name="csX1" fmla="*/ 7671 w 7670"/>
                <a:gd name="csY1" fmla="*/ 0 h 9234"/>
                <a:gd name="csX2" fmla="*/ 7671 w 7670"/>
                <a:gd name="csY2" fmla="*/ 9234 h 9234"/>
                <a:gd name="csX3" fmla="*/ 0 w 7670"/>
                <a:gd name="csY3" fmla="*/ 9234 h 9234"/>
                <a:gd name="csX4" fmla="*/ 0 w 7670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4">
                  <a:moveTo>
                    <a:pt x="0" y="0"/>
                  </a:moveTo>
                  <a:lnTo>
                    <a:pt x="7671" y="0"/>
                  </a:lnTo>
                  <a:lnTo>
                    <a:pt x="7671" y="9234"/>
                  </a:lnTo>
                  <a:lnTo>
                    <a:pt x="0" y="9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84DDA455-4345-7AEC-0A41-FCC034B3E113}"/>
                </a:ext>
              </a:extLst>
            </p:cNvPr>
            <p:cNvSpPr/>
            <p:nvPr/>
          </p:nvSpPr>
          <p:spPr>
            <a:xfrm>
              <a:off x="3513947" y="2660734"/>
              <a:ext cx="37516" cy="56312"/>
            </a:xfrm>
            <a:custGeom>
              <a:avLst/>
              <a:gdLst>
                <a:gd name="csX0" fmla="*/ 18758 w 37516"/>
                <a:gd name="csY0" fmla="*/ 5821 h 56312"/>
                <a:gd name="csX1" fmla="*/ 10215 w 37516"/>
                <a:gd name="csY1" fmla="*/ 11419 h 56312"/>
                <a:gd name="csX2" fmla="*/ 7380 w 37516"/>
                <a:gd name="csY2" fmla="*/ 28177 h 56312"/>
                <a:gd name="csX3" fmla="*/ 10215 w 37516"/>
                <a:gd name="csY3" fmla="*/ 44935 h 56312"/>
                <a:gd name="csX4" fmla="*/ 18758 w 37516"/>
                <a:gd name="csY4" fmla="*/ 50498 h 56312"/>
                <a:gd name="csX5" fmla="*/ 27301 w 37516"/>
                <a:gd name="csY5" fmla="*/ 44935 h 56312"/>
                <a:gd name="csX6" fmla="*/ 30173 w 37516"/>
                <a:gd name="csY6" fmla="*/ 28177 h 56312"/>
                <a:gd name="csX7" fmla="*/ 27301 w 37516"/>
                <a:gd name="csY7" fmla="*/ 11419 h 56312"/>
                <a:gd name="csX8" fmla="*/ 18758 w 37516"/>
                <a:gd name="csY8" fmla="*/ 5821 h 56312"/>
                <a:gd name="csX9" fmla="*/ 18758 w 37516"/>
                <a:gd name="csY9" fmla="*/ 0 h 56312"/>
                <a:gd name="csX10" fmla="*/ 32681 w 37516"/>
                <a:gd name="csY10" fmla="*/ 7238 h 56312"/>
                <a:gd name="csX11" fmla="*/ 37516 w 37516"/>
                <a:gd name="csY11" fmla="*/ 28177 h 56312"/>
                <a:gd name="csX12" fmla="*/ 32681 w 37516"/>
                <a:gd name="csY12" fmla="*/ 49116 h 56312"/>
                <a:gd name="csX13" fmla="*/ 18758 w 37516"/>
                <a:gd name="csY13" fmla="*/ 56312 h 56312"/>
                <a:gd name="csX14" fmla="*/ 4799 w 37516"/>
                <a:gd name="csY14" fmla="*/ 49116 h 56312"/>
                <a:gd name="csX15" fmla="*/ 0 w 37516"/>
                <a:gd name="csY15" fmla="*/ 28177 h 56312"/>
                <a:gd name="csX16" fmla="*/ 4799 w 37516"/>
                <a:gd name="csY16" fmla="*/ 7238 h 56312"/>
                <a:gd name="csX17" fmla="*/ 18758 w 37516"/>
                <a:gd name="csY17" fmla="*/ 0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6" h="56312">
                  <a:moveTo>
                    <a:pt x="18758" y="5821"/>
                  </a:moveTo>
                  <a:cubicBezTo>
                    <a:pt x="14977" y="5821"/>
                    <a:pt x="12130" y="7687"/>
                    <a:pt x="10215" y="11419"/>
                  </a:cubicBezTo>
                  <a:cubicBezTo>
                    <a:pt x="8325" y="15127"/>
                    <a:pt x="7380" y="20713"/>
                    <a:pt x="7380" y="28177"/>
                  </a:cubicBezTo>
                  <a:cubicBezTo>
                    <a:pt x="7380" y="35618"/>
                    <a:pt x="8325" y="41204"/>
                    <a:pt x="10215" y="44935"/>
                  </a:cubicBezTo>
                  <a:cubicBezTo>
                    <a:pt x="12130" y="48644"/>
                    <a:pt x="14977" y="50498"/>
                    <a:pt x="18758" y="50498"/>
                  </a:cubicBezTo>
                  <a:cubicBezTo>
                    <a:pt x="22563" y="50498"/>
                    <a:pt x="25411" y="48644"/>
                    <a:pt x="27301" y="44935"/>
                  </a:cubicBezTo>
                  <a:cubicBezTo>
                    <a:pt x="29216" y="41204"/>
                    <a:pt x="30173" y="35618"/>
                    <a:pt x="30173" y="28177"/>
                  </a:cubicBezTo>
                  <a:cubicBezTo>
                    <a:pt x="30173" y="20713"/>
                    <a:pt x="29216" y="15127"/>
                    <a:pt x="27301" y="11419"/>
                  </a:cubicBezTo>
                  <a:cubicBezTo>
                    <a:pt x="25411" y="7687"/>
                    <a:pt x="22563" y="5821"/>
                    <a:pt x="18758" y="5821"/>
                  </a:cubicBezTo>
                  <a:moveTo>
                    <a:pt x="18758" y="0"/>
                  </a:moveTo>
                  <a:cubicBezTo>
                    <a:pt x="24841" y="0"/>
                    <a:pt x="29482" y="2413"/>
                    <a:pt x="32681" y="7238"/>
                  </a:cubicBezTo>
                  <a:cubicBezTo>
                    <a:pt x="35904" y="12035"/>
                    <a:pt x="37516" y="19015"/>
                    <a:pt x="37516" y="28177"/>
                  </a:cubicBezTo>
                  <a:cubicBezTo>
                    <a:pt x="37516" y="37311"/>
                    <a:pt x="35904" y="44291"/>
                    <a:pt x="32681" y="49116"/>
                  </a:cubicBezTo>
                  <a:cubicBezTo>
                    <a:pt x="29482" y="53914"/>
                    <a:pt x="24841" y="56312"/>
                    <a:pt x="18758" y="56312"/>
                  </a:cubicBezTo>
                  <a:cubicBezTo>
                    <a:pt x="12675" y="56312"/>
                    <a:pt x="8022" y="53914"/>
                    <a:pt x="4799" y="49116"/>
                  </a:cubicBezTo>
                  <a:cubicBezTo>
                    <a:pt x="1600" y="44291"/>
                    <a:pt x="0" y="37311"/>
                    <a:pt x="0" y="28177"/>
                  </a:cubicBezTo>
                  <a:cubicBezTo>
                    <a:pt x="0" y="19015"/>
                    <a:pt x="1600" y="12035"/>
                    <a:pt x="4799" y="7238"/>
                  </a:cubicBezTo>
                  <a:cubicBezTo>
                    <a:pt x="8022" y="2413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660E1AAE-56A7-815C-B1CD-ACAE2E1BE942}"/>
                </a:ext>
              </a:extLst>
            </p:cNvPr>
            <p:cNvSpPr/>
            <p:nvPr/>
          </p:nvSpPr>
          <p:spPr>
            <a:xfrm>
              <a:off x="3445422" y="2411625"/>
              <a:ext cx="37515" cy="56307"/>
            </a:xfrm>
            <a:custGeom>
              <a:avLst/>
              <a:gdLst>
                <a:gd name="csX0" fmla="*/ 18758 w 37515"/>
                <a:gd name="csY0" fmla="*/ 5817 h 56307"/>
                <a:gd name="csX1" fmla="*/ 10215 w 37515"/>
                <a:gd name="csY1" fmla="*/ 11415 h 56307"/>
                <a:gd name="csX2" fmla="*/ 7380 w 37515"/>
                <a:gd name="csY2" fmla="*/ 28174 h 56307"/>
                <a:gd name="csX3" fmla="*/ 10215 w 37515"/>
                <a:gd name="csY3" fmla="*/ 44931 h 56307"/>
                <a:gd name="csX4" fmla="*/ 18758 w 37515"/>
                <a:gd name="csY4" fmla="*/ 50493 h 56307"/>
                <a:gd name="csX5" fmla="*/ 27301 w 37515"/>
                <a:gd name="csY5" fmla="*/ 44931 h 56307"/>
                <a:gd name="csX6" fmla="*/ 30173 w 37515"/>
                <a:gd name="csY6" fmla="*/ 28174 h 56307"/>
                <a:gd name="csX7" fmla="*/ 27301 w 37515"/>
                <a:gd name="csY7" fmla="*/ 11415 h 56307"/>
                <a:gd name="csX8" fmla="*/ 18758 w 37515"/>
                <a:gd name="csY8" fmla="*/ 5817 h 56307"/>
                <a:gd name="csX9" fmla="*/ 18758 w 37515"/>
                <a:gd name="csY9" fmla="*/ 0 h 56307"/>
                <a:gd name="csX10" fmla="*/ 32681 w 37515"/>
                <a:gd name="csY10" fmla="*/ 7234 h 56307"/>
                <a:gd name="csX11" fmla="*/ 37516 w 37515"/>
                <a:gd name="csY11" fmla="*/ 28174 h 56307"/>
                <a:gd name="csX12" fmla="*/ 32681 w 37515"/>
                <a:gd name="csY12" fmla="*/ 49112 h 56307"/>
                <a:gd name="csX13" fmla="*/ 18758 w 37515"/>
                <a:gd name="csY13" fmla="*/ 56308 h 56307"/>
                <a:gd name="csX14" fmla="*/ 4799 w 37515"/>
                <a:gd name="csY14" fmla="*/ 49112 h 56307"/>
                <a:gd name="csX15" fmla="*/ 0 w 37515"/>
                <a:gd name="csY15" fmla="*/ 28174 h 56307"/>
                <a:gd name="csX16" fmla="*/ 4799 w 37515"/>
                <a:gd name="csY16" fmla="*/ 7234 h 56307"/>
                <a:gd name="csX17" fmla="*/ 18758 w 37515"/>
                <a:gd name="csY17" fmla="*/ 0 h 5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07">
                  <a:moveTo>
                    <a:pt x="18758" y="5817"/>
                  </a:moveTo>
                  <a:cubicBezTo>
                    <a:pt x="14977" y="5817"/>
                    <a:pt x="12130" y="7683"/>
                    <a:pt x="10215" y="11415"/>
                  </a:cubicBezTo>
                  <a:cubicBezTo>
                    <a:pt x="8325" y="15123"/>
                    <a:pt x="7380" y="20709"/>
                    <a:pt x="7380" y="28174"/>
                  </a:cubicBezTo>
                  <a:cubicBezTo>
                    <a:pt x="7380" y="35613"/>
                    <a:pt x="8325" y="41199"/>
                    <a:pt x="10215" y="44931"/>
                  </a:cubicBezTo>
                  <a:cubicBezTo>
                    <a:pt x="12130" y="48639"/>
                    <a:pt x="14977" y="50493"/>
                    <a:pt x="18758" y="50493"/>
                  </a:cubicBezTo>
                  <a:cubicBezTo>
                    <a:pt x="22563" y="50493"/>
                    <a:pt x="25410" y="48639"/>
                    <a:pt x="27301" y="44931"/>
                  </a:cubicBezTo>
                  <a:cubicBezTo>
                    <a:pt x="29215" y="41199"/>
                    <a:pt x="30173" y="35613"/>
                    <a:pt x="30173" y="28174"/>
                  </a:cubicBezTo>
                  <a:cubicBezTo>
                    <a:pt x="30173" y="20709"/>
                    <a:pt x="29215" y="15123"/>
                    <a:pt x="27301" y="11415"/>
                  </a:cubicBezTo>
                  <a:cubicBezTo>
                    <a:pt x="25410" y="7683"/>
                    <a:pt x="22563" y="5817"/>
                    <a:pt x="18758" y="5817"/>
                  </a:cubicBezTo>
                  <a:moveTo>
                    <a:pt x="18758" y="0"/>
                  </a:moveTo>
                  <a:cubicBezTo>
                    <a:pt x="24841" y="0"/>
                    <a:pt x="29482" y="2412"/>
                    <a:pt x="32681" y="7234"/>
                  </a:cubicBezTo>
                  <a:cubicBezTo>
                    <a:pt x="35904" y="12033"/>
                    <a:pt x="37516" y="19013"/>
                    <a:pt x="37516" y="28174"/>
                  </a:cubicBezTo>
                  <a:cubicBezTo>
                    <a:pt x="37516" y="37312"/>
                    <a:pt x="35904" y="44291"/>
                    <a:pt x="32681" y="49112"/>
                  </a:cubicBezTo>
                  <a:cubicBezTo>
                    <a:pt x="29482" y="53909"/>
                    <a:pt x="24841" y="56308"/>
                    <a:pt x="18758" y="56308"/>
                  </a:cubicBezTo>
                  <a:cubicBezTo>
                    <a:pt x="12675" y="56308"/>
                    <a:pt x="8022" y="53909"/>
                    <a:pt x="4799" y="49112"/>
                  </a:cubicBezTo>
                  <a:cubicBezTo>
                    <a:pt x="1600" y="44291"/>
                    <a:pt x="0" y="37312"/>
                    <a:pt x="0" y="28174"/>
                  </a:cubicBezTo>
                  <a:cubicBezTo>
                    <a:pt x="0" y="19013"/>
                    <a:pt x="1600" y="12033"/>
                    <a:pt x="4799" y="7234"/>
                  </a:cubicBezTo>
                  <a:cubicBezTo>
                    <a:pt x="8022" y="2412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67707166-3BCD-E5FA-FFBD-34EFB6149A6C}"/>
                </a:ext>
              </a:extLst>
            </p:cNvPr>
            <p:cNvSpPr/>
            <p:nvPr/>
          </p:nvSpPr>
          <p:spPr>
            <a:xfrm>
              <a:off x="3495844" y="2457645"/>
              <a:ext cx="7670" cy="9234"/>
            </a:xfrm>
            <a:custGeom>
              <a:avLst/>
              <a:gdLst>
                <a:gd name="csX0" fmla="*/ 0 w 7670"/>
                <a:gd name="csY0" fmla="*/ 0 h 9234"/>
                <a:gd name="csX1" fmla="*/ 7670 w 7670"/>
                <a:gd name="csY1" fmla="*/ 0 h 9234"/>
                <a:gd name="csX2" fmla="*/ 7670 w 7670"/>
                <a:gd name="csY2" fmla="*/ 9234 h 9234"/>
                <a:gd name="csX3" fmla="*/ 0 w 7670"/>
                <a:gd name="csY3" fmla="*/ 9234 h 9234"/>
                <a:gd name="csX4" fmla="*/ 0 w 7670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4">
                  <a:moveTo>
                    <a:pt x="0" y="0"/>
                  </a:moveTo>
                  <a:lnTo>
                    <a:pt x="7670" y="0"/>
                  </a:lnTo>
                  <a:lnTo>
                    <a:pt x="7670" y="9234"/>
                  </a:lnTo>
                  <a:lnTo>
                    <a:pt x="0" y="9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B57C8ECA-ED9B-6480-4DC6-CAF4B7C170E8}"/>
                </a:ext>
              </a:extLst>
            </p:cNvPr>
            <p:cNvSpPr/>
            <p:nvPr/>
          </p:nvSpPr>
          <p:spPr>
            <a:xfrm>
              <a:off x="3517001" y="2411625"/>
              <a:ext cx="34462" cy="55253"/>
            </a:xfrm>
            <a:custGeom>
              <a:avLst/>
              <a:gdLst>
                <a:gd name="csX0" fmla="*/ 8834 w 34462"/>
                <a:gd name="csY0" fmla="*/ 49077 h 55253"/>
                <a:gd name="csX1" fmla="*/ 34462 w 34462"/>
                <a:gd name="csY1" fmla="*/ 49077 h 55253"/>
                <a:gd name="csX2" fmla="*/ 34462 w 34462"/>
                <a:gd name="csY2" fmla="*/ 55254 h 55253"/>
                <a:gd name="csX3" fmla="*/ 0 w 34462"/>
                <a:gd name="csY3" fmla="*/ 55254 h 55253"/>
                <a:gd name="csX4" fmla="*/ 0 w 34462"/>
                <a:gd name="csY4" fmla="*/ 49077 h 55253"/>
                <a:gd name="csX5" fmla="*/ 11378 w 34462"/>
                <a:gd name="csY5" fmla="*/ 37480 h 55253"/>
                <a:gd name="csX6" fmla="*/ 20467 w 34462"/>
                <a:gd name="csY6" fmla="*/ 28065 h 55253"/>
                <a:gd name="csX7" fmla="*/ 25374 w 34462"/>
                <a:gd name="csY7" fmla="*/ 21375 h 55253"/>
                <a:gd name="csX8" fmla="*/ 26792 w 34462"/>
                <a:gd name="csY8" fmla="*/ 15959 h 55253"/>
                <a:gd name="csX9" fmla="*/ 23738 w 34462"/>
                <a:gd name="csY9" fmla="*/ 8907 h 55253"/>
                <a:gd name="csX10" fmla="*/ 15850 w 34462"/>
                <a:gd name="csY10" fmla="*/ 6181 h 55253"/>
                <a:gd name="csX11" fmla="*/ 8543 w 34462"/>
                <a:gd name="csY11" fmla="*/ 7380 h 55253"/>
                <a:gd name="csX12" fmla="*/ 364 w 34462"/>
                <a:gd name="csY12" fmla="*/ 11015 h 55253"/>
                <a:gd name="csX13" fmla="*/ 364 w 34462"/>
                <a:gd name="csY13" fmla="*/ 3599 h 55253"/>
                <a:gd name="csX14" fmla="*/ 8652 w 34462"/>
                <a:gd name="csY14" fmla="*/ 909 h 55253"/>
                <a:gd name="csX15" fmla="*/ 15704 w 34462"/>
                <a:gd name="csY15" fmla="*/ 0 h 55253"/>
                <a:gd name="csX16" fmla="*/ 29155 w 34462"/>
                <a:gd name="csY16" fmla="*/ 4217 h 55253"/>
                <a:gd name="csX17" fmla="*/ 34171 w 34462"/>
                <a:gd name="csY17" fmla="*/ 15487 h 55253"/>
                <a:gd name="csX18" fmla="*/ 32899 w 34462"/>
                <a:gd name="csY18" fmla="*/ 21848 h 55253"/>
                <a:gd name="csX19" fmla="*/ 28355 w 34462"/>
                <a:gd name="csY19" fmla="*/ 28900 h 55253"/>
                <a:gd name="csX20" fmla="*/ 22575 w 34462"/>
                <a:gd name="csY20" fmla="*/ 35008 h 55253"/>
                <a:gd name="csX21" fmla="*/ 8834 w 34462"/>
                <a:gd name="csY21" fmla="*/ 49077 h 55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462" h="55253">
                  <a:moveTo>
                    <a:pt x="8834" y="49077"/>
                  </a:moveTo>
                  <a:lnTo>
                    <a:pt x="34462" y="49077"/>
                  </a:lnTo>
                  <a:lnTo>
                    <a:pt x="34462" y="55254"/>
                  </a:lnTo>
                  <a:lnTo>
                    <a:pt x="0" y="55254"/>
                  </a:lnTo>
                  <a:lnTo>
                    <a:pt x="0" y="49077"/>
                  </a:lnTo>
                  <a:cubicBezTo>
                    <a:pt x="2787" y="46192"/>
                    <a:pt x="6580" y="42326"/>
                    <a:pt x="11378" y="37480"/>
                  </a:cubicBezTo>
                  <a:cubicBezTo>
                    <a:pt x="16201" y="32608"/>
                    <a:pt x="19231" y="29470"/>
                    <a:pt x="20467" y="28065"/>
                  </a:cubicBezTo>
                  <a:cubicBezTo>
                    <a:pt x="22817" y="25423"/>
                    <a:pt x="24453" y="23193"/>
                    <a:pt x="25374" y="21375"/>
                  </a:cubicBezTo>
                  <a:cubicBezTo>
                    <a:pt x="26319" y="19534"/>
                    <a:pt x="26792" y="17728"/>
                    <a:pt x="26792" y="15959"/>
                  </a:cubicBezTo>
                  <a:cubicBezTo>
                    <a:pt x="26792" y="13075"/>
                    <a:pt x="25774" y="10724"/>
                    <a:pt x="23738" y="8907"/>
                  </a:cubicBezTo>
                  <a:cubicBezTo>
                    <a:pt x="21727" y="7089"/>
                    <a:pt x="19097" y="6181"/>
                    <a:pt x="15850" y="6181"/>
                  </a:cubicBezTo>
                  <a:cubicBezTo>
                    <a:pt x="13547" y="6181"/>
                    <a:pt x="11112" y="6580"/>
                    <a:pt x="8543" y="7380"/>
                  </a:cubicBezTo>
                  <a:cubicBezTo>
                    <a:pt x="5998" y="8180"/>
                    <a:pt x="3272" y="9391"/>
                    <a:pt x="364" y="11015"/>
                  </a:cubicBezTo>
                  <a:lnTo>
                    <a:pt x="364" y="3599"/>
                  </a:lnTo>
                  <a:cubicBezTo>
                    <a:pt x="3320" y="2412"/>
                    <a:pt x="6083" y="1515"/>
                    <a:pt x="8652" y="909"/>
                  </a:cubicBezTo>
                  <a:cubicBezTo>
                    <a:pt x="11221" y="303"/>
                    <a:pt x="13572" y="0"/>
                    <a:pt x="15704" y="0"/>
                  </a:cubicBezTo>
                  <a:cubicBezTo>
                    <a:pt x="21327" y="0"/>
                    <a:pt x="25810" y="1406"/>
                    <a:pt x="29155" y="4217"/>
                  </a:cubicBezTo>
                  <a:cubicBezTo>
                    <a:pt x="32499" y="7029"/>
                    <a:pt x="34171" y="10785"/>
                    <a:pt x="34171" y="15487"/>
                  </a:cubicBezTo>
                  <a:cubicBezTo>
                    <a:pt x="34171" y="17716"/>
                    <a:pt x="33747" y="19836"/>
                    <a:pt x="32899" y="21848"/>
                  </a:cubicBezTo>
                  <a:cubicBezTo>
                    <a:pt x="32075" y="23835"/>
                    <a:pt x="30560" y="26186"/>
                    <a:pt x="28355" y="28900"/>
                  </a:cubicBezTo>
                  <a:cubicBezTo>
                    <a:pt x="27749" y="29603"/>
                    <a:pt x="25823" y="31639"/>
                    <a:pt x="22575" y="35008"/>
                  </a:cubicBezTo>
                  <a:cubicBezTo>
                    <a:pt x="19328" y="38352"/>
                    <a:pt x="14747" y="43041"/>
                    <a:pt x="8834" y="49077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FB9345ED-5A16-BDBC-0B15-DBD3BD2FC84C}"/>
                </a:ext>
              </a:extLst>
            </p:cNvPr>
            <p:cNvSpPr/>
            <p:nvPr/>
          </p:nvSpPr>
          <p:spPr>
            <a:xfrm>
              <a:off x="3442151" y="2162514"/>
              <a:ext cx="37515" cy="56310"/>
            </a:xfrm>
            <a:custGeom>
              <a:avLst/>
              <a:gdLst>
                <a:gd name="csX0" fmla="*/ 18758 w 37515"/>
                <a:gd name="csY0" fmla="*/ 5817 h 56310"/>
                <a:gd name="csX1" fmla="*/ 10215 w 37515"/>
                <a:gd name="csY1" fmla="*/ 11415 h 56310"/>
                <a:gd name="csX2" fmla="*/ 7380 w 37515"/>
                <a:gd name="csY2" fmla="*/ 28174 h 56310"/>
                <a:gd name="csX3" fmla="*/ 10215 w 37515"/>
                <a:gd name="csY3" fmla="*/ 44932 h 56310"/>
                <a:gd name="csX4" fmla="*/ 18758 w 37515"/>
                <a:gd name="csY4" fmla="*/ 50494 h 56310"/>
                <a:gd name="csX5" fmla="*/ 27301 w 37515"/>
                <a:gd name="csY5" fmla="*/ 44932 h 56310"/>
                <a:gd name="csX6" fmla="*/ 30173 w 37515"/>
                <a:gd name="csY6" fmla="*/ 28174 h 56310"/>
                <a:gd name="csX7" fmla="*/ 27301 w 37515"/>
                <a:gd name="csY7" fmla="*/ 11415 h 56310"/>
                <a:gd name="csX8" fmla="*/ 18758 w 37515"/>
                <a:gd name="csY8" fmla="*/ 5817 h 56310"/>
                <a:gd name="csX9" fmla="*/ 18758 w 37515"/>
                <a:gd name="csY9" fmla="*/ 0 h 56310"/>
                <a:gd name="csX10" fmla="*/ 32681 w 37515"/>
                <a:gd name="csY10" fmla="*/ 7235 h 56310"/>
                <a:gd name="csX11" fmla="*/ 37516 w 37515"/>
                <a:gd name="csY11" fmla="*/ 28174 h 56310"/>
                <a:gd name="csX12" fmla="*/ 32681 w 37515"/>
                <a:gd name="csY12" fmla="*/ 49113 h 56310"/>
                <a:gd name="csX13" fmla="*/ 18758 w 37515"/>
                <a:gd name="csY13" fmla="*/ 56310 h 56310"/>
                <a:gd name="csX14" fmla="*/ 4799 w 37515"/>
                <a:gd name="csY14" fmla="*/ 49113 h 56310"/>
                <a:gd name="csX15" fmla="*/ 0 w 37515"/>
                <a:gd name="csY15" fmla="*/ 28174 h 56310"/>
                <a:gd name="csX16" fmla="*/ 4799 w 37515"/>
                <a:gd name="csY16" fmla="*/ 7235 h 56310"/>
                <a:gd name="csX17" fmla="*/ 18758 w 37515"/>
                <a:gd name="csY17" fmla="*/ 0 h 5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10">
                  <a:moveTo>
                    <a:pt x="18758" y="5817"/>
                  </a:moveTo>
                  <a:cubicBezTo>
                    <a:pt x="14977" y="5817"/>
                    <a:pt x="12130" y="7683"/>
                    <a:pt x="10215" y="11415"/>
                  </a:cubicBezTo>
                  <a:cubicBezTo>
                    <a:pt x="8325" y="15123"/>
                    <a:pt x="7380" y="20709"/>
                    <a:pt x="7380" y="28174"/>
                  </a:cubicBezTo>
                  <a:cubicBezTo>
                    <a:pt x="7380" y="35614"/>
                    <a:pt x="8325" y="41200"/>
                    <a:pt x="10215" y="44932"/>
                  </a:cubicBezTo>
                  <a:cubicBezTo>
                    <a:pt x="12130" y="48640"/>
                    <a:pt x="14977" y="50494"/>
                    <a:pt x="18758" y="50494"/>
                  </a:cubicBezTo>
                  <a:cubicBezTo>
                    <a:pt x="22563" y="50494"/>
                    <a:pt x="25410" y="48640"/>
                    <a:pt x="27301" y="44932"/>
                  </a:cubicBezTo>
                  <a:cubicBezTo>
                    <a:pt x="29215" y="41200"/>
                    <a:pt x="30173" y="35614"/>
                    <a:pt x="30173" y="28174"/>
                  </a:cubicBezTo>
                  <a:cubicBezTo>
                    <a:pt x="30173" y="20709"/>
                    <a:pt x="29215" y="15123"/>
                    <a:pt x="27301" y="11415"/>
                  </a:cubicBezTo>
                  <a:cubicBezTo>
                    <a:pt x="25410" y="7683"/>
                    <a:pt x="22563" y="5817"/>
                    <a:pt x="18758" y="5817"/>
                  </a:cubicBezTo>
                  <a:moveTo>
                    <a:pt x="18758" y="0"/>
                  </a:moveTo>
                  <a:cubicBezTo>
                    <a:pt x="24841" y="0"/>
                    <a:pt x="29482" y="2412"/>
                    <a:pt x="32681" y="7235"/>
                  </a:cubicBezTo>
                  <a:cubicBezTo>
                    <a:pt x="35904" y="12033"/>
                    <a:pt x="37516" y="19013"/>
                    <a:pt x="37516" y="28174"/>
                  </a:cubicBezTo>
                  <a:cubicBezTo>
                    <a:pt x="37516" y="37310"/>
                    <a:pt x="35904" y="44290"/>
                    <a:pt x="32681" y="49113"/>
                  </a:cubicBezTo>
                  <a:cubicBezTo>
                    <a:pt x="29482" y="53911"/>
                    <a:pt x="24841" y="56310"/>
                    <a:pt x="18758" y="56310"/>
                  </a:cubicBezTo>
                  <a:cubicBezTo>
                    <a:pt x="12675" y="56310"/>
                    <a:pt x="8022" y="53911"/>
                    <a:pt x="4799" y="49113"/>
                  </a:cubicBezTo>
                  <a:cubicBezTo>
                    <a:pt x="1600" y="44290"/>
                    <a:pt x="0" y="37310"/>
                    <a:pt x="0" y="28174"/>
                  </a:cubicBezTo>
                  <a:cubicBezTo>
                    <a:pt x="0" y="19013"/>
                    <a:pt x="1600" y="12033"/>
                    <a:pt x="4799" y="7235"/>
                  </a:cubicBezTo>
                  <a:cubicBezTo>
                    <a:pt x="8022" y="2412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A857F046-8399-F42E-CC9F-1E9B3EA9C798}"/>
                </a:ext>
              </a:extLst>
            </p:cNvPr>
            <p:cNvSpPr/>
            <p:nvPr/>
          </p:nvSpPr>
          <p:spPr>
            <a:xfrm>
              <a:off x="3492571" y="2208537"/>
              <a:ext cx="7670" cy="9234"/>
            </a:xfrm>
            <a:custGeom>
              <a:avLst/>
              <a:gdLst>
                <a:gd name="csX0" fmla="*/ 0 w 7670"/>
                <a:gd name="csY0" fmla="*/ 0 h 9234"/>
                <a:gd name="csX1" fmla="*/ 7671 w 7670"/>
                <a:gd name="csY1" fmla="*/ 0 h 9234"/>
                <a:gd name="csX2" fmla="*/ 7671 w 7670"/>
                <a:gd name="csY2" fmla="*/ 9234 h 9234"/>
                <a:gd name="csX3" fmla="*/ 0 w 7670"/>
                <a:gd name="csY3" fmla="*/ 9234 h 9234"/>
                <a:gd name="csX4" fmla="*/ 0 w 7670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4">
                  <a:moveTo>
                    <a:pt x="0" y="0"/>
                  </a:moveTo>
                  <a:lnTo>
                    <a:pt x="7671" y="0"/>
                  </a:lnTo>
                  <a:lnTo>
                    <a:pt x="7671" y="9234"/>
                  </a:lnTo>
                  <a:lnTo>
                    <a:pt x="0" y="9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18C32793-2650-BAD4-514F-BAC7BD3B278D}"/>
                </a:ext>
              </a:extLst>
            </p:cNvPr>
            <p:cNvSpPr/>
            <p:nvPr/>
          </p:nvSpPr>
          <p:spPr>
            <a:xfrm>
              <a:off x="3511912" y="2163496"/>
              <a:ext cx="39551" cy="54274"/>
            </a:xfrm>
            <a:custGeom>
              <a:avLst/>
              <a:gdLst>
                <a:gd name="csX0" fmla="*/ 24501 w 39551"/>
                <a:gd name="csY0" fmla="*/ 6398 h 54274"/>
                <a:gd name="csX1" fmla="*/ 5961 w 39551"/>
                <a:gd name="csY1" fmla="*/ 35370 h 54274"/>
                <a:gd name="csX2" fmla="*/ 24501 w 39551"/>
                <a:gd name="csY2" fmla="*/ 35370 h 54274"/>
                <a:gd name="csX3" fmla="*/ 24501 w 39551"/>
                <a:gd name="csY3" fmla="*/ 6398 h 54274"/>
                <a:gd name="csX4" fmla="*/ 22575 w 39551"/>
                <a:gd name="csY4" fmla="*/ 0 h 54274"/>
                <a:gd name="csX5" fmla="*/ 31808 w 39551"/>
                <a:gd name="csY5" fmla="*/ 0 h 54274"/>
                <a:gd name="csX6" fmla="*/ 31808 w 39551"/>
                <a:gd name="csY6" fmla="*/ 35370 h 54274"/>
                <a:gd name="csX7" fmla="*/ 39551 w 39551"/>
                <a:gd name="csY7" fmla="*/ 35370 h 54274"/>
                <a:gd name="csX8" fmla="*/ 39551 w 39551"/>
                <a:gd name="csY8" fmla="*/ 41478 h 54274"/>
                <a:gd name="csX9" fmla="*/ 31808 w 39551"/>
                <a:gd name="csY9" fmla="*/ 41478 h 54274"/>
                <a:gd name="csX10" fmla="*/ 31808 w 39551"/>
                <a:gd name="csY10" fmla="*/ 54274 h 54274"/>
                <a:gd name="csX11" fmla="*/ 24501 w 39551"/>
                <a:gd name="csY11" fmla="*/ 54274 h 54274"/>
                <a:gd name="csX12" fmla="*/ 24501 w 39551"/>
                <a:gd name="csY12" fmla="*/ 41478 h 54274"/>
                <a:gd name="csX13" fmla="*/ 0 w 39551"/>
                <a:gd name="csY13" fmla="*/ 41478 h 54274"/>
                <a:gd name="csX14" fmla="*/ 0 w 39551"/>
                <a:gd name="csY14" fmla="*/ 34389 h 54274"/>
                <a:gd name="csX15" fmla="*/ 22575 w 39551"/>
                <a:gd name="csY15" fmla="*/ 0 h 5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551" h="54274">
                  <a:moveTo>
                    <a:pt x="24501" y="6398"/>
                  </a:moveTo>
                  <a:lnTo>
                    <a:pt x="5961" y="35370"/>
                  </a:lnTo>
                  <a:lnTo>
                    <a:pt x="24501" y="35370"/>
                  </a:lnTo>
                  <a:lnTo>
                    <a:pt x="24501" y="6398"/>
                  </a:lnTo>
                  <a:moveTo>
                    <a:pt x="22575" y="0"/>
                  </a:moveTo>
                  <a:lnTo>
                    <a:pt x="31808" y="0"/>
                  </a:lnTo>
                  <a:lnTo>
                    <a:pt x="31808" y="35370"/>
                  </a:lnTo>
                  <a:lnTo>
                    <a:pt x="39551" y="35370"/>
                  </a:lnTo>
                  <a:lnTo>
                    <a:pt x="39551" y="41478"/>
                  </a:lnTo>
                  <a:lnTo>
                    <a:pt x="31808" y="41478"/>
                  </a:lnTo>
                  <a:lnTo>
                    <a:pt x="31808" y="54274"/>
                  </a:lnTo>
                  <a:lnTo>
                    <a:pt x="24501" y="54274"/>
                  </a:lnTo>
                  <a:lnTo>
                    <a:pt x="24501" y="41478"/>
                  </a:lnTo>
                  <a:lnTo>
                    <a:pt x="0" y="41478"/>
                  </a:lnTo>
                  <a:lnTo>
                    <a:pt x="0" y="34389"/>
                  </a:lnTo>
                  <a:lnTo>
                    <a:pt x="22575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21D24AA4-97B5-7BDD-6D39-C8E63C5121E4}"/>
                </a:ext>
              </a:extLst>
            </p:cNvPr>
            <p:cNvSpPr/>
            <p:nvPr/>
          </p:nvSpPr>
          <p:spPr>
            <a:xfrm>
              <a:off x="3442660" y="1913404"/>
              <a:ext cx="37515" cy="56310"/>
            </a:xfrm>
            <a:custGeom>
              <a:avLst/>
              <a:gdLst>
                <a:gd name="csX0" fmla="*/ 18758 w 37515"/>
                <a:gd name="csY0" fmla="*/ 5816 h 56310"/>
                <a:gd name="csX1" fmla="*/ 10215 w 37515"/>
                <a:gd name="csY1" fmla="*/ 11415 h 56310"/>
                <a:gd name="csX2" fmla="*/ 7380 w 37515"/>
                <a:gd name="csY2" fmla="*/ 28174 h 56310"/>
                <a:gd name="csX3" fmla="*/ 10215 w 37515"/>
                <a:gd name="csY3" fmla="*/ 44932 h 56310"/>
                <a:gd name="csX4" fmla="*/ 18758 w 37515"/>
                <a:gd name="csY4" fmla="*/ 50494 h 56310"/>
                <a:gd name="csX5" fmla="*/ 27301 w 37515"/>
                <a:gd name="csY5" fmla="*/ 44932 h 56310"/>
                <a:gd name="csX6" fmla="*/ 30173 w 37515"/>
                <a:gd name="csY6" fmla="*/ 28174 h 56310"/>
                <a:gd name="csX7" fmla="*/ 27301 w 37515"/>
                <a:gd name="csY7" fmla="*/ 11415 h 56310"/>
                <a:gd name="csX8" fmla="*/ 18758 w 37515"/>
                <a:gd name="csY8" fmla="*/ 5816 h 56310"/>
                <a:gd name="csX9" fmla="*/ 18758 w 37515"/>
                <a:gd name="csY9" fmla="*/ 0 h 56310"/>
                <a:gd name="csX10" fmla="*/ 32681 w 37515"/>
                <a:gd name="csY10" fmla="*/ 7234 h 56310"/>
                <a:gd name="csX11" fmla="*/ 37516 w 37515"/>
                <a:gd name="csY11" fmla="*/ 28174 h 56310"/>
                <a:gd name="csX12" fmla="*/ 32681 w 37515"/>
                <a:gd name="csY12" fmla="*/ 49112 h 56310"/>
                <a:gd name="csX13" fmla="*/ 18758 w 37515"/>
                <a:gd name="csY13" fmla="*/ 56310 h 56310"/>
                <a:gd name="csX14" fmla="*/ 4799 w 37515"/>
                <a:gd name="csY14" fmla="*/ 49112 h 56310"/>
                <a:gd name="csX15" fmla="*/ 0 w 37515"/>
                <a:gd name="csY15" fmla="*/ 28174 h 56310"/>
                <a:gd name="csX16" fmla="*/ 4799 w 37515"/>
                <a:gd name="csY16" fmla="*/ 7234 h 56310"/>
                <a:gd name="csX17" fmla="*/ 18758 w 37515"/>
                <a:gd name="csY17" fmla="*/ 0 h 5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10">
                  <a:moveTo>
                    <a:pt x="18758" y="5816"/>
                  </a:moveTo>
                  <a:cubicBezTo>
                    <a:pt x="14977" y="5816"/>
                    <a:pt x="12130" y="7682"/>
                    <a:pt x="10215" y="11415"/>
                  </a:cubicBezTo>
                  <a:cubicBezTo>
                    <a:pt x="8325" y="15123"/>
                    <a:pt x="7380" y="20709"/>
                    <a:pt x="7380" y="28174"/>
                  </a:cubicBezTo>
                  <a:cubicBezTo>
                    <a:pt x="7380" y="35614"/>
                    <a:pt x="8325" y="41200"/>
                    <a:pt x="10215" y="44932"/>
                  </a:cubicBezTo>
                  <a:cubicBezTo>
                    <a:pt x="12130" y="48640"/>
                    <a:pt x="14977" y="50494"/>
                    <a:pt x="18758" y="50494"/>
                  </a:cubicBezTo>
                  <a:cubicBezTo>
                    <a:pt x="22563" y="50494"/>
                    <a:pt x="25410" y="48640"/>
                    <a:pt x="27301" y="44932"/>
                  </a:cubicBezTo>
                  <a:cubicBezTo>
                    <a:pt x="29215" y="41200"/>
                    <a:pt x="30173" y="35614"/>
                    <a:pt x="30173" y="28174"/>
                  </a:cubicBezTo>
                  <a:cubicBezTo>
                    <a:pt x="30173" y="20709"/>
                    <a:pt x="29215" y="15123"/>
                    <a:pt x="27301" y="11415"/>
                  </a:cubicBezTo>
                  <a:cubicBezTo>
                    <a:pt x="25410" y="7682"/>
                    <a:pt x="22563" y="5816"/>
                    <a:pt x="18758" y="5816"/>
                  </a:cubicBezTo>
                  <a:moveTo>
                    <a:pt x="18758" y="0"/>
                  </a:moveTo>
                  <a:cubicBezTo>
                    <a:pt x="24841" y="0"/>
                    <a:pt x="29482" y="2411"/>
                    <a:pt x="32681" y="7234"/>
                  </a:cubicBezTo>
                  <a:cubicBezTo>
                    <a:pt x="35904" y="12033"/>
                    <a:pt x="37516" y="19013"/>
                    <a:pt x="37516" y="28174"/>
                  </a:cubicBezTo>
                  <a:cubicBezTo>
                    <a:pt x="37516" y="37310"/>
                    <a:pt x="35904" y="44290"/>
                    <a:pt x="32681" y="49112"/>
                  </a:cubicBezTo>
                  <a:cubicBezTo>
                    <a:pt x="29482" y="53911"/>
                    <a:pt x="24841" y="56310"/>
                    <a:pt x="18758" y="56310"/>
                  </a:cubicBezTo>
                  <a:cubicBezTo>
                    <a:pt x="12675" y="56310"/>
                    <a:pt x="8022" y="53911"/>
                    <a:pt x="4799" y="49112"/>
                  </a:cubicBezTo>
                  <a:cubicBezTo>
                    <a:pt x="1600" y="44290"/>
                    <a:pt x="0" y="37310"/>
                    <a:pt x="0" y="28174"/>
                  </a:cubicBezTo>
                  <a:cubicBezTo>
                    <a:pt x="0" y="19013"/>
                    <a:pt x="1600" y="12033"/>
                    <a:pt x="4799" y="7234"/>
                  </a:cubicBezTo>
                  <a:cubicBezTo>
                    <a:pt x="8022" y="2411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D868E65E-A5E6-B943-9A02-3540F2763FD2}"/>
                </a:ext>
              </a:extLst>
            </p:cNvPr>
            <p:cNvSpPr/>
            <p:nvPr/>
          </p:nvSpPr>
          <p:spPr>
            <a:xfrm>
              <a:off x="3493080" y="1959426"/>
              <a:ext cx="7670" cy="9233"/>
            </a:xfrm>
            <a:custGeom>
              <a:avLst/>
              <a:gdLst>
                <a:gd name="csX0" fmla="*/ 0 w 7670"/>
                <a:gd name="csY0" fmla="*/ 0 h 9233"/>
                <a:gd name="csX1" fmla="*/ 7671 w 7670"/>
                <a:gd name="csY1" fmla="*/ 0 h 9233"/>
                <a:gd name="csX2" fmla="*/ 7671 w 7670"/>
                <a:gd name="csY2" fmla="*/ 9233 h 9233"/>
                <a:gd name="csX3" fmla="*/ 0 w 7670"/>
                <a:gd name="csY3" fmla="*/ 9233 h 9233"/>
                <a:gd name="csX4" fmla="*/ 0 w 7670"/>
                <a:gd name="csY4" fmla="*/ 0 h 9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3">
                  <a:moveTo>
                    <a:pt x="0" y="0"/>
                  </a:moveTo>
                  <a:lnTo>
                    <a:pt x="7671" y="0"/>
                  </a:lnTo>
                  <a:lnTo>
                    <a:pt x="7671" y="9233"/>
                  </a:lnTo>
                  <a:lnTo>
                    <a:pt x="0" y="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BF0B4E63-A10B-B605-366B-58D64EAED8A6}"/>
                </a:ext>
              </a:extLst>
            </p:cNvPr>
            <p:cNvSpPr/>
            <p:nvPr/>
          </p:nvSpPr>
          <p:spPr>
            <a:xfrm>
              <a:off x="3513983" y="1913404"/>
              <a:ext cx="37479" cy="56310"/>
            </a:xfrm>
            <a:custGeom>
              <a:avLst/>
              <a:gdLst>
                <a:gd name="csX0" fmla="*/ 19376 w 37479"/>
                <a:gd name="csY0" fmla="*/ 25193 h 56310"/>
                <a:gd name="csX1" fmla="*/ 11524 w 37479"/>
                <a:gd name="csY1" fmla="*/ 28573 h 56310"/>
                <a:gd name="csX2" fmla="*/ 8652 w 37479"/>
                <a:gd name="csY2" fmla="*/ 37843 h 56310"/>
                <a:gd name="csX3" fmla="*/ 11524 w 37479"/>
                <a:gd name="csY3" fmla="*/ 47113 h 56310"/>
                <a:gd name="csX4" fmla="*/ 19376 w 37479"/>
                <a:gd name="csY4" fmla="*/ 50494 h 56310"/>
                <a:gd name="csX5" fmla="*/ 27192 w 37479"/>
                <a:gd name="csY5" fmla="*/ 47113 h 56310"/>
                <a:gd name="csX6" fmla="*/ 30100 w 37479"/>
                <a:gd name="csY6" fmla="*/ 37843 h 56310"/>
                <a:gd name="csX7" fmla="*/ 27192 w 37479"/>
                <a:gd name="csY7" fmla="*/ 28573 h 56310"/>
                <a:gd name="csX8" fmla="*/ 19376 w 37479"/>
                <a:gd name="csY8" fmla="*/ 25193 h 56310"/>
                <a:gd name="csX9" fmla="*/ 33954 w 37479"/>
                <a:gd name="csY9" fmla="*/ 2181 h 56310"/>
                <a:gd name="csX10" fmla="*/ 33954 w 37479"/>
                <a:gd name="csY10" fmla="*/ 8870 h 56310"/>
                <a:gd name="csX11" fmla="*/ 28355 w 37479"/>
                <a:gd name="csY11" fmla="*/ 6871 h 56310"/>
                <a:gd name="csX12" fmla="*/ 22793 w 37479"/>
                <a:gd name="csY12" fmla="*/ 6180 h 56310"/>
                <a:gd name="csX13" fmla="*/ 11669 w 37479"/>
                <a:gd name="csY13" fmla="*/ 11088 h 56310"/>
                <a:gd name="csX14" fmla="*/ 7307 w 37479"/>
                <a:gd name="csY14" fmla="*/ 25919 h 56310"/>
                <a:gd name="csX15" fmla="*/ 12687 w 37479"/>
                <a:gd name="csY15" fmla="*/ 21084 h 56310"/>
                <a:gd name="csX16" fmla="*/ 19813 w 37479"/>
                <a:gd name="csY16" fmla="*/ 19376 h 56310"/>
                <a:gd name="csX17" fmla="*/ 32718 w 37479"/>
                <a:gd name="csY17" fmla="*/ 24356 h 56310"/>
                <a:gd name="csX18" fmla="*/ 37480 w 37479"/>
                <a:gd name="csY18" fmla="*/ 37843 h 56310"/>
                <a:gd name="csX19" fmla="*/ 32536 w 37479"/>
                <a:gd name="csY19" fmla="*/ 51257 h 56310"/>
                <a:gd name="csX20" fmla="*/ 19376 w 37479"/>
                <a:gd name="csY20" fmla="*/ 56310 h 56310"/>
                <a:gd name="csX21" fmla="*/ 4981 w 37479"/>
                <a:gd name="csY21" fmla="*/ 49112 h 56310"/>
                <a:gd name="csX22" fmla="*/ 0 w 37479"/>
                <a:gd name="csY22" fmla="*/ 28174 h 56310"/>
                <a:gd name="csX23" fmla="*/ 6107 w 37479"/>
                <a:gd name="csY23" fmla="*/ 7671 h 56310"/>
                <a:gd name="csX24" fmla="*/ 22503 w 37479"/>
                <a:gd name="csY24" fmla="*/ 0 h 56310"/>
                <a:gd name="csX25" fmla="*/ 28064 w 37479"/>
                <a:gd name="csY25" fmla="*/ 545 h 56310"/>
                <a:gd name="csX26" fmla="*/ 33954 w 37479"/>
                <a:gd name="csY26" fmla="*/ 2181 h 56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7479" h="56310">
                  <a:moveTo>
                    <a:pt x="19376" y="25193"/>
                  </a:moveTo>
                  <a:cubicBezTo>
                    <a:pt x="16080" y="25193"/>
                    <a:pt x="13463" y="26319"/>
                    <a:pt x="11524" y="28573"/>
                  </a:cubicBezTo>
                  <a:cubicBezTo>
                    <a:pt x="9609" y="30827"/>
                    <a:pt x="8652" y="33917"/>
                    <a:pt x="8652" y="37843"/>
                  </a:cubicBezTo>
                  <a:cubicBezTo>
                    <a:pt x="8652" y="41745"/>
                    <a:pt x="9609" y="44835"/>
                    <a:pt x="11524" y="47113"/>
                  </a:cubicBezTo>
                  <a:cubicBezTo>
                    <a:pt x="13463" y="49367"/>
                    <a:pt x="16080" y="50494"/>
                    <a:pt x="19376" y="50494"/>
                  </a:cubicBezTo>
                  <a:cubicBezTo>
                    <a:pt x="22672" y="50494"/>
                    <a:pt x="25277" y="49367"/>
                    <a:pt x="27192" y="47113"/>
                  </a:cubicBezTo>
                  <a:cubicBezTo>
                    <a:pt x="29131" y="44835"/>
                    <a:pt x="30100" y="41745"/>
                    <a:pt x="30100" y="37843"/>
                  </a:cubicBezTo>
                  <a:cubicBezTo>
                    <a:pt x="30100" y="33917"/>
                    <a:pt x="29131" y="30827"/>
                    <a:pt x="27192" y="28573"/>
                  </a:cubicBezTo>
                  <a:cubicBezTo>
                    <a:pt x="25277" y="26319"/>
                    <a:pt x="22672" y="25193"/>
                    <a:pt x="19376" y="25193"/>
                  </a:cubicBezTo>
                  <a:moveTo>
                    <a:pt x="33954" y="2181"/>
                  </a:moveTo>
                  <a:lnTo>
                    <a:pt x="33954" y="8870"/>
                  </a:lnTo>
                  <a:cubicBezTo>
                    <a:pt x="32112" y="7997"/>
                    <a:pt x="30246" y="7331"/>
                    <a:pt x="28355" y="6871"/>
                  </a:cubicBezTo>
                  <a:cubicBezTo>
                    <a:pt x="26489" y="6410"/>
                    <a:pt x="24635" y="6180"/>
                    <a:pt x="22793" y="6180"/>
                  </a:cubicBezTo>
                  <a:cubicBezTo>
                    <a:pt x="17946" y="6180"/>
                    <a:pt x="14238" y="7816"/>
                    <a:pt x="11669" y="11088"/>
                  </a:cubicBezTo>
                  <a:cubicBezTo>
                    <a:pt x="9125" y="14360"/>
                    <a:pt x="7670" y="19303"/>
                    <a:pt x="7307" y="25919"/>
                  </a:cubicBezTo>
                  <a:cubicBezTo>
                    <a:pt x="8737" y="23811"/>
                    <a:pt x="10530" y="22199"/>
                    <a:pt x="12687" y="21084"/>
                  </a:cubicBezTo>
                  <a:cubicBezTo>
                    <a:pt x="14844" y="19945"/>
                    <a:pt x="17219" y="19376"/>
                    <a:pt x="19813" y="19376"/>
                  </a:cubicBezTo>
                  <a:cubicBezTo>
                    <a:pt x="25265" y="19376"/>
                    <a:pt x="29567" y="21036"/>
                    <a:pt x="32718" y="24356"/>
                  </a:cubicBezTo>
                  <a:cubicBezTo>
                    <a:pt x="35892" y="27652"/>
                    <a:pt x="37480" y="32148"/>
                    <a:pt x="37480" y="37843"/>
                  </a:cubicBezTo>
                  <a:cubicBezTo>
                    <a:pt x="37480" y="43417"/>
                    <a:pt x="35832" y="47889"/>
                    <a:pt x="32536" y="51257"/>
                  </a:cubicBezTo>
                  <a:cubicBezTo>
                    <a:pt x="29240" y="54626"/>
                    <a:pt x="24853" y="56310"/>
                    <a:pt x="19376" y="56310"/>
                  </a:cubicBezTo>
                  <a:cubicBezTo>
                    <a:pt x="13099" y="56310"/>
                    <a:pt x="8301" y="53911"/>
                    <a:pt x="4981" y="49112"/>
                  </a:cubicBezTo>
                  <a:cubicBezTo>
                    <a:pt x="1660" y="44290"/>
                    <a:pt x="0" y="37310"/>
                    <a:pt x="0" y="28174"/>
                  </a:cubicBezTo>
                  <a:cubicBezTo>
                    <a:pt x="0" y="19594"/>
                    <a:pt x="2036" y="12760"/>
                    <a:pt x="6107" y="7671"/>
                  </a:cubicBezTo>
                  <a:cubicBezTo>
                    <a:pt x="10179" y="2557"/>
                    <a:pt x="15644" y="0"/>
                    <a:pt x="22503" y="0"/>
                  </a:cubicBezTo>
                  <a:cubicBezTo>
                    <a:pt x="24344" y="0"/>
                    <a:pt x="26198" y="182"/>
                    <a:pt x="28064" y="545"/>
                  </a:cubicBezTo>
                  <a:cubicBezTo>
                    <a:pt x="29955" y="909"/>
                    <a:pt x="31918" y="1454"/>
                    <a:pt x="33954" y="2181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158" name="Group 3157">
            <a:extLst>
              <a:ext uri="{FF2B5EF4-FFF2-40B4-BE49-F238E27FC236}">
                <a16:creationId xmlns:a16="http://schemas.microsoft.com/office/drawing/2014/main" id="{34CAF954-5531-DCE7-DFB2-82F22210481E}"/>
              </a:ext>
            </a:extLst>
          </p:cNvPr>
          <p:cNvGrpSpPr/>
          <p:nvPr/>
        </p:nvGrpSpPr>
        <p:grpSpPr>
          <a:xfrm>
            <a:off x="3576590" y="2195725"/>
            <a:ext cx="1455123" cy="494323"/>
            <a:chOff x="3576590" y="2195725"/>
            <a:chExt cx="1455123" cy="494323"/>
          </a:xfrm>
        </p:grpSpPr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0985EF5C-5F83-E165-68CE-325B47343A06}"/>
                </a:ext>
              </a:extLst>
            </p:cNvPr>
            <p:cNvSpPr/>
            <p:nvPr/>
          </p:nvSpPr>
          <p:spPr>
            <a:xfrm>
              <a:off x="3576590" y="2688653"/>
              <a:ext cx="36803" cy="202"/>
            </a:xfrm>
            <a:custGeom>
              <a:avLst/>
              <a:gdLst>
                <a:gd name="csX0" fmla="*/ 0 w 36803"/>
                <a:gd name="csY0" fmla="*/ 0 h 202"/>
                <a:gd name="csX1" fmla="*/ 0 w 36803"/>
                <a:gd name="csY1" fmla="*/ 202 h 202"/>
                <a:gd name="csX2" fmla="*/ 36803 w 36803"/>
                <a:gd name="csY2" fmla="*/ 202 h 202"/>
                <a:gd name="csX3" fmla="*/ 36803 w 36803"/>
                <a:gd name="csY3" fmla="*/ 0 h 202"/>
                <a:gd name="csX4" fmla="*/ 0 w 36803"/>
                <a:gd name="csY4" fmla="*/ 0 h 202"/>
                <a:gd name="csX5" fmla="*/ 0 w 36803"/>
                <a:gd name="csY5" fmla="*/ 0 h 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202">
                  <a:moveTo>
                    <a:pt x="0" y="0"/>
                  </a:moveTo>
                  <a:lnTo>
                    <a:pt x="0" y="202"/>
                  </a:lnTo>
                  <a:lnTo>
                    <a:pt x="36803" y="202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33945C21-0F31-58E4-2487-6AE96EFD6DE4}"/>
                </a:ext>
              </a:extLst>
            </p:cNvPr>
            <p:cNvSpPr/>
            <p:nvPr/>
          </p:nvSpPr>
          <p:spPr>
            <a:xfrm>
              <a:off x="3576590" y="2688653"/>
              <a:ext cx="36803" cy="202"/>
            </a:xfrm>
            <a:custGeom>
              <a:avLst/>
              <a:gdLst>
                <a:gd name="csX0" fmla="*/ 0 w 36803"/>
                <a:gd name="csY0" fmla="*/ 0 h 202"/>
                <a:gd name="csX1" fmla="*/ 0 w 36803"/>
                <a:gd name="csY1" fmla="*/ 202 h 202"/>
                <a:gd name="csX2" fmla="*/ 36803 w 36803"/>
                <a:gd name="csY2" fmla="*/ 202 h 202"/>
                <a:gd name="csX3" fmla="*/ 36803 w 36803"/>
                <a:gd name="csY3" fmla="*/ 0 h 202"/>
                <a:gd name="csX4" fmla="*/ 0 w 36803"/>
                <a:gd name="csY4" fmla="*/ 0 h 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202">
                  <a:moveTo>
                    <a:pt x="0" y="0"/>
                  </a:moveTo>
                  <a:lnTo>
                    <a:pt x="0" y="202"/>
                  </a:lnTo>
                  <a:lnTo>
                    <a:pt x="36803" y="202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1187A531-BA54-8BC6-84AC-AF46E3C8E49C}"/>
                </a:ext>
              </a:extLst>
            </p:cNvPr>
            <p:cNvSpPr/>
            <p:nvPr/>
          </p:nvSpPr>
          <p:spPr>
            <a:xfrm>
              <a:off x="3613393" y="2688241"/>
              <a:ext cx="36802" cy="614"/>
            </a:xfrm>
            <a:custGeom>
              <a:avLst/>
              <a:gdLst>
                <a:gd name="csX0" fmla="*/ 0 w 36802"/>
                <a:gd name="csY0" fmla="*/ 0 h 614"/>
                <a:gd name="csX1" fmla="*/ 0 w 36802"/>
                <a:gd name="csY1" fmla="*/ 614 h 614"/>
                <a:gd name="csX2" fmla="*/ 36803 w 36802"/>
                <a:gd name="csY2" fmla="*/ 614 h 614"/>
                <a:gd name="csX3" fmla="*/ 36803 w 36802"/>
                <a:gd name="csY3" fmla="*/ 0 h 614"/>
                <a:gd name="csX4" fmla="*/ 0 w 36802"/>
                <a:gd name="csY4" fmla="*/ 0 h 614"/>
                <a:gd name="csX5" fmla="*/ 0 w 36802"/>
                <a:gd name="csY5" fmla="*/ 0 h 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2" h="614">
                  <a:moveTo>
                    <a:pt x="0" y="0"/>
                  </a:moveTo>
                  <a:lnTo>
                    <a:pt x="0" y="614"/>
                  </a:lnTo>
                  <a:lnTo>
                    <a:pt x="36803" y="614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2A03A46E-D391-F6F7-3194-20A6DCD5853C}"/>
                </a:ext>
              </a:extLst>
            </p:cNvPr>
            <p:cNvSpPr/>
            <p:nvPr/>
          </p:nvSpPr>
          <p:spPr>
            <a:xfrm>
              <a:off x="3613393" y="2688241"/>
              <a:ext cx="36802" cy="614"/>
            </a:xfrm>
            <a:custGeom>
              <a:avLst/>
              <a:gdLst>
                <a:gd name="csX0" fmla="*/ 0 w 36802"/>
                <a:gd name="csY0" fmla="*/ 0 h 614"/>
                <a:gd name="csX1" fmla="*/ 0 w 36802"/>
                <a:gd name="csY1" fmla="*/ 614 h 614"/>
                <a:gd name="csX2" fmla="*/ 36803 w 36802"/>
                <a:gd name="csY2" fmla="*/ 614 h 614"/>
                <a:gd name="csX3" fmla="*/ 36803 w 36802"/>
                <a:gd name="csY3" fmla="*/ 0 h 614"/>
                <a:gd name="csX4" fmla="*/ 0 w 36802"/>
                <a:gd name="csY4" fmla="*/ 0 h 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2" h="614">
                  <a:moveTo>
                    <a:pt x="0" y="0"/>
                  </a:moveTo>
                  <a:lnTo>
                    <a:pt x="0" y="614"/>
                  </a:lnTo>
                  <a:lnTo>
                    <a:pt x="36803" y="614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C04C399E-807D-2FBC-F9BE-CBBA02CB8E93}"/>
                </a:ext>
              </a:extLst>
            </p:cNvPr>
            <p:cNvSpPr/>
            <p:nvPr/>
          </p:nvSpPr>
          <p:spPr>
            <a:xfrm>
              <a:off x="3650196" y="2687662"/>
              <a:ext cx="36803" cy="1193"/>
            </a:xfrm>
            <a:custGeom>
              <a:avLst/>
              <a:gdLst>
                <a:gd name="csX0" fmla="*/ 0 w 36803"/>
                <a:gd name="csY0" fmla="*/ 0 h 1193"/>
                <a:gd name="csX1" fmla="*/ 0 w 36803"/>
                <a:gd name="csY1" fmla="*/ 1194 h 1193"/>
                <a:gd name="csX2" fmla="*/ 36803 w 36803"/>
                <a:gd name="csY2" fmla="*/ 1194 h 1193"/>
                <a:gd name="csX3" fmla="*/ 36803 w 36803"/>
                <a:gd name="csY3" fmla="*/ 0 h 1193"/>
                <a:gd name="csX4" fmla="*/ 0 w 36803"/>
                <a:gd name="csY4" fmla="*/ 0 h 1193"/>
                <a:gd name="csX5" fmla="*/ 0 w 36803"/>
                <a:gd name="csY5" fmla="*/ 0 h 1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1193">
                  <a:moveTo>
                    <a:pt x="0" y="0"/>
                  </a:moveTo>
                  <a:lnTo>
                    <a:pt x="0" y="1194"/>
                  </a:lnTo>
                  <a:lnTo>
                    <a:pt x="36803" y="1194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B19A5D88-EB4E-2377-0353-B70E83B50C6B}"/>
                </a:ext>
              </a:extLst>
            </p:cNvPr>
            <p:cNvSpPr/>
            <p:nvPr/>
          </p:nvSpPr>
          <p:spPr>
            <a:xfrm>
              <a:off x="3650196" y="2687662"/>
              <a:ext cx="36803" cy="1193"/>
            </a:xfrm>
            <a:custGeom>
              <a:avLst/>
              <a:gdLst>
                <a:gd name="csX0" fmla="*/ 0 w 36803"/>
                <a:gd name="csY0" fmla="*/ 0 h 1193"/>
                <a:gd name="csX1" fmla="*/ 0 w 36803"/>
                <a:gd name="csY1" fmla="*/ 1194 h 1193"/>
                <a:gd name="csX2" fmla="*/ 36803 w 36803"/>
                <a:gd name="csY2" fmla="*/ 1194 h 1193"/>
                <a:gd name="csX3" fmla="*/ 36803 w 36803"/>
                <a:gd name="csY3" fmla="*/ 0 h 1193"/>
                <a:gd name="csX4" fmla="*/ 0 w 36803"/>
                <a:gd name="csY4" fmla="*/ 0 h 11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1193">
                  <a:moveTo>
                    <a:pt x="0" y="0"/>
                  </a:moveTo>
                  <a:lnTo>
                    <a:pt x="0" y="1194"/>
                  </a:lnTo>
                  <a:lnTo>
                    <a:pt x="36803" y="1194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ACA1BA19-FF17-0E40-65C8-E4455764F4C3}"/>
                </a:ext>
              </a:extLst>
            </p:cNvPr>
            <p:cNvSpPr/>
            <p:nvPr/>
          </p:nvSpPr>
          <p:spPr>
            <a:xfrm>
              <a:off x="3687000" y="2686580"/>
              <a:ext cx="36803" cy="2275"/>
            </a:xfrm>
            <a:custGeom>
              <a:avLst/>
              <a:gdLst>
                <a:gd name="csX0" fmla="*/ 0 w 36803"/>
                <a:gd name="csY0" fmla="*/ 0 h 2275"/>
                <a:gd name="csX1" fmla="*/ 0 w 36803"/>
                <a:gd name="csY1" fmla="*/ 2275 h 2275"/>
                <a:gd name="csX2" fmla="*/ 36803 w 36803"/>
                <a:gd name="csY2" fmla="*/ 2275 h 2275"/>
                <a:gd name="csX3" fmla="*/ 36803 w 36803"/>
                <a:gd name="csY3" fmla="*/ 0 h 2275"/>
                <a:gd name="csX4" fmla="*/ 0 w 36803"/>
                <a:gd name="csY4" fmla="*/ 0 h 2275"/>
                <a:gd name="csX5" fmla="*/ 0 w 36803"/>
                <a:gd name="csY5" fmla="*/ 0 h 2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2275">
                  <a:moveTo>
                    <a:pt x="0" y="0"/>
                  </a:moveTo>
                  <a:lnTo>
                    <a:pt x="0" y="2275"/>
                  </a:lnTo>
                  <a:lnTo>
                    <a:pt x="36803" y="2275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4" name="Freeform 2843">
              <a:extLst>
                <a:ext uri="{FF2B5EF4-FFF2-40B4-BE49-F238E27FC236}">
                  <a16:creationId xmlns:a16="http://schemas.microsoft.com/office/drawing/2014/main" id="{E87DEF06-09C0-1BA6-032D-3FF1061D0897}"/>
                </a:ext>
              </a:extLst>
            </p:cNvPr>
            <p:cNvSpPr/>
            <p:nvPr/>
          </p:nvSpPr>
          <p:spPr>
            <a:xfrm>
              <a:off x="3687000" y="2686580"/>
              <a:ext cx="36803" cy="2275"/>
            </a:xfrm>
            <a:custGeom>
              <a:avLst/>
              <a:gdLst>
                <a:gd name="csX0" fmla="*/ 0 w 36803"/>
                <a:gd name="csY0" fmla="*/ 0 h 2275"/>
                <a:gd name="csX1" fmla="*/ 0 w 36803"/>
                <a:gd name="csY1" fmla="*/ 2275 h 2275"/>
                <a:gd name="csX2" fmla="*/ 36803 w 36803"/>
                <a:gd name="csY2" fmla="*/ 2275 h 2275"/>
                <a:gd name="csX3" fmla="*/ 36803 w 36803"/>
                <a:gd name="csY3" fmla="*/ 0 h 2275"/>
                <a:gd name="csX4" fmla="*/ 0 w 36803"/>
                <a:gd name="csY4" fmla="*/ 0 h 2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2275">
                  <a:moveTo>
                    <a:pt x="0" y="0"/>
                  </a:moveTo>
                  <a:lnTo>
                    <a:pt x="0" y="2275"/>
                  </a:lnTo>
                  <a:lnTo>
                    <a:pt x="36803" y="2275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5" name="Freeform 2844">
              <a:extLst>
                <a:ext uri="{FF2B5EF4-FFF2-40B4-BE49-F238E27FC236}">
                  <a16:creationId xmlns:a16="http://schemas.microsoft.com/office/drawing/2014/main" id="{7745A067-C500-6B95-6107-530B3F246438}"/>
                </a:ext>
              </a:extLst>
            </p:cNvPr>
            <p:cNvSpPr/>
            <p:nvPr/>
          </p:nvSpPr>
          <p:spPr>
            <a:xfrm>
              <a:off x="3723803" y="2685058"/>
              <a:ext cx="36803" cy="3796"/>
            </a:xfrm>
            <a:custGeom>
              <a:avLst/>
              <a:gdLst>
                <a:gd name="csX0" fmla="*/ 0 w 36803"/>
                <a:gd name="csY0" fmla="*/ 0 h 3796"/>
                <a:gd name="csX1" fmla="*/ 0 w 36803"/>
                <a:gd name="csY1" fmla="*/ 3797 h 3796"/>
                <a:gd name="csX2" fmla="*/ 36803 w 36803"/>
                <a:gd name="csY2" fmla="*/ 3797 h 3796"/>
                <a:gd name="csX3" fmla="*/ 36803 w 36803"/>
                <a:gd name="csY3" fmla="*/ 0 h 3796"/>
                <a:gd name="csX4" fmla="*/ 0 w 36803"/>
                <a:gd name="csY4" fmla="*/ 0 h 3796"/>
                <a:gd name="csX5" fmla="*/ 0 w 36803"/>
                <a:gd name="csY5" fmla="*/ 0 h 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3796">
                  <a:moveTo>
                    <a:pt x="0" y="0"/>
                  </a:moveTo>
                  <a:lnTo>
                    <a:pt x="0" y="3797"/>
                  </a:lnTo>
                  <a:lnTo>
                    <a:pt x="36803" y="3797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6" name="Freeform 2845">
              <a:extLst>
                <a:ext uri="{FF2B5EF4-FFF2-40B4-BE49-F238E27FC236}">
                  <a16:creationId xmlns:a16="http://schemas.microsoft.com/office/drawing/2014/main" id="{D44DB90C-687A-BD2E-5031-879D188E1E1F}"/>
                </a:ext>
              </a:extLst>
            </p:cNvPr>
            <p:cNvSpPr/>
            <p:nvPr/>
          </p:nvSpPr>
          <p:spPr>
            <a:xfrm>
              <a:off x="3723803" y="2685058"/>
              <a:ext cx="36803" cy="3796"/>
            </a:xfrm>
            <a:custGeom>
              <a:avLst/>
              <a:gdLst>
                <a:gd name="csX0" fmla="*/ 0 w 36803"/>
                <a:gd name="csY0" fmla="*/ 0 h 3796"/>
                <a:gd name="csX1" fmla="*/ 0 w 36803"/>
                <a:gd name="csY1" fmla="*/ 3797 h 3796"/>
                <a:gd name="csX2" fmla="*/ 36803 w 36803"/>
                <a:gd name="csY2" fmla="*/ 3797 h 3796"/>
                <a:gd name="csX3" fmla="*/ 36803 w 36803"/>
                <a:gd name="csY3" fmla="*/ 0 h 3796"/>
                <a:gd name="csX4" fmla="*/ 0 w 36803"/>
                <a:gd name="csY4" fmla="*/ 0 h 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3796">
                  <a:moveTo>
                    <a:pt x="0" y="0"/>
                  </a:moveTo>
                  <a:lnTo>
                    <a:pt x="0" y="3797"/>
                  </a:lnTo>
                  <a:lnTo>
                    <a:pt x="36803" y="3797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9BC4CCD6-32AA-C7EB-9C59-91B400DE6D3C}"/>
                </a:ext>
              </a:extLst>
            </p:cNvPr>
            <p:cNvSpPr/>
            <p:nvPr/>
          </p:nvSpPr>
          <p:spPr>
            <a:xfrm>
              <a:off x="3760606" y="2681429"/>
              <a:ext cx="36802" cy="7426"/>
            </a:xfrm>
            <a:custGeom>
              <a:avLst/>
              <a:gdLst>
                <a:gd name="csX0" fmla="*/ 0 w 36802"/>
                <a:gd name="csY0" fmla="*/ 0 h 7426"/>
                <a:gd name="csX1" fmla="*/ 0 w 36802"/>
                <a:gd name="csY1" fmla="*/ 7426 h 7426"/>
                <a:gd name="csX2" fmla="*/ 36803 w 36802"/>
                <a:gd name="csY2" fmla="*/ 7426 h 7426"/>
                <a:gd name="csX3" fmla="*/ 36803 w 36802"/>
                <a:gd name="csY3" fmla="*/ 0 h 7426"/>
                <a:gd name="csX4" fmla="*/ 0 w 36802"/>
                <a:gd name="csY4" fmla="*/ 0 h 7426"/>
                <a:gd name="csX5" fmla="*/ 0 w 36802"/>
                <a:gd name="csY5" fmla="*/ 0 h 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2" h="7426">
                  <a:moveTo>
                    <a:pt x="0" y="0"/>
                  </a:moveTo>
                  <a:lnTo>
                    <a:pt x="0" y="7426"/>
                  </a:lnTo>
                  <a:lnTo>
                    <a:pt x="36803" y="7426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460DC5A3-87E2-9235-6B18-67A1077300AB}"/>
                </a:ext>
              </a:extLst>
            </p:cNvPr>
            <p:cNvSpPr/>
            <p:nvPr/>
          </p:nvSpPr>
          <p:spPr>
            <a:xfrm>
              <a:off x="3760606" y="2681429"/>
              <a:ext cx="36802" cy="7426"/>
            </a:xfrm>
            <a:custGeom>
              <a:avLst/>
              <a:gdLst>
                <a:gd name="csX0" fmla="*/ 0 w 36802"/>
                <a:gd name="csY0" fmla="*/ 0 h 7426"/>
                <a:gd name="csX1" fmla="*/ 0 w 36802"/>
                <a:gd name="csY1" fmla="*/ 7426 h 7426"/>
                <a:gd name="csX2" fmla="*/ 36803 w 36802"/>
                <a:gd name="csY2" fmla="*/ 7426 h 7426"/>
                <a:gd name="csX3" fmla="*/ 36803 w 36802"/>
                <a:gd name="csY3" fmla="*/ 0 h 7426"/>
                <a:gd name="csX4" fmla="*/ 0 w 36802"/>
                <a:gd name="csY4" fmla="*/ 0 h 7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2" h="7426">
                  <a:moveTo>
                    <a:pt x="0" y="0"/>
                  </a:moveTo>
                  <a:lnTo>
                    <a:pt x="0" y="7426"/>
                  </a:lnTo>
                  <a:lnTo>
                    <a:pt x="36803" y="7426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2E3E5400-F893-A24B-8636-D2EC5D2AA279}"/>
                </a:ext>
              </a:extLst>
            </p:cNvPr>
            <p:cNvSpPr/>
            <p:nvPr/>
          </p:nvSpPr>
          <p:spPr>
            <a:xfrm>
              <a:off x="3797409" y="2675796"/>
              <a:ext cx="36803" cy="13059"/>
            </a:xfrm>
            <a:custGeom>
              <a:avLst/>
              <a:gdLst>
                <a:gd name="csX0" fmla="*/ 0 w 36803"/>
                <a:gd name="csY0" fmla="*/ 0 h 13059"/>
                <a:gd name="csX1" fmla="*/ 0 w 36803"/>
                <a:gd name="csY1" fmla="*/ 13059 h 13059"/>
                <a:gd name="csX2" fmla="*/ 36803 w 36803"/>
                <a:gd name="csY2" fmla="*/ 13059 h 13059"/>
                <a:gd name="csX3" fmla="*/ 36803 w 36803"/>
                <a:gd name="csY3" fmla="*/ 0 h 13059"/>
                <a:gd name="csX4" fmla="*/ 0 w 36803"/>
                <a:gd name="csY4" fmla="*/ 0 h 13059"/>
                <a:gd name="csX5" fmla="*/ 0 w 36803"/>
                <a:gd name="csY5" fmla="*/ 0 h 13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13059">
                  <a:moveTo>
                    <a:pt x="0" y="0"/>
                  </a:moveTo>
                  <a:lnTo>
                    <a:pt x="0" y="13059"/>
                  </a:lnTo>
                  <a:lnTo>
                    <a:pt x="36803" y="13059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624A6B14-292A-09D4-95AE-6141BF1FA008}"/>
                </a:ext>
              </a:extLst>
            </p:cNvPr>
            <p:cNvSpPr/>
            <p:nvPr/>
          </p:nvSpPr>
          <p:spPr>
            <a:xfrm>
              <a:off x="3797409" y="2675796"/>
              <a:ext cx="36803" cy="13059"/>
            </a:xfrm>
            <a:custGeom>
              <a:avLst/>
              <a:gdLst>
                <a:gd name="csX0" fmla="*/ 0 w 36803"/>
                <a:gd name="csY0" fmla="*/ 0 h 13059"/>
                <a:gd name="csX1" fmla="*/ 0 w 36803"/>
                <a:gd name="csY1" fmla="*/ 13059 h 13059"/>
                <a:gd name="csX2" fmla="*/ 36803 w 36803"/>
                <a:gd name="csY2" fmla="*/ 13059 h 13059"/>
                <a:gd name="csX3" fmla="*/ 36803 w 36803"/>
                <a:gd name="csY3" fmla="*/ 0 h 13059"/>
                <a:gd name="csX4" fmla="*/ 0 w 36803"/>
                <a:gd name="csY4" fmla="*/ 0 h 13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13059">
                  <a:moveTo>
                    <a:pt x="0" y="0"/>
                  </a:moveTo>
                  <a:lnTo>
                    <a:pt x="0" y="13059"/>
                  </a:lnTo>
                  <a:lnTo>
                    <a:pt x="36803" y="13059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4A9A2BA3-59C6-676A-B33E-125FF240A53C}"/>
                </a:ext>
              </a:extLst>
            </p:cNvPr>
            <p:cNvSpPr/>
            <p:nvPr/>
          </p:nvSpPr>
          <p:spPr>
            <a:xfrm>
              <a:off x="3834213" y="2666848"/>
              <a:ext cx="36803" cy="22007"/>
            </a:xfrm>
            <a:custGeom>
              <a:avLst/>
              <a:gdLst>
                <a:gd name="csX0" fmla="*/ 0 w 36803"/>
                <a:gd name="csY0" fmla="*/ 0 h 22007"/>
                <a:gd name="csX1" fmla="*/ 0 w 36803"/>
                <a:gd name="csY1" fmla="*/ 22007 h 22007"/>
                <a:gd name="csX2" fmla="*/ 36803 w 36803"/>
                <a:gd name="csY2" fmla="*/ 22007 h 22007"/>
                <a:gd name="csX3" fmla="*/ 36803 w 36803"/>
                <a:gd name="csY3" fmla="*/ 0 h 22007"/>
                <a:gd name="csX4" fmla="*/ 0 w 36803"/>
                <a:gd name="csY4" fmla="*/ 0 h 22007"/>
                <a:gd name="csX5" fmla="*/ 0 w 36803"/>
                <a:gd name="csY5" fmla="*/ 0 h 2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22007">
                  <a:moveTo>
                    <a:pt x="0" y="0"/>
                  </a:moveTo>
                  <a:lnTo>
                    <a:pt x="0" y="22007"/>
                  </a:lnTo>
                  <a:lnTo>
                    <a:pt x="36803" y="22007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C411936D-6042-1D6E-DF3C-D30D6B4707D6}"/>
                </a:ext>
              </a:extLst>
            </p:cNvPr>
            <p:cNvSpPr/>
            <p:nvPr/>
          </p:nvSpPr>
          <p:spPr>
            <a:xfrm>
              <a:off x="3834213" y="2666848"/>
              <a:ext cx="36803" cy="22007"/>
            </a:xfrm>
            <a:custGeom>
              <a:avLst/>
              <a:gdLst>
                <a:gd name="csX0" fmla="*/ 0 w 36803"/>
                <a:gd name="csY0" fmla="*/ 0 h 22007"/>
                <a:gd name="csX1" fmla="*/ 0 w 36803"/>
                <a:gd name="csY1" fmla="*/ 22007 h 22007"/>
                <a:gd name="csX2" fmla="*/ 36803 w 36803"/>
                <a:gd name="csY2" fmla="*/ 22007 h 22007"/>
                <a:gd name="csX3" fmla="*/ 36803 w 36803"/>
                <a:gd name="csY3" fmla="*/ 0 h 22007"/>
                <a:gd name="csX4" fmla="*/ 0 w 36803"/>
                <a:gd name="csY4" fmla="*/ 0 h 2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22007">
                  <a:moveTo>
                    <a:pt x="0" y="0"/>
                  </a:moveTo>
                  <a:lnTo>
                    <a:pt x="0" y="22007"/>
                  </a:lnTo>
                  <a:lnTo>
                    <a:pt x="36803" y="22007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17A935AA-F5F9-D0FF-0D3F-6F3FA1E9621C}"/>
                </a:ext>
              </a:extLst>
            </p:cNvPr>
            <p:cNvSpPr/>
            <p:nvPr/>
          </p:nvSpPr>
          <p:spPr>
            <a:xfrm>
              <a:off x="3871016" y="2653370"/>
              <a:ext cx="36803" cy="35484"/>
            </a:xfrm>
            <a:custGeom>
              <a:avLst/>
              <a:gdLst>
                <a:gd name="csX0" fmla="*/ 0 w 36803"/>
                <a:gd name="csY0" fmla="*/ 0 h 35484"/>
                <a:gd name="csX1" fmla="*/ 0 w 36803"/>
                <a:gd name="csY1" fmla="*/ 35485 h 35484"/>
                <a:gd name="csX2" fmla="*/ 36803 w 36803"/>
                <a:gd name="csY2" fmla="*/ 35485 h 35484"/>
                <a:gd name="csX3" fmla="*/ 36803 w 36803"/>
                <a:gd name="csY3" fmla="*/ 0 h 35484"/>
                <a:gd name="csX4" fmla="*/ 0 w 36803"/>
                <a:gd name="csY4" fmla="*/ 0 h 35484"/>
                <a:gd name="csX5" fmla="*/ 0 w 36803"/>
                <a:gd name="csY5" fmla="*/ 0 h 3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35484">
                  <a:moveTo>
                    <a:pt x="0" y="0"/>
                  </a:moveTo>
                  <a:lnTo>
                    <a:pt x="0" y="35485"/>
                  </a:lnTo>
                  <a:lnTo>
                    <a:pt x="36803" y="35485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E78F8524-E50B-C2B7-DA56-D301A1F2411D}"/>
                </a:ext>
              </a:extLst>
            </p:cNvPr>
            <p:cNvSpPr/>
            <p:nvPr/>
          </p:nvSpPr>
          <p:spPr>
            <a:xfrm>
              <a:off x="3871016" y="2653370"/>
              <a:ext cx="36803" cy="35484"/>
            </a:xfrm>
            <a:custGeom>
              <a:avLst/>
              <a:gdLst>
                <a:gd name="csX0" fmla="*/ 0 w 36803"/>
                <a:gd name="csY0" fmla="*/ 0 h 35484"/>
                <a:gd name="csX1" fmla="*/ 0 w 36803"/>
                <a:gd name="csY1" fmla="*/ 35485 h 35484"/>
                <a:gd name="csX2" fmla="*/ 36803 w 36803"/>
                <a:gd name="csY2" fmla="*/ 35485 h 35484"/>
                <a:gd name="csX3" fmla="*/ 36803 w 36803"/>
                <a:gd name="csY3" fmla="*/ 0 h 35484"/>
                <a:gd name="csX4" fmla="*/ 0 w 36803"/>
                <a:gd name="csY4" fmla="*/ 0 h 35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35484">
                  <a:moveTo>
                    <a:pt x="0" y="0"/>
                  </a:moveTo>
                  <a:lnTo>
                    <a:pt x="0" y="35485"/>
                  </a:lnTo>
                  <a:lnTo>
                    <a:pt x="36803" y="35485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EEB76BE0-9BE9-9E16-1653-9CFC6E7DB18B}"/>
                </a:ext>
              </a:extLst>
            </p:cNvPr>
            <p:cNvSpPr/>
            <p:nvPr/>
          </p:nvSpPr>
          <p:spPr>
            <a:xfrm>
              <a:off x="3907820" y="2633604"/>
              <a:ext cx="36802" cy="55251"/>
            </a:xfrm>
            <a:custGeom>
              <a:avLst/>
              <a:gdLst>
                <a:gd name="csX0" fmla="*/ 0 w 36802"/>
                <a:gd name="csY0" fmla="*/ 0 h 55251"/>
                <a:gd name="csX1" fmla="*/ 0 w 36802"/>
                <a:gd name="csY1" fmla="*/ 55252 h 55251"/>
                <a:gd name="csX2" fmla="*/ 36803 w 36802"/>
                <a:gd name="csY2" fmla="*/ 55252 h 55251"/>
                <a:gd name="csX3" fmla="*/ 36803 w 36802"/>
                <a:gd name="csY3" fmla="*/ 0 h 55251"/>
                <a:gd name="csX4" fmla="*/ 0 w 36802"/>
                <a:gd name="csY4" fmla="*/ 0 h 55251"/>
                <a:gd name="csX5" fmla="*/ 0 w 36802"/>
                <a:gd name="csY5" fmla="*/ 0 h 55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2" h="55251">
                  <a:moveTo>
                    <a:pt x="0" y="0"/>
                  </a:moveTo>
                  <a:lnTo>
                    <a:pt x="0" y="55252"/>
                  </a:lnTo>
                  <a:lnTo>
                    <a:pt x="36803" y="55252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A1C0EC90-A84A-2C21-B74F-6CB758495AEC}"/>
                </a:ext>
              </a:extLst>
            </p:cNvPr>
            <p:cNvSpPr/>
            <p:nvPr/>
          </p:nvSpPr>
          <p:spPr>
            <a:xfrm>
              <a:off x="3907820" y="2633604"/>
              <a:ext cx="36802" cy="55251"/>
            </a:xfrm>
            <a:custGeom>
              <a:avLst/>
              <a:gdLst>
                <a:gd name="csX0" fmla="*/ 0 w 36802"/>
                <a:gd name="csY0" fmla="*/ 0 h 55251"/>
                <a:gd name="csX1" fmla="*/ 0 w 36802"/>
                <a:gd name="csY1" fmla="*/ 55252 h 55251"/>
                <a:gd name="csX2" fmla="*/ 36803 w 36802"/>
                <a:gd name="csY2" fmla="*/ 55252 h 55251"/>
                <a:gd name="csX3" fmla="*/ 36803 w 36802"/>
                <a:gd name="csY3" fmla="*/ 0 h 55251"/>
                <a:gd name="csX4" fmla="*/ 0 w 36802"/>
                <a:gd name="csY4" fmla="*/ 0 h 55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2" h="55251">
                  <a:moveTo>
                    <a:pt x="0" y="0"/>
                  </a:moveTo>
                  <a:lnTo>
                    <a:pt x="0" y="55252"/>
                  </a:lnTo>
                  <a:lnTo>
                    <a:pt x="36803" y="55252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E4205581-70A5-FB9E-97F2-C3CBB9A86427}"/>
                </a:ext>
              </a:extLst>
            </p:cNvPr>
            <p:cNvSpPr/>
            <p:nvPr/>
          </p:nvSpPr>
          <p:spPr>
            <a:xfrm>
              <a:off x="3944622" y="2605168"/>
              <a:ext cx="36803" cy="83686"/>
            </a:xfrm>
            <a:custGeom>
              <a:avLst/>
              <a:gdLst>
                <a:gd name="csX0" fmla="*/ 0 w 36803"/>
                <a:gd name="csY0" fmla="*/ 0 h 83686"/>
                <a:gd name="csX1" fmla="*/ 0 w 36803"/>
                <a:gd name="csY1" fmla="*/ 83687 h 83686"/>
                <a:gd name="csX2" fmla="*/ 36803 w 36803"/>
                <a:gd name="csY2" fmla="*/ 83687 h 83686"/>
                <a:gd name="csX3" fmla="*/ 36803 w 36803"/>
                <a:gd name="csY3" fmla="*/ 0 h 83686"/>
                <a:gd name="csX4" fmla="*/ 0 w 36803"/>
                <a:gd name="csY4" fmla="*/ 0 h 83686"/>
                <a:gd name="csX5" fmla="*/ 0 w 36803"/>
                <a:gd name="csY5" fmla="*/ 0 h 83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83686">
                  <a:moveTo>
                    <a:pt x="0" y="0"/>
                  </a:moveTo>
                  <a:lnTo>
                    <a:pt x="0" y="83687"/>
                  </a:lnTo>
                  <a:lnTo>
                    <a:pt x="36803" y="83687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08FA58A3-809C-448E-1A18-BCDFCC9B5FC8}"/>
                </a:ext>
              </a:extLst>
            </p:cNvPr>
            <p:cNvSpPr/>
            <p:nvPr/>
          </p:nvSpPr>
          <p:spPr>
            <a:xfrm>
              <a:off x="3944622" y="2605168"/>
              <a:ext cx="36803" cy="83686"/>
            </a:xfrm>
            <a:custGeom>
              <a:avLst/>
              <a:gdLst>
                <a:gd name="csX0" fmla="*/ 0 w 36803"/>
                <a:gd name="csY0" fmla="*/ 0 h 83686"/>
                <a:gd name="csX1" fmla="*/ 0 w 36803"/>
                <a:gd name="csY1" fmla="*/ 83687 h 83686"/>
                <a:gd name="csX2" fmla="*/ 36803 w 36803"/>
                <a:gd name="csY2" fmla="*/ 83687 h 83686"/>
                <a:gd name="csX3" fmla="*/ 36803 w 36803"/>
                <a:gd name="csY3" fmla="*/ 0 h 83686"/>
                <a:gd name="csX4" fmla="*/ 0 w 36803"/>
                <a:gd name="csY4" fmla="*/ 0 h 83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83686">
                  <a:moveTo>
                    <a:pt x="0" y="0"/>
                  </a:moveTo>
                  <a:lnTo>
                    <a:pt x="0" y="83687"/>
                  </a:lnTo>
                  <a:lnTo>
                    <a:pt x="36803" y="83687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58F870C5-6EBA-0545-1211-8BD7C95BA793}"/>
                </a:ext>
              </a:extLst>
            </p:cNvPr>
            <p:cNvSpPr/>
            <p:nvPr/>
          </p:nvSpPr>
          <p:spPr>
            <a:xfrm>
              <a:off x="3981426" y="2571952"/>
              <a:ext cx="36803" cy="116903"/>
            </a:xfrm>
            <a:custGeom>
              <a:avLst/>
              <a:gdLst>
                <a:gd name="csX0" fmla="*/ 0 w 36803"/>
                <a:gd name="csY0" fmla="*/ 0 h 116903"/>
                <a:gd name="csX1" fmla="*/ 0 w 36803"/>
                <a:gd name="csY1" fmla="*/ 116904 h 116903"/>
                <a:gd name="csX2" fmla="*/ 36803 w 36803"/>
                <a:gd name="csY2" fmla="*/ 116904 h 116903"/>
                <a:gd name="csX3" fmla="*/ 36803 w 36803"/>
                <a:gd name="csY3" fmla="*/ 0 h 116903"/>
                <a:gd name="csX4" fmla="*/ 0 w 36803"/>
                <a:gd name="csY4" fmla="*/ 0 h 116903"/>
                <a:gd name="csX5" fmla="*/ 0 w 36803"/>
                <a:gd name="csY5" fmla="*/ 0 h 116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116903">
                  <a:moveTo>
                    <a:pt x="0" y="0"/>
                  </a:moveTo>
                  <a:lnTo>
                    <a:pt x="0" y="116904"/>
                  </a:lnTo>
                  <a:lnTo>
                    <a:pt x="36803" y="116904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F7641DB1-6866-C899-6D47-2D8D56DAC220}"/>
                </a:ext>
              </a:extLst>
            </p:cNvPr>
            <p:cNvSpPr/>
            <p:nvPr/>
          </p:nvSpPr>
          <p:spPr>
            <a:xfrm>
              <a:off x="3981426" y="2571952"/>
              <a:ext cx="36803" cy="116903"/>
            </a:xfrm>
            <a:custGeom>
              <a:avLst/>
              <a:gdLst>
                <a:gd name="csX0" fmla="*/ 0 w 36803"/>
                <a:gd name="csY0" fmla="*/ 0 h 116903"/>
                <a:gd name="csX1" fmla="*/ 0 w 36803"/>
                <a:gd name="csY1" fmla="*/ 116904 h 116903"/>
                <a:gd name="csX2" fmla="*/ 36803 w 36803"/>
                <a:gd name="csY2" fmla="*/ 116904 h 116903"/>
                <a:gd name="csX3" fmla="*/ 36803 w 36803"/>
                <a:gd name="csY3" fmla="*/ 0 h 116903"/>
                <a:gd name="csX4" fmla="*/ 0 w 36803"/>
                <a:gd name="csY4" fmla="*/ 0 h 116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116903">
                  <a:moveTo>
                    <a:pt x="0" y="0"/>
                  </a:moveTo>
                  <a:lnTo>
                    <a:pt x="0" y="116904"/>
                  </a:lnTo>
                  <a:lnTo>
                    <a:pt x="36803" y="116904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2D6AFA05-455D-2D8D-F410-96D83FE8AB02}"/>
                </a:ext>
              </a:extLst>
            </p:cNvPr>
            <p:cNvSpPr/>
            <p:nvPr/>
          </p:nvSpPr>
          <p:spPr>
            <a:xfrm>
              <a:off x="4018229" y="2527951"/>
              <a:ext cx="36803" cy="160903"/>
            </a:xfrm>
            <a:custGeom>
              <a:avLst/>
              <a:gdLst>
                <a:gd name="csX0" fmla="*/ 0 w 36803"/>
                <a:gd name="csY0" fmla="*/ 0 h 160903"/>
                <a:gd name="csX1" fmla="*/ 0 w 36803"/>
                <a:gd name="csY1" fmla="*/ 160904 h 160903"/>
                <a:gd name="csX2" fmla="*/ 36803 w 36803"/>
                <a:gd name="csY2" fmla="*/ 160904 h 160903"/>
                <a:gd name="csX3" fmla="*/ 36803 w 36803"/>
                <a:gd name="csY3" fmla="*/ 0 h 160903"/>
                <a:gd name="csX4" fmla="*/ 0 w 36803"/>
                <a:gd name="csY4" fmla="*/ 0 h 160903"/>
                <a:gd name="csX5" fmla="*/ 0 w 36803"/>
                <a:gd name="csY5" fmla="*/ 0 h 16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3" h="160903">
                  <a:moveTo>
                    <a:pt x="0" y="0"/>
                  </a:moveTo>
                  <a:lnTo>
                    <a:pt x="0" y="160904"/>
                  </a:lnTo>
                  <a:lnTo>
                    <a:pt x="36803" y="160904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B2EFA19D-D232-05F4-BAB7-60CA8C0BAA9E}"/>
                </a:ext>
              </a:extLst>
            </p:cNvPr>
            <p:cNvSpPr/>
            <p:nvPr/>
          </p:nvSpPr>
          <p:spPr>
            <a:xfrm>
              <a:off x="4018229" y="2527951"/>
              <a:ext cx="36803" cy="160903"/>
            </a:xfrm>
            <a:custGeom>
              <a:avLst/>
              <a:gdLst>
                <a:gd name="csX0" fmla="*/ 0 w 36803"/>
                <a:gd name="csY0" fmla="*/ 0 h 160903"/>
                <a:gd name="csX1" fmla="*/ 0 w 36803"/>
                <a:gd name="csY1" fmla="*/ 160904 h 160903"/>
                <a:gd name="csX2" fmla="*/ 36803 w 36803"/>
                <a:gd name="csY2" fmla="*/ 160904 h 160903"/>
                <a:gd name="csX3" fmla="*/ 36803 w 36803"/>
                <a:gd name="csY3" fmla="*/ 0 h 160903"/>
                <a:gd name="csX4" fmla="*/ 0 w 36803"/>
                <a:gd name="csY4" fmla="*/ 0 h 160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3" h="160903">
                  <a:moveTo>
                    <a:pt x="0" y="0"/>
                  </a:moveTo>
                  <a:lnTo>
                    <a:pt x="0" y="160904"/>
                  </a:lnTo>
                  <a:lnTo>
                    <a:pt x="36803" y="160904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9F74F8CF-29AC-DE1D-DDEF-C36A760041A2}"/>
                </a:ext>
              </a:extLst>
            </p:cNvPr>
            <p:cNvSpPr/>
            <p:nvPr/>
          </p:nvSpPr>
          <p:spPr>
            <a:xfrm>
              <a:off x="4055033" y="2477132"/>
              <a:ext cx="36802" cy="211723"/>
            </a:xfrm>
            <a:custGeom>
              <a:avLst/>
              <a:gdLst>
                <a:gd name="csX0" fmla="*/ 0 w 36802"/>
                <a:gd name="csY0" fmla="*/ 0 h 211723"/>
                <a:gd name="csX1" fmla="*/ 0 w 36802"/>
                <a:gd name="csY1" fmla="*/ 211723 h 211723"/>
                <a:gd name="csX2" fmla="*/ 36803 w 36802"/>
                <a:gd name="csY2" fmla="*/ 211723 h 211723"/>
                <a:gd name="csX3" fmla="*/ 36803 w 36802"/>
                <a:gd name="csY3" fmla="*/ 0 h 211723"/>
                <a:gd name="csX4" fmla="*/ 0 w 36802"/>
                <a:gd name="csY4" fmla="*/ 0 h 211723"/>
                <a:gd name="csX5" fmla="*/ 0 w 36802"/>
                <a:gd name="csY5" fmla="*/ 0 h 211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2" h="211723">
                  <a:moveTo>
                    <a:pt x="0" y="0"/>
                  </a:moveTo>
                  <a:lnTo>
                    <a:pt x="0" y="211723"/>
                  </a:lnTo>
                  <a:lnTo>
                    <a:pt x="36803" y="211723"/>
                  </a:lnTo>
                  <a:lnTo>
                    <a:pt x="368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D49174CE-86F0-BA48-FC77-0693BF273DC9}"/>
                </a:ext>
              </a:extLst>
            </p:cNvPr>
            <p:cNvSpPr/>
            <p:nvPr/>
          </p:nvSpPr>
          <p:spPr>
            <a:xfrm>
              <a:off x="4055033" y="2477132"/>
              <a:ext cx="36802" cy="211723"/>
            </a:xfrm>
            <a:custGeom>
              <a:avLst/>
              <a:gdLst>
                <a:gd name="csX0" fmla="*/ 0 w 36802"/>
                <a:gd name="csY0" fmla="*/ 0 h 211723"/>
                <a:gd name="csX1" fmla="*/ 0 w 36802"/>
                <a:gd name="csY1" fmla="*/ 211723 h 211723"/>
                <a:gd name="csX2" fmla="*/ 36803 w 36802"/>
                <a:gd name="csY2" fmla="*/ 211723 h 211723"/>
                <a:gd name="csX3" fmla="*/ 36803 w 36802"/>
                <a:gd name="csY3" fmla="*/ 0 h 211723"/>
                <a:gd name="csX4" fmla="*/ 0 w 36802"/>
                <a:gd name="csY4" fmla="*/ 0 h 211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2" h="211723">
                  <a:moveTo>
                    <a:pt x="0" y="0"/>
                  </a:moveTo>
                  <a:lnTo>
                    <a:pt x="0" y="211723"/>
                  </a:lnTo>
                  <a:lnTo>
                    <a:pt x="36803" y="211723"/>
                  </a:lnTo>
                  <a:lnTo>
                    <a:pt x="36803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5" name="Freeform 2864">
              <a:extLst>
                <a:ext uri="{FF2B5EF4-FFF2-40B4-BE49-F238E27FC236}">
                  <a16:creationId xmlns:a16="http://schemas.microsoft.com/office/drawing/2014/main" id="{7F4CE8B8-B62C-EC14-8109-4DF02B155458}"/>
                </a:ext>
              </a:extLst>
            </p:cNvPr>
            <p:cNvSpPr/>
            <p:nvPr/>
          </p:nvSpPr>
          <p:spPr>
            <a:xfrm>
              <a:off x="4091835" y="2415777"/>
              <a:ext cx="36805" cy="273077"/>
            </a:xfrm>
            <a:custGeom>
              <a:avLst/>
              <a:gdLst>
                <a:gd name="csX0" fmla="*/ 0 w 36805"/>
                <a:gd name="csY0" fmla="*/ 0 h 273077"/>
                <a:gd name="csX1" fmla="*/ 0 w 36805"/>
                <a:gd name="csY1" fmla="*/ 273078 h 273077"/>
                <a:gd name="csX2" fmla="*/ 36806 w 36805"/>
                <a:gd name="csY2" fmla="*/ 273078 h 273077"/>
                <a:gd name="csX3" fmla="*/ 36806 w 36805"/>
                <a:gd name="csY3" fmla="*/ 0 h 273077"/>
                <a:gd name="csX4" fmla="*/ 0 w 36805"/>
                <a:gd name="csY4" fmla="*/ 0 h 273077"/>
                <a:gd name="csX5" fmla="*/ 0 w 36805"/>
                <a:gd name="csY5" fmla="*/ 0 h 273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5" h="273077">
                  <a:moveTo>
                    <a:pt x="0" y="0"/>
                  </a:moveTo>
                  <a:lnTo>
                    <a:pt x="0" y="273078"/>
                  </a:lnTo>
                  <a:lnTo>
                    <a:pt x="36806" y="273078"/>
                  </a:lnTo>
                  <a:lnTo>
                    <a:pt x="368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6" name="Freeform 2865">
              <a:extLst>
                <a:ext uri="{FF2B5EF4-FFF2-40B4-BE49-F238E27FC236}">
                  <a16:creationId xmlns:a16="http://schemas.microsoft.com/office/drawing/2014/main" id="{36A8BFFE-C7E4-67EC-2AD4-DCDDB15E89E0}"/>
                </a:ext>
              </a:extLst>
            </p:cNvPr>
            <p:cNvSpPr/>
            <p:nvPr/>
          </p:nvSpPr>
          <p:spPr>
            <a:xfrm>
              <a:off x="4091835" y="2415777"/>
              <a:ext cx="36805" cy="273077"/>
            </a:xfrm>
            <a:custGeom>
              <a:avLst/>
              <a:gdLst>
                <a:gd name="csX0" fmla="*/ 0 w 36805"/>
                <a:gd name="csY0" fmla="*/ 0 h 273077"/>
                <a:gd name="csX1" fmla="*/ 0 w 36805"/>
                <a:gd name="csY1" fmla="*/ 273078 h 273077"/>
                <a:gd name="csX2" fmla="*/ 36806 w 36805"/>
                <a:gd name="csY2" fmla="*/ 273078 h 273077"/>
                <a:gd name="csX3" fmla="*/ 36806 w 36805"/>
                <a:gd name="csY3" fmla="*/ 0 h 273077"/>
                <a:gd name="csX4" fmla="*/ 0 w 36805"/>
                <a:gd name="csY4" fmla="*/ 0 h 273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5" h="273077">
                  <a:moveTo>
                    <a:pt x="0" y="0"/>
                  </a:moveTo>
                  <a:lnTo>
                    <a:pt x="0" y="273078"/>
                  </a:lnTo>
                  <a:lnTo>
                    <a:pt x="36806" y="273078"/>
                  </a:lnTo>
                  <a:lnTo>
                    <a:pt x="368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101BF70A-31AA-03D5-56C2-3E05E7C931EA}"/>
                </a:ext>
              </a:extLst>
            </p:cNvPr>
            <p:cNvSpPr/>
            <p:nvPr/>
          </p:nvSpPr>
          <p:spPr>
            <a:xfrm>
              <a:off x="4128641" y="2360839"/>
              <a:ext cx="36804" cy="328016"/>
            </a:xfrm>
            <a:custGeom>
              <a:avLst/>
              <a:gdLst>
                <a:gd name="csX0" fmla="*/ 0 w 36804"/>
                <a:gd name="csY0" fmla="*/ 0 h 328016"/>
                <a:gd name="csX1" fmla="*/ 0 w 36804"/>
                <a:gd name="csY1" fmla="*/ 328017 h 328016"/>
                <a:gd name="csX2" fmla="*/ 36804 w 36804"/>
                <a:gd name="csY2" fmla="*/ 328017 h 328016"/>
                <a:gd name="csX3" fmla="*/ 36804 w 36804"/>
                <a:gd name="csY3" fmla="*/ 0 h 328016"/>
                <a:gd name="csX4" fmla="*/ 0 w 36804"/>
                <a:gd name="csY4" fmla="*/ 0 h 328016"/>
                <a:gd name="csX5" fmla="*/ 0 w 36804"/>
                <a:gd name="csY5" fmla="*/ 0 h 328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328016">
                  <a:moveTo>
                    <a:pt x="0" y="0"/>
                  </a:moveTo>
                  <a:lnTo>
                    <a:pt x="0" y="328017"/>
                  </a:lnTo>
                  <a:lnTo>
                    <a:pt x="36804" y="328017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3F3A9716-42F3-839F-5E6A-98868320AD0D}"/>
                </a:ext>
              </a:extLst>
            </p:cNvPr>
            <p:cNvSpPr/>
            <p:nvPr/>
          </p:nvSpPr>
          <p:spPr>
            <a:xfrm>
              <a:off x="4128641" y="2360839"/>
              <a:ext cx="36804" cy="328016"/>
            </a:xfrm>
            <a:custGeom>
              <a:avLst/>
              <a:gdLst>
                <a:gd name="csX0" fmla="*/ 0 w 36804"/>
                <a:gd name="csY0" fmla="*/ 0 h 328016"/>
                <a:gd name="csX1" fmla="*/ 0 w 36804"/>
                <a:gd name="csY1" fmla="*/ 328017 h 328016"/>
                <a:gd name="csX2" fmla="*/ 36804 w 36804"/>
                <a:gd name="csY2" fmla="*/ 328017 h 328016"/>
                <a:gd name="csX3" fmla="*/ 36804 w 36804"/>
                <a:gd name="csY3" fmla="*/ 0 h 328016"/>
                <a:gd name="csX4" fmla="*/ 0 w 36804"/>
                <a:gd name="csY4" fmla="*/ 0 h 328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328016">
                  <a:moveTo>
                    <a:pt x="0" y="0"/>
                  </a:moveTo>
                  <a:lnTo>
                    <a:pt x="0" y="328017"/>
                  </a:lnTo>
                  <a:lnTo>
                    <a:pt x="36804" y="328017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C354CB73-1EB2-DCEF-63E5-8ED3C723945B}"/>
                </a:ext>
              </a:extLst>
            </p:cNvPr>
            <p:cNvSpPr/>
            <p:nvPr/>
          </p:nvSpPr>
          <p:spPr>
            <a:xfrm>
              <a:off x="4165445" y="2299395"/>
              <a:ext cx="36797" cy="389459"/>
            </a:xfrm>
            <a:custGeom>
              <a:avLst/>
              <a:gdLst>
                <a:gd name="csX0" fmla="*/ 0 w 36797"/>
                <a:gd name="csY0" fmla="*/ 0 h 389459"/>
                <a:gd name="csX1" fmla="*/ 0 w 36797"/>
                <a:gd name="csY1" fmla="*/ 389460 h 389459"/>
                <a:gd name="csX2" fmla="*/ 36797 w 36797"/>
                <a:gd name="csY2" fmla="*/ 389460 h 389459"/>
                <a:gd name="csX3" fmla="*/ 36797 w 36797"/>
                <a:gd name="csY3" fmla="*/ 0 h 389459"/>
                <a:gd name="csX4" fmla="*/ 0 w 36797"/>
                <a:gd name="csY4" fmla="*/ 0 h 389459"/>
                <a:gd name="csX5" fmla="*/ 0 w 36797"/>
                <a:gd name="csY5" fmla="*/ 0 h 389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797" h="389459">
                  <a:moveTo>
                    <a:pt x="0" y="0"/>
                  </a:moveTo>
                  <a:lnTo>
                    <a:pt x="0" y="389460"/>
                  </a:lnTo>
                  <a:lnTo>
                    <a:pt x="36797" y="389460"/>
                  </a:lnTo>
                  <a:lnTo>
                    <a:pt x="367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75979785-6A4A-BE7C-B0F9-4D98A286431E}"/>
                </a:ext>
              </a:extLst>
            </p:cNvPr>
            <p:cNvSpPr/>
            <p:nvPr/>
          </p:nvSpPr>
          <p:spPr>
            <a:xfrm>
              <a:off x="4165445" y="2299395"/>
              <a:ext cx="36797" cy="389459"/>
            </a:xfrm>
            <a:custGeom>
              <a:avLst/>
              <a:gdLst>
                <a:gd name="csX0" fmla="*/ 0 w 36797"/>
                <a:gd name="csY0" fmla="*/ 0 h 389459"/>
                <a:gd name="csX1" fmla="*/ 0 w 36797"/>
                <a:gd name="csY1" fmla="*/ 389460 h 389459"/>
                <a:gd name="csX2" fmla="*/ 36797 w 36797"/>
                <a:gd name="csY2" fmla="*/ 389460 h 389459"/>
                <a:gd name="csX3" fmla="*/ 36797 w 36797"/>
                <a:gd name="csY3" fmla="*/ 0 h 389459"/>
                <a:gd name="csX4" fmla="*/ 0 w 36797"/>
                <a:gd name="csY4" fmla="*/ 0 h 389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97" h="389459">
                  <a:moveTo>
                    <a:pt x="0" y="0"/>
                  </a:moveTo>
                  <a:lnTo>
                    <a:pt x="0" y="389460"/>
                  </a:lnTo>
                  <a:lnTo>
                    <a:pt x="36797" y="389460"/>
                  </a:lnTo>
                  <a:lnTo>
                    <a:pt x="3679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717641A1-F999-57F4-D86D-00934982E134}"/>
                </a:ext>
              </a:extLst>
            </p:cNvPr>
            <p:cNvSpPr/>
            <p:nvPr/>
          </p:nvSpPr>
          <p:spPr>
            <a:xfrm>
              <a:off x="4202242" y="2247603"/>
              <a:ext cx="36804" cy="441252"/>
            </a:xfrm>
            <a:custGeom>
              <a:avLst/>
              <a:gdLst>
                <a:gd name="csX0" fmla="*/ 0 w 36804"/>
                <a:gd name="csY0" fmla="*/ 0 h 441252"/>
                <a:gd name="csX1" fmla="*/ 0 w 36804"/>
                <a:gd name="csY1" fmla="*/ 441252 h 441252"/>
                <a:gd name="csX2" fmla="*/ 36804 w 36804"/>
                <a:gd name="csY2" fmla="*/ 441252 h 441252"/>
                <a:gd name="csX3" fmla="*/ 36804 w 36804"/>
                <a:gd name="csY3" fmla="*/ 0 h 441252"/>
                <a:gd name="csX4" fmla="*/ 0 w 36804"/>
                <a:gd name="csY4" fmla="*/ 0 h 441252"/>
                <a:gd name="csX5" fmla="*/ 0 w 36804"/>
                <a:gd name="csY5" fmla="*/ 0 h 44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41252">
                  <a:moveTo>
                    <a:pt x="0" y="0"/>
                  </a:moveTo>
                  <a:lnTo>
                    <a:pt x="0" y="441252"/>
                  </a:lnTo>
                  <a:lnTo>
                    <a:pt x="36804" y="441252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541AA6EA-AEFD-BD7B-F34E-3FBA83931272}"/>
                </a:ext>
              </a:extLst>
            </p:cNvPr>
            <p:cNvSpPr/>
            <p:nvPr/>
          </p:nvSpPr>
          <p:spPr>
            <a:xfrm>
              <a:off x="4202242" y="2247603"/>
              <a:ext cx="36804" cy="441252"/>
            </a:xfrm>
            <a:custGeom>
              <a:avLst/>
              <a:gdLst>
                <a:gd name="csX0" fmla="*/ 0 w 36804"/>
                <a:gd name="csY0" fmla="*/ 0 h 441252"/>
                <a:gd name="csX1" fmla="*/ 0 w 36804"/>
                <a:gd name="csY1" fmla="*/ 441252 h 441252"/>
                <a:gd name="csX2" fmla="*/ 36804 w 36804"/>
                <a:gd name="csY2" fmla="*/ 441252 h 441252"/>
                <a:gd name="csX3" fmla="*/ 36804 w 36804"/>
                <a:gd name="csY3" fmla="*/ 0 h 441252"/>
                <a:gd name="csX4" fmla="*/ 0 w 36804"/>
                <a:gd name="csY4" fmla="*/ 0 h 44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41252">
                  <a:moveTo>
                    <a:pt x="0" y="0"/>
                  </a:moveTo>
                  <a:lnTo>
                    <a:pt x="0" y="441252"/>
                  </a:lnTo>
                  <a:lnTo>
                    <a:pt x="36804" y="441252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2389ABB3-652F-8D1D-8130-DCC4EBBCB7A3}"/>
                </a:ext>
              </a:extLst>
            </p:cNvPr>
            <p:cNvSpPr/>
            <p:nvPr/>
          </p:nvSpPr>
          <p:spPr>
            <a:xfrm>
              <a:off x="4239046" y="2214518"/>
              <a:ext cx="36804" cy="474336"/>
            </a:xfrm>
            <a:custGeom>
              <a:avLst/>
              <a:gdLst>
                <a:gd name="csX0" fmla="*/ 0 w 36804"/>
                <a:gd name="csY0" fmla="*/ 0 h 474336"/>
                <a:gd name="csX1" fmla="*/ 0 w 36804"/>
                <a:gd name="csY1" fmla="*/ 474337 h 474336"/>
                <a:gd name="csX2" fmla="*/ 36804 w 36804"/>
                <a:gd name="csY2" fmla="*/ 474337 h 474336"/>
                <a:gd name="csX3" fmla="*/ 36804 w 36804"/>
                <a:gd name="csY3" fmla="*/ 0 h 474336"/>
                <a:gd name="csX4" fmla="*/ 0 w 36804"/>
                <a:gd name="csY4" fmla="*/ 0 h 474336"/>
                <a:gd name="csX5" fmla="*/ 0 w 36804"/>
                <a:gd name="csY5" fmla="*/ 0 h 474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74336">
                  <a:moveTo>
                    <a:pt x="0" y="0"/>
                  </a:moveTo>
                  <a:lnTo>
                    <a:pt x="0" y="474337"/>
                  </a:lnTo>
                  <a:lnTo>
                    <a:pt x="36804" y="474337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9D63ED11-23B0-8954-AD3A-F8194690DD69}"/>
                </a:ext>
              </a:extLst>
            </p:cNvPr>
            <p:cNvSpPr/>
            <p:nvPr/>
          </p:nvSpPr>
          <p:spPr>
            <a:xfrm>
              <a:off x="4239046" y="2214518"/>
              <a:ext cx="36804" cy="474336"/>
            </a:xfrm>
            <a:custGeom>
              <a:avLst/>
              <a:gdLst>
                <a:gd name="csX0" fmla="*/ 0 w 36804"/>
                <a:gd name="csY0" fmla="*/ 0 h 474336"/>
                <a:gd name="csX1" fmla="*/ 0 w 36804"/>
                <a:gd name="csY1" fmla="*/ 474337 h 474336"/>
                <a:gd name="csX2" fmla="*/ 36804 w 36804"/>
                <a:gd name="csY2" fmla="*/ 474337 h 474336"/>
                <a:gd name="csX3" fmla="*/ 36804 w 36804"/>
                <a:gd name="csY3" fmla="*/ 0 h 474336"/>
                <a:gd name="csX4" fmla="*/ 0 w 36804"/>
                <a:gd name="csY4" fmla="*/ 0 h 474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74336">
                  <a:moveTo>
                    <a:pt x="0" y="0"/>
                  </a:moveTo>
                  <a:lnTo>
                    <a:pt x="0" y="474337"/>
                  </a:lnTo>
                  <a:lnTo>
                    <a:pt x="36804" y="474337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64892569-6D37-A729-165E-D033AA7BE1C7}"/>
                </a:ext>
              </a:extLst>
            </p:cNvPr>
            <p:cNvSpPr/>
            <p:nvPr/>
          </p:nvSpPr>
          <p:spPr>
            <a:xfrm>
              <a:off x="4275850" y="2198170"/>
              <a:ext cx="36804" cy="490685"/>
            </a:xfrm>
            <a:custGeom>
              <a:avLst/>
              <a:gdLst>
                <a:gd name="csX0" fmla="*/ 0 w 36804"/>
                <a:gd name="csY0" fmla="*/ 0 h 490685"/>
                <a:gd name="csX1" fmla="*/ 0 w 36804"/>
                <a:gd name="csY1" fmla="*/ 490686 h 490685"/>
                <a:gd name="csX2" fmla="*/ 36804 w 36804"/>
                <a:gd name="csY2" fmla="*/ 490686 h 490685"/>
                <a:gd name="csX3" fmla="*/ 36804 w 36804"/>
                <a:gd name="csY3" fmla="*/ 0 h 490685"/>
                <a:gd name="csX4" fmla="*/ 0 w 36804"/>
                <a:gd name="csY4" fmla="*/ 0 h 490685"/>
                <a:gd name="csX5" fmla="*/ 0 w 36804"/>
                <a:gd name="csY5" fmla="*/ 0 h 490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90685">
                  <a:moveTo>
                    <a:pt x="0" y="0"/>
                  </a:moveTo>
                  <a:lnTo>
                    <a:pt x="0" y="490686"/>
                  </a:lnTo>
                  <a:lnTo>
                    <a:pt x="36804" y="490686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0630AFA4-CF8C-8E3E-7A12-3146E6FD4D32}"/>
                </a:ext>
              </a:extLst>
            </p:cNvPr>
            <p:cNvSpPr/>
            <p:nvPr/>
          </p:nvSpPr>
          <p:spPr>
            <a:xfrm>
              <a:off x="4275850" y="2198170"/>
              <a:ext cx="36804" cy="490685"/>
            </a:xfrm>
            <a:custGeom>
              <a:avLst/>
              <a:gdLst>
                <a:gd name="csX0" fmla="*/ 0 w 36804"/>
                <a:gd name="csY0" fmla="*/ 0 h 490685"/>
                <a:gd name="csX1" fmla="*/ 0 w 36804"/>
                <a:gd name="csY1" fmla="*/ 490686 h 490685"/>
                <a:gd name="csX2" fmla="*/ 36804 w 36804"/>
                <a:gd name="csY2" fmla="*/ 490686 h 490685"/>
                <a:gd name="csX3" fmla="*/ 36804 w 36804"/>
                <a:gd name="csY3" fmla="*/ 0 h 490685"/>
                <a:gd name="csX4" fmla="*/ 0 w 36804"/>
                <a:gd name="csY4" fmla="*/ 0 h 490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90685">
                  <a:moveTo>
                    <a:pt x="0" y="0"/>
                  </a:moveTo>
                  <a:lnTo>
                    <a:pt x="0" y="490686"/>
                  </a:lnTo>
                  <a:lnTo>
                    <a:pt x="36804" y="490686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04833E5C-6F21-6409-601D-4FC8A7FED0D5}"/>
                </a:ext>
              </a:extLst>
            </p:cNvPr>
            <p:cNvSpPr/>
            <p:nvPr/>
          </p:nvSpPr>
          <p:spPr>
            <a:xfrm>
              <a:off x="4312655" y="2197121"/>
              <a:ext cx="36804" cy="491734"/>
            </a:xfrm>
            <a:custGeom>
              <a:avLst/>
              <a:gdLst>
                <a:gd name="csX0" fmla="*/ 0 w 36804"/>
                <a:gd name="csY0" fmla="*/ 0 h 491734"/>
                <a:gd name="csX1" fmla="*/ 0 w 36804"/>
                <a:gd name="csY1" fmla="*/ 491735 h 491734"/>
                <a:gd name="csX2" fmla="*/ 36804 w 36804"/>
                <a:gd name="csY2" fmla="*/ 491735 h 491734"/>
                <a:gd name="csX3" fmla="*/ 36804 w 36804"/>
                <a:gd name="csY3" fmla="*/ 0 h 491734"/>
                <a:gd name="csX4" fmla="*/ 0 w 36804"/>
                <a:gd name="csY4" fmla="*/ 0 h 491734"/>
                <a:gd name="csX5" fmla="*/ 0 w 36804"/>
                <a:gd name="csY5" fmla="*/ 0 h 491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91734">
                  <a:moveTo>
                    <a:pt x="0" y="0"/>
                  </a:moveTo>
                  <a:lnTo>
                    <a:pt x="0" y="491735"/>
                  </a:lnTo>
                  <a:lnTo>
                    <a:pt x="36804" y="49173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8" name="Freeform 2877">
              <a:extLst>
                <a:ext uri="{FF2B5EF4-FFF2-40B4-BE49-F238E27FC236}">
                  <a16:creationId xmlns:a16="http://schemas.microsoft.com/office/drawing/2014/main" id="{B6239C86-6D44-1E5D-9AE1-BA0B0E11628C}"/>
                </a:ext>
              </a:extLst>
            </p:cNvPr>
            <p:cNvSpPr/>
            <p:nvPr/>
          </p:nvSpPr>
          <p:spPr>
            <a:xfrm>
              <a:off x="4312655" y="2197121"/>
              <a:ext cx="36804" cy="491734"/>
            </a:xfrm>
            <a:custGeom>
              <a:avLst/>
              <a:gdLst>
                <a:gd name="csX0" fmla="*/ 0 w 36804"/>
                <a:gd name="csY0" fmla="*/ 0 h 491734"/>
                <a:gd name="csX1" fmla="*/ 0 w 36804"/>
                <a:gd name="csY1" fmla="*/ 491735 h 491734"/>
                <a:gd name="csX2" fmla="*/ 36804 w 36804"/>
                <a:gd name="csY2" fmla="*/ 491735 h 491734"/>
                <a:gd name="csX3" fmla="*/ 36804 w 36804"/>
                <a:gd name="csY3" fmla="*/ 0 h 491734"/>
                <a:gd name="csX4" fmla="*/ 0 w 36804"/>
                <a:gd name="csY4" fmla="*/ 0 h 4917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91734">
                  <a:moveTo>
                    <a:pt x="0" y="0"/>
                  </a:moveTo>
                  <a:lnTo>
                    <a:pt x="0" y="491735"/>
                  </a:lnTo>
                  <a:lnTo>
                    <a:pt x="36804" y="49173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2B7693F7-19F3-3926-233B-31795D87E728}"/>
                </a:ext>
              </a:extLst>
            </p:cNvPr>
            <p:cNvSpPr/>
            <p:nvPr/>
          </p:nvSpPr>
          <p:spPr>
            <a:xfrm>
              <a:off x="4349459" y="2211185"/>
              <a:ext cx="36804" cy="477670"/>
            </a:xfrm>
            <a:custGeom>
              <a:avLst/>
              <a:gdLst>
                <a:gd name="csX0" fmla="*/ 0 w 36804"/>
                <a:gd name="csY0" fmla="*/ 0 h 477670"/>
                <a:gd name="csX1" fmla="*/ 0 w 36804"/>
                <a:gd name="csY1" fmla="*/ 477670 h 477670"/>
                <a:gd name="csX2" fmla="*/ 36804 w 36804"/>
                <a:gd name="csY2" fmla="*/ 477670 h 477670"/>
                <a:gd name="csX3" fmla="*/ 36804 w 36804"/>
                <a:gd name="csY3" fmla="*/ 0 h 477670"/>
                <a:gd name="csX4" fmla="*/ 0 w 36804"/>
                <a:gd name="csY4" fmla="*/ 0 h 477670"/>
                <a:gd name="csX5" fmla="*/ 0 w 36804"/>
                <a:gd name="csY5" fmla="*/ 0 h 477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77670">
                  <a:moveTo>
                    <a:pt x="0" y="0"/>
                  </a:moveTo>
                  <a:lnTo>
                    <a:pt x="0" y="477670"/>
                  </a:lnTo>
                  <a:lnTo>
                    <a:pt x="36804" y="477670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64033F9D-2548-2723-9818-30A4F1E8655E}"/>
                </a:ext>
              </a:extLst>
            </p:cNvPr>
            <p:cNvSpPr/>
            <p:nvPr/>
          </p:nvSpPr>
          <p:spPr>
            <a:xfrm>
              <a:off x="4349459" y="2211185"/>
              <a:ext cx="36804" cy="477670"/>
            </a:xfrm>
            <a:custGeom>
              <a:avLst/>
              <a:gdLst>
                <a:gd name="csX0" fmla="*/ 0 w 36804"/>
                <a:gd name="csY0" fmla="*/ 0 h 477670"/>
                <a:gd name="csX1" fmla="*/ 0 w 36804"/>
                <a:gd name="csY1" fmla="*/ 477670 h 477670"/>
                <a:gd name="csX2" fmla="*/ 36804 w 36804"/>
                <a:gd name="csY2" fmla="*/ 477670 h 477670"/>
                <a:gd name="csX3" fmla="*/ 36804 w 36804"/>
                <a:gd name="csY3" fmla="*/ 0 h 477670"/>
                <a:gd name="csX4" fmla="*/ 0 w 36804"/>
                <a:gd name="csY4" fmla="*/ 0 h 4776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77670">
                  <a:moveTo>
                    <a:pt x="0" y="0"/>
                  </a:moveTo>
                  <a:lnTo>
                    <a:pt x="0" y="477670"/>
                  </a:lnTo>
                  <a:lnTo>
                    <a:pt x="36804" y="477670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F3F1B495-8DC8-2A8E-ECC6-D2FFFD7ABA92}"/>
                </a:ext>
              </a:extLst>
            </p:cNvPr>
            <p:cNvSpPr/>
            <p:nvPr/>
          </p:nvSpPr>
          <p:spPr>
            <a:xfrm>
              <a:off x="4386263" y="2251760"/>
              <a:ext cx="36804" cy="437095"/>
            </a:xfrm>
            <a:custGeom>
              <a:avLst/>
              <a:gdLst>
                <a:gd name="csX0" fmla="*/ 0 w 36804"/>
                <a:gd name="csY0" fmla="*/ 0 h 437095"/>
                <a:gd name="csX1" fmla="*/ 0 w 36804"/>
                <a:gd name="csY1" fmla="*/ 437095 h 437095"/>
                <a:gd name="csX2" fmla="*/ 36804 w 36804"/>
                <a:gd name="csY2" fmla="*/ 437095 h 437095"/>
                <a:gd name="csX3" fmla="*/ 36804 w 36804"/>
                <a:gd name="csY3" fmla="*/ 0 h 437095"/>
                <a:gd name="csX4" fmla="*/ 0 w 36804"/>
                <a:gd name="csY4" fmla="*/ 0 h 437095"/>
                <a:gd name="csX5" fmla="*/ 0 w 36804"/>
                <a:gd name="csY5" fmla="*/ 0 h 437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37095">
                  <a:moveTo>
                    <a:pt x="0" y="0"/>
                  </a:moveTo>
                  <a:lnTo>
                    <a:pt x="0" y="437095"/>
                  </a:lnTo>
                  <a:lnTo>
                    <a:pt x="36804" y="43709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6003A701-E9AA-1374-D106-A16348219670}"/>
                </a:ext>
              </a:extLst>
            </p:cNvPr>
            <p:cNvSpPr/>
            <p:nvPr/>
          </p:nvSpPr>
          <p:spPr>
            <a:xfrm>
              <a:off x="4386263" y="2251760"/>
              <a:ext cx="36804" cy="437095"/>
            </a:xfrm>
            <a:custGeom>
              <a:avLst/>
              <a:gdLst>
                <a:gd name="csX0" fmla="*/ 0 w 36804"/>
                <a:gd name="csY0" fmla="*/ 0 h 437095"/>
                <a:gd name="csX1" fmla="*/ 0 w 36804"/>
                <a:gd name="csY1" fmla="*/ 437095 h 437095"/>
                <a:gd name="csX2" fmla="*/ 36804 w 36804"/>
                <a:gd name="csY2" fmla="*/ 437095 h 437095"/>
                <a:gd name="csX3" fmla="*/ 36804 w 36804"/>
                <a:gd name="csY3" fmla="*/ 0 h 437095"/>
                <a:gd name="csX4" fmla="*/ 0 w 36804"/>
                <a:gd name="csY4" fmla="*/ 0 h 437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37095">
                  <a:moveTo>
                    <a:pt x="0" y="0"/>
                  </a:moveTo>
                  <a:lnTo>
                    <a:pt x="0" y="437095"/>
                  </a:lnTo>
                  <a:lnTo>
                    <a:pt x="36804" y="43709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19E2A21F-4F4E-C264-E1AE-4D69BEF6CB86}"/>
                </a:ext>
              </a:extLst>
            </p:cNvPr>
            <p:cNvSpPr/>
            <p:nvPr/>
          </p:nvSpPr>
          <p:spPr>
            <a:xfrm>
              <a:off x="4423067" y="2297741"/>
              <a:ext cx="36804" cy="391114"/>
            </a:xfrm>
            <a:custGeom>
              <a:avLst/>
              <a:gdLst>
                <a:gd name="csX0" fmla="*/ 0 w 36804"/>
                <a:gd name="csY0" fmla="*/ 0 h 391114"/>
                <a:gd name="csX1" fmla="*/ 0 w 36804"/>
                <a:gd name="csY1" fmla="*/ 391114 h 391114"/>
                <a:gd name="csX2" fmla="*/ 36804 w 36804"/>
                <a:gd name="csY2" fmla="*/ 391114 h 391114"/>
                <a:gd name="csX3" fmla="*/ 36804 w 36804"/>
                <a:gd name="csY3" fmla="*/ 0 h 391114"/>
                <a:gd name="csX4" fmla="*/ 0 w 36804"/>
                <a:gd name="csY4" fmla="*/ 0 h 391114"/>
                <a:gd name="csX5" fmla="*/ 0 w 36804"/>
                <a:gd name="csY5" fmla="*/ 0 h 391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391114">
                  <a:moveTo>
                    <a:pt x="0" y="0"/>
                  </a:moveTo>
                  <a:lnTo>
                    <a:pt x="0" y="391114"/>
                  </a:lnTo>
                  <a:lnTo>
                    <a:pt x="36804" y="391114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71F5700F-EE9D-F854-4E57-335CD39FD588}"/>
                </a:ext>
              </a:extLst>
            </p:cNvPr>
            <p:cNvSpPr/>
            <p:nvPr/>
          </p:nvSpPr>
          <p:spPr>
            <a:xfrm>
              <a:off x="4423067" y="2297741"/>
              <a:ext cx="36804" cy="391114"/>
            </a:xfrm>
            <a:custGeom>
              <a:avLst/>
              <a:gdLst>
                <a:gd name="csX0" fmla="*/ 0 w 36804"/>
                <a:gd name="csY0" fmla="*/ 0 h 391114"/>
                <a:gd name="csX1" fmla="*/ 0 w 36804"/>
                <a:gd name="csY1" fmla="*/ 391114 h 391114"/>
                <a:gd name="csX2" fmla="*/ 36804 w 36804"/>
                <a:gd name="csY2" fmla="*/ 391114 h 391114"/>
                <a:gd name="csX3" fmla="*/ 36804 w 36804"/>
                <a:gd name="csY3" fmla="*/ 0 h 391114"/>
                <a:gd name="csX4" fmla="*/ 0 w 36804"/>
                <a:gd name="csY4" fmla="*/ 0 h 391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391114">
                  <a:moveTo>
                    <a:pt x="0" y="0"/>
                  </a:moveTo>
                  <a:lnTo>
                    <a:pt x="0" y="391114"/>
                  </a:lnTo>
                  <a:lnTo>
                    <a:pt x="36804" y="391114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14B2B742-FF66-22F5-2D2C-CEF4B7AD2069}"/>
                </a:ext>
              </a:extLst>
            </p:cNvPr>
            <p:cNvSpPr/>
            <p:nvPr/>
          </p:nvSpPr>
          <p:spPr>
            <a:xfrm>
              <a:off x="4459871" y="2356376"/>
              <a:ext cx="36797" cy="332479"/>
            </a:xfrm>
            <a:custGeom>
              <a:avLst/>
              <a:gdLst>
                <a:gd name="csX0" fmla="*/ 0 w 36797"/>
                <a:gd name="csY0" fmla="*/ 0 h 332479"/>
                <a:gd name="csX1" fmla="*/ 0 w 36797"/>
                <a:gd name="csY1" fmla="*/ 332479 h 332479"/>
                <a:gd name="csX2" fmla="*/ 36797 w 36797"/>
                <a:gd name="csY2" fmla="*/ 332479 h 332479"/>
                <a:gd name="csX3" fmla="*/ 36797 w 36797"/>
                <a:gd name="csY3" fmla="*/ 0 h 332479"/>
                <a:gd name="csX4" fmla="*/ 0 w 36797"/>
                <a:gd name="csY4" fmla="*/ 0 h 332479"/>
                <a:gd name="csX5" fmla="*/ 0 w 36797"/>
                <a:gd name="csY5" fmla="*/ 0 h 332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797" h="332479">
                  <a:moveTo>
                    <a:pt x="0" y="0"/>
                  </a:moveTo>
                  <a:lnTo>
                    <a:pt x="0" y="332479"/>
                  </a:lnTo>
                  <a:lnTo>
                    <a:pt x="36797" y="332479"/>
                  </a:lnTo>
                  <a:lnTo>
                    <a:pt x="367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C288DB14-102E-3C48-BD3C-4656A044FCF5}"/>
                </a:ext>
              </a:extLst>
            </p:cNvPr>
            <p:cNvSpPr/>
            <p:nvPr/>
          </p:nvSpPr>
          <p:spPr>
            <a:xfrm>
              <a:off x="4459871" y="2356376"/>
              <a:ext cx="36797" cy="332479"/>
            </a:xfrm>
            <a:custGeom>
              <a:avLst/>
              <a:gdLst>
                <a:gd name="csX0" fmla="*/ 0 w 36797"/>
                <a:gd name="csY0" fmla="*/ 0 h 332479"/>
                <a:gd name="csX1" fmla="*/ 0 w 36797"/>
                <a:gd name="csY1" fmla="*/ 332479 h 332479"/>
                <a:gd name="csX2" fmla="*/ 36797 w 36797"/>
                <a:gd name="csY2" fmla="*/ 332479 h 332479"/>
                <a:gd name="csX3" fmla="*/ 36797 w 36797"/>
                <a:gd name="csY3" fmla="*/ 0 h 332479"/>
                <a:gd name="csX4" fmla="*/ 0 w 36797"/>
                <a:gd name="csY4" fmla="*/ 0 h 332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97" h="332479">
                  <a:moveTo>
                    <a:pt x="0" y="0"/>
                  </a:moveTo>
                  <a:lnTo>
                    <a:pt x="0" y="332479"/>
                  </a:lnTo>
                  <a:lnTo>
                    <a:pt x="36797" y="332479"/>
                  </a:lnTo>
                  <a:lnTo>
                    <a:pt x="3679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57541E46-0C43-FB3D-C4FF-0F344EB80C8D}"/>
                </a:ext>
              </a:extLst>
            </p:cNvPr>
            <p:cNvSpPr/>
            <p:nvPr/>
          </p:nvSpPr>
          <p:spPr>
            <a:xfrm>
              <a:off x="4496668" y="2419804"/>
              <a:ext cx="36804" cy="269051"/>
            </a:xfrm>
            <a:custGeom>
              <a:avLst/>
              <a:gdLst>
                <a:gd name="csX0" fmla="*/ 0 w 36804"/>
                <a:gd name="csY0" fmla="*/ 0 h 269051"/>
                <a:gd name="csX1" fmla="*/ 0 w 36804"/>
                <a:gd name="csY1" fmla="*/ 269051 h 269051"/>
                <a:gd name="csX2" fmla="*/ 36804 w 36804"/>
                <a:gd name="csY2" fmla="*/ 269051 h 269051"/>
                <a:gd name="csX3" fmla="*/ 36804 w 36804"/>
                <a:gd name="csY3" fmla="*/ 0 h 269051"/>
                <a:gd name="csX4" fmla="*/ 0 w 36804"/>
                <a:gd name="csY4" fmla="*/ 0 h 269051"/>
                <a:gd name="csX5" fmla="*/ 0 w 36804"/>
                <a:gd name="csY5" fmla="*/ 0 h 269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269051">
                  <a:moveTo>
                    <a:pt x="0" y="0"/>
                  </a:moveTo>
                  <a:lnTo>
                    <a:pt x="0" y="269051"/>
                  </a:lnTo>
                  <a:lnTo>
                    <a:pt x="36804" y="269051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6DF6E5B9-BE44-836B-5FAE-A0202D70390A}"/>
                </a:ext>
              </a:extLst>
            </p:cNvPr>
            <p:cNvSpPr/>
            <p:nvPr/>
          </p:nvSpPr>
          <p:spPr>
            <a:xfrm>
              <a:off x="4496668" y="2419804"/>
              <a:ext cx="36804" cy="269051"/>
            </a:xfrm>
            <a:custGeom>
              <a:avLst/>
              <a:gdLst>
                <a:gd name="csX0" fmla="*/ 0 w 36804"/>
                <a:gd name="csY0" fmla="*/ 0 h 269051"/>
                <a:gd name="csX1" fmla="*/ 0 w 36804"/>
                <a:gd name="csY1" fmla="*/ 269051 h 269051"/>
                <a:gd name="csX2" fmla="*/ 36804 w 36804"/>
                <a:gd name="csY2" fmla="*/ 269051 h 269051"/>
                <a:gd name="csX3" fmla="*/ 36804 w 36804"/>
                <a:gd name="csY3" fmla="*/ 0 h 269051"/>
                <a:gd name="csX4" fmla="*/ 0 w 36804"/>
                <a:gd name="csY4" fmla="*/ 0 h 269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269051">
                  <a:moveTo>
                    <a:pt x="0" y="0"/>
                  </a:moveTo>
                  <a:lnTo>
                    <a:pt x="0" y="269051"/>
                  </a:lnTo>
                  <a:lnTo>
                    <a:pt x="36804" y="269051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A7EDD8C7-8BCF-3D19-961E-54B457B6D73E}"/>
                </a:ext>
              </a:extLst>
            </p:cNvPr>
            <p:cNvSpPr/>
            <p:nvPr/>
          </p:nvSpPr>
          <p:spPr>
            <a:xfrm>
              <a:off x="4533472" y="2473928"/>
              <a:ext cx="36804" cy="214926"/>
            </a:xfrm>
            <a:custGeom>
              <a:avLst/>
              <a:gdLst>
                <a:gd name="csX0" fmla="*/ 0 w 36804"/>
                <a:gd name="csY0" fmla="*/ 0 h 214926"/>
                <a:gd name="csX1" fmla="*/ 0 w 36804"/>
                <a:gd name="csY1" fmla="*/ 214927 h 214926"/>
                <a:gd name="csX2" fmla="*/ 36804 w 36804"/>
                <a:gd name="csY2" fmla="*/ 214927 h 214926"/>
                <a:gd name="csX3" fmla="*/ 36804 w 36804"/>
                <a:gd name="csY3" fmla="*/ 0 h 214926"/>
                <a:gd name="csX4" fmla="*/ 0 w 36804"/>
                <a:gd name="csY4" fmla="*/ 0 h 214926"/>
                <a:gd name="csX5" fmla="*/ 0 w 36804"/>
                <a:gd name="csY5" fmla="*/ 0 h 2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214926">
                  <a:moveTo>
                    <a:pt x="0" y="0"/>
                  </a:moveTo>
                  <a:lnTo>
                    <a:pt x="0" y="214927"/>
                  </a:lnTo>
                  <a:lnTo>
                    <a:pt x="36804" y="214927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B042E952-7045-11B8-B631-2462FC8D0523}"/>
                </a:ext>
              </a:extLst>
            </p:cNvPr>
            <p:cNvSpPr/>
            <p:nvPr/>
          </p:nvSpPr>
          <p:spPr>
            <a:xfrm>
              <a:off x="4533472" y="2473928"/>
              <a:ext cx="36804" cy="214926"/>
            </a:xfrm>
            <a:custGeom>
              <a:avLst/>
              <a:gdLst>
                <a:gd name="csX0" fmla="*/ 0 w 36804"/>
                <a:gd name="csY0" fmla="*/ 0 h 214926"/>
                <a:gd name="csX1" fmla="*/ 0 w 36804"/>
                <a:gd name="csY1" fmla="*/ 214927 h 214926"/>
                <a:gd name="csX2" fmla="*/ 36804 w 36804"/>
                <a:gd name="csY2" fmla="*/ 214927 h 214926"/>
                <a:gd name="csX3" fmla="*/ 36804 w 36804"/>
                <a:gd name="csY3" fmla="*/ 0 h 214926"/>
                <a:gd name="csX4" fmla="*/ 0 w 36804"/>
                <a:gd name="csY4" fmla="*/ 0 h 21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214926">
                  <a:moveTo>
                    <a:pt x="0" y="0"/>
                  </a:moveTo>
                  <a:lnTo>
                    <a:pt x="0" y="214927"/>
                  </a:lnTo>
                  <a:lnTo>
                    <a:pt x="36804" y="214927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7D4C7A0D-4B02-34E0-8440-FC0D43A72928}"/>
                </a:ext>
              </a:extLst>
            </p:cNvPr>
            <p:cNvSpPr/>
            <p:nvPr/>
          </p:nvSpPr>
          <p:spPr>
            <a:xfrm>
              <a:off x="4570276" y="2527100"/>
              <a:ext cx="36804" cy="161755"/>
            </a:xfrm>
            <a:custGeom>
              <a:avLst/>
              <a:gdLst>
                <a:gd name="csX0" fmla="*/ 0 w 36804"/>
                <a:gd name="csY0" fmla="*/ 0 h 161755"/>
                <a:gd name="csX1" fmla="*/ 0 w 36804"/>
                <a:gd name="csY1" fmla="*/ 161755 h 161755"/>
                <a:gd name="csX2" fmla="*/ 36804 w 36804"/>
                <a:gd name="csY2" fmla="*/ 161755 h 161755"/>
                <a:gd name="csX3" fmla="*/ 36804 w 36804"/>
                <a:gd name="csY3" fmla="*/ 0 h 161755"/>
                <a:gd name="csX4" fmla="*/ 0 w 36804"/>
                <a:gd name="csY4" fmla="*/ 0 h 161755"/>
                <a:gd name="csX5" fmla="*/ 0 w 36804"/>
                <a:gd name="csY5" fmla="*/ 0 h 161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161755">
                  <a:moveTo>
                    <a:pt x="0" y="0"/>
                  </a:moveTo>
                  <a:lnTo>
                    <a:pt x="0" y="161755"/>
                  </a:lnTo>
                  <a:lnTo>
                    <a:pt x="36804" y="16175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2" name="Freeform 2891">
              <a:extLst>
                <a:ext uri="{FF2B5EF4-FFF2-40B4-BE49-F238E27FC236}">
                  <a16:creationId xmlns:a16="http://schemas.microsoft.com/office/drawing/2014/main" id="{F2284AE6-0321-7F9A-AD38-0EA9D3976171}"/>
                </a:ext>
              </a:extLst>
            </p:cNvPr>
            <p:cNvSpPr/>
            <p:nvPr/>
          </p:nvSpPr>
          <p:spPr>
            <a:xfrm>
              <a:off x="4570276" y="2527100"/>
              <a:ext cx="36804" cy="161755"/>
            </a:xfrm>
            <a:custGeom>
              <a:avLst/>
              <a:gdLst>
                <a:gd name="csX0" fmla="*/ 0 w 36804"/>
                <a:gd name="csY0" fmla="*/ 0 h 161755"/>
                <a:gd name="csX1" fmla="*/ 0 w 36804"/>
                <a:gd name="csY1" fmla="*/ 161755 h 161755"/>
                <a:gd name="csX2" fmla="*/ 36804 w 36804"/>
                <a:gd name="csY2" fmla="*/ 161755 h 161755"/>
                <a:gd name="csX3" fmla="*/ 36804 w 36804"/>
                <a:gd name="csY3" fmla="*/ 0 h 161755"/>
                <a:gd name="csX4" fmla="*/ 0 w 36804"/>
                <a:gd name="csY4" fmla="*/ 0 h 161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161755">
                  <a:moveTo>
                    <a:pt x="0" y="0"/>
                  </a:moveTo>
                  <a:lnTo>
                    <a:pt x="0" y="161755"/>
                  </a:lnTo>
                  <a:lnTo>
                    <a:pt x="36804" y="16175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648CF1E5-B848-D058-5B7E-EF42AE888C04}"/>
                </a:ext>
              </a:extLst>
            </p:cNvPr>
            <p:cNvSpPr/>
            <p:nvPr/>
          </p:nvSpPr>
          <p:spPr>
            <a:xfrm>
              <a:off x="4607081" y="2571645"/>
              <a:ext cx="36804" cy="117210"/>
            </a:xfrm>
            <a:custGeom>
              <a:avLst/>
              <a:gdLst>
                <a:gd name="csX0" fmla="*/ 0 w 36804"/>
                <a:gd name="csY0" fmla="*/ 0 h 117210"/>
                <a:gd name="csX1" fmla="*/ 0 w 36804"/>
                <a:gd name="csY1" fmla="*/ 117211 h 117210"/>
                <a:gd name="csX2" fmla="*/ 36804 w 36804"/>
                <a:gd name="csY2" fmla="*/ 117211 h 117210"/>
                <a:gd name="csX3" fmla="*/ 36804 w 36804"/>
                <a:gd name="csY3" fmla="*/ 0 h 117210"/>
                <a:gd name="csX4" fmla="*/ 0 w 36804"/>
                <a:gd name="csY4" fmla="*/ 0 h 117210"/>
                <a:gd name="csX5" fmla="*/ 0 w 36804"/>
                <a:gd name="csY5" fmla="*/ 0 h 117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117210">
                  <a:moveTo>
                    <a:pt x="0" y="0"/>
                  </a:moveTo>
                  <a:lnTo>
                    <a:pt x="0" y="117211"/>
                  </a:lnTo>
                  <a:lnTo>
                    <a:pt x="36804" y="117211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E9E73202-37B1-3746-F8E3-C32414CBA810}"/>
                </a:ext>
              </a:extLst>
            </p:cNvPr>
            <p:cNvSpPr/>
            <p:nvPr/>
          </p:nvSpPr>
          <p:spPr>
            <a:xfrm>
              <a:off x="4607081" y="2571645"/>
              <a:ext cx="36804" cy="117210"/>
            </a:xfrm>
            <a:custGeom>
              <a:avLst/>
              <a:gdLst>
                <a:gd name="csX0" fmla="*/ 0 w 36804"/>
                <a:gd name="csY0" fmla="*/ 0 h 117210"/>
                <a:gd name="csX1" fmla="*/ 0 w 36804"/>
                <a:gd name="csY1" fmla="*/ 117211 h 117210"/>
                <a:gd name="csX2" fmla="*/ 36804 w 36804"/>
                <a:gd name="csY2" fmla="*/ 117211 h 117210"/>
                <a:gd name="csX3" fmla="*/ 36804 w 36804"/>
                <a:gd name="csY3" fmla="*/ 0 h 117210"/>
                <a:gd name="csX4" fmla="*/ 0 w 36804"/>
                <a:gd name="csY4" fmla="*/ 0 h 117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117210">
                  <a:moveTo>
                    <a:pt x="0" y="0"/>
                  </a:moveTo>
                  <a:lnTo>
                    <a:pt x="0" y="117211"/>
                  </a:lnTo>
                  <a:lnTo>
                    <a:pt x="36804" y="117211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8AD63A44-EE34-0CA2-FFA5-2009AE40FCE7}"/>
                </a:ext>
              </a:extLst>
            </p:cNvPr>
            <p:cNvSpPr/>
            <p:nvPr/>
          </p:nvSpPr>
          <p:spPr>
            <a:xfrm>
              <a:off x="4643885" y="2607290"/>
              <a:ext cx="36804" cy="81565"/>
            </a:xfrm>
            <a:custGeom>
              <a:avLst/>
              <a:gdLst>
                <a:gd name="csX0" fmla="*/ 0 w 36804"/>
                <a:gd name="csY0" fmla="*/ 0 h 81565"/>
                <a:gd name="csX1" fmla="*/ 0 w 36804"/>
                <a:gd name="csY1" fmla="*/ 81565 h 81565"/>
                <a:gd name="csX2" fmla="*/ 36804 w 36804"/>
                <a:gd name="csY2" fmla="*/ 81565 h 81565"/>
                <a:gd name="csX3" fmla="*/ 36804 w 36804"/>
                <a:gd name="csY3" fmla="*/ 0 h 81565"/>
                <a:gd name="csX4" fmla="*/ 0 w 36804"/>
                <a:gd name="csY4" fmla="*/ 0 h 81565"/>
                <a:gd name="csX5" fmla="*/ 0 w 36804"/>
                <a:gd name="csY5" fmla="*/ 0 h 81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81565">
                  <a:moveTo>
                    <a:pt x="0" y="0"/>
                  </a:moveTo>
                  <a:lnTo>
                    <a:pt x="0" y="81565"/>
                  </a:lnTo>
                  <a:lnTo>
                    <a:pt x="36804" y="8156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E1DB8AF9-B023-09B9-F620-2D5E5DC9294C}"/>
                </a:ext>
              </a:extLst>
            </p:cNvPr>
            <p:cNvSpPr/>
            <p:nvPr/>
          </p:nvSpPr>
          <p:spPr>
            <a:xfrm>
              <a:off x="4643885" y="2607290"/>
              <a:ext cx="36804" cy="81565"/>
            </a:xfrm>
            <a:custGeom>
              <a:avLst/>
              <a:gdLst>
                <a:gd name="csX0" fmla="*/ 0 w 36804"/>
                <a:gd name="csY0" fmla="*/ 0 h 81565"/>
                <a:gd name="csX1" fmla="*/ 0 w 36804"/>
                <a:gd name="csY1" fmla="*/ 81565 h 81565"/>
                <a:gd name="csX2" fmla="*/ 36804 w 36804"/>
                <a:gd name="csY2" fmla="*/ 81565 h 81565"/>
                <a:gd name="csX3" fmla="*/ 36804 w 36804"/>
                <a:gd name="csY3" fmla="*/ 0 h 81565"/>
                <a:gd name="csX4" fmla="*/ 0 w 36804"/>
                <a:gd name="csY4" fmla="*/ 0 h 81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81565">
                  <a:moveTo>
                    <a:pt x="0" y="0"/>
                  </a:moveTo>
                  <a:lnTo>
                    <a:pt x="0" y="81565"/>
                  </a:lnTo>
                  <a:lnTo>
                    <a:pt x="36804" y="8156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4F769865-C9F9-041C-2C94-FB11E7F020E2}"/>
                </a:ext>
              </a:extLst>
            </p:cNvPr>
            <p:cNvSpPr/>
            <p:nvPr/>
          </p:nvSpPr>
          <p:spPr>
            <a:xfrm>
              <a:off x="4680689" y="2633611"/>
              <a:ext cx="36804" cy="55244"/>
            </a:xfrm>
            <a:custGeom>
              <a:avLst/>
              <a:gdLst>
                <a:gd name="csX0" fmla="*/ 0 w 36804"/>
                <a:gd name="csY0" fmla="*/ 0 h 55244"/>
                <a:gd name="csX1" fmla="*/ 0 w 36804"/>
                <a:gd name="csY1" fmla="*/ 55245 h 55244"/>
                <a:gd name="csX2" fmla="*/ 36804 w 36804"/>
                <a:gd name="csY2" fmla="*/ 55245 h 55244"/>
                <a:gd name="csX3" fmla="*/ 36804 w 36804"/>
                <a:gd name="csY3" fmla="*/ 0 h 55244"/>
                <a:gd name="csX4" fmla="*/ 0 w 36804"/>
                <a:gd name="csY4" fmla="*/ 0 h 55244"/>
                <a:gd name="csX5" fmla="*/ 0 w 36804"/>
                <a:gd name="csY5" fmla="*/ 0 h 5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55244">
                  <a:moveTo>
                    <a:pt x="0" y="0"/>
                  </a:moveTo>
                  <a:lnTo>
                    <a:pt x="0" y="55245"/>
                  </a:lnTo>
                  <a:lnTo>
                    <a:pt x="36804" y="5524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7C73EF25-8AFB-1B61-367C-5CDCDD794B46}"/>
                </a:ext>
              </a:extLst>
            </p:cNvPr>
            <p:cNvSpPr/>
            <p:nvPr/>
          </p:nvSpPr>
          <p:spPr>
            <a:xfrm>
              <a:off x="4680689" y="2633611"/>
              <a:ext cx="36804" cy="55244"/>
            </a:xfrm>
            <a:custGeom>
              <a:avLst/>
              <a:gdLst>
                <a:gd name="csX0" fmla="*/ 0 w 36804"/>
                <a:gd name="csY0" fmla="*/ 0 h 55244"/>
                <a:gd name="csX1" fmla="*/ 0 w 36804"/>
                <a:gd name="csY1" fmla="*/ 55245 h 55244"/>
                <a:gd name="csX2" fmla="*/ 36804 w 36804"/>
                <a:gd name="csY2" fmla="*/ 55245 h 55244"/>
                <a:gd name="csX3" fmla="*/ 36804 w 36804"/>
                <a:gd name="csY3" fmla="*/ 0 h 55244"/>
                <a:gd name="csX4" fmla="*/ 0 w 36804"/>
                <a:gd name="csY4" fmla="*/ 0 h 55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55244">
                  <a:moveTo>
                    <a:pt x="0" y="0"/>
                  </a:moveTo>
                  <a:lnTo>
                    <a:pt x="0" y="55245"/>
                  </a:lnTo>
                  <a:lnTo>
                    <a:pt x="36804" y="5524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899" name="Freeform 2898">
              <a:extLst>
                <a:ext uri="{FF2B5EF4-FFF2-40B4-BE49-F238E27FC236}">
                  <a16:creationId xmlns:a16="http://schemas.microsoft.com/office/drawing/2014/main" id="{4AD13CD9-B6C6-1762-87E7-4F95774AD2D5}"/>
                </a:ext>
              </a:extLst>
            </p:cNvPr>
            <p:cNvSpPr/>
            <p:nvPr/>
          </p:nvSpPr>
          <p:spPr>
            <a:xfrm>
              <a:off x="4717493" y="2654278"/>
              <a:ext cx="36804" cy="34577"/>
            </a:xfrm>
            <a:custGeom>
              <a:avLst/>
              <a:gdLst>
                <a:gd name="csX0" fmla="*/ 0 w 36804"/>
                <a:gd name="csY0" fmla="*/ 0 h 34577"/>
                <a:gd name="csX1" fmla="*/ 0 w 36804"/>
                <a:gd name="csY1" fmla="*/ 34578 h 34577"/>
                <a:gd name="csX2" fmla="*/ 36804 w 36804"/>
                <a:gd name="csY2" fmla="*/ 34578 h 34577"/>
                <a:gd name="csX3" fmla="*/ 36804 w 36804"/>
                <a:gd name="csY3" fmla="*/ 0 h 34577"/>
                <a:gd name="csX4" fmla="*/ 0 w 36804"/>
                <a:gd name="csY4" fmla="*/ 0 h 34577"/>
                <a:gd name="csX5" fmla="*/ 0 w 36804"/>
                <a:gd name="csY5" fmla="*/ 0 h 345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34577">
                  <a:moveTo>
                    <a:pt x="0" y="0"/>
                  </a:moveTo>
                  <a:lnTo>
                    <a:pt x="0" y="34578"/>
                  </a:lnTo>
                  <a:lnTo>
                    <a:pt x="36804" y="34578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0" name="Freeform 2899">
              <a:extLst>
                <a:ext uri="{FF2B5EF4-FFF2-40B4-BE49-F238E27FC236}">
                  <a16:creationId xmlns:a16="http://schemas.microsoft.com/office/drawing/2014/main" id="{0EEF8117-2919-570D-340D-5678C06AA5B5}"/>
                </a:ext>
              </a:extLst>
            </p:cNvPr>
            <p:cNvSpPr/>
            <p:nvPr/>
          </p:nvSpPr>
          <p:spPr>
            <a:xfrm>
              <a:off x="4717493" y="2654278"/>
              <a:ext cx="36804" cy="34577"/>
            </a:xfrm>
            <a:custGeom>
              <a:avLst/>
              <a:gdLst>
                <a:gd name="csX0" fmla="*/ 0 w 36804"/>
                <a:gd name="csY0" fmla="*/ 0 h 34577"/>
                <a:gd name="csX1" fmla="*/ 0 w 36804"/>
                <a:gd name="csY1" fmla="*/ 34578 h 34577"/>
                <a:gd name="csX2" fmla="*/ 36804 w 36804"/>
                <a:gd name="csY2" fmla="*/ 34578 h 34577"/>
                <a:gd name="csX3" fmla="*/ 36804 w 36804"/>
                <a:gd name="csY3" fmla="*/ 0 h 34577"/>
                <a:gd name="csX4" fmla="*/ 0 w 36804"/>
                <a:gd name="csY4" fmla="*/ 0 h 345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34577">
                  <a:moveTo>
                    <a:pt x="0" y="0"/>
                  </a:moveTo>
                  <a:lnTo>
                    <a:pt x="0" y="34578"/>
                  </a:lnTo>
                  <a:lnTo>
                    <a:pt x="36804" y="34578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1" name="Freeform 2900">
              <a:extLst>
                <a:ext uri="{FF2B5EF4-FFF2-40B4-BE49-F238E27FC236}">
                  <a16:creationId xmlns:a16="http://schemas.microsoft.com/office/drawing/2014/main" id="{05EB2E5E-63CB-2584-EB5E-6BC3A83ADCDA}"/>
                </a:ext>
              </a:extLst>
            </p:cNvPr>
            <p:cNvSpPr/>
            <p:nvPr/>
          </p:nvSpPr>
          <p:spPr>
            <a:xfrm>
              <a:off x="4754297" y="2666520"/>
              <a:ext cx="36797" cy="22335"/>
            </a:xfrm>
            <a:custGeom>
              <a:avLst/>
              <a:gdLst>
                <a:gd name="csX0" fmla="*/ 0 w 36797"/>
                <a:gd name="csY0" fmla="*/ 0 h 22335"/>
                <a:gd name="csX1" fmla="*/ 0 w 36797"/>
                <a:gd name="csY1" fmla="*/ 22335 h 22335"/>
                <a:gd name="csX2" fmla="*/ 36797 w 36797"/>
                <a:gd name="csY2" fmla="*/ 22335 h 22335"/>
                <a:gd name="csX3" fmla="*/ 36797 w 36797"/>
                <a:gd name="csY3" fmla="*/ 0 h 22335"/>
                <a:gd name="csX4" fmla="*/ 0 w 36797"/>
                <a:gd name="csY4" fmla="*/ 0 h 22335"/>
                <a:gd name="csX5" fmla="*/ 0 w 36797"/>
                <a:gd name="csY5" fmla="*/ 0 h 22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797" h="22335">
                  <a:moveTo>
                    <a:pt x="0" y="0"/>
                  </a:moveTo>
                  <a:lnTo>
                    <a:pt x="0" y="22335"/>
                  </a:lnTo>
                  <a:lnTo>
                    <a:pt x="36797" y="22335"/>
                  </a:lnTo>
                  <a:lnTo>
                    <a:pt x="367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2" name="Freeform 2901">
              <a:extLst>
                <a:ext uri="{FF2B5EF4-FFF2-40B4-BE49-F238E27FC236}">
                  <a16:creationId xmlns:a16="http://schemas.microsoft.com/office/drawing/2014/main" id="{EA1C1A1B-4F29-2EDA-0E0E-722FEE8EA457}"/>
                </a:ext>
              </a:extLst>
            </p:cNvPr>
            <p:cNvSpPr/>
            <p:nvPr/>
          </p:nvSpPr>
          <p:spPr>
            <a:xfrm>
              <a:off x="4754297" y="2666520"/>
              <a:ext cx="36797" cy="22335"/>
            </a:xfrm>
            <a:custGeom>
              <a:avLst/>
              <a:gdLst>
                <a:gd name="csX0" fmla="*/ 0 w 36797"/>
                <a:gd name="csY0" fmla="*/ 0 h 22335"/>
                <a:gd name="csX1" fmla="*/ 0 w 36797"/>
                <a:gd name="csY1" fmla="*/ 22335 h 22335"/>
                <a:gd name="csX2" fmla="*/ 36797 w 36797"/>
                <a:gd name="csY2" fmla="*/ 22335 h 22335"/>
                <a:gd name="csX3" fmla="*/ 36797 w 36797"/>
                <a:gd name="csY3" fmla="*/ 0 h 22335"/>
                <a:gd name="csX4" fmla="*/ 0 w 36797"/>
                <a:gd name="csY4" fmla="*/ 0 h 22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97" h="22335">
                  <a:moveTo>
                    <a:pt x="0" y="0"/>
                  </a:moveTo>
                  <a:lnTo>
                    <a:pt x="0" y="22335"/>
                  </a:lnTo>
                  <a:lnTo>
                    <a:pt x="36797" y="22335"/>
                  </a:lnTo>
                  <a:lnTo>
                    <a:pt x="3679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B60697C8-488D-16F7-10C6-E83F4A9189EA}"/>
                </a:ext>
              </a:extLst>
            </p:cNvPr>
            <p:cNvSpPr/>
            <p:nvPr/>
          </p:nvSpPr>
          <p:spPr>
            <a:xfrm>
              <a:off x="4791094" y="2675817"/>
              <a:ext cx="36804" cy="13038"/>
            </a:xfrm>
            <a:custGeom>
              <a:avLst/>
              <a:gdLst>
                <a:gd name="csX0" fmla="*/ 0 w 36804"/>
                <a:gd name="csY0" fmla="*/ 0 h 13038"/>
                <a:gd name="csX1" fmla="*/ 0 w 36804"/>
                <a:gd name="csY1" fmla="*/ 13038 h 13038"/>
                <a:gd name="csX2" fmla="*/ 36804 w 36804"/>
                <a:gd name="csY2" fmla="*/ 13038 h 13038"/>
                <a:gd name="csX3" fmla="*/ 36804 w 36804"/>
                <a:gd name="csY3" fmla="*/ 0 h 13038"/>
                <a:gd name="csX4" fmla="*/ 0 w 36804"/>
                <a:gd name="csY4" fmla="*/ 0 h 13038"/>
                <a:gd name="csX5" fmla="*/ 0 w 36804"/>
                <a:gd name="csY5" fmla="*/ 0 h 13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13038">
                  <a:moveTo>
                    <a:pt x="0" y="0"/>
                  </a:moveTo>
                  <a:lnTo>
                    <a:pt x="0" y="13038"/>
                  </a:lnTo>
                  <a:lnTo>
                    <a:pt x="36804" y="13038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F294E8AE-84F4-A772-0305-0B3E52E7FBF3}"/>
                </a:ext>
              </a:extLst>
            </p:cNvPr>
            <p:cNvSpPr/>
            <p:nvPr/>
          </p:nvSpPr>
          <p:spPr>
            <a:xfrm>
              <a:off x="4791094" y="2675817"/>
              <a:ext cx="36804" cy="13038"/>
            </a:xfrm>
            <a:custGeom>
              <a:avLst/>
              <a:gdLst>
                <a:gd name="csX0" fmla="*/ 0 w 36804"/>
                <a:gd name="csY0" fmla="*/ 0 h 13038"/>
                <a:gd name="csX1" fmla="*/ 0 w 36804"/>
                <a:gd name="csY1" fmla="*/ 13038 h 13038"/>
                <a:gd name="csX2" fmla="*/ 36804 w 36804"/>
                <a:gd name="csY2" fmla="*/ 13038 h 13038"/>
                <a:gd name="csX3" fmla="*/ 36804 w 36804"/>
                <a:gd name="csY3" fmla="*/ 0 h 13038"/>
                <a:gd name="csX4" fmla="*/ 0 w 36804"/>
                <a:gd name="csY4" fmla="*/ 0 h 13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13038">
                  <a:moveTo>
                    <a:pt x="0" y="0"/>
                  </a:moveTo>
                  <a:lnTo>
                    <a:pt x="0" y="13038"/>
                  </a:lnTo>
                  <a:lnTo>
                    <a:pt x="36804" y="13038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9D9025A9-943C-2FE0-6C71-B59BAEB6E7E5}"/>
                </a:ext>
              </a:extLst>
            </p:cNvPr>
            <p:cNvSpPr/>
            <p:nvPr/>
          </p:nvSpPr>
          <p:spPr>
            <a:xfrm>
              <a:off x="4827898" y="2680961"/>
              <a:ext cx="36804" cy="7894"/>
            </a:xfrm>
            <a:custGeom>
              <a:avLst/>
              <a:gdLst>
                <a:gd name="csX0" fmla="*/ 0 w 36804"/>
                <a:gd name="csY0" fmla="*/ 0 h 7894"/>
                <a:gd name="csX1" fmla="*/ 0 w 36804"/>
                <a:gd name="csY1" fmla="*/ 7894 h 7894"/>
                <a:gd name="csX2" fmla="*/ 36804 w 36804"/>
                <a:gd name="csY2" fmla="*/ 7894 h 7894"/>
                <a:gd name="csX3" fmla="*/ 36804 w 36804"/>
                <a:gd name="csY3" fmla="*/ 0 h 7894"/>
                <a:gd name="csX4" fmla="*/ 0 w 36804"/>
                <a:gd name="csY4" fmla="*/ 0 h 7894"/>
                <a:gd name="csX5" fmla="*/ 0 w 36804"/>
                <a:gd name="csY5" fmla="*/ 0 h 7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7894">
                  <a:moveTo>
                    <a:pt x="0" y="0"/>
                  </a:moveTo>
                  <a:lnTo>
                    <a:pt x="0" y="7894"/>
                  </a:lnTo>
                  <a:lnTo>
                    <a:pt x="36804" y="7894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0B52AD4C-AD46-0C82-1CE8-8A1CB012DE06}"/>
                </a:ext>
              </a:extLst>
            </p:cNvPr>
            <p:cNvSpPr/>
            <p:nvPr/>
          </p:nvSpPr>
          <p:spPr>
            <a:xfrm>
              <a:off x="4827898" y="2680961"/>
              <a:ext cx="36804" cy="7894"/>
            </a:xfrm>
            <a:custGeom>
              <a:avLst/>
              <a:gdLst>
                <a:gd name="csX0" fmla="*/ 0 w 36804"/>
                <a:gd name="csY0" fmla="*/ 0 h 7894"/>
                <a:gd name="csX1" fmla="*/ 0 w 36804"/>
                <a:gd name="csY1" fmla="*/ 7894 h 7894"/>
                <a:gd name="csX2" fmla="*/ 36804 w 36804"/>
                <a:gd name="csY2" fmla="*/ 7894 h 7894"/>
                <a:gd name="csX3" fmla="*/ 36804 w 36804"/>
                <a:gd name="csY3" fmla="*/ 0 h 7894"/>
                <a:gd name="csX4" fmla="*/ 0 w 36804"/>
                <a:gd name="csY4" fmla="*/ 0 h 7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7894">
                  <a:moveTo>
                    <a:pt x="0" y="0"/>
                  </a:moveTo>
                  <a:lnTo>
                    <a:pt x="0" y="7894"/>
                  </a:lnTo>
                  <a:lnTo>
                    <a:pt x="36804" y="7894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28634DC3-8752-363A-AA2B-56E63A95D413}"/>
                </a:ext>
              </a:extLst>
            </p:cNvPr>
            <p:cNvSpPr/>
            <p:nvPr/>
          </p:nvSpPr>
          <p:spPr>
            <a:xfrm>
              <a:off x="4864703" y="2684772"/>
              <a:ext cx="36804" cy="4083"/>
            </a:xfrm>
            <a:custGeom>
              <a:avLst/>
              <a:gdLst>
                <a:gd name="csX0" fmla="*/ 0 w 36804"/>
                <a:gd name="csY0" fmla="*/ 0 h 4083"/>
                <a:gd name="csX1" fmla="*/ 0 w 36804"/>
                <a:gd name="csY1" fmla="*/ 4083 h 4083"/>
                <a:gd name="csX2" fmla="*/ 36804 w 36804"/>
                <a:gd name="csY2" fmla="*/ 4083 h 4083"/>
                <a:gd name="csX3" fmla="*/ 36804 w 36804"/>
                <a:gd name="csY3" fmla="*/ 0 h 4083"/>
                <a:gd name="csX4" fmla="*/ 0 w 36804"/>
                <a:gd name="csY4" fmla="*/ 0 h 4083"/>
                <a:gd name="csX5" fmla="*/ 0 w 36804"/>
                <a:gd name="csY5" fmla="*/ 0 h 4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4083">
                  <a:moveTo>
                    <a:pt x="0" y="0"/>
                  </a:moveTo>
                  <a:lnTo>
                    <a:pt x="0" y="4083"/>
                  </a:lnTo>
                  <a:lnTo>
                    <a:pt x="36804" y="4083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1ED61836-7327-EDC0-FA30-94BB582D2D77}"/>
                </a:ext>
              </a:extLst>
            </p:cNvPr>
            <p:cNvSpPr/>
            <p:nvPr/>
          </p:nvSpPr>
          <p:spPr>
            <a:xfrm>
              <a:off x="4864703" y="2684772"/>
              <a:ext cx="36804" cy="4083"/>
            </a:xfrm>
            <a:custGeom>
              <a:avLst/>
              <a:gdLst>
                <a:gd name="csX0" fmla="*/ 0 w 36804"/>
                <a:gd name="csY0" fmla="*/ 0 h 4083"/>
                <a:gd name="csX1" fmla="*/ 0 w 36804"/>
                <a:gd name="csY1" fmla="*/ 4083 h 4083"/>
                <a:gd name="csX2" fmla="*/ 36804 w 36804"/>
                <a:gd name="csY2" fmla="*/ 4083 h 4083"/>
                <a:gd name="csX3" fmla="*/ 36804 w 36804"/>
                <a:gd name="csY3" fmla="*/ 0 h 4083"/>
                <a:gd name="csX4" fmla="*/ 0 w 36804"/>
                <a:gd name="csY4" fmla="*/ 0 h 4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4083">
                  <a:moveTo>
                    <a:pt x="0" y="0"/>
                  </a:moveTo>
                  <a:lnTo>
                    <a:pt x="0" y="4083"/>
                  </a:lnTo>
                  <a:lnTo>
                    <a:pt x="36804" y="4083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E5BDF6B3-A928-38EC-8491-B56E58560D1E}"/>
                </a:ext>
              </a:extLst>
            </p:cNvPr>
            <p:cNvSpPr/>
            <p:nvPr/>
          </p:nvSpPr>
          <p:spPr>
            <a:xfrm>
              <a:off x="4901507" y="2686706"/>
              <a:ext cx="36804" cy="2149"/>
            </a:xfrm>
            <a:custGeom>
              <a:avLst/>
              <a:gdLst>
                <a:gd name="csX0" fmla="*/ 0 w 36804"/>
                <a:gd name="csY0" fmla="*/ 0 h 2149"/>
                <a:gd name="csX1" fmla="*/ 0 w 36804"/>
                <a:gd name="csY1" fmla="*/ 2150 h 2149"/>
                <a:gd name="csX2" fmla="*/ 36804 w 36804"/>
                <a:gd name="csY2" fmla="*/ 2150 h 2149"/>
                <a:gd name="csX3" fmla="*/ 36804 w 36804"/>
                <a:gd name="csY3" fmla="*/ 0 h 2149"/>
                <a:gd name="csX4" fmla="*/ 0 w 36804"/>
                <a:gd name="csY4" fmla="*/ 0 h 2149"/>
                <a:gd name="csX5" fmla="*/ 0 w 36804"/>
                <a:gd name="csY5" fmla="*/ 0 h 2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2149">
                  <a:moveTo>
                    <a:pt x="0" y="0"/>
                  </a:moveTo>
                  <a:lnTo>
                    <a:pt x="0" y="2150"/>
                  </a:lnTo>
                  <a:lnTo>
                    <a:pt x="36804" y="2150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65B5E788-34E0-77D1-CCB7-E4B7FD7CA1B4}"/>
                </a:ext>
              </a:extLst>
            </p:cNvPr>
            <p:cNvSpPr/>
            <p:nvPr/>
          </p:nvSpPr>
          <p:spPr>
            <a:xfrm>
              <a:off x="4901507" y="2686706"/>
              <a:ext cx="36804" cy="2149"/>
            </a:xfrm>
            <a:custGeom>
              <a:avLst/>
              <a:gdLst>
                <a:gd name="csX0" fmla="*/ 0 w 36804"/>
                <a:gd name="csY0" fmla="*/ 0 h 2149"/>
                <a:gd name="csX1" fmla="*/ 0 w 36804"/>
                <a:gd name="csY1" fmla="*/ 2150 h 2149"/>
                <a:gd name="csX2" fmla="*/ 36804 w 36804"/>
                <a:gd name="csY2" fmla="*/ 2150 h 2149"/>
                <a:gd name="csX3" fmla="*/ 36804 w 36804"/>
                <a:gd name="csY3" fmla="*/ 0 h 2149"/>
                <a:gd name="csX4" fmla="*/ 0 w 36804"/>
                <a:gd name="csY4" fmla="*/ 0 h 2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2149">
                  <a:moveTo>
                    <a:pt x="0" y="0"/>
                  </a:moveTo>
                  <a:lnTo>
                    <a:pt x="0" y="2150"/>
                  </a:lnTo>
                  <a:lnTo>
                    <a:pt x="36804" y="2150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50D9D9F2-7EDC-409E-6F2C-26E422460A73}"/>
                </a:ext>
              </a:extLst>
            </p:cNvPr>
            <p:cNvSpPr/>
            <p:nvPr/>
          </p:nvSpPr>
          <p:spPr>
            <a:xfrm>
              <a:off x="4938311" y="2687704"/>
              <a:ext cx="36804" cy="1151"/>
            </a:xfrm>
            <a:custGeom>
              <a:avLst/>
              <a:gdLst>
                <a:gd name="csX0" fmla="*/ 0 w 36804"/>
                <a:gd name="csY0" fmla="*/ 0 h 1151"/>
                <a:gd name="csX1" fmla="*/ 0 w 36804"/>
                <a:gd name="csY1" fmla="*/ 1152 h 1151"/>
                <a:gd name="csX2" fmla="*/ 36804 w 36804"/>
                <a:gd name="csY2" fmla="*/ 1152 h 1151"/>
                <a:gd name="csX3" fmla="*/ 36804 w 36804"/>
                <a:gd name="csY3" fmla="*/ 0 h 1151"/>
                <a:gd name="csX4" fmla="*/ 0 w 36804"/>
                <a:gd name="csY4" fmla="*/ 0 h 1151"/>
                <a:gd name="csX5" fmla="*/ 0 w 36804"/>
                <a:gd name="csY5" fmla="*/ 0 h 1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1151">
                  <a:moveTo>
                    <a:pt x="0" y="0"/>
                  </a:moveTo>
                  <a:lnTo>
                    <a:pt x="0" y="1152"/>
                  </a:lnTo>
                  <a:lnTo>
                    <a:pt x="36804" y="1152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FC2E86EB-C6B0-BBD3-3639-CBD3C028490E}"/>
                </a:ext>
              </a:extLst>
            </p:cNvPr>
            <p:cNvSpPr/>
            <p:nvPr/>
          </p:nvSpPr>
          <p:spPr>
            <a:xfrm>
              <a:off x="4938311" y="2687704"/>
              <a:ext cx="36804" cy="1151"/>
            </a:xfrm>
            <a:custGeom>
              <a:avLst/>
              <a:gdLst>
                <a:gd name="csX0" fmla="*/ 0 w 36804"/>
                <a:gd name="csY0" fmla="*/ 0 h 1151"/>
                <a:gd name="csX1" fmla="*/ 0 w 36804"/>
                <a:gd name="csY1" fmla="*/ 1152 h 1151"/>
                <a:gd name="csX2" fmla="*/ 36804 w 36804"/>
                <a:gd name="csY2" fmla="*/ 1152 h 1151"/>
                <a:gd name="csX3" fmla="*/ 36804 w 36804"/>
                <a:gd name="csY3" fmla="*/ 0 h 1151"/>
                <a:gd name="csX4" fmla="*/ 0 w 36804"/>
                <a:gd name="csY4" fmla="*/ 0 h 1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1151">
                  <a:moveTo>
                    <a:pt x="0" y="0"/>
                  </a:moveTo>
                  <a:lnTo>
                    <a:pt x="0" y="1152"/>
                  </a:lnTo>
                  <a:lnTo>
                    <a:pt x="36804" y="1152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A01910CA-9364-7703-65C1-8A74424FB662}"/>
                </a:ext>
              </a:extLst>
            </p:cNvPr>
            <p:cNvSpPr/>
            <p:nvPr/>
          </p:nvSpPr>
          <p:spPr>
            <a:xfrm>
              <a:off x="4975115" y="2688220"/>
              <a:ext cx="36804" cy="635"/>
            </a:xfrm>
            <a:custGeom>
              <a:avLst/>
              <a:gdLst>
                <a:gd name="csX0" fmla="*/ 0 w 36804"/>
                <a:gd name="csY0" fmla="*/ 0 h 635"/>
                <a:gd name="csX1" fmla="*/ 0 w 36804"/>
                <a:gd name="csY1" fmla="*/ 635 h 635"/>
                <a:gd name="csX2" fmla="*/ 36804 w 36804"/>
                <a:gd name="csY2" fmla="*/ 635 h 635"/>
                <a:gd name="csX3" fmla="*/ 36804 w 36804"/>
                <a:gd name="csY3" fmla="*/ 0 h 635"/>
                <a:gd name="csX4" fmla="*/ 0 w 36804"/>
                <a:gd name="csY4" fmla="*/ 0 h 635"/>
                <a:gd name="csX5" fmla="*/ 0 w 36804"/>
                <a:gd name="csY5" fmla="*/ 0 h 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6804" h="635">
                  <a:moveTo>
                    <a:pt x="0" y="0"/>
                  </a:moveTo>
                  <a:lnTo>
                    <a:pt x="0" y="635"/>
                  </a:lnTo>
                  <a:lnTo>
                    <a:pt x="36804" y="635"/>
                  </a:lnTo>
                  <a:lnTo>
                    <a:pt x="3680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E1D2D9D3-2135-929B-854F-F48EE2BDAFAE}"/>
                </a:ext>
              </a:extLst>
            </p:cNvPr>
            <p:cNvSpPr/>
            <p:nvPr/>
          </p:nvSpPr>
          <p:spPr>
            <a:xfrm>
              <a:off x="4975115" y="2688220"/>
              <a:ext cx="36804" cy="635"/>
            </a:xfrm>
            <a:custGeom>
              <a:avLst/>
              <a:gdLst>
                <a:gd name="csX0" fmla="*/ 0 w 36804"/>
                <a:gd name="csY0" fmla="*/ 0 h 635"/>
                <a:gd name="csX1" fmla="*/ 0 w 36804"/>
                <a:gd name="csY1" fmla="*/ 635 h 635"/>
                <a:gd name="csX2" fmla="*/ 36804 w 36804"/>
                <a:gd name="csY2" fmla="*/ 635 h 635"/>
                <a:gd name="csX3" fmla="*/ 36804 w 36804"/>
                <a:gd name="csY3" fmla="*/ 0 h 635"/>
                <a:gd name="csX4" fmla="*/ 0 w 36804"/>
                <a:gd name="csY4" fmla="*/ 0 h 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04" h="635">
                  <a:moveTo>
                    <a:pt x="0" y="0"/>
                  </a:moveTo>
                  <a:lnTo>
                    <a:pt x="0" y="635"/>
                  </a:lnTo>
                  <a:lnTo>
                    <a:pt x="36804" y="635"/>
                  </a:lnTo>
                  <a:lnTo>
                    <a:pt x="3680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29" name="Oval 2928">
              <a:extLst>
                <a:ext uri="{FF2B5EF4-FFF2-40B4-BE49-F238E27FC236}">
                  <a16:creationId xmlns:a16="http://schemas.microsoft.com/office/drawing/2014/main" id="{97506705-2399-9834-87AB-F119D9CDC00D}"/>
                </a:ext>
              </a:extLst>
            </p:cNvPr>
            <p:cNvSpPr/>
            <p:nvPr/>
          </p:nvSpPr>
          <p:spPr>
            <a:xfrm>
              <a:off x="3593595" y="2687257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0" name="Oval 2929">
              <a:extLst>
                <a:ext uri="{FF2B5EF4-FFF2-40B4-BE49-F238E27FC236}">
                  <a16:creationId xmlns:a16="http://schemas.microsoft.com/office/drawing/2014/main" id="{B4382DCC-CE59-46A7-1961-5508B94CE89F}"/>
                </a:ext>
              </a:extLst>
            </p:cNvPr>
            <p:cNvSpPr/>
            <p:nvPr/>
          </p:nvSpPr>
          <p:spPr>
            <a:xfrm>
              <a:off x="3630399" y="268684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1" name="Oval 2930">
              <a:extLst>
                <a:ext uri="{FF2B5EF4-FFF2-40B4-BE49-F238E27FC236}">
                  <a16:creationId xmlns:a16="http://schemas.microsoft.com/office/drawing/2014/main" id="{85AEA4C0-C7D6-24BD-AD1B-B83DD47FD3B5}"/>
                </a:ext>
              </a:extLst>
            </p:cNvPr>
            <p:cNvSpPr/>
            <p:nvPr/>
          </p:nvSpPr>
          <p:spPr>
            <a:xfrm>
              <a:off x="3667202" y="2686266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2" name="Oval 2931">
              <a:extLst>
                <a:ext uri="{FF2B5EF4-FFF2-40B4-BE49-F238E27FC236}">
                  <a16:creationId xmlns:a16="http://schemas.microsoft.com/office/drawing/2014/main" id="{53D70FE3-2BFA-4D0E-27ED-C1FACA37F0B1}"/>
                </a:ext>
              </a:extLst>
            </p:cNvPr>
            <p:cNvSpPr/>
            <p:nvPr/>
          </p:nvSpPr>
          <p:spPr>
            <a:xfrm>
              <a:off x="3704005" y="268518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3" name="Oval 2932">
              <a:extLst>
                <a:ext uri="{FF2B5EF4-FFF2-40B4-BE49-F238E27FC236}">
                  <a16:creationId xmlns:a16="http://schemas.microsoft.com/office/drawing/2014/main" id="{C5DBD05D-74D7-214F-7D3B-A014EAEE475F}"/>
                </a:ext>
              </a:extLst>
            </p:cNvPr>
            <p:cNvSpPr/>
            <p:nvPr/>
          </p:nvSpPr>
          <p:spPr>
            <a:xfrm>
              <a:off x="3740808" y="268366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4" name="Oval 2933">
              <a:extLst>
                <a:ext uri="{FF2B5EF4-FFF2-40B4-BE49-F238E27FC236}">
                  <a16:creationId xmlns:a16="http://schemas.microsoft.com/office/drawing/2014/main" id="{96D51DC7-FC8B-CD8C-6D8C-0866557ACEA9}"/>
                </a:ext>
              </a:extLst>
            </p:cNvPr>
            <p:cNvSpPr/>
            <p:nvPr/>
          </p:nvSpPr>
          <p:spPr>
            <a:xfrm>
              <a:off x="3777612" y="268003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5" name="Oval 2934">
              <a:extLst>
                <a:ext uri="{FF2B5EF4-FFF2-40B4-BE49-F238E27FC236}">
                  <a16:creationId xmlns:a16="http://schemas.microsoft.com/office/drawing/2014/main" id="{58A64EF8-F862-E3DB-E614-6B87ADB54C86}"/>
                </a:ext>
              </a:extLst>
            </p:cNvPr>
            <p:cNvSpPr/>
            <p:nvPr/>
          </p:nvSpPr>
          <p:spPr>
            <a:xfrm>
              <a:off x="3814415" y="2674400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6" name="Oval 2935">
              <a:extLst>
                <a:ext uri="{FF2B5EF4-FFF2-40B4-BE49-F238E27FC236}">
                  <a16:creationId xmlns:a16="http://schemas.microsoft.com/office/drawing/2014/main" id="{58EE4C7E-9818-B80C-9DDA-AB3997EE1C1E}"/>
                </a:ext>
              </a:extLst>
            </p:cNvPr>
            <p:cNvSpPr/>
            <p:nvPr/>
          </p:nvSpPr>
          <p:spPr>
            <a:xfrm>
              <a:off x="3851219" y="266545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7" name="Oval 2936">
              <a:extLst>
                <a:ext uri="{FF2B5EF4-FFF2-40B4-BE49-F238E27FC236}">
                  <a16:creationId xmlns:a16="http://schemas.microsoft.com/office/drawing/2014/main" id="{A1788B8A-2C4B-9050-1FFD-5F3E388F03AC}"/>
                </a:ext>
              </a:extLst>
            </p:cNvPr>
            <p:cNvSpPr/>
            <p:nvPr/>
          </p:nvSpPr>
          <p:spPr>
            <a:xfrm>
              <a:off x="3888022" y="265197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8" name="Oval 2937">
              <a:extLst>
                <a:ext uri="{FF2B5EF4-FFF2-40B4-BE49-F238E27FC236}">
                  <a16:creationId xmlns:a16="http://schemas.microsoft.com/office/drawing/2014/main" id="{A44D7E11-E3B6-9F02-BC31-6095AED1E31E}"/>
                </a:ext>
              </a:extLst>
            </p:cNvPr>
            <p:cNvSpPr/>
            <p:nvPr/>
          </p:nvSpPr>
          <p:spPr>
            <a:xfrm>
              <a:off x="3924825" y="263220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39" name="Oval 2938">
              <a:extLst>
                <a:ext uri="{FF2B5EF4-FFF2-40B4-BE49-F238E27FC236}">
                  <a16:creationId xmlns:a16="http://schemas.microsoft.com/office/drawing/2014/main" id="{96DC6604-85B0-5FFB-497E-FE80839091CA}"/>
                </a:ext>
              </a:extLst>
            </p:cNvPr>
            <p:cNvSpPr/>
            <p:nvPr/>
          </p:nvSpPr>
          <p:spPr>
            <a:xfrm>
              <a:off x="3961628" y="260377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0" name="Oval 2939">
              <a:extLst>
                <a:ext uri="{FF2B5EF4-FFF2-40B4-BE49-F238E27FC236}">
                  <a16:creationId xmlns:a16="http://schemas.microsoft.com/office/drawing/2014/main" id="{0005D7EF-DE5B-D911-3B00-3FA9BE300245}"/>
                </a:ext>
              </a:extLst>
            </p:cNvPr>
            <p:cNvSpPr/>
            <p:nvPr/>
          </p:nvSpPr>
          <p:spPr>
            <a:xfrm>
              <a:off x="3998432" y="2570556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1" name="Oval 2940">
              <a:extLst>
                <a:ext uri="{FF2B5EF4-FFF2-40B4-BE49-F238E27FC236}">
                  <a16:creationId xmlns:a16="http://schemas.microsoft.com/office/drawing/2014/main" id="{ED7EAF53-BCFF-AD2F-4A57-54F126928A19}"/>
                </a:ext>
              </a:extLst>
            </p:cNvPr>
            <p:cNvSpPr/>
            <p:nvPr/>
          </p:nvSpPr>
          <p:spPr>
            <a:xfrm>
              <a:off x="4035235" y="2526556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2" name="Oval 2941">
              <a:extLst>
                <a:ext uri="{FF2B5EF4-FFF2-40B4-BE49-F238E27FC236}">
                  <a16:creationId xmlns:a16="http://schemas.microsoft.com/office/drawing/2014/main" id="{9478A06C-5944-D41B-FD93-6987B7689F8E}"/>
                </a:ext>
              </a:extLst>
            </p:cNvPr>
            <p:cNvSpPr/>
            <p:nvPr/>
          </p:nvSpPr>
          <p:spPr>
            <a:xfrm>
              <a:off x="4072038" y="2475736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3" name="Oval 2942">
              <a:extLst>
                <a:ext uri="{FF2B5EF4-FFF2-40B4-BE49-F238E27FC236}">
                  <a16:creationId xmlns:a16="http://schemas.microsoft.com/office/drawing/2014/main" id="{1E35D34A-231D-FAA9-EB07-5311B1C0F83C}"/>
                </a:ext>
              </a:extLst>
            </p:cNvPr>
            <p:cNvSpPr/>
            <p:nvPr/>
          </p:nvSpPr>
          <p:spPr>
            <a:xfrm>
              <a:off x="4108839" y="241438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4" name="Oval 2943">
              <a:extLst>
                <a:ext uri="{FF2B5EF4-FFF2-40B4-BE49-F238E27FC236}">
                  <a16:creationId xmlns:a16="http://schemas.microsoft.com/office/drawing/2014/main" id="{2CDEE028-17F3-CDBB-76BF-9910F4543E04}"/>
                </a:ext>
              </a:extLst>
            </p:cNvPr>
            <p:cNvSpPr/>
            <p:nvPr/>
          </p:nvSpPr>
          <p:spPr>
            <a:xfrm>
              <a:off x="4145643" y="235944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5" name="Oval 2944">
              <a:extLst>
                <a:ext uri="{FF2B5EF4-FFF2-40B4-BE49-F238E27FC236}">
                  <a16:creationId xmlns:a16="http://schemas.microsoft.com/office/drawing/2014/main" id="{DD83ACDF-61ED-AE42-8E86-188EBC8E933D}"/>
                </a:ext>
              </a:extLst>
            </p:cNvPr>
            <p:cNvSpPr/>
            <p:nvPr/>
          </p:nvSpPr>
          <p:spPr>
            <a:xfrm>
              <a:off x="4182448" y="229799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6" name="Oval 2945">
              <a:extLst>
                <a:ext uri="{FF2B5EF4-FFF2-40B4-BE49-F238E27FC236}">
                  <a16:creationId xmlns:a16="http://schemas.microsoft.com/office/drawing/2014/main" id="{982E60B0-8E5E-1FE5-8640-6EE2EF73E7F0}"/>
                </a:ext>
              </a:extLst>
            </p:cNvPr>
            <p:cNvSpPr/>
            <p:nvPr/>
          </p:nvSpPr>
          <p:spPr>
            <a:xfrm>
              <a:off x="4219252" y="2246207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7" name="Oval 2946">
              <a:extLst>
                <a:ext uri="{FF2B5EF4-FFF2-40B4-BE49-F238E27FC236}">
                  <a16:creationId xmlns:a16="http://schemas.microsoft.com/office/drawing/2014/main" id="{25B0FAEF-3415-835F-9341-ED64FB5A96DF}"/>
                </a:ext>
              </a:extLst>
            </p:cNvPr>
            <p:cNvSpPr/>
            <p:nvPr/>
          </p:nvSpPr>
          <p:spPr>
            <a:xfrm>
              <a:off x="4256056" y="221312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8" name="Oval 2947">
              <a:extLst>
                <a:ext uri="{FF2B5EF4-FFF2-40B4-BE49-F238E27FC236}">
                  <a16:creationId xmlns:a16="http://schemas.microsoft.com/office/drawing/2014/main" id="{1EF20285-5EE1-01CE-EFB3-2ED597ED47D2}"/>
                </a:ext>
              </a:extLst>
            </p:cNvPr>
            <p:cNvSpPr/>
            <p:nvPr/>
          </p:nvSpPr>
          <p:spPr>
            <a:xfrm>
              <a:off x="4292860" y="219677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49" name="Oval 2948">
              <a:extLst>
                <a:ext uri="{FF2B5EF4-FFF2-40B4-BE49-F238E27FC236}">
                  <a16:creationId xmlns:a16="http://schemas.microsoft.com/office/drawing/2014/main" id="{BB43E6BC-E5A6-6958-D8A6-6265A803B0D5}"/>
                </a:ext>
              </a:extLst>
            </p:cNvPr>
            <p:cNvSpPr/>
            <p:nvPr/>
          </p:nvSpPr>
          <p:spPr>
            <a:xfrm>
              <a:off x="4329664" y="219572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0" name="Oval 2949">
              <a:extLst>
                <a:ext uri="{FF2B5EF4-FFF2-40B4-BE49-F238E27FC236}">
                  <a16:creationId xmlns:a16="http://schemas.microsoft.com/office/drawing/2014/main" id="{7F58403D-41DD-3B4D-5F66-241D710B107E}"/>
                </a:ext>
              </a:extLst>
            </p:cNvPr>
            <p:cNvSpPr/>
            <p:nvPr/>
          </p:nvSpPr>
          <p:spPr>
            <a:xfrm>
              <a:off x="4366461" y="220978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1" name="Oval 2950">
              <a:extLst>
                <a:ext uri="{FF2B5EF4-FFF2-40B4-BE49-F238E27FC236}">
                  <a16:creationId xmlns:a16="http://schemas.microsoft.com/office/drawing/2014/main" id="{B8A145BA-D04F-41A6-EA26-950960B00AF8}"/>
                </a:ext>
              </a:extLst>
            </p:cNvPr>
            <p:cNvSpPr/>
            <p:nvPr/>
          </p:nvSpPr>
          <p:spPr>
            <a:xfrm>
              <a:off x="4403265" y="225036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2" name="Oval 2951">
              <a:extLst>
                <a:ext uri="{FF2B5EF4-FFF2-40B4-BE49-F238E27FC236}">
                  <a16:creationId xmlns:a16="http://schemas.microsoft.com/office/drawing/2014/main" id="{1ABEC31F-2E84-6FD6-9D99-28C3718C6803}"/>
                </a:ext>
              </a:extLst>
            </p:cNvPr>
            <p:cNvSpPr/>
            <p:nvPr/>
          </p:nvSpPr>
          <p:spPr>
            <a:xfrm>
              <a:off x="4440070" y="229634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3" name="Oval 2952">
              <a:extLst>
                <a:ext uri="{FF2B5EF4-FFF2-40B4-BE49-F238E27FC236}">
                  <a16:creationId xmlns:a16="http://schemas.microsoft.com/office/drawing/2014/main" id="{211A75DC-A972-3BA6-DC1C-92CAFD2BF3A5}"/>
                </a:ext>
              </a:extLst>
            </p:cNvPr>
            <p:cNvSpPr/>
            <p:nvPr/>
          </p:nvSpPr>
          <p:spPr>
            <a:xfrm>
              <a:off x="4476874" y="2354980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4" name="Oval 2953">
              <a:extLst>
                <a:ext uri="{FF2B5EF4-FFF2-40B4-BE49-F238E27FC236}">
                  <a16:creationId xmlns:a16="http://schemas.microsoft.com/office/drawing/2014/main" id="{E4888A3D-E195-48A8-E730-E0D1466E4085}"/>
                </a:ext>
              </a:extLst>
            </p:cNvPr>
            <p:cNvSpPr/>
            <p:nvPr/>
          </p:nvSpPr>
          <p:spPr>
            <a:xfrm>
              <a:off x="4513678" y="241840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5" name="Oval 2954">
              <a:extLst>
                <a:ext uri="{FF2B5EF4-FFF2-40B4-BE49-F238E27FC236}">
                  <a16:creationId xmlns:a16="http://schemas.microsoft.com/office/drawing/2014/main" id="{9D011FE1-5A4F-08E2-83BF-7A332399DD30}"/>
                </a:ext>
              </a:extLst>
            </p:cNvPr>
            <p:cNvSpPr/>
            <p:nvPr/>
          </p:nvSpPr>
          <p:spPr>
            <a:xfrm>
              <a:off x="4550482" y="247253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6" name="Oval 2955">
              <a:extLst>
                <a:ext uri="{FF2B5EF4-FFF2-40B4-BE49-F238E27FC236}">
                  <a16:creationId xmlns:a16="http://schemas.microsoft.com/office/drawing/2014/main" id="{9D76803C-9EA6-F16D-E24E-B23C6E392AB8}"/>
                </a:ext>
              </a:extLst>
            </p:cNvPr>
            <p:cNvSpPr/>
            <p:nvPr/>
          </p:nvSpPr>
          <p:spPr>
            <a:xfrm>
              <a:off x="4587286" y="252570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7" name="Oval 2956">
              <a:extLst>
                <a:ext uri="{FF2B5EF4-FFF2-40B4-BE49-F238E27FC236}">
                  <a16:creationId xmlns:a16="http://schemas.microsoft.com/office/drawing/2014/main" id="{99348421-E8AC-ADBB-E3DF-96AE1E7D4E21}"/>
                </a:ext>
              </a:extLst>
            </p:cNvPr>
            <p:cNvSpPr/>
            <p:nvPr/>
          </p:nvSpPr>
          <p:spPr>
            <a:xfrm>
              <a:off x="4624090" y="257024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8" name="Oval 2957">
              <a:extLst>
                <a:ext uri="{FF2B5EF4-FFF2-40B4-BE49-F238E27FC236}">
                  <a16:creationId xmlns:a16="http://schemas.microsoft.com/office/drawing/2014/main" id="{CF9E3F0E-F3FB-C017-5D15-0BEA864BA9F7}"/>
                </a:ext>
              </a:extLst>
            </p:cNvPr>
            <p:cNvSpPr/>
            <p:nvPr/>
          </p:nvSpPr>
          <p:spPr>
            <a:xfrm>
              <a:off x="4660887" y="260589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59" name="Oval 2958">
              <a:extLst>
                <a:ext uri="{FF2B5EF4-FFF2-40B4-BE49-F238E27FC236}">
                  <a16:creationId xmlns:a16="http://schemas.microsoft.com/office/drawing/2014/main" id="{1F741927-4FEC-4ACB-A5BE-02976B7B00D2}"/>
                </a:ext>
              </a:extLst>
            </p:cNvPr>
            <p:cNvSpPr/>
            <p:nvPr/>
          </p:nvSpPr>
          <p:spPr>
            <a:xfrm>
              <a:off x="4697692" y="263221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0" name="Oval 2959">
              <a:extLst>
                <a:ext uri="{FF2B5EF4-FFF2-40B4-BE49-F238E27FC236}">
                  <a16:creationId xmlns:a16="http://schemas.microsoft.com/office/drawing/2014/main" id="{917A4B05-1868-4186-5852-839F3B66D8BD}"/>
                </a:ext>
              </a:extLst>
            </p:cNvPr>
            <p:cNvSpPr/>
            <p:nvPr/>
          </p:nvSpPr>
          <p:spPr>
            <a:xfrm>
              <a:off x="4734496" y="265288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1" name="Oval 2960">
              <a:extLst>
                <a:ext uri="{FF2B5EF4-FFF2-40B4-BE49-F238E27FC236}">
                  <a16:creationId xmlns:a16="http://schemas.microsoft.com/office/drawing/2014/main" id="{1BD71A62-EEA9-F4E4-4EDD-89FAA54AC0E7}"/>
                </a:ext>
              </a:extLst>
            </p:cNvPr>
            <p:cNvSpPr/>
            <p:nvPr/>
          </p:nvSpPr>
          <p:spPr>
            <a:xfrm>
              <a:off x="4771300" y="266512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2" name="Oval 2961">
              <a:extLst>
                <a:ext uri="{FF2B5EF4-FFF2-40B4-BE49-F238E27FC236}">
                  <a16:creationId xmlns:a16="http://schemas.microsoft.com/office/drawing/2014/main" id="{7C4CBFF9-D47F-D685-0000-715B36007590}"/>
                </a:ext>
              </a:extLst>
            </p:cNvPr>
            <p:cNvSpPr/>
            <p:nvPr/>
          </p:nvSpPr>
          <p:spPr>
            <a:xfrm>
              <a:off x="4808104" y="267442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3" name="Oval 2962">
              <a:extLst>
                <a:ext uri="{FF2B5EF4-FFF2-40B4-BE49-F238E27FC236}">
                  <a16:creationId xmlns:a16="http://schemas.microsoft.com/office/drawing/2014/main" id="{1C38DB02-9560-9BE5-01D2-2D7C2397198E}"/>
                </a:ext>
              </a:extLst>
            </p:cNvPr>
            <p:cNvSpPr/>
            <p:nvPr/>
          </p:nvSpPr>
          <p:spPr>
            <a:xfrm>
              <a:off x="4844908" y="267956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4" name="Oval 2963">
              <a:extLst>
                <a:ext uri="{FF2B5EF4-FFF2-40B4-BE49-F238E27FC236}">
                  <a16:creationId xmlns:a16="http://schemas.microsoft.com/office/drawing/2014/main" id="{7361F2B4-7033-26E7-3D42-1B86B7D80AF6}"/>
                </a:ext>
              </a:extLst>
            </p:cNvPr>
            <p:cNvSpPr/>
            <p:nvPr/>
          </p:nvSpPr>
          <p:spPr>
            <a:xfrm>
              <a:off x="4881712" y="2683376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5" name="Oval 2964">
              <a:extLst>
                <a:ext uri="{FF2B5EF4-FFF2-40B4-BE49-F238E27FC236}">
                  <a16:creationId xmlns:a16="http://schemas.microsoft.com/office/drawing/2014/main" id="{0042A276-7AE9-6C4A-E520-A28832A73686}"/>
                </a:ext>
              </a:extLst>
            </p:cNvPr>
            <p:cNvSpPr/>
            <p:nvPr/>
          </p:nvSpPr>
          <p:spPr>
            <a:xfrm>
              <a:off x="4918516" y="2685310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6" name="Oval 2965">
              <a:extLst>
                <a:ext uri="{FF2B5EF4-FFF2-40B4-BE49-F238E27FC236}">
                  <a16:creationId xmlns:a16="http://schemas.microsoft.com/office/drawing/2014/main" id="{7A7232FA-97F1-C4C8-A20A-55E226C80F8A}"/>
                </a:ext>
              </a:extLst>
            </p:cNvPr>
            <p:cNvSpPr/>
            <p:nvPr/>
          </p:nvSpPr>
          <p:spPr>
            <a:xfrm>
              <a:off x="4955313" y="268630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7" name="Oval 2966">
              <a:extLst>
                <a:ext uri="{FF2B5EF4-FFF2-40B4-BE49-F238E27FC236}">
                  <a16:creationId xmlns:a16="http://schemas.microsoft.com/office/drawing/2014/main" id="{AAEC2F83-04AA-35D4-4285-4F7940818D0D}"/>
                </a:ext>
              </a:extLst>
            </p:cNvPr>
            <p:cNvSpPr/>
            <p:nvPr/>
          </p:nvSpPr>
          <p:spPr>
            <a:xfrm>
              <a:off x="4992118" y="268682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68" name="Oval 2967">
              <a:extLst>
                <a:ext uri="{FF2B5EF4-FFF2-40B4-BE49-F238E27FC236}">
                  <a16:creationId xmlns:a16="http://schemas.microsoft.com/office/drawing/2014/main" id="{398D9766-E7B7-040C-DEA2-42FEA84928D2}"/>
                </a:ext>
              </a:extLst>
            </p:cNvPr>
            <p:cNvSpPr/>
            <p:nvPr/>
          </p:nvSpPr>
          <p:spPr>
            <a:xfrm>
              <a:off x="5028922" y="268719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157" name="Group 3156">
            <a:extLst>
              <a:ext uri="{FF2B5EF4-FFF2-40B4-BE49-F238E27FC236}">
                <a16:creationId xmlns:a16="http://schemas.microsoft.com/office/drawing/2014/main" id="{DD8BB54C-D5D6-082D-5AFB-FFCA8121C59F}"/>
              </a:ext>
            </a:extLst>
          </p:cNvPr>
          <p:cNvGrpSpPr/>
          <p:nvPr/>
        </p:nvGrpSpPr>
        <p:grpSpPr>
          <a:xfrm>
            <a:off x="3576590" y="1784383"/>
            <a:ext cx="1140902" cy="905867"/>
            <a:chOff x="3576590" y="1784383"/>
            <a:chExt cx="1140902" cy="905867"/>
          </a:xfrm>
        </p:grpSpPr>
        <p:sp>
          <p:nvSpPr>
            <p:cNvPr id="2969" name="Freeform 2968">
              <a:extLst>
                <a:ext uri="{FF2B5EF4-FFF2-40B4-BE49-F238E27FC236}">
                  <a16:creationId xmlns:a16="http://schemas.microsoft.com/office/drawing/2014/main" id="{19E66EA1-E393-B713-C3EA-10CDD456BE23}"/>
                </a:ext>
              </a:extLst>
            </p:cNvPr>
            <p:cNvSpPr/>
            <p:nvPr/>
          </p:nvSpPr>
          <p:spPr>
            <a:xfrm>
              <a:off x="3576590" y="2683886"/>
              <a:ext cx="18401" cy="4969"/>
            </a:xfrm>
            <a:custGeom>
              <a:avLst/>
              <a:gdLst>
                <a:gd name="csX0" fmla="*/ 0 w 18401"/>
                <a:gd name="csY0" fmla="*/ 0 h 4969"/>
                <a:gd name="csX1" fmla="*/ 0 w 18401"/>
                <a:gd name="csY1" fmla="*/ 4970 h 4969"/>
                <a:gd name="csX2" fmla="*/ 18401 w 18401"/>
                <a:gd name="csY2" fmla="*/ 4970 h 4969"/>
                <a:gd name="csX3" fmla="*/ 18401 w 18401"/>
                <a:gd name="csY3" fmla="*/ 0 h 4969"/>
                <a:gd name="csX4" fmla="*/ 0 w 18401"/>
                <a:gd name="csY4" fmla="*/ 0 h 4969"/>
                <a:gd name="csX5" fmla="*/ 0 w 18401"/>
                <a:gd name="csY5" fmla="*/ 0 h 4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4969">
                  <a:moveTo>
                    <a:pt x="0" y="0"/>
                  </a:moveTo>
                  <a:lnTo>
                    <a:pt x="0" y="4970"/>
                  </a:lnTo>
                  <a:lnTo>
                    <a:pt x="18401" y="4970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0" name="Freeform 2969">
              <a:extLst>
                <a:ext uri="{FF2B5EF4-FFF2-40B4-BE49-F238E27FC236}">
                  <a16:creationId xmlns:a16="http://schemas.microsoft.com/office/drawing/2014/main" id="{418068A4-2297-09AA-BF41-D15BE02D1A2E}"/>
                </a:ext>
              </a:extLst>
            </p:cNvPr>
            <p:cNvSpPr/>
            <p:nvPr/>
          </p:nvSpPr>
          <p:spPr>
            <a:xfrm>
              <a:off x="3576590" y="2683886"/>
              <a:ext cx="18401" cy="4969"/>
            </a:xfrm>
            <a:custGeom>
              <a:avLst/>
              <a:gdLst>
                <a:gd name="csX0" fmla="*/ 0 w 18401"/>
                <a:gd name="csY0" fmla="*/ 0 h 4969"/>
                <a:gd name="csX1" fmla="*/ 0 w 18401"/>
                <a:gd name="csY1" fmla="*/ 4970 h 4969"/>
                <a:gd name="csX2" fmla="*/ 18401 w 18401"/>
                <a:gd name="csY2" fmla="*/ 4970 h 4969"/>
                <a:gd name="csX3" fmla="*/ 18401 w 18401"/>
                <a:gd name="csY3" fmla="*/ 0 h 4969"/>
                <a:gd name="csX4" fmla="*/ 0 w 18401"/>
                <a:gd name="csY4" fmla="*/ 0 h 4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4969">
                  <a:moveTo>
                    <a:pt x="0" y="0"/>
                  </a:moveTo>
                  <a:lnTo>
                    <a:pt x="0" y="4970"/>
                  </a:lnTo>
                  <a:lnTo>
                    <a:pt x="18401" y="4970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1" name="Freeform 2970">
              <a:extLst>
                <a:ext uri="{FF2B5EF4-FFF2-40B4-BE49-F238E27FC236}">
                  <a16:creationId xmlns:a16="http://schemas.microsoft.com/office/drawing/2014/main" id="{E96CD2D4-4302-DD98-E1D4-BFAD7B5CDF15}"/>
                </a:ext>
              </a:extLst>
            </p:cNvPr>
            <p:cNvSpPr/>
            <p:nvPr/>
          </p:nvSpPr>
          <p:spPr>
            <a:xfrm>
              <a:off x="3594991" y="2668049"/>
              <a:ext cx="18402" cy="20806"/>
            </a:xfrm>
            <a:custGeom>
              <a:avLst/>
              <a:gdLst>
                <a:gd name="csX0" fmla="*/ 0 w 18402"/>
                <a:gd name="csY0" fmla="*/ 0 h 20806"/>
                <a:gd name="csX1" fmla="*/ 0 w 18402"/>
                <a:gd name="csY1" fmla="*/ 20807 h 20806"/>
                <a:gd name="csX2" fmla="*/ 18402 w 18402"/>
                <a:gd name="csY2" fmla="*/ 20807 h 20806"/>
                <a:gd name="csX3" fmla="*/ 18402 w 18402"/>
                <a:gd name="csY3" fmla="*/ 0 h 20806"/>
                <a:gd name="csX4" fmla="*/ 0 w 18402"/>
                <a:gd name="csY4" fmla="*/ 0 h 20806"/>
                <a:gd name="csX5" fmla="*/ 0 w 18402"/>
                <a:gd name="csY5" fmla="*/ 0 h 20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20806">
                  <a:moveTo>
                    <a:pt x="0" y="0"/>
                  </a:moveTo>
                  <a:lnTo>
                    <a:pt x="0" y="20807"/>
                  </a:lnTo>
                  <a:lnTo>
                    <a:pt x="18402" y="20807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2" name="Freeform 2971">
              <a:extLst>
                <a:ext uri="{FF2B5EF4-FFF2-40B4-BE49-F238E27FC236}">
                  <a16:creationId xmlns:a16="http://schemas.microsoft.com/office/drawing/2014/main" id="{FDA548AD-0D15-BDB5-D7C9-814FE4DC6C57}"/>
                </a:ext>
              </a:extLst>
            </p:cNvPr>
            <p:cNvSpPr/>
            <p:nvPr/>
          </p:nvSpPr>
          <p:spPr>
            <a:xfrm>
              <a:off x="3594991" y="2668049"/>
              <a:ext cx="18402" cy="20806"/>
            </a:xfrm>
            <a:custGeom>
              <a:avLst/>
              <a:gdLst>
                <a:gd name="csX0" fmla="*/ 0 w 18402"/>
                <a:gd name="csY0" fmla="*/ 0 h 20806"/>
                <a:gd name="csX1" fmla="*/ 0 w 18402"/>
                <a:gd name="csY1" fmla="*/ 20807 h 20806"/>
                <a:gd name="csX2" fmla="*/ 18402 w 18402"/>
                <a:gd name="csY2" fmla="*/ 20807 h 20806"/>
                <a:gd name="csX3" fmla="*/ 18402 w 18402"/>
                <a:gd name="csY3" fmla="*/ 0 h 20806"/>
                <a:gd name="csX4" fmla="*/ 0 w 18402"/>
                <a:gd name="csY4" fmla="*/ 0 h 20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20806">
                  <a:moveTo>
                    <a:pt x="0" y="0"/>
                  </a:moveTo>
                  <a:lnTo>
                    <a:pt x="0" y="20807"/>
                  </a:lnTo>
                  <a:lnTo>
                    <a:pt x="18402" y="20807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3" name="Freeform 2972">
              <a:extLst>
                <a:ext uri="{FF2B5EF4-FFF2-40B4-BE49-F238E27FC236}">
                  <a16:creationId xmlns:a16="http://schemas.microsoft.com/office/drawing/2014/main" id="{635988AB-7AAB-4F08-D75C-0E01E83223F5}"/>
                </a:ext>
              </a:extLst>
            </p:cNvPr>
            <p:cNvSpPr/>
            <p:nvPr/>
          </p:nvSpPr>
          <p:spPr>
            <a:xfrm>
              <a:off x="3613393" y="2625507"/>
              <a:ext cx="18401" cy="63348"/>
            </a:xfrm>
            <a:custGeom>
              <a:avLst/>
              <a:gdLst>
                <a:gd name="csX0" fmla="*/ 0 w 18401"/>
                <a:gd name="csY0" fmla="*/ 0 h 63348"/>
                <a:gd name="csX1" fmla="*/ 0 w 18401"/>
                <a:gd name="csY1" fmla="*/ 63348 h 63348"/>
                <a:gd name="csX2" fmla="*/ 18401 w 18401"/>
                <a:gd name="csY2" fmla="*/ 63348 h 63348"/>
                <a:gd name="csX3" fmla="*/ 18401 w 18401"/>
                <a:gd name="csY3" fmla="*/ 0 h 63348"/>
                <a:gd name="csX4" fmla="*/ 0 w 18401"/>
                <a:gd name="csY4" fmla="*/ 0 h 63348"/>
                <a:gd name="csX5" fmla="*/ 0 w 18401"/>
                <a:gd name="csY5" fmla="*/ 0 h 63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63348">
                  <a:moveTo>
                    <a:pt x="0" y="0"/>
                  </a:moveTo>
                  <a:lnTo>
                    <a:pt x="0" y="63348"/>
                  </a:lnTo>
                  <a:lnTo>
                    <a:pt x="18401" y="63348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4" name="Freeform 2973">
              <a:extLst>
                <a:ext uri="{FF2B5EF4-FFF2-40B4-BE49-F238E27FC236}">
                  <a16:creationId xmlns:a16="http://schemas.microsoft.com/office/drawing/2014/main" id="{B0551146-4B7A-E0F3-97E4-E6FCB0BEA519}"/>
                </a:ext>
              </a:extLst>
            </p:cNvPr>
            <p:cNvSpPr/>
            <p:nvPr/>
          </p:nvSpPr>
          <p:spPr>
            <a:xfrm>
              <a:off x="3613393" y="2625507"/>
              <a:ext cx="18401" cy="63348"/>
            </a:xfrm>
            <a:custGeom>
              <a:avLst/>
              <a:gdLst>
                <a:gd name="csX0" fmla="*/ 0 w 18401"/>
                <a:gd name="csY0" fmla="*/ 0 h 63348"/>
                <a:gd name="csX1" fmla="*/ 0 w 18401"/>
                <a:gd name="csY1" fmla="*/ 63348 h 63348"/>
                <a:gd name="csX2" fmla="*/ 18401 w 18401"/>
                <a:gd name="csY2" fmla="*/ 63348 h 63348"/>
                <a:gd name="csX3" fmla="*/ 18401 w 18401"/>
                <a:gd name="csY3" fmla="*/ 0 h 63348"/>
                <a:gd name="csX4" fmla="*/ 0 w 18401"/>
                <a:gd name="csY4" fmla="*/ 0 h 63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63348">
                  <a:moveTo>
                    <a:pt x="0" y="0"/>
                  </a:moveTo>
                  <a:lnTo>
                    <a:pt x="0" y="63348"/>
                  </a:lnTo>
                  <a:lnTo>
                    <a:pt x="18401" y="63348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5" name="Freeform 2974">
              <a:extLst>
                <a:ext uri="{FF2B5EF4-FFF2-40B4-BE49-F238E27FC236}">
                  <a16:creationId xmlns:a16="http://schemas.microsoft.com/office/drawing/2014/main" id="{1BE2C18D-CB08-DFCD-307B-35776C0B2713}"/>
                </a:ext>
              </a:extLst>
            </p:cNvPr>
            <p:cNvSpPr/>
            <p:nvPr/>
          </p:nvSpPr>
          <p:spPr>
            <a:xfrm>
              <a:off x="3631795" y="2541820"/>
              <a:ext cx="18401" cy="147035"/>
            </a:xfrm>
            <a:custGeom>
              <a:avLst/>
              <a:gdLst>
                <a:gd name="csX0" fmla="*/ 0 w 18401"/>
                <a:gd name="csY0" fmla="*/ 0 h 147035"/>
                <a:gd name="csX1" fmla="*/ 0 w 18401"/>
                <a:gd name="csY1" fmla="*/ 147035 h 147035"/>
                <a:gd name="csX2" fmla="*/ 18401 w 18401"/>
                <a:gd name="csY2" fmla="*/ 147035 h 147035"/>
                <a:gd name="csX3" fmla="*/ 18401 w 18401"/>
                <a:gd name="csY3" fmla="*/ 0 h 147035"/>
                <a:gd name="csX4" fmla="*/ 0 w 18401"/>
                <a:gd name="csY4" fmla="*/ 0 h 147035"/>
                <a:gd name="csX5" fmla="*/ 0 w 18401"/>
                <a:gd name="csY5" fmla="*/ 0 h 147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147035">
                  <a:moveTo>
                    <a:pt x="0" y="0"/>
                  </a:moveTo>
                  <a:lnTo>
                    <a:pt x="0" y="147035"/>
                  </a:lnTo>
                  <a:lnTo>
                    <a:pt x="18401" y="147035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6" name="Freeform 2975">
              <a:extLst>
                <a:ext uri="{FF2B5EF4-FFF2-40B4-BE49-F238E27FC236}">
                  <a16:creationId xmlns:a16="http://schemas.microsoft.com/office/drawing/2014/main" id="{2C85DCFA-4945-5425-83F1-444520C2817C}"/>
                </a:ext>
              </a:extLst>
            </p:cNvPr>
            <p:cNvSpPr/>
            <p:nvPr/>
          </p:nvSpPr>
          <p:spPr>
            <a:xfrm>
              <a:off x="3631795" y="2541820"/>
              <a:ext cx="18401" cy="147035"/>
            </a:xfrm>
            <a:custGeom>
              <a:avLst/>
              <a:gdLst>
                <a:gd name="csX0" fmla="*/ 0 w 18401"/>
                <a:gd name="csY0" fmla="*/ 0 h 147035"/>
                <a:gd name="csX1" fmla="*/ 0 w 18401"/>
                <a:gd name="csY1" fmla="*/ 147035 h 147035"/>
                <a:gd name="csX2" fmla="*/ 18401 w 18401"/>
                <a:gd name="csY2" fmla="*/ 147035 h 147035"/>
                <a:gd name="csX3" fmla="*/ 18401 w 18401"/>
                <a:gd name="csY3" fmla="*/ 0 h 147035"/>
                <a:gd name="csX4" fmla="*/ 0 w 18401"/>
                <a:gd name="csY4" fmla="*/ 0 h 1470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147035">
                  <a:moveTo>
                    <a:pt x="0" y="0"/>
                  </a:moveTo>
                  <a:lnTo>
                    <a:pt x="0" y="147035"/>
                  </a:lnTo>
                  <a:lnTo>
                    <a:pt x="18401" y="147035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7" name="Freeform 2976">
              <a:extLst>
                <a:ext uri="{FF2B5EF4-FFF2-40B4-BE49-F238E27FC236}">
                  <a16:creationId xmlns:a16="http://schemas.microsoft.com/office/drawing/2014/main" id="{5812A59A-DA82-9714-FDB6-A2F0E7A8BC23}"/>
                </a:ext>
              </a:extLst>
            </p:cNvPr>
            <p:cNvSpPr/>
            <p:nvPr/>
          </p:nvSpPr>
          <p:spPr>
            <a:xfrm>
              <a:off x="3650196" y="2413776"/>
              <a:ext cx="18402" cy="275079"/>
            </a:xfrm>
            <a:custGeom>
              <a:avLst/>
              <a:gdLst>
                <a:gd name="csX0" fmla="*/ 0 w 18402"/>
                <a:gd name="csY0" fmla="*/ 0 h 275079"/>
                <a:gd name="csX1" fmla="*/ 0 w 18402"/>
                <a:gd name="csY1" fmla="*/ 275080 h 275079"/>
                <a:gd name="csX2" fmla="*/ 18402 w 18402"/>
                <a:gd name="csY2" fmla="*/ 275080 h 275079"/>
                <a:gd name="csX3" fmla="*/ 18402 w 18402"/>
                <a:gd name="csY3" fmla="*/ 0 h 275079"/>
                <a:gd name="csX4" fmla="*/ 0 w 18402"/>
                <a:gd name="csY4" fmla="*/ 0 h 275079"/>
                <a:gd name="csX5" fmla="*/ 0 w 18402"/>
                <a:gd name="csY5" fmla="*/ 0 h 275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275079">
                  <a:moveTo>
                    <a:pt x="0" y="0"/>
                  </a:moveTo>
                  <a:lnTo>
                    <a:pt x="0" y="275080"/>
                  </a:lnTo>
                  <a:lnTo>
                    <a:pt x="18402" y="275080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8" name="Freeform 2977">
              <a:extLst>
                <a:ext uri="{FF2B5EF4-FFF2-40B4-BE49-F238E27FC236}">
                  <a16:creationId xmlns:a16="http://schemas.microsoft.com/office/drawing/2014/main" id="{2B97B376-5B77-8674-E097-9C0FBF8A57F7}"/>
                </a:ext>
              </a:extLst>
            </p:cNvPr>
            <p:cNvSpPr/>
            <p:nvPr/>
          </p:nvSpPr>
          <p:spPr>
            <a:xfrm>
              <a:off x="3650196" y="2413776"/>
              <a:ext cx="18402" cy="275079"/>
            </a:xfrm>
            <a:custGeom>
              <a:avLst/>
              <a:gdLst>
                <a:gd name="csX0" fmla="*/ 0 w 18402"/>
                <a:gd name="csY0" fmla="*/ 0 h 275079"/>
                <a:gd name="csX1" fmla="*/ 0 w 18402"/>
                <a:gd name="csY1" fmla="*/ 275080 h 275079"/>
                <a:gd name="csX2" fmla="*/ 18402 w 18402"/>
                <a:gd name="csY2" fmla="*/ 275080 h 275079"/>
                <a:gd name="csX3" fmla="*/ 18402 w 18402"/>
                <a:gd name="csY3" fmla="*/ 0 h 275079"/>
                <a:gd name="csX4" fmla="*/ 0 w 18402"/>
                <a:gd name="csY4" fmla="*/ 0 h 275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275079">
                  <a:moveTo>
                    <a:pt x="0" y="0"/>
                  </a:moveTo>
                  <a:lnTo>
                    <a:pt x="0" y="275080"/>
                  </a:lnTo>
                  <a:lnTo>
                    <a:pt x="18402" y="275080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79" name="Freeform 2978">
              <a:extLst>
                <a:ext uri="{FF2B5EF4-FFF2-40B4-BE49-F238E27FC236}">
                  <a16:creationId xmlns:a16="http://schemas.microsoft.com/office/drawing/2014/main" id="{65DAA9F4-F3EA-4F1B-10F6-15AAC4473D9B}"/>
                </a:ext>
              </a:extLst>
            </p:cNvPr>
            <p:cNvSpPr/>
            <p:nvPr/>
          </p:nvSpPr>
          <p:spPr>
            <a:xfrm>
              <a:off x="3668598" y="2255804"/>
              <a:ext cx="18401" cy="433051"/>
            </a:xfrm>
            <a:custGeom>
              <a:avLst/>
              <a:gdLst>
                <a:gd name="csX0" fmla="*/ 0 w 18401"/>
                <a:gd name="csY0" fmla="*/ 0 h 433051"/>
                <a:gd name="csX1" fmla="*/ 0 w 18401"/>
                <a:gd name="csY1" fmla="*/ 433051 h 433051"/>
                <a:gd name="csX2" fmla="*/ 18401 w 18401"/>
                <a:gd name="csY2" fmla="*/ 433051 h 433051"/>
                <a:gd name="csX3" fmla="*/ 18401 w 18401"/>
                <a:gd name="csY3" fmla="*/ 0 h 433051"/>
                <a:gd name="csX4" fmla="*/ 0 w 18401"/>
                <a:gd name="csY4" fmla="*/ 0 h 433051"/>
                <a:gd name="csX5" fmla="*/ 0 w 18401"/>
                <a:gd name="csY5" fmla="*/ 0 h 43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433051">
                  <a:moveTo>
                    <a:pt x="0" y="0"/>
                  </a:moveTo>
                  <a:lnTo>
                    <a:pt x="0" y="433051"/>
                  </a:lnTo>
                  <a:lnTo>
                    <a:pt x="18401" y="433051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0" name="Freeform 2979">
              <a:extLst>
                <a:ext uri="{FF2B5EF4-FFF2-40B4-BE49-F238E27FC236}">
                  <a16:creationId xmlns:a16="http://schemas.microsoft.com/office/drawing/2014/main" id="{42CCE6C9-3696-7988-F8B8-18862AA53FDF}"/>
                </a:ext>
              </a:extLst>
            </p:cNvPr>
            <p:cNvSpPr/>
            <p:nvPr/>
          </p:nvSpPr>
          <p:spPr>
            <a:xfrm>
              <a:off x="3668598" y="2255804"/>
              <a:ext cx="18401" cy="433051"/>
            </a:xfrm>
            <a:custGeom>
              <a:avLst/>
              <a:gdLst>
                <a:gd name="csX0" fmla="*/ 0 w 18401"/>
                <a:gd name="csY0" fmla="*/ 0 h 433051"/>
                <a:gd name="csX1" fmla="*/ 0 w 18401"/>
                <a:gd name="csY1" fmla="*/ 433051 h 433051"/>
                <a:gd name="csX2" fmla="*/ 18401 w 18401"/>
                <a:gd name="csY2" fmla="*/ 433051 h 433051"/>
                <a:gd name="csX3" fmla="*/ 18401 w 18401"/>
                <a:gd name="csY3" fmla="*/ 0 h 433051"/>
                <a:gd name="csX4" fmla="*/ 0 w 18401"/>
                <a:gd name="csY4" fmla="*/ 0 h 43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433051">
                  <a:moveTo>
                    <a:pt x="0" y="0"/>
                  </a:moveTo>
                  <a:lnTo>
                    <a:pt x="0" y="433051"/>
                  </a:lnTo>
                  <a:lnTo>
                    <a:pt x="18401" y="433051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1" name="Freeform 2980">
              <a:extLst>
                <a:ext uri="{FF2B5EF4-FFF2-40B4-BE49-F238E27FC236}">
                  <a16:creationId xmlns:a16="http://schemas.microsoft.com/office/drawing/2014/main" id="{3BA0B21C-2526-3A6B-95F1-03D795526C14}"/>
                </a:ext>
              </a:extLst>
            </p:cNvPr>
            <p:cNvSpPr/>
            <p:nvPr/>
          </p:nvSpPr>
          <p:spPr>
            <a:xfrm>
              <a:off x="3687000" y="2092444"/>
              <a:ext cx="18401" cy="596411"/>
            </a:xfrm>
            <a:custGeom>
              <a:avLst/>
              <a:gdLst>
                <a:gd name="csX0" fmla="*/ 0 w 18401"/>
                <a:gd name="csY0" fmla="*/ 0 h 596411"/>
                <a:gd name="csX1" fmla="*/ 0 w 18401"/>
                <a:gd name="csY1" fmla="*/ 596411 h 596411"/>
                <a:gd name="csX2" fmla="*/ 18401 w 18401"/>
                <a:gd name="csY2" fmla="*/ 596411 h 596411"/>
                <a:gd name="csX3" fmla="*/ 18401 w 18401"/>
                <a:gd name="csY3" fmla="*/ 0 h 596411"/>
                <a:gd name="csX4" fmla="*/ 0 w 18401"/>
                <a:gd name="csY4" fmla="*/ 0 h 596411"/>
                <a:gd name="csX5" fmla="*/ 0 w 18401"/>
                <a:gd name="csY5" fmla="*/ 0 h 596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596411">
                  <a:moveTo>
                    <a:pt x="0" y="0"/>
                  </a:moveTo>
                  <a:lnTo>
                    <a:pt x="0" y="596411"/>
                  </a:lnTo>
                  <a:lnTo>
                    <a:pt x="18401" y="596411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2" name="Freeform 2981">
              <a:extLst>
                <a:ext uri="{FF2B5EF4-FFF2-40B4-BE49-F238E27FC236}">
                  <a16:creationId xmlns:a16="http://schemas.microsoft.com/office/drawing/2014/main" id="{9AAA86E8-8F0B-1DC6-981F-18C54A301666}"/>
                </a:ext>
              </a:extLst>
            </p:cNvPr>
            <p:cNvSpPr/>
            <p:nvPr/>
          </p:nvSpPr>
          <p:spPr>
            <a:xfrm>
              <a:off x="3687000" y="2092444"/>
              <a:ext cx="18401" cy="596411"/>
            </a:xfrm>
            <a:custGeom>
              <a:avLst/>
              <a:gdLst>
                <a:gd name="csX0" fmla="*/ 0 w 18401"/>
                <a:gd name="csY0" fmla="*/ 0 h 596411"/>
                <a:gd name="csX1" fmla="*/ 0 w 18401"/>
                <a:gd name="csY1" fmla="*/ 596411 h 596411"/>
                <a:gd name="csX2" fmla="*/ 18401 w 18401"/>
                <a:gd name="csY2" fmla="*/ 596411 h 596411"/>
                <a:gd name="csX3" fmla="*/ 18401 w 18401"/>
                <a:gd name="csY3" fmla="*/ 0 h 596411"/>
                <a:gd name="csX4" fmla="*/ 0 w 18401"/>
                <a:gd name="csY4" fmla="*/ 0 h 596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596411">
                  <a:moveTo>
                    <a:pt x="0" y="0"/>
                  </a:moveTo>
                  <a:lnTo>
                    <a:pt x="0" y="596411"/>
                  </a:lnTo>
                  <a:lnTo>
                    <a:pt x="18401" y="596411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3" name="Freeform 2982">
              <a:extLst>
                <a:ext uri="{FF2B5EF4-FFF2-40B4-BE49-F238E27FC236}">
                  <a16:creationId xmlns:a16="http://schemas.microsoft.com/office/drawing/2014/main" id="{5DC16006-3786-625B-BE06-9497048AEF33}"/>
                </a:ext>
              </a:extLst>
            </p:cNvPr>
            <p:cNvSpPr/>
            <p:nvPr/>
          </p:nvSpPr>
          <p:spPr>
            <a:xfrm>
              <a:off x="3705401" y="1953787"/>
              <a:ext cx="18402" cy="735068"/>
            </a:xfrm>
            <a:custGeom>
              <a:avLst/>
              <a:gdLst>
                <a:gd name="csX0" fmla="*/ 0 w 18402"/>
                <a:gd name="csY0" fmla="*/ 0 h 735068"/>
                <a:gd name="csX1" fmla="*/ 0 w 18402"/>
                <a:gd name="csY1" fmla="*/ 735068 h 735068"/>
                <a:gd name="csX2" fmla="*/ 18402 w 18402"/>
                <a:gd name="csY2" fmla="*/ 735068 h 735068"/>
                <a:gd name="csX3" fmla="*/ 18402 w 18402"/>
                <a:gd name="csY3" fmla="*/ 0 h 735068"/>
                <a:gd name="csX4" fmla="*/ 0 w 18402"/>
                <a:gd name="csY4" fmla="*/ 0 h 735068"/>
                <a:gd name="csX5" fmla="*/ 0 w 18402"/>
                <a:gd name="csY5" fmla="*/ 0 h 735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735068">
                  <a:moveTo>
                    <a:pt x="0" y="0"/>
                  </a:moveTo>
                  <a:lnTo>
                    <a:pt x="0" y="735068"/>
                  </a:lnTo>
                  <a:lnTo>
                    <a:pt x="18402" y="735068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4" name="Freeform 2983">
              <a:extLst>
                <a:ext uri="{FF2B5EF4-FFF2-40B4-BE49-F238E27FC236}">
                  <a16:creationId xmlns:a16="http://schemas.microsoft.com/office/drawing/2014/main" id="{0AF56217-F2C0-1FD5-53FA-967F21E6D95D}"/>
                </a:ext>
              </a:extLst>
            </p:cNvPr>
            <p:cNvSpPr/>
            <p:nvPr/>
          </p:nvSpPr>
          <p:spPr>
            <a:xfrm>
              <a:off x="3705401" y="1953787"/>
              <a:ext cx="18402" cy="735068"/>
            </a:xfrm>
            <a:custGeom>
              <a:avLst/>
              <a:gdLst>
                <a:gd name="csX0" fmla="*/ 0 w 18402"/>
                <a:gd name="csY0" fmla="*/ 0 h 735068"/>
                <a:gd name="csX1" fmla="*/ 0 w 18402"/>
                <a:gd name="csY1" fmla="*/ 735068 h 735068"/>
                <a:gd name="csX2" fmla="*/ 18402 w 18402"/>
                <a:gd name="csY2" fmla="*/ 735068 h 735068"/>
                <a:gd name="csX3" fmla="*/ 18402 w 18402"/>
                <a:gd name="csY3" fmla="*/ 0 h 735068"/>
                <a:gd name="csX4" fmla="*/ 0 w 18402"/>
                <a:gd name="csY4" fmla="*/ 0 h 735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735068">
                  <a:moveTo>
                    <a:pt x="0" y="0"/>
                  </a:moveTo>
                  <a:lnTo>
                    <a:pt x="0" y="735068"/>
                  </a:lnTo>
                  <a:lnTo>
                    <a:pt x="18402" y="735068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5" name="Freeform 2984">
              <a:extLst>
                <a:ext uri="{FF2B5EF4-FFF2-40B4-BE49-F238E27FC236}">
                  <a16:creationId xmlns:a16="http://schemas.microsoft.com/office/drawing/2014/main" id="{329429D5-7F90-8740-7D2D-B4AC3364FE49}"/>
                </a:ext>
              </a:extLst>
            </p:cNvPr>
            <p:cNvSpPr/>
            <p:nvPr/>
          </p:nvSpPr>
          <p:spPr>
            <a:xfrm>
              <a:off x="3723803" y="1849796"/>
              <a:ext cx="18401" cy="839059"/>
            </a:xfrm>
            <a:custGeom>
              <a:avLst/>
              <a:gdLst>
                <a:gd name="csX0" fmla="*/ 0 w 18401"/>
                <a:gd name="csY0" fmla="*/ 0 h 839059"/>
                <a:gd name="csX1" fmla="*/ 0 w 18401"/>
                <a:gd name="csY1" fmla="*/ 839059 h 839059"/>
                <a:gd name="csX2" fmla="*/ 18401 w 18401"/>
                <a:gd name="csY2" fmla="*/ 839059 h 839059"/>
                <a:gd name="csX3" fmla="*/ 18401 w 18401"/>
                <a:gd name="csY3" fmla="*/ 0 h 839059"/>
                <a:gd name="csX4" fmla="*/ 0 w 18401"/>
                <a:gd name="csY4" fmla="*/ 0 h 839059"/>
                <a:gd name="csX5" fmla="*/ 0 w 18401"/>
                <a:gd name="csY5" fmla="*/ 0 h 839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839059">
                  <a:moveTo>
                    <a:pt x="0" y="0"/>
                  </a:moveTo>
                  <a:lnTo>
                    <a:pt x="0" y="839059"/>
                  </a:lnTo>
                  <a:lnTo>
                    <a:pt x="18401" y="839059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6" name="Freeform 2985">
              <a:extLst>
                <a:ext uri="{FF2B5EF4-FFF2-40B4-BE49-F238E27FC236}">
                  <a16:creationId xmlns:a16="http://schemas.microsoft.com/office/drawing/2014/main" id="{F5844CED-FCCE-72EE-2CA5-D319F9B18371}"/>
                </a:ext>
              </a:extLst>
            </p:cNvPr>
            <p:cNvSpPr/>
            <p:nvPr/>
          </p:nvSpPr>
          <p:spPr>
            <a:xfrm>
              <a:off x="3723803" y="1849796"/>
              <a:ext cx="18401" cy="839059"/>
            </a:xfrm>
            <a:custGeom>
              <a:avLst/>
              <a:gdLst>
                <a:gd name="csX0" fmla="*/ 0 w 18401"/>
                <a:gd name="csY0" fmla="*/ 0 h 839059"/>
                <a:gd name="csX1" fmla="*/ 0 w 18401"/>
                <a:gd name="csY1" fmla="*/ 839059 h 839059"/>
                <a:gd name="csX2" fmla="*/ 18401 w 18401"/>
                <a:gd name="csY2" fmla="*/ 839059 h 839059"/>
                <a:gd name="csX3" fmla="*/ 18401 w 18401"/>
                <a:gd name="csY3" fmla="*/ 0 h 839059"/>
                <a:gd name="csX4" fmla="*/ 0 w 18401"/>
                <a:gd name="csY4" fmla="*/ 0 h 839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839059">
                  <a:moveTo>
                    <a:pt x="0" y="0"/>
                  </a:moveTo>
                  <a:lnTo>
                    <a:pt x="0" y="839059"/>
                  </a:lnTo>
                  <a:lnTo>
                    <a:pt x="18401" y="839059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7" name="Freeform 2986">
              <a:extLst>
                <a:ext uri="{FF2B5EF4-FFF2-40B4-BE49-F238E27FC236}">
                  <a16:creationId xmlns:a16="http://schemas.microsoft.com/office/drawing/2014/main" id="{64B38E8A-3798-8EBF-1885-3C5AEB6BD68C}"/>
                </a:ext>
              </a:extLst>
            </p:cNvPr>
            <p:cNvSpPr/>
            <p:nvPr/>
          </p:nvSpPr>
          <p:spPr>
            <a:xfrm>
              <a:off x="3742204" y="1801916"/>
              <a:ext cx="18402" cy="886939"/>
            </a:xfrm>
            <a:custGeom>
              <a:avLst/>
              <a:gdLst>
                <a:gd name="csX0" fmla="*/ 0 w 18402"/>
                <a:gd name="csY0" fmla="*/ 0 h 886939"/>
                <a:gd name="csX1" fmla="*/ 0 w 18402"/>
                <a:gd name="csY1" fmla="*/ 886940 h 886939"/>
                <a:gd name="csX2" fmla="*/ 18402 w 18402"/>
                <a:gd name="csY2" fmla="*/ 886940 h 886939"/>
                <a:gd name="csX3" fmla="*/ 18402 w 18402"/>
                <a:gd name="csY3" fmla="*/ 0 h 886939"/>
                <a:gd name="csX4" fmla="*/ 0 w 18402"/>
                <a:gd name="csY4" fmla="*/ 0 h 886939"/>
                <a:gd name="csX5" fmla="*/ 0 w 18402"/>
                <a:gd name="csY5" fmla="*/ 0 h 886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886939">
                  <a:moveTo>
                    <a:pt x="0" y="0"/>
                  </a:moveTo>
                  <a:lnTo>
                    <a:pt x="0" y="886940"/>
                  </a:lnTo>
                  <a:lnTo>
                    <a:pt x="18402" y="886940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8" name="Freeform 2987">
              <a:extLst>
                <a:ext uri="{FF2B5EF4-FFF2-40B4-BE49-F238E27FC236}">
                  <a16:creationId xmlns:a16="http://schemas.microsoft.com/office/drawing/2014/main" id="{06A21580-D074-A436-D269-C26C1C1DF078}"/>
                </a:ext>
              </a:extLst>
            </p:cNvPr>
            <p:cNvSpPr/>
            <p:nvPr/>
          </p:nvSpPr>
          <p:spPr>
            <a:xfrm>
              <a:off x="3742204" y="1801916"/>
              <a:ext cx="18402" cy="886939"/>
            </a:xfrm>
            <a:custGeom>
              <a:avLst/>
              <a:gdLst>
                <a:gd name="csX0" fmla="*/ 0 w 18402"/>
                <a:gd name="csY0" fmla="*/ 0 h 886939"/>
                <a:gd name="csX1" fmla="*/ 0 w 18402"/>
                <a:gd name="csY1" fmla="*/ 886940 h 886939"/>
                <a:gd name="csX2" fmla="*/ 18402 w 18402"/>
                <a:gd name="csY2" fmla="*/ 886940 h 886939"/>
                <a:gd name="csX3" fmla="*/ 18402 w 18402"/>
                <a:gd name="csY3" fmla="*/ 0 h 886939"/>
                <a:gd name="csX4" fmla="*/ 0 w 18402"/>
                <a:gd name="csY4" fmla="*/ 0 h 8869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886939">
                  <a:moveTo>
                    <a:pt x="0" y="0"/>
                  </a:moveTo>
                  <a:lnTo>
                    <a:pt x="0" y="886940"/>
                  </a:lnTo>
                  <a:lnTo>
                    <a:pt x="18402" y="886940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89" name="Freeform 2988">
              <a:extLst>
                <a:ext uri="{FF2B5EF4-FFF2-40B4-BE49-F238E27FC236}">
                  <a16:creationId xmlns:a16="http://schemas.microsoft.com/office/drawing/2014/main" id="{F8C67456-30F1-9C3D-A2C2-D01A6962481D}"/>
                </a:ext>
              </a:extLst>
            </p:cNvPr>
            <p:cNvSpPr/>
            <p:nvPr/>
          </p:nvSpPr>
          <p:spPr>
            <a:xfrm>
              <a:off x="3760606" y="1785779"/>
              <a:ext cx="18401" cy="903076"/>
            </a:xfrm>
            <a:custGeom>
              <a:avLst/>
              <a:gdLst>
                <a:gd name="csX0" fmla="*/ 0 w 18401"/>
                <a:gd name="csY0" fmla="*/ 0 h 903076"/>
                <a:gd name="csX1" fmla="*/ 0 w 18401"/>
                <a:gd name="csY1" fmla="*/ 903077 h 903076"/>
                <a:gd name="csX2" fmla="*/ 18401 w 18401"/>
                <a:gd name="csY2" fmla="*/ 903077 h 903076"/>
                <a:gd name="csX3" fmla="*/ 18401 w 18401"/>
                <a:gd name="csY3" fmla="*/ 0 h 903076"/>
                <a:gd name="csX4" fmla="*/ 0 w 18401"/>
                <a:gd name="csY4" fmla="*/ 0 h 903076"/>
                <a:gd name="csX5" fmla="*/ 0 w 18401"/>
                <a:gd name="csY5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903076">
                  <a:moveTo>
                    <a:pt x="0" y="0"/>
                  </a:moveTo>
                  <a:lnTo>
                    <a:pt x="0" y="903077"/>
                  </a:lnTo>
                  <a:lnTo>
                    <a:pt x="18401" y="903077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0" name="Freeform 2989">
              <a:extLst>
                <a:ext uri="{FF2B5EF4-FFF2-40B4-BE49-F238E27FC236}">
                  <a16:creationId xmlns:a16="http://schemas.microsoft.com/office/drawing/2014/main" id="{9B4455F5-FC65-9CD1-F9DF-F07509E8A2CD}"/>
                </a:ext>
              </a:extLst>
            </p:cNvPr>
            <p:cNvSpPr/>
            <p:nvPr/>
          </p:nvSpPr>
          <p:spPr>
            <a:xfrm>
              <a:off x="3760606" y="1785779"/>
              <a:ext cx="18401" cy="903076"/>
            </a:xfrm>
            <a:custGeom>
              <a:avLst/>
              <a:gdLst>
                <a:gd name="csX0" fmla="*/ 0 w 18401"/>
                <a:gd name="csY0" fmla="*/ 0 h 903076"/>
                <a:gd name="csX1" fmla="*/ 0 w 18401"/>
                <a:gd name="csY1" fmla="*/ 903077 h 903076"/>
                <a:gd name="csX2" fmla="*/ 18401 w 18401"/>
                <a:gd name="csY2" fmla="*/ 903077 h 903076"/>
                <a:gd name="csX3" fmla="*/ 18401 w 18401"/>
                <a:gd name="csY3" fmla="*/ 0 h 903076"/>
                <a:gd name="csX4" fmla="*/ 0 w 18401"/>
                <a:gd name="csY4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903076">
                  <a:moveTo>
                    <a:pt x="0" y="0"/>
                  </a:moveTo>
                  <a:lnTo>
                    <a:pt x="0" y="903077"/>
                  </a:lnTo>
                  <a:lnTo>
                    <a:pt x="18401" y="903077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1" name="Freeform 2990">
              <a:extLst>
                <a:ext uri="{FF2B5EF4-FFF2-40B4-BE49-F238E27FC236}">
                  <a16:creationId xmlns:a16="http://schemas.microsoft.com/office/drawing/2014/main" id="{F743C478-498F-74B7-D6B1-02D271C68970}"/>
                </a:ext>
              </a:extLst>
            </p:cNvPr>
            <p:cNvSpPr/>
            <p:nvPr/>
          </p:nvSpPr>
          <p:spPr>
            <a:xfrm>
              <a:off x="3779008" y="1807224"/>
              <a:ext cx="18401" cy="881631"/>
            </a:xfrm>
            <a:custGeom>
              <a:avLst/>
              <a:gdLst>
                <a:gd name="csX0" fmla="*/ 0 w 18401"/>
                <a:gd name="csY0" fmla="*/ 0 h 881631"/>
                <a:gd name="csX1" fmla="*/ 0 w 18401"/>
                <a:gd name="csY1" fmla="*/ 881631 h 881631"/>
                <a:gd name="csX2" fmla="*/ 18401 w 18401"/>
                <a:gd name="csY2" fmla="*/ 881631 h 881631"/>
                <a:gd name="csX3" fmla="*/ 18401 w 18401"/>
                <a:gd name="csY3" fmla="*/ 0 h 881631"/>
                <a:gd name="csX4" fmla="*/ 0 w 18401"/>
                <a:gd name="csY4" fmla="*/ 0 h 881631"/>
                <a:gd name="csX5" fmla="*/ 0 w 18401"/>
                <a:gd name="csY5" fmla="*/ 0 h 881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881631">
                  <a:moveTo>
                    <a:pt x="0" y="0"/>
                  </a:moveTo>
                  <a:lnTo>
                    <a:pt x="0" y="881631"/>
                  </a:lnTo>
                  <a:lnTo>
                    <a:pt x="18401" y="881631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2" name="Freeform 2991">
              <a:extLst>
                <a:ext uri="{FF2B5EF4-FFF2-40B4-BE49-F238E27FC236}">
                  <a16:creationId xmlns:a16="http://schemas.microsoft.com/office/drawing/2014/main" id="{60F9BAA7-D314-5344-E398-1673F78EB0B8}"/>
                </a:ext>
              </a:extLst>
            </p:cNvPr>
            <p:cNvSpPr/>
            <p:nvPr/>
          </p:nvSpPr>
          <p:spPr>
            <a:xfrm>
              <a:off x="3779008" y="1807224"/>
              <a:ext cx="18401" cy="881631"/>
            </a:xfrm>
            <a:custGeom>
              <a:avLst/>
              <a:gdLst>
                <a:gd name="csX0" fmla="*/ 0 w 18401"/>
                <a:gd name="csY0" fmla="*/ 0 h 881631"/>
                <a:gd name="csX1" fmla="*/ 0 w 18401"/>
                <a:gd name="csY1" fmla="*/ 881631 h 881631"/>
                <a:gd name="csX2" fmla="*/ 18401 w 18401"/>
                <a:gd name="csY2" fmla="*/ 881631 h 881631"/>
                <a:gd name="csX3" fmla="*/ 18401 w 18401"/>
                <a:gd name="csY3" fmla="*/ 0 h 881631"/>
                <a:gd name="csX4" fmla="*/ 0 w 18401"/>
                <a:gd name="csY4" fmla="*/ 0 h 881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881631">
                  <a:moveTo>
                    <a:pt x="0" y="0"/>
                  </a:moveTo>
                  <a:lnTo>
                    <a:pt x="0" y="881631"/>
                  </a:lnTo>
                  <a:lnTo>
                    <a:pt x="18401" y="881631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3" name="Freeform 2992">
              <a:extLst>
                <a:ext uri="{FF2B5EF4-FFF2-40B4-BE49-F238E27FC236}">
                  <a16:creationId xmlns:a16="http://schemas.microsoft.com/office/drawing/2014/main" id="{977985C9-C9B5-6E58-13A4-E51C6E21C445}"/>
                </a:ext>
              </a:extLst>
            </p:cNvPr>
            <p:cNvSpPr/>
            <p:nvPr/>
          </p:nvSpPr>
          <p:spPr>
            <a:xfrm>
              <a:off x="3797409" y="1856697"/>
              <a:ext cx="18402" cy="832157"/>
            </a:xfrm>
            <a:custGeom>
              <a:avLst/>
              <a:gdLst>
                <a:gd name="csX0" fmla="*/ 0 w 18402"/>
                <a:gd name="csY0" fmla="*/ 0 h 832157"/>
                <a:gd name="csX1" fmla="*/ 0 w 18402"/>
                <a:gd name="csY1" fmla="*/ 832158 h 832157"/>
                <a:gd name="csX2" fmla="*/ 18402 w 18402"/>
                <a:gd name="csY2" fmla="*/ 832158 h 832157"/>
                <a:gd name="csX3" fmla="*/ 18402 w 18402"/>
                <a:gd name="csY3" fmla="*/ 0 h 832157"/>
                <a:gd name="csX4" fmla="*/ 0 w 18402"/>
                <a:gd name="csY4" fmla="*/ 0 h 832157"/>
                <a:gd name="csX5" fmla="*/ 0 w 18402"/>
                <a:gd name="csY5" fmla="*/ 0 h 83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832157">
                  <a:moveTo>
                    <a:pt x="0" y="0"/>
                  </a:moveTo>
                  <a:lnTo>
                    <a:pt x="0" y="832158"/>
                  </a:lnTo>
                  <a:lnTo>
                    <a:pt x="18402" y="832158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4" name="Freeform 2993">
              <a:extLst>
                <a:ext uri="{FF2B5EF4-FFF2-40B4-BE49-F238E27FC236}">
                  <a16:creationId xmlns:a16="http://schemas.microsoft.com/office/drawing/2014/main" id="{F81D8D3B-EABD-1967-FFCF-439C682E0AD7}"/>
                </a:ext>
              </a:extLst>
            </p:cNvPr>
            <p:cNvSpPr/>
            <p:nvPr/>
          </p:nvSpPr>
          <p:spPr>
            <a:xfrm>
              <a:off x="3797409" y="1856697"/>
              <a:ext cx="18402" cy="832157"/>
            </a:xfrm>
            <a:custGeom>
              <a:avLst/>
              <a:gdLst>
                <a:gd name="csX0" fmla="*/ 0 w 18402"/>
                <a:gd name="csY0" fmla="*/ 0 h 832157"/>
                <a:gd name="csX1" fmla="*/ 0 w 18402"/>
                <a:gd name="csY1" fmla="*/ 832158 h 832157"/>
                <a:gd name="csX2" fmla="*/ 18402 w 18402"/>
                <a:gd name="csY2" fmla="*/ 832158 h 832157"/>
                <a:gd name="csX3" fmla="*/ 18402 w 18402"/>
                <a:gd name="csY3" fmla="*/ 0 h 832157"/>
                <a:gd name="csX4" fmla="*/ 0 w 18402"/>
                <a:gd name="csY4" fmla="*/ 0 h 83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832157">
                  <a:moveTo>
                    <a:pt x="0" y="0"/>
                  </a:moveTo>
                  <a:lnTo>
                    <a:pt x="0" y="832158"/>
                  </a:lnTo>
                  <a:lnTo>
                    <a:pt x="18402" y="832158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5" name="Freeform 2994">
              <a:extLst>
                <a:ext uri="{FF2B5EF4-FFF2-40B4-BE49-F238E27FC236}">
                  <a16:creationId xmlns:a16="http://schemas.microsoft.com/office/drawing/2014/main" id="{9BB6690A-54A1-620E-7C16-A9971298E8DC}"/>
                </a:ext>
              </a:extLst>
            </p:cNvPr>
            <p:cNvSpPr/>
            <p:nvPr/>
          </p:nvSpPr>
          <p:spPr>
            <a:xfrm>
              <a:off x="3815811" y="1937965"/>
              <a:ext cx="18401" cy="750890"/>
            </a:xfrm>
            <a:custGeom>
              <a:avLst/>
              <a:gdLst>
                <a:gd name="csX0" fmla="*/ 0 w 18401"/>
                <a:gd name="csY0" fmla="*/ 0 h 750890"/>
                <a:gd name="csX1" fmla="*/ 0 w 18401"/>
                <a:gd name="csY1" fmla="*/ 750891 h 750890"/>
                <a:gd name="csX2" fmla="*/ 18401 w 18401"/>
                <a:gd name="csY2" fmla="*/ 750891 h 750890"/>
                <a:gd name="csX3" fmla="*/ 18401 w 18401"/>
                <a:gd name="csY3" fmla="*/ 0 h 750890"/>
                <a:gd name="csX4" fmla="*/ 0 w 18401"/>
                <a:gd name="csY4" fmla="*/ 0 h 750890"/>
                <a:gd name="csX5" fmla="*/ 0 w 18401"/>
                <a:gd name="csY5" fmla="*/ 0 h 750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750890">
                  <a:moveTo>
                    <a:pt x="0" y="0"/>
                  </a:moveTo>
                  <a:lnTo>
                    <a:pt x="0" y="750891"/>
                  </a:lnTo>
                  <a:lnTo>
                    <a:pt x="18401" y="750891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6" name="Freeform 2995">
              <a:extLst>
                <a:ext uri="{FF2B5EF4-FFF2-40B4-BE49-F238E27FC236}">
                  <a16:creationId xmlns:a16="http://schemas.microsoft.com/office/drawing/2014/main" id="{D22409F4-290F-57AF-34A3-3C355C65C3AC}"/>
                </a:ext>
              </a:extLst>
            </p:cNvPr>
            <p:cNvSpPr/>
            <p:nvPr/>
          </p:nvSpPr>
          <p:spPr>
            <a:xfrm>
              <a:off x="3815811" y="1937965"/>
              <a:ext cx="18401" cy="750890"/>
            </a:xfrm>
            <a:custGeom>
              <a:avLst/>
              <a:gdLst>
                <a:gd name="csX0" fmla="*/ 0 w 18401"/>
                <a:gd name="csY0" fmla="*/ 0 h 750890"/>
                <a:gd name="csX1" fmla="*/ 0 w 18401"/>
                <a:gd name="csY1" fmla="*/ 750891 h 750890"/>
                <a:gd name="csX2" fmla="*/ 18401 w 18401"/>
                <a:gd name="csY2" fmla="*/ 750891 h 750890"/>
                <a:gd name="csX3" fmla="*/ 18401 w 18401"/>
                <a:gd name="csY3" fmla="*/ 0 h 750890"/>
                <a:gd name="csX4" fmla="*/ 0 w 18401"/>
                <a:gd name="csY4" fmla="*/ 0 h 750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750890">
                  <a:moveTo>
                    <a:pt x="0" y="0"/>
                  </a:moveTo>
                  <a:lnTo>
                    <a:pt x="0" y="750891"/>
                  </a:lnTo>
                  <a:lnTo>
                    <a:pt x="18401" y="750891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7" name="Freeform 2996">
              <a:extLst>
                <a:ext uri="{FF2B5EF4-FFF2-40B4-BE49-F238E27FC236}">
                  <a16:creationId xmlns:a16="http://schemas.microsoft.com/office/drawing/2014/main" id="{BFB58FB7-9C0B-7DE2-9C9E-98EA92BF1663}"/>
                </a:ext>
              </a:extLst>
            </p:cNvPr>
            <p:cNvSpPr/>
            <p:nvPr/>
          </p:nvSpPr>
          <p:spPr>
            <a:xfrm>
              <a:off x="3834213" y="1999122"/>
              <a:ext cx="18402" cy="689733"/>
            </a:xfrm>
            <a:custGeom>
              <a:avLst/>
              <a:gdLst>
                <a:gd name="csX0" fmla="*/ 0 w 18402"/>
                <a:gd name="csY0" fmla="*/ 0 h 689733"/>
                <a:gd name="csX1" fmla="*/ 0 w 18402"/>
                <a:gd name="csY1" fmla="*/ 689734 h 689733"/>
                <a:gd name="csX2" fmla="*/ 18402 w 18402"/>
                <a:gd name="csY2" fmla="*/ 689734 h 689733"/>
                <a:gd name="csX3" fmla="*/ 18402 w 18402"/>
                <a:gd name="csY3" fmla="*/ 0 h 689733"/>
                <a:gd name="csX4" fmla="*/ 0 w 18402"/>
                <a:gd name="csY4" fmla="*/ 0 h 689733"/>
                <a:gd name="csX5" fmla="*/ 0 w 18402"/>
                <a:gd name="csY5" fmla="*/ 0 h 68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689733">
                  <a:moveTo>
                    <a:pt x="0" y="0"/>
                  </a:moveTo>
                  <a:lnTo>
                    <a:pt x="0" y="689734"/>
                  </a:lnTo>
                  <a:lnTo>
                    <a:pt x="18402" y="689734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8" name="Freeform 2997">
              <a:extLst>
                <a:ext uri="{FF2B5EF4-FFF2-40B4-BE49-F238E27FC236}">
                  <a16:creationId xmlns:a16="http://schemas.microsoft.com/office/drawing/2014/main" id="{88D99AA6-7EAE-4A43-E681-5C9F769BA191}"/>
                </a:ext>
              </a:extLst>
            </p:cNvPr>
            <p:cNvSpPr/>
            <p:nvPr/>
          </p:nvSpPr>
          <p:spPr>
            <a:xfrm>
              <a:off x="3834213" y="1999122"/>
              <a:ext cx="18402" cy="689733"/>
            </a:xfrm>
            <a:custGeom>
              <a:avLst/>
              <a:gdLst>
                <a:gd name="csX0" fmla="*/ 0 w 18402"/>
                <a:gd name="csY0" fmla="*/ 0 h 689733"/>
                <a:gd name="csX1" fmla="*/ 0 w 18402"/>
                <a:gd name="csY1" fmla="*/ 689734 h 689733"/>
                <a:gd name="csX2" fmla="*/ 18402 w 18402"/>
                <a:gd name="csY2" fmla="*/ 689734 h 689733"/>
                <a:gd name="csX3" fmla="*/ 18402 w 18402"/>
                <a:gd name="csY3" fmla="*/ 0 h 689733"/>
                <a:gd name="csX4" fmla="*/ 0 w 18402"/>
                <a:gd name="csY4" fmla="*/ 0 h 6897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689733">
                  <a:moveTo>
                    <a:pt x="0" y="0"/>
                  </a:moveTo>
                  <a:lnTo>
                    <a:pt x="0" y="689734"/>
                  </a:lnTo>
                  <a:lnTo>
                    <a:pt x="18402" y="689734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999" name="Freeform 2998">
              <a:extLst>
                <a:ext uri="{FF2B5EF4-FFF2-40B4-BE49-F238E27FC236}">
                  <a16:creationId xmlns:a16="http://schemas.microsoft.com/office/drawing/2014/main" id="{FCD3F232-306A-3799-35D1-8FAE58287C21}"/>
                </a:ext>
              </a:extLst>
            </p:cNvPr>
            <p:cNvSpPr/>
            <p:nvPr/>
          </p:nvSpPr>
          <p:spPr>
            <a:xfrm>
              <a:off x="3852615" y="2089911"/>
              <a:ext cx="18401" cy="598943"/>
            </a:xfrm>
            <a:custGeom>
              <a:avLst/>
              <a:gdLst>
                <a:gd name="csX0" fmla="*/ 0 w 18401"/>
                <a:gd name="csY0" fmla="*/ 0 h 598943"/>
                <a:gd name="csX1" fmla="*/ 0 w 18401"/>
                <a:gd name="csY1" fmla="*/ 598944 h 598943"/>
                <a:gd name="csX2" fmla="*/ 18401 w 18401"/>
                <a:gd name="csY2" fmla="*/ 598944 h 598943"/>
                <a:gd name="csX3" fmla="*/ 18401 w 18401"/>
                <a:gd name="csY3" fmla="*/ 0 h 598943"/>
                <a:gd name="csX4" fmla="*/ 0 w 18401"/>
                <a:gd name="csY4" fmla="*/ 0 h 598943"/>
                <a:gd name="csX5" fmla="*/ 0 w 18401"/>
                <a:gd name="csY5" fmla="*/ 0 h 598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598943">
                  <a:moveTo>
                    <a:pt x="0" y="0"/>
                  </a:moveTo>
                  <a:lnTo>
                    <a:pt x="0" y="598944"/>
                  </a:lnTo>
                  <a:lnTo>
                    <a:pt x="18401" y="598944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0" name="Freeform 2999">
              <a:extLst>
                <a:ext uri="{FF2B5EF4-FFF2-40B4-BE49-F238E27FC236}">
                  <a16:creationId xmlns:a16="http://schemas.microsoft.com/office/drawing/2014/main" id="{66E23B8F-A232-E0EA-F931-9E5388ED00C4}"/>
                </a:ext>
              </a:extLst>
            </p:cNvPr>
            <p:cNvSpPr/>
            <p:nvPr/>
          </p:nvSpPr>
          <p:spPr>
            <a:xfrm>
              <a:off x="3852615" y="2089911"/>
              <a:ext cx="18401" cy="598943"/>
            </a:xfrm>
            <a:custGeom>
              <a:avLst/>
              <a:gdLst>
                <a:gd name="csX0" fmla="*/ 0 w 18401"/>
                <a:gd name="csY0" fmla="*/ 0 h 598943"/>
                <a:gd name="csX1" fmla="*/ 0 w 18401"/>
                <a:gd name="csY1" fmla="*/ 598944 h 598943"/>
                <a:gd name="csX2" fmla="*/ 18401 w 18401"/>
                <a:gd name="csY2" fmla="*/ 598944 h 598943"/>
                <a:gd name="csX3" fmla="*/ 18401 w 18401"/>
                <a:gd name="csY3" fmla="*/ 0 h 598943"/>
                <a:gd name="csX4" fmla="*/ 0 w 18401"/>
                <a:gd name="csY4" fmla="*/ 0 h 598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598943">
                  <a:moveTo>
                    <a:pt x="0" y="0"/>
                  </a:moveTo>
                  <a:lnTo>
                    <a:pt x="0" y="598944"/>
                  </a:lnTo>
                  <a:lnTo>
                    <a:pt x="18401" y="598944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1" name="Freeform 3000">
              <a:extLst>
                <a:ext uri="{FF2B5EF4-FFF2-40B4-BE49-F238E27FC236}">
                  <a16:creationId xmlns:a16="http://schemas.microsoft.com/office/drawing/2014/main" id="{DB03960B-DE4F-9A5C-0C25-B068B5BC1AF5}"/>
                </a:ext>
              </a:extLst>
            </p:cNvPr>
            <p:cNvSpPr/>
            <p:nvPr/>
          </p:nvSpPr>
          <p:spPr>
            <a:xfrm>
              <a:off x="3871016" y="2159383"/>
              <a:ext cx="18401" cy="529471"/>
            </a:xfrm>
            <a:custGeom>
              <a:avLst/>
              <a:gdLst>
                <a:gd name="csX0" fmla="*/ 0 w 18401"/>
                <a:gd name="csY0" fmla="*/ 0 h 529471"/>
                <a:gd name="csX1" fmla="*/ 0 w 18401"/>
                <a:gd name="csY1" fmla="*/ 529472 h 529471"/>
                <a:gd name="csX2" fmla="*/ 18401 w 18401"/>
                <a:gd name="csY2" fmla="*/ 529472 h 529471"/>
                <a:gd name="csX3" fmla="*/ 18401 w 18401"/>
                <a:gd name="csY3" fmla="*/ 0 h 529471"/>
                <a:gd name="csX4" fmla="*/ 0 w 18401"/>
                <a:gd name="csY4" fmla="*/ 0 h 529471"/>
                <a:gd name="csX5" fmla="*/ 0 w 18401"/>
                <a:gd name="csY5" fmla="*/ 0 h 52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529471">
                  <a:moveTo>
                    <a:pt x="0" y="0"/>
                  </a:moveTo>
                  <a:lnTo>
                    <a:pt x="0" y="529472"/>
                  </a:lnTo>
                  <a:lnTo>
                    <a:pt x="18401" y="529472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2" name="Freeform 3001">
              <a:extLst>
                <a:ext uri="{FF2B5EF4-FFF2-40B4-BE49-F238E27FC236}">
                  <a16:creationId xmlns:a16="http://schemas.microsoft.com/office/drawing/2014/main" id="{3A3E9A80-B888-AF48-3E1D-C9B63F15C0ED}"/>
                </a:ext>
              </a:extLst>
            </p:cNvPr>
            <p:cNvSpPr/>
            <p:nvPr/>
          </p:nvSpPr>
          <p:spPr>
            <a:xfrm>
              <a:off x="3871016" y="2159383"/>
              <a:ext cx="18401" cy="529471"/>
            </a:xfrm>
            <a:custGeom>
              <a:avLst/>
              <a:gdLst>
                <a:gd name="csX0" fmla="*/ 0 w 18401"/>
                <a:gd name="csY0" fmla="*/ 0 h 529471"/>
                <a:gd name="csX1" fmla="*/ 0 w 18401"/>
                <a:gd name="csY1" fmla="*/ 529472 h 529471"/>
                <a:gd name="csX2" fmla="*/ 18401 w 18401"/>
                <a:gd name="csY2" fmla="*/ 529472 h 529471"/>
                <a:gd name="csX3" fmla="*/ 18401 w 18401"/>
                <a:gd name="csY3" fmla="*/ 0 h 529471"/>
                <a:gd name="csX4" fmla="*/ 0 w 18401"/>
                <a:gd name="csY4" fmla="*/ 0 h 529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529471">
                  <a:moveTo>
                    <a:pt x="0" y="0"/>
                  </a:moveTo>
                  <a:lnTo>
                    <a:pt x="0" y="529472"/>
                  </a:lnTo>
                  <a:lnTo>
                    <a:pt x="18401" y="529472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3" name="Freeform 3002">
              <a:extLst>
                <a:ext uri="{FF2B5EF4-FFF2-40B4-BE49-F238E27FC236}">
                  <a16:creationId xmlns:a16="http://schemas.microsoft.com/office/drawing/2014/main" id="{8E151FDE-B5E5-9934-83AE-3C1034103190}"/>
                </a:ext>
              </a:extLst>
            </p:cNvPr>
            <p:cNvSpPr/>
            <p:nvPr/>
          </p:nvSpPr>
          <p:spPr>
            <a:xfrm>
              <a:off x="3889417" y="2225620"/>
              <a:ext cx="18402" cy="463234"/>
            </a:xfrm>
            <a:custGeom>
              <a:avLst/>
              <a:gdLst>
                <a:gd name="csX0" fmla="*/ 0 w 18402"/>
                <a:gd name="csY0" fmla="*/ 0 h 463234"/>
                <a:gd name="csX1" fmla="*/ 0 w 18402"/>
                <a:gd name="csY1" fmla="*/ 463235 h 463234"/>
                <a:gd name="csX2" fmla="*/ 18402 w 18402"/>
                <a:gd name="csY2" fmla="*/ 463235 h 463234"/>
                <a:gd name="csX3" fmla="*/ 18402 w 18402"/>
                <a:gd name="csY3" fmla="*/ 0 h 463234"/>
                <a:gd name="csX4" fmla="*/ 0 w 18402"/>
                <a:gd name="csY4" fmla="*/ 0 h 463234"/>
                <a:gd name="csX5" fmla="*/ 0 w 18402"/>
                <a:gd name="csY5" fmla="*/ 0 h 46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463234">
                  <a:moveTo>
                    <a:pt x="0" y="0"/>
                  </a:moveTo>
                  <a:lnTo>
                    <a:pt x="0" y="463235"/>
                  </a:lnTo>
                  <a:lnTo>
                    <a:pt x="18402" y="463235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4" name="Freeform 3003">
              <a:extLst>
                <a:ext uri="{FF2B5EF4-FFF2-40B4-BE49-F238E27FC236}">
                  <a16:creationId xmlns:a16="http://schemas.microsoft.com/office/drawing/2014/main" id="{7B10D6DB-2008-9AE6-97B0-448654275D4F}"/>
                </a:ext>
              </a:extLst>
            </p:cNvPr>
            <p:cNvSpPr/>
            <p:nvPr/>
          </p:nvSpPr>
          <p:spPr>
            <a:xfrm>
              <a:off x="3889417" y="2225620"/>
              <a:ext cx="18402" cy="463234"/>
            </a:xfrm>
            <a:custGeom>
              <a:avLst/>
              <a:gdLst>
                <a:gd name="csX0" fmla="*/ 0 w 18402"/>
                <a:gd name="csY0" fmla="*/ 0 h 463234"/>
                <a:gd name="csX1" fmla="*/ 0 w 18402"/>
                <a:gd name="csY1" fmla="*/ 463235 h 463234"/>
                <a:gd name="csX2" fmla="*/ 18402 w 18402"/>
                <a:gd name="csY2" fmla="*/ 463235 h 463234"/>
                <a:gd name="csX3" fmla="*/ 18402 w 18402"/>
                <a:gd name="csY3" fmla="*/ 0 h 463234"/>
                <a:gd name="csX4" fmla="*/ 0 w 18402"/>
                <a:gd name="csY4" fmla="*/ 0 h 463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463234">
                  <a:moveTo>
                    <a:pt x="0" y="0"/>
                  </a:moveTo>
                  <a:lnTo>
                    <a:pt x="0" y="463235"/>
                  </a:lnTo>
                  <a:lnTo>
                    <a:pt x="18402" y="463235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5" name="Freeform 3004">
              <a:extLst>
                <a:ext uri="{FF2B5EF4-FFF2-40B4-BE49-F238E27FC236}">
                  <a16:creationId xmlns:a16="http://schemas.microsoft.com/office/drawing/2014/main" id="{0875B1AA-32BD-84C2-F9A3-57119A91B004}"/>
                </a:ext>
              </a:extLst>
            </p:cNvPr>
            <p:cNvSpPr/>
            <p:nvPr/>
          </p:nvSpPr>
          <p:spPr>
            <a:xfrm>
              <a:off x="3907820" y="2273903"/>
              <a:ext cx="18401" cy="414951"/>
            </a:xfrm>
            <a:custGeom>
              <a:avLst/>
              <a:gdLst>
                <a:gd name="csX0" fmla="*/ 0 w 18401"/>
                <a:gd name="csY0" fmla="*/ 0 h 414951"/>
                <a:gd name="csX1" fmla="*/ 0 w 18401"/>
                <a:gd name="csY1" fmla="*/ 414952 h 414951"/>
                <a:gd name="csX2" fmla="*/ 18401 w 18401"/>
                <a:gd name="csY2" fmla="*/ 414952 h 414951"/>
                <a:gd name="csX3" fmla="*/ 18401 w 18401"/>
                <a:gd name="csY3" fmla="*/ 0 h 414951"/>
                <a:gd name="csX4" fmla="*/ 0 w 18401"/>
                <a:gd name="csY4" fmla="*/ 0 h 414951"/>
                <a:gd name="csX5" fmla="*/ 0 w 18401"/>
                <a:gd name="csY5" fmla="*/ 0 h 414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414951">
                  <a:moveTo>
                    <a:pt x="0" y="0"/>
                  </a:moveTo>
                  <a:lnTo>
                    <a:pt x="0" y="414952"/>
                  </a:lnTo>
                  <a:lnTo>
                    <a:pt x="18401" y="414952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6" name="Freeform 3005">
              <a:extLst>
                <a:ext uri="{FF2B5EF4-FFF2-40B4-BE49-F238E27FC236}">
                  <a16:creationId xmlns:a16="http://schemas.microsoft.com/office/drawing/2014/main" id="{0BF8B6AC-6C22-4BDB-952A-6DF7062C0FCF}"/>
                </a:ext>
              </a:extLst>
            </p:cNvPr>
            <p:cNvSpPr/>
            <p:nvPr/>
          </p:nvSpPr>
          <p:spPr>
            <a:xfrm>
              <a:off x="3907820" y="2273903"/>
              <a:ext cx="18401" cy="414951"/>
            </a:xfrm>
            <a:custGeom>
              <a:avLst/>
              <a:gdLst>
                <a:gd name="csX0" fmla="*/ 0 w 18401"/>
                <a:gd name="csY0" fmla="*/ 0 h 414951"/>
                <a:gd name="csX1" fmla="*/ 0 w 18401"/>
                <a:gd name="csY1" fmla="*/ 414952 h 414951"/>
                <a:gd name="csX2" fmla="*/ 18401 w 18401"/>
                <a:gd name="csY2" fmla="*/ 414952 h 414951"/>
                <a:gd name="csX3" fmla="*/ 18401 w 18401"/>
                <a:gd name="csY3" fmla="*/ 0 h 414951"/>
                <a:gd name="csX4" fmla="*/ 0 w 18401"/>
                <a:gd name="csY4" fmla="*/ 0 h 414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414951">
                  <a:moveTo>
                    <a:pt x="0" y="0"/>
                  </a:moveTo>
                  <a:lnTo>
                    <a:pt x="0" y="414952"/>
                  </a:lnTo>
                  <a:lnTo>
                    <a:pt x="18401" y="414952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7" name="Freeform 3006">
              <a:extLst>
                <a:ext uri="{FF2B5EF4-FFF2-40B4-BE49-F238E27FC236}">
                  <a16:creationId xmlns:a16="http://schemas.microsoft.com/office/drawing/2014/main" id="{93EEF2C8-8352-B7C9-EFCD-D4195181A86B}"/>
                </a:ext>
              </a:extLst>
            </p:cNvPr>
            <p:cNvSpPr/>
            <p:nvPr/>
          </p:nvSpPr>
          <p:spPr>
            <a:xfrm>
              <a:off x="3926221" y="2334898"/>
              <a:ext cx="18401" cy="353956"/>
            </a:xfrm>
            <a:custGeom>
              <a:avLst/>
              <a:gdLst>
                <a:gd name="csX0" fmla="*/ 0 w 18401"/>
                <a:gd name="csY0" fmla="*/ 0 h 353956"/>
                <a:gd name="csX1" fmla="*/ 0 w 18401"/>
                <a:gd name="csY1" fmla="*/ 353957 h 353956"/>
                <a:gd name="csX2" fmla="*/ 18401 w 18401"/>
                <a:gd name="csY2" fmla="*/ 353957 h 353956"/>
                <a:gd name="csX3" fmla="*/ 18401 w 18401"/>
                <a:gd name="csY3" fmla="*/ 0 h 353956"/>
                <a:gd name="csX4" fmla="*/ 0 w 18401"/>
                <a:gd name="csY4" fmla="*/ 0 h 353956"/>
                <a:gd name="csX5" fmla="*/ 0 w 18401"/>
                <a:gd name="csY5" fmla="*/ 0 h 353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353956">
                  <a:moveTo>
                    <a:pt x="0" y="0"/>
                  </a:moveTo>
                  <a:lnTo>
                    <a:pt x="0" y="353957"/>
                  </a:lnTo>
                  <a:lnTo>
                    <a:pt x="18401" y="353957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8" name="Freeform 3007">
              <a:extLst>
                <a:ext uri="{FF2B5EF4-FFF2-40B4-BE49-F238E27FC236}">
                  <a16:creationId xmlns:a16="http://schemas.microsoft.com/office/drawing/2014/main" id="{C30E296E-A8A0-ED0E-85EE-DB4ADBE029FF}"/>
                </a:ext>
              </a:extLst>
            </p:cNvPr>
            <p:cNvSpPr/>
            <p:nvPr/>
          </p:nvSpPr>
          <p:spPr>
            <a:xfrm>
              <a:off x="3926221" y="2334898"/>
              <a:ext cx="18401" cy="353956"/>
            </a:xfrm>
            <a:custGeom>
              <a:avLst/>
              <a:gdLst>
                <a:gd name="csX0" fmla="*/ 0 w 18401"/>
                <a:gd name="csY0" fmla="*/ 0 h 353956"/>
                <a:gd name="csX1" fmla="*/ 0 w 18401"/>
                <a:gd name="csY1" fmla="*/ 353957 h 353956"/>
                <a:gd name="csX2" fmla="*/ 18401 w 18401"/>
                <a:gd name="csY2" fmla="*/ 353957 h 353956"/>
                <a:gd name="csX3" fmla="*/ 18401 w 18401"/>
                <a:gd name="csY3" fmla="*/ 0 h 353956"/>
                <a:gd name="csX4" fmla="*/ 0 w 18401"/>
                <a:gd name="csY4" fmla="*/ 0 h 353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353956">
                  <a:moveTo>
                    <a:pt x="0" y="0"/>
                  </a:moveTo>
                  <a:lnTo>
                    <a:pt x="0" y="353957"/>
                  </a:lnTo>
                  <a:lnTo>
                    <a:pt x="18401" y="353957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09" name="Freeform 3008">
              <a:extLst>
                <a:ext uri="{FF2B5EF4-FFF2-40B4-BE49-F238E27FC236}">
                  <a16:creationId xmlns:a16="http://schemas.microsoft.com/office/drawing/2014/main" id="{C6CFE886-8FAA-485E-7274-1C003E5D2BDA}"/>
                </a:ext>
              </a:extLst>
            </p:cNvPr>
            <p:cNvSpPr/>
            <p:nvPr/>
          </p:nvSpPr>
          <p:spPr>
            <a:xfrm>
              <a:off x="3944622" y="2377326"/>
              <a:ext cx="18402" cy="311529"/>
            </a:xfrm>
            <a:custGeom>
              <a:avLst/>
              <a:gdLst>
                <a:gd name="csX0" fmla="*/ 0 w 18402"/>
                <a:gd name="csY0" fmla="*/ 0 h 311529"/>
                <a:gd name="csX1" fmla="*/ 0 w 18402"/>
                <a:gd name="csY1" fmla="*/ 311529 h 311529"/>
                <a:gd name="csX2" fmla="*/ 18402 w 18402"/>
                <a:gd name="csY2" fmla="*/ 311529 h 311529"/>
                <a:gd name="csX3" fmla="*/ 18402 w 18402"/>
                <a:gd name="csY3" fmla="*/ 0 h 311529"/>
                <a:gd name="csX4" fmla="*/ 0 w 18402"/>
                <a:gd name="csY4" fmla="*/ 0 h 311529"/>
                <a:gd name="csX5" fmla="*/ 0 w 18402"/>
                <a:gd name="csY5" fmla="*/ 0 h 311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311529">
                  <a:moveTo>
                    <a:pt x="0" y="0"/>
                  </a:moveTo>
                  <a:lnTo>
                    <a:pt x="0" y="311529"/>
                  </a:lnTo>
                  <a:lnTo>
                    <a:pt x="18402" y="311529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0" name="Freeform 3009">
              <a:extLst>
                <a:ext uri="{FF2B5EF4-FFF2-40B4-BE49-F238E27FC236}">
                  <a16:creationId xmlns:a16="http://schemas.microsoft.com/office/drawing/2014/main" id="{1BA425F5-8EF1-ADBC-043D-E526B8E60602}"/>
                </a:ext>
              </a:extLst>
            </p:cNvPr>
            <p:cNvSpPr/>
            <p:nvPr/>
          </p:nvSpPr>
          <p:spPr>
            <a:xfrm>
              <a:off x="3944622" y="2377326"/>
              <a:ext cx="18402" cy="311529"/>
            </a:xfrm>
            <a:custGeom>
              <a:avLst/>
              <a:gdLst>
                <a:gd name="csX0" fmla="*/ 0 w 18402"/>
                <a:gd name="csY0" fmla="*/ 0 h 311529"/>
                <a:gd name="csX1" fmla="*/ 0 w 18402"/>
                <a:gd name="csY1" fmla="*/ 311529 h 311529"/>
                <a:gd name="csX2" fmla="*/ 18402 w 18402"/>
                <a:gd name="csY2" fmla="*/ 311529 h 311529"/>
                <a:gd name="csX3" fmla="*/ 18402 w 18402"/>
                <a:gd name="csY3" fmla="*/ 0 h 311529"/>
                <a:gd name="csX4" fmla="*/ 0 w 18402"/>
                <a:gd name="csY4" fmla="*/ 0 h 311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311529">
                  <a:moveTo>
                    <a:pt x="0" y="0"/>
                  </a:moveTo>
                  <a:lnTo>
                    <a:pt x="0" y="311529"/>
                  </a:lnTo>
                  <a:lnTo>
                    <a:pt x="18402" y="311529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1" name="Freeform 3010">
              <a:extLst>
                <a:ext uri="{FF2B5EF4-FFF2-40B4-BE49-F238E27FC236}">
                  <a16:creationId xmlns:a16="http://schemas.microsoft.com/office/drawing/2014/main" id="{A58CC68F-CB97-9C78-E78A-3302B92C414F}"/>
                </a:ext>
              </a:extLst>
            </p:cNvPr>
            <p:cNvSpPr/>
            <p:nvPr/>
          </p:nvSpPr>
          <p:spPr>
            <a:xfrm>
              <a:off x="3963024" y="2427848"/>
              <a:ext cx="18401" cy="261007"/>
            </a:xfrm>
            <a:custGeom>
              <a:avLst/>
              <a:gdLst>
                <a:gd name="csX0" fmla="*/ 0 w 18401"/>
                <a:gd name="csY0" fmla="*/ 0 h 261007"/>
                <a:gd name="csX1" fmla="*/ 0 w 18401"/>
                <a:gd name="csY1" fmla="*/ 261007 h 261007"/>
                <a:gd name="csX2" fmla="*/ 18401 w 18401"/>
                <a:gd name="csY2" fmla="*/ 261007 h 261007"/>
                <a:gd name="csX3" fmla="*/ 18401 w 18401"/>
                <a:gd name="csY3" fmla="*/ 0 h 261007"/>
                <a:gd name="csX4" fmla="*/ 0 w 18401"/>
                <a:gd name="csY4" fmla="*/ 0 h 261007"/>
                <a:gd name="csX5" fmla="*/ 0 w 18401"/>
                <a:gd name="csY5" fmla="*/ 0 h 261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261007">
                  <a:moveTo>
                    <a:pt x="0" y="0"/>
                  </a:moveTo>
                  <a:lnTo>
                    <a:pt x="0" y="261007"/>
                  </a:lnTo>
                  <a:lnTo>
                    <a:pt x="18401" y="261007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2" name="Freeform 3011">
              <a:extLst>
                <a:ext uri="{FF2B5EF4-FFF2-40B4-BE49-F238E27FC236}">
                  <a16:creationId xmlns:a16="http://schemas.microsoft.com/office/drawing/2014/main" id="{F193AC94-AEA2-C277-7265-3BAD35C8B178}"/>
                </a:ext>
              </a:extLst>
            </p:cNvPr>
            <p:cNvSpPr/>
            <p:nvPr/>
          </p:nvSpPr>
          <p:spPr>
            <a:xfrm>
              <a:off x="3963024" y="2427848"/>
              <a:ext cx="18401" cy="261007"/>
            </a:xfrm>
            <a:custGeom>
              <a:avLst/>
              <a:gdLst>
                <a:gd name="csX0" fmla="*/ 0 w 18401"/>
                <a:gd name="csY0" fmla="*/ 0 h 261007"/>
                <a:gd name="csX1" fmla="*/ 0 w 18401"/>
                <a:gd name="csY1" fmla="*/ 261007 h 261007"/>
                <a:gd name="csX2" fmla="*/ 18401 w 18401"/>
                <a:gd name="csY2" fmla="*/ 261007 h 261007"/>
                <a:gd name="csX3" fmla="*/ 18401 w 18401"/>
                <a:gd name="csY3" fmla="*/ 0 h 261007"/>
                <a:gd name="csX4" fmla="*/ 0 w 18401"/>
                <a:gd name="csY4" fmla="*/ 0 h 261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261007">
                  <a:moveTo>
                    <a:pt x="0" y="0"/>
                  </a:moveTo>
                  <a:lnTo>
                    <a:pt x="0" y="261007"/>
                  </a:lnTo>
                  <a:lnTo>
                    <a:pt x="18401" y="261007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3" name="Freeform 3012">
              <a:extLst>
                <a:ext uri="{FF2B5EF4-FFF2-40B4-BE49-F238E27FC236}">
                  <a16:creationId xmlns:a16="http://schemas.microsoft.com/office/drawing/2014/main" id="{AF302313-79BA-A86E-C99A-F1D87D39CC6B}"/>
                </a:ext>
              </a:extLst>
            </p:cNvPr>
            <p:cNvSpPr/>
            <p:nvPr/>
          </p:nvSpPr>
          <p:spPr>
            <a:xfrm>
              <a:off x="3981426" y="2455607"/>
              <a:ext cx="18402" cy="233248"/>
            </a:xfrm>
            <a:custGeom>
              <a:avLst/>
              <a:gdLst>
                <a:gd name="csX0" fmla="*/ 0 w 18402"/>
                <a:gd name="csY0" fmla="*/ 0 h 233248"/>
                <a:gd name="csX1" fmla="*/ 0 w 18402"/>
                <a:gd name="csY1" fmla="*/ 233249 h 233248"/>
                <a:gd name="csX2" fmla="*/ 18402 w 18402"/>
                <a:gd name="csY2" fmla="*/ 233249 h 233248"/>
                <a:gd name="csX3" fmla="*/ 18402 w 18402"/>
                <a:gd name="csY3" fmla="*/ 0 h 233248"/>
                <a:gd name="csX4" fmla="*/ 0 w 18402"/>
                <a:gd name="csY4" fmla="*/ 0 h 233248"/>
                <a:gd name="csX5" fmla="*/ 0 w 18402"/>
                <a:gd name="csY5" fmla="*/ 0 h 233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233248">
                  <a:moveTo>
                    <a:pt x="0" y="0"/>
                  </a:moveTo>
                  <a:lnTo>
                    <a:pt x="0" y="233249"/>
                  </a:lnTo>
                  <a:lnTo>
                    <a:pt x="18402" y="233249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4" name="Freeform 3013">
              <a:extLst>
                <a:ext uri="{FF2B5EF4-FFF2-40B4-BE49-F238E27FC236}">
                  <a16:creationId xmlns:a16="http://schemas.microsoft.com/office/drawing/2014/main" id="{481F085C-F94F-48DE-87CA-3D800B831E8C}"/>
                </a:ext>
              </a:extLst>
            </p:cNvPr>
            <p:cNvSpPr/>
            <p:nvPr/>
          </p:nvSpPr>
          <p:spPr>
            <a:xfrm>
              <a:off x="3981426" y="2455607"/>
              <a:ext cx="18402" cy="233248"/>
            </a:xfrm>
            <a:custGeom>
              <a:avLst/>
              <a:gdLst>
                <a:gd name="csX0" fmla="*/ 0 w 18402"/>
                <a:gd name="csY0" fmla="*/ 0 h 233248"/>
                <a:gd name="csX1" fmla="*/ 0 w 18402"/>
                <a:gd name="csY1" fmla="*/ 233249 h 233248"/>
                <a:gd name="csX2" fmla="*/ 18402 w 18402"/>
                <a:gd name="csY2" fmla="*/ 233249 h 233248"/>
                <a:gd name="csX3" fmla="*/ 18402 w 18402"/>
                <a:gd name="csY3" fmla="*/ 0 h 233248"/>
                <a:gd name="csX4" fmla="*/ 0 w 18402"/>
                <a:gd name="csY4" fmla="*/ 0 h 233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233248">
                  <a:moveTo>
                    <a:pt x="0" y="0"/>
                  </a:moveTo>
                  <a:lnTo>
                    <a:pt x="0" y="233249"/>
                  </a:lnTo>
                  <a:lnTo>
                    <a:pt x="18402" y="233249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5" name="Freeform 3014">
              <a:extLst>
                <a:ext uri="{FF2B5EF4-FFF2-40B4-BE49-F238E27FC236}">
                  <a16:creationId xmlns:a16="http://schemas.microsoft.com/office/drawing/2014/main" id="{EFEF37B2-81EE-B1AC-5184-BC181E078B87}"/>
                </a:ext>
              </a:extLst>
            </p:cNvPr>
            <p:cNvSpPr/>
            <p:nvPr/>
          </p:nvSpPr>
          <p:spPr>
            <a:xfrm>
              <a:off x="3999828" y="2486967"/>
              <a:ext cx="18401" cy="201888"/>
            </a:xfrm>
            <a:custGeom>
              <a:avLst/>
              <a:gdLst>
                <a:gd name="csX0" fmla="*/ 0 w 18401"/>
                <a:gd name="csY0" fmla="*/ 0 h 201888"/>
                <a:gd name="csX1" fmla="*/ 0 w 18401"/>
                <a:gd name="csY1" fmla="*/ 201889 h 201888"/>
                <a:gd name="csX2" fmla="*/ 18401 w 18401"/>
                <a:gd name="csY2" fmla="*/ 201889 h 201888"/>
                <a:gd name="csX3" fmla="*/ 18401 w 18401"/>
                <a:gd name="csY3" fmla="*/ 0 h 201888"/>
                <a:gd name="csX4" fmla="*/ 0 w 18401"/>
                <a:gd name="csY4" fmla="*/ 0 h 201888"/>
                <a:gd name="csX5" fmla="*/ 0 w 18401"/>
                <a:gd name="csY5" fmla="*/ 0 h 201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201888">
                  <a:moveTo>
                    <a:pt x="0" y="0"/>
                  </a:moveTo>
                  <a:lnTo>
                    <a:pt x="0" y="201889"/>
                  </a:lnTo>
                  <a:lnTo>
                    <a:pt x="18401" y="201889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6" name="Freeform 3015">
              <a:extLst>
                <a:ext uri="{FF2B5EF4-FFF2-40B4-BE49-F238E27FC236}">
                  <a16:creationId xmlns:a16="http://schemas.microsoft.com/office/drawing/2014/main" id="{73BD3ACB-4541-5B73-CF5D-6F4369D29B83}"/>
                </a:ext>
              </a:extLst>
            </p:cNvPr>
            <p:cNvSpPr/>
            <p:nvPr/>
          </p:nvSpPr>
          <p:spPr>
            <a:xfrm>
              <a:off x="3999828" y="2486967"/>
              <a:ext cx="18401" cy="201888"/>
            </a:xfrm>
            <a:custGeom>
              <a:avLst/>
              <a:gdLst>
                <a:gd name="csX0" fmla="*/ 0 w 18401"/>
                <a:gd name="csY0" fmla="*/ 0 h 201888"/>
                <a:gd name="csX1" fmla="*/ 0 w 18401"/>
                <a:gd name="csY1" fmla="*/ 201889 h 201888"/>
                <a:gd name="csX2" fmla="*/ 18401 w 18401"/>
                <a:gd name="csY2" fmla="*/ 201889 h 201888"/>
                <a:gd name="csX3" fmla="*/ 18401 w 18401"/>
                <a:gd name="csY3" fmla="*/ 0 h 201888"/>
                <a:gd name="csX4" fmla="*/ 0 w 18401"/>
                <a:gd name="csY4" fmla="*/ 0 h 201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201888">
                  <a:moveTo>
                    <a:pt x="0" y="0"/>
                  </a:moveTo>
                  <a:lnTo>
                    <a:pt x="0" y="201889"/>
                  </a:lnTo>
                  <a:lnTo>
                    <a:pt x="18401" y="201889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7" name="Freeform 3016">
              <a:extLst>
                <a:ext uri="{FF2B5EF4-FFF2-40B4-BE49-F238E27FC236}">
                  <a16:creationId xmlns:a16="http://schemas.microsoft.com/office/drawing/2014/main" id="{AE82329B-0B67-4514-F51A-604894D16E5F}"/>
                </a:ext>
              </a:extLst>
            </p:cNvPr>
            <p:cNvSpPr/>
            <p:nvPr/>
          </p:nvSpPr>
          <p:spPr>
            <a:xfrm>
              <a:off x="4018229" y="2537960"/>
              <a:ext cx="18401" cy="150894"/>
            </a:xfrm>
            <a:custGeom>
              <a:avLst/>
              <a:gdLst>
                <a:gd name="csX0" fmla="*/ 0 w 18401"/>
                <a:gd name="csY0" fmla="*/ 0 h 150894"/>
                <a:gd name="csX1" fmla="*/ 0 w 18401"/>
                <a:gd name="csY1" fmla="*/ 150895 h 150894"/>
                <a:gd name="csX2" fmla="*/ 18401 w 18401"/>
                <a:gd name="csY2" fmla="*/ 150895 h 150894"/>
                <a:gd name="csX3" fmla="*/ 18401 w 18401"/>
                <a:gd name="csY3" fmla="*/ 0 h 150894"/>
                <a:gd name="csX4" fmla="*/ 0 w 18401"/>
                <a:gd name="csY4" fmla="*/ 0 h 150894"/>
                <a:gd name="csX5" fmla="*/ 0 w 18401"/>
                <a:gd name="csY5" fmla="*/ 0 h 150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150894">
                  <a:moveTo>
                    <a:pt x="0" y="0"/>
                  </a:moveTo>
                  <a:lnTo>
                    <a:pt x="0" y="150895"/>
                  </a:lnTo>
                  <a:lnTo>
                    <a:pt x="18401" y="150895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8" name="Freeform 3017">
              <a:extLst>
                <a:ext uri="{FF2B5EF4-FFF2-40B4-BE49-F238E27FC236}">
                  <a16:creationId xmlns:a16="http://schemas.microsoft.com/office/drawing/2014/main" id="{B5ADC42B-668D-C35D-66BA-B4716423E087}"/>
                </a:ext>
              </a:extLst>
            </p:cNvPr>
            <p:cNvSpPr/>
            <p:nvPr/>
          </p:nvSpPr>
          <p:spPr>
            <a:xfrm>
              <a:off x="4018229" y="2537960"/>
              <a:ext cx="18401" cy="150894"/>
            </a:xfrm>
            <a:custGeom>
              <a:avLst/>
              <a:gdLst>
                <a:gd name="csX0" fmla="*/ 0 w 18401"/>
                <a:gd name="csY0" fmla="*/ 0 h 150894"/>
                <a:gd name="csX1" fmla="*/ 0 w 18401"/>
                <a:gd name="csY1" fmla="*/ 150895 h 150894"/>
                <a:gd name="csX2" fmla="*/ 18401 w 18401"/>
                <a:gd name="csY2" fmla="*/ 150895 h 150894"/>
                <a:gd name="csX3" fmla="*/ 18401 w 18401"/>
                <a:gd name="csY3" fmla="*/ 0 h 150894"/>
                <a:gd name="csX4" fmla="*/ 0 w 18401"/>
                <a:gd name="csY4" fmla="*/ 0 h 150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150894">
                  <a:moveTo>
                    <a:pt x="0" y="0"/>
                  </a:moveTo>
                  <a:lnTo>
                    <a:pt x="0" y="150895"/>
                  </a:lnTo>
                  <a:lnTo>
                    <a:pt x="18401" y="150895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19" name="Freeform 3018">
              <a:extLst>
                <a:ext uri="{FF2B5EF4-FFF2-40B4-BE49-F238E27FC236}">
                  <a16:creationId xmlns:a16="http://schemas.microsoft.com/office/drawing/2014/main" id="{9C3A34C2-D7E8-23D4-EED8-2D9BDC4418BF}"/>
                </a:ext>
              </a:extLst>
            </p:cNvPr>
            <p:cNvSpPr/>
            <p:nvPr/>
          </p:nvSpPr>
          <p:spPr>
            <a:xfrm>
              <a:off x="4036631" y="2556492"/>
              <a:ext cx="18402" cy="132363"/>
            </a:xfrm>
            <a:custGeom>
              <a:avLst/>
              <a:gdLst>
                <a:gd name="csX0" fmla="*/ 0 w 18402"/>
                <a:gd name="csY0" fmla="*/ 0 h 132363"/>
                <a:gd name="csX1" fmla="*/ 0 w 18402"/>
                <a:gd name="csY1" fmla="*/ 132364 h 132363"/>
                <a:gd name="csX2" fmla="*/ 18402 w 18402"/>
                <a:gd name="csY2" fmla="*/ 132364 h 132363"/>
                <a:gd name="csX3" fmla="*/ 18402 w 18402"/>
                <a:gd name="csY3" fmla="*/ 0 h 132363"/>
                <a:gd name="csX4" fmla="*/ 0 w 18402"/>
                <a:gd name="csY4" fmla="*/ 0 h 132363"/>
                <a:gd name="csX5" fmla="*/ 0 w 18402"/>
                <a:gd name="csY5" fmla="*/ 0 h 13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2" h="132363">
                  <a:moveTo>
                    <a:pt x="0" y="0"/>
                  </a:moveTo>
                  <a:lnTo>
                    <a:pt x="0" y="132364"/>
                  </a:lnTo>
                  <a:lnTo>
                    <a:pt x="18402" y="132364"/>
                  </a:lnTo>
                  <a:lnTo>
                    <a:pt x="1840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0" name="Freeform 3019">
              <a:extLst>
                <a:ext uri="{FF2B5EF4-FFF2-40B4-BE49-F238E27FC236}">
                  <a16:creationId xmlns:a16="http://schemas.microsoft.com/office/drawing/2014/main" id="{5FC6676E-E0B2-96EB-C7CF-0AD3FB6B7ECF}"/>
                </a:ext>
              </a:extLst>
            </p:cNvPr>
            <p:cNvSpPr/>
            <p:nvPr/>
          </p:nvSpPr>
          <p:spPr>
            <a:xfrm>
              <a:off x="4036631" y="2556492"/>
              <a:ext cx="18402" cy="132363"/>
            </a:xfrm>
            <a:custGeom>
              <a:avLst/>
              <a:gdLst>
                <a:gd name="csX0" fmla="*/ 0 w 18402"/>
                <a:gd name="csY0" fmla="*/ 0 h 132363"/>
                <a:gd name="csX1" fmla="*/ 0 w 18402"/>
                <a:gd name="csY1" fmla="*/ 132364 h 132363"/>
                <a:gd name="csX2" fmla="*/ 18402 w 18402"/>
                <a:gd name="csY2" fmla="*/ 132364 h 132363"/>
                <a:gd name="csX3" fmla="*/ 18402 w 18402"/>
                <a:gd name="csY3" fmla="*/ 0 h 132363"/>
                <a:gd name="csX4" fmla="*/ 0 w 18402"/>
                <a:gd name="csY4" fmla="*/ 0 h 132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2" h="132363">
                  <a:moveTo>
                    <a:pt x="0" y="0"/>
                  </a:moveTo>
                  <a:lnTo>
                    <a:pt x="0" y="132364"/>
                  </a:lnTo>
                  <a:lnTo>
                    <a:pt x="18402" y="132364"/>
                  </a:lnTo>
                  <a:lnTo>
                    <a:pt x="1840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1" name="Freeform 3020">
              <a:extLst>
                <a:ext uri="{FF2B5EF4-FFF2-40B4-BE49-F238E27FC236}">
                  <a16:creationId xmlns:a16="http://schemas.microsoft.com/office/drawing/2014/main" id="{12EF116E-37FB-6493-1B1E-11B92BA8DDFB}"/>
                </a:ext>
              </a:extLst>
            </p:cNvPr>
            <p:cNvSpPr/>
            <p:nvPr/>
          </p:nvSpPr>
          <p:spPr>
            <a:xfrm>
              <a:off x="4055033" y="2571477"/>
              <a:ext cx="18401" cy="117378"/>
            </a:xfrm>
            <a:custGeom>
              <a:avLst/>
              <a:gdLst>
                <a:gd name="csX0" fmla="*/ 0 w 18401"/>
                <a:gd name="csY0" fmla="*/ 0 h 117378"/>
                <a:gd name="csX1" fmla="*/ 0 w 18401"/>
                <a:gd name="csY1" fmla="*/ 117378 h 117378"/>
                <a:gd name="csX2" fmla="*/ 18401 w 18401"/>
                <a:gd name="csY2" fmla="*/ 117378 h 117378"/>
                <a:gd name="csX3" fmla="*/ 18401 w 18401"/>
                <a:gd name="csY3" fmla="*/ 0 h 117378"/>
                <a:gd name="csX4" fmla="*/ 0 w 18401"/>
                <a:gd name="csY4" fmla="*/ 0 h 117378"/>
                <a:gd name="csX5" fmla="*/ 0 w 18401"/>
                <a:gd name="csY5" fmla="*/ 0 h 117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117378">
                  <a:moveTo>
                    <a:pt x="0" y="0"/>
                  </a:moveTo>
                  <a:lnTo>
                    <a:pt x="0" y="117378"/>
                  </a:lnTo>
                  <a:lnTo>
                    <a:pt x="18401" y="117378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2" name="Freeform 3021">
              <a:extLst>
                <a:ext uri="{FF2B5EF4-FFF2-40B4-BE49-F238E27FC236}">
                  <a16:creationId xmlns:a16="http://schemas.microsoft.com/office/drawing/2014/main" id="{21735951-D237-8907-4C1B-46C905ED1A54}"/>
                </a:ext>
              </a:extLst>
            </p:cNvPr>
            <p:cNvSpPr/>
            <p:nvPr/>
          </p:nvSpPr>
          <p:spPr>
            <a:xfrm>
              <a:off x="4055033" y="2571477"/>
              <a:ext cx="18401" cy="117378"/>
            </a:xfrm>
            <a:custGeom>
              <a:avLst/>
              <a:gdLst>
                <a:gd name="csX0" fmla="*/ 0 w 18401"/>
                <a:gd name="csY0" fmla="*/ 0 h 117378"/>
                <a:gd name="csX1" fmla="*/ 0 w 18401"/>
                <a:gd name="csY1" fmla="*/ 117378 h 117378"/>
                <a:gd name="csX2" fmla="*/ 18401 w 18401"/>
                <a:gd name="csY2" fmla="*/ 117378 h 117378"/>
                <a:gd name="csX3" fmla="*/ 18401 w 18401"/>
                <a:gd name="csY3" fmla="*/ 0 h 117378"/>
                <a:gd name="csX4" fmla="*/ 0 w 18401"/>
                <a:gd name="csY4" fmla="*/ 0 h 117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117378">
                  <a:moveTo>
                    <a:pt x="0" y="0"/>
                  </a:moveTo>
                  <a:lnTo>
                    <a:pt x="0" y="117378"/>
                  </a:lnTo>
                  <a:lnTo>
                    <a:pt x="18401" y="117378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3" name="Freeform 3022">
              <a:extLst>
                <a:ext uri="{FF2B5EF4-FFF2-40B4-BE49-F238E27FC236}">
                  <a16:creationId xmlns:a16="http://schemas.microsoft.com/office/drawing/2014/main" id="{4B48E919-D695-CEEF-16CA-18AFA17468F6}"/>
                </a:ext>
              </a:extLst>
            </p:cNvPr>
            <p:cNvSpPr/>
            <p:nvPr/>
          </p:nvSpPr>
          <p:spPr>
            <a:xfrm>
              <a:off x="4073434" y="2601162"/>
              <a:ext cx="18401" cy="87693"/>
            </a:xfrm>
            <a:custGeom>
              <a:avLst/>
              <a:gdLst>
                <a:gd name="csX0" fmla="*/ 0 w 18401"/>
                <a:gd name="csY0" fmla="*/ 0 h 87693"/>
                <a:gd name="csX1" fmla="*/ 0 w 18401"/>
                <a:gd name="csY1" fmla="*/ 87693 h 87693"/>
                <a:gd name="csX2" fmla="*/ 18401 w 18401"/>
                <a:gd name="csY2" fmla="*/ 87693 h 87693"/>
                <a:gd name="csX3" fmla="*/ 18401 w 18401"/>
                <a:gd name="csY3" fmla="*/ 0 h 87693"/>
                <a:gd name="csX4" fmla="*/ 0 w 18401"/>
                <a:gd name="csY4" fmla="*/ 0 h 87693"/>
                <a:gd name="csX5" fmla="*/ 0 w 18401"/>
                <a:gd name="csY5" fmla="*/ 0 h 87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1" h="87693">
                  <a:moveTo>
                    <a:pt x="0" y="0"/>
                  </a:moveTo>
                  <a:lnTo>
                    <a:pt x="0" y="87693"/>
                  </a:lnTo>
                  <a:lnTo>
                    <a:pt x="18401" y="87693"/>
                  </a:lnTo>
                  <a:lnTo>
                    <a:pt x="18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4" name="Freeform 3023">
              <a:extLst>
                <a:ext uri="{FF2B5EF4-FFF2-40B4-BE49-F238E27FC236}">
                  <a16:creationId xmlns:a16="http://schemas.microsoft.com/office/drawing/2014/main" id="{F19D7329-4D22-326C-7423-31AF0FEAB5E3}"/>
                </a:ext>
              </a:extLst>
            </p:cNvPr>
            <p:cNvSpPr/>
            <p:nvPr/>
          </p:nvSpPr>
          <p:spPr>
            <a:xfrm>
              <a:off x="4073434" y="2601162"/>
              <a:ext cx="18401" cy="87693"/>
            </a:xfrm>
            <a:custGeom>
              <a:avLst/>
              <a:gdLst>
                <a:gd name="csX0" fmla="*/ 0 w 18401"/>
                <a:gd name="csY0" fmla="*/ 0 h 87693"/>
                <a:gd name="csX1" fmla="*/ 0 w 18401"/>
                <a:gd name="csY1" fmla="*/ 87693 h 87693"/>
                <a:gd name="csX2" fmla="*/ 18401 w 18401"/>
                <a:gd name="csY2" fmla="*/ 87693 h 87693"/>
                <a:gd name="csX3" fmla="*/ 18401 w 18401"/>
                <a:gd name="csY3" fmla="*/ 0 h 87693"/>
                <a:gd name="csX4" fmla="*/ 0 w 18401"/>
                <a:gd name="csY4" fmla="*/ 0 h 87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1" h="87693">
                  <a:moveTo>
                    <a:pt x="0" y="0"/>
                  </a:moveTo>
                  <a:lnTo>
                    <a:pt x="0" y="87693"/>
                  </a:lnTo>
                  <a:lnTo>
                    <a:pt x="18401" y="87693"/>
                  </a:lnTo>
                  <a:lnTo>
                    <a:pt x="1840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5" name="Freeform 3024">
              <a:extLst>
                <a:ext uri="{FF2B5EF4-FFF2-40B4-BE49-F238E27FC236}">
                  <a16:creationId xmlns:a16="http://schemas.microsoft.com/office/drawing/2014/main" id="{A28FF0A9-8CFD-1A21-E465-E192EC1A9886}"/>
                </a:ext>
              </a:extLst>
            </p:cNvPr>
            <p:cNvSpPr/>
            <p:nvPr/>
          </p:nvSpPr>
          <p:spPr>
            <a:xfrm>
              <a:off x="4091835" y="2605322"/>
              <a:ext cx="18399" cy="83533"/>
            </a:xfrm>
            <a:custGeom>
              <a:avLst/>
              <a:gdLst>
                <a:gd name="csX0" fmla="*/ 0 w 18399"/>
                <a:gd name="csY0" fmla="*/ 0 h 83533"/>
                <a:gd name="csX1" fmla="*/ 0 w 18399"/>
                <a:gd name="csY1" fmla="*/ 83533 h 83533"/>
                <a:gd name="csX2" fmla="*/ 18400 w 18399"/>
                <a:gd name="csY2" fmla="*/ 83533 h 83533"/>
                <a:gd name="csX3" fmla="*/ 18400 w 18399"/>
                <a:gd name="csY3" fmla="*/ 0 h 83533"/>
                <a:gd name="csX4" fmla="*/ 0 w 18399"/>
                <a:gd name="csY4" fmla="*/ 0 h 83533"/>
                <a:gd name="csX5" fmla="*/ 0 w 18399"/>
                <a:gd name="csY5" fmla="*/ 0 h 83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9" h="83533">
                  <a:moveTo>
                    <a:pt x="0" y="0"/>
                  </a:moveTo>
                  <a:lnTo>
                    <a:pt x="0" y="83533"/>
                  </a:lnTo>
                  <a:lnTo>
                    <a:pt x="18400" y="83533"/>
                  </a:lnTo>
                  <a:lnTo>
                    <a:pt x="18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6" name="Freeform 3025">
              <a:extLst>
                <a:ext uri="{FF2B5EF4-FFF2-40B4-BE49-F238E27FC236}">
                  <a16:creationId xmlns:a16="http://schemas.microsoft.com/office/drawing/2014/main" id="{5B1F557F-1876-B74B-2779-5E3069873E2C}"/>
                </a:ext>
              </a:extLst>
            </p:cNvPr>
            <p:cNvSpPr/>
            <p:nvPr/>
          </p:nvSpPr>
          <p:spPr>
            <a:xfrm>
              <a:off x="4091835" y="2605322"/>
              <a:ext cx="18399" cy="83533"/>
            </a:xfrm>
            <a:custGeom>
              <a:avLst/>
              <a:gdLst>
                <a:gd name="csX0" fmla="*/ 0 w 18399"/>
                <a:gd name="csY0" fmla="*/ 0 h 83533"/>
                <a:gd name="csX1" fmla="*/ 0 w 18399"/>
                <a:gd name="csY1" fmla="*/ 83533 h 83533"/>
                <a:gd name="csX2" fmla="*/ 18400 w 18399"/>
                <a:gd name="csY2" fmla="*/ 83533 h 83533"/>
                <a:gd name="csX3" fmla="*/ 18400 w 18399"/>
                <a:gd name="csY3" fmla="*/ 0 h 83533"/>
                <a:gd name="csX4" fmla="*/ 0 w 18399"/>
                <a:gd name="csY4" fmla="*/ 0 h 83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9" h="83533">
                  <a:moveTo>
                    <a:pt x="0" y="0"/>
                  </a:moveTo>
                  <a:lnTo>
                    <a:pt x="0" y="83533"/>
                  </a:lnTo>
                  <a:lnTo>
                    <a:pt x="18400" y="83533"/>
                  </a:lnTo>
                  <a:lnTo>
                    <a:pt x="18400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7" name="Freeform 3026">
              <a:extLst>
                <a:ext uri="{FF2B5EF4-FFF2-40B4-BE49-F238E27FC236}">
                  <a16:creationId xmlns:a16="http://schemas.microsoft.com/office/drawing/2014/main" id="{372EB120-89B9-4DDA-072F-FEB3BC256804}"/>
                </a:ext>
              </a:extLst>
            </p:cNvPr>
            <p:cNvSpPr/>
            <p:nvPr/>
          </p:nvSpPr>
          <p:spPr>
            <a:xfrm>
              <a:off x="4110235" y="2605008"/>
              <a:ext cx="18405" cy="83847"/>
            </a:xfrm>
            <a:custGeom>
              <a:avLst/>
              <a:gdLst>
                <a:gd name="csX0" fmla="*/ 0 w 18405"/>
                <a:gd name="csY0" fmla="*/ 0 h 83847"/>
                <a:gd name="csX1" fmla="*/ 0 w 18405"/>
                <a:gd name="csY1" fmla="*/ 83848 h 83847"/>
                <a:gd name="csX2" fmla="*/ 18406 w 18405"/>
                <a:gd name="csY2" fmla="*/ 83848 h 83847"/>
                <a:gd name="csX3" fmla="*/ 18406 w 18405"/>
                <a:gd name="csY3" fmla="*/ 0 h 83847"/>
                <a:gd name="csX4" fmla="*/ 0 w 18405"/>
                <a:gd name="csY4" fmla="*/ 0 h 83847"/>
                <a:gd name="csX5" fmla="*/ 0 w 18405"/>
                <a:gd name="csY5" fmla="*/ 0 h 83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83847">
                  <a:moveTo>
                    <a:pt x="0" y="0"/>
                  </a:moveTo>
                  <a:lnTo>
                    <a:pt x="0" y="83848"/>
                  </a:lnTo>
                  <a:lnTo>
                    <a:pt x="18406" y="83848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8" name="Freeform 3027">
              <a:extLst>
                <a:ext uri="{FF2B5EF4-FFF2-40B4-BE49-F238E27FC236}">
                  <a16:creationId xmlns:a16="http://schemas.microsoft.com/office/drawing/2014/main" id="{150C3E34-919B-8E75-F439-E8171323DB2C}"/>
                </a:ext>
              </a:extLst>
            </p:cNvPr>
            <p:cNvSpPr/>
            <p:nvPr/>
          </p:nvSpPr>
          <p:spPr>
            <a:xfrm>
              <a:off x="4110235" y="2605008"/>
              <a:ext cx="18405" cy="83847"/>
            </a:xfrm>
            <a:custGeom>
              <a:avLst/>
              <a:gdLst>
                <a:gd name="csX0" fmla="*/ 0 w 18405"/>
                <a:gd name="csY0" fmla="*/ 0 h 83847"/>
                <a:gd name="csX1" fmla="*/ 0 w 18405"/>
                <a:gd name="csY1" fmla="*/ 83848 h 83847"/>
                <a:gd name="csX2" fmla="*/ 18406 w 18405"/>
                <a:gd name="csY2" fmla="*/ 83848 h 83847"/>
                <a:gd name="csX3" fmla="*/ 18406 w 18405"/>
                <a:gd name="csY3" fmla="*/ 0 h 83847"/>
                <a:gd name="csX4" fmla="*/ 0 w 18405"/>
                <a:gd name="csY4" fmla="*/ 0 h 83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83847">
                  <a:moveTo>
                    <a:pt x="0" y="0"/>
                  </a:moveTo>
                  <a:lnTo>
                    <a:pt x="0" y="83848"/>
                  </a:lnTo>
                  <a:lnTo>
                    <a:pt x="18406" y="83848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29" name="Freeform 3028">
              <a:extLst>
                <a:ext uri="{FF2B5EF4-FFF2-40B4-BE49-F238E27FC236}">
                  <a16:creationId xmlns:a16="http://schemas.microsoft.com/office/drawing/2014/main" id="{6DA0DC40-AD6E-14CA-AEBC-F4533E463CED}"/>
                </a:ext>
              </a:extLst>
            </p:cNvPr>
            <p:cNvSpPr/>
            <p:nvPr/>
          </p:nvSpPr>
          <p:spPr>
            <a:xfrm>
              <a:off x="4128641" y="2617222"/>
              <a:ext cx="18398" cy="71632"/>
            </a:xfrm>
            <a:custGeom>
              <a:avLst/>
              <a:gdLst>
                <a:gd name="csX0" fmla="*/ 0 w 18398"/>
                <a:gd name="csY0" fmla="*/ 0 h 71632"/>
                <a:gd name="csX1" fmla="*/ 0 w 18398"/>
                <a:gd name="csY1" fmla="*/ 71633 h 71632"/>
                <a:gd name="csX2" fmla="*/ 18399 w 18398"/>
                <a:gd name="csY2" fmla="*/ 71633 h 71632"/>
                <a:gd name="csX3" fmla="*/ 18399 w 18398"/>
                <a:gd name="csY3" fmla="*/ 0 h 71632"/>
                <a:gd name="csX4" fmla="*/ 0 w 18398"/>
                <a:gd name="csY4" fmla="*/ 0 h 71632"/>
                <a:gd name="csX5" fmla="*/ 0 w 18398"/>
                <a:gd name="csY5" fmla="*/ 0 h 71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71632">
                  <a:moveTo>
                    <a:pt x="0" y="0"/>
                  </a:moveTo>
                  <a:lnTo>
                    <a:pt x="0" y="71633"/>
                  </a:lnTo>
                  <a:lnTo>
                    <a:pt x="18399" y="71633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0" name="Freeform 3029">
              <a:extLst>
                <a:ext uri="{FF2B5EF4-FFF2-40B4-BE49-F238E27FC236}">
                  <a16:creationId xmlns:a16="http://schemas.microsoft.com/office/drawing/2014/main" id="{52DD38C0-257E-F363-8927-6B0B1FF40034}"/>
                </a:ext>
              </a:extLst>
            </p:cNvPr>
            <p:cNvSpPr/>
            <p:nvPr/>
          </p:nvSpPr>
          <p:spPr>
            <a:xfrm>
              <a:off x="4128641" y="2617222"/>
              <a:ext cx="18398" cy="71632"/>
            </a:xfrm>
            <a:custGeom>
              <a:avLst/>
              <a:gdLst>
                <a:gd name="csX0" fmla="*/ 0 w 18398"/>
                <a:gd name="csY0" fmla="*/ 0 h 71632"/>
                <a:gd name="csX1" fmla="*/ 0 w 18398"/>
                <a:gd name="csY1" fmla="*/ 71633 h 71632"/>
                <a:gd name="csX2" fmla="*/ 18399 w 18398"/>
                <a:gd name="csY2" fmla="*/ 71633 h 71632"/>
                <a:gd name="csX3" fmla="*/ 18399 w 18398"/>
                <a:gd name="csY3" fmla="*/ 0 h 71632"/>
                <a:gd name="csX4" fmla="*/ 0 w 18398"/>
                <a:gd name="csY4" fmla="*/ 0 h 71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71632">
                  <a:moveTo>
                    <a:pt x="0" y="0"/>
                  </a:moveTo>
                  <a:lnTo>
                    <a:pt x="0" y="71633"/>
                  </a:lnTo>
                  <a:lnTo>
                    <a:pt x="18399" y="71633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1" name="Freeform 3030">
              <a:extLst>
                <a:ext uri="{FF2B5EF4-FFF2-40B4-BE49-F238E27FC236}">
                  <a16:creationId xmlns:a16="http://schemas.microsoft.com/office/drawing/2014/main" id="{B5F3910D-89CA-C2F0-873F-C9D36037DD13}"/>
                </a:ext>
              </a:extLst>
            </p:cNvPr>
            <p:cNvSpPr/>
            <p:nvPr/>
          </p:nvSpPr>
          <p:spPr>
            <a:xfrm>
              <a:off x="4147039" y="2638790"/>
              <a:ext cx="18405" cy="50065"/>
            </a:xfrm>
            <a:custGeom>
              <a:avLst/>
              <a:gdLst>
                <a:gd name="csX0" fmla="*/ 0 w 18405"/>
                <a:gd name="csY0" fmla="*/ 0 h 50065"/>
                <a:gd name="csX1" fmla="*/ 0 w 18405"/>
                <a:gd name="csY1" fmla="*/ 50066 h 50065"/>
                <a:gd name="csX2" fmla="*/ 18406 w 18405"/>
                <a:gd name="csY2" fmla="*/ 50066 h 50065"/>
                <a:gd name="csX3" fmla="*/ 18406 w 18405"/>
                <a:gd name="csY3" fmla="*/ 0 h 50065"/>
                <a:gd name="csX4" fmla="*/ 0 w 18405"/>
                <a:gd name="csY4" fmla="*/ 0 h 50065"/>
                <a:gd name="csX5" fmla="*/ 0 w 18405"/>
                <a:gd name="csY5" fmla="*/ 0 h 50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50065">
                  <a:moveTo>
                    <a:pt x="0" y="0"/>
                  </a:moveTo>
                  <a:lnTo>
                    <a:pt x="0" y="50066"/>
                  </a:lnTo>
                  <a:lnTo>
                    <a:pt x="18406" y="50066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2" name="Freeform 3031">
              <a:extLst>
                <a:ext uri="{FF2B5EF4-FFF2-40B4-BE49-F238E27FC236}">
                  <a16:creationId xmlns:a16="http://schemas.microsoft.com/office/drawing/2014/main" id="{B6D391F8-2671-DA85-3400-EDED9283D9B0}"/>
                </a:ext>
              </a:extLst>
            </p:cNvPr>
            <p:cNvSpPr/>
            <p:nvPr/>
          </p:nvSpPr>
          <p:spPr>
            <a:xfrm>
              <a:off x="4147039" y="2638790"/>
              <a:ext cx="18405" cy="50065"/>
            </a:xfrm>
            <a:custGeom>
              <a:avLst/>
              <a:gdLst>
                <a:gd name="csX0" fmla="*/ 0 w 18405"/>
                <a:gd name="csY0" fmla="*/ 0 h 50065"/>
                <a:gd name="csX1" fmla="*/ 0 w 18405"/>
                <a:gd name="csY1" fmla="*/ 50066 h 50065"/>
                <a:gd name="csX2" fmla="*/ 18406 w 18405"/>
                <a:gd name="csY2" fmla="*/ 50066 h 50065"/>
                <a:gd name="csX3" fmla="*/ 18406 w 18405"/>
                <a:gd name="csY3" fmla="*/ 0 h 50065"/>
                <a:gd name="csX4" fmla="*/ 0 w 18405"/>
                <a:gd name="csY4" fmla="*/ 0 h 50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50065">
                  <a:moveTo>
                    <a:pt x="0" y="0"/>
                  </a:moveTo>
                  <a:lnTo>
                    <a:pt x="0" y="50066"/>
                  </a:lnTo>
                  <a:lnTo>
                    <a:pt x="18406" y="50066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3" name="Freeform 3032">
              <a:extLst>
                <a:ext uri="{FF2B5EF4-FFF2-40B4-BE49-F238E27FC236}">
                  <a16:creationId xmlns:a16="http://schemas.microsoft.com/office/drawing/2014/main" id="{090B31D2-1215-7A54-E6BF-8874B9658225}"/>
                </a:ext>
              </a:extLst>
            </p:cNvPr>
            <p:cNvSpPr/>
            <p:nvPr/>
          </p:nvSpPr>
          <p:spPr>
            <a:xfrm>
              <a:off x="4165445" y="2644548"/>
              <a:ext cx="18398" cy="44307"/>
            </a:xfrm>
            <a:custGeom>
              <a:avLst/>
              <a:gdLst>
                <a:gd name="csX0" fmla="*/ 0 w 18398"/>
                <a:gd name="csY0" fmla="*/ 0 h 44307"/>
                <a:gd name="csX1" fmla="*/ 0 w 18398"/>
                <a:gd name="csY1" fmla="*/ 44307 h 44307"/>
                <a:gd name="csX2" fmla="*/ 18399 w 18398"/>
                <a:gd name="csY2" fmla="*/ 44307 h 44307"/>
                <a:gd name="csX3" fmla="*/ 18399 w 18398"/>
                <a:gd name="csY3" fmla="*/ 0 h 44307"/>
                <a:gd name="csX4" fmla="*/ 0 w 18398"/>
                <a:gd name="csY4" fmla="*/ 0 h 44307"/>
                <a:gd name="csX5" fmla="*/ 0 w 18398"/>
                <a:gd name="csY5" fmla="*/ 0 h 44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44307">
                  <a:moveTo>
                    <a:pt x="0" y="0"/>
                  </a:moveTo>
                  <a:lnTo>
                    <a:pt x="0" y="44307"/>
                  </a:lnTo>
                  <a:lnTo>
                    <a:pt x="18399" y="44307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4" name="Freeform 3033">
              <a:extLst>
                <a:ext uri="{FF2B5EF4-FFF2-40B4-BE49-F238E27FC236}">
                  <a16:creationId xmlns:a16="http://schemas.microsoft.com/office/drawing/2014/main" id="{D2EACC42-0125-8C68-06C7-8EC682FE23E0}"/>
                </a:ext>
              </a:extLst>
            </p:cNvPr>
            <p:cNvSpPr/>
            <p:nvPr/>
          </p:nvSpPr>
          <p:spPr>
            <a:xfrm>
              <a:off x="4165445" y="2644548"/>
              <a:ext cx="18398" cy="44307"/>
            </a:xfrm>
            <a:custGeom>
              <a:avLst/>
              <a:gdLst>
                <a:gd name="csX0" fmla="*/ 0 w 18398"/>
                <a:gd name="csY0" fmla="*/ 0 h 44307"/>
                <a:gd name="csX1" fmla="*/ 0 w 18398"/>
                <a:gd name="csY1" fmla="*/ 44307 h 44307"/>
                <a:gd name="csX2" fmla="*/ 18399 w 18398"/>
                <a:gd name="csY2" fmla="*/ 44307 h 44307"/>
                <a:gd name="csX3" fmla="*/ 18399 w 18398"/>
                <a:gd name="csY3" fmla="*/ 0 h 44307"/>
                <a:gd name="csX4" fmla="*/ 0 w 18398"/>
                <a:gd name="csY4" fmla="*/ 0 h 44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44307">
                  <a:moveTo>
                    <a:pt x="0" y="0"/>
                  </a:moveTo>
                  <a:lnTo>
                    <a:pt x="0" y="44307"/>
                  </a:lnTo>
                  <a:lnTo>
                    <a:pt x="18399" y="44307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5" name="Freeform 3034">
              <a:extLst>
                <a:ext uri="{FF2B5EF4-FFF2-40B4-BE49-F238E27FC236}">
                  <a16:creationId xmlns:a16="http://schemas.microsoft.com/office/drawing/2014/main" id="{57F925CD-3B3D-D2A2-86BA-F6541954E1B3}"/>
                </a:ext>
              </a:extLst>
            </p:cNvPr>
            <p:cNvSpPr/>
            <p:nvPr/>
          </p:nvSpPr>
          <p:spPr>
            <a:xfrm>
              <a:off x="4183844" y="2654033"/>
              <a:ext cx="18398" cy="34821"/>
            </a:xfrm>
            <a:custGeom>
              <a:avLst/>
              <a:gdLst>
                <a:gd name="csX0" fmla="*/ 0 w 18398"/>
                <a:gd name="csY0" fmla="*/ 0 h 34821"/>
                <a:gd name="csX1" fmla="*/ 0 w 18398"/>
                <a:gd name="csY1" fmla="*/ 34822 h 34821"/>
                <a:gd name="csX2" fmla="*/ 18399 w 18398"/>
                <a:gd name="csY2" fmla="*/ 34822 h 34821"/>
                <a:gd name="csX3" fmla="*/ 18399 w 18398"/>
                <a:gd name="csY3" fmla="*/ 0 h 34821"/>
                <a:gd name="csX4" fmla="*/ 0 w 18398"/>
                <a:gd name="csY4" fmla="*/ 0 h 34821"/>
                <a:gd name="csX5" fmla="*/ 0 w 18398"/>
                <a:gd name="csY5" fmla="*/ 0 h 3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34821">
                  <a:moveTo>
                    <a:pt x="0" y="0"/>
                  </a:moveTo>
                  <a:lnTo>
                    <a:pt x="0" y="34822"/>
                  </a:lnTo>
                  <a:lnTo>
                    <a:pt x="18399" y="34822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6" name="Freeform 3035">
              <a:extLst>
                <a:ext uri="{FF2B5EF4-FFF2-40B4-BE49-F238E27FC236}">
                  <a16:creationId xmlns:a16="http://schemas.microsoft.com/office/drawing/2014/main" id="{6B23C5C0-2E23-81CD-63ED-CD8DA55E91DA}"/>
                </a:ext>
              </a:extLst>
            </p:cNvPr>
            <p:cNvSpPr/>
            <p:nvPr/>
          </p:nvSpPr>
          <p:spPr>
            <a:xfrm>
              <a:off x="4183844" y="2654033"/>
              <a:ext cx="18398" cy="34821"/>
            </a:xfrm>
            <a:custGeom>
              <a:avLst/>
              <a:gdLst>
                <a:gd name="csX0" fmla="*/ 0 w 18398"/>
                <a:gd name="csY0" fmla="*/ 0 h 34821"/>
                <a:gd name="csX1" fmla="*/ 0 w 18398"/>
                <a:gd name="csY1" fmla="*/ 34822 h 34821"/>
                <a:gd name="csX2" fmla="*/ 18399 w 18398"/>
                <a:gd name="csY2" fmla="*/ 34822 h 34821"/>
                <a:gd name="csX3" fmla="*/ 18399 w 18398"/>
                <a:gd name="csY3" fmla="*/ 0 h 34821"/>
                <a:gd name="csX4" fmla="*/ 0 w 18398"/>
                <a:gd name="csY4" fmla="*/ 0 h 348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34821">
                  <a:moveTo>
                    <a:pt x="0" y="0"/>
                  </a:moveTo>
                  <a:lnTo>
                    <a:pt x="0" y="34822"/>
                  </a:lnTo>
                  <a:lnTo>
                    <a:pt x="18399" y="34822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7" name="Freeform 3036">
              <a:extLst>
                <a:ext uri="{FF2B5EF4-FFF2-40B4-BE49-F238E27FC236}">
                  <a16:creationId xmlns:a16="http://schemas.microsoft.com/office/drawing/2014/main" id="{6D930BAE-44CE-D2C6-C587-269377271647}"/>
                </a:ext>
              </a:extLst>
            </p:cNvPr>
            <p:cNvSpPr/>
            <p:nvPr/>
          </p:nvSpPr>
          <p:spPr>
            <a:xfrm>
              <a:off x="4202242" y="2655290"/>
              <a:ext cx="18405" cy="33565"/>
            </a:xfrm>
            <a:custGeom>
              <a:avLst/>
              <a:gdLst>
                <a:gd name="csX0" fmla="*/ 0 w 18405"/>
                <a:gd name="csY0" fmla="*/ 0 h 33565"/>
                <a:gd name="csX1" fmla="*/ 0 w 18405"/>
                <a:gd name="csY1" fmla="*/ 33566 h 33565"/>
                <a:gd name="csX2" fmla="*/ 18406 w 18405"/>
                <a:gd name="csY2" fmla="*/ 33566 h 33565"/>
                <a:gd name="csX3" fmla="*/ 18406 w 18405"/>
                <a:gd name="csY3" fmla="*/ 0 h 33565"/>
                <a:gd name="csX4" fmla="*/ 0 w 18405"/>
                <a:gd name="csY4" fmla="*/ 0 h 33565"/>
                <a:gd name="csX5" fmla="*/ 0 w 18405"/>
                <a:gd name="csY5" fmla="*/ 0 h 3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33565">
                  <a:moveTo>
                    <a:pt x="0" y="0"/>
                  </a:moveTo>
                  <a:lnTo>
                    <a:pt x="0" y="33566"/>
                  </a:lnTo>
                  <a:lnTo>
                    <a:pt x="18406" y="33566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8" name="Freeform 3037">
              <a:extLst>
                <a:ext uri="{FF2B5EF4-FFF2-40B4-BE49-F238E27FC236}">
                  <a16:creationId xmlns:a16="http://schemas.microsoft.com/office/drawing/2014/main" id="{75FFCE0C-B788-B017-2608-62DC3D621C1D}"/>
                </a:ext>
              </a:extLst>
            </p:cNvPr>
            <p:cNvSpPr/>
            <p:nvPr/>
          </p:nvSpPr>
          <p:spPr>
            <a:xfrm>
              <a:off x="4202242" y="2655290"/>
              <a:ext cx="18405" cy="33565"/>
            </a:xfrm>
            <a:custGeom>
              <a:avLst/>
              <a:gdLst>
                <a:gd name="csX0" fmla="*/ 0 w 18405"/>
                <a:gd name="csY0" fmla="*/ 0 h 33565"/>
                <a:gd name="csX1" fmla="*/ 0 w 18405"/>
                <a:gd name="csY1" fmla="*/ 33566 h 33565"/>
                <a:gd name="csX2" fmla="*/ 18406 w 18405"/>
                <a:gd name="csY2" fmla="*/ 33566 h 33565"/>
                <a:gd name="csX3" fmla="*/ 18406 w 18405"/>
                <a:gd name="csY3" fmla="*/ 0 h 33565"/>
                <a:gd name="csX4" fmla="*/ 0 w 18405"/>
                <a:gd name="csY4" fmla="*/ 0 h 33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33565">
                  <a:moveTo>
                    <a:pt x="0" y="0"/>
                  </a:moveTo>
                  <a:lnTo>
                    <a:pt x="0" y="33566"/>
                  </a:lnTo>
                  <a:lnTo>
                    <a:pt x="18406" y="33566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39" name="Freeform 3038">
              <a:extLst>
                <a:ext uri="{FF2B5EF4-FFF2-40B4-BE49-F238E27FC236}">
                  <a16:creationId xmlns:a16="http://schemas.microsoft.com/office/drawing/2014/main" id="{70E2E9A1-BCB5-866F-6AC4-5A90BAC087C9}"/>
                </a:ext>
              </a:extLst>
            </p:cNvPr>
            <p:cNvSpPr/>
            <p:nvPr/>
          </p:nvSpPr>
          <p:spPr>
            <a:xfrm>
              <a:off x="4220648" y="2670066"/>
              <a:ext cx="18398" cy="18789"/>
            </a:xfrm>
            <a:custGeom>
              <a:avLst/>
              <a:gdLst>
                <a:gd name="csX0" fmla="*/ 0 w 18398"/>
                <a:gd name="csY0" fmla="*/ 0 h 18789"/>
                <a:gd name="csX1" fmla="*/ 0 w 18398"/>
                <a:gd name="csY1" fmla="*/ 18789 h 18789"/>
                <a:gd name="csX2" fmla="*/ 18399 w 18398"/>
                <a:gd name="csY2" fmla="*/ 18789 h 18789"/>
                <a:gd name="csX3" fmla="*/ 18399 w 18398"/>
                <a:gd name="csY3" fmla="*/ 0 h 18789"/>
                <a:gd name="csX4" fmla="*/ 0 w 18398"/>
                <a:gd name="csY4" fmla="*/ 0 h 18789"/>
                <a:gd name="csX5" fmla="*/ 0 w 18398"/>
                <a:gd name="csY5" fmla="*/ 0 h 18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18789">
                  <a:moveTo>
                    <a:pt x="0" y="0"/>
                  </a:moveTo>
                  <a:lnTo>
                    <a:pt x="0" y="18789"/>
                  </a:lnTo>
                  <a:lnTo>
                    <a:pt x="18399" y="18789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0" name="Freeform 3039">
              <a:extLst>
                <a:ext uri="{FF2B5EF4-FFF2-40B4-BE49-F238E27FC236}">
                  <a16:creationId xmlns:a16="http://schemas.microsoft.com/office/drawing/2014/main" id="{B38DF725-8B01-6A76-5BFE-51ACB08967B7}"/>
                </a:ext>
              </a:extLst>
            </p:cNvPr>
            <p:cNvSpPr/>
            <p:nvPr/>
          </p:nvSpPr>
          <p:spPr>
            <a:xfrm>
              <a:off x="4220648" y="2670066"/>
              <a:ext cx="18398" cy="18789"/>
            </a:xfrm>
            <a:custGeom>
              <a:avLst/>
              <a:gdLst>
                <a:gd name="csX0" fmla="*/ 0 w 18398"/>
                <a:gd name="csY0" fmla="*/ 0 h 18789"/>
                <a:gd name="csX1" fmla="*/ 0 w 18398"/>
                <a:gd name="csY1" fmla="*/ 18789 h 18789"/>
                <a:gd name="csX2" fmla="*/ 18399 w 18398"/>
                <a:gd name="csY2" fmla="*/ 18789 h 18789"/>
                <a:gd name="csX3" fmla="*/ 18399 w 18398"/>
                <a:gd name="csY3" fmla="*/ 0 h 18789"/>
                <a:gd name="csX4" fmla="*/ 0 w 18398"/>
                <a:gd name="csY4" fmla="*/ 0 h 18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18789">
                  <a:moveTo>
                    <a:pt x="0" y="0"/>
                  </a:moveTo>
                  <a:lnTo>
                    <a:pt x="0" y="18789"/>
                  </a:lnTo>
                  <a:lnTo>
                    <a:pt x="18399" y="18789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1" name="Freeform 3040">
              <a:extLst>
                <a:ext uri="{FF2B5EF4-FFF2-40B4-BE49-F238E27FC236}">
                  <a16:creationId xmlns:a16="http://schemas.microsoft.com/office/drawing/2014/main" id="{F99CF7A7-1C18-3730-F84F-4DF6D9E2FDFC}"/>
                </a:ext>
              </a:extLst>
            </p:cNvPr>
            <p:cNvSpPr/>
            <p:nvPr/>
          </p:nvSpPr>
          <p:spPr>
            <a:xfrm>
              <a:off x="4239046" y="2670422"/>
              <a:ext cx="18405" cy="18433"/>
            </a:xfrm>
            <a:custGeom>
              <a:avLst/>
              <a:gdLst>
                <a:gd name="csX0" fmla="*/ 0 w 18405"/>
                <a:gd name="csY0" fmla="*/ 0 h 18433"/>
                <a:gd name="csX1" fmla="*/ 0 w 18405"/>
                <a:gd name="csY1" fmla="*/ 18433 h 18433"/>
                <a:gd name="csX2" fmla="*/ 18406 w 18405"/>
                <a:gd name="csY2" fmla="*/ 18433 h 18433"/>
                <a:gd name="csX3" fmla="*/ 18406 w 18405"/>
                <a:gd name="csY3" fmla="*/ 0 h 18433"/>
                <a:gd name="csX4" fmla="*/ 0 w 18405"/>
                <a:gd name="csY4" fmla="*/ 0 h 18433"/>
                <a:gd name="csX5" fmla="*/ 0 w 18405"/>
                <a:gd name="csY5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8433">
                  <a:moveTo>
                    <a:pt x="0" y="0"/>
                  </a:moveTo>
                  <a:lnTo>
                    <a:pt x="0" y="18433"/>
                  </a:lnTo>
                  <a:lnTo>
                    <a:pt x="18406" y="18433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2" name="Freeform 3041">
              <a:extLst>
                <a:ext uri="{FF2B5EF4-FFF2-40B4-BE49-F238E27FC236}">
                  <a16:creationId xmlns:a16="http://schemas.microsoft.com/office/drawing/2014/main" id="{E002B9F3-D697-53FB-4CD5-7FA06651F58A}"/>
                </a:ext>
              </a:extLst>
            </p:cNvPr>
            <p:cNvSpPr/>
            <p:nvPr/>
          </p:nvSpPr>
          <p:spPr>
            <a:xfrm>
              <a:off x="4239046" y="2670422"/>
              <a:ext cx="18405" cy="18433"/>
            </a:xfrm>
            <a:custGeom>
              <a:avLst/>
              <a:gdLst>
                <a:gd name="csX0" fmla="*/ 0 w 18405"/>
                <a:gd name="csY0" fmla="*/ 0 h 18433"/>
                <a:gd name="csX1" fmla="*/ 0 w 18405"/>
                <a:gd name="csY1" fmla="*/ 18433 h 18433"/>
                <a:gd name="csX2" fmla="*/ 18406 w 18405"/>
                <a:gd name="csY2" fmla="*/ 18433 h 18433"/>
                <a:gd name="csX3" fmla="*/ 18406 w 18405"/>
                <a:gd name="csY3" fmla="*/ 0 h 18433"/>
                <a:gd name="csX4" fmla="*/ 0 w 18405"/>
                <a:gd name="csY4" fmla="*/ 0 h 18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8433">
                  <a:moveTo>
                    <a:pt x="0" y="0"/>
                  </a:moveTo>
                  <a:lnTo>
                    <a:pt x="0" y="18433"/>
                  </a:lnTo>
                  <a:lnTo>
                    <a:pt x="18406" y="18433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3" name="Freeform 3042">
              <a:extLst>
                <a:ext uri="{FF2B5EF4-FFF2-40B4-BE49-F238E27FC236}">
                  <a16:creationId xmlns:a16="http://schemas.microsoft.com/office/drawing/2014/main" id="{E62DB52B-8959-E409-CE9B-8183145C10AB}"/>
                </a:ext>
              </a:extLst>
            </p:cNvPr>
            <p:cNvSpPr/>
            <p:nvPr/>
          </p:nvSpPr>
          <p:spPr>
            <a:xfrm>
              <a:off x="4257452" y="2668586"/>
              <a:ext cx="18398" cy="20269"/>
            </a:xfrm>
            <a:custGeom>
              <a:avLst/>
              <a:gdLst>
                <a:gd name="csX0" fmla="*/ 0 w 18398"/>
                <a:gd name="csY0" fmla="*/ 0 h 20269"/>
                <a:gd name="csX1" fmla="*/ 0 w 18398"/>
                <a:gd name="csY1" fmla="*/ 20269 h 20269"/>
                <a:gd name="csX2" fmla="*/ 18399 w 18398"/>
                <a:gd name="csY2" fmla="*/ 20269 h 20269"/>
                <a:gd name="csX3" fmla="*/ 18399 w 18398"/>
                <a:gd name="csY3" fmla="*/ 0 h 20269"/>
                <a:gd name="csX4" fmla="*/ 0 w 18398"/>
                <a:gd name="csY4" fmla="*/ 0 h 20269"/>
                <a:gd name="csX5" fmla="*/ 0 w 18398"/>
                <a:gd name="csY5" fmla="*/ 0 h 2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20269">
                  <a:moveTo>
                    <a:pt x="0" y="0"/>
                  </a:moveTo>
                  <a:lnTo>
                    <a:pt x="0" y="20269"/>
                  </a:lnTo>
                  <a:lnTo>
                    <a:pt x="18399" y="20269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4" name="Freeform 3043">
              <a:extLst>
                <a:ext uri="{FF2B5EF4-FFF2-40B4-BE49-F238E27FC236}">
                  <a16:creationId xmlns:a16="http://schemas.microsoft.com/office/drawing/2014/main" id="{A1C00DDD-96E2-CACF-3E21-D73CCC461A36}"/>
                </a:ext>
              </a:extLst>
            </p:cNvPr>
            <p:cNvSpPr/>
            <p:nvPr/>
          </p:nvSpPr>
          <p:spPr>
            <a:xfrm>
              <a:off x="4257452" y="2668586"/>
              <a:ext cx="18398" cy="20269"/>
            </a:xfrm>
            <a:custGeom>
              <a:avLst/>
              <a:gdLst>
                <a:gd name="csX0" fmla="*/ 0 w 18398"/>
                <a:gd name="csY0" fmla="*/ 0 h 20269"/>
                <a:gd name="csX1" fmla="*/ 0 w 18398"/>
                <a:gd name="csY1" fmla="*/ 20269 h 20269"/>
                <a:gd name="csX2" fmla="*/ 18399 w 18398"/>
                <a:gd name="csY2" fmla="*/ 20269 h 20269"/>
                <a:gd name="csX3" fmla="*/ 18399 w 18398"/>
                <a:gd name="csY3" fmla="*/ 0 h 20269"/>
                <a:gd name="csX4" fmla="*/ 0 w 18398"/>
                <a:gd name="csY4" fmla="*/ 0 h 2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20269">
                  <a:moveTo>
                    <a:pt x="0" y="0"/>
                  </a:moveTo>
                  <a:lnTo>
                    <a:pt x="0" y="20269"/>
                  </a:lnTo>
                  <a:lnTo>
                    <a:pt x="18399" y="20269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5" name="Freeform 3044">
              <a:extLst>
                <a:ext uri="{FF2B5EF4-FFF2-40B4-BE49-F238E27FC236}">
                  <a16:creationId xmlns:a16="http://schemas.microsoft.com/office/drawing/2014/main" id="{8ABCE2B1-A63B-EE3F-DD61-8D1AD2992EED}"/>
                </a:ext>
              </a:extLst>
            </p:cNvPr>
            <p:cNvSpPr/>
            <p:nvPr/>
          </p:nvSpPr>
          <p:spPr>
            <a:xfrm>
              <a:off x="4275850" y="2669473"/>
              <a:ext cx="18405" cy="19382"/>
            </a:xfrm>
            <a:custGeom>
              <a:avLst/>
              <a:gdLst>
                <a:gd name="csX0" fmla="*/ 0 w 18405"/>
                <a:gd name="csY0" fmla="*/ 0 h 19382"/>
                <a:gd name="csX1" fmla="*/ 0 w 18405"/>
                <a:gd name="csY1" fmla="*/ 19383 h 19382"/>
                <a:gd name="csX2" fmla="*/ 18406 w 18405"/>
                <a:gd name="csY2" fmla="*/ 19383 h 19382"/>
                <a:gd name="csX3" fmla="*/ 18406 w 18405"/>
                <a:gd name="csY3" fmla="*/ 0 h 19382"/>
                <a:gd name="csX4" fmla="*/ 0 w 18405"/>
                <a:gd name="csY4" fmla="*/ 0 h 19382"/>
                <a:gd name="csX5" fmla="*/ 0 w 18405"/>
                <a:gd name="csY5" fmla="*/ 0 h 19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9382">
                  <a:moveTo>
                    <a:pt x="0" y="0"/>
                  </a:moveTo>
                  <a:lnTo>
                    <a:pt x="0" y="19383"/>
                  </a:lnTo>
                  <a:lnTo>
                    <a:pt x="18406" y="19383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6" name="Freeform 3045">
              <a:extLst>
                <a:ext uri="{FF2B5EF4-FFF2-40B4-BE49-F238E27FC236}">
                  <a16:creationId xmlns:a16="http://schemas.microsoft.com/office/drawing/2014/main" id="{B4DABC24-233E-EE36-2A5C-8B97217FE8A1}"/>
                </a:ext>
              </a:extLst>
            </p:cNvPr>
            <p:cNvSpPr/>
            <p:nvPr/>
          </p:nvSpPr>
          <p:spPr>
            <a:xfrm>
              <a:off x="4275850" y="2669473"/>
              <a:ext cx="18405" cy="19382"/>
            </a:xfrm>
            <a:custGeom>
              <a:avLst/>
              <a:gdLst>
                <a:gd name="csX0" fmla="*/ 0 w 18405"/>
                <a:gd name="csY0" fmla="*/ 0 h 19382"/>
                <a:gd name="csX1" fmla="*/ 0 w 18405"/>
                <a:gd name="csY1" fmla="*/ 19383 h 19382"/>
                <a:gd name="csX2" fmla="*/ 18406 w 18405"/>
                <a:gd name="csY2" fmla="*/ 19383 h 19382"/>
                <a:gd name="csX3" fmla="*/ 18406 w 18405"/>
                <a:gd name="csY3" fmla="*/ 0 h 19382"/>
                <a:gd name="csX4" fmla="*/ 0 w 18405"/>
                <a:gd name="csY4" fmla="*/ 0 h 19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9382">
                  <a:moveTo>
                    <a:pt x="0" y="0"/>
                  </a:moveTo>
                  <a:lnTo>
                    <a:pt x="0" y="19383"/>
                  </a:lnTo>
                  <a:lnTo>
                    <a:pt x="18406" y="19383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7" name="Freeform 3046">
              <a:extLst>
                <a:ext uri="{FF2B5EF4-FFF2-40B4-BE49-F238E27FC236}">
                  <a16:creationId xmlns:a16="http://schemas.microsoft.com/office/drawing/2014/main" id="{0D0A993A-CE99-ECC5-990A-E13A4EDA35DF}"/>
                </a:ext>
              </a:extLst>
            </p:cNvPr>
            <p:cNvSpPr/>
            <p:nvPr/>
          </p:nvSpPr>
          <p:spPr>
            <a:xfrm>
              <a:off x="4294256" y="2677101"/>
              <a:ext cx="18398" cy="11753"/>
            </a:xfrm>
            <a:custGeom>
              <a:avLst/>
              <a:gdLst>
                <a:gd name="csX0" fmla="*/ 0 w 18398"/>
                <a:gd name="csY0" fmla="*/ 0 h 11753"/>
                <a:gd name="csX1" fmla="*/ 0 w 18398"/>
                <a:gd name="csY1" fmla="*/ 11754 h 11753"/>
                <a:gd name="csX2" fmla="*/ 18399 w 18398"/>
                <a:gd name="csY2" fmla="*/ 11754 h 11753"/>
                <a:gd name="csX3" fmla="*/ 18399 w 18398"/>
                <a:gd name="csY3" fmla="*/ 0 h 11753"/>
                <a:gd name="csX4" fmla="*/ 0 w 18398"/>
                <a:gd name="csY4" fmla="*/ 0 h 11753"/>
                <a:gd name="csX5" fmla="*/ 0 w 18398"/>
                <a:gd name="csY5" fmla="*/ 0 h 1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11753">
                  <a:moveTo>
                    <a:pt x="0" y="0"/>
                  </a:moveTo>
                  <a:lnTo>
                    <a:pt x="0" y="11754"/>
                  </a:lnTo>
                  <a:lnTo>
                    <a:pt x="18399" y="11754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8" name="Freeform 3047">
              <a:extLst>
                <a:ext uri="{FF2B5EF4-FFF2-40B4-BE49-F238E27FC236}">
                  <a16:creationId xmlns:a16="http://schemas.microsoft.com/office/drawing/2014/main" id="{8EB5C5B7-E7DE-3D17-F2BD-AE14C2AA51FD}"/>
                </a:ext>
              </a:extLst>
            </p:cNvPr>
            <p:cNvSpPr/>
            <p:nvPr/>
          </p:nvSpPr>
          <p:spPr>
            <a:xfrm>
              <a:off x="4294256" y="2677101"/>
              <a:ext cx="18398" cy="11753"/>
            </a:xfrm>
            <a:custGeom>
              <a:avLst/>
              <a:gdLst>
                <a:gd name="csX0" fmla="*/ 0 w 18398"/>
                <a:gd name="csY0" fmla="*/ 0 h 11753"/>
                <a:gd name="csX1" fmla="*/ 0 w 18398"/>
                <a:gd name="csY1" fmla="*/ 11754 h 11753"/>
                <a:gd name="csX2" fmla="*/ 18399 w 18398"/>
                <a:gd name="csY2" fmla="*/ 11754 h 11753"/>
                <a:gd name="csX3" fmla="*/ 18399 w 18398"/>
                <a:gd name="csY3" fmla="*/ 0 h 11753"/>
                <a:gd name="csX4" fmla="*/ 0 w 18398"/>
                <a:gd name="csY4" fmla="*/ 0 h 11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11753">
                  <a:moveTo>
                    <a:pt x="0" y="0"/>
                  </a:moveTo>
                  <a:lnTo>
                    <a:pt x="0" y="11754"/>
                  </a:lnTo>
                  <a:lnTo>
                    <a:pt x="18399" y="11754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49" name="Freeform 3048">
              <a:extLst>
                <a:ext uri="{FF2B5EF4-FFF2-40B4-BE49-F238E27FC236}">
                  <a16:creationId xmlns:a16="http://schemas.microsoft.com/office/drawing/2014/main" id="{0FB655A3-3FE3-4460-511C-7D07E836C5C2}"/>
                </a:ext>
              </a:extLst>
            </p:cNvPr>
            <p:cNvSpPr/>
            <p:nvPr/>
          </p:nvSpPr>
          <p:spPr>
            <a:xfrm>
              <a:off x="4312655" y="2674484"/>
              <a:ext cx="18405" cy="14371"/>
            </a:xfrm>
            <a:custGeom>
              <a:avLst/>
              <a:gdLst>
                <a:gd name="csX0" fmla="*/ 0 w 18405"/>
                <a:gd name="csY0" fmla="*/ 0 h 14371"/>
                <a:gd name="csX1" fmla="*/ 0 w 18405"/>
                <a:gd name="csY1" fmla="*/ 14371 h 14371"/>
                <a:gd name="csX2" fmla="*/ 18406 w 18405"/>
                <a:gd name="csY2" fmla="*/ 14371 h 14371"/>
                <a:gd name="csX3" fmla="*/ 18406 w 18405"/>
                <a:gd name="csY3" fmla="*/ 0 h 14371"/>
                <a:gd name="csX4" fmla="*/ 0 w 18405"/>
                <a:gd name="csY4" fmla="*/ 0 h 14371"/>
                <a:gd name="csX5" fmla="*/ 0 w 18405"/>
                <a:gd name="csY5" fmla="*/ 0 h 14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4371">
                  <a:moveTo>
                    <a:pt x="0" y="0"/>
                  </a:moveTo>
                  <a:lnTo>
                    <a:pt x="0" y="14371"/>
                  </a:lnTo>
                  <a:lnTo>
                    <a:pt x="18406" y="14371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0" name="Freeform 3049">
              <a:extLst>
                <a:ext uri="{FF2B5EF4-FFF2-40B4-BE49-F238E27FC236}">
                  <a16:creationId xmlns:a16="http://schemas.microsoft.com/office/drawing/2014/main" id="{984DA8AF-33EB-6A52-DDE1-C0A3FBBFFA4D}"/>
                </a:ext>
              </a:extLst>
            </p:cNvPr>
            <p:cNvSpPr/>
            <p:nvPr/>
          </p:nvSpPr>
          <p:spPr>
            <a:xfrm>
              <a:off x="4312655" y="2674484"/>
              <a:ext cx="18405" cy="14371"/>
            </a:xfrm>
            <a:custGeom>
              <a:avLst/>
              <a:gdLst>
                <a:gd name="csX0" fmla="*/ 0 w 18405"/>
                <a:gd name="csY0" fmla="*/ 0 h 14371"/>
                <a:gd name="csX1" fmla="*/ 0 w 18405"/>
                <a:gd name="csY1" fmla="*/ 14371 h 14371"/>
                <a:gd name="csX2" fmla="*/ 18406 w 18405"/>
                <a:gd name="csY2" fmla="*/ 14371 h 14371"/>
                <a:gd name="csX3" fmla="*/ 18406 w 18405"/>
                <a:gd name="csY3" fmla="*/ 0 h 14371"/>
                <a:gd name="csX4" fmla="*/ 0 w 18405"/>
                <a:gd name="csY4" fmla="*/ 0 h 14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4371">
                  <a:moveTo>
                    <a:pt x="0" y="0"/>
                  </a:moveTo>
                  <a:lnTo>
                    <a:pt x="0" y="14371"/>
                  </a:lnTo>
                  <a:lnTo>
                    <a:pt x="18406" y="14371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1" name="Freeform 3050">
              <a:extLst>
                <a:ext uri="{FF2B5EF4-FFF2-40B4-BE49-F238E27FC236}">
                  <a16:creationId xmlns:a16="http://schemas.microsoft.com/office/drawing/2014/main" id="{D946B868-E4DE-D0A0-B9D3-1FD0E831BF64}"/>
                </a:ext>
              </a:extLst>
            </p:cNvPr>
            <p:cNvSpPr/>
            <p:nvPr/>
          </p:nvSpPr>
          <p:spPr>
            <a:xfrm>
              <a:off x="4331060" y="2679782"/>
              <a:ext cx="18398" cy="9073"/>
            </a:xfrm>
            <a:custGeom>
              <a:avLst/>
              <a:gdLst>
                <a:gd name="csX0" fmla="*/ 0 w 18398"/>
                <a:gd name="csY0" fmla="*/ 0 h 9073"/>
                <a:gd name="csX1" fmla="*/ 0 w 18398"/>
                <a:gd name="csY1" fmla="*/ 9074 h 9073"/>
                <a:gd name="csX2" fmla="*/ 18399 w 18398"/>
                <a:gd name="csY2" fmla="*/ 9074 h 9073"/>
                <a:gd name="csX3" fmla="*/ 18399 w 18398"/>
                <a:gd name="csY3" fmla="*/ 0 h 9073"/>
                <a:gd name="csX4" fmla="*/ 0 w 18398"/>
                <a:gd name="csY4" fmla="*/ 0 h 9073"/>
                <a:gd name="csX5" fmla="*/ 0 w 18398"/>
                <a:gd name="csY5" fmla="*/ 0 h 9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9073">
                  <a:moveTo>
                    <a:pt x="0" y="0"/>
                  </a:moveTo>
                  <a:lnTo>
                    <a:pt x="0" y="9074"/>
                  </a:lnTo>
                  <a:lnTo>
                    <a:pt x="18399" y="9074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2" name="Freeform 3051">
              <a:extLst>
                <a:ext uri="{FF2B5EF4-FFF2-40B4-BE49-F238E27FC236}">
                  <a16:creationId xmlns:a16="http://schemas.microsoft.com/office/drawing/2014/main" id="{8591184B-8223-45CF-23F3-B128D425F122}"/>
                </a:ext>
              </a:extLst>
            </p:cNvPr>
            <p:cNvSpPr/>
            <p:nvPr/>
          </p:nvSpPr>
          <p:spPr>
            <a:xfrm>
              <a:off x="4331060" y="2679782"/>
              <a:ext cx="18398" cy="9073"/>
            </a:xfrm>
            <a:custGeom>
              <a:avLst/>
              <a:gdLst>
                <a:gd name="csX0" fmla="*/ 0 w 18398"/>
                <a:gd name="csY0" fmla="*/ 0 h 9073"/>
                <a:gd name="csX1" fmla="*/ 0 w 18398"/>
                <a:gd name="csY1" fmla="*/ 9074 h 9073"/>
                <a:gd name="csX2" fmla="*/ 18399 w 18398"/>
                <a:gd name="csY2" fmla="*/ 9074 h 9073"/>
                <a:gd name="csX3" fmla="*/ 18399 w 18398"/>
                <a:gd name="csY3" fmla="*/ 0 h 9073"/>
                <a:gd name="csX4" fmla="*/ 0 w 18398"/>
                <a:gd name="csY4" fmla="*/ 0 h 9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9073">
                  <a:moveTo>
                    <a:pt x="0" y="0"/>
                  </a:moveTo>
                  <a:lnTo>
                    <a:pt x="0" y="9074"/>
                  </a:lnTo>
                  <a:lnTo>
                    <a:pt x="18399" y="9074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3" name="Freeform 3052">
              <a:extLst>
                <a:ext uri="{FF2B5EF4-FFF2-40B4-BE49-F238E27FC236}">
                  <a16:creationId xmlns:a16="http://schemas.microsoft.com/office/drawing/2014/main" id="{4763B260-FA8F-C6D8-826B-4012C8D32EBB}"/>
                </a:ext>
              </a:extLst>
            </p:cNvPr>
            <p:cNvSpPr/>
            <p:nvPr/>
          </p:nvSpPr>
          <p:spPr>
            <a:xfrm>
              <a:off x="4349459" y="2683802"/>
              <a:ext cx="18398" cy="5053"/>
            </a:xfrm>
            <a:custGeom>
              <a:avLst/>
              <a:gdLst>
                <a:gd name="csX0" fmla="*/ 0 w 18398"/>
                <a:gd name="csY0" fmla="*/ 0 h 5053"/>
                <a:gd name="csX1" fmla="*/ 0 w 18398"/>
                <a:gd name="csY1" fmla="*/ 5053 h 5053"/>
                <a:gd name="csX2" fmla="*/ 18399 w 18398"/>
                <a:gd name="csY2" fmla="*/ 5053 h 5053"/>
                <a:gd name="csX3" fmla="*/ 18399 w 18398"/>
                <a:gd name="csY3" fmla="*/ 0 h 5053"/>
                <a:gd name="csX4" fmla="*/ 0 w 18398"/>
                <a:gd name="csY4" fmla="*/ 0 h 5053"/>
                <a:gd name="csX5" fmla="*/ 0 w 18398"/>
                <a:gd name="csY5" fmla="*/ 0 h 5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5053">
                  <a:moveTo>
                    <a:pt x="0" y="0"/>
                  </a:moveTo>
                  <a:lnTo>
                    <a:pt x="0" y="5053"/>
                  </a:lnTo>
                  <a:lnTo>
                    <a:pt x="18399" y="5053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4" name="Freeform 3053">
              <a:extLst>
                <a:ext uri="{FF2B5EF4-FFF2-40B4-BE49-F238E27FC236}">
                  <a16:creationId xmlns:a16="http://schemas.microsoft.com/office/drawing/2014/main" id="{2BE4F819-1780-FABD-C390-FD66B20BD42B}"/>
                </a:ext>
              </a:extLst>
            </p:cNvPr>
            <p:cNvSpPr/>
            <p:nvPr/>
          </p:nvSpPr>
          <p:spPr>
            <a:xfrm>
              <a:off x="4349459" y="2683802"/>
              <a:ext cx="18398" cy="5053"/>
            </a:xfrm>
            <a:custGeom>
              <a:avLst/>
              <a:gdLst>
                <a:gd name="csX0" fmla="*/ 0 w 18398"/>
                <a:gd name="csY0" fmla="*/ 0 h 5053"/>
                <a:gd name="csX1" fmla="*/ 0 w 18398"/>
                <a:gd name="csY1" fmla="*/ 5053 h 5053"/>
                <a:gd name="csX2" fmla="*/ 18399 w 18398"/>
                <a:gd name="csY2" fmla="*/ 5053 h 5053"/>
                <a:gd name="csX3" fmla="*/ 18399 w 18398"/>
                <a:gd name="csY3" fmla="*/ 0 h 5053"/>
                <a:gd name="csX4" fmla="*/ 0 w 18398"/>
                <a:gd name="csY4" fmla="*/ 0 h 5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5053">
                  <a:moveTo>
                    <a:pt x="0" y="0"/>
                  </a:moveTo>
                  <a:lnTo>
                    <a:pt x="0" y="5053"/>
                  </a:lnTo>
                  <a:lnTo>
                    <a:pt x="18399" y="5053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5" name="Freeform 3054">
              <a:extLst>
                <a:ext uri="{FF2B5EF4-FFF2-40B4-BE49-F238E27FC236}">
                  <a16:creationId xmlns:a16="http://schemas.microsoft.com/office/drawing/2014/main" id="{72760B29-10C3-5674-1373-F43FF9C7393F}"/>
                </a:ext>
              </a:extLst>
            </p:cNvPr>
            <p:cNvSpPr/>
            <p:nvPr/>
          </p:nvSpPr>
          <p:spPr>
            <a:xfrm>
              <a:off x="4367857" y="2685184"/>
              <a:ext cx="18405" cy="3671"/>
            </a:xfrm>
            <a:custGeom>
              <a:avLst/>
              <a:gdLst>
                <a:gd name="csX0" fmla="*/ 0 w 18405"/>
                <a:gd name="csY0" fmla="*/ 0 h 3671"/>
                <a:gd name="csX1" fmla="*/ 0 w 18405"/>
                <a:gd name="csY1" fmla="*/ 3671 h 3671"/>
                <a:gd name="csX2" fmla="*/ 18406 w 18405"/>
                <a:gd name="csY2" fmla="*/ 3671 h 3671"/>
                <a:gd name="csX3" fmla="*/ 18406 w 18405"/>
                <a:gd name="csY3" fmla="*/ 0 h 3671"/>
                <a:gd name="csX4" fmla="*/ 0 w 18405"/>
                <a:gd name="csY4" fmla="*/ 0 h 3671"/>
                <a:gd name="csX5" fmla="*/ 0 w 18405"/>
                <a:gd name="csY5" fmla="*/ 0 h 3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3671">
                  <a:moveTo>
                    <a:pt x="0" y="0"/>
                  </a:moveTo>
                  <a:lnTo>
                    <a:pt x="0" y="3671"/>
                  </a:lnTo>
                  <a:lnTo>
                    <a:pt x="18406" y="3671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6" name="Freeform 3055">
              <a:extLst>
                <a:ext uri="{FF2B5EF4-FFF2-40B4-BE49-F238E27FC236}">
                  <a16:creationId xmlns:a16="http://schemas.microsoft.com/office/drawing/2014/main" id="{B718AF94-B184-467A-381B-2775D8AE39F7}"/>
                </a:ext>
              </a:extLst>
            </p:cNvPr>
            <p:cNvSpPr/>
            <p:nvPr/>
          </p:nvSpPr>
          <p:spPr>
            <a:xfrm>
              <a:off x="4367857" y="2685184"/>
              <a:ext cx="18405" cy="3671"/>
            </a:xfrm>
            <a:custGeom>
              <a:avLst/>
              <a:gdLst>
                <a:gd name="csX0" fmla="*/ 0 w 18405"/>
                <a:gd name="csY0" fmla="*/ 0 h 3671"/>
                <a:gd name="csX1" fmla="*/ 0 w 18405"/>
                <a:gd name="csY1" fmla="*/ 3671 h 3671"/>
                <a:gd name="csX2" fmla="*/ 18406 w 18405"/>
                <a:gd name="csY2" fmla="*/ 3671 h 3671"/>
                <a:gd name="csX3" fmla="*/ 18406 w 18405"/>
                <a:gd name="csY3" fmla="*/ 0 h 3671"/>
                <a:gd name="csX4" fmla="*/ 0 w 18405"/>
                <a:gd name="csY4" fmla="*/ 0 h 3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3671">
                  <a:moveTo>
                    <a:pt x="0" y="0"/>
                  </a:moveTo>
                  <a:lnTo>
                    <a:pt x="0" y="3671"/>
                  </a:lnTo>
                  <a:lnTo>
                    <a:pt x="18406" y="3671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7" name="Freeform 3056">
              <a:extLst>
                <a:ext uri="{FF2B5EF4-FFF2-40B4-BE49-F238E27FC236}">
                  <a16:creationId xmlns:a16="http://schemas.microsoft.com/office/drawing/2014/main" id="{47E22D6F-80FF-8F48-3512-320F8111FAE4}"/>
                </a:ext>
              </a:extLst>
            </p:cNvPr>
            <p:cNvSpPr/>
            <p:nvPr/>
          </p:nvSpPr>
          <p:spPr>
            <a:xfrm>
              <a:off x="4386263" y="2681729"/>
              <a:ext cx="18398" cy="7126"/>
            </a:xfrm>
            <a:custGeom>
              <a:avLst/>
              <a:gdLst>
                <a:gd name="csX0" fmla="*/ 0 w 18398"/>
                <a:gd name="csY0" fmla="*/ 0 h 7126"/>
                <a:gd name="csX1" fmla="*/ 0 w 18398"/>
                <a:gd name="csY1" fmla="*/ 7126 h 7126"/>
                <a:gd name="csX2" fmla="*/ 18399 w 18398"/>
                <a:gd name="csY2" fmla="*/ 7126 h 7126"/>
                <a:gd name="csX3" fmla="*/ 18399 w 18398"/>
                <a:gd name="csY3" fmla="*/ 0 h 7126"/>
                <a:gd name="csX4" fmla="*/ 0 w 18398"/>
                <a:gd name="csY4" fmla="*/ 0 h 7126"/>
                <a:gd name="csX5" fmla="*/ 0 w 18398"/>
                <a:gd name="csY5" fmla="*/ 0 h 7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7126">
                  <a:moveTo>
                    <a:pt x="0" y="0"/>
                  </a:moveTo>
                  <a:lnTo>
                    <a:pt x="0" y="7126"/>
                  </a:lnTo>
                  <a:lnTo>
                    <a:pt x="18399" y="7126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8" name="Freeform 3057">
              <a:extLst>
                <a:ext uri="{FF2B5EF4-FFF2-40B4-BE49-F238E27FC236}">
                  <a16:creationId xmlns:a16="http://schemas.microsoft.com/office/drawing/2014/main" id="{2C8A2225-8BD3-D8CD-8098-DAE0EB4AE4FF}"/>
                </a:ext>
              </a:extLst>
            </p:cNvPr>
            <p:cNvSpPr/>
            <p:nvPr/>
          </p:nvSpPr>
          <p:spPr>
            <a:xfrm>
              <a:off x="4386263" y="2681729"/>
              <a:ext cx="18398" cy="7126"/>
            </a:xfrm>
            <a:custGeom>
              <a:avLst/>
              <a:gdLst>
                <a:gd name="csX0" fmla="*/ 0 w 18398"/>
                <a:gd name="csY0" fmla="*/ 0 h 7126"/>
                <a:gd name="csX1" fmla="*/ 0 w 18398"/>
                <a:gd name="csY1" fmla="*/ 7126 h 7126"/>
                <a:gd name="csX2" fmla="*/ 18399 w 18398"/>
                <a:gd name="csY2" fmla="*/ 7126 h 7126"/>
                <a:gd name="csX3" fmla="*/ 18399 w 18398"/>
                <a:gd name="csY3" fmla="*/ 0 h 7126"/>
                <a:gd name="csX4" fmla="*/ 0 w 18398"/>
                <a:gd name="csY4" fmla="*/ 0 h 7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7126">
                  <a:moveTo>
                    <a:pt x="0" y="0"/>
                  </a:moveTo>
                  <a:lnTo>
                    <a:pt x="0" y="7126"/>
                  </a:lnTo>
                  <a:lnTo>
                    <a:pt x="18399" y="7126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59" name="Freeform 3058">
              <a:extLst>
                <a:ext uri="{FF2B5EF4-FFF2-40B4-BE49-F238E27FC236}">
                  <a16:creationId xmlns:a16="http://schemas.microsoft.com/office/drawing/2014/main" id="{70C68D56-383F-D2AC-B1FC-26AC39C436F3}"/>
                </a:ext>
              </a:extLst>
            </p:cNvPr>
            <p:cNvSpPr/>
            <p:nvPr/>
          </p:nvSpPr>
          <p:spPr>
            <a:xfrm>
              <a:off x="4404661" y="2687745"/>
              <a:ext cx="18405" cy="1109"/>
            </a:xfrm>
            <a:custGeom>
              <a:avLst/>
              <a:gdLst>
                <a:gd name="csX0" fmla="*/ 0 w 18405"/>
                <a:gd name="csY0" fmla="*/ 0 h 1109"/>
                <a:gd name="csX1" fmla="*/ 0 w 18405"/>
                <a:gd name="csY1" fmla="*/ 1110 h 1109"/>
                <a:gd name="csX2" fmla="*/ 18406 w 18405"/>
                <a:gd name="csY2" fmla="*/ 1110 h 1109"/>
                <a:gd name="csX3" fmla="*/ 18406 w 18405"/>
                <a:gd name="csY3" fmla="*/ 0 h 1109"/>
                <a:gd name="csX4" fmla="*/ 0 w 18405"/>
                <a:gd name="csY4" fmla="*/ 0 h 1109"/>
                <a:gd name="csX5" fmla="*/ 0 w 18405"/>
                <a:gd name="csY5" fmla="*/ 0 h 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109">
                  <a:moveTo>
                    <a:pt x="0" y="0"/>
                  </a:moveTo>
                  <a:lnTo>
                    <a:pt x="0" y="1110"/>
                  </a:lnTo>
                  <a:lnTo>
                    <a:pt x="18406" y="1110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0" name="Freeform 3059">
              <a:extLst>
                <a:ext uri="{FF2B5EF4-FFF2-40B4-BE49-F238E27FC236}">
                  <a16:creationId xmlns:a16="http://schemas.microsoft.com/office/drawing/2014/main" id="{FA72DC5F-EB86-13BC-0BBE-C70E22C431E2}"/>
                </a:ext>
              </a:extLst>
            </p:cNvPr>
            <p:cNvSpPr/>
            <p:nvPr/>
          </p:nvSpPr>
          <p:spPr>
            <a:xfrm>
              <a:off x="4404661" y="2687745"/>
              <a:ext cx="18405" cy="1109"/>
            </a:xfrm>
            <a:custGeom>
              <a:avLst/>
              <a:gdLst>
                <a:gd name="csX0" fmla="*/ 0 w 18405"/>
                <a:gd name="csY0" fmla="*/ 0 h 1109"/>
                <a:gd name="csX1" fmla="*/ 0 w 18405"/>
                <a:gd name="csY1" fmla="*/ 1110 h 1109"/>
                <a:gd name="csX2" fmla="*/ 18406 w 18405"/>
                <a:gd name="csY2" fmla="*/ 1110 h 1109"/>
                <a:gd name="csX3" fmla="*/ 18406 w 18405"/>
                <a:gd name="csY3" fmla="*/ 0 h 1109"/>
                <a:gd name="csX4" fmla="*/ 0 w 18405"/>
                <a:gd name="csY4" fmla="*/ 0 h 1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109">
                  <a:moveTo>
                    <a:pt x="0" y="0"/>
                  </a:moveTo>
                  <a:lnTo>
                    <a:pt x="0" y="1110"/>
                  </a:lnTo>
                  <a:lnTo>
                    <a:pt x="18406" y="1110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1" name="Freeform 3060">
              <a:extLst>
                <a:ext uri="{FF2B5EF4-FFF2-40B4-BE49-F238E27FC236}">
                  <a16:creationId xmlns:a16="http://schemas.microsoft.com/office/drawing/2014/main" id="{844AA962-9CD5-5A7F-0F06-6602517611FB}"/>
                </a:ext>
              </a:extLst>
            </p:cNvPr>
            <p:cNvSpPr/>
            <p:nvPr/>
          </p:nvSpPr>
          <p:spPr>
            <a:xfrm>
              <a:off x="4423067" y="2684633"/>
              <a:ext cx="18398" cy="4222"/>
            </a:xfrm>
            <a:custGeom>
              <a:avLst/>
              <a:gdLst>
                <a:gd name="csX0" fmla="*/ 0 w 18398"/>
                <a:gd name="csY0" fmla="*/ 0 h 4222"/>
                <a:gd name="csX1" fmla="*/ 0 w 18398"/>
                <a:gd name="csY1" fmla="*/ 4223 h 4222"/>
                <a:gd name="csX2" fmla="*/ 18399 w 18398"/>
                <a:gd name="csY2" fmla="*/ 4223 h 4222"/>
                <a:gd name="csX3" fmla="*/ 18399 w 18398"/>
                <a:gd name="csY3" fmla="*/ 0 h 4222"/>
                <a:gd name="csX4" fmla="*/ 0 w 18398"/>
                <a:gd name="csY4" fmla="*/ 0 h 4222"/>
                <a:gd name="csX5" fmla="*/ 0 w 18398"/>
                <a:gd name="csY5" fmla="*/ 0 h 4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4222">
                  <a:moveTo>
                    <a:pt x="0" y="0"/>
                  </a:moveTo>
                  <a:lnTo>
                    <a:pt x="0" y="4223"/>
                  </a:lnTo>
                  <a:lnTo>
                    <a:pt x="18399" y="4223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2" name="Freeform 3061">
              <a:extLst>
                <a:ext uri="{FF2B5EF4-FFF2-40B4-BE49-F238E27FC236}">
                  <a16:creationId xmlns:a16="http://schemas.microsoft.com/office/drawing/2014/main" id="{D3143FC9-9512-FA17-0DB7-3561F97A6CEB}"/>
                </a:ext>
              </a:extLst>
            </p:cNvPr>
            <p:cNvSpPr/>
            <p:nvPr/>
          </p:nvSpPr>
          <p:spPr>
            <a:xfrm>
              <a:off x="4423067" y="2684633"/>
              <a:ext cx="18398" cy="4222"/>
            </a:xfrm>
            <a:custGeom>
              <a:avLst/>
              <a:gdLst>
                <a:gd name="csX0" fmla="*/ 0 w 18398"/>
                <a:gd name="csY0" fmla="*/ 0 h 4222"/>
                <a:gd name="csX1" fmla="*/ 0 w 18398"/>
                <a:gd name="csY1" fmla="*/ 4223 h 4222"/>
                <a:gd name="csX2" fmla="*/ 18399 w 18398"/>
                <a:gd name="csY2" fmla="*/ 4223 h 4222"/>
                <a:gd name="csX3" fmla="*/ 18399 w 18398"/>
                <a:gd name="csY3" fmla="*/ 0 h 4222"/>
                <a:gd name="csX4" fmla="*/ 0 w 18398"/>
                <a:gd name="csY4" fmla="*/ 0 h 4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4222">
                  <a:moveTo>
                    <a:pt x="0" y="0"/>
                  </a:moveTo>
                  <a:lnTo>
                    <a:pt x="0" y="4223"/>
                  </a:lnTo>
                  <a:lnTo>
                    <a:pt x="18399" y="4223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3" name="Freeform 3062">
              <a:extLst>
                <a:ext uri="{FF2B5EF4-FFF2-40B4-BE49-F238E27FC236}">
                  <a16:creationId xmlns:a16="http://schemas.microsoft.com/office/drawing/2014/main" id="{1BEB2E3B-DD95-2DBF-56C7-E213865B255C}"/>
                </a:ext>
              </a:extLst>
            </p:cNvPr>
            <p:cNvSpPr/>
            <p:nvPr/>
          </p:nvSpPr>
          <p:spPr>
            <a:xfrm>
              <a:off x="4441465" y="2687850"/>
              <a:ext cx="18405" cy="1005"/>
            </a:xfrm>
            <a:custGeom>
              <a:avLst/>
              <a:gdLst>
                <a:gd name="csX0" fmla="*/ 0 w 18405"/>
                <a:gd name="csY0" fmla="*/ 0 h 1005"/>
                <a:gd name="csX1" fmla="*/ 0 w 18405"/>
                <a:gd name="csY1" fmla="*/ 1005 h 1005"/>
                <a:gd name="csX2" fmla="*/ 18406 w 18405"/>
                <a:gd name="csY2" fmla="*/ 1005 h 1005"/>
                <a:gd name="csX3" fmla="*/ 18406 w 18405"/>
                <a:gd name="csY3" fmla="*/ 0 h 1005"/>
                <a:gd name="csX4" fmla="*/ 0 w 18405"/>
                <a:gd name="csY4" fmla="*/ 0 h 1005"/>
                <a:gd name="csX5" fmla="*/ 0 w 18405"/>
                <a:gd name="csY5" fmla="*/ 0 h 1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005">
                  <a:moveTo>
                    <a:pt x="0" y="0"/>
                  </a:moveTo>
                  <a:lnTo>
                    <a:pt x="0" y="1005"/>
                  </a:lnTo>
                  <a:lnTo>
                    <a:pt x="18406" y="1005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4" name="Freeform 3063">
              <a:extLst>
                <a:ext uri="{FF2B5EF4-FFF2-40B4-BE49-F238E27FC236}">
                  <a16:creationId xmlns:a16="http://schemas.microsoft.com/office/drawing/2014/main" id="{2526DA3C-F4A7-49B3-0F02-4C29E062AC60}"/>
                </a:ext>
              </a:extLst>
            </p:cNvPr>
            <p:cNvSpPr/>
            <p:nvPr/>
          </p:nvSpPr>
          <p:spPr>
            <a:xfrm>
              <a:off x="4441465" y="2687850"/>
              <a:ext cx="18405" cy="1005"/>
            </a:xfrm>
            <a:custGeom>
              <a:avLst/>
              <a:gdLst>
                <a:gd name="csX0" fmla="*/ 0 w 18405"/>
                <a:gd name="csY0" fmla="*/ 0 h 1005"/>
                <a:gd name="csX1" fmla="*/ 0 w 18405"/>
                <a:gd name="csY1" fmla="*/ 1005 h 1005"/>
                <a:gd name="csX2" fmla="*/ 18406 w 18405"/>
                <a:gd name="csY2" fmla="*/ 1005 h 1005"/>
                <a:gd name="csX3" fmla="*/ 18406 w 18405"/>
                <a:gd name="csY3" fmla="*/ 0 h 1005"/>
                <a:gd name="csX4" fmla="*/ 0 w 18405"/>
                <a:gd name="csY4" fmla="*/ 0 h 1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005">
                  <a:moveTo>
                    <a:pt x="0" y="0"/>
                  </a:moveTo>
                  <a:lnTo>
                    <a:pt x="0" y="1005"/>
                  </a:lnTo>
                  <a:lnTo>
                    <a:pt x="18406" y="1005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5" name="Freeform 3064">
              <a:extLst>
                <a:ext uri="{FF2B5EF4-FFF2-40B4-BE49-F238E27FC236}">
                  <a16:creationId xmlns:a16="http://schemas.microsoft.com/office/drawing/2014/main" id="{03CC02A6-49A0-B351-ABA9-357791993D68}"/>
                </a:ext>
              </a:extLst>
            </p:cNvPr>
            <p:cNvSpPr/>
            <p:nvPr/>
          </p:nvSpPr>
          <p:spPr>
            <a:xfrm>
              <a:off x="4459871" y="2687941"/>
              <a:ext cx="18398" cy="914"/>
            </a:xfrm>
            <a:custGeom>
              <a:avLst/>
              <a:gdLst>
                <a:gd name="csX0" fmla="*/ 0 w 18398"/>
                <a:gd name="csY0" fmla="*/ 0 h 914"/>
                <a:gd name="csX1" fmla="*/ 0 w 18398"/>
                <a:gd name="csY1" fmla="*/ 914 h 914"/>
                <a:gd name="csX2" fmla="*/ 18399 w 18398"/>
                <a:gd name="csY2" fmla="*/ 914 h 914"/>
                <a:gd name="csX3" fmla="*/ 18399 w 18398"/>
                <a:gd name="csY3" fmla="*/ 0 h 914"/>
                <a:gd name="csX4" fmla="*/ 0 w 18398"/>
                <a:gd name="csY4" fmla="*/ 0 h 914"/>
                <a:gd name="csX5" fmla="*/ 0 w 18398"/>
                <a:gd name="csY5" fmla="*/ 0 h 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914">
                  <a:moveTo>
                    <a:pt x="0" y="0"/>
                  </a:moveTo>
                  <a:lnTo>
                    <a:pt x="0" y="914"/>
                  </a:lnTo>
                  <a:lnTo>
                    <a:pt x="18399" y="914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6" name="Freeform 3065">
              <a:extLst>
                <a:ext uri="{FF2B5EF4-FFF2-40B4-BE49-F238E27FC236}">
                  <a16:creationId xmlns:a16="http://schemas.microsoft.com/office/drawing/2014/main" id="{5F13FE21-AE0C-717A-57A2-7B4AAE201E6F}"/>
                </a:ext>
              </a:extLst>
            </p:cNvPr>
            <p:cNvSpPr/>
            <p:nvPr/>
          </p:nvSpPr>
          <p:spPr>
            <a:xfrm>
              <a:off x="4459871" y="2687941"/>
              <a:ext cx="18398" cy="914"/>
            </a:xfrm>
            <a:custGeom>
              <a:avLst/>
              <a:gdLst>
                <a:gd name="csX0" fmla="*/ 0 w 18398"/>
                <a:gd name="csY0" fmla="*/ 0 h 914"/>
                <a:gd name="csX1" fmla="*/ 0 w 18398"/>
                <a:gd name="csY1" fmla="*/ 914 h 914"/>
                <a:gd name="csX2" fmla="*/ 18399 w 18398"/>
                <a:gd name="csY2" fmla="*/ 914 h 914"/>
                <a:gd name="csX3" fmla="*/ 18399 w 18398"/>
                <a:gd name="csY3" fmla="*/ 0 h 914"/>
                <a:gd name="csX4" fmla="*/ 0 w 18398"/>
                <a:gd name="csY4" fmla="*/ 0 h 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914">
                  <a:moveTo>
                    <a:pt x="0" y="0"/>
                  </a:moveTo>
                  <a:lnTo>
                    <a:pt x="0" y="914"/>
                  </a:lnTo>
                  <a:lnTo>
                    <a:pt x="18399" y="914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7" name="Freeform 3066">
              <a:extLst>
                <a:ext uri="{FF2B5EF4-FFF2-40B4-BE49-F238E27FC236}">
                  <a16:creationId xmlns:a16="http://schemas.microsoft.com/office/drawing/2014/main" id="{E7ED3F72-984F-A675-F37C-3C2A6954B987}"/>
                </a:ext>
              </a:extLst>
            </p:cNvPr>
            <p:cNvSpPr/>
            <p:nvPr/>
          </p:nvSpPr>
          <p:spPr>
            <a:xfrm>
              <a:off x="4478270" y="2687990"/>
              <a:ext cx="18398" cy="865"/>
            </a:xfrm>
            <a:custGeom>
              <a:avLst/>
              <a:gdLst>
                <a:gd name="csX0" fmla="*/ 0 w 18398"/>
                <a:gd name="csY0" fmla="*/ 0 h 865"/>
                <a:gd name="csX1" fmla="*/ 0 w 18398"/>
                <a:gd name="csY1" fmla="*/ 865 h 865"/>
                <a:gd name="csX2" fmla="*/ 18399 w 18398"/>
                <a:gd name="csY2" fmla="*/ 865 h 865"/>
                <a:gd name="csX3" fmla="*/ 18399 w 18398"/>
                <a:gd name="csY3" fmla="*/ 0 h 865"/>
                <a:gd name="csX4" fmla="*/ 0 w 18398"/>
                <a:gd name="csY4" fmla="*/ 0 h 865"/>
                <a:gd name="csX5" fmla="*/ 0 w 18398"/>
                <a:gd name="csY5" fmla="*/ 0 h 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865">
                  <a:moveTo>
                    <a:pt x="0" y="0"/>
                  </a:moveTo>
                  <a:lnTo>
                    <a:pt x="0" y="865"/>
                  </a:lnTo>
                  <a:lnTo>
                    <a:pt x="18399" y="865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8" name="Freeform 3067">
              <a:extLst>
                <a:ext uri="{FF2B5EF4-FFF2-40B4-BE49-F238E27FC236}">
                  <a16:creationId xmlns:a16="http://schemas.microsoft.com/office/drawing/2014/main" id="{E73C1318-5DB1-B84F-46BD-73A1F2964990}"/>
                </a:ext>
              </a:extLst>
            </p:cNvPr>
            <p:cNvSpPr/>
            <p:nvPr/>
          </p:nvSpPr>
          <p:spPr>
            <a:xfrm>
              <a:off x="4478270" y="2687990"/>
              <a:ext cx="18398" cy="865"/>
            </a:xfrm>
            <a:custGeom>
              <a:avLst/>
              <a:gdLst>
                <a:gd name="csX0" fmla="*/ 0 w 18398"/>
                <a:gd name="csY0" fmla="*/ 0 h 865"/>
                <a:gd name="csX1" fmla="*/ 0 w 18398"/>
                <a:gd name="csY1" fmla="*/ 865 h 865"/>
                <a:gd name="csX2" fmla="*/ 18399 w 18398"/>
                <a:gd name="csY2" fmla="*/ 865 h 865"/>
                <a:gd name="csX3" fmla="*/ 18399 w 18398"/>
                <a:gd name="csY3" fmla="*/ 0 h 865"/>
                <a:gd name="csX4" fmla="*/ 0 w 18398"/>
                <a:gd name="csY4" fmla="*/ 0 h 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865">
                  <a:moveTo>
                    <a:pt x="0" y="0"/>
                  </a:moveTo>
                  <a:lnTo>
                    <a:pt x="0" y="865"/>
                  </a:lnTo>
                  <a:lnTo>
                    <a:pt x="18399" y="865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69" name="Freeform 3068">
              <a:extLst>
                <a:ext uri="{FF2B5EF4-FFF2-40B4-BE49-F238E27FC236}">
                  <a16:creationId xmlns:a16="http://schemas.microsoft.com/office/drawing/2014/main" id="{2330F983-FC88-78FF-DC7A-A21F927B812D}"/>
                </a:ext>
              </a:extLst>
            </p:cNvPr>
            <p:cNvSpPr/>
            <p:nvPr/>
          </p:nvSpPr>
          <p:spPr>
            <a:xfrm>
              <a:off x="4496668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18406 w 18405"/>
                <a:gd name="csY3" fmla="*/ 0 h 697"/>
                <a:gd name="csX4" fmla="*/ 0 w 18405"/>
                <a:gd name="csY4" fmla="*/ 0 h 697"/>
                <a:gd name="csX5" fmla="*/ 0 w 18405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0" name="Freeform 3069">
              <a:extLst>
                <a:ext uri="{FF2B5EF4-FFF2-40B4-BE49-F238E27FC236}">
                  <a16:creationId xmlns:a16="http://schemas.microsoft.com/office/drawing/2014/main" id="{23EB4209-E2DD-BE1F-396E-6BE40599CADD}"/>
                </a:ext>
              </a:extLst>
            </p:cNvPr>
            <p:cNvSpPr/>
            <p:nvPr/>
          </p:nvSpPr>
          <p:spPr>
            <a:xfrm>
              <a:off x="4496668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0 w 18405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1" name="Freeform 3070">
              <a:extLst>
                <a:ext uri="{FF2B5EF4-FFF2-40B4-BE49-F238E27FC236}">
                  <a16:creationId xmlns:a16="http://schemas.microsoft.com/office/drawing/2014/main" id="{E75B6B9D-ECC4-6821-AEB9-AA9C3B19AB32}"/>
                </a:ext>
              </a:extLst>
            </p:cNvPr>
            <p:cNvSpPr/>
            <p:nvPr/>
          </p:nvSpPr>
          <p:spPr>
            <a:xfrm>
              <a:off x="4515074" y="2688143"/>
              <a:ext cx="18398" cy="711"/>
            </a:xfrm>
            <a:custGeom>
              <a:avLst/>
              <a:gdLst>
                <a:gd name="csX0" fmla="*/ 0 w 18398"/>
                <a:gd name="csY0" fmla="*/ 0 h 711"/>
                <a:gd name="csX1" fmla="*/ 0 w 18398"/>
                <a:gd name="csY1" fmla="*/ 712 h 711"/>
                <a:gd name="csX2" fmla="*/ 18399 w 18398"/>
                <a:gd name="csY2" fmla="*/ 712 h 711"/>
                <a:gd name="csX3" fmla="*/ 18399 w 18398"/>
                <a:gd name="csY3" fmla="*/ 0 h 711"/>
                <a:gd name="csX4" fmla="*/ 0 w 18398"/>
                <a:gd name="csY4" fmla="*/ 0 h 711"/>
                <a:gd name="csX5" fmla="*/ 0 w 18398"/>
                <a:gd name="csY5" fmla="*/ 0 h 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711">
                  <a:moveTo>
                    <a:pt x="0" y="0"/>
                  </a:moveTo>
                  <a:lnTo>
                    <a:pt x="0" y="712"/>
                  </a:lnTo>
                  <a:lnTo>
                    <a:pt x="18399" y="712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2" name="Freeform 3071">
              <a:extLst>
                <a:ext uri="{FF2B5EF4-FFF2-40B4-BE49-F238E27FC236}">
                  <a16:creationId xmlns:a16="http://schemas.microsoft.com/office/drawing/2014/main" id="{7C81CAAF-C522-E2C2-9959-780E1E4F8D1E}"/>
                </a:ext>
              </a:extLst>
            </p:cNvPr>
            <p:cNvSpPr/>
            <p:nvPr/>
          </p:nvSpPr>
          <p:spPr>
            <a:xfrm>
              <a:off x="4515074" y="2688143"/>
              <a:ext cx="18398" cy="711"/>
            </a:xfrm>
            <a:custGeom>
              <a:avLst/>
              <a:gdLst>
                <a:gd name="csX0" fmla="*/ 0 w 18398"/>
                <a:gd name="csY0" fmla="*/ 0 h 711"/>
                <a:gd name="csX1" fmla="*/ 0 w 18398"/>
                <a:gd name="csY1" fmla="*/ 712 h 711"/>
                <a:gd name="csX2" fmla="*/ 18399 w 18398"/>
                <a:gd name="csY2" fmla="*/ 712 h 711"/>
                <a:gd name="csX3" fmla="*/ 18399 w 18398"/>
                <a:gd name="csY3" fmla="*/ 0 h 711"/>
                <a:gd name="csX4" fmla="*/ 0 w 18398"/>
                <a:gd name="csY4" fmla="*/ 0 h 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711">
                  <a:moveTo>
                    <a:pt x="0" y="0"/>
                  </a:moveTo>
                  <a:lnTo>
                    <a:pt x="0" y="712"/>
                  </a:lnTo>
                  <a:lnTo>
                    <a:pt x="18399" y="712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3" name="Freeform 3072">
              <a:extLst>
                <a:ext uri="{FF2B5EF4-FFF2-40B4-BE49-F238E27FC236}">
                  <a16:creationId xmlns:a16="http://schemas.microsoft.com/office/drawing/2014/main" id="{FC4E9447-0CC0-D428-BF23-73B3D2E9C864}"/>
                </a:ext>
              </a:extLst>
            </p:cNvPr>
            <p:cNvSpPr/>
            <p:nvPr/>
          </p:nvSpPr>
          <p:spPr>
            <a:xfrm>
              <a:off x="4533472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18406 w 18405"/>
                <a:gd name="csY3" fmla="*/ 0 h 697"/>
                <a:gd name="csX4" fmla="*/ 0 w 18405"/>
                <a:gd name="csY4" fmla="*/ 0 h 697"/>
                <a:gd name="csX5" fmla="*/ 0 w 18405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4" name="Freeform 3073">
              <a:extLst>
                <a:ext uri="{FF2B5EF4-FFF2-40B4-BE49-F238E27FC236}">
                  <a16:creationId xmlns:a16="http://schemas.microsoft.com/office/drawing/2014/main" id="{2EBC0A65-BF6E-CDED-AA02-4A79568B6C31}"/>
                </a:ext>
              </a:extLst>
            </p:cNvPr>
            <p:cNvSpPr/>
            <p:nvPr/>
          </p:nvSpPr>
          <p:spPr>
            <a:xfrm>
              <a:off x="4533472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0 w 18405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5" name="Freeform 3074">
              <a:extLst>
                <a:ext uri="{FF2B5EF4-FFF2-40B4-BE49-F238E27FC236}">
                  <a16:creationId xmlns:a16="http://schemas.microsoft.com/office/drawing/2014/main" id="{3BFAAC60-47EC-59BB-6BD5-EA4FC6BDCE03}"/>
                </a:ext>
              </a:extLst>
            </p:cNvPr>
            <p:cNvSpPr/>
            <p:nvPr/>
          </p:nvSpPr>
          <p:spPr>
            <a:xfrm>
              <a:off x="4551878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18399 w 18398"/>
                <a:gd name="csY3" fmla="*/ 0 h 697"/>
                <a:gd name="csX4" fmla="*/ 0 w 18398"/>
                <a:gd name="csY4" fmla="*/ 0 h 697"/>
                <a:gd name="csX5" fmla="*/ 0 w 18398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6" name="Freeform 3075">
              <a:extLst>
                <a:ext uri="{FF2B5EF4-FFF2-40B4-BE49-F238E27FC236}">
                  <a16:creationId xmlns:a16="http://schemas.microsoft.com/office/drawing/2014/main" id="{1A9425CD-9522-4B73-8E41-64B3D923A56C}"/>
                </a:ext>
              </a:extLst>
            </p:cNvPr>
            <p:cNvSpPr/>
            <p:nvPr/>
          </p:nvSpPr>
          <p:spPr>
            <a:xfrm>
              <a:off x="4551878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0 w 18398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7" name="Freeform 3076">
              <a:extLst>
                <a:ext uri="{FF2B5EF4-FFF2-40B4-BE49-F238E27FC236}">
                  <a16:creationId xmlns:a16="http://schemas.microsoft.com/office/drawing/2014/main" id="{B29F8317-3245-1882-DCD3-6CBB34379B1A}"/>
                </a:ext>
              </a:extLst>
            </p:cNvPr>
            <p:cNvSpPr/>
            <p:nvPr/>
          </p:nvSpPr>
          <p:spPr>
            <a:xfrm>
              <a:off x="4570276" y="2687948"/>
              <a:ext cx="18405" cy="907"/>
            </a:xfrm>
            <a:custGeom>
              <a:avLst/>
              <a:gdLst>
                <a:gd name="csX0" fmla="*/ 0 w 18405"/>
                <a:gd name="csY0" fmla="*/ 0 h 907"/>
                <a:gd name="csX1" fmla="*/ 0 w 18405"/>
                <a:gd name="csY1" fmla="*/ 907 h 907"/>
                <a:gd name="csX2" fmla="*/ 18406 w 18405"/>
                <a:gd name="csY2" fmla="*/ 907 h 907"/>
                <a:gd name="csX3" fmla="*/ 18406 w 18405"/>
                <a:gd name="csY3" fmla="*/ 0 h 907"/>
                <a:gd name="csX4" fmla="*/ 0 w 18405"/>
                <a:gd name="csY4" fmla="*/ 0 h 907"/>
                <a:gd name="csX5" fmla="*/ 0 w 18405"/>
                <a:gd name="csY5" fmla="*/ 0 h 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907">
                  <a:moveTo>
                    <a:pt x="0" y="0"/>
                  </a:moveTo>
                  <a:lnTo>
                    <a:pt x="0" y="907"/>
                  </a:lnTo>
                  <a:lnTo>
                    <a:pt x="18406" y="907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8" name="Freeform 3077">
              <a:extLst>
                <a:ext uri="{FF2B5EF4-FFF2-40B4-BE49-F238E27FC236}">
                  <a16:creationId xmlns:a16="http://schemas.microsoft.com/office/drawing/2014/main" id="{2D82B338-DEF2-0CF7-2D6E-8780F61E040E}"/>
                </a:ext>
              </a:extLst>
            </p:cNvPr>
            <p:cNvSpPr/>
            <p:nvPr/>
          </p:nvSpPr>
          <p:spPr>
            <a:xfrm>
              <a:off x="4570276" y="2687948"/>
              <a:ext cx="18405" cy="907"/>
            </a:xfrm>
            <a:custGeom>
              <a:avLst/>
              <a:gdLst>
                <a:gd name="csX0" fmla="*/ 0 w 18405"/>
                <a:gd name="csY0" fmla="*/ 0 h 907"/>
                <a:gd name="csX1" fmla="*/ 0 w 18405"/>
                <a:gd name="csY1" fmla="*/ 907 h 907"/>
                <a:gd name="csX2" fmla="*/ 18406 w 18405"/>
                <a:gd name="csY2" fmla="*/ 907 h 907"/>
                <a:gd name="csX3" fmla="*/ 18406 w 18405"/>
                <a:gd name="csY3" fmla="*/ 0 h 907"/>
                <a:gd name="csX4" fmla="*/ 0 w 18405"/>
                <a:gd name="csY4" fmla="*/ 0 h 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907">
                  <a:moveTo>
                    <a:pt x="0" y="0"/>
                  </a:moveTo>
                  <a:lnTo>
                    <a:pt x="0" y="907"/>
                  </a:lnTo>
                  <a:lnTo>
                    <a:pt x="18406" y="907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79" name="Freeform 3078">
              <a:extLst>
                <a:ext uri="{FF2B5EF4-FFF2-40B4-BE49-F238E27FC236}">
                  <a16:creationId xmlns:a16="http://schemas.microsoft.com/office/drawing/2014/main" id="{1092C91E-6895-E912-60D4-FCAC23D35334}"/>
                </a:ext>
              </a:extLst>
            </p:cNvPr>
            <p:cNvSpPr/>
            <p:nvPr/>
          </p:nvSpPr>
          <p:spPr>
            <a:xfrm>
              <a:off x="4588682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18399 w 18398"/>
                <a:gd name="csY3" fmla="*/ 0 h 697"/>
                <a:gd name="csX4" fmla="*/ 0 w 18398"/>
                <a:gd name="csY4" fmla="*/ 0 h 697"/>
                <a:gd name="csX5" fmla="*/ 0 w 18398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0" name="Freeform 3079">
              <a:extLst>
                <a:ext uri="{FF2B5EF4-FFF2-40B4-BE49-F238E27FC236}">
                  <a16:creationId xmlns:a16="http://schemas.microsoft.com/office/drawing/2014/main" id="{6DD4CE7D-1547-2A64-754B-5F547C7EEC7A}"/>
                </a:ext>
              </a:extLst>
            </p:cNvPr>
            <p:cNvSpPr/>
            <p:nvPr/>
          </p:nvSpPr>
          <p:spPr>
            <a:xfrm>
              <a:off x="4588682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0 w 18398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1" name="Freeform 3080">
              <a:extLst>
                <a:ext uri="{FF2B5EF4-FFF2-40B4-BE49-F238E27FC236}">
                  <a16:creationId xmlns:a16="http://schemas.microsoft.com/office/drawing/2014/main" id="{9516F6B5-D722-CA83-7CE1-1072CFBB98CF}"/>
                </a:ext>
              </a:extLst>
            </p:cNvPr>
            <p:cNvSpPr/>
            <p:nvPr/>
          </p:nvSpPr>
          <p:spPr>
            <a:xfrm>
              <a:off x="4607081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18406 w 18405"/>
                <a:gd name="csY3" fmla="*/ 0 h 697"/>
                <a:gd name="csX4" fmla="*/ 0 w 18405"/>
                <a:gd name="csY4" fmla="*/ 0 h 697"/>
                <a:gd name="csX5" fmla="*/ 0 w 18405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2" name="Freeform 3081">
              <a:extLst>
                <a:ext uri="{FF2B5EF4-FFF2-40B4-BE49-F238E27FC236}">
                  <a16:creationId xmlns:a16="http://schemas.microsoft.com/office/drawing/2014/main" id="{179BC8D0-7F2E-5474-A629-C00FCCB6CE6E}"/>
                </a:ext>
              </a:extLst>
            </p:cNvPr>
            <p:cNvSpPr/>
            <p:nvPr/>
          </p:nvSpPr>
          <p:spPr>
            <a:xfrm>
              <a:off x="4607081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0 w 18405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3" name="Freeform 3082">
              <a:extLst>
                <a:ext uri="{FF2B5EF4-FFF2-40B4-BE49-F238E27FC236}">
                  <a16:creationId xmlns:a16="http://schemas.microsoft.com/office/drawing/2014/main" id="{4FEB5974-9AAB-1CF7-2526-C582522CBB97}"/>
                </a:ext>
              </a:extLst>
            </p:cNvPr>
            <p:cNvSpPr/>
            <p:nvPr/>
          </p:nvSpPr>
          <p:spPr>
            <a:xfrm>
              <a:off x="4625486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18399 w 18398"/>
                <a:gd name="csY3" fmla="*/ 0 h 697"/>
                <a:gd name="csX4" fmla="*/ 0 w 18398"/>
                <a:gd name="csY4" fmla="*/ 0 h 697"/>
                <a:gd name="csX5" fmla="*/ 0 w 18398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4" name="Freeform 3083">
              <a:extLst>
                <a:ext uri="{FF2B5EF4-FFF2-40B4-BE49-F238E27FC236}">
                  <a16:creationId xmlns:a16="http://schemas.microsoft.com/office/drawing/2014/main" id="{32C8D35C-E177-E3F2-C284-3E3E53970673}"/>
                </a:ext>
              </a:extLst>
            </p:cNvPr>
            <p:cNvSpPr/>
            <p:nvPr/>
          </p:nvSpPr>
          <p:spPr>
            <a:xfrm>
              <a:off x="4625486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0 w 18398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5" name="Freeform 3084">
              <a:extLst>
                <a:ext uri="{FF2B5EF4-FFF2-40B4-BE49-F238E27FC236}">
                  <a16:creationId xmlns:a16="http://schemas.microsoft.com/office/drawing/2014/main" id="{9A3FF833-A841-AE0B-1066-091DDDA6DDA5}"/>
                </a:ext>
              </a:extLst>
            </p:cNvPr>
            <p:cNvSpPr/>
            <p:nvPr/>
          </p:nvSpPr>
          <p:spPr>
            <a:xfrm>
              <a:off x="4643885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18399 w 18398"/>
                <a:gd name="csY3" fmla="*/ 0 h 697"/>
                <a:gd name="csX4" fmla="*/ 0 w 18398"/>
                <a:gd name="csY4" fmla="*/ 0 h 697"/>
                <a:gd name="csX5" fmla="*/ 0 w 18398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6" name="Freeform 3085">
              <a:extLst>
                <a:ext uri="{FF2B5EF4-FFF2-40B4-BE49-F238E27FC236}">
                  <a16:creationId xmlns:a16="http://schemas.microsoft.com/office/drawing/2014/main" id="{B5CB0A38-5607-9FC2-6EEF-C8104C991385}"/>
                </a:ext>
              </a:extLst>
            </p:cNvPr>
            <p:cNvSpPr/>
            <p:nvPr/>
          </p:nvSpPr>
          <p:spPr>
            <a:xfrm>
              <a:off x="4643885" y="2688855"/>
              <a:ext cx="18398" cy="697"/>
            </a:xfrm>
            <a:custGeom>
              <a:avLst/>
              <a:gdLst>
                <a:gd name="csX0" fmla="*/ 0 w 18398"/>
                <a:gd name="csY0" fmla="*/ 0 h 697"/>
                <a:gd name="csX1" fmla="*/ 0 w 18398"/>
                <a:gd name="csY1" fmla="*/ 0 h 697"/>
                <a:gd name="csX2" fmla="*/ 18399 w 18398"/>
                <a:gd name="csY2" fmla="*/ 0 h 697"/>
                <a:gd name="csX3" fmla="*/ 0 w 18398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98" h="697">
                  <a:moveTo>
                    <a:pt x="0" y="0"/>
                  </a:moveTo>
                  <a:lnTo>
                    <a:pt x="0" y="0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7" name="Freeform 3086">
              <a:extLst>
                <a:ext uri="{FF2B5EF4-FFF2-40B4-BE49-F238E27FC236}">
                  <a16:creationId xmlns:a16="http://schemas.microsoft.com/office/drawing/2014/main" id="{A604B445-B1CD-FE69-9A7F-10D228338423}"/>
                </a:ext>
              </a:extLst>
            </p:cNvPr>
            <p:cNvSpPr/>
            <p:nvPr/>
          </p:nvSpPr>
          <p:spPr>
            <a:xfrm>
              <a:off x="4662283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18406 w 18405"/>
                <a:gd name="csY3" fmla="*/ 0 h 697"/>
                <a:gd name="csX4" fmla="*/ 0 w 18405"/>
                <a:gd name="csY4" fmla="*/ 0 h 697"/>
                <a:gd name="csX5" fmla="*/ 0 w 18405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8" name="Freeform 3087">
              <a:extLst>
                <a:ext uri="{FF2B5EF4-FFF2-40B4-BE49-F238E27FC236}">
                  <a16:creationId xmlns:a16="http://schemas.microsoft.com/office/drawing/2014/main" id="{1650A1FC-0962-3BBD-61DC-EEA99E7AE375}"/>
                </a:ext>
              </a:extLst>
            </p:cNvPr>
            <p:cNvSpPr/>
            <p:nvPr/>
          </p:nvSpPr>
          <p:spPr>
            <a:xfrm>
              <a:off x="4662283" y="2688855"/>
              <a:ext cx="18405" cy="697"/>
            </a:xfrm>
            <a:custGeom>
              <a:avLst/>
              <a:gdLst>
                <a:gd name="csX0" fmla="*/ 0 w 18405"/>
                <a:gd name="csY0" fmla="*/ 0 h 697"/>
                <a:gd name="csX1" fmla="*/ 0 w 18405"/>
                <a:gd name="csY1" fmla="*/ 0 h 697"/>
                <a:gd name="csX2" fmla="*/ 18406 w 18405"/>
                <a:gd name="csY2" fmla="*/ 0 h 697"/>
                <a:gd name="csX3" fmla="*/ 0 w 18405"/>
                <a:gd name="csY3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405" h="697">
                  <a:moveTo>
                    <a:pt x="0" y="0"/>
                  </a:moveTo>
                  <a:lnTo>
                    <a:pt x="0" y="0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89" name="Freeform 3088">
              <a:extLst>
                <a:ext uri="{FF2B5EF4-FFF2-40B4-BE49-F238E27FC236}">
                  <a16:creationId xmlns:a16="http://schemas.microsoft.com/office/drawing/2014/main" id="{CE53C071-2EF2-7B35-A720-7BE197A0F711}"/>
                </a:ext>
              </a:extLst>
            </p:cNvPr>
            <p:cNvSpPr/>
            <p:nvPr/>
          </p:nvSpPr>
          <p:spPr>
            <a:xfrm>
              <a:off x="4680689" y="2688702"/>
              <a:ext cx="18398" cy="153"/>
            </a:xfrm>
            <a:custGeom>
              <a:avLst/>
              <a:gdLst>
                <a:gd name="csX0" fmla="*/ 0 w 18398"/>
                <a:gd name="csY0" fmla="*/ 0 h 153"/>
                <a:gd name="csX1" fmla="*/ 0 w 18398"/>
                <a:gd name="csY1" fmla="*/ 154 h 153"/>
                <a:gd name="csX2" fmla="*/ 18399 w 18398"/>
                <a:gd name="csY2" fmla="*/ 154 h 153"/>
                <a:gd name="csX3" fmla="*/ 18399 w 18398"/>
                <a:gd name="csY3" fmla="*/ 0 h 153"/>
                <a:gd name="csX4" fmla="*/ 0 w 18398"/>
                <a:gd name="csY4" fmla="*/ 0 h 153"/>
                <a:gd name="csX5" fmla="*/ 0 w 18398"/>
                <a:gd name="csY5" fmla="*/ 0 h 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8" h="153">
                  <a:moveTo>
                    <a:pt x="0" y="0"/>
                  </a:moveTo>
                  <a:lnTo>
                    <a:pt x="0" y="154"/>
                  </a:lnTo>
                  <a:lnTo>
                    <a:pt x="18399" y="154"/>
                  </a:lnTo>
                  <a:lnTo>
                    <a:pt x="183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0" name="Freeform 3089">
              <a:extLst>
                <a:ext uri="{FF2B5EF4-FFF2-40B4-BE49-F238E27FC236}">
                  <a16:creationId xmlns:a16="http://schemas.microsoft.com/office/drawing/2014/main" id="{E4CB73BD-CC12-7012-FE15-AF3D93688022}"/>
                </a:ext>
              </a:extLst>
            </p:cNvPr>
            <p:cNvSpPr/>
            <p:nvPr/>
          </p:nvSpPr>
          <p:spPr>
            <a:xfrm>
              <a:off x="4680689" y="2688702"/>
              <a:ext cx="18398" cy="153"/>
            </a:xfrm>
            <a:custGeom>
              <a:avLst/>
              <a:gdLst>
                <a:gd name="csX0" fmla="*/ 0 w 18398"/>
                <a:gd name="csY0" fmla="*/ 0 h 153"/>
                <a:gd name="csX1" fmla="*/ 0 w 18398"/>
                <a:gd name="csY1" fmla="*/ 154 h 153"/>
                <a:gd name="csX2" fmla="*/ 18399 w 18398"/>
                <a:gd name="csY2" fmla="*/ 154 h 153"/>
                <a:gd name="csX3" fmla="*/ 18399 w 18398"/>
                <a:gd name="csY3" fmla="*/ 0 h 153"/>
                <a:gd name="csX4" fmla="*/ 0 w 18398"/>
                <a:gd name="csY4" fmla="*/ 0 h 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398" h="153">
                  <a:moveTo>
                    <a:pt x="0" y="0"/>
                  </a:moveTo>
                  <a:lnTo>
                    <a:pt x="0" y="154"/>
                  </a:lnTo>
                  <a:lnTo>
                    <a:pt x="18399" y="154"/>
                  </a:lnTo>
                  <a:lnTo>
                    <a:pt x="18399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1" name="Freeform 3090">
              <a:extLst>
                <a:ext uri="{FF2B5EF4-FFF2-40B4-BE49-F238E27FC236}">
                  <a16:creationId xmlns:a16="http://schemas.microsoft.com/office/drawing/2014/main" id="{7CD490B4-EB30-B8AC-3670-63FE4F5B44EF}"/>
                </a:ext>
              </a:extLst>
            </p:cNvPr>
            <p:cNvSpPr/>
            <p:nvPr/>
          </p:nvSpPr>
          <p:spPr>
            <a:xfrm>
              <a:off x="4699087" y="2688723"/>
              <a:ext cx="18405" cy="132"/>
            </a:xfrm>
            <a:custGeom>
              <a:avLst/>
              <a:gdLst>
                <a:gd name="csX0" fmla="*/ 0 w 18405"/>
                <a:gd name="csY0" fmla="*/ 0 h 132"/>
                <a:gd name="csX1" fmla="*/ 0 w 18405"/>
                <a:gd name="csY1" fmla="*/ 133 h 132"/>
                <a:gd name="csX2" fmla="*/ 18406 w 18405"/>
                <a:gd name="csY2" fmla="*/ 133 h 132"/>
                <a:gd name="csX3" fmla="*/ 18406 w 18405"/>
                <a:gd name="csY3" fmla="*/ 0 h 132"/>
                <a:gd name="csX4" fmla="*/ 0 w 18405"/>
                <a:gd name="csY4" fmla="*/ 0 h 132"/>
                <a:gd name="csX5" fmla="*/ 0 w 18405"/>
                <a:gd name="csY5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405" h="132">
                  <a:moveTo>
                    <a:pt x="0" y="0"/>
                  </a:moveTo>
                  <a:lnTo>
                    <a:pt x="0" y="133"/>
                  </a:lnTo>
                  <a:lnTo>
                    <a:pt x="18406" y="133"/>
                  </a:lnTo>
                  <a:lnTo>
                    <a:pt x="1840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2" name="Freeform 3091">
              <a:extLst>
                <a:ext uri="{FF2B5EF4-FFF2-40B4-BE49-F238E27FC236}">
                  <a16:creationId xmlns:a16="http://schemas.microsoft.com/office/drawing/2014/main" id="{FB318133-7261-A9BD-F83F-20D6946A5907}"/>
                </a:ext>
              </a:extLst>
            </p:cNvPr>
            <p:cNvSpPr/>
            <p:nvPr/>
          </p:nvSpPr>
          <p:spPr>
            <a:xfrm>
              <a:off x="4699087" y="2688723"/>
              <a:ext cx="18405" cy="132"/>
            </a:xfrm>
            <a:custGeom>
              <a:avLst/>
              <a:gdLst>
                <a:gd name="csX0" fmla="*/ 0 w 18405"/>
                <a:gd name="csY0" fmla="*/ 0 h 132"/>
                <a:gd name="csX1" fmla="*/ 0 w 18405"/>
                <a:gd name="csY1" fmla="*/ 133 h 132"/>
                <a:gd name="csX2" fmla="*/ 18406 w 18405"/>
                <a:gd name="csY2" fmla="*/ 133 h 132"/>
                <a:gd name="csX3" fmla="*/ 18406 w 18405"/>
                <a:gd name="csY3" fmla="*/ 0 h 132"/>
                <a:gd name="csX4" fmla="*/ 0 w 18405"/>
                <a:gd name="csY4" fmla="*/ 0 h 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405" h="132">
                  <a:moveTo>
                    <a:pt x="0" y="0"/>
                  </a:moveTo>
                  <a:lnTo>
                    <a:pt x="0" y="133"/>
                  </a:lnTo>
                  <a:lnTo>
                    <a:pt x="18406" y="133"/>
                  </a:lnTo>
                  <a:lnTo>
                    <a:pt x="18406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3" name="Oval 3092">
              <a:extLst>
                <a:ext uri="{FF2B5EF4-FFF2-40B4-BE49-F238E27FC236}">
                  <a16:creationId xmlns:a16="http://schemas.microsoft.com/office/drawing/2014/main" id="{A6AFF195-6F6A-B4E1-D4FD-AB910F1D6DF5}"/>
                </a:ext>
              </a:extLst>
            </p:cNvPr>
            <p:cNvSpPr/>
            <p:nvPr/>
          </p:nvSpPr>
          <p:spPr>
            <a:xfrm>
              <a:off x="3584395" y="268249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4" name="Oval 3093">
              <a:extLst>
                <a:ext uri="{FF2B5EF4-FFF2-40B4-BE49-F238E27FC236}">
                  <a16:creationId xmlns:a16="http://schemas.microsoft.com/office/drawing/2014/main" id="{4963B468-C597-EF9A-CFD5-6A95743945BC}"/>
                </a:ext>
              </a:extLst>
            </p:cNvPr>
            <p:cNvSpPr/>
            <p:nvPr/>
          </p:nvSpPr>
          <p:spPr>
            <a:xfrm>
              <a:off x="3602796" y="266665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5" name="Oval 3094">
              <a:extLst>
                <a:ext uri="{FF2B5EF4-FFF2-40B4-BE49-F238E27FC236}">
                  <a16:creationId xmlns:a16="http://schemas.microsoft.com/office/drawing/2014/main" id="{D1EA3104-F09E-67AB-ED2E-6E0B70D3F9F8}"/>
                </a:ext>
              </a:extLst>
            </p:cNvPr>
            <p:cNvSpPr/>
            <p:nvPr/>
          </p:nvSpPr>
          <p:spPr>
            <a:xfrm>
              <a:off x="3621198" y="262411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6" name="Oval 3095">
              <a:extLst>
                <a:ext uri="{FF2B5EF4-FFF2-40B4-BE49-F238E27FC236}">
                  <a16:creationId xmlns:a16="http://schemas.microsoft.com/office/drawing/2014/main" id="{873DD90A-3A24-C43C-F231-CF7A4FDA6CC2}"/>
                </a:ext>
              </a:extLst>
            </p:cNvPr>
            <p:cNvSpPr/>
            <p:nvPr/>
          </p:nvSpPr>
          <p:spPr>
            <a:xfrm>
              <a:off x="3639600" y="254042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7" name="Oval 3096">
              <a:extLst>
                <a:ext uri="{FF2B5EF4-FFF2-40B4-BE49-F238E27FC236}">
                  <a16:creationId xmlns:a16="http://schemas.microsoft.com/office/drawing/2014/main" id="{BDA1777C-AF3D-96D7-27E9-17969964BB85}"/>
                </a:ext>
              </a:extLst>
            </p:cNvPr>
            <p:cNvSpPr/>
            <p:nvPr/>
          </p:nvSpPr>
          <p:spPr>
            <a:xfrm>
              <a:off x="3658002" y="241238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8" name="Oval 3097">
              <a:extLst>
                <a:ext uri="{FF2B5EF4-FFF2-40B4-BE49-F238E27FC236}">
                  <a16:creationId xmlns:a16="http://schemas.microsoft.com/office/drawing/2014/main" id="{25304975-3656-9C41-D06A-517D62B7CD17}"/>
                </a:ext>
              </a:extLst>
            </p:cNvPr>
            <p:cNvSpPr/>
            <p:nvPr/>
          </p:nvSpPr>
          <p:spPr>
            <a:xfrm>
              <a:off x="3676403" y="225440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099" name="Oval 3098">
              <a:extLst>
                <a:ext uri="{FF2B5EF4-FFF2-40B4-BE49-F238E27FC236}">
                  <a16:creationId xmlns:a16="http://schemas.microsoft.com/office/drawing/2014/main" id="{C6EA8EFB-3760-8BD6-F3C7-6CEA14C2B59C}"/>
                </a:ext>
              </a:extLst>
            </p:cNvPr>
            <p:cNvSpPr/>
            <p:nvPr/>
          </p:nvSpPr>
          <p:spPr>
            <a:xfrm>
              <a:off x="3694804" y="209104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0" name="Oval 3099">
              <a:extLst>
                <a:ext uri="{FF2B5EF4-FFF2-40B4-BE49-F238E27FC236}">
                  <a16:creationId xmlns:a16="http://schemas.microsoft.com/office/drawing/2014/main" id="{AE7C73D4-BEAC-1DCB-EEA0-D9D790094C4A}"/>
                </a:ext>
              </a:extLst>
            </p:cNvPr>
            <p:cNvSpPr/>
            <p:nvPr/>
          </p:nvSpPr>
          <p:spPr>
            <a:xfrm>
              <a:off x="3713206" y="195239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1" name="Oval 3100">
              <a:extLst>
                <a:ext uri="{FF2B5EF4-FFF2-40B4-BE49-F238E27FC236}">
                  <a16:creationId xmlns:a16="http://schemas.microsoft.com/office/drawing/2014/main" id="{273691E4-E665-7EC5-67D7-7EA5A45D6B65}"/>
                </a:ext>
              </a:extLst>
            </p:cNvPr>
            <p:cNvSpPr/>
            <p:nvPr/>
          </p:nvSpPr>
          <p:spPr>
            <a:xfrm>
              <a:off x="3731608" y="184840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2" name="Oval 3101">
              <a:extLst>
                <a:ext uri="{FF2B5EF4-FFF2-40B4-BE49-F238E27FC236}">
                  <a16:creationId xmlns:a16="http://schemas.microsoft.com/office/drawing/2014/main" id="{0EACEDF0-493C-1A3C-3486-62B6B3AE8A55}"/>
                </a:ext>
              </a:extLst>
            </p:cNvPr>
            <p:cNvSpPr/>
            <p:nvPr/>
          </p:nvSpPr>
          <p:spPr>
            <a:xfrm>
              <a:off x="3750009" y="180052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3" name="Oval 3102">
              <a:extLst>
                <a:ext uri="{FF2B5EF4-FFF2-40B4-BE49-F238E27FC236}">
                  <a16:creationId xmlns:a16="http://schemas.microsoft.com/office/drawing/2014/main" id="{C89C526C-1084-6365-5996-86C69CC6277A}"/>
                </a:ext>
              </a:extLst>
            </p:cNvPr>
            <p:cNvSpPr/>
            <p:nvPr/>
          </p:nvSpPr>
          <p:spPr>
            <a:xfrm>
              <a:off x="3768411" y="178438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4" name="Oval 3103">
              <a:extLst>
                <a:ext uri="{FF2B5EF4-FFF2-40B4-BE49-F238E27FC236}">
                  <a16:creationId xmlns:a16="http://schemas.microsoft.com/office/drawing/2014/main" id="{05C8F00B-2248-09C7-74A9-119AC6BDE145}"/>
                </a:ext>
              </a:extLst>
            </p:cNvPr>
            <p:cNvSpPr/>
            <p:nvPr/>
          </p:nvSpPr>
          <p:spPr>
            <a:xfrm>
              <a:off x="3786813" y="180582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5" name="Oval 3104">
              <a:extLst>
                <a:ext uri="{FF2B5EF4-FFF2-40B4-BE49-F238E27FC236}">
                  <a16:creationId xmlns:a16="http://schemas.microsoft.com/office/drawing/2014/main" id="{B3F3FBFD-132F-FB54-4FF9-6C5DF6C54D97}"/>
                </a:ext>
              </a:extLst>
            </p:cNvPr>
            <p:cNvSpPr/>
            <p:nvPr/>
          </p:nvSpPr>
          <p:spPr>
            <a:xfrm>
              <a:off x="3805215" y="185530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6" name="Oval 3105">
              <a:extLst>
                <a:ext uri="{FF2B5EF4-FFF2-40B4-BE49-F238E27FC236}">
                  <a16:creationId xmlns:a16="http://schemas.microsoft.com/office/drawing/2014/main" id="{90DAD13E-3971-E788-74C6-92112D009596}"/>
                </a:ext>
              </a:extLst>
            </p:cNvPr>
            <p:cNvSpPr/>
            <p:nvPr/>
          </p:nvSpPr>
          <p:spPr>
            <a:xfrm>
              <a:off x="3823616" y="193656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7" name="Oval 3106">
              <a:extLst>
                <a:ext uri="{FF2B5EF4-FFF2-40B4-BE49-F238E27FC236}">
                  <a16:creationId xmlns:a16="http://schemas.microsoft.com/office/drawing/2014/main" id="{E8D0656C-372C-AB33-FDA5-A32FCEF2FFE1}"/>
                </a:ext>
              </a:extLst>
            </p:cNvPr>
            <p:cNvSpPr/>
            <p:nvPr/>
          </p:nvSpPr>
          <p:spPr>
            <a:xfrm>
              <a:off x="3842017" y="199772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8" name="Oval 3107">
              <a:extLst>
                <a:ext uri="{FF2B5EF4-FFF2-40B4-BE49-F238E27FC236}">
                  <a16:creationId xmlns:a16="http://schemas.microsoft.com/office/drawing/2014/main" id="{12557A3E-CC69-9698-E56F-CF33452026C1}"/>
                </a:ext>
              </a:extLst>
            </p:cNvPr>
            <p:cNvSpPr/>
            <p:nvPr/>
          </p:nvSpPr>
          <p:spPr>
            <a:xfrm>
              <a:off x="3860419" y="208851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09" name="Oval 3108">
              <a:extLst>
                <a:ext uri="{FF2B5EF4-FFF2-40B4-BE49-F238E27FC236}">
                  <a16:creationId xmlns:a16="http://schemas.microsoft.com/office/drawing/2014/main" id="{0097F8D5-CBBB-1BC5-F93C-EA55EEFDD4AD}"/>
                </a:ext>
              </a:extLst>
            </p:cNvPr>
            <p:cNvSpPr/>
            <p:nvPr/>
          </p:nvSpPr>
          <p:spPr>
            <a:xfrm>
              <a:off x="3878821" y="215798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0" name="Oval 3109">
              <a:extLst>
                <a:ext uri="{FF2B5EF4-FFF2-40B4-BE49-F238E27FC236}">
                  <a16:creationId xmlns:a16="http://schemas.microsoft.com/office/drawing/2014/main" id="{882930B6-10D0-3F2A-637A-FB08D0B90BB1}"/>
                </a:ext>
              </a:extLst>
            </p:cNvPr>
            <p:cNvSpPr/>
            <p:nvPr/>
          </p:nvSpPr>
          <p:spPr>
            <a:xfrm>
              <a:off x="3897222" y="222422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1" name="Oval 3110">
              <a:extLst>
                <a:ext uri="{FF2B5EF4-FFF2-40B4-BE49-F238E27FC236}">
                  <a16:creationId xmlns:a16="http://schemas.microsoft.com/office/drawing/2014/main" id="{0DF95B47-9E77-305F-CD42-3C8D3AEC513C}"/>
                </a:ext>
              </a:extLst>
            </p:cNvPr>
            <p:cNvSpPr/>
            <p:nvPr/>
          </p:nvSpPr>
          <p:spPr>
            <a:xfrm>
              <a:off x="3915624" y="227250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2" name="Oval 3111">
              <a:extLst>
                <a:ext uri="{FF2B5EF4-FFF2-40B4-BE49-F238E27FC236}">
                  <a16:creationId xmlns:a16="http://schemas.microsoft.com/office/drawing/2014/main" id="{04D3BC67-517A-C0B1-07C0-D9EC127F81CB}"/>
                </a:ext>
              </a:extLst>
            </p:cNvPr>
            <p:cNvSpPr/>
            <p:nvPr/>
          </p:nvSpPr>
          <p:spPr>
            <a:xfrm>
              <a:off x="3934026" y="233350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3" name="Oval 3112">
              <a:extLst>
                <a:ext uri="{FF2B5EF4-FFF2-40B4-BE49-F238E27FC236}">
                  <a16:creationId xmlns:a16="http://schemas.microsoft.com/office/drawing/2014/main" id="{3F47F827-57F4-AA51-8A6C-170AE148B24D}"/>
                </a:ext>
              </a:extLst>
            </p:cNvPr>
            <p:cNvSpPr/>
            <p:nvPr/>
          </p:nvSpPr>
          <p:spPr>
            <a:xfrm>
              <a:off x="3952428" y="237593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4" name="Oval 3113">
              <a:extLst>
                <a:ext uri="{FF2B5EF4-FFF2-40B4-BE49-F238E27FC236}">
                  <a16:creationId xmlns:a16="http://schemas.microsoft.com/office/drawing/2014/main" id="{6766E78A-C3C0-5595-F72B-56E7C25E10E9}"/>
                </a:ext>
              </a:extLst>
            </p:cNvPr>
            <p:cNvSpPr/>
            <p:nvPr/>
          </p:nvSpPr>
          <p:spPr>
            <a:xfrm>
              <a:off x="3970829" y="242645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5" name="Oval 3114">
              <a:extLst>
                <a:ext uri="{FF2B5EF4-FFF2-40B4-BE49-F238E27FC236}">
                  <a16:creationId xmlns:a16="http://schemas.microsoft.com/office/drawing/2014/main" id="{585DE298-559A-F109-6D35-B4C2B9954403}"/>
                </a:ext>
              </a:extLst>
            </p:cNvPr>
            <p:cNvSpPr/>
            <p:nvPr/>
          </p:nvSpPr>
          <p:spPr>
            <a:xfrm>
              <a:off x="3989230" y="245421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6" name="Oval 3115">
              <a:extLst>
                <a:ext uri="{FF2B5EF4-FFF2-40B4-BE49-F238E27FC236}">
                  <a16:creationId xmlns:a16="http://schemas.microsoft.com/office/drawing/2014/main" id="{81185298-57CF-6A84-6165-ACB97CA37317}"/>
                </a:ext>
              </a:extLst>
            </p:cNvPr>
            <p:cNvSpPr/>
            <p:nvPr/>
          </p:nvSpPr>
          <p:spPr>
            <a:xfrm>
              <a:off x="4007632" y="248557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7" name="Oval 3116">
              <a:extLst>
                <a:ext uri="{FF2B5EF4-FFF2-40B4-BE49-F238E27FC236}">
                  <a16:creationId xmlns:a16="http://schemas.microsoft.com/office/drawing/2014/main" id="{AC5C877A-0447-D8DB-2829-1D1E46A7D06D}"/>
                </a:ext>
              </a:extLst>
            </p:cNvPr>
            <p:cNvSpPr/>
            <p:nvPr/>
          </p:nvSpPr>
          <p:spPr>
            <a:xfrm>
              <a:off x="4026034" y="253656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8" name="Oval 3117">
              <a:extLst>
                <a:ext uri="{FF2B5EF4-FFF2-40B4-BE49-F238E27FC236}">
                  <a16:creationId xmlns:a16="http://schemas.microsoft.com/office/drawing/2014/main" id="{9EE7F3CD-1806-68BD-1398-7E113C7B023C}"/>
                </a:ext>
              </a:extLst>
            </p:cNvPr>
            <p:cNvSpPr/>
            <p:nvPr/>
          </p:nvSpPr>
          <p:spPr>
            <a:xfrm>
              <a:off x="4044435" y="255509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19" name="Oval 3118">
              <a:extLst>
                <a:ext uri="{FF2B5EF4-FFF2-40B4-BE49-F238E27FC236}">
                  <a16:creationId xmlns:a16="http://schemas.microsoft.com/office/drawing/2014/main" id="{6D103781-8E2F-FEA8-3564-D404011A7B0C}"/>
                </a:ext>
              </a:extLst>
            </p:cNvPr>
            <p:cNvSpPr/>
            <p:nvPr/>
          </p:nvSpPr>
          <p:spPr>
            <a:xfrm>
              <a:off x="4062837" y="257008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0" name="Oval 3119">
              <a:extLst>
                <a:ext uri="{FF2B5EF4-FFF2-40B4-BE49-F238E27FC236}">
                  <a16:creationId xmlns:a16="http://schemas.microsoft.com/office/drawing/2014/main" id="{E721B314-529E-32F4-321B-C448ED238EBA}"/>
                </a:ext>
              </a:extLst>
            </p:cNvPr>
            <p:cNvSpPr/>
            <p:nvPr/>
          </p:nvSpPr>
          <p:spPr>
            <a:xfrm>
              <a:off x="4081239" y="259976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1" name="Oval 3120">
              <a:extLst>
                <a:ext uri="{FF2B5EF4-FFF2-40B4-BE49-F238E27FC236}">
                  <a16:creationId xmlns:a16="http://schemas.microsoft.com/office/drawing/2014/main" id="{F5B983AF-1B95-FFEF-B7BD-89AE24A3FA49}"/>
                </a:ext>
              </a:extLst>
            </p:cNvPr>
            <p:cNvSpPr/>
            <p:nvPr/>
          </p:nvSpPr>
          <p:spPr>
            <a:xfrm>
              <a:off x="4099641" y="260392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2" name="Oval 3121">
              <a:extLst>
                <a:ext uri="{FF2B5EF4-FFF2-40B4-BE49-F238E27FC236}">
                  <a16:creationId xmlns:a16="http://schemas.microsoft.com/office/drawing/2014/main" id="{63D27C7C-B338-5182-0CD4-1A8A96A8F444}"/>
                </a:ext>
              </a:extLst>
            </p:cNvPr>
            <p:cNvSpPr/>
            <p:nvPr/>
          </p:nvSpPr>
          <p:spPr>
            <a:xfrm>
              <a:off x="4118039" y="260361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3" name="Oval 3122">
              <a:extLst>
                <a:ext uri="{FF2B5EF4-FFF2-40B4-BE49-F238E27FC236}">
                  <a16:creationId xmlns:a16="http://schemas.microsoft.com/office/drawing/2014/main" id="{F6923E99-7E25-44D3-781C-C422F18CD396}"/>
                </a:ext>
              </a:extLst>
            </p:cNvPr>
            <p:cNvSpPr/>
            <p:nvPr/>
          </p:nvSpPr>
          <p:spPr>
            <a:xfrm>
              <a:off x="4136444" y="261582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4" name="Oval 3123">
              <a:extLst>
                <a:ext uri="{FF2B5EF4-FFF2-40B4-BE49-F238E27FC236}">
                  <a16:creationId xmlns:a16="http://schemas.microsoft.com/office/drawing/2014/main" id="{DE44B112-918A-82F0-BF2A-46CFA88BCCA4}"/>
                </a:ext>
              </a:extLst>
            </p:cNvPr>
            <p:cNvSpPr/>
            <p:nvPr/>
          </p:nvSpPr>
          <p:spPr>
            <a:xfrm>
              <a:off x="4154843" y="263739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5" name="Oval 3124">
              <a:extLst>
                <a:ext uri="{FF2B5EF4-FFF2-40B4-BE49-F238E27FC236}">
                  <a16:creationId xmlns:a16="http://schemas.microsoft.com/office/drawing/2014/main" id="{B401555E-8E74-3424-D616-88DD7C469B01}"/>
                </a:ext>
              </a:extLst>
            </p:cNvPr>
            <p:cNvSpPr/>
            <p:nvPr/>
          </p:nvSpPr>
          <p:spPr>
            <a:xfrm>
              <a:off x="4173248" y="264315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6" name="Oval 3125">
              <a:extLst>
                <a:ext uri="{FF2B5EF4-FFF2-40B4-BE49-F238E27FC236}">
                  <a16:creationId xmlns:a16="http://schemas.microsoft.com/office/drawing/2014/main" id="{10C0A430-042B-B9FA-A00F-B2B156991657}"/>
                </a:ext>
              </a:extLst>
            </p:cNvPr>
            <p:cNvSpPr/>
            <p:nvPr/>
          </p:nvSpPr>
          <p:spPr>
            <a:xfrm>
              <a:off x="4191647" y="265263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7" name="Oval 3126">
              <a:extLst>
                <a:ext uri="{FF2B5EF4-FFF2-40B4-BE49-F238E27FC236}">
                  <a16:creationId xmlns:a16="http://schemas.microsoft.com/office/drawing/2014/main" id="{B6592470-7995-3B2D-A728-05749D654766}"/>
                </a:ext>
              </a:extLst>
            </p:cNvPr>
            <p:cNvSpPr/>
            <p:nvPr/>
          </p:nvSpPr>
          <p:spPr>
            <a:xfrm>
              <a:off x="4210052" y="265389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8" name="Oval 3127">
              <a:extLst>
                <a:ext uri="{FF2B5EF4-FFF2-40B4-BE49-F238E27FC236}">
                  <a16:creationId xmlns:a16="http://schemas.microsoft.com/office/drawing/2014/main" id="{140257E1-5718-787B-7B57-35AEB5D7C901}"/>
                </a:ext>
              </a:extLst>
            </p:cNvPr>
            <p:cNvSpPr/>
            <p:nvPr/>
          </p:nvSpPr>
          <p:spPr>
            <a:xfrm>
              <a:off x="4228451" y="266867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29" name="Oval 3128">
              <a:extLst>
                <a:ext uri="{FF2B5EF4-FFF2-40B4-BE49-F238E27FC236}">
                  <a16:creationId xmlns:a16="http://schemas.microsoft.com/office/drawing/2014/main" id="{CE5EA8E7-21FD-099B-4359-56CA42C89FA6}"/>
                </a:ext>
              </a:extLst>
            </p:cNvPr>
            <p:cNvSpPr/>
            <p:nvPr/>
          </p:nvSpPr>
          <p:spPr>
            <a:xfrm>
              <a:off x="4246857" y="266902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0" name="Oval 3129">
              <a:extLst>
                <a:ext uri="{FF2B5EF4-FFF2-40B4-BE49-F238E27FC236}">
                  <a16:creationId xmlns:a16="http://schemas.microsoft.com/office/drawing/2014/main" id="{DB3A4926-68E3-248F-B666-7C444F9BED94}"/>
                </a:ext>
              </a:extLst>
            </p:cNvPr>
            <p:cNvSpPr/>
            <p:nvPr/>
          </p:nvSpPr>
          <p:spPr>
            <a:xfrm>
              <a:off x="4265255" y="266719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1" name="Oval 3130">
              <a:extLst>
                <a:ext uri="{FF2B5EF4-FFF2-40B4-BE49-F238E27FC236}">
                  <a16:creationId xmlns:a16="http://schemas.microsoft.com/office/drawing/2014/main" id="{4107F013-B304-2413-C218-4B98D97D38C3}"/>
                </a:ext>
              </a:extLst>
            </p:cNvPr>
            <p:cNvSpPr/>
            <p:nvPr/>
          </p:nvSpPr>
          <p:spPr>
            <a:xfrm>
              <a:off x="4283654" y="266807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2" name="Oval 3131">
              <a:extLst>
                <a:ext uri="{FF2B5EF4-FFF2-40B4-BE49-F238E27FC236}">
                  <a16:creationId xmlns:a16="http://schemas.microsoft.com/office/drawing/2014/main" id="{DAC61130-77BB-6E21-479A-49C6394CEFED}"/>
                </a:ext>
              </a:extLst>
            </p:cNvPr>
            <p:cNvSpPr/>
            <p:nvPr/>
          </p:nvSpPr>
          <p:spPr>
            <a:xfrm>
              <a:off x="4302059" y="267570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3" name="Oval 3132">
              <a:extLst>
                <a:ext uri="{FF2B5EF4-FFF2-40B4-BE49-F238E27FC236}">
                  <a16:creationId xmlns:a16="http://schemas.microsoft.com/office/drawing/2014/main" id="{0AACDAA4-A2F5-8453-38A4-BD48494840DF}"/>
                </a:ext>
              </a:extLst>
            </p:cNvPr>
            <p:cNvSpPr/>
            <p:nvPr/>
          </p:nvSpPr>
          <p:spPr>
            <a:xfrm>
              <a:off x="4320458" y="267308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4" name="Oval 3133">
              <a:extLst>
                <a:ext uri="{FF2B5EF4-FFF2-40B4-BE49-F238E27FC236}">
                  <a16:creationId xmlns:a16="http://schemas.microsoft.com/office/drawing/2014/main" id="{B0F18532-80A7-DB1F-523D-F4D3A2AEE4FB}"/>
                </a:ext>
              </a:extLst>
            </p:cNvPr>
            <p:cNvSpPr/>
            <p:nvPr/>
          </p:nvSpPr>
          <p:spPr>
            <a:xfrm>
              <a:off x="4338863" y="267838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5" name="Oval 3134">
              <a:extLst>
                <a:ext uri="{FF2B5EF4-FFF2-40B4-BE49-F238E27FC236}">
                  <a16:creationId xmlns:a16="http://schemas.microsoft.com/office/drawing/2014/main" id="{645B995F-22B7-17DB-F85D-FD09D9ACE9AA}"/>
                </a:ext>
              </a:extLst>
            </p:cNvPr>
            <p:cNvSpPr/>
            <p:nvPr/>
          </p:nvSpPr>
          <p:spPr>
            <a:xfrm>
              <a:off x="4357262" y="268240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6" name="Oval 3135">
              <a:extLst>
                <a:ext uri="{FF2B5EF4-FFF2-40B4-BE49-F238E27FC236}">
                  <a16:creationId xmlns:a16="http://schemas.microsoft.com/office/drawing/2014/main" id="{76B0564F-F1BD-2BC9-6D52-3B77883A9B67}"/>
                </a:ext>
              </a:extLst>
            </p:cNvPr>
            <p:cNvSpPr/>
            <p:nvPr/>
          </p:nvSpPr>
          <p:spPr>
            <a:xfrm>
              <a:off x="4375668" y="268378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7" name="Oval 3136">
              <a:extLst>
                <a:ext uri="{FF2B5EF4-FFF2-40B4-BE49-F238E27FC236}">
                  <a16:creationId xmlns:a16="http://schemas.microsoft.com/office/drawing/2014/main" id="{3BB96964-B21C-060F-F291-9868BEC78E91}"/>
                </a:ext>
              </a:extLst>
            </p:cNvPr>
            <p:cNvSpPr/>
            <p:nvPr/>
          </p:nvSpPr>
          <p:spPr>
            <a:xfrm>
              <a:off x="4394066" y="268033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8" name="Oval 3137">
              <a:extLst>
                <a:ext uri="{FF2B5EF4-FFF2-40B4-BE49-F238E27FC236}">
                  <a16:creationId xmlns:a16="http://schemas.microsoft.com/office/drawing/2014/main" id="{8C9C468A-1799-F510-1B1B-273E3FDA6F01}"/>
                </a:ext>
              </a:extLst>
            </p:cNvPr>
            <p:cNvSpPr/>
            <p:nvPr/>
          </p:nvSpPr>
          <p:spPr>
            <a:xfrm>
              <a:off x="4412465" y="268635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39" name="Oval 3138">
              <a:extLst>
                <a:ext uri="{FF2B5EF4-FFF2-40B4-BE49-F238E27FC236}">
                  <a16:creationId xmlns:a16="http://schemas.microsoft.com/office/drawing/2014/main" id="{3BDE027D-2BA7-02E1-AE4C-B990AFD62268}"/>
                </a:ext>
              </a:extLst>
            </p:cNvPr>
            <p:cNvSpPr/>
            <p:nvPr/>
          </p:nvSpPr>
          <p:spPr>
            <a:xfrm>
              <a:off x="4430870" y="268323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0" name="Oval 3139">
              <a:extLst>
                <a:ext uri="{FF2B5EF4-FFF2-40B4-BE49-F238E27FC236}">
                  <a16:creationId xmlns:a16="http://schemas.microsoft.com/office/drawing/2014/main" id="{8A496E2C-EC7B-D90F-A8E1-E01624FF5AD8}"/>
                </a:ext>
              </a:extLst>
            </p:cNvPr>
            <p:cNvSpPr/>
            <p:nvPr/>
          </p:nvSpPr>
          <p:spPr>
            <a:xfrm>
              <a:off x="4449269" y="268645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1" name="Oval 3140">
              <a:extLst>
                <a:ext uri="{FF2B5EF4-FFF2-40B4-BE49-F238E27FC236}">
                  <a16:creationId xmlns:a16="http://schemas.microsoft.com/office/drawing/2014/main" id="{20672944-EAD0-12DC-A52F-2653E497B7B0}"/>
                </a:ext>
              </a:extLst>
            </p:cNvPr>
            <p:cNvSpPr/>
            <p:nvPr/>
          </p:nvSpPr>
          <p:spPr>
            <a:xfrm>
              <a:off x="4467674" y="268654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2" name="Oval 3141">
              <a:extLst>
                <a:ext uri="{FF2B5EF4-FFF2-40B4-BE49-F238E27FC236}">
                  <a16:creationId xmlns:a16="http://schemas.microsoft.com/office/drawing/2014/main" id="{F492D6B8-8486-9139-0895-32DE0D81C75B}"/>
                </a:ext>
              </a:extLst>
            </p:cNvPr>
            <p:cNvSpPr/>
            <p:nvPr/>
          </p:nvSpPr>
          <p:spPr>
            <a:xfrm>
              <a:off x="4486073" y="268659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3" name="Oval 3142">
              <a:extLst>
                <a:ext uri="{FF2B5EF4-FFF2-40B4-BE49-F238E27FC236}">
                  <a16:creationId xmlns:a16="http://schemas.microsoft.com/office/drawing/2014/main" id="{D38987B6-13EC-3D07-D596-0424ACE01791}"/>
                </a:ext>
              </a:extLst>
            </p:cNvPr>
            <p:cNvSpPr/>
            <p:nvPr/>
          </p:nvSpPr>
          <p:spPr>
            <a:xfrm>
              <a:off x="4504479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4" name="Oval 3143">
              <a:extLst>
                <a:ext uri="{FF2B5EF4-FFF2-40B4-BE49-F238E27FC236}">
                  <a16:creationId xmlns:a16="http://schemas.microsoft.com/office/drawing/2014/main" id="{A02D7FE4-1821-F504-FDC0-481F9EE78778}"/>
                </a:ext>
              </a:extLst>
            </p:cNvPr>
            <p:cNvSpPr/>
            <p:nvPr/>
          </p:nvSpPr>
          <p:spPr>
            <a:xfrm>
              <a:off x="4522877" y="268674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5" name="Oval 3144">
              <a:extLst>
                <a:ext uri="{FF2B5EF4-FFF2-40B4-BE49-F238E27FC236}">
                  <a16:creationId xmlns:a16="http://schemas.microsoft.com/office/drawing/2014/main" id="{A5E02925-6E30-01FC-0A89-E3086D11985D}"/>
                </a:ext>
              </a:extLst>
            </p:cNvPr>
            <p:cNvSpPr/>
            <p:nvPr/>
          </p:nvSpPr>
          <p:spPr>
            <a:xfrm>
              <a:off x="4541283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6" name="Oval 3145">
              <a:extLst>
                <a:ext uri="{FF2B5EF4-FFF2-40B4-BE49-F238E27FC236}">
                  <a16:creationId xmlns:a16="http://schemas.microsoft.com/office/drawing/2014/main" id="{9F0E7FF3-3345-0687-DE3A-FD55A065CEC5}"/>
                </a:ext>
              </a:extLst>
            </p:cNvPr>
            <p:cNvSpPr/>
            <p:nvPr/>
          </p:nvSpPr>
          <p:spPr>
            <a:xfrm>
              <a:off x="4559681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7" name="Oval 3146">
              <a:extLst>
                <a:ext uri="{FF2B5EF4-FFF2-40B4-BE49-F238E27FC236}">
                  <a16:creationId xmlns:a16="http://schemas.microsoft.com/office/drawing/2014/main" id="{9496BF23-52B2-C701-E524-281BC31B3177}"/>
                </a:ext>
              </a:extLst>
            </p:cNvPr>
            <p:cNvSpPr/>
            <p:nvPr/>
          </p:nvSpPr>
          <p:spPr>
            <a:xfrm>
              <a:off x="4578080" y="268655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8" name="Oval 3147">
              <a:extLst>
                <a:ext uri="{FF2B5EF4-FFF2-40B4-BE49-F238E27FC236}">
                  <a16:creationId xmlns:a16="http://schemas.microsoft.com/office/drawing/2014/main" id="{8AC60D37-750F-D099-A0F8-F0B33920B1E9}"/>
                </a:ext>
              </a:extLst>
            </p:cNvPr>
            <p:cNvSpPr/>
            <p:nvPr/>
          </p:nvSpPr>
          <p:spPr>
            <a:xfrm>
              <a:off x="4596485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49" name="Oval 3148">
              <a:extLst>
                <a:ext uri="{FF2B5EF4-FFF2-40B4-BE49-F238E27FC236}">
                  <a16:creationId xmlns:a16="http://schemas.microsoft.com/office/drawing/2014/main" id="{8DC222F0-1969-1FAE-4AF2-812527D08AD8}"/>
                </a:ext>
              </a:extLst>
            </p:cNvPr>
            <p:cNvSpPr/>
            <p:nvPr/>
          </p:nvSpPr>
          <p:spPr>
            <a:xfrm>
              <a:off x="4614884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50" name="Oval 3149">
              <a:extLst>
                <a:ext uri="{FF2B5EF4-FFF2-40B4-BE49-F238E27FC236}">
                  <a16:creationId xmlns:a16="http://schemas.microsoft.com/office/drawing/2014/main" id="{8BA533E2-0B99-4438-AF6A-D0FEF8646D34}"/>
                </a:ext>
              </a:extLst>
            </p:cNvPr>
            <p:cNvSpPr/>
            <p:nvPr/>
          </p:nvSpPr>
          <p:spPr>
            <a:xfrm>
              <a:off x="4633290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51" name="Oval 3150">
              <a:extLst>
                <a:ext uri="{FF2B5EF4-FFF2-40B4-BE49-F238E27FC236}">
                  <a16:creationId xmlns:a16="http://schemas.microsoft.com/office/drawing/2014/main" id="{77F93808-BEBD-0F9A-1B7F-9BD0CF783A0B}"/>
                </a:ext>
              </a:extLst>
            </p:cNvPr>
            <p:cNvSpPr/>
            <p:nvPr/>
          </p:nvSpPr>
          <p:spPr>
            <a:xfrm>
              <a:off x="4651688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52" name="Oval 3151">
              <a:extLst>
                <a:ext uri="{FF2B5EF4-FFF2-40B4-BE49-F238E27FC236}">
                  <a16:creationId xmlns:a16="http://schemas.microsoft.com/office/drawing/2014/main" id="{0EA1A821-1113-5564-4B92-B8D7E4116AC5}"/>
                </a:ext>
              </a:extLst>
            </p:cNvPr>
            <p:cNvSpPr/>
            <p:nvPr/>
          </p:nvSpPr>
          <p:spPr>
            <a:xfrm>
              <a:off x="4670094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53" name="Oval 3152">
              <a:extLst>
                <a:ext uri="{FF2B5EF4-FFF2-40B4-BE49-F238E27FC236}">
                  <a16:creationId xmlns:a16="http://schemas.microsoft.com/office/drawing/2014/main" id="{192C2D10-8C05-B2C7-9F99-203683F8D51A}"/>
                </a:ext>
              </a:extLst>
            </p:cNvPr>
            <p:cNvSpPr/>
            <p:nvPr/>
          </p:nvSpPr>
          <p:spPr>
            <a:xfrm>
              <a:off x="4688492" y="268730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54" name="Oval 3153">
              <a:extLst>
                <a:ext uri="{FF2B5EF4-FFF2-40B4-BE49-F238E27FC236}">
                  <a16:creationId xmlns:a16="http://schemas.microsoft.com/office/drawing/2014/main" id="{A3282C98-E6BA-FD37-0AC0-DE191C6AC3E0}"/>
                </a:ext>
              </a:extLst>
            </p:cNvPr>
            <p:cNvSpPr/>
            <p:nvPr/>
          </p:nvSpPr>
          <p:spPr>
            <a:xfrm>
              <a:off x="4706891" y="268732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155" name="Freeform 3154">
            <a:extLst>
              <a:ext uri="{FF2B5EF4-FFF2-40B4-BE49-F238E27FC236}">
                <a16:creationId xmlns:a16="http://schemas.microsoft.com/office/drawing/2014/main" id="{AF3385B0-4B39-DA59-DCE9-5A4B2B899938}"/>
              </a:ext>
            </a:extLst>
          </p:cNvPr>
          <p:cNvSpPr/>
          <p:nvPr/>
        </p:nvSpPr>
        <p:spPr>
          <a:xfrm>
            <a:off x="3461402" y="1958935"/>
            <a:ext cx="1779682" cy="729920"/>
          </a:xfrm>
          <a:custGeom>
            <a:avLst/>
            <a:gdLst>
              <a:gd name="csX0" fmla="*/ 0 w 1779682"/>
              <a:gd name="csY0" fmla="*/ 720630 h 729920"/>
              <a:gd name="csX1" fmla="*/ 5952 w 1779682"/>
              <a:gd name="csY1" fmla="*/ 719241 h 729920"/>
              <a:gd name="csX2" fmla="*/ 11904 w 1779682"/>
              <a:gd name="csY2" fmla="*/ 717671 h 729920"/>
              <a:gd name="csX3" fmla="*/ 17856 w 1779682"/>
              <a:gd name="csY3" fmla="*/ 715905 h 729920"/>
              <a:gd name="csX4" fmla="*/ 23809 w 1779682"/>
              <a:gd name="csY4" fmla="*/ 713923 h 729920"/>
              <a:gd name="csX5" fmla="*/ 29760 w 1779682"/>
              <a:gd name="csY5" fmla="*/ 711696 h 729920"/>
              <a:gd name="csX6" fmla="*/ 35713 w 1779682"/>
              <a:gd name="csY6" fmla="*/ 709211 h 729920"/>
              <a:gd name="csX7" fmla="*/ 41665 w 1779682"/>
              <a:gd name="csY7" fmla="*/ 706433 h 729920"/>
              <a:gd name="csX8" fmla="*/ 47617 w 1779682"/>
              <a:gd name="csY8" fmla="*/ 703348 h 729920"/>
              <a:gd name="csX9" fmla="*/ 53569 w 1779682"/>
              <a:gd name="csY9" fmla="*/ 699928 h 729920"/>
              <a:gd name="csX10" fmla="*/ 59521 w 1779682"/>
              <a:gd name="csY10" fmla="*/ 696138 h 729920"/>
              <a:gd name="csX11" fmla="*/ 65473 w 1779682"/>
              <a:gd name="csY11" fmla="*/ 691957 h 729920"/>
              <a:gd name="csX12" fmla="*/ 71425 w 1779682"/>
              <a:gd name="csY12" fmla="*/ 687358 h 729920"/>
              <a:gd name="csX13" fmla="*/ 77377 w 1779682"/>
              <a:gd name="csY13" fmla="*/ 682304 h 729920"/>
              <a:gd name="csX14" fmla="*/ 83330 w 1779682"/>
              <a:gd name="csY14" fmla="*/ 676776 h 729920"/>
              <a:gd name="csX15" fmla="*/ 89282 w 1779682"/>
              <a:gd name="csY15" fmla="*/ 670732 h 729920"/>
              <a:gd name="csX16" fmla="*/ 95234 w 1779682"/>
              <a:gd name="csY16" fmla="*/ 664157 h 729920"/>
              <a:gd name="csX17" fmla="*/ 101186 w 1779682"/>
              <a:gd name="csY17" fmla="*/ 657010 h 729920"/>
              <a:gd name="csX18" fmla="*/ 107138 w 1779682"/>
              <a:gd name="csY18" fmla="*/ 649276 h 729920"/>
              <a:gd name="csX19" fmla="*/ 113090 w 1779682"/>
              <a:gd name="csY19" fmla="*/ 640915 h 729920"/>
              <a:gd name="csX20" fmla="*/ 119042 w 1779682"/>
              <a:gd name="csY20" fmla="*/ 631918 h 729920"/>
              <a:gd name="csX21" fmla="*/ 124994 w 1779682"/>
              <a:gd name="csY21" fmla="*/ 622244 h 729920"/>
              <a:gd name="csX22" fmla="*/ 130946 w 1779682"/>
              <a:gd name="csY22" fmla="*/ 611893 h 729920"/>
              <a:gd name="csX23" fmla="*/ 136898 w 1779682"/>
              <a:gd name="csY23" fmla="*/ 600830 h 729920"/>
              <a:gd name="csX24" fmla="*/ 142851 w 1779682"/>
              <a:gd name="csY24" fmla="*/ 589048 h 729920"/>
              <a:gd name="csX25" fmla="*/ 148803 w 1779682"/>
              <a:gd name="csY25" fmla="*/ 576547 h 729920"/>
              <a:gd name="csX26" fmla="*/ 154755 w 1779682"/>
              <a:gd name="csY26" fmla="*/ 563307 h 729920"/>
              <a:gd name="csX27" fmla="*/ 160707 w 1779682"/>
              <a:gd name="csY27" fmla="*/ 549327 h 729920"/>
              <a:gd name="csX28" fmla="*/ 166659 w 1779682"/>
              <a:gd name="csY28" fmla="*/ 534620 h 729920"/>
              <a:gd name="csX29" fmla="*/ 172611 w 1779682"/>
              <a:gd name="csY29" fmla="*/ 519195 h 729920"/>
              <a:gd name="csX30" fmla="*/ 178563 w 1779682"/>
              <a:gd name="csY30" fmla="*/ 503065 h 729920"/>
              <a:gd name="csX31" fmla="*/ 184516 w 1779682"/>
              <a:gd name="csY31" fmla="*/ 486246 h 729920"/>
              <a:gd name="csX32" fmla="*/ 190467 w 1779682"/>
              <a:gd name="csY32" fmla="*/ 468772 h 729920"/>
              <a:gd name="csX33" fmla="*/ 196419 w 1779682"/>
              <a:gd name="csY33" fmla="*/ 450676 h 729920"/>
              <a:gd name="csX34" fmla="*/ 202372 w 1779682"/>
              <a:gd name="csY34" fmla="*/ 431999 h 729920"/>
              <a:gd name="csX35" fmla="*/ 208324 w 1779682"/>
              <a:gd name="csY35" fmla="*/ 412790 h 729920"/>
              <a:gd name="csX36" fmla="*/ 214276 w 1779682"/>
              <a:gd name="csY36" fmla="*/ 393105 h 729920"/>
              <a:gd name="csX37" fmla="*/ 220228 w 1779682"/>
              <a:gd name="csY37" fmla="*/ 373004 h 729920"/>
              <a:gd name="csX38" fmla="*/ 226180 w 1779682"/>
              <a:gd name="csY38" fmla="*/ 352555 h 729920"/>
              <a:gd name="csX39" fmla="*/ 232132 w 1779682"/>
              <a:gd name="csY39" fmla="*/ 331836 h 729920"/>
              <a:gd name="csX40" fmla="*/ 238084 w 1779682"/>
              <a:gd name="csY40" fmla="*/ 310925 h 729920"/>
              <a:gd name="csX41" fmla="*/ 244037 w 1779682"/>
              <a:gd name="csY41" fmla="*/ 289912 h 729920"/>
              <a:gd name="csX42" fmla="*/ 249988 w 1779682"/>
              <a:gd name="csY42" fmla="*/ 268886 h 729920"/>
              <a:gd name="csX43" fmla="*/ 255941 w 1779682"/>
              <a:gd name="csY43" fmla="*/ 247944 h 729920"/>
              <a:gd name="csX44" fmla="*/ 261893 w 1779682"/>
              <a:gd name="csY44" fmla="*/ 227188 h 729920"/>
              <a:gd name="csX45" fmla="*/ 267845 w 1779682"/>
              <a:gd name="csY45" fmla="*/ 206720 h 729920"/>
              <a:gd name="csX46" fmla="*/ 273797 w 1779682"/>
              <a:gd name="csY46" fmla="*/ 186647 h 729920"/>
              <a:gd name="csX47" fmla="*/ 279749 w 1779682"/>
              <a:gd name="csY47" fmla="*/ 167077 h 729920"/>
              <a:gd name="csX48" fmla="*/ 285701 w 1779682"/>
              <a:gd name="csY48" fmla="*/ 148115 h 729920"/>
              <a:gd name="csX49" fmla="*/ 291653 w 1779682"/>
              <a:gd name="csY49" fmla="*/ 129872 h 729920"/>
              <a:gd name="csX50" fmla="*/ 297605 w 1779682"/>
              <a:gd name="csY50" fmla="*/ 112452 h 729920"/>
              <a:gd name="csX51" fmla="*/ 303558 w 1779682"/>
              <a:gd name="csY51" fmla="*/ 95959 h 729920"/>
              <a:gd name="csX52" fmla="*/ 309509 w 1779682"/>
              <a:gd name="csY52" fmla="*/ 80494 h 729920"/>
              <a:gd name="csX53" fmla="*/ 315462 w 1779682"/>
              <a:gd name="csY53" fmla="*/ 66152 h 729920"/>
              <a:gd name="csX54" fmla="*/ 321414 w 1779682"/>
              <a:gd name="csY54" fmla="*/ 53023 h 729920"/>
              <a:gd name="csX55" fmla="*/ 327366 w 1779682"/>
              <a:gd name="csY55" fmla="*/ 41191 h 729920"/>
              <a:gd name="csX56" fmla="*/ 333318 w 1779682"/>
              <a:gd name="csY56" fmla="*/ 30732 h 729920"/>
              <a:gd name="csX57" fmla="*/ 339270 w 1779682"/>
              <a:gd name="csY57" fmla="*/ 21715 h 729920"/>
              <a:gd name="csX58" fmla="*/ 345223 w 1779682"/>
              <a:gd name="csY58" fmla="*/ 14200 h 729920"/>
              <a:gd name="csX59" fmla="*/ 351174 w 1779682"/>
              <a:gd name="csY59" fmla="*/ 8236 h 729920"/>
              <a:gd name="csX60" fmla="*/ 357126 w 1779682"/>
              <a:gd name="csY60" fmla="*/ 3864 h 729920"/>
              <a:gd name="csX61" fmla="*/ 363079 w 1779682"/>
              <a:gd name="csY61" fmla="*/ 1112 h 729920"/>
              <a:gd name="csX62" fmla="*/ 369030 w 1779682"/>
              <a:gd name="csY62" fmla="*/ 0 h 729920"/>
              <a:gd name="csX63" fmla="*/ 374983 w 1779682"/>
              <a:gd name="csY63" fmla="*/ 535 h 729920"/>
              <a:gd name="csX64" fmla="*/ 380935 w 1779682"/>
              <a:gd name="csY64" fmla="*/ 2712 h 729920"/>
              <a:gd name="csX65" fmla="*/ 386887 w 1779682"/>
              <a:gd name="csY65" fmla="*/ 6518 h 729920"/>
              <a:gd name="csX66" fmla="*/ 392839 w 1779682"/>
              <a:gd name="csY66" fmla="*/ 11928 h 729920"/>
              <a:gd name="csX67" fmla="*/ 398791 w 1779682"/>
              <a:gd name="csY67" fmla="*/ 18904 h 729920"/>
              <a:gd name="csX68" fmla="*/ 404744 w 1779682"/>
              <a:gd name="csY68" fmla="*/ 27400 h 729920"/>
              <a:gd name="csX69" fmla="*/ 410695 w 1779682"/>
              <a:gd name="csY69" fmla="*/ 37360 h 729920"/>
              <a:gd name="csX70" fmla="*/ 416648 w 1779682"/>
              <a:gd name="csY70" fmla="*/ 48718 h 729920"/>
              <a:gd name="csX71" fmla="*/ 422600 w 1779682"/>
              <a:gd name="csY71" fmla="*/ 61401 h 729920"/>
              <a:gd name="csX72" fmla="*/ 428551 w 1779682"/>
              <a:gd name="csY72" fmla="*/ 75327 h 729920"/>
              <a:gd name="csX73" fmla="*/ 434504 w 1779682"/>
              <a:gd name="csY73" fmla="*/ 90409 h 729920"/>
              <a:gd name="csX74" fmla="*/ 440456 w 1779682"/>
              <a:gd name="csY74" fmla="*/ 106553 h 729920"/>
              <a:gd name="csX75" fmla="*/ 446408 w 1779682"/>
              <a:gd name="csY75" fmla="*/ 123659 h 729920"/>
              <a:gd name="csX76" fmla="*/ 452360 w 1779682"/>
              <a:gd name="csY76" fmla="*/ 141625 h 729920"/>
              <a:gd name="csX77" fmla="*/ 458312 w 1779682"/>
              <a:gd name="csY77" fmla="*/ 160346 h 729920"/>
              <a:gd name="csX78" fmla="*/ 464265 w 1779682"/>
              <a:gd name="csY78" fmla="*/ 179715 h 729920"/>
              <a:gd name="csX79" fmla="*/ 470216 w 1779682"/>
              <a:gd name="csY79" fmla="*/ 199625 h 729920"/>
              <a:gd name="csX80" fmla="*/ 476169 w 1779682"/>
              <a:gd name="csY80" fmla="*/ 219966 h 729920"/>
              <a:gd name="csX81" fmla="*/ 482121 w 1779682"/>
              <a:gd name="csY81" fmla="*/ 240633 h 729920"/>
              <a:gd name="csX82" fmla="*/ 488073 w 1779682"/>
              <a:gd name="csY82" fmla="*/ 261521 h 729920"/>
              <a:gd name="csX83" fmla="*/ 494025 w 1779682"/>
              <a:gd name="csY83" fmla="*/ 282528 h 729920"/>
              <a:gd name="csX84" fmla="*/ 499977 w 1779682"/>
              <a:gd name="csY84" fmla="*/ 303557 h 729920"/>
              <a:gd name="csX85" fmla="*/ 505929 w 1779682"/>
              <a:gd name="csY85" fmla="*/ 324514 h 729920"/>
              <a:gd name="csX86" fmla="*/ 511881 w 1779682"/>
              <a:gd name="csY86" fmla="*/ 345310 h 729920"/>
              <a:gd name="csX87" fmla="*/ 517833 w 1779682"/>
              <a:gd name="csY87" fmla="*/ 365862 h 729920"/>
              <a:gd name="csX88" fmla="*/ 523786 w 1779682"/>
              <a:gd name="csY88" fmla="*/ 386094 h 729920"/>
              <a:gd name="csX89" fmla="*/ 529737 w 1779682"/>
              <a:gd name="csY89" fmla="*/ 405932 h 729920"/>
              <a:gd name="csX90" fmla="*/ 535690 w 1779682"/>
              <a:gd name="csY90" fmla="*/ 425316 h 729920"/>
              <a:gd name="csX91" fmla="*/ 541642 w 1779682"/>
              <a:gd name="csY91" fmla="*/ 444185 h 729920"/>
              <a:gd name="csX92" fmla="*/ 547594 w 1779682"/>
              <a:gd name="csY92" fmla="*/ 462489 h 729920"/>
              <a:gd name="csX93" fmla="*/ 553546 w 1779682"/>
              <a:gd name="csY93" fmla="*/ 480185 h 729920"/>
              <a:gd name="csX94" fmla="*/ 559498 w 1779682"/>
              <a:gd name="csY94" fmla="*/ 497237 h 729920"/>
              <a:gd name="csX95" fmla="*/ 565451 w 1779682"/>
              <a:gd name="csY95" fmla="*/ 513611 h 729920"/>
              <a:gd name="csX96" fmla="*/ 571402 w 1779682"/>
              <a:gd name="csY96" fmla="*/ 529288 h 729920"/>
              <a:gd name="csX97" fmla="*/ 577354 w 1779682"/>
              <a:gd name="csY97" fmla="*/ 544252 h 729920"/>
              <a:gd name="csX98" fmla="*/ 583307 w 1779682"/>
              <a:gd name="csY98" fmla="*/ 558484 h 729920"/>
              <a:gd name="csX99" fmla="*/ 589258 w 1779682"/>
              <a:gd name="csY99" fmla="*/ 571983 h 729920"/>
              <a:gd name="csX100" fmla="*/ 595211 w 1779682"/>
              <a:gd name="csY100" fmla="*/ 584742 h 729920"/>
              <a:gd name="csX101" fmla="*/ 601163 w 1779682"/>
              <a:gd name="csY101" fmla="*/ 596782 h 729920"/>
              <a:gd name="csX102" fmla="*/ 607115 w 1779682"/>
              <a:gd name="csY102" fmla="*/ 608089 h 729920"/>
              <a:gd name="csX103" fmla="*/ 613067 w 1779682"/>
              <a:gd name="csY103" fmla="*/ 618691 h 729920"/>
              <a:gd name="csX104" fmla="*/ 619019 w 1779682"/>
              <a:gd name="csY104" fmla="*/ 628602 h 729920"/>
              <a:gd name="csX105" fmla="*/ 624972 w 1779682"/>
              <a:gd name="csY105" fmla="*/ 637830 h 729920"/>
              <a:gd name="csX106" fmla="*/ 630923 w 1779682"/>
              <a:gd name="csY106" fmla="*/ 646415 h 729920"/>
              <a:gd name="csX107" fmla="*/ 636876 w 1779682"/>
              <a:gd name="csY107" fmla="*/ 654364 h 729920"/>
              <a:gd name="csX108" fmla="*/ 642828 w 1779682"/>
              <a:gd name="csY108" fmla="*/ 661714 h 729920"/>
              <a:gd name="csX109" fmla="*/ 648777 w 1779682"/>
              <a:gd name="csY109" fmla="*/ 668484 h 729920"/>
              <a:gd name="csX110" fmla="*/ 654731 w 1779682"/>
              <a:gd name="csY110" fmla="*/ 674710 h 729920"/>
              <a:gd name="csX111" fmla="*/ 660685 w 1779682"/>
              <a:gd name="csY111" fmla="*/ 680420 h 729920"/>
              <a:gd name="csX112" fmla="*/ 666639 w 1779682"/>
              <a:gd name="csY112" fmla="*/ 685634 h 729920"/>
              <a:gd name="csX113" fmla="*/ 672585 w 1779682"/>
              <a:gd name="csY113" fmla="*/ 690394 h 729920"/>
              <a:gd name="csX114" fmla="*/ 678539 w 1779682"/>
              <a:gd name="csY114" fmla="*/ 694714 h 729920"/>
              <a:gd name="csX115" fmla="*/ 684493 w 1779682"/>
              <a:gd name="csY115" fmla="*/ 698637 h 729920"/>
              <a:gd name="csX116" fmla="*/ 690446 w 1779682"/>
              <a:gd name="csY116" fmla="*/ 702190 h 729920"/>
              <a:gd name="csX117" fmla="*/ 696400 w 1779682"/>
              <a:gd name="csY117" fmla="*/ 705386 h 729920"/>
              <a:gd name="csX118" fmla="*/ 702347 w 1779682"/>
              <a:gd name="csY118" fmla="*/ 708269 h 729920"/>
              <a:gd name="csX119" fmla="*/ 708301 w 1779682"/>
              <a:gd name="csY119" fmla="*/ 710851 h 729920"/>
              <a:gd name="csX120" fmla="*/ 714254 w 1779682"/>
              <a:gd name="csY120" fmla="*/ 713169 h 729920"/>
              <a:gd name="csX121" fmla="*/ 720208 w 1779682"/>
              <a:gd name="csY121" fmla="*/ 715235 h 729920"/>
              <a:gd name="csX122" fmla="*/ 726155 w 1779682"/>
              <a:gd name="csY122" fmla="*/ 717077 h 729920"/>
              <a:gd name="csX123" fmla="*/ 732108 w 1779682"/>
              <a:gd name="csY123" fmla="*/ 718711 h 729920"/>
              <a:gd name="csX124" fmla="*/ 738062 w 1779682"/>
              <a:gd name="csY124" fmla="*/ 720162 h 729920"/>
              <a:gd name="csX125" fmla="*/ 744016 w 1779682"/>
              <a:gd name="csY125" fmla="*/ 721440 h 729920"/>
              <a:gd name="csX126" fmla="*/ 749963 w 1779682"/>
              <a:gd name="csY126" fmla="*/ 722570 h 729920"/>
              <a:gd name="csX127" fmla="*/ 755916 w 1779682"/>
              <a:gd name="csY127" fmla="*/ 723562 h 729920"/>
              <a:gd name="csX128" fmla="*/ 761870 w 1779682"/>
              <a:gd name="csY128" fmla="*/ 724434 h 729920"/>
              <a:gd name="csX129" fmla="*/ 767824 w 1779682"/>
              <a:gd name="csY129" fmla="*/ 725202 h 729920"/>
              <a:gd name="csX130" fmla="*/ 773777 w 1779682"/>
              <a:gd name="csY130" fmla="*/ 725865 h 729920"/>
              <a:gd name="csX131" fmla="*/ 779724 w 1779682"/>
              <a:gd name="csY131" fmla="*/ 726444 h 729920"/>
              <a:gd name="csX132" fmla="*/ 785678 w 1779682"/>
              <a:gd name="csY132" fmla="*/ 726947 h 729920"/>
              <a:gd name="csX133" fmla="*/ 791632 w 1779682"/>
              <a:gd name="csY133" fmla="*/ 727386 h 729920"/>
              <a:gd name="csX134" fmla="*/ 797585 w 1779682"/>
              <a:gd name="csY134" fmla="*/ 727763 h 729920"/>
              <a:gd name="csX135" fmla="*/ 803532 w 1779682"/>
              <a:gd name="csY135" fmla="*/ 728084 h 729920"/>
              <a:gd name="csX136" fmla="*/ 809486 w 1779682"/>
              <a:gd name="csY136" fmla="*/ 728364 h 729920"/>
              <a:gd name="csX137" fmla="*/ 815439 w 1779682"/>
              <a:gd name="csY137" fmla="*/ 728608 h 729920"/>
              <a:gd name="csX138" fmla="*/ 821393 w 1779682"/>
              <a:gd name="csY138" fmla="*/ 728810 h 729920"/>
              <a:gd name="csX139" fmla="*/ 827340 w 1779682"/>
              <a:gd name="csY139" fmla="*/ 728985 h 729920"/>
              <a:gd name="csX140" fmla="*/ 833294 w 1779682"/>
              <a:gd name="csY140" fmla="*/ 729138 h 729920"/>
              <a:gd name="csX141" fmla="*/ 839247 w 1779682"/>
              <a:gd name="csY141" fmla="*/ 729264 h 729920"/>
              <a:gd name="csX142" fmla="*/ 845201 w 1779682"/>
              <a:gd name="csY142" fmla="*/ 729369 h 729920"/>
              <a:gd name="csX143" fmla="*/ 851155 w 1779682"/>
              <a:gd name="csY143" fmla="*/ 729459 h 729920"/>
              <a:gd name="csX144" fmla="*/ 857102 w 1779682"/>
              <a:gd name="csY144" fmla="*/ 729536 h 729920"/>
              <a:gd name="csX145" fmla="*/ 863055 w 1779682"/>
              <a:gd name="csY145" fmla="*/ 729606 h 729920"/>
              <a:gd name="csX146" fmla="*/ 869009 w 1779682"/>
              <a:gd name="csY146" fmla="*/ 729655 h 729920"/>
              <a:gd name="csX147" fmla="*/ 874963 w 1779682"/>
              <a:gd name="csY147" fmla="*/ 729704 h 729920"/>
              <a:gd name="csX148" fmla="*/ 880909 w 1779682"/>
              <a:gd name="csY148" fmla="*/ 729739 h 729920"/>
              <a:gd name="csX149" fmla="*/ 886863 w 1779682"/>
              <a:gd name="csY149" fmla="*/ 729774 h 729920"/>
              <a:gd name="csX150" fmla="*/ 892817 w 1779682"/>
              <a:gd name="csY150" fmla="*/ 729801 h 729920"/>
              <a:gd name="csX151" fmla="*/ 898771 w 1779682"/>
              <a:gd name="csY151" fmla="*/ 729822 h 729920"/>
              <a:gd name="csX152" fmla="*/ 904717 w 1779682"/>
              <a:gd name="csY152" fmla="*/ 729836 h 729920"/>
              <a:gd name="csX153" fmla="*/ 910671 w 1779682"/>
              <a:gd name="csY153" fmla="*/ 729857 h 729920"/>
              <a:gd name="csX154" fmla="*/ 916625 w 1779682"/>
              <a:gd name="csY154" fmla="*/ 729864 h 729920"/>
              <a:gd name="csX155" fmla="*/ 922578 w 1779682"/>
              <a:gd name="csY155" fmla="*/ 729878 h 729920"/>
              <a:gd name="csX156" fmla="*/ 928532 w 1779682"/>
              <a:gd name="csY156" fmla="*/ 729885 h 729920"/>
              <a:gd name="csX157" fmla="*/ 934479 w 1779682"/>
              <a:gd name="csY157" fmla="*/ 729892 h 729920"/>
              <a:gd name="csX158" fmla="*/ 940433 w 1779682"/>
              <a:gd name="csY158" fmla="*/ 729899 h 729920"/>
              <a:gd name="csX159" fmla="*/ 946386 w 1779682"/>
              <a:gd name="csY159" fmla="*/ 729899 h 729920"/>
              <a:gd name="csX160" fmla="*/ 952340 w 1779682"/>
              <a:gd name="csY160" fmla="*/ 729906 h 729920"/>
              <a:gd name="csX161" fmla="*/ 958287 w 1779682"/>
              <a:gd name="csY161" fmla="*/ 729906 h 729920"/>
              <a:gd name="csX162" fmla="*/ 964240 w 1779682"/>
              <a:gd name="csY162" fmla="*/ 729913 h 729920"/>
              <a:gd name="csX163" fmla="*/ 970194 w 1779682"/>
              <a:gd name="csY163" fmla="*/ 729913 h 729920"/>
              <a:gd name="csX164" fmla="*/ 976148 w 1779682"/>
              <a:gd name="csY164" fmla="*/ 729913 h 729920"/>
              <a:gd name="csX165" fmla="*/ 982095 w 1779682"/>
              <a:gd name="csY165" fmla="*/ 729913 h 729920"/>
              <a:gd name="csX166" fmla="*/ 988048 w 1779682"/>
              <a:gd name="csY166" fmla="*/ 729913 h 729920"/>
              <a:gd name="csX167" fmla="*/ 994002 w 1779682"/>
              <a:gd name="csY167" fmla="*/ 729920 h 729920"/>
              <a:gd name="csX168" fmla="*/ 999956 w 1779682"/>
              <a:gd name="csY168" fmla="*/ 729920 h 729920"/>
              <a:gd name="csX169" fmla="*/ 1005909 w 1779682"/>
              <a:gd name="csY169" fmla="*/ 729920 h 729920"/>
              <a:gd name="csX170" fmla="*/ 1011856 w 1779682"/>
              <a:gd name="csY170" fmla="*/ 729920 h 729920"/>
              <a:gd name="csX171" fmla="*/ 1017810 w 1779682"/>
              <a:gd name="csY171" fmla="*/ 729920 h 729920"/>
              <a:gd name="csX172" fmla="*/ 1023764 w 1779682"/>
              <a:gd name="csY172" fmla="*/ 729920 h 729920"/>
              <a:gd name="csX173" fmla="*/ 1029717 w 1779682"/>
              <a:gd name="csY173" fmla="*/ 729920 h 729920"/>
              <a:gd name="csX174" fmla="*/ 1035664 w 1779682"/>
              <a:gd name="csY174" fmla="*/ 729920 h 729920"/>
              <a:gd name="csX175" fmla="*/ 1041618 w 1779682"/>
              <a:gd name="csY175" fmla="*/ 729920 h 729920"/>
              <a:gd name="csX176" fmla="*/ 1047571 w 1779682"/>
              <a:gd name="csY176" fmla="*/ 729920 h 729920"/>
              <a:gd name="csX177" fmla="*/ 1053525 w 1779682"/>
              <a:gd name="csY177" fmla="*/ 729920 h 729920"/>
              <a:gd name="csX178" fmla="*/ 1059472 w 1779682"/>
              <a:gd name="csY178" fmla="*/ 729920 h 729920"/>
              <a:gd name="csX179" fmla="*/ 1065426 w 1779682"/>
              <a:gd name="csY179" fmla="*/ 729920 h 729920"/>
              <a:gd name="csX180" fmla="*/ 1071379 w 1779682"/>
              <a:gd name="csY180" fmla="*/ 729920 h 729920"/>
              <a:gd name="csX181" fmla="*/ 1077333 w 1779682"/>
              <a:gd name="csY181" fmla="*/ 729920 h 729920"/>
              <a:gd name="csX182" fmla="*/ 1083287 w 1779682"/>
              <a:gd name="csY182" fmla="*/ 729920 h 729920"/>
              <a:gd name="csX183" fmla="*/ 1089234 w 1779682"/>
              <a:gd name="csY183" fmla="*/ 729920 h 729920"/>
              <a:gd name="csX184" fmla="*/ 1095187 w 1779682"/>
              <a:gd name="csY184" fmla="*/ 729920 h 729920"/>
              <a:gd name="csX185" fmla="*/ 1101141 w 1779682"/>
              <a:gd name="csY185" fmla="*/ 729920 h 729920"/>
              <a:gd name="csX186" fmla="*/ 1107095 w 1779682"/>
              <a:gd name="csY186" fmla="*/ 729920 h 729920"/>
              <a:gd name="csX187" fmla="*/ 1113041 w 1779682"/>
              <a:gd name="csY187" fmla="*/ 729920 h 729920"/>
              <a:gd name="csX188" fmla="*/ 1118995 w 1779682"/>
              <a:gd name="csY188" fmla="*/ 729920 h 729920"/>
              <a:gd name="csX189" fmla="*/ 1124949 w 1779682"/>
              <a:gd name="csY189" fmla="*/ 729920 h 729920"/>
              <a:gd name="csX190" fmla="*/ 1130903 w 1779682"/>
              <a:gd name="csY190" fmla="*/ 729920 h 729920"/>
              <a:gd name="csX191" fmla="*/ 1136849 w 1779682"/>
              <a:gd name="csY191" fmla="*/ 729920 h 729920"/>
              <a:gd name="csX192" fmla="*/ 1142803 w 1779682"/>
              <a:gd name="csY192" fmla="*/ 729920 h 729920"/>
              <a:gd name="csX193" fmla="*/ 1148757 w 1779682"/>
              <a:gd name="csY193" fmla="*/ 729920 h 729920"/>
              <a:gd name="csX194" fmla="*/ 1154710 w 1779682"/>
              <a:gd name="csY194" fmla="*/ 729920 h 729920"/>
              <a:gd name="csX195" fmla="*/ 1160664 w 1779682"/>
              <a:gd name="csY195" fmla="*/ 729920 h 729920"/>
              <a:gd name="csX196" fmla="*/ 1166611 w 1779682"/>
              <a:gd name="csY196" fmla="*/ 729920 h 729920"/>
              <a:gd name="csX197" fmla="*/ 1172565 w 1779682"/>
              <a:gd name="csY197" fmla="*/ 729920 h 729920"/>
              <a:gd name="csX198" fmla="*/ 1178518 w 1779682"/>
              <a:gd name="csY198" fmla="*/ 729920 h 729920"/>
              <a:gd name="csX199" fmla="*/ 1184472 w 1779682"/>
              <a:gd name="csY199" fmla="*/ 729920 h 729920"/>
              <a:gd name="csX200" fmla="*/ 1190419 w 1779682"/>
              <a:gd name="csY200" fmla="*/ 729920 h 729920"/>
              <a:gd name="csX201" fmla="*/ 1196372 w 1779682"/>
              <a:gd name="csY201" fmla="*/ 729920 h 729920"/>
              <a:gd name="csX202" fmla="*/ 1202326 w 1779682"/>
              <a:gd name="csY202" fmla="*/ 729920 h 729920"/>
              <a:gd name="csX203" fmla="*/ 1208280 w 1779682"/>
              <a:gd name="csY203" fmla="*/ 729920 h 729920"/>
              <a:gd name="csX204" fmla="*/ 1214234 w 1779682"/>
              <a:gd name="csY204" fmla="*/ 729920 h 729920"/>
              <a:gd name="csX205" fmla="*/ 1220180 w 1779682"/>
              <a:gd name="csY205" fmla="*/ 729920 h 729920"/>
              <a:gd name="csX206" fmla="*/ 1226134 w 1779682"/>
              <a:gd name="csY206" fmla="*/ 729920 h 729920"/>
              <a:gd name="csX207" fmla="*/ 1232088 w 1779682"/>
              <a:gd name="csY207" fmla="*/ 729920 h 729920"/>
              <a:gd name="csX208" fmla="*/ 1238041 w 1779682"/>
              <a:gd name="csY208" fmla="*/ 729920 h 729920"/>
              <a:gd name="csX209" fmla="*/ 1243988 w 1779682"/>
              <a:gd name="csY209" fmla="*/ 729920 h 729920"/>
              <a:gd name="csX210" fmla="*/ 1249942 w 1779682"/>
              <a:gd name="csY210" fmla="*/ 729920 h 729920"/>
              <a:gd name="csX211" fmla="*/ 1255896 w 1779682"/>
              <a:gd name="csY211" fmla="*/ 729920 h 729920"/>
              <a:gd name="csX212" fmla="*/ 1261849 w 1779682"/>
              <a:gd name="csY212" fmla="*/ 729920 h 729920"/>
              <a:gd name="csX213" fmla="*/ 1267796 w 1779682"/>
              <a:gd name="csY213" fmla="*/ 729920 h 729920"/>
              <a:gd name="csX214" fmla="*/ 1273750 w 1779682"/>
              <a:gd name="csY214" fmla="*/ 729920 h 729920"/>
              <a:gd name="csX215" fmla="*/ 1279703 w 1779682"/>
              <a:gd name="csY215" fmla="*/ 729920 h 729920"/>
              <a:gd name="csX216" fmla="*/ 1285657 w 1779682"/>
              <a:gd name="csY216" fmla="*/ 729920 h 729920"/>
              <a:gd name="csX217" fmla="*/ 1291611 w 1779682"/>
              <a:gd name="csY217" fmla="*/ 729920 h 729920"/>
              <a:gd name="csX218" fmla="*/ 1297558 w 1779682"/>
              <a:gd name="csY218" fmla="*/ 729920 h 729920"/>
              <a:gd name="csX219" fmla="*/ 1303511 w 1779682"/>
              <a:gd name="csY219" fmla="*/ 729920 h 729920"/>
              <a:gd name="csX220" fmla="*/ 1309465 w 1779682"/>
              <a:gd name="csY220" fmla="*/ 729920 h 729920"/>
              <a:gd name="csX221" fmla="*/ 1315419 w 1779682"/>
              <a:gd name="csY221" fmla="*/ 729920 h 729920"/>
              <a:gd name="csX222" fmla="*/ 1321365 w 1779682"/>
              <a:gd name="csY222" fmla="*/ 729920 h 729920"/>
              <a:gd name="csX223" fmla="*/ 1327319 w 1779682"/>
              <a:gd name="csY223" fmla="*/ 729920 h 729920"/>
              <a:gd name="csX224" fmla="*/ 1333273 w 1779682"/>
              <a:gd name="csY224" fmla="*/ 729920 h 729920"/>
              <a:gd name="csX225" fmla="*/ 1339227 w 1779682"/>
              <a:gd name="csY225" fmla="*/ 729920 h 729920"/>
              <a:gd name="csX226" fmla="*/ 1345173 w 1779682"/>
              <a:gd name="csY226" fmla="*/ 729920 h 729920"/>
              <a:gd name="csX227" fmla="*/ 1351127 w 1779682"/>
              <a:gd name="csY227" fmla="*/ 729920 h 729920"/>
              <a:gd name="csX228" fmla="*/ 1357081 w 1779682"/>
              <a:gd name="csY228" fmla="*/ 729920 h 729920"/>
              <a:gd name="csX229" fmla="*/ 1363035 w 1779682"/>
              <a:gd name="csY229" fmla="*/ 729920 h 729920"/>
              <a:gd name="csX230" fmla="*/ 1368988 w 1779682"/>
              <a:gd name="csY230" fmla="*/ 729920 h 729920"/>
              <a:gd name="csX231" fmla="*/ 1374935 w 1779682"/>
              <a:gd name="csY231" fmla="*/ 729920 h 729920"/>
              <a:gd name="csX232" fmla="*/ 1380889 w 1779682"/>
              <a:gd name="csY232" fmla="*/ 729920 h 729920"/>
              <a:gd name="csX233" fmla="*/ 1386842 w 1779682"/>
              <a:gd name="csY233" fmla="*/ 729920 h 729920"/>
              <a:gd name="csX234" fmla="*/ 1392796 w 1779682"/>
              <a:gd name="csY234" fmla="*/ 729920 h 729920"/>
              <a:gd name="csX235" fmla="*/ 1398743 w 1779682"/>
              <a:gd name="csY235" fmla="*/ 729920 h 729920"/>
              <a:gd name="csX236" fmla="*/ 1404697 w 1779682"/>
              <a:gd name="csY236" fmla="*/ 729920 h 729920"/>
              <a:gd name="csX237" fmla="*/ 1410650 w 1779682"/>
              <a:gd name="csY237" fmla="*/ 729920 h 729920"/>
              <a:gd name="csX238" fmla="*/ 1416604 w 1779682"/>
              <a:gd name="csY238" fmla="*/ 729920 h 729920"/>
              <a:gd name="csX239" fmla="*/ 1422551 w 1779682"/>
              <a:gd name="csY239" fmla="*/ 729920 h 729920"/>
              <a:gd name="csX240" fmla="*/ 1428504 w 1779682"/>
              <a:gd name="csY240" fmla="*/ 729920 h 729920"/>
              <a:gd name="csX241" fmla="*/ 1434458 w 1779682"/>
              <a:gd name="csY241" fmla="*/ 729920 h 729920"/>
              <a:gd name="csX242" fmla="*/ 1440412 w 1779682"/>
              <a:gd name="csY242" fmla="*/ 729920 h 729920"/>
              <a:gd name="csX243" fmla="*/ 1446366 w 1779682"/>
              <a:gd name="csY243" fmla="*/ 729920 h 729920"/>
              <a:gd name="csX244" fmla="*/ 1452312 w 1779682"/>
              <a:gd name="csY244" fmla="*/ 729920 h 729920"/>
              <a:gd name="csX245" fmla="*/ 1458266 w 1779682"/>
              <a:gd name="csY245" fmla="*/ 729920 h 729920"/>
              <a:gd name="csX246" fmla="*/ 1464220 w 1779682"/>
              <a:gd name="csY246" fmla="*/ 729920 h 729920"/>
              <a:gd name="csX247" fmla="*/ 1470173 w 1779682"/>
              <a:gd name="csY247" fmla="*/ 729920 h 729920"/>
              <a:gd name="csX248" fmla="*/ 1476120 w 1779682"/>
              <a:gd name="csY248" fmla="*/ 729920 h 729920"/>
              <a:gd name="csX249" fmla="*/ 1482074 w 1779682"/>
              <a:gd name="csY249" fmla="*/ 729920 h 729920"/>
              <a:gd name="csX250" fmla="*/ 1488028 w 1779682"/>
              <a:gd name="csY250" fmla="*/ 729920 h 729920"/>
              <a:gd name="csX251" fmla="*/ 1493981 w 1779682"/>
              <a:gd name="csY251" fmla="*/ 729920 h 729920"/>
              <a:gd name="csX252" fmla="*/ 1499928 w 1779682"/>
              <a:gd name="csY252" fmla="*/ 729920 h 729920"/>
              <a:gd name="csX253" fmla="*/ 1505882 w 1779682"/>
              <a:gd name="csY253" fmla="*/ 729920 h 729920"/>
              <a:gd name="csX254" fmla="*/ 1511836 w 1779682"/>
              <a:gd name="csY254" fmla="*/ 729920 h 729920"/>
              <a:gd name="csX255" fmla="*/ 1517789 w 1779682"/>
              <a:gd name="csY255" fmla="*/ 729920 h 729920"/>
              <a:gd name="csX256" fmla="*/ 1523743 w 1779682"/>
              <a:gd name="csY256" fmla="*/ 729920 h 729920"/>
              <a:gd name="csX257" fmla="*/ 1529690 w 1779682"/>
              <a:gd name="csY257" fmla="*/ 729920 h 729920"/>
              <a:gd name="csX258" fmla="*/ 1535643 w 1779682"/>
              <a:gd name="csY258" fmla="*/ 729920 h 729920"/>
              <a:gd name="csX259" fmla="*/ 1541597 w 1779682"/>
              <a:gd name="csY259" fmla="*/ 729920 h 729920"/>
              <a:gd name="csX260" fmla="*/ 1547551 w 1779682"/>
              <a:gd name="csY260" fmla="*/ 729920 h 729920"/>
              <a:gd name="csX261" fmla="*/ 1553497 w 1779682"/>
              <a:gd name="csY261" fmla="*/ 729920 h 729920"/>
              <a:gd name="csX262" fmla="*/ 1559451 w 1779682"/>
              <a:gd name="csY262" fmla="*/ 729920 h 729920"/>
              <a:gd name="csX263" fmla="*/ 1565405 w 1779682"/>
              <a:gd name="csY263" fmla="*/ 729920 h 729920"/>
              <a:gd name="csX264" fmla="*/ 1571359 w 1779682"/>
              <a:gd name="csY264" fmla="*/ 729920 h 729920"/>
              <a:gd name="csX265" fmla="*/ 1577305 w 1779682"/>
              <a:gd name="csY265" fmla="*/ 729920 h 729920"/>
              <a:gd name="csX266" fmla="*/ 1583259 w 1779682"/>
              <a:gd name="csY266" fmla="*/ 729920 h 729920"/>
              <a:gd name="csX267" fmla="*/ 1589213 w 1779682"/>
              <a:gd name="csY267" fmla="*/ 729920 h 729920"/>
              <a:gd name="csX268" fmla="*/ 1595166 w 1779682"/>
              <a:gd name="csY268" fmla="*/ 729920 h 729920"/>
              <a:gd name="csX269" fmla="*/ 1601120 w 1779682"/>
              <a:gd name="csY269" fmla="*/ 729920 h 729920"/>
              <a:gd name="csX270" fmla="*/ 1607067 w 1779682"/>
              <a:gd name="csY270" fmla="*/ 729920 h 729920"/>
              <a:gd name="csX271" fmla="*/ 1613021 w 1779682"/>
              <a:gd name="csY271" fmla="*/ 729920 h 729920"/>
              <a:gd name="csX272" fmla="*/ 1618974 w 1779682"/>
              <a:gd name="csY272" fmla="*/ 729920 h 729920"/>
              <a:gd name="csX273" fmla="*/ 1624928 w 1779682"/>
              <a:gd name="csY273" fmla="*/ 729920 h 729920"/>
              <a:gd name="csX274" fmla="*/ 1630875 w 1779682"/>
              <a:gd name="csY274" fmla="*/ 729920 h 729920"/>
              <a:gd name="csX275" fmla="*/ 1636828 w 1779682"/>
              <a:gd name="csY275" fmla="*/ 729920 h 729920"/>
              <a:gd name="csX276" fmla="*/ 1642782 w 1779682"/>
              <a:gd name="csY276" fmla="*/ 729920 h 729920"/>
              <a:gd name="csX277" fmla="*/ 1648736 w 1779682"/>
              <a:gd name="csY277" fmla="*/ 729920 h 729920"/>
              <a:gd name="csX278" fmla="*/ 1654683 w 1779682"/>
              <a:gd name="csY278" fmla="*/ 729920 h 729920"/>
              <a:gd name="csX279" fmla="*/ 1660636 w 1779682"/>
              <a:gd name="csY279" fmla="*/ 729920 h 729920"/>
              <a:gd name="csX280" fmla="*/ 1666590 w 1779682"/>
              <a:gd name="csY280" fmla="*/ 729920 h 729920"/>
              <a:gd name="csX281" fmla="*/ 1672544 w 1779682"/>
              <a:gd name="csY281" fmla="*/ 729920 h 729920"/>
              <a:gd name="csX282" fmla="*/ 1678497 w 1779682"/>
              <a:gd name="csY282" fmla="*/ 729920 h 729920"/>
              <a:gd name="csX283" fmla="*/ 1684444 w 1779682"/>
              <a:gd name="csY283" fmla="*/ 729920 h 729920"/>
              <a:gd name="csX284" fmla="*/ 1690398 w 1779682"/>
              <a:gd name="csY284" fmla="*/ 729920 h 729920"/>
              <a:gd name="csX285" fmla="*/ 1696352 w 1779682"/>
              <a:gd name="csY285" fmla="*/ 729920 h 729920"/>
              <a:gd name="csX286" fmla="*/ 1702305 w 1779682"/>
              <a:gd name="csY286" fmla="*/ 729920 h 729920"/>
              <a:gd name="csX287" fmla="*/ 1708252 w 1779682"/>
              <a:gd name="csY287" fmla="*/ 729920 h 729920"/>
              <a:gd name="csX288" fmla="*/ 1714206 w 1779682"/>
              <a:gd name="csY288" fmla="*/ 729920 h 729920"/>
              <a:gd name="csX289" fmla="*/ 1720160 w 1779682"/>
              <a:gd name="csY289" fmla="*/ 729920 h 729920"/>
              <a:gd name="csX290" fmla="*/ 1726113 w 1779682"/>
              <a:gd name="csY290" fmla="*/ 729920 h 729920"/>
              <a:gd name="csX291" fmla="*/ 1732067 w 1779682"/>
              <a:gd name="csY291" fmla="*/ 729920 h 729920"/>
              <a:gd name="csX292" fmla="*/ 1738014 w 1779682"/>
              <a:gd name="csY292" fmla="*/ 729920 h 729920"/>
              <a:gd name="csX293" fmla="*/ 1743967 w 1779682"/>
              <a:gd name="csY293" fmla="*/ 729920 h 729920"/>
              <a:gd name="csX294" fmla="*/ 1749921 w 1779682"/>
              <a:gd name="csY294" fmla="*/ 729920 h 729920"/>
              <a:gd name="csX295" fmla="*/ 1755875 w 1779682"/>
              <a:gd name="csY295" fmla="*/ 729920 h 729920"/>
              <a:gd name="csX296" fmla="*/ 1761822 w 1779682"/>
              <a:gd name="csY296" fmla="*/ 729920 h 729920"/>
              <a:gd name="csX297" fmla="*/ 1767775 w 1779682"/>
              <a:gd name="csY297" fmla="*/ 729920 h 729920"/>
              <a:gd name="csX298" fmla="*/ 1773729 w 1779682"/>
              <a:gd name="csY298" fmla="*/ 729920 h 729920"/>
              <a:gd name="csX299" fmla="*/ 1779683 w 1779682"/>
              <a:gd name="csY299" fmla="*/ 729920 h 7299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779682" h="729920">
                <a:moveTo>
                  <a:pt x="0" y="720630"/>
                </a:moveTo>
                <a:lnTo>
                  <a:pt x="5952" y="719241"/>
                </a:lnTo>
                <a:lnTo>
                  <a:pt x="11904" y="717671"/>
                </a:lnTo>
                <a:lnTo>
                  <a:pt x="17856" y="715905"/>
                </a:lnTo>
                <a:lnTo>
                  <a:pt x="23809" y="713923"/>
                </a:lnTo>
                <a:lnTo>
                  <a:pt x="29760" y="711696"/>
                </a:lnTo>
                <a:lnTo>
                  <a:pt x="35713" y="709211"/>
                </a:lnTo>
                <a:lnTo>
                  <a:pt x="41665" y="706433"/>
                </a:lnTo>
                <a:lnTo>
                  <a:pt x="47617" y="703348"/>
                </a:lnTo>
                <a:lnTo>
                  <a:pt x="53569" y="699928"/>
                </a:lnTo>
                <a:lnTo>
                  <a:pt x="59521" y="696138"/>
                </a:lnTo>
                <a:lnTo>
                  <a:pt x="65473" y="691957"/>
                </a:lnTo>
                <a:lnTo>
                  <a:pt x="71425" y="687358"/>
                </a:lnTo>
                <a:lnTo>
                  <a:pt x="77377" y="682304"/>
                </a:lnTo>
                <a:lnTo>
                  <a:pt x="83330" y="676776"/>
                </a:lnTo>
                <a:lnTo>
                  <a:pt x="89282" y="670732"/>
                </a:lnTo>
                <a:lnTo>
                  <a:pt x="95234" y="664157"/>
                </a:lnTo>
                <a:lnTo>
                  <a:pt x="101186" y="657010"/>
                </a:lnTo>
                <a:lnTo>
                  <a:pt x="107138" y="649276"/>
                </a:lnTo>
                <a:lnTo>
                  <a:pt x="113090" y="640915"/>
                </a:lnTo>
                <a:lnTo>
                  <a:pt x="119042" y="631918"/>
                </a:lnTo>
                <a:lnTo>
                  <a:pt x="124994" y="622244"/>
                </a:lnTo>
                <a:lnTo>
                  <a:pt x="130946" y="611893"/>
                </a:lnTo>
                <a:lnTo>
                  <a:pt x="136898" y="600830"/>
                </a:lnTo>
                <a:lnTo>
                  <a:pt x="142851" y="589048"/>
                </a:lnTo>
                <a:lnTo>
                  <a:pt x="148803" y="576547"/>
                </a:lnTo>
                <a:lnTo>
                  <a:pt x="154755" y="563307"/>
                </a:lnTo>
                <a:lnTo>
                  <a:pt x="160707" y="549327"/>
                </a:lnTo>
                <a:lnTo>
                  <a:pt x="166659" y="534620"/>
                </a:lnTo>
                <a:lnTo>
                  <a:pt x="172611" y="519195"/>
                </a:lnTo>
                <a:lnTo>
                  <a:pt x="178563" y="503065"/>
                </a:lnTo>
                <a:lnTo>
                  <a:pt x="184516" y="486246"/>
                </a:lnTo>
                <a:lnTo>
                  <a:pt x="190467" y="468772"/>
                </a:lnTo>
                <a:lnTo>
                  <a:pt x="196419" y="450676"/>
                </a:lnTo>
                <a:lnTo>
                  <a:pt x="202372" y="431999"/>
                </a:lnTo>
                <a:lnTo>
                  <a:pt x="208324" y="412790"/>
                </a:lnTo>
                <a:lnTo>
                  <a:pt x="214276" y="393105"/>
                </a:lnTo>
                <a:lnTo>
                  <a:pt x="220228" y="373004"/>
                </a:lnTo>
                <a:lnTo>
                  <a:pt x="226180" y="352555"/>
                </a:lnTo>
                <a:lnTo>
                  <a:pt x="232132" y="331836"/>
                </a:lnTo>
                <a:lnTo>
                  <a:pt x="238084" y="310925"/>
                </a:lnTo>
                <a:lnTo>
                  <a:pt x="244037" y="289912"/>
                </a:lnTo>
                <a:lnTo>
                  <a:pt x="249988" y="268886"/>
                </a:lnTo>
                <a:lnTo>
                  <a:pt x="255941" y="247944"/>
                </a:lnTo>
                <a:lnTo>
                  <a:pt x="261893" y="227188"/>
                </a:lnTo>
                <a:lnTo>
                  <a:pt x="267845" y="206720"/>
                </a:lnTo>
                <a:lnTo>
                  <a:pt x="273797" y="186647"/>
                </a:lnTo>
                <a:lnTo>
                  <a:pt x="279749" y="167077"/>
                </a:lnTo>
                <a:lnTo>
                  <a:pt x="285701" y="148115"/>
                </a:lnTo>
                <a:lnTo>
                  <a:pt x="291653" y="129872"/>
                </a:lnTo>
                <a:lnTo>
                  <a:pt x="297605" y="112452"/>
                </a:lnTo>
                <a:lnTo>
                  <a:pt x="303558" y="95959"/>
                </a:lnTo>
                <a:lnTo>
                  <a:pt x="309509" y="80494"/>
                </a:lnTo>
                <a:lnTo>
                  <a:pt x="315462" y="66152"/>
                </a:lnTo>
                <a:lnTo>
                  <a:pt x="321414" y="53023"/>
                </a:lnTo>
                <a:lnTo>
                  <a:pt x="327366" y="41191"/>
                </a:lnTo>
                <a:lnTo>
                  <a:pt x="333318" y="30732"/>
                </a:lnTo>
                <a:lnTo>
                  <a:pt x="339270" y="21715"/>
                </a:lnTo>
                <a:lnTo>
                  <a:pt x="345223" y="14200"/>
                </a:lnTo>
                <a:lnTo>
                  <a:pt x="351174" y="8236"/>
                </a:lnTo>
                <a:lnTo>
                  <a:pt x="357126" y="3864"/>
                </a:lnTo>
                <a:lnTo>
                  <a:pt x="363079" y="1112"/>
                </a:lnTo>
                <a:lnTo>
                  <a:pt x="369030" y="0"/>
                </a:lnTo>
                <a:lnTo>
                  <a:pt x="374983" y="535"/>
                </a:lnTo>
                <a:lnTo>
                  <a:pt x="380935" y="2712"/>
                </a:lnTo>
                <a:lnTo>
                  <a:pt x="386887" y="6518"/>
                </a:lnTo>
                <a:lnTo>
                  <a:pt x="392839" y="11928"/>
                </a:lnTo>
                <a:lnTo>
                  <a:pt x="398791" y="18904"/>
                </a:lnTo>
                <a:lnTo>
                  <a:pt x="404744" y="27400"/>
                </a:lnTo>
                <a:lnTo>
                  <a:pt x="410695" y="37360"/>
                </a:lnTo>
                <a:lnTo>
                  <a:pt x="416648" y="48718"/>
                </a:lnTo>
                <a:lnTo>
                  <a:pt x="422600" y="61401"/>
                </a:lnTo>
                <a:lnTo>
                  <a:pt x="428551" y="75327"/>
                </a:lnTo>
                <a:lnTo>
                  <a:pt x="434504" y="90409"/>
                </a:lnTo>
                <a:lnTo>
                  <a:pt x="440456" y="106553"/>
                </a:lnTo>
                <a:lnTo>
                  <a:pt x="446408" y="123659"/>
                </a:lnTo>
                <a:lnTo>
                  <a:pt x="452360" y="141625"/>
                </a:lnTo>
                <a:lnTo>
                  <a:pt x="458312" y="160346"/>
                </a:lnTo>
                <a:lnTo>
                  <a:pt x="464265" y="179715"/>
                </a:lnTo>
                <a:lnTo>
                  <a:pt x="470216" y="199625"/>
                </a:lnTo>
                <a:lnTo>
                  <a:pt x="476169" y="219966"/>
                </a:lnTo>
                <a:lnTo>
                  <a:pt x="482121" y="240633"/>
                </a:lnTo>
                <a:lnTo>
                  <a:pt x="488073" y="261521"/>
                </a:lnTo>
                <a:lnTo>
                  <a:pt x="494025" y="282528"/>
                </a:lnTo>
                <a:lnTo>
                  <a:pt x="499977" y="303557"/>
                </a:lnTo>
                <a:lnTo>
                  <a:pt x="505929" y="324514"/>
                </a:lnTo>
                <a:lnTo>
                  <a:pt x="511881" y="345310"/>
                </a:lnTo>
                <a:lnTo>
                  <a:pt x="517833" y="365862"/>
                </a:lnTo>
                <a:lnTo>
                  <a:pt x="523786" y="386094"/>
                </a:lnTo>
                <a:lnTo>
                  <a:pt x="529737" y="405932"/>
                </a:lnTo>
                <a:lnTo>
                  <a:pt x="535690" y="425316"/>
                </a:lnTo>
                <a:lnTo>
                  <a:pt x="541642" y="444185"/>
                </a:lnTo>
                <a:lnTo>
                  <a:pt x="547594" y="462489"/>
                </a:lnTo>
                <a:lnTo>
                  <a:pt x="553546" y="480185"/>
                </a:lnTo>
                <a:lnTo>
                  <a:pt x="559498" y="497237"/>
                </a:lnTo>
                <a:lnTo>
                  <a:pt x="565451" y="513611"/>
                </a:lnTo>
                <a:lnTo>
                  <a:pt x="571402" y="529288"/>
                </a:lnTo>
                <a:lnTo>
                  <a:pt x="577354" y="544252"/>
                </a:lnTo>
                <a:lnTo>
                  <a:pt x="583307" y="558484"/>
                </a:lnTo>
                <a:lnTo>
                  <a:pt x="589258" y="571983"/>
                </a:lnTo>
                <a:lnTo>
                  <a:pt x="595211" y="584742"/>
                </a:lnTo>
                <a:lnTo>
                  <a:pt x="601163" y="596782"/>
                </a:lnTo>
                <a:lnTo>
                  <a:pt x="607115" y="608089"/>
                </a:lnTo>
                <a:lnTo>
                  <a:pt x="613067" y="618691"/>
                </a:lnTo>
                <a:lnTo>
                  <a:pt x="619019" y="628602"/>
                </a:lnTo>
                <a:lnTo>
                  <a:pt x="624972" y="637830"/>
                </a:lnTo>
                <a:lnTo>
                  <a:pt x="630923" y="646415"/>
                </a:lnTo>
                <a:lnTo>
                  <a:pt x="636876" y="654364"/>
                </a:lnTo>
                <a:lnTo>
                  <a:pt x="642828" y="661714"/>
                </a:lnTo>
                <a:lnTo>
                  <a:pt x="648777" y="668484"/>
                </a:lnTo>
                <a:lnTo>
                  <a:pt x="654731" y="674710"/>
                </a:lnTo>
                <a:lnTo>
                  <a:pt x="660685" y="680420"/>
                </a:lnTo>
                <a:lnTo>
                  <a:pt x="666639" y="685634"/>
                </a:lnTo>
                <a:lnTo>
                  <a:pt x="672585" y="690394"/>
                </a:lnTo>
                <a:lnTo>
                  <a:pt x="678539" y="694714"/>
                </a:lnTo>
                <a:lnTo>
                  <a:pt x="684493" y="698637"/>
                </a:lnTo>
                <a:lnTo>
                  <a:pt x="690446" y="702190"/>
                </a:lnTo>
                <a:lnTo>
                  <a:pt x="696400" y="705386"/>
                </a:lnTo>
                <a:lnTo>
                  <a:pt x="702347" y="708269"/>
                </a:lnTo>
                <a:lnTo>
                  <a:pt x="708301" y="710851"/>
                </a:lnTo>
                <a:lnTo>
                  <a:pt x="714254" y="713169"/>
                </a:lnTo>
                <a:lnTo>
                  <a:pt x="720208" y="715235"/>
                </a:lnTo>
                <a:lnTo>
                  <a:pt x="726155" y="717077"/>
                </a:lnTo>
                <a:lnTo>
                  <a:pt x="732108" y="718711"/>
                </a:lnTo>
                <a:lnTo>
                  <a:pt x="738062" y="720162"/>
                </a:lnTo>
                <a:lnTo>
                  <a:pt x="744016" y="721440"/>
                </a:lnTo>
                <a:lnTo>
                  <a:pt x="749963" y="722570"/>
                </a:lnTo>
                <a:lnTo>
                  <a:pt x="755916" y="723562"/>
                </a:lnTo>
                <a:lnTo>
                  <a:pt x="761870" y="724434"/>
                </a:lnTo>
                <a:lnTo>
                  <a:pt x="767824" y="725202"/>
                </a:lnTo>
                <a:lnTo>
                  <a:pt x="773777" y="725865"/>
                </a:lnTo>
                <a:lnTo>
                  <a:pt x="779724" y="726444"/>
                </a:lnTo>
                <a:lnTo>
                  <a:pt x="785678" y="726947"/>
                </a:lnTo>
                <a:lnTo>
                  <a:pt x="791632" y="727386"/>
                </a:lnTo>
                <a:lnTo>
                  <a:pt x="797585" y="727763"/>
                </a:lnTo>
                <a:lnTo>
                  <a:pt x="803532" y="728084"/>
                </a:lnTo>
                <a:lnTo>
                  <a:pt x="809486" y="728364"/>
                </a:lnTo>
                <a:lnTo>
                  <a:pt x="815439" y="728608"/>
                </a:lnTo>
                <a:lnTo>
                  <a:pt x="821393" y="728810"/>
                </a:lnTo>
                <a:lnTo>
                  <a:pt x="827340" y="728985"/>
                </a:lnTo>
                <a:lnTo>
                  <a:pt x="833294" y="729138"/>
                </a:lnTo>
                <a:lnTo>
                  <a:pt x="839247" y="729264"/>
                </a:lnTo>
                <a:lnTo>
                  <a:pt x="845201" y="729369"/>
                </a:lnTo>
                <a:lnTo>
                  <a:pt x="851155" y="729459"/>
                </a:lnTo>
                <a:lnTo>
                  <a:pt x="857102" y="729536"/>
                </a:lnTo>
                <a:lnTo>
                  <a:pt x="863055" y="729606"/>
                </a:lnTo>
                <a:lnTo>
                  <a:pt x="869009" y="729655"/>
                </a:lnTo>
                <a:lnTo>
                  <a:pt x="874963" y="729704"/>
                </a:lnTo>
                <a:lnTo>
                  <a:pt x="880909" y="729739"/>
                </a:lnTo>
                <a:lnTo>
                  <a:pt x="886863" y="729774"/>
                </a:lnTo>
                <a:lnTo>
                  <a:pt x="892817" y="729801"/>
                </a:lnTo>
                <a:lnTo>
                  <a:pt x="898771" y="729822"/>
                </a:lnTo>
                <a:lnTo>
                  <a:pt x="904717" y="729836"/>
                </a:lnTo>
                <a:lnTo>
                  <a:pt x="910671" y="729857"/>
                </a:lnTo>
                <a:lnTo>
                  <a:pt x="916625" y="729864"/>
                </a:lnTo>
                <a:lnTo>
                  <a:pt x="922578" y="729878"/>
                </a:lnTo>
                <a:lnTo>
                  <a:pt x="928532" y="729885"/>
                </a:lnTo>
                <a:lnTo>
                  <a:pt x="934479" y="729892"/>
                </a:lnTo>
                <a:lnTo>
                  <a:pt x="940433" y="729899"/>
                </a:lnTo>
                <a:lnTo>
                  <a:pt x="946386" y="729899"/>
                </a:lnTo>
                <a:lnTo>
                  <a:pt x="952340" y="729906"/>
                </a:lnTo>
                <a:lnTo>
                  <a:pt x="958287" y="729906"/>
                </a:lnTo>
                <a:lnTo>
                  <a:pt x="964240" y="729913"/>
                </a:lnTo>
                <a:lnTo>
                  <a:pt x="970194" y="729913"/>
                </a:lnTo>
                <a:lnTo>
                  <a:pt x="976148" y="729913"/>
                </a:lnTo>
                <a:lnTo>
                  <a:pt x="982095" y="729913"/>
                </a:lnTo>
                <a:lnTo>
                  <a:pt x="988048" y="729913"/>
                </a:lnTo>
                <a:lnTo>
                  <a:pt x="994002" y="729920"/>
                </a:lnTo>
                <a:lnTo>
                  <a:pt x="999956" y="729920"/>
                </a:lnTo>
                <a:lnTo>
                  <a:pt x="1005909" y="729920"/>
                </a:lnTo>
                <a:lnTo>
                  <a:pt x="1011856" y="729920"/>
                </a:lnTo>
                <a:lnTo>
                  <a:pt x="1017810" y="729920"/>
                </a:lnTo>
                <a:lnTo>
                  <a:pt x="1023764" y="729920"/>
                </a:lnTo>
                <a:lnTo>
                  <a:pt x="1029717" y="729920"/>
                </a:lnTo>
                <a:lnTo>
                  <a:pt x="1035664" y="729920"/>
                </a:lnTo>
                <a:lnTo>
                  <a:pt x="1041618" y="729920"/>
                </a:lnTo>
                <a:lnTo>
                  <a:pt x="1047571" y="729920"/>
                </a:lnTo>
                <a:lnTo>
                  <a:pt x="1053525" y="729920"/>
                </a:lnTo>
                <a:lnTo>
                  <a:pt x="1059472" y="729920"/>
                </a:lnTo>
                <a:lnTo>
                  <a:pt x="1065426" y="729920"/>
                </a:lnTo>
                <a:lnTo>
                  <a:pt x="1071379" y="729920"/>
                </a:lnTo>
                <a:lnTo>
                  <a:pt x="1077333" y="729920"/>
                </a:lnTo>
                <a:lnTo>
                  <a:pt x="1083287" y="729920"/>
                </a:lnTo>
                <a:lnTo>
                  <a:pt x="1089234" y="729920"/>
                </a:lnTo>
                <a:lnTo>
                  <a:pt x="1095187" y="729920"/>
                </a:lnTo>
                <a:lnTo>
                  <a:pt x="1101141" y="729920"/>
                </a:lnTo>
                <a:lnTo>
                  <a:pt x="1107095" y="729920"/>
                </a:lnTo>
                <a:lnTo>
                  <a:pt x="1113041" y="729920"/>
                </a:lnTo>
                <a:lnTo>
                  <a:pt x="1118995" y="729920"/>
                </a:lnTo>
                <a:lnTo>
                  <a:pt x="1124949" y="729920"/>
                </a:lnTo>
                <a:lnTo>
                  <a:pt x="1130903" y="729920"/>
                </a:lnTo>
                <a:lnTo>
                  <a:pt x="1136849" y="729920"/>
                </a:lnTo>
                <a:lnTo>
                  <a:pt x="1142803" y="729920"/>
                </a:lnTo>
                <a:lnTo>
                  <a:pt x="1148757" y="729920"/>
                </a:lnTo>
                <a:lnTo>
                  <a:pt x="1154710" y="729920"/>
                </a:lnTo>
                <a:lnTo>
                  <a:pt x="1160664" y="729920"/>
                </a:lnTo>
                <a:lnTo>
                  <a:pt x="1166611" y="729920"/>
                </a:lnTo>
                <a:lnTo>
                  <a:pt x="1172565" y="729920"/>
                </a:lnTo>
                <a:lnTo>
                  <a:pt x="1178518" y="729920"/>
                </a:lnTo>
                <a:lnTo>
                  <a:pt x="1184472" y="729920"/>
                </a:lnTo>
                <a:lnTo>
                  <a:pt x="1190419" y="729920"/>
                </a:lnTo>
                <a:lnTo>
                  <a:pt x="1196372" y="729920"/>
                </a:lnTo>
                <a:lnTo>
                  <a:pt x="1202326" y="729920"/>
                </a:lnTo>
                <a:lnTo>
                  <a:pt x="1208280" y="729920"/>
                </a:lnTo>
                <a:lnTo>
                  <a:pt x="1214234" y="729920"/>
                </a:lnTo>
                <a:lnTo>
                  <a:pt x="1220180" y="729920"/>
                </a:lnTo>
                <a:lnTo>
                  <a:pt x="1226134" y="729920"/>
                </a:lnTo>
                <a:lnTo>
                  <a:pt x="1232088" y="729920"/>
                </a:lnTo>
                <a:lnTo>
                  <a:pt x="1238041" y="729920"/>
                </a:lnTo>
                <a:lnTo>
                  <a:pt x="1243988" y="729920"/>
                </a:lnTo>
                <a:lnTo>
                  <a:pt x="1249942" y="729920"/>
                </a:lnTo>
                <a:lnTo>
                  <a:pt x="1255896" y="729920"/>
                </a:lnTo>
                <a:lnTo>
                  <a:pt x="1261849" y="729920"/>
                </a:lnTo>
                <a:lnTo>
                  <a:pt x="1267796" y="729920"/>
                </a:lnTo>
                <a:lnTo>
                  <a:pt x="1273750" y="729920"/>
                </a:lnTo>
                <a:lnTo>
                  <a:pt x="1279703" y="729920"/>
                </a:lnTo>
                <a:lnTo>
                  <a:pt x="1285657" y="729920"/>
                </a:lnTo>
                <a:lnTo>
                  <a:pt x="1291611" y="729920"/>
                </a:lnTo>
                <a:lnTo>
                  <a:pt x="1297558" y="729920"/>
                </a:lnTo>
                <a:lnTo>
                  <a:pt x="1303511" y="729920"/>
                </a:lnTo>
                <a:lnTo>
                  <a:pt x="1309465" y="729920"/>
                </a:lnTo>
                <a:lnTo>
                  <a:pt x="1315419" y="729920"/>
                </a:lnTo>
                <a:lnTo>
                  <a:pt x="1321365" y="729920"/>
                </a:lnTo>
                <a:lnTo>
                  <a:pt x="1327319" y="729920"/>
                </a:lnTo>
                <a:lnTo>
                  <a:pt x="1333273" y="729920"/>
                </a:lnTo>
                <a:lnTo>
                  <a:pt x="1339227" y="729920"/>
                </a:lnTo>
                <a:lnTo>
                  <a:pt x="1345173" y="729920"/>
                </a:lnTo>
                <a:lnTo>
                  <a:pt x="1351127" y="729920"/>
                </a:lnTo>
                <a:lnTo>
                  <a:pt x="1357081" y="729920"/>
                </a:lnTo>
                <a:lnTo>
                  <a:pt x="1363035" y="729920"/>
                </a:lnTo>
                <a:lnTo>
                  <a:pt x="1368988" y="729920"/>
                </a:lnTo>
                <a:lnTo>
                  <a:pt x="1374935" y="729920"/>
                </a:lnTo>
                <a:lnTo>
                  <a:pt x="1380889" y="729920"/>
                </a:lnTo>
                <a:lnTo>
                  <a:pt x="1386842" y="729920"/>
                </a:lnTo>
                <a:lnTo>
                  <a:pt x="1392796" y="729920"/>
                </a:lnTo>
                <a:lnTo>
                  <a:pt x="1398743" y="729920"/>
                </a:lnTo>
                <a:lnTo>
                  <a:pt x="1404697" y="729920"/>
                </a:lnTo>
                <a:lnTo>
                  <a:pt x="1410650" y="729920"/>
                </a:lnTo>
                <a:lnTo>
                  <a:pt x="1416604" y="729920"/>
                </a:lnTo>
                <a:lnTo>
                  <a:pt x="1422551" y="729920"/>
                </a:lnTo>
                <a:lnTo>
                  <a:pt x="1428504" y="729920"/>
                </a:lnTo>
                <a:lnTo>
                  <a:pt x="1434458" y="729920"/>
                </a:lnTo>
                <a:lnTo>
                  <a:pt x="1440412" y="729920"/>
                </a:lnTo>
                <a:lnTo>
                  <a:pt x="1446366" y="729920"/>
                </a:lnTo>
                <a:lnTo>
                  <a:pt x="1452312" y="729920"/>
                </a:lnTo>
                <a:lnTo>
                  <a:pt x="1458266" y="729920"/>
                </a:lnTo>
                <a:lnTo>
                  <a:pt x="1464220" y="729920"/>
                </a:lnTo>
                <a:lnTo>
                  <a:pt x="1470173" y="729920"/>
                </a:lnTo>
                <a:lnTo>
                  <a:pt x="1476120" y="729920"/>
                </a:lnTo>
                <a:lnTo>
                  <a:pt x="1482074" y="729920"/>
                </a:lnTo>
                <a:lnTo>
                  <a:pt x="1488028" y="729920"/>
                </a:lnTo>
                <a:lnTo>
                  <a:pt x="1493981" y="729920"/>
                </a:lnTo>
                <a:lnTo>
                  <a:pt x="1499928" y="729920"/>
                </a:lnTo>
                <a:lnTo>
                  <a:pt x="1505882" y="729920"/>
                </a:lnTo>
                <a:lnTo>
                  <a:pt x="1511836" y="729920"/>
                </a:lnTo>
                <a:lnTo>
                  <a:pt x="1517789" y="729920"/>
                </a:lnTo>
                <a:lnTo>
                  <a:pt x="1523743" y="729920"/>
                </a:lnTo>
                <a:lnTo>
                  <a:pt x="1529690" y="729920"/>
                </a:lnTo>
                <a:lnTo>
                  <a:pt x="1535643" y="729920"/>
                </a:lnTo>
                <a:lnTo>
                  <a:pt x="1541597" y="729920"/>
                </a:lnTo>
                <a:lnTo>
                  <a:pt x="1547551" y="729920"/>
                </a:lnTo>
                <a:lnTo>
                  <a:pt x="1553497" y="729920"/>
                </a:lnTo>
                <a:lnTo>
                  <a:pt x="1559451" y="729920"/>
                </a:lnTo>
                <a:lnTo>
                  <a:pt x="1565405" y="729920"/>
                </a:lnTo>
                <a:lnTo>
                  <a:pt x="1571359" y="729920"/>
                </a:lnTo>
                <a:lnTo>
                  <a:pt x="1577305" y="729920"/>
                </a:lnTo>
                <a:lnTo>
                  <a:pt x="1583259" y="729920"/>
                </a:lnTo>
                <a:lnTo>
                  <a:pt x="1589213" y="729920"/>
                </a:lnTo>
                <a:lnTo>
                  <a:pt x="1595166" y="729920"/>
                </a:lnTo>
                <a:lnTo>
                  <a:pt x="1601120" y="729920"/>
                </a:lnTo>
                <a:lnTo>
                  <a:pt x="1607067" y="729920"/>
                </a:lnTo>
                <a:lnTo>
                  <a:pt x="1613021" y="729920"/>
                </a:lnTo>
                <a:lnTo>
                  <a:pt x="1618974" y="729920"/>
                </a:lnTo>
                <a:lnTo>
                  <a:pt x="1624928" y="729920"/>
                </a:lnTo>
                <a:lnTo>
                  <a:pt x="1630875" y="729920"/>
                </a:lnTo>
                <a:lnTo>
                  <a:pt x="1636828" y="729920"/>
                </a:lnTo>
                <a:lnTo>
                  <a:pt x="1642782" y="729920"/>
                </a:lnTo>
                <a:lnTo>
                  <a:pt x="1648736" y="729920"/>
                </a:lnTo>
                <a:lnTo>
                  <a:pt x="1654683" y="729920"/>
                </a:lnTo>
                <a:lnTo>
                  <a:pt x="1660636" y="729920"/>
                </a:lnTo>
                <a:lnTo>
                  <a:pt x="1666590" y="729920"/>
                </a:lnTo>
                <a:lnTo>
                  <a:pt x="1672544" y="729920"/>
                </a:lnTo>
                <a:lnTo>
                  <a:pt x="1678497" y="729920"/>
                </a:lnTo>
                <a:lnTo>
                  <a:pt x="1684444" y="729920"/>
                </a:lnTo>
                <a:lnTo>
                  <a:pt x="1690398" y="729920"/>
                </a:lnTo>
                <a:lnTo>
                  <a:pt x="1696352" y="729920"/>
                </a:lnTo>
                <a:lnTo>
                  <a:pt x="1702305" y="729920"/>
                </a:lnTo>
                <a:lnTo>
                  <a:pt x="1708252" y="729920"/>
                </a:lnTo>
                <a:lnTo>
                  <a:pt x="1714206" y="729920"/>
                </a:lnTo>
                <a:lnTo>
                  <a:pt x="1720160" y="729920"/>
                </a:lnTo>
                <a:lnTo>
                  <a:pt x="1726113" y="729920"/>
                </a:lnTo>
                <a:lnTo>
                  <a:pt x="1732067" y="729920"/>
                </a:lnTo>
                <a:lnTo>
                  <a:pt x="1738014" y="729920"/>
                </a:lnTo>
                <a:lnTo>
                  <a:pt x="1743967" y="729920"/>
                </a:lnTo>
                <a:lnTo>
                  <a:pt x="1749921" y="729920"/>
                </a:lnTo>
                <a:lnTo>
                  <a:pt x="1755875" y="729920"/>
                </a:lnTo>
                <a:lnTo>
                  <a:pt x="1761822" y="729920"/>
                </a:lnTo>
                <a:lnTo>
                  <a:pt x="1767775" y="729920"/>
                </a:lnTo>
                <a:lnTo>
                  <a:pt x="1773729" y="729920"/>
                </a:lnTo>
                <a:lnTo>
                  <a:pt x="1779683" y="729920"/>
                </a:lnTo>
              </a:path>
            </a:pathLst>
          </a:custGeom>
          <a:noFill/>
          <a:ln w="12700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156" name="Freeform 3155">
            <a:extLst>
              <a:ext uri="{FF2B5EF4-FFF2-40B4-BE49-F238E27FC236}">
                <a16:creationId xmlns:a16="http://schemas.microsoft.com/office/drawing/2014/main" id="{8BD96F63-6A5E-FF33-5B97-BC3D7AD66B13}"/>
              </a:ext>
            </a:extLst>
          </p:cNvPr>
          <p:cNvSpPr/>
          <p:nvPr/>
        </p:nvSpPr>
        <p:spPr>
          <a:xfrm>
            <a:off x="3461402" y="2191932"/>
            <a:ext cx="1779682" cy="496923"/>
          </a:xfrm>
          <a:custGeom>
            <a:avLst/>
            <a:gdLst>
              <a:gd name="csX0" fmla="*/ 0 w 1779682"/>
              <a:gd name="csY0" fmla="*/ 496909 h 496923"/>
              <a:gd name="csX1" fmla="*/ 5952 w 1779682"/>
              <a:gd name="csY1" fmla="*/ 496909 h 496923"/>
              <a:gd name="csX2" fmla="*/ 11904 w 1779682"/>
              <a:gd name="csY2" fmla="*/ 496909 h 496923"/>
              <a:gd name="csX3" fmla="*/ 17856 w 1779682"/>
              <a:gd name="csY3" fmla="*/ 496902 h 496923"/>
              <a:gd name="csX4" fmla="*/ 23809 w 1779682"/>
              <a:gd name="csY4" fmla="*/ 496902 h 496923"/>
              <a:gd name="csX5" fmla="*/ 29760 w 1779682"/>
              <a:gd name="csY5" fmla="*/ 496902 h 496923"/>
              <a:gd name="csX6" fmla="*/ 35713 w 1779682"/>
              <a:gd name="csY6" fmla="*/ 496895 h 496923"/>
              <a:gd name="csX7" fmla="*/ 41665 w 1779682"/>
              <a:gd name="csY7" fmla="*/ 496895 h 496923"/>
              <a:gd name="csX8" fmla="*/ 47617 w 1779682"/>
              <a:gd name="csY8" fmla="*/ 496889 h 496923"/>
              <a:gd name="csX9" fmla="*/ 53569 w 1779682"/>
              <a:gd name="csY9" fmla="*/ 496882 h 496923"/>
              <a:gd name="csX10" fmla="*/ 59521 w 1779682"/>
              <a:gd name="csY10" fmla="*/ 496875 h 496923"/>
              <a:gd name="csX11" fmla="*/ 65473 w 1779682"/>
              <a:gd name="csY11" fmla="*/ 496868 h 496923"/>
              <a:gd name="csX12" fmla="*/ 71425 w 1779682"/>
              <a:gd name="csY12" fmla="*/ 496861 h 496923"/>
              <a:gd name="csX13" fmla="*/ 77377 w 1779682"/>
              <a:gd name="csY13" fmla="*/ 496854 h 496923"/>
              <a:gd name="csX14" fmla="*/ 83330 w 1779682"/>
              <a:gd name="csY14" fmla="*/ 496840 h 496923"/>
              <a:gd name="csX15" fmla="*/ 89282 w 1779682"/>
              <a:gd name="csY15" fmla="*/ 496833 h 496923"/>
              <a:gd name="csX16" fmla="*/ 95234 w 1779682"/>
              <a:gd name="csY16" fmla="*/ 496819 h 496923"/>
              <a:gd name="csX17" fmla="*/ 101186 w 1779682"/>
              <a:gd name="csY17" fmla="*/ 496798 h 496923"/>
              <a:gd name="csX18" fmla="*/ 107138 w 1779682"/>
              <a:gd name="csY18" fmla="*/ 496784 h 496923"/>
              <a:gd name="csX19" fmla="*/ 113090 w 1779682"/>
              <a:gd name="csY19" fmla="*/ 496763 h 496923"/>
              <a:gd name="csX20" fmla="*/ 119042 w 1779682"/>
              <a:gd name="csY20" fmla="*/ 496742 h 496923"/>
              <a:gd name="csX21" fmla="*/ 124994 w 1779682"/>
              <a:gd name="csY21" fmla="*/ 496721 h 496923"/>
              <a:gd name="csX22" fmla="*/ 130946 w 1779682"/>
              <a:gd name="csY22" fmla="*/ 496693 h 496923"/>
              <a:gd name="csX23" fmla="*/ 136898 w 1779682"/>
              <a:gd name="csY23" fmla="*/ 496658 h 496923"/>
              <a:gd name="csX24" fmla="*/ 142851 w 1779682"/>
              <a:gd name="csY24" fmla="*/ 496623 h 496923"/>
              <a:gd name="csX25" fmla="*/ 148803 w 1779682"/>
              <a:gd name="csY25" fmla="*/ 496581 h 496923"/>
              <a:gd name="csX26" fmla="*/ 154755 w 1779682"/>
              <a:gd name="csY26" fmla="*/ 496540 h 496923"/>
              <a:gd name="csX27" fmla="*/ 160707 w 1779682"/>
              <a:gd name="csY27" fmla="*/ 496491 h 496923"/>
              <a:gd name="csX28" fmla="*/ 166659 w 1779682"/>
              <a:gd name="csY28" fmla="*/ 496435 h 496923"/>
              <a:gd name="csX29" fmla="*/ 172611 w 1779682"/>
              <a:gd name="csY29" fmla="*/ 496372 h 496923"/>
              <a:gd name="csX30" fmla="*/ 178563 w 1779682"/>
              <a:gd name="csY30" fmla="*/ 496302 h 496923"/>
              <a:gd name="csX31" fmla="*/ 184516 w 1779682"/>
              <a:gd name="csY31" fmla="*/ 496225 h 496923"/>
              <a:gd name="csX32" fmla="*/ 190467 w 1779682"/>
              <a:gd name="csY32" fmla="*/ 496135 h 496923"/>
              <a:gd name="csX33" fmla="*/ 196419 w 1779682"/>
              <a:gd name="csY33" fmla="*/ 496044 h 496923"/>
              <a:gd name="csX34" fmla="*/ 202372 w 1779682"/>
              <a:gd name="csY34" fmla="*/ 495932 h 496923"/>
              <a:gd name="csX35" fmla="*/ 208324 w 1779682"/>
              <a:gd name="csY35" fmla="*/ 495814 h 496923"/>
              <a:gd name="csX36" fmla="*/ 214276 w 1779682"/>
              <a:gd name="csY36" fmla="*/ 495681 h 496923"/>
              <a:gd name="csX37" fmla="*/ 220228 w 1779682"/>
              <a:gd name="csY37" fmla="*/ 495534 h 496923"/>
              <a:gd name="csX38" fmla="*/ 226180 w 1779682"/>
              <a:gd name="csY38" fmla="*/ 495374 h 496923"/>
              <a:gd name="csX39" fmla="*/ 232132 w 1779682"/>
              <a:gd name="csY39" fmla="*/ 495192 h 496923"/>
              <a:gd name="csX40" fmla="*/ 238084 w 1779682"/>
              <a:gd name="csY40" fmla="*/ 494997 h 496923"/>
              <a:gd name="csX41" fmla="*/ 244037 w 1779682"/>
              <a:gd name="csY41" fmla="*/ 494781 h 496923"/>
              <a:gd name="csX42" fmla="*/ 249988 w 1779682"/>
              <a:gd name="csY42" fmla="*/ 494536 h 496923"/>
              <a:gd name="csX43" fmla="*/ 255941 w 1779682"/>
              <a:gd name="csY43" fmla="*/ 494271 h 496923"/>
              <a:gd name="csX44" fmla="*/ 261893 w 1779682"/>
              <a:gd name="csY44" fmla="*/ 493985 h 496923"/>
              <a:gd name="csX45" fmla="*/ 267845 w 1779682"/>
              <a:gd name="csY45" fmla="*/ 493664 h 496923"/>
              <a:gd name="csX46" fmla="*/ 273797 w 1779682"/>
              <a:gd name="csY46" fmla="*/ 493315 h 496923"/>
              <a:gd name="csX47" fmla="*/ 279749 w 1779682"/>
              <a:gd name="csY47" fmla="*/ 492931 h 496923"/>
              <a:gd name="csX48" fmla="*/ 285701 w 1779682"/>
              <a:gd name="csY48" fmla="*/ 492512 h 496923"/>
              <a:gd name="csX49" fmla="*/ 291653 w 1779682"/>
              <a:gd name="csY49" fmla="*/ 492052 h 496923"/>
              <a:gd name="csX50" fmla="*/ 297605 w 1779682"/>
              <a:gd name="csY50" fmla="*/ 491549 h 496923"/>
              <a:gd name="csX51" fmla="*/ 303558 w 1779682"/>
              <a:gd name="csY51" fmla="*/ 491005 h 496923"/>
              <a:gd name="csX52" fmla="*/ 309509 w 1779682"/>
              <a:gd name="csY52" fmla="*/ 490411 h 496923"/>
              <a:gd name="csX53" fmla="*/ 315462 w 1779682"/>
              <a:gd name="csY53" fmla="*/ 489762 h 496923"/>
              <a:gd name="csX54" fmla="*/ 321414 w 1779682"/>
              <a:gd name="csY54" fmla="*/ 489057 h 496923"/>
              <a:gd name="csX55" fmla="*/ 327366 w 1779682"/>
              <a:gd name="csY55" fmla="*/ 488296 h 496923"/>
              <a:gd name="csX56" fmla="*/ 333318 w 1779682"/>
              <a:gd name="csY56" fmla="*/ 487473 h 496923"/>
              <a:gd name="csX57" fmla="*/ 339270 w 1779682"/>
              <a:gd name="csY57" fmla="*/ 486572 h 496923"/>
              <a:gd name="csX58" fmla="*/ 345223 w 1779682"/>
              <a:gd name="csY58" fmla="*/ 485602 h 496923"/>
              <a:gd name="csX59" fmla="*/ 351174 w 1779682"/>
              <a:gd name="csY59" fmla="*/ 484562 h 496923"/>
              <a:gd name="csX60" fmla="*/ 357126 w 1779682"/>
              <a:gd name="csY60" fmla="*/ 483432 h 496923"/>
              <a:gd name="csX61" fmla="*/ 363079 w 1779682"/>
              <a:gd name="csY61" fmla="*/ 482210 h 496923"/>
              <a:gd name="csX62" fmla="*/ 369030 w 1779682"/>
              <a:gd name="csY62" fmla="*/ 480905 h 496923"/>
              <a:gd name="csX63" fmla="*/ 374983 w 1779682"/>
              <a:gd name="csY63" fmla="*/ 479495 h 496923"/>
              <a:gd name="csX64" fmla="*/ 380935 w 1779682"/>
              <a:gd name="csY64" fmla="*/ 477980 h 496923"/>
              <a:gd name="csX65" fmla="*/ 386887 w 1779682"/>
              <a:gd name="csY65" fmla="*/ 476361 h 496923"/>
              <a:gd name="csX66" fmla="*/ 392839 w 1779682"/>
              <a:gd name="csY66" fmla="*/ 474623 h 496923"/>
              <a:gd name="csX67" fmla="*/ 398791 w 1779682"/>
              <a:gd name="csY67" fmla="*/ 472767 h 496923"/>
              <a:gd name="csX68" fmla="*/ 404744 w 1779682"/>
              <a:gd name="csY68" fmla="*/ 470777 h 496923"/>
              <a:gd name="csX69" fmla="*/ 410695 w 1779682"/>
              <a:gd name="csY69" fmla="*/ 468655 h 496923"/>
              <a:gd name="csX70" fmla="*/ 416648 w 1779682"/>
              <a:gd name="csY70" fmla="*/ 466394 h 496923"/>
              <a:gd name="csX71" fmla="*/ 422600 w 1779682"/>
              <a:gd name="csY71" fmla="*/ 463993 h 496923"/>
              <a:gd name="csX72" fmla="*/ 428551 w 1779682"/>
              <a:gd name="csY72" fmla="*/ 461431 h 496923"/>
              <a:gd name="csX73" fmla="*/ 434504 w 1779682"/>
              <a:gd name="csY73" fmla="*/ 458709 h 496923"/>
              <a:gd name="csX74" fmla="*/ 440456 w 1779682"/>
              <a:gd name="csY74" fmla="*/ 455827 h 496923"/>
              <a:gd name="csX75" fmla="*/ 446408 w 1779682"/>
              <a:gd name="csY75" fmla="*/ 452777 h 496923"/>
              <a:gd name="csX76" fmla="*/ 452360 w 1779682"/>
              <a:gd name="csY76" fmla="*/ 449545 h 496923"/>
              <a:gd name="csX77" fmla="*/ 458312 w 1779682"/>
              <a:gd name="csY77" fmla="*/ 446125 h 496923"/>
              <a:gd name="csX78" fmla="*/ 464265 w 1779682"/>
              <a:gd name="csY78" fmla="*/ 442523 h 496923"/>
              <a:gd name="csX79" fmla="*/ 470216 w 1779682"/>
              <a:gd name="csY79" fmla="*/ 438726 h 496923"/>
              <a:gd name="csX80" fmla="*/ 476169 w 1779682"/>
              <a:gd name="csY80" fmla="*/ 434720 h 496923"/>
              <a:gd name="csX81" fmla="*/ 482121 w 1779682"/>
              <a:gd name="csY81" fmla="*/ 430518 h 496923"/>
              <a:gd name="csX82" fmla="*/ 488073 w 1779682"/>
              <a:gd name="csY82" fmla="*/ 426100 h 496923"/>
              <a:gd name="csX83" fmla="*/ 494025 w 1779682"/>
              <a:gd name="csY83" fmla="*/ 421472 h 496923"/>
              <a:gd name="csX84" fmla="*/ 499977 w 1779682"/>
              <a:gd name="csY84" fmla="*/ 416622 h 496923"/>
              <a:gd name="csX85" fmla="*/ 505929 w 1779682"/>
              <a:gd name="csY85" fmla="*/ 411554 h 496923"/>
              <a:gd name="csX86" fmla="*/ 511881 w 1779682"/>
              <a:gd name="csY86" fmla="*/ 406257 h 496923"/>
              <a:gd name="csX87" fmla="*/ 517833 w 1779682"/>
              <a:gd name="csY87" fmla="*/ 400736 h 496923"/>
              <a:gd name="csX88" fmla="*/ 523786 w 1779682"/>
              <a:gd name="csY88" fmla="*/ 394977 h 496923"/>
              <a:gd name="csX89" fmla="*/ 529737 w 1779682"/>
              <a:gd name="csY89" fmla="*/ 388996 h 496923"/>
              <a:gd name="csX90" fmla="*/ 535690 w 1779682"/>
              <a:gd name="csY90" fmla="*/ 382777 h 496923"/>
              <a:gd name="csX91" fmla="*/ 541642 w 1779682"/>
              <a:gd name="csY91" fmla="*/ 376328 h 496923"/>
              <a:gd name="csX92" fmla="*/ 547594 w 1779682"/>
              <a:gd name="csY92" fmla="*/ 369648 h 496923"/>
              <a:gd name="csX93" fmla="*/ 553546 w 1779682"/>
              <a:gd name="csY93" fmla="*/ 362738 h 496923"/>
              <a:gd name="csX94" fmla="*/ 559498 w 1779682"/>
              <a:gd name="csY94" fmla="*/ 355605 h 496923"/>
              <a:gd name="csX95" fmla="*/ 565451 w 1779682"/>
              <a:gd name="csY95" fmla="*/ 348241 h 496923"/>
              <a:gd name="csX96" fmla="*/ 571402 w 1779682"/>
              <a:gd name="csY96" fmla="*/ 340661 h 496923"/>
              <a:gd name="csX97" fmla="*/ 577354 w 1779682"/>
              <a:gd name="csY97" fmla="*/ 332865 h 496923"/>
              <a:gd name="csX98" fmla="*/ 583307 w 1779682"/>
              <a:gd name="csY98" fmla="*/ 324859 h 496923"/>
              <a:gd name="csX99" fmla="*/ 589258 w 1779682"/>
              <a:gd name="csY99" fmla="*/ 316658 h 496923"/>
              <a:gd name="csX100" fmla="*/ 595211 w 1779682"/>
              <a:gd name="csY100" fmla="*/ 308254 h 496923"/>
              <a:gd name="csX101" fmla="*/ 601163 w 1779682"/>
              <a:gd name="csY101" fmla="*/ 299669 h 496923"/>
              <a:gd name="csX102" fmla="*/ 607115 w 1779682"/>
              <a:gd name="csY102" fmla="*/ 290917 h 496923"/>
              <a:gd name="csX103" fmla="*/ 613067 w 1779682"/>
              <a:gd name="csY103" fmla="*/ 281990 h 496923"/>
              <a:gd name="csX104" fmla="*/ 619019 w 1779682"/>
              <a:gd name="csY104" fmla="*/ 272916 h 496923"/>
              <a:gd name="csX105" fmla="*/ 624972 w 1779682"/>
              <a:gd name="csY105" fmla="*/ 263703 h 496923"/>
              <a:gd name="csX106" fmla="*/ 630923 w 1779682"/>
              <a:gd name="csY106" fmla="*/ 254362 h 496923"/>
              <a:gd name="csX107" fmla="*/ 636876 w 1779682"/>
              <a:gd name="csY107" fmla="*/ 244912 h 496923"/>
              <a:gd name="csX108" fmla="*/ 642828 w 1779682"/>
              <a:gd name="csY108" fmla="*/ 235369 h 496923"/>
              <a:gd name="csX109" fmla="*/ 648777 w 1779682"/>
              <a:gd name="csY109" fmla="*/ 225748 h 496923"/>
              <a:gd name="csX110" fmla="*/ 654731 w 1779682"/>
              <a:gd name="csY110" fmla="*/ 216067 h 496923"/>
              <a:gd name="csX111" fmla="*/ 660685 w 1779682"/>
              <a:gd name="csY111" fmla="*/ 206344 h 496923"/>
              <a:gd name="csX112" fmla="*/ 666639 w 1779682"/>
              <a:gd name="csY112" fmla="*/ 196599 h 496923"/>
              <a:gd name="csX113" fmla="*/ 672585 w 1779682"/>
              <a:gd name="csY113" fmla="*/ 186852 h 496923"/>
              <a:gd name="csX114" fmla="*/ 678539 w 1779682"/>
              <a:gd name="csY114" fmla="*/ 177124 h 496923"/>
              <a:gd name="csX115" fmla="*/ 684493 w 1779682"/>
              <a:gd name="csY115" fmla="*/ 167435 h 496923"/>
              <a:gd name="csX116" fmla="*/ 690446 w 1779682"/>
              <a:gd name="csY116" fmla="*/ 157808 h 496923"/>
              <a:gd name="csX117" fmla="*/ 696400 w 1779682"/>
              <a:gd name="csY117" fmla="*/ 148264 h 496923"/>
              <a:gd name="csX118" fmla="*/ 702347 w 1779682"/>
              <a:gd name="csY118" fmla="*/ 138827 h 496923"/>
              <a:gd name="csX119" fmla="*/ 708301 w 1779682"/>
              <a:gd name="csY119" fmla="*/ 129519 h 496923"/>
              <a:gd name="csX120" fmla="*/ 714254 w 1779682"/>
              <a:gd name="csY120" fmla="*/ 120363 h 496923"/>
              <a:gd name="csX121" fmla="*/ 720208 w 1779682"/>
              <a:gd name="csY121" fmla="*/ 111383 h 496923"/>
              <a:gd name="csX122" fmla="*/ 726155 w 1779682"/>
              <a:gd name="csY122" fmla="*/ 102601 h 496923"/>
              <a:gd name="csX123" fmla="*/ 732108 w 1779682"/>
              <a:gd name="csY123" fmla="*/ 94041 h 496923"/>
              <a:gd name="csX124" fmla="*/ 738062 w 1779682"/>
              <a:gd name="csY124" fmla="*/ 85726 h 496923"/>
              <a:gd name="csX125" fmla="*/ 744016 w 1779682"/>
              <a:gd name="csY125" fmla="*/ 77677 h 496923"/>
              <a:gd name="csX126" fmla="*/ 749963 w 1779682"/>
              <a:gd name="csY126" fmla="*/ 69919 h 496923"/>
              <a:gd name="csX127" fmla="*/ 755916 w 1779682"/>
              <a:gd name="csY127" fmla="*/ 62471 h 496923"/>
              <a:gd name="csX128" fmla="*/ 761870 w 1779682"/>
              <a:gd name="csY128" fmla="*/ 55357 h 496923"/>
              <a:gd name="csX129" fmla="*/ 767824 w 1779682"/>
              <a:gd name="csY129" fmla="*/ 48594 h 496923"/>
              <a:gd name="csX130" fmla="*/ 773777 w 1779682"/>
              <a:gd name="csY130" fmla="*/ 42205 h 496923"/>
              <a:gd name="csX131" fmla="*/ 779724 w 1779682"/>
              <a:gd name="csY131" fmla="*/ 36206 h 496923"/>
              <a:gd name="csX132" fmla="*/ 785678 w 1779682"/>
              <a:gd name="csY132" fmla="*/ 30617 h 496923"/>
              <a:gd name="csX133" fmla="*/ 791632 w 1779682"/>
              <a:gd name="csY133" fmla="*/ 25453 h 496923"/>
              <a:gd name="csX134" fmla="*/ 797585 w 1779682"/>
              <a:gd name="csY134" fmla="*/ 20730 h 496923"/>
              <a:gd name="csX135" fmla="*/ 803532 w 1779682"/>
              <a:gd name="csY135" fmla="*/ 16464 h 496923"/>
              <a:gd name="csX136" fmla="*/ 809486 w 1779682"/>
              <a:gd name="csY136" fmla="*/ 12666 h 496923"/>
              <a:gd name="csX137" fmla="*/ 815439 w 1779682"/>
              <a:gd name="csY137" fmla="*/ 9349 h 496923"/>
              <a:gd name="csX138" fmla="*/ 821393 w 1779682"/>
              <a:gd name="csY138" fmla="*/ 6522 h 496923"/>
              <a:gd name="csX139" fmla="*/ 827340 w 1779682"/>
              <a:gd name="csY139" fmla="*/ 4194 h 496923"/>
              <a:gd name="csX140" fmla="*/ 833294 w 1779682"/>
              <a:gd name="csY140" fmla="*/ 2373 h 496923"/>
              <a:gd name="csX141" fmla="*/ 839247 w 1779682"/>
              <a:gd name="csY141" fmla="*/ 1065 h 496923"/>
              <a:gd name="csX142" fmla="*/ 845201 w 1779682"/>
              <a:gd name="csY142" fmla="*/ 273 h 496923"/>
              <a:gd name="csX143" fmla="*/ 851155 w 1779682"/>
              <a:gd name="csY143" fmla="*/ 0 h 496923"/>
              <a:gd name="csX144" fmla="*/ 857102 w 1779682"/>
              <a:gd name="csY144" fmla="*/ 246 h 496923"/>
              <a:gd name="csX145" fmla="*/ 863055 w 1779682"/>
              <a:gd name="csY145" fmla="*/ 1012 h 496923"/>
              <a:gd name="csX146" fmla="*/ 869009 w 1779682"/>
              <a:gd name="csY146" fmla="*/ 2295 h 496923"/>
              <a:gd name="csX147" fmla="*/ 874963 w 1779682"/>
              <a:gd name="csY147" fmla="*/ 4090 h 496923"/>
              <a:gd name="csX148" fmla="*/ 880909 w 1779682"/>
              <a:gd name="csY148" fmla="*/ 6392 h 496923"/>
              <a:gd name="csX149" fmla="*/ 886863 w 1779682"/>
              <a:gd name="csY149" fmla="*/ 9194 h 496923"/>
              <a:gd name="csX150" fmla="*/ 892817 w 1779682"/>
              <a:gd name="csY150" fmla="*/ 12487 h 496923"/>
              <a:gd name="csX151" fmla="*/ 898771 w 1779682"/>
              <a:gd name="csY151" fmla="*/ 16261 h 496923"/>
              <a:gd name="csX152" fmla="*/ 904717 w 1779682"/>
              <a:gd name="csY152" fmla="*/ 20504 h 496923"/>
              <a:gd name="csX153" fmla="*/ 910671 w 1779682"/>
              <a:gd name="csY153" fmla="*/ 25204 h 496923"/>
              <a:gd name="csX154" fmla="*/ 916625 w 1779682"/>
              <a:gd name="csY154" fmla="*/ 30346 h 496923"/>
              <a:gd name="csX155" fmla="*/ 922578 w 1779682"/>
              <a:gd name="csY155" fmla="*/ 35913 h 496923"/>
              <a:gd name="csX156" fmla="*/ 928532 w 1779682"/>
              <a:gd name="csY156" fmla="*/ 41892 h 496923"/>
              <a:gd name="csX157" fmla="*/ 934479 w 1779682"/>
              <a:gd name="csY157" fmla="*/ 48263 h 496923"/>
              <a:gd name="csX158" fmla="*/ 940433 w 1779682"/>
              <a:gd name="csY158" fmla="*/ 55007 h 496923"/>
              <a:gd name="csX159" fmla="*/ 946386 w 1779682"/>
              <a:gd name="csY159" fmla="*/ 62104 h 496923"/>
              <a:gd name="csX160" fmla="*/ 952340 w 1779682"/>
              <a:gd name="csY160" fmla="*/ 69535 h 496923"/>
              <a:gd name="csX161" fmla="*/ 958287 w 1779682"/>
              <a:gd name="csY161" fmla="*/ 77278 h 496923"/>
              <a:gd name="csX162" fmla="*/ 964240 w 1779682"/>
              <a:gd name="csY162" fmla="*/ 85313 h 496923"/>
              <a:gd name="csX163" fmla="*/ 970194 w 1779682"/>
              <a:gd name="csY163" fmla="*/ 93615 h 496923"/>
              <a:gd name="csX164" fmla="*/ 976148 w 1779682"/>
              <a:gd name="csY164" fmla="*/ 102163 h 496923"/>
              <a:gd name="csX165" fmla="*/ 982095 w 1779682"/>
              <a:gd name="csY165" fmla="*/ 110934 h 496923"/>
              <a:gd name="csX166" fmla="*/ 988048 w 1779682"/>
              <a:gd name="csY166" fmla="*/ 119905 h 496923"/>
              <a:gd name="csX167" fmla="*/ 994002 w 1779682"/>
              <a:gd name="csY167" fmla="*/ 129052 h 496923"/>
              <a:gd name="csX168" fmla="*/ 999956 w 1779682"/>
              <a:gd name="csY168" fmla="*/ 138354 h 496923"/>
              <a:gd name="csX169" fmla="*/ 1005909 w 1779682"/>
              <a:gd name="csY169" fmla="*/ 147785 h 496923"/>
              <a:gd name="csX170" fmla="*/ 1011856 w 1779682"/>
              <a:gd name="csY170" fmla="*/ 157323 h 496923"/>
              <a:gd name="csX171" fmla="*/ 1017810 w 1779682"/>
              <a:gd name="csY171" fmla="*/ 166947 h 496923"/>
              <a:gd name="csX172" fmla="*/ 1023764 w 1779682"/>
              <a:gd name="csY172" fmla="*/ 176633 h 496923"/>
              <a:gd name="csX173" fmla="*/ 1029717 w 1779682"/>
              <a:gd name="csY173" fmla="*/ 186360 h 496923"/>
              <a:gd name="csX174" fmla="*/ 1035664 w 1779682"/>
              <a:gd name="csY174" fmla="*/ 196107 h 496923"/>
              <a:gd name="csX175" fmla="*/ 1041618 w 1779682"/>
              <a:gd name="csY175" fmla="*/ 205852 h 496923"/>
              <a:gd name="csX176" fmla="*/ 1047571 w 1779682"/>
              <a:gd name="csY176" fmla="*/ 215576 h 496923"/>
              <a:gd name="csX177" fmla="*/ 1053525 w 1779682"/>
              <a:gd name="csY177" fmla="*/ 225260 h 496923"/>
              <a:gd name="csX178" fmla="*/ 1059472 w 1779682"/>
              <a:gd name="csY178" fmla="*/ 234884 h 496923"/>
              <a:gd name="csX179" fmla="*/ 1065426 w 1779682"/>
              <a:gd name="csY179" fmla="*/ 244432 h 496923"/>
              <a:gd name="csX180" fmla="*/ 1071379 w 1779682"/>
              <a:gd name="csY180" fmla="*/ 253887 h 496923"/>
              <a:gd name="csX181" fmla="*/ 1077333 w 1779682"/>
              <a:gd name="csY181" fmla="*/ 263235 h 496923"/>
              <a:gd name="csX182" fmla="*/ 1083287 w 1779682"/>
              <a:gd name="csY182" fmla="*/ 272455 h 496923"/>
              <a:gd name="csX183" fmla="*/ 1089234 w 1779682"/>
              <a:gd name="csY183" fmla="*/ 281536 h 496923"/>
              <a:gd name="csX184" fmla="*/ 1095187 w 1779682"/>
              <a:gd name="csY184" fmla="*/ 290463 h 496923"/>
              <a:gd name="csX185" fmla="*/ 1101141 w 1779682"/>
              <a:gd name="csY185" fmla="*/ 299236 h 496923"/>
              <a:gd name="csX186" fmla="*/ 1107095 w 1779682"/>
              <a:gd name="csY186" fmla="*/ 307829 h 496923"/>
              <a:gd name="csX187" fmla="*/ 1113041 w 1779682"/>
              <a:gd name="csY187" fmla="*/ 316239 h 496923"/>
              <a:gd name="csX188" fmla="*/ 1118995 w 1779682"/>
              <a:gd name="csY188" fmla="*/ 324454 h 496923"/>
              <a:gd name="csX189" fmla="*/ 1124949 w 1779682"/>
              <a:gd name="csY189" fmla="*/ 332467 h 496923"/>
              <a:gd name="csX190" fmla="*/ 1130903 w 1779682"/>
              <a:gd name="csY190" fmla="*/ 340270 h 496923"/>
              <a:gd name="csX191" fmla="*/ 1136849 w 1779682"/>
              <a:gd name="csY191" fmla="*/ 347864 h 496923"/>
              <a:gd name="csX192" fmla="*/ 1142803 w 1779682"/>
              <a:gd name="csY192" fmla="*/ 355235 h 496923"/>
              <a:gd name="csX193" fmla="*/ 1148757 w 1779682"/>
              <a:gd name="csY193" fmla="*/ 362382 h 496923"/>
              <a:gd name="csX194" fmla="*/ 1154710 w 1779682"/>
              <a:gd name="csY194" fmla="*/ 369306 h 496923"/>
              <a:gd name="csX195" fmla="*/ 1160664 w 1779682"/>
              <a:gd name="csY195" fmla="*/ 375993 h 496923"/>
              <a:gd name="csX196" fmla="*/ 1166611 w 1779682"/>
              <a:gd name="csY196" fmla="*/ 382456 h 496923"/>
              <a:gd name="csX197" fmla="*/ 1172565 w 1779682"/>
              <a:gd name="csY197" fmla="*/ 388682 h 496923"/>
              <a:gd name="csX198" fmla="*/ 1178518 w 1779682"/>
              <a:gd name="csY198" fmla="*/ 394684 h 496923"/>
              <a:gd name="csX199" fmla="*/ 1184472 w 1779682"/>
              <a:gd name="csY199" fmla="*/ 400450 h 496923"/>
              <a:gd name="csX200" fmla="*/ 1190419 w 1779682"/>
              <a:gd name="csY200" fmla="*/ 405984 h 496923"/>
              <a:gd name="csX201" fmla="*/ 1196372 w 1779682"/>
              <a:gd name="csY201" fmla="*/ 411289 h 496923"/>
              <a:gd name="csX202" fmla="*/ 1202326 w 1779682"/>
              <a:gd name="csY202" fmla="*/ 416370 h 496923"/>
              <a:gd name="csX203" fmla="*/ 1208280 w 1779682"/>
              <a:gd name="csY203" fmla="*/ 421235 h 496923"/>
              <a:gd name="csX204" fmla="*/ 1214234 w 1779682"/>
              <a:gd name="csY204" fmla="*/ 425877 h 496923"/>
              <a:gd name="csX205" fmla="*/ 1220180 w 1779682"/>
              <a:gd name="csY205" fmla="*/ 430302 h 496923"/>
              <a:gd name="csX206" fmla="*/ 1226134 w 1779682"/>
              <a:gd name="csY206" fmla="*/ 434518 h 496923"/>
              <a:gd name="csX207" fmla="*/ 1232088 w 1779682"/>
              <a:gd name="csY207" fmla="*/ 438524 h 496923"/>
              <a:gd name="csX208" fmla="*/ 1238041 w 1779682"/>
              <a:gd name="csY208" fmla="*/ 442335 h 496923"/>
              <a:gd name="csX209" fmla="*/ 1243988 w 1779682"/>
              <a:gd name="csY209" fmla="*/ 445950 h 496923"/>
              <a:gd name="csX210" fmla="*/ 1249942 w 1779682"/>
              <a:gd name="csY210" fmla="*/ 449377 h 496923"/>
              <a:gd name="csX211" fmla="*/ 1255896 w 1779682"/>
              <a:gd name="csY211" fmla="*/ 452616 h 496923"/>
              <a:gd name="csX212" fmla="*/ 1261849 w 1779682"/>
              <a:gd name="csY212" fmla="*/ 455680 h 496923"/>
              <a:gd name="csX213" fmla="*/ 1267796 w 1779682"/>
              <a:gd name="csY213" fmla="*/ 458570 h 496923"/>
              <a:gd name="csX214" fmla="*/ 1273750 w 1779682"/>
              <a:gd name="csY214" fmla="*/ 461299 h 496923"/>
              <a:gd name="csX215" fmla="*/ 1279703 w 1779682"/>
              <a:gd name="csY215" fmla="*/ 463867 h 496923"/>
              <a:gd name="csX216" fmla="*/ 1285657 w 1779682"/>
              <a:gd name="csY216" fmla="*/ 466275 h 496923"/>
              <a:gd name="csX217" fmla="*/ 1291611 w 1779682"/>
              <a:gd name="csY217" fmla="*/ 468544 h 496923"/>
              <a:gd name="csX218" fmla="*/ 1297558 w 1779682"/>
              <a:gd name="csY218" fmla="*/ 470673 h 496923"/>
              <a:gd name="csX219" fmla="*/ 1303511 w 1779682"/>
              <a:gd name="csY219" fmla="*/ 472669 h 496923"/>
              <a:gd name="csX220" fmla="*/ 1309465 w 1779682"/>
              <a:gd name="csY220" fmla="*/ 474532 h 496923"/>
              <a:gd name="csX221" fmla="*/ 1315419 w 1779682"/>
              <a:gd name="csY221" fmla="*/ 476277 h 496923"/>
              <a:gd name="csX222" fmla="*/ 1321365 w 1779682"/>
              <a:gd name="csY222" fmla="*/ 477904 h 496923"/>
              <a:gd name="csX223" fmla="*/ 1327319 w 1779682"/>
              <a:gd name="csY223" fmla="*/ 479418 h 496923"/>
              <a:gd name="csX224" fmla="*/ 1333273 w 1779682"/>
              <a:gd name="csY224" fmla="*/ 480835 h 496923"/>
              <a:gd name="csX225" fmla="*/ 1339227 w 1779682"/>
              <a:gd name="csY225" fmla="*/ 482147 h 496923"/>
              <a:gd name="csX226" fmla="*/ 1345173 w 1779682"/>
              <a:gd name="csY226" fmla="*/ 483369 h 496923"/>
              <a:gd name="csX227" fmla="*/ 1351127 w 1779682"/>
              <a:gd name="csY227" fmla="*/ 484506 h 496923"/>
              <a:gd name="csX228" fmla="*/ 1357081 w 1779682"/>
              <a:gd name="csY228" fmla="*/ 485553 h 496923"/>
              <a:gd name="csX229" fmla="*/ 1363035 w 1779682"/>
              <a:gd name="csY229" fmla="*/ 486531 h 496923"/>
              <a:gd name="csX230" fmla="*/ 1368988 w 1779682"/>
              <a:gd name="csY230" fmla="*/ 487424 h 496923"/>
              <a:gd name="csX231" fmla="*/ 1374935 w 1779682"/>
              <a:gd name="csY231" fmla="*/ 488255 h 496923"/>
              <a:gd name="csX232" fmla="*/ 1380889 w 1779682"/>
              <a:gd name="csY232" fmla="*/ 489022 h 496923"/>
              <a:gd name="csX233" fmla="*/ 1386842 w 1779682"/>
              <a:gd name="csY233" fmla="*/ 489727 h 496923"/>
              <a:gd name="csX234" fmla="*/ 1392796 w 1779682"/>
              <a:gd name="csY234" fmla="*/ 490376 h 496923"/>
              <a:gd name="csX235" fmla="*/ 1398743 w 1779682"/>
              <a:gd name="csY235" fmla="*/ 490977 h 496923"/>
              <a:gd name="csX236" fmla="*/ 1404697 w 1779682"/>
              <a:gd name="csY236" fmla="*/ 491528 h 496923"/>
              <a:gd name="csX237" fmla="*/ 1410650 w 1779682"/>
              <a:gd name="csY237" fmla="*/ 492031 h 496923"/>
              <a:gd name="csX238" fmla="*/ 1416604 w 1779682"/>
              <a:gd name="csY238" fmla="*/ 492491 h 496923"/>
              <a:gd name="csX239" fmla="*/ 1422551 w 1779682"/>
              <a:gd name="csY239" fmla="*/ 492910 h 496923"/>
              <a:gd name="csX240" fmla="*/ 1428504 w 1779682"/>
              <a:gd name="csY240" fmla="*/ 493294 h 496923"/>
              <a:gd name="csX241" fmla="*/ 1434458 w 1779682"/>
              <a:gd name="csY241" fmla="*/ 493650 h 496923"/>
              <a:gd name="csX242" fmla="*/ 1440412 w 1779682"/>
              <a:gd name="csY242" fmla="*/ 493971 h 496923"/>
              <a:gd name="csX243" fmla="*/ 1446366 w 1779682"/>
              <a:gd name="csY243" fmla="*/ 494257 h 496923"/>
              <a:gd name="csX244" fmla="*/ 1452312 w 1779682"/>
              <a:gd name="csY244" fmla="*/ 494529 h 496923"/>
              <a:gd name="csX245" fmla="*/ 1458266 w 1779682"/>
              <a:gd name="csY245" fmla="*/ 494767 h 496923"/>
              <a:gd name="csX246" fmla="*/ 1464220 w 1779682"/>
              <a:gd name="csY246" fmla="*/ 494990 h 496923"/>
              <a:gd name="csX247" fmla="*/ 1470173 w 1779682"/>
              <a:gd name="csY247" fmla="*/ 495185 h 496923"/>
              <a:gd name="csX248" fmla="*/ 1476120 w 1779682"/>
              <a:gd name="csY248" fmla="*/ 495367 h 496923"/>
              <a:gd name="csX249" fmla="*/ 1482074 w 1779682"/>
              <a:gd name="csY249" fmla="*/ 495527 h 496923"/>
              <a:gd name="csX250" fmla="*/ 1488028 w 1779682"/>
              <a:gd name="csY250" fmla="*/ 495674 h 496923"/>
              <a:gd name="csX251" fmla="*/ 1493981 w 1779682"/>
              <a:gd name="csY251" fmla="*/ 495807 h 496923"/>
              <a:gd name="csX252" fmla="*/ 1499928 w 1779682"/>
              <a:gd name="csY252" fmla="*/ 495925 h 496923"/>
              <a:gd name="csX253" fmla="*/ 1505882 w 1779682"/>
              <a:gd name="csY253" fmla="*/ 496037 h 496923"/>
              <a:gd name="csX254" fmla="*/ 1511836 w 1779682"/>
              <a:gd name="csY254" fmla="*/ 496135 h 496923"/>
              <a:gd name="csX255" fmla="*/ 1517789 w 1779682"/>
              <a:gd name="csY255" fmla="*/ 496218 h 496923"/>
              <a:gd name="csX256" fmla="*/ 1523743 w 1779682"/>
              <a:gd name="csY256" fmla="*/ 496295 h 496923"/>
              <a:gd name="csX257" fmla="*/ 1529690 w 1779682"/>
              <a:gd name="csY257" fmla="*/ 496365 h 496923"/>
              <a:gd name="csX258" fmla="*/ 1535643 w 1779682"/>
              <a:gd name="csY258" fmla="*/ 496428 h 496923"/>
              <a:gd name="csX259" fmla="*/ 1541597 w 1779682"/>
              <a:gd name="csY259" fmla="*/ 496484 h 496923"/>
              <a:gd name="csX260" fmla="*/ 1547551 w 1779682"/>
              <a:gd name="csY260" fmla="*/ 496540 h 496923"/>
              <a:gd name="csX261" fmla="*/ 1553497 w 1779682"/>
              <a:gd name="csY261" fmla="*/ 496581 h 496923"/>
              <a:gd name="csX262" fmla="*/ 1559451 w 1779682"/>
              <a:gd name="csY262" fmla="*/ 496623 h 496923"/>
              <a:gd name="csX263" fmla="*/ 1565405 w 1779682"/>
              <a:gd name="csY263" fmla="*/ 496658 h 496923"/>
              <a:gd name="csX264" fmla="*/ 1571359 w 1779682"/>
              <a:gd name="csY264" fmla="*/ 496686 h 496923"/>
              <a:gd name="csX265" fmla="*/ 1577305 w 1779682"/>
              <a:gd name="csY265" fmla="*/ 496714 h 496923"/>
              <a:gd name="csX266" fmla="*/ 1583259 w 1779682"/>
              <a:gd name="csY266" fmla="*/ 496742 h 496923"/>
              <a:gd name="csX267" fmla="*/ 1589213 w 1779682"/>
              <a:gd name="csY267" fmla="*/ 496763 h 496923"/>
              <a:gd name="csX268" fmla="*/ 1595166 w 1779682"/>
              <a:gd name="csY268" fmla="*/ 496784 h 496923"/>
              <a:gd name="csX269" fmla="*/ 1601120 w 1779682"/>
              <a:gd name="csY269" fmla="*/ 496798 h 496923"/>
              <a:gd name="csX270" fmla="*/ 1607067 w 1779682"/>
              <a:gd name="csY270" fmla="*/ 496819 h 496923"/>
              <a:gd name="csX271" fmla="*/ 1613021 w 1779682"/>
              <a:gd name="csY271" fmla="*/ 496826 h 496923"/>
              <a:gd name="csX272" fmla="*/ 1618974 w 1779682"/>
              <a:gd name="csY272" fmla="*/ 496840 h 496923"/>
              <a:gd name="csX273" fmla="*/ 1624928 w 1779682"/>
              <a:gd name="csY273" fmla="*/ 496854 h 496923"/>
              <a:gd name="csX274" fmla="*/ 1630875 w 1779682"/>
              <a:gd name="csY274" fmla="*/ 496861 h 496923"/>
              <a:gd name="csX275" fmla="*/ 1636828 w 1779682"/>
              <a:gd name="csY275" fmla="*/ 496868 h 496923"/>
              <a:gd name="csX276" fmla="*/ 1642782 w 1779682"/>
              <a:gd name="csY276" fmla="*/ 496875 h 496923"/>
              <a:gd name="csX277" fmla="*/ 1648736 w 1779682"/>
              <a:gd name="csY277" fmla="*/ 496882 h 496923"/>
              <a:gd name="csX278" fmla="*/ 1654683 w 1779682"/>
              <a:gd name="csY278" fmla="*/ 496889 h 496923"/>
              <a:gd name="csX279" fmla="*/ 1660636 w 1779682"/>
              <a:gd name="csY279" fmla="*/ 496895 h 496923"/>
              <a:gd name="csX280" fmla="*/ 1666590 w 1779682"/>
              <a:gd name="csY280" fmla="*/ 496895 h 496923"/>
              <a:gd name="csX281" fmla="*/ 1672544 w 1779682"/>
              <a:gd name="csY281" fmla="*/ 496902 h 496923"/>
              <a:gd name="csX282" fmla="*/ 1678497 w 1779682"/>
              <a:gd name="csY282" fmla="*/ 496902 h 496923"/>
              <a:gd name="csX283" fmla="*/ 1684444 w 1779682"/>
              <a:gd name="csY283" fmla="*/ 496902 h 496923"/>
              <a:gd name="csX284" fmla="*/ 1690398 w 1779682"/>
              <a:gd name="csY284" fmla="*/ 496909 h 496923"/>
              <a:gd name="csX285" fmla="*/ 1696352 w 1779682"/>
              <a:gd name="csY285" fmla="*/ 496909 h 496923"/>
              <a:gd name="csX286" fmla="*/ 1702305 w 1779682"/>
              <a:gd name="csY286" fmla="*/ 496909 h 496923"/>
              <a:gd name="csX287" fmla="*/ 1708252 w 1779682"/>
              <a:gd name="csY287" fmla="*/ 496916 h 496923"/>
              <a:gd name="csX288" fmla="*/ 1714206 w 1779682"/>
              <a:gd name="csY288" fmla="*/ 496916 h 496923"/>
              <a:gd name="csX289" fmla="*/ 1720160 w 1779682"/>
              <a:gd name="csY289" fmla="*/ 496916 h 496923"/>
              <a:gd name="csX290" fmla="*/ 1726113 w 1779682"/>
              <a:gd name="csY290" fmla="*/ 496916 h 496923"/>
              <a:gd name="csX291" fmla="*/ 1732067 w 1779682"/>
              <a:gd name="csY291" fmla="*/ 496916 h 496923"/>
              <a:gd name="csX292" fmla="*/ 1738014 w 1779682"/>
              <a:gd name="csY292" fmla="*/ 496916 h 496923"/>
              <a:gd name="csX293" fmla="*/ 1743967 w 1779682"/>
              <a:gd name="csY293" fmla="*/ 496916 h 496923"/>
              <a:gd name="csX294" fmla="*/ 1749921 w 1779682"/>
              <a:gd name="csY294" fmla="*/ 496923 h 496923"/>
              <a:gd name="csX295" fmla="*/ 1755875 w 1779682"/>
              <a:gd name="csY295" fmla="*/ 496923 h 496923"/>
              <a:gd name="csX296" fmla="*/ 1761822 w 1779682"/>
              <a:gd name="csY296" fmla="*/ 496923 h 496923"/>
              <a:gd name="csX297" fmla="*/ 1767775 w 1779682"/>
              <a:gd name="csY297" fmla="*/ 496923 h 496923"/>
              <a:gd name="csX298" fmla="*/ 1773729 w 1779682"/>
              <a:gd name="csY298" fmla="*/ 496923 h 496923"/>
              <a:gd name="csX299" fmla="*/ 1779683 w 1779682"/>
              <a:gd name="csY299" fmla="*/ 496923 h 49692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779682" h="496923">
                <a:moveTo>
                  <a:pt x="0" y="496909"/>
                </a:moveTo>
                <a:lnTo>
                  <a:pt x="5952" y="496909"/>
                </a:lnTo>
                <a:lnTo>
                  <a:pt x="11904" y="496909"/>
                </a:lnTo>
                <a:lnTo>
                  <a:pt x="17856" y="496902"/>
                </a:lnTo>
                <a:lnTo>
                  <a:pt x="23809" y="496902"/>
                </a:lnTo>
                <a:lnTo>
                  <a:pt x="29760" y="496902"/>
                </a:lnTo>
                <a:lnTo>
                  <a:pt x="35713" y="496895"/>
                </a:lnTo>
                <a:lnTo>
                  <a:pt x="41665" y="496895"/>
                </a:lnTo>
                <a:lnTo>
                  <a:pt x="47617" y="496889"/>
                </a:lnTo>
                <a:lnTo>
                  <a:pt x="53569" y="496882"/>
                </a:lnTo>
                <a:lnTo>
                  <a:pt x="59521" y="496875"/>
                </a:lnTo>
                <a:lnTo>
                  <a:pt x="65473" y="496868"/>
                </a:lnTo>
                <a:lnTo>
                  <a:pt x="71425" y="496861"/>
                </a:lnTo>
                <a:lnTo>
                  <a:pt x="77377" y="496854"/>
                </a:lnTo>
                <a:lnTo>
                  <a:pt x="83330" y="496840"/>
                </a:lnTo>
                <a:lnTo>
                  <a:pt x="89282" y="496833"/>
                </a:lnTo>
                <a:lnTo>
                  <a:pt x="95234" y="496819"/>
                </a:lnTo>
                <a:lnTo>
                  <a:pt x="101186" y="496798"/>
                </a:lnTo>
                <a:lnTo>
                  <a:pt x="107138" y="496784"/>
                </a:lnTo>
                <a:lnTo>
                  <a:pt x="113090" y="496763"/>
                </a:lnTo>
                <a:lnTo>
                  <a:pt x="119042" y="496742"/>
                </a:lnTo>
                <a:lnTo>
                  <a:pt x="124994" y="496721"/>
                </a:lnTo>
                <a:lnTo>
                  <a:pt x="130946" y="496693"/>
                </a:lnTo>
                <a:lnTo>
                  <a:pt x="136898" y="496658"/>
                </a:lnTo>
                <a:lnTo>
                  <a:pt x="142851" y="496623"/>
                </a:lnTo>
                <a:lnTo>
                  <a:pt x="148803" y="496581"/>
                </a:lnTo>
                <a:lnTo>
                  <a:pt x="154755" y="496540"/>
                </a:lnTo>
                <a:lnTo>
                  <a:pt x="160707" y="496491"/>
                </a:lnTo>
                <a:lnTo>
                  <a:pt x="166659" y="496435"/>
                </a:lnTo>
                <a:lnTo>
                  <a:pt x="172611" y="496372"/>
                </a:lnTo>
                <a:lnTo>
                  <a:pt x="178563" y="496302"/>
                </a:lnTo>
                <a:lnTo>
                  <a:pt x="184516" y="496225"/>
                </a:lnTo>
                <a:lnTo>
                  <a:pt x="190467" y="496135"/>
                </a:lnTo>
                <a:lnTo>
                  <a:pt x="196419" y="496044"/>
                </a:lnTo>
                <a:lnTo>
                  <a:pt x="202372" y="495932"/>
                </a:lnTo>
                <a:lnTo>
                  <a:pt x="208324" y="495814"/>
                </a:lnTo>
                <a:lnTo>
                  <a:pt x="214276" y="495681"/>
                </a:lnTo>
                <a:lnTo>
                  <a:pt x="220228" y="495534"/>
                </a:lnTo>
                <a:lnTo>
                  <a:pt x="226180" y="495374"/>
                </a:lnTo>
                <a:lnTo>
                  <a:pt x="232132" y="495192"/>
                </a:lnTo>
                <a:lnTo>
                  <a:pt x="238084" y="494997"/>
                </a:lnTo>
                <a:lnTo>
                  <a:pt x="244037" y="494781"/>
                </a:lnTo>
                <a:lnTo>
                  <a:pt x="249988" y="494536"/>
                </a:lnTo>
                <a:lnTo>
                  <a:pt x="255941" y="494271"/>
                </a:lnTo>
                <a:lnTo>
                  <a:pt x="261893" y="493985"/>
                </a:lnTo>
                <a:lnTo>
                  <a:pt x="267845" y="493664"/>
                </a:lnTo>
                <a:lnTo>
                  <a:pt x="273797" y="493315"/>
                </a:lnTo>
                <a:lnTo>
                  <a:pt x="279749" y="492931"/>
                </a:lnTo>
                <a:lnTo>
                  <a:pt x="285701" y="492512"/>
                </a:lnTo>
                <a:lnTo>
                  <a:pt x="291653" y="492052"/>
                </a:lnTo>
                <a:lnTo>
                  <a:pt x="297605" y="491549"/>
                </a:lnTo>
                <a:lnTo>
                  <a:pt x="303558" y="491005"/>
                </a:lnTo>
                <a:lnTo>
                  <a:pt x="309509" y="490411"/>
                </a:lnTo>
                <a:lnTo>
                  <a:pt x="315462" y="489762"/>
                </a:lnTo>
                <a:lnTo>
                  <a:pt x="321414" y="489057"/>
                </a:lnTo>
                <a:lnTo>
                  <a:pt x="327366" y="488296"/>
                </a:lnTo>
                <a:lnTo>
                  <a:pt x="333318" y="487473"/>
                </a:lnTo>
                <a:lnTo>
                  <a:pt x="339270" y="486572"/>
                </a:lnTo>
                <a:lnTo>
                  <a:pt x="345223" y="485602"/>
                </a:lnTo>
                <a:lnTo>
                  <a:pt x="351174" y="484562"/>
                </a:lnTo>
                <a:lnTo>
                  <a:pt x="357126" y="483432"/>
                </a:lnTo>
                <a:lnTo>
                  <a:pt x="363079" y="482210"/>
                </a:lnTo>
                <a:lnTo>
                  <a:pt x="369030" y="480905"/>
                </a:lnTo>
                <a:lnTo>
                  <a:pt x="374983" y="479495"/>
                </a:lnTo>
                <a:lnTo>
                  <a:pt x="380935" y="477980"/>
                </a:lnTo>
                <a:lnTo>
                  <a:pt x="386887" y="476361"/>
                </a:lnTo>
                <a:lnTo>
                  <a:pt x="392839" y="474623"/>
                </a:lnTo>
                <a:lnTo>
                  <a:pt x="398791" y="472767"/>
                </a:lnTo>
                <a:lnTo>
                  <a:pt x="404744" y="470777"/>
                </a:lnTo>
                <a:lnTo>
                  <a:pt x="410695" y="468655"/>
                </a:lnTo>
                <a:lnTo>
                  <a:pt x="416648" y="466394"/>
                </a:lnTo>
                <a:lnTo>
                  <a:pt x="422600" y="463993"/>
                </a:lnTo>
                <a:lnTo>
                  <a:pt x="428551" y="461431"/>
                </a:lnTo>
                <a:lnTo>
                  <a:pt x="434504" y="458709"/>
                </a:lnTo>
                <a:lnTo>
                  <a:pt x="440456" y="455827"/>
                </a:lnTo>
                <a:lnTo>
                  <a:pt x="446408" y="452777"/>
                </a:lnTo>
                <a:lnTo>
                  <a:pt x="452360" y="449545"/>
                </a:lnTo>
                <a:lnTo>
                  <a:pt x="458312" y="446125"/>
                </a:lnTo>
                <a:lnTo>
                  <a:pt x="464265" y="442523"/>
                </a:lnTo>
                <a:lnTo>
                  <a:pt x="470216" y="438726"/>
                </a:lnTo>
                <a:lnTo>
                  <a:pt x="476169" y="434720"/>
                </a:lnTo>
                <a:lnTo>
                  <a:pt x="482121" y="430518"/>
                </a:lnTo>
                <a:lnTo>
                  <a:pt x="488073" y="426100"/>
                </a:lnTo>
                <a:lnTo>
                  <a:pt x="494025" y="421472"/>
                </a:lnTo>
                <a:lnTo>
                  <a:pt x="499977" y="416622"/>
                </a:lnTo>
                <a:lnTo>
                  <a:pt x="505929" y="411554"/>
                </a:lnTo>
                <a:lnTo>
                  <a:pt x="511881" y="406257"/>
                </a:lnTo>
                <a:lnTo>
                  <a:pt x="517833" y="400736"/>
                </a:lnTo>
                <a:lnTo>
                  <a:pt x="523786" y="394977"/>
                </a:lnTo>
                <a:lnTo>
                  <a:pt x="529737" y="388996"/>
                </a:lnTo>
                <a:lnTo>
                  <a:pt x="535690" y="382777"/>
                </a:lnTo>
                <a:lnTo>
                  <a:pt x="541642" y="376328"/>
                </a:lnTo>
                <a:lnTo>
                  <a:pt x="547594" y="369648"/>
                </a:lnTo>
                <a:lnTo>
                  <a:pt x="553546" y="362738"/>
                </a:lnTo>
                <a:lnTo>
                  <a:pt x="559498" y="355605"/>
                </a:lnTo>
                <a:lnTo>
                  <a:pt x="565451" y="348241"/>
                </a:lnTo>
                <a:lnTo>
                  <a:pt x="571402" y="340661"/>
                </a:lnTo>
                <a:lnTo>
                  <a:pt x="577354" y="332865"/>
                </a:lnTo>
                <a:lnTo>
                  <a:pt x="583307" y="324859"/>
                </a:lnTo>
                <a:lnTo>
                  <a:pt x="589258" y="316658"/>
                </a:lnTo>
                <a:lnTo>
                  <a:pt x="595211" y="308254"/>
                </a:lnTo>
                <a:lnTo>
                  <a:pt x="601163" y="299669"/>
                </a:lnTo>
                <a:lnTo>
                  <a:pt x="607115" y="290917"/>
                </a:lnTo>
                <a:lnTo>
                  <a:pt x="613067" y="281990"/>
                </a:lnTo>
                <a:lnTo>
                  <a:pt x="619019" y="272916"/>
                </a:lnTo>
                <a:lnTo>
                  <a:pt x="624972" y="263703"/>
                </a:lnTo>
                <a:lnTo>
                  <a:pt x="630923" y="254362"/>
                </a:lnTo>
                <a:lnTo>
                  <a:pt x="636876" y="244912"/>
                </a:lnTo>
                <a:lnTo>
                  <a:pt x="642828" y="235369"/>
                </a:lnTo>
                <a:lnTo>
                  <a:pt x="648777" y="225748"/>
                </a:lnTo>
                <a:lnTo>
                  <a:pt x="654731" y="216067"/>
                </a:lnTo>
                <a:lnTo>
                  <a:pt x="660685" y="206344"/>
                </a:lnTo>
                <a:lnTo>
                  <a:pt x="666639" y="196599"/>
                </a:lnTo>
                <a:lnTo>
                  <a:pt x="672585" y="186852"/>
                </a:lnTo>
                <a:lnTo>
                  <a:pt x="678539" y="177124"/>
                </a:lnTo>
                <a:lnTo>
                  <a:pt x="684493" y="167435"/>
                </a:lnTo>
                <a:lnTo>
                  <a:pt x="690446" y="157808"/>
                </a:lnTo>
                <a:lnTo>
                  <a:pt x="696400" y="148264"/>
                </a:lnTo>
                <a:lnTo>
                  <a:pt x="702347" y="138827"/>
                </a:lnTo>
                <a:lnTo>
                  <a:pt x="708301" y="129519"/>
                </a:lnTo>
                <a:lnTo>
                  <a:pt x="714254" y="120363"/>
                </a:lnTo>
                <a:lnTo>
                  <a:pt x="720208" y="111383"/>
                </a:lnTo>
                <a:lnTo>
                  <a:pt x="726155" y="102601"/>
                </a:lnTo>
                <a:lnTo>
                  <a:pt x="732108" y="94041"/>
                </a:lnTo>
                <a:lnTo>
                  <a:pt x="738062" y="85726"/>
                </a:lnTo>
                <a:lnTo>
                  <a:pt x="744016" y="77677"/>
                </a:lnTo>
                <a:lnTo>
                  <a:pt x="749963" y="69919"/>
                </a:lnTo>
                <a:lnTo>
                  <a:pt x="755916" y="62471"/>
                </a:lnTo>
                <a:lnTo>
                  <a:pt x="761870" y="55357"/>
                </a:lnTo>
                <a:lnTo>
                  <a:pt x="767824" y="48594"/>
                </a:lnTo>
                <a:lnTo>
                  <a:pt x="773777" y="42205"/>
                </a:lnTo>
                <a:lnTo>
                  <a:pt x="779724" y="36206"/>
                </a:lnTo>
                <a:lnTo>
                  <a:pt x="785678" y="30617"/>
                </a:lnTo>
                <a:lnTo>
                  <a:pt x="791632" y="25453"/>
                </a:lnTo>
                <a:lnTo>
                  <a:pt x="797585" y="20730"/>
                </a:lnTo>
                <a:lnTo>
                  <a:pt x="803532" y="16464"/>
                </a:lnTo>
                <a:lnTo>
                  <a:pt x="809486" y="12666"/>
                </a:lnTo>
                <a:lnTo>
                  <a:pt x="815439" y="9349"/>
                </a:lnTo>
                <a:lnTo>
                  <a:pt x="821393" y="6522"/>
                </a:lnTo>
                <a:lnTo>
                  <a:pt x="827340" y="4194"/>
                </a:lnTo>
                <a:lnTo>
                  <a:pt x="833294" y="2373"/>
                </a:lnTo>
                <a:lnTo>
                  <a:pt x="839247" y="1065"/>
                </a:lnTo>
                <a:lnTo>
                  <a:pt x="845201" y="273"/>
                </a:lnTo>
                <a:lnTo>
                  <a:pt x="851155" y="0"/>
                </a:lnTo>
                <a:lnTo>
                  <a:pt x="857102" y="246"/>
                </a:lnTo>
                <a:lnTo>
                  <a:pt x="863055" y="1012"/>
                </a:lnTo>
                <a:lnTo>
                  <a:pt x="869009" y="2295"/>
                </a:lnTo>
                <a:lnTo>
                  <a:pt x="874963" y="4090"/>
                </a:lnTo>
                <a:lnTo>
                  <a:pt x="880909" y="6392"/>
                </a:lnTo>
                <a:lnTo>
                  <a:pt x="886863" y="9194"/>
                </a:lnTo>
                <a:lnTo>
                  <a:pt x="892817" y="12487"/>
                </a:lnTo>
                <a:lnTo>
                  <a:pt x="898771" y="16261"/>
                </a:lnTo>
                <a:lnTo>
                  <a:pt x="904717" y="20504"/>
                </a:lnTo>
                <a:lnTo>
                  <a:pt x="910671" y="25204"/>
                </a:lnTo>
                <a:lnTo>
                  <a:pt x="916625" y="30346"/>
                </a:lnTo>
                <a:lnTo>
                  <a:pt x="922578" y="35913"/>
                </a:lnTo>
                <a:lnTo>
                  <a:pt x="928532" y="41892"/>
                </a:lnTo>
                <a:lnTo>
                  <a:pt x="934479" y="48263"/>
                </a:lnTo>
                <a:lnTo>
                  <a:pt x="940433" y="55007"/>
                </a:lnTo>
                <a:lnTo>
                  <a:pt x="946386" y="62104"/>
                </a:lnTo>
                <a:lnTo>
                  <a:pt x="952340" y="69535"/>
                </a:lnTo>
                <a:lnTo>
                  <a:pt x="958287" y="77278"/>
                </a:lnTo>
                <a:lnTo>
                  <a:pt x="964240" y="85313"/>
                </a:lnTo>
                <a:lnTo>
                  <a:pt x="970194" y="93615"/>
                </a:lnTo>
                <a:lnTo>
                  <a:pt x="976148" y="102163"/>
                </a:lnTo>
                <a:lnTo>
                  <a:pt x="982095" y="110934"/>
                </a:lnTo>
                <a:lnTo>
                  <a:pt x="988048" y="119905"/>
                </a:lnTo>
                <a:lnTo>
                  <a:pt x="994002" y="129052"/>
                </a:lnTo>
                <a:lnTo>
                  <a:pt x="999956" y="138354"/>
                </a:lnTo>
                <a:lnTo>
                  <a:pt x="1005909" y="147785"/>
                </a:lnTo>
                <a:lnTo>
                  <a:pt x="1011856" y="157323"/>
                </a:lnTo>
                <a:lnTo>
                  <a:pt x="1017810" y="166947"/>
                </a:lnTo>
                <a:lnTo>
                  <a:pt x="1023764" y="176633"/>
                </a:lnTo>
                <a:lnTo>
                  <a:pt x="1029717" y="186360"/>
                </a:lnTo>
                <a:lnTo>
                  <a:pt x="1035664" y="196107"/>
                </a:lnTo>
                <a:lnTo>
                  <a:pt x="1041618" y="205852"/>
                </a:lnTo>
                <a:lnTo>
                  <a:pt x="1047571" y="215576"/>
                </a:lnTo>
                <a:lnTo>
                  <a:pt x="1053525" y="225260"/>
                </a:lnTo>
                <a:lnTo>
                  <a:pt x="1059472" y="234884"/>
                </a:lnTo>
                <a:lnTo>
                  <a:pt x="1065426" y="244432"/>
                </a:lnTo>
                <a:lnTo>
                  <a:pt x="1071379" y="253887"/>
                </a:lnTo>
                <a:lnTo>
                  <a:pt x="1077333" y="263235"/>
                </a:lnTo>
                <a:lnTo>
                  <a:pt x="1083287" y="272455"/>
                </a:lnTo>
                <a:lnTo>
                  <a:pt x="1089234" y="281536"/>
                </a:lnTo>
                <a:lnTo>
                  <a:pt x="1095187" y="290463"/>
                </a:lnTo>
                <a:lnTo>
                  <a:pt x="1101141" y="299236"/>
                </a:lnTo>
                <a:lnTo>
                  <a:pt x="1107095" y="307829"/>
                </a:lnTo>
                <a:lnTo>
                  <a:pt x="1113041" y="316239"/>
                </a:lnTo>
                <a:lnTo>
                  <a:pt x="1118995" y="324454"/>
                </a:lnTo>
                <a:lnTo>
                  <a:pt x="1124949" y="332467"/>
                </a:lnTo>
                <a:lnTo>
                  <a:pt x="1130903" y="340270"/>
                </a:lnTo>
                <a:lnTo>
                  <a:pt x="1136849" y="347864"/>
                </a:lnTo>
                <a:lnTo>
                  <a:pt x="1142803" y="355235"/>
                </a:lnTo>
                <a:lnTo>
                  <a:pt x="1148757" y="362382"/>
                </a:lnTo>
                <a:lnTo>
                  <a:pt x="1154710" y="369306"/>
                </a:lnTo>
                <a:lnTo>
                  <a:pt x="1160664" y="375993"/>
                </a:lnTo>
                <a:lnTo>
                  <a:pt x="1166611" y="382456"/>
                </a:lnTo>
                <a:lnTo>
                  <a:pt x="1172565" y="388682"/>
                </a:lnTo>
                <a:lnTo>
                  <a:pt x="1178518" y="394684"/>
                </a:lnTo>
                <a:lnTo>
                  <a:pt x="1184472" y="400450"/>
                </a:lnTo>
                <a:lnTo>
                  <a:pt x="1190419" y="405984"/>
                </a:lnTo>
                <a:lnTo>
                  <a:pt x="1196372" y="411289"/>
                </a:lnTo>
                <a:lnTo>
                  <a:pt x="1202326" y="416370"/>
                </a:lnTo>
                <a:lnTo>
                  <a:pt x="1208280" y="421235"/>
                </a:lnTo>
                <a:lnTo>
                  <a:pt x="1214234" y="425877"/>
                </a:lnTo>
                <a:lnTo>
                  <a:pt x="1220180" y="430302"/>
                </a:lnTo>
                <a:lnTo>
                  <a:pt x="1226134" y="434518"/>
                </a:lnTo>
                <a:lnTo>
                  <a:pt x="1232088" y="438524"/>
                </a:lnTo>
                <a:lnTo>
                  <a:pt x="1238041" y="442335"/>
                </a:lnTo>
                <a:lnTo>
                  <a:pt x="1243988" y="445950"/>
                </a:lnTo>
                <a:lnTo>
                  <a:pt x="1249942" y="449377"/>
                </a:lnTo>
                <a:lnTo>
                  <a:pt x="1255896" y="452616"/>
                </a:lnTo>
                <a:lnTo>
                  <a:pt x="1261849" y="455680"/>
                </a:lnTo>
                <a:lnTo>
                  <a:pt x="1267796" y="458570"/>
                </a:lnTo>
                <a:lnTo>
                  <a:pt x="1273750" y="461299"/>
                </a:lnTo>
                <a:lnTo>
                  <a:pt x="1279703" y="463867"/>
                </a:lnTo>
                <a:lnTo>
                  <a:pt x="1285657" y="466275"/>
                </a:lnTo>
                <a:lnTo>
                  <a:pt x="1291611" y="468544"/>
                </a:lnTo>
                <a:lnTo>
                  <a:pt x="1297558" y="470673"/>
                </a:lnTo>
                <a:lnTo>
                  <a:pt x="1303511" y="472669"/>
                </a:lnTo>
                <a:lnTo>
                  <a:pt x="1309465" y="474532"/>
                </a:lnTo>
                <a:lnTo>
                  <a:pt x="1315419" y="476277"/>
                </a:lnTo>
                <a:lnTo>
                  <a:pt x="1321365" y="477904"/>
                </a:lnTo>
                <a:lnTo>
                  <a:pt x="1327319" y="479418"/>
                </a:lnTo>
                <a:lnTo>
                  <a:pt x="1333273" y="480835"/>
                </a:lnTo>
                <a:lnTo>
                  <a:pt x="1339227" y="482147"/>
                </a:lnTo>
                <a:lnTo>
                  <a:pt x="1345173" y="483369"/>
                </a:lnTo>
                <a:lnTo>
                  <a:pt x="1351127" y="484506"/>
                </a:lnTo>
                <a:lnTo>
                  <a:pt x="1357081" y="485553"/>
                </a:lnTo>
                <a:lnTo>
                  <a:pt x="1363035" y="486531"/>
                </a:lnTo>
                <a:lnTo>
                  <a:pt x="1368988" y="487424"/>
                </a:lnTo>
                <a:lnTo>
                  <a:pt x="1374935" y="488255"/>
                </a:lnTo>
                <a:lnTo>
                  <a:pt x="1380889" y="489022"/>
                </a:lnTo>
                <a:lnTo>
                  <a:pt x="1386842" y="489727"/>
                </a:lnTo>
                <a:lnTo>
                  <a:pt x="1392796" y="490376"/>
                </a:lnTo>
                <a:lnTo>
                  <a:pt x="1398743" y="490977"/>
                </a:lnTo>
                <a:lnTo>
                  <a:pt x="1404697" y="491528"/>
                </a:lnTo>
                <a:lnTo>
                  <a:pt x="1410650" y="492031"/>
                </a:lnTo>
                <a:lnTo>
                  <a:pt x="1416604" y="492491"/>
                </a:lnTo>
                <a:lnTo>
                  <a:pt x="1422551" y="492910"/>
                </a:lnTo>
                <a:lnTo>
                  <a:pt x="1428504" y="493294"/>
                </a:lnTo>
                <a:lnTo>
                  <a:pt x="1434458" y="493650"/>
                </a:lnTo>
                <a:lnTo>
                  <a:pt x="1440412" y="493971"/>
                </a:lnTo>
                <a:lnTo>
                  <a:pt x="1446366" y="494257"/>
                </a:lnTo>
                <a:lnTo>
                  <a:pt x="1452312" y="494529"/>
                </a:lnTo>
                <a:lnTo>
                  <a:pt x="1458266" y="494767"/>
                </a:lnTo>
                <a:lnTo>
                  <a:pt x="1464220" y="494990"/>
                </a:lnTo>
                <a:lnTo>
                  <a:pt x="1470173" y="495185"/>
                </a:lnTo>
                <a:lnTo>
                  <a:pt x="1476120" y="495367"/>
                </a:lnTo>
                <a:lnTo>
                  <a:pt x="1482074" y="495527"/>
                </a:lnTo>
                <a:lnTo>
                  <a:pt x="1488028" y="495674"/>
                </a:lnTo>
                <a:lnTo>
                  <a:pt x="1493981" y="495807"/>
                </a:lnTo>
                <a:lnTo>
                  <a:pt x="1499928" y="495925"/>
                </a:lnTo>
                <a:lnTo>
                  <a:pt x="1505882" y="496037"/>
                </a:lnTo>
                <a:lnTo>
                  <a:pt x="1511836" y="496135"/>
                </a:lnTo>
                <a:lnTo>
                  <a:pt x="1517789" y="496218"/>
                </a:lnTo>
                <a:lnTo>
                  <a:pt x="1523743" y="496295"/>
                </a:lnTo>
                <a:lnTo>
                  <a:pt x="1529690" y="496365"/>
                </a:lnTo>
                <a:lnTo>
                  <a:pt x="1535643" y="496428"/>
                </a:lnTo>
                <a:lnTo>
                  <a:pt x="1541597" y="496484"/>
                </a:lnTo>
                <a:lnTo>
                  <a:pt x="1547551" y="496540"/>
                </a:lnTo>
                <a:lnTo>
                  <a:pt x="1553497" y="496581"/>
                </a:lnTo>
                <a:lnTo>
                  <a:pt x="1559451" y="496623"/>
                </a:lnTo>
                <a:lnTo>
                  <a:pt x="1565405" y="496658"/>
                </a:lnTo>
                <a:lnTo>
                  <a:pt x="1571359" y="496686"/>
                </a:lnTo>
                <a:lnTo>
                  <a:pt x="1577305" y="496714"/>
                </a:lnTo>
                <a:lnTo>
                  <a:pt x="1583259" y="496742"/>
                </a:lnTo>
                <a:lnTo>
                  <a:pt x="1589213" y="496763"/>
                </a:lnTo>
                <a:lnTo>
                  <a:pt x="1595166" y="496784"/>
                </a:lnTo>
                <a:lnTo>
                  <a:pt x="1601120" y="496798"/>
                </a:lnTo>
                <a:lnTo>
                  <a:pt x="1607067" y="496819"/>
                </a:lnTo>
                <a:lnTo>
                  <a:pt x="1613021" y="496826"/>
                </a:lnTo>
                <a:lnTo>
                  <a:pt x="1618974" y="496840"/>
                </a:lnTo>
                <a:lnTo>
                  <a:pt x="1624928" y="496854"/>
                </a:lnTo>
                <a:lnTo>
                  <a:pt x="1630875" y="496861"/>
                </a:lnTo>
                <a:lnTo>
                  <a:pt x="1636828" y="496868"/>
                </a:lnTo>
                <a:lnTo>
                  <a:pt x="1642782" y="496875"/>
                </a:lnTo>
                <a:lnTo>
                  <a:pt x="1648736" y="496882"/>
                </a:lnTo>
                <a:lnTo>
                  <a:pt x="1654683" y="496889"/>
                </a:lnTo>
                <a:lnTo>
                  <a:pt x="1660636" y="496895"/>
                </a:lnTo>
                <a:lnTo>
                  <a:pt x="1666590" y="496895"/>
                </a:lnTo>
                <a:lnTo>
                  <a:pt x="1672544" y="496902"/>
                </a:lnTo>
                <a:lnTo>
                  <a:pt x="1678497" y="496902"/>
                </a:lnTo>
                <a:lnTo>
                  <a:pt x="1684444" y="496902"/>
                </a:lnTo>
                <a:lnTo>
                  <a:pt x="1690398" y="496909"/>
                </a:lnTo>
                <a:lnTo>
                  <a:pt x="1696352" y="496909"/>
                </a:lnTo>
                <a:lnTo>
                  <a:pt x="1702305" y="496909"/>
                </a:lnTo>
                <a:lnTo>
                  <a:pt x="1708252" y="496916"/>
                </a:lnTo>
                <a:lnTo>
                  <a:pt x="1714206" y="496916"/>
                </a:lnTo>
                <a:lnTo>
                  <a:pt x="1720160" y="496916"/>
                </a:lnTo>
                <a:lnTo>
                  <a:pt x="1726113" y="496916"/>
                </a:lnTo>
                <a:lnTo>
                  <a:pt x="1732067" y="496916"/>
                </a:lnTo>
                <a:lnTo>
                  <a:pt x="1738014" y="496916"/>
                </a:lnTo>
                <a:lnTo>
                  <a:pt x="1743967" y="496916"/>
                </a:lnTo>
                <a:lnTo>
                  <a:pt x="1749921" y="496923"/>
                </a:lnTo>
                <a:lnTo>
                  <a:pt x="1755875" y="496923"/>
                </a:lnTo>
                <a:lnTo>
                  <a:pt x="1761822" y="496923"/>
                </a:lnTo>
                <a:lnTo>
                  <a:pt x="1767775" y="496923"/>
                </a:lnTo>
                <a:lnTo>
                  <a:pt x="1773729" y="496923"/>
                </a:lnTo>
                <a:lnTo>
                  <a:pt x="1779683" y="496923"/>
                </a:lnTo>
              </a:path>
            </a:pathLst>
          </a:custGeom>
          <a:noFill/>
          <a:ln w="1270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3503" name="Group 3502">
            <a:extLst>
              <a:ext uri="{FF2B5EF4-FFF2-40B4-BE49-F238E27FC236}">
                <a16:creationId xmlns:a16="http://schemas.microsoft.com/office/drawing/2014/main" id="{F6D35CE2-1C6B-4137-F32D-86047EC88CD6}"/>
              </a:ext>
            </a:extLst>
          </p:cNvPr>
          <p:cNvGrpSpPr/>
          <p:nvPr/>
        </p:nvGrpSpPr>
        <p:grpSpPr>
          <a:xfrm>
            <a:off x="6813428" y="1785779"/>
            <a:ext cx="1606571" cy="1072781"/>
            <a:chOff x="6813428" y="1785779"/>
            <a:chExt cx="1606571" cy="1072781"/>
          </a:xfrm>
        </p:grpSpPr>
        <p:sp>
          <p:nvSpPr>
            <p:cNvPr id="3162" name="Freeform 3161">
              <a:extLst>
                <a:ext uri="{FF2B5EF4-FFF2-40B4-BE49-F238E27FC236}">
                  <a16:creationId xmlns:a16="http://schemas.microsoft.com/office/drawing/2014/main" id="{B46AD63D-5E7E-9E4F-6A4B-32FFF79CEEC7}"/>
                </a:ext>
              </a:extLst>
            </p:cNvPr>
            <p:cNvSpPr/>
            <p:nvPr/>
          </p:nvSpPr>
          <p:spPr>
            <a:xfrm>
              <a:off x="6947103" y="1785779"/>
              <a:ext cx="1472896" cy="903076"/>
            </a:xfrm>
            <a:custGeom>
              <a:avLst/>
              <a:gdLst>
                <a:gd name="csX0" fmla="*/ 0 w 1472896"/>
                <a:gd name="csY0" fmla="*/ 903077 h 903076"/>
                <a:gd name="csX1" fmla="*/ 1472897 w 1472896"/>
                <a:gd name="csY1" fmla="*/ 903077 h 903076"/>
                <a:gd name="csX2" fmla="*/ 1472897 w 1472896"/>
                <a:gd name="csY2" fmla="*/ 0 h 903076"/>
                <a:gd name="csX3" fmla="*/ 0 w 1472896"/>
                <a:gd name="csY3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72896" h="903076">
                  <a:moveTo>
                    <a:pt x="0" y="903077"/>
                  </a:moveTo>
                  <a:lnTo>
                    <a:pt x="1472897" y="903077"/>
                  </a:lnTo>
                  <a:lnTo>
                    <a:pt x="1472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3" name="Freeform 3162">
              <a:extLst>
                <a:ext uri="{FF2B5EF4-FFF2-40B4-BE49-F238E27FC236}">
                  <a16:creationId xmlns:a16="http://schemas.microsoft.com/office/drawing/2014/main" id="{786C7717-5018-DDB4-2AD8-3ED44C9B6BDD}"/>
                </a:ext>
              </a:extLst>
            </p:cNvPr>
            <p:cNvSpPr/>
            <p:nvPr/>
          </p:nvSpPr>
          <p:spPr>
            <a:xfrm>
              <a:off x="7094393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4" name="Freeform 3163">
              <a:extLst>
                <a:ext uri="{FF2B5EF4-FFF2-40B4-BE49-F238E27FC236}">
                  <a16:creationId xmlns:a16="http://schemas.microsoft.com/office/drawing/2014/main" id="{870ABB28-44AE-95ED-802F-88A066F56DE1}"/>
                </a:ext>
              </a:extLst>
            </p:cNvPr>
            <p:cNvSpPr/>
            <p:nvPr/>
          </p:nvSpPr>
          <p:spPr>
            <a:xfrm>
              <a:off x="7388971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5" name="Freeform 3164">
              <a:extLst>
                <a:ext uri="{FF2B5EF4-FFF2-40B4-BE49-F238E27FC236}">
                  <a16:creationId xmlns:a16="http://schemas.microsoft.com/office/drawing/2014/main" id="{98B2086F-BB39-F917-41E4-B5AC740B9B32}"/>
                </a:ext>
              </a:extLst>
            </p:cNvPr>
            <p:cNvSpPr/>
            <p:nvPr/>
          </p:nvSpPr>
          <p:spPr>
            <a:xfrm>
              <a:off x="7683548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6" name="Freeform 3165">
              <a:extLst>
                <a:ext uri="{FF2B5EF4-FFF2-40B4-BE49-F238E27FC236}">
                  <a16:creationId xmlns:a16="http://schemas.microsoft.com/office/drawing/2014/main" id="{76854DF4-F1C0-065D-4D3B-D87C96FA1A74}"/>
                </a:ext>
              </a:extLst>
            </p:cNvPr>
            <p:cNvSpPr/>
            <p:nvPr/>
          </p:nvSpPr>
          <p:spPr>
            <a:xfrm>
              <a:off x="7978127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7" name="Freeform 3166">
              <a:extLst>
                <a:ext uri="{FF2B5EF4-FFF2-40B4-BE49-F238E27FC236}">
                  <a16:creationId xmlns:a16="http://schemas.microsoft.com/office/drawing/2014/main" id="{D48C5459-A9BB-978E-17D4-F1F3E4F2A2E1}"/>
                </a:ext>
              </a:extLst>
            </p:cNvPr>
            <p:cNvSpPr/>
            <p:nvPr/>
          </p:nvSpPr>
          <p:spPr>
            <a:xfrm>
              <a:off x="8272707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8" name="Freeform 3167">
              <a:extLst>
                <a:ext uri="{FF2B5EF4-FFF2-40B4-BE49-F238E27FC236}">
                  <a16:creationId xmlns:a16="http://schemas.microsoft.com/office/drawing/2014/main" id="{DC278775-24DC-0E6D-12FC-A156E1BD6F10}"/>
                </a:ext>
              </a:extLst>
            </p:cNvPr>
            <p:cNvSpPr/>
            <p:nvPr/>
          </p:nvSpPr>
          <p:spPr>
            <a:xfrm>
              <a:off x="6947103" y="2688855"/>
              <a:ext cx="1472896" cy="697"/>
            </a:xfrm>
            <a:custGeom>
              <a:avLst/>
              <a:gdLst>
                <a:gd name="csX0" fmla="*/ 0 w 1472896"/>
                <a:gd name="csY0" fmla="*/ 0 h 697"/>
                <a:gd name="csX1" fmla="*/ 1472897 w 1472896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896" h="697">
                  <a:moveTo>
                    <a:pt x="0" y="0"/>
                  </a:moveTo>
                  <a:lnTo>
                    <a:pt x="1472897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69" name="Freeform 3168">
              <a:extLst>
                <a:ext uri="{FF2B5EF4-FFF2-40B4-BE49-F238E27FC236}">
                  <a16:creationId xmlns:a16="http://schemas.microsoft.com/office/drawing/2014/main" id="{2BBDE08F-B673-BF6F-B960-10B6E124E17F}"/>
                </a:ext>
              </a:extLst>
            </p:cNvPr>
            <p:cNvSpPr/>
            <p:nvPr/>
          </p:nvSpPr>
          <p:spPr>
            <a:xfrm>
              <a:off x="6947103" y="2462300"/>
              <a:ext cx="1472896" cy="697"/>
            </a:xfrm>
            <a:custGeom>
              <a:avLst/>
              <a:gdLst>
                <a:gd name="csX0" fmla="*/ 0 w 1472896"/>
                <a:gd name="csY0" fmla="*/ 0 h 697"/>
                <a:gd name="csX1" fmla="*/ 1472897 w 1472896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896" h="697">
                  <a:moveTo>
                    <a:pt x="0" y="0"/>
                  </a:moveTo>
                  <a:lnTo>
                    <a:pt x="1472897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0" name="Freeform 3169">
              <a:extLst>
                <a:ext uri="{FF2B5EF4-FFF2-40B4-BE49-F238E27FC236}">
                  <a16:creationId xmlns:a16="http://schemas.microsoft.com/office/drawing/2014/main" id="{4328F83C-D2D9-E10F-8EF6-E5363BAA49CA}"/>
                </a:ext>
              </a:extLst>
            </p:cNvPr>
            <p:cNvSpPr/>
            <p:nvPr/>
          </p:nvSpPr>
          <p:spPr>
            <a:xfrm>
              <a:off x="6947103" y="2235746"/>
              <a:ext cx="1472896" cy="697"/>
            </a:xfrm>
            <a:custGeom>
              <a:avLst/>
              <a:gdLst>
                <a:gd name="csX0" fmla="*/ 0 w 1472896"/>
                <a:gd name="csY0" fmla="*/ 0 h 697"/>
                <a:gd name="csX1" fmla="*/ 1472897 w 1472896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896" h="697">
                  <a:moveTo>
                    <a:pt x="0" y="0"/>
                  </a:moveTo>
                  <a:lnTo>
                    <a:pt x="1472897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1" name="Freeform 3170">
              <a:extLst>
                <a:ext uri="{FF2B5EF4-FFF2-40B4-BE49-F238E27FC236}">
                  <a16:creationId xmlns:a16="http://schemas.microsoft.com/office/drawing/2014/main" id="{C1557713-E4CC-7F4D-0FBD-EA81EAEA71C3}"/>
                </a:ext>
              </a:extLst>
            </p:cNvPr>
            <p:cNvSpPr/>
            <p:nvPr/>
          </p:nvSpPr>
          <p:spPr>
            <a:xfrm>
              <a:off x="6947103" y="2009192"/>
              <a:ext cx="1472896" cy="697"/>
            </a:xfrm>
            <a:custGeom>
              <a:avLst/>
              <a:gdLst>
                <a:gd name="csX0" fmla="*/ 0 w 1472896"/>
                <a:gd name="csY0" fmla="*/ 0 h 697"/>
                <a:gd name="csX1" fmla="*/ 1472897 w 1472896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896" h="697">
                  <a:moveTo>
                    <a:pt x="0" y="0"/>
                  </a:moveTo>
                  <a:lnTo>
                    <a:pt x="1472897" y="0"/>
                  </a:lnTo>
                </a:path>
              </a:pathLst>
            </a:custGeom>
            <a:noFill/>
            <a:ln w="138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2" name="Freeform 3171">
              <a:extLst>
                <a:ext uri="{FF2B5EF4-FFF2-40B4-BE49-F238E27FC236}">
                  <a16:creationId xmlns:a16="http://schemas.microsoft.com/office/drawing/2014/main" id="{6A47C608-F634-CF00-65CA-193EBEA74B8A}"/>
                </a:ext>
              </a:extLst>
            </p:cNvPr>
            <p:cNvSpPr/>
            <p:nvPr/>
          </p:nvSpPr>
          <p:spPr>
            <a:xfrm>
              <a:off x="6947103" y="2688855"/>
              <a:ext cx="1472896" cy="697"/>
            </a:xfrm>
            <a:custGeom>
              <a:avLst/>
              <a:gdLst>
                <a:gd name="csX0" fmla="*/ 0 w 1472896"/>
                <a:gd name="csY0" fmla="*/ 0 h 697"/>
                <a:gd name="csX1" fmla="*/ 1472897 w 1472896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2896" h="697">
                  <a:moveTo>
                    <a:pt x="0" y="0"/>
                  </a:moveTo>
                  <a:lnTo>
                    <a:pt x="1472897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3" name="Freeform 3172">
              <a:extLst>
                <a:ext uri="{FF2B5EF4-FFF2-40B4-BE49-F238E27FC236}">
                  <a16:creationId xmlns:a16="http://schemas.microsoft.com/office/drawing/2014/main" id="{D7378084-EB7A-C903-6C1E-D45E735F8DBA}"/>
                </a:ext>
              </a:extLst>
            </p:cNvPr>
            <p:cNvSpPr/>
            <p:nvPr/>
          </p:nvSpPr>
          <p:spPr>
            <a:xfrm>
              <a:off x="7094393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4" name="Freeform 3173">
              <a:extLst>
                <a:ext uri="{FF2B5EF4-FFF2-40B4-BE49-F238E27FC236}">
                  <a16:creationId xmlns:a16="http://schemas.microsoft.com/office/drawing/2014/main" id="{3491379C-B0F7-BF7D-796F-029DCAEC53D5}"/>
                </a:ext>
              </a:extLst>
            </p:cNvPr>
            <p:cNvSpPr/>
            <p:nvPr/>
          </p:nvSpPr>
          <p:spPr>
            <a:xfrm>
              <a:off x="7388971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5" name="Freeform 3174">
              <a:extLst>
                <a:ext uri="{FF2B5EF4-FFF2-40B4-BE49-F238E27FC236}">
                  <a16:creationId xmlns:a16="http://schemas.microsoft.com/office/drawing/2014/main" id="{A4628EC1-E8F6-E35A-66FB-DCE7AFE96B5C}"/>
                </a:ext>
              </a:extLst>
            </p:cNvPr>
            <p:cNvSpPr/>
            <p:nvPr/>
          </p:nvSpPr>
          <p:spPr>
            <a:xfrm>
              <a:off x="7683548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6" name="Freeform 3175">
              <a:extLst>
                <a:ext uri="{FF2B5EF4-FFF2-40B4-BE49-F238E27FC236}">
                  <a16:creationId xmlns:a16="http://schemas.microsoft.com/office/drawing/2014/main" id="{5C37CB8F-2537-17BF-38C7-FA5B8116C69C}"/>
                </a:ext>
              </a:extLst>
            </p:cNvPr>
            <p:cNvSpPr/>
            <p:nvPr/>
          </p:nvSpPr>
          <p:spPr>
            <a:xfrm>
              <a:off x="7978127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7" name="Freeform 3176">
              <a:extLst>
                <a:ext uri="{FF2B5EF4-FFF2-40B4-BE49-F238E27FC236}">
                  <a16:creationId xmlns:a16="http://schemas.microsoft.com/office/drawing/2014/main" id="{48AE4FE0-67AB-A125-C231-A1E6DBADA62F}"/>
                </a:ext>
              </a:extLst>
            </p:cNvPr>
            <p:cNvSpPr/>
            <p:nvPr/>
          </p:nvSpPr>
          <p:spPr>
            <a:xfrm>
              <a:off x="8272707" y="2675664"/>
              <a:ext cx="697" cy="13191"/>
            </a:xfrm>
            <a:custGeom>
              <a:avLst/>
              <a:gdLst>
                <a:gd name="csX0" fmla="*/ 0 w 697"/>
                <a:gd name="csY0" fmla="*/ 13192 h 13191"/>
                <a:gd name="csX1" fmla="*/ 0 w 697"/>
                <a:gd name="csY1" fmla="*/ 0 h 13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13191">
                  <a:moveTo>
                    <a:pt x="0" y="13192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8" name="Freeform 3177">
              <a:extLst>
                <a:ext uri="{FF2B5EF4-FFF2-40B4-BE49-F238E27FC236}">
                  <a16:creationId xmlns:a16="http://schemas.microsoft.com/office/drawing/2014/main" id="{219FDDE1-9CDA-666F-5963-C8C15515D223}"/>
                </a:ext>
              </a:extLst>
            </p:cNvPr>
            <p:cNvSpPr/>
            <p:nvPr/>
          </p:nvSpPr>
          <p:spPr>
            <a:xfrm>
              <a:off x="7077162" y="2714841"/>
              <a:ext cx="34462" cy="55258"/>
            </a:xfrm>
            <a:custGeom>
              <a:avLst/>
              <a:gdLst>
                <a:gd name="csX0" fmla="*/ 8834 w 34462"/>
                <a:gd name="csY0" fmla="*/ 49082 h 55258"/>
                <a:gd name="csX1" fmla="*/ 34462 w 34462"/>
                <a:gd name="csY1" fmla="*/ 49082 h 55258"/>
                <a:gd name="csX2" fmla="*/ 34462 w 34462"/>
                <a:gd name="csY2" fmla="*/ 55259 h 55258"/>
                <a:gd name="csX3" fmla="*/ 0 w 34462"/>
                <a:gd name="csY3" fmla="*/ 55259 h 55258"/>
                <a:gd name="csX4" fmla="*/ 0 w 34462"/>
                <a:gd name="csY4" fmla="*/ 49082 h 55258"/>
                <a:gd name="csX5" fmla="*/ 11378 w 34462"/>
                <a:gd name="csY5" fmla="*/ 37481 h 55258"/>
                <a:gd name="csX6" fmla="*/ 20467 w 34462"/>
                <a:gd name="csY6" fmla="*/ 28066 h 55258"/>
                <a:gd name="csX7" fmla="*/ 25374 w 34462"/>
                <a:gd name="csY7" fmla="*/ 21379 h 55258"/>
                <a:gd name="csX8" fmla="*/ 26792 w 34462"/>
                <a:gd name="csY8" fmla="*/ 15963 h 55258"/>
                <a:gd name="csX9" fmla="*/ 23738 w 34462"/>
                <a:gd name="csY9" fmla="*/ 8906 h 55258"/>
                <a:gd name="csX10" fmla="*/ 15850 w 34462"/>
                <a:gd name="csY10" fmla="*/ 6184 h 55258"/>
                <a:gd name="csX11" fmla="*/ 8543 w 34462"/>
                <a:gd name="csY11" fmla="*/ 7385 h 55258"/>
                <a:gd name="csX12" fmla="*/ 364 w 34462"/>
                <a:gd name="csY12" fmla="*/ 11014 h 55258"/>
                <a:gd name="csX13" fmla="*/ 364 w 34462"/>
                <a:gd name="csY13" fmla="*/ 3602 h 55258"/>
                <a:gd name="csX14" fmla="*/ 8652 w 34462"/>
                <a:gd name="csY14" fmla="*/ 914 h 55258"/>
                <a:gd name="csX15" fmla="*/ 15704 w 34462"/>
                <a:gd name="csY15" fmla="*/ 0 h 55258"/>
                <a:gd name="csX16" fmla="*/ 29155 w 34462"/>
                <a:gd name="csY16" fmla="*/ 4223 h 55258"/>
                <a:gd name="csX17" fmla="*/ 34171 w 34462"/>
                <a:gd name="csY17" fmla="*/ 15488 h 55258"/>
                <a:gd name="csX18" fmla="*/ 32899 w 34462"/>
                <a:gd name="csY18" fmla="*/ 21854 h 55258"/>
                <a:gd name="csX19" fmla="*/ 28355 w 34462"/>
                <a:gd name="csY19" fmla="*/ 28903 h 55258"/>
                <a:gd name="csX20" fmla="*/ 22575 w 34462"/>
                <a:gd name="csY20" fmla="*/ 35010 h 55258"/>
                <a:gd name="csX21" fmla="*/ 8834 w 34462"/>
                <a:gd name="csY21" fmla="*/ 49082 h 55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462" h="55258">
                  <a:moveTo>
                    <a:pt x="8834" y="49082"/>
                  </a:moveTo>
                  <a:lnTo>
                    <a:pt x="34462" y="49082"/>
                  </a:lnTo>
                  <a:lnTo>
                    <a:pt x="34462" y="55259"/>
                  </a:lnTo>
                  <a:lnTo>
                    <a:pt x="0" y="55259"/>
                  </a:lnTo>
                  <a:lnTo>
                    <a:pt x="0" y="49082"/>
                  </a:lnTo>
                  <a:cubicBezTo>
                    <a:pt x="2787" y="46197"/>
                    <a:pt x="6580" y="42330"/>
                    <a:pt x="11378" y="37481"/>
                  </a:cubicBezTo>
                  <a:cubicBezTo>
                    <a:pt x="16201" y="32609"/>
                    <a:pt x="19231" y="29471"/>
                    <a:pt x="20467" y="28066"/>
                  </a:cubicBezTo>
                  <a:cubicBezTo>
                    <a:pt x="22817" y="25423"/>
                    <a:pt x="24453" y="23194"/>
                    <a:pt x="25374" y="21379"/>
                  </a:cubicBezTo>
                  <a:cubicBezTo>
                    <a:pt x="26319" y="19536"/>
                    <a:pt x="26792" y="17731"/>
                    <a:pt x="26792" y="15963"/>
                  </a:cubicBezTo>
                  <a:cubicBezTo>
                    <a:pt x="26792" y="13078"/>
                    <a:pt x="25774" y="10726"/>
                    <a:pt x="23738" y="8906"/>
                  </a:cubicBezTo>
                  <a:cubicBezTo>
                    <a:pt x="21727" y="7091"/>
                    <a:pt x="19097" y="6184"/>
                    <a:pt x="15850" y="6184"/>
                  </a:cubicBezTo>
                  <a:cubicBezTo>
                    <a:pt x="13547" y="6184"/>
                    <a:pt x="11112" y="6584"/>
                    <a:pt x="8543" y="7385"/>
                  </a:cubicBezTo>
                  <a:cubicBezTo>
                    <a:pt x="5998" y="8185"/>
                    <a:pt x="3272" y="9395"/>
                    <a:pt x="364" y="11014"/>
                  </a:cubicBezTo>
                  <a:lnTo>
                    <a:pt x="364" y="3602"/>
                  </a:lnTo>
                  <a:cubicBezTo>
                    <a:pt x="3320" y="2415"/>
                    <a:pt x="6083" y="1519"/>
                    <a:pt x="8652" y="914"/>
                  </a:cubicBezTo>
                  <a:cubicBezTo>
                    <a:pt x="11221" y="305"/>
                    <a:pt x="13572" y="0"/>
                    <a:pt x="15704" y="0"/>
                  </a:cubicBezTo>
                  <a:cubicBezTo>
                    <a:pt x="21327" y="0"/>
                    <a:pt x="25810" y="1408"/>
                    <a:pt x="29155" y="4223"/>
                  </a:cubicBezTo>
                  <a:cubicBezTo>
                    <a:pt x="32499" y="7033"/>
                    <a:pt x="34171" y="10788"/>
                    <a:pt x="34171" y="15488"/>
                  </a:cubicBezTo>
                  <a:cubicBezTo>
                    <a:pt x="34171" y="17717"/>
                    <a:pt x="33747" y="19839"/>
                    <a:pt x="32899" y="21854"/>
                  </a:cubicBezTo>
                  <a:cubicBezTo>
                    <a:pt x="32075" y="23840"/>
                    <a:pt x="30560" y="26190"/>
                    <a:pt x="28355" y="28903"/>
                  </a:cubicBezTo>
                  <a:cubicBezTo>
                    <a:pt x="27749" y="29606"/>
                    <a:pt x="25823" y="31641"/>
                    <a:pt x="22575" y="35010"/>
                  </a:cubicBezTo>
                  <a:cubicBezTo>
                    <a:pt x="19328" y="38356"/>
                    <a:pt x="14747" y="43046"/>
                    <a:pt x="8834" y="49082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79" name="Freeform 3178">
              <a:extLst>
                <a:ext uri="{FF2B5EF4-FFF2-40B4-BE49-F238E27FC236}">
                  <a16:creationId xmlns:a16="http://schemas.microsoft.com/office/drawing/2014/main" id="{7ED70908-A16B-2E77-E585-EACD08EBC460}"/>
                </a:ext>
              </a:extLst>
            </p:cNvPr>
            <p:cNvSpPr/>
            <p:nvPr/>
          </p:nvSpPr>
          <p:spPr>
            <a:xfrm>
              <a:off x="7369196" y="2715825"/>
              <a:ext cx="39551" cy="54274"/>
            </a:xfrm>
            <a:custGeom>
              <a:avLst/>
              <a:gdLst>
                <a:gd name="csX0" fmla="*/ 24502 w 39551"/>
                <a:gd name="csY0" fmla="*/ 6400 h 54274"/>
                <a:gd name="csX1" fmla="*/ 5962 w 39551"/>
                <a:gd name="csY1" fmla="*/ 35373 h 54274"/>
                <a:gd name="csX2" fmla="*/ 24502 w 39551"/>
                <a:gd name="csY2" fmla="*/ 35373 h 54274"/>
                <a:gd name="csX3" fmla="*/ 24502 w 39551"/>
                <a:gd name="csY3" fmla="*/ 6400 h 54274"/>
                <a:gd name="csX4" fmla="*/ 22575 w 39551"/>
                <a:gd name="csY4" fmla="*/ 0 h 54274"/>
                <a:gd name="csX5" fmla="*/ 31809 w 39551"/>
                <a:gd name="csY5" fmla="*/ 0 h 54274"/>
                <a:gd name="csX6" fmla="*/ 31809 w 39551"/>
                <a:gd name="csY6" fmla="*/ 35373 h 54274"/>
                <a:gd name="csX7" fmla="*/ 39551 w 39551"/>
                <a:gd name="csY7" fmla="*/ 35373 h 54274"/>
                <a:gd name="csX8" fmla="*/ 39551 w 39551"/>
                <a:gd name="csY8" fmla="*/ 41481 h 54274"/>
                <a:gd name="csX9" fmla="*/ 31809 w 39551"/>
                <a:gd name="csY9" fmla="*/ 41481 h 54274"/>
                <a:gd name="csX10" fmla="*/ 31809 w 39551"/>
                <a:gd name="csY10" fmla="*/ 54274 h 54274"/>
                <a:gd name="csX11" fmla="*/ 24502 w 39551"/>
                <a:gd name="csY11" fmla="*/ 54274 h 54274"/>
                <a:gd name="csX12" fmla="*/ 24502 w 39551"/>
                <a:gd name="csY12" fmla="*/ 41481 h 54274"/>
                <a:gd name="csX13" fmla="*/ 0 w 39551"/>
                <a:gd name="csY13" fmla="*/ 41481 h 54274"/>
                <a:gd name="csX14" fmla="*/ 0 w 39551"/>
                <a:gd name="csY14" fmla="*/ 34389 h 54274"/>
                <a:gd name="csX15" fmla="*/ 22575 w 39551"/>
                <a:gd name="csY15" fmla="*/ 0 h 5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551" h="54274">
                  <a:moveTo>
                    <a:pt x="24502" y="6400"/>
                  </a:moveTo>
                  <a:lnTo>
                    <a:pt x="5962" y="35373"/>
                  </a:lnTo>
                  <a:lnTo>
                    <a:pt x="24502" y="35373"/>
                  </a:lnTo>
                  <a:lnTo>
                    <a:pt x="24502" y="6400"/>
                  </a:lnTo>
                  <a:moveTo>
                    <a:pt x="22575" y="0"/>
                  </a:moveTo>
                  <a:lnTo>
                    <a:pt x="31809" y="0"/>
                  </a:lnTo>
                  <a:lnTo>
                    <a:pt x="31809" y="35373"/>
                  </a:lnTo>
                  <a:lnTo>
                    <a:pt x="39551" y="35373"/>
                  </a:lnTo>
                  <a:lnTo>
                    <a:pt x="39551" y="41481"/>
                  </a:lnTo>
                  <a:lnTo>
                    <a:pt x="31809" y="41481"/>
                  </a:lnTo>
                  <a:lnTo>
                    <a:pt x="31809" y="54274"/>
                  </a:lnTo>
                  <a:lnTo>
                    <a:pt x="24502" y="54274"/>
                  </a:lnTo>
                  <a:lnTo>
                    <a:pt x="24502" y="41481"/>
                  </a:lnTo>
                  <a:lnTo>
                    <a:pt x="0" y="41481"/>
                  </a:lnTo>
                  <a:lnTo>
                    <a:pt x="0" y="34389"/>
                  </a:lnTo>
                  <a:lnTo>
                    <a:pt x="22575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0" name="Freeform 3179">
              <a:extLst>
                <a:ext uri="{FF2B5EF4-FFF2-40B4-BE49-F238E27FC236}">
                  <a16:creationId xmlns:a16="http://schemas.microsoft.com/office/drawing/2014/main" id="{85854F74-01E4-5355-56F7-19852EAFCCBA}"/>
                </a:ext>
              </a:extLst>
            </p:cNvPr>
            <p:cNvSpPr/>
            <p:nvPr/>
          </p:nvSpPr>
          <p:spPr>
            <a:xfrm>
              <a:off x="7664814" y="2714841"/>
              <a:ext cx="37474" cy="56312"/>
            </a:xfrm>
            <a:custGeom>
              <a:avLst/>
              <a:gdLst>
                <a:gd name="csX0" fmla="*/ 19376 w 37474"/>
                <a:gd name="csY0" fmla="*/ 25197 h 56312"/>
                <a:gd name="csX1" fmla="*/ 11524 w 37474"/>
                <a:gd name="csY1" fmla="*/ 28575 h 56312"/>
                <a:gd name="csX2" fmla="*/ 8648 w 37474"/>
                <a:gd name="csY2" fmla="*/ 37844 h 56312"/>
                <a:gd name="csX3" fmla="*/ 11524 w 37474"/>
                <a:gd name="csY3" fmla="*/ 47113 h 56312"/>
                <a:gd name="csX4" fmla="*/ 19376 w 37474"/>
                <a:gd name="csY4" fmla="*/ 50498 h 56312"/>
                <a:gd name="csX5" fmla="*/ 27186 w 37474"/>
                <a:gd name="csY5" fmla="*/ 47113 h 56312"/>
                <a:gd name="csX6" fmla="*/ 30097 w 37474"/>
                <a:gd name="csY6" fmla="*/ 37844 h 56312"/>
                <a:gd name="csX7" fmla="*/ 27186 w 37474"/>
                <a:gd name="csY7" fmla="*/ 28575 h 56312"/>
                <a:gd name="csX8" fmla="*/ 19376 w 37474"/>
                <a:gd name="csY8" fmla="*/ 25197 h 56312"/>
                <a:gd name="csX9" fmla="*/ 33949 w 37474"/>
                <a:gd name="csY9" fmla="*/ 2185 h 56312"/>
                <a:gd name="csX10" fmla="*/ 33949 w 37474"/>
                <a:gd name="csY10" fmla="*/ 8871 h 56312"/>
                <a:gd name="csX11" fmla="*/ 28352 w 37474"/>
                <a:gd name="csY11" fmla="*/ 6875 h 56312"/>
                <a:gd name="csX12" fmla="*/ 22789 w 37474"/>
                <a:gd name="csY12" fmla="*/ 6184 h 56312"/>
                <a:gd name="csX13" fmla="*/ 11663 w 37474"/>
                <a:gd name="csY13" fmla="*/ 11091 h 56312"/>
                <a:gd name="csX14" fmla="*/ 7301 w 37474"/>
                <a:gd name="csY14" fmla="*/ 25923 h 56312"/>
                <a:gd name="csX15" fmla="*/ 12682 w 37474"/>
                <a:gd name="csY15" fmla="*/ 21086 h 56312"/>
                <a:gd name="csX16" fmla="*/ 19808 w 37474"/>
                <a:gd name="csY16" fmla="*/ 19376 h 56312"/>
                <a:gd name="csX17" fmla="*/ 32714 w 37474"/>
                <a:gd name="csY17" fmla="*/ 24359 h 56312"/>
                <a:gd name="csX18" fmla="*/ 37474 w 37474"/>
                <a:gd name="csY18" fmla="*/ 37844 h 56312"/>
                <a:gd name="csX19" fmla="*/ 32533 w 37474"/>
                <a:gd name="csY19" fmla="*/ 51259 h 56312"/>
                <a:gd name="csX20" fmla="*/ 19376 w 37474"/>
                <a:gd name="csY20" fmla="*/ 56313 h 56312"/>
                <a:gd name="csX21" fmla="*/ 4977 w 37474"/>
                <a:gd name="csY21" fmla="*/ 49116 h 56312"/>
                <a:gd name="csX22" fmla="*/ 0 w 37474"/>
                <a:gd name="csY22" fmla="*/ 28177 h 56312"/>
                <a:gd name="csX23" fmla="*/ 6107 w 37474"/>
                <a:gd name="csY23" fmla="*/ 7671 h 56312"/>
                <a:gd name="csX24" fmla="*/ 22496 w 37474"/>
                <a:gd name="csY24" fmla="*/ 0 h 56312"/>
                <a:gd name="csX25" fmla="*/ 28058 w 37474"/>
                <a:gd name="csY25" fmla="*/ 544 h 56312"/>
                <a:gd name="csX26" fmla="*/ 33949 w 37474"/>
                <a:gd name="csY26" fmla="*/ 2185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7474" h="56312">
                  <a:moveTo>
                    <a:pt x="19376" y="25197"/>
                  </a:moveTo>
                  <a:cubicBezTo>
                    <a:pt x="16077" y="25197"/>
                    <a:pt x="13459" y="26323"/>
                    <a:pt x="11524" y="28575"/>
                  </a:cubicBezTo>
                  <a:cubicBezTo>
                    <a:pt x="9606" y="30827"/>
                    <a:pt x="8648" y="33917"/>
                    <a:pt x="8648" y="37844"/>
                  </a:cubicBezTo>
                  <a:cubicBezTo>
                    <a:pt x="8648" y="41748"/>
                    <a:pt x="9606" y="44838"/>
                    <a:pt x="11524" y="47113"/>
                  </a:cubicBezTo>
                  <a:cubicBezTo>
                    <a:pt x="13459" y="49370"/>
                    <a:pt x="16077" y="50498"/>
                    <a:pt x="19376" y="50498"/>
                  </a:cubicBezTo>
                  <a:cubicBezTo>
                    <a:pt x="22670" y="50498"/>
                    <a:pt x="25274" y="49370"/>
                    <a:pt x="27186" y="47113"/>
                  </a:cubicBezTo>
                  <a:cubicBezTo>
                    <a:pt x="29126" y="44838"/>
                    <a:pt x="30097" y="41748"/>
                    <a:pt x="30097" y="37844"/>
                  </a:cubicBezTo>
                  <a:cubicBezTo>
                    <a:pt x="30097" y="33917"/>
                    <a:pt x="29126" y="30827"/>
                    <a:pt x="27186" y="28575"/>
                  </a:cubicBezTo>
                  <a:cubicBezTo>
                    <a:pt x="25274" y="26323"/>
                    <a:pt x="22670" y="25197"/>
                    <a:pt x="19376" y="25197"/>
                  </a:cubicBezTo>
                  <a:moveTo>
                    <a:pt x="33949" y="2185"/>
                  </a:moveTo>
                  <a:lnTo>
                    <a:pt x="33949" y="8871"/>
                  </a:lnTo>
                  <a:cubicBezTo>
                    <a:pt x="32107" y="8001"/>
                    <a:pt x="30241" y="7336"/>
                    <a:pt x="28352" y="6875"/>
                  </a:cubicBezTo>
                  <a:cubicBezTo>
                    <a:pt x="26486" y="6414"/>
                    <a:pt x="24631" y="6184"/>
                    <a:pt x="22789" y="6184"/>
                  </a:cubicBezTo>
                  <a:cubicBezTo>
                    <a:pt x="17940" y="6184"/>
                    <a:pt x="14232" y="7820"/>
                    <a:pt x="11663" y="11091"/>
                  </a:cubicBezTo>
                  <a:cubicBezTo>
                    <a:pt x="9122" y="14362"/>
                    <a:pt x="7668" y="19306"/>
                    <a:pt x="7301" y="25923"/>
                  </a:cubicBezTo>
                  <a:cubicBezTo>
                    <a:pt x="8734" y="23815"/>
                    <a:pt x="10528" y="22203"/>
                    <a:pt x="12682" y="21086"/>
                  </a:cubicBezTo>
                  <a:cubicBezTo>
                    <a:pt x="14841" y="19946"/>
                    <a:pt x="17217" y="19376"/>
                    <a:pt x="19808" y="19376"/>
                  </a:cubicBezTo>
                  <a:cubicBezTo>
                    <a:pt x="25262" y="19376"/>
                    <a:pt x="29564" y="21037"/>
                    <a:pt x="32714" y="24359"/>
                  </a:cubicBezTo>
                  <a:cubicBezTo>
                    <a:pt x="35887" y="27654"/>
                    <a:pt x="37474" y="32149"/>
                    <a:pt x="37474" y="37844"/>
                  </a:cubicBezTo>
                  <a:cubicBezTo>
                    <a:pt x="37474" y="43419"/>
                    <a:pt x="35827" y="47890"/>
                    <a:pt x="32533" y="51259"/>
                  </a:cubicBezTo>
                  <a:cubicBezTo>
                    <a:pt x="29238" y="54628"/>
                    <a:pt x="24852" y="56313"/>
                    <a:pt x="19376" y="56313"/>
                  </a:cubicBezTo>
                  <a:cubicBezTo>
                    <a:pt x="13099" y="56313"/>
                    <a:pt x="8299" y="53914"/>
                    <a:pt x="4977" y="49116"/>
                  </a:cubicBezTo>
                  <a:cubicBezTo>
                    <a:pt x="1659" y="44291"/>
                    <a:pt x="0" y="37311"/>
                    <a:pt x="0" y="28177"/>
                  </a:cubicBezTo>
                  <a:cubicBezTo>
                    <a:pt x="0" y="19597"/>
                    <a:pt x="2036" y="12761"/>
                    <a:pt x="6107" y="7671"/>
                  </a:cubicBezTo>
                  <a:cubicBezTo>
                    <a:pt x="10179" y="2557"/>
                    <a:pt x="15642" y="0"/>
                    <a:pt x="22496" y="0"/>
                  </a:cubicBezTo>
                  <a:cubicBezTo>
                    <a:pt x="24338" y="0"/>
                    <a:pt x="26193" y="181"/>
                    <a:pt x="28058" y="544"/>
                  </a:cubicBezTo>
                  <a:cubicBezTo>
                    <a:pt x="29952" y="912"/>
                    <a:pt x="31916" y="1459"/>
                    <a:pt x="33949" y="2185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1" name="Freeform 3180">
              <a:extLst>
                <a:ext uri="{FF2B5EF4-FFF2-40B4-BE49-F238E27FC236}">
                  <a16:creationId xmlns:a16="http://schemas.microsoft.com/office/drawing/2014/main" id="{183078E3-F5D2-F645-3043-C30DAB51CD29}"/>
                </a:ext>
              </a:extLst>
            </p:cNvPr>
            <p:cNvSpPr/>
            <p:nvPr/>
          </p:nvSpPr>
          <p:spPr>
            <a:xfrm>
              <a:off x="7959519" y="2714841"/>
              <a:ext cx="37222" cy="56312"/>
            </a:xfrm>
            <a:custGeom>
              <a:avLst/>
              <a:gdLst>
                <a:gd name="csX0" fmla="*/ 18608 w 37222"/>
                <a:gd name="csY0" fmla="*/ 29482 h 56312"/>
                <a:gd name="csX1" fmla="*/ 10358 w 37222"/>
                <a:gd name="csY1" fmla="*/ 32281 h 56312"/>
                <a:gd name="csX2" fmla="*/ 7378 w 37222"/>
                <a:gd name="csY2" fmla="*/ 39987 h 56312"/>
                <a:gd name="csX3" fmla="*/ 10358 w 37222"/>
                <a:gd name="csY3" fmla="*/ 47700 h 56312"/>
                <a:gd name="csX4" fmla="*/ 18608 w 37222"/>
                <a:gd name="csY4" fmla="*/ 50498 h 56312"/>
                <a:gd name="csX5" fmla="*/ 26865 w 37222"/>
                <a:gd name="csY5" fmla="*/ 47700 h 56312"/>
                <a:gd name="csX6" fmla="*/ 29880 w 37222"/>
                <a:gd name="csY6" fmla="*/ 39987 h 56312"/>
                <a:gd name="csX7" fmla="*/ 26865 w 37222"/>
                <a:gd name="csY7" fmla="*/ 32281 h 56312"/>
                <a:gd name="csX8" fmla="*/ 18608 w 37222"/>
                <a:gd name="csY8" fmla="*/ 29482 h 56312"/>
                <a:gd name="csX9" fmla="*/ 11265 w 37222"/>
                <a:gd name="csY9" fmla="*/ 26355 h 56312"/>
                <a:gd name="csX10" fmla="*/ 3888 w 37222"/>
                <a:gd name="csY10" fmla="*/ 21958 h 56312"/>
                <a:gd name="csX11" fmla="*/ 1270 w 37222"/>
                <a:gd name="csY11" fmla="*/ 14071 h 56312"/>
                <a:gd name="csX12" fmla="*/ 5884 w 37222"/>
                <a:gd name="csY12" fmla="*/ 3783 h 56312"/>
                <a:gd name="csX13" fmla="*/ 18608 w 37222"/>
                <a:gd name="csY13" fmla="*/ 0 h 56312"/>
                <a:gd name="csX14" fmla="*/ 31332 w 37222"/>
                <a:gd name="csY14" fmla="*/ 3783 h 56312"/>
                <a:gd name="csX15" fmla="*/ 35953 w 37222"/>
                <a:gd name="csY15" fmla="*/ 14071 h 56312"/>
                <a:gd name="csX16" fmla="*/ 33293 w 37222"/>
                <a:gd name="csY16" fmla="*/ 21958 h 56312"/>
                <a:gd name="csX17" fmla="*/ 25993 w 37222"/>
                <a:gd name="csY17" fmla="*/ 26355 h 56312"/>
                <a:gd name="csX18" fmla="*/ 34243 w 37222"/>
                <a:gd name="csY18" fmla="*/ 31192 h 56312"/>
                <a:gd name="csX19" fmla="*/ 37223 w 37222"/>
                <a:gd name="csY19" fmla="*/ 39987 h 56312"/>
                <a:gd name="csX20" fmla="*/ 32386 w 37222"/>
                <a:gd name="csY20" fmla="*/ 52097 h 56312"/>
                <a:gd name="csX21" fmla="*/ 18608 w 37222"/>
                <a:gd name="csY21" fmla="*/ 56313 h 56312"/>
                <a:gd name="csX22" fmla="*/ 4795 w 37222"/>
                <a:gd name="csY22" fmla="*/ 52097 h 56312"/>
                <a:gd name="csX23" fmla="*/ 0 w 37222"/>
                <a:gd name="csY23" fmla="*/ 39987 h 56312"/>
                <a:gd name="csX24" fmla="*/ 2980 w 37222"/>
                <a:gd name="csY24" fmla="*/ 31192 h 56312"/>
                <a:gd name="csX25" fmla="*/ 11265 w 37222"/>
                <a:gd name="csY25" fmla="*/ 26355 h 56312"/>
                <a:gd name="csX26" fmla="*/ 8578 w 37222"/>
                <a:gd name="csY26" fmla="*/ 14762 h 56312"/>
                <a:gd name="csX27" fmla="*/ 11196 w 37222"/>
                <a:gd name="csY27" fmla="*/ 21344 h 56312"/>
                <a:gd name="csX28" fmla="*/ 18608 w 37222"/>
                <a:gd name="csY28" fmla="*/ 23703 h 56312"/>
                <a:gd name="csX29" fmla="*/ 25993 w 37222"/>
                <a:gd name="csY29" fmla="*/ 21344 h 56312"/>
                <a:gd name="csX30" fmla="*/ 28680 w 37222"/>
                <a:gd name="csY30" fmla="*/ 14762 h 56312"/>
                <a:gd name="csX31" fmla="*/ 25993 w 37222"/>
                <a:gd name="csY31" fmla="*/ 8180 h 56312"/>
                <a:gd name="csX32" fmla="*/ 18608 w 37222"/>
                <a:gd name="csY32" fmla="*/ 5821 h 56312"/>
                <a:gd name="csX33" fmla="*/ 11196 w 37222"/>
                <a:gd name="csY33" fmla="*/ 8180 h 56312"/>
                <a:gd name="csX34" fmla="*/ 8578 w 37222"/>
                <a:gd name="csY34" fmla="*/ 14762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7222" h="56312">
                  <a:moveTo>
                    <a:pt x="18608" y="29482"/>
                  </a:moveTo>
                  <a:cubicBezTo>
                    <a:pt x="15118" y="29482"/>
                    <a:pt x="12368" y="30415"/>
                    <a:pt x="10358" y="32281"/>
                  </a:cubicBezTo>
                  <a:cubicBezTo>
                    <a:pt x="8371" y="34147"/>
                    <a:pt x="7378" y="36716"/>
                    <a:pt x="7378" y="39987"/>
                  </a:cubicBezTo>
                  <a:cubicBezTo>
                    <a:pt x="7378" y="43263"/>
                    <a:pt x="8371" y="45834"/>
                    <a:pt x="10358" y="47700"/>
                  </a:cubicBezTo>
                  <a:cubicBezTo>
                    <a:pt x="12368" y="49565"/>
                    <a:pt x="15118" y="50498"/>
                    <a:pt x="18608" y="50498"/>
                  </a:cubicBezTo>
                  <a:cubicBezTo>
                    <a:pt x="22098" y="50498"/>
                    <a:pt x="24850" y="49565"/>
                    <a:pt x="26865" y="47700"/>
                  </a:cubicBezTo>
                  <a:cubicBezTo>
                    <a:pt x="28875" y="45806"/>
                    <a:pt x="29880" y="43235"/>
                    <a:pt x="29880" y="39987"/>
                  </a:cubicBezTo>
                  <a:cubicBezTo>
                    <a:pt x="29880" y="36716"/>
                    <a:pt x="28875" y="34147"/>
                    <a:pt x="26865" y="32281"/>
                  </a:cubicBezTo>
                  <a:cubicBezTo>
                    <a:pt x="24873" y="30415"/>
                    <a:pt x="22121" y="29482"/>
                    <a:pt x="18608" y="29482"/>
                  </a:cubicBezTo>
                  <a:moveTo>
                    <a:pt x="11265" y="26355"/>
                  </a:moveTo>
                  <a:cubicBezTo>
                    <a:pt x="8115" y="25583"/>
                    <a:pt x="5656" y="24117"/>
                    <a:pt x="3888" y="21958"/>
                  </a:cubicBezTo>
                  <a:cubicBezTo>
                    <a:pt x="2143" y="19804"/>
                    <a:pt x="1270" y="17175"/>
                    <a:pt x="1270" y="14071"/>
                  </a:cubicBezTo>
                  <a:cubicBezTo>
                    <a:pt x="1270" y="9734"/>
                    <a:pt x="2808" y="6305"/>
                    <a:pt x="5884" y="3783"/>
                  </a:cubicBezTo>
                  <a:cubicBezTo>
                    <a:pt x="8988" y="1261"/>
                    <a:pt x="13229" y="0"/>
                    <a:pt x="18608" y="0"/>
                  </a:cubicBezTo>
                  <a:cubicBezTo>
                    <a:pt x="24015" y="0"/>
                    <a:pt x="28256" y="1261"/>
                    <a:pt x="31332" y="3783"/>
                  </a:cubicBezTo>
                  <a:cubicBezTo>
                    <a:pt x="34412" y="6305"/>
                    <a:pt x="35953" y="9734"/>
                    <a:pt x="35953" y="14071"/>
                  </a:cubicBezTo>
                  <a:cubicBezTo>
                    <a:pt x="35953" y="17175"/>
                    <a:pt x="35066" y="19804"/>
                    <a:pt x="33293" y="21958"/>
                  </a:cubicBezTo>
                  <a:cubicBezTo>
                    <a:pt x="31548" y="24117"/>
                    <a:pt x="29115" y="25583"/>
                    <a:pt x="25993" y="26355"/>
                  </a:cubicBezTo>
                  <a:cubicBezTo>
                    <a:pt x="29529" y="27179"/>
                    <a:pt x="32279" y="28791"/>
                    <a:pt x="34243" y="31192"/>
                  </a:cubicBezTo>
                  <a:cubicBezTo>
                    <a:pt x="36229" y="33593"/>
                    <a:pt x="37223" y="36525"/>
                    <a:pt x="37223" y="39987"/>
                  </a:cubicBezTo>
                  <a:cubicBezTo>
                    <a:pt x="37223" y="45250"/>
                    <a:pt x="35611" y="49286"/>
                    <a:pt x="32386" y="52097"/>
                  </a:cubicBezTo>
                  <a:cubicBezTo>
                    <a:pt x="29189" y="54907"/>
                    <a:pt x="24597" y="56313"/>
                    <a:pt x="18608" y="56313"/>
                  </a:cubicBezTo>
                  <a:cubicBezTo>
                    <a:pt x="12624" y="56313"/>
                    <a:pt x="8020" y="54907"/>
                    <a:pt x="4795" y="52097"/>
                  </a:cubicBezTo>
                  <a:cubicBezTo>
                    <a:pt x="1598" y="49286"/>
                    <a:pt x="0" y="45250"/>
                    <a:pt x="0" y="39987"/>
                  </a:cubicBezTo>
                  <a:cubicBezTo>
                    <a:pt x="0" y="36525"/>
                    <a:pt x="993" y="33593"/>
                    <a:pt x="2980" y="31192"/>
                  </a:cubicBezTo>
                  <a:cubicBezTo>
                    <a:pt x="4967" y="28791"/>
                    <a:pt x="7729" y="27179"/>
                    <a:pt x="11265" y="26355"/>
                  </a:cubicBezTo>
                  <a:moveTo>
                    <a:pt x="8578" y="14762"/>
                  </a:moveTo>
                  <a:cubicBezTo>
                    <a:pt x="8578" y="17573"/>
                    <a:pt x="9451" y="19767"/>
                    <a:pt x="11196" y="21344"/>
                  </a:cubicBezTo>
                  <a:cubicBezTo>
                    <a:pt x="12964" y="22917"/>
                    <a:pt x="15434" y="23703"/>
                    <a:pt x="18608" y="23703"/>
                  </a:cubicBezTo>
                  <a:cubicBezTo>
                    <a:pt x="21758" y="23703"/>
                    <a:pt x="24220" y="22917"/>
                    <a:pt x="25993" y="21344"/>
                  </a:cubicBezTo>
                  <a:cubicBezTo>
                    <a:pt x="27784" y="19767"/>
                    <a:pt x="28680" y="17573"/>
                    <a:pt x="28680" y="14762"/>
                  </a:cubicBezTo>
                  <a:cubicBezTo>
                    <a:pt x="28680" y="11952"/>
                    <a:pt x="27784" y="9758"/>
                    <a:pt x="25993" y="8180"/>
                  </a:cubicBezTo>
                  <a:cubicBezTo>
                    <a:pt x="24220" y="6607"/>
                    <a:pt x="21758" y="5821"/>
                    <a:pt x="18608" y="5821"/>
                  </a:cubicBezTo>
                  <a:cubicBezTo>
                    <a:pt x="15434" y="5821"/>
                    <a:pt x="12964" y="6607"/>
                    <a:pt x="11196" y="8180"/>
                  </a:cubicBezTo>
                  <a:cubicBezTo>
                    <a:pt x="9451" y="9758"/>
                    <a:pt x="8578" y="11952"/>
                    <a:pt x="8578" y="14762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2" name="Freeform 3181">
              <a:extLst>
                <a:ext uri="{FF2B5EF4-FFF2-40B4-BE49-F238E27FC236}">
                  <a16:creationId xmlns:a16="http://schemas.microsoft.com/office/drawing/2014/main" id="{A9CE43C1-A535-412B-D7AB-F59621DB38EC}"/>
                </a:ext>
              </a:extLst>
            </p:cNvPr>
            <p:cNvSpPr/>
            <p:nvPr/>
          </p:nvSpPr>
          <p:spPr>
            <a:xfrm>
              <a:off x="8231903" y="2715825"/>
              <a:ext cx="32316" cy="54274"/>
            </a:xfrm>
            <a:custGeom>
              <a:avLst/>
              <a:gdLst>
                <a:gd name="csX0" fmla="*/ 1054 w 32316"/>
                <a:gd name="csY0" fmla="*/ 48097 h 54274"/>
                <a:gd name="csX1" fmla="*/ 13052 w 32316"/>
                <a:gd name="csY1" fmla="*/ 48097 h 54274"/>
                <a:gd name="csX2" fmla="*/ 13052 w 32316"/>
                <a:gd name="csY2" fmla="*/ 6687 h 54274"/>
                <a:gd name="csX3" fmla="*/ 0 w 32316"/>
                <a:gd name="csY3" fmla="*/ 9304 h 54274"/>
                <a:gd name="csX4" fmla="*/ 0 w 32316"/>
                <a:gd name="csY4" fmla="*/ 2617 h 54274"/>
                <a:gd name="csX5" fmla="*/ 12975 w 32316"/>
                <a:gd name="csY5" fmla="*/ 0 h 54274"/>
                <a:gd name="csX6" fmla="*/ 20318 w 32316"/>
                <a:gd name="csY6" fmla="*/ 0 h 54274"/>
                <a:gd name="csX7" fmla="*/ 20318 w 32316"/>
                <a:gd name="csY7" fmla="*/ 48097 h 54274"/>
                <a:gd name="csX8" fmla="*/ 32316 w 32316"/>
                <a:gd name="csY8" fmla="*/ 48097 h 54274"/>
                <a:gd name="csX9" fmla="*/ 32316 w 32316"/>
                <a:gd name="csY9" fmla="*/ 54274 h 54274"/>
                <a:gd name="csX10" fmla="*/ 1054 w 32316"/>
                <a:gd name="csY10" fmla="*/ 54274 h 54274"/>
                <a:gd name="csX11" fmla="*/ 1054 w 32316"/>
                <a:gd name="csY11" fmla="*/ 48097 h 5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316" h="54274">
                  <a:moveTo>
                    <a:pt x="1054" y="48097"/>
                  </a:moveTo>
                  <a:lnTo>
                    <a:pt x="13052" y="48097"/>
                  </a:lnTo>
                  <a:lnTo>
                    <a:pt x="13052" y="6687"/>
                  </a:lnTo>
                  <a:lnTo>
                    <a:pt x="0" y="9304"/>
                  </a:lnTo>
                  <a:lnTo>
                    <a:pt x="0" y="2617"/>
                  </a:lnTo>
                  <a:lnTo>
                    <a:pt x="12975" y="0"/>
                  </a:lnTo>
                  <a:lnTo>
                    <a:pt x="20318" y="0"/>
                  </a:lnTo>
                  <a:lnTo>
                    <a:pt x="20318" y="48097"/>
                  </a:lnTo>
                  <a:lnTo>
                    <a:pt x="32316" y="48097"/>
                  </a:lnTo>
                  <a:lnTo>
                    <a:pt x="32316" y="54274"/>
                  </a:lnTo>
                  <a:lnTo>
                    <a:pt x="1054" y="54274"/>
                  </a:lnTo>
                  <a:lnTo>
                    <a:pt x="1054" y="48097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3" name="Freeform 3182">
              <a:extLst>
                <a:ext uri="{FF2B5EF4-FFF2-40B4-BE49-F238E27FC236}">
                  <a16:creationId xmlns:a16="http://schemas.microsoft.com/office/drawing/2014/main" id="{49C601E2-DB7B-3434-287E-B70EC0EB21F1}"/>
                </a:ext>
              </a:extLst>
            </p:cNvPr>
            <p:cNvSpPr/>
            <p:nvPr/>
          </p:nvSpPr>
          <p:spPr>
            <a:xfrm>
              <a:off x="8276001" y="2714841"/>
              <a:ext cx="37509" cy="56312"/>
            </a:xfrm>
            <a:custGeom>
              <a:avLst/>
              <a:gdLst>
                <a:gd name="csX0" fmla="*/ 18755 w 37509"/>
                <a:gd name="csY0" fmla="*/ 5821 h 56312"/>
                <a:gd name="csX1" fmla="*/ 10211 w 37509"/>
                <a:gd name="csY1" fmla="*/ 11419 h 56312"/>
                <a:gd name="csX2" fmla="*/ 7378 w 37509"/>
                <a:gd name="csY2" fmla="*/ 28177 h 56312"/>
                <a:gd name="csX3" fmla="*/ 10211 w 37509"/>
                <a:gd name="csY3" fmla="*/ 44936 h 56312"/>
                <a:gd name="csX4" fmla="*/ 18755 w 37509"/>
                <a:gd name="csY4" fmla="*/ 50498 h 56312"/>
                <a:gd name="csX5" fmla="*/ 27298 w 37509"/>
                <a:gd name="csY5" fmla="*/ 44936 h 56312"/>
                <a:gd name="csX6" fmla="*/ 30166 w 37509"/>
                <a:gd name="csY6" fmla="*/ 28177 h 56312"/>
                <a:gd name="csX7" fmla="*/ 27298 w 37509"/>
                <a:gd name="csY7" fmla="*/ 11419 h 56312"/>
                <a:gd name="csX8" fmla="*/ 18755 w 37509"/>
                <a:gd name="csY8" fmla="*/ 5821 h 56312"/>
                <a:gd name="csX9" fmla="*/ 18755 w 37509"/>
                <a:gd name="csY9" fmla="*/ 0 h 56312"/>
                <a:gd name="csX10" fmla="*/ 32679 w 37509"/>
                <a:gd name="csY10" fmla="*/ 7238 h 56312"/>
                <a:gd name="csX11" fmla="*/ 37509 w 37509"/>
                <a:gd name="csY11" fmla="*/ 28177 h 56312"/>
                <a:gd name="csX12" fmla="*/ 32679 w 37509"/>
                <a:gd name="csY12" fmla="*/ 49116 h 56312"/>
                <a:gd name="csX13" fmla="*/ 18755 w 37509"/>
                <a:gd name="csY13" fmla="*/ 56313 h 56312"/>
                <a:gd name="csX14" fmla="*/ 4795 w 37509"/>
                <a:gd name="csY14" fmla="*/ 49116 h 56312"/>
                <a:gd name="csX15" fmla="*/ 0 w 37509"/>
                <a:gd name="csY15" fmla="*/ 28177 h 56312"/>
                <a:gd name="csX16" fmla="*/ 4795 w 37509"/>
                <a:gd name="csY16" fmla="*/ 7238 h 56312"/>
                <a:gd name="csX17" fmla="*/ 18755 w 37509"/>
                <a:gd name="csY17" fmla="*/ 0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09" h="56312">
                  <a:moveTo>
                    <a:pt x="18755" y="5821"/>
                  </a:moveTo>
                  <a:cubicBezTo>
                    <a:pt x="14971" y="5821"/>
                    <a:pt x="12124" y="7687"/>
                    <a:pt x="10211" y="11419"/>
                  </a:cubicBezTo>
                  <a:cubicBezTo>
                    <a:pt x="8322" y="15127"/>
                    <a:pt x="7378" y="20714"/>
                    <a:pt x="7378" y="28177"/>
                  </a:cubicBezTo>
                  <a:cubicBezTo>
                    <a:pt x="7378" y="35618"/>
                    <a:pt x="8322" y="41204"/>
                    <a:pt x="10211" y="44936"/>
                  </a:cubicBezTo>
                  <a:cubicBezTo>
                    <a:pt x="12124" y="48644"/>
                    <a:pt x="14971" y="50498"/>
                    <a:pt x="18755" y="50498"/>
                  </a:cubicBezTo>
                  <a:cubicBezTo>
                    <a:pt x="22561" y="50498"/>
                    <a:pt x="25409" y="48644"/>
                    <a:pt x="27298" y="44936"/>
                  </a:cubicBezTo>
                  <a:cubicBezTo>
                    <a:pt x="29210" y="41204"/>
                    <a:pt x="30166" y="35618"/>
                    <a:pt x="30166" y="28177"/>
                  </a:cubicBezTo>
                  <a:cubicBezTo>
                    <a:pt x="30166" y="20713"/>
                    <a:pt x="29210" y="15127"/>
                    <a:pt x="27298" y="11419"/>
                  </a:cubicBezTo>
                  <a:cubicBezTo>
                    <a:pt x="25409" y="7687"/>
                    <a:pt x="22561" y="5821"/>
                    <a:pt x="18755" y="5821"/>
                  </a:cubicBezTo>
                  <a:moveTo>
                    <a:pt x="18755" y="0"/>
                  </a:moveTo>
                  <a:cubicBezTo>
                    <a:pt x="24836" y="0"/>
                    <a:pt x="29478" y="2413"/>
                    <a:pt x="32679" y="7238"/>
                  </a:cubicBezTo>
                  <a:cubicBezTo>
                    <a:pt x="35899" y="12035"/>
                    <a:pt x="37509" y="19015"/>
                    <a:pt x="37509" y="28177"/>
                  </a:cubicBezTo>
                  <a:cubicBezTo>
                    <a:pt x="37509" y="37311"/>
                    <a:pt x="35899" y="44291"/>
                    <a:pt x="32679" y="49116"/>
                  </a:cubicBezTo>
                  <a:cubicBezTo>
                    <a:pt x="29478" y="53914"/>
                    <a:pt x="24836" y="56313"/>
                    <a:pt x="18755" y="56313"/>
                  </a:cubicBezTo>
                  <a:cubicBezTo>
                    <a:pt x="12673" y="56313"/>
                    <a:pt x="8020" y="53914"/>
                    <a:pt x="4795" y="49116"/>
                  </a:cubicBezTo>
                  <a:cubicBezTo>
                    <a:pt x="1598" y="44291"/>
                    <a:pt x="0" y="37311"/>
                    <a:pt x="0" y="28177"/>
                  </a:cubicBezTo>
                  <a:cubicBezTo>
                    <a:pt x="0" y="19015"/>
                    <a:pt x="1598" y="12035"/>
                    <a:pt x="4795" y="7238"/>
                  </a:cubicBezTo>
                  <a:cubicBezTo>
                    <a:pt x="8020" y="2413"/>
                    <a:pt x="12673" y="0"/>
                    <a:pt x="18755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4" name="Freeform 3183">
              <a:extLst>
                <a:ext uri="{FF2B5EF4-FFF2-40B4-BE49-F238E27FC236}">
                  <a16:creationId xmlns:a16="http://schemas.microsoft.com/office/drawing/2014/main" id="{3A75E250-5746-DCAF-CC81-D463D0C3257B}"/>
                </a:ext>
              </a:extLst>
            </p:cNvPr>
            <p:cNvSpPr/>
            <p:nvPr/>
          </p:nvSpPr>
          <p:spPr>
            <a:xfrm>
              <a:off x="7663251" y="2804405"/>
              <a:ext cx="38618" cy="54155"/>
            </a:xfrm>
            <a:custGeom>
              <a:avLst/>
              <a:gdLst>
                <a:gd name="csX0" fmla="*/ 38619 w 38618"/>
                <a:gd name="csY0" fmla="*/ 3190 h 54155"/>
                <a:gd name="csX1" fmla="*/ 38256 w 38618"/>
                <a:gd name="csY1" fmla="*/ 5109 h 54155"/>
                <a:gd name="csX2" fmla="*/ 30243 w 38618"/>
                <a:gd name="csY2" fmla="*/ 37069 h 54155"/>
                <a:gd name="csX3" fmla="*/ 22761 w 38618"/>
                <a:gd name="csY3" fmla="*/ 49165 h 54155"/>
                <a:gd name="csX4" fmla="*/ 10623 w 38618"/>
                <a:gd name="csY4" fmla="*/ 54156 h 54155"/>
                <a:gd name="csX5" fmla="*/ 4251 w 38618"/>
                <a:gd name="csY5" fmla="*/ 52069 h 54155"/>
                <a:gd name="csX6" fmla="*/ 1759 w 38618"/>
                <a:gd name="csY6" fmla="*/ 46876 h 54155"/>
                <a:gd name="csX7" fmla="*/ 3225 w 38618"/>
                <a:gd name="csY7" fmla="*/ 42751 h 54155"/>
                <a:gd name="csX8" fmla="*/ 6456 w 38618"/>
                <a:gd name="csY8" fmla="*/ 41439 h 54155"/>
                <a:gd name="csX9" fmla="*/ 7643 w 38618"/>
                <a:gd name="csY9" fmla="*/ 41606 h 54155"/>
                <a:gd name="csX10" fmla="*/ 8906 w 38618"/>
                <a:gd name="csY10" fmla="*/ 42465 h 54155"/>
                <a:gd name="csX11" fmla="*/ 9562 w 38618"/>
                <a:gd name="csY11" fmla="*/ 44342 h 54155"/>
                <a:gd name="csX12" fmla="*/ 7887 w 38618"/>
                <a:gd name="csY12" fmla="*/ 47776 h 54155"/>
                <a:gd name="csX13" fmla="*/ 6296 w 38618"/>
                <a:gd name="csY13" fmla="*/ 48635 h 54155"/>
                <a:gd name="csX14" fmla="*/ 4292 w 38618"/>
                <a:gd name="csY14" fmla="*/ 48802 h 54155"/>
                <a:gd name="csX15" fmla="*/ 5681 w 38618"/>
                <a:gd name="csY15" fmla="*/ 50722 h 54155"/>
                <a:gd name="csX16" fmla="*/ 7601 w 38618"/>
                <a:gd name="csY16" fmla="*/ 51783 h 54155"/>
                <a:gd name="csX17" fmla="*/ 9276 w 38618"/>
                <a:gd name="csY17" fmla="*/ 52194 h 54155"/>
                <a:gd name="csX18" fmla="*/ 10623 w 38618"/>
                <a:gd name="csY18" fmla="*/ 52313 h 54155"/>
                <a:gd name="csX19" fmla="*/ 19864 w 38618"/>
                <a:gd name="csY19" fmla="*/ 47043 h 54155"/>
                <a:gd name="csX20" fmla="*/ 21902 w 38618"/>
                <a:gd name="csY20" fmla="*/ 43854 h 54155"/>
                <a:gd name="csX21" fmla="*/ 23459 w 38618"/>
                <a:gd name="csY21" fmla="*/ 40378 h 54155"/>
                <a:gd name="csX22" fmla="*/ 24401 w 38618"/>
                <a:gd name="csY22" fmla="*/ 37481 h 54155"/>
                <a:gd name="csX23" fmla="*/ 25295 w 38618"/>
                <a:gd name="csY23" fmla="*/ 34124 h 54155"/>
                <a:gd name="csX24" fmla="*/ 16835 w 38618"/>
                <a:gd name="csY24" fmla="*/ 37928 h 54155"/>
                <a:gd name="csX25" fmla="*/ 13115 w 38618"/>
                <a:gd name="csY25" fmla="*/ 37397 h 54155"/>
                <a:gd name="csX26" fmla="*/ 9890 w 38618"/>
                <a:gd name="csY26" fmla="*/ 35764 h 54155"/>
                <a:gd name="csX27" fmla="*/ 7475 w 38618"/>
                <a:gd name="csY27" fmla="*/ 32616 h 54155"/>
                <a:gd name="csX28" fmla="*/ 6617 w 38618"/>
                <a:gd name="csY28" fmla="*/ 27954 h 54155"/>
                <a:gd name="csX29" fmla="*/ 7720 w 38618"/>
                <a:gd name="csY29" fmla="*/ 21295 h 54155"/>
                <a:gd name="csX30" fmla="*/ 11482 w 38618"/>
                <a:gd name="csY30" fmla="*/ 10379 h 54155"/>
                <a:gd name="csX31" fmla="*/ 12913 w 38618"/>
                <a:gd name="csY31" fmla="*/ 4495 h 54155"/>
                <a:gd name="csX32" fmla="*/ 12710 w 38618"/>
                <a:gd name="csY32" fmla="*/ 2980 h 54155"/>
                <a:gd name="csX33" fmla="*/ 12096 w 38618"/>
                <a:gd name="csY33" fmla="*/ 2164 h 54155"/>
                <a:gd name="csX34" fmla="*/ 11440 w 38618"/>
                <a:gd name="csY34" fmla="*/ 1878 h 54155"/>
                <a:gd name="csX35" fmla="*/ 10832 w 38618"/>
                <a:gd name="csY35" fmla="*/ 1836 h 54155"/>
                <a:gd name="csX36" fmla="*/ 6170 w 38618"/>
                <a:gd name="csY36" fmla="*/ 4293 h 54155"/>
                <a:gd name="csX37" fmla="*/ 2366 w 38618"/>
                <a:gd name="csY37" fmla="*/ 12222 h 54155"/>
                <a:gd name="csX38" fmla="*/ 1836 w 38618"/>
                <a:gd name="csY38" fmla="*/ 13485 h 54155"/>
                <a:gd name="csX39" fmla="*/ 1019 w 38618"/>
                <a:gd name="csY39" fmla="*/ 13729 h 54155"/>
                <a:gd name="csX40" fmla="*/ 0 w 38618"/>
                <a:gd name="csY40" fmla="*/ 12871 h 54155"/>
                <a:gd name="csX41" fmla="*/ 363 w 38618"/>
                <a:gd name="csY41" fmla="*/ 11279 h 54155"/>
                <a:gd name="csX42" fmla="*/ 1591 w 38618"/>
                <a:gd name="csY42" fmla="*/ 8048 h 54155"/>
                <a:gd name="csX43" fmla="*/ 3720 w 38618"/>
                <a:gd name="csY43" fmla="*/ 4334 h 54155"/>
                <a:gd name="csX44" fmla="*/ 6868 w 38618"/>
                <a:gd name="csY44" fmla="*/ 1263 h 54155"/>
                <a:gd name="csX45" fmla="*/ 11077 w 38618"/>
                <a:gd name="csY45" fmla="*/ 0 h 54155"/>
                <a:gd name="csX46" fmla="*/ 16018 w 38618"/>
                <a:gd name="csY46" fmla="*/ 2003 h 54155"/>
                <a:gd name="csX47" fmla="*/ 17938 w 38618"/>
                <a:gd name="csY47" fmla="*/ 6868 h 54155"/>
                <a:gd name="csX48" fmla="*/ 17617 w 38618"/>
                <a:gd name="csY48" fmla="*/ 9115 h 54155"/>
                <a:gd name="csX49" fmla="*/ 16263 w 38618"/>
                <a:gd name="csY49" fmla="*/ 12871 h 54155"/>
                <a:gd name="csX50" fmla="*/ 11970 w 38618"/>
                <a:gd name="csY50" fmla="*/ 29301 h 54155"/>
                <a:gd name="csX51" fmla="*/ 12180 w 38618"/>
                <a:gd name="csY51" fmla="*/ 31716 h 54155"/>
                <a:gd name="csX52" fmla="*/ 12954 w 38618"/>
                <a:gd name="csY52" fmla="*/ 33838 h 54155"/>
                <a:gd name="csX53" fmla="*/ 14546 w 38618"/>
                <a:gd name="csY53" fmla="*/ 35478 h 54155"/>
                <a:gd name="csX54" fmla="*/ 17163 w 38618"/>
                <a:gd name="csY54" fmla="*/ 36050 h 54155"/>
                <a:gd name="csX55" fmla="*/ 20883 w 38618"/>
                <a:gd name="csY55" fmla="*/ 35150 h 54155"/>
                <a:gd name="csX56" fmla="*/ 23864 w 38618"/>
                <a:gd name="csY56" fmla="*/ 32944 h 54155"/>
                <a:gd name="csX57" fmla="*/ 25748 w 38618"/>
                <a:gd name="csY57" fmla="*/ 30613 h 54155"/>
                <a:gd name="csX58" fmla="*/ 26649 w 38618"/>
                <a:gd name="csY58" fmla="*/ 28938 h 54155"/>
                <a:gd name="csX59" fmla="*/ 30404 w 38618"/>
                <a:gd name="csY59" fmla="*/ 13897 h 54155"/>
                <a:gd name="csX60" fmla="*/ 32079 w 38618"/>
                <a:gd name="csY60" fmla="*/ 7189 h 54155"/>
                <a:gd name="csX61" fmla="*/ 33224 w 38618"/>
                <a:gd name="csY61" fmla="*/ 2659 h 54155"/>
                <a:gd name="csX62" fmla="*/ 34578 w 38618"/>
                <a:gd name="csY62" fmla="*/ 1347 h 54155"/>
                <a:gd name="csX63" fmla="*/ 36169 w 38618"/>
                <a:gd name="csY63" fmla="*/ 900 h 54155"/>
                <a:gd name="csX64" fmla="*/ 37886 w 38618"/>
                <a:gd name="csY64" fmla="*/ 1515 h 54155"/>
                <a:gd name="csX65" fmla="*/ 38619 w 38618"/>
                <a:gd name="csY65" fmla="*/ 3190 h 54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38618" h="54155">
                  <a:moveTo>
                    <a:pt x="38619" y="3190"/>
                  </a:moveTo>
                  <a:cubicBezTo>
                    <a:pt x="38619" y="3571"/>
                    <a:pt x="38498" y="4211"/>
                    <a:pt x="38256" y="5109"/>
                  </a:cubicBezTo>
                  <a:lnTo>
                    <a:pt x="30243" y="37069"/>
                  </a:lnTo>
                  <a:cubicBezTo>
                    <a:pt x="29071" y="41811"/>
                    <a:pt x="26576" y="45843"/>
                    <a:pt x="22761" y="49165"/>
                  </a:cubicBezTo>
                  <a:cubicBezTo>
                    <a:pt x="18973" y="52492"/>
                    <a:pt x="14927" y="54156"/>
                    <a:pt x="10623" y="54156"/>
                  </a:cubicBezTo>
                  <a:cubicBezTo>
                    <a:pt x="8036" y="54156"/>
                    <a:pt x="5912" y="53460"/>
                    <a:pt x="4251" y="52069"/>
                  </a:cubicBezTo>
                  <a:cubicBezTo>
                    <a:pt x="2589" y="50705"/>
                    <a:pt x="1759" y="48974"/>
                    <a:pt x="1759" y="46876"/>
                  </a:cubicBezTo>
                  <a:cubicBezTo>
                    <a:pt x="1759" y="45024"/>
                    <a:pt x="2247" y="43649"/>
                    <a:pt x="3225" y="42751"/>
                  </a:cubicBezTo>
                  <a:cubicBezTo>
                    <a:pt x="4206" y="41876"/>
                    <a:pt x="5284" y="41439"/>
                    <a:pt x="6456" y="41439"/>
                  </a:cubicBezTo>
                  <a:cubicBezTo>
                    <a:pt x="6838" y="41439"/>
                    <a:pt x="7233" y="41494"/>
                    <a:pt x="7643" y="41606"/>
                  </a:cubicBezTo>
                  <a:cubicBezTo>
                    <a:pt x="8052" y="41713"/>
                    <a:pt x="8473" y="41999"/>
                    <a:pt x="8906" y="42465"/>
                  </a:cubicBezTo>
                  <a:cubicBezTo>
                    <a:pt x="9343" y="42925"/>
                    <a:pt x="9562" y="43551"/>
                    <a:pt x="9562" y="44342"/>
                  </a:cubicBezTo>
                  <a:cubicBezTo>
                    <a:pt x="9562" y="45622"/>
                    <a:pt x="9004" y="46767"/>
                    <a:pt x="7887" y="47776"/>
                  </a:cubicBezTo>
                  <a:cubicBezTo>
                    <a:pt x="7343" y="48242"/>
                    <a:pt x="6812" y="48528"/>
                    <a:pt x="6296" y="48635"/>
                  </a:cubicBezTo>
                  <a:cubicBezTo>
                    <a:pt x="5802" y="48746"/>
                    <a:pt x="5135" y="48802"/>
                    <a:pt x="4292" y="48802"/>
                  </a:cubicBezTo>
                  <a:cubicBezTo>
                    <a:pt x="4618" y="49561"/>
                    <a:pt x="5081" y="50201"/>
                    <a:pt x="5681" y="50722"/>
                  </a:cubicBezTo>
                  <a:cubicBezTo>
                    <a:pt x="6282" y="51238"/>
                    <a:pt x="6922" y="51592"/>
                    <a:pt x="7601" y="51783"/>
                  </a:cubicBezTo>
                  <a:cubicBezTo>
                    <a:pt x="8280" y="52001"/>
                    <a:pt x="8839" y="52139"/>
                    <a:pt x="9276" y="52194"/>
                  </a:cubicBezTo>
                  <a:cubicBezTo>
                    <a:pt x="9741" y="52274"/>
                    <a:pt x="10190" y="52313"/>
                    <a:pt x="10623" y="52313"/>
                  </a:cubicBezTo>
                  <a:cubicBezTo>
                    <a:pt x="14113" y="52313"/>
                    <a:pt x="17193" y="50557"/>
                    <a:pt x="19864" y="47043"/>
                  </a:cubicBezTo>
                  <a:cubicBezTo>
                    <a:pt x="20651" y="45978"/>
                    <a:pt x="21330" y="44915"/>
                    <a:pt x="21902" y="43854"/>
                  </a:cubicBezTo>
                  <a:cubicBezTo>
                    <a:pt x="22503" y="42816"/>
                    <a:pt x="23021" y="41657"/>
                    <a:pt x="23459" y="40378"/>
                  </a:cubicBezTo>
                  <a:cubicBezTo>
                    <a:pt x="23896" y="39126"/>
                    <a:pt x="24210" y="38161"/>
                    <a:pt x="24401" y="37481"/>
                  </a:cubicBezTo>
                  <a:cubicBezTo>
                    <a:pt x="24615" y="36797"/>
                    <a:pt x="24913" y="35678"/>
                    <a:pt x="25295" y="34124"/>
                  </a:cubicBezTo>
                  <a:cubicBezTo>
                    <a:pt x="22763" y="36660"/>
                    <a:pt x="19943" y="37928"/>
                    <a:pt x="16835" y="37928"/>
                  </a:cubicBezTo>
                  <a:cubicBezTo>
                    <a:pt x="15528" y="37928"/>
                    <a:pt x="14287" y="37751"/>
                    <a:pt x="13115" y="37397"/>
                  </a:cubicBezTo>
                  <a:cubicBezTo>
                    <a:pt x="11970" y="37044"/>
                    <a:pt x="10895" y="36499"/>
                    <a:pt x="9890" y="35764"/>
                  </a:cubicBezTo>
                  <a:cubicBezTo>
                    <a:pt x="8881" y="35001"/>
                    <a:pt x="8076" y="33952"/>
                    <a:pt x="7475" y="32616"/>
                  </a:cubicBezTo>
                  <a:cubicBezTo>
                    <a:pt x="6903" y="31281"/>
                    <a:pt x="6617" y="29727"/>
                    <a:pt x="6617" y="27954"/>
                  </a:cubicBezTo>
                  <a:cubicBezTo>
                    <a:pt x="6617" y="26074"/>
                    <a:pt x="6984" y="23854"/>
                    <a:pt x="7720" y="21295"/>
                  </a:cubicBezTo>
                  <a:cubicBezTo>
                    <a:pt x="8459" y="18731"/>
                    <a:pt x="9713" y="15092"/>
                    <a:pt x="11482" y="10379"/>
                  </a:cubicBezTo>
                  <a:cubicBezTo>
                    <a:pt x="12436" y="7736"/>
                    <a:pt x="12913" y="5775"/>
                    <a:pt x="12913" y="4495"/>
                  </a:cubicBezTo>
                  <a:cubicBezTo>
                    <a:pt x="12913" y="3867"/>
                    <a:pt x="12845" y="3362"/>
                    <a:pt x="12710" y="2980"/>
                  </a:cubicBezTo>
                  <a:cubicBezTo>
                    <a:pt x="12575" y="2575"/>
                    <a:pt x="12370" y="2303"/>
                    <a:pt x="12096" y="2164"/>
                  </a:cubicBezTo>
                  <a:cubicBezTo>
                    <a:pt x="11821" y="2001"/>
                    <a:pt x="11603" y="1905"/>
                    <a:pt x="11440" y="1878"/>
                  </a:cubicBezTo>
                  <a:cubicBezTo>
                    <a:pt x="11305" y="1850"/>
                    <a:pt x="11102" y="1836"/>
                    <a:pt x="10832" y="1836"/>
                  </a:cubicBezTo>
                  <a:cubicBezTo>
                    <a:pt x="9223" y="1836"/>
                    <a:pt x="7668" y="2655"/>
                    <a:pt x="6170" y="4293"/>
                  </a:cubicBezTo>
                  <a:cubicBezTo>
                    <a:pt x="4672" y="5926"/>
                    <a:pt x="3404" y="8569"/>
                    <a:pt x="2366" y="12222"/>
                  </a:cubicBezTo>
                  <a:cubicBezTo>
                    <a:pt x="2152" y="12901"/>
                    <a:pt x="1975" y="13322"/>
                    <a:pt x="1836" y="13485"/>
                  </a:cubicBezTo>
                  <a:cubicBezTo>
                    <a:pt x="1701" y="13648"/>
                    <a:pt x="1428" y="13729"/>
                    <a:pt x="1019" y="13729"/>
                  </a:cubicBezTo>
                  <a:cubicBezTo>
                    <a:pt x="340" y="13706"/>
                    <a:pt x="0" y="13420"/>
                    <a:pt x="0" y="12871"/>
                  </a:cubicBezTo>
                  <a:cubicBezTo>
                    <a:pt x="0" y="12657"/>
                    <a:pt x="121" y="12126"/>
                    <a:pt x="363" y="11279"/>
                  </a:cubicBezTo>
                  <a:cubicBezTo>
                    <a:pt x="610" y="10409"/>
                    <a:pt x="1019" y="9332"/>
                    <a:pt x="1591" y="8048"/>
                  </a:cubicBezTo>
                  <a:cubicBezTo>
                    <a:pt x="2192" y="6740"/>
                    <a:pt x="2901" y="5502"/>
                    <a:pt x="3720" y="4334"/>
                  </a:cubicBezTo>
                  <a:cubicBezTo>
                    <a:pt x="4534" y="3134"/>
                    <a:pt x="5584" y="2110"/>
                    <a:pt x="6868" y="1263"/>
                  </a:cubicBezTo>
                  <a:cubicBezTo>
                    <a:pt x="8176" y="421"/>
                    <a:pt x="9578" y="0"/>
                    <a:pt x="11077" y="0"/>
                  </a:cubicBezTo>
                  <a:cubicBezTo>
                    <a:pt x="13120" y="0"/>
                    <a:pt x="14767" y="668"/>
                    <a:pt x="16018" y="2003"/>
                  </a:cubicBezTo>
                  <a:cubicBezTo>
                    <a:pt x="17298" y="3311"/>
                    <a:pt x="17938" y="4932"/>
                    <a:pt x="17938" y="6868"/>
                  </a:cubicBezTo>
                  <a:cubicBezTo>
                    <a:pt x="17938" y="7654"/>
                    <a:pt x="17831" y="8404"/>
                    <a:pt x="17617" y="9115"/>
                  </a:cubicBezTo>
                  <a:cubicBezTo>
                    <a:pt x="17426" y="9795"/>
                    <a:pt x="16975" y="11047"/>
                    <a:pt x="16263" y="12871"/>
                  </a:cubicBezTo>
                  <a:cubicBezTo>
                    <a:pt x="13401" y="20227"/>
                    <a:pt x="11970" y="25704"/>
                    <a:pt x="11970" y="29301"/>
                  </a:cubicBezTo>
                  <a:cubicBezTo>
                    <a:pt x="11970" y="30176"/>
                    <a:pt x="12040" y="30981"/>
                    <a:pt x="12180" y="31716"/>
                  </a:cubicBezTo>
                  <a:cubicBezTo>
                    <a:pt x="12342" y="32423"/>
                    <a:pt x="12601" y="33130"/>
                    <a:pt x="12954" y="33838"/>
                  </a:cubicBezTo>
                  <a:cubicBezTo>
                    <a:pt x="13308" y="34522"/>
                    <a:pt x="13838" y="35068"/>
                    <a:pt x="14546" y="35478"/>
                  </a:cubicBezTo>
                  <a:cubicBezTo>
                    <a:pt x="15281" y="35859"/>
                    <a:pt x="16153" y="36050"/>
                    <a:pt x="17163" y="36050"/>
                  </a:cubicBezTo>
                  <a:cubicBezTo>
                    <a:pt x="18443" y="36050"/>
                    <a:pt x="19683" y="35750"/>
                    <a:pt x="20883" y="35150"/>
                  </a:cubicBezTo>
                  <a:cubicBezTo>
                    <a:pt x="22107" y="34522"/>
                    <a:pt x="23101" y="33787"/>
                    <a:pt x="23864" y="32944"/>
                  </a:cubicBezTo>
                  <a:cubicBezTo>
                    <a:pt x="24655" y="32097"/>
                    <a:pt x="25283" y="31320"/>
                    <a:pt x="25748" y="30613"/>
                  </a:cubicBezTo>
                  <a:cubicBezTo>
                    <a:pt x="26237" y="29878"/>
                    <a:pt x="26537" y="29319"/>
                    <a:pt x="26649" y="28938"/>
                  </a:cubicBezTo>
                  <a:lnTo>
                    <a:pt x="30404" y="13897"/>
                  </a:lnTo>
                  <a:lnTo>
                    <a:pt x="32079" y="7189"/>
                  </a:lnTo>
                  <a:cubicBezTo>
                    <a:pt x="32600" y="4765"/>
                    <a:pt x="32982" y="3255"/>
                    <a:pt x="33224" y="2659"/>
                  </a:cubicBezTo>
                  <a:cubicBezTo>
                    <a:pt x="33554" y="2087"/>
                    <a:pt x="34005" y="1650"/>
                    <a:pt x="34578" y="1347"/>
                  </a:cubicBezTo>
                  <a:cubicBezTo>
                    <a:pt x="35150" y="1049"/>
                    <a:pt x="35680" y="900"/>
                    <a:pt x="36169" y="900"/>
                  </a:cubicBezTo>
                  <a:cubicBezTo>
                    <a:pt x="36848" y="900"/>
                    <a:pt x="37421" y="1105"/>
                    <a:pt x="37886" y="1515"/>
                  </a:cubicBezTo>
                  <a:cubicBezTo>
                    <a:pt x="38375" y="1919"/>
                    <a:pt x="38619" y="2478"/>
                    <a:pt x="38619" y="319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5" name="Freeform 3184">
              <a:extLst>
                <a:ext uri="{FF2B5EF4-FFF2-40B4-BE49-F238E27FC236}">
                  <a16:creationId xmlns:a16="http://schemas.microsoft.com/office/drawing/2014/main" id="{E7E3AD32-361D-D99F-DDB7-0A50A14CCE03}"/>
                </a:ext>
              </a:extLst>
            </p:cNvPr>
            <p:cNvSpPr/>
            <p:nvPr/>
          </p:nvSpPr>
          <p:spPr>
            <a:xfrm>
              <a:off x="6947103" y="1785779"/>
              <a:ext cx="697" cy="903076"/>
            </a:xfrm>
            <a:custGeom>
              <a:avLst/>
              <a:gdLst>
                <a:gd name="csX0" fmla="*/ 0 w 697"/>
                <a:gd name="csY0" fmla="*/ 903077 h 903076"/>
                <a:gd name="csX1" fmla="*/ 0 w 697"/>
                <a:gd name="csY1" fmla="*/ 0 h 903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697" h="903076">
                  <a:moveTo>
                    <a:pt x="0" y="903077"/>
                  </a:move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6" name="Freeform 3185">
              <a:extLst>
                <a:ext uri="{FF2B5EF4-FFF2-40B4-BE49-F238E27FC236}">
                  <a16:creationId xmlns:a16="http://schemas.microsoft.com/office/drawing/2014/main" id="{3E419EF2-8C56-9ACB-54F7-69C7EAAA3A27}"/>
                </a:ext>
              </a:extLst>
            </p:cNvPr>
            <p:cNvSpPr/>
            <p:nvPr/>
          </p:nvSpPr>
          <p:spPr>
            <a:xfrm>
              <a:off x="6947103" y="2688855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7" name="Freeform 3186">
              <a:extLst>
                <a:ext uri="{FF2B5EF4-FFF2-40B4-BE49-F238E27FC236}">
                  <a16:creationId xmlns:a16="http://schemas.microsoft.com/office/drawing/2014/main" id="{196B6D50-4767-2C0F-F11C-036856EE36DC}"/>
                </a:ext>
              </a:extLst>
            </p:cNvPr>
            <p:cNvSpPr/>
            <p:nvPr/>
          </p:nvSpPr>
          <p:spPr>
            <a:xfrm>
              <a:off x="6947103" y="2462300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8" name="Freeform 3187">
              <a:extLst>
                <a:ext uri="{FF2B5EF4-FFF2-40B4-BE49-F238E27FC236}">
                  <a16:creationId xmlns:a16="http://schemas.microsoft.com/office/drawing/2014/main" id="{8FEC576A-0064-FD84-DFAD-D2071C21FC40}"/>
                </a:ext>
              </a:extLst>
            </p:cNvPr>
            <p:cNvSpPr/>
            <p:nvPr/>
          </p:nvSpPr>
          <p:spPr>
            <a:xfrm>
              <a:off x="6947103" y="2235746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89" name="Freeform 3188">
              <a:extLst>
                <a:ext uri="{FF2B5EF4-FFF2-40B4-BE49-F238E27FC236}">
                  <a16:creationId xmlns:a16="http://schemas.microsoft.com/office/drawing/2014/main" id="{812B133A-B14D-9EDA-CE03-E495198E0C3C}"/>
                </a:ext>
              </a:extLst>
            </p:cNvPr>
            <p:cNvSpPr/>
            <p:nvPr/>
          </p:nvSpPr>
          <p:spPr>
            <a:xfrm>
              <a:off x="6947103" y="2009192"/>
              <a:ext cx="13190" cy="697"/>
            </a:xfrm>
            <a:custGeom>
              <a:avLst/>
              <a:gdLst>
                <a:gd name="csX0" fmla="*/ 0 w 13190"/>
                <a:gd name="csY0" fmla="*/ 0 h 697"/>
                <a:gd name="csX1" fmla="*/ 13190 w 13190"/>
                <a:gd name="csY1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190" h="697">
                  <a:moveTo>
                    <a:pt x="0" y="0"/>
                  </a:moveTo>
                  <a:lnTo>
                    <a:pt x="13190" y="0"/>
                  </a:lnTo>
                </a:path>
              </a:pathLst>
            </a:custGeom>
            <a:noFill/>
            <a:ln w="277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0" name="Freeform 3189">
              <a:extLst>
                <a:ext uri="{FF2B5EF4-FFF2-40B4-BE49-F238E27FC236}">
                  <a16:creationId xmlns:a16="http://schemas.microsoft.com/office/drawing/2014/main" id="{0A362682-B251-1227-F1E0-5ECD67C90368}"/>
                </a:ext>
              </a:extLst>
            </p:cNvPr>
            <p:cNvSpPr/>
            <p:nvPr/>
          </p:nvSpPr>
          <p:spPr>
            <a:xfrm>
              <a:off x="6813428" y="2660734"/>
              <a:ext cx="37515" cy="56312"/>
            </a:xfrm>
            <a:custGeom>
              <a:avLst/>
              <a:gdLst>
                <a:gd name="csX0" fmla="*/ 18758 w 37515"/>
                <a:gd name="csY0" fmla="*/ 5821 h 56312"/>
                <a:gd name="csX1" fmla="*/ 10215 w 37515"/>
                <a:gd name="csY1" fmla="*/ 11419 h 56312"/>
                <a:gd name="csX2" fmla="*/ 7380 w 37515"/>
                <a:gd name="csY2" fmla="*/ 28177 h 56312"/>
                <a:gd name="csX3" fmla="*/ 10215 w 37515"/>
                <a:gd name="csY3" fmla="*/ 44935 h 56312"/>
                <a:gd name="csX4" fmla="*/ 18758 w 37515"/>
                <a:gd name="csY4" fmla="*/ 50498 h 56312"/>
                <a:gd name="csX5" fmla="*/ 27301 w 37515"/>
                <a:gd name="csY5" fmla="*/ 44935 h 56312"/>
                <a:gd name="csX6" fmla="*/ 30173 w 37515"/>
                <a:gd name="csY6" fmla="*/ 28177 h 56312"/>
                <a:gd name="csX7" fmla="*/ 27301 w 37515"/>
                <a:gd name="csY7" fmla="*/ 11419 h 56312"/>
                <a:gd name="csX8" fmla="*/ 18758 w 37515"/>
                <a:gd name="csY8" fmla="*/ 5821 h 56312"/>
                <a:gd name="csX9" fmla="*/ 18758 w 37515"/>
                <a:gd name="csY9" fmla="*/ 0 h 56312"/>
                <a:gd name="csX10" fmla="*/ 32681 w 37515"/>
                <a:gd name="csY10" fmla="*/ 7238 h 56312"/>
                <a:gd name="csX11" fmla="*/ 37516 w 37515"/>
                <a:gd name="csY11" fmla="*/ 28177 h 56312"/>
                <a:gd name="csX12" fmla="*/ 32681 w 37515"/>
                <a:gd name="csY12" fmla="*/ 49116 h 56312"/>
                <a:gd name="csX13" fmla="*/ 18758 w 37515"/>
                <a:gd name="csY13" fmla="*/ 56312 h 56312"/>
                <a:gd name="csX14" fmla="*/ 4799 w 37515"/>
                <a:gd name="csY14" fmla="*/ 49116 h 56312"/>
                <a:gd name="csX15" fmla="*/ 0 w 37515"/>
                <a:gd name="csY15" fmla="*/ 28177 h 56312"/>
                <a:gd name="csX16" fmla="*/ 4799 w 37515"/>
                <a:gd name="csY16" fmla="*/ 7238 h 56312"/>
                <a:gd name="csX17" fmla="*/ 18758 w 37515"/>
                <a:gd name="csY17" fmla="*/ 0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12">
                  <a:moveTo>
                    <a:pt x="18758" y="5821"/>
                  </a:moveTo>
                  <a:cubicBezTo>
                    <a:pt x="14977" y="5821"/>
                    <a:pt x="12130" y="7687"/>
                    <a:pt x="10215" y="11419"/>
                  </a:cubicBezTo>
                  <a:cubicBezTo>
                    <a:pt x="8325" y="15127"/>
                    <a:pt x="7380" y="20713"/>
                    <a:pt x="7380" y="28177"/>
                  </a:cubicBezTo>
                  <a:cubicBezTo>
                    <a:pt x="7380" y="35618"/>
                    <a:pt x="8325" y="41204"/>
                    <a:pt x="10215" y="44935"/>
                  </a:cubicBezTo>
                  <a:cubicBezTo>
                    <a:pt x="12130" y="48644"/>
                    <a:pt x="14977" y="50498"/>
                    <a:pt x="18758" y="50498"/>
                  </a:cubicBezTo>
                  <a:cubicBezTo>
                    <a:pt x="22563" y="50498"/>
                    <a:pt x="25410" y="48644"/>
                    <a:pt x="27301" y="44935"/>
                  </a:cubicBezTo>
                  <a:cubicBezTo>
                    <a:pt x="29215" y="41204"/>
                    <a:pt x="30173" y="35618"/>
                    <a:pt x="30173" y="28177"/>
                  </a:cubicBezTo>
                  <a:cubicBezTo>
                    <a:pt x="30173" y="20713"/>
                    <a:pt x="29215" y="15127"/>
                    <a:pt x="27301" y="11419"/>
                  </a:cubicBezTo>
                  <a:cubicBezTo>
                    <a:pt x="25410" y="7687"/>
                    <a:pt x="22563" y="5821"/>
                    <a:pt x="18758" y="5821"/>
                  </a:cubicBezTo>
                  <a:moveTo>
                    <a:pt x="18758" y="0"/>
                  </a:moveTo>
                  <a:cubicBezTo>
                    <a:pt x="24841" y="0"/>
                    <a:pt x="29482" y="2413"/>
                    <a:pt x="32681" y="7238"/>
                  </a:cubicBezTo>
                  <a:cubicBezTo>
                    <a:pt x="35904" y="12035"/>
                    <a:pt x="37516" y="19015"/>
                    <a:pt x="37516" y="28177"/>
                  </a:cubicBezTo>
                  <a:cubicBezTo>
                    <a:pt x="37516" y="37311"/>
                    <a:pt x="35904" y="44291"/>
                    <a:pt x="32681" y="49116"/>
                  </a:cubicBezTo>
                  <a:cubicBezTo>
                    <a:pt x="29482" y="53914"/>
                    <a:pt x="24841" y="56312"/>
                    <a:pt x="18758" y="56312"/>
                  </a:cubicBezTo>
                  <a:cubicBezTo>
                    <a:pt x="12675" y="56312"/>
                    <a:pt x="8022" y="53914"/>
                    <a:pt x="4799" y="49116"/>
                  </a:cubicBezTo>
                  <a:cubicBezTo>
                    <a:pt x="1600" y="44291"/>
                    <a:pt x="0" y="37311"/>
                    <a:pt x="0" y="28177"/>
                  </a:cubicBezTo>
                  <a:cubicBezTo>
                    <a:pt x="0" y="19015"/>
                    <a:pt x="1600" y="12035"/>
                    <a:pt x="4799" y="7238"/>
                  </a:cubicBezTo>
                  <a:cubicBezTo>
                    <a:pt x="8022" y="2413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1" name="Freeform 3190">
              <a:extLst>
                <a:ext uri="{FF2B5EF4-FFF2-40B4-BE49-F238E27FC236}">
                  <a16:creationId xmlns:a16="http://schemas.microsoft.com/office/drawing/2014/main" id="{5D917AE0-E90C-644B-F481-6B7D555E7BD4}"/>
                </a:ext>
              </a:extLst>
            </p:cNvPr>
            <p:cNvSpPr/>
            <p:nvPr/>
          </p:nvSpPr>
          <p:spPr>
            <a:xfrm>
              <a:off x="6863848" y="2706758"/>
              <a:ext cx="7670" cy="9234"/>
            </a:xfrm>
            <a:custGeom>
              <a:avLst/>
              <a:gdLst>
                <a:gd name="csX0" fmla="*/ 0 w 7670"/>
                <a:gd name="csY0" fmla="*/ 0 h 9234"/>
                <a:gd name="csX1" fmla="*/ 7671 w 7670"/>
                <a:gd name="csY1" fmla="*/ 0 h 9234"/>
                <a:gd name="csX2" fmla="*/ 7671 w 7670"/>
                <a:gd name="csY2" fmla="*/ 9234 h 9234"/>
                <a:gd name="csX3" fmla="*/ 0 w 7670"/>
                <a:gd name="csY3" fmla="*/ 9234 h 9234"/>
                <a:gd name="csX4" fmla="*/ 0 w 7670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4">
                  <a:moveTo>
                    <a:pt x="0" y="0"/>
                  </a:moveTo>
                  <a:lnTo>
                    <a:pt x="7671" y="0"/>
                  </a:lnTo>
                  <a:lnTo>
                    <a:pt x="7671" y="9234"/>
                  </a:lnTo>
                  <a:lnTo>
                    <a:pt x="0" y="9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2" name="Freeform 3191">
              <a:extLst>
                <a:ext uri="{FF2B5EF4-FFF2-40B4-BE49-F238E27FC236}">
                  <a16:creationId xmlns:a16="http://schemas.microsoft.com/office/drawing/2014/main" id="{BCD0B0EF-B259-E11A-D9FA-79E123DEE50D}"/>
                </a:ext>
              </a:extLst>
            </p:cNvPr>
            <p:cNvSpPr/>
            <p:nvPr/>
          </p:nvSpPr>
          <p:spPr>
            <a:xfrm>
              <a:off x="6884460" y="2660734"/>
              <a:ext cx="37516" cy="56312"/>
            </a:xfrm>
            <a:custGeom>
              <a:avLst/>
              <a:gdLst>
                <a:gd name="csX0" fmla="*/ 18758 w 37516"/>
                <a:gd name="csY0" fmla="*/ 5821 h 56312"/>
                <a:gd name="csX1" fmla="*/ 10216 w 37516"/>
                <a:gd name="csY1" fmla="*/ 11419 h 56312"/>
                <a:gd name="csX2" fmla="*/ 7380 w 37516"/>
                <a:gd name="csY2" fmla="*/ 28177 h 56312"/>
                <a:gd name="csX3" fmla="*/ 10216 w 37516"/>
                <a:gd name="csY3" fmla="*/ 44935 h 56312"/>
                <a:gd name="csX4" fmla="*/ 18758 w 37516"/>
                <a:gd name="csY4" fmla="*/ 50498 h 56312"/>
                <a:gd name="csX5" fmla="*/ 27301 w 37516"/>
                <a:gd name="csY5" fmla="*/ 44935 h 56312"/>
                <a:gd name="csX6" fmla="*/ 30173 w 37516"/>
                <a:gd name="csY6" fmla="*/ 28177 h 56312"/>
                <a:gd name="csX7" fmla="*/ 27301 w 37516"/>
                <a:gd name="csY7" fmla="*/ 11419 h 56312"/>
                <a:gd name="csX8" fmla="*/ 18758 w 37516"/>
                <a:gd name="csY8" fmla="*/ 5821 h 56312"/>
                <a:gd name="csX9" fmla="*/ 18758 w 37516"/>
                <a:gd name="csY9" fmla="*/ 0 h 56312"/>
                <a:gd name="csX10" fmla="*/ 32681 w 37516"/>
                <a:gd name="csY10" fmla="*/ 7238 h 56312"/>
                <a:gd name="csX11" fmla="*/ 37516 w 37516"/>
                <a:gd name="csY11" fmla="*/ 28177 h 56312"/>
                <a:gd name="csX12" fmla="*/ 32681 w 37516"/>
                <a:gd name="csY12" fmla="*/ 49116 h 56312"/>
                <a:gd name="csX13" fmla="*/ 18758 w 37516"/>
                <a:gd name="csY13" fmla="*/ 56312 h 56312"/>
                <a:gd name="csX14" fmla="*/ 4799 w 37516"/>
                <a:gd name="csY14" fmla="*/ 49116 h 56312"/>
                <a:gd name="csX15" fmla="*/ 0 w 37516"/>
                <a:gd name="csY15" fmla="*/ 28177 h 56312"/>
                <a:gd name="csX16" fmla="*/ 4799 w 37516"/>
                <a:gd name="csY16" fmla="*/ 7238 h 56312"/>
                <a:gd name="csX17" fmla="*/ 18758 w 37516"/>
                <a:gd name="csY17" fmla="*/ 0 h 56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6" h="56312">
                  <a:moveTo>
                    <a:pt x="18758" y="5821"/>
                  </a:moveTo>
                  <a:cubicBezTo>
                    <a:pt x="14977" y="5821"/>
                    <a:pt x="12130" y="7687"/>
                    <a:pt x="10216" y="11419"/>
                  </a:cubicBezTo>
                  <a:cubicBezTo>
                    <a:pt x="8325" y="15127"/>
                    <a:pt x="7380" y="20713"/>
                    <a:pt x="7380" y="28177"/>
                  </a:cubicBezTo>
                  <a:cubicBezTo>
                    <a:pt x="7380" y="35618"/>
                    <a:pt x="8325" y="41204"/>
                    <a:pt x="10216" y="44935"/>
                  </a:cubicBezTo>
                  <a:cubicBezTo>
                    <a:pt x="12130" y="48644"/>
                    <a:pt x="14977" y="50498"/>
                    <a:pt x="18758" y="50498"/>
                  </a:cubicBezTo>
                  <a:cubicBezTo>
                    <a:pt x="22563" y="50498"/>
                    <a:pt x="25411" y="48644"/>
                    <a:pt x="27301" y="44935"/>
                  </a:cubicBezTo>
                  <a:cubicBezTo>
                    <a:pt x="29216" y="41204"/>
                    <a:pt x="30173" y="35618"/>
                    <a:pt x="30173" y="28177"/>
                  </a:cubicBezTo>
                  <a:cubicBezTo>
                    <a:pt x="30173" y="20713"/>
                    <a:pt x="29216" y="15127"/>
                    <a:pt x="27301" y="11419"/>
                  </a:cubicBezTo>
                  <a:cubicBezTo>
                    <a:pt x="25411" y="7687"/>
                    <a:pt x="22563" y="5821"/>
                    <a:pt x="18758" y="5821"/>
                  </a:cubicBezTo>
                  <a:moveTo>
                    <a:pt x="18758" y="0"/>
                  </a:moveTo>
                  <a:cubicBezTo>
                    <a:pt x="24841" y="0"/>
                    <a:pt x="29482" y="2413"/>
                    <a:pt x="32681" y="7238"/>
                  </a:cubicBezTo>
                  <a:cubicBezTo>
                    <a:pt x="35904" y="12035"/>
                    <a:pt x="37516" y="19015"/>
                    <a:pt x="37516" y="28177"/>
                  </a:cubicBezTo>
                  <a:cubicBezTo>
                    <a:pt x="37516" y="37311"/>
                    <a:pt x="35904" y="44291"/>
                    <a:pt x="32681" y="49116"/>
                  </a:cubicBezTo>
                  <a:cubicBezTo>
                    <a:pt x="29482" y="53914"/>
                    <a:pt x="24841" y="56312"/>
                    <a:pt x="18758" y="56312"/>
                  </a:cubicBezTo>
                  <a:cubicBezTo>
                    <a:pt x="12675" y="56312"/>
                    <a:pt x="8022" y="53914"/>
                    <a:pt x="4799" y="49116"/>
                  </a:cubicBezTo>
                  <a:cubicBezTo>
                    <a:pt x="1600" y="44291"/>
                    <a:pt x="0" y="37311"/>
                    <a:pt x="0" y="28177"/>
                  </a:cubicBezTo>
                  <a:cubicBezTo>
                    <a:pt x="0" y="19015"/>
                    <a:pt x="1600" y="12035"/>
                    <a:pt x="4799" y="7238"/>
                  </a:cubicBezTo>
                  <a:cubicBezTo>
                    <a:pt x="8022" y="2413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3" name="Freeform 3192">
              <a:extLst>
                <a:ext uri="{FF2B5EF4-FFF2-40B4-BE49-F238E27FC236}">
                  <a16:creationId xmlns:a16="http://schemas.microsoft.com/office/drawing/2014/main" id="{26EDE56D-B973-A2CC-6590-618CACA7554B}"/>
                </a:ext>
              </a:extLst>
            </p:cNvPr>
            <p:cNvSpPr/>
            <p:nvPr/>
          </p:nvSpPr>
          <p:spPr>
            <a:xfrm>
              <a:off x="6815354" y="2434182"/>
              <a:ext cx="37515" cy="56309"/>
            </a:xfrm>
            <a:custGeom>
              <a:avLst/>
              <a:gdLst>
                <a:gd name="csX0" fmla="*/ 18758 w 37515"/>
                <a:gd name="csY0" fmla="*/ 5816 h 56309"/>
                <a:gd name="csX1" fmla="*/ 10215 w 37515"/>
                <a:gd name="csY1" fmla="*/ 11415 h 56309"/>
                <a:gd name="csX2" fmla="*/ 7380 w 37515"/>
                <a:gd name="csY2" fmla="*/ 28174 h 56309"/>
                <a:gd name="csX3" fmla="*/ 10215 w 37515"/>
                <a:gd name="csY3" fmla="*/ 44932 h 56309"/>
                <a:gd name="csX4" fmla="*/ 18758 w 37515"/>
                <a:gd name="csY4" fmla="*/ 50495 h 56309"/>
                <a:gd name="csX5" fmla="*/ 27301 w 37515"/>
                <a:gd name="csY5" fmla="*/ 44932 h 56309"/>
                <a:gd name="csX6" fmla="*/ 30173 w 37515"/>
                <a:gd name="csY6" fmla="*/ 28174 h 56309"/>
                <a:gd name="csX7" fmla="*/ 27301 w 37515"/>
                <a:gd name="csY7" fmla="*/ 11415 h 56309"/>
                <a:gd name="csX8" fmla="*/ 18758 w 37515"/>
                <a:gd name="csY8" fmla="*/ 5816 h 56309"/>
                <a:gd name="csX9" fmla="*/ 18758 w 37515"/>
                <a:gd name="csY9" fmla="*/ 0 h 56309"/>
                <a:gd name="csX10" fmla="*/ 32681 w 37515"/>
                <a:gd name="csY10" fmla="*/ 7234 h 56309"/>
                <a:gd name="csX11" fmla="*/ 37516 w 37515"/>
                <a:gd name="csY11" fmla="*/ 28174 h 56309"/>
                <a:gd name="csX12" fmla="*/ 32681 w 37515"/>
                <a:gd name="csY12" fmla="*/ 49113 h 56309"/>
                <a:gd name="csX13" fmla="*/ 18758 w 37515"/>
                <a:gd name="csY13" fmla="*/ 56309 h 56309"/>
                <a:gd name="csX14" fmla="*/ 4799 w 37515"/>
                <a:gd name="csY14" fmla="*/ 49113 h 56309"/>
                <a:gd name="csX15" fmla="*/ 0 w 37515"/>
                <a:gd name="csY15" fmla="*/ 28174 h 56309"/>
                <a:gd name="csX16" fmla="*/ 4799 w 37515"/>
                <a:gd name="csY16" fmla="*/ 7234 h 56309"/>
                <a:gd name="csX17" fmla="*/ 18758 w 37515"/>
                <a:gd name="csY17" fmla="*/ 0 h 5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09">
                  <a:moveTo>
                    <a:pt x="18758" y="5816"/>
                  </a:moveTo>
                  <a:cubicBezTo>
                    <a:pt x="14977" y="5816"/>
                    <a:pt x="12130" y="7682"/>
                    <a:pt x="10215" y="11415"/>
                  </a:cubicBezTo>
                  <a:cubicBezTo>
                    <a:pt x="8325" y="15124"/>
                    <a:pt x="7380" y="20710"/>
                    <a:pt x="7380" y="28174"/>
                  </a:cubicBezTo>
                  <a:cubicBezTo>
                    <a:pt x="7380" y="35614"/>
                    <a:pt x="8325" y="41200"/>
                    <a:pt x="10215" y="44932"/>
                  </a:cubicBezTo>
                  <a:cubicBezTo>
                    <a:pt x="12130" y="48641"/>
                    <a:pt x="14977" y="50495"/>
                    <a:pt x="18758" y="50495"/>
                  </a:cubicBezTo>
                  <a:cubicBezTo>
                    <a:pt x="22563" y="50495"/>
                    <a:pt x="25410" y="48641"/>
                    <a:pt x="27301" y="44932"/>
                  </a:cubicBezTo>
                  <a:cubicBezTo>
                    <a:pt x="29215" y="41200"/>
                    <a:pt x="30173" y="35614"/>
                    <a:pt x="30173" y="28174"/>
                  </a:cubicBezTo>
                  <a:cubicBezTo>
                    <a:pt x="30173" y="20710"/>
                    <a:pt x="29215" y="15124"/>
                    <a:pt x="27301" y="11415"/>
                  </a:cubicBezTo>
                  <a:cubicBezTo>
                    <a:pt x="25410" y="7682"/>
                    <a:pt x="22563" y="5816"/>
                    <a:pt x="18758" y="5816"/>
                  </a:cubicBezTo>
                  <a:moveTo>
                    <a:pt x="18758" y="0"/>
                  </a:moveTo>
                  <a:cubicBezTo>
                    <a:pt x="24841" y="0"/>
                    <a:pt x="29482" y="2411"/>
                    <a:pt x="32681" y="7234"/>
                  </a:cubicBezTo>
                  <a:cubicBezTo>
                    <a:pt x="35904" y="12033"/>
                    <a:pt x="37516" y="19013"/>
                    <a:pt x="37516" y="28174"/>
                  </a:cubicBezTo>
                  <a:cubicBezTo>
                    <a:pt x="37516" y="37308"/>
                    <a:pt x="35904" y="44288"/>
                    <a:pt x="32681" y="49113"/>
                  </a:cubicBezTo>
                  <a:cubicBezTo>
                    <a:pt x="29482" y="53910"/>
                    <a:pt x="24841" y="56309"/>
                    <a:pt x="18758" y="56309"/>
                  </a:cubicBezTo>
                  <a:cubicBezTo>
                    <a:pt x="12675" y="56309"/>
                    <a:pt x="8022" y="53910"/>
                    <a:pt x="4799" y="49113"/>
                  </a:cubicBezTo>
                  <a:cubicBezTo>
                    <a:pt x="1600" y="44288"/>
                    <a:pt x="0" y="37308"/>
                    <a:pt x="0" y="28174"/>
                  </a:cubicBezTo>
                  <a:cubicBezTo>
                    <a:pt x="0" y="19013"/>
                    <a:pt x="1600" y="12033"/>
                    <a:pt x="4799" y="7234"/>
                  </a:cubicBezTo>
                  <a:cubicBezTo>
                    <a:pt x="8022" y="2411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4" name="Freeform 3193">
              <a:extLst>
                <a:ext uri="{FF2B5EF4-FFF2-40B4-BE49-F238E27FC236}">
                  <a16:creationId xmlns:a16="http://schemas.microsoft.com/office/drawing/2014/main" id="{751B6498-1277-7E2E-F15E-A6203B941437}"/>
                </a:ext>
              </a:extLst>
            </p:cNvPr>
            <p:cNvSpPr/>
            <p:nvPr/>
          </p:nvSpPr>
          <p:spPr>
            <a:xfrm>
              <a:off x="6865776" y="2480203"/>
              <a:ext cx="7670" cy="9234"/>
            </a:xfrm>
            <a:custGeom>
              <a:avLst/>
              <a:gdLst>
                <a:gd name="csX0" fmla="*/ 0 w 7670"/>
                <a:gd name="csY0" fmla="*/ 0 h 9234"/>
                <a:gd name="csX1" fmla="*/ 7670 w 7670"/>
                <a:gd name="csY1" fmla="*/ 0 h 9234"/>
                <a:gd name="csX2" fmla="*/ 7670 w 7670"/>
                <a:gd name="csY2" fmla="*/ 9234 h 9234"/>
                <a:gd name="csX3" fmla="*/ 0 w 7670"/>
                <a:gd name="csY3" fmla="*/ 9234 h 9234"/>
                <a:gd name="csX4" fmla="*/ 0 w 7670"/>
                <a:gd name="csY4" fmla="*/ 0 h 9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4">
                  <a:moveTo>
                    <a:pt x="0" y="0"/>
                  </a:moveTo>
                  <a:lnTo>
                    <a:pt x="7670" y="0"/>
                  </a:lnTo>
                  <a:lnTo>
                    <a:pt x="7670" y="9234"/>
                  </a:lnTo>
                  <a:lnTo>
                    <a:pt x="0" y="9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5" name="Freeform 3194">
              <a:extLst>
                <a:ext uri="{FF2B5EF4-FFF2-40B4-BE49-F238E27FC236}">
                  <a16:creationId xmlns:a16="http://schemas.microsoft.com/office/drawing/2014/main" id="{33B4F65C-7E27-5782-1366-17B6A765FA3B}"/>
                </a:ext>
              </a:extLst>
            </p:cNvPr>
            <p:cNvSpPr/>
            <p:nvPr/>
          </p:nvSpPr>
          <p:spPr>
            <a:xfrm>
              <a:off x="6889659" y="2435164"/>
              <a:ext cx="32317" cy="54273"/>
            </a:xfrm>
            <a:custGeom>
              <a:avLst/>
              <a:gdLst>
                <a:gd name="csX0" fmla="*/ 1055 w 32317"/>
                <a:gd name="csY0" fmla="*/ 48097 h 54273"/>
                <a:gd name="csX1" fmla="*/ 13051 w 32317"/>
                <a:gd name="csY1" fmla="*/ 48097 h 54273"/>
                <a:gd name="csX2" fmla="*/ 13051 w 32317"/>
                <a:gd name="csY2" fmla="*/ 6689 h 54273"/>
                <a:gd name="csX3" fmla="*/ 0 w 32317"/>
                <a:gd name="csY3" fmla="*/ 9306 h 54273"/>
                <a:gd name="csX4" fmla="*/ 0 w 32317"/>
                <a:gd name="csY4" fmla="*/ 2617 h 54273"/>
                <a:gd name="csX5" fmla="*/ 12978 w 32317"/>
                <a:gd name="csY5" fmla="*/ 0 h 54273"/>
                <a:gd name="csX6" fmla="*/ 20321 w 32317"/>
                <a:gd name="csY6" fmla="*/ 0 h 54273"/>
                <a:gd name="csX7" fmla="*/ 20321 w 32317"/>
                <a:gd name="csY7" fmla="*/ 48097 h 54273"/>
                <a:gd name="csX8" fmla="*/ 32318 w 32317"/>
                <a:gd name="csY8" fmla="*/ 48097 h 54273"/>
                <a:gd name="csX9" fmla="*/ 32318 w 32317"/>
                <a:gd name="csY9" fmla="*/ 54274 h 54273"/>
                <a:gd name="csX10" fmla="*/ 1055 w 32317"/>
                <a:gd name="csY10" fmla="*/ 54274 h 54273"/>
                <a:gd name="csX11" fmla="*/ 1055 w 32317"/>
                <a:gd name="csY11" fmla="*/ 48097 h 54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317" h="54273">
                  <a:moveTo>
                    <a:pt x="1055" y="48097"/>
                  </a:moveTo>
                  <a:lnTo>
                    <a:pt x="13051" y="48097"/>
                  </a:lnTo>
                  <a:lnTo>
                    <a:pt x="13051" y="6689"/>
                  </a:lnTo>
                  <a:lnTo>
                    <a:pt x="0" y="9306"/>
                  </a:lnTo>
                  <a:lnTo>
                    <a:pt x="0" y="2617"/>
                  </a:lnTo>
                  <a:lnTo>
                    <a:pt x="12978" y="0"/>
                  </a:lnTo>
                  <a:lnTo>
                    <a:pt x="20321" y="0"/>
                  </a:lnTo>
                  <a:lnTo>
                    <a:pt x="20321" y="48097"/>
                  </a:lnTo>
                  <a:lnTo>
                    <a:pt x="32318" y="48097"/>
                  </a:lnTo>
                  <a:lnTo>
                    <a:pt x="32318" y="54274"/>
                  </a:lnTo>
                  <a:lnTo>
                    <a:pt x="1055" y="54274"/>
                  </a:lnTo>
                  <a:lnTo>
                    <a:pt x="1055" y="48097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6" name="Freeform 3195">
              <a:extLst>
                <a:ext uri="{FF2B5EF4-FFF2-40B4-BE49-F238E27FC236}">
                  <a16:creationId xmlns:a16="http://schemas.microsoft.com/office/drawing/2014/main" id="{5927A0A2-A5C7-6296-8830-ACB80C236F98}"/>
                </a:ext>
              </a:extLst>
            </p:cNvPr>
            <p:cNvSpPr/>
            <p:nvPr/>
          </p:nvSpPr>
          <p:spPr>
            <a:xfrm>
              <a:off x="6815936" y="2207628"/>
              <a:ext cx="37516" cy="56309"/>
            </a:xfrm>
            <a:custGeom>
              <a:avLst/>
              <a:gdLst>
                <a:gd name="csX0" fmla="*/ 18758 w 37516"/>
                <a:gd name="csY0" fmla="*/ 5816 h 56309"/>
                <a:gd name="csX1" fmla="*/ 10215 w 37516"/>
                <a:gd name="csY1" fmla="*/ 11415 h 56309"/>
                <a:gd name="csX2" fmla="*/ 7380 w 37516"/>
                <a:gd name="csY2" fmla="*/ 28173 h 56309"/>
                <a:gd name="csX3" fmla="*/ 10215 w 37516"/>
                <a:gd name="csY3" fmla="*/ 44931 h 56309"/>
                <a:gd name="csX4" fmla="*/ 18758 w 37516"/>
                <a:gd name="csY4" fmla="*/ 50493 h 56309"/>
                <a:gd name="csX5" fmla="*/ 27301 w 37516"/>
                <a:gd name="csY5" fmla="*/ 44931 h 56309"/>
                <a:gd name="csX6" fmla="*/ 30173 w 37516"/>
                <a:gd name="csY6" fmla="*/ 28173 h 56309"/>
                <a:gd name="csX7" fmla="*/ 27301 w 37516"/>
                <a:gd name="csY7" fmla="*/ 11415 h 56309"/>
                <a:gd name="csX8" fmla="*/ 18758 w 37516"/>
                <a:gd name="csY8" fmla="*/ 5816 h 56309"/>
                <a:gd name="csX9" fmla="*/ 18758 w 37516"/>
                <a:gd name="csY9" fmla="*/ 0 h 56309"/>
                <a:gd name="csX10" fmla="*/ 32681 w 37516"/>
                <a:gd name="csY10" fmla="*/ 7234 h 56309"/>
                <a:gd name="csX11" fmla="*/ 37516 w 37516"/>
                <a:gd name="csY11" fmla="*/ 28173 h 56309"/>
                <a:gd name="csX12" fmla="*/ 32681 w 37516"/>
                <a:gd name="csY12" fmla="*/ 49112 h 56309"/>
                <a:gd name="csX13" fmla="*/ 18758 w 37516"/>
                <a:gd name="csY13" fmla="*/ 56310 h 56309"/>
                <a:gd name="csX14" fmla="*/ 4798 w 37516"/>
                <a:gd name="csY14" fmla="*/ 49112 h 56309"/>
                <a:gd name="csX15" fmla="*/ 0 w 37516"/>
                <a:gd name="csY15" fmla="*/ 28173 h 56309"/>
                <a:gd name="csX16" fmla="*/ 4798 w 37516"/>
                <a:gd name="csY16" fmla="*/ 7234 h 56309"/>
                <a:gd name="csX17" fmla="*/ 18758 w 37516"/>
                <a:gd name="csY17" fmla="*/ 0 h 5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6" h="56309">
                  <a:moveTo>
                    <a:pt x="18758" y="5816"/>
                  </a:moveTo>
                  <a:cubicBezTo>
                    <a:pt x="14977" y="5816"/>
                    <a:pt x="12130" y="7682"/>
                    <a:pt x="10215" y="11415"/>
                  </a:cubicBezTo>
                  <a:cubicBezTo>
                    <a:pt x="8325" y="15123"/>
                    <a:pt x="7380" y="20709"/>
                    <a:pt x="7380" y="28173"/>
                  </a:cubicBezTo>
                  <a:cubicBezTo>
                    <a:pt x="7380" y="35613"/>
                    <a:pt x="8325" y="41200"/>
                    <a:pt x="10215" y="44931"/>
                  </a:cubicBezTo>
                  <a:cubicBezTo>
                    <a:pt x="12130" y="48639"/>
                    <a:pt x="14977" y="50493"/>
                    <a:pt x="18758" y="50493"/>
                  </a:cubicBezTo>
                  <a:cubicBezTo>
                    <a:pt x="22563" y="50493"/>
                    <a:pt x="25410" y="48639"/>
                    <a:pt x="27301" y="44931"/>
                  </a:cubicBezTo>
                  <a:cubicBezTo>
                    <a:pt x="29215" y="41200"/>
                    <a:pt x="30173" y="35613"/>
                    <a:pt x="30173" y="28173"/>
                  </a:cubicBezTo>
                  <a:cubicBezTo>
                    <a:pt x="30173" y="20709"/>
                    <a:pt x="29215" y="15123"/>
                    <a:pt x="27301" y="11415"/>
                  </a:cubicBezTo>
                  <a:cubicBezTo>
                    <a:pt x="25410" y="7682"/>
                    <a:pt x="22563" y="5816"/>
                    <a:pt x="18758" y="5816"/>
                  </a:cubicBezTo>
                  <a:moveTo>
                    <a:pt x="18758" y="0"/>
                  </a:moveTo>
                  <a:cubicBezTo>
                    <a:pt x="24841" y="0"/>
                    <a:pt x="29482" y="2411"/>
                    <a:pt x="32681" y="7234"/>
                  </a:cubicBezTo>
                  <a:cubicBezTo>
                    <a:pt x="35905" y="12033"/>
                    <a:pt x="37516" y="19012"/>
                    <a:pt x="37516" y="28173"/>
                  </a:cubicBezTo>
                  <a:cubicBezTo>
                    <a:pt x="37516" y="37309"/>
                    <a:pt x="35905" y="44289"/>
                    <a:pt x="32681" y="49112"/>
                  </a:cubicBezTo>
                  <a:cubicBezTo>
                    <a:pt x="29482" y="53911"/>
                    <a:pt x="24841" y="56310"/>
                    <a:pt x="18758" y="56310"/>
                  </a:cubicBezTo>
                  <a:cubicBezTo>
                    <a:pt x="12675" y="56310"/>
                    <a:pt x="8022" y="53911"/>
                    <a:pt x="4798" y="49112"/>
                  </a:cubicBezTo>
                  <a:cubicBezTo>
                    <a:pt x="1599" y="44289"/>
                    <a:pt x="0" y="37309"/>
                    <a:pt x="0" y="28173"/>
                  </a:cubicBezTo>
                  <a:cubicBezTo>
                    <a:pt x="0" y="19012"/>
                    <a:pt x="1599" y="12033"/>
                    <a:pt x="4798" y="7234"/>
                  </a:cubicBezTo>
                  <a:cubicBezTo>
                    <a:pt x="8022" y="2411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7" name="Freeform 3196">
              <a:extLst>
                <a:ext uri="{FF2B5EF4-FFF2-40B4-BE49-F238E27FC236}">
                  <a16:creationId xmlns:a16="http://schemas.microsoft.com/office/drawing/2014/main" id="{601D0469-2B8F-B996-E1F9-D0CD88D49DC6}"/>
                </a:ext>
              </a:extLst>
            </p:cNvPr>
            <p:cNvSpPr/>
            <p:nvPr/>
          </p:nvSpPr>
          <p:spPr>
            <a:xfrm>
              <a:off x="6866357" y="2253650"/>
              <a:ext cx="7670" cy="9233"/>
            </a:xfrm>
            <a:custGeom>
              <a:avLst/>
              <a:gdLst>
                <a:gd name="csX0" fmla="*/ 0 w 7670"/>
                <a:gd name="csY0" fmla="*/ 0 h 9233"/>
                <a:gd name="csX1" fmla="*/ 7671 w 7670"/>
                <a:gd name="csY1" fmla="*/ 0 h 9233"/>
                <a:gd name="csX2" fmla="*/ 7671 w 7670"/>
                <a:gd name="csY2" fmla="*/ 9233 h 9233"/>
                <a:gd name="csX3" fmla="*/ 0 w 7670"/>
                <a:gd name="csY3" fmla="*/ 9233 h 9233"/>
                <a:gd name="csX4" fmla="*/ 0 w 7670"/>
                <a:gd name="csY4" fmla="*/ 0 h 9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3">
                  <a:moveTo>
                    <a:pt x="0" y="0"/>
                  </a:moveTo>
                  <a:lnTo>
                    <a:pt x="7671" y="0"/>
                  </a:lnTo>
                  <a:lnTo>
                    <a:pt x="7671" y="9233"/>
                  </a:lnTo>
                  <a:lnTo>
                    <a:pt x="0" y="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8" name="Freeform 3197">
              <a:extLst>
                <a:ext uri="{FF2B5EF4-FFF2-40B4-BE49-F238E27FC236}">
                  <a16:creationId xmlns:a16="http://schemas.microsoft.com/office/drawing/2014/main" id="{A024CC4A-869F-EB91-8AC6-4E373D1C12F9}"/>
                </a:ext>
              </a:extLst>
            </p:cNvPr>
            <p:cNvSpPr/>
            <p:nvPr/>
          </p:nvSpPr>
          <p:spPr>
            <a:xfrm>
              <a:off x="6887514" y="2207628"/>
              <a:ext cx="34462" cy="55255"/>
            </a:xfrm>
            <a:custGeom>
              <a:avLst/>
              <a:gdLst>
                <a:gd name="csX0" fmla="*/ 8834 w 34462"/>
                <a:gd name="csY0" fmla="*/ 49076 h 55255"/>
                <a:gd name="csX1" fmla="*/ 34462 w 34462"/>
                <a:gd name="csY1" fmla="*/ 49076 h 55255"/>
                <a:gd name="csX2" fmla="*/ 34462 w 34462"/>
                <a:gd name="csY2" fmla="*/ 55256 h 55255"/>
                <a:gd name="csX3" fmla="*/ 0 w 34462"/>
                <a:gd name="csY3" fmla="*/ 55256 h 55255"/>
                <a:gd name="csX4" fmla="*/ 0 w 34462"/>
                <a:gd name="csY4" fmla="*/ 49076 h 55255"/>
                <a:gd name="csX5" fmla="*/ 11378 w 34462"/>
                <a:gd name="csY5" fmla="*/ 37479 h 55255"/>
                <a:gd name="csX6" fmla="*/ 20467 w 34462"/>
                <a:gd name="csY6" fmla="*/ 28064 h 55255"/>
                <a:gd name="csX7" fmla="*/ 25374 w 34462"/>
                <a:gd name="csY7" fmla="*/ 21375 h 55255"/>
                <a:gd name="csX8" fmla="*/ 26792 w 34462"/>
                <a:gd name="csY8" fmla="*/ 15958 h 55255"/>
                <a:gd name="csX9" fmla="*/ 23739 w 34462"/>
                <a:gd name="csY9" fmla="*/ 8906 h 55255"/>
                <a:gd name="csX10" fmla="*/ 15850 w 34462"/>
                <a:gd name="csY10" fmla="*/ 6180 h 55255"/>
                <a:gd name="csX11" fmla="*/ 8543 w 34462"/>
                <a:gd name="csY11" fmla="*/ 7380 h 55255"/>
                <a:gd name="csX12" fmla="*/ 364 w 34462"/>
                <a:gd name="csY12" fmla="*/ 11015 h 55255"/>
                <a:gd name="csX13" fmla="*/ 364 w 34462"/>
                <a:gd name="csY13" fmla="*/ 3599 h 55255"/>
                <a:gd name="csX14" fmla="*/ 8652 w 34462"/>
                <a:gd name="csY14" fmla="*/ 909 h 55255"/>
                <a:gd name="csX15" fmla="*/ 15704 w 34462"/>
                <a:gd name="csY15" fmla="*/ 0 h 55255"/>
                <a:gd name="csX16" fmla="*/ 29155 w 34462"/>
                <a:gd name="csY16" fmla="*/ 4216 h 55255"/>
                <a:gd name="csX17" fmla="*/ 34171 w 34462"/>
                <a:gd name="csY17" fmla="*/ 15486 h 55255"/>
                <a:gd name="csX18" fmla="*/ 32900 w 34462"/>
                <a:gd name="csY18" fmla="*/ 21848 h 55255"/>
                <a:gd name="csX19" fmla="*/ 28355 w 34462"/>
                <a:gd name="csY19" fmla="*/ 28900 h 55255"/>
                <a:gd name="csX20" fmla="*/ 22575 w 34462"/>
                <a:gd name="csY20" fmla="*/ 35008 h 55255"/>
                <a:gd name="csX21" fmla="*/ 8834 w 34462"/>
                <a:gd name="csY21" fmla="*/ 49076 h 55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462" h="55255">
                  <a:moveTo>
                    <a:pt x="8834" y="49076"/>
                  </a:moveTo>
                  <a:lnTo>
                    <a:pt x="34462" y="49076"/>
                  </a:lnTo>
                  <a:lnTo>
                    <a:pt x="34462" y="55256"/>
                  </a:lnTo>
                  <a:lnTo>
                    <a:pt x="0" y="55256"/>
                  </a:lnTo>
                  <a:lnTo>
                    <a:pt x="0" y="49076"/>
                  </a:lnTo>
                  <a:cubicBezTo>
                    <a:pt x="2787" y="46192"/>
                    <a:pt x="6580" y="42326"/>
                    <a:pt x="11378" y="37479"/>
                  </a:cubicBezTo>
                  <a:cubicBezTo>
                    <a:pt x="16201" y="32608"/>
                    <a:pt x="19231" y="29470"/>
                    <a:pt x="20467" y="28064"/>
                  </a:cubicBezTo>
                  <a:cubicBezTo>
                    <a:pt x="22817" y="25423"/>
                    <a:pt x="24453" y="23193"/>
                    <a:pt x="25374" y="21375"/>
                  </a:cubicBezTo>
                  <a:cubicBezTo>
                    <a:pt x="26320" y="19533"/>
                    <a:pt x="26792" y="17728"/>
                    <a:pt x="26792" y="15958"/>
                  </a:cubicBezTo>
                  <a:cubicBezTo>
                    <a:pt x="26792" y="13074"/>
                    <a:pt x="25775" y="10724"/>
                    <a:pt x="23739" y="8906"/>
                  </a:cubicBezTo>
                  <a:cubicBezTo>
                    <a:pt x="21727" y="7089"/>
                    <a:pt x="19098" y="6180"/>
                    <a:pt x="15850" y="6180"/>
                  </a:cubicBezTo>
                  <a:cubicBezTo>
                    <a:pt x="13548" y="6180"/>
                    <a:pt x="11112" y="6580"/>
                    <a:pt x="8543" y="7380"/>
                  </a:cubicBezTo>
                  <a:cubicBezTo>
                    <a:pt x="5998" y="8179"/>
                    <a:pt x="3272" y="9391"/>
                    <a:pt x="364" y="11015"/>
                  </a:cubicBezTo>
                  <a:lnTo>
                    <a:pt x="364" y="3599"/>
                  </a:lnTo>
                  <a:cubicBezTo>
                    <a:pt x="3320" y="2411"/>
                    <a:pt x="6083" y="1515"/>
                    <a:pt x="8652" y="909"/>
                  </a:cubicBezTo>
                  <a:cubicBezTo>
                    <a:pt x="11221" y="303"/>
                    <a:pt x="13572" y="0"/>
                    <a:pt x="15704" y="0"/>
                  </a:cubicBezTo>
                  <a:cubicBezTo>
                    <a:pt x="21327" y="0"/>
                    <a:pt x="25811" y="1405"/>
                    <a:pt x="29155" y="4216"/>
                  </a:cubicBezTo>
                  <a:cubicBezTo>
                    <a:pt x="32499" y="7028"/>
                    <a:pt x="34171" y="10784"/>
                    <a:pt x="34171" y="15486"/>
                  </a:cubicBezTo>
                  <a:cubicBezTo>
                    <a:pt x="34171" y="17716"/>
                    <a:pt x="33747" y="19836"/>
                    <a:pt x="32900" y="21848"/>
                  </a:cubicBezTo>
                  <a:cubicBezTo>
                    <a:pt x="32076" y="23835"/>
                    <a:pt x="30561" y="26186"/>
                    <a:pt x="28355" y="28900"/>
                  </a:cubicBezTo>
                  <a:cubicBezTo>
                    <a:pt x="27749" y="29603"/>
                    <a:pt x="25823" y="31639"/>
                    <a:pt x="22575" y="35008"/>
                  </a:cubicBezTo>
                  <a:cubicBezTo>
                    <a:pt x="19328" y="38352"/>
                    <a:pt x="14747" y="43041"/>
                    <a:pt x="8834" y="49076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199" name="Freeform 3198">
              <a:extLst>
                <a:ext uri="{FF2B5EF4-FFF2-40B4-BE49-F238E27FC236}">
                  <a16:creationId xmlns:a16="http://schemas.microsoft.com/office/drawing/2014/main" id="{62F04D80-2E61-B4B5-0639-5FBBA6A735E7}"/>
                </a:ext>
              </a:extLst>
            </p:cNvPr>
            <p:cNvSpPr/>
            <p:nvPr/>
          </p:nvSpPr>
          <p:spPr>
            <a:xfrm>
              <a:off x="6814446" y="1981074"/>
              <a:ext cx="37515" cy="56309"/>
            </a:xfrm>
            <a:custGeom>
              <a:avLst/>
              <a:gdLst>
                <a:gd name="csX0" fmla="*/ 18758 w 37515"/>
                <a:gd name="csY0" fmla="*/ 5816 h 56309"/>
                <a:gd name="csX1" fmla="*/ 10215 w 37515"/>
                <a:gd name="csY1" fmla="*/ 11415 h 56309"/>
                <a:gd name="csX2" fmla="*/ 7380 w 37515"/>
                <a:gd name="csY2" fmla="*/ 28173 h 56309"/>
                <a:gd name="csX3" fmla="*/ 10215 w 37515"/>
                <a:gd name="csY3" fmla="*/ 44932 h 56309"/>
                <a:gd name="csX4" fmla="*/ 18758 w 37515"/>
                <a:gd name="csY4" fmla="*/ 50493 h 56309"/>
                <a:gd name="csX5" fmla="*/ 27301 w 37515"/>
                <a:gd name="csY5" fmla="*/ 44932 h 56309"/>
                <a:gd name="csX6" fmla="*/ 30173 w 37515"/>
                <a:gd name="csY6" fmla="*/ 28173 h 56309"/>
                <a:gd name="csX7" fmla="*/ 27301 w 37515"/>
                <a:gd name="csY7" fmla="*/ 11415 h 56309"/>
                <a:gd name="csX8" fmla="*/ 18758 w 37515"/>
                <a:gd name="csY8" fmla="*/ 5816 h 56309"/>
                <a:gd name="csX9" fmla="*/ 18758 w 37515"/>
                <a:gd name="csY9" fmla="*/ 0 h 56309"/>
                <a:gd name="csX10" fmla="*/ 32681 w 37515"/>
                <a:gd name="csY10" fmla="*/ 7234 h 56309"/>
                <a:gd name="csX11" fmla="*/ 37516 w 37515"/>
                <a:gd name="csY11" fmla="*/ 28173 h 56309"/>
                <a:gd name="csX12" fmla="*/ 32681 w 37515"/>
                <a:gd name="csY12" fmla="*/ 49112 h 56309"/>
                <a:gd name="csX13" fmla="*/ 18758 w 37515"/>
                <a:gd name="csY13" fmla="*/ 56310 h 56309"/>
                <a:gd name="csX14" fmla="*/ 4798 w 37515"/>
                <a:gd name="csY14" fmla="*/ 49112 h 56309"/>
                <a:gd name="csX15" fmla="*/ 0 w 37515"/>
                <a:gd name="csY15" fmla="*/ 28173 h 56309"/>
                <a:gd name="csX16" fmla="*/ 4798 w 37515"/>
                <a:gd name="csY16" fmla="*/ 7234 h 56309"/>
                <a:gd name="csX17" fmla="*/ 18758 w 37515"/>
                <a:gd name="csY17" fmla="*/ 0 h 5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515" h="56309">
                  <a:moveTo>
                    <a:pt x="18758" y="5816"/>
                  </a:moveTo>
                  <a:cubicBezTo>
                    <a:pt x="14977" y="5816"/>
                    <a:pt x="12130" y="7682"/>
                    <a:pt x="10215" y="11415"/>
                  </a:cubicBezTo>
                  <a:cubicBezTo>
                    <a:pt x="8325" y="15123"/>
                    <a:pt x="7380" y="20709"/>
                    <a:pt x="7380" y="28173"/>
                  </a:cubicBezTo>
                  <a:cubicBezTo>
                    <a:pt x="7380" y="35613"/>
                    <a:pt x="8325" y="41200"/>
                    <a:pt x="10215" y="44932"/>
                  </a:cubicBezTo>
                  <a:cubicBezTo>
                    <a:pt x="12130" y="48640"/>
                    <a:pt x="14977" y="50493"/>
                    <a:pt x="18758" y="50493"/>
                  </a:cubicBezTo>
                  <a:cubicBezTo>
                    <a:pt x="22563" y="50493"/>
                    <a:pt x="25410" y="48640"/>
                    <a:pt x="27301" y="44932"/>
                  </a:cubicBezTo>
                  <a:cubicBezTo>
                    <a:pt x="29215" y="41200"/>
                    <a:pt x="30173" y="35613"/>
                    <a:pt x="30173" y="28173"/>
                  </a:cubicBezTo>
                  <a:cubicBezTo>
                    <a:pt x="30173" y="20709"/>
                    <a:pt x="29215" y="15123"/>
                    <a:pt x="27301" y="11415"/>
                  </a:cubicBezTo>
                  <a:cubicBezTo>
                    <a:pt x="25410" y="7682"/>
                    <a:pt x="22563" y="5816"/>
                    <a:pt x="18758" y="5816"/>
                  </a:cubicBezTo>
                  <a:moveTo>
                    <a:pt x="18758" y="0"/>
                  </a:moveTo>
                  <a:cubicBezTo>
                    <a:pt x="24841" y="0"/>
                    <a:pt x="29482" y="2411"/>
                    <a:pt x="32681" y="7234"/>
                  </a:cubicBezTo>
                  <a:cubicBezTo>
                    <a:pt x="35904" y="12033"/>
                    <a:pt x="37516" y="19012"/>
                    <a:pt x="37516" y="28173"/>
                  </a:cubicBezTo>
                  <a:cubicBezTo>
                    <a:pt x="37516" y="37310"/>
                    <a:pt x="35904" y="44290"/>
                    <a:pt x="32681" y="49112"/>
                  </a:cubicBezTo>
                  <a:cubicBezTo>
                    <a:pt x="29482" y="53911"/>
                    <a:pt x="24841" y="56310"/>
                    <a:pt x="18758" y="56310"/>
                  </a:cubicBezTo>
                  <a:cubicBezTo>
                    <a:pt x="12675" y="56310"/>
                    <a:pt x="8022" y="53911"/>
                    <a:pt x="4798" y="49112"/>
                  </a:cubicBezTo>
                  <a:cubicBezTo>
                    <a:pt x="1599" y="44290"/>
                    <a:pt x="0" y="37310"/>
                    <a:pt x="0" y="28173"/>
                  </a:cubicBezTo>
                  <a:cubicBezTo>
                    <a:pt x="0" y="19012"/>
                    <a:pt x="1599" y="12033"/>
                    <a:pt x="4798" y="7234"/>
                  </a:cubicBezTo>
                  <a:cubicBezTo>
                    <a:pt x="8022" y="2411"/>
                    <a:pt x="12675" y="0"/>
                    <a:pt x="18758" y="0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0" name="Freeform 3199">
              <a:extLst>
                <a:ext uri="{FF2B5EF4-FFF2-40B4-BE49-F238E27FC236}">
                  <a16:creationId xmlns:a16="http://schemas.microsoft.com/office/drawing/2014/main" id="{F909AA46-37B7-D1A6-06DA-E4C956C36F7D}"/>
                </a:ext>
              </a:extLst>
            </p:cNvPr>
            <p:cNvSpPr/>
            <p:nvPr/>
          </p:nvSpPr>
          <p:spPr>
            <a:xfrm>
              <a:off x="6864867" y="2027096"/>
              <a:ext cx="7670" cy="9233"/>
            </a:xfrm>
            <a:custGeom>
              <a:avLst/>
              <a:gdLst>
                <a:gd name="csX0" fmla="*/ 0 w 7670"/>
                <a:gd name="csY0" fmla="*/ 0 h 9233"/>
                <a:gd name="csX1" fmla="*/ 7670 w 7670"/>
                <a:gd name="csY1" fmla="*/ 0 h 9233"/>
                <a:gd name="csX2" fmla="*/ 7670 w 7670"/>
                <a:gd name="csY2" fmla="*/ 9233 h 9233"/>
                <a:gd name="csX3" fmla="*/ 0 w 7670"/>
                <a:gd name="csY3" fmla="*/ 9233 h 9233"/>
                <a:gd name="csX4" fmla="*/ 0 w 7670"/>
                <a:gd name="csY4" fmla="*/ 0 h 9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0" h="9233">
                  <a:moveTo>
                    <a:pt x="0" y="0"/>
                  </a:moveTo>
                  <a:lnTo>
                    <a:pt x="7670" y="0"/>
                  </a:lnTo>
                  <a:lnTo>
                    <a:pt x="7670" y="9233"/>
                  </a:lnTo>
                  <a:lnTo>
                    <a:pt x="0" y="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1" name="Freeform 3200">
              <a:extLst>
                <a:ext uri="{FF2B5EF4-FFF2-40B4-BE49-F238E27FC236}">
                  <a16:creationId xmlns:a16="http://schemas.microsoft.com/office/drawing/2014/main" id="{D9787C69-C7CD-D8FE-9DCC-F4A5B47D8901}"/>
                </a:ext>
              </a:extLst>
            </p:cNvPr>
            <p:cNvSpPr/>
            <p:nvPr/>
          </p:nvSpPr>
          <p:spPr>
            <a:xfrm>
              <a:off x="6886242" y="1981074"/>
              <a:ext cx="35734" cy="56309"/>
            </a:xfrm>
            <a:custGeom>
              <a:avLst/>
              <a:gdLst>
                <a:gd name="csX0" fmla="*/ 24539 w 35734"/>
                <a:gd name="csY0" fmla="*/ 25992 h 56309"/>
                <a:gd name="csX1" fmla="*/ 32754 w 35734"/>
                <a:gd name="csY1" fmla="*/ 30682 h 56309"/>
                <a:gd name="csX2" fmla="*/ 35735 w 35734"/>
                <a:gd name="csY2" fmla="*/ 39479 h 56309"/>
                <a:gd name="csX3" fmla="*/ 30210 w 35734"/>
                <a:gd name="csY3" fmla="*/ 51911 h 56309"/>
                <a:gd name="csX4" fmla="*/ 14505 w 35734"/>
                <a:gd name="csY4" fmla="*/ 56310 h 56309"/>
                <a:gd name="csX5" fmla="*/ 7453 w 35734"/>
                <a:gd name="csY5" fmla="*/ 55619 h 56309"/>
                <a:gd name="csX6" fmla="*/ 0 w 35734"/>
                <a:gd name="csY6" fmla="*/ 53620 h 56309"/>
                <a:gd name="csX7" fmla="*/ 0 w 35734"/>
                <a:gd name="csY7" fmla="*/ 46531 h 56309"/>
                <a:gd name="csX8" fmla="*/ 6689 w 35734"/>
                <a:gd name="csY8" fmla="*/ 49221 h 56309"/>
                <a:gd name="csX9" fmla="*/ 14287 w 35734"/>
                <a:gd name="csY9" fmla="*/ 50130 h 56309"/>
                <a:gd name="csX10" fmla="*/ 24793 w 35734"/>
                <a:gd name="csY10" fmla="*/ 47404 h 56309"/>
                <a:gd name="csX11" fmla="*/ 28428 w 35734"/>
                <a:gd name="csY11" fmla="*/ 39479 h 56309"/>
                <a:gd name="csX12" fmla="*/ 25047 w 35734"/>
                <a:gd name="csY12" fmla="*/ 31990 h 56309"/>
                <a:gd name="csX13" fmla="*/ 15704 w 35734"/>
                <a:gd name="csY13" fmla="*/ 29264 h 56309"/>
                <a:gd name="csX14" fmla="*/ 9379 w 35734"/>
                <a:gd name="csY14" fmla="*/ 29264 h 56309"/>
                <a:gd name="csX15" fmla="*/ 9379 w 35734"/>
                <a:gd name="csY15" fmla="*/ 23229 h 56309"/>
                <a:gd name="csX16" fmla="*/ 15995 w 35734"/>
                <a:gd name="csY16" fmla="*/ 23229 h 56309"/>
                <a:gd name="csX17" fmla="*/ 24284 w 35734"/>
                <a:gd name="csY17" fmla="*/ 21084 h 56309"/>
                <a:gd name="csX18" fmla="*/ 27156 w 35734"/>
                <a:gd name="csY18" fmla="*/ 14832 h 56309"/>
                <a:gd name="csX19" fmla="*/ 24175 w 35734"/>
                <a:gd name="csY19" fmla="*/ 8434 h 56309"/>
                <a:gd name="csX20" fmla="*/ 15704 w 35734"/>
                <a:gd name="csY20" fmla="*/ 6180 h 56309"/>
                <a:gd name="csX21" fmla="*/ 9234 w 35734"/>
                <a:gd name="csY21" fmla="*/ 6834 h 56309"/>
                <a:gd name="csX22" fmla="*/ 1636 w 35734"/>
                <a:gd name="csY22" fmla="*/ 8870 h 56309"/>
                <a:gd name="csX23" fmla="*/ 1636 w 35734"/>
                <a:gd name="csY23" fmla="*/ 2326 h 56309"/>
                <a:gd name="csX24" fmla="*/ 9452 w 35734"/>
                <a:gd name="csY24" fmla="*/ 581 h 56309"/>
                <a:gd name="csX25" fmla="*/ 16359 w 35734"/>
                <a:gd name="csY25" fmla="*/ 0 h 56309"/>
                <a:gd name="csX26" fmla="*/ 29591 w 35734"/>
                <a:gd name="csY26" fmla="*/ 3817 h 56309"/>
                <a:gd name="csX27" fmla="*/ 34462 w 35734"/>
                <a:gd name="csY27" fmla="*/ 14068 h 56309"/>
                <a:gd name="csX28" fmla="*/ 31881 w 35734"/>
                <a:gd name="csY28" fmla="*/ 21702 h 56309"/>
                <a:gd name="csX29" fmla="*/ 24539 w 35734"/>
                <a:gd name="csY29" fmla="*/ 25992 h 56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734" h="56309">
                  <a:moveTo>
                    <a:pt x="24539" y="25992"/>
                  </a:moveTo>
                  <a:cubicBezTo>
                    <a:pt x="28053" y="26743"/>
                    <a:pt x="30791" y="28307"/>
                    <a:pt x="32754" y="30682"/>
                  </a:cubicBezTo>
                  <a:cubicBezTo>
                    <a:pt x="34741" y="33056"/>
                    <a:pt x="35735" y="35989"/>
                    <a:pt x="35735" y="39479"/>
                  </a:cubicBezTo>
                  <a:cubicBezTo>
                    <a:pt x="35735" y="44835"/>
                    <a:pt x="33893" y="48979"/>
                    <a:pt x="30210" y="51911"/>
                  </a:cubicBezTo>
                  <a:cubicBezTo>
                    <a:pt x="26526" y="54843"/>
                    <a:pt x="21291" y="56310"/>
                    <a:pt x="14505" y="56310"/>
                  </a:cubicBezTo>
                  <a:cubicBezTo>
                    <a:pt x="12227" y="56310"/>
                    <a:pt x="9876" y="56080"/>
                    <a:pt x="7453" y="55619"/>
                  </a:cubicBezTo>
                  <a:cubicBezTo>
                    <a:pt x="5053" y="55183"/>
                    <a:pt x="2569" y="54516"/>
                    <a:pt x="0" y="53620"/>
                  </a:cubicBezTo>
                  <a:lnTo>
                    <a:pt x="0" y="46531"/>
                  </a:lnTo>
                  <a:cubicBezTo>
                    <a:pt x="2036" y="47719"/>
                    <a:pt x="4266" y="48615"/>
                    <a:pt x="6689" y="49221"/>
                  </a:cubicBezTo>
                  <a:cubicBezTo>
                    <a:pt x="9113" y="49827"/>
                    <a:pt x="11645" y="50130"/>
                    <a:pt x="14287" y="50130"/>
                  </a:cubicBezTo>
                  <a:cubicBezTo>
                    <a:pt x="18892" y="50130"/>
                    <a:pt x="22394" y="49221"/>
                    <a:pt x="24793" y="47404"/>
                  </a:cubicBezTo>
                  <a:cubicBezTo>
                    <a:pt x="27216" y="45586"/>
                    <a:pt x="28428" y="42944"/>
                    <a:pt x="28428" y="39479"/>
                  </a:cubicBezTo>
                  <a:cubicBezTo>
                    <a:pt x="28428" y="36280"/>
                    <a:pt x="27301" y="33784"/>
                    <a:pt x="25047" y="31990"/>
                  </a:cubicBezTo>
                  <a:cubicBezTo>
                    <a:pt x="22818" y="30173"/>
                    <a:pt x="19703" y="29264"/>
                    <a:pt x="15704" y="29264"/>
                  </a:cubicBezTo>
                  <a:lnTo>
                    <a:pt x="9379" y="29264"/>
                  </a:lnTo>
                  <a:lnTo>
                    <a:pt x="9379" y="23229"/>
                  </a:lnTo>
                  <a:lnTo>
                    <a:pt x="15995" y="23229"/>
                  </a:lnTo>
                  <a:cubicBezTo>
                    <a:pt x="19606" y="23229"/>
                    <a:pt x="22369" y="22514"/>
                    <a:pt x="24284" y="21084"/>
                  </a:cubicBezTo>
                  <a:cubicBezTo>
                    <a:pt x="26199" y="19630"/>
                    <a:pt x="27156" y="17546"/>
                    <a:pt x="27156" y="14832"/>
                  </a:cubicBezTo>
                  <a:cubicBezTo>
                    <a:pt x="27156" y="12045"/>
                    <a:pt x="26162" y="9912"/>
                    <a:pt x="24175" y="8434"/>
                  </a:cubicBezTo>
                  <a:cubicBezTo>
                    <a:pt x="22212" y="6931"/>
                    <a:pt x="19388" y="6180"/>
                    <a:pt x="15704" y="6180"/>
                  </a:cubicBezTo>
                  <a:cubicBezTo>
                    <a:pt x="13693" y="6180"/>
                    <a:pt x="11536" y="6398"/>
                    <a:pt x="9234" y="6834"/>
                  </a:cubicBezTo>
                  <a:cubicBezTo>
                    <a:pt x="6932" y="7270"/>
                    <a:pt x="4399" y="7949"/>
                    <a:pt x="1636" y="8870"/>
                  </a:cubicBezTo>
                  <a:lnTo>
                    <a:pt x="1636" y="2326"/>
                  </a:lnTo>
                  <a:cubicBezTo>
                    <a:pt x="4423" y="1551"/>
                    <a:pt x="7029" y="969"/>
                    <a:pt x="9452" y="581"/>
                  </a:cubicBezTo>
                  <a:cubicBezTo>
                    <a:pt x="11900" y="194"/>
                    <a:pt x="14202" y="0"/>
                    <a:pt x="16359" y="0"/>
                  </a:cubicBezTo>
                  <a:cubicBezTo>
                    <a:pt x="21933" y="0"/>
                    <a:pt x="26344" y="1272"/>
                    <a:pt x="29591" y="3817"/>
                  </a:cubicBezTo>
                  <a:cubicBezTo>
                    <a:pt x="32839" y="6337"/>
                    <a:pt x="34462" y="9754"/>
                    <a:pt x="34462" y="14068"/>
                  </a:cubicBezTo>
                  <a:cubicBezTo>
                    <a:pt x="34462" y="17073"/>
                    <a:pt x="33602" y="19618"/>
                    <a:pt x="31881" y="21702"/>
                  </a:cubicBezTo>
                  <a:cubicBezTo>
                    <a:pt x="30161" y="23762"/>
                    <a:pt x="27713" y="25192"/>
                    <a:pt x="24539" y="25992"/>
                  </a:cubicBezTo>
                  <a:close/>
                </a:path>
              </a:pathLst>
            </a:custGeom>
            <a:solidFill>
              <a:srgbClr val="000000"/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502" name="Group 3501">
            <a:extLst>
              <a:ext uri="{FF2B5EF4-FFF2-40B4-BE49-F238E27FC236}">
                <a16:creationId xmlns:a16="http://schemas.microsoft.com/office/drawing/2014/main" id="{8054461E-D123-261B-92BE-348AA83E253C}"/>
              </a:ext>
            </a:extLst>
          </p:cNvPr>
          <p:cNvGrpSpPr/>
          <p:nvPr/>
        </p:nvGrpSpPr>
        <p:grpSpPr>
          <a:xfrm>
            <a:off x="6947103" y="1788215"/>
            <a:ext cx="1443435" cy="902021"/>
            <a:chOff x="6947103" y="1788215"/>
            <a:chExt cx="1443435" cy="902021"/>
          </a:xfrm>
        </p:grpSpPr>
        <p:sp>
          <p:nvSpPr>
            <p:cNvPr id="3202" name="Freeform 3201">
              <a:extLst>
                <a:ext uri="{FF2B5EF4-FFF2-40B4-BE49-F238E27FC236}">
                  <a16:creationId xmlns:a16="http://schemas.microsoft.com/office/drawing/2014/main" id="{94C9CA58-6C65-20B9-4676-C655207E6D8E}"/>
                </a:ext>
              </a:extLst>
            </p:cNvPr>
            <p:cNvSpPr/>
            <p:nvPr/>
          </p:nvSpPr>
          <p:spPr>
            <a:xfrm>
              <a:off x="6947103" y="2688834"/>
              <a:ext cx="29457" cy="20"/>
            </a:xfrm>
            <a:custGeom>
              <a:avLst/>
              <a:gdLst>
                <a:gd name="csX0" fmla="*/ 0 w 29457"/>
                <a:gd name="csY0" fmla="*/ 0 h 20"/>
                <a:gd name="csX1" fmla="*/ 0 w 29457"/>
                <a:gd name="csY1" fmla="*/ 21 h 20"/>
                <a:gd name="csX2" fmla="*/ 29458 w 29457"/>
                <a:gd name="csY2" fmla="*/ 21 h 20"/>
                <a:gd name="csX3" fmla="*/ 29458 w 29457"/>
                <a:gd name="csY3" fmla="*/ 0 h 20"/>
                <a:gd name="csX4" fmla="*/ 0 w 29457"/>
                <a:gd name="csY4" fmla="*/ 0 h 20"/>
                <a:gd name="csX5" fmla="*/ 0 w 29457"/>
                <a:gd name="csY5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0">
                  <a:moveTo>
                    <a:pt x="0" y="0"/>
                  </a:moveTo>
                  <a:lnTo>
                    <a:pt x="0" y="21"/>
                  </a:lnTo>
                  <a:lnTo>
                    <a:pt x="29458" y="2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3" name="Freeform 3202">
              <a:extLst>
                <a:ext uri="{FF2B5EF4-FFF2-40B4-BE49-F238E27FC236}">
                  <a16:creationId xmlns:a16="http://schemas.microsoft.com/office/drawing/2014/main" id="{47CBF72D-8C44-911F-4FC6-77FAB09E8AF8}"/>
                </a:ext>
              </a:extLst>
            </p:cNvPr>
            <p:cNvSpPr/>
            <p:nvPr/>
          </p:nvSpPr>
          <p:spPr>
            <a:xfrm>
              <a:off x="6947103" y="2688834"/>
              <a:ext cx="29457" cy="20"/>
            </a:xfrm>
            <a:custGeom>
              <a:avLst/>
              <a:gdLst>
                <a:gd name="csX0" fmla="*/ 0 w 29457"/>
                <a:gd name="csY0" fmla="*/ 0 h 20"/>
                <a:gd name="csX1" fmla="*/ 0 w 29457"/>
                <a:gd name="csY1" fmla="*/ 21 h 20"/>
                <a:gd name="csX2" fmla="*/ 29458 w 29457"/>
                <a:gd name="csY2" fmla="*/ 21 h 20"/>
                <a:gd name="csX3" fmla="*/ 29458 w 29457"/>
                <a:gd name="csY3" fmla="*/ 0 h 20"/>
                <a:gd name="csX4" fmla="*/ 0 w 29457"/>
                <a:gd name="csY4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0">
                  <a:moveTo>
                    <a:pt x="0" y="0"/>
                  </a:moveTo>
                  <a:lnTo>
                    <a:pt x="0" y="21"/>
                  </a:lnTo>
                  <a:lnTo>
                    <a:pt x="29458" y="2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4" name="Freeform 3203">
              <a:extLst>
                <a:ext uri="{FF2B5EF4-FFF2-40B4-BE49-F238E27FC236}">
                  <a16:creationId xmlns:a16="http://schemas.microsoft.com/office/drawing/2014/main" id="{77722507-D9E0-E4C7-600B-CEEE95FF509A}"/>
                </a:ext>
              </a:extLst>
            </p:cNvPr>
            <p:cNvSpPr/>
            <p:nvPr/>
          </p:nvSpPr>
          <p:spPr>
            <a:xfrm>
              <a:off x="6976561" y="2688834"/>
              <a:ext cx="29457" cy="20"/>
            </a:xfrm>
            <a:custGeom>
              <a:avLst/>
              <a:gdLst>
                <a:gd name="csX0" fmla="*/ 0 w 29457"/>
                <a:gd name="csY0" fmla="*/ 0 h 20"/>
                <a:gd name="csX1" fmla="*/ 0 w 29457"/>
                <a:gd name="csY1" fmla="*/ 21 h 20"/>
                <a:gd name="csX2" fmla="*/ 29458 w 29457"/>
                <a:gd name="csY2" fmla="*/ 21 h 20"/>
                <a:gd name="csX3" fmla="*/ 29458 w 29457"/>
                <a:gd name="csY3" fmla="*/ 0 h 20"/>
                <a:gd name="csX4" fmla="*/ 0 w 29457"/>
                <a:gd name="csY4" fmla="*/ 0 h 20"/>
                <a:gd name="csX5" fmla="*/ 0 w 29457"/>
                <a:gd name="csY5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0">
                  <a:moveTo>
                    <a:pt x="0" y="0"/>
                  </a:moveTo>
                  <a:lnTo>
                    <a:pt x="0" y="21"/>
                  </a:lnTo>
                  <a:lnTo>
                    <a:pt x="29458" y="2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5" name="Freeform 3204">
              <a:extLst>
                <a:ext uri="{FF2B5EF4-FFF2-40B4-BE49-F238E27FC236}">
                  <a16:creationId xmlns:a16="http://schemas.microsoft.com/office/drawing/2014/main" id="{09EBAD03-9D86-8584-08E1-7A6D55A85E57}"/>
                </a:ext>
              </a:extLst>
            </p:cNvPr>
            <p:cNvSpPr/>
            <p:nvPr/>
          </p:nvSpPr>
          <p:spPr>
            <a:xfrm>
              <a:off x="6976561" y="2688834"/>
              <a:ext cx="29457" cy="20"/>
            </a:xfrm>
            <a:custGeom>
              <a:avLst/>
              <a:gdLst>
                <a:gd name="csX0" fmla="*/ 0 w 29457"/>
                <a:gd name="csY0" fmla="*/ 0 h 20"/>
                <a:gd name="csX1" fmla="*/ 0 w 29457"/>
                <a:gd name="csY1" fmla="*/ 21 h 20"/>
                <a:gd name="csX2" fmla="*/ 29458 w 29457"/>
                <a:gd name="csY2" fmla="*/ 21 h 20"/>
                <a:gd name="csX3" fmla="*/ 29458 w 29457"/>
                <a:gd name="csY3" fmla="*/ 0 h 20"/>
                <a:gd name="csX4" fmla="*/ 0 w 29457"/>
                <a:gd name="csY4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0">
                  <a:moveTo>
                    <a:pt x="0" y="0"/>
                  </a:moveTo>
                  <a:lnTo>
                    <a:pt x="0" y="21"/>
                  </a:lnTo>
                  <a:lnTo>
                    <a:pt x="29458" y="2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6" name="Freeform 3205">
              <a:extLst>
                <a:ext uri="{FF2B5EF4-FFF2-40B4-BE49-F238E27FC236}">
                  <a16:creationId xmlns:a16="http://schemas.microsoft.com/office/drawing/2014/main" id="{FA98673A-891B-72DA-9EC6-F87D09A040ED}"/>
                </a:ext>
              </a:extLst>
            </p:cNvPr>
            <p:cNvSpPr/>
            <p:nvPr/>
          </p:nvSpPr>
          <p:spPr>
            <a:xfrm>
              <a:off x="7006019" y="2688799"/>
              <a:ext cx="29457" cy="55"/>
            </a:xfrm>
            <a:custGeom>
              <a:avLst/>
              <a:gdLst>
                <a:gd name="csX0" fmla="*/ 0 w 29457"/>
                <a:gd name="csY0" fmla="*/ 0 h 55"/>
                <a:gd name="csX1" fmla="*/ 0 w 29457"/>
                <a:gd name="csY1" fmla="*/ 56 h 55"/>
                <a:gd name="csX2" fmla="*/ 29458 w 29457"/>
                <a:gd name="csY2" fmla="*/ 56 h 55"/>
                <a:gd name="csX3" fmla="*/ 29458 w 29457"/>
                <a:gd name="csY3" fmla="*/ 0 h 55"/>
                <a:gd name="csX4" fmla="*/ 0 w 29457"/>
                <a:gd name="csY4" fmla="*/ 0 h 55"/>
                <a:gd name="csX5" fmla="*/ 0 w 29457"/>
                <a:gd name="csY5" fmla="*/ 0 h 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55">
                  <a:moveTo>
                    <a:pt x="0" y="0"/>
                  </a:moveTo>
                  <a:lnTo>
                    <a:pt x="0" y="56"/>
                  </a:lnTo>
                  <a:lnTo>
                    <a:pt x="29458" y="56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7" name="Freeform 3206">
              <a:extLst>
                <a:ext uri="{FF2B5EF4-FFF2-40B4-BE49-F238E27FC236}">
                  <a16:creationId xmlns:a16="http://schemas.microsoft.com/office/drawing/2014/main" id="{44604D04-D74C-FEE1-469D-6FEE6BD5DC84}"/>
                </a:ext>
              </a:extLst>
            </p:cNvPr>
            <p:cNvSpPr/>
            <p:nvPr/>
          </p:nvSpPr>
          <p:spPr>
            <a:xfrm>
              <a:off x="7006019" y="2688799"/>
              <a:ext cx="29457" cy="55"/>
            </a:xfrm>
            <a:custGeom>
              <a:avLst/>
              <a:gdLst>
                <a:gd name="csX0" fmla="*/ 0 w 29457"/>
                <a:gd name="csY0" fmla="*/ 0 h 55"/>
                <a:gd name="csX1" fmla="*/ 0 w 29457"/>
                <a:gd name="csY1" fmla="*/ 56 h 55"/>
                <a:gd name="csX2" fmla="*/ 29458 w 29457"/>
                <a:gd name="csY2" fmla="*/ 56 h 55"/>
                <a:gd name="csX3" fmla="*/ 29458 w 29457"/>
                <a:gd name="csY3" fmla="*/ 0 h 55"/>
                <a:gd name="csX4" fmla="*/ 0 w 29457"/>
                <a:gd name="csY4" fmla="*/ 0 h 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55">
                  <a:moveTo>
                    <a:pt x="0" y="0"/>
                  </a:moveTo>
                  <a:lnTo>
                    <a:pt x="0" y="56"/>
                  </a:lnTo>
                  <a:lnTo>
                    <a:pt x="29458" y="56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8" name="Freeform 3207">
              <a:extLst>
                <a:ext uri="{FF2B5EF4-FFF2-40B4-BE49-F238E27FC236}">
                  <a16:creationId xmlns:a16="http://schemas.microsoft.com/office/drawing/2014/main" id="{FA7786A6-7E96-495E-A23E-8737AA46089A}"/>
                </a:ext>
              </a:extLst>
            </p:cNvPr>
            <p:cNvSpPr/>
            <p:nvPr/>
          </p:nvSpPr>
          <p:spPr>
            <a:xfrm>
              <a:off x="7035477" y="2688778"/>
              <a:ext cx="29457" cy="76"/>
            </a:xfrm>
            <a:custGeom>
              <a:avLst/>
              <a:gdLst>
                <a:gd name="csX0" fmla="*/ 0 w 29457"/>
                <a:gd name="csY0" fmla="*/ 0 h 76"/>
                <a:gd name="csX1" fmla="*/ 0 w 29457"/>
                <a:gd name="csY1" fmla="*/ 77 h 76"/>
                <a:gd name="csX2" fmla="*/ 29458 w 29457"/>
                <a:gd name="csY2" fmla="*/ 77 h 76"/>
                <a:gd name="csX3" fmla="*/ 29458 w 29457"/>
                <a:gd name="csY3" fmla="*/ 0 h 76"/>
                <a:gd name="csX4" fmla="*/ 0 w 29457"/>
                <a:gd name="csY4" fmla="*/ 0 h 76"/>
                <a:gd name="csX5" fmla="*/ 0 w 29457"/>
                <a:gd name="csY5" fmla="*/ 0 h 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6">
                  <a:moveTo>
                    <a:pt x="0" y="0"/>
                  </a:moveTo>
                  <a:lnTo>
                    <a:pt x="0" y="77"/>
                  </a:lnTo>
                  <a:lnTo>
                    <a:pt x="29458" y="77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09" name="Freeform 3208">
              <a:extLst>
                <a:ext uri="{FF2B5EF4-FFF2-40B4-BE49-F238E27FC236}">
                  <a16:creationId xmlns:a16="http://schemas.microsoft.com/office/drawing/2014/main" id="{74F9FA54-6D1D-A34B-9FDD-F0E91A360924}"/>
                </a:ext>
              </a:extLst>
            </p:cNvPr>
            <p:cNvSpPr/>
            <p:nvPr/>
          </p:nvSpPr>
          <p:spPr>
            <a:xfrm>
              <a:off x="7035477" y="2688778"/>
              <a:ext cx="29457" cy="76"/>
            </a:xfrm>
            <a:custGeom>
              <a:avLst/>
              <a:gdLst>
                <a:gd name="csX0" fmla="*/ 0 w 29457"/>
                <a:gd name="csY0" fmla="*/ 0 h 76"/>
                <a:gd name="csX1" fmla="*/ 0 w 29457"/>
                <a:gd name="csY1" fmla="*/ 77 h 76"/>
                <a:gd name="csX2" fmla="*/ 29458 w 29457"/>
                <a:gd name="csY2" fmla="*/ 77 h 76"/>
                <a:gd name="csX3" fmla="*/ 29458 w 29457"/>
                <a:gd name="csY3" fmla="*/ 0 h 76"/>
                <a:gd name="csX4" fmla="*/ 0 w 29457"/>
                <a:gd name="csY4" fmla="*/ 0 h 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6">
                  <a:moveTo>
                    <a:pt x="0" y="0"/>
                  </a:moveTo>
                  <a:lnTo>
                    <a:pt x="0" y="77"/>
                  </a:lnTo>
                  <a:lnTo>
                    <a:pt x="29458" y="77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0" name="Freeform 3209">
              <a:extLst>
                <a:ext uri="{FF2B5EF4-FFF2-40B4-BE49-F238E27FC236}">
                  <a16:creationId xmlns:a16="http://schemas.microsoft.com/office/drawing/2014/main" id="{5F3C7A57-7C32-590C-AA2B-AA5CA7BF8BD4}"/>
                </a:ext>
              </a:extLst>
            </p:cNvPr>
            <p:cNvSpPr/>
            <p:nvPr/>
          </p:nvSpPr>
          <p:spPr>
            <a:xfrm>
              <a:off x="7064935" y="2688604"/>
              <a:ext cx="29457" cy="251"/>
            </a:xfrm>
            <a:custGeom>
              <a:avLst/>
              <a:gdLst>
                <a:gd name="csX0" fmla="*/ 0 w 29457"/>
                <a:gd name="csY0" fmla="*/ 0 h 251"/>
                <a:gd name="csX1" fmla="*/ 0 w 29457"/>
                <a:gd name="csY1" fmla="*/ 251 h 251"/>
                <a:gd name="csX2" fmla="*/ 29458 w 29457"/>
                <a:gd name="csY2" fmla="*/ 251 h 251"/>
                <a:gd name="csX3" fmla="*/ 29458 w 29457"/>
                <a:gd name="csY3" fmla="*/ 0 h 251"/>
                <a:gd name="csX4" fmla="*/ 0 w 29457"/>
                <a:gd name="csY4" fmla="*/ 0 h 251"/>
                <a:gd name="csX5" fmla="*/ 0 w 29457"/>
                <a:gd name="csY5" fmla="*/ 0 h 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51">
                  <a:moveTo>
                    <a:pt x="0" y="0"/>
                  </a:moveTo>
                  <a:lnTo>
                    <a:pt x="0" y="251"/>
                  </a:lnTo>
                  <a:lnTo>
                    <a:pt x="29458" y="25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1" name="Freeform 3210">
              <a:extLst>
                <a:ext uri="{FF2B5EF4-FFF2-40B4-BE49-F238E27FC236}">
                  <a16:creationId xmlns:a16="http://schemas.microsoft.com/office/drawing/2014/main" id="{658188C4-5C68-7E87-3CDE-CD7D7091AAA1}"/>
                </a:ext>
              </a:extLst>
            </p:cNvPr>
            <p:cNvSpPr/>
            <p:nvPr/>
          </p:nvSpPr>
          <p:spPr>
            <a:xfrm>
              <a:off x="7064935" y="2688604"/>
              <a:ext cx="29457" cy="251"/>
            </a:xfrm>
            <a:custGeom>
              <a:avLst/>
              <a:gdLst>
                <a:gd name="csX0" fmla="*/ 0 w 29457"/>
                <a:gd name="csY0" fmla="*/ 0 h 251"/>
                <a:gd name="csX1" fmla="*/ 0 w 29457"/>
                <a:gd name="csY1" fmla="*/ 251 h 251"/>
                <a:gd name="csX2" fmla="*/ 29458 w 29457"/>
                <a:gd name="csY2" fmla="*/ 251 h 251"/>
                <a:gd name="csX3" fmla="*/ 29458 w 29457"/>
                <a:gd name="csY3" fmla="*/ 0 h 251"/>
                <a:gd name="csX4" fmla="*/ 0 w 29457"/>
                <a:gd name="csY4" fmla="*/ 0 h 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51">
                  <a:moveTo>
                    <a:pt x="0" y="0"/>
                  </a:moveTo>
                  <a:lnTo>
                    <a:pt x="0" y="251"/>
                  </a:lnTo>
                  <a:lnTo>
                    <a:pt x="29458" y="25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2" name="Freeform 3211">
              <a:extLst>
                <a:ext uri="{FF2B5EF4-FFF2-40B4-BE49-F238E27FC236}">
                  <a16:creationId xmlns:a16="http://schemas.microsoft.com/office/drawing/2014/main" id="{536076E5-DCB8-DE12-977B-A9B48C093F72}"/>
                </a:ext>
              </a:extLst>
            </p:cNvPr>
            <p:cNvSpPr/>
            <p:nvPr/>
          </p:nvSpPr>
          <p:spPr>
            <a:xfrm>
              <a:off x="7094393" y="2688269"/>
              <a:ext cx="29457" cy="586"/>
            </a:xfrm>
            <a:custGeom>
              <a:avLst/>
              <a:gdLst>
                <a:gd name="csX0" fmla="*/ 0 w 29457"/>
                <a:gd name="csY0" fmla="*/ 0 h 586"/>
                <a:gd name="csX1" fmla="*/ 0 w 29457"/>
                <a:gd name="csY1" fmla="*/ 586 h 586"/>
                <a:gd name="csX2" fmla="*/ 29457 w 29457"/>
                <a:gd name="csY2" fmla="*/ 586 h 586"/>
                <a:gd name="csX3" fmla="*/ 29457 w 29457"/>
                <a:gd name="csY3" fmla="*/ 0 h 586"/>
                <a:gd name="csX4" fmla="*/ 0 w 29457"/>
                <a:gd name="csY4" fmla="*/ 0 h 586"/>
                <a:gd name="csX5" fmla="*/ 0 w 29457"/>
                <a:gd name="csY5" fmla="*/ 0 h 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586">
                  <a:moveTo>
                    <a:pt x="0" y="0"/>
                  </a:moveTo>
                  <a:lnTo>
                    <a:pt x="0" y="586"/>
                  </a:lnTo>
                  <a:lnTo>
                    <a:pt x="29457" y="586"/>
                  </a:lnTo>
                  <a:lnTo>
                    <a:pt x="294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3" name="Freeform 3212">
              <a:extLst>
                <a:ext uri="{FF2B5EF4-FFF2-40B4-BE49-F238E27FC236}">
                  <a16:creationId xmlns:a16="http://schemas.microsoft.com/office/drawing/2014/main" id="{939AFEC6-118A-137B-4A0F-15BF6894A105}"/>
                </a:ext>
              </a:extLst>
            </p:cNvPr>
            <p:cNvSpPr/>
            <p:nvPr/>
          </p:nvSpPr>
          <p:spPr>
            <a:xfrm>
              <a:off x="7094393" y="2688269"/>
              <a:ext cx="29457" cy="586"/>
            </a:xfrm>
            <a:custGeom>
              <a:avLst/>
              <a:gdLst>
                <a:gd name="csX0" fmla="*/ 0 w 29457"/>
                <a:gd name="csY0" fmla="*/ 0 h 586"/>
                <a:gd name="csX1" fmla="*/ 0 w 29457"/>
                <a:gd name="csY1" fmla="*/ 586 h 586"/>
                <a:gd name="csX2" fmla="*/ 29457 w 29457"/>
                <a:gd name="csY2" fmla="*/ 586 h 586"/>
                <a:gd name="csX3" fmla="*/ 29457 w 29457"/>
                <a:gd name="csY3" fmla="*/ 0 h 586"/>
                <a:gd name="csX4" fmla="*/ 0 w 29457"/>
                <a:gd name="csY4" fmla="*/ 0 h 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586">
                  <a:moveTo>
                    <a:pt x="0" y="0"/>
                  </a:moveTo>
                  <a:lnTo>
                    <a:pt x="0" y="586"/>
                  </a:lnTo>
                  <a:lnTo>
                    <a:pt x="29457" y="586"/>
                  </a:lnTo>
                  <a:lnTo>
                    <a:pt x="2945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4" name="Freeform 3213">
              <a:extLst>
                <a:ext uri="{FF2B5EF4-FFF2-40B4-BE49-F238E27FC236}">
                  <a16:creationId xmlns:a16="http://schemas.microsoft.com/office/drawing/2014/main" id="{F1F91B60-F221-892C-AC7C-F7B51E186D3E}"/>
                </a:ext>
              </a:extLst>
            </p:cNvPr>
            <p:cNvSpPr/>
            <p:nvPr/>
          </p:nvSpPr>
          <p:spPr>
            <a:xfrm>
              <a:off x="7123850" y="2687780"/>
              <a:ext cx="29457" cy="1074"/>
            </a:xfrm>
            <a:custGeom>
              <a:avLst/>
              <a:gdLst>
                <a:gd name="csX0" fmla="*/ 0 w 29457"/>
                <a:gd name="csY0" fmla="*/ 0 h 1074"/>
                <a:gd name="csX1" fmla="*/ 0 w 29457"/>
                <a:gd name="csY1" fmla="*/ 1075 h 1074"/>
                <a:gd name="csX2" fmla="*/ 29458 w 29457"/>
                <a:gd name="csY2" fmla="*/ 1075 h 1074"/>
                <a:gd name="csX3" fmla="*/ 29458 w 29457"/>
                <a:gd name="csY3" fmla="*/ 0 h 1074"/>
                <a:gd name="csX4" fmla="*/ 0 w 29457"/>
                <a:gd name="csY4" fmla="*/ 0 h 1074"/>
                <a:gd name="csX5" fmla="*/ 0 w 29457"/>
                <a:gd name="csY5" fmla="*/ 0 h 1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074">
                  <a:moveTo>
                    <a:pt x="0" y="0"/>
                  </a:moveTo>
                  <a:lnTo>
                    <a:pt x="0" y="1075"/>
                  </a:lnTo>
                  <a:lnTo>
                    <a:pt x="29458" y="1075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5" name="Freeform 3214">
              <a:extLst>
                <a:ext uri="{FF2B5EF4-FFF2-40B4-BE49-F238E27FC236}">
                  <a16:creationId xmlns:a16="http://schemas.microsoft.com/office/drawing/2014/main" id="{1BB46E67-EF3E-6F6C-099E-341253155C19}"/>
                </a:ext>
              </a:extLst>
            </p:cNvPr>
            <p:cNvSpPr/>
            <p:nvPr/>
          </p:nvSpPr>
          <p:spPr>
            <a:xfrm>
              <a:off x="7123850" y="2687780"/>
              <a:ext cx="29457" cy="1074"/>
            </a:xfrm>
            <a:custGeom>
              <a:avLst/>
              <a:gdLst>
                <a:gd name="csX0" fmla="*/ 0 w 29457"/>
                <a:gd name="csY0" fmla="*/ 0 h 1074"/>
                <a:gd name="csX1" fmla="*/ 0 w 29457"/>
                <a:gd name="csY1" fmla="*/ 1075 h 1074"/>
                <a:gd name="csX2" fmla="*/ 29458 w 29457"/>
                <a:gd name="csY2" fmla="*/ 1075 h 1074"/>
                <a:gd name="csX3" fmla="*/ 29458 w 29457"/>
                <a:gd name="csY3" fmla="*/ 0 h 1074"/>
                <a:gd name="csX4" fmla="*/ 0 w 29457"/>
                <a:gd name="csY4" fmla="*/ 0 h 1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074">
                  <a:moveTo>
                    <a:pt x="0" y="0"/>
                  </a:moveTo>
                  <a:lnTo>
                    <a:pt x="0" y="1075"/>
                  </a:lnTo>
                  <a:lnTo>
                    <a:pt x="29458" y="1075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6" name="Freeform 3215">
              <a:extLst>
                <a:ext uri="{FF2B5EF4-FFF2-40B4-BE49-F238E27FC236}">
                  <a16:creationId xmlns:a16="http://schemas.microsoft.com/office/drawing/2014/main" id="{33A3EDEA-80F7-E0E5-4FF0-C11C71F23F7B}"/>
                </a:ext>
              </a:extLst>
            </p:cNvPr>
            <p:cNvSpPr/>
            <p:nvPr/>
          </p:nvSpPr>
          <p:spPr>
            <a:xfrm>
              <a:off x="7153308" y="2687075"/>
              <a:ext cx="29457" cy="1779"/>
            </a:xfrm>
            <a:custGeom>
              <a:avLst/>
              <a:gdLst>
                <a:gd name="csX0" fmla="*/ 0 w 29457"/>
                <a:gd name="csY0" fmla="*/ 0 h 1779"/>
                <a:gd name="csX1" fmla="*/ 0 w 29457"/>
                <a:gd name="csY1" fmla="*/ 1780 h 1779"/>
                <a:gd name="csX2" fmla="*/ 29458 w 29457"/>
                <a:gd name="csY2" fmla="*/ 1780 h 1779"/>
                <a:gd name="csX3" fmla="*/ 29458 w 29457"/>
                <a:gd name="csY3" fmla="*/ 0 h 1779"/>
                <a:gd name="csX4" fmla="*/ 0 w 29457"/>
                <a:gd name="csY4" fmla="*/ 0 h 1779"/>
                <a:gd name="csX5" fmla="*/ 0 w 29457"/>
                <a:gd name="csY5" fmla="*/ 0 h 1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779">
                  <a:moveTo>
                    <a:pt x="0" y="0"/>
                  </a:moveTo>
                  <a:lnTo>
                    <a:pt x="0" y="1780"/>
                  </a:lnTo>
                  <a:lnTo>
                    <a:pt x="29458" y="1780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7" name="Freeform 3216">
              <a:extLst>
                <a:ext uri="{FF2B5EF4-FFF2-40B4-BE49-F238E27FC236}">
                  <a16:creationId xmlns:a16="http://schemas.microsoft.com/office/drawing/2014/main" id="{D3CC8FD2-AFA9-C451-3AD6-E6687945E61D}"/>
                </a:ext>
              </a:extLst>
            </p:cNvPr>
            <p:cNvSpPr/>
            <p:nvPr/>
          </p:nvSpPr>
          <p:spPr>
            <a:xfrm>
              <a:off x="7153308" y="2687075"/>
              <a:ext cx="29457" cy="1779"/>
            </a:xfrm>
            <a:custGeom>
              <a:avLst/>
              <a:gdLst>
                <a:gd name="csX0" fmla="*/ 0 w 29457"/>
                <a:gd name="csY0" fmla="*/ 0 h 1779"/>
                <a:gd name="csX1" fmla="*/ 0 w 29457"/>
                <a:gd name="csY1" fmla="*/ 1780 h 1779"/>
                <a:gd name="csX2" fmla="*/ 29458 w 29457"/>
                <a:gd name="csY2" fmla="*/ 1780 h 1779"/>
                <a:gd name="csX3" fmla="*/ 29458 w 29457"/>
                <a:gd name="csY3" fmla="*/ 0 h 1779"/>
                <a:gd name="csX4" fmla="*/ 0 w 29457"/>
                <a:gd name="csY4" fmla="*/ 0 h 1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779">
                  <a:moveTo>
                    <a:pt x="0" y="0"/>
                  </a:moveTo>
                  <a:lnTo>
                    <a:pt x="0" y="1780"/>
                  </a:lnTo>
                  <a:lnTo>
                    <a:pt x="29458" y="1780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8" name="Freeform 3217">
              <a:extLst>
                <a:ext uri="{FF2B5EF4-FFF2-40B4-BE49-F238E27FC236}">
                  <a16:creationId xmlns:a16="http://schemas.microsoft.com/office/drawing/2014/main" id="{56DED1E9-C334-343A-1D20-655894CE06FA}"/>
                </a:ext>
              </a:extLst>
            </p:cNvPr>
            <p:cNvSpPr/>
            <p:nvPr/>
          </p:nvSpPr>
          <p:spPr>
            <a:xfrm>
              <a:off x="7182766" y="2684660"/>
              <a:ext cx="29457" cy="4194"/>
            </a:xfrm>
            <a:custGeom>
              <a:avLst/>
              <a:gdLst>
                <a:gd name="csX0" fmla="*/ 0 w 29457"/>
                <a:gd name="csY0" fmla="*/ 0 h 4194"/>
                <a:gd name="csX1" fmla="*/ 0 w 29457"/>
                <a:gd name="csY1" fmla="*/ 4195 h 4194"/>
                <a:gd name="csX2" fmla="*/ 29458 w 29457"/>
                <a:gd name="csY2" fmla="*/ 4195 h 4194"/>
                <a:gd name="csX3" fmla="*/ 29458 w 29457"/>
                <a:gd name="csY3" fmla="*/ 0 h 4194"/>
                <a:gd name="csX4" fmla="*/ 0 w 29457"/>
                <a:gd name="csY4" fmla="*/ 0 h 4194"/>
                <a:gd name="csX5" fmla="*/ 0 w 29457"/>
                <a:gd name="csY5" fmla="*/ 0 h 4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4194">
                  <a:moveTo>
                    <a:pt x="0" y="0"/>
                  </a:moveTo>
                  <a:lnTo>
                    <a:pt x="0" y="4195"/>
                  </a:lnTo>
                  <a:lnTo>
                    <a:pt x="29458" y="4195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19" name="Freeform 3218">
              <a:extLst>
                <a:ext uri="{FF2B5EF4-FFF2-40B4-BE49-F238E27FC236}">
                  <a16:creationId xmlns:a16="http://schemas.microsoft.com/office/drawing/2014/main" id="{FEF84910-9937-CF9C-FB98-39AE655C0501}"/>
                </a:ext>
              </a:extLst>
            </p:cNvPr>
            <p:cNvSpPr/>
            <p:nvPr/>
          </p:nvSpPr>
          <p:spPr>
            <a:xfrm>
              <a:off x="7182766" y="2684660"/>
              <a:ext cx="29457" cy="4194"/>
            </a:xfrm>
            <a:custGeom>
              <a:avLst/>
              <a:gdLst>
                <a:gd name="csX0" fmla="*/ 0 w 29457"/>
                <a:gd name="csY0" fmla="*/ 0 h 4194"/>
                <a:gd name="csX1" fmla="*/ 0 w 29457"/>
                <a:gd name="csY1" fmla="*/ 4195 h 4194"/>
                <a:gd name="csX2" fmla="*/ 29458 w 29457"/>
                <a:gd name="csY2" fmla="*/ 4195 h 4194"/>
                <a:gd name="csX3" fmla="*/ 29458 w 29457"/>
                <a:gd name="csY3" fmla="*/ 0 h 4194"/>
                <a:gd name="csX4" fmla="*/ 0 w 29457"/>
                <a:gd name="csY4" fmla="*/ 0 h 4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4194">
                  <a:moveTo>
                    <a:pt x="0" y="0"/>
                  </a:moveTo>
                  <a:lnTo>
                    <a:pt x="0" y="4195"/>
                  </a:lnTo>
                  <a:lnTo>
                    <a:pt x="29458" y="4195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0" name="Freeform 3219">
              <a:extLst>
                <a:ext uri="{FF2B5EF4-FFF2-40B4-BE49-F238E27FC236}">
                  <a16:creationId xmlns:a16="http://schemas.microsoft.com/office/drawing/2014/main" id="{5B4837C6-7ABE-CE0D-8AFD-ACDFCC3DC5B1}"/>
                </a:ext>
              </a:extLst>
            </p:cNvPr>
            <p:cNvSpPr/>
            <p:nvPr/>
          </p:nvSpPr>
          <p:spPr>
            <a:xfrm>
              <a:off x="7212224" y="2680808"/>
              <a:ext cx="29457" cy="8047"/>
            </a:xfrm>
            <a:custGeom>
              <a:avLst/>
              <a:gdLst>
                <a:gd name="csX0" fmla="*/ 0 w 29457"/>
                <a:gd name="csY0" fmla="*/ 0 h 8047"/>
                <a:gd name="csX1" fmla="*/ 0 w 29457"/>
                <a:gd name="csY1" fmla="*/ 8048 h 8047"/>
                <a:gd name="csX2" fmla="*/ 29458 w 29457"/>
                <a:gd name="csY2" fmla="*/ 8048 h 8047"/>
                <a:gd name="csX3" fmla="*/ 29458 w 29457"/>
                <a:gd name="csY3" fmla="*/ 0 h 8047"/>
                <a:gd name="csX4" fmla="*/ 0 w 29457"/>
                <a:gd name="csY4" fmla="*/ 0 h 8047"/>
                <a:gd name="csX5" fmla="*/ 0 w 29457"/>
                <a:gd name="csY5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8047">
                  <a:moveTo>
                    <a:pt x="0" y="0"/>
                  </a:moveTo>
                  <a:lnTo>
                    <a:pt x="0" y="8048"/>
                  </a:lnTo>
                  <a:lnTo>
                    <a:pt x="29458" y="804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1" name="Freeform 3220">
              <a:extLst>
                <a:ext uri="{FF2B5EF4-FFF2-40B4-BE49-F238E27FC236}">
                  <a16:creationId xmlns:a16="http://schemas.microsoft.com/office/drawing/2014/main" id="{45B9DC60-9289-D64B-94ED-05EF5019F6EF}"/>
                </a:ext>
              </a:extLst>
            </p:cNvPr>
            <p:cNvSpPr/>
            <p:nvPr/>
          </p:nvSpPr>
          <p:spPr>
            <a:xfrm>
              <a:off x="7212224" y="2680808"/>
              <a:ext cx="29457" cy="8047"/>
            </a:xfrm>
            <a:custGeom>
              <a:avLst/>
              <a:gdLst>
                <a:gd name="csX0" fmla="*/ 0 w 29457"/>
                <a:gd name="csY0" fmla="*/ 0 h 8047"/>
                <a:gd name="csX1" fmla="*/ 0 w 29457"/>
                <a:gd name="csY1" fmla="*/ 8048 h 8047"/>
                <a:gd name="csX2" fmla="*/ 29458 w 29457"/>
                <a:gd name="csY2" fmla="*/ 8048 h 8047"/>
                <a:gd name="csX3" fmla="*/ 29458 w 29457"/>
                <a:gd name="csY3" fmla="*/ 0 h 8047"/>
                <a:gd name="csX4" fmla="*/ 0 w 29457"/>
                <a:gd name="csY4" fmla="*/ 0 h 8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8047">
                  <a:moveTo>
                    <a:pt x="0" y="0"/>
                  </a:moveTo>
                  <a:lnTo>
                    <a:pt x="0" y="8048"/>
                  </a:lnTo>
                  <a:lnTo>
                    <a:pt x="29458" y="804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2" name="Freeform 3221">
              <a:extLst>
                <a:ext uri="{FF2B5EF4-FFF2-40B4-BE49-F238E27FC236}">
                  <a16:creationId xmlns:a16="http://schemas.microsoft.com/office/drawing/2014/main" id="{7ACCA85D-E57A-237C-434F-09A5D1738D09}"/>
                </a:ext>
              </a:extLst>
            </p:cNvPr>
            <p:cNvSpPr/>
            <p:nvPr/>
          </p:nvSpPr>
          <p:spPr>
            <a:xfrm>
              <a:off x="7241682" y="2675315"/>
              <a:ext cx="29457" cy="13540"/>
            </a:xfrm>
            <a:custGeom>
              <a:avLst/>
              <a:gdLst>
                <a:gd name="csX0" fmla="*/ 0 w 29457"/>
                <a:gd name="csY0" fmla="*/ 0 h 13540"/>
                <a:gd name="csX1" fmla="*/ 0 w 29457"/>
                <a:gd name="csY1" fmla="*/ 13541 h 13540"/>
                <a:gd name="csX2" fmla="*/ 29458 w 29457"/>
                <a:gd name="csY2" fmla="*/ 13541 h 13540"/>
                <a:gd name="csX3" fmla="*/ 29458 w 29457"/>
                <a:gd name="csY3" fmla="*/ 0 h 13540"/>
                <a:gd name="csX4" fmla="*/ 0 w 29457"/>
                <a:gd name="csY4" fmla="*/ 0 h 13540"/>
                <a:gd name="csX5" fmla="*/ 0 w 29457"/>
                <a:gd name="csY5" fmla="*/ 0 h 13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3540">
                  <a:moveTo>
                    <a:pt x="0" y="0"/>
                  </a:moveTo>
                  <a:lnTo>
                    <a:pt x="0" y="13541"/>
                  </a:lnTo>
                  <a:lnTo>
                    <a:pt x="29458" y="1354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3" name="Freeform 3222">
              <a:extLst>
                <a:ext uri="{FF2B5EF4-FFF2-40B4-BE49-F238E27FC236}">
                  <a16:creationId xmlns:a16="http://schemas.microsoft.com/office/drawing/2014/main" id="{DE89E993-06C7-ECA3-BFA2-677D12E85B67}"/>
                </a:ext>
              </a:extLst>
            </p:cNvPr>
            <p:cNvSpPr/>
            <p:nvPr/>
          </p:nvSpPr>
          <p:spPr>
            <a:xfrm>
              <a:off x="7241682" y="2675315"/>
              <a:ext cx="29457" cy="13540"/>
            </a:xfrm>
            <a:custGeom>
              <a:avLst/>
              <a:gdLst>
                <a:gd name="csX0" fmla="*/ 0 w 29457"/>
                <a:gd name="csY0" fmla="*/ 0 h 13540"/>
                <a:gd name="csX1" fmla="*/ 0 w 29457"/>
                <a:gd name="csY1" fmla="*/ 13541 h 13540"/>
                <a:gd name="csX2" fmla="*/ 29458 w 29457"/>
                <a:gd name="csY2" fmla="*/ 13541 h 13540"/>
                <a:gd name="csX3" fmla="*/ 29458 w 29457"/>
                <a:gd name="csY3" fmla="*/ 0 h 13540"/>
                <a:gd name="csX4" fmla="*/ 0 w 29457"/>
                <a:gd name="csY4" fmla="*/ 0 h 13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3540">
                  <a:moveTo>
                    <a:pt x="0" y="0"/>
                  </a:moveTo>
                  <a:lnTo>
                    <a:pt x="0" y="13541"/>
                  </a:lnTo>
                  <a:lnTo>
                    <a:pt x="29458" y="1354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4" name="Freeform 3223">
              <a:extLst>
                <a:ext uri="{FF2B5EF4-FFF2-40B4-BE49-F238E27FC236}">
                  <a16:creationId xmlns:a16="http://schemas.microsoft.com/office/drawing/2014/main" id="{08E4FEC5-6EA0-8EC2-BB59-BC8A4001AF4B}"/>
                </a:ext>
              </a:extLst>
            </p:cNvPr>
            <p:cNvSpPr/>
            <p:nvPr/>
          </p:nvSpPr>
          <p:spPr>
            <a:xfrm>
              <a:off x="7271140" y="2664419"/>
              <a:ext cx="29457" cy="24436"/>
            </a:xfrm>
            <a:custGeom>
              <a:avLst/>
              <a:gdLst>
                <a:gd name="csX0" fmla="*/ 0 w 29457"/>
                <a:gd name="csY0" fmla="*/ 0 h 24436"/>
                <a:gd name="csX1" fmla="*/ 0 w 29457"/>
                <a:gd name="csY1" fmla="*/ 24436 h 24436"/>
                <a:gd name="csX2" fmla="*/ 29458 w 29457"/>
                <a:gd name="csY2" fmla="*/ 24436 h 24436"/>
                <a:gd name="csX3" fmla="*/ 29458 w 29457"/>
                <a:gd name="csY3" fmla="*/ 0 h 24436"/>
                <a:gd name="csX4" fmla="*/ 0 w 29457"/>
                <a:gd name="csY4" fmla="*/ 0 h 24436"/>
                <a:gd name="csX5" fmla="*/ 0 w 29457"/>
                <a:gd name="csY5" fmla="*/ 0 h 24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4436">
                  <a:moveTo>
                    <a:pt x="0" y="0"/>
                  </a:moveTo>
                  <a:lnTo>
                    <a:pt x="0" y="24436"/>
                  </a:lnTo>
                  <a:lnTo>
                    <a:pt x="29458" y="24436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5" name="Freeform 3224">
              <a:extLst>
                <a:ext uri="{FF2B5EF4-FFF2-40B4-BE49-F238E27FC236}">
                  <a16:creationId xmlns:a16="http://schemas.microsoft.com/office/drawing/2014/main" id="{D5981CEF-1AE1-66F5-7642-E8856E8EBDD1}"/>
                </a:ext>
              </a:extLst>
            </p:cNvPr>
            <p:cNvSpPr/>
            <p:nvPr/>
          </p:nvSpPr>
          <p:spPr>
            <a:xfrm>
              <a:off x="7271140" y="2664419"/>
              <a:ext cx="29457" cy="24436"/>
            </a:xfrm>
            <a:custGeom>
              <a:avLst/>
              <a:gdLst>
                <a:gd name="csX0" fmla="*/ 0 w 29457"/>
                <a:gd name="csY0" fmla="*/ 0 h 24436"/>
                <a:gd name="csX1" fmla="*/ 0 w 29457"/>
                <a:gd name="csY1" fmla="*/ 24436 h 24436"/>
                <a:gd name="csX2" fmla="*/ 29458 w 29457"/>
                <a:gd name="csY2" fmla="*/ 24436 h 24436"/>
                <a:gd name="csX3" fmla="*/ 29458 w 29457"/>
                <a:gd name="csY3" fmla="*/ 0 h 24436"/>
                <a:gd name="csX4" fmla="*/ 0 w 29457"/>
                <a:gd name="csY4" fmla="*/ 0 h 24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4436">
                  <a:moveTo>
                    <a:pt x="0" y="0"/>
                  </a:moveTo>
                  <a:lnTo>
                    <a:pt x="0" y="24436"/>
                  </a:lnTo>
                  <a:lnTo>
                    <a:pt x="29458" y="24436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6" name="Freeform 3225">
              <a:extLst>
                <a:ext uri="{FF2B5EF4-FFF2-40B4-BE49-F238E27FC236}">
                  <a16:creationId xmlns:a16="http://schemas.microsoft.com/office/drawing/2014/main" id="{F22A08F9-E164-CC5C-2A51-6F0F2DE93359}"/>
                </a:ext>
              </a:extLst>
            </p:cNvPr>
            <p:cNvSpPr/>
            <p:nvPr/>
          </p:nvSpPr>
          <p:spPr>
            <a:xfrm>
              <a:off x="7300598" y="2648387"/>
              <a:ext cx="29457" cy="40468"/>
            </a:xfrm>
            <a:custGeom>
              <a:avLst/>
              <a:gdLst>
                <a:gd name="csX0" fmla="*/ 0 w 29457"/>
                <a:gd name="csY0" fmla="*/ 0 h 40468"/>
                <a:gd name="csX1" fmla="*/ 0 w 29457"/>
                <a:gd name="csY1" fmla="*/ 40468 h 40468"/>
                <a:gd name="csX2" fmla="*/ 29458 w 29457"/>
                <a:gd name="csY2" fmla="*/ 40468 h 40468"/>
                <a:gd name="csX3" fmla="*/ 29458 w 29457"/>
                <a:gd name="csY3" fmla="*/ 0 h 40468"/>
                <a:gd name="csX4" fmla="*/ 0 w 29457"/>
                <a:gd name="csY4" fmla="*/ 0 h 40468"/>
                <a:gd name="csX5" fmla="*/ 0 w 29457"/>
                <a:gd name="csY5" fmla="*/ 0 h 40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40468">
                  <a:moveTo>
                    <a:pt x="0" y="0"/>
                  </a:moveTo>
                  <a:lnTo>
                    <a:pt x="0" y="40468"/>
                  </a:lnTo>
                  <a:lnTo>
                    <a:pt x="29458" y="4046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7" name="Freeform 3226">
              <a:extLst>
                <a:ext uri="{FF2B5EF4-FFF2-40B4-BE49-F238E27FC236}">
                  <a16:creationId xmlns:a16="http://schemas.microsoft.com/office/drawing/2014/main" id="{12584649-526F-1526-DC24-2B0B809E1A2B}"/>
                </a:ext>
              </a:extLst>
            </p:cNvPr>
            <p:cNvSpPr/>
            <p:nvPr/>
          </p:nvSpPr>
          <p:spPr>
            <a:xfrm>
              <a:off x="7300598" y="2648387"/>
              <a:ext cx="29457" cy="40468"/>
            </a:xfrm>
            <a:custGeom>
              <a:avLst/>
              <a:gdLst>
                <a:gd name="csX0" fmla="*/ 0 w 29457"/>
                <a:gd name="csY0" fmla="*/ 0 h 40468"/>
                <a:gd name="csX1" fmla="*/ 0 w 29457"/>
                <a:gd name="csY1" fmla="*/ 40468 h 40468"/>
                <a:gd name="csX2" fmla="*/ 29458 w 29457"/>
                <a:gd name="csY2" fmla="*/ 40468 h 40468"/>
                <a:gd name="csX3" fmla="*/ 29458 w 29457"/>
                <a:gd name="csY3" fmla="*/ 0 h 40468"/>
                <a:gd name="csX4" fmla="*/ 0 w 29457"/>
                <a:gd name="csY4" fmla="*/ 0 h 40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40468">
                  <a:moveTo>
                    <a:pt x="0" y="0"/>
                  </a:moveTo>
                  <a:lnTo>
                    <a:pt x="0" y="40468"/>
                  </a:lnTo>
                  <a:lnTo>
                    <a:pt x="29458" y="4046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8" name="Freeform 3227">
              <a:extLst>
                <a:ext uri="{FF2B5EF4-FFF2-40B4-BE49-F238E27FC236}">
                  <a16:creationId xmlns:a16="http://schemas.microsoft.com/office/drawing/2014/main" id="{224375F1-5B36-BF5E-4DE8-18E992E3FFC0}"/>
                </a:ext>
              </a:extLst>
            </p:cNvPr>
            <p:cNvSpPr/>
            <p:nvPr/>
          </p:nvSpPr>
          <p:spPr>
            <a:xfrm>
              <a:off x="7330056" y="2624411"/>
              <a:ext cx="29457" cy="64443"/>
            </a:xfrm>
            <a:custGeom>
              <a:avLst/>
              <a:gdLst>
                <a:gd name="csX0" fmla="*/ 0 w 29457"/>
                <a:gd name="csY0" fmla="*/ 0 h 64443"/>
                <a:gd name="csX1" fmla="*/ 0 w 29457"/>
                <a:gd name="csY1" fmla="*/ 64444 h 64443"/>
                <a:gd name="csX2" fmla="*/ 29457 w 29457"/>
                <a:gd name="csY2" fmla="*/ 64444 h 64443"/>
                <a:gd name="csX3" fmla="*/ 29457 w 29457"/>
                <a:gd name="csY3" fmla="*/ 0 h 64443"/>
                <a:gd name="csX4" fmla="*/ 0 w 29457"/>
                <a:gd name="csY4" fmla="*/ 0 h 64443"/>
                <a:gd name="csX5" fmla="*/ 0 w 29457"/>
                <a:gd name="csY5" fmla="*/ 0 h 64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64443">
                  <a:moveTo>
                    <a:pt x="0" y="0"/>
                  </a:moveTo>
                  <a:lnTo>
                    <a:pt x="0" y="64444"/>
                  </a:lnTo>
                  <a:lnTo>
                    <a:pt x="29457" y="64444"/>
                  </a:lnTo>
                  <a:lnTo>
                    <a:pt x="294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29" name="Freeform 3228">
              <a:extLst>
                <a:ext uri="{FF2B5EF4-FFF2-40B4-BE49-F238E27FC236}">
                  <a16:creationId xmlns:a16="http://schemas.microsoft.com/office/drawing/2014/main" id="{CCBA8649-A6C1-3DE3-8588-29DC820FBC5D}"/>
                </a:ext>
              </a:extLst>
            </p:cNvPr>
            <p:cNvSpPr/>
            <p:nvPr/>
          </p:nvSpPr>
          <p:spPr>
            <a:xfrm>
              <a:off x="7330056" y="2624411"/>
              <a:ext cx="29457" cy="64443"/>
            </a:xfrm>
            <a:custGeom>
              <a:avLst/>
              <a:gdLst>
                <a:gd name="csX0" fmla="*/ 0 w 29457"/>
                <a:gd name="csY0" fmla="*/ 0 h 64443"/>
                <a:gd name="csX1" fmla="*/ 0 w 29457"/>
                <a:gd name="csY1" fmla="*/ 64444 h 64443"/>
                <a:gd name="csX2" fmla="*/ 29457 w 29457"/>
                <a:gd name="csY2" fmla="*/ 64444 h 64443"/>
                <a:gd name="csX3" fmla="*/ 29457 w 29457"/>
                <a:gd name="csY3" fmla="*/ 0 h 64443"/>
                <a:gd name="csX4" fmla="*/ 0 w 29457"/>
                <a:gd name="csY4" fmla="*/ 0 h 64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64443">
                  <a:moveTo>
                    <a:pt x="0" y="0"/>
                  </a:moveTo>
                  <a:lnTo>
                    <a:pt x="0" y="64444"/>
                  </a:lnTo>
                  <a:lnTo>
                    <a:pt x="29457" y="64444"/>
                  </a:lnTo>
                  <a:lnTo>
                    <a:pt x="2945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0" name="Freeform 3229">
              <a:extLst>
                <a:ext uri="{FF2B5EF4-FFF2-40B4-BE49-F238E27FC236}">
                  <a16:creationId xmlns:a16="http://schemas.microsoft.com/office/drawing/2014/main" id="{EB27EA88-C47E-146C-1357-6777C008D2B5}"/>
                </a:ext>
              </a:extLst>
            </p:cNvPr>
            <p:cNvSpPr/>
            <p:nvPr/>
          </p:nvSpPr>
          <p:spPr>
            <a:xfrm>
              <a:off x="7359514" y="2586930"/>
              <a:ext cx="29457" cy="101925"/>
            </a:xfrm>
            <a:custGeom>
              <a:avLst/>
              <a:gdLst>
                <a:gd name="csX0" fmla="*/ 0 w 29457"/>
                <a:gd name="csY0" fmla="*/ 0 h 101925"/>
                <a:gd name="csX1" fmla="*/ 0 w 29457"/>
                <a:gd name="csY1" fmla="*/ 101925 h 101925"/>
                <a:gd name="csX2" fmla="*/ 29458 w 29457"/>
                <a:gd name="csY2" fmla="*/ 101925 h 101925"/>
                <a:gd name="csX3" fmla="*/ 29458 w 29457"/>
                <a:gd name="csY3" fmla="*/ 0 h 101925"/>
                <a:gd name="csX4" fmla="*/ 0 w 29457"/>
                <a:gd name="csY4" fmla="*/ 0 h 101925"/>
                <a:gd name="csX5" fmla="*/ 0 w 29457"/>
                <a:gd name="csY5" fmla="*/ 0 h 101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01925">
                  <a:moveTo>
                    <a:pt x="0" y="0"/>
                  </a:moveTo>
                  <a:lnTo>
                    <a:pt x="0" y="101925"/>
                  </a:lnTo>
                  <a:lnTo>
                    <a:pt x="29458" y="101925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1" name="Freeform 3230">
              <a:extLst>
                <a:ext uri="{FF2B5EF4-FFF2-40B4-BE49-F238E27FC236}">
                  <a16:creationId xmlns:a16="http://schemas.microsoft.com/office/drawing/2014/main" id="{F72C9CCD-3CD8-CD4A-93EF-A36C78D3E6B0}"/>
                </a:ext>
              </a:extLst>
            </p:cNvPr>
            <p:cNvSpPr/>
            <p:nvPr/>
          </p:nvSpPr>
          <p:spPr>
            <a:xfrm>
              <a:off x="7359514" y="2586930"/>
              <a:ext cx="29457" cy="101925"/>
            </a:xfrm>
            <a:custGeom>
              <a:avLst/>
              <a:gdLst>
                <a:gd name="csX0" fmla="*/ 0 w 29457"/>
                <a:gd name="csY0" fmla="*/ 0 h 101925"/>
                <a:gd name="csX1" fmla="*/ 0 w 29457"/>
                <a:gd name="csY1" fmla="*/ 101925 h 101925"/>
                <a:gd name="csX2" fmla="*/ 29458 w 29457"/>
                <a:gd name="csY2" fmla="*/ 101925 h 101925"/>
                <a:gd name="csX3" fmla="*/ 29458 w 29457"/>
                <a:gd name="csY3" fmla="*/ 0 h 101925"/>
                <a:gd name="csX4" fmla="*/ 0 w 29457"/>
                <a:gd name="csY4" fmla="*/ 0 h 101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01925">
                  <a:moveTo>
                    <a:pt x="0" y="0"/>
                  </a:moveTo>
                  <a:lnTo>
                    <a:pt x="0" y="101925"/>
                  </a:lnTo>
                  <a:lnTo>
                    <a:pt x="29458" y="101925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2" name="Freeform 3231">
              <a:extLst>
                <a:ext uri="{FF2B5EF4-FFF2-40B4-BE49-F238E27FC236}">
                  <a16:creationId xmlns:a16="http://schemas.microsoft.com/office/drawing/2014/main" id="{745649D6-C693-F1F8-2A28-45821AC7ED05}"/>
                </a:ext>
              </a:extLst>
            </p:cNvPr>
            <p:cNvSpPr/>
            <p:nvPr/>
          </p:nvSpPr>
          <p:spPr>
            <a:xfrm>
              <a:off x="7388971" y="2537598"/>
              <a:ext cx="29457" cy="151257"/>
            </a:xfrm>
            <a:custGeom>
              <a:avLst/>
              <a:gdLst>
                <a:gd name="csX0" fmla="*/ 0 w 29457"/>
                <a:gd name="csY0" fmla="*/ 0 h 151257"/>
                <a:gd name="csX1" fmla="*/ 0 w 29457"/>
                <a:gd name="csY1" fmla="*/ 151258 h 151257"/>
                <a:gd name="csX2" fmla="*/ 29458 w 29457"/>
                <a:gd name="csY2" fmla="*/ 151258 h 151257"/>
                <a:gd name="csX3" fmla="*/ 29458 w 29457"/>
                <a:gd name="csY3" fmla="*/ 0 h 151257"/>
                <a:gd name="csX4" fmla="*/ 0 w 29457"/>
                <a:gd name="csY4" fmla="*/ 0 h 151257"/>
                <a:gd name="csX5" fmla="*/ 0 w 29457"/>
                <a:gd name="csY5" fmla="*/ 0 h 151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51257">
                  <a:moveTo>
                    <a:pt x="0" y="0"/>
                  </a:moveTo>
                  <a:lnTo>
                    <a:pt x="0" y="151258"/>
                  </a:lnTo>
                  <a:lnTo>
                    <a:pt x="29458" y="15125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3" name="Freeform 3232">
              <a:extLst>
                <a:ext uri="{FF2B5EF4-FFF2-40B4-BE49-F238E27FC236}">
                  <a16:creationId xmlns:a16="http://schemas.microsoft.com/office/drawing/2014/main" id="{4C7AD874-55B2-04A3-57B4-C00C82F86DF9}"/>
                </a:ext>
              </a:extLst>
            </p:cNvPr>
            <p:cNvSpPr/>
            <p:nvPr/>
          </p:nvSpPr>
          <p:spPr>
            <a:xfrm>
              <a:off x="7388971" y="2537598"/>
              <a:ext cx="29457" cy="151257"/>
            </a:xfrm>
            <a:custGeom>
              <a:avLst/>
              <a:gdLst>
                <a:gd name="csX0" fmla="*/ 0 w 29457"/>
                <a:gd name="csY0" fmla="*/ 0 h 151257"/>
                <a:gd name="csX1" fmla="*/ 0 w 29457"/>
                <a:gd name="csY1" fmla="*/ 151258 h 151257"/>
                <a:gd name="csX2" fmla="*/ 29458 w 29457"/>
                <a:gd name="csY2" fmla="*/ 151258 h 151257"/>
                <a:gd name="csX3" fmla="*/ 29458 w 29457"/>
                <a:gd name="csY3" fmla="*/ 0 h 151257"/>
                <a:gd name="csX4" fmla="*/ 0 w 29457"/>
                <a:gd name="csY4" fmla="*/ 0 h 151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51257">
                  <a:moveTo>
                    <a:pt x="0" y="0"/>
                  </a:moveTo>
                  <a:lnTo>
                    <a:pt x="0" y="151258"/>
                  </a:lnTo>
                  <a:lnTo>
                    <a:pt x="29458" y="15125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4" name="Freeform 3233">
              <a:extLst>
                <a:ext uri="{FF2B5EF4-FFF2-40B4-BE49-F238E27FC236}">
                  <a16:creationId xmlns:a16="http://schemas.microsoft.com/office/drawing/2014/main" id="{57CCAB38-CA83-1937-279B-AAC921A47B07}"/>
                </a:ext>
              </a:extLst>
            </p:cNvPr>
            <p:cNvSpPr/>
            <p:nvPr/>
          </p:nvSpPr>
          <p:spPr>
            <a:xfrm>
              <a:off x="7418429" y="2473747"/>
              <a:ext cx="29457" cy="215108"/>
            </a:xfrm>
            <a:custGeom>
              <a:avLst/>
              <a:gdLst>
                <a:gd name="csX0" fmla="*/ 0 w 29457"/>
                <a:gd name="csY0" fmla="*/ 0 h 215108"/>
                <a:gd name="csX1" fmla="*/ 0 w 29457"/>
                <a:gd name="csY1" fmla="*/ 215108 h 215108"/>
                <a:gd name="csX2" fmla="*/ 29458 w 29457"/>
                <a:gd name="csY2" fmla="*/ 215108 h 215108"/>
                <a:gd name="csX3" fmla="*/ 29458 w 29457"/>
                <a:gd name="csY3" fmla="*/ 0 h 215108"/>
                <a:gd name="csX4" fmla="*/ 0 w 29457"/>
                <a:gd name="csY4" fmla="*/ 0 h 215108"/>
                <a:gd name="csX5" fmla="*/ 0 w 29457"/>
                <a:gd name="csY5" fmla="*/ 0 h 21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15108">
                  <a:moveTo>
                    <a:pt x="0" y="0"/>
                  </a:moveTo>
                  <a:lnTo>
                    <a:pt x="0" y="215108"/>
                  </a:lnTo>
                  <a:lnTo>
                    <a:pt x="29458" y="21510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5" name="Freeform 3234">
              <a:extLst>
                <a:ext uri="{FF2B5EF4-FFF2-40B4-BE49-F238E27FC236}">
                  <a16:creationId xmlns:a16="http://schemas.microsoft.com/office/drawing/2014/main" id="{A43450F1-AA3E-70F2-D246-8BBC9C8309D0}"/>
                </a:ext>
              </a:extLst>
            </p:cNvPr>
            <p:cNvSpPr/>
            <p:nvPr/>
          </p:nvSpPr>
          <p:spPr>
            <a:xfrm>
              <a:off x="7418429" y="2473747"/>
              <a:ext cx="29457" cy="215108"/>
            </a:xfrm>
            <a:custGeom>
              <a:avLst/>
              <a:gdLst>
                <a:gd name="csX0" fmla="*/ 0 w 29457"/>
                <a:gd name="csY0" fmla="*/ 0 h 215108"/>
                <a:gd name="csX1" fmla="*/ 0 w 29457"/>
                <a:gd name="csY1" fmla="*/ 215108 h 215108"/>
                <a:gd name="csX2" fmla="*/ 29458 w 29457"/>
                <a:gd name="csY2" fmla="*/ 215108 h 215108"/>
                <a:gd name="csX3" fmla="*/ 29458 w 29457"/>
                <a:gd name="csY3" fmla="*/ 0 h 215108"/>
                <a:gd name="csX4" fmla="*/ 0 w 29457"/>
                <a:gd name="csY4" fmla="*/ 0 h 215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15108">
                  <a:moveTo>
                    <a:pt x="0" y="0"/>
                  </a:moveTo>
                  <a:lnTo>
                    <a:pt x="0" y="215108"/>
                  </a:lnTo>
                  <a:lnTo>
                    <a:pt x="29458" y="21510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6" name="Freeform 3235">
              <a:extLst>
                <a:ext uri="{FF2B5EF4-FFF2-40B4-BE49-F238E27FC236}">
                  <a16:creationId xmlns:a16="http://schemas.microsoft.com/office/drawing/2014/main" id="{7EFCC81D-933F-A40B-F5A1-2B9BFAD6549C}"/>
                </a:ext>
              </a:extLst>
            </p:cNvPr>
            <p:cNvSpPr/>
            <p:nvPr/>
          </p:nvSpPr>
          <p:spPr>
            <a:xfrm>
              <a:off x="7447887" y="2396418"/>
              <a:ext cx="29457" cy="292436"/>
            </a:xfrm>
            <a:custGeom>
              <a:avLst/>
              <a:gdLst>
                <a:gd name="csX0" fmla="*/ 0 w 29457"/>
                <a:gd name="csY0" fmla="*/ 0 h 292436"/>
                <a:gd name="csX1" fmla="*/ 0 w 29457"/>
                <a:gd name="csY1" fmla="*/ 292437 h 292436"/>
                <a:gd name="csX2" fmla="*/ 29458 w 29457"/>
                <a:gd name="csY2" fmla="*/ 292437 h 292436"/>
                <a:gd name="csX3" fmla="*/ 29458 w 29457"/>
                <a:gd name="csY3" fmla="*/ 0 h 292436"/>
                <a:gd name="csX4" fmla="*/ 0 w 29457"/>
                <a:gd name="csY4" fmla="*/ 0 h 292436"/>
                <a:gd name="csX5" fmla="*/ 0 w 29457"/>
                <a:gd name="csY5" fmla="*/ 0 h 29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92436">
                  <a:moveTo>
                    <a:pt x="0" y="0"/>
                  </a:moveTo>
                  <a:lnTo>
                    <a:pt x="0" y="292437"/>
                  </a:lnTo>
                  <a:lnTo>
                    <a:pt x="29458" y="292437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7" name="Freeform 3236">
              <a:extLst>
                <a:ext uri="{FF2B5EF4-FFF2-40B4-BE49-F238E27FC236}">
                  <a16:creationId xmlns:a16="http://schemas.microsoft.com/office/drawing/2014/main" id="{9B548200-C9AC-2542-FE4D-9382F8AB7E60}"/>
                </a:ext>
              </a:extLst>
            </p:cNvPr>
            <p:cNvSpPr/>
            <p:nvPr/>
          </p:nvSpPr>
          <p:spPr>
            <a:xfrm>
              <a:off x="7447887" y="2396418"/>
              <a:ext cx="29457" cy="292436"/>
            </a:xfrm>
            <a:custGeom>
              <a:avLst/>
              <a:gdLst>
                <a:gd name="csX0" fmla="*/ 0 w 29457"/>
                <a:gd name="csY0" fmla="*/ 0 h 292436"/>
                <a:gd name="csX1" fmla="*/ 0 w 29457"/>
                <a:gd name="csY1" fmla="*/ 292437 h 292436"/>
                <a:gd name="csX2" fmla="*/ 29458 w 29457"/>
                <a:gd name="csY2" fmla="*/ 292437 h 292436"/>
                <a:gd name="csX3" fmla="*/ 29458 w 29457"/>
                <a:gd name="csY3" fmla="*/ 0 h 292436"/>
                <a:gd name="csX4" fmla="*/ 0 w 29457"/>
                <a:gd name="csY4" fmla="*/ 0 h 292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92436">
                  <a:moveTo>
                    <a:pt x="0" y="0"/>
                  </a:moveTo>
                  <a:lnTo>
                    <a:pt x="0" y="292437"/>
                  </a:lnTo>
                  <a:lnTo>
                    <a:pt x="29458" y="292437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8" name="Freeform 3237">
              <a:extLst>
                <a:ext uri="{FF2B5EF4-FFF2-40B4-BE49-F238E27FC236}">
                  <a16:creationId xmlns:a16="http://schemas.microsoft.com/office/drawing/2014/main" id="{A1B20F29-3507-B360-9EA0-B84DE5F30EE4}"/>
                </a:ext>
              </a:extLst>
            </p:cNvPr>
            <p:cNvSpPr/>
            <p:nvPr/>
          </p:nvSpPr>
          <p:spPr>
            <a:xfrm>
              <a:off x="7477345" y="2299627"/>
              <a:ext cx="29454" cy="389228"/>
            </a:xfrm>
            <a:custGeom>
              <a:avLst/>
              <a:gdLst>
                <a:gd name="csX0" fmla="*/ 0 w 29454"/>
                <a:gd name="csY0" fmla="*/ 0 h 389228"/>
                <a:gd name="csX1" fmla="*/ 0 w 29454"/>
                <a:gd name="csY1" fmla="*/ 389228 h 389228"/>
                <a:gd name="csX2" fmla="*/ 29454 w 29454"/>
                <a:gd name="csY2" fmla="*/ 389228 h 389228"/>
                <a:gd name="csX3" fmla="*/ 29454 w 29454"/>
                <a:gd name="csY3" fmla="*/ 0 h 389228"/>
                <a:gd name="csX4" fmla="*/ 0 w 29454"/>
                <a:gd name="csY4" fmla="*/ 0 h 389228"/>
                <a:gd name="csX5" fmla="*/ 0 w 29454"/>
                <a:gd name="csY5" fmla="*/ 0 h 3892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389228">
                  <a:moveTo>
                    <a:pt x="0" y="0"/>
                  </a:moveTo>
                  <a:lnTo>
                    <a:pt x="0" y="389228"/>
                  </a:lnTo>
                  <a:lnTo>
                    <a:pt x="29454" y="389228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39" name="Freeform 3238">
              <a:extLst>
                <a:ext uri="{FF2B5EF4-FFF2-40B4-BE49-F238E27FC236}">
                  <a16:creationId xmlns:a16="http://schemas.microsoft.com/office/drawing/2014/main" id="{C9D20040-6EF6-CB9F-9995-A8025E8CF3D0}"/>
                </a:ext>
              </a:extLst>
            </p:cNvPr>
            <p:cNvSpPr/>
            <p:nvPr/>
          </p:nvSpPr>
          <p:spPr>
            <a:xfrm>
              <a:off x="7477345" y="2299627"/>
              <a:ext cx="29454" cy="389228"/>
            </a:xfrm>
            <a:custGeom>
              <a:avLst/>
              <a:gdLst>
                <a:gd name="csX0" fmla="*/ 0 w 29454"/>
                <a:gd name="csY0" fmla="*/ 0 h 389228"/>
                <a:gd name="csX1" fmla="*/ 0 w 29454"/>
                <a:gd name="csY1" fmla="*/ 389228 h 389228"/>
                <a:gd name="csX2" fmla="*/ 29454 w 29454"/>
                <a:gd name="csY2" fmla="*/ 389228 h 389228"/>
                <a:gd name="csX3" fmla="*/ 29454 w 29454"/>
                <a:gd name="csY3" fmla="*/ 0 h 389228"/>
                <a:gd name="csX4" fmla="*/ 0 w 29454"/>
                <a:gd name="csY4" fmla="*/ 0 h 3892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389228">
                  <a:moveTo>
                    <a:pt x="0" y="0"/>
                  </a:moveTo>
                  <a:lnTo>
                    <a:pt x="0" y="389228"/>
                  </a:lnTo>
                  <a:lnTo>
                    <a:pt x="29454" y="389228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0" name="Freeform 3239">
              <a:extLst>
                <a:ext uri="{FF2B5EF4-FFF2-40B4-BE49-F238E27FC236}">
                  <a16:creationId xmlns:a16="http://schemas.microsoft.com/office/drawing/2014/main" id="{58C394DF-6222-1FB5-F90F-933D182CAF01}"/>
                </a:ext>
              </a:extLst>
            </p:cNvPr>
            <p:cNvSpPr/>
            <p:nvPr/>
          </p:nvSpPr>
          <p:spPr>
            <a:xfrm>
              <a:off x="7506800" y="2195233"/>
              <a:ext cx="29461" cy="493621"/>
            </a:xfrm>
            <a:custGeom>
              <a:avLst/>
              <a:gdLst>
                <a:gd name="csX0" fmla="*/ 0 w 29461"/>
                <a:gd name="csY0" fmla="*/ 0 h 493621"/>
                <a:gd name="csX1" fmla="*/ 0 w 29461"/>
                <a:gd name="csY1" fmla="*/ 493622 h 493621"/>
                <a:gd name="csX2" fmla="*/ 29461 w 29461"/>
                <a:gd name="csY2" fmla="*/ 493622 h 493621"/>
                <a:gd name="csX3" fmla="*/ 29461 w 29461"/>
                <a:gd name="csY3" fmla="*/ 0 h 493621"/>
                <a:gd name="csX4" fmla="*/ 0 w 29461"/>
                <a:gd name="csY4" fmla="*/ 0 h 493621"/>
                <a:gd name="csX5" fmla="*/ 0 w 29461"/>
                <a:gd name="csY5" fmla="*/ 0 h 4936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493621">
                  <a:moveTo>
                    <a:pt x="0" y="0"/>
                  </a:moveTo>
                  <a:lnTo>
                    <a:pt x="0" y="493622"/>
                  </a:lnTo>
                  <a:lnTo>
                    <a:pt x="29461" y="493622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1" name="Freeform 3240">
              <a:extLst>
                <a:ext uri="{FF2B5EF4-FFF2-40B4-BE49-F238E27FC236}">
                  <a16:creationId xmlns:a16="http://schemas.microsoft.com/office/drawing/2014/main" id="{CCEC519D-E445-E2E7-69F5-8E9A4FCA2D36}"/>
                </a:ext>
              </a:extLst>
            </p:cNvPr>
            <p:cNvSpPr/>
            <p:nvPr/>
          </p:nvSpPr>
          <p:spPr>
            <a:xfrm>
              <a:off x="7506800" y="2195233"/>
              <a:ext cx="29461" cy="493621"/>
            </a:xfrm>
            <a:custGeom>
              <a:avLst/>
              <a:gdLst>
                <a:gd name="csX0" fmla="*/ 0 w 29461"/>
                <a:gd name="csY0" fmla="*/ 0 h 493621"/>
                <a:gd name="csX1" fmla="*/ 0 w 29461"/>
                <a:gd name="csY1" fmla="*/ 493622 h 493621"/>
                <a:gd name="csX2" fmla="*/ 29461 w 29461"/>
                <a:gd name="csY2" fmla="*/ 493622 h 493621"/>
                <a:gd name="csX3" fmla="*/ 29461 w 29461"/>
                <a:gd name="csY3" fmla="*/ 0 h 493621"/>
                <a:gd name="csX4" fmla="*/ 0 w 29461"/>
                <a:gd name="csY4" fmla="*/ 0 h 4936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493621">
                  <a:moveTo>
                    <a:pt x="0" y="0"/>
                  </a:moveTo>
                  <a:lnTo>
                    <a:pt x="0" y="493622"/>
                  </a:lnTo>
                  <a:lnTo>
                    <a:pt x="29461" y="493622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2" name="Freeform 3241">
              <a:extLst>
                <a:ext uri="{FF2B5EF4-FFF2-40B4-BE49-F238E27FC236}">
                  <a16:creationId xmlns:a16="http://schemas.microsoft.com/office/drawing/2014/main" id="{E888AC5F-0289-E6C7-C649-4F7DC8C3E1DB}"/>
                </a:ext>
              </a:extLst>
            </p:cNvPr>
            <p:cNvSpPr/>
            <p:nvPr/>
          </p:nvSpPr>
          <p:spPr>
            <a:xfrm>
              <a:off x="7536261" y="2084064"/>
              <a:ext cx="29454" cy="604790"/>
            </a:xfrm>
            <a:custGeom>
              <a:avLst/>
              <a:gdLst>
                <a:gd name="csX0" fmla="*/ 0 w 29454"/>
                <a:gd name="csY0" fmla="*/ 0 h 604790"/>
                <a:gd name="csX1" fmla="*/ 0 w 29454"/>
                <a:gd name="csY1" fmla="*/ 604791 h 604790"/>
                <a:gd name="csX2" fmla="*/ 29455 w 29454"/>
                <a:gd name="csY2" fmla="*/ 604791 h 604790"/>
                <a:gd name="csX3" fmla="*/ 29455 w 29454"/>
                <a:gd name="csY3" fmla="*/ 0 h 604790"/>
                <a:gd name="csX4" fmla="*/ 0 w 29454"/>
                <a:gd name="csY4" fmla="*/ 0 h 604790"/>
                <a:gd name="csX5" fmla="*/ 0 w 29454"/>
                <a:gd name="csY5" fmla="*/ 0 h 604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04790">
                  <a:moveTo>
                    <a:pt x="0" y="0"/>
                  </a:moveTo>
                  <a:lnTo>
                    <a:pt x="0" y="604791"/>
                  </a:lnTo>
                  <a:lnTo>
                    <a:pt x="29455" y="604791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3" name="Freeform 3242">
              <a:extLst>
                <a:ext uri="{FF2B5EF4-FFF2-40B4-BE49-F238E27FC236}">
                  <a16:creationId xmlns:a16="http://schemas.microsoft.com/office/drawing/2014/main" id="{5E6CDC66-15E6-B2EC-56BD-AF4E0DF7C2D2}"/>
                </a:ext>
              </a:extLst>
            </p:cNvPr>
            <p:cNvSpPr/>
            <p:nvPr/>
          </p:nvSpPr>
          <p:spPr>
            <a:xfrm>
              <a:off x="7536261" y="2084064"/>
              <a:ext cx="29454" cy="604790"/>
            </a:xfrm>
            <a:custGeom>
              <a:avLst/>
              <a:gdLst>
                <a:gd name="csX0" fmla="*/ 0 w 29454"/>
                <a:gd name="csY0" fmla="*/ 0 h 604790"/>
                <a:gd name="csX1" fmla="*/ 0 w 29454"/>
                <a:gd name="csY1" fmla="*/ 604791 h 604790"/>
                <a:gd name="csX2" fmla="*/ 29455 w 29454"/>
                <a:gd name="csY2" fmla="*/ 604791 h 604790"/>
                <a:gd name="csX3" fmla="*/ 29455 w 29454"/>
                <a:gd name="csY3" fmla="*/ 0 h 604790"/>
                <a:gd name="csX4" fmla="*/ 0 w 29454"/>
                <a:gd name="csY4" fmla="*/ 0 h 604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04790">
                  <a:moveTo>
                    <a:pt x="0" y="0"/>
                  </a:moveTo>
                  <a:lnTo>
                    <a:pt x="0" y="604791"/>
                  </a:lnTo>
                  <a:lnTo>
                    <a:pt x="29455" y="604791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4" name="Freeform 3243">
              <a:extLst>
                <a:ext uri="{FF2B5EF4-FFF2-40B4-BE49-F238E27FC236}">
                  <a16:creationId xmlns:a16="http://schemas.microsoft.com/office/drawing/2014/main" id="{77DD3FD2-DDD2-83FC-D1FB-1038CE9BBAB8}"/>
                </a:ext>
              </a:extLst>
            </p:cNvPr>
            <p:cNvSpPr/>
            <p:nvPr/>
          </p:nvSpPr>
          <p:spPr>
            <a:xfrm>
              <a:off x="7565716" y="1981529"/>
              <a:ext cx="29461" cy="707326"/>
            </a:xfrm>
            <a:custGeom>
              <a:avLst/>
              <a:gdLst>
                <a:gd name="csX0" fmla="*/ 0 w 29461"/>
                <a:gd name="csY0" fmla="*/ 0 h 707326"/>
                <a:gd name="csX1" fmla="*/ 0 w 29461"/>
                <a:gd name="csY1" fmla="*/ 707327 h 707326"/>
                <a:gd name="csX2" fmla="*/ 29461 w 29461"/>
                <a:gd name="csY2" fmla="*/ 707327 h 707326"/>
                <a:gd name="csX3" fmla="*/ 29461 w 29461"/>
                <a:gd name="csY3" fmla="*/ 0 h 707326"/>
                <a:gd name="csX4" fmla="*/ 0 w 29461"/>
                <a:gd name="csY4" fmla="*/ 0 h 707326"/>
                <a:gd name="csX5" fmla="*/ 0 w 29461"/>
                <a:gd name="csY5" fmla="*/ 0 h 707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707326">
                  <a:moveTo>
                    <a:pt x="0" y="0"/>
                  </a:moveTo>
                  <a:lnTo>
                    <a:pt x="0" y="707327"/>
                  </a:lnTo>
                  <a:lnTo>
                    <a:pt x="29461" y="707327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5" name="Freeform 3244">
              <a:extLst>
                <a:ext uri="{FF2B5EF4-FFF2-40B4-BE49-F238E27FC236}">
                  <a16:creationId xmlns:a16="http://schemas.microsoft.com/office/drawing/2014/main" id="{84F521EF-AB31-242A-83E3-4AF0FCFA8C18}"/>
                </a:ext>
              </a:extLst>
            </p:cNvPr>
            <p:cNvSpPr/>
            <p:nvPr/>
          </p:nvSpPr>
          <p:spPr>
            <a:xfrm>
              <a:off x="7565716" y="1981529"/>
              <a:ext cx="29461" cy="707326"/>
            </a:xfrm>
            <a:custGeom>
              <a:avLst/>
              <a:gdLst>
                <a:gd name="csX0" fmla="*/ 0 w 29461"/>
                <a:gd name="csY0" fmla="*/ 0 h 707326"/>
                <a:gd name="csX1" fmla="*/ 0 w 29461"/>
                <a:gd name="csY1" fmla="*/ 707327 h 707326"/>
                <a:gd name="csX2" fmla="*/ 29461 w 29461"/>
                <a:gd name="csY2" fmla="*/ 707327 h 707326"/>
                <a:gd name="csX3" fmla="*/ 29461 w 29461"/>
                <a:gd name="csY3" fmla="*/ 0 h 707326"/>
                <a:gd name="csX4" fmla="*/ 0 w 29461"/>
                <a:gd name="csY4" fmla="*/ 0 h 707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707326">
                  <a:moveTo>
                    <a:pt x="0" y="0"/>
                  </a:moveTo>
                  <a:lnTo>
                    <a:pt x="0" y="707327"/>
                  </a:lnTo>
                  <a:lnTo>
                    <a:pt x="29461" y="707327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6" name="Freeform 3245">
              <a:extLst>
                <a:ext uri="{FF2B5EF4-FFF2-40B4-BE49-F238E27FC236}">
                  <a16:creationId xmlns:a16="http://schemas.microsoft.com/office/drawing/2014/main" id="{F1F4160F-4425-1A8D-B604-9DF3577F6C3B}"/>
                </a:ext>
              </a:extLst>
            </p:cNvPr>
            <p:cNvSpPr/>
            <p:nvPr/>
          </p:nvSpPr>
          <p:spPr>
            <a:xfrm>
              <a:off x="7595177" y="1893359"/>
              <a:ext cx="29454" cy="795496"/>
            </a:xfrm>
            <a:custGeom>
              <a:avLst/>
              <a:gdLst>
                <a:gd name="csX0" fmla="*/ 0 w 29454"/>
                <a:gd name="csY0" fmla="*/ 0 h 795496"/>
                <a:gd name="csX1" fmla="*/ 0 w 29454"/>
                <a:gd name="csY1" fmla="*/ 795496 h 795496"/>
                <a:gd name="csX2" fmla="*/ 29454 w 29454"/>
                <a:gd name="csY2" fmla="*/ 795496 h 795496"/>
                <a:gd name="csX3" fmla="*/ 29454 w 29454"/>
                <a:gd name="csY3" fmla="*/ 0 h 795496"/>
                <a:gd name="csX4" fmla="*/ 0 w 29454"/>
                <a:gd name="csY4" fmla="*/ 0 h 795496"/>
                <a:gd name="csX5" fmla="*/ 0 w 29454"/>
                <a:gd name="csY5" fmla="*/ 0 h 795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795496">
                  <a:moveTo>
                    <a:pt x="0" y="0"/>
                  </a:moveTo>
                  <a:lnTo>
                    <a:pt x="0" y="795496"/>
                  </a:lnTo>
                  <a:lnTo>
                    <a:pt x="29454" y="795496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7" name="Freeform 3246">
              <a:extLst>
                <a:ext uri="{FF2B5EF4-FFF2-40B4-BE49-F238E27FC236}">
                  <a16:creationId xmlns:a16="http://schemas.microsoft.com/office/drawing/2014/main" id="{A8BA8136-1A74-3802-3999-341E3E5F0934}"/>
                </a:ext>
              </a:extLst>
            </p:cNvPr>
            <p:cNvSpPr/>
            <p:nvPr/>
          </p:nvSpPr>
          <p:spPr>
            <a:xfrm>
              <a:off x="7595177" y="1893359"/>
              <a:ext cx="29454" cy="795496"/>
            </a:xfrm>
            <a:custGeom>
              <a:avLst/>
              <a:gdLst>
                <a:gd name="csX0" fmla="*/ 0 w 29454"/>
                <a:gd name="csY0" fmla="*/ 0 h 795496"/>
                <a:gd name="csX1" fmla="*/ 0 w 29454"/>
                <a:gd name="csY1" fmla="*/ 795496 h 795496"/>
                <a:gd name="csX2" fmla="*/ 29454 w 29454"/>
                <a:gd name="csY2" fmla="*/ 795496 h 795496"/>
                <a:gd name="csX3" fmla="*/ 29454 w 29454"/>
                <a:gd name="csY3" fmla="*/ 0 h 795496"/>
                <a:gd name="csX4" fmla="*/ 0 w 29454"/>
                <a:gd name="csY4" fmla="*/ 0 h 795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795496">
                  <a:moveTo>
                    <a:pt x="0" y="0"/>
                  </a:moveTo>
                  <a:lnTo>
                    <a:pt x="0" y="795496"/>
                  </a:lnTo>
                  <a:lnTo>
                    <a:pt x="29454" y="795496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8" name="Freeform 3247">
              <a:extLst>
                <a:ext uri="{FF2B5EF4-FFF2-40B4-BE49-F238E27FC236}">
                  <a16:creationId xmlns:a16="http://schemas.microsoft.com/office/drawing/2014/main" id="{E6BF6750-90F7-6E5A-4AF5-D485F682AB72}"/>
                </a:ext>
              </a:extLst>
            </p:cNvPr>
            <p:cNvSpPr/>
            <p:nvPr/>
          </p:nvSpPr>
          <p:spPr>
            <a:xfrm>
              <a:off x="7624632" y="1827408"/>
              <a:ext cx="29461" cy="861447"/>
            </a:xfrm>
            <a:custGeom>
              <a:avLst/>
              <a:gdLst>
                <a:gd name="csX0" fmla="*/ 0 w 29461"/>
                <a:gd name="csY0" fmla="*/ 0 h 861447"/>
                <a:gd name="csX1" fmla="*/ 0 w 29461"/>
                <a:gd name="csY1" fmla="*/ 861448 h 861447"/>
                <a:gd name="csX2" fmla="*/ 29462 w 29461"/>
                <a:gd name="csY2" fmla="*/ 861448 h 861447"/>
                <a:gd name="csX3" fmla="*/ 29462 w 29461"/>
                <a:gd name="csY3" fmla="*/ 0 h 861447"/>
                <a:gd name="csX4" fmla="*/ 0 w 29461"/>
                <a:gd name="csY4" fmla="*/ 0 h 861447"/>
                <a:gd name="csX5" fmla="*/ 0 w 29461"/>
                <a:gd name="csY5" fmla="*/ 0 h 861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861447">
                  <a:moveTo>
                    <a:pt x="0" y="0"/>
                  </a:moveTo>
                  <a:lnTo>
                    <a:pt x="0" y="861448"/>
                  </a:lnTo>
                  <a:lnTo>
                    <a:pt x="29462" y="861448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49" name="Freeform 3248">
              <a:extLst>
                <a:ext uri="{FF2B5EF4-FFF2-40B4-BE49-F238E27FC236}">
                  <a16:creationId xmlns:a16="http://schemas.microsoft.com/office/drawing/2014/main" id="{29E170ED-3A01-5982-CF91-78321AE779FE}"/>
                </a:ext>
              </a:extLst>
            </p:cNvPr>
            <p:cNvSpPr/>
            <p:nvPr/>
          </p:nvSpPr>
          <p:spPr>
            <a:xfrm>
              <a:off x="7624632" y="1827408"/>
              <a:ext cx="29461" cy="861447"/>
            </a:xfrm>
            <a:custGeom>
              <a:avLst/>
              <a:gdLst>
                <a:gd name="csX0" fmla="*/ 0 w 29461"/>
                <a:gd name="csY0" fmla="*/ 0 h 861447"/>
                <a:gd name="csX1" fmla="*/ 0 w 29461"/>
                <a:gd name="csY1" fmla="*/ 861448 h 861447"/>
                <a:gd name="csX2" fmla="*/ 29462 w 29461"/>
                <a:gd name="csY2" fmla="*/ 861448 h 861447"/>
                <a:gd name="csX3" fmla="*/ 29462 w 29461"/>
                <a:gd name="csY3" fmla="*/ 0 h 861447"/>
                <a:gd name="csX4" fmla="*/ 0 w 29461"/>
                <a:gd name="csY4" fmla="*/ 0 h 861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861447">
                  <a:moveTo>
                    <a:pt x="0" y="0"/>
                  </a:moveTo>
                  <a:lnTo>
                    <a:pt x="0" y="861448"/>
                  </a:lnTo>
                  <a:lnTo>
                    <a:pt x="29462" y="861448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0" name="Freeform 3249">
              <a:extLst>
                <a:ext uri="{FF2B5EF4-FFF2-40B4-BE49-F238E27FC236}">
                  <a16:creationId xmlns:a16="http://schemas.microsoft.com/office/drawing/2014/main" id="{06D00364-13E3-399B-140E-52051D6464F6}"/>
                </a:ext>
              </a:extLst>
            </p:cNvPr>
            <p:cNvSpPr/>
            <p:nvPr/>
          </p:nvSpPr>
          <p:spPr>
            <a:xfrm>
              <a:off x="7654093" y="1792534"/>
              <a:ext cx="29454" cy="896321"/>
            </a:xfrm>
            <a:custGeom>
              <a:avLst/>
              <a:gdLst>
                <a:gd name="csX0" fmla="*/ 0 w 29454"/>
                <a:gd name="csY0" fmla="*/ 0 h 896321"/>
                <a:gd name="csX1" fmla="*/ 0 w 29454"/>
                <a:gd name="csY1" fmla="*/ 896321 h 896321"/>
                <a:gd name="csX2" fmla="*/ 29454 w 29454"/>
                <a:gd name="csY2" fmla="*/ 896321 h 896321"/>
                <a:gd name="csX3" fmla="*/ 29454 w 29454"/>
                <a:gd name="csY3" fmla="*/ 0 h 896321"/>
                <a:gd name="csX4" fmla="*/ 0 w 29454"/>
                <a:gd name="csY4" fmla="*/ 0 h 896321"/>
                <a:gd name="csX5" fmla="*/ 0 w 29454"/>
                <a:gd name="csY5" fmla="*/ 0 h 896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896321">
                  <a:moveTo>
                    <a:pt x="0" y="0"/>
                  </a:moveTo>
                  <a:lnTo>
                    <a:pt x="0" y="896321"/>
                  </a:lnTo>
                  <a:lnTo>
                    <a:pt x="29454" y="896321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1" name="Freeform 3250">
              <a:extLst>
                <a:ext uri="{FF2B5EF4-FFF2-40B4-BE49-F238E27FC236}">
                  <a16:creationId xmlns:a16="http://schemas.microsoft.com/office/drawing/2014/main" id="{DDDE4375-5905-F975-A708-0DD95C6A70AC}"/>
                </a:ext>
              </a:extLst>
            </p:cNvPr>
            <p:cNvSpPr/>
            <p:nvPr/>
          </p:nvSpPr>
          <p:spPr>
            <a:xfrm>
              <a:off x="7654093" y="1792534"/>
              <a:ext cx="29454" cy="896321"/>
            </a:xfrm>
            <a:custGeom>
              <a:avLst/>
              <a:gdLst>
                <a:gd name="csX0" fmla="*/ 0 w 29454"/>
                <a:gd name="csY0" fmla="*/ 0 h 896321"/>
                <a:gd name="csX1" fmla="*/ 0 w 29454"/>
                <a:gd name="csY1" fmla="*/ 896321 h 896321"/>
                <a:gd name="csX2" fmla="*/ 29454 w 29454"/>
                <a:gd name="csY2" fmla="*/ 896321 h 896321"/>
                <a:gd name="csX3" fmla="*/ 29454 w 29454"/>
                <a:gd name="csY3" fmla="*/ 0 h 896321"/>
                <a:gd name="csX4" fmla="*/ 0 w 29454"/>
                <a:gd name="csY4" fmla="*/ 0 h 896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896321">
                  <a:moveTo>
                    <a:pt x="0" y="0"/>
                  </a:moveTo>
                  <a:lnTo>
                    <a:pt x="0" y="896321"/>
                  </a:lnTo>
                  <a:lnTo>
                    <a:pt x="29454" y="896321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CF712245-2283-9981-0E55-E39E513426DF}"/>
                </a:ext>
              </a:extLst>
            </p:cNvPr>
            <p:cNvSpPr/>
            <p:nvPr/>
          </p:nvSpPr>
          <p:spPr>
            <a:xfrm>
              <a:off x="7683548" y="1789611"/>
              <a:ext cx="29461" cy="899244"/>
            </a:xfrm>
            <a:custGeom>
              <a:avLst/>
              <a:gdLst>
                <a:gd name="csX0" fmla="*/ 0 w 29461"/>
                <a:gd name="csY0" fmla="*/ 0 h 899244"/>
                <a:gd name="csX1" fmla="*/ 0 w 29461"/>
                <a:gd name="csY1" fmla="*/ 899244 h 899244"/>
                <a:gd name="csX2" fmla="*/ 29461 w 29461"/>
                <a:gd name="csY2" fmla="*/ 899244 h 899244"/>
                <a:gd name="csX3" fmla="*/ 29461 w 29461"/>
                <a:gd name="csY3" fmla="*/ 0 h 899244"/>
                <a:gd name="csX4" fmla="*/ 0 w 29461"/>
                <a:gd name="csY4" fmla="*/ 0 h 899244"/>
                <a:gd name="csX5" fmla="*/ 0 w 29461"/>
                <a:gd name="csY5" fmla="*/ 0 h 899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899244">
                  <a:moveTo>
                    <a:pt x="0" y="0"/>
                  </a:moveTo>
                  <a:lnTo>
                    <a:pt x="0" y="899244"/>
                  </a:lnTo>
                  <a:lnTo>
                    <a:pt x="29461" y="899244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3" name="Freeform 3252">
              <a:extLst>
                <a:ext uri="{FF2B5EF4-FFF2-40B4-BE49-F238E27FC236}">
                  <a16:creationId xmlns:a16="http://schemas.microsoft.com/office/drawing/2014/main" id="{1585BC04-3710-87FF-84BE-B8B563DC921D}"/>
                </a:ext>
              </a:extLst>
            </p:cNvPr>
            <p:cNvSpPr/>
            <p:nvPr/>
          </p:nvSpPr>
          <p:spPr>
            <a:xfrm>
              <a:off x="7683548" y="1789611"/>
              <a:ext cx="29461" cy="899244"/>
            </a:xfrm>
            <a:custGeom>
              <a:avLst/>
              <a:gdLst>
                <a:gd name="csX0" fmla="*/ 0 w 29461"/>
                <a:gd name="csY0" fmla="*/ 0 h 899244"/>
                <a:gd name="csX1" fmla="*/ 0 w 29461"/>
                <a:gd name="csY1" fmla="*/ 899244 h 899244"/>
                <a:gd name="csX2" fmla="*/ 29461 w 29461"/>
                <a:gd name="csY2" fmla="*/ 899244 h 899244"/>
                <a:gd name="csX3" fmla="*/ 29461 w 29461"/>
                <a:gd name="csY3" fmla="*/ 0 h 899244"/>
                <a:gd name="csX4" fmla="*/ 0 w 29461"/>
                <a:gd name="csY4" fmla="*/ 0 h 899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899244">
                  <a:moveTo>
                    <a:pt x="0" y="0"/>
                  </a:moveTo>
                  <a:lnTo>
                    <a:pt x="0" y="899244"/>
                  </a:lnTo>
                  <a:lnTo>
                    <a:pt x="29461" y="899244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4" name="Freeform 3253">
              <a:extLst>
                <a:ext uri="{FF2B5EF4-FFF2-40B4-BE49-F238E27FC236}">
                  <a16:creationId xmlns:a16="http://schemas.microsoft.com/office/drawing/2014/main" id="{CCC4454D-572F-71C4-1644-F5A368FAAF21}"/>
                </a:ext>
              </a:extLst>
            </p:cNvPr>
            <p:cNvSpPr/>
            <p:nvPr/>
          </p:nvSpPr>
          <p:spPr>
            <a:xfrm>
              <a:off x="7713009" y="1825595"/>
              <a:ext cx="29454" cy="863260"/>
            </a:xfrm>
            <a:custGeom>
              <a:avLst/>
              <a:gdLst>
                <a:gd name="csX0" fmla="*/ 0 w 29454"/>
                <a:gd name="csY0" fmla="*/ 0 h 863260"/>
                <a:gd name="csX1" fmla="*/ 0 w 29454"/>
                <a:gd name="csY1" fmla="*/ 863260 h 863260"/>
                <a:gd name="csX2" fmla="*/ 29455 w 29454"/>
                <a:gd name="csY2" fmla="*/ 863260 h 863260"/>
                <a:gd name="csX3" fmla="*/ 29455 w 29454"/>
                <a:gd name="csY3" fmla="*/ 0 h 863260"/>
                <a:gd name="csX4" fmla="*/ 0 w 29454"/>
                <a:gd name="csY4" fmla="*/ 0 h 863260"/>
                <a:gd name="csX5" fmla="*/ 0 w 29454"/>
                <a:gd name="csY5" fmla="*/ 0 h 86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863260">
                  <a:moveTo>
                    <a:pt x="0" y="0"/>
                  </a:moveTo>
                  <a:lnTo>
                    <a:pt x="0" y="863260"/>
                  </a:lnTo>
                  <a:lnTo>
                    <a:pt x="29455" y="863260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5" name="Freeform 3254">
              <a:extLst>
                <a:ext uri="{FF2B5EF4-FFF2-40B4-BE49-F238E27FC236}">
                  <a16:creationId xmlns:a16="http://schemas.microsoft.com/office/drawing/2014/main" id="{0E60C206-9763-8645-DAD7-20004379FAD3}"/>
                </a:ext>
              </a:extLst>
            </p:cNvPr>
            <p:cNvSpPr/>
            <p:nvPr/>
          </p:nvSpPr>
          <p:spPr>
            <a:xfrm>
              <a:off x="7713009" y="1825595"/>
              <a:ext cx="29454" cy="863260"/>
            </a:xfrm>
            <a:custGeom>
              <a:avLst/>
              <a:gdLst>
                <a:gd name="csX0" fmla="*/ 0 w 29454"/>
                <a:gd name="csY0" fmla="*/ 0 h 863260"/>
                <a:gd name="csX1" fmla="*/ 0 w 29454"/>
                <a:gd name="csY1" fmla="*/ 863260 h 863260"/>
                <a:gd name="csX2" fmla="*/ 29455 w 29454"/>
                <a:gd name="csY2" fmla="*/ 863260 h 863260"/>
                <a:gd name="csX3" fmla="*/ 29455 w 29454"/>
                <a:gd name="csY3" fmla="*/ 0 h 863260"/>
                <a:gd name="csX4" fmla="*/ 0 w 29454"/>
                <a:gd name="csY4" fmla="*/ 0 h 86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863260">
                  <a:moveTo>
                    <a:pt x="0" y="0"/>
                  </a:moveTo>
                  <a:lnTo>
                    <a:pt x="0" y="863260"/>
                  </a:lnTo>
                  <a:lnTo>
                    <a:pt x="29455" y="863260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6" name="Freeform 3255">
              <a:extLst>
                <a:ext uri="{FF2B5EF4-FFF2-40B4-BE49-F238E27FC236}">
                  <a16:creationId xmlns:a16="http://schemas.microsoft.com/office/drawing/2014/main" id="{3FDA9FF1-1EA1-5508-04DF-CFCD771D55EA}"/>
                </a:ext>
              </a:extLst>
            </p:cNvPr>
            <p:cNvSpPr/>
            <p:nvPr/>
          </p:nvSpPr>
          <p:spPr>
            <a:xfrm>
              <a:off x="7742464" y="1888873"/>
              <a:ext cx="29461" cy="799982"/>
            </a:xfrm>
            <a:custGeom>
              <a:avLst/>
              <a:gdLst>
                <a:gd name="csX0" fmla="*/ 0 w 29461"/>
                <a:gd name="csY0" fmla="*/ 0 h 799982"/>
                <a:gd name="csX1" fmla="*/ 0 w 29461"/>
                <a:gd name="csY1" fmla="*/ 799983 h 799982"/>
                <a:gd name="csX2" fmla="*/ 29461 w 29461"/>
                <a:gd name="csY2" fmla="*/ 799983 h 799982"/>
                <a:gd name="csX3" fmla="*/ 29461 w 29461"/>
                <a:gd name="csY3" fmla="*/ 0 h 799982"/>
                <a:gd name="csX4" fmla="*/ 0 w 29461"/>
                <a:gd name="csY4" fmla="*/ 0 h 799982"/>
                <a:gd name="csX5" fmla="*/ 0 w 29461"/>
                <a:gd name="csY5" fmla="*/ 0 h 79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799982">
                  <a:moveTo>
                    <a:pt x="0" y="0"/>
                  </a:moveTo>
                  <a:lnTo>
                    <a:pt x="0" y="799983"/>
                  </a:lnTo>
                  <a:lnTo>
                    <a:pt x="29461" y="799983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7" name="Freeform 3256">
              <a:extLst>
                <a:ext uri="{FF2B5EF4-FFF2-40B4-BE49-F238E27FC236}">
                  <a16:creationId xmlns:a16="http://schemas.microsoft.com/office/drawing/2014/main" id="{B09C0048-552C-EBC9-5C29-E75D75CD2AEB}"/>
                </a:ext>
              </a:extLst>
            </p:cNvPr>
            <p:cNvSpPr/>
            <p:nvPr/>
          </p:nvSpPr>
          <p:spPr>
            <a:xfrm>
              <a:off x="7742464" y="1888873"/>
              <a:ext cx="29461" cy="799982"/>
            </a:xfrm>
            <a:custGeom>
              <a:avLst/>
              <a:gdLst>
                <a:gd name="csX0" fmla="*/ 0 w 29461"/>
                <a:gd name="csY0" fmla="*/ 0 h 799982"/>
                <a:gd name="csX1" fmla="*/ 0 w 29461"/>
                <a:gd name="csY1" fmla="*/ 799983 h 799982"/>
                <a:gd name="csX2" fmla="*/ 29461 w 29461"/>
                <a:gd name="csY2" fmla="*/ 799983 h 799982"/>
                <a:gd name="csX3" fmla="*/ 29461 w 29461"/>
                <a:gd name="csY3" fmla="*/ 0 h 799982"/>
                <a:gd name="csX4" fmla="*/ 0 w 29461"/>
                <a:gd name="csY4" fmla="*/ 0 h 79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799982">
                  <a:moveTo>
                    <a:pt x="0" y="0"/>
                  </a:moveTo>
                  <a:lnTo>
                    <a:pt x="0" y="799983"/>
                  </a:lnTo>
                  <a:lnTo>
                    <a:pt x="29461" y="799983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8" name="Freeform 3257">
              <a:extLst>
                <a:ext uri="{FF2B5EF4-FFF2-40B4-BE49-F238E27FC236}">
                  <a16:creationId xmlns:a16="http://schemas.microsoft.com/office/drawing/2014/main" id="{EE402047-5664-21E1-8644-4CA675A6E8AC}"/>
                </a:ext>
              </a:extLst>
            </p:cNvPr>
            <p:cNvSpPr/>
            <p:nvPr/>
          </p:nvSpPr>
          <p:spPr>
            <a:xfrm>
              <a:off x="7771925" y="1983670"/>
              <a:ext cx="29454" cy="705185"/>
            </a:xfrm>
            <a:custGeom>
              <a:avLst/>
              <a:gdLst>
                <a:gd name="csX0" fmla="*/ 0 w 29454"/>
                <a:gd name="csY0" fmla="*/ 0 h 705185"/>
                <a:gd name="csX1" fmla="*/ 0 w 29454"/>
                <a:gd name="csY1" fmla="*/ 705185 h 705185"/>
                <a:gd name="csX2" fmla="*/ 29454 w 29454"/>
                <a:gd name="csY2" fmla="*/ 705185 h 705185"/>
                <a:gd name="csX3" fmla="*/ 29454 w 29454"/>
                <a:gd name="csY3" fmla="*/ 0 h 705185"/>
                <a:gd name="csX4" fmla="*/ 0 w 29454"/>
                <a:gd name="csY4" fmla="*/ 0 h 705185"/>
                <a:gd name="csX5" fmla="*/ 0 w 29454"/>
                <a:gd name="csY5" fmla="*/ 0 h 70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705185">
                  <a:moveTo>
                    <a:pt x="0" y="0"/>
                  </a:moveTo>
                  <a:lnTo>
                    <a:pt x="0" y="705185"/>
                  </a:lnTo>
                  <a:lnTo>
                    <a:pt x="29454" y="705185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59" name="Freeform 3258">
              <a:extLst>
                <a:ext uri="{FF2B5EF4-FFF2-40B4-BE49-F238E27FC236}">
                  <a16:creationId xmlns:a16="http://schemas.microsoft.com/office/drawing/2014/main" id="{ED9122C3-F0EF-8B6C-BC7F-1ED4F01944D2}"/>
                </a:ext>
              </a:extLst>
            </p:cNvPr>
            <p:cNvSpPr/>
            <p:nvPr/>
          </p:nvSpPr>
          <p:spPr>
            <a:xfrm>
              <a:off x="7771925" y="1983670"/>
              <a:ext cx="29454" cy="705185"/>
            </a:xfrm>
            <a:custGeom>
              <a:avLst/>
              <a:gdLst>
                <a:gd name="csX0" fmla="*/ 0 w 29454"/>
                <a:gd name="csY0" fmla="*/ 0 h 705185"/>
                <a:gd name="csX1" fmla="*/ 0 w 29454"/>
                <a:gd name="csY1" fmla="*/ 705185 h 705185"/>
                <a:gd name="csX2" fmla="*/ 29454 w 29454"/>
                <a:gd name="csY2" fmla="*/ 705185 h 705185"/>
                <a:gd name="csX3" fmla="*/ 29454 w 29454"/>
                <a:gd name="csY3" fmla="*/ 0 h 705185"/>
                <a:gd name="csX4" fmla="*/ 0 w 29454"/>
                <a:gd name="csY4" fmla="*/ 0 h 70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705185">
                  <a:moveTo>
                    <a:pt x="0" y="0"/>
                  </a:moveTo>
                  <a:lnTo>
                    <a:pt x="0" y="705185"/>
                  </a:lnTo>
                  <a:lnTo>
                    <a:pt x="29454" y="705185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0" name="Freeform 3259">
              <a:extLst>
                <a:ext uri="{FF2B5EF4-FFF2-40B4-BE49-F238E27FC236}">
                  <a16:creationId xmlns:a16="http://schemas.microsoft.com/office/drawing/2014/main" id="{0031B9AD-01DB-69C3-D801-F154C01316A6}"/>
                </a:ext>
              </a:extLst>
            </p:cNvPr>
            <p:cNvSpPr/>
            <p:nvPr/>
          </p:nvSpPr>
          <p:spPr>
            <a:xfrm>
              <a:off x="7801379" y="2091519"/>
              <a:ext cx="29461" cy="597335"/>
            </a:xfrm>
            <a:custGeom>
              <a:avLst/>
              <a:gdLst>
                <a:gd name="csX0" fmla="*/ 0 w 29461"/>
                <a:gd name="csY0" fmla="*/ 0 h 597335"/>
                <a:gd name="csX1" fmla="*/ 0 w 29461"/>
                <a:gd name="csY1" fmla="*/ 597336 h 597335"/>
                <a:gd name="csX2" fmla="*/ 29462 w 29461"/>
                <a:gd name="csY2" fmla="*/ 597336 h 597335"/>
                <a:gd name="csX3" fmla="*/ 29462 w 29461"/>
                <a:gd name="csY3" fmla="*/ 0 h 597335"/>
                <a:gd name="csX4" fmla="*/ 0 w 29461"/>
                <a:gd name="csY4" fmla="*/ 0 h 597335"/>
                <a:gd name="csX5" fmla="*/ 0 w 29461"/>
                <a:gd name="csY5" fmla="*/ 0 h 59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597335">
                  <a:moveTo>
                    <a:pt x="0" y="0"/>
                  </a:moveTo>
                  <a:lnTo>
                    <a:pt x="0" y="597336"/>
                  </a:lnTo>
                  <a:lnTo>
                    <a:pt x="29462" y="597336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8729C527-9573-81FC-65AF-A7B86869C3EA}"/>
                </a:ext>
              </a:extLst>
            </p:cNvPr>
            <p:cNvSpPr/>
            <p:nvPr/>
          </p:nvSpPr>
          <p:spPr>
            <a:xfrm>
              <a:off x="7801379" y="2091519"/>
              <a:ext cx="29461" cy="597335"/>
            </a:xfrm>
            <a:custGeom>
              <a:avLst/>
              <a:gdLst>
                <a:gd name="csX0" fmla="*/ 0 w 29461"/>
                <a:gd name="csY0" fmla="*/ 0 h 597335"/>
                <a:gd name="csX1" fmla="*/ 0 w 29461"/>
                <a:gd name="csY1" fmla="*/ 597336 h 597335"/>
                <a:gd name="csX2" fmla="*/ 29462 w 29461"/>
                <a:gd name="csY2" fmla="*/ 597336 h 597335"/>
                <a:gd name="csX3" fmla="*/ 29462 w 29461"/>
                <a:gd name="csY3" fmla="*/ 0 h 597335"/>
                <a:gd name="csX4" fmla="*/ 0 w 29461"/>
                <a:gd name="csY4" fmla="*/ 0 h 597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597335">
                  <a:moveTo>
                    <a:pt x="0" y="0"/>
                  </a:moveTo>
                  <a:lnTo>
                    <a:pt x="0" y="597336"/>
                  </a:lnTo>
                  <a:lnTo>
                    <a:pt x="29462" y="597336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F850CEB9-50E5-3644-4FB1-65BEBE021084}"/>
                </a:ext>
              </a:extLst>
            </p:cNvPr>
            <p:cNvSpPr/>
            <p:nvPr/>
          </p:nvSpPr>
          <p:spPr>
            <a:xfrm>
              <a:off x="7830841" y="2198009"/>
              <a:ext cx="29454" cy="490846"/>
            </a:xfrm>
            <a:custGeom>
              <a:avLst/>
              <a:gdLst>
                <a:gd name="csX0" fmla="*/ 0 w 29454"/>
                <a:gd name="csY0" fmla="*/ 0 h 490846"/>
                <a:gd name="csX1" fmla="*/ 0 w 29454"/>
                <a:gd name="csY1" fmla="*/ 490846 h 490846"/>
                <a:gd name="csX2" fmla="*/ 29454 w 29454"/>
                <a:gd name="csY2" fmla="*/ 490846 h 490846"/>
                <a:gd name="csX3" fmla="*/ 29454 w 29454"/>
                <a:gd name="csY3" fmla="*/ 0 h 490846"/>
                <a:gd name="csX4" fmla="*/ 0 w 29454"/>
                <a:gd name="csY4" fmla="*/ 0 h 490846"/>
                <a:gd name="csX5" fmla="*/ 0 w 29454"/>
                <a:gd name="csY5" fmla="*/ 0 h 49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490846">
                  <a:moveTo>
                    <a:pt x="0" y="0"/>
                  </a:moveTo>
                  <a:lnTo>
                    <a:pt x="0" y="490846"/>
                  </a:lnTo>
                  <a:lnTo>
                    <a:pt x="29454" y="490846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3" name="Freeform 3262">
              <a:extLst>
                <a:ext uri="{FF2B5EF4-FFF2-40B4-BE49-F238E27FC236}">
                  <a16:creationId xmlns:a16="http://schemas.microsoft.com/office/drawing/2014/main" id="{AA02B18E-C4D3-A523-7BE4-7ADC9AE929F7}"/>
                </a:ext>
              </a:extLst>
            </p:cNvPr>
            <p:cNvSpPr/>
            <p:nvPr/>
          </p:nvSpPr>
          <p:spPr>
            <a:xfrm>
              <a:off x="7830841" y="2198009"/>
              <a:ext cx="29454" cy="490846"/>
            </a:xfrm>
            <a:custGeom>
              <a:avLst/>
              <a:gdLst>
                <a:gd name="csX0" fmla="*/ 0 w 29454"/>
                <a:gd name="csY0" fmla="*/ 0 h 490846"/>
                <a:gd name="csX1" fmla="*/ 0 w 29454"/>
                <a:gd name="csY1" fmla="*/ 490846 h 490846"/>
                <a:gd name="csX2" fmla="*/ 29454 w 29454"/>
                <a:gd name="csY2" fmla="*/ 490846 h 490846"/>
                <a:gd name="csX3" fmla="*/ 29454 w 29454"/>
                <a:gd name="csY3" fmla="*/ 0 h 490846"/>
                <a:gd name="csX4" fmla="*/ 0 w 29454"/>
                <a:gd name="csY4" fmla="*/ 0 h 49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490846">
                  <a:moveTo>
                    <a:pt x="0" y="0"/>
                  </a:moveTo>
                  <a:lnTo>
                    <a:pt x="0" y="490846"/>
                  </a:lnTo>
                  <a:lnTo>
                    <a:pt x="29454" y="490846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4" name="Freeform 3263">
              <a:extLst>
                <a:ext uri="{FF2B5EF4-FFF2-40B4-BE49-F238E27FC236}">
                  <a16:creationId xmlns:a16="http://schemas.microsoft.com/office/drawing/2014/main" id="{FF8A48EB-C805-EBF8-A186-FC1DB1BCE001}"/>
                </a:ext>
              </a:extLst>
            </p:cNvPr>
            <p:cNvSpPr/>
            <p:nvPr/>
          </p:nvSpPr>
          <p:spPr>
            <a:xfrm>
              <a:off x="7860295" y="2298358"/>
              <a:ext cx="29461" cy="390497"/>
            </a:xfrm>
            <a:custGeom>
              <a:avLst/>
              <a:gdLst>
                <a:gd name="csX0" fmla="*/ 0 w 29461"/>
                <a:gd name="csY0" fmla="*/ 0 h 390497"/>
                <a:gd name="csX1" fmla="*/ 0 w 29461"/>
                <a:gd name="csY1" fmla="*/ 390497 h 390497"/>
                <a:gd name="csX2" fmla="*/ 29461 w 29461"/>
                <a:gd name="csY2" fmla="*/ 390497 h 390497"/>
                <a:gd name="csX3" fmla="*/ 29461 w 29461"/>
                <a:gd name="csY3" fmla="*/ 0 h 390497"/>
                <a:gd name="csX4" fmla="*/ 0 w 29461"/>
                <a:gd name="csY4" fmla="*/ 0 h 390497"/>
                <a:gd name="csX5" fmla="*/ 0 w 29461"/>
                <a:gd name="csY5" fmla="*/ 0 h 390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390497">
                  <a:moveTo>
                    <a:pt x="0" y="0"/>
                  </a:moveTo>
                  <a:lnTo>
                    <a:pt x="0" y="390497"/>
                  </a:lnTo>
                  <a:lnTo>
                    <a:pt x="29461" y="390497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5" name="Freeform 3264">
              <a:extLst>
                <a:ext uri="{FF2B5EF4-FFF2-40B4-BE49-F238E27FC236}">
                  <a16:creationId xmlns:a16="http://schemas.microsoft.com/office/drawing/2014/main" id="{4C0A411C-6764-AE43-C3A7-2B52B5F0ED92}"/>
                </a:ext>
              </a:extLst>
            </p:cNvPr>
            <p:cNvSpPr/>
            <p:nvPr/>
          </p:nvSpPr>
          <p:spPr>
            <a:xfrm>
              <a:off x="7860295" y="2298358"/>
              <a:ext cx="29461" cy="390497"/>
            </a:xfrm>
            <a:custGeom>
              <a:avLst/>
              <a:gdLst>
                <a:gd name="csX0" fmla="*/ 0 w 29461"/>
                <a:gd name="csY0" fmla="*/ 0 h 390497"/>
                <a:gd name="csX1" fmla="*/ 0 w 29461"/>
                <a:gd name="csY1" fmla="*/ 390497 h 390497"/>
                <a:gd name="csX2" fmla="*/ 29461 w 29461"/>
                <a:gd name="csY2" fmla="*/ 390497 h 390497"/>
                <a:gd name="csX3" fmla="*/ 29461 w 29461"/>
                <a:gd name="csY3" fmla="*/ 0 h 390497"/>
                <a:gd name="csX4" fmla="*/ 0 w 29461"/>
                <a:gd name="csY4" fmla="*/ 0 h 390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390497">
                  <a:moveTo>
                    <a:pt x="0" y="0"/>
                  </a:moveTo>
                  <a:lnTo>
                    <a:pt x="0" y="390497"/>
                  </a:lnTo>
                  <a:lnTo>
                    <a:pt x="29461" y="390497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6" name="Freeform 3265">
              <a:extLst>
                <a:ext uri="{FF2B5EF4-FFF2-40B4-BE49-F238E27FC236}">
                  <a16:creationId xmlns:a16="http://schemas.microsoft.com/office/drawing/2014/main" id="{CF00C075-5EB7-F6C4-0F6D-F64F2E54A082}"/>
                </a:ext>
              </a:extLst>
            </p:cNvPr>
            <p:cNvSpPr/>
            <p:nvPr/>
          </p:nvSpPr>
          <p:spPr>
            <a:xfrm>
              <a:off x="7889757" y="2396600"/>
              <a:ext cx="29454" cy="292255"/>
            </a:xfrm>
            <a:custGeom>
              <a:avLst/>
              <a:gdLst>
                <a:gd name="csX0" fmla="*/ 0 w 29454"/>
                <a:gd name="csY0" fmla="*/ 0 h 292255"/>
                <a:gd name="csX1" fmla="*/ 0 w 29454"/>
                <a:gd name="csY1" fmla="*/ 292255 h 292255"/>
                <a:gd name="csX2" fmla="*/ 29455 w 29454"/>
                <a:gd name="csY2" fmla="*/ 292255 h 292255"/>
                <a:gd name="csX3" fmla="*/ 29455 w 29454"/>
                <a:gd name="csY3" fmla="*/ 0 h 292255"/>
                <a:gd name="csX4" fmla="*/ 0 w 29454"/>
                <a:gd name="csY4" fmla="*/ 0 h 292255"/>
                <a:gd name="csX5" fmla="*/ 0 w 29454"/>
                <a:gd name="csY5" fmla="*/ 0 h 292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92255">
                  <a:moveTo>
                    <a:pt x="0" y="0"/>
                  </a:moveTo>
                  <a:lnTo>
                    <a:pt x="0" y="292255"/>
                  </a:lnTo>
                  <a:lnTo>
                    <a:pt x="29455" y="292255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7" name="Freeform 3266">
              <a:extLst>
                <a:ext uri="{FF2B5EF4-FFF2-40B4-BE49-F238E27FC236}">
                  <a16:creationId xmlns:a16="http://schemas.microsoft.com/office/drawing/2014/main" id="{059BBC40-BB91-FC1A-BC98-F730CCE6CC19}"/>
                </a:ext>
              </a:extLst>
            </p:cNvPr>
            <p:cNvSpPr/>
            <p:nvPr/>
          </p:nvSpPr>
          <p:spPr>
            <a:xfrm>
              <a:off x="7889757" y="2396600"/>
              <a:ext cx="29454" cy="292255"/>
            </a:xfrm>
            <a:custGeom>
              <a:avLst/>
              <a:gdLst>
                <a:gd name="csX0" fmla="*/ 0 w 29454"/>
                <a:gd name="csY0" fmla="*/ 0 h 292255"/>
                <a:gd name="csX1" fmla="*/ 0 w 29454"/>
                <a:gd name="csY1" fmla="*/ 292255 h 292255"/>
                <a:gd name="csX2" fmla="*/ 29455 w 29454"/>
                <a:gd name="csY2" fmla="*/ 292255 h 292255"/>
                <a:gd name="csX3" fmla="*/ 29455 w 29454"/>
                <a:gd name="csY3" fmla="*/ 0 h 292255"/>
                <a:gd name="csX4" fmla="*/ 0 w 29454"/>
                <a:gd name="csY4" fmla="*/ 0 h 292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92255">
                  <a:moveTo>
                    <a:pt x="0" y="0"/>
                  </a:moveTo>
                  <a:lnTo>
                    <a:pt x="0" y="292255"/>
                  </a:lnTo>
                  <a:lnTo>
                    <a:pt x="29455" y="292255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8" name="Freeform 3267">
              <a:extLst>
                <a:ext uri="{FF2B5EF4-FFF2-40B4-BE49-F238E27FC236}">
                  <a16:creationId xmlns:a16="http://schemas.microsoft.com/office/drawing/2014/main" id="{7B5BAB17-E0B4-DA0F-E1E6-EC550B5B2E6E}"/>
                </a:ext>
              </a:extLst>
            </p:cNvPr>
            <p:cNvSpPr/>
            <p:nvPr/>
          </p:nvSpPr>
          <p:spPr>
            <a:xfrm>
              <a:off x="7919211" y="2472644"/>
              <a:ext cx="29461" cy="216211"/>
            </a:xfrm>
            <a:custGeom>
              <a:avLst/>
              <a:gdLst>
                <a:gd name="csX0" fmla="*/ 0 w 29461"/>
                <a:gd name="csY0" fmla="*/ 0 h 216211"/>
                <a:gd name="csX1" fmla="*/ 0 w 29461"/>
                <a:gd name="csY1" fmla="*/ 216211 h 216211"/>
                <a:gd name="csX2" fmla="*/ 29461 w 29461"/>
                <a:gd name="csY2" fmla="*/ 216211 h 216211"/>
                <a:gd name="csX3" fmla="*/ 29461 w 29461"/>
                <a:gd name="csY3" fmla="*/ 0 h 216211"/>
                <a:gd name="csX4" fmla="*/ 0 w 29461"/>
                <a:gd name="csY4" fmla="*/ 0 h 216211"/>
                <a:gd name="csX5" fmla="*/ 0 w 29461"/>
                <a:gd name="csY5" fmla="*/ 0 h 21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216211">
                  <a:moveTo>
                    <a:pt x="0" y="0"/>
                  </a:moveTo>
                  <a:lnTo>
                    <a:pt x="0" y="216211"/>
                  </a:lnTo>
                  <a:lnTo>
                    <a:pt x="29461" y="21621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69" name="Freeform 3268">
              <a:extLst>
                <a:ext uri="{FF2B5EF4-FFF2-40B4-BE49-F238E27FC236}">
                  <a16:creationId xmlns:a16="http://schemas.microsoft.com/office/drawing/2014/main" id="{2B9EB27A-7D57-ADCD-86AB-DAFAEC199998}"/>
                </a:ext>
              </a:extLst>
            </p:cNvPr>
            <p:cNvSpPr/>
            <p:nvPr/>
          </p:nvSpPr>
          <p:spPr>
            <a:xfrm>
              <a:off x="7919211" y="2472644"/>
              <a:ext cx="29461" cy="216211"/>
            </a:xfrm>
            <a:custGeom>
              <a:avLst/>
              <a:gdLst>
                <a:gd name="csX0" fmla="*/ 0 w 29461"/>
                <a:gd name="csY0" fmla="*/ 0 h 216211"/>
                <a:gd name="csX1" fmla="*/ 0 w 29461"/>
                <a:gd name="csY1" fmla="*/ 216211 h 216211"/>
                <a:gd name="csX2" fmla="*/ 29461 w 29461"/>
                <a:gd name="csY2" fmla="*/ 216211 h 216211"/>
                <a:gd name="csX3" fmla="*/ 29461 w 29461"/>
                <a:gd name="csY3" fmla="*/ 0 h 216211"/>
                <a:gd name="csX4" fmla="*/ 0 w 29461"/>
                <a:gd name="csY4" fmla="*/ 0 h 216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216211">
                  <a:moveTo>
                    <a:pt x="0" y="0"/>
                  </a:moveTo>
                  <a:lnTo>
                    <a:pt x="0" y="216211"/>
                  </a:lnTo>
                  <a:lnTo>
                    <a:pt x="29461" y="21621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0" name="Freeform 3269">
              <a:extLst>
                <a:ext uri="{FF2B5EF4-FFF2-40B4-BE49-F238E27FC236}">
                  <a16:creationId xmlns:a16="http://schemas.microsoft.com/office/drawing/2014/main" id="{BF0AF22D-7198-9BEC-1F3B-19A51FA99BE7}"/>
                </a:ext>
              </a:extLst>
            </p:cNvPr>
            <p:cNvSpPr/>
            <p:nvPr/>
          </p:nvSpPr>
          <p:spPr>
            <a:xfrm>
              <a:off x="7948673" y="2540648"/>
              <a:ext cx="29454" cy="148207"/>
            </a:xfrm>
            <a:custGeom>
              <a:avLst/>
              <a:gdLst>
                <a:gd name="csX0" fmla="*/ 0 w 29454"/>
                <a:gd name="csY0" fmla="*/ 0 h 148207"/>
                <a:gd name="csX1" fmla="*/ 0 w 29454"/>
                <a:gd name="csY1" fmla="*/ 148208 h 148207"/>
                <a:gd name="csX2" fmla="*/ 29455 w 29454"/>
                <a:gd name="csY2" fmla="*/ 148208 h 148207"/>
                <a:gd name="csX3" fmla="*/ 29455 w 29454"/>
                <a:gd name="csY3" fmla="*/ 0 h 148207"/>
                <a:gd name="csX4" fmla="*/ 0 w 29454"/>
                <a:gd name="csY4" fmla="*/ 0 h 148207"/>
                <a:gd name="csX5" fmla="*/ 0 w 29454"/>
                <a:gd name="csY5" fmla="*/ 0 h 148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148207">
                  <a:moveTo>
                    <a:pt x="0" y="0"/>
                  </a:moveTo>
                  <a:lnTo>
                    <a:pt x="0" y="148208"/>
                  </a:lnTo>
                  <a:lnTo>
                    <a:pt x="29455" y="148208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1" name="Freeform 3270">
              <a:extLst>
                <a:ext uri="{FF2B5EF4-FFF2-40B4-BE49-F238E27FC236}">
                  <a16:creationId xmlns:a16="http://schemas.microsoft.com/office/drawing/2014/main" id="{32F532C4-F346-679D-05BE-F89F0805809F}"/>
                </a:ext>
              </a:extLst>
            </p:cNvPr>
            <p:cNvSpPr/>
            <p:nvPr/>
          </p:nvSpPr>
          <p:spPr>
            <a:xfrm>
              <a:off x="7948673" y="2540648"/>
              <a:ext cx="29454" cy="148207"/>
            </a:xfrm>
            <a:custGeom>
              <a:avLst/>
              <a:gdLst>
                <a:gd name="csX0" fmla="*/ 0 w 29454"/>
                <a:gd name="csY0" fmla="*/ 0 h 148207"/>
                <a:gd name="csX1" fmla="*/ 0 w 29454"/>
                <a:gd name="csY1" fmla="*/ 148208 h 148207"/>
                <a:gd name="csX2" fmla="*/ 29455 w 29454"/>
                <a:gd name="csY2" fmla="*/ 148208 h 148207"/>
                <a:gd name="csX3" fmla="*/ 29455 w 29454"/>
                <a:gd name="csY3" fmla="*/ 0 h 148207"/>
                <a:gd name="csX4" fmla="*/ 0 w 29454"/>
                <a:gd name="csY4" fmla="*/ 0 h 148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148207">
                  <a:moveTo>
                    <a:pt x="0" y="0"/>
                  </a:moveTo>
                  <a:lnTo>
                    <a:pt x="0" y="148208"/>
                  </a:lnTo>
                  <a:lnTo>
                    <a:pt x="29455" y="148208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2" name="Freeform 3271">
              <a:extLst>
                <a:ext uri="{FF2B5EF4-FFF2-40B4-BE49-F238E27FC236}">
                  <a16:creationId xmlns:a16="http://schemas.microsoft.com/office/drawing/2014/main" id="{8DE14C3D-FB19-08B1-A68D-90C480296E7F}"/>
                </a:ext>
              </a:extLst>
            </p:cNvPr>
            <p:cNvSpPr/>
            <p:nvPr/>
          </p:nvSpPr>
          <p:spPr>
            <a:xfrm>
              <a:off x="7978127" y="2589164"/>
              <a:ext cx="29461" cy="99691"/>
            </a:xfrm>
            <a:custGeom>
              <a:avLst/>
              <a:gdLst>
                <a:gd name="csX0" fmla="*/ 0 w 29461"/>
                <a:gd name="csY0" fmla="*/ 0 h 99691"/>
                <a:gd name="csX1" fmla="*/ 0 w 29461"/>
                <a:gd name="csY1" fmla="*/ 99691 h 99691"/>
                <a:gd name="csX2" fmla="*/ 29461 w 29461"/>
                <a:gd name="csY2" fmla="*/ 99691 h 99691"/>
                <a:gd name="csX3" fmla="*/ 29461 w 29461"/>
                <a:gd name="csY3" fmla="*/ 0 h 99691"/>
                <a:gd name="csX4" fmla="*/ 0 w 29461"/>
                <a:gd name="csY4" fmla="*/ 0 h 99691"/>
                <a:gd name="csX5" fmla="*/ 0 w 29461"/>
                <a:gd name="csY5" fmla="*/ 0 h 99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99691">
                  <a:moveTo>
                    <a:pt x="0" y="0"/>
                  </a:moveTo>
                  <a:lnTo>
                    <a:pt x="0" y="99691"/>
                  </a:lnTo>
                  <a:lnTo>
                    <a:pt x="29461" y="9969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3" name="Freeform 3272">
              <a:extLst>
                <a:ext uri="{FF2B5EF4-FFF2-40B4-BE49-F238E27FC236}">
                  <a16:creationId xmlns:a16="http://schemas.microsoft.com/office/drawing/2014/main" id="{92B04478-D9B2-31E2-3FF0-AC2D5886330A}"/>
                </a:ext>
              </a:extLst>
            </p:cNvPr>
            <p:cNvSpPr/>
            <p:nvPr/>
          </p:nvSpPr>
          <p:spPr>
            <a:xfrm>
              <a:off x="7978127" y="2589164"/>
              <a:ext cx="29461" cy="99691"/>
            </a:xfrm>
            <a:custGeom>
              <a:avLst/>
              <a:gdLst>
                <a:gd name="csX0" fmla="*/ 0 w 29461"/>
                <a:gd name="csY0" fmla="*/ 0 h 99691"/>
                <a:gd name="csX1" fmla="*/ 0 w 29461"/>
                <a:gd name="csY1" fmla="*/ 99691 h 99691"/>
                <a:gd name="csX2" fmla="*/ 29461 w 29461"/>
                <a:gd name="csY2" fmla="*/ 99691 h 99691"/>
                <a:gd name="csX3" fmla="*/ 29461 w 29461"/>
                <a:gd name="csY3" fmla="*/ 0 h 99691"/>
                <a:gd name="csX4" fmla="*/ 0 w 29461"/>
                <a:gd name="csY4" fmla="*/ 0 h 99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99691">
                  <a:moveTo>
                    <a:pt x="0" y="0"/>
                  </a:moveTo>
                  <a:lnTo>
                    <a:pt x="0" y="99691"/>
                  </a:lnTo>
                  <a:lnTo>
                    <a:pt x="29461" y="9969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4" name="Freeform 3273">
              <a:extLst>
                <a:ext uri="{FF2B5EF4-FFF2-40B4-BE49-F238E27FC236}">
                  <a16:creationId xmlns:a16="http://schemas.microsoft.com/office/drawing/2014/main" id="{5AD6A78B-AB7A-4D58-8F3F-CA9AFA3459EF}"/>
                </a:ext>
              </a:extLst>
            </p:cNvPr>
            <p:cNvSpPr/>
            <p:nvPr/>
          </p:nvSpPr>
          <p:spPr>
            <a:xfrm>
              <a:off x="8007589" y="2623853"/>
              <a:ext cx="29454" cy="65002"/>
            </a:xfrm>
            <a:custGeom>
              <a:avLst/>
              <a:gdLst>
                <a:gd name="csX0" fmla="*/ 0 w 29454"/>
                <a:gd name="csY0" fmla="*/ 0 h 65002"/>
                <a:gd name="csX1" fmla="*/ 0 w 29454"/>
                <a:gd name="csY1" fmla="*/ 65002 h 65002"/>
                <a:gd name="csX2" fmla="*/ 29454 w 29454"/>
                <a:gd name="csY2" fmla="*/ 65002 h 65002"/>
                <a:gd name="csX3" fmla="*/ 29454 w 29454"/>
                <a:gd name="csY3" fmla="*/ 0 h 65002"/>
                <a:gd name="csX4" fmla="*/ 0 w 29454"/>
                <a:gd name="csY4" fmla="*/ 0 h 65002"/>
                <a:gd name="csX5" fmla="*/ 0 w 29454"/>
                <a:gd name="csY5" fmla="*/ 0 h 6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5002">
                  <a:moveTo>
                    <a:pt x="0" y="0"/>
                  </a:moveTo>
                  <a:lnTo>
                    <a:pt x="0" y="65002"/>
                  </a:lnTo>
                  <a:lnTo>
                    <a:pt x="29454" y="65002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5" name="Freeform 3274">
              <a:extLst>
                <a:ext uri="{FF2B5EF4-FFF2-40B4-BE49-F238E27FC236}">
                  <a16:creationId xmlns:a16="http://schemas.microsoft.com/office/drawing/2014/main" id="{A098E969-DC8A-9B7C-9654-33877BEF1028}"/>
                </a:ext>
              </a:extLst>
            </p:cNvPr>
            <p:cNvSpPr/>
            <p:nvPr/>
          </p:nvSpPr>
          <p:spPr>
            <a:xfrm>
              <a:off x="8007589" y="2623853"/>
              <a:ext cx="29454" cy="65002"/>
            </a:xfrm>
            <a:custGeom>
              <a:avLst/>
              <a:gdLst>
                <a:gd name="csX0" fmla="*/ 0 w 29454"/>
                <a:gd name="csY0" fmla="*/ 0 h 65002"/>
                <a:gd name="csX1" fmla="*/ 0 w 29454"/>
                <a:gd name="csY1" fmla="*/ 65002 h 65002"/>
                <a:gd name="csX2" fmla="*/ 29454 w 29454"/>
                <a:gd name="csY2" fmla="*/ 65002 h 65002"/>
                <a:gd name="csX3" fmla="*/ 29454 w 29454"/>
                <a:gd name="csY3" fmla="*/ 0 h 65002"/>
                <a:gd name="csX4" fmla="*/ 0 w 29454"/>
                <a:gd name="csY4" fmla="*/ 0 h 6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5002">
                  <a:moveTo>
                    <a:pt x="0" y="0"/>
                  </a:moveTo>
                  <a:lnTo>
                    <a:pt x="0" y="65002"/>
                  </a:lnTo>
                  <a:lnTo>
                    <a:pt x="29454" y="65002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6" name="Freeform 3275">
              <a:extLst>
                <a:ext uri="{FF2B5EF4-FFF2-40B4-BE49-F238E27FC236}">
                  <a16:creationId xmlns:a16="http://schemas.microsoft.com/office/drawing/2014/main" id="{480DAAE4-7819-B465-6233-452336031E2D}"/>
                </a:ext>
              </a:extLst>
            </p:cNvPr>
            <p:cNvSpPr/>
            <p:nvPr/>
          </p:nvSpPr>
          <p:spPr>
            <a:xfrm>
              <a:off x="8037043" y="2648359"/>
              <a:ext cx="29461" cy="40496"/>
            </a:xfrm>
            <a:custGeom>
              <a:avLst/>
              <a:gdLst>
                <a:gd name="csX0" fmla="*/ 0 w 29461"/>
                <a:gd name="csY0" fmla="*/ 0 h 40496"/>
                <a:gd name="csX1" fmla="*/ 0 w 29461"/>
                <a:gd name="csY1" fmla="*/ 40496 h 40496"/>
                <a:gd name="csX2" fmla="*/ 29462 w 29461"/>
                <a:gd name="csY2" fmla="*/ 40496 h 40496"/>
                <a:gd name="csX3" fmla="*/ 29462 w 29461"/>
                <a:gd name="csY3" fmla="*/ 0 h 40496"/>
                <a:gd name="csX4" fmla="*/ 0 w 29461"/>
                <a:gd name="csY4" fmla="*/ 0 h 40496"/>
                <a:gd name="csX5" fmla="*/ 0 w 29461"/>
                <a:gd name="csY5" fmla="*/ 0 h 4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40496">
                  <a:moveTo>
                    <a:pt x="0" y="0"/>
                  </a:moveTo>
                  <a:lnTo>
                    <a:pt x="0" y="40496"/>
                  </a:lnTo>
                  <a:lnTo>
                    <a:pt x="29462" y="40496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7" name="Freeform 3276">
              <a:extLst>
                <a:ext uri="{FF2B5EF4-FFF2-40B4-BE49-F238E27FC236}">
                  <a16:creationId xmlns:a16="http://schemas.microsoft.com/office/drawing/2014/main" id="{35F54716-33A9-C703-CDC5-E59D1EC61E95}"/>
                </a:ext>
              </a:extLst>
            </p:cNvPr>
            <p:cNvSpPr/>
            <p:nvPr/>
          </p:nvSpPr>
          <p:spPr>
            <a:xfrm>
              <a:off x="8037043" y="2648359"/>
              <a:ext cx="29461" cy="40496"/>
            </a:xfrm>
            <a:custGeom>
              <a:avLst/>
              <a:gdLst>
                <a:gd name="csX0" fmla="*/ 0 w 29461"/>
                <a:gd name="csY0" fmla="*/ 0 h 40496"/>
                <a:gd name="csX1" fmla="*/ 0 w 29461"/>
                <a:gd name="csY1" fmla="*/ 40496 h 40496"/>
                <a:gd name="csX2" fmla="*/ 29462 w 29461"/>
                <a:gd name="csY2" fmla="*/ 40496 h 40496"/>
                <a:gd name="csX3" fmla="*/ 29462 w 29461"/>
                <a:gd name="csY3" fmla="*/ 0 h 40496"/>
                <a:gd name="csX4" fmla="*/ 0 w 29461"/>
                <a:gd name="csY4" fmla="*/ 0 h 404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40496">
                  <a:moveTo>
                    <a:pt x="0" y="0"/>
                  </a:moveTo>
                  <a:lnTo>
                    <a:pt x="0" y="40496"/>
                  </a:lnTo>
                  <a:lnTo>
                    <a:pt x="29462" y="40496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8" name="Freeform 3277">
              <a:extLst>
                <a:ext uri="{FF2B5EF4-FFF2-40B4-BE49-F238E27FC236}">
                  <a16:creationId xmlns:a16="http://schemas.microsoft.com/office/drawing/2014/main" id="{082DB74F-91B7-AFC2-09E5-C6F4D479DDA6}"/>
                </a:ext>
              </a:extLst>
            </p:cNvPr>
            <p:cNvSpPr/>
            <p:nvPr/>
          </p:nvSpPr>
          <p:spPr>
            <a:xfrm>
              <a:off x="8066505" y="2666094"/>
              <a:ext cx="29454" cy="22760"/>
            </a:xfrm>
            <a:custGeom>
              <a:avLst/>
              <a:gdLst>
                <a:gd name="csX0" fmla="*/ 0 w 29454"/>
                <a:gd name="csY0" fmla="*/ 0 h 22760"/>
                <a:gd name="csX1" fmla="*/ 0 w 29454"/>
                <a:gd name="csY1" fmla="*/ 22761 h 22760"/>
                <a:gd name="csX2" fmla="*/ 29454 w 29454"/>
                <a:gd name="csY2" fmla="*/ 22761 h 22760"/>
                <a:gd name="csX3" fmla="*/ 29454 w 29454"/>
                <a:gd name="csY3" fmla="*/ 0 h 22760"/>
                <a:gd name="csX4" fmla="*/ 0 w 29454"/>
                <a:gd name="csY4" fmla="*/ 0 h 22760"/>
                <a:gd name="csX5" fmla="*/ 0 w 29454"/>
                <a:gd name="csY5" fmla="*/ 0 h 22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2760">
                  <a:moveTo>
                    <a:pt x="0" y="0"/>
                  </a:moveTo>
                  <a:lnTo>
                    <a:pt x="0" y="22761"/>
                  </a:lnTo>
                  <a:lnTo>
                    <a:pt x="29454" y="22761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79" name="Freeform 3278">
              <a:extLst>
                <a:ext uri="{FF2B5EF4-FFF2-40B4-BE49-F238E27FC236}">
                  <a16:creationId xmlns:a16="http://schemas.microsoft.com/office/drawing/2014/main" id="{DFA1CDF3-A69E-866B-D512-C2011216A658}"/>
                </a:ext>
              </a:extLst>
            </p:cNvPr>
            <p:cNvSpPr/>
            <p:nvPr/>
          </p:nvSpPr>
          <p:spPr>
            <a:xfrm>
              <a:off x="8066505" y="2666094"/>
              <a:ext cx="29454" cy="22760"/>
            </a:xfrm>
            <a:custGeom>
              <a:avLst/>
              <a:gdLst>
                <a:gd name="csX0" fmla="*/ 0 w 29454"/>
                <a:gd name="csY0" fmla="*/ 0 h 22760"/>
                <a:gd name="csX1" fmla="*/ 0 w 29454"/>
                <a:gd name="csY1" fmla="*/ 22761 h 22760"/>
                <a:gd name="csX2" fmla="*/ 29454 w 29454"/>
                <a:gd name="csY2" fmla="*/ 22761 h 22760"/>
                <a:gd name="csX3" fmla="*/ 29454 w 29454"/>
                <a:gd name="csY3" fmla="*/ 0 h 22760"/>
                <a:gd name="csX4" fmla="*/ 0 w 29454"/>
                <a:gd name="csY4" fmla="*/ 0 h 22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2760">
                  <a:moveTo>
                    <a:pt x="0" y="0"/>
                  </a:moveTo>
                  <a:lnTo>
                    <a:pt x="0" y="22761"/>
                  </a:lnTo>
                  <a:lnTo>
                    <a:pt x="29454" y="22761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0" name="Freeform 3279">
              <a:extLst>
                <a:ext uri="{FF2B5EF4-FFF2-40B4-BE49-F238E27FC236}">
                  <a16:creationId xmlns:a16="http://schemas.microsoft.com/office/drawing/2014/main" id="{FC91022B-2EE9-2903-2DC5-118EB079084A}"/>
                </a:ext>
              </a:extLst>
            </p:cNvPr>
            <p:cNvSpPr/>
            <p:nvPr/>
          </p:nvSpPr>
          <p:spPr>
            <a:xfrm>
              <a:off x="8095959" y="2674917"/>
              <a:ext cx="29461" cy="13938"/>
            </a:xfrm>
            <a:custGeom>
              <a:avLst/>
              <a:gdLst>
                <a:gd name="csX0" fmla="*/ 0 w 29461"/>
                <a:gd name="csY0" fmla="*/ 0 h 13938"/>
                <a:gd name="csX1" fmla="*/ 0 w 29461"/>
                <a:gd name="csY1" fmla="*/ 13939 h 13938"/>
                <a:gd name="csX2" fmla="*/ 29461 w 29461"/>
                <a:gd name="csY2" fmla="*/ 13939 h 13938"/>
                <a:gd name="csX3" fmla="*/ 29461 w 29461"/>
                <a:gd name="csY3" fmla="*/ 0 h 13938"/>
                <a:gd name="csX4" fmla="*/ 0 w 29461"/>
                <a:gd name="csY4" fmla="*/ 0 h 13938"/>
                <a:gd name="csX5" fmla="*/ 0 w 29461"/>
                <a:gd name="csY5" fmla="*/ 0 h 1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3938">
                  <a:moveTo>
                    <a:pt x="0" y="0"/>
                  </a:moveTo>
                  <a:lnTo>
                    <a:pt x="0" y="13939"/>
                  </a:lnTo>
                  <a:lnTo>
                    <a:pt x="29461" y="13939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1" name="Freeform 3280">
              <a:extLst>
                <a:ext uri="{FF2B5EF4-FFF2-40B4-BE49-F238E27FC236}">
                  <a16:creationId xmlns:a16="http://schemas.microsoft.com/office/drawing/2014/main" id="{B47BD4FB-61ED-18D1-90AA-686BF40EBD78}"/>
                </a:ext>
              </a:extLst>
            </p:cNvPr>
            <p:cNvSpPr/>
            <p:nvPr/>
          </p:nvSpPr>
          <p:spPr>
            <a:xfrm>
              <a:off x="8095959" y="2674917"/>
              <a:ext cx="29461" cy="13938"/>
            </a:xfrm>
            <a:custGeom>
              <a:avLst/>
              <a:gdLst>
                <a:gd name="csX0" fmla="*/ 0 w 29461"/>
                <a:gd name="csY0" fmla="*/ 0 h 13938"/>
                <a:gd name="csX1" fmla="*/ 0 w 29461"/>
                <a:gd name="csY1" fmla="*/ 13939 h 13938"/>
                <a:gd name="csX2" fmla="*/ 29461 w 29461"/>
                <a:gd name="csY2" fmla="*/ 13939 h 13938"/>
                <a:gd name="csX3" fmla="*/ 29461 w 29461"/>
                <a:gd name="csY3" fmla="*/ 0 h 13938"/>
                <a:gd name="csX4" fmla="*/ 0 w 29461"/>
                <a:gd name="csY4" fmla="*/ 0 h 13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3938">
                  <a:moveTo>
                    <a:pt x="0" y="0"/>
                  </a:moveTo>
                  <a:lnTo>
                    <a:pt x="0" y="13939"/>
                  </a:lnTo>
                  <a:lnTo>
                    <a:pt x="29461" y="13939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2" name="Freeform 3281">
              <a:extLst>
                <a:ext uri="{FF2B5EF4-FFF2-40B4-BE49-F238E27FC236}">
                  <a16:creationId xmlns:a16="http://schemas.microsoft.com/office/drawing/2014/main" id="{8457081D-DB8C-DB6C-C8EC-BD587CCA6F87}"/>
                </a:ext>
              </a:extLst>
            </p:cNvPr>
            <p:cNvSpPr/>
            <p:nvPr/>
          </p:nvSpPr>
          <p:spPr>
            <a:xfrm>
              <a:off x="8125421" y="2681617"/>
              <a:ext cx="29454" cy="7237"/>
            </a:xfrm>
            <a:custGeom>
              <a:avLst/>
              <a:gdLst>
                <a:gd name="csX0" fmla="*/ 0 w 29454"/>
                <a:gd name="csY0" fmla="*/ 0 h 7237"/>
                <a:gd name="csX1" fmla="*/ 0 w 29454"/>
                <a:gd name="csY1" fmla="*/ 7238 h 7237"/>
                <a:gd name="csX2" fmla="*/ 29455 w 29454"/>
                <a:gd name="csY2" fmla="*/ 7238 h 7237"/>
                <a:gd name="csX3" fmla="*/ 29455 w 29454"/>
                <a:gd name="csY3" fmla="*/ 0 h 7237"/>
                <a:gd name="csX4" fmla="*/ 0 w 29454"/>
                <a:gd name="csY4" fmla="*/ 0 h 7237"/>
                <a:gd name="csX5" fmla="*/ 0 w 29454"/>
                <a:gd name="csY5" fmla="*/ 0 h 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7237">
                  <a:moveTo>
                    <a:pt x="0" y="0"/>
                  </a:moveTo>
                  <a:lnTo>
                    <a:pt x="0" y="7238"/>
                  </a:lnTo>
                  <a:lnTo>
                    <a:pt x="29455" y="7238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3" name="Freeform 3282">
              <a:extLst>
                <a:ext uri="{FF2B5EF4-FFF2-40B4-BE49-F238E27FC236}">
                  <a16:creationId xmlns:a16="http://schemas.microsoft.com/office/drawing/2014/main" id="{56DB89E9-CD1A-6DAE-415A-1D1AAC913FD2}"/>
                </a:ext>
              </a:extLst>
            </p:cNvPr>
            <p:cNvSpPr/>
            <p:nvPr/>
          </p:nvSpPr>
          <p:spPr>
            <a:xfrm>
              <a:off x="8125421" y="2681617"/>
              <a:ext cx="29454" cy="7237"/>
            </a:xfrm>
            <a:custGeom>
              <a:avLst/>
              <a:gdLst>
                <a:gd name="csX0" fmla="*/ 0 w 29454"/>
                <a:gd name="csY0" fmla="*/ 0 h 7237"/>
                <a:gd name="csX1" fmla="*/ 0 w 29454"/>
                <a:gd name="csY1" fmla="*/ 7238 h 7237"/>
                <a:gd name="csX2" fmla="*/ 29455 w 29454"/>
                <a:gd name="csY2" fmla="*/ 7238 h 7237"/>
                <a:gd name="csX3" fmla="*/ 29455 w 29454"/>
                <a:gd name="csY3" fmla="*/ 0 h 7237"/>
                <a:gd name="csX4" fmla="*/ 0 w 29454"/>
                <a:gd name="csY4" fmla="*/ 0 h 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7237">
                  <a:moveTo>
                    <a:pt x="0" y="0"/>
                  </a:moveTo>
                  <a:lnTo>
                    <a:pt x="0" y="7238"/>
                  </a:lnTo>
                  <a:lnTo>
                    <a:pt x="29455" y="7238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4" name="Freeform 3283">
              <a:extLst>
                <a:ext uri="{FF2B5EF4-FFF2-40B4-BE49-F238E27FC236}">
                  <a16:creationId xmlns:a16="http://schemas.microsoft.com/office/drawing/2014/main" id="{85B6B3E0-86C7-E300-11D9-9F2CA32C2A0E}"/>
                </a:ext>
              </a:extLst>
            </p:cNvPr>
            <p:cNvSpPr/>
            <p:nvPr/>
          </p:nvSpPr>
          <p:spPr>
            <a:xfrm>
              <a:off x="8154875" y="2685114"/>
              <a:ext cx="29461" cy="3741"/>
            </a:xfrm>
            <a:custGeom>
              <a:avLst/>
              <a:gdLst>
                <a:gd name="csX0" fmla="*/ 0 w 29461"/>
                <a:gd name="csY0" fmla="*/ 0 h 3741"/>
                <a:gd name="csX1" fmla="*/ 0 w 29461"/>
                <a:gd name="csY1" fmla="*/ 3741 h 3741"/>
                <a:gd name="csX2" fmla="*/ 29461 w 29461"/>
                <a:gd name="csY2" fmla="*/ 3741 h 3741"/>
                <a:gd name="csX3" fmla="*/ 29461 w 29461"/>
                <a:gd name="csY3" fmla="*/ 0 h 3741"/>
                <a:gd name="csX4" fmla="*/ 0 w 29461"/>
                <a:gd name="csY4" fmla="*/ 0 h 3741"/>
                <a:gd name="csX5" fmla="*/ 0 w 29461"/>
                <a:gd name="csY5" fmla="*/ 0 h 3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3741">
                  <a:moveTo>
                    <a:pt x="0" y="0"/>
                  </a:moveTo>
                  <a:lnTo>
                    <a:pt x="0" y="3741"/>
                  </a:lnTo>
                  <a:lnTo>
                    <a:pt x="29461" y="374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5" name="Freeform 3284">
              <a:extLst>
                <a:ext uri="{FF2B5EF4-FFF2-40B4-BE49-F238E27FC236}">
                  <a16:creationId xmlns:a16="http://schemas.microsoft.com/office/drawing/2014/main" id="{FBB55706-8DF2-54E0-708D-2D69B782C83C}"/>
                </a:ext>
              </a:extLst>
            </p:cNvPr>
            <p:cNvSpPr/>
            <p:nvPr/>
          </p:nvSpPr>
          <p:spPr>
            <a:xfrm>
              <a:off x="8154875" y="2685114"/>
              <a:ext cx="29461" cy="3741"/>
            </a:xfrm>
            <a:custGeom>
              <a:avLst/>
              <a:gdLst>
                <a:gd name="csX0" fmla="*/ 0 w 29461"/>
                <a:gd name="csY0" fmla="*/ 0 h 3741"/>
                <a:gd name="csX1" fmla="*/ 0 w 29461"/>
                <a:gd name="csY1" fmla="*/ 3741 h 3741"/>
                <a:gd name="csX2" fmla="*/ 29461 w 29461"/>
                <a:gd name="csY2" fmla="*/ 3741 h 3741"/>
                <a:gd name="csX3" fmla="*/ 29461 w 29461"/>
                <a:gd name="csY3" fmla="*/ 0 h 3741"/>
                <a:gd name="csX4" fmla="*/ 0 w 29461"/>
                <a:gd name="csY4" fmla="*/ 0 h 3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3741">
                  <a:moveTo>
                    <a:pt x="0" y="0"/>
                  </a:moveTo>
                  <a:lnTo>
                    <a:pt x="0" y="3741"/>
                  </a:lnTo>
                  <a:lnTo>
                    <a:pt x="29461" y="374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6" name="Freeform 3285">
              <a:extLst>
                <a:ext uri="{FF2B5EF4-FFF2-40B4-BE49-F238E27FC236}">
                  <a16:creationId xmlns:a16="http://schemas.microsoft.com/office/drawing/2014/main" id="{68BCD7E2-1930-FCE6-F2B6-930AA615393E}"/>
                </a:ext>
              </a:extLst>
            </p:cNvPr>
            <p:cNvSpPr/>
            <p:nvPr/>
          </p:nvSpPr>
          <p:spPr>
            <a:xfrm>
              <a:off x="8184337" y="2686838"/>
              <a:ext cx="29454" cy="2017"/>
            </a:xfrm>
            <a:custGeom>
              <a:avLst/>
              <a:gdLst>
                <a:gd name="csX0" fmla="*/ 0 w 29454"/>
                <a:gd name="csY0" fmla="*/ 0 h 2017"/>
                <a:gd name="csX1" fmla="*/ 0 w 29454"/>
                <a:gd name="csY1" fmla="*/ 2017 h 2017"/>
                <a:gd name="csX2" fmla="*/ 29455 w 29454"/>
                <a:gd name="csY2" fmla="*/ 2017 h 2017"/>
                <a:gd name="csX3" fmla="*/ 29455 w 29454"/>
                <a:gd name="csY3" fmla="*/ 0 h 2017"/>
                <a:gd name="csX4" fmla="*/ 0 w 29454"/>
                <a:gd name="csY4" fmla="*/ 0 h 2017"/>
                <a:gd name="csX5" fmla="*/ 0 w 29454"/>
                <a:gd name="csY5" fmla="*/ 0 h 2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017">
                  <a:moveTo>
                    <a:pt x="0" y="0"/>
                  </a:moveTo>
                  <a:lnTo>
                    <a:pt x="0" y="2017"/>
                  </a:lnTo>
                  <a:lnTo>
                    <a:pt x="29455" y="2017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7" name="Freeform 3286">
              <a:extLst>
                <a:ext uri="{FF2B5EF4-FFF2-40B4-BE49-F238E27FC236}">
                  <a16:creationId xmlns:a16="http://schemas.microsoft.com/office/drawing/2014/main" id="{D80C1714-3D15-7D92-048B-4AD8862EF673}"/>
                </a:ext>
              </a:extLst>
            </p:cNvPr>
            <p:cNvSpPr/>
            <p:nvPr/>
          </p:nvSpPr>
          <p:spPr>
            <a:xfrm>
              <a:off x="8184337" y="2686838"/>
              <a:ext cx="29454" cy="2017"/>
            </a:xfrm>
            <a:custGeom>
              <a:avLst/>
              <a:gdLst>
                <a:gd name="csX0" fmla="*/ 0 w 29454"/>
                <a:gd name="csY0" fmla="*/ 0 h 2017"/>
                <a:gd name="csX1" fmla="*/ 0 w 29454"/>
                <a:gd name="csY1" fmla="*/ 2017 h 2017"/>
                <a:gd name="csX2" fmla="*/ 29455 w 29454"/>
                <a:gd name="csY2" fmla="*/ 2017 h 2017"/>
                <a:gd name="csX3" fmla="*/ 29455 w 29454"/>
                <a:gd name="csY3" fmla="*/ 0 h 2017"/>
                <a:gd name="csX4" fmla="*/ 0 w 29454"/>
                <a:gd name="csY4" fmla="*/ 0 h 2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017">
                  <a:moveTo>
                    <a:pt x="0" y="0"/>
                  </a:moveTo>
                  <a:lnTo>
                    <a:pt x="0" y="2017"/>
                  </a:lnTo>
                  <a:lnTo>
                    <a:pt x="29455" y="2017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8" name="Freeform 3287">
              <a:extLst>
                <a:ext uri="{FF2B5EF4-FFF2-40B4-BE49-F238E27FC236}">
                  <a16:creationId xmlns:a16="http://schemas.microsoft.com/office/drawing/2014/main" id="{28756A00-1167-5DB8-6B1B-C00C78AB7671}"/>
                </a:ext>
              </a:extLst>
            </p:cNvPr>
            <p:cNvSpPr/>
            <p:nvPr/>
          </p:nvSpPr>
          <p:spPr>
            <a:xfrm>
              <a:off x="8213791" y="2687725"/>
              <a:ext cx="29461" cy="1130"/>
            </a:xfrm>
            <a:custGeom>
              <a:avLst/>
              <a:gdLst>
                <a:gd name="csX0" fmla="*/ 0 w 29461"/>
                <a:gd name="csY0" fmla="*/ 0 h 1130"/>
                <a:gd name="csX1" fmla="*/ 0 w 29461"/>
                <a:gd name="csY1" fmla="*/ 1131 h 1130"/>
                <a:gd name="csX2" fmla="*/ 29461 w 29461"/>
                <a:gd name="csY2" fmla="*/ 1131 h 1130"/>
                <a:gd name="csX3" fmla="*/ 29461 w 29461"/>
                <a:gd name="csY3" fmla="*/ 0 h 1130"/>
                <a:gd name="csX4" fmla="*/ 0 w 29461"/>
                <a:gd name="csY4" fmla="*/ 0 h 1130"/>
                <a:gd name="csX5" fmla="*/ 0 w 29461"/>
                <a:gd name="csY5" fmla="*/ 0 h 1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130">
                  <a:moveTo>
                    <a:pt x="0" y="0"/>
                  </a:moveTo>
                  <a:lnTo>
                    <a:pt x="0" y="1131"/>
                  </a:lnTo>
                  <a:lnTo>
                    <a:pt x="29461" y="113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89" name="Freeform 3288">
              <a:extLst>
                <a:ext uri="{FF2B5EF4-FFF2-40B4-BE49-F238E27FC236}">
                  <a16:creationId xmlns:a16="http://schemas.microsoft.com/office/drawing/2014/main" id="{74B2DB3F-2D4C-7E47-10E3-2F9E4D3EA4B0}"/>
                </a:ext>
              </a:extLst>
            </p:cNvPr>
            <p:cNvSpPr/>
            <p:nvPr/>
          </p:nvSpPr>
          <p:spPr>
            <a:xfrm>
              <a:off x="8213791" y="2687725"/>
              <a:ext cx="29461" cy="1130"/>
            </a:xfrm>
            <a:custGeom>
              <a:avLst/>
              <a:gdLst>
                <a:gd name="csX0" fmla="*/ 0 w 29461"/>
                <a:gd name="csY0" fmla="*/ 0 h 1130"/>
                <a:gd name="csX1" fmla="*/ 0 w 29461"/>
                <a:gd name="csY1" fmla="*/ 1131 h 1130"/>
                <a:gd name="csX2" fmla="*/ 29461 w 29461"/>
                <a:gd name="csY2" fmla="*/ 1131 h 1130"/>
                <a:gd name="csX3" fmla="*/ 29461 w 29461"/>
                <a:gd name="csY3" fmla="*/ 0 h 1130"/>
                <a:gd name="csX4" fmla="*/ 0 w 29461"/>
                <a:gd name="csY4" fmla="*/ 0 h 1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130">
                  <a:moveTo>
                    <a:pt x="0" y="0"/>
                  </a:moveTo>
                  <a:lnTo>
                    <a:pt x="0" y="1131"/>
                  </a:lnTo>
                  <a:lnTo>
                    <a:pt x="29461" y="113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0" name="Freeform 3289">
              <a:extLst>
                <a:ext uri="{FF2B5EF4-FFF2-40B4-BE49-F238E27FC236}">
                  <a16:creationId xmlns:a16="http://schemas.microsoft.com/office/drawing/2014/main" id="{A8A904FB-E971-4564-F906-84A851BA9F76}"/>
                </a:ext>
              </a:extLst>
            </p:cNvPr>
            <p:cNvSpPr/>
            <p:nvPr/>
          </p:nvSpPr>
          <p:spPr>
            <a:xfrm>
              <a:off x="8243252" y="2688381"/>
              <a:ext cx="29454" cy="474"/>
            </a:xfrm>
            <a:custGeom>
              <a:avLst/>
              <a:gdLst>
                <a:gd name="csX0" fmla="*/ 0 w 29454"/>
                <a:gd name="csY0" fmla="*/ 0 h 474"/>
                <a:gd name="csX1" fmla="*/ 0 w 29454"/>
                <a:gd name="csY1" fmla="*/ 475 h 474"/>
                <a:gd name="csX2" fmla="*/ 29454 w 29454"/>
                <a:gd name="csY2" fmla="*/ 475 h 474"/>
                <a:gd name="csX3" fmla="*/ 29454 w 29454"/>
                <a:gd name="csY3" fmla="*/ 0 h 474"/>
                <a:gd name="csX4" fmla="*/ 0 w 29454"/>
                <a:gd name="csY4" fmla="*/ 0 h 474"/>
                <a:gd name="csX5" fmla="*/ 0 w 29454"/>
                <a:gd name="csY5" fmla="*/ 0 h 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474">
                  <a:moveTo>
                    <a:pt x="0" y="0"/>
                  </a:moveTo>
                  <a:lnTo>
                    <a:pt x="0" y="475"/>
                  </a:lnTo>
                  <a:lnTo>
                    <a:pt x="29454" y="475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1" name="Freeform 3290">
              <a:extLst>
                <a:ext uri="{FF2B5EF4-FFF2-40B4-BE49-F238E27FC236}">
                  <a16:creationId xmlns:a16="http://schemas.microsoft.com/office/drawing/2014/main" id="{FF0FB571-58FE-7EED-5E07-4C8A231FB271}"/>
                </a:ext>
              </a:extLst>
            </p:cNvPr>
            <p:cNvSpPr/>
            <p:nvPr/>
          </p:nvSpPr>
          <p:spPr>
            <a:xfrm>
              <a:off x="8243252" y="2688381"/>
              <a:ext cx="29454" cy="474"/>
            </a:xfrm>
            <a:custGeom>
              <a:avLst/>
              <a:gdLst>
                <a:gd name="csX0" fmla="*/ 0 w 29454"/>
                <a:gd name="csY0" fmla="*/ 0 h 474"/>
                <a:gd name="csX1" fmla="*/ 0 w 29454"/>
                <a:gd name="csY1" fmla="*/ 475 h 474"/>
                <a:gd name="csX2" fmla="*/ 29454 w 29454"/>
                <a:gd name="csY2" fmla="*/ 475 h 474"/>
                <a:gd name="csX3" fmla="*/ 29454 w 29454"/>
                <a:gd name="csY3" fmla="*/ 0 h 474"/>
                <a:gd name="csX4" fmla="*/ 0 w 29454"/>
                <a:gd name="csY4" fmla="*/ 0 h 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474">
                  <a:moveTo>
                    <a:pt x="0" y="0"/>
                  </a:moveTo>
                  <a:lnTo>
                    <a:pt x="0" y="475"/>
                  </a:lnTo>
                  <a:lnTo>
                    <a:pt x="29454" y="475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2" name="Freeform 3291">
              <a:extLst>
                <a:ext uri="{FF2B5EF4-FFF2-40B4-BE49-F238E27FC236}">
                  <a16:creationId xmlns:a16="http://schemas.microsoft.com/office/drawing/2014/main" id="{6A792454-849A-591D-21C4-C28AFB23FB20}"/>
                </a:ext>
              </a:extLst>
            </p:cNvPr>
            <p:cNvSpPr/>
            <p:nvPr/>
          </p:nvSpPr>
          <p:spPr>
            <a:xfrm>
              <a:off x="8272707" y="2688674"/>
              <a:ext cx="29461" cy="181"/>
            </a:xfrm>
            <a:custGeom>
              <a:avLst/>
              <a:gdLst>
                <a:gd name="csX0" fmla="*/ 0 w 29461"/>
                <a:gd name="csY0" fmla="*/ 0 h 181"/>
                <a:gd name="csX1" fmla="*/ 0 w 29461"/>
                <a:gd name="csY1" fmla="*/ 181 h 181"/>
                <a:gd name="csX2" fmla="*/ 29461 w 29461"/>
                <a:gd name="csY2" fmla="*/ 181 h 181"/>
                <a:gd name="csX3" fmla="*/ 29461 w 29461"/>
                <a:gd name="csY3" fmla="*/ 0 h 181"/>
                <a:gd name="csX4" fmla="*/ 0 w 29461"/>
                <a:gd name="csY4" fmla="*/ 0 h 181"/>
                <a:gd name="csX5" fmla="*/ 0 w 29461"/>
                <a:gd name="csY5" fmla="*/ 0 h 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81">
                  <a:moveTo>
                    <a:pt x="0" y="0"/>
                  </a:moveTo>
                  <a:lnTo>
                    <a:pt x="0" y="181"/>
                  </a:lnTo>
                  <a:lnTo>
                    <a:pt x="29461" y="18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3" name="Freeform 3292">
              <a:extLst>
                <a:ext uri="{FF2B5EF4-FFF2-40B4-BE49-F238E27FC236}">
                  <a16:creationId xmlns:a16="http://schemas.microsoft.com/office/drawing/2014/main" id="{0BD75FAB-093D-4915-AE19-01E079AE1B57}"/>
                </a:ext>
              </a:extLst>
            </p:cNvPr>
            <p:cNvSpPr/>
            <p:nvPr/>
          </p:nvSpPr>
          <p:spPr>
            <a:xfrm>
              <a:off x="8272707" y="2688674"/>
              <a:ext cx="29461" cy="181"/>
            </a:xfrm>
            <a:custGeom>
              <a:avLst/>
              <a:gdLst>
                <a:gd name="csX0" fmla="*/ 0 w 29461"/>
                <a:gd name="csY0" fmla="*/ 0 h 181"/>
                <a:gd name="csX1" fmla="*/ 0 w 29461"/>
                <a:gd name="csY1" fmla="*/ 181 h 181"/>
                <a:gd name="csX2" fmla="*/ 29461 w 29461"/>
                <a:gd name="csY2" fmla="*/ 181 h 181"/>
                <a:gd name="csX3" fmla="*/ 29461 w 29461"/>
                <a:gd name="csY3" fmla="*/ 0 h 181"/>
                <a:gd name="csX4" fmla="*/ 0 w 29461"/>
                <a:gd name="csY4" fmla="*/ 0 h 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81">
                  <a:moveTo>
                    <a:pt x="0" y="0"/>
                  </a:moveTo>
                  <a:lnTo>
                    <a:pt x="0" y="181"/>
                  </a:lnTo>
                  <a:lnTo>
                    <a:pt x="29461" y="18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4" name="Freeform 3293">
              <a:extLst>
                <a:ext uri="{FF2B5EF4-FFF2-40B4-BE49-F238E27FC236}">
                  <a16:creationId xmlns:a16="http://schemas.microsoft.com/office/drawing/2014/main" id="{141127A4-AE70-10C0-F13C-06ED682D496B}"/>
                </a:ext>
              </a:extLst>
            </p:cNvPr>
            <p:cNvSpPr/>
            <p:nvPr/>
          </p:nvSpPr>
          <p:spPr>
            <a:xfrm>
              <a:off x="8302168" y="2688820"/>
              <a:ext cx="29454" cy="34"/>
            </a:xfrm>
            <a:custGeom>
              <a:avLst/>
              <a:gdLst>
                <a:gd name="csX0" fmla="*/ 0 w 29454"/>
                <a:gd name="csY0" fmla="*/ 0 h 34"/>
                <a:gd name="csX1" fmla="*/ 0 w 29454"/>
                <a:gd name="csY1" fmla="*/ 35 h 34"/>
                <a:gd name="csX2" fmla="*/ 29454 w 29454"/>
                <a:gd name="csY2" fmla="*/ 35 h 34"/>
                <a:gd name="csX3" fmla="*/ 29454 w 29454"/>
                <a:gd name="csY3" fmla="*/ 0 h 34"/>
                <a:gd name="csX4" fmla="*/ 0 w 29454"/>
                <a:gd name="csY4" fmla="*/ 0 h 34"/>
                <a:gd name="csX5" fmla="*/ 0 w 29454"/>
                <a:gd name="csY5" fmla="*/ 0 h 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34">
                  <a:moveTo>
                    <a:pt x="0" y="0"/>
                  </a:moveTo>
                  <a:lnTo>
                    <a:pt x="0" y="35"/>
                  </a:lnTo>
                  <a:lnTo>
                    <a:pt x="29454" y="35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5" name="Freeform 3294">
              <a:extLst>
                <a:ext uri="{FF2B5EF4-FFF2-40B4-BE49-F238E27FC236}">
                  <a16:creationId xmlns:a16="http://schemas.microsoft.com/office/drawing/2014/main" id="{C17EE113-C7AC-4B78-37E0-6CF9A35EEE2E}"/>
                </a:ext>
              </a:extLst>
            </p:cNvPr>
            <p:cNvSpPr/>
            <p:nvPr/>
          </p:nvSpPr>
          <p:spPr>
            <a:xfrm>
              <a:off x="8302168" y="2688820"/>
              <a:ext cx="29454" cy="34"/>
            </a:xfrm>
            <a:custGeom>
              <a:avLst/>
              <a:gdLst>
                <a:gd name="csX0" fmla="*/ 0 w 29454"/>
                <a:gd name="csY0" fmla="*/ 0 h 34"/>
                <a:gd name="csX1" fmla="*/ 0 w 29454"/>
                <a:gd name="csY1" fmla="*/ 35 h 34"/>
                <a:gd name="csX2" fmla="*/ 29454 w 29454"/>
                <a:gd name="csY2" fmla="*/ 35 h 34"/>
                <a:gd name="csX3" fmla="*/ 29454 w 29454"/>
                <a:gd name="csY3" fmla="*/ 0 h 34"/>
                <a:gd name="csX4" fmla="*/ 0 w 29454"/>
                <a:gd name="csY4" fmla="*/ 0 h 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34">
                  <a:moveTo>
                    <a:pt x="0" y="0"/>
                  </a:moveTo>
                  <a:lnTo>
                    <a:pt x="0" y="35"/>
                  </a:lnTo>
                  <a:lnTo>
                    <a:pt x="29454" y="35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6" name="Freeform 3295">
              <a:extLst>
                <a:ext uri="{FF2B5EF4-FFF2-40B4-BE49-F238E27FC236}">
                  <a16:creationId xmlns:a16="http://schemas.microsoft.com/office/drawing/2014/main" id="{6D84CCFB-6D83-296B-4D61-65D04A513450}"/>
                </a:ext>
              </a:extLst>
            </p:cNvPr>
            <p:cNvSpPr/>
            <p:nvPr/>
          </p:nvSpPr>
          <p:spPr>
            <a:xfrm>
              <a:off x="8331623" y="2688834"/>
              <a:ext cx="29461" cy="20"/>
            </a:xfrm>
            <a:custGeom>
              <a:avLst/>
              <a:gdLst>
                <a:gd name="csX0" fmla="*/ 0 w 29461"/>
                <a:gd name="csY0" fmla="*/ 0 h 20"/>
                <a:gd name="csX1" fmla="*/ 0 w 29461"/>
                <a:gd name="csY1" fmla="*/ 21 h 20"/>
                <a:gd name="csX2" fmla="*/ 29462 w 29461"/>
                <a:gd name="csY2" fmla="*/ 21 h 20"/>
                <a:gd name="csX3" fmla="*/ 29462 w 29461"/>
                <a:gd name="csY3" fmla="*/ 0 h 20"/>
                <a:gd name="csX4" fmla="*/ 0 w 29461"/>
                <a:gd name="csY4" fmla="*/ 0 h 20"/>
                <a:gd name="csX5" fmla="*/ 0 w 29461"/>
                <a:gd name="csY5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20">
                  <a:moveTo>
                    <a:pt x="0" y="0"/>
                  </a:moveTo>
                  <a:lnTo>
                    <a:pt x="0" y="21"/>
                  </a:lnTo>
                  <a:lnTo>
                    <a:pt x="29462" y="21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7" name="Freeform 3296">
              <a:extLst>
                <a:ext uri="{FF2B5EF4-FFF2-40B4-BE49-F238E27FC236}">
                  <a16:creationId xmlns:a16="http://schemas.microsoft.com/office/drawing/2014/main" id="{7FC8289E-4721-3EAE-31CD-09584D1E4A2A}"/>
                </a:ext>
              </a:extLst>
            </p:cNvPr>
            <p:cNvSpPr/>
            <p:nvPr/>
          </p:nvSpPr>
          <p:spPr>
            <a:xfrm>
              <a:off x="8331623" y="2688834"/>
              <a:ext cx="29461" cy="20"/>
            </a:xfrm>
            <a:custGeom>
              <a:avLst/>
              <a:gdLst>
                <a:gd name="csX0" fmla="*/ 0 w 29461"/>
                <a:gd name="csY0" fmla="*/ 0 h 20"/>
                <a:gd name="csX1" fmla="*/ 0 w 29461"/>
                <a:gd name="csY1" fmla="*/ 21 h 20"/>
                <a:gd name="csX2" fmla="*/ 29462 w 29461"/>
                <a:gd name="csY2" fmla="*/ 21 h 20"/>
                <a:gd name="csX3" fmla="*/ 29462 w 29461"/>
                <a:gd name="csY3" fmla="*/ 0 h 20"/>
                <a:gd name="csX4" fmla="*/ 0 w 29461"/>
                <a:gd name="csY4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20">
                  <a:moveTo>
                    <a:pt x="0" y="0"/>
                  </a:moveTo>
                  <a:lnTo>
                    <a:pt x="0" y="21"/>
                  </a:lnTo>
                  <a:lnTo>
                    <a:pt x="29462" y="21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8" name="Freeform 3297">
              <a:extLst>
                <a:ext uri="{FF2B5EF4-FFF2-40B4-BE49-F238E27FC236}">
                  <a16:creationId xmlns:a16="http://schemas.microsoft.com/office/drawing/2014/main" id="{B84C5BDA-9EB0-C34E-6175-DD5D30FBB1B6}"/>
                </a:ext>
              </a:extLst>
            </p:cNvPr>
            <p:cNvSpPr/>
            <p:nvPr/>
          </p:nvSpPr>
          <p:spPr>
            <a:xfrm>
              <a:off x="8361084" y="2688841"/>
              <a:ext cx="29454" cy="13"/>
            </a:xfrm>
            <a:custGeom>
              <a:avLst/>
              <a:gdLst>
                <a:gd name="csX0" fmla="*/ 0 w 29454"/>
                <a:gd name="csY0" fmla="*/ 0 h 13"/>
                <a:gd name="csX1" fmla="*/ 0 w 29454"/>
                <a:gd name="csY1" fmla="*/ 14 h 13"/>
                <a:gd name="csX2" fmla="*/ 29454 w 29454"/>
                <a:gd name="csY2" fmla="*/ 14 h 13"/>
                <a:gd name="csX3" fmla="*/ 29454 w 29454"/>
                <a:gd name="csY3" fmla="*/ 0 h 13"/>
                <a:gd name="csX4" fmla="*/ 0 w 29454"/>
                <a:gd name="csY4" fmla="*/ 0 h 13"/>
                <a:gd name="csX5" fmla="*/ 0 w 29454"/>
                <a:gd name="csY5" fmla="*/ 0 h 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13">
                  <a:moveTo>
                    <a:pt x="0" y="0"/>
                  </a:moveTo>
                  <a:lnTo>
                    <a:pt x="0" y="14"/>
                  </a:lnTo>
                  <a:lnTo>
                    <a:pt x="29454" y="14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299" name="Freeform 3298">
              <a:extLst>
                <a:ext uri="{FF2B5EF4-FFF2-40B4-BE49-F238E27FC236}">
                  <a16:creationId xmlns:a16="http://schemas.microsoft.com/office/drawing/2014/main" id="{71A413D6-BDA6-6236-32BE-9D32F3467AA4}"/>
                </a:ext>
              </a:extLst>
            </p:cNvPr>
            <p:cNvSpPr/>
            <p:nvPr/>
          </p:nvSpPr>
          <p:spPr>
            <a:xfrm>
              <a:off x="8361084" y="2688841"/>
              <a:ext cx="29454" cy="13"/>
            </a:xfrm>
            <a:custGeom>
              <a:avLst/>
              <a:gdLst>
                <a:gd name="csX0" fmla="*/ 0 w 29454"/>
                <a:gd name="csY0" fmla="*/ 0 h 13"/>
                <a:gd name="csX1" fmla="*/ 0 w 29454"/>
                <a:gd name="csY1" fmla="*/ 14 h 13"/>
                <a:gd name="csX2" fmla="*/ 29454 w 29454"/>
                <a:gd name="csY2" fmla="*/ 14 h 13"/>
                <a:gd name="csX3" fmla="*/ 29454 w 29454"/>
                <a:gd name="csY3" fmla="*/ 0 h 13"/>
                <a:gd name="csX4" fmla="*/ 0 w 29454"/>
                <a:gd name="csY4" fmla="*/ 0 h 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13">
                  <a:moveTo>
                    <a:pt x="0" y="0"/>
                  </a:moveTo>
                  <a:lnTo>
                    <a:pt x="0" y="14"/>
                  </a:lnTo>
                  <a:lnTo>
                    <a:pt x="29454" y="14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0" name="Oval 3299">
              <a:extLst>
                <a:ext uri="{FF2B5EF4-FFF2-40B4-BE49-F238E27FC236}">
                  <a16:creationId xmlns:a16="http://schemas.microsoft.com/office/drawing/2014/main" id="{D3180893-E13E-94B6-1AEE-CF5F8B7B430F}"/>
                </a:ext>
              </a:extLst>
            </p:cNvPr>
            <p:cNvSpPr/>
            <p:nvPr/>
          </p:nvSpPr>
          <p:spPr>
            <a:xfrm>
              <a:off x="6960437" y="268743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1" name="Oval 3300">
              <a:extLst>
                <a:ext uri="{FF2B5EF4-FFF2-40B4-BE49-F238E27FC236}">
                  <a16:creationId xmlns:a16="http://schemas.microsoft.com/office/drawing/2014/main" id="{5D141BDE-CEAC-0C4A-5E37-D290AD038E52}"/>
                </a:ext>
              </a:extLst>
            </p:cNvPr>
            <p:cNvSpPr/>
            <p:nvPr/>
          </p:nvSpPr>
          <p:spPr>
            <a:xfrm>
              <a:off x="6989894" y="268743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2" name="Oval 3301">
              <a:extLst>
                <a:ext uri="{FF2B5EF4-FFF2-40B4-BE49-F238E27FC236}">
                  <a16:creationId xmlns:a16="http://schemas.microsoft.com/office/drawing/2014/main" id="{F2AC7798-B5F7-A493-8FC8-48D60331599F}"/>
                </a:ext>
              </a:extLst>
            </p:cNvPr>
            <p:cNvSpPr/>
            <p:nvPr/>
          </p:nvSpPr>
          <p:spPr>
            <a:xfrm>
              <a:off x="7019352" y="268740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3" name="Oval 3302">
              <a:extLst>
                <a:ext uri="{FF2B5EF4-FFF2-40B4-BE49-F238E27FC236}">
                  <a16:creationId xmlns:a16="http://schemas.microsoft.com/office/drawing/2014/main" id="{5BFD02C4-DD66-4A87-34B9-4517A8649ACF}"/>
                </a:ext>
              </a:extLst>
            </p:cNvPr>
            <p:cNvSpPr/>
            <p:nvPr/>
          </p:nvSpPr>
          <p:spPr>
            <a:xfrm>
              <a:off x="7048810" y="268738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4" name="Oval 3303">
              <a:extLst>
                <a:ext uri="{FF2B5EF4-FFF2-40B4-BE49-F238E27FC236}">
                  <a16:creationId xmlns:a16="http://schemas.microsoft.com/office/drawing/2014/main" id="{D7F5A9C0-0CAC-413B-080F-880839D154C1}"/>
                </a:ext>
              </a:extLst>
            </p:cNvPr>
            <p:cNvSpPr/>
            <p:nvPr/>
          </p:nvSpPr>
          <p:spPr>
            <a:xfrm>
              <a:off x="7078268" y="268720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5" name="Oval 3304">
              <a:extLst>
                <a:ext uri="{FF2B5EF4-FFF2-40B4-BE49-F238E27FC236}">
                  <a16:creationId xmlns:a16="http://schemas.microsoft.com/office/drawing/2014/main" id="{B71500D0-C02D-0C8B-E87E-E29AFBDB0382}"/>
                </a:ext>
              </a:extLst>
            </p:cNvPr>
            <p:cNvSpPr/>
            <p:nvPr/>
          </p:nvSpPr>
          <p:spPr>
            <a:xfrm>
              <a:off x="7107726" y="268687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6" name="Oval 3305">
              <a:extLst>
                <a:ext uri="{FF2B5EF4-FFF2-40B4-BE49-F238E27FC236}">
                  <a16:creationId xmlns:a16="http://schemas.microsoft.com/office/drawing/2014/main" id="{42D5551E-334F-37BB-983C-A12E90404BE4}"/>
                </a:ext>
              </a:extLst>
            </p:cNvPr>
            <p:cNvSpPr/>
            <p:nvPr/>
          </p:nvSpPr>
          <p:spPr>
            <a:xfrm>
              <a:off x="7137184" y="268638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7" name="Oval 3306">
              <a:extLst>
                <a:ext uri="{FF2B5EF4-FFF2-40B4-BE49-F238E27FC236}">
                  <a16:creationId xmlns:a16="http://schemas.microsoft.com/office/drawing/2014/main" id="{5DBFCAD9-9447-F0ED-EDE5-F88A42BE37F1}"/>
                </a:ext>
              </a:extLst>
            </p:cNvPr>
            <p:cNvSpPr/>
            <p:nvPr/>
          </p:nvSpPr>
          <p:spPr>
            <a:xfrm>
              <a:off x="7166642" y="268567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8" name="Oval 3307">
              <a:extLst>
                <a:ext uri="{FF2B5EF4-FFF2-40B4-BE49-F238E27FC236}">
                  <a16:creationId xmlns:a16="http://schemas.microsoft.com/office/drawing/2014/main" id="{9EE50617-14B2-DA93-5137-C522217E4A0D}"/>
                </a:ext>
              </a:extLst>
            </p:cNvPr>
            <p:cNvSpPr/>
            <p:nvPr/>
          </p:nvSpPr>
          <p:spPr>
            <a:xfrm>
              <a:off x="7196100" y="268326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09" name="Oval 3308">
              <a:extLst>
                <a:ext uri="{FF2B5EF4-FFF2-40B4-BE49-F238E27FC236}">
                  <a16:creationId xmlns:a16="http://schemas.microsoft.com/office/drawing/2014/main" id="{30B42D04-6072-368E-FD42-8D228E0F413A}"/>
                </a:ext>
              </a:extLst>
            </p:cNvPr>
            <p:cNvSpPr/>
            <p:nvPr/>
          </p:nvSpPr>
          <p:spPr>
            <a:xfrm>
              <a:off x="7225557" y="267941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0" name="Oval 3309">
              <a:extLst>
                <a:ext uri="{FF2B5EF4-FFF2-40B4-BE49-F238E27FC236}">
                  <a16:creationId xmlns:a16="http://schemas.microsoft.com/office/drawing/2014/main" id="{3630BC20-226C-7556-1994-075AA8C22259}"/>
                </a:ext>
              </a:extLst>
            </p:cNvPr>
            <p:cNvSpPr/>
            <p:nvPr/>
          </p:nvSpPr>
          <p:spPr>
            <a:xfrm>
              <a:off x="7255015" y="267391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1" name="Oval 3310">
              <a:extLst>
                <a:ext uri="{FF2B5EF4-FFF2-40B4-BE49-F238E27FC236}">
                  <a16:creationId xmlns:a16="http://schemas.microsoft.com/office/drawing/2014/main" id="{AC7C39E7-5FE1-25BE-FF0A-BE0F44417F23}"/>
                </a:ext>
              </a:extLst>
            </p:cNvPr>
            <p:cNvSpPr/>
            <p:nvPr/>
          </p:nvSpPr>
          <p:spPr>
            <a:xfrm>
              <a:off x="7284473" y="266302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2" name="Oval 3311">
              <a:extLst>
                <a:ext uri="{FF2B5EF4-FFF2-40B4-BE49-F238E27FC236}">
                  <a16:creationId xmlns:a16="http://schemas.microsoft.com/office/drawing/2014/main" id="{C20B796A-84FE-F588-D3A4-330E765E5B4B}"/>
                </a:ext>
              </a:extLst>
            </p:cNvPr>
            <p:cNvSpPr/>
            <p:nvPr/>
          </p:nvSpPr>
          <p:spPr>
            <a:xfrm>
              <a:off x="7313931" y="264699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3" name="Oval 3312">
              <a:extLst>
                <a:ext uri="{FF2B5EF4-FFF2-40B4-BE49-F238E27FC236}">
                  <a16:creationId xmlns:a16="http://schemas.microsoft.com/office/drawing/2014/main" id="{00B138E5-6EB0-65AD-B8A2-1515E975E354}"/>
                </a:ext>
              </a:extLst>
            </p:cNvPr>
            <p:cNvSpPr/>
            <p:nvPr/>
          </p:nvSpPr>
          <p:spPr>
            <a:xfrm>
              <a:off x="7343389" y="262301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4" name="Oval 3313">
              <a:extLst>
                <a:ext uri="{FF2B5EF4-FFF2-40B4-BE49-F238E27FC236}">
                  <a16:creationId xmlns:a16="http://schemas.microsoft.com/office/drawing/2014/main" id="{6F017F1F-E548-21A5-8B4F-38543E18618E}"/>
                </a:ext>
              </a:extLst>
            </p:cNvPr>
            <p:cNvSpPr/>
            <p:nvPr/>
          </p:nvSpPr>
          <p:spPr>
            <a:xfrm>
              <a:off x="7372847" y="258553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5" name="Oval 3314">
              <a:extLst>
                <a:ext uri="{FF2B5EF4-FFF2-40B4-BE49-F238E27FC236}">
                  <a16:creationId xmlns:a16="http://schemas.microsoft.com/office/drawing/2014/main" id="{DA95456A-7B6A-DB4E-E28D-7B507403F878}"/>
                </a:ext>
              </a:extLst>
            </p:cNvPr>
            <p:cNvSpPr/>
            <p:nvPr/>
          </p:nvSpPr>
          <p:spPr>
            <a:xfrm>
              <a:off x="7402305" y="253620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6" name="Oval 3315">
              <a:extLst>
                <a:ext uri="{FF2B5EF4-FFF2-40B4-BE49-F238E27FC236}">
                  <a16:creationId xmlns:a16="http://schemas.microsoft.com/office/drawing/2014/main" id="{EFAEF3F4-7182-073E-0018-826D296C586A}"/>
                </a:ext>
              </a:extLst>
            </p:cNvPr>
            <p:cNvSpPr/>
            <p:nvPr/>
          </p:nvSpPr>
          <p:spPr>
            <a:xfrm>
              <a:off x="7431763" y="247235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7" name="Oval 3316">
              <a:extLst>
                <a:ext uri="{FF2B5EF4-FFF2-40B4-BE49-F238E27FC236}">
                  <a16:creationId xmlns:a16="http://schemas.microsoft.com/office/drawing/2014/main" id="{04CB1CFD-8363-9C83-EF24-D0264FA73262}"/>
                </a:ext>
              </a:extLst>
            </p:cNvPr>
            <p:cNvSpPr/>
            <p:nvPr/>
          </p:nvSpPr>
          <p:spPr>
            <a:xfrm>
              <a:off x="7461220" y="239502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8" name="Oval 3317">
              <a:extLst>
                <a:ext uri="{FF2B5EF4-FFF2-40B4-BE49-F238E27FC236}">
                  <a16:creationId xmlns:a16="http://schemas.microsoft.com/office/drawing/2014/main" id="{E4EAE01C-A450-2530-F243-B51A62F74872}"/>
                </a:ext>
              </a:extLst>
            </p:cNvPr>
            <p:cNvSpPr/>
            <p:nvPr/>
          </p:nvSpPr>
          <p:spPr>
            <a:xfrm>
              <a:off x="7490677" y="229823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19" name="Oval 3318">
              <a:extLst>
                <a:ext uri="{FF2B5EF4-FFF2-40B4-BE49-F238E27FC236}">
                  <a16:creationId xmlns:a16="http://schemas.microsoft.com/office/drawing/2014/main" id="{567975D1-0DB2-3D47-8551-DDDD2F1FF6D7}"/>
                </a:ext>
              </a:extLst>
            </p:cNvPr>
            <p:cNvSpPr/>
            <p:nvPr/>
          </p:nvSpPr>
          <p:spPr>
            <a:xfrm>
              <a:off x="7520138" y="2193837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0" name="Oval 3319">
              <a:extLst>
                <a:ext uri="{FF2B5EF4-FFF2-40B4-BE49-F238E27FC236}">
                  <a16:creationId xmlns:a16="http://schemas.microsoft.com/office/drawing/2014/main" id="{1FD1EE85-639E-A581-332F-9C0B1465820A}"/>
                </a:ext>
              </a:extLst>
            </p:cNvPr>
            <p:cNvSpPr/>
            <p:nvPr/>
          </p:nvSpPr>
          <p:spPr>
            <a:xfrm>
              <a:off x="7549593" y="208266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1" name="Oval 3320">
              <a:extLst>
                <a:ext uri="{FF2B5EF4-FFF2-40B4-BE49-F238E27FC236}">
                  <a16:creationId xmlns:a16="http://schemas.microsoft.com/office/drawing/2014/main" id="{1EB99E87-FFD2-5D4B-7693-037905C1A635}"/>
                </a:ext>
              </a:extLst>
            </p:cNvPr>
            <p:cNvSpPr/>
            <p:nvPr/>
          </p:nvSpPr>
          <p:spPr>
            <a:xfrm>
              <a:off x="7579054" y="198013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2" name="Oval 3321">
              <a:extLst>
                <a:ext uri="{FF2B5EF4-FFF2-40B4-BE49-F238E27FC236}">
                  <a16:creationId xmlns:a16="http://schemas.microsoft.com/office/drawing/2014/main" id="{B98411D1-D056-CC5A-9DA3-E9D7E4EE3DDA}"/>
                </a:ext>
              </a:extLst>
            </p:cNvPr>
            <p:cNvSpPr/>
            <p:nvPr/>
          </p:nvSpPr>
          <p:spPr>
            <a:xfrm>
              <a:off x="7608509" y="189196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3" name="Oval 3322">
              <a:extLst>
                <a:ext uri="{FF2B5EF4-FFF2-40B4-BE49-F238E27FC236}">
                  <a16:creationId xmlns:a16="http://schemas.microsoft.com/office/drawing/2014/main" id="{2356D538-CF22-DA0A-8C24-96424C87660C}"/>
                </a:ext>
              </a:extLst>
            </p:cNvPr>
            <p:cNvSpPr/>
            <p:nvPr/>
          </p:nvSpPr>
          <p:spPr>
            <a:xfrm>
              <a:off x="7637970" y="182601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4" name="Oval 3323">
              <a:extLst>
                <a:ext uri="{FF2B5EF4-FFF2-40B4-BE49-F238E27FC236}">
                  <a16:creationId xmlns:a16="http://schemas.microsoft.com/office/drawing/2014/main" id="{717356F0-00A8-FC0D-8F9E-0543E77FF26A}"/>
                </a:ext>
              </a:extLst>
            </p:cNvPr>
            <p:cNvSpPr/>
            <p:nvPr/>
          </p:nvSpPr>
          <p:spPr>
            <a:xfrm>
              <a:off x="7667424" y="179113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5" name="Oval 3324">
              <a:extLst>
                <a:ext uri="{FF2B5EF4-FFF2-40B4-BE49-F238E27FC236}">
                  <a16:creationId xmlns:a16="http://schemas.microsoft.com/office/drawing/2014/main" id="{4B2739CB-C0FE-7A51-7864-65CF63DE69B4}"/>
                </a:ext>
              </a:extLst>
            </p:cNvPr>
            <p:cNvSpPr/>
            <p:nvPr/>
          </p:nvSpPr>
          <p:spPr>
            <a:xfrm>
              <a:off x="7696886" y="178821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6" name="Oval 3325">
              <a:extLst>
                <a:ext uri="{FF2B5EF4-FFF2-40B4-BE49-F238E27FC236}">
                  <a16:creationId xmlns:a16="http://schemas.microsoft.com/office/drawing/2014/main" id="{F66A1003-C652-DDCF-AA6B-C84D53454284}"/>
                </a:ext>
              </a:extLst>
            </p:cNvPr>
            <p:cNvSpPr/>
            <p:nvPr/>
          </p:nvSpPr>
          <p:spPr>
            <a:xfrm>
              <a:off x="7726340" y="182419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7" name="Oval 3326">
              <a:extLst>
                <a:ext uri="{FF2B5EF4-FFF2-40B4-BE49-F238E27FC236}">
                  <a16:creationId xmlns:a16="http://schemas.microsoft.com/office/drawing/2014/main" id="{7AEE630E-3501-9F26-1425-2083191D73CF}"/>
                </a:ext>
              </a:extLst>
            </p:cNvPr>
            <p:cNvSpPr/>
            <p:nvPr/>
          </p:nvSpPr>
          <p:spPr>
            <a:xfrm>
              <a:off x="7755802" y="1887477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8" name="Oval 3327">
              <a:extLst>
                <a:ext uri="{FF2B5EF4-FFF2-40B4-BE49-F238E27FC236}">
                  <a16:creationId xmlns:a16="http://schemas.microsoft.com/office/drawing/2014/main" id="{3BE309C4-55ED-2EE6-7466-6C3CDE91517F}"/>
                </a:ext>
              </a:extLst>
            </p:cNvPr>
            <p:cNvSpPr/>
            <p:nvPr/>
          </p:nvSpPr>
          <p:spPr>
            <a:xfrm>
              <a:off x="7785256" y="198227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29" name="Oval 3328">
              <a:extLst>
                <a:ext uri="{FF2B5EF4-FFF2-40B4-BE49-F238E27FC236}">
                  <a16:creationId xmlns:a16="http://schemas.microsoft.com/office/drawing/2014/main" id="{B36EF5B1-EA8E-E1E7-04D4-8598A09B011B}"/>
                </a:ext>
              </a:extLst>
            </p:cNvPr>
            <p:cNvSpPr/>
            <p:nvPr/>
          </p:nvSpPr>
          <p:spPr>
            <a:xfrm>
              <a:off x="7814718" y="209012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0" name="Oval 3329">
              <a:extLst>
                <a:ext uri="{FF2B5EF4-FFF2-40B4-BE49-F238E27FC236}">
                  <a16:creationId xmlns:a16="http://schemas.microsoft.com/office/drawing/2014/main" id="{689E4BE4-82BB-917C-8A6E-F5679D7524F6}"/>
                </a:ext>
              </a:extLst>
            </p:cNvPr>
            <p:cNvSpPr/>
            <p:nvPr/>
          </p:nvSpPr>
          <p:spPr>
            <a:xfrm>
              <a:off x="7844172" y="219661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1" name="Oval 3330">
              <a:extLst>
                <a:ext uri="{FF2B5EF4-FFF2-40B4-BE49-F238E27FC236}">
                  <a16:creationId xmlns:a16="http://schemas.microsoft.com/office/drawing/2014/main" id="{B781914F-CF6D-EF61-7D32-1A9C22B263F6}"/>
                </a:ext>
              </a:extLst>
            </p:cNvPr>
            <p:cNvSpPr/>
            <p:nvPr/>
          </p:nvSpPr>
          <p:spPr>
            <a:xfrm>
              <a:off x="7873634" y="229696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2" name="Oval 3331">
              <a:extLst>
                <a:ext uri="{FF2B5EF4-FFF2-40B4-BE49-F238E27FC236}">
                  <a16:creationId xmlns:a16="http://schemas.microsoft.com/office/drawing/2014/main" id="{30CAE3DA-C19C-434C-7F62-06FEFDB359BF}"/>
                </a:ext>
              </a:extLst>
            </p:cNvPr>
            <p:cNvSpPr/>
            <p:nvPr/>
          </p:nvSpPr>
          <p:spPr>
            <a:xfrm>
              <a:off x="7903088" y="239520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3" name="Oval 3332">
              <a:extLst>
                <a:ext uri="{FF2B5EF4-FFF2-40B4-BE49-F238E27FC236}">
                  <a16:creationId xmlns:a16="http://schemas.microsoft.com/office/drawing/2014/main" id="{D76B426A-028F-B4C8-FF75-0215DD7B3AEC}"/>
                </a:ext>
              </a:extLst>
            </p:cNvPr>
            <p:cNvSpPr/>
            <p:nvPr/>
          </p:nvSpPr>
          <p:spPr>
            <a:xfrm>
              <a:off x="7932550" y="247124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4" name="Oval 3333">
              <a:extLst>
                <a:ext uri="{FF2B5EF4-FFF2-40B4-BE49-F238E27FC236}">
                  <a16:creationId xmlns:a16="http://schemas.microsoft.com/office/drawing/2014/main" id="{9AA448FC-4EF5-2BCE-3B2B-39BC53DFBC96}"/>
                </a:ext>
              </a:extLst>
            </p:cNvPr>
            <p:cNvSpPr/>
            <p:nvPr/>
          </p:nvSpPr>
          <p:spPr>
            <a:xfrm>
              <a:off x="7962004" y="253925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5" name="Oval 3334">
              <a:extLst>
                <a:ext uri="{FF2B5EF4-FFF2-40B4-BE49-F238E27FC236}">
                  <a16:creationId xmlns:a16="http://schemas.microsoft.com/office/drawing/2014/main" id="{CCC4EE89-6944-37AB-E2EC-D138B82DC523}"/>
                </a:ext>
              </a:extLst>
            </p:cNvPr>
            <p:cNvSpPr/>
            <p:nvPr/>
          </p:nvSpPr>
          <p:spPr>
            <a:xfrm>
              <a:off x="7991466" y="258776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6" name="Oval 3335">
              <a:extLst>
                <a:ext uri="{FF2B5EF4-FFF2-40B4-BE49-F238E27FC236}">
                  <a16:creationId xmlns:a16="http://schemas.microsoft.com/office/drawing/2014/main" id="{3FCBBED3-6348-B8C7-F0EE-81BF5D122598}"/>
                </a:ext>
              </a:extLst>
            </p:cNvPr>
            <p:cNvSpPr/>
            <p:nvPr/>
          </p:nvSpPr>
          <p:spPr>
            <a:xfrm>
              <a:off x="8020920" y="2622457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7" name="Oval 3336">
              <a:extLst>
                <a:ext uri="{FF2B5EF4-FFF2-40B4-BE49-F238E27FC236}">
                  <a16:creationId xmlns:a16="http://schemas.microsoft.com/office/drawing/2014/main" id="{8480DFD9-3C11-29B3-9D20-6520F760C57E}"/>
                </a:ext>
              </a:extLst>
            </p:cNvPr>
            <p:cNvSpPr/>
            <p:nvPr/>
          </p:nvSpPr>
          <p:spPr>
            <a:xfrm>
              <a:off x="8050375" y="2646963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8" name="Oval 3337">
              <a:extLst>
                <a:ext uri="{FF2B5EF4-FFF2-40B4-BE49-F238E27FC236}">
                  <a16:creationId xmlns:a16="http://schemas.microsoft.com/office/drawing/2014/main" id="{F9F0070E-41A4-B0C4-C2B5-39EF7F3DE7F0}"/>
                </a:ext>
              </a:extLst>
            </p:cNvPr>
            <p:cNvSpPr/>
            <p:nvPr/>
          </p:nvSpPr>
          <p:spPr>
            <a:xfrm>
              <a:off x="8079836" y="266469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9" name="Oval 3338">
              <a:extLst>
                <a:ext uri="{FF2B5EF4-FFF2-40B4-BE49-F238E27FC236}">
                  <a16:creationId xmlns:a16="http://schemas.microsoft.com/office/drawing/2014/main" id="{B8B2B920-9449-487C-AD9D-8962CCDF522D}"/>
                </a:ext>
              </a:extLst>
            </p:cNvPr>
            <p:cNvSpPr/>
            <p:nvPr/>
          </p:nvSpPr>
          <p:spPr>
            <a:xfrm>
              <a:off x="8109290" y="267352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0" name="Oval 3339">
              <a:extLst>
                <a:ext uri="{FF2B5EF4-FFF2-40B4-BE49-F238E27FC236}">
                  <a16:creationId xmlns:a16="http://schemas.microsoft.com/office/drawing/2014/main" id="{6BC5772F-79DB-06B3-1462-36D7A2961AAD}"/>
                </a:ext>
              </a:extLst>
            </p:cNvPr>
            <p:cNvSpPr/>
            <p:nvPr/>
          </p:nvSpPr>
          <p:spPr>
            <a:xfrm>
              <a:off x="8138752" y="2680221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1" name="Oval 3340">
              <a:extLst>
                <a:ext uri="{FF2B5EF4-FFF2-40B4-BE49-F238E27FC236}">
                  <a16:creationId xmlns:a16="http://schemas.microsoft.com/office/drawing/2014/main" id="{B51BBFB9-1321-A3BF-2CBF-F90E04DB77DB}"/>
                </a:ext>
              </a:extLst>
            </p:cNvPr>
            <p:cNvSpPr/>
            <p:nvPr/>
          </p:nvSpPr>
          <p:spPr>
            <a:xfrm>
              <a:off x="8168206" y="268371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2" name="Oval 3341">
              <a:extLst>
                <a:ext uri="{FF2B5EF4-FFF2-40B4-BE49-F238E27FC236}">
                  <a16:creationId xmlns:a16="http://schemas.microsoft.com/office/drawing/2014/main" id="{BB4B2F92-619B-35D4-DD9E-18B17B0E7300}"/>
                </a:ext>
              </a:extLst>
            </p:cNvPr>
            <p:cNvSpPr/>
            <p:nvPr/>
          </p:nvSpPr>
          <p:spPr>
            <a:xfrm>
              <a:off x="8197668" y="2685442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3" name="Oval 3342">
              <a:extLst>
                <a:ext uri="{FF2B5EF4-FFF2-40B4-BE49-F238E27FC236}">
                  <a16:creationId xmlns:a16="http://schemas.microsoft.com/office/drawing/2014/main" id="{9DE3D31F-3925-1F4D-A638-FC8FAA763A2A}"/>
                </a:ext>
              </a:extLst>
            </p:cNvPr>
            <p:cNvSpPr/>
            <p:nvPr/>
          </p:nvSpPr>
          <p:spPr>
            <a:xfrm>
              <a:off x="8227122" y="2686329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4" name="Oval 3343">
              <a:extLst>
                <a:ext uri="{FF2B5EF4-FFF2-40B4-BE49-F238E27FC236}">
                  <a16:creationId xmlns:a16="http://schemas.microsoft.com/office/drawing/2014/main" id="{4686DE5B-F116-1C83-44A1-E9C2DEC93AF8}"/>
                </a:ext>
              </a:extLst>
            </p:cNvPr>
            <p:cNvSpPr/>
            <p:nvPr/>
          </p:nvSpPr>
          <p:spPr>
            <a:xfrm>
              <a:off x="8256584" y="268698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5" name="Oval 3344">
              <a:extLst>
                <a:ext uri="{FF2B5EF4-FFF2-40B4-BE49-F238E27FC236}">
                  <a16:creationId xmlns:a16="http://schemas.microsoft.com/office/drawing/2014/main" id="{1D4C236C-0CCA-A8DC-2648-8C953334F9EE}"/>
                </a:ext>
              </a:extLst>
            </p:cNvPr>
            <p:cNvSpPr/>
            <p:nvPr/>
          </p:nvSpPr>
          <p:spPr>
            <a:xfrm>
              <a:off x="8286038" y="268727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6" name="Oval 3345">
              <a:extLst>
                <a:ext uri="{FF2B5EF4-FFF2-40B4-BE49-F238E27FC236}">
                  <a16:creationId xmlns:a16="http://schemas.microsoft.com/office/drawing/2014/main" id="{08410EB8-F43A-567B-11A9-F8FFB1B3383C}"/>
                </a:ext>
              </a:extLst>
            </p:cNvPr>
            <p:cNvSpPr/>
            <p:nvPr/>
          </p:nvSpPr>
          <p:spPr>
            <a:xfrm>
              <a:off x="8315500" y="2687424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7" name="Oval 3346">
              <a:extLst>
                <a:ext uri="{FF2B5EF4-FFF2-40B4-BE49-F238E27FC236}">
                  <a16:creationId xmlns:a16="http://schemas.microsoft.com/office/drawing/2014/main" id="{E7ACD455-77D8-E1E1-119C-1768ECA92F64}"/>
                </a:ext>
              </a:extLst>
            </p:cNvPr>
            <p:cNvSpPr/>
            <p:nvPr/>
          </p:nvSpPr>
          <p:spPr>
            <a:xfrm>
              <a:off x="8344954" y="2687438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8" name="Oval 3347">
              <a:extLst>
                <a:ext uri="{FF2B5EF4-FFF2-40B4-BE49-F238E27FC236}">
                  <a16:creationId xmlns:a16="http://schemas.microsoft.com/office/drawing/2014/main" id="{30FEE5D4-8A5E-3EE0-58D0-8709FF1EDDBD}"/>
                </a:ext>
              </a:extLst>
            </p:cNvPr>
            <p:cNvSpPr/>
            <p:nvPr/>
          </p:nvSpPr>
          <p:spPr>
            <a:xfrm>
              <a:off x="8374416" y="2687445"/>
              <a:ext cx="2791" cy="279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501" name="Group 3500">
            <a:extLst>
              <a:ext uri="{FF2B5EF4-FFF2-40B4-BE49-F238E27FC236}">
                <a16:creationId xmlns:a16="http://schemas.microsoft.com/office/drawing/2014/main" id="{8FFADBBC-B79F-017C-9F67-F0644226F6DF}"/>
              </a:ext>
            </a:extLst>
          </p:cNvPr>
          <p:cNvGrpSpPr/>
          <p:nvPr/>
        </p:nvGrpSpPr>
        <p:grpSpPr>
          <a:xfrm>
            <a:off x="6947103" y="1932707"/>
            <a:ext cx="1472897" cy="757543"/>
            <a:chOff x="6947103" y="1932707"/>
            <a:chExt cx="1472897" cy="757543"/>
          </a:xfrm>
        </p:grpSpPr>
        <p:sp>
          <p:nvSpPr>
            <p:cNvPr id="3349" name="Freeform 3348">
              <a:extLst>
                <a:ext uri="{FF2B5EF4-FFF2-40B4-BE49-F238E27FC236}">
                  <a16:creationId xmlns:a16="http://schemas.microsoft.com/office/drawing/2014/main" id="{F98F19C8-4610-E51A-0AA3-9E68B5EAD65A}"/>
                </a:ext>
              </a:extLst>
            </p:cNvPr>
            <p:cNvSpPr/>
            <p:nvPr/>
          </p:nvSpPr>
          <p:spPr>
            <a:xfrm>
              <a:off x="6947103" y="2688778"/>
              <a:ext cx="29457" cy="76"/>
            </a:xfrm>
            <a:custGeom>
              <a:avLst/>
              <a:gdLst>
                <a:gd name="csX0" fmla="*/ 0 w 29457"/>
                <a:gd name="csY0" fmla="*/ 0 h 76"/>
                <a:gd name="csX1" fmla="*/ 0 w 29457"/>
                <a:gd name="csY1" fmla="*/ 77 h 76"/>
                <a:gd name="csX2" fmla="*/ 29458 w 29457"/>
                <a:gd name="csY2" fmla="*/ 77 h 76"/>
                <a:gd name="csX3" fmla="*/ 29458 w 29457"/>
                <a:gd name="csY3" fmla="*/ 0 h 76"/>
                <a:gd name="csX4" fmla="*/ 0 w 29457"/>
                <a:gd name="csY4" fmla="*/ 0 h 76"/>
                <a:gd name="csX5" fmla="*/ 0 w 29457"/>
                <a:gd name="csY5" fmla="*/ 0 h 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6">
                  <a:moveTo>
                    <a:pt x="0" y="0"/>
                  </a:moveTo>
                  <a:lnTo>
                    <a:pt x="0" y="77"/>
                  </a:lnTo>
                  <a:lnTo>
                    <a:pt x="29458" y="77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0" name="Freeform 3349">
              <a:extLst>
                <a:ext uri="{FF2B5EF4-FFF2-40B4-BE49-F238E27FC236}">
                  <a16:creationId xmlns:a16="http://schemas.microsoft.com/office/drawing/2014/main" id="{59CC741C-ED0C-6E2B-811F-F485E93C3E7D}"/>
                </a:ext>
              </a:extLst>
            </p:cNvPr>
            <p:cNvSpPr/>
            <p:nvPr/>
          </p:nvSpPr>
          <p:spPr>
            <a:xfrm>
              <a:off x="6947103" y="2688778"/>
              <a:ext cx="29457" cy="76"/>
            </a:xfrm>
            <a:custGeom>
              <a:avLst/>
              <a:gdLst>
                <a:gd name="csX0" fmla="*/ 0 w 29457"/>
                <a:gd name="csY0" fmla="*/ 0 h 76"/>
                <a:gd name="csX1" fmla="*/ 0 w 29457"/>
                <a:gd name="csY1" fmla="*/ 77 h 76"/>
                <a:gd name="csX2" fmla="*/ 29458 w 29457"/>
                <a:gd name="csY2" fmla="*/ 77 h 76"/>
                <a:gd name="csX3" fmla="*/ 29458 w 29457"/>
                <a:gd name="csY3" fmla="*/ 0 h 76"/>
                <a:gd name="csX4" fmla="*/ 0 w 29457"/>
                <a:gd name="csY4" fmla="*/ 0 h 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6">
                  <a:moveTo>
                    <a:pt x="0" y="0"/>
                  </a:moveTo>
                  <a:lnTo>
                    <a:pt x="0" y="77"/>
                  </a:lnTo>
                  <a:lnTo>
                    <a:pt x="29458" y="77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1" name="Freeform 3350">
              <a:extLst>
                <a:ext uri="{FF2B5EF4-FFF2-40B4-BE49-F238E27FC236}">
                  <a16:creationId xmlns:a16="http://schemas.microsoft.com/office/drawing/2014/main" id="{3B5C19FE-E61A-C06B-C59D-C4CC298AEEBF}"/>
                </a:ext>
              </a:extLst>
            </p:cNvPr>
            <p:cNvSpPr/>
            <p:nvPr/>
          </p:nvSpPr>
          <p:spPr>
            <a:xfrm>
              <a:off x="6976561" y="2687515"/>
              <a:ext cx="29457" cy="1340"/>
            </a:xfrm>
            <a:custGeom>
              <a:avLst/>
              <a:gdLst>
                <a:gd name="csX0" fmla="*/ 0 w 29457"/>
                <a:gd name="csY0" fmla="*/ 0 h 1340"/>
                <a:gd name="csX1" fmla="*/ 0 w 29457"/>
                <a:gd name="csY1" fmla="*/ 1340 h 1340"/>
                <a:gd name="csX2" fmla="*/ 29458 w 29457"/>
                <a:gd name="csY2" fmla="*/ 1340 h 1340"/>
                <a:gd name="csX3" fmla="*/ 29458 w 29457"/>
                <a:gd name="csY3" fmla="*/ 0 h 1340"/>
                <a:gd name="csX4" fmla="*/ 0 w 29457"/>
                <a:gd name="csY4" fmla="*/ 0 h 1340"/>
                <a:gd name="csX5" fmla="*/ 0 w 29457"/>
                <a:gd name="csY5" fmla="*/ 0 h 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340">
                  <a:moveTo>
                    <a:pt x="0" y="0"/>
                  </a:moveTo>
                  <a:lnTo>
                    <a:pt x="0" y="1340"/>
                  </a:lnTo>
                  <a:lnTo>
                    <a:pt x="29458" y="1340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2" name="Freeform 3351">
              <a:extLst>
                <a:ext uri="{FF2B5EF4-FFF2-40B4-BE49-F238E27FC236}">
                  <a16:creationId xmlns:a16="http://schemas.microsoft.com/office/drawing/2014/main" id="{1F521DE8-4F65-81F0-BA0A-558C3A2A6CA6}"/>
                </a:ext>
              </a:extLst>
            </p:cNvPr>
            <p:cNvSpPr/>
            <p:nvPr/>
          </p:nvSpPr>
          <p:spPr>
            <a:xfrm>
              <a:off x="6976561" y="2687515"/>
              <a:ext cx="29457" cy="1340"/>
            </a:xfrm>
            <a:custGeom>
              <a:avLst/>
              <a:gdLst>
                <a:gd name="csX0" fmla="*/ 0 w 29457"/>
                <a:gd name="csY0" fmla="*/ 0 h 1340"/>
                <a:gd name="csX1" fmla="*/ 0 w 29457"/>
                <a:gd name="csY1" fmla="*/ 1340 h 1340"/>
                <a:gd name="csX2" fmla="*/ 29458 w 29457"/>
                <a:gd name="csY2" fmla="*/ 1340 h 1340"/>
                <a:gd name="csX3" fmla="*/ 29458 w 29457"/>
                <a:gd name="csY3" fmla="*/ 0 h 1340"/>
                <a:gd name="csX4" fmla="*/ 0 w 29457"/>
                <a:gd name="csY4" fmla="*/ 0 h 1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340">
                  <a:moveTo>
                    <a:pt x="0" y="0"/>
                  </a:moveTo>
                  <a:lnTo>
                    <a:pt x="0" y="1340"/>
                  </a:lnTo>
                  <a:lnTo>
                    <a:pt x="29458" y="1340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3" name="Freeform 3352">
              <a:extLst>
                <a:ext uri="{FF2B5EF4-FFF2-40B4-BE49-F238E27FC236}">
                  <a16:creationId xmlns:a16="http://schemas.microsoft.com/office/drawing/2014/main" id="{6627D134-C7C7-659E-7168-592AE96C5E90}"/>
                </a:ext>
              </a:extLst>
            </p:cNvPr>
            <p:cNvSpPr/>
            <p:nvPr/>
          </p:nvSpPr>
          <p:spPr>
            <a:xfrm>
              <a:off x="7006019" y="2679502"/>
              <a:ext cx="29457" cy="9352"/>
            </a:xfrm>
            <a:custGeom>
              <a:avLst/>
              <a:gdLst>
                <a:gd name="csX0" fmla="*/ 0 w 29457"/>
                <a:gd name="csY0" fmla="*/ 0 h 9352"/>
                <a:gd name="csX1" fmla="*/ 0 w 29457"/>
                <a:gd name="csY1" fmla="*/ 9353 h 9352"/>
                <a:gd name="csX2" fmla="*/ 29458 w 29457"/>
                <a:gd name="csY2" fmla="*/ 9353 h 9352"/>
                <a:gd name="csX3" fmla="*/ 29458 w 29457"/>
                <a:gd name="csY3" fmla="*/ 0 h 9352"/>
                <a:gd name="csX4" fmla="*/ 0 w 29457"/>
                <a:gd name="csY4" fmla="*/ 0 h 9352"/>
                <a:gd name="csX5" fmla="*/ 0 w 29457"/>
                <a:gd name="csY5" fmla="*/ 0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9352">
                  <a:moveTo>
                    <a:pt x="0" y="0"/>
                  </a:moveTo>
                  <a:lnTo>
                    <a:pt x="0" y="9353"/>
                  </a:lnTo>
                  <a:lnTo>
                    <a:pt x="29458" y="9353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4" name="Freeform 3353">
              <a:extLst>
                <a:ext uri="{FF2B5EF4-FFF2-40B4-BE49-F238E27FC236}">
                  <a16:creationId xmlns:a16="http://schemas.microsoft.com/office/drawing/2014/main" id="{07299A32-6A06-2BCE-3276-143961741F50}"/>
                </a:ext>
              </a:extLst>
            </p:cNvPr>
            <p:cNvSpPr/>
            <p:nvPr/>
          </p:nvSpPr>
          <p:spPr>
            <a:xfrm>
              <a:off x="7006019" y="2679502"/>
              <a:ext cx="29457" cy="9352"/>
            </a:xfrm>
            <a:custGeom>
              <a:avLst/>
              <a:gdLst>
                <a:gd name="csX0" fmla="*/ 0 w 29457"/>
                <a:gd name="csY0" fmla="*/ 0 h 9352"/>
                <a:gd name="csX1" fmla="*/ 0 w 29457"/>
                <a:gd name="csY1" fmla="*/ 9353 h 9352"/>
                <a:gd name="csX2" fmla="*/ 29458 w 29457"/>
                <a:gd name="csY2" fmla="*/ 9353 h 9352"/>
                <a:gd name="csX3" fmla="*/ 29458 w 29457"/>
                <a:gd name="csY3" fmla="*/ 0 h 9352"/>
                <a:gd name="csX4" fmla="*/ 0 w 29457"/>
                <a:gd name="csY4" fmla="*/ 0 h 9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9352">
                  <a:moveTo>
                    <a:pt x="0" y="0"/>
                  </a:moveTo>
                  <a:lnTo>
                    <a:pt x="0" y="9353"/>
                  </a:lnTo>
                  <a:lnTo>
                    <a:pt x="29458" y="9353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5" name="Freeform 3354">
              <a:extLst>
                <a:ext uri="{FF2B5EF4-FFF2-40B4-BE49-F238E27FC236}">
                  <a16:creationId xmlns:a16="http://schemas.microsoft.com/office/drawing/2014/main" id="{E4B4DD71-489F-41C7-EE2B-89FB648CB192}"/>
                </a:ext>
              </a:extLst>
            </p:cNvPr>
            <p:cNvSpPr/>
            <p:nvPr/>
          </p:nvSpPr>
          <p:spPr>
            <a:xfrm>
              <a:off x="7035477" y="2653454"/>
              <a:ext cx="29457" cy="35401"/>
            </a:xfrm>
            <a:custGeom>
              <a:avLst/>
              <a:gdLst>
                <a:gd name="csX0" fmla="*/ 0 w 29457"/>
                <a:gd name="csY0" fmla="*/ 0 h 35401"/>
                <a:gd name="csX1" fmla="*/ 0 w 29457"/>
                <a:gd name="csY1" fmla="*/ 35401 h 35401"/>
                <a:gd name="csX2" fmla="*/ 29458 w 29457"/>
                <a:gd name="csY2" fmla="*/ 35401 h 35401"/>
                <a:gd name="csX3" fmla="*/ 29458 w 29457"/>
                <a:gd name="csY3" fmla="*/ 0 h 35401"/>
                <a:gd name="csX4" fmla="*/ 0 w 29457"/>
                <a:gd name="csY4" fmla="*/ 0 h 35401"/>
                <a:gd name="csX5" fmla="*/ 0 w 29457"/>
                <a:gd name="csY5" fmla="*/ 0 h 35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35401">
                  <a:moveTo>
                    <a:pt x="0" y="0"/>
                  </a:moveTo>
                  <a:lnTo>
                    <a:pt x="0" y="35401"/>
                  </a:lnTo>
                  <a:lnTo>
                    <a:pt x="29458" y="3540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6" name="Freeform 3355">
              <a:extLst>
                <a:ext uri="{FF2B5EF4-FFF2-40B4-BE49-F238E27FC236}">
                  <a16:creationId xmlns:a16="http://schemas.microsoft.com/office/drawing/2014/main" id="{23F01D0E-DA19-98B7-5A2D-6914E69D82BC}"/>
                </a:ext>
              </a:extLst>
            </p:cNvPr>
            <p:cNvSpPr/>
            <p:nvPr/>
          </p:nvSpPr>
          <p:spPr>
            <a:xfrm>
              <a:off x="7035477" y="2653454"/>
              <a:ext cx="29457" cy="35401"/>
            </a:xfrm>
            <a:custGeom>
              <a:avLst/>
              <a:gdLst>
                <a:gd name="csX0" fmla="*/ 0 w 29457"/>
                <a:gd name="csY0" fmla="*/ 0 h 35401"/>
                <a:gd name="csX1" fmla="*/ 0 w 29457"/>
                <a:gd name="csY1" fmla="*/ 35401 h 35401"/>
                <a:gd name="csX2" fmla="*/ 29458 w 29457"/>
                <a:gd name="csY2" fmla="*/ 35401 h 35401"/>
                <a:gd name="csX3" fmla="*/ 29458 w 29457"/>
                <a:gd name="csY3" fmla="*/ 0 h 35401"/>
                <a:gd name="csX4" fmla="*/ 0 w 29457"/>
                <a:gd name="csY4" fmla="*/ 0 h 35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35401">
                  <a:moveTo>
                    <a:pt x="0" y="0"/>
                  </a:moveTo>
                  <a:lnTo>
                    <a:pt x="0" y="35401"/>
                  </a:lnTo>
                  <a:lnTo>
                    <a:pt x="29458" y="3540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7" name="Freeform 3356">
              <a:extLst>
                <a:ext uri="{FF2B5EF4-FFF2-40B4-BE49-F238E27FC236}">
                  <a16:creationId xmlns:a16="http://schemas.microsoft.com/office/drawing/2014/main" id="{0AEDCE22-E69D-62E2-7EBF-57E5627B214B}"/>
                </a:ext>
              </a:extLst>
            </p:cNvPr>
            <p:cNvSpPr/>
            <p:nvPr/>
          </p:nvSpPr>
          <p:spPr>
            <a:xfrm>
              <a:off x="7064935" y="2600534"/>
              <a:ext cx="29457" cy="88321"/>
            </a:xfrm>
            <a:custGeom>
              <a:avLst/>
              <a:gdLst>
                <a:gd name="csX0" fmla="*/ 0 w 29457"/>
                <a:gd name="csY0" fmla="*/ 0 h 88321"/>
                <a:gd name="csX1" fmla="*/ 0 w 29457"/>
                <a:gd name="csY1" fmla="*/ 88321 h 88321"/>
                <a:gd name="csX2" fmla="*/ 29458 w 29457"/>
                <a:gd name="csY2" fmla="*/ 88321 h 88321"/>
                <a:gd name="csX3" fmla="*/ 29458 w 29457"/>
                <a:gd name="csY3" fmla="*/ 0 h 88321"/>
                <a:gd name="csX4" fmla="*/ 0 w 29457"/>
                <a:gd name="csY4" fmla="*/ 0 h 88321"/>
                <a:gd name="csX5" fmla="*/ 0 w 29457"/>
                <a:gd name="csY5" fmla="*/ 0 h 88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88321">
                  <a:moveTo>
                    <a:pt x="0" y="0"/>
                  </a:moveTo>
                  <a:lnTo>
                    <a:pt x="0" y="88321"/>
                  </a:lnTo>
                  <a:lnTo>
                    <a:pt x="29458" y="8832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8" name="Freeform 3357">
              <a:extLst>
                <a:ext uri="{FF2B5EF4-FFF2-40B4-BE49-F238E27FC236}">
                  <a16:creationId xmlns:a16="http://schemas.microsoft.com/office/drawing/2014/main" id="{1B926CAF-47C4-8E9B-69C6-B5F2BBCB1AE1}"/>
                </a:ext>
              </a:extLst>
            </p:cNvPr>
            <p:cNvSpPr/>
            <p:nvPr/>
          </p:nvSpPr>
          <p:spPr>
            <a:xfrm>
              <a:off x="7064935" y="2600534"/>
              <a:ext cx="29457" cy="88321"/>
            </a:xfrm>
            <a:custGeom>
              <a:avLst/>
              <a:gdLst>
                <a:gd name="csX0" fmla="*/ 0 w 29457"/>
                <a:gd name="csY0" fmla="*/ 0 h 88321"/>
                <a:gd name="csX1" fmla="*/ 0 w 29457"/>
                <a:gd name="csY1" fmla="*/ 88321 h 88321"/>
                <a:gd name="csX2" fmla="*/ 29458 w 29457"/>
                <a:gd name="csY2" fmla="*/ 88321 h 88321"/>
                <a:gd name="csX3" fmla="*/ 29458 w 29457"/>
                <a:gd name="csY3" fmla="*/ 0 h 88321"/>
                <a:gd name="csX4" fmla="*/ 0 w 29457"/>
                <a:gd name="csY4" fmla="*/ 0 h 88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88321">
                  <a:moveTo>
                    <a:pt x="0" y="0"/>
                  </a:moveTo>
                  <a:lnTo>
                    <a:pt x="0" y="88321"/>
                  </a:lnTo>
                  <a:lnTo>
                    <a:pt x="29458" y="8832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9" name="Freeform 3358">
              <a:extLst>
                <a:ext uri="{FF2B5EF4-FFF2-40B4-BE49-F238E27FC236}">
                  <a16:creationId xmlns:a16="http://schemas.microsoft.com/office/drawing/2014/main" id="{196E926C-DDEA-BF9C-F592-C055EB07FF4A}"/>
                </a:ext>
              </a:extLst>
            </p:cNvPr>
            <p:cNvSpPr/>
            <p:nvPr/>
          </p:nvSpPr>
          <p:spPr>
            <a:xfrm>
              <a:off x="7094393" y="2522375"/>
              <a:ext cx="29457" cy="166480"/>
            </a:xfrm>
            <a:custGeom>
              <a:avLst/>
              <a:gdLst>
                <a:gd name="csX0" fmla="*/ 0 w 29457"/>
                <a:gd name="csY0" fmla="*/ 0 h 166480"/>
                <a:gd name="csX1" fmla="*/ 0 w 29457"/>
                <a:gd name="csY1" fmla="*/ 166481 h 166480"/>
                <a:gd name="csX2" fmla="*/ 29457 w 29457"/>
                <a:gd name="csY2" fmla="*/ 166481 h 166480"/>
                <a:gd name="csX3" fmla="*/ 29457 w 29457"/>
                <a:gd name="csY3" fmla="*/ 0 h 166480"/>
                <a:gd name="csX4" fmla="*/ 0 w 29457"/>
                <a:gd name="csY4" fmla="*/ 0 h 166480"/>
                <a:gd name="csX5" fmla="*/ 0 w 29457"/>
                <a:gd name="csY5" fmla="*/ 0 h 166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166480">
                  <a:moveTo>
                    <a:pt x="0" y="0"/>
                  </a:moveTo>
                  <a:lnTo>
                    <a:pt x="0" y="166481"/>
                  </a:lnTo>
                  <a:lnTo>
                    <a:pt x="29457" y="166481"/>
                  </a:lnTo>
                  <a:lnTo>
                    <a:pt x="294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0" name="Freeform 3359">
              <a:extLst>
                <a:ext uri="{FF2B5EF4-FFF2-40B4-BE49-F238E27FC236}">
                  <a16:creationId xmlns:a16="http://schemas.microsoft.com/office/drawing/2014/main" id="{351550FD-5E1A-6FE4-12E1-02F1B52C6E0E}"/>
                </a:ext>
              </a:extLst>
            </p:cNvPr>
            <p:cNvSpPr/>
            <p:nvPr/>
          </p:nvSpPr>
          <p:spPr>
            <a:xfrm>
              <a:off x="7094393" y="2522375"/>
              <a:ext cx="29457" cy="166480"/>
            </a:xfrm>
            <a:custGeom>
              <a:avLst/>
              <a:gdLst>
                <a:gd name="csX0" fmla="*/ 0 w 29457"/>
                <a:gd name="csY0" fmla="*/ 0 h 166480"/>
                <a:gd name="csX1" fmla="*/ 0 w 29457"/>
                <a:gd name="csY1" fmla="*/ 166481 h 166480"/>
                <a:gd name="csX2" fmla="*/ 29457 w 29457"/>
                <a:gd name="csY2" fmla="*/ 166481 h 166480"/>
                <a:gd name="csX3" fmla="*/ 29457 w 29457"/>
                <a:gd name="csY3" fmla="*/ 0 h 166480"/>
                <a:gd name="csX4" fmla="*/ 0 w 29457"/>
                <a:gd name="csY4" fmla="*/ 0 h 1664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166480">
                  <a:moveTo>
                    <a:pt x="0" y="0"/>
                  </a:moveTo>
                  <a:lnTo>
                    <a:pt x="0" y="166481"/>
                  </a:lnTo>
                  <a:lnTo>
                    <a:pt x="29457" y="166481"/>
                  </a:lnTo>
                  <a:lnTo>
                    <a:pt x="2945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1" name="Freeform 3360">
              <a:extLst>
                <a:ext uri="{FF2B5EF4-FFF2-40B4-BE49-F238E27FC236}">
                  <a16:creationId xmlns:a16="http://schemas.microsoft.com/office/drawing/2014/main" id="{00900892-C776-BF2C-1F31-B0C8B84F23CC}"/>
                </a:ext>
              </a:extLst>
            </p:cNvPr>
            <p:cNvSpPr/>
            <p:nvPr/>
          </p:nvSpPr>
          <p:spPr>
            <a:xfrm>
              <a:off x="7123850" y="2428492"/>
              <a:ext cx="29457" cy="260363"/>
            </a:xfrm>
            <a:custGeom>
              <a:avLst/>
              <a:gdLst>
                <a:gd name="csX0" fmla="*/ 0 w 29457"/>
                <a:gd name="csY0" fmla="*/ 0 h 260363"/>
                <a:gd name="csX1" fmla="*/ 0 w 29457"/>
                <a:gd name="csY1" fmla="*/ 260363 h 260363"/>
                <a:gd name="csX2" fmla="*/ 29458 w 29457"/>
                <a:gd name="csY2" fmla="*/ 260363 h 260363"/>
                <a:gd name="csX3" fmla="*/ 29458 w 29457"/>
                <a:gd name="csY3" fmla="*/ 0 h 260363"/>
                <a:gd name="csX4" fmla="*/ 0 w 29457"/>
                <a:gd name="csY4" fmla="*/ 0 h 260363"/>
                <a:gd name="csX5" fmla="*/ 0 w 29457"/>
                <a:gd name="csY5" fmla="*/ 0 h 260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260363">
                  <a:moveTo>
                    <a:pt x="0" y="0"/>
                  </a:moveTo>
                  <a:lnTo>
                    <a:pt x="0" y="260363"/>
                  </a:lnTo>
                  <a:lnTo>
                    <a:pt x="29458" y="260363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2" name="Freeform 3361">
              <a:extLst>
                <a:ext uri="{FF2B5EF4-FFF2-40B4-BE49-F238E27FC236}">
                  <a16:creationId xmlns:a16="http://schemas.microsoft.com/office/drawing/2014/main" id="{E4032556-EB7E-0F73-DDEB-D8793EADE621}"/>
                </a:ext>
              </a:extLst>
            </p:cNvPr>
            <p:cNvSpPr/>
            <p:nvPr/>
          </p:nvSpPr>
          <p:spPr>
            <a:xfrm>
              <a:off x="7123850" y="2428492"/>
              <a:ext cx="29457" cy="260363"/>
            </a:xfrm>
            <a:custGeom>
              <a:avLst/>
              <a:gdLst>
                <a:gd name="csX0" fmla="*/ 0 w 29457"/>
                <a:gd name="csY0" fmla="*/ 0 h 260363"/>
                <a:gd name="csX1" fmla="*/ 0 w 29457"/>
                <a:gd name="csY1" fmla="*/ 260363 h 260363"/>
                <a:gd name="csX2" fmla="*/ 29458 w 29457"/>
                <a:gd name="csY2" fmla="*/ 260363 h 260363"/>
                <a:gd name="csX3" fmla="*/ 29458 w 29457"/>
                <a:gd name="csY3" fmla="*/ 0 h 260363"/>
                <a:gd name="csX4" fmla="*/ 0 w 29457"/>
                <a:gd name="csY4" fmla="*/ 0 h 260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260363">
                  <a:moveTo>
                    <a:pt x="0" y="0"/>
                  </a:moveTo>
                  <a:lnTo>
                    <a:pt x="0" y="260363"/>
                  </a:lnTo>
                  <a:lnTo>
                    <a:pt x="29458" y="260363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3" name="Freeform 3362">
              <a:extLst>
                <a:ext uri="{FF2B5EF4-FFF2-40B4-BE49-F238E27FC236}">
                  <a16:creationId xmlns:a16="http://schemas.microsoft.com/office/drawing/2014/main" id="{FFA2F165-4071-805A-E65D-0CD24CCE5FC1}"/>
                </a:ext>
              </a:extLst>
            </p:cNvPr>
            <p:cNvSpPr/>
            <p:nvPr/>
          </p:nvSpPr>
          <p:spPr>
            <a:xfrm>
              <a:off x="7153308" y="2330600"/>
              <a:ext cx="29457" cy="358255"/>
            </a:xfrm>
            <a:custGeom>
              <a:avLst/>
              <a:gdLst>
                <a:gd name="csX0" fmla="*/ 0 w 29457"/>
                <a:gd name="csY0" fmla="*/ 0 h 358255"/>
                <a:gd name="csX1" fmla="*/ 0 w 29457"/>
                <a:gd name="csY1" fmla="*/ 358256 h 358255"/>
                <a:gd name="csX2" fmla="*/ 29458 w 29457"/>
                <a:gd name="csY2" fmla="*/ 358256 h 358255"/>
                <a:gd name="csX3" fmla="*/ 29458 w 29457"/>
                <a:gd name="csY3" fmla="*/ 0 h 358255"/>
                <a:gd name="csX4" fmla="*/ 0 w 29457"/>
                <a:gd name="csY4" fmla="*/ 0 h 358255"/>
                <a:gd name="csX5" fmla="*/ 0 w 29457"/>
                <a:gd name="csY5" fmla="*/ 0 h 358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358255">
                  <a:moveTo>
                    <a:pt x="0" y="0"/>
                  </a:moveTo>
                  <a:lnTo>
                    <a:pt x="0" y="358256"/>
                  </a:lnTo>
                  <a:lnTo>
                    <a:pt x="29458" y="358256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4" name="Freeform 3363">
              <a:extLst>
                <a:ext uri="{FF2B5EF4-FFF2-40B4-BE49-F238E27FC236}">
                  <a16:creationId xmlns:a16="http://schemas.microsoft.com/office/drawing/2014/main" id="{5F8AE6DB-2A06-2419-76AD-9AC4D334DBFC}"/>
                </a:ext>
              </a:extLst>
            </p:cNvPr>
            <p:cNvSpPr/>
            <p:nvPr/>
          </p:nvSpPr>
          <p:spPr>
            <a:xfrm>
              <a:off x="7153308" y="2330600"/>
              <a:ext cx="29457" cy="358255"/>
            </a:xfrm>
            <a:custGeom>
              <a:avLst/>
              <a:gdLst>
                <a:gd name="csX0" fmla="*/ 0 w 29457"/>
                <a:gd name="csY0" fmla="*/ 0 h 358255"/>
                <a:gd name="csX1" fmla="*/ 0 w 29457"/>
                <a:gd name="csY1" fmla="*/ 358256 h 358255"/>
                <a:gd name="csX2" fmla="*/ 29458 w 29457"/>
                <a:gd name="csY2" fmla="*/ 358256 h 358255"/>
                <a:gd name="csX3" fmla="*/ 29458 w 29457"/>
                <a:gd name="csY3" fmla="*/ 0 h 358255"/>
                <a:gd name="csX4" fmla="*/ 0 w 29457"/>
                <a:gd name="csY4" fmla="*/ 0 h 358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358255">
                  <a:moveTo>
                    <a:pt x="0" y="0"/>
                  </a:moveTo>
                  <a:lnTo>
                    <a:pt x="0" y="358256"/>
                  </a:lnTo>
                  <a:lnTo>
                    <a:pt x="29458" y="358256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5" name="Freeform 3364">
              <a:extLst>
                <a:ext uri="{FF2B5EF4-FFF2-40B4-BE49-F238E27FC236}">
                  <a16:creationId xmlns:a16="http://schemas.microsoft.com/office/drawing/2014/main" id="{6B6C138B-559B-0E15-2F2B-3DA2ED32F8B9}"/>
                </a:ext>
              </a:extLst>
            </p:cNvPr>
            <p:cNvSpPr/>
            <p:nvPr/>
          </p:nvSpPr>
          <p:spPr>
            <a:xfrm>
              <a:off x="7182766" y="2230914"/>
              <a:ext cx="29457" cy="457941"/>
            </a:xfrm>
            <a:custGeom>
              <a:avLst/>
              <a:gdLst>
                <a:gd name="csX0" fmla="*/ 0 w 29457"/>
                <a:gd name="csY0" fmla="*/ 0 h 457941"/>
                <a:gd name="csX1" fmla="*/ 0 w 29457"/>
                <a:gd name="csY1" fmla="*/ 457942 h 457941"/>
                <a:gd name="csX2" fmla="*/ 29458 w 29457"/>
                <a:gd name="csY2" fmla="*/ 457942 h 457941"/>
                <a:gd name="csX3" fmla="*/ 29458 w 29457"/>
                <a:gd name="csY3" fmla="*/ 0 h 457941"/>
                <a:gd name="csX4" fmla="*/ 0 w 29457"/>
                <a:gd name="csY4" fmla="*/ 0 h 457941"/>
                <a:gd name="csX5" fmla="*/ 0 w 29457"/>
                <a:gd name="csY5" fmla="*/ 0 h 457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457941">
                  <a:moveTo>
                    <a:pt x="0" y="0"/>
                  </a:moveTo>
                  <a:lnTo>
                    <a:pt x="0" y="457942"/>
                  </a:lnTo>
                  <a:lnTo>
                    <a:pt x="29458" y="457942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6" name="Freeform 3365">
              <a:extLst>
                <a:ext uri="{FF2B5EF4-FFF2-40B4-BE49-F238E27FC236}">
                  <a16:creationId xmlns:a16="http://schemas.microsoft.com/office/drawing/2014/main" id="{125FE6E6-EE9D-8F1B-AB01-816F0D8CFAF0}"/>
                </a:ext>
              </a:extLst>
            </p:cNvPr>
            <p:cNvSpPr/>
            <p:nvPr/>
          </p:nvSpPr>
          <p:spPr>
            <a:xfrm>
              <a:off x="7182766" y="2230914"/>
              <a:ext cx="29457" cy="457941"/>
            </a:xfrm>
            <a:custGeom>
              <a:avLst/>
              <a:gdLst>
                <a:gd name="csX0" fmla="*/ 0 w 29457"/>
                <a:gd name="csY0" fmla="*/ 0 h 457941"/>
                <a:gd name="csX1" fmla="*/ 0 w 29457"/>
                <a:gd name="csY1" fmla="*/ 457942 h 457941"/>
                <a:gd name="csX2" fmla="*/ 29458 w 29457"/>
                <a:gd name="csY2" fmla="*/ 457942 h 457941"/>
                <a:gd name="csX3" fmla="*/ 29458 w 29457"/>
                <a:gd name="csY3" fmla="*/ 0 h 457941"/>
                <a:gd name="csX4" fmla="*/ 0 w 29457"/>
                <a:gd name="csY4" fmla="*/ 0 h 457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457941">
                  <a:moveTo>
                    <a:pt x="0" y="0"/>
                  </a:moveTo>
                  <a:lnTo>
                    <a:pt x="0" y="457942"/>
                  </a:lnTo>
                  <a:lnTo>
                    <a:pt x="29458" y="457942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7" name="Freeform 3366">
              <a:extLst>
                <a:ext uri="{FF2B5EF4-FFF2-40B4-BE49-F238E27FC236}">
                  <a16:creationId xmlns:a16="http://schemas.microsoft.com/office/drawing/2014/main" id="{56B6225C-8BAB-99DF-1B03-5DBF5445E1D7}"/>
                </a:ext>
              </a:extLst>
            </p:cNvPr>
            <p:cNvSpPr/>
            <p:nvPr/>
          </p:nvSpPr>
          <p:spPr>
            <a:xfrm>
              <a:off x="7212224" y="2150609"/>
              <a:ext cx="29457" cy="538246"/>
            </a:xfrm>
            <a:custGeom>
              <a:avLst/>
              <a:gdLst>
                <a:gd name="csX0" fmla="*/ 0 w 29457"/>
                <a:gd name="csY0" fmla="*/ 0 h 538246"/>
                <a:gd name="csX1" fmla="*/ 0 w 29457"/>
                <a:gd name="csY1" fmla="*/ 538246 h 538246"/>
                <a:gd name="csX2" fmla="*/ 29458 w 29457"/>
                <a:gd name="csY2" fmla="*/ 538246 h 538246"/>
                <a:gd name="csX3" fmla="*/ 29458 w 29457"/>
                <a:gd name="csY3" fmla="*/ 0 h 538246"/>
                <a:gd name="csX4" fmla="*/ 0 w 29457"/>
                <a:gd name="csY4" fmla="*/ 0 h 538246"/>
                <a:gd name="csX5" fmla="*/ 0 w 29457"/>
                <a:gd name="csY5" fmla="*/ 0 h 538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538246">
                  <a:moveTo>
                    <a:pt x="0" y="0"/>
                  </a:moveTo>
                  <a:lnTo>
                    <a:pt x="0" y="538246"/>
                  </a:lnTo>
                  <a:lnTo>
                    <a:pt x="29458" y="538246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8" name="Freeform 3367">
              <a:extLst>
                <a:ext uri="{FF2B5EF4-FFF2-40B4-BE49-F238E27FC236}">
                  <a16:creationId xmlns:a16="http://schemas.microsoft.com/office/drawing/2014/main" id="{8C02D150-E9FD-1CB3-CE7E-20F06483A3B2}"/>
                </a:ext>
              </a:extLst>
            </p:cNvPr>
            <p:cNvSpPr/>
            <p:nvPr/>
          </p:nvSpPr>
          <p:spPr>
            <a:xfrm>
              <a:off x="7212224" y="2150609"/>
              <a:ext cx="29457" cy="538246"/>
            </a:xfrm>
            <a:custGeom>
              <a:avLst/>
              <a:gdLst>
                <a:gd name="csX0" fmla="*/ 0 w 29457"/>
                <a:gd name="csY0" fmla="*/ 0 h 538246"/>
                <a:gd name="csX1" fmla="*/ 0 w 29457"/>
                <a:gd name="csY1" fmla="*/ 538246 h 538246"/>
                <a:gd name="csX2" fmla="*/ 29458 w 29457"/>
                <a:gd name="csY2" fmla="*/ 538246 h 538246"/>
                <a:gd name="csX3" fmla="*/ 29458 w 29457"/>
                <a:gd name="csY3" fmla="*/ 0 h 538246"/>
                <a:gd name="csX4" fmla="*/ 0 w 29457"/>
                <a:gd name="csY4" fmla="*/ 0 h 538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538246">
                  <a:moveTo>
                    <a:pt x="0" y="0"/>
                  </a:moveTo>
                  <a:lnTo>
                    <a:pt x="0" y="538246"/>
                  </a:lnTo>
                  <a:lnTo>
                    <a:pt x="29458" y="538246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9" name="Freeform 3368">
              <a:extLst>
                <a:ext uri="{FF2B5EF4-FFF2-40B4-BE49-F238E27FC236}">
                  <a16:creationId xmlns:a16="http://schemas.microsoft.com/office/drawing/2014/main" id="{BCB48D55-628B-9AF3-B3BB-3BC6C44D6506}"/>
                </a:ext>
              </a:extLst>
            </p:cNvPr>
            <p:cNvSpPr/>
            <p:nvPr/>
          </p:nvSpPr>
          <p:spPr>
            <a:xfrm>
              <a:off x="7241682" y="2071857"/>
              <a:ext cx="29457" cy="616997"/>
            </a:xfrm>
            <a:custGeom>
              <a:avLst/>
              <a:gdLst>
                <a:gd name="csX0" fmla="*/ 0 w 29457"/>
                <a:gd name="csY0" fmla="*/ 0 h 616997"/>
                <a:gd name="csX1" fmla="*/ 0 w 29457"/>
                <a:gd name="csY1" fmla="*/ 616998 h 616997"/>
                <a:gd name="csX2" fmla="*/ 29458 w 29457"/>
                <a:gd name="csY2" fmla="*/ 616998 h 616997"/>
                <a:gd name="csX3" fmla="*/ 29458 w 29457"/>
                <a:gd name="csY3" fmla="*/ 0 h 616997"/>
                <a:gd name="csX4" fmla="*/ 0 w 29457"/>
                <a:gd name="csY4" fmla="*/ 0 h 616997"/>
                <a:gd name="csX5" fmla="*/ 0 w 29457"/>
                <a:gd name="csY5" fmla="*/ 0 h 616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616997">
                  <a:moveTo>
                    <a:pt x="0" y="0"/>
                  </a:moveTo>
                  <a:lnTo>
                    <a:pt x="0" y="616998"/>
                  </a:lnTo>
                  <a:lnTo>
                    <a:pt x="29458" y="61699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0" name="Freeform 3369">
              <a:extLst>
                <a:ext uri="{FF2B5EF4-FFF2-40B4-BE49-F238E27FC236}">
                  <a16:creationId xmlns:a16="http://schemas.microsoft.com/office/drawing/2014/main" id="{9B8A385E-E14D-35DF-7B6D-4C108B572C2D}"/>
                </a:ext>
              </a:extLst>
            </p:cNvPr>
            <p:cNvSpPr/>
            <p:nvPr/>
          </p:nvSpPr>
          <p:spPr>
            <a:xfrm>
              <a:off x="7241682" y="2071857"/>
              <a:ext cx="29457" cy="616997"/>
            </a:xfrm>
            <a:custGeom>
              <a:avLst/>
              <a:gdLst>
                <a:gd name="csX0" fmla="*/ 0 w 29457"/>
                <a:gd name="csY0" fmla="*/ 0 h 616997"/>
                <a:gd name="csX1" fmla="*/ 0 w 29457"/>
                <a:gd name="csY1" fmla="*/ 616998 h 616997"/>
                <a:gd name="csX2" fmla="*/ 29458 w 29457"/>
                <a:gd name="csY2" fmla="*/ 616998 h 616997"/>
                <a:gd name="csX3" fmla="*/ 29458 w 29457"/>
                <a:gd name="csY3" fmla="*/ 0 h 616997"/>
                <a:gd name="csX4" fmla="*/ 0 w 29457"/>
                <a:gd name="csY4" fmla="*/ 0 h 616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616997">
                  <a:moveTo>
                    <a:pt x="0" y="0"/>
                  </a:moveTo>
                  <a:lnTo>
                    <a:pt x="0" y="616998"/>
                  </a:lnTo>
                  <a:lnTo>
                    <a:pt x="29458" y="61699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1" name="Freeform 3370">
              <a:extLst>
                <a:ext uri="{FF2B5EF4-FFF2-40B4-BE49-F238E27FC236}">
                  <a16:creationId xmlns:a16="http://schemas.microsoft.com/office/drawing/2014/main" id="{627E5CE8-D5BB-8C28-0B8B-F5D1E38486EF}"/>
                </a:ext>
              </a:extLst>
            </p:cNvPr>
            <p:cNvSpPr/>
            <p:nvPr/>
          </p:nvSpPr>
          <p:spPr>
            <a:xfrm>
              <a:off x="7271140" y="2011913"/>
              <a:ext cx="29457" cy="676942"/>
            </a:xfrm>
            <a:custGeom>
              <a:avLst/>
              <a:gdLst>
                <a:gd name="csX0" fmla="*/ 0 w 29457"/>
                <a:gd name="csY0" fmla="*/ 0 h 676942"/>
                <a:gd name="csX1" fmla="*/ 0 w 29457"/>
                <a:gd name="csY1" fmla="*/ 676943 h 676942"/>
                <a:gd name="csX2" fmla="*/ 29458 w 29457"/>
                <a:gd name="csY2" fmla="*/ 676943 h 676942"/>
                <a:gd name="csX3" fmla="*/ 29458 w 29457"/>
                <a:gd name="csY3" fmla="*/ 0 h 676942"/>
                <a:gd name="csX4" fmla="*/ 0 w 29457"/>
                <a:gd name="csY4" fmla="*/ 0 h 676942"/>
                <a:gd name="csX5" fmla="*/ 0 w 29457"/>
                <a:gd name="csY5" fmla="*/ 0 h 67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676942">
                  <a:moveTo>
                    <a:pt x="0" y="0"/>
                  </a:moveTo>
                  <a:lnTo>
                    <a:pt x="0" y="676943"/>
                  </a:lnTo>
                  <a:lnTo>
                    <a:pt x="29458" y="676943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2" name="Freeform 3371">
              <a:extLst>
                <a:ext uri="{FF2B5EF4-FFF2-40B4-BE49-F238E27FC236}">
                  <a16:creationId xmlns:a16="http://schemas.microsoft.com/office/drawing/2014/main" id="{4AC21E07-C2E1-7341-32FE-D57F2861547F}"/>
                </a:ext>
              </a:extLst>
            </p:cNvPr>
            <p:cNvSpPr/>
            <p:nvPr/>
          </p:nvSpPr>
          <p:spPr>
            <a:xfrm>
              <a:off x="7271140" y="2011913"/>
              <a:ext cx="29457" cy="676942"/>
            </a:xfrm>
            <a:custGeom>
              <a:avLst/>
              <a:gdLst>
                <a:gd name="csX0" fmla="*/ 0 w 29457"/>
                <a:gd name="csY0" fmla="*/ 0 h 676942"/>
                <a:gd name="csX1" fmla="*/ 0 w 29457"/>
                <a:gd name="csY1" fmla="*/ 676943 h 676942"/>
                <a:gd name="csX2" fmla="*/ 29458 w 29457"/>
                <a:gd name="csY2" fmla="*/ 676943 h 676942"/>
                <a:gd name="csX3" fmla="*/ 29458 w 29457"/>
                <a:gd name="csY3" fmla="*/ 0 h 676942"/>
                <a:gd name="csX4" fmla="*/ 0 w 29457"/>
                <a:gd name="csY4" fmla="*/ 0 h 67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676942">
                  <a:moveTo>
                    <a:pt x="0" y="0"/>
                  </a:moveTo>
                  <a:lnTo>
                    <a:pt x="0" y="676943"/>
                  </a:lnTo>
                  <a:lnTo>
                    <a:pt x="29458" y="676943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3" name="Freeform 3372">
              <a:extLst>
                <a:ext uri="{FF2B5EF4-FFF2-40B4-BE49-F238E27FC236}">
                  <a16:creationId xmlns:a16="http://schemas.microsoft.com/office/drawing/2014/main" id="{BDD532EC-CB8D-C55B-1279-9E5C92625E05}"/>
                </a:ext>
              </a:extLst>
            </p:cNvPr>
            <p:cNvSpPr/>
            <p:nvPr/>
          </p:nvSpPr>
          <p:spPr>
            <a:xfrm>
              <a:off x="7300598" y="1974418"/>
              <a:ext cx="29457" cy="714437"/>
            </a:xfrm>
            <a:custGeom>
              <a:avLst/>
              <a:gdLst>
                <a:gd name="csX0" fmla="*/ 0 w 29457"/>
                <a:gd name="csY0" fmla="*/ 0 h 714437"/>
                <a:gd name="csX1" fmla="*/ 0 w 29457"/>
                <a:gd name="csY1" fmla="*/ 714438 h 714437"/>
                <a:gd name="csX2" fmla="*/ 29458 w 29457"/>
                <a:gd name="csY2" fmla="*/ 714438 h 714437"/>
                <a:gd name="csX3" fmla="*/ 29458 w 29457"/>
                <a:gd name="csY3" fmla="*/ 0 h 714437"/>
                <a:gd name="csX4" fmla="*/ 0 w 29457"/>
                <a:gd name="csY4" fmla="*/ 0 h 714437"/>
                <a:gd name="csX5" fmla="*/ 0 w 29457"/>
                <a:gd name="csY5" fmla="*/ 0 h 714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14437">
                  <a:moveTo>
                    <a:pt x="0" y="0"/>
                  </a:moveTo>
                  <a:lnTo>
                    <a:pt x="0" y="714438"/>
                  </a:lnTo>
                  <a:lnTo>
                    <a:pt x="29458" y="714438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4" name="Freeform 3373">
              <a:extLst>
                <a:ext uri="{FF2B5EF4-FFF2-40B4-BE49-F238E27FC236}">
                  <a16:creationId xmlns:a16="http://schemas.microsoft.com/office/drawing/2014/main" id="{DF09325A-A886-75B1-A933-AC6781741DD8}"/>
                </a:ext>
              </a:extLst>
            </p:cNvPr>
            <p:cNvSpPr/>
            <p:nvPr/>
          </p:nvSpPr>
          <p:spPr>
            <a:xfrm>
              <a:off x="7300598" y="1974418"/>
              <a:ext cx="29457" cy="714437"/>
            </a:xfrm>
            <a:custGeom>
              <a:avLst/>
              <a:gdLst>
                <a:gd name="csX0" fmla="*/ 0 w 29457"/>
                <a:gd name="csY0" fmla="*/ 0 h 714437"/>
                <a:gd name="csX1" fmla="*/ 0 w 29457"/>
                <a:gd name="csY1" fmla="*/ 714438 h 714437"/>
                <a:gd name="csX2" fmla="*/ 29458 w 29457"/>
                <a:gd name="csY2" fmla="*/ 714438 h 714437"/>
                <a:gd name="csX3" fmla="*/ 29458 w 29457"/>
                <a:gd name="csY3" fmla="*/ 0 h 714437"/>
                <a:gd name="csX4" fmla="*/ 0 w 29457"/>
                <a:gd name="csY4" fmla="*/ 0 h 714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14437">
                  <a:moveTo>
                    <a:pt x="0" y="0"/>
                  </a:moveTo>
                  <a:lnTo>
                    <a:pt x="0" y="714438"/>
                  </a:lnTo>
                  <a:lnTo>
                    <a:pt x="29458" y="714438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5" name="Freeform 3374">
              <a:extLst>
                <a:ext uri="{FF2B5EF4-FFF2-40B4-BE49-F238E27FC236}">
                  <a16:creationId xmlns:a16="http://schemas.microsoft.com/office/drawing/2014/main" id="{6C041266-A6A9-6A07-1332-0FA4C04D2710}"/>
                </a:ext>
              </a:extLst>
            </p:cNvPr>
            <p:cNvSpPr/>
            <p:nvPr/>
          </p:nvSpPr>
          <p:spPr>
            <a:xfrm>
              <a:off x="7330056" y="1934103"/>
              <a:ext cx="29457" cy="754751"/>
            </a:xfrm>
            <a:custGeom>
              <a:avLst/>
              <a:gdLst>
                <a:gd name="csX0" fmla="*/ 0 w 29457"/>
                <a:gd name="csY0" fmla="*/ 0 h 754751"/>
                <a:gd name="csX1" fmla="*/ 0 w 29457"/>
                <a:gd name="csY1" fmla="*/ 754752 h 754751"/>
                <a:gd name="csX2" fmla="*/ 29457 w 29457"/>
                <a:gd name="csY2" fmla="*/ 754752 h 754751"/>
                <a:gd name="csX3" fmla="*/ 29457 w 29457"/>
                <a:gd name="csY3" fmla="*/ 0 h 754751"/>
                <a:gd name="csX4" fmla="*/ 0 w 29457"/>
                <a:gd name="csY4" fmla="*/ 0 h 754751"/>
                <a:gd name="csX5" fmla="*/ 0 w 29457"/>
                <a:gd name="csY5" fmla="*/ 0 h 754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54751">
                  <a:moveTo>
                    <a:pt x="0" y="0"/>
                  </a:moveTo>
                  <a:lnTo>
                    <a:pt x="0" y="754752"/>
                  </a:lnTo>
                  <a:lnTo>
                    <a:pt x="29457" y="754752"/>
                  </a:lnTo>
                  <a:lnTo>
                    <a:pt x="294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6" name="Freeform 3375">
              <a:extLst>
                <a:ext uri="{FF2B5EF4-FFF2-40B4-BE49-F238E27FC236}">
                  <a16:creationId xmlns:a16="http://schemas.microsoft.com/office/drawing/2014/main" id="{17F22A86-A17F-EEC3-62F0-DA9555EBB20E}"/>
                </a:ext>
              </a:extLst>
            </p:cNvPr>
            <p:cNvSpPr/>
            <p:nvPr/>
          </p:nvSpPr>
          <p:spPr>
            <a:xfrm>
              <a:off x="7330056" y="1934103"/>
              <a:ext cx="29457" cy="754751"/>
            </a:xfrm>
            <a:custGeom>
              <a:avLst/>
              <a:gdLst>
                <a:gd name="csX0" fmla="*/ 0 w 29457"/>
                <a:gd name="csY0" fmla="*/ 0 h 754751"/>
                <a:gd name="csX1" fmla="*/ 0 w 29457"/>
                <a:gd name="csY1" fmla="*/ 754752 h 754751"/>
                <a:gd name="csX2" fmla="*/ 29457 w 29457"/>
                <a:gd name="csY2" fmla="*/ 754752 h 754751"/>
                <a:gd name="csX3" fmla="*/ 29457 w 29457"/>
                <a:gd name="csY3" fmla="*/ 0 h 754751"/>
                <a:gd name="csX4" fmla="*/ 0 w 29457"/>
                <a:gd name="csY4" fmla="*/ 0 h 754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54751">
                  <a:moveTo>
                    <a:pt x="0" y="0"/>
                  </a:moveTo>
                  <a:lnTo>
                    <a:pt x="0" y="754752"/>
                  </a:lnTo>
                  <a:lnTo>
                    <a:pt x="29457" y="754752"/>
                  </a:lnTo>
                  <a:lnTo>
                    <a:pt x="29457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7" name="Freeform 3376">
              <a:extLst>
                <a:ext uri="{FF2B5EF4-FFF2-40B4-BE49-F238E27FC236}">
                  <a16:creationId xmlns:a16="http://schemas.microsoft.com/office/drawing/2014/main" id="{6EFF58EB-9ED5-4E34-FCBE-4946417161DF}"/>
                </a:ext>
              </a:extLst>
            </p:cNvPr>
            <p:cNvSpPr/>
            <p:nvPr/>
          </p:nvSpPr>
          <p:spPr>
            <a:xfrm>
              <a:off x="7359514" y="1942115"/>
              <a:ext cx="29457" cy="746740"/>
            </a:xfrm>
            <a:custGeom>
              <a:avLst/>
              <a:gdLst>
                <a:gd name="csX0" fmla="*/ 0 w 29457"/>
                <a:gd name="csY0" fmla="*/ 0 h 746740"/>
                <a:gd name="csX1" fmla="*/ 0 w 29457"/>
                <a:gd name="csY1" fmla="*/ 746741 h 746740"/>
                <a:gd name="csX2" fmla="*/ 29458 w 29457"/>
                <a:gd name="csY2" fmla="*/ 746741 h 746740"/>
                <a:gd name="csX3" fmla="*/ 29458 w 29457"/>
                <a:gd name="csY3" fmla="*/ 0 h 746740"/>
                <a:gd name="csX4" fmla="*/ 0 w 29457"/>
                <a:gd name="csY4" fmla="*/ 0 h 746740"/>
                <a:gd name="csX5" fmla="*/ 0 w 29457"/>
                <a:gd name="csY5" fmla="*/ 0 h 746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46740">
                  <a:moveTo>
                    <a:pt x="0" y="0"/>
                  </a:moveTo>
                  <a:lnTo>
                    <a:pt x="0" y="746741"/>
                  </a:lnTo>
                  <a:lnTo>
                    <a:pt x="29458" y="746741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8" name="Freeform 3377">
              <a:extLst>
                <a:ext uri="{FF2B5EF4-FFF2-40B4-BE49-F238E27FC236}">
                  <a16:creationId xmlns:a16="http://schemas.microsoft.com/office/drawing/2014/main" id="{0BEA5A6C-7447-5B2C-D8A0-88E40D51F606}"/>
                </a:ext>
              </a:extLst>
            </p:cNvPr>
            <p:cNvSpPr/>
            <p:nvPr/>
          </p:nvSpPr>
          <p:spPr>
            <a:xfrm>
              <a:off x="7359514" y="1942115"/>
              <a:ext cx="29457" cy="746740"/>
            </a:xfrm>
            <a:custGeom>
              <a:avLst/>
              <a:gdLst>
                <a:gd name="csX0" fmla="*/ 0 w 29457"/>
                <a:gd name="csY0" fmla="*/ 0 h 746740"/>
                <a:gd name="csX1" fmla="*/ 0 w 29457"/>
                <a:gd name="csY1" fmla="*/ 746741 h 746740"/>
                <a:gd name="csX2" fmla="*/ 29458 w 29457"/>
                <a:gd name="csY2" fmla="*/ 746741 h 746740"/>
                <a:gd name="csX3" fmla="*/ 29458 w 29457"/>
                <a:gd name="csY3" fmla="*/ 0 h 746740"/>
                <a:gd name="csX4" fmla="*/ 0 w 29457"/>
                <a:gd name="csY4" fmla="*/ 0 h 746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46740">
                  <a:moveTo>
                    <a:pt x="0" y="0"/>
                  </a:moveTo>
                  <a:lnTo>
                    <a:pt x="0" y="746741"/>
                  </a:lnTo>
                  <a:lnTo>
                    <a:pt x="29458" y="746741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9" name="Freeform 3378">
              <a:extLst>
                <a:ext uri="{FF2B5EF4-FFF2-40B4-BE49-F238E27FC236}">
                  <a16:creationId xmlns:a16="http://schemas.microsoft.com/office/drawing/2014/main" id="{D67BFA15-5826-71E6-D12C-5D5F3011BEBA}"/>
                </a:ext>
              </a:extLst>
            </p:cNvPr>
            <p:cNvSpPr/>
            <p:nvPr/>
          </p:nvSpPr>
          <p:spPr>
            <a:xfrm>
              <a:off x="7388971" y="1942410"/>
              <a:ext cx="29457" cy="746445"/>
            </a:xfrm>
            <a:custGeom>
              <a:avLst/>
              <a:gdLst>
                <a:gd name="csX0" fmla="*/ 0 w 29457"/>
                <a:gd name="csY0" fmla="*/ 0 h 746445"/>
                <a:gd name="csX1" fmla="*/ 0 w 29457"/>
                <a:gd name="csY1" fmla="*/ 746445 h 746445"/>
                <a:gd name="csX2" fmla="*/ 29458 w 29457"/>
                <a:gd name="csY2" fmla="*/ 746445 h 746445"/>
                <a:gd name="csX3" fmla="*/ 29458 w 29457"/>
                <a:gd name="csY3" fmla="*/ 0 h 746445"/>
                <a:gd name="csX4" fmla="*/ 0 w 29457"/>
                <a:gd name="csY4" fmla="*/ 0 h 746445"/>
                <a:gd name="csX5" fmla="*/ 0 w 29457"/>
                <a:gd name="csY5" fmla="*/ 0 h 746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46445">
                  <a:moveTo>
                    <a:pt x="0" y="0"/>
                  </a:moveTo>
                  <a:lnTo>
                    <a:pt x="0" y="746445"/>
                  </a:lnTo>
                  <a:lnTo>
                    <a:pt x="29458" y="746445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0" name="Freeform 3379">
              <a:extLst>
                <a:ext uri="{FF2B5EF4-FFF2-40B4-BE49-F238E27FC236}">
                  <a16:creationId xmlns:a16="http://schemas.microsoft.com/office/drawing/2014/main" id="{89F00DA9-CBAA-671B-6350-B3F1DB2045A1}"/>
                </a:ext>
              </a:extLst>
            </p:cNvPr>
            <p:cNvSpPr/>
            <p:nvPr/>
          </p:nvSpPr>
          <p:spPr>
            <a:xfrm>
              <a:off x="7388971" y="1942410"/>
              <a:ext cx="29457" cy="746445"/>
            </a:xfrm>
            <a:custGeom>
              <a:avLst/>
              <a:gdLst>
                <a:gd name="csX0" fmla="*/ 0 w 29457"/>
                <a:gd name="csY0" fmla="*/ 0 h 746445"/>
                <a:gd name="csX1" fmla="*/ 0 w 29457"/>
                <a:gd name="csY1" fmla="*/ 746445 h 746445"/>
                <a:gd name="csX2" fmla="*/ 29458 w 29457"/>
                <a:gd name="csY2" fmla="*/ 746445 h 746445"/>
                <a:gd name="csX3" fmla="*/ 29458 w 29457"/>
                <a:gd name="csY3" fmla="*/ 0 h 746445"/>
                <a:gd name="csX4" fmla="*/ 0 w 29457"/>
                <a:gd name="csY4" fmla="*/ 0 h 746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46445">
                  <a:moveTo>
                    <a:pt x="0" y="0"/>
                  </a:moveTo>
                  <a:lnTo>
                    <a:pt x="0" y="746445"/>
                  </a:lnTo>
                  <a:lnTo>
                    <a:pt x="29458" y="746445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1" name="Freeform 3380">
              <a:extLst>
                <a:ext uri="{FF2B5EF4-FFF2-40B4-BE49-F238E27FC236}">
                  <a16:creationId xmlns:a16="http://schemas.microsoft.com/office/drawing/2014/main" id="{AF1507C1-DBB3-4CBB-8A19-9A6031E313D1}"/>
                </a:ext>
              </a:extLst>
            </p:cNvPr>
            <p:cNvSpPr/>
            <p:nvPr/>
          </p:nvSpPr>
          <p:spPr>
            <a:xfrm>
              <a:off x="7418429" y="1978571"/>
              <a:ext cx="29457" cy="710284"/>
            </a:xfrm>
            <a:custGeom>
              <a:avLst/>
              <a:gdLst>
                <a:gd name="csX0" fmla="*/ 0 w 29457"/>
                <a:gd name="csY0" fmla="*/ 0 h 710284"/>
                <a:gd name="csX1" fmla="*/ 0 w 29457"/>
                <a:gd name="csY1" fmla="*/ 710285 h 710284"/>
                <a:gd name="csX2" fmla="*/ 29458 w 29457"/>
                <a:gd name="csY2" fmla="*/ 710285 h 710284"/>
                <a:gd name="csX3" fmla="*/ 29458 w 29457"/>
                <a:gd name="csY3" fmla="*/ 0 h 710284"/>
                <a:gd name="csX4" fmla="*/ 0 w 29457"/>
                <a:gd name="csY4" fmla="*/ 0 h 710284"/>
                <a:gd name="csX5" fmla="*/ 0 w 29457"/>
                <a:gd name="csY5" fmla="*/ 0 h 710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710284">
                  <a:moveTo>
                    <a:pt x="0" y="0"/>
                  </a:moveTo>
                  <a:lnTo>
                    <a:pt x="0" y="710285"/>
                  </a:lnTo>
                  <a:lnTo>
                    <a:pt x="29458" y="710285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2" name="Freeform 3381">
              <a:extLst>
                <a:ext uri="{FF2B5EF4-FFF2-40B4-BE49-F238E27FC236}">
                  <a16:creationId xmlns:a16="http://schemas.microsoft.com/office/drawing/2014/main" id="{651D0ECC-E1A5-B4F9-A807-0736031CCE11}"/>
                </a:ext>
              </a:extLst>
            </p:cNvPr>
            <p:cNvSpPr/>
            <p:nvPr/>
          </p:nvSpPr>
          <p:spPr>
            <a:xfrm>
              <a:off x="7418429" y="1978571"/>
              <a:ext cx="29457" cy="710284"/>
            </a:xfrm>
            <a:custGeom>
              <a:avLst/>
              <a:gdLst>
                <a:gd name="csX0" fmla="*/ 0 w 29457"/>
                <a:gd name="csY0" fmla="*/ 0 h 710284"/>
                <a:gd name="csX1" fmla="*/ 0 w 29457"/>
                <a:gd name="csY1" fmla="*/ 710285 h 710284"/>
                <a:gd name="csX2" fmla="*/ 29458 w 29457"/>
                <a:gd name="csY2" fmla="*/ 710285 h 710284"/>
                <a:gd name="csX3" fmla="*/ 29458 w 29457"/>
                <a:gd name="csY3" fmla="*/ 0 h 710284"/>
                <a:gd name="csX4" fmla="*/ 0 w 29457"/>
                <a:gd name="csY4" fmla="*/ 0 h 710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710284">
                  <a:moveTo>
                    <a:pt x="0" y="0"/>
                  </a:moveTo>
                  <a:lnTo>
                    <a:pt x="0" y="710285"/>
                  </a:lnTo>
                  <a:lnTo>
                    <a:pt x="29458" y="710285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3" name="Freeform 3382">
              <a:extLst>
                <a:ext uri="{FF2B5EF4-FFF2-40B4-BE49-F238E27FC236}">
                  <a16:creationId xmlns:a16="http://schemas.microsoft.com/office/drawing/2014/main" id="{0F9E8ADA-D81D-3116-9A9F-A3C986F676EE}"/>
                </a:ext>
              </a:extLst>
            </p:cNvPr>
            <p:cNvSpPr/>
            <p:nvPr/>
          </p:nvSpPr>
          <p:spPr>
            <a:xfrm>
              <a:off x="7447887" y="2022590"/>
              <a:ext cx="29457" cy="666265"/>
            </a:xfrm>
            <a:custGeom>
              <a:avLst/>
              <a:gdLst>
                <a:gd name="csX0" fmla="*/ 0 w 29457"/>
                <a:gd name="csY0" fmla="*/ 0 h 666265"/>
                <a:gd name="csX1" fmla="*/ 0 w 29457"/>
                <a:gd name="csY1" fmla="*/ 666266 h 666265"/>
                <a:gd name="csX2" fmla="*/ 29458 w 29457"/>
                <a:gd name="csY2" fmla="*/ 666266 h 666265"/>
                <a:gd name="csX3" fmla="*/ 29458 w 29457"/>
                <a:gd name="csY3" fmla="*/ 0 h 666265"/>
                <a:gd name="csX4" fmla="*/ 0 w 29457"/>
                <a:gd name="csY4" fmla="*/ 0 h 666265"/>
                <a:gd name="csX5" fmla="*/ 0 w 29457"/>
                <a:gd name="csY5" fmla="*/ 0 h 666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7" h="666265">
                  <a:moveTo>
                    <a:pt x="0" y="0"/>
                  </a:moveTo>
                  <a:lnTo>
                    <a:pt x="0" y="666266"/>
                  </a:lnTo>
                  <a:lnTo>
                    <a:pt x="29458" y="666266"/>
                  </a:lnTo>
                  <a:lnTo>
                    <a:pt x="294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4" name="Freeform 3383">
              <a:extLst>
                <a:ext uri="{FF2B5EF4-FFF2-40B4-BE49-F238E27FC236}">
                  <a16:creationId xmlns:a16="http://schemas.microsoft.com/office/drawing/2014/main" id="{E874858F-C269-BA72-6A86-3869C9AB5015}"/>
                </a:ext>
              </a:extLst>
            </p:cNvPr>
            <p:cNvSpPr/>
            <p:nvPr/>
          </p:nvSpPr>
          <p:spPr>
            <a:xfrm>
              <a:off x="7447887" y="2022590"/>
              <a:ext cx="29457" cy="666265"/>
            </a:xfrm>
            <a:custGeom>
              <a:avLst/>
              <a:gdLst>
                <a:gd name="csX0" fmla="*/ 0 w 29457"/>
                <a:gd name="csY0" fmla="*/ 0 h 666265"/>
                <a:gd name="csX1" fmla="*/ 0 w 29457"/>
                <a:gd name="csY1" fmla="*/ 666266 h 666265"/>
                <a:gd name="csX2" fmla="*/ 29458 w 29457"/>
                <a:gd name="csY2" fmla="*/ 666266 h 666265"/>
                <a:gd name="csX3" fmla="*/ 29458 w 29457"/>
                <a:gd name="csY3" fmla="*/ 0 h 666265"/>
                <a:gd name="csX4" fmla="*/ 0 w 29457"/>
                <a:gd name="csY4" fmla="*/ 0 h 666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7" h="666265">
                  <a:moveTo>
                    <a:pt x="0" y="0"/>
                  </a:moveTo>
                  <a:lnTo>
                    <a:pt x="0" y="666266"/>
                  </a:lnTo>
                  <a:lnTo>
                    <a:pt x="29458" y="666266"/>
                  </a:lnTo>
                  <a:lnTo>
                    <a:pt x="29458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5" name="Freeform 3384">
              <a:extLst>
                <a:ext uri="{FF2B5EF4-FFF2-40B4-BE49-F238E27FC236}">
                  <a16:creationId xmlns:a16="http://schemas.microsoft.com/office/drawing/2014/main" id="{48B365C9-26F8-7CEE-AD66-1976722999EE}"/>
                </a:ext>
              </a:extLst>
            </p:cNvPr>
            <p:cNvSpPr/>
            <p:nvPr/>
          </p:nvSpPr>
          <p:spPr>
            <a:xfrm>
              <a:off x="7477345" y="2040687"/>
              <a:ext cx="29454" cy="648168"/>
            </a:xfrm>
            <a:custGeom>
              <a:avLst/>
              <a:gdLst>
                <a:gd name="csX0" fmla="*/ 0 w 29454"/>
                <a:gd name="csY0" fmla="*/ 0 h 648168"/>
                <a:gd name="csX1" fmla="*/ 0 w 29454"/>
                <a:gd name="csY1" fmla="*/ 648169 h 648168"/>
                <a:gd name="csX2" fmla="*/ 29454 w 29454"/>
                <a:gd name="csY2" fmla="*/ 648169 h 648168"/>
                <a:gd name="csX3" fmla="*/ 29454 w 29454"/>
                <a:gd name="csY3" fmla="*/ 0 h 648168"/>
                <a:gd name="csX4" fmla="*/ 0 w 29454"/>
                <a:gd name="csY4" fmla="*/ 0 h 648168"/>
                <a:gd name="csX5" fmla="*/ 0 w 29454"/>
                <a:gd name="csY5" fmla="*/ 0 h 648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48168">
                  <a:moveTo>
                    <a:pt x="0" y="0"/>
                  </a:moveTo>
                  <a:lnTo>
                    <a:pt x="0" y="648169"/>
                  </a:lnTo>
                  <a:lnTo>
                    <a:pt x="29454" y="648169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6" name="Freeform 3385">
              <a:extLst>
                <a:ext uri="{FF2B5EF4-FFF2-40B4-BE49-F238E27FC236}">
                  <a16:creationId xmlns:a16="http://schemas.microsoft.com/office/drawing/2014/main" id="{1729E880-FA41-2A83-569E-C30E5A268D9B}"/>
                </a:ext>
              </a:extLst>
            </p:cNvPr>
            <p:cNvSpPr/>
            <p:nvPr/>
          </p:nvSpPr>
          <p:spPr>
            <a:xfrm>
              <a:off x="7477345" y="2040687"/>
              <a:ext cx="29454" cy="648168"/>
            </a:xfrm>
            <a:custGeom>
              <a:avLst/>
              <a:gdLst>
                <a:gd name="csX0" fmla="*/ 0 w 29454"/>
                <a:gd name="csY0" fmla="*/ 0 h 648168"/>
                <a:gd name="csX1" fmla="*/ 0 w 29454"/>
                <a:gd name="csY1" fmla="*/ 648169 h 648168"/>
                <a:gd name="csX2" fmla="*/ 29454 w 29454"/>
                <a:gd name="csY2" fmla="*/ 648169 h 648168"/>
                <a:gd name="csX3" fmla="*/ 29454 w 29454"/>
                <a:gd name="csY3" fmla="*/ 0 h 648168"/>
                <a:gd name="csX4" fmla="*/ 0 w 29454"/>
                <a:gd name="csY4" fmla="*/ 0 h 648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48168">
                  <a:moveTo>
                    <a:pt x="0" y="0"/>
                  </a:moveTo>
                  <a:lnTo>
                    <a:pt x="0" y="648169"/>
                  </a:lnTo>
                  <a:lnTo>
                    <a:pt x="29454" y="648169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7" name="Freeform 3386">
              <a:extLst>
                <a:ext uri="{FF2B5EF4-FFF2-40B4-BE49-F238E27FC236}">
                  <a16:creationId xmlns:a16="http://schemas.microsoft.com/office/drawing/2014/main" id="{54B08475-4177-01FC-B278-D8A0A5B013E1}"/>
                </a:ext>
              </a:extLst>
            </p:cNvPr>
            <p:cNvSpPr/>
            <p:nvPr/>
          </p:nvSpPr>
          <p:spPr>
            <a:xfrm>
              <a:off x="7506800" y="2067379"/>
              <a:ext cx="29461" cy="621475"/>
            </a:xfrm>
            <a:custGeom>
              <a:avLst/>
              <a:gdLst>
                <a:gd name="csX0" fmla="*/ 0 w 29461"/>
                <a:gd name="csY0" fmla="*/ 0 h 621475"/>
                <a:gd name="csX1" fmla="*/ 0 w 29461"/>
                <a:gd name="csY1" fmla="*/ 621476 h 621475"/>
                <a:gd name="csX2" fmla="*/ 29461 w 29461"/>
                <a:gd name="csY2" fmla="*/ 621476 h 621475"/>
                <a:gd name="csX3" fmla="*/ 29461 w 29461"/>
                <a:gd name="csY3" fmla="*/ 0 h 621475"/>
                <a:gd name="csX4" fmla="*/ 0 w 29461"/>
                <a:gd name="csY4" fmla="*/ 0 h 621475"/>
                <a:gd name="csX5" fmla="*/ 0 w 29461"/>
                <a:gd name="csY5" fmla="*/ 0 h 621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621475">
                  <a:moveTo>
                    <a:pt x="0" y="0"/>
                  </a:moveTo>
                  <a:lnTo>
                    <a:pt x="0" y="621476"/>
                  </a:lnTo>
                  <a:lnTo>
                    <a:pt x="29461" y="621476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8" name="Freeform 3387">
              <a:extLst>
                <a:ext uri="{FF2B5EF4-FFF2-40B4-BE49-F238E27FC236}">
                  <a16:creationId xmlns:a16="http://schemas.microsoft.com/office/drawing/2014/main" id="{87EB51A6-7684-EC70-35DF-6154F955DAF5}"/>
                </a:ext>
              </a:extLst>
            </p:cNvPr>
            <p:cNvSpPr/>
            <p:nvPr/>
          </p:nvSpPr>
          <p:spPr>
            <a:xfrm>
              <a:off x="7506800" y="2067379"/>
              <a:ext cx="29461" cy="621475"/>
            </a:xfrm>
            <a:custGeom>
              <a:avLst/>
              <a:gdLst>
                <a:gd name="csX0" fmla="*/ 0 w 29461"/>
                <a:gd name="csY0" fmla="*/ 0 h 621475"/>
                <a:gd name="csX1" fmla="*/ 0 w 29461"/>
                <a:gd name="csY1" fmla="*/ 621476 h 621475"/>
                <a:gd name="csX2" fmla="*/ 29461 w 29461"/>
                <a:gd name="csY2" fmla="*/ 621476 h 621475"/>
                <a:gd name="csX3" fmla="*/ 29461 w 29461"/>
                <a:gd name="csY3" fmla="*/ 0 h 621475"/>
                <a:gd name="csX4" fmla="*/ 0 w 29461"/>
                <a:gd name="csY4" fmla="*/ 0 h 621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621475">
                  <a:moveTo>
                    <a:pt x="0" y="0"/>
                  </a:moveTo>
                  <a:lnTo>
                    <a:pt x="0" y="621476"/>
                  </a:lnTo>
                  <a:lnTo>
                    <a:pt x="29461" y="621476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9" name="Freeform 3388">
              <a:extLst>
                <a:ext uri="{FF2B5EF4-FFF2-40B4-BE49-F238E27FC236}">
                  <a16:creationId xmlns:a16="http://schemas.microsoft.com/office/drawing/2014/main" id="{20539202-BDCE-5F13-C517-85D37B105F48}"/>
                </a:ext>
              </a:extLst>
            </p:cNvPr>
            <p:cNvSpPr/>
            <p:nvPr/>
          </p:nvSpPr>
          <p:spPr>
            <a:xfrm>
              <a:off x="7536261" y="2181076"/>
              <a:ext cx="29454" cy="507779"/>
            </a:xfrm>
            <a:custGeom>
              <a:avLst/>
              <a:gdLst>
                <a:gd name="csX0" fmla="*/ 0 w 29454"/>
                <a:gd name="csY0" fmla="*/ 0 h 507779"/>
                <a:gd name="csX1" fmla="*/ 0 w 29454"/>
                <a:gd name="csY1" fmla="*/ 507780 h 507779"/>
                <a:gd name="csX2" fmla="*/ 29455 w 29454"/>
                <a:gd name="csY2" fmla="*/ 507780 h 507779"/>
                <a:gd name="csX3" fmla="*/ 29455 w 29454"/>
                <a:gd name="csY3" fmla="*/ 0 h 507779"/>
                <a:gd name="csX4" fmla="*/ 0 w 29454"/>
                <a:gd name="csY4" fmla="*/ 0 h 507779"/>
                <a:gd name="csX5" fmla="*/ 0 w 29454"/>
                <a:gd name="csY5" fmla="*/ 0 h 507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507779">
                  <a:moveTo>
                    <a:pt x="0" y="0"/>
                  </a:moveTo>
                  <a:lnTo>
                    <a:pt x="0" y="507780"/>
                  </a:lnTo>
                  <a:lnTo>
                    <a:pt x="29455" y="507780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0" name="Freeform 3389">
              <a:extLst>
                <a:ext uri="{FF2B5EF4-FFF2-40B4-BE49-F238E27FC236}">
                  <a16:creationId xmlns:a16="http://schemas.microsoft.com/office/drawing/2014/main" id="{121C0DB3-7641-5B86-C24D-56959E398513}"/>
                </a:ext>
              </a:extLst>
            </p:cNvPr>
            <p:cNvSpPr/>
            <p:nvPr/>
          </p:nvSpPr>
          <p:spPr>
            <a:xfrm>
              <a:off x="7536261" y="2181076"/>
              <a:ext cx="29454" cy="507779"/>
            </a:xfrm>
            <a:custGeom>
              <a:avLst/>
              <a:gdLst>
                <a:gd name="csX0" fmla="*/ 0 w 29454"/>
                <a:gd name="csY0" fmla="*/ 0 h 507779"/>
                <a:gd name="csX1" fmla="*/ 0 w 29454"/>
                <a:gd name="csY1" fmla="*/ 507780 h 507779"/>
                <a:gd name="csX2" fmla="*/ 29455 w 29454"/>
                <a:gd name="csY2" fmla="*/ 507780 h 507779"/>
                <a:gd name="csX3" fmla="*/ 29455 w 29454"/>
                <a:gd name="csY3" fmla="*/ 0 h 507779"/>
                <a:gd name="csX4" fmla="*/ 0 w 29454"/>
                <a:gd name="csY4" fmla="*/ 0 h 507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507779">
                  <a:moveTo>
                    <a:pt x="0" y="0"/>
                  </a:moveTo>
                  <a:lnTo>
                    <a:pt x="0" y="507780"/>
                  </a:lnTo>
                  <a:lnTo>
                    <a:pt x="29455" y="507780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1" name="Freeform 3390">
              <a:extLst>
                <a:ext uri="{FF2B5EF4-FFF2-40B4-BE49-F238E27FC236}">
                  <a16:creationId xmlns:a16="http://schemas.microsoft.com/office/drawing/2014/main" id="{085386D9-963F-F8D0-A7E2-3BC8F95B5BE8}"/>
                </a:ext>
              </a:extLst>
            </p:cNvPr>
            <p:cNvSpPr/>
            <p:nvPr/>
          </p:nvSpPr>
          <p:spPr>
            <a:xfrm>
              <a:off x="7565716" y="2271266"/>
              <a:ext cx="29461" cy="417588"/>
            </a:xfrm>
            <a:custGeom>
              <a:avLst/>
              <a:gdLst>
                <a:gd name="csX0" fmla="*/ 0 w 29461"/>
                <a:gd name="csY0" fmla="*/ 0 h 417588"/>
                <a:gd name="csX1" fmla="*/ 0 w 29461"/>
                <a:gd name="csY1" fmla="*/ 417589 h 417588"/>
                <a:gd name="csX2" fmla="*/ 29461 w 29461"/>
                <a:gd name="csY2" fmla="*/ 417589 h 417588"/>
                <a:gd name="csX3" fmla="*/ 29461 w 29461"/>
                <a:gd name="csY3" fmla="*/ 0 h 417588"/>
                <a:gd name="csX4" fmla="*/ 0 w 29461"/>
                <a:gd name="csY4" fmla="*/ 0 h 417588"/>
                <a:gd name="csX5" fmla="*/ 0 w 29461"/>
                <a:gd name="csY5" fmla="*/ 0 h 417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417588">
                  <a:moveTo>
                    <a:pt x="0" y="0"/>
                  </a:moveTo>
                  <a:lnTo>
                    <a:pt x="0" y="417589"/>
                  </a:lnTo>
                  <a:lnTo>
                    <a:pt x="29461" y="417589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2" name="Freeform 3391">
              <a:extLst>
                <a:ext uri="{FF2B5EF4-FFF2-40B4-BE49-F238E27FC236}">
                  <a16:creationId xmlns:a16="http://schemas.microsoft.com/office/drawing/2014/main" id="{0F94903A-2FB1-5A3A-28BD-5C0902C9BE59}"/>
                </a:ext>
              </a:extLst>
            </p:cNvPr>
            <p:cNvSpPr/>
            <p:nvPr/>
          </p:nvSpPr>
          <p:spPr>
            <a:xfrm>
              <a:off x="7565716" y="2271266"/>
              <a:ext cx="29461" cy="417588"/>
            </a:xfrm>
            <a:custGeom>
              <a:avLst/>
              <a:gdLst>
                <a:gd name="csX0" fmla="*/ 0 w 29461"/>
                <a:gd name="csY0" fmla="*/ 0 h 417588"/>
                <a:gd name="csX1" fmla="*/ 0 w 29461"/>
                <a:gd name="csY1" fmla="*/ 417589 h 417588"/>
                <a:gd name="csX2" fmla="*/ 29461 w 29461"/>
                <a:gd name="csY2" fmla="*/ 417589 h 417588"/>
                <a:gd name="csX3" fmla="*/ 29461 w 29461"/>
                <a:gd name="csY3" fmla="*/ 0 h 417588"/>
                <a:gd name="csX4" fmla="*/ 0 w 29461"/>
                <a:gd name="csY4" fmla="*/ 0 h 417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417588">
                  <a:moveTo>
                    <a:pt x="0" y="0"/>
                  </a:moveTo>
                  <a:lnTo>
                    <a:pt x="0" y="417589"/>
                  </a:lnTo>
                  <a:lnTo>
                    <a:pt x="29461" y="417589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3" name="Freeform 3392">
              <a:extLst>
                <a:ext uri="{FF2B5EF4-FFF2-40B4-BE49-F238E27FC236}">
                  <a16:creationId xmlns:a16="http://schemas.microsoft.com/office/drawing/2014/main" id="{ADA069D9-9C14-7B59-9D09-EEA25DE0E417}"/>
                </a:ext>
              </a:extLst>
            </p:cNvPr>
            <p:cNvSpPr/>
            <p:nvPr/>
          </p:nvSpPr>
          <p:spPr>
            <a:xfrm>
              <a:off x="7595177" y="2330443"/>
              <a:ext cx="29454" cy="358412"/>
            </a:xfrm>
            <a:custGeom>
              <a:avLst/>
              <a:gdLst>
                <a:gd name="csX0" fmla="*/ 0 w 29454"/>
                <a:gd name="csY0" fmla="*/ 0 h 358412"/>
                <a:gd name="csX1" fmla="*/ 0 w 29454"/>
                <a:gd name="csY1" fmla="*/ 358413 h 358412"/>
                <a:gd name="csX2" fmla="*/ 29454 w 29454"/>
                <a:gd name="csY2" fmla="*/ 358413 h 358412"/>
                <a:gd name="csX3" fmla="*/ 29454 w 29454"/>
                <a:gd name="csY3" fmla="*/ 0 h 358412"/>
                <a:gd name="csX4" fmla="*/ 0 w 29454"/>
                <a:gd name="csY4" fmla="*/ 0 h 358412"/>
                <a:gd name="csX5" fmla="*/ 0 w 29454"/>
                <a:gd name="csY5" fmla="*/ 0 h 358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358412">
                  <a:moveTo>
                    <a:pt x="0" y="0"/>
                  </a:moveTo>
                  <a:lnTo>
                    <a:pt x="0" y="358413"/>
                  </a:lnTo>
                  <a:lnTo>
                    <a:pt x="29454" y="358413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4" name="Freeform 3393">
              <a:extLst>
                <a:ext uri="{FF2B5EF4-FFF2-40B4-BE49-F238E27FC236}">
                  <a16:creationId xmlns:a16="http://schemas.microsoft.com/office/drawing/2014/main" id="{6F80E865-AA24-110B-10F2-530D53C11DE7}"/>
                </a:ext>
              </a:extLst>
            </p:cNvPr>
            <p:cNvSpPr/>
            <p:nvPr/>
          </p:nvSpPr>
          <p:spPr>
            <a:xfrm>
              <a:off x="7595177" y="2330443"/>
              <a:ext cx="29454" cy="358412"/>
            </a:xfrm>
            <a:custGeom>
              <a:avLst/>
              <a:gdLst>
                <a:gd name="csX0" fmla="*/ 0 w 29454"/>
                <a:gd name="csY0" fmla="*/ 0 h 358412"/>
                <a:gd name="csX1" fmla="*/ 0 w 29454"/>
                <a:gd name="csY1" fmla="*/ 358413 h 358412"/>
                <a:gd name="csX2" fmla="*/ 29454 w 29454"/>
                <a:gd name="csY2" fmla="*/ 358413 h 358412"/>
                <a:gd name="csX3" fmla="*/ 29454 w 29454"/>
                <a:gd name="csY3" fmla="*/ 0 h 358412"/>
                <a:gd name="csX4" fmla="*/ 0 w 29454"/>
                <a:gd name="csY4" fmla="*/ 0 h 358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358412">
                  <a:moveTo>
                    <a:pt x="0" y="0"/>
                  </a:moveTo>
                  <a:lnTo>
                    <a:pt x="0" y="358413"/>
                  </a:lnTo>
                  <a:lnTo>
                    <a:pt x="29454" y="358413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5" name="Freeform 3394">
              <a:extLst>
                <a:ext uri="{FF2B5EF4-FFF2-40B4-BE49-F238E27FC236}">
                  <a16:creationId xmlns:a16="http://schemas.microsoft.com/office/drawing/2014/main" id="{F18ADC50-C123-A855-C9A4-2CAAE4258672}"/>
                </a:ext>
              </a:extLst>
            </p:cNvPr>
            <p:cNvSpPr/>
            <p:nvPr/>
          </p:nvSpPr>
          <p:spPr>
            <a:xfrm>
              <a:off x="7624632" y="2375919"/>
              <a:ext cx="29461" cy="312936"/>
            </a:xfrm>
            <a:custGeom>
              <a:avLst/>
              <a:gdLst>
                <a:gd name="csX0" fmla="*/ 0 w 29461"/>
                <a:gd name="csY0" fmla="*/ 0 h 312936"/>
                <a:gd name="csX1" fmla="*/ 0 w 29461"/>
                <a:gd name="csY1" fmla="*/ 312936 h 312936"/>
                <a:gd name="csX2" fmla="*/ 29462 w 29461"/>
                <a:gd name="csY2" fmla="*/ 312936 h 312936"/>
                <a:gd name="csX3" fmla="*/ 29462 w 29461"/>
                <a:gd name="csY3" fmla="*/ 0 h 312936"/>
                <a:gd name="csX4" fmla="*/ 0 w 29461"/>
                <a:gd name="csY4" fmla="*/ 0 h 312936"/>
                <a:gd name="csX5" fmla="*/ 0 w 29461"/>
                <a:gd name="csY5" fmla="*/ 0 h 312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312936">
                  <a:moveTo>
                    <a:pt x="0" y="0"/>
                  </a:moveTo>
                  <a:lnTo>
                    <a:pt x="0" y="312936"/>
                  </a:lnTo>
                  <a:lnTo>
                    <a:pt x="29462" y="312936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6" name="Freeform 3395">
              <a:extLst>
                <a:ext uri="{FF2B5EF4-FFF2-40B4-BE49-F238E27FC236}">
                  <a16:creationId xmlns:a16="http://schemas.microsoft.com/office/drawing/2014/main" id="{EAA3E2B8-ED9B-45FC-31E5-182BD385C211}"/>
                </a:ext>
              </a:extLst>
            </p:cNvPr>
            <p:cNvSpPr/>
            <p:nvPr/>
          </p:nvSpPr>
          <p:spPr>
            <a:xfrm>
              <a:off x="7624632" y="2375919"/>
              <a:ext cx="29461" cy="312936"/>
            </a:xfrm>
            <a:custGeom>
              <a:avLst/>
              <a:gdLst>
                <a:gd name="csX0" fmla="*/ 0 w 29461"/>
                <a:gd name="csY0" fmla="*/ 0 h 312936"/>
                <a:gd name="csX1" fmla="*/ 0 w 29461"/>
                <a:gd name="csY1" fmla="*/ 312936 h 312936"/>
                <a:gd name="csX2" fmla="*/ 29462 w 29461"/>
                <a:gd name="csY2" fmla="*/ 312936 h 312936"/>
                <a:gd name="csX3" fmla="*/ 29462 w 29461"/>
                <a:gd name="csY3" fmla="*/ 0 h 312936"/>
                <a:gd name="csX4" fmla="*/ 0 w 29461"/>
                <a:gd name="csY4" fmla="*/ 0 h 312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312936">
                  <a:moveTo>
                    <a:pt x="0" y="0"/>
                  </a:moveTo>
                  <a:lnTo>
                    <a:pt x="0" y="312936"/>
                  </a:lnTo>
                  <a:lnTo>
                    <a:pt x="29462" y="312936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7" name="Freeform 3396">
              <a:extLst>
                <a:ext uri="{FF2B5EF4-FFF2-40B4-BE49-F238E27FC236}">
                  <a16:creationId xmlns:a16="http://schemas.microsoft.com/office/drawing/2014/main" id="{DB9DEF9E-338D-7CE5-0E27-12DDC4D06280}"/>
                </a:ext>
              </a:extLst>
            </p:cNvPr>
            <p:cNvSpPr/>
            <p:nvPr/>
          </p:nvSpPr>
          <p:spPr>
            <a:xfrm>
              <a:off x="7654093" y="2444824"/>
              <a:ext cx="29454" cy="244031"/>
            </a:xfrm>
            <a:custGeom>
              <a:avLst/>
              <a:gdLst>
                <a:gd name="csX0" fmla="*/ 0 w 29454"/>
                <a:gd name="csY0" fmla="*/ 0 h 244031"/>
                <a:gd name="csX1" fmla="*/ 0 w 29454"/>
                <a:gd name="csY1" fmla="*/ 244032 h 244031"/>
                <a:gd name="csX2" fmla="*/ 29454 w 29454"/>
                <a:gd name="csY2" fmla="*/ 244032 h 244031"/>
                <a:gd name="csX3" fmla="*/ 29454 w 29454"/>
                <a:gd name="csY3" fmla="*/ 0 h 244031"/>
                <a:gd name="csX4" fmla="*/ 0 w 29454"/>
                <a:gd name="csY4" fmla="*/ 0 h 244031"/>
                <a:gd name="csX5" fmla="*/ 0 w 29454"/>
                <a:gd name="csY5" fmla="*/ 0 h 24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44031">
                  <a:moveTo>
                    <a:pt x="0" y="0"/>
                  </a:moveTo>
                  <a:lnTo>
                    <a:pt x="0" y="244032"/>
                  </a:lnTo>
                  <a:lnTo>
                    <a:pt x="29454" y="244032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8" name="Freeform 3397">
              <a:extLst>
                <a:ext uri="{FF2B5EF4-FFF2-40B4-BE49-F238E27FC236}">
                  <a16:creationId xmlns:a16="http://schemas.microsoft.com/office/drawing/2014/main" id="{A543DA84-A0DF-4123-BCD3-C4B466E14E7D}"/>
                </a:ext>
              </a:extLst>
            </p:cNvPr>
            <p:cNvSpPr/>
            <p:nvPr/>
          </p:nvSpPr>
          <p:spPr>
            <a:xfrm>
              <a:off x="7654093" y="2444824"/>
              <a:ext cx="29454" cy="244031"/>
            </a:xfrm>
            <a:custGeom>
              <a:avLst/>
              <a:gdLst>
                <a:gd name="csX0" fmla="*/ 0 w 29454"/>
                <a:gd name="csY0" fmla="*/ 0 h 244031"/>
                <a:gd name="csX1" fmla="*/ 0 w 29454"/>
                <a:gd name="csY1" fmla="*/ 244032 h 244031"/>
                <a:gd name="csX2" fmla="*/ 29454 w 29454"/>
                <a:gd name="csY2" fmla="*/ 244032 h 244031"/>
                <a:gd name="csX3" fmla="*/ 29454 w 29454"/>
                <a:gd name="csY3" fmla="*/ 0 h 244031"/>
                <a:gd name="csX4" fmla="*/ 0 w 29454"/>
                <a:gd name="csY4" fmla="*/ 0 h 244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44031">
                  <a:moveTo>
                    <a:pt x="0" y="0"/>
                  </a:moveTo>
                  <a:lnTo>
                    <a:pt x="0" y="244032"/>
                  </a:lnTo>
                  <a:lnTo>
                    <a:pt x="29454" y="244032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9" name="Freeform 3398">
              <a:extLst>
                <a:ext uri="{FF2B5EF4-FFF2-40B4-BE49-F238E27FC236}">
                  <a16:creationId xmlns:a16="http://schemas.microsoft.com/office/drawing/2014/main" id="{5A3F4452-4D8A-5509-8363-46FD54E6746E}"/>
                </a:ext>
              </a:extLst>
            </p:cNvPr>
            <p:cNvSpPr/>
            <p:nvPr/>
          </p:nvSpPr>
          <p:spPr>
            <a:xfrm>
              <a:off x="7683548" y="2485633"/>
              <a:ext cx="29461" cy="203221"/>
            </a:xfrm>
            <a:custGeom>
              <a:avLst/>
              <a:gdLst>
                <a:gd name="csX0" fmla="*/ 0 w 29461"/>
                <a:gd name="csY0" fmla="*/ 0 h 203221"/>
                <a:gd name="csX1" fmla="*/ 0 w 29461"/>
                <a:gd name="csY1" fmla="*/ 203222 h 203221"/>
                <a:gd name="csX2" fmla="*/ 29461 w 29461"/>
                <a:gd name="csY2" fmla="*/ 203222 h 203221"/>
                <a:gd name="csX3" fmla="*/ 29461 w 29461"/>
                <a:gd name="csY3" fmla="*/ 0 h 203221"/>
                <a:gd name="csX4" fmla="*/ 0 w 29461"/>
                <a:gd name="csY4" fmla="*/ 0 h 203221"/>
                <a:gd name="csX5" fmla="*/ 0 w 29461"/>
                <a:gd name="csY5" fmla="*/ 0 h 203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203221">
                  <a:moveTo>
                    <a:pt x="0" y="0"/>
                  </a:moveTo>
                  <a:lnTo>
                    <a:pt x="0" y="203222"/>
                  </a:lnTo>
                  <a:lnTo>
                    <a:pt x="29461" y="203222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0" name="Freeform 3399">
              <a:extLst>
                <a:ext uri="{FF2B5EF4-FFF2-40B4-BE49-F238E27FC236}">
                  <a16:creationId xmlns:a16="http://schemas.microsoft.com/office/drawing/2014/main" id="{FCC5CDB3-E674-5C5C-AACD-E13F33931DB1}"/>
                </a:ext>
              </a:extLst>
            </p:cNvPr>
            <p:cNvSpPr/>
            <p:nvPr/>
          </p:nvSpPr>
          <p:spPr>
            <a:xfrm>
              <a:off x="7683548" y="2485633"/>
              <a:ext cx="29461" cy="203221"/>
            </a:xfrm>
            <a:custGeom>
              <a:avLst/>
              <a:gdLst>
                <a:gd name="csX0" fmla="*/ 0 w 29461"/>
                <a:gd name="csY0" fmla="*/ 0 h 203221"/>
                <a:gd name="csX1" fmla="*/ 0 w 29461"/>
                <a:gd name="csY1" fmla="*/ 203222 h 203221"/>
                <a:gd name="csX2" fmla="*/ 29461 w 29461"/>
                <a:gd name="csY2" fmla="*/ 203222 h 203221"/>
                <a:gd name="csX3" fmla="*/ 29461 w 29461"/>
                <a:gd name="csY3" fmla="*/ 0 h 203221"/>
                <a:gd name="csX4" fmla="*/ 0 w 29461"/>
                <a:gd name="csY4" fmla="*/ 0 h 203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203221">
                  <a:moveTo>
                    <a:pt x="0" y="0"/>
                  </a:moveTo>
                  <a:lnTo>
                    <a:pt x="0" y="203222"/>
                  </a:lnTo>
                  <a:lnTo>
                    <a:pt x="29461" y="203222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1" name="Freeform 3400">
              <a:extLst>
                <a:ext uri="{FF2B5EF4-FFF2-40B4-BE49-F238E27FC236}">
                  <a16:creationId xmlns:a16="http://schemas.microsoft.com/office/drawing/2014/main" id="{9EB34FFE-C3B7-82B1-F413-9713CA47BB29}"/>
                </a:ext>
              </a:extLst>
            </p:cNvPr>
            <p:cNvSpPr/>
            <p:nvPr/>
          </p:nvSpPr>
          <p:spPr>
            <a:xfrm>
              <a:off x="7713009" y="2562641"/>
              <a:ext cx="29454" cy="126214"/>
            </a:xfrm>
            <a:custGeom>
              <a:avLst/>
              <a:gdLst>
                <a:gd name="csX0" fmla="*/ 0 w 29454"/>
                <a:gd name="csY0" fmla="*/ 0 h 126214"/>
                <a:gd name="csX1" fmla="*/ 0 w 29454"/>
                <a:gd name="csY1" fmla="*/ 126214 h 126214"/>
                <a:gd name="csX2" fmla="*/ 29455 w 29454"/>
                <a:gd name="csY2" fmla="*/ 126214 h 126214"/>
                <a:gd name="csX3" fmla="*/ 29455 w 29454"/>
                <a:gd name="csY3" fmla="*/ 0 h 126214"/>
                <a:gd name="csX4" fmla="*/ 0 w 29454"/>
                <a:gd name="csY4" fmla="*/ 0 h 126214"/>
                <a:gd name="csX5" fmla="*/ 0 w 29454"/>
                <a:gd name="csY5" fmla="*/ 0 h 12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126214">
                  <a:moveTo>
                    <a:pt x="0" y="0"/>
                  </a:moveTo>
                  <a:lnTo>
                    <a:pt x="0" y="126214"/>
                  </a:lnTo>
                  <a:lnTo>
                    <a:pt x="29455" y="126214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2" name="Freeform 3401">
              <a:extLst>
                <a:ext uri="{FF2B5EF4-FFF2-40B4-BE49-F238E27FC236}">
                  <a16:creationId xmlns:a16="http://schemas.microsoft.com/office/drawing/2014/main" id="{7062C901-36B7-E547-BAC5-C270D61C3F6F}"/>
                </a:ext>
              </a:extLst>
            </p:cNvPr>
            <p:cNvSpPr/>
            <p:nvPr/>
          </p:nvSpPr>
          <p:spPr>
            <a:xfrm>
              <a:off x="7713009" y="2562641"/>
              <a:ext cx="29454" cy="126214"/>
            </a:xfrm>
            <a:custGeom>
              <a:avLst/>
              <a:gdLst>
                <a:gd name="csX0" fmla="*/ 0 w 29454"/>
                <a:gd name="csY0" fmla="*/ 0 h 126214"/>
                <a:gd name="csX1" fmla="*/ 0 w 29454"/>
                <a:gd name="csY1" fmla="*/ 126214 h 126214"/>
                <a:gd name="csX2" fmla="*/ 29455 w 29454"/>
                <a:gd name="csY2" fmla="*/ 126214 h 126214"/>
                <a:gd name="csX3" fmla="*/ 29455 w 29454"/>
                <a:gd name="csY3" fmla="*/ 0 h 126214"/>
                <a:gd name="csX4" fmla="*/ 0 w 29454"/>
                <a:gd name="csY4" fmla="*/ 0 h 12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126214">
                  <a:moveTo>
                    <a:pt x="0" y="0"/>
                  </a:moveTo>
                  <a:lnTo>
                    <a:pt x="0" y="126214"/>
                  </a:lnTo>
                  <a:lnTo>
                    <a:pt x="29455" y="126214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3" name="Freeform 3402">
              <a:extLst>
                <a:ext uri="{FF2B5EF4-FFF2-40B4-BE49-F238E27FC236}">
                  <a16:creationId xmlns:a16="http://schemas.microsoft.com/office/drawing/2014/main" id="{2EEE12B3-1554-BAC6-B1E7-4013F9B4F0F5}"/>
                </a:ext>
              </a:extLst>
            </p:cNvPr>
            <p:cNvSpPr/>
            <p:nvPr/>
          </p:nvSpPr>
          <p:spPr>
            <a:xfrm>
              <a:off x="7742464" y="2569893"/>
              <a:ext cx="29461" cy="118962"/>
            </a:xfrm>
            <a:custGeom>
              <a:avLst/>
              <a:gdLst>
                <a:gd name="csX0" fmla="*/ 0 w 29461"/>
                <a:gd name="csY0" fmla="*/ 0 h 118962"/>
                <a:gd name="csX1" fmla="*/ 0 w 29461"/>
                <a:gd name="csY1" fmla="*/ 118963 h 118962"/>
                <a:gd name="csX2" fmla="*/ 29461 w 29461"/>
                <a:gd name="csY2" fmla="*/ 118963 h 118962"/>
                <a:gd name="csX3" fmla="*/ 29461 w 29461"/>
                <a:gd name="csY3" fmla="*/ 0 h 118962"/>
                <a:gd name="csX4" fmla="*/ 0 w 29461"/>
                <a:gd name="csY4" fmla="*/ 0 h 118962"/>
                <a:gd name="csX5" fmla="*/ 0 w 29461"/>
                <a:gd name="csY5" fmla="*/ 0 h 118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18962">
                  <a:moveTo>
                    <a:pt x="0" y="0"/>
                  </a:moveTo>
                  <a:lnTo>
                    <a:pt x="0" y="118963"/>
                  </a:lnTo>
                  <a:lnTo>
                    <a:pt x="29461" y="118963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4" name="Freeform 3403">
              <a:extLst>
                <a:ext uri="{FF2B5EF4-FFF2-40B4-BE49-F238E27FC236}">
                  <a16:creationId xmlns:a16="http://schemas.microsoft.com/office/drawing/2014/main" id="{DC29E4D8-01C4-1065-109F-F86BD477548B}"/>
                </a:ext>
              </a:extLst>
            </p:cNvPr>
            <p:cNvSpPr/>
            <p:nvPr/>
          </p:nvSpPr>
          <p:spPr>
            <a:xfrm>
              <a:off x="7742464" y="2569893"/>
              <a:ext cx="29461" cy="118962"/>
            </a:xfrm>
            <a:custGeom>
              <a:avLst/>
              <a:gdLst>
                <a:gd name="csX0" fmla="*/ 0 w 29461"/>
                <a:gd name="csY0" fmla="*/ 0 h 118962"/>
                <a:gd name="csX1" fmla="*/ 0 w 29461"/>
                <a:gd name="csY1" fmla="*/ 118963 h 118962"/>
                <a:gd name="csX2" fmla="*/ 29461 w 29461"/>
                <a:gd name="csY2" fmla="*/ 118963 h 118962"/>
                <a:gd name="csX3" fmla="*/ 29461 w 29461"/>
                <a:gd name="csY3" fmla="*/ 0 h 118962"/>
                <a:gd name="csX4" fmla="*/ 0 w 29461"/>
                <a:gd name="csY4" fmla="*/ 0 h 118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18962">
                  <a:moveTo>
                    <a:pt x="0" y="0"/>
                  </a:moveTo>
                  <a:lnTo>
                    <a:pt x="0" y="118963"/>
                  </a:lnTo>
                  <a:lnTo>
                    <a:pt x="29461" y="118963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5" name="Freeform 3404">
              <a:extLst>
                <a:ext uri="{FF2B5EF4-FFF2-40B4-BE49-F238E27FC236}">
                  <a16:creationId xmlns:a16="http://schemas.microsoft.com/office/drawing/2014/main" id="{9077F3C1-5333-71CE-9D42-BFE8EF2A8873}"/>
                </a:ext>
              </a:extLst>
            </p:cNvPr>
            <p:cNvSpPr/>
            <p:nvPr/>
          </p:nvSpPr>
          <p:spPr>
            <a:xfrm>
              <a:off x="7771925" y="2615840"/>
              <a:ext cx="29454" cy="73014"/>
            </a:xfrm>
            <a:custGeom>
              <a:avLst/>
              <a:gdLst>
                <a:gd name="csX0" fmla="*/ 0 w 29454"/>
                <a:gd name="csY0" fmla="*/ 0 h 73014"/>
                <a:gd name="csX1" fmla="*/ 0 w 29454"/>
                <a:gd name="csY1" fmla="*/ 73015 h 73014"/>
                <a:gd name="csX2" fmla="*/ 29454 w 29454"/>
                <a:gd name="csY2" fmla="*/ 73015 h 73014"/>
                <a:gd name="csX3" fmla="*/ 29454 w 29454"/>
                <a:gd name="csY3" fmla="*/ 0 h 73014"/>
                <a:gd name="csX4" fmla="*/ 0 w 29454"/>
                <a:gd name="csY4" fmla="*/ 0 h 73014"/>
                <a:gd name="csX5" fmla="*/ 0 w 29454"/>
                <a:gd name="csY5" fmla="*/ 0 h 7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73014">
                  <a:moveTo>
                    <a:pt x="0" y="0"/>
                  </a:moveTo>
                  <a:lnTo>
                    <a:pt x="0" y="73015"/>
                  </a:lnTo>
                  <a:lnTo>
                    <a:pt x="29454" y="73015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6" name="Freeform 3405">
              <a:extLst>
                <a:ext uri="{FF2B5EF4-FFF2-40B4-BE49-F238E27FC236}">
                  <a16:creationId xmlns:a16="http://schemas.microsoft.com/office/drawing/2014/main" id="{409E8616-58F8-1C0C-33BD-0B17A8B9D269}"/>
                </a:ext>
              </a:extLst>
            </p:cNvPr>
            <p:cNvSpPr/>
            <p:nvPr/>
          </p:nvSpPr>
          <p:spPr>
            <a:xfrm>
              <a:off x="7771925" y="2615840"/>
              <a:ext cx="29454" cy="73014"/>
            </a:xfrm>
            <a:custGeom>
              <a:avLst/>
              <a:gdLst>
                <a:gd name="csX0" fmla="*/ 0 w 29454"/>
                <a:gd name="csY0" fmla="*/ 0 h 73014"/>
                <a:gd name="csX1" fmla="*/ 0 w 29454"/>
                <a:gd name="csY1" fmla="*/ 73015 h 73014"/>
                <a:gd name="csX2" fmla="*/ 29454 w 29454"/>
                <a:gd name="csY2" fmla="*/ 73015 h 73014"/>
                <a:gd name="csX3" fmla="*/ 29454 w 29454"/>
                <a:gd name="csY3" fmla="*/ 0 h 73014"/>
                <a:gd name="csX4" fmla="*/ 0 w 29454"/>
                <a:gd name="csY4" fmla="*/ 0 h 7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73014">
                  <a:moveTo>
                    <a:pt x="0" y="0"/>
                  </a:moveTo>
                  <a:lnTo>
                    <a:pt x="0" y="73015"/>
                  </a:lnTo>
                  <a:lnTo>
                    <a:pt x="29454" y="73015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7" name="Freeform 3406">
              <a:extLst>
                <a:ext uri="{FF2B5EF4-FFF2-40B4-BE49-F238E27FC236}">
                  <a16:creationId xmlns:a16="http://schemas.microsoft.com/office/drawing/2014/main" id="{931F7053-FA42-2408-1862-EEA759AA6AED}"/>
                </a:ext>
              </a:extLst>
            </p:cNvPr>
            <p:cNvSpPr/>
            <p:nvPr/>
          </p:nvSpPr>
          <p:spPr>
            <a:xfrm>
              <a:off x="7801379" y="2638266"/>
              <a:ext cx="29461" cy="50589"/>
            </a:xfrm>
            <a:custGeom>
              <a:avLst/>
              <a:gdLst>
                <a:gd name="csX0" fmla="*/ 0 w 29461"/>
                <a:gd name="csY0" fmla="*/ 0 h 50589"/>
                <a:gd name="csX1" fmla="*/ 0 w 29461"/>
                <a:gd name="csY1" fmla="*/ 50589 h 50589"/>
                <a:gd name="csX2" fmla="*/ 29462 w 29461"/>
                <a:gd name="csY2" fmla="*/ 50589 h 50589"/>
                <a:gd name="csX3" fmla="*/ 29462 w 29461"/>
                <a:gd name="csY3" fmla="*/ 0 h 50589"/>
                <a:gd name="csX4" fmla="*/ 0 w 29461"/>
                <a:gd name="csY4" fmla="*/ 0 h 50589"/>
                <a:gd name="csX5" fmla="*/ 0 w 29461"/>
                <a:gd name="csY5" fmla="*/ 0 h 50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50589">
                  <a:moveTo>
                    <a:pt x="0" y="0"/>
                  </a:moveTo>
                  <a:lnTo>
                    <a:pt x="0" y="50589"/>
                  </a:lnTo>
                  <a:lnTo>
                    <a:pt x="29462" y="50589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8" name="Freeform 3407">
              <a:extLst>
                <a:ext uri="{FF2B5EF4-FFF2-40B4-BE49-F238E27FC236}">
                  <a16:creationId xmlns:a16="http://schemas.microsoft.com/office/drawing/2014/main" id="{A77A8CF6-BA9A-7C4E-7820-5F6550A33F4C}"/>
                </a:ext>
              </a:extLst>
            </p:cNvPr>
            <p:cNvSpPr/>
            <p:nvPr/>
          </p:nvSpPr>
          <p:spPr>
            <a:xfrm>
              <a:off x="7801379" y="2638266"/>
              <a:ext cx="29461" cy="50589"/>
            </a:xfrm>
            <a:custGeom>
              <a:avLst/>
              <a:gdLst>
                <a:gd name="csX0" fmla="*/ 0 w 29461"/>
                <a:gd name="csY0" fmla="*/ 0 h 50589"/>
                <a:gd name="csX1" fmla="*/ 0 w 29461"/>
                <a:gd name="csY1" fmla="*/ 50589 h 50589"/>
                <a:gd name="csX2" fmla="*/ 29462 w 29461"/>
                <a:gd name="csY2" fmla="*/ 50589 h 50589"/>
                <a:gd name="csX3" fmla="*/ 29462 w 29461"/>
                <a:gd name="csY3" fmla="*/ 0 h 50589"/>
                <a:gd name="csX4" fmla="*/ 0 w 29461"/>
                <a:gd name="csY4" fmla="*/ 0 h 50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50589">
                  <a:moveTo>
                    <a:pt x="0" y="0"/>
                  </a:moveTo>
                  <a:lnTo>
                    <a:pt x="0" y="50589"/>
                  </a:lnTo>
                  <a:lnTo>
                    <a:pt x="29462" y="50589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9" name="Freeform 3408">
              <a:extLst>
                <a:ext uri="{FF2B5EF4-FFF2-40B4-BE49-F238E27FC236}">
                  <a16:creationId xmlns:a16="http://schemas.microsoft.com/office/drawing/2014/main" id="{13AD6851-3C17-25C2-99DB-06083115608E}"/>
                </a:ext>
              </a:extLst>
            </p:cNvPr>
            <p:cNvSpPr/>
            <p:nvPr/>
          </p:nvSpPr>
          <p:spPr>
            <a:xfrm>
              <a:off x="7830841" y="2659729"/>
              <a:ext cx="29454" cy="29126"/>
            </a:xfrm>
            <a:custGeom>
              <a:avLst/>
              <a:gdLst>
                <a:gd name="csX0" fmla="*/ 0 w 29454"/>
                <a:gd name="csY0" fmla="*/ 0 h 29126"/>
                <a:gd name="csX1" fmla="*/ 0 w 29454"/>
                <a:gd name="csY1" fmla="*/ 29126 h 29126"/>
                <a:gd name="csX2" fmla="*/ 29454 w 29454"/>
                <a:gd name="csY2" fmla="*/ 29126 h 29126"/>
                <a:gd name="csX3" fmla="*/ 29454 w 29454"/>
                <a:gd name="csY3" fmla="*/ 0 h 29126"/>
                <a:gd name="csX4" fmla="*/ 0 w 29454"/>
                <a:gd name="csY4" fmla="*/ 0 h 29126"/>
                <a:gd name="csX5" fmla="*/ 0 w 29454"/>
                <a:gd name="csY5" fmla="*/ 0 h 29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9126">
                  <a:moveTo>
                    <a:pt x="0" y="0"/>
                  </a:moveTo>
                  <a:lnTo>
                    <a:pt x="0" y="29126"/>
                  </a:lnTo>
                  <a:lnTo>
                    <a:pt x="29454" y="29126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0" name="Freeform 3409">
              <a:extLst>
                <a:ext uri="{FF2B5EF4-FFF2-40B4-BE49-F238E27FC236}">
                  <a16:creationId xmlns:a16="http://schemas.microsoft.com/office/drawing/2014/main" id="{88DDFF84-7EEE-A1D1-8115-C84E6755B84D}"/>
                </a:ext>
              </a:extLst>
            </p:cNvPr>
            <p:cNvSpPr/>
            <p:nvPr/>
          </p:nvSpPr>
          <p:spPr>
            <a:xfrm>
              <a:off x="7830841" y="2659729"/>
              <a:ext cx="29454" cy="29126"/>
            </a:xfrm>
            <a:custGeom>
              <a:avLst/>
              <a:gdLst>
                <a:gd name="csX0" fmla="*/ 0 w 29454"/>
                <a:gd name="csY0" fmla="*/ 0 h 29126"/>
                <a:gd name="csX1" fmla="*/ 0 w 29454"/>
                <a:gd name="csY1" fmla="*/ 29126 h 29126"/>
                <a:gd name="csX2" fmla="*/ 29454 w 29454"/>
                <a:gd name="csY2" fmla="*/ 29126 h 29126"/>
                <a:gd name="csX3" fmla="*/ 29454 w 29454"/>
                <a:gd name="csY3" fmla="*/ 0 h 29126"/>
                <a:gd name="csX4" fmla="*/ 0 w 29454"/>
                <a:gd name="csY4" fmla="*/ 0 h 29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9126">
                  <a:moveTo>
                    <a:pt x="0" y="0"/>
                  </a:moveTo>
                  <a:lnTo>
                    <a:pt x="0" y="29126"/>
                  </a:lnTo>
                  <a:lnTo>
                    <a:pt x="29454" y="29126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1" name="Freeform 3410">
              <a:extLst>
                <a:ext uri="{FF2B5EF4-FFF2-40B4-BE49-F238E27FC236}">
                  <a16:creationId xmlns:a16="http://schemas.microsoft.com/office/drawing/2014/main" id="{6D2E8D2C-2848-2F8A-9FE0-E27DF516A450}"/>
                </a:ext>
              </a:extLst>
            </p:cNvPr>
            <p:cNvSpPr/>
            <p:nvPr/>
          </p:nvSpPr>
          <p:spPr>
            <a:xfrm>
              <a:off x="7860295" y="2659457"/>
              <a:ext cx="29461" cy="29398"/>
            </a:xfrm>
            <a:custGeom>
              <a:avLst/>
              <a:gdLst>
                <a:gd name="csX0" fmla="*/ 0 w 29461"/>
                <a:gd name="csY0" fmla="*/ 0 h 29398"/>
                <a:gd name="csX1" fmla="*/ 0 w 29461"/>
                <a:gd name="csY1" fmla="*/ 29399 h 29398"/>
                <a:gd name="csX2" fmla="*/ 29461 w 29461"/>
                <a:gd name="csY2" fmla="*/ 29399 h 29398"/>
                <a:gd name="csX3" fmla="*/ 29461 w 29461"/>
                <a:gd name="csY3" fmla="*/ 0 h 29398"/>
                <a:gd name="csX4" fmla="*/ 0 w 29461"/>
                <a:gd name="csY4" fmla="*/ 0 h 29398"/>
                <a:gd name="csX5" fmla="*/ 0 w 29461"/>
                <a:gd name="csY5" fmla="*/ 0 h 29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29398">
                  <a:moveTo>
                    <a:pt x="0" y="0"/>
                  </a:moveTo>
                  <a:lnTo>
                    <a:pt x="0" y="29399"/>
                  </a:lnTo>
                  <a:lnTo>
                    <a:pt x="29461" y="29399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2" name="Freeform 3411">
              <a:extLst>
                <a:ext uri="{FF2B5EF4-FFF2-40B4-BE49-F238E27FC236}">
                  <a16:creationId xmlns:a16="http://schemas.microsoft.com/office/drawing/2014/main" id="{75820824-8A3C-A9ED-EDEE-B6FD215766AC}"/>
                </a:ext>
              </a:extLst>
            </p:cNvPr>
            <p:cNvSpPr/>
            <p:nvPr/>
          </p:nvSpPr>
          <p:spPr>
            <a:xfrm>
              <a:off x="7860295" y="2659457"/>
              <a:ext cx="29461" cy="29398"/>
            </a:xfrm>
            <a:custGeom>
              <a:avLst/>
              <a:gdLst>
                <a:gd name="csX0" fmla="*/ 0 w 29461"/>
                <a:gd name="csY0" fmla="*/ 0 h 29398"/>
                <a:gd name="csX1" fmla="*/ 0 w 29461"/>
                <a:gd name="csY1" fmla="*/ 29399 h 29398"/>
                <a:gd name="csX2" fmla="*/ 29461 w 29461"/>
                <a:gd name="csY2" fmla="*/ 29399 h 29398"/>
                <a:gd name="csX3" fmla="*/ 29461 w 29461"/>
                <a:gd name="csY3" fmla="*/ 0 h 29398"/>
                <a:gd name="csX4" fmla="*/ 0 w 29461"/>
                <a:gd name="csY4" fmla="*/ 0 h 29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29398">
                  <a:moveTo>
                    <a:pt x="0" y="0"/>
                  </a:moveTo>
                  <a:lnTo>
                    <a:pt x="0" y="29399"/>
                  </a:lnTo>
                  <a:lnTo>
                    <a:pt x="29461" y="29399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3" name="Freeform 3412">
              <a:extLst>
                <a:ext uri="{FF2B5EF4-FFF2-40B4-BE49-F238E27FC236}">
                  <a16:creationId xmlns:a16="http://schemas.microsoft.com/office/drawing/2014/main" id="{8499AC86-152A-C75A-BBB0-E63318398F14}"/>
                </a:ext>
              </a:extLst>
            </p:cNvPr>
            <p:cNvSpPr/>
            <p:nvPr/>
          </p:nvSpPr>
          <p:spPr>
            <a:xfrm>
              <a:off x="7889757" y="2672746"/>
              <a:ext cx="29454" cy="16109"/>
            </a:xfrm>
            <a:custGeom>
              <a:avLst/>
              <a:gdLst>
                <a:gd name="csX0" fmla="*/ 0 w 29454"/>
                <a:gd name="csY0" fmla="*/ 0 h 16109"/>
                <a:gd name="csX1" fmla="*/ 0 w 29454"/>
                <a:gd name="csY1" fmla="*/ 16109 h 16109"/>
                <a:gd name="csX2" fmla="*/ 29455 w 29454"/>
                <a:gd name="csY2" fmla="*/ 16109 h 16109"/>
                <a:gd name="csX3" fmla="*/ 29455 w 29454"/>
                <a:gd name="csY3" fmla="*/ 0 h 16109"/>
                <a:gd name="csX4" fmla="*/ 0 w 29454"/>
                <a:gd name="csY4" fmla="*/ 0 h 16109"/>
                <a:gd name="csX5" fmla="*/ 0 w 29454"/>
                <a:gd name="csY5" fmla="*/ 0 h 16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16109">
                  <a:moveTo>
                    <a:pt x="0" y="0"/>
                  </a:moveTo>
                  <a:lnTo>
                    <a:pt x="0" y="16109"/>
                  </a:lnTo>
                  <a:lnTo>
                    <a:pt x="29455" y="16109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4" name="Freeform 3413">
              <a:extLst>
                <a:ext uri="{FF2B5EF4-FFF2-40B4-BE49-F238E27FC236}">
                  <a16:creationId xmlns:a16="http://schemas.microsoft.com/office/drawing/2014/main" id="{6986ABDD-895E-8154-2A09-C89629A3FD80}"/>
                </a:ext>
              </a:extLst>
            </p:cNvPr>
            <p:cNvSpPr/>
            <p:nvPr/>
          </p:nvSpPr>
          <p:spPr>
            <a:xfrm>
              <a:off x="7889757" y="2672746"/>
              <a:ext cx="29454" cy="16109"/>
            </a:xfrm>
            <a:custGeom>
              <a:avLst/>
              <a:gdLst>
                <a:gd name="csX0" fmla="*/ 0 w 29454"/>
                <a:gd name="csY0" fmla="*/ 0 h 16109"/>
                <a:gd name="csX1" fmla="*/ 0 w 29454"/>
                <a:gd name="csY1" fmla="*/ 16109 h 16109"/>
                <a:gd name="csX2" fmla="*/ 29455 w 29454"/>
                <a:gd name="csY2" fmla="*/ 16109 h 16109"/>
                <a:gd name="csX3" fmla="*/ 29455 w 29454"/>
                <a:gd name="csY3" fmla="*/ 0 h 16109"/>
                <a:gd name="csX4" fmla="*/ 0 w 29454"/>
                <a:gd name="csY4" fmla="*/ 0 h 16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16109">
                  <a:moveTo>
                    <a:pt x="0" y="0"/>
                  </a:moveTo>
                  <a:lnTo>
                    <a:pt x="0" y="16109"/>
                  </a:lnTo>
                  <a:lnTo>
                    <a:pt x="29455" y="16109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5" name="Freeform 3414">
              <a:extLst>
                <a:ext uri="{FF2B5EF4-FFF2-40B4-BE49-F238E27FC236}">
                  <a16:creationId xmlns:a16="http://schemas.microsoft.com/office/drawing/2014/main" id="{7224DC2F-D68D-78FA-6AEE-7AA14E5532EA}"/>
                </a:ext>
              </a:extLst>
            </p:cNvPr>
            <p:cNvSpPr/>
            <p:nvPr/>
          </p:nvSpPr>
          <p:spPr>
            <a:xfrm>
              <a:off x="7919211" y="2675754"/>
              <a:ext cx="29461" cy="13100"/>
            </a:xfrm>
            <a:custGeom>
              <a:avLst/>
              <a:gdLst>
                <a:gd name="csX0" fmla="*/ 0 w 29461"/>
                <a:gd name="csY0" fmla="*/ 0 h 13100"/>
                <a:gd name="csX1" fmla="*/ 0 w 29461"/>
                <a:gd name="csY1" fmla="*/ 13101 h 13100"/>
                <a:gd name="csX2" fmla="*/ 29461 w 29461"/>
                <a:gd name="csY2" fmla="*/ 13101 h 13100"/>
                <a:gd name="csX3" fmla="*/ 29461 w 29461"/>
                <a:gd name="csY3" fmla="*/ 0 h 13100"/>
                <a:gd name="csX4" fmla="*/ 0 w 29461"/>
                <a:gd name="csY4" fmla="*/ 0 h 13100"/>
                <a:gd name="csX5" fmla="*/ 0 w 29461"/>
                <a:gd name="csY5" fmla="*/ 0 h 13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3100">
                  <a:moveTo>
                    <a:pt x="0" y="0"/>
                  </a:moveTo>
                  <a:lnTo>
                    <a:pt x="0" y="13101"/>
                  </a:lnTo>
                  <a:lnTo>
                    <a:pt x="29461" y="13101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6" name="Freeform 3415">
              <a:extLst>
                <a:ext uri="{FF2B5EF4-FFF2-40B4-BE49-F238E27FC236}">
                  <a16:creationId xmlns:a16="http://schemas.microsoft.com/office/drawing/2014/main" id="{4647FC0E-F884-C34A-A1CB-2992542003AB}"/>
                </a:ext>
              </a:extLst>
            </p:cNvPr>
            <p:cNvSpPr/>
            <p:nvPr/>
          </p:nvSpPr>
          <p:spPr>
            <a:xfrm>
              <a:off x="7919211" y="2675754"/>
              <a:ext cx="29461" cy="13100"/>
            </a:xfrm>
            <a:custGeom>
              <a:avLst/>
              <a:gdLst>
                <a:gd name="csX0" fmla="*/ 0 w 29461"/>
                <a:gd name="csY0" fmla="*/ 0 h 13100"/>
                <a:gd name="csX1" fmla="*/ 0 w 29461"/>
                <a:gd name="csY1" fmla="*/ 13101 h 13100"/>
                <a:gd name="csX2" fmla="*/ 29461 w 29461"/>
                <a:gd name="csY2" fmla="*/ 13101 h 13100"/>
                <a:gd name="csX3" fmla="*/ 29461 w 29461"/>
                <a:gd name="csY3" fmla="*/ 0 h 13100"/>
                <a:gd name="csX4" fmla="*/ 0 w 29461"/>
                <a:gd name="csY4" fmla="*/ 0 h 13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3100">
                  <a:moveTo>
                    <a:pt x="0" y="0"/>
                  </a:moveTo>
                  <a:lnTo>
                    <a:pt x="0" y="13101"/>
                  </a:lnTo>
                  <a:lnTo>
                    <a:pt x="29461" y="13101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7" name="Freeform 3416">
              <a:extLst>
                <a:ext uri="{FF2B5EF4-FFF2-40B4-BE49-F238E27FC236}">
                  <a16:creationId xmlns:a16="http://schemas.microsoft.com/office/drawing/2014/main" id="{1D6AED05-A8DF-66E3-7D8D-6E8D466E3B7A}"/>
                </a:ext>
              </a:extLst>
            </p:cNvPr>
            <p:cNvSpPr/>
            <p:nvPr/>
          </p:nvSpPr>
          <p:spPr>
            <a:xfrm>
              <a:off x="7948673" y="2685833"/>
              <a:ext cx="29454" cy="3022"/>
            </a:xfrm>
            <a:custGeom>
              <a:avLst/>
              <a:gdLst>
                <a:gd name="csX0" fmla="*/ 0 w 29454"/>
                <a:gd name="csY0" fmla="*/ 0 h 3022"/>
                <a:gd name="csX1" fmla="*/ 0 w 29454"/>
                <a:gd name="csY1" fmla="*/ 3022 h 3022"/>
                <a:gd name="csX2" fmla="*/ 29455 w 29454"/>
                <a:gd name="csY2" fmla="*/ 3022 h 3022"/>
                <a:gd name="csX3" fmla="*/ 29455 w 29454"/>
                <a:gd name="csY3" fmla="*/ 0 h 3022"/>
                <a:gd name="csX4" fmla="*/ 0 w 29454"/>
                <a:gd name="csY4" fmla="*/ 0 h 3022"/>
                <a:gd name="csX5" fmla="*/ 0 w 29454"/>
                <a:gd name="csY5" fmla="*/ 0 h 3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3022">
                  <a:moveTo>
                    <a:pt x="0" y="0"/>
                  </a:moveTo>
                  <a:lnTo>
                    <a:pt x="0" y="3022"/>
                  </a:lnTo>
                  <a:lnTo>
                    <a:pt x="29455" y="3022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8" name="Freeform 3417">
              <a:extLst>
                <a:ext uri="{FF2B5EF4-FFF2-40B4-BE49-F238E27FC236}">
                  <a16:creationId xmlns:a16="http://schemas.microsoft.com/office/drawing/2014/main" id="{29F0E932-43EF-CA60-1671-049325FE03B5}"/>
                </a:ext>
              </a:extLst>
            </p:cNvPr>
            <p:cNvSpPr/>
            <p:nvPr/>
          </p:nvSpPr>
          <p:spPr>
            <a:xfrm>
              <a:off x="7948673" y="2685833"/>
              <a:ext cx="29454" cy="3022"/>
            </a:xfrm>
            <a:custGeom>
              <a:avLst/>
              <a:gdLst>
                <a:gd name="csX0" fmla="*/ 0 w 29454"/>
                <a:gd name="csY0" fmla="*/ 0 h 3022"/>
                <a:gd name="csX1" fmla="*/ 0 w 29454"/>
                <a:gd name="csY1" fmla="*/ 3022 h 3022"/>
                <a:gd name="csX2" fmla="*/ 29455 w 29454"/>
                <a:gd name="csY2" fmla="*/ 3022 h 3022"/>
                <a:gd name="csX3" fmla="*/ 29455 w 29454"/>
                <a:gd name="csY3" fmla="*/ 0 h 3022"/>
                <a:gd name="csX4" fmla="*/ 0 w 29454"/>
                <a:gd name="csY4" fmla="*/ 0 h 3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3022">
                  <a:moveTo>
                    <a:pt x="0" y="0"/>
                  </a:moveTo>
                  <a:lnTo>
                    <a:pt x="0" y="3022"/>
                  </a:lnTo>
                  <a:lnTo>
                    <a:pt x="29455" y="3022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9" name="Freeform 3418">
              <a:extLst>
                <a:ext uri="{FF2B5EF4-FFF2-40B4-BE49-F238E27FC236}">
                  <a16:creationId xmlns:a16="http://schemas.microsoft.com/office/drawing/2014/main" id="{457F25F8-1801-1EBA-D45A-232355DD18AA}"/>
                </a:ext>
              </a:extLst>
            </p:cNvPr>
            <p:cNvSpPr/>
            <p:nvPr/>
          </p:nvSpPr>
          <p:spPr>
            <a:xfrm>
              <a:off x="7978127" y="2685707"/>
              <a:ext cx="29461" cy="3147"/>
            </a:xfrm>
            <a:custGeom>
              <a:avLst/>
              <a:gdLst>
                <a:gd name="csX0" fmla="*/ 0 w 29461"/>
                <a:gd name="csY0" fmla="*/ 0 h 3147"/>
                <a:gd name="csX1" fmla="*/ 0 w 29461"/>
                <a:gd name="csY1" fmla="*/ 3148 h 3147"/>
                <a:gd name="csX2" fmla="*/ 29461 w 29461"/>
                <a:gd name="csY2" fmla="*/ 3148 h 3147"/>
                <a:gd name="csX3" fmla="*/ 29461 w 29461"/>
                <a:gd name="csY3" fmla="*/ 0 h 3147"/>
                <a:gd name="csX4" fmla="*/ 0 w 29461"/>
                <a:gd name="csY4" fmla="*/ 0 h 3147"/>
                <a:gd name="csX5" fmla="*/ 0 w 29461"/>
                <a:gd name="csY5" fmla="*/ 0 h 3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3147">
                  <a:moveTo>
                    <a:pt x="0" y="0"/>
                  </a:moveTo>
                  <a:lnTo>
                    <a:pt x="0" y="3148"/>
                  </a:lnTo>
                  <a:lnTo>
                    <a:pt x="29461" y="3148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0" name="Freeform 3419">
              <a:extLst>
                <a:ext uri="{FF2B5EF4-FFF2-40B4-BE49-F238E27FC236}">
                  <a16:creationId xmlns:a16="http://schemas.microsoft.com/office/drawing/2014/main" id="{F3071810-389C-44D1-275B-4D8BB4F2D101}"/>
                </a:ext>
              </a:extLst>
            </p:cNvPr>
            <p:cNvSpPr/>
            <p:nvPr/>
          </p:nvSpPr>
          <p:spPr>
            <a:xfrm>
              <a:off x="7978127" y="2685707"/>
              <a:ext cx="29461" cy="3147"/>
            </a:xfrm>
            <a:custGeom>
              <a:avLst/>
              <a:gdLst>
                <a:gd name="csX0" fmla="*/ 0 w 29461"/>
                <a:gd name="csY0" fmla="*/ 0 h 3147"/>
                <a:gd name="csX1" fmla="*/ 0 w 29461"/>
                <a:gd name="csY1" fmla="*/ 3148 h 3147"/>
                <a:gd name="csX2" fmla="*/ 29461 w 29461"/>
                <a:gd name="csY2" fmla="*/ 3148 h 3147"/>
                <a:gd name="csX3" fmla="*/ 29461 w 29461"/>
                <a:gd name="csY3" fmla="*/ 0 h 3147"/>
                <a:gd name="csX4" fmla="*/ 0 w 29461"/>
                <a:gd name="csY4" fmla="*/ 0 h 3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3147">
                  <a:moveTo>
                    <a:pt x="0" y="0"/>
                  </a:moveTo>
                  <a:lnTo>
                    <a:pt x="0" y="3148"/>
                  </a:lnTo>
                  <a:lnTo>
                    <a:pt x="29461" y="3148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1" name="Freeform 3420">
              <a:extLst>
                <a:ext uri="{FF2B5EF4-FFF2-40B4-BE49-F238E27FC236}">
                  <a16:creationId xmlns:a16="http://schemas.microsoft.com/office/drawing/2014/main" id="{1FF929F4-93C5-ACE3-33DC-994B5ED95DCA}"/>
                </a:ext>
              </a:extLst>
            </p:cNvPr>
            <p:cNvSpPr/>
            <p:nvPr/>
          </p:nvSpPr>
          <p:spPr>
            <a:xfrm>
              <a:off x="8007589" y="2687822"/>
              <a:ext cx="29454" cy="1032"/>
            </a:xfrm>
            <a:custGeom>
              <a:avLst/>
              <a:gdLst>
                <a:gd name="csX0" fmla="*/ 0 w 29454"/>
                <a:gd name="csY0" fmla="*/ 0 h 1032"/>
                <a:gd name="csX1" fmla="*/ 0 w 29454"/>
                <a:gd name="csY1" fmla="*/ 1033 h 1032"/>
                <a:gd name="csX2" fmla="*/ 29454 w 29454"/>
                <a:gd name="csY2" fmla="*/ 1033 h 1032"/>
                <a:gd name="csX3" fmla="*/ 29454 w 29454"/>
                <a:gd name="csY3" fmla="*/ 0 h 1032"/>
                <a:gd name="csX4" fmla="*/ 0 w 29454"/>
                <a:gd name="csY4" fmla="*/ 0 h 1032"/>
                <a:gd name="csX5" fmla="*/ 0 w 29454"/>
                <a:gd name="csY5" fmla="*/ 0 h 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1032">
                  <a:moveTo>
                    <a:pt x="0" y="0"/>
                  </a:moveTo>
                  <a:lnTo>
                    <a:pt x="0" y="1033"/>
                  </a:lnTo>
                  <a:lnTo>
                    <a:pt x="29454" y="1033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2" name="Freeform 3421">
              <a:extLst>
                <a:ext uri="{FF2B5EF4-FFF2-40B4-BE49-F238E27FC236}">
                  <a16:creationId xmlns:a16="http://schemas.microsoft.com/office/drawing/2014/main" id="{0F11E34A-3153-FFF5-D86B-AECB99FD8A47}"/>
                </a:ext>
              </a:extLst>
            </p:cNvPr>
            <p:cNvSpPr/>
            <p:nvPr/>
          </p:nvSpPr>
          <p:spPr>
            <a:xfrm>
              <a:off x="8007589" y="2687822"/>
              <a:ext cx="29454" cy="1032"/>
            </a:xfrm>
            <a:custGeom>
              <a:avLst/>
              <a:gdLst>
                <a:gd name="csX0" fmla="*/ 0 w 29454"/>
                <a:gd name="csY0" fmla="*/ 0 h 1032"/>
                <a:gd name="csX1" fmla="*/ 0 w 29454"/>
                <a:gd name="csY1" fmla="*/ 1033 h 1032"/>
                <a:gd name="csX2" fmla="*/ 29454 w 29454"/>
                <a:gd name="csY2" fmla="*/ 1033 h 1032"/>
                <a:gd name="csX3" fmla="*/ 29454 w 29454"/>
                <a:gd name="csY3" fmla="*/ 0 h 1032"/>
                <a:gd name="csX4" fmla="*/ 0 w 29454"/>
                <a:gd name="csY4" fmla="*/ 0 h 1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1032">
                  <a:moveTo>
                    <a:pt x="0" y="0"/>
                  </a:moveTo>
                  <a:lnTo>
                    <a:pt x="0" y="1033"/>
                  </a:lnTo>
                  <a:lnTo>
                    <a:pt x="29454" y="1033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3" name="Freeform 3422">
              <a:extLst>
                <a:ext uri="{FF2B5EF4-FFF2-40B4-BE49-F238E27FC236}">
                  <a16:creationId xmlns:a16="http://schemas.microsoft.com/office/drawing/2014/main" id="{145A9E5E-851D-B253-CDDA-A491AC9BCD29}"/>
                </a:ext>
              </a:extLst>
            </p:cNvPr>
            <p:cNvSpPr/>
            <p:nvPr/>
          </p:nvSpPr>
          <p:spPr>
            <a:xfrm>
              <a:off x="8037043" y="2687836"/>
              <a:ext cx="29461" cy="1019"/>
            </a:xfrm>
            <a:custGeom>
              <a:avLst/>
              <a:gdLst>
                <a:gd name="csX0" fmla="*/ 0 w 29461"/>
                <a:gd name="csY0" fmla="*/ 0 h 1019"/>
                <a:gd name="csX1" fmla="*/ 0 w 29461"/>
                <a:gd name="csY1" fmla="*/ 1019 h 1019"/>
                <a:gd name="csX2" fmla="*/ 29462 w 29461"/>
                <a:gd name="csY2" fmla="*/ 1019 h 1019"/>
                <a:gd name="csX3" fmla="*/ 29462 w 29461"/>
                <a:gd name="csY3" fmla="*/ 0 h 1019"/>
                <a:gd name="csX4" fmla="*/ 0 w 29461"/>
                <a:gd name="csY4" fmla="*/ 0 h 1019"/>
                <a:gd name="csX5" fmla="*/ 0 w 29461"/>
                <a:gd name="csY5" fmla="*/ 0 h 1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1019">
                  <a:moveTo>
                    <a:pt x="0" y="0"/>
                  </a:moveTo>
                  <a:lnTo>
                    <a:pt x="0" y="1019"/>
                  </a:lnTo>
                  <a:lnTo>
                    <a:pt x="29462" y="1019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4" name="Freeform 3423">
              <a:extLst>
                <a:ext uri="{FF2B5EF4-FFF2-40B4-BE49-F238E27FC236}">
                  <a16:creationId xmlns:a16="http://schemas.microsoft.com/office/drawing/2014/main" id="{C3616E63-15D4-5E44-2AB3-27AC84D43534}"/>
                </a:ext>
              </a:extLst>
            </p:cNvPr>
            <p:cNvSpPr/>
            <p:nvPr/>
          </p:nvSpPr>
          <p:spPr>
            <a:xfrm>
              <a:off x="8037043" y="2687836"/>
              <a:ext cx="29461" cy="1019"/>
            </a:xfrm>
            <a:custGeom>
              <a:avLst/>
              <a:gdLst>
                <a:gd name="csX0" fmla="*/ 0 w 29461"/>
                <a:gd name="csY0" fmla="*/ 0 h 1019"/>
                <a:gd name="csX1" fmla="*/ 0 w 29461"/>
                <a:gd name="csY1" fmla="*/ 1019 h 1019"/>
                <a:gd name="csX2" fmla="*/ 29462 w 29461"/>
                <a:gd name="csY2" fmla="*/ 1019 h 1019"/>
                <a:gd name="csX3" fmla="*/ 29462 w 29461"/>
                <a:gd name="csY3" fmla="*/ 0 h 1019"/>
                <a:gd name="csX4" fmla="*/ 0 w 29461"/>
                <a:gd name="csY4" fmla="*/ 0 h 1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1019">
                  <a:moveTo>
                    <a:pt x="0" y="0"/>
                  </a:moveTo>
                  <a:lnTo>
                    <a:pt x="0" y="1019"/>
                  </a:lnTo>
                  <a:lnTo>
                    <a:pt x="29462" y="1019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5" name="Freeform 3424">
              <a:extLst>
                <a:ext uri="{FF2B5EF4-FFF2-40B4-BE49-F238E27FC236}">
                  <a16:creationId xmlns:a16="http://schemas.microsoft.com/office/drawing/2014/main" id="{DD6B0F76-1B14-7FC4-1F72-555460BB8BB6}"/>
                </a:ext>
              </a:extLst>
            </p:cNvPr>
            <p:cNvSpPr/>
            <p:nvPr/>
          </p:nvSpPr>
          <p:spPr>
            <a:xfrm>
              <a:off x="8066505" y="2688492"/>
              <a:ext cx="29454" cy="362"/>
            </a:xfrm>
            <a:custGeom>
              <a:avLst/>
              <a:gdLst>
                <a:gd name="csX0" fmla="*/ 0 w 29454"/>
                <a:gd name="csY0" fmla="*/ 0 h 362"/>
                <a:gd name="csX1" fmla="*/ 0 w 29454"/>
                <a:gd name="csY1" fmla="*/ 363 h 362"/>
                <a:gd name="csX2" fmla="*/ 29454 w 29454"/>
                <a:gd name="csY2" fmla="*/ 363 h 362"/>
                <a:gd name="csX3" fmla="*/ 29454 w 29454"/>
                <a:gd name="csY3" fmla="*/ 0 h 362"/>
                <a:gd name="csX4" fmla="*/ 0 w 29454"/>
                <a:gd name="csY4" fmla="*/ 0 h 362"/>
                <a:gd name="csX5" fmla="*/ 0 w 29454"/>
                <a:gd name="csY5" fmla="*/ 0 h 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362">
                  <a:moveTo>
                    <a:pt x="0" y="0"/>
                  </a:moveTo>
                  <a:lnTo>
                    <a:pt x="0" y="363"/>
                  </a:lnTo>
                  <a:lnTo>
                    <a:pt x="29454" y="363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6" name="Freeform 3425">
              <a:extLst>
                <a:ext uri="{FF2B5EF4-FFF2-40B4-BE49-F238E27FC236}">
                  <a16:creationId xmlns:a16="http://schemas.microsoft.com/office/drawing/2014/main" id="{104FB5A7-7D51-91B6-9390-8475C6C579C7}"/>
                </a:ext>
              </a:extLst>
            </p:cNvPr>
            <p:cNvSpPr/>
            <p:nvPr/>
          </p:nvSpPr>
          <p:spPr>
            <a:xfrm>
              <a:off x="8066505" y="2688492"/>
              <a:ext cx="29454" cy="362"/>
            </a:xfrm>
            <a:custGeom>
              <a:avLst/>
              <a:gdLst>
                <a:gd name="csX0" fmla="*/ 0 w 29454"/>
                <a:gd name="csY0" fmla="*/ 0 h 362"/>
                <a:gd name="csX1" fmla="*/ 0 w 29454"/>
                <a:gd name="csY1" fmla="*/ 363 h 362"/>
                <a:gd name="csX2" fmla="*/ 29454 w 29454"/>
                <a:gd name="csY2" fmla="*/ 363 h 362"/>
                <a:gd name="csX3" fmla="*/ 29454 w 29454"/>
                <a:gd name="csY3" fmla="*/ 0 h 362"/>
                <a:gd name="csX4" fmla="*/ 0 w 29454"/>
                <a:gd name="csY4" fmla="*/ 0 h 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362">
                  <a:moveTo>
                    <a:pt x="0" y="0"/>
                  </a:moveTo>
                  <a:lnTo>
                    <a:pt x="0" y="363"/>
                  </a:lnTo>
                  <a:lnTo>
                    <a:pt x="29454" y="363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7" name="Freeform 3426">
              <a:extLst>
                <a:ext uri="{FF2B5EF4-FFF2-40B4-BE49-F238E27FC236}">
                  <a16:creationId xmlns:a16="http://schemas.microsoft.com/office/drawing/2014/main" id="{A7E5C6D2-3C6F-3C6A-E8E6-E978667AB0C5}"/>
                </a:ext>
              </a:extLst>
            </p:cNvPr>
            <p:cNvSpPr/>
            <p:nvPr/>
          </p:nvSpPr>
          <p:spPr>
            <a:xfrm>
              <a:off x="8095959" y="2688611"/>
              <a:ext cx="29461" cy="244"/>
            </a:xfrm>
            <a:custGeom>
              <a:avLst/>
              <a:gdLst>
                <a:gd name="csX0" fmla="*/ 0 w 29461"/>
                <a:gd name="csY0" fmla="*/ 0 h 244"/>
                <a:gd name="csX1" fmla="*/ 0 w 29461"/>
                <a:gd name="csY1" fmla="*/ 244 h 244"/>
                <a:gd name="csX2" fmla="*/ 29461 w 29461"/>
                <a:gd name="csY2" fmla="*/ 244 h 244"/>
                <a:gd name="csX3" fmla="*/ 29461 w 29461"/>
                <a:gd name="csY3" fmla="*/ 0 h 244"/>
                <a:gd name="csX4" fmla="*/ 0 w 29461"/>
                <a:gd name="csY4" fmla="*/ 0 h 244"/>
                <a:gd name="csX5" fmla="*/ 0 w 29461"/>
                <a:gd name="csY5" fmla="*/ 0 h 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244">
                  <a:moveTo>
                    <a:pt x="0" y="0"/>
                  </a:moveTo>
                  <a:lnTo>
                    <a:pt x="0" y="244"/>
                  </a:lnTo>
                  <a:lnTo>
                    <a:pt x="29461" y="244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8" name="Freeform 3427">
              <a:extLst>
                <a:ext uri="{FF2B5EF4-FFF2-40B4-BE49-F238E27FC236}">
                  <a16:creationId xmlns:a16="http://schemas.microsoft.com/office/drawing/2014/main" id="{8F19E36D-E4A4-E256-3767-D05F654FD71A}"/>
                </a:ext>
              </a:extLst>
            </p:cNvPr>
            <p:cNvSpPr/>
            <p:nvPr/>
          </p:nvSpPr>
          <p:spPr>
            <a:xfrm>
              <a:off x="8095959" y="2688611"/>
              <a:ext cx="29461" cy="244"/>
            </a:xfrm>
            <a:custGeom>
              <a:avLst/>
              <a:gdLst>
                <a:gd name="csX0" fmla="*/ 0 w 29461"/>
                <a:gd name="csY0" fmla="*/ 0 h 244"/>
                <a:gd name="csX1" fmla="*/ 0 w 29461"/>
                <a:gd name="csY1" fmla="*/ 244 h 244"/>
                <a:gd name="csX2" fmla="*/ 29461 w 29461"/>
                <a:gd name="csY2" fmla="*/ 244 h 244"/>
                <a:gd name="csX3" fmla="*/ 29461 w 29461"/>
                <a:gd name="csY3" fmla="*/ 0 h 244"/>
                <a:gd name="csX4" fmla="*/ 0 w 29461"/>
                <a:gd name="csY4" fmla="*/ 0 h 2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244">
                  <a:moveTo>
                    <a:pt x="0" y="0"/>
                  </a:moveTo>
                  <a:lnTo>
                    <a:pt x="0" y="244"/>
                  </a:lnTo>
                  <a:lnTo>
                    <a:pt x="29461" y="244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9" name="Freeform 3428">
              <a:extLst>
                <a:ext uri="{FF2B5EF4-FFF2-40B4-BE49-F238E27FC236}">
                  <a16:creationId xmlns:a16="http://schemas.microsoft.com/office/drawing/2014/main" id="{64A7C553-64C0-EA30-B816-5849E75E71CB}"/>
                </a:ext>
              </a:extLst>
            </p:cNvPr>
            <p:cNvSpPr/>
            <p:nvPr/>
          </p:nvSpPr>
          <p:spPr>
            <a:xfrm>
              <a:off x="8125421" y="2688813"/>
              <a:ext cx="29454" cy="41"/>
            </a:xfrm>
            <a:custGeom>
              <a:avLst/>
              <a:gdLst>
                <a:gd name="csX0" fmla="*/ 0 w 29454"/>
                <a:gd name="csY0" fmla="*/ 0 h 41"/>
                <a:gd name="csX1" fmla="*/ 0 w 29454"/>
                <a:gd name="csY1" fmla="*/ 42 h 41"/>
                <a:gd name="csX2" fmla="*/ 29455 w 29454"/>
                <a:gd name="csY2" fmla="*/ 42 h 41"/>
                <a:gd name="csX3" fmla="*/ 29455 w 29454"/>
                <a:gd name="csY3" fmla="*/ 0 h 41"/>
                <a:gd name="csX4" fmla="*/ 0 w 29454"/>
                <a:gd name="csY4" fmla="*/ 0 h 41"/>
                <a:gd name="csX5" fmla="*/ 0 w 29454"/>
                <a:gd name="csY5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41">
                  <a:moveTo>
                    <a:pt x="0" y="0"/>
                  </a:moveTo>
                  <a:lnTo>
                    <a:pt x="0" y="42"/>
                  </a:lnTo>
                  <a:lnTo>
                    <a:pt x="29455" y="42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0" name="Freeform 3429">
              <a:extLst>
                <a:ext uri="{FF2B5EF4-FFF2-40B4-BE49-F238E27FC236}">
                  <a16:creationId xmlns:a16="http://schemas.microsoft.com/office/drawing/2014/main" id="{ED6423F2-FC8A-00C0-7666-BCC23655C0DC}"/>
                </a:ext>
              </a:extLst>
            </p:cNvPr>
            <p:cNvSpPr/>
            <p:nvPr/>
          </p:nvSpPr>
          <p:spPr>
            <a:xfrm>
              <a:off x="8125421" y="2688813"/>
              <a:ext cx="29454" cy="41"/>
            </a:xfrm>
            <a:custGeom>
              <a:avLst/>
              <a:gdLst>
                <a:gd name="csX0" fmla="*/ 0 w 29454"/>
                <a:gd name="csY0" fmla="*/ 0 h 41"/>
                <a:gd name="csX1" fmla="*/ 0 w 29454"/>
                <a:gd name="csY1" fmla="*/ 42 h 41"/>
                <a:gd name="csX2" fmla="*/ 29455 w 29454"/>
                <a:gd name="csY2" fmla="*/ 42 h 41"/>
                <a:gd name="csX3" fmla="*/ 29455 w 29454"/>
                <a:gd name="csY3" fmla="*/ 0 h 41"/>
                <a:gd name="csX4" fmla="*/ 0 w 29454"/>
                <a:gd name="csY4" fmla="*/ 0 h 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41">
                  <a:moveTo>
                    <a:pt x="0" y="0"/>
                  </a:moveTo>
                  <a:lnTo>
                    <a:pt x="0" y="42"/>
                  </a:lnTo>
                  <a:lnTo>
                    <a:pt x="29455" y="42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1" name="Freeform 3430">
              <a:extLst>
                <a:ext uri="{FF2B5EF4-FFF2-40B4-BE49-F238E27FC236}">
                  <a16:creationId xmlns:a16="http://schemas.microsoft.com/office/drawing/2014/main" id="{872C13F4-D6B6-744D-3303-8006FF0A89A8}"/>
                </a:ext>
              </a:extLst>
            </p:cNvPr>
            <p:cNvSpPr/>
            <p:nvPr/>
          </p:nvSpPr>
          <p:spPr>
            <a:xfrm>
              <a:off x="8154875" y="2688806"/>
              <a:ext cx="29461" cy="48"/>
            </a:xfrm>
            <a:custGeom>
              <a:avLst/>
              <a:gdLst>
                <a:gd name="csX0" fmla="*/ 0 w 29461"/>
                <a:gd name="csY0" fmla="*/ 0 h 48"/>
                <a:gd name="csX1" fmla="*/ 0 w 29461"/>
                <a:gd name="csY1" fmla="*/ 49 h 48"/>
                <a:gd name="csX2" fmla="*/ 29461 w 29461"/>
                <a:gd name="csY2" fmla="*/ 49 h 48"/>
                <a:gd name="csX3" fmla="*/ 29461 w 29461"/>
                <a:gd name="csY3" fmla="*/ 0 h 48"/>
                <a:gd name="csX4" fmla="*/ 0 w 29461"/>
                <a:gd name="csY4" fmla="*/ 0 h 48"/>
                <a:gd name="csX5" fmla="*/ 0 w 29461"/>
                <a:gd name="csY5" fmla="*/ 0 h 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48">
                  <a:moveTo>
                    <a:pt x="0" y="0"/>
                  </a:moveTo>
                  <a:lnTo>
                    <a:pt x="0" y="49"/>
                  </a:lnTo>
                  <a:lnTo>
                    <a:pt x="29461" y="49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2" name="Freeform 3431">
              <a:extLst>
                <a:ext uri="{FF2B5EF4-FFF2-40B4-BE49-F238E27FC236}">
                  <a16:creationId xmlns:a16="http://schemas.microsoft.com/office/drawing/2014/main" id="{810BD356-7EAF-88BD-0195-7DDE944A7CCA}"/>
                </a:ext>
              </a:extLst>
            </p:cNvPr>
            <p:cNvSpPr/>
            <p:nvPr/>
          </p:nvSpPr>
          <p:spPr>
            <a:xfrm>
              <a:off x="8154875" y="2688806"/>
              <a:ext cx="29461" cy="48"/>
            </a:xfrm>
            <a:custGeom>
              <a:avLst/>
              <a:gdLst>
                <a:gd name="csX0" fmla="*/ 0 w 29461"/>
                <a:gd name="csY0" fmla="*/ 0 h 48"/>
                <a:gd name="csX1" fmla="*/ 0 w 29461"/>
                <a:gd name="csY1" fmla="*/ 49 h 48"/>
                <a:gd name="csX2" fmla="*/ 29461 w 29461"/>
                <a:gd name="csY2" fmla="*/ 49 h 48"/>
                <a:gd name="csX3" fmla="*/ 29461 w 29461"/>
                <a:gd name="csY3" fmla="*/ 0 h 48"/>
                <a:gd name="csX4" fmla="*/ 0 w 29461"/>
                <a:gd name="csY4" fmla="*/ 0 h 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48">
                  <a:moveTo>
                    <a:pt x="0" y="0"/>
                  </a:moveTo>
                  <a:lnTo>
                    <a:pt x="0" y="49"/>
                  </a:lnTo>
                  <a:lnTo>
                    <a:pt x="29461" y="49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3" name="Freeform 3432">
              <a:extLst>
                <a:ext uri="{FF2B5EF4-FFF2-40B4-BE49-F238E27FC236}">
                  <a16:creationId xmlns:a16="http://schemas.microsoft.com/office/drawing/2014/main" id="{9865B276-7036-35FA-C7A5-91C83DEF3E15}"/>
                </a:ext>
              </a:extLst>
            </p:cNvPr>
            <p:cNvSpPr/>
            <p:nvPr/>
          </p:nvSpPr>
          <p:spPr>
            <a:xfrm>
              <a:off x="8184337" y="2688834"/>
              <a:ext cx="29454" cy="20"/>
            </a:xfrm>
            <a:custGeom>
              <a:avLst/>
              <a:gdLst>
                <a:gd name="csX0" fmla="*/ 0 w 29454"/>
                <a:gd name="csY0" fmla="*/ 0 h 20"/>
                <a:gd name="csX1" fmla="*/ 0 w 29454"/>
                <a:gd name="csY1" fmla="*/ 21 h 20"/>
                <a:gd name="csX2" fmla="*/ 29455 w 29454"/>
                <a:gd name="csY2" fmla="*/ 21 h 20"/>
                <a:gd name="csX3" fmla="*/ 29455 w 29454"/>
                <a:gd name="csY3" fmla="*/ 0 h 20"/>
                <a:gd name="csX4" fmla="*/ 0 w 29454"/>
                <a:gd name="csY4" fmla="*/ 0 h 20"/>
                <a:gd name="csX5" fmla="*/ 0 w 29454"/>
                <a:gd name="csY5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20">
                  <a:moveTo>
                    <a:pt x="0" y="0"/>
                  </a:moveTo>
                  <a:lnTo>
                    <a:pt x="0" y="21"/>
                  </a:lnTo>
                  <a:lnTo>
                    <a:pt x="29455" y="21"/>
                  </a:lnTo>
                  <a:lnTo>
                    <a:pt x="2945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4" name="Freeform 3433">
              <a:extLst>
                <a:ext uri="{FF2B5EF4-FFF2-40B4-BE49-F238E27FC236}">
                  <a16:creationId xmlns:a16="http://schemas.microsoft.com/office/drawing/2014/main" id="{9CAC4460-421F-EF60-CEEB-DCD689422D45}"/>
                </a:ext>
              </a:extLst>
            </p:cNvPr>
            <p:cNvSpPr/>
            <p:nvPr/>
          </p:nvSpPr>
          <p:spPr>
            <a:xfrm>
              <a:off x="8184337" y="2688834"/>
              <a:ext cx="29454" cy="20"/>
            </a:xfrm>
            <a:custGeom>
              <a:avLst/>
              <a:gdLst>
                <a:gd name="csX0" fmla="*/ 0 w 29454"/>
                <a:gd name="csY0" fmla="*/ 0 h 20"/>
                <a:gd name="csX1" fmla="*/ 0 w 29454"/>
                <a:gd name="csY1" fmla="*/ 21 h 20"/>
                <a:gd name="csX2" fmla="*/ 29455 w 29454"/>
                <a:gd name="csY2" fmla="*/ 21 h 20"/>
                <a:gd name="csX3" fmla="*/ 29455 w 29454"/>
                <a:gd name="csY3" fmla="*/ 0 h 20"/>
                <a:gd name="csX4" fmla="*/ 0 w 29454"/>
                <a:gd name="csY4" fmla="*/ 0 h 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20">
                  <a:moveTo>
                    <a:pt x="0" y="0"/>
                  </a:moveTo>
                  <a:lnTo>
                    <a:pt x="0" y="21"/>
                  </a:lnTo>
                  <a:lnTo>
                    <a:pt x="29455" y="21"/>
                  </a:lnTo>
                  <a:lnTo>
                    <a:pt x="29455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5" name="Freeform 3434">
              <a:extLst>
                <a:ext uri="{FF2B5EF4-FFF2-40B4-BE49-F238E27FC236}">
                  <a16:creationId xmlns:a16="http://schemas.microsoft.com/office/drawing/2014/main" id="{AFCFC259-B446-531A-BB90-D7A8B056E371}"/>
                </a:ext>
              </a:extLst>
            </p:cNvPr>
            <p:cNvSpPr/>
            <p:nvPr/>
          </p:nvSpPr>
          <p:spPr>
            <a:xfrm>
              <a:off x="8213791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  <a:gd name="csX5" fmla="*/ 0 w 29461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6" name="Freeform 3435">
              <a:extLst>
                <a:ext uri="{FF2B5EF4-FFF2-40B4-BE49-F238E27FC236}">
                  <a16:creationId xmlns:a16="http://schemas.microsoft.com/office/drawing/2014/main" id="{05E362DB-DBA4-CE92-6485-396552B5A51F}"/>
                </a:ext>
              </a:extLst>
            </p:cNvPr>
            <p:cNvSpPr/>
            <p:nvPr/>
          </p:nvSpPr>
          <p:spPr>
            <a:xfrm>
              <a:off x="8213791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7" name="Freeform 3436">
              <a:extLst>
                <a:ext uri="{FF2B5EF4-FFF2-40B4-BE49-F238E27FC236}">
                  <a16:creationId xmlns:a16="http://schemas.microsoft.com/office/drawing/2014/main" id="{52A7916F-A67B-70D3-714E-8317C412DAF4}"/>
                </a:ext>
              </a:extLst>
            </p:cNvPr>
            <p:cNvSpPr/>
            <p:nvPr/>
          </p:nvSpPr>
          <p:spPr>
            <a:xfrm>
              <a:off x="8243252" y="2688848"/>
              <a:ext cx="29454" cy="6"/>
            </a:xfrm>
            <a:custGeom>
              <a:avLst/>
              <a:gdLst>
                <a:gd name="csX0" fmla="*/ 0 w 29454"/>
                <a:gd name="csY0" fmla="*/ 0 h 6"/>
                <a:gd name="csX1" fmla="*/ 0 w 29454"/>
                <a:gd name="csY1" fmla="*/ 7 h 6"/>
                <a:gd name="csX2" fmla="*/ 29454 w 29454"/>
                <a:gd name="csY2" fmla="*/ 7 h 6"/>
                <a:gd name="csX3" fmla="*/ 29454 w 29454"/>
                <a:gd name="csY3" fmla="*/ 0 h 6"/>
                <a:gd name="csX4" fmla="*/ 0 w 29454"/>
                <a:gd name="csY4" fmla="*/ 0 h 6"/>
                <a:gd name="csX5" fmla="*/ 0 w 29454"/>
                <a:gd name="csY5" fmla="*/ 0 h 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">
                  <a:moveTo>
                    <a:pt x="0" y="0"/>
                  </a:moveTo>
                  <a:lnTo>
                    <a:pt x="0" y="7"/>
                  </a:lnTo>
                  <a:lnTo>
                    <a:pt x="29454" y="7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8" name="Freeform 3437">
              <a:extLst>
                <a:ext uri="{FF2B5EF4-FFF2-40B4-BE49-F238E27FC236}">
                  <a16:creationId xmlns:a16="http://schemas.microsoft.com/office/drawing/2014/main" id="{AFB78613-8816-05DE-DA1A-115764551040}"/>
                </a:ext>
              </a:extLst>
            </p:cNvPr>
            <p:cNvSpPr/>
            <p:nvPr/>
          </p:nvSpPr>
          <p:spPr>
            <a:xfrm>
              <a:off x="8243252" y="2688848"/>
              <a:ext cx="29454" cy="6"/>
            </a:xfrm>
            <a:custGeom>
              <a:avLst/>
              <a:gdLst>
                <a:gd name="csX0" fmla="*/ 0 w 29454"/>
                <a:gd name="csY0" fmla="*/ 0 h 6"/>
                <a:gd name="csX1" fmla="*/ 0 w 29454"/>
                <a:gd name="csY1" fmla="*/ 7 h 6"/>
                <a:gd name="csX2" fmla="*/ 29454 w 29454"/>
                <a:gd name="csY2" fmla="*/ 7 h 6"/>
                <a:gd name="csX3" fmla="*/ 29454 w 29454"/>
                <a:gd name="csY3" fmla="*/ 0 h 6"/>
                <a:gd name="csX4" fmla="*/ 0 w 29454"/>
                <a:gd name="csY4" fmla="*/ 0 h 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">
                  <a:moveTo>
                    <a:pt x="0" y="0"/>
                  </a:moveTo>
                  <a:lnTo>
                    <a:pt x="0" y="7"/>
                  </a:lnTo>
                  <a:lnTo>
                    <a:pt x="29454" y="7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9" name="Freeform 3438">
              <a:extLst>
                <a:ext uri="{FF2B5EF4-FFF2-40B4-BE49-F238E27FC236}">
                  <a16:creationId xmlns:a16="http://schemas.microsoft.com/office/drawing/2014/main" id="{AC7D8EAE-8AFC-FA16-C5D1-1942045DD402}"/>
                </a:ext>
              </a:extLst>
            </p:cNvPr>
            <p:cNvSpPr/>
            <p:nvPr/>
          </p:nvSpPr>
          <p:spPr>
            <a:xfrm>
              <a:off x="8272707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  <a:gd name="csX5" fmla="*/ 0 w 29461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0" name="Freeform 3439">
              <a:extLst>
                <a:ext uri="{FF2B5EF4-FFF2-40B4-BE49-F238E27FC236}">
                  <a16:creationId xmlns:a16="http://schemas.microsoft.com/office/drawing/2014/main" id="{6DB61FEE-E196-0D79-9E24-DA2949950029}"/>
                </a:ext>
              </a:extLst>
            </p:cNvPr>
            <p:cNvSpPr/>
            <p:nvPr/>
          </p:nvSpPr>
          <p:spPr>
            <a:xfrm>
              <a:off x="8272707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1" name="Freeform 3440">
              <a:extLst>
                <a:ext uri="{FF2B5EF4-FFF2-40B4-BE49-F238E27FC236}">
                  <a16:creationId xmlns:a16="http://schemas.microsoft.com/office/drawing/2014/main" id="{5D15AE5B-0F3A-4A45-81BC-D9BFDB1CF2D9}"/>
                </a:ext>
              </a:extLst>
            </p:cNvPr>
            <p:cNvSpPr/>
            <p:nvPr/>
          </p:nvSpPr>
          <p:spPr>
            <a:xfrm>
              <a:off x="8302168" y="2688855"/>
              <a:ext cx="29454" cy="697"/>
            </a:xfrm>
            <a:custGeom>
              <a:avLst/>
              <a:gdLst>
                <a:gd name="csX0" fmla="*/ 0 w 29454"/>
                <a:gd name="csY0" fmla="*/ 0 h 697"/>
                <a:gd name="csX1" fmla="*/ 0 w 29454"/>
                <a:gd name="csY1" fmla="*/ 0 h 697"/>
                <a:gd name="csX2" fmla="*/ 29454 w 29454"/>
                <a:gd name="csY2" fmla="*/ 0 h 697"/>
                <a:gd name="csX3" fmla="*/ 29454 w 29454"/>
                <a:gd name="csY3" fmla="*/ 0 h 697"/>
                <a:gd name="csX4" fmla="*/ 0 w 29454"/>
                <a:gd name="csY4" fmla="*/ 0 h 697"/>
                <a:gd name="csX5" fmla="*/ 0 w 29454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97">
                  <a:moveTo>
                    <a:pt x="0" y="0"/>
                  </a:moveTo>
                  <a:lnTo>
                    <a:pt x="0" y="0"/>
                  </a:lnTo>
                  <a:lnTo>
                    <a:pt x="29454" y="0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2" name="Freeform 3441">
              <a:extLst>
                <a:ext uri="{FF2B5EF4-FFF2-40B4-BE49-F238E27FC236}">
                  <a16:creationId xmlns:a16="http://schemas.microsoft.com/office/drawing/2014/main" id="{D8E23F20-1950-CACE-CC7B-BD4797728F00}"/>
                </a:ext>
              </a:extLst>
            </p:cNvPr>
            <p:cNvSpPr/>
            <p:nvPr/>
          </p:nvSpPr>
          <p:spPr>
            <a:xfrm>
              <a:off x="8302168" y="2688855"/>
              <a:ext cx="29454" cy="697"/>
            </a:xfrm>
            <a:custGeom>
              <a:avLst/>
              <a:gdLst>
                <a:gd name="csX0" fmla="*/ 0 w 29454"/>
                <a:gd name="csY0" fmla="*/ 0 h 697"/>
                <a:gd name="csX1" fmla="*/ 0 w 29454"/>
                <a:gd name="csY1" fmla="*/ 0 h 697"/>
                <a:gd name="csX2" fmla="*/ 29454 w 29454"/>
                <a:gd name="csY2" fmla="*/ 0 h 697"/>
                <a:gd name="csX3" fmla="*/ 29454 w 29454"/>
                <a:gd name="csY3" fmla="*/ 0 h 697"/>
                <a:gd name="csX4" fmla="*/ 0 w 29454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97">
                  <a:moveTo>
                    <a:pt x="0" y="0"/>
                  </a:moveTo>
                  <a:lnTo>
                    <a:pt x="0" y="0"/>
                  </a:lnTo>
                  <a:lnTo>
                    <a:pt x="29454" y="0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3" name="Freeform 3442">
              <a:extLst>
                <a:ext uri="{FF2B5EF4-FFF2-40B4-BE49-F238E27FC236}">
                  <a16:creationId xmlns:a16="http://schemas.microsoft.com/office/drawing/2014/main" id="{FAB23B4B-F96D-8C2E-77F4-EF33DFA1DCA1}"/>
                </a:ext>
              </a:extLst>
            </p:cNvPr>
            <p:cNvSpPr/>
            <p:nvPr/>
          </p:nvSpPr>
          <p:spPr>
            <a:xfrm>
              <a:off x="8331623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2 w 29461"/>
                <a:gd name="csY2" fmla="*/ 0 h 697"/>
                <a:gd name="csX3" fmla="*/ 29462 w 29461"/>
                <a:gd name="csY3" fmla="*/ 0 h 697"/>
                <a:gd name="csX4" fmla="*/ 0 w 29461"/>
                <a:gd name="csY4" fmla="*/ 0 h 697"/>
                <a:gd name="csX5" fmla="*/ 0 w 29461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2" y="0"/>
                  </a:lnTo>
                  <a:lnTo>
                    <a:pt x="294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4" name="Freeform 3443">
              <a:extLst>
                <a:ext uri="{FF2B5EF4-FFF2-40B4-BE49-F238E27FC236}">
                  <a16:creationId xmlns:a16="http://schemas.microsoft.com/office/drawing/2014/main" id="{1B22A4E4-DEFD-7E47-7916-45F41633F524}"/>
                </a:ext>
              </a:extLst>
            </p:cNvPr>
            <p:cNvSpPr/>
            <p:nvPr/>
          </p:nvSpPr>
          <p:spPr>
            <a:xfrm>
              <a:off x="8331623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2 w 29461"/>
                <a:gd name="csY2" fmla="*/ 0 h 697"/>
                <a:gd name="csX3" fmla="*/ 29462 w 29461"/>
                <a:gd name="csY3" fmla="*/ 0 h 697"/>
                <a:gd name="csX4" fmla="*/ 0 w 29461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2" y="0"/>
                  </a:lnTo>
                  <a:lnTo>
                    <a:pt x="29462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5" name="Freeform 3444">
              <a:extLst>
                <a:ext uri="{FF2B5EF4-FFF2-40B4-BE49-F238E27FC236}">
                  <a16:creationId xmlns:a16="http://schemas.microsoft.com/office/drawing/2014/main" id="{1EF6363B-AC80-FC6F-2406-59269E6BA4C0}"/>
                </a:ext>
              </a:extLst>
            </p:cNvPr>
            <p:cNvSpPr/>
            <p:nvPr/>
          </p:nvSpPr>
          <p:spPr>
            <a:xfrm>
              <a:off x="8361084" y="2688855"/>
              <a:ext cx="29454" cy="697"/>
            </a:xfrm>
            <a:custGeom>
              <a:avLst/>
              <a:gdLst>
                <a:gd name="csX0" fmla="*/ 0 w 29454"/>
                <a:gd name="csY0" fmla="*/ 0 h 697"/>
                <a:gd name="csX1" fmla="*/ 0 w 29454"/>
                <a:gd name="csY1" fmla="*/ 0 h 697"/>
                <a:gd name="csX2" fmla="*/ 29454 w 29454"/>
                <a:gd name="csY2" fmla="*/ 0 h 697"/>
                <a:gd name="csX3" fmla="*/ 29454 w 29454"/>
                <a:gd name="csY3" fmla="*/ 0 h 697"/>
                <a:gd name="csX4" fmla="*/ 0 w 29454"/>
                <a:gd name="csY4" fmla="*/ 0 h 697"/>
                <a:gd name="csX5" fmla="*/ 0 w 29454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54" h="697">
                  <a:moveTo>
                    <a:pt x="0" y="0"/>
                  </a:moveTo>
                  <a:lnTo>
                    <a:pt x="0" y="0"/>
                  </a:lnTo>
                  <a:lnTo>
                    <a:pt x="29454" y="0"/>
                  </a:lnTo>
                  <a:lnTo>
                    <a:pt x="2945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6" name="Freeform 3445">
              <a:extLst>
                <a:ext uri="{FF2B5EF4-FFF2-40B4-BE49-F238E27FC236}">
                  <a16:creationId xmlns:a16="http://schemas.microsoft.com/office/drawing/2014/main" id="{4998A383-56BC-BD66-A533-84ADF600ACF4}"/>
                </a:ext>
              </a:extLst>
            </p:cNvPr>
            <p:cNvSpPr/>
            <p:nvPr/>
          </p:nvSpPr>
          <p:spPr>
            <a:xfrm>
              <a:off x="8361084" y="2688855"/>
              <a:ext cx="29454" cy="697"/>
            </a:xfrm>
            <a:custGeom>
              <a:avLst/>
              <a:gdLst>
                <a:gd name="csX0" fmla="*/ 0 w 29454"/>
                <a:gd name="csY0" fmla="*/ 0 h 697"/>
                <a:gd name="csX1" fmla="*/ 0 w 29454"/>
                <a:gd name="csY1" fmla="*/ 0 h 697"/>
                <a:gd name="csX2" fmla="*/ 29454 w 29454"/>
                <a:gd name="csY2" fmla="*/ 0 h 697"/>
                <a:gd name="csX3" fmla="*/ 29454 w 29454"/>
                <a:gd name="csY3" fmla="*/ 0 h 697"/>
                <a:gd name="csX4" fmla="*/ 0 w 29454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54" h="697">
                  <a:moveTo>
                    <a:pt x="0" y="0"/>
                  </a:moveTo>
                  <a:lnTo>
                    <a:pt x="0" y="0"/>
                  </a:lnTo>
                  <a:lnTo>
                    <a:pt x="29454" y="0"/>
                  </a:lnTo>
                  <a:lnTo>
                    <a:pt x="29454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7" name="Freeform 3446">
              <a:extLst>
                <a:ext uri="{FF2B5EF4-FFF2-40B4-BE49-F238E27FC236}">
                  <a16:creationId xmlns:a16="http://schemas.microsoft.com/office/drawing/2014/main" id="{65A3864A-9C76-DD3B-8C4A-0A5EE58C5932}"/>
                </a:ext>
              </a:extLst>
            </p:cNvPr>
            <p:cNvSpPr/>
            <p:nvPr/>
          </p:nvSpPr>
          <p:spPr>
            <a:xfrm>
              <a:off x="8390539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  <a:gd name="csX5" fmla="*/ 0 w 29461"/>
                <a:gd name="csY5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8" name="Freeform 3447">
              <a:extLst>
                <a:ext uri="{FF2B5EF4-FFF2-40B4-BE49-F238E27FC236}">
                  <a16:creationId xmlns:a16="http://schemas.microsoft.com/office/drawing/2014/main" id="{132F7965-B0F5-9056-DE32-1A10F9E23810}"/>
                </a:ext>
              </a:extLst>
            </p:cNvPr>
            <p:cNvSpPr/>
            <p:nvPr/>
          </p:nvSpPr>
          <p:spPr>
            <a:xfrm>
              <a:off x="8390539" y="2688855"/>
              <a:ext cx="29461" cy="697"/>
            </a:xfrm>
            <a:custGeom>
              <a:avLst/>
              <a:gdLst>
                <a:gd name="csX0" fmla="*/ 0 w 29461"/>
                <a:gd name="csY0" fmla="*/ 0 h 697"/>
                <a:gd name="csX1" fmla="*/ 0 w 29461"/>
                <a:gd name="csY1" fmla="*/ 0 h 697"/>
                <a:gd name="csX2" fmla="*/ 29461 w 29461"/>
                <a:gd name="csY2" fmla="*/ 0 h 697"/>
                <a:gd name="csX3" fmla="*/ 29461 w 29461"/>
                <a:gd name="csY3" fmla="*/ 0 h 697"/>
                <a:gd name="csX4" fmla="*/ 0 w 29461"/>
                <a:gd name="csY4" fmla="*/ 0 h 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461" h="697">
                  <a:moveTo>
                    <a:pt x="0" y="0"/>
                  </a:moveTo>
                  <a:lnTo>
                    <a:pt x="0" y="0"/>
                  </a:lnTo>
                  <a:lnTo>
                    <a:pt x="29461" y="0"/>
                  </a:lnTo>
                  <a:lnTo>
                    <a:pt x="29461" y="0"/>
                  </a:lnTo>
                  <a:lnTo>
                    <a:pt x="0" y="0"/>
                  </a:lnTo>
                </a:path>
              </a:pathLst>
            </a:custGeom>
            <a:noFill/>
            <a:ln w="2778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9" name="Oval 3448">
              <a:extLst>
                <a:ext uri="{FF2B5EF4-FFF2-40B4-BE49-F238E27FC236}">
                  <a16:creationId xmlns:a16="http://schemas.microsoft.com/office/drawing/2014/main" id="{C7A5BBA5-6F93-4852-2D06-B64D22D250B0}"/>
                </a:ext>
              </a:extLst>
            </p:cNvPr>
            <p:cNvSpPr/>
            <p:nvPr/>
          </p:nvSpPr>
          <p:spPr>
            <a:xfrm>
              <a:off x="6960437" y="268738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0" name="Oval 3449">
              <a:extLst>
                <a:ext uri="{FF2B5EF4-FFF2-40B4-BE49-F238E27FC236}">
                  <a16:creationId xmlns:a16="http://schemas.microsoft.com/office/drawing/2014/main" id="{C3415758-BD74-6EAE-2763-C8D6137A245A}"/>
                </a:ext>
              </a:extLst>
            </p:cNvPr>
            <p:cNvSpPr/>
            <p:nvPr/>
          </p:nvSpPr>
          <p:spPr>
            <a:xfrm>
              <a:off x="6989894" y="268611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1" name="Oval 3450">
              <a:extLst>
                <a:ext uri="{FF2B5EF4-FFF2-40B4-BE49-F238E27FC236}">
                  <a16:creationId xmlns:a16="http://schemas.microsoft.com/office/drawing/2014/main" id="{3A43F094-AB4C-264B-8B0C-E4AC95B5CA0C}"/>
                </a:ext>
              </a:extLst>
            </p:cNvPr>
            <p:cNvSpPr/>
            <p:nvPr/>
          </p:nvSpPr>
          <p:spPr>
            <a:xfrm>
              <a:off x="7019352" y="267810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2" name="Oval 3451">
              <a:extLst>
                <a:ext uri="{FF2B5EF4-FFF2-40B4-BE49-F238E27FC236}">
                  <a16:creationId xmlns:a16="http://schemas.microsoft.com/office/drawing/2014/main" id="{8AFA1F60-7803-26A8-BC4E-3C9C3665FE96}"/>
                </a:ext>
              </a:extLst>
            </p:cNvPr>
            <p:cNvSpPr/>
            <p:nvPr/>
          </p:nvSpPr>
          <p:spPr>
            <a:xfrm>
              <a:off x="7048810" y="265205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3" name="Oval 3452">
              <a:extLst>
                <a:ext uri="{FF2B5EF4-FFF2-40B4-BE49-F238E27FC236}">
                  <a16:creationId xmlns:a16="http://schemas.microsoft.com/office/drawing/2014/main" id="{B003F4B3-3A60-3507-186F-365637292E1C}"/>
                </a:ext>
              </a:extLst>
            </p:cNvPr>
            <p:cNvSpPr/>
            <p:nvPr/>
          </p:nvSpPr>
          <p:spPr>
            <a:xfrm>
              <a:off x="7078268" y="259913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4" name="Oval 3453">
              <a:extLst>
                <a:ext uri="{FF2B5EF4-FFF2-40B4-BE49-F238E27FC236}">
                  <a16:creationId xmlns:a16="http://schemas.microsoft.com/office/drawing/2014/main" id="{1B5BE245-BDA1-A76A-1951-80D054AAA256}"/>
                </a:ext>
              </a:extLst>
            </p:cNvPr>
            <p:cNvSpPr/>
            <p:nvPr/>
          </p:nvSpPr>
          <p:spPr>
            <a:xfrm>
              <a:off x="7107726" y="252097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5" name="Oval 3454">
              <a:extLst>
                <a:ext uri="{FF2B5EF4-FFF2-40B4-BE49-F238E27FC236}">
                  <a16:creationId xmlns:a16="http://schemas.microsoft.com/office/drawing/2014/main" id="{29EAC142-39E5-E950-4B9F-8FAC767AF32E}"/>
                </a:ext>
              </a:extLst>
            </p:cNvPr>
            <p:cNvSpPr/>
            <p:nvPr/>
          </p:nvSpPr>
          <p:spPr>
            <a:xfrm>
              <a:off x="7137184" y="242709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6" name="Oval 3455">
              <a:extLst>
                <a:ext uri="{FF2B5EF4-FFF2-40B4-BE49-F238E27FC236}">
                  <a16:creationId xmlns:a16="http://schemas.microsoft.com/office/drawing/2014/main" id="{7308FDEB-D37C-3BFD-A142-E5078D024614}"/>
                </a:ext>
              </a:extLst>
            </p:cNvPr>
            <p:cNvSpPr/>
            <p:nvPr/>
          </p:nvSpPr>
          <p:spPr>
            <a:xfrm>
              <a:off x="7166642" y="232920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7" name="Oval 3456">
              <a:extLst>
                <a:ext uri="{FF2B5EF4-FFF2-40B4-BE49-F238E27FC236}">
                  <a16:creationId xmlns:a16="http://schemas.microsoft.com/office/drawing/2014/main" id="{7107A707-2EC1-C0BD-B125-80DE60896596}"/>
                </a:ext>
              </a:extLst>
            </p:cNvPr>
            <p:cNvSpPr/>
            <p:nvPr/>
          </p:nvSpPr>
          <p:spPr>
            <a:xfrm>
              <a:off x="7196100" y="222951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8" name="Oval 3457">
              <a:extLst>
                <a:ext uri="{FF2B5EF4-FFF2-40B4-BE49-F238E27FC236}">
                  <a16:creationId xmlns:a16="http://schemas.microsoft.com/office/drawing/2014/main" id="{6E1BCA6E-856A-8CD8-84DC-06BFD8D96F4C}"/>
                </a:ext>
              </a:extLst>
            </p:cNvPr>
            <p:cNvSpPr/>
            <p:nvPr/>
          </p:nvSpPr>
          <p:spPr>
            <a:xfrm>
              <a:off x="7225557" y="214921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9" name="Oval 3458">
              <a:extLst>
                <a:ext uri="{FF2B5EF4-FFF2-40B4-BE49-F238E27FC236}">
                  <a16:creationId xmlns:a16="http://schemas.microsoft.com/office/drawing/2014/main" id="{35ACF538-46C1-C66B-6B3B-866724F5BFE7}"/>
                </a:ext>
              </a:extLst>
            </p:cNvPr>
            <p:cNvSpPr/>
            <p:nvPr/>
          </p:nvSpPr>
          <p:spPr>
            <a:xfrm>
              <a:off x="7255015" y="207046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0" name="Oval 3459">
              <a:extLst>
                <a:ext uri="{FF2B5EF4-FFF2-40B4-BE49-F238E27FC236}">
                  <a16:creationId xmlns:a16="http://schemas.microsoft.com/office/drawing/2014/main" id="{EB83D65B-1081-36BF-8F04-749DA4A7FDDC}"/>
                </a:ext>
              </a:extLst>
            </p:cNvPr>
            <p:cNvSpPr/>
            <p:nvPr/>
          </p:nvSpPr>
          <p:spPr>
            <a:xfrm>
              <a:off x="7284473" y="201051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1" name="Oval 3460">
              <a:extLst>
                <a:ext uri="{FF2B5EF4-FFF2-40B4-BE49-F238E27FC236}">
                  <a16:creationId xmlns:a16="http://schemas.microsoft.com/office/drawing/2014/main" id="{370A7DD5-D79C-3398-53ED-8EA4762CC05B}"/>
                </a:ext>
              </a:extLst>
            </p:cNvPr>
            <p:cNvSpPr/>
            <p:nvPr/>
          </p:nvSpPr>
          <p:spPr>
            <a:xfrm>
              <a:off x="7313931" y="197302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2" name="Oval 3461">
              <a:extLst>
                <a:ext uri="{FF2B5EF4-FFF2-40B4-BE49-F238E27FC236}">
                  <a16:creationId xmlns:a16="http://schemas.microsoft.com/office/drawing/2014/main" id="{27E38F86-1C19-9B26-6016-AE4AEFC61115}"/>
                </a:ext>
              </a:extLst>
            </p:cNvPr>
            <p:cNvSpPr/>
            <p:nvPr/>
          </p:nvSpPr>
          <p:spPr>
            <a:xfrm>
              <a:off x="7343389" y="193270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3" name="Oval 3462">
              <a:extLst>
                <a:ext uri="{FF2B5EF4-FFF2-40B4-BE49-F238E27FC236}">
                  <a16:creationId xmlns:a16="http://schemas.microsoft.com/office/drawing/2014/main" id="{DE335418-74F2-FF49-F56C-D74103390CC2}"/>
                </a:ext>
              </a:extLst>
            </p:cNvPr>
            <p:cNvSpPr/>
            <p:nvPr/>
          </p:nvSpPr>
          <p:spPr>
            <a:xfrm>
              <a:off x="7372847" y="194071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4" name="Oval 3463">
              <a:extLst>
                <a:ext uri="{FF2B5EF4-FFF2-40B4-BE49-F238E27FC236}">
                  <a16:creationId xmlns:a16="http://schemas.microsoft.com/office/drawing/2014/main" id="{CD9C7948-6FB9-9A2A-2842-72563DF413D8}"/>
                </a:ext>
              </a:extLst>
            </p:cNvPr>
            <p:cNvSpPr/>
            <p:nvPr/>
          </p:nvSpPr>
          <p:spPr>
            <a:xfrm>
              <a:off x="7402305" y="194101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5" name="Oval 3464">
              <a:extLst>
                <a:ext uri="{FF2B5EF4-FFF2-40B4-BE49-F238E27FC236}">
                  <a16:creationId xmlns:a16="http://schemas.microsoft.com/office/drawing/2014/main" id="{8190B4FA-1CE1-8A25-02D7-C6D9E3B0C975}"/>
                </a:ext>
              </a:extLst>
            </p:cNvPr>
            <p:cNvSpPr/>
            <p:nvPr/>
          </p:nvSpPr>
          <p:spPr>
            <a:xfrm>
              <a:off x="7431763" y="197717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6" name="Oval 3465">
              <a:extLst>
                <a:ext uri="{FF2B5EF4-FFF2-40B4-BE49-F238E27FC236}">
                  <a16:creationId xmlns:a16="http://schemas.microsoft.com/office/drawing/2014/main" id="{E4035827-BAF9-293F-7107-D1BDBAE0523D}"/>
                </a:ext>
              </a:extLst>
            </p:cNvPr>
            <p:cNvSpPr/>
            <p:nvPr/>
          </p:nvSpPr>
          <p:spPr>
            <a:xfrm>
              <a:off x="7461220" y="202119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7" name="Oval 3466">
              <a:extLst>
                <a:ext uri="{FF2B5EF4-FFF2-40B4-BE49-F238E27FC236}">
                  <a16:creationId xmlns:a16="http://schemas.microsoft.com/office/drawing/2014/main" id="{5967C690-CF20-C164-661C-D0BC2F9A4904}"/>
                </a:ext>
              </a:extLst>
            </p:cNvPr>
            <p:cNvSpPr/>
            <p:nvPr/>
          </p:nvSpPr>
          <p:spPr>
            <a:xfrm>
              <a:off x="7490677" y="203929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8" name="Oval 3467">
              <a:extLst>
                <a:ext uri="{FF2B5EF4-FFF2-40B4-BE49-F238E27FC236}">
                  <a16:creationId xmlns:a16="http://schemas.microsoft.com/office/drawing/2014/main" id="{AFBD1A78-1F40-8451-0381-9D4A971D3AD9}"/>
                </a:ext>
              </a:extLst>
            </p:cNvPr>
            <p:cNvSpPr/>
            <p:nvPr/>
          </p:nvSpPr>
          <p:spPr>
            <a:xfrm>
              <a:off x="7520138" y="206598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9" name="Oval 3468">
              <a:extLst>
                <a:ext uri="{FF2B5EF4-FFF2-40B4-BE49-F238E27FC236}">
                  <a16:creationId xmlns:a16="http://schemas.microsoft.com/office/drawing/2014/main" id="{D3A9D276-166C-997D-23D8-C87C543D4166}"/>
                </a:ext>
              </a:extLst>
            </p:cNvPr>
            <p:cNvSpPr/>
            <p:nvPr/>
          </p:nvSpPr>
          <p:spPr>
            <a:xfrm>
              <a:off x="7549593" y="217968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0" name="Oval 3469">
              <a:extLst>
                <a:ext uri="{FF2B5EF4-FFF2-40B4-BE49-F238E27FC236}">
                  <a16:creationId xmlns:a16="http://schemas.microsoft.com/office/drawing/2014/main" id="{19E0DDFD-7CEC-2271-6491-EB192F5DE6DA}"/>
                </a:ext>
              </a:extLst>
            </p:cNvPr>
            <p:cNvSpPr/>
            <p:nvPr/>
          </p:nvSpPr>
          <p:spPr>
            <a:xfrm>
              <a:off x="7579054" y="226987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1" name="Oval 3470">
              <a:extLst>
                <a:ext uri="{FF2B5EF4-FFF2-40B4-BE49-F238E27FC236}">
                  <a16:creationId xmlns:a16="http://schemas.microsoft.com/office/drawing/2014/main" id="{C86A9B13-24FB-51E1-AC57-C6D6F9F8CC10}"/>
                </a:ext>
              </a:extLst>
            </p:cNvPr>
            <p:cNvSpPr/>
            <p:nvPr/>
          </p:nvSpPr>
          <p:spPr>
            <a:xfrm>
              <a:off x="7608509" y="232904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2" name="Oval 3471">
              <a:extLst>
                <a:ext uri="{FF2B5EF4-FFF2-40B4-BE49-F238E27FC236}">
                  <a16:creationId xmlns:a16="http://schemas.microsoft.com/office/drawing/2014/main" id="{3BD7DB02-4569-6B39-76C5-D4FA4A6DBEC6}"/>
                </a:ext>
              </a:extLst>
            </p:cNvPr>
            <p:cNvSpPr/>
            <p:nvPr/>
          </p:nvSpPr>
          <p:spPr>
            <a:xfrm>
              <a:off x="7637970" y="237452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3" name="Oval 3472">
              <a:extLst>
                <a:ext uri="{FF2B5EF4-FFF2-40B4-BE49-F238E27FC236}">
                  <a16:creationId xmlns:a16="http://schemas.microsoft.com/office/drawing/2014/main" id="{609362FF-0326-7911-E817-6DCCD5788C00}"/>
                </a:ext>
              </a:extLst>
            </p:cNvPr>
            <p:cNvSpPr/>
            <p:nvPr/>
          </p:nvSpPr>
          <p:spPr>
            <a:xfrm>
              <a:off x="7667424" y="244342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4" name="Oval 3473">
              <a:extLst>
                <a:ext uri="{FF2B5EF4-FFF2-40B4-BE49-F238E27FC236}">
                  <a16:creationId xmlns:a16="http://schemas.microsoft.com/office/drawing/2014/main" id="{F9ACA5E2-2886-6A20-BB8D-969CA32E384A}"/>
                </a:ext>
              </a:extLst>
            </p:cNvPr>
            <p:cNvSpPr/>
            <p:nvPr/>
          </p:nvSpPr>
          <p:spPr>
            <a:xfrm>
              <a:off x="7696886" y="248423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5" name="Oval 3474">
              <a:extLst>
                <a:ext uri="{FF2B5EF4-FFF2-40B4-BE49-F238E27FC236}">
                  <a16:creationId xmlns:a16="http://schemas.microsoft.com/office/drawing/2014/main" id="{171E47B4-0386-C8C9-DD57-29921A2A4CF6}"/>
                </a:ext>
              </a:extLst>
            </p:cNvPr>
            <p:cNvSpPr/>
            <p:nvPr/>
          </p:nvSpPr>
          <p:spPr>
            <a:xfrm>
              <a:off x="7726340" y="256124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6" name="Oval 3475">
              <a:extLst>
                <a:ext uri="{FF2B5EF4-FFF2-40B4-BE49-F238E27FC236}">
                  <a16:creationId xmlns:a16="http://schemas.microsoft.com/office/drawing/2014/main" id="{78159424-3ECE-A6B3-892C-53182F0070DD}"/>
                </a:ext>
              </a:extLst>
            </p:cNvPr>
            <p:cNvSpPr/>
            <p:nvPr/>
          </p:nvSpPr>
          <p:spPr>
            <a:xfrm>
              <a:off x="7755802" y="256849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7" name="Oval 3476">
              <a:extLst>
                <a:ext uri="{FF2B5EF4-FFF2-40B4-BE49-F238E27FC236}">
                  <a16:creationId xmlns:a16="http://schemas.microsoft.com/office/drawing/2014/main" id="{CBA7E526-DD37-080E-78BD-C5DA3716FA76}"/>
                </a:ext>
              </a:extLst>
            </p:cNvPr>
            <p:cNvSpPr/>
            <p:nvPr/>
          </p:nvSpPr>
          <p:spPr>
            <a:xfrm>
              <a:off x="7785256" y="2614444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8" name="Oval 3477">
              <a:extLst>
                <a:ext uri="{FF2B5EF4-FFF2-40B4-BE49-F238E27FC236}">
                  <a16:creationId xmlns:a16="http://schemas.microsoft.com/office/drawing/2014/main" id="{98196E11-1CBD-9892-1D3D-3DEE49CDC40B}"/>
                </a:ext>
              </a:extLst>
            </p:cNvPr>
            <p:cNvSpPr/>
            <p:nvPr/>
          </p:nvSpPr>
          <p:spPr>
            <a:xfrm>
              <a:off x="7814718" y="263687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9" name="Oval 3478">
              <a:extLst>
                <a:ext uri="{FF2B5EF4-FFF2-40B4-BE49-F238E27FC236}">
                  <a16:creationId xmlns:a16="http://schemas.microsoft.com/office/drawing/2014/main" id="{1AD7EA74-75BA-C8AA-F7BD-0759718EB265}"/>
                </a:ext>
              </a:extLst>
            </p:cNvPr>
            <p:cNvSpPr/>
            <p:nvPr/>
          </p:nvSpPr>
          <p:spPr>
            <a:xfrm>
              <a:off x="7844172" y="2658333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0" name="Oval 3479">
              <a:extLst>
                <a:ext uri="{FF2B5EF4-FFF2-40B4-BE49-F238E27FC236}">
                  <a16:creationId xmlns:a16="http://schemas.microsoft.com/office/drawing/2014/main" id="{888EB4C3-BBDC-6775-BB18-43ECADC7B0CB}"/>
                </a:ext>
              </a:extLst>
            </p:cNvPr>
            <p:cNvSpPr/>
            <p:nvPr/>
          </p:nvSpPr>
          <p:spPr>
            <a:xfrm>
              <a:off x="7873634" y="265806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1" name="Oval 3480">
              <a:extLst>
                <a:ext uri="{FF2B5EF4-FFF2-40B4-BE49-F238E27FC236}">
                  <a16:creationId xmlns:a16="http://schemas.microsoft.com/office/drawing/2014/main" id="{746E6C63-E475-F4C4-52DA-0968F340A16F}"/>
                </a:ext>
              </a:extLst>
            </p:cNvPr>
            <p:cNvSpPr/>
            <p:nvPr/>
          </p:nvSpPr>
          <p:spPr>
            <a:xfrm>
              <a:off x="7903088" y="267135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2" name="Oval 3481">
              <a:extLst>
                <a:ext uri="{FF2B5EF4-FFF2-40B4-BE49-F238E27FC236}">
                  <a16:creationId xmlns:a16="http://schemas.microsoft.com/office/drawing/2014/main" id="{CAAA5A5C-C9A4-C612-1FC5-7D6B94B8D5D2}"/>
                </a:ext>
              </a:extLst>
            </p:cNvPr>
            <p:cNvSpPr/>
            <p:nvPr/>
          </p:nvSpPr>
          <p:spPr>
            <a:xfrm>
              <a:off x="7932550" y="267435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3" name="Oval 3482">
              <a:extLst>
                <a:ext uri="{FF2B5EF4-FFF2-40B4-BE49-F238E27FC236}">
                  <a16:creationId xmlns:a16="http://schemas.microsoft.com/office/drawing/2014/main" id="{7765DD55-6618-EA90-F0B4-952DFF8B4394}"/>
                </a:ext>
              </a:extLst>
            </p:cNvPr>
            <p:cNvSpPr/>
            <p:nvPr/>
          </p:nvSpPr>
          <p:spPr>
            <a:xfrm>
              <a:off x="7962004" y="268443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4" name="Oval 3483">
              <a:extLst>
                <a:ext uri="{FF2B5EF4-FFF2-40B4-BE49-F238E27FC236}">
                  <a16:creationId xmlns:a16="http://schemas.microsoft.com/office/drawing/2014/main" id="{EEF85D92-3E5D-A50C-3109-BCEB225BE4DD}"/>
                </a:ext>
              </a:extLst>
            </p:cNvPr>
            <p:cNvSpPr/>
            <p:nvPr/>
          </p:nvSpPr>
          <p:spPr>
            <a:xfrm>
              <a:off x="7991466" y="2684311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5" name="Oval 3484">
              <a:extLst>
                <a:ext uri="{FF2B5EF4-FFF2-40B4-BE49-F238E27FC236}">
                  <a16:creationId xmlns:a16="http://schemas.microsoft.com/office/drawing/2014/main" id="{D629001D-1FC5-403E-7C56-3383A1785E0E}"/>
                </a:ext>
              </a:extLst>
            </p:cNvPr>
            <p:cNvSpPr/>
            <p:nvPr/>
          </p:nvSpPr>
          <p:spPr>
            <a:xfrm>
              <a:off x="8020920" y="268642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6" name="Oval 3485">
              <a:extLst>
                <a:ext uri="{FF2B5EF4-FFF2-40B4-BE49-F238E27FC236}">
                  <a16:creationId xmlns:a16="http://schemas.microsoft.com/office/drawing/2014/main" id="{4D9160FB-EAB4-4463-72BE-77E58DF0435F}"/>
                </a:ext>
              </a:extLst>
            </p:cNvPr>
            <p:cNvSpPr/>
            <p:nvPr/>
          </p:nvSpPr>
          <p:spPr>
            <a:xfrm>
              <a:off x="8050375" y="268644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7" name="Oval 3486">
              <a:extLst>
                <a:ext uri="{FF2B5EF4-FFF2-40B4-BE49-F238E27FC236}">
                  <a16:creationId xmlns:a16="http://schemas.microsoft.com/office/drawing/2014/main" id="{F2F2ED26-0ACF-8C4E-9924-FB6FEBC9CC57}"/>
                </a:ext>
              </a:extLst>
            </p:cNvPr>
            <p:cNvSpPr/>
            <p:nvPr/>
          </p:nvSpPr>
          <p:spPr>
            <a:xfrm>
              <a:off x="8079836" y="2687096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8" name="Oval 3487">
              <a:extLst>
                <a:ext uri="{FF2B5EF4-FFF2-40B4-BE49-F238E27FC236}">
                  <a16:creationId xmlns:a16="http://schemas.microsoft.com/office/drawing/2014/main" id="{754800B8-E030-9D7B-D31E-FAD5B07E861F}"/>
                </a:ext>
              </a:extLst>
            </p:cNvPr>
            <p:cNvSpPr/>
            <p:nvPr/>
          </p:nvSpPr>
          <p:spPr>
            <a:xfrm>
              <a:off x="8109290" y="2687215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9" name="Oval 3488">
              <a:extLst>
                <a:ext uri="{FF2B5EF4-FFF2-40B4-BE49-F238E27FC236}">
                  <a16:creationId xmlns:a16="http://schemas.microsoft.com/office/drawing/2014/main" id="{6A6E8199-89B3-4901-4347-BC2C92E63CC2}"/>
                </a:ext>
              </a:extLst>
            </p:cNvPr>
            <p:cNvSpPr/>
            <p:nvPr/>
          </p:nvSpPr>
          <p:spPr>
            <a:xfrm>
              <a:off x="8138752" y="2687417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0" name="Oval 3489">
              <a:extLst>
                <a:ext uri="{FF2B5EF4-FFF2-40B4-BE49-F238E27FC236}">
                  <a16:creationId xmlns:a16="http://schemas.microsoft.com/office/drawing/2014/main" id="{C8706B44-5E86-140A-BE99-9B41083989F1}"/>
                </a:ext>
              </a:extLst>
            </p:cNvPr>
            <p:cNvSpPr/>
            <p:nvPr/>
          </p:nvSpPr>
          <p:spPr>
            <a:xfrm>
              <a:off x="8168206" y="2687410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1" name="Oval 3490">
              <a:extLst>
                <a:ext uri="{FF2B5EF4-FFF2-40B4-BE49-F238E27FC236}">
                  <a16:creationId xmlns:a16="http://schemas.microsoft.com/office/drawing/2014/main" id="{42F0E950-7AD7-4164-85F6-A178DD5F0001}"/>
                </a:ext>
              </a:extLst>
            </p:cNvPr>
            <p:cNvSpPr/>
            <p:nvPr/>
          </p:nvSpPr>
          <p:spPr>
            <a:xfrm>
              <a:off x="8197668" y="2687438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2" name="Oval 3491">
              <a:extLst>
                <a:ext uri="{FF2B5EF4-FFF2-40B4-BE49-F238E27FC236}">
                  <a16:creationId xmlns:a16="http://schemas.microsoft.com/office/drawing/2014/main" id="{B0CC6EA3-2892-FD7C-A848-3927231B865B}"/>
                </a:ext>
              </a:extLst>
            </p:cNvPr>
            <p:cNvSpPr/>
            <p:nvPr/>
          </p:nvSpPr>
          <p:spPr>
            <a:xfrm>
              <a:off x="8227122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3" name="Oval 3492">
              <a:extLst>
                <a:ext uri="{FF2B5EF4-FFF2-40B4-BE49-F238E27FC236}">
                  <a16:creationId xmlns:a16="http://schemas.microsoft.com/office/drawing/2014/main" id="{18B1EC7F-5F3E-0AE9-85FC-0E496437A505}"/>
                </a:ext>
              </a:extLst>
            </p:cNvPr>
            <p:cNvSpPr/>
            <p:nvPr/>
          </p:nvSpPr>
          <p:spPr>
            <a:xfrm>
              <a:off x="8256584" y="2687452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4" name="Oval 3493">
              <a:extLst>
                <a:ext uri="{FF2B5EF4-FFF2-40B4-BE49-F238E27FC236}">
                  <a16:creationId xmlns:a16="http://schemas.microsoft.com/office/drawing/2014/main" id="{E7EF9437-50B5-0ED1-06BB-2A3590D40AD3}"/>
                </a:ext>
              </a:extLst>
            </p:cNvPr>
            <p:cNvSpPr/>
            <p:nvPr/>
          </p:nvSpPr>
          <p:spPr>
            <a:xfrm>
              <a:off x="8286038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5" name="Oval 3494">
              <a:extLst>
                <a:ext uri="{FF2B5EF4-FFF2-40B4-BE49-F238E27FC236}">
                  <a16:creationId xmlns:a16="http://schemas.microsoft.com/office/drawing/2014/main" id="{9E145912-CAB3-15F7-7A38-9103E0ADD502}"/>
                </a:ext>
              </a:extLst>
            </p:cNvPr>
            <p:cNvSpPr/>
            <p:nvPr/>
          </p:nvSpPr>
          <p:spPr>
            <a:xfrm>
              <a:off x="8315500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6" name="Oval 3495">
              <a:extLst>
                <a:ext uri="{FF2B5EF4-FFF2-40B4-BE49-F238E27FC236}">
                  <a16:creationId xmlns:a16="http://schemas.microsoft.com/office/drawing/2014/main" id="{408AC930-05D9-362E-DC61-E60334C670B4}"/>
                </a:ext>
              </a:extLst>
            </p:cNvPr>
            <p:cNvSpPr/>
            <p:nvPr/>
          </p:nvSpPr>
          <p:spPr>
            <a:xfrm>
              <a:off x="8344954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7" name="Oval 3496">
              <a:extLst>
                <a:ext uri="{FF2B5EF4-FFF2-40B4-BE49-F238E27FC236}">
                  <a16:creationId xmlns:a16="http://schemas.microsoft.com/office/drawing/2014/main" id="{D91DF514-957A-FAA4-9343-D3162C57AAD8}"/>
                </a:ext>
              </a:extLst>
            </p:cNvPr>
            <p:cNvSpPr/>
            <p:nvPr/>
          </p:nvSpPr>
          <p:spPr>
            <a:xfrm>
              <a:off x="8374416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8" name="Oval 3497">
              <a:extLst>
                <a:ext uri="{FF2B5EF4-FFF2-40B4-BE49-F238E27FC236}">
                  <a16:creationId xmlns:a16="http://schemas.microsoft.com/office/drawing/2014/main" id="{14DA05BE-D935-100F-BFEA-49FCAF03076D}"/>
                </a:ext>
              </a:extLst>
            </p:cNvPr>
            <p:cNvSpPr/>
            <p:nvPr/>
          </p:nvSpPr>
          <p:spPr>
            <a:xfrm>
              <a:off x="8403870" y="2687459"/>
              <a:ext cx="2791" cy="279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695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499" name="Freeform 3498">
            <a:extLst>
              <a:ext uri="{FF2B5EF4-FFF2-40B4-BE49-F238E27FC236}">
                <a16:creationId xmlns:a16="http://schemas.microsoft.com/office/drawing/2014/main" id="{FB86E85A-A021-673B-AB69-CD72FB397DD5}"/>
              </a:ext>
            </a:extLst>
          </p:cNvPr>
          <p:cNvSpPr/>
          <p:nvPr/>
        </p:nvSpPr>
        <p:spPr>
          <a:xfrm>
            <a:off x="6947134" y="1888775"/>
            <a:ext cx="1453923" cy="800080"/>
          </a:xfrm>
          <a:custGeom>
            <a:avLst/>
            <a:gdLst>
              <a:gd name="csX0" fmla="*/ 0 w 1453923"/>
              <a:gd name="csY0" fmla="*/ 782931 h 800080"/>
              <a:gd name="csX1" fmla="*/ 4863 w 1453923"/>
              <a:gd name="csY1" fmla="*/ 781493 h 800080"/>
              <a:gd name="csX2" fmla="*/ 9726 w 1453923"/>
              <a:gd name="csY2" fmla="*/ 779951 h 800080"/>
              <a:gd name="csX3" fmla="*/ 14588 w 1453923"/>
              <a:gd name="csY3" fmla="*/ 778297 h 800080"/>
              <a:gd name="csX4" fmla="*/ 19450 w 1453923"/>
              <a:gd name="csY4" fmla="*/ 776531 h 800080"/>
              <a:gd name="csX5" fmla="*/ 24313 w 1453923"/>
              <a:gd name="csY5" fmla="*/ 774639 h 800080"/>
              <a:gd name="csX6" fmla="*/ 29176 w 1453923"/>
              <a:gd name="csY6" fmla="*/ 772622 h 800080"/>
              <a:gd name="csX7" fmla="*/ 34039 w 1453923"/>
              <a:gd name="csY7" fmla="*/ 770465 h 800080"/>
              <a:gd name="csX8" fmla="*/ 38902 w 1453923"/>
              <a:gd name="csY8" fmla="*/ 768176 h 800080"/>
              <a:gd name="csX9" fmla="*/ 43764 w 1453923"/>
              <a:gd name="csY9" fmla="*/ 765733 h 800080"/>
              <a:gd name="csX10" fmla="*/ 48626 w 1453923"/>
              <a:gd name="csY10" fmla="*/ 763137 h 800080"/>
              <a:gd name="csX11" fmla="*/ 53489 w 1453923"/>
              <a:gd name="csY11" fmla="*/ 760373 h 800080"/>
              <a:gd name="csX12" fmla="*/ 58352 w 1453923"/>
              <a:gd name="csY12" fmla="*/ 757441 h 800080"/>
              <a:gd name="csX13" fmla="*/ 63214 w 1453923"/>
              <a:gd name="csY13" fmla="*/ 754335 h 800080"/>
              <a:gd name="csX14" fmla="*/ 68077 w 1453923"/>
              <a:gd name="csY14" fmla="*/ 751048 h 800080"/>
              <a:gd name="csX15" fmla="*/ 72940 w 1453923"/>
              <a:gd name="csY15" fmla="*/ 747558 h 800080"/>
              <a:gd name="csX16" fmla="*/ 77802 w 1453923"/>
              <a:gd name="csY16" fmla="*/ 743880 h 800080"/>
              <a:gd name="csX17" fmla="*/ 82664 w 1453923"/>
              <a:gd name="csY17" fmla="*/ 739985 h 800080"/>
              <a:gd name="csX18" fmla="*/ 87527 w 1453923"/>
              <a:gd name="csY18" fmla="*/ 735881 h 800080"/>
              <a:gd name="csX19" fmla="*/ 92390 w 1453923"/>
              <a:gd name="csY19" fmla="*/ 731553 h 800080"/>
              <a:gd name="csX20" fmla="*/ 97253 w 1453923"/>
              <a:gd name="csY20" fmla="*/ 727003 h 800080"/>
              <a:gd name="csX21" fmla="*/ 102116 w 1453923"/>
              <a:gd name="csY21" fmla="*/ 722207 h 800080"/>
              <a:gd name="csX22" fmla="*/ 106978 w 1453923"/>
              <a:gd name="csY22" fmla="*/ 717175 h 800080"/>
              <a:gd name="csX23" fmla="*/ 111840 w 1453923"/>
              <a:gd name="csY23" fmla="*/ 711891 h 800080"/>
              <a:gd name="csX24" fmla="*/ 116703 w 1453923"/>
              <a:gd name="csY24" fmla="*/ 706350 h 800080"/>
              <a:gd name="csX25" fmla="*/ 121566 w 1453923"/>
              <a:gd name="csY25" fmla="*/ 700542 h 800080"/>
              <a:gd name="csX26" fmla="*/ 126428 w 1453923"/>
              <a:gd name="csY26" fmla="*/ 694463 h 800080"/>
              <a:gd name="csX27" fmla="*/ 131291 w 1453923"/>
              <a:gd name="csY27" fmla="*/ 688118 h 800080"/>
              <a:gd name="csX28" fmla="*/ 136154 w 1453923"/>
              <a:gd name="csY28" fmla="*/ 681488 h 800080"/>
              <a:gd name="csX29" fmla="*/ 141016 w 1453923"/>
              <a:gd name="csY29" fmla="*/ 674571 h 800080"/>
              <a:gd name="csX30" fmla="*/ 145879 w 1453923"/>
              <a:gd name="csY30" fmla="*/ 667361 h 800080"/>
              <a:gd name="csX31" fmla="*/ 150741 w 1453923"/>
              <a:gd name="csY31" fmla="*/ 659864 h 800080"/>
              <a:gd name="csX32" fmla="*/ 155604 w 1453923"/>
              <a:gd name="csY32" fmla="*/ 652068 h 800080"/>
              <a:gd name="csX33" fmla="*/ 160467 w 1453923"/>
              <a:gd name="csY33" fmla="*/ 643972 h 800080"/>
              <a:gd name="csX34" fmla="*/ 165330 w 1453923"/>
              <a:gd name="csY34" fmla="*/ 635568 h 800080"/>
              <a:gd name="csX35" fmla="*/ 170192 w 1453923"/>
              <a:gd name="csY35" fmla="*/ 626864 h 800080"/>
              <a:gd name="csX36" fmla="*/ 175055 w 1453923"/>
              <a:gd name="csY36" fmla="*/ 617861 h 800080"/>
              <a:gd name="csX37" fmla="*/ 179917 w 1453923"/>
              <a:gd name="csY37" fmla="*/ 608549 h 800080"/>
              <a:gd name="csX38" fmla="*/ 184780 w 1453923"/>
              <a:gd name="csY38" fmla="*/ 598931 h 800080"/>
              <a:gd name="csX39" fmla="*/ 189642 w 1453923"/>
              <a:gd name="csY39" fmla="*/ 589013 h 800080"/>
              <a:gd name="csX40" fmla="*/ 194505 w 1453923"/>
              <a:gd name="csY40" fmla="*/ 578788 h 800080"/>
              <a:gd name="csX41" fmla="*/ 199368 w 1453923"/>
              <a:gd name="csY41" fmla="*/ 568276 h 800080"/>
              <a:gd name="csX42" fmla="*/ 204231 w 1453923"/>
              <a:gd name="csY42" fmla="*/ 557465 h 800080"/>
              <a:gd name="csX43" fmla="*/ 209093 w 1453923"/>
              <a:gd name="csY43" fmla="*/ 546369 h 800080"/>
              <a:gd name="csX44" fmla="*/ 213955 w 1453923"/>
              <a:gd name="csY44" fmla="*/ 534992 h 800080"/>
              <a:gd name="csX45" fmla="*/ 218818 w 1453923"/>
              <a:gd name="csY45" fmla="*/ 523341 h 800080"/>
              <a:gd name="csX46" fmla="*/ 223681 w 1453923"/>
              <a:gd name="csY46" fmla="*/ 511425 h 800080"/>
              <a:gd name="csX47" fmla="*/ 228544 w 1453923"/>
              <a:gd name="csY47" fmla="*/ 499253 h 800080"/>
              <a:gd name="csX48" fmla="*/ 233406 w 1453923"/>
              <a:gd name="csY48" fmla="*/ 486835 h 800080"/>
              <a:gd name="csX49" fmla="*/ 238269 w 1453923"/>
              <a:gd name="csY49" fmla="*/ 474183 h 800080"/>
              <a:gd name="csX50" fmla="*/ 243131 w 1453923"/>
              <a:gd name="csY50" fmla="*/ 461309 h 800080"/>
              <a:gd name="csX51" fmla="*/ 247994 w 1453923"/>
              <a:gd name="csY51" fmla="*/ 448228 h 800080"/>
              <a:gd name="csX52" fmla="*/ 252856 w 1453923"/>
              <a:gd name="csY52" fmla="*/ 434953 h 800080"/>
              <a:gd name="csX53" fmla="*/ 257719 w 1453923"/>
              <a:gd name="csY53" fmla="*/ 421501 h 800080"/>
              <a:gd name="csX54" fmla="*/ 262582 w 1453923"/>
              <a:gd name="csY54" fmla="*/ 407889 h 800080"/>
              <a:gd name="csX55" fmla="*/ 267445 w 1453923"/>
              <a:gd name="csY55" fmla="*/ 394134 h 800080"/>
              <a:gd name="csX56" fmla="*/ 272307 w 1453923"/>
              <a:gd name="csY56" fmla="*/ 380255 h 800080"/>
              <a:gd name="csX57" fmla="*/ 277169 w 1453923"/>
              <a:gd name="csY57" fmla="*/ 366273 h 800080"/>
              <a:gd name="csX58" fmla="*/ 282032 w 1453923"/>
              <a:gd name="csY58" fmla="*/ 352207 h 800080"/>
              <a:gd name="csX59" fmla="*/ 286895 w 1453923"/>
              <a:gd name="csY59" fmla="*/ 338080 h 800080"/>
              <a:gd name="csX60" fmla="*/ 291758 w 1453923"/>
              <a:gd name="csY60" fmla="*/ 323914 h 800080"/>
              <a:gd name="csX61" fmla="*/ 296620 w 1453923"/>
              <a:gd name="csY61" fmla="*/ 309733 h 800080"/>
              <a:gd name="csX62" fmla="*/ 301483 w 1453923"/>
              <a:gd name="csY62" fmla="*/ 295561 h 800080"/>
              <a:gd name="csX63" fmla="*/ 306345 w 1453923"/>
              <a:gd name="csY63" fmla="*/ 281423 h 800080"/>
              <a:gd name="csX64" fmla="*/ 311208 w 1453923"/>
              <a:gd name="csY64" fmla="*/ 267343 h 800080"/>
              <a:gd name="csX65" fmla="*/ 316070 w 1453923"/>
              <a:gd name="csY65" fmla="*/ 253348 h 800080"/>
              <a:gd name="csX66" fmla="*/ 320933 w 1453923"/>
              <a:gd name="csY66" fmla="*/ 239465 h 800080"/>
              <a:gd name="csX67" fmla="*/ 325796 w 1453923"/>
              <a:gd name="csY67" fmla="*/ 225720 h 800080"/>
              <a:gd name="csX68" fmla="*/ 330659 w 1453923"/>
              <a:gd name="csY68" fmla="*/ 212141 h 800080"/>
              <a:gd name="csX69" fmla="*/ 335521 w 1453923"/>
              <a:gd name="csY69" fmla="*/ 198753 h 800080"/>
              <a:gd name="csX70" fmla="*/ 340383 w 1453923"/>
              <a:gd name="csY70" fmla="*/ 185587 h 800080"/>
              <a:gd name="csX71" fmla="*/ 345246 w 1453923"/>
              <a:gd name="csY71" fmla="*/ 172667 h 800080"/>
              <a:gd name="csX72" fmla="*/ 350109 w 1453923"/>
              <a:gd name="csY72" fmla="*/ 160024 h 800080"/>
              <a:gd name="csX73" fmla="*/ 354972 w 1453923"/>
              <a:gd name="csY73" fmla="*/ 147683 h 800080"/>
              <a:gd name="csX74" fmla="*/ 359834 w 1453923"/>
              <a:gd name="csY74" fmla="*/ 135672 h 800080"/>
              <a:gd name="csX75" fmla="*/ 364697 w 1453923"/>
              <a:gd name="csY75" fmla="*/ 124017 h 800080"/>
              <a:gd name="csX76" fmla="*/ 369559 w 1453923"/>
              <a:gd name="csY76" fmla="*/ 112746 h 800080"/>
              <a:gd name="csX77" fmla="*/ 374422 w 1453923"/>
              <a:gd name="csY77" fmla="*/ 101882 h 800080"/>
              <a:gd name="csX78" fmla="*/ 379284 w 1453923"/>
              <a:gd name="csY78" fmla="*/ 91453 h 800080"/>
              <a:gd name="csX79" fmla="*/ 384147 w 1453923"/>
              <a:gd name="csY79" fmla="*/ 81482 h 800080"/>
              <a:gd name="csX80" fmla="*/ 389010 w 1453923"/>
              <a:gd name="csY80" fmla="*/ 71993 h 800080"/>
              <a:gd name="csX81" fmla="*/ 393873 w 1453923"/>
              <a:gd name="csY81" fmla="*/ 63008 h 800080"/>
              <a:gd name="csX82" fmla="*/ 398735 w 1453923"/>
              <a:gd name="csY82" fmla="*/ 54549 h 800080"/>
              <a:gd name="csX83" fmla="*/ 403597 w 1453923"/>
              <a:gd name="csY83" fmla="*/ 46638 h 800080"/>
              <a:gd name="csX84" fmla="*/ 408460 w 1453923"/>
              <a:gd name="csY84" fmla="*/ 39292 h 800080"/>
              <a:gd name="csX85" fmla="*/ 413323 w 1453923"/>
              <a:gd name="csY85" fmla="*/ 32530 h 800080"/>
              <a:gd name="csX86" fmla="*/ 418186 w 1453923"/>
              <a:gd name="csY86" fmla="*/ 26369 h 800080"/>
              <a:gd name="csX87" fmla="*/ 423048 w 1453923"/>
              <a:gd name="csY87" fmla="*/ 20825 h 800080"/>
              <a:gd name="csX88" fmla="*/ 427911 w 1453923"/>
              <a:gd name="csY88" fmla="*/ 15912 h 800080"/>
              <a:gd name="csX89" fmla="*/ 432773 w 1453923"/>
              <a:gd name="csY89" fmla="*/ 11640 h 800080"/>
              <a:gd name="csX90" fmla="*/ 437636 w 1453923"/>
              <a:gd name="csY90" fmla="*/ 8022 h 800080"/>
              <a:gd name="csX91" fmla="*/ 442498 w 1453923"/>
              <a:gd name="csY91" fmla="*/ 5068 h 800080"/>
              <a:gd name="csX92" fmla="*/ 447361 w 1453923"/>
              <a:gd name="csY92" fmla="*/ 2784 h 800080"/>
              <a:gd name="csX93" fmla="*/ 452224 w 1453923"/>
              <a:gd name="csY93" fmla="*/ 1175 h 800080"/>
              <a:gd name="csX94" fmla="*/ 457087 w 1453923"/>
              <a:gd name="csY94" fmla="*/ 246 h 800080"/>
              <a:gd name="csX95" fmla="*/ 461949 w 1453923"/>
              <a:gd name="csY95" fmla="*/ 0 h 800080"/>
              <a:gd name="csX96" fmla="*/ 466812 w 1453923"/>
              <a:gd name="csY96" fmla="*/ 438 h 800080"/>
              <a:gd name="csX97" fmla="*/ 471674 w 1453923"/>
              <a:gd name="csY97" fmla="*/ 1557 h 800080"/>
              <a:gd name="csX98" fmla="*/ 476537 w 1453923"/>
              <a:gd name="csY98" fmla="*/ 3355 h 800080"/>
              <a:gd name="csX99" fmla="*/ 481400 w 1453923"/>
              <a:gd name="csY99" fmla="*/ 5829 h 800080"/>
              <a:gd name="csX100" fmla="*/ 486262 w 1453923"/>
              <a:gd name="csY100" fmla="*/ 8970 h 800080"/>
              <a:gd name="csX101" fmla="*/ 491125 w 1453923"/>
              <a:gd name="csY101" fmla="*/ 12772 h 800080"/>
              <a:gd name="csX102" fmla="*/ 495988 w 1453923"/>
              <a:gd name="csY102" fmla="*/ 17225 h 800080"/>
              <a:gd name="csX103" fmla="*/ 500850 w 1453923"/>
              <a:gd name="csY103" fmla="*/ 22316 h 800080"/>
              <a:gd name="csX104" fmla="*/ 505713 w 1453923"/>
              <a:gd name="csY104" fmla="*/ 28035 h 800080"/>
              <a:gd name="csX105" fmla="*/ 510575 w 1453923"/>
              <a:gd name="csY105" fmla="*/ 34365 h 800080"/>
              <a:gd name="csX106" fmla="*/ 515438 w 1453923"/>
              <a:gd name="csY106" fmla="*/ 41292 h 800080"/>
              <a:gd name="csX107" fmla="*/ 520301 w 1453923"/>
              <a:gd name="csY107" fmla="*/ 48799 h 800080"/>
              <a:gd name="csX108" fmla="*/ 525164 w 1453923"/>
              <a:gd name="csY108" fmla="*/ 56866 h 800080"/>
              <a:gd name="csX109" fmla="*/ 530023 w 1453923"/>
              <a:gd name="csY109" fmla="*/ 65474 h 800080"/>
              <a:gd name="csX110" fmla="*/ 534888 w 1453923"/>
              <a:gd name="csY110" fmla="*/ 74602 h 800080"/>
              <a:gd name="csX111" fmla="*/ 539753 w 1453923"/>
              <a:gd name="csY111" fmla="*/ 84229 h 800080"/>
              <a:gd name="csX112" fmla="*/ 544610 w 1453923"/>
              <a:gd name="csY112" fmla="*/ 94331 h 800080"/>
              <a:gd name="csX113" fmla="*/ 549475 w 1453923"/>
              <a:gd name="csY113" fmla="*/ 104884 h 800080"/>
              <a:gd name="csX114" fmla="*/ 554340 w 1453923"/>
              <a:gd name="csY114" fmla="*/ 115864 h 800080"/>
              <a:gd name="csX115" fmla="*/ 559198 w 1453923"/>
              <a:gd name="csY115" fmla="*/ 127246 h 800080"/>
              <a:gd name="csX116" fmla="*/ 564063 w 1453923"/>
              <a:gd name="csY116" fmla="*/ 139003 h 800080"/>
              <a:gd name="csX117" fmla="*/ 568928 w 1453923"/>
              <a:gd name="csY117" fmla="*/ 151110 h 800080"/>
              <a:gd name="csX118" fmla="*/ 573793 w 1453923"/>
              <a:gd name="csY118" fmla="*/ 163538 h 800080"/>
              <a:gd name="csX119" fmla="*/ 578651 w 1453923"/>
              <a:gd name="csY119" fmla="*/ 176262 h 800080"/>
              <a:gd name="csX120" fmla="*/ 583515 w 1453923"/>
              <a:gd name="csY120" fmla="*/ 189253 h 800080"/>
              <a:gd name="csX121" fmla="*/ 588380 w 1453923"/>
              <a:gd name="csY121" fmla="*/ 202484 h 800080"/>
              <a:gd name="csX122" fmla="*/ 593238 w 1453923"/>
              <a:gd name="csY122" fmla="*/ 215928 h 800080"/>
              <a:gd name="csX123" fmla="*/ 598103 w 1453923"/>
              <a:gd name="csY123" fmla="*/ 229556 h 800080"/>
              <a:gd name="csX124" fmla="*/ 602968 w 1453923"/>
              <a:gd name="csY124" fmla="*/ 243343 h 800080"/>
              <a:gd name="csX125" fmla="*/ 607826 w 1453923"/>
              <a:gd name="csY125" fmla="*/ 257260 h 800080"/>
              <a:gd name="csX126" fmla="*/ 612691 w 1453923"/>
              <a:gd name="csY126" fmla="*/ 271281 h 800080"/>
              <a:gd name="csX127" fmla="*/ 617556 w 1453923"/>
              <a:gd name="csY127" fmla="*/ 285380 h 800080"/>
              <a:gd name="csX128" fmla="*/ 622414 w 1453923"/>
              <a:gd name="csY128" fmla="*/ 299530 h 800080"/>
              <a:gd name="csX129" fmla="*/ 627278 w 1453923"/>
              <a:gd name="csY129" fmla="*/ 313708 h 800080"/>
              <a:gd name="csX130" fmla="*/ 632143 w 1453923"/>
              <a:gd name="csY130" fmla="*/ 327887 h 800080"/>
              <a:gd name="csX131" fmla="*/ 637001 w 1453923"/>
              <a:gd name="csY131" fmla="*/ 342044 h 800080"/>
              <a:gd name="csX132" fmla="*/ 641866 w 1453923"/>
              <a:gd name="csY132" fmla="*/ 356155 h 800080"/>
              <a:gd name="csX133" fmla="*/ 646731 w 1453923"/>
              <a:gd name="csY133" fmla="*/ 370200 h 800080"/>
              <a:gd name="csX134" fmla="*/ 651589 w 1453923"/>
              <a:gd name="csY134" fmla="*/ 384155 h 800080"/>
              <a:gd name="csX135" fmla="*/ 656454 w 1453923"/>
              <a:gd name="csY135" fmla="*/ 398002 h 800080"/>
              <a:gd name="csX136" fmla="*/ 661319 w 1453923"/>
              <a:gd name="csY136" fmla="*/ 411718 h 800080"/>
              <a:gd name="csX137" fmla="*/ 666176 w 1453923"/>
              <a:gd name="csY137" fmla="*/ 425288 h 800080"/>
              <a:gd name="csX138" fmla="*/ 671041 w 1453923"/>
              <a:gd name="csY138" fmla="*/ 438691 h 800080"/>
              <a:gd name="csX139" fmla="*/ 675906 w 1453923"/>
              <a:gd name="csY139" fmla="*/ 451914 h 800080"/>
              <a:gd name="csX140" fmla="*/ 680764 w 1453923"/>
              <a:gd name="csY140" fmla="*/ 464939 h 800080"/>
              <a:gd name="csX141" fmla="*/ 685629 w 1453923"/>
              <a:gd name="csY141" fmla="*/ 477751 h 800080"/>
              <a:gd name="csX142" fmla="*/ 690494 w 1453923"/>
              <a:gd name="csY142" fmla="*/ 490339 h 800080"/>
              <a:gd name="csX143" fmla="*/ 695352 w 1453923"/>
              <a:gd name="csY143" fmla="*/ 502689 h 800080"/>
              <a:gd name="csX144" fmla="*/ 700217 w 1453923"/>
              <a:gd name="csY144" fmla="*/ 514791 h 800080"/>
              <a:gd name="csX145" fmla="*/ 705082 w 1453923"/>
              <a:gd name="csY145" fmla="*/ 526633 h 800080"/>
              <a:gd name="csX146" fmla="*/ 709939 w 1453923"/>
              <a:gd name="csY146" fmla="*/ 538209 h 800080"/>
              <a:gd name="csX147" fmla="*/ 714804 w 1453923"/>
              <a:gd name="csY147" fmla="*/ 549507 h 800080"/>
              <a:gd name="csX148" fmla="*/ 719669 w 1453923"/>
              <a:gd name="csY148" fmla="*/ 560523 h 800080"/>
              <a:gd name="csX149" fmla="*/ 724534 w 1453923"/>
              <a:gd name="csY149" fmla="*/ 571250 h 800080"/>
              <a:gd name="csX150" fmla="*/ 729392 w 1453923"/>
              <a:gd name="csY150" fmla="*/ 581685 h 800080"/>
              <a:gd name="csX151" fmla="*/ 734257 w 1453923"/>
              <a:gd name="csY151" fmla="*/ 591819 h 800080"/>
              <a:gd name="csX152" fmla="*/ 739122 w 1453923"/>
              <a:gd name="csY152" fmla="*/ 601654 h 800080"/>
              <a:gd name="csX153" fmla="*/ 743980 w 1453923"/>
              <a:gd name="csY153" fmla="*/ 611188 h 800080"/>
              <a:gd name="csX154" fmla="*/ 748844 w 1453923"/>
              <a:gd name="csY154" fmla="*/ 620415 h 800080"/>
              <a:gd name="csX155" fmla="*/ 753709 w 1453923"/>
              <a:gd name="csY155" fmla="*/ 629335 h 800080"/>
              <a:gd name="csX156" fmla="*/ 758567 w 1453923"/>
              <a:gd name="csY156" fmla="*/ 637955 h 800080"/>
              <a:gd name="csX157" fmla="*/ 763432 w 1453923"/>
              <a:gd name="csY157" fmla="*/ 646268 h 800080"/>
              <a:gd name="csX158" fmla="*/ 768297 w 1453923"/>
              <a:gd name="csY158" fmla="*/ 654281 h 800080"/>
              <a:gd name="csX159" fmla="*/ 773155 w 1453923"/>
              <a:gd name="csY159" fmla="*/ 661993 h 800080"/>
              <a:gd name="csX160" fmla="*/ 778020 w 1453923"/>
              <a:gd name="csY160" fmla="*/ 669413 h 800080"/>
              <a:gd name="csX161" fmla="*/ 782885 w 1453923"/>
              <a:gd name="csY161" fmla="*/ 676539 h 800080"/>
              <a:gd name="csX162" fmla="*/ 787743 w 1453923"/>
              <a:gd name="csY162" fmla="*/ 683372 h 800080"/>
              <a:gd name="csX163" fmla="*/ 792607 w 1453923"/>
              <a:gd name="csY163" fmla="*/ 689926 h 800080"/>
              <a:gd name="csX164" fmla="*/ 797472 w 1453923"/>
              <a:gd name="csY164" fmla="*/ 696194 h 800080"/>
              <a:gd name="csX165" fmla="*/ 802330 w 1453923"/>
              <a:gd name="csY165" fmla="*/ 702197 h 800080"/>
              <a:gd name="csX166" fmla="*/ 807195 w 1453923"/>
              <a:gd name="csY166" fmla="*/ 707927 h 800080"/>
              <a:gd name="csX167" fmla="*/ 812060 w 1453923"/>
              <a:gd name="csY167" fmla="*/ 713399 h 800080"/>
              <a:gd name="csX168" fmla="*/ 816918 w 1453923"/>
              <a:gd name="csY168" fmla="*/ 718613 h 800080"/>
              <a:gd name="csX169" fmla="*/ 821783 w 1453923"/>
              <a:gd name="csY169" fmla="*/ 723575 h 800080"/>
              <a:gd name="csX170" fmla="*/ 826648 w 1453923"/>
              <a:gd name="csY170" fmla="*/ 728301 h 800080"/>
              <a:gd name="csX171" fmla="*/ 831505 w 1453923"/>
              <a:gd name="csY171" fmla="*/ 732789 h 800080"/>
              <a:gd name="csX172" fmla="*/ 836370 w 1453923"/>
              <a:gd name="csY172" fmla="*/ 737053 h 800080"/>
              <a:gd name="csX173" fmla="*/ 841235 w 1453923"/>
              <a:gd name="csY173" fmla="*/ 741102 h 800080"/>
              <a:gd name="csX174" fmla="*/ 846093 w 1453923"/>
              <a:gd name="csY174" fmla="*/ 744933 h 800080"/>
              <a:gd name="csX175" fmla="*/ 850958 w 1453923"/>
              <a:gd name="csY175" fmla="*/ 748556 h 800080"/>
              <a:gd name="csX176" fmla="*/ 855823 w 1453923"/>
              <a:gd name="csY176" fmla="*/ 751983 h 800080"/>
              <a:gd name="csX177" fmla="*/ 860681 w 1453923"/>
              <a:gd name="csY177" fmla="*/ 755229 h 800080"/>
              <a:gd name="csX178" fmla="*/ 865546 w 1453923"/>
              <a:gd name="csY178" fmla="*/ 758286 h 800080"/>
              <a:gd name="csX179" fmla="*/ 870410 w 1453923"/>
              <a:gd name="csY179" fmla="*/ 761161 h 800080"/>
              <a:gd name="csX180" fmla="*/ 875275 w 1453923"/>
              <a:gd name="csY180" fmla="*/ 763876 h 800080"/>
              <a:gd name="csX181" fmla="*/ 880133 w 1453923"/>
              <a:gd name="csY181" fmla="*/ 766431 h 800080"/>
              <a:gd name="csX182" fmla="*/ 884998 w 1453923"/>
              <a:gd name="csY182" fmla="*/ 768832 h 800080"/>
              <a:gd name="csX183" fmla="*/ 889863 w 1453923"/>
              <a:gd name="csY183" fmla="*/ 771087 h 800080"/>
              <a:gd name="csX184" fmla="*/ 894721 w 1453923"/>
              <a:gd name="csY184" fmla="*/ 773201 h 800080"/>
              <a:gd name="csX185" fmla="*/ 899586 w 1453923"/>
              <a:gd name="csY185" fmla="*/ 775184 h 800080"/>
              <a:gd name="csX186" fmla="*/ 904451 w 1453923"/>
              <a:gd name="csY186" fmla="*/ 777033 h 800080"/>
              <a:gd name="csX187" fmla="*/ 909308 w 1453923"/>
              <a:gd name="csY187" fmla="*/ 778771 h 800080"/>
              <a:gd name="csX188" fmla="*/ 914173 w 1453923"/>
              <a:gd name="csY188" fmla="*/ 780391 h 800080"/>
              <a:gd name="csX189" fmla="*/ 919038 w 1453923"/>
              <a:gd name="csY189" fmla="*/ 781905 h 800080"/>
              <a:gd name="csX190" fmla="*/ 923896 w 1453923"/>
              <a:gd name="csY190" fmla="*/ 783315 h 800080"/>
              <a:gd name="csX191" fmla="*/ 928761 w 1453923"/>
              <a:gd name="csY191" fmla="*/ 784634 h 800080"/>
              <a:gd name="csX192" fmla="*/ 933626 w 1453923"/>
              <a:gd name="csY192" fmla="*/ 785856 h 800080"/>
              <a:gd name="csX193" fmla="*/ 938484 w 1453923"/>
              <a:gd name="csY193" fmla="*/ 786993 h 800080"/>
              <a:gd name="csX194" fmla="*/ 943349 w 1453923"/>
              <a:gd name="csY194" fmla="*/ 788047 h 800080"/>
              <a:gd name="csX195" fmla="*/ 948214 w 1453923"/>
              <a:gd name="csY195" fmla="*/ 789031 h 800080"/>
              <a:gd name="csX196" fmla="*/ 953071 w 1453923"/>
              <a:gd name="csY196" fmla="*/ 789939 h 800080"/>
              <a:gd name="csX197" fmla="*/ 957936 w 1453923"/>
              <a:gd name="csY197" fmla="*/ 790783 h 800080"/>
              <a:gd name="csX198" fmla="*/ 962801 w 1453923"/>
              <a:gd name="csY198" fmla="*/ 791565 h 800080"/>
              <a:gd name="csX199" fmla="*/ 967659 w 1453923"/>
              <a:gd name="csY199" fmla="*/ 792284 h 800080"/>
              <a:gd name="csX200" fmla="*/ 972524 w 1453923"/>
              <a:gd name="csY200" fmla="*/ 792954 h 800080"/>
              <a:gd name="csX201" fmla="*/ 977389 w 1453923"/>
              <a:gd name="csY201" fmla="*/ 793568 h 800080"/>
              <a:gd name="csX202" fmla="*/ 982247 w 1453923"/>
              <a:gd name="csY202" fmla="*/ 794134 h 800080"/>
              <a:gd name="csX203" fmla="*/ 987112 w 1453923"/>
              <a:gd name="csY203" fmla="*/ 794657 h 800080"/>
              <a:gd name="csX204" fmla="*/ 991977 w 1453923"/>
              <a:gd name="csY204" fmla="*/ 795139 h 800080"/>
              <a:gd name="csX205" fmla="*/ 996834 w 1453923"/>
              <a:gd name="csY205" fmla="*/ 795578 h 800080"/>
              <a:gd name="csX206" fmla="*/ 1001699 w 1453923"/>
              <a:gd name="csY206" fmla="*/ 795983 h 800080"/>
              <a:gd name="csX207" fmla="*/ 1006564 w 1453923"/>
              <a:gd name="csY207" fmla="*/ 796360 h 800080"/>
              <a:gd name="csX208" fmla="*/ 1011422 w 1453923"/>
              <a:gd name="csY208" fmla="*/ 796702 h 800080"/>
              <a:gd name="csX209" fmla="*/ 1016287 w 1453923"/>
              <a:gd name="csY209" fmla="*/ 797009 h 800080"/>
              <a:gd name="csX210" fmla="*/ 1021152 w 1453923"/>
              <a:gd name="csY210" fmla="*/ 797295 h 800080"/>
              <a:gd name="csX211" fmla="*/ 1026010 w 1453923"/>
              <a:gd name="csY211" fmla="*/ 797561 h 800080"/>
              <a:gd name="csX212" fmla="*/ 1030875 w 1453923"/>
              <a:gd name="csY212" fmla="*/ 797798 h 800080"/>
              <a:gd name="csX213" fmla="*/ 1035739 w 1453923"/>
              <a:gd name="csY213" fmla="*/ 798014 h 800080"/>
              <a:gd name="csX214" fmla="*/ 1040604 w 1453923"/>
              <a:gd name="csY214" fmla="*/ 798217 h 800080"/>
              <a:gd name="csX215" fmla="*/ 1045462 w 1453923"/>
              <a:gd name="csY215" fmla="*/ 798398 h 800080"/>
              <a:gd name="csX216" fmla="*/ 1050327 w 1453923"/>
              <a:gd name="csY216" fmla="*/ 798559 h 800080"/>
              <a:gd name="csX217" fmla="*/ 1055192 w 1453923"/>
              <a:gd name="csY217" fmla="*/ 798712 h 800080"/>
              <a:gd name="csX218" fmla="*/ 1060050 w 1453923"/>
              <a:gd name="csY218" fmla="*/ 798845 h 800080"/>
              <a:gd name="csX219" fmla="*/ 1064915 w 1453923"/>
              <a:gd name="csY219" fmla="*/ 798971 h 800080"/>
              <a:gd name="csX220" fmla="*/ 1069780 w 1453923"/>
              <a:gd name="csY220" fmla="*/ 799082 h 800080"/>
              <a:gd name="csX221" fmla="*/ 1074637 w 1453923"/>
              <a:gd name="csY221" fmla="*/ 799187 h 800080"/>
              <a:gd name="csX222" fmla="*/ 1079502 w 1453923"/>
              <a:gd name="csY222" fmla="*/ 799278 h 800080"/>
              <a:gd name="csX223" fmla="*/ 1084367 w 1453923"/>
              <a:gd name="csY223" fmla="*/ 799361 h 800080"/>
              <a:gd name="csX224" fmla="*/ 1089225 w 1453923"/>
              <a:gd name="csY224" fmla="*/ 799431 h 800080"/>
              <a:gd name="csX225" fmla="*/ 1094090 w 1453923"/>
              <a:gd name="csY225" fmla="*/ 799501 h 800080"/>
              <a:gd name="csX226" fmla="*/ 1098955 w 1453923"/>
              <a:gd name="csY226" fmla="*/ 799564 h 800080"/>
              <a:gd name="csX227" fmla="*/ 1103813 w 1453923"/>
              <a:gd name="csY227" fmla="*/ 799620 h 800080"/>
              <a:gd name="csX228" fmla="*/ 1108678 w 1453923"/>
              <a:gd name="csY228" fmla="*/ 799669 h 800080"/>
              <a:gd name="csX229" fmla="*/ 1113542 w 1453923"/>
              <a:gd name="csY229" fmla="*/ 799710 h 800080"/>
              <a:gd name="csX230" fmla="*/ 1118400 w 1453923"/>
              <a:gd name="csY230" fmla="*/ 799752 h 800080"/>
              <a:gd name="csX231" fmla="*/ 1123265 w 1453923"/>
              <a:gd name="csY231" fmla="*/ 799787 h 800080"/>
              <a:gd name="csX232" fmla="*/ 1128130 w 1453923"/>
              <a:gd name="csY232" fmla="*/ 799822 h 800080"/>
              <a:gd name="csX233" fmla="*/ 1132988 w 1453923"/>
              <a:gd name="csY233" fmla="*/ 799850 h 800080"/>
              <a:gd name="csX234" fmla="*/ 1137853 w 1453923"/>
              <a:gd name="csY234" fmla="*/ 799878 h 800080"/>
              <a:gd name="csX235" fmla="*/ 1142718 w 1453923"/>
              <a:gd name="csY235" fmla="*/ 799899 h 800080"/>
              <a:gd name="csX236" fmla="*/ 1147576 w 1453923"/>
              <a:gd name="csY236" fmla="*/ 799920 h 800080"/>
              <a:gd name="csX237" fmla="*/ 1152441 w 1453923"/>
              <a:gd name="csY237" fmla="*/ 799934 h 800080"/>
              <a:gd name="csX238" fmla="*/ 1157305 w 1453923"/>
              <a:gd name="csY238" fmla="*/ 799955 h 800080"/>
              <a:gd name="csX239" fmla="*/ 1162163 w 1453923"/>
              <a:gd name="csY239" fmla="*/ 799969 h 800080"/>
              <a:gd name="csX240" fmla="*/ 1167028 w 1453923"/>
              <a:gd name="csY240" fmla="*/ 799983 h 800080"/>
              <a:gd name="csX241" fmla="*/ 1171893 w 1453923"/>
              <a:gd name="csY241" fmla="*/ 799990 h 800080"/>
              <a:gd name="csX242" fmla="*/ 1176751 w 1453923"/>
              <a:gd name="csY242" fmla="*/ 800004 h 800080"/>
              <a:gd name="csX243" fmla="*/ 1181616 w 1453923"/>
              <a:gd name="csY243" fmla="*/ 800011 h 800080"/>
              <a:gd name="csX244" fmla="*/ 1186481 w 1453923"/>
              <a:gd name="csY244" fmla="*/ 800018 h 800080"/>
              <a:gd name="csX245" fmla="*/ 1191346 w 1453923"/>
              <a:gd name="csY245" fmla="*/ 800025 h 800080"/>
              <a:gd name="csX246" fmla="*/ 1196204 w 1453923"/>
              <a:gd name="csY246" fmla="*/ 800032 h 800080"/>
              <a:gd name="csX247" fmla="*/ 1201068 w 1453923"/>
              <a:gd name="csY247" fmla="*/ 800038 h 800080"/>
              <a:gd name="csX248" fmla="*/ 1205933 w 1453923"/>
              <a:gd name="csY248" fmla="*/ 800045 h 800080"/>
              <a:gd name="csX249" fmla="*/ 1210791 w 1453923"/>
              <a:gd name="csY249" fmla="*/ 800045 h 800080"/>
              <a:gd name="csX250" fmla="*/ 1215656 w 1453923"/>
              <a:gd name="csY250" fmla="*/ 800052 h 800080"/>
              <a:gd name="csX251" fmla="*/ 1220521 w 1453923"/>
              <a:gd name="csY251" fmla="*/ 800059 h 800080"/>
              <a:gd name="csX252" fmla="*/ 1225379 w 1453923"/>
              <a:gd name="csY252" fmla="*/ 800059 h 800080"/>
              <a:gd name="csX253" fmla="*/ 1230244 w 1453923"/>
              <a:gd name="csY253" fmla="*/ 800059 h 800080"/>
              <a:gd name="csX254" fmla="*/ 1235109 w 1453923"/>
              <a:gd name="csY254" fmla="*/ 800066 h 800080"/>
              <a:gd name="csX255" fmla="*/ 1239966 w 1453923"/>
              <a:gd name="csY255" fmla="*/ 800066 h 800080"/>
              <a:gd name="csX256" fmla="*/ 1244831 w 1453923"/>
              <a:gd name="csY256" fmla="*/ 800066 h 800080"/>
              <a:gd name="csX257" fmla="*/ 1249696 w 1453923"/>
              <a:gd name="csY257" fmla="*/ 800066 h 800080"/>
              <a:gd name="csX258" fmla="*/ 1254554 w 1453923"/>
              <a:gd name="csY258" fmla="*/ 800073 h 800080"/>
              <a:gd name="csX259" fmla="*/ 1259419 w 1453923"/>
              <a:gd name="csY259" fmla="*/ 800073 h 800080"/>
              <a:gd name="csX260" fmla="*/ 1264284 w 1453923"/>
              <a:gd name="csY260" fmla="*/ 800073 h 800080"/>
              <a:gd name="csX261" fmla="*/ 1269142 w 1453923"/>
              <a:gd name="csY261" fmla="*/ 800073 h 800080"/>
              <a:gd name="csX262" fmla="*/ 1274007 w 1453923"/>
              <a:gd name="csY262" fmla="*/ 800073 h 800080"/>
              <a:gd name="csX263" fmla="*/ 1278872 w 1453923"/>
              <a:gd name="csY263" fmla="*/ 800073 h 800080"/>
              <a:gd name="csX264" fmla="*/ 1283729 w 1453923"/>
              <a:gd name="csY264" fmla="*/ 800073 h 800080"/>
              <a:gd name="csX265" fmla="*/ 1288594 w 1453923"/>
              <a:gd name="csY265" fmla="*/ 800073 h 800080"/>
              <a:gd name="csX266" fmla="*/ 1293459 w 1453923"/>
              <a:gd name="csY266" fmla="*/ 800080 h 800080"/>
              <a:gd name="csX267" fmla="*/ 1298317 w 1453923"/>
              <a:gd name="csY267" fmla="*/ 800080 h 800080"/>
              <a:gd name="csX268" fmla="*/ 1303182 w 1453923"/>
              <a:gd name="csY268" fmla="*/ 800080 h 800080"/>
              <a:gd name="csX269" fmla="*/ 1308047 w 1453923"/>
              <a:gd name="csY269" fmla="*/ 800080 h 800080"/>
              <a:gd name="csX270" fmla="*/ 1312905 w 1453923"/>
              <a:gd name="csY270" fmla="*/ 800080 h 800080"/>
              <a:gd name="csX271" fmla="*/ 1317770 w 1453923"/>
              <a:gd name="csY271" fmla="*/ 800080 h 800080"/>
              <a:gd name="csX272" fmla="*/ 1322634 w 1453923"/>
              <a:gd name="csY272" fmla="*/ 800080 h 800080"/>
              <a:gd name="csX273" fmla="*/ 1327492 w 1453923"/>
              <a:gd name="csY273" fmla="*/ 800080 h 800080"/>
              <a:gd name="csX274" fmla="*/ 1332357 w 1453923"/>
              <a:gd name="csY274" fmla="*/ 800080 h 800080"/>
              <a:gd name="csX275" fmla="*/ 1337222 w 1453923"/>
              <a:gd name="csY275" fmla="*/ 800080 h 800080"/>
              <a:gd name="csX276" fmla="*/ 1342087 w 1453923"/>
              <a:gd name="csY276" fmla="*/ 800080 h 800080"/>
              <a:gd name="csX277" fmla="*/ 1346945 w 1453923"/>
              <a:gd name="csY277" fmla="*/ 800080 h 800080"/>
              <a:gd name="csX278" fmla="*/ 1351810 w 1453923"/>
              <a:gd name="csY278" fmla="*/ 800080 h 800080"/>
              <a:gd name="csX279" fmla="*/ 1356675 w 1453923"/>
              <a:gd name="csY279" fmla="*/ 800080 h 800080"/>
              <a:gd name="csX280" fmla="*/ 1361532 w 1453923"/>
              <a:gd name="csY280" fmla="*/ 800080 h 800080"/>
              <a:gd name="csX281" fmla="*/ 1366397 w 1453923"/>
              <a:gd name="csY281" fmla="*/ 800080 h 800080"/>
              <a:gd name="csX282" fmla="*/ 1371262 w 1453923"/>
              <a:gd name="csY282" fmla="*/ 800080 h 800080"/>
              <a:gd name="csX283" fmla="*/ 1376120 w 1453923"/>
              <a:gd name="csY283" fmla="*/ 800080 h 800080"/>
              <a:gd name="csX284" fmla="*/ 1380985 w 1453923"/>
              <a:gd name="csY284" fmla="*/ 800080 h 800080"/>
              <a:gd name="csX285" fmla="*/ 1385850 w 1453923"/>
              <a:gd name="csY285" fmla="*/ 800080 h 800080"/>
              <a:gd name="csX286" fmla="*/ 1390708 w 1453923"/>
              <a:gd name="csY286" fmla="*/ 800080 h 800080"/>
              <a:gd name="csX287" fmla="*/ 1395573 w 1453923"/>
              <a:gd name="csY287" fmla="*/ 800080 h 800080"/>
              <a:gd name="csX288" fmla="*/ 1400437 w 1453923"/>
              <a:gd name="csY288" fmla="*/ 800080 h 800080"/>
              <a:gd name="csX289" fmla="*/ 1405295 w 1453923"/>
              <a:gd name="csY289" fmla="*/ 800080 h 800080"/>
              <a:gd name="csX290" fmla="*/ 1410160 w 1453923"/>
              <a:gd name="csY290" fmla="*/ 800080 h 800080"/>
              <a:gd name="csX291" fmla="*/ 1415025 w 1453923"/>
              <a:gd name="csY291" fmla="*/ 800080 h 800080"/>
              <a:gd name="csX292" fmla="*/ 1419883 w 1453923"/>
              <a:gd name="csY292" fmla="*/ 800080 h 800080"/>
              <a:gd name="csX293" fmla="*/ 1424748 w 1453923"/>
              <a:gd name="csY293" fmla="*/ 800080 h 800080"/>
              <a:gd name="csX294" fmla="*/ 1429613 w 1453923"/>
              <a:gd name="csY294" fmla="*/ 800080 h 800080"/>
              <a:gd name="csX295" fmla="*/ 1434471 w 1453923"/>
              <a:gd name="csY295" fmla="*/ 800080 h 800080"/>
              <a:gd name="csX296" fmla="*/ 1439336 w 1453923"/>
              <a:gd name="csY296" fmla="*/ 800080 h 800080"/>
              <a:gd name="csX297" fmla="*/ 1444200 w 1453923"/>
              <a:gd name="csY297" fmla="*/ 800080 h 800080"/>
              <a:gd name="csX298" fmla="*/ 1449058 w 1453923"/>
              <a:gd name="csY298" fmla="*/ 800080 h 800080"/>
              <a:gd name="csX299" fmla="*/ 1453923 w 1453923"/>
              <a:gd name="csY299" fmla="*/ 800080 h 8000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453923" h="800080">
                <a:moveTo>
                  <a:pt x="0" y="782931"/>
                </a:moveTo>
                <a:lnTo>
                  <a:pt x="4863" y="781493"/>
                </a:lnTo>
                <a:lnTo>
                  <a:pt x="9726" y="779951"/>
                </a:lnTo>
                <a:lnTo>
                  <a:pt x="14588" y="778297"/>
                </a:lnTo>
                <a:lnTo>
                  <a:pt x="19450" y="776531"/>
                </a:lnTo>
                <a:lnTo>
                  <a:pt x="24313" y="774639"/>
                </a:lnTo>
                <a:lnTo>
                  <a:pt x="29176" y="772622"/>
                </a:lnTo>
                <a:lnTo>
                  <a:pt x="34039" y="770465"/>
                </a:lnTo>
                <a:lnTo>
                  <a:pt x="38902" y="768176"/>
                </a:lnTo>
                <a:lnTo>
                  <a:pt x="43764" y="765733"/>
                </a:lnTo>
                <a:lnTo>
                  <a:pt x="48626" y="763137"/>
                </a:lnTo>
                <a:lnTo>
                  <a:pt x="53489" y="760373"/>
                </a:lnTo>
                <a:lnTo>
                  <a:pt x="58352" y="757441"/>
                </a:lnTo>
                <a:lnTo>
                  <a:pt x="63214" y="754335"/>
                </a:lnTo>
                <a:lnTo>
                  <a:pt x="68077" y="751048"/>
                </a:lnTo>
                <a:lnTo>
                  <a:pt x="72940" y="747558"/>
                </a:lnTo>
                <a:lnTo>
                  <a:pt x="77802" y="743880"/>
                </a:lnTo>
                <a:lnTo>
                  <a:pt x="82664" y="739985"/>
                </a:lnTo>
                <a:lnTo>
                  <a:pt x="87527" y="735881"/>
                </a:lnTo>
                <a:lnTo>
                  <a:pt x="92390" y="731553"/>
                </a:lnTo>
                <a:lnTo>
                  <a:pt x="97253" y="727003"/>
                </a:lnTo>
                <a:lnTo>
                  <a:pt x="102116" y="722207"/>
                </a:lnTo>
                <a:lnTo>
                  <a:pt x="106978" y="717175"/>
                </a:lnTo>
                <a:lnTo>
                  <a:pt x="111840" y="711891"/>
                </a:lnTo>
                <a:lnTo>
                  <a:pt x="116703" y="706350"/>
                </a:lnTo>
                <a:lnTo>
                  <a:pt x="121566" y="700542"/>
                </a:lnTo>
                <a:lnTo>
                  <a:pt x="126428" y="694463"/>
                </a:lnTo>
                <a:lnTo>
                  <a:pt x="131291" y="688118"/>
                </a:lnTo>
                <a:lnTo>
                  <a:pt x="136154" y="681488"/>
                </a:lnTo>
                <a:lnTo>
                  <a:pt x="141016" y="674571"/>
                </a:lnTo>
                <a:lnTo>
                  <a:pt x="145879" y="667361"/>
                </a:lnTo>
                <a:lnTo>
                  <a:pt x="150741" y="659864"/>
                </a:lnTo>
                <a:lnTo>
                  <a:pt x="155604" y="652068"/>
                </a:lnTo>
                <a:lnTo>
                  <a:pt x="160467" y="643972"/>
                </a:lnTo>
                <a:lnTo>
                  <a:pt x="165330" y="635568"/>
                </a:lnTo>
                <a:lnTo>
                  <a:pt x="170192" y="626864"/>
                </a:lnTo>
                <a:lnTo>
                  <a:pt x="175055" y="617861"/>
                </a:lnTo>
                <a:lnTo>
                  <a:pt x="179917" y="608549"/>
                </a:lnTo>
                <a:lnTo>
                  <a:pt x="184780" y="598931"/>
                </a:lnTo>
                <a:lnTo>
                  <a:pt x="189642" y="589013"/>
                </a:lnTo>
                <a:lnTo>
                  <a:pt x="194505" y="578788"/>
                </a:lnTo>
                <a:lnTo>
                  <a:pt x="199368" y="568276"/>
                </a:lnTo>
                <a:lnTo>
                  <a:pt x="204231" y="557465"/>
                </a:lnTo>
                <a:lnTo>
                  <a:pt x="209093" y="546369"/>
                </a:lnTo>
                <a:lnTo>
                  <a:pt x="213955" y="534992"/>
                </a:lnTo>
                <a:lnTo>
                  <a:pt x="218818" y="523341"/>
                </a:lnTo>
                <a:lnTo>
                  <a:pt x="223681" y="511425"/>
                </a:lnTo>
                <a:lnTo>
                  <a:pt x="228544" y="499253"/>
                </a:lnTo>
                <a:lnTo>
                  <a:pt x="233406" y="486835"/>
                </a:lnTo>
                <a:lnTo>
                  <a:pt x="238269" y="474183"/>
                </a:lnTo>
                <a:lnTo>
                  <a:pt x="243131" y="461309"/>
                </a:lnTo>
                <a:lnTo>
                  <a:pt x="247994" y="448228"/>
                </a:lnTo>
                <a:lnTo>
                  <a:pt x="252856" y="434953"/>
                </a:lnTo>
                <a:lnTo>
                  <a:pt x="257719" y="421501"/>
                </a:lnTo>
                <a:lnTo>
                  <a:pt x="262582" y="407889"/>
                </a:lnTo>
                <a:lnTo>
                  <a:pt x="267445" y="394134"/>
                </a:lnTo>
                <a:lnTo>
                  <a:pt x="272307" y="380255"/>
                </a:lnTo>
                <a:lnTo>
                  <a:pt x="277169" y="366273"/>
                </a:lnTo>
                <a:lnTo>
                  <a:pt x="282032" y="352207"/>
                </a:lnTo>
                <a:lnTo>
                  <a:pt x="286895" y="338080"/>
                </a:lnTo>
                <a:lnTo>
                  <a:pt x="291758" y="323914"/>
                </a:lnTo>
                <a:lnTo>
                  <a:pt x="296620" y="309733"/>
                </a:lnTo>
                <a:lnTo>
                  <a:pt x="301483" y="295561"/>
                </a:lnTo>
                <a:lnTo>
                  <a:pt x="306345" y="281423"/>
                </a:lnTo>
                <a:lnTo>
                  <a:pt x="311208" y="267343"/>
                </a:lnTo>
                <a:lnTo>
                  <a:pt x="316070" y="253348"/>
                </a:lnTo>
                <a:lnTo>
                  <a:pt x="320933" y="239465"/>
                </a:lnTo>
                <a:lnTo>
                  <a:pt x="325796" y="225720"/>
                </a:lnTo>
                <a:lnTo>
                  <a:pt x="330659" y="212141"/>
                </a:lnTo>
                <a:lnTo>
                  <a:pt x="335521" y="198753"/>
                </a:lnTo>
                <a:lnTo>
                  <a:pt x="340383" y="185587"/>
                </a:lnTo>
                <a:lnTo>
                  <a:pt x="345246" y="172667"/>
                </a:lnTo>
                <a:lnTo>
                  <a:pt x="350109" y="160024"/>
                </a:lnTo>
                <a:lnTo>
                  <a:pt x="354972" y="147683"/>
                </a:lnTo>
                <a:lnTo>
                  <a:pt x="359834" y="135672"/>
                </a:lnTo>
                <a:lnTo>
                  <a:pt x="364697" y="124017"/>
                </a:lnTo>
                <a:lnTo>
                  <a:pt x="369559" y="112746"/>
                </a:lnTo>
                <a:lnTo>
                  <a:pt x="374422" y="101882"/>
                </a:lnTo>
                <a:lnTo>
                  <a:pt x="379284" y="91453"/>
                </a:lnTo>
                <a:lnTo>
                  <a:pt x="384147" y="81482"/>
                </a:lnTo>
                <a:lnTo>
                  <a:pt x="389010" y="71993"/>
                </a:lnTo>
                <a:lnTo>
                  <a:pt x="393873" y="63008"/>
                </a:lnTo>
                <a:lnTo>
                  <a:pt x="398735" y="54549"/>
                </a:lnTo>
                <a:lnTo>
                  <a:pt x="403597" y="46638"/>
                </a:lnTo>
                <a:lnTo>
                  <a:pt x="408460" y="39292"/>
                </a:lnTo>
                <a:lnTo>
                  <a:pt x="413323" y="32530"/>
                </a:lnTo>
                <a:lnTo>
                  <a:pt x="418186" y="26369"/>
                </a:lnTo>
                <a:lnTo>
                  <a:pt x="423048" y="20825"/>
                </a:lnTo>
                <a:lnTo>
                  <a:pt x="427911" y="15912"/>
                </a:lnTo>
                <a:lnTo>
                  <a:pt x="432773" y="11640"/>
                </a:lnTo>
                <a:lnTo>
                  <a:pt x="437636" y="8022"/>
                </a:lnTo>
                <a:lnTo>
                  <a:pt x="442498" y="5068"/>
                </a:lnTo>
                <a:lnTo>
                  <a:pt x="447361" y="2784"/>
                </a:lnTo>
                <a:lnTo>
                  <a:pt x="452224" y="1175"/>
                </a:lnTo>
                <a:lnTo>
                  <a:pt x="457087" y="246"/>
                </a:lnTo>
                <a:lnTo>
                  <a:pt x="461949" y="0"/>
                </a:lnTo>
                <a:lnTo>
                  <a:pt x="466812" y="438"/>
                </a:lnTo>
                <a:lnTo>
                  <a:pt x="471674" y="1557"/>
                </a:lnTo>
                <a:lnTo>
                  <a:pt x="476537" y="3355"/>
                </a:lnTo>
                <a:lnTo>
                  <a:pt x="481400" y="5829"/>
                </a:lnTo>
                <a:lnTo>
                  <a:pt x="486262" y="8970"/>
                </a:lnTo>
                <a:lnTo>
                  <a:pt x="491125" y="12772"/>
                </a:lnTo>
                <a:lnTo>
                  <a:pt x="495988" y="17225"/>
                </a:lnTo>
                <a:lnTo>
                  <a:pt x="500850" y="22316"/>
                </a:lnTo>
                <a:lnTo>
                  <a:pt x="505713" y="28035"/>
                </a:lnTo>
                <a:lnTo>
                  <a:pt x="510575" y="34365"/>
                </a:lnTo>
                <a:lnTo>
                  <a:pt x="515438" y="41292"/>
                </a:lnTo>
                <a:lnTo>
                  <a:pt x="520301" y="48799"/>
                </a:lnTo>
                <a:lnTo>
                  <a:pt x="525164" y="56866"/>
                </a:lnTo>
                <a:lnTo>
                  <a:pt x="530023" y="65474"/>
                </a:lnTo>
                <a:lnTo>
                  <a:pt x="534888" y="74602"/>
                </a:lnTo>
                <a:lnTo>
                  <a:pt x="539753" y="84229"/>
                </a:lnTo>
                <a:lnTo>
                  <a:pt x="544610" y="94331"/>
                </a:lnTo>
                <a:lnTo>
                  <a:pt x="549475" y="104884"/>
                </a:lnTo>
                <a:lnTo>
                  <a:pt x="554340" y="115864"/>
                </a:lnTo>
                <a:lnTo>
                  <a:pt x="559198" y="127246"/>
                </a:lnTo>
                <a:lnTo>
                  <a:pt x="564063" y="139003"/>
                </a:lnTo>
                <a:lnTo>
                  <a:pt x="568928" y="151110"/>
                </a:lnTo>
                <a:lnTo>
                  <a:pt x="573793" y="163538"/>
                </a:lnTo>
                <a:lnTo>
                  <a:pt x="578651" y="176262"/>
                </a:lnTo>
                <a:lnTo>
                  <a:pt x="583515" y="189253"/>
                </a:lnTo>
                <a:lnTo>
                  <a:pt x="588380" y="202484"/>
                </a:lnTo>
                <a:lnTo>
                  <a:pt x="593238" y="215928"/>
                </a:lnTo>
                <a:lnTo>
                  <a:pt x="598103" y="229556"/>
                </a:lnTo>
                <a:lnTo>
                  <a:pt x="602968" y="243343"/>
                </a:lnTo>
                <a:lnTo>
                  <a:pt x="607826" y="257260"/>
                </a:lnTo>
                <a:lnTo>
                  <a:pt x="612691" y="271281"/>
                </a:lnTo>
                <a:lnTo>
                  <a:pt x="617556" y="285380"/>
                </a:lnTo>
                <a:lnTo>
                  <a:pt x="622414" y="299530"/>
                </a:lnTo>
                <a:lnTo>
                  <a:pt x="627278" y="313708"/>
                </a:lnTo>
                <a:lnTo>
                  <a:pt x="632143" y="327887"/>
                </a:lnTo>
                <a:lnTo>
                  <a:pt x="637001" y="342044"/>
                </a:lnTo>
                <a:lnTo>
                  <a:pt x="641866" y="356155"/>
                </a:lnTo>
                <a:lnTo>
                  <a:pt x="646731" y="370200"/>
                </a:lnTo>
                <a:lnTo>
                  <a:pt x="651589" y="384155"/>
                </a:lnTo>
                <a:lnTo>
                  <a:pt x="656454" y="398002"/>
                </a:lnTo>
                <a:lnTo>
                  <a:pt x="661319" y="411718"/>
                </a:lnTo>
                <a:lnTo>
                  <a:pt x="666176" y="425288"/>
                </a:lnTo>
                <a:lnTo>
                  <a:pt x="671041" y="438691"/>
                </a:lnTo>
                <a:lnTo>
                  <a:pt x="675906" y="451914"/>
                </a:lnTo>
                <a:lnTo>
                  <a:pt x="680764" y="464939"/>
                </a:lnTo>
                <a:lnTo>
                  <a:pt x="685629" y="477751"/>
                </a:lnTo>
                <a:lnTo>
                  <a:pt x="690494" y="490339"/>
                </a:lnTo>
                <a:lnTo>
                  <a:pt x="695352" y="502689"/>
                </a:lnTo>
                <a:lnTo>
                  <a:pt x="700217" y="514791"/>
                </a:lnTo>
                <a:lnTo>
                  <a:pt x="705082" y="526633"/>
                </a:lnTo>
                <a:lnTo>
                  <a:pt x="709939" y="538209"/>
                </a:lnTo>
                <a:lnTo>
                  <a:pt x="714804" y="549507"/>
                </a:lnTo>
                <a:lnTo>
                  <a:pt x="719669" y="560523"/>
                </a:lnTo>
                <a:lnTo>
                  <a:pt x="724534" y="571250"/>
                </a:lnTo>
                <a:lnTo>
                  <a:pt x="729392" y="581685"/>
                </a:lnTo>
                <a:lnTo>
                  <a:pt x="734257" y="591819"/>
                </a:lnTo>
                <a:lnTo>
                  <a:pt x="739122" y="601654"/>
                </a:lnTo>
                <a:lnTo>
                  <a:pt x="743980" y="611188"/>
                </a:lnTo>
                <a:lnTo>
                  <a:pt x="748844" y="620415"/>
                </a:lnTo>
                <a:lnTo>
                  <a:pt x="753709" y="629335"/>
                </a:lnTo>
                <a:lnTo>
                  <a:pt x="758567" y="637955"/>
                </a:lnTo>
                <a:lnTo>
                  <a:pt x="763432" y="646268"/>
                </a:lnTo>
                <a:lnTo>
                  <a:pt x="768297" y="654281"/>
                </a:lnTo>
                <a:lnTo>
                  <a:pt x="773155" y="661993"/>
                </a:lnTo>
                <a:lnTo>
                  <a:pt x="778020" y="669413"/>
                </a:lnTo>
                <a:lnTo>
                  <a:pt x="782885" y="676539"/>
                </a:lnTo>
                <a:lnTo>
                  <a:pt x="787743" y="683372"/>
                </a:lnTo>
                <a:lnTo>
                  <a:pt x="792607" y="689926"/>
                </a:lnTo>
                <a:lnTo>
                  <a:pt x="797472" y="696194"/>
                </a:lnTo>
                <a:lnTo>
                  <a:pt x="802330" y="702197"/>
                </a:lnTo>
                <a:lnTo>
                  <a:pt x="807195" y="707927"/>
                </a:lnTo>
                <a:lnTo>
                  <a:pt x="812060" y="713399"/>
                </a:lnTo>
                <a:lnTo>
                  <a:pt x="816918" y="718613"/>
                </a:lnTo>
                <a:lnTo>
                  <a:pt x="821783" y="723575"/>
                </a:lnTo>
                <a:lnTo>
                  <a:pt x="826648" y="728301"/>
                </a:lnTo>
                <a:lnTo>
                  <a:pt x="831505" y="732789"/>
                </a:lnTo>
                <a:lnTo>
                  <a:pt x="836370" y="737053"/>
                </a:lnTo>
                <a:lnTo>
                  <a:pt x="841235" y="741102"/>
                </a:lnTo>
                <a:lnTo>
                  <a:pt x="846093" y="744933"/>
                </a:lnTo>
                <a:lnTo>
                  <a:pt x="850958" y="748556"/>
                </a:lnTo>
                <a:lnTo>
                  <a:pt x="855823" y="751983"/>
                </a:lnTo>
                <a:lnTo>
                  <a:pt x="860681" y="755229"/>
                </a:lnTo>
                <a:lnTo>
                  <a:pt x="865546" y="758286"/>
                </a:lnTo>
                <a:lnTo>
                  <a:pt x="870410" y="761161"/>
                </a:lnTo>
                <a:lnTo>
                  <a:pt x="875275" y="763876"/>
                </a:lnTo>
                <a:lnTo>
                  <a:pt x="880133" y="766431"/>
                </a:lnTo>
                <a:lnTo>
                  <a:pt x="884998" y="768832"/>
                </a:lnTo>
                <a:lnTo>
                  <a:pt x="889863" y="771087"/>
                </a:lnTo>
                <a:lnTo>
                  <a:pt x="894721" y="773201"/>
                </a:lnTo>
                <a:lnTo>
                  <a:pt x="899586" y="775184"/>
                </a:lnTo>
                <a:lnTo>
                  <a:pt x="904451" y="777033"/>
                </a:lnTo>
                <a:lnTo>
                  <a:pt x="909308" y="778771"/>
                </a:lnTo>
                <a:lnTo>
                  <a:pt x="914173" y="780391"/>
                </a:lnTo>
                <a:lnTo>
                  <a:pt x="919038" y="781905"/>
                </a:lnTo>
                <a:lnTo>
                  <a:pt x="923896" y="783315"/>
                </a:lnTo>
                <a:lnTo>
                  <a:pt x="928761" y="784634"/>
                </a:lnTo>
                <a:lnTo>
                  <a:pt x="933626" y="785856"/>
                </a:lnTo>
                <a:lnTo>
                  <a:pt x="938484" y="786993"/>
                </a:lnTo>
                <a:lnTo>
                  <a:pt x="943349" y="788047"/>
                </a:lnTo>
                <a:lnTo>
                  <a:pt x="948214" y="789031"/>
                </a:lnTo>
                <a:lnTo>
                  <a:pt x="953071" y="789939"/>
                </a:lnTo>
                <a:lnTo>
                  <a:pt x="957936" y="790783"/>
                </a:lnTo>
                <a:lnTo>
                  <a:pt x="962801" y="791565"/>
                </a:lnTo>
                <a:lnTo>
                  <a:pt x="967659" y="792284"/>
                </a:lnTo>
                <a:lnTo>
                  <a:pt x="972524" y="792954"/>
                </a:lnTo>
                <a:lnTo>
                  <a:pt x="977389" y="793568"/>
                </a:lnTo>
                <a:lnTo>
                  <a:pt x="982247" y="794134"/>
                </a:lnTo>
                <a:lnTo>
                  <a:pt x="987112" y="794657"/>
                </a:lnTo>
                <a:lnTo>
                  <a:pt x="991977" y="795139"/>
                </a:lnTo>
                <a:lnTo>
                  <a:pt x="996834" y="795578"/>
                </a:lnTo>
                <a:lnTo>
                  <a:pt x="1001699" y="795983"/>
                </a:lnTo>
                <a:lnTo>
                  <a:pt x="1006564" y="796360"/>
                </a:lnTo>
                <a:lnTo>
                  <a:pt x="1011422" y="796702"/>
                </a:lnTo>
                <a:lnTo>
                  <a:pt x="1016287" y="797009"/>
                </a:lnTo>
                <a:lnTo>
                  <a:pt x="1021152" y="797295"/>
                </a:lnTo>
                <a:lnTo>
                  <a:pt x="1026010" y="797561"/>
                </a:lnTo>
                <a:lnTo>
                  <a:pt x="1030875" y="797798"/>
                </a:lnTo>
                <a:lnTo>
                  <a:pt x="1035739" y="798014"/>
                </a:lnTo>
                <a:lnTo>
                  <a:pt x="1040604" y="798217"/>
                </a:lnTo>
                <a:lnTo>
                  <a:pt x="1045462" y="798398"/>
                </a:lnTo>
                <a:lnTo>
                  <a:pt x="1050327" y="798559"/>
                </a:lnTo>
                <a:lnTo>
                  <a:pt x="1055192" y="798712"/>
                </a:lnTo>
                <a:lnTo>
                  <a:pt x="1060050" y="798845"/>
                </a:lnTo>
                <a:lnTo>
                  <a:pt x="1064915" y="798971"/>
                </a:lnTo>
                <a:lnTo>
                  <a:pt x="1069780" y="799082"/>
                </a:lnTo>
                <a:lnTo>
                  <a:pt x="1074637" y="799187"/>
                </a:lnTo>
                <a:lnTo>
                  <a:pt x="1079502" y="799278"/>
                </a:lnTo>
                <a:lnTo>
                  <a:pt x="1084367" y="799361"/>
                </a:lnTo>
                <a:lnTo>
                  <a:pt x="1089225" y="799431"/>
                </a:lnTo>
                <a:lnTo>
                  <a:pt x="1094090" y="799501"/>
                </a:lnTo>
                <a:lnTo>
                  <a:pt x="1098955" y="799564"/>
                </a:lnTo>
                <a:lnTo>
                  <a:pt x="1103813" y="799620"/>
                </a:lnTo>
                <a:lnTo>
                  <a:pt x="1108678" y="799669"/>
                </a:lnTo>
                <a:lnTo>
                  <a:pt x="1113542" y="799710"/>
                </a:lnTo>
                <a:lnTo>
                  <a:pt x="1118400" y="799752"/>
                </a:lnTo>
                <a:lnTo>
                  <a:pt x="1123265" y="799787"/>
                </a:lnTo>
                <a:lnTo>
                  <a:pt x="1128130" y="799822"/>
                </a:lnTo>
                <a:lnTo>
                  <a:pt x="1132988" y="799850"/>
                </a:lnTo>
                <a:lnTo>
                  <a:pt x="1137853" y="799878"/>
                </a:lnTo>
                <a:lnTo>
                  <a:pt x="1142718" y="799899"/>
                </a:lnTo>
                <a:lnTo>
                  <a:pt x="1147576" y="799920"/>
                </a:lnTo>
                <a:lnTo>
                  <a:pt x="1152441" y="799934"/>
                </a:lnTo>
                <a:lnTo>
                  <a:pt x="1157305" y="799955"/>
                </a:lnTo>
                <a:lnTo>
                  <a:pt x="1162163" y="799969"/>
                </a:lnTo>
                <a:lnTo>
                  <a:pt x="1167028" y="799983"/>
                </a:lnTo>
                <a:lnTo>
                  <a:pt x="1171893" y="799990"/>
                </a:lnTo>
                <a:lnTo>
                  <a:pt x="1176751" y="800004"/>
                </a:lnTo>
                <a:lnTo>
                  <a:pt x="1181616" y="800011"/>
                </a:lnTo>
                <a:lnTo>
                  <a:pt x="1186481" y="800018"/>
                </a:lnTo>
                <a:lnTo>
                  <a:pt x="1191346" y="800025"/>
                </a:lnTo>
                <a:lnTo>
                  <a:pt x="1196204" y="800032"/>
                </a:lnTo>
                <a:lnTo>
                  <a:pt x="1201068" y="800038"/>
                </a:lnTo>
                <a:lnTo>
                  <a:pt x="1205933" y="800045"/>
                </a:lnTo>
                <a:lnTo>
                  <a:pt x="1210791" y="800045"/>
                </a:lnTo>
                <a:lnTo>
                  <a:pt x="1215656" y="800052"/>
                </a:lnTo>
                <a:lnTo>
                  <a:pt x="1220521" y="800059"/>
                </a:lnTo>
                <a:lnTo>
                  <a:pt x="1225379" y="800059"/>
                </a:lnTo>
                <a:lnTo>
                  <a:pt x="1230244" y="800059"/>
                </a:lnTo>
                <a:lnTo>
                  <a:pt x="1235109" y="800066"/>
                </a:lnTo>
                <a:lnTo>
                  <a:pt x="1239966" y="800066"/>
                </a:lnTo>
                <a:lnTo>
                  <a:pt x="1244831" y="800066"/>
                </a:lnTo>
                <a:lnTo>
                  <a:pt x="1249696" y="800066"/>
                </a:lnTo>
                <a:lnTo>
                  <a:pt x="1254554" y="800073"/>
                </a:lnTo>
                <a:lnTo>
                  <a:pt x="1259419" y="800073"/>
                </a:lnTo>
                <a:lnTo>
                  <a:pt x="1264284" y="800073"/>
                </a:lnTo>
                <a:lnTo>
                  <a:pt x="1269142" y="800073"/>
                </a:lnTo>
                <a:lnTo>
                  <a:pt x="1274007" y="800073"/>
                </a:lnTo>
                <a:lnTo>
                  <a:pt x="1278872" y="800073"/>
                </a:lnTo>
                <a:lnTo>
                  <a:pt x="1283729" y="800073"/>
                </a:lnTo>
                <a:lnTo>
                  <a:pt x="1288594" y="800073"/>
                </a:lnTo>
                <a:lnTo>
                  <a:pt x="1293459" y="800080"/>
                </a:lnTo>
                <a:lnTo>
                  <a:pt x="1298317" y="800080"/>
                </a:lnTo>
                <a:lnTo>
                  <a:pt x="1303182" y="800080"/>
                </a:lnTo>
                <a:lnTo>
                  <a:pt x="1308047" y="800080"/>
                </a:lnTo>
                <a:lnTo>
                  <a:pt x="1312905" y="800080"/>
                </a:lnTo>
                <a:lnTo>
                  <a:pt x="1317770" y="800080"/>
                </a:lnTo>
                <a:lnTo>
                  <a:pt x="1322634" y="800080"/>
                </a:lnTo>
                <a:lnTo>
                  <a:pt x="1327492" y="800080"/>
                </a:lnTo>
                <a:lnTo>
                  <a:pt x="1332357" y="800080"/>
                </a:lnTo>
                <a:lnTo>
                  <a:pt x="1337222" y="800080"/>
                </a:lnTo>
                <a:lnTo>
                  <a:pt x="1342087" y="800080"/>
                </a:lnTo>
                <a:lnTo>
                  <a:pt x="1346945" y="800080"/>
                </a:lnTo>
                <a:lnTo>
                  <a:pt x="1351810" y="800080"/>
                </a:lnTo>
                <a:lnTo>
                  <a:pt x="1356675" y="800080"/>
                </a:lnTo>
                <a:lnTo>
                  <a:pt x="1361532" y="800080"/>
                </a:lnTo>
                <a:lnTo>
                  <a:pt x="1366397" y="800080"/>
                </a:lnTo>
                <a:lnTo>
                  <a:pt x="1371262" y="800080"/>
                </a:lnTo>
                <a:lnTo>
                  <a:pt x="1376120" y="800080"/>
                </a:lnTo>
                <a:lnTo>
                  <a:pt x="1380985" y="800080"/>
                </a:lnTo>
                <a:lnTo>
                  <a:pt x="1385850" y="800080"/>
                </a:lnTo>
                <a:lnTo>
                  <a:pt x="1390708" y="800080"/>
                </a:lnTo>
                <a:lnTo>
                  <a:pt x="1395573" y="800080"/>
                </a:lnTo>
                <a:lnTo>
                  <a:pt x="1400437" y="800080"/>
                </a:lnTo>
                <a:lnTo>
                  <a:pt x="1405295" y="800080"/>
                </a:lnTo>
                <a:lnTo>
                  <a:pt x="1410160" y="800080"/>
                </a:lnTo>
                <a:lnTo>
                  <a:pt x="1415025" y="800080"/>
                </a:lnTo>
                <a:lnTo>
                  <a:pt x="1419883" y="800080"/>
                </a:lnTo>
                <a:lnTo>
                  <a:pt x="1424748" y="800080"/>
                </a:lnTo>
                <a:lnTo>
                  <a:pt x="1429613" y="800080"/>
                </a:lnTo>
                <a:lnTo>
                  <a:pt x="1434471" y="800080"/>
                </a:lnTo>
                <a:lnTo>
                  <a:pt x="1439336" y="800080"/>
                </a:lnTo>
                <a:lnTo>
                  <a:pt x="1444200" y="800080"/>
                </a:lnTo>
                <a:lnTo>
                  <a:pt x="1449058" y="800080"/>
                </a:lnTo>
                <a:lnTo>
                  <a:pt x="1453923" y="800080"/>
                </a:lnTo>
              </a:path>
            </a:pathLst>
          </a:custGeom>
          <a:noFill/>
          <a:ln w="12700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500" name="Freeform 3499">
            <a:extLst>
              <a:ext uri="{FF2B5EF4-FFF2-40B4-BE49-F238E27FC236}">
                <a16:creationId xmlns:a16="http://schemas.microsoft.com/office/drawing/2014/main" id="{64D523FA-0CB3-DC03-241C-D9047D171571}"/>
              </a:ext>
            </a:extLst>
          </p:cNvPr>
          <p:cNvSpPr/>
          <p:nvPr/>
        </p:nvSpPr>
        <p:spPr>
          <a:xfrm>
            <a:off x="6947134" y="1785779"/>
            <a:ext cx="1453923" cy="903069"/>
          </a:xfrm>
          <a:custGeom>
            <a:avLst/>
            <a:gdLst>
              <a:gd name="csX0" fmla="*/ 0 w 1453923"/>
              <a:gd name="csY0" fmla="*/ 903070 h 903069"/>
              <a:gd name="csX1" fmla="*/ 4863 w 1453923"/>
              <a:gd name="csY1" fmla="*/ 903070 h 903069"/>
              <a:gd name="csX2" fmla="*/ 9726 w 1453923"/>
              <a:gd name="csY2" fmla="*/ 903070 h 903069"/>
              <a:gd name="csX3" fmla="*/ 14588 w 1453923"/>
              <a:gd name="csY3" fmla="*/ 903070 h 903069"/>
              <a:gd name="csX4" fmla="*/ 19450 w 1453923"/>
              <a:gd name="csY4" fmla="*/ 903070 h 903069"/>
              <a:gd name="csX5" fmla="*/ 24313 w 1453923"/>
              <a:gd name="csY5" fmla="*/ 903070 h 903069"/>
              <a:gd name="csX6" fmla="*/ 29176 w 1453923"/>
              <a:gd name="csY6" fmla="*/ 903070 h 903069"/>
              <a:gd name="csX7" fmla="*/ 34039 w 1453923"/>
              <a:gd name="csY7" fmla="*/ 903063 h 903069"/>
              <a:gd name="csX8" fmla="*/ 38902 w 1453923"/>
              <a:gd name="csY8" fmla="*/ 903063 h 903069"/>
              <a:gd name="csX9" fmla="*/ 43764 w 1453923"/>
              <a:gd name="csY9" fmla="*/ 903063 h 903069"/>
              <a:gd name="csX10" fmla="*/ 48626 w 1453923"/>
              <a:gd name="csY10" fmla="*/ 903063 h 903069"/>
              <a:gd name="csX11" fmla="*/ 53489 w 1453923"/>
              <a:gd name="csY11" fmla="*/ 903056 h 903069"/>
              <a:gd name="csX12" fmla="*/ 58352 w 1453923"/>
              <a:gd name="csY12" fmla="*/ 903056 h 903069"/>
              <a:gd name="csX13" fmla="*/ 63214 w 1453923"/>
              <a:gd name="csY13" fmla="*/ 903049 h 903069"/>
              <a:gd name="csX14" fmla="*/ 68077 w 1453923"/>
              <a:gd name="csY14" fmla="*/ 903049 h 903069"/>
              <a:gd name="csX15" fmla="*/ 72940 w 1453923"/>
              <a:gd name="csY15" fmla="*/ 903042 h 903069"/>
              <a:gd name="csX16" fmla="*/ 77802 w 1453923"/>
              <a:gd name="csY16" fmla="*/ 903035 h 903069"/>
              <a:gd name="csX17" fmla="*/ 82664 w 1453923"/>
              <a:gd name="csY17" fmla="*/ 903028 h 903069"/>
              <a:gd name="csX18" fmla="*/ 87527 w 1453923"/>
              <a:gd name="csY18" fmla="*/ 903021 h 903069"/>
              <a:gd name="csX19" fmla="*/ 92390 w 1453923"/>
              <a:gd name="csY19" fmla="*/ 903014 h 903069"/>
              <a:gd name="csX20" fmla="*/ 97253 w 1453923"/>
              <a:gd name="csY20" fmla="*/ 903000 h 903069"/>
              <a:gd name="csX21" fmla="*/ 102116 w 1453923"/>
              <a:gd name="csY21" fmla="*/ 902993 h 903069"/>
              <a:gd name="csX22" fmla="*/ 106978 w 1453923"/>
              <a:gd name="csY22" fmla="*/ 902979 h 903069"/>
              <a:gd name="csX23" fmla="*/ 111840 w 1453923"/>
              <a:gd name="csY23" fmla="*/ 902965 h 903069"/>
              <a:gd name="csX24" fmla="*/ 116703 w 1453923"/>
              <a:gd name="csY24" fmla="*/ 902944 h 903069"/>
              <a:gd name="csX25" fmla="*/ 121566 w 1453923"/>
              <a:gd name="csY25" fmla="*/ 902923 h 903069"/>
              <a:gd name="csX26" fmla="*/ 126428 w 1453923"/>
              <a:gd name="csY26" fmla="*/ 902902 h 903069"/>
              <a:gd name="csX27" fmla="*/ 131291 w 1453923"/>
              <a:gd name="csY27" fmla="*/ 902874 h 903069"/>
              <a:gd name="csX28" fmla="*/ 136154 w 1453923"/>
              <a:gd name="csY28" fmla="*/ 902846 h 903069"/>
              <a:gd name="csX29" fmla="*/ 141016 w 1453923"/>
              <a:gd name="csY29" fmla="*/ 902818 h 903069"/>
              <a:gd name="csX30" fmla="*/ 145879 w 1453923"/>
              <a:gd name="csY30" fmla="*/ 902777 h 903069"/>
              <a:gd name="csX31" fmla="*/ 150741 w 1453923"/>
              <a:gd name="csY31" fmla="*/ 902735 h 903069"/>
              <a:gd name="csX32" fmla="*/ 155604 w 1453923"/>
              <a:gd name="csY32" fmla="*/ 902693 h 903069"/>
              <a:gd name="csX33" fmla="*/ 160467 w 1453923"/>
              <a:gd name="csY33" fmla="*/ 902637 h 903069"/>
              <a:gd name="csX34" fmla="*/ 165330 w 1453923"/>
              <a:gd name="csY34" fmla="*/ 902574 h 903069"/>
              <a:gd name="csX35" fmla="*/ 170192 w 1453923"/>
              <a:gd name="csY35" fmla="*/ 902511 h 903069"/>
              <a:gd name="csX36" fmla="*/ 175055 w 1453923"/>
              <a:gd name="csY36" fmla="*/ 902435 h 903069"/>
              <a:gd name="csX37" fmla="*/ 179917 w 1453923"/>
              <a:gd name="csY37" fmla="*/ 902344 h 903069"/>
              <a:gd name="csX38" fmla="*/ 184780 w 1453923"/>
              <a:gd name="csY38" fmla="*/ 902246 h 903069"/>
              <a:gd name="csX39" fmla="*/ 189642 w 1453923"/>
              <a:gd name="csY39" fmla="*/ 902141 h 903069"/>
              <a:gd name="csX40" fmla="*/ 194505 w 1453923"/>
              <a:gd name="csY40" fmla="*/ 902023 h 903069"/>
              <a:gd name="csX41" fmla="*/ 199368 w 1453923"/>
              <a:gd name="csY41" fmla="*/ 901883 h 903069"/>
              <a:gd name="csX42" fmla="*/ 204231 w 1453923"/>
              <a:gd name="csY42" fmla="*/ 901737 h 903069"/>
              <a:gd name="csX43" fmla="*/ 209093 w 1453923"/>
              <a:gd name="csY43" fmla="*/ 901562 h 903069"/>
              <a:gd name="csX44" fmla="*/ 213955 w 1453923"/>
              <a:gd name="csY44" fmla="*/ 901374 h 903069"/>
              <a:gd name="csX45" fmla="*/ 218818 w 1453923"/>
              <a:gd name="csY45" fmla="*/ 901164 h 903069"/>
              <a:gd name="csX46" fmla="*/ 223681 w 1453923"/>
              <a:gd name="csY46" fmla="*/ 900934 h 903069"/>
              <a:gd name="csX47" fmla="*/ 228544 w 1453923"/>
              <a:gd name="csY47" fmla="*/ 900676 h 903069"/>
              <a:gd name="csX48" fmla="*/ 233406 w 1453923"/>
              <a:gd name="csY48" fmla="*/ 900389 h 903069"/>
              <a:gd name="csX49" fmla="*/ 238269 w 1453923"/>
              <a:gd name="csY49" fmla="*/ 900068 h 903069"/>
              <a:gd name="csX50" fmla="*/ 243131 w 1453923"/>
              <a:gd name="csY50" fmla="*/ 899712 h 903069"/>
              <a:gd name="csX51" fmla="*/ 247994 w 1453923"/>
              <a:gd name="csY51" fmla="*/ 899322 h 903069"/>
              <a:gd name="csX52" fmla="*/ 252856 w 1453923"/>
              <a:gd name="csY52" fmla="*/ 898896 h 903069"/>
              <a:gd name="csX53" fmla="*/ 257719 w 1453923"/>
              <a:gd name="csY53" fmla="*/ 898421 h 903069"/>
              <a:gd name="csX54" fmla="*/ 262582 w 1453923"/>
              <a:gd name="csY54" fmla="*/ 897898 h 903069"/>
              <a:gd name="csX55" fmla="*/ 267445 w 1453923"/>
              <a:gd name="csY55" fmla="*/ 897318 h 903069"/>
              <a:gd name="csX56" fmla="*/ 272307 w 1453923"/>
              <a:gd name="csY56" fmla="*/ 896683 h 903069"/>
              <a:gd name="csX57" fmla="*/ 277169 w 1453923"/>
              <a:gd name="csY57" fmla="*/ 895992 h 903069"/>
              <a:gd name="csX58" fmla="*/ 282032 w 1453923"/>
              <a:gd name="csY58" fmla="*/ 895224 h 903069"/>
              <a:gd name="csX59" fmla="*/ 286895 w 1453923"/>
              <a:gd name="csY59" fmla="*/ 894394 h 903069"/>
              <a:gd name="csX60" fmla="*/ 291758 w 1453923"/>
              <a:gd name="csY60" fmla="*/ 893480 h 903069"/>
              <a:gd name="csX61" fmla="*/ 296620 w 1453923"/>
              <a:gd name="csY61" fmla="*/ 892481 h 903069"/>
              <a:gd name="csX62" fmla="*/ 301483 w 1453923"/>
              <a:gd name="csY62" fmla="*/ 891393 h 903069"/>
              <a:gd name="csX63" fmla="*/ 306345 w 1453923"/>
              <a:gd name="csY63" fmla="*/ 890206 h 903069"/>
              <a:gd name="csX64" fmla="*/ 311208 w 1453923"/>
              <a:gd name="csY64" fmla="*/ 888915 h 903069"/>
              <a:gd name="csX65" fmla="*/ 316070 w 1453923"/>
              <a:gd name="csY65" fmla="*/ 887512 h 903069"/>
              <a:gd name="csX66" fmla="*/ 320933 w 1453923"/>
              <a:gd name="csY66" fmla="*/ 885983 h 903069"/>
              <a:gd name="csX67" fmla="*/ 325796 w 1453923"/>
              <a:gd name="csY67" fmla="*/ 884329 h 903069"/>
              <a:gd name="csX68" fmla="*/ 330659 w 1453923"/>
              <a:gd name="csY68" fmla="*/ 882535 h 903069"/>
              <a:gd name="csX69" fmla="*/ 335521 w 1453923"/>
              <a:gd name="csY69" fmla="*/ 880602 h 903069"/>
              <a:gd name="csX70" fmla="*/ 340383 w 1453923"/>
              <a:gd name="csY70" fmla="*/ 878501 h 903069"/>
              <a:gd name="csX71" fmla="*/ 345246 w 1453923"/>
              <a:gd name="csY71" fmla="*/ 876240 h 903069"/>
              <a:gd name="csX72" fmla="*/ 350109 w 1453923"/>
              <a:gd name="csY72" fmla="*/ 873804 h 903069"/>
              <a:gd name="csX73" fmla="*/ 354972 w 1453923"/>
              <a:gd name="csY73" fmla="*/ 871179 h 903069"/>
              <a:gd name="csX74" fmla="*/ 359834 w 1453923"/>
              <a:gd name="csY74" fmla="*/ 868359 h 903069"/>
              <a:gd name="csX75" fmla="*/ 364697 w 1453923"/>
              <a:gd name="csY75" fmla="*/ 865330 h 903069"/>
              <a:gd name="csX76" fmla="*/ 369559 w 1453923"/>
              <a:gd name="csY76" fmla="*/ 862078 h 903069"/>
              <a:gd name="csX77" fmla="*/ 374422 w 1453923"/>
              <a:gd name="csY77" fmla="*/ 858602 h 903069"/>
              <a:gd name="csX78" fmla="*/ 379284 w 1453923"/>
              <a:gd name="csY78" fmla="*/ 854875 h 903069"/>
              <a:gd name="csX79" fmla="*/ 384147 w 1453923"/>
              <a:gd name="csY79" fmla="*/ 850896 h 903069"/>
              <a:gd name="csX80" fmla="*/ 389010 w 1453923"/>
              <a:gd name="csY80" fmla="*/ 846653 h 903069"/>
              <a:gd name="csX81" fmla="*/ 393873 w 1453923"/>
              <a:gd name="csY81" fmla="*/ 842123 h 903069"/>
              <a:gd name="csX82" fmla="*/ 398735 w 1453923"/>
              <a:gd name="csY82" fmla="*/ 837307 h 903069"/>
              <a:gd name="csX83" fmla="*/ 403597 w 1453923"/>
              <a:gd name="csY83" fmla="*/ 832184 h 903069"/>
              <a:gd name="csX84" fmla="*/ 408460 w 1453923"/>
              <a:gd name="csY84" fmla="*/ 826753 h 903069"/>
              <a:gd name="csX85" fmla="*/ 413323 w 1453923"/>
              <a:gd name="csY85" fmla="*/ 820988 h 903069"/>
              <a:gd name="csX86" fmla="*/ 418186 w 1453923"/>
              <a:gd name="csY86" fmla="*/ 814888 h 903069"/>
              <a:gd name="csX87" fmla="*/ 423048 w 1453923"/>
              <a:gd name="csY87" fmla="*/ 808432 h 903069"/>
              <a:gd name="csX88" fmla="*/ 427911 w 1453923"/>
              <a:gd name="csY88" fmla="*/ 801619 h 903069"/>
              <a:gd name="csX89" fmla="*/ 432773 w 1453923"/>
              <a:gd name="csY89" fmla="*/ 794430 h 903069"/>
              <a:gd name="csX90" fmla="*/ 437636 w 1453923"/>
              <a:gd name="csY90" fmla="*/ 786864 h 903069"/>
              <a:gd name="csX91" fmla="*/ 442498 w 1453923"/>
              <a:gd name="csY91" fmla="*/ 778900 h 903069"/>
              <a:gd name="csX92" fmla="*/ 447361 w 1453923"/>
              <a:gd name="csY92" fmla="*/ 770539 h 903069"/>
              <a:gd name="csX93" fmla="*/ 452224 w 1453923"/>
              <a:gd name="csY93" fmla="*/ 761765 h 903069"/>
              <a:gd name="csX94" fmla="*/ 457087 w 1453923"/>
              <a:gd name="csY94" fmla="*/ 752580 h 903069"/>
              <a:gd name="csX95" fmla="*/ 461949 w 1453923"/>
              <a:gd name="csY95" fmla="*/ 742969 h 903069"/>
              <a:gd name="csX96" fmla="*/ 466812 w 1453923"/>
              <a:gd name="csY96" fmla="*/ 732925 h 903069"/>
              <a:gd name="csX97" fmla="*/ 471674 w 1453923"/>
              <a:gd name="csY97" fmla="*/ 722455 h 903069"/>
              <a:gd name="csX98" fmla="*/ 476537 w 1453923"/>
              <a:gd name="csY98" fmla="*/ 711546 h 903069"/>
              <a:gd name="csX99" fmla="*/ 481400 w 1453923"/>
              <a:gd name="csY99" fmla="*/ 700197 h 903069"/>
              <a:gd name="csX100" fmla="*/ 486262 w 1453923"/>
              <a:gd name="csY100" fmla="*/ 688415 h 903069"/>
              <a:gd name="csX101" fmla="*/ 491125 w 1453923"/>
              <a:gd name="csY101" fmla="*/ 676187 h 903069"/>
              <a:gd name="csX102" fmla="*/ 495988 w 1453923"/>
              <a:gd name="csY102" fmla="*/ 663530 h 903069"/>
              <a:gd name="csX103" fmla="*/ 500850 w 1453923"/>
              <a:gd name="csY103" fmla="*/ 650441 h 903069"/>
              <a:gd name="csX104" fmla="*/ 505713 w 1453923"/>
              <a:gd name="csY104" fmla="*/ 636926 h 903069"/>
              <a:gd name="csX105" fmla="*/ 510575 w 1453923"/>
              <a:gd name="csY105" fmla="*/ 622993 h 903069"/>
              <a:gd name="csX106" fmla="*/ 515438 w 1453923"/>
              <a:gd name="csY106" fmla="*/ 608651 h 903069"/>
              <a:gd name="csX107" fmla="*/ 520301 w 1453923"/>
              <a:gd name="csY107" fmla="*/ 593912 h 903069"/>
              <a:gd name="csX108" fmla="*/ 525164 w 1453923"/>
              <a:gd name="csY108" fmla="*/ 578787 h 903069"/>
              <a:gd name="csX109" fmla="*/ 530023 w 1453923"/>
              <a:gd name="csY109" fmla="*/ 563294 h 903069"/>
              <a:gd name="csX110" fmla="*/ 534888 w 1453923"/>
              <a:gd name="csY110" fmla="*/ 547446 h 903069"/>
              <a:gd name="csX111" fmla="*/ 539753 w 1453923"/>
              <a:gd name="csY111" fmla="*/ 531265 h 903069"/>
              <a:gd name="csX112" fmla="*/ 544610 w 1453923"/>
              <a:gd name="csY112" fmla="*/ 514770 h 903069"/>
              <a:gd name="csX113" fmla="*/ 549475 w 1453923"/>
              <a:gd name="csY113" fmla="*/ 497984 h 903069"/>
              <a:gd name="csX114" fmla="*/ 554340 w 1453923"/>
              <a:gd name="csY114" fmla="*/ 480933 h 903069"/>
              <a:gd name="csX115" fmla="*/ 559198 w 1453923"/>
              <a:gd name="csY115" fmla="*/ 463643 h 903069"/>
              <a:gd name="csX116" fmla="*/ 564063 w 1453923"/>
              <a:gd name="csY116" fmla="*/ 446141 h 903069"/>
              <a:gd name="csX117" fmla="*/ 568928 w 1453923"/>
              <a:gd name="csY117" fmla="*/ 428460 h 903069"/>
              <a:gd name="csX118" fmla="*/ 573793 w 1453923"/>
              <a:gd name="csY118" fmla="*/ 410630 h 903069"/>
              <a:gd name="csX119" fmla="*/ 578651 w 1453923"/>
              <a:gd name="csY119" fmla="*/ 392687 h 903069"/>
              <a:gd name="csX120" fmla="*/ 583515 w 1453923"/>
              <a:gd name="csY120" fmla="*/ 374664 h 903069"/>
              <a:gd name="csX121" fmla="*/ 588380 w 1453923"/>
              <a:gd name="csY121" fmla="*/ 356601 h 903069"/>
              <a:gd name="csX122" fmla="*/ 593238 w 1453923"/>
              <a:gd name="csY122" fmla="*/ 338535 h 903069"/>
              <a:gd name="csX123" fmla="*/ 598103 w 1453923"/>
              <a:gd name="csY123" fmla="*/ 320506 h 903069"/>
              <a:gd name="csX124" fmla="*/ 602968 w 1453923"/>
              <a:gd name="csY124" fmla="*/ 302556 h 903069"/>
              <a:gd name="csX125" fmla="*/ 607826 w 1453923"/>
              <a:gd name="csY125" fmla="*/ 284726 h 903069"/>
              <a:gd name="csX126" fmla="*/ 612691 w 1453923"/>
              <a:gd name="csY126" fmla="*/ 267058 h 903069"/>
              <a:gd name="csX127" fmla="*/ 617556 w 1453923"/>
              <a:gd name="csY127" fmla="*/ 249597 h 903069"/>
              <a:gd name="csX128" fmla="*/ 622414 w 1453923"/>
              <a:gd name="csY128" fmla="*/ 232387 h 903069"/>
              <a:gd name="csX129" fmla="*/ 627278 w 1453923"/>
              <a:gd name="csY129" fmla="*/ 215473 h 903069"/>
              <a:gd name="csX130" fmla="*/ 632143 w 1453923"/>
              <a:gd name="csY130" fmla="*/ 198900 h 903069"/>
              <a:gd name="csX131" fmla="*/ 637001 w 1453923"/>
              <a:gd name="csY131" fmla="*/ 182710 h 903069"/>
              <a:gd name="csX132" fmla="*/ 641866 w 1453923"/>
              <a:gd name="csY132" fmla="*/ 166951 h 903069"/>
              <a:gd name="csX133" fmla="*/ 646731 w 1453923"/>
              <a:gd name="csY133" fmla="*/ 151665 h 903069"/>
              <a:gd name="csX134" fmla="*/ 651589 w 1453923"/>
              <a:gd name="csY134" fmla="*/ 136896 h 903069"/>
              <a:gd name="csX135" fmla="*/ 656454 w 1453923"/>
              <a:gd name="csY135" fmla="*/ 122685 h 903069"/>
              <a:gd name="csX136" fmla="*/ 661319 w 1453923"/>
              <a:gd name="csY136" fmla="*/ 109077 h 903069"/>
              <a:gd name="csX137" fmla="*/ 666176 w 1453923"/>
              <a:gd name="csY137" fmla="*/ 96109 h 903069"/>
              <a:gd name="csX138" fmla="*/ 671041 w 1453923"/>
              <a:gd name="csY138" fmla="*/ 83822 h 903069"/>
              <a:gd name="csX139" fmla="*/ 675906 w 1453923"/>
              <a:gd name="csY139" fmla="*/ 72253 h 903069"/>
              <a:gd name="csX140" fmla="*/ 680764 w 1453923"/>
              <a:gd name="csY140" fmla="*/ 61437 h 903069"/>
              <a:gd name="csX141" fmla="*/ 685629 w 1453923"/>
              <a:gd name="csY141" fmla="*/ 51407 h 903069"/>
              <a:gd name="csX142" fmla="*/ 690494 w 1453923"/>
              <a:gd name="csY142" fmla="*/ 42195 h 903069"/>
              <a:gd name="csX143" fmla="*/ 695352 w 1453923"/>
              <a:gd name="csY143" fmla="*/ 33830 h 903069"/>
              <a:gd name="csX144" fmla="*/ 700217 w 1453923"/>
              <a:gd name="csY144" fmla="*/ 26338 h 903069"/>
              <a:gd name="csX145" fmla="*/ 705082 w 1453923"/>
              <a:gd name="csY145" fmla="*/ 19744 h 903069"/>
              <a:gd name="csX146" fmla="*/ 709939 w 1453923"/>
              <a:gd name="csY146" fmla="*/ 14068 h 903069"/>
              <a:gd name="csX147" fmla="*/ 714804 w 1453923"/>
              <a:gd name="csY147" fmla="*/ 9329 h 903069"/>
              <a:gd name="csX148" fmla="*/ 719669 w 1453923"/>
              <a:gd name="csY148" fmla="*/ 5542 h 903069"/>
              <a:gd name="csX149" fmla="*/ 724534 w 1453923"/>
              <a:gd name="csY149" fmla="*/ 2719 h 903069"/>
              <a:gd name="csX150" fmla="*/ 729392 w 1453923"/>
              <a:gd name="csY150" fmla="*/ 870 h 903069"/>
              <a:gd name="csX151" fmla="*/ 734257 w 1453923"/>
              <a:gd name="csY151" fmla="*/ 0 h 903069"/>
              <a:gd name="csX152" fmla="*/ 739122 w 1453923"/>
              <a:gd name="csY152" fmla="*/ 113 h 903069"/>
              <a:gd name="csX153" fmla="*/ 743980 w 1453923"/>
              <a:gd name="csY153" fmla="*/ 1207 h 903069"/>
              <a:gd name="csX154" fmla="*/ 748844 w 1453923"/>
              <a:gd name="csY154" fmla="*/ 3281 h 903069"/>
              <a:gd name="csX155" fmla="*/ 753709 w 1453923"/>
              <a:gd name="csY155" fmla="*/ 6326 h 903069"/>
              <a:gd name="csX156" fmla="*/ 758567 w 1453923"/>
              <a:gd name="csY156" fmla="*/ 10332 h 903069"/>
              <a:gd name="csX157" fmla="*/ 763432 w 1453923"/>
              <a:gd name="csY157" fmla="*/ 15288 h 903069"/>
              <a:gd name="csX158" fmla="*/ 768297 w 1453923"/>
              <a:gd name="csY158" fmla="*/ 21176 h 903069"/>
              <a:gd name="csX159" fmla="*/ 773155 w 1453923"/>
              <a:gd name="csY159" fmla="*/ 27978 h 903069"/>
              <a:gd name="csX160" fmla="*/ 778020 w 1453923"/>
              <a:gd name="csY160" fmla="*/ 35673 h 903069"/>
              <a:gd name="csX161" fmla="*/ 782885 w 1453923"/>
              <a:gd name="csY161" fmla="*/ 44235 h 903069"/>
              <a:gd name="csX162" fmla="*/ 787743 w 1453923"/>
              <a:gd name="csY162" fmla="*/ 53637 h 903069"/>
              <a:gd name="csX163" fmla="*/ 792607 w 1453923"/>
              <a:gd name="csY163" fmla="*/ 63850 h 903069"/>
              <a:gd name="csX164" fmla="*/ 797472 w 1453923"/>
              <a:gd name="csY164" fmla="*/ 74842 h 903069"/>
              <a:gd name="csX165" fmla="*/ 802330 w 1453923"/>
              <a:gd name="csY165" fmla="*/ 86579 h 903069"/>
              <a:gd name="csX166" fmla="*/ 807195 w 1453923"/>
              <a:gd name="csY166" fmla="*/ 99026 h 903069"/>
              <a:gd name="csX167" fmla="*/ 812060 w 1453923"/>
              <a:gd name="csY167" fmla="*/ 112144 h 903069"/>
              <a:gd name="csX168" fmla="*/ 816918 w 1453923"/>
              <a:gd name="csY168" fmla="*/ 125894 h 903069"/>
              <a:gd name="csX169" fmla="*/ 821783 w 1453923"/>
              <a:gd name="csY169" fmla="*/ 140236 h 903069"/>
              <a:gd name="csX170" fmla="*/ 826648 w 1453923"/>
              <a:gd name="csY170" fmla="*/ 155128 h 903069"/>
              <a:gd name="csX171" fmla="*/ 831505 w 1453923"/>
              <a:gd name="csY171" fmla="*/ 170527 h 903069"/>
              <a:gd name="csX172" fmla="*/ 836370 w 1453923"/>
              <a:gd name="csY172" fmla="*/ 186388 h 903069"/>
              <a:gd name="csX173" fmla="*/ 841235 w 1453923"/>
              <a:gd name="csY173" fmla="*/ 202670 h 903069"/>
              <a:gd name="csX174" fmla="*/ 846093 w 1453923"/>
              <a:gd name="csY174" fmla="*/ 219325 h 903069"/>
              <a:gd name="csX175" fmla="*/ 850958 w 1453923"/>
              <a:gd name="csY175" fmla="*/ 236311 h 903069"/>
              <a:gd name="csX176" fmla="*/ 855823 w 1453923"/>
              <a:gd name="csY176" fmla="*/ 253583 h 903069"/>
              <a:gd name="csX177" fmla="*/ 860681 w 1453923"/>
              <a:gd name="csY177" fmla="*/ 271094 h 903069"/>
              <a:gd name="csX178" fmla="*/ 865546 w 1453923"/>
              <a:gd name="csY178" fmla="*/ 288803 h 903069"/>
              <a:gd name="csX179" fmla="*/ 870410 w 1453923"/>
              <a:gd name="csY179" fmla="*/ 306665 h 903069"/>
              <a:gd name="csX180" fmla="*/ 875275 w 1453923"/>
              <a:gd name="csY180" fmla="*/ 324637 h 903069"/>
              <a:gd name="csX181" fmla="*/ 880133 w 1453923"/>
              <a:gd name="csY181" fmla="*/ 342678 h 903069"/>
              <a:gd name="csX182" fmla="*/ 884998 w 1453923"/>
              <a:gd name="csY182" fmla="*/ 360747 h 903069"/>
              <a:gd name="csX183" fmla="*/ 889863 w 1453923"/>
              <a:gd name="csY183" fmla="*/ 378804 h 903069"/>
              <a:gd name="csX184" fmla="*/ 894721 w 1453923"/>
              <a:gd name="csY184" fmla="*/ 396812 h 903069"/>
              <a:gd name="csX185" fmla="*/ 899586 w 1453923"/>
              <a:gd name="csY185" fmla="*/ 414732 h 903069"/>
              <a:gd name="csX186" fmla="*/ 904451 w 1453923"/>
              <a:gd name="csY186" fmla="*/ 432530 h 903069"/>
              <a:gd name="csX187" fmla="*/ 909308 w 1453923"/>
              <a:gd name="csY187" fmla="*/ 450173 h 903069"/>
              <a:gd name="csX188" fmla="*/ 914173 w 1453923"/>
              <a:gd name="csY188" fmla="*/ 467629 h 903069"/>
              <a:gd name="csX189" fmla="*/ 919038 w 1453923"/>
              <a:gd name="csY189" fmla="*/ 484867 h 903069"/>
              <a:gd name="csX190" fmla="*/ 923896 w 1453923"/>
              <a:gd name="csY190" fmla="*/ 501860 h 903069"/>
              <a:gd name="csX191" fmla="*/ 928761 w 1453923"/>
              <a:gd name="csY191" fmla="*/ 518581 h 903069"/>
              <a:gd name="csX192" fmla="*/ 933626 w 1453923"/>
              <a:gd name="csY192" fmla="*/ 535005 h 903069"/>
              <a:gd name="csX193" fmla="*/ 938484 w 1453923"/>
              <a:gd name="csY193" fmla="*/ 551112 h 903069"/>
              <a:gd name="csX194" fmla="*/ 943349 w 1453923"/>
              <a:gd name="csY194" fmla="*/ 566880 h 903069"/>
              <a:gd name="csX195" fmla="*/ 948214 w 1453923"/>
              <a:gd name="csY195" fmla="*/ 582290 h 903069"/>
              <a:gd name="csX196" fmla="*/ 953071 w 1453923"/>
              <a:gd name="csY196" fmla="*/ 597327 h 903069"/>
              <a:gd name="csX197" fmla="*/ 957936 w 1453923"/>
              <a:gd name="csY197" fmla="*/ 611977 h 903069"/>
              <a:gd name="csX198" fmla="*/ 962801 w 1453923"/>
              <a:gd name="csY198" fmla="*/ 626226 h 903069"/>
              <a:gd name="csX199" fmla="*/ 967659 w 1453923"/>
              <a:gd name="csY199" fmla="*/ 640064 h 903069"/>
              <a:gd name="csX200" fmla="*/ 972524 w 1453923"/>
              <a:gd name="csY200" fmla="*/ 653481 h 903069"/>
              <a:gd name="csX201" fmla="*/ 977389 w 1453923"/>
              <a:gd name="csY201" fmla="*/ 666471 h 903069"/>
              <a:gd name="csX202" fmla="*/ 982247 w 1453923"/>
              <a:gd name="csY202" fmla="*/ 679034 h 903069"/>
              <a:gd name="csX203" fmla="*/ 987112 w 1453923"/>
              <a:gd name="csY203" fmla="*/ 691158 h 903069"/>
              <a:gd name="csX204" fmla="*/ 991977 w 1453923"/>
              <a:gd name="csY204" fmla="*/ 702842 h 903069"/>
              <a:gd name="csX205" fmla="*/ 996834 w 1453923"/>
              <a:gd name="csY205" fmla="*/ 714086 h 903069"/>
              <a:gd name="csX206" fmla="*/ 1001699 w 1453923"/>
              <a:gd name="csY206" fmla="*/ 724898 h 903069"/>
              <a:gd name="csX207" fmla="*/ 1006564 w 1453923"/>
              <a:gd name="csY207" fmla="*/ 735270 h 903069"/>
              <a:gd name="csX208" fmla="*/ 1011422 w 1453923"/>
              <a:gd name="csY208" fmla="*/ 745209 h 903069"/>
              <a:gd name="csX209" fmla="*/ 1016287 w 1453923"/>
              <a:gd name="csY209" fmla="*/ 754723 h 903069"/>
              <a:gd name="csX210" fmla="*/ 1021152 w 1453923"/>
              <a:gd name="csY210" fmla="*/ 763817 h 903069"/>
              <a:gd name="csX211" fmla="*/ 1026010 w 1453923"/>
              <a:gd name="csY211" fmla="*/ 772493 h 903069"/>
              <a:gd name="csX212" fmla="*/ 1030875 w 1453923"/>
              <a:gd name="csY212" fmla="*/ 780764 h 903069"/>
              <a:gd name="csX213" fmla="*/ 1035739 w 1453923"/>
              <a:gd name="csY213" fmla="*/ 788637 h 903069"/>
              <a:gd name="csX214" fmla="*/ 1040604 w 1453923"/>
              <a:gd name="csY214" fmla="*/ 796112 h 903069"/>
              <a:gd name="csX215" fmla="*/ 1045462 w 1453923"/>
              <a:gd name="csY215" fmla="*/ 803218 h 903069"/>
              <a:gd name="csX216" fmla="*/ 1050327 w 1453923"/>
              <a:gd name="csY216" fmla="*/ 809946 h 903069"/>
              <a:gd name="csX217" fmla="*/ 1055192 w 1453923"/>
              <a:gd name="csY217" fmla="*/ 816319 h 903069"/>
              <a:gd name="csX218" fmla="*/ 1060050 w 1453923"/>
              <a:gd name="csY218" fmla="*/ 822342 h 903069"/>
              <a:gd name="csX219" fmla="*/ 1064915 w 1453923"/>
              <a:gd name="csY219" fmla="*/ 828024 h 903069"/>
              <a:gd name="csX220" fmla="*/ 1069780 w 1453923"/>
              <a:gd name="csY220" fmla="*/ 833391 h 903069"/>
              <a:gd name="csX221" fmla="*/ 1074637 w 1453923"/>
              <a:gd name="csY221" fmla="*/ 838437 h 903069"/>
              <a:gd name="csX222" fmla="*/ 1079502 w 1453923"/>
              <a:gd name="csY222" fmla="*/ 843191 h 903069"/>
              <a:gd name="csX223" fmla="*/ 1084367 w 1453923"/>
              <a:gd name="csY223" fmla="*/ 847651 h 903069"/>
              <a:gd name="csX224" fmla="*/ 1089225 w 1453923"/>
              <a:gd name="csY224" fmla="*/ 851832 h 903069"/>
              <a:gd name="csX225" fmla="*/ 1094090 w 1453923"/>
              <a:gd name="csY225" fmla="*/ 855754 h 903069"/>
              <a:gd name="csX226" fmla="*/ 1098955 w 1453923"/>
              <a:gd name="csY226" fmla="*/ 859418 h 903069"/>
              <a:gd name="csX227" fmla="*/ 1103813 w 1453923"/>
              <a:gd name="csY227" fmla="*/ 862845 h 903069"/>
              <a:gd name="csX228" fmla="*/ 1108678 w 1453923"/>
              <a:gd name="csY228" fmla="*/ 866042 h 903069"/>
              <a:gd name="csX229" fmla="*/ 1113542 w 1453923"/>
              <a:gd name="csY229" fmla="*/ 869023 h 903069"/>
              <a:gd name="csX230" fmla="*/ 1118400 w 1453923"/>
              <a:gd name="csY230" fmla="*/ 871801 h 903069"/>
              <a:gd name="csX231" fmla="*/ 1123265 w 1453923"/>
              <a:gd name="csY231" fmla="*/ 874383 h 903069"/>
              <a:gd name="csX232" fmla="*/ 1128130 w 1453923"/>
              <a:gd name="csY232" fmla="*/ 876777 h 903069"/>
              <a:gd name="csX233" fmla="*/ 1132988 w 1453923"/>
              <a:gd name="csY233" fmla="*/ 878997 h 903069"/>
              <a:gd name="csX234" fmla="*/ 1137853 w 1453923"/>
              <a:gd name="csY234" fmla="*/ 881056 h 903069"/>
              <a:gd name="csX235" fmla="*/ 1142718 w 1453923"/>
              <a:gd name="csY235" fmla="*/ 882961 h 903069"/>
              <a:gd name="csX236" fmla="*/ 1147576 w 1453923"/>
              <a:gd name="csY236" fmla="*/ 884720 h 903069"/>
              <a:gd name="csX237" fmla="*/ 1152441 w 1453923"/>
              <a:gd name="csY237" fmla="*/ 886346 h 903069"/>
              <a:gd name="csX238" fmla="*/ 1157305 w 1453923"/>
              <a:gd name="csY238" fmla="*/ 887840 h 903069"/>
              <a:gd name="csX239" fmla="*/ 1162163 w 1453923"/>
              <a:gd name="csY239" fmla="*/ 889222 h 903069"/>
              <a:gd name="csX240" fmla="*/ 1167028 w 1453923"/>
              <a:gd name="csY240" fmla="*/ 890485 h 903069"/>
              <a:gd name="csX241" fmla="*/ 1171893 w 1453923"/>
              <a:gd name="csY241" fmla="*/ 891651 h 903069"/>
              <a:gd name="csX242" fmla="*/ 1176751 w 1453923"/>
              <a:gd name="csY242" fmla="*/ 892719 h 903069"/>
              <a:gd name="csX243" fmla="*/ 1181616 w 1453923"/>
              <a:gd name="csY243" fmla="*/ 893696 h 903069"/>
              <a:gd name="csX244" fmla="*/ 1186481 w 1453923"/>
              <a:gd name="csY244" fmla="*/ 894589 h 903069"/>
              <a:gd name="csX245" fmla="*/ 1191346 w 1453923"/>
              <a:gd name="csY245" fmla="*/ 895406 h 903069"/>
              <a:gd name="csX246" fmla="*/ 1196204 w 1453923"/>
              <a:gd name="csY246" fmla="*/ 896153 h 903069"/>
              <a:gd name="csX247" fmla="*/ 1201068 w 1453923"/>
              <a:gd name="csY247" fmla="*/ 896837 h 903069"/>
              <a:gd name="csX248" fmla="*/ 1205933 w 1453923"/>
              <a:gd name="csY248" fmla="*/ 897458 h 903069"/>
              <a:gd name="csX249" fmla="*/ 1210791 w 1453923"/>
              <a:gd name="csY249" fmla="*/ 898016 h 903069"/>
              <a:gd name="csX250" fmla="*/ 1215656 w 1453923"/>
              <a:gd name="csY250" fmla="*/ 898533 h 903069"/>
              <a:gd name="csX251" fmla="*/ 1220521 w 1453923"/>
              <a:gd name="csY251" fmla="*/ 898994 h 903069"/>
              <a:gd name="csX252" fmla="*/ 1225379 w 1453923"/>
              <a:gd name="csY252" fmla="*/ 899419 h 903069"/>
              <a:gd name="csX253" fmla="*/ 1230244 w 1453923"/>
              <a:gd name="csY253" fmla="*/ 899796 h 903069"/>
              <a:gd name="csX254" fmla="*/ 1235109 w 1453923"/>
              <a:gd name="csY254" fmla="*/ 900145 h 903069"/>
              <a:gd name="csX255" fmla="*/ 1239966 w 1453923"/>
              <a:gd name="csY255" fmla="*/ 900452 h 903069"/>
              <a:gd name="csX256" fmla="*/ 1244831 w 1453923"/>
              <a:gd name="csY256" fmla="*/ 900738 h 903069"/>
              <a:gd name="csX257" fmla="*/ 1249696 w 1453923"/>
              <a:gd name="csY257" fmla="*/ 900990 h 903069"/>
              <a:gd name="csX258" fmla="*/ 1254554 w 1453923"/>
              <a:gd name="csY258" fmla="*/ 901213 h 903069"/>
              <a:gd name="csX259" fmla="*/ 1259419 w 1453923"/>
              <a:gd name="csY259" fmla="*/ 901422 h 903069"/>
              <a:gd name="csX260" fmla="*/ 1264284 w 1453923"/>
              <a:gd name="csY260" fmla="*/ 901604 h 903069"/>
              <a:gd name="csX261" fmla="*/ 1269142 w 1453923"/>
              <a:gd name="csY261" fmla="*/ 901771 h 903069"/>
              <a:gd name="csX262" fmla="*/ 1274007 w 1453923"/>
              <a:gd name="csY262" fmla="*/ 901918 h 903069"/>
              <a:gd name="csX263" fmla="*/ 1278872 w 1453923"/>
              <a:gd name="csY263" fmla="*/ 902051 h 903069"/>
              <a:gd name="csX264" fmla="*/ 1283729 w 1453923"/>
              <a:gd name="csY264" fmla="*/ 902169 h 903069"/>
              <a:gd name="csX265" fmla="*/ 1288594 w 1453923"/>
              <a:gd name="csY265" fmla="*/ 902274 h 903069"/>
              <a:gd name="csX266" fmla="*/ 1293459 w 1453923"/>
              <a:gd name="csY266" fmla="*/ 902365 h 903069"/>
              <a:gd name="csX267" fmla="*/ 1298317 w 1453923"/>
              <a:gd name="csY267" fmla="*/ 902448 h 903069"/>
              <a:gd name="csX268" fmla="*/ 1303182 w 1453923"/>
              <a:gd name="csY268" fmla="*/ 902525 h 903069"/>
              <a:gd name="csX269" fmla="*/ 1308047 w 1453923"/>
              <a:gd name="csY269" fmla="*/ 902588 h 903069"/>
              <a:gd name="csX270" fmla="*/ 1312905 w 1453923"/>
              <a:gd name="csY270" fmla="*/ 902651 h 903069"/>
              <a:gd name="csX271" fmla="*/ 1317770 w 1453923"/>
              <a:gd name="csY271" fmla="*/ 902700 h 903069"/>
              <a:gd name="csX272" fmla="*/ 1322634 w 1453923"/>
              <a:gd name="csY272" fmla="*/ 902749 h 903069"/>
              <a:gd name="csX273" fmla="*/ 1327492 w 1453923"/>
              <a:gd name="csY273" fmla="*/ 902790 h 903069"/>
              <a:gd name="csX274" fmla="*/ 1332357 w 1453923"/>
              <a:gd name="csY274" fmla="*/ 902825 h 903069"/>
              <a:gd name="csX275" fmla="*/ 1337222 w 1453923"/>
              <a:gd name="csY275" fmla="*/ 902853 h 903069"/>
              <a:gd name="csX276" fmla="*/ 1342087 w 1453923"/>
              <a:gd name="csY276" fmla="*/ 902881 h 903069"/>
              <a:gd name="csX277" fmla="*/ 1346945 w 1453923"/>
              <a:gd name="csY277" fmla="*/ 902909 h 903069"/>
              <a:gd name="csX278" fmla="*/ 1351810 w 1453923"/>
              <a:gd name="csY278" fmla="*/ 902930 h 903069"/>
              <a:gd name="csX279" fmla="*/ 1356675 w 1453923"/>
              <a:gd name="csY279" fmla="*/ 902951 h 903069"/>
              <a:gd name="csX280" fmla="*/ 1361532 w 1453923"/>
              <a:gd name="csY280" fmla="*/ 902965 h 903069"/>
              <a:gd name="csX281" fmla="*/ 1366397 w 1453923"/>
              <a:gd name="csY281" fmla="*/ 902979 h 903069"/>
              <a:gd name="csX282" fmla="*/ 1371262 w 1453923"/>
              <a:gd name="csY282" fmla="*/ 902993 h 903069"/>
              <a:gd name="csX283" fmla="*/ 1376120 w 1453923"/>
              <a:gd name="csY283" fmla="*/ 903007 h 903069"/>
              <a:gd name="csX284" fmla="*/ 1380985 w 1453923"/>
              <a:gd name="csY284" fmla="*/ 903014 h 903069"/>
              <a:gd name="csX285" fmla="*/ 1385850 w 1453923"/>
              <a:gd name="csY285" fmla="*/ 903021 h 903069"/>
              <a:gd name="csX286" fmla="*/ 1390708 w 1453923"/>
              <a:gd name="csY286" fmla="*/ 903028 h 903069"/>
              <a:gd name="csX287" fmla="*/ 1395573 w 1453923"/>
              <a:gd name="csY287" fmla="*/ 903035 h 903069"/>
              <a:gd name="csX288" fmla="*/ 1400437 w 1453923"/>
              <a:gd name="csY288" fmla="*/ 903042 h 903069"/>
              <a:gd name="csX289" fmla="*/ 1405295 w 1453923"/>
              <a:gd name="csY289" fmla="*/ 903049 h 903069"/>
              <a:gd name="csX290" fmla="*/ 1410160 w 1453923"/>
              <a:gd name="csY290" fmla="*/ 903049 h 903069"/>
              <a:gd name="csX291" fmla="*/ 1415025 w 1453923"/>
              <a:gd name="csY291" fmla="*/ 903056 h 903069"/>
              <a:gd name="csX292" fmla="*/ 1419883 w 1453923"/>
              <a:gd name="csY292" fmla="*/ 903056 h 903069"/>
              <a:gd name="csX293" fmla="*/ 1424748 w 1453923"/>
              <a:gd name="csY293" fmla="*/ 903063 h 903069"/>
              <a:gd name="csX294" fmla="*/ 1429613 w 1453923"/>
              <a:gd name="csY294" fmla="*/ 903063 h 903069"/>
              <a:gd name="csX295" fmla="*/ 1434471 w 1453923"/>
              <a:gd name="csY295" fmla="*/ 903063 h 903069"/>
              <a:gd name="csX296" fmla="*/ 1439336 w 1453923"/>
              <a:gd name="csY296" fmla="*/ 903070 h 903069"/>
              <a:gd name="csX297" fmla="*/ 1444200 w 1453923"/>
              <a:gd name="csY297" fmla="*/ 903070 h 903069"/>
              <a:gd name="csX298" fmla="*/ 1449058 w 1453923"/>
              <a:gd name="csY298" fmla="*/ 903070 h 903069"/>
              <a:gd name="csX299" fmla="*/ 1453923 w 1453923"/>
              <a:gd name="csY299" fmla="*/ 903070 h 9030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453923" h="903069">
                <a:moveTo>
                  <a:pt x="0" y="903070"/>
                </a:moveTo>
                <a:lnTo>
                  <a:pt x="4863" y="903070"/>
                </a:lnTo>
                <a:lnTo>
                  <a:pt x="9726" y="903070"/>
                </a:lnTo>
                <a:lnTo>
                  <a:pt x="14588" y="903070"/>
                </a:lnTo>
                <a:lnTo>
                  <a:pt x="19450" y="903070"/>
                </a:lnTo>
                <a:lnTo>
                  <a:pt x="24313" y="903070"/>
                </a:lnTo>
                <a:lnTo>
                  <a:pt x="29176" y="903070"/>
                </a:lnTo>
                <a:lnTo>
                  <a:pt x="34039" y="903063"/>
                </a:lnTo>
                <a:lnTo>
                  <a:pt x="38902" y="903063"/>
                </a:lnTo>
                <a:lnTo>
                  <a:pt x="43764" y="903063"/>
                </a:lnTo>
                <a:lnTo>
                  <a:pt x="48626" y="903063"/>
                </a:lnTo>
                <a:lnTo>
                  <a:pt x="53489" y="903056"/>
                </a:lnTo>
                <a:lnTo>
                  <a:pt x="58352" y="903056"/>
                </a:lnTo>
                <a:lnTo>
                  <a:pt x="63214" y="903049"/>
                </a:lnTo>
                <a:lnTo>
                  <a:pt x="68077" y="903049"/>
                </a:lnTo>
                <a:lnTo>
                  <a:pt x="72940" y="903042"/>
                </a:lnTo>
                <a:lnTo>
                  <a:pt x="77802" y="903035"/>
                </a:lnTo>
                <a:lnTo>
                  <a:pt x="82664" y="903028"/>
                </a:lnTo>
                <a:lnTo>
                  <a:pt x="87527" y="903021"/>
                </a:lnTo>
                <a:lnTo>
                  <a:pt x="92390" y="903014"/>
                </a:lnTo>
                <a:lnTo>
                  <a:pt x="97253" y="903000"/>
                </a:lnTo>
                <a:lnTo>
                  <a:pt x="102116" y="902993"/>
                </a:lnTo>
                <a:lnTo>
                  <a:pt x="106978" y="902979"/>
                </a:lnTo>
                <a:lnTo>
                  <a:pt x="111840" y="902965"/>
                </a:lnTo>
                <a:lnTo>
                  <a:pt x="116703" y="902944"/>
                </a:lnTo>
                <a:lnTo>
                  <a:pt x="121566" y="902923"/>
                </a:lnTo>
                <a:lnTo>
                  <a:pt x="126428" y="902902"/>
                </a:lnTo>
                <a:lnTo>
                  <a:pt x="131291" y="902874"/>
                </a:lnTo>
                <a:lnTo>
                  <a:pt x="136154" y="902846"/>
                </a:lnTo>
                <a:lnTo>
                  <a:pt x="141016" y="902818"/>
                </a:lnTo>
                <a:lnTo>
                  <a:pt x="145879" y="902777"/>
                </a:lnTo>
                <a:lnTo>
                  <a:pt x="150741" y="902735"/>
                </a:lnTo>
                <a:lnTo>
                  <a:pt x="155604" y="902693"/>
                </a:lnTo>
                <a:lnTo>
                  <a:pt x="160467" y="902637"/>
                </a:lnTo>
                <a:lnTo>
                  <a:pt x="165330" y="902574"/>
                </a:lnTo>
                <a:lnTo>
                  <a:pt x="170192" y="902511"/>
                </a:lnTo>
                <a:lnTo>
                  <a:pt x="175055" y="902435"/>
                </a:lnTo>
                <a:lnTo>
                  <a:pt x="179917" y="902344"/>
                </a:lnTo>
                <a:lnTo>
                  <a:pt x="184780" y="902246"/>
                </a:lnTo>
                <a:lnTo>
                  <a:pt x="189642" y="902141"/>
                </a:lnTo>
                <a:lnTo>
                  <a:pt x="194505" y="902023"/>
                </a:lnTo>
                <a:lnTo>
                  <a:pt x="199368" y="901883"/>
                </a:lnTo>
                <a:lnTo>
                  <a:pt x="204231" y="901737"/>
                </a:lnTo>
                <a:lnTo>
                  <a:pt x="209093" y="901562"/>
                </a:lnTo>
                <a:lnTo>
                  <a:pt x="213955" y="901374"/>
                </a:lnTo>
                <a:lnTo>
                  <a:pt x="218818" y="901164"/>
                </a:lnTo>
                <a:lnTo>
                  <a:pt x="223681" y="900934"/>
                </a:lnTo>
                <a:lnTo>
                  <a:pt x="228544" y="900676"/>
                </a:lnTo>
                <a:lnTo>
                  <a:pt x="233406" y="900389"/>
                </a:lnTo>
                <a:lnTo>
                  <a:pt x="238269" y="900068"/>
                </a:lnTo>
                <a:lnTo>
                  <a:pt x="243131" y="899712"/>
                </a:lnTo>
                <a:lnTo>
                  <a:pt x="247994" y="899322"/>
                </a:lnTo>
                <a:lnTo>
                  <a:pt x="252856" y="898896"/>
                </a:lnTo>
                <a:lnTo>
                  <a:pt x="257719" y="898421"/>
                </a:lnTo>
                <a:lnTo>
                  <a:pt x="262582" y="897898"/>
                </a:lnTo>
                <a:lnTo>
                  <a:pt x="267445" y="897318"/>
                </a:lnTo>
                <a:lnTo>
                  <a:pt x="272307" y="896683"/>
                </a:lnTo>
                <a:lnTo>
                  <a:pt x="277169" y="895992"/>
                </a:lnTo>
                <a:lnTo>
                  <a:pt x="282032" y="895224"/>
                </a:lnTo>
                <a:lnTo>
                  <a:pt x="286895" y="894394"/>
                </a:lnTo>
                <a:lnTo>
                  <a:pt x="291758" y="893480"/>
                </a:lnTo>
                <a:lnTo>
                  <a:pt x="296620" y="892481"/>
                </a:lnTo>
                <a:lnTo>
                  <a:pt x="301483" y="891393"/>
                </a:lnTo>
                <a:lnTo>
                  <a:pt x="306345" y="890206"/>
                </a:lnTo>
                <a:lnTo>
                  <a:pt x="311208" y="888915"/>
                </a:lnTo>
                <a:lnTo>
                  <a:pt x="316070" y="887512"/>
                </a:lnTo>
                <a:lnTo>
                  <a:pt x="320933" y="885983"/>
                </a:lnTo>
                <a:lnTo>
                  <a:pt x="325796" y="884329"/>
                </a:lnTo>
                <a:lnTo>
                  <a:pt x="330659" y="882535"/>
                </a:lnTo>
                <a:lnTo>
                  <a:pt x="335521" y="880602"/>
                </a:lnTo>
                <a:lnTo>
                  <a:pt x="340383" y="878501"/>
                </a:lnTo>
                <a:lnTo>
                  <a:pt x="345246" y="876240"/>
                </a:lnTo>
                <a:lnTo>
                  <a:pt x="350109" y="873804"/>
                </a:lnTo>
                <a:lnTo>
                  <a:pt x="354972" y="871179"/>
                </a:lnTo>
                <a:lnTo>
                  <a:pt x="359834" y="868359"/>
                </a:lnTo>
                <a:lnTo>
                  <a:pt x="364697" y="865330"/>
                </a:lnTo>
                <a:lnTo>
                  <a:pt x="369559" y="862078"/>
                </a:lnTo>
                <a:lnTo>
                  <a:pt x="374422" y="858602"/>
                </a:lnTo>
                <a:lnTo>
                  <a:pt x="379284" y="854875"/>
                </a:lnTo>
                <a:lnTo>
                  <a:pt x="384147" y="850896"/>
                </a:lnTo>
                <a:lnTo>
                  <a:pt x="389010" y="846653"/>
                </a:lnTo>
                <a:lnTo>
                  <a:pt x="393873" y="842123"/>
                </a:lnTo>
                <a:lnTo>
                  <a:pt x="398735" y="837307"/>
                </a:lnTo>
                <a:lnTo>
                  <a:pt x="403597" y="832184"/>
                </a:lnTo>
                <a:lnTo>
                  <a:pt x="408460" y="826753"/>
                </a:lnTo>
                <a:lnTo>
                  <a:pt x="413323" y="820988"/>
                </a:lnTo>
                <a:lnTo>
                  <a:pt x="418186" y="814888"/>
                </a:lnTo>
                <a:lnTo>
                  <a:pt x="423048" y="808432"/>
                </a:lnTo>
                <a:lnTo>
                  <a:pt x="427911" y="801619"/>
                </a:lnTo>
                <a:lnTo>
                  <a:pt x="432773" y="794430"/>
                </a:lnTo>
                <a:lnTo>
                  <a:pt x="437636" y="786864"/>
                </a:lnTo>
                <a:lnTo>
                  <a:pt x="442498" y="778900"/>
                </a:lnTo>
                <a:lnTo>
                  <a:pt x="447361" y="770539"/>
                </a:lnTo>
                <a:lnTo>
                  <a:pt x="452224" y="761765"/>
                </a:lnTo>
                <a:lnTo>
                  <a:pt x="457087" y="752580"/>
                </a:lnTo>
                <a:lnTo>
                  <a:pt x="461949" y="742969"/>
                </a:lnTo>
                <a:lnTo>
                  <a:pt x="466812" y="732925"/>
                </a:lnTo>
                <a:lnTo>
                  <a:pt x="471674" y="722455"/>
                </a:lnTo>
                <a:lnTo>
                  <a:pt x="476537" y="711546"/>
                </a:lnTo>
                <a:lnTo>
                  <a:pt x="481400" y="700197"/>
                </a:lnTo>
                <a:lnTo>
                  <a:pt x="486262" y="688415"/>
                </a:lnTo>
                <a:lnTo>
                  <a:pt x="491125" y="676187"/>
                </a:lnTo>
                <a:lnTo>
                  <a:pt x="495988" y="663530"/>
                </a:lnTo>
                <a:lnTo>
                  <a:pt x="500850" y="650441"/>
                </a:lnTo>
                <a:lnTo>
                  <a:pt x="505713" y="636926"/>
                </a:lnTo>
                <a:lnTo>
                  <a:pt x="510575" y="622993"/>
                </a:lnTo>
                <a:lnTo>
                  <a:pt x="515438" y="608651"/>
                </a:lnTo>
                <a:lnTo>
                  <a:pt x="520301" y="593912"/>
                </a:lnTo>
                <a:lnTo>
                  <a:pt x="525164" y="578787"/>
                </a:lnTo>
                <a:lnTo>
                  <a:pt x="530023" y="563294"/>
                </a:lnTo>
                <a:lnTo>
                  <a:pt x="534888" y="547446"/>
                </a:lnTo>
                <a:lnTo>
                  <a:pt x="539753" y="531265"/>
                </a:lnTo>
                <a:lnTo>
                  <a:pt x="544610" y="514770"/>
                </a:lnTo>
                <a:lnTo>
                  <a:pt x="549475" y="497984"/>
                </a:lnTo>
                <a:lnTo>
                  <a:pt x="554340" y="480933"/>
                </a:lnTo>
                <a:lnTo>
                  <a:pt x="559198" y="463643"/>
                </a:lnTo>
                <a:lnTo>
                  <a:pt x="564063" y="446141"/>
                </a:lnTo>
                <a:lnTo>
                  <a:pt x="568928" y="428460"/>
                </a:lnTo>
                <a:lnTo>
                  <a:pt x="573793" y="410630"/>
                </a:lnTo>
                <a:lnTo>
                  <a:pt x="578651" y="392687"/>
                </a:lnTo>
                <a:lnTo>
                  <a:pt x="583515" y="374664"/>
                </a:lnTo>
                <a:lnTo>
                  <a:pt x="588380" y="356601"/>
                </a:lnTo>
                <a:lnTo>
                  <a:pt x="593238" y="338535"/>
                </a:lnTo>
                <a:lnTo>
                  <a:pt x="598103" y="320506"/>
                </a:lnTo>
                <a:lnTo>
                  <a:pt x="602968" y="302556"/>
                </a:lnTo>
                <a:lnTo>
                  <a:pt x="607826" y="284726"/>
                </a:lnTo>
                <a:lnTo>
                  <a:pt x="612691" y="267058"/>
                </a:lnTo>
                <a:lnTo>
                  <a:pt x="617556" y="249597"/>
                </a:lnTo>
                <a:lnTo>
                  <a:pt x="622414" y="232387"/>
                </a:lnTo>
                <a:lnTo>
                  <a:pt x="627278" y="215473"/>
                </a:lnTo>
                <a:lnTo>
                  <a:pt x="632143" y="198900"/>
                </a:lnTo>
                <a:lnTo>
                  <a:pt x="637001" y="182710"/>
                </a:lnTo>
                <a:lnTo>
                  <a:pt x="641866" y="166951"/>
                </a:lnTo>
                <a:lnTo>
                  <a:pt x="646731" y="151665"/>
                </a:lnTo>
                <a:lnTo>
                  <a:pt x="651589" y="136896"/>
                </a:lnTo>
                <a:lnTo>
                  <a:pt x="656454" y="122685"/>
                </a:lnTo>
                <a:lnTo>
                  <a:pt x="661319" y="109077"/>
                </a:lnTo>
                <a:lnTo>
                  <a:pt x="666176" y="96109"/>
                </a:lnTo>
                <a:lnTo>
                  <a:pt x="671041" y="83822"/>
                </a:lnTo>
                <a:lnTo>
                  <a:pt x="675906" y="72253"/>
                </a:lnTo>
                <a:lnTo>
                  <a:pt x="680764" y="61437"/>
                </a:lnTo>
                <a:lnTo>
                  <a:pt x="685629" y="51407"/>
                </a:lnTo>
                <a:lnTo>
                  <a:pt x="690494" y="42195"/>
                </a:lnTo>
                <a:lnTo>
                  <a:pt x="695352" y="33830"/>
                </a:lnTo>
                <a:lnTo>
                  <a:pt x="700217" y="26338"/>
                </a:lnTo>
                <a:lnTo>
                  <a:pt x="705082" y="19744"/>
                </a:lnTo>
                <a:lnTo>
                  <a:pt x="709939" y="14068"/>
                </a:lnTo>
                <a:lnTo>
                  <a:pt x="714804" y="9329"/>
                </a:lnTo>
                <a:lnTo>
                  <a:pt x="719669" y="5542"/>
                </a:lnTo>
                <a:lnTo>
                  <a:pt x="724534" y="2719"/>
                </a:lnTo>
                <a:lnTo>
                  <a:pt x="729392" y="870"/>
                </a:lnTo>
                <a:lnTo>
                  <a:pt x="734257" y="0"/>
                </a:lnTo>
                <a:lnTo>
                  <a:pt x="739122" y="113"/>
                </a:lnTo>
                <a:lnTo>
                  <a:pt x="743980" y="1207"/>
                </a:lnTo>
                <a:lnTo>
                  <a:pt x="748844" y="3281"/>
                </a:lnTo>
                <a:lnTo>
                  <a:pt x="753709" y="6326"/>
                </a:lnTo>
                <a:lnTo>
                  <a:pt x="758567" y="10332"/>
                </a:lnTo>
                <a:lnTo>
                  <a:pt x="763432" y="15288"/>
                </a:lnTo>
                <a:lnTo>
                  <a:pt x="768297" y="21176"/>
                </a:lnTo>
                <a:lnTo>
                  <a:pt x="773155" y="27978"/>
                </a:lnTo>
                <a:lnTo>
                  <a:pt x="778020" y="35673"/>
                </a:lnTo>
                <a:lnTo>
                  <a:pt x="782885" y="44235"/>
                </a:lnTo>
                <a:lnTo>
                  <a:pt x="787743" y="53637"/>
                </a:lnTo>
                <a:lnTo>
                  <a:pt x="792607" y="63850"/>
                </a:lnTo>
                <a:lnTo>
                  <a:pt x="797472" y="74842"/>
                </a:lnTo>
                <a:lnTo>
                  <a:pt x="802330" y="86579"/>
                </a:lnTo>
                <a:lnTo>
                  <a:pt x="807195" y="99026"/>
                </a:lnTo>
                <a:lnTo>
                  <a:pt x="812060" y="112144"/>
                </a:lnTo>
                <a:lnTo>
                  <a:pt x="816918" y="125894"/>
                </a:lnTo>
                <a:lnTo>
                  <a:pt x="821783" y="140236"/>
                </a:lnTo>
                <a:lnTo>
                  <a:pt x="826648" y="155128"/>
                </a:lnTo>
                <a:lnTo>
                  <a:pt x="831505" y="170527"/>
                </a:lnTo>
                <a:lnTo>
                  <a:pt x="836370" y="186388"/>
                </a:lnTo>
                <a:lnTo>
                  <a:pt x="841235" y="202670"/>
                </a:lnTo>
                <a:lnTo>
                  <a:pt x="846093" y="219325"/>
                </a:lnTo>
                <a:lnTo>
                  <a:pt x="850958" y="236311"/>
                </a:lnTo>
                <a:lnTo>
                  <a:pt x="855823" y="253583"/>
                </a:lnTo>
                <a:lnTo>
                  <a:pt x="860681" y="271094"/>
                </a:lnTo>
                <a:lnTo>
                  <a:pt x="865546" y="288803"/>
                </a:lnTo>
                <a:lnTo>
                  <a:pt x="870410" y="306665"/>
                </a:lnTo>
                <a:lnTo>
                  <a:pt x="875275" y="324637"/>
                </a:lnTo>
                <a:lnTo>
                  <a:pt x="880133" y="342678"/>
                </a:lnTo>
                <a:lnTo>
                  <a:pt x="884998" y="360747"/>
                </a:lnTo>
                <a:lnTo>
                  <a:pt x="889863" y="378804"/>
                </a:lnTo>
                <a:lnTo>
                  <a:pt x="894721" y="396812"/>
                </a:lnTo>
                <a:lnTo>
                  <a:pt x="899586" y="414732"/>
                </a:lnTo>
                <a:lnTo>
                  <a:pt x="904451" y="432530"/>
                </a:lnTo>
                <a:lnTo>
                  <a:pt x="909308" y="450173"/>
                </a:lnTo>
                <a:lnTo>
                  <a:pt x="914173" y="467629"/>
                </a:lnTo>
                <a:lnTo>
                  <a:pt x="919038" y="484867"/>
                </a:lnTo>
                <a:lnTo>
                  <a:pt x="923896" y="501860"/>
                </a:lnTo>
                <a:lnTo>
                  <a:pt x="928761" y="518581"/>
                </a:lnTo>
                <a:lnTo>
                  <a:pt x="933626" y="535005"/>
                </a:lnTo>
                <a:lnTo>
                  <a:pt x="938484" y="551112"/>
                </a:lnTo>
                <a:lnTo>
                  <a:pt x="943349" y="566880"/>
                </a:lnTo>
                <a:lnTo>
                  <a:pt x="948214" y="582290"/>
                </a:lnTo>
                <a:lnTo>
                  <a:pt x="953071" y="597327"/>
                </a:lnTo>
                <a:lnTo>
                  <a:pt x="957936" y="611977"/>
                </a:lnTo>
                <a:lnTo>
                  <a:pt x="962801" y="626226"/>
                </a:lnTo>
                <a:lnTo>
                  <a:pt x="967659" y="640064"/>
                </a:lnTo>
                <a:lnTo>
                  <a:pt x="972524" y="653481"/>
                </a:lnTo>
                <a:lnTo>
                  <a:pt x="977389" y="666471"/>
                </a:lnTo>
                <a:lnTo>
                  <a:pt x="982247" y="679034"/>
                </a:lnTo>
                <a:lnTo>
                  <a:pt x="987112" y="691158"/>
                </a:lnTo>
                <a:lnTo>
                  <a:pt x="991977" y="702842"/>
                </a:lnTo>
                <a:lnTo>
                  <a:pt x="996834" y="714086"/>
                </a:lnTo>
                <a:lnTo>
                  <a:pt x="1001699" y="724898"/>
                </a:lnTo>
                <a:lnTo>
                  <a:pt x="1006564" y="735270"/>
                </a:lnTo>
                <a:lnTo>
                  <a:pt x="1011422" y="745209"/>
                </a:lnTo>
                <a:lnTo>
                  <a:pt x="1016287" y="754723"/>
                </a:lnTo>
                <a:lnTo>
                  <a:pt x="1021152" y="763817"/>
                </a:lnTo>
                <a:lnTo>
                  <a:pt x="1026010" y="772493"/>
                </a:lnTo>
                <a:lnTo>
                  <a:pt x="1030875" y="780764"/>
                </a:lnTo>
                <a:lnTo>
                  <a:pt x="1035739" y="788637"/>
                </a:lnTo>
                <a:lnTo>
                  <a:pt x="1040604" y="796112"/>
                </a:lnTo>
                <a:lnTo>
                  <a:pt x="1045462" y="803218"/>
                </a:lnTo>
                <a:lnTo>
                  <a:pt x="1050327" y="809946"/>
                </a:lnTo>
                <a:lnTo>
                  <a:pt x="1055192" y="816319"/>
                </a:lnTo>
                <a:lnTo>
                  <a:pt x="1060050" y="822342"/>
                </a:lnTo>
                <a:lnTo>
                  <a:pt x="1064915" y="828024"/>
                </a:lnTo>
                <a:lnTo>
                  <a:pt x="1069780" y="833391"/>
                </a:lnTo>
                <a:lnTo>
                  <a:pt x="1074637" y="838437"/>
                </a:lnTo>
                <a:lnTo>
                  <a:pt x="1079502" y="843191"/>
                </a:lnTo>
                <a:lnTo>
                  <a:pt x="1084367" y="847651"/>
                </a:lnTo>
                <a:lnTo>
                  <a:pt x="1089225" y="851832"/>
                </a:lnTo>
                <a:lnTo>
                  <a:pt x="1094090" y="855754"/>
                </a:lnTo>
                <a:lnTo>
                  <a:pt x="1098955" y="859418"/>
                </a:lnTo>
                <a:lnTo>
                  <a:pt x="1103813" y="862845"/>
                </a:lnTo>
                <a:lnTo>
                  <a:pt x="1108678" y="866042"/>
                </a:lnTo>
                <a:lnTo>
                  <a:pt x="1113542" y="869023"/>
                </a:lnTo>
                <a:lnTo>
                  <a:pt x="1118400" y="871801"/>
                </a:lnTo>
                <a:lnTo>
                  <a:pt x="1123265" y="874383"/>
                </a:lnTo>
                <a:lnTo>
                  <a:pt x="1128130" y="876777"/>
                </a:lnTo>
                <a:lnTo>
                  <a:pt x="1132988" y="878997"/>
                </a:lnTo>
                <a:lnTo>
                  <a:pt x="1137853" y="881056"/>
                </a:lnTo>
                <a:lnTo>
                  <a:pt x="1142718" y="882961"/>
                </a:lnTo>
                <a:lnTo>
                  <a:pt x="1147576" y="884720"/>
                </a:lnTo>
                <a:lnTo>
                  <a:pt x="1152441" y="886346"/>
                </a:lnTo>
                <a:lnTo>
                  <a:pt x="1157305" y="887840"/>
                </a:lnTo>
                <a:lnTo>
                  <a:pt x="1162163" y="889222"/>
                </a:lnTo>
                <a:lnTo>
                  <a:pt x="1167028" y="890485"/>
                </a:lnTo>
                <a:lnTo>
                  <a:pt x="1171893" y="891651"/>
                </a:lnTo>
                <a:lnTo>
                  <a:pt x="1176751" y="892719"/>
                </a:lnTo>
                <a:lnTo>
                  <a:pt x="1181616" y="893696"/>
                </a:lnTo>
                <a:lnTo>
                  <a:pt x="1186481" y="894589"/>
                </a:lnTo>
                <a:lnTo>
                  <a:pt x="1191346" y="895406"/>
                </a:lnTo>
                <a:lnTo>
                  <a:pt x="1196204" y="896153"/>
                </a:lnTo>
                <a:lnTo>
                  <a:pt x="1201068" y="896837"/>
                </a:lnTo>
                <a:lnTo>
                  <a:pt x="1205933" y="897458"/>
                </a:lnTo>
                <a:lnTo>
                  <a:pt x="1210791" y="898016"/>
                </a:lnTo>
                <a:lnTo>
                  <a:pt x="1215656" y="898533"/>
                </a:lnTo>
                <a:lnTo>
                  <a:pt x="1220521" y="898994"/>
                </a:lnTo>
                <a:lnTo>
                  <a:pt x="1225379" y="899419"/>
                </a:lnTo>
                <a:lnTo>
                  <a:pt x="1230244" y="899796"/>
                </a:lnTo>
                <a:lnTo>
                  <a:pt x="1235109" y="900145"/>
                </a:lnTo>
                <a:lnTo>
                  <a:pt x="1239966" y="900452"/>
                </a:lnTo>
                <a:lnTo>
                  <a:pt x="1244831" y="900738"/>
                </a:lnTo>
                <a:lnTo>
                  <a:pt x="1249696" y="900990"/>
                </a:lnTo>
                <a:lnTo>
                  <a:pt x="1254554" y="901213"/>
                </a:lnTo>
                <a:lnTo>
                  <a:pt x="1259419" y="901422"/>
                </a:lnTo>
                <a:lnTo>
                  <a:pt x="1264284" y="901604"/>
                </a:lnTo>
                <a:lnTo>
                  <a:pt x="1269142" y="901771"/>
                </a:lnTo>
                <a:lnTo>
                  <a:pt x="1274007" y="901918"/>
                </a:lnTo>
                <a:lnTo>
                  <a:pt x="1278872" y="902051"/>
                </a:lnTo>
                <a:lnTo>
                  <a:pt x="1283729" y="902169"/>
                </a:lnTo>
                <a:lnTo>
                  <a:pt x="1288594" y="902274"/>
                </a:lnTo>
                <a:lnTo>
                  <a:pt x="1293459" y="902365"/>
                </a:lnTo>
                <a:lnTo>
                  <a:pt x="1298317" y="902448"/>
                </a:lnTo>
                <a:lnTo>
                  <a:pt x="1303182" y="902525"/>
                </a:lnTo>
                <a:lnTo>
                  <a:pt x="1308047" y="902588"/>
                </a:lnTo>
                <a:lnTo>
                  <a:pt x="1312905" y="902651"/>
                </a:lnTo>
                <a:lnTo>
                  <a:pt x="1317770" y="902700"/>
                </a:lnTo>
                <a:lnTo>
                  <a:pt x="1322634" y="902749"/>
                </a:lnTo>
                <a:lnTo>
                  <a:pt x="1327492" y="902790"/>
                </a:lnTo>
                <a:lnTo>
                  <a:pt x="1332357" y="902825"/>
                </a:lnTo>
                <a:lnTo>
                  <a:pt x="1337222" y="902853"/>
                </a:lnTo>
                <a:lnTo>
                  <a:pt x="1342087" y="902881"/>
                </a:lnTo>
                <a:lnTo>
                  <a:pt x="1346945" y="902909"/>
                </a:lnTo>
                <a:lnTo>
                  <a:pt x="1351810" y="902930"/>
                </a:lnTo>
                <a:lnTo>
                  <a:pt x="1356675" y="902951"/>
                </a:lnTo>
                <a:lnTo>
                  <a:pt x="1361532" y="902965"/>
                </a:lnTo>
                <a:lnTo>
                  <a:pt x="1366397" y="902979"/>
                </a:lnTo>
                <a:lnTo>
                  <a:pt x="1371262" y="902993"/>
                </a:lnTo>
                <a:lnTo>
                  <a:pt x="1376120" y="903007"/>
                </a:lnTo>
                <a:lnTo>
                  <a:pt x="1380985" y="903014"/>
                </a:lnTo>
                <a:lnTo>
                  <a:pt x="1385850" y="903021"/>
                </a:lnTo>
                <a:lnTo>
                  <a:pt x="1390708" y="903028"/>
                </a:lnTo>
                <a:lnTo>
                  <a:pt x="1395573" y="903035"/>
                </a:lnTo>
                <a:lnTo>
                  <a:pt x="1400437" y="903042"/>
                </a:lnTo>
                <a:lnTo>
                  <a:pt x="1405295" y="903049"/>
                </a:lnTo>
                <a:lnTo>
                  <a:pt x="1410160" y="903049"/>
                </a:lnTo>
                <a:lnTo>
                  <a:pt x="1415025" y="903056"/>
                </a:lnTo>
                <a:lnTo>
                  <a:pt x="1419883" y="903056"/>
                </a:lnTo>
                <a:lnTo>
                  <a:pt x="1424748" y="903063"/>
                </a:lnTo>
                <a:lnTo>
                  <a:pt x="1429613" y="903063"/>
                </a:lnTo>
                <a:lnTo>
                  <a:pt x="1434471" y="903063"/>
                </a:lnTo>
                <a:lnTo>
                  <a:pt x="1439336" y="903070"/>
                </a:lnTo>
                <a:lnTo>
                  <a:pt x="1444200" y="903070"/>
                </a:lnTo>
                <a:lnTo>
                  <a:pt x="1449058" y="903070"/>
                </a:lnTo>
                <a:lnTo>
                  <a:pt x="1453923" y="903070"/>
                </a:lnTo>
              </a:path>
            </a:pathLst>
          </a:custGeom>
          <a:noFill/>
          <a:ln w="1270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cxnSp>
        <p:nvCxnSpPr>
          <p:cNvPr id="3504" name="Straight Arrow Connector 3503">
            <a:extLst>
              <a:ext uri="{FF2B5EF4-FFF2-40B4-BE49-F238E27FC236}">
                <a16:creationId xmlns:a16="http://schemas.microsoft.com/office/drawing/2014/main" id="{5C60623C-81AA-9F29-4804-0597B9F29914}"/>
              </a:ext>
            </a:extLst>
          </p:cNvPr>
          <p:cNvCxnSpPr>
            <a:cxnSpLocks/>
          </p:cNvCxnSpPr>
          <p:nvPr/>
        </p:nvCxnSpPr>
        <p:spPr bwMode="gray">
          <a:xfrm flipV="1">
            <a:off x="5376168" y="1810983"/>
            <a:ext cx="0" cy="263758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07" name="Straight Arrow Connector 3506">
            <a:extLst>
              <a:ext uri="{FF2B5EF4-FFF2-40B4-BE49-F238E27FC236}">
                <a16:creationId xmlns:a16="http://schemas.microsoft.com/office/drawing/2014/main" id="{685FE373-1A03-7CDA-B663-2C85AB47EEEA}"/>
              </a:ext>
            </a:extLst>
          </p:cNvPr>
          <p:cNvCxnSpPr>
            <a:cxnSpLocks/>
          </p:cNvCxnSpPr>
          <p:nvPr/>
        </p:nvCxnSpPr>
        <p:spPr bwMode="gray">
          <a:xfrm>
            <a:off x="5416898" y="2238264"/>
            <a:ext cx="334838" cy="117948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08" name="TextBox 3507">
                <a:extLst>
                  <a:ext uri="{FF2B5EF4-FFF2-40B4-BE49-F238E27FC236}">
                    <a16:creationId xmlns:a16="http://schemas.microsoft.com/office/drawing/2014/main" id="{17FEE570-17A5-44E5-2676-AA8FD577D9DC}"/>
                  </a:ext>
                </a:extLst>
              </p:cNvPr>
              <p:cNvSpPr txBox="1"/>
              <p:nvPr/>
            </p:nvSpPr>
            <p:spPr bwMode="gray">
              <a:xfrm rot="1009687">
                <a:off x="5425580" y="2116640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08" name="TextBox 3507">
                <a:extLst>
                  <a:ext uri="{FF2B5EF4-FFF2-40B4-BE49-F238E27FC236}">
                    <a16:creationId xmlns:a16="http://schemas.microsoft.com/office/drawing/2014/main" id="{17FEE570-17A5-44E5-2676-AA8FD577D9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009687">
                <a:off x="5425580" y="2116640"/>
                <a:ext cx="465387" cy="20581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1" name="Straight Arrow Connector 3510">
            <a:extLst>
              <a:ext uri="{FF2B5EF4-FFF2-40B4-BE49-F238E27FC236}">
                <a16:creationId xmlns:a16="http://schemas.microsoft.com/office/drawing/2014/main" id="{ED75F302-6585-4B1C-8476-A08208153698}"/>
              </a:ext>
            </a:extLst>
          </p:cNvPr>
          <p:cNvCxnSpPr>
            <a:cxnSpLocks/>
          </p:cNvCxnSpPr>
          <p:nvPr/>
        </p:nvCxnSpPr>
        <p:spPr bwMode="gray">
          <a:xfrm flipV="1">
            <a:off x="6355177" y="1811634"/>
            <a:ext cx="0" cy="263758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13" name="Straight Arrow Connector 3512">
            <a:extLst>
              <a:ext uri="{FF2B5EF4-FFF2-40B4-BE49-F238E27FC236}">
                <a16:creationId xmlns:a16="http://schemas.microsoft.com/office/drawing/2014/main" id="{14CB915F-855D-BEF4-722B-D4A470CFDF35}"/>
              </a:ext>
            </a:extLst>
          </p:cNvPr>
          <p:cNvCxnSpPr>
            <a:cxnSpLocks/>
          </p:cNvCxnSpPr>
          <p:nvPr/>
        </p:nvCxnSpPr>
        <p:spPr bwMode="gray">
          <a:xfrm flipH="1">
            <a:off x="5962921" y="2248056"/>
            <a:ext cx="280430" cy="108156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18" name="TextBox 3517">
                <a:extLst>
                  <a:ext uri="{FF2B5EF4-FFF2-40B4-BE49-F238E27FC236}">
                    <a16:creationId xmlns:a16="http://schemas.microsoft.com/office/drawing/2014/main" id="{10D9455E-59F5-AD29-A00D-7395C66A2456}"/>
                  </a:ext>
                </a:extLst>
              </p:cNvPr>
              <p:cNvSpPr txBox="1"/>
              <p:nvPr/>
            </p:nvSpPr>
            <p:spPr bwMode="gray">
              <a:xfrm rot="20433161">
                <a:off x="5861144" y="209848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18" name="TextBox 3517">
                <a:extLst>
                  <a:ext uri="{FF2B5EF4-FFF2-40B4-BE49-F238E27FC236}">
                    <a16:creationId xmlns:a16="http://schemas.microsoft.com/office/drawing/2014/main" id="{10D9455E-59F5-AD29-A00D-7395C66A24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0433161">
                <a:off x="5861144" y="2098483"/>
                <a:ext cx="465387" cy="20581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9" name="Straight Arrow Connector 3518">
            <a:extLst>
              <a:ext uri="{FF2B5EF4-FFF2-40B4-BE49-F238E27FC236}">
                <a16:creationId xmlns:a16="http://schemas.microsoft.com/office/drawing/2014/main" id="{F0DC0EA3-9EEC-09FB-85A8-A17C26433128}"/>
              </a:ext>
            </a:extLst>
          </p:cNvPr>
          <p:cNvCxnSpPr>
            <a:cxnSpLocks/>
          </p:cNvCxnSpPr>
          <p:nvPr/>
        </p:nvCxnSpPr>
        <p:spPr bwMode="gray">
          <a:xfrm>
            <a:off x="5755815" y="3234131"/>
            <a:ext cx="0" cy="280101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23" name="Straight Arrow Connector 3522">
            <a:extLst>
              <a:ext uri="{FF2B5EF4-FFF2-40B4-BE49-F238E27FC236}">
                <a16:creationId xmlns:a16="http://schemas.microsoft.com/office/drawing/2014/main" id="{27C7AE87-C235-457C-FEA0-A2634684FEEE}"/>
              </a:ext>
            </a:extLst>
          </p:cNvPr>
          <p:cNvCxnSpPr>
            <a:cxnSpLocks/>
          </p:cNvCxnSpPr>
          <p:nvPr/>
        </p:nvCxnSpPr>
        <p:spPr bwMode="gray">
          <a:xfrm flipV="1">
            <a:off x="5784928" y="2590193"/>
            <a:ext cx="0" cy="294392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24" name="TextBox 3523">
                <a:extLst>
                  <a:ext uri="{FF2B5EF4-FFF2-40B4-BE49-F238E27FC236}">
                    <a16:creationId xmlns:a16="http://schemas.microsoft.com/office/drawing/2014/main" id="{87E19CE2-1F54-55A8-2C81-22885C3050FD}"/>
                  </a:ext>
                </a:extLst>
              </p:cNvPr>
              <p:cNvSpPr txBox="1"/>
              <p:nvPr/>
            </p:nvSpPr>
            <p:spPr bwMode="gray">
              <a:xfrm>
                <a:off x="5351234" y="2617632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24" name="TextBox 3523">
                <a:extLst>
                  <a:ext uri="{FF2B5EF4-FFF2-40B4-BE49-F238E27FC236}">
                    <a16:creationId xmlns:a16="http://schemas.microsoft.com/office/drawing/2014/main" id="{87E19CE2-1F54-55A8-2C81-22885C3050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51234" y="2617632"/>
                <a:ext cx="465387" cy="20581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26" name="TextBox 3525">
                <a:extLst>
                  <a:ext uri="{FF2B5EF4-FFF2-40B4-BE49-F238E27FC236}">
                    <a16:creationId xmlns:a16="http://schemas.microsoft.com/office/drawing/2014/main" id="{8476D53D-2FE1-B92B-49BD-C5EA18D7A790}"/>
                  </a:ext>
                </a:extLst>
              </p:cNvPr>
              <p:cNvSpPr txBox="1"/>
              <p:nvPr/>
            </p:nvSpPr>
            <p:spPr bwMode="gray">
              <a:xfrm>
                <a:off x="6381821" y="2813716"/>
                <a:ext cx="1557051" cy="4514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5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05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05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05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05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05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05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5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05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05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5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5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5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</m:den>
                      </m:f>
                    </m:oMath>
                  </m:oMathPara>
                </a14:m>
                <a:endParaRPr lang="en-US" sz="1050" dirty="0"/>
              </a:p>
            </p:txBody>
          </p:sp>
        </mc:Choice>
        <mc:Fallback xmlns="">
          <p:sp>
            <p:nvSpPr>
              <p:cNvPr id="3526" name="TextBox 3525">
                <a:extLst>
                  <a:ext uri="{FF2B5EF4-FFF2-40B4-BE49-F238E27FC236}">
                    <a16:creationId xmlns:a16="http://schemas.microsoft.com/office/drawing/2014/main" id="{8476D53D-2FE1-B92B-49BD-C5EA18D7A7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81821" y="2813716"/>
                <a:ext cx="1557051" cy="451470"/>
              </a:xfrm>
              <a:prstGeom prst="rect">
                <a:avLst/>
              </a:prstGeom>
              <a:blipFill>
                <a:blip r:embed="rId23"/>
                <a:stretch>
                  <a:fillRect t="-270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27" name="TextBox 3526">
                <a:extLst>
                  <a:ext uri="{FF2B5EF4-FFF2-40B4-BE49-F238E27FC236}">
                    <a16:creationId xmlns:a16="http://schemas.microsoft.com/office/drawing/2014/main" id="{F570ECD3-F4CE-C849-0055-6324B397D5AD}"/>
                  </a:ext>
                </a:extLst>
              </p:cNvPr>
              <p:cNvSpPr txBox="1"/>
              <p:nvPr/>
            </p:nvSpPr>
            <p:spPr bwMode="gray">
              <a:xfrm>
                <a:off x="7603589" y="2801694"/>
                <a:ext cx="1261360" cy="4755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5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05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5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05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5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r>
                                <a:rPr lang="en-US" sz="105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acc>
                                    <m:accPr>
                                      <m:chr m:val="̂"/>
                                      <m:ctrlPr>
                                        <a:rPr lang="en-US" sz="105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50" b="0" i="1" smtClean="0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05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num>
                        <m:den>
                          <m:r>
                            <a:rPr lang="en-US" sz="105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05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5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05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r>
                                <a:rPr lang="en-US" sz="105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05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5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05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05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den>
                      </m:f>
                    </m:oMath>
                  </m:oMathPara>
                </a14:m>
                <a:endParaRPr lang="en-US" sz="1050" dirty="0"/>
              </a:p>
            </p:txBody>
          </p:sp>
        </mc:Choice>
        <mc:Fallback xmlns="">
          <p:sp>
            <p:nvSpPr>
              <p:cNvPr id="3527" name="TextBox 3526">
                <a:extLst>
                  <a:ext uri="{FF2B5EF4-FFF2-40B4-BE49-F238E27FC236}">
                    <a16:creationId xmlns:a16="http://schemas.microsoft.com/office/drawing/2014/main" id="{F570ECD3-F4CE-C849-0055-6324B397D5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03589" y="2801694"/>
                <a:ext cx="1261360" cy="47551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28" name="Rounded Rectangle 3527">
            <a:extLst>
              <a:ext uri="{FF2B5EF4-FFF2-40B4-BE49-F238E27FC236}">
                <a16:creationId xmlns:a16="http://schemas.microsoft.com/office/drawing/2014/main" id="{78935579-6195-4E86-32A5-CD5FE6277696}"/>
              </a:ext>
            </a:extLst>
          </p:cNvPr>
          <p:cNvSpPr/>
          <p:nvPr/>
        </p:nvSpPr>
        <p:spPr bwMode="gray">
          <a:xfrm>
            <a:off x="7914125" y="2839993"/>
            <a:ext cx="841305" cy="42519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529" name="Straight Arrow Connector 3528">
            <a:extLst>
              <a:ext uri="{FF2B5EF4-FFF2-40B4-BE49-F238E27FC236}">
                <a16:creationId xmlns:a16="http://schemas.microsoft.com/office/drawing/2014/main" id="{0B2D61CE-C325-302E-C644-2592A9420689}"/>
              </a:ext>
            </a:extLst>
          </p:cNvPr>
          <p:cNvCxnSpPr>
            <a:cxnSpLocks/>
            <a:stCxn id="3530" idx="0"/>
            <a:endCxn id="3528" idx="2"/>
          </p:cNvCxnSpPr>
          <p:nvPr/>
        </p:nvCxnSpPr>
        <p:spPr bwMode="gray">
          <a:xfrm flipV="1">
            <a:off x="7576590" y="3265186"/>
            <a:ext cx="758188" cy="18411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30" name="TextBox 3529">
                <a:extLst>
                  <a:ext uri="{FF2B5EF4-FFF2-40B4-BE49-F238E27FC236}">
                    <a16:creationId xmlns:a16="http://schemas.microsoft.com/office/drawing/2014/main" id="{CEE205F5-BCA2-8399-9D96-0AD91D2DF033}"/>
                  </a:ext>
                </a:extLst>
              </p:cNvPr>
              <p:cNvSpPr txBox="1"/>
              <p:nvPr/>
            </p:nvSpPr>
            <p:spPr bwMode="gray">
              <a:xfrm>
                <a:off x="6661341" y="3449297"/>
                <a:ext cx="1830498" cy="23677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b="0" dirty="0">
                    <a:solidFill>
                      <a:srgbClr val="C00000"/>
                    </a:solidFill>
                  </a:rPr>
                  <a:t>Not possible because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acc>
                          <m:accPr>
                            <m:chr m:val="̂"/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𝜎</m:t>
                            </m:r>
                          </m:e>
                        </m:acc>
                      </m:e>
                      <m:sub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  <m:sup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a:rPr lang="en-US" sz="1000" b="0" i="1" dirty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Sup>
                      <m:sSubSupPr>
                        <m:ctrlP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</m:sub>
                      <m:sup>
                        <m:r>
                          <a:rPr lang="en-US" sz="10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530" name="TextBox 3529">
                <a:extLst>
                  <a:ext uri="{FF2B5EF4-FFF2-40B4-BE49-F238E27FC236}">
                    <a16:creationId xmlns:a16="http://schemas.microsoft.com/office/drawing/2014/main" id="{CEE205F5-BCA2-8399-9D96-0AD91D2DF0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61341" y="3449297"/>
                <a:ext cx="1830498" cy="236776"/>
              </a:xfrm>
              <a:prstGeom prst="rect">
                <a:avLst/>
              </a:prstGeom>
              <a:blipFill>
                <a:blip r:embed="rId25"/>
                <a:stretch>
                  <a:fillRect l="-2069" b="-200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60" name="Group 3959">
            <a:extLst>
              <a:ext uri="{FF2B5EF4-FFF2-40B4-BE49-F238E27FC236}">
                <a16:creationId xmlns:a16="http://schemas.microsoft.com/office/drawing/2014/main" id="{1A518E3C-6C42-C761-18B2-C4B6546A3FD2}"/>
              </a:ext>
            </a:extLst>
          </p:cNvPr>
          <p:cNvGrpSpPr/>
          <p:nvPr/>
        </p:nvGrpSpPr>
        <p:grpSpPr>
          <a:xfrm>
            <a:off x="4919955" y="3925156"/>
            <a:ext cx="1841310" cy="1190282"/>
            <a:chOff x="4919955" y="3925156"/>
            <a:chExt cx="1841310" cy="1190282"/>
          </a:xfrm>
        </p:grpSpPr>
        <p:sp>
          <p:nvSpPr>
            <p:cNvPr id="3542" name="Freeform 3541">
              <a:extLst>
                <a:ext uri="{FF2B5EF4-FFF2-40B4-BE49-F238E27FC236}">
                  <a16:creationId xmlns:a16="http://schemas.microsoft.com/office/drawing/2014/main" id="{20B8A3D4-1A5A-7915-AC5C-9FA7CE54E04F}"/>
                </a:ext>
              </a:extLst>
            </p:cNvPr>
            <p:cNvSpPr/>
            <p:nvPr/>
          </p:nvSpPr>
          <p:spPr>
            <a:xfrm>
              <a:off x="5070267" y="3925156"/>
              <a:ext cx="1645946" cy="1009702"/>
            </a:xfrm>
            <a:custGeom>
              <a:avLst/>
              <a:gdLst>
                <a:gd name="csX0" fmla="*/ 0 w 1645946"/>
                <a:gd name="csY0" fmla="*/ 1009703 h 1009702"/>
                <a:gd name="csX1" fmla="*/ 1645947 w 1645946"/>
                <a:gd name="csY1" fmla="*/ 1009703 h 1009702"/>
                <a:gd name="csX2" fmla="*/ 1645947 w 1645946"/>
                <a:gd name="csY2" fmla="*/ 0 h 1009702"/>
                <a:gd name="csX3" fmla="*/ 0 w 1645946"/>
                <a:gd name="csY3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45946" h="1009702">
                  <a:moveTo>
                    <a:pt x="0" y="1009703"/>
                  </a:moveTo>
                  <a:lnTo>
                    <a:pt x="1645947" y="1009703"/>
                  </a:lnTo>
                  <a:lnTo>
                    <a:pt x="16459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3" name="Freeform 3542">
              <a:extLst>
                <a:ext uri="{FF2B5EF4-FFF2-40B4-BE49-F238E27FC236}">
                  <a16:creationId xmlns:a16="http://schemas.microsoft.com/office/drawing/2014/main" id="{8F1469E3-C350-BA03-2C20-20488812E690}"/>
                </a:ext>
              </a:extLst>
            </p:cNvPr>
            <p:cNvSpPr/>
            <p:nvPr/>
          </p:nvSpPr>
          <p:spPr>
            <a:xfrm>
              <a:off x="5070267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4" name="Freeform 3543">
              <a:extLst>
                <a:ext uri="{FF2B5EF4-FFF2-40B4-BE49-F238E27FC236}">
                  <a16:creationId xmlns:a16="http://schemas.microsoft.com/office/drawing/2014/main" id="{0631B242-8811-4C79-EF7C-0CD4EE8668A4}"/>
                </a:ext>
              </a:extLst>
            </p:cNvPr>
            <p:cNvSpPr/>
            <p:nvPr/>
          </p:nvSpPr>
          <p:spPr>
            <a:xfrm>
              <a:off x="5344591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5" name="Freeform 3544">
              <a:extLst>
                <a:ext uri="{FF2B5EF4-FFF2-40B4-BE49-F238E27FC236}">
                  <a16:creationId xmlns:a16="http://schemas.microsoft.com/office/drawing/2014/main" id="{D12029B7-0B14-E387-A1D1-4681950018D5}"/>
                </a:ext>
              </a:extLst>
            </p:cNvPr>
            <p:cNvSpPr/>
            <p:nvPr/>
          </p:nvSpPr>
          <p:spPr>
            <a:xfrm>
              <a:off x="5618915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6" name="Freeform 3545">
              <a:extLst>
                <a:ext uri="{FF2B5EF4-FFF2-40B4-BE49-F238E27FC236}">
                  <a16:creationId xmlns:a16="http://schemas.microsoft.com/office/drawing/2014/main" id="{CE2C8766-21F0-53D5-27B6-11F41A90E84D}"/>
                </a:ext>
              </a:extLst>
            </p:cNvPr>
            <p:cNvSpPr/>
            <p:nvPr/>
          </p:nvSpPr>
          <p:spPr>
            <a:xfrm>
              <a:off x="5893238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7" name="Freeform 3546">
              <a:extLst>
                <a:ext uri="{FF2B5EF4-FFF2-40B4-BE49-F238E27FC236}">
                  <a16:creationId xmlns:a16="http://schemas.microsoft.com/office/drawing/2014/main" id="{41C3315A-310E-0777-34DE-038278BD50CF}"/>
                </a:ext>
              </a:extLst>
            </p:cNvPr>
            <p:cNvSpPr/>
            <p:nvPr/>
          </p:nvSpPr>
          <p:spPr>
            <a:xfrm>
              <a:off x="6167566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8" name="Freeform 3547">
              <a:extLst>
                <a:ext uri="{FF2B5EF4-FFF2-40B4-BE49-F238E27FC236}">
                  <a16:creationId xmlns:a16="http://schemas.microsoft.com/office/drawing/2014/main" id="{7183925C-DC28-C404-2B68-E8BF1B54785E}"/>
                </a:ext>
              </a:extLst>
            </p:cNvPr>
            <p:cNvSpPr/>
            <p:nvPr/>
          </p:nvSpPr>
          <p:spPr>
            <a:xfrm>
              <a:off x="6441886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9" name="Freeform 3548">
              <a:extLst>
                <a:ext uri="{FF2B5EF4-FFF2-40B4-BE49-F238E27FC236}">
                  <a16:creationId xmlns:a16="http://schemas.microsoft.com/office/drawing/2014/main" id="{949E50E4-2AD6-29C2-692C-4E7DB7F3DB2C}"/>
                </a:ext>
              </a:extLst>
            </p:cNvPr>
            <p:cNvSpPr/>
            <p:nvPr/>
          </p:nvSpPr>
          <p:spPr>
            <a:xfrm>
              <a:off x="6716214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0" name="Freeform 3549">
              <a:extLst>
                <a:ext uri="{FF2B5EF4-FFF2-40B4-BE49-F238E27FC236}">
                  <a16:creationId xmlns:a16="http://schemas.microsoft.com/office/drawing/2014/main" id="{512992FA-0694-F7D5-A65C-53137466CCB3}"/>
                </a:ext>
              </a:extLst>
            </p:cNvPr>
            <p:cNvSpPr/>
            <p:nvPr/>
          </p:nvSpPr>
          <p:spPr>
            <a:xfrm>
              <a:off x="5070267" y="4934858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1" name="Freeform 3550">
              <a:extLst>
                <a:ext uri="{FF2B5EF4-FFF2-40B4-BE49-F238E27FC236}">
                  <a16:creationId xmlns:a16="http://schemas.microsoft.com/office/drawing/2014/main" id="{81EB9135-A6B5-5D60-39F3-325297638739}"/>
                </a:ext>
              </a:extLst>
            </p:cNvPr>
            <p:cNvSpPr/>
            <p:nvPr/>
          </p:nvSpPr>
          <p:spPr>
            <a:xfrm>
              <a:off x="5070267" y="4725419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2" name="Freeform 3551">
              <a:extLst>
                <a:ext uri="{FF2B5EF4-FFF2-40B4-BE49-F238E27FC236}">
                  <a16:creationId xmlns:a16="http://schemas.microsoft.com/office/drawing/2014/main" id="{8E66C48C-6496-4FDE-4752-E8E3E0DF009F}"/>
                </a:ext>
              </a:extLst>
            </p:cNvPr>
            <p:cNvSpPr/>
            <p:nvPr/>
          </p:nvSpPr>
          <p:spPr>
            <a:xfrm>
              <a:off x="5070267" y="4515974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3" name="Freeform 3552">
              <a:extLst>
                <a:ext uri="{FF2B5EF4-FFF2-40B4-BE49-F238E27FC236}">
                  <a16:creationId xmlns:a16="http://schemas.microsoft.com/office/drawing/2014/main" id="{DF620E80-F27E-ADE1-2108-CC20126C01CE}"/>
                </a:ext>
              </a:extLst>
            </p:cNvPr>
            <p:cNvSpPr/>
            <p:nvPr/>
          </p:nvSpPr>
          <p:spPr>
            <a:xfrm>
              <a:off x="5070267" y="4306532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4" name="Freeform 3553">
              <a:extLst>
                <a:ext uri="{FF2B5EF4-FFF2-40B4-BE49-F238E27FC236}">
                  <a16:creationId xmlns:a16="http://schemas.microsoft.com/office/drawing/2014/main" id="{EF0CE356-4A78-44D6-D4C4-5AB09C075DBC}"/>
                </a:ext>
              </a:extLst>
            </p:cNvPr>
            <p:cNvSpPr/>
            <p:nvPr/>
          </p:nvSpPr>
          <p:spPr>
            <a:xfrm>
              <a:off x="5070267" y="4097090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1556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5" name="Freeform 3554">
              <a:extLst>
                <a:ext uri="{FF2B5EF4-FFF2-40B4-BE49-F238E27FC236}">
                  <a16:creationId xmlns:a16="http://schemas.microsoft.com/office/drawing/2014/main" id="{E1AAEFC7-D5B1-8D85-0DBC-D8B3D13CE6C5}"/>
                </a:ext>
              </a:extLst>
            </p:cNvPr>
            <p:cNvSpPr/>
            <p:nvPr/>
          </p:nvSpPr>
          <p:spPr>
            <a:xfrm>
              <a:off x="5070267" y="4934858"/>
              <a:ext cx="1645946" cy="780"/>
            </a:xfrm>
            <a:custGeom>
              <a:avLst/>
              <a:gdLst>
                <a:gd name="csX0" fmla="*/ 0 w 1645946"/>
                <a:gd name="csY0" fmla="*/ 0 h 780"/>
                <a:gd name="csX1" fmla="*/ 1645947 w 1645946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5946" h="780">
                  <a:moveTo>
                    <a:pt x="0" y="0"/>
                  </a:moveTo>
                  <a:lnTo>
                    <a:pt x="1645947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6" name="Freeform 3555">
              <a:extLst>
                <a:ext uri="{FF2B5EF4-FFF2-40B4-BE49-F238E27FC236}">
                  <a16:creationId xmlns:a16="http://schemas.microsoft.com/office/drawing/2014/main" id="{81B85943-4601-2DF5-6BD0-E9BFB8CD676F}"/>
                </a:ext>
              </a:extLst>
            </p:cNvPr>
            <p:cNvSpPr/>
            <p:nvPr/>
          </p:nvSpPr>
          <p:spPr>
            <a:xfrm>
              <a:off x="5070267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7" name="Freeform 3556">
              <a:extLst>
                <a:ext uri="{FF2B5EF4-FFF2-40B4-BE49-F238E27FC236}">
                  <a16:creationId xmlns:a16="http://schemas.microsoft.com/office/drawing/2014/main" id="{40E90A7F-4073-8FFB-36F0-5478675D5A97}"/>
                </a:ext>
              </a:extLst>
            </p:cNvPr>
            <p:cNvSpPr/>
            <p:nvPr/>
          </p:nvSpPr>
          <p:spPr>
            <a:xfrm>
              <a:off x="5344591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8" name="Freeform 3557">
              <a:extLst>
                <a:ext uri="{FF2B5EF4-FFF2-40B4-BE49-F238E27FC236}">
                  <a16:creationId xmlns:a16="http://schemas.microsoft.com/office/drawing/2014/main" id="{CD76E062-8A62-393E-EE1C-2C2A457FF1B2}"/>
                </a:ext>
              </a:extLst>
            </p:cNvPr>
            <p:cNvSpPr/>
            <p:nvPr/>
          </p:nvSpPr>
          <p:spPr>
            <a:xfrm>
              <a:off x="5618915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C4EF84DD-4C2D-C8B6-BCD5-6CCE1CFD7903}"/>
                </a:ext>
              </a:extLst>
            </p:cNvPr>
            <p:cNvSpPr/>
            <p:nvPr/>
          </p:nvSpPr>
          <p:spPr>
            <a:xfrm>
              <a:off x="5893238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0" name="Freeform 3559">
              <a:extLst>
                <a:ext uri="{FF2B5EF4-FFF2-40B4-BE49-F238E27FC236}">
                  <a16:creationId xmlns:a16="http://schemas.microsoft.com/office/drawing/2014/main" id="{4EDA971D-76BE-8151-EE3F-C449F5654C15}"/>
                </a:ext>
              </a:extLst>
            </p:cNvPr>
            <p:cNvSpPr/>
            <p:nvPr/>
          </p:nvSpPr>
          <p:spPr>
            <a:xfrm>
              <a:off x="6167566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D11A4A01-81B9-C01F-8BD0-C54F64685579}"/>
                </a:ext>
              </a:extLst>
            </p:cNvPr>
            <p:cNvSpPr/>
            <p:nvPr/>
          </p:nvSpPr>
          <p:spPr>
            <a:xfrm>
              <a:off x="6441886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2" name="Freeform 3561">
              <a:extLst>
                <a:ext uri="{FF2B5EF4-FFF2-40B4-BE49-F238E27FC236}">
                  <a16:creationId xmlns:a16="http://schemas.microsoft.com/office/drawing/2014/main" id="{E8A10C02-0A5F-AFBF-32F9-D7EAB4EE9E80}"/>
                </a:ext>
              </a:extLst>
            </p:cNvPr>
            <p:cNvSpPr/>
            <p:nvPr/>
          </p:nvSpPr>
          <p:spPr>
            <a:xfrm>
              <a:off x="6716214" y="4920109"/>
              <a:ext cx="780" cy="14749"/>
            </a:xfrm>
            <a:custGeom>
              <a:avLst/>
              <a:gdLst>
                <a:gd name="csX0" fmla="*/ 0 w 780"/>
                <a:gd name="csY0" fmla="*/ 14749 h 14749"/>
                <a:gd name="csX1" fmla="*/ 0 w 780"/>
                <a:gd name="csY1" fmla="*/ 0 h 14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4749">
                  <a:moveTo>
                    <a:pt x="0" y="14749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3" name="Freeform 3562">
              <a:extLst>
                <a:ext uri="{FF2B5EF4-FFF2-40B4-BE49-F238E27FC236}">
                  <a16:creationId xmlns:a16="http://schemas.microsoft.com/office/drawing/2014/main" id="{64C0078E-B0D5-9E50-013A-FB73A29254EE}"/>
                </a:ext>
              </a:extLst>
            </p:cNvPr>
            <p:cNvSpPr/>
            <p:nvPr/>
          </p:nvSpPr>
          <p:spPr>
            <a:xfrm>
              <a:off x="5050758" y="4965012"/>
              <a:ext cx="39019" cy="60682"/>
            </a:xfrm>
            <a:custGeom>
              <a:avLst/>
              <a:gdLst>
                <a:gd name="csX0" fmla="*/ 0 w 39019"/>
                <a:gd name="csY0" fmla="*/ 0 h 60682"/>
                <a:gd name="csX1" fmla="*/ 39019 w 39019"/>
                <a:gd name="csY1" fmla="*/ 0 h 60682"/>
                <a:gd name="csX2" fmla="*/ 39019 w 39019"/>
                <a:gd name="csY2" fmla="*/ 3496 h 60682"/>
                <a:gd name="csX3" fmla="*/ 16990 w 39019"/>
                <a:gd name="csY3" fmla="*/ 60683 h 60682"/>
                <a:gd name="csX4" fmla="*/ 8413 w 39019"/>
                <a:gd name="csY4" fmla="*/ 60683 h 60682"/>
                <a:gd name="csX5" fmla="*/ 29143 w 39019"/>
                <a:gd name="csY5" fmla="*/ 6906 h 60682"/>
                <a:gd name="csX6" fmla="*/ 0 w 39019"/>
                <a:gd name="csY6" fmla="*/ 6906 h 60682"/>
                <a:gd name="csX7" fmla="*/ 0 w 39019"/>
                <a:gd name="csY7" fmla="*/ 0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9019" h="60682">
                  <a:moveTo>
                    <a:pt x="0" y="0"/>
                  </a:moveTo>
                  <a:lnTo>
                    <a:pt x="39019" y="0"/>
                  </a:lnTo>
                  <a:lnTo>
                    <a:pt x="39019" y="3496"/>
                  </a:lnTo>
                  <a:lnTo>
                    <a:pt x="16990" y="60683"/>
                  </a:lnTo>
                  <a:lnTo>
                    <a:pt x="8413" y="60683"/>
                  </a:lnTo>
                  <a:lnTo>
                    <a:pt x="29143" y="6906"/>
                  </a:lnTo>
                  <a:lnTo>
                    <a:pt x="0" y="69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4" name="Freeform 3563">
              <a:extLst>
                <a:ext uri="{FF2B5EF4-FFF2-40B4-BE49-F238E27FC236}">
                  <a16:creationId xmlns:a16="http://schemas.microsoft.com/office/drawing/2014/main" id="{870100E2-C725-805F-C183-73F9F12158F7}"/>
                </a:ext>
              </a:extLst>
            </p:cNvPr>
            <p:cNvSpPr/>
            <p:nvPr/>
          </p:nvSpPr>
          <p:spPr>
            <a:xfrm>
              <a:off x="5323781" y="4963912"/>
              <a:ext cx="41620" cy="62961"/>
            </a:xfrm>
            <a:custGeom>
              <a:avLst/>
              <a:gdLst>
                <a:gd name="csX0" fmla="*/ 20810 w 41620"/>
                <a:gd name="csY0" fmla="*/ 32963 h 62961"/>
                <a:gd name="csX1" fmla="*/ 11584 w 41620"/>
                <a:gd name="csY1" fmla="*/ 36093 h 62961"/>
                <a:gd name="csX2" fmla="*/ 8251 w 41620"/>
                <a:gd name="csY2" fmla="*/ 44708 h 62961"/>
                <a:gd name="csX3" fmla="*/ 11584 w 41620"/>
                <a:gd name="csY3" fmla="*/ 53331 h 62961"/>
                <a:gd name="csX4" fmla="*/ 20810 w 41620"/>
                <a:gd name="csY4" fmla="*/ 56461 h 62961"/>
                <a:gd name="csX5" fmla="*/ 30037 w 41620"/>
                <a:gd name="csY5" fmla="*/ 53331 h 62961"/>
                <a:gd name="csX6" fmla="*/ 33411 w 41620"/>
                <a:gd name="csY6" fmla="*/ 44708 h 62961"/>
                <a:gd name="csX7" fmla="*/ 30037 w 41620"/>
                <a:gd name="csY7" fmla="*/ 36093 h 62961"/>
                <a:gd name="csX8" fmla="*/ 20810 w 41620"/>
                <a:gd name="csY8" fmla="*/ 32963 h 62961"/>
                <a:gd name="csX9" fmla="*/ 12600 w 41620"/>
                <a:gd name="csY9" fmla="*/ 29467 h 62961"/>
                <a:gd name="csX10" fmla="*/ 4349 w 41620"/>
                <a:gd name="csY10" fmla="*/ 24551 h 62961"/>
                <a:gd name="csX11" fmla="*/ 1423 w 41620"/>
                <a:gd name="csY11" fmla="*/ 15733 h 62961"/>
                <a:gd name="csX12" fmla="*/ 6585 w 41620"/>
                <a:gd name="csY12" fmla="*/ 4230 h 62961"/>
                <a:gd name="csX13" fmla="*/ 20810 w 41620"/>
                <a:gd name="csY13" fmla="*/ 0 h 62961"/>
                <a:gd name="csX14" fmla="*/ 35036 w 41620"/>
                <a:gd name="csY14" fmla="*/ 4230 h 62961"/>
                <a:gd name="csX15" fmla="*/ 40198 w 41620"/>
                <a:gd name="csY15" fmla="*/ 15733 h 62961"/>
                <a:gd name="csX16" fmla="*/ 37230 w 41620"/>
                <a:gd name="csY16" fmla="*/ 24551 h 62961"/>
                <a:gd name="csX17" fmla="*/ 29061 w 41620"/>
                <a:gd name="csY17" fmla="*/ 29467 h 62961"/>
                <a:gd name="csX18" fmla="*/ 38288 w 41620"/>
                <a:gd name="csY18" fmla="*/ 34875 h 62961"/>
                <a:gd name="csX19" fmla="*/ 41620 w 41620"/>
                <a:gd name="csY19" fmla="*/ 44708 h 62961"/>
                <a:gd name="csX20" fmla="*/ 36214 w 41620"/>
                <a:gd name="csY20" fmla="*/ 58248 h 62961"/>
                <a:gd name="csX21" fmla="*/ 20810 w 41620"/>
                <a:gd name="csY21" fmla="*/ 62961 h 62961"/>
                <a:gd name="csX22" fmla="*/ 5365 w 41620"/>
                <a:gd name="csY22" fmla="*/ 58248 h 62961"/>
                <a:gd name="csX23" fmla="*/ 0 w 41620"/>
                <a:gd name="csY23" fmla="*/ 44708 h 62961"/>
                <a:gd name="csX24" fmla="*/ 3333 w 41620"/>
                <a:gd name="csY24" fmla="*/ 34875 h 62961"/>
                <a:gd name="csX25" fmla="*/ 12600 w 41620"/>
                <a:gd name="csY25" fmla="*/ 29467 h 62961"/>
                <a:gd name="csX26" fmla="*/ 9592 w 41620"/>
                <a:gd name="csY26" fmla="*/ 16505 h 62961"/>
                <a:gd name="csX27" fmla="*/ 12519 w 41620"/>
                <a:gd name="csY27" fmla="*/ 23864 h 62961"/>
                <a:gd name="csX28" fmla="*/ 20810 w 41620"/>
                <a:gd name="csY28" fmla="*/ 26502 h 62961"/>
                <a:gd name="csX29" fmla="*/ 29061 w 41620"/>
                <a:gd name="csY29" fmla="*/ 23864 h 62961"/>
                <a:gd name="csX30" fmla="*/ 32069 w 41620"/>
                <a:gd name="csY30" fmla="*/ 16505 h 62961"/>
                <a:gd name="csX31" fmla="*/ 29061 w 41620"/>
                <a:gd name="csY31" fmla="*/ 9146 h 62961"/>
                <a:gd name="csX32" fmla="*/ 20810 w 41620"/>
                <a:gd name="csY32" fmla="*/ 6508 h 62961"/>
                <a:gd name="csX33" fmla="*/ 12519 w 41620"/>
                <a:gd name="csY33" fmla="*/ 9146 h 62961"/>
                <a:gd name="csX34" fmla="*/ 9592 w 41620"/>
                <a:gd name="csY34" fmla="*/ 16505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1620" h="62961">
                  <a:moveTo>
                    <a:pt x="20810" y="32963"/>
                  </a:moveTo>
                  <a:cubicBezTo>
                    <a:pt x="16909" y="32963"/>
                    <a:pt x="13833" y="34006"/>
                    <a:pt x="11584" y="36093"/>
                  </a:cubicBezTo>
                  <a:cubicBezTo>
                    <a:pt x="9362" y="38179"/>
                    <a:pt x="8251" y="41051"/>
                    <a:pt x="8251" y="44708"/>
                  </a:cubicBezTo>
                  <a:cubicBezTo>
                    <a:pt x="8251" y="48371"/>
                    <a:pt x="9362" y="51245"/>
                    <a:pt x="11584" y="53331"/>
                  </a:cubicBezTo>
                  <a:cubicBezTo>
                    <a:pt x="13833" y="55418"/>
                    <a:pt x="16909" y="56461"/>
                    <a:pt x="20810" y="56461"/>
                  </a:cubicBezTo>
                  <a:cubicBezTo>
                    <a:pt x="24712" y="56461"/>
                    <a:pt x="27788" y="55418"/>
                    <a:pt x="30037" y="53331"/>
                  </a:cubicBezTo>
                  <a:cubicBezTo>
                    <a:pt x="32286" y="51214"/>
                    <a:pt x="33411" y="48340"/>
                    <a:pt x="33411" y="44708"/>
                  </a:cubicBezTo>
                  <a:cubicBezTo>
                    <a:pt x="33411" y="41051"/>
                    <a:pt x="32286" y="38179"/>
                    <a:pt x="30037" y="36093"/>
                  </a:cubicBezTo>
                  <a:cubicBezTo>
                    <a:pt x="27815" y="34006"/>
                    <a:pt x="24739" y="32963"/>
                    <a:pt x="20810" y="32963"/>
                  </a:cubicBezTo>
                  <a:moveTo>
                    <a:pt x="12600" y="29467"/>
                  </a:moveTo>
                  <a:cubicBezTo>
                    <a:pt x="9077" y="28604"/>
                    <a:pt x="6327" y="26965"/>
                    <a:pt x="4349" y="24551"/>
                  </a:cubicBezTo>
                  <a:cubicBezTo>
                    <a:pt x="2398" y="22142"/>
                    <a:pt x="1423" y="19203"/>
                    <a:pt x="1423" y="15733"/>
                  </a:cubicBezTo>
                  <a:cubicBezTo>
                    <a:pt x="1423" y="10884"/>
                    <a:pt x="3143" y="7049"/>
                    <a:pt x="6585" y="4230"/>
                  </a:cubicBezTo>
                  <a:cubicBezTo>
                    <a:pt x="10053" y="1410"/>
                    <a:pt x="14795" y="0"/>
                    <a:pt x="20810" y="0"/>
                  </a:cubicBezTo>
                  <a:cubicBezTo>
                    <a:pt x="26853" y="0"/>
                    <a:pt x="31595" y="1410"/>
                    <a:pt x="35036" y="4230"/>
                  </a:cubicBezTo>
                  <a:cubicBezTo>
                    <a:pt x="38477" y="7049"/>
                    <a:pt x="40198" y="10884"/>
                    <a:pt x="40198" y="15733"/>
                  </a:cubicBezTo>
                  <a:cubicBezTo>
                    <a:pt x="40198" y="19203"/>
                    <a:pt x="39209" y="22142"/>
                    <a:pt x="37230" y="24551"/>
                  </a:cubicBezTo>
                  <a:cubicBezTo>
                    <a:pt x="35280" y="26965"/>
                    <a:pt x="32557" y="28604"/>
                    <a:pt x="29061" y="29467"/>
                  </a:cubicBezTo>
                  <a:cubicBezTo>
                    <a:pt x="33017" y="30388"/>
                    <a:pt x="36093" y="32191"/>
                    <a:pt x="38288" y="34875"/>
                  </a:cubicBezTo>
                  <a:cubicBezTo>
                    <a:pt x="40509" y="37560"/>
                    <a:pt x="41620" y="40837"/>
                    <a:pt x="41620" y="44708"/>
                  </a:cubicBezTo>
                  <a:cubicBezTo>
                    <a:pt x="41620" y="50592"/>
                    <a:pt x="39818" y="55105"/>
                    <a:pt x="36214" y="58248"/>
                  </a:cubicBezTo>
                  <a:cubicBezTo>
                    <a:pt x="32638" y="61390"/>
                    <a:pt x="27503" y="62961"/>
                    <a:pt x="20810" y="62961"/>
                  </a:cubicBezTo>
                  <a:cubicBezTo>
                    <a:pt x="14117" y="62961"/>
                    <a:pt x="8969" y="61390"/>
                    <a:pt x="5365" y="58248"/>
                  </a:cubicBezTo>
                  <a:cubicBezTo>
                    <a:pt x="1788" y="55105"/>
                    <a:pt x="0" y="50592"/>
                    <a:pt x="0" y="44708"/>
                  </a:cubicBezTo>
                  <a:cubicBezTo>
                    <a:pt x="0" y="40837"/>
                    <a:pt x="1111" y="37560"/>
                    <a:pt x="3333" y="34875"/>
                  </a:cubicBezTo>
                  <a:cubicBezTo>
                    <a:pt x="5555" y="32191"/>
                    <a:pt x="8644" y="30388"/>
                    <a:pt x="12600" y="29467"/>
                  </a:cubicBezTo>
                  <a:moveTo>
                    <a:pt x="9592" y="16505"/>
                  </a:moveTo>
                  <a:cubicBezTo>
                    <a:pt x="9592" y="19648"/>
                    <a:pt x="10568" y="22100"/>
                    <a:pt x="12519" y="23864"/>
                  </a:cubicBezTo>
                  <a:cubicBezTo>
                    <a:pt x="14497" y="25623"/>
                    <a:pt x="17261" y="26502"/>
                    <a:pt x="20810" y="26502"/>
                  </a:cubicBezTo>
                  <a:cubicBezTo>
                    <a:pt x="24333" y="26502"/>
                    <a:pt x="27083" y="25623"/>
                    <a:pt x="29061" y="23864"/>
                  </a:cubicBezTo>
                  <a:cubicBezTo>
                    <a:pt x="31067" y="22100"/>
                    <a:pt x="32069" y="19648"/>
                    <a:pt x="32069" y="16505"/>
                  </a:cubicBezTo>
                  <a:cubicBezTo>
                    <a:pt x="32069" y="13363"/>
                    <a:pt x="31067" y="10910"/>
                    <a:pt x="29061" y="9146"/>
                  </a:cubicBezTo>
                  <a:cubicBezTo>
                    <a:pt x="27083" y="7388"/>
                    <a:pt x="24333" y="6508"/>
                    <a:pt x="20810" y="6508"/>
                  </a:cubicBezTo>
                  <a:cubicBezTo>
                    <a:pt x="17261" y="6508"/>
                    <a:pt x="14497" y="7388"/>
                    <a:pt x="12519" y="9146"/>
                  </a:cubicBezTo>
                  <a:cubicBezTo>
                    <a:pt x="10568" y="10910"/>
                    <a:pt x="9592" y="13363"/>
                    <a:pt x="9592" y="16505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5" name="Freeform 3564">
              <a:extLst>
                <a:ext uri="{FF2B5EF4-FFF2-40B4-BE49-F238E27FC236}">
                  <a16:creationId xmlns:a16="http://schemas.microsoft.com/office/drawing/2014/main" id="{0712EF37-035F-AC02-0067-6D8080516FF0}"/>
                </a:ext>
              </a:extLst>
            </p:cNvPr>
            <p:cNvSpPr/>
            <p:nvPr/>
          </p:nvSpPr>
          <p:spPr>
            <a:xfrm>
              <a:off x="5597983" y="4963912"/>
              <a:ext cx="41864" cy="62961"/>
            </a:xfrm>
            <a:custGeom>
              <a:avLst/>
              <a:gdLst>
                <a:gd name="csX0" fmla="*/ 3902 w 41864"/>
                <a:gd name="csY0" fmla="*/ 60527 h 62961"/>
                <a:gd name="csX1" fmla="*/ 3902 w 41864"/>
                <a:gd name="csY1" fmla="*/ 53043 h 62961"/>
                <a:gd name="csX2" fmla="*/ 10161 w 41864"/>
                <a:gd name="csY2" fmla="*/ 55282 h 62961"/>
                <a:gd name="csX3" fmla="*/ 16380 w 41864"/>
                <a:gd name="csY3" fmla="*/ 56055 h 62961"/>
                <a:gd name="csX4" fmla="*/ 28777 w 41864"/>
                <a:gd name="csY4" fmla="*/ 50608 h 62961"/>
                <a:gd name="csX5" fmla="*/ 33695 w 41864"/>
                <a:gd name="csY5" fmla="*/ 33986 h 62961"/>
                <a:gd name="csX6" fmla="*/ 27720 w 41864"/>
                <a:gd name="csY6" fmla="*/ 39347 h 62961"/>
                <a:gd name="csX7" fmla="*/ 19712 w 41864"/>
                <a:gd name="csY7" fmla="*/ 41220 h 62961"/>
                <a:gd name="csX8" fmla="*/ 5284 w 41864"/>
                <a:gd name="csY8" fmla="*/ 35726 h 62961"/>
                <a:gd name="csX9" fmla="*/ 0 w 41864"/>
                <a:gd name="csY9" fmla="*/ 20649 h 62961"/>
                <a:gd name="csX10" fmla="*/ 5527 w 41864"/>
                <a:gd name="csY10" fmla="*/ 5650 h 62961"/>
                <a:gd name="csX11" fmla="*/ 20241 w 41864"/>
                <a:gd name="csY11" fmla="*/ 0 h 62961"/>
                <a:gd name="csX12" fmla="*/ 36296 w 41864"/>
                <a:gd name="csY12" fmla="*/ 8093 h 62961"/>
                <a:gd name="csX13" fmla="*/ 41864 w 41864"/>
                <a:gd name="csY13" fmla="*/ 31504 h 62961"/>
                <a:gd name="csX14" fmla="*/ 35036 w 41864"/>
                <a:gd name="csY14" fmla="*/ 54424 h 62961"/>
                <a:gd name="csX15" fmla="*/ 16745 w 41864"/>
                <a:gd name="csY15" fmla="*/ 62961 h 62961"/>
                <a:gd name="csX16" fmla="*/ 10487 w 41864"/>
                <a:gd name="csY16" fmla="*/ 62353 h 62961"/>
                <a:gd name="csX17" fmla="*/ 3902 w 41864"/>
                <a:gd name="csY17" fmla="*/ 60527 h 62961"/>
                <a:gd name="csX18" fmla="*/ 20241 w 41864"/>
                <a:gd name="csY18" fmla="*/ 34797 h 62961"/>
                <a:gd name="csX19" fmla="*/ 28980 w 41864"/>
                <a:gd name="csY19" fmla="*/ 31012 h 62961"/>
                <a:gd name="csX20" fmla="*/ 32231 w 41864"/>
                <a:gd name="csY20" fmla="*/ 20649 h 62961"/>
                <a:gd name="csX21" fmla="*/ 28980 w 41864"/>
                <a:gd name="csY21" fmla="*/ 10325 h 62961"/>
                <a:gd name="csX22" fmla="*/ 20241 w 41864"/>
                <a:gd name="csY22" fmla="*/ 6508 h 62961"/>
                <a:gd name="csX23" fmla="*/ 11462 w 41864"/>
                <a:gd name="csY23" fmla="*/ 10325 h 62961"/>
                <a:gd name="csX24" fmla="*/ 8251 w 41864"/>
                <a:gd name="csY24" fmla="*/ 20649 h 62961"/>
                <a:gd name="csX25" fmla="*/ 11462 w 41864"/>
                <a:gd name="csY25" fmla="*/ 31012 h 62961"/>
                <a:gd name="csX26" fmla="*/ 20241 w 41864"/>
                <a:gd name="csY26" fmla="*/ 34797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1864" h="62961">
                  <a:moveTo>
                    <a:pt x="3902" y="60527"/>
                  </a:moveTo>
                  <a:lnTo>
                    <a:pt x="3902" y="53043"/>
                  </a:lnTo>
                  <a:cubicBezTo>
                    <a:pt x="5961" y="54021"/>
                    <a:pt x="8048" y="54767"/>
                    <a:pt x="10161" y="55282"/>
                  </a:cubicBezTo>
                  <a:cubicBezTo>
                    <a:pt x="12275" y="55797"/>
                    <a:pt x="14348" y="56055"/>
                    <a:pt x="16380" y="56055"/>
                  </a:cubicBezTo>
                  <a:cubicBezTo>
                    <a:pt x="21799" y="56055"/>
                    <a:pt x="25931" y="54239"/>
                    <a:pt x="28777" y="50608"/>
                  </a:cubicBezTo>
                  <a:cubicBezTo>
                    <a:pt x="31649" y="46951"/>
                    <a:pt x="33288" y="41410"/>
                    <a:pt x="33695" y="33986"/>
                  </a:cubicBezTo>
                  <a:cubicBezTo>
                    <a:pt x="32123" y="36311"/>
                    <a:pt x="30131" y="38098"/>
                    <a:pt x="27720" y="39347"/>
                  </a:cubicBezTo>
                  <a:cubicBezTo>
                    <a:pt x="25308" y="40596"/>
                    <a:pt x="22639" y="41220"/>
                    <a:pt x="19712" y="41220"/>
                  </a:cubicBezTo>
                  <a:cubicBezTo>
                    <a:pt x="13643" y="41220"/>
                    <a:pt x="8834" y="39389"/>
                    <a:pt x="5284" y="35726"/>
                  </a:cubicBezTo>
                  <a:cubicBezTo>
                    <a:pt x="1761" y="32043"/>
                    <a:pt x="0" y="27017"/>
                    <a:pt x="0" y="20649"/>
                  </a:cubicBezTo>
                  <a:cubicBezTo>
                    <a:pt x="0" y="14416"/>
                    <a:pt x="1842" y="9417"/>
                    <a:pt x="5527" y="5650"/>
                  </a:cubicBezTo>
                  <a:cubicBezTo>
                    <a:pt x="9213" y="1883"/>
                    <a:pt x="14117" y="0"/>
                    <a:pt x="20241" y="0"/>
                  </a:cubicBezTo>
                  <a:cubicBezTo>
                    <a:pt x="27259" y="0"/>
                    <a:pt x="32611" y="2698"/>
                    <a:pt x="36296" y="8093"/>
                  </a:cubicBezTo>
                  <a:cubicBezTo>
                    <a:pt x="40008" y="13456"/>
                    <a:pt x="41864" y="21260"/>
                    <a:pt x="41864" y="31504"/>
                  </a:cubicBezTo>
                  <a:cubicBezTo>
                    <a:pt x="41864" y="41066"/>
                    <a:pt x="39588" y="48706"/>
                    <a:pt x="35036" y="54424"/>
                  </a:cubicBezTo>
                  <a:cubicBezTo>
                    <a:pt x="30511" y="60115"/>
                    <a:pt x="24414" y="62961"/>
                    <a:pt x="16745" y="62961"/>
                  </a:cubicBezTo>
                  <a:cubicBezTo>
                    <a:pt x="14686" y="62961"/>
                    <a:pt x="12600" y="62758"/>
                    <a:pt x="10487" y="62353"/>
                  </a:cubicBezTo>
                  <a:cubicBezTo>
                    <a:pt x="8373" y="61947"/>
                    <a:pt x="6178" y="61338"/>
                    <a:pt x="3902" y="60527"/>
                  </a:cubicBezTo>
                  <a:moveTo>
                    <a:pt x="20241" y="34797"/>
                  </a:moveTo>
                  <a:cubicBezTo>
                    <a:pt x="23926" y="34797"/>
                    <a:pt x="26839" y="33536"/>
                    <a:pt x="28980" y="31012"/>
                  </a:cubicBezTo>
                  <a:cubicBezTo>
                    <a:pt x="31147" y="28494"/>
                    <a:pt x="32231" y="25040"/>
                    <a:pt x="32231" y="20649"/>
                  </a:cubicBezTo>
                  <a:cubicBezTo>
                    <a:pt x="32231" y="16289"/>
                    <a:pt x="31147" y="12848"/>
                    <a:pt x="28980" y="10325"/>
                  </a:cubicBezTo>
                  <a:cubicBezTo>
                    <a:pt x="26839" y="7780"/>
                    <a:pt x="23926" y="6508"/>
                    <a:pt x="20241" y="6508"/>
                  </a:cubicBezTo>
                  <a:cubicBezTo>
                    <a:pt x="16556" y="6508"/>
                    <a:pt x="13630" y="7780"/>
                    <a:pt x="11462" y="10325"/>
                  </a:cubicBezTo>
                  <a:cubicBezTo>
                    <a:pt x="9321" y="12848"/>
                    <a:pt x="8251" y="16289"/>
                    <a:pt x="8251" y="20649"/>
                  </a:cubicBezTo>
                  <a:cubicBezTo>
                    <a:pt x="8251" y="25040"/>
                    <a:pt x="9321" y="28494"/>
                    <a:pt x="11462" y="31012"/>
                  </a:cubicBezTo>
                  <a:cubicBezTo>
                    <a:pt x="13630" y="33536"/>
                    <a:pt x="16556" y="34797"/>
                    <a:pt x="20241" y="34797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6" name="Freeform 3565">
              <a:extLst>
                <a:ext uri="{FF2B5EF4-FFF2-40B4-BE49-F238E27FC236}">
                  <a16:creationId xmlns:a16="http://schemas.microsoft.com/office/drawing/2014/main" id="{521ADCA0-F5AE-DF55-D203-C2EBEAC272C0}"/>
                </a:ext>
              </a:extLst>
            </p:cNvPr>
            <p:cNvSpPr/>
            <p:nvPr/>
          </p:nvSpPr>
          <p:spPr>
            <a:xfrm>
              <a:off x="5847617" y="4965012"/>
              <a:ext cx="36131" cy="60682"/>
            </a:xfrm>
            <a:custGeom>
              <a:avLst/>
              <a:gdLst>
                <a:gd name="csX0" fmla="*/ 1178 w 36131"/>
                <a:gd name="csY0" fmla="*/ 53776 h 60682"/>
                <a:gd name="csX1" fmla="*/ 14593 w 36131"/>
                <a:gd name="csY1" fmla="*/ 53776 h 60682"/>
                <a:gd name="csX2" fmla="*/ 14593 w 36131"/>
                <a:gd name="csY2" fmla="*/ 7476 h 60682"/>
                <a:gd name="csX3" fmla="*/ 0 w 36131"/>
                <a:gd name="csY3" fmla="*/ 10402 h 60682"/>
                <a:gd name="csX4" fmla="*/ 0 w 36131"/>
                <a:gd name="csY4" fmla="*/ 2926 h 60682"/>
                <a:gd name="csX5" fmla="*/ 14507 w 36131"/>
                <a:gd name="csY5" fmla="*/ 0 h 60682"/>
                <a:gd name="csX6" fmla="*/ 22717 w 36131"/>
                <a:gd name="csY6" fmla="*/ 0 h 60682"/>
                <a:gd name="csX7" fmla="*/ 22717 w 36131"/>
                <a:gd name="csY7" fmla="*/ 53776 h 60682"/>
                <a:gd name="csX8" fmla="*/ 36132 w 36131"/>
                <a:gd name="csY8" fmla="*/ 53776 h 60682"/>
                <a:gd name="csX9" fmla="*/ 36132 w 36131"/>
                <a:gd name="csY9" fmla="*/ 60683 h 60682"/>
                <a:gd name="csX10" fmla="*/ 1178 w 36131"/>
                <a:gd name="csY10" fmla="*/ 60683 h 60682"/>
                <a:gd name="csX11" fmla="*/ 1178 w 36131"/>
                <a:gd name="csY11" fmla="*/ 53776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1" h="60682">
                  <a:moveTo>
                    <a:pt x="1178" y="53776"/>
                  </a:moveTo>
                  <a:lnTo>
                    <a:pt x="14593" y="53776"/>
                  </a:lnTo>
                  <a:lnTo>
                    <a:pt x="14593" y="7476"/>
                  </a:lnTo>
                  <a:lnTo>
                    <a:pt x="0" y="10402"/>
                  </a:lnTo>
                  <a:lnTo>
                    <a:pt x="0" y="2926"/>
                  </a:lnTo>
                  <a:lnTo>
                    <a:pt x="14507" y="0"/>
                  </a:lnTo>
                  <a:lnTo>
                    <a:pt x="22717" y="0"/>
                  </a:lnTo>
                  <a:lnTo>
                    <a:pt x="22717" y="53776"/>
                  </a:lnTo>
                  <a:lnTo>
                    <a:pt x="36132" y="53776"/>
                  </a:lnTo>
                  <a:lnTo>
                    <a:pt x="36132" y="60683"/>
                  </a:lnTo>
                  <a:lnTo>
                    <a:pt x="1178" y="60683"/>
                  </a:lnTo>
                  <a:lnTo>
                    <a:pt x="1178" y="53776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7" name="Freeform 3566">
              <a:extLst>
                <a:ext uri="{FF2B5EF4-FFF2-40B4-BE49-F238E27FC236}">
                  <a16:creationId xmlns:a16="http://schemas.microsoft.com/office/drawing/2014/main" id="{A0EC26C3-AFF4-D66E-6764-452020104ED6}"/>
                </a:ext>
              </a:extLst>
            </p:cNvPr>
            <p:cNvSpPr/>
            <p:nvPr/>
          </p:nvSpPr>
          <p:spPr>
            <a:xfrm>
              <a:off x="5896914" y="4963912"/>
              <a:ext cx="41945" cy="62961"/>
            </a:xfrm>
            <a:custGeom>
              <a:avLst/>
              <a:gdLst>
                <a:gd name="csX0" fmla="*/ 20977 w 41945"/>
                <a:gd name="csY0" fmla="*/ 6508 h 62961"/>
                <a:gd name="csX1" fmla="*/ 11425 w 41945"/>
                <a:gd name="csY1" fmla="*/ 12767 h 62961"/>
                <a:gd name="csX2" fmla="*/ 8256 w 41945"/>
                <a:gd name="csY2" fmla="*/ 31504 h 62961"/>
                <a:gd name="csX3" fmla="*/ 11425 w 41945"/>
                <a:gd name="csY3" fmla="*/ 50241 h 62961"/>
                <a:gd name="csX4" fmla="*/ 20977 w 41945"/>
                <a:gd name="csY4" fmla="*/ 56461 h 62961"/>
                <a:gd name="csX5" fmla="*/ 30529 w 41945"/>
                <a:gd name="csY5" fmla="*/ 50241 h 62961"/>
                <a:gd name="csX6" fmla="*/ 33736 w 41945"/>
                <a:gd name="csY6" fmla="*/ 31504 h 62961"/>
                <a:gd name="csX7" fmla="*/ 30529 w 41945"/>
                <a:gd name="csY7" fmla="*/ 12767 h 62961"/>
                <a:gd name="csX8" fmla="*/ 20977 w 41945"/>
                <a:gd name="csY8" fmla="*/ 6508 h 62961"/>
                <a:gd name="csX9" fmla="*/ 20977 w 41945"/>
                <a:gd name="csY9" fmla="*/ 0 h 62961"/>
                <a:gd name="csX10" fmla="*/ 36545 w 41945"/>
                <a:gd name="csY10" fmla="*/ 8093 h 62961"/>
                <a:gd name="csX11" fmla="*/ 41946 w 41945"/>
                <a:gd name="csY11" fmla="*/ 31504 h 62961"/>
                <a:gd name="csX12" fmla="*/ 36545 w 41945"/>
                <a:gd name="csY12" fmla="*/ 54916 h 62961"/>
                <a:gd name="csX13" fmla="*/ 20977 w 41945"/>
                <a:gd name="csY13" fmla="*/ 62961 h 62961"/>
                <a:gd name="csX14" fmla="*/ 5369 w 41945"/>
                <a:gd name="csY14" fmla="*/ 54916 h 62961"/>
                <a:gd name="csX15" fmla="*/ 0 w 41945"/>
                <a:gd name="csY15" fmla="*/ 31504 h 62961"/>
                <a:gd name="csX16" fmla="*/ 5369 w 41945"/>
                <a:gd name="csY16" fmla="*/ 8093 h 62961"/>
                <a:gd name="csX17" fmla="*/ 20977 w 41945"/>
                <a:gd name="csY17" fmla="*/ 0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61">
                  <a:moveTo>
                    <a:pt x="20977" y="6508"/>
                  </a:moveTo>
                  <a:cubicBezTo>
                    <a:pt x="16747" y="6508"/>
                    <a:pt x="13563" y="8595"/>
                    <a:pt x="11425" y="12767"/>
                  </a:cubicBezTo>
                  <a:cubicBezTo>
                    <a:pt x="9313" y="16913"/>
                    <a:pt x="8256" y="23159"/>
                    <a:pt x="8256" y="31504"/>
                  </a:cubicBezTo>
                  <a:cubicBezTo>
                    <a:pt x="8256" y="39823"/>
                    <a:pt x="9313" y="46069"/>
                    <a:pt x="11425" y="50241"/>
                  </a:cubicBezTo>
                  <a:cubicBezTo>
                    <a:pt x="13563" y="54387"/>
                    <a:pt x="16747" y="56461"/>
                    <a:pt x="20977" y="56461"/>
                  </a:cubicBezTo>
                  <a:cubicBezTo>
                    <a:pt x="25232" y="56461"/>
                    <a:pt x="28416" y="54387"/>
                    <a:pt x="30529" y="50241"/>
                  </a:cubicBezTo>
                  <a:cubicBezTo>
                    <a:pt x="32667" y="46069"/>
                    <a:pt x="33736" y="39823"/>
                    <a:pt x="33736" y="31504"/>
                  </a:cubicBezTo>
                  <a:cubicBezTo>
                    <a:pt x="33736" y="23159"/>
                    <a:pt x="32667" y="16913"/>
                    <a:pt x="30529" y="12767"/>
                  </a:cubicBezTo>
                  <a:cubicBezTo>
                    <a:pt x="28416" y="8595"/>
                    <a:pt x="25232" y="6508"/>
                    <a:pt x="20977" y="6508"/>
                  </a:cubicBezTo>
                  <a:moveTo>
                    <a:pt x="20977" y="0"/>
                  </a:moveTo>
                  <a:cubicBezTo>
                    <a:pt x="27776" y="0"/>
                    <a:pt x="32966" y="2698"/>
                    <a:pt x="36545" y="8093"/>
                  </a:cubicBezTo>
                  <a:cubicBezTo>
                    <a:pt x="40145" y="13456"/>
                    <a:pt x="41946" y="21260"/>
                    <a:pt x="41946" y="31504"/>
                  </a:cubicBezTo>
                  <a:cubicBezTo>
                    <a:pt x="41946" y="41717"/>
                    <a:pt x="40145" y="49520"/>
                    <a:pt x="36545" y="54916"/>
                  </a:cubicBezTo>
                  <a:cubicBezTo>
                    <a:pt x="32966" y="60279"/>
                    <a:pt x="27776" y="62961"/>
                    <a:pt x="20977" y="62961"/>
                  </a:cubicBezTo>
                  <a:cubicBezTo>
                    <a:pt x="14177" y="62961"/>
                    <a:pt x="8974" y="60279"/>
                    <a:pt x="5369" y="54916"/>
                  </a:cubicBezTo>
                  <a:cubicBezTo>
                    <a:pt x="1790" y="49520"/>
                    <a:pt x="0" y="41717"/>
                    <a:pt x="0" y="31504"/>
                  </a:cubicBezTo>
                  <a:cubicBezTo>
                    <a:pt x="0" y="21260"/>
                    <a:pt x="1790" y="13456"/>
                    <a:pt x="5369" y="8093"/>
                  </a:cubicBezTo>
                  <a:cubicBezTo>
                    <a:pt x="8974" y="2698"/>
                    <a:pt x="14177" y="0"/>
                    <a:pt x="20977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8" name="Freeform 3567">
              <a:extLst>
                <a:ext uri="{FF2B5EF4-FFF2-40B4-BE49-F238E27FC236}">
                  <a16:creationId xmlns:a16="http://schemas.microsoft.com/office/drawing/2014/main" id="{53FDE674-D43B-4D6B-EF65-BB01BEE58C10}"/>
                </a:ext>
              </a:extLst>
            </p:cNvPr>
            <p:cNvSpPr/>
            <p:nvPr/>
          </p:nvSpPr>
          <p:spPr>
            <a:xfrm>
              <a:off x="6123014" y="4965012"/>
              <a:ext cx="36131" cy="60682"/>
            </a:xfrm>
            <a:custGeom>
              <a:avLst/>
              <a:gdLst>
                <a:gd name="csX0" fmla="*/ 1178 w 36131"/>
                <a:gd name="csY0" fmla="*/ 53776 h 60682"/>
                <a:gd name="csX1" fmla="*/ 14593 w 36131"/>
                <a:gd name="csY1" fmla="*/ 53776 h 60682"/>
                <a:gd name="csX2" fmla="*/ 14593 w 36131"/>
                <a:gd name="csY2" fmla="*/ 7476 h 60682"/>
                <a:gd name="csX3" fmla="*/ 0 w 36131"/>
                <a:gd name="csY3" fmla="*/ 10402 h 60682"/>
                <a:gd name="csX4" fmla="*/ 0 w 36131"/>
                <a:gd name="csY4" fmla="*/ 2926 h 60682"/>
                <a:gd name="csX5" fmla="*/ 14515 w 36131"/>
                <a:gd name="csY5" fmla="*/ 0 h 60682"/>
                <a:gd name="csX6" fmla="*/ 22725 w 36131"/>
                <a:gd name="csY6" fmla="*/ 0 h 60682"/>
                <a:gd name="csX7" fmla="*/ 22725 w 36131"/>
                <a:gd name="csY7" fmla="*/ 53776 h 60682"/>
                <a:gd name="csX8" fmla="*/ 36132 w 36131"/>
                <a:gd name="csY8" fmla="*/ 53776 h 60682"/>
                <a:gd name="csX9" fmla="*/ 36132 w 36131"/>
                <a:gd name="csY9" fmla="*/ 60683 h 60682"/>
                <a:gd name="csX10" fmla="*/ 1178 w 36131"/>
                <a:gd name="csY10" fmla="*/ 60683 h 60682"/>
                <a:gd name="csX11" fmla="*/ 1178 w 36131"/>
                <a:gd name="csY11" fmla="*/ 53776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1" h="60682">
                  <a:moveTo>
                    <a:pt x="1178" y="53776"/>
                  </a:moveTo>
                  <a:lnTo>
                    <a:pt x="14593" y="53776"/>
                  </a:lnTo>
                  <a:lnTo>
                    <a:pt x="14593" y="7476"/>
                  </a:lnTo>
                  <a:lnTo>
                    <a:pt x="0" y="10402"/>
                  </a:lnTo>
                  <a:lnTo>
                    <a:pt x="0" y="2926"/>
                  </a:lnTo>
                  <a:lnTo>
                    <a:pt x="14515" y="0"/>
                  </a:lnTo>
                  <a:lnTo>
                    <a:pt x="22725" y="0"/>
                  </a:lnTo>
                  <a:lnTo>
                    <a:pt x="22725" y="53776"/>
                  </a:lnTo>
                  <a:lnTo>
                    <a:pt x="36132" y="53776"/>
                  </a:lnTo>
                  <a:lnTo>
                    <a:pt x="36132" y="60683"/>
                  </a:lnTo>
                  <a:lnTo>
                    <a:pt x="1178" y="60683"/>
                  </a:lnTo>
                  <a:lnTo>
                    <a:pt x="1178" y="53776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9" name="Freeform 3568">
              <a:extLst>
                <a:ext uri="{FF2B5EF4-FFF2-40B4-BE49-F238E27FC236}">
                  <a16:creationId xmlns:a16="http://schemas.microsoft.com/office/drawing/2014/main" id="{B6F62980-DFBF-E183-ECDF-0CDB388265F0}"/>
                </a:ext>
              </a:extLst>
            </p:cNvPr>
            <p:cNvSpPr/>
            <p:nvPr/>
          </p:nvSpPr>
          <p:spPr>
            <a:xfrm>
              <a:off x="6175979" y="4965012"/>
              <a:ext cx="36131" cy="60682"/>
            </a:xfrm>
            <a:custGeom>
              <a:avLst/>
              <a:gdLst>
                <a:gd name="csX0" fmla="*/ 1178 w 36131"/>
                <a:gd name="csY0" fmla="*/ 53776 h 60682"/>
                <a:gd name="csX1" fmla="*/ 14585 w 36131"/>
                <a:gd name="csY1" fmla="*/ 53776 h 60682"/>
                <a:gd name="csX2" fmla="*/ 14585 w 36131"/>
                <a:gd name="csY2" fmla="*/ 7476 h 60682"/>
                <a:gd name="csX3" fmla="*/ 0 w 36131"/>
                <a:gd name="csY3" fmla="*/ 10402 h 60682"/>
                <a:gd name="csX4" fmla="*/ 0 w 36131"/>
                <a:gd name="csY4" fmla="*/ 2926 h 60682"/>
                <a:gd name="csX5" fmla="*/ 14507 w 36131"/>
                <a:gd name="csY5" fmla="*/ 0 h 60682"/>
                <a:gd name="csX6" fmla="*/ 22717 w 36131"/>
                <a:gd name="csY6" fmla="*/ 0 h 60682"/>
                <a:gd name="csX7" fmla="*/ 22717 w 36131"/>
                <a:gd name="csY7" fmla="*/ 53776 h 60682"/>
                <a:gd name="csX8" fmla="*/ 36132 w 36131"/>
                <a:gd name="csY8" fmla="*/ 53776 h 60682"/>
                <a:gd name="csX9" fmla="*/ 36132 w 36131"/>
                <a:gd name="csY9" fmla="*/ 60683 h 60682"/>
                <a:gd name="csX10" fmla="*/ 1178 w 36131"/>
                <a:gd name="csY10" fmla="*/ 60683 h 60682"/>
                <a:gd name="csX11" fmla="*/ 1178 w 36131"/>
                <a:gd name="csY11" fmla="*/ 53776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1" h="60682">
                  <a:moveTo>
                    <a:pt x="1178" y="53776"/>
                  </a:moveTo>
                  <a:lnTo>
                    <a:pt x="14585" y="53776"/>
                  </a:lnTo>
                  <a:lnTo>
                    <a:pt x="14585" y="7476"/>
                  </a:lnTo>
                  <a:lnTo>
                    <a:pt x="0" y="10402"/>
                  </a:lnTo>
                  <a:lnTo>
                    <a:pt x="0" y="2926"/>
                  </a:lnTo>
                  <a:lnTo>
                    <a:pt x="14507" y="0"/>
                  </a:lnTo>
                  <a:lnTo>
                    <a:pt x="22717" y="0"/>
                  </a:lnTo>
                  <a:lnTo>
                    <a:pt x="22717" y="53776"/>
                  </a:lnTo>
                  <a:lnTo>
                    <a:pt x="36132" y="53776"/>
                  </a:lnTo>
                  <a:lnTo>
                    <a:pt x="36132" y="60683"/>
                  </a:lnTo>
                  <a:lnTo>
                    <a:pt x="1178" y="60683"/>
                  </a:lnTo>
                  <a:lnTo>
                    <a:pt x="1178" y="53776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0" name="Freeform 3569">
              <a:extLst>
                <a:ext uri="{FF2B5EF4-FFF2-40B4-BE49-F238E27FC236}">
                  <a16:creationId xmlns:a16="http://schemas.microsoft.com/office/drawing/2014/main" id="{D7A783C3-A477-57D1-03F3-B7A86A94F2B1}"/>
                </a:ext>
              </a:extLst>
            </p:cNvPr>
            <p:cNvSpPr/>
            <p:nvPr/>
          </p:nvSpPr>
          <p:spPr>
            <a:xfrm>
              <a:off x="6397662" y="4965012"/>
              <a:ext cx="36139" cy="60682"/>
            </a:xfrm>
            <a:custGeom>
              <a:avLst/>
              <a:gdLst>
                <a:gd name="csX0" fmla="*/ 1178 w 36139"/>
                <a:gd name="csY0" fmla="*/ 53776 h 60682"/>
                <a:gd name="csX1" fmla="*/ 14593 w 36139"/>
                <a:gd name="csY1" fmla="*/ 53776 h 60682"/>
                <a:gd name="csX2" fmla="*/ 14593 w 36139"/>
                <a:gd name="csY2" fmla="*/ 7476 h 60682"/>
                <a:gd name="csX3" fmla="*/ 0 w 36139"/>
                <a:gd name="csY3" fmla="*/ 10402 h 60682"/>
                <a:gd name="csX4" fmla="*/ 0 w 36139"/>
                <a:gd name="csY4" fmla="*/ 2926 h 60682"/>
                <a:gd name="csX5" fmla="*/ 14515 w 36139"/>
                <a:gd name="csY5" fmla="*/ 0 h 60682"/>
                <a:gd name="csX6" fmla="*/ 22725 w 36139"/>
                <a:gd name="csY6" fmla="*/ 0 h 60682"/>
                <a:gd name="csX7" fmla="*/ 22725 w 36139"/>
                <a:gd name="csY7" fmla="*/ 53776 h 60682"/>
                <a:gd name="csX8" fmla="*/ 36139 w 36139"/>
                <a:gd name="csY8" fmla="*/ 53776 h 60682"/>
                <a:gd name="csX9" fmla="*/ 36139 w 36139"/>
                <a:gd name="csY9" fmla="*/ 60683 h 60682"/>
                <a:gd name="csX10" fmla="*/ 1178 w 36139"/>
                <a:gd name="csY10" fmla="*/ 60683 h 60682"/>
                <a:gd name="csX11" fmla="*/ 1178 w 36139"/>
                <a:gd name="csY11" fmla="*/ 53776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9" h="60682">
                  <a:moveTo>
                    <a:pt x="1178" y="53776"/>
                  </a:moveTo>
                  <a:lnTo>
                    <a:pt x="14593" y="53776"/>
                  </a:lnTo>
                  <a:lnTo>
                    <a:pt x="14593" y="7476"/>
                  </a:lnTo>
                  <a:lnTo>
                    <a:pt x="0" y="10402"/>
                  </a:lnTo>
                  <a:lnTo>
                    <a:pt x="0" y="2926"/>
                  </a:lnTo>
                  <a:lnTo>
                    <a:pt x="14515" y="0"/>
                  </a:lnTo>
                  <a:lnTo>
                    <a:pt x="22725" y="0"/>
                  </a:lnTo>
                  <a:lnTo>
                    <a:pt x="22725" y="53776"/>
                  </a:lnTo>
                  <a:lnTo>
                    <a:pt x="36139" y="53776"/>
                  </a:lnTo>
                  <a:lnTo>
                    <a:pt x="36139" y="60683"/>
                  </a:lnTo>
                  <a:lnTo>
                    <a:pt x="1178" y="60683"/>
                  </a:lnTo>
                  <a:lnTo>
                    <a:pt x="1178" y="53776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1" name="Freeform 3570">
              <a:extLst>
                <a:ext uri="{FF2B5EF4-FFF2-40B4-BE49-F238E27FC236}">
                  <a16:creationId xmlns:a16="http://schemas.microsoft.com/office/drawing/2014/main" id="{94639E0A-6068-431E-26AD-377DD4E1D91E}"/>
                </a:ext>
              </a:extLst>
            </p:cNvPr>
            <p:cNvSpPr/>
            <p:nvPr/>
          </p:nvSpPr>
          <p:spPr>
            <a:xfrm>
              <a:off x="6447575" y="4963912"/>
              <a:ext cx="38535" cy="61782"/>
            </a:xfrm>
            <a:custGeom>
              <a:avLst/>
              <a:gdLst>
                <a:gd name="csX0" fmla="*/ 9880 w 38535"/>
                <a:gd name="csY0" fmla="*/ 54877 h 61782"/>
                <a:gd name="csX1" fmla="*/ 38535 w 38535"/>
                <a:gd name="csY1" fmla="*/ 54877 h 61782"/>
                <a:gd name="csX2" fmla="*/ 38535 w 38535"/>
                <a:gd name="csY2" fmla="*/ 61783 h 61782"/>
                <a:gd name="csX3" fmla="*/ 0 w 38535"/>
                <a:gd name="csY3" fmla="*/ 61783 h 61782"/>
                <a:gd name="csX4" fmla="*/ 0 w 38535"/>
                <a:gd name="csY4" fmla="*/ 54877 h 61782"/>
                <a:gd name="csX5" fmla="*/ 12720 w 38535"/>
                <a:gd name="csY5" fmla="*/ 41907 h 61782"/>
                <a:gd name="csX6" fmla="*/ 22889 w 38535"/>
                <a:gd name="csY6" fmla="*/ 31379 h 61782"/>
                <a:gd name="csX7" fmla="*/ 28375 w 38535"/>
                <a:gd name="csY7" fmla="*/ 23903 h 61782"/>
                <a:gd name="csX8" fmla="*/ 29959 w 38535"/>
                <a:gd name="csY8" fmla="*/ 17847 h 61782"/>
                <a:gd name="csX9" fmla="*/ 26541 w 38535"/>
                <a:gd name="csY9" fmla="*/ 9958 h 61782"/>
                <a:gd name="csX10" fmla="*/ 17722 w 38535"/>
                <a:gd name="csY10" fmla="*/ 6914 h 61782"/>
                <a:gd name="csX11" fmla="*/ 9552 w 38535"/>
                <a:gd name="csY11" fmla="*/ 8257 h 61782"/>
                <a:gd name="csX12" fmla="*/ 406 w 38535"/>
                <a:gd name="csY12" fmla="*/ 12314 h 61782"/>
                <a:gd name="csX13" fmla="*/ 406 w 38535"/>
                <a:gd name="csY13" fmla="*/ 4027 h 61782"/>
                <a:gd name="csX14" fmla="*/ 9677 w 38535"/>
                <a:gd name="csY14" fmla="*/ 1022 h 61782"/>
                <a:gd name="csX15" fmla="*/ 17559 w 38535"/>
                <a:gd name="csY15" fmla="*/ 0 h 61782"/>
                <a:gd name="csX16" fmla="*/ 32597 w 38535"/>
                <a:gd name="csY16" fmla="*/ 4721 h 61782"/>
                <a:gd name="csX17" fmla="*/ 38207 w 38535"/>
                <a:gd name="csY17" fmla="*/ 17317 h 61782"/>
                <a:gd name="csX18" fmla="*/ 36787 w 38535"/>
                <a:gd name="csY18" fmla="*/ 24434 h 61782"/>
                <a:gd name="csX19" fmla="*/ 31707 w 38535"/>
                <a:gd name="csY19" fmla="*/ 32316 h 61782"/>
                <a:gd name="csX20" fmla="*/ 25245 w 38535"/>
                <a:gd name="csY20" fmla="*/ 39144 h 61782"/>
                <a:gd name="csX21" fmla="*/ 9880 w 38535"/>
                <a:gd name="csY21" fmla="*/ 54877 h 617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535" h="61782">
                  <a:moveTo>
                    <a:pt x="9880" y="54877"/>
                  </a:moveTo>
                  <a:lnTo>
                    <a:pt x="38535" y="54877"/>
                  </a:lnTo>
                  <a:lnTo>
                    <a:pt x="38535" y="61783"/>
                  </a:lnTo>
                  <a:lnTo>
                    <a:pt x="0" y="61783"/>
                  </a:lnTo>
                  <a:lnTo>
                    <a:pt x="0" y="54877"/>
                  </a:lnTo>
                  <a:cubicBezTo>
                    <a:pt x="3116" y="51651"/>
                    <a:pt x="7356" y="47328"/>
                    <a:pt x="12720" y="41907"/>
                  </a:cubicBezTo>
                  <a:cubicBezTo>
                    <a:pt x="18115" y="36460"/>
                    <a:pt x="21505" y="32950"/>
                    <a:pt x="22889" y="31379"/>
                  </a:cubicBezTo>
                  <a:cubicBezTo>
                    <a:pt x="25516" y="28424"/>
                    <a:pt x="27345" y="25932"/>
                    <a:pt x="28375" y="23903"/>
                  </a:cubicBezTo>
                  <a:cubicBezTo>
                    <a:pt x="29431" y="21843"/>
                    <a:pt x="29959" y="19824"/>
                    <a:pt x="29959" y="17847"/>
                  </a:cubicBezTo>
                  <a:cubicBezTo>
                    <a:pt x="29959" y="14622"/>
                    <a:pt x="28819" y="11992"/>
                    <a:pt x="26541" y="9958"/>
                  </a:cubicBezTo>
                  <a:cubicBezTo>
                    <a:pt x="24293" y="7929"/>
                    <a:pt x="21354" y="6914"/>
                    <a:pt x="17722" y="6914"/>
                  </a:cubicBezTo>
                  <a:cubicBezTo>
                    <a:pt x="15147" y="6914"/>
                    <a:pt x="12424" y="7362"/>
                    <a:pt x="9552" y="8257"/>
                  </a:cubicBezTo>
                  <a:cubicBezTo>
                    <a:pt x="6706" y="9151"/>
                    <a:pt x="3657" y="10504"/>
                    <a:pt x="406" y="12314"/>
                  </a:cubicBezTo>
                  <a:lnTo>
                    <a:pt x="406" y="4027"/>
                  </a:lnTo>
                  <a:cubicBezTo>
                    <a:pt x="3715" y="2700"/>
                    <a:pt x="6805" y="1699"/>
                    <a:pt x="9677" y="1022"/>
                  </a:cubicBezTo>
                  <a:cubicBezTo>
                    <a:pt x="12549" y="341"/>
                    <a:pt x="15176" y="0"/>
                    <a:pt x="17559" y="0"/>
                  </a:cubicBezTo>
                  <a:cubicBezTo>
                    <a:pt x="23848" y="0"/>
                    <a:pt x="28861" y="1574"/>
                    <a:pt x="32597" y="4721"/>
                  </a:cubicBezTo>
                  <a:cubicBezTo>
                    <a:pt x="36337" y="7864"/>
                    <a:pt x="38207" y="12062"/>
                    <a:pt x="38207" y="17317"/>
                  </a:cubicBezTo>
                  <a:cubicBezTo>
                    <a:pt x="38207" y="19809"/>
                    <a:pt x="37734" y="22181"/>
                    <a:pt x="36787" y="24434"/>
                  </a:cubicBezTo>
                  <a:cubicBezTo>
                    <a:pt x="35866" y="26655"/>
                    <a:pt x="34173" y="29283"/>
                    <a:pt x="31707" y="32316"/>
                  </a:cubicBezTo>
                  <a:cubicBezTo>
                    <a:pt x="31030" y="33101"/>
                    <a:pt x="28877" y="35377"/>
                    <a:pt x="25245" y="39144"/>
                  </a:cubicBezTo>
                  <a:cubicBezTo>
                    <a:pt x="21614" y="42885"/>
                    <a:pt x="16492" y="48129"/>
                    <a:pt x="9880" y="54877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2" name="Freeform 3571">
              <a:extLst>
                <a:ext uri="{FF2B5EF4-FFF2-40B4-BE49-F238E27FC236}">
                  <a16:creationId xmlns:a16="http://schemas.microsoft.com/office/drawing/2014/main" id="{640BE0F3-A4D4-3518-130A-7FB22B0D6A53}"/>
                </a:ext>
              </a:extLst>
            </p:cNvPr>
            <p:cNvSpPr/>
            <p:nvPr/>
          </p:nvSpPr>
          <p:spPr>
            <a:xfrm>
              <a:off x="6671155" y="4965012"/>
              <a:ext cx="36131" cy="60682"/>
            </a:xfrm>
            <a:custGeom>
              <a:avLst/>
              <a:gdLst>
                <a:gd name="csX0" fmla="*/ 1178 w 36131"/>
                <a:gd name="csY0" fmla="*/ 53776 h 60682"/>
                <a:gd name="csX1" fmla="*/ 14593 w 36131"/>
                <a:gd name="csY1" fmla="*/ 53776 h 60682"/>
                <a:gd name="csX2" fmla="*/ 14593 w 36131"/>
                <a:gd name="csY2" fmla="*/ 7476 h 60682"/>
                <a:gd name="csX3" fmla="*/ 0 w 36131"/>
                <a:gd name="csY3" fmla="*/ 10402 h 60682"/>
                <a:gd name="csX4" fmla="*/ 0 w 36131"/>
                <a:gd name="csY4" fmla="*/ 2926 h 60682"/>
                <a:gd name="csX5" fmla="*/ 14515 w 36131"/>
                <a:gd name="csY5" fmla="*/ 0 h 60682"/>
                <a:gd name="csX6" fmla="*/ 22725 w 36131"/>
                <a:gd name="csY6" fmla="*/ 0 h 60682"/>
                <a:gd name="csX7" fmla="*/ 22725 w 36131"/>
                <a:gd name="csY7" fmla="*/ 53776 h 60682"/>
                <a:gd name="csX8" fmla="*/ 36132 w 36131"/>
                <a:gd name="csY8" fmla="*/ 53776 h 60682"/>
                <a:gd name="csX9" fmla="*/ 36132 w 36131"/>
                <a:gd name="csY9" fmla="*/ 60683 h 60682"/>
                <a:gd name="csX10" fmla="*/ 1178 w 36131"/>
                <a:gd name="csY10" fmla="*/ 60683 h 60682"/>
                <a:gd name="csX11" fmla="*/ 1178 w 36131"/>
                <a:gd name="csY11" fmla="*/ 53776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1" h="60682">
                  <a:moveTo>
                    <a:pt x="1178" y="53776"/>
                  </a:moveTo>
                  <a:lnTo>
                    <a:pt x="14593" y="53776"/>
                  </a:lnTo>
                  <a:lnTo>
                    <a:pt x="14593" y="7476"/>
                  </a:lnTo>
                  <a:lnTo>
                    <a:pt x="0" y="10402"/>
                  </a:lnTo>
                  <a:lnTo>
                    <a:pt x="0" y="2926"/>
                  </a:lnTo>
                  <a:lnTo>
                    <a:pt x="14515" y="0"/>
                  </a:lnTo>
                  <a:lnTo>
                    <a:pt x="22725" y="0"/>
                  </a:lnTo>
                  <a:lnTo>
                    <a:pt x="22725" y="53776"/>
                  </a:lnTo>
                  <a:lnTo>
                    <a:pt x="36132" y="53776"/>
                  </a:lnTo>
                  <a:lnTo>
                    <a:pt x="36132" y="60683"/>
                  </a:lnTo>
                  <a:lnTo>
                    <a:pt x="1178" y="60683"/>
                  </a:lnTo>
                  <a:lnTo>
                    <a:pt x="1178" y="53776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3" name="Freeform 3572">
              <a:extLst>
                <a:ext uri="{FF2B5EF4-FFF2-40B4-BE49-F238E27FC236}">
                  <a16:creationId xmlns:a16="http://schemas.microsoft.com/office/drawing/2014/main" id="{E47009DB-E2F1-28B1-6ED2-B19543A780C2}"/>
                </a:ext>
              </a:extLst>
            </p:cNvPr>
            <p:cNvSpPr/>
            <p:nvPr/>
          </p:nvSpPr>
          <p:spPr>
            <a:xfrm>
              <a:off x="6721310" y="4963912"/>
              <a:ext cx="39955" cy="62961"/>
            </a:xfrm>
            <a:custGeom>
              <a:avLst/>
              <a:gdLst>
                <a:gd name="csX0" fmla="*/ 27438 w 39955"/>
                <a:gd name="csY0" fmla="*/ 29061 h 62961"/>
                <a:gd name="csX1" fmla="*/ 36623 w 39955"/>
                <a:gd name="csY1" fmla="*/ 34306 h 62961"/>
                <a:gd name="csX2" fmla="*/ 39956 w 39955"/>
                <a:gd name="csY2" fmla="*/ 44146 h 62961"/>
                <a:gd name="csX3" fmla="*/ 33775 w 39955"/>
                <a:gd name="csY3" fmla="*/ 58045 h 62961"/>
                <a:gd name="csX4" fmla="*/ 16216 w 39955"/>
                <a:gd name="csY4" fmla="*/ 62961 h 62961"/>
                <a:gd name="csX5" fmla="*/ 8334 w 39955"/>
                <a:gd name="csY5" fmla="*/ 62189 h 62961"/>
                <a:gd name="csX6" fmla="*/ 0 w 39955"/>
                <a:gd name="csY6" fmla="*/ 59957 h 62961"/>
                <a:gd name="csX7" fmla="*/ 0 w 39955"/>
                <a:gd name="csY7" fmla="*/ 52028 h 62961"/>
                <a:gd name="csX8" fmla="*/ 7484 w 39955"/>
                <a:gd name="csY8" fmla="*/ 55033 h 62961"/>
                <a:gd name="csX9" fmla="*/ 15974 w 39955"/>
                <a:gd name="csY9" fmla="*/ 56055 h 62961"/>
                <a:gd name="csX10" fmla="*/ 27719 w 39955"/>
                <a:gd name="csY10" fmla="*/ 53004 h 62961"/>
                <a:gd name="csX11" fmla="*/ 31785 w 39955"/>
                <a:gd name="csY11" fmla="*/ 44146 h 62961"/>
                <a:gd name="csX12" fmla="*/ 28008 w 39955"/>
                <a:gd name="csY12" fmla="*/ 35773 h 62961"/>
                <a:gd name="csX13" fmla="*/ 17559 w 39955"/>
                <a:gd name="csY13" fmla="*/ 32721 h 62961"/>
                <a:gd name="csX14" fmla="*/ 10488 w 39955"/>
                <a:gd name="csY14" fmla="*/ 32721 h 62961"/>
                <a:gd name="csX15" fmla="*/ 10488 w 39955"/>
                <a:gd name="csY15" fmla="*/ 25971 h 62961"/>
                <a:gd name="csX16" fmla="*/ 17886 w 39955"/>
                <a:gd name="csY16" fmla="*/ 25971 h 62961"/>
                <a:gd name="csX17" fmla="*/ 27150 w 39955"/>
                <a:gd name="csY17" fmla="*/ 23575 h 62961"/>
                <a:gd name="csX18" fmla="*/ 30365 w 39955"/>
                <a:gd name="csY18" fmla="*/ 16583 h 62961"/>
                <a:gd name="csX19" fmla="*/ 27032 w 39955"/>
                <a:gd name="csY19" fmla="*/ 9435 h 62961"/>
                <a:gd name="csX20" fmla="*/ 17559 w 39955"/>
                <a:gd name="csY20" fmla="*/ 6914 h 62961"/>
                <a:gd name="csX21" fmla="*/ 10324 w 39955"/>
                <a:gd name="csY21" fmla="*/ 7648 h 62961"/>
                <a:gd name="csX22" fmla="*/ 1834 w 39955"/>
                <a:gd name="csY22" fmla="*/ 9919 h 62961"/>
                <a:gd name="csX23" fmla="*/ 1834 w 39955"/>
                <a:gd name="csY23" fmla="*/ 2607 h 62961"/>
                <a:gd name="csX24" fmla="*/ 10566 w 39955"/>
                <a:gd name="csY24" fmla="*/ 656 h 62961"/>
                <a:gd name="csX25" fmla="*/ 18292 w 39955"/>
                <a:gd name="csY25" fmla="*/ 0 h 62961"/>
                <a:gd name="csX26" fmla="*/ 33088 w 39955"/>
                <a:gd name="csY26" fmla="*/ 4269 h 62961"/>
                <a:gd name="csX27" fmla="*/ 38535 w 39955"/>
                <a:gd name="csY27" fmla="*/ 15733 h 62961"/>
                <a:gd name="csX28" fmla="*/ 35648 w 39955"/>
                <a:gd name="csY28" fmla="*/ 24270 h 62961"/>
                <a:gd name="csX29" fmla="*/ 27438 w 39955"/>
                <a:gd name="csY29" fmla="*/ 29061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9955" h="62961">
                  <a:moveTo>
                    <a:pt x="27438" y="29061"/>
                  </a:moveTo>
                  <a:cubicBezTo>
                    <a:pt x="31366" y="29904"/>
                    <a:pt x="34428" y="31652"/>
                    <a:pt x="36623" y="34306"/>
                  </a:cubicBezTo>
                  <a:cubicBezTo>
                    <a:pt x="38845" y="36964"/>
                    <a:pt x="39956" y="40244"/>
                    <a:pt x="39956" y="44146"/>
                  </a:cubicBezTo>
                  <a:cubicBezTo>
                    <a:pt x="39956" y="50134"/>
                    <a:pt x="37895" y="54767"/>
                    <a:pt x="33775" y="58045"/>
                  </a:cubicBezTo>
                  <a:cubicBezTo>
                    <a:pt x="29660" y="61323"/>
                    <a:pt x="23807" y="62961"/>
                    <a:pt x="16216" y="62961"/>
                  </a:cubicBezTo>
                  <a:cubicBezTo>
                    <a:pt x="13672" y="62961"/>
                    <a:pt x="11045" y="62704"/>
                    <a:pt x="8334" y="62189"/>
                  </a:cubicBezTo>
                  <a:cubicBezTo>
                    <a:pt x="5650" y="61700"/>
                    <a:pt x="2872" y="60956"/>
                    <a:pt x="0" y="59957"/>
                  </a:cubicBezTo>
                  <a:lnTo>
                    <a:pt x="0" y="52028"/>
                  </a:lnTo>
                  <a:cubicBezTo>
                    <a:pt x="2279" y="53355"/>
                    <a:pt x="4773" y="54356"/>
                    <a:pt x="7484" y="55033"/>
                  </a:cubicBezTo>
                  <a:cubicBezTo>
                    <a:pt x="10189" y="55714"/>
                    <a:pt x="13019" y="56055"/>
                    <a:pt x="15974" y="56055"/>
                  </a:cubicBezTo>
                  <a:cubicBezTo>
                    <a:pt x="21125" y="56055"/>
                    <a:pt x="25040" y="55038"/>
                    <a:pt x="27719" y="53004"/>
                  </a:cubicBezTo>
                  <a:cubicBezTo>
                    <a:pt x="30430" y="50969"/>
                    <a:pt x="31785" y="48017"/>
                    <a:pt x="31785" y="44146"/>
                  </a:cubicBezTo>
                  <a:cubicBezTo>
                    <a:pt x="31785" y="40567"/>
                    <a:pt x="30526" y="37776"/>
                    <a:pt x="28008" y="35773"/>
                  </a:cubicBezTo>
                  <a:cubicBezTo>
                    <a:pt x="25516" y="33739"/>
                    <a:pt x="22033" y="32721"/>
                    <a:pt x="17559" y="32721"/>
                  </a:cubicBezTo>
                  <a:lnTo>
                    <a:pt x="10488" y="32721"/>
                  </a:lnTo>
                  <a:lnTo>
                    <a:pt x="10488" y="25971"/>
                  </a:lnTo>
                  <a:lnTo>
                    <a:pt x="17886" y="25971"/>
                  </a:lnTo>
                  <a:cubicBezTo>
                    <a:pt x="21923" y="25971"/>
                    <a:pt x="25011" y="25173"/>
                    <a:pt x="27150" y="23575"/>
                  </a:cubicBezTo>
                  <a:cubicBezTo>
                    <a:pt x="29293" y="21952"/>
                    <a:pt x="30365" y="19621"/>
                    <a:pt x="30365" y="16583"/>
                  </a:cubicBezTo>
                  <a:cubicBezTo>
                    <a:pt x="30365" y="13467"/>
                    <a:pt x="29254" y="11084"/>
                    <a:pt x="27032" y="9435"/>
                  </a:cubicBezTo>
                  <a:cubicBezTo>
                    <a:pt x="24837" y="7754"/>
                    <a:pt x="21679" y="6914"/>
                    <a:pt x="17559" y="6914"/>
                  </a:cubicBezTo>
                  <a:cubicBezTo>
                    <a:pt x="15311" y="6914"/>
                    <a:pt x="12900" y="7159"/>
                    <a:pt x="10324" y="7648"/>
                  </a:cubicBezTo>
                  <a:cubicBezTo>
                    <a:pt x="7749" y="8132"/>
                    <a:pt x="4919" y="8889"/>
                    <a:pt x="1834" y="9919"/>
                  </a:cubicBezTo>
                  <a:lnTo>
                    <a:pt x="1834" y="2607"/>
                  </a:lnTo>
                  <a:cubicBezTo>
                    <a:pt x="4950" y="1738"/>
                    <a:pt x="7861" y="1087"/>
                    <a:pt x="10566" y="656"/>
                  </a:cubicBezTo>
                  <a:cubicBezTo>
                    <a:pt x="13303" y="219"/>
                    <a:pt x="15878" y="0"/>
                    <a:pt x="18292" y="0"/>
                  </a:cubicBezTo>
                  <a:cubicBezTo>
                    <a:pt x="24525" y="0"/>
                    <a:pt x="29457" y="1423"/>
                    <a:pt x="33088" y="4269"/>
                  </a:cubicBezTo>
                  <a:cubicBezTo>
                    <a:pt x="36720" y="7089"/>
                    <a:pt x="38535" y="10910"/>
                    <a:pt x="38535" y="15733"/>
                  </a:cubicBezTo>
                  <a:cubicBezTo>
                    <a:pt x="38535" y="19093"/>
                    <a:pt x="37573" y="21939"/>
                    <a:pt x="35648" y="24270"/>
                  </a:cubicBezTo>
                  <a:cubicBezTo>
                    <a:pt x="33723" y="26569"/>
                    <a:pt x="30986" y="28167"/>
                    <a:pt x="27438" y="29061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4" name="Freeform 3573">
              <a:extLst>
                <a:ext uri="{FF2B5EF4-FFF2-40B4-BE49-F238E27FC236}">
                  <a16:creationId xmlns:a16="http://schemas.microsoft.com/office/drawing/2014/main" id="{BB86F6BD-A207-8657-C2D1-7F978EB0E79B}"/>
                </a:ext>
              </a:extLst>
            </p:cNvPr>
            <p:cNvSpPr/>
            <p:nvPr/>
          </p:nvSpPr>
          <p:spPr>
            <a:xfrm>
              <a:off x="5871692" y="5073033"/>
              <a:ext cx="39666" cy="42405"/>
            </a:xfrm>
            <a:custGeom>
              <a:avLst/>
              <a:gdLst>
                <a:gd name="csX0" fmla="*/ 39667 w 39666"/>
                <a:gd name="csY0" fmla="*/ 921 h 42405"/>
                <a:gd name="csX1" fmla="*/ 38887 w 39666"/>
                <a:gd name="csY1" fmla="*/ 2606 h 42405"/>
                <a:gd name="csX2" fmla="*/ 35461 w 39666"/>
                <a:gd name="csY2" fmla="*/ 7273 h 42405"/>
                <a:gd name="csX3" fmla="*/ 28749 w 39666"/>
                <a:gd name="csY3" fmla="*/ 14492 h 42405"/>
                <a:gd name="csX4" fmla="*/ 24957 w 39666"/>
                <a:gd name="csY4" fmla="*/ 18097 h 42405"/>
                <a:gd name="csX5" fmla="*/ 21117 w 39666"/>
                <a:gd name="csY5" fmla="*/ 21570 h 42405"/>
                <a:gd name="csX6" fmla="*/ 19564 w 39666"/>
                <a:gd name="csY6" fmla="*/ 22943 h 42405"/>
                <a:gd name="csX7" fmla="*/ 8413 w 39666"/>
                <a:gd name="csY7" fmla="*/ 33588 h 42405"/>
                <a:gd name="csX8" fmla="*/ 9419 w 39666"/>
                <a:gd name="csY8" fmla="*/ 33408 h 42405"/>
                <a:gd name="csX9" fmla="*/ 10512 w 39666"/>
                <a:gd name="csY9" fmla="*/ 33314 h 42405"/>
                <a:gd name="csX10" fmla="*/ 10972 w 39666"/>
                <a:gd name="csY10" fmla="*/ 33314 h 42405"/>
                <a:gd name="csX11" fmla="*/ 17504 w 39666"/>
                <a:gd name="csY11" fmla="*/ 34914 h 42405"/>
                <a:gd name="csX12" fmla="*/ 23037 w 39666"/>
                <a:gd name="csY12" fmla="*/ 36101 h 42405"/>
                <a:gd name="csX13" fmla="*/ 26869 w 39666"/>
                <a:gd name="csY13" fmla="*/ 35461 h 42405"/>
                <a:gd name="csX14" fmla="*/ 31075 w 39666"/>
                <a:gd name="csY14" fmla="*/ 32948 h 42405"/>
                <a:gd name="csX15" fmla="*/ 34274 w 39666"/>
                <a:gd name="csY15" fmla="*/ 28242 h 42405"/>
                <a:gd name="csX16" fmla="*/ 34548 w 39666"/>
                <a:gd name="csY16" fmla="*/ 27649 h 42405"/>
                <a:gd name="csX17" fmla="*/ 34914 w 39666"/>
                <a:gd name="csY17" fmla="*/ 27282 h 42405"/>
                <a:gd name="csX18" fmla="*/ 35554 w 39666"/>
                <a:gd name="csY18" fmla="*/ 27056 h 42405"/>
                <a:gd name="csX19" fmla="*/ 36374 w 39666"/>
                <a:gd name="csY19" fmla="*/ 27329 h 42405"/>
                <a:gd name="csX20" fmla="*/ 36694 w 39666"/>
                <a:gd name="csY20" fmla="*/ 27969 h 42405"/>
                <a:gd name="csX21" fmla="*/ 36054 w 39666"/>
                <a:gd name="csY21" fmla="*/ 30435 h 42405"/>
                <a:gd name="csX22" fmla="*/ 34134 w 39666"/>
                <a:gd name="csY22" fmla="*/ 34142 h 42405"/>
                <a:gd name="csX23" fmla="*/ 31169 w 39666"/>
                <a:gd name="csY23" fmla="*/ 38067 h 42405"/>
                <a:gd name="csX24" fmla="*/ 27056 w 39666"/>
                <a:gd name="csY24" fmla="*/ 41173 h 42405"/>
                <a:gd name="csX25" fmla="*/ 21983 w 39666"/>
                <a:gd name="csY25" fmla="*/ 42406 h 42405"/>
                <a:gd name="csX26" fmla="*/ 18737 w 39666"/>
                <a:gd name="csY26" fmla="*/ 41493 h 42405"/>
                <a:gd name="csX27" fmla="*/ 15998 w 39666"/>
                <a:gd name="csY27" fmla="*/ 38933 h 42405"/>
                <a:gd name="csX28" fmla="*/ 13118 w 39666"/>
                <a:gd name="csY28" fmla="*/ 36101 h 42405"/>
                <a:gd name="csX29" fmla="*/ 10559 w 39666"/>
                <a:gd name="csY29" fmla="*/ 35375 h 42405"/>
                <a:gd name="csX30" fmla="*/ 2607 w 39666"/>
                <a:gd name="csY30" fmla="*/ 41173 h 42405"/>
                <a:gd name="csX31" fmla="*/ 1920 w 39666"/>
                <a:gd name="csY31" fmla="*/ 42180 h 42405"/>
                <a:gd name="csX32" fmla="*/ 1147 w 39666"/>
                <a:gd name="csY32" fmla="*/ 42406 h 42405"/>
                <a:gd name="csX33" fmla="*/ 0 w 39666"/>
                <a:gd name="csY33" fmla="*/ 41454 h 42405"/>
                <a:gd name="csX34" fmla="*/ 1007 w 39666"/>
                <a:gd name="csY34" fmla="*/ 39487 h 42405"/>
                <a:gd name="csX35" fmla="*/ 4386 w 39666"/>
                <a:gd name="csY35" fmla="*/ 34961 h 42405"/>
                <a:gd name="csX36" fmla="*/ 9646 w 39666"/>
                <a:gd name="csY36" fmla="*/ 29202 h 42405"/>
                <a:gd name="csX37" fmla="*/ 18050 w 39666"/>
                <a:gd name="csY37" fmla="*/ 21343 h 42405"/>
                <a:gd name="csX38" fmla="*/ 31075 w 39666"/>
                <a:gd name="csY38" fmla="*/ 9052 h 42405"/>
                <a:gd name="csX39" fmla="*/ 28835 w 39666"/>
                <a:gd name="csY39" fmla="*/ 9006 h 42405"/>
                <a:gd name="csX40" fmla="*/ 26915 w 39666"/>
                <a:gd name="csY40" fmla="*/ 8686 h 42405"/>
                <a:gd name="csX41" fmla="*/ 23856 w 39666"/>
                <a:gd name="csY41" fmla="*/ 7679 h 42405"/>
                <a:gd name="csX42" fmla="*/ 17964 w 39666"/>
                <a:gd name="csY42" fmla="*/ 6266 h 42405"/>
                <a:gd name="csX43" fmla="*/ 17005 w 39666"/>
                <a:gd name="csY43" fmla="*/ 6313 h 42405"/>
                <a:gd name="csX44" fmla="*/ 15358 w 39666"/>
                <a:gd name="csY44" fmla="*/ 6586 h 42405"/>
                <a:gd name="csX45" fmla="*/ 13345 w 39666"/>
                <a:gd name="csY45" fmla="*/ 7273 h 42405"/>
                <a:gd name="csX46" fmla="*/ 11472 w 39666"/>
                <a:gd name="csY46" fmla="*/ 8592 h 42405"/>
                <a:gd name="csX47" fmla="*/ 10012 w 39666"/>
                <a:gd name="csY47" fmla="*/ 10652 h 42405"/>
                <a:gd name="csX48" fmla="*/ 9778 w 39666"/>
                <a:gd name="csY48" fmla="*/ 11198 h 42405"/>
                <a:gd name="csX49" fmla="*/ 9419 w 39666"/>
                <a:gd name="csY49" fmla="*/ 11565 h 42405"/>
                <a:gd name="csX50" fmla="*/ 8818 w 39666"/>
                <a:gd name="csY50" fmla="*/ 11706 h 42405"/>
                <a:gd name="csX51" fmla="*/ 7952 w 39666"/>
                <a:gd name="csY51" fmla="*/ 11386 h 42405"/>
                <a:gd name="csX52" fmla="*/ 7679 w 39666"/>
                <a:gd name="csY52" fmla="*/ 10652 h 42405"/>
                <a:gd name="csX53" fmla="*/ 8498 w 39666"/>
                <a:gd name="csY53" fmla="*/ 8139 h 42405"/>
                <a:gd name="csX54" fmla="*/ 10699 w 39666"/>
                <a:gd name="csY54" fmla="*/ 4620 h 42405"/>
                <a:gd name="csX55" fmla="*/ 14304 w 39666"/>
                <a:gd name="csY55" fmla="*/ 1373 h 42405"/>
                <a:gd name="csX56" fmla="*/ 19010 w 39666"/>
                <a:gd name="csY56" fmla="*/ 0 h 42405"/>
                <a:gd name="csX57" fmla="*/ 21710 w 39666"/>
                <a:gd name="csY57" fmla="*/ 640 h 42405"/>
                <a:gd name="csX58" fmla="*/ 23630 w 39666"/>
                <a:gd name="csY58" fmla="*/ 1967 h 42405"/>
                <a:gd name="csX59" fmla="*/ 25456 w 39666"/>
                <a:gd name="csY59" fmla="*/ 4027 h 42405"/>
                <a:gd name="csX60" fmla="*/ 26869 w 39666"/>
                <a:gd name="csY60" fmla="*/ 5580 h 42405"/>
                <a:gd name="csX61" fmla="*/ 28242 w 39666"/>
                <a:gd name="csY61" fmla="*/ 6540 h 42405"/>
                <a:gd name="csX62" fmla="*/ 30255 w 39666"/>
                <a:gd name="csY62" fmla="*/ 6992 h 42405"/>
                <a:gd name="csX63" fmla="*/ 33588 w 39666"/>
                <a:gd name="csY63" fmla="*/ 5673 h 42405"/>
                <a:gd name="csX64" fmla="*/ 37248 w 39666"/>
                <a:gd name="csY64" fmla="*/ 1007 h 42405"/>
                <a:gd name="csX65" fmla="*/ 38660 w 39666"/>
                <a:gd name="csY65" fmla="*/ 0 h 42405"/>
                <a:gd name="csX66" fmla="*/ 39667 w 39666"/>
                <a:gd name="csY66" fmla="*/ 921 h 424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39666" h="42405">
                  <a:moveTo>
                    <a:pt x="39667" y="921"/>
                  </a:moveTo>
                  <a:cubicBezTo>
                    <a:pt x="39667" y="1134"/>
                    <a:pt x="39407" y="1696"/>
                    <a:pt x="38887" y="2606"/>
                  </a:cubicBezTo>
                  <a:cubicBezTo>
                    <a:pt x="38403" y="3491"/>
                    <a:pt x="37261" y="5046"/>
                    <a:pt x="35461" y="7273"/>
                  </a:cubicBezTo>
                  <a:cubicBezTo>
                    <a:pt x="33666" y="9495"/>
                    <a:pt x="31429" y="11901"/>
                    <a:pt x="28749" y="14492"/>
                  </a:cubicBezTo>
                  <a:cubicBezTo>
                    <a:pt x="27740" y="15496"/>
                    <a:pt x="26476" y="16698"/>
                    <a:pt x="24957" y="18097"/>
                  </a:cubicBezTo>
                  <a:cubicBezTo>
                    <a:pt x="23432" y="19502"/>
                    <a:pt x="22152" y="20659"/>
                    <a:pt x="21117" y="21570"/>
                  </a:cubicBezTo>
                  <a:lnTo>
                    <a:pt x="19564" y="22943"/>
                  </a:lnTo>
                  <a:cubicBezTo>
                    <a:pt x="15600" y="26294"/>
                    <a:pt x="11883" y="29842"/>
                    <a:pt x="8413" y="33588"/>
                  </a:cubicBezTo>
                  <a:cubicBezTo>
                    <a:pt x="8657" y="33499"/>
                    <a:pt x="8993" y="33439"/>
                    <a:pt x="9419" y="33408"/>
                  </a:cubicBezTo>
                  <a:cubicBezTo>
                    <a:pt x="9846" y="33346"/>
                    <a:pt x="10210" y="33314"/>
                    <a:pt x="10512" y="33314"/>
                  </a:cubicBezTo>
                  <a:lnTo>
                    <a:pt x="10972" y="33314"/>
                  </a:lnTo>
                  <a:cubicBezTo>
                    <a:pt x="12554" y="33314"/>
                    <a:pt x="14731" y="33848"/>
                    <a:pt x="17504" y="34914"/>
                  </a:cubicBezTo>
                  <a:cubicBezTo>
                    <a:pt x="19944" y="35705"/>
                    <a:pt x="21788" y="36101"/>
                    <a:pt x="23037" y="36101"/>
                  </a:cubicBezTo>
                  <a:cubicBezTo>
                    <a:pt x="24254" y="36101"/>
                    <a:pt x="25532" y="35887"/>
                    <a:pt x="26869" y="35461"/>
                  </a:cubicBezTo>
                  <a:cubicBezTo>
                    <a:pt x="28211" y="35034"/>
                    <a:pt x="29613" y="34196"/>
                    <a:pt x="31075" y="32948"/>
                  </a:cubicBezTo>
                  <a:cubicBezTo>
                    <a:pt x="32537" y="31699"/>
                    <a:pt x="33603" y="30131"/>
                    <a:pt x="34274" y="28242"/>
                  </a:cubicBezTo>
                  <a:cubicBezTo>
                    <a:pt x="34394" y="27940"/>
                    <a:pt x="34485" y="27743"/>
                    <a:pt x="34548" y="27649"/>
                  </a:cubicBezTo>
                  <a:cubicBezTo>
                    <a:pt x="34610" y="27529"/>
                    <a:pt x="34732" y="27407"/>
                    <a:pt x="34914" y="27282"/>
                  </a:cubicBezTo>
                  <a:cubicBezTo>
                    <a:pt x="35096" y="27131"/>
                    <a:pt x="35310" y="27056"/>
                    <a:pt x="35554" y="27056"/>
                  </a:cubicBezTo>
                  <a:cubicBezTo>
                    <a:pt x="35887" y="27056"/>
                    <a:pt x="36160" y="27147"/>
                    <a:pt x="36374" y="27329"/>
                  </a:cubicBezTo>
                  <a:cubicBezTo>
                    <a:pt x="36587" y="27511"/>
                    <a:pt x="36694" y="27724"/>
                    <a:pt x="36694" y="27969"/>
                  </a:cubicBezTo>
                  <a:cubicBezTo>
                    <a:pt x="36694" y="28520"/>
                    <a:pt x="36480" y="29342"/>
                    <a:pt x="36054" y="30435"/>
                  </a:cubicBezTo>
                  <a:cubicBezTo>
                    <a:pt x="35658" y="31533"/>
                    <a:pt x="35018" y="32768"/>
                    <a:pt x="34134" y="34142"/>
                  </a:cubicBezTo>
                  <a:cubicBezTo>
                    <a:pt x="33286" y="35510"/>
                    <a:pt x="32297" y="36818"/>
                    <a:pt x="31169" y="38067"/>
                  </a:cubicBezTo>
                  <a:cubicBezTo>
                    <a:pt x="30071" y="39284"/>
                    <a:pt x="28700" y="40320"/>
                    <a:pt x="27056" y="41173"/>
                  </a:cubicBezTo>
                  <a:cubicBezTo>
                    <a:pt x="25412" y="41995"/>
                    <a:pt x="23721" y="42406"/>
                    <a:pt x="21983" y="42406"/>
                  </a:cubicBezTo>
                  <a:cubicBezTo>
                    <a:pt x="20735" y="42406"/>
                    <a:pt x="19653" y="42102"/>
                    <a:pt x="18737" y="41493"/>
                  </a:cubicBezTo>
                  <a:cubicBezTo>
                    <a:pt x="17821" y="40915"/>
                    <a:pt x="16908" y="40062"/>
                    <a:pt x="15998" y="38933"/>
                  </a:cubicBezTo>
                  <a:cubicBezTo>
                    <a:pt x="14749" y="37503"/>
                    <a:pt x="13789" y="36558"/>
                    <a:pt x="13118" y="36101"/>
                  </a:cubicBezTo>
                  <a:cubicBezTo>
                    <a:pt x="12447" y="35617"/>
                    <a:pt x="11594" y="35375"/>
                    <a:pt x="10559" y="35375"/>
                  </a:cubicBezTo>
                  <a:cubicBezTo>
                    <a:pt x="7786" y="35375"/>
                    <a:pt x="5135" y="37307"/>
                    <a:pt x="2607" y="41173"/>
                  </a:cubicBezTo>
                  <a:cubicBezTo>
                    <a:pt x="2331" y="41724"/>
                    <a:pt x="2102" y="42060"/>
                    <a:pt x="1920" y="42180"/>
                  </a:cubicBezTo>
                  <a:cubicBezTo>
                    <a:pt x="1769" y="42331"/>
                    <a:pt x="1511" y="42406"/>
                    <a:pt x="1147" y="42406"/>
                  </a:cubicBezTo>
                  <a:cubicBezTo>
                    <a:pt x="382" y="42380"/>
                    <a:pt x="0" y="42063"/>
                    <a:pt x="0" y="41454"/>
                  </a:cubicBezTo>
                  <a:cubicBezTo>
                    <a:pt x="0" y="41209"/>
                    <a:pt x="336" y="40554"/>
                    <a:pt x="1007" y="39487"/>
                  </a:cubicBezTo>
                  <a:cubicBezTo>
                    <a:pt x="1709" y="38390"/>
                    <a:pt x="2835" y="36881"/>
                    <a:pt x="4386" y="34961"/>
                  </a:cubicBezTo>
                  <a:cubicBezTo>
                    <a:pt x="5973" y="33041"/>
                    <a:pt x="7726" y="31122"/>
                    <a:pt x="9646" y="29202"/>
                  </a:cubicBezTo>
                  <a:lnTo>
                    <a:pt x="18050" y="21343"/>
                  </a:lnTo>
                  <a:cubicBezTo>
                    <a:pt x="24267" y="16104"/>
                    <a:pt x="28609" y="12007"/>
                    <a:pt x="31075" y="9052"/>
                  </a:cubicBezTo>
                  <a:cubicBezTo>
                    <a:pt x="30040" y="9052"/>
                    <a:pt x="29293" y="9037"/>
                    <a:pt x="28835" y="9006"/>
                  </a:cubicBezTo>
                  <a:cubicBezTo>
                    <a:pt x="28409" y="8974"/>
                    <a:pt x="27769" y="8868"/>
                    <a:pt x="26915" y="8686"/>
                  </a:cubicBezTo>
                  <a:cubicBezTo>
                    <a:pt x="26062" y="8472"/>
                    <a:pt x="25043" y="8137"/>
                    <a:pt x="23856" y="7679"/>
                  </a:cubicBezTo>
                  <a:cubicBezTo>
                    <a:pt x="21083" y="6737"/>
                    <a:pt x="19119" y="6266"/>
                    <a:pt x="17964" y="6266"/>
                  </a:cubicBezTo>
                  <a:cubicBezTo>
                    <a:pt x="17657" y="6266"/>
                    <a:pt x="17338" y="6282"/>
                    <a:pt x="17005" y="6313"/>
                  </a:cubicBezTo>
                  <a:cubicBezTo>
                    <a:pt x="16666" y="6339"/>
                    <a:pt x="16118" y="6430"/>
                    <a:pt x="15358" y="6586"/>
                  </a:cubicBezTo>
                  <a:cubicBezTo>
                    <a:pt x="14624" y="6737"/>
                    <a:pt x="13953" y="6966"/>
                    <a:pt x="13345" y="7273"/>
                  </a:cubicBezTo>
                  <a:cubicBezTo>
                    <a:pt x="12736" y="7544"/>
                    <a:pt x="12112" y="7983"/>
                    <a:pt x="11472" y="8592"/>
                  </a:cubicBezTo>
                  <a:cubicBezTo>
                    <a:pt x="10832" y="9175"/>
                    <a:pt x="10345" y="9861"/>
                    <a:pt x="10012" y="10652"/>
                  </a:cubicBezTo>
                  <a:cubicBezTo>
                    <a:pt x="9919" y="10897"/>
                    <a:pt x="9841" y="11079"/>
                    <a:pt x="9778" y="11198"/>
                  </a:cubicBezTo>
                  <a:cubicBezTo>
                    <a:pt x="9721" y="11323"/>
                    <a:pt x="9601" y="11446"/>
                    <a:pt x="9419" y="11565"/>
                  </a:cubicBezTo>
                  <a:cubicBezTo>
                    <a:pt x="9263" y="11659"/>
                    <a:pt x="9063" y="11706"/>
                    <a:pt x="8818" y="11706"/>
                  </a:cubicBezTo>
                  <a:cubicBezTo>
                    <a:pt x="8454" y="11706"/>
                    <a:pt x="8165" y="11599"/>
                    <a:pt x="7952" y="11386"/>
                  </a:cubicBezTo>
                  <a:cubicBezTo>
                    <a:pt x="7770" y="11172"/>
                    <a:pt x="7679" y="10928"/>
                    <a:pt x="7679" y="10652"/>
                  </a:cubicBezTo>
                  <a:cubicBezTo>
                    <a:pt x="7679" y="10101"/>
                    <a:pt x="7952" y="9263"/>
                    <a:pt x="8498" y="8139"/>
                  </a:cubicBezTo>
                  <a:cubicBezTo>
                    <a:pt x="9050" y="7010"/>
                    <a:pt x="9783" y="5837"/>
                    <a:pt x="10699" y="4620"/>
                  </a:cubicBezTo>
                  <a:cubicBezTo>
                    <a:pt x="11610" y="3371"/>
                    <a:pt x="12811" y="2289"/>
                    <a:pt x="14304" y="1373"/>
                  </a:cubicBezTo>
                  <a:cubicBezTo>
                    <a:pt x="15798" y="458"/>
                    <a:pt x="17366" y="0"/>
                    <a:pt x="19010" y="0"/>
                  </a:cubicBezTo>
                  <a:cubicBezTo>
                    <a:pt x="19988" y="0"/>
                    <a:pt x="20888" y="213"/>
                    <a:pt x="21710" y="640"/>
                  </a:cubicBezTo>
                  <a:cubicBezTo>
                    <a:pt x="22564" y="1066"/>
                    <a:pt x="23203" y="1509"/>
                    <a:pt x="23630" y="1967"/>
                  </a:cubicBezTo>
                  <a:cubicBezTo>
                    <a:pt x="24088" y="2393"/>
                    <a:pt x="24697" y="3080"/>
                    <a:pt x="25456" y="4027"/>
                  </a:cubicBezTo>
                  <a:cubicBezTo>
                    <a:pt x="26096" y="4755"/>
                    <a:pt x="26567" y="5273"/>
                    <a:pt x="26869" y="5580"/>
                  </a:cubicBezTo>
                  <a:cubicBezTo>
                    <a:pt x="27176" y="5881"/>
                    <a:pt x="27633" y="6201"/>
                    <a:pt x="28242" y="6540"/>
                  </a:cubicBezTo>
                  <a:cubicBezTo>
                    <a:pt x="28882" y="6841"/>
                    <a:pt x="29553" y="6992"/>
                    <a:pt x="30255" y="6992"/>
                  </a:cubicBezTo>
                  <a:cubicBezTo>
                    <a:pt x="31410" y="6992"/>
                    <a:pt x="32521" y="6553"/>
                    <a:pt x="33588" y="5673"/>
                  </a:cubicBezTo>
                  <a:cubicBezTo>
                    <a:pt x="34654" y="4758"/>
                    <a:pt x="35874" y="3202"/>
                    <a:pt x="37248" y="1007"/>
                  </a:cubicBezTo>
                  <a:cubicBezTo>
                    <a:pt x="37612" y="336"/>
                    <a:pt x="38083" y="0"/>
                    <a:pt x="38660" y="0"/>
                  </a:cubicBezTo>
                  <a:cubicBezTo>
                    <a:pt x="39331" y="0"/>
                    <a:pt x="39667" y="307"/>
                    <a:pt x="39667" y="921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5" name="Freeform 3574">
              <a:extLst>
                <a:ext uri="{FF2B5EF4-FFF2-40B4-BE49-F238E27FC236}">
                  <a16:creationId xmlns:a16="http://schemas.microsoft.com/office/drawing/2014/main" id="{67E27D45-C35E-058E-2551-A386F7C8CC1D}"/>
                </a:ext>
              </a:extLst>
            </p:cNvPr>
            <p:cNvSpPr/>
            <p:nvPr/>
          </p:nvSpPr>
          <p:spPr>
            <a:xfrm>
              <a:off x="5070267" y="3925156"/>
              <a:ext cx="780" cy="1009702"/>
            </a:xfrm>
            <a:custGeom>
              <a:avLst/>
              <a:gdLst>
                <a:gd name="csX0" fmla="*/ 0 w 780"/>
                <a:gd name="csY0" fmla="*/ 1009703 h 1009702"/>
                <a:gd name="csX1" fmla="*/ 0 w 780"/>
                <a:gd name="csY1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80" h="1009702">
                  <a:moveTo>
                    <a:pt x="0" y="1009703"/>
                  </a:move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6" name="Freeform 3575">
              <a:extLst>
                <a:ext uri="{FF2B5EF4-FFF2-40B4-BE49-F238E27FC236}">
                  <a16:creationId xmlns:a16="http://schemas.microsoft.com/office/drawing/2014/main" id="{F4D41271-092C-B0D0-3E46-B60D4BE0C044}"/>
                </a:ext>
              </a:extLst>
            </p:cNvPr>
            <p:cNvSpPr/>
            <p:nvPr/>
          </p:nvSpPr>
          <p:spPr>
            <a:xfrm>
              <a:off x="5070267" y="4934858"/>
              <a:ext cx="14747" cy="780"/>
            </a:xfrm>
            <a:custGeom>
              <a:avLst/>
              <a:gdLst>
                <a:gd name="csX0" fmla="*/ 0 w 14747"/>
                <a:gd name="csY0" fmla="*/ 0 h 780"/>
                <a:gd name="csX1" fmla="*/ 14748 w 14747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47" h="780">
                  <a:moveTo>
                    <a:pt x="0" y="0"/>
                  </a:moveTo>
                  <a:lnTo>
                    <a:pt x="14748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7" name="Freeform 3576">
              <a:extLst>
                <a:ext uri="{FF2B5EF4-FFF2-40B4-BE49-F238E27FC236}">
                  <a16:creationId xmlns:a16="http://schemas.microsoft.com/office/drawing/2014/main" id="{38DBBD65-4E86-1B81-ECCC-CE5473EBEF96}"/>
                </a:ext>
              </a:extLst>
            </p:cNvPr>
            <p:cNvSpPr/>
            <p:nvPr/>
          </p:nvSpPr>
          <p:spPr>
            <a:xfrm>
              <a:off x="5070267" y="4725419"/>
              <a:ext cx="14747" cy="780"/>
            </a:xfrm>
            <a:custGeom>
              <a:avLst/>
              <a:gdLst>
                <a:gd name="csX0" fmla="*/ 0 w 14747"/>
                <a:gd name="csY0" fmla="*/ 0 h 780"/>
                <a:gd name="csX1" fmla="*/ 14748 w 14747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47" h="780">
                  <a:moveTo>
                    <a:pt x="0" y="0"/>
                  </a:moveTo>
                  <a:lnTo>
                    <a:pt x="14748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8" name="Freeform 3577">
              <a:extLst>
                <a:ext uri="{FF2B5EF4-FFF2-40B4-BE49-F238E27FC236}">
                  <a16:creationId xmlns:a16="http://schemas.microsoft.com/office/drawing/2014/main" id="{8FEEFC47-07AF-F467-13BF-8644BA4991C4}"/>
                </a:ext>
              </a:extLst>
            </p:cNvPr>
            <p:cNvSpPr/>
            <p:nvPr/>
          </p:nvSpPr>
          <p:spPr>
            <a:xfrm>
              <a:off x="5070267" y="4515974"/>
              <a:ext cx="14747" cy="780"/>
            </a:xfrm>
            <a:custGeom>
              <a:avLst/>
              <a:gdLst>
                <a:gd name="csX0" fmla="*/ 0 w 14747"/>
                <a:gd name="csY0" fmla="*/ 0 h 780"/>
                <a:gd name="csX1" fmla="*/ 14748 w 14747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47" h="780">
                  <a:moveTo>
                    <a:pt x="0" y="0"/>
                  </a:moveTo>
                  <a:lnTo>
                    <a:pt x="14748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9" name="Freeform 3578">
              <a:extLst>
                <a:ext uri="{FF2B5EF4-FFF2-40B4-BE49-F238E27FC236}">
                  <a16:creationId xmlns:a16="http://schemas.microsoft.com/office/drawing/2014/main" id="{03DC4B5A-31B4-906C-AF77-810C773B7C20}"/>
                </a:ext>
              </a:extLst>
            </p:cNvPr>
            <p:cNvSpPr/>
            <p:nvPr/>
          </p:nvSpPr>
          <p:spPr>
            <a:xfrm>
              <a:off x="5070267" y="4306532"/>
              <a:ext cx="14747" cy="780"/>
            </a:xfrm>
            <a:custGeom>
              <a:avLst/>
              <a:gdLst>
                <a:gd name="csX0" fmla="*/ 0 w 14747"/>
                <a:gd name="csY0" fmla="*/ 0 h 780"/>
                <a:gd name="csX1" fmla="*/ 14748 w 14747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47" h="780">
                  <a:moveTo>
                    <a:pt x="0" y="0"/>
                  </a:moveTo>
                  <a:lnTo>
                    <a:pt x="14748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0" name="Freeform 3579">
              <a:extLst>
                <a:ext uri="{FF2B5EF4-FFF2-40B4-BE49-F238E27FC236}">
                  <a16:creationId xmlns:a16="http://schemas.microsoft.com/office/drawing/2014/main" id="{6FD9AB3F-21E5-3918-A9FE-A521E515E9BE}"/>
                </a:ext>
              </a:extLst>
            </p:cNvPr>
            <p:cNvSpPr/>
            <p:nvPr/>
          </p:nvSpPr>
          <p:spPr>
            <a:xfrm>
              <a:off x="5070267" y="4097090"/>
              <a:ext cx="14747" cy="780"/>
            </a:xfrm>
            <a:custGeom>
              <a:avLst/>
              <a:gdLst>
                <a:gd name="csX0" fmla="*/ 0 w 14747"/>
                <a:gd name="csY0" fmla="*/ 0 h 780"/>
                <a:gd name="csX1" fmla="*/ 14748 w 14747"/>
                <a:gd name="csY1" fmla="*/ 0 h 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47" h="780">
                  <a:moveTo>
                    <a:pt x="0" y="0"/>
                  </a:moveTo>
                  <a:lnTo>
                    <a:pt x="14748" y="0"/>
                  </a:lnTo>
                </a:path>
              </a:pathLst>
            </a:custGeom>
            <a:noFill/>
            <a:ln w="311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1" name="Freeform 3580">
              <a:extLst>
                <a:ext uri="{FF2B5EF4-FFF2-40B4-BE49-F238E27FC236}">
                  <a16:creationId xmlns:a16="http://schemas.microsoft.com/office/drawing/2014/main" id="{69DF13F4-29FF-07F5-11D9-4ECDD8EA706E}"/>
                </a:ext>
              </a:extLst>
            </p:cNvPr>
            <p:cNvSpPr/>
            <p:nvPr/>
          </p:nvSpPr>
          <p:spPr>
            <a:xfrm>
              <a:off x="4920808" y="4903417"/>
              <a:ext cx="41945" cy="62961"/>
            </a:xfrm>
            <a:custGeom>
              <a:avLst/>
              <a:gdLst>
                <a:gd name="csX0" fmla="*/ 20973 w 41945"/>
                <a:gd name="csY0" fmla="*/ 6508 h 62961"/>
                <a:gd name="csX1" fmla="*/ 11421 w 41945"/>
                <a:gd name="csY1" fmla="*/ 12767 h 62961"/>
                <a:gd name="csX2" fmla="*/ 8251 w 41945"/>
                <a:gd name="csY2" fmla="*/ 31504 h 62961"/>
                <a:gd name="csX3" fmla="*/ 11421 w 41945"/>
                <a:gd name="csY3" fmla="*/ 50241 h 62961"/>
                <a:gd name="csX4" fmla="*/ 20973 w 41945"/>
                <a:gd name="csY4" fmla="*/ 56461 h 62961"/>
                <a:gd name="csX5" fmla="*/ 30524 w 41945"/>
                <a:gd name="csY5" fmla="*/ 50241 h 62961"/>
                <a:gd name="csX6" fmla="*/ 33735 w 41945"/>
                <a:gd name="csY6" fmla="*/ 31504 h 62961"/>
                <a:gd name="csX7" fmla="*/ 30524 w 41945"/>
                <a:gd name="csY7" fmla="*/ 12767 h 62961"/>
                <a:gd name="csX8" fmla="*/ 20973 w 41945"/>
                <a:gd name="csY8" fmla="*/ 6508 h 62961"/>
                <a:gd name="csX9" fmla="*/ 20973 w 41945"/>
                <a:gd name="csY9" fmla="*/ 0 h 62961"/>
                <a:gd name="csX10" fmla="*/ 36540 w 41945"/>
                <a:gd name="csY10" fmla="*/ 8093 h 62961"/>
                <a:gd name="csX11" fmla="*/ 41946 w 41945"/>
                <a:gd name="csY11" fmla="*/ 31504 h 62961"/>
                <a:gd name="csX12" fmla="*/ 36540 w 41945"/>
                <a:gd name="csY12" fmla="*/ 54916 h 62961"/>
                <a:gd name="csX13" fmla="*/ 20973 w 41945"/>
                <a:gd name="csY13" fmla="*/ 62961 h 62961"/>
                <a:gd name="csX14" fmla="*/ 5365 w 41945"/>
                <a:gd name="csY14" fmla="*/ 54916 h 62961"/>
                <a:gd name="csX15" fmla="*/ 0 w 41945"/>
                <a:gd name="csY15" fmla="*/ 31504 h 62961"/>
                <a:gd name="csX16" fmla="*/ 5365 w 41945"/>
                <a:gd name="csY16" fmla="*/ 8093 h 62961"/>
                <a:gd name="csX17" fmla="*/ 20973 w 41945"/>
                <a:gd name="csY17" fmla="*/ 0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61">
                  <a:moveTo>
                    <a:pt x="20973" y="6508"/>
                  </a:moveTo>
                  <a:cubicBezTo>
                    <a:pt x="16746" y="6508"/>
                    <a:pt x="13562" y="8595"/>
                    <a:pt x="11421" y="12767"/>
                  </a:cubicBezTo>
                  <a:cubicBezTo>
                    <a:pt x="9308" y="16913"/>
                    <a:pt x="8251" y="23159"/>
                    <a:pt x="8251" y="31504"/>
                  </a:cubicBezTo>
                  <a:cubicBezTo>
                    <a:pt x="8251" y="39823"/>
                    <a:pt x="9308" y="46069"/>
                    <a:pt x="11421" y="50241"/>
                  </a:cubicBezTo>
                  <a:cubicBezTo>
                    <a:pt x="13562" y="54387"/>
                    <a:pt x="16746" y="56461"/>
                    <a:pt x="20973" y="56461"/>
                  </a:cubicBezTo>
                  <a:cubicBezTo>
                    <a:pt x="25227" y="56461"/>
                    <a:pt x="28411" y="54387"/>
                    <a:pt x="30524" y="50241"/>
                  </a:cubicBezTo>
                  <a:cubicBezTo>
                    <a:pt x="32665" y="46068"/>
                    <a:pt x="33735" y="39823"/>
                    <a:pt x="33735" y="31504"/>
                  </a:cubicBezTo>
                  <a:cubicBezTo>
                    <a:pt x="33735" y="23159"/>
                    <a:pt x="32665" y="16913"/>
                    <a:pt x="30524" y="12767"/>
                  </a:cubicBezTo>
                  <a:cubicBezTo>
                    <a:pt x="28411" y="8595"/>
                    <a:pt x="25227" y="6508"/>
                    <a:pt x="20973" y="6508"/>
                  </a:cubicBezTo>
                  <a:moveTo>
                    <a:pt x="20973" y="0"/>
                  </a:moveTo>
                  <a:cubicBezTo>
                    <a:pt x="27774" y="0"/>
                    <a:pt x="32963" y="2698"/>
                    <a:pt x="36540" y="8093"/>
                  </a:cubicBezTo>
                  <a:cubicBezTo>
                    <a:pt x="40144" y="13456"/>
                    <a:pt x="41946" y="21260"/>
                    <a:pt x="41946" y="31504"/>
                  </a:cubicBezTo>
                  <a:cubicBezTo>
                    <a:pt x="41946" y="41717"/>
                    <a:pt x="40144" y="49520"/>
                    <a:pt x="36540" y="54916"/>
                  </a:cubicBezTo>
                  <a:cubicBezTo>
                    <a:pt x="32963" y="60279"/>
                    <a:pt x="27774" y="62961"/>
                    <a:pt x="20973" y="62961"/>
                  </a:cubicBezTo>
                  <a:cubicBezTo>
                    <a:pt x="14171" y="62961"/>
                    <a:pt x="8969" y="60279"/>
                    <a:pt x="5365" y="54916"/>
                  </a:cubicBezTo>
                  <a:cubicBezTo>
                    <a:pt x="1788" y="49520"/>
                    <a:pt x="0" y="41717"/>
                    <a:pt x="0" y="31504"/>
                  </a:cubicBezTo>
                  <a:cubicBezTo>
                    <a:pt x="0" y="21260"/>
                    <a:pt x="1788" y="13456"/>
                    <a:pt x="5365" y="8093"/>
                  </a:cubicBezTo>
                  <a:cubicBezTo>
                    <a:pt x="8969" y="2698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2" name="Freeform 3581">
              <a:extLst>
                <a:ext uri="{FF2B5EF4-FFF2-40B4-BE49-F238E27FC236}">
                  <a16:creationId xmlns:a16="http://schemas.microsoft.com/office/drawing/2014/main" id="{0A1E05B7-4179-F0AE-0A52-E1FF34F1F720}"/>
                </a:ext>
              </a:extLst>
            </p:cNvPr>
            <p:cNvSpPr/>
            <p:nvPr/>
          </p:nvSpPr>
          <p:spPr>
            <a:xfrm>
              <a:off x="4977183" y="4954875"/>
              <a:ext cx="8576" cy="10324"/>
            </a:xfrm>
            <a:custGeom>
              <a:avLst/>
              <a:gdLst>
                <a:gd name="csX0" fmla="*/ 0 w 8576"/>
                <a:gd name="csY0" fmla="*/ 0 h 10324"/>
                <a:gd name="csX1" fmla="*/ 8576 w 8576"/>
                <a:gd name="csY1" fmla="*/ 0 h 10324"/>
                <a:gd name="csX2" fmla="*/ 8576 w 8576"/>
                <a:gd name="csY2" fmla="*/ 10324 h 10324"/>
                <a:gd name="csX3" fmla="*/ 0 w 8576"/>
                <a:gd name="csY3" fmla="*/ 10324 h 10324"/>
                <a:gd name="csX4" fmla="*/ 0 w 8576"/>
                <a:gd name="csY4" fmla="*/ 0 h 10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76" h="10324">
                  <a:moveTo>
                    <a:pt x="0" y="0"/>
                  </a:moveTo>
                  <a:lnTo>
                    <a:pt x="8576" y="0"/>
                  </a:lnTo>
                  <a:lnTo>
                    <a:pt x="8576" y="10324"/>
                  </a:lnTo>
                  <a:lnTo>
                    <a:pt x="0" y="10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3" name="Freeform 3582">
              <a:extLst>
                <a:ext uri="{FF2B5EF4-FFF2-40B4-BE49-F238E27FC236}">
                  <a16:creationId xmlns:a16="http://schemas.microsoft.com/office/drawing/2014/main" id="{5133E98D-EF14-A7C0-A804-85A77C528017}"/>
                </a:ext>
              </a:extLst>
            </p:cNvPr>
            <p:cNvSpPr/>
            <p:nvPr/>
          </p:nvSpPr>
          <p:spPr>
            <a:xfrm>
              <a:off x="5000228" y="4903417"/>
              <a:ext cx="41945" cy="62961"/>
            </a:xfrm>
            <a:custGeom>
              <a:avLst/>
              <a:gdLst>
                <a:gd name="csX0" fmla="*/ 20973 w 41945"/>
                <a:gd name="csY0" fmla="*/ 6508 h 62961"/>
                <a:gd name="csX1" fmla="*/ 11421 w 41945"/>
                <a:gd name="csY1" fmla="*/ 12767 h 62961"/>
                <a:gd name="csX2" fmla="*/ 8251 w 41945"/>
                <a:gd name="csY2" fmla="*/ 31504 h 62961"/>
                <a:gd name="csX3" fmla="*/ 11421 w 41945"/>
                <a:gd name="csY3" fmla="*/ 50241 h 62961"/>
                <a:gd name="csX4" fmla="*/ 20973 w 41945"/>
                <a:gd name="csY4" fmla="*/ 56461 h 62961"/>
                <a:gd name="csX5" fmla="*/ 30525 w 41945"/>
                <a:gd name="csY5" fmla="*/ 50241 h 62961"/>
                <a:gd name="csX6" fmla="*/ 33735 w 41945"/>
                <a:gd name="csY6" fmla="*/ 31504 h 62961"/>
                <a:gd name="csX7" fmla="*/ 30525 w 41945"/>
                <a:gd name="csY7" fmla="*/ 12767 h 62961"/>
                <a:gd name="csX8" fmla="*/ 20973 w 41945"/>
                <a:gd name="csY8" fmla="*/ 6508 h 62961"/>
                <a:gd name="csX9" fmla="*/ 20973 w 41945"/>
                <a:gd name="csY9" fmla="*/ 0 h 62961"/>
                <a:gd name="csX10" fmla="*/ 36540 w 41945"/>
                <a:gd name="csY10" fmla="*/ 8093 h 62961"/>
                <a:gd name="csX11" fmla="*/ 41946 w 41945"/>
                <a:gd name="csY11" fmla="*/ 31504 h 62961"/>
                <a:gd name="csX12" fmla="*/ 36540 w 41945"/>
                <a:gd name="csY12" fmla="*/ 54916 h 62961"/>
                <a:gd name="csX13" fmla="*/ 20973 w 41945"/>
                <a:gd name="csY13" fmla="*/ 62961 h 62961"/>
                <a:gd name="csX14" fmla="*/ 5365 w 41945"/>
                <a:gd name="csY14" fmla="*/ 54916 h 62961"/>
                <a:gd name="csX15" fmla="*/ 0 w 41945"/>
                <a:gd name="csY15" fmla="*/ 31504 h 62961"/>
                <a:gd name="csX16" fmla="*/ 5365 w 41945"/>
                <a:gd name="csY16" fmla="*/ 8093 h 62961"/>
                <a:gd name="csX17" fmla="*/ 20973 w 41945"/>
                <a:gd name="csY17" fmla="*/ 0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61">
                  <a:moveTo>
                    <a:pt x="20973" y="6508"/>
                  </a:moveTo>
                  <a:cubicBezTo>
                    <a:pt x="16746" y="6508"/>
                    <a:pt x="13562" y="8595"/>
                    <a:pt x="11421" y="12767"/>
                  </a:cubicBezTo>
                  <a:cubicBezTo>
                    <a:pt x="9308" y="16913"/>
                    <a:pt x="8251" y="23159"/>
                    <a:pt x="8251" y="31504"/>
                  </a:cubicBezTo>
                  <a:cubicBezTo>
                    <a:pt x="8251" y="39823"/>
                    <a:pt x="9308" y="46069"/>
                    <a:pt x="11421" y="50241"/>
                  </a:cubicBezTo>
                  <a:cubicBezTo>
                    <a:pt x="13562" y="54387"/>
                    <a:pt x="16746" y="56461"/>
                    <a:pt x="20973" y="56461"/>
                  </a:cubicBezTo>
                  <a:cubicBezTo>
                    <a:pt x="25227" y="56461"/>
                    <a:pt x="28411" y="54387"/>
                    <a:pt x="30525" y="50241"/>
                  </a:cubicBezTo>
                  <a:cubicBezTo>
                    <a:pt x="32665" y="46068"/>
                    <a:pt x="33735" y="39823"/>
                    <a:pt x="33735" y="31504"/>
                  </a:cubicBezTo>
                  <a:cubicBezTo>
                    <a:pt x="33735" y="23159"/>
                    <a:pt x="32665" y="16913"/>
                    <a:pt x="30525" y="12767"/>
                  </a:cubicBezTo>
                  <a:cubicBezTo>
                    <a:pt x="28411" y="8595"/>
                    <a:pt x="25227" y="6508"/>
                    <a:pt x="20973" y="6508"/>
                  </a:cubicBezTo>
                  <a:moveTo>
                    <a:pt x="20973" y="0"/>
                  </a:moveTo>
                  <a:cubicBezTo>
                    <a:pt x="27774" y="0"/>
                    <a:pt x="32963" y="2698"/>
                    <a:pt x="36540" y="8093"/>
                  </a:cubicBezTo>
                  <a:cubicBezTo>
                    <a:pt x="40144" y="13456"/>
                    <a:pt x="41946" y="21260"/>
                    <a:pt x="41946" y="31504"/>
                  </a:cubicBezTo>
                  <a:cubicBezTo>
                    <a:pt x="41946" y="41717"/>
                    <a:pt x="40144" y="49520"/>
                    <a:pt x="36540" y="54916"/>
                  </a:cubicBezTo>
                  <a:cubicBezTo>
                    <a:pt x="32963" y="60279"/>
                    <a:pt x="27774" y="62961"/>
                    <a:pt x="20973" y="62961"/>
                  </a:cubicBezTo>
                  <a:cubicBezTo>
                    <a:pt x="14171" y="62961"/>
                    <a:pt x="8969" y="60279"/>
                    <a:pt x="5365" y="54916"/>
                  </a:cubicBezTo>
                  <a:cubicBezTo>
                    <a:pt x="1788" y="49520"/>
                    <a:pt x="0" y="41717"/>
                    <a:pt x="0" y="31504"/>
                  </a:cubicBezTo>
                  <a:cubicBezTo>
                    <a:pt x="0" y="21260"/>
                    <a:pt x="1788" y="13456"/>
                    <a:pt x="5365" y="8093"/>
                  </a:cubicBezTo>
                  <a:cubicBezTo>
                    <a:pt x="8969" y="2698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4" name="Freeform 3583">
              <a:extLst>
                <a:ext uri="{FF2B5EF4-FFF2-40B4-BE49-F238E27FC236}">
                  <a16:creationId xmlns:a16="http://schemas.microsoft.com/office/drawing/2014/main" id="{C441AAB6-C82A-D09F-B9FD-4C86B3BAF20A}"/>
                </a:ext>
              </a:extLst>
            </p:cNvPr>
            <p:cNvSpPr/>
            <p:nvPr/>
          </p:nvSpPr>
          <p:spPr>
            <a:xfrm>
              <a:off x="4922963" y="4693978"/>
              <a:ext cx="41945" cy="62961"/>
            </a:xfrm>
            <a:custGeom>
              <a:avLst/>
              <a:gdLst>
                <a:gd name="csX0" fmla="*/ 20973 w 41945"/>
                <a:gd name="csY0" fmla="*/ 6501 h 62961"/>
                <a:gd name="csX1" fmla="*/ 11421 w 41945"/>
                <a:gd name="csY1" fmla="*/ 12759 h 62961"/>
                <a:gd name="csX2" fmla="*/ 8251 w 41945"/>
                <a:gd name="csY2" fmla="*/ 31496 h 62961"/>
                <a:gd name="csX3" fmla="*/ 11421 w 41945"/>
                <a:gd name="csY3" fmla="*/ 50233 h 62961"/>
                <a:gd name="csX4" fmla="*/ 20973 w 41945"/>
                <a:gd name="csY4" fmla="*/ 56453 h 62961"/>
                <a:gd name="csX5" fmla="*/ 30524 w 41945"/>
                <a:gd name="csY5" fmla="*/ 50233 h 62961"/>
                <a:gd name="csX6" fmla="*/ 33735 w 41945"/>
                <a:gd name="csY6" fmla="*/ 31496 h 62961"/>
                <a:gd name="csX7" fmla="*/ 30524 w 41945"/>
                <a:gd name="csY7" fmla="*/ 12759 h 62961"/>
                <a:gd name="csX8" fmla="*/ 20973 w 41945"/>
                <a:gd name="csY8" fmla="*/ 6501 h 62961"/>
                <a:gd name="csX9" fmla="*/ 20973 w 41945"/>
                <a:gd name="csY9" fmla="*/ 0 h 62961"/>
                <a:gd name="csX10" fmla="*/ 36540 w 41945"/>
                <a:gd name="csY10" fmla="*/ 8085 h 62961"/>
                <a:gd name="csX11" fmla="*/ 41945 w 41945"/>
                <a:gd name="csY11" fmla="*/ 31496 h 62961"/>
                <a:gd name="csX12" fmla="*/ 36540 w 41945"/>
                <a:gd name="csY12" fmla="*/ 54908 h 62961"/>
                <a:gd name="csX13" fmla="*/ 20973 w 41945"/>
                <a:gd name="csY13" fmla="*/ 62961 h 62961"/>
                <a:gd name="csX14" fmla="*/ 5365 w 41945"/>
                <a:gd name="csY14" fmla="*/ 54908 h 62961"/>
                <a:gd name="csX15" fmla="*/ 0 w 41945"/>
                <a:gd name="csY15" fmla="*/ 31496 h 62961"/>
                <a:gd name="csX16" fmla="*/ 5365 w 41945"/>
                <a:gd name="csY16" fmla="*/ 8085 h 62961"/>
                <a:gd name="csX17" fmla="*/ 20973 w 41945"/>
                <a:gd name="csY17" fmla="*/ 0 h 629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61">
                  <a:moveTo>
                    <a:pt x="20973" y="6501"/>
                  </a:moveTo>
                  <a:cubicBezTo>
                    <a:pt x="16746" y="6501"/>
                    <a:pt x="13562" y="8587"/>
                    <a:pt x="11421" y="12759"/>
                  </a:cubicBezTo>
                  <a:cubicBezTo>
                    <a:pt x="9308" y="16906"/>
                    <a:pt x="8251" y="23151"/>
                    <a:pt x="8251" y="31496"/>
                  </a:cubicBezTo>
                  <a:cubicBezTo>
                    <a:pt x="8251" y="39815"/>
                    <a:pt x="9308" y="46061"/>
                    <a:pt x="11421" y="50233"/>
                  </a:cubicBezTo>
                  <a:cubicBezTo>
                    <a:pt x="13562" y="54380"/>
                    <a:pt x="16746" y="56453"/>
                    <a:pt x="20973" y="56453"/>
                  </a:cubicBezTo>
                  <a:cubicBezTo>
                    <a:pt x="25227" y="56453"/>
                    <a:pt x="28411" y="54380"/>
                    <a:pt x="30524" y="50233"/>
                  </a:cubicBezTo>
                  <a:cubicBezTo>
                    <a:pt x="32665" y="46061"/>
                    <a:pt x="33735" y="39815"/>
                    <a:pt x="33735" y="31496"/>
                  </a:cubicBezTo>
                  <a:cubicBezTo>
                    <a:pt x="33735" y="23151"/>
                    <a:pt x="32665" y="16906"/>
                    <a:pt x="30524" y="12759"/>
                  </a:cubicBezTo>
                  <a:cubicBezTo>
                    <a:pt x="28411" y="8587"/>
                    <a:pt x="25227" y="6501"/>
                    <a:pt x="20973" y="6501"/>
                  </a:cubicBezTo>
                  <a:moveTo>
                    <a:pt x="20973" y="0"/>
                  </a:moveTo>
                  <a:cubicBezTo>
                    <a:pt x="27774" y="0"/>
                    <a:pt x="32963" y="2695"/>
                    <a:pt x="36540" y="8085"/>
                  </a:cubicBezTo>
                  <a:cubicBezTo>
                    <a:pt x="40143" y="13454"/>
                    <a:pt x="41945" y="21258"/>
                    <a:pt x="41945" y="31496"/>
                  </a:cubicBezTo>
                  <a:cubicBezTo>
                    <a:pt x="41945" y="41714"/>
                    <a:pt x="40143" y="49518"/>
                    <a:pt x="36540" y="54908"/>
                  </a:cubicBezTo>
                  <a:cubicBezTo>
                    <a:pt x="32963" y="60277"/>
                    <a:pt x="27774" y="62961"/>
                    <a:pt x="20973" y="62961"/>
                  </a:cubicBezTo>
                  <a:cubicBezTo>
                    <a:pt x="14171" y="62961"/>
                    <a:pt x="8969" y="60277"/>
                    <a:pt x="5365" y="54908"/>
                  </a:cubicBezTo>
                  <a:cubicBezTo>
                    <a:pt x="1788" y="49518"/>
                    <a:pt x="0" y="41714"/>
                    <a:pt x="0" y="31496"/>
                  </a:cubicBezTo>
                  <a:cubicBezTo>
                    <a:pt x="0" y="21258"/>
                    <a:pt x="1788" y="13454"/>
                    <a:pt x="5365" y="8085"/>
                  </a:cubicBezTo>
                  <a:cubicBezTo>
                    <a:pt x="8969" y="2695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5" name="Freeform 3584">
              <a:extLst>
                <a:ext uri="{FF2B5EF4-FFF2-40B4-BE49-F238E27FC236}">
                  <a16:creationId xmlns:a16="http://schemas.microsoft.com/office/drawing/2014/main" id="{01506D88-9FAB-2896-DC22-6F3BDA14C84C}"/>
                </a:ext>
              </a:extLst>
            </p:cNvPr>
            <p:cNvSpPr/>
            <p:nvPr/>
          </p:nvSpPr>
          <p:spPr>
            <a:xfrm>
              <a:off x="4979336" y="4745436"/>
              <a:ext cx="8576" cy="10324"/>
            </a:xfrm>
            <a:custGeom>
              <a:avLst/>
              <a:gdLst>
                <a:gd name="csX0" fmla="*/ 0 w 8576"/>
                <a:gd name="csY0" fmla="*/ 0 h 10324"/>
                <a:gd name="csX1" fmla="*/ 8576 w 8576"/>
                <a:gd name="csY1" fmla="*/ 0 h 10324"/>
                <a:gd name="csX2" fmla="*/ 8576 w 8576"/>
                <a:gd name="csY2" fmla="*/ 10324 h 10324"/>
                <a:gd name="csX3" fmla="*/ 0 w 8576"/>
                <a:gd name="csY3" fmla="*/ 10324 h 10324"/>
                <a:gd name="csX4" fmla="*/ 0 w 8576"/>
                <a:gd name="csY4" fmla="*/ 0 h 10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76" h="10324">
                  <a:moveTo>
                    <a:pt x="0" y="0"/>
                  </a:moveTo>
                  <a:lnTo>
                    <a:pt x="8576" y="0"/>
                  </a:lnTo>
                  <a:lnTo>
                    <a:pt x="8576" y="10324"/>
                  </a:lnTo>
                  <a:lnTo>
                    <a:pt x="0" y="10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6" name="Freeform 3585">
              <a:extLst>
                <a:ext uri="{FF2B5EF4-FFF2-40B4-BE49-F238E27FC236}">
                  <a16:creationId xmlns:a16="http://schemas.microsoft.com/office/drawing/2014/main" id="{C9AAF86B-2F4E-DB51-1439-73BC81791400}"/>
                </a:ext>
              </a:extLst>
            </p:cNvPr>
            <p:cNvSpPr/>
            <p:nvPr/>
          </p:nvSpPr>
          <p:spPr>
            <a:xfrm>
              <a:off x="5006040" y="4695078"/>
              <a:ext cx="36133" cy="60682"/>
            </a:xfrm>
            <a:custGeom>
              <a:avLst/>
              <a:gdLst>
                <a:gd name="csX0" fmla="*/ 1178 w 36133"/>
                <a:gd name="csY0" fmla="*/ 53768 h 60682"/>
                <a:gd name="csX1" fmla="*/ 14592 w 36133"/>
                <a:gd name="csY1" fmla="*/ 53768 h 60682"/>
                <a:gd name="csX2" fmla="*/ 14592 w 36133"/>
                <a:gd name="csY2" fmla="*/ 7476 h 60682"/>
                <a:gd name="csX3" fmla="*/ 0 w 36133"/>
                <a:gd name="csY3" fmla="*/ 10403 h 60682"/>
                <a:gd name="csX4" fmla="*/ 0 w 36133"/>
                <a:gd name="csY4" fmla="*/ 2926 h 60682"/>
                <a:gd name="csX5" fmla="*/ 14510 w 36133"/>
                <a:gd name="csY5" fmla="*/ 0 h 60682"/>
                <a:gd name="csX6" fmla="*/ 22720 w 36133"/>
                <a:gd name="csY6" fmla="*/ 0 h 60682"/>
                <a:gd name="csX7" fmla="*/ 22720 w 36133"/>
                <a:gd name="csY7" fmla="*/ 53768 h 60682"/>
                <a:gd name="csX8" fmla="*/ 36133 w 36133"/>
                <a:gd name="csY8" fmla="*/ 53768 h 60682"/>
                <a:gd name="csX9" fmla="*/ 36133 w 36133"/>
                <a:gd name="csY9" fmla="*/ 60683 h 60682"/>
                <a:gd name="csX10" fmla="*/ 1178 w 36133"/>
                <a:gd name="csY10" fmla="*/ 60683 h 60682"/>
                <a:gd name="csX11" fmla="*/ 1178 w 36133"/>
                <a:gd name="csY11" fmla="*/ 53768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6133" h="60682">
                  <a:moveTo>
                    <a:pt x="1178" y="53768"/>
                  </a:moveTo>
                  <a:lnTo>
                    <a:pt x="14592" y="53768"/>
                  </a:lnTo>
                  <a:lnTo>
                    <a:pt x="14592" y="7476"/>
                  </a:lnTo>
                  <a:lnTo>
                    <a:pt x="0" y="10403"/>
                  </a:lnTo>
                  <a:lnTo>
                    <a:pt x="0" y="2926"/>
                  </a:lnTo>
                  <a:lnTo>
                    <a:pt x="14510" y="0"/>
                  </a:lnTo>
                  <a:lnTo>
                    <a:pt x="22720" y="0"/>
                  </a:lnTo>
                  <a:lnTo>
                    <a:pt x="22720" y="53768"/>
                  </a:lnTo>
                  <a:lnTo>
                    <a:pt x="36133" y="53768"/>
                  </a:lnTo>
                  <a:lnTo>
                    <a:pt x="36133" y="60683"/>
                  </a:lnTo>
                  <a:lnTo>
                    <a:pt x="1178" y="60683"/>
                  </a:lnTo>
                  <a:lnTo>
                    <a:pt x="1178" y="53768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7" name="Freeform 3586">
              <a:extLst>
                <a:ext uri="{FF2B5EF4-FFF2-40B4-BE49-F238E27FC236}">
                  <a16:creationId xmlns:a16="http://schemas.microsoft.com/office/drawing/2014/main" id="{19A396F9-2492-FC65-3CE5-445ACC9F7B3A}"/>
                </a:ext>
              </a:extLst>
            </p:cNvPr>
            <p:cNvSpPr/>
            <p:nvPr/>
          </p:nvSpPr>
          <p:spPr>
            <a:xfrm>
              <a:off x="4923613" y="4484536"/>
              <a:ext cx="41945" cy="62958"/>
            </a:xfrm>
            <a:custGeom>
              <a:avLst/>
              <a:gdLst>
                <a:gd name="csX0" fmla="*/ 20973 w 41945"/>
                <a:gd name="csY0" fmla="*/ 6503 h 62958"/>
                <a:gd name="csX1" fmla="*/ 11421 w 41945"/>
                <a:gd name="csY1" fmla="*/ 12762 h 62958"/>
                <a:gd name="csX2" fmla="*/ 8251 w 41945"/>
                <a:gd name="csY2" fmla="*/ 31499 h 62958"/>
                <a:gd name="csX3" fmla="*/ 11421 w 41945"/>
                <a:gd name="csY3" fmla="*/ 50236 h 62958"/>
                <a:gd name="csX4" fmla="*/ 20973 w 41945"/>
                <a:gd name="csY4" fmla="*/ 56455 h 62958"/>
                <a:gd name="csX5" fmla="*/ 30524 w 41945"/>
                <a:gd name="csY5" fmla="*/ 50236 h 62958"/>
                <a:gd name="csX6" fmla="*/ 33735 w 41945"/>
                <a:gd name="csY6" fmla="*/ 31499 h 62958"/>
                <a:gd name="csX7" fmla="*/ 30524 w 41945"/>
                <a:gd name="csY7" fmla="*/ 12762 h 62958"/>
                <a:gd name="csX8" fmla="*/ 20973 w 41945"/>
                <a:gd name="csY8" fmla="*/ 6503 h 62958"/>
                <a:gd name="csX9" fmla="*/ 20973 w 41945"/>
                <a:gd name="csY9" fmla="*/ 0 h 62958"/>
                <a:gd name="csX10" fmla="*/ 36539 w 41945"/>
                <a:gd name="csY10" fmla="*/ 8088 h 62958"/>
                <a:gd name="csX11" fmla="*/ 41945 w 41945"/>
                <a:gd name="csY11" fmla="*/ 31499 h 62958"/>
                <a:gd name="csX12" fmla="*/ 36539 w 41945"/>
                <a:gd name="csY12" fmla="*/ 54911 h 62958"/>
                <a:gd name="csX13" fmla="*/ 20973 w 41945"/>
                <a:gd name="csY13" fmla="*/ 62958 h 62958"/>
                <a:gd name="csX14" fmla="*/ 5365 w 41945"/>
                <a:gd name="csY14" fmla="*/ 54911 h 62958"/>
                <a:gd name="csX15" fmla="*/ 0 w 41945"/>
                <a:gd name="csY15" fmla="*/ 31499 h 62958"/>
                <a:gd name="csX16" fmla="*/ 5365 w 41945"/>
                <a:gd name="csY16" fmla="*/ 8088 h 62958"/>
                <a:gd name="csX17" fmla="*/ 20973 w 41945"/>
                <a:gd name="csY17" fmla="*/ 0 h 62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58">
                  <a:moveTo>
                    <a:pt x="20973" y="6503"/>
                  </a:moveTo>
                  <a:cubicBezTo>
                    <a:pt x="16746" y="6503"/>
                    <a:pt x="13562" y="8589"/>
                    <a:pt x="11421" y="12762"/>
                  </a:cubicBezTo>
                  <a:cubicBezTo>
                    <a:pt x="9308" y="16908"/>
                    <a:pt x="8251" y="23154"/>
                    <a:pt x="8251" y="31499"/>
                  </a:cubicBezTo>
                  <a:cubicBezTo>
                    <a:pt x="8251" y="39818"/>
                    <a:pt x="9308" y="46064"/>
                    <a:pt x="11421" y="50236"/>
                  </a:cubicBezTo>
                  <a:cubicBezTo>
                    <a:pt x="13562" y="54382"/>
                    <a:pt x="16746" y="56455"/>
                    <a:pt x="20973" y="56455"/>
                  </a:cubicBezTo>
                  <a:cubicBezTo>
                    <a:pt x="25227" y="56455"/>
                    <a:pt x="28411" y="54382"/>
                    <a:pt x="30524" y="50236"/>
                  </a:cubicBezTo>
                  <a:cubicBezTo>
                    <a:pt x="32665" y="46064"/>
                    <a:pt x="33735" y="39818"/>
                    <a:pt x="33735" y="31499"/>
                  </a:cubicBezTo>
                  <a:cubicBezTo>
                    <a:pt x="33735" y="23154"/>
                    <a:pt x="32665" y="16908"/>
                    <a:pt x="30524" y="12762"/>
                  </a:cubicBezTo>
                  <a:cubicBezTo>
                    <a:pt x="28411" y="8589"/>
                    <a:pt x="25227" y="6503"/>
                    <a:pt x="20973" y="6503"/>
                  </a:cubicBezTo>
                  <a:moveTo>
                    <a:pt x="20973" y="0"/>
                  </a:moveTo>
                  <a:cubicBezTo>
                    <a:pt x="27774" y="0"/>
                    <a:pt x="32963" y="2696"/>
                    <a:pt x="36539" y="8088"/>
                  </a:cubicBezTo>
                  <a:cubicBezTo>
                    <a:pt x="40143" y="13453"/>
                    <a:pt x="41945" y="21257"/>
                    <a:pt x="41945" y="31499"/>
                  </a:cubicBezTo>
                  <a:cubicBezTo>
                    <a:pt x="41945" y="41715"/>
                    <a:pt x="40143" y="49518"/>
                    <a:pt x="36539" y="54911"/>
                  </a:cubicBezTo>
                  <a:cubicBezTo>
                    <a:pt x="32963" y="60276"/>
                    <a:pt x="27774" y="62958"/>
                    <a:pt x="20973" y="62958"/>
                  </a:cubicBezTo>
                  <a:cubicBezTo>
                    <a:pt x="14171" y="62958"/>
                    <a:pt x="8969" y="60276"/>
                    <a:pt x="5365" y="54911"/>
                  </a:cubicBezTo>
                  <a:cubicBezTo>
                    <a:pt x="1788" y="49518"/>
                    <a:pt x="0" y="41715"/>
                    <a:pt x="0" y="31499"/>
                  </a:cubicBezTo>
                  <a:cubicBezTo>
                    <a:pt x="0" y="21257"/>
                    <a:pt x="1788" y="13453"/>
                    <a:pt x="5365" y="8088"/>
                  </a:cubicBezTo>
                  <a:cubicBezTo>
                    <a:pt x="8969" y="2696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8" name="Freeform 3587">
              <a:extLst>
                <a:ext uri="{FF2B5EF4-FFF2-40B4-BE49-F238E27FC236}">
                  <a16:creationId xmlns:a16="http://schemas.microsoft.com/office/drawing/2014/main" id="{7E032F5D-50F1-C5F8-97B1-F01E93F6644E}"/>
                </a:ext>
              </a:extLst>
            </p:cNvPr>
            <p:cNvSpPr/>
            <p:nvPr/>
          </p:nvSpPr>
          <p:spPr>
            <a:xfrm>
              <a:off x="4979987" y="4535992"/>
              <a:ext cx="8575" cy="10323"/>
            </a:xfrm>
            <a:custGeom>
              <a:avLst/>
              <a:gdLst>
                <a:gd name="csX0" fmla="*/ 0 w 8575"/>
                <a:gd name="csY0" fmla="*/ 0 h 10323"/>
                <a:gd name="csX1" fmla="*/ 8576 w 8575"/>
                <a:gd name="csY1" fmla="*/ 0 h 10323"/>
                <a:gd name="csX2" fmla="*/ 8576 w 8575"/>
                <a:gd name="csY2" fmla="*/ 10324 h 10323"/>
                <a:gd name="csX3" fmla="*/ 0 w 8575"/>
                <a:gd name="csY3" fmla="*/ 10324 h 10323"/>
                <a:gd name="csX4" fmla="*/ 0 w 8575"/>
                <a:gd name="csY4" fmla="*/ 0 h 10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75" h="10323">
                  <a:moveTo>
                    <a:pt x="0" y="0"/>
                  </a:moveTo>
                  <a:lnTo>
                    <a:pt x="8576" y="0"/>
                  </a:lnTo>
                  <a:lnTo>
                    <a:pt x="8576" y="10324"/>
                  </a:lnTo>
                  <a:lnTo>
                    <a:pt x="0" y="10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9" name="Freeform 3588">
              <a:extLst>
                <a:ext uri="{FF2B5EF4-FFF2-40B4-BE49-F238E27FC236}">
                  <a16:creationId xmlns:a16="http://schemas.microsoft.com/office/drawing/2014/main" id="{C1445DE0-86A9-702C-6DB9-CBB8C279D708}"/>
                </a:ext>
              </a:extLst>
            </p:cNvPr>
            <p:cNvSpPr/>
            <p:nvPr/>
          </p:nvSpPr>
          <p:spPr>
            <a:xfrm>
              <a:off x="5003642" y="4484536"/>
              <a:ext cx="38531" cy="61779"/>
            </a:xfrm>
            <a:custGeom>
              <a:avLst/>
              <a:gdLst>
                <a:gd name="csX0" fmla="*/ 9877 w 38531"/>
                <a:gd name="csY0" fmla="*/ 54870 h 61779"/>
                <a:gd name="csX1" fmla="*/ 38531 w 38531"/>
                <a:gd name="csY1" fmla="*/ 54870 h 61779"/>
                <a:gd name="csX2" fmla="*/ 38531 w 38531"/>
                <a:gd name="csY2" fmla="*/ 61780 h 61779"/>
                <a:gd name="csX3" fmla="*/ 0 w 38531"/>
                <a:gd name="csY3" fmla="*/ 61780 h 61779"/>
                <a:gd name="csX4" fmla="*/ 0 w 38531"/>
                <a:gd name="csY4" fmla="*/ 54870 h 61779"/>
                <a:gd name="csX5" fmla="*/ 12722 w 38531"/>
                <a:gd name="csY5" fmla="*/ 41904 h 61779"/>
                <a:gd name="csX6" fmla="*/ 22883 w 38531"/>
                <a:gd name="csY6" fmla="*/ 31378 h 61779"/>
                <a:gd name="csX7" fmla="*/ 28370 w 38531"/>
                <a:gd name="csY7" fmla="*/ 23899 h 61779"/>
                <a:gd name="csX8" fmla="*/ 29955 w 38531"/>
                <a:gd name="csY8" fmla="*/ 17843 h 61779"/>
                <a:gd name="csX9" fmla="*/ 26541 w 38531"/>
                <a:gd name="csY9" fmla="*/ 9958 h 61779"/>
                <a:gd name="csX10" fmla="*/ 17721 w 38531"/>
                <a:gd name="csY10" fmla="*/ 6910 h 61779"/>
                <a:gd name="csX11" fmla="*/ 9552 w 38531"/>
                <a:gd name="csY11" fmla="*/ 8251 h 61779"/>
                <a:gd name="csX12" fmla="*/ 407 w 38531"/>
                <a:gd name="csY12" fmla="*/ 12315 h 61779"/>
                <a:gd name="csX13" fmla="*/ 407 w 38531"/>
                <a:gd name="csY13" fmla="*/ 4024 h 61779"/>
                <a:gd name="csX14" fmla="*/ 9674 w 38531"/>
                <a:gd name="csY14" fmla="*/ 1016 h 61779"/>
                <a:gd name="csX15" fmla="*/ 17559 w 38531"/>
                <a:gd name="csY15" fmla="*/ 0 h 61779"/>
                <a:gd name="csX16" fmla="*/ 32597 w 38531"/>
                <a:gd name="csY16" fmla="*/ 4714 h 61779"/>
                <a:gd name="csX17" fmla="*/ 38206 w 38531"/>
                <a:gd name="csY17" fmla="*/ 17314 h 61779"/>
                <a:gd name="csX18" fmla="*/ 36783 w 38531"/>
                <a:gd name="csY18" fmla="*/ 24428 h 61779"/>
                <a:gd name="csX19" fmla="*/ 31703 w 38531"/>
                <a:gd name="csY19" fmla="*/ 32313 h 61779"/>
                <a:gd name="csX20" fmla="*/ 25241 w 38531"/>
                <a:gd name="csY20" fmla="*/ 39141 h 61779"/>
                <a:gd name="csX21" fmla="*/ 9877 w 38531"/>
                <a:gd name="csY21" fmla="*/ 54870 h 61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8531" h="61779">
                  <a:moveTo>
                    <a:pt x="9877" y="54870"/>
                  </a:moveTo>
                  <a:lnTo>
                    <a:pt x="38531" y="54870"/>
                  </a:lnTo>
                  <a:lnTo>
                    <a:pt x="38531" y="61780"/>
                  </a:lnTo>
                  <a:lnTo>
                    <a:pt x="0" y="61780"/>
                  </a:lnTo>
                  <a:lnTo>
                    <a:pt x="0" y="54870"/>
                  </a:lnTo>
                  <a:cubicBezTo>
                    <a:pt x="3116" y="51646"/>
                    <a:pt x="7357" y="47324"/>
                    <a:pt x="12722" y="41904"/>
                  </a:cubicBezTo>
                  <a:cubicBezTo>
                    <a:pt x="18114" y="36458"/>
                    <a:pt x="21501" y="32949"/>
                    <a:pt x="22883" y="31378"/>
                  </a:cubicBezTo>
                  <a:cubicBezTo>
                    <a:pt x="25511" y="28424"/>
                    <a:pt x="27340" y="25931"/>
                    <a:pt x="28370" y="23899"/>
                  </a:cubicBezTo>
                  <a:cubicBezTo>
                    <a:pt x="29427" y="21840"/>
                    <a:pt x="29955" y="19821"/>
                    <a:pt x="29955" y="17843"/>
                  </a:cubicBezTo>
                  <a:cubicBezTo>
                    <a:pt x="29955" y="14618"/>
                    <a:pt x="28817" y="11990"/>
                    <a:pt x="26541" y="9958"/>
                  </a:cubicBezTo>
                  <a:cubicBezTo>
                    <a:pt x="24292" y="7926"/>
                    <a:pt x="21352" y="6910"/>
                    <a:pt x="17721" y="6910"/>
                  </a:cubicBezTo>
                  <a:cubicBezTo>
                    <a:pt x="15147" y="6910"/>
                    <a:pt x="12424" y="7357"/>
                    <a:pt x="9552" y="8251"/>
                  </a:cubicBezTo>
                  <a:cubicBezTo>
                    <a:pt x="6707" y="9145"/>
                    <a:pt x="3658" y="10499"/>
                    <a:pt x="407" y="12315"/>
                  </a:cubicBezTo>
                  <a:lnTo>
                    <a:pt x="407" y="4024"/>
                  </a:lnTo>
                  <a:cubicBezTo>
                    <a:pt x="3712" y="2696"/>
                    <a:pt x="6801" y="1693"/>
                    <a:pt x="9674" y="1016"/>
                  </a:cubicBezTo>
                  <a:cubicBezTo>
                    <a:pt x="12546" y="339"/>
                    <a:pt x="15174" y="0"/>
                    <a:pt x="17559" y="0"/>
                  </a:cubicBezTo>
                  <a:cubicBezTo>
                    <a:pt x="23845" y="0"/>
                    <a:pt x="28858" y="1571"/>
                    <a:pt x="32597" y="4714"/>
                  </a:cubicBezTo>
                  <a:cubicBezTo>
                    <a:pt x="36336" y="7858"/>
                    <a:pt x="38206" y="12058"/>
                    <a:pt x="38206" y="17314"/>
                  </a:cubicBezTo>
                  <a:cubicBezTo>
                    <a:pt x="38206" y="19807"/>
                    <a:pt x="37732" y="22178"/>
                    <a:pt x="36783" y="24428"/>
                  </a:cubicBezTo>
                  <a:cubicBezTo>
                    <a:pt x="35862" y="26650"/>
                    <a:pt x="34169" y="29278"/>
                    <a:pt x="31703" y="32313"/>
                  </a:cubicBezTo>
                  <a:cubicBezTo>
                    <a:pt x="31026" y="33098"/>
                    <a:pt x="28872" y="35374"/>
                    <a:pt x="25241" y="39141"/>
                  </a:cubicBezTo>
                  <a:cubicBezTo>
                    <a:pt x="21610" y="42880"/>
                    <a:pt x="16488" y="48123"/>
                    <a:pt x="9877" y="5487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0" name="Freeform 3589">
              <a:extLst>
                <a:ext uri="{FF2B5EF4-FFF2-40B4-BE49-F238E27FC236}">
                  <a16:creationId xmlns:a16="http://schemas.microsoft.com/office/drawing/2014/main" id="{5C289F15-5641-F142-8B1E-9E57F9424C68}"/>
                </a:ext>
              </a:extLst>
            </p:cNvPr>
            <p:cNvSpPr/>
            <p:nvPr/>
          </p:nvSpPr>
          <p:spPr>
            <a:xfrm>
              <a:off x="4921946" y="4275093"/>
              <a:ext cx="41945" cy="62958"/>
            </a:xfrm>
            <a:custGeom>
              <a:avLst/>
              <a:gdLst>
                <a:gd name="csX0" fmla="*/ 20973 w 41945"/>
                <a:gd name="csY0" fmla="*/ 6503 h 62958"/>
                <a:gd name="csX1" fmla="*/ 11421 w 41945"/>
                <a:gd name="csY1" fmla="*/ 12762 h 62958"/>
                <a:gd name="csX2" fmla="*/ 8251 w 41945"/>
                <a:gd name="csY2" fmla="*/ 31499 h 62958"/>
                <a:gd name="csX3" fmla="*/ 11421 w 41945"/>
                <a:gd name="csY3" fmla="*/ 50237 h 62958"/>
                <a:gd name="csX4" fmla="*/ 20973 w 41945"/>
                <a:gd name="csY4" fmla="*/ 56455 h 62958"/>
                <a:gd name="csX5" fmla="*/ 30524 w 41945"/>
                <a:gd name="csY5" fmla="*/ 50237 h 62958"/>
                <a:gd name="csX6" fmla="*/ 33735 w 41945"/>
                <a:gd name="csY6" fmla="*/ 31499 h 62958"/>
                <a:gd name="csX7" fmla="*/ 30524 w 41945"/>
                <a:gd name="csY7" fmla="*/ 12762 h 62958"/>
                <a:gd name="csX8" fmla="*/ 20973 w 41945"/>
                <a:gd name="csY8" fmla="*/ 6503 h 62958"/>
                <a:gd name="csX9" fmla="*/ 20973 w 41945"/>
                <a:gd name="csY9" fmla="*/ 0 h 62958"/>
                <a:gd name="csX10" fmla="*/ 36540 w 41945"/>
                <a:gd name="csY10" fmla="*/ 8088 h 62958"/>
                <a:gd name="csX11" fmla="*/ 41945 w 41945"/>
                <a:gd name="csY11" fmla="*/ 31499 h 62958"/>
                <a:gd name="csX12" fmla="*/ 36540 w 41945"/>
                <a:gd name="csY12" fmla="*/ 54911 h 62958"/>
                <a:gd name="csX13" fmla="*/ 20973 w 41945"/>
                <a:gd name="csY13" fmla="*/ 62959 h 62958"/>
                <a:gd name="csX14" fmla="*/ 5365 w 41945"/>
                <a:gd name="csY14" fmla="*/ 54911 h 62958"/>
                <a:gd name="csX15" fmla="*/ 0 w 41945"/>
                <a:gd name="csY15" fmla="*/ 31499 h 62958"/>
                <a:gd name="csX16" fmla="*/ 5365 w 41945"/>
                <a:gd name="csY16" fmla="*/ 8088 h 62958"/>
                <a:gd name="csX17" fmla="*/ 20973 w 41945"/>
                <a:gd name="csY17" fmla="*/ 0 h 62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58">
                  <a:moveTo>
                    <a:pt x="20973" y="6503"/>
                  </a:moveTo>
                  <a:cubicBezTo>
                    <a:pt x="16746" y="6503"/>
                    <a:pt x="13562" y="8589"/>
                    <a:pt x="11421" y="12762"/>
                  </a:cubicBezTo>
                  <a:cubicBezTo>
                    <a:pt x="9308" y="16908"/>
                    <a:pt x="8251" y="23154"/>
                    <a:pt x="8251" y="31499"/>
                  </a:cubicBezTo>
                  <a:cubicBezTo>
                    <a:pt x="8251" y="39818"/>
                    <a:pt x="9308" y="46064"/>
                    <a:pt x="11421" y="50237"/>
                  </a:cubicBezTo>
                  <a:cubicBezTo>
                    <a:pt x="13562" y="54383"/>
                    <a:pt x="16746" y="56455"/>
                    <a:pt x="20973" y="56455"/>
                  </a:cubicBezTo>
                  <a:cubicBezTo>
                    <a:pt x="25227" y="56455"/>
                    <a:pt x="28411" y="54383"/>
                    <a:pt x="30524" y="50237"/>
                  </a:cubicBezTo>
                  <a:cubicBezTo>
                    <a:pt x="32665" y="46064"/>
                    <a:pt x="33735" y="39818"/>
                    <a:pt x="33735" y="31499"/>
                  </a:cubicBezTo>
                  <a:cubicBezTo>
                    <a:pt x="33735" y="23154"/>
                    <a:pt x="32665" y="16908"/>
                    <a:pt x="30524" y="12762"/>
                  </a:cubicBezTo>
                  <a:cubicBezTo>
                    <a:pt x="28411" y="8589"/>
                    <a:pt x="25227" y="6503"/>
                    <a:pt x="20973" y="6503"/>
                  </a:cubicBezTo>
                  <a:moveTo>
                    <a:pt x="20973" y="0"/>
                  </a:moveTo>
                  <a:cubicBezTo>
                    <a:pt x="27774" y="0"/>
                    <a:pt x="32963" y="2696"/>
                    <a:pt x="36540" y="8088"/>
                  </a:cubicBezTo>
                  <a:cubicBezTo>
                    <a:pt x="40144" y="13453"/>
                    <a:pt x="41945" y="21257"/>
                    <a:pt x="41945" y="31499"/>
                  </a:cubicBezTo>
                  <a:cubicBezTo>
                    <a:pt x="41945" y="41715"/>
                    <a:pt x="40144" y="49519"/>
                    <a:pt x="36540" y="54911"/>
                  </a:cubicBezTo>
                  <a:cubicBezTo>
                    <a:pt x="32963" y="60276"/>
                    <a:pt x="27774" y="62959"/>
                    <a:pt x="20973" y="62959"/>
                  </a:cubicBezTo>
                  <a:cubicBezTo>
                    <a:pt x="14171" y="62959"/>
                    <a:pt x="8969" y="60276"/>
                    <a:pt x="5365" y="54911"/>
                  </a:cubicBezTo>
                  <a:cubicBezTo>
                    <a:pt x="1788" y="49519"/>
                    <a:pt x="0" y="41715"/>
                    <a:pt x="0" y="31499"/>
                  </a:cubicBezTo>
                  <a:cubicBezTo>
                    <a:pt x="0" y="21257"/>
                    <a:pt x="1788" y="13453"/>
                    <a:pt x="5365" y="8088"/>
                  </a:cubicBezTo>
                  <a:cubicBezTo>
                    <a:pt x="8969" y="2696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1" name="Freeform 3590">
              <a:extLst>
                <a:ext uri="{FF2B5EF4-FFF2-40B4-BE49-F238E27FC236}">
                  <a16:creationId xmlns:a16="http://schemas.microsoft.com/office/drawing/2014/main" id="{2B251431-BA5B-E442-262F-AE9F67CDD76A}"/>
                </a:ext>
              </a:extLst>
            </p:cNvPr>
            <p:cNvSpPr/>
            <p:nvPr/>
          </p:nvSpPr>
          <p:spPr>
            <a:xfrm>
              <a:off x="4978320" y="4326550"/>
              <a:ext cx="8576" cy="10323"/>
            </a:xfrm>
            <a:custGeom>
              <a:avLst/>
              <a:gdLst>
                <a:gd name="csX0" fmla="*/ 0 w 8576"/>
                <a:gd name="csY0" fmla="*/ 0 h 10323"/>
                <a:gd name="csX1" fmla="*/ 8576 w 8576"/>
                <a:gd name="csY1" fmla="*/ 0 h 10323"/>
                <a:gd name="csX2" fmla="*/ 8576 w 8576"/>
                <a:gd name="csY2" fmla="*/ 10324 h 10323"/>
                <a:gd name="csX3" fmla="*/ 0 w 8576"/>
                <a:gd name="csY3" fmla="*/ 10324 h 10323"/>
                <a:gd name="csX4" fmla="*/ 0 w 8576"/>
                <a:gd name="csY4" fmla="*/ 0 h 10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76" h="10323">
                  <a:moveTo>
                    <a:pt x="0" y="0"/>
                  </a:moveTo>
                  <a:lnTo>
                    <a:pt x="8576" y="0"/>
                  </a:lnTo>
                  <a:lnTo>
                    <a:pt x="8576" y="10324"/>
                  </a:lnTo>
                  <a:lnTo>
                    <a:pt x="0" y="10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2" name="Freeform 3591">
              <a:extLst>
                <a:ext uri="{FF2B5EF4-FFF2-40B4-BE49-F238E27FC236}">
                  <a16:creationId xmlns:a16="http://schemas.microsoft.com/office/drawing/2014/main" id="{EF738F0D-C689-356E-465C-7B09A01E9943}"/>
                </a:ext>
              </a:extLst>
            </p:cNvPr>
            <p:cNvSpPr/>
            <p:nvPr/>
          </p:nvSpPr>
          <p:spPr>
            <a:xfrm>
              <a:off x="5002220" y="4275093"/>
              <a:ext cx="39954" cy="62958"/>
            </a:xfrm>
            <a:custGeom>
              <a:avLst/>
              <a:gdLst>
                <a:gd name="csX0" fmla="*/ 27435 w 39954"/>
                <a:gd name="csY0" fmla="*/ 29061 h 62958"/>
                <a:gd name="csX1" fmla="*/ 36621 w 39954"/>
                <a:gd name="csY1" fmla="*/ 34304 h 62958"/>
                <a:gd name="csX2" fmla="*/ 39954 w 39954"/>
                <a:gd name="csY2" fmla="*/ 44140 h 62958"/>
                <a:gd name="csX3" fmla="*/ 33776 w 39954"/>
                <a:gd name="csY3" fmla="*/ 58041 h 62958"/>
                <a:gd name="csX4" fmla="*/ 16217 w 39954"/>
                <a:gd name="csY4" fmla="*/ 62959 h 62958"/>
                <a:gd name="csX5" fmla="*/ 8332 w 39954"/>
                <a:gd name="csY5" fmla="*/ 62186 h 62958"/>
                <a:gd name="csX6" fmla="*/ 0 w 39954"/>
                <a:gd name="csY6" fmla="*/ 59951 h 62958"/>
                <a:gd name="csX7" fmla="*/ 0 w 39954"/>
                <a:gd name="csY7" fmla="*/ 52025 h 62958"/>
                <a:gd name="csX8" fmla="*/ 7479 w 39954"/>
                <a:gd name="csY8" fmla="*/ 55033 h 62958"/>
                <a:gd name="csX9" fmla="*/ 15974 w 39954"/>
                <a:gd name="csY9" fmla="*/ 56049 h 62958"/>
                <a:gd name="csX10" fmla="*/ 27720 w 39954"/>
                <a:gd name="csY10" fmla="*/ 53000 h 62958"/>
                <a:gd name="csX11" fmla="*/ 31784 w 39954"/>
                <a:gd name="csY11" fmla="*/ 44140 h 62958"/>
                <a:gd name="csX12" fmla="*/ 28004 w 39954"/>
                <a:gd name="csY12" fmla="*/ 35767 h 62958"/>
                <a:gd name="csX13" fmla="*/ 17559 w 39954"/>
                <a:gd name="csY13" fmla="*/ 32719 h 62958"/>
                <a:gd name="csX14" fmla="*/ 10487 w 39954"/>
                <a:gd name="csY14" fmla="*/ 32719 h 62958"/>
                <a:gd name="csX15" fmla="*/ 10487 w 39954"/>
                <a:gd name="csY15" fmla="*/ 25972 h 62958"/>
                <a:gd name="csX16" fmla="*/ 17884 w 39954"/>
                <a:gd name="csY16" fmla="*/ 25972 h 62958"/>
                <a:gd name="csX17" fmla="*/ 27151 w 39954"/>
                <a:gd name="csY17" fmla="*/ 23574 h 62958"/>
                <a:gd name="csX18" fmla="*/ 30362 w 39954"/>
                <a:gd name="csY18" fmla="*/ 16583 h 62958"/>
                <a:gd name="csX19" fmla="*/ 27029 w 39954"/>
                <a:gd name="csY19" fmla="*/ 9429 h 62958"/>
                <a:gd name="csX20" fmla="*/ 17559 w 39954"/>
                <a:gd name="csY20" fmla="*/ 6910 h 62958"/>
                <a:gd name="csX21" fmla="*/ 10324 w 39954"/>
                <a:gd name="csY21" fmla="*/ 7642 h 62958"/>
                <a:gd name="csX22" fmla="*/ 1829 w 39954"/>
                <a:gd name="csY22" fmla="*/ 9917 h 62958"/>
                <a:gd name="csX23" fmla="*/ 1829 w 39954"/>
                <a:gd name="csY23" fmla="*/ 2601 h 62958"/>
                <a:gd name="csX24" fmla="*/ 10568 w 39954"/>
                <a:gd name="csY24" fmla="*/ 650 h 62958"/>
                <a:gd name="csX25" fmla="*/ 18291 w 39954"/>
                <a:gd name="csY25" fmla="*/ 0 h 62958"/>
                <a:gd name="csX26" fmla="*/ 33085 w 39954"/>
                <a:gd name="csY26" fmla="*/ 4268 h 62958"/>
                <a:gd name="csX27" fmla="*/ 38531 w 39954"/>
                <a:gd name="csY27" fmla="*/ 15729 h 62958"/>
                <a:gd name="csX28" fmla="*/ 35646 w 39954"/>
                <a:gd name="csY28" fmla="*/ 24264 h 62958"/>
                <a:gd name="csX29" fmla="*/ 27435 w 39954"/>
                <a:gd name="csY29" fmla="*/ 29061 h 62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9954" h="62958">
                  <a:moveTo>
                    <a:pt x="27435" y="29061"/>
                  </a:moveTo>
                  <a:cubicBezTo>
                    <a:pt x="31364" y="29901"/>
                    <a:pt x="34426" y="31649"/>
                    <a:pt x="36621" y="34304"/>
                  </a:cubicBezTo>
                  <a:cubicBezTo>
                    <a:pt x="38843" y="36959"/>
                    <a:pt x="39954" y="40238"/>
                    <a:pt x="39954" y="44140"/>
                  </a:cubicBezTo>
                  <a:cubicBezTo>
                    <a:pt x="39954" y="50128"/>
                    <a:pt x="37895" y="54762"/>
                    <a:pt x="33776" y="58041"/>
                  </a:cubicBezTo>
                  <a:cubicBezTo>
                    <a:pt x="29657" y="61320"/>
                    <a:pt x="23805" y="62959"/>
                    <a:pt x="16217" y="62959"/>
                  </a:cubicBezTo>
                  <a:cubicBezTo>
                    <a:pt x="13670" y="62959"/>
                    <a:pt x="11042" y="62701"/>
                    <a:pt x="8332" y="62186"/>
                  </a:cubicBezTo>
                  <a:cubicBezTo>
                    <a:pt x="5650" y="61698"/>
                    <a:pt x="2872" y="60953"/>
                    <a:pt x="0" y="59951"/>
                  </a:cubicBezTo>
                  <a:lnTo>
                    <a:pt x="0" y="52025"/>
                  </a:lnTo>
                  <a:cubicBezTo>
                    <a:pt x="2276" y="53353"/>
                    <a:pt x="4769" y="54355"/>
                    <a:pt x="7479" y="55033"/>
                  </a:cubicBezTo>
                  <a:cubicBezTo>
                    <a:pt x="10189" y="55710"/>
                    <a:pt x="13020" y="56049"/>
                    <a:pt x="15974" y="56049"/>
                  </a:cubicBezTo>
                  <a:cubicBezTo>
                    <a:pt x="21122" y="56049"/>
                    <a:pt x="25038" y="55033"/>
                    <a:pt x="27720" y="53000"/>
                  </a:cubicBezTo>
                  <a:cubicBezTo>
                    <a:pt x="30429" y="50968"/>
                    <a:pt x="31784" y="48015"/>
                    <a:pt x="31784" y="44140"/>
                  </a:cubicBezTo>
                  <a:cubicBezTo>
                    <a:pt x="31784" y="40563"/>
                    <a:pt x="30524" y="37772"/>
                    <a:pt x="28004" y="35767"/>
                  </a:cubicBezTo>
                  <a:cubicBezTo>
                    <a:pt x="25511" y="33735"/>
                    <a:pt x="22030" y="32719"/>
                    <a:pt x="17559" y="32719"/>
                  </a:cubicBezTo>
                  <a:lnTo>
                    <a:pt x="10487" y="32719"/>
                  </a:lnTo>
                  <a:lnTo>
                    <a:pt x="10487" y="25972"/>
                  </a:lnTo>
                  <a:lnTo>
                    <a:pt x="17884" y="25972"/>
                  </a:lnTo>
                  <a:cubicBezTo>
                    <a:pt x="21921" y="25972"/>
                    <a:pt x="25010" y="25173"/>
                    <a:pt x="27151" y="23574"/>
                  </a:cubicBezTo>
                  <a:cubicBezTo>
                    <a:pt x="29291" y="21948"/>
                    <a:pt x="30362" y="19618"/>
                    <a:pt x="30362" y="16583"/>
                  </a:cubicBezTo>
                  <a:cubicBezTo>
                    <a:pt x="30362" y="13467"/>
                    <a:pt x="29251" y="11082"/>
                    <a:pt x="27029" y="9429"/>
                  </a:cubicBezTo>
                  <a:cubicBezTo>
                    <a:pt x="24834" y="7749"/>
                    <a:pt x="21677" y="6910"/>
                    <a:pt x="17559" y="6910"/>
                  </a:cubicBezTo>
                  <a:cubicBezTo>
                    <a:pt x="15310" y="6910"/>
                    <a:pt x="12898" y="7154"/>
                    <a:pt x="10324" y="7642"/>
                  </a:cubicBezTo>
                  <a:cubicBezTo>
                    <a:pt x="7749" y="8129"/>
                    <a:pt x="4918" y="8888"/>
                    <a:pt x="1829" y="9917"/>
                  </a:cubicBezTo>
                  <a:lnTo>
                    <a:pt x="1829" y="2601"/>
                  </a:lnTo>
                  <a:cubicBezTo>
                    <a:pt x="4946" y="1734"/>
                    <a:pt x="7858" y="1084"/>
                    <a:pt x="10568" y="650"/>
                  </a:cubicBezTo>
                  <a:cubicBezTo>
                    <a:pt x="13304" y="217"/>
                    <a:pt x="15879" y="0"/>
                    <a:pt x="18291" y="0"/>
                  </a:cubicBezTo>
                  <a:cubicBezTo>
                    <a:pt x="24523" y="0"/>
                    <a:pt x="29454" y="1423"/>
                    <a:pt x="33085" y="4268"/>
                  </a:cubicBezTo>
                  <a:cubicBezTo>
                    <a:pt x="36716" y="7086"/>
                    <a:pt x="38531" y="10906"/>
                    <a:pt x="38531" y="15729"/>
                  </a:cubicBezTo>
                  <a:cubicBezTo>
                    <a:pt x="38531" y="19089"/>
                    <a:pt x="37569" y="21934"/>
                    <a:pt x="35646" y="24264"/>
                  </a:cubicBezTo>
                  <a:cubicBezTo>
                    <a:pt x="33722" y="26568"/>
                    <a:pt x="30985" y="28167"/>
                    <a:pt x="27435" y="29061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3" name="Freeform 3592">
              <a:extLst>
                <a:ext uri="{FF2B5EF4-FFF2-40B4-BE49-F238E27FC236}">
                  <a16:creationId xmlns:a16="http://schemas.microsoft.com/office/drawing/2014/main" id="{B2881AAE-19D8-8B3B-72D8-DF25128CA58B}"/>
                </a:ext>
              </a:extLst>
            </p:cNvPr>
            <p:cNvSpPr/>
            <p:nvPr/>
          </p:nvSpPr>
          <p:spPr>
            <a:xfrm>
              <a:off x="4919955" y="4065651"/>
              <a:ext cx="41945" cy="62958"/>
            </a:xfrm>
            <a:custGeom>
              <a:avLst/>
              <a:gdLst>
                <a:gd name="csX0" fmla="*/ 20973 w 41945"/>
                <a:gd name="csY0" fmla="*/ 6503 h 62958"/>
                <a:gd name="csX1" fmla="*/ 11421 w 41945"/>
                <a:gd name="csY1" fmla="*/ 12762 h 62958"/>
                <a:gd name="csX2" fmla="*/ 8251 w 41945"/>
                <a:gd name="csY2" fmla="*/ 31499 h 62958"/>
                <a:gd name="csX3" fmla="*/ 11421 w 41945"/>
                <a:gd name="csY3" fmla="*/ 50237 h 62958"/>
                <a:gd name="csX4" fmla="*/ 20973 w 41945"/>
                <a:gd name="csY4" fmla="*/ 56455 h 62958"/>
                <a:gd name="csX5" fmla="*/ 30524 w 41945"/>
                <a:gd name="csY5" fmla="*/ 50237 h 62958"/>
                <a:gd name="csX6" fmla="*/ 33735 w 41945"/>
                <a:gd name="csY6" fmla="*/ 31499 h 62958"/>
                <a:gd name="csX7" fmla="*/ 30524 w 41945"/>
                <a:gd name="csY7" fmla="*/ 12762 h 62958"/>
                <a:gd name="csX8" fmla="*/ 20973 w 41945"/>
                <a:gd name="csY8" fmla="*/ 6503 h 62958"/>
                <a:gd name="csX9" fmla="*/ 20973 w 41945"/>
                <a:gd name="csY9" fmla="*/ 0 h 62958"/>
                <a:gd name="csX10" fmla="*/ 36540 w 41945"/>
                <a:gd name="csY10" fmla="*/ 8089 h 62958"/>
                <a:gd name="csX11" fmla="*/ 41945 w 41945"/>
                <a:gd name="csY11" fmla="*/ 31499 h 62958"/>
                <a:gd name="csX12" fmla="*/ 36540 w 41945"/>
                <a:gd name="csY12" fmla="*/ 54911 h 62958"/>
                <a:gd name="csX13" fmla="*/ 20973 w 41945"/>
                <a:gd name="csY13" fmla="*/ 62959 h 62958"/>
                <a:gd name="csX14" fmla="*/ 5365 w 41945"/>
                <a:gd name="csY14" fmla="*/ 54911 h 62958"/>
                <a:gd name="csX15" fmla="*/ 0 w 41945"/>
                <a:gd name="csY15" fmla="*/ 31499 h 62958"/>
                <a:gd name="csX16" fmla="*/ 5365 w 41945"/>
                <a:gd name="csY16" fmla="*/ 8089 h 62958"/>
                <a:gd name="csX17" fmla="*/ 20973 w 41945"/>
                <a:gd name="csY17" fmla="*/ 0 h 62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1945" h="62958">
                  <a:moveTo>
                    <a:pt x="20973" y="6503"/>
                  </a:moveTo>
                  <a:cubicBezTo>
                    <a:pt x="16746" y="6503"/>
                    <a:pt x="13562" y="8589"/>
                    <a:pt x="11421" y="12762"/>
                  </a:cubicBezTo>
                  <a:cubicBezTo>
                    <a:pt x="9308" y="16908"/>
                    <a:pt x="8251" y="23154"/>
                    <a:pt x="8251" y="31499"/>
                  </a:cubicBezTo>
                  <a:cubicBezTo>
                    <a:pt x="8251" y="39818"/>
                    <a:pt x="9308" y="46064"/>
                    <a:pt x="11421" y="50237"/>
                  </a:cubicBezTo>
                  <a:cubicBezTo>
                    <a:pt x="13562" y="54383"/>
                    <a:pt x="16746" y="56455"/>
                    <a:pt x="20973" y="56455"/>
                  </a:cubicBezTo>
                  <a:cubicBezTo>
                    <a:pt x="25227" y="56455"/>
                    <a:pt x="28411" y="54383"/>
                    <a:pt x="30524" y="50237"/>
                  </a:cubicBezTo>
                  <a:cubicBezTo>
                    <a:pt x="32665" y="46064"/>
                    <a:pt x="33735" y="39818"/>
                    <a:pt x="33735" y="31499"/>
                  </a:cubicBezTo>
                  <a:cubicBezTo>
                    <a:pt x="33735" y="23154"/>
                    <a:pt x="32665" y="16908"/>
                    <a:pt x="30524" y="12762"/>
                  </a:cubicBezTo>
                  <a:cubicBezTo>
                    <a:pt x="28411" y="8589"/>
                    <a:pt x="25227" y="6503"/>
                    <a:pt x="20973" y="6503"/>
                  </a:cubicBezTo>
                  <a:moveTo>
                    <a:pt x="20973" y="0"/>
                  </a:moveTo>
                  <a:cubicBezTo>
                    <a:pt x="27774" y="0"/>
                    <a:pt x="32963" y="2696"/>
                    <a:pt x="36540" y="8089"/>
                  </a:cubicBezTo>
                  <a:cubicBezTo>
                    <a:pt x="40144" y="13454"/>
                    <a:pt x="41945" y="21257"/>
                    <a:pt x="41945" y="31499"/>
                  </a:cubicBezTo>
                  <a:cubicBezTo>
                    <a:pt x="41945" y="41715"/>
                    <a:pt x="40144" y="49519"/>
                    <a:pt x="36540" y="54911"/>
                  </a:cubicBezTo>
                  <a:cubicBezTo>
                    <a:pt x="32963" y="60276"/>
                    <a:pt x="27774" y="62959"/>
                    <a:pt x="20973" y="62959"/>
                  </a:cubicBezTo>
                  <a:cubicBezTo>
                    <a:pt x="14171" y="62959"/>
                    <a:pt x="8969" y="60276"/>
                    <a:pt x="5365" y="54911"/>
                  </a:cubicBezTo>
                  <a:cubicBezTo>
                    <a:pt x="1788" y="49519"/>
                    <a:pt x="0" y="41715"/>
                    <a:pt x="0" y="31499"/>
                  </a:cubicBezTo>
                  <a:cubicBezTo>
                    <a:pt x="0" y="21257"/>
                    <a:pt x="1788" y="13454"/>
                    <a:pt x="5365" y="8089"/>
                  </a:cubicBezTo>
                  <a:cubicBezTo>
                    <a:pt x="8969" y="2696"/>
                    <a:pt x="14171" y="0"/>
                    <a:pt x="20973" y="0"/>
                  </a:cubicBez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4" name="Freeform 3593">
              <a:extLst>
                <a:ext uri="{FF2B5EF4-FFF2-40B4-BE49-F238E27FC236}">
                  <a16:creationId xmlns:a16="http://schemas.microsoft.com/office/drawing/2014/main" id="{C88AF87D-06CF-3F90-2790-BC110A08E249}"/>
                </a:ext>
              </a:extLst>
            </p:cNvPr>
            <p:cNvSpPr/>
            <p:nvPr/>
          </p:nvSpPr>
          <p:spPr>
            <a:xfrm>
              <a:off x="4976329" y="4117107"/>
              <a:ext cx="8576" cy="10323"/>
            </a:xfrm>
            <a:custGeom>
              <a:avLst/>
              <a:gdLst>
                <a:gd name="csX0" fmla="*/ 0 w 8576"/>
                <a:gd name="csY0" fmla="*/ 0 h 10323"/>
                <a:gd name="csX1" fmla="*/ 8576 w 8576"/>
                <a:gd name="csY1" fmla="*/ 0 h 10323"/>
                <a:gd name="csX2" fmla="*/ 8576 w 8576"/>
                <a:gd name="csY2" fmla="*/ 10324 h 10323"/>
                <a:gd name="csX3" fmla="*/ 0 w 8576"/>
                <a:gd name="csY3" fmla="*/ 10324 h 10323"/>
                <a:gd name="csX4" fmla="*/ 0 w 8576"/>
                <a:gd name="csY4" fmla="*/ 0 h 103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576" h="10323">
                  <a:moveTo>
                    <a:pt x="0" y="0"/>
                  </a:moveTo>
                  <a:lnTo>
                    <a:pt x="8576" y="0"/>
                  </a:lnTo>
                  <a:lnTo>
                    <a:pt x="8576" y="10324"/>
                  </a:lnTo>
                  <a:lnTo>
                    <a:pt x="0" y="10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5" name="Freeform 3594">
              <a:extLst>
                <a:ext uri="{FF2B5EF4-FFF2-40B4-BE49-F238E27FC236}">
                  <a16:creationId xmlns:a16="http://schemas.microsoft.com/office/drawing/2014/main" id="{CB909C8F-3CD8-3F6D-3374-A1814E8D2F6D}"/>
                </a:ext>
              </a:extLst>
            </p:cNvPr>
            <p:cNvSpPr/>
            <p:nvPr/>
          </p:nvSpPr>
          <p:spPr>
            <a:xfrm>
              <a:off x="4997952" y="4066748"/>
              <a:ext cx="44221" cy="60682"/>
            </a:xfrm>
            <a:custGeom>
              <a:avLst/>
              <a:gdLst>
                <a:gd name="csX0" fmla="*/ 27394 w 44221"/>
                <a:gd name="csY0" fmla="*/ 7154 h 60682"/>
                <a:gd name="csX1" fmla="*/ 6665 w 44221"/>
                <a:gd name="csY1" fmla="*/ 39547 h 60682"/>
                <a:gd name="csX2" fmla="*/ 27394 w 44221"/>
                <a:gd name="csY2" fmla="*/ 39547 h 60682"/>
                <a:gd name="csX3" fmla="*/ 27394 w 44221"/>
                <a:gd name="csY3" fmla="*/ 7154 h 60682"/>
                <a:gd name="csX4" fmla="*/ 25240 w 44221"/>
                <a:gd name="csY4" fmla="*/ 0 h 60682"/>
                <a:gd name="csX5" fmla="*/ 35564 w 44221"/>
                <a:gd name="csY5" fmla="*/ 0 h 60682"/>
                <a:gd name="csX6" fmla="*/ 35564 w 44221"/>
                <a:gd name="csY6" fmla="*/ 39547 h 60682"/>
                <a:gd name="csX7" fmla="*/ 44221 w 44221"/>
                <a:gd name="csY7" fmla="*/ 39547 h 60682"/>
                <a:gd name="csX8" fmla="*/ 44221 w 44221"/>
                <a:gd name="csY8" fmla="*/ 46376 h 60682"/>
                <a:gd name="csX9" fmla="*/ 35564 w 44221"/>
                <a:gd name="csY9" fmla="*/ 46376 h 60682"/>
                <a:gd name="csX10" fmla="*/ 35564 w 44221"/>
                <a:gd name="csY10" fmla="*/ 60683 h 60682"/>
                <a:gd name="csX11" fmla="*/ 27394 w 44221"/>
                <a:gd name="csY11" fmla="*/ 60683 h 60682"/>
                <a:gd name="csX12" fmla="*/ 27394 w 44221"/>
                <a:gd name="csY12" fmla="*/ 46376 h 60682"/>
                <a:gd name="csX13" fmla="*/ 0 w 44221"/>
                <a:gd name="csY13" fmla="*/ 46376 h 60682"/>
                <a:gd name="csX14" fmla="*/ 0 w 44221"/>
                <a:gd name="csY14" fmla="*/ 38450 h 60682"/>
                <a:gd name="csX15" fmla="*/ 25240 w 44221"/>
                <a:gd name="csY15" fmla="*/ 0 h 60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4221" h="60682">
                  <a:moveTo>
                    <a:pt x="27394" y="7154"/>
                  </a:moveTo>
                  <a:lnTo>
                    <a:pt x="6665" y="39547"/>
                  </a:lnTo>
                  <a:lnTo>
                    <a:pt x="27394" y="39547"/>
                  </a:lnTo>
                  <a:lnTo>
                    <a:pt x="27394" y="7154"/>
                  </a:lnTo>
                  <a:moveTo>
                    <a:pt x="25240" y="0"/>
                  </a:moveTo>
                  <a:lnTo>
                    <a:pt x="35564" y="0"/>
                  </a:lnTo>
                  <a:lnTo>
                    <a:pt x="35564" y="39547"/>
                  </a:lnTo>
                  <a:lnTo>
                    <a:pt x="44221" y="39547"/>
                  </a:lnTo>
                  <a:lnTo>
                    <a:pt x="44221" y="46376"/>
                  </a:lnTo>
                  <a:lnTo>
                    <a:pt x="35564" y="46376"/>
                  </a:lnTo>
                  <a:lnTo>
                    <a:pt x="35564" y="60683"/>
                  </a:lnTo>
                  <a:lnTo>
                    <a:pt x="27394" y="60683"/>
                  </a:lnTo>
                  <a:lnTo>
                    <a:pt x="27394" y="46376"/>
                  </a:lnTo>
                  <a:lnTo>
                    <a:pt x="0" y="46376"/>
                  </a:lnTo>
                  <a:lnTo>
                    <a:pt x="0" y="38450"/>
                  </a:lnTo>
                  <a:lnTo>
                    <a:pt x="25240" y="0"/>
                  </a:lnTo>
                  <a:close/>
                </a:path>
              </a:pathLst>
            </a:custGeom>
            <a:solidFill>
              <a:srgbClr val="000000"/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959" name="Group 3958">
            <a:extLst>
              <a:ext uri="{FF2B5EF4-FFF2-40B4-BE49-F238E27FC236}">
                <a16:creationId xmlns:a16="http://schemas.microsoft.com/office/drawing/2014/main" id="{428AF9BE-0A6D-7F3F-E5A6-349B0D6545F5}"/>
              </a:ext>
            </a:extLst>
          </p:cNvPr>
          <p:cNvGrpSpPr/>
          <p:nvPr/>
        </p:nvGrpSpPr>
        <p:grpSpPr>
          <a:xfrm>
            <a:off x="5070267" y="4090810"/>
            <a:ext cx="1645947" cy="844048"/>
            <a:chOff x="5070267" y="4090810"/>
            <a:chExt cx="1645947" cy="844048"/>
          </a:xfrm>
        </p:grpSpPr>
        <p:sp>
          <p:nvSpPr>
            <p:cNvPr id="3596" name="Freeform 3595">
              <a:extLst>
                <a:ext uri="{FF2B5EF4-FFF2-40B4-BE49-F238E27FC236}">
                  <a16:creationId xmlns:a16="http://schemas.microsoft.com/office/drawing/2014/main" id="{6479E9B9-45C7-A46A-F3FD-16F1692E885B}"/>
                </a:ext>
              </a:extLst>
            </p:cNvPr>
            <p:cNvSpPr/>
            <p:nvPr/>
          </p:nvSpPr>
          <p:spPr>
            <a:xfrm>
              <a:off x="5070267" y="4923683"/>
              <a:ext cx="27432" cy="11175"/>
            </a:xfrm>
            <a:custGeom>
              <a:avLst/>
              <a:gdLst>
                <a:gd name="csX0" fmla="*/ 0 w 27432"/>
                <a:gd name="csY0" fmla="*/ 0 h 11175"/>
                <a:gd name="csX1" fmla="*/ 0 w 27432"/>
                <a:gd name="csY1" fmla="*/ 11175 h 11175"/>
                <a:gd name="csX2" fmla="*/ 27432 w 27432"/>
                <a:gd name="csY2" fmla="*/ 11175 h 11175"/>
                <a:gd name="csX3" fmla="*/ 27432 w 27432"/>
                <a:gd name="csY3" fmla="*/ 0 h 11175"/>
                <a:gd name="csX4" fmla="*/ 0 w 27432"/>
                <a:gd name="csY4" fmla="*/ 0 h 11175"/>
                <a:gd name="csX5" fmla="*/ 0 w 27432"/>
                <a:gd name="csY5" fmla="*/ 0 h 11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1175">
                  <a:moveTo>
                    <a:pt x="0" y="0"/>
                  </a:moveTo>
                  <a:lnTo>
                    <a:pt x="0" y="11175"/>
                  </a:lnTo>
                  <a:lnTo>
                    <a:pt x="27432" y="11175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DD1D11A9-BC36-F16B-A6FE-4B583FB0197C}"/>
                </a:ext>
              </a:extLst>
            </p:cNvPr>
            <p:cNvSpPr/>
            <p:nvPr/>
          </p:nvSpPr>
          <p:spPr>
            <a:xfrm>
              <a:off x="5070267" y="4923683"/>
              <a:ext cx="27432" cy="11175"/>
            </a:xfrm>
            <a:custGeom>
              <a:avLst/>
              <a:gdLst>
                <a:gd name="csX0" fmla="*/ 0 w 27432"/>
                <a:gd name="csY0" fmla="*/ 0 h 11175"/>
                <a:gd name="csX1" fmla="*/ 0 w 27432"/>
                <a:gd name="csY1" fmla="*/ 11175 h 11175"/>
                <a:gd name="csX2" fmla="*/ 27432 w 27432"/>
                <a:gd name="csY2" fmla="*/ 11175 h 11175"/>
                <a:gd name="csX3" fmla="*/ 27432 w 27432"/>
                <a:gd name="csY3" fmla="*/ 0 h 11175"/>
                <a:gd name="csX4" fmla="*/ 0 w 27432"/>
                <a:gd name="csY4" fmla="*/ 0 h 11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1175">
                  <a:moveTo>
                    <a:pt x="0" y="0"/>
                  </a:moveTo>
                  <a:lnTo>
                    <a:pt x="0" y="11175"/>
                  </a:lnTo>
                  <a:lnTo>
                    <a:pt x="27432" y="11175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8" name="Freeform 3597">
              <a:extLst>
                <a:ext uri="{FF2B5EF4-FFF2-40B4-BE49-F238E27FC236}">
                  <a16:creationId xmlns:a16="http://schemas.microsoft.com/office/drawing/2014/main" id="{5C101336-9B1E-3CFB-2F09-83CBD4523E8F}"/>
                </a:ext>
              </a:extLst>
            </p:cNvPr>
            <p:cNvSpPr/>
            <p:nvPr/>
          </p:nvSpPr>
          <p:spPr>
            <a:xfrm>
              <a:off x="5097699" y="4920976"/>
              <a:ext cx="27432" cy="13882"/>
            </a:xfrm>
            <a:custGeom>
              <a:avLst/>
              <a:gdLst>
                <a:gd name="csX0" fmla="*/ 0 w 27432"/>
                <a:gd name="csY0" fmla="*/ 0 h 13882"/>
                <a:gd name="csX1" fmla="*/ 0 w 27432"/>
                <a:gd name="csY1" fmla="*/ 13883 h 13882"/>
                <a:gd name="csX2" fmla="*/ 27433 w 27432"/>
                <a:gd name="csY2" fmla="*/ 13883 h 13882"/>
                <a:gd name="csX3" fmla="*/ 27433 w 27432"/>
                <a:gd name="csY3" fmla="*/ 0 h 13882"/>
                <a:gd name="csX4" fmla="*/ 0 w 27432"/>
                <a:gd name="csY4" fmla="*/ 0 h 13882"/>
                <a:gd name="csX5" fmla="*/ 0 w 27432"/>
                <a:gd name="csY5" fmla="*/ 0 h 13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3882">
                  <a:moveTo>
                    <a:pt x="0" y="0"/>
                  </a:moveTo>
                  <a:lnTo>
                    <a:pt x="0" y="13883"/>
                  </a:lnTo>
                  <a:lnTo>
                    <a:pt x="27433" y="13883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9" name="Freeform 3598">
              <a:extLst>
                <a:ext uri="{FF2B5EF4-FFF2-40B4-BE49-F238E27FC236}">
                  <a16:creationId xmlns:a16="http://schemas.microsoft.com/office/drawing/2014/main" id="{445A61CF-B5BF-AA28-3985-1B8BE54D8EC9}"/>
                </a:ext>
              </a:extLst>
            </p:cNvPr>
            <p:cNvSpPr/>
            <p:nvPr/>
          </p:nvSpPr>
          <p:spPr>
            <a:xfrm>
              <a:off x="5097699" y="4920976"/>
              <a:ext cx="27432" cy="13882"/>
            </a:xfrm>
            <a:custGeom>
              <a:avLst/>
              <a:gdLst>
                <a:gd name="csX0" fmla="*/ 0 w 27432"/>
                <a:gd name="csY0" fmla="*/ 0 h 13882"/>
                <a:gd name="csX1" fmla="*/ 0 w 27432"/>
                <a:gd name="csY1" fmla="*/ 13883 h 13882"/>
                <a:gd name="csX2" fmla="*/ 27433 w 27432"/>
                <a:gd name="csY2" fmla="*/ 13883 h 13882"/>
                <a:gd name="csX3" fmla="*/ 27433 w 27432"/>
                <a:gd name="csY3" fmla="*/ 0 h 13882"/>
                <a:gd name="csX4" fmla="*/ 0 w 27432"/>
                <a:gd name="csY4" fmla="*/ 0 h 13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3882">
                  <a:moveTo>
                    <a:pt x="0" y="0"/>
                  </a:moveTo>
                  <a:lnTo>
                    <a:pt x="0" y="13883"/>
                  </a:lnTo>
                  <a:lnTo>
                    <a:pt x="27433" y="13883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0" name="Freeform 3599">
              <a:extLst>
                <a:ext uri="{FF2B5EF4-FFF2-40B4-BE49-F238E27FC236}">
                  <a16:creationId xmlns:a16="http://schemas.microsoft.com/office/drawing/2014/main" id="{DB0BF3F5-3399-2F68-6020-BB9786EEC583}"/>
                </a:ext>
              </a:extLst>
            </p:cNvPr>
            <p:cNvSpPr/>
            <p:nvPr/>
          </p:nvSpPr>
          <p:spPr>
            <a:xfrm>
              <a:off x="5125132" y="4915115"/>
              <a:ext cx="27431" cy="19743"/>
            </a:xfrm>
            <a:custGeom>
              <a:avLst/>
              <a:gdLst>
                <a:gd name="csX0" fmla="*/ 0 w 27431"/>
                <a:gd name="csY0" fmla="*/ 0 h 19743"/>
                <a:gd name="csX1" fmla="*/ 0 w 27431"/>
                <a:gd name="csY1" fmla="*/ 19744 h 19743"/>
                <a:gd name="csX2" fmla="*/ 27432 w 27431"/>
                <a:gd name="csY2" fmla="*/ 19744 h 19743"/>
                <a:gd name="csX3" fmla="*/ 27432 w 27431"/>
                <a:gd name="csY3" fmla="*/ 0 h 19743"/>
                <a:gd name="csX4" fmla="*/ 0 w 27431"/>
                <a:gd name="csY4" fmla="*/ 0 h 19743"/>
                <a:gd name="csX5" fmla="*/ 0 w 27431"/>
                <a:gd name="csY5" fmla="*/ 0 h 19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19743">
                  <a:moveTo>
                    <a:pt x="0" y="0"/>
                  </a:moveTo>
                  <a:lnTo>
                    <a:pt x="0" y="19744"/>
                  </a:lnTo>
                  <a:lnTo>
                    <a:pt x="27432" y="19744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1" name="Freeform 3600">
              <a:extLst>
                <a:ext uri="{FF2B5EF4-FFF2-40B4-BE49-F238E27FC236}">
                  <a16:creationId xmlns:a16="http://schemas.microsoft.com/office/drawing/2014/main" id="{4864BB31-368A-BA12-9F02-8E52133932E5}"/>
                </a:ext>
              </a:extLst>
            </p:cNvPr>
            <p:cNvSpPr/>
            <p:nvPr/>
          </p:nvSpPr>
          <p:spPr>
            <a:xfrm>
              <a:off x="5125132" y="4915115"/>
              <a:ext cx="27431" cy="19743"/>
            </a:xfrm>
            <a:custGeom>
              <a:avLst/>
              <a:gdLst>
                <a:gd name="csX0" fmla="*/ 0 w 27431"/>
                <a:gd name="csY0" fmla="*/ 0 h 19743"/>
                <a:gd name="csX1" fmla="*/ 0 w 27431"/>
                <a:gd name="csY1" fmla="*/ 19744 h 19743"/>
                <a:gd name="csX2" fmla="*/ 27432 w 27431"/>
                <a:gd name="csY2" fmla="*/ 19744 h 19743"/>
                <a:gd name="csX3" fmla="*/ 27432 w 27431"/>
                <a:gd name="csY3" fmla="*/ 0 h 19743"/>
                <a:gd name="csX4" fmla="*/ 0 w 27431"/>
                <a:gd name="csY4" fmla="*/ 0 h 19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19743">
                  <a:moveTo>
                    <a:pt x="0" y="0"/>
                  </a:moveTo>
                  <a:lnTo>
                    <a:pt x="0" y="19744"/>
                  </a:lnTo>
                  <a:lnTo>
                    <a:pt x="27432" y="19744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2" name="Freeform 3601">
              <a:extLst>
                <a:ext uri="{FF2B5EF4-FFF2-40B4-BE49-F238E27FC236}">
                  <a16:creationId xmlns:a16="http://schemas.microsoft.com/office/drawing/2014/main" id="{A5E29072-DF54-C253-D6B2-73BDC0FE0344}"/>
                </a:ext>
              </a:extLst>
            </p:cNvPr>
            <p:cNvSpPr/>
            <p:nvPr/>
          </p:nvSpPr>
          <p:spPr>
            <a:xfrm>
              <a:off x="5152564" y="4909949"/>
              <a:ext cx="27432" cy="24909"/>
            </a:xfrm>
            <a:custGeom>
              <a:avLst/>
              <a:gdLst>
                <a:gd name="csX0" fmla="*/ 0 w 27432"/>
                <a:gd name="csY0" fmla="*/ 0 h 24909"/>
                <a:gd name="csX1" fmla="*/ 0 w 27432"/>
                <a:gd name="csY1" fmla="*/ 24910 h 24909"/>
                <a:gd name="csX2" fmla="*/ 27433 w 27432"/>
                <a:gd name="csY2" fmla="*/ 24910 h 24909"/>
                <a:gd name="csX3" fmla="*/ 27433 w 27432"/>
                <a:gd name="csY3" fmla="*/ 0 h 24909"/>
                <a:gd name="csX4" fmla="*/ 0 w 27432"/>
                <a:gd name="csY4" fmla="*/ 0 h 24909"/>
                <a:gd name="csX5" fmla="*/ 0 w 27432"/>
                <a:gd name="csY5" fmla="*/ 0 h 2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24909">
                  <a:moveTo>
                    <a:pt x="0" y="0"/>
                  </a:moveTo>
                  <a:lnTo>
                    <a:pt x="0" y="24910"/>
                  </a:lnTo>
                  <a:lnTo>
                    <a:pt x="27433" y="24910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3" name="Freeform 3602">
              <a:extLst>
                <a:ext uri="{FF2B5EF4-FFF2-40B4-BE49-F238E27FC236}">
                  <a16:creationId xmlns:a16="http://schemas.microsoft.com/office/drawing/2014/main" id="{9B18F2A9-D776-884C-A6FE-5AEB484E9E5F}"/>
                </a:ext>
              </a:extLst>
            </p:cNvPr>
            <p:cNvSpPr/>
            <p:nvPr/>
          </p:nvSpPr>
          <p:spPr>
            <a:xfrm>
              <a:off x="5152564" y="4909949"/>
              <a:ext cx="27432" cy="24909"/>
            </a:xfrm>
            <a:custGeom>
              <a:avLst/>
              <a:gdLst>
                <a:gd name="csX0" fmla="*/ 0 w 27432"/>
                <a:gd name="csY0" fmla="*/ 0 h 24909"/>
                <a:gd name="csX1" fmla="*/ 0 w 27432"/>
                <a:gd name="csY1" fmla="*/ 24910 h 24909"/>
                <a:gd name="csX2" fmla="*/ 27433 w 27432"/>
                <a:gd name="csY2" fmla="*/ 24910 h 24909"/>
                <a:gd name="csX3" fmla="*/ 27433 w 27432"/>
                <a:gd name="csY3" fmla="*/ 0 h 24909"/>
                <a:gd name="csX4" fmla="*/ 0 w 27432"/>
                <a:gd name="csY4" fmla="*/ 0 h 2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24909">
                  <a:moveTo>
                    <a:pt x="0" y="0"/>
                  </a:moveTo>
                  <a:lnTo>
                    <a:pt x="0" y="24910"/>
                  </a:lnTo>
                  <a:lnTo>
                    <a:pt x="27433" y="24910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4" name="Freeform 3603">
              <a:extLst>
                <a:ext uri="{FF2B5EF4-FFF2-40B4-BE49-F238E27FC236}">
                  <a16:creationId xmlns:a16="http://schemas.microsoft.com/office/drawing/2014/main" id="{32081203-7551-245E-05DD-CDA45A402D4B}"/>
                </a:ext>
              </a:extLst>
            </p:cNvPr>
            <p:cNvSpPr/>
            <p:nvPr/>
          </p:nvSpPr>
          <p:spPr>
            <a:xfrm>
              <a:off x="5179997" y="4903690"/>
              <a:ext cx="27432" cy="31168"/>
            </a:xfrm>
            <a:custGeom>
              <a:avLst/>
              <a:gdLst>
                <a:gd name="csX0" fmla="*/ 0 w 27432"/>
                <a:gd name="csY0" fmla="*/ 0 h 31168"/>
                <a:gd name="csX1" fmla="*/ 0 w 27432"/>
                <a:gd name="csY1" fmla="*/ 31168 h 31168"/>
                <a:gd name="csX2" fmla="*/ 27432 w 27432"/>
                <a:gd name="csY2" fmla="*/ 31168 h 31168"/>
                <a:gd name="csX3" fmla="*/ 27432 w 27432"/>
                <a:gd name="csY3" fmla="*/ 0 h 31168"/>
                <a:gd name="csX4" fmla="*/ 0 w 27432"/>
                <a:gd name="csY4" fmla="*/ 0 h 31168"/>
                <a:gd name="csX5" fmla="*/ 0 w 27432"/>
                <a:gd name="csY5" fmla="*/ 0 h 31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1168">
                  <a:moveTo>
                    <a:pt x="0" y="0"/>
                  </a:moveTo>
                  <a:lnTo>
                    <a:pt x="0" y="31168"/>
                  </a:lnTo>
                  <a:lnTo>
                    <a:pt x="27432" y="31168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5" name="Freeform 3604">
              <a:extLst>
                <a:ext uri="{FF2B5EF4-FFF2-40B4-BE49-F238E27FC236}">
                  <a16:creationId xmlns:a16="http://schemas.microsoft.com/office/drawing/2014/main" id="{3770E99A-651C-46A2-E70A-B05CC06B5C96}"/>
                </a:ext>
              </a:extLst>
            </p:cNvPr>
            <p:cNvSpPr/>
            <p:nvPr/>
          </p:nvSpPr>
          <p:spPr>
            <a:xfrm>
              <a:off x="5179997" y="4903690"/>
              <a:ext cx="27432" cy="31168"/>
            </a:xfrm>
            <a:custGeom>
              <a:avLst/>
              <a:gdLst>
                <a:gd name="csX0" fmla="*/ 0 w 27432"/>
                <a:gd name="csY0" fmla="*/ 0 h 31168"/>
                <a:gd name="csX1" fmla="*/ 0 w 27432"/>
                <a:gd name="csY1" fmla="*/ 31168 h 31168"/>
                <a:gd name="csX2" fmla="*/ 27432 w 27432"/>
                <a:gd name="csY2" fmla="*/ 31168 h 31168"/>
                <a:gd name="csX3" fmla="*/ 27432 w 27432"/>
                <a:gd name="csY3" fmla="*/ 0 h 31168"/>
                <a:gd name="csX4" fmla="*/ 0 w 27432"/>
                <a:gd name="csY4" fmla="*/ 0 h 31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1168">
                  <a:moveTo>
                    <a:pt x="0" y="0"/>
                  </a:moveTo>
                  <a:lnTo>
                    <a:pt x="0" y="31168"/>
                  </a:lnTo>
                  <a:lnTo>
                    <a:pt x="27432" y="31168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6" name="Freeform 3605">
              <a:extLst>
                <a:ext uri="{FF2B5EF4-FFF2-40B4-BE49-F238E27FC236}">
                  <a16:creationId xmlns:a16="http://schemas.microsoft.com/office/drawing/2014/main" id="{8F4F0464-CE03-B45B-E06A-50DDAC276D26}"/>
                </a:ext>
              </a:extLst>
            </p:cNvPr>
            <p:cNvSpPr/>
            <p:nvPr/>
          </p:nvSpPr>
          <p:spPr>
            <a:xfrm>
              <a:off x="5207429" y="4893295"/>
              <a:ext cx="27432" cy="41563"/>
            </a:xfrm>
            <a:custGeom>
              <a:avLst/>
              <a:gdLst>
                <a:gd name="csX0" fmla="*/ 0 w 27432"/>
                <a:gd name="csY0" fmla="*/ 0 h 41563"/>
                <a:gd name="csX1" fmla="*/ 0 w 27432"/>
                <a:gd name="csY1" fmla="*/ 41563 h 41563"/>
                <a:gd name="csX2" fmla="*/ 27433 w 27432"/>
                <a:gd name="csY2" fmla="*/ 41563 h 41563"/>
                <a:gd name="csX3" fmla="*/ 27433 w 27432"/>
                <a:gd name="csY3" fmla="*/ 0 h 41563"/>
                <a:gd name="csX4" fmla="*/ 0 w 27432"/>
                <a:gd name="csY4" fmla="*/ 0 h 41563"/>
                <a:gd name="csX5" fmla="*/ 0 w 27432"/>
                <a:gd name="csY5" fmla="*/ 0 h 41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41563">
                  <a:moveTo>
                    <a:pt x="0" y="0"/>
                  </a:moveTo>
                  <a:lnTo>
                    <a:pt x="0" y="41563"/>
                  </a:lnTo>
                  <a:lnTo>
                    <a:pt x="27433" y="41563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7" name="Freeform 3606">
              <a:extLst>
                <a:ext uri="{FF2B5EF4-FFF2-40B4-BE49-F238E27FC236}">
                  <a16:creationId xmlns:a16="http://schemas.microsoft.com/office/drawing/2014/main" id="{B24ACB17-DEC8-1664-4042-3E6C6321B496}"/>
                </a:ext>
              </a:extLst>
            </p:cNvPr>
            <p:cNvSpPr/>
            <p:nvPr/>
          </p:nvSpPr>
          <p:spPr>
            <a:xfrm>
              <a:off x="5207429" y="4893295"/>
              <a:ext cx="27432" cy="41563"/>
            </a:xfrm>
            <a:custGeom>
              <a:avLst/>
              <a:gdLst>
                <a:gd name="csX0" fmla="*/ 0 w 27432"/>
                <a:gd name="csY0" fmla="*/ 0 h 41563"/>
                <a:gd name="csX1" fmla="*/ 0 w 27432"/>
                <a:gd name="csY1" fmla="*/ 41563 h 41563"/>
                <a:gd name="csX2" fmla="*/ 27433 w 27432"/>
                <a:gd name="csY2" fmla="*/ 41563 h 41563"/>
                <a:gd name="csX3" fmla="*/ 27433 w 27432"/>
                <a:gd name="csY3" fmla="*/ 0 h 41563"/>
                <a:gd name="csX4" fmla="*/ 0 w 27432"/>
                <a:gd name="csY4" fmla="*/ 0 h 41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41563">
                  <a:moveTo>
                    <a:pt x="0" y="0"/>
                  </a:moveTo>
                  <a:lnTo>
                    <a:pt x="0" y="41563"/>
                  </a:lnTo>
                  <a:lnTo>
                    <a:pt x="27433" y="41563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8" name="Freeform 3607">
              <a:extLst>
                <a:ext uri="{FF2B5EF4-FFF2-40B4-BE49-F238E27FC236}">
                  <a16:creationId xmlns:a16="http://schemas.microsoft.com/office/drawing/2014/main" id="{E94C67AD-CD7A-2FDA-A590-202AC94DE92D}"/>
                </a:ext>
              </a:extLst>
            </p:cNvPr>
            <p:cNvSpPr/>
            <p:nvPr/>
          </p:nvSpPr>
          <p:spPr>
            <a:xfrm>
              <a:off x="5234862" y="4883135"/>
              <a:ext cx="27432" cy="51723"/>
            </a:xfrm>
            <a:custGeom>
              <a:avLst/>
              <a:gdLst>
                <a:gd name="csX0" fmla="*/ 0 w 27432"/>
                <a:gd name="csY0" fmla="*/ 0 h 51723"/>
                <a:gd name="csX1" fmla="*/ 0 w 27432"/>
                <a:gd name="csY1" fmla="*/ 51724 h 51723"/>
                <a:gd name="csX2" fmla="*/ 27432 w 27432"/>
                <a:gd name="csY2" fmla="*/ 51724 h 51723"/>
                <a:gd name="csX3" fmla="*/ 27432 w 27432"/>
                <a:gd name="csY3" fmla="*/ 0 h 51723"/>
                <a:gd name="csX4" fmla="*/ 0 w 27432"/>
                <a:gd name="csY4" fmla="*/ 0 h 51723"/>
                <a:gd name="csX5" fmla="*/ 0 w 27432"/>
                <a:gd name="csY5" fmla="*/ 0 h 51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51723">
                  <a:moveTo>
                    <a:pt x="0" y="0"/>
                  </a:moveTo>
                  <a:lnTo>
                    <a:pt x="0" y="51724"/>
                  </a:lnTo>
                  <a:lnTo>
                    <a:pt x="27432" y="51724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9" name="Freeform 3608">
              <a:extLst>
                <a:ext uri="{FF2B5EF4-FFF2-40B4-BE49-F238E27FC236}">
                  <a16:creationId xmlns:a16="http://schemas.microsoft.com/office/drawing/2014/main" id="{C454E9EC-B8CD-EED0-60ED-7CB7794AEB65}"/>
                </a:ext>
              </a:extLst>
            </p:cNvPr>
            <p:cNvSpPr/>
            <p:nvPr/>
          </p:nvSpPr>
          <p:spPr>
            <a:xfrm>
              <a:off x="5234862" y="4883135"/>
              <a:ext cx="27432" cy="51723"/>
            </a:xfrm>
            <a:custGeom>
              <a:avLst/>
              <a:gdLst>
                <a:gd name="csX0" fmla="*/ 0 w 27432"/>
                <a:gd name="csY0" fmla="*/ 0 h 51723"/>
                <a:gd name="csX1" fmla="*/ 0 w 27432"/>
                <a:gd name="csY1" fmla="*/ 51724 h 51723"/>
                <a:gd name="csX2" fmla="*/ 27432 w 27432"/>
                <a:gd name="csY2" fmla="*/ 51724 h 51723"/>
                <a:gd name="csX3" fmla="*/ 27432 w 27432"/>
                <a:gd name="csY3" fmla="*/ 0 h 51723"/>
                <a:gd name="csX4" fmla="*/ 0 w 27432"/>
                <a:gd name="csY4" fmla="*/ 0 h 51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51723">
                  <a:moveTo>
                    <a:pt x="0" y="0"/>
                  </a:moveTo>
                  <a:lnTo>
                    <a:pt x="0" y="51724"/>
                  </a:lnTo>
                  <a:lnTo>
                    <a:pt x="27432" y="51724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0" name="Freeform 3609">
              <a:extLst>
                <a:ext uri="{FF2B5EF4-FFF2-40B4-BE49-F238E27FC236}">
                  <a16:creationId xmlns:a16="http://schemas.microsoft.com/office/drawing/2014/main" id="{D732BEE1-9D90-A3C7-862F-FEFDEA9A54CB}"/>
                </a:ext>
              </a:extLst>
            </p:cNvPr>
            <p:cNvSpPr/>
            <p:nvPr/>
          </p:nvSpPr>
          <p:spPr>
            <a:xfrm>
              <a:off x="5262294" y="4869314"/>
              <a:ext cx="27432" cy="65544"/>
            </a:xfrm>
            <a:custGeom>
              <a:avLst/>
              <a:gdLst>
                <a:gd name="csX0" fmla="*/ 0 w 27432"/>
                <a:gd name="csY0" fmla="*/ 0 h 65544"/>
                <a:gd name="csX1" fmla="*/ 0 w 27432"/>
                <a:gd name="csY1" fmla="*/ 65544 h 65544"/>
                <a:gd name="csX2" fmla="*/ 27433 w 27432"/>
                <a:gd name="csY2" fmla="*/ 65544 h 65544"/>
                <a:gd name="csX3" fmla="*/ 27433 w 27432"/>
                <a:gd name="csY3" fmla="*/ 0 h 65544"/>
                <a:gd name="csX4" fmla="*/ 0 w 27432"/>
                <a:gd name="csY4" fmla="*/ 0 h 65544"/>
                <a:gd name="csX5" fmla="*/ 0 w 27432"/>
                <a:gd name="csY5" fmla="*/ 0 h 65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65544">
                  <a:moveTo>
                    <a:pt x="0" y="0"/>
                  </a:moveTo>
                  <a:lnTo>
                    <a:pt x="0" y="65544"/>
                  </a:lnTo>
                  <a:lnTo>
                    <a:pt x="27433" y="65544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1" name="Freeform 3610">
              <a:extLst>
                <a:ext uri="{FF2B5EF4-FFF2-40B4-BE49-F238E27FC236}">
                  <a16:creationId xmlns:a16="http://schemas.microsoft.com/office/drawing/2014/main" id="{1C8722BB-C44D-10BF-C5CE-8AAF499A56FB}"/>
                </a:ext>
              </a:extLst>
            </p:cNvPr>
            <p:cNvSpPr/>
            <p:nvPr/>
          </p:nvSpPr>
          <p:spPr>
            <a:xfrm>
              <a:off x="5262294" y="4869314"/>
              <a:ext cx="27432" cy="65544"/>
            </a:xfrm>
            <a:custGeom>
              <a:avLst/>
              <a:gdLst>
                <a:gd name="csX0" fmla="*/ 0 w 27432"/>
                <a:gd name="csY0" fmla="*/ 0 h 65544"/>
                <a:gd name="csX1" fmla="*/ 0 w 27432"/>
                <a:gd name="csY1" fmla="*/ 65544 h 65544"/>
                <a:gd name="csX2" fmla="*/ 27433 w 27432"/>
                <a:gd name="csY2" fmla="*/ 65544 h 65544"/>
                <a:gd name="csX3" fmla="*/ 27433 w 27432"/>
                <a:gd name="csY3" fmla="*/ 0 h 65544"/>
                <a:gd name="csX4" fmla="*/ 0 w 27432"/>
                <a:gd name="csY4" fmla="*/ 0 h 65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65544">
                  <a:moveTo>
                    <a:pt x="0" y="0"/>
                  </a:moveTo>
                  <a:lnTo>
                    <a:pt x="0" y="65544"/>
                  </a:lnTo>
                  <a:lnTo>
                    <a:pt x="27433" y="65544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2" name="Freeform 3611">
              <a:extLst>
                <a:ext uri="{FF2B5EF4-FFF2-40B4-BE49-F238E27FC236}">
                  <a16:creationId xmlns:a16="http://schemas.microsoft.com/office/drawing/2014/main" id="{24E1D55D-A243-B1A9-5D73-74DA074FA09D}"/>
                </a:ext>
              </a:extLst>
            </p:cNvPr>
            <p:cNvSpPr/>
            <p:nvPr/>
          </p:nvSpPr>
          <p:spPr>
            <a:xfrm>
              <a:off x="5289727" y="4852239"/>
              <a:ext cx="27432" cy="82619"/>
            </a:xfrm>
            <a:custGeom>
              <a:avLst/>
              <a:gdLst>
                <a:gd name="csX0" fmla="*/ 0 w 27432"/>
                <a:gd name="csY0" fmla="*/ 0 h 82619"/>
                <a:gd name="csX1" fmla="*/ 0 w 27432"/>
                <a:gd name="csY1" fmla="*/ 82619 h 82619"/>
                <a:gd name="csX2" fmla="*/ 27432 w 27432"/>
                <a:gd name="csY2" fmla="*/ 82619 h 82619"/>
                <a:gd name="csX3" fmla="*/ 27432 w 27432"/>
                <a:gd name="csY3" fmla="*/ 0 h 82619"/>
                <a:gd name="csX4" fmla="*/ 0 w 27432"/>
                <a:gd name="csY4" fmla="*/ 0 h 82619"/>
                <a:gd name="csX5" fmla="*/ 0 w 27432"/>
                <a:gd name="csY5" fmla="*/ 0 h 82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82619">
                  <a:moveTo>
                    <a:pt x="0" y="0"/>
                  </a:moveTo>
                  <a:lnTo>
                    <a:pt x="0" y="82619"/>
                  </a:lnTo>
                  <a:lnTo>
                    <a:pt x="27432" y="82619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3" name="Freeform 3612">
              <a:extLst>
                <a:ext uri="{FF2B5EF4-FFF2-40B4-BE49-F238E27FC236}">
                  <a16:creationId xmlns:a16="http://schemas.microsoft.com/office/drawing/2014/main" id="{E87B9636-5E1F-4E42-0ED7-5DF345DA41F0}"/>
                </a:ext>
              </a:extLst>
            </p:cNvPr>
            <p:cNvSpPr/>
            <p:nvPr/>
          </p:nvSpPr>
          <p:spPr>
            <a:xfrm>
              <a:off x="5289727" y="4852239"/>
              <a:ext cx="27432" cy="82619"/>
            </a:xfrm>
            <a:custGeom>
              <a:avLst/>
              <a:gdLst>
                <a:gd name="csX0" fmla="*/ 0 w 27432"/>
                <a:gd name="csY0" fmla="*/ 0 h 82619"/>
                <a:gd name="csX1" fmla="*/ 0 w 27432"/>
                <a:gd name="csY1" fmla="*/ 82619 h 82619"/>
                <a:gd name="csX2" fmla="*/ 27432 w 27432"/>
                <a:gd name="csY2" fmla="*/ 82619 h 82619"/>
                <a:gd name="csX3" fmla="*/ 27432 w 27432"/>
                <a:gd name="csY3" fmla="*/ 0 h 82619"/>
                <a:gd name="csX4" fmla="*/ 0 w 27432"/>
                <a:gd name="csY4" fmla="*/ 0 h 82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82619">
                  <a:moveTo>
                    <a:pt x="0" y="0"/>
                  </a:moveTo>
                  <a:lnTo>
                    <a:pt x="0" y="82619"/>
                  </a:lnTo>
                  <a:lnTo>
                    <a:pt x="27432" y="82619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4" name="Freeform 3613">
              <a:extLst>
                <a:ext uri="{FF2B5EF4-FFF2-40B4-BE49-F238E27FC236}">
                  <a16:creationId xmlns:a16="http://schemas.microsoft.com/office/drawing/2014/main" id="{3B2297F5-5AEB-3C67-60A9-DA2E1CC3A089}"/>
                </a:ext>
              </a:extLst>
            </p:cNvPr>
            <p:cNvSpPr/>
            <p:nvPr/>
          </p:nvSpPr>
          <p:spPr>
            <a:xfrm>
              <a:off x="5317159" y="4833206"/>
              <a:ext cx="27432" cy="101652"/>
            </a:xfrm>
            <a:custGeom>
              <a:avLst/>
              <a:gdLst>
                <a:gd name="csX0" fmla="*/ 0 w 27432"/>
                <a:gd name="csY0" fmla="*/ 0 h 101652"/>
                <a:gd name="csX1" fmla="*/ 0 w 27432"/>
                <a:gd name="csY1" fmla="*/ 101653 h 101652"/>
                <a:gd name="csX2" fmla="*/ 27433 w 27432"/>
                <a:gd name="csY2" fmla="*/ 101653 h 101652"/>
                <a:gd name="csX3" fmla="*/ 27433 w 27432"/>
                <a:gd name="csY3" fmla="*/ 0 h 101652"/>
                <a:gd name="csX4" fmla="*/ 0 w 27432"/>
                <a:gd name="csY4" fmla="*/ 0 h 101652"/>
                <a:gd name="csX5" fmla="*/ 0 w 27432"/>
                <a:gd name="csY5" fmla="*/ 0 h 101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01652">
                  <a:moveTo>
                    <a:pt x="0" y="0"/>
                  </a:moveTo>
                  <a:lnTo>
                    <a:pt x="0" y="101653"/>
                  </a:lnTo>
                  <a:lnTo>
                    <a:pt x="27433" y="101653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5" name="Freeform 3614">
              <a:extLst>
                <a:ext uri="{FF2B5EF4-FFF2-40B4-BE49-F238E27FC236}">
                  <a16:creationId xmlns:a16="http://schemas.microsoft.com/office/drawing/2014/main" id="{40CDD3EC-1A8A-5394-C49C-BF4FE13DC793}"/>
                </a:ext>
              </a:extLst>
            </p:cNvPr>
            <p:cNvSpPr/>
            <p:nvPr/>
          </p:nvSpPr>
          <p:spPr>
            <a:xfrm>
              <a:off x="5317159" y="4833206"/>
              <a:ext cx="27432" cy="101652"/>
            </a:xfrm>
            <a:custGeom>
              <a:avLst/>
              <a:gdLst>
                <a:gd name="csX0" fmla="*/ 0 w 27432"/>
                <a:gd name="csY0" fmla="*/ 0 h 101652"/>
                <a:gd name="csX1" fmla="*/ 0 w 27432"/>
                <a:gd name="csY1" fmla="*/ 101653 h 101652"/>
                <a:gd name="csX2" fmla="*/ 27433 w 27432"/>
                <a:gd name="csY2" fmla="*/ 101653 h 101652"/>
                <a:gd name="csX3" fmla="*/ 27433 w 27432"/>
                <a:gd name="csY3" fmla="*/ 0 h 101652"/>
                <a:gd name="csX4" fmla="*/ 0 w 27432"/>
                <a:gd name="csY4" fmla="*/ 0 h 101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01652">
                  <a:moveTo>
                    <a:pt x="0" y="0"/>
                  </a:moveTo>
                  <a:lnTo>
                    <a:pt x="0" y="101653"/>
                  </a:lnTo>
                  <a:lnTo>
                    <a:pt x="27433" y="101653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6" name="Freeform 3615">
              <a:extLst>
                <a:ext uri="{FF2B5EF4-FFF2-40B4-BE49-F238E27FC236}">
                  <a16:creationId xmlns:a16="http://schemas.microsoft.com/office/drawing/2014/main" id="{62FE1B05-8C09-37A5-DCC5-8C18F35B9F42}"/>
                </a:ext>
              </a:extLst>
            </p:cNvPr>
            <p:cNvSpPr/>
            <p:nvPr/>
          </p:nvSpPr>
          <p:spPr>
            <a:xfrm>
              <a:off x="5344591" y="4807882"/>
              <a:ext cx="27432" cy="126976"/>
            </a:xfrm>
            <a:custGeom>
              <a:avLst/>
              <a:gdLst>
                <a:gd name="csX0" fmla="*/ 0 w 27432"/>
                <a:gd name="csY0" fmla="*/ 0 h 126976"/>
                <a:gd name="csX1" fmla="*/ 0 w 27432"/>
                <a:gd name="csY1" fmla="*/ 126976 h 126976"/>
                <a:gd name="csX2" fmla="*/ 27432 w 27432"/>
                <a:gd name="csY2" fmla="*/ 126976 h 126976"/>
                <a:gd name="csX3" fmla="*/ 27432 w 27432"/>
                <a:gd name="csY3" fmla="*/ 0 h 126976"/>
                <a:gd name="csX4" fmla="*/ 0 w 27432"/>
                <a:gd name="csY4" fmla="*/ 0 h 126976"/>
                <a:gd name="csX5" fmla="*/ 0 w 27432"/>
                <a:gd name="csY5" fmla="*/ 0 h 126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26976">
                  <a:moveTo>
                    <a:pt x="0" y="0"/>
                  </a:moveTo>
                  <a:lnTo>
                    <a:pt x="0" y="126976"/>
                  </a:lnTo>
                  <a:lnTo>
                    <a:pt x="27432" y="126976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7" name="Freeform 3616">
              <a:extLst>
                <a:ext uri="{FF2B5EF4-FFF2-40B4-BE49-F238E27FC236}">
                  <a16:creationId xmlns:a16="http://schemas.microsoft.com/office/drawing/2014/main" id="{7CCFAD56-082E-754B-3818-06068F2AC36E}"/>
                </a:ext>
              </a:extLst>
            </p:cNvPr>
            <p:cNvSpPr/>
            <p:nvPr/>
          </p:nvSpPr>
          <p:spPr>
            <a:xfrm>
              <a:off x="5344591" y="4807882"/>
              <a:ext cx="27432" cy="126976"/>
            </a:xfrm>
            <a:custGeom>
              <a:avLst/>
              <a:gdLst>
                <a:gd name="csX0" fmla="*/ 0 w 27432"/>
                <a:gd name="csY0" fmla="*/ 0 h 126976"/>
                <a:gd name="csX1" fmla="*/ 0 w 27432"/>
                <a:gd name="csY1" fmla="*/ 126976 h 126976"/>
                <a:gd name="csX2" fmla="*/ 27432 w 27432"/>
                <a:gd name="csY2" fmla="*/ 126976 h 126976"/>
                <a:gd name="csX3" fmla="*/ 27432 w 27432"/>
                <a:gd name="csY3" fmla="*/ 0 h 126976"/>
                <a:gd name="csX4" fmla="*/ 0 w 27432"/>
                <a:gd name="csY4" fmla="*/ 0 h 126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26976">
                  <a:moveTo>
                    <a:pt x="0" y="0"/>
                  </a:moveTo>
                  <a:lnTo>
                    <a:pt x="0" y="126976"/>
                  </a:lnTo>
                  <a:lnTo>
                    <a:pt x="27432" y="126976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8" name="Freeform 3617">
              <a:extLst>
                <a:ext uri="{FF2B5EF4-FFF2-40B4-BE49-F238E27FC236}">
                  <a16:creationId xmlns:a16="http://schemas.microsoft.com/office/drawing/2014/main" id="{5623D70E-5130-4F24-4EAD-EEE2F18E811D}"/>
                </a:ext>
              </a:extLst>
            </p:cNvPr>
            <p:cNvSpPr/>
            <p:nvPr/>
          </p:nvSpPr>
          <p:spPr>
            <a:xfrm>
              <a:off x="5372023" y="4784588"/>
              <a:ext cx="27432" cy="150270"/>
            </a:xfrm>
            <a:custGeom>
              <a:avLst/>
              <a:gdLst>
                <a:gd name="csX0" fmla="*/ 0 w 27432"/>
                <a:gd name="csY0" fmla="*/ 0 h 150270"/>
                <a:gd name="csX1" fmla="*/ 0 w 27432"/>
                <a:gd name="csY1" fmla="*/ 150270 h 150270"/>
                <a:gd name="csX2" fmla="*/ 27433 w 27432"/>
                <a:gd name="csY2" fmla="*/ 150270 h 150270"/>
                <a:gd name="csX3" fmla="*/ 27433 w 27432"/>
                <a:gd name="csY3" fmla="*/ 0 h 150270"/>
                <a:gd name="csX4" fmla="*/ 0 w 27432"/>
                <a:gd name="csY4" fmla="*/ 0 h 150270"/>
                <a:gd name="csX5" fmla="*/ 0 w 27432"/>
                <a:gd name="csY5" fmla="*/ 0 h 150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50270">
                  <a:moveTo>
                    <a:pt x="0" y="0"/>
                  </a:moveTo>
                  <a:lnTo>
                    <a:pt x="0" y="150270"/>
                  </a:lnTo>
                  <a:lnTo>
                    <a:pt x="27433" y="150270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9" name="Freeform 3618">
              <a:extLst>
                <a:ext uri="{FF2B5EF4-FFF2-40B4-BE49-F238E27FC236}">
                  <a16:creationId xmlns:a16="http://schemas.microsoft.com/office/drawing/2014/main" id="{BF20CD31-06A2-25FA-DC3D-6D1D9F48D7A2}"/>
                </a:ext>
              </a:extLst>
            </p:cNvPr>
            <p:cNvSpPr/>
            <p:nvPr/>
          </p:nvSpPr>
          <p:spPr>
            <a:xfrm>
              <a:off x="5372023" y="4784588"/>
              <a:ext cx="27432" cy="150270"/>
            </a:xfrm>
            <a:custGeom>
              <a:avLst/>
              <a:gdLst>
                <a:gd name="csX0" fmla="*/ 0 w 27432"/>
                <a:gd name="csY0" fmla="*/ 0 h 150270"/>
                <a:gd name="csX1" fmla="*/ 0 w 27432"/>
                <a:gd name="csY1" fmla="*/ 150270 h 150270"/>
                <a:gd name="csX2" fmla="*/ 27433 w 27432"/>
                <a:gd name="csY2" fmla="*/ 150270 h 150270"/>
                <a:gd name="csX3" fmla="*/ 27433 w 27432"/>
                <a:gd name="csY3" fmla="*/ 0 h 150270"/>
                <a:gd name="csX4" fmla="*/ 0 w 27432"/>
                <a:gd name="csY4" fmla="*/ 0 h 150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50270">
                  <a:moveTo>
                    <a:pt x="0" y="0"/>
                  </a:moveTo>
                  <a:lnTo>
                    <a:pt x="0" y="150270"/>
                  </a:lnTo>
                  <a:lnTo>
                    <a:pt x="27433" y="150270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0" name="Freeform 3619">
              <a:extLst>
                <a:ext uri="{FF2B5EF4-FFF2-40B4-BE49-F238E27FC236}">
                  <a16:creationId xmlns:a16="http://schemas.microsoft.com/office/drawing/2014/main" id="{6665BBF6-37AE-3B1C-A254-2A58F8911152}"/>
                </a:ext>
              </a:extLst>
            </p:cNvPr>
            <p:cNvSpPr/>
            <p:nvPr/>
          </p:nvSpPr>
          <p:spPr>
            <a:xfrm>
              <a:off x="5399456" y="4753763"/>
              <a:ext cx="27432" cy="181095"/>
            </a:xfrm>
            <a:custGeom>
              <a:avLst/>
              <a:gdLst>
                <a:gd name="csX0" fmla="*/ 0 w 27432"/>
                <a:gd name="csY0" fmla="*/ 0 h 181095"/>
                <a:gd name="csX1" fmla="*/ 0 w 27432"/>
                <a:gd name="csY1" fmla="*/ 181096 h 181095"/>
                <a:gd name="csX2" fmla="*/ 27432 w 27432"/>
                <a:gd name="csY2" fmla="*/ 181096 h 181095"/>
                <a:gd name="csX3" fmla="*/ 27432 w 27432"/>
                <a:gd name="csY3" fmla="*/ 0 h 181095"/>
                <a:gd name="csX4" fmla="*/ 0 w 27432"/>
                <a:gd name="csY4" fmla="*/ 0 h 181095"/>
                <a:gd name="csX5" fmla="*/ 0 w 27432"/>
                <a:gd name="csY5" fmla="*/ 0 h 18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81095">
                  <a:moveTo>
                    <a:pt x="0" y="0"/>
                  </a:moveTo>
                  <a:lnTo>
                    <a:pt x="0" y="181096"/>
                  </a:lnTo>
                  <a:lnTo>
                    <a:pt x="27432" y="181096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1" name="Freeform 3620">
              <a:extLst>
                <a:ext uri="{FF2B5EF4-FFF2-40B4-BE49-F238E27FC236}">
                  <a16:creationId xmlns:a16="http://schemas.microsoft.com/office/drawing/2014/main" id="{71057B19-45D9-65F7-AEB3-4CF0A86E317D}"/>
                </a:ext>
              </a:extLst>
            </p:cNvPr>
            <p:cNvSpPr/>
            <p:nvPr/>
          </p:nvSpPr>
          <p:spPr>
            <a:xfrm>
              <a:off x="5399456" y="4753763"/>
              <a:ext cx="27432" cy="181095"/>
            </a:xfrm>
            <a:custGeom>
              <a:avLst/>
              <a:gdLst>
                <a:gd name="csX0" fmla="*/ 0 w 27432"/>
                <a:gd name="csY0" fmla="*/ 0 h 181095"/>
                <a:gd name="csX1" fmla="*/ 0 w 27432"/>
                <a:gd name="csY1" fmla="*/ 181096 h 181095"/>
                <a:gd name="csX2" fmla="*/ 27432 w 27432"/>
                <a:gd name="csY2" fmla="*/ 181096 h 181095"/>
                <a:gd name="csX3" fmla="*/ 27432 w 27432"/>
                <a:gd name="csY3" fmla="*/ 0 h 181095"/>
                <a:gd name="csX4" fmla="*/ 0 w 27432"/>
                <a:gd name="csY4" fmla="*/ 0 h 1810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81095">
                  <a:moveTo>
                    <a:pt x="0" y="0"/>
                  </a:moveTo>
                  <a:lnTo>
                    <a:pt x="0" y="181096"/>
                  </a:lnTo>
                  <a:lnTo>
                    <a:pt x="27432" y="181096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2" name="Freeform 3621">
              <a:extLst>
                <a:ext uri="{FF2B5EF4-FFF2-40B4-BE49-F238E27FC236}">
                  <a16:creationId xmlns:a16="http://schemas.microsoft.com/office/drawing/2014/main" id="{4313C654-8B18-C904-EB9A-5463CC8986D8}"/>
                </a:ext>
              </a:extLst>
            </p:cNvPr>
            <p:cNvSpPr/>
            <p:nvPr/>
          </p:nvSpPr>
          <p:spPr>
            <a:xfrm>
              <a:off x="5426888" y="4721837"/>
              <a:ext cx="27432" cy="213020"/>
            </a:xfrm>
            <a:custGeom>
              <a:avLst/>
              <a:gdLst>
                <a:gd name="csX0" fmla="*/ 0 w 27432"/>
                <a:gd name="csY0" fmla="*/ 0 h 213020"/>
                <a:gd name="csX1" fmla="*/ 0 w 27432"/>
                <a:gd name="csY1" fmla="*/ 213021 h 213020"/>
                <a:gd name="csX2" fmla="*/ 27433 w 27432"/>
                <a:gd name="csY2" fmla="*/ 213021 h 213020"/>
                <a:gd name="csX3" fmla="*/ 27433 w 27432"/>
                <a:gd name="csY3" fmla="*/ 0 h 213020"/>
                <a:gd name="csX4" fmla="*/ 0 w 27432"/>
                <a:gd name="csY4" fmla="*/ 0 h 213020"/>
                <a:gd name="csX5" fmla="*/ 0 w 27432"/>
                <a:gd name="csY5" fmla="*/ 0 h 21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213020">
                  <a:moveTo>
                    <a:pt x="0" y="0"/>
                  </a:moveTo>
                  <a:lnTo>
                    <a:pt x="0" y="213021"/>
                  </a:lnTo>
                  <a:lnTo>
                    <a:pt x="27433" y="213021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3" name="Freeform 3622">
              <a:extLst>
                <a:ext uri="{FF2B5EF4-FFF2-40B4-BE49-F238E27FC236}">
                  <a16:creationId xmlns:a16="http://schemas.microsoft.com/office/drawing/2014/main" id="{10932F0C-EB01-7D85-BB8B-D71ED2C54528}"/>
                </a:ext>
              </a:extLst>
            </p:cNvPr>
            <p:cNvSpPr/>
            <p:nvPr/>
          </p:nvSpPr>
          <p:spPr>
            <a:xfrm>
              <a:off x="5426888" y="4721837"/>
              <a:ext cx="27432" cy="213020"/>
            </a:xfrm>
            <a:custGeom>
              <a:avLst/>
              <a:gdLst>
                <a:gd name="csX0" fmla="*/ 0 w 27432"/>
                <a:gd name="csY0" fmla="*/ 0 h 213020"/>
                <a:gd name="csX1" fmla="*/ 0 w 27432"/>
                <a:gd name="csY1" fmla="*/ 213021 h 213020"/>
                <a:gd name="csX2" fmla="*/ 27433 w 27432"/>
                <a:gd name="csY2" fmla="*/ 213021 h 213020"/>
                <a:gd name="csX3" fmla="*/ 27433 w 27432"/>
                <a:gd name="csY3" fmla="*/ 0 h 213020"/>
                <a:gd name="csX4" fmla="*/ 0 w 27432"/>
                <a:gd name="csY4" fmla="*/ 0 h 21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213020">
                  <a:moveTo>
                    <a:pt x="0" y="0"/>
                  </a:moveTo>
                  <a:lnTo>
                    <a:pt x="0" y="213021"/>
                  </a:lnTo>
                  <a:lnTo>
                    <a:pt x="27433" y="213021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4" name="Freeform 3623">
              <a:extLst>
                <a:ext uri="{FF2B5EF4-FFF2-40B4-BE49-F238E27FC236}">
                  <a16:creationId xmlns:a16="http://schemas.microsoft.com/office/drawing/2014/main" id="{C721CFDE-A40D-7865-B917-E08F367308FA}"/>
                </a:ext>
              </a:extLst>
            </p:cNvPr>
            <p:cNvSpPr/>
            <p:nvPr/>
          </p:nvSpPr>
          <p:spPr>
            <a:xfrm>
              <a:off x="5454321" y="4683427"/>
              <a:ext cx="27431" cy="251431"/>
            </a:xfrm>
            <a:custGeom>
              <a:avLst/>
              <a:gdLst>
                <a:gd name="csX0" fmla="*/ 0 w 27431"/>
                <a:gd name="csY0" fmla="*/ 0 h 251431"/>
                <a:gd name="csX1" fmla="*/ 0 w 27431"/>
                <a:gd name="csY1" fmla="*/ 251431 h 251431"/>
                <a:gd name="csX2" fmla="*/ 27432 w 27431"/>
                <a:gd name="csY2" fmla="*/ 251431 h 251431"/>
                <a:gd name="csX3" fmla="*/ 27432 w 27431"/>
                <a:gd name="csY3" fmla="*/ 0 h 251431"/>
                <a:gd name="csX4" fmla="*/ 0 w 27431"/>
                <a:gd name="csY4" fmla="*/ 0 h 251431"/>
                <a:gd name="csX5" fmla="*/ 0 w 27431"/>
                <a:gd name="csY5" fmla="*/ 0 h 251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251431">
                  <a:moveTo>
                    <a:pt x="0" y="0"/>
                  </a:moveTo>
                  <a:lnTo>
                    <a:pt x="0" y="251431"/>
                  </a:lnTo>
                  <a:lnTo>
                    <a:pt x="27432" y="251431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5" name="Freeform 3624">
              <a:extLst>
                <a:ext uri="{FF2B5EF4-FFF2-40B4-BE49-F238E27FC236}">
                  <a16:creationId xmlns:a16="http://schemas.microsoft.com/office/drawing/2014/main" id="{2C507DB7-13BD-D852-8D17-164238946CDA}"/>
                </a:ext>
              </a:extLst>
            </p:cNvPr>
            <p:cNvSpPr/>
            <p:nvPr/>
          </p:nvSpPr>
          <p:spPr>
            <a:xfrm>
              <a:off x="5454321" y="4683427"/>
              <a:ext cx="27431" cy="251431"/>
            </a:xfrm>
            <a:custGeom>
              <a:avLst/>
              <a:gdLst>
                <a:gd name="csX0" fmla="*/ 0 w 27431"/>
                <a:gd name="csY0" fmla="*/ 0 h 251431"/>
                <a:gd name="csX1" fmla="*/ 0 w 27431"/>
                <a:gd name="csY1" fmla="*/ 251431 h 251431"/>
                <a:gd name="csX2" fmla="*/ 27432 w 27431"/>
                <a:gd name="csY2" fmla="*/ 251431 h 251431"/>
                <a:gd name="csX3" fmla="*/ 27432 w 27431"/>
                <a:gd name="csY3" fmla="*/ 0 h 251431"/>
                <a:gd name="csX4" fmla="*/ 0 w 27431"/>
                <a:gd name="csY4" fmla="*/ 0 h 251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251431">
                  <a:moveTo>
                    <a:pt x="0" y="0"/>
                  </a:moveTo>
                  <a:lnTo>
                    <a:pt x="0" y="251431"/>
                  </a:lnTo>
                  <a:lnTo>
                    <a:pt x="27432" y="251431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6" name="Freeform 3625">
              <a:extLst>
                <a:ext uri="{FF2B5EF4-FFF2-40B4-BE49-F238E27FC236}">
                  <a16:creationId xmlns:a16="http://schemas.microsoft.com/office/drawing/2014/main" id="{197ADF22-6919-DF9B-A2FF-5D9818967CDB}"/>
                </a:ext>
              </a:extLst>
            </p:cNvPr>
            <p:cNvSpPr/>
            <p:nvPr/>
          </p:nvSpPr>
          <p:spPr>
            <a:xfrm>
              <a:off x="5481753" y="4645789"/>
              <a:ext cx="27432" cy="289069"/>
            </a:xfrm>
            <a:custGeom>
              <a:avLst/>
              <a:gdLst>
                <a:gd name="csX0" fmla="*/ 0 w 27432"/>
                <a:gd name="csY0" fmla="*/ 0 h 289069"/>
                <a:gd name="csX1" fmla="*/ 0 w 27432"/>
                <a:gd name="csY1" fmla="*/ 289069 h 289069"/>
                <a:gd name="csX2" fmla="*/ 27433 w 27432"/>
                <a:gd name="csY2" fmla="*/ 289069 h 289069"/>
                <a:gd name="csX3" fmla="*/ 27433 w 27432"/>
                <a:gd name="csY3" fmla="*/ 0 h 289069"/>
                <a:gd name="csX4" fmla="*/ 0 w 27432"/>
                <a:gd name="csY4" fmla="*/ 0 h 289069"/>
                <a:gd name="csX5" fmla="*/ 0 w 27432"/>
                <a:gd name="csY5" fmla="*/ 0 h 289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289069">
                  <a:moveTo>
                    <a:pt x="0" y="0"/>
                  </a:moveTo>
                  <a:lnTo>
                    <a:pt x="0" y="289069"/>
                  </a:lnTo>
                  <a:lnTo>
                    <a:pt x="27433" y="289069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7" name="Freeform 3626">
              <a:extLst>
                <a:ext uri="{FF2B5EF4-FFF2-40B4-BE49-F238E27FC236}">
                  <a16:creationId xmlns:a16="http://schemas.microsoft.com/office/drawing/2014/main" id="{F8A819E0-66C4-6C1F-5C58-2E1C5C560052}"/>
                </a:ext>
              </a:extLst>
            </p:cNvPr>
            <p:cNvSpPr/>
            <p:nvPr/>
          </p:nvSpPr>
          <p:spPr>
            <a:xfrm>
              <a:off x="5481753" y="4645789"/>
              <a:ext cx="27432" cy="289069"/>
            </a:xfrm>
            <a:custGeom>
              <a:avLst/>
              <a:gdLst>
                <a:gd name="csX0" fmla="*/ 0 w 27432"/>
                <a:gd name="csY0" fmla="*/ 0 h 289069"/>
                <a:gd name="csX1" fmla="*/ 0 w 27432"/>
                <a:gd name="csY1" fmla="*/ 289069 h 289069"/>
                <a:gd name="csX2" fmla="*/ 27433 w 27432"/>
                <a:gd name="csY2" fmla="*/ 289069 h 289069"/>
                <a:gd name="csX3" fmla="*/ 27433 w 27432"/>
                <a:gd name="csY3" fmla="*/ 0 h 289069"/>
                <a:gd name="csX4" fmla="*/ 0 w 27432"/>
                <a:gd name="csY4" fmla="*/ 0 h 289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289069">
                  <a:moveTo>
                    <a:pt x="0" y="0"/>
                  </a:moveTo>
                  <a:lnTo>
                    <a:pt x="0" y="289069"/>
                  </a:lnTo>
                  <a:lnTo>
                    <a:pt x="27433" y="289069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8" name="Freeform 3627">
              <a:extLst>
                <a:ext uri="{FF2B5EF4-FFF2-40B4-BE49-F238E27FC236}">
                  <a16:creationId xmlns:a16="http://schemas.microsoft.com/office/drawing/2014/main" id="{DD34656E-2BB4-BACD-E561-100986121528}"/>
                </a:ext>
              </a:extLst>
            </p:cNvPr>
            <p:cNvSpPr/>
            <p:nvPr/>
          </p:nvSpPr>
          <p:spPr>
            <a:xfrm>
              <a:off x="5509186" y="4594818"/>
              <a:ext cx="27431" cy="340040"/>
            </a:xfrm>
            <a:custGeom>
              <a:avLst/>
              <a:gdLst>
                <a:gd name="csX0" fmla="*/ 0 w 27431"/>
                <a:gd name="csY0" fmla="*/ 0 h 340040"/>
                <a:gd name="csX1" fmla="*/ 0 w 27431"/>
                <a:gd name="csY1" fmla="*/ 340041 h 340040"/>
                <a:gd name="csX2" fmla="*/ 27432 w 27431"/>
                <a:gd name="csY2" fmla="*/ 340041 h 340040"/>
                <a:gd name="csX3" fmla="*/ 27432 w 27431"/>
                <a:gd name="csY3" fmla="*/ 0 h 340040"/>
                <a:gd name="csX4" fmla="*/ 0 w 27431"/>
                <a:gd name="csY4" fmla="*/ 0 h 340040"/>
                <a:gd name="csX5" fmla="*/ 0 w 27431"/>
                <a:gd name="csY5" fmla="*/ 0 h 340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340040">
                  <a:moveTo>
                    <a:pt x="0" y="0"/>
                  </a:moveTo>
                  <a:lnTo>
                    <a:pt x="0" y="340041"/>
                  </a:lnTo>
                  <a:lnTo>
                    <a:pt x="27432" y="340041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9" name="Freeform 3628">
              <a:extLst>
                <a:ext uri="{FF2B5EF4-FFF2-40B4-BE49-F238E27FC236}">
                  <a16:creationId xmlns:a16="http://schemas.microsoft.com/office/drawing/2014/main" id="{F46C0F7A-4B51-B316-3254-34218C002DEB}"/>
                </a:ext>
              </a:extLst>
            </p:cNvPr>
            <p:cNvSpPr/>
            <p:nvPr/>
          </p:nvSpPr>
          <p:spPr>
            <a:xfrm>
              <a:off x="5509186" y="4594818"/>
              <a:ext cx="27431" cy="340040"/>
            </a:xfrm>
            <a:custGeom>
              <a:avLst/>
              <a:gdLst>
                <a:gd name="csX0" fmla="*/ 0 w 27431"/>
                <a:gd name="csY0" fmla="*/ 0 h 340040"/>
                <a:gd name="csX1" fmla="*/ 0 w 27431"/>
                <a:gd name="csY1" fmla="*/ 340041 h 340040"/>
                <a:gd name="csX2" fmla="*/ 27432 w 27431"/>
                <a:gd name="csY2" fmla="*/ 340041 h 340040"/>
                <a:gd name="csX3" fmla="*/ 27432 w 27431"/>
                <a:gd name="csY3" fmla="*/ 0 h 340040"/>
                <a:gd name="csX4" fmla="*/ 0 w 27431"/>
                <a:gd name="csY4" fmla="*/ 0 h 340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340040">
                  <a:moveTo>
                    <a:pt x="0" y="0"/>
                  </a:moveTo>
                  <a:lnTo>
                    <a:pt x="0" y="340041"/>
                  </a:lnTo>
                  <a:lnTo>
                    <a:pt x="27432" y="340041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0" name="Freeform 3629">
              <a:extLst>
                <a:ext uri="{FF2B5EF4-FFF2-40B4-BE49-F238E27FC236}">
                  <a16:creationId xmlns:a16="http://schemas.microsoft.com/office/drawing/2014/main" id="{A2248808-4EC5-C87A-6773-96BE39539A35}"/>
                </a:ext>
              </a:extLst>
            </p:cNvPr>
            <p:cNvSpPr/>
            <p:nvPr/>
          </p:nvSpPr>
          <p:spPr>
            <a:xfrm>
              <a:off x="5536618" y="4557351"/>
              <a:ext cx="27432" cy="377507"/>
            </a:xfrm>
            <a:custGeom>
              <a:avLst/>
              <a:gdLst>
                <a:gd name="csX0" fmla="*/ 0 w 27432"/>
                <a:gd name="csY0" fmla="*/ 0 h 377507"/>
                <a:gd name="csX1" fmla="*/ 0 w 27432"/>
                <a:gd name="csY1" fmla="*/ 377508 h 377507"/>
                <a:gd name="csX2" fmla="*/ 27433 w 27432"/>
                <a:gd name="csY2" fmla="*/ 377508 h 377507"/>
                <a:gd name="csX3" fmla="*/ 27433 w 27432"/>
                <a:gd name="csY3" fmla="*/ 0 h 377507"/>
                <a:gd name="csX4" fmla="*/ 0 w 27432"/>
                <a:gd name="csY4" fmla="*/ 0 h 377507"/>
                <a:gd name="csX5" fmla="*/ 0 w 27432"/>
                <a:gd name="csY5" fmla="*/ 0 h 377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77507">
                  <a:moveTo>
                    <a:pt x="0" y="0"/>
                  </a:moveTo>
                  <a:lnTo>
                    <a:pt x="0" y="377508"/>
                  </a:lnTo>
                  <a:lnTo>
                    <a:pt x="27433" y="377508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1" name="Freeform 3630">
              <a:extLst>
                <a:ext uri="{FF2B5EF4-FFF2-40B4-BE49-F238E27FC236}">
                  <a16:creationId xmlns:a16="http://schemas.microsoft.com/office/drawing/2014/main" id="{DFC9E273-8F33-C818-7A3E-B12F9C5725C8}"/>
                </a:ext>
              </a:extLst>
            </p:cNvPr>
            <p:cNvSpPr/>
            <p:nvPr/>
          </p:nvSpPr>
          <p:spPr>
            <a:xfrm>
              <a:off x="5536618" y="4557351"/>
              <a:ext cx="27432" cy="377507"/>
            </a:xfrm>
            <a:custGeom>
              <a:avLst/>
              <a:gdLst>
                <a:gd name="csX0" fmla="*/ 0 w 27432"/>
                <a:gd name="csY0" fmla="*/ 0 h 377507"/>
                <a:gd name="csX1" fmla="*/ 0 w 27432"/>
                <a:gd name="csY1" fmla="*/ 377508 h 377507"/>
                <a:gd name="csX2" fmla="*/ 27433 w 27432"/>
                <a:gd name="csY2" fmla="*/ 377508 h 377507"/>
                <a:gd name="csX3" fmla="*/ 27433 w 27432"/>
                <a:gd name="csY3" fmla="*/ 0 h 377507"/>
                <a:gd name="csX4" fmla="*/ 0 w 27432"/>
                <a:gd name="csY4" fmla="*/ 0 h 377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77507">
                  <a:moveTo>
                    <a:pt x="0" y="0"/>
                  </a:moveTo>
                  <a:lnTo>
                    <a:pt x="0" y="377508"/>
                  </a:lnTo>
                  <a:lnTo>
                    <a:pt x="27433" y="377508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2" name="Freeform 3631">
              <a:extLst>
                <a:ext uri="{FF2B5EF4-FFF2-40B4-BE49-F238E27FC236}">
                  <a16:creationId xmlns:a16="http://schemas.microsoft.com/office/drawing/2014/main" id="{72A7D3EB-B96B-826F-1A34-09E24D88CE18}"/>
                </a:ext>
              </a:extLst>
            </p:cNvPr>
            <p:cNvSpPr/>
            <p:nvPr/>
          </p:nvSpPr>
          <p:spPr>
            <a:xfrm>
              <a:off x="5564050" y="4497097"/>
              <a:ext cx="27431" cy="437761"/>
            </a:xfrm>
            <a:custGeom>
              <a:avLst/>
              <a:gdLst>
                <a:gd name="csX0" fmla="*/ 0 w 27431"/>
                <a:gd name="csY0" fmla="*/ 0 h 437761"/>
                <a:gd name="csX1" fmla="*/ 0 w 27431"/>
                <a:gd name="csY1" fmla="*/ 437762 h 437761"/>
                <a:gd name="csX2" fmla="*/ 27432 w 27431"/>
                <a:gd name="csY2" fmla="*/ 437762 h 437761"/>
                <a:gd name="csX3" fmla="*/ 27432 w 27431"/>
                <a:gd name="csY3" fmla="*/ 0 h 437761"/>
                <a:gd name="csX4" fmla="*/ 0 w 27431"/>
                <a:gd name="csY4" fmla="*/ 0 h 437761"/>
                <a:gd name="csX5" fmla="*/ 0 w 27431"/>
                <a:gd name="csY5" fmla="*/ 0 h 437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437761">
                  <a:moveTo>
                    <a:pt x="0" y="0"/>
                  </a:moveTo>
                  <a:lnTo>
                    <a:pt x="0" y="437762"/>
                  </a:lnTo>
                  <a:lnTo>
                    <a:pt x="27432" y="437762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3" name="Freeform 3632">
              <a:extLst>
                <a:ext uri="{FF2B5EF4-FFF2-40B4-BE49-F238E27FC236}">
                  <a16:creationId xmlns:a16="http://schemas.microsoft.com/office/drawing/2014/main" id="{887E8838-6934-B3F6-EAAC-CD4E904B1C07}"/>
                </a:ext>
              </a:extLst>
            </p:cNvPr>
            <p:cNvSpPr/>
            <p:nvPr/>
          </p:nvSpPr>
          <p:spPr>
            <a:xfrm>
              <a:off x="5564050" y="4497097"/>
              <a:ext cx="27431" cy="437761"/>
            </a:xfrm>
            <a:custGeom>
              <a:avLst/>
              <a:gdLst>
                <a:gd name="csX0" fmla="*/ 0 w 27431"/>
                <a:gd name="csY0" fmla="*/ 0 h 437761"/>
                <a:gd name="csX1" fmla="*/ 0 w 27431"/>
                <a:gd name="csY1" fmla="*/ 437762 h 437761"/>
                <a:gd name="csX2" fmla="*/ 27432 w 27431"/>
                <a:gd name="csY2" fmla="*/ 437762 h 437761"/>
                <a:gd name="csX3" fmla="*/ 27432 w 27431"/>
                <a:gd name="csY3" fmla="*/ 0 h 437761"/>
                <a:gd name="csX4" fmla="*/ 0 w 27431"/>
                <a:gd name="csY4" fmla="*/ 0 h 437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437761">
                  <a:moveTo>
                    <a:pt x="0" y="0"/>
                  </a:moveTo>
                  <a:lnTo>
                    <a:pt x="0" y="437762"/>
                  </a:lnTo>
                  <a:lnTo>
                    <a:pt x="27432" y="437762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4" name="Freeform 3633">
              <a:extLst>
                <a:ext uri="{FF2B5EF4-FFF2-40B4-BE49-F238E27FC236}">
                  <a16:creationId xmlns:a16="http://schemas.microsoft.com/office/drawing/2014/main" id="{68F8D90F-3FA1-C309-BE60-9E7583CD9CF9}"/>
                </a:ext>
              </a:extLst>
            </p:cNvPr>
            <p:cNvSpPr/>
            <p:nvPr/>
          </p:nvSpPr>
          <p:spPr>
            <a:xfrm>
              <a:off x="5591482" y="4449969"/>
              <a:ext cx="27432" cy="484889"/>
            </a:xfrm>
            <a:custGeom>
              <a:avLst/>
              <a:gdLst>
                <a:gd name="csX0" fmla="*/ 0 w 27432"/>
                <a:gd name="csY0" fmla="*/ 0 h 484889"/>
                <a:gd name="csX1" fmla="*/ 0 w 27432"/>
                <a:gd name="csY1" fmla="*/ 484890 h 484889"/>
                <a:gd name="csX2" fmla="*/ 27433 w 27432"/>
                <a:gd name="csY2" fmla="*/ 484890 h 484889"/>
                <a:gd name="csX3" fmla="*/ 27433 w 27432"/>
                <a:gd name="csY3" fmla="*/ 0 h 484889"/>
                <a:gd name="csX4" fmla="*/ 0 w 27432"/>
                <a:gd name="csY4" fmla="*/ 0 h 484889"/>
                <a:gd name="csX5" fmla="*/ 0 w 27432"/>
                <a:gd name="csY5" fmla="*/ 0 h 484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484889">
                  <a:moveTo>
                    <a:pt x="0" y="0"/>
                  </a:moveTo>
                  <a:lnTo>
                    <a:pt x="0" y="484890"/>
                  </a:lnTo>
                  <a:lnTo>
                    <a:pt x="27433" y="484890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5" name="Freeform 3634">
              <a:extLst>
                <a:ext uri="{FF2B5EF4-FFF2-40B4-BE49-F238E27FC236}">
                  <a16:creationId xmlns:a16="http://schemas.microsoft.com/office/drawing/2014/main" id="{8CFF45FA-023A-AF2F-A0D8-889C8E20373E}"/>
                </a:ext>
              </a:extLst>
            </p:cNvPr>
            <p:cNvSpPr/>
            <p:nvPr/>
          </p:nvSpPr>
          <p:spPr>
            <a:xfrm>
              <a:off x="5591482" y="4449969"/>
              <a:ext cx="27432" cy="484889"/>
            </a:xfrm>
            <a:custGeom>
              <a:avLst/>
              <a:gdLst>
                <a:gd name="csX0" fmla="*/ 0 w 27432"/>
                <a:gd name="csY0" fmla="*/ 0 h 484889"/>
                <a:gd name="csX1" fmla="*/ 0 w 27432"/>
                <a:gd name="csY1" fmla="*/ 484890 h 484889"/>
                <a:gd name="csX2" fmla="*/ 27433 w 27432"/>
                <a:gd name="csY2" fmla="*/ 484890 h 484889"/>
                <a:gd name="csX3" fmla="*/ 27433 w 27432"/>
                <a:gd name="csY3" fmla="*/ 0 h 484889"/>
                <a:gd name="csX4" fmla="*/ 0 w 27432"/>
                <a:gd name="csY4" fmla="*/ 0 h 484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484889">
                  <a:moveTo>
                    <a:pt x="0" y="0"/>
                  </a:moveTo>
                  <a:lnTo>
                    <a:pt x="0" y="484890"/>
                  </a:lnTo>
                  <a:lnTo>
                    <a:pt x="27433" y="484890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6" name="Freeform 3635">
              <a:extLst>
                <a:ext uri="{FF2B5EF4-FFF2-40B4-BE49-F238E27FC236}">
                  <a16:creationId xmlns:a16="http://schemas.microsoft.com/office/drawing/2014/main" id="{771251BB-B18B-F79B-C153-4402CD47E9D1}"/>
                </a:ext>
              </a:extLst>
            </p:cNvPr>
            <p:cNvSpPr/>
            <p:nvPr/>
          </p:nvSpPr>
          <p:spPr>
            <a:xfrm>
              <a:off x="5618915" y="4399858"/>
              <a:ext cx="27431" cy="535000"/>
            </a:xfrm>
            <a:custGeom>
              <a:avLst/>
              <a:gdLst>
                <a:gd name="csX0" fmla="*/ 0 w 27431"/>
                <a:gd name="csY0" fmla="*/ 0 h 535000"/>
                <a:gd name="csX1" fmla="*/ 0 w 27431"/>
                <a:gd name="csY1" fmla="*/ 535001 h 535000"/>
                <a:gd name="csX2" fmla="*/ 27432 w 27431"/>
                <a:gd name="csY2" fmla="*/ 535001 h 535000"/>
                <a:gd name="csX3" fmla="*/ 27432 w 27431"/>
                <a:gd name="csY3" fmla="*/ 0 h 535000"/>
                <a:gd name="csX4" fmla="*/ 0 w 27431"/>
                <a:gd name="csY4" fmla="*/ 0 h 535000"/>
                <a:gd name="csX5" fmla="*/ 0 w 27431"/>
                <a:gd name="csY5" fmla="*/ 0 h 535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535000">
                  <a:moveTo>
                    <a:pt x="0" y="0"/>
                  </a:moveTo>
                  <a:lnTo>
                    <a:pt x="0" y="535001"/>
                  </a:lnTo>
                  <a:lnTo>
                    <a:pt x="27432" y="535001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7" name="Freeform 3636">
              <a:extLst>
                <a:ext uri="{FF2B5EF4-FFF2-40B4-BE49-F238E27FC236}">
                  <a16:creationId xmlns:a16="http://schemas.microsoft.com/office/drawing/2014/main" id="{B74369A4-6F29-DE06-02FA-9F42CB125C12}"/>
                </a:ext>
              </a:extLst>
            </p:cNvPr>
            <p:cNvSpPr/>
            <p:nvPr/>
          </p:nvSpPr>
          <p:spPr>
            <a:xfrm>
              <a:off x="5618915" y="4399858"/>
              <a:ext cx="27431" cy="535000"/>
            </a:xfrm>
            <a:custGeom>
              <a:avLst/>
              <a:gdLst>
                <a:gd name="csX0" fmla="*/ 0 w 27431"/>
                <a:gd name="csY0" fmla="*/ 0 h 535000"/>
                <a:gd name="csX1" fmla="*/ 0 w 27431"/>
                <a:gd name="csY1" fmla="*/ 535001 h 535000"/>
                <a:gd name="csX2" fmla="*/ 27432 w 27431"/>
                <a:gd name="csY2" fmla="*/ 535001 h 535000"/>
                <a:gd name="csX3" fmla="*/ 27432 w 27431"/>
                <a:gd name="csY3" fmla="*/ 0 h 535000"/>
                <a:gd name="csX4" fmla="*/ 0 w 27431"/>
                <a:gd name="csY4" fmla="*/ 0 h 535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535000">
                  <a:moveTo>
                    <a:pt x="0" y="0"/>
                  </a:moveTo>
                  <a:lnTo>
                    <a:pt x="0" y="535001"/>
                  </a:lnTo>
                  <a:lnTo>
                    <a:pt x="27432" y="535001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8" name="Freeform 3637">
              <a:extLst>
                <a:ext uri="{FF2B5EF4-FFF2-40B4-BE49-F238E27FC236}">
                  <a16:creationId xmlns:a16="http://schemas.microsoft.com/office/drawing/2014/main" id="{0066780D-E50A-8B0C-490C-18FD27E5446A}"/>
                </a:ext>
              </a:extLst>
            </p:cNvPr>
            <p:cNvSpPr/>
            <p:nvPr/>
          </p:nvSpPr>
          <p:spPr>
            <a:xfrm>
              <a:off x="5646347" y="4351869"/>
              <a:ext cx="27432" cy="582989"/>
            </a:xfrm>
            <a:custGeom>
              <a:avLst/>
              <a:gdLst>
                <a:gd name="csX0" fmla="*/ 0 w 27432"/>
                <a:gd name="csY0" fmla="*/ 0 h 582989"/>
                <a:gd name="csX1" fmla="*/ 0 w 27432"/>
                <a:gd name="csY1" fmla="*/ 582989 h 582989"/>
                <a:gd name="csX2" fmla="*/ 27432 w 27432"/>
                <a:gd name="csY2" fmla="*/ 582989 h 582989"/>
                <a:gd name="csX3" fmla="*/ 27432 w 27432"/>
                <a:gd name="csY3" fmla="*/ 0 h 582989"/>
                <a:gd name="csX4" fmla="*/ 0 w 27432"/>
                <a:gd name="csY4" fmla="*/ 0 h 582989"/>
                <a:gd name="csX5" fmla="*/ 0 w 27432"/>
                <a:gd name="csY5" fmla="*/ 0 h 582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582989">
                  <a:moveTo>
                    <a:pt x="0" y="0"/>
                  </a:moveTo>
                  <a:lnTo>
                    <a:pt x="0" y="582989"/>
                  </a:lnTo>
                  <a:lnTo>
                    <a:pt x="27432" y="582989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9" name="Freeform 3638">
              <a:extLst>
                <a:ext uri="{FF2B5EF4-FFF2-40B4-BE49-F238E27FC236}">
                  <a16:creationId xmlns:a16="http://schemas.microsoft.com/office/drawing/2014/main" id="{C134AD26-1650-0BDC-35C4-4B565BBD2D7B}"/>
                </a:ext>
              </a:extLst>
            </p:cNvPr>
            <p:cNvSpPr/>
            <p:nvPr/>
          </p:nvSpPr>
          <p:spPr>
            <a:xfrm>
              <a:off x="5646347" y="4351869"/>
              <a:ext cx="27432" cy="582989"/>
            </a:xfrm>
            <a:custGeom>
              <a:avLst/>
              <a:gdLst>
                <a:gd name="csX0" fmla="*/ 0 w 27432"/>
                <a:gd name="csY0" fmla="*/ 0 h 582989"/>
                <a:gd name="csX1" fmla="*/ 0 w 27432"/>
                <a:gd name="csY1" fmla="*/ 582989 h 582989"/>
                <a:gd name="csX2" fmla="*/ 27432 w 27432"/>
                <a:gd name="csY2" fmla="*/ 582989 h 582989"/>
                <a:gd name="csX3" fmla="*/ 27432 w 27432"/>
                <a:gd name="csY3" fmla="*/ 0 h 582989"/>
                <a:gd name="csX4" fmla="*/ 0 w 27432"/>
                <a:gd name="csY4" fmla="*/ 0 h 582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582989">
                  <a:moveTo>
                    <a:pt x="0" y="0"/>
                  </a:moveTo>
                  <a:lnTo>
                    <a:pt x="0" y="582989"/>
                  </a:lnTo>
                  <a:lnTo>
                    <a:pt x="27432" y="582989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0" name="Freeform 3639">
              <a:extLst>
                <a:ext uri="{FF2B5EF4-FFF2-40B4-BE49-F238E27FC236}">
                  <a16:creationId xmlns:a16="http://schemas.microsoft.com/office/drawing/2014/main" id="{DCE0483C-0314-924F-771E-52E946FD91BE}"/>
                </a:ext>
              </a:extLst>
            </p:cNvPr>
            <p:cNvSpPr/>
            <p:nvPr/>
          </p:nvSpPr>
          <p:spPr>
            <a:xfrm>
              <a:off x="5673779" y="4294093"/>
              <a:ext cx="27430" cy="640765"/>
            </a:xfrm>
            <a:custGeom>
              <a:avLst/>
              <a:gdLst>
                <a:gd name="csX0" fmla="*/ 0 w 27430"/>
                <a:gd name="csY0" fmla="*/ 0 h 640765"/>
                <a:gd name="csX1" fmla="*/ 0 w 27430"/>
                <a:gd name="csY1" fmla="*/ 640766 h 640765"/>
                <a:gd name="csX2" fmla="*/ 27430 w 27430"/>
                <a:gd name="csY2" fmla="*/ 640766 h 640765"/>
                <a:gd name="csX3" fmla="*/ 27430 w 27430"/>
                <a:gd name="csY3" fmla="*/ 0 h 640765"/>
                <a:gd name="csX4" fmla="*/ 0 w 27430"/>
                <a:gd name="csY4" fmla="*/ 0 h 640765"/>
                <a:gd name="csX5" fmla="*/ 0 w 27430"/>
                <a:gd name="csY5" fmla="*/ 0 h 640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40765">
                  <a:moveTo>
                    <a:pt x="0" y="0"/>
                  </a:moveTo>
                  <a:lnTo>
                    <a:pt x="0" y="640766"/>
                  </a:lnTo>
                  <a:lnTo>
                    <a:pt x="27430" y="640766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1" name="Freeform 3640">
              <a:extLst>
                <a:ext uri="{FF2B5EF4-FFF2-40B4-BE49-F238E27FC236}">
                  <a16:creationId xmlns:a16="http://schemas.microsoft.com/office/drawing/2014/main" id="{3C0768C9-6728-E4A9-F8D7-3FABF65CCC7C}"/>
                </a:ext>
              </a:extLst>
            </p:cNvPr>
            <p:cNvSpPr/>
            <p:nvPr/>
          </p:nvSpPr>
          <p:spPr>
            <a:xfrm>
              <a:off x="5673779" y="4294093"/>
              <a:ext cx="27430" cy="640765"/>
            </a:xfrm>
            <a:custGeom>
              <a:avLst/>
              <a:gdLst>
                <a:gd name="csX0" fmla="*/ 0 w 27430"/>
                <a:gd name="csY0" fmla="*/ 0 h 640765"/>
                <a:gd name="csX1" fmla="*/ 0 w 27430"/>
                <a:gd name="csY1" fmla="*/ 640766 h 640765"/>
                <a:gd name="csX2" fmla="*/ 27430 w 27430"/>
                <a:gd name="csY2" fmla="*/ 640766 h 640765"/>
                <a:gd name="csX3" fmla="*/ 27430 w 27430"/>
                <a:gd name="csY3" fmla="*/ 0 h 640765"/>
                <a:gd name="csX4" fmla="*/ 0 w 27430"/>
                <a:gd name="csY4" fmla="*/ 0 h 640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40765">
                  <a:moveTo>
                    <a:pt x="0" y="0"/>
                  </a:moveTo>
                  <a:lnTo>
                    <a:pt x="0" y="640766"/>
                  </a:lnTo>
                  <a:lnTo>
                    <a:pt x="27430" y="640766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2" name="Freeform 3641">
              <a:extLst>
                <a:ext uri="{FF2B5EF4-FFF2-40B4-BE49-F238E27FC236}">
                  <a16:creationId xmlns:a16="http://schemas.microsoft.com/office/drawing/2014/main" id="{45F546B9-3AF7-4747-DF11-18C9013CA627}"/>
                </a:ext>
              </a:extLst>
            </p:cNvPr>
            <p:cNvSpPr/>
            <p:nvPr/>
          </p:nvSpPr>
          <p:spPr>
            <a:xfrm>
              <a:off x="5701210" y="4260931"/>
              <a:ext cx="27438" cy="673927"/>
            </a:xfrm>
            <a:custGeom>
              <a:avLst/>
              <a:gdLst>
                <a:gd name="csX0" fmla="*/ 0 w 27438"/>
                <a:gd name="csY0" fmla="*/ 0 h 673927"/>
                <a:gd name="csX1" fmla="*/ 0 w 27438"/>
                <a:gd name="csY1" fmla="*/ 673927 h 673927"/>
                <a:gd name="csX2" fmla="*/ 27438 w 27438"/>
                <a:gd name="csY2" fmla="*/ 673927 h 673927"/>
                <a:gd name="csX3" fmla="*/ 27438 w 27438"/>
                <a:gd name="csY3" fmla="*/ 0 h 673927"/>
                <a:gd name="csX4" fmla="*/ 0 w 27438"/>
                <a:gd name="csY4" fmla="*/ 0 h 673927"/>
                <a:gd name="csX5" fmla="*/ 0 w 27438"/>
                <a:gd name="csY5" fmla="*/ 0 h 673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673927">
                  <a:moveTo>
                    <a:pt x="0" y="0"/>
                  </a:moveTo>
                  <a:lnTo>
                    <a:pt x="0" y="673927"/>
                  </a:lnTo>
                  <a:lnTo>
                    <a:pt x="27438" y="673927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3" name="Freeform 3642">
              <a:extLst>
                <a:ext uri="{FF2B5EF4-FFF2-40B4-BE49-F238E27FC236}">
                  <a16:creationId xmlns:a16="http://schemas.microsoft.com/office/drawing/2014/main" id="{EEBA511B-9D87-774D-C5E1-B4CD4836CFF8}"/>
                </a:ext>
              </a:extLst>
            </p:cNvPr>
            <p:cNvSpPr/>
            <p:nvPr/>
          </p:nvSpPr>
          <p:spPr>
            <a:xfrm>
              <a:off x="5701210" y="4260931"/>
              <a:ext cx="27438" cy="673927"/>
            </a:xfrm>
            <a:custGeom>
              <a:avLst/>
              <a:gdLst>
                <a:gd name="csX0" fmla="*/ 0 w 27438"/>
                <a:gd name="csY0" fmla="*/ 0 h 673927"/>
                <a:gd name="csX1" fmla="*/ 0 w 27438"/>
                <a:gd name="csY1" fmla="*/ 673927 h 673927"/>
                <a:gd name="csX2" fmla="*/ 27438 w 27438"/>
                <a:gd name="csY2" fmla="*/ 673927 h 673927"/>
                <a:gd name="csX3" fmla="*/ 27438 w 27438"/>
                <a:gd name="csY3" fmla="*/ 0 h 673927"/>
                <a:gd name="csX4" fmla="*/ 0 w 27438"/>
                <a:gd name="csY4" fmla="*/ 0 h 673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673927">
                  <a:moveTo>
                    <a:pt x="0" y="0"/>
                  </a:moveTo>
                  <a:lnTo>
                    <a:pt x="0" y="673927"/>
                  </a:lnTo>
                  <a:lnTo>
                    <a:pt x="27438" y="673927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4" name="Freeform 3643">
              <a:extLst>
                <a:ext uri="{FF2B5EF4-FFF2-40B4-BE49-F238E27FC236}">
                  <a16:creationId xmlns:a16="http://schemas.microsoft.com/office/drawing/2014/main" id="{5EA0EA36-3C80-59A8-B402-617304F4024E}"/>
                </a:ext>
              </a:extLst>
            </p:cNvPr>
            <p:cNvSpPr/>
            <p:nvPr/>
          </p:nvSpPr>
          <p:spPr>
            <a:xfrm>
              <a:off x="5728648" y="4211303"/>
              <a:ext cx="27430" cy="723555"/>
            </a:xfrm>
            <a:custGeom>
              <a:avLst/>
              <a:gdLst>
                <a:gd name="csX0" fmla="*/ 0 w 27430"/>
                <a:gd name="csY0" fmla="*/ 0 h 723555"/>
                <a:gd name="csX1" fmla="*/ 0 w 27430"/>
                <a:gd name="csY1" fmla="*/ 723555 h 723555"/>
                <a:gd name="csX2" fmla="*/ 27430 w 27430"/>
                <a:gd name="csY2" fmla="*/ 723555 h 723555"/>
                <a:gd name="csX3" fmla="*/ 27430 w 27430"/>
                <a:gd name="csY3" fmla="*/ 0 h 723555"/>
                <a:gd name="csX4" fmla="*/ 0 w 27430"/>
                <a:gd name="csY4" fmla="*/ 0 h 723555"/>
                <a:gd name="csX5" fmla="*/ 0 w 27430"/>
                <a:gd name="csY5" fmla="*/ 0 h 723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23555">
                  <a:moveTo>
                    <a:pt x="0" y="0"/>
                  </a:moveTo>
                  <a:lnTo>
                    <a:pt x="0" y="723555"/>
                  </a:lnTo>
                  <a:lnTo>
                    <a:pt x="27430" y="72355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5" name="Freeform 3644">
              <a:extLst>
                <a:ext uri="{FF2B5EF4-FFF2-40B4-BE49-F238E27FC236}">
                  <a16:creationId xmlns:a16="http://schemas.microsoft.com/office/drawing/2014/main" id="{E3770DB1-C343-19EA-8B5B-1E8B0BF16A2D}"/>
                </a:ext>
              </a:extLst>
            </p:cNvPr>
            <p:cNvSpPr/>
            <p:nvPr/>
          </p:nvSpPr>
          <p:spPr>
            <a:xfrm>
              <a:off x="5728648" y="4211303"/>
              <a:ext cx="27430" cy="723555"/>
            </a:xfrm>
            <a:custGeom>
              <a:avLst/>
              <a:gdLst>
                <a:gd name="csX0" fmla="*/ 0 w 27430"/>
                <a:gd name="csY0" fmla="*/ 0 h 723555"/>
                <a:gd name="csX1" fmla="*/ 0 w 27430"/>
                <a:gd name="csY1" fmla="*/ 723555 h 723555"/>
                <a:gd name="csX2" fmla="*/ 27430 w 27430"/>
                <a:gd name="csY2" fmla="*/ 723555 h 723555"/>
                <a:gd name="csX3" fmla="*/ 27430 w 27430"/>
                <a:gd name="csY3" fmla="*/ 0 h 723555"/>
                <a:gd name="csX4" fmla="*/ 0 w 27430"/>
                <a:gd name="csY4" fmla="*/ 0 h 723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23555">
                  <a:moveTo>
                    <a:pt x="0" y="0"/>
                  </a:moveTo>
                  <a:lnTo>
                    <a:pt x="0" y="723555"/>
                  </a:lnTo>
                  <a:lnTo>
                    <a:pt x="27430" y="72355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6" name="Freeform 3645">
              <a:extLst>
                <a:ext uri="{FF2B5EF4-FFF2-40B4-BE49-F238E27FC236}">
                  <a16:creationId xmlns:a16="http://schemas.microsoft.com/office/drawing/2014/main" id="{E02A26C0-DF2D-8772-8DD7-2D6291147375}"/>
                </a:ext>
              </a:extLst>
            </p:cNvPr>
            <p:cNvSpPr/>
            <p:nvPr/>
          </p:nvSpPr>
          <p:spPr>
            <a:xfrm>
              <a:off x="5756078" y="4176000"/>
              <a:ext cx="27430" cy="758858"/>
            </a:xfrm>
            <a:custGeom>
              <a:avLst/>
              <a:gdLst>
                <a:gd name="csX0" fmla="*/ 0 w 27430"/>
                <a:gd name="csY0" fmla="*/ 0 h 758858"/>
                <a:gd name="csX1" fmla="*/ 0 w 27430"/>
                <a:gd name="csY1" fmla="*/ 758859 h 758858"/>
                <a:gd name="csX2" fmla="*/ 27430 w 27430"/>
                <a:gd name="csY2" fmla="*/ 758859 h 758858"/>
                <a:gd name="csX3" fmla="*/ 27430 w 27430"/>
                <a:gd name="csY3" fmla="*/ 0 h 758858"/>
                <a:gd name="csX4" fmla="*/ 0 w 27430"/>
                <a:gd name="csY4" fmla="*/ 0 h 758858"/>
                <a:gd name="csX5" fmla="*/ 0 w 27430"/>
                <a:gd name="csY5" fmla="*/ 0 h 758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58858">
                  <a:moveTo>
                    <a:pt x="0" y="0"/>
                  </a:moveTo>
                  <a:lnTo>
                    <a:pt x="0" y="758859"/>
                  </a:lnTo>
                  <a:lnTo>
                    <a:pt x="27430" y="75885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7" name="Freeform 3646">
              <a:extLst>
                <a:ext uri="{FF2B5EF4-FFF2-40B4-BE49-F238E27FC236}">
                  <a16:creationId xmlns:a16="http://schemas.microsoft.com/office/drawing/2014/main" id="{0A812CCF-12CE-CA40-87CF-8B1E7894098C}"/>
                </a:ext>
              </a:extLst>
            </p:cNvPr>
            <p:cNvSpPr/>
            <p:nvPr/>
          </p:nvSpPr>
          <p:spPr>
            <a:xfrm>
              <a:off x="5756078" y="4176000"/>
              <a:ext cx="27430" cy="758858"/>
            </a:xfrm>
            <a:custGeom>
              <a:avLst/>
              <a:gdLst>
                <a:gd name="csX0" fmla="*/ 0 w 27430"/>
                <a:gd name="csY0" fmla="*/ 0 h 758858"/>
                <a:gd name="csX1" fmla="*/ 0 w 27430"/>
                <a:gd name="csY1" fmla="*/ 758859 h 758858"/>
                <a:gd name="csX2" fmla="*/ 27430 w 27430"/>
                <a:gd name="csY2" fmla="*/ 758859 h 758858"/>
                <a:gd name="csX3" fmla="*/ 27430 w 27430"/>
                <a:gd name="csY3" fmla="*/ 0 h 758858"/>
                <a:gd name="csX4" fmla="*/ 0 w 27430"/>
                <a:gd name="csY4" fmla="*/ 0 h 758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58858">
                  <a:moveTo>
                    <a:pt x="0" y="0"/>
                  </a:moveTo>
                  <a:lnTo>
                    <a:pt x="0" y="758859"/>
                  </a:lnTo>
                  <a:lnTo>
                    <a:pt x="27430" y="75885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8" name="Freeform 3647">
              <a:extLst>
                <a:ext uri="{FF2B5EF4-FFF2-40B4-BE49-F238E27FC236}">
                  <a16:creationId xmlns:a16="http://schemas.microsoft.com/office/drawing/2014/main" id="{A0911772-28FC-D4BD-A746-D0C4E4B85D13}"/>
                </a:ext>
              </a:extLst>
            </p:cNvPr>
            <p:cNvSpPr/>
            <p:nvPr/>
          </p:nvSpPr>
          <p:spPr>
            <a:xfrm>
              <a:off x="5783509" y="4147059"/>
              <a:ext cx="27430" cy="787799"/>
            </a:xfrm>
            <a:custGeom>
              <a:avLst/>
              <a:gdLst>
                <a:gd name="csX0" fmla="*/ 0 w 27430"/>
                <a:gd name="csY0" fmla="*/ 0 h 787799"/>
                <a:gd name="csX1" fmla="*/ 0 w 27430"/>
                <a:gd name="csY1" fmla="*/ 787799 h 787799"/>
                <a:gd name="csX2" fmla="*/ 27430 w 27430"/>
                <a:gd name="csY2" fmla="*/ 787799 h 787799"/>
                <a:gd name="csX3" fmla="*/ 27430 w 27430"/>
                <a:gd name="csY3" fmla="*/ 0 h 787799"/>
                <a:gd name="csX4" fmla="*/ 0 w 27430"/>
                <a:gd name="csY4" fmla="*/ 0 h 787799"/>
                <a:gd name="csX5" fmla="*/ 0 w 27430"/>
                <a:gd name="csY5" fmla="*/ 0 h 787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87799">
                  <a:moveTo>
                    <a:pt x="0" y="0"/>
                  </a:moveTo>
                  <a:lnTo>
                    <a:pt x="0" y="787799"/>
                  </a:lnTo>
                  <a:lnTo>
                    <a:pt x="27430" y="78779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9" name="Freeform 3648">
              <a:extLst>
                <a:ext uri="{FF2B5EF4-FFF2-40B4-BE49-F238E27FC236}">
                  <a16:creationId xmlns:a16="http://schemas.microsoft.com/office/drawing/2014/main" id="{D68655FB-ECBA-EFE9-B414-2537ECAC22BF}"/>
                </a:ext>
              </a:extLst>
            </p:cNvPr>
            <p:cNvSpPr/>
            <p:nvPr/>
          </p:nvSpPr>
          <p:spPr>
            <a:xfrm>
              <a:off x="5783509" y="4147059"/>
              <a:ext cx="27430" cy="787799"/>
            </a:xfrm>
            <a:custGeom>
              <a:avLst/>
              <a:gdLst>
                <a:gd name="csX0" fmla="*/ 0 w 27430"/>
                <a:gd name="csY0" fmla="*/ 0 h 787799"/>
                <a:gd name="csX1" fmla="*/ 0 w 27430"/>
                <a:gd name="csY1" fmla="*/ 787799 h 787799"/>
                <a:gd name="csX2" fmla="*/ 27430 w 27430"/>
                <a:gd name="csY2" fmla="*/ 787799 h 787799"/>
                <a:gd name="csX3" fmla="*/ 27430 w 27430"/>
                <a:gd name="csY3" fmla="*/ 0 h 787799"/>
                <a:gd name="csX4" fmla="*/ 0 w 27430"/>
                <a:gd name="csY4" fmla="*/ 0 h 787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87799">
                  <a:moveTo>
                    <a:pt x="0" y="0"/>
                  </a:moveTo>
                  <a:lnTo>
                    <a:pt x="0" y="787799"/>
                  </a:lnTo>
                  <a:lnTo>
                    <a:pt x="27430" y="78779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0" name="Freeform 3649">
              <a:extLst>
                <a:ext uri="{FF2B5EF4-FFF2-40B4-BE49-F238E27FC236}">
                  <a16:creationId xmlns:a16="http://schemas.microsoft.com/office/drawing/2014/main" id="{48AF8D30-F06B-7BF3-703A-1543E9E669C0}"/>
                </a:ext>
              </a:extLst>
            </p:cNvPr>
            <p:cNvSpPr/>
            <p:nvPr/>
          </p:nvSpPr>
          <p:spPr>
            <a:xfrm>
              <a:off x="5810939" y="4120996"/>
              <a:ext cx="27438" cy="813862"/>
            </a:xfrm>
            <a:custGeom>
              <a:avLst/>
              <a:gdLst>
                <a:gd name="csX0" fmla="*/ 0 w 27438"/>
                <a:gd name="csY0" fmla="*/ 0 h 813862"/>
                <a:gd name="csX1" fmla="*/ 0 w 27438"/>
                <a:gd name="csY1" fmla="*/ 813862 h 813862"/>
                <a:gd name="csX2" fmla="*/ 27438 w 27438"/>
                <a:gd name="csY2" fmla="*/ 813862 h 813862"/>
                <a:gd name="csX3" fmla="*/ 27438 w 27438"/>
                <a:gd name="csY3" fmla="*/ 0 h 813862"/>
                <a:gd name="csX4" fmla="*/ 0 w 27438"/>
                <a:gd name="csY4" fmla="*/ 0 h 813862"/>
                <a:gd name="csX5" fmla="*/ 0 w 27438"/>
                <a:gd name="csY5" fmla="*/ 0 h 813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813862">
                  <a:moveTo>
                    <a:pt x="0" y="0"/>
                  </a:moveTo>
                  <a:lnTo>
                    <a:pt x="0" y="813862"/>
                  </a:lnTo>
                  <a:lnTo>
                    <a:pt x="27438" y="813862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1" name="Freeform 3650">
              <a:extLst>
                <a:ext uri="{FF2B5EF4-FFF2-40B4-BE49-F238E27FC236}">
                  <a16:creationId xmlns:a16="http://schemas.microsoft.com/office/drawing/2014/main" id="{EF0E4883-65AD-F965-5F21-5CCCA048C963}"/>
                </a:ext>
              </a:extLst>
            </p:cNvPr>
            <p:cNvSpPr/>
            <p:nvPr/>
          </p:nvSpPr>
          <p:spPr>
            <a:xfrm>
              <a:off x="5810939" y="4120996"/>
              <a:ext cx="27438" cy="813862"/>
            </a:xfrm>
            <a:custGeom>
              <a:avLst/>
              <a:gdLst>
                <a:gd name="csX0" fmla="*/ 0 w 27438"/>
                <a:gd name="csY0" fmla="*/ 0 h 813862"/>
                <a:gd name="csX1" fmla="*/ 0 w 27438"/>
                <a:gd name="csY1" fmla="*/ 813862 h 813862"/>
                <a:gd name="csX2" fmla="*/ 27438 w 27438"/>
                <a:gd name="csY2" fmla="*/ 813862 h 813862"/>
                <a:gd name="csX3" fmla="*/ 27438 w 27438"/>
                <a:gd name="csY3" fmla="*/ 0 h 813862"/>
                <a:gd name="csX4" fmla="*/ 0 w 27438"/>
                <a:gd name="csY4" fmla="*/ 0 h 813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813862">
                  <a:moveTo>
                    <a:pt x="0" y="0"/>
                  </a:moveTo>
                  <a:lnTo>
                    <a:pt x="0" y="813862"/>
                  </a:lnTo>
                  <a:lnTo>
                    <a:pt x="27438" y="813862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2" name="Freeform 3651">
              <a:extLst>
                <a:ext uri="{FF2B5EF4-FFF2-40B4-BE49-F238E27FC236}">
                  <a16:creationId xmlns:a16="http://schemas.microsoft.com/office/drawing/2014/main" id="{2FA1836E-EC79-F9BE-5813-25EAF1D61C9F}"/>
                </a:ext>
              </a:extLst>
            </p:cNvPr>
            <p:cNvSpPr/>
            <p:nvPr/>
          </p:nvSpPr>
          <p:spPr>
            <a:xfrm>
              <a:off x="5838378" y="4104698"/>
              <a:ext cx="27430" cy="830159"/>
            </a:xfrm>
            <a:custGeom>
              <a:avLst/>
              <a:gdLst>
                <a:gd name="csX0" fmla="*/ 0 w 27430"/>
                <a:gd name="csY0" fmla="*/ 0 h 830159"/>
                <a:gd name="csX1" fmla="*/ 0 w 27430"/>
                <a:gd name="csY1" fmla="*/ 830160 h 830159"/>
                <a:gd name="csX2" fmla="*/ 27430 w 27430"/>
                <a:gd name="csY2" fmla="*/ 830160 h 830159"/>
                <a:gd name="csX3" fmla="*/ 27430 w 27430"/>
                <a:gd name="csY3" fmla="*/ 0 h 830159"/>
                <a:gd name="csX4" fmla="*/ 0 w 27430"/>
                <a:gd name="csY4" fmla="*/ 0 h 830159"/>
                <a:gd name="csX5" fmla="*/ 0 w 27430"/>
                <a:gd name="csY5" fmla="*/ 0 h 830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30159">
                  <a:moveTo>
                    <a:pt x="0" y="0"/>
                  </a:moveTo>
                  <a:lnTo>
                    <a:pt x="0" y="830160"/>
                  </a:lnTo>
                  <a:lnTo>
                    <a:pt x="27430" y="83016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3" name="Freeform 3652">
              <a:extLst>
                <a:ext uri="{FF2B5EF4-FFF2-40B4-BE49-F238E27FC236}">
                  <a16:creationId xmlns:a16="http://schemas.microsoft.com/office/drawing/2014/main" id="{85133ABC-43FC-3F72-CA4C-907ABE4BAAB1}"/>
                </a:ext>
              </a:extLst>
            </p:cNvPr>
            <p:cNvSpPr/>
            <p:nvPr/>
          </p:nvSpPr>
          <p:spPr>
            <a:xfrm>
              <a:off x="5838378" y="4104698"/>
              <a:ext cx="27430" cy="830159"/>
            </a:xfrm>
            <a:custGeom>
              <a:avLst/>
              <a:gdLst>
                <a:gd name="csX0" fmla="*/ 0 w 27430"/>
                <a:gd name="csY0" fmla="*/ 0 h 830159"/>
                <a:gd name="csX1" fmla="*/ 0 w 27430"/>
                <a:gd name="csY1" fmla="*/ 830160 h 830159"/>
                <a:gd name="csX2" fmla="*/ 27430 w 27430"/>
                <a:gd name="csY2" fmla="*/ 830160 h 830159"/>
                <a:gd name="csX3" fmla="*/ 27430 w 27430"/>
                <a:gd name="csY3" fmla="*/ 0 h 830159"/>
                <a:gd name="csX4" fmla="*/ 0 w 27430"/>
                <a:gd name="csY4" fmla="*/ 0 h 830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30159">
                  <a:moveTo>
                    <a:pt x="0" y="0"/>
                  </a:moveTo>
                  <a:lnTo>
                    <a:pt x="0" y="830160"/>
                  </a:lnTo>
                  <a:lnTo>
                    <a:pt x="27430" y="83016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4" name="Freeform 3653">
              <a:extLst>
                <a:ext uri="{FF2B5EF4-FFF2-40B4-BE49-F238E27FC236}">
                  <a16:creationId xmlns:a16="http://schemas.microsoft.com/office/drawing/2014/main" id="{87D1AA94-133B-384A-E5CF-3A1720E2EE71}"/>
                </a:ext>
              </a:extLst>
            </p:cNvPr>
            <p:cNvSpPr/>
            <p:nvPr/>
          </p:nvSpPr>
          <p:spPr>
            <a:xfrm>
              <a:off x="5865808" y="4092371"/>
              <a:ext cx="27430" cy="842487"/>
            </a:xfrm>
            <a:custGeom>
              <a:avLst/>
              <a:gdLst>
                <a:gd name="csX0" fmla="*/ 0 w 27430"/>
                <a:gd name="csY0" fmla="*/ 0 h 842487"/>
                <a:gd name="csX1" fmla="*/ 0 w 27430"/>
                <a:gd name="csY1" fmla="*/ 842488 h 842487"/>
                <a:gd name="csX2" fmla="*/ 27430 w 27430"/>
                <a:gd name="csY2" fmla="*/ 842488 h 842487"/>
                <a:gd name="csX3" fmla="*/ 27430 w 27430"/>
                <a:gd name="csY3" fmla="*/ 0 h 842487"/>
                <a:gd name="csX4" fmla="*/ 0 w 27430"/>
                <a:gd name="csY4" fmla="*/ 0 h 842487"/>
                <a:gd name="csX5" fmla="*/ 0 w 27430"/>
                <a:gd name="csY5" fmla="*/ 0 h 842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42487">
                  <a:moveTo>
                    <a:pt x="0" y="0"/>
                  </a:moveTo>
                  <a:lnTo>
                    <a:pt x="0" y="842488"/>
                  </a:lnTo>
                  <a:lnTo>
                    <a:pt x="27430" y="842488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5" name="Freeform 3654">
              <a:extLst>
                <a:ext uri="{FF2B5EF4-FFF2-40B4-BE49-F238E27FC236}">
                  <a16:creationId xmlns:a16="http://schemas.microsoft.com/office/drawing/2014/main" id="{93056791-FB38-35E4-C271-F32BB86131C2}"/>
                </a:ext>
              </a:extLst>
            </p:cNvPr>
            <p:cNvSpPr/>
            <p:nvPr/>
          </p:nvSpPr>
          <p:spPr>
            <a:xfrm>
              <a:off x="5865808" y="4092371"/>
              <a:ext cx="27430" cy="842487"/>
            </a:xfrm>
            <a:custGeom>
              <a:avLst/>
              <a:gdLst>
                <a:gd name="csX0" fmla="*/ 0 w 27430"/>
                <a:gd name="csY0" fmla="*/ 0 h 842487"/>
                <a:gd name="csX1" fmla="*/ 0 w 27430"/>
                <a:gd name="csY1" fmla="*/ 842488 h 842487"/>
                <a:gd name="csX2" fmla="*/ 27430 w 27430"/>
                <a:gd name="csY2" fmla="*/ 842488 h 842487"/>
                <a:gd name="csX3" fmla="*/ 27430 w 27430"/>
                <a:gd name="csY3" fmla="*/ 0 h 842487"/>
                <a:gd name="csX4" fmla="*/ 0 w 27430"/>
                <a:gd name="csY4" fmla="*/ 0 h 842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42487">
                  <a:moveTo>
                    <a:pt x="0" y="0"/>
                  </a:moveTo>
                  <a:lnTo>
                    <a:pt x="0" y="842488"/>
                  </a:lnTo>
                  <a:lnTo>
                    <a:pt x="27430" y="842488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6" name="Freeform 3655">
              <a:extLst>
                <a:ext uri="{FF2B5EF4-FFF2-40B4-BE49-F238E27FC236}">
                  <a16:creationId xmlns:a16="http://schemas.microsoft.com/office/drawing/2014/main" id="{5B09B7D4-F316-9C31-CDC2-A6A0B08BB1E2}"/>
                </a:ext>
              </a:extLst>
            </p:cNvPr>
            <p:cNvSpPr/>
            <p:nvPr/>
          </p:nvSpPr>
          <p:spPr>
            <a:xfrm>
              <a:off x="5893238" y="4107470"/>
              <a:ext cx="27430" cy="827388"/>
            </a:xfrm>
            <a:custGeom>
              <a:avLst/>
              <a:gdLst>
                <a:gd name="csX0" fmla="*/ 0 w 27430"/>
                <a:gd name="csY0" fmla="*/ 0 h 827388"/>
                <a:gd name="csX1" fmla="*/ 0 w 27430"/>
                <a:gd name="csY1" fmla="*/ 827388 h 827388"/>
                <a:gd name="csX2" fmla="*/ 27430 w 27430"/>
                <a:gd name="csY2" fmla="*/ 827388 h 827388"/>
                <a:gd name="csX3" fmla="*/ 27430 w 27430"/>
                <a:gd name="csY3" fmla="*/ 0 h 827388"/>
                <a:gd name="csX4" fmla="*/ 0 w 27430"/>
                <a:gd name="csY4" fmla="*/ 0 h 827388"/>
                <a:gd name="csX5" fmla="*/ 0 w 27430"/>
                <a:gd name="csY5" fmla="*/ 0 h 827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27388">
                  <a:moveTo>
                    <a:pt x="0" y="0"/>
                  </a:moveTo>
                  <a:lnTo>
                    <a:pt x="0" y="827388"/>
                  </a:lnTo>
                  <a:lnTo>
                    <a:pt x="27430" y="827388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7" name="Freeform 3656">
              <a:extLst>
                <a:ext uri="{FF2B5EF4-FFF2-40B4-BE49-F238E27FC236}">
                  <a16:creationId xmlns:a16="http://schemas.microsoft.com/office/drawing/2014/main" id="{ED7142EA-942A-2437-1C3D-43F59F5EE03D}"/>
                </a:ext>
              </a:extLst>
            </p:cNvPr>
            <p:cNvSpPr/>
            <p:nvPr/>
          </p:nvSpPr>
          <p:spPr>
            <a:xfrm>
              <a:off x="5893238" y="4107470"/>
              <a:ext cx="27430" cy="827388"/>
            </a:xfrm>
            <a:custGeom>
              <a:avLst/>
              <a:gdLst>
                <a:gd name="csX0" fmla="*/ 0 w 27430"/>
                <a:gd name="csY0" fmla="*/ 0 h 827388"/>
                <a:gd name="csX1" fmla="*/ 0 w 27430"/>
                <a:gd name="csY1" fmla="*/ 827388 h 827388"/>
                <a:gd name="csX2" fmla="*/ 27430 w 27430"/>
                <a:gd name="csY2" fmla="*/ 827388 h 827388"/>
                <a:gd name="csX3" fmla="*/ 27430 w 27430"/>
                <a:gd name="csY3" fmla="*/ 0 h 827388"/>
                <a:gd name="csX4" fmla="*/ 0 w 27430"/>
                <a:gd name="csY4" fmla="*/ 0 h 827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27388">
                  <a:moveTo>
                    <a:pt x="0" y="0"/>
                  </a:moveTo>
                  <a:lnTo>
                    <a:pt x="0" y="827388"/>
                  </a:lnTo>
                  <a:lnTo>
                    <a:pt x="27430" y="827388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8" name="Freeform 3657">
              <a:extLst>
                <a:ext uri="{FF2B5EF4-FFF2-40B4-BE49-F238E27FC236}">
                  <a16:creationId xmlns:a16="http://schemas.microsoft.com/office/drawing/2014/main" id="{D3B219E9-6EFA-5840-DE44-04C00752356D}"/>
                </a:ext>
              </a:extLst>
            </p:cNvPr>
            <p:cNvSpPr/>
            <p:nvPr/>
          </p:nvSpPr>
          <p:spPr>
            <a:xfrm>
              <a:off x="5920669" y="4113120"/>
              <a:ext cx="27438" cy="821738"/>
            </a:xfrm>
            <a:custGeom>
              <a:avLst/>
              <a:gdLst>
                <a:gd name="csX0" fmla="*/ 0 w 27438"/>
                <a:gd name="csY0" fmla="*/ 0 h 821738"/>
                <a:gd name="csX1" fmla="*/ 0 w 27438"/>
                <a:gd name="csY1" fmla="*/ 821738 h 821738"/>
                <a:gd name="csX2" fmla="*/ 27438 w 27438"/>
                <a:gd name="csY2" fmla="*/ 821738 h 821738"/>
                <a:gd name="csX3" fmla="*/ 27438 w 27438"/>
                <a:gd name="csY3" fmla="*/ 0 h 821738"/>
                <a:gd name="csX4" fmla="*/ 0 w 27438"/>
                <a:gd name="csY4" fmla="*/ 0 h 821738"/>
                <a:gd name="csX5" fmla="*/ 0 w 27438"/>
                <a:gd name="csY5" fmla="*/ 0 h 821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821738">
                  <a:moveTo>
                    <a:pt x="0" y="0"/>
                  </a:moveTo>
                  <a:lnTo>
                    <a:pt x="0" y="821738"/>
                  </a:lnTo>
                  <a:lnTo>
                    <a:pt x="27438" y="821738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9" name="Freeform 3658">
              <a:extLst>
                <a:ext uri="{FF2B5EF4-FFF2-40B4-BE49-F238E27FC236}">
                  <a16:creationId xmlns:a16="http://schemas.microsoft.com/office/drawing/2014/main" id="{C98942D9-05BD-B215-B28C-83DDEA1A832F}"/>
                </a:ext>
              </a:extLst>
            </p:cNvPr>
            <p:cNvSpPr/>
            <p:nvPr/>
          </p:nvSpPr>
          <p:spPr>
            <a:xfrm>
              <a:off x="5920669" y="4113120"/>
              <a:ext cx="27438" cy="821738"/>
            </a:xfrm>
            <a:custGeom>
              <a:avLst/>
              <a:gdLst>
                <a:gd name="csX0" fmla="*/ 0 w 27438"/>
                <a:gd name="csY0" fmla="*/ 0 h 821738"/>
                <a:gd name="csX1" fmla="*/ 0 w 27438"/>
                <a:gd name="csY1" fmla="*/ 821738 h 821738"/>
                <a:gd name="csX2" fmla="*/ 27438 w 27438"/>
                <a:gd name="csY2" fmla="*/ 821738 h 821738"/>
                <a:gd name="csX3" fmla="*/ 27438 w 27438"/>
                <a:gd name="csY3" fmla="*/ 0 h 821738"/>
                <a:gd name="csX4" fmla="*/ 0 w 27438"/>
                <a:gd name="csY4" fmla="*/ 0 h 821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821738">
                  <a:moveTo>
                    <a:pt x="0" y="0"/>
                  </a:moveTo>
                  <a:lnTo>
                    <a:pt x="0" y="821738"/>
                  </a:lnTo>
                  <a:lnTo>
                    <a:pt x="27438" y="821738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0" name="Freeform 3659">
              <a:extLst>
                <a:ext uri="{FF2B5EF4-FFF2-40B4-BE49-F238E27FC236}">
                  <a16:creationId xmlns:a16="http://schemas.microsoft.com/office/drawing/2014/main" id="{D4CED39D-8759-6222-B330-DB287DEABF9E}"/>
                </a:ext>
              </a:extLst>
            </p:cNvPr>
            <p:cNvSpPr/>
            <p:nvPr/>
          </p:nvSpPr>
          <p:spPr>
            <a:xfrm>
              <a:off x="5948107" y="4127255"/>
              <a:ext cx="27430" cy="807603"/>
            </a:xfrm>
            <a:custGeom>
              <a:avLst/>
              <a:gdLst>
                <a:gd name="csX0" fmla="*/ 0 w 27430"/>
                <a:gd name="csY0" fmla="*/ 0 h 807603"/>
                <a:gd name="csX1" fmla="*/ 0 w 27430"/>
                <a:gd name="csY1" fmla="*/ 807604 h 807603"/>
                <a:gd name="csX2" fmla="*/ 27430 w 27430"/>
                <a:gd name="csY2" fmla="*/ 807604 h 807603"/>
                <a:gd name="csX3" fmla="*/ 27430 w 27430"/>
                <a:gd name="csY3" fmla="*/ 0 h 807603"/>
                <a:gd name="csX4" fmla="*/ 0 w 27430"/>
                <a:gd name="csY4" fmla="*/ 0 h 807603"/>
                <a:gd name="csX5" fmla="*/ 0 w 27430"/>
                <a:gd name="csY5" fmla="*/ 0 h 80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07603">
                  <a:moveTo>
                    <a:pt x="0" y="0"/>
                  </a:moveTo>
                  <a:lnTo>
                    <a:pt x="0" y="807604"/>
                  </a:lnTo>
                  <a:lnTo>
                    <a:pt x="27430" y="80760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1" name="Freeform 3660">
              <a:extLst>
                <a:ext uri="{FF2B5EF4-FFF2-40B4-BE49-F238E27FC236}">
                  <a16:creationId xmlns:a16="http://schemas.microsoft.com/office/drawing/2014/main" id="{DB7B9DDF-34FA-1EC5-1C57-1D4BA210A90B}"/>
                </a:ext>
              </a:extLst>
            </p:cNvPr>
            <p:cNvSpPr/>
            <p:nvPr/>
          </p:nvSpPr>
          <p:spPr>
            <a:xfrm>
              <a:off x="5948107" y="4127255"/>
              <a:ext cx="27430" cy="807603"/>
            </a:xfrm>
            <a:custGeom>
              <a:avLst/>
              <a:gdLst>
                <a:gd name="csX0" fmla="*/ 0 w 27430"/>
                <a:gd name="csY0" fmla="*/ 0 h 807603"/>
                <a:gd name="csX1" fmla="*/ 0 w 27430"/>
                <a:gd name="csY1" fmla="*/ 807604 h 807603"/>
                <a:gd name="csX2" fmla="*/ 27430 w 27430"/>
                <a:gd name="csY2" fmla="*/ 807604 h 807603"/>
                <a:gd name="csX3" fmla="*/ 27430 w 27430"/>
                <a:gd name="csY3" fmla="*/ 0 h 807603"/>
                <a:gd name="csX4" fmla="*/ 0 w 27430"/>
                <a:gd name="csY4" fmla="*/ 0 h 807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07603">
                  <a:moveTo>
                    <a:pt x="0" y="0"/>
                  </a:moveTo>
                  <a:lnTo>
                    <a:pt x="0" y="807604"/>
                  </a:lnTo>
                  <a:lnTo>
                    <a:pt x="27430" y="80760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2" name="Freeform 3661">
              <a:extLst>
                <a:ext uri="{FF2B5EF4-FFF2-40B4-BE49-F238E27FC236}">
                  <a16:creationId xmlns:a16="http://schemas.microsoft.com/office/drawing/2014/main" id="{B0235B92-2DD5-6E6D-5CF6-3AA8817FCA98}"/>
                </a:ext>
              </a:extLst>
            </p:cNvPr>
            <p:cNvSpPr/>
            <p:nvPr/>
          </p:nvSpPr>
          <p:spPr>
            <a:xfrm>
              <a:off x="5975538" y="4143405"/>
              <a:ext cx="27430" cy="791453"/>
            </a:xfrm>
            <a:custGeom>
              <a:avLst/>
              <a:gdLst>
                <a:gd name="csX0" fmla="*/ 0 w 27430"/>
                <a:gd name="csY0" fmla="*/ 0 h 791453"/>
                <a:gd name="csX1" fmla="*/ 0 w 27430"/>
                <a:gd name="csY1" fmla="*/ 791454 h 791453"/>
                <a:gd name="csX2" fmla="*/ 27430 w 27430"/>
                <a:gd name="csY2" fmla="*/ 791454 h 791453"/>
                <a:gd name="csX3" fmla="*/ 27430 w 27430"/>
                <a:gd name="csY3" fmla="*/ 0 h 791453"/>
                <a:gd name="csX4" fmla="*/ 0 w 27430"/>
                <a:gd name="csY4" fmla="*/ 0 h 791453"/>
                <a:gd name="csX5" fmla="*/ 0 w 27430"/>
                <a:gd name="csY5" fmla="*/ 0 h 791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91453">
                  <a:moveTo>
                    <a:pt x="0" y="0"/>
                  </a:moveTo>
                  <a:lnTo>
                    <a:pt x="0" y="791454"/>
                  </a:lnTo>
                  <a:lnTo>
                    <a:pt x="27430" y="79145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3" name="Freeform 3662">
              <a:extLst>
                <a:ext uri="{FF2B5EF4-FFF2-40B4-BE49-F238E27FC236}">
                  <a16:creationId xmlns:a16="http://schemas.microsoft.com/office/drawing/2014/main" id="{7205EC17-4EE7-4DED-E316-7C7BCBB692A6}"/>
                </a:ext>
              </a:extLst>
            </p:cNvPr>
            <p:cNvSpPr/>
            <p:nvPr/>
          </p:nvSpPr>
          <p:spPr>
            <a:xfrm>
              <a:off x="5975538" y="4143405"/>
              <a:ext cx="27430" cy="791453"/>
            </a:xfrm>
            <a:custGeom>
              <a:avLst/>
              <a:gdLst>
                <a:gd name="csX0" fmla="*/ 0 w 27430"/>
                <a:gd name="csY0" fmla="*/ 0 h 791453"/>
                <a:gd name="csX1" fmla="*/ 0 w 27430"/>
                <a:gd name="csY1" fmla="*/ 791454 h 791453"/>
                <a:gd name="csX2" fmla="*/ 27430 w 27430"/>
                <a:gd name="csY2" fmla="*/ 791454 h 791453"/>
                <a:gd name="csX3" fmla="*/ 27430 w 27430"/>
                <a:gd name="csY3" fmla="*/ 0 h 791453"/>
                <a:gd name="csX4" fmla="*/ 0 w 27430"/>
                <a:gd name="csY4" fmla="*/ 0 h 791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91453">
                  <a:moveTo>
                    <a:pt x="0" y="0"/>
                  </a:moveTo>
                  <a:lnTo>
                    <a:pt x="0" y="791454"/>
                  </a:lnTo>
                  <a:lnTo>
                    <a:pt x="27430" y="79145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4" name="Freeform 3663">
              <a:extLst>
                <a:ext uri="{FF2B5EF4-FFF2-40B4-BE49-F238E27FC236}">
                  <a16:creationId xmlns:a16="http://schemas.microsoft.com/office/drawing/2014/main" id="{BE6B669C-53E1-4A4B-5D6E-546C2F50EABF}"/>
                </a:ext>
              </a:extLst>
            </p:cNvPr>
            <p:cNvSpPr/>
            <p:nvPr/>
          </p:nvSpPr>
          <p:spPr>
            <a:xfrm>
              <a:off x="6002968" y="4172955"/>
              <a:ext cx="27430" cy="761903"/>
            </a:xfrm>
            <a:custGeom>
              <a:avLst/>
              <a:gdLst>
                <a:gd name="csX0" fmla="*/ 0 w 27430"/>
                <a:gd name="csY0" fmla="*/ 0 h 761903"/>
                <a:gd name="csX1" fmla="*/ 0 w 27430"/>
                <a:gd name="csY1" fmla="*/ 761904 h 761903"/>
                <a:gd name="csX2" fmla="*/ 27430 w 27430"/>
                <a:gd name="csY2" fmla="*/ 761904 h 761903"/>
                <a:gd name="csX3" fmla="*/ 27430 w 27430"/>
                <a:gd name="csY3" fmla="*/ 0 h 761903"/>
                <a:gd name="csX4" fmla="*/ 0 w 27430"/>
                <a:gd name="csY4" fmla="*/ 0 h 761903"/>
                <a:gd name="csX5" fmla="*/ 0 w 27430"/>
                <a:gd name="csY5" fmla="*/ 0 h 761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61903">
                  <a:moveTo>
                    <a:pt x="0" y="0"/>
                  </a:moveTo>
                  <a:lnTo>
                    <a:pt x="0" y="761904"/>
                  </a:lnTo>
                  <a:lnTo>
                    <a:pt x="27430" y="76190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5" name="Freeform 3664">
              <a:extLst>
                <a:ext uri="{FF2B5EF4-FFF2-40B4-BE49-F238E27FC236}">
                  <a16:creationId xmlns:a16="http://schemas.microsoft.com/office/drawing/2014/main" id="{4FAD420A-30A3-93C1-ED61-9D1F2D878B0F}"/>
                </a:ext>
              </a:extLst>
            </p:cNvPr>
            <p:cNvSpPr/>
            <p:nvPr/>
          </p:nvSpPr>
          <p:spPr>
            <a:xfrm>
              <a:off x="6002968" y="4172955"/>
              <a:ext cx="27430" cy="761903"/>
            </a:xfrm>
            <a:custGeom>
              <a:avLst/>
              <a:gdLst>
                <a:gd name="csX0" fmla="*/ 0 w 27430"/>
                <a:gd name="csY0" fmla="*/ 0 h 761903"/>
                <a:gd name="csX1" fmla="*/ 0 w 27430"/>
                <a:gd name="csY1" fmla="*/ 761904 h 761903"/>
                <a:gd name="csX2" fmla="*/ 27430 w 27430"/>
                <a:gd name="csY2" fmla="*/ 761904 h 761903"/>
                <a:gd name="csX3" fmla="*/ 27430 w 27430"/>
                <a:gd name="csY3" fmla="*/ 0 h 761903"/>
                <a:gd name="csX4" fmla="*/ 0 w 27430"/>
                <a:gd name="csY4" fmla="*/ 0 h 761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61903">
                  <a:moveTo>
                    <a:pt x="0" y="0"/>
                  </a:moveTo>
                  <a:lnTo>
                    <a:pt x="0" y="761904"/>
                  </a:lnTo>
                  <a:lnTo>
                    <a:pt x="27430" y="76190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6" name="Freeform 3665">
              <a:extLst>
                <a:ext uri="{FF2B5EF4-FFF2-40B4-BE49-F238E27FC236}">
                  <a16:creationId xmlns:a16="http://schemas.microsoft.com/office/drawing/2014/main" id="{626ED298-9166-A96A-6079-3738B6F6C805}"/>
                </a:ext>
              </a:extLst>
            </p:cNvPr>
            <p:cNvSpPr/>
            <p:nvPr/>
          </p:nvSpPr>
          <p:spPr>
            <a:xfrm>
              <a:off x="6030398" y="4214244"/>
              <a:ext cx="27438" cy="720614"/>
            </a:xfrm>
            <a:custGeom>
              <a:avLst/>
              <a:gdLst>
                <a:gd name="csX0" fmla="*/ 0 w 27438"/>
                <a:gd name="csY0" fmla="*/ 0 h 720614"/>
                <a:gd name="csX1" fmla="*/ 0 w 27438"/>
                <a:gd name="csY1" fmla="*/ 720615 h 720614"/>
                <a:gd name="csX2" fmla="*/ 27438 w 27438"/>
                <a:gd name="csY2" fmla="*/ 720615 h 720614"/>
                <a:gd name="csX3" fmla="*/ 27438 w 27438"/>
                <a:gd name="csY3" fmla="*/ 0 h 720614"/>
                <a:gd name="csX4" fmla="*/ 0 w 27438"/>
                <a:gd name="csY4" fmla="*/ 0 h 720614"/>
                <a:gd name="csX5" fmla="*/ 0 w 27438"/>
                <a:gd name="csY5" fmla="*/ 0 h 720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720614">
                  <a:moveTo>
                    <a:pt x="0" y="0"/>
                  </a:moveTo>
                  <a:lnTo>
                    <a:pt x="0" y="720615"/>
                  </a:lnTo>
                  <a:lnTo>
                    <a:pt x="27438" y="720615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7" name="Freeform 3666">
              <a:extLst>
                <a:ext uri="{FF2B5EF4-FFF2-40B4-BE49-F238E27FC236}">
                  <a16:creationId xmlns:a16="http://schemas.microsoft.com/office/drawing/2014/main" id="{4672D9F7-4D97-6E5A-7D14-3E4400455874}"/>
                </a:ext>
              </a:extLst>
            </p:cNvPr>
            <p:cNvSpPr/>
            <p:nvPr/>
          </p:nvSpPr>
          <p:spPr>
            <a:xfrm>
              <a:off x="6030398" y="4214244"/>
              <a:ext cx="27438" cy="720614"/>
            </a:xfrm>
            <a:custGeom>
              <a:avLst/>
              <a:gdLst>
                <a:gd name="csX0" fmla="*/ 0 w 27438"/>
                <a:gd name="csY0" fmla="*/ 0 h 720614"/>
                <a:gd name="csX1" fmla="*/ 0 w 27438"/>
                <a:gd name="csY1" fmla="*/ 720615 h 720614"/>
                <a:gd name="csX2" fmla="*/ 27438 w 27438"/>
                <a:gd name="csY2" fmla="*/ 720615 h 720614"/>
                <a:gd name="csX3" fmla="*/ 27438 w 27438"/>
                <a:gd name="csY3" fmla="*/ 0 h 720614"/>
                <a:gd name="csX4" fmla="*/ 0 w 27438"/>
                <a:gd name="csY4" fmla="*/ 0 h 720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720614">
                  <a:moveTo>
                    <a:pt x="0" y="0"/>
                  </a:moveTo>
                  <a:lnTo>
                    <a:pt x="0" y="720615"/>
                  </a:lnTo>
                  <a:lnTo>
                    <a:pt x="27438" y="720615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8" name="Freeform 3667">
              <a:extLst>
                <a:ext uri="{FF2B5EF4-FFF2-40B4-BE49-F238E27FC236}">
                  <a16:creationId xmlns:a16="http://schemas.microsoft.com/office/drawing/2014/main" id="{0B344D0E-0F48-0DB1-79F0-F3D5C2B7EC82}"/>
                </a:ext>
              </a:extLst>
            </p:cNvPr>
            <p:cNvSpPr/>
            <p:nvPr/>
          </p:nvSpPr>
          <p:spPr>
            <a:xfrm>
              <a:off x="6057837" y="4252278"/>
              <a:ext cx="27430" cy="682580"/>
            </a:xfrm>
            <a:custGeom>
              <a:avLst/>
              <a:gdLst>
                <a:gd name="csX0" fmla="*/ 0 w 27430"/>
                <a:gd name="csY0" fmla="*/ 0 h 682580"/>
                <a:gd name="csX1" fmla="*/ 0 w 27430"/>
                <a:gd name="csY1" fmla="*/ 682580 h 682580"/>
                <a:gd name="csX2" fmla="*/ 27430 w 27430"/>
                <a:gd name="csY2" fmla="*/ 682580 h 682580"/>
                <a:gd name="csX3" fmla="*/ 27430 w 27430"/>
                <a:gd name="csY3" fmla="*/ 0 h 682580"/>
                <a:gd name="csX4" fmla="*/ 0 w 27430"/>
                <a:gd name="csY4" fmla="*/ 0 h 682580"/>
                <a:gd name="csX5" fmla="*/ 0 w 27430"/>
                <a:gd name="csY5" fmla="*/ 0 h 68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82580">
                  <a:moveTo>
                    <a:pt x="0" y="0"/>
                  </a:moveTo>
                  <a:lnTo>
                    <a:pt x="0" y="682580"/>
                  </a:lnTo>
                  <a:lnTo>
                    <a:pt x="27430" y="68258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9" name="Freeform 3668">
              <a:extLst>
                <a:ext uri="{FF2B5EF4-FFF2-40B4-BE49-F238E27FC236}">
                  <a16:creationId xmlns:a16="http://schemas.microsoft.com/office/drawing/2014/main" id="{66C0C1E7-A2D0-C23D-FD78-6395CFF4815C}"/>
                </a:ext>
              </a:extLst>
            </p:cNvPr>
            <p:cNvSpPr/>
            <p:nvPr/>
          </p:nvSpPr>
          <p:spPr>
            <a:xfrm>
              <a:off x="6057837" y="4252278"/>
              <a:ext cx="27430" cy="682580"/>
            </a:xfrm>
            <a:custGeom>
              <a:avLst/>
              <a:gdLst>
                <a:gd name="csX0" fmla="*/ 0 w 27430"/>
                <a:gd name="csY0" fmla="*/ 0 h 682580"/>
                <a:gd name="csX1" fmla="*/ 0 w 27430"/>
                <a:gd name="csY1" fmla="*/ 682580 h 682580"/>
                <a:gd name="csX2" fmla="*/ 27430 w 27430"/>
                <a:gd name="csY2" fmla="*/ 682580 h 682580"/>
                <a:gd name="csX3" fmla="*/ 27430 w 27430"/>
                <a:gd name="csY3" fmla="*/ 0 h 682580"/>
                <a:gd name="csX4" fmla="*/ 0 w 27430"/>
                <a:gd name="csY4" fmla="*/ 0 h 6825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82580">
                  <a:moveTo>
                    <a:pt x="0" y="0"/>
                  </a:moveTo>
                  <a:lnTo>
                    <a:pt x="0" y="682580"/>
                  </a:lnTo>
                  <a:lnTo>
                    <a:pt x="27430" y="68258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0" name="Freeform 3669">
              <a:extLst>
                <a:ext uri="{FF2B5EF4-FFF2-40B4-BE49-F238E27FC236}">
                  <a16:creationId xmlns:a16="http://schemas.microsoft.com/office/drawing/2014/main" id="{179E89E8-132A-28F6-8D8A-FDDBBF74DDFA}"/>
                </a:ext>
              </a:extLst>
            </p:cNvPr>
            <p:cNvSpPr/>
            <p:nvPr/>
          </p:nvSpPr>
          <p:spPr>
            <a:xfrm>
              <a:off x="6085267" y="4300624"/>
              <a:ext cx="27430" cy="634234"/>
            </a:xfrm>
            <a:custGeom>
              <a:avLst/>
              <a:gdLst>
                <a:gd name="csX0" fmla="*/ 0 w 27430"/>
                <a:gd name="csY0" fmla="*/ 0 h 634234"/>
                <a:gd name="csX1" fmla="*/ 0 w 27430"/>
                <a:gd name="csY1" fmla="*/ 634234 h 634234"/>
                <a:gd name="csX2" fmla="*/ 27430 w 27430"/>
                <a:gd name="csY2" fmla="*/ 634234 h 634234"/>
                <a:gd name="csX3" fmla="*/ 27430 w 27430"/>
                <a:gd name="csY3" fmla="*/ 0 h 634234"/>
                <a:gd name="csX4" fmla="*/ 0 w 27430"/>
                <a:gd name="csY4" fmla="*/ 0 h 634234"/>
                <a:gd name="csX5" fmla="*/ 0 w 27430"/>
                <a:gd name="csY5" fmla="*/ 0 h 634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34234">
                  <a:moveTo>
                    <a:pt x="0" y="0"/>
                  </a:moveTo>
                  <a:lnTo>
                    <a:pt x="0" y="634234"/>
                  </a:lnTo>
                  <a:lnTo>
                    <a:pt x="27430" y="63423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1" name="Freeform 3670">
              <a:extLst>
                <a:ext uri="{FF2B5EF4-FFF2-40B4-BE49-F238E27FC236}">
                  <a16:creationId xmlns:a16="http://schemas.microsoft.com/office/drawing/2014/main" id="{0BE7D080-862E-1069-5F39-7C8BB00AD119}"/>
                </a:ext>
              </a:extLst>
            </p:cNvPr>
            <p:cNvSpPr/>
            <p:nvPr/>
          </p:nvSpPr>
          <p:spPr>
            <a:xfrm>
              <a:off x="6085267" y="4300624"/>
              <a:ext cx="27430" cy="634234"/>
            </a:xfrm>
            <a:custGeom>
              <a:avLst/>
              <a:gdLst>
                <a:gd name="csX0" fmla="*/ 0 w 27430"/>
                <a:gd name="csY0" fmla="*/ 0 h 634234"/>
                <a:gd name="csX1" fmla="*/ 0 w 27430"/>
                <a:gd name="csY1" fmla="*/ 634234 h 634234"/>
                <a:gd name="csX2" fmla="*/ 27430 w 27430"/>
                <a:gd name="csY2" fmla="*/ 634234 h 634234"/>
                <a:gd name="csX3" fmla="*/ 27430 w 27430"/>
                <a:gd name="csY3" fmla="*/ 0 h 634234"/>
                <a:gd name="csX4" fmla="*/ 0 w 27430"/>
                <a:gd name="csY4" fmla="*/ 0 h 634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34234">
                  <a:moveTo>
                    <a:pt x="0" y="0"/>
                  </a:moveTo>
                  <a:lnTo>
                    <a:pt x="0" y="634234"/>
                  </a:lnTo>
                  <a:lnTo>
                    <a:pt x="27430" y="63423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2" name="Freeform 3671">
              <a:extLst>
                <a:ext uri="{FF2B5EF4-FFF2-40B4-BE49-F238E27FC236}">
                  <a16:creationId xmlns:a16="http://schemas.microsoft.com/office/drawing/2014/main" id="{DB70AE70-FB45-7324-DD76-B3B1B7523109}"/>
                </a:ext>
              </a:extLst>
            </p:cNvPr>
            <p:cNvSpPr/>
            <p:nvPr/>
          </p:nvSpPr>
          <p:spPr>
            <a:xfrm>
              <a:off x="6112698" y="4351469"/>
              <a:ext cx="27430" cy="583388"/>
            </a:xfrm>
            <a:custGeom>
              <a:avLst/>
              <a:gdLst>
                <a:gd name="csX0" fmla="*/ 0 w 27430"/>
                <a:gd name="csY0" fmla="*/ 0 h 583388"/>
                <a:gd name="csX1" fmla="*/ 0 w 27430"/>
                <a:gd name="csY1" fmla="*/ 583389 h 583388"/>
                <a:gd name="csX2" fmla="*/ 27430 w 27430"/>
                <a:gd name="csY2" fmla="*/ 583389 h 583388"/>
                <a:gd name="csX3" fmla="*/ 27430 w 27430"/>
                <a:gd name="csY3" fmla="*/ 0 h 583388"/>
                <a:gd name="csX4" fmla="*/ 0 w 27430"/>
                <a:gd name="csY4" fmla="*/ 0 h 583388"/>
                <a:gd name="csX5" fmla="*/ 0 w 27430"/>
                <a:gd name="csY5" fmla="*/ 0 h 583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583388">
                  <a:moveTo>
                    <a:pt x="0" y="0"/>
                  </a:moveTo>
                  <a:lnTo>
                    <a:pt x="0" y="583389"/>
                  </a:lnTo>
                  <a:lnTo>
                    <a:pt x="27430" y="58338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3" name="Freeform 3672">
              <a:extLst>
                <a:ext uri="{FF2B5EF4-FFF2-40B4-BE49-F238E27FC236}">
                  <a16:creationId xmlns:a16="http://schemas.microsoft.com/office/drawing/2014/main" id="{62FA7DF8-5076-B427-45A5-B2D4AB6606CA}"/>
                </a:ext>
              </a:extLst>
            </p:cNvPr>
            <p:cNvSpPr/>
            <p:nvPr/>
          </p:nvSpPr>
          <p:spPr>
            <a:xfrm>
              <a:off x="6112698" y="4351469"/>
              <a:ext cx="27430" cy="583388"/>
            </a:xfrm>
            <a:custGeom>
              <a:avLst/>
              <a:gdLst>
                <a:gd name="csX0" fmla="*/ 0 w 27430"/>
                <a:gd name="csY0" fmla="*/ 0 h 583388"/>
                <a:gd name="csX1" fmla="*/ 0 w 27430"/>
                <a:gd name="csY1" fmla="*/ 583389 h 583388"/>
                <a:gd name="csX2" fmla="*/ 27430 w 27430"/>
                <a:gd name="csY2" fmla="*/ 583389 h 583388"/>
                <a:gd name="csX3" fmla="*/ 27430 w 27430"/>
                <a:gd name="csY3" fmla="*/ 0 h 583388"/>
                <a:gd name="csX4" fmla="*/ 0 w 27430"/>
                <a:gd name="csY4" fmla="*/ 0 h 5833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583388">
                  <a:moveTo>
                    <a:pt x="0" y="0"/>
                  </a:moveTo>
                  <a:lnTo>
                    <a:pt x="0" y="583389"/>
                  </a:lnTo>
                  <a:lnTo>
                    <a:pt x="27430" y="58338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4" name="Freeform 3673">
              <a:extLst>
                <a:ext uri="{FF2B5EF4-FFF2-40B4-BE49-F238E27FC236}">
                  <a16:creationId xmlns:a16="http://schemas.microsoft.com/office/drawing/2014/main" id="{786ECD34-679D-ED86-8E31-4E44D29A797F}"/>
                </a:ext>
              </a:extLst>
            </p:cNvPr>
            <p:cNvSpPr/>
            <p:nvPr/>
          </p:nvSpPr>
          <p:spPr>
            <a:xfrm>
              <a:off x="6140128" y="4402966"/>
              <a:ext cx="27438" cy="531892"/>
            </a:xfrm>
            <a:custGeom>
              <a:avLst/>
              <a:gdLst>
                <a:gd name="csX0" fmla="*/ 0 w 27438"/>
                <a:gd name="csY0" fmla="*/ 0 h 531892"/>
                <a:gd name="csX1" fmla="*/ 0 w 27438"/>
                <a:gd name="csY1" fmla="*/ 531892 h 531892"/>
                <a:gd name="csX2" fmla="*/ 27438 w 27438"/>
                <a:gd name="csY2" fmla="*/ 531892 h 531892"/>
                <a:gd name="csX3" fmla="*/ 27438 w 27438"/>
                <a:gd name="csY3" fmla="*/ 0 h 531892"/>
                <a:gd name="csX4" fmla="*/ 0 w 27438"/>
                <a:gd name="csY4" fmla="*/ 0 h 531892"/>
                <a:gd name="csX5" fmla="*/ 0 w 27438"/>
                <a:gd name="csY5" fmla="*/ 0 h 53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531892">
                  <a:moveTo>
                    <a:pt x="0" y="0"/>
                  </a:moveTo>
                  <a:lnTo>
                    <a:pt x="0" y="531892"/>
                  </a:lnTo>
                  <a:lnTo>
                    <a:pt x="27438" y="531892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5" name="Freeform 3674">
              <a:extLst>
                <a:ext uri="{FF2B5EF4-FFF2-40B4-BE49-F238E27FC236}">
                  <a16:creationId xmlns:a16="http://schemas.microsoft.com/office/drawing/2014/main" id="{F4B7879C-2C85-0507-4FBE-FA6B172321AD}"/>
                </a:ext>
              </a:extLst>
            </p:cNvPr>
            <p:cNvSpPr/>
            <p:nvPr/>
          </p:nvSpPr>
          <p:spPr>
            <a:xfrm>
              <a:off x="6140128" y="4402966"/>
              <a:ext cx="27438" cy="531892"/>
            </a:xfrm>
            <a:custGeom>
              <a:avLst/>
              <a:gdLst>
                <a:gd name="csX0" fmla="*/ 0 w 27438"/>
                <a:gd name="csY0" fmla="*/ 0 h 531892"/>
                <a:gd name="csX1" fmla="*/ 0 w 27438"/>
                <a:gd name="csY1" fmla="*/ 531892 h 531892"/>
                <a:gd name="csX2" fmla="*/ 27438 w 27438"/>
                <a:gd name="csY2" fmla="*/ 531892 h 531892"/>
                <a:gd name="csX3" fmla="*/ 27438 w 27438"/>
                <a:gd name="csY3" fmla="*/ 0 h 531892"/>
                <a:gd name="csX4" fmla="*/ 0 w 27438"/>
                <a:gd name="csY4" fmla="*/ 0 h 53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531892">
                  <a:moveTo>
                    <a:pt x="0" y="0"/>
                  </a:moveTo>
                  <a:lnTo>
                    <a:pt x="0" y="531892"/>
                  </a:lnTo>
                  <a:lnTo>
                    <a:pt x="27438" y="531892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6" name="Freeform 3675">
              <a:extLst>
                <a:ext uri="{FF2B5EF4-FFF2-40B4-BE49-F238E27FC236}">
                  <a16:creationId xmlns:a16="http://schemas.microsoft.com/office/drawing/2014/main" id="{255BC93C-63C9-7B89-7035-57B5CBB15F6C}"/>
                </a:ext>
              </a:extLst>
            </p:cNvPr>
            <p:cNvSpPr/>
            <p:nvPr/>
          </p:nvSpPr>
          <p:spPr>
            <a:xfrm>
              <a:off x="6167566" y="4451649"/>
              <a:ext cx="27430" cy="483209"/>
            </a:xfrm>
            <a:custGeom>
              <a:avLst/>
              <a:gdLst>
                <a:gd name="csX0" fmla="*/ 0 w 27430"/>
                <a:gd name="csY0" fmla="*/ 0 h 483209"/>
                <a:gd name="csX1" fmla="*/ 0 w 27430"/>
                <a:gd name="csY1" fmla="*/ 483210 h 483209"/>
                <a:gd name="csX2" fmla="*/ 27430 w 27430"/>
                <a:gd name="csY2" fmla="*/ 483210 h 483209"/>
                <a:gd name="csX3" fmla="*/ 27430 w 27430"/>
                <a:gd name="csY3" fmla="*/ 0 h 483209"/>
                <a:gd name="csX4" fmla="*/ 0 w 27430"/>
                <a:gd name="csY4" fmla="*/ 0 h 483209"/>
                <a:gd name="csX5" fmla="*/ 0 w 27430"/>
                <a:gd name="csY5" fmla="*/ 0 h 483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83209">
                  <a:moveTo>
                    <a:pt x="0" y="0"/>
                  </a:moveTo>
                  <a:lnTo>
                    <a:pt x="0" y="483210"/>
                  </a:lnTo>
                  <a:lnTo>
                    <a:pt x="27430" y="48321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7" name="Freeform 3676">
              <a:extLst>
                <a:ext uri="{FF2B5EF4-FFF2-40B4-BE49-F238E27FC236}">
                  <a16:creationId xmlns:a16="http://schemas.microsoft.com/office/drawing/2014/main" id="{D9661CE0-05A5-E578-6797-0C42F7F7CDDB}"/>
                </a:ext>
              </a:extLst>
            </p:cNvPr>
            <p:cNvSpPr/>
            <p:nvPr/>
          </p:nvSpPr>
          <p:spPr>
            <a:xfrm>
              <a:off x="6167566" y="4451649"/>
              <a:ext cx="27430" cy="483209"/>
            </a:xfrm>
            <a:custGeom>
              <a:avLst/>
              <a:gdLst>
                <a:gd name="csX0" fmla="*/ 0 w 27430"/>
                <a:gd name="csY0" fmla="*/ 0 h 483209"/>
                <a:gd name="csX1" fmla="*/ 0 w 27430"/>
                <a:gd name="csY1" fmla="*/ 483210 h 483209"/>
                <a:gd name="csX2" fmla="*/ 27430 w 27430"/>
                <a:gd name="csY2" fmla="*/ 483210 h 483209"/>
                <a:gd name="csX3" fmla="*/ 27430 w 27430"/>
                <a:gd name="csY3" fmla="*/ 0 h 483209"/>
                <a:gd name="csX4" fmla="*/ 0 w 27430"/>
                <a:gd name="csY4" fmla="*/ 0 h 483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83209">
                  <a:moveTo>
                    <a:pt x="0" y="0"/>
                  </a:moveTo>
                  <a:lnTo>
                    <a:pt x="0" y="483210"/>
                  </a:lnTo>
                  <a:lnTo>
                    <a:pt x="27430" y="48321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8" name="Freeform 3677">
              <a:extLst>
                <a:ext uri="{FF2B5EF4-FFF2-40B4-BE49-F238E27FC236}">
                  <a16:creationId xmlns:a16="http://schemas.microsoft.com/office/drawing/2014/main" id="{77A1B661-E80F-6DEB-DD4B-94D098A4E510}"/>
                </a:ext>
              </a:extLst>
            </p:cNvPr>
            <p:cNvSpPr/>
            <p:nvPr/>
          </p:nvSpPr>
          <p:spPr>
            <a:xfrm>
              <a:off x="6194997" y="4507303"/>
              <a:ext cx="27430" cy="427555"/>
            </a:xfrm>
            <a:custGeom>
              <a:avLst/>
              <a:gdLst>
                <a:gd name="csX0" fmla="*/ 0 w 27430"/>
                <a:gd name="csY0" fmla="*/ 0 h 427555"/>
                <a:gd name="csX1" fmla="*/ 0 w 27430"/>
                <a:gd name="csY1" fmla="*/ 427555 h 427555"/>
                <a:gd name="csX2" fmla="*/ 27430 w 27430"/>
                <a:gd name="csY2" fmla="*/ 427555 h 427555"/>
                <a:gd name="csX3" fmla="*/ 27430 w 27430"/>
                <a:gd name="csY3" fmla="*/ 0 h 427555"/>
                <a:gd name="csX4" fmla="*/ 0 w 27430"/>
                <a:gd name="csY4" fmla="*/ 0 h 427555"/>
                <a:gd name="csX5" fmla="*/ 0 w 27430"/>
                <a:gd name="csY5" fmla="*/ 0 h 427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27555">
                  <a:moveTo>
                    <a:pt x="0" y="0"/>
                  </a:moveTo>
                  <a:lnTo>
                    <a:pt x="0" y="427555"/>
                  </a:lnTo>
                  <a:lnTo>
                    <a:pt x="27430" y="42755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9" name="Freeform 3678">
              <a:extLst>
                <a:ext uri="{FF2B5EF4-FFF2-40B4-BE49-F238E27FC236}">
                  <a16:creationId xmlns:a16="http://schemas.microsoft.com/office/drawing/2014/main" id="{47E08B86-1EE6-7BF3-A6CE-1FD83FF94528}"/>
                </a:ext>
              </a:extLst>
            </p:cNvPr>
            <p:cNvSpPr/>
            <p:nvPr/>
          </p:nvSpPr>
          <p:spPr>
            <a:xfrm>
              <a:off x="6194997" y="4507303"/>
              <a:ext cx="27430" cy="427555"/>
            </a:xfrm>
            <a:custGeom>
              <a:avLst/>
              <a:gdLst>
                <a:gd name="csX0" fmla="*/ 0 w 27430"/>
                <a:gd name="csY0" fmla="*/ 0 h 427555"/>
                <a:gd name="csX1" fmla="*/ 0 w 27430"/>
                <a:gd name="csY1" fmla="*/ 427555 h 427555"/>
                <a:gd name="csX2" fmla="*/ 27430 w 27430"/>
                <a:gd name="csY2" fmla="*/ 427555 h 427555"/>
                <a:gd name="csX3" fmla="*/ 27430 w 27430"/>
                <a:gd name="csY3" fmla="*/ 0 h 427555"/>
                <a:gd name="csX4" fmla="*/ 0 w 27430"/>
                <a:gd name="csY4" fmla="*/ 0 h 427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27555">
                  <a:moveTo>
                    <a:pt x="0" y="0"/>
                  </a:moveTo>
                  <a:lnTo>
                    <a:pt x="0" y="427555"/>
                  </a:lnTo>
                  <a:lnTo>
                    <a:pt x="27430" y="42755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0" name="Freeform 3679">
              <a:extLst>
                <a:ext uri="{FF2B5EF4-FFF2-40B4-BE49-F238E27FC236}">
                  <a16:creationId xmlns:a16="http://schemas.microsoft.com/office/drawing/2014/main" id="{1C018321-F139-3B4A-7C47-1A356F48077E}"/>
                </a:ext>
              </a:extLst>
            </p:cNvPr>
            <p:cNvSpPr/>
            <p:nvPr/>
          </p:nvSpPr>
          <p:spPr>
            <a:xfrm>
              <a:off x="6222427" y="4547753"/>
              <a:ext cx="27430" cy="387105"/>
            </a:xfrm>
            <a:custGeom>
              <a:avLst/>
              <a:gdLst>
                <a:gd name="csX0" fmla="*/ 0 w 27430"/>
                <a:gd name="csY0" fmla="*/ 0 h 387105"/>
                <a:gd name="csX1" fmla="*/ 0 w 27430"/>
                <a:gd name="csY1" fmla="*/ 387106 h 387105"/>
                <a:gd name="csX2" fmla="*/ 27430 w 27430"/>
                <a:gd name="csY2" fmla="*/ 387106 h 387105"/>
                <a:gd name="csX3" fmla="*/ 27430 w 27430"/>
                <a:gd name="csY3" fmla="*/ 0 h 387105"/>
                <a:gd name="csX4" fmla="*/ 0 w 27430"/>
                <a:gd name="csY4" fmla="*/ 0 h 387105"/>
                <a:gd name="csX5" fmla="*/ 0 w 27430"/>
                <a:gd name="csY5" fmla="*/ 0 h 387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387105">
                  <a:moveTo>
                    <a:pt x="0" y="0"/>
                  </a:moveTo>
                  <a:lnTo>
                    <a:pt x="0" y="387106"/>
                  </a:lnTo>
                  <a:lnTo>
                    <a:pt x="27430" y="387106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1" name="Freeform 3680">
              <a:extLst>
                <a:ext uri="{FF2B5EF4-FFF2-40B4-BE49-F238E27FC236}">
                  <a16:creationId xmlns:a16="http://schemas.microsoft.com/office/drawing/2014/main" id="{29E578BE-D887-5AFB-B99E-09C5F051D814}"/>
                </a:ext>
              </a:extLst>
            </p:cNvPr>
            <p:cNvSpPr/>
            <p:nvPr/>
          </p:nvSpPr>
          <p:spPr>
            <a:xfrm>
              <a:off x="6222427" y="4547753"/>
              <a:ext cx="27430" cy="387105"/>
            </a:xfrm>
            <a:custGeom>
              <a:avLst/>
              <a:gdLst>
                <a:gd name="csX0" fmla="*/ 0 w 27430"/>
                <a:gd name="csY0" fmla="*/ 0 h 387105"/>
                <a:gd name="csX1" fmla="*/ 0 w 27430"/>
                <a:gd name="csY1" fmla="*/ 387106 h 387105"/>
                <a:gd name="csX2" fmla="*/ 27430 w 27430"/>
                <a:gd name="csY2" fmla="*/ 387106 h 387105"/>
                <a:gd name="csX3" fmla="*/ 27430 w 27430"/>
                <a:gd name="csY3" fmla="*/ 0 h 387105"/>
                <a:gd name="csX4" fmla="*/ 0 w 27430"/>
                <a:gd name="csY4" fmla="*/ 0 h 387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387105">
                  <a:moveTo>
                    <a:pt x="0" y="0"/>
                  </a:moveTo>
                  <a:lnTo>
                    <a:pt x="0" y="387106"/>
                  </a:lnTo>
                  <a:lnTo>
                    <a:pt x="27430" y="387106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2" name="Freeform 3681">
              <a:extLst>
                <a:ext uri="{FF2B5EF4-FFF2-40B4-BE49-F238E27FC236}">
                  <a16:creationId xmlns:a16="http://schemas.microsoft.com/office/drawing/2014/main" id="{AD77190A-A3A8-9808-529B-18F95BA92310}"/>
                </a:ext>
              </a:extLst>
            </p:cNvPr>
            <p:cNvSpPr/>
            <p:nvPr/>
          </p:nvSpPr>
          <p:spPr>
            <a:xfrm>
              <a:off x="6249858" y="4597821"/>
              <a:ext cx="27438" cy="337037"/>
            </a:xfrm>
            <a:custGeom>
              <a:avLst/>
              <a:gdLst>
                <a:gd name="csX0" fmla="*/ 0 w 27438"/>
                <a:gd name="csY0" fmla="*/ 0 h 337037"/>
                <a:gd name="csX1" fmla="*/ 0 w 27438"/>
                <a:gd name="csY1" fmla="*/ 337037 h 337037"/>
                <a:gd name="csX2" fmla="*/ 27438 w 27438"/>
                <a:gd name="csY2" fmla="*/ 337037 h 337037"/>
                <a:gd name="csX3" fmla="*/ 27438 w 27438"/>
                <a:gd name="csY3" fmla="*/ 0 h 337037"/>
                <a:gd name="csX4" fmla="*/ 0 w 27438"/>
                <a:gd name="csY4" fmla="*/ 0 h 337037"/>
                <a:gd name="csX5" fmla="*/ 0 w 27438"/>
                <a:gd name="csY5" fmla="*/ 0 h 337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337037">
                  <a:moveTo>
                    <a:pt x="0" y="0"/>
                  </a:moveTo>
                  <a:lnTo>
                    <a:pt x="0" y="337037"/>
                  </a:lnTo>
                  <a:lnTo>
                    <a:pt x="27438" y="337037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3" name="Freeform 3682">
              <a:extLst>
                <a:ext uri="{FF2B5EF4-FFF2-40B4-BE49-F238E27FC236}">
                  <a16:creationId xmlns:a16="http://schemas.microsoft.com/office/drawing/2014/main" id="{D88A4EF3-4EC0-8089-DA98-45A49E827FFD}"/>
                </a:ext>
              </a:extLst>
            </p:cNvPr>
            <p:cNvSpPr/>
            <p:nvPr/>
          </p:nvSpPr>
          <p:spPr>
            <a:xfrm>
              <a:off x="6249858" y="4597821"/>
              <a:ext cx="27438" cy="337037"/>
            </a:xfrm>
            <a:custGeom>
              <a:avLst/>
              <a:gdLst>
                <a:gd name="csX0" fmla="*/ 0 w 27438"/>
                <a:gd name="csY0" fmla="*/ 0 h 337037"/>
                <a:gd name="csX1" fmla="*/ 0 w 27438"/>
                <a:gd name="csY1" fmla="*/ 337037 h 337037"/>
                <a:gd name="csX2" fmla="*/ 27438 w 27438"/>
                <a:gd name="csY2" fmla="*/ 337037 h 337037"/>
                <a:gd name="csX3" fmla="*/ 27438 w 27438"/>
                <a:gd name="csY3" fmla="*/ 0 h 337037"/>
                <a:gd name="csX4" fmla="*/ 0 w 27438"/>
                <a:gd name="csY4" fmla="*/ 0 h 337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337037">
                  <a:moveTo>
                    <a:pt x="0" y="0"/>
                  </a:moveTo>
                  <a:lnTo>
                    <a:pt x="0" y="337037"/>
                  </a:lnTo>
                  <a:lnTo>
                    <a:pt x="27438" y="337037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4" name="Freeform 3683">
              <a:extLst>
                <a:ext uri="{FF2B5EF4-FFF2-40B4-BE49-F238E27FC236}">
                  <a16:creationId xmlns:a16="http://schemas.microsoft.com/office/drawing/2014/main" id="{7A23DBB6-85AF-F0C0-3162-160870D6411F}"/>
                </a:ext>
              </a:extLst>
            </p:cNvPr>
            <p:cNvSpPr/>
            <p:nvPr/>
          </p:nvSpPr>
          <p:spPr>
            <a:xfrm>
              <a:off x="6277296" y="4641652"/>
              <a:ext cx="27430" cy="293206"/>
            </a:xfrm>
            <a:custGeom>
              <a:avLst/>
              <a:gdLst>
                <a:gd name="csX0" fmla="*/ 0 w 27430"/>
                <a:gd name="csY0" fmla="*/ 0 h 293206"/>
                <a:gd name="csX1" fmla="*/ 0 w 27430"/>
                <a:gd name="csY1" fmla="*/ 293207 h 293206"/>
                <a:gd name="csX2" fmla="*/ 27430 w 27430"/>
                <a:gd name="csY2" fmla="*/ 293207 h 293206"/>
                <a:gd name="csX3" fmla="*/ 27430 w 27430"/>
                <a:gd name="csY3" fmla="*/ 0 h 293206"/>
                <a:gd name="csX4" fmla="*/ 0 w 27430"/>
                <a:gd name="csY4" fmla="*/ 0 h 293206"/>
                <a:gd name="csX5" fmla="*/ 0 w 27430"/>
                <a:gd name="csY5" fmla="*/ 0 h 29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93206">
                  <a:moveTo>
                    <a:pt x="0" y="0"/>
                  </a:moveTo>
                  <a:lnTo>
                    <a:pt x="0" y="293207"/>
                  </a:lnTo>
                  <a:lnTo>
                    <a:pt x="27430" y="293207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5" name="Freeform 3684">
              <a:extLst>
                <a:ext uri="{FF2B5EF4-FFF2-40B4-BE49-F238E27FC236}">
                  <a16:creationId xmlns:a16="http://schemas.microsoft.com/office/drawing/2014/main" id="{D8268BCF-EBFC-064E-B518-97FDD2CC6429}"/>
                </a:ext>
              </a:extLst>
            </p:cNvPr>
            <p:cNvSpPr/>
            <p:nvPr/>
          </p:nvSpPr>
          <p:spPr>
            <a:xfrm>
              <a:off x="6277296" y="4641652"/>
              <a:ext cx="27430" cy="293206"/>
            </a:xfrm>
            <a:custGeom>
              <a:avLst/>
              <a:gdLst>
                <a:gd name="csX0" fmla="*/ 0 w 27430"/>
                <a:gd name="csY0" fmla="*/ 0 h 293206"/>
                <a:gd name="csX1" fmla="*/ 0 w 27430"/>
                <a:gd name="csY1" fmla="*/ 293207 h 293206"/>
                <a:gd name="csX2" fmla="*/ 27430 w 27430"/>
                <a:gd name="csY2" fmla="*/ 293207 h 293206"/>
                <a:gd name="csX3" fmla="*/ 27430 w 27430"/>
                <a:gd name="csY3" fmla="*/ 0 h 293206"/>
                <a:gd name="csX4" fmla="*/ 0 w 27430"/>
                <a:gd name="csY4" fmla="*/ 0 h 293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93206">
                  <a:moveTo>
                    <a:pt x="0" y="0"/>
                  </a:moveTo>
                  <a:lnTo>
                    <a:pt x="0" y="293207"/>
                  </a:lnTo>
                  <a:lnTo>
                    <a:pt x="27430" y="293207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6" name="Freeform 3685">
              <a:extLst>
                <a:ext uri="{FF2B5EF4-FFF2-40B4-BE49-F238E27FC236}">
                  <a16:creationId xmlns:a16="http://schemas.microsoft.com/office/drawing/2014/main" id="{8E5C7681-478A-95BF-4DEC-F24FD54A380D}"/>
                </a:ext>
              </a:extLst>
            </p:cNvPr>
            <p:cNvSpPr/>
            <p:nvPr/>
          </p:nvSpPr>
          <p:spPr>
            <a:xfrm>
              <a:off x="6304726" y="4687313"/>
              <a:ext cx="27430" cy="247545"/>
            </a:xfrm>
            <a:custGeom>
              <a:avLst/>
              <a:gdLst>
                <a:gd name="csX0" fmla="*/ 0 w 27430"/>
                <a:gd name="csY0" fmla="*/ 0 h 247545"/>
                <a:gd name="csX1" fmla="*/ 0 w 27430"/>
                <a:gd name="csY1" fmla="*/ 247545 h 247545"/>
                <a:gd name="csX2" fmla="*/ 27430 w 27430"/>
                <a:gd name="csY2" fmla="*/ 247545 h 247545"/>
                <a:gd name="csX3" fmla="*/ 27430 w 27430"/>
                <a:gd name="csY3" fmla="*/ 0 h 247545"/>
                <a:gd name="csX4" fmla="*/ 0 w 27430"/>
                <a:gd name="csY4" fmla="*/ 0 h 247545"/>
                <a:gd name="csX5" fmla="*/ 0 w 27430"/>
                <a:gd name="csY5" fmla="*/ 0 h 247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47545">
                  <a:moveTo>
                    <a:pt x="0" y="0"/>
                  </a:moveTo>
                  <a:lnTo>
                    <a:pt x="0" y="247545"/>
                  </a:lnTo>
                  <a:lnTo>
                    <a:pt x="27430" y="24754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7" name="Freeform 3686">
              <a:extLst>
                <a:ext uri="{FF2B5EF4-FFF2-40B4-BE49-F238E27FC236}">
                  <a16:creationId xmlns:a16="http://schemas.microsoft.com/office/drawing/2014/main" id="{B2713A63-D899-34CD-7F62-11CC40B30D6F}"/>
                </a:ext>
              </a:extLst>
            </p:cNvPr>
            <p:cNvSpPr/>
            <p:nvPr/>
          </p:nvSpPr>
          <p:spPr>
            <a:xfrm>
              <a:off x="6304726" y="4687313"/>
              <a:ext cx="27430" cy="247545"/>
            </a:xfrm>
            <a:custGeom>
              <a:avLst/>
              <a:gdLst>
                <a:gd name="csX0" fmla="*/ 0 w 27430"/>
                <a:gd name="csY0" fmla="*/ 0 h 247545"/>
                <a:gd name="csX1" fmla="*/ 0 w 27430"/>
                <a:gd name="csY1" fmla="*/ 247545 h 247545"/>
                <a:gd name="csX2" fmla="*/ 27430 w 27430"/>
                <a:gd name="csY2" fmla="*/ 247545 h 247545"/>
                <a:gd name="csX3" fmla="*/ 27430 w 27430"/>
                <a:gd name="csY3" fmla="*/ 0 h 247545"/>
                <a:gd name="csX4" fmla="*/ 0 w 27430"/>
                <a:gd name="csY4" fmla="*/ 0 h 247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47545">
                  <a:moveTo>
                    <a:pt x="0" y="0"/>
                  </a:moveTo>
                  <a:lnTo>
                    <a:pt x="0" y="247545"/>
                  </a:lnTo>
                  <a:lnTo>
                    <a:pt x="27430" y="24754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8" name="Freeform 3687">
              <a:extLst>
                <a:ext uri="{FF2B5EF4-FFF2-40B4-BE49-F238E27FC236}">
                  <a16:creationId xmlns:a16="http://schemas.microsoft.com/office/drawing/2014/main" id="{65BA21D3-F01A-4809-E8A6-A0DBA72123E9}"/>
                </a:ext>
              </a:extLst>
            </p:cNvPr>
            <p:cNvSpPr/>
            <p:nvPr/>
          </p:nvSpPr>
          <p:spPr>
            <a:xfrm>
              <a:off x="6332157" y="4719590"/>
              <a:ext cx="27430" cy="215268"/>
            </a:xfrm>
            <a:custGeom>
              <a:avLst/>
              <a:gdLst>
                <a:gd name="csX0" fmla="*/ 0 w 27430"/>
                <a:gd name="csY0" fmla="*/ 0 h 215268"/>
                <a:gd name="csX1" fmla="*/ 0 w 27430"/>
                <a:gd name="csY1" fmla="*/ 215269 h 215268"/>
                <a:gd name="csX2" fmla="*/ 27430 w 27430"/>
                <a:gd name="csY2" fmla="*/ 215269 h 215268"/>
                <a:gd name="csX3" fmla="*/ 27430 w 27430"/>
                <a:gd name="csY3" fmla="*/ 0 h 215268"/>
                <a:gd name="csX4" fmla="*/ 0 w 27430"/>
                <a:gd name="csY4" fmla="*/ 0 h 215268"/>
                <a:gd name="csX5" fmla="*/ 0 w 27430"/>
                <a:gd name="csY5" fmla="*/ 0 h 215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15268">
                  <a:moveTo>
                    <a:pt x="0" y="0"/>
                  </a:moveTo>
                  <a:lnTo>
                    <a:pt x="0" y="215269"/>
                  </a:lnTo>
                  <a:lnTo>
                    <a:pt x="27430" y="21526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9" name="Freeform 3688">
              <a:extLst>
                <a:ext uri="{FF2B5EF4-FFF2-40B4-BE49-F238E27FC236}">
                  <a16:creationId xmlns:a16="http://schemas.microsoft.com/office/drawing/2014/main" id="{9DFD7810-4848-F56A-D747-BCE412328E1E}"/>
                </a:ext>
              </a:extLst>
            </p:cNvPr>
            <p:cNvSpPr/>
            <p:nvPr/>
          </p:nvSpPr>
          <p:spPr>
            <a:xfrm>
              <a:off x="6332157" y="4719590"/>
              <a:ext cx="27430" cy="215268"/>
            </a:xfrm>
            <a:custGeom>
              <a:avLst/>
              <a:gdLst>
                <a:gd name="csX0" fmla="*/ 0 w 27430"/>
                <a:gd name="csY0" fmla="*/ 0 h 215268"/>
                <a:gd name="csX1" fmla="*/ 0 w 27430"/>
                <a:gd name="csY1" fmla="*/ 215269 h 215268"/>
                <a:gd name="csX2" fmla="*/ 27430 w 27430"/>
                <a:gd name="csY2" fmla="*/ 215269 h 215268"/>
                <a:gd name="csX3" fmla="*/ 27430 w 27430"/>
                <a:gd name="csY3" fmla="*/ 0 h 215268"/>
                <a:gd name="csX4" fmla="*/ 0 w 27430"/>
                <a:gd name="csY4" fmla="*/ 0 h 215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15268">
                  <a:moveTo>
                    <a:pt x="0" y="0"/>
                  </a:moveTo>
                  <a:lnTo>
                    <a:pt x="0" y="215269"/>
                  </a:lnTo>
                  <a:lnTo>
                    <a:pt x="27430" y="21526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0" name="Freeform 3689">
              <a:extLst>
                <a:ext uri="{FF2B5EF4-FFF2-40B4-BE49-F238E27FC236}">
                  <a16:creationId xmlns:a16="http://schemas.microsoft.com/office/drawing/2014/main" id="{92B520A6-509A-1C9E-41B0-84DCD485A847}"/>
                </a:ext>
              </a:extLst>
            </p:cNvPr>
            <p:cNvSpPr/>
            <p:nvPr/>
          </p:nvSpPr>
          <p:spPr>
            <a:xfrm>
              <a:off x="6359587" y="4753568"/>
              <a:ext cx="27438" cy="181290"/>
            </a:xfrm>
            <a:custGeom>
              <a:avLst/>
              <a:gdLst>
                <a:gd name="csX0" fmla="*/ 0 w 27438"/>
                <a:gd name="csY0" fmla="*/ 0 h 181290"/>
                <a:gd name="csX1" fmla="*/ 0 w 27438"/>
                <a:gd name="csY1" fmla="*/ 181291 h 181290"/>
                <a:gd name="csX2" fmla="*/ 27438 w 27438"/>
                <a:gd name="csY2" fmla="*/ 181291 h 181290"/>
                <a:gd name="csX3" fmla="*/ 27438 w 27438"/>
                <a:gd name="csY3" fmla="*/ 0 h 181290"/>
                <a:gd name="csX4" fmla="*/ 0 w 27438"/>
                <a:gd name="csY4" fmla="*/ 0 h 181290"/>
                <a:gd name="csX5" fmla="*/ 0 w 27438"/>
                <a:gd name="csY5" fmla="*/ 0 h 18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181290">
                  <a:moveTo>
                    <a:pt x="0" y="0"/>
                  </a:moveTo>
                  <a:lnTo>
                    <a:pt x="0" y="181291"/>
                  </a:lnTo>
                  <a:lnTo>
                    <a:pt x="27438" y="181291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1" name="Freeform 3690">
              <a:extLst>
                <a:ext uri="{FF2B5EF4-FFF2-40B4-BE49-F238E27FC236}">
                  <a16:creationId xmlns:a16="http://schemas.microsoft.com/office/drawing/2014/main" id="{44CD2D2A-BAFB-647C-C5F6-EA8BDE36CBAE}"/>
                </a:ext>
              </a:extLst>
            </p:cNvPr>
            <p:cNvSpPr/>
            <p:nvPr/>
          </p:nvSpPr>
          <p:spPr>
            <a:xfrm>
              <a:off x="6359587" y="4753568"/>
              <a:ext cx="27438" cy="181290"/>
            </a:xfrm>
            <a:custGeom>
              <a:avLst/>
              <a:gdLst>
                <a:gd name="csX0" fmla="*/ 0 w 27438"/>
                <a:gd name="csY0" fmla="*/ 0 h 181290"/>
                <a:gd name="csX1" fmla="*/ 0 w 27438"/>
                <a:gd name="csY1" fmla="*/ 181291 h 181290"/>
                <a:gd name="csX2" fmla="*/ 27438 w 27438"/>
                <a:gd name="csY2" fmla="*/ 181291 h 181290"/>
                <a:gd name="csX3" fmla="*/ 27438 w 27438"/>
                <a:gd name="csY3" fmla="*/ 0 h 181290"/>
                <a:gd name="csX4" fmla="*/ 0 w 27438"/>
                <a:gd name="csY4" fmla="*/ 0 h 18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181290">
                  <a:moveTo>
                    <a:pt x="0" y="0"/>
                  </a:moveTo>
                  <a:lnTo>
                    <a:pt x="0" y="181291"/>
                  </a:lnTo>
                  <a:lnTo>
                    <a:pt x="27438" y="181291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2" name="Freeform 3691">
              <a:extLst>
                <a:ext uri="{FF2B5EF4-FFF2-40B4-BE49-F238E27FC236}">
                  <a16:creationId xmlns:a16="http://schemas.microsoft.com/office/drawing/2014/main" id="{17DA555A-31B9-A896-DD37-11A5E3830373}"/>
                </a:ext>
              </a:extLst>
            </p:cNvPr>
            <p:cNvSpPr/>
            <p:nvPr/>
          </p:nvSpPr>
          <p:spPr>
            <a:xfrm>
              <a:off x="6387026" y="4783246"/>
              <a:ext cx="27430" cy="151612"/>
            </a:xfrm>
            <a:custGeom>
              <a:avLst/>
              <a:gdLst>
                <a:gd name="csX0" fmla="*/ 0 w 27430"/>
                <a:gd name="csY0" fmla="*/ 0 h 151612"/>
                <a:gd name="csX1" fmla="*/ 0 w 27430"/>
                <a:gd name="csY1" fmla="*/ 151613 h 151612"/>
                <a:gd name="csX2" fmla="*/ 27430 w 27430"/>
                <a:gd name="csY2" fmla="*/ 151613 h 151612"/>
                <a:gd name="csX3" fmla="*/ 27430 w 27430"/>
                <a:gd name="csY3" fmla="*/ 0 h 151612"/>
                <a:gd name="csX4" fmla="*/ 0 w 27430"/>
                <a:gd name="csY4" fmla="*/ 0 h 151612"/>
                <a:gd name="csX5" fmla="*/ 0 w 27430"/>
                <a:gd name="csY5" fmla="*/ 0 h 1516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51612">
                  <a:moveTo>
                    <a:pt x="0" y="0"/>
                  </a:moveTo>
                  <a:lnTo>
                    <a:pt x="0" y="151613"/>
                  </a:lnTo>
                  <a:lnTo>
                    <a:pt x="27430" y="151613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3" name="Freeform 3692">
              <a:extLst>
                <a:ext uri="{FF2B5EF4-FFF2-40B4-BE49-F238E27FC236}">
                  <a16:creationId xmlns:a16="http://schemas.microsoft.com/office/drawing/2014/main" id="{6D51A5D6-F4A1-72B6-96FB-FB60181B3252}"/>
                </a:ext>
              </a:extLst>
            </p:cNvPr>
            <p:cNvSpPr/>
            <p:nvPr/>
          </p:nvSpPr>
          <p:spPr>
            <a:xfrm>
              <a:off x="6387026" y="4783246"/>
              <a:ext cx="27430" cy="151612"/>
            </a:xfrm>
            <a:custGeom>
              <a:avLst/>
              <a:gdLst>
                <a:gd name="csX0" fmla="*/ 0 w 27430"/>
                <a:gd name="csY0" fmla="*/ 0 h 151612"/>
                <a:gd name="csX1" fmla="*/ 0 w 27430"/>
                <a:gd name="csY1" fmla="*/ 151613 h 151612"/>
                <a:gd name="csX2" fmla="*/ 27430 w 27430"/>
                <a:gd name="csY2" fmla="*/ 151613 h 151612"/>
                <a:gd name="csX3" fmla="*/ 27430 w 27430"/>
                <a:gd name="csY3" fmla="*/ 0 h 151612"/>
                <a:gd name="csX4" fmla="*/ 0 w 27430"/>
                <a:gd name="csY4" fmla="*/ 0 h 1516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51612">
                  <a:moveTo>
                    <a:pt x="0" y="0"/>
                  </a:moveTo>
                  <a:lnTo>
                    <a:pt x="0" y="151613"/>
                  </a:lnTo>
                  <a:lnTo>
                    <a:pt x="27430" y="151613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4" name="Freeform 3693">
              <a:extLst>
                <a:ext uri="{FF2B5EF4-FFF2-40B4-BE49-F238E27FC236}">
                  <a16:creationId xmlns:a16="http://schemas.microsoft.com/office/drawing/2014/main" id="{DB413BEF-8DD0-7AF9-132F-CEA4DD3F836E}"/>
                </a:ext>
              </a:extLst>
            </p:cNvPr>
            <p:cNvSpPr/>
            <p:nvPr/>
          </p:nvSpPr>
          <p:spPr>
            <a:xfrm>
              <a:off x="6414456" y="4809958"/>
              <a:ext cx="27430" cy="124900"/>
            </a:xfrm>
            <a:custGeom>
              <a:avLst/>
              <a:gdLst>
                <a:gd name="csX0" fmla="*/ 0 w 27430"/>
                <a:gd name="csY0" fmla="*/ 0 h 124900"/>
                <a:gd name="csX1" fmla="*/ 0 w 27430"/>
                <a:gd name="csY1" fmla="*/ 124900 h 124900"/>
                <a:gd name="csX2" fmla="*/ 27430 w 27430"/>
                <a:gd name="csY2" fmla="*/ 124900 h 124900"/>
                <a:gd name="csX3" fmla="*/ 27430 w 27430"/>
                <a:gd name="csY3" fmla="*/ 0 h 124900"/>
                <a:gd name="csX4" fmla="*/ 0 w 27430"/>
                <a:gd name="csY4" fmla="*/ 0 h 124900"/>
                <a:gd name="csX5" fmla="*/ 0 w 27430"/>
                <a:gd name="csY5" fmla="*/ 0 h 124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24900">
                  <a:moveTo>
                    <a:pt x="0" y="0"/>
                  </a:moveTo>
                  <a:lnTo>
                    <a:pt x="0" y="124900"/>
                  </a:lnTo>
                  <a:lnTo>
                    <a:pt x="27430" y="12490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5" name="Freeform 3694">
              <a:extLst>
                <a:ext uri="{FF2B5EF4-FFF2-40B4-BE49-F238E27FC236}">
                  <a16:creationId xmlns:a16="http://schemas.microsoft.com/office/drawing/2014/main" id="{94034EFB-CADC-7FBA-0C2F-067FCE169735}"/>
                </a:ext>
              </a:extLst>
            </p:cNvPr>
            <p:cNvSpPr/>
            <p:nvPr/>
          </p:nvSpPr>
          <p:spPr>
            <a:xfrm>
              <a:off x="6414456" y="4809958"/>
              <a:ext cx="27430" cy="124900"/>
            </a:xfrm>
            <a:custGeom>
              <a:avLst/>
              <a:gdLst>
                <a:gd name="csX0" fmla="*/ 0 w 27430"/>
                <a:gd name="csY0" fmla="*/ 0 h 124900"/>
                <a:gd name="csX1" fmla="*/ 0 w 27430"/>
                <a:gd name="csY1" fmla="*/ 124900 h 124900"/>
                <a:gd name="csX2" fmla="*/ 27430 w 27430"/>
                <a:gd name="csY2" fmla="*/ 124900 h 124900"/>
                <a:gd name="csX3" fmla="*/ 27430 w 27430"/>
                <a:gd name="csY3" fmla="*/ 0 h 124900"/>
                <a:gd name="csX4" fmla="*/ 0 w 27430"/>
                <a:gd name="csY4" fmla="*/ 0 h 124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24900">
                  <a:moveTo>
                    <a:pt x="0" y="0"/>
                  </a:moveTo>
                  <a:lnTo>
                    <a:pt x="0" y="124900"/>
                  </a:lnTo>
                  <a:lnTo>
                    <a:pt x="27430" y="12490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6" name="Freeform 3695">
              <a:extLst>
                <a:ext uri="{FF2B5EF4-FFF2-40B4-BE49-F238E27FC236}">
                  <a16:creationId xmlns:a16="http://schemas.microsoft.com/office/drawing/2014/main" id="{FBF5D5DF-3707-806E-9B4A-54D06A3BE82C}"/>
                </a:ext>
              </a:extLst>
            </p:cNvPr>
            <p:cNvSpPr/>
            <p:nvPr/>
          </p:nvSpPr>
          <p:spPr>
            <a:xfrm>
              <a:off x="6441886" y="4833986"/>
              <a:ext cx="27430" cy="100872"/>
            </a:xfrm>
            <a:custGeom>
              <a:avLst/>
              <a:gdLst>
                <a:gd name="csX0" fmla="*/ 0 w 27430"/>
                <a:gd name="csY0" fmla="*/ 0 h 100872"/>
                <a:gd name="csX1" fmla="*/ 0 w 27430"/>
                <a:gd name="csY1" fmla="*/ 100872 h 100872"/>
                <a:gd name="csX2" fmla="*/ 27430 w 27430"/>
                <a:gd name="csY2" fmla="*/ 100872 h 100872"/>
                <a:gd name="csX3" fmla="*/ 27430 w 27430"/>
                <a:gd name="csY3" fmla="*/ 0 h 100872"/>
                <a:gd name="csX4" fmla="*/ 0 w 27430"/>
                <a:gd name="csY4" fmla="*/ 0 h 100872"/>
                <a:gd name="csX5" fmla="*/ 0 w 27430"/>
                <a:gd name="csY5" fmla="*/ 0 h 100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00872">
                  <a:moveTo>
                    <a:pt x="0" y="0"/>
                  </a:moveTo>
                  <a:lnTo>
                    <a:pt x="0" y="100872"/>
                  </a:lnTo>
                  <a:lnTo>
                    <a:pt x="27430" y="100872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7" name="Freeform 3696">
              <a:extLst>
                <a:ext uri="{FF2B5EF4-FFF2-40B4-BE49-F238E27FC236}">
                  <a16:creationId xmlns:a16="http://schemas.microsoft.com/office/drawing/2014/main" id="{B1F3AF92-BFF8-4C0B-5245-1CDB2DDCAA38}"/>
                </a:ext>
              </a:extLst>
            </p:cNvPr>
            <p:cNvSpPr/>
            <p:nvPr/>
          </p:nvSpPr>
          <p:spPr>
            <a:xfrm>
              <a:off x="6441886" y="4833986"/>
              <a:ext cx="27430" cy="100872"/>
            </a:xfrm>
            <a:custGeom>
              <a:avLst/>
              <a:gdLst>
                <a:gd name="csX0" fmla="*/ 0 w 27430"/>
                <a:gd name="csY0" fmla="*/ 0 h 100872"/>
                <a:gd name="csX1" fmla="*/ 0 w 27430"/>
                <a:gd name="csY1" fmla="*/ 100872 h 100872"/>
                <a:gd name="csX2" fmla="*/ 27430 w 27430"/>
                <a:gd name="csY2" fmla="*/ 100872 h 100872"/>
                <a:gd name="csX3" fmla="*/ 27430 w 27430"/>
                <a:gd name="csY3" fmla="*/ 0 h 100872"/>
                <a:gd name="csX4" fmla="*/ 0 w 27430"/>
                <a:gd name="csY4" fmla="*/ 0 h 100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00872">
                  <a:moveTo>
                    <a:pt x="0" y="0"/>
                  </a:moveTo>
                  <a:lnTo>
                    <a:pt x="0" y="100872"/>
                  </a:lnTo>
                  <a:lnTo>
                    <a:pt x="27430" y="100872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8" name="Freeform 3697">
              <a:extLst>
                <a:ext uri="{FF2B5EF4-FFF2-40B4-BE49-F238E27FC236}">
                  <a16:creationId xmlns:a16="http://schemas.microsoft.com/office/drawing/2014/main" id="{0B3A2D0C-6B2B-61B8-845F-A48747A764C7}"/>
                </a:ext>
              </a:extLst>
            </p:cNvPr>
            <p:cNvSpPr/>
            <p:nvPr/>
          </p:nvSpPr>
          <p:spPr>
            <a:xfrm>
              <a:off x="6469317" y="4850960"/>
              <a:ext cx="27438" cy="83898"/>
            </a:xfrm>
            <a:custGeom>
              <a:avLst/>
              <a:gdLst>
                <a:gd name="csX0" fmla="*/ 0 w 27438"/>
                <a:gd name="csY0" fmla="*/ 0 h 83898"/>
                <a:gd name="csX1" fmla="*/ 0 w 27438"/>
                <a:gd name="csY1" fmla="*/ 83899 h 83898"/>
                <a:gd name="csX2" fmla="*/ 27438 w 27438"/>
                <a:gd name="csY2" fmla="*/ 83899 h 83898"/>
                <a:gd name="csX3" fmla="*/ 27438 w 27438"/>
                <a:gd name="csY3" fmla="*/ 0 h 83898"/>
                <a:gd name="csX4" fmla="*/ 0 w 27438"/>
                <a:gd name="csY4" fmla="*/ 0 h 83898"/>
                <a:gd name="csX5" fmla="*/ 0 w 27438"/>
                <a:gd name="csY5" fmla="*/ 0 h 8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83898">
                  <a:moveTo>
                    <a:pt x="0" y="0"/>
                  </a:moveTo>
                  <a:lnTo>
                    <a:pt x="0" y="83899"/>
                  </a:lnTo>
                  <a:lnTo>
                    <a:pt x="27438" y="83899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9" name="Freeform 3698">
              <a:extLst>
                <a:ext uri="{FF2B5EF4-FFF2-40B4-BE49-F238E27FC236}">
                  <a16:creationId xmlns:a16="http://schemas.microsoft.com/office/drawing/2014/main" id="{3BAC064E-FE81-69FF-18E1-240DD41CB0F6}"/>
                </a:ext>
              </a:extLst>
            </p:cNvPr>
            <p:cNvSpPr/>
            <p:nvPr/>
          </p:nvSpPr>
          <p:spPr>
            <a:xfrm>
              <a:off x="6469317" y="4850960"/>
              <a:ext cx="27438" cy="83898"/>
            </a:xfrm>
            <a:custGeom>
              <a:avLst/>
              <a:gdLst>
                <a:gd name="csX0" fmla="*/ 0 w 27438"/>
                <a:gd name="csY0" fmla="*/ 0 h 83898"/>
                <a:gd name="csX1" fmla="*/ 0 w 27438"/>
                <a:gd name="csY1" fmla="*/ 83899 h 83898"/>
                <a:gd name="csX2" fmla="*/ 27438 w 27438"/>
                <a:gd name="csY2" fmla="*/ 83899 h 83898"/>
                <a:gd name="csX3" fmla="*/ 27438 w 27438"/>
                <a:gd name="csY3" fmla="*/ 0 h 83898"/>
                <a:gd name="csX4" fmla="*/ 0 w 27438"/>
                <a:gd name="csY4" fmla="*/ 0 h 83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83898">
                  <a:moveTo>
                    <a:pt x="0" y="0"/>
                  </a:moveTo>
                  <a:lnTo>
                    <a:pt x="0" y="83899"/>
                  </a:lnTo>
                  <a:lnTo>
                    <a:pt x="27438" y="83899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0" name="Freeform 3699">
              <a:extLst>
                <a:ext uri="{FF2B5EF4-FFF2-40B4-BE49-F238E27FC236}">
                  <a16:creationId xmlns:a16="http://schemas.microsoft.com/office/drawing/2014/main" id="{1CEF2BBC-4C5A-99B1-C4A1-869BCCB3FDA4}"/>
                </a:ext>
              </a:extLst>
            </p:cNvPr>
            <p:cNvSpPr/>
            <p:nvPr/>
          </p:nvSpPr>
          <p:spPr>
            <a:xfrm>
              <a:off x="6496755" y="4867964"/>
              <a:ext cx="27430" cy="66894"/>
            </a:xfrm>
            <a:custGeom>
              <a:avLst/>
              <a:gdLst>
                <a:gd name="csX0" fmla="*/ 0 w 27430"/>
                <a:gd name="csY0" fmla="*/ 0 h 66894"/>
                <a:gd name="csX1" fmla="*/ 0 w 27430"/>
                <a:gd name="csY1" fmla="*/ 66894 h 66894"/>
                <a:gd name="csX2" fmla="*/ 27430 w 27430"/>
                <a:gd name="csY2" fmla="*/ 66894 h 66894"/>
                <a:gd name="csX3" fmla="*/ 27430 w 27430"/>
                <a:gd name="csY3" fmla="*/ 0 h 66894"/>
                <a:gd name="csX4" fmla="*/ 0 w 27430"/>
                <a:gd name="csY4" fmla="*/ 0 h 66894"/>
                <a:gd name="csX5" fmla="*/ 0 w 27430"/>
                <a:gd name="csY5" fmla="*/ 0 h 66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6894">
                  <a:moveTo>
                    <a:pt x="0" y="0"/>
                  </a:moveTo>
                  <a:lnTo>
                    <a:pt x="0" y="66894"/>
                  </a:lnTo>
                  <a:lnTo>
                    <a:pt x="27430" y="6689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1" name="Freeform 3700">
              <a:extLst>
                <a:ext uri="{FF2B5EF4-FFF2-40B4-BE49-F238E27FC236}">
                  <a16:creationId xmlns:a16="http://schemas.microsoft.com/office/drawing/2014/main" id="{014DB993-73AD-79AB-93A1-484C70791D0E}"/>
                </a:ext>
              </a:extLst>
            </p:cNvPr>
            <p:cNvSpPr/>
            <p:nvPr/>
          </p:nvSpPr>
          <p:spPr>
            <a:xfrm>
              <a:off x="6496755" y="4867964"/>
              <a:ext cx="27430" cy="66894"/>
            </a:xfrm>
            <a:custGeom>
              <a:avLst/>
              <a:gdLst>
                <a:gd name="csX0" fmla="*/ 0 w 27430"/>
                <a:gd name="csY0" fmla="*/ 0 h 66894"/>
                <a:gd name="csX1" fmla="*/ 0 w 27430"/>
                <a:gd name="csY1" fmla="*/ 66894 h 66894"/>
                <a:gd name="csX2" fmla="*/ 27430 w 27430"/>
                <a:gd name="csY2" fmla="*/ 66894 h 66894"/>
                <a:gd name="csX3" fmla="*/ 27430 w 27430"/>
                <a:gd name="csY3" fmla="*/ 0 h 66894"/>
                <a:gd name="csX4" fmla="*/ 0 w 27430"/>
                <a:gd name="csY4" fmla="*/ 0 h 66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6894">
                  <a:moveTo>
                    <a:pt x="0" y="0"/>
                  </a:moveTo>
                  <a:lnTo>
                    <a:pt x="0" y="66894"/>
                  </a:lnTo>
                  <a:lnTo>
                    <a:pt x="27430" y="6689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2" name="Freeform 3701">
              <a:extLst>
                <a:ext uri="{FF2B5EF4-FFF2-40B4-BE49-F238E27FC236}">
                  <a16:creationId xmlns:a16="http://schemas.microsoft.com/office/drawing/2014/main" id="{C753BE5E-B3A7-9645-FA3B-EA256DFC896A}"/>
                </a:ext>
              </a:extLst>
            </p:cNvPr>
            <p:cNvSpPr/>
            <p:nvPr/>
          </p:nvSpPr>
          <p:spPr>
            <a:xfrm>
              <a:off x="6524185" y="4881176"/>
              <a:ext cx="27430" cy="53682"/>
            </a:xfrm>
            <a:custGeom>
              <a:avLst/>
              <a:gdLst>
                <a:gd name="csX0" fmla="*/ 0 w 27430"/>
                <a:gd name="csY0" fmla="*/ 0 h 53682"/>
                <a:gd name="csX1" fmla="*/ 0 w 27430"/>
                <a:gd name="csY1" fmla="*/ 53682 h 53682"/>
                <a:gd name="csX2" fmla="*/ 27431 w 27430"/>
                <a:gd name="csY2" fmla="*/ 53682 h 53682"/>
                <a:gd name="csX3" fmla="*/ 27431 w 27430"/>
                <a:gd name="csY3" fmla="*/ 0 h 53682"/>
                <a:gd name="csX4" fmla="*/ 0 w 27430"/>
                <a:gd name="csY4" fmla="*/ 0 h 53682"/>
                <a:gd name="csX5" fmla="*/ 0 w 27430"/>
                <a:gd name="csY5" fmla="*/ 0 h 53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53682">
                  <a:moveTo>
                    <a:pt x="0" y="0"/>
                  </a:moveTo>
                  <a:lnTo>
                    <a:pt x="0" y="53682"/>
                  </a:lnTo>
                  <a:lnTo>
                    <a:pt x="27431" y="53682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3" name="Freeform 3702">
              <a:extLst>
                <a:ext uri="{FF2B5EF4-FFF2-40B4-BE49-F238E27FC236}">
                  <a16:creationId xmlns:a16="http://schemas.microsoft.com/office/drawing/2014/main" id="{15373249-8C82-F78B-9C28-195D858EE050}"/>
                </a:ext>
              </a:extLst>
            </p:cNvPr>
            <p:cNvSpPr/>
            <p:nvPr/>
          </p:nvSpPr>
          <p:spPr>
            <a:xfrm>
              <a:off x="6524185" y="4881176"/>
              <a:ext cx="27430" cy="53682"/>
            </a:xfrm>
            <a:custGeom>
              <a:avLst/>
              <a:gdLst>
                <a:gd name="csX0" fmla="*/ 0 w 27430"/>
                <a:gd name="csY0" fmla="*/ 0 h 53682"/>
                <a:gd name="csX1" fmla="*/ 0 w 27430"/>
                <a:gd name="csY1" fmla="*/ 53682 h 53682"/>
                <a:gd name="csX2" fmla="*/ 27431 w 27430"/>
                <a:gd name="csY2" fmla="*/ 53682 h 53682"/>
                <a:gd name="csX3" fmla="*/ 27431 w 27430"/>
                <a:gd name="csY3" fmla="*/ 0 h 53682"/>
                <a:gd name="csX4" fmla="*/ 0 w 27430"/>
                <a:gd name="csY4" fmla="*/ 0 h 53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53682">
                  <a:moveTo>
                    <a:pt x="0" y="0"/>
                  </a:moveTo>
                  <a:lnTo>
                    <a:pt x="0" y="53682"/>
                  </a:lnTo>
                  <a:lnTo>
                    <a:pt x="27431" y="53682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4" name="Freeform 3703">
              <a:extLst>
                <a:ext uri="{FF2B5EF4-FFF2-40B4-BE49-F238E27FC236}">
                  <a16:creationId xmlns:a16="http://schemas.microsoft.com/office/drawing/2014/main" id="{FD7735C5-B8CA-70B9-85FE-CD620E163043}"/>
                </a:ext>
              </a:extLst>
            </p:cNvPr>
            <p:cNvSpPr/>
            <p:nvPr/>
          </p:nvSpPr>
          <p:spPr>
            <a:xfrm>
              <a:off x="6551616" y="4893444"/>
              <a:ext cx="27430" cy="41414"/>
            </a:xfrm>
            <a:custGeom>
              <a:avLst/>
              <a:gdLst>
                <a:gd name="csX0" fmla="*/ 0 w 27430"/>
                <a:gd name="csY0" fmla="*/ 0 h 41414"/>
                <a:gd name="csX1" fmla="*/ 0 w 27430"/>
                <a:gd name="csY1" fmla="*/ 41415 h 41414"/>
                <a:gd name="csX2" fmla="*/ 27430 w 27430"/>
                <a:gd name="csY2" fmla="*/ 41415 h 41414"/>
                <a:gd name="csX3" fmla="*/ 27430 w 27430"/>
                <a:gd name="csY3" fmla="*/ 0 h 41414"/>
                <a:gd name="csX4" fmla="*/ 0 w 27430"/>
                <a:gd name="csY4" fmla="*/ 0 h 41414"/>
                <a:gd name="csX5" fmla="*/ 0 w 27430"/>
                <a:gd name="csY5" fmla="*/ 0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1414">
                  <a:moveTo>
                    <a:pt x="0" y="0"/>
                  </a:moveTo>
                  <a:lnTo>
                    <a:pt x="0" y="41415"/>
                  </a:lnTo>
                  <a:lnTo>
                    <a:pt x="27430" y="4141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5" name="Freeform 3704">
              <a:extLst>
                <a:ext uri="{FF2B5EF4-FFF2-40B4-BE49-F238E27FC236}">
                  <a16:creationId xmlns:a16="http://schemas.microsoft.com/office/drawing/2014/main" id="{3282AF8A-B9B0-01F5-3EB0-6BFD535D5AF7}"/>
                </a:ext>
              </a:extLst>
            </p:cNvPr>
            <p:cNvSpPr/>
            <p:nvPr/>
          </p:nvSpPr>
          <p:spPr>
            <a:xfrm>
              <a:off x="6551616" y="4893444"/>
              <a:ext cx="27430" cy="41414"/>
            </a:xfrm>
            <a:custGeom>
              <a:avLst/>
              <a:gdLst>
                <a:gd name="csX0" fmla="*/ 0 w 27430"/>
                <a:gd name="csY0" fmla="*/ 0 h 41414"/>
                <a:gd name="csX1" fmla="*/ 0 w 27430"/>
                <a:gd name="csY1" fmla="*/ 41415 h 41414"/>
                <a:gd name="csX2" fmla="*/ 27430 w 27430"/>
                <a:gd name="csY2" fmla="*/ 41415 h 41414"/>
                <a:gd name="csX3" fmla="*/ 27430 w 27430"/>
                <a:gd name="csY3" fmla="*/ 0 h 41414"/>
                <a:gd name="csX4" fmla="*/ 0 w 27430"/>
                <a:gd name="csY4" fmla="*/ 0 h 41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1414">
                  <a:moveTo>
                    <a:pt x="0" y="0"/>
                  </a:moveTo>
                  <a:lnTo>
                    <a:pt x="0" y="41415"/>
                  </a:lnTo>
                  <a:lnTo>
                    <a:pt x="27430" y="4141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6" name="Freeform 3705">
              <a:extLst>
                <a:ext uri="{FF2B5EF4-FFF2-40B4-BE49-F238E27FC236}">
                  <a16:creationId xmlns:a16="http://schemas.microsoft.com/office/drawing/2014/main" id="{3CE5CF2A-45FF-6E36-8504-3E379B8A9B85}"/>
                </a:ext>
              </a:extLst>
            </p:cNvPr>
            <p:cNvSpPr/>
            <p:nvPr/>
          </p:nvSpPr>
          <p:spPr>
            <a:xfrm>
              <a:off x="6579046" y="4903315"/>
              <a:ext cx="27438" cy="31542"/>
            </a:xfrm>
            <a:custGeom>
              <a:avLst/>
              <a:gdLst>
                <a:gd name="csX0" fmla="*/ 0 w 27438"/>
                <a:gd name="csY0" fmla="*/ 0 h 31542"/>
                <a:gd name="csX1" fmla="*/ 0 w 27438"/>
                <a:gd name="csY1" fmla="*/ 31543 h 31542"/>
                <a:gd name="csX2" fmla="*/ 27438 w 27438"/>
                <a:gd name="csY2" fmla="*/ 31543 h 31542"/>
                <a:gd name="csX3" fmla="*/ 27438 w 27438"/>
                <a:gd name="csY3" fmla="*/ 0 h 31542"/>
                <a:gd name="csX4" fmla="*/ 0 w 27438"/>
                <a:gd name="csY4" fmla="*/ 0 h 31542"/>
                <a:gd name="csX5" fmla="*/ 0 w 27438"/>
                <a:gd name="csY5" fmla="*/ 0 h 31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31542">
                  <a:moveTo>
                    <a:pt x="0" y="0"/>
                  </a:moveTo>
                  <a:lnTo>
                    <a:pt x="0" y="31543"/>
                  </a:lnTo>
                  <a:lnTo>
                    <a:pt x="27438" y="31543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7" name="Freeform 3706">
              <a:extLst>
                <a:ext uri="{FF2B5EF4-FFF2-40B4-BE49-F238E27FC236}">
                  <a16:creationId xmlns:a16="http://schemas.microsoft.com/office/drawing/2014/main" id="{B04FDD26-B799-282F-D7B9-11E76D83CB71}"/>
                </a:ext>
              </a:extLst>
            </p:cNvPr>
            <p:cNvSpPr/>
            <p:nvPr/>
          </p:nvSpPr>
          <p:spPr>
            <a:xfrm>
              <a:off x="6579046" y="4903315"/>
              <a:ext cx="27438" cy="31542"/>
            </a:xfrm>
            <a:custGeom>
              <a:avLst/>
              <a:gdLst>
                <a:gd name="csX0" fmla="*/ 0 w 27438"/>
                <a:gd name="csY0" fmla="*/ 0 h 31542"/>
                <a:gd name="csX1" fmla="*/ 0 w 27438"/>
                <a:gd name="csY1" fmla="*/ 31543 h 31542"/>
                <a:gd name="csX2" fmla="*/ 27438 w 27438"/>
                <a:gd name="csY2" fmla="*/ 31543 h 31542"/>
                <a:gd name="csX3" fmla="*/ 27438 w 27438"/>
                <a:gd name="csY3" fmla="*/ 0 h 31542"/>
                <a:gd name="csX4" fmla="*/ 0 w 27438"/>
                <a:gd name="csY4" fmla="*/ 0 h 31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31542">
                  <a:moveTo>
                    <a:pt x="0" y="0"/>
                  </a:moveTo>
                  <a:lnTo>
                    <a:pt x="0" y="31543"/>
                  </a:lnTo>
                  <a:lnTo>
                    <a:pt x="27438" y="31543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8" name="Freeform 3707">
              <a:extLst>
                <a:ext uri="{FF2B5EF4-FFF2-40B4-BE49-F238E27FC236}">
                  <a16:creationId xmlns:a16="http://schemas.microsoft.com/office/drawing/2014/main" id="{E2D1D063-3EA0-9947-0C46-E89AF94FEC0E}"/>
                </a:ext>
              </a:extLst>
            </p:cNvPr>
            <p:cNvSpPr/>
            <p:nvPr/>
          </p:nvSpPr>
          <p:spPr>
            <a:xfrm>
              <a:off x="6606485" y="4909824"/>
              <a:ext cx="27430" cy="25034"/>
            </a:xfrm>
            <a:custGeom>
              <a:avLst/>
              <a:gdLst>
                <a:gd name="csX0" fmla="*/ 0 w 27430"/>
                <a:gd name="csY0" fmla="*/ 0 h 25034"/>
                <a:gd name="csX1" fmla="*/ 0 w 27430"/>
                <a:gd name="csY1" fmla="*/ 25035 h 25034"/>
                <a:gd name="csX2" fmla="*/ 27431 w 27430"/>
                <a:gd name="csY2" fmla="*/ 25035 h 25034"/>
                <a:gd name="csX3" fmla="*/ 27431 w 27430"/>
                <a:gd name="csY3" fmla="*/ 0 h 25034"/>
                <a:gd name="csX4" fmla="*/ 0 w 27430"/>
                <a:gd name="csY4" fmla="*/ 0 h 25034"/>
                <a:gd name="csX5" fmla="*/ 0 w 27430"/>
                <a:gd name="csY5" fmla="*/ 0 h 25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5034">
                  <a:moveTo>
                    <a:pt x="0" y="0"/>
                  </a:moveTo>
                  <a:lnTo>
                    <a:pt x="0" y="25035"/>
                  </a:lnTo>
                  <a:lnTo>
                    <a:pt x="27431" y="25035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9" name="Freeform 3708">
              <a:extLst>
                <a:ext uri="{FF2B5EF4-FFF2-40B4-BE49-F238E27FC236}">
                  <a16:creationId xmlns:a16="http://schemas.microsoft.com/office/drawing/2014/main" id="{A5163A9F-5089-620B-8DD5-42E4D048DEDD}"/>
                </a:ext>
              </a:extLst>
            </p:cNvPr>
            <p:cNvSpPr/>
            <p:nvPr/>
          </p:nvSpPr>
          <p:spPr>
            <a:xfrm>
              <a:off x="6606485" y="4909824"/>
              <a:ext cx="27430" cy="25034"/>
            </a:xfrm>
            <a:custGeom>
              <a:avLst/>
              <a:gdLst>
                <a:gd name="csX0" fmla="*/ 0 w 27430"/>
                <a:gd name="csY0" fmla="*/ 0 h 25034"/>
                <a:gd name="csX1" fmla="*/ 0 w 27430"/>
                <a:gd name="csY1" fmla="*/ 25035 h 25034"/>
                <a:gd name="csX2" fmla="*/ 27431 w 27430"/>
                <a:gd name="csY2" fmla="*/ 25035 h 25034"/>
                <a:gd name="csX3" fmla="*/ 27431 w 27430"/>
                <a:gd name="csY3" fmla="*/ 0 h 25034"/>
                <a:gd name="csX4" fmla="*/ 0 w 27430"/>
                <a:gd name="csY4" fmla="*/ 0 h 25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5034">
                  <a:moveTo>
                    <a:pt x="0" y="0"/>
                  </a:moveTo>
                  <a:lnTo>
                    <a:pt x="0" y="25035"/>
                  </a:lnTo>
                  <a:lnTo>
                    <a:pt x="27431" y="25035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0" name="Freeform 3709">
              <a:extLst>
                <a:ext uri="{FF2B5EF4-FFF2-40B4-BE49-F238E27FC236}">
                  <a16:creationId xmlns:a16="http://schemas.microsoft.com/office/drawing/2014/main" id="{EC9CF31D-9F56-6BB6-206C-A21F401B4536}"/>
                </a:ext>
              </a:extLst>
            </p:cNvPr>
            <p:cNvSpPr/>
            <p:nvPr/>
          </p:nvSpPr>
          <p:spPr>
            <a:xfrm>
              <a:off x="6633915" y="4915809"/>
              <a:ext cx="27430" cy="19049"/>
            </a:xfrm>
            <a:custGeom>
              <a:avLst/>
              <a:gdLst>
                <a:gd name="csX0" fmla="*/ 0 w 27430"/>
                <a:gd name="csY0" fmla="*/ 0 h 19049"/>
                <a:gd name="csX1" fmla="*/ 0 w 27430"/>
                <a:gd name="csY1" fmla="*/ 19049 h 19049"/>
                <a:gd name="csX2" fmla="*/ 27430 w 27430"/>
                <a:gd name="csY2" fmla="*/ 19049 h 19049"/>
                <a:gd name="csX3" fmla="*/ 27430 w 27430"/>
                <a:gd name="csY3" fmla="*/ 0 h 19049"/>
                <a:gd name="csX4" fmla="*/ 0 w 27430"/>
                <a:gd name="csY4" fmla="*/ 0 h 19049"/>
                <a:gd name="csX5" fmla="*/ 0 w 27430"/>
                <a:gd name="csY5" fmla="*/ 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9049">
                  <a:moveTo>
                    <a:pt x="0" y="0"/>
                  </a:moveTo>
                  <a:lnTo>
                    <a:pt x="0" y="19049"/>
                  </a:lnTo>
                  <a:lnTo>
                    <a:pt x="27430" y="1904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1" name="Freeform 3710">
              <a:extLst>
                <a:ext uri="{FF2B5EF4-FFF2-40B4-BE49-F238E27FC236}">
                  <a16:creationId xmlns:a16="http://schemas.microsoft.com/office/drawing/2014/main" id="{47C41172-3815-106E-D823-3D52B3A9B6AB}"/>
                </a:ext>
              </a:extLst>
            </p:cNvPr>
            <p:cNvSpPr/>
            <p:nvPr/>
          </p:nvSpPr>
          <p:spPr>
            <a:xfrm>
              <a:off x="6633915" y="4915809"/>
              <a:ext cx="27430" cy="19049"/>
            </a:xfrm>
            <a:custGeom>
              <a:avLst/>
              <a:gdLst>
                <a:gd name="csX0" fmla="*/ 0 w 27430"/>
                <a:gd name="csY0" fmla="*/ 0 h 19049"/>
                <a:gd name="csX1" fmla="*/ 0 w 27430"/>
                <a:gd name="csY1" fmla="*/ 19049 h 19049"/>
                <a:gd name="csX2" fmla="*/ 27430 w 27430"/>
                <a:gd name="csY2" fmla="*/ 19049 h 19049"/>
                <a:gd name="csX3" fmla="*/ 27430 w 27430"/>
                <a:gd name="csY3" fmla="*/ 0 h 19049"/>
                <a:gd name="csX4" fmla="*/ 0 w 27430"/>
                <a:gd name="csY4" fmla="*/ 0 h 19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9049">
                  <a:moveTo>
                    <a:pt x="0" y="0"/>
                  </a:moveTo>
                  <a:lnTo>
                    <a:pt x="0" y="19049"/>
                  </a:lnTo>
                  <a:lnTo>
                    <a:pt x="27430" y="1904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2" name="Freeform 3711">
              <a:extLst>
                <a:ext uri="{FF2B5EF4-FFF2-40B4-BE49-F238E27FC236}">
                  <a16:creationId xmlns:a16="http://schemas.microsoft.com/office/drawing/2014/main" id="{06139315-D71D-1297-CDE9-D60AF2432624}"/>
                </a:ext>
              </a:extLst>
            </p:cNvPr>
            <p:cNvSpPr/>
            <p:nvPr/>
          </p:nvSpPr>
          <p:spPr>
            <a:xfrm>
              <a:off x="6661345" y="4920429"/>
              <a:ext cx="27430" cy="14429"/>
            </a:xfrm>
            <a:custGeom>
              <a:avLst/>
              <a:gdLst>
                <a:gd name="csX0" fmla="*/ 0 w 27430"/>
                <a:gd name="csY0" fmla="*/ 0 h 14429"/>
                <a:gd name="csX1" fmla="*/ 0 w 27430"/>
                <a:gd name="csY1" fmla="*/ 14429 h 14429"/>
                <a:gd name="csX2" fmla="*/ 27431 w 27430"/>
                <a:gd name="csY2" fmla="*/ 14429 h 14429"/>
                <a:gd name="csX3" fmla="*/ 27431 w 27430"/>
                <a:gd name="csY3" fmla="*/ 0 h 14429"/>
                <a:gd name="csX4" fmla="*/ 0 w 27430"/>
                <a:gd name="csY4" fmla="*/ 0 h 14429"/>
                <a:gd name="csX5" fmla="*/ 0 w 27430"/>
                <a:gd name="csY5" fmla="*/ 0 h 14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4429">
                  <a:moveTo>
                    <a:pt x="0" y="0"/>
                  </a:moveTo>
                  <a:lnTo>
                    <a:pt x="0" y="14429"/>
                  </a:lnTo>
                  <a:lnTo>
                    <a:pt x="27431" y="14429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3" name="Freeform 3712">
              <a:extLst>
                <a:ext uri="{FF2B5EF4-FFF2-40B4-BE49-F238E27FC236}">
                  <a16:creationId xmlns:a16="http://schemas.microsoft.com/office/drawing/2014/main" id="{4A6A7C64-725C-F57C-26A2-BE10560CC3F1}"/>
                </a:ext>
              </a:extLst>
            </p:cNvPr>
            <p:cNvSpPr/>
            <p:nvPr/>
          </p:nvSpPr>
          <p:spPr>
            <a:xfrm>
              <a:off x="6661345" y="4920429"/>
              <a:ext cx="27430" cy="14429"/>
            </a:xfrm>
            <a:custGeom>
              <a:avLst/>
              <a:gdLst>
                <a:gd name="csX0" fmla="*/ 0 w 27430"/>
                <a:gd name="csY0" fmla="*/ 0 h 14429"/>
                <a:gd name="csX1" fmla="*/ 0 w 27430"/>
                <a:gd name="csY1" fmla="*/ 14429 h 14429"/>
                <a:gd name="csX2" fmla="*/ 27431 w 27430"/>
                <a:gd name="csY2" fmla="*/ 14429 h 14429"/>
                <a:gd name="csX3" fmla="*/ 27431 w 27430"/>
                <a:gd name="csY3" fmla="*/ 0 h 14429"/>
                <a:gd name="csX4" fmla="*/ 0 w 27430"/>
                <a:gd name="csY4" fmla="*/ 0 h 144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4429">
                  <a:moveTo>
                    <a:pt x="0" y="0"/>
                  </a:moveTo>
                  <a:lnTo>
                    <a:pt x="0" y="14429"/>
                  </a:lnTo>
                  <a:lnTo>
                    <a:pt x="27431" y="14429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4" name="Freeform 3713">
              <a:extLst>
                <a:ext uri="{FF2B5EF4-FFF2-40B4-BE49-F238E27FC236}">
                  <a16:creationId xmlns:a16="http://schemas.microsoft.com/office/drawing/2014/main" id="{C9E4C3CF-C53F-B284-DA61-77D82AD60A41}"/>
                </a:ext>
              </a:extLst>
            </p:cNvPr>
            <p:cNvSpPr/>
            <p:nvPr/>
          </p:nvSpPr>
          <p:spPr>
            <a:xfrm>
              <a:off x="6688776" y="4924440"/>
              <a:ext cx="27438" cy="10418"/>
            </a:xfrm>
            <a:custGeom>
              <a:avLst/>
              <a:gdLst>
                <a:gd name="csX0" fmla="*/ 0 w 27438"/>
                <a:gd name="csY0" fmla="*/ 0 h 10418"/>
                <a:gd name="csX1" fmla="*/ 0 w 27438"/>
                <a:gd name="csY1" fmla="*/ 10418 h 10418"/>
                <a:gd name="csX2" fmla="*/ 27438 w 27438"/>
                <a:gd name="csY2" fmla="*/ 10418 h 10418"/>
                <a:gd name="csX3" fmla="*/ 27438 w 27438"/>
                <a:gd name="csY3" fmla="*/ 0 h 10418"/>
                <a:gd name="csX4" fmla="*/ 0 w 27438"/>
                <a:gd name="csY4" fmla="*/ 0 h 10418"/>
                <a:gd name="csX5" fmla="*/ 0 w 27438"/>
                <a:gd name="csY5" fmla="*/ 0 h 10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10418">
                  <a:moveTo>
                    <a:pt x="0" y="0"/>
                  </a:moveTo>
                  <a:lnTo>
                    <a:pt x="0" y="10418"/>
                  </a:lnTo>
                  <a:lnTo>
                    <a:pt x="27438" y="10418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5" name="Freeform 3714">
              <a:extLst>
                <a:ext uri="{FF2B5EF4-FFF2-40B4-BE49-F238E27FC236}">
                  <a16:creationId xmlns:a16="http://schemas.microsoft.com/office/drawing/2014/main" id="{3EF26324-A848-A4EB-5F54-D5D7BCC32506}"/>
                </a:ext>
              </a:extLst>
            </p:cNvPr>
            <p:cNvSpPr/>
            <p:nvPr/>
          </p:nvSpPr>
          <p:spPr>
            <a:xfrm>
              <a:off x="6688776" y="4924440"/>
              <a:ext cx="27438" cy="10418"/>
            </a:xfrm>
            <a:custGeom>
              <a:avLst/>
              <a:gdLst>
                <a:gd name="csX0" fmla="*/ 0 w 27438"/>
                <a:gd name="csY0" fmla="*/ 0 h 10418"/>
                <a:gd name="csX1" fmla="*/ 0 w 27438"/>
                <a:gd name="csY1" fmla="*/ 10418 h 10418"/>
                <a:gd name="csX2" fmla="*/ 27438 w 27438"/>
                <a:gd name="csY2" fmla="*/ 10418 h 10418"/>
                <a:gd name="csX3" fmla="*/ 27438 w 27438"/>
                <a:gd name="csY3" fmla="*/ 0 h 10418"/>
                <a:gd name="csX4" fmla="*/ 0 w 27438"/>
                <a:gd name="csY4" fmla="*/ 0 h 10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10418">
                  <a:moveTo>
                    <a:pt x="0" y="0"/>
                  </a:moveTo>
                  <a:lnTo>
                    <a:pt x="0" y="10418"/>
                  </a:lnTo>
                  <a:lnTo>
                    <a:pt x="27438" y="10418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6" name="Oval 3715">
              <a:extLst>
                <a:ext uri="{FF2B5EF4-FFF2-40B4-BE49-F238E27FC236}">
                  <a16:creationId xmlns:a16="http://schemas.microsoft.com/office/drawing/2014/main" id="{30135819-DAB4-46C2-E9B8-15E6BFF9C418}"/>
                </a:ext>
              </a:extLst>
            </p:cNvPr>
            <p:cNvSpPr/>
            <p:nvPr/>
          </p:nvSpPr>
          <p:spPr>
            <a:xfrm>
              <a:off x="5082423" y="492212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7" name="Oval 3716">
              <a:extLst>
                <a:ext uri="{FF2B5EF4-FFF2-40B4-BE49-F238E27FC236}">
                  <a16:creationId xmlns:a16="http://schemas.microsoft.com/office/drawing/2014/main" id="{463B44A8-D1A7-45E3-FBDB-6902308AD77A}"/>
                </a:ext>
              </a:extLst>
            </p:cNvPr>
            <p:cNvSpPr/>
            <p:nvPr/>
          </p:nvSpPr>
          <p:spPr>
            <a:xfrm>
              <a:off x="5109855" y="491941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8" name="Oval 3717">
              <a:extLst>
                <a:ext uri="{FF2B5EF4-FFF2-40B4-BE49-F238E27FC236}">
                  <a16:creationId xmlns:a16="http://schemas.microsoft.com/office/drawing/2014/main" id="{ED29BD79-586B-B156-EF56-C621E639C78F}"/>
                </a:ext>
              </a:extLst>
            </p:cNvPr>
            <p:cNvSpPr/>
            <p:nvPr/>
          </p:nvSpPr>
          <p:spPr>
            <a:xfrm>
              <a:off x="5137287" y="491355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9" name="Oval 3718">
              <a:extLst>
                <a:ext uri="{FF2B5EF4-FFF2-40B4-BE49-F238E27FC236}">
                  <a16:creationId xmlns:a16="http://schemas.microsoft.com/office/drawing/2014/main" id="{7E58BF54-BAF9-4816-4152-14E259691BD4}"/>
                </a:ext>
              </a:extLst>
            </p:cNvPr>
            <p:cNvSpPr/>
            <p:nvPr/>
          </p:nvSpPr>
          <p:spPr>
            <a:xfrm>
              <a:off x="5164720" y="490838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0" name="Oval 3719">
              <a:extLst>
                <a:ext uri="{FF2B5EF4-FFF2-40B4-BE49-F238E27FC236}">
                  <a16:creationId xmlns:a16="http://schemas.microsoft.com/office/drawing/2014/main" id="{E6C27AE4-1894-C440-01E3-F45554ADCC11}"/>
                </a:ext>
              </a:extLst>
            </p:cNvPr>
            <p:cNvSpPr/>
            <p:nvPr/>
          </p:nvSpPr>
          <p:spPr>
            <a:xfrm>
              <a:off x="5192152" y="490212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1" name="Oval 3720">
              <a:extLst>
                <a:ext uri="{FF2B5EF4-FFF2-40B4-BE49-F238E27FC236}">
                  <a16:creationId xmlns:a16="http://schemas.microsoft.com/office/drawing/2014/main" id="{1559954F-97FD-8E8D-CE10-9EB470B8E509}"/>
                </a:ext>
              </a:extLst>
            </p:cNvPr>
            <p:cNvSpPr/>
            <p:nvPr/>
          </p:nvSpPr>
          <p:spPr>
            <a:xfrm>
              <a:off x="5219585" y="489173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2" name="Oval 3721">
              <a:extLst>
                <a:ext uri="{FF2B5EF4-FFF2-40B4-BE49-F238E27FC236}">
                  <a16:creationId xmlns:a16="http://schemas.microsoft.com/office/drawing/2014/main" id="{73BB985C-2D1E-2E99-9ADB-E54C429B9C0C}"/>
                </a:ext>
              </a:extLst>
            </p:cNvPr>
            <p:cNvSpPr/>
            <p:nvPr/>
          </p:nvSpPr>
          <p:spPr>
            <a:xfrm>
              <a:off x="5247017" y="488157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3" name="Oval 3722">
              <a:extLst>
                <a:ext uri="{FF2B5EF4-FFF2-40B4-BE49-F238E27FC236}">
                  <a16:creationId xmlns:a16="http://schemas.microsoft.com/office/drawing/2014/main" id="{C5817783-0C42-E9A2-1A91-F8B9375E366F}"/>
                </a:ext>
              </a:extLst>
            </p:cNvPr>
            <p:cNvSpPr/>
            <p:nvPr/>
          </p:nvSpPr>
          <p:spPr>
            <a:xfrm>
              <a:off x="5274450" y="486775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4" name="Oval 3723">
              <a:extLst>
                <a:ext uri="{FF2B5EF4-FFF2-40B4-BE49-F238E27FC236}">
                  <a16:creationId xmlns:a16="http://schemas.microsoft.com/office/drawing/2014/main" id="{7968F51C-E72A-54C1-99C3-35395C455586}"/>
                </a:ext>
              </a:extLst>
            </p:cNvPr>
            <p:cNvSpPr/>
            <p:nvPr/>
          </p:nvSpPr>
          <p:spPr>
            <a:xfrm>
              <a:off x="5301882" y="485067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5" name="Oval 3724">
              <a:extLst>
                <a:ext uri="{FF2B5EF4-FFF2-40B4-BE49-F238E27FC236}">
                  <a16:creationId xmlns:a16="http://schemas.microsoft.com/office/drawing/2014/main" id="{9A1CC238-1DE7-EEAE-ED15-8240CC277912}"/>
                </a:ext>
              </a:extLst>
            </p:cNvPr>
            <p:cNvSpPr/>
            <p:nvPr/>
          </p:nvSpPr>
          <p:spPr>
            <a:xfrm>
              <a:off x="5329315" y="483164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6" name="Oval 3725">
              <a:extLst>
                <a:ext uri="{FF2B5EF4-FFF2-40B4-BE49-F238E27FC236}">
                  <a16:creationId xmlns:a16="http://schemas.microsoft.com/office/drawing/2014/main" id="{8FA47F7B-56EE-8873-41BB-64FCA6853DED}"/>
                </a:ext>
              </a:extLst>
            </p:cNvPr>
            <p:cNvSpPr/>
            <p:nvPr/>
          </p:nvSpPr>
          <p:spPr>
            <a:xfrm>
              <a:off x="5356747" y="4806322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7" name="Oval 3726">
              <a:extLst>
                <a:ext uri="{FF2B5EF4-FFF2-40B4-BE49-F238E27FC236}">
                  <a16:creationId xmlns:a16="http://schemas.microsoft.com/office/drawing/2014/main" id="{9F59BC11-BF50-9BF0-34E4-6ED6F68B80F9}"/>
                </a:ext>
              </a:extLst>
            </p:cNvPr>
            <p:cNvSpPr/>
            <p:nvPr/>
          </p:nvSpPr>
          <p:spPr>
            <a:xfrm>
              <a:off x="5384179" y="478302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8" name="Oval 3727">
              <a:extLst>
                <a:ext uri="{FF2B5EF4-FFF2-40B4-BE49-F238E27FC236}">
                  <a16:creationId xmlns:a16="http://schemas.microsoft.com/office/drawing/2014/main" id="{2BC94F6A-849C-2C03-E51B-89C3D3A9D1E4}"/>
                </a:ext>
              </a:extLst>
            </p:cNvPr>
            <p:cNvSpPr/>
            <p:nvPr/>
          </p:nvSpPr>
          <p:spPr>
            <a:xfrm>
              <a:off x="5411611" y="4752202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9" name="Oval 3728">
              <a:extLst>
                <a:ext uri="{FF2B5EF4-FFF2-40B4-BE49-F238E27FC236}">
                  <a16:creationId xmlns:a16="http://schemas.microsoft.com/office/drawing/2014/main" id="{C8D3481F-FE50-C630-9933-DBA2A7B7DDF1}"/>
                </a:ext>
              </a:extLst>
            </p:cNvPr>
            <p:cNvSpPr/>
            <p:nvPr/>
          </p:nvSpPr>
          <p:spPr>
            <a:xfrm>
              <a:off x="5439044" y="472027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0" name="Oval 3729">
              <a:extLst>
                <a:ext uri="{FF2B5EF4-FFF2-40B4-BE49-F238E27FC236}">
                  <a16:creationId xmlns:a16="http://schemas.microsoft.com/office/drawing/2014/main" id="{8FA7D7A4-1247-D32E-A5A3-517962A3660A}"/>
                </a:ext>
              </a:extLst>
            </p:cNvPr>
            <p:cNvSpPr/>
            <p:nvPr/>
          </p:nvSpPr>
          <p:spPr>
            <a:xfrm>
              <a:off x="5466476" y="4681866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1" name="Oval 3730">
              <a:extLst>
                <a:ext uri="{FF2B5EF4-FFF2-40B4-BE49-F238E27FC236}">
                  <a16:creationId xmlns:a16="http://schemas.microsoft.com/office/drawing/2014/main" id="{47155910-1E65-01B3-54C7-0E8F5D9970F0}"/>
                </a:ext>
              </a:extLst>
            </p:cNvPr>
            <p:cNvSpPr/>
            <p:nvPr/>
          </p:nvSpPr>
          <p:spPr>
            <a:xfrm>
              <a:off x="5493909" y="464422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2" name="Oval 3731">
              <a:extLst>
                <a:ext uri="{FF2B5EF4-FFF2-40B4-BE49-F238E27FC236}">
                  <a16:creationId xmlns:a16="http://schemas.microsoft.com/office/drawing/2014/main" id="{485EE425-A443-E852-DC64-C23C0FF9F038}"/>
                </a:ext>
              </a:extLst>
            </p:cNvPr>
            <p:cNvSpPr/>
            <p:nvPr/>
          </p:nvSpPr>
          <p:spPr>
            <a:xfrm>
              <a:off x="5521341" y="459325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3" name="Oval 3732">
              <a:extLst>
                <a:ext uri="{FF2B5EF4-FFF2-40B4-BE49-F238E27FC236}">
                  <a16:creationId xmlns:a16="http://schemas.microsoft.com/office/drawing/2014/main" id="{36ABFC70-ED55-967E-65E7-02DDBF74A57A}"/>
                </a:ext>
              </a:extLst>
            </p:cNvPr>
            <p:cNvSpPr/>
            <p:nvPr/>
          </p:nvSpPr>
          <p:spPr>
            <a:xfrm>
              <a:off x="5548774" y="455579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4" name="Oval 3733">
              <a:extLst>
                <a:ext uri="{FF2B5EF4-FFF2-40B4-BE49-F238E27FC236}">
                  <a16:creationId xmlns:a16="http://schemas.microsoft.com/office/drawing/2014/main" id="{026DEA4E-48A1-1CCF-3F0E-7F7C82B105DF}"/>
                </a:ext>
              </a:extLst>
            </p:cNvPr>
            <p:cNvSpPr/>
            <p:nvPr/>
          </p:nvSpPr>
          <p:spPr>
            <a:xfrm>
              <a:off x="5576206" y="4495536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5" name="Oval 3734">
              <a:extLst>
                <a:ext uri="{FF2B5EF4-FFF2-40B4-BE49-F238E27FC236}">
                  <a16:creationId xmlns:a16="http://schemas.microsoft.com/office/drawing/2014/main" id="{BD35DCA7-5D6E-5446-4C28-2D7DE0A8DC37}"/>
                </a:ext>
              </a:extLst>
            </p:cNvPr>
            <p:cNvSpPr/>
            <p:nvPr/>
          </p:nvSpPr>
          <p:spPr>
            <a:xfrm>
              <a:off x="5603639" y="444840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6" name="Oval 3735">
              <a:extLst>
                <a:ext uri="{FF2B5EF4-FFF2-40B4-BE49-F238E27FC236}">
                  <a16:creationId xmlns:a16="http://schemas.microsoft.com/office/drawing/2014/main" id="{07194B9F-70DC-F17D-3DAA-69D59E001D87}"/>
                </a:ext>
              </a:extLst>
            </p:cNvPr>
            <p:cNvSpPr/>
            <p:nvPr/>
          </p:nvSpPr>
          <p:spPr>
            <a:xfrm>
              <a:off x="5631071" y="439829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7" name="Oval 3736">
              <a:extLst>
                <a:ext uri="{FF2B5EF4-FFF2-40B4-BE49-F238E27FC236}">
                  <a16:creationId xmlns:a16="http://schemas.microsoft.com/office/drawing/2014/main" id="{0F8DB507-10BF-35CA-C254-93F67993435E}"/>
                </a:ext>
              </a:extLst>
            </p:cNvPr>
            <p:cNvSpPr/>
            <p:nvPr/>
          </p:nvSpPr>
          <p:spPr>
            <a:xfrm>
              <a:off x="5658503" y="435030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8" name="Oval 3737">
              <a:extLst>
                <a:ext uri="{FF2B5EF4-FFF2-40B4-BE49-F238E27FC236}">
                  <a16:creationId xmlns:a16="http://schemas.microsoft.com/office/drawing/2014/main" id="{C50E75EC-5BFF-5374-6904-838B6B679986}"/>
                </a:ext>
              </a:extLst>
            </p:cNvPr>
            <p:cNvSpPr/>
            <p:nvPr/>
          </p:nvSpPr>
          <p:spPr>
            <a:xfrm>
              <a:off x="5685938" y="4292532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9" name="Oval 3738">
              <a:extLst>
                <a:ext uri="{FF2B5EF4-FFF2-40B4-BE49-F238E27FC236}">
                  <a16:creationId xmlns:a16="http://schemas.microsoft.com/office/drawing/2014/main" id="{AFD46266-32F4-7005-1F01-878C66EFD4DC}"/>
                </a:ext>
              </a:extLst>
            </p:cNvPr>
            <p:cNvSpPr/>
            <p:nvPr/>
          </p:nvSpPr>
          <p:spPr>
            <a:xfrm>
              <a:off x="5713368" y="425937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0" name="Oval 3739">
              <a:extLst>
                <a:ext uri="{FF2B5EF4-FFF2-40B4-BE49-F238E27FC236}">
                  <a16:creationId xmlns:a16="http://schemas.microsoft.com/office/drawing/2014/main" id="{E31A0533-6850-F877-821E-C56C82B9DAF7}"/>
                </a:ext>
              </a:extLst>
            </p:cNvPr>
            <p:cNvSpPr/>
            <p:nvPr/>
          </p:nvSpPr>
          <p:spPr>
            <a:xfrm>
              <a:off x="5740799" y="420974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1" name="Oval 3740">
              <a:extLst>
                <a:ext uri="{FF2B5EF4-FFF2-40B4-BE49-F238E27FC236}">
                  <a16:creationId xmlns:a16="http://schemas.microsoft.com/office/drawing/2014/main" id="{34A32189-5AD9-D63D-CA66-D9DE43A97A77}"/>
                </a:ext>
              </a:extLst>
            </p:cNvPr>
            <p:cNvSpPr/>
            <p:nvPr/>
          </p:nvSpPr>
          <p:spPr>
            <a:xfrm>
              <a:off x="5768229" y="417443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2" name="Oval 3741">
              <a:extLst>
                <a:ext uri="{FF2B5EF4-FFF2-40B4-BE49-F238E27FC236}">
                  <a16:creationId xmlns:a16="http://schemas.microsoft.com/office/drawing/2014/main" id="{D2975505-E371-1E85-E94D-D5A755BA614B}"/>
                </a:ext>
              </a:extLst>
            </p:cNvPr>
            <p:cNvSpPr/>
            <p:nvPr/>
          </p:nvSpPr>
          <p:spPr>
            <a:xfrm>
              <a:off x="5795667" y="414549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3" name="Oval 3742">
              <a:extLst>
                <a:ext uri="{FF2B5EF4-FFF2-40B4-BE49-F238E27FC236}">
                  <a16:creationId xmlns:a16="http://schemas.microsoft.com/office/drawing/2014/main" id="{6E90FE97-C3EC-1D12-6982-2EA7D6C6D4C4}"/>
                </a:ext>
              </a:extLst>
            </p:cNvPr>
            <p:cNvSpPr/>
            <p:nvPr/>
          </p:nvSpPr>
          <p:spPr>
            <a:xfrm>
              <a:off x="5823098" y="411943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4" name="Oval 3743">
              <a:extLst>
                <a:ext uri="{FF2B5EF4-FFF2-40B4-BE49-F238E27FC236}">
                  <a16:creationId xmlns:a16="http://schemas.microsoft.com/office/drawing/2014/main" id="{BF3DAAA9-13C6-9EF1-943F-4FD3F1F212EC}"/>
                </a:ext>
              </a:extLst>
            </p:cNvPr>
            <p:cNvSpPr/>
            <p:nvPr/>
          </p:nvSpPr>
          <p:spPr>
            <a:xfrm>
              <a:off x="5850528" y="410313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5" name="Oval 3744">
              <a:extLst>
                <a:ext uri="{FF2B5EF4-FFF2-40B4-BE49-F238E27FC236}">
                  <a16:creationId xmlns:a16="http://schemas.microsoft.com/office/drawing/2014/main" id="{1621B305-166B-C1FE-683C-AAD19685E831}"/>
                </a:ext>
              </a:extLst>
            </p:cNvPr>
            <p:cNvSpPr/>
            <p:nvPr/>
          </p:nvSpPr>
          <p:spPr>
            <a:xfrm>
              <a:off x="5877959" y="409081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6" name="Oval 3745">
              <a:extLst>
                <a:ext uri="{FF2B5EF4-FFF2-40B4-BE49-F238E27FC236}">
                  <a16:creationId xmlns:a16="http://schemas.microsoft.com/office/drawing/2014/main" id="{47D933DE-4F81-16FE-356F-C803A07D79F1}"/>
                </a:ext>
              </a:extLst>
            </p:cNvPr>
            <p:cNvSpPr/>
            <p:nvPr/>
          </p:nvSpPr>
          <p:spPr>
            <a:xfrm>
              <a:off x="5905397" y="410591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7" name="Oval 3746">
              <a:extLst>
                <a:ext uri="{FF2B5EF4-FFF2-40B4-BE49-F238E27FC236}">
                  <a16:creationId xmlns:a16="http://schemas.microsoft.com/office/drawing/2014/main" id="{F638762D-DDD0-83E6-A57E-BDAC500FE903}"/>
                </a:ext>
              </a:extLst>
            </p:cNvPr>
            <p:cNvSpPr/>
            <p:nvPr/>
          </p:nvSpPr>
          <p:spPr>
            <a:xfrm>
              <a:off x="5932827" y="411156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8" name="Oval 3747">
              <a:extLst>
                <a:ext uri="{FF2B5EF4-FFF2-40B4-BE49-F238E27FC236}">
                  <a16:creationId xmlns:a16="http://schemas.microsoft.com/office/drawing/2014/main" id="{89A816A6-342F-3ADA-D012-2A3FEBBD6507}"/>
                </a:ext>
              </a:extLst>
            </p:cNvPr>
            <p:cNvSpPr/>
            <p:nvPr/>
          </p:nvSpPr>
          <p:spPr>
            <a:xfrm>
              <a:off x="5960258" y="412569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9" name="Oval 3748">
              <a:extLst>
                <a:ext uri="{FF2B5EF4-FFF2-40B4-BE49-F238E27FC236}">
                  <a16:creationId xmlns:a16="http://schemas.microsoft.com/office/drawing/2014/main" id="{98056C0F-1616-11F5-4FCB-F49DF795DC0B}"/>
                </a:ext>
              </a:extLst>
            </p:cNvPr>
            <p:cNvSpPr/>
            <p:nvPr/>
          </p:nvSpPr>
          <p:spPr>
            <a:xfrm>
              <a:off x="5987688" y="414184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0" name="Oval 3749">
              <a:extLst>
                <a:ext uri="{FF2B5EF4-FFF2-40B4-BE49-F238E27FC236}">
                  <a16:creationId xmlns:a16="http://schemas.microsoft.com/office/drawing/2014/main" id="{F92EA73F-4B04-6DD1-AA1A-BA84F3D2C12C}"/>
                </a:ext>
              </a:extLst>
            </p:cNvPr>
            <p:cNvSpPr/>
            <p:nvPr/>
          </p:nvSpPr>
          <p:spPr>
            <a:xfrm>
              <a:off x="6015126" y="417139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1" name="Oval 3750">
              <a:extLst>
                <a:ext uri="{FF2B5EF4-FFF2-40B4-BE49-F238E27FC236}">
                  <a16:creationId xmlns:a16="http://schemas.microsoft.com/office/drawing/2014/main" id="{F2984E8A-DE5F-4C58-9418-B82D6CD394BD}"/>
                </a:ext>
              </a:extLst>
            </p:cNvPr>
            <p:cNvSpPr/>
            <p:nvPr/>
          </p:nvSpPr>
          <p:spPr>
            <a:xfrm>
              <a:off x="6042557" y="421268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2" name="Oval 3751">
              <a:extLst>
                <a:ext uri="{FF2B5EF4-FFF2-40B4-BE49-F238E27FC236}">
                  <a16:creationId xmlns:a16="http://schemas.microsoft.com/office/drawing/2014/main" id="{2C112145-C9E1-DC32-7825-874B1BF0A423}"/>
                </a:ext>
              </a:extLst>
            </p:cNvPr>
            <p:cNvSpPr/>
            <p:nvPr/>
          </p:nvSpPr>
          <p:spPr>
            <a:xfrm>
              <a:off x="6069987" y="425071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3" name="Oval 3752">
              <a:extLst>
                <a:ext uri="{FF2B5EF4-FFF2-40B4-BE49-F238E27FC236}">
                  <a16:creationId xmlns:a16="http://schemas.microsoft.com/office/drawing/2014/main" id="{1F04273B-C6F6-64EC-DC2F-47B225E69478}"/>
                </a:ext>
              </a:extLst>
            </p:cNvPr>
            <p:cNvSpPr/>
            <p:nvPr/>
          </p:nvSpPr>
          <p:spPr>
            <a:xfrm>
              <a:off x="6097418" y="4299064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4" name="Oval 3753">
              <a:extLst>
                <a:ext uri="{FF2B5EF4-FFF2-40B4-BE49-F238E27FC236}">
                  <a16:creationId xmlns:a16="http://schemas.microsoft.com/office/drawing/2014/main" id="{6450AA23-F064-1123-44A3-3E562D5C623F}"/>
                </a:ext>
              </a:extLst>
            </p:cNvPr>
            <p:cNvSpPr/>
            <p:nvPr/>
          </p:nvSpPr>
          <p:spPr>
            <a:xfrm>
              <a:off x="6124856" y="434990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5" name="Oval 3754">
              <a:extLst>
                <a:ext uri="{FF2B5EF4-FFF2-40B4-BE49-F238E27FC236}">
                  <a16:creationId xmlns:a16="http://schemas.microsoft.com/office/drawing/2014/main" id="{0735EB19-3726-DE70-4FC7-B6BE80C0C881}"/>
                </a:ext>
              </a:extLst>
            </p:cNvPr>
            <p:cNvSpPr/>
            <p:nvPr/>
          </p:nvSpPr>
          <p:spPr>
            <a:xfrm>
              <a:off x="6152286" y="440140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6" name="Oval 3755">
              <a:extLst>
                <a:ext uri="{FF2B5EF4-FFF2-40B4-BE49-F238E27FC236}">
                  <a16:creationId xmlns:a16="http://schemas.microsoft.com/office/drawing/2014/main" id="{BDB9F64C-942F-A532-81F6-9FB41BE9ECA7}"/>
                </a:ext>
              </a:extLst>
            </p:cNvPr>
            <p:cNvSpPr/>
            <p:nvPr/>
          </p:nvSpPr>
          <p:spPr>
            <a:xfrm>
              <a:off x="6179717" y="445008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7" name="Oval 3756">
              <a:extLst>
                <a:ext uri="{FF2B5EF4-FFF2-40B4-BE49-F238E27FC236}">
                  <a16:creationId xmlns:a16="http://schemas.microsoft.com/office/drawing/2014/main" id="{AB151B90-54C1-FC09-526C-1025603095A0}"/>
                </a:ext>
              </a:extLst>
            </p:cNvPr>
            <p:cNvSpPr/>
            <p:nvPr/>
          </p:nvSpPr>
          <p:spPr>
            <a:xfrm>
              <a:off x="6207147" y="450574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8" name="Oval 3757">
              <a:extLst>
                <a:ext uri="{FF2B5EF4-FFF2-40B4-BE49-F238E27FC236}">
                  <a16:creationId xmlns:a16="http://schemas.microsoft.com/office/drawing/2014/main" id="{D3D3D929-E884-6834-ED13-AA9685F4B04F}"/>
                </a:ext>
              </a:extLst>
            </p:cNvPr>
            <p:cNvSpPr/>
            <p:nvPr/>
          </p:nvSpPr>
          <p:spPr>
            <a:xfrm>
              <a:off x="6234586" y="4546192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9" name="Oval 3758">
              <a:extLst>
                <a:ext uri="{FF2B5EF4-FFF2-40B4-BE49-F238E27FC236}">
                  <a16:creationId xmlns:a16="http://schemas.microsoft.com/office/drawing/2014/main" id="{609A1EB8-AEF5-538A-BB25-1071B4F3DADF}"/>
                </a:ext>
              </a:extLst>
            </p:cNvPr>
            <p:cNvSpPr/>
            <p:nvPr/>
          </p:nvSpPr>
          <p:spPr>
            <a:xfrm>
              <a:off x="6262016" y="4596261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0" name="Oval 3759">
              <a:extLst>
                <a:ext uri="{FF2B5EF4-FFF2-40B4-BE49-F238E27FC236}">
                  <a16:creationId xmlns:a16="http://schemas.microsoft.com/office/drawing/2014/main" id="{F18F6FC3-C682-BD44-18A4-558F287C279C}"/>
                </a:ext>
              </a:extLst>
            </p:cNvPr>
            <p:cNvSpPr/>
            <p:nvPr/>
          </p:nvSpPr>
          <p:spPr>
            <a:xfrm>
              <a:off x="6289446" y="4640091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1" name="Oval 3760">
              <a:extLst>
                <a:ext uri="{FF2B5EF4-FFF2-40B4-BE49-F238E27FC236}">
                  <a16:creationId xmlns:a16="http://schemas.microsoft.com/office/drawing/2014/main" id="{FA40C13C-29D6-8468-55DD-6CEA61256CA3}"/>
                </a:ext>
              </a:extLst>
            </p:cNvPr>
            <p:cNvSpPr/>
            <p:nvPr/>
          </p:nvSpPr>
          <p:spPr>
            <a:xfrm>
              <a:off x="6316877" y="468575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2" name="Oval 3761">
              <a:extLst>
                <a:ext uri="{FF2B5EF4-FFF2-40B4-BE49-F238E27FC236}">
                  <a16:creationId xmlns:a16="http://schemas.microsoft.com/office/drawing/2014/main" id="{71550952-53D0-EB15-871A-B28965A44C85}"/>
                </a:ext>
              </a:extLst>
            </p:cNvPr>
            <p:cNvSpPr/>
            <p:nvPr/>
          </p:nvSpPr>
          <p:spPr>
            <a:xfrm>
              <a:off x="6344315" y="471802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3" name="Oval 3762">
              <a:extLst>
                <a:ext uri="{FF2B5EF4-FFF2-40B4-BE49-F238E27FC236}">
                  <a16:creationId xmlns:a16="http://schemas.microsoft.com/office/drawing/2014/main" id="{089B2978-CDCA-3FB4-6E91-5629FC33C93C}"/>
                </a:ext>
              </a:extLst>
            </p:cNvPr>
            <p:cNvSpPr/>
            <p:nvPr/>
          </p:nvSpPr>
          <p:spPr>
            <a:xfrm>
              <a:off x="6371746" y="475200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4" name="Oval 3763">
              <a:extLst>
                <a:ext uri="{FF2B5EF4-FFF2-40B4-BE49-F238E27FC236}">
                  <a16:creationId xmlns:a16="http://schemas.microsoft.com/office/drawing/2014/main" id="{9C55FF67-C54B-48E8-F1A9-B9F2079C5E6B}"/>
                </a:ext>
              </a:extLst>
            </p:cNvPr>
            <p:cNvSpPr/>
            <p:nvPr/>
          </p:nvSpPr>
          <p:spPr>
            <a:xfrm>
              <a:off x="6399176" y="478168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5" name="Oval 3764">
              <a:extLst>
                <a:ext uri="{FF2B5EF4-FFF2-40B4-BE49-F238E27FC236}">
                  <a16:creationId xmlns:a16="http://schemas.microsoft.com/office/drawing/2014/main" id="{BBE946A4-6B97-648A-52F5-A670532B6493}"/>
                </a:ext>
              </a:extLst>
            </p:cNvPr>
            <p:cNvSpPr/>
            <p:nvPr/>
          </p:nvSpPr>
          <p:spPr>
            <a:xfrm>
              <a:off x="6426606" y="4808397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6" name="Oval 3765">
              <a:extLst>
                <a:ext uri="{FF2B5EF4-FFF2-40B4-BE49-F238E27FC236}">
                  <a16:creationId xmlns:a16="http://schemas.microsoft.com/office/drawing/2014/main" id="{EB437F92-07DF-4C08-E028-15538940AB11}"/>
                </a:ext>
              </a:extLst>
            </p:cNvPr>
            <p:cNvSpPr/>
            <p:nvPr/>
          </p:nvSpPr>
          <p:spPr>
            <a:xfrm>
              <a:off x="6454045" y="483242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7" name="Oval 3766">
              <a:extLst>
                <a:ext uri="{FF2B5EF4-FFF2-40B4-BE49-F238E27FC236}">
                  <a16:creationId xmlns:a16="http://schemas.microsoft.com/office/drawing/2014/main" id="{FB4EB30F-3F55-2D4E-3652-E1296E033A4B}"/>
                </a:ext>
              </a:extLst>
            </p:cNvPr>
            <p:cNvSpPr/>
            <p:nvPr/>
          </p:nvSpPr>
          <p:spPr>
            <a:xfrm>
              <a:off x="6481475" y="484939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8" name="Oval 3767">
              <a:extLst>
                <a:ext uri="{FF2B5EF4-FFF2-40B4-BE49-F238E27FC236}">
                  <a16:creationId xmlns:a16="http://schemas.microsoft.com/office/drawing/2014/main" id="{2F305CBC-56A0-A64E-C157-753AF8CE41F5}"/>
                </a:ext>
              </a:extLst>
            </p:cNvPr>
            <p:cNvSpPr/>
            <p:nvPr/>
          </p:nvSpPr>
          <p:spPr>
            <a:xfrm>
              <a:off x="6508906" y="486640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9" name="Oval 3768">
              <a:extLst>
                <a:ext uri="{FF2B5EF4-FFF2-40B4-BE49-F238E27FC236}">
                  <a16:creationId xmlns:a16="http://schemas.microsoft.com/office/drawing/2014/main" id="{D3E7D750-5B15-3A38-244E-77ED769CC93A}"/>
                </a:ext>
              </a:extLst>
            </p:cNvPr>
            <p:cNvSpPr/>
            <p:nvPr/>
          </p:nvSpPr>
          <p:spPr>
            <a:xfrm>
              <a:off x="6536336" y="487961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0" name="Oval 3769">
              <a:extLst>
                <a:ext uri="{FF2B5EF4-FFF2-40B4-BE49-F238E27FC236}">
                  <a16:creationId xmlns:a16="http://schemas.microsoft.com/office/drawing/2014/main" id="{857B2096-16C4-08F0-30B1-4066FA2FE5DC}"/>
                </a:ext>
              </a:extLst>
            </p:cNvPr>
            <p:cNvSpPr/>
            <p:nvPr/>
          </p:nvSpPr>
          <p:spPr>
            <a:xfrm>
              <a:off x="6563774" y="489188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1" name="Oval 3770">
              <a:extLst>
                <a:ext uri="{FF2B5EF4-FFF2-40B4-BE49-F238E27FC236}">
                  <a16:creationId xmlns:a16="http://schemas.microsoft.com/office/drawing/2014/main" id="{34D89B7A-8C63-F18D-4B58-3149911B8260}"/>
                </a:ext>
              </a:extLst>
            </p:cNvPr>
            <p:cNvSpPr/>
            <p:nvPr/>
          </p:nvSpPr>
          <p:spPr>
            <a:xfrm>
              <a:off x="6591205" y="4901755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2" name="Oval 3771">
              <a:extLst>
                <a:ext uri="{FF2B5EF4-FFF2-40B4-BE49-F238E27FC236}">
                  <a16:creationId xmlns:a16="http://schemas.microsoft.com/office/drawing/2014/main" id="{D182A04E-B3AE-59A6-F309-855A8911216A}"/>
                </a:ext>
              </a:extLst>
            </p:cNvPr>
            <p:cNvSpPr/>
            <p:nvPr/>
          </p:nvSpPr>
          <p:spPr>
            <a:xfrm>
              <a:off x="6618635" y="4908263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3" name="Oval 3772">
              <a:extLst>
                <a:ext uri="{FF2B5EF4-FFF2-40B4-BE49-F238E27FC236}">
                  <a16:creationId xmlns:a16="http://schemas.microsoft.com/office/drawing/2014/main" id="{99C8FD64-0147-419D-E511-0B19804793CC}"/>
                </a:ext>
              </a:extLst>
            </p:cNvPr>
            <p:cNvSpPr/>
            <p:nvPr/>
          </p:nvSpPr>
          <p:spPr>
            <a:xfrm>
              <a:off x="6646066" y="4914249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4" name="Oval 3773">
              <a:extLst>
                <a:ext uri="{FF2B5EF4-FFF2-40B4-BE49-F238E27FC236}">
                  <a16:creationId xmlns:a16="http://schemas.microsoft.com/office/drawing/2014/main" id="{09A8427A-5DDF-F6C6-F5E9-3EEB8D8EB9D2}"/>
                </a:ext>
              </a:extLst>
            </p:cNvPr>
            <p:cNvSpPr/>
            <p:nvPr/>
          </p:nvSpPr>
          <p:spPr>
            <a:xfrm>
              <a:off x="6673504" y="4918868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5" name="Oval 3774">
              <a:extLst>
                <a:ext uri="{FF2B5EF4-FFF2-40B4-BE49-F238E27FC236}">
                  <a16:creationId xmlns:a16="http://schemas.microsoft.com/office/drawing/2014/main" id="{4E181511-A0C0-25BB-AFB3-0F8D89A931CF}"/>
                </a:ext>
              </a:extLst>
            </p:cNvPr>
            <p:cNvSpPr/>
            <p:nvPr/>
          </p:nvSpPr>
          <p:spPr>
            <a:xfrm>
              <a:off x="6700934" y="4922880"/>
              <a:ext cx="3121" cy="3121"/>
            </a:xfrm>
            <a:prstGeom prst="ellipse">
              <a:avLst/>
            </a:prstGeom>
            <a:solidFill>
              <a:srgbClr val="0000FF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3958" name="Group 3957">
            <a:extLst>
              <a:ext uri="{FF2B5EF4-FFF2-40B4-BE49-F238E27FC236}">
                <a16:creationId xmlns:a16="http://schemas.microsoft.com/office/drawing/2014/main" id="{D8AB3255-1D2C-57DA-4BC7-74621CFB937E}"/>
              </a:ext>
            </a:extLst>
          </p:cNvPr>
          <p:cNvGrpSpPr/>
          <p:nvPr/>
        </p:nvGrpSpPr>
        <p:grpSpPr>
          <a:xfrm>
            <a:off x="5070267" y="3923595"/>
            <a:ext cx="1645947" cy="1011934"/>
            <a:chOff x="5070267" y="3923595"/>
            <a:chExt cx="1645947" cy="1011934"/>
          </a:xfrm>
        </p:grpSpPr>
        <p:sp>
          <p:nvSpPr>
            <p:cNvPr id="3776" name="Freeform 3775">
              <a:extLst>
                <a:ext uri="{FF2B5EF4-FFF2-40B4-BE49-F238E27FC236}">
                  <a16:creationId xmlns:a16="http://schemas.microsoft.com/office/drawing/2014/main" id="{60D18204-5B93-F6E0-62F1-D519A61AC15C}"/>
                </a:ext>
              </a:extLst>
            </p:cNvPr>
            <p:cNvSpPr/>
            <p:nvPr/>
          </p:nvSpPr>
          <p:spPr>
            <a:xfrm>
              <a:off x="5070267" y="4933969"/>
              <a:ext cx="27432" cy="889"/>
            </a:xfrm>
            <a:custGeom>
              <a:avLst/>
              <a:gdLst>
                <a:gd name="csX0" fmla="*/ 0 w 27432"/>
                <a:gd name="csY0" fmla="*/ 0 h 889"/>
                <a:gd name="csX1" fmla="*/ 0 w 27432"/>
                <a:gd name="csY1" fmla="*/ 890 h 889"/>
                <a:gd name="csX2" fmla="*/ 27432 w 27432"/>
                <a:gd name="csY2" fmla="*/ 890 h 889"/>
                <a:gd name="csX3" fmla="*/ 27432 w 27432"/>
                <a:gd name="csY3" fmla="*/ 0 h 889"/>
                <a:gd name="csX4" fmla="*/ 0 w 27432"/>
                <a:gd name="csY4" fmla="*/ 0 h 889"/>
                <a:gd name="csX5" fmla="*/ 0 w 27432"/>
                <a:gd name="csY5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889">
                  <a:moveTo>
                    <a:pt x="0" y="0"/>
                  </a:moveTo>
                  <a:lnTo>
                    <a:pt x="0" y="890"/>
                  </a:lnTo>
                  <a:lnTo>
                    <a:pt x="27432" y="890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7" name="Freeform 3776">
              <a:extLst>
                <a:ext uri="{FF2B5EF4-FFF2-40B4-BE49-F238E27FC236}">
                  <a16:creationId xmlns:a16="http://schemas.microsoft.com/office/drawing/2014/main" id="{1E89DF5D-31C4-4C12-9D63-5EE738AE1594}"/>
                </a:ext>
              </a:extLst>
            </p:cNvPr>
            <p:cNvSpPr/>
            <p:nvPr/>
          </p:nvSpPr>
          <p:spPr>
            <a:xfrm>
              <a:off x="5070267" y="4933969"/>
              <a:ext cx="27432" cy="889"/>
            </a:xfrm>
            <a:custGeom>
              <a:avLst/>
              <a:gdLst>
                <a:gd name="csX0" fmla="*/ 0 w 27432"/>
                <a:gd name="csY0" fmla="*/ 0 h 889"/>
                <a:gd name="csX1" fmla="*/ 0 w 27432"/>
                <a:gd name="csY1" fmla="*/ 890 h 889"/>
                <a:gd name="csX2" fmla="*/ 27432 w 27432"/>
                <a:gd name="csY2" fmla="*/ 890 h 889"/>
                <a:gd name="csX3" fmla="*/ 27432 w 27432"/>
                <a:gd name="csY3" fmla="*/ 0 h 889"/>
                <a:gd name="csX4" fmla="*/ 0 w 27432"/>
                <a:gd name="csY4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889">
                  <a:moveTo>
                    <a:pt x="0" y="0"/>
                  </a:moveTo>
                  <a:lnTo>
                    <a:pt x="0" y="890"/>
                  </a:lnTo>
                  <a:lnTo>
                    <a:pt x="27432" y="890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8" name="Freeform 3777">
              <a:extLst>
                <a:ext uri="{FF2B5EF4-FFF2-40B4-BE49-F238E27FC236}">
                  <a16:creationId xmlns:a16="http://schemas.microsoft.com/office/drawing/2014/main" id="{7841EB52-F8AD-1D8A-BC5C-110119BC88D4}"/>
                </a:ext>
              </a:extLst>
            </p:cNvPr>
            <p:cNvSpPr/>
            <p:nvPr/>
          </p:nvSpPr>
          <p:spPr>
            <a:xfrm>
              <a:off x="5097699" y="4933110"/>
              <a:ext cx="27432" cy="1748"/>
            </a:xfrm>
            <a:custGeom>
              <a:avLst/>
              <a:gdLst>
                <a:gd name="csX0" fmla="*/ 0 w 27432"/>
                <a:gd name="csY0" fmla="*/ 0 h 1748"/>
                <a:gd name="csX1" fmla="*/ 0 w 27432"/>
                <a:gd name="csY1" fmla="*/ 1748 h 1748"/>
                <a:gd name="csX2" fmla="*/ 27433 w 27432"/>
                <a:gd name="csY2" fmla="*/ 1748 h 1748"/>
                <a:gd name="csX3" fmla="*/ 27433 w 27432"/>
                <a:gd name="csY3" fmla="*/ 0 h 1748"/>
                <a:gd name="csX4" fmla="*/ 0 w 27432"/>
                <a:gd name="csY4" fmla="*/ 0 h 1748"/>
                <a:gd name="csX5" fmla="*/ 0 w 27432"/>
                <a:gd name="csY5" fmla="*/ 0 h 1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748">
                  <a:moveTo>
                    <a:pt x="0" y="0"/>
                  </a:moveTo>
                  <a:lnTo>
                    <a:pt x="0" y="1748"/>
                  </a:lnTo>
                  <a:lnTo>
                    <a:pt x="27433" y="1748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9" name="Freeform 3778">
              <a:extLst>
                <a:ext uri="{FF2B5EF4-FFF2-40B4-BE49-F238E27FC236}">
                  <a16:creationId xmlns:a16="http://schemas.microsoft.com/office/drawing/2014/main" id="{D28E5E3D-607B-371B-F63E-F283F8EA7D98}"/>
                </a:ext>
              </a:extLst>
            </p:cNvPr>
            <p:cNvSpPr/>
            <p:nvPr/>
          </p:nvSpPr>
          <p:spPr>
            <a:xfrm>
              <a:off x="5097699" y="4933110"/>
              <a:ext cx="27432" cy="1748"/>
            </a:xfrm>
            <a:custGeom>
              <a:avLst/>
              <a:gdLst>
                <a:gd name="csX0" fmla="*/ 0 w 27432"/>
                <a:gd name="csY0" fmla="*/ 0 h 1748"/>
                <a:gd name="csX1" fmla="*/ 0 w 27432"/>
                <a:gd name="csY1" fmla="*/ 1748 h 1748"/>
                <a:gd name="csX2" fmla="*/ 27433 w 27432"/>
                <a:gd name="csY2" fmla="*/ 1748 h 1748"/>
                <a:gd name="csX3" fmla="*/ 27433 w 27432"/>
                <a:gd name="csY3" fmla="*/ 0 h 1748"/>
                <a:gd name="csX4" fmla="*/ 0 w 27432"/>
                <a:gd name="csY4" fmla="*/ 0 h 1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748">
                  <a:moveTo>
                    <a:pt x="0" y="0"/>
                  </a:moveTo>
                  <a:lnTo>
                    <a:pt x="0" y="1748"/>
                  </a:lnTo>
                  <a:lnTo>
                    <a:pt x="27433" y="1748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0" name="Freeform 3779">
              <a:extLst>
                <a:ext uri="{FF2B5EF4-FFF2-40B4-BE49-F238E27FC236}">
                  <a16:creationId xmlns:a16="http://schemas.microsoft.com/office/drawing/2014/main" id="{F7D64F24-A543-C1EF-7F8B-C7364D9BC795}"/>
                </a:ext>
              </a:extLst>
            </p:cNvPr>
            <p:cNvSpPr/>
            <p:nvPr/>
          </p:nvSpPr>
          <p:spPr>
            <a:xfrm>
              <a:off x="5125132" y="4932697"/>
              <a:ext cx="27431" cy="2161"/>
            </a:xfrm>
            <a:custGeom>
              <a:avLst/>
              <a:gdLst>
                <a:gd name="csX0" fmla="*/ 0 w 27431"/>
                <a:gd name="csY0" fmla="*/ 0 h 2161"/>
                <a:gd name="csX1" fmla="*/ 0 w 27431"/>
                <a:gd name="csY1" fmla="*/ 2162 h 2161"/>
                <a:gd name="csX2" fmla="*/ 27432 w 27431"/>
                <a:gd name="csY2" fmla="*/ 2162 h 2161"/>
                <a:gd name="csX3" fmla="*/ 27432 w 27431"/>
                <a:gd name="csY3" fmla="*/ 0 h 2161"/>
                <a:gd name="csX4" fmla="*/ 0 w 27431"/>
                <a:gd name="csY4" fmla="*/ 0 h 2161"/>
                <a:gd name="csX5" fmla="*/ 0 w 27431"/>
                <a:gd name="csY5" fmla="*/ 0 h 2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2161">
                  <a:moveTo>
                    <a:pt x="0" y="0"/>
                  </a:moveTo>
                  <a:lnTo>
                    <a:pt x="0" y="2162"/>
                  </a:lnTo>
                  <a:lnTo>
                    <a:pt x="27432" y="2162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1" name="Freeform 3780">
              <a:extLst>
                <a:ext uri="{FF2B5EF4-FFF2-40B4-BE49-F238E27FC236}">
                  <a16:creationId xmlns:a16="http://schemas.microsoft.com/office/drawing/2014/main" id="{D7E43016-874D-D162-A19B-BC53A8450DB0}"/>
                </a:ext>
              </a:extLst>
            </p:cNvPr>
            <p:cNvSpPr/>
            <p:nvPr/>
          </p:nvSpPr>
          <p:spPr>
            <a:xfrm>
              <a:off x="5125132" y="4932697"/>
              <a:ext cx="27431" cy="2161"/>
            </a:xfrm>
            <a:custGeom>
              <a:avLst/>
              <a:gdLst>
                <a:gd name="csX0" fmla="*/ 0 w 27431"/>
                <a:gd name="csY0" fmla="*/ 0 h 2161"/>
                <a:gd name="csX1" fmla="*/ 0 w 27431"/>
                <a:gd name="csY1" fmla="*/ 2162 h 2161"/>
                <a:gd name="csX2" fmla="*/ 27432 w 27431"/>
                <a:gd name="csY2" fmla="*/ 2162 h 2161"/>
                <a:gd name="csX3" fmla="*/ 27432 w 27431"/>
                <a:gd name="csY3" fmla="*/ 0 h 2161"/>
                <a:gd name="csX4" fmla="*/ 0 w 27431"/>
                <a:gd name="csY4" fmla="*/ 0 h 2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2161">
                  <a:moveTo>
                    <a:pt x="0" y="0"/>
                  </a:moveTo>
                  <a:lnTo>
                    <a:pt x="0" y="2162"/>
                  </a:lnTo>
                  <a:lnTo>
                    <a:pt x="27432" y="2162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2" name="Freeform 3781">
              <a:extLst>
                <a:ext uri="{FF2B5EF4-FFF2-40B4-BE49-F238E27FC236}">
                  <a16:creationId xmlns:a16="http://schemas.microsoft.com/office/drawing/2014/main" id="{C15809E5-F77D-A58B-14AA-11380AB5F997}"/>
                </a:ext>
              </a:extLst>
            </p:cNvPr>
            <p:cNvSpPr/>
            <p:nvPr/>
          </p:nvSpPr>
          <p:spPr>
            <a:xfrm>
              <a:off x="5152564" y="4931284"/>
              <a:ext cx="27432" cy="3574"/>
            </a:xfrm>
            <a:custGeom>
              <a:avLst/>
              <a:gdLst>
                <a:gd name="csX0" fmla="*/ 0 w 27432"/>
                <a:gd name="csY0" fmla="*/ 0 h 3574"/>
                <a:gd name="csX1" fmla="*/ 0 w 27432"/>
                <a:gd name="csY1" fmla="*/ 3574 h 3574"/>
                <a:gd name="csX2" fmla="*/ 27433 w 27432"/>
                <a:gd name="csY2" fmla="*/ 3574 h 3574"/>
                <a:gd name="csX3" fmla="*/ 27433 w 27432"/>
                <a:gd name="csY3" fmla="*/ 0 h 3574"/>
                <a:gd name="csX4" fmla="*/ 0 w 27432"/>
                <a:gd name="csY4" fmla="*/ 0 h 3574"/>
                <a:gd name="csX5" fmla="*/ 0 w 27432"/>
                <a:gd name="csY5" fmla="*/ 0 h 3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574">
                  <a:moveTo>
                    <a:pt x="0" y="0"/>
                  </a:moveTo>
                  <a:lnTo>
                    <a:pt x="0" y="3574"/>
                  </a:lnTo>
                  <a:lnTo>
                    <a:pt x="27433" y="3574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3" name="Freeform 3782">
              <a:extLst>
                <a:ext uri="{FF2B5EF4-FFF2-40B4-BE49-F238E27FC236}">
                  <a16:creationId xmlns:a16="http://schemas.microsoft.com/office/drawing/2014/main" id="{30088EC9-A431-4BEE-E731-796FC2BB7BB1}"/>
                </a:ext>
              </a:extLst>
            </p:cNvPr>
            <p:cNvSpPr/>
            <p:nvPr/>
          </p:nvSpPr>
          <p:spPr>
            <a:xfrm>
              <a:off x="5152564" y="4931284"/>
              <a:ext cx="27432" cy="3574"/>
            </a:xfrm>
            <a:custGeom>
              <a:avLst/>
              <a:gdLst>
                <a:gd name="csX0" fmla="*/ 0 w 27432"/>
                <a:gd name="csY0" fmla="*/ 0 h 3574"/>
                <a:gd name="csX1" fmla="*/ 0 w 27432"/>
                <a:gd name="csY1" fmla="*/ 3574 h 3574"/>
                <a:gd name="csX2" fmla="*/ 27433 w 27432"/>
                <a:gd name="csY2" fmla="*/ 3574 h 3574"/>
                <a:gd name="csX3" fmla="*/ 27433 w 27432"/>
                <a:gd name="csY3" fmla="*/ 0 h 3574"/>
                <a:gd name="csX4" fmla="*/ 0 w 27432"/>
                <a:gd name="csY4" fmla="*/ 0 h 3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574">
                  <a:moveTo>
                    <a:pt x="0" y="0"/>
                  </a:moveTo>
                  <a:lnTo>
                    <a:pt x="0" y="3574"/>
                  </a:lnTo>
                  <a:lnTo>
                    <a:pt x="27433" y="3574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4" name="Freeform 3783">
              <a:extLst>
                <a:ext uri="{FF2B5EF4-FFF2-40B4-BE49-F238E27FC236}">
                  <a16:creationId xmlns:a16="http://schemas.microsoft.com/office/drawing/2014/main" id="{B03257FA-2AFD-63A8-AE5C-5D80B3D3FD8F}"/>
                </a:ext>
              </a:extLst>
            </p:cNvPr>
            <p:cNvSpPr/>
            <p:nvPr/>
          </p:nvSpPr>
          <p:spPr>
            <a:xfrm>
              <a:off x="5179997" y="4929021"/>
              <a:ext cx="27432" cy="5837"/>
            </a:xfrm>
            <a:custGeom>
              <a:avLst/>
              <a:gdLst>
                <a:gd name="csX0" fmla="*/ 0 w 27432"/>
                <a:gd name="csY0" fmla="*/ 0 h 5837"/>
                <a:gd name="csX1" fmla="*/ 0 w 27432"/>
                <a:gd name="csY1" fmla="*/ 5837 h 5837"/>
                <a:gd name="csX2" fmla="*/ 27432 w 27432"/>
                <a:gd name="csY2" fmla="*/ 5837 h 5837"/>
                <a:gd name="csX3" fmla="*/ 27432 w 27432"/>
                <a:gd name="csY3" fmla="*/ 0 h 5837"/>
                <a:gd name="csX4" fmla="*/ 0 w 27432"/>
                <a:gd name="csY4" fmla="*/ 0 h 5837"/>
                <a:gd name="csX5" fmla="*/ 0 w 27432"/>
                <a:gd name="csY5" fmla="*/ 0 h 5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5837">
                  <a:moveTo>
                    <a:pt x="0" y="0"/>
                  </a:moveTo>
                  <a:lnTo>
                    <a:pt x="0" y="5837"/>
                  </a:lnTo>
                  <a:lnTo>
                    <a:pt x="27432" y="5837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5" name="Freeform 3784">
              <a:extLst>
                <a:ext uri="{FF2B5EF4-FFF2-40B4-BE49-F238E27FC236}">
                  <a16:creationId xmlns:a16="http://schemas.microsoft.com/office/drawing/2014/main" id="{83A78DFA-91A3-C845-0933-C65C55B79AC2}"/>
                </a:ext>
              </a:extLst>
            </p:cNvPr>
            <p:cNvSpPr/>
            <p:nvPr/>
          </p:nvSpPr>
          <p:spPr>
            <a:xfrm>
              <a:off x="5179997" y="4929021"/>
              <a:ext cx="27432" cy="5837"/>
            </a:xfrm>
            <a:custGeom>
              <a:avLst/>
              <a:gdLst>
                <a:gd name="csX0" fmla="*/ 0 w 27432"/>
                <a:gd name="csY0" fmla="*/ 0 h 5837"/>
                <a:gd name="csX1" fmla="*/ 0 w 27432"/>
                <a:gd name="csY1" fmla="*/ 5837 h 5837"/>
                <a:gd name="csX2" fmla="*/ 27432 w 27432"/>
                <a:gd name="csY2" fmla="*/ 5837 h 5837"/>
                <a:gd name="csX3" fmla="*/ 27432 w 27432"/>
                <a:gd name="csY3" fmla="*/ 0 h 5837"/>
                <a:gd name="csX4" fmla="*/ 0 w 27432"/>
                <a:gd name="csY4" fmla="*/ 0 h 5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5837">
                  <a:moveTo>
                    <a:pt x="0" y="0"/>
                  </a:moveTo>
                  <a:lnTo>
                    <a:pt x="0" y="5837"/>
                  </a:lnTo>
                  <a:lnTo>
                    <a:pt x="27432" y="5837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6" name="Freeform 3785">
              <a:extLst>
                <a:ext uri="{FF2B5EF4-FFF2-40B4-BE49-F238E27FC236}">
                  <a16:creationId xmlns:a16="http://schemas.microsoft.com/office/drawing/2014/main" id="{78CD6429-17B5-960D-C6D6-DB10517A7A9C}"/>
                </a:ext>
              </a:extLst>
            </p:cNvPr>
            <p:cNvSpPr/>
            <p:nvPr/>
          </p:nvSpPr>
          <p:spPr>
            <a:xfrm>
              <a:off x="5207429" y="4929341"/>
              <a:ext cx="27432" cy="5517"/>
            </a:xfrm>
            <a:custGeom>
              <a:avLst/>
              <a:gdLst>
                <a:gd name="csX0" fmla="*/ 0 w 27432"/>
                <a:gd name="csY0" fmla="*/ 0 h 5517"/>
                <a:gd name="csX1" fmla="*/ 0 w 27432"/>
                <a:gd name="csY1" fmla="*/ 5517 h 5517"/>
                <a:gd name="csX2" fmla="*/ 27433 w 27432"/>
                <a:gd name="csY2" fmla="*/ 5517 h 5517"/>
                <a:gd name="csX3" fmla="*/ 27433 w 27432"/>
                <a:gd name="csY3" fmla="*/ 0 h 5517"/>
                <a:gd name="csX4" fmla="*/ 0 w 27432"/>
                <a:gd name="csY4" fmla="*/ 0 h 5517"/>
                <a:gd name="csX5" fmla="*/ 0 w 27432"/>
                <a:gd name="csY5" fmla="*/ 0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5517">
                  <a:moveTo>
                    <a:pt x="0" y="0"/>
                  </a:moveTo>
                  <a:lnTo>
                    <a:pt x="0" y="5517"/>
                  </a:lnTo>
                  <a:lnTo>
                    <a:pt x="27433" y="5517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7" name="Freeform 3786">
              <a:extLst>
                <a:ext uri="{FF2B5EF4-FFF2-40B4-BE49-F238E27FC236}">
                  <a16:creationId xmlns:a16="http://schemas.microsoft.com/office/drawing/2014/main" id="{01E90469-F825-E383-2411-8B0F82143EBA}"/>
                </a:ext>
              </a:extLst>
            </p:cNvPr>
            <p:cNvSpPr/>
            <p:nvPr/>
          </p:nvSpPr>
          <p:spPr>
            <a:xfrm>
              <a:off x="5207429" y="4929341"/>
              <a:ext cx="27432" cy="5517"/>
            </a:xfrm>
            <a:custGeom>
              <a:avLst/>
              <a:gdLst>
                <a:gd name="csX0" fmla="*/ 0 w 27432"/>
                <a:gd name="csY0" fmla="*/ 0 h 5517"/>
                <a:gd name="csX1" fmla="*/ 0 w 27432"/>
                <a:gd name="csY1" fmla="*/ 5517 h 5517"/>
                <a:gd name="csX2" fmla="*/ 27433 w 27432"/>
                <a:gd name="csY2" fmla="*/ 5517 h 5517"/>
                <a:gd name="csX3" fmla="*/ 27433 w 27432"/>
                <a:gd name="csY3" fmla="*/ 0 h 5517"/>
                <a:gd name="csX4" fmla="*/ 0 w 27432"/>
                <a:gd name="csY4" fmla="*/ 0 h 5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5517">
                  <a:moveTo>
                    <a:pt x="0" y="0"/>
                  </a:moveTo>
                  <a:lnTo>
                    <a:pt x="0" y="5517"/>
                  </a:lnTo>
                  <a:lnTo>
                    <a:pt x="27433" y="5517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8" name="Freeform 3787">
              <a:extLst>
                <a:ext uri="{FF2B5EF4-FFF2-40B4-BE49-F238E27FC236}">
                  <a16:creationId xmlns:a16="http://schemas.microsoft.com/office/drawing/2014/main" id="{308C2B5F-8556-D001-C52E-3B0CB9B6F433}"/>
                </a:ext>
              </a:extLst>
            </p:cNvPr>
            <p:cNvSpPr/>
            <p:nvPr/>
          </p:nvSpPr>
          <p:spPr>
            <a:xfrm>
              <a:off x="5234862" y="4923964"/>
              <a:ext cx="27432" cy="10894"/>
            </a:xfrm>
            <a:custGeom>
              <a:avLst/>
              <a:gdLst>
                <a:gd name="csX0" fmla="*/ 0 w 27432"/>
                <a:gd name="csY0" fmla="*/ 0 h 10894"/>
                <a:gd name="csX1" fmla="*/ 0 w 27432"/>
                <a:gd name="csY1" fmla="*/ 10894 h 10894"/>
                <a:gd name="csX2" fmla="*/ 27432 w 27432"/>
                <a:gd name="csY2" fmla="*/ 10894 h 10894"/>
                <a:gd name="csX3" fmla="*/ 27432 w 27432"/>
                <a:gd name="csY3" fmla="*/ 0 h 10894"/>
                <a:gd name="csX4" fmla="*/ 0 w 27432"/>
                <a:gd name="csY4" fmla="*/ 0 h 10894"/>
                <a:gd name="csX5" fmla="*/ 0 w 27432"/>
                <a:gd name="csY5" fmla="*/ 0 h 10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0894">
                  <a:moveTo>
                    <a:pt x="0" y="0"/>
                  </a:moveTo>
                  <a:lnTo>
                    <a:pt x="0" y="10894"/>
                  </a:lnTo>
                  <a:lnTo>
                    <a:pt x="27432" y="10894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9" name="Freeform 3788">
              <a:extLst>
                <a:ext uri="{FF2B5EF4-FFF2-40B4-BE49-F238E27FC236}">
                  <a16:creationId xmlns:a16="http://schemas.microsoft.com/office/drawing/2014/main" id="{2C4738EB-3639-352B-EFD8-8D7DBE59499D}"/>
                </a:ext>
              </a:extLst>
            </p:cNvPr>
            <p:cNvSpPr/>
            <p:nvPr/>
          </p:nvSpPr>
          <p:spPr>
            <a:xfrm>
              <a:off x="5234862" y="4923964"/>
              <a:ext cx="27432" cy="10894"/>
            </a:xfrm>
            <a:custGeom>
              <a:avLst/>
              <a:gdLst>
                <a:gd name="csX0" fmla="*/ 0 w 27432"/>
                <a:gd name="csY0" fmla="*/ 0 h 10894"/>
                <a:gd name="csX1" fmla="*/ 0 w 27432"/>
                <a:gd name="csY1" fmla="*/ 10894 h 10894"/>
                <a:gd name="csX2" fmla="*/ 27432 w 27432"/>
                <a:gd name="csY2" fmla="*/ 10894 h 10894"/>
                <a:gd name="csX3" fmla="*/ 27432 w 27432"/>
                <a:gd name="csY3" fmla="*/ 0 h 10894"/>
                <a:gd name="csX4" fmla="*/ 0 w 27432"/>
                <a:gd name="csY4" fmla="*/ 0 h 108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0894">
                  <a:moveTo>
                    <a:pt x="0" y="0"/>
                  </a:moveTo>
                  <a:lnTo>
                    <a:pt x="0" y="10894"/>
                  </a:lnTo>
                  <a:lnTo>
                    <a:pt x="27432" y="10894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0" name="Freeform 3789">
              <a:extLst>
                <a:ext uri="{FF2B5EF4-FFF2-40B4-BE49-F238E27FC236}">
                  <a16:creationId xmlns:a16="http://schemas.microsoft.com/office/drawing/2014/main" id="{44A3F24F-C74E-7930-1A13-540B63F3A113}"/>
                </a:ext>
              </a:extLst>
            </p:cNvPr>
            <p:cNvSpPr/>
            <p:nvPr/>
          </p:nvSpPr>
          <p:spPr>
            <a:xfrm>
              <a:off x="5262294" y="4917948"/>
              <a:ext cx="27432" cy="16910"/>
            </a:xfrm>
            <a:custGeom>
              <a:avLst/>
              <a:gdLst>
                <a:gd name="csX0" fmla="*/ 0 w 27432"/>
                <a:gd name="csY0" fmla="*/ 0 h 16910"/>
                <a:gd name="csX1" fmla="*/ 0 w 27432"/>
                <a:gd name="csY1" fmla="*/ 16911 h 16910"/>
                <a:gd name="csX2" fmla="*/ 27433 w 27432"/>
                <a:gd name="csY2" fmla="*/ 16911 h 16910"/>
                <a:gd name="csX3" fmla="*/ 27433 w 27432"/>
                <a:gd name="csY3" fmla="*/ 0 h 16910"/>
                <a:gd name="csX4" fmla="*/ 0 w 27432"/>
                <a:gd name="csY4" fmla="*/ 0 h 16910"/>
                <a:gd name="csX5" fmla="*/ 0 w 27432"/>
                <a:gd name="csY5" fmla="*/ 0 h 16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6910">
                  <a:moveTo>
                    <a:pt x="0" y="0"/>
                  </a:moveTo>
                  <a:lnTo>
                    <a:pt x="0" y="16911"/>
                  </a:lnTo>
                  <a:lnTo>
                    <a:pt x="27433" y="16911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1" name="Freeform 3790">
              <a:extLst>
                <a:ext uri="{FF2B5EF4-FFF2-40B4-BE49-F238E27FC236}">
                  <a16:creationId xmlns:a16="http://schemas.microsoft.com/office/drawing/2014/main" id="{9571E6E0-B5B5-B789-9830-7E7F7D6DE25F}"/>
                </a:ext>
              </a:extLst>
            </p:cNvPr>
            <p:cNvSpPr/>
            <p:nvPr/>
          </p:nvSpPr>
          <p:spPr>
            <a:xfrm>
              <a:off x="5262294" y="4917948"/>
              <a:ext cx="27432" cy="16910"/>
            </a:xfrm>
            <a:custGeom>
              <a:avLst/>
              <a:gdLst>
                <a:gd name="csX0" fmla="*/ 0 w 27432"/>
                <a:gd name="csY0" fmla="*/ 0 h 16910"/>
                <a:gd name="csX1" fmla="*/ 0 w 27432"/>
                <a:gd name="csY1" fmla="*/ 16911 h 16910"/>
                <a:gd name="csX2" fmla="*/ 27433 w 27432"/>
                <a:gd name="csY2" fmla="*/ 16911 h 16910"/>
                <a:gd name="csX3" fmla="*/ 27433 w 27432"/>
                <a:gd name="csY3" fmla="*/ 0 h 16910"/>
                <a:gd name="csX4" fmla="*/ 0 w 27432"/>
                <a:gd name="csY4" fmla="*/ 0 h 16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6910">
                  <a:moveTo>
                    <a:pt x="0" y="0"/>
                  </a:moveTo>
                  <a:lnTo>
                    <a:pt x="0" y="16911"/>
                  </a:lnTo>
                  <a:lnTo>
                    <a:pt x="27433" y="16911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2" name="Freeform 3791">
              <a:extLst>
                <a:ext uri="{FF2B5EF4-FFF2-40B4-BE49-F238E27FC236}">
                  <a16:creationId xmlns:a16="http://schemas.microsoft.com/office/drawing/2014/main" id="{962D802C-6A47-1D52-62FD-C971148C45B3}"/>
                </a:ext>
              </a:extLst>
            </p:cNvPr>
            <p:cNvSpPr/>
            <p:nvPr/>
          </p:nvSpPr>
          <p:spPr>
            <a:xfrm>
              <a:off x="5289727" y="4916761"/>
              <a:ext cx="27432" cy="18097"/>
            </a:xfrm>
            <a:custGeom>
              <a:avLst/>
              <a:gdLst>
                <a:gd name="csX0" fmla="*/ 0 w 27432"/>
                <a:gd name="csY0" fmla="*/ 0 h 18097"/>
                <a:gd name="csX1" fmla="*/ 0 w 27432"/>
                <a:gd name="csY1" fmla="*/ 18097 h 18097"/>
                <a:gd name="csX2" fmla="*/ 27432 w 27432"/>
                <a:gd name="csY2" fmla="*/ 18097 h 18097"/>
                <a:gd name="csX3" fmla="*/ 27432 w 27432"/>
                <a:gd name="csY3" fmla="*/ 0 h 18097"/>
                <a:gd name="csX4" fmla="*/ 0 w 27432"/>
                <a:gd name="csY4" fmla="*/ 0 h 18097"/>
                <a:gd name="csX5" fmla="*/ 0 w 27432"/>
                <a:gd name="csY5" fmla="*/ 0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8097">
                  <a:moveTo>
                    <a:pt x="0" y="0"/>
                  </a:moveTo>
                  <a:lnTo>
                    <a:pt x="0" y="18097"/>
                  </a:lnTo>
                  <a:lnTo>
                    <a:pt x="27432" y="18097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3" name="Freeform 3792">
              <a:extLst>
                <a:ext uri="{FF2B5EF4-FFF2-40B4-BE49-F238E27FC236}">
                  <a16:creationId xmlns:a16="http://schemas.microsoft.com/office/drawing/2014/main" id="{1AD4D87C-2602-9248-B9C9-F5B2C377600E}"/>
                </a:ext>
              </a:extLst>
            </p:cNvPr>
            <p:cNvSpPr/>
            <p:nvPr/>
          </p:nvSpPr>
          <p:spPr>
            <a:xfrm>
              <a:off x="5289727" y="4916761"/>
              <a:ext cx="27432" cy="18097"/>
            </a:xfrm>
            <a:custGeom>
              <a:avLst/>
              <a:gdLst>
                <a:gd name="csX0" fmla="*/ 0 w 27432"/>
                <a:gd name="csY0" fmla="*/ 0 h 18097"/>
                <a:gd name="csX1" fmla="*/ 0 w 27432"/>
                <a:gd name="csY1" fmla="*/ 18097 h 18097"/>
                <a:gd name="csX2" fmla="*/ 27432 w 27432"/>
                <a:gd name="csY2" fmla="*/ 18097 h 18097"/>
                <a:gd name="csX3" fmla="*/ 27432 w 27432"/>
                <a:gd name="csY3" fmla="*/ 0 h 18097"/>
                <a:gd name="csX4" fmla="*/ 0 w 27432"/>
                <a:gd name="csY4" fmla="*/ 0 h 1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8097">
                  <a:moveTo>
                    <a:pt x="0" y="0"/>
                  </a:moveTo>
                  <a:lnTo>
                    <a:pt x="0" y="18097"/>
                  </a:lnTo>
                  <a:lnTo>
                    <a:pt x="27432" y="18097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4" name="Freeform 3793">
              <a:extLst>
                <a:ext uri="{FF2B5EF4-FFF2-40B4-BE49-F238E27FC236}">
                  <a16:creationId xmlns:a16="http://schemas.microsoft.com/office/drawing/2014/main" id="{42DBFFB9-10DD-2C3A-609C-3D5C96EF7693}"/>
                </a:ext>
              </a:extLst>
            </p:cNvPr>
            <p:cNvSpPr/>
            <p:nvPr/>
          </p:nvSpPr>
          <p:spPr>
            <a:xfrm>
              <a:off x="5317159" y="4921420"/>
              <a:ext cx="27432" cy="13438"/>
            </a:xfrm>
            <a:custGeom>
              <a:avLst/>
              <a:gdLst>
                <a:gd name="csX0" fmla="*/ 0 w 27432"/>
                <a:gd name="csY0" fmla="*/ 0 h 13438"/>
                <a:gd name="csX1" fmla="*/ 0 w 27432"/>
                <a:gd name="csY1" fmla="*/ 13438 h 13438"/>
                <a:gd name="csX2" fmla="*/ 27433 w 27432"/>
                <a:gd name="csY2" fmla="*/ 13438 h 13438"/>
                <a:gd name="csX3" fmla="*/ 27433 w 27432"/>
                <a:gd name="csY3" fmla="*/ 0 h 13438"/>
                <a:gd name="csX4" fmla="*/ 0 w 27432"/>
                <a:gd name="csY4" fmla="*/ 0 h 13438"/>
                <a:gd name="csX5" fmla="*/ 0 w 27432"/>
                <a:gd name="csY5" fmla="*/ 0 h 1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3438">
                  <a:moveTo>
                    <a:pt x="0" y="0"/>
                  </a:moveTo>
                  <a:lnTo>
                    <a:pt x="0" y="13438"/>
                  </a:lnTo>
                  <a:lnTo>
                    <a:pt x="27433" y="13438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5" name="Freeform 3794">
              <a:extLst>
                <a:ext uri="{FF2B5EF4-FFF2-40B4-BE49-F238E27FC236}">
                  <a16:creationId xmlns:a16="http://schemas.microsoft.com/office/drawing/2014/main" id="{3FF7C14B-90DD-C29A-78E2-5AA461D07834}"/>
                </a:ext>
              </a:extLst>
            </p:cNvPr>
            <p:cNvSpPr/>
            <p:nvPr/>
          </p:nvSpPr>
          <p:spPr>
            <a:xfrm>
              <a:off x="5317159" y="4921420"/>
              <a:ext cx="27432" cy="13438"/>
            </a:xfrm>
            <a:custGeom>
              <a:avLst/>
              <a:gdLst>
                <a:gd name="csX0" fmla="*/ 0 w 27432"/>
                <a:gd name="csY0" fmla="*/ 0 h 13438"/>
                <a:gd name="csX1" fmla="*/ 0 w 27432"/>
                <a:gd name="csY1" fmla="*/ 13438 h 13438"/>
                <a:gd name="csX2" fmla="*/ 27433 w 27432"/>
                <a:gd name="csY2" fmla="*/ 13438 h 13438"/>
                <a:gd name="csX3" fmla="*/ 27433 w 27432"/>
                <a:gd name="csY3" fmla="*/ 0 h 13438"/>
                <a:gd name="csX4" fmla="*/ 0 w 27432"/>
                <a:gd name="csY4" fmla="*/ 0 h 13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3438">
                  <a:moveTo>
                    <a:pt x="0" y="0"/>
                  </a:moveTo>
                  <a:lnTo>
                    <a:pt x="0" y="13438"/>
                  </a:lnTo>
                  <a:lnTo>
                    <a:pt x="27433" y="13438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6" name="Freeform 3795">
              <a:extLst>
                <a:ext uri="{FF2B5EF4-FFF2-40B4-BE49-F238E27FC236}">
                  <a16:creationId xmlns:a16="http://schemas.microsoft.com/office/drawing/2014/main" id="{BF84B86A-755E-7EA7-C861-A365800E8AD9}"/>
                </a:ext>
              </a:extLst>
            </p:cNvPr>
            <p:cNvSpPr/>
            <p:nvPr/>
          </p:nvSpPr>
          <p:spPr>
            <a:xfrm>
              <a:off x="5344591" y="4895972"/>
              <a:ext cx="27432" cy="38886"/>
            </a:xfrm>
            <a:custGeom>
              <a:avLst/>
              <a:gdLst>
                <a:gd name="csX0" fmla="*/ 0 w 27432"/>
                <a:gd name="csY0" fmla="*/ 0 h 38886"/>
                <a:gd name="csX1" fmla="*/ 0 w 27432"/>
                <a:gd name="csY1" fmla="*/ 38886 h 38886"/>
                <a:gd name="csX2" fmla="*/ 27432 w 27432"/>
                <a:gd name="csY2" fmla="*/ 38886 h 38886"/>
                <a:gd name="csX3" fmla="*/ 27432 w 27432"/>
                <a:gd name="csY3" fmla="*/ 0 h 38886"/>
                <a:gd name="csX4" fmla="*/ 0 w 27432"/>
                <a:gd name="csY4" fmla="*/ 0 h 38886"/>
                <a:gd name="csX5" fmla="*/ 0 w 27432"/>
                <a:gd name="csY5" fmla="*/ 0 h 38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8886">
                  <a:moveTo>
                    <a:pt x="0" y="0"/>
                  </a:moveTo>
                  <a:lnTo>
                    <a:pt x="0" y="38886"/>
                  </a:lnTo>
                  <a:lnTo>
                    <a:pt x="27432" y="38886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7" name="Freeform 3796">
              <a:extLst>
                <a:ext uri="{FF2B5EF4-FFF2-40B4-BE49-F238E27FC236}">
                  <a16:creationId xmlns:a16="http://schemas.microsoft.com/office/drawing/2014/main" id="{46E660D8-EFFA-ECFE-9DC1-04255472EF50}"/>
                </a:ext>
              </a:extLst>
            </p:cNvPr>
            <p:cNvSpPr/>
            <p:nvPr/>
          </p:nvSpPr>
          <p:spPr>
            <a:xfrm>
              <a:off x="5344591" y="4895972"/>
              <a:ext cx="27432" cy="38886"/>
            </a:xfrm>
            <a:custGeom>
              <a:avLst/>
              <a:gdLst>
                <a:gd name="csX0" fmla="*/ 0 w 27432"/>
                <a:gd name="csY0" fmla="*/ 0 h 38886"/>
                <a:gd name="csX1" fmla="*/ 0 w 27432"/>
                <a:gd name="csY1" fmla="*/ 38886 h 38886"/>
                <a:gd name="csX2" fmla="*/ 27432 w 27432"/>
                <a:gd name="csY2" fmla="*/ 38886 h 38886"/>
                <a:gd name="csX3" fmla="*/ 27432 w 27432"/>
                <a:gd name="csY3" fmla="*/ 0 h 38886"/>
                <a:gd name="csX4" fmla="*/ 0 w 27432"/>
                <a:gd name="csY4" fmla="*/ 0 h 38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8886">
                  <a:moveTo>
                    <a:pt x="0" y="0"/>
                  </a:moveTo>
                  <a:lnTo>
                    <a:pt x="0" y="38886"/>
                  </a:lnTo>
                  <a:lnTo>
                    <a:pt x="27432" y="38886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8" name="Freeform 3797">
              <a:extLst>
                <a:ext uri="{FF2B5EF4-FFF2-40B4-BE49-F238E27FC236}">
                  <a16:creationId xmlns:a16="http://schemas.microsoft.com/office/drawing/2014/main" id="{725AB1D7-D8E5-98F8-BC83-76B2240F3805}"/>
                </a:ext>
              </a:extLst>
            </p:cNvPr>
            <p:cNvSpPr/>
            <p:nvPr/>
          </p:nvSpPr>
          <p:spPr>
            <a:xfrm>
              <a:off x="5372023" y="4904049"/>
              <a:ext cx="27432" cy="30809"/>
            </a:xfrm>
            <a:custGeom>
              <a:avLst/>
              <a:gdLst>
                <a:gd name="csX0" fmla="*/ 0 w 27432"/>
                <a:gd name="csY0" fmla="*/ 0 h 30809"/>
                <a:gd name="csX1" fmla="*/ 0 w 27432"/>
                <a:gd name="csY1" fmla="*/ 30809 h 30809"/>
                <a:gd name="csX2" fmla="*/ 27433 w 27432"/>
                <a:gd name="csY2" fmla="*/ 30809 h 30809"/>
                <a:gd name="csX3" fmla="*/ 27433 w 27432"/>
                <a:gd name="csY3" fmla="*/ 0 h 30809"/>
                <a:gd name="csX4" fmla="*/ 0 w 27432"/>
                <a:gd name="csY4" fmla="*/ 0 h 30809"/>
                <a:gd name="csX5" fmla="*/ 0 w 27432"/>
                <a:gd name="csY5" fmla="*/ 0 h 3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0809">
                  <a:moveTo>
                    <a:pt x="0" y="0"/>
                  </a:moveTo>
                  <a:lnTo>
                    <a:pt x="0" y="30809"/>
                  </a:lnTo>
                  <a:lnTo>
                    <a:pt x="27433" y="30809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9" name="Freeform 3798">
              <a:extLst>
                <a:ext uri="{FF2B5EF4-FFF2-40B4-BE49-F238E27FC236}">
                  <a16:creationId xmlns:a16="http://schemas.microsoft.com/office/drawing/2014/main" id="{B19A8C33-6645-B626-2CAD-DE77C20F8B36}"/>
                </a:ext>
              </a:extLst>
            </p:cNvPr>
            <p:cNvSpPr/>
            <p:nvPr/>
          </p:nvSpPr>
          <p:spPr>
            <a:xfrm>
              <a:off x="5372023" y="4904049"/>
              <a:ext cx="27432" cy="30809"/>
            </a:xfrm>
            <a:custGeom>
              <a:avLst/>
              <a:gdLst>
                <a:gd name="csX0" fmla="*/ 0 w 27432"/>
                <a:gd name="csY0" fmla="*/ 0 h 30809"/>
                <a:gd name="csX1" fmla="*/ 0 w 27432"/>
                <a:gd name="csY1" fmla="*/ 30809 h 30809"/>
                <a:gd name="csX2" fmla="*/ 27433 w 27432"/>
                <a:gd name="csY2" fmla="*/ 30809 h 30809"/>
                <a:gd name="csX3" fmla="*/ 27433 w 27432"/>
                <a:gd name="csY3" fmla="*/ 0 h 30809"/>
                <a:gd name="csX4" fmla="*/ 0 w 27432"/>
                <a:gd name="csY4" fmla="*/ 0 h 3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0809">
                  <a:moveTo>
                    <a:pt x="0" y="0"/>
                  </a:moveTo>
                  <a:lnTo>
                    <a:pt x="0" y="30809"/>
                  </a:lnTo>
                  <a:lnTo>
                    <a:pt x="27433" y="30809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0" name="Freeform 3799">
              <a:extLst>
                <a:ext uri="{FF2B5EF4-FFF2-40B4-BE49-F238E27FC236}">
                  <a16:creationId xmlns:a16="http://schemas.microsoft.com/office/drawing/2014/main" id="{658A84BC-BB31-4093-ED86-D2024544209F}"/>
                </a:ext>
              </a:extLst>
            </p:cNvPr>
            <p:cNvSpPr/>
            <p:nvPr/>
          </p:nvSpPr>
          <p:spPr>
            <a:xfrm>
              <a:off x="5399456" y="4887739"/>
              <a:ext cx="27432" cy="47119"/>
            </a:xfrm>
            <a:custGeom>
              <a:avLst/>
              <a:gdLst>
                <a:gd name="csX0" fmla="*/ 0 w 27432"/>
                <a:gd name="csY0" fmla="*/ 0 h 47119"/>
                <a:gd name="csX1" fmla="*/ 0 w 27432"/>
                <a:gd name="csY1" fmla="*/ 47120 h 47119"/>
                <a:gd name="csX2" fmla="*/ 27432 w 27432"/>
                <a:gd name="csY2" fmla="*/ 47120 h 47119"/>
                <a:gd name="csX3" fmla="*/ 27432 w 27432"/>
                <a:gd name="csY3" fmla="*/ 0 h 47119"/>
                <a:gd name="csX4" fmla="*/ 0 w 27432"/>
                <a:gd name="csY4" fmla="*/ 0 h 47119"/>
                <a:gd name="csX5" fmla="*/ 0 w 27432"/>
                <a:gd name="csY5" fmla="*/ 0 h 47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47119">
                  <a:moveTo>
                    <a:pt x="0" y="0"/>
                  </a:moveTo>
                  <a:lnTo>
                    <a:pt x="0" y="47120"/>
                  </a:lnTo>
                  <a:lnTo>
                    <a:pt x="27432" y="47120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1" name="Freeform 3800">
              <a:extLst>
                <a:ext uri="{FF2B5EF4-FFF2-40B4-BE49-F238E27FC236}">
                  <a16:creationId xmlns:a16="http://schemas.microsoft.com/office/drawing/2014/main" id="{1011A0E1-2546-E8A4-C903-E677AF242FCB}"/>
                </a:ext>
              </a:extLst>
            </p:cNvPr>
            <p:cNvSpPr/>
            <p:nvPr/>
          </p:nvSpPr>
          <p:spPr>
            <a:xfrm>
              <a:off x="5399456" y="4887739"/>
              <a:ext cx="27432" cy="47119"/>
            </a:xfrm>
            <a:custGeom>
              <a:avLst/>
              <a:gdLst>
                <a:gd name="csX0" fmla="*/ 0 w 27432"/>
                <a:gd name="csY0" fmla="*/ 0 h 47119"/>
                <a:gd name="csX1" fmla="*/ 0 w 27432"/>
                <a:gd name="csY1" fmla="*/ 47120 h 47119"/>
                <a:gd name="csX2" fmla="*/ 27432 w 27432"/>
                <a:gd name="csY2" fmla="*/ 47120 h 47119"/>
                <a:gd name="csX3" fmla="*/ 27432 w 27432"/>
                <a:gd name="csY3" fmla="*/ 0 h 47119"/>
                <a:gd name="csX4" fmla="*/ 0 w 27432"/>
                <a:gd name="csY4" fmla="*/ 0 h 47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47119">
                  <a:moveTo>
                    <a:pt x="0" y="0"/>
                  </a:moveTo>
                  <a:lnTo>
                    <a:pt x="0" y="47120"/>
                  </a:lnTo>
                  <a:lnTo>
                    <a:pt x="27432" y="47120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2" name="Freeform 3801">
              <a:extLst>
                <a:ext uri="{FF2B5EF4-FFF2-40B4-BE49-F238E27FC236}">
                  <a16:creationId xmlns:a16="http://schemas.microsoft.com/office/drawing/2014/main" id="{95AD304C-AB17-872D-028A-18C1CD55AD1A}"/>
                </a:ext>
              </a:extLst>
            </p:cNvPr>
            <p:cNvSpPr/>
            <p:nvPr/>
          </p:nvSpPr>
          <p:spPr>
            <a:xfrm>
              <a:off x="5426888" y="4873622"/>
              <a:ext cx="27432" cy="61236"/>
            </a:xfrm>
            <a:custGeom>
              <a:avLst/>
              <a:gdLst>
                <a:gd name="csX0" fmla="*/ 0 w 27432"/>
                <a:gd name="csY0" fmla="*/ 0 h 61236"/>
                <a:gd name="csX1" fmla="*/ 0 w 27432"/>
                <a:gd name="csY1" fmla="*/ 61237 h 61236"/>
                <a:gd name="csX2" fmla="*/ 27433 w 27432"/>
                <a:gd name="csY2" fmla="*/ 61237 h 61236"/>
                <a:gd name="csX3" fmla="*/ 27433 w 27432"/>
                <a:gd name="csY3" fmla="*/ 0 h 61236"/>
                <a:gd name="csX4" fmla="*/ 0 w 27432"/>
                <a:gd name="csY4" fmla="*/ 0 h 61236"/>
                <a:gd name="csX5" fmla="*/ 0 w 27432"/>
                <a:gd name="csY5" fmla="*/ 0 h 61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61236">
                  <a:moveTo>
                    <a:pt x="0" y="0"/>
                  </a:moveTo>
                  <a:lnTo>
                    <a:pt x="0" y="61237"/>
                  </a:lnTo>
                  <a:lnTo>
                    <a:pt x="27433" y="61237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3" name="Freeform 3802">
              <a:extLst>
                <a:ext uri="{FF2B5EF4-FFF2-40B4-BE49-F238E27FC236}">
                  <a16:creationId xmlns:a16="http://schemas.microsoft.com/office/drawing/2014/main" id="{28908DC5-2FDA-D0F8-1B4B-1C5213E92A45}"/>
                </a:ext>
              </a:extLst>
            </p:cNvPr>
            <p:cNvSpPr/>
            <p:nvPr/>
          </p:nvSpPr>
          <p:spPr>
            <a:xfrm>
              <a:off x="5426888" y="4873622"/>
              <a:ext cx="27432" cy="61236"/>
            </a:xfrm>
            <a:custGeom>
              <a:avLst/>
              <a:gdLst>
                <a:gd name="csX0" fmla="*/ 0 w 27432"/>
                <a:gd name="csY0" fmla="*/ 0 h 61236"/>
                <a:gd name="csX1" fmla="*/ 0 w 27432"/>
                <a:gd name="csY1" fmla="*/ 61237 h 61236"/>
                <a:gd name="csX2" fmla="*/ 27433 w 27432"/>
                <a:gd name="csY2" fmla="*/ 61237 h 61236"/>
                <a:gd name="csX3" fmla="*/ 27433 w 27432"/>
                <a:gd name="csY3" fmla="*/ 0 h 61236"/>
                <a:gd name="csX4" fmla="*/ 0 w 27432"/>
                <a:gd name="csY4" fmla="*/ 0 h 61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61236">
                  <a:moveTo>
                    <a:pt x="0" y="0"/>
                  </a:moveTo>
                  <a:lnTo>
                    <a:pt x="0" y="61237"/>
                  </a:lnTo>
                  <a:lnTo>
                    <a:pt x="27433" y="61237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4" name="Freeform 3803">
              <a:extLst>
                <a:ext uri="{FF2B5EF4-FFF2-40B4-BE49-F238E27FC236}">
                  <a16:creationId xmlns:a16="http://schemas.microsoft.com/office/drawing/2014/main" id="{6E00E5B9-B0DC-1885-8C00-458F3A750396}"/>
                </a:ext>
              </a:extLst>
            </p:cNvPr>
            <p:cNvSpPr/>
            <p:nvPr/>
          </p:nvSpPr>
          <p:spPr>
            <a:xfrm>
              <a:off x="5454321" y="4860418"/>
              <a:ext cx="27431" cy="74440"/>
            </a:xfrm>
            <a:custGeom>
              <a:avLst/>
              <a:gdLst>
                <a:gd name="csX0" fmla="*/ 0 w 27431"/>
                <a:gd name="csY0" fmla="*/ 0 h 74440"/>
                <a:gd name="csX1" fmla="*/ 0 w 27431"/>
                <a:gd name="csY1" fmla="*/ 74441 h 74440"/>
                <a:gd name="csX2" fmla="*/ 27432 w 27431"/>
                <a:gd name="csY2" fmla="*/ 74441 h 74440"/>
                <a:gd name="csX3" fmla="*/ 27432 w 27431"/>
                <a:gd name="csY3" fmla="*/ 0 h 74440"/>
                <a:gd name="csX4" fmla="*/ 0 w 27431"/>
                <a:gd name="csY4" fmla="*/ 0 h 74440"/>
                <a:gd name="csX5" fmla="*/ 0 w 27431"/>
                <a:gd name="csY5" fmla="*/ 0 h 74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74440">
                  <a:moveTo>
                    <a:pt x="0" y="0"/>
                  </a:moveTo>
                  <a:lnTo>
                    <a:pt x="0" y="74441"/>
                  </a:lnTo>
                  <a:lnTo>
                    <a:pt x="27432" y="74441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5" name="Freeform 3804">
              <a:extLst>
                <a:ext uri="{FF2B5EF4-FFF2-40B4-BE49-F238E27FC236}">
                  <a16:creationId xmlns:a16="http://schemas.microsoft.com/office/drawing/2014/main" id="{F012E773-ADCF-7BC9-0ABD-B371A4D5640F}"/>
                </a:ext>
              </a:extLst>
            </p:cNvPr>
            <p:cNvSpPr/>
            <p:nvPr/>
          </p:nvSpPr>
          <p:spPr>
            <a:xfrm>
              <a:off x="5454321" y="4860418"/>
              <a:ext cx="27431" cy="74440"/>
            </a:xfrm>
            <a:custGeom>
              <a:avLst/>
              <a:gdLst>
                <a:gd name="csX0" fmla="*/ 0 w 27431"/>
                <a:gd name="csY0" fmla="*/ 0 h 74440"/>
                <a:gd name="csX1" fmla="*/ 0 w 27431"/>
                <a:gd name="csY1" fmla="*/ 74441 h 74440"/>
                <a:gd name="csX2" fmla="*/ 27432 w 27431"/>
                <a:gd name="csY2" fmla="*/ 74441 h 74440"/>
                <a:gd name="csX3" fmla="*/ 27432 w 27431"/>
                <a:gd name="csY3" fmla="*/ 0 h 74440"/>
                <a:gd name="csX4" fmla="*/ 0 w 27431"/>
                <a:gd name="csY4" fmla="*/ 0 h 74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74440">
                  <a:moveTo>
                    <a:pt x="0" y="0"/>
                  </a:moveTo>
                  <a:lnTo>
                    <a:pt x="0" y="74441"/>
                  </a:lnTo>
                  <a:lnTo>
                    <a:pt x="27432" y="74441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6" name="Freeform 3805">
              <a:extLst>
                <a:ext uri="{FF2B5EF4-FFF2-40B4-BE49-F238E27FC236}">
                  <a16:creationId xmlns:a16="http://schemas.microsoft.com/office/drawing/2014/main" id="{C0600526-3075-2731-DAF5-ED41CCD41A40}"/>
                </a:ext>
              </a:extLst>
            </p:cNvPr>
            <p:cNvSpPr/>
            <p:nvPr/>
          </p:nvSpPr>
          <p:spPr>
            <a:xfrm>
              <a:off x="5481753" y="4801850"/>
              <a:ext cx="27432" cy="133008"/>
            </a:xfrm>
            <a:custGeom>
              <a:avLst/>
              <a:gdLst>
                <a:gd name="csX0" fmla="*/ 0 w 27432"/>
                <a:gd name="csY0" fmla="*/ 0 h 133008"/>
                <a:gd name="csX1" fmla="*/ 0 w 27432"/>
                <a:gd name="csY1" fmla="*/ 133008 h 133008"/>
                <a:gd name="csX2" fmla="*/ 27433 w 27432"/>
                <a:gd name="csY2" fmla="*/ 133008 h 133008"/>
                <a:gd name="csX3" fmla="*/ 27433 w 27432"/>
                <a:gd name="csY3" fmla="*/ 0 h 133008"/>
                <a:gd name="csX4" fmla="*/ 0 w 27432"/>
                <a:gd name="csY4" fmla="*/ 0 h 133008"/>
                <a:gd name="csX5" fmla="*/ 0 w 27432"/>
                <a:gd name="csY5" fmla="*/ 0 h 133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133008">
                  <a:moveTo>
                    <a:pt x="0" y="0"/>
                  </a:moveTo>
                  <a:lnTo>
                    <a:pt x="0" y="133008"/>
                  </a:lnTo>
                  <a:lnTo>
                    <a:pt x="27433" y="133008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7" name="Freeform 3806">
              <a:extLst>
                <a:ext uri="{FF2B5EF4-FFF2-40B4-BE49-F238E27FC236}">
                  <a16:creationId xmlns:a16="http://schemas.microsoft.com/office/drawing/2014/main" id="{A1A6FF57-57D9-4BAD-3C62-2CBDC51C4ED4}"/>
                </a:ext>
              </a:extLst>
            </p:cNvPr>
            <p:cNvSpPr/>
            <p:nvPr/>
          </p:nvSpPr>
          <p:spPr>
            <a:xfrm>
              <a:off x="5481753" y="4801850"/>
              <a:ext cx="27432" cy="133008"/>
            </a:xfrm>
            <a:custGeom>
              <a:avLst/>
              <a:gdLst>
                <a:gd name="csX0" fmla="*/ 0 w 27432"/>
                <a:gd name="csY0" fmla="*/ 0 h 133008"/>
                <a:gd name="csX1" fmla="*/ 0 w 27432"/>
                <a:gd name="csY1" fmla="*/ 133008 h 133008"/>
                <a:gd name="csX2" fmla="*/ 27433 w 27432"/>
                <a:gd name="csY2" fmla="*/ 133008 h 133008"/>
                <a:gd name="csX3" fmla="*/ 27433 w 27432"/>
                <a:gd name="csY3" fmla="*/ 0 h 133008"/>
                <a:gd name="csX4" fmla="*/ 0 w 27432"/>
                <a:gd name="csY4" fmla="*/ 0 h 133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133008">
                  <a:moveTo>
                    <a:pt x="0" y="0"/>
                  </a:moveTo>
                  <a:lnTo>
                    <a:pt x="0" y="133008"/>
                  </a:lnTo>
                  <a:lnTo>
                    <a:pt x="27433" y="133008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8" name="Freeform 3807">
              <a:extLst>
                <a:ext uri="{FF2B5EF4-FFF2-40B4-BE49-F238E27FC236}">
                  <a16:creationId xmlns:a16="http://schemas.microsoft.com/office/drawing/2014/main" id="{829FAE58-2DA7-FD86-3A42-6C4D26FA9EC0}"/>
                </a:ext>
              </a:extLst>
            </p:cNvPr>
            <p:cNvSpPr/>
            <p:nvPr/>
          </p:nvSpPr>
          <p:spPr>
            <a:xfrm>
              <a:off x="5509186" y="4798580"/>
              <a:ext cx="27431" cy="136278"/>
            </a:xfrm>
            <a:custGeom>
              <a:avLst/>
              <a:gdLst>
                <a:gd name="csX0" fmla="*/ 0 w 27431"/>
                <a:gd name="csY0" fmla="*/ 0 h 136278"/>
                <a:gd name="csX1" fmla="*/ 0 w 27431"/>
                <a:gd name="csY1" fmla="*/ 136278 h 136278"/>
                <a:gd name="csX2" fmla="*/ 27432 w 27431"/>
                <a:gd name="csY2" fmla="*/ 136278 h 136278"/>
                <a:gd name="csX3" fmla="*/ 27432 w 27431"/>
                <a:gd name="csY3" fmla="*/ 0 h 136278"/>
                <a:gd name="csX4" fmla="*/ 0 w 27431"/>
                <a:gd name="csY4" fmla="*/ 0 h 136278"/>
                <a:gd name="csX5" fmla="*/ 0 w 27431"/>
                <a:gd name="csY5" fmla="*/ 0 h 136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136278">
                  <a:moveTo>
                    <a:pt x="0" y="0"/>
                  </a:moveTo>
                  <a:lnTo>
                    <a:pt x="0" y="136278"/>
                  </a:lnTo>
                  <a:lnTo>
                    <a:pt x="27432" y="136278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9" name="Freeform 3808">
              <a:extLst>
                <a:ext uri="{FF2B5EF4-FFF2-40B4-BE49-F238E27FC236}">
                  <a16:creationId xmlns:a16="http://schemas.microsoft.com/office/drawing/2014/main" id="{8BAFCF77-F4DA-F5E5-2500-83FA40FF6EF7}"/>
                </a:ext>
              </a:extLst>
            </p:cNvPr>
            <p:cNvSpPr/>
            <p:nvPr/>
          </p:nvSpPr>
          <p:spPr>
            <a:xfrm>
              <a:off x="5509186" y="4798580"/>
              <a:ext cx="27431" cy="136278"/>
            </a:xfrm>
            <a:custGeom>
              <a:avLst/>
              <a:gdLst>
                <a:gd name="csX0" fmla="*/ 0 w 27431"/>
                <a:gd name="csY0" fmla="*/ 0 h 136278"/>
                <a:gd name="csX1" fmla="*/ 0 w 27431"/>
                <a:gd name="csY1" fmla="*/ 136278 h 136278"/>
                <a:gd name="csX2" fmla="*/ 27432 w 27431"/>
                <a:gd name="csY2" fmla="*/ 136278 h 136278"/>
                <a:gd name="csX3" fmla="*/ 27432 w 27431"/>
                <a:gd name="csY3" fmla="*/ 0 h 136278"/>
                <a:gd name="csX4" fmla="*/ 0 w 27431"/>
                <a:gd name="csY4" fmla="*/ 0 h 136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136278">
                  <a:moveTo>
                    <a:pt x="0" y="0"/>
                  </a:moveTo>
                  <a:lnTo>
                    <a:pt x="0" y="136278"/>
                  </a:lnTo>
                  <a:lnTo>
                    <a:pt x="27432" y="136278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0" name="Freeform 3809">
              <a:extLst>
                <a:ext uri="{FF2B5EF4-FFF2-40B4-BE49-F238E27FC236}">
                  <a16:creationId xmlns:a16="http://schemas.microsoft.com/office/drawing/2014/main" id="{95CA4B11-F183-B053-B31A-21277C8017BC}"/>
                </a:ext>
              </a:extLst>
            </p:cNvPr>
            <p:cNvSpPr/>
            <p:nvPr/>
          </p:nvSpPr>
          <p:spPr>
            <a:xfrm>
              <a:off x="5536618" y="4713667"/>
              <a:ext cx="27432" cy="221191"/>
            </a:xfrm>
            <a:custGeom>
              <a:avLst/>
              <a:gdLst>
                <a:gd name="csX0" fmla="*/ 0 w 27432"/>
                <a:gd name="csY0" fmla="*/ 0 h 221191"/>
                <a:gd name="csX1" fmla="*/ 0 w 27432"/>
                <a:gd name="csY1" fmla="*/ 221192 h 221191"/>
                <a:gd name="csX2" fmla="*/ 27433 w 27432"/>
                <a:gd name="csY2" fmla="*/ 221192 h 221191"/>
                <a:gd name="csX3" fmla="*/ 27433 w 27432"/>
                <a:gd name="csY3" fmla="*/ 0 h 221191"/>
                <a:gd name="csX4" fmla="*/ 0 w 27432"/>
                <a:gd name="csY4" fmla="*/ 0 h 221191"/>
                <a:gd name="csX5" fmla="*/ 0 w 27432"/>
                <a:gd name="csY5" fmla="*/ 0 h 221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221191">
                  <a:moveTo>
                    <a:pt x="0" y="0"/>
                  </a:moveTo>
                  <a:lnTo>
                    <a:pt x="0" y="221192"/>
                  </a:lnTo>
                  <a:lnTo>
                    <a:pt x="27433" y="221192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1" name="Freeform 3810">
              <a:extLst>
                <a:ext uri="{FF2B5EF4-FFF2-40B4-BE49-F238E27FC236}">
                  <a16:creationId xmlns:a16="http://schemas.microsoft.com/office/drawing/2014/main" id="{3EB3E901-995F-187F-52E8-717163964CB9}"/>
                </a:ext>
              </a:extLst>
            </p:cNvPr>
            <p:cNvSpPr/>
            <p:nvPr/>
          </p:nvSpPr>
          <p:spPr>
            <a:xfrm>
              <a:off x="5536618" y="4713667"/>
              <a:ext cx="27432" cy="221191"/>
            </a:xfrm>
            <a:custGeom>
              <a:avLst/>
              <a:gdLst>
                <a:gd name="csX0" fmla="*/ 0 w 27432"/>
                <a:gd name="csY0" fmla="*/ 0 h 221191"/>
                <a:gd name="csX1" fmla="*/ 0 w 27432"/>
                <a:gd name="csY1" fmla="*/ 221192 h 221191"/>
                <a:gd name="csX2" fmla="*/ 27433 w 27432"/>
                <a:gd name="csY2" fmla="*/ 221192 h 221191"/>
                <a:gd name="csX3" fmla="*/ 27433 w 27432"/>
                <a:gd name="csY3" fmla="*/ 0 h 221191"/>
                <a:gd name="csX4" fmla="*/ 0 w 27432"/>
                <a:gd name="csY4" fmla="*/ 0 h 2211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221191">
                  <a:moveTo>
                    <a:pt x="0" y="0"/>
                  </a:moveTo>
                  <a:lnTo>
                    <a:pt x="0" y="221192"/>
                  </a:lnTo>
                  <a:lnTo>
                    <a:pt x="27433" y="221192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2" name="Freeform 3811">
              <a:extLst>
                <a:ext uri="{FF2B5EF4-FFF2-40B4-BE49-F238E27FC236}">
                  <a16:creationId xmlns:a16="http://schemas.microsoft.com/office/drawing/2014/main" id="{8D69EB62-642A-F1D0-A725-267F5816A8C7}"/>
                </a:ext>
              </a:extLst>
            </p:cNvPr>
            <p:cNvSpPr/>
            <p:nvPr/>
          </p:nvSpPr>
          <p:spPr>
            <a:xfrm>
              <a:off x="5564050" y="4697950"/>
              <a:ext cx="27431" cy="236908"/>
            </a:xfrm>
            <a:custGeom>
              <a:avLst/>
              <a:gdLst>
                <a:gd name="csX0" fmla="*/ 0 w 27431"/>
                <a:gd name="csY0" fmla="*/ 0 h 236908"/>
                <a:gd name="csX1" fmla="*/ 0 w 27431"/>
                <a:gd name="csY1" fmla="*/ 236908 h 236908"/>
                <a:gd name="csX2" fmla="*/ 27432 w 27431"/>
                <a:gd name="csY2" fmla="*/ 236908 h 236908"/>
                <a:gd name="csX3" fmla="*/ 27432 w 27431"/>
                <a:gd name="csY3" fmla="*/ 0 h 236908"/>
                <a:gd name="csX4" fmla="*/ 0 w 27431"/>
                <a:gd name="csY4" fmla="*/ 0 h 236908"/>
                <a:gd name="csX5" fmla="*/ 0 w 27431"/>
                <a:gd name="csY5" fmla="*/ 0 h 236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236908">
                  <a:moveTo>
                    <a:pt x="0" y="0"/>
                  </a:moveTo>
                  <a:lnTo>
                    <a:pt x="0" y="236908"/>
                  </a:lnTo>
                  <a:lnTo>
                    <a:pt x="27432" y="236908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3" name="Freeform 3812">
              <a:extLst>
                <a:ext uri="{FF2B5EF4-FFF2-40B4-BE49-F238E27FC236}">
                  <a16:creationId xmlns:a16="http://schemas.microsoft.com/office/drawing/2014/main" id="{4DDC5DF2-BECE-951A-8D99-0C6F66D7D1DE}"/>
                </a:ext>
              </a:extLst>
            </p:cNvPr>
            <p:cNvSpPr/>
            <p:nvPr/>
          </p:nvSpPr>
          <p:spPr>
            <a:xfrm>
              <a:off x="5564050" y="4697950"/>
              <a:ext cx="27431" cy="236908"/>
            </a:xfrm>
            <a:custGeom>
              <a:avLst/>
              <a:gdLst>
                <a:gd name="csX0" fmla="*/ 0 w 27431"/>
                <a:gd name="csY0" fmla="*/ 0 h 236908"/>
                <a:gd name="csX1" fmla="*/ 0 w 27431"/>
                <a:gd name="csY1" fmla="*/ 236908 h 236908"/>
                <a:gd name="csX2" fmla="*/ 27432 w 27431"/>
                <a:gd name="csY2" fmla="*/ 236908 h 236908"/>
                <a:gd name="csX3" fmla="*/ 27432 w 27431"/>
                <a:gd name="csY3" fmla="*/ 0 h 236908"/>
                <a:gd name="csX4" fmla="*/ 0 w 27431"/>
                <a:gd name="csY4" fmla="*/ 0 h 236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236908">
                  <a:moveTo>
                    <a:pt x="0" y="0"/>
                  </a:moveTo>
                  <a:lnTo>
                    <a:pt x="0" y="236908"/>
                  </a:lnTo>
                  <a:lnTo>
                    <a:pt x="27432" y="236908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4" name="Freeform 3813">
              <a:extLst>
                <a:ext uri="{FF2B5EF4-FFF2-40B4-BE49-F238E27FC236}">
                  <a16:creationId xmlns:a16="http://schemas.microsoft.com/office/drawing/2014/main" id="{48D275CC-7D14-9116-DF71-C4C5163CC863}"/>
                </a:ext>
              </a:extLst>
            </p:cNvPr>
            <p:cNvSpPr/>
            <p:nvPr/>
          </p:nvSpPr>
          <p:spPr>
            <a:xfrm>
              <a:off x="5591482" y="4688866"/>
              <a:ext cx="27432" cy="245992"/>
            </a:xfrm>
            <a:custGeom>
              <a:avLst/>
              <a:gdLst>
                <a:gd name="csX0" fmla="*/ 0 w 27432"/>
                <a:gd name="csY0" fmla="*/ 0 h 245992"/>
                <a:gd name="csX1" fmla="*/ 0 w 27432"/>
                <a:gd name="csY1" fmla="*/ 245992 h 245992"/>
                <a:gd name="csX2" fmla="*/ 27433 w 27432"/>
                <a:gd name="csY2" fmla="*/ 245992 h 245992"/>
                <a:gd name="csX3" fmla="*/ 27433 w 27432"/>
                <a:gd name="csY3" fmla="*/ 0 h 245992"/>
                <a:gd name="csX4" fmla="*/ 0 w 27432"/>
                <a:gd name="csY4" fmla="*/ 0 h 245992"/>
                <a:gd name="csX5" fmla="*/ 0 w 27432"/>
                <a:gd name="csY5" fmla="*/ 0 h 245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245992">
                  <a:moveTo>
                    <a:pt x="0" y="0"/>
                  </a:moveTo>
                  <a:lnTo>
                    <a:pt x="0" y="245992"/>
                  </a:lnTo>
                  <a:lnTo>
                    <a:pt x="27433" y="245992"/>
                  </a:lnTo>
                  <a:lnTo>
                    <a:pt x="2743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5" name="Freeform 3814">
              <a:extLst>
                <a:ext uri="{FF2B5EF4-FFF2-40B4-BE49-F238E27FC236}">
                  <a16:creationId xmlns:a16="http://schemas.microsoft.com/office/drawing/2014/main" id="{16EF1322-4FCF-E1BA-6CF6-246257430E99}"/>
                </a:ext>
              </a:extLst>
            </p:cNvPr>
            <p:cNvSpPr/>
            <p:nvPr/>
          </p:nvSpPr>
          <p:spPr>
            <a:xfrm>
              <a:off x="5591482" y="4688866"/>
              <a:ext cx="27432" cy="245992"/>
            </a:xfrm>
            <a:custGeom>
              <a:avLst/>
              <a:gdLst>
                <a:gd name="csX0" fmla="*/ 0 w 27432"/>
                <a:gd name="csY0" fmla="*/ 0 h 245992"/>
                <a:gd name="csX1" fmla="*/ 0 w 27432"/>
                <a:gd name="csY1" fmla="*/ 245992 h 245992"/>
                <a:gd name="csX2" fmla="*/ 27433 w 27432"/>
                <a:gd name="csY2" fmla="*/ 245992 h 245992"/>
                <a:gd name="csX3" fmla="*/ 27433 w 27432"/>
                <a:gd name="csY3" fmla="*/ 0 h 245992"/>
                <a:gd name="csX4" fmla="*/ 0 w 27432"/>
                <a:gd name="csY4" fmla="*/ 0 h 245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245992">
                  <a:moveTo>
                    <a:pt x="0" y="0"/>
                  </a:moveTo>
                  <a:lnTo>
                    <a:pt x="0" y="245992"/>
                  </a:lnTo>
                  <a:lnTo>
                    <a:pt x="27433" y="245992"/>
                  </a:lnTo>
                  <a:lnTo>
                    <a:pt x="27433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6" name="Freeform 3815">
              <a:extLst>
                <a:ext uri="{FF2B5EF4-FFF2-40B4-BE49-F238E27FC236}">
                  <a16:creationId xmlns:a16="http://schemas.microsoft.com/office/drawing/2014/main" id="{A5D36DCC-4E10-7E74-9DFA-C99C999AF398}"/>
                </a:ext>
              </a:extLst>
            </p:cNvPr>
            <p:cNvSpPr/>
            <p:nvPr/>
          </p:nvSpPr>
          <p:spPr>
            <a:xfrm>
              <a:off x="5618915" y="4730788"/>
              <a:ext cx="27431" cy="204070"/>
            </a:xfrm>
            <a:custGeom>
              <a:avLst/>
              <a:gdLst>
                <a:gd name="csX0" fmla="*/ 0 w 27431"/>
                <a:gd name="csY0" fmla="*/ 0 h 204070"/>
                <a:gd name="csX1" fmla="*/ 0 w 27431"/>
                <a:gd name="csY1" fmla="*/ 204070 h 204070"/>
                <a:gd name="csX2" fmla="*/ 27432 w 27431"/>
                <a:gd name="csY2" fmla="*/ 204070 h 204070"/>
                <a:gd name="csX3" fmla="*/ 27432 w 27431"/>
                <a:gd name="csY3" fmla="*/ 0 h 204070"/>
                <a:gd name="csX4" fmla="*/ 0 w 27431"/>
                <a:gd name="csY4" fmla="*/ 0 h 204070"/>
                <a:gd name="csX5" fmla="*/ 0 w 27431"/>
                <a:gd name="csY5" fmla="*/ 0 h 204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1" h="204070">
                  <a:moveTo>
                    <a:pt x="0" y="0"/>
                  </a:moveTo>
                  <a:lnTo>
                    <a:pt x="0" y="204070"/>
                  </a:lnTo>
                  <a:lnTo>
                    <a:pt x="27432" y="204070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7" name="Freeform 3816">
              <a:extLst>
                <a:ext uri="{FF2B5EF4-FFF2-40B4-BE49-F238E27FC236}">
                  <a16:creationId xmlns:a16="http://schemas.microsoft.com/office/drawing/2014/main" id="{6AF460EC-4092-96E8-7100-63EB1757A55C}"/>
                </a:ext>
              </a:extLst>
            </p:cNvPr>
            <p:cNvSpPr/>
            <p:nvPr/>
          </p:nvSpPr>
          <p:spPr>
            <a:xfrm>
              <a:off x="5618915" y="4730788"/>
              <a:ext cx="27431" cy="204070"/>
            </a:xfrm>
            <a:custGeom>
              <a:avLst/>
              <a:gdLst>
                <a:gd name="csX0" fmla="*/ 0 w 27431"/>
                <a:gd name="csY0" fmla="*/ 0 h 204070"/>
                <a:gd name="csX1" fmla="*/ 0 w 27431"/>
                <a:gd name="csY1" fmla="*/ 204070 h 204070"/>
                <a:gd name="csX2" fmla="*/ 27432 w 27431"/>
                <a:gd name="csY2" fmla="*/ 204070 h 204070"/>
                <a:gd name="csX3" fmla="*/ 27432 w 27431"/>
                <a:gd name="csY3" fmla="*/ 0 h 204070"/>
                <a:gd name="csX4" fmla="*/ 0 w 27431"/>
                <a:gd name="csY4" fmla="*/ 0 h 204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1" h="204070">
                  <a:moveTo>
                    <a:pt x="0" y="0"/>
                  </a:moveTo>
                  <a:lnTo>
                    <a:pt x="0" y="204070"/>
                  </a:lnTo>
                  <a:lnTo>
                    <a:pt x="27432" y="204070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8" name="Freeform 3817">
              <a:extLst>
                <a:ext uri="{FF2B5EF4-FFF2-40B4-BE49-F238E27FC236}">
                  <a16:creationId xmlns:a16="http://schemas.microsoft.com/office/drawing/2014/main" id="{8FC5682C-8B5D-F51A-E536-39C45A3A8139}"/>
                </a:ext>
              </a:extLst>
            </p:cNvPr>
            <p:cNvSpPr/>
            <p:nvPr/>
          </p:nvSpPr>
          <p:spPr>
            <a:xfrm>
              <a:off x="5646347" y="4624861"/>
              <a:ext cx="27432" cy="309997"/>
            </a:xfrm>
            <a:custGeom>
              <a:avLst/>
              <a:gdLst>
                <a:gd name="csX0" fmla="*/ 0 w 27432"/>
                <a:gd name="csY0" fmla="*/ 0 h 309997"/>
                <a:gd name="csX1" fmla="*/ 0 w 27432"/>
                <a:gd name="csY1" fmla="*/ 309998 h 309997"/>
                <a:gd name="csX2" fmla="*/ 27432 w 27432"/>
                <a:gd name="csY2" fmla="*/ 309998 h 309997"/>
                <a:gd name="csX3" fmla="*/ 27432 w 27432"/>
                <a:gd name="csY3" fmla="*/ 0 h 309997"/>
                <a:gd name="csX4" fmla="*/ 0 w 27432"/>
                <a:gd name="csY4" fmla="*/ 0 h 309997"/>
                <a:gd name="csX5" fmla="*/ 0 w 27432"/>
                <a:gd name="csY5" fmla="*/ 0 h 309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2" h="309997">
                  <a:moveTo>
                    <a:pt x="0" y="0"/>
                  </a:moveTo>
                  <a:lnTo>
                    <a:pt x="0" y="309998"/>
                  </a:lnTo>
                  <a:lnTo>
                    <a:pt x="27432" y="309998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9" name="Freeform 3818">
              <a:extLst>
                <a:ext uri="{FF2B5EF4-FFF2-40B4-BE49-F238E27FC236}">
                  <a16:creationId xmlns:a16="http://schemas.microsoft.com/office/drawing/2014/main" id="{CA5A8779-75DE-ADDA-C853-8CACC4281FDB}"/>
                </a:ext>
              </a:extLst>
            </p:cNvPr>
            <p:cNvSpPr/>
            <p:nvPr/>
          </p:nvSpPr>
          <p:spPr>
            <a:xfrm>
              <a:off x="5646347" y="4624861"/>
              <a:ext cx="27432" cy="309997"/>
            </a:xfrm>
            <a:custGeom>
              <a:avLst/>
              <a:gdLst>
                <a:gd name="csX0" fmla="*/ 0 w 27432"/>
                <a:gd name="csY0" fmla="*/ 0 h 309997"/>
                <a:gd name="csX1" fmla="*/ 0 w 27432"/>
                <a:gd name="csY1" fmla="*/ 309998 h 309997"/>
                <a:gd name="csX2" fmla="*/ 27432 w 27432"/>
                <a:gd name="csY2" fmla="*/ 309998 h 309997"/>
                <a:gd name="csX3" fmla="*/ 27432 w 27432"/>
                <a:gd name="csY3" fmla="*/ 0 h 309997"/>
                <a:gd name="csX4" fmla="*/ 0 w 27432"/>
                <a:gd name="csY4" fmla="*/ 0 h 309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2" h="309997">
                  <a:moveTo>
                    <a:pt x="0" y="0"/>
                  </a:moveTo>
                  <a:lnTo>
                    <a:pt x="0" y="309998"/>
                  </a:lnTo>
                  <a:lnTo>
                    <a:pt x="27432" y="309998"/>
                  </a:lnTo>
                  <a:lnTo>
                    <a:pt x="27432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0" name="Freeform 3819">
              <a:extLst>
                <a:ext uri="{FF2B5EF4-FFF2-40B4-BE49-F238E27FC236}">
                  <a16:creationId xmlns:a16="http://schemas.microsoft.com/office/drawing/2014/main" id="{EFC0B4FA-2E9E-A1C4-1ACE-6ADF41052F9E}"/>
                </a:ext>
              </a:extLst>
            </p:cNvPr>
            <p:cNvSpPr/>
            <p:nvPr/>
          </p:nvSpPr>
          <p:spPr>
            <a:xfrm>
              <a:off x="5673779" y="4566254"/>
              <a:ext cx="27430" cy="368604"/>
            </a:xfrm>
            <a:custGeom>
              <a:avLst/>
              <a:gdLst>
                <a:gd name="csX0" fmla="*/ 0 w 27430"/>
                <a:gd name="csY0" fmla="*/ 0 h 368604"/>
                <a:gd name="csX1" fmla="*/ 0 w 27430"/>
                <a:gd name="csY1" fmla="*/ 368604 h 368604"/>
                <a:gd name="csX2" fmla="*/ 27430 w 27430"/>
                <a:gd name="csY2" fmla="*/ 368604 h 368604"/>
                <a:gd name="csX3" fmla="*/ 27430 w 27430"/>
                <a:gd name="csY3" fmla="*/ 0 h 368604"/>
                <a:gd name="csX4" fmla="*/ 0 w 27430"/>
                <a:gd name="csY4" fmla="*/ 0 h 368604"/>
                <a:gd name="csX5" fmla="*/ 0 w 27430"/>
                <a:gd name="csY5" fmla="*/ 0 h 368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368604">
                  <a:moveTo>
                    <a:pt x="0" y="0"/>
                  </a:moveTo>
                  <a:lnTo>
                    <a:pt x="0" y="368604"/>
                  </a:lnTo>
                  <a:lnTo>
                    <a:pt x="27430" y="36860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1" name="Freeform 3820">
              <a:extLst>
                <a:ext uri="{FF2B5EF4-FFF2-40B4-BE49-F238E27FC236}">
                  <a16:creationId xmlns:a16="http://schemas.microsoft.com/office/drawing/2014/main" id="{CF312DB3-E4DD-2F4E-08B9-721CAA3377FD}"/>
                </a:ext>
              </a:extLst>
            </p:cNvPr>
            <p:cNvSpPr/>
            <p:nvPr/>
          </p:nvSpPr>
          <p:spPr>
            <a:xfrm>
              <a:off x="5673779" y="4566254"/>
              <a:ext cx="27430" cy="368604"/>
            </a:xfrm>
            <a:custGeom>
              <a:avLst/>
              <a:gdLst>
                <a:gd name="csX0" fmla="*/ 0 w 27430"/>
                <a:gd name="csY0" fmla="*/ 0 h 368604"/>
                <a:gd name="csX1" fmla="*/ 0 w 27430"/>
                <a:gd name="csY1" fmla="*/ 368604 h 368604"/>
                <a:gd name="csX2" fmla="*/ 27430 w 27430"/>
                <a:gd name="csY2" fmla="*/ 368604 h 368604"/>
                <a:gd name="csX3" fmla="*/ 27430 w 27430"/>
                <a:gd name="csY3" fmla="*/ 0 h 368604"/>
                <a:gd name="csX4" fmla="*/ 0 w 27430"/>
                <a:gd name="csY4" fmla="*/ 0 h 368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368604">
                  <a:moveTo>
                    <a:pt x="0" y="0"/>
                  </a:moveTo>
                  <a:lnTo>
                    <a:pt x="0" y="368604"/>
                  </a:lnTo>
                  <a:lnTo>
                    <a:pt x="27430" y="36860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2" name="Freeform 3821">
              <a:extLst>
                <a:ext uri="{FF2B5EF4-FFF2-40B4-BE49-F238E27FC236}">
                  <a16:creationId xmlns:a16="http://schemas.microsoft.com/office/drawing/2014/main" id="{C642EAD1-2568-62A5-43AB-EA3D4CAB4622}"/>
                </a:ext>
              </a:extLst>
            </p:cNvPr>
            <p:cNvSpPr/>
            <p:nvPr/>
          </p:nvSpPr>
          <p:spPr>
            <a:xfrm>
              <a:off x="5701210" y="4512914"/>
              <a:ext cx="27438" cy="421944"/>
            </a:xfrm>
            <a:custGeom>
              <a:avLst/>
              <a:gdLst>
                <a:gd name="csX0" fmla="*/ 0 w 27438"/>
                <a:gd name="csY0" fmla="*/ 0 h 421944"/>
                <a:gd name="csX1" fmla="*/ 0 w 27438"/>
                <a:gd name="csY1" fmla="*/ 421944 h 421944"/>
                <a:gd name="csX2" fmla="*/ 27438 w 27438"/>
                <a:gd name="csY2" fmla="*/ 421944 h 421944"/>
                <a:gd name="csX3" fmla="*/ 27438 w 27438"/>
                <a:gd name="csY3" fmla="*/ 0 h 421944"/>
                <a:gd name="csX4" fmla="*/ 0 w 27438"/>
                <a:gd name="csY4" fmla="*/ 0 h 421944"/>
                <a:gd name="csX5" fmla="*/ 0 w 27438"/>
                <a:gd name="csY5" fmla="*/ 0 h 421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421944">
                  <a:moveTo>
                    <a:pt x="0" y="0"/>
                  </a:moveTo>
                  <a:lnTo>
                    <a:pt x="0" y="421944"/>
                  </a:lnTo>
                  <a:lnTo>
                    <a:pt x="27438" y="421944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3" name="Freeform 3822">
              <a:extLst>
                <a:ext uri="{FF2B5EF4-FFF2-40B4-BE49-F238E27FC236}">
                  <a16:creationId xmlns:a16="http://schemas.microsoft.com/office/drawing/2014/main" id="{E3BE9CCD-6C9A-1AC1-E281-989BAD5DAADE}"/>
                </a:ext>
              </a:extLst>
            </p:cNvPr>
            <p:cNvSpPr/>
            <p:nvPr/>
          </p:nvSpPr>
          <p:spPr>
            <a:xfrm>
              <a:off x="5701210" y="4512914"/>
              <a:ext cx="27438" cy="421944"/>
            </a:xfrm>
            <a:custGeom>
              <a:avLst/>
              <a:gdLst>
                <a:gd name="csX0" fmla="*/ 0 w 27438"/>
                <a:gd name="csY0" fmla="*/ 0 h 421944"/>
                <a:gd name="csX1" fmla="*/ 0 w 27438"/>
                <a:gd name="csY1" fmla="*/ 421944 h 421944"/>
                <a:gd name="csX2" fmla="*/ 27438 w 27438"/>
                <a:gd name="csY2" fmla="*/ 421944 h 421944"/>
                <a:gd name="csX3" fmla="*/ 27438 w 27438"/>
                <a:gd name="csY3" fmla="*/ 0 h 421944"/>
                <a:gd name="csX4" fmla="*/ 0 w 27438"/>
                <a:gd name="csY4" fmla="*/ 0 h 421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421944">
                  <a:moveTo>
                    <a:pt x="0" y="0"/>
                  </a:moveTo>
                  <a:lnTo>
                    <a:pt x="0" y="421944"/>
                  </a:lnTo>
                  <a:lnTo>
                    <a:pt x="27438" y="421944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4" name="Freeform 3823">
              <a:extLst>
                <a:ext uri="{FF2B5EF4-FFF2-40B4-BE49-F238E27FC236}">
                  <a16:creationId xmlns:a16="http://schemas.microsoft.com/office/drawing/2014/main" id="{F2CE88E3-DB20-3CA7-CA30-BEF5E8585388}"/>
                </a:ext>
              </a:extLst>
            </p:cNvPr>
            <p:cNvSpPr/>
            <p:nvPr/>
          </p:nvSpPr>
          <p:spPr>
            <a:xfrm>
              <a:off x="5728648" y="4324824"/>
              <a:ext cx="27430" cy="610034"/>
            </a:xfrm>
            <a:custGeom>
              <a:avLst/>
              <a:gdLst>
                <a:gd name="csX0" fmla="*/ 0 w 27430"/>
                <a:gd name="csY0" fmla="*/ 0 h 610034"/>
                <a:gd name="csX1" fmla="*/ 0 w 27430"/>
                <a:gd name="csY1" fmla="*/ 610034 h 610034"/>
                <a:gd name="csX2" fmla="*/ 27430 w 27430"/>
                <a:gd name="csY2" fmla="*/ 610034 h 610034"/>
                <a:gd name="csX3" fmla="*/ 27430 w 27430"/>
                <a:gd name="csY3" fmla="*/ 0 h 610034"/>
                <a:gd name="csX4" fmla="*/ 0 w 27430"/>
                <a:gd name="csY4" fmla="*/ 0 h 610034"/>
                <a:gd name="csX5" fmla="*/ 0 w 27430"/>
                <a:gd name="csY5" fmla="*/ 0 h 610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10034">
                  <a:moveTo>
                    <a:pt x="0" y="0"/>
                  </a:moveTo>
                  <a:lnTo>
                    <a:pt x="0" y="610034"/>
                  </a:lnTo>
                  <a:lnTo>
                    <a:pt x="27430" y="61003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5" name="Freeform 3824">
              <a:extLst>
                <a:ext uri="{FF2B5EF4-FFF2-40B4-BE49-F238E27FC236}">
                  <a16:creationId xmlns:a16="http://schemas.microsoft.com/office/drawing/2014/main" id="{43794333-7002-2F27-4094-C3F62F6DC13A}"/>
                </a:ext>
              </a:extLst>
            </p:cNvPr>
            <p:cNvSpPr/>
            <p:nvPr/>
          </p:nvSpPr>
          <p:spPr>
            <a:xfrm>
              <a:off x="5728648" y="4324824"/>
              <a:ext cx="27430" cy="610034"/>
            </a:xfrm>
            <a:custGeom>
              <a:avLst/>
              <a:gdLst>
                <a:gd name="csX0" fmla="*/ 0 w 27430"/>
                <a:gd name="csY0" fmla="*/ 0 h 610034"/>
                <a:gd name="csX1" fmla="*/ 0 w 27430"/>
                <a:gd name="csY1" fmla="*/ 610034 h 610034"/>
                <a:gd name="csX2" fmla="*/ 27430 w 27430"/>
                <a:gd name="csY2" fmla="*/ 610034 h 610034"/>
                <a:gd name="csX3" fmla="*/ 27430 w 27430"/>
                <a:gd name="csY3" fmla="*/ 0 h 610034"/>
                <a:gd name="csX4" fmla="*/ 0 w 27430"/>
                <a:gd name="csY4" fmla="*/ 0 h 610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10034">
                  <a:moveTo>
                    <a:pt x="0" y="0"/>
                  </a:moveTo>
                  <a:lnTo>
                    <a:pt x="0" y="610034"/>
                  </a:lnTo>
                  <a:lnTo>
                    <a:pt x="27430" y="61003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6" name="Freeform 3825">
              <a:extLst>
                <a:ext uri="{FF2B5EF4-FFF2-40B4-BE49-F238E27FC236}">
                  <a16:creationId xmlns:a16="http://schemas.microsoft.com/office/drawing/2014/main" id="{A52C42FB-8E77-CF8B-E554-124004A59C24}"/>
                </a:ext>
              </a:extLst>
            </p:cNvPr>
            <p:cNvSpPr/>
            <p:nvPr/>
          </p:nvSpPr>
          <p:spPr>
            <a:xfrm>
              <a:off x="5756078" y="4238992"/>
              <a:ext cx="27430" cy="695866"/>
            </a:xfrm>
            <a:custGeom>
              <a:avLst/>
              <a:gdLst>
                <a:gd name="csX0" fmla="*/ 0 w 27430"/>
                <a:gd name="csY0" fmla="*/ 0 h 695866"/>
                <a:gd name="csX1" fmla="*/ 0 w 27430"/>
                <a:gd name="csY1" fmla="*/ 695866 h 695866"/>
                <a:gd name="csX2" fmla="*/ 27430 w 27430"/>
                <a:gd name="csY2" fmla="*/ 695866 h 695866"/>
                <a:gd name="csX3" fmla="*/ 27430 w 27430"/>
                <a:gd name="csY3" fmla="*/ 0 h 695866"/>
                <a:gd name="csX4" fmla="*/ 0 w 27430"/>
                <a:gd name="csY4" fmla="*/ 0 h 695866"/>
                <a:gd name="csX5" fmla="*/ 0 w 27430"/>
                <a:gd name="csY5" fmla="*/ 0 h 695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95866">
                  <a:moveTo>
                    <a:pt x="0" y="0"/>
                  </a:moveTo>
                  <a:lnTo>
                    <a:pt x="0" y="695866"/>
                  </a:lnTo>
                  <a:lnTo>
                    <a:pt x="27430" y="695866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7" name="Freeform 3826">
              <a:extLst>
                <a:ext uri="{FF2B5EF4-FFF2-40B4-BE49-F238E27FC236}">
                  <a16:creationId xmlns:a16="http://schemas.microsoft.com/office/drawing/2014/main" id="{D749223C-10A9-98E6-35D3-B402AAD64BEF}"/>
                </a:ext>
              </a:extLst>
            </p:cNvPr>
            <p:cNvSpPr/>
            <p:nvPr/>
          </p:nvSpPr>
          <p:spPr>
            <a:xfrm>
              <a:off x="5756078" y="4238992"/>
              <a:ext cx="27430" cy="695866"/>
            </a:xfrm>
            <a:custGeom>
              <a:avLst/>
              <a:gdLst>
                <a:gd name="csX0" fmla="*/ 0 w 27430"/>
                <a:gd name="csY0" fmla="*/ 0 h 695866"/>
                <a:gd name="csX1" fmla="*/ 0 w 27430"/>
                <a:gd name="csY1" fmla="*/ 695866 h 695866"/>
                <a:gd name="csX2" fmla="*/ 27430 w 27430"/>
                <a:gd name="csY2" fmla="*/ 695866 h 695866"/>
                <a:gd name="csX3" fmla="*/ 27430 w 27430"/>
                <a:gd name="csY3" fmla="*/ 0 h 695866"/>
                <a:gd name="csX4" fmla="*/ 0 w 27430"/>
                <a:gd name="csY4" fmla="*/ 0 h 695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95866">
                  <a:moveTo>
                    <a:pt x="0" y="0"/>
                  </a:moveTo>
                  <a:lnTo>
                    <a:pt x="0" y="695866"/>
                  </a:lnTo>
                  <a:lnTo>
                    <a:pt x="27430" y="695866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8" name="Freeform 3827">
              <a:extLst>
                <a:ext uri="{FF2B5EF4-FFF2-40B4-BE49-F238E27FC236}">
                  <a16:creationId xmlns:a16="http://schemas.microsoft.com/office/drawing/2014/main" id="{7ED0373A-D349-1BD2-2159-0A8A0087FF00}"/>
                </a:ext>
              </a:extLst>
            </p:cNvPr>
            <p:cNvSpPr/>
            <p:nvPr/>
          </p:nvSpPr>
          <p:spPr>
            <a:xfrm>
              <a:off x="5783509" y="4447784"/>
              <a:ext cx="27430" cy="487074"/>
            </a:xfrm>
            <a:custGeom>
              <a:avLst/>
              <a:gdLst>
                <a:gd name="csX0" fmla="*/ 0 w 27430"/>
                <a:gd name="csY0" fmla="*/ 0 h 487074"/>
                <a:gd name="csX1" fmla="*/ 0 w 27430"/>
                <a:gd name="csY1" fmla="*/ 487075 h 487074"/>
                <a:gd name="csX2" fmla="*/ 27430 w 27430"/>
                <a:gd name="csY2" fmla="*/ 487075 h 487074"/>
                <a:gd name="csX3" fmla="*/ 27430 w 27430"/>
                <a:gd name="csY3" fmla="*/ 0 h 487074"/>
                <a:gd name="csX4" fmla="*/ 0 w 27430"/>
                <a:gd name="csY4" fmla="*/ 0 h 487074"/>
                <a:gd name="csX5" fmla="*/ 0 w 27430"/>
                <a:gd name="csY5" fmla="*/ 0 h 487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87074">
                  <a:moveTo>
                    <a:pt x="0" y="0"/>
                  </a:moveTo>
                  <a:lnTo>
                    <a:pt x="0" y="487075"/>
                  </a:lnTo>
                  <a:lnTo>
                    <a:pt x="27430" y="48707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9" name="Freeform 3828">
              <a:extLst>
                <a:ext uri="{FF2B5EF4-FFF2-40B4-BE49-F238E27FC236}">
                  <a16:creationId xmlns:a16="http://schemas.microsoft.com/office/drawing/2014/main" id="{28A2A55E-A313-FF1C-207B-43EEBD803C9B}"/>
                </a:ext>
              </a:extLst>
            </p:cNvPr>
            <p:cNvSpPr/>
            <p:nvPr/>
          </p:nvSpPr>
          <p:spPr>
            <a:xfrm>
              <a:off x="5783509" y="4447784"/>
              <a:ext cx="27430" cy="487074"/>
            </a:xfrm>
            <a:custGeom>
              <a:avLst/>
              <a:gdLst>
                <a:gd name="csX0" fmla="*/ 0 w 27430"/>
                <a:gd name="csY0" fmla="*/ 0 h 487074"/>
                <a:gd name="csX1" fmla="*/ 0 w 27430"/>
                <a:gd name="csY1" fmla="*/ 487075 h 487074"/>
                <a:gd name="csX2" fmla="*/ 27430 w 27430"/>
                <a:gd name="csY2" fmla="*/ 487075 h 487074"/>
                <a:gd name="csX3" fmla="*/ 27430 w 27430"/>
                <a:gd name="csY3" fmla="*/ 0 h 487074"/>
                <a:gd name="csX4" fmla="*/ 0 w 27430"/>
                <a:gd name="csY4" fmla="*/ 0 h 487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87074">
                  <a:moveTo>
                    <a:pt x="0" y="0"/>
                  </a:moveTo>
                  <a:lnTo>
                    <a:pt x="0" y="487075"/>
                  </a:lnTo>
                  <a:lnTo>
                    <a:pt x="27430" y="48707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0" name="Freeform 3829">
              <a:extLst>
                <a:ext uri="{FF2B5EF4-FFF2-40B4-BE49-F238E27FC236}">
                  <a16:creationId xmlns:a16="http://schemas.microsoft.com/office/drawing/2014/main" id="{99C0B7FD-EA35-BE80-5822-6BA4F4450EA0}"/>
                </a:ext>
              </a:extLst>
            </p:cNvPr>
            <p:cNvSpPr/>
            <p:nvPr/>
          </p:nvSpPr>
          <p:spPr>
            <a:xfrm>
              <a:off x="5810939" y="4363568"/>
              <a:ext cx="27438" cy="571290"/>
            </a:xfrm>
            <a:custGeom>
              <a:avLst/>
              <a:gdLst>
                <a:gd name="csX0" fmla="*/ 0 w 27438"/>
                <a:gd name="csY0" fmla="*/ 0 h 571290"/>
                <a:gd name="csX1" fmla="*/ 0 w 27438"/>
                <a:gd name="csY1" fmla="*/ 571291 h 571290"/>
                <a:gd name="csX2" fmla="*/ 27438 w 27438"/>
                <a:gd name="csY2" fmla="*/ 571291 h 571290"/>
                <a:gd name="csX3" fmla="*/ 27438 w 27438"/>
                <a:gd name="csY3" fmla="*/ 0 h 571290"/>
                <a:gd name="csX4" fmla="*/ 0 w 27438"/>
                <a:gd name="csY4" fmla="*/ 0 h 571290"/>
                <a:gd name="csX5" fmla="*/ 0 w 27438"/>
                <a:gd name="csY5" fmla="*/ 0 h 57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571290">
                  <a:moveTo>
                    <a:pt x="0" y="0"/>
                  </a:moveTo>
                  <a:lnTo>
                    <a:pt x="0" y="571291"/>
                  </a:lnTo>
                  <a:lnTo>
                    <a:pt x="27438" y="571291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1" name="Freeform 3830">
              <a:extLst>
                <a:ext uri="{FF2B5EF4-FFF2-40B4-BE49-F238E27FC236}">
                  <a16:creationId xmlns:a16="http://schemas.microsoft.com/office/drawing/2014/main" id="{DF179FCE-081A-1E58-FE36-C71B9CA84F6D}"/>
                </a:ext>
              </a:extLst>
            </p:cNvPr>
            <p:cNvSpPr/>
            <p:nvPr/>
          </p:nvSpPr>
          <p:spPr>
            <a:xfrm>
              <a:off x="5810939" y="4363568"/>
              <a:ext cx="27438" cy="571290"/>
            </a:xfrm>
            <a:custGeom>
              <a:avLst/>
              <a:gdLst>
                <a:gd name="csX0" fmla="*/ 0 w 27438"/>
                <a:gd name="csY0" fmla="*/ 0 h 571290"/>
                <a:gd name="csX1" fmla="*/ 0 w 27438"/>
                <a:gd name="csY1" fmla="*/ 571291 h 571290"/>
                <a:gd name="csX2" fmla="*/ 27438 w 27438"/>
                <a:gd name="csY2" fmla="*/ 571291 h 571290"/>
                <a:gd name="csX3" fmla="*/ 27438 w 27438"/>
                <a:gd name="csY3" fmla="*/ 0 h 571290"/>
                <a:gd name="csX4" fmla="*/ 0 w 27438"/>
                <a:gd name="csY4" fmla="*/ 0 h 571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571290">
                  <a:moveTo>
                    <a:pt x="0" y="0"/>
                  </a:moveTo>
                  <a:lnTo>
                    <a:pt x="0" y="571291"/>
                  </a:lnTo>
                  <a:lnTo>
                    <a:pt x="27438" y="571291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2" name="Freeform 3831">
              <a:extLst>
                <a:ext uri="{FF2B5EF4-FFF2-40B4-BE49-F238E27FC236}">
                  <a16:creationId xmlns:a16="http://schemas.microsoft.com/office/drawing/2014/main" id="{6B3201B6-01C5-3499-A0E5-807991784CDF}"/>
                </a:ext>
              </a:extLst>
            </p:cNvPr>
            <p:cNvSpPr/>
            <p:nvPr/>
          </p:nvSpPr>
          <p:spPr>
            <a:xfrm>
              <a:off x="5838378" y="4382289"/>
              <a:ext cx="27430" cy="552569"/>
            </a:xfrm>
            <a:custGeom>
              <a:avLst/>
              <a:gdLst>
                <a:gd name="csX0" fmla="*/ 0 w 27430"/>
                <a:gd name="csY0" fmla="*/ 0 h 552569"/>
                <a:gd name="csX1" fmla="*/ 0 w 27430"/>
                <a:gd name="csY1" fmla="*/ 552569 h 552569"/>
                <a:gd name="csX2" fmla="*/ 27430 w 27430"/>
                <a:gd name="csY2" fmla="*/ 552569 h 552569"/>
                <a:gd name="csX3" fmla="*/ 27430 w 27430"/>
                <a:gd name="csY3" fmla="*/ 0 h 552569"/>
                <a:gd name="csX4" fmla="*/ 0 w 27430"/>
                <a:gd name="csY4" fmla="*/ 0 h 552569"/>
                <a:gd name="csX5" fmla="*/ 0 w 27430"/>
                <a:gd name="csY5" fmla="*/ 0 h 552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552569">
                  <a:moveTo>
                    <a:pt x="0" y="0"/>
                  </a:moveTo>
                  <a:lnTo>
                    <a:pt x="0" y="552569"/>
                  </a:lnTo>
                  <a:lnTo>
                    <a:pt x="27430" y="55256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3" name="Freeform 3832">
              <a:extLst>
                <a:ext uri="{FF2B5EF4-FFF2-40B4-BE49-F238E27FC236}">
                  <a16:creationId xmlns:a16="http://schemas.microsoft.com/office/drawing/2014/main" id="{1A815290-AECD-452E-7338-B61E0615325C}"/>
                </a:ext>
              </a:extLst>
            </p:cNvPr>
            <p:cNvSpPr/>
            <p:nvPr/>
          </p:nvSpPr>
          <p:spPr>
            <a:xfrm>
              <a:off x="5838378" y="4382289"/>
              <a:ext cx="27430" cy="552569"/>
            </a:xfrm>
            <a:custGeom>
              <a:avLst/>
              <a:gdLst>
                <a:gd name="csX0" fmla="*/ 0 w 27430"/>
                <a:gd name="csY0" fmla="*/ 0 h 552569"/>
                <a:gd name="csX1" fmla="*/ 0 w 27430"/>
                <a:gd name="csY1" fmla="*/ 552569 h 552569"/>
                <a:gd name="csX2" fmla="*/ 27430 w 27430"/>
                <a:gd name="csY2" fmla="*/ 552569 h 552569"/>
                <a:gd name="csX3" fmla="*/ 27430 w 27430"/>
                <a:gd name="csY3" fmla="*/ 0 h 552569"/>
                <a:gd name="csX4" fmla="*/ 0 w 27430"/>
                <a:gd name="csY4" fmla="*/ 0 h 552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552569">
                  <a:moveTo>
                    <a:pt x="0" y="0"/>
                  </a:moveTo>
                  <a:lnTo>
                    <a:pt x="0" y="552569"/>
                  </a:lnTo>
                  <a:lnTo>
                    <a:pt x="27430" y="55256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4" name="Freeform 3833">
              <a:extLst>
                <a:ext uri="{FF2B5EF4-FFF2-40B4-BE49-F238E27FC236}">
                  <a16:creationId xmlns:a16="http://schemas.microsoft.com/office/drawing/2014/main" id="{710B37B8-265C-6E32-5940-43DF453F8FDC}"/>
                </a:ext>
              </a:extLst>
            </p:cNvPr>
            <p:cNvSpPr/>
            <p:nvPr/>
          </p:nvSpPr>
          <p:spPr>
            <a:xfrm>
              <a:off x="5865808" y="4247068"/>
              <a:ext cx="27430" cy="687790"/>
            </a:xfrm>
            <a:custGeom>
              <a:avLst/>
              <a:gdLst>
                <a:gd name="csX0" fmla="*/ 0 w 27430"/>
                <a:gd name="csY0" fmla="*/ 0 h 687790"/>
                <a:gd name="csX1" fmla="*/ 0 w 27430"/>
                <a:gd name="csY1" fmla="*/ 687790 h 687790"/>
                <a:gd name="csX2" fmla="*/ 27430 w 27430"/>
                <a:gd name="csY2" fmla="*/ 687790 h 687790"/>
                <a:gd name="csX3" fmla="*/ 27430 w 27430"/>
                <a:gd name="csY3" fmla="*/ 0 h 687790"/>
                <a:gd name="csX4" fmla="*/ 0 w 27430"/>
                <a:gd name="csY4" fmla="*/ 0 h 687790"/>
                <a:gd name="csX5" fmla="*/ 0 w 27430"/>
                <a:gd name="csY5" fmla="*/ 0 h 687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87790">
                  <a:moveTo>
                    <a:pt x="0" y="0"/>
                  </a:moveTo>
                  <a:lnTo>
                    <a:pt x="0" y="687790"/>
                  </a:lnTo>
                  <a:lnTo>
                    <a:pt x="27430" y="68779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5" name="Freeform 3834">
              <a:extLst>
                <a:ext uri="{FF2B5EF4-FFF2-40B4-BE49-F238E27FC236}">
                  <a16:creationId xmlns:a16="http://schemas.microsoft.com/office/drawing/2014/main" id="{66C2410C-7A97-B9C6-B110-A7C636D03E83}"/>
                </a:ext>
              </a:extLst>
            </p:cNvPr>
            <p:cNvSpPr/>
            <p:nvPr/>
          </p:nvSpPr>
          <p:spPr>
            <a:xfrm>
              <a:off x="5865808" y="4247068"/>
              <a:ext cx="27430" cy="687790"/>
            </a:xfrm>
            <a:custGeom>
              <a:avLst/>
              <a:gdLst>
                <a:gd name="csX0" fmla="*/ 0 w 27430"/>
                <a:gd name="csY0" fmla="*/ 0 h 687790"/>
                <a:gd name="csX1" fmla="*/ 0 w 27430"/>
                <a:gd name="csY1" fmla="*/ 687790 h 687790"/>
                <a:gd name="csX2" fmla="*/ 27430 w 27430"/>
                <a:gd name="csY2" fmla="*/ 687790 h 687790"/>
                <a:gd name="csX3" fmla="*/ 27430 w 27430"/>
                <a:gd name="csY3" fmla="*/ 0 h 687790"/>
                <a:gd name="csX4" fmla="*/ 0 w 27430"/>
                <a:gd name="csY4" fmla="*/ 0 h 687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87790">
                  <a:moveTo>
                    <a:pt x="0" y="0"/>
                  </a:moveTo>
                  <a:lnTo>
                    <a:pt x="0" y="687790"/>
                  </a:lnTo>
                  <a:lnTo>
                    <a:pt x="27430" y="68779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6" name="Freeform 3835">
              <a:extLst>
                <a:ext uri="{FF2B5EF4-FFF2-40B4-BE49-F238E27FC236}">
                  <a16:creationId xmlns:a16="http://schemas.microsoft.com/office/drawing/2014/main" id="{E6C97C56-8D83-44F8-F690-0D856DEBC1EE}"/>
                </a:ext>
              </a:extLst>
            </p:cNvPr>
            <p:cNvSpPr/>
            <p:nvPr/>
          </p:nvSpPr>
          <p:spPr>
            <a:xfrm>
              <a:off x="5893238" y="4227201"/>
              <a:ext cx="27430" cy="707657"/>
            </a:xfrm>
            <a:custGeom>
              <a:avLst/>
              <a:gdLst>
                <a:gd name="csX0" fmla="*/ 0 w 27430"/>
                <a:gd name="csY0" fmla="*/ 0 h 707657"/>
                <a:gd name="csX1" fmla="*/ 0 w 27430"/>
                <a:gd name="csY1" fmla="*/ 707657 h 707657"/>
                <a:gd name="csX2" fmla="*/ 27430 w 27430"/>
                <a:gd name="csY2" fmla="*/ 707657 h 707657"/>
                <a:gd name="csX3" fmla="*/ 27430 w 27430"/>
                <a:gd name="csY3" fmla="*/ 0 h 707657"/>
                <a:gd name="csX4" fmla="*/ 0 w 27430"/>
                <a:gd name="csY4" fmla="*/ 0 h 707657"/>
                <a:gd name="csX5" fmla="*/ 0 w 27430"/>
                <a:gd name="csY5" fmla="*/ 0 h 707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707657">
                  <a:moveTo>
                    <a:pt x="0" y="0"/>
                  </a:moveTo>
                  <a:lnTo>
                    <a:pt x="0" y="707657"/>
                  </a:lnTo>
                  <a:lnTo>
                    <a:pt x="27430" y="707657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7" name="Freeform 3836">
              <a:extLst>
                <a:ext uri="{FF2B5EF4-FFF2-40B4-BE49-F238E27FC236}">
                  <a16:creationId xmlns:a16="http://schemas.microsoft.com/office/drawing/2014/main" id="{897A1D55-E030-64DE-6399-D87F6860B47B}"/>
                </a:ext>
              </a:extLst>
            </p:cNvPr>
            <p:cNvSpPr/>
            <p:nvPr/>
          </p:nvSpPr>
          <p:spPr>
            <a:xfrm>
              <a:off x="5893238" y="4227201"/>
              <a:ext cx="27430" cy="707657"/>
            </a:xfrm>
            <a:custGeom>
              <a:avLst/>
              <a:gdLst>
                <a:gd name="csX0" fmla="*/ 0 w 27430"/>
                <a:gd name="csY0" fmla="*/ 0 h 707657"/>
                <a:gd name="csX1" fmla="*/ 0 w 27430"/>
                <a:gd name="csY1" fmla="*/ 707657 h 707657"/>
                <a:gd name="csX2" fmla="*/ 27430 w 27430"/>
                <a:gd name="csY2" fmla="*/ 707657 h 707657"/>
                <a:gd name="csX3" fmla="*/ 27430 w 27430"/>
                <a:gd name="csY3" fmla="*/ 0 h 707657"/>
                <a:gd name="csX4" fmla="*/ 0 w 27430"/>
                <a:gd name="csY4" fmla="*/ 0 h 707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707657">
                  <a:moveTo>
                    <a:pt x="0" y="0"/>
                  </a:moveTo>
                  <a:lnTo>
                    <a:pt x="0" y="707657"/>
                  </a:lnTo>
                  <a:lnTo>
                    <a:pt x="27430" y="707657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8" name="Freeform 3837">
              <a:extLst>
                <a:ext uri="{FF2B5EF4-FFF2-40B4-BE49-F238E27FC236}">
                  <a16:creationId xmlns:a16="http://schemas.microsoft.com/office/drawing/2014/main" id="{D03F5EBD-E891-EE09-93FF-0D55EFEFAE0B}"/>
                </a:ext>
              </a:extLst>
            </p:cNvPr>
            <p:cNvSpPr/>
            <p:nvPr/>
          </p:nvSpPr>
          <p:spPr>
            <a:xfrm>
              <a:off x="5920669" y="4184943"/>
              <a:ext cx="27438" cy="749915"/>
            </a:xfrm>
            <a:custGeom>
              <a:avLst/>
              <a:gdLst>
                <a:gd name="csX0" fmla="*/ 0 w 27438"/>
                <a:gd name="csY0" fmla="*/ 0 h 749915"/>
                <a:gd name="csX1" fmla="*/ 0 w 27438"/>
                <a:gd name="csY1" fmla="*/ 749916 h 749915"/>
                <a:gd name="csX2" fmla="*/ 27438 w 27438"/>
                <a:gd name="csY2" fmla="*/ 749916 h 749915"/>
                <a:gd name="csX3" fmla="*/ 27438 w 27438"/>
                <a:gd name="csY3" fmla="*/ 0 h 749915"/>
                <a:gd name="csX4" fmla="*/ 0 w 27438"/>
                <a:gd name="csY4" fmla="*/ 0 h 749915"/>
                <a:gd name="csX5" fmla="*/ 0 w 27438"/>
                <a:gd name="csY5" fmla="*/ 0 h 749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749915">
                  <a:moveTo>
                    <a:pt x="0" y="0"/>
                  </a:moveTo>
                  <a:lnTo>
                    <a:pt x="0" y="749916"/>
                  </a:lnTo>
                  <a:lnTo>
                    <a:pt x="27438" y="749916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9" name="Freeform 3838">
              <a:extLst>
                <a:ext uri="{FF2B5EF4-FFF2-40B4-BE49-F238E27FC236}">
                  <a16:creationId xmlns:a16="http://schemas.microsoft.com/office/drawing/2014/main" id="{2F1923F6-704E-F2B1-D777-A2AE3BBAC429}"/>
                </a:ext>
              </a:extLst>
            </p:cNvPr>
            <p:cNvSpPr/>
            <p:nvPr/>
          </p:nvSpPr>
          <p:spPr>
            <a:xfrm>
              <a:off x="5920669" y="4184943"/>
              <a:ext cx="27438" cy="749915"/>
            </a:xfrm>
            <a:custGeom>
              <a:avLst/>
              <a:gdLst>
                <a:gd name="csX0" fmla="*/ 0 w 27438"/>
                <a:gd name="csY0" fmla="*/ 0 h 749915"/>
                <a:gd name="csX1" fmla="*/ 0 w 27438"/>
                <a:gd name="csY1" fmla="*/ 749916 h 749915"/>
                <a:gd name="csX2" fmla="*/ 27438 w 27438"/>
                <a:gd name="csY2" fmla="*/ 749916 h 749915"/>
                <a:gd name="csX3" fmla="*/ 27438 w 27438"/>
                <a:gd name="csY3" fmla="*/ 0 h 749915"/>
                <a:gd name="csX4" fmla="*/ 0 w 27438"/>
                <a:gd name="csY4" fmla="*/ 0 h 749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749915">
                  <a:moveTo>
                    <a:pt x="0" y="0"/>
                  </a:moveTo>
                  <a:lnTo>
                    <a:pt x="0" y="749916"/>
                  </a:lnTo>
                  <a:lnTo>
                    <a:pt x="27438" y="749916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0" name="Freeform 3839">
              <a:extLst>
                <a:ext uri="{FF2B5EF4-FFF2-40B4-BE49-F238E27FC236}">
                  <a16:creationId xmlns:a16="http://schemas.microsoft.com/office/drawing/2014/main" id="{4BE3E83E-7AB6-F726-F51A-A0195F4D2687}"/>
                </a:ext>
              </a:extLst>
            </p:cNvPr>
            <p:cNvSpPr/>
            <p:nvPr/>
          </p:nvSpPr>
          <p:spPr>
            <a:xfrm>
              <a:off x="5948107" y="4306221"/>
              <a:ext cx="27430" cy="628637"/>
            </a:xfrm>
            <a:custGeom>
              <a:avLst/>
              <a:gdLst>
                <a:gd name="csX0" fmla="*/ 0 w 27430"/>
                <a:gd name="csY0" fmla="*/ 0 h 628637"/>
                <a:gd name="csX1" fmla="*/ 0 w 27430"/>
                <a:gd name="csY1" fmla="*/ 628637 h 628637"/>
                <a:gd name="csX2" fmla="*/ 27430 w 27430"/>
                <a:gd name="csY2" fmla="*/ 628637 h 628637"/>
                <a:gd name="csX3" fmla="*/ 27430 w 27430"/>
                <a:gd name="csY3" fmla="*/ 0 h 628637"/>
                <a:gd name="csX4" fmla="*/ 0 w 27430"/>
                <a:gd name="csY4" fmla="*/ 0 h 628637"/>
                <a:gd name="csX5" fmla="*/ 0 w 27430"/>
                <a:gd name="csY5" fmla="*/ 0 h 628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28637">
                  <a:moveTo>
                    <a:pt x="0" y="0"/>
                  </a:moveTo>
                  <a:lnTo>
                    <a:pt x="0" y="628637"/>
                  </a:lnTo>
                  <a:lnTo>
                    <a:pt x="27430" y="628637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1" name="Freeform 3840">
              <a:extLst>
                <a:ext uri="{FF2B5EF4-FFF2-40B4-BE49-F238E27FC236}">
                  <a16:creationId xmlns:a16="http://schemas.microsoft.com/office/drawing/2014/main" id="{1B9DF76E-4229-CCA3-D9EB-BB8B7DC84A61}"/>
                </a:ext>
              </a:extLst>
            </p:cNvPr>
            <p:cNvSpPr/>
            <p:nvPr/>
          </p:nvSpPr>
          <p:spPr>
            <a:xfrm>
              <a:off x="5948107" y="4306221"/>
              <a:ext cx="27430" cy="628637"/>
            </a:xfrm>
            <a:custGeom>
              <a:avLst/>
              <a:gdLst>
                <a:gd name="csX0" fmla="*/ 0 w 27430"/>
                <a:gd name="csY0" fmla="*/ 0 h 628637"/>
                <a:gd name="csX1" fmla="*/ 0 w 27430"/>
                <a:gd name="csY1" fmla="*/ 628637 h 628637"/>
                <a:gd name="csX2" fmla="*/ 27430 w 27430"/>
                <a:gd name="csY2" fmla="*/ 628637 h 628637"/>
                <a:gd name="csX3" fmla="*/ 27430 w 27430"/>
                <a:gd name="csY3" fmla="*/ 0 h 628637"/>
                <a:gd name="csX4" fmla="*/ 0 w 27430"/>
                <a:gd name="csY4" fmla="*/ 0 h 628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28637">
                  <a:moveTo>
                    <a:pt x="0" y="0"/>
                  </a:moveTo>
                  <a:lnTo>
                    <a:pt x="0" y="628637"/>
                  </a:lnTo>
                  <a:lnTo>
                    <a:pt x="27430" y="628637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2" name="Freeform 3841">
              <a:extLst>
                <a:ext uri="{FF2B5EF4-FFF2-40B4-BE49-F238E27FC236}">
                  <a16:creationId xmlns:a16="http://schemas.microsoft.com/office/drawing/2014/main" id="{AD2108C9-B3CE-7439-35F6-0EF5417CDCDB}"/>
                </a:ext>
              </a:extLst>
            </p:cNvPr>
            <p:cNvSpPr/>
            <p:nvPr/>
          </p:nvSpPr>
          <p:spPr>
            <a:xfrm>
              <a:off x="5975538" y="4109432"/>
              <a:ext cx="27430" cy="825426"/>
            </a:xfrm>
            <a:custGeom>
              <a:avLst/>
              <a:gdLst>
                <a:gd name="csX0" fmla="*/ 0 w 27430"/>
                <a:gd name="csY0" fmla="*/ 0 h 825426"/>
                <a:gd name="csX1" fmla="*/ 0 w 27430"/>
                <a:gd name="csY1" fmla="*/ 825427 h 825426"/>
                <a:gd name="csX2" fmla="*/ 27430 w 27430"/>
                <a:gd name="csY2" fmla="*/ 825427 h 825426"/>
                <a:gd name="csX3" fmla="*/ 27430 w 27430"/>
                <a:gd name="csY3" fmla="*/ 0 h 825426"/>
                <a:gd name="csX4" fmla="*/ 0 w 27430"/>
                <a:gd name="csY4" fmla="*/ 0 h 825426"/>
                <a:gd name="csX5" fmla="*/ 0 w 27430"/>
                <a:gd name="csY5" fmla="*/ 0 h 825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25426">
                  <a:moveTo>
                    <a:pt x="0" y="0"/>
                  </a:moveTo>
                  <a:lnTo>
                    <a:pt x="0" y="825427"/>
                  </a:lnTo>
                  <a:lnTo>
                    <a:pt x="27430" y="825427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3" name="Freeform 3842">
              <a:extLst>
                <a:ext uri="{FF2B5EF4-FFF2-40B4-BE49-F238E27FC236}">
                  <a16:creationId xmlns:a16="http://schemas.microsoft.com/office/drawing/2014/main" id="{1FB080D3-B5D3-0A6B-52BA-4D7A32CCA321}"/>
                </a:ext>
              </a:extLst>
            </p:cNvPr>
            <p:cNvSpPr/>
            <p:nvPr/>
          </p:nvSpPr>
          <p:spPr>
            <a:xfrm>
              <a:off x="5975538" y="4109432"/>
              <a:ext cx="27430" cy="825426"/>
            </a:xfrm>
            <a:custGeom>
              <a:avLst/>
              <a:gdLst>
                <a:gd name="csX0" fmla="*/ 0 w 27430"/>
                <a:gd name="csY0" fmla="*/ 0 h 825426"/>
                <a:gd name="csX1" fmla="*/ 0 w 27430"/>
                <a:gd name="csY1" fmla="*/ 825427 h 825426"/>
                <a:gd name="csX2" fmla="*/ 27430 w 27430"/>
                <a:gd name="csY2" fmla="*/ 825427 h 825426"/>
                <a:gd name="csX3" fmla="*/ 27430 w 27430"/>
                <a:gd name="csY3" fmla="*/ 0 h 825426"/>
                <a:gd name="csX4" fmla="*/ 0 w 27430"/>
                <a:gd name="csY4" fmla="*/ 0 h 825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25426">
                  <a:moveTo>
                    <a:pt x="0" y="0"/>
                  </a:moveTo>
                  <a:lnTo>
                    <a:pt x="0" y="825427"/>
                  </a:lnTo>
                  <a:lnTo>
                    <a:pt x="27430" y="825427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4" name="Freeform 3843">
              <a:extLst>
                <a:ext uri="{FF2B5EF4-FFF2-40B4-BE49-F238E27FC236}">
                  <a16:creationId xmlns:a16="http://schemas.microsoft.com/office/drawing/2014/main" id="{846B5542-2A20-162C-C5F3-414548C30E41}"/>
                </a:ext>
              </a:extLst>
            </p:cNvPr>
            <p:cNvSpPr/>
            <p:nvPr/>
          </p:nvSpPr>
          <p:spPr>
            <a:xfrm>
              <a:off x="6002968" y="4015841"/>
              <a:ext cx="27430" cy="919017"/>
            </a:xfrm>
            <a:custGeom>
              <a:avLst/>
              <a:gdLst>
                <a:gd name="csX0" fmla="*/ 0 w 27430"/>
                <a:gd name="csY0" fmla="*/ 0 h 919017"/>
                <a:gd name="csX1" fmla="*/ 0 w 27430"/>
                <a:gd name="csY1" fmla="*/ 919017 h 919017"/>
                <a:gd name="csX2" fmla="*/ 27430 w 27430"/>
                <a:gd name="csY2" fmla="*/ 919017 h 919017"/>
                <a:gd name="csX3" fmla="*/ 27430 w 27430"/>
                <a:gd name="csY3" fmla="*/ 0 h 919017"/>
                <a:gd name="csX4" fmla="*/ 0 w 27430"/>
                <a:gd name="csY4" fmla="*/ 0 h 919017"/>
                <a:gd name="csX5" fmla="*/ 0 w 27430"/>
                <a:gd name="csY5" fmla="*/ 0 h 919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919017">
                  <a:moveTo>
                    <a:pt x="0" y="0"/>
                  </a:moveTo>
                  <a:lnTo>
                    <a:pt x="0" y="919017"/>
                  </a:lnTo>
                  <a:lnTo>
                    <a:pt x="27430" y="919017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5" name="Freeform 3844">
              <a:extLst>
                <a:ext uri="{FF2B5EF4-FFF2-40B4-BE49-F238E27FC236}">
                  <a16:creationId xmlns:a16="http://schemas.microsoft.com/office/drawing/2014/main" id="{397AE8B0-7413-916E-FC93-C3DF2A0F6906}"/>
                </a:ext>
              </a:extLst>
            </p:cNvPr>
            <p:cNvSpPr/>
            <p:nvPr/>
          </p:nvSpPr>
          <p:spPr>
            <a:xfrm>
              <a:off x="6002968" y="4015841"/>
              <a:ext cx="27430" cy="919017"/>
            </a:xfrm>
            <a:custGeom>
              <a:avLst/>
              <a:gdLst>
                <a:gd name="csX0" fmla="*/ 0 w 27430"/>
                <a:gd name="csY0" fmla="*/ 0 h 919017"/>
                <a:gd name="csX1" fmla="*/ 0 w 27430"/>
                <a:gd name="csY1" fmla="*/ 919017 h 919017"/>
                <a:gd name="csX2" fmla="*/ 27430 w 27430"/>
                <a:gd name="csY2" fmla="*/ 919017 h 919017"/>
                <a:gd name="csX3" fmla="*/ 27430 w 27430"/>
                <a:gd name="csY3" fmla="*/ 0 h 919017"/>
                <a:gd name="csX4" fmla="*/ 0 w 27430"/>
                <a:gd name="csY4" fmla="*/ 0 h 919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919017">
                  <a:moveTo>
                    <a:pt x="0" y="0"/>
                  </a:moveTo>
                  <a:lnTo>
                    <a:pt x="0" y="919017"/>
                  </a:lnTo>
                  <a:lnTo>
                    <a:pt x="27430" y="919017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6" name="Freeform 3845">
              <a:extLst>
                <a:ext uri="{FF2B5EF4-FFF2-40B4-BE49-F238E27FC236}">
                  <a16:creationId xmlns:a16="http://schemas.microsoft.com/office/drawing/2014/main" id="{4053F042-CF7E-F581-1B90-DEBFA4F7B7E1}"/>
                </a:ext>
              </a:extLst>
            </p:cNvPr>
            <p:cNvSpPr/>
            <p:nvPr/>
          </p:nvSpPr>
          <p:spPr>
            <a:xfrm>
              <a:off x="6030398" y="4066596"/>
              <a:ext cx="27438" cy="868262"/>
            </a:xfrm>
            <a:custGeom>
              <a:avLst/>
              <a:gdLst>
                <a:gd name="csX0" fmla="*/ 0 w 27438"/>
                <a:gd name="csY0" fmla="*/ 0 h 868262"/>
                <a:gd name="csX1" fmla="*/ 0 w 27438"/>
                <a:gd name="csY1" fmla="*/ 868263 h 868262"/>
                <a:gd name="csX2" fmla="*/ 27438 w 27438"/>
                <a:gd name="csY2" fmla="*/ 868263 h 868262"/>
                <a:gd name="csX3" fmla="*/ 27438 w 27438"/>
                <a:gd name="csY3" fmla="*/ 0 h 868262"/>
                <a:gd name="csX4" fmla="*/ 0 w 27438"/>
                <a:gd name="csY4" fmla="*/ 0 h 868262"/>
                <a:gd name="csX5" fmla="*/ 0 w 27438"/>
                <a:gd name="csY5" fmla="*/ 0 h 868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868262">
                  <a:moveTo>
                    <a:pt x="0" y="0"/>
                  </a:moveTo>
                  <a:lnTo>
                    <a:pt x="0" y="868263"/>
                  </a:lnTo>
                  <a:lnTo>
                    <a:pt x="27438" y="868263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7" name="Freeform 3846">
              <a:extLst>
                <a:ext uri="{FF2B5EF4-FFF2-40B4-BE49-F238E27FC236}">
                  <a16:creationId xmlns:a16="http://schemas.microsoft.com/office/drawing/2014/main" id="{2D7F2EE0-5D2E-EAA0-E0D1-E445AF435D49}"/>
                </a:ext>
              </a:extLst>
            </p:cNvPr>
            <p:cNvSpPr/>
            <p:nvPr/>
          </p:nvSpPr>
          <p:spPr>
            <a:xfrm>
              <a:off x="6030398" y="4066596"/>
              <a:ext cx="27438" cy="868262"/>
            </a:xfrm>
            <a:custGeom>
              <a:avLst/>
              <a:gdLst>
                <a:gd name="csX0" fmla="*/ 0 w 27438"/>
                <a:gd name="csY0" fmla="*/ 0 h 868262"/>
                <a:gd name="csX1" fmla="*/ 0 w 27438"/>
                <a:gd name="csY1" fmla="*/ 868263 h 868262"/>
                <a:gd name="csX2" fmla="*/ 27438 w 27438"/>
                <a:gd name="csY2" fmla="*/ 868263 h 868262"/>
                <a:gd name="csX3" fmla="*/ 27438 w 27438"/>
                <a:gd name="csY3" fmla="*/ 0 h 868262"/>
                <a:gd name="csX4" fmla="*/ 0 w 27438"/>
                <a:gd name="csY4" fmla="*/ 0 h 868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868262">
                  <a:moveTo>
                    <a:pt x="0" y="0"/>
                  </a:moveTo>
                  <a:lnTo>
                    <a:pt x="0" y="868263"/>
                  </a:lnTo>
                  <a:lnTo>
                    <a:pt x="27438" y="868263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8" name="Freeform 3847">
              <a:extLst>
                <a:ext uri="{FF2B5EF4-FFF2-40B4-BE49-F238E27FC236}">
                  <a16:creationId xmlns:a16="http://schemas.microsoft.com/office/drawing/2014/main" id="{4A00D5CC-2DBD-C4B0-1492-F34ED29D6A60}"/>
                </a:ext>
              </a:extLst>
            </p:cNvPr>
            <p:cNvSpPr/>
            <p:nvPr/>
          </p:nvSpPr>
          <p:spPr>
            <a:xfrm>
              <a:off x="6057837" y="3925156"/>
              <a:ext cx="27430" cy="1009702"/>
            </a:xfrm>
            <a:custGeom>
              <a:avLst/>
              <a:gdLst>
                <a:gd name="csX0" fmla="*/ 0 w 27430"/>
                <a:gd name="csY0" fmla="*/ 0 h 1009702"/>
                <a:gd name="csX1" fmla="*/ 0 w 27430"/>
                <a:gd name="csY1" fmla="*/ 1009703 h 1009702"/>
                <a:gd name="csX2" fmla="*/ 27430 w 27430"/>
                <a:gd name="csY2" fmla="*/ 1009703 h 1009702"/>
                <a:gd name="csX3" fmla="*/ 27430 w 27430"/>
                <a:gd name="csY3" fmla="*/ 0 h 1009702"/>
                <a:gd name="csX4" fmla="*/ 0 w 27430"/>
                <a:gd name="csY4" fmla="*/ 0 h 1009702"/>
                <a:gd name="csX5" fmla="*/ 0 w 27430"/>
                <a:gd name="csY5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009702">
                  <a:moveTo>
                    <a:pt x="0" y="0"/>
                  </a:moveTo>
                  <a:lnTo>
                    <a:pt x="0" y="1009703"/>
                  </a:lnTo>
                  <a:lnTo>
                    <a:pt x="27430" y="1009703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9" name="Freeform 3848">
              <a:extLst>
                <a:ext uri="{FF2B5EF4-FFF2-40B4-BE49-F238E27FC236}">
                  <a16:creationId xmlns:a16="http://schemas.microsoft.com/office/drawing/2014/main" id="{1B71E963-7DAD-79FD-75B1-E2F2BAAC2B67}"/>
                </a:ext>
              </a:extLst>
            </p:cNvPr>
            <p:cNvSpPr/>
            <p:nvPr/>
          </p:nvSpPr>
          <p:spPr>
            <a:xfrm>
              <a:off x="6057837" y="3925156"/>
              <a:ext cx="27430" cy="1009702"/>
            </a:xfrm>
            <a:custGeom>
              <a:avLst/>
              <a:gdLst>
                <a:gd name="csX0" fmla="*/ 0 w 27430"/>
                <a:gd name="csY0" fmla="*/ 0 h 1009702"/>
                <a:gd name="csX1" fmla="*/ 0 w 27430"/>
                <a:gd name="csY1" fmla="*/ 1009703 h 1009702"/>
                <a:gd name="csX2" fmla="*/ 27430 w 27430"/>
                <a:gd name="csY2" fmla="*/ 1009703 h 1009702"/>
                <a:gd name="csX3" fmla="*/ 27430 w 27430"/>
                <a:gd name="csY3" fmla="*/ 0 h 1009702"/>
                <a:gd name="csX4" fmla="*/ 0 w 27430"/>
                <a:gd name="csY4" fmla="*/ 0 h 1009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009702">
                  <a:moveTo>
                    <a:pt x="0" y="0"/>
                  </a:moveTo>
                  <a:lnTo>
                    <a:pt x="0" y="1009703"/>
                  </a:lnTo>
                  <a:lnTo>
                    <a:pt x="27430" y="1009703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0" name="Freeform 3849">
              <a:extLst>
                <a:ext uri="{FF2B5EF4-FFF2-40B4-BE49-F238E27FC236}">
                  <a16:creationId xmlns:a16="http://schemas.microsoft.com/office/drawing/2014/main" id="{85917474-525A-B12F-9BC4-1546F522E7DE}"/>
                </a:ext>
              </a:extLst>
            </p:cNvPr>
            <p:cNvSpPr/>
            <p:nvPr/>
          </p:nvSpPr>
          <p:spPr>
            <a:xfrm>
              <a:off x="6085267" y="4076921"/>
              <a:ext cx="27430" cy="857937"/>
            </a:xfrm>
            <a:custGeom>
              <a:avLst/>
              <a:gdLst>
                <a:gd name="csX0" fmla="*/ 0 w 27430"/>
                <a:gd name="csY0" fmla="*/ 0 h 857937"/>
                <a:gd name="csX1" fmla="*/ 0 w 27430"/>
                <a:gd name="csY1" fmla="*/ 857938 h 857937"/>
                <a:gd name="csX2" fmla="*/ 27430 w 27430"/>
                <a:gd name="csY2" fmla="*/ 857938 h 857937"/>
                <a:gd name="csX3" fmla="*/ 27430 w 27430"/>
                <a:gd name="csY3" fmla="*/ 0 h 857937"/>
                <a:gd name="csX4" fmla="*/ 0 w 27430"/>
                <a:gd name="csY4" fmla="*/ 0 h 857937"/>
                <a:gd name="csX5" fmla="*/ 0 w 27430"/>
                <a:gd name="csY5" fmla="*/ 0 h 857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57937">
                  <a:moveTo>
                    <a:pt x="0" y="0"/>
                  </a:moveTo>
                  <a:lnTo>
                    <a:pt x="0" y="857938"/>
                  </a:lnTo>
                  <a:lnTo>
                    <a:pt x="27430" y="857938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1" name="Freeform 3850">
              <a:extLst>
                <a:ext uri="{FF2B5EF4-FFF2-40B4-BE49-F238E27FC236}">
                  <a16:creationId xmlns:a16="http://schemas.microsoft.com/office/drawing/2014/main" id="{7160717E-7BAE-E745-2BDC-4910CE012B6E}"/>
                </a:ext>
              </a:extLst>
            </p:cNvPr>
            <p:cNvSpPr/>
            <p:nvPr/>
          </p:nvSpPr>
          <p:spPr>
            <a:xfrm>
              <a:off x="6085267" y="4076921"/>
              <a:ext cx="27430" cy="857937"/>
            </a:xfrm>
            <a:custGeom>
              <a:avLst/>
              <a:gdLst>
                <a:gd name="csX0" fmla="*/ 0 w 27430"/>
                <a:gd name="csY0" fmla="*/ 0 h 857937"/>
                <a:gd name="csX1" fmla="*/ 0 w 27430"/>
                <a:gd name="csY1" fmla="*/ 857938 h 857937"/>
                <a:gd name="csX2" fmla="*/ 27430 w 27430"/>
                <a:gd name="csY2" fmla="*/ 857938 h 857937"/>
                <a:gd name="csX3" fmla="*/ 27430 w 27430"/>
                <a:gd name="csY3" fmla="*/ 0 h 857937"/>
                <a:gd name="csX4" fmla="*/ 0 w 27430"/>
                <a:gd name="csY4" fmla="*/ 0 h 857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57937">
                  <a:moveTo>
                    <a:pt x="0" y="0"/>
                  </a:moveTo>
                  <a:lnTo>
                    <a:pt x="0" y="857938"/>
                  </a:lnTo>
                  <a:lnTo>
                    <a:pt x="27430" y="857938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2" name="Freeform 3851">
              <a:extLst>
                <a:ext uri="{FF2B5EF4-FFF2-40B4-BE49-F238E27FC236}">
                  <a16:creationId xmlns:a16="http://schemas.microsoft.com/office/drawing/2014/main" id="{3C4D4CD0-F321-B77F-04C4-5E0ADAC1C7C5}"/>
                </a:ext>
              </a:extLst>
            </p:cNvPr>
            <p:cNvSpPr/>
            <p:nvPr/>
          </p:nvSpPr>
          <p:spPr>
            <a:xfrm>
              <a:off x="6112698" y="4130267"/>
              <a:ext cx="27430" cy="804591"/>
            </a:xfrm>
            <a:custGeom>
              <a:avLst/>
              <a:gdLst>
                <a:gd name="csX0" fmla="*/ 0 w 27430"/>
                <a:gd name="csY0" fmla="*/ 0 h 804591"/>
                <a:gd name="csX1" fmla="*/ 0 w 27430"/>
                <a:gd name="csY1" fmla="*/ 804592 h 804591"/>
                <a:gd name="csX2" fmla="*/ 27430 w 27430"/>
                <a:gd name="csY2" fmla="*/ 804592 h 804591"/>
                <a:gd name="csX3" fmla="*/ 27430 w 27430"/>
                <a:gd name="csY3" fmla="*/ 0 h 804591"/>
                <a:gd name="csX4" fmla="*/ 0 w 27430"/>
                <a:gd name="csY4" fmla="*/ 0 h 804591"/>
                <a:gd name="csX5" fmla="*/ 0 w 27430"/>
                <a:gd name="csY5" fmla="*/ 0 h 804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04591">
                  <a:moveTo>
                    <a:pt x="0" y="0"/>
                  </a:moveTo>
                  <a:lnTo>
                    <a:pt x="0" y="804592"/>
                  </a:lnTo>
                  <a:lnTo>
                    <a:pt x="27430" y="804592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3" name="Freeform 3852">
              <a:extLst>
                <a:ext uri="{FF2B5EF4-FFF2-40B4-BE49-F238E27FC236}">
                  <a16:creationId xmlns:a16="http://schemas.microsoft.com/office/drawing/2014/main" id="{9B5AC598-BB58-988F-DD82-773EF4738468}"/>
                </a:ext>
              </a:extLst>
            </p:cNvPr>
            <p:cNvSpPr/>
            <p:nvPr/>
          </p:nvSpPr>
          <p:spPr>
            <a:xfrm>
              <a:off x="6112698" y="4130267"/>
              <a:ext cx="27430" cy="804591"/>
            </a:xfrm>
            <a:custGeom>
              <a:avLst/>
              <a:gdLst>
                <a:gd name="csX0" fmla="*/ 0 w 27430"/>
                <a:gd name="csY0" fmla="*/ 0 h 804591"/>
                <a:gd name="csX1" fmla="*/ 0 w 27430"/>
                <a:gd name="csY1" fmla="*/ 804592 h 804591"/>
                <a:gd name="csX2" fmla="*/ 27430 w 27430"/>
                <a:gd name="csY2" fmla="*/ 804592 h 804591"/>
                <a:gd name="csX3" fmla="*/ 27430 w 27430"/>
                <a:gd name="csY3" fmla="*/ 0 h 804591"/>
                <a:gd name="csX4" fmla="*/ 0 w 27430"/>
                <a:gd name="csY4" fmla="*/ 0 h 804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04591">
                  <a:moveTo>
                    <a:pt x="0" y="0"/>
                  </a:moveTo>
                  <a:lnTo>
                    <a:pt x="0" y="804592"/>
                  </a:lnTo>
                  <a:lnTo>
                    <a:pt x="27430" y="804592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4" name="Freeform 3853">
              <a:extLst>
                <a:ext uri="{FF2B5EF4-FFF2-40B4-BE49-F238E27FC236}">
                  <a16:creationId xmlns:a16="http://schemas.microsoft.com/office/drawing/2014/main" id="{3819E39B-DD03-1030-9DB5-5B8848673016}"/>
                </a:ext>
              </a:extLst>
            </p:cNvPr>
            <p:cNvSpPr/>
            <p:nvPr/>
          </p:nvSpPr>
          <p:spPr>
            <a:xfrm>
              <a:off x="6140128" y="4140317"/>
              <a:ext cx="27438" cy="794540"/>
            </a:xfrm>
            <a:custGeom>
              <a:avLst/>
              <a:gdLst>
                <a:gd name="csX0" fmla="*/ 0 w 27438"/>
                <a:gd name="csY0" fmla="*/ 0 h 794540"/>
                <a:gd name="csX1" fmla="*/ 0 w 27438"/>
                <a:gd name="csY1" fmla="*/ 794541 h 794540"/>
                <a:gd name="csX2" fmla="*/ 27438 w 27438"/>
                <a:gd name="csY2" fmla="*/ 794541 h 794540"/>
                <a:gd name="csX3" fmla="*/ 27438 w 27438"/>
                <a:gd name="csY3" fmla="*/ 0 h 794540"/>
                <a:gd name="csX4" fmla="*/ 0 w 27438"/>
                <a:gd name="csY4" fmla="*/ 0 h 794540"/>
                <a:gd name="csX5" fmla="*/ 0 w 27438"/>
                <a:gd name="csY5" fmla="*/ 0 h 794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794540">
                  <a:moveTo>
                    <a:pt x="0" y="0"/>
                  </a:moveTo>
                  <a:lnTo>
                    <a:pt x="0" y="794541"/>
                  </a:lnTo>
                  <a:lnTo>
                    <a:pt x="27438" y="794541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5" name="Freeform 3854">
              <a:extLst>
                <a:ext uri="{FF2B5EF4-FFF2-40B4-BE49-F238E27FC236}">
                  <a16:creationId xmlns:a16="http://schemas.microsoft.com/office/drawing/2014/main" id="{82BB4DA5-480F-3207-EDBE-7886C37448BF}"/>
                </a:ext>
              </a:extLst>
            </p:cNvPr>
            <p:cNvSpPr/>
            <p:nvPr/>
          </p:nvSpPr>
          <p:spPr>
            <a:xfrm>
              <a:off x="6140128" y="4140317"/>
              <a:ext cx="27438" cy="794540"/>
            </a:xfrm>
            <a:custGeom>
              <a:avLst/>
              <a:gdLst>
                <a:gd name="csX0" fmla="*/ 0 w 27438"/>
                <a:gd name="csY0" fmla="*/ 0 h 794540"/>
                <a:gd name="csX1" fmla="*/ 0 w 27438"/>
                <a:gd name="csY1" fmla="*/ 794541 h 794540"/>
                <a:gd name="csX2" fmla="*/ 27438 w 27438"/>
                <a:gd name="csY2" fmla="*/ 794541 h 794540"/>
                <a:gd name="csX3" fmla="*/ 27438 w 27438"/>
                <a:gd name="csY3" fmla="*/ 0 h 794540"/>
                <a:gd name="csX4" fmla="*/ 0 w 27438"/>
                <a:gd name="csY4" fmla="*/ 0 h 794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794540">
                  <a:moveTo>
                    <a:pt x="0" y="0"/>
                  </a:moveTo>
                  <a:lnTo>
                    <a:pt x="0" y="794541"/>
                  </a:lnTo>
                  <a:lnTo>
                    <a:pt x="27438" y="794541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6" name="Freeform 3855">
              <a:extLst>
                <a:ext uri="{FF2B5EF4-FFF2-40B4-BE49-F238E27FC236}">
                  <a16:creationId xmlns:a16="http://schemas.microsoft.com/office/drawing/2014/main" id="{3A3AD4E3-EB2D-4ABB-CC54-9E88B3F09E46}"/>
                </a:ext>
              </a:extLst>
            </p:cNvPr>
            <p:cNvSpPr/>
            <p:nvPr/>
          </p:nvSpPr>
          <p:spPr>
            <a:xfrm>
              <a:off x="6167566" y="4238206"/>
              <a:ext cx="27430" cy="696652"/>
            </a:xfrm>
            <a:custGeom>
              <a:avLst/>
              <a:gdLst>
                <a:gd name="csX0" fmla="*/ 0 w 27430"/>
                <a:gd name="csY0" fmla="*/ 0 h 696652"/>
                <a:gd name="csX1" fmla="*/ 0 w 27430"/>
                <a:gd name="csY1" fmla="*/ 696653 h 696652"/>
                <a:gd name="csX2" fmla="*/ 27430 w 27430"/>
                <a:gd name="csY2" fmla="*/ 696653 h 696652"/>
                <a:gd name="csX3" fmla="*/ 27430 w 27430"/>
                <a:gd name="csY3" fmla="*/ 0 h 696652"/>
                <a:gd name="csX4" fmla="*/ 0 w 27430"/>
                <a:gd name="csY4" fmla="*/ 0 h 696652"/>
                <a:gd name="csX5" fmla="*/ 0 w 27430"/>
                <a:gd name="csY5" fmla="*/ 0 h 696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96652">
                  <a:moveTo>
                    <a:pt x="0" y="0"/>
                  </a:moveTo>
                  <a:lnTo>
                    <a:pt x="0" y="696653"/>
                  </a:lnTo>
                  <a:lnTo>
                    <a:pt x="27430" y="696653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7" name="Freeform 3856">
              <a:extLst>
                <a:ext uri="{FF2B5EF4-FFF2-40B4-BE49-F238E27FC236}">
                  <a16:creationId xmlns:a16="http://schemas.microsoft.com/office/drawing/2014/main" id="{43198FB7-5F89-F77D-72EF-1E79604B7EEF}"/>
                </a:ext>
              </a:extLst>
            </p:cNvPr>
            <p:cNvSpPr/>
            <p:nvPr/>
          </p:nvSpPr>
          <p:spPr>
            <a:xfrm>
              <a:off x="6167566" y="4238206"/>
              <a:ext cx="27430" cy="696652"/>
            </a:xfrm>
            <a:custGeom>
              <a:avLst/>
              <a:gdLst>
                <a:gd name="csX0" fmla="*/ 0 w 27430"/>
                <a:gd name="csY0" fmla="*/ 0 h 696652"/>
                <a:gd name="csX1" fmla="*/ 0 w 27430"/>
                <a:gd name="csY1" fmla="*/ 696653 h 696652"/>
                <a:gd name="csX2" fmla="*/ 27430 w 27430"/>
                <a:gd name="csY2" fmla="*/ 696653 h 696652"/>
                <a:gd name="csX3" fmla="*/ 27430 w 27430"/>
                <a:gd name="csY3" fmla="*/ 0 h 696652"/>
                <a:gd name="csX4" fmla="*/ 0 w 27430"/>
                <a:gd name="csY4" fmla="*/ 0 h 696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96652">
                  <a:moveTo>
                    <a:pt x="0" y="0"/>
                  </a:moveTo>
                  <a:lnTo>
                    <a:pt x="0" y="696653"/>
                  </a:lnTo>
                  <a:lnTo>
                    <a:pt x="27430" y="696653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8" name="Freeform 3857">
              <a:extLst>
                <a:ext uri="{FF2B5EF4-FFF2-40B4-BE49-F238E27FC236}">
                  <a16:creationId xmlns:a16="http://schemas.microsoft.com/office/drawing/2014/main" id="{618AF309-430E-AD42-75DD-BBB3EED5F82E}"/>
                </a:ext>
              </a:extLst>
            </p:cNvPr>
            <p:cNvSpPr/>
            <p:nvPr/>
          </p:nvSpPr>
          <p:spPr>
            <a:xfrm>
              <a:off x="6194997" y="4347296"/>
              <a:ext cx="27430" cy="587562"/>
            </a:xfrm>
            <a:custGeom>
              <a:avLst/>
              <a:gdLst>
                <a:gd name="csX0" fmla="*/ 0 w 27430"/>
                <a:gd name="csY0" fmla="*/ 0 h 587562"/>
                <a:gd name="csX1" fmla="*/ 0 w 27430"/>
                <a:gd name="csY1" fmla="*/ 587562 h 587562"/>
                <a:gd name="csX2" fmla="*/ 27430 w 27430"/>
                <a:gd name="csY2" fmla="*/ 587562 h 587562"/>
                <a:gd name="csX3" fmla="*/ 27430 w 27430"/>
                <a:gd name="csY3" fmla="*/ 0 h 587562"/>
                <a:gd name="csX4" fmla="*/ 0 w 27430"/>
                <a:gd name="csY4" fmla="*/ 0 h 587562"/>
                <a:gd name="csX5" fmla="*/ 0 w 27430"/>
                <a:gd name="csY5" fmla="*/ 0 h 587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587562">
                  <a:moveTo>
                    <a:pt x="0" y="0"/>
                  </a:moveTo>
                  <a:lnTo>
                    <a:pt x="0" y="587562"/>
                  </a:lnTo>
                  <a:lnTo>
                    <a:pt x="27430" y="587562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9" name="Freeform 3858">
              <a:extLst>
                <a:ext uri="{FF2B5EF4-FFF2-40B4-BE49-F238E27FC236}">
                  <a16:creationId xmlns:a16="http://schemas.microsoft.com/office/drawing/2014/main" id="{A5DD3F16-276D-E968-033F-57D87E0507B5}"/>
                </a:ext>
              </a:extLst>
            </p:cNvPr>
            <p:cNvSpPr/>
            <p:nvPr/>
          </p:nvSpPr>
          <p:spPr>
            <a:xfrm>
              <a:off x="6194997" y="4347296"/>
              <a:ext cx="27430" cy="587562"/>
            </a:xfrm>
            <a:custGeom>
              <a:avLst/>
              <a:gdLst>
                <a:gd name="csX0" fmla="*/ 0 w 27430"/>
                <a:gd name="csY0" fmla="*/ 0 h 587562"/>
                <a:gd name="csX1" fmla="*/ 0 w 27430"/>
                <a:gd name="csY1" fmla="*/ 587562 h 587562"/>
                <a:gd name="csX2" fmla="*/ 27430 w 27430"/>
                <a:gd name="csY2" fmla="*/ 587562 h 587562"/>
                <a:gd name="csX3" fmla="*/ 27430 w 27430"/>
                <a:gd name="csY3" fmla="*/ 0 h 587562"/>
                <a:gd name="csX4" fmla="*/ 0 w 27430"/>
                <a:gd name="csY4" fmla="*/ 0 h 587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587562">
                  <a:moveTo>
                    <a:pt x="0" y="0"/>
                  </a:moveTo>
                  <a:lnTo>
                    <a:pt x="0" y="587562"/>
                  </a:lnTo>
                  <a:lnTo>
                    <a:pt x="27430" y="587562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0" name="Freeform 3859">
              <a:extLst>
                <a:ext uri="{FF2B5EF4-FFF2-40B4-BE49-F238E27FC236}">
                  <a16:creationId xmlns:a16="http://schemas.microsoft.com/office/drawing/2014/main" id="{947EA0F9-96E0-3311-960C-0B06FAE029CB}"/>
                </a:ext>
              </a:extLst>
            </p:cNvPr>
            <p:cNvSpPr/>
            <p:nvPr/>
          </p:nvSpPr>
          <p:spPr>
            <a:xfrm>
              <a:off x="6222427" y="4249306"/>
              <a:ext cx="27430" cy="685552"/>
            </a:xfrm>
            <a:custGeom>
              <a:avLst/>
              <a:gdLst>
                <a:gd name="csX0" fmla="*/ 0 w 27430"/>
                <a:gd name="csY0" fmla="*/ 0 h 685552"/>
                <a:gd name="csX1" fmla="*/ 0 w 27430"/>
                <a:gd name="csY1" fmla="*/ 685553 h 685552"/>
                <a:gd name="csX2" fmla="*/ 27430 w 27430"/>
                <a:gd name="csY2" fmla="*/ 685553 h 685552"/>
                <a:gd name="csX3" fmla="*/ 27430 w 27430"/>
                <a:gd name="csY3" fmla="*/ 0 h 685552"/>
                <a:gd name="csX4" fmla="*/ 0 w 27430"/>
                <a:gd name="csY4" fmla="*/ 0 h 685552"/>
                <a:gd name="csX5" fmla="*/ 0 w 27430"/>
                <a:gd name="csY5" fmla="*/ 0 h 685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85552">
                  <a:moveTo>
                    <a:pt x="0" y="0"/>
                  </a:moveTo>
                  <a:lnTo>
                    <a:pt x="0" y="685553"/>
                  </a:lnTo>
                  <a:lnTo>
                    <a:pt x="27430" y="685553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1" name="Freeform 3860">
              <a:extLst>
                <a:ext uri="{FF2B5EF4-FFF2-40B4-BE49-F238E27FC236}">
                  <a16:creationId xmlns:a16="http://schemas.microsoft.com/office/drawing/2014/main" id="{E660B819-F3C5-4665-4006-3094EEA405D7}"/>
                </a:ext>
              </a:extLst>
            </p:cNvPr>
            <p:cNvSpPr/>
            <p:nvPr/>
          </p:nvSpPr>
          <p:spPr>
            <a:xfrm>
              <a:off x="6222427" y="4249306"/>
              <a:ext cx="27430" cy="685552"/>
            </a:xfrm>
            <a:custGeom>
              <a:avLst/>
              <a:gdLst>
                <a:gd name="csX0" fmla="*/ 0 w 27430"/>
                <a:gd name="csY0" fmla="*/ 0 h 685552"/>
                <a:gd name="csX1" fmla="*/ 0 w 27430"/>
                <a:gd name="csY1" fmla="*/ 685553 h 685552"/>
                <a:gd name="csX2" fmla="*/ 27430 w 27430"/>
                <a:gd name="csY2" fmla="*/ 685553 h 685552"/>
                <a:gd name="csX3" fmla="*/ 27430 w 27430"/>
                <a:gd name="csY3" fmla="*/ 0 h 685552"/>
                <a:gd name="csX4" fmla="*/ 0 w 27430"/>
                <a:gd name="csY4" fmla="*/ 0 h 6855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85552">
                  <a:moveTo>
                    <a:pt x="0" y="0"/>
                  </a:moveTo>
                  <a:lnTo>
                    <a:pt x="0" y="685553"/>
                  </a:lnTo>
                  <a:lnTo>
                    <a:pt x="27430" y="685553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2" name="Freeform 3861">
              <a:extLst>
                <a:ext uri="{FF2B5EF4-FFF2-40B4-BE49-F238E27FC236}">
                  <a16:creationId xmlns:a16="http://schemas.microsoft.com/office/drawing/2014/main" id="{91F5F757-CCAE-2D57-27E7-9A7AABAAB821}"/>
                </a:ext>
              </a:extLst>
            </p:cNvPr>
            <p:cNvSpPr/>
            <p:nvPr/>
          </p:nvSpPr>
          <p:spPr>
            <a:xfrm>
              <a:off x="6249858" y="4306891"/>
              <a:ext cx="27438" cy="627967"/>
            </a:xfrm>
            <a:custGeom>
              <a:avLst/>
              <a:gdLst>
                <a:gd name="csX0" fmla="*/ 0 w 27438"/>
                <a:gd name="csY0" fmla="*/ 0 h 627967"/>
                <a:gd name="csX1" fmla="*/ 0 w 27438"/>
                <a:gd name="csY1" fmla="*/ 627968 h 627967"/>
                <a:gd name="csX2" fmla="*/ 27438 w 27438"/>
                <a:gd name="csY2" fmla="*/ 627968 h 627967"/>
                <a:gd name="csX3" fmla="*/ 27438 w 27438"/>
                <a:gd name="csY3" fmla="*/ 0 h 627967"/>
                <a:gd name="csX4" fmla="*/ 0 w 27438"/>
                <a:gd name="csY4" fmla="*/ 0 h 627967"/>
                <a:gd name="csX5" fmla="*/ 0 w 27438"/>
                <a:gd name="csY5" fmla="*/ 0 h 62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627967">
                  <a:moveTo>
                    <a:pt x="0" y="0"/>
                  </a:moveTo>
                  <a:lnTo>
                    <a:pt x="0" y="627968"/>
                  </a:lnTo>
                  <a:lnTo>
                    <a:pt x="27438" y="627968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3" name="Freeform 3862">
              <a:extLst>
                <a:ext uri="{FF2B5EF4-FFF2-40B4-BE49-F238E27FC236}">
                  <a16:creationId xmlns:a16="http://schemas.microsoft.com/office/drawing/2014/main" id="{1A3AEF55-AF2C-C5BC-5316-849F22F3D15A}"/>
                </a:ext>
              </a:extLst>
            </p:cNvPr>
            <p:cNvSpPr/>
            <p:nvPr/>
          </p:nvSpPr>
          <p:spPr>
            <a:xfrm>
              <a:off x="6249858" y="4306891"/>
              <a:ext cx="27438" cy="627967"/>
            </a:xfrm>
            <a:custGeom>
              <a:avLst/>
              <a:gdLst>
                <a:gd name="csX0" fmla="*/ 0 w 27438"/>
                <a:gd name="csY0" fmla="*/ 0 h 627967"/>
                <a:gd name="csX1" fmla="*/ 0 w 27438"/>
                <a:gd name="csY1" fmla="*/ 627968 h 627967"/>
                <a:gd name="csX2" fmla="*/ 27438 w 27438"/>
                <a:gd name="csY2" fmla="*/ 627968 h 627967"/>
                <a:gd name="csX3" fmla="*/ 27438 w 27438"/>
                <a:gd name="csY3" fmla="*/ 0 h 627967"/>
                <a:gd name="csX4" fmla="*/ 0 w 27438"/>
                <a:gd name="csY4" fmla="*/ 0 h 627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627967">
                  <a:moveTo>
                    <a:pt x="0" y="0"/>
                  </a:moveTo>
                  <a:lnTo>
                    <a:pt x="0" y="627968"/>
                  </a:lnTo>
                  <a:lnTo>
                    <a:pt x="27438" y="627968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4" name="Freeform 3863">
              <a:extLst>
                <a:ext uri="{FF2B5EF4-FFF2-40B4-BE49-F238E27FC236}">
                  <a16:creationId xmlns:a16="http://schemas.microsoft.com/office/drawing/2014/main" id="{4B7CC5F3-7852-FC55-60B1-B4C10874EE1B}"/>
                </a:ext>
              </a:extLst>
            </p:cNvPr>
            <p:cNvSpPr/>
            <p:nvPr/>
          </p:nvSpPr>
          <p:spPr>
            <a:xfrm>
              <a:off x="6277296" y="4377684"/>
              <a:ext cx="27430" cy="557174"/>
            </a:xfrm>
            <a:custGeom>
              <a:avLst/>
              <a:gdLst>
                <a:gd name="csX0" fmla="*/ 0 w 27430"/>
                <a:gd name="csY0" fmla="*/ 0 h 557174"/>
                <a:gd name="csX1" fmla="*/ 0 w 27430"/>
                <a:gd name="csY1" fmla="*/ 557174 h 557174"/>
                <a:gd name="csX2" fmla="*/ 27430 w 27430"/>
                <a:gd name="csY2" fmla="*/ 557174 h 557174"/>
                <a:gd name="csX3" fmla="*/ 27430 w 27430"/>
                <a:gd name="csY3" fmla="*/ 0 h 557174"/>
                <a:gd name="csX4" fmla="*/ 0 w 27430"/>
                <a:gd name="csY4" fmla="*/ 0 h 557174"/>
                <a:gd name="csX5" fmla="*/ 0 w 27430"/>
                <a:gd name="csY5" fmla="*/ 0 h 557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557174">
                  <a:moveTo>
                    <a:pt x="0" y="0"/>
                  </a:moveTo>
                  <a:lnTo>
                    <a:pt x="0" y="557174"/>
                  </a:lnTo>
                  <a:lnTo>
                    <a:pt x="27430" y="55717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5" name="Freeform 3864">
              <a:extLst>
                <a:ext uri="{FF2B5EF4-FFF2-40B4-BE49-F238E27FC236}">
                  <a16:creationId xmlns:a16="http://schemas.microsoft.com/office/drawing/2014/main" id="{0B641300-8F2C-D10A-CCA0-1AEFF109DD64}"/>
                </a:ext>
              </a:extLst>
            </p:cNvPr>
            <p:cNvSpPr/>
            <p:nvPr/>
          </p:nvSpPr>
          <p:spPr>
            <a:xfrm>
              <a:off x="6277296" y="4377684"/>
              <a:ext cx="27430" cy="557174"/>
            </a:xfrm>
            <a:custGeom>
              <a:avLst/>
              <a:gdLst>
                <a:gd name="csX0" fmla="*/ 0 w 27430"/>
                <a:gd name="csY0" fmla="*/ 0 h 557174"/>
                <a:gd name="csX1" fmla="*/ 0 w 27430"/>
                <a:gd name="csY1" fmla="*/ 557174 h 557174"/>
                <a:gd name="csX2" fmla="*/ 27430 w 27430"/>
                <a:gd name="csY2" fmla="*/ 557174 h 557174"/>
                <a:gd name="csX3" fmla="*/ 27430 w 27430"/>
                <a:gd name="csY3" fmla="*/ 0 h 557174"/>
                <a:gd name="csX4" fmla="*/ 0 w 27430"/>
                <a:gd name="csY4" fmla="*/ 0 h 557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557174">
                  <a:moveTo>
                    <a:pt x="0" y="0"/>
                  </a:moveTo>
                  <a:lnTo>
                    <a:pt x="0" y="557174"/>
                  </a:lnTo>
                  <a:lnTo>
                    <a:pt x="27430" y="55717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6" name="Freeform 3865">
              <a:extLst>
                <a:ext uri="{FF2B5EF4-FFF2-40B4-BE49-F238E27FC236}">
                  <a16:creationId xmlns:a16="http://schemas.microsoft.com/office/drawing/2014/main" id="{3A37B408-1B97-D134-50BA-1F009DB88C10}"/>
                </a:ext>
              </a:extLst>
            </p:cNvPr>
            <p:cNvSpPr/>
            <p:nvPr/>
          </p:nvSpPr>
          <p:spPr>
            <a:xfrm>
              <a:off x="6304726" y="4453536"/>
              <a:ext cx="27430" cy="481321"/>
            </a:xfrm>
            <a:custGeom>
              <a:avLst/>
              <a:gdLst>
                <a:gd name="csX0" fmla="*/ 0 w 27430"/>
                <a:gd name="csY0" fmla="*/ 0 h 481321"/>
                <a:gd name="csX1" fmla="*/ 0 w 27430"/>
                <a:gd name="csY1" fmla="*/ 481322 h 481321"/>
                <a:gd name="csX2" fmla="*/ 27430 w 27430"/>
                <a:gd name="csY2" fmla="*/ 481322 h 481321"/>
                <a:gd name="csX3" fmla="*/ 27430 w 27430"/>
                <a:gd name="csY3" fmla="*/ 0 h 481321"/>
                <a:gd name="csX4" fmla="*/ 0 w 27430"/>
                <a:gd name="csY4" fmla="*/ 0 h 481321"/>
                <a:gd name="csX5" fmla="*/ 0 w 27430"/>
                <a:gd name="csY5" fmla="*/ 0 h 481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81321">
                  <a:moveTo>
                    <a:pt x="0" y="0"/>
                  </a:moveTo>
                  <a:lnTo>
                    <a:pt x="0" y="481322"/>
                  </a:lnTo>
                  <a:lnTo>
                    <a:pt x="27430" y="481322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7" name="Freeform 3866">
              <a:extLst>
                <a:ext uri="{FF2B5EF4-FFF2-40B4-BE49-F238E27FC236}">
                  <a16:creationId xmlns:a16="http://schemas.microsoft.com/office/drawing/2014/main" id="{18BDECD9-A951-C6ED-EBB5-22AA719D39B0}"/>
                </a:ext>
              </a:extLst>
            </p:cNvPr>
            <p:cNvSpPr/>
            <p:nvPr/>
          </p:nvSpPr>
          <p:spPr>
            <a:xfrm>
              <a:off x="6304726" y="4453536"/>
              <a:ext cx="27430" cy="481321"/>
            </a:xfrm>
            <a:custGeom>
              <a:avLst/>
              <a:gdLst>
                <a:gd name="csX0" fmla="*/ 0 w 27430"/>
                <a:gd name="csY0" fmla="*/ 0 h 481321"/>
                <a:gd name="csX1" fmla="*/ 0 w 27430"/>
                <a:gd name="csY1" fmla="*/ 481322 h 481321"/>
                <a:gd name="csX2" fmla="*/ 27430 w 27430"/>
                <a:gd name="csY2" fmla="*/ 481322 h 481321"/>
                <a:gd name="csX3" fmla="*/ 27430 w 27430"/>
                <a:gd name="csY3" fmla="*/ 0 h 481321"/>
                <a:gd name="csX4" fmla="*/ 0 w 27430"/>
                <a:gd name="csY4" fmla="*/ 0 h 481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81321">
                  <a:moveTo>
                    <a:pt x="0" y="0"/>
                  </a:moveTo>
                  <a:lnTo>
                    <a:pt x="0" y="481322"/>
                  </a:lnTo>
                  <a:lnTo>
                    <a:pt x="27430" y="481322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8" name="Freeform 3867">
              <a:extLst>
                <a:ext uri="{FF2B5EF4-FFF2-40B4-BE49-F238E27FC236}">
                  <a16:creationId xmlns:a16="http://schemas.microsoft.com/office/drawing/2014/main" id="{7EAFD429-C564-963E-D7CA-A14C66434545}"/>
                </a:ext>
              </a:extLst>
            </p:cNvPr>
            <p:cNvSpPr/>
            <p:nvPr/>
          </p:nvSpPr>
          <p:spPr>
            <a:xfrm>
              <a:off x="6332157" y="4476029"/>
              <a:ext cx="27430" cy="458829"/>
            </a:xfrm>
            <a:custGeom>
              <a:avLst/>
              <a:gdLst>
                <a:gd name="csX0" fmla="*/ 0 w 27430"/>
                <a:gd name="csY0" fmla="*/ 0 h 458829"/>
                <a:gd name="csX1" fmla="*/ 0 w 27430"/>
                <a:gd name="csY1" fmla="*/ 458830 h 458829"/>
                <a:gd name="csX2" fmla="*/ 27430 w 27430"/>
                <a:gd name="csY2" fmla="*/ 458830 h 458829"/>
                <a:gd name="csX3" fmla="*/ 27430 w 27430"/>
                <a:gd name="csY3" fmla="*/ 0 h 458829"/>
                <a:gd name="csX4" fmla="*/ 0 w 27430"/>
                <a:gd name="csY4" fmla="*/ 0 h 458829"/>
                <a:gd name="csX5" fmla="*/ 0 w 27430"/>
                <a:gd name="csY5" fmla="*/ 0 h 458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58829">
                  <a:moveTo>
                    <a:pt x="0" y="0"/>
                  </a:moveTo>
                  <a:lnTo>
                    <a:pt x="0" y="458830"/>
                  </a:lnTo>
                  <a:lnTo>
                    <a:pt x="27430" y="458830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69" name="Freeform 3868">
              <a:extLst>
                <a:ext uri="{FF2B5EF4-FFF2-40B4-BE49-F238E27FC236}">
                  <a16:creationId xmlns:a16="http://schemas.microsoft.com/office/drawing/2014/main" id="{BFC69F89-54B7-9AD4-D55F-5A58C4993031}"/>
                </a:ext>
              </a:extLst>
            </p:cNvPr>
            <p:cNvSpPr/>
            <p:nvPr/>
          </p:nvSpPr>
          <p:spPr>
            <a:xfrm>
              <a:off x="6332157" y="4476029"/>
              <a:ext cx="27430" cy="458829"/>
            </a:xfrm>
            <a:custGeom>
              <a:avLst/>
              <a:gdLst>
                <a:gd name="csX0" fmla="*/ 0 w 27430"/>
                <a:gd name="csY0" fmla="*/ 0 h 458829"/>
                <a:gd name="csX1" fmla="*/ 0 w 27430"/>
                <a:gd name="csY1" fmla="*/ 458830 h 458829"/>
                <a:gd name="csX2" fmla="*/ 27430 w 27430"/>
                <a:gd name="csY2" fmla="*/ 458830 h 458829"/>
                <a:gd name="csX3" fmla="*/ 27430 w 27430"/>
                <a:gd name="csY3" fmla="*/ 0 h 458829"/>
                <a:gd name="csX4" fmla="*/ 0 w 27430"/>
                <a:gd name="csY4" fmla="*/ 0 h 458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58829">
                  <a:moveTo>
                    <a:pt x="0" y="0"/>
                  </a:moveTo>
                  <a:lnTo>
                    <a:pt x="0" y="458830"/>
                  </a:lnTo>
                  <a:lnTo>
                    <a:pt x="27430" y="458830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0" name="Freeform 3869">
              <a:extLst>
                <a:ext uri="{FF2B5EF4-FFF2-40B4-BE49-F238E27FC236}">
                  <a16:creationId xmlns:a16="http://schemas.microsoft.com/office/drawing/2014/main" id="{607D781F-351C-34C9-01CD-2A1544174170}"/>
                </a:ext>
              </a:extLst>
            </p:cNvPr>
            <p:cNvSpPr/>
            <p:nvPr/>
          </p:nvSpPr>
          <p:spPr>
            <a:xfrm>
              <a:off x="6359587" y="4500640"/>
              <a:ext cx="27438" cy="434218"/>
            </a:xfrm>
            <a:custGeom>
              <a:avLst/>
              <a:gdLst>
                <a:gd name="csX0" fmla="*/ 0 w 27438"/>
                <a:gd name="csY0" fmla="*/ 0 h 434218"/>
                <a:gd name="csX1" fmla="*/ 0 w 27438"/>
                <a:gd name="csY1" fmla="*/ 434219 h 434218"/>
                <a:gd name="csX2" fmla="*/ 27438 w 27438"/>
                <a:gd name="csY2" fmla="*/ 434219 h 434218"/>
                <a:gd name="csX3" fmla="*/ 27438 w 27438"/>
                <a:gd name="csY3" fmla="*/ 0 h 434218"/>
                <a:gd name="csX4" fmla="*/ 0 w 27438"/>
                <a:gd name="csY4" fmla="*/ 0 h 434218"/>
                <a:gd name="csX5" fmla="*/ 0 w 27438"/>
                <a:gd name="csY5" fmla="*/ 0 h 4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434218">
                  <a:moveTo>
                    <a:pt x="0" y="0"/>
                  </a:moveTo>
                  <a:lnTo>
                    <a:pt x="0" y="434219"/>
                  </a:lnTo>
                  <a:lnTo>
                    <a:pt x="27438" y="434219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1" name="Freeform 3870">
              <a:extLst>
                <a:ext uri="{FF2B5EF4-FFF2-40B4-BE49-F238E27FC236}">
                  <a16:creationId xmlns:a16="http://schemas.microsoft.com/office/drawing/2014/main" id="{D2E1811B-57CB-2D35-E6DA-145D804CEF2C}"/>
                </a:ext>
              </a:extLst>
            </p:cNvPr>
            <p:cNvSpPr/>
            <p:nvPr/>
          </p:nvSpPr>
          <p:spPr>
            <a:xfrm>
              <a:off x="6359587" y="4500640"/>
              <a:ext cx="27438" cy="434218"/>
            </a:xfrm>
            <a:custGeom>
              <a:avLst/>
              <a:gdLst>
                <a:gd name="csX0" fmla="*/ 0 w 27438"/>
                <a:gd name="csY0" fmla="*/ 0 h 434218"/>
                <a:gd name="csX1" fmla="*/ 0 w 27438"/>
                <a:gd name="csY1" fmla="*/ 434219 h 434218"/>
                <a:gd name="csX2" fmla="*/ 27438 w 27438"/>
                <a:gd name="csY2" fmla="*/ 434219 h 434218"/>
                <a:gd name="csX3" fmla="*/ 27438 w 27438"/>
                <a:gd name="csY3" fmla="*/ 0 h 434218"/>
                <a:gd name="csX4" fmla="*/ 0 w 27438"/>
                <a:gd name="csY4" fmla="*/ 0 h 4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434218">
                  <a:moveTo>
                    <a:pt x="0" y="0"/>
                  </a:moveTo>
                  <a:lnTo>
                    <a:pt x="0" y="434219"/>
                  </a:lnTo>
                  <a:lnTo>
                    <a:pt x="27438" y="434219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2" name="Freeform 3871">
              <a:extLst>
                <a:ext uri="{FF2B5EF4-FFF2-40B4-BE49-F238E27FC236}">
                  <a16:creationId xmlns:a16="http://schemas.microsoft.com/office/drawing/2014/main" id="{88E5EDFF-FEE5-D1C8-E1E4-D769B3EB7FA6}"/>
                </a:ext>
              </a:extLst>
            </p:cNvPr>
            <p:cNvSpPr/>
            <p:nvPr/>
          </p:nvSpPr>
          <p:spPr>
            <a:xfrm>
              <a:off x="6387026" y="4538669"/>
              <a:ext cx="27430" cy="396189"/>
            </a:xfrm>
            <a:custGeom>
              <a:avLst/>
              <a:gdLst>
                <a:gd name="csX0" fmla="*/ 0 w 27430"/>
                <a:gd name="csY0" fmla="*/ 0 h 396189"/>
                <a:gd name="csX1" fmla="*/ 0 w 27430"/>
                <a:gd name="csY1" fmla="*/ 396189 h 396189"/>
                <a:gd name="csX2" fmla="*/ 27430 w 27430"/>
                <a:gd name="csY2" fmla="*/ 396189 h 396189"/>
                <a:gd name="csX3" fmla="*/ 27430 w 27430"/>
                <a:gd name="csY3" fmla="*/ 0 h 396189"/>
                <a:gd name="csX4" fmla="*/ 0 w 27430"/>
                <a:gd name="csY4" fmla="*/ 0 h 396189"/>
                <a:gd name="csX5" fmla="*/ 0 w 27430"/>
                <a:gd name="csY5" fmla="*/ 0 h 396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396189">
                  <a:moveTo>
                    <a:pt x="0" y="0"/>
                  </a:moveTo>
                  <a:lnTo>
                    <a:pt x="0" y="396189"/>
                  </a:lnTo>
                  <a:lnTo>
                    <a:pt x="27430" y="39618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3" name="Freeform 3872">
              <a:extLst>
                <a:ext uri="{FF2B5EF4-FFF2-40B4-BE49-F238E27FC236}">
                  <a16:creationId xmlns:a16="http://schemas.microsoft.com/office/drawing/2014/main" id="{A8E6DC35-A8CE-0965-FB76-34707A1C3512}"/>
                </a:ext>
              </a:extLst>
            </p:cNvPr>
            <p:cNvSpPr/>
            <p:nvPr/>
          </p:nvSpPr>
          <p:spPr>
            <a:xfrm>
              <a:off x="6387026" y="4538669"/>
              <a:ext cx="27430" cy="396189"/>
            </a:xfrm>
            <a:custGeom>
              <a:avLst/>
              <a:gdLst>
                <a:gd name="csX0" fmla="*/ 0 w 27430"/>
                <a:gd name="csY0" fmla="*/ 0 h 396189"/>
                <a:gd name="csX1" fmla="*/ 0 w 27430"/>
                <a:gd name="csY1" fmla="*/ 396189 h 396189"/>
                <a:gd name="csX2" fmla="*/ 27430 w 27430"/>
                <a:gd name="csY2" fmla="*/ 396189 h 396189"/>
                <a:gd name="csX3" fmla="*/ 27430 w 27430"/>
                <a:gd name="csY3" fmla="*/ 0 h 396189"/>
                <a:gd name="csX4" fmla="*/ 0 w 27430"/>
                <a:gd name="csY4" fmla="*/ 0 h 3961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396189">
                  <a:moveTo>
                    <a:pt x="0" y="0"/>
                  </a:moveTo>
                  <a:lnTo>
                    <a:pt x="0" y="396189"/>
                  </a:lnTo>
                  <a:lnTo>
                    <a:pt x="27430" y="39618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4" name="Freeform 3873">
              <a:extLst>
                <a:ext uri="{FF2B5EF4-FFF2-40B4-BE49-F238E27FC236}">
                  <a16:creationId xmlns:a16="http://schemas.microsoft.com/office/drawing/2014/main" id="{A6A22D78-07F6-EA33-4F92-DD3A351B4667}"/>
                </a:ext>
              </a:extLst>
            </p:cNvPr>
            <p:cNvSpPr/>
            <p:nvPr/>
          </p:nvSpPr>
          <p:spPr>
            <a:xfrm>
              <a:off x="6414456" y="4615694"/>
              <a:ext cx="27430" cy="319164"/>
            </a:xfrm>
            <a:custGeom>
              <a:avLst/>
              <a:gdLst>
                <a:gd name="csX0" fmla="*/ 0 w 27430"/>
                <a:gd name="csY0" fmla="*/ 0 h 319164"/>
                <a:gd name="csX1" fmla="*/ 0 w 27430"/>
                <a:gd name="csY1" fmla="*/ 319165 h 319164"/>
                <a:gd name="csX2" fmla="*/ 27430 w 27430"/>
                <a:gd name="csY2" fmla="*/ 319165 h 319164"/>
                <a:gd name="csX3" fmla="*/ 27430 w 27430"/>
                <a:gd name="csY3" fmla="*/ 0 h 319164"/>
                <a:gd name="csX4" fmla="*/ 0 w 27430"/>
                <a:gd name="csY4" fmla="*/ 0 h 319164"/>
                <a:gd name="csX5" fmla="*/ 0 w 27430"/>
                <a:gd name="csY5" fmla="*/ 0 h 319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319164">
                  <a:moveTo>
                    <a:pt x="0" y="0"/>
                  </a:moveTo>
                  <a:lnTo>
                    <a:pt x="0" y="319165"/>
                  </a:lnTo>
                  <a:lnTo>
                    <a:pt x="27430" y="31916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5" name="Freeform 3874">
              <a:extLst>
                <a:ext uri="{FF2B5EF4-FFF2-40B4-BE49-F238E27FC236}">
                  <a16:creationId xmlns:a16="http://schemas.microsoft.com/office/drawing/2014/main" id="{BF57213A-5B12-62D0-DBDD-A14768D5E38D}"/>
                </a:ext>
              </a:extLst>
            </p:cNvPr>
            <p:cNvSpPr/>
            <p:nvPr/>
          </p:nvSpPr>
          <p:spPr>
            <a:xfrm>
              <a:off x="6414456" y="4615694"/>
              <a:ext cx="27430" cy="319164"/>
            </a:xfrm>
            <a:custGeom>
              <a:avLst/>
              <a:gdLst>
                <a:gd name="csX0" fmla="*/ 0 w 27430"/>
                <a:gd name="csY0" fmla="*/ 0 h 319164"/>
                <a:gd name="csX1" fmla="*/ 0 w 27430"/>
                <a:gd name="csY1" fmla="*/ 319165 h 319164"/>
                <a:gd name="csX2" fmla="*/ 27430 w 27430"/>
                <a:gd name="csY2" fmla="*/ 319165 h 319164"/>
                <a:gd name="csX3" fmla="*/ 27430 w 27430"/>
                <a:gd name="csY3" fmla="*/ 0 h 319164"/>
                <a:gd name="csX4" fmla="*/ 0 w 27430"/>
                <a:gd name="csY4" fmla="*/ 0 h 319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319164">
                  <a:moveTo>
                    <a:pt x="0" y="0"/>
                  </a:moveTo>
                  <a:lnTo>
                    <a:pt x="0" y="319165"/>
                  </a:lnTo>
                  <a:lnTo>
                    <a:pt x="27430" y="31916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6" name="Freeform 3875">
              <a:extLst>
                <a:ext uri="{FF2B5EF4-FFF2-40B4-BE49-F238E27FC236}">
                  <a16:creationId xmlns:a16="http://schemas.microsoft.com/office/drawing/2014/main" id="{B8BB8AB4-5125-FC9E-5025-E13D3F153555}"/>
                </a:ext>
              </a:extLst>
            </p:cNvPr>
            <p:cNvSpPr/>
            <p:nvPr/>
          </p:nvSpPr>
          <p:spPr>
            <a:xfrm>
              <a:off x="6441886" y="4663050"/>
              <a:ext cx="27430" cy="271808"/>
            </a:xfrm>
            <a:custGeom>
              <a:avLst/>
              <a:gdLst>
                <a:gd name="csX0" fmla="*/ 0 w 27430"/>
                <a:gd name="csY0" fmla="*/ 0 h 271808"/>
                <a:gd name="csX1" fmla="*/ 0 w 27430"/>
                <a:gd name="csY1" fmla="*/ 271809 h 271808"/>
                <a:gd name="csX2" fmla="*/ 27430 w 27430"/>
                <a:gd name="csY2" fmla="*/ 271809 h 271808"/>
                <a:gd name="csX3" fmla="*/ 27430 w 27430"/>
                <a:gd name="csY3" fmla="*/ 0 h 271808"/>
                <a:gd name="csX4" fmla="*/ 0 w 27430"/>
                <a:gd name="csY4" fmla="*/ 0 h 271808"/>
                <a:gd name="csX5" fmla="*/ 0 w 27430"/>
                <a:gd name="csY5" fmla="*/ 0 h 27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71808">
                  <a:moveTo>
                    <a:pt x="0" y="0"/>
                  </a:moveTo>
                  <a:lnTo>
                    <a:pt x="0" y="271809"/>
                  </a:lnTo>
                  <a:lnTo>
                    <a:pt x="27430" y="271809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7" name="Freeform 3876">
              <a:extLst>
                <a:ext uri="{FF2B5EF4-FFF2-40B4-BE49-F238E27FC236}">
                  <a16:creationId xmlns:a16="http://schemas.microsoft.com/office/drawing/2014/main" id="{DCDEEF38-62AA-242B-149C-60DA26D957CB}"/>
                </a:ext>
              </a:extLst>
            </p:cNvPr>
            <p:cNvSpPr/>
            <p:nvPr/>
          </p:nvSpPr>
          <p:spPr>
            <a:xfrm>
              <a:off x="6441886" y="4663050"/>
              <a:ext cx="27430" cy="271808"/>
            </a:xfrm>
            <a:custGeom>
              <a:avLst/>
              <a:gdLst>
                <a:gd name="csX0" fmla="*/ 0 w 27430"/>
                <a:gd name="csY0" fmla="*/ 0 h 271808"/>
                <a:gd name="csX1" fmla="*/ 0 w 27430"/>
                <a:gd name="csY1" fmla="*/ 271809 h 271808"/>
                <a:gd name="csX2" fmla="*/ 27430 w 27430"/>
                <a:gd name="csY2" fmla="*/ 271809 h 271808"/>
                <a:gd name="csX3" fmla="*/ 27430 w 27430"/>
                <a:gd name="csY3" fmla="*/ 0 h 271808"/>
                <a:gd name="csX4" fmla="*/ 0 w 27430"/>
                <a:gd name="csY4" fmla="*/ 0 h 2718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71808">
                  <a:moveTo>
                    <a:pt x="0" y="0"/>
                  </a:moveTo>
                  <a:lnTo>
                    <a:pt x="0" y="271809"/>
                  </a:lnTo>
                  <a:lnTo>
                    <a:pt x="27430" y="271809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8" name="Freeform 3877">
              <a:extLst>
                <a:ext uri="{FF2B5EF4-FFF2-40B4-BE49-F238E27FC236}">
                  <a16:creationId xmlns:a16="http://schemas.microsoft.com/office/drawing/2014/main" id="{34A76F65-87C2-037D-28FD-5201D8271E48}"/>
                </a:ext>
              </a:extLst>
            </p:cNvPr>
            <p:cNvSpPr/>
            <p:nvPr/>
          </p:nvSpPr>
          <p:spPr>
            <a:xfrm>
              <a:off x="6469317" y="4714752"/>
              <a:ext cx="27438" cy="220106"/>
            </a:xfrm>
            <a:custGeom>
              <a:avLst/>
              <a:gdLst>
                <a:gd name="csX0" fmla="*/ 0 w 27438"/>
                <a:gd name="csY0" fmla="*/ 0 h 220106"/>
                <a:gd name="csX1" fmla="*/ 0 w 27438"/>
                <a:gd name="csY1" fmla="*/ 220107 h 220106"/>
                <a:gd name="csX2" fmla="*/ 27438 w 27438"/>
                <a:gd name="csY2" fmla="*/ 220107 h 220106"/>
                <a:gd name="csX3" fmla="*/ 27438 w 27438"/>
                <a:gd name="csY3" fmla="*/ 0 h 220106"/>
                <a:gd name="csX4" fmla="*/ 0 w 27438"/>
                <a:gd name="csY4" fmla="*/ 0 h 220106"/>
                <a:gd name="csX5" fmla="*/ 0 w 27438"/>
                <a:gd name="csY5" fmla="*/ 0 h 220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220106">
                  <a:moveTo>
                    <a:pt x="0" y="0"/>
                  </a:moveTo>
                  <a:lnTo>
                    <a:pt x="0" y="220107"/>
                  </a:lnTo>
                  <a:lnTo>
                    <a:pt x="27438" y="220107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79" name="Freeform 3878">
              <a:extLst>
                <a:ext uri="{FF2B5EF4-FFF2-40B4-BE49-F238E27FC236}">
                  <a16:creationId xmlns:a16="http://schemas.microsoft.com/office/drawing/2014/main" id="{7E921F02-1BB8-7904-D2BA-352CB9EFA433}"/>
                </a:ext>
              </a:extLst>
            </p:cNvPr>
            <p:cNvSpPr/>
            <p:nvPr/>
          </p:nvSpPr>
          <p:spPr>
            <a:xfrm>
              <a:off x="6469317" y="4714752"/>
              <a:ext cx="27438" cy="220106"/>
            </a:xfrm>
            <a:custGeom>
              <a:avLst/>
              <a:gdLst>
                <a:gd name="csX0" fmla="*/ 0 w 27438"/>
                <a:gd name="csY0" fmla="*/ 0 h 220106"/>
                <a:gd name="csX1" fmla="*/ 0 w 27438"/>
                <a:gd name="csY1" fmla="*/ 220107 h 220106"/>
                <a:gd name="csX2" fmla="*/ 27438 w 27438"/>
                <a:gd name="csY2" fmla="*/ 220107 h 220106"/>
                <a:gd name="csX3" fmla="*/ 27438 w 27438"/>
                <a:gd name="csY3" fmla="*/ 0 h 220106"/>
                <a:gd name="csX4" fmla="*/ 0 w 27438"/>
                <a:gd name="csY4" fmla="*/ 0 h 220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220106">
                  <a:moveTo>
                    <a:pt x="0" y="0"/>
                  </a:moveTo>
                  <a:lnTo>
                    <a:pt x="0" y="220107"/>
                  </a:lnTo>
                  <a:lnTo>
                    <a:pt x="27438" y="220107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0" name="Freeform 3879">
              <a:extLst>
                <a:ext uri="{FF2B5EF4-FFF2-40B4-BE49-F238E27FC236}">
                  <a16:creationId xmlns:a16="http://schemas.microsoft.com/office/drawing/2014/main" id="{26D13593-229A-7820-78B6-DC016B48DDAF}"/>
                </a:ext>
              </a:extLst>
            </p:cNvPr>
            <p:cNvSpPr/>
            <p:nvPr/>
          </p:nvSpPr>
          <p:spPr>
            <a:xfrm>
              <a:off x="6496755" y="4726613"/>
              <a:ext cx="27430" cy="208245"/>
            </a:xfrm>
            <a:custGeom>
              <a:avLst/>
              <a:gdLst>
                <a:gd name="csX0" fmla="*/ 0 w 27430"/>
                <a:gd name="csY0" fmla="*/ 0 h 208245"/>
                <a:gd name="csX1" fmla="*/ 0 w 27430"/>
                <a:gd name="csY1" fmla="*/ 208245 h 208245"/>
                <a:gd name="csX2" fmla="*/ 27430 w 27430"/>
                <a:gd name="csY2" fmla="*/ 208245 h 208245"/>
                <a:gd name="csX3" fmla="*/ 27430 w 27430"/>
                <a:gd name="csY3" fmla="*/ 0 h 208245"/>
                <a:gd name="csX4" fmla="*/ 0 w 27430"/>
                <a:gd name="csY4" fmla="*/ 0 h 208245"/>
                <a:gd name="csX5" fmla="*/ 0 w 27430"/>
                <a:gd name="csY5" fmla="*/ 0 h 208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208245">
                  <a:moveTo>
                    <a:pt x="0" y="0"/>
                  </a:moveTo>
                  <a:lnTo>
                    <a:pt x="0" y="208245"/>
                  </a:lnTo>
                  <a:lnTo>
                    <a:pt x="27430" y="208245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1" name="Freeform 3880">
              <a:extLst>
                <a:ext uri="{FF2B5EF4-FFF2-40B4-BE49-F238E27FC236}">
                  <a16:creationId xmlns:a16="http://schemas.microsoft.com/office/drawing/2014/main" id="{555E5E76-2AE1-5EE5-0F9B-44C3C0E8BD71}"/>
                </a:ext>
              </a:extLst>
            </p:cNvPr>
            <p:cNvSpPr/>
            <p:nvPr/>
          </p:nvSpPr>
          <p:spPr>
            <a:xfrm>
              <a:off x="6496755" y="4726613"/>
              <a:ext cx="27430" cy="208245"/>
            </a:xfrm>
            <a:custGeom>
              <a:avLst/>
              <a:gdLst>
                <a:gd name="csX0" fmla="*/ 0 w 27430"/>
                <a:gd name="csY0" fmla="*/ 0 h 208245"/>
                <a:gd name="csX1" fmla="*/ 0 w 27430"/>
                <a:gd name="csY1" fmla="*/ 208245 h 208245"/>
                <a:gd name="csX2" fmla="*/ 27430 w 27430"/>
                <a:gd name="csY2" fmla="*/ 208245 h 208245"/>
                <a:gd name="csX3" fmla="*/ 27430 w 27430"/>
                <a:gd name="csY3" fmla="*/ 0 h 208245"/>
                <a:gd name="csX4" fmla="*/ 0 w 27430"/>
                <a:gd name="csY4" fmla="*/ 0 h 208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208245">
                  <a:moveTo>
                    <a:pt x="0" y="0"/>
                  </a:moveTo>
                  <a:lnTo>
                    <a:pt x="0" y="208245"/>
                  </a:lnTo>
                  <a:lnTo>
                    <a:pt x="27430" y="208245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2" name="Freeform 3881">
              <a:extLst>
                <a:ext uri="{FF2B5EF4-FFF2-40B4-BE49-F238E27FC236}">
                  <a16:creationId xmlns:a16="http://schemas.microsoft.com/office/drawing/2014/main" id="{B3847D95-B176-D52F-F4C5-E892BC52F16C}"/>
                </a:ext>
              </a:extLst>
            </p:cNvPr>
            <p:cNvSpPr/>
            <p:nvPr/>
          </p:nvSpPr>
          <p:spPr>
            <a:xfrm>
              <a:off x="6524185" y="4789856"/>
              <a:ext cx="27430" cy="145002"/>
            </a:xfrm>
            <a:custGeom>
              <a:avLst/>
              <a:gdLst>
                <a:gd name="csX0" fmla="*/ 0 w 27430"/>
                <a:gd name="csY0" fmla="*/ 0 h 145002"/>
                <a:gd name="csX1" fmla="*/ 0 w 27430"/>
                <a:gd name="csY1" fmla="*/ 145003 h 145002"/>
                <a:gd name="csX2" fmla="*/ 27431 w 27430"/>
                <a:gd name="csY2" fmla="*/ 145003 h 145002"/>
                <a:gd name="csX3" fmla="*/ 27431 w 27430"/>
                <a:gd name="csY3" fmla="*/ 0 h 145002"/>
                <a:gd name="csX4" fmla="*/ 0 w 27430"/>
                <a:gd name="csY4" fmla="*/ 0 h 145002"/>
                <a:gd name="csX5" fmla="*/ 0 w 27430"/>
                <a:gd name="csY5" fmla="*/ 0 h 14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45002">
                  <a:moveTo>
                    <a:pt x="0" y="0"/>
                  </a:moveTo>
                  <a:lnTo>
                    <a:pt x="0" y="145003"/>
                  </a:lnTo>
                  <a:lnTo>
                    <a:pt x="27431" y="145003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3" name="Freeform 3882">
              <a:extLst>
                <a:ext uri="{FF2B5EF4-FFF2-40B4-BE49-F238E27FC236}">
                  <a16:creationId xmlns:a16="http://schemas.microsoft.com/office/drawing/2014/main" id="{BB14D51C-111F-0CC9-D494-DB4EF161204C}"/>
                </a:ext>
              </a:extLst>
            </p:cNvPr>
            <p:cNvSpPr/>
            <p:nvPr/>
          </p:nvSpPr>
          <p:spPr>
            <a:xfrm>
              <a:off x="6524185" y="4789856"/>
              <a:ext cx="27430" cy="145002"/>
            </a:xfrm>
            <a:custGeom>
              <a:avLst/>
              <a:gdLst>
                <a:gd name="csX0" fmla="*/ 0 w 27430"/>
                <a:gd name="csY0" fmla="*/ 0 h 145002"/>
                <a:gd name="csX1" fmla="*/ 0 w 27430"/>
                <a:gd name="csY1" fmla="*/ 145003 h 145002"/>
                <a:gd name="csX2" fmla="*/ 27431 w 27430"/>
                <a:gd name="csY2" fmla="*/ 145003 h 145002"/>
                <a:gd name="csX3" fmla="*/ 27431 w 27430"/>
                <a:gd name="csY3" fmla="*/ 0 h 145002"/>
                <a:gd name="csX4" fmla="*/ 0 w 27430"/>
                <a:gd name="csY4" fmla="*/ 0 h 14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45002">
                  <a:moveTo>
                    <a:pt x="0" y="0"/>
                  </a:moveTo>
                  <a:lnTo>
                    <a:pt x="0" y="145003"/>
                  </a:lnTo>
                  <a:lnTo>
                    <a:pt x="27431" y="145003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4" name="Freeform 3883">
              <a:extLst>
                <a:ext uri="{FF2B5EF4-FFF2-40B4-BE49-F238E27FC236}">
                  <a16:creationId xmlns:a16="http://schemas.microsoft.com/office/drawing/2014/main" id="{B296DC0A-5D01-BAB8-1CE0-9F59555CF755}"/>
                </a:ext>
              </a:extLst>
            </p:cNvPr>
            <p:cNvSpPr/>
            <p:nvPr/>
          </p:nvSpPr>
          <p:spPr>
            <a:xfrm>
              <a:off x="6551616" y="4811215"/>
              <a:ext cx="27430" cy="123643"/>
            </a:xfrm>
            <a:custGeom>
              <a:avLst/>
              <a:gdLst>
                <a:gd name="csX0" fmla="*/ 0 w 27430"/>
                <a:gd name="csY0" fmla="*/ 0 h 123643"/>
                <a:gd name="csX1" fmla="*/ 0 w 27430"/>
                <a:gd name="csY1" fmla="*/ 123644 h 123643"/>
                <a:gd name="csX2" fmla="*/ 27430 w 27430"/>
                <a:gd name="csY2" fmla="*/ 123644 h 123643"/>
                <a:gd name="csX3" fmla="*/ 27430 w 27430"/>
                <a:gd name="csY3" fmla="*/ 0 h 123643"/>
                <a:gd name="csX4" fmla="*/ 0 w 27430"/>
                <a:gd name="csY4" fmla="*/ 0 h 123643"/>
                <a:gd name="csX5" fmla="*/ 0 w 27430"/>
                <a:gd name="csY5" fmla="*/ 0 h 123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123643">
                  <a:moveTo>
                    <a:pt x="0" y="0"/>
                  </a:moveTo>
                  <a:lnTo>
                    <a:pt x="0" y="123644"/>
                  </a:lnTo>
                  <a:lnTo>
                    <a:pt x="27430" y="123644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5" name="Freeform 3884">
              <a:extLst>
                <a:ext uri="{FF2B5EF4-FFF2-40B4-BE49-F238E27FC236}">
                  <a16:creationId xmlns:a16="http://schemas.microsoft.com/office/drawing/2014/main" id="{AB0CEB13-7FB6-A123-4866-00D95A8D662A}"/>
                </a:ext>
              </a:extLst>
            </p:cNvPr>
            <p:cNvSpPr/>
            <p:nvPr/>
          </p:nvSpPr>
          <p:spPr>
            <a:xfrm>
              <a:off x="6551616" y="4811215"/>
              <a:ext cx="27430" cy="123643"/>
            </a:xfrm>
            <a:custGeom>
              <a:avLst/>
              <a:gdLst>
                <a:gd name="csX0" fmla="*/ 0 w 27430"/>
                <a:gd name="csY0" fmla="*/ 0 h 123643"/>
                <a:gd name="csX1" fmla="*/ 0 w 27430"/>
                <a:gd name="csY1" fmla="*/ 123644 h 123643"/>
                <a:gd name="csX2" fmla="*/ 27430 w 27430"/>
                <a:gd name="csY2" fmla="*/ 123644 h 123643"/>
                <a:gd name="csX3" fmla="*/ 27430 w 27430"/>
                <a:gd name="csY3" fmla="*/ 0 h 123643"/>
                <a:gd name="csX4" fmla="*/ 0 w 27430"/>
                <a:gd name="csY4" fmla="*/ 0 h 123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123643">
                  <a:moveTo>
                    <a:pt x="0" y="0"/>
                  </a:moveTo>
                  <a:lnTo>
                    <a:pt x="0" y="123644"/>
                  </a:lnTo>
                  <a:lnTo>
                    <a:pt x="27430" y="123644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6" name="Freeform 3885">
              <a:extLst>
                <a:ext uri="{FF2B5EF4-FFF2-40B4-BE49-F238E27FC236}">
                  <a16:creationId xmlns:a16="http://schemas.microsoft.com/office/drawing/2014/main" id="{BCC35A44-BC18-85FE-4655-EADA7D0E67B3}"/>
                </a:ext>
              </a:extLst>
            </p:cNvPr>
            <p:cNvSpPr/>
            <p:nvPr/>
          </p:nvSpPr>
          <p:spPr>
            <a:xfrm>
              <a:off x="6579046" y="4826065"/>
              <a:ext cx="27438" cy="108793"/>
            </a:xfrm>
            <a:custGeom>
              <a:avLst/>
              <a:gdLst>
                <a:gd name="csX0" fmla="*/ 0 w 27438"/>
                <a:gd name="csY0" fmla="*/ 0 h 108793"/>
                <a:gd name="csX1" fmla="*/ 0 w 27438"/>
                <a:gd name="csY1" fmla="*/ 108793 h 108793"/>
                <a:gd name="csX2" fmla="*/ 27438 w 27438"/>
                <a:gd name="csY2" fmla="*/ 108793 h 108793"/>
                <a:gd name="csX3" fmla="*/ 27438 w 27438"/>
                <a:gd name="csY3" fmla="*/ 0 h 108793"/>
                <a:gd name="csX4" fmla="*/ 0 w 27438"/>
                <a:gd name="csY4" fmla="*/ 0 h 108793"/>
                <a:gd name="csX5" fmla="*/ 0 w 27438"/>
                <a:gd name="csY5" fmla="*/ 0 h 108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108793">
                  <a:moveTo>
                    <a:pt x="0" y="0"/>
                  </a:moveTo>
                  <a:lnTo>
                    <a:pt x="0" y="108793"/>
                  </a:lnTo>
                  <a:lnTo>
                    <a:pt x="27438" y="108793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7" name="Freeform 3886">
              <a:extLst>
                <a:ext uri="{FF2B5EF4-FFF2-40B4-BE49-F238E27FC236}">
                  <a16:creationId xmlns:a16="http://schemas.microsoft.com/office/drawing/2014/main" id="{3B63D12B-8B72-B403-753E-0547040DA118}"/>
                </a:ext>
              </a:extLst>
            </p:cNvPr>
            <p:cNvSpPr/>
            <p:nvPr/>
          </p:nvSpPr>
          <p:spPr>
            <a:xfrm>
              <a:off x="6579046" y="4826065"/>
              <a:ext cx="27438" cy="108793"/>
            </a:xfrm>
            <a:custGeom>
              <a:avLst/>
              <a:gdLst>
                <a:gd name="csX0" fmla="*/ 0 w 27438"/>
                <a:gd name="csY0" fmla="*/ 0 h 108793"/>
                <a:gd name="csX1" fmla="*/ 0 w 27438"/>
                <a:gd name="csY1" fmla="*/ 108793 h 108793"/>
                <a:gd name="csX2" fmla="*/ 27438 w 27438"/>
                <a:gd name="csY2" fmla="*/ 108793 h 108793"/>
                <a:gd name="csX3" fmla="*/ 27438 w 27438"/>
                <a:gd name="csY3" fmla="*/ 0 h 108793"/>
                <a:gd name="csX4" fmla="*/ 0 w 27438"/>
                <a:gd name="csY4" fmla="*/ 0 h 108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108793">
                  <a:moveTo>
                    <a:pt x="0" y="0"/>
                  </a:moveTo>
                  <a:lnTo>
                    <a:pt x="0" y="108793"/>
                  </a:lnTo>
                  <a:lnTo>
                    <a:pt x="27438" y="108793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8" name="Freeform 3887">
              <a:extLst>
                <a:ext uri="{FF2B5EF4-FFF2-40B4-BE49-F238E27FC236}">
                  <a16:creationId xmlns:a16="http://schemas.microsoft.com/office/drawing/2014/main" id="{B93E00EF-0805-287A-02F6-FA2B1580D303}"/>
                </a:ext>
              </a:extLst>
            </p:cNvPr>
            <p:cNvSpPr/>
            <p:nvPr/>
          </p:nvSpPr>
          <p:spPr>
            <a:xfrm>
              <a:off x="6606485" y="4853262"/>
              <a:ext cx="27430" cy="81596"/>
            </a:xfrm>
            <a:custGeom>
              <a:avLst/>
              <a:gdLst>
                <a:gd name="csX0" fmla="*/ 0 w 27430"/>
                <a:gd name="csY0" fmla="*/ 0 h 81596"/>
                <a:gd name="csX1" fmla="*/ 0 w 27430"/>
                <a:gd name="csY1" fmla="*/ 81597 h 81596"/>
                <a:gd name="csX2" fmla="*/ 27431 w 27430"/>
                <a:gd name="csY2" fmla="*/ 81597 h 81596"/>
                <a:gd name="csX3" fmla="*/ 27431 w 27430"/>
                <a:gd name="csY3" fmla="*/ 0 h 81596"/>
                <a:gd name="csX4" fmla="*/ 0 w 27430"/>
                <a:gd name="csY4" fmla="*/ 0 h 81596"/>
                <a:gd name="csX5" fmla="*/ 0 w 27430"/>
                <a:gd name="csY5" fmla="*/ 0 h 81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81596">
                  <a:moveTo>
                    <a:pt x="0" y="0"/>
                  </a:moveTo>
                  <a:lnTo>
                    <a:pt x="0" y="81597"/>
                  </a:lnTo>
                  <a:lnTo>
                    <a:pt x="27431" y="81597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89" name="Freeform 3888">
              <a:extLst>
                <a:ext uri="{FF2B5EF4-FFF2-40B4-BE49-F238E27FC236}">
                  <a16:creationId xmlns:a16="http://schemas.microsoft.com/office/drawing/2014/main" id="{E6727BDA-471C-52CA-16D6-B53EFFC3525A}"/>
                </a:ext>
              </a:extLst>
            </p:cNvPr>
            <p:cNvSpPr/>
            <p:nvPr/>
          </p:nvSpPr>
          <p:spPr>
            <a:xfrm>
              <a:off x="6606485" y="4853262"/>
              <a:ext cx="27430" cy="81596"/>
            </a:xfrm>
            <a:custGeom>
              <a:avLst/>
              <a:gdLst>
                <a:gd name="csX0" fmla="*/ 0 w 27430"/>
                <a:gd name="csY0" fmla="*/ 0 h 81596"/>
                <a:gd name="csX1" fmla="*/ 0 w 27430"/>
                <a:gd name="csY1" fmla="*/ 81597 h 81596"/>
                <a:gd name="csX2" fmla="*/ 27431 w 27430"/>
                <a:gd name="csY2" fmla="*/ 81597 h 81596"/>
                <a:gd name="csX3" fmla="*/ 27431 w 27430"/>
                <a:gd name="csY3" fmla="*/ 0 h 81596"/>
                <a:gd name="csX4" fmla="*/ 0 w 27430"/>
                <a:gd name="csY4" fmla="*/ 0 h 81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81596">
                  <a:moveTo>
                    <a:pt x="0" y="0"/>
                  </a:moveTo>
                  <a:lnTo>
                    <a:pt x="0" y="81597"/>
                  </a:lnTo>
                  <a:lnTo>
                    <a:pt x="27431" y="81597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0" name="Freeform 3889">
              <a:extLst>
                <a:ext uri="{FF2B5EF4-FFF2-40B4-BE49-F238E27FC236}">
                  <a16:creationId xmlns:a16="http://schemas.microsoft.com/office/drawing/2014/main" id="{A506DCE5-CE24-D61F-1E11-A378DD9008DF}"/>
                </a:ext>
              </a:extLst>
            </p:cNvPr>
            <p:cNvSpPr/>
            <p:nvPr/>
          </p:nvSpPr>
          <p:spPr>
            <a:xfrm>
              <a:off x="6633915" y="4865170"/>
              <a:ext cx="27430" cy="69688"/>
            </a:xfrm>
            <a:custGeom>
              <a:avLst/>
              <a:gdLst>
                <a:gd name="csX0" fmla="*/ 0 w 27430"/>
                <a:gd name="csY0" fmla="*/ 0 h 69688"/>
                <a:gd name="csX1" fmla="*/ 0 w 27430"/>
                <a:gd name="csY1" fmla="*/ 69688 h 69688"/>
                <a:gd name="csX2" fmla="*/ 27430 w 27430"/>
                <a:gd name="csY2" fmla="*/ 69688 h 69688"/>
                <a:gd name="csX3" fmla="*/ 27430 w 27430"/>
                <a:gd name="csY3" fmla="*/ 0 h 69688"/>
                <a:gd name="csX4" fmla="*/ 0 w 27430"/>
                <a:gd name="csY4" fmla="*/ 0 h 69688"/>
                <a:gd name="csX5" fmla="*/ 0 w 27430"/>
                <a:gd name="csY5" fmla="*/ 0 h 69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69688">
                  <a:moveTo>
                    <a:pt x="0" y="0"/>
                  </a:moveTo>
                  <a:lnTo>
                    <a:pt x="0" y="69688"/>
                  </a:lnTo>
                  <a:lnTo>
                    <a:pt x="27430" y="69688"/>
                  </a:lnTo>
                  <a:lnTo>
                    <a:pt x="2743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1" name="Freeform 3890">
              <a:extLst>
                <a:ext uri="{FF2B5EF4-FFF2-40B4-BE49-F238E27FC236}">
                  <a16:creationId xmlns:a16="http://schemas.microsoft.com/office/drawing/2014/main" id="{D450C93A-1048-37D4-F0D1-71ECC07A7BD4}"/>
                </a:ext>
              </a:extLst>
            </p:cNvPr>
            <p:cNvSpPr/>
            <p:nvPr/>
          </p:nvSpPr>
          <p:spPr>
            <a:xfrm>
              <a:off x="6633915" y="4865170"/>
              <a:ext cx="27430" cy="69688"/>
            </a:xfrm>
            <a:custGeom>
              <a:avLst/>
              <a:gdLst>
                <a:gd name="csX0" fmla="*/ 0 w 27430"/>
                <a:gd name="csY0" fmla="*/ 0 h 69688"/>
                <a:gd name="csX1" fmla="*/ 0 w 27430"/>
                <a:gd name="csY1" fmla="*/ 69688 h 69688"/>
                <a:gd name="csX2" fmla="*/ 27430 w 27430"/>
                <a:gd name="csY2" fmla="*/ 69688 h 69688"/>
                <a:gd name="csX3" fmla="*/ 27430 w 27430"/>
                <a:gd name="csY3" fmla="*/ 0 h 69688"/>
                <a:gd name="csX4" fmla="*/ 0 w 27430"/>
                <a:gd name="csY4" fmla="*/ 0 h 69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69688">
                  <a:moveTo>
                    <a:pt x="0" y="0"/>
                  </a:moveTo>
                  <a:lnTo>
                    <a:pt x="0" y="69688"/>
                  </a:lnTo>
                  <a:lnTo>
                    <a:pt x="27430" y="69688"/>
                  </a:lnTo>
                  <a:lnTo>
                    <a:pt x="27430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2" name="Freeform 3891">
              <a:extLst>
                <a:ext uri="{FF2B5EF4-FFF2-40B4-BE49-F238E27FC236}">
                  <a16:creationId xmlns:a16="http://schemas.microsoft.com/office/drawing/2014/main" id="{6BE41451-622A-245B-B3B2-54FC1455E577}"/>
                </a:ext>
              </a:extLst>
            </p:cNvPr>
            <p:cNvSpPr/>
            <p:nvPr/>
          </p:nvSpPr>
          <p:spPr>
            <a:xfrm>
              <a:off x="6661345" y="4886131"/>
              <a:ext cx="27430" cy="48727"/>
            </a:xfrm>
            <a:custGeom>
              <a:avLst/>
              <a:gdLst>
                <a:gd name="csX0" fmla="*/ 0 w 27430"/>
                <a:gd name="csY0" fmla="*/ 0 h 48727"/>
                <a:gd name="csX1" fmla="*/ 0 w 27430"/>
                <a:gd name="csY1" fmla="*/ 48727 h 48727"/>
                <a:gd name="csX2" fmla="*/ 27431 w 27430"/>
                <a:gd name="csY2" fmla="*/ 48727 h 48727"/>
                <a:gd name="csX3" fmla="*/ 27431 w 27430"/>
                <a:gd name="csY3" fmla="*/ 0 h 48727"/>
                <a:gd name="csX4" fmla="*/ 0 w 27430"/>
                <a:gd name="csY4" fmla="*/ 0 h 48727"/>
                <a:gd name="csX5" fmla="*/ 0 w 27430"/>
                <a:gd name="csY5" fmla="*/ 0 h 48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0" h="48727">
                  <a:moveTo>
                    <a:pt x="0" y="0"/>
                  </a:moveTo>
                  <a:lnTo>
                    <a:pt x="0" y="48727"/>
                  </a:lnTo>
                  <a:lnTo>
                    <a:pt x="27431" y="48727"/>
                  </a:lnTo>
                  <a:lnTo>
                    <a:pt x="2743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3" name="Freeform 3892">
              <a:extLst>
                <a:ext uri="{FF2B5EF4-FFF2-40B4-BE49-F238E27FC236}">
                  <a16:creationId xmlns:a16="http://schemas.microsoft.com/office/drawing/2014/main" id="{95F26812-F2EB-E0A4-1EA2-8B793A24BB54}"/>
                </a:ext>
              </a:extLst>
            </p:cNvPr>
            <p:cNvSpPr/>
            <p:nvPr/>
          </p:nvSpPr>
          <p:spPr>
            <a:xfrm>
              <a:off x="6661345" y="4886131"/>
              <a:ext cx="27430" cy="48727"/>
            </a:xfrm>
            <a:custGeom>
              <a:avLst/>
              <a:gdLst>
                <a:gd name="csX0" fmla="*/ 0 w 27430"/>
                <a:gd name="csY0" fmla="*/ 0 h 48727"/>
                <a:gd name="csX1" fmla="*/ 0 w 27430"/>
                <a:gd name="csY1" fmla="*/ 48727 h 48727"/>
                <a:gd name="csX2" fmla="*/ 27431 w 27430"/>
                <a:gd name="csY2" fmla="*/ 48727 h 48727"/>
                <a:gd name="csX3" fmla="*/ 27431 w 27430"/>
                <a:gd name="csY3" fmla="*/ 0 h 48727"/>
                <a:gd name="csX4" fmla="*/ 0 w 27430"/>
                <a:gd name="csY4" fmla="*/ 0 h 48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0" h="48727">
                  <a:moveTo>
                    <a:pt x="0" y="0"/>
                  </a:moveTo>
                  <a:lnTo>
                    <a:pt x="0" y="48727"/>
                  </a:lnTo>
                  <a:lnTo>
                    <a:pt x="27431" y="48727"/>
                  </a:lnTo>
                  <a:lnTo>
                    <a:pt x="27431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4" name="Freeform 3893">
              <a:extLst>
                <a:ext uri="{FF2B5EF4-FFF2-40B4-BE49-F238E27FC236}">
                  <a16:creationId xmlns:a16="http://schemas.microsoft.com/office/drawing/2014/main" id="{9F2DD87E-A29B-3A5F-5D94-6DA0D4CFDB42}"/>
                </a:ext>
              </a:extLst>
            </p:cNvPr>
            <p:cNvSpPr/>
            <p:nvPr/>
          </p:nvSpPr>
          <p:spPr>
            <a:xfrm>
              <a:off x="6688776" y="4892772"/>
              <a:ext cx="27438" cy="42085"/>
            </a:xfrm>
            <a:custGeom>
              <a:avLst/>
              <a:gdLst>
                <a:gd name="csX0" fmla="*/ 0 w 27438"/>
                <a:gd name="csY0" fmla="*/ 0 h 42085"/>
                <a:gd name="csX1" fmla="*/ 0 w 27438"/>
                <a:gd name="csY1" fmla="*/ 42086 h 42085"/>
                <a:gd name="csX2" fmla="*/ 27438 w 27438"/>
                <a:gd name="csY2" fmla="*/ 42086 h 42085"/>
                <a:gd name="csX3" fmla="*/ 27438 w 27438"/>
                <a:gd name="csY3" fmla="*/ 0 h 42085"/>
                <a:gd name="csX4" fmla="*/ 0 w 27438"/>
                <a:gd name="csY4" fmla="*/ 0 h 42085"/>
                <a:gd name="csX5" fmla="*/ 0 w 27438"/>
                <a:gd name="csY5" fmla="*/ 0 h 42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438" h="42085">
                  <a:moveTo>
                    <a:pt x="0" y="0"/>
                  </a:moveTo>
                  <a:lnTo>
                    <a:pt x="0" y="42086"/>
                  </a:lnTo>
                  <a:lnTo>
                    <a:pt x="27438" y="42086"/>
                  </a:lnTo>
                  <a:lnTo>
                    <a:pt x="274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>
                <a:alpha val="5000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5" name="Freeform 3894">
              <a:extLst>
                <a:ext uri="{FF2B5EF4-FFF2-40B4-BE49-F238E27FC236}">
                  <a16:creationId xmlns:a16="http://schemas.microsoft.com/office/drawing/2014/main" id="{F16C4027-47FB-0442-FCE9-510E659B78C4}"/>
                </a:ext>
              </a:extLst>
            </p:cNvPr>
            <p:cNvSpPr/>
            <p:nvPr/>
          </p:nvSpPr>
          <p:spPr>
            <a:xfrm>
              <a:off x="6688776" y="4892772"/>
              <a:ext cx="27438" cy="42085"/>
            </a:xfrm>
            <a:custGeom>
              <a:avLst/>
              <a:gdLst>
                <a:gd name="csX0" fmla="*/ 0 w 27438"/>
                <a:gd name="csY0" fmla="*/ 0 h 42085"/>
                <a:gd name="csX1" fmla="*/ 0 w 27438"/>
                <a:gd name="csY1" fmla="*/ 42086 h 42085"/>
                <a:gd name="csX2" fmla="*/ 27438 w 27438"/>
                <a:gd name="csY2" fmla="*/ 42086 h 42085"/>
                <a:gd name="csX3" fmla="*/ 27438 w 27438"/>
                <a:gd name="csY3" fmla="*/ 0 h 42085"/>
                <a:gd name="csX4" fmla="*/ 0 w 27438"/>
                <a:gd name="csY4" fmla="*/ 0 h 42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7438" h="42085">
                  <a:moveTo>
                    <a:pt x="0" y="0"/>
                  </a:moveTo>
                  <a:lnTo>
                    <a:pt x="0" y="42086"/>
                  </a:lnTo>
                  <a:lnTo>
                    <a:pt x="27438" y="42086"/>
                  </a:lnTo>
                  <a:lnTo>
                    <a:pt x="27438" y="0"/>
                  </a:lnTo>
                  <a:lnTo>
                    <a:pt x="0" y="0"/>
                  </a:lnTo>
                </a:path>
              </a:pathLst>
            </a:custGeom>
            <a:noFill/>
            <a:ln w="3111" cap="rnd">
              <a:solidFill>
                <a:srgbClr val="000000">
                  <a:alpha val="5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6" name="Oval 3895">
              <a:extLst>
                <a:ext uri="{FF2B5EF4-FFF2-40B4-BE49-F238E27FC236}">
                  <a16:creationId xmlns:a16="http://schemas.microsoft.com/office/drawing/2014/main" id="{B788ADBE-5040-CA25-B468-D34623F581DE}"/>
                </a:ext>
              </a:extLst>
            </p:cNvPr>
            <p:cNvSpPr/>
            <p:nvPr/>
          </p:nvSpPr>
          <p:spPr>
            <a:xfrm>
              <a:off x="5082423" y="493240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7" name="Oval 3896">
              <a:extLst>
                <a:ext uri="{FF2B5EF4-FFF2-40B4-BE49-F238E27FC236}">
                  <a16:creationId xmlns:a16="http://schemas.microsoft.com/office/drawing/2014/main" id="{68EBEC17-A6C1-D41B-4B13-5EB3B63C34F8}"/>
                </a:ext>
              </a:extLst>
            </p:cNvPr>
            <p:cNvSpPr/>
            <p:nvPr/>
          </p:nvSpPr>
          <p:spPr>
            <a:xfrm>
              <a:off x="5109855" y="493155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8" name="Oval 3897">
              <a:extLst>
                <a:ext uri="{FF2B5EF4-FFF2-40B4-BE49-F238E27FC236}">
                  <a16:creationId xmlns:a16="http://schemas.microsoft.com/office/drawing/2014/main" id="{EA4A5235-B305-2717-4971-38EDC5344487}"/>
                </a:ext>
              </a:extLst>
            </p:cNvPr>
            <p:cNvSpPr/>
            <p:nvPr/>
          </p:nvSpPr>
          <p:spPr>
            <a:xfrm>
              <a:off x="5137287" y="4931136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9" name="Oval 3898">
              <a:extLst>
                <a:ext uri="{FF2B5EF4-FFF2-40B4-BE49-F238E27FC236}">
                  <a16:creationId xmlns:a16="http://schemas.microsoft.com/office/drawing/2014/main" id="{E34014E8-CE16-8263-E225-49DB4F575807}"/>
                </a:ext>
              </a:extLst>
            </p:cNvPr>
            <p:cNvSpPr/>
            <p:nvPr/>
          </p:nvSpPr>
          <p:spPr>
            <a:xfrm>
              <a:off x="5164720" y="4929724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0" name="Oval 3899">
              <a:extLst>
                <a:ext uri="{FF2B5EF4-FFF2-40B4-BE49-F238E27FC236}">
                  <a16:creationId xmlns:a16="http://schemas.microsoft.com/office/drawing/2014/main" id="{34FA85BE-3A06-AACB-D77B-C719792C9B1B}"/>
                </a:ext>
              </a:extLst>
            </p:cNvPr>
            <p:cNvSpPr/>
            <p:nvPr/>
          </p:nvSpPr>
          <p:spPr>
            <a:xfrm>
              <a:off x="5192152" y="492746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1" name="Oval 3900">
              <a:extLst>
                <a:ext uri="{FF2B5EF4-FFF2-40B4-BE49-F238E27FC236}">
                  <a16:creationId xmlns:a16="http://schemas.microsoft.com/office/drawing/2014/main" id="{23986B59-DD0E-2175-DF89-BA5C4F27BF2D}"/>
                </a:ext>
              </a:extLst>
            </p:cNvPr>
            <p:cNvSpPr/>
            <p:nvPr/>
          </p:nvSpPr>
          <p:spPr>
            <a:xfrm>
              <a:off x="5219585" y="492778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2" name="Oval 3901">
              <a:extLst>
                <a:ext uri="{FF2B5EF4-FFF2-40B4-BE49-F238E27FC236}">
                  <a16:creationId xmlns:a16="http://schemas.microsoft.com/office/drawing/2014/main" id="{A49225DB-5F01-9FE7-A9FC-DBC11F51598D}"/>
                </a:ext>
              </a:extLst>
            </p:cNvPr>
            <p:cNvSpPr/>
            <p:nvPr/>
          </p:nvSpPr>
          <p:spPr>
            <a:xfrm>
              <a:off x="5247017" y="4922404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3" name="Oval 3902">
              <a:extLst>
                <a:ext uri="{FF2B5EF4-FFF2-40B4-BE49-F238E27FC236}">
                  <a16:creationId xmlns:a16="http://schemas.microsoft.com/office/drawing/2014/main" id="{002FE411-11BA-0399-71C2-FC8DBB6B3660}"/>
                </a:ext>
              </a:extLst>
            </p:cNvPr>
            <p:cNvSpPr/>
            <p:nvPr/>
          </p:nvSpPr>
          <p:spPr>
            <a:xfrm>
              <a:off x="5274450" y="4916387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4" name="Oval 3903">
              <a:extLst>
                <a:ext uri="{FF2B5EF4-FFF2-40B4-BE49-F238E27FC236}">
                  <a16:creationId xmlns:a16="http://schemas.microsoft.com/office/drawing/2014/main" id="{C93D3A7A-564C-533F-7D58-A8DFC31EAF76}"/>
                </a:ext>
              </a:extLst>
            </p:cNvPr>
            <p:cNvSpPr/>
            <p:nvPr/>
          </p:nvSpPr>
          <p:spPr>
            <a:xfrm>
              <a:off x="5301882" y="491520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5" name="Oval 3904">
              <a:extLst>
                <a:ext uri="{FF2B5EF4-FFF2-40B4-BE49-F238E27FC236}">
                  <a16:creationId xmlns:a16="http://schemas.microsoft.com/office/drawing/2014/main" id="{BE13C497-87B4-5443-4BC1-53FCE8D58677}"/>
                </a:ext>
              </a:extLst>
            </p:cNvPr>
            <p:cNvSpPr/>
            <p:nvPr/>
          </p:nvSpPr>
          <p:spPr>
            <a:xfrm>
              <a:off x="5329315" y="491986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6" name="Oval 3905">
              <a:extLst>
                <a:ext uri="{FF2B5EF4-FFF2-40B4-BE49-F238E27FC236}">
                  <a16:creationId xmlns:a16="http://schemas.microsoft.com/office/drawing/2014/main" id="{D09483E3-7757-BA89-81D1-9CD7DDB3165F}"/>
                </a:ext>
              </a:extLst>
            </p:cNvPr>
            <p:cNvSpPr/>
            <p:nvPr/>
          </p:nvSpPr>
          <p:spPr>
            <a:xfrm>
              <a:off x="5356747" y="489441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7" name="Oval 3906">
              <a:extLst>
                <a:ext uri="{FF2B5EF4-FFF2-40B4-BE49-F238E27FC236}">
                  <a16:creationId xmlns:a16="http://schemas.microsoft.com/office/drawing/2014/main" id="{5C563B30-AEF5-5F94-7893-6FB1EEA54EA3}"/>
                </a:ext>
              </a:extLst>
            </p:cNvPr>
            <p:cNvSpPr/>
            <p:nvPr/>
          </p:nvSpPr>
          <p:spPr>
            <a:xfrm>
              <a:off x="5384179" y="490248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8" name="Oval 3907">
              <a:extLst>
                <a:ext uri="{FF2B5EF4-FFF2-40B4-BE49-F238E27FC236}">
                  <a16:creationId xmlns:a16="http://schemas.microsoft.com/office/drawing/2014/main" id="{0A6D3DCD-0F53-ABAD-3721-2233C975B2AC}"/>
                </a:ext>
              </a:extLst>
            </p:cNvPr>
            <p:cNvSpPr/>
            <p:nvPr/>
          </p:nvSpPr>
          <p:spPr>
            <a:xfrm>
              <a:off x="5411611" y="488617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09" name="Oval 3908">
              <a:extLst>
                <a:ext uri="{FF2B5EF4-FFF2-40B4-BE49-F238E27FC236}">
                  <a16:creationId xmlns:a16="http://schemas.microsoft.com/office/drawing/2014/main" id="{67D2C91F-9157-3B24-723C-371876F1138F}"/>
                </a:ext>
              </a:extLst>
            </p:cNvPr>
            <p:cNvSpPr/>
            <p:nvPr/>
          </p:nvSpPr>
          <p:spPr>
            <a:xfrm>
              <a:off x="5439044" y="487206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0" name="Oval 3909">
              <a:extLst>
                <a:ext uri="{FF2B5EF4-FFF2-40B4-BE49-F238E27FC236}">
                  <a16:creationId xmlns:a16="http://schemas.microsoft.com/office/drawing/2014/main" id="{B3BEE6BA-95B9-1910-D44B-9AA3EE74125B}"/>
                </a:ext>
              </a:extLst>
            </p:cNvPr>
            <p:cNvSpPr/>
            <p:nvPr/>
          </p:nvSpPr>
          <p:spPr>
            <a:xfrm>
              <a:off x="5466476" y="4858857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1" name="Oval 3910">
              <a:extLst>
                <a:ext uri="{FF2B5EF4-FFF2-40B4-BE49-F238E27FC236}">
                  <a16:creationId xmlns:a16="http://schemas.microsoft.com/office/drawing/2014/main" id="{034E02C4-EC30-7F25-7EB9-88E38E71C9A8}"/>
                </a:ext>
              </a:extLst>
            </p:cNvPr>
            <p:cNvSpPr/>
            <p:nvPr/>
          </p:nvSpPr>
          <p:spPr>
            <a:xfrm>
              <a:off x="5493909" y="4800289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2" name="Oval 3911">
              <a:extLst>
                <a:ext uri="{FF2B5EF4-FFF2-40B4-BE49-F238E27FC236}">
                  <a16:creationId xmlns:a16="http://schemas.microsoft.com/office/drawing/2014/main" id="{14B15CF6-63A4-ED89-BA3F-00EF85904F78}"/>
                </a:ext>
              </a:extLst>
            </p:cNvPr>
            <p:cNvSpPr/>
            <p:nvPr/>
          </p:nvSpPr>
          <p:spPr>
            <a:xfrm>
              <a:off x="5521341" y="479702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3" name="Oval 3912">
              <a:extLst>
                <a:ext uri="{FF2B5EF4-FFF2-40B4-BE49-F238E27FC236}">
                  <a16:creationId xmlns:a16="http://schemas.microsoft.com/office/drawing/2014/main" id="{44485D6B-E5A1-9562-EACF-FA260841A45E}"/>
                </a:ext>
              </a:extLst>
            </p:cNvPr>
            <p:cNvSpPr/>
            <p:nvPr/>
          </p:nvSpPr>
          <p:spPr>
            <a:xfrm>
              <a:off x="5548774" y="4712106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4" name="Oval 3913">
              <a:extLst>
                <a:ext uri="{FF2B5EF4-FFF2-40B4-BE49-F238E27FC236}">
                  <a16:creationId xmlns:a16="http://schemas.microsoft.com/office/drawing/2014/main" id="{546C5042-856E-C493-7CBC-D1F0F8FE07E4}"/>
                </a:ext>
              </a:extLst>
            </p:cNvPr>
            <p:cNvSpPr/>
            <p:nvPr/>
          </p:nvSpPr>
          <p:spPr>
            <a:xfrm>
              <a:off x="5576206" y="4696389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5" name="Oval 3914">
              <a:extLst>
                <a:ext uri="{FF2B5EF4-FFF2-40B4-BE49-F238E27FC236}">
                  <a16:creationId xmlns:a16="http://schemas.microsoft.com/office/drawing/2014/main" id="{EDBB2611-43E3-2DFE-CCB6-B1B11C208704}"/>
                </a:ext>
              </a:extLst>
            </p:cNvPr>
            <p:cNvSpPr/>
            <p:nvPr/>
          </p:nvSpPr>
          <p:spPr>
            <a:xfrm>
              <a:off x="5603639" y="4687306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6" name="Oval 3915">
              <a:extLst>
                <a:ext uri="{FF2B5EF4-FFF2-40B4-BE49-F238E27FC236}">
                  <a16:creationId xmlns:a16="http://schemas.microsoft.com/office/drawing/2014/main" id="{B5D46A79-0D37-825D-2DBF-6F107415DDB2}"/>
                </a:ext>
              </a:extLst>
            </p:cNvPr>
            <p:cNvSpPr/>
            <p:nvPr/>
          </p:nvSpPr>
          <p:spPr>
            <a:xfrm>
              <a:off x="5631071" y="472922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7" name="Oval 3916">
              <a:extLst>
                <a:ext uri="{FF2B5EF4-FFF2-40B4-BE49-F238E27FC236}">
                  <a16:creationId xmlns:a16="http://schemas.microsoft.com/office/drawing/2014/main" id="{C43D0CFA-CBDF-1D31-D7C3-33E7601DAD92}"/>
                </a:ext>
              </a:extLst>
            </p:cNvPr>
            <p:cNvSpPr/>
            <p:nvPr/>
          </p:nvSpPr>
          <p:spPr>
            <a:xfrm>
              <a:off x="5658503" y="462330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8" name="Oval 3917">
              <a:extLst>
                <a:ext uri="{FF2B5EF4-FFF2-40B4-BE49-F238E27FC236}">
                  <a16:creationId xmlns:a16="http://schemas.microsoft.com/office/drawing/2014/main" id="{9DD9D903-422C-93D8-957B-1AB5863E72D2}"/>
                </a:ext>
              </a:extLst>
            </p:cNvPr>
            <p:cNvSpPr/>
            <p:nvPr/>
          </p:nvSpPr>
          <p:spPr>
            <a:xfrm>
              <a:off x="5685938" y="456469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9" name="Oval 3918">
              <a:extLst>
                <a:ext uri="{FF2B5EF4-FFF2-40B4-BE49-F238E27FC236}">
                  <a16:creationId xmlns:a16="http://schemas.microsoft.com/office/drawing/2014/main" id="{BEA48D08-2361-9B6B-6A90-366E1EC7D125}"/>
                </a:ext>
              </a:extLst>
            </p:cNvPr>
            <p:cNvSpPr/>
            <p:nvPr/>
          </p:nvSpPr>
          <p:spPr>
            <a:xfrm>
              <a:off x="5713368" y="451135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0" name="Oval 3919">
              <a:extLst>
                <a:ext uri="{FF2B5EF4-FFF2-40B4-BE49-F238E27FC236}">
                  <a16:creationId xmlns:a16="http://schemas.microsoft.com/office/drawing/2014/main" id="{A3AE9E38-4DB8-7BB7-E9E1-BB026B6E0CD8}"/>
                </a:ext>
              </a:extLst>
            </p:cNvPr>
            <p:cNvSpPr/>
            <p:nvPr/>
          </p:nvSpPr>
          <p:spPr>
            <a:xfrm>
              <a:off x="5740799" y="432326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1" name="Oval 3920">
              <a:extLst>
                <a:ext uri="{FF2B5EF4-FFF2-40B4-BE49-F238E27FC236}">
                  <a16:creationId xmlns:a16="http://schemas.microsoft.com/office/drawing/2014/main" id="{DA5D79EA-9D66-B0FD-B849-4EF7279C2E7C}"/>
                </a:ext>
              </a:extLst>
            </p:cNvPr>
            <p:cNvSpPr/>
            <p:nvPr/>
          </p:nvSpPr>
          <p:spPr>
            <a:xfrm>
              <a:off x="5768229" y="423743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2" name="Oval 3921">
              <a:extLst>
                <a:ext uri="{FF2B5EF4-FFF2-40B4-BE49-F238E27FC236}">
                  <a16:creationId xmlns:a16="http://schemas.microsoft.com/office/drawing/2014/main" id="{3560240F-FEA4-9CAB-D3A4-2F1D881F8112}"/>
                </a:ext>
              </a:extLst>
            </p:cNvPr>
            <p:cNvSpPr/>
            <p:nvPr/>
          </p:nvSpPr>
          <p:spPr>
            <a:xfrm>
              <a:off x="5795667" y="444622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3" name="Oval 3922">
              <a:extLst>
                <a:ext uri="{FF2B5EF4-FFF2-40B4-BE49-F238E27FC236}">
                  <a16:creationId xmlns:a16="http://schemas.microsoft.com/office/drawing/2014/main" id="{888D3389-9CC3-6696-A9A6-A93223CE3947}"/>
                </a:ext>
              </a:extLst>
            </p:cNvPr>
            <p:cNvSpPr/>
            <p:nvPr/>
          </p:nvSpPr>
          <p:spPr>
            <a:xfrm>
              <a:off x="5823098" y="4362007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4" name="Oval 3923">
              <a:extLst>
                <a:ext uri="{FF2B5EF4-FFF2-40B4-BE49-F238E27FC236}">
                  <a16:creationId xmlns:a16="http://schemas.microsoft.com/office/drawing/2014/main" id="{3F918004-6795-9C46-C8E6-9678E9620FE8}"/>
                </a:ext>
              </a:extLst>
            </p:cNvPr>
            <p:cNvSpPr/>
            <p:nvPr/>
          </p:nvSpPr>
          <p:spPr>
            <a:xfrm>
              <a:off x="5850528" y="438072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5" name="Oval 3924">
              <a:extLst>
                <a:ext uri="{FF2B5EF4-FFF2-40B4-BE49-F238E27FC236}">
                  <a16:creationId xmlns:a16="http://schemas.microsoft.com/office/drawing/2014/main" id="{3642E1B1-2F8D-908E-037F-484489036688}"/>
                </a:ext>
              </a:extLst>
            </p:cNvPr>
            <p:cNvSpPr/>
            <p:nvPr/>
          </p:nvSpPr>
          <p:spPr>
            <a:xfrm>
              <a:off x="5877959" y="424550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6" name="Oval 3925">
              <a:extLst>
                <a:ext uri="{FF2B5EF4-FFF2-40B4-BE49-F238E27FC236}">
                  <a16:creationId xmlns:a16="http://schemas.microsoft.com/office/drawing/2014/main" id="{EC46069D-32AB-A298-52B0-3C8A6B902FAD}"/>
                </a:ext>
              </a:extLst>
            </p:cNvPr>
            <p:cNvSpPr/>
            <p:nvPr/>
          </p:nvSpPr>
          <p:spPr>
            <a:xfrm>
              <a:off x="5905397" y="422564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7" name="Oval 3926">
              <a:extLst>
                <a:ext uri="{FF2B5EF4-FFF2-40B4-BE49-F238E27FC236}">
                  <a16:creationId xmlns:a16="http://schemas.microsoft.com/office/drawing/2014/main" id="{B725EAF6-BA0F-E5FB-D36E-E194294EB104}"/>
                </a:ext>
              </a:extLst>
            </p:cNvPr>
            <p:cNvSpPr/>
            <p:nvPr/>
          </p:nvSpPr>
          <p:spPr>
            <a:xfrm>
              <a:off x="5932827" y="4183382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8" name="Oval 3927">
              <a:extLst>
                <a:ext uri="{FF2B5EF4-FFF2-40B4-BE49-F238E27FC236}">
                  <a16:creationId xmlns:a16="http://schemas.microsoft.com/office/drawing/2014/main" id="{EE957779-A042-BA34-4463-DE05C8CC635B}"/>
                </a:ext>
              </a:extLst>
            </p:cNvPr>
            <p:cNvSpPr/>
            <p:nvPr/>
          </p:nvSpPr>
          <p:spPr>
            <a:xfrm>
              <a:off x="5960258" y="430466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9" name="Oval 3928">
              <a:extLst>
                <a:ext uri="{FF2B5EF4-FFF2-40B4-BE49-F238E27FC236}">
                  <a16:creationId xmlns:a16="http://schemas.microsoft.com/office/drawing/2014/main" id="{94B53383-4A4D-744D-45D7-400B0DE39172}"/>
                </a:ext>
              </a:extLst>
            </p:cNvPr>
            <p:cNvSpPr/>
            <p:nvPr/>
          </p:nvSpPr>
          <p:spPr>
            <a:xfrm>
              <a:off x="5987688" y="410787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0" name="Oval 3929">
              <a:extLst>
                <a:ext uri="{FF2B5EF4-FFF2-40B4-BE49-F238E27FC236}">
                  <a16:creationId xmlns:a16="http://schemas.microsoft.com/office/drawing/2014/main" id="{9F2B9751-BD7E-C633-1679-0EABB605CC70}"/>
                </a:ext>
              </a:extLst>
            </p:cNvPr>
            <p:cNvSpPr/>
            <p:nvPr/>
          </p:nvSpPr>
          <p:spPr>
            <a:xfrm>
              <a:off x="6015126" y="401428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1" name="Oval 3930">
              <a:extLst>
                <a:ext uri="{FF2B5EF4-FFF2-40B4-BE49-F238E27FC236}">
                  <a16:creationId xmlns:a16="http://schemas.microsoft.com/office/drawing/2014/main" id="{70E6A559-0D03-3808-2736-1DE718FC5CCD}"/>
                </a:ext>
              </a:extLst>
            </p:cNvPr>
            <p:cNvSpPr/>
            <p:nvPr/>
          </p:nvSpPr>
          <p:spPr>
            <a:xfrm>
              <a:off x="6042557" y="406503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2" name="Oval 3931">
              <a:extLst>
                <a:ext uri="{FF2B5EF4-FFF2-40B4-BE49-F238E27FC236}">
                  <a16:creationId xmlns:a16="http://schemas.microsoft.com/office/drawing/2014/main" id="{6F984D3A-0065-4294-79D5-7DDB78861F5A}"/>
                </a:ext>
              </a:extLst>
            </p:cNvPr>
            <p:cNvSpPr/>
            <p:nvPr/>
          </p:nvSpPr>
          <p:spPr>
            <a:xfrm>
              <a:off x="6069987" y="392359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3" name="Oval 3932">
              <a:extLst>
                <a:ext uri="{FF2B5EF4-FFF2-40B4-BE49-F238E27FC236}">
                  <a16:creationId xmlns:a16="http://schemas.microsoft.com/office/drawing/2014/main" id="{00AD5B8E-7EF5-89BF-53B0-2A99FF8E0B77}"/>
                </a:ext>
              </a:extLst>
            </p:cNvPr>
            <p:cNvSpPr/>
            <p:nvPr/>
          </p:nvSpPr>
          <p:spPr>
            <a:xfrm>
              <a:off x="6097418" y="407536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4" name="Oval 3933">
              <a:extLst>
                <a:ext uri="{FF2B5EF4-FFF2-40B4-BE49-F238E27FC236}">
                  <a16:creationId xmlns:a16="http://schemas.microsoft.com/office/drawing/2014/main" id="{4639B5C1-0776-3FA0-8CF8-859A588DFAE1}"/>
                </a:ext>
              </a:extLst>
            </p:cNvPr>
            <p:cNvSpPr/>
            <p:nvPr/>
          </p:nvSpPr>
          <p:spPr>
            <a:xfrm>
              <a:off x="6124856" y="4128706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5" name="Oval 3934">
              <a:extLst>
                <a:ext uri="{FF2B5EF4-FFF2-40B4-BE49-F238E27FC236}">
                  <a16:creationId xmlns:a16="http://schemas.microsoft.com/office/drawing/2014/main" id="{C47B1F17-3C09-4D10-69E1-86859740085F}"/>
                </a:ext>
              </a:extLst>
            </p:cNvPr>
            <p:cNvSpPr/>
            <p:nvPr/>
          </p:nvSpPr>
          <p:spPr>
            <a:xfrm>
              <a:off x="6152286" y="4138757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6" name="Oval 3935">
              <a:extLst>
                <a:ext uri="{FF2B5EF4-FFF2-40B4-BE49-F238E27FC236}">
                  <a16:creationId xmlns:a16="http://schemas.microsoft.com/office/drawing/2014/main" id="{47617087-213B-D288-84E6-5EA941A4539C}"/>
                </a:ext>
              </a:extLst>
            </p:cNvPr>
            <p:cNvSpPr/>
            <p:nvPr/>
          </p:nvSpPr>
          <p:spPr>
            <a:xfrm>
              <a:off x="6179717" y="423664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7" name="Oval 3936">
              <a:extLst>
                <a:ext uri="{FF2B5EF4-FFF2-40B4-BE49-F238E27FC236}">
                  <a16:creationId xmlns:a16="http://schemas.microsoft.com/office/drawing/2014/main" id="{1FC3EA43-D4EE-C859-64FA-F6524ACE0772}"/>
                </a:ext>
              </a:extLst>
            </p:cNvPr>
            <p:cNvSpPr/>
            <p:nvPr/>
          </p:nvSpPr>
          <p:spPr>
            <a:xfrm>
              <a:off x="6207147" y="434573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8" name="Oval 3937">
              <a:extLst>
                <a:ext uri="{FF2B5EF4-FFF2-40B4-BE49-F238E27FC236}">
                  <a16:creationId xmlns:a16="http://schemas.microsoft.com/office/drawing/2014/main" id="{0FE0F732-085C-A42B-0D6F-BFCF041BB668}"/>
                </a:ext>
              </a:extLst>
            </p:cNvPr>
            <p:cNvSpPr/>
            <p:nvPr/>
          </p:nvSpPr>
          <p:spPr>
            <a:xfrm>
              <a:off x="6234586" y="424774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9" name="Oval 3938">
              <a:extLst>
                <a:ext uri="{FF2B5EF4-FFF2-40B4-BE49-F238E27FC236}">
                  <a16:creationId xmlns:a16="http://schemas.microsoft.com/office/drawing/2014/main" id="{1ED438D8-8829-FA72-34C7-DFF07BF77072}"/>
                </a:ext>
              </a:extLst>
            </p:cNvPr>
            <p:cNvSpPr/>
            <p:nvPr/>
          </p:nvSpPr>
          <p:spPr>
            <a:xfrm>
              <a:off x="6262016" y="430533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0" name="Oval 3939">
              <a:extLst>
                <a:ext uri="{FF2B5EF4-FFF2-40B4-BE49-F238E27FC236}">
                  <a16:creationId xmlns:a16="http://schemas.microsoft.com/office/drawing/2014/main" id="{D674FBD2-027D-B361-0E17-AECB92FA4D28}"/>
                </a:ext>
              </a:extLst>
            </p:cNvPr>
            <p:cNvSpPr/>
            <p:nvPr/>
          </p:nvSpPr>
          <p:spPr>
            <a:xfrm>
              <a:off x="6289446" y="437612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1" name="Oval 3940">
              <a:extLst>
                <a:ext uri="{FF2B5EF4-FFF2-40B4-BE49-F238E27FC236}">
                  <a16:creationId xmlns:a16="http://schemas.microsoft.com/office/drawing/2014/main" id="{58E6D494-29A8-EF0D-E747-6A51D7149193}"/>
                </a:ext>
              </a:extLst>
            </p:cNvPr>
            <p:cNvSpPr/>
            <p:nvPr/>
          </p:nvSpPr>
          <p:spPr>
            <a:xfrm>
              <a:off x="6316877" y="4451976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2" name="Oval 3941">
              <a:extLst>
                <a:ext uri="{FF2B5EF4-FFF2-40B4-BE49-F238E27FC236}">
                  <a16:creationId xmlns:a16="http://schemas.microsoft.com/office/drawing/2014/main" id="{6E0774A4-14E8-6FF1-2DA0-F1C0D3CC2B06}"/>
                </a:ext>
              </a:extLst>
            </p:cNvPr>
            <p:cNvSpPr/>
            <p:nvPr/>
          </p:nvSpPr>
          <p:spPr>
            <a:xfrm>
              <a:off x="6344315" y="447446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3" name="Oval 3942">
              <a:extLst>
                <a:ext uri="{FF2B5EF4-FFF2-40B4-BE49-F238E27FC236}">
                  <a16:creationId xmlns:a16="http://schemas.microsoft.com/office/drawing/2014/main" id="{6DB9A0BE-03EF-1BB2-FC32-1A739997787A}"/>
                </a:ext>
              </a:extLst>
            </p:cNvPr>
            <p:cNvSpPr/>
            <p:nvPr/>
          </p:nvSpPr>
          <p:spPr>
            <a:xfrm>
              <a:off x="6371746" y="4499079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4" name="Oval 3943">
              <a:extLst>
                <a:ext uri="{FF2B5EF4-FFF2-40B4-BE49-F238E27FC236}">
                  <a16:creationId xmlns:a16="http://schemas.microsoft.com/office/drawing/2014/main" id="{9BBDA7FE-54E4-21C0-7E00-D433B0AAEA6C}"/>
                </a:ext>
              </a:extLst>
            </p:cNvPr>
            <p:cNvSpPr/>
            <p:nvPr/>
          </p:nvSpPr>
          <p:spPr>
            <a:xfrm>
              <a:off x="6399176" y="4537108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5" name="Oval 3944">
              <a:extLst>
                <a:ext uri="{FF2B5EF4-FFF2-40B4-BE49-F238E27FC236}">
                  <a16:creationId xmlns:a16="http://schemas.microsoft.com/office/drawing/2014/main" id="{4DC53555-9A4D-007F-8DAF-22100DB00ACE}"/>
                </a:ext>
              </a:extLst>
            </p:cNvPr>
            <p:cNvSpPr/>
            <p:nvPr/>
          </p:nvSpPr>
          <p:spPr>
            <a:xfrm>
              <a:off x="6426606" y="461413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6" name="Oval 3945">
              <a:extLst>
                <a:ext uri="{FF2B5EF4-FFF2-40B4-BE49-F238E27FC236}">
                  <a16:creationId xmlns:a16="http://schemas.microsoft.com/office/drawing/2014/main" id="{0574C6E9-694E-FB7B-6843-20FDC878F369}"/>
                </a:ext>
              </a:extLst>
            </p:cNvPr>
            <p:cNvSpPr/>
            <p:nvPr/>
          </p:nvSpPr>
          <p:spPr>
            <a:xfrm>
              <a:off x="6454045" y="4661489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7" name="Oval 3946">
              <a:extLst>
                <a:ext uri="{FF2B5EF4-FFF2-40B4-BE49-F238E27FC236}">
                  <a16:creationId xmlns:a16="http://schemas.microsoft.com/office/drawing/2014/main" id="{8B1BD34C-FF23-2C99-8BAC-D74E6CA3C31A}"/>
                </a:ext>
              </a:extLst>
            </p:cNvPr>
            <p:cNvSpPr/>
            <p:nvPr/>
          </p:nvSpPr>
          <p:spPr>
            <a:xfrm>
              <a:off x="6481475" y="471319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8" name="Oval 3947">
              <a:extLst>
                <a:ext uri="{FF2B5EF4-FFF2-40B4-BE49-F238E27FC236}">
                  <a16:creationId xmlns:a16="http://schemas.microsoft.com/office/drawing/2014/main" id="{A3C58E67-1FB1-1AE0-30CF-01B92085F8CD}"/>
                </a:ext>
              </a:extLst>
            </p:cNvPr>
            <p:cNvSpPr/>
            <p:nvPr/>
          </p:nvSpPr>
          <p:spPr>
            <a:xfrm>
              <a:off x="6508906" y="4725053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9" name="Oval 3948">
              <a:extLst>
                <a:ext uri="{FF2B5EF4-FFF2-40B4-BE49-F238E27FC236}">
                  <a16:creationId xmlns:a16="http://schemas.microsoft.com/office/drawing/2014/main" id="{2025D50A-4AED-3EEA-6EDB-C5050F1E63DA}"/>
                </a:ext>
              </a:extLst>
            </p:cNvPr>
            <p:cNvSpPr/>
            <p:nvPr/>
          </p:nvSpPr>
          <p:spPr>
            <a:xfrm>
              <a:off x="6536336" y="478829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0" name="Oval 3949">
              <a:extLst>
                <a:ext uri="{FF2B5EF4-FFF2-40B4-BE49-F238E27FC236}">
                  <a16:creationId xmlns:a16="http://schemas.microsoft.com/office/drawing/2014/main" id="{5842D5A9-8DEE-215F-350C-312C9B8838A3}"/>
                </a:ext>
              </a:extLst>
            </p:cNvPr>
            <p:cNvSpPr/>
            <p:nvPr/>
          </p:nvSpPr>
          <p:spPr>
            <a:xfrm>
              <a:off x="6563774" y="4809654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1" name="Oval 3950">
              <a:extLst>
                <a:ext uri="{FF2B5EF4-FFF2-40B4-BE49-F238E27FC236}">
                  <a16:creationId xmlns:a16="http://schemas.microsoft.com/office/drawing/2014/main" id="{5BEA0C78-0B3B-E722-7A91-E8ED278920AD}"/>
                </a:ext>
              </a:extLst>
            </p:cNvPr>
            <p:cNvSpPr/>
            <p:nvPr/>
          </p:nvSpPr>
          <p:spPr>
            <a:xfrm>
              <a:off x="6591205" y="4824505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2" name="Oval 3951">
              <a:extLst>
                <a:ext uri="{FF2B5EF4-FFF2-40B4-BE49-F238E27FC236}">
                  <a16:creationId xmlns:a16="http://schemas.microsoft.com/office/drawing/2014/main" id="{856D0A00-02F9-D451-5AF6-68D23778AE6A}"/>
                </a:ext>
              </a:extLst>
            </p:cNvPr>
            <p:cNvSpPr/>
            <p:nvPr/>
          </p:nvSpPr>
          <p:spPr>
            <a:xfrm>
              <a:off x="6618635" y="485170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3" name="Oval 3952">
              <a:extLst>
                <a:ext uri="{FF2B5EF4-FFF2-40B4-BE49-F238E27FC236}">
                  <a16:creationId xmlns:a16="http://schemas.microsoft.com/office/drawing/2014/main" id="{B5134144-B43D-6790-40E4-E961617D36CA}"/>
                </a:ext>
              </a:extLst>
            </p:cNvPr>
            <p:cNvSpPr/>
            <p:nvPr/>
          </p:nvSpPr>
          <p:spPr>
            <a:xfrm>
              <a:off x="6646066" y="4863610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4" name="Oval 3953">
              <a:extLst>
                <a:ext uri="{FF2B5EF4-FFF2-40B4-BE49-F238E27FC236}">
                  <a16:creationId xmlns:a16="http://schemas.microsoft.com/office/drawing/2014/main" id="{C41848F3-7106-381C-52E7-40B13CD2571D}"/>
                </a:ext>
              </a:extLst>
            </p:cNvPr>
            <p:cNvSpPr/>
            <p:nvPr/>
          </p:nvSpPr>
          <p:spPr>
            <a:xfrm>
              <a:off x="6673504" y="4884571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5" name="Oval 3954">
              <a:extLst>
                <a:ext uri="{FF2B5EF4-FFF2-40B4-BE49-F238E27FC236}">
                  <a16:creationId xmlns:a16="http://schemas.microsoft.com/office/drawing/2014/main" id="{4817AF00-88E6-24CD-9A60-1A2C8D2267EC}"/>
                </a:ext>
              </a:extLst>
            </p:cNvPr>
            <p:cNvSpPr/>
            <p:nvPr/>
          </p:nvSpPr>
          <p:spPr>
            <a:xfrm>
              <a:off x="6700934" y="4891212"/>
              <a:ext cx="3121" cy="3121"/>
            </a:xfrm>
            <a:prstGeom prst="ellipse">
              <a:avLst/>
            </a:prstGeom>
            <a:solidFill>
              <a:srgbClr val="FF0000">
                <a:alpha val="0"/>
              </a:srgbClr>
            </a:solidFill>
            <a:ln w="778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956" name="Freeform 3955">
            <a:extLst>
              <a:ext uri="{FF2B5EF4-FFF2-40B4-BE49-F238E27FC236}">
                <a16:creationId xmlns:a16="http://schemas.microsoft.com/office/drawing/2014/main" id="{7C9E208D-4D01-C95B-5825-E86A5AD2F226}"/>
              </a:ext>
            </a:extLst>
          </p:cNvPr>
          <p:cNvSpPr/>
          <p:nvPr/>
        </p:nvSpPr>
        <p:spPr>
          <a:xfrm>
            <a:off x="5070313" y="4088058"/>
            <a:ext cx="1645885" cy="845442"/>
          </a:xfrm>
          <a:custGeom>
            <a:avLst/>
            <a:gdLst>
              <a:gd name="csX0" fmla="*/ 0 w 1645885"/>
              <a:gd name="csY0" fmla="*/ 845442 h 845442"/>
              <a:gd name="csX1" fmla="*/ 5504 w 1645885"/>
              <a:gd name="csY1" fmla="*/ 845341 h 845442"/>
              <a:gd name="csX2" fmla="*/ 11009 w 1645885"/>
              <a:gd name="csY2" fmla="*/ 845232 h 845442"/>
              <a:gd name="csX3" fmla="*/ 16514 w 1645885"/>
              <a:gd name="csY3" fmla="*/ 845114 h 845442"/>
              <a:gd name="csX4" fmla="*/ 22019 w 1645885"/>
              <a:gd name="csY4" fmla="*/ 844990 h 845442"/>
              <a:gd name="csX5" fmla="*/ 27523 w 1645885"/>
              <a:gd name="csY5" fmla="*/ 844857 h 845442"/>
              <a:gd name="csX6" fmla="*/ 33027 w 1645885"/>
              <a:gd name="csY6" fmla="*/ 844717 h 845442"/>
              <a:gd name="csX7" fmla="*/ 38532 w 1645885"/>
              <a:gd name="csY7" fmla="*/ 844560 h 845442"/>
              <a:gd name="csX8" fmla="*/ 44037 w 1645885"/>
              <a:gd name="csY8" fmla="*/ 844397 h 845442"/>
              <a:gd name="csX9" fmla="*/ 49541 w 1645885"/>
              <a:gd name="csY9" fmla="*/ 844225 h 845442"/>
              <a:gd name="csX10" fmla="*/ 55046 w 1645885"/>
              <a:gd name="csY10" fmla="*/ 844045 h 845442"/>
              <a:gd name="csX11" fmla="*/ 60551 w 1645885"/>
              <a:gd name="csY11" fmla="*/ 843850 h 845442"/>
              <a:gd name="csX12" fmla="*/ 66055 w 1645885"/>
              <a:gd name="csY12" fmla="*/ 843640 h 845442"/>
              <a:gd name="csX13" fmla="*/ 71560 w 1645885"/>
              <a:gd name="csY13" fmla="*/ 843413 h 845442"/>
              <a:gd name="csX14" fmla="*/ 77064 w 1645885"/>
              <a:gd name="csY14" fmla="*/ 843179 h 845442"/>
              <a:gd name="csX15" fmla="*/ 82569 w 1645885"/>
              <a:gd name="csY15" fmla="*/ 842929 h 845442"/>
              <a:gd name="csX16" fmla="*/ 88074 w 1645885"/>
              <a:gd name="csY16" fmla="*/ 842664 h 845442"/>
              <a:gd name="csX17" fmla="*/ 93578 w 1645885"/>
              <a:gd name="csY17" fmla="*/ 842383 h 845442"/>
              <a:gd name="csX18" fmla="*/ 99083 w 1645885"/>
              <a:gd name="csY18" fmla="*/ 842079 h 845442"/>
              <a:gd name="csX19" fmla="*/ 104588 w 1645885"/>
              <a:gd name="csY19" fmla="*/ 841767 h 845442"/>
              <a:gd name="csX20" fmla="*/ 110092 w 1645885"/>
              <a:gd name="csY20" fmla="*/ 841423 h 845442"/>
              <a:gd name="csX21" fmla="*/ 115597 w 1645885"/>
              <a:gd name="csY21" fmla="*/ 841064 h 845442"/>
              <a:gd name="csX22" fmla="*/ 121101 w 1645885"/>
              <a:gd name="csY22" fmla="*/ 840690 h 845442"/>
              <a:gd name="csX23" fmla="*/ 126606 w 1645885"/>
              <a:gd name="csY23" fmla="*/ 840284 h 845442"/>
              <a:gd name="csX24" fmla="*/ 132111 w 1645885"/>
              <a:gd name="csY24" fmla="*/ 839862 h 845442"/>
              <a:gd name="csX25" fmla="*/ 137615 w 1645885"/>
              <a:gd name="csY25" fmla="*/ 839410 h 845442"/>
              <a:gd name="csX26" fmla="*/ 143120 w 1645885"/>
              <a:gd name="csY26" fmla="*/ 838934 h 845442"/>
              <a:gd name="csX27" fmla="*/ 148625 w 1645885"/>
              <a:gd name="csY27" fmla="*/ 838434 h 845442"/>
              <a:gd name="csX28" fmla="*/ 154129 w 1645885"/>
              <a:gd name="csY28" fmla="*/ 837904 h 845442"/>
              <a:gd name="csX29" fmla="*/ 159633 w 1645885"/>
              <a:gd name="csY29" fmla="*/ 837342 h 845442"/>
              <a:gd name="csX30" fmla="*/ 165138 w 1645885"/>
              <a:gd name="csY30" fmla="*/ 836749 h 845442"/>
              <a:gd name="csX31" fmla="*/ 170643 w 1645885"/>
              <a:gd name="csY31" fmla="*/ 836117 h 845442"/>
              <a:gd name="csX32" fmla="*/ 176148 w 1645885"/>
              <a:gd name="csY32" fmla="*/ 835461 h 845442"/>
              <a:gd name="csX33" fmla="*/ 181652 w 1645885"/>
              <a:gd name="csY33" fmla="*/ 834767 h 845442"/>
              <a:gd name="csX34" fmla="*/ 187157 w 1645885"/>
              <a:gd name="csY34" fmla="*/ 834033 h 845442"/>
              <a:gd name="csX35" fmla="*/ 192662 w 1645885"/>
              <a:gd name="csY35" fmla="*/ 833260 h 845442"/>
              <a:gd name="csX36" fmla="*/ 198166 w 1645885"/>
              <a:gd name="csY36" fmla="*/ 832449 h 845442"/>
              <a:gd name="csX37" fmla="*/ 203670 w 1645885"/>
              <a:gd name="csY37" fmla="*/ 831590 h 845442"/>
              <a:gd name="csX38" fmla="*/ 209175 w 1645885"/>
              <a:gd name="csY38" fmla="*/ 830693 h 845442"/>
              <a:gd name="csX39" fmla="*/ 214680 w 1645885"/>
              <a:gd name="csY39" fmla="*/ 829749 h 845442"/>
              <a:gd name="csX40" fmla="*/ 220185 w 1645885"/>
              <a:gd name="csY40" fmla="*/ 828758 h 845442"/>
              <a:gd name="csX41" fmla="*/ 225689 w 1645885"/>
              <a:gd name="csY41" fmla="*/ 827712 h 845442"/>
              <a:gd name="csX42" fmla="*/ 231194 w 1645885"/>
              <a:gd name="csY42" fmla="*/ 826612 h 845442"/>
              <a:gd name="csX43" fmla="*/ 236699 w 1645885"/>
              <a:gd name="csY43" fmla="*/ 825464 h 845442"/>
              <a:gd name="csX44" fmla="*/ 242203 w 1645885"/>
              <a:gd name="csY44" fmla="*/ 824263 h 845442"/>
              <a:gd name="csX45" fmla="*/ 247707 w 1645885"/>
              <a:gd name="csY45" fmla="*/ 822998 h 845442"/>
              <a:gd name="csX46" fmla="*/ 253212 w 1645885"/>
              <a:gd name="csY46" fmla="*/ 821672 h 845442"/>
              <a:gd name="csX47" fmla="*/ 258717 w 1645885"/>
              <a:gd name="csY47" fmla="*/ 820283 h 845442"/>
              <a:gd name="csX48" fmla="*/ 264222 w 1645885"/>
              <a:gd name="csY48" fmla="*/ 818831 h 845442"/>
              <a:gd name="csX49" fmla="*/ 269726 w 1645885"/>
              <a:gd name="csY49" fmla="*/ 817309 h 845442"/>
              <a:gd name="csX50" fmla="*/ 275231 w 1645885"/>
              <a:gd name="csY50" fmla="*/ 815725 h 845442"/>
              <a:gd name="csX51" fmla="*/ 280736 w 1645885"/>
              <a:gd name="csY51" fmla="*/ 814063 h 845442"/>
              <a:gd name="csX52" fmla="*/ 286240 w 1645885"/>
              <a:gd name="csY52" fmla="*/ 812323 h 845442"/>
              <a:gd name="csX53" fmla="*/ 291744 w 1645885"/>
              <a:gd name="csY53" fmla="*/ 810512 h 845442"/>
              <a:gd name="csX54" fmla="*/ 297249 w 1645885"/>
              <a:gd name="csY54" fmla="*/ 808624 h 845442"/>
              <a:gd name="csX55" fmla="*/ 302754 w 1645885"/>
              <a:gd name="csY55" fmla="*/ 806649 h 845442"/>
              <a:gd name="csX56" fmla="*/ 308259 w 1645885"/>
              <a:gd name="csY56" fmla="*/ 804589 h 845442"/>
              <a:gd name="csX57" fmla="*/ 313763 w 1645885"/>
              <a:gd name="csY57" fmla="*/ 802443 h 845442"/>
              <a:gd name="csX58" fmla="*/ 319268 w 1645885"/>
              <a:gd name="csY58" fmla="*/ 800203 h 845442"/>
              <a:gd name="csX59" fmla="*/ 324773 w 1645885"/>
              <a:gd name="csY59" fmla="*/ 797878 h 845442"/>
              <a:gd name="csX60" fmla="*/ 330277 w 1645885"/>
              <a:gd name="csY60" fmla="*/ 795451 h 845442"/>
              <a:gd name="csX61" fmla="*/ 335781 w 1645885"/>
              <a:gd name="csY61" fmla="*/ 792930 h 845442"/>
              <a:gd name="csX62" fmla="*/ 341286 w 1645885"/>
              <a:gd name="csY62" fmla="*/ 790308 h 845442"/>
              <a:gd name="csX63" fmla="*/ 346791 w 1645885"/>
              <a:gd name="csY63" fmla="*/ 787585 h 845442"/>
              <a:gd name="csX64" fmla="*/ 352296 w 1645885"/>
              <a:gd name="csY64" fmla="*/ 784752 h 845442"/>
              <a:gd name="csX65" fmla="*/ 357800 w 1645885"/>
              <a:gd name="csY65" fmla="*/ 781810 h 845442"/>
              <a:gd name="csX66" fmla="*/ 363305 w 1645885"/>
              <a:gd name="csY66" fmla="*/ 778759 h 845442"/>
              <a:gd name="csX67" fmla="*/ 368810 w 1645885"/>
              <a:gd name="csY67" fmla="*/ 775598 h 845442"/>
              <a:gd name="csX68" fmla="*/ 374314 w 1645885"/>
              <a:gd name="csY68" fmla="*/ 772313 h 845442"/>
              <a:gd name="csX69" fmla="*/ 379818 w 1645885"/>
              <a:gd name="csY69" fmla="*/ 768910 h 845442"/>
              <a:gd name="csX70" fmla="*/ 385323 w 1645885"/>
              <a:gd name="csY70" fmla="*/ 765391 h 845442"/>
              <a:gd name="csX71" fmla="*/ 390828 w 1645885"/>
              <a:gd name="csY71" fmla="*/ 761746 h 845442"/>
              <a:gd name="csX72" fmla="*/ 396333 w 1645885"/>
              <a:gd name="csY72" fmla="*/ 757977 h 845442"/>
              <a:gd name="csX73" fmla="*/ 401837 w 1645885"/>
              <a:gd name="csY73" fmla="*/ 754075 h 845442"/>
              <a:gd name="csX74" fmla="*/ 407342 w 1645885"/>
              <a:gd name="csY74" fmla="*/ 750040 h 845442"/>
              <a:gd name="csX75" fmla="*/ 412847 w 1645885"/>
              <a:gd name="csY75" fmla="*/ 745873 h 845442"/>
              <a:gd name="csX76" fmla="*/ 418351 w 1645885"/>
              <a:gd name="csY76" fmla="*/ 741573 h 845442"/>
              <a:gd name="csX77" fmla="*/ 423855 w 1645885"/>
              <a:gd name="csY77" fmla="*/ 737133 h 845442"/>
              <a:gd name="csX78" fmla="*/ 429360 w 1645885"/>
              <a:gd name="csY78" fmla="*/ 732552 h 845442"/>
              <a:gd name="csX79" fmla="*/ 434865 w 1645885"/>
              <a:gd name="csY79" fmla="*/ 727831 h 845442"/>
              <a:gd name="csX80" fmla="*/ 440370 w 1645885"/>
              <a:gd name="csY80" fmla="*/ 722969 h 845442"/>
              <a:gd name="csX81" fmla="*/ 445874 w 1645885"/>
              <a:gd name="csY81" fmla="*/ 717959 h 845442"/>
              <a:gd name="csX82" fmla="*/ 451379 w 1645885"/>
              <a:gd name="csY82" fmla="*/ 712793 h 845442"/>
              <a:gd name="csX83" fmla="*/ 456884 w 1645885"/>
              <a:gd name="csY83" fmla="*/ 707486 h 845442"/>
              <a:gd name="csX84" fmla="*/ 462388 w 1645885"/>
              <a:gd name="csY84" fmla="*/ 702031 h 845442"/>
              <a:gd name="csX85" fmla="*/ 467892 w 1645885"/>
              <a:gd name="csY85" fmla="*/ 696420 h 845442"/>
              <a:gd name="csX86" fmla="*/ 473397 w 1645885"/>
              <a:gd name="csY86" fmla="*/ 690661 h 845442"/>
              <a:gd name="csX87" fmla="*/ 478902 w 1645885"/>
              <a:gd name="csY87" fmla="*/ 684746 h 845442"/>
              <a:gd name="csX88" fmla="*/ 484406 w 1645885"/>
              <a:gd name="csY88" fmla="*/ 678675 h 845442"/>
              <a:gd name="csX89" fmla="*/ 489911 w 1645885"/>
              <a:gd name="csY89" fmla="*/ 672447 h 845442"/>
              <a:gd name="csX90" fmla="*/ 495416 w 1645885"/>
              <a:gd name="csY90" fmla="*/ 666064 h 845442"/>
              <a:gd name="csX91" fmla="*/ 500921 w 1645885"/>
              <a:gd name="csY91" fmla="*/ 659524 h 845442"/>
              <a:gd name="csX92" fmla="*/ 506425 w 1645885"/>
              <a:gd name="csY92" fmla="*/ 652828 h 845442"/>
              <a:gd name="csX93" fmla="*/ 511929 w 1645885"/>
              <a:gd name="csY93" fmla="*/ 645976 h 845442"/>
              <a:gd name="csX94" fmla="*/ 517434 w 1645885"/>
              <a:gd name="csY94" fmla="*/ 638976 h 845442"/>
              <a:gd name="csX95" fmla="*/ 522939 w 1645885"/>
              <a:gd name="csY95" fmla="*/ 631813 h 845442"/>
              <a:gd name="csX96" fmla="*/ 528443 w 1645885"/>
              <a:gd name="csY96" fmla="*/ 624493 h 845442"/>
              <a:gd name="csX97" fmla="*/ 533948 w 1645885"/>
              <a:gd name="csY97" fmla="*/ 617024 h 845442"/>
              <a:gd name="csX98" fmla="*/ 539453 w 1645885"/>
              <a:gd name="csY98" fmla="*/ 609400 h 845442"/>
              <a:gd name="csX99" fmla="*/ 544958 w 1645885"/>
              <a:gd name="csY99" fmla="*/ 601627 h 845442"/>
              <a:gd name="csX100" fmla="*/ 550462 w 1645885"/>
              <a:gd name="csY100" fmla="*/ 593699 h 845442"/>
              <a:gd name="csX101" fmla="*/ 555966 w 1645885"/>
              <a:gd name="csY101" fmla="*/ 585622 h 845442"/>
              <a:gd name="csX102" fmla="*/ 561471 w 1645885"/>
              <a:gd name="csY102" fmla="*/ 577405 h 845442"/>
              <a:gd name="csX103" fmla="*/ 566976 w 1645885"/>
              <a:gd name="csY103" fmla="*/ 569042 h 845442"/>
              <a:gd name="csX104" fmla="*/ 572480 w 1645885"/>
              <a:gd name="csY104" fmla="*/ 560537 h 845442"/>
              <a:gd name="csX105" fmla="*/ 577985 w 1645885"/>
              <a:gd name="csY105" fmla="*/ 551894 h 845442"/>
              <a:gd name="csX106" fmla="*/ 583490 w 1645885"/>
              <a:gd name="csY106" fmla="*/ 543116 h 845442"/>
              <a:gd name="csX107" fmla="*/ 588995 w 1645885"/>
              <a:gd name="csY107" fmla="*/ 534205 h 845442"/>
              <a:gd name="csX108" fmla="*/ 594499 w 1645885"/>
              <a:gd name="csY108" fmla="*/ 525166 h 845442"/>
              <a:gd name="csX109" fmla="*/ 600001 w 1645885"/>
              <a:gd name="csY109" fmla="*/ 516003 h 845442"/>
              <a:gd name="csX110" fmla="*/ 605511 w 1645885"/>
              <a:gd name="csY110" fmla="*/ 506720 h 845442"/>
              <a:gd name="csX111" fmla="*/ 611012 w 1645885"/>
              <a:gd name="csY111" fmla="*/ 497320 h 845442"/>
              <a:gd name="csX112" fmla="*/ 616514 w 1645885"/>
              <a:gd name="csY112" fmla="*/ 487809 h 845442"/>
              <a:gd name="csX113" fmla="*/ 622023 w 1645885"/>
              <a:gd name="csY113" fmla="*/ 478192 h 845442"/>
              <a:gd name="csX114" fmla="*/ 627525 w 1645885"/>
              <a:gd name="csY114" fmla="*/ 468474 h 845442"/>
              <a:gd name="csX115" fmla="*/ 633035 w 1645885"/>
              <a:gd name="csY115" fmla="*/ 458660 h 845442"/>
              <a:gd name="csX116" fmla="*/ 638536 w 1645885"/>
              <a:gd name="csY116" fmla="*/ 448756 h 845442"/>
              <a:gd name="csX117" fmla="*/ 644038 w 1645885"/>
              <a:gd name="csY117" fmla="*/ 438768 h 845442"/>
              <a:gd name="csX118" fmla="*/ 649548 w 1645885"/>
              <a:gd name="csY118" fmla="*/ 428702 h 845442"/>
              <a:gd name="csX119" fmla="*/ 655049 w 1645885"/>
              <a:gd name="csY119" fmla="*/ 418566 h 845442"/>
              <a:gd name="csX120" fmla="*/ 660551 w 1645885"/>
              <a:gd name="csY120" fmla="*/ 408365 h 845442"/>
              <a:gd name="csX121" fmla="*/ 666060 w 1645885"/>
              <a:gd name="csY121" fmla="*/ 398106 h 845442"/>
              <a:gd name="csX122" fmla="*/ 671562 w 1645885"/>
              <a:gd name="csY122" fmla="*/ 387798 h 845442"/>
              <a:gd name="csX123" fmla="*/ 677072 w 1645885"/>
              <a:gd name="csY123" fmla="*/ 377446 h 845442"/>
              <a:gd name="csX124" fmla="*/ 682573 w 1645885"/>
              <a:gd name="csY124" fmla="*/ 367060 h 845442"/>
              <a:gd name="csX125" fmla="*/ 688075 w 1645885"/>
              <a:gd name="csY125" fmla="*/ 356647 h 845442"/>
              <a:gd name="csX126" fmla="*/ 693584 w 1645885"/>
              <a:gd name="csY126" fmla="*/ 346214 h 845442"/>
              <a:gd name="csX127" fmla="*/ 699086 w 1645885"/>
              <a:gd name="csY127" fmla="*/ 335771 h 845442"/>
              <a:gd name="csX128" fmla="*/ 704588 w 1645885"/>
              <a:gd name="csY128" fmla="*/ 325327 h 845442"/>
              <a:gd name="csX129" fmla="*/ 710097 w 1645885"/>
              <a:gd name="csY129" fmla="*/ 314888 h 845442"/>
              <a:gd name="csX130" fmla="*/ 715599 w 1645885"/>
              <a:gd name="csY130" fmla="*/ 304465 h 845442"/>
              <a:gd name="csX131" fmla="*/ 721109 w 1645885"/>
              <a:gd name="csY131" fmla="*/ 294066 h 845442"/>
              <a:gd name="csX132" fmla="*/ 726610 w 1645885"/>
              <a:gd name="csY132" fmla="*/ 283701 h 845442"/>
              <a:gd name="csX133" fmla="*/ 732112 w 1645885"/>
              <a:gd name="csY133" fmla="*/ 273379 h 845442"/>
              <a:gd name="csX134" fmla="*/ 737621 w 1645885"/>
              <a:gd name="csY134" fmla="*/ 263109 h 845442"/>
              <a:gd name="csX135" fmla="*/ 743123 w 1645885"/>
              <a:gd name="csY135" fmla="*/ 252901 h 845442"/>
              <a:gd name="csX136" fmla="*/ 748625 w 1645885"/>
              <a:gd name="csY136" fmla="*/ 242764 h 845442"/>
              <a:gd name="csX137" fmla="*/ 754134 w 1645885"/>
              <a:gd name="csY137" fmla="*/ 232708 h 845442"/>
              <a:gd name="csX138" fmla="*/ 759636 w 1645885"/>
              <a:gd name="csY138" fmla="*/ 222743 h 845442"/>
              <a:gd name="csX139" fmla="*/ 765146 w 1645885"/>
              <a:gd name="csY139" fmla="*/ 212878 h 845442"/>
              <a:gd name="csX140" fmla="*/ 770647 w 1645885"/>
              <a:gd name="csY140" fmla="*/ 203124 h 845442"/>
              <a:gd name="csX141" fmla="*/ 776149 w 1645885"/>
              <a:gd name="csY141" fmla="*/ 193490 h 845442"/>
              <a:gd name="csX142" fmla="*/ 781658 w 1645885"/>
              <a:gd name="csY142" fmla="*/ 183985 h 845442"/>
              <a:gd name="csX143" fmla="*/ 787160 w 1645885"/>
              <a:gd name="csY143" fmla="*/ 174622 h 845442"/>
              <a:gd name="csX144" fmla="*/ 792662 w 1645885"/>
              <a:gd name="csY144" fmla="*/ 165407 h 845442"/>
              <a:gd name="csX145" fmla="*/ 798171 w 1645885"/>
              <a:gd name="csY145" fmla="*/ 156351 h 845442"/>
              <a:gd name="csX146" fmla="*/ 803673 w 1645885"/>
              <a:gd name="csY146" fmla="*/ 147464 h 845442"/>
              <a:gd name="csX147" fmla="*/ 809183 w 1645885"/>
              <a:gd name="csY147" fmla="*/ 138757 h 845442"/>
              <a:gd name="csX148" fmla="*/ 814684 w 1645885"/>
              <a:gd name="csY148" fmla="*/ 130236 h 845442"/>
              <a:gd name="csX149" fmla="*/ 820186 w 1645885"/>
              <a:gd name="csY149" fmla="*/ 121914 h 845442"/>
              <a:gd name="csX150" fmla="*/ 825695 w 1645885"/>
              <a:gd name="csY150" fmla="*/ 113798 h 845442"/>
              <a:gd name="csX151" fmla="*/ 831197 w 1645885"/>
              <a:gd name="csY151" fmla="*/ 105897 h 845442"/>
              <a:gd name="csX152" fmla="*/ 836699 w 1645885"/>
              <a:gd name="csY152" fmla="*/ 98221 h 845442"/>
              <a:gd name="csX153" fmla="*/ 842208 w 1645885"/>
              <a:gd name="csY153" fmla="*/ 90779 h 845442"/>
              <a:gd name="csX154" fmla="*/ 847710 w 1645885"/>
              <a:gd name="csY154" fmla="*/ 83578 h 845442"/>
              <a:gd name="csX155" fmla="*/ 853220 w 1645885"/>
              <a:gd name="csY155" fmla="*/ 76627 h 845442"/>
              <a:gd name="csX156" fmla="*/ 858721 w 1645885"/>
              <a:gd name="csY156" fmla="*/ 69934 h 845442"/>
              <a:gd name="csX157" fmla="*/ 864223 w 1645885"/>
              <a:gd name="csY157" fmla="*/ 63507 h 845442"/>
              <a:gd name="csX158" fmla="*/ 869732 w 1645885"/>
              <a:gd name="csY158" fmla="*/ 57353 h 845442"/>
              <a:gd name="csX159" fmla="*/ 875234 w 1645885"/>
              <a:gd name="csY159" fmla="*/ 51480 h 845442"/>
              <a:gd name="csX160" fmla="*/ 880736 w 1645885"/>
              <a:gd name="csY160" fmla="*/ 45895 h 845442"/>
              <a:gd name="csX161" fmla="*/ 886245 w 1645885"/>
              <a:gd name="csY161" fmla="*/ 40604 h 845442"/>
              <a:gd name="csX162" fmla="*/ 891747 w 1645885"/>
              <a:gd name="csY162" fmla="*/ 35614 h 845442"/>
              <a:gd name="csX163" fmla="*/ 897257 w 1645885"/>
              <a:gd name="csY163" fmla="*/ 30930 h 845442"/>
              <a:gd name="csX164" fmla="*/ 902758 w 1645885"/>
              <a:gd name="csY164" fmla="*/ 26559 h 845442"/>
              <a:gd name="csX165" fmla="*/ 908260 w 1645885"/>
              <a:gd name="csY165" fmla="*/ 22505 h 845442"/>
              <a:gd name="csX166" fmla="*/ 913769 w 1645885"/>
              <a:gd name="csY166" fmla="*/ 18773 h 845442"/>
              <a:gd name="csX167" fmla="*/ 919271 w 1645885"/>
              <a:gd name="csY167" fmla="*/ 15369 h 845442"/>
              <a:gd name="csX168" fmla="*/ 924773 w 1645885"/>
              <a:gd name="csY168" fmla="*/ 12296 h 845442"/>
              <a:gd name="csX169" fmla="*/ 930282 w 1645885"/>
              <a:gd name="csY169" fmla="*/ 9557 h 845442"/>
              <a:gd name="csX170" fmla="*/ 935784 w 1645885"/>
              <a:gd name="csY170" fmla="*/ 7158 h 845442"/>
              <a:gd name="csX171" fmla="*/ 941293 w 1645885"/>
              <a:gd name="csY171" fmla="*/ 5099 h 845442"/>
              <a:gd name="csX172" fmla="*/ 946795 w 1645885"/>
              <a:gd name="csY172" fmla="*/ 3385 h 845442"/>
              <a:gd name="csX173" fmla="*/ 952297 w 1645885"/>
              <a:gd name="csY173" fmla="*/ 2016 h 845442"/>
              <a:gd name="csX174" fmla="*/ 957806 w 1645885"/>
              <a:gd name="csY174" fmla="*/ 994 h 845442"/>
              <a:gd name="csX175" fmla="*/ 963308 w 1645885"/>
              <a:gd name="csY175" fmla="*/ 322 h 845442"/>
              <a:gd name="csX176" fmla="*/ 968810 w 1645885"/>
              <a:gd name="csY176" fmla="*/ 0 h 845442"/>
              <a:gd name="csX177" fmla="*/ 974319 w 1645885"/>
              <a:gd name="csY177" fmla="*/ 28 h 845442"/>
              <a:gd name="csX178" fmla="*/ 979821 w 1645885"/>
              <a:gd name="csY178" fmla="*/ 406 h 845442"/>
              <a:gd name="csX179" fmla="*/ 985331 w 1645885"/>
              <a:gd name="csY179" fmla="*/ 1134 h 845442"/>
              <a:gd name="csX180" fmla="*/ 990832 w 1645885"/>
              <a:gd name="csY180" fmla="*/ 2210 h 845442"/>
              <a:gd name="csX181" fmla="*/ 996334 w 1645885"/>
              <a:gd name="csY181" fmla="*/ 3633 h 845442"/>
              <a:gd name="csX182" fmla="*/ 1001843 w 1645885"/>
              <a:gd name="csY182" fmla="*/ 5403 h 845442"/>
              <a:gd name="csX183" fmla="*/ 1007345 w 1645885"/>
              <a:gd name="csY183" fmla="*/ 7516 h 845442"/>
              <a:gd name="csX184" fmla="*/ 1012847 w 1645885"/>
              <a:gd name="csY184" fmla="*/ 9970 h 845442"/>
              <a:gd name="csX185" fmla="*/ 1018356 w 1645885"/>
              <a:gd name="csY185" fmla="*/ 12762 h 845442"/>
              <a:gd name="csX186" fmla="*/ 1023858 w 1645885"/>
              <a:gd name="csY186" fmla="*/ 15888 h 845442"/>
              <a:gd name="csX187" fmla="*/ 1029367 w 1645885"/>
              <a:gd name="csY187" fmla="*/ 19345 h 845442"/>
              <a:gd name="csX188" fmla="*/ 1034869 w 1645885"/>
              <a:gd name="csY188" fmla="*/ 23127 h 845442"/>
              <a:gd name="csX189" fmla="*/ 1040371 w 1645885"/>
              <a:gd name="csY189" fmla="*/ 27232 h 845442"/>
              <a:gd name="csX190" fmla="*/ 1045880 w 1645885"/>
              <a:gd name="csY190" fmla="*/ 31654 h 845442"/>
              <a:gd name="csX191" fmla="*/ 1051382 w 1645885"/>
              <a:gd name="csY191" fmla="*/ 36387 h 845442"/>
              <a:gd name="csX192" fmla="*/ 1056884 w 1645885"/>
              <a:gd name="csY192" fmla="*/ 41426 h 845442"/>
              <a:gd name="csX193" fmla="*/ 1062393 w 1645885"/>
              <a:gd name="csY193" fmla="*/ 46764 h 845442"/>
              <a:gd name="csX194" fmla="*/ 1067895 w 1645885"/>
              <a:gd name="csY194" fmla="*/ 52396 h 845442"/>
              <a:gd name="csX195" fmla="*/ 1073405 w 1645885"/>
              <a:gd name="csY195" fmla="*/ 58313 h 845442"/>
              <a:gd name="csX196" fmla="*/ 1078906 w 1645885"/>
              <a:gd name="csY196" fmla="*/ 64511 h 845442"/>
              <a:gd name="csX197" fmla="*/ 1084408 w 1645885"/>
              <a:gd name="csY197" fmla="*/ 70980 h 845442"/>
              <a:gd name="csX198" fmla="*/ 1089917 w 1645885"/>
              <a:gd name="csY198" fmla="*/ 77715 h 845442"/>
              <a:gd name="csX199" fmla="*/ 1095419 w 1645885"/>
              <a:gd name="csY199" fmla="*/ 84707 h 845442"/>
              <a:gd name="csX200" fmla="*/ 1100921 w 1645885"/>
              <a:gd name="csY200" fmla="*/ 91946 h 845442"/>
              <a:gd name="csX201" fmla="*/ 1106430 w 1645885"/>
              <a:gd name="csY201" fmla="*/ 99427 h 845442"/>
              <a:gd name="csX202" fmla="*/ 1111932 w 1645885"/>
              <a:gd name="csY202" fmla="*/ 107139 h 845442"/>
              <a:gd name="csX203" fmla="*/ 1117441 w 1645885"/>
              <a:gd name="csY203" fmla="*/ 115074 h 845442"/>
              <a:gd name="csX204" fmla="*/ 1122943 w 1645885"/>
              <a:gd name="csY204" fmla="*/ 123224 h 845442"/>
              <a:gd name="csX205" fmla="*/ 1128445 w 1645885"/>
              <a:gd name="csY205" fmla="*/ 131579 h 845442"/>
              <a:gd name="csX206" fmla="*/ 1133954 w 1645885"/>
              <a:gd name="csY206" fmla="*/ 140129 h 845442"/>
              <a:gd name="csX207" fmla="*/ 1139456 w 1645885"/>
              <a:gd name="csY207" fmla="*/ 148866 h 845442"/>
              <a:gd name="csX208" fmla="*/ 1144958 w 1645885"/>
              <a:gd name="csY208" fmla="*/ 157780 h 845442"/>
              <a:gd name="csX209" fmla="*/ 1150467 w 1645885"/>
              <a:gd name="csY209" fmla="*/ 166861 h 845442"/>
              <a:gd name="csX210" fmla="*/ 1155969 w 1645885"/>
              <a:gd name="csY210" fmla="*/ 176100 h 845442"/>
              <a:gd name="csX211" fmla="*/ 1161478 w 1645885"/>
              <a:gd name="csY211" fmla="*/ 185488 h 845442"/>
              <a:gd name="csX212" fmla="*/ 1166980 w 1645885"/>
              <a:gd name="csY212" fmla="*/ 195013 h 845442"/>
              <a:gd name="csX213" fmla="*/ 1172482 w 1645885"/>
              <a:gd name="csY213" fmla="*/ 204667 h 845442"/>
              <a:gd name="csX214" fmla="*/ 1177991 w 1645885"/>
              <a:gd name="csY214" fmla="*/ 214440 h 845442"/>
              <a:gd name="csX215" fmla="*/ 1183493 w 1645885"/>
              <a:gd name="csY215" fmla="*/ 224321 h 845442"/>
              <a:gd name="csX216" fmla="*/ 1188995 w 1645885"/>
              <a:gd name="csY216" fmla="*/ 234301 h 845442"/>
              <a:gd name="csX217" fmla="*/ 1194504 w 1645885"/>
              <a:gd name="csY217" fmla="*/ 244371 h 845442"/>
              <a:gd name="csX218" fmla="*/ 1200006 w 1645885"/>
              <a:gd name="csY218" fmla="*/ 254519 h 845442"/>
              <a:gd name="csX219" fmla="*/ 1205515 w 1645885"/>
              <a:gd name="csY219" fmla="*/ 264739 h 845442"/>
              <a:gd name="csX220" fmla="*/ 1211017 w 1645885"/>
              <a:gd name="csY220" fmla="*/ 275017 h 845442"/>
              <a:gd name="csX221" fmla="*/ 1216519 w 1645885"/>
              <a:gd name="csY221" fmla="*/ 285347 h 845442"/>
              <a:gd name="csX222" fmla="*/ 1222028 w 1645885"/>
              <a:gd name="csY222" fmla="*/ 295718 h 845442"/>
              <a:gd name="csX223" fmla="*/ 1227530 w 1645885"/>
              <a:gd name="csY223" fmla="*/ 306121 h 845442"/>
              <a:gd name="csX224" fmla="*/ 1233032 w 1645885"/>
              <a:gd name="csY224" fmla="*/ 316547 h 845442"/>
              <a:gd name="csX225" fmla="*/ 1238541 w 1645885"/>
              <a:gd name="csY225" fmla="*/ 326987 h 845442"/>
              <a:gd name="csX226" fmla="*/ 1244043 w 1645885"/>
              <a:gd name="csY226" fmla="*/ 337433 h 845442"/>
              <a:gd name="csX227" fmla="*/ 1249552 w 1645885"/>
              <a:gd name="csY227" fmla="*/ 347874 h 845442"/>
              <a:gd name="csX228" fmla="*/ 1255054 w 1645885"/>
              <a:gd name="csY228" fmla="*/ 358304 h 845442"/>
              <a:gd name="csX229" fmla="*/ 1260556 w 1645885"/>
              <a:gd name="csY229" fmla="*/ 368714 h 845442"/>
              <a:gd name="csX230" fmla="*/ 1266065 w 1645885"/>
              <a:gd name="csY230" fmla="*/ 379095 h 845442"/>
              <a:gd name="csX231" fmla="*/ 1271567 w 1645885"/>
              <a:gd name="csY231" fmla="*/ 389440 h 845442"/>
              <a:gd name="csX232" fmla="*/ 1277069 w 1645885"/>
              <a:gd name="csY232" fmla="*/ 399741 h 845442"/>
              <a:gd name="csX233" fmla="*/ 1282578 w 1645885"/>
              <a:gd name="csY233" fmla="*/ 409991 h 845442"/>
              <a:gd name="csX234" fmla="*/ 1288080 w 1645885"/>
              <a:gd name="csY234" fmla="*/ 420182 h 845442"/>
              <a:gd name="csX235" fmla="*/ 1293589 w 1645885"/>
              <a:gd name="csY235" fmla="*/ 430308 h 845442"/>
              <a:gd name="csX236" fmla="*/ 1299091 w 1645885"/>
              <a:gd name="csY236" fmla="*/ 440361 h 845442"/>
              <a:gd name="csX237" fmla="*/ 1304593 w 1645885"/>
              <a:gd name="csY237" fmla="*/ 450336 h 845442"/>
              <a:gd name="csX238" fmla="*/ 1310102 w 1645885"/>
              <a:gd name="csY238" fmla="*/ 460227 h 845442"/>
              <a:gd name="csX239" fmla="*/ 1315604 w 1645885"/>
              <a:gd name="csY239" fmla="*/ 470025 h 845442"/>
              <a:gd name="csX240" fmla="*/ 1321106 w 1645885"/>
              <a:gd name="csY240" fmla="*/ 479728 h 845442"/>
              <a:gd name="csX241" fmla="*/ 1326615 w 1645885"/>
              <a:gd name="csY241" fmla="*/ 489329 h 845442"/>
              <a:gd name="csX242" fmla="*/ 1332117 w 1645885"/>
              <a:gd name="csY242" fmla="*/ 498822 h 845442"/>
              <a:gd name="csX243" fmla="*/ 1337626 w 1645885"/>
              <a:gd name="csY243" fmla="*/ 508204 h 845442"/>
              <a:gd name="csX244" fmla="*/ 1343128 w 1645885"/>
              <a:gd name="csY244" fmla="*/ 517469 h 845442"/>
              <a:gd name="csX245" fmla="*/ 1348630 w 1645885"/>
              <a:gd name="csY245" fmla="*/ 526612 h 845442"/>
              <a:gd name="csX246" fmla="*/ 1354139 w 1645885"/>
              <a:gd name="csY246" fmla="*/ 535631 h 845442"/>
              <a:gd name="csX247" fmla="*/ 1359641 w 1645885"/>
              <a:gd name="csY247" fmla="*/ 544521 h 845442"/>
              <a:gd name="csX248" fmla="*/ 1365143 w 1645885"/>
              <a:gd name="csY248" fmla="*/ 553277 h 845442"/>
              <a:gd name="csX249" fmla="*/ 1370652 w 1645885"/>
              <a:gd name="csY249" fmla="*/ 561899 h 845442"/>
              <a:gd name="csX250" fmla="*/ 1376154 w 1645885"/>
              <a:gd name="csY250" fmla="*/ 570381 h 845442"/>
              <a:gd name="csX251" fmla="*/ 1381663 w 1645885"/>
              <a:gd name="csY251" fmla="*/ 578722 h 845442"/>
              <a:gd name="csX252" fmla="*/ 1387165 w 1645885"/>
              <a:gd name="csY252" fmla="*/ 586917 h 845442"/>
              <a:gd name="csX253" fmla="*/ 1392667 w 1645885"/>
              <a:gd name="csY253" fmla="*/ 594971 h 845442"/>
              <a:gd name="csX254" fmla="*/ 1398176 w 1645885"/>
              <a:gd name="csY254" fmla="*/ 602868 h 845442"/>
              <a:gd name="csX255" fmla="*/ 1403678 w 1645885"/>
              <a:gd name="csY255" fmla="*/ 610625 h 845442"/>
              <a:gd name="csX256" fmla="*/ 1409180 w 1645885"/>
              <a:gd name="csY256" fmla="*/ 618218 h 845442"/>
              <a:gd name="csX257" fmla="*/ 1414689 w 1645885"/>
              <a:gd name="csY257" fmla="*/ 625671 h 845442"/>
              <a:gd name="csX258" fmla="*/ 1420191 w 1645885"/>
              <a:gd name="csY258" fmla="*/ 632960 h 845442"/>
              <a:gd name="csX259" fmla="*/ 1425700 w 1645885"/>
              <a:gd name="csY259" fmla="*/ 640100 h 845442"/>
              <a:gd name="csX260" fmla="*/ 1431202 w 1645885"/>
              <a:gd name="csY260" fmla="*/ 647077 h 845442"/>
              <a:gd name="csX261" fmla="*/ 1436704 w 1645885"/>
              <a:gd name="csY261" fmla="*/ 653905 h 845442"/>
              <a:gd name="csX262" fmla="*/ 1442213 w 1645885"/>
              <a:gd name="csY262" fmla="*/ 660577 h 845442"/>
              <a:gd name="csX263" fmla="*/ 1447715 w 1645885"/>
              <a:gd name="csY263" fmla="*/ 667086 h 845442"/>
              <a:gd name="csX264" fmla="*/ 1453217 w 1645885"/>
              <a:gd name="csY264" fmla="*/ 673446 h 845442"/>
              <a:gd name="csX265" fmla="*/ 1458726 w 1645885"/>
              <a:gd name="csY265" fmla="*/ 679650 h 845442"/>
              <a:gd name="csX266" fmla="*/ 1464228 w 1645885"/>
              <a:gd name="csY266" fmla="*/ 685690 h 845442"/>
              <a:gd name="csX267" fmla="*/ 1469737 w 1645885"/>
              <a:gd name="csY267" fmla="*/ 691582 h 845442"/>
              <a:gd name="csX268" fmla="*/ 1475239 w 1645885"/>
              <a:gd name="csY268" fmla="*/ 697326 h 845442"/>
              <a:gd name="csX269" fmla="*/ 1480741 w 1645885"/>
              <a:gd name="csY269" fmla="*/ 702905 h 845442"/>
              <a:gd name="csX270" fmla="*/ 1486250 w 1645885"/>
              <a:gd name="csY270" fmla="*/ 708345 h 845442"/>
              <a:gd name="csX271" fmla="*/ 1491752 w 1645885"/>
              <a:gd name="csY271" fmla="*/ 713628 h 845442"/>
              <a:gd name="csX272" fmla="*/ 1497254 w 1645885"/>
              <a:gd name="csY272" fmla="*/ 718763 h 845442"/>
              <a:gd name="csX273" fmla="*/ 1502763 w 1645885"/>
              <a:gd name="csY273" fmla="*/ 723749 h 845442"/>
              <a:gd name="csX274" fmla="*/ 1508265 w 1645885"/>
              <a:gd name="csY274" fmla="*/ 728596 h 845442"/>
              <a:gd name="csX275" fmla="*/ 1513774 w 1645885"/>
              <a:gd name="csY275" fmla="*/ 733293 h 845442"/>
              <a:gd name="csX276" fmla="*/ 1519276 w 1645885"/>
              <a:gd name="csY276" fmla="*/ 737851 h 845442"/>
              <a:gd name="csX277" fmla="*/ 1524778 w 1645885"/>
              <a:gd name="csY277" fmla="*/ 742268 h 845442"/>
              <a:gd name="csX278" fmla="*/ 1530287 w 1645885"/>
              <a:gd name="csY278" fmla="*/ 746544 h 845442"/>
              <a:gd name="csX279" fmla="*/ 1535789 w 1645885"/>
              <a:gd name="csY279" fmla="*/ 750688 h 845442"/>
              <a:gd name="csX280" fmla="*/ 1541291 w 1645885"/>
              <a:gd name="csY280" fmla="*/ 754699 h 845442"/>
              <a:gd name="csX281" fmla="*/ 1546800 w 1645885"/>
              <a:gd name="csY281" fmla="*/ 758586 h 845442"/>
              <a:gd name="csX282" fmla="*/ 1552302 w 1645885"/>
              <a:gd name="csY282" fmla="*/ 762331 h 845442"/>
              <a:gd name="csX283" fmla="*/ 1557811 w 1645885"/>
              <a:gd name="csY283" fmla="*/ 765960 h 845442"/>
              <a:gd name="csX284" fmla="*/ 1563313 w 1645885"/>
              <a:gd name="csY284" fmla="*/ 769464 h 845442"/>
              <a:gd name="csX285" fmla="*/ 1568815 w 1645885"/>
              <a:gd name="csY285" fmla="*/ 772843 h 845442"/>
              <a:gd name="csX286" fmla="*/ 1574324 w 1645885"/>
              <a:gd name="csY286" fmla="*/ 776105 h 845442"/>
              <a:gd name="csX287" fmla="*/ 1579826 w 1645885"/>
              <a:gd name="csY287" fmla="*/ 779250 h 845442"/>
              <a:gd name="csX288" fmla="*/ 1585328 w 1645885"/>
              <a:gd name="csY288" fmla="*/ 782286 h 845442"/>
              <a:gd name="csX289" fmla="*/ 1590837 w 1645885"/>
              <a:gd name="csY289" fmla="*/ 785205 h 845442"/>
              <a:gd name="csX290" fmla="*/ 1596339 w 1645885"/>
              <a:gd name="csY290" fmla="*/ 788022 h 845442"/>
              <a:gd name="csX291" fmla="*/ 1601848 w 1645885"/>
              <a:gd name="csY291" fmla="*/ 790730 h 845442"/>
              <a:gd name="csX292" fmla="*/ 1607350 w 1645885"/>
              <a:gd name="csY292" fmla="*/ 793336 h 845442"/>
              <a:gd name="csX293" fmla="*/ 1612852 w 1645885"/>
              <a:gd name="csY293" fmla="*/ 795841 h 845442"/>
              <a:gd name="csX294" fmla="*/ 1618361 w 1645885"/>
              <a:gd name="csY294" fmla="*/ 798253 h 845442"/>
              <a:gd name="csX295" fmla="*/ 1623863 w 1645885"/>
              <a:gd name="csY295" fmla="*/ 800562 h 845442"/>
              <a:gd name="csX296" fmla="*/ 1629365 w 1645885"/>
              <a:gd name="csY296" fmla="*/ 802786 h 845442"/>
              <a:gd name="csX297" fmla="*/ 1634874 w 1645885"/>
              <a:gd name="csY297" fmla="*/ 804917 h 845442"/>
              <a:gd name="csX298" fmla="*/ 1640376 w 1645885"/>
              <a:gd name="csY298" fmla="*/ 806969 h 845442"/>
              <a:gd name="csX299" fmla="*/ 1645885 w 1645885"/>
              <a:gd name="csY299" fmla="*/ 808928 h 8454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645885" h="845442">
                <a:moveTo>
                  <a:pt x="0" y="845442"/>
                </a:moveTo>
                <a:lnTo>
                  <a:pt x="5504" y="845341"/>
                </a:lnTo>
                <a:lnTo>
                  <a:pt x="11009" y="845232"/>
                </a:lnTo>
                <a:lnTo>
                  <a:pt x="16514" y="845114"/>
                </a:lnTo>
                <a:lnTo>
                  <a:pt x="22019" y="844990"/>
                </a:lnTo>
                <a:lnTo>
                  <a:pt x="27523" y="844857"/>
                </a:lnTo>
                <a:lnTo>
                  <a:pt x="33027" y="844717"/>
                </a:lnTo>
                <a:lnTo>
                  <a:pt x="38532" y="844560"/>
                </a:lnTo>
                <a:lnTo>
                  <a:pt x="44037" y="844397"/>
                </a:lnTo>
                <a:lnTo>
                  <a:pt x="49541" y="844225"/>
                </a:lnTo>
                <a:lnTo>
                  <a:pt x="55046" y="844045"/>
                </a:lnTo>
                <a:lnTo>
                  <a:pt x="60551" y="843850"/>
                </a:lnTo>
                <a:lnTo>
                  <a:pt x="66055" y="843640"/>
                </a:lnTo>
                <a:lnTo>
                  <a:pt x="71560" y="843413"/>
                </a:lnTo>
                <a:lnTo>
                  <a:pt x="77064" y="843179"/>
                </a:lnTo>
                <a:lnTo>
                  <a:pt x="82569" y="842929"/>
                </a:lnTo>
                <a:lnTo>
                  <a:pt x="88074" y="842664"/>
                </a:lnTo>
                <a:lnTo>
                  <a:pt x="93578" y="842383"/>
                </a:lnTo>
                <a:lnTo>
                  <a:pt x="99083" y="842079"/>
                </a:lnTo>
                <a:lnTo>
                  <a:pt x="104588" y="841767"/>
                </a:lnTo>
                <a:lnTo>
                  <a:pt x="110092" y="841423"/>
                </a:lnTo>
                <a:lnTo>
                  <a:pt x="115597" y="841064"/>
                </a:lnTo>
                <a:lnTo>
                  <a:pt x="121101" y="840690"/>
                </a:lnTo>
                <a:lnTo>
                  <a:pt x="126606" y="840284"/>
                </a:lnTo>
                <a:lnTo>
                  <a:pt x="132111" y="839862"/>
                </a:lnTo>
                <a:lnTo>
                  <a:pt x="137615" y="839410"/>
                </a:lnTo>
                <a:lnTo>
                  <a:pt x="143120" y="838934"/>
                </a:lnTo>
                <a:lnTo>
                  <a:pt x="148625" y="838434"/>
                </a:lnTo>
                <a:lnTo>
                  <a:pt x="154129" y="837904"/>
                </a:lnTo>
                <a:lnTo>
                  <a:pt x="159633" y="837342"/>
                </a:lnTo>
                <a:lnTo>
                  <a:pt x="165138" y="836749"/>
                </a:lnTo>
                <a:lnTo>
                  <a:pt x="170643" y="836117"/>
                </a:lnTo>
                <a:lnTo>
                  <a:pt x="176148" y="835461"/>
                </a:lnTo>
                <a:lnTo>
                  <a:pt x="181652" y="834767"/>
                </a:lnTo>
                <a:lnTo>
                  <a:pt x="187157" y="834033"/>
                </a:lnTo>
                <a:lnTo>
                  <a:pt x="192662" y="833260"/>
                </a:lnTo>
                <a:lnTo>
                  <a:pt x="198166" y="832449"/>
                </a:lnTo>
                <a:lnTo>
                  <a:pt x="203670" y="831590"/>
                </a:lnTo>
                <a:lnTo>
                  <a:pt x="209175" y="830693"/>
                </a:lnTo>
                <a:lnTo>
                  <a:pt x="214680" y="829749"/>
                </a:lnTo>
                <a:lnTo>
                  <a:pt x="220185" y="828758"/>
                </a:lnTo>
                <a:lnTo>
                  <a:pt x="225689" y="827712"/>
                </a:lnTo>
                <a:lnTo>
                  <a:pt x="231194" y="826612"/>
                </a:lnTo>
                <a:lnTo>
                  <a:pt x="236699" y="825464"/>
                </a:lnTo>
                <a:lnTo>
                  <a:pt x="242203" y="824263"/>
                </a:lnTo>
                <a:lnTo>
                  <a:pt x="247707" y="822998"/>
                </a:lnTo>
                <a:lnTo>
                  <a:pt x="253212" y="821672"/>
                </a:lnTo>
                <a:lnTo>
                  <a:pt x="258717" y="820283"/>
                </a:lnTo>
                <a:lnTo>
                  <a:pt x="264222" y="818831"/>
                </a:lnTo>
                <a:lnTo>
                  <a:pt x="269726" y="817309"/>
                </a:lnTo>
                <a:lnTo>
                  <a:pt x="275231" y="815725"/>
                </a:lnTo>
                <a:lnTo>
                  <a:pt x="280736" y="814063"/>
                </a:lnTo>
                <a:lnTo>
                  <a:pt x="286240" y="812323"/>
                </a:lnTo>
                <a:lnTo>
                  <a:pt x="291744" y="810512"/>
                </a:lnTo>
                <a:lnTo>
                  <a:pt x="297249" y="808624"/>
                </a:lnTo>
                <a:lnTo>
                  <a:pt x="302754" y="806649"/>
                </a:lnTo>
                <a:lnTo>
                  <a:pt x="308259" y="804589"/>
                </a:lnTo>
                <a:lnTo>
                  <a:pt x="313763" y="802443"/>
                </a:lnTo>
                <a:lnTo>
                  <a:pt x="319268" y="800203"/>
                </a:lnTo>
                <a:lnTo>
                  <a:pt x="324773" y="797878"/>
                </a:lnTo>
                <a:lnTo>
                  <a:pt x="330277" y="795451"/>
                </a:lnTo>
                <a:lnTo>
                  <a:pt x="335781" y="792930"/>
                </a:lnTo>
                <a:lnTo>
                  <a:pt x="341286" y="790308"/>
                </a:lnTo>
                <a:lnTo>
                  <a:pt x="346791" y="787585"/>
                </a:lnTo>
                <a:lnTo>
                  <a:pt x="352296" y="784752"/>
                </a:lnTo>
                <a:lnTo>
                  <a:pt x="357800" y="781810"/>
                </a:lnTo>
                <a:lnTo>
                  <a:pt x="363305" y="778759"/>
                </a:lnTo>
                <a:lnTo>
                  <a:pt x="368810" y="775598"/>
                </a:lnTo>
                <a:lnTo>
                  <a:pt x="374314" y="772313"/>
                </a:lnTo>
                <a:lnTo>
                  <a:pt x="379818" y="768910"/>
                </a:lnTo>
                <a:lnTo>
                  <a:pt x="385323" y="765391"/>
                </a:lnTo>
                <a:lnTo>
                  <a:pt x="390828" y="761746"/>
                </a:lnTo>
                <a:lnTo>
                  <a:pt x="396333" y="757977"/>
                </a:lnTo>
                <a:lnTo>
                  <a:pt x="401837" y="754075"/>
                </a:lnTo>
                <a:lnTo>
                  <a:pt x="407342" y="750040"/>
                </a:lnTo>
                <a:lnTo>
                  <a:pt x="412847" y="745873"/>
                </a:lnTo>
                <a:lnTo>
                  <a:pt x="418351" y="741573"/>
                </a:lnTo>
                <a:lnTo>
                  <a:pt x="423855" y="737133"/>
                </a:lnTo>
                <a:lnTo>
                  <a:pt x="429360" y="732552"/>
                </a:lnTo>
                <a:lnTo>
                  <a:pt x="434865" y="727831"/>
                </a:lnTo>
                <a:lnTo>
                  <a:pt x="440370" y="722969"/>
                </a:lnTo>
                <a:lnTo>
                  <a:pt x="445874" y="717959"/>
                </a:lnTo>
                <a:lnTo>
                  <a:pt x="451379" y="712793"/>
                </a:lnTo>
                <a:lnTo>
                  <a:pt x="456884" y="707486"/>
                </a:lnTo>
                <a:lnTo>
                  <a:pt x="462388" y="702031"/>
                </a:lnTo>
                <a:lnTo>
                  <a:pt x="467892" y="696420"/>
                </a:lnTo>
                <a:lnTo>
                  <a:pt x="473397" y="690661"/>
                </a:lnTo>
                <a:lnTo>
                  <a:pt x="478902" y="684746"/>
                </a:lnTo>
                <a:lnTo>
                  <a:pt x="484406" y="678675"/>
                </a:lnTo>
                <a:lnTo>
                  <a:pt x="489911" y="672447"/>
                </a:lnTo>
                <a:lnTo>
                  <a:pt x="495416" y="666064"/>
                </a:lnTo>
                <a:lnTo>
                  <a:pt x="500921" y="659524"/>
                </a:lnTo>
                <a:lnTo>
                  <a:pt x="506425" y="652828"/>
                </a:lnTo>
                <a:lnTo>
                  <a:pt x="511929" y="645976"/>
                </a:lnTo>
                <a:lnTo>
                  <a:pt x="517434" y="638976"/>
                </a:lnTo>
                <a:lnTo>
                  <a:pt x="522939" y="631813"/>
                </a:lnTo>
                <a:lnTo>
                  <a:pt x="528443" y="624493"/>
                </a:lnTo>
                <a:lnTo>
                  <a:pt x="533948" y="617024"/>
                </a:lnTo>
                <a:lnTo>
                  <a:pt x="539453" y="609400"/>
                </a:lnTo>
                <a:lnTo>
                  <a:pt x="544958" y="601627"/>
                </a:lnTo>
                <a:lnTo>
                  <a:pt x="550462" y="593699"/>
                </a:lnTo>
                <a:lnTo>
                  <a:pt x="555966" y="585622"/>
                </a:lnTo>
                <a:lnTo>
                  <a:pt x="561471" y="577405"/>
                </a:lnTo>
                <a:lnTo>
                  <a:pt x="566976" y="569042"/>
                </a:lnTo>
                <a:lnTo>
                  <a:pt x="572480" y="560537"/>
                </a:lnTo>
                <a:lnTo>
                  <a:pt x="577985" y="551894"/>
                </a:lnTo>
                <a:lnTo>
                  <a:pt x="583490" y="543116"/>
                </a:lnTo>
                <a:lnTo>
                  <a:pt x="588995" y="534205"/>
                </a:lnTo>
                <a:lnTo>
                  <a:pt x="594499" y="525166"/>
                </a:lnTo>
                <a:lnTo>
                  <a:pt x="600001" y="516003"/>
                </a:lnTo>
                <a:lnTo>
                  <a:pt x="605511" y="506720"/>
                </a:lnTo>
                <a:lnTo>
                  <a:pt x="611012" y="497320"/>
                </a:lnTo>
                <a:lnTo>
                  <a:pt x="616514" y="487809"/>
                </a:lnTo>
                <a:lnTo>
                  <a:pt x="622023" y="478192"/>
                </a:lnTo>
                <a:lnTo>
                  <a:pt x="627525" y="468474"/>
                </a:lnTo>
                <a:lnTo>
                  <a:pt x="633035" y="458660"/>
                </a:lnTo>
                <a:lnTo>
                  <a:pt x="638536" y="448756"/>
                </a:lnTo>
                <a:lnTo>
                  <a:pt x="644038" y="438768"/>
                </a:lnTo>
                <a:lnTo>
                  <a:pt x="649548" y="428702"/>
                </a:lnTo>
                <a:lnTo>
                  <a:pt x="655049" y="418566"/>
                </a:lnTo>
                <a:lnTo>
                  <a:pt x="660551" y="408365"/>
                </a:lnTo>
                <a:lnTo>
                  <a:pt x="666060" y="398106"/>
                </a:lnTo>
                <a:lnTo>
                  <a:pt x="671562" y="387798"/>
                </a:lnTo>
                <a:lnTo>
                  <a:pt x="677072" y="377446"/>
                </a:lnTo>
                <a:lnTo>
                  <a:pt x="682573" y="367060"/>
                </a:lnTo>
                <a:lnTo>
                  <a:pt x="688075" y="356647"/>
                </a:lnTo>
                <a:lnTo>
                  <a:pt x="693584" y="346214"/>
                </a:lnTo>
                <a:lnTo>
                  <a:pt x="699086" y="335771"/>
                </a:lnTo>
                <a:lnTo>
                  <a:pt x="704588" y="325327"/>
                </a:lnTo>
                <a:lnTo>
                  <a:pt x="710097" y="314888"/>
                </a:lnTo>
                <a:lnTo>
                  <a:pt x="715599" y="304465"/>
                </a:lnTo>
                <a:lnTo>
                  <a:pt x="721109" y="294066"/>
                </a:lnTo>
                <a:lnTo>
                  <a:pt x="726610" y="283701"/>
                </a:lnTo>
                <a:lnTo>
                  <a:pt x="732112" y="273379"/>
                </a:lnTo>
                <a:lnTo>
                  <a:pt x="737621" y="263109"/>
                </a:lnTo>
                <a:lnTo>
                  <a:pt x="743123" y="252901"/>
                </a:lnTo>
                <a:lnTo>
                  <a:pt x="748625" y="242764"/>
                </a:lnTo>
                <a:lnTo>
                  <a:pt x="754134" y="232708"/>
                </a:lnTo>
                <a:lnTo>
                  <a:pt x="759636" y="222743"/>
                </a:lnTo>
                <a:lnTo>
                  <a:pt x="765146" y="212878"/>
                </a:lnTo>
                <a:lnTo>
                  <a:pt x="770647" y="203124"/>
                </a:lnTo>
                <a:lnTo>
                  <a:pt x="776149" y="193490"/>
                </a:lnTo>
                <a:lnTo>
                  <a:pt x="781658" y="183985"/>
                </a:lnTo>
                <a:lnTo>
                  <a:pt x="787160" y="174622"/>
                </a:lnTo>
                <a:lnTo>
                  <a:pt x="792662" y="165407"/>
                </a:lnTo>
                <a:lnTo>
                  <a:pt x="798171" y="156351"/>
                </a:lnTo>
                <a:lnTo>
                  <a:pt x="803673" y="147464"/>
                </a:lnTo>
                <a:lnTo>
                  <a:pt x="809183" y="138757"/>
                </a:lnTo>
                <a:lnTo>
                  <a:pt x="814684" y="130236"/>
                </a:lnTo>
                <a:lnTo>
                  <a:pt x="820186" y="121914"/>
                </a:lnTo>
                <a:lnTo>
                  <a:pt x="825695" y="113798"/>
                </a:lnTo>
                <a:lnTo>
                  <a:pt x="831197" y="105897"/>
                </a:lnTo>
                <a:lnTo>
                  <a:pt x="836699" y="98221"/>
                </a:lnTo>
                <a:lnTo>
                  <a:pt x="842208" y="90779"/>
                </a:lnTo>
                <a:lnTo>
                  <a:pt x="847710" y="83578"/>
                </a:lnTo>
                <a:lnTo>
                  <a:pt x="853220" y="76627"/>
                </a:lnTo>
                <a:lnTo>
                  <a:pt x="858721" y="69934"/>
                </a:lnTo>
                <a:lnTo>
                  <a:pt x="864223" y="63507"/>
                </a:lnTo>
                <a:lnTo>
                  <a:pt x="869732" y="57353"/>
                </a:lnTo>
                <a:lnTo>
                  <a:pt x="875234" y="51480"/>
                </a:lnTo>
                <a:lnTo>
                  <a:pt x="880736" y="45895"/>
                </a:lnTo>
                <a:lnTo>
                  <a:pt x="886245" y="40604"/>
                </a:lnTo>
                <a:lnTo>
                  <a:pt x="891747" y="35614"/>
                </a:lnTo>
                <a:lnTo>
                  <a:pt x="897257" y="30930"/>
                </a:lnTo>
                <a:lnTo>
                  <a:pt x="902758" y="26559"/>
                </a:lnTo>
                <a:lnTo>
                  <a:pt x="908260" y="22505"/>
                </a:lnTo>
                <a:lnTo>
                  <a:pt x="913769" y="18773"/>
                </a:lnTo>
                <a:lnTo>
                  <a:pt x="919271" y="15369"/>
                </a:lnTo>
                <a:lnTo>
                  <a:pt x="924773" y="12296"/>
                </a:lnTo>
                <a:lnTo>
                  <a:pt x="930282" y="9557"/>
                </a:lnTo>
                <a:lnTo>
                  <a:pt x="935784" y="7158"/>
                </a:lnTo>
                <a:lnTo>
                  <a:pt x="941293" y="5099"/>
                </a:lnTo>
                <a:lnTo>
                  <a:pt x="946795" y="3385"/>
                </a:lnTo>
                <a:lnTo>
                  <a:pt x="952297" y="2016"/>
                </a:lnTo>
                <a:lnTo>
                  <a:pt x="957806" y="994"/>
                </a:lnTo>
                <a:lnTo>
                  <a:pt x="963308" y="322"/>
                </a:lnTo>
                <a:lnTo>
                  <a:pt x="968810" y="0"/>
                </a:lnTo>
                <a:lnTo>
                  <a:pt x="974319" y="28"/>
                </a:lnTo>
                <a:lnTo>
                  <a:pt x="979821" y="406"/>
                </a:lnTo>
                <a:lnTo>
                  <a:pt x="985331" y="1134"/>
                </a:lnTo>
                <a:lnTo>
                  <a:pt x="990832" y="2210"/>
                </a:lnTo>
                <a:lnTo>
                  <a:pt x="996334" y="3633"/>
                </a:lnTo>
                <a:lnTo>
                  <a:pt x="1001843" y="5403"/>
                </a:lnTo>
                <a:lnTo>
                  <a:pt x="1007345" y="7516"/>
                </a:lnTo>
                <a:lnTo>
                  <a:pt x="1012847" y="9970"/>
                </a:lnTo>
                <a:lnTo>
                  <a:pt x="1018356" y="12762"/>
                </a:lnTo>
                <a:lnTo>
                  <a:pt x="1023858" y="15888"/>
                </a:lnTo>
                <a:lnTo>
                  <a:pt x="1029367" y="19345"/>
                </a:lnTo>
                <a:lnTo>
                  <a:pt x="1034869" y="23127"/>
                </a:lnTo>
                <a:lnTo>
                  <a:pt x="1040371" y="27232"/>
                </a:lnTo>
                <a:lnTo>
                  <a:pt x="1045880" y="31654"/>
                </a:lnTo>
                <a:lnTo>
                  <a:pt x="1051382" y="36387"/>
                </a:lnTo>
                <a:lnTo>
                  <a:pt x="1056884" y="41426"/>
                </a:lnTo>
                <a:lnTo>
                  <a:pt x="1062393" y="46764"/>
                </a:lnTo>
                <a:lnTo>
                  <a:pt x="1067895" y="52396"/>
                </a:lnTo>
                <a:lnTo>
                  <a:pt x="1073405" y="58313"/>
                </a:lnTo>
                <a:lnTo>
                  <a:pt x="1078906" y="64511"/>
                </a:lnTo>
                <a:lnTo>
                  <a:pt x="1084408" y="70980"/>
                </a:lnTo>
                <a:lnTo>
                  <a:pt x="1089917" y="77715"/>
                </a:lnTo>
                <a:lnTo>
                  <a:pt x="1095419" y="84707"/>
                </a:lnTo>
                <a:lnTo>
                  <a:pt x="1100921" y="91946"/>
                </a:lnTo>
                <a:lnTo>
                  <a:pt x="1106430" y="99427"/>
                </a:lnTo>
                <a:lnTo>
                  <a:pt x="1111932" y="107139"/>
                </a:lnTo>
                <a:lnTo>
                  <a:pt x="1117441" y="115074"/>
                </a:lnTo>
                <a:lnTo>
                  <a:pt x="1122943" y="123224"/>
                </a:lnTo>
                <a:lnTo>
                  <a:pt x="1128445" y="131579"/>
                </a:lnTo>
                <a:lnTo>
                  <a:pt x="1133954" y="140129"/>
                </a:lnTo>
                <a:lnTo>
                  <a:pt x="1139456" y="148866"/>
                </a:lnTo>
                <a:lnTo>
                  <a:pt x="1144958" y="157780"/>
                </a:lnTo>
                <a:lnTo>
                  <a:pt x="1150467" y="166861"/>
                </a:lnTo>
                <a:lnTo>
                  <a:pt x="1155969" y="176100"/>
                </a:lnTo>
                <a:lnTo>
                  <a:pt x="1161478" y="185488"/>
                </a:lnTo>
                <a:lnTo>
                  <a:pt x="1166980" y="195013"/>
                </a:lnTo>
                <a:lnTo>
                  <a:pt x="1172482" y="204667"/>
                </a:lnTo>
                <a:lnTo>
                  <a:pt x="1177991" y="214440"/>
                </a:lnTo>
                <a:lnTo>
                  <a:pt x="1183493" y="224321"/>
                </a:lnTo>
                <a:lnTo>
                  <a:pt x="1188995" y="234301"/>
                </a:lnTo>
                <a:lnTo>
                  <a:pt x="1194504" y="244371"/>
                </a:lnTo>
                <a:lnTo>
                  <a:pt x="1200006" y="254519"/>
                </a:lnTo>
                <a:lnTo>
                  <a:pt x="1205515" y="264739"/>
                </a:lnTo>
                <a:lnTo>
                  <a:pt x="1211017" y="275017"/>
                </a:lnTo>
                <a:lnTo>
                  <a:pt x="1216519" y="285347"/>
                </a:lnTo>
                <a:lnTo>
                  <a:pt x="1222028" y="295718"/>
                </a:lnTo>
                <a:lnTo>
                  <a:pt x="1227530" y="306121"/>
                </a:lnTo>
                <a:lnTo>
                  <a:pt x="1233032" y="316547"/>
                </a:lnTo>
                <a:lnTo>
                  <a:pt x="1238541" y="326987"/>
                </a:lnTo>
                <a:lnTo>
                  <a:pt x="1244043" y="337433"/>
                </a:lnTo>
                <a:lnTo>
                  <a:pt x="1249552" y="347874"/>
                </a:lnTo>
                <a:lnTo>
                  <a:pt x="1255054" y="358304"/>
                </a:lnTo>
                <a:lnTo>
                  <a:pt x="1260556" y="368714"/>
                </a:lnTo>
                <a:lnTo>
                  <a:pt x="1266065" y="379095"/>
                </a:lnTo>
                <a:lnTo>
                  <a:pt x="1271567" y="389440"/>
                </a:lnTo>
                <a:lnTo>
                  <a:pt x="1277069" y="399741"/>
                </a:lnTo>
                <a:lnTo>
                  <a:pt x="1282578" y="409991"/>
                </a:lnTo>
                <a:lnTo>
                  <a:pt x="1288080" y="420182"/>
                </a:lnTo>
                <a:lnTo>
                  <a:pt x="1293589" y="430308"/>
                </a:lnTo>
                <a:lnTo>
                  <a:pt x="1299091" y="440361"/>
                </a:lnTo>
                <a:lnTo>
                  <a:pt x="1304593" y="450336"/>
                </a:lnTo>
                <a:lnTo>
                  <a:pt x="1310102" y="460227"/>
                </a:lnTo>
                <a:lnTo>
                  <a:pt x="1315604" y="470025"/>
                </a:lnTo>
                <a:lnTo>
                  <a:pt x="1321106" y="479728"/>
                </a:lnTo>
                <a:lnTo>
                  <a:pt x="1326615" y="489329"/>
                </a:lnTo>
                <a:lnTo>
                  <a:pt x="1332117" y="498822"/>
                </a:lnTo>
                <a:lnTo>
                  <a:pt x="1337626" y="508204"/>
                </a:lnTo>
                <a:lnTo>
                  <a:pt x="1343128" y="517469"/>
                </a:lnTo>
                <a:lnTo>
                  <a:pt x="1348630" y="526612"/>
                </a:lnTo>
                <a:lnTo>
                  <a:pt x="1354139" y="535631"/>
                </a:lnTo>
                <a:lnTo>
                  <a:pt x="1359641" y="544521"/>
                </a:lnTo>
                <a:lnTo>
                  <a:pt x="1365143" y="553277"/>
                </a:lnTo>
                <a:lnTo>
                  <a:pt x="1370652" y="561899"/>
                </a:lnTo>
                <a:lnTo>
                  <a:pt x="1376154" y="570381"/>
                </a:lnTo>
                <a:lnTo>
                  <a:pt x="1381663" y="578722"/>
                </a:lnTo>
                <a:lnTo>
                  <a:pt x="1387165" y="586917"/>
                </a:lnTo>
                <a:lnTo>
                  <a:pt x="1392667" y="594971"/>
                </a:lnTo>
                <a:lnTo>
                  <a:pt x="1398176" y="602868"/>
                </a:lnTo>
                <a:lnTo>
                  <a:pt x="1403678" y="610625"/>
                </a:lnTo>
                <a:lnTo>
                  <a:pt x="1409180" y="618218"/>
                </a:lnTo>
                <a:lnTo>
                  <a:pt x="1414689" y="625671"/>
                </a:lnTo>
                <a:lnTo>
                  <a:pt x="1420191" y="632960"/>
                </a:lnTo>
                <a:lnTo>
                  <a:pt x="1425700" y="640100"/>
                </a:lnTo>
                <a:lnTo>
                  <a:pt x="1431202" y="647077"/>
                </a:lnTo>
                <a:lnTo>
                  <a:pt x="1436704" y="653905"/>
                </a:lnTo>
                <a:lnTo>
                  <a:pt x="1442213" y="660577"/>
                </a:lnTo>
                <a:lnTo>
                  <a:pt x="1447715" y="667086"/>
                </a:lnTo>
                <a:lnTo>
                  <a:pt x="1453217" y="673446"/>
                </a:lnTo>
                <a:lnTo>
                  <a:pt x="1458726" y="679650"/>
                </a:lnTo>
                <a:lnTo>
                  <a:pt x="1464228" y="685690"/>
                </a:lnTo>
                <a:lnTo>
                  <a:pt x="1469737" y="691582"/>
                </a:lnTo>
                <a:lnTo>
                  <a:pt x="1475239" y="697326"/>
                </a:lnTo>
                <a:lnTo>
                  <a:pt x="1480741" y="702905"/>
                </a:lnTo>
                <a:lnTo>
                  <a:pt x="1486250" y="708345"/>
                </a:lnTo>
                <a:lnTo>
                  <a:pt x="1491752" y="713628"/>
                </a:lnTo>
                <a:lnTo>
                  <a:pt x="1497254" y="718763"/>
                </a:lnTo>
                <a:lnTo>
                  <a:pt x="1502763" y="723749"/>
                </a:lnTo>
                <a:lnTo>
                  <a:pt x="1508265" y="728596"/>
                </a:lnTo>
                <a:lnTo>
                  <a:pt x="1513774" y="733293"/>
                </a:lnTo>
                <a:lnTo>
                  <a:pt x="1519276" y="737851"/>
                </a:lnTo>
                <a:lnTo>
                  <a:pt x="1524778" y="742268"/>
                </a:lnTo>
                <a:lnTo>
                  <a:pt x="1530287" y="746544"/>
                </a:lnTo>
                <a:lnTo>
                  <a:pt x="1535789" y="750688"/>
                </a:lnTo>
                <a:lnTo>
                  <a:pt x="1541291" y="754699"/>
                </a:lnTo>
                <a:lnTo>
                  <a:pt x="1546800" y="758586"/>
                </a:lnTo>
                <a:lnTo>
                  <a:pt x="1552302" y="762331"/>
                </a:lnTo>
                <a:lnTo>
                  <a:pt x="1557811" y="765960"/>
                </a:lnTo>
                <a:lnTo>
                  <a:pt x="1563313" y="769464"/>
                </a:lnTo>
                <a:lnTo>
                  <a:pt x="1568815" y="772843"/>
                </a:lnTo>
                <a:lnTo>
                  <a:pt x="1574324" y="776105"/>
                </a:lnTo>
                <a:lnTo>
                  <a:pt x="1579826" y="779250"/>
                </a:lnTo>
                <a:lnTo>
                  <a:pt x="1585328" y="782286"/>
                </a:lnTo>
                <a:lnTo>
                  <a:pt x="1590837" y="785205"/>
                </a:lnTo>
                <a:lnTo>
                  <a:pt x="1596339" y="788022"/>
                </a:lnTo>
                <a:lnTo>
                  <a:pt x="1601848" y="790730"/>
                </a:lnTo>
                <a:lnTo>
                  <a:pt x="1607350" y="793336"/>
                </a:lnTo>
                <a:lnTo>
                  <a:pt x="1612852" y="795841"/>
                </a:lnTo>
                <a:lnTo>
                  <a:pt x="1618361" y="798253"/>
                </a:lnTo>
                <a:lnTo>
                  <a:pt x="1623863" y="800562"/>
                </a:lnTo>
                <a:lnTo>
                  <a:pt x="1629365" y="802786"/>
                </a:lnTo>
                <a:lnTo>
                  <a:pt x="1634874" y="804917"/>
                </a:lnTo>
                <a:lnTo>
                  <a:pt x="1640376" y="806969"/>
                </a:lnTo>
                <a:lnTo>
                  <a:pt x="1645885" y="808928"/>
                </a:lnTo>
              </a:path>
            </a:pathLst>
          </a:custGeom>
          <a:noFill/>
          <a:ln w="12700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957" name="Freeform 3956">
            <a:extLst>
              <a:ext uri="{FF2B5EF4-FFF2-40B4-BE49-F238E27FC236}">
                <a16:creationId xmlns:a16="http://schemas.microsoft.com/office/drawing/2014/main" id="{E717F915-2F1C-72E2-9B93-3A7F01BFAB4B}"/>
              </a:ext>
            </a:extLst>
          </p:cNvPr>
          <p:cNvSpPr/>
          <p:nvPr/>
        </p:nvSpPr>
        <p:spPr>
          <a:xfrm>
            <a:off x="5070313" y="4086871"/>
            <a:ext cx="1645885" cy="839762"/>
          </a:xfrm>
          <a:custGeom>
            <a:avLst/>
            <a:gdLst>
              <a:gd name="csX0" fmla="*/ 0 w 1645885"/>
              <a:gd name="csY0" fmla="*/ 839755 h 839762"/>
              <a:gd name="csX1" fmla="*/ 5504 w 1645885"/>
              <a:gd name="csY1" fmla="*/ 839232 h 839762"/>
              <a:gd name="csX2" fmla="*/ 11009 w 1645885"/>
              <a:gd name="csY2" fmla="*/ 838678 h 839762"/>
              <a:gd name="csX3" fmla="*/ 16514 w 1645885"/>
              <a:gd name="csY3" fmla="*/ 838093 h 839762"/>
              <a:gd name="csX4" fmla="*/ 22019 w 1645885"/>
              <a:gd name="csY4" fmla="*/ 837476 h 839762"/>
              <a:gd name="csX5" fmla="*/ 27523 w 1645885"/>
              <a:gd name="csY5" fmla="*/ 836821 h 839762"/>
              <a:gd name="csX6" fmla="*/ 33027 w 1645885"/>
              <a:gd name="csY6" fmla="*/ 836134 h 839762"/>
              <a:gd name="csX7" fmla="*/ 38532 w 1645885"/>
              <a:gd name="csY7" fmla="*/ 835408 h 839762"/>
              <a:gd name="csX8" fmla="*/ 44037 w 1645885"/>
              <a:gd name="csY8" fmla="*/ 834643 h 839762"/>
              <a:gd name="csX9" fmla="*/ 49541 w 1645885"/>
              <a:gd name="csY9" fmla="*/ 833847 h 839762"/>
              <a:gd name="csX10" fmla="*/ 55046 w 1645885"/>
              <a:gd name="csY10" fmla="*/ 832997 h 839762"/>
              <a:gd name="csX11" fmla="*/ 60551 w 1645885"/>
              <a:gd name="csY11" fmla="*/ 832107 h 839762"/>
              <a:gd name="csX12" fmla="*/ 66055 w 1645885"/>
              <a:gd name="csY12" fmla="*/ 831171 h 839762"/>
              <a:gd name="csX13" fmla="*/ 71560 w 1645885"/>
              <a:gd name="csY13" fmla="*/ 830187 h 839762"/>
              <a:gd name="csX14" fmla="*/ 77064 w 1645885"/>
              <a:gd name="csY14" fmla="*/ 829157 h 839762"/>
              <a:gd name="csX15" fmla="*/ 82569 w 1645885"/>
              <a:gd name="csY15" fmla="*/ 828072 h 839762"/>
              <a:gd name="csX16" fmla="*/ 88074 w 1645885"/>
              <a:gd name="csY16" fmla="*/ 826933 h 839762"/>
              <a:gd name="csX17" fmla="*/ 93578 w 1645885"/>
              <a:gd name="csY17" fmla="*/ 825739 h 839762"/>
              <a:gd name="csX18" fmla="*/ 99083 w 1645885"/>
              <a:gd name="csY18" fmla="*/ 824491 h 839762"/>
              <a:gd name="csX19" fmla="*/ 104588 w 1645885"/>
              <a:gd name="csY19" fmla="*/ 823180 h 839762"/>
              <a:gd name="csX20" fmla="*/ 110092 w 1645885"/>
              <a:gd name="csY20" fmla="*/ 821798 h 839762"/>
              <a:gd name="csX21" fmla="*/ 115597 w 1645885"/>
              <a:gd name="csY21" fmla="*/ 820362 h 839762"/>
              <a:gd name="csX22" fmla="*/ 121101 w 1645885"/>
              <a:gd name="csY22" fmla="*/ 818856 h 839762"/>
              <a:gd name="csX23" fmla="*/ 126606 w 1645885"/>
              <a:gd name="csY23" fmla="*/ 817280 h 839762"/>
              <a:gd name="csX24" fmla="*/ 132111 w 1645885"/>
              <a:gd name="csY24" fmla="*/ 815633 h 839762"/>
              <a:gd name="csX25" fmla="*/ 137615 w 1645885"/>
              <a:gd name="csY25" fmla="*/ 813909 h 839762"/>
              <a:gd name="csX26" fmla="*/ 143120 w 1645885"/>
              <a:gd name="csY26" fmla="*/ 812114 h 839762"/>
              <a:gd name="csX27" fmla="*/ 148625 w 1645885"/>
              <a:gd name="csY27" fmla="*/ 810233 h 839762"/>
              <a:gd name="csX28" fmla="*/ 154129 w 1645885"/>
              <a:gd name="csY28" fmla="*/ 808274 h 839762"/>
              <a:gd name="csX29" fmla="*/ 159633 w 1645885"/>
              <a:gd name="csY29" fmla="*/ 806230 h 839762"/>
              <a:gd name="csX30" fmla="*/ 165138 w 1645885"/>
              <a:gd name="csY30" fmla="*/ 804099 h 839762"/>
              <a:gd name="csX31" fmla="*/ 170643 w 1645885"/>
              <a:gd name="csY31" fmla="*/ 801883 h 839762"/>
              <a:gd name="csX32" fmla="*/ 176148 w 1645885"/>
              <a:gd name="csY32" fmla="*/ 799565 h 839762"/>
              <a:gd name="csX33" fmla="*/ 181652 w 1645885"/>
              <a:gd name="csY33" fmla="*/ 797162 h 839762"/>
              <a:gd name="csX34" fmla="*/ 187157 w 1645885"/>
              <a:gd name="csY34" fmla="*/ 794657 h 839762"/>
              <a:gd name="csX35" fmla="*/ 192662 w 1645885"/>
              <a:gd name="csY35" fmla="*/ 792050 h 839762"/>
              <a:gd name="csX36" fmla="*/ 198166 w 1645885"/>
              <a:gd name="csY36" fmla="*/ 789342 h 839762"/>
              <a:gd name="csX37" fmla="*/ 203670 w 1645885"/>
              <a:gd name="csY37" fmla="*/ 786525 h 839762"/>
              <a:gd name="csX38" fmla="*/ 209175 w 1645885"/>
              <a:gd name="csY38" fmla="*/ 783606 h 839762"/>
              <a:gd name="csX39" fmla="*/ 214680 w 1645885"/>
              <a:gd name="csY39" fmla="*/ 780571 h 839762"/>
              <a:gd name="csX40" fmla="*/ 220185 w 1645885"/>
              <a:gd name="csY40" fmla="*/ 777426 h 839762"/>
              <a:gd name="csX41" fmla="*/ 225689 w 1645885"/>
              <a:gd name="csY41" fmla="*/ 774164 h 839762"/>
              <a:gd name="csX42" fmla="*/ 231194 w 1645885"/>
              <a:gd name="csY42" fmla="*/ 770785 h 839762"/>
              <a:gd name="csX43" fmla="*/ 236699 w 1645885"/>
              <a:gd name="csY43" fmla="*/ 767281 h 839762"/>
              <a:gd name="csX44" fmla="*/ 242203 w 1645885"/>
              <a:gd name="csY44" fmla="*/ 763652 h 839762"/>
              <a:gd name="csX45" fmla="*/ 247707 w 1645885"/>
              <a:gd name="csY45" fmla="*/ 759898 h 839762"/>
              <a:gd name="csX46" fmla="*/ 253212 w 1645885"/>
              <a:gd name="csY46" fmla="*/ 756012 h 839762"/>
              <a:gd name="csX47" fmla="*/ 258717 w 1645885"/>
              <a:gd name="csY47" fmla="*/ 752001 h 839762"/>
              <a:gd name="csX48" fmla="*/ 264222 w 1645885"/>
              <a:gd name="csY48" fmla="*/ 747849 h 839762"/>
              <a:gd name="csX49" fmla="*/ 269726 w 1645885"/>
              <a:gd name="csY49" fmla="*/ 743565 h 839762"/>
              <a:gd name="csX50" fmla="*/ 275231 w 1645885"/>
              <a:gd name="csY50" fmla="*/ 739148 h 839762"/>
              <a:gd name="csX51" fmla="*/ 280736 w 1645885"/>
              <a:gd name="csY51" fmla="*/ 734583 h 839762"/>
              <a:gd name="csX52" fmla="*/ 286240 w 1645885"/>
              <a:gd name="csY52" fmla="*/ 729877 h 839762"/>
              <a:gd name="csX53" fmla="*/ 291744 w 1645885"/>
              <a:gd name="csY53" fmla="*/ 725031 h 839762"/>
              <a:gd name="csX54" fmla="*/ 297249 w 1645885"/>
              <a:gd name="csY54" fmla="*/ 720036 h 839762"/>
              <a:gd name="csX55" fmla="*/ 302754 w 1645885"/>
              <a:gd name="csY55" fmla="*/ 714894 h 839762"/>
              <a:gd name="csX56" fmla="*/ 308259 w 1645885"/>
              <a:gd name="csY56" fmla="*/ 709603 h 839762"/>
              <a:gd name="csX57" fmla="*/ 313763 w 1645885"/>
              <a:gd name="csY57" fmla="*/ 704163 h 839762"/>
              <a:gd name="csX58" fmla="*/ 319268 w 1645885"/>
              <a:gd name="csY58" fmla="*/ 698568 h 839762"/>
              <a:gd name="csX59" fmla="*/ 324773 w 1645885"/>
              <a:gd name="csY59" fmla="*/ 692817 h 839762"/>
              <a:gd name="csX60" fmla="*/ 330277 w 1645885"/>
              <a:gd name="csY60" fmla="*/ 686917 h 839762"/>
              <a:gd name="csX61" fmla="*/ 335781 w 1645885"/>
              <a:gd name="csY61" fmla="*/ 680861 h 839762"/>
              <a:gd name="csX62" fmla="*/ 341286 w 1645885"/>
              <a:gd name="csY62" fmla="*/ 674649 h 839762"/>
              <a:gd name="csX63" fmla="*/ 346791 w 1645885"/>
              <a:gd name="csY63" fmla="*/ 668281 h 839762"/>
              <a:gd name="csX64" fmla="*/ 352296 w 1645885"/>
              <a:gd name="csY64" fmla="*/ 661750 h 839762"/>
              <a:gd name="csX65" fmla="*/ 357800 w 1645885"/>
              <a:gd name="csY65" fmla="*/ 655070 h 839762"/>
              <a:gd name="csX66" fmla="*/ 363305 w 1645885"/>
              <a:gd name="csY66" fmla="*/ 648233 h 839762"/>
              <a:gd name="csX67" fmla="*/ 368810 w 1645885"/>
              <a:gd name="csY67" fmla="*/ 641233 h 839762"/>
              <a:gd name="csX68" fmla="*/ 374314 w 1645885"/>
              <a:gd name="csY68" fmla="*/ 634085 h 839762"/>
              <a:gd name="csX69" fmla="*/ 379818 w 1645885"/>
              <a:gd name="csY69" fmla="*/ 626773 h 839762"/>
              <a:gd name="csX70" fmla="*/ 385323 w 1645885"/>
              <a:gd name="csY70" fmla="*/ 619312 h 839762"/>
              <a:gd name="csX71" fmla="*/ 390828 w 1645885"/>
              <a:gd name="csY71" fmla="*/ 611696 h 839762"/>
              <a:gd name="csX72" fmla="*/ 396333 w 1645885"/>
              <a:gd name="csY72" fmla="*/ 603923 h 839762"/>
              <a:gd name="csX73" fmla="*/ 401837 w 1645885"/>
              <a:gd name="csY73" fmla="*/ 596002 h 839762"/>
              <a:gd name="csX74" fmla="*/ 407342 w 1645885"/>
              <a:gd name="csY74" fmla="*/ 587933 h 839762"/>
              <a:gd name="csX75" fmla="*/ 412847 w 1645885"/>
              <a:gd name="csY75" fmla="*/ 579720 h 839762"/>
              <a:gd name="csX76" fmla="*/ 418351 w 1645885"/>
              <a:gd name="csY76" fmla="*/ 571358 h 839762"/>
              <a:gd name="csX77" fmla="*/ 423855 w 1645885"/>
              <a:gd name="csY77" fmla="*/ 562855 h 839762"/>
              <a:gd name="csX78" fmla="*/ 429360 w 1645885"/>
              <a:gd name="csY78" fmla="*/ 554211 h 839762"/>
              <a:gd name="csX79" fmla="*/ 434865 w 1645885"/>
              <a:gd name="csY79" fmla="*/ 545432 h 839762"/>
              <a:gd name="csX80" fmla="*/ 440370 w 1645885"/>
              <a:gd name="csY80" fmla="*/ 536519 h 839762"/>
              <a:gd name="csX81" fmla="*/ 445874 w 1645885"/>
              <a:gd name="csY81" fmla="*/ 527478 h 839762"/>
              <a:gd name="csX82" fmla="*/ 451379 w 1645885"/>
              <a:gd name="csY82" fmla="*/ 518309 h 839762"/>
              <a:gd name="csX83" fmla="*/ 456884 w 1645885"/>
              <a:gd name="csY83" fmla="*/ 509020 h 839762"/>
              <a:gd name="csX84" fmla="*/ 462388 w 1645885"/>
              <a:gd name="csY84" fmla="*/ 499613 h 839762"/>
              <a:gd name="csX85" fmla="*/ 467892 w 1645885"/>
              <a:gd name="csY85" fmla="*/ 490094 h 839762"/>
              <a:gd name="csX86" fmla="*/ 473397 w 1645885"/>
              <a:gd name="csY86" fmla="*/ 480467 h 839762"/>
              <a:gd name="csX87" fmla="*/ 478902 w 1645885"/>
              <a:gd name="csY87" fmla="*/ 470737 h 839762"/>
              <a:gd name="csX88" fmla="*/ 484406 w 1645885"/>
              <a:gd name="csY88" fmla="*/ 460910 h 839762"/>
              <a:gd name="csX89" fmla="*/ 489911 w 1645885"/>
              <a:gd name="csY89" fmla="*/ 450993 h 839762"/>
              <a:gd name="csX90" fmla="*/ 495416 w 1645885"/>
              <a:gd name="csY90" fmla="*/ 440989 h 839762"/>
              <a:gd name="csX91" fmla="*/ 500921 w 1645885"/>
              <a:gd name="csY91" fmla="*/ 430908 h 839762"/>
              <a:gd name="csX92" fmla="*/ 506425 w 1645885"/>
              <a:gd name="csY92" fmla="*/ 420753 h 839762"/>
              <a:gd name="csX93" fmla="*/ 511929 w 1645885"/>
              <a:gd name="csY93" fmla="*/ 410533 h 839762"/>
              <a:gd name="csX94" fmla="*/ 517434 w 1645885"/>
              <a:gd name="csY94" fmla="*/ 400254 h 839762"/>
              <a:gd name="csX95" fmla="*/ 522939 w 1645885"/>
              <a:gd name="csY95" fmla="*/ 389924 h 839762"/>
              <a:gd name="csX96" fmla="*/ 528443 w 1645885"/>
              <a:gd name="csY96" fmla="*/ 379548 h 839762"/>
              <a:gd name="csX97" fmla="*/ 533948 w 1645885"/>
              <a:gd name="csY97" fmla="*/ 369138 h 839762"/>
              <a:gd name="csX98" fmla="*/ 539453 w 1645885"/>
              <a:gd name="csY98" fmla="*/ 358699 h 839762"/>
              <a:gd name="csX99" fmla="*/ 544958 w 1645885"/>
              <a:gd name="csY99" fmla="*/ 348239 h 839762"/>
              <a:gd name="csX100" fmla="*/ 550462 w 1645885"/>
              <a:gd name="csY100" fmla="*/ 337768 h 839762"/>
              <a:gd name="csX101" fmla="*/ 555966 w 1645885"/>
              <a:gd name="csY101" fmla="*/ 327292 h 839762"/>
              <a:gd name="csX102" fmla="*/ 561471 w 1645885"/>
              <a:gd name="csY102" fmla="*/ 316823 h 839762"/>
              <a:gd name="csX103" fmla="*/ 566976 w 1645885"/>
              <a:gd name="csY103" fmla="*/ 306368 h 839762"/>
              <a:gd name="csX104" fmla="*/ 572480 w 1645885"/>
              <a:gd name="csY104" fmla="*/ 295936 h 839762"/>
              <a:gd name="csX105" fmla="*/ 577985 w 1645885"/>
              <a:gd name="csY105" fmla="*/ 285536 h 839762"/>
              <a:gd name="csX106" fmla="*/ 583490 w 1645885"/>
              <a:gd name="csY106" fmla="*/ 275178 h 839762"/>
              <a:gd name="csX107" fmla="*/ 588995 w 1645885"/>
              <a:gd name="csY107" fmla="*/ 264871 h 839762"/>
              <a:gd name="csX108" fmla="*/ 594499 w 1645885"/>
              <a:gd name="csY108" fmla="*/ 254625 h 839762"/>
              <a:gd name="csX109" fmla="*/ 600001 w 1645885"/>
              <a:gd name="csY109" fmla="*/ 244449 h 839762"/>
              <a:gd name="csX110" fmla="*/ 605511 w 1645885"/>
              <a:gd name="csY110" fmla="*/ 234353 h 839762"/>
              <a:gd name="csX111" fmla="*/ 611012 w 1645885"/>
              <a:gd name="csY111" fmla="*/ 224347 h 839762"/>
              <a:gd name="csX112" fmla="*/ 616514 w 1645885"/>
              <a:gd name="csY112" fmla="*/ 214441 h 839762"/>
              <a:gd name="csX113" fmla="*/ 622023 w 1645885"/>
              <a:gd name="csY113" fmla="*/ 204644 h 839762"/>
              <a:gd name="csX114" fmla="*/ 627525 w 1645885"/>
              <a:gd name="csY114" fmla="*/ 194967 h 839762"/>
              <a:gd name="csX115" fmla="*/ 633035 w 1645885"/>
              <a:gd name="csY115" fmla="*/ 185418 h 839762"/>
              <a:gd name="csX116" fmla="*/ 638536 w 1645885"/>
              <a:gd name="csY116" fmla="*/ 176010 h 839762"/>
              <a:gd name="csX117" fmla="*/ 644038 w 1645885"/>
              <a:gd name="csY117" fmla="*/ 166750 h 839762"/>
              <a:gd name="csX118" fmla="*/ 649548 w 1645885"/>
              <a:gd name="csY118" fmla="*/ 157649 h 839762"/>
              <a:gd name="csX119" fmla="*/ 655049 w 1645885"/>
              <a:gd name="csY119" fmla="*/ 148716 h 839762"/>
              <a:gd name="csX120" fmla="*/ 660551 w 1645885"/>
              <a:gd name="csY120" fmla="*/ 139962 h 839762"/>
              <a:gd name="csX121" fmla="*/ 666060 w 1645885"/>
              <a:gd name="csY121" fmla="*/ 131395 h 839762"/>
              <a:gd name="csX122" fmla="*/ 671562 w 1645885"/>
              <a:gd name="csY122" fmla="*/ 123025 h 839762"/>
              <a:gd name="csX123" fmla="*/ 677072 w 1645885"/>
              <a:gd name="csY123" fmla="*/ 114862 h 839762"/>
              <a:gd name="csX124" fmla="*/ 682573 w 1645885"/>
              <a:gd name="csY124" fmla="*/ 106914 h 839762"/>
              <a:gd name="csX125" fmla="*/ 688075 w 1645885"/>
              <a:gd name="csY125" fmla="*/ 99191 h 839762"/>
              <a:gd name="csX126" fmla="*/ 693584 w 1645885"/>
              <a:gd name="csY126" fmla="*/ 91700 h 839762"/>
              <a:gd name="csX127" fmla="*/ 699086 w 1645885"/>
              <a:gd name="csY127" fmla="*/ 84452 h 839762"/>
              <a:gd name="csX128" fmla="*/ 704588 w 1645885"/>
              <a:gd name="csY128" fmla="*/ 77455 h 839762"/>
              <a:gd name="csX129" fmla="*/ 710097 w 1645885"/>
              <a:gd name="csY129" fmla="*/ 70715 h 839762"/>
              <a:gd name="csX130" fmla="*/ 715599 w 1645885"/>
              <a:gd name="csY130" fmla="*/ 64241 h 839762"/>
              <a:gd name="csX131" fmla="*/ 721109 w 1645885"/>
              <a:gd name="csY131" fmla="*/ 58042 h 839762"/>
              <a:gd name="csX132" fmla="*/ 726610 w 1645885"/>
              <a:gd name="csY132" fmla="*/ 52123 h 839762"/>
              <a:gd name="csX133" fmla="*/ 732112 w 1645885"/>
              <a:gd name="csY133" fmla="*/ 46493 h 839762"/>
              <a:gd name="csX134" fmla="*/ 737621 w 1645885"/>
              <a:gd name="csY134" fmla="*/ 41157 h 839762"/>
              <a:gd name="csX135" fmla="*/ 743123 w 1645885"/>
              <a:gd name="csY135" fmla="*/ 36122 h 839762"/>
              <a:gd name="csX136" fmla="*/ 748625 w 1645885"/>
              <a:gd name="csY136" fmla="*/ 31396 h 839762"/>
              <a:gd name="csX137" fmla="*/ 754134 w 1645885"/>
              <a:gd name="csY137" fmla="*/ 26982 h 839762"/>
              <a:gd name="csX138" fmla="*/ 759636 w 1645885"/>
              <a:gd name="csY138" fmla="*/ 22886 h 839762"/>
              <a:gd name="csX139" fmla="*/ 765146 w 1645885"/>
              <a:gd name="csY139" fmla="*/ 19115 h 839762"/>
              <a:gd name="csX140" fmla="*/ 770647 w 1645885"/>
              <a:gd name="csY140" fmla="*/ 15671 h 839762"/>
              <a:gd name="csX141" fmla="*/ 776149 w 1645885"/>
              <a:gd name="csY141" fmla="*/ 12559 h 839762"/>
              <a:gd name="csX142" fmla="*/ 781658 w 1645885"/>
              <a:gd name="csY142" fmla="*/ 9784 h 839762"/>
              <a:gd name="csX143" fmla="*/ 787160 w 1645885"/>
              <a:gd name="csY143" fmla="*/ 7347 h 839762"/>
              <a:gd name="csX144" fmla="*/ 792662 w 1645885"/>
              <a:gd name="csY144" fmla="*/ 5254 h 839762"/>
              <a:gd name="csX145" fmla="*/ 798171 w 1645885"/>
              <a:gd name="csY145" fmla="*/ 3505 h 839762"/>
              <a:gd name="csX146" fmla="*/ 803673 w 1645885"/>
              <a:gd name="csY146" fmla="*/ 2104 h 839762"/>
              <a:gd name="csX147" fmla="*/ 809183 w 1645885"/>
              <a:gd name="csY147" fmla="*/ 1052 h 839762"/>
              <a:gd name="csX148" fmla="*/ 814684 w 1645885"/>
              <a:gd name="csY148" fmla="*/ 350 h 839762"/>
              <a:gd name="csX149" fmla="*/ 820186 w 1645885"/>
              <a:gd name="csY149" fmla="*/ 0 h 839762"/>
              <a:gd name="csX150" fmla="*/ 825695 w 1645885"/>
              <a:gd name="csY150" fmla="*/ 1 h 839762"/>
              <a:gd name="csX151" fmla="*/ 831197 w 1645885"/>
              <a:gd name="csY151" fmla="*/ 354 h 839762"/>
              <a:gd name="csX152" fmla="*/ 836699 w 1645885"/>
              <a:gd name="csY152" fmla="*/ 1057 h 839762"/>
              <a:gd name="csX153" fmla="*/ 842208 w 1645885"/>
              <a:gd name="csY153" fmla="*/ 2112 h 839762"/>
              <a:gd name="csX154" fmla="*/ 847710 w 1645885"/>
              <a:gd name="csY154" fmla="*/ 3516 h 839762"/>
              <a:gd name="csX155" fmla="*/ 853220 w 1645885"/>
              <a:gd name="csY155" fmla="*/ 5266 h 839762"/>
              <a:gd name="csX156" fmla="*/ 858721 w 1645885"/>
              <a:gd name="csY156" fmla="*/ 7361 h 839762"/>
              <a:gd name="csX157" fmla="*/ 864223 w 1645885"/>
              <a:gd name="csY157" fmla="*/ 9800 h 839762"/>
              <a:gd name="csX158" fmla="*/ 869732 w 1645885"/>
              <a:gd name="csY158" fmla="*/ 12577 h 839762"/>
              <a:gd name="csX159" fmla="*/ 875234 w 1645885"/>
              <a:gd name="csY159" fmla="*/ 15691 h 839762"/>
              <a:gd name="csX160" fmla="*/ 880736 w 1645885"/>
              <a:gd name="csY160" fmla="*/ 19137 h 839762"/>
              <a:gd name="csX161" fmla="*/ 886245 w 1645885"/>
              <a:gd name="csY161" fmla="*/ 22911 h 839762"/>
              <a:gd name="csX162" fmla="*/ 891747 w 1645885"/>
              <a:gd name="csY162" fmla="*/ 27009 h 839762"/>
              <a:gd name="csX163" fmla="*/ 897257 w 1645885"/>
              <a:gd name="csY163" fmla="*/ 31424 h 839762"/>
              <a:gd name="csX164" fmla="*/ 902758 w 1645885"/>
              <a:gd name="csY164" fmla="*/ 36154 h 839762"/>
              <a:gd name="csX165" fmla="*/ 908260 w 1645885"/>
              <a:gd name="csY165" fmla="*/ 41189 h 839762"/>
              <a:gd name="csX166" fmla="*/ 913769 w 1645885"/>
              <a:gd name="csY166" fmla="*/ 46527 h 839762"/>
              <a:gd name="csX167" fmla="*/ 919271 w 1645885"/>
              <a:gd name="csY167" fmla="*/ 52159 h 839762"/>
              <a:gd name="csX168" fmla="*/ 924773 w 1645885"/>
              <a:gd name="csY168" fmla="*/ 58080 h 839762"/>
              <a:gd name="csX169" fmla="*/ 930282 w 1645885"/>
              <a:gd name="csY169" fmla="*/ 64281 h 839762"/>
              <a:gd name="csX170" fmla="*/ 935784 w 1645885"/>
              <a:gd name="csY170" fmla="*/ 70757 h 839762"/>
              <a:gd name="csX171" fmla="*/ 941293 w 1645885"/>
              <a:gd name="csY171" fmla="*/ 77497 h 839762"/>
              <a:gd name="csX172" fmla="*/ 946795 w 1645885"/>
              <a:gd name="csY172" fmla="*/ 84497 h 839762"/>
              <a:gd name="csX173" fmla="*/ 952297 w 1645885"/>
              <a:gd name="csY173" fmla="*/ 91747 h 839762"/>
              <a:gd name="csX174" fmla="*/ 957806 w 1645885"/>
              <a:gd name="csY174" fmla="*/ 99239 h 839762"/>
              <a:gd name="csX175" fmla="*/ 963308 w 1645885"/>
              <a:gd name="csY175" fmla="*/ 106963 h 839762"/>
              <a:gd name="csX176" fmla="*/ 968810 w 1645885"/>
              <a:gd name="csY176" fmla="*/ 114913 h 839762"/>
              <a:gd name="csX177" fmla="*/ 974319 w 1645885"/>
              <a:gd name="csY177" fmla="*/ 123077 h 839762"/>
              <a:gd name="csX178" fmla="*/ 979821 w 1645885"/>
              <a:gd name="csY178" fmla="*/ 131448 h 839762"/>
              <a:gd name="csX179" fmla="*/ 985331 w 1645885"/>
              <a:gd name="csY179" fmla="*/ 140016 h 839762"/>
              <a:gd name="csX180" fmla="*/ 990832 w 1645885"/>
              <a:gd name="csY180" fmla="*/ 148772 h 839762"/>
              <a:gd name="csX181" fmla="*/ 996334 w 1645885"/>
              <a:gd name="csY181" fmla="*/ 157705 h 839762"/>
              <a:gd name="csX182" fmla="*/ 1001843 w 1645885"/>
              <a:gd name="csY182" fmla="*/ 166808 h 839762"/>
              <a:gd name="csX183" fmla="*/ 1007345 w 1645885"/>
              <a:gd name="csY183" fmla="*/ 176068 h 839762"/>
              <a:gd name="csX184" fmla="*/ 1012847 w 1645885"/>
              <a:gd name="csY184" fmla="*/ 185478 h 839762"/>
              <a:gd name="csX185" fmla="*/ 1018356 w 1645885"/>
              <a:gd name="csY185" fmla="*/ 195027 h 839762"/>
              <a:gd name="csX186" fmla="*/ 1023858 w 1645885"/>
              <a:gd name="csY186" fmla="*/ 204705 h 839762"/>
              <a:gd name="csX187" fmla="*/ 1029367 w 1645885"/>
              <a:gd name="csY187" fmla="*/ 214503 h 839762"/>
              <a:gd name="csX188" fmla="*/ 1034869 w 1645885"/>
              <a:gd name="csY188" fmla="*/ 224410 h 839762"/>
              <a:gd name="csX189" fmla="*/ 1040371 w 1645885"/>
              <a:gd name="csY189" fmla="*/ 234416 h 839762"/>
              <a:gd name="csX190" fmla="*/ 1045880 w 1645885"/>
              <a:gd name="csY190" fmla="*/ 244513 h 839762"/>
              <a:gd name="csX191" fmla="*/ 1051382 w 1645885"/>
              <a:gd name="csY191" fmla="*/ 254689 h 839762"/>
              <a:gd name="csX192" fmla="*/ 1056884 w 1645885"/>
              <a:gd name="csY192" fmla="*/ 264936 h 839762"/>
              <a:gd name="csX193" fmla="*/ 1062393 w 1645885"/>
              <a:gd name="csY193" fmla="*/ 275243 h 839762"/>
              <a:gd name="csX194" fmla="*/ 1067895 w 1645885"/>
              <a:gd name="csY194" fmla="*/ 285601 h 839762"/>
              <a:gd name="csX195" fmla="*/ 1073405 w 1645885"/>
              <a:gd name="csY195" fmla="*/ 296001 h 839762"/>
              <a:gd name="csX196" fmla="*/ 1078906 w 1645885"/>
              <a:gd name="csY196" fmla="*/ 306434 h 839762"/>
              <a:gd name="csX197" fmla="*/ 1084408 w 1645885"/>
              <a:gd name="csY197" fmla="*/ 316889 h 839762"/>
              <a:gd name="csX198" fmla="*/ 1089917 w 1645885"/>
              <a:gd name="csY198" fmla="*/ 327359 h 839762"/>
              <a:gd name="csX199" fmla="*/ 1095419 w 1645885"/>
              <a:gd name="csY199" fmla="*/ 337834 h 839762"/>
              <a:gd name="csX200" fmla="*/ 1100921 w 1645885"/>
              <a:gd name="csY200" fmla="*/ 348305 h 839762"/>
              <a:gd name="csX201" fmla="*/ 1106430 w 1645885"/>
              <a:gd name="csY201" fmla="*/ 358764 h 839762"/>
              <a:gd name="csX202" fmla="*/ 1111932 w 1645885"/>
              <a:gd name="csY202" fmla="*/ 369204 h 839762"/>
              <a:gd name="csX203" fmla="*/ 1117441 w 1645885"/>
              <a:gd name="csY203" fmla="*/ 379614 h 839762"/>
              <a:gd name="csX204" fmla="*/ 1122943 w 1645885"/>
              <a:gd name="csY204" fmla="*/ 389988 h 839762"/>
              <a:gd name="csX205" fmla="*/ 1128445 w 1645885"/>
              <a:gd name="csY205" fmla="*/ 400319 h 839762"/>
              <a:gd name="csX206" fmla="*/ 1133954 w 1645885"/>
              <a:gd name="csY206" fmla="*/ 410597 h 839762"/>
              <a:gd name="csX207" fmla="*/ 1139456 w 1645885"/>
              <a:gd name="csY207" fmla="*/ 420817 h 839762"/>
              <a:gd name="csX208" fmla="*/ 1144958 w 1645885"/>
              <a:gd name="csY208" fmla="*/ 430972 h 839762"/>
              <a:gd name="csX209" fmla="*/ 1150467 w 1645885"/>
              <a:gd name="csY209" fmla="*/ 441053 h 839762"/>
              <a:gd name="csX210" fmla="*/ 1155969 w 1645885"/>
              <a:gd name="csY210" fmla="*/ 451056 h 839762"/>
              <a:gd name="csX211" fmla="*/ 1161478 w 1645885"/>
              <a:gd name="csY211" fmla="*/ 460973 h 839762"/>
              <a:gd name="csX212" fmla="*/ 1166980 w 1645885"/>
              <a:gd name="csY212" fmla="*/ 470799 h 839762"/>
              <a:gd name="csX213" fmla="*/ 1172482 w 1645885"/>
              <a:gd name="csY213" fmla="*/ 480528 h 839762"/>
              <a:gd name="csX214" fmla="*/ 1177991 w 1645885"/>
              <a:gd name="csY214" fmla="*/ 490154 h 839762"/>
              <a:gd name="csX215" fmla="*/ 1183493 w 1645885"/>
              <a:gd name="csY215" fmla="*/ 499673 h 839762"/>
              <a:gd name="csX216" fmla="*/ 1188995 w 1645885"/>
              <a:gd name="csY216" fmla="*/ 509079 h 839762"/>
              <a:gd name="csX217" fmla="*/ 1194504 w 1645885"/>
              <a:gd name="csY217" fmla="*/ 518368 h 839762"/>
              <a:gd name="csX218" fmla="*/ 1200006 w 1645885"/>
              <a:gd name="csY218" fmla="*/ 527535 h 839762"/>
              <a:gd name="csX219" fmla="*/ 1205515 w 1645885"/>
              <a:gd name="csY219" fmla="*/ 536576 h 839762"/>
              <a:gd name="csX220" fmla="*/ 1211017 w 1645885"/>
              <a:gd name="csY220" fmla="*/ 545488 h 839762"/>
              <a:gd name="csX221" fmla="*/ 1216519 w 1645885"/>
              <a:gd name="csY221" fmla="*/ 554267 h 839762"/>
              <a:gd name="csX222" fmla="*/ 1222028 w 1645885"/>
              <a:gd name="csY222" fmla="*/ 562909 h 839762"/>
              <a:gd name="csX223" fmla="*/ 1227530 w 1645885"/>
              <a:gd name="csY223" fmla="*/ 571412 h 839762"/>
              <a:gd name="csX224" fmla="*/ 1233032 w 1645885"/>
              <a:gd name="csY224" fmla="*/ 579772 h 839762"/>
              <a:gd name="csX225" fmla="*/ 1238541 w 1645885"/>
              <a:gd name="csY225" fmla="*/ 587988 h 839762"/>
              <a:gd name="csX226" fmla="*/ 1244043 w 1645885"/>
              <a:gd name="csY226" fmla="*/ 596057 h 839762"/>
              <a:gd name="csX227" fmla="*/ 1249552 w 1645885"/>
              <a:gd name="csY227" fmla="*/ 603978 h 839762"/>
              <a:gd name="csX228" fmla="*/ 1255054 w 1645885"/>
              <a:gd name="csY228" fmla="*/ 611743 h 839762"/>
              <a:gd name="csX229" fmla="*/ 1260556 w 1645885"/>
              <a:gd name="csY229" fmla="*/ 619359 h 839762"/>
              <a:gd name="csX230" fmla="*/ 1266065 w 1645885"/>
              <a:gd name="csY230" fmla="*/ 626820 h 839762"/>
              <a:gd name="csX231" fmla="*/ 1271567 w 1645885"/>
              <a:gd name="csY231" fmla="*/ 634124 h 839762"/>
              <a:gd name="csX232" fmla="*/ 1277069 w 1645885"/>
              <a:gd name="csY232" fmla="*/ 641280 h 839762"/>
              <a:gd name="csX233" fmla="*/ 1282578 w 1645885"/>
              <a:gd name="csY233" fmla="*/ 648272 h 839762"/>
              <a:gd name="csX234" fmla="*/ 1288080 w 1645885"/>
              <a:gd name="csY234" fmla="*/ 655116 h 839762"/>
              <a:gd name="csX235" fmla="*/ 1293589 w 1645885"/>
              <a:gd name="csY235" fmla="*/ 661796 h 839762"/>
              <a:gd name="csX236" fmla="*/ 1299091 w 1645885"/>
              <a:gd name="csY236" fmla="*/ 668320 h 839762"/>
              <a:gd name="csX237" fmla="*/ 1304593 w 1645885"/>
              <a:gd name="csY237" fmla="*/ 674688 h 839762"/>
              <a:gd name="csX238" fmla="*/ 1310102 w 1645885"/>
              <a:gd name="csY238" fmla="*/ 680900 h 839762"/>
              <a:gd name="csX239" fmla="*/ 1315604 w 1645885"/>
              <a:gd name="csY239" fmla="*/ 686956 h 839762"/>
              <a:gd name="csX240" fmla="*/ 1321106 w 1645885"/>
              <a:gd name="csY240" fmla="*/ 692856 h 839762"/>
              <a:gd name="csX241" fmla="*/ 1326615 w 1645885"/>
              <a:gd name="csY241" fmla="*/ 698599 h 839762"/>
              <a:gd name="csX242" fmla="*/ 1332117 w 1645885"/>
              <a:gd name="csY242" fmla="*/ 704195 h 839762"/>
              <a:gd name="csX243" fmla="*/ 1337626 w 1645885"/>
              <a:gd name="csY243" fmla="*/ 709634 h 839762"/>
              <a:gd name="csX244" fmla="*/ 1343128 w 1645885"/>
              <a:gd name="csY244" fmla="*/ 714925 h 839762"/>
              <a:gd name="csX245" fmla="*/ 1348630 w 1645885"/>
              <a:gd name="csY245" fmla="*/ 720068 h 839762"/>
              <a:gd name="csX246" fmla="*/ 1354139 w 1645885"/>
              <a:gd name="csY246" fmla="*/ 725062 h 839762"/>
              <a:gd name="csX247" fmla="*/ 1359641 w 1645885"/>
              <a:gd name="csY247" fmla="*/ 729908 h 839762"/>
              <a:gd name="csX248" fmla="*/ 1365143 w 1645885"/>
              <a:gd name="csY248" fmla="*/ 734614 h 839762"/>
              <a:gd name="csX249" fmla="*/ 1370652 w 1645885"/>
              <a:gd name="csY249" fmla="*/ 739171 h 839762"/>
              <a:gd name="csX250" fmla="*/ 1376154 w 1645885"/>
              <a:gd name="csY250" fmla="*/ 743596 h 839762"/>
              <a:gd name="csX251" fmla="*/ 1381663 w 1645885"/>
              <a:gd name="csY251" fmla="*/ 747880 h 839762"/>
              <a:gd name="csX252" fmla="*/ 1387165 w 1645885"/>
              <a:gd name="csY252" fmla="*/ 752024 h 839762"/>
              <a:gd name="csX253" fmla="*/ 1392667 w 1645885"/>
              <a:gd name="csY253" fmla="*/ 756035 h 839762"/>
              <a:gd name="csX254" fmla="*/ 1398176 w 1645885"/>
              <a:gd name="csY254" fmla="*/ 759922 h 839762"/>
              <a:gd name="csX255" fmla="*/ 1403678 w 1645885"/>
              <a:gd name="csY255" fmla="*/ 763675 h 839762"/>
              <a:gd name="csX256" fmla="*/ 1409180 w 1645885"/>
              <a:gd name="csY256" fmla="*/ 767296 h 839762"/>
              <a:gd name="csX257" fmla="*/ 1414689 w 1645885"/>
              <a:gd name="csY257" fmla="*/ 770800 h 839762"/>
              <a:gd name="csX258" fmla="*/ 1420191 w 1645885"/>
              <a:gd name="csY258" fmla="*/ 774187 h 839762"/>
              <a:gd name="csX259" fmla="*/ 1425700 w 1645885"/>
              <a:gd name="csY259" fmla="*/ 777449 h 839762"/>
              <a:gd name="csX260" fmla="*/ 1431202 w 1645885"/>
              <a:gd name="csY260" fmla="*/ 780594 h 839762"/>
              <a:gd name="csX261" fmla="*/ 1436704 w 1645885"/>
              <a:gd name="csY261" fmla="*/ 783622 h 839762"/>
              <a:gd name="csX262" fmla="*/ 1442213 w 1645885"/>
              <a:gd name="csY262" fmla="*/ 786548 h 839762"/>
              <a:gd name="csX263" fmla="*/ 1447715 w 1645885"/>
              <a:gd name="csY263" fmla="*/ 789358 h 839762"/>
              <a:gd name="csX264" fmla="*/ 1453217 w 1645885"/>
              <a:gd name="csY264" fmla="*/ 792066 h 839762"/>
              <a:gd name="csX265" fmla="*/ 1458726 w 1645885"/>
              <a:gd name="csY265" fmla="*/ 794672 h 839762"/>
              <a:gd name="csX266" fmla="*/ 1464228 w 1645885"/>
              <a:gd name="csY266" fmla="*/ 797177 h 839762"/>
              <a:gd name="csX267" fmla="*/ 1469737 w 1645885"/>
              <a:gd name="csY267" fmla="*/ 799581 h 839762"/>
              <a:gd name="csX268" fmla="*/ 1475239 w 1645885"/>
              <a:gd name="csY268" fmla="*/ 801898 h 839762"/>
              <a:gd name="csX269" fmla="*/ 1480741 w 1645885"/>
              <a:gd name="csY269" fmla="*/ 804115 h 839762"/>
              <a:gd name="csX270" fmla="*/ 1486250 w 1645885"/>
              <a:gd name="csY270" fmla="*/ 806245 h 839762"/>
              <a:gd name="csX271" fmla="*/ 1491752 w 1645885"/>
              <a:gd name="csY271" fmla="*/ 808290 h 839762"/>
              <a:gd name="csX272" fmla="*/ 1497254 w 1645885"/>
              <a:gd name="csY272" fmla="*/ 810249 h 839762"/>
              <a:gd name="csX273" fmla="*/ 1502763 w 1645885"/>
              <a:gd name="csY273" fmla="*/ 812121 h 839762"/>
              <a:gd name="csX274" fmla="*/ 1508265 w 1645885"/>
              <a:gd name="csY274" fmla="*/ 813924 h 839762"/>
              <a:gd name="csX275" fmla="*/ 1513774 w 1645885"/>
              <a:gd name="csY275" fmla="*/ 815641 h 839762"/>
              <a:gd name="csX276" fmla="*/ 1519276 w 1645885"/>
              <a:gd name="csY276" fmla="*/ 817288 h 839762"/>
              <a:gd name="csX277" fmla="*/ 1524778 w 1645885"/>
              <a:gd name="csY277" fmla="*/ 818864 h 839762"/>
              <a:gd name="csX278" fmla="*/ 1530287 w 1645885"/>
              <a:gd name="csY278" fmla="*/ 820370 h 839762"/>
              <a:gd name="csX279" fmla="*/ 1535789 w 1645885"/>
              <a:gd name="csY279" fmla="*/ 821814 h 839762"/>
              <a:gd name="csX280" fmla="*/ 1541291 w 1645885"/>
              <a:gd name="csY280" fmla="*/ 823187 h 839762"/>
              <a:gd name="csX281" fmla="*/ 1546800 w 1645885"/>
              <a:gd name="csY281" fmla="*/ 824498 h 839762"/>
              <a:gd name="csX282" fmla="*/ 1552302 w 1645885"/>
              <a:gd name="csY282" fmla="*/ 825747 h 839762"/>
              <a:gd name="csX283" fmla="*/ 1557811 w 1645885"/>
              <a:gd name="csY283" fmla="*/ 826941 h 839762"/>
              <a:gd name="csX284" fmla="*/ 1563313 w 1645885"/>
              <a:gd name="csY284" fmla="*/ 828080 h 839762"/>
              <a:gd name="csX285" fmla="*/ 1568815 w 1645885"/>
              <a:gd name="csY285" fmla="*/ 829165 h 839762"/>
              <a:gd name="csX286" fmla="*/ 1574324 w 1645885"/>
              <a:gd name="csY286" fmla="*/ 830195 h 839762"/>
              <a:gd name="csX287" fmla="*/ 1579826 w 1645885"/>
              <a:gd name="csY287" fmla="*/ 831178 h 839762"/>
              <a:gd name="csX288" fmla="*/ 1585328 w 1645885"/>
              <a:gd name="csY288" fmla="*/ 832115 h 839762"/>
              <a:gd name="csX289" fmla="*/ 1590837 w 1645885"/>
              <a:gd name="csY289" fmla="*/ 833005 h 839762"/>
              <a:gd name="csX290" fmla="*/ 1596339 w 1645885"/>
              <a:gd name="csY290" fmla="*/ 833847 h 839762"/>
              <a:gd name="csX291" fmla="*/ 1601848 w 1645885"/>
              <a:gd name="csY291" fmla="*/ 834651 h 839762"/>
              <a:gd name="csX292" fmla="*/ 1607350 w 1645885"/>
              <a:gd name="csY292" fmla="*/ 835416 h 839762"/>
              <a:gd name="csX293" fmla="*/ 1612852 w 1645885"/>
              <a:gd name="csY293" fmla="*/ 836142 h 839762"/>
              <a:gd name="csX294" fmla="*/ 1618361 w 1645885"/>
              <a:gd name="csY294" fmla="*/ 836828 h 839762"/>
              <a:gd name="csX295" fmla="*/ 1623863 w 1645885"/>
              <a:gd name="csY295" fmla="*/ 837476 h 839762"/>
              <a:gd name="csX296" fmla="*/ 1629365 w 1645885"/>
              <a:gd name="csY296" fmla="*/ 838093 h 839762"/>
              <a:gd name="csX297" fmla="*/ 1634874 w 1645885"/>
              <a:gd name="csY297" fmla="*/ 838678 h 839762"/>
              <a:gd name="csX298" fmla="*/ 1640376 w 1645885"/>
              <a:gd name="csY298" fmla="*/ 839232 h 839762"/>
              <a:gd name="csX299" fmla="*/ 1645885 w 1645885"/>
              <a:gd name="csY299" fmla="*/ 839763 h 83976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1645885" h="839762">
                <a:moveTo>
                  <a:pt x="0" y="839755"/>
                </a:moveTo>
                <a:lnTo>
                  <a:pt x="5504" y="839232"/>
                </a:lnTo>
                <a:lnTo>
                  <a:pt x="11009" y="838678"/>
                </a:lnTo>
                <a:lnTo>
                  <a:pt x="16514" y="838093"/>
                </a:lnTo>
                <a:lnTo>
                  <a:pt x="22019" y="837476"/>
                </a:lnTo>
                <a:lnTo>
                  <a:pt x="27523" y="836821"/>
                </a:lnTo>
                <a:lnTo>
                  <a:pt x="33027" y="836134"/>
                </a:lnTo>
                <a:lnTo>
                  <a:pt x="38532" y="835408"/>
                </a:lnTo>
                <a:lnTo>
                  <a:pt x="44037" y="834643"/>
                </a:lnTo>
                <a:lnTo>
                  <a:pt x="49541" y="833847"/>
                </a:lnTo>
                <a:lnTo>
                  <a:pt x="55046" y="832997"/>
                </a:lnTo>
                <a:lnTo>
                  <a:pt x="60551" y="832107"/>
                </a:lnTo>
                <a:lnTo>
                  <a:pt x="66055" y="831171"/>
                </a:lnTo>
                <a:lnTo>
                  <a:pt x="71560" y="830187"/>
                </a:lnTo>
                <a:lnTo>
                  <a:pt x="77064" y="829157"/>
                </a:lnTo>
                <a:lnTo>
                  <a:pt x="82569" y="828072"/>
                </a:lnTo>
                <a:lnTo>
                  <a:pt x="88074" y="826933"/>
                </a:lnTo>
                <a:lnTo>
                  <a:pt x="93578" y="825739"/>
                </a:lnTo>
                <a:lnTo>
                  <a:pt x="99083" y="824491"/>
                </a:lnTo>
                <a:lnTo>
                  <a:pt x="104588" y="823180"/>
                </a:lnTo>
                <a:lnTo>
                  <a:pt x="110092" y="821798"/>
                </a:lnTo>
                <a:lnTo>
                  <a:pt x="115597" y="820362"/>
                </a:lnTo>
                <a:lnTo>
                  <a:pt x="121101" y="818856"/>
                </a:lnTo>
                <a:lnTo>
                  <a:pt x="126606" y="817280"/>
                </a:lnTo>
                <a:lnTo>
                  <a:pt x="132111" y="815633"/>
                </a:lnTo>
                <a:lnTo>
                  <a:pt x="137615" y="813909"/>
                </a:lnTo>
                <a:lnTo>
                  <a:pt x="143120" y="812114"/>
                </a:lnTo>
                <a:lnTo>
                  <a:pt x="148625" y="810233"/>
                </a:lnTo>
                <a:lnTo>
                  <a:pt x="154129" y="808274"/>
                </a:lnTo>
                <a:lnTo>
                  <a:pt x="159633" y="806230"/>
                </a:lnTo>
                <a:lnTo>
                  <a:pt x="165138" y="804099"/>
                </a:lnTo>
                <a:lnTo>
                  <a:pt x="170643" y="801883"/>
                </a:lnTo>
                <a:lnTo>
                  <a:pt x="176148" y="799565"/>
                </a:lnTo>
                <a:lnTo>
                  <a:pt x="181652" y="797162"/>
                </a:lnTo>
                <a:lnTo>
                  <a:pt x="187157" y="794657"/>
                </a:lnTo>
                <a:lnTo>
                  <a:pt x="192662" y="792050"/>
                </a:lnTo>
                <a:lnTo>
                  <a:pt x="198166" y="789342"/>
                </a:lnTo>
                <a:lnTo>
                  <a:pt x="203670" y="786525"/>
                </a:lnTo>
                <a:lnTo>
                  <a:pt x="209175" y="783606"/>
                </a:lnTo>
                <a:lnTo>
                  <a:pt x="214680" y="780571"/>
                </a:lnTo>
                <a:lnTo>
                  <a:pt x="220185" y="777426"/>
                </a:lnTo>
                <a:lnTo>
                  <a:pt x="225689" y="774164"/>
                </a:lnTo>
                <a:lnTo>
                  <a:pt x="231194" y="770785"/>
                </a:lnTo>
                <a:lnTo>
                  <a:pt x="236699" y="767281"/>
                </a:lnTo>
                <a:lnTo>
                  <a:pt x="242203" y="763652"/>
                </a:lnTo>
                <a:lnTo>
                  <a:pt x="247707" y="759898"/>
                </a:lnTo>
                <a:lnTo>
                  <a:pt x="253212" y="756012"/>
                </a:lnTo>
                <a:lnTo>
                  <a:pt x="258717" y="752001"/>
                </a:lnTo>
                <a:lnTo>
                  <a:pt x="264222" y="747849"/>
                </a:lnTo>
                <a:lnTo>
                  <a:pt x="269726" y="743565"/>
                </a:lnTo>
                <a:lnTo>
                  <a:pt x="275231" y="739148"/>
                </a:lnTo>
                <a:lnTo>
                  <a:pt x="280736" y="734583"/>
                </a:lnTo>
                <a:lnTo>
                  <a:pt x="286240" y="729877"/>
                </a:lnTo>
                <a:lnTo>
                  <a:pt x="291744" y="725031"/>
                </a:lnTo>
                <a:lnTo>
                  <a:pt x="297249" y="720036"/>
                </a:lnTo>
                <a:lnTo>
                  <a:pt x="302754" y="714894"/>
                </a:lnTo>
                <a:lnTo>
                  <a:pt x="308259" y="709603"/>
                </a:lnTo>
                <a:lnTo>
                  <a:pt x="313763" y="704163"/>
                </a:lnTo>
                <a:lnTo>
                  <a:pt x="319268" y="698568"/>
                </a:lnTo>
                <a:lnTo>
                  <a:pt x="324773" y="692817"/>
                </a:lnTo>
                <a:lnTo>
                  <a:pt x="330277" y="686917"/>
                </a:lnTo>
                <a:lnTo>
                  <a:pt x="335781" y="680861"/>
                </a:lnTo>
                <a:lnTo>
                  <a:pt x="341286" y="674649"/>
                </a:lnTo>
                <a:lnTo>
                  <a:pt x="346791" y="668281"/>
                </a:lnTo>
                <a:lnTo>
                  <a:pt x="352296" y="661750"/>
                </a:lnTo>
                <a:lnTo>
                  <a:pt x="357800" y="655070"/>
                </a:lnTo>
                <a:lnTo>
                  <a:pt x="363305" y="648233"/>
                </a:lnTo>
                <a:lnTo>
                  <a:pt x="368810" y="641233"/>
                </a:lnTo>
                <a:lnTo>
                  <a:pt x="374314" y="634085"/>
                </a:lnTo>
                <a:lnTo>
                  <a:pt x="379818" y="626773"/>
                </a:lnTo>
                <a:lnTo>
                  <a:pt x="385323" y="619312"/>
                </a:lnTo>
                <a:lnTo>
                  <a:pt x="390828" y="611696"/>
                </a:lnTo>
                <a:lnTo>
                  <a:pt x="396333" y="603923"/>
                </a:lnTo>
                <a:lnTo>
                  <a:pt x="401837" y="596002"/>
                </a:lnTo>
                <a:lnTo>
                  <a:pt x="407342" y="587933"/>
                </a:lnTo>
                <a:lnTo>
                  <a:pt x="412847" y="579720"/>
                </a:lnTo>
                <a:lnTo>
                  <a:pt x="418351" y="571358"/>
                </a:lnTo>
                <a:lnTo>
                  <a:pt x="423855" y="562855"/>
                </a:lnTo>
                <a:lnTo>
                  <a:pt x="429360" y="554211"/>
                </a:lnTo>
                <a:lnTo>
                  <a:pt x="434865" y="545432"/>
                </a:lnTo>
                <a:lnTo>
                  <a:pt x="440370" y="536519"/>
                </a:lnTo>
                <a:lnTo>
                  <a:pt x="445874" y="527478"/>
                </a:lnTo>
                <a:lnTo>
                  <a:pt x="451379" y="518309"/>
                </a:lnTo>
                <a:lnTo>
                  <a:pt x="456884" y="509020"/>
                </a:lnTo>
                <a:lnTo>
                  <a:pt x="462388" y="499613"/>
                </a:lnTo>
                <a:lnTo>
                  <a:pt x="467892" y="490094"/>
                </a:lnTo>
                <a:lnTo>
                  <a:pt x="473397" y="480467"/>
                </a:lnTo>
                <a:lnTo>
                  <a:pt x="478902" y="470737"/>
                </a:lnTo>
                <a:lnTo>
                  <a:pt x="484406" y="460910"/>
                </a:lnTo>
                <a:lnTo>
                  <a:pt x="489911" y="450993"/>
                </a:lnTo>
                <a:lnTo>
                  <a:pt x="495416" y="440989"/>
                </a:lnTo>
                <a:lnTo>
                  <a:pt x="500921" y="430908"/>
                </a:lnTo>
                <a:lnTo>
                  <a:pt x="506425" y="420753"/>
                </a:lnTo>
                <a:lnTo>
                  <a:pt x="511929" y="410533"/>
                </a:lnTo>
                <a:lnTo>
                  <a:pt x="517434" y="400254"/>
                </a:lnTo>
                <a:lnTo>
                  <a:pt x="522939" y="389924"/>
                </a:lnTo>
                <a:lnTo>
                  <a:pt x="528443" y="379548"/>
                </a:lnTo>
                <a:lnTo>
                  <a:pt x="533948" y="369138"/>
                </a:lnTo>
                <a:lnTo>
                  <a:pt x="539453" y="358699"/>
                </a:lnTo>
                <a:lnTo>
                  <a:pt x="544958" y="348239"/>
                </a:lnTo>
                <a:lnTo>
                  <a:pt x="550462" y="337768"/>
                </a:lnTo>
                <a:lnTo>
                  <a:pt x="555966" y="327292"/>
                </a:lnTo>
                <a:lnTo>
                  <a:pt x="561471" y="316823"/>
                </a:lnTo>
                <a:lnTo>
                  <a:pt x="566976" y="306368"/>
                </a:lnTo>
                <a:lnTo>
                  <a:pt x="572480" y="295936"/>
                </a:lnTo>
                <a:lnTo>
                  <a:pt x="577985" y="285536"/>
                </a:lnTo>
                <a:lnTo>
                  <a:pt x="583490" y="275178"/>
                </a:lnTo>
                <a:lnTo>
                  <a:pt x="588995" y="264871"/>
                </a:lnTo>
                <a:lnTo>
                  <a:pt x="594499" y="254625"/>
                </a:lnTo>
                <a:lnTo>
                  <a:pt x="600001" y="244449"/>
                </a:lnTo>
                <a:lnTo>
                  <a:pt x="605511" y="234353"/>
                </a:lnTo>
                <a:lnTo>
                  <a:pt x="611012" y="224347"/>
                </a:lnTo>
                <a:lnTo>
                  <a:pt x="616514" y="214441"/>
                </a:lnTo>
                <a:lnTo>
                  <a:pt x="622023" y="204644"/>
                </a:lnTo>
                <a:lnTo>
                  <a:pt x="627525" y="194967"/>
                </a:lnTo>
                <a:lnTo>
                  <a:pt x="633035" y="185418"/>
                </a:lnTo>
                <a:lnTo>
                  <a:pt x="638536" y="176010"/>
                </a:lnTo>
                <a:lnTo>
                  <a:pt x="644038" y="166750"/>
                </a:lnTo>
                <a:lnTo>
                  <a:pt x="649548" y="157649"/>
                </a:lnTo>
                <a:lnTo>
                  <a:pt x="655049" y="148716"/>
                </a:lnTo>
                <a:lnTo>
                  <a:pt x="660551" y="139962"/>
                </a:lnTo>
                <a:lnTo>
                  <a:pt x="666060" y="131395"/>
                </a:lnTo>
                <a:lnTo>
                  <a:pt x="671562" y="123025"/>
                </a:lnTo>
                <a:lnTo>
                  <a:pt x="677072" y="114862"/>
                </a:lnTo>
                <a:lnTo>
                  <a:pt x="682573" y="106914"/>
                </a:lnTo>
                <a:lnTo>
                  <a:pt x="688075" y="99191"/>
                </a:lnTo>
                <a:lnTo>
                  <a:pt x="693584" y="91700"/>
                </a:lnTo>
                <a:lnTo>
                  <a:pt x="699086" y="84452"/>
                </a:lnTo>
                <a:lnTo>
                  <a:pt x="704588" y="77455"/>
                </a:lnTo>
                <a:lnTo>
                  <a:pt x="710097" y="70715"/>
                </a:lnTo>
                <a:lnTo>
                  <a:pt x="715599" y="64241"/>
                </a:lnTo>
                <a:lnTo>
                  <a:pt x="721109" y="58042"/>
                </a:lnTo>
                <a:lnTo>
                  <a:pt x="726610" y="52123"/>
                </a:lnTo>
                <a:lnTo>
                  <a:pt x="732112" y="46493"/>
                </a:lnTo>
                <a:lnTo>
                  <a:pt x="737621" y="41157"/>
                </a:lnTo>
                <a:lnTo>
                  <a:pt x="743123" y="36122"/>
                </a:lnTo>
                <a:lnTo>
                  <a:pt x="748625" y="31396"/>
                </a:lnTo>
                <a:lnTo>
                  <a:pt x="754134" y="26982"/>
                </a:lnTo>
                <a:lnTo>
                  <a:pt x="759636" y="22886"/>
                </a:lnTo>
                <a:lnTo>
                  <a:pt x="765146" y="19115"/>
                </a:lnTo>
                <a:lnTo>
                  <a:pt x="770647" y="15671"/>
                </a:lnTo>
                <a:lnTo>
                  <a:pt x="776149" y="12559"/>
                </a:lnTo>
                <a:lnTo>
                  <a:pt x="781658" y="9784"/>
                </a:lnTo>
                <a:lnTo>
                  <a:pt x="787160" y="7347"/>
                </a:lnTo>
                <a:lnTo>
                  <a:pt x="792662" y="5254"/>
                </a:lnTo>
                <a:lnTo>
                  <a:pt x="798171" y="3505"/>
                </a:lnTo>
                <a:lnTo>
                  <a:pt x="803673" y="2104"/>
                </a:lnTo>
                <a:lnTo>
                  <a:pt x="809183" y="1052"/>
                </a:lnTo>
                <a:lnTo>
                  <a:pt x="814684" y="350"/>
                </a:lnTo>
                <a:lnTo>
                  <a:pt x="820186" y="0"/>
                </a:lnTo>
                <a:lnTo>
                  <a:pt x="825695" y="1"/>
                </a:lnTo>
                <a:lnTo>
                  <a:pt x="831197" y="354"/>
                </a:lnTo>
                <a:lnTo>
                  <a:pt x="836699" y="1057"/>
                </a:lnTo>
                <a:lnTo>
                  <a:pt x="842208" y="2112"/>
                </a:lnTo>
                <a:lnTo>
                  <a:pt x="847710" y="3516"/>
                </a:lnTo>
                <a:lnTo>
                  <a:pt x="853220" y="5266"/>
                </a:lnTo>
                <a:lnTo>
                  <a:pt x="858721" y="7361"/>
                </a:lnTo>
                <a:lnTo>
                  <a:pt x="864223" y="9800"/>
                </a:lnTo>
                <a:lnTo>
                  <a:pt x="869732" y="12577"/>
                </a:lnTo>
                <a:lnTo>
                  <a:pt x="875234" y="15691"/>
                </a:lnTo>
                <a:lnTo>
                  <a:pt x="880736" y="19137"/>
                </a:lnTo>
                <a:lnTo>
                  <a:pt x="886245" y="22911"/>
                </a:lnTo>
                <a:lnTo>
                  <a:pt x="891747" y="27009"/>
                </a:lnTo>
                <a:lnTo>
                  <a:pt x="897257" y="31424"/>
                </a:lnTo>
                <a:lnTo>
                  <a:pt x="902758" y="36154"/>
                </a:lnTo>
                <a:lnTo>
                  <a:pt x="908260" y="41189"/>
                </a:lnTo>
                <a:lnTo>
                  <a:pt x="913769" y="46527"/>
                </a:lnTo>
                <a:lnTo>
                  <a:pt x="919271" y="52159"/>
                </a:lnTo>
                <a:lnTo>
                  <a:pt x="924773" y="58080"/>
                </a:lnTo>
                <a:lnTo>
                  <a:pt x="930282" y="64281"/>
                </a:lnTo>
                <a:lnTo>
                  <a:pt x="935784" y="70757"/>
                </a:lnTo>
                <a:lnTo>
                  <a:pt x="941293" y="77497"/>
                </a:lnTo>
                <a:lnTo>
                  <a:pt x="946795" y="84497"/>
                </a:lnTo>
                <a:lnTo>
                  <a:pt x="952297" y="91747"/>
                </a:lnTo>
                <a:lnTo>
                  <a:pt x="957806" y="99239"/>
                </a:lnTo>
                <a:lnTo>
                  <a:pt x="963308" y="106963"/>
                </a:lnTo>
                <a:lnTo>
                  <a:pt x="968810" y="114913"/>
                </a:lnTo>
                <a:lnTo>
                  <a:pt x="974319" y="123077"/>
                </a:lnTo>
                <a:lnTo>
                  <a:pt x="979821" y="131448"/>
                </a:lnTo>
                <a:lnTo>
                  <a:pt x="985331" y="140016"/>
                </a:lnTo>
                <a:lnTo>
                  <a:pt x="990832" y="148772"/>
                </a:lnTo>
                <a:lnTo>
                  <a:pt x="996334" y="157705"/>
                </a:lnTo>
                <a:lnTo>
                  <a:pt x="1001843" y="166808"/>
                </a:lnTo>
                <a:lnTo>
                  <a:pt x="1007345" y="176068"/>
                </a:lnTo>
                <a:lnTo>
                  <a:pt x="1012847" y="185478"/>
                </a:lnTo>
                <a:lnTo>
                  <a:pt x="1018356" y="195027"/>
                </a:lnTo>
                <a:lnTo>
                  <a:pt x="1023858" y="204705"/>
                </a:lnTo>
                <a:lnTo>
                  <a:pt x="1029367" y="214503"/>
                </a:lnTo>
                <a:lnTo>
                  <a:pt x="1034869" y="224410"/>
                </a:lnTo>
                <a:lnTo>
                  <a:pt x="1040371" y="234416"/>
                </a:lnTo>
                <a:lnTo>
                  <a:pt x="1045880" y="244513"/>
                </a:lnTo>
                <a:lnTo>
                  <a:pt x="1051382" y="254689"/>
                </a:lnTo>
                <a:lnTo>
                  <a:pt x="1056884" y="264936"/>
                </a:lnTo>
                <a:lnTo>
                  <a:pt x="1062393" y="275243"/>
                </a:lnTo>
                <a:lnTo>
                  <a:pt x="1067895" y="285601"/>
                </a:lnTo>
                <a:lnTo>
                  <a:pt x="1073405" y="296001"/>
                </a:lnTo>
                <a:lnTo>
                  <a:pt x="1078906" y="306434"/>
                </a:lnTo>
                <a:lnTo>
                  <a:pt x="1084408" y="316889"/>
                </a:lnTo>
                <a:lnTo>
                  <a:pt x="1089917" y="327359"/>
                </a:lnTo>
                <a:lnTo>
                  <a:pt x="1095419" y="337834"/>
                </a:lnTo>
                <a:lnTo>
                  <a:pt x="1100921" y="348305"/>
                </a:lnTo>
                <a:lnTo>
                  <a:pt x="1106430" y="358764"/>
                </a:lnTo>
                <a:lnTo>
                  <a:pt x="1111932" y="369204"/>
                </a:lnTo>
                <a:lnTo>
                  <a:pt x="1117441" y="379614"/>
                </a:lnTo>
                <a:lnTo>
                  <a:pt x="1122943" y="389988"/>
                </a:lnTo>
                <a:lnTo>
                  <a:pt x="1128445" y="400319"/>
                </a:lnTo>
                <a:lnTo>
                  <a:pt x="1133954" y="410597"/>
                </a:lnTo>
                <a:lnTo>
                  <a:pt x="1139456" y="420817"/>
                </a:lnTo>
                <a:lnTo>
                  <a:pt x="1144958" y="430972"/>
                </a:lnTo>
                <a:lnTo>
                  <a:pt x="1150467" y="441053"/>
                </a:lnTo>
                <a:lnTo>
                  <a:pt x="1155969" y="451056"/>
                </a:lnTo>
                <a:lnTo>
                  <a:pt x="1161478" y="460973"/>
                </a:lnTo>
                <a:lnTo>
                  <a:pt x="1166980" y="470799"/>
                </a:lnTo>
                <a:lnTo>
                  <a:pt x="1172482" y="480528"/>
                </a:lnTo>
                <a:lnTo>
                  <a:pt x="1177991" y="490154"/>
                </a:lnTo>
                <a:lnTo>
                  <a:pt x="1183493" y="499673"/>
                </a:lnTo>
                <a:lnTo>
                  <a:pt x="1188995" y="509079"/>
                </a:lnTo>
                <a:lnTo>
                  <a:pt x="1194504" y="518368"/>
                </a:lnTo>
                <a:lnTo>
                  <a:pt x="1200006" y="527535"/>
                </a:lnTo>
                <a:lnTo>
                  <a:pt x="1205515" y="536576"/>
                </a:lnTo>
                <a:lnTo>
                  <a:pt x="1211017" y="545488"/>
                </a:lnTo>
                <a:lnTo>
                  <a:pt x="1216519" y="554267"/>
                </a:lnTo>
                <a:lnTo>
                  <a:pt x="1222028" y="562909"/>
                </a:lnTo>
                <a:lnTo>
                  <a:pt x="1227530" y="571412"/>
                </a:lnTo>
                <a:lnTo>
                  <a:pt x="1233032" y="579772"/>
                </a:lnTo>
                <a:lnTo>
                  <a:pt x="1238541" y="587988"/>
                </a:lnTo>
                <a:lnTo>
                  <a:pt x="1244043" y="596057"/>
                </a:lnTo>
                <a:lnTo>
                  <a:pt x="1249552" y="603978"/>
                </a:lnTo>
                <a:lnTo>
                  <a:pt x="1255054" y="611743"/>
                </a:lnTo>
                <a:lnTo>
                  <a:pt x="1260556" y="619359"/>
                </a:lnTo>
                <a:lnTo>
                  <a:pt x="1266065" y="626820"/>
                </a:lnTo>
                <a:lnTo>
                  <a:pt x="1271567" y="634124"/>
                </a:lnTo>
                <a:lnTo>
                  <a:pt x="1277069" y="641280"/>
                </a:lnTo>
                <a:lnTo>
                  <a:pt x="1282578" y="648272"/>
                </a:lnTo>
                <a:lnTo>
                  <a:pt x="1288080" y="655116"/>
                </a:lnTo>
                <a:lnTo>
                  <a:pt x="1293589" y="661796"/>
                </a:lnTo>
                <a:lnTo>
                  <a:pt x="1299091" y="668320"/>
                </a:lnTo>
                <a:lnTo>
                  <a:pt x="1304593" y="674688"/>
                </a:lnTo>
                <a:lnTo>
                  <a:pt x="1310102" y="680900"/>
                </a:lnTo>
                <a:lnTo>
                  <a:pt x="1315604" y="686956"/>
                </a:lnTo>
                <a:lnTo>
                  <a:pt x="1321106" y="692856"/>
                </a:lnTo>
                <a:lnTo>
                  <a:pt x="1326615" y="698599"/>
                </a:lnTo>
                <a:lnTo>
                  <a:pt x="1332117" y="704195"/>
                </a:lnTo>
                <a:lnTo>
                  <a:pt x="1337626" y="709634"/>
                </a:lnTo>
                <a:lnTo>
                  <a:pt x="1343128" y="714925"/>
                </a:lnTo>
                <a:lnTo>
                  <a:pt x="1348630" y="720068"/>
                </a:lnTo>
                <a:lnTo>
                  <a:pt x="1354139" y="725062"/>
                </a:lnTo>
                <a:lnTo>
                  <a:pt x="1359641" y="729908"/>
                </a:lnTo>
                <a:lnTo>
                  <a:pt x="1365143" y="734614"/>
                </a:lnTo>
                <a:lnTo>
                  <a:pt x="1370652" y="739171"/>
                </a:lnTo>
                <a:lnTo>
                  <a:pt x="1376154" y="743596"/>
                </a:lnTo>
                <a:lnTo>
                  <a:pt x="1381663" y="747880"/>
                </a:lnTo>
                <a:lnTo>
                  <a:pt x="1387165" y="752024"/>
                </a:lnTo>
                <a:lnTo>
                  <a:pt x="1392667" y="756035"/>
                </a:lnTo>
                <a:lnTo>
                  <a:pt x="1398176" y="759922"/>
                </a:lnTo>
                <a:lnTo>
                  <a:pt x="1403678" y="763675"/>
                </a:lnTo>
                <a:lnTo>
                  <a:pt x="1409180" y="767296"/>
                </a:lnTo>
                <a:lnTo>
                  <a:pt x="1414689" y="770800"/>
                </a:lnTo>
                <a:lnTo>
                  <a:pt x="1420191" y="774187"/>
                </a:lnTo>
                <a:lnTo>
                  <a:pt x="1425700" y="777449"/>
                </a:lnTo>
                <a:lnTo>
                  <a:pt x="1431202" y="780594"/>
                </a:lnTo>
                <a:lnTo>
                  <a:pt x="1436704" y="783622"/>
                </a:lnTo>
                <a:lnTo>
                  <a:pt x="1442213" y="786548"/>
                </a:lnTo>
                <a:lnTo>
                  <a:pt x="1447715" y="789358"/>
                </a:lnTo>
                <a:lnTo>
                  <a:pt x="1453217" y="792066"/>
                </a:lnTo>
                <a:lnTo>
                  <a:pt x="1458726" y="794672"/>
                </a:lnTo>
                <a:lnTo>
                  <a:pt x="1464228" y="797177"/>
                </a:lnTo>
                <a:lnTo>
                  <a:pt x="1469737" y="799581"/>
                </a:lnTo>
                <a:lnTo>
                  <a:pt x="1475239" y="801898"/>
                </a:lnTo>
                <a:lnTo>
                  <a:pt x="1480741" y="804115"/>
                </a:lnTo>
                <a:lnTo>
                  <a:pt x="1486250" y="806245"/>
                </a:lnTo>
                <a:lnTo>
                  <a:pt x="1491752" y="808290"/>
                </a:lnTo>
                <a:lnTo>
                  <a:pt x="1497254" y="810249"/>
                </a:lnTo>
                <a:lnTo>
                  <a:pt x="1502763" y="812121"/>
                </a:lnTo>
                <a:lnTo>
                  <a:pt x="1508265" y="813924"/>
                </a:lnTo>
                <a:lnTo>
                  <a:pt x="1513774" y="815641"/>
                </a:lnTo>
                <a:lnTo>
                  <a:pt x="1519276" y="817288"/>
                </a:lnTo>
                <a:lnTo>
                  <a:pt x="1524778" y="818864"/>
                </a:lnTo>
                <a:lnTo>
                  <a:pt x="1530287" y="820370"/>
                </a:lnTo>
                <a:lnTo>
                  <a:pt x="1535789" y="821814"/>
                </a:lnTo>
                <a:lnTo>
                  <a:pt x="1541291" y="823187"/>
                </a:lnTo>
                <a:lnTo>
                  <a:pt x="1546800" y="824498"/>
                </a:lnTo>
                <a:lnTo>
                  <a:pt x="1552302" y="825747"/>
                </a:lnTo>
                <a:lnTo>
                  <a:pt x="1557811" y="826941"/>
                </a:lnTo>
                <a:lnTo>
                  <a:pt x="1563313" y="828080"/>
                </a:lnTo>
                <a:lnTo>
                  <a:pt x="1568815" y="829165"/>
                </a:lnTo>
                <a:lnTo>
                  <a:pt x="1574324" y="830195"/>
                </a:lnTo>
                <a:lnTo>
                  <a:pt x="1579826" y="831178"/>
                </a:lnTo>
                <a:lnTo>
                  <a:pt x="1585328" y="832115"/>
                </a:lnTo>
                <a:lnTo>
                  <a:pt x="1590837" y="833005"/>
                </a:lnTo>
                <a:lnTo>
                  <a:pt x="1596339" y="833847"/>
                </a:lnTo>
                <a:lnTo>
                  <a:pt x="1601848" y="834651"/>
                </a:lnTo>
                <a:lnTo>
                  <a:pt x="1607350" y="835416"/>
                </a:lnTo>
                <a:lnTo>
                  <a:pt x="1612852" y="836142"/>
                </a:lnTo>
                <a:lnTo>
                  <a:pt x="1618361" y="836828"/>
                </a:lnTo>
                <a:lnTo>
                  <a:pt x="1623863" y="837476"/>
                </a:lnTo>
                <a:lnTo>
                  <a:pt x="1629365" y="838093"/>
                </a:lnTo>
                <a:lnTo>
                  <a:pt x="1634874" y="838678"/>
                </a:lnTo>
                <a:lnTo>
                  <a:pt x="1640376" y="839232"/>
                </a:lnTo>
                <a:lnTo>
                  <a:pt x="1645885" y="839763"/>
                </a:lnTo>
              </a:path>
            </a:pathLst>
          </a:custGeom>
          <a:noFill/>
          <a:ln w="1270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703EA36-B049-08A7-9CE4-F5C7E45CD8A2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5400168" y="2380061"/>
            <a:ext cx="330276" cy="114608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C57996-7818-32A4-53D3-DFFA956F9534}"/>
                  </a:ext>
                </a:extLst>
              </p:cNvPr>
              <p:cNvSpPr txBox="1"/>
              <p:nvPr/>
            </p:nvSpPr>
            <p:spPr bwMode="gray">
              <a:xfrm rot="1137979">
                <a:off x="5237252" y="2395214"/>
                <a:ext cx="550391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EC57996-7818-32A4-53D3-DFFA956F95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137979">
                <a:off x="5237252" y="2395214"/>
                <a:ext cx="550391" cy="20581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0042DFFF-C673-5D97-8C98-DEE143BD3FFF}"/>
              </a:ext>
            </a:extLst>
          </p:cNvPr>
          <p:cNvCxnSpPr>
            <a:cxnSpLocks/>
          </p:cNvCxnSpPr>
          <p:nvPr/>
        </p:nvCxnSpPr>
        <p:spPr bwMode="gray">
          <a:xfrm flipV="1">
            <a:off x="5980360" y="2365872"/>
            <a:ext cx="339388" cy="128797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739EA89-F83F-2CCA-5549-5E8353FE1D8F}"/>
                  </a:ext>
                </a:extLst>
              </p:cNvPr>
              <p:cNvSpPr txBox="1"/>
              <p:nvPr/>
            </p:nvSpPr>
            <p:spPr bwMode="gray">
              <a:xfrm rot="20243957">
                <a:off x="5954477" y="2359786"/>
                <a:ext cx="57774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739EA89-F83F-2CCA-5549-5E8353FE1D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0243957">
                <a:off x="5954477" y="2359786"/>
                <a:ext cx="577747" cy="20581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63F74E13-4DDC-DCE7-24FA-EFF075096328}"/>
              </a:ext>
            </a:extLst>
          </p:cNvPr>
          <p:cNvCxnSpPr>
            <a:cxnSpLocks/>
          </p:cNvCxnSpPr>
          <p:nvPr/>
        </p:nvCxnSpPr>
        <p:spPr bwMode="gray">
          <a:xfrm>
            <a:off x="5920062" y="2603103"/>
            <a:ext cx="0" cy="280101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15BDB98-B41F-3E2F-E395-A9F46B20B388}"/>
                  </a:ext>
                </a:extLst>
              </p:cNvPr>
              <p:cNvSpPr txBox="1"/>
              <p:nvPr/>
            </p:nvSpPr>
            <p:spPr bwMode="gray">
              <a:xfrm>
                <a:off x="5980360" y="2631752"/>
                <a:ext cx="56922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15BDB98-B41F-3E2F-E395-A9F46B20B3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80360" y="2631752"/>
                <a:ext cx="569227" cy="20581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1649059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9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3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3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3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3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500"/>
                                        <p:tgtEl>
                                          <p:spTgt spid="3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3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3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3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3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3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3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3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3" dur="500"/>
                                        <p:tgtEl>
                                          <p:spTgt spid="3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6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9" dur="500"/>
                                        <p:tgtEl>
                                          <p:spTgt spid="3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2" dur="500"/>
                                        <p:tgtEl>
                                          <p:spTgt spid="35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5" dur="500"/>
                                        <p:tgtEl>
                                          <p:spTgt spid="39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8" dur="500"/>
                                        <p:tgtEl>
                                          <p:spTgt spid="39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3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9" dur="500"/>
                                        <p:tgtEl>
                                          <p:spTgt spid="3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4" dur="500"/>
                                        <p:tgtEl>
                                          <p:spTgt spid="3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7" dur="500"/>
                                        <p:tgtEl>
                                          <p:spTgt spid="3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3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2" grpId="0"/>
      <p:bldP spid="933" grpId="0"/>
      <p:bldP spid="934" grpId="0"/>
      <p:bldP spid="935" grpId="0"/>
      <p:bldP spid="3155" grpId="0" animBg="1"/>
      <p:bldP spid="3156" grpId="0" animBg="1"/>
      <p:bldP spid="3499" grpId="0" animBg="1"/>
      <p:bldP spid="3500" grpId="0" animBg="1"/>
      <p:bldP spid="3508" grpId="0"/>
      <p:bldP spid="3518" grpId="0"/>
      <p:bldP spid="3524" grpId="0"/>
      <p:bldP spid="3526" grpId="0"/>
      <p:bldP spid="3527" grpId="0"/>
      <p:bldP spid="3528" grpId="0" animBg="1"/>
      <p:bldP spid="3530" grpId="0"/>
      <p:bldP spid="3956" grpId="0" animBg="1"/>
      <p:bldP spid="3957" grpId="0" animBg="1"/>
      <p:bldP spid="5" grpId="0"/>
      <p:bldP spid="12" grpId="0"/>
      <p:bldP spid="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C46F3-FFFE-7521-E3B7-89426E594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5F72A81-F195-ABE5-FC7E-67D881B9958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51520" y="1239838"/>
                <a:ext cx="6694714" cy="1791808"/>
              </a:xfrm>
            </p:spPr>
            <p:txBody>
              <a:bodyPr/>
              <a:lstStyle/>
              <a:p>
                <a:r>
                  <a:rPr lang="en-US" dirty="0"/>
                  <a:t>Looking at the factor function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</m:d>
                  </m:oMath>
                </a14:m>
                <a:r>
                  <a:rPr lang="en-US" dirty="0"/>
                  <a:t> we see that</a:t>
                </a:r>
              </a:p>
              <a:p>
                <a:pPr marL="0" indent="0">
                  <a:buNone/>
                </a:pPr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dirty="0"/>
                  <a:t>The variational approximations of the outgoing messages are </a:t>
                </a:r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5F72A81-F195-ABE5-FC7E-67D881B9958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51520" y="1239838"/>
                <a:ext cx="6694714" cy="1791808"/>
              </a:xfrm>
              <a:blipFill>
                <a:blip r:embed="rId3"/>
                <a:stretch>
                  <a:fillRect t="-704" b="-140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4767419A-CCAF-6C0F-5995-A72B52359C0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r>
                  <a:rPr lang="en-US" dirty="0"/>
                  <a:t>Motivation: Variational Inference (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US" dirty="0"/>
                  <a:t>)</a:t>
                </a:r>
              </a:p>
            </p:txBody>
          </p:sp>
        </mc:Choice>
        <mc:Fallback xmlns="">
          <p:sp>
            <p:nvSpPr>
              <p:cNvPr id="3" name="Title 2">
                <a:extLst>
                  <a:ext uri="{FF2B5EF4-FFF2-40B4-BE49-F238E27FC236}">
                    <a16:creationId xmlns:a16="http://schemas.microsoft.com/office/drawing/2014/main" id="{4767419A-CCAF-6C0F-5995-A72B52359C0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>
                <a:blip r:embed="rId4"/>
                <a:stretch>
                  <a:fillRect l="-239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4505DF58-0B53-073F-4464-9BFB18993C79}"/>
              </a:ext>
            </a:extLst>
          </p:cNvPr>
          <p:cNvCxnSpPr>
            <a:cxnSpLocks/>
            <a:stCxn id="7" idx="2"/>
            <a:endCxn id="6" idx="0"/>
          </p:cNvCxnSpPr>
          <p:nvPr/>
        </p:nvCxnSpPr>
        <p:spPr bwMode="gray">
          <a:xfrm>
            <a:off x="8246865" y="1848261"/>
            <a:ext cx="0" cy="47062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8835A37F-B02A-3E28-57B4-18435BD6BD2A}"/>
              </a:ext>
            </a:extLst>
          </p:cNvPr>
          <p:cNvCxnSpPr>
            <a:cxnSpLocks/>
            <a:stCxn id="7" idx="1"/>
            <a:endCxn id="9" idx="5"/>
          </p:cNvCxnSpPr>
          <p:nvPr/>
        </p:nvCxnSpPr>
        <p:spPr bwMode="gray">
          <a:xfrm flipH="1" flipV="1">
            <a:off x="7745587" y="1640636"/>
            <a:ext cx="438278" cy="14462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0B6564C5-5DF9-50F2-C314-0182448A2D15}"/>
              </a:ext>
            </a:extLst>
          </p:cNvPr>
          <p:cNvCxnSpPr>
            <a:cxnSpLocks/>
            <a:stCxn id="7" idx="3"/>
            <a:endCxn id="19" idx="3"/>
          </p:cNvCxnSpPr>
          <p:nvPr/>
        </p:nvCxnSpPr>
        <p:spPr bwMode="gray">
          <a:xfrm flipV="1">
            <a:off x="8309864" y="1628763"/>
            <a:ext cx="436458" cy="15649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554953F-072E-7434-1639-13E6803EC6FA}"/>
                  </a:ext>
                </a:extLst>
              </p:cNvPr>
              <p:cNvSpPr txBox="1"/>
              <p:nvPr/>
            </p:nvSpPr>
            <p:spPr bwMode="gray">
              <a:xfrm rot="16200000">
                <a:off x="7850567" y="1229389"/>
                <a:ext cx="858477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554953F-072E-7434-1639-13E6803EC6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7850567" y="1229389"/>
                <a:ext cx="858477" cy="2308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35A2AA6F-4560-0802-CBD3-6E12EE08644E}"/>
                  </a:ext>
                </a:extLst>
              </p:cNvPr>
              <p:cNvSpPr/>
              <p:nvPr/>
            </p:nvSpPr>
            <p:spPr bwMode="gray">
              <a:xfrm>
                <a:off x="8709418" y="141366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35A2AA6F-4560-0802-CBD3-6E12EE0864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09418" y="1413668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A1C93E7E-EB89-804D-F0FF-193A29D9EE7E}"/>
                  </a:ext>
                </a:extLst>
              </p:cNvPr>
              <p:cNvSpPr/>
              <p:nvPr/>
            </p:nvSpPr>
            <p:spPr bwMode="gray">
              <a:xfrm>
                <a:off x="7530492" y="142554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A1C93E7E-EB89-804D-F0FF-193A29D9EE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30492" y="1425541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60655D4-DCB3-7157-9E72-AF02E1B24782}"/>
                  </a:ext>
                </a:extLst>
              </p:cNvPr>
              <p:cNvSpPr/>
              <p:nvPr/>
            </p:nvSpPr>
            <p:spPr bwMode="gray">
              <a:xfrm>
                <a:off x="8120865" y="231888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60655D4-DCB3-7157-9E72-AF02E1B247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20865" y="2318881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>
            <a:extLst>
              <a:ext uri="{FF2B5EF4-FFF2-40B4-BE49-F238E27FC236}">
                <a16:creationId xmlns:a16="http://schemas.microsoft.com/office/drawing/2014/main" id="{AD11B6E4-DC43-E157-9833-92BFBE9623C4}"/>
              </a:ext>
            </a:extLst>
          </p:cNvPr>
          <p:cNvSpPr/>
          <p:nvPr/>
        </p:nvSpPr>
        <p:spPr bwMode="gray">
          <a:xfrm>
            <a:off x="8183865" y="172226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504" name="Straight Arrow Connector 3503">
            <a:extLst>
              <a:ext uri="{FF2B5EF4-FFF2-40B4-BE49-F238E27FC236}">
                <a16:creationId xmlns:a16="http://schemas.microsoft.com/office/drawing/2014/main" id="{1CA29205-45A4-D24E-484A-4D2DE60EBC0D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789838" y="1716740"/>
            <a:ext cx="330276" cy="114608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05" name="TextBox 3504">
                <a:extLst>
                  <a:ext uri="{FF2B5EF4-FFF2-40B4-BE49-F238E27FC236}">
                    <a16:creationId xmlns:a16="http://schemas.microsoft.com/office/drawing/2014/main" id="{E963912F-1FC0-86AA-CB40-031D0F80B36D}"/>
                  </a:ext>
                </a:extLst>
              </p:cNvPr>
              <p:cNvSpPr txBox="1"/>
              <p:nvPr/>
            </p:nvSpPr>
            <p:spPr bwMode="gray">
              <a:xfrm rot="1137979">
                <a:off x="7626922" y="1731893"/>
                <a:ext cx="550391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505" name="TextBox 3504">
                <a:extLst>
                  <a:ext uri="{FF2B5EF4-FFF2-40B4-BE49-F238E27FC236}">
                    <a16:creationId xmlns:a16="http://schemas.microsoft.com/office/drawing/2014/main" id="{E963912F-1FC0-86AA-CB40-031D0F80B3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137979">
                <a:off x="7626922" y="1731893"/>
                <a:ext cx="550391" cy="205815"/>
              </a:xfrm>
              <a:prstGeom prst="rect">
                <a:avLst/>
              </a:prstGeom>
              <a:blipFill>
                <a:blip r:embed="rId9"/>
                <a:stretch>
                  <a:fillRect l="-2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07" name="Straight Arrow Connector 3506">
            <a:extLst>
              <a:ext uri="{FF2B5EF4-FFF2-40B4-BE49-F238E27FC236}">
                <a16:creationId xmlns:a16="http://schemas.microsoft.com/office/drawing/2014/main" id="{0193D1BA-C343-17CC-3A98-F1728845FBDD}"/>
              </a:ext>
            </a:extLst>
          </p:cNvPr>
          <p:cNvCxnSpPr>
            <a:cxnSpLocks/>
          </p:cNvCxnSpPr>
          <p:nvPr/>
        </p:nvCxnSpPr>
        <p:spPr bwMode="gray">
          <a:xfrm>
            <a:off x="7815835" y="1589064"/>
            <a:ext cx="334838" cy="117948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08" name="TextBox 3507">
                <a:extLst>
                  <a:ext uri="{FF2B5EF4-FFF2-40B4-BE49-F238E27FC236}">
                    <a16:creationId xmlns:a16="http://schemas.microsoft.com/office/drawing/2014/main" id="{6B313607-9A50-9C5B-B56E-15258FDBF383}"/>
                  </a:ext>
                </a:extLst>
              </p:cNvPr>
              <p:cNvSpPr txBox="1"/>
              <p:nvPr/>
            </p:nvSpPr>
            <p:spPr bwMode="gray">
              <a:xfrm rot="1009687">
                <a:off x="7824517" y="1467440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08" name="TextBox 3507">
                <a:extLst>
                  <a:ext uri="{FF2B5EF4-FFF2-40B4-BE49-F238E27FC236}">
                    <a16:creationId xmlns:a16="http://schemas.microsoft.com/office/drawing/2014/main" id="{6B313607-9A50-9C5B-B56E-15258FDBF3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009687">
                <a:off x="7824517" y="1467440"/>
                <a:ext cx="465387" cy="20581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1" name="Straight Arrow Connector 3510">
            <a:extLst>
              <a:ext uri="{FF2B5EF4-FFF2-40B4-BE49-F238E27FC236}">
                <a16:creationId xmlns:a16="http://schemas.microsoft.com/office/drawing/2014/main" id="{4ED7CCB6-E1A6-5401-3FCA-195FCD8AB196}"/>
              </a:ext>
            </a:extLst>
          </p:cNvPr>
          <p:cNvCxnSpPr>
            <a:cxnSpLocks/>
          </p:cNvCxnSpPr>
          <p:nvPr/>
        </p:nvCxnSpPr>
        <p:spPr bwMode="gray">
          <a:xfrm flipV="1">
            <a:off x="8370030" y="1702551"/>
            <a:ext cx="339388" cy="128797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12" name="TextBox 3511">
                <a:extLst>
                  <a:ext uri="{FF2B5EF4-FFF2-40B4-BE49-F238E27FC236}">
                    <a16:creationId xmlns:a16="http://schemas.microsoft.com/office/drawing/2014/main" id="{C9313E6A-13EE-1E75-2168-431E82CBA1BC}"/>
                  </a:ext>
                </a:extLst>
              </p:cNvPr>
              <p:cNvSpPr txBox="1"/>
              <p:nvPr/>
            </p:nvSpPr>
            <p:spPr bwMode="gray">
              <a:xfrm rot="20243957">
                <a:off x="8344147" y="1696465"/>
                <a:ext cx="57774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512" name="TextBox 3511">
                <a:extLst>
                  <a:ext uri="{FF2B5EF4-FFF2-40B4-BE49-F238E27FC236}">
                    <a16:creationId xmlns:a16="http://schemas.microsoft.com/office/drawing/2014/main" id="{C9313E6A-13EE-1E75-2168-431E82CBA1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0243957">
                <a:off x="8344147" y="1696465"/>
                <a:ext cx="577747" cy="205815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3" name="Straight Arrow Connector 3512">
            <a:extLst>
              <a:ext uri="{FF2B5EF4-FFF2-40B4-BE49-F238E27FC236}">
                <a16:creationId xmlns:a16="http://schemas.microsoft.com/office/drawing/2014/main" id="{E2CE5B93-C029-537B-23EA-C723DC913DA3}"/>
              </a:ext>
            </a:extLst>
          </p:cNvPr>
          <p:cNvCxnSpPr>
            <a:cxnSpLocks/>
          </p:cNvCxnSpPr>
          <p:nvPr/>
        </p:nvCxnSpPr>
        <p:spPr bwMode="gray">
          <a:xfrm flipH="1">
            <a:off x="8361858" y="1598856"/>
            <a:ext cx="280430" cy="108156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18" name="TextBox 3517">
                <a:extLst>
                  <a:ext uri="{FF2B5EF4-FFF2-40B4-BE49-F238E27FC236}">
                    <a16:creationId xmlns:a16="http://schemas.microsoft.com/office/drawing/2014/main" id="{17A7C71A-805F-25D9-9B08-0004BE706A24}"/>
                  </a:ext>
                </a:extLst>
              </p:cNvPr>
              <p:cNvSpPr txBox="1"/>
              <p:nvPr/>
            </p:nvSpPr>
            <p:spPr bwMode="gray">
              <a:xfrm rot="20433161">
                <a:off x="8260081" y="144928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18" name="TextBox 3517">
                <a:extLst>
                  <a:ext uri="{FF2B5EF4-FFF2-40B4-BE49-F238E27FC236}">
                    <a16:creationId xmlns:a16="http://schemas.microsoft.com/office/drawing/2014/main" id="{17A7C71A-805F-25D9-9B08-0004BE706A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20433161">
                <a:off x="8260081" y="1449283"/>
                <a:ext cx="465387" cy="20581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9" name="Straight Arrow Connector 3518">
            <a:extLst>
              <a:ext uri="{FF2B5EF4-FFF2-40B4-BE49-F238E27FC236}">
                <a16:creationId xmlns:a16="http://schemas.microsoft.com/office/drawing/2014/main" id="{BC71E42D-D39B-8ED1-E043-6F515473EEF9}"/>
              </a:ext>
            </a:extLst>
          </p:cNvPr>
          <p:cNvCxnSpPr>
            <a:cxnSpLocks/>
          </p:cNvCxnSpPr>
          <p:nvPr/>
        </p:nvCxnSpPr>
        <p:spPr bwMode="gray">
          <a:xfrm>
            <a:off x="8309732" y="1939782"/>
            <a:ext cx="0" cy="280101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20" name="TextBox 3519">
                <a:extLst>
                  <a:ext uri="{FF2B5EF4-FFF2-40B4-BE49-F238E27FC236}">
                    <a16:creationId xmlns:a16="http://schemas.microsoft.com/office/drawing/2014/main" id="{DC582A48-BF5A-76ED-2F18-8FFDBFF91E18}"/>
                  </a:ext>
                </a:extLst>
              </p:cNvPr>
              <p:cNvSpPr txBox="1"/>
              <p:nvPr/>
            </p:nvSpPr>
            <p:spPr bwMode="gray">
              <a:xfrm>
                <a:off x="8370030" y="1968431"/>
                <a:ext cx="56922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520" name="TextBox 3519">
                <a:extLst>
                  <a:ext uri="{FF2B5EF4-FFF2-40B4-BE49-F238E27FC236}">
                    <a16:creationId xmlns:a16="http://schemas.microsoft.com/office/drawing/2014/main" id="{DC582A48-BF5A-76ED-2F18-8FFDBFF91E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70030" y="1968431"/>
                <a:ext cx="569227" cy="205815"/>
              </a:xfrm>
              <a:prstGeom prst="rect">
                <a:avLst/>
              </a:prstGeom>
              <a:blipFill>
                <a:blip r:embed="rId13"/>
                <a:stretch>
                  <a:fillRect l="-2222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23" name="Straight Arrow Connector 3522">
            <a:extLst>
              <a:ext uri="{FF2B5EF4-FFF2-40B4-BE49-F238E27FC236}">
                <a16:creationId xmlns:a16="http://schemas.microsoft.com/office/drawing/2014/main" id="{60D8502C-2583-E1BA-DB3C-E153E13438AC}"/>
              </a:ext>
            </a:extLst>
          </p:cNvPr>
          <p:cNvCxnSpPr>
            <a:cxnSpLocks/>
          </p:cNvCxnSpPr>
          <p:nvPr/>
        </p:nvCxnSpPr>
        <p:spPr bwMode="gray">
          <a:xfrm flipV="1">
            <a:off x="8183865" y="1940993"/>
            <a:ext cx="0" cy="294392"/>
          </a:xfrm>
          <a:prstGeom prst="straightConnector1">
            <a:avLst/>
          </a:prstGeom>
          <a:ln>
            <a:solidFill>
              <a:srgbClr val="00B05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24" name="TextBox 3523">
                <a:extLst>
                  <a:ext uri="{FF2B5EF4-FFF2-40B4-BE49-F238E27FC236}">
                    <a16:creationId xmlns:a16="http://schemas.microsoft.com/office/drawing/2014/main" id="{B73116C8-C15A-16EF-7820-1863CF7AC99A}"/>
                  </a:ext>
                </a:extLst>
              </p:cNvPr>
              <p:cNvSpPr txBox="1"/>
              <p:nvPr/>
            </p:nvSpPr>
            <p:spPr bwMode="gray">
              <a:xfrm>
                <a:off x="7750171" y="1968432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524" name="TextBox 3523">
                <a:extLst>
                  <a:ext uri="{FF2B5EF4-FFF2-40B4-BE49-F238E27FC236}">
                    <a16:creationId xmlns:a16="http://schemas.microsoft.com/office/drawing/2014/main" id="{B73116C8-C15A-16EF-7820-1863CF7AC9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50171" y="1968432"/>
                <a:ext cx="465387" cy="20581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9A583F6-A7B6-9820-AA00-170A4EB70964}"/>
                  </a:ext>
                </a:extLst>
              </p:cNvPr>
              <p:cNvSpPr txBox="1"/>
              <p:nvPr/>
            </p:nvSpPr>
            <p:spPr bwMode="gray">
              <a:xfrm>
                <a:off x="2116702" y="1504817"/>
                <a:ext cx="4132671" cy="5373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ad>
                                <m:radPr>
                                  <m:degHide m:val="on"/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radPr>
                                <m:deg/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𝜋</m:t>
                                  </m:r>
                                  <m:sSup>
                                    <m:sSup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𝜖</m:t>
                                      </m:r>
                                    </m:e>
                                    <m:sup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rad>
                            </m:den>
                          </m:f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sSup>
                                        <m:sSup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  <m:sSup>
                                    <m:sSup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func>
                        </m:e>
                      </m:func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9A583F6-A7B6-9820-AA00-170A4EB709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16702" y="1504817"/>
                <a:ext cx="4132671" cy="537327"/>
              </a:xfrm>
              <a:prstGeom prst="rect">
                <a:avLst/>
              </a:prstGeom>
              <a:blipFill>
                <a:blip r:embed="rId15"/>
                <a:stretch>
                  <a:fillRect b="-232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919A261-3206-DA0D-F552-67F218AF37C0}"/>
                  </a:ext>
                </a:extLst>
              </p:cNvPr>
              <p:cNvSpPr txBox="1"/>
              <p:nvPr/>
            </p:nvSpPr>
            <p:spPr bwMode="gray">
              <a:xfrm>
                <a:off x="358776" y="3487291"/>
                <a:ext cx="2416775" cy="494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F919A261-3206-DA0D-F552-67F218AF37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8776" y="3487291"/>
                <a:ext cx="2416775" cy="494110"/>
              </a:xfrm>
              <a:prstGeom prst="rect">
                <a:avLst/>
              </a:prstGeom>
              <a:blipFill>
                <a:blip r:embed="rId16"/>
                <a:stretch>
                  <a:fillRect b="-2500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448F305-49FA-3E9C-3BB6-EEE77EC30476}"/>
                  </a:ext>
                </a:extLst>
              </p:cNvPr>
              <p:cNvSpPr txBox="1"/>
              <p:nvPr/>
            </p:nvSpPr>
            <p:spPr bwMode="gray">
              <a:xfrm>
                <a:off x="793412" y="4068995"/>
                <a:ext cx="1463353" cy="4704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sSup>
                            <m:s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448F305-49FA-3E9C-3BB6-EEE77EC304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3412" y="4068995"/>
                <a:ext cx="1463353" cy="470450"/>
              </a:xfrm>
              <a:prstGeom prst="rect">
                <a:avLst/>
              </a:prstGeom>
              <a:blipFill>
                <a:blip r:embed="rId17"/>
                <a:stretch>
                  <a:fillRect b="-2632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1BABEC4-895A-E585-3DC3-AFC8F42E2961}"/>
                  </a:ext>
                </a:extLst>
              </p:cNvPr>
              <p:cNvSpPr txBox="1"/>
              <p:nvPr/>
            </p:nvSpPr>
            <p:spPr bwMode="gray">
              <a:xfrm>
                <a:off x="251520" y="3119239"/>
                <a:ext cx="2127844" cy="2984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1BABEC4-895A-E585-3DC3-AFC8F42E2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1520" y="3119239"/>
                <a:ext cx="2127844" cy="2984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FB578D5-DFF6-64DA-02BD-654783B78C3B}"/>
                  </a:ext>
                </a:extLst>
              </p:cNvPr>
              <p:cNvSpPr txBox="1"/>
              <p:nvPr/>
            </p:nvSpPr>
            <p:spPr bwMode="gray">
              <a:xfrm>
                <a:off x="2778286" y="3453804"/>
                <a:ext cx="2376264" cy="4893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FB578D5-DFF6-64DA-02BD-654783B78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78286" y="3453804"/>
                <a:ext cx="2376264" cy="489365"/>
              </a:xfrm>
              <a:prstGeom prst="rect">
                <a:avLst/>
              </a:prstGeom>
              <a:blipFill>
                <a:blip r:embed="rId19"/>
                <a:stretch>
                  <a:fillRect b="-5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B55C638-144A-3844-EA68-6FD370172BC2}"/>
                  </a:ext>
                </a:extLst>
              </p:cNvPr>
              <p:cNvSpPr txBox="1"/>
              <p:nvPr/>
            </p:nvSpPr>
            <p:spPr bwMode="gray">
              <a:xfrm>
                <a:off x="2739396" y="3979254"/>
                <a:ext cx="1797201" cy="4893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den>
                          </m:f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1B55C638-144A-3844-EA68-6FD370172B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39396" y="3979254"/>
                <a:ext cx="1797201" cy="489365"/>
              </a:xfrm>
              <a:prstGeom prst="rect">
                <a:avLst/>
              </a:prstGeom>
              <a:blipFill>
                <a:blip r:embed="rId20"/>
                <a:stretch>
                  <a:fillRect b="-5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312FB3A-6D97-896F-E25E-B4AD8704FE8F}"/>
                  </a:ext>
                </a:extLst>
              </p:cNvPr>
              <p:cNvSpPr txBox="1"/>
              <p:nvPr/>
            </p:nvSpPr>
            <p:spPr bwMode="gray">
              <a:xfrm>
                <a:off x="2683278" y="3119239"/>
                <a:ext cx="2047498" cy="2984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312FB3A-6D97-896F-E25E-B4AD8704FE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83278" y="3119239"/>
                <a:ext cx="2047498" cy="29848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21DE780-6C6D-AB83-DCF1-143872E3B61B}"/>
                  </a:ext>
                </a:extLst>
              </p:cNvPr>
              <p:cNvSpPr txBox="1"/>
              <p:nvPr/>
            </p:nvSpPr>
            <p:spPr bwMode="gray">
              <a:xfrm>
                <a:off x="173047" y="2071647"/>
                <a:ext cx="2550763" cy="5109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unc>
                            <m:func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num>
                                    <m:den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𝑋𝑌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21DE780-6C6D-AB83-DCF1-143872E3B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3047" y="2071647"/>
                <a:ext cx="2550763" cy="51097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FB56BF9-C3AA-8852-BB53-D08A5115ABD6}"/>
                  </a:ext>
                </a:extLst>
              </p:cNvPr>
              <p:cNvSpPr txBox="1"/>
              <p:nvPr/>
            </p:nvSpPr>
            <p:spPr bwMode="gray">
              <a:xfrm>
                <a:off x="2485928" y="2071647"/>
                <a:ext cx="2782157" cy="5109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unc>
                            <m:func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num>
                                    <m:den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FB56BF9-C3AA-8852-BB53-D08A5115AB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485928" y="2071647"/>
                <a:ext cx="2782157" cy="510974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892A299-417C-3ED6-5A39-9BD0040F243C}"/>
                  </a:ext>
                </a:extLst>
              </p:cNvPr>
              <p:cNvSpPr txBox="1"/>
              <p:nvPr/>
            </p:nvSpPr>
            <p:spPr bwMode="gray">
              <a:xfrm>
                <a:off x="5030203" y="2071647"/>
                <a:ext cx="2782157" cy="5109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unc>
                            <m:func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num>
                                    <m:den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  <m:f>
                                    <m:f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𝑍𝑋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𝜖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892A299-417C-3ED6-5A39-9BD0040F2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30203" y="2071647"/>
                <a:ext cx="2782157" cy="510974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EA01AD0-CB42-4D4D-18BF-F1AA90FBB5AF}"/>
                  </a:ext>
                </a:extLst>
              </p:cNvPr>
              <p:cNvSpPr txBox="1"/>
              <p:nvPr/>
            </p:nvSpPr>
            <p:spPr bwMode="gray">
              <a:xfrm>
                <a:off x="5157286" y="3453804"/>
                <a:ext cx="2376264" cy="4893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EA01AD0-CB42-4D4D-18BF-F1AA90FBB5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57286" y="3453804"/>
                <a:ext cx="2376264" cy="489365"/>
              </a:xfrm>
              <a:prstGeom prst="rect">
                <a:avLst/>
              </a:prstGeom>
              <a:blipFill>
                <a:blip r:embed="rId25"/>
                <a:stretch>
                  <a:fillRect b="-5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CFCC77A-AAD8-5CAD-DC42-4ABC902C735B}"/>
                  </a:ext>
                </a:extLst>
              </p:cNvPr>
              <p:cNvSpPr txBox="1"/>
              <p:nvPr/>
            </p:nvSpPr>
            <p:spPr bwMode="gray">
              <a:xfrm>
                <a:off x="5102508" y="3979254"/>
                <a:ext cx="1797201" cy="4893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den>
                          </m:f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CFCC77A-AAD8-5CAD-DC42-4ABC902C73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02508" y="3979254"/>
                <a:ext cx="1797201" cy="489365"/>
              </a:xfrm>
              <a:prstGeom prst="rect">
                <a:avLst/>
              </a:prstGeom>
              <a:blipFill>
                <a:blip r:embed="rId26"/>
                <a:stretch>
                  <a:fillRect b="-512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C8AA6A1-39E6-CFE0-1A16-7F2B78D030FF}"/>
                  </a:ext>
                </a:extLst>
              </p:cNvPr>
              <p:cNvSpPr txBox="1"/>
              <p:nvPr/>
            </p:nvSpPr>
            <p:spPr bwMode="gray">
              <a:xfrm>
                <a:off x="5015180" y="3119239"/>
                <a:ext cx="2047498" cy="2984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𝑠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C8AA6A1-39E6-CFE0-1A16-7F2B78D030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15180" y="3119239"/>
                <a:ext cx="2047498" cy="29848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ounded Rectangle 34">
            <a:extLst>
              <a:ext uri="{FF2B5EF4-FFF2-40B4-BE49-F238E27FC236}">
                <a16:creationId xmlns:a16="http://schemas.microsoft.com/office/drawing/2014/main" id="{06131C62-C301-4254-9440-5D39C6AC3378}"/>
              </a:ext>
            </a:extLst>
          </p:cNvPr>
          <p:cNvSpPr/>
          <p:nvPr/>
        </p:nvSpPr>
        <p:spPr bwMode="gray">
          <a:xfrm>
            <a:off x="1580217" y="2126836"/>
            <a:ext cx="288032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B5B4A020-2AC6-2E91-5DFB-114CAB783630}"/>
              </a:ext>
            </a:extLst>
          </p:cNvPr>
          <p:cNvSpPr/>
          <p:nvPr/>
        </p:nvSpPr>
        <p:spPr bwMode="gray">
          <a:xfrm>
            <a:off x="2141458" y="2126836"/>
            <a:ext cx="237906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B9ABF93-6AD5-A521-4156-43F3948E32F0}"/>
              </a:ext>
            </a:extLst>
          </p:cNvPr>
          <p:cNvCxnSpPr>
            <a:cxnSpLocks/>
          </p:cNvCxnSpPr>
          <p:nvPr/>
        </p:nvCxnSpPr>
        <p:spPr bwMode="gray">
          <a:xfrm flipH="1">
            <a:off x="611560" y="3360534"/>
            <a:ext cx="1090668" cy="3113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D0C4BC2C-5C34-1B13-C249-36670B85729C}"/>
              </a:ext>
            </a:extLst>
          </p:cNvPr>
          <p:cNvCxnSpPr>
            <a:cxnSpLocks/>
          </p:cNvCxnSpPr>
          <p:nvPr/>
        </p:nvCxnSpPr>
        <p:spPr bwMode="gray">
          <a:xfrm flipH="1">
            <a:off x="1043608" y="3360534"/>
            <a:ext cx="801116" cy="79539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832DB79A-164E-5779-F665-2126BEC5551B}"/>
              </a:ext>
            </a:extLst>
          </p:cNvPr>
          <p:cNvCxnSpPr>
            <a:cxnSpLocks/>
          </p:cNvCxnSpPr>
          <p:nvPr/>
        </p:nvCxnSpPr>
        <p:spPr bwMode="gray">
          <a:xfrm flipH="1">
            <a:off x="2975841" y="3360534"/>
            <a:ext cx="1090668" cy="3113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0CCAB39E-A894-6822-456B-414C16BA4CEE}"/>
              </a:ext>
            </a:extLst>
          </p:cNvPr>
          <p:cNvCxnSpPr>
            <a:cxnSpLocks/>
          </p:cNvCxnSpPr>
          <p:nvPr/>
        </p:nvCxnSpPr>
        <p:spPr bwMode="gray">
          <a:xfrm flipH="1">
            <a:off x="3015992" y="3360534"/>
            <a:ext cx="1240012" cy="79539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99B1C523-9030-CD68-D14F-C06AD95B246B}"/>
              </a:ext>
            </a:extLst>
          </p:cNvPr>
          <p:cNvCxnSpPr>
            <a:cxnSpLocks/>
          </p:cNvCxnSpPr>
          <p:nvPr/>
        </p:nvCxnSpPr>
        <p:spPr bwMode="gray">
          <a:xfrm flipH="1">
            <a:off x="5317614" y="3335366"/>
            <a:ext cx="1090668" cy="3113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B81D1BFD-E536-86A1-D262-D8D5F8A82DA7}"/>
              </a:ext>
            </a:extLst>
          </p:cNvPr>
          <p:cNvCxnSpPr>
            <a:cxnSpLocks/>
          </p:cNvCxnSpPr>
          <p:nvPr/>
        </p:nvCxnSpPr>
        <p:spPr bwMode="gray">
          <a:xfrm flipH="1">
            <a:off x="5372596" y="3360534"/>
            <a:ext cx="1216094" cy="79539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Rounded Rectangle 56">
            <a:extLst>
              <a:ext uri="{FF2B5EF4-FFF2-40B4-BE49-F238E27FC236}">
                <a16:creationId xmlns:a16="http://schemas.microsoft.com/office/drawing/2014/main" id="{B7EFED77-B680-7BAA-9002-C05AD7773AEC}"/>
              </a:ext>
            </a:extLst>
          </p:cNvPr>
          <p:cNvSpPr/>
          <p:nvPr/>
        </p:nvSpPr>
        <p:spPr bwMode="gray">
          <a:xfrm>
            <a:off x="4042079" y="2126836"/>
            <a:ext cx="213925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3D5BB24B-C1A4-8775-F37C-BCCAED6FB980}"/>
              </a:ext>
            </a:extLst>
          </p:cNvPr>
          <p:cNvSpPr/>
          <p:nvPr/>
        </p:nvSpPr>
        <p:spPr bwMode="gray">
          <a:xfrm>
            <a:off x="4576882" y="2126836"/>
            <a:ext cx="254571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59" name="Rounded Rectangle 58">
            <a:extLst>
              <a:ext uri="{FF2B5EF4-FFF2-40B4-BE49-F238E27FC236}">
                <a16:creationId xmlns:a16="http://schemas.microsoft.com/office/drawing/2014/main" id="{577BE785-7077-3391-AF2B-107521DAF81B}"/>
              </a:ext>
            </a:extLst>
          </p:cNvPr>
          <p:cNvSpPr/>
          <p:nvPr/>
        </p:nvSpPr>
        <p:spPr bwMode="gray">
          <a:xfrm>
            <a:off x="6566770" y="2126836"/>
            <a:ext cx="233509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0" name="Rounded Rectangle 59">
            <a:extLst>
              <a:ext uri="{FF2B5EF4-FFF2-40B4-BE49-F238E27FC236}">
                <a16:creationId xmlns:a16="http://schemas.microsoft.com/office/drawing/2014/main" id="{F5955105-C430-90DC-27E7-A5988A227D0C}"/>
              </a:ext>
            </a:extLst>
          </p:cNvPr>
          <p:cNvSpPr/>
          <p:nvPr/>
        </p:nvSpPr>
        <p:spPr bwMode="gray">
          <a:xfrm>
            <a:off x="7133972" y="2126836"/>
            <a:ext cx="241756" cy="3780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5612F0E7-7789-4504-49C9-84E79016E44D}"/>
                  </a:ext>
                </a:extLst>
              </p:cNvPr>
              <p:cNvSpPr txBox="1"/>
              <p:nvPr/>
            </p:nvSpPr>
            <p:spPr bwMode="gray">
              <a:xfrm>
                <a:off x="133197" y="4672820"/>
                <a:ext cx="2487876" cy="322855"/>
              </a:xfrm>
              <a:prstGeom prst="round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5612F0E7-7789-4504-49C9-84E79016E4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3197" y="4672820"/>
                <a:ext cx="2487876" cy="322855"/>
              </a:xfrm>
              <a:prstGeom prst="round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8222E13-4023-CD0A-D96A-9C338C74A6D9}"/>
                  </a:ext>
                </a:extLst>
              </p:cNvPr>
              <p:cNvSpPr txBox="1"/>
              <p:nvPr/>
            </p:nvSpPr>
            <p:spPr bwMode="gray">
              <a:xfrm>
                <a:off x="2723810" y="4587974"/>
                <a:ext cx="2327682" cy="492547"/>
              </a:xfrm>
              <a:prstGeom prst="round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den>
                          </m:f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8222E13-4023-CD0A-D96A-9C338C74A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23810" y="4587974"/>
                <a:ext cx="2327682" cy="492547"/>
              </a:xfrm>
              <a:prstGeom prst="round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821A093-2B36-CFE1-96F6-6B6C3B5A0AE9}"/>
                  </a:ext>
                </a:extLst>
              </p:cNvPr>
              <p:cNvSpPr txBox="1"/>
              <p:nvPr/>
            </p:nvSpPr>
            <p:spPr bwMode="gray">
              <a:xfrm>
                <a:off x="5154229" y="4587974"/>
                <a:ext cx="2376263" cy="492547"/>
              </a:xfrm>
              <a:prstGeom prst="round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ctrlPr>
                                <a:rPr lang="en-US" sz="12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den>
                          </m:f>
                        </m:e>
                      </m:d>
                    </m:oMath>
                  </m:oMathPara>
                </a14:m>
                <a:endParaRPr lang="en-DE" sz="16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821A093-2B36-CFE1-96F6-6B6C3B5A0A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154229" y="4587974"/>
                <a:ext cx="2376263" cy="492547"/>
              </a:xfrm>
              <a:prstGeom prst="round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961" name="Straight Arrow Connector 3960">
            <a:extLst>
              <a:ext uri="{FF2B5EF4-FFF2-40B4-BE49-F238E27FC236}">
                <a16:creationId xmlns:a16="http://schemas.microsoft.com/office/drawing/2014/main" id="{62821451-C365-0DDA-A658-C34CD01F3BED}"/>
              </a:ext>
            </a:extLst>
          </p:cNvPr>
          <p:cNvCxnSpPr>
            <a:cxnSpLocks/>
            <a:stCxn id="3962" idx="2"/>
            <a:endCxn id="63" idx="0"/>
          </p:cNvCxnSpPr>
          <p:nvPr/>
        </p:nvCxnSpPr>
        <p:spPr bwMode="gray">
          <a:xfrm rot="5400000">
            <a:off x="6752691" y="3208348"/>
            <a:ext cx="969296" cy="1789956"/>
          </a:xfrm>
          <a:prstGeom prst="curved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62" name="TextBox 3961">
            <a:extLst>
              <a:ext uri="{FF2B5EF4-FFF2-40B4-BE49-F238E27FC236}">
                <a16:creationId xmlns:a16="http://schemas.microsoft.com/office/drawing/2014/main" id="{AB6023B0-C4B6-52A8-D408-689194552DA1}"/>
              </a:ext>
            </a:extLst>
          </p:cNvPr>
          <p:cNvSpPr txBox="1"/>
          <p:nvPr/>
        </p:nvSpPr>
        <p:spPr bwMode="gray">
          <a:xfrm>
            <a:off x="7217068" y="2753501"/>
            <a:ext cx="1830498" cy="865177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Massive underestimation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of predictive variance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reducing </a:t>
            </a:r>
            <a:r>
              <a:rPr lang="en-US" sz="1000" b="1" dirty="0">
                <a:solidFill>
                  <a:srgbClr val="C00000"/>
                </a:solidFill>
              </a:rPr>
              <a:t>all marginals</a:t>
            </a:r>
            <a:r>
              <a:rPr lang="en-US" sz="1000" dirty="0">
                <a:solidFill>
                  <a:srgbClr val="C00000"/>
                </a:solidFill>
              </a:rPr>
              <a:t> to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Dirac deltas with zero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uncertainty! 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cxnSp>
        <p:nvCxnSpPr>
          <p:cNvPr id="3967" name="Straight Arrow Connector 3966">
            <a:extLst>
              <a:ext uri="{FF2B5EF4-FFF2-40B4-BE49-F238E27FC236}">
                <a16:creationId xmlns:a16="http://schemas.microsoft.com/office/drawing/2014/main" id="{F4B2B7BF-999D-2F9E-19F0-E30D5A1CDD19}"/>
              </a:ext>
            </a:extLst>
          </p:cNvPr>
          <p:cNvCxnSpPr>
            <a:cxnSpLocks/>
            <a:stCxn id="3962" idx="2"/>
            <a:endCxn id="62" idx="0"/>
          </p:cNvCxnSpPr>
          <p:nvPr/>
        </p:nvCxnSpPr>
        <p:spPr bwMode="gray">
          <a:xfrm rot="5400000">
            <a:off x="5525336" y="1980993"/>
            <a:ext cx="969296" cy="4244666"/>
          </a:xfrm>
          <a:prstGeom prst="curved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Straight Arrow Connector 3966">
            <a:extLst>
              <a:ext uri="{FF2B5EF4-FFF2-40B4-BE49-F238E27FC236}">
                <a16:creationId xmlns:a16="http://schemas.microsoft.com/office/drawing/2014/main" id="{43565BEB-43B5-8BD0-7678-BC494E6C22CE}"/>
              </a:ext>
            </a:extLst>
          </p:cNvPr>
          <p:cNvCxnSpPr>
            <a:cxnSpLocks/>
            <a:stCxn id="3962" idx="2"/>
            <a:endCxn id="61" idx="0"/>
          </p:cNvCxnSpPr>
          <p:nvPr/>
        </p:nvCxnSpPr>
        <p:spPr bwMode="gray">
          <a:xfrm rot="5400000">
            <a:off x="4227655" y="768158"/>
            <a:ext cx="1054142" cy="6755182"/>
          </a:xfrm>
          <a:prstGeom prst="curved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32386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3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3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"/>
                            </p:stCondLst>
                            <p:childTnLst>
                              <p:par>
                                <p:cTn id="8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3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3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3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3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3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6" dur="500"/>
                                        <p:tgtEl>
                                          <p:spTgt spid="3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9" dur="500"/>
                                        <p:tgtEl>
                                          <p:spTgt spid="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500"/>
                                        <p:tgtEl>
                                          <p:spTgt spid="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3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500"/>
                                        <p:tgtEl>
                                          <p:spTgt spid="3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7" dur="500"/>
                                        <p:tgtEl>
                                          <p:spTgt spid="3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5" grpId="0"/>
      <p:bldP spid="3508" grpId="0"/>
      <p:bldP spid="3512" grpId="0"/>
      <p:bldP spid="3518" grpId="0"/>
      <p:bldP spid="3520" grpId="0"/>
      <p:bldP spid="3524" grpId="0"/>
      <p:bldP spid="12" grpId="0"/>
      <p:bldP spid="13" grpId="0"/>
      <p:bldP spid="14" grpId="0"/>
      <p:bldP spid="18" grpId="0"/>
      <p:bldP spid="21" grpId="0"/>
      <p:bldP spid="22" grpId="0"/>
      <p:bldP spid="23" grpId="0"/>
      <p:bldP spid="27" grpId="0"/>
      <p:bldP spid="29" grpId="0"/>
      <p:bldP spid="30" grpId="0"/>
      <p:bldP spid="31" grpId="0"/>
      <p:bldP spid="32" grpId="0"/>
      <p:bldP spid="33" grpId="0"/>
      <p:bldP spid="35" grpId="0" animBg="1"/>
      <p:bldP spid="3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396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9D5AB012-E39C-A192-3B3B-E7BC9EA50958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167584" y="1239837"/>
                <a:ext cx="7446875" cy="3639894"/>
              </a:xfrm>
            </p:spPr>
            <p:txBody>
              <a:bodyPr/>
              <a:lstStyle/>
              <a:p>
                <a:r>
                  <a:rPr lang="en-DE" b="1" dirty="0"/>
                  <a:t>Challenge</a:t>
                </a:r>
                <a:r>
                  <a:rPr lang="en-DE" dirty="0"/>
                  <a:t>: Minimizing the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DE" dirty="0"/>
                  <a:t>-divergence </a:t>
                </a:r>
                <a:r>
                  <a:rPr lang="en-DE" i="1" dirty="0"/>
                  <a:t>of the 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</a:t>
                </a:r>
                <a:r>
                  <a:rPr lang="en-US" dirty="0"/>
                  <a:t>can lead to undefined messages (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US" dirty="0"/>
                  <a:t>) or messages that are too certain (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r>
                  <a:rPr lang="en-US" dirty="0"/>
                  <a:t>)!</a:t>
                </a:r>
              </a:p>
              <a:p>
                <a:r>
                  <a:rPr lang="en-US" b="1" dirty="0"/>
                  <a:t>Idea</a:t>
                </a:r>
                <a:r>
                  <a:rPr lang="en-US" dirty="0"/>
                  <a:t>: Instead of minimizing the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DE" dirty="0"/>
                  <a:t>-divergence </a:t>
                </a:r>
                <a:r>
                  <a:rPr lang="en-DE" i="1" dirty="0"/>
                  <a:t>of the 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, minimize the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DE" dirty="0"/>
                  <a:t>-divergence </a:t>
                </a:r>
                <a:r>
                  <a:rPr lang="en-DE" i="1" dirty="0"/>
                  <a:t>of the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endParaRPr lang="en-US" dirty="0"/>
              </a:p>
              <a:p>
                <a:r>
                  <a:rPr lang="en-US" b="1" dirty="0"/>
                  <a:t>Direct Message Approximation</a:t>
                </a:r>
                <a:r>
                  <a:rPr lang="en-US" dirty="0"/>
                  <a:t>. Given a factor graph with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𝑚</m:t>
                    </m:r>
                  </m:oMath>
                </a14:m>
                <a:r>
                  <a:rPr lang="en-DE" dirty="0"/>
                  <a:t> factor nodes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lang="en-DE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dirty="0"/>
                  <a:t> variable nodes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</m:oMath>
                </a14:m>
                <a:r>
                  <a:rPr lang="en-US" dirty="0"/>
                  <a:t> </a:t>
                </a:r>
                <a:r>
                  <a:rPr lang="en-DE" dirty="0"/>
                  <a:t>as well as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DE" dirty="0"/>
                  <a:t> sufficient statistics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 smtClean="0"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𝑻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for the approximate marginals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,…,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the </a:t>
                </a:r>
                <a:r>
                  <a:rPr lang="en-DE" i="1" dirty="0"/>
                  <a:t>direct message approximation </a:t>
                </a:r>
                <a:r>
                  <a:rPr lang="en-DE" dirty="0"/>
                  <a:t>for factor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DE" dirty="0"/>
                  <a:t> and variable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</m:sSub>
                  </m:oMath>
                </a14:m>
                <a:r>
                  <a:rPr lang="en-DE" dirty="0"/>
                  <a:t> is defined by</a:t>
                </a:r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pPr lvl="1"/>
                <a:r>
                  <a:rPr lang="en-DE" sz="1200" dirty="0"/>
                  <a:t>This is only applicable when the true message is normalizable (e.g., not for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𝕀</m:t>
                    </m:r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𝑥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≥0</m:t>
                        </m:r>
                      </m:e>
                    </m:d>
                  </m:oMath>
                </a14:m>
                <a:r>
                  <a:rPr lang="en-DE" sz="1200" dirty="0"/>
                  <a:t>)</a:t>
                </a:r>
              </a:p>
              <a:p>
                <a:pPr lvl="1"/>
                <a:r>
                  <a:rPr lang="en-DE" sz="1200" dirty="0"/>
                  <a:t>It is identical to approximating the marginal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if the incoming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is uniform</a:t>
                </a:r>
              </a:p>
              <a:p>
                <a:pPr lvl="1"/>
                <a:r>
                  <a:rPr lang="en-DE" sz="1200" dirty="0"/>
                  <a:t>For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r>
                  <a:rPr lang="en-DE" sz="1200" dirty="0"/>
                  <a:t> this approximation method matches the expected natural statistic of the message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9D5AB012-E39C-A192-3B3B-E7BC9EA5095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167584" y="1239837"/>
                <a:ext cx="7446875" cy="3639894"/>
              </a:xfrm>
              <a:blipFill>
                <a:blip r:embed="rId2"/>
                <a:stretch>
                  <a:fillRect t="-348" b="-243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B908A24C-F25D-64F9-DDDA-C71CB910B5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Direct Message Approximation</a:t>
            </a:r>
            <a:endParaRPr lang="en-D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68DF284-2D66-BEC2-3DD7-82B3922729BC}"/>
                  </a:ext>
                </a:extLst>
              </p:cNvPr>
              <p:cNvSpPr txBox="1"/>
              <p:nvPr/>
            </p:nvSpPr>
            <p:spPr bwMode="gray">
              <a:xfrm>
                <a:off x="1618027" y="3234233"/>
                <a:ext cx="5327654" cy="5350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400" b="1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</m:sSub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arg</m:t>
                          </m:r>
                          <m:limLow>
                            <m:limLow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</a:rPr>
                                <m:t>min</m:t>
                              </m:r>
                            </m:e>
                            <m:lim>
                              <m:sSub>
                                <m:sSubPr>
                                  <m:ctrlPr>
                                    <a:rPr lang="en-US" sz="14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1" i="1">
                                      <a:latin typeface="Cambria Math" panose="02040503050406030204" pitchFamily="18" charset="0"/>
                                    </a:rPr>
                                    <m:t>𝜽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lim>
                          </m:limLow>
                        </m:fName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𝐷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begChr m:val="["/>
                              <m:endChr m:val="]"/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140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den>
                              </m:f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𝑓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→</m:t>
                                  </m:r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</m:sub>
                              </m:sSub>
                              <m:d>
                                <m:d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40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unc>
                                <m:func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400"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400" b="1" i="1">
                                              <a:latin typeface="Cambria Math" panose="02040503050406030204" pitchFamily="18" charset="0"/>
                                            </a:rPr>
                                            <m:t>𝜽</m:t>
                                          </m:r>
                                        </m:e>
                                        <m:sub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𝑓</m:t>
                                          </m:r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→</m:t>
                                          </m:r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400">
                                              <a:latin typeface="Cambria Math" panose="02040503050406030204" pitchFamily="18" charset="0"/>
                                            </a:rPr>
                                            <m:t>T</m:t>
                                          </m:r>
                                        </m:sup>
                                      </m:sSubSup>
                                      <m:sSub>
                                        <m:sSub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400" b="1" i="1">
                                              <a:latin typeface="Cambria Math" panose="02040503050406030204" pitchFamily="18" charset="0"/>
                                            </a:rPr>
                                            <m:t>𝑻</m:t>
                                          </m:r>
                                        </m:e>
                                        <m:sub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</m:e>
                                      </m:d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𝐴</m:t>
                                          </m:r>
                                        </m:e>
                                        <m:sub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𝑗</m:t>
                                          </m:r>
                                        </m:sub>
                                      </m:sSub>
                                      <m:d>
                                        <m:d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4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400" b="1" i="1" smtClean="0">
                                                  <a:latin typeface="Cambria Math" panose="02040503050406030204" pitchFamily="18" charset="0"/>
                                                </a:rPr>
                                                <m:t>𝜽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  <m:t>𝑓</m:t>
                                              </m:r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  <m:t>→</m:t>
                                              </m:r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68DF284-2D66-BEC2-3DD7-82B3922729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18027" y="3234233"/>
                <a:ext cx="5327654" cy="535018"/>
              </a:xfrm>
              <a:prstGeom prst="rect">
                <a:avLst/>
              </a:prstGeom>
              <a:blipFill>
                <a:blip r:embed="rId3"/>
                <a:stretch>
                  <a:fillRect b="-232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199CBEF2-3D54-51FA-B90E-98F76C518CC8}"/>
              </a:ext>
            </a:extLst>
          </p:cNvPr>
          <p:cNvSpPr/>
          <p:nvPr/>
        </p:nvSpPr>
        <p:spPr bwMode="gray">
          <a:xfrm>
            <a:off x="3423829" y="3289197"/>
            <a:ext cx="1042663" cy="452481"/>
          </a:xfrm>
          <a:prstGeom prst="roundRect">
            <a:avLst/>
          </a:prstGeom>
          <a:solidFill>
            <a:srgbClr val="FFFF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49BA7920-D43A-3CF2-EC16-F5022D5F578B}"/>
              </a:ext>
            </a:extLst>
          </p:cNvPr>
          <p:cNvCxnSpPr>
            <a:cxnSpLocks/>
            <a:stCxn id="9" idx="3"/>
            <a:endCxn id="7" idx="2"/>
          </p:cNvCxnSpPr>
          <p:nvPr/>
        </p:nvCxnSpPr>
        <p:spPr bwMode="gray">
          <a:xfrm flipV="1">
            <a:off x="3789485" y="3741678"/>
            <a:ext cx="155676" cy="19118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5983E81-062C-F30F-A8A5-90752E242145}"/>
                  </a:ext>
                </a:extLst>
              </p:cNvPr>
              <p:cNvSpPr txBox="1"/>
              <p:nvPr/>
            </p:nvSpPr>
            <p:spPr bwMode="gray">
              <a:xfrm>
                <a:off x="616963" y="3741678"/>
                <a:ext cx="3172522" cy="38236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True normalized message with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≔</m:t>
                    </m:r>
                    <m:nary>
                      <m:naryPr>
                        <m:limLoc m:val="undOvr"/>
                        <m:subHide m:val="on"/>
                        <m:supHide m:val="on"/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sz="100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i="1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𝑓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</m:sSub>
                          </m:sub>
                        </m:sSub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sz="1000" b="0" i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d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nary>
                  </m:oMath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5983E81-062C-F30F-A8A5-90752E2421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16963" y="3741678"/>
                <a:ext cx="3172522" cy="382367"/>
              </a:xfrm>
              <a:prstGeom prst="rect">
                <a:avLst/>
              </a:prstGeom>
              <a:blipFill>
                <a:blip r:embed="rId4"/>
                <a:stretch>
                  <a:fillRect t="-58065" b="-967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BD6A9D32-9D14-E071-F946-2F2034E63F85}"/>
              </a:ext>
            </a:extLst>
          </p:cNvPr>
          <p:cNvSpPr/>
          <p:nvPr/>
        </p:nvSpPr>
        <p:spPr bwMode="gray">
          <a:xfrm>
            <a:off x="4530202" y="3287790"/>
            <a:ext cx="2107748" cy="453888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F7B6B963-927A-5F28-070E-D029BF62D48E}"/>
              </a:ext>
            </a:extLst>
          </p:cNvPr>
          <p:cNvCxnSpPr>
            <a:cxnSpLocks/>
            <a:stCxn id="16" idx="1"/>
          </p:cNvCxnSpPr>
          <p:nvPr/>
        </p:nvCxnSpPr>
        <p:spPr bwMode="gray">
          <a:xfrm flipH="1" flipV="1">
            <a:off x="5354517" y="3741678"/>
            <a:ext cx="97930" cy="25025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20CE334-B946-88F1-C38B-86BCA26EBFD0}"/>
              </a:ext>
            </a:extLst>
          </p:cNvPr>
          <p:cNvSpPr txBox="1"/>
          <p:nvPr/>
        </p:nvSpPr>
        <p:spPr bwMode="gray">
          <a:xfrm>
            <a:off x="5452447" y="3816437"/>
            <a:ext cx="2098373" cy="35098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Approximate normalized message</a:t>
            </a:r>
            <a:endParaRPr lang="en-DE" sz="1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546677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" grpId="0" animBg="1"/>
      <p:bldP spid="9" grpId="0"/>
      <p:bldP spid="14" grpId="0" animBg="1"/>
      <p:bldP spid="1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B36C1F-BFFB-55DD-2EC5-66ED3249B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AE6A2216-D888-2414-B5EB-7C9DF35EA62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334493" cy="3639894"/>
              </a:xfrm>
            </p:spPr>
            <p:txBody>
              <a:bodyPr/>
              <a:lstStyle/>
              <a:p>
                <a:r>
                  <a:rPr lang="en-DE" b="1" dirty="0"/>
                  <a:t>Recall</a:t>
                </a:r>
                <a:r>
                  <a:rPr lang="en-DE" dirty="0"/>
                  <a:t>: The application of a message update from a factor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DE" dirty="0"/>
                  <a:t> to a variable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GB" dirty="0"/>
                  <a:t> is the application of Bayes’ rule to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endParaRPr lang="en-GB" dirty="0"/>
              </a:p>
              <a:p>
                <a:endParaRPr lang="en-GB" b="1" dirty="0"/>
              </a:p>
              <a:p>
                <a:endParaRPr lang="en-GB" b="1" dirty="0"/>
              </a:p>
              <a:p>
                <a:endParaRPr lang="en-GB" b="1" dirty="0"/>
              </a:p>
              <a:p>
                <a:endParaRPr lang="en-GB" b="1" dirty="0"/>
              </a:p>
              <a:p>
                <a:endParaRPr lang="en-GB" b="1" dirty="0"/>
              </a:p>
              <a:p>
                <a:pPr lvl="1"/>
                <a:endParaRPr lang="en-GB" sz="1200" dirty="0"/>
              </a:p>
              <a:p>
                <a:pPr lvl="1"/>
                <a:r>
                  <a:rPr lang="en-GB" sz="1200" dirty="0"/>
                  <a:t>Direct Marginal Approximation is equivalent to approximating the posterior probability (and the normalization constant is the probability of data also known as </a:t>
                </a:r>
                <a:r>
                  <a:rPr lang="en-GB" sz="1200" i="1" dirty="0"/>
                  <a:t>evidence</a:t>
                </a:r>
                <a:r>
                  <a:rPr lang="en-GB" sz="1200" dirty="0"/>
                  <a:t>)</a:t>
                </a:r>
              </a:p>
              <a:p>
                <a:pPr lvl="1"/>
                <a:r>
                  <a:rPr lang="en-GB" sz="1200" dirty="0"/>
                  <a:t>Message approximation is equivalent to approximating the likelihood directly!</a:t>
                </a:r>
              </a:p>
              <a:p>
                <a:r>
                  <a:rPr lang="en-DE" b="1" dirty="0"/>
                  <a:t>Main Question</a:t>
                </a:r>
                <a:r>
                  <a:rPr lang="en-DE" dirty="0"/>
                  <a:t>: Can we guarantee anything about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DE" dirty="0"/>
                  <a:t>-divergence of the marginals when we approximate the messages directly?</a:t>
                </a:r>
              </a:p>
              <a:p>
                <a:endParaRPr lang="en-DE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AE6A2216-D888-2414-B5EB-7C9DF35EA62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334493" cy="3639894"/>
              </a:xfrm>
              <a:blipFill>
                <a:blip r:embed="rId2"/>
                <a:stretch>
                  <a:fillRect t="-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3634A6B2-E6DA-5178-BC75-3A95B22D7F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Direct Message Approximation: Interpretation</a:t>
            </a:r>
            <a:endParaRPr lang="en-D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90E9004-7982-6AA2-5A23-F06BB1D42864}"/>
                  </a:ext>
                </a:extLst>
              </p:cNvPr>
              <p:cNvSpPr txBox="1"/>
              <p:nvPr/>
            </p:nvSpPr>
            <p:spPr bwMode="gray">
              <a:xfrm>
                <a:off x="1804347" y="1855224"/>
                <a:ext cx="2376767" cy="64293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supHide m:val="on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∈</m:t>
                          </m:r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ne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sub>
                        <m:sup/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DE" sz="14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90E9004-7982-6AA2-5A23-F06BB1D428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04347" y="1855224"/>
                <a:ext cx="2376767" cy="642933"/>
              </a:xfrm>
              <a:prstGeom prst="rect">
                <a:avLst/>
              </a:prstGeom>
              <a:blipFill>
                <a:blip r:embed="rId3"/>
                <a:stretch>
                  <a:fillRect t="-109615" b="-15576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>
            <a:extLst>
              <a:ext uri="{FF2B5EF4-FFF2-40B4-BE49-F238E27FC236}">
                <a16:creationId xmlns:a16="http://schemas.microsoft.com/office/drawing/2014/main" id="{A7A572E5-EE84-D34B-C182-A80F2CC042C4}"/>
              </a:ext>
            </a:extLst>
          </p:cNvPr>
          <p:cNvSpPr/>
          <p:nvPr/>
        </p:nvSpPr>
        <p:spPr bwMode="gray">
          <a:xfrm>
            <a:off x="8624564" y="2072847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A1BAAB99-F52E-67CE-3AA1-7B68C817C17C}"/>
              </a:ext>
            </a:extLst>
          </p:cNvPr>
          <p:cNvCxnSpPr>
            <a:cxnSpLocks/>
            <a:stCxn id="13" idx="0"/>
            <a:endCxn id="35" idx="2"/>
          </p:cNvCxnSpPr>
          <p:nvPr/>
        </p:nvCxnSpPr>
        <p:spPr bwMode="gray">
          <a:xfrm flipV="1">
            <a:off x="8205683" y="1302836"/>
            <a:ext cx="251743" cy="38276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46417F7D-8111-D7E9-0580-A6B4D6437FEC}"/>
                  </a:ext>
                </a:extLst>
              </p:cNvPr>
              <p:cNvSpPr/>
              <p:nvPr/>
            </p:nvSpPr>
            <p:spPr bwMode="gray">
              <a:xfrm>
                <a:off x="8079683" y="168560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46417F7D-8111-D7E9-0580-A6B4D6437F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79683" y="1685603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F409DABB-A65D-BC99-90A5-FB5735AC89DF}"/>
              </a:ext>
            </a:extLst>
          </p:cNvPr>
          <p:cNvCxnSpPr>
            <a:cxnSpLocks/>
          </p:cNvCxnSpPr>
          <p:nvPr/>
        </p:nvCxnSpPr>
        <p:spPr bwMode="gray">
          <a:xfrm flipH="1">
            <a:off x="7655517" y="1766966"/>
            <a:ext cx="420543" cy="363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558E1BE-1EEC-D961-7FCC-96C645FD8EBE}"/>
                  </a:ext>
                </a:extLst>
              </p:cNvPr>
              <p:cNvSpPr txBox="1"/>
              <p:nvPr/>
            </p:nvSpPr>
            <p:spPr bwMode="gray">
              <a:xfrm>
                <a:off x="7662189" y="1601069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558E1BE-1EEC-D961-7FCC-96C645FD8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62189" y="1601069"/>
                <a:ext cx="465387" cy="169068"/>
              </a:xfrm>
              <a:prstGeom prst="rect">
                <a:avLst/>
              </a:prstGeom>
              <a:blipFill>
                <a:blip r:embed="rId5"/>
                <a:stretch>
                  <a:fillRect b="-7143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A9B679C2-A69B-8E0C-775B-EC161B95E898}"/>
              </a:ext>
            </a:extLst>
          </p:cNvPr>
          <p:cNvCxnSpPr>
            <a:cxnSpLocks/>
          </p:cNvCxnSpPr>
          <p:nvPr/>
        </p:nvCxnSpPr>
        <p:spPr bwMode="gray">
          <a:xfrm flipH="1">
            <a:off x="7651898" y="1864983"/>
            <a:ext cx="420543" cy="363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B0339-6350-C54F-BE40-7DA7B81CB47B}"/>
                  </a:ext>
                </a:extLst>
              </p:cNvPr>
              <p:cNvSpPr txBox="1"/>
              <p:nvPr/>
            </p:nvSpPr>
            <p:spPr bwMode="gray">
              <a:xfrm>
                <a:off x="7681239" y="1854383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B0339-6350-C54F-BE40-7DA7B81CB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81239" y="1854383"/>
                <a:ext cx="465387" cy="169068"/>
              </a:xfrm>
              <a:prstGeom prst="rect">
                <a:avLst/>
              </a:prstGeom>
              <a:blipFill>
                <a:blip r:embed="rId6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27D8D9A8-5316-173F-14FB-5C75F59692AA}"/>
              </a:ext>
            </a:extLst>
          </p:cNvPr>
          <p:cNvCxnSpPr>
            <a:cxnSpLocks/>
          </p:cNvCxnSpPr>
          <p:nvPr/>
        </p:nvCxnSpPr>
        <p:spPr bwMode="gray">
          <a:xfrm flipH="1">
            <a:off x="8162435" y="1347639"/>
            <a:ext cx="180116" cy="274966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0E57D50-039C-DDD5-5579-A5742EC6E4AC}"/>
                  </a:ext>
                </a:extLst>
              </p:cNvPr>
              <p:cNvSpPr txBox="1"/>
              <p:nvPr/>
            </p:nvSpPr>
            <p:spPr bwMode="gray">
              <a:xfrm rot="18039282">
                <a:off x="8003793" y="1252073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0E57D50-039C-DDD5-5579-A5742EC6E4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8039282">
                <a:off x="8003793" y="1252073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ectangle 34">
            <a:extLst>
              <a:ext uri="{FF2B5EF4-FFF2-40B4-BE49-F238E27FC236}">
                <a16:creationId xmlns:a16="http://schemas.microsoft.com/office/drawing/2014/main" id="{B4695DB6-EBBD-03FA-E30C-AD46B92499D6}"/>
              </a:ext>
            </a:extLst>
          </p:cNvPr>
          <p:cNvSpPr/>
          <p:nvPr/>
        </p:nvSpPr>
        <p:spPr bwMode="gray">
          <a:xfrm>
            <a:off x="8394426" y="1176837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81164BB-0743-9CA9-3A6B-568C5CE364AC}"/>
              </a:ext>
            </a:extLst>
          </p:cNvPr>
          <p:cNvSpPr/>
          <p:nvPr/>
        </p:nvSpPr>
        <p:spPr bwMode="gray">
          <a:xfrm>
            <a:off x="8627120" y="1433507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AF49D01-C3A6-F611-4E14-81906570B336}"/>
              </a:ext>
            </a:extLst>
          </p:cNvPr>
          <p:cNvSpPr/>
          <p:nvPr/>
        </p:nvSpPr>
        <p:spPr bwMode="gray">
          <a:xfrm>
            <a:off x="8393147" y="232951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FED7438-0C94-A21C-017D-B410F4FDE5CB}"/>
              </a:ext>
            </a:extLst>
          </p:cNvPr>
          <p:cNvSpPr/>
          <p:nvPr/>
        </p:nvSpPr>
        <p:spPr bwMode="gray">
          <a:xfrm>
            <a:off x="8824764" y="1748603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6AF9896F-8D9A-1FB2-2340-67996F8C9A3C}"/>
              </a:ext>
            </a:extLst>
          </p:cNvPr>
          <p:cNvSpPr/>
          <p:nvPr/>
        </p:nvSpPr>
        <p:spPr bwMode="gray">
          <a:xfrm>
            <a:off x="7508495" y="1748603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EDD6DC50-5D39-338C-C5CB-8CE7AFCF99E9}"/>
              </a:ext>
            </a:extLst>
          </p:cNvPr>
          <p:cNvCxnSpPr>
            <a:cxnSpLocks/>
            <a:stCxn id="13" idx="7"/>
            <a:endCxn id="36" idx="1"/>
          </p:cNvCxnSpPr>
          <p:nvPr/>
        </p:nvCxnSpPr>
        <p:spPr bwMode="gray">
          <a:xfrm flipV="1">
            <a:off x="8294778" y="1496507"/>
            <a:ext cx="332342" cy="22600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B54E4DE4-F1F8-2D06-BF0B-F88F6EF495E9}"/>
              </a:ext>
            </a:extLst>
          </p:cNvPr>
          <p:cNvCxnSpPr>
            <a:cxnSpLocks/>
            <a:stCxn id="13" idx="6"/>
            <a:endCxn id="38" idx="1"/>
          </p:cNvCxnSpPr>
          <p:nvPr/>
        </p:nvCxnSpPr>
        <p:spPr bwMode="gray">
          <a:xfrm>
            <a:off x="8331682" y="1811603"/>
            <a:ext cx="49308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5E562BB9-7406-6DE9-3784-F7C378F2B81C}"/>
              </a:ext>
            </a:extLst>
          </p:cNvPr>
          <p:cNvCxnSpPr>
            <a:cxnSpLocks/>
            <a:stCxn id="13" idx="5"/>
            <a:endCxn id="11" idx="1"/>
          </p:cNvCxnSpPr>
          <p:nvPr/>
        </p:nvCxnSpPr>
        <p:spPr bwMode="gray">
          <a:xfrm>
            <a:off x="8294778" y="1900698"/>
            <a:ext cx="329786" cy="23514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23054C47-6840-85C2-D4A0-98A27FB8E463}"/>
              </a:ext>
            </a:extLst>
          </p:cNvPr>
          <p:cNvCxnSpPr>
            <a:cxnSpLocks/>
            <a:stCxn id="13" idx="4"/>
            <a:endCxn id="37" idx="0"/>
          </p:cNvCxnSpPr>
          <p:nvPr/>
        </p:nvCxnSpPr>
        <p:spPr bwMode="gray">
          <a:xfrm>
            <a:off x="8205683" y="1937602"/>
            <a:ext cx="250464" cy="39191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D9317A75-A0FF-FA3A-8DE8-C1964E031678}"/>
              </a:ext>
            </a:extLst>
          </p:cNvPr>
          <p:cNvCxnSpPr>
            <a:cxnSpLocks/>
            <a:stCxn id="39" idx="3"/>
            <a:endCxn id="13" idx="2"/>
          </p:cNvCxnSpPr>
          <p:nvPr/>
        </p:nvCxnSpPr>
        <p:spPr bwMode="gray">
          <a:xfrm>
            <a:off x="7634494" y="1811603"/>
            <a:ext cx="445189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DE81CC4-03B5-18EE-24DC-0F3F71EF7B34}"/>
                  </a:ext>
                </a:extLst>
              </p:cNvPr>
              <p:cNvSpPr txBox="1"/>
              <p:nvPr/>
            </p:nvSpPr>
            <p:spPr bwMode="gray">
              <a:xfrm>
                <a:off x="8476664" y="1035100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3DE81CC4-03B5-18EE-24DC-0F3F71EF7B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76664" y="1035100"/>
                <a:ext cx="223796" cy="23083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24C2BBE-3310-7DD8-E708-32B311CB9300}"/>
                  </a:ext>
                </a:extLst>
              </p:cNvPr>
              <p:cNvSpPr txBox="1"/>
              <p:nvPr/>
            </p:nvSpPr>
            <p:spPr bwMode="gray">
              <a:xfrm>
                <a:off x="8709168" y="1302836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24C2BBE-3310-7DD8-E708-32B311CB9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09168" y="1302836"/>
                <a:ext cx="223796" cy="2308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F004E18C-4119-7E5F-EC5A-457CC6ACAC11}"/>
                  </a:ext>
                </a:extLst>
              </p:cNvPr>
              <p:cNvSpPr txBox="1"/>
              <p:nvPr/>
            </p:nvSpPr>
            <p:spPr bwMode="gray">
              <a:xfrm>
                <a:off x="8911689" y="1696186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F004E18C-4119-7E5F-EC5A-457CC6ACAC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911689" y="1696186"/>
                <a:ext cx="223796" cy="2308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980B269-3E51-1959-62DF-29D5618615CA}"/>
                  </a:ext>
                </a:extLst>
              </p:cNvPr>
              <p:cNvSpPr txBox="1"/>
              <p:nvPr/>
            </p:nvSpPr>
            <p:spPr bwMode="gray">
              <a:xfrm>
                <a:off x="8711489" y="1905013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980B269-3E51-1959-62DF-29D5618615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11489" y="1905013"/>
                <a:ext cx="223796" cy="2308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61600AB-B260-485B-AB0A-BE7BB4682D38}"/>
                  </a:ext>
                </a:extLst>
              </p:cNvPr>
              <p:cNvSpPr txBox="1"/>
              <p:nvPr/>
            </p:nvSpPr>
            <p:spPr bwMode="gray">
              <a:xfrm>
                <a:off x="8456147" y="2381934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61600AB-B260-485B-AB0A-BE7BB4682D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56147" y="2381934"/>
                <a:ext cx="223796" cy="2308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2DBFC9D2-D4FF-7A14-88D8-FE88ABAAF1DA}"/>
                  </a:ext>
                </a:extLst>
              </p:cNvPr>
              <p:cNvSpPr txBox="1"/>
              <p:nvPr/>
            </p:nvSpPr>
            <p:spPr bwMode="gray">
              <a:xfrm>
                <a:off x="7270597" y="1696186"/>
                <a:ext cx="223796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2DBFC9D2-D4FF-7A14-88D8-FE88ABAAF1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70597" y="1696186"/>
                <a:ext cx="223796" cy="23083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BD18872A-DFF0-F577-2933-A21D8EA23E22}"/>
              </a:ext>
            </a:extLst>
          </p:cNvPr>
          <p:cNvCxnSpPr>
            <a:cxnSpLocks/>
          </p:cNvCxnSpPr>
          <p:nvPr/>
        </p:nvCxnSpPr>
        <p:spPr bwMode="gray">
          <a:xfrm flipH="1">
            <a:off x="8308200" y="1473651"/>
            <a:ext cx="238321" cy="187275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FC0CBC89-1E2A-0B1A-AB2F-CB9549D24C92}"/>
              </a:ext>
            </a:extLst>
          </p:cNvPr>
          <p:cNvCxnSpPr>
            <a:cxnSpLocks/>
          </p:cNvCxnSpPr>
          <p:nvPr/>
        </p:nvCxnSpPr>
        <p:spPr bwMode="gray">
          <a:xfrm flipH="1">
            <a:off x="8355936" y="1764754"/>
            <a:ext cx="420543" cy="363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113880E6-B705-26AF-055A-CD14E88F97A3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8335305" y="1882375"/>
            <a:ext cx="242918" cy="162957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3812604B-143D-1B25-29FE-B35ADD0CEE40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8288964" y="1988350"/>
            <a:ext cx="179055" cy="288549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6033CB21-C439-9E88-927E-DE829C0332C8}"/>
                  </a:ext>
                </a:extLst>
              </p:cNvPr>
              <p:cNvSpPr txBox="1"/>
              <p:nvPr/>
            </p:nvSpPr>
            <p:spPr bwMode="gray">
              <a:xfrm>
                <a:off x="8409526" y="158909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6033CB21-C439-9E88-927E-DE829C0332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409526" y="1589096"/>
                <a:ext cx="465387" cy="20581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76DEF0E-55CB-4BA5-2751-AAA1739B243A}"/>
                  </a:ext>
                </a:extLst>
              </p:cNvPr>
              <p:cNvSpPr txBox="1"/>
              <p:nvPr/>
            </p:nvSpPr>
            <p:spPr bwMode="gray">
              <a:xfrm rot="3224865">
                <a:off x="8279545" y="2090265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5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76DEF0E-55CB-4BA5-2751-AAA1739B24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3224865">
                <a:off x="8279545" y="2090265"/>
                <a:ext cx="465387" cy="20581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7A13DB96-BAA2-03FE-09B4-BF9904267EDB}"/>
                  </a:ext>
                </a:extLst>
              </p:cNvPr>
              <p:cNvSpPr txBox="1"/>
              <p:nvPr/>
            </p:nvSpPr>
            <p:spPr bwMode="gray">
              <a:xfrm rot="19222435">
                <a:off x="8236007" y="1340355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7A13DB96-BAA2-03FE-09B4-BF9904267E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222435">
                <a:off x="8236007" y="1340355"/>
                <a:ext cx="465387" cy="20581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34E0345-BE82-6583-7633-000D207AD4EF}"/>
                  </a:ext>
                </a:extLst>
              </p:cNvPr>
              <p:cNvSpPr txBox="1"/>
              <p:nvPr/>
            </p:nvSpPr>
            <p:spPr bwMode="gray">
              <a:xfrm rot="1998137">
                <a:off x="8340072" y="1840146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7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7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7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34E0345-BE82-6583-7633-000D207AD4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98137">
                <a:off x="8340072" y="1840146"/>
                <a:ext cx="465387" cy="20581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9F8970F-9016-0D70-F023-77D379717AB1}"/>
                  </a:ext>
                </a:extLst>
              </p:cNvPr>
              <p:cNvSpPr txBox="1"/>
              <p:nvPr/>
            </p:nvSpPr>
            <p:spPr bwMode="gray">
              <a:xfrm>
                <a:off x="1816295" y="2483628"/>
                <a:ext cx="4683318" cy="325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DE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9F8970F-9016-0D70-F023-77D379717A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16295" y="2483628"/>
                <a:ext cx="4683318" cy="32502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1" name="Rounded Rectangle 100">
            <a:extLst>
              <a:ext uri="{FF2B5EF4-FFF2-40B4-BE49-F238E27FC236}">
                <a16:creationId xmlns:a16="http://schemas.microsoft.com/office/drawing/2014/main" id="{990742C9-3B36-5482-DC14-DEA6C0F8D7D3}"/>
              </a:ext>
            </a:extLst>
          </p:cNvPr>
          <p:cNvSpPr/>
          <p:nvPr/>
        </p:nvSpPr>
        <p:spPr bwMode="gray">
          <a:xfrm>
            <a:off x="4410681" y="2521725"/>
            <a:ext cx="690138" cy="25202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17F84A06-EAEB-FF78-6E87-5A5B01F82704}"/>
                  </a:ext>
                </a:extLst>
              </p:cNvPr>
              <p:cNvSpPr txBox="1"/>
              <p:nvPr/>
            </p:nvSpPr>
            <p:spPr bwMode="gray">
              <a:xfrm>
                <a:off x="5013891" y="2972701"/>
                <a:ext cx="710856" cy="3479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Prior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17F84A06-EAEB-FF78-6E87-5A5B01F827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13891" y="2972701"/>
                <a:ext cx="710856" cy="347909"/>
              </a:xfrm>
              <a:prstGeom prst="rect">
                <a:avLst/>
              </a:prstGeom>
              <a:blipFill>
                <a:blip r:embed="rId19"/>
                <a:stretch>
                  <a:fillRect t="-1428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3" name="Straight Arrow Connector 102">
            <a:extLst>
              <a:ext uri="{FF2B5EF4-FFF2-40B4-BE49-F238E27FC236}">
                <a16:creationId xmlns:a16="http://schemas.microsoft.com/office/drawing/2014/main" id="{1B9CA1CC-706A-125C-D489-FF27EB3EED0C}"/>
              </a:ext>
            </a:extLst>
          </p:cNvPr>
          <p:cNvCxnSpPr>
            <a:cxnSpLocks/>
            <a:stCxn id="102" idx="0"/>
            <a:endCxn id="101" idx="3"/>
          </p:cNvCxnSpPr>
          <p:nvPr/>
        </p:nvCxnSpPr>
        <p:spPr bwMode="gray">
          <a:xfrm flipH="1" flipV="1">
            <a:off x="5100819" y="2647739"/>
            <a:ext cx="268500" cy="32496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Rounded Rectangle 103">
            <a:extLst>
              <a:ext uri="{FF2B5EF4-FFF2-40B4-BE49-F238E27FC236}">
                <a16:creationId xmlns:a16="http://schemas.microsoft.com/office/drawing/2014/main" id="{F767C5FF-01D9-711B-CB00-7581B9414067}"/>
              </a:ext>
            </a:extLst>
          </p:cNvPr>
          <p:cNvSpPr/>
          <p:nvPr/>
        </p:nvSpPr>
        <p:spPr bwMode="gray">
          <a:xfrm>
            <a:off x="3617030" y="2527467"/>
            <a:ext cx="690137" cy="25202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6C283E97-F797-D8FB-243F-8FE405C29CB2}"/>
                  </a:ext>
                </a:extLst>
              </p:cNvPr>
              <p:cNvSpPr txBox="1"/>
              <p:nvPr/>
            </p:nvSpPr>
            <p:spPr bwMode="gray">
              <a:xfrm>
                <a:off x="3387043" y="2946595"/>
                <a:ext cx="1150113" cy="38827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Likelihood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 </a:t>
                </a:r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6C283E97-F797-D8FB-243F-8FE405C29C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87043" y="2946595"/>
                <a:ext cx="1150113" cy="388275"/>
              </a:xfrm>
              <a:prstGeom prst="rect">
                <a:avLst/>
              </a:prstGeom>
              <a:blipFill>
                <a:blip r:embed="rId20"/>
                <a:stretch>
                  <a:fillRect b="-3125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DA6A6CE-9D9F-AF6E-AF08-D35AC63B5E19}"/>
              </a:ext>
            </a:extLst>
          </p:cNvPr>
          <p:cNvCxnSpPr>
            <a:cxnSpLocks/>
            <a:stCxn id="105" idx="0"/>
            <a:endCxn id="104" idx="2"/>
          </p:cNvCxnSpPr>
          <p:nvPr/>
        </p:nvCxnSpPr>
        <p:spPr bwMode="gray">
          <a:xfrm flipH="1" flipV="1">
            <a:off x="3962099" y="2779495"/>
            <a:ext cx="1" cy="16710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ounded Rectangle 106">
            <a:extLst>
              <a:ext uri="{FF2B5EF4-FFF2-40B4-BE49-F238E27FC236}">
                <a16:creationId xmlns:a16="http://schemas.microsoft.com/office/drawing/2014/main" id="{47FC96BC-A978-1D23-A872-80C0A683BFEB}"/>
              </a:ext>
            </a:extLst>
          </p:cNvPr>
          <p:cNvSpPr/>
          <p:nvPr/>
        </p:nvSpPr>
        <p:spPr bwMode="gray">
          <a:xfrm>
            <a:off x="2917152" y="2521725"/>
            <a:ext cx="466715" cy="25202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81442BA-30DE-1BC0-8D69-9CE48FA78BA4}"/>
                  </a:ext>
                </a:extLst>
              </p:cNvPr>
              <p:cNvSpPr txBox="1"/>
              <p:nvPr/>
            </p:nvSpPr>
            <p:spPr bwMode="gray">
              <a:xfrm>
                <a:off x="1813785" y="2951256"/>
                <a:ext cx="1396015" cy="3789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Posterior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×</m:t>
                    </m:r>
                  </m:oMath>
                </a14:m>
                <a:r>
                  <a:rPr lang="en-GB" sz="1000" dirty="0">
                    <a:solidFill>
                      <a:srgbClr val="C00000"/>
                    </a:solidFill>
                  </a:rPr>
                  <a:t> Evidence</a:t>
                </a:r>
                <a:br>
                  <a:rPr lang="en-GB" sz="1000" dirty="0">
                    <a:solidFill>
                      <a:srgbClr val="C00000"/>
                    </a:solidFill>
                  </a:rPr>
                </a:br>
                <a:r>
                  <a:rPr lang="en-GB" sz="1000" dirty="0">
                    <a:solidFill>
                      <a:srgbClr val="C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81442BA-30DE-1BC0-8D69-9CE48FA78B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813785" y="2951256"/>
                <a:ext cx="1396015" cy="378952"/>
              </a:xfrm>
              <a:prstGeom prst="rect">
                <a:avLst/>
              </a:prstGeom>
              <a:blipFill>
                <a:blip r:embed="rId21"/>
                <a:stretch>
                  <a:fillRect t="-3226" b="-322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9" name="Straight Arrow Connector 108">
            <a:extLst>
              <a:ext uri="{FF2B5EF4-FFF2-40B4-BE49-F238E27FC236}">
                <a16:creationId xmlns:a16="http://schemas.microsoft.com/office/drawing/2014/main" id="{645B1961-C605-2BAA-256B-F91D72ACB206}"/>
              </a:ext>
            </a:extLst>
          </p:cNvPr>
          <p:cNvCxnSpPr>
            <a:cxnSpLocks/>
            <a:stCxn id="108" idx="0"/>
            <a:endCxn id="107" idx="1"/>
          </p:cNvCxnSpPr>
          <p:nvPr/>
        </p:nvCxnSpPr>
        <p:spPr bwMode="gray">
          <a:xfrm flipV="1">
            <a:off x="2511793" y="2647739"/>
            <a:ext cx="405359" cy="30351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Arrow Connector 115">
            <a:extLst>
              <a:ext uri="{FF2B5EF4-FFF2-40B4-BE49-F238E27FC236}">
                <a16:creationId xmlns:a16="http://schemas.microsoft.com/office/drawing/2014/main" id="{773D242F-BE8B-F142-D971-8B5C1D39CCEC}"/>
              </a:ext>
            </a:extLst>
          </p:cNvPr>
          <p:cNvCxnSpPr>
            <a:cxnSpLocks/>
            <a:stCxn id="27" idx="2"/>
          </p:cNvCxnSpPr>
          <p:nvPr/>
        </p:nvCxnSpPr>
        <p:spPr bwMode="gray">
          <a:xfrm rot="5400000">
            <a:off x="7168977" y="1425585"/>
            <a:ext cx="147091" cy="1342823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ounded Rectangle 116">
            <a:extLst>
              <a:ext uri="{FF2B5EF4-FFF2-40B4-BE49-F238E27FC236}">
                <a16:creationId xmlns:a16="http://schemas.microsoft.com/office/drawing/2014/main" id="{20EB284F-D231-ECE5-8DAB-82C58B5FAD96}"/>
              </a:ext>
            </a:extLst>
          </p:cNvPr>
          <p:cNvSpPr/>
          <p:nvPr/>
        </p:nvSpPr>
        <p:spPr bwMode="gray">
          <a:xfrm>
            <a:off x="4986934" y="1927018"/>
            <a:ext cx="1584176" cy="55660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AF71FBD-22F6-F04A-D753-11CFAD7E263B}"/>
                  </a:ext>
                </a:extLst>
              </p:cNvPr>
              <p:cNvSpPr txBox="1"/>
              <p:nvPr/>
            </p:nvSpPr>
            <p:spPr bwMode="gray">
              <a:xfrm>
                <a:off x="3778608" y="1855224"/>
                <a:ext cx="2926984" cy="64293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nary>
                        <m:naryPr>
                          <m:chr m:val="∏"/>
                          <m:supHide m:val="on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∈</m:t>
                          </m:r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ne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∖</m:t>
                          </m:r>
                          <m:d>
                            <m:dPr>
                              <m:begChr m:val="{"/>
                              <m:endChr m:val="}"/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</m:d>
                        </m:sub>
                        <m:sup/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</m:e>
                      </m:nary>
                    </m:oMath>
                  </m:oMathPara>
                </a14:m>
                <a:endParaRPr lang="en-DE" dirty="0"/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AF71FBD-22F6-F04A-D753-11CFAD7E26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78608" y="1855224"/>
                <a:ext cx="2926984" cy="642933"/>
              </a:xfrm>
              <a:prstGeom prst="rect">
                <a:avLst/>
              </a:prstGeom>
              <a:blipFill>
                <a:blip r:embed="rId22"/>
                <a:stretch>
                  <a:fillRect t="-109615" b="-15576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7400042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1" grpId="0" animBg="1"/>
      <p:bldP spid="13" grpId="0" animBg="1"/>
      <p:bldP spid="25" grpId="0"/>
      <p:bldP spid="27" grpId="0"/>
      <p:bldP spid="29" grpId="0"/>
      <p:bldP spid="35" grpId="0" animBg="1"/>
      <p:bldP spid="36" grpId="0" animBg="1"/>
      <p:bldP spid="37" grpId="0" animBg="1"/>
      <p:bldP spid="38" grpId="0" animBg="1"/>
      <p:bldP spid="39" grpId="0" animBg="1"/>
      <p:bldP spid="59" grpId="0"/>
      <p:bldP spid="60" grpId="0"/>
      <p:bldP spid="61" grpId="0"/>
      <p:bldP spid="62" grpId="0"/>
      <p:bldP spid="63" grpId="0"/>
      <p:bldP spid="64" grpId="0"/>
      <p:bldP spid="86" grpId="0"/>
      <p:bldP spid="87" grpId="0"/>
      <p:bldP spid="97" grpId="0"/>
      <p:bldP spid="98" grpId="0"/>
      <p:bldP spid="100" grpId="0"/>
      <p:bldP spid="101" grpId="0" animBg="1"/>
      <p:bldP spid="102" grpId="0"/>
      <p:bldP spid="104" grpId="0" animBg="1"/>
      <p:bldP spid="105" grpId="0"/>
      <p:bldP spid="107" grpId="0" animBg="1"/>
      <p:bldP spid="108" grpId="0"/>
      <p:bldP spid="117" grpId="1" animBg="1"/>
      <p:bldP spid="12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4C800EBB-25B2-90DA-44CD-020C8A2418B7}"/>
              </a:ext>
            </a:extLst>
          </p:cNvPr>
          <p:cNvSpPr/>
          <p:nvPr/>
        </p:nvSpPr>
        <p:spPr bwMode="gray">
          <a:xfrm>
            <a:off x="7235827" y="3546088"/>
            <a:ext cx="1908173" cy="15498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05F089B-038D-274B-5B39-9AC5246BC2E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154832" cy="3563938"/>
              </a:xfrm>
            </p:spPr>
            <p:txBody>
              <a:bodyPr/>
              <a:lstStyle/>
              <a:p>
                <a:r>
                  <a:rPr lang="en-DE" b="1" dirty="0"/>
                  <a:t>Theorem (Herbrich &amp; Schlosser 2026)</a:t>
                </a:r>
                <a:r>
                  <a:rPr lang="en-DE" dirty="0"/>
                  <a:t>. Given a factor graph and a factor node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</m:oMath>
                </a14:m>
                <a:r>
                  <a:rPr lang="en-DE" dirty="0"/>
                  <a:t> connected to the variable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DE" dirty="0"/>
                  <a:t>, </a:t>
                </a:r>
                <a:r>
                  <a:rPr lang="en-US" dirty="0"/>
                  <a:t>we have the following for </a:t>
                </a:r>
                <a:r>
                  <a:rPr lang="en-DE" i="1" dirty="0"/>
                  <a:t>any</a:t>
                </a:r>
                <a:r>
                  <a:rPr lang="en-DE" dirty="0"/>
                  <a:t> normalized direct message approximation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of the normalized outgoing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 with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d>
                          <m:d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i="1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d>
                          <m:d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𝜖</m:t>
                    </m:r>
                  </m:oMath>
                </a14:m>
                <a:r>
                  <a:rPr lang="en-DE" dirty="0"/>
                  <a:t> and for </a:t>
                </a:r>
                <a:r>
                  <a:rPr lang="en-US" dirty="0"/>
                  <a:t>any </a:t>
                </a:r>
                <a:r>
                  <a:rPr lang="en-DE" dirty="0"/>
                  <a:t>normalized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dirty="0"/>
                  <a:t>, </a:t>
                </a:r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endParaRPr lang="en-DE" dirty="0"/>
              </a:p>
              <a:p>
                <a:pPr lvl="1"/>
                <a:endParaRPr lang="en-DE" sz="1200" dirty="0"/>
              </a:p>
              <a:p>
                <a:pPr lvl="1"/>
                <a:r>
                  <a:rPr lang="en-DE" sz="1200" dirty="0"/>
                  <a:t>The probability of data is large for well-chosen models</a:t>
                </a:r>
              </a:p>
              <a:p>
                <a:pPr lvl="1"/>
                <a:r>
                  <a:rPr lang="en-US" sz="1200" dirty="0"/>
                  <a:t>The maximum value of the density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DE" sz="1200" dirty="0"/>
                  <a:t> is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𝜋</m:t>
                            </m:r>
                          </m:e>
                        </m:d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f>
                          <m:f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den>
                        </m:f>
                      </m:sup>
                    </m:sSup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⋅</m:t>
                    </m:r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</m:sub>
                      <m:sup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−1 </m:t>
                        </m:r>
                      </m:sup>
                    </m:sSubSup>
                  </m:oMath>
                </a14:m>
                <a:r>
                  <a:rPr lang="en-DE" sz="1200" dirty="0"/>
                  <a:t> for Gaussians</a:t>
                </a:r>
              </a:p>
              <a:p>
                <a:pPr lvl="1"/>
                <a:r>
                  <a:rPr lang="en-DE" sz="1200" dirty="0"/>
                  <a:t>The maximum value of density and probability of data are competing: For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𝑓</m:t>
                        </m:r>
                      </m:sub>
                      <m:sup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2 </m:t>
                        </m:r>
                      </m:sup>
                    </m:sSubSup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→+∞</m:t>
                    </m:r>
                  </m:oMath>
                </a14:m>
                <a:r>
                  <a:rPr lang="en-DE" sz="1200" dirty="0"/>
                  <a:t> the numerator converges to zero but the denominator (i.e., probability of data) converges to 0!</a:t>
                </a:r>
              </a:p>
              <a:p>
                <a:pPr lvl="1"/>
                <a:r>
                  <a:rPr lang="en-DE" sz="1200" dirty="0"/>
                  <a:t>This can also be shown for the reverse KL divergence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  <m: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endParaRPr lang="en-DE" sz="1200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05F089B-038D-274B-5B39-9AC5246BC2E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154832" cy="3563938"/>
              </a:xfrm>
              <a:blipFill>
                <a:blip r:embed="rId2"/>
                <a:stretch>
                  <a:fillRect t="-355" b="-63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87AB784F-283F-8543-22DA-70FA235356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Direct Message Approximation Bound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BD912CAF-E600-2320-364C-E03DF7C26973}"/>
                  </a:ext>
                </a:extLst>
              </p:cNvPr>
              <p:cNvSpPr txBox="1"/>
              <p:nvPr/>
            </p:nvSpPr>
            <p:spPr bwMode="gray">
              <a:xfrm>
                <a:off x="489487" y="2201844"/>
                <a:ext cx="6877051" cy="5808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400">
                          <a:latin typeface="Cambria Math" panose="02040503050406030204" pitchFamily="18" charset="0"/>
                        </a:rPr>
                        <m:t>KL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den>
                          </m:f>
                          <m:sSub>
                            <m:sSub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400" b="0" i="1" dirty="0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400" b="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acc>
                                <m:accPr>
                                  <m:chr m:val="̂"/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den>
                          </m:f>
                          <m:sSub>
                            <m:sSub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  <m:r>
                            <a:rPr lang="en-US" sz="1400" i="1" dirty="0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 dirty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</m:e>
                          </m:d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≤</m:t>
                      </m:r>
                      <m:rad>
                        <m:radPr>
                          <m:degHide m:val="on"/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ra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d>
                                <m:dPr>
                                  <m:begChr m:val="‖"/>
                                  <m:endChr m:val="‖"/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i="1" dirty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e>
                                    <m:sub>
                                      <m:r>
                                        <a:rPr lang="en-US" sz="1400" i="1" dirty="0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  <m:r>
                                        <a:rPr lang="en-US" sz="1400" i="1" dirty="0">
                                          <a:latin typeface="Cambria Math" panose="02040503050406030204" pitchFamily="18" charset="0"/>
                                        </a:rPr>
                                        <m:t>→</m:t>
                                      </m:r>
                                      <m:r>
                                        <a:rPr lang="en-US" sz="1400" i="1" dirty="0">
                                          <a:latin typeface="Cambria Math" panose="02040503050406030204" pitchFamily="18" charset="0"/>
                                        </a:rPr>
                                        <m:t>𝑓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400" b="0" i="1" dirty="0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400" b="0" i="1" dirty="0" smtClean="0">
                                          <a:latin typeface="Cambria Math" panose="02040503050406030204" pitchFamily="18" charset="0"/>
                                        </a:rPr>
                                        <m:t>⋅</m:t>
                                      </m:r>
                                    </m:e>
                                  </m:d>
                                </m:e>
                              </m:d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∞</m:t>
                              </m:r>
                            </m:sub>
                          </m:sSub>
                        </m:num>
                        <m:den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den>
                      </m:f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𝜖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ad>
                            <m:radPr>
                              <m:degHide m:val="on"/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</m:rad>
                        </m:e>
                      </m:d>
                    </m:oMath>
                  </m:oMathPara>
                </a14:m>
                <a:endParaRPr lang="en-DE" sz="14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BD912CAF-E600-2320-364C-E03DF7C26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487" y="2201844"/>
                <a:ext cx="6877051" cy="580865"/>
              </a:xfrm>
              <a:prstGeom prst="rect">
                <a:avLst/>
              </a:prstGeom>
              <a:blipFill>
                <a:blip r:embed="rId3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46DDF61D-F3F6-B475-B521-248300D25E5A}"/>
              </a:ext>
            </a:extLst>
          </p:cNvPr>
          <p:cNvCxnSpPr>
            <a:cxnSpLocks/>
            <a:stCxn id="8" idx="0"/>
            <a:endCxn id="16" idx="2"/>
          </p:cNvCxnSpPr>
          <p:nvPr/>
        </p:nvCxnSpPr>
        <p:spPr bwMode="gray">
          <a:xfrm flipV="1">
            <a:off x="2999174" y="2745727"/>
            <a:ext cx="0" cy="319723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23D407D-0DDA-C8F7-8A51-12B8105C1A01}"/>
                  </a:ext>
                </a:extLst>
              </p:cNvPr>
              <p:cNvSpPr txBox="1"/>
              <p:nvPr/>
            </p:nvSpPr>
            <p:spPr bwMode="gray">
              <a:xfrm>
                <a:off x="1977705" y="3065450"/>
                <a:ext cx="2042937" cy="70913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Approximate Probability of data</a:t>
                </a:r>
                <a:endParaRPr lang="en-US" sz="1000" i="1" dirty="0">
                  <a:solidFill>
                    <a:srgbClr val="C00000"/>
                  </a:solidFill>
                  <a:latin typeface="Cambria Math" panose="02040503050406030204" pitchFamily="18" charset="0"/>
                </a:endParaRPr>
              </a:p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̂"/>
                          <m:ctrlPr>
                            <a:rPr lang="en-US" sz="10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acc>
                      <m:r>
                        <a:rPr lang="en-US" sz="10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≔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10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0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D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23D407D-0DDA-C8F7-8A51-12B8105C1A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77705" y="3065450"/>
                <a:ext cx="2042937" cy="709138"/>
              </a:xfrm>
              <a:prstGeom prst="rect">
                <a:avLst/>
              </a:prstGeom>
              <a:blipFill>
                <a:blip r:embed="rId4"/>
                <a:stretch>
                  <a:fillRect l="-4321" t="-57895" b="-11403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TextBox 9">
            <a:extLst>
              <a:ext uri="{FF2B5EF4-FFF2-40B4-BE49-F238E27FC236}">
                <a16:creationId xmlns:a16="http://schemas.microsoft.com/office/drawing/2014/main" id="{DA6745EE-C9D8-FD89-6D04-FDDE44F9A455}"/>
              </a:ext>
            </a:extLst>
          </p:cNvPr>
          <p:cNvSpPr txBox="1"/>
          <p:nvPr/>
        </p:nvSpPr>
        <p:spPr bwMode="gray">
          <a:xfrm>
            <a:off x="358776" y="3352724"/>
            <a:ext cx="1736721" cy="382367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C2586E95-BCC3-1E6D-014B-B53324FE35AC}"/>
              </a:ext>
            </a:extLst>
          </p:cNvPr>
          <p:cNvSpPr/>
          <p:nvPr/>
        </p:nvSpPr>
        <p:spPr bwMode="gray">
          <a:xfrm>
            <a:off x="2924557" y="2546640"/>
            <a:ext cx="149234" cy="19908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A5259B63-51F2-1428-2F30-FEFDE44D56CC}"/>
              </a:ext>
            </a:extLst>
          </p:cNvPr>
          <p:cNvCxnSpPr>
            <a:cxnSpLocks/>
            <a:stCxn id="20" idx="0"/>
          </p:cNvCxnSpPr>
          <p:nvPr/>
        </p:nvCxnSpPr>
        <p:spPr bwMode="gray">
          <a:xfrm flipV="1">
            <a:off x="575058" y="2571750"/>
            <a:ext cx="305568" cy="39641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A1AE4358-2664-7158-13D4-D2C439C824B5}"/>
              </a:ext>
            </a:extLst>
          </p:cNvPr>
          <p:cNvSpPr txBox="1"/>
          <p:nvPr/>
        </p:nvSpPr>
        <p:spPr bwMode="gray">
          <a:xfrm>
            <a:off x="-3371" y="2968169"/>
            <a:ext cx="1156858" cy="336327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DE" sz="1000" dirty="0">
                <a:solidFill>
                  <a:srgbClr val="C00000"/>
                </a:solidFill>
              </a:rPr>
              <a:t>KL divergence of</a:t>
            </a:r>
            <a:br>
              <a:rPr lang="en-DE" sz="1000" dirty="0">
                <a:solidFill>
                  <a:srgbClr val="C00000"/>
                </a:solidFill>
              </a:rPr>
            </a:br>
            <a:r>
              <a:rPr lang="en-DE" sz="1000" i="1" dirty="0">
                <a:solidFill>
                  <a:srgbClr val="C00000"/>
                </a:solidFill>
              </a:rPr>
              <a:t>marginal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65071027-57CA-3D69-19A1-AE18ACF24A7A}"/>
              </a:ext>
            </a:extLst>
          </p:cNvPr>
          <p:cNvSpPr/>
          <p:nvPr/>
        </p:nvSpPr>
        <p:spPr bwMode="gray">
          <a:xfrm>
            <a:off x="966196" y="2317762"/>
            <a:ext cx="3605803" cy="463047"/>
          </a:xfrm>
          <a:prstGeom prst="roundRect">
            <a:avLst/>
          </a:prstGeom>
          <a:solidFill>
            <a:srgbClr val="00B0F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09BEA082-4033-ADCA-9757-BA0E5672B4AE}"/>
              </a:ext>
            </a:extLst>
          </p:cNvPr>
          <p:cNvCxnSpPr>
            <a:cxnSpLocks/>
            <a:stCxn id="28" idx="0"/>
            <a:endCxn id="29" idx="2"/>
          </p:cNvCxnSpPr>
          <p:nvPr/>
        </p:nvCxnSpPr>
        <p:spPr bwMode="gray">
          <a:xfrm flipV="1">
            <a:off x="5566008" y="2788255"/>
            <a:ext cx="0" cy="23355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67B8EF1-B8EB-7843-3A64-581F4875AA16}"/>
                  </a:ext>
                </a:extLst>
              </p:cNvPr>
              <p:cNvSpPr txBox="1"/>
              <p:nvPr/>
            </p:nvSpPr>
            <p:spPr bwMode="gray">
              <a:xfrm>
                <a:off x="4581296" y="3021806"/>
                <a:ext cx="1969423" cy="75784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Probability of data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sz="10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≔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0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67B8EF1-B8EB-7843-3A64-581F4875AA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81296" y="3021806"/>
                <a:ext cx="1969423" cy="757842"/>
              </a:xfrm>
              <a:prstGeom prst="rect">
                <a:avLst/>
              </a:prstGeom>
              <a:blipFill>
                <a:blip r:embed="rId5"/>
                <a:stretch>
                  <a:fillRect l="-7051" t="-55000" b="-10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9963AA43-CEC6-8D2C-F0A7-34C6DF9F33A0}"/>
              </a:ext>
            </a:extLst>
          </p:cNvPr>
          <p:cNvSpPr/>
          <p:nvPr/>
        </p:nvSpPr>
        <p:spPr bwMode="gray">
          <a:xfrm>
            <a:off x="5467350" y="2571750"/>
            <a:ext cx="197316" cy="21650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7CFB4E31-1744-7C97-441A-18B4469AED90}"/>
              </a:ext>
            </a:extLst>
          </p:cNvPr>
          <p:cNvCxnSpPr>
            <a:cxnSpLocks/>
            <a:stCxn id="46" idx="0"/>
            <a:endCxn id="47" idx="3"/>
          </p:cNvCxnSpPr>
          <p:nvPr/>
        </p:nvCxnSpPr>
        <p:spPr bwMode="gray">
          <a:xfrm flipH="1" flipV="1">
            <a:off x="6843148" y="2546640"/>
            <a:ext cx="578596" cy="29486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AC030146-0735-84BF-239A-36D08FE7FE21}"/>
              </a:ext>
            </a:extLst>
          </p:cNvPr>
          <p:cNvSpPr txBox="1"/>
          <p:nvPr/>
        </p:nvSpPr>
        <p:spPr bwMode="gray">
          <a:xfrm>
            <a:off x="6843149" y="2841504"/>
            <a:ext cx="1157190" cy="447892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DE" sz="1000" dirty="0">
                <a:solidFill>
                  <a:srgbClr val="C00000"/>
                </a:solidFill>
              </a:rPr>
              <a:t>KL divergence of </a:t>
            </a:r>
            <a:br>
              <a:rPr lang="en-DE" sz="1000" dirty="0">
                <a:solidFill>
                  <a:srgbClr val="C00000"/>
                </a:solidFill>
              </a:rPr>
            </a:br>
            <a:r>
              <a:rPr lang="en-DE" sz="1000" i="1" dirty="0">
                <a:solidFill>
                  <a:srgbClr val="C00000"/>
                </a:solidFill>
              </a:rPr>
              <a:t>message</a:t>
            </a:r>
            <a:endParaRPr lang="en-DE" sz="1000" dirty="0">
              <a:solidFill>
                <a:srgbClr val="C00000"/>
              </a:solidFill>
            </a:endParaRPr>
          </a:p>
        </p:txBody>
      </p:sp>
      <p:sp>
        <p:nvSpPr>
          <p:cNvPr id="47" name="Rounded Rectangle 46">
            <a:extLst>
              <a:ext uri="{FF2B5EF4-FFF2-40B4-BE49-F238E27FC236}">
                <a16:creationId xmlns:a16="http://schemas.microsoft.com/office/drawing/2014/main" id="{08AA8EBF-9117-5FBB-F357-8440DB01D606}"/>
              </a:ext>
            </a:extLst>
          </p:cNvPr>
          <p:cNvSpPr/>
          <p:nvPr/>
        </p:nvSpPr>
        <p:spPr bwMode="gray">
          <a:xfrm>
            <a:off x="6217920" y="2398543"/>
            <a:ext cx="625228" cy="296194"/>
          </a:xfrm>
          <a:prstGeom prst="roundRect">
            <a:avLst/>
          </a:prstGeom>
          <a:solidFill>
            <a:srgbClr val="00B0F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5DFBA8D4-2C1D-2BE2-5B42-7CC90D1311FA}"/>
              </a:ext>
            </a:extLst>
          </p:cNvPr>
          <p:cNvCxnSpPr>
            <a:cxnSpLocks/>
            <a:stCxn id="71" idx="1"/>
            <a:endCxn id="72" idx="3"/>
          </p:cNvCxnSpPr>
          <p:nvPr/>
        </p:nvCxnSpPr>
        <p:spPr bwMode="gray">
          <a:xfrm flipH="1">
            <a:off x="6049108" y="2220882"/>
            <a:ext cx="937425" cy="16194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19D7854B-6337-E631-CC3C-20F9EA820289}"/>
                  </a:ext>
                </a:extLst>
              </p:cNvPr>
              <p:cNvSpPr txBox="1"/>
              <p:nvPr/>
            </p:nvSpPr>
            <p:spPr bwMode="gray">
              <a:xfrm>
                <a:off x="6986533" y="2023469"/>
                <a:ext cx="1700638" cy="39482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Maximum value of density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19D7854B-6337-E631-CC3C-20F9EA820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86533" y="2023469"/>
                <a:ext cx="1700638" cy="394825"/>
              </a:xfrm>
              <a:prstGeom prst="rect">
                <a:avLst/>
              </a:prstGeom>
              <a:blipFill>
                <a:blip r:embed="rId6"/>
                <a:stretch>
                  <a:fillRect l="-746" t="-6250" r="-7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ounded Rectangle 71">
            <a:extLst>
              <a:ext uri="{FF2B5EF4-FFF2-40B4-BE49-F238E27FC236}">
                <a16:creationId xmlns:a16="http://schemas.microsoft.com/office/drawing/2014/main" id="{84FA5AB7-8138-BB34-3160-3B8347AB0D07}"/>
              </a:ext>
            </a:extLst>
          </p:cNvPr>
          <p:cNvSpPr/>
          <p:nvPr/>
        </p:nvSpPr>
        <p:spPr bwMode="gray">
          <a:xfrm>
            <a:off x="5090406" y="2234729"/>
            <a:ext cx="958702" cy="296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483113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8" grpId="0"/>
      <p:bldP spid="10" grpId="0"/>
      <p:bldP spid="16" grpId="0" animBg="1"/>
      <p:bldP spid="20" grpId="0"/>
      <p:bldP spid="21" grpId="0" animBg="1"/>
      <p:bldP spid="28" grpId="0"/>
      <p:bldP spid="29" grpId="0" animBg="1"/>
      <p:bldP spid="46" grpId="0"/>
      <p:bldP spid="47" grpId="0" animBg="1"/>
      <p:bldP spid="71" grpId="0"/>
      <p:bldP spid="7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C492873-702B-287C-3599-C80797AEBD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Direct Message Approximation: Example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A7699A22-8E9C-79B7-A936-FEE35CE99CA6}"/>
                  </a:ext>
                </a:extLst>
              </p:cNvPr>
              <p:cNvSpPr/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A7699A22-8E9C-79B7-A936-FEE35CE99C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40481" y="1848906"/>
                <a:ext cx="251999" cy="251999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>
            <a:extLst>
              <a:ext uri="{FF2B5EF4-FFF2-40B4-BE49-F238E27FC236}">
                <a16:creationId xmlns:a16="http://schemas.microsoft.com/office/drawing/2014/main" id="{56ACD871-508D-4903-62E4-892A560E5911}"/>
              </a:ext>
            </a:extLst>
          </p:cNvPr>
          <p:cNvSpPr/>
          <p:nvPr/>
        </p:nvSpPr>
        <p:spPr bwMode="gray">
          <a:xfrm>
            <a:off x="8021756" y="1911906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B909F541-61EE-2907-8FAA-5612C8D9CE44}"/>
              </a:ext>
            </a:extLst>
          </p:cNvPr>
          <p:cNvCxnSpPr>
            <a:cxnSpLocks/>
            <a:stCxn id="13" idx="3"/>
            <a:endCxn id="12" idx="2"/>
          </p:cNvCxnSpPr>
          <p:nvPr/>
        </p:nvCxnSpPr>
        <p:spPr bwMode="gray">
          <a:xfrm>
            <a:off x="8147755" y="1974906"/>
            <a:ext cx="49272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2C8089F7-9847-D167-A038-30F5ECDCB8A2}"/>
                  </a:ext>
                </a:extLst>
              </p:cNvPr>
              <p:cNvSpPr/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2C8089F7-9847-D167-A038-30F5ECDCB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60998" y="1527663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F68C404-8149-431E-3AD6-2C07A02CD853}"/>
              </a:ext>
            </a:extLst>
          </p:cNvPr>
          <p:cNvCxnSpPr>
            <a:cxnSpLocks/>
            <a:stCxn id="13" idx="1"/>
            <a:endCxn id="15" idx="5"/>
          </p:cNvCxnSpPr>
          <p:nvPr/>
        </p:nvCxnSpPr>
        <p:spPr bwMode="gray">
          <a:xfrm flipH="1" flipV="1">
            <a:off x="7576093" y="1742758"/>
            <a:ext cx="445663" cy="23214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60EE9C9-9585-6C8B-C3EB-C9FA16E27E6C}"/>
                  </a:ext>
                </a:extLst>
              </p:cNvPr>
              <p:cNvSpPr/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D60EE9C9-9585-6C8B-C3EB-C9FA16E27E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57405" y="2170149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B5432981-B9F8-AF5B-75E1-DC3E2E6F74B5}"/>
              </a:ext>
            </a:extLst>
          </p:cNvPr>
          <p:cNvCxnSpPr>
            <a:cxnSpLocks/>
            <a:stCxn id="13" idx="1"/>
            <a:endCxn id="17" idx="7"/>
          </p:cNvCxnSpPr>
          <p:nvPr/>
        </p:nvCxnSpPr>
        <p:spPr bwMode="gray">
          <a:xfrm flipH="1">
            <a:off x="7572500" y="1974906"/>
            <a:ext cx="449256" cy="23214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2BAE04C-B157-F6FE-3616-E4D8B68D8C72}"/>
                  </a:ext>
                </a:extLst>
              </p:cNvPr>
              <p:cNvSpPr txBox="1"/>
              <p:nvPr/>
            </p:nvSpPr>
            <p:spPr bwMode="gray">
              <a:xfrm rot="1776553">
                <a:off x="7951736" y="2144029"/>
                <a:ext cx="786714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9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2BAE04C-B157-F6FE-3616-E4D8B68D8C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76553">
                <a:off x="7951736" y="2144029"/>
                <a:ext cx="786714" cy="2308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AE958108-1AC3-260B-54B3-A536A132C9AF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628250" y="1693854"/>
            <a:ext cx="357356" cy="198099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FA2BC01-51D3-84C4-F6D2-6E3EA7FEA1F4}"/>
                  </a:ext>
                </a:extLst>
              </p:cNvPr>
              <p:cNvSpPr txBox="1"/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FA2BC01-51D3-84C4-F6D2-6E3EA7FEA1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793816">
                <a:off x="7662040" y="1615399"/>
                <a:ext cx="465387" cy="20581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4FD96616-A445-AC3E-E2CD-E377AFB18212}"/>
              </a:ext>
            </a:extLst>
          </p:cNvPr>
          <p:cNvCxnSpPr>
            <a:cxnSpLocks/>
          </p:cNvCxnSpPr>
          <p:nvPr/>
        </p:nvCxnSpPr>
        <p:spPr bwMode="gray">
          <a:xfrm flipH="1">
            <a:off x="7625558" y="2072698"/>
            <a:ext cx="360048" cy="185757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3763A15-5ED2-7271-4580-FB2A12F92235}"/>
                  </a:ext>
                </a:extLst>
              </p:cNvPr>
              <p:cNvSpPr txBox="1"/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3763A15-5ED2-7271-4580-FB2A12F922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903937">
                <a:off x="7609157" y="2146497"/>
                <a:ext cx="465387" cy="20581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C46590E1-9EA4-158C-0EA8-06DBA6EA3D13}"/>
              </a:ext>
            </a:extLst>
          </p:cNvPr>
          <p:cNvCxnSpPr>
            <a:cxnSpLocks/>
          </p:cNvCxnSpPr>
          <p:nvPr/>
        </p:nvCxnSpPr>
        <p:spPr bwMode="gray">
          <a:xfrm flipH="1">
            <a:off x="8180286" y="2021521"/>
            <a:ext cx="420543" cy="363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5EC778-FC8D-BF84-DBFA-82B7BFA1528E}"/>
                  </a:ext>
                </a:extLst>
              </p:cNvPr>
              <p:cNvSpPr txBox="1"/>
              <p:nvPr/>
            </p:nvSpPr>
            <p:spPr bwMode="gray">
              <a:xfrm>
                <a:off x="8209627" y="2010921"/>
                <a:ext cx="465387" cy="16906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E5EC778-FC8D-BF84-DBFA-82B7BFA152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09627" y="2010921"/>
                <a:ext cx="465387" cy="169068"/>
              </a:xfrm>
              <a:prstGeom prst="rect">
                <a:avLst/>
              </a:prstGeom>
              <a:blipFill>
                <a:blip r:embed="rId8"/>
                <a:stretch>
                  <a:fillRect b="-14286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 29">
            <a:extLst>
              <a:ext uri="{FF2B5EF4-FFF2-40B4-BE49-F238E27FC236}">
                <a16:creationId xmlns:a16="http://schemas.microsoft.com/office/drawing/2014/main" id="{B68FEB29-C1DF-F8B2-4C3E-842C05815056}"/>
              </a:ext>
            </a:extLst>
          </p:cNvPr>
          <p:cNvSpPr/>
          <p:nvPr/>
        </p:nvSpPr>
        <p:spPr bwMode="gray">
          <a:xfrm>
            <a:off x="8703480" y="1520878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22C3008-83B5-9265-9718-496A98CA7AF4}"/>
              </a:ext>
            </a:extLst>
          </p:cNvPr>
          <p:cNvSpPr/>
          <p:nvPr/>
        </p:nvSpPr>
        <p:spPr bwMode="gray">
          <a:xfrm>
            <a:off x="7420403" y="261739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9757F9C-1233-731F-4CD0-27E2F4B25BCD}"/>
              </a:ext>
            </a:extLst>
          </p:cNvPr>
          <p:cNvSpPr/>
          <p:nvPr/>
        </p:nvSpPr>
        <p:spPr bwMode="gray">
          <a:xfrm>
            <a:off x="7420404" y="1200941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8D9FFF05-6789-3AEA-5D7F-4EBD70C63912}"/>
              </a:ext>
            </a:extLst>
          </p:cNvPr>
          <p:cNvCxnSpPr>
            <a:cxnSpLocks/>
            <a:stCxn id="15" idx="0"/>
            <a:endCxn id="32" idx="2"/>
          </p:cNvCxnSpPr>
          <p:nvPr/>
        </p:nvCxnSpPr>
        <p:spPr bwMode="gray">
          <a:xfrm flipH="1" flipV="1">
            <a:off x="7483404" y="1326940"/>
            <a:ext cx="3594" cy="20072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2F56B822-6E7B-BA86-B2B3-0FDF3275EF4E}"/>
              </a:ext>
            </a:extLst>
          </p:cNvPr>
          <p:cNvCxnSpPr>
            <a:cxnSpLocks/>
            <a:stCxn id="31" idx="0"/>
            <a:endCxn id="17" idx="4"/>
          </p:cNvCxnSpPr>
          <p:nvPr/>
        </p:nvCxnSpPr>
        <p:spPr bwMode="gray">
          <a:xfrm flipV="1">
            <a:off x="7483403" y="2422148"/>
            <a:ext cx="2" cy="19524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35AAEF0A-B3F5-4021-B62A-60EEFF1D0A96}"/>
              </a:ext>
            </a:extLst>
          </p:cNvPr>
          <p:cNvCxnSpPr>
            <a:cxnSpLocks/>
            <a:stCxn id="12" idx="0"/>
            <a:endCxn id="30" idx="2"/>
          </p:cNvCxnSpPr>
          <p:nvPr/>
        </p:nvCxnSpPr>
        <p:spPr bwMode="gray">
          <a:xfrm flipH="1" flipV="1">
            <a:off x="8766480" y="1646877"/>
            <a:ext cx="1" cy="20202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37CD4C9D-C1F3-EF7F-BA2E-2EBCFC2BD345}"/>
              </a:ext>
            </a:extLst>
          </p:cNvPr>
          <p:cNvGrpSpPr/>
          <p:nvPr/>
        </p:nvGrpSpPr>
        <p:grpSpPr>
          <a:xfrm>
            <a:off x="4040870" y="3612067"/>
            <a:ext cx="2135148" cy="1423432"/>
            <a:chOff x="2644461" y="3665822"/>
            <a:chExt cx="2135148" cy="1423432"/>
          </a:xfrm>
        </p:grpSpPr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3CBF4B8F-A468-3DEF-025E-99AFDE9E97B1}"/>
                </a:ext>
              </a:extLst>
            </p:cNvPr>
            <p:cNvSpPr/>
            <p:nvPr/>
          </p:nvSpPr>
          <p:spPr>
            <a:xfrm>
              <a:off x="2644461" y="3665822"/>
              <a:ext cx="2135148" cy="1423432"/>
            </a:xfrm>
            <a:custGeom>
              <a:avLst/>
              <a:gdLst>
                <a:gd name="csX0" fmla="*/ 0 w 2135148"/>
                <a:gd name="csY0" fmla="*/ 1423432 h 1423432"/>
                <a:gd name="csX1" fmla="*/ 2135148 w 2135148"/>
                <a:gd name="csY1" fmla="*/ 1423432 h 1423432"/>
                <a:gd name="csX2" fmla="*/ 2135148 w 2135148"/>
                <a:gd name="csY2" fmla="*/ 0 h 1423432"/>
                <a:gd name="csX3" fmla="*/ 0 w 2135148"/>
                <a:gd name="csY3" fmla="*/ 0 h 1423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5148" h="1423432">
                  <a:moveTo>
                    <a:pt x="0" y="1423432"/>
                  </a:moveTo>
                  <a:lnTo>
                    <a:pt x="2135148" y="1423432"/>
                  </a:lnTo>
                  <a:lnTo>
                    <a:pt x="2135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4C0DA981-2772-B4FD-860A-10B31055AC6F}"/>
                </a:ext>
              </a:extLst>
            </p:cNvPr>
            <p:cNvSpPr/>
            <p:nvPr/>
          </p:nvSpPr>
          <p:spPr>
            <a:xfrm>
              <a:off x="2905723" y="3707852"/>
              <a:ext cx="1831858" cy="1181818"/>
            </a:xfrm>
            <a:custGeom>
              <a:avLst/>
              <a:gdLst>
                <a:gd name="csX0" fmla="*/ 0 w 1831858"/>
                <a:gd name="csY0" fmla="*/ 1181819 h 1181818"/>
                <a:gd name="csX1" fmla="*/ 1831858 w 1831858"/>
                <a:gd name="csY1" fmla="*/ 1181819 h 1181818"/>
                <a:gd name="csX2" fmla="*/ 1831858 w 1831858"/>
                <a:gd name="csY2" fmla="*/ 0 h 1181818"/>
                <a:gd name="csX3" fmla="*/ 0 w 1831858"/>
                <a:gd name="csY3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1858" h="1181818">
                  <a:moveTo>
                    <a:pt x="0" y="1181819"/>
                  </a:moveTo>
                  <a:lnTo>
                    <a:pt x="1831858" y="1181819"/>
                  </a:lnTo>
                  <a:lnTo>
                    <a:pt x="1831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9E237880-F650-5114-57E2-FC7D2D1B9394}"/>
                </a:ext>
              </a:extLst>
            </p:cNvPr>
            <p:cNvSpPr/>
            <p:nvPr/>
          </p:nvSpPr>
          <p:spPr>
            <a:xfrm>
              <a:off x="3236497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A384592F-F582-43FC-152A-F15554806477}"/>
                </a:ext>
              </a:extLst>
            </p:cNvPr>
            <p:cNvSpPr/>
            <p:nvPr/>
          </p:nvSpPr>
          <p:spPr>
            <a:xfrm>
              <a:off x="3617875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3E7276DE-5CD5-5909-75A5-BD3C36EEC2E7}"/>
                </a:ext>
              </a:extLst>
            </p:cNvPr>
            <p:cNvSpPr/>
            <p:nvPr/>
          </p:nvSpPr>
          <p:spPr>
            <a:xfrm>
              <a:off x="3999256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C7D6CF76-7F5B-7CEF-9759-B4572AAD3AB9}"/>
                </a:ext>
              </a:extLst>
            </p:cNvPr>
            <p:cNvSpPr/>
            <p:nvPr/>
          </p:nvSpPr>
          <p:spPr>
            <a:xfrm>
              <a:off x="4380629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14FBD2DC-1483-FE4E-ABE6-59CE7B5A3DF1}"/>
                </a:ext>
              </a:extLst>
            </p:cNvPr>
            <p:cNvSpPr/>
            <p:nvPr/>
          </p:nvSpPr>
          <p:spPr>
            <a:xfrm>
              <a:off x="2905723" y="4856220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B49F5F18-850E-7221-091F-9086931C82B3}"/>
                </a:ext>
              </a:extLst>
            </p:cNvPr>
            <p:cNvSpPr/>
            <p:nvPr/>
          </p:nvSpPr>
          <p:spPr>
            <a:xfrm>
              <a:off x="2905723" y="4658612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E7255ACA-CE58-4EFF-61E2-0E66FC20222E}"/>
                </a:ext>
              </a:extLst>
            </p:cNvPr>
            <p:cNvSpPr/>
            <p:nvPr/>
          </p:nvSpPr>
          <p:spPr>
            <a:xfrm>
              <a:off x="2905723" y="4460992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991AE3B8-EF23-991B-DAE1-8E8E63D4572F}"/>
                </a:ext>
              </a:extLst>
            </p:cNvPr>
            <p:cNvSpPr/>
            <p:nvPr/>
          </p:nvSpPr>
          <p:spPr>
            <a:xfrm>
              <a:off x="2905723" y="4263377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1CCF4CBF-30DB-0B64-5E4A-2FCA59AE1B74}"/>
                </a:ext>
              </a:extLst>
            </p:cNvPr>
            <p:cNvSpPr/>
            <p:nvPr/>
          </p:nvSpPr>
          <p:spPr>
            <a:xfrm>
              <a:off x="2905723" y="4065762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24831611-9729-6EAD-3335-1166A14ADD5C}"/>
                </a:ext>
              </a:extLst>
            </p:cNvPr>
            <p:cNvSpPr/>
            <p:nvPr/>
          </p:nvSpPr>
          <p:spPr>
            <a:xfrm>
              <a:off x="2905723" y="3868147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CA6E13AD-3318-DE86-E574-A7200A6000DC}"/>
                </a:ext>
              </a:extLst>
            </p:cNvPr>
            <p:cNvSpPr/>
            <p:nvPr/>
          </p:nvSpPr>
          <p:spPr>
            <a:xfrm>
              <a:off x="2905723" y="4889671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D1BBCD75-3A0B-3C16-7E79-C1775C02053B}"/>
                </a:ext>
              </a:extLst>
            </p:cNvPr>
            <p:cNvSpPr/>
            <p:nvPr/>
          </p:nvSpPr>
          <p:spPr>
            <a:xfrm>
              <a:off x="3236497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9588F798-81BA-2C81-E0C1-7C9F3665450B}"/>
                </a:ext>
              </a:extLst>
            </p:cNvPr>
            <p:cNvSpPr/>
            <p:nvPr/>
          </p:nvSpPr>
          <p:spPr>
            <a:xfrm>
              <a:off x="3617875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761A0CCA-0E46-D24B-C3B6-67330239E997}"/>
                </a:ext>
              </a:extLst>
            </p:cNvPr>
            <p:cNvSpPr/>
            <p:nvPr/>
          </p:nvSpPr>
          <p:spPr>
            <a:xfrm>
              <a:off x="3999256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9D6ACA7F-961D-D9CB-26DA-C4AE9B283C14}"/>
                </a:ext>
              </a:extLst>
            </p:cNvPr>
            <p:cNvSpPr/>
            <p:nvPr/>
          </p:nvSpPr>
          <p:spPr>
            <a:xfrm>
              <a:off x="4380629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8C56A20F-99B1-7CEC-75C2-5C8367AD558C}"/>
                </a:ext>
              </a:extLst>
            </p:cNvPr>
            <p:cNvSpPr/>
            <p:nvPr/>
          </p:nvSpPr>
          <p:spPr>
            <a:xfrm>
              <a:off x="3154022" y="4947809"/>
              <a:ext cx="46201" cy="6129"/>
            </a:xfrm>
            <a:custGeom>
              <a:avLst/>
              <a:gdLst>
                <a:gd name="csX0" fmla="*/ 0 w 46201"/>
                <a:gd name="csY0" fmla="*/ 0 h 6129"/>
                <a:gd name="csX1" fmla="*/ 46202 w 46201"/>
                <a:gd name="csY1" fmla="*/ 0 h 6129"/>
                <a:gd name="csX2" fmla="*/ 46202 w 46201"/>
                <a:gd name="csY2" fmla="*/ 6130 h 6129"/>
                <a:gd name="csX3" fmla="*/ 0 w 46201"/>
                <a:gd name="csY3" fmla="*/ 6130 h 6129"/>
                <a:gd name="csX4" fmla="*/ 0 w 46201"/>
                <a:gd name="csY4" fmla="*/ 0 h 6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201" h="6129">
                  <a:moveTo>
                    <a:pt x="0" y="0"/>
                  </a:moveTo>
                  <a:lnTo>
                    <a:pt x="46202" y="0"/>
                  </a:lnTo>
                  <a:lnTo>
                    <a:pt x="46202" y="6130"/>
                  </a:lnTo>
                  <a:lnTo>
                    <a:pt x="0" y="6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D768ED2C-3074-A5B6-F0BA-8E61BED7AE20}"/>
                </a:ext>
              </a:extLst>
            </p:cNvPr>
            <p:cNvSpPr/>
            <p:nvPr/>
          </p:nvSpPr>
          <p:spPr>
            <a:xfrm>
              <a:off x="3213450" y="4919233"/>
              <a:ext cx="34165" cy="54775"/>
            </a:xfrm>
            <a:custGeom>
              <a:avLst/>
              <a:gdLst>
                <a:gd name="csX0" fmla="*/ 8758 w 34165"/>
                <a:gd name="csY0" fmla="*/ 48646 h 54775"/>
                <a:gd name="csX1" fmla="*/ 34165 w 34165"/>
                <a:gd name="csY1" fmla="*/ 48646 h 54775"/>
                <a:gd name="csX2" fmla="*/ 34165 w 34165"/>
                <a:gd name="csY2" fmla="*/ 54775 h 54775"/>
                <a:gd name="csX3" fmla="*/ 0 w 34165"/>
                <a:gd name="csY3" fmla="*/ 54775 h 54775"/>
                <a:gd name="csX4" fmla="*/ 0 w 34165"/>
                <a:gd name="csY4" fmla="*/ 48646 h 54775"/>
                <a:gd name="csX5" fmla="*/ 11281 w 34165"/>
                <a:gd name="csY5" fmla="*/ 37152 h 54775"/>
                <a:gd name="csX6" fmla="*/ 20290 w 34165"/>
                <a:gd name="csY6" fmla="*/ 27819 h 54775"/>
                <a:gd name="csX7" fmla="*/ 25156 w 34165"/>
                <a:gd name="csY7" fmla="*/ 21191 h 54775"/>
                <a:gd name="csX8" fmla="*/ 26561 w 34165"/>
                <a:gd name="csY8" fmla="*/ 15818 h 54775"/>
                <a:gd name="csX9" fmla="*/ 23534 w 34165"/>
                <a:gd name="csY9" fmla="*/ 8825 h 54775"/>
                <a:gd name="csX10" fmla="*/ 15713 w 34165"/>
                <a:gd name="csY10" fmla="*/ 6121 h 54775"/>
                <a:gd name="csX11" fmla="*/ 8469 w 34165"/>
                <a:gd name="csY11" fmla="*/ 7313 h 54775"/>
                <a:gd name="csX12" fmla="*/ 360 w 34165"/>
                <a:gd name="csY12" fmla="*/ 10916 h 54775"/>
                <a:gd name="csX13" fmla="*/ 360 w 34165"/>
                <a:gd name="csY13" fmla="*/ 3567 h 54775"/>
                <a:gd name="csX14" fmla="*/ 8578 w 34165"/>
                <a:gd name="csY14" fmla="*/ 899 h 54775"/>
                <a:gd name="csX15" fmla="*/ 15569 w 34165"/>
                <a:gd name="csY15" fmla="*/ 0 h 54775"/>
                <a:gd name="csX16" fmla="*/ 28904 w 34165"/>
                <a:gd name="csY16" fmla="*/ 4181 h 54775"/>
                <a:gd name="csX17" fmla="*/ 33877 w 34165"/>
                <a:gd name="csY17" fmla="*/ 15346 h 54775"/>
                <a:gd name="csX18" fmla="*/ 32615 w 34165"/>
                <a:gd name="csY18" fmla="*/ 21654 h 54775"/>
                <a:gd name="csX19" fmla="*/ 28110 w 34165"/>
                <a:gd name="csY19" fmla="*/ 28647 h 54775"/>
                <a:gd name="csX20" fmla="*/ 22381 w 34165"/>
                <a:gd name="csY20" fmla="*/ 34705 h 54775"/>
                <a:gd name="csX21" fmla="*/ 8758 w 34165"/>
                <a:gd name="csY21" fmla="*/ 48646 h 54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5" h="54775">
                  <a:moveTo>
                    <a:pt x="8758" y="48646"/>
                  </a:moveTo>
                  <a:lnTo>
                    <a:pt x="34165" y="48646"/>
                  </a:lnTo>
                  <a:lnTo>
                    <a:pt x="34165" y="54775"/>
                  </a:lnTo>
                  <a:lnTo>
                    <a:pt x="0" y="54775"/>
                  </a:lnTo>
                  <a:lnTo>
                    <a:pt x="0" y="48646"/>
                  </a:lnTo>
                  <a:cubicBezTo>
                    <a:pt x="2763" y="45787"/>
                    <a:pt x="6524" y="41956"/>
                    <a:pt x="11281" y="37152"/>
                  </a:cubicBezTo>
                  <a:cubicBezTo>
                    <a:pt x="16062" y="32324"/>
                    <a:pt x="19065" y="29213"/>
                    <a:pt x="20290" y="27819"/>
                  </a:cubicBezTo>
                  <a:cubicBezTo>
                    <a:pt x="22620" y="25198"/>
                    <a:pt x="24242" y="22988"/>
                    <a:pt x="25156" y="21191"/>
                  </a:cubicBezTo>
                  <a:cubicBezTo>
                    <a:pt x="26093" y="19365"/>
                    <a:pt x="26561" y="17573"/>
                    <a:pt x="26561" y="15818"/>
                  </a:cubicBezTo>
                  <a:cubicBezTo>
                    <a:pt x="26561" y="12959"/>
                    <a:pt x="25552" y="10628"/>
                    <a:pt x="23534" y="8825"/>
                  </a:cubicBezTo>
                  <a:cubicBezTo>
                    <a:pt x="21540" y="7022"/>
                    <a:pt x="18933" y="6121"/>
                    <a:pt x="15713" y="6121"/>
                  </a:cubicBezTo>
                  <a:cubicBezTo>
                    <a:pt x="13431" y="6121"/>
                    <a:pt x="11016" y="6518"/>
                    <a:pt x="8469" y="7313"/>
                  </a:cubicBezTo>
                  <a:cubicBezTo>
                    <a:pt x="5947" y="8108"/>
                    <a:pt x="3244" y="9309"/>
                    <a:pt x="360" y="10916"/>
                  </a:cubicBezTo>
                  <a:lnTo>
                    <a:pt x="360" y="3567"/>
                  </a:lnTo>
                  <a:cubicBezTo>
                    <a:pt x="3292" y="2387"/>
                    <a:pt x="6031" y="1498"/>
                    <a:pt x="8578" y="899"/>
                  </a:cubicBezTo>
                  <a:cubicBezTo>
                    <a:pt x="11125" y="300"/>
                    <a:pt x="13455" y="0"/>
                    <a:pt x="15569" y="0"/>
                  </a:cubicBezTo>
                  <a:cubicBezTo>
                    <a:pt x="21143" y="0"/>
                    <a:pt x="25588" y="1394"/>
                    <a:pt x="28904" y="4181"/>
                  </a:cubicBezTo>
                  <a:cubicBezTo>
                    <a:pt x="32219" y="6963"/>
                    <a:pt x="33877" y="10685"/>
                    <a:pt x="33877" y="15346"/>
                  </a:cubicBezTo>
                  <a:cubicBezTo>
                    <a:pt x="33877" y="17559"/>
                    <a:pt x="33456" y="19661"/>
                    <a:pt x="32615" y="21654"/>
                  </a:cubicBezTo>
                  <a:cubicBezTo>
                    <a:pt x="31799" y="23623"/>
                    <a:pt x="30297" y="25954"/>
                    <a:pt x="28110" y="28647"/>
                  </a:cubicBezTo>
                  <a:cubicBezTo>
                    <a:pt x="27510" y="29346"/>
                    <a:pt x="25600" y="31366"/>
                    <a:pt x="22381" y="34705"/>
                  </a:cubicBezTo>
                  <a:cubicBezTo>
                    <a:pt x="19161" y="38020"/>
                    <a:pt x="14620" y="42667"/>
                    <a:pt x="8758" y="4864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ED698708-95D2-E3CF-5AF1-FCA594DBA044}"/>
                </a:ext>
              </a:extLst>
            </p:cNvPr>
            <p:cNvSpPr/>
            <p:nvPr/>
          </p:nvSpPr>
          <p:spPr>
            <a:xfrm>
              <a:off x="3262895" y="4964854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A876F6BF-408D-3D2A-633E-47345C226AA9}"/>
                </a:ext>
              </a:extLst>
            </p:cNvPr>
            <p:cNvSpPr/>
            <p:nvPr/>
          </p:nvSpPr>
          <p:spPr>
            <a:xfrm>
              <a:off x="3284158" y="4920203"/>
              <a:ext cx="34813" cy="54846"/>
            </a:xfrm>
            <a:custGeom>
              <a:avLst/>
              <a:gdLst>
                <a:gd name="csX0" fmla="*/ 2270 w 34813"/>
                <a:gd name="csY0" fmla="*/ 0 h 54846"/>
                <a:gd name="csX1" fmla="*/ 30849 w 34813"/>
                <a:gd name="csY1" fmla="*/ 0 h 54846"/>
                <a:gd name="csX2" fmla="*/ 30849 w 34813"/>
                <a:gd name="csY2" fmla="*/ 6130 h 54846"/>
                <a:gd name="csX3" fmla="*/ 8937 w 34813"/>
                <a:gd name="csY3" fmla="*/ 6130 h 54846"/>
                <a:gd name="csX4" fmla="*/ 8937 w 34813"/>
                <a:gd name="csY4" fmla="*/ 19314 h 54846"/>
                <a:gd name="csX5" fmla="*/ 12109 w 34813"/>
                <a:gd name="csY5" fmla="*/ 18522 h 54846"/>
                <a:gd name="csX6" fmla="*/ 15281 w 34813"/>
                <a:gd name="csY6" fmla="*/ 18238 h 54846"/>
                <a:gd name="csX7" fmla="*/ 29552 w 34813"/>
                <a:gd name="csY7" fmla="*/ 23175 h 54846"/>
                <a:gd name="csX8" fmla="*/ 34814 w 34813"/>
                <a:gd name="csY8" fmla="*/ 36547 h 54846"/>
                <a:gd name="csX9" fmla="*/ 29408 w 34813"/>
                <a:gd name="csY9" fmla="*/ 50060 h 54846"/>
                <a:gd name="csX10" fmla="*/ 14163 w 34813"/>
                <a:gd name="csY10" fmla="*/ 54847 h 54846"/>
                <a:gd name="csX11" fmla="*/ 7244 w 34813"/>
                <a:gd name="csY11" fmla="*/ 54277 h 54846"/>
                <a:gd name="csX12" fmla="*/ 0 w 34813"/>
                <a:gd name="csY12" fmla="*/ 52542 h 54846"/>
                <a:gd name="csX13" fmla="*/ 0 w 34813"/>
                <a:gd name="csY13" fmla="*/ 45230 h 54846"/>
                <a:gd name="csX14" fmla="*/ 6704 w 34813"/>
                <a:gd name="csY14" fmla="*/ 47863 h 54846"/>
                <a:gd name="csX15" fmla="*/ 14019 w 34813"/>
                <a:gd name="csY15" fmla="*/ 48726 h 54846"/>
                <a:gd name="csX16" fmla="*/ 23894 w 34813"/>
                <a:gd name="csY16" fmla="*/ 45443 h 54846"/>
                <a:gd name="csX17" fmla="*/ 27534 w 34813"/>
                <a:gd name="csY17" fmla="*/ 36547 h 54846"/>
                <a:gd name="csX18" fmla="*/ 23894 w 34813"/>
                <a:gd name="csY18" fmla="*/ 27641 h 54846"/>
                <a:gd name="csX19" fmla="*/ 14019 w 34813"/>
                <a:gd name="csY19" fmla="*/ 24358 h 54846"/>
                <a:gd name="csX20" fmla="*/ 8181 w 34813"/>
                <a:gd name="csY20" fmla="*/ 25008 h 54846"/>
                <a:gd name="csX21" fmla="*/ 2270 w 34813"/>
                <a:gd name="csY21" fmla="*/ 27027 h 54846"/>
                <a:gd name="csX22" fmla="*/ 2270 w 34813"/>
                <a:gd name="csY22" fmla="*/ 0 h 54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3" h="54846">
                  <a:moveTo>
                    <a:pt x="2270" y="0"/>
                  </a:moveTo>
                  <a:lnTo>
                    <a:pt x="30849" y="0"/>
                  </a:lnTo>
                  <a:lnTo>
                    <a:pt x="30849" y="6130"/>
                  </a:lnTo>
                  <a:lnTo>
                    <a:pt x="8937" y="6130"/>
                  </a:lnTo>
                  <a:lnTo>
                    <a:pt x="8937" y="19314"/>
                  </a:lnTo>
                  <a:cubicBezTo>
                    <a:pt x="9995" y="18958"/>
                    <a:pt x="11052" y="18694"/>
                    <a:pt x="12109" y="18522"/>
                  </a:cubicBezTo>
                  <a:cubicBezTo>
                    <a:pt x="13166" y="18333"/>
                    <a:pt x="14224" y="18238"/>
                    <a:pt x="15281" y="18238"/>
                  </a:cubicBezTo>
                  <a:cubicBezTo>
                    <a:pt x="21287" y="18238"/>
                    <a:pt x="26044" y="19884"/>
                    <a:pt x="29552" y="23175"/>
                  </a:cubicBezTo>
                  <a:cubicBezTo>
                    <a:pt x="33060" y="26467"/>
                    <a:pt x="34814" y="30924"/>
                    <a:pt x="34814" y="36547"/>
                  </a:cubicBezTo>
                  <a:cubicBezTo>
                    <a:pt x="34814" y="42335"/>
                    <a:pt x="33012" y="46840"/>
                    <a:pt x="29408" y="50060"/>
                  </a:cubicBezTo>
                  <a:cubicBezTo>
                    <a:pt x="25804" y="53251"/>
                    <a:pt x="20722" y="54847"/>
                    <a:pt x="14163" y="54847"/>
                  </a:cubicBezTo>
                  <a:cubicBezTo>
                    <a:pt x="11905" y="54847"/>
                    <a:pt x="9598" y="54657"/>
                    <a:pt x="7244" y="54277"/>
                  </a:cubicBezTo>
                  <a:cubicBezTo>
                    <a:pt x="4913" y="53892"/>
                    <a:pt x="2499" y="53313"/>
                    <a:pt x="0" y="52542"/>
                  </a:cubicBezTo>
                  <a:lnTo>
                    <a:pt x="0" y="45230"/>
                  </a:lnTo>
                  <a:cubicBezTo>
                    <a:pt x="2162" y="46404"/>
                    <a:pt x="4397" y="47282"/>
                    <a:pt x="6704" y="47863"/>
                  </a:cubicBezTo>
                  <a:cubicBezTo>
                    <a:pt x="9010" y="48438"/>
                    <a:pt x="11449" y="48726"/>
                    <a:pt x="14019" y="48726"/>
                  </a:cubicBezTo>
                  <a:cubicBezTo>
                    <a:pt x="18175" y="48726"/>
                    <a:pt x="21467" y="47632"/>
                    <a:pt x="23894" y="45443"/>
                  </a:cubicBezTo>
                  <a:cubicBezTo>
                    <a:pt x="26320" y="43261"/>
                    <a:pt x="27534" y="40295"/>
                    <a:pt x="27534" y="36547"/>
                  </a:cubicBezTo>
                  <a:cubicBezTo>
                    <a:pt x="27534" y="32798"/>
                    <a:pt x="26320" y="29830"/>
                    <a:pt x="23894" y="27641"/>
                  </a:cubicBezTo>
                  <a:cubicBezTo>
                    <a:pt x="21467" y="25453"/>
                    <a:pt x="18175" y="24358"/>
                    <a:pt x="14019" y="24358"/>
                  </a:cubicBezTo>
                  <a:cubicBezTo>
                    <a:pt x="12073" y="24358"/>
                    <a:pt x="10127" y="24575"/>
                    <a:pt x="8181" y="25008"/>
                  </a:cubicBezTo>
                  <a:cubicBezTo>
                    <a:pt x="6259" y="25441"/>
                    <a:pt x="4289" y="26114"/>
                    <a:pt x="2270" y="27027"/>
                  </a:cubicBezTo>
                  <a:lnTo>
                    <a:pt x="227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4DBE5B35-2647-14F2-5DBE-34FAE256C765}"/>
                </a:ext>
              </a:extLst>
            </p:cNvPr>
            <p:cNvSpPr/>
            <p:nvPr/>
          </p:nvSpPr>
          <p:spPr>
            <a:xfrm>
              <a:off x="3564069" y="4919233"/>
              <a:ext cx="37196" cy="55816"/>
            </a:xfrm>
            <a:custGeom>
              <a:avLst/>
              <a:gdLst>
                <a:gd name="csX0" fmla="*/ 18593 w 37196"/>
                <a:gd name="csY0" fmla="*/ 5765 h 55816"/>
                <a:gd name="csX1" fmla="*/ 10124 w 37196"/>
                <a:gd name="csY1" fmla="*/ 11316 h 55816"/>
                <a:gd name="csX2" fmla="*/ 7313 w 37196"/>
                <a:gd name="csY2" fmla="*/ 27926 h 55816"/>
                <a:gd name="csX3" fmla="*/ 10124 w 37196"/>
                <a:gd name="csY3" fmla="*/ 44544 h 55816"/>
                <a:gd name="csX4" fmla="*/ 18593 w 37196"/>
                <a:gd name="csY4" fmla="*/ 50051 h 55816"/>
                <a:gd name="csX5" fmla="*/ 27063 w 37196"/>
                <a:gd name="csY5" fmla="*/ 44544 h 55816"/>
                <a:gd name="csX6" fmla="*/ 29910 w 37196"/>
                <a:gd name="csY6" fmla="*/ 27926 h 55816"/>
                <a:gd name="csX7" fmla="*/ 27063 w 37196"/>
                <a:gd name="csY7" fmla="*/ 11316 h 55816"/>
                <a:gd name="csX8" fmla="*/ 18593 w 37196"/>
                <a:gd name="csY8" fmla="*/ 5765 h 55816"/>
                <a:gd name="csX9" fmla="*/ 18593 w 37196"/>
                <a:gd name="csY9" fmla="*/ 0 h 55816"/>
                <a:gd name="csX10" fmla="*/ 32401 w 37196"/>
                <a:gd name="csY10" fmla="*/ 7170 h 55816"/>
                <a:gd name="csX11" fmla="*/ 37196 w 37196"/>
                <a:gd name="csY11" fmla="*/ 27926 h 55816"/>
                <a:gd name="csX12" fmla="*/ 32401 w 37196"/>
                <a:gd name="csY12" fmla="*/ 48681 h 55816"/>
                <a:gd name="csX13" fmla="*/ 18593 w 37196"/>
                <a:gd name="csY13" fmla="*/ 55816 h 55816"/>
                <a:gd name="csX14" fmla="*/ 4760 w 37196"/>
                <a:gd name="csY14" fmla="*/ 48681 h 55816"/>
                <a:gd name="csX15" fmla="*/ 0 w 37196"/>
                <a:gd name="csY15" fmla="*/ 27926 h 55816"/>
                <a:gd name="csX16" fmla="*/ 4760 w 37196"/>
                <a:gd name="csY16" fmla="*/ 7170 h 55816"/>
                <a:gd name="csX17" fmla="*/ 18593 w 37196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6" h="55816">
                  <a:moveTo>
                    <a:pt x="18593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3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3" y="5765"/>
                  </a:cubicBezTo>
                  <a:moveTo>
                    <a:pt x="18593" y="0"/>
                  </a:moveTo>
                  <a:cubicBezTo>
                    <a:pt x="24625" y="0"/>
                    <a:pt x="29228" y="2390"/>
                    <a:pt x="32401" y="7170"/>
                  </a:cubicBezTo>
                  <a:cubicBezTo>
                    <a:pt x="35598" y="11927"/>
                    <a:pt x="37196" y="18846"/>
                    <a:pt x="37196" y="27926"/>
                  </a:cubicBezTo>
                  <a:cubicBezTo>
                    <a:pt x="37196" y="36982"/>
                    <a:pt x="35598" y="43901"/>
                    <a:pt x="32401" y="48681"/>
                  </a:cubicBezTo>
                  <a:cubicBezTo>
                    <a:pt x="29228" y="53438"/>
                    <a:pt x="24625" y="55816"/>
                    <a:pt x="18593" y="55816"/>
                  </a:cubicBezTo>
                  <a:cubicBezTo>
                    <a:pt x="12568" y="55816"/>
                    <a:pt x="7956" y="53438"/>
                    <a:pt x="4760" y="48681"/>
                  </a:cubicBezTo>
                  <a:cubicBezTo>
                    <a:pt x="1587" y="43901"/>
                    <a:pt x="0" y="36982"/>
                    <a:pt x="0" y="27926"/>
                  </a:cubicBezTo>
                  <a:cubicBezTo>
                    <a:pt x="0" y="18846"/>
                    <a:pt x="1587" y="11927"/>
                    <a:pt x="4760" y="7170"/>
                  </a:cubicBezTo>
                  <a:cubicBezTo>
                    <a:pt x="7956" y="2390"/>
                    <a:pt x="12568" y="0"/>
                    <a:pt x="18593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61404389-9457-2E8C-369C-AFE3C9A035D0}"/>
                </a:ext>
              </a:extLst>
            </p:cNvPr>
            <p:cNvSpPr/>
            <p:nvPr/>
          </p:nvSpPr>
          <p:spPr>
            <a:xfrm>
              <a:off x="3614058" y="4964854"/>
              <a:ext cx="7597" cy="9154"/>
            </a:xfrm>
            <a:custGeom>
              <a:avLst/>
              <a:gdLst>
                <a:gd name="csX0" fmla="*/ 0 w 7597"/>
                <a:gd name="csY0" fmla="*/ 0 h 9154"/>
                <a:gd name="csX1" fmla="*/ 7598 w 7597"/>
                <a:gd name="csY1" fmla="*/ 0 h 9154"/>
                <a:gd name="csX2" fmla="*/ 7598 w 7597"/>
                <a:gd name="csY2" fmla="*/ 9154 h 9154"/>
                <a:gd name="csX3" fmla="*/ 0 w 7597"/>
                <a:gd name="csY3" fmla="*/ 9154 h 9154"/>
                <a:gd name="csX4" fmla="*/ 0 w 7597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97" h="9154">
                  <a:moveTo>
                    <a:pt x="0" y="0"/>
                  </a:moveTo>
                  <a:lnTo>
                    <a:pt x="7598" y="0"/>
                  </a:lnTo>
                  <a:lnTo>
                    <a:pt x="7598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CA4C3362-59CC-87E9-E273-A2DC28B58712}"/>
                </a:ext>
              </a:extLst>
            </p:cNvPr>
            <p:cNvSpPr/>
            <p:nvPr/>
          </p:nvSpPr>
          <p:spPr>
            <a:xfrm>
              <a:off x="3634493" y="4919233"/>
              <a:ext cx="37187" cy="55816"/>
            </a:xfrm>
            <a:custGeom>
              <a:avLst/>
              <a:gdLst>
                <a:gd name="csX0" fmla="*/ 18594 w 37187"/>
                <a:gd name="csY0" fmla="*/ 5765 h 55816"/>
                <a:gd name="csX1" fmla="*/ 10124 w 37187"/>
                <a:gd name="csY1" fmla="*/ 11316 h 55816"/>
                <a:gd name="csX2" fmla="*/ 7313 w 37187"/>
                <a:gd name="csY2" fmla="*/ 27926 h 55816"/>
                <a:gd name="csX3" fmla="*/ 10124 w 37187"/>
                <a:gd name="csY3" fmla="*/ 44544 h 55816"/>
                <a:gd name="csX4" fmla="*/ 18594 w 37187"/>
                <a:gd name="csY4" fmla="*/ 50051 h 55816"/>
                <a:gd name="csX5" fmla="*/ 27063 w 37187"/>
                <a:gd name="csY5" fmla="*/ 44544 h 55816"/>
                <a:gd name="csX6" fmla="*/ 29910 w 37187"/>
                <a:gd name="csY6" fmla="*/ 27926 h 55816"/>
                <a:gd name="csX7" fmla="*/ 27063 w 37187"/>
                <a:gd name="csY7" fmla="*/ 11316 h 55816"/>
                <a:gd name="csX8" fmla="*/ 18594 w 37187"/>
                <a:gd name="csY8" fmla="*/ 5765 h 55816"/>
                <a:gd name="csX9" fmla="*/ 18594 w 37187"/>
                <a:gd name="csY9" fmla="*/ 0 h 55816"/>
                <a:gd name="csX10" fmla="*/ 32392 w 37187"/>
                <a:gd name="csY10" fmla="*/ 7170 h 55816"/>
                <a:gd name="csX11" fmla="*/ 37187 w 37187"/>
                <a:gd name="csY11" fmla="*/ 27926 h 55816"/>
                <a:gd name="csX12" fmla="*/ 32392 w 37187"/>
                <a:gd name="csY12" fmla="*/ 48681 h 55816"/>
                <a:gd name="csX13" fmla="*/ 18594 w 37187"/>
                <a:gd name="csY13" fmla="*/ 55816 h 55816"/>
                <a:gd name="csX14" fmla="*/ 4751 w 37187"/>
                <a:gd name="csY14" fmla="*/ 48681 h 55816"/>
                <a:gd name="csX15" fmla="*/ 0 w 37187"/>
                <a:gd name="csY15" fmla="*/ 27926 h 55816"/>
                <a:gd name="csX16" fmla="*/ 4751 w 37187"/>
                <a:gd name="csY16" fmla="*/ 7170 h 55816"/>
                <a:gd name="csX17" fmla="*/ 18594 w 37187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87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5" y="2390"/>
                    <a:pt x="32392" y="7170"/>
                  </a:cubicBezTo>
                  <a:cubicBezTo>
                    <a:pt x="35589" y="11927"/>
                    <a:pt x="37187" y="18846"/>
                    <a:pt x="37187" y="27926"/>
                  </a:cubicBezTo>
                  <a:cubicBezTo>
                    <a:pt x="37187" y="36982"/>
                    <a:pt x="35589" y="43901"/>
                    <a:pt x="32392" y="48681"/>
                  </a:cubicBezTo>
                  <a:cubicBezTo>
                    <a:pt x="29225" y="53438"/>
                    <a:pt x="24625" y="55816"/>
                    <a:pt x="18594" y="55816"/>
                  </a:cubicBezTo>
                  <a:cubicBezTo>
                    <a:pt x="12562" y="55816"/>
                    <a:pt x="7948" y="53438"/>
                    <a:pt x="4751" y="48681"/>
                  </a:cubicBezTo>
                  <a:cubicBezTo>
                    <a:pt x="1584" y="43901"/>
                    <a:pt x="0" y="36982"/>
                    <a:pt x="0" y="27926"/>
                  </a:cubicBezTo>
                  <a:cubicBezTo>
                    <a:pt x="0" y="18846"/>
                    <a:pt x="1584" y="11927"/>
                    <a:pt x="4751" y="7170"/>
                  </a:cubicBezTo>
                  <a:cubicBezTo>
                    <a:pt x="7948" y="2390"/>
                    <a:pt x="12562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DC9C0272-D002-BFE4-20D4-77EA9A7E63DD}"/>
                </a:ext>
              </a:extLst>
            </p:cNvPr>
            <p:cNvSpPr/>
            <p:nvPr/>
          </p:nvSpPr>
          <p:spPr>
            <a:xfrm>
              <a:off x="3946492" y="4919233"/>
              <a:ext cx="34162" cy="54775"/>
            </a:xfrm>
            <a:custGeom>
              <a:avLst/>
              <a:gdLst>
                <a:gd name="csX0" fmla="*/ 8754 w 34162"/>
                <a:gd name="csY0" fmla="*/ 48646 h 54775"/>
                <a:gd name="csX1" fmla="*/ 34162 w 34162"/>
                <a:gd name="csY1" fmla="*/ 48646 h 54775"/>
                <a:gd name="csX2" fmla="*/ 34162 w 34162"/>
                <a:gd name="csY2" fmla="*/ 54775 h 54775"/>
                <a:gd name="csX3" fmla="*/ 0 w 34162"/>
                <a:gd name="csY3" fmla="*/ 54775 h 54775"/>
                <a:gd name="csX4" fmla="*/ 0 w 34162"/>
                <a:gd name="csY4" fmla="*/ 48646 h 54775"/>
                <a:gd name="csX5" fmla="*/ 11281 w 34162"/>
                <a:gd name="csY5" fmla="*/ 37152 h 54775"/>
                <a:gd name="csX6" fmla="*/ 20293 w 34162"/>
                <a:gd name="csY6" fmla="*/ 27819 h 54775"/>
                <a:gd name="csX7" fmla="*/ 25159 w 34162"/>
                <a:gd name="csY7" fmla="*/ 21191 h 54775"/>
                <a:gd name="csX8" fmla="*/ 26565 w 34162"/>
                <a:gd name="csY8" fmla="*/ 15818 h 54775"/>
                <a:gd name="csX9" fmla="*/ 23531 w 34162"/>
                <a:gd name="csY9" fmla="*/ 8825 h 54775"/>
                <a:gd name="csX10" fmla="*/ 15711 w 34162"/>
                <a:gd name="csY10" fmla="*/ 6121 h 54775"/>
                <a:gd name="csX11" fmla="*/ 8469 w 34162"/>
                <a:gd name="csY11" fmla="*/ 7313 h 54775"/>
                <a:gd name="csX12" fmla="*/ 365 w 34162"/>
                <a:gd name="csY12" fmla="*/ 10916 h 54775"/>
                <a:gd name="csX13" fmla="*/ 365 w 34162"/>
                <a:gd name="csY13" fmla="*/ 3567 h 54775"/>
                <a:gd name="csX14" fmla="*/ 8576 w 34162"/>
                <a:gd name="csY14" fmla="*/ 899 h 54775"/>
                <a:gd name="csX15" fmla="*/ 15569 w 34162"/>
                <a:gd name="csY15" fmla="*/ 0 h 54775"/>
                <a:gd name="csX16" fmla="*/ 28905 w 34162"/>
                <a:gd name="csY16" fmla="*/ 4181 h 54775"/>
                <a:gd name="csX17" fmla="*/ 33878 w 34162"/>
                <a:gd name="csY17" fmla="*/ 15346 h 54775"/>
                <a:gd name="csX18" fmla="*/ 32614 w 34162"/>
                <a:gd name="csY18" fmla="*/ 21654 h 54775"/>
                <a:gd name="csX19" fmla="*/ 28113 w 34162"/>
                <a:gd name="csY19" fmla="*/ 28647 h 54775"/>
                <a:gd name="csX20" fmla="*/ 22383 w 34162"/>
                <a:gd name="csY20" fmla="*/ 34705 h 54775"/>
                <a:gd name="csX21" fmla="*/ 8754 w 34162"/>
                <a:gd name="csY21" fmla="*/ 48646 h 54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2" h="54775">
                  <a:moveTo>
                    <a:pt x="8754" y="48646"/>
                  </a:moveTo>
                  <a:lnTo>
                    <a:pt x="34162" y="48646"/>
                  </a:lnTo>
                  <a:lnTo>
                    <a:pt x="34162" y="54775"/>
                  </a:lnTo>
                  <a:lnTo>
                    <a:pt x="0" y="54775"/>
                  </a:lnTo>
                  <a:lnTo>
                    <a:pt x="0" y="48646"/>
                  </a:lnTo>
                  <a:cubicBezTo>
                    <a:pt x="2764" y="45787"/>
                    <a:pt x="6524" y="41956"/>
                    <a:pt x="11281" y="37152"/>
                  </a:cubicBezTo>
                  <a:cubicBezTo>
                    <a:pt x="16061" y="32324"/>
                    <a:pt x="19065" y="29213"/>
                    <a:pt x="20293" y="27819"/>
                  </a:cubicBezTo>
                  <a:cubicBezTo>
                    <a:pt x="22624" y="25198"/>
                    <a:pt x="24246" y="22988"/>
                    <a:pt x="25159" y="21191"/>
                  </a:cubicBezTo>
                  <a:cubicBezTo>
                    <a:pt x="26096" y="19365"/>
                    <a:pt x="26565" y="17573"/>
                    <a:pt x="26565" y="15818"/>
                  </a:cubicBezTo>
                  <a:cubicBezTo>
                    <a:pt x="26565" y="12959"/>
                    <a:pt x="25554" y="10628"/>
                    <a:pt x="23531" y="8825"/>
                  </a:cubicBezTo>
                  <a:cubicBezTo>
                    <a:pt x="21538" y="7022"/>
                    <a:pt x="18932" y="6121"/>
                    <a:pt x="15711" y="6121"/>
                  </a:cubicBezTo>
                  <a:cubicBezTo>
                    <a:pt x="13428" y="6121"/>
                    <a:pt x="11014" y="6518"/>
                    <a:pt x="8469" y="7313"/>
                  </a:cubicBezTo>
                  <a:cubicBezTo>
                    <a:pt x="5949" y="8108"/>
                    <a:pt x="3247" y="9309"/>
                    <a:pt x="365" y="10916"/>
                  </a:cubicBezTo>
                  <a:lnTo>
                    <a:pt x="365" y="3567"/>
                  </a:lnTo>
                  <a:cubicBezTo>
                    <a:pt x="3295" y="2387"/>
                    <a:pt x="6032" y="1498"/>
                    <a:pt x="8576" y="899"/>
                  </a:cubicBezTo>
                  <a:cubicBezTo>
                    <a:pt x="11126" y="300"/>
                    <a:pt x="13457" y="0"/>
                    <a:pt x="15569" y="0"/>
                  </a:cubicBezTo>
                  <a:cubicBezTo>
                    <a:pt x="21144" y="0"/>
                    <a:pt x="25589" y="1394"/>
                    <a:pt x="28905" y="4181"/>
                  </a:cubicBezTo>
                  <a:cubicBezTo>
                    <a:pt x="32220" y="6963"/>
                    <a:pt x="33878" y="10685"/>
                    <a:pt x="33878" y="15346"/>
                  </a:cubicBezTo>
                  <a:cubicBezTo>
                    <a:pt x="33878" y="17559"/>
                    <a:pt x="33456" y="19661"/>
                    <a:pt x="32614" y="21654"/>
                  </a:cubicBezTo>
                  <a:cubicBezTo>
                    <a:pt x="31796" y="23623"/>
                    <a:pt x="30295" y="25954"/>
                    <a:pt x="28113" y="28647"/>
                  </a:cubicBezTo>
                  <a:cubicBezTo>
                    <a:pt x="27514" y="29346"/>
                    <a:pt x="25604" y="31366"/>
                    <a:pt x="22383" y="34705"/>
                  </a:cubicBezTo>
                  <a:cubicBezTo>
                    <a:pt x="19163" y="38020"/>
                    <a:pt x="14620" y="42667"/>
                    <a:pt x="8754" y="4864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F9DBC4EE-5ED5-FC87-0DD1-ECF6A1BC4680}"/>
                </a:ext>
              </a:extLst>
            </p:cNvPr>
            <p:cNvSpPr/>
            <p:nvPr/>
          </p:nvSpPr>
          <p:spPr>
            <a:xfrm>
              <a:off x="3995938" y="4964854"/>
              <a:ext cx="7606" cy="9154"/>
            </a:xfrm>
            <a:custGeom>
              <a:avLst/>
              <a:gdLst>
                <a:gd name="csX0" fmla="*/ 0 w 7606"/>
                <a:gd name="csY0" fmla="*/ 0 h 9154"/>
                <a:gd name="csX1" fmla="*/ 7607 w 7606"/>
                <a:gd name="csY1" fmla="*/ 0 h 9154"/>
                <a:gd name="csX2" fmla="*/ 7607 w 7606"/>
                <a:gd name="csY2" fmla="*/ 9154 h 9154"/>
                <a:gd name="csX3" fmla="*/ 0 w 7606"/>
                <a:gd name="csY3" fmla="*/ 9154 h 9154"/>
                <a:gd name="csX4" fmla="*/ 0 w 7606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6" h="9154">
                  <a:moveTo>
                    <a:pt x="0" y="0"/>
                  </a:moveTo>
                  <a:lnTo>
                    <a:pt x="7607" y="0"/>
                  </a:lnTo>
                  <a:lnTo>
                    <a:pt x="7607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27AB71EC-B18B-3C2C-C98D-77BA9338636D}"/>
                </a:ext>
              </a:extLst>
            </p:cNvPr>
            <p:cNvSpPr/>
            <p:nvPr/>
          </p:nvSpPr>
          <p:spPr>
            <a:xfrm>
              <a:off x="4017201" y="4920203"/>
              <a:ext cx="34811" cy="54846"/>
            </a:xfrm>
            <a:custGeom>
              <a:avLst/>
              <a:gdLst>
                <a:gd name="csX0" fmla="*/ 2269 w 34811"/>
                <a:gd name="csY0" fmla="*/ 0 h 54846"/>
                <a:gd name="csX1" fmla="*/ 30853 w 34811"/>
                <a:gd name="csY1" fmla="*/ 0 h 54846"/>
                <a:gd name="csX2" fmla="*/ 30853 w 34811"/>
                <a:gd name="csY2" fmla="*/ 6130 h 54846"/>
                <a:gd name="csX3" fmla="*/ 8941 w 34811"/>
                <a:gd name="csY3" fmla="*/ 6130 h 54846"/>
                <a:gd name="csX4" fmla="*/ 8941 w 34811"/>
                <a:gd name="csY4" fmla="*/ 19314 h 54846"/>
                <a:gd name="csX5" fmla="*/ 12108 w 34811"/>
                <a:gd name="csY5" fmla="*/ 18522 h 54846"/>
                <a:gd name="csX6" fmla="*/ 15284 w 34811"/>
                <a:gd name="csY6" fmla="*/ 18238 h 54846"/>
                <a:gd name="csX7" fmla="*/ 29554 w 34811"/>
                <a:gd name="csY7" fmla="*/ 23175 h 54846"/>
                <a:gd name="csX8" fmla="*/ 34812 w 34811"/>
                <a:gd name="csY8" fmla="*/ 36547 h 54846"/>
                <a:gd name="csX9" fmla="*/ 29403 w 34811"/>
                <a:gd name="csY9" fmla="*/ 50060 h 54846"/>
                <a:gd name="csX10" fmla="*/ 14163 w 34811"/>
                <a:gd name="csY10" fmla="*/ 54847 h 54846"/>
                <a:gd name="csX11" fmla="*/ 7242 w 34811"/>
                <a:gd name="csY11" fmla="*/ 54277 h 54846"/>
                <a:gd name="csX12" fmla="*/ 0 w 34811"/>
                <a:gd name="csY12" fmla="*/ 52542 h 54846"/>
                <a:gd name="csX13" fmla="*/ 0 w 34811"/>
                <a:gd name="csY13" fmla="*/ 45230 h 54846"/>
                <a:gd name="csX14" fmla="*/ 6699 w 34811"/>
                <a:gd name="csY14" fmla="*/ 47863 h 54846"/>
                <a:gd name="csX15" fmla="*/ 14021 w 34811"/>
                <a:gd name="csY15" fmla="*/ 48726 h 54846"/>
                <a:gd name="csX16" fmla="*/ 23896 w 34811"/>
                <a:gd name="csY16" fmla="*/ 45443 h 54846"/>
                <a:gd name="csX17" fmla="*/ 27534 w 34811"/>
                <a:gd name="csY17" fmla="*/ 36547 h 54846"/>
                <a:gd name="csX18" fmla="*/ 23896 w 34811"/>
                <a:gd name="csY18" fmla="*/ 27641 h 54846"/>
                <a:gd name="csX19" fmla="*/ 14021 w 34811"/>
                <a:gd name="csY19" fmla="*/ 24358 h 54846"/>
                <a:gd name="csX20" fmla="*/ 8185 w 34811"/>
                <a:gd name="csY20" fmla="*/ 25008 h 54846"/>
                <a:gd name="csX21" fmla="*/ 2269 w 34811"/>
                <a:gd name="csY21" fmla="*/ 27027 h 54846"/>
                <a:gd name="csX22" fmla="*/ 2269 w 34811"/>
                <a:gd name="csY22" fmla="*/ 0 h 54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1" h="54846">
                  <a:moveTo>
                    <a:pt x="2269" y="0"/>
                  </a:moveTo>
                  <a:lnTo>
                    <a:pt x="30853" y="0"/>
                  </a:lnTo>
                  <a:lnTo>
                    <a:pt x="30853" y="6130"/>
                  </a:lnTo>
                  <a:lnTo>
                    <a:pt x="8941" y="6130"/>
                  </a:lnTo>
                  <a:lnTo>
                    <a:pt x="8941" y="19314"/>
                  </a:lnTo>
                  <a:cubicBezTo>
                    <a:pt x="9997" y="18958"/>
                    <a:pt x="11052" y="18694"/>
                    <a:pt x="12108" y="18522"/>
                  </a:cubicBezTo>
                  <a:cubicBezTo>
                    <a:pt x="13164" y="18333"/>
                    <a:pt x="14222" y="18238"/>
                    <a:pt x="15284" y="18238"/>
                  </a:cubicBezTo>
                  <a:cubicBezTo>
                    <a:pt x="21286" y="18238"/>
                    <a:pt x="26043" y="19884"/>
                    <a:pt x="29554" y="23175"/>
                  </a:cubicBezTo>
                  <a:cubicBezTo>
                    <a:pt x="33059" y="26467"/>
                    <a:pt x="34812" y="30924"/>
                    <a:pt x="34812" y="36547"/>
                  </a:cubicBezTo>
                  <a:cubicBezTo>
                    <a:pt x="34812" y="42335"/>
                    <a:pt x="33009" y="46840"/>
                    <a:pt x="29403" y="50060"/>
                  </a:cubicBezTo>
                  <a:cubicBezTo>
                    <a:pt x="25803" y="53251"/>
                    <a:pt x="20723" y="54847"/>
                    <a:pt x="14163" y="54847"/>
                  </a:cubicBezTo>
                  <a:cubicBezTo>
                    <a:pt x="11903" y="54847"/>
                    <a:pt x="9596" y="54657"/>
                    <a:pt x="7242" y="54277"/>
                  </a:cubicBezTo>
                  <a:cubicBezTo>
                    <a:pt x="4911" y="53892"/>
                    <a:pt x="2497" y="53313"/>
                    <a:pt x="0" y="52542"/>
                  </a:cubicBezTo>
                  <a:lnTo>
                    <a:pt x="0" y="45230"/>
                  </a:lnTo>
                  <a:cubicBezTo>
                    <a:pt x="2165" y="46404"/>
                    <a:pt x="4398" y="47282"/>
                    <a:pt x="6699" y="47863"/>
                  </a:cubicBezTo>
                  <a:cubicBezTo>
                    <a:pt x="9006" y="48438"/>
                    <a:pt x="11447" y="48726"/>
                    <a:pt x="14021" y="48726"/>
                  </a:cubicBezTo>
                  <a:cubicBezTo>
                    <a:pt x="18178" y="48726"/>
                    <a:pt x="21470" y="47632"/>
                    <a:pt x="23896" y="45443"/>
                  </a:cubicBezTo>
                  <a:cubicBezTo>
                    <a:pt x="26322" y="43261"/>
                    <a:pt x="27534" y="40295"/>
                    <a:pt x="27534" y="36547"/>
                  </a:cubicBezTo>
                  <a:cubicBezTo>
                    <a:pt x="27534" y="32798"/>
                    <a:pt x="26322" y="29830"/>
                    <a:pt x="23896" y="27641"/>
                  </a:cubicBezTo>
                  <a:cubicBezTo>
                    <a:pt x="21470" y="25453"/>
                    <a:pt x="18178" y="24358"/>
                    <a:pt x="14021" y="24358"/>
                  </a:cubicBezTo>
                  <a:cubicBezTo>
                    <a:pt x="12075" y="24358"/>
                    <a:pt x="10130" y="24575"/>
                    <a:pt x="8185" y="25008"/>
                  </a:cubicBezTo>
                  <a:cubicBezTo>
                    <a:pt x="6257" y="25441"/>
                    <a:pt x="4285" y="26114"/>
                    <a:pt x="2269" y="27027"/>
                  </a:cubicBezTo>
                  <a:lnTo>
                    <a:pt x="2269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E50481B7-2E06-1FBA-BE06-4CFCE8E717F0}"/>
                </a:ext>
              </a:extLst>
            </p:cNvPr>
            <p:cNvSpPr/>
            <p:nvPr/>
          </p:nvSpPr>
          <p:spPr>
            <a:xfrm>
              <a:off x="4327242" y="4920203"/>
              <a:ext cx="34811" cy="54846"/>
            </a:xfrm>
            <a:custGeom>
              <a:avLst/>
              <a:gdLst>
                <a:gd name="csX0" fmla="*/ 2269 w 34811"/>
                <a:gd name="csY0" fmla="*/ 0 h 54846"/>
                <a:gd name="csX1" fmla="*/ 30844 w 34811"/>
                <a:gd name="csY1" fmla="*/ 0 h 54846"/>
                <a:gd name="csX2" fmla="*/ 30844 w 34811"/>
                <a:gd name="csY2" fmla="*/ 6130 h 54846"/>
                <a:gd name="csX3" fmla="*/ 8932 w 34811"/>
                <a:gd name="csY3" fmla="*/ 6130 h 54846"/>
                <a:gd name="csX4" fmla="*/ 8932 w 34811"/>
                <a:gd name="csY4" fmla="*/ 19314 h 54846"/>
                <a:gd name="csX5" fmla="*/ 12108 w 34811"/>
                <a:gd name="csY5" fmla="*/ 18522 h 54846"/>
                <a:gd name="csX6" fmla="*/ 15275 w 34811"/>
                <a:gd name="csY6" fmla="*/ 18238 h 54846"/>
                <a:gd name="csX7" fmla="*/ 29545 w 34811"/>
                <a:gd name="csY7" fmla="*/ 23175 h 54846"/>
                <a:gd name="csX8" fmla="*/ 34812 w 34811"/>
                <a:gd name="csY8" fmla="*/ 36547 h 54846"/>
                <a:gd name="csX9" fmla="*/ 29403 w 34811"/>
                <a:gd name="csY9" fmla="*/ 50060 h 54846"/>
                <a:gd name="csX10" fmla="*/ 14163 w 34811"/>
                <a:gd name="csY10" fmla="*/ 54847 h 54846"/>
                <a:gd name="csX11" fmla="*/ 7242 w 34811"/>
                <a:gd name="csY11" fmla="*/ 54277 h 54846"/>
                <a:gd name="csX12" fmla="*/ 0 w 34811"/>
                <a:gd name="csY12" fmla="*/ 52542 h 54846"/>
                <a:gd name="csX13" fmla="*/ 0 w 34811"/>
                <a:gd name="csY13" fmla="*/ 45230 h 54846"/>
                <a:gd name="csX14" fmla="*/ 6699 w 34811"/>
                <a:gd name="csY14" fmla="*/ 47863 h 54846"/>
                <a:gd name="csX15" fmla="*/ 14021 w 34811"/>
                <a:gd name="csY15" fmla="*/ 48726 h 54846"/>
                <a:gd name="csX16" fmla="*/ 23887 w 34811"/>
                <a:gd name="csY16" fmla="*/ 45443 h 54846"/>
                <a:gd name="csX17" fmla="*/ 27534 w 34811"/>
                <a:gd name="csY17" fmla="*/ 36547 h 54846"/>
                <a:gd name="csX18" fmla="*/ 23887 w 34811"/>
                <a:gd name="csY18" fmla="*/ 27641 h 54846"/>
                <a:gd name="csX19" fmla="*/ 14021 w 34811"/>
                <a:gd name="csY19" fmla="*/ 24358 h 54846"/>
                <a:gd name="csX20" fmla="*/ 8176 w 34811"/>
                <a:gd name="csY20" fmla="*/ 25008 h 54846"/>
                <a:gd name="csX21" fmla="*/ 2269 w 34811"/>
                <a:gd name="csY21" fmla="*/ 27027 h 54846"/>
                <a:gd name="csX22" fmla="*/ 2269 w 34811"/>
                <a:gd name="csY22" fmla="*/ 0 h 54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1" h="54846">
                  <a:moveTo>
                    <a:pt x="2269" y="0"/>
                  </a:moveTo>
                  <a:lnTo>
                    <a:pt x="30844" y="0"/>
                  </a:lnTo>
                  <a:lnTo>
                    <a:pt x="30844" y="6130"/>
                  </a:lnTo>
                  <a:lnTo>
                    <a:pt x="8932" y="6130"/>
                  </a:lnTo>
                  <a:lnTo>
                    <a:pt x="8932" y="19314"/>
                  </a:lnTo>
                  <a:cubicBezTo>
                    <a:pt x="9994" y="18958"/>
                    <a:pt x="11052" y="18694"/>
                    <a:pt x="12108" y="18522"/>
                  </a:cubicBezTo>
                  <a:cubicBezTo>
                    <a:pt x="13164" y="18333"/>
                    <a:pt x="14219" y="18238"/>
                    <a:pt x="15275" y="18238"/>
                  </a:cubicBezTo>
                  <a:cubicBezTo>
                    <a:pt x="21283" y="18238"/>
                    <a:pt x="26040" y="19884"/>
                    <a:pt x="29545" y="23175"/>
                  </a:cubicBezTo>
                  <a:cubicBezTo>
                    <a:pt x="33056" y="26467"/>
                    <a:pt x="34812" y="30924"/>
                    <a:pt x="34812" y="36547"/>
                  </a:cubicBezTo>
                  <a:cubicBezTo>
                    <a:pt x="34812" y="42335"/>
                    <a:pt x="33009" y="46840"/>
                    <a:pt x="29403" y="50060"/>
                  </a:cubicBezTo>
                  <a:cubicBezTo>
                    <a:pt x="25803" y="53251"/>
                    <a:pt x="20723" y="54847"/>
                    <a:pt x="14163" y="54847"/>
                  </a:cubicBezTo>
                  <a:cubicBezTo>
                    <a:pt x="11903" y="54847"/>
                    <a:pt x="9596" y="54657"/>
                    <a:pt x="7242" y="54277"/>
                  </a:cubicBezTo>
                  <a:cubicBezTo>
                    <a:pt x="4911" y="53892"/>
                    <a:pt x="2497" y="53313"/>
                    <a:pt x="0" y="52542"/>
                  </a:cubicBezTo>
                  <a:lnTo>
                    <a:pt x="0" y="45230"/>
                  </a:lnTo>
                  <a:cubicBezTo>
                    <a:pt x="2159" y="46404"/>
                    <a:pt x="4392" y="47282"/>
                    <a:pt x="6699" y="47863"/>
                  </a:cubicBezTo>
                  <a:cubicBezTo>
                    <a:pt x="9006" y="48438"/>
                    <a:pt x="11447" y="48726"/>
                    <a:pt x="14021" y="48726"/>
                  </a:cubicBezTo>
                  <a:cubicBezTo>
                    <a:pt x="18172" y="48726"/>
                    <a:pt x="21461" y="47632"/>
                    <a:pt x="23887" y="45443"/>
                  </a:cubicBezTo>
                  <a:cubicBezTo>
                    <a:pt x="26319" y="43261"/>
                    <a:pt x="27534" y="40295"/>
                    <a:pt x="27534" y="36547"/>
                  </a:cubicBezTo>
                  <a:cubicBezTo>
                    <a:pt x="27534" y="32798"/>
                    <a:pt x="26319" y="29830"/>
                    <a:pt x="23887" y="27641"/>
                  </a:cubicBezTo>
                  <a:cubicBezTo>
                    <a:pt x="21461" y="25453"/>
                    <a:pt x="18172" y="24358"/>
                    <a:pt x="14021" y="24358"/>
                  </a:cubicBezTo>
                  <a:cubicBezTo>
                    <a:pt x="12070" y="24358"/>
                    <a:pt x="10121" y="24575"/>
                    <a:pt x="8176" y="25008"/>
                  </a:cubicBezTo>
                  <a:cubicBezTo>
                    <a:pt x="6254" y="25441"/>
                    <a:pt x="4285" y="26114"/>
                    <a:pt x="2269" y="27027"/>
                  </a:cubicBezTo>
                  <a:lnTo>
                    <a:pt x="2269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EB49480E-BF1D-D79F-BD82-80F857E29D08}"/>
                </a:ext>
              </a:extLst>
            </p:cNvPr>
            <p:cNvSpPr/>
            <p:nvPr/>
          </p:nvSpPr>
          <p:spPr>
            <a:xfrm>
              <a:off x="4376395" y="4964854"/>
              <a:ext cx="7606" cy="9154"/>
            </a:xfrm>
            <a:custGeom>
              <a:avLst/>
              <a:gdLst>
                <a:gd name="csX0" fmla="*/ 0 w 7606"/>
                <a:gd name="csY0" fmla="*/ 0 h 9154"/>
                <a:gd name="csX1" fmla="*/ 7606 w 7606"/>
                <a:gd name="csY1" fmla="*/ 0 h 9154"/>
                <a:gd name="csX2" fmla="*/ 7606 w 7606"/>
                <a:gd name="csY2" fmla="*/ 9154 h 9154"/>
                <a:gd name="csX3" fmla="*/ 0 w 7606"/>
                <a:gd name="csY3" fmla="*/ 9154 h 9154"/>
                <a:gd name="csX4" fmla="*/ 0 w 7606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6" h="9154">
                  <a:moveTo>
                    <a:pt x="0" y="0"/>
                  </a:moveTo>
                  <a:lnTo>
                    <a:pt x="7606" y="0"/>
                  </a:lnTo>
                  <a:lnTo>
                    <a:pt x="7606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EAFEAC9B-39B4-1CEE-2959-6D63230D96B8}"/>
                </a:ext>
              </a:extLst>
            </p:cNvPr>
            <p:cNvSpPr/>
            <p:nvPr/>
          </p:nvSpPr>
          <p:spPr>
            <a:xfrm>
              <a:off x="4396830" y="4919233"/>
              <a:ext cx="37196" cy="55816"/>
            </a:xfrm>
            <a:custGeom>
              <a:avLst/>
              <a:gdLst>
                <a:gd name="csX0" fmla="*/ 18594 w 37196"/>
                <a:gd name="csY0" fmla="*/ 5765 h 55816"/>
                <a:gd name="csX1" fmla="*/ 10124 w 37196"/>
                <a:gd name="csY1" fmla="*/ 11316 h 55816"/>
                <a:gd name="csX2" fmla="*/ 7313 w 37196"/>
                <a:gd name="csY2" fmla="*/ 27926 h 55816"/>
                <a:gd name="csX3" fmla="*/ 10124 w 37196"/>
                <a:gd name="csY3" fmla="*/ 44544 h 55816"/>
                <a:gd name="csX4" fmla="*/ 18594 w 37196"/>
                <a:gd name="csY4" fmla="*/ 50051 h 55816"/>
                <a:gd name="csX5" fmla="*/ 27063 w 37196"/>
                <a:gd name="csY5" fmla="*/ 44544 h 55816"/>
                <a:gd name="csX6" fmla="*/ 29910 w 37196"/>
                <a:gd name="csY6" fmla="*/ 27926 h 55816"/>
                <a:gd name="csX7" fmla="*/ 27063 w 37196"/>
                <a:gd name="csY7" fmla="*/ 11316 h 55816"/>
                <a:gd name="csX8" fmla="*/ 18594 w 37196"/>
                <a:gd name="csY8" fmla="*/ 5765 h 55816"/>
                <a:gd name="csX9" fmla="*/ 18594 w 37196"/>
                <a:gd name="csY9" fmla="*/ 0 h 55816"/>
                <a:gd name="csX10" fmla="*/ 32401 w 37196"/>
                <a:gd name="csY10" fmla="*/ 7170 h 55816"/>
                <a:gd name="csX11" fmla="*/ 37196 w 37196"/>
                <a:gd name="csY11" fmla="*/ 27926 h 55816"/>
                <a:gd name="csX12" fmla="*/ 32401 w 37196"/>
                <a:gd name="csY12" fmla="*/ 48681 h 55816"/>
                <a:gd name="csX13" fmla="*/ 18594 w 37196"/>
                <a:gd name="csY13" fmla="*/ 55816 h 55816"/>
                <a:gd name="csX14" fmla="*/ 4760 w 37196"/>
                <a:gd name="csY14" fmla="*/ 48681 h 55816"/>
                <a:gd name="csX15" fmla="*/ 0 w 37196"/>
                <a:gd name="csY15" fmla="*/ 27926 h 55816"/>
                <a:gd name="csX16" fmla="*/ 4760 w 37196"/>
                <a:gd name="csY16" fmla="*/ 7170 h 55816"/>
                <a:gd name="csX17" fmla="*/ 18594 w 37196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6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8" y="2390"/>
                    <a:pt x="32401" y="7170"/>
                  </a:cubicBezTo>
                  <a:cubicBezTo>
                    <a:pt x="35598" y="11927"/>
                    <a:pt x="37196" y="18846"/>
                    <a:pt x="37196" y="27926"/>
                  </a:cubicBezTo>
                  <a:cubicBezTo>
                    <a:pt x="37196" y="36982"/>
                    <a:pt x="35598" y="43901"/>
                    <a:pt x="32401" y="48681"/>
                  </a:cubicBezTo>
                  <a:cubicBezTo>
                    <a:pt x="29228" y="53438"/>
                    <a:pt x="24625" y="55816"/>
                    <a:pt x="18594" y="55816"/>
                  </a:cubicBezTo>
                  <a:cubicBezTo>
                    <a:pt x="12568" y="55816"/>
                    <a:pt x="7956" y="53438"/>
                    <a:pt x="4760" y="48681"/>
                  </a:cubicBezTo>
                  <a:cubicBezTo>
                    <a:pt x="1587" y="43901"/>
                    <a:pt x="0" y="36982"/>
                    <a:pt x="0" y="27926"/>
                  </a:cubicBezTo>
                  <a:cubicBezTo>
                    <a:pt x="0" y="18846"/>
                    <a:pt x="1587" y="11927"/>
                    <a:pt x="4760" y="7170"/>
                  </a:cubicBezTo>
                  <a:cubicBezTo>
                    <a:pt x="7956" y="2390"/>
                    <a:pt x="12568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9E505ADE-5442-ABAF-23DA-71EC88C6290A}"/>
                </a:ext>
              </a:extLst>
            </p:cNvPr>
            <p:cNvSpPr/>
            <p:nvPr/>
          </p:nvSpPr>
          <p:spPr>
            <a:xfrm>
              <a:off x="3797485" y="5019790"/>
              <a:ext cx="42507" cy="38672"/>
            </a:xfrm>
            <a:custGeom>
              <a:avLst/>
              <a:gdLst>
                <a:gd name="csX0" fmla="*/ 42507 w 42507"/>
                <a:gd name="csY0" fmla="*/ 5623 h 38672"/>
                <a:gd name="csX1" fmla="*/ 41048 w 42507"/>
                <a:gd name="csY1" fmla="*/ 9288 h 38672"/>
                <a:gd name="csX2" fmla="*/ 37926 w 42507"/>
                <a:gd name="csY2" fmla="*/ 10587 h 38672"/>
                <a:gd name="csX3" fmla="*/ 35506 w 42507"/>
                <a:gd name="csY3" fmla="*/ 9670 h 38672"/>
                <a:gd name="csX4" fmla="*/ 34669 w 42507"/>
                <a:gd name="csY4" fmla="*/ 7580 h 38672"/>
                <a:gd name="csX5" fmla="*/ 35844 w 42507"/>
                <a:gd name="csY5" fmla="*/ 4626 h 38672"/>
                <a:gd name="csX6" fmla="*/ 38762 w 42507"/>
                <a:gd name="csY6" fmla="*/ 2954 h 38672"/>
                <a:gd name="csX7" fmla="*/ 34509 w 42507"/>
                <a:gd name="csY7" fmla="*/ 1877 h 38672"/>
                <a:gd name="csX8" fmla="*/ 31378 w 42507"/>
                <a:gd name="csY8" fmla="*/ 2749 h 38672"/>
                <a:gd name="csX9" fmla="*/ 29091 w 42507"/>
                <a:gd name="csY9" fmla="*/ 4751 h 38672"/>
                <a:gd name="csX10" fmla="*/ 27508 w 42507"/>
                <a:gd name="csY10" fmla="*/ 7500 h 38672"/>
                <a:gd name="csX11" fmla="*/ 26502 w 42507"/>
                <a:gd name="csY11" fmla="*/ 10044 h 38672"/>
                <a:gd name="csX12" fmla="*/ 26049 w 42507"/>
                <a:gd name="csY12" fmla="*/ 11957 h 38672"/>
                <a:gd name="csX13" fmla="*/ 23131 w 42507"/>
                <a:gd name="csY13" fmla="*/ 23629 h 38672"/>
                <a:gd name="csX14" fmla="*/ 21716 w 42507"/>
                <a:gd name="csY14" fmla="*/ 31129 h 38672"/>
                <a:gd name="csX15" fmla="*/ 22882 w 42507"/>
                <a:gd name="csY15" fmla="*/ 35176 h 38672"/>
                <a:gd name="csX16" fmla="*/ 26378 w 42507"/>
                <a:gd name="csY16" fmla="*/ 36760 h 38672"/>
                <a:gd name="csX17" fmla="*/ 28335 w 42507"/>
                <a:gd name="csY17" fmla="*/ 36502 h 38672"/>
                <a:gd name="csX18" fmla="*/ 30710 w 42507"/>
                <a:gd name="csY18" fmla="*/ 35461 h 38672"/>
                <a:gd name="csX19" fmla="*/ 33299 w 42507"/>
                <a:gd name="csY19" fmla="*/ 33504 h 38672"/>
                <a:gd name="csX20" fmla="*/ 35755 w 42507"/>
                <a:gd name="csY20" fmla="*/ 30257 h 38672"/>
                <a:gd name="csX21" fmla="*/ 37756 w 42507"/>
                <a:gd name="csY21" fmla="*/ 25586 h 38672"/>
                <a:gd name="csX22" fmla="*/ 38842 w 42507"/>
                <a:gd name="csY22" fmla="*/ 24670 h 38672"/>
                <a:gd name="csX23" fmla="*/ 39883 w 42507"/>
                <a:gd name="csY23" fmla="*/ 25506 h 38672"/>
                <a:gd name="csX24" fmla="*/ 39296 w 42507"/>
                <a:gd name="csY24" fmla="*/ 27712 h 38672"/>
                <a:gd name="csX25" fmla="*/ 37552 w 42507"/>
                <a:gd name="csY25" fmla="*/ 31084 h 38672"/>
                <a:gd name="csX26" fmla="*/ 34838 w 42507"/>
                <a:gd name="csY26" fmla="*/ 34669 h 38672"/>
                <a:gd name="csX27" fmla="*/ 31004 w 42507"/>
                <a:gd name="csY27" fmla="*/ 37507 h 38672"/>
                <a:gd name="csX28" fmla="*/ 26209 w 42507"/>
                <a:gd name="csY28" fmla="*/ 38673 h 38672"/>
                <a:gd name="csX29" fmla="*/ 20257 w 42507"/>
                <a:gd name="csY29" fmla="*/ 36760 h 38672"/>
                <a:gd name="csX30" fmla="*/ 17001 w 42507"/>
                <a:gd name="csY30" fmla="*/ 32169 h 38672"/>
                <a:gd name="csX31" fmla="*/ 16503 w 42507"/>
                <a:gd name="csY31" fmla="*/ 33050 h 38672"/>
                <a:gd name="csX32" fmla="*/ 15337 w 42507"/>
                <a:gd name="csY32" fmla="*/ 34669 h 38672"/>
                <a:gd name="csX33" fmla="*/ 13540 w 42507"/>
                <a:gd name="csY33" fmla="*/ 36591 h 38672"/>
                <a:gd name="csX34" fmla="*/ 11085 w 42507"/>
                <a:gd name="csY34" fmla="*/ 38006 h 38672"/>
                <a:gd name="csX35" fmla="*/ 8042 w 42507"/>
                <a:gd name="csY35" fmla="*/ 38673 h 38672"/>
                <a:gd name="csX36" fmla="*/ 4252 w 42507"/>
                <a:gd name="csY36" fmla="*/ 38086 h 38672"/>
                <a:gd name="csX37" fmla="*/ 1245 w 42507"/>
                <a:gd name="csY37" fmla="*/ 36173 h 38672"/>
                <a:gd name="csX38" fmla="*/ 0 w 42507"/>
                <a:gd name="csY38" fmla="*/ 33006 h 38672"/>
                <a:gd name="csX39" fmla="*/ 1379 w 42507"/>
                <a:gd name="csY39" fmla="*/ 29545 h 38672"/>
                <a:gd name="csX40" fmla="*/ 4706 w 42507"/>
                <a:gd name="csY40" fmla="*/ 28086 h 38672"/>
                <a:gd name="csX41" fmla="*/ 6877 w 42507"/>
                <a:gd name="csY41" fmla="*/ 28798 h 38672"/>
                <a:gd name="csX42" fmla="*/ 7873 w 42507"/>
                <a:gd name="csY42" fmla="*/ 31049 h 38672"/>
                <a:gd name="csX43" fmla="*/ 6708 w 42507"/>
                <a:gd name="csY43" fmla="*/ 34047 h 38672"/>
                <a:gd name="csX44" fmla="*/ 3879 w 42507"/>
                <a:gd name="csY44" fmla="*/ 35675 h 38672"/>
                <a:gd name="csX45" fmla="*/ 8122 w 42507"/>
                <a:gd name="csY45" fmla="*/ 36760 h 38672"/>
                <a:gd name="csX46" fmla="*/ 13042 w 42507"/>
                <a:gd name="csY46" fmla="*/ 34340 h 38672"/>
                <a:gd name="csX47" fmla="*/ 16254 w 42507"/>
                <a:gd name="csY47" fmla="*/ 27881 h 38672"/>
                <a:gd name="csX48" fmla="*/ 19839 w 42507"/>
                <a:gd name="csY48" fmla="*/ 13834 h 38672"/>
                <a:gd name="csX49" fmla="*/ 20835 w 42507"/>
                <a:gd name="csY49" fmla="*/ 7580 h 38672"/>
                <a:gd name="csX50" fmla="*/ 20382 w 42507"/>
                <a:gd name="csY50" fmla="*/ 4626 h 38672"/>
                <a:gd name="csX51" fmla="*/ 19127 w 42507"/>
                <a:gd name="csY51" fmla="*/ 2874 h 38672"/>
                <a:gd name="csX52" fmla="*/ 17668 w 42507"/>
                <a:gd name="csY52" fmla="*/ 2082 h 38672"/>
                <a:gd name="csX53" fmla="*/ 16254 w 42507"/>
                <a:gd name="csY53" fmla="*/ 1877 h 38672"/>
                <a:gd name="csX54" fmla="*/ 13585 w 42507"/>
                <a:gd name="csY54" fmla="*/ 2375 h 38672"/>
                <a:gd name="csX55" fmla="*/ 10542 w 42507"/>
                <a:gd name="csY55" fmla="*/ 4039 h 38672"/>
                <a:gd name="csX56" fmla="*/ 7375 w 42507"/>
                <a:gd name="csY56" fmla="*/ 7500 h 38672"/>
                <a:gd name="csX57" fmla="*/ 4795 w 42507"/>
                <a:gd name="csY57" fmla="*/ 13042 h 38672"/>
                <a:gd name="csX58" fmla="*/ 3665 w 42507"/>
                <a:gd name="csY58" fmla="*/ 14003 h 38672"/>
                <a:gd name="csX59" fmla="*/ 2669 w 42507"/>
                <a:gd name="csY59" fmla="*/ 13122 h 38672"/>
                <a:gd name="csX60" fmla="*/ 3212 w 42507"/>
                <a:gd name="csY60" fmla="*/ 10960 h 38672"/>
                <a:gd name="csX61" fmla="*/ 4955 w 42507"/>
                <a:gd name="csY61" fmla="*/ 7580 h 38672"/>
                <a:gd name="csX62" fmla="*/ 7713 w 42507"/>
                <a:gd name="csY62" fmla="*/ 4039 h 38672"/>
                <a:gd name="csX63" fmla="*/ 11583 w 42507"/>
                <a:gd name="csY63" fmla="*/ 1165 h 38672"/>
                <a:gd name="csX64" fmla="*/ 16423 w 42507"/>
                <a:gd name="csY64" fmla="*/ 0 h 38672"/>
                <a:gd name="csX65" fmla="*/ 18629 w 42507"/>
                <a:gd name="csY65" fmla="*/ 249 h 38672"/>
                <a:gd name="csX66" fmla="*/ 21085 w 42507"/>
                <a:gd name="csY66" fmla="*/ 1085 h 38672"/>
                <a:gd name="csX67" fmla="*/ 23673 w 42507"/>
                <a:gd name="csY67" fmla="*/ 3078 h 38672"/>
                <a:gd name="csX68" fmla="*/ 25631 w 42507"/>
                <a:gd name="csY68" fmla="*/ 6459 h 38672"/>
                <a:gd name="csX69" fmla="*/ 26796 w 42507"/>
                <a:gd name="csY69" fmla="*/ 4582 h 38672"/>
                <a:gd name="csX70" fmla="*/ 28593 w 42507"/>
                <a:gd name="csY70" fmla="*/ 2544 h 38672"/>
                <a:gd name="csX71" fmla="*/ 31253 w 42507"/>
                <a:gd name="csY71" fmla="*/ 703 h 38672"/>
                <a:gd name="csX72" fmla="*/ 34589 w 42507"/>
                <a:gd name="csY72" fmla="*/ 0 h 38672"/>
                <a:gd name="csX73" fmla="*/ 37970 w 42507"/>
                <a:gd name="csY73" fmla="*/ 454 h 38672"/>
                <a:gd name="csX74" fmla="*/ 41048 w 42507"/>
                <a:gd name="csY74" fmla="*/ 2251 h 38672"/>
                <a:gd name="csX75" fmla="*/ 42507 w 42507"/>
                <a:gd name="csY75" fmla="*/ 5623 h 38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507" h="38672">
                  <a:moveTo>
                    <a:pt x="42507" y="5623"/>
                  </a:moveTo>
                  <a:cubicBezTo>
                    <a:pt x="42507" y="7182"/>
                    <a:pt x="42021" y="8404"/>
                    <a:pt x="41048" y="9288"/>
                  </a:cubicBezTo>
                  <a:cubicBezTo>
                    <a:pt x="40076" y="10154"/>
                    <a:pt x="39035" y="10587"/>
                    <a:pt x="37926" y="10587"/>
                  </a:cubicBezTo>
                  <a:cubicBezTo>
                    <a:pt x="36870" y="10587"/>
                    <a:pt x="36063" y="10281"/>
                    <a:pt x="35506" y="9670"/>
                  </a:cubicBezTo>
                  <a:cubicBezTo>
                    <a:pt x="34948" y="9060"/>
                    <a:pt x="34669" y="8363"/>
                    <a:pt x="34669" y="7580"/>
                  </a:cubicBezTo>
                  <a:cubicBezTo>
                    <a:pt x="34669" y="6524"/>
                    <a:pt x="35061" y="5539"/>
                    <a:pt x="35844" y="4626"/>
                  </a:cubicBezTo>
                  <a:cubicBezTo>
                    <a:pt x="36621" y="3707"/>
                    <a:pt x="37593" y="3149"/>
                    <a:pt x="38762" y="2954"/>
                  </a:cubicBezTo>
                  <a:cubicBezTo>
                    <a:pt x="37617" y="2236"/>
                    <a:pt x="36200" y="1877"/>
                    <a:pt x="34509" y="1877"/>
                  </a:cubicBezTo>
                  <a:cubicBezTo>
                    <a:pt x="33394" y="1877"/>
                    <a:pt x="32350" y="2168"/>
                    <a:pt x="31378" y="2749"/>
                  </a:cubicBezTo>
                  <a:cubicBezTo>
                    <a:pt x="30435" y="3330"/>
                    <a:pt x="29673" y="3997"/>
                    <a:pt x="29091" y="4751"/>
                  </a:cubicBezTo>
                  <a:cubicBezTo>
                    <a:pt x="28534" y="5498"/>
                    <a:pt x="28006" y="6414"/>
                    <a:pt x="27508" y="7500"/>
                  </a:cubicBezTo>
                  <a:cubicBezTo>
                    <a:pt x="27033" y="8555"/>
                    <a:pt x="26698" y="9404"/>
                    <a:pt x="26502" y="10044"/>
                  </a:cubicBezTo>
                  <a:cubicBezTo>
                    <a:pt x="26336" y="10655"/>
                    <a:pt x="26185" y="11292"/>
                    <a:pt x="26049" y="11957"/>
                  </a:cubicBezTo>
                  <a:lnTo>
                    <a:pt x="23131" y="23629"/>
                  </a:lnTo>
                  <a:cubicBezTo>
                    <a:pt x="22188" y="27324"/>
                    <a:pt x="21716" y="29824"/>
                    <a:pt x="21716" y="31129"/>
                  </a:cubicBezTo>
                  <a:cubicBezTo>
                    <a:pt x="21716" y="32742"/>
                    <a:pt x="22105" y="34091"/>
                    <a:pt x="22882" y="35176"/>
                  </a:cubicBezTo>
                  <a:cubicBezTo>
                    <a:pt x="23659" y="36232"/>
                    <a:pt x="24824" y="36760"/>
                    <a:pt x="26378" y="36760"/>
                  </a:cubicBezTo>
                  <a:cubicBezTo>
                    <a:pt x="26989" y="36760"/>
                    <a:pt x="27641" y="36674"/>
                    <a:pt x="28335" y="36502"/>
                  </a:cubicBezTo>
                  <a:cubicBezTo>
                    <a:pt x="29035" y="36312"/>
                    <a:pt x="29827" y="35965"/>
                    <a:pt x="30710" y="35461"/>
                  </a:cubicBezTo>
                  <a:cubicBezTo>
                    <a:pt x="31630" y="34933"/>
                    <a:pt x="32493" y="34281"/>
                    <a:pt x="33299" y="33504"/>
                  </a:cubicBezTo>
                  <a:cubicBezTo>
                    <a:pt x="34130" y="32697"/>
                    <a:pt x="34948" y="31615"/>
                    <a:pt x="35755" y="30257"/>
                  </a:cubicBezTo>
                  <a:cubicBezTo>
                    <a:pt x="36561" y="28893"/>
                    <a:pt x="37229" y="27336"/>
                    <a:pt x="37756" y="25586"/>
                  </a:cubicBezTo>
                  <a:cubicBezTo>
                    <a:pt x="37923" y="24975"/>
                    <a:pt x="38284" y="24670"/>
                    <a:pt x="38842" y="24670"/>
                  </a:cubicBezTo>
                  <a:cubicBezTo>
                    <a:pt x="39536" y="24670"/>
                    <a:pt x="39883" y="24949"/>
                    <a:pt x="39883" y="25506"/>
                  </a:cubicBezTo>
                  <a:cubicBezTo>
                    <a:pt x="39883" y="25975"/>
                    <a:pt x="39687" y="26710"/>
                    <a:pt x="39296" y="27712"/>
                  </a:cubicBezTo>
                  <a:cubicBezTo>
                    <a:pt x="38940" y="28685"/>
                    <a:pt x="38358" y="29809"/>
                    <a:pt x="37552" y="31084"/>
                  </a:cubicBezTo>
                  <a:cubicBezTo>
                    <a:pt x="36775" y="32336"/>
                    <a:pt x="35870" y="33531"/>
                    <a:pt x="34838" y="34669"/>
                  </a:cubicBezTo>
                  <a:cubicBezTo>
                    <a:pt x="33812" y="35784"/>
                    <a:pt x="32534" y="36730"/>
                    <a:pt x="31004" y="37507"/>
                  </a:cubicBezTo>
                  <a:cubicBezTo>
                    <a:pt x="29480" y="38284"/>
                    <a:pt x="27881" y="38673"/>
                    <a:pt x="26209" y="38673"/>
                  </a:cubicBezTo>
                  <a:cubicBezTo>
                    <a:pt x="23825" y="38673"/>
                    <a:pt x="21841" y="38035"/>
                    <a:pt x="20257" y="36760"/>
                  </a:cubicBezTo>
                  <a:cubicBezTo>
                    <a:pt x="18674" y="35479"/>
                    <a:pt x="17588" y="33949"/>
                    <a:pt x="17001" y="32169"/>
                  </a:cubicBezTo>
                  <a:cubicBezTo>
                    <a:pt x="16865" y="32419"/>
                    <a:pt x="16699" y="32712"/>
                    <a:pt x="16503" y="33050"/>
                  </a:cubicBezTo>
                  <a:cubicBezTo>
                    <a:pt x="16307" y="33382"/>
                    <a:pt x="15919" y="33922"/>
                    <a:pt x="15337" y="34669"/>
                  </a:cubicBezTo>
                  <a:cubicBezTo>
                    <a:pt x="14780" y="35393"/>
                    <a:pt x="14181" y="36034"/>
                    <a:pt x="13540" y="36591"/>
                  </a:cubicBezTo>
                  <a:cubicBezTo>
                    <a:pt x="12906" y="37119"/>
                    <a:pt x="12087" y="37590"/>
                    <a:pt x="11085" y="38006"/>
                  </a:cubicBezTo>
                  <a:cubicBezTo>
                    <a:pt x="10112" y="38450"/>
                    <a:pt x="9098" y="38673"/>
                    <a:pt x="8042" y="38673"/>
                  </a:cubicBezTo>
                  <a:cubicBezTo>
                    <a:pt x="6708" y="38673"/>
                    <a:pt x="5445" y="38477"/>
                    <a:pt x="4252" y="38086"/>
                  </a:cubicBezTo>
                  <a:cubicBezTo>
                    <a:pt x="3084" y="37700"/>
                    <a:pt x="2082" y="37063"/>
                    <a:pt x="1245" y="36173"/>
                  </a:cubicBezTo>
                  <a:cubicBezTo>
                    <a:pt x="415" y="35283"/>
                    <a:pt x="0" y="34228"/>
                    <a:pt x="0" y="33006"/>
                  </a:cubicBezTo>
                  <a:cubicBezTo>
                    <a:pt x="0" y="31642"/>
                    <a:pt x="460" y="30488"/>
                    <a:pt x="1379" y="29545"/>
                  </a:cubicBezTo>
                  <a:cubicBezTo>
                    <a:pt x="2322" y="28572"/>
                    <a:pt x="3431" y="28086"/>
                    <a:pt x="4706" y="28086"/>
                  </a:cubicBezTo>
                  <a:cubicBezTo>
                    <a:pt x="5513" y="28086"/>
                    <a:pt x="6236" y="28323"/>
                    <a:pt x="6877" y="28798"/>
                  </a:cubicBezTo>
                  <a:cubicBezTo>
                    <a:pt x="7541" y="29266"/>
                    <a:pt x="7873" y="30017"/>
                    <a:pt x="7873" y="31049"/>
                  </a:cubicBezTo>
                  <a:cubicBezTo>
                    <a:pt x="7873" y="32187"/>
                    <a:pt x="7485" y="33187"/>
                    <a:pt x="6708" y="34047"/>
                  </a:cubicBezTo>
                  <a:cubicBezTo>
                    <a:pt x="5931" y="34907"/>
                    <a:pt x="4988" y="35449"/>
                    <a:pt x="3879" y="35675"/>
                  </a:cubicBezTo>
                  <a:cubicBezTo>
                    <a:pt x="5018" y="36398"/>
                    <a:pt x="6432" y="36760"/>
                    <a:pt x="8122" y="36760"/>
                  </a:cubicBezTo>
                  <a:cubicBezTo>
                    <a:pt x="9961" y="36760"/>
                    <a:pt x="11601" y="35954"/>
                    <a:pt x="13042" y="34340"/>
                  </a:cubicBezTo>
                  <a:cubicBezTo>
                    <a:pt x="14489" y="32727"/>
                    <a:pt x="15560" y="30574"/>
                    <a:pt x="16254" y="27881"/>
                  </a:cubicBezTo>
                  <a:cubicBezTo>
                    <a:pt x="17974" y="21405"/>
                    <a:pt x="19169" y="16722"/>
                    <a:pt x="19839" y="13834"/>
                  </a:cubicBezTo>
                  <a:cubicBezTo>
                    <a:pt x="20503" y="10916"/>
                    <a:pt x="20835" y="8831"/>
                    <a:pt x="20835" y="7580"/>
                  </a:cubicBezTo>
                  <a:cubicBezTo>
                    <a:pt x="20835" y="6417"/>
                    <a:pt x="20684" y="5433"/>
                    <a:pt x="20382" y="4626"/>
                  </a:cubicBezTo>
                  <a:cubicBezTo>
                    <a:pt x="20073" y="3820"/>
                    <a:pt x="19655" y="3235"/>
                    <a:pt x="19127" y="2874"/>
                  </a:cubicBezTo>
                  <a:cubicBezTo>
                    <a:pt x="18629" y="2482"/>
                    <a:pt x="18143" y="2218"/>
                    <a:pt x="17668" y="2082"/>
                  </a:cubicBezTo>
                  <a:cubicBezTo>
                    <a:pt x="17224" y="1945"/>
                    <a:pt x="16752" y="1877"/>
                    <a:pt x="16254" y="1877"/>
                  </a:cubicBezTo>
                  <a:cubicBezTo>
                    <a:pt x="15418" y="1877"/>
                    <a:pt x="14528" y="2043"/>
                    <a:pt x="13585" y="2375"/>
                  </a:cubicBezTo>
                  <a:cubicBezTo>
                    <a:pt x="12671" y="2707"/>
                    <a:pt x="11657" y="3262"/>
                    <a:pt x="10542" y="4039"/>
                  </a:cubicBezTo>
                  <a:cubicBezTo>
                    <a:pt x="9457" y="4792"/>
                    <a:pt x="8401" y="5946"/>
                    <a:pt x="7375" y="7500"/>
                  </a:cubicBezTo>
                  <a:cubicBezTo>
                    <a:pt x="6349" y="9054"/>
                    <a:pt x="5489" y="10901"/>
                    <a:pt x="4795" y="13042"/>
                  </a:cubicBezTo>
                  <a:cubicBezTo>
                    <a:pt x="4653" y="13683"/>
                    <a:pt x="4276" y="14003"/>
                    <a:pt x="3665" y="14003"/>
                  </a:cubicBezTo>
                  <a:cubicBezTo>
                    <a:pt x="3001" y="13973"/>
                    <a:pt x="2669" y="13680"/>
                    <a:pt x="2669" y="13122"/>
                  </a:cubicBezTo>
                  <a:cubicBezTo>
                    <a:pt x="2669" y="12654"/>
                    <a:pt x="2850" y="11933"/>
                    <a:pt x="3212" y="10960"/>
                  </a:cubicBezTo>
                  <a:cubicBezTo>
                    <a:pt x="3597" y="9958"/>
                    <a:pt x="4178" y="8831"/>
                    <a:pt x="4955" y="7580"/>
                  </a:cubicBezTo>
                  <a:cubicBezTo>
                    <a:pt x="5762" y="6334"/>
                    <a:pt x="6681" y="5154"/>
                    <a:pt x="7713" y="4039"/>
                  </a:cubicBezTo>
                  <a:cubicBezTo>
                    <a:pt x="8769" y="2900"/>
                    <a:pt x="10059" y="1942"/>
                    <a:pt x="11583" y="1165"/>
                  </a:cubicBezTo>
                  <a:cubicBezTo>
                    <a:pt x="13143" y="388"/>
                    <a:pt x="14756" y="0"/>
                    <a:pt x="16423" y="0"/>
                  </a:cubicBezTo>
                  <a:cubicBezTo>
                    <a:pt x="17170" y="0"/>
                    <a:pt x="17906" y="83"/>
                    <a:pt x="18629" y="249"/>
                  </a:cubicBezTo>
                  <a:cubicBezTo>
                    <a:pt x="19376" y="385"/>
                    <a:pt x="20195" y="664"/>
                    <a:pt x="21085" y="1085"/>
                  </a:cubicBezTo>
                  <a:cubicBezTo>
                    <a:pt x="22004" y="1501"/>
                    <a:pt x="22867" y="2165"/>
                    <a:pt x="23673" y="3078"/>
                  </a:cubicBezTo>
                  <a:cubicBezTo>
                    <a:pt x="24480" y="3997"/>
                    <a:pt x="25132" y="5124"/>
                    <a:pt x="25631" y="6459"/>
                  </a:cubicBezTo>
                  <a:cubicBezTo>
                    <a:pt x="25963" y="5818"/>
                    <a:pt x="26351" y="5193"/>
                    <a:pt x="26796" y="4582"/>
                  </a:cubicBezTo>
                  <a:cubicBezTo>
                    <a:pt x="27271" y="3971"/>
                    <a:pt x="27870" y="3292"/>
                    <a:pt x="28593" y="2544"/>
                  </a:cubicBezTo>
                  <a:cubicBezTo>
                    <a:pt x="29340" y="1761"/>
                    <a:pt x="30227" y="1148"/>
                    <a:pt x="31253" y="703"/>
                  </a:cubicBezTo>
                  <a:cubicBezTo>
                    <a:pt x="32309" y="234"/>
                    <a:pt x="33421" y="0"/>
                    <a:pt x="34589" y="0"/>
                  </a:cubicBezTo>
                  <a:cubicBezTo>
                    <a:pt x="35728" y="0"/>
                    <a:pt x="36855" y="151"/>
                    <a:pt x="37970" y="454"/>
                  </a:cubicBezTo>
                  <a:cubicBezTo>
                    <a:pt x="39079" y="733"/>
                    <a:pt x="40105" y="1331"/>
                    <a:pt x="41048" y="2251"/>
                  </a:cubicBezTo>
                  <a:cubicBezTo>
                    <a:pt x="42021" y="3140"/>
                    <a:pt x="42507" y="4264"/>
                    <a:pt x="42507" y="5623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B9019FA7-2264-535F-041E-D1F2B02AD14B}"/>
                </a:ext>
              </a:extLst>
            </p:cNvPr>
            <p:cNvSpPr/>
            <p:nvPr/>
          </p:nvSpPr>
          <p:spPr>
            <a:xfrm>
              <a:off x="2905723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733BBEF2-1F87-9B17-353E-B0B3A72A4104}"/>
                </a:ext>
              </a:extLst>
            </p:cNvPr>
            <p:cNvSpPr/>
            <p:nvPr/>
          </p:nvSpPr>
          <p:spPr>
            <a:xfrm>
              <a:off x="2905723" y="4856220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18CBAFD8-456B-F44A-023E-198604F513C0}"/>
                </a:ext>
              </a:extLst>
            </p:cNvPr>
            <p:cNvSpPr/>
            <p:nvPr/>
          </p:nvSpPr>
          <p:spPr>
            <a:xfrm>
              <a:off x="2905723" y="4658612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B34B6402-F6E9-12FF-793F-738F662120B5}"/>
                </a:ext>
              </a:extLst>
            </p:cNvPr>
            <p:cNvSpPr/>
            <p:nvPr/>
          </p:nvSpPr>
          <p:spPr>
            <a:xfrm>
              <a:off x="2905723" y="4460992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DCB3E06C-D264-9E27-00FD-5AEBD82E0DB4}"/>
                </a:ext>
              </a:extLst>
            </p:cNvPr>
            <p:cNvSpPr/>
            <p:nvPr/>
          </p:nvSpPr>
          <p:spPr>
            <a:xfrm>
              <a:off x="2905723" y="4263377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EF8F995D-5796-C4CE-824B-6A56B8FE735A}"/>
                </a:ext>
              </a:extLst>
            </p:cNvPr>
            <p:cNvSpPr/>
            <p:nvPr/>
          </p:nvSpPr>
          <p:spPr>
            <a:xfrm>
              <a:off x="2905723" y="4065762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55C33F3C-EB90-6419-4987-AD6F8FBF70F1}"/>
                </a:ext>
              </a:extLst>
            </p:cNvPr>
            <p:cNvSpPr/>
            <p:nvPr/>
          </p:nvSpPr>
          <p:spPr>
            <a:xfrm>
              <a:off x="2905723" y="3868147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0F14A5B5-79F6-5652-4C83-AC24FBDFCBF6}"/>
                </a:ext>
              </a:extLst>
            </p:cNvPr>
            <p:cNvSpPr/>
            <p:nvPr/>
          </p:nvSpPr>
          <p:spPr>
            <a:xfrm>
              <a:off x="2766085" y="4828347"/>
              <a:ext cx="37191" cy="55825"/>
            </a:xfrm>
            <a:custGeom>
              <a:avLst/>
              <a:gdLst>
                <a:gd name="csX0" fmla="*/ 18596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6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6 w 37191"/>
                <a:gd name="csY8" fmla="*/ 5765 h 55825"/>
                <a:gd name="csX9" fmla="*/ 18596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26 h 55825"/>
                <a:gd name="csX12" fmla="*/ 32398 w 37191"/>
                <a:gd name="csY12" fmla="*/ 48690 h 55825"/>
                <a:gd name="csX13" fmla="*/ 18596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6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6" y="50060"/>
                  </a:cubicBezTo>
                  <a:cubicBezTo>
                    <a:pt x="22368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6" y="55825"/>
                  </a:cubicBezTo>
                  <a:cubicBezTo>
                    <a:pt x="12566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C784F683-6D49-D37A-A623-083CA88BE230}"/>
                </a:ext>
              </a:extLst>
            </p:cNvPr>
            <p:cNvSpPr/>
            <p:nvPr/>
          </p:nvSpPr>
          <p:spPr>
            <a:xfrm>
              <a:off x="2816070" y="4873968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DCB12A86-47D7-BAA9-B554-4F12D4773A93}"/>
                </a:ext>
              </a:extLst>
            </p:cNvPr>
            <p:cNvSpPr/>
            <p:nvPr/>
          </p:nvSpPr>
          <p:spPr>
            <a:xfrm>
              <a:off x="2836505" y="4828347"/>
              <a:ext cx="37191" cy="55825"/>
            </a:xfrm>
            <a:custGeom>
              <a:avLst/>
              <a:gdLst>
                <a:gd name="csX0" fmla="*/ 18595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5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5 w 37191"/>
                <a:gd name="csY8" fmla="*/ 5765 h 55825"/>
                <a:gd name="csX9" fmla="*/ 18595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26 h 55825"/>
                <a:gd name="csX12" fmla="*/ 32398 w 37191"/>
                <a:gd name="csY12" fmla="*/ 48690 h 55825"/>
                <a:gd name="csX13" fmla="*/ 18595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5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5" y="50060"/>
                  </a:cubicBezTo>
                  <a:cubicBezTo>
                    <a:pt x="22367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5" y="55825"/>
                  </a:cubicBezTo>
                  <a:cubicBezTo>
                    <a:pt x="12565" y="55825"/>
                    <a:pt x="7952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2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6B1D2186-3F0E-9C0B-4D42-39BF559005E7}"/>
                </a:ext>
              </a:extLst>
            </p:cNvPr>
            <p:cNvSpPr/>
            <p:nvPr/>
          </p:nvSpPr>
          <p:spPr>
            <a:xfrm>
              <a:off x="2767995" y="4630730"/>
              <a:ext cx="37191" cy="55825"/>
            </a:xfrm>
            <a:custGeom>
              <a:avLst/>
              <a:gdLst>
                <a:gd name="csX0" fmla="*/ 18595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35 h 55825"/>
                <a:gd name="csX3" fmla="*/ 10127 w 37191"/>
                <a:gd name="csY3" fmla="*/ 44545 h 55825"/>
                <a:gd name="csX4" fmla="*/ 18595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35 h 55825"/>
                <a:gd name="csX7" fmla="*/ 27065 w 37191"/>
                <a:gd name="csY7" fmla="*/ 11316 h 55825"/>
                <a:gd name="csX8" fmla="*/ 18595 w 37191"/>
                <a:gd name="csY8" fmla="*/ 5765 h 55825"/>
                <a:gd name="csX9" fmla="*/ 18595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35 h 55825"/>
                <a:gd name="csX12" fmla="*/ 32398 w 37191"/>
                <a:gd name="csY12" fmla="*/ 48690 h 55825"/>
                <a:gd name="csX13" fmla="*/ 18595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35 h 55825"/>
                <a:gd name="csX16" fmla="*/ 4757 w 37191"/>
                <a:gd name="csY16" fmla="*/ 7171 h 55825"/>
                <a:gd name="csX17" fmla="*/ 18595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3"/>
                    <a:pt x="7316" y="27935"/>
                  </a:cubicBezTo>
                  <a:cubicBezTo>
                    <a:pt x="7316" y="35307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5" y="50060"/>
                  </a:cubicBezTo>
                  <a:cubicBezTo>
                    <a:pt x="22367" y="50060"/>
                    <a:pt x="25191" y="48222"/>
                    <a:pt x="27065" y="44545"/>
                  </a:cubicBezTo>
                  <a:cubicBezTo>
                    <a:pt x="28963" y="40844"/>
                    <a:pt x="29912" y="35307"/>
                    <a:pt x="29912" y="27935"/>
                  </a:cubicBezTo>
                  <a:cubicBezTo>
                    <a:pt x="29912" y="20533"/>
                    <a:pt x="28963" y="14994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9"/>
                    <a:pt x="37192" y="27935"/>
                  </a:cubicBezTo>
                  <a:cubicBezTo>
                    <a:pt x="37192" y="36992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5" y="55825"/>
                  </a:cubicBezTo>
                  <a:cubicBezTo>
                    <a:pt x="12565" y="55825"/>
                    <a:pt x="7953" y="53447"/>
                    <a:pt x="4757" y="48690"/>
                  </a:cubicBezTo>
                  <a:cubicBezTo>
                    <a:pt x="1586" y="43910"/>
                    <a:pt x="0" y="36992"/>
                    <a:pt x="0" y="27935"/>
                  </a:cubicBezTo>
                  <a:cubicBezTo>
                    <a:pt x="0" y="18849"/>
                    <a:pt x="1586" y="11927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1D1A185B-8949-4773-3680-D9763CBB88C0}"/>
                </a:ext>
              </a:extLst>
            </p:cNvPr>
            <p:cNvSpPr/>
            <p:nvPr/>
          </p:nvSpPr>
          <p:spPr>
            <a:xfrm>
              <a:off x="2817980" y="4676360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F81F5F01-C659-CD39-D28E-3ADB5AB3615A}"/>
                </a:ext>
              </a:extLst>
            </p:cNvPr>
            <p:cNvSpPr/>
            <p:nvPr/>
          </p:nvSpPr>
          <p:spPr>
            <a:xfrm>
              <a:off x="2841657" y="4631709"/>
              <a:ext cx="32038" cy="53805"/>
            </a:xfrm>
            <a:custGeom>
              <a:avLst/>
              <a:gdLst>
                <a:gd name="csX0" fmla="*/ 1045 w 32038"/>
                <a:gd name="csY0" fmla="*/ 47676 h 53805"/>
                <a:gd name="csX1" fmla="*/ 12938 w 32038"/>
                <a:gd name="csY1" fmla="*/ 47676 h 53805"/>
                <a:gd name="csX2" fmla="*/ 12938 w 32038"/>
                <a:gd name="csY2" fmla="*/ 6628 h 53805"/>
                <a:gd name="csX3" fmla="*/ 0 w 32038"/>
                <a:gd name="csY3" fmla="*/ 9226 h 53805"/>
                <a:gd name="csX4" fmla="*/ 0 w 32038"/>
                <a:gd name="csY4" fmla="*/ 2589 h 53805"/>
                <a:gd name="csX5" fmla="*/ 12866 w 32038"/>
                <a:gd name="csY5" fmla="*/ 0 h 53805"/>
                <a:gd name="csX6" fmla="*/ 20146 w 32038"/>
                <a:gd name="csY6" fmla="*/ 0 h 53805"/>
                <a:gd name="csX7" fmla="*/ 20146 w 32038"/>
                <a:gd name="csY7" fmla="*/ 47676 h 53805"/>
                <a:gd name="csX8" fmla="*/ 32039 w 32038"/>
                <a:gd name="csY8" fmla="*/ 47676 h 53805"/>
                <a:gd name="csX9" fmla="*/ 32039 w 32038"/>
                <a:gd name="csY9" fmla="*/ 53806 h 53805"/>
                <a:gd name="csX10" fmla="*/ 1045 w 32038"/>
                <a:gd name="csY10" fmla="*/ 53806 h 53805"/>
                <a:gd name="csX11" fmla="*/ 1045 w 32038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8" h="53805">
                  <a:moveTo>
                    <a:pt x="1045" y="47676"/>
                  </a:moveTo>
                  <a:lnTo>
                    <a:pt x="12938" y="47676"/>
                  </a:lnTo>
                  <a:lnTo>
                    <a:pt x="12938" y="6628"/>
                  </a:lnTo>
                  <a:lnTo>
                    <a:pt x="0" y="9226"/>
                  </a:lnTo>
                  <a:lnTo>
                    <a:pt x="0" y="2589"/>
                  </a:lnTo>
                  <a:lnTo>
                    <a:pt x="12866" y="0"/>
                  </a:lnTo>
                  <a:lnTo>
                    <a:pt x="20146" y="0"/>
                  </a:lnTo>
                  <a:lnTo>
                    <a:pt x="20146" y="47676"/>
                  </a:lnTo>
                  <a:lnTo>
                    <a:pt x="32039" y="47676"/>
                  </a:lnTo>
                  <a:lnTo>
                    <a:pt x="32039" y="53806"/>
                  </a:lnTo>
                  <a:lnTo>
                    <a:pt x="1045" y="53806"/>
                  </a:lnTo>
                  <a:lnTo>
                    <a:pt x="1045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7EA298D1-7B82-5E94-5AA1-B6CB33E62D46}"/>
                </a:ext>
              </a:extLst>
            </p:cNvPr>
            <p:cNvSpPr/>
            <p:nvPr/>
          </p:nvSpPr>
          <p:spPr>
            <a:xfrm>
              <a:off x="2768571" y="4433117"/>
              <a:ext cx="37191" cy="55823"/>
            </a:xfrm>
            <a:custGeom>
              <a:avLst/>
              <a:gdLst>
                <a:gd name="csX0" fmla="*/ 18596 w 37191"/>
                <a:gd name="csY0" fmla="*/ 5766 h 55823"/>
                <a:gd name="csX1" fmla="*/ 10127 w 37191"/>
                <a:gd name="csY1" fmla="*/ 11315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6 w 37191"/>
                <a:gd name="csY4" fmla="*/ 50058 h 55823"/>
                <a:gd name="csX5" fmla="*/ 27065 w 37191"/>
                <a:gd name="csY5" fmla="*/ 44544 h 55823"/>
                <a:gd name="csX6" fmla="*/ 29912 w 37191"/>
                <a:gd name="csY6" fmla="*/ 27930 h 55823"/>
                <a:gd name="csX7" fmla="*/ 27065 w 37191"/>
                <a:gd name="csY7" fmla="*/ 11315 h 55823"/>
                <a:gd name="csX8" fmla="*/ 18596 w 37191"/>
                <a:gd name="csY8" fmla="*/ 5766 h 55823"/>
                <a:gd name="csX9" fmla="*/ 18596 w 37191"/>
                <a:gd name="csY9" fmla="*/ 0 h 55823"/>
                <a:gd name="csX10" fmla="*/ 32399 w 37191"/>
                <a:gd name="csY10" fmla="*/ 7171 h 55823"/>
                <a:gd name="csX11" fmla="*/ 37192 w 37191"/>
                <a:gd name="csY11" fmla="*/ 27930 h 55823"/>
                <a:gd name="csX12" fmla="*/ 32399 w 37191"/>
                <a:gd name="csY12" fmla="*/ 48688 h 55823"/>
                <a:gd name="csX13" fmla="*/ 18596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6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6" y="5766"/>
                  </a:moveTo>
                  <a:cubicBezTo>
                    <a:pt x="14848" y="5766"/>
                    <a:pt x="12025" y="7616"/>
                    <a:pt x="10127" y="11315"/>
                  </a:cubicBezTo>
                  <a:cubicBezTo>
                    <a:pt x="8253" y="14991"/>
                    <a:pt x="7316" y="20529"/>
                    <a:pt x="7316" y="27930"/>
                  </a:cubicBezTo>
                  <a:cubicBezTo>
                    <a:pt x="7316" y="35305"/>
                    <a:pt x="8253" y="40843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3"/>
                    <a:pt x="29912" y="35305"/>
                    <a:pt x="29912" y="27930"/>
                  </a:cubicBezTo>
                  <a:cubicBezTo>
                    <a:pt x="29912" y="20529"/>
                    <a:pt x="28963" y="14991"/>
                    <a:pt x="27065" y="11315"/>
                  </a:cubicBezTo>
                  <a:cubicBezTo>
                    <a:pt x="25191" y="7616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9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9" y="48688"/>
                  </a:cubicBezTo>
                  <a:cubicBezTo>
                    <a:pt x="29227" y="53445"/>
                    <a:pt x="24626" y="55823"/>
                    <a:pt x="18596" y="55823"/>
                  </a:cubicBezTo>
                  <a:cubicBezTo>
                    <a:pt x="12566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CDEEA861-E505-08A3-4BB6-D65C75F3A6AD}"/>
                </a:ext>
              </a:extLst>
            </p:cNvPr>
            <p:cNvSpPr/>
            <p:nvPr/>
          </p:nvSpPr>
          <p:spPr>
            <a:xfrm>
              <a:off x="2818557" y="4478742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9926E4EB-4320-C14F-1D8B-9EF80CFDBB35}"/>
                </a:ext>
              </a:extLst>
            </p:cNvPr>
            <p:cNvSpPr/>
            <p:nvPr/>
          </p:nvSpPr>
          <p:spPr>
            <a:xfrm>
              <a:off x="2839531" y="4433117"/>
              <a:ext cx="34165" cy="54778"/>
            </a:xfrm>
            <a:custGeom>
              <a:avLst/>
              <a:gdLst>
                <a:gd name="csX0" fmla="*/ 8758 w 34165"/>
                <a:gd name="csY0" fmla="*/ 48652 h 54778"/>
                <a:gd name="csX1" fmla="*/ 34165 w 34165"/>
                <a:gd name="csY1" fmla="*/ 48652 h 54778"/>
                <a:gd name="csX2" fmla="*/ 34165 w 34165"/>
                <a:gd name="csY2" fmla="*/ 54778 h 54778"/>
                <a:gd name="csX3" fmla="*/ 0 w 34165"/>
                <a:gd name="csY3" fmla="*/ 54778 h 54778"/>
                <a:gd name="csX4" fmla="*/ 0 w 34165"/>
                <a:gd name="csY4" fmla="*/ 48652 h 54778"/>
                <a:gd name="csX5" fmla="*/ 11281 w 34165"/>
                <a:gd name="csY5" fmla="*/ 37155 h 54778"/>
                <a:gd name="csX6" fmla="*/ 20290 w 34165"/>
                <a:gd name="csY6" fmla="*/ 27821 h 54778"/>
                <a:gd name="csX7" fmla="*/ 25156 w 34165"/>
                <a:gd name="csY7" fmla="*/ 21190 h 54778"/>
                <a:gd name="csX8" fmla="*/ 26560 w 34165"/>
                <a:gd name="csY8" fmla="*/ 15821 h 54778"/>
                <a:gd name="csX9" fmla="*/ 23534 w 34165"/>
                <a:gd name="csY9" fmla="*/ 8829 h 54778"/>
                <a:gd name="csX10" fmla="*/ 15713 w 34165"/>
                <a:gd name="csY10" fmla="*/ 6126 h 54778"/>
                <a:gd name="csX11" fmla="*/ 8469 w 34165"/>
                <a:gd name="csY11" fmla="*/ 7316 h 54778"/>
                <a:gd name="csX12" fmla="*/ 360 w 34165"/>
                <a:gd name="csY12" fmla="*/ 10919 h 54778"/>
                <a:gd name="csX13" fmla="*/ 360 w 34165"/>
                <a:gd name="csY13" fmla="*/ 3567 h 54778"/>
                <a:gd name="csX14" fmla="*/ 8577 w 34165"/>
                <a:gd name="csY14" fmla="*/ 900 h 54778"/>
                <a:gd name="csX15" fmla="*/ 15569 w 34165"/>
                <a:gd name="csY15" fmla="*/ 0 h 54778"/>
                <a:gd name="csX16" fmla="*/ 28904 w 34165"/>
                <a:gd name="csY16" fmla="*/ 4180 h 54778"/>
                <a:gd name="csX17" fmla="*/ 33877 w 34165"/>
                <a:gd name="csY17" fmla="*/ 15352 h 54778"/>
                <a:gd name="csX18" fmla="*/ 32615 w 34165"/>
                <a:gd name="csY18" fmla="*/ 21658 h 54778"/>
                <a:gd name="csX19" fmla="*/ 28110 w 34165"/>
                <a:gd name="csY19" fmla="*/ 28650 h 54778"/>
                <a:gd name="csX20" fmla="*/ 22380 w 34165"/>
                <a:gd name="csY20" fmla="*/ 34705 h 54778"/>
                <a:gd name="csX21" fmla="*/ 8758 w 34165"/>
                <a:gd name="csY21" fmla="*/ 48652 h 54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5" h="54778">
                  <a:moveTo>
                    <a:pt x="8758" y="48652"/>
                  </a:moveTo>
                  <a:lnTo>
                    <a:pt x="34165" y="48652"/>
                  </a:lnTo>
                  <a:lnTo>
                    <a:pt x="34165" y="54778"/>
                  </a:lnTo>
                  <a:lnTo>
                    <a:pt x="0" y="54778"/>
                  </a:lnTo>
                  <a:lnTo>
                    <a:pt x="0" y="48652"/>
                  </a:lnTo>
                  <a:cubicBezTo>
                    <a:pt x="2763" y="45793"/>
                    <a:pt x="6523" y="41960"/>
                    <a:pt x="11281" y="37155"/>
                  </a:cubicBezTo>
                  <a:cubicBezTo>
                    <a:pt x="16062" y="32326"/>
                    <a:pt x="19065" y="29215"/>
                    <a:pt x="20290" y="27821"/>
                  </a:cubicBezTo>
                  <a:cubicBezTo>
                    <a:pt x="22620" y="25202"/>
                    <a:pt x="24242" y="22992"/>
                    <a:pt x="25156" y="21190"/>
                  </a:cubicBezTo>
                  <a:cubicBezTo>
                    <a:pt x="26092" y="19364"/>
                    <a:pt x="26560" y="17574"/>
                    <a:pt x="26560" y="15821"/>
                  </a:cubicBezTo>
                  <a:cubicBezTo>
                    <a:pt x="26560" y="12961"/>
                    <a:pt x="25551" y="10631"/>
                    <a:pt x="23534" y="8829"/>
                  </a:cubicBezTo>
                  <a:cubicBezTo>
                    <a:pt x="21539" y="7027"/>
                    <a:pt x="18932" y="6126"/>
                    <a:pt x="15713" y="6126"/>
                  </a:cubicBezTo>
                  <a:cubicBezTo>
                    <a:pt x="13431" y="6126"/>
                    <a:pt x="11016" y="6523"/>
                    <a:pt x="8469" y="7316"/>
                  </a:cubicBezTo>
                  <a:cubicBezTo>
                    <a:pt x="5946" y="8109"/>
                    <a:pt x="3243" y="9310"/>
                    <a:pt x="360" y="10919"/>
                  </a:cubicBezTo>
                  <a:lnTo>
                    <a:pt x="360" y="3567"/>
                  </a:lnTo>
                  <a:cubicBezTo>
                    <a:pt x="3291" y="2390"/>
                    <a:pt x="6030" y="1501"/>
                    <a:pt x="8577" y="900"/>
                  </a:cubicBezTo>
                  <a:cubicBezTo>
                    <a:pt x="11124" y="300"/>
                    <a:pt x="13454" y="0"/>
                    <a:pt x="15569" y="0"/>
                  </a:cubicBezTo>
                  <a:cubicBezTo>
                    <a:pt x="21143" y="0"/>
                    <a:pt x="25588" y="1393"/>
                    <a:pt x="28904" y="4180"/>
                  </a:cubicBezTo>
                  <a:cubicBezTo>
                    <a:pt x="32219" y="6967"/>
                    <a:pt x="33877" y="10691"/>
                    <a:pt x="33877" y="15352"/>
                  </a:cubicBezTo>
                  <a:cubicBezTo>
                    <a:pt x="33877" y="17562"/>
                    <a:pt x="33456" y="19664"/>
                    <a:pt x="32615" y="21658"/>
                  </a:cubicBezTo>
                  <a:cubicBezTo>
                    <a:pt x="31799" y="23629"/>
                    <a:pt x="30297" y="25959"/>
                    <a:pt x="28110" y="28650"/>
                  </a:cubicBezTo>
                  <a:cubicBezTo>
                    <a:pt x="27510" y="29347"/>
                    <a:pt x="25600" y="31365"/>
                    <a:pt x="22380" y="34705"/>
                  </a:cubicBezTo>
                  <a:cubicBezTo>
                    <a:pt x="19161" y="38020"/>
                    <a:pt x="14620" y="42669"/>
                    <a:pt x="8758" y="48652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C8348138-E24C-1A0B-1DD0-CAB238C932E2}"/>
                </a:ext>
              </a:extLst>
            </p:cNvPr>
            <p:cNvSpPr/>
            <p:nvPr/>
          </p:nvSpPr>
          <p:spPr>
            <a:xfrm>
              <a:off x="2767094" y="4235502"/>
              <a:ext cx="37191" cy="55823"/>
            </a:xfrm>
            <a:custGeom>
              <a:avLst/>
              <a:gdLst>
                <a:gd name="csX0" fmla="*/ 18596 w 37191"/>
                <a:gd name="csY0" fmla="*/ 5766 h 55823"/>
                <a:gd name="csX1" fmla="*/ 10127 w 37191"/>
                <a:gd name="csY1" fmla="*/ 11315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6 w 37191"/>
                <a:gd name="csY4" fmla="*/ 50058 h 55823"/>
                <a:gd name="csX5" fmla="*/ 27065 w 37191"/>
                <a:gd name="csY5" fmla="*/ 44544 h 55823"/>
                <a:gd name="csX6" fmla="*/ 29913 w 37191"/>
                <a:gd name="csY6" fmla="*/ 27930 h 55823"/>
                <a:gd name="csX7" fmla="*/ 27065 w 37191"/>
                <a:gd name="csY7" fmla="*/ 11315 h 55823"/>
                <a:gd name="csX8" fmla="*/ 18596 w 37191"/>
                <a:gd name="csY8" fmla="*/ 5766 h 55823"/>
                <a:gd name="csX9" fmla="*/ 18596 w 37191"/>
                <a:gd name="csY9" fmla="*/ 0 h 55823"/>
                <a:gd name="csX10" fmla="*/ 32399 w 37191"/>
                <a:gd name="csY10" fmla="*/ 7171 h 55823"/>
                <a:gd name="csX11" fmla="*/ 37192 w 37191"/>
                <a:gd name="csY11" fmla="*/ 27930 h 55823"/>
                <a:gd name="csX12" fmla="*/ 32399 w 37191"/>
                <a:gd name="csY12" fmla="*/ 48688 h 55823"/>
                <a:gd name="csX13" fmla="*/ 18596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6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6" y="5766"/>
                  </a:moveTo>
                  <a:cubicBezTo>
                    <a:pt x="14848" y="5766"/>
                    <a:pt x="12025" y="7616"/>
                    <a:pt x="10127" y="11315"/>
                  </a:cubicBezTo>
                  <a:cubicBezTo>
                    <a:pt x="8253" y="14991"/>
                    <a:pt x="7316" y="20529"/>
                    <a:pt x="7316" y="27930"/>
                  </a:cubicBezTo>
                  <a:cubicBezTo>
                    <a:pt x="7316" y="35305"/>
                    <a:pt x="8253" y="40843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3"/>
                    <a:pt x="29913" y="35305"/>
                    <a:pt x="29913" y="27930"/>
                  </a:cubicBezTo>
                  <a:cubicBezTo>
                    <a:pt x="29913" y="20529"/>
                    <a:pt x="28963" y="14991"/>
                    <a:pt x="27065" y="11315"/>
                  </a:cubicBezTo>
                  <a:cubicBezTo>
                    <a:pt x="25191" y="7616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9" y="48688"/>
                  </a:cubicBezTo>
                  <a:cubicBezTo>
                    <a:pt x="29228" y="53445"/>
                    <a:pt x="24627" y="55823"/>
                    <a:pt x="18596" y="55823"/>
                  </a:cubicBezTo>
                  <a:cubicBezTo>
                    <a:pt x="12566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260525E0-F686-934C-A799-466738F7043B}"/>
                </a:ext>
              </a:extLst>
            </p:cNvPr>
            <p:cNvSpPr/>
            <p:nvPr/>
          </p:nvSpPr>
          <p:spPr>
            <a:xfrm>
              <a:off x="2817079" y="4281127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3B6E72C3-6A0C-8938-D22F-1CE5D269C22F}"/>
                </a:ext>
              </a:extLst>
            </p:cNvPr>
            <p:cNvSpPr/>
            <p:nvPr/>
          </p:nvSpPr>
          <p:spPr>
            <a:xfrm>
              <a:off x="2838270" y="4235502"/>
              <a:ext cx="35426" cy="55823"/>
            </a:xfrm>
            <a:custGeom>
              <a:avLst/>
              <a:gdLst>
                <a:gd name="csX0" fmla="*/ 24326 w 35426"/>
                <a:gd name="csY0" fmla="*/ 25768 h 55823"/>
                <a:gd name="csX1" fmla="*/ 32471 w 35426"/>
                <a:gd name="csY1" fmla="*/ 30416 h 55823"/>
                <a:gd name="csX2" fmla="*/ 35427 w 35426"/>
                <a:gd name="csY2" fmla="*/ 39137 h 55823"/>
                <a:gd name="csX3" fmla="*/ 29948 w 35426"/>
                <a:gd name="csY3" fmla="*/ 51462 h 55823"/>
                <a:gd name="csX4" fmla="*/ 14380 w 35426"/>
                <a:gd name="csY4" fmla="*/ 55823 h 55823"/>
                <a:gd name="csX5" fmla="*/ 7388 w 35426"/>
                <a:gd name="csY5" fmla="*/ 55138 h 55823"/>
                <a:gd name="csX6" fmla="*/ 0 w 35426"/>
                <a:gd name="csY6" fmla="*/ 53156 h 55823"/>
                <a:gd name="csX7" fmla="*/ 0 w 35426"/>
                <a:gd name="csY7" fmla="*/ 46129 h 55823"/>
                <a:gd name="csX8" fmla="*/ 6631 w 35426"/>
                <a:gd name="csY8" fmla="*/ 48796 h 55823"/>
                <a:gd name="csX9" fmla="*/ 14164 w 35426"/>
                <a:gd name="csY9" fmla="*/ 49697 h 55823"/>
                <a:gd name="csX10" fmla="*/ 24579 w 35426"/>
                <a:gd name="csY10" fmla="*/ 46994 h 55823"/>
                <a:gd name="csX11" fmla="*/ 28183 w 35426"/>
                <a:gd name="csY11" fmla="*/ 39137 h 55823"/>
                <a:gd name="csX12" fmla="*/ 24831 w 35426"/>
                <a:gd name="csY12" fmla="*/ 31714 h 55823"/>
                <a:gd name="csX13" fmla="*/ 15569 w 35426"/>
                <a:gd name="csY13" fmla="*/ 29010 h 55823"/>
                <a:gd name="csX14" fmla="*/ 9299 w 35426"/>
                <a:gd name="csY14" fmla="*/ 29010 h 55823"/>
                <a:gd name="csX15" fmla="*/ 9299 w 35426"/>
                <a:gd name="csY15" fmla="*/ 23028 h 55823"/>
                <a:gd name="csX16" fmla="*/ 15857 w 35426"/>
                <a:gd name="csY16" fmla="*/ 23028 h 55823"/>
                <a:gd name="csX17" fmla="*/ 24074 w 35426"/>
                <a:gd name="csY17" fmla="*/ 20902 h 55823"/>
                <a:gd name="csX18" fmla="*/ 26922 w 35426"/>
                <a:gd name="csY18" fmla="*/ 14703 h 55823"/>
                <a:gd name="csX19" fmla="*/ 23966 w 35426"/>
                <a:gd name="csY19" fmla="*/ 8361 h 55823"/>
                <a:gd name="csX20" fmla="*/ 15569 w 35426"/>
                <a:gd name="csY20" fmla="*/ 6126 h 55823"/>
                <a:gd name="csX21" fmla="*/ 9154 w 35426"/>
                <a:gd name="csY21" fmla="*/ 6775 h 55823"/>
                <a:gd name="csX22" fmla="*/ 1622 w 35426"/>
                <a:gd name="csY22" fmla="*/ 8793 h 55823"/>
                <a:gd name="csX23" fmla="*/ 1622 w 35426"/>
                <a:gd name="csY23" fmla="*/ 2306 h 55823"/>
                <a:gd name="csX24" fmla="*/ 9371 w 35426"/>
                <a:gd name="csY24" fmla="*/ 576 h 55823"/>
                <a:gd name="csX25" fmla="*/ 16218 w 35426"/>
                <a:gd name="csY25" fmla="*/ 0 h 55823"/>
                <a:gd name="csX26" fmla="*/ 29336 w 35426"/>
                <a:gd name="csY26" fmla="*/ 3784 h 55823"/>
                <a:gd name="csX27" fmla="*/ 34165 w 35426"/>
                <a:gd name="csY27" fmla="*/ 13947 h 55823"/>
                <a:gd name="csX28" fmla="*/ 31606 w 35426"/>
                <a:gd name="csY28" fmla="*/ 21514 h 55823"/>
                <a:gd name="csX29" fmla="*/ 24326 w 35426"/>
                <a:gd name="csY29" fmla="*/ 25768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426" h="55823">
                  <a:moveTo>
                    <a:pt x="24326" y="25768"/>
                  </a:moveTo>
                  <a:cubicBezTo>
                    <a:pt x="27810" y="26512"/>
                    <a:pt x="30525" y="28061"/>
                    <a:pt x="32471" y="30416"/>
                  </a:cubicBezTo>
                  <a:cubicBezTo>
                    <a:pt x="34441" y="32771"/>
                    <a:pt x="35427" y="35678"/>
                    <a:pt x="35427" y="39137"/>
                  </a:cubicBezTo>
                  <a:cubicBezTo>
                    <a:pt x="35427" y="44447"/>
                    <a:pt x="33600" y="48556"/>
                    <a:pt x="29948" y="51462"/>
                  </a:cubicBezTo>
                  <a:cubicBezTo>
                    <a:pt x="26296" y="54370"/>
                    <a:pt x="21107" y="55823"/>
                    <a:pt x="14380" y="55823"/>
                  </a:cubicBezTo>
                  <a:cubicBezTo>
                    <a:pt x="12122" y="55823"/>
                    <a:pt x="9791" y="55595"/>
                    <a:pt x="7388" y="55138"/>
                  </a:cubicBezTo>
                  <a:cubicBezTo>
                    <a:pt x="5010" y="54706"/>
                    <a:pt x="2547" y="54045"/>
                    <a:pt x="0" y="53156"/>
                  </a:cubicBezTo>
                  <a:lnTo>
                    <a:pt x="0" y="46129"/>
                  </a:lnTo>
                  <a:cubicBezTo>
                    <a:pt x="2018" y="47306"/>
                    <a:pt x="4229" y="48195"/>
                    <a:pt x="6631" y="48796"/>
                  </a:cubicBezTo>
                  <a:cubicBezTo>
                    <a:pt x="9034" y="49397"/>
                    <a:pt x="11545" y="49697"/>
                    <a:pt x="14164" y="49697"/>
                  </a:cubicBezTo>
                  <a:cubicBezTo>
                    <a:pt x="18729" y="49697"/>
                    <a:pt x="22200" y="48796"/>
                    <a:pt x="24579" y="46994"/>
                  </a:cubicBezTo>
                  <a:cubicBezTo>
                    <a:pt x="26982" y="45192"/>
                    <a:pt x="28183" y="42573"/>
                    <a:pt x="28183" y="39137"/>
                  </a:cubicBezTo>
                  <a:cubicBezTo>
                    <a:pt x="28183" y="35966"/>
                    <a:pt x="27066" y="33492"/>
                    <a:pt x="24831" y="31714"/>
                  </a:cubicBezTo>
                  <a:cubicBezTo>
                    <a:pt x="22620" y="29912"/>
                    <a:pt x="19533" y="29010"/>
                    <a:pt x="15569" y="29010"/>
                  </a:cubicBezTo>
                  <a:lnTo>
                    <a:pt x="9299" y="29010"/>
                  </a:lnTo>
                  <a:lnTo>
                    <a:pt x="9299" y="23028"/>
                  </a:lnTo>
                  <a:lnTo>
                    <a:pt x="15857" y="23028"/>
                  </a:lnTo>
                  <a:cubicBezTo>
                    <a:pt x="19437" y="23028"/>
                    <a:pt x="22176" y="22320"/>
                    <a:pt x="24074" y="20902"/>
                  </a:cubicBezTo>
                  <a:cubicBezTo>
                    <a:pt x="25972" y="19460"/>
                    <a:pt x="26922" y="17394"/>
                    <a:pt x="26922" y="14703"/>
                  </a:cubicBezTo>
                  <a:cubicBezTo>
                    <a:pt x="26922" y="11940"/>
                    <a:pt x="25936" y="9826"/>
                    <a:pt x="23966" y="8361"/>
                  </a:cubicBezTo>
                  <a:cubicBezTo>
                    <a:pt x="22020" y="6871"/>
                    <a:pt x="19221" y="6126"/>
                    <a:pt x="15569" y="6126"/>
                  </a:cubicBezTo>
                  <a:cubicBezTo>
                    <a:pt x="13575" y="6126"/>
                    <a:pt x="11437" y="6342"/>
                    <a:pt x="9154" y="6775"/>
                  </a:cubicBezTo>
                  <a:cubicBezTo>
                    <a:pt x="6872" y="7207"/>
                    <a:pt x="4361" y="7880"/>
                    <a:pt x="1622" y="8793"/>
                  </a:cubicBezTo>
                  <a:lnTo>
                    <a:pt x="1622" y="2306"/>
                  </a:lnTo>
                  <a:cubicBezTo>
                    <a:pt x="4385" y="1537"/>
                    <a:pt x="6968" y="961"/>
                    <a:pt x="9371" y="576"/>
                  </a:cubicBezTo>
                  <a:cubicBezTo>
                    <a:pt x="11797" y="192"/>
                    <a:pt x="14080" y="0"/>
                    <a:pt x="16218" y="0"/>
                  </a:cubicBezTo>
                  <a:cubicBezTo>
                    <a:pt x="21744" y="0"/>
                    <a:pt x="26117" y="1261"/>
                    <a:pt x="29336" y="3784"/>
                  </a:cubicBezTo>
                  <a:cubicBezTo>
                    <a:pt x="32555" y="6282"/>
                    <a:pt x="34165" y="9670"/>
                    <a:pt x="34165" y="13947"/>
                  </a:cubicBezTo>
                  <a:cubicBezTo>
                    <a:pt x="34165" y="16926"/>
                    <a:pt x="33312" y="19448"/>
                    <a:pt x="31606" y="21514"/>
                  </a:cubicBezTo>
                  <a:cubicBezTo>
                    <a:pt x="29901" y="23557"/>
                    <a:pt x="27474" y="24975"/>
                    <a:pt x="24326" y="257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7144285B-E0B0-9E6F-24F3-AF5458D4239B}"/>
                </a:ext>
              </a:extLst>
            </p:cNvPr>
            <p:cNvSpPr/>
            <p:nvPr/>
          </p:nvSpPr>
          <p:spPr>
            <a:xfrm>
              <a:off x="2765328" y="4037887"/>
              <a:ext cx="37191" cy="55823"/>
            </a:xfrm>
            <a:custGeom>
              <a:avLst/>
              <a:gdLst>
                <a:gd name="csX0" fmla="*/ 18596 w 37191"/>
                <a:gd name="csY0" fmla="*/ 5766 h 55823"/>
                <a:gd name="csX1" fmla="*/ 10127 w 37191"/>
                <a:gd name="csY1" fmla="*/ 11315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6 w 37191"/>
                <a:gd name="csY4" fmla="*/ 50058 h 55823"/>
                <a:gd name="csX5" fmla="*/ 27065 w 37191"/>
                <a:gd name="csY5" fmla="*/ 44544 h 55823"/>
                <a:gd name="csX6" fmla="*/ 29913 w 37191"/>
                <a:gd name="csY6" fmla="*/ 27930 h 55823"/>
                <a:gd name="csX7" fmla="*/ 27065 w 37191"/>
                <a:gd name="csY7" fmla="*/ 11315 h 55823"/>
                <a:gd name="csX8" fmla="*/ 18596 w 37191"/>
                <a:gd name="csY8" fmla="*/ 5766 h 55823"/>
                <a:gd name="csX9" fmla="*/ 18596 w 37191"/>
                <a:gd name="csY9" fmla="*/ 0 h 55823"/>
                <a:gd name="csX10" fmla="*/ 32399 w 37191"/>
                <a:gd name="csY10" fmla="*/ 7171 h 55823"/>
                <a:gd name="csX11" fmla="*/ 37192 w 37191"/>
                <a:gd name="csY11" fmla="*/ 27930 h 55823"/>
                <a:gd name="csX12" fmla="*/ 32399 w 37191"/>
                <a:gd name="csY12" fmla="*/ 48688 h 55823"/>
                <a:gd name="csX13" fmla="*/ 18596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6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6" y="5766"/>
                  </a:moveTo>
                  <a:cubicBezTo>
                    <a:pt x="14848" y="5766"/>
                    <a:pt x="12025" y="7616"/>
                    <a:pt x="10127" y="11315"/>
                  </a:cubicBezTo>
                  <a:cubicBezTo>
                    <a:pt x="8253" y="14991"/>
                    <a:pt x="7316" y="20529"/>
                    <a:pt x="7316" y="27930"/>
                  </a:cubicBezTo>
                  <a:cubicBezTo>
                    <a:pt x="7316" y="35305"/>
                    <a:pt x="8253" y="40843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3"/>
                    <a:pt x="29913" y="35305"/>
                    <a:pt x="29913" y="27930"/>
                  </a:cubicBezTo>
                  <a:cubicBezTo>
                    <a:pt x="29913" y="20529"/>
                    <a:pt x="28963" y="14991"/>
                    <a:pt x="27065" y="11315"/>
                  </a:cubicBezTo>
                  <a:cubicBezTo>
                    <a:pt x="25191" y="7616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9" y="48688"/>
                  </a:cubicBezTo>
                  <a:cubicBezTo>
                    <a:pt x="29228" y="53445"/>
                    <a:pt x="24627" y="55823"/>
                    <a:pt x="18596" y="55823"/>
                  </a:cubicBezTo>
                  <a:cubicBezTo>
                    <a:pt x="12566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39033879-87F7-C107-6756-137F7E27D4D4}"/>
                </a:ext>
              </a:extLst>
            </p:cNvPr>
            <p:cNvSpPr/>
            <p:nvPr/>
          </p:nvSpPr>
          <p:spPr>
            <a:xfrm>
              <a:off x="2815313" y="4083512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153BCE0D-7277-EDB1-2E2D-112887158801}"/>
                </a:ext>
              </a:extLst>
            </p:cNvPr>
            <p:cNvSpPr/>
            <p:nvPr/>
          </p:nvSpPr>
          <p:spPr>
            <a:xfrm>
              <a:off x="2834486" y="4038859"/>
              <a:ext cx="39210" cy="53805"/>
            </a:xfrm>
            <a:custGeom>
              <a:avLst/>
              <a:gdLst>
                <a:gd name="csX0" fmla="*/ 24290 w 39210"/>
                <a:gd name="csY0" fmla="*/ 6343 h 53805"/>
                <a:gd name="csX1" fmla="*/ 5910 w 39210"/>
                <a:gd name="csY1" fmla="*/ 35066 h 53805"/>
                <a:gd name="csX2" fmla="*/ 24290 w 39210"/>
                <a:gd name="csY2" fmla="*/ 35066 h 53805"/>
                <a:gd name="csX3" fmla="*/ 24290 w 39210"/>
                <a:gd name="csY3" fmla="*/ 6343 h 53805"/>
                <a:gd name="csX4" fmla="*/ 22380 w 39210"/>
                <a:gd name="csY4" fmla="*/ 0 h 53805"/>
                <a:gd name="csX5" fmla="*/ 31533 w 39210"/>
                <a:gd name="csY5" fmla="*/ 0 h 53805"/>
                <a:gd name="csX6" fmla="*/ 31533 w 39210"/>
                <a:gd name="csY6" fmla="*/ 35066 h 53805"/>
                <a:gd name="csX7" fmla="*/ 39210 w 39210"/>
                <a:gd name="csY7" fmla="*/ 35066 h 53805"/>
                <a:gd name="csX8" fmla="*/ 39210 w 39210"/>
                <a:gd name="csY8" fmla="*/ 41120 h 53805"/>
                <a:gd name="csX9" fmla="*/ 31533 w 39210"/>
                <a:gd name="csY9" fmla="*/ 41120 h 53805"/>
                <a:gd name="csX10" fmla="*/ 31533 w 39210"/>
                <a:gd name="csY10" fmla="*/ 53806 h 53805"/>
                <a:gd name="csX11" fmla="*/ 24290 w 39210"/>
                <a:gd name="csY11" fmla="*/ 53806 h 53805"/>
                <a:gd name="csX12" fmla="*/ 24290 w 39210"/>
                <a:gd name="csY12" fmla="*/ 41120 h 53805"/>
                <a:gd name="csX13" fmla="*/ 0 w 39210"/>
                <a:gd name="csY13" fmla="*/ 41120 h 53805"/>
                <a:gd name="csX14" fmla="*/ 0 w 39210"/>
                <a:gd name="csY14" fmla="*/ 34093 h 53805"/>
                <a:gd name="csX15" fmla="*/ 22380 w 39210"/>
                <a:gd name="csY15" fmla="*/ 0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210" h="53805">
                  <a:moveTo>
                    <a:pt x="24290" y="6343"/>
                  </a:moveTo>
                  <a:lnTo>
                    <a:pt x="5910" y="35066"/>
                  </a:lnTo>
                  <a:lnTo>
                    <a:pt x="24290" y="35066"/>
                  </a:lnTo>
                  <a:lnTo>
                    <a:pt x="24290" y="6343"/>
                  </a:lnTo>
                  <a:moveTo>
                    <a:pt x="22380" y="0"/>
                  </a:moveTo>
                  <a:lnTo>
                    <a:pt x="31533" y="0"/>
                  </a:lnTo>
                  <a:lnTo>
                    <a:pt x="31533" y="35066"/>
                  </a:lnTo>
                  <a:lnTo>
                    <a:pt x="39210" y="35066"/>
                  </a:lnTo>
                  <a:lnTo>
                    <a:pt x="39210" y="41120"/>
                  </a:lnTo>
                  <a:lnTo>
                    <a:pt x="31533" y="41120"/>
                  </a:lnTo>
                  <a:lnTo>
                    <a:pt x="31533" y="53806"/>
                  </a:lnTo>
                  <a:lnTo>
                    <a:pt x="24290" y="53806"/>
                  </a:lnTo>
                  <a:lnTo>
                    <a:pt x="24290" y="41120"/>
                  </a:lnTo>
                  <a:lnTo>
                    <a:pt x="0" y="41120"/>
                  </a:lnTo>
                  <a:lnTo>
                    <a:pt x="0" y="34093"/>
                  </a:lnTo>
                  <a:lnTo>
                    <a:pt x="2238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1FE9684A-8C6A-DA00-0AAD-785F73D369DE}"/>
                </a:ext>
              </a:extLst>
            </p:cNvPr>
            <p:cNvSpPr/>
            <p:nvPr/>
          </p:nvSpPr>
          <p:spPr>
            <a:xfrm>
              <a:off x="2767635" y="3840272"/>
              <a:ext cx="37191" cy="55823"/>
            </a:xfrm>
            <a:custGeom>
              <a:avLst/>
              <a:gdLst>
                <a:gd name="csX0" fmla="*/ 18595 w 37191"/>
                <a:gd name="csY0" fmla="*/ 5766 h 55823"/>
                <a:gd name="csX1" fmla="*/ 10127 w 37191"/>
                <a:gd name="csY1" fmla="*/ 11315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5 w 37191"/>
                <a:gd name="csY4" fmla="*/ 50058 h 55823"/>
                <a:gd name="csX5" fmla="*/ 27065 w 37191"/>
                <a:gd name="csY5" fmla="*/ 44544 h 55823"/>
                <a:gd name="csX6" fmla="*/ 29912 w 37191"/>
                <a:gd name="csY6" fmla="*/ 27930 h 55823"/>
                <a:gd name="csX7" fmla="*/ 27065 w 37191"/>
                <a:gd name="csY7" fmla="*/ 11315 h 55823"/>
                <a:gd name="csX8" fmla="*/ 18595 w 37191"/>
                <a:gd name="csY8" fmla="*/ 5766 h 55823"/>
                <a:gd name="csX9" fmla="*/ 18595 w 37191"/>
                <a:gd name="csY9" fmla="*/ 0 h 55823"/>
                <a:gd name="csX10" fmla="*/ 32398 w 37191"/>
                <a:gd name="csY10" fmla="*/ 7171 h 55823"/>
                <a:gd name="csX11" fmla="*/ 37192 w 37191"/>
                <a:gd name="csY11" fmla="*/ 27930 h 55823"/>
                <a:gd name="csX12" fmla="*/ 32398 w 37191"/>
                <a:gd name="csY12" fmla="*/ 48688 h 55823"/>
                <a:gd name="csX13" fmla="*/ 18595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5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5" y="5766"/>
                  </a:moveTo>
                  <a:cubicBezTo>
                    <a:pt x="14848" y="5766"/>
                    <a:pt x="12025" y="7616"/>
                    <a:pt x="10127" y="11315"/>
                  </a:cubicBezTo>
                  <a:cubicBezTo>
                    <a:pt x="8253" y="14991"/>
                    <a:pt x="7316" y="20529"/>
                    <a:pt x="7316" y="27930"/>
                  </a:cubicBezTo>
                  <a:cubicBezTo>
                    <a:pt x="7316" y="35305"/>
                    <a:pt x="8253" y="40843"/>
                    <a:pt x="10127" y="44544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4"/>
                  </a:cubicBezTo>
                  <a:cubicBezTo>
                    <a:pt x="28963" y="40843"/>
                    <a:pt x="29912" y="35305"/>
                    <a:pt x="29912" y="27930"/>
                  </a:cubicBezTo>
                  <a:cubicBezTo>
                    <a:pt x="29912" y="20529"/>
                    <a:pt x="28963" y="14991"/>
                    <a:pt x="27065" y="11315"/>
                  </a:cubicBezTo>
                  <a:cubicBezTo>
                    <a:pt x="25191" y="7616"/>
                    <a:pt x="22367" y="5766"/>
                    <a:pt x="18595" y="5766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8" y="48688"/>
                  </a:cubicBezTo>
                  <a:cubicBezTo>
                    <a:pt x="29227" y="53445"/>
                    <a:pt x="24626" y="55823"/>
                    <a:pt x="18595" y="55823"/>
                  </a:cubicBezTo>
                  <a:cubicBezTo>
                    <a:pt x="12565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064E922-E791-FCF6-E95D-39BDF7A3F5B4}"/>
                </a:ext>
              </a:extLst>
            </p:cNvPr>
            <p:cNvSpPr/>
            <p:nvPr/>
          </p:nvSpPr>
          <p:spPr>
            <a:xfrm>
              <a:off x="2817620" y="3885897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87C63F84-ACDB-C5E8-F94E-9C50FAE428A9}"/>
                </a:ext>
              </a:extLst>
            </p:cNvPr>
            <p:cNvSpPr/>
            <p:nvPr/>
          </p:nvSpPr>
          <p:spPr>
            <a:xfrm>
              <a:off x="2838883" y="3841244"/>
              <a:ext cx="34813" cy="54851"/>
            </a:xfrm>
            <a:custGeom>
              <a:avLst/>
              <a:gdLst>
                <a:gd name="csX0" fmla="*/ 2270 w 34813"/>
                <a:gd name="csY0" fmla="*/ 0 h 54851"/>
                <a:gd name="csX1" fmla="*/ 30849 w 34813"/>
                <a:gd name="csY1" fmla="*/ 0 h 54851"/>
                <a:gd name="csX2" fmla="*/ 30849 w 34813"/>
                <a:gd name="csY2" fmla="*/ 6127 h 54851"/>
                <a:gd name="csX3" fmla="*/ 8937 w 34813"/>
                <a:gd name="csY3" fmla="*/ 6127 h 54851"/>
                <a:gd name="csX4" fmla="*/ 8937 w 34813"/>
                <a:gd name="csY4" fmla="*/ 19317 h 54851"/>
                <a:gd name="csX5" fmla="*/ 12109 w 34813"/>
                <a:gd name="csY5" fmla="*/ 18524 h 54851"/>
                <a:gd name="csX6" fmla="*/ 15281 w 34813"/>
                <a:gd name="csY6" fmla="*/ 18236 h 54851"/>
                <a:gd name="csX7" fmla="*/ 29552 w 34813"/>
                <a:gd name="csY7" fmla="*/ 23173 h 54851"/>
                <a:gd name="csX8" fmla="*/ 34814 w 34813"/>
                <a:gd name="csY8" fmla="*/ 36544 h 54851"/>
                <a:gd name="csX9" fmla="*/ 29407 w 34813"/>
                <a:gd name="csY9" fmla="*/ 50058 h 54851"/>
                <a:gd name="csX10" fmla="*/ 14163 w 34813"/>
                <a:gd name="csY10" fmla="*/ 54851 h 54851"/>
                <a:gd name="csX11" fmla="*/ 7243 w 34813"/>
                <a:gd name="csY11" fmla="*/ 54275 h 54851"/>
                <a:gd name="csX12" fmla="*/ 0 w 34813"/>
                <a:gd name="csY12" fmla="*/ 52545 h 54851"/>
                <a:gd name="csX13" fmla="*/ 0 w 34813"/>
                <a:gd name="csY13" fmla="*/ 45229 h 54851"/>
                <a:gd name="csX14" fmla="*/ 6703 w 34813"/>
                <a:gd name="csY14" fmla="*/ 47859 h 54851"/>
                <a:gd name="csX15" fmla="*/ 14019 w 34813"/>
                <a:gd name="csY15" fmla="*/ 48725 h 54851"/>
                <a:gd name="csX16" fmla="*/ 23894 w 34813"/>
                <a:gd name="csY16" fmla="*/ 45445 h 54851"/>
                <a:gd name="csX17" fmla="*/ 27534 w 34813"/>
                <a:gd name="csY17" fmla="*/ 36544 h 54851"/>
                <a:gd name="csX18" fmla="*/ 23894 w 34813"/>
                <a:gd name="csY18" fmla="*/ 27642 h 54851"/>
                <a:gd name="csX19" fmla="*/ 14019 w 34813"/>
                <a:gd name="csY19" fmla="*/ 24362 h 54851"/>
                <a:gd name="csX20" fmla="*/ 8181 w 34813"/>
                <a:gd name="csY20" fmla="*/ 25011 h 54851"/>
                <a:gd name="csX21" fmla="*/ 2270 w 34813"/>
                <a:gd name="csY21" fmla="*/ 27029 h 54851"/>
                <a:gd name="csX22" fmla="*/ 2270 w 34813"/>
                <a:gd name="csY22" fmla="*/ 0 h 54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3" h="54851">
                  <a:moveTo>
                    <a:pt x="2270" y="0"/>
                  </a:moveTo>
                  <a:lnTo>
                    <a:pt x="30849" y="0"/>
                  </a:lnTo>
                  <a:lnTo>
                    <a:pt x="30849" y="6127"/>
                  </a:lnTo>
                  <a:lnTo>
                    <a:pt x="8937" y="6127"/>
                  </a:lnTo>
                  <a:lnTo>
                    <a:pt x="8937" y="19317"/>
                  </a:lnTo>
                  <a:cubicBezTo>
                    <a:pt x="9995" y="18957"/>
                    <a:pt x="11052" y="18693"/>
                    <a:pt x="12109" y="18524"/>
                  </a:cubicBezTo>
                  <a:cubicBezTo>
                    <a:pt x="13166" y="18332"/>
                    <a:pt x="14224" y="18236"/>
                    <a:pt x="15281" y="18236"/>
                  </a:cubicBezTo>
                  <a:cubicBezTo>
                    <a:pt x="21287" y="18236"/>
                    <a:pt x="26044" y="19882"/>
                    <a:pt x="29552" y="23173"/>
                  </a:cubicBezTo>
                  <a:cubicBezTo>
                    <a:pt x="33060" y="26465"/>
                    <a:pt x="34814" y="30921"/>
                    <a:pt x="34814" y="36544"/>
                  </a:cubicBezTo>
                  <a:cubicBezTo>
                    <a:pt x="34814" y="42334"/>
                    <a:pt x="33011" y="46838"/>
                    <a:pt x="29407" y="50058"/>
                  </a:cubicBezTo>
                  <a:cubicBezTo>
                    <a:pt x="25804" y="53253"/>
                    <a:pt x="20722" y="54851"/>
                    <a:pt x="14163" y="54851"/>
                  </a:cubicBezTo>
                  <a:cubicBezTo>
                    <a:pt x="11905" y="54851"/>
                    <a:pt x="9598" y="54659"/>
                    <a:pt x="7243" y="54275"/>
                  </a:cubicBezTo>
                  <a:cubicBezTo>
                    <a:pt x="4913" y="53890"/>
                    <a:pt x="2499" y="53314"/>
                    <a:pt x="0" y="52545"/>
                  </a:cubicBezTo>
                  <a:lnTo>
                    <a:pt x="0" y="45229"/>
                  </a:lnTo>
                  <a:cubicBezTo>
                    <a:pt x="2162" y="46406"/>
                    <a:pt x="4397" y="47283"/>
                    <a:pt x="6703" y="47859"/>
                  </a:cubicBezTo>
                  <a:cubicBezTo>
                    <a:pt x="9010" y="48436"/>
                    <a:pt x="11449" y="48725"/>
                    <a:pt x="14019" y="48725"/>
                  </a:cubicBezTo>
                  <a:cubicBezTo>
                    <a:pt x="18175" y="48725"/>
                    <a:pt x="21467" y="47632"/>
                    <a:pt x="23894" y="45445"/>
                  </a:cubicBezTo>
                  <a:cubicBezTo>
                    <a:pt x="26320" y="43259"/>
                    <a:pt x="27534" y="40292"/>
                    <a:pt x="27534" y="36544"/>
                  </a:cubicBezTo>
                  <a:cubicBezTo>
                    <a:pt x="27534" y="32796"/>
                    <a:pt x="26320" y="29828"/>
                    <a:pt x="23894" y="27642"/>
                  </a:cubicBezTo>
                  <a:cubicBezTo>
                    <a:pt x="21467" y="25455"/>
                    <a:pt x="18175" y="24362"/>
                    <a:pt x="14019" y="24362"/>
                  </a:cubicBezTo>
                  <a:cubicBezTo>
                    <a:pt x="12073" y="24362"/>
                    <a:pt x="10127" y="24579"/>
                    <a:pt x="8181" y="25011"/>
                  </a:cubicBezTo>
                  <a:cubicBezTo>
                    <a:pt x="6259" y="25444"/>
                    <a:pt x="4289" y="26116"/>
                    <a:pt x="2270" y="27029"/>
                  </a:cubicBezTo>
                  <a:lnTo>
                    <a:pt x="227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6A60053D-6876-BFCC-E4BA-A6B3C68B59FE}"/>
                </a:ext>
              </a:extLst>
            </p:cNvPr>
            <p:cNvSpPr/>
            <p:nvPr/>
          </p:nvSpPr>
          <p:spPr>
            <a:xfrm>
              <a:off x="2679825" y="4336121"/>
              <a:ext cx="54260" cy="44592"/>
            </a:xfrm>
            <a:custGeom>
              <a:avLst/>
              <a:gdLst>
                <a:gd name="csX0" fmla="*/ 13628 w 54260"/>
                <a:gd name="csY0" fmla="*/ 0 h 44592"/>
                <a:gd name="csX1" fmla="*/ 25589 w 54260"/>
                <a:gd name="csY1" fmla="*/ 3084 h 44592"/>
                <a:gd name="csX2" fmla="*/ 35091 w 54260"/>
                <a:gd name="csY2" fmla="*/ 10919 h 44592"/>
                <a:gd name="csX3" fmla="*/ 38675 w 54260"/>
                <a:gd name="csY3" fmla="*/ 20587 h 44592"/>
                <a:gd name="csX4" fmla="*/ 37091 w 54260"/>
                <a:gd name="csY4" fmla="*/ 25463 h 44592"/>
                <a:gd name="csX5" fmla="*/ 33174 w 54260"/>
                <a:gd name="csY5" fmla="*/ 28422 h 44592"/>
                <a:gd name="csX6" fmla="*/ 42801 w 54260"/>
                <a:gd name="csY6" fmla="*/ 30923 h 44592"/>
                <a:gd name="csX7" fmla="*/ 50260 w 54260"/>
                <a:gd name="csY7" fmla="*/ 32632 h 44592"/>
                <a:gd name="csX8" fmla="*/ 50802 w 54260"/>
                <a:gd name="csY8" fmla="*/ 32549 h 44592"/>
                <a:gd name="csX9" fmla="*/ 51177 w 54260"/>
                <a:gd name="csY9" fmla="*/ 32090 h 44592"/>
                <a:gd name="csX10" fmla="*/ 51511 w 54260"/>
                <a:gd name="csY10" fmla="*/ 30798 h 44592"/>
                <a:gd name="csX11" fmla="*/ 51636 w 54260"/>
                <a:gd name="csY11" fmla="*/ 28340 h 44592"/>
                <a:gd name="csX12" fmla="*/ 51636 w 54260"/>
                <a:gd name="csY12" fmla="*/ 27256 h 44592"/>
                <a:gd name="csX13" fmla="*/ 51886 w 54260"/>
                <a:gd name="csY13" fmla="*/ 26631 h 44592"/>
                <a:gd name="csX14" fmla="*/ 52553 w 54260"/>
                <a:gd name="csY14" fmla="*/ 26297 h 44592"/>
                <a:gd name="csX15" fmla="*/ 54261 w 54260"/>
                <a:gd name="csY15" fmla="*/ 27839 h 44592"/>
                <a:gd name="csX16" fmla="*/ 54136 w 54260"/>
                <a:gd name="csY16" fmla="*/ 32049 h 44592"/>
                <a:gd name="csX17" fmla="*/ 54011 w 54260"/>
                <a:gd name="csY17" fmla="*/ 36299 h 44592"/>
                <a:gd name="csX18" fmla="*/ 54136 w 54260"/>
                <a:gd name="csY18" fmla="*/ 39925 h 44592"/>
                <a:gd name="csX19" fmla="*/ 54261 w 54260"/>
                <a:gd name="csY19" fmla="*/ 43467 h 44592"/>
                <a:gd name="csX20" fmla="*/ 53261 w 54260"/>
                <a:gd name="csY20" fmla="*/ 44593 h 44592"/>
                <a:gd name="csX21" fmla="*/ 52303 w 54260"/>
                <a:gd name="csY21" fmla="*/ 44426 h 44592"/>
                <a:gd name="csX22" fmla="*/ 51802 w 54260"/>
                <a:gd name="csY22" fmla="*/ 43967 h 44592"/>
                <a:gd name="csX23" fmla="*/ 51636 w 54260"/>
                <a:gd name="csY23" fmla="*/ 43343 h 44592"/>
                <a:gd name="csX24" fmla="*/ 51636 w 54260"/>
                <a:gd name="csY24" fmla="*/ 42593 h 44592"/>
                <a:gd name="csX25" fmla="*/ 51302 w 54260"/>
                <a:gd name="csY25" fmla="*/ 39842 h 44592"/>
                <a:gd name="csX26" fmla="*/ 50385 w 54260"/>
                <a:gd name="csY26" fmla="*/ 38717 h 44592"/>
                <a:gd name="csX27" fmla="*/ 48135 w 54260"/>
                <a:gd name="csY27" fmla="*/ 38008 h 44592"/>
                <a:gd name="csX28" fmla="*/ 10127 w 54260"/>
                <a:gd name="csY28" fmla="*/ 28422 h 44592"/>
                <a:gd name="csX29" fmla="*/ 5793 w 54260"/>
                <a:gd name="csY29" fmla="*/ 27839 h 44592"/>
                <a:gd name="csX30" fmla="*/ 2709 w 54260"/>
                <a:gd name="csY30" fmla="*/ 28548 h 44592"/>
                <a:gd name="csX31" fmla="*/ 1875 w 54260"/>
                <a:gd name="csY31" fmla="*/ 30506 h 44592"/>
                <a:gd name="csX32" fmla="*/ 4459 w 54260"/>
                <a:gd name="csY32" fmla="*/ 34090 h 44592"/>
                <a:gd name="csX33" fmla="*/ 12044 w 54260"/>
                <a:gd name="csY33" fmla="*/ 36716 h 44592"/>
                <a:gd name="csX34" fmla="*/ 13711 w 54260"/>
                <a:gd name="csY34" fmla="*/ 37341 h 44592"/>
                <a:gd name="csX35" fmla="*/ 14003 w 54260"/>
                <a:gd name="csY35" fmla="*/ 38175 h 44592"/>
                <a:gd name="csX36" fmla="*/ 13128 w 54260"/>
                <a:gd name="csY36" fmla="*/ 39216 h 44592"/>
                <a:gd name="csX37" fmla="*/ 11586 w 54260"/>
                <a:gd name="csY37" fmla="*/ 38883 h 44592"/>
                <a:gd name="csX38" fmla="*/ 8210 w 54260"/>
                <a:gd name="csY38" fmla="*/ 37925 h 44592"/>
                <a:gd name="csX39" fmla="*/ 4876 w 54260"/>
                <a:gd name="csY39" fmla="*/ 36549 h 44592"/>
                <a:gd name="csX40" fmla="*/ 3417 w 54260"/>
                <a:gd name="csY40" fmla="*/ 35757 h 44592"/>
                <a:gd name="csX41" fmla="*/ 1917 w 54260"/>
                <a:gd name="csY41" fmla="*/ 34632 h 44592"/>
                <a:gd name="csX42" fmla="*/ 500 w 54260"/>
                <a:gd name="csY42" fmla="*/ 32715 h 44592"/>
                <a:gd name="csX43" fmla="*/ 0 w 54260"/>
                <a:gd name="csY43" fmla="*/ 30215 h 44592"/>
                <a:gd name="csX44" fmla="*/ 1584 w 54260"/>
                <a:gd name="csY44" fmla="*/ 25339 h 44592"/>
                <a:gd name="csX45" fmla="*/ 6376 w 54260"/>
                <a:gd name="csY45" fmla="*/ 22546 h 44592"/>
                <a:gd name="csX46" fmla="*/ 1792 w 54260"/>
                <a:gd name="csY46" fmla="*/ 17254 h 44592"/>
                <a:gd name="csX47" fmla="*/ 0 w 54260"/>
                <a:gd name="csY47" fmla="*/ 11378 h 44592"/>
                <a:gd name="csX48" fmla="*/ 3834 w 54260"/>
                <a:gd name="csY48" fmla="*/ 3251 h 44592"/>
                <a:gd name="csX49" fmla="*/ 13628 w 54260"/>
                <a:gd name="csY49" fmla="*/ 0 h 44592"/>
                <a:gd name="csX50" fmla="*/ 9877 w 54260"/>
                <a:gd name="csY50" fmla="*/ 6168 h 44592"/>
                <a:gd name="csX51" fmla="*/ 4001 w 54260"/>
                <a:gd name="csY51" fmla="*/ 7627 h 44592"/>
                <a:gd name="csX52" fmla="*/ 1875 w 54260"/>
                <a:gd name="csY52" fmla="*/ 11628 h 44592"/>
                <a:gd name="csX53" fmla="*/ 5126 w 54260"/>
                <a:gd name="csY53" fmla="*/ 18546 h 44592"/>
                <a:gd name="csX54" fmla="*/ 11086 w 54260"/>
                <a:gd name="csY54" fmla="*/ 22964 h 44592"/>
                <a:gd name="csX55" fmla="*/ 27797 w 54260"/>
                <a:gd name="csY55" fmla="*/ 27172 h 44592"/>
                <a:gd name="csX56" fmla="*/ 29173 w 54260"/>
                <a:gd name="csY56" fmla="*/ 27422 h 44592"/>
                <a:gd name="csX57" fmla="*/ 30173 w 54260"/>
                <a:gd name="csY57" fmla="*/ 27297 h 44592"/>
                <a:gd name="csX58" fmla="*/ 32048 w 54260"/>
                <a:gd name="csY58" fmla="*/ 26672 h 44592"/>
                <a:gd name="csX59" fmla="*/ 34257 w 54260"/>
                <a:gd name="csY59" fmla="*/ 25505 h 44592"/>
                <a:gd name="csX60" fmla="*/ 36007 w 54260"/>
                <a:gd name="csY60" fmla="*/ 23546 h 44592"/>
                <a:gd name="csX61" fmla="*/ 36758 w 54260"/>
                <a:gd name="csY61" fmla="*/ 20671 h 44592"/>
                <a:gd name="csX62" fmla="*/ 34507 w 54260"/>
                <a:gd name="csY62" fmla="*/ 15378 h 44592"/>
                <a:gd name="csX63" fmla="*/ 28006 w 54260"/>
                <a:gd name="csY63" fmla="*/ 10502 h 44592"/>
                <a:gd name="csX64" fmla="*/ 19337 w 54260"/>
                <a:gd name="csY64" fmla="*/ 7710 h 44592"/>
                <a:gd name="csX65" fmla="*/ 9877 w 54260"/>
                <a:gd name="csY65" fmla="*/ 6168 h 44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4260" h="44592">
                  <a:moveTo>
                    <a:pt x="13628" y="0"/>
                  </a:moveTo>
                  <a:cubicBezTo>
                    <a:pt x="17684" y="0"/>
                    <a:pt x="21671" y="1028"/>
                    <a:pt x="25589" y="3084"/>
                  </a:cubicBezTo>
                  <a:cubicBezTo>
                    <a:pt x="29506" y="5112"/>
                    <a:pt x="32673" y="7724"/>
                    <a:pt x="35091" y="10919"/>
                  </a:cubicBezTo>
                  <a:cubicBezTo>
                    <a:pt x="37480" y="14114"/>
                    <a:pt x="38675" y="17337"/>
                    <a:pt x="38675" y="20587"/>
                  </a:cubicBezTo>
                  <a:cubicBezTo>
                    <a:pt x="38675" y="22533"/>
                    <a:pt x="38147" y="24158"/>
                    <a:pt x="37091" y="25463"/>
                  </a:cubicBezTo>
                  <a:cubicBezTo>
                    <a:pt x="36007" y="26742"/>
                    <a:pt x="34702" y="27728"/>
                    <a:pt x="33174" y="28422"/>
                  </a:cubicBezTo>
                  <a:cubicBezTo>
                    <a:pt x="35063" y="28950"/>
                    <a:pt x="38272" y="29784"/>
                    <a:pt x="42801" y="30923"/>
                  </a:cubicBezTo>
                  <a:cubicBezTo>
                    <a:pt x="47329" y="32063"/>
                    <a:pt x="49816" y="32632"/>
                    <a:pt x="50260" y="32632"/>
                  </a:cubicBezTo>
                  <a:cubicBezTo>
                    <a:pt x="50511" y="32632"/>
                    <a:pt x="50691" y="32604"/>
                    <a:pt x="50802" y="32549"/>
                  </a:cubicBezTo>
                  <a:cubicBezTo>
                    <a:pt x="50913" y="32493"/>
                    <a:pt x="51038" y="32340"/>
                    <a:pt x="51177" y="32090"/>
                  </a:cubicBezTo>
                  <a:cubicBezTo>
                    <a:pt x="51344" y="31840"/>
                    <a:pt x="51455" y="31409"/>
                    <a:pt x="51511" y="30798"/>
                  </a:cubicBezTo>
                  <a:cubicBezTo>
                    <a:pt x="51594" y="30187"/>
                    <a:pt x="51636" y="29368"/>
                    <a:pt x="51636" y="28340"/>
                  </a:cubicBezTo>
                  <a:cubicBezTo>
                    <a:pt x="51636" y="27811"/>
                    <a:pt x="51636" y="27450"/>
                    <a:pt x="51636" y="27256"/>
                  </a:cubicBezTo>
                  <a:cubicBezTo>
                    <a:pt x="51664" y="27034"/>
                    <a:pt x="51747" y="26825"/>
                    <a:pt x="51886" y="26631"/>
                  </a:cubicBezTo>
                  <a:cubicBezTo>
                    <a:pt x="52025" y="26408"/>
                    <a:pt x="52247" y="26297"/>
                    <a:pt x="52553" y="26297"/>
                  </a:cubicBezTo>
                  <a:cubicBezTo>
                    <a:pt x="53692" y="26297"/>
                    <a:pt x="54261" y="26811"/>
                    <a:pt x="54261" y="27839"/>
                  </a:cubicBezTo>
                  <a:cubicBezTo>
                    <a:pt x="54261" y="28756"/>
                    <a:pt x="54219" y="30159"/>
                    <a:pt x="54136" y="32049"/>
                  </a:cubicBezTo>
                  <a:cubicBezTo>
                    <a:pt x="54053" y="33938"/>
                    <a:pt x="54011" y="35354"/>
                    <a:pt x="54011" y="36299"/>
                  </a:cubicBezTo>
                  <a:cubicBezTo>
                    <a:pt x="54011" y="37105"/>
                    <a:pt x="54053" y="38313"/>
                    <a:pt x="54136" y="39925"/>
                  </a:cubicBezTo>
                  <a:cubicBezTo>
                    <a:pt x="54219" y="41536"/>
                    <a:pt x="54261" y="42717"/>
                    <a:pt x="54261" y="43467"/>
                  </a:cubicBezTo>
                  <a:cubicBezTo>
                    <a:pt x="54261" y="44217"/>
                    <a:pt x="53928" y="44593"/>
                    <a:pt x="53261" y="44593"/>
                  </a:cubicBezTo>
                  <a:cubicBezTo>
                    <a:pt x="52872" y="44593"/>
                    <a:pt x="52553" y="44537"/>
                    <a:pt x="52303" y="44426"/>
                  </a:cubicBezTo>
                  <a:cubicBezTo>
                    <a:pt x="52080" y="44343"/>
                    <a:pt x="51914" y="44190"/>
                    <a:pt x="51802" y="43967"/>
                  </a:cubicBezTo>
                  <a:cubicBezTo>
                    <a:pt x="51719" y="43745"/>
                    <a:pt x="51664" y="43537"/>
                    <a:pt x="51636" y="43343"/>
                  </a:cubicBezTo>
                  <a:cubicBezTo>
                    <a:pt x="51636" y="43176"/>
                    <a:pt x="51636" y="42926"/>
                    <a:pt x="51636" y="42593"/>
                  </a:cubicBezTo>
                  <a:cubicBezTo>
                    <a:pt x="51636" y="41315"/>
                    <a:pt x="51525" y="40398"/>
                    <a:pt x="51302" y="39842"/>
                  </a:cubicBezTo>
                  <a:cubicBezTo>
                    <a:pt x="51108" y="39286"/>
                    <a:pt x="50802" y="38911"/>
                    <a:pt x="50385" y="38717"/>
                  </a:cubicBezTo>
                  <a:cubicBezTo>
                    <a:pt x="49997" y="38494"/>
                    <a:pt x="49246" y="38258"/>
                    <a:pt x="48135" y="38008"/>
                  </a:cubicBezTo>
                  <a:lnTo>
                    <a:pt x="10127" y="28422"/>
                  </a:lnTo>
                  <a:cubicBezTo>
                    <a:pt x="8432" y="28033"/>
                    <a:pt x="6988" y="27839"/>
                    <a:pt x="5793" y="27839"/>
                  </a:cubicBezTo>
                  <a:cubicBezTo>
                    <a:pt x="4293" y="27839"/>
                    <a:pt x="3265" y="28075"/>
                    <a:pt x="2709" y="28548"/>
                  </a:cubicBezTo>
                  <a:cubicBezTo>
                    <a:pt x="2153" y="29020"/>
                    <a:pt x="1875" y="29673"/>
                    <a:pt x="1875" y="30506"/>
                  </a:cubicBezTo>
                  <a:cubicBezTo>
                    <a:pt x="1875" y="31951"/>
                    <a:pt x="2737" y="33146"/>
                    <a:pt x="4459" y="34090"/>
                  </a:cubicBezTo>
                  <a:cubicBezTo>
                    <a:pt x="6182" y="35035"/>
                    <a:pt x="8710" y="35910"/>
                    <a:pt x="12044" y="36716"/>
                  </a:cubicBezTo>
                  <a:cubicBezTo>
                    <a:pt x="12961" y="36966"/>
                    <a:pt x="13517" y="37174"/>
                    <a:pt x="13711" y="37341"/>
                  </a:cubicBezTo>
                  <a:cubicBezTo>
                    <a:pt x="13906" y="37480"/>
                    <a:pt x="14003" y="37758"/>
                    <a:pt x="14003" y="38175"/>
                  </a:cubicBezTo>
                  <a:cubicBezTo>
                    <a:pt x="13975" y="38869"/>
                    <a:pt x="13683" y="39216"/>
                    <a:pt x="13128" y="39216"/>
                  </a:cubicBezTo>
                  <a:cubicBezTo>
                    <a:pt x="12989" y="39216"/>
                    <a:pt x="12475" y="39105"/>
                    <a:pt x="11586" y="38883"/>
                  </a:cubicBezTo>
                  <a:cubicBezTo>
                    <a:pt x="10669" y="38661"/>
                    <a:pt x="9544" y="38342"/>
                    <a:pt x="8210" y="37925"/>
                  </a:cubicBezTo>
                  <a:cubicBezTo>
                    <a:pt x="6849" y="37480"/>
                    <a:pt x="5737" y="37021"/>
                    <a:pt x="4876" y="36549"/>
                  </a:cubicBezTo>
                  <a:cubicBezTo>
                    <a:pt x="4293" y="36272"/>
                    <a:pt x="3806" y="36008"/>
                    <a:pt x="3417" y="35757"/>
                  </a:cubicBezTo>
                  <a:cubicBezTo>
                    <a:pt x="3028" y="35507"/>
                    <a:pt x="2528" y="35132"/>
                    <a:pt x="1917" y="34632"/>
                  </a:cubicBezTo>
                  <a:cubicBezTo>
                    <a:pt x="1306" y="34104"/>
                    <a:pt x="834" y="33465"/>
                    <a:pt x="500" y="32715"/>
                  </a:cubicBezTo>
                  <a:cubicBezTo>
                    <a:pt x="167" y="31965"/>
                    <a:pt x="0" y="31131"/>
                    <a:pt x="0" y="30215"/>
                  </a:cubicBezTo>
                  <a:cubicBezTo>
                    <a:pt x="0" y="28436"/>
                    <a:pt x="528" y="26811"/>
                    <a:pt x="1584" y="25339"/>
                  </a:cubicBezTo>
                  <a:cubicBezTo>
                    <a:pt x="2640" y="23866"/>
                    <a:pt x="4237" y="22935"/>
                    <a:pt x="6376" y="22546"/>
                  </a:cubicBezTo>
                  <a:cubicBezTo>
                    <a:pt x="4515" y="20963"/>
                    <a:pt x="2987" y="19199"/>
                    <a:pt x="1792" y="17254"/>
                  </a:cubicBezTo>
                  <a:cubicBezTo>
                    <a:pt x="597" y="15309"/>
                    <a:pt x="0" y="13350"/>
                    <a:pt x="0" y="11378"/>
                  </a:cubicBezTo>
                  <a:cubicBezTo>
                    <a:pt x="0" y="8099"/>
                    <a:pt x="1278" y="5390"/>
                    <a:pt x="3834" y="3251"/>
                  </a:cubicBezTo>
                  <a:cubicBezTo>
                    <a:pt x="6363" y="1084"/>
                    <a:pt x="9627" y="0"/>
                    <a:pt x="13628" y="0"/>
                  </a:cubicBezTo>
                  <a:moveTo>
                    <a:pt x="9877" y="6168"/>
                  </a:moveTo>
                  <a:cubicBezTo>
                    <a:pt x="7349" y="6168"/>
                    <a:pt x="5390" y="6654"/>
                    <a:pt x="4001" y="7627"/>
                  </a:cubicBezTo>
                  <a:cubicBezTo>
                    <a:pt x="2584" y="8571"/>
                    <a:pt x="1875" y="9905"/>
                    <a:pt x="1875" y="11628"/>
                  </a:cubicBezTo>
                  <a:cubicBezTo>
                    <a:pt x="1875" y="13767"/>
                    <a:pt x="2959" y="16073"/>
                    <a:pt x="5126" y="18546"/>
                  </a:cubicBezTo>
                  <a:cubicBezTo>
                    <a:pt x="7182" y="20990"/>
                    <a:pt x="9169" y="22463"/>
                    <a:pt x="11086" y="22964"/>
                  </a:cubicBezTo>
                  <a:lnTo>
                    <a:pt x="27797" y="27172"/>
                  </a:lnTo>
                  <a:lnTo>
                    <a:pt x="29173" y="27422"/>
                  </a:lnTo>
                  <a:cubicBezTo>
                    <a:pt x="29339" y="27422"/>
                    <a:pt x="29673" y="27381"/>
                    <a:pt x="30173" y="27297"/>
                  </a:cubicBezTo>
                  <a:cubicBezTo>
                    <a:pt x="30645" y="27186"/>
                    <a:pt x="31270" y="26978"/>
                    <a:pt x="32048" y="26672"/>
                  </a:cubicBezTo>
                  <a:cubicBezTo>
                    <a:pt x="32826" y="26339"/>
                    <a:pt x="33563" y="25950"/>
                    <a:pt x="34257" y="25505"/>
                  </a:cubicBezTo>
                  <a:cubicBezTo>
                    <a:pt x="34924" y="25033"/>
                    <a:pt x="35507" y="24380"/>
                    <a:pt x="36007" y="23546"/>
                  </a:cubicBezTo>
                  <a:cubicBezTo>
                    <a:pt x="36508" y="22685"/>
                    <a:pt x="36758" y="21727"/>
                    <a:pt x="36758" y="20671"/>
                  </a:cubicBezTo>
                  <a:cubicBezTo>
                    <a:pt x="36758" y="18976"/>
                    <a:pt x="36007" y="17212"/>
                    <a:pt x="34507" y="15378"/>
                  </a:cubicBezTo>
                  <a:cubicBezTo>
                    <a:pt x="33007" y="13517"/>
                    <a:pt x="30840" y="11891"/>
                    <a:pt x="28006" y="10502"/>
                  </a:cubicBezTo>
                  <a:cubicBezTo>
                    <a:pt x="26172" y="9641"/>
                    <a:pt x="23283" y="8710"/>
                    <a:pt x="19337" y="7710"/>
                  </a:cubicBezTo>
                  <a:cubicBezTo>
                    <a:pt x="15364" y="6682"/>
                    <a:pt x="12211" y="6168"/>
                    <a:pt x="9877" y="61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0DCDBD32-7484-3CED-0707-A01C4FF983B1}"/>
                </a:ext>
              </a:extLst>
            </p:cNvPr>
            <p:cNvSpPr/>
            <p:nvPr/>
          </p:nvSpPr>
          <p:spPr>
            <a:xfrm>
              <a:off x="2653528" y="4306790"/>
              <a:ext cx="85351" cy="19795"/>
            </a:xfrm>
            <a:custGeom>
              <a:avLst/>
              <a:gdLst>
                <a:gd name="csX0" fmla="*/ 42676 w 85351"/>
                <a:gd name="csY0" fmla="*/ 19796 h 19795"/>
                <a:gd name="csX1" fmla="*/ 16628 w 85351"/>
                <a:gd name="csY1" fmla="*/ 14419 h 19795"/>
                <a:gd name="csX2" fmla="*/ 7668 w 85351"/>
                <a:gd name="csY2" fmla="*/ 8918 h 19795"/>
                <a:gd name="csX3" fmla="*/ 1792 w 85351"/>
                <a:gd name="csY3" fmla="*/ 3584 h 19795"/>
                <a:gd name="csX4" fmla="*/ 0 w 85351"/>
                <a:gd name="csY4" fmla="*/ 875 h 19795"/>
                <a:gd name="csX5" fmla="*/ 834 w 85351"/>
                <a:gd name="csY5" fmla="*/ 0 h 19795"/>
                <a:gd name="csX6" fmla="*/ 2292 w 85351"/>
                <a:gd name="csY6" fmla="*/ 1125 h 19795"/>
                <a:gd name="csX7" fmla="*/ 42676 w 85351"/>
                <a:gd name="csY7" fmla="*/ 14836 h 19795"/>
                <a:gd name="csX8" fmla="*/ 82601 w 85351"/>
                <a:gd name="csY8" fmla="*/ 1458 h 19795"/>
                <a:gd name="csX9" fmla="*/ 84518 w 85351"/>
                <a:gd name="csY9" fmla="*/ 0 h 19795"/>
                <a:gd name="csX10" fmla="*/ 85351 w 85351"/>
                <a:gd name="csY10" fmla="*/ 875 h 19795"/>
                <a:gd name="csX11" fmla="*/ 83642 w 85351"/>
                <a:gd name="csY11" fmla="*/ 3501 h 19795"/>
                <a:gd name="csX12" fmla="*/ 78016 w 85351"/>
                <a:gd name="csY12" fmla="*/ 8710 h 19795"/>
                <a:gd name="csX13" fmla="*/ 69306 w 85351"/>
                <a:gd name="csY13" fmla="*/ 14169 h 19795"/>
                <a:gd name="csX14" fmla="*/ 42676 w 85351"/>
                <a:gd name="csY14" fmla="*/ 19796 h 1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5">
                  <a:moveTo>
                    <a:pt x="42676" y="19796"/>
                  </a:moveTo>
                  <a:cubicBezTo>
                    <a:pt x="33062" y="19796"/>
                    <a:pt x="24380" y="18003"/>
                    <a:pt x="16628" y="14419"/>
                  </a:cubicBezTo>
                  <a:cubicBezTo>
                    <a:pt x="13378" y="12891"/>
                    <a:pt x="10391" y="11057"/>
                    <a:pt x="7668" y="8918"/>
                  </a:cubicBezTo>
                  <a:cubicBezTo>
                    <a:pt x="4946" y="6778"/>
                    <a:pt x="2987" y="5000"/>
                    <a:pt x="1792" y="3584"/>
                  </a:cubicBezTo>
                  <a:cubicBezTo>
                    <a:pt x="597" y="2167"/>
                    <a:pt x="0" y="1264"/>
                    <a:pt x="0" y="875"/>
                  </a:cubicBezTo>
                  <a:cubicBezTo>
                    <a:pt x="0" y="319"/>
                    <a:pt x="278" y="27"/>
                    <a:pt x="834" y="0"/>
                  </a:cubicBezTo>
                  <a:cubicBezTo>
                    <a:pt x="1111" y="0"/>
                    <a:pt x="1598" y="375"/>
                    <a:pt x="2292" y="1125"/>
                  </a:cubicBezTo>
                  <a:cubicBezTo>
                    <a:pt x="11627" y="10293"/>
                    <a:pt x="25089" y="14864"/>
                    <a:pt x="42676" y="14836"/>
                  </a:cubicBezTo>
                  <a:cubicBezTo>
                    <a:pt x="60318" y="14836"/>
                    <a:pt x="73626" y="10377"/>
                    <a:pt x="82601" y="1458"/>
                  </a:cubicBezTo>
                  <a:cubicBezTo>
                    <a:pt x="83573" y="486"/>
                    <a:pt x="84212" y="0"/>
                    <a:pt x="84518" y="0"/>
                  </a:cubicBezTo>
                  <a:cubicBezTo>
                    <a:pt x="85074" y="0"/>
                    <a:pt x="85351" y="292"/>
                    <a:pt x="85351" y="875"/>
                  </a:cubicBezTo>
                  <a:cubicBezTo>
                    <a:pt x="85351" y="1264"/>
                    <a:pt x="84782" y="2139"/>
                    <a:pt x="83642" y="3501"/>
                  </a:cubicBezTo>
                  <a:cubicBezTo>
                    <a:pt x="82503" y="4862"/>
                    <a:pt x="80628" y="6598"/>
                    <a:pt x="78016" y="8710"/>
                  </a:cubicBezTo>
                  <a:cubicBezTo>
                    <a:pt x="75405" y="10821"/>
                    <a:pt x="72501" y="12641"/>
                    <a:pt x="69306" y="14169"/>
                  </a:cubicBezTo>
                  <a:cubicBezTo>
                    <a:pt x="61554" y="17920"/>
                    <a:pt x="52678" y="19796"/>
                    <a:pt x="42676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996324A8-5A78-0132-180A-8AF20BD93861}"/>
                </a:ext>
              </a:extLst>
            </p:cNvPr>
            <p:cNvSpPr/>
            <p:nvPr/>
          </p:nvSpPr>
          <p:spPr>
            <a:xfrm>
              <a:off x="2679825" y="4257796"/>
              <a:ext cx="38674" cy="42509"/>
            </a:xfrm>
            <a:custGeom>
              <a:avLst/>
              <a:gdLst>
                <a:gd name="csX0" fmla="*/ 5626 w 38674"/>
                <a:gd name="csY0" fmla="*/ 0 h 42509"/>
                <a:gd name="csX1" fmla="*/ 9294 w 38674"/>
                <a:gd name="csY1" fmla="*/ 1459 h 42509"/>
                <a:gd name="csX2" fmla="*/ 10586 w 38674"/>
                <a:gd name="csY2" fmla="*/ 4584 h 42509"/>
                <a:gd name="csX3" fmla="*/ 9669 w 38674"/>
                <a:gd name="csY3" fmla="*/ 7002 h 42509"/>
                <a:gd name="csX4" fmla="*/ 7585 w 38674"/>
                <a:gd name="csY4" fmla="*/ 7835 h 42509"/>
                <a:gd name="csX5" fmla="*/ 4626 w 38674"/>
                <a:gd name="csY5" fmla="*/ 6668 h 42509"/>
                <a:gd name="csX6" fmla="*/ 2959 w 38674"/>
                <a:gd name="csY6" fmla="*/ 3751 h 42509"/>
                <a:gd name="csX7" fmla="*/ 1875 w 38674"/>
                <a:gd name="csY7" fmla="*/ 8001 h 42509"/>
                <a:gd name="csX8" fmla="*/ 2751 w 38674"/>
                <a:gd name="csY8" fmla="*/ 11128 h 42509"/>
                <a:gd name="csX9" fmla="*/ 4751 w 38674"/>
                <a:gd name="csY9" fmla="*/ 13419 h 42509"/>
                <a:gd name="csX10" fmla="*/ 7502 w 38674"/>
                <a:gd name="csY10" fmla="*/ 15003 h 42509"/>
                <a:gd name="csX11" fmla="*/ 10044 w 38674"/>
                <a:gd name="csY11" fmla="*/ 16003 h 42509"/>
                <a:gd name="csX12" fmla="*/ 11961 w 38674"/>
                <a:gd name="csY12" fmla="*/ 16462 h 42509"/>
                <a:gd name="csX13" fmla="*/ 23630 w 38674"/>
                <a:gd name="csY13" fmla="*/ 19379 h 42509"/>
                <a:gd name="csX14" fmla="*/ 31132 w 38674"/>
                <a:gd name="csY14" fmla="*/ 20796 h 42509"/>
                <a:gd name="csX15" fmla="*/ 35174 w 38674"/>
                <a:gd name="csY15" fmla="*/ 19629 h 42509"/>
                <a:gd name="csX16" fmla="*/ 36758 w 38674"/>
                <a:gd name="csY16" fmla="*/ 16128 h 42509"/>
                <a:gd name="csX17" fmla="*/ 36508 w 38674"/>
                <a:gd name="csY17" fmla="*/ 14169 h 42509"/>
                <a:gd name="csX18" fmla="*/ 35466 w 38674"/>
                <a:gd name="csY18" fmla="*/ 11794 h 42509"/>
                <a:gd name="csX19" fmla="*/ 33507 w 38674"/>
                <a:gd name="csY19" fmla="*/ 9210 h 42509"/>
                <a:gd name="csX20" fmla="*/ 30256 w 38674"/>
                <a:gd name="csY20" fmla="*/ 6752 h 42509"/>
                <a:gd name="csX21" fmla="*/ 25589 w 38674"/>
                <a:gd name="csY21" fmla="*/ 4751 h 42509"/>
                <a:gd name="csX22" fmla="*/ 24672 w 38674"/>
                <a:gd name="csY22" fmla="*/ 3667 h 42509"/>
                <a:gd name="csX23" fmla="*/ 25505 w 38674"/>
                <a:gd name="csY23" fmla="*/ 2625 h 42509"/>
                <a:gd name="csX24" fmla="*/ 27714 w 38674"/>
                <a:gd name="csY24" fmla="*/ 3209 h 42509"/>
                <a:gd name="csX25" fmla="*/ 31090 w 38674"/>
                <a:gd name="csY25" fmla="*/ 4960 h 42509"/>
                <a:gd name="csX26" fmla="*/ 34674 w 38674"/>
                <a:gd name="csY26" fmla="*/ 7668 h 42509"/>
                <a:gd name="csX27" fmla="*/ 37508 w 38674"/>
                <a:gd name="csY27" fmla="*/ 11502 h 42509"/>
                <a:gd name="csX28" fmla="*/ 38675 w 38674"/>
                <a:gd name="csY28" fmla="*/ 16295 h 42509"/>
                <a:gd name="csX29" fmla="*/ 36758 w 38674"/>
                <a:gd name="csY29" fmla="*/ 22254 h 42509"/>
                <a:gd name="csX30" fmla="*/ 32173 w 38674"/>
                <a:gd name="csY30" fmla="*/ 25505 h 42509"/>
                <a:gd name="csX31" fmla="*/ 33049 w 38674"/>
                <a:gd name="csY31" fmla="*/ 26005 h 42509"/>
                <a:gd name="csX32" fmla="*/ 34674 w 38674"/>
                <a:gd name="csY32" fmla="*/ 27172 h 42509"/>
                <a:gd name="csX33" fmla="*/ 36591 w 38674"/>
                <a:gd name="csY33" fmla="*/ 28964 h 42509"/>
                <a:gd name="csX34" fmla="*/ 38008 w 38674"/>
                <a:gd name="csY34" fmla="*/ 31423 h 42509"/>
                <a:gd name="csX35" fmla="*/ 38675 w 38674"/>
                <a:gd name="csY35" fmla="*/ 34466 h 42509"/>
                <a:gd name="csX36" fmla="*/ 38091 w 38674"/>
                <a:gd name="csY36" fmla="*/ 38258 h 42509"/>
                <a:gd name="csX37" fmla="*/ 36174 w 38674"/>
                <a:gd name="csY37" fmla="*/ 41258 h 42509"/>
                <a:gd name="csX38" fmla="*/ 33007 w 38674"/>
                <a:gd name="csY38" fmla="*/ 42509 h 42509"/>
                <a:gd name="csX39" fmla="*/ 29548 w 38674"/>
                <a:gd name="csY39" fmla="*/ 41134 h 42509"/>
                <a:gd name="csX40" fmla="*/ 28089 w 38674"/>
                <a:gd name="csY40" fmla="*/ 37799 h 42509"/>
                <a:gd name="csX41" fmla="*/ 28798 w 38674"/>
                <a:gd name="csY41" fmla="*/ 35632 h 42509"/>
                <a:gd name="csX42" fmla="*/ 31048 w 38674"/>
                <a:gd name="csY42" fmla="*/ 34632 h 42509"/>
                <a:gd name="csX43" fmla="*/ 34049 w 38674"/>
                <a:gd name="csY43" fmla="*/ 35799 h 42509"/>
                <a:gd name="csX44" fmla="*/ 35674 w 38674"/>
                <a:gd name="csY44" fmla="*/ 38633 h 42509"/>
                <a:gd name="csX45" fmla="*/ 36758 w 38674"/>
                <a:gd name="csY45" fmla="*/ 34382 h 42509"/>
                <a:gd name="csX46" fmla="*/ 34340 w 38674"/>
                <a:gd name="csY46" fmla="*/ 29464 h 42509"/>
                <a:gd name="csX47" fmla="*/ 27881 w 38674"/>
                <a:gd name="csY47" fmla="*/ 26255 h 42509"/>
                <a:gd name="csX48" fmla="*/ 13836 w 38674"/>
                <a:gd name="csY48" fmla="*/ 22672 h 42509"/>
                <a:gd name="csX49" fmla="*/ 7585 w 38674"/>
                <a:gd name="csY49" fmla="*/ 21671 h 42509"/>
                <a:gd name="csX50" fmla="*/ 4626 w 38674"/>
                <a:gd name="csY50" fmla="*/ 22130 h 42509"/>
                <a:gd name="csX51" fmla="*/ 2876 w 38674"/>
                <a:gd name="csY51" fmla="*/ 23380 h 42509"/>
                <a:gd name="csX52" fmla="*/ 2084 w 38674"/>
                <a:gd name="csY52" fmla="*/ 24839 h 42509"/>
                <a:gd name="csX53" fmla="*/ 1875 w 38674"/>
                <a:gd name="csY53" fmla="*/ 26255 h 42509"/>
                <a:gd name="csX54" fmla="*/ 2376 w 38674"/>
                <a:gd name="csY54" fmla="*/ 28922 h 42509"/>
                <a:gd name="csX55" fmla="*/ 4043 w 38674"/>
                <a:gd name="csY55" fmla="*/ 31965 h 42509"/>
                <a:gd name="csX56" fmla="*/ 7502 w 38674"/>
                <a:gd name="csY56" fmla="*/ 35132 h 42509"/>
                <a:gd name="csX57" fmla="*/ 13044 w 38674"/>
                <a:gd name="csY57" fmla="*/ 37716 h 42509"/>
                <a:gd name="csX58" fmla="*/ 14003 w 38674"/>
                <a:gd name="csY58" fmla="*/ 38841 h 42509"/>
                <a:gd name="csX59" fmla="*/ 13128 w 38674"/>
                <a:gd name="csY59" fmla="*/ 39842 h 42509"/>
                <a:gd name="csX60" fmla="*/ 10961 w 38674"/>
                <a:gd name="csY60" fmla="*/ 39300 h 42509"/>
                <a:gd name="csX61" fmla="*/ 7585 w 38674"/>
                <a:gd name="csY61" fmla="*/ 37549 h 42509"/>
                <a:gd name="csX62" fmla="*/ 4043 w 38674"/>
                <a:gd name="csY62" fmla="*/ 34798 h 42509"/>
                <a:gd name="csX63" fmla="*/ 1167 w 38674"/>
                <a:gd name="csY63" fmla="*/ 30923 h 42509"/>
                <a:gd name="csX64" fmla="*/ 0 w 38674"/>
                <a:gd name="csY64" fmla="*/ 26089 h 42509"/>
                <a:gd name="csX65" fmla="*/ 250 w 38674"/>
                <a:gd name="csY65" fmla="*/ 23880 h 42509"/>
                <a:gd name="csX66" fmla="*/ 1084 w 38674"/>
                <a:gd name="csY66" fmla="*/ 21421 h 42509"/>
                <a:gd name="csX67" fmla="*/ 3084 w 38674"/>
                <a:gd name="csY67" fmla="*/ 18837 h 42509"/>
                <a:gd name="csX68" fmla="*/ 6460 w 38674"/>
                <a:gd name="csY68" fmla="*/ 16878 h 42509"/>
                <a:gd name="csX69" fmla="*/ 4584 w 38674"/>
                <a:gd name="csY69" fmla="*/ 15712 h 42509"/>
                <a:gd name="csX70" fmla="*/ 2542 w 38674"/>
                <a:gd name="csY70" fmla="*/ 13919 h 42509"/>
                <a:gd name="csX71" fmla="*/ 709 w 38674"/>
                <a:gd name="csY71" fmla="*/ 11252 h 42509"/>
                <a:gd name="csX72" fmla="*/ 0 w 38674"/>
                <a:gd name="csY72" fmla="*/ 7919 h 42509"/>
                <a:gd name="csX73" fmla="*/ 458 w 38674"/>
                <a:gd name="csY73" fmla="*/ 4542 h 42509"/>
                <a:gd name="csX74" fmla="*/ 2251 w 38674"/>
                <a:gd name="csY74" fmla="*/ 1459 h 42509"/>
                <a:gd name="csX75" fmla="*/ 5626 w 38674"/>
                <a:gd name="csY75" fmla="*/ 0 h 42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674" h="42509">
                  <a:moveTo>
                    <a:pt x="5626" y="0"/>
                  </a:moveTo>
                  <a:cubicBezTo>
                    <a:pt x="7182" y="0"/>
                    <a:pt x="8405" y="486"/>
                    <a:pt x="9294" y="1459"/>
                  </a:cubicBezTo>
                  <a:cubicBezTo>
                    <a:pt x="10155" y="2431"/>
                    <a:pt x="10586" y="3473"/>
                    <a:pt x="10586" y="4584"/>
                  </a:cubicBezTo>
                  <a:cubicBezTo>
                    <a:pt x="10586" y="5640"/>
                    <a:pt x="10280" y="6446"/>
                    <a:pt x="9669" y="7002"/>
                  </a:cubicBezTo>
                  <a:cubicBezTo>
                    <a:pt x="9058" y="7557"/>
                    <a:pt x="8363" y="7835"/>
                    <a:pt x="7585" y="7835"/>
                  </a:cubicBezTo>
                  <a:cubicBezTo>
                    <a:pt x="6529" y="7835"/>
                    <a:pt x="5543" y="7446"/>
                    <a:pt x="4626" y="6668"/>
                  </a:cubicBezTo>
                  <a:cubicBezTo>
                    <a:pt x="3709" y="5890"/>
                    <a:pt x="3153" y="4918"/>
                    <a:pt x="2959" y="3751"/>
                  </a:cubicBezTo>
                  <a:cubicBezTo>
                    <a:pt x="2237" y="4890"/>
                    <a:pt x="1875" y="6307"/>
                    <a:pt x="1875" y="8001"/>
                  </a:cubicBezTo>
                  <a:cubicBezTo>
                    <a:pt x="1875" y="9113"/>
                    <a:pt x="2167" y="10155"/>
                    <a:pt x="2751" y="11128"/>
                  </a:cubicBezTo>
                  <a:cubicBezTo>
                    <a:pt x="3334" y="12072"/>
                    <a:pt x="4001" y="12836"/>
                    <a:pt x="4751" y="13419"/>
                  </a:cubicBezTo>
                  <a:cubicBezTo>
                    <a:pt x="5501" y="13975"/>
                    <a:pt x="6418" y="14503"/>
                    <a:pt x="7502" y="15003"/>
                  </a:cubicBezTo>
                  <a:cubicBezTo>
                    <a:pt x="8557" y="15476"/>
                    <a:pt x="9405" y="15809"/>
                    <a:pt x="10044" y="16003"/>
                  </a:cubicBezTo>
                  <a:cubicBezTo>
                    <a:pt x="10655" y="16170"/>
                    <a:pt x="11294" y="16323"/>
                    <a:pt x="11961" y="16462"/>
                  </a:cubicBezTo>
                  <a:lnTo>
                    <a:pt x="23630" y="19379"/>
                  </a:lnTo>
                  <a:cubicBezTo>
                    <a:pt x="27325" y="20324"/>
                    <a:pt x="29826" y="20796"/>
                    <a:pt x="31132" y="20796"/>
                  </a:cubicBezTo>
                  <a:cubicBezTo>
                    <a:pt x="32743" y="20796"/>
                    <a:pt x="34090" y="20407"/>
                    <a:pt x="35174" y="19629"/>
                  </a:cubicBezTo>
                  <a:cubicBezTo>
                    <a:pt x="36230" y="18851"/>
                    <a:pt x="36758" y="17684"/>
                    <a:pt x="36758" y="16128"/>
                  </a:cubicBezTo>
                  <a:cubicBezTo>
                    <a:pt x="36758" y="15517"/>
                    <a:pt x="36674" y="14864"/>
                    <a:pt x="36508" y="14169"/>
                  </a:cubicBezTo>
                  <a:cubicBezTo>
                    <a:pt x="36313" y="13475"/>
                    <a:pt x="35966" y="12683"/>
                    <a:pt x="35466" y="11794"/>
                  </a:cubicBezTo>
                  <a:cubicBezTo>
                    <a:pt x="34938" y="10877"/>
                    <a:pt x="34285" y="10016"/>
                    <a:pt x="33507" y="9210"/>
                  </a:cubicBezTo>
                  <a:cubicBezTo>
                    <a:pt x="32701" y="8377"/>
                    <a:pt x="31618" y="7557"/>
                    <a:pt x="30256" y="6752"/>
                  </a:cubicBezTo>
                  <a:cubicBezTo>
                    <a:pt x="28895" y="5945"/>
                    <a:pt x="27339" y="5279"/>
                    <a:pt x="25589" y="4751"/>
                  </a:cubicBezTo>
                  <a:cubicBezTo>
                    <a:pt x="24977" y="4584"/>
                    <a:pt x="24672" y="4223"/>
                    <a:pt x="24672" y="3667"/>
                  </a:cubicBezTo>
                  <a:cubicBezTo>
                    <a:pt x="24672" y="2973"/>
                    <a:pt x="24950" y="2625"/>
                    <a:pt x="25505" y="2625"/>
                  </a:cubicBezTo>
                  <a:cubicBezTo>
                    <a:pt x="25978" y="2625"/>
                    <a:pt x="26714" y="2820"/>
                    <a:pt x="27714" y="3209"/>
                  </a:cubicBezTo>
                  <a:cubicBezTo>
                    <a:pt x="28687" y="3570"/>
                    <a:pt x="29812" y="4154"/>
                    <a:pt x="31090" y="4960"/>
                  </a:cubicBezTo>
                  <a:cubicBezTo>
                    <a:pt x="32340" y="5737"/>
                    <a:pt x="33535" y="6640"/>
                    <a:pt x="34674" y="7668"/>
                  </a:cubicBezTo>
                  <a:cubicBezTo>
                    <a:pt x="35785" y="8696"/>
                    <a:pt x="36730" y="9974"/>
                    <a:pt x="37508" y="11502"/>
                  </a:cubicBezTo>
                  <a:cubicBezTo>
                    <a:pt x="38286" y="13031"/>
                    <a:pt x="38675" y="14628"/>
                    <a:pt x="38675" y="16295"/>
                  </a:cubicBezTo>
                  <a:cubicBezTo>
                    <a:pt x="38675" y="18684"/>
                    <a:pt x="38036" y="20671"/>
                    <a:pt x="36758" y="22254"/>
                  </a:cubicBezTo>
                  <a:cubicBezTo>
                    <a:pt x="35480" y="23838"/>
                    <a:pt x="33952" y="24922"/>
                    <a:pt x="32173" y="25505"/>
                  </a:cubicBezTo>
                  <a:cubicBezTo>
                    <a:pt x="32423" y="25644"/>
                    <a:pt x="32715" y="25811"/>
                    <a:pt x="33049" y="26005"/>
                  </a:cubicBezTo>
                  <a:cubicBezTo>
                    <a:pt x="33382" y="26200"/>
                    <a:pt x="33924" y="26589"/>
                    <a:pt x="34674" y="27172"/>
                  </a:cubicBezTo>
                  <a:cubicBezTo>
                    <a:pt x="35396" y="27728"/>
                    <a:pt x="36035" y="28325"/>
                    <a:pt x="36591" y="28964"/>
                  </a:cubicBezTo>
                  <a:cubicBezTo>
                    <a:pt x="37119" y="29604"/>
                    <a:pt x="37591" y="30423"/>
                    <a:pt x="38008" y="31423"/>
                  </a:cubicBezTo>
                  <a:cubicBezTo>
                    <a:pt x="38452" y="32396"/>
                    <a:pt x="38675" y="33410"/>
                    <a:pt x="38675" y="34466"/>
                  </a:cubicBezTo>
                  <a:cubicBezTo>
                    <a:pt x="38675" y="35799"/>
                    <a:pt x="38480" y="37063"/>
                    <a:pt x="38091" y="38258"/>
                  </a:cubicBezTo>
                  <a:cubicBezTo>
                    <a:pt x="37702" y="39425"/>
                    <a:pt x="37063" y="40425"/>
                    <a:pt x="36174" y="41258"/>
                  </a:cubicBezTo>
                  <a:cubicBezTo>
                    <a:pt x="35285" y="42092"/>
                    <a:pt x="34229" y="42509"/>
                    <a:pt x="33007" y="42509"/>
                  </a:cubicBezTo>
                  <a:cubicBezTo>
                    <a:pt x="31646" y="42509"/>
                    <a:pt x="30492" y="42051"/>
                    <a:pt x="29548" y="41134"/>
                  </a:cubicBezTo>
                  <a:cubicBezTo>
                    <a:pt x="28575" y="40189"/>
                    <a:pt x="28089" y="39077"/>
                    <a:pt x="28089" y="37799"/>
                  </a:cubicBezTo>
                  <a:cubicBezTo>
                    <a:pt x="28089" y="36994"/>
                    <a:pt x="28325" y="36271"/>
                    <a:pt x="28798" y="35632"/>
                  </a:cubicBezTo>
                  <a:cubicBezTo>
                    <a:pt x="29270" y="34965"/>
                    <a:pt x="30020" y="34632"/>
                    <a:pt x="31048" y="34632"/>
                  </a:cubicBezTo>
                  <a:cubicBezTo>
                    <a:pt x="32187" y="34632"/>
                    <a:pt x="33187" y="35021"/>
                    <a:pt x="34049" y="35799"/>
                  </a:cubicBezTo>
                  <a:cubicBezTo>
                    <a:pt x="34910" y="36577"/>
                    <a:pt x="35452" y="37521"/>
                    <a:pt x="35674" y="38633"/>
                  </a:cubicBezTo>
                  <a:cubicBezTo>
                    <a:pt x="36396" y="37494"/>
                    <a:pt x="36758" y="36077"/>
                    <a:pt x="36758" y="34382"/>
                  </a:cubicBezTo>
                  <a:cubicBezTo>
                    <a:pt x="36758" y="32548"/>
                    <a:pt x="35952" y="30909"/>
                    <a:pt x="34340" y="29464"/>
                  </a:cubicBezTo>
                  <a:cubicBezTo>
                    <a:pt x="32729" y="28019"/>
                    <a:pt x="30576" y="26950"/>
                    <a:pt x="27881" y="26255"/>
                  </a:cubicBezTo>
                  <a:cubicBezTo>
                    <a:pt x="21407" y="24533"/>
                    <a:pt x="16726" y="23338"/>
                    <a:pt x="13836" y="22672"/>
                  </a:cubicBezTo>
                  <a:cubicBezTo>
                    <a:pt x="10919" y="22004"/>
                    <a:pt x="8835" y="21671"/>
                    <a:pt x="7585" y="21671"/>
                  </a:cubicBezTo>
                  <a:cubicBezTo>
                    <a:pt x="6418" y="21671"/>
                    <a:pt x="5432" y="21824"/>
                    <a:pt x="4626" y="22130"/>
                  </a:cubicBezTo>
                  <a:cubicBezTo>
                    <a:pt x="3820" y="22435"/>
                    <a:pt x="3237" y="22852"/>
                    <a:pt x="2876" y="23380"/>
                  </a:cubicBezTo>
                  <a:cubicBezTo>
                    <a:pt x="2487" y="23880"/>
                    <a:pt x="2223" y="24366"/>
                    <a:pt x="2084" y="24839"/>
                  </a:cubicBezTo>
                  <a:cubicBezTo>
                    <a:pt x="1945" y="25283"/>
                    <a:pt x="1875" y="25755"/>
                    <a:pt x="1875" y="26255"/>
                  </a:cubicBezTo>
                  <a:cubicBezTo>
                    <a:pt x="1875" y="27089"/>
                    <a:pt x="2042" y="27978"/>
                    <a:pt x="2376" y="28922"/>
                  </a:cubicBezTo>
                  <a:cubicBezTo>
                    <a:pt x="2709" y="29839"/>
                    <a:pt x="3265" y="30853"/>
                    <a:pt x="4043" y="31965"/>
                  </a:cubicBezTo>
                  <a:cubicBezTo>
                    <a:pt x="4793" y="33048"/>
                    <a:pt x="5946" y="34104"/>
                    <a:pt x="7502" y="35132"/>
                  </a:cubicBezTo>
                  <a:cubicBezTo>
                    <a:pt x="9057" y="36160"/>
                    <a:pt x="10905" y="37021"/>
                    <a:pt x="13044" y="37716"/>
                  </a:cubicBezTo>
                  <a:cubicBezTo>
                    <a:pt x="13683" y="37855"/>
                    <a:pt x="14003" y="38230"/>
                    <a:pt x="14003" y="38841"/>
                  </a:cubicBezTo>
                  <a:cubicBezTo>
                    <a:pt x="13975" y="39508"/>
                    <a:pt x="13683" y="39842"/>
                    <a:pt x="13128" y="39842"/>
                  </a:cubicBezTo>
                  <a:cubicBezTo>
                    <a:pt x="12655" y="39842"/>
                    <a:pt x="11933" y="39661"/>
                    <a:pt x="10961" y="39300"/>
                  </a:cubicBezTo>
                  <a:cubicBezTo>
                    <a:pt x="9960" y="38911"/>
                    <a:pt x="8835" y="38327"/>
                    <a:pt x="7585" y="37549"/>
                  </a:cubicBezTo>
                  <a:cubicBezTo>
                    <a:pt x="6335" y="36744"/>
                    <a:pt x="5154" y="35827"/>
                    <a:pt x="4043" y="34798"/>
                  </a:cubicBezTo>
                  <a:cubicBezTo>
                    <a:pt x="2903" y="33743"/>
                    <a:pt x="1945" y="32451"/>
                    <a:pt x="1167" y="30923"/>
                  </a:cubicBezTo>
                  <a:cubicBezTo>
                    <a:pt x="389" y="29367"/>
                    <a:pt x="0" y="27756"/>
                    <a:pt x="0" y="26089"/>
                  </a:cubicBezTo>
                  <a:cubicBezTo>
                    <a:pt x="0" y="25339"/>
                    <a:pt x="83" y="24602"/>
                    <a:pt x="250" y="23880"/>
                  </a:cubicBezTo>
                  <a:cubicBezTo>
                    <a:pt x="389" y="23130"/>
                    <a:pt x="667" y="22310"/>
                    <a:pt x="1084" y="21421"/>
                  </a:cubicBezTo>
                  <a:cubicBezTo>
                    <a:pt x="1500" y="20504"/>
                    <a:pt x="2167" y="19643"/>
                    <a:pt x="3084" y="18837"/>
                  </a:cubicBezTo>
                  <a:cubicBezTo>
                    <a:pt x="4001" y="18031"/>
                    <a:pt x="5126" y="17378"/>
                    <a:pt x="6460" y="16878"/>
                  </a:cubicBezTo>
                  <a:cubicBezTo>
                    <a:pt x="5821" y="16545"/>
                    <a:pt x="5196" y="16156"/>
                    <a:pt x="4584" y="15712"/>
                  </a:cubicBezTo>
                  <a:cubicBezTo>
                    <a:pt x="3973" y="15239"/>
                    <a:pt x="3292" y="14642"/>
                    <a:pt x="2542" y="13919"/>
                  </a:cubicBezTo>
                  <a:cubicBezTo>
                    <a:pt x="1764" y="13169"/>
                    <a:pt x="1153" y="12280"/>
                    <a:pt x="709" y="11252"/>
                  </a:cubicBezTo>
                  <a:cubicBezTo>
                    <a:pt x="236" y="10196"/>
                    <a:pt x="0" y="9085"/>
                    <a:pt x="0" y="7919"/>
                  </a:cubicBezTo>
                  <a:cubicBezTo>
                    <a:pt x="0" y="6779"/>
                    <a:pt x="153" y="5654"/>
                    <a:pt x="458" y="4542"/>
                  </a:cubicBezTo>
                  <a:cubicBezTo>
                    <a:pt x="736" y="3431"/>
                    <a:pt x="1334" y="2403"/>
                    <a:pt x="2251" y="1459"/>
                  </a:cubicBezTo>
                  <a:cubicBezTo>
                    <a:pt x="3140" y="486"/>
                    <a:pt x="4265" y="0"/>
                    <a:pt x="562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595FCB4B-914B-4C68-DC50-21DDC123E07F}"/>
                </a:ext>
              </a:extLst>
            </p:cNvPr>
            <p:cNvSpPr/>
            <p:nvPr/>
          </p:nvSpPr>
          <p:spPr>
            <a:xfrm>
              <a:off x="2653528" y="4229785"/>
              <a:ext cx="85351" cy="19795"/>
            </a:xfrm>
            <a:custGeom>
              <a:avLst/>
              <a:gdLst>
                <a:gd name="csX0" fmla="*/ 84518 w 85351"/>
                <a:gd name="csY0" fmla="*/ 19796 h 19795"/>
                <a:gd name="csX1" fmla="*/ 83059 w 85351"/>
                <a:gd name="csY1" fmla="*/ 18712 h 19795"/>
                <a:gd name="csX2" fmla="*/ 42676 w 85351"/>
                <a:gd name="csY2" fmla="*/ 4959 h 19795"/>
                <a:gd name="csX3" fmla="*/ 2834 w 85351"/>
                <a:gd name="csY3" fmla="*/ 18170 h 19795"/>
                <a:gd name="csX4" fmla="*/ 834 w 85351"/>
                <a:gd name="csY4" fmla="*/ 19796 h 19795"/>
                <a:gd name="csX5" fmla="*/ 0 w 85351"/>
                <a:gd name="csY5" fmla="*/ 18962 h 19795"/>
                <a:gd name="csX6" fmla="*/ 1709 w 85351"/>
                <a:gd name="csY6" fmla="*/ 16337 h 19795"/>
                <a:gd name="csX7" fmla="*/ 7335 w 85351"/>
                <a:gd name="csY7" fmla="*/ 11127 h 19795"/>
                <a:gd name="csX8" fmla="*/ 16045 w 85351"/>
                <a:gd name="csY8" fmla="*/ 5626 h 19795"/>
                <a:gd name="csX9" fmla="*/ 42676 w 85351"/>
                <a:gd name="csY9" fmla="*/ 0 h 19795"/>
                <a:gd name="csX10" fmla="*/ 68723 w 85351"/>
                <a:gd name="csY10" fmla="*/ 5376 h 19795"/>
                <a:gd name="csX11" fmla="*/ 77683 w 85351"/>
                <a:gd name="csY11" fmla="*/ 10877 h 19795"/>
                <a:gd name="csX12" fmla="*/ 83559 w 85351"/>
                <a:gd name="csY12" fmla="*/ 16211 h 19795"/>
                <a:gd name="csX13" fmla="*/ 85351 w 85351"/>
                <a:gd name="csY13" fmla="*/ 18962 h 19795"/>
                <a:gd name="csX14" fmla="*/ 84518 w 85351"/>
                <a:gd name="csY14" fmla="*/ 19796 h 1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5">
                  <a:moveTo>
                    <a:pt x="84518" y="19796"/>
                  </a:moveTo>
                  <a:cubicBezTo>
                    <a:pt x="84240" y="19796"/>
                    <a:pt x="83753" y="19434"/>
                    <a:pt x="83059" y="18712"/>
                  </a:cubicBezTo>
                  <a:cubicBezTo>
                    <a:pt x="73724" y="9543"/>
                    <a:pt x="60263" y="4959"/>
                    <a:pt x="42676" y="4959"/>
                  </a:cubicBezTo>
                  <a:cubicBezTo>
                    <a:pt x="25033" y="4959"/>
                    <a:pt x="11752" y="9363"/>
                    <a:pt x="2834" y="18170"/>
                  </a:cubicBezTo>
                  <a:cubicBezTo>
                    <a:pt x="1806" y="19254"/>
                    <a:pt x="1139" y="19796"/>
                    <a:pt x="834" y="19796"/>
                  </a:cubicBezTo>
                  <a:cubicBezTo>
                    <a:pt x="278" y="19796"/>
                    <a:pt x="0" y="19518"/>
                    <a:pt x="0" y="18962"/>
                  </a:cubicBezTo>
                  <a:cubicBezTo>
                    <a:pt x="0" y="18573"/>
                    <a:pt x="570" y="17698"/>
                    <a:pt x="1709" y="16337"/>
                  </a:cubicBezTo>
                  <a:cubicBezTo>
                    <a:pt x="2848" y="14948"/>
                    <a:pt x="4723" y="13211"/>
                    <a:pt x="7335" y="11127"/>
                  </a:cubicBezTo>
                  <a:cubicBezTo>
                    <a:pt x="9946" y="9015"/>
                    <a:pt x="12850" y="7182"/>
                    <a:pt x="16045" y="5626"/>
                  </a:cubicBezTo>
                  <a:cubicBezTo>
                    <a:pt x="23797" y="1875"/>
                    <a:pt x="32673" y="0"/>
                    <a:pt x="42676" y="0"/>
                  </a:cubicBezTo>
                  <a:cubicBezTo>
                    <a:pt x="52289" y="0"/>
                    <a:pt x="60971" y="1792"/>
                    <a:pt x="68723" y="5376"/>
                  </a:cubicBezTo>
                  <a:cubicBezTo>
                    <a:pt x="71973" y="6904"/>
                    <a:pt x="74960" y="8738"/>
                    <a:pt x="77683" y="10877"/>
                  </a:cubicBezTo>
                  <a:cubicBezTo>
                    <a:pt x="80406" y="13016"/>
                    <a:pt x="82364" y="14794"/>
                    <a:pt x="83559" y="16211"/>
                  </a:cubicBezTo>
                  <a:cubicBezTo>
                    <a:pt x="84754" y="17628"/>
                    <a:pt x="85351" y="18545"/>
                    <a:pt x="85351" y="18962"/>
                  </a:cubicBezTo>
                  <a:cubicBezTo>
                    <a:pt x="85351" y="19518"/>
                    <a:pt x="85074" y="19796"/>
                    <a:pt x="84518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472" name="Freeform 471">
            <a:extLst>
              <a:ext uri="{FF2B5EF4-FFF2-40B4-BE49-F238E27FC236}">
                <a16:creationId xmlns:a16="http://schemas.microsoft.com/office/drawing/2014/main" id="{2F87F18D-4D36-1D43-C038-AC7C9F713A42}"/>
              </a:ext>
            </a:extLst>
          </p:cNvPr>
          <p:cNvSpPr/>
          <p:nvPr/>
        </p:nvSpPr>
        <p:spPr>
          <a:xfrm>
            <a:off x="4353977" y="3773495"/>
            <a:ext cx="1728164" cy="1028969"/>
          </a:xfrm>
          <a:custGeom>
            <a:avLst/>
            <a:gdLst>
              <a:gd name="csX0" fmla="*/ 0 w 1728164"/>
              <a:gd name="csY0" fmla="*/ 1028970 h 1028969"/>
              <a:gd name="csX1" fmla="*/ 173 w 1728164"/>
              <a:gd name="csY1" fmla="*/ 1028970 h 1028969"/>
              <a:gd name="csX2" fmla="*/ 345 w 1728164"/>
              <a:gd name="csY2" fmla="*/ 1028970 h 1028969"/>
              <a:gd name="csX3" fmla="*/ 519 w 1728164"/>
              <a:gd name="csY3" fmla="*/ 1028970 h 1028969"/>
              <a:gd name="csX4" fmla="*/ 691 w 1728164"/>
              <a:gd name="csY4" fmla="*/ 1028970 h 1028969"/>
              <a:gd name="csX5" fmla="*/ 864 w 1728164"/>
              <a:gd name="csY5" fmla="*/ 1028970 h 1028969"/>
              <a:gd name="csX6" fmla="*/ 1036 w 1728164"/>
              <a:gd name="csY6" fmla="*/ 1028970 h 1028969"/>
              <a:gd name="csX7" fmla="*/ 1210 w 1728164"/>
              <a:gd name="csY7" fmla="*/ 1028970 h 1028969"/>
              <a:gd name="csX8" fmla="*/ 1383 w 1728164"/>
              <a:gd name="csY8" fmla="*/ 1028970 h 1028969"/>
              <a:gd name="csX9" fmla="*/ 1555 w 1728164"/>
              <a:gd name="csY9" fmla="*/ 1028970 h 1028969"/>
              <a:gd name="csX10" fmla="*/ 1729 w 1728164"/>
              <a:gd name="csY10" fmla="*/ 1028970 h 1028969"/>
              <a:gd name="csX11" fmla="*/ 1901 w 1728164"/>
              <a:gd name="csY11" fmla="*/ 1028970 h 1028969"/>
              <a:gd name="csX12" fmla="*/ 2074 w 1728164"/>
              <a:gd name="csY12" fmla="*/ 1028970 h 1028969"/>
              <a:gd name="csX13" fmla="*/ 2246 w 1728164"/>
              <a:gd name="csY13" fmla="*/ 1028970 h 1028969"/>
              <a:gd name="csX14" fmla="*/ 2420 w 1728164"/>
              <a:gd name="csY14" fmla="*/ 1028970 h 1028969"/>
              <a:gd name="csX15" fmla="*/ 2592 w 1728164"/>
              <a:gd name="csY15" fmla="*/ 1028970 h 1028969"/>
              <a:gd name="csX16" fmla="*/ 2765 w 1728164"/>
              <a:gd name="csY16" fmla="*/ 1028970 h 1028969"/>
              <a:gd name="csX17" fmla="*/ 2938 w 1728164"/>
              <a:gd name="csY17" fmla="*/ 1028970 h 1028969"/>
              <a:gd name="csX18" fmla="*/ 3111 w 1728164"/>
              <a:gd name="csY18" fmla="*/ 1028970 h 1028969"/>
              <a:gd name="csX19" fmla="*/ 3284 w 1728164"/>
              <a:gd name="csY19" fmla="*/ 1028970 h 1028969"/>
              <a:gd name="csX20" fmla="*/ 3456 w 1728164"/>
              <a:gd name="csY20" fmla="*/ 1028970 h 1028969"/>
              <a:gd name="csX21" fmla="*/ 3630 w 1728164"/>
              <a:gd name="csY21" fmla="*/ 1028970 h 1028969"/>
              <a:gd name="csX22" fmla="*/ 3802 w 1728164"/>
              <a:gd name="csY22" fmla="*/ 1028970 h 1028969"/>
              <a:gd name="csX23" fmla="*/ 3975 w 1728164"/>
              <a:gd name="csY23" fmla="*/ 1028970 h 1028969"/>
              <a:gd name="csX24" fmla="*/ 4148 w 1728164"/>
              <a:gd name="csY24" fmla="*/ 1028970 h 1028969"/>
              <a:gd name="csX25" fmla="*/ 4321 w 1728164"/>
              <a:gd name="csY25" fmla="*/ 1028970 h 1028969"/>
              <a:gd name="csX26" fmla="*/ 4494 w 1728164"/>
              <a:gd name="csY26" fmla="*/ 1028970 h 1028969"/>
              <a:gd name="csX27" fmla="*/ 4666 w 1728164"/>
              <a:gd name="csY27" fmla="*/ 1028970 h 1028969"/>
              <a:gd name="csX28" fmla="*/ 4839 w 1728164"/>
              <a:gd name="csY28" fmla="*/ 1028970 h 1028969"/>
              <a:gd name="csX29" fmla="*/ 5012 w 1728164"/>
              <a:gd name="csY29" fmla="*/ 1028970 h 1028969"/>
              <a:gd name="csX30" fmla="*/ 5185 w 1728164"/>
              <a:gd name="csY30" fmla="*/ 1028970 h 1028969"/>
              <a:gd name="csX31" fmla="*/ 5357 w 1728164"/>
              <a:gd name="csY31" fmla="*/ 1028970 h 1028969"/>
              <a:gd name="csX32" fmla="*/ 5531 w 1728164"/>
              <a:gd name="csY32" fmla="*/ 1028970 h 1028969"/>
              <a:gd name="csX33" fmla="*/ 5704 w 1728164"/>
              <a:gd name="csY33" fmla="*/ 1028970 h 1028969"/>
              <a:gd name="csX34" fmla="*/ 5876 w 1728164"/>
              <a:gd name="csY34" fmla="*/ 1028970 h 1028969"/>
              <a:gd name="csX35" fmla="*/ 6049 w 1728164"/>
              <a:gd name="csY35" fmla="*/ 1028970 h 1028969"/>
              <a:gd name="csX36" fmla="*/ 6222 w 1728164"/>
              <a:gd name="csY36" fmla="*/ 1028970 h 1028969"/>
              <a:gd name="csX37" fmla="*/ 6395 w 1728164"/>
              <a:gd name="csY37" fmla="*/ 1028970 h 1028969"/>
              <a:gd name="csX38" fmla="*/ 6567 w 1728164"/>
              <a:gd name="csY38" fmla="*/ 1028970 h 1028969"/>
              <a:gd name="csX39" fmla="*/ 6740 w 1728164"/>
              <a:gd name="csY39" fmla="*/ 1028970 h 1028969"/>
              <a:gd name="csX40" fmla="*/ 6913 w 1728164"/>
              <a:gd name="csY40" fmla="*/ 1028970 h 1028969"/>
              <a:gd name="csX41" fmla="*/ 7086 w 1728164"/>
              <a:gd name="csY41" fmla="*/ 1028970 h 1028969"/>
              <a:gd name="csX42" fmla="*/ 7259 w 1728164"/>
              <a:gd name="csY42" fmla="*/ 1028970 h 1028969"/>
              <a:gd name="csX43" fmla="*/ 7432 w 1728164"/>
              <a:gd name="csY43" fmla="*/ 1028970 h 1028969"/>
              <a:gd name="csX44" fmla="*/ 7605 w 1728164"/>
              <a:gd name="csY44" fmla="*/ 1028970 h 1028969"/>
              <a:gd name="csX45" fmla="*/ 7777 w 1728164"/>
              <a:gd name="csY45" fmla="*/ 1028970 h 1028969"/>
              <a:gd name="csX46" fmla="*/ 7950 w 1728164"/>
              <a:gd name="csY46" fmla="*/ 1028970 h 1028969"/>
              <a:gd name="csX47" fmla="*/ 8123 w 1728164"/>
              <a:gd name="csY47" fmla="*/ 1028970 h 1028969"/>
              <a:gd name="csX48" fmla="*/ 8296 w 1728164"/>
              <a:gd name="csY48" fmla="*/ 1028970 h 1028969"/>
              <a:gd name="csX49" fmla="*/ 8469 w 1728164"/>
              <a:gd name="csY49" fmla="*/ 1028970 h 1028969"/>
              <a:gd name="csX50" fmla="*/ 8641 w 1728164"/>
              <a:gd name="csY50" fmla="*/ 1028970 h 1028969"/>
              <a:gd name="csX51" fmla="*/ 8815 w 1728164"/>
              <a:gd name="csY51" fmla="*/ 1028970 h 1028969"/>
              <a:gd name="csX52" fmla="*/ 8987 w 1728164"/>
              <a:gd name="csY52" fmla="*/ 1028970 h 1028969"/>
              <a:gd name="csX53" fmla="*/ 9160 w 1728164"/>
              <a:gd name="csY53" fmla="*/ 1028970 h 1028969"/>
              <a:gd name="csX54" fmla="*/ 9333 w 1728164"/>
              <a:gd name="csY54" fmla="*/ 1028970 h 1028969"/>
              <a:gd name="csX55" fmla="*/ 9506 w 1728164"/>
              <a:gd name="csY55" fmla="*/ 1028970 h 1028969"/>
              <a:gd name="csX56" fmla="*/ 9678 w 1728164"/>
              <a:gd name="csY56" fmla="*/ 1028970 h 1028969"/>
              <a:gd name="csX57" fmla="*/ 9851 w 1728164"/>
              <a:gd name="csY57" fmla="*/ 1028970 h 1028969"/>
              <a:gd name="csX58" fmla="*/ 10025 w 1728164"/>
              <a:gd name="csY58" fmla="*/ 1028970 h 1028969"/>
              <a:gd name="csX59" fmla="*/ 10197 w 1728164"/>
              <a:gd name="csY59" fmla="*/ 1028970 h 1028969"/>
              <a:gd name="csX60" fmla="*/ 10370 w 1728164"/>
              <a:gd name="csY60" fmla="*/ 1028970 h 1028969"/>
              <a:gd name="csX61" fmla="*/ 10542 w 1728164"/>
              <a:gd name="csY61" fmla="*/ 1028970 h 1028969"/>
              <a:gd name="csX62" fmla="*/ 10716 w 1728164"/>
              <a:gd name="csY62" fmla="*/ 1028970 h 1028969"/>
              <a:gd name="csX63" fmla="*/ 10888 w 1728164"/>
              <a:gd name="csY63" fmla="*/ 1028970 h 1028969"/>
              <a:gd name="csX64" fmla="*/ 11061 w 1728164"/>
              <a:gd name="csY64" fmla="*/ 1028970 h 1028969"/>
              <a:gd name="csX65" fmla="*/ 11234 w 1728164"/>
              <a:gd name="csY65" fmla="*/ 1028970 h 1028969"/>
              <a:gd name="csX66" fmla="*/ 11407 w 1728164"/>
              <a:gd name="csY66" fmla="*/ 1028970 h 1028969"/>
              <a:gd name="csX67" fmla="*/ 11580 w 1728164"/>
              <a:gd name="csY67" fmla="*/ 1028970 h 1028969"/>
              <a:gd name="csX68" fmla="*/ 11752 w 1728164"/>
              <a:gd name="csY68" fmla="*/ 1028970 h 1028969"/>
              <a:gd name="csX69" fmla="*/ 11926 w 1728164"/>
              <a:gd name="csY69" fmla="*/ 1028970 h 1028969"/>
              <a:gd name="csX70" fmla="*/ 12098 w 1728164"/>
              <a:gd name="csY70" fmla="*/ 1028970 h 1028969"/>
              <a:gd name="csX71" fmla="*/ 12271 w 1728164"/>
              <a:gd name="csY71" fmla="*/ 1028970 h 1028969"/>
              <a:gd name="csX72" fmla="*/ 12443 w 1728164"/>
              <a:gd name="csY72" fmla="*/ 1028970 h 1028969"/>
              <a:gd name="csX73" fmla="*/ 12617 w 1728164"/>
              <a:gd name="csY73" fmla="*/ 1028970 h 1028969"/>
              <a:gd name="csX74" fmla="*/ 12790 w 1728164"/>
              <a:gd name="csY74" fmla="*/ 1028970 h 1028969"/>
              <a:gd name="csX75" fmla="*/ 12962 w 1728164"/>
              <a:gd name="csY75" fmla="*/ 1028970 h 1028969"/>
              <a:gd name="csX76" fmla="*/ 13136 w 1728164"/>
              <a:gd name="csY76" fmla="*/ 1028970 h 1028969"/>
              <a:gd name="csX77" fmla="*/ 13308 w 1728164"/>
              <a:gd name="csY77" fmla="*/ 1028970 h 1028969"/>
              <a:gd name="csX78" fmla="*/ 13481 w 1728164"/>
              <a:gd name="csY78" fmla="*/ 1028970 h 1028969"/>
              <a:gd name="csX79" fmla="*/ 13653 w 1728164"/>
              <a:gd name="csY79" fmla="*/ 1028970 h 1028969"/>
              <a:gd name="csX80" fmla="*/ 13827 w 1728164"/>
              <a:gd name="csY80" fmla="*/ 1028970 h 1028969"/>
              <a:gd name="csX81" fmla="*/ 13999 w 1728164"/>
              <a:gd name="csY81" fmla="*/ 1028970 h 1028969"/>
              <a:gd name="csX82" fmla="*/ 14172 w 1728164"/>
              <a:gd name="csY82" fmla="*/ 1028970 h 1028969"/>
              <a:gd name="csX83" fmla="*/ 14345 w 1728164"/>
              <a:gd name="csY83" fmla="*/ 1028970 h 1028969"/>
              <a:gd name="csX84" fmla="*/ 14518 w 1728164"/>
              <a:gd name="csY84" fmla="*/ 1028970 h 1028969"/>
              <a:gd name="csX85" fmla="*/ 14691 w 1728164"/>
              <a:gd name="csY85" fmla="*/ 1028970 h 1028969"/>
              <a:gd name="csX86" fmla="*/ 14863 w 1728164"/>
              <a:gd name="csY86" fmla="*/ 1028970 h 1028969"/>
              <a:gd name="csX87" fmla="*/ 15037 w 1728164"/>
              <a:gd name="csY87" fmla="*/ 1028970 h 1028969"/>
              <a:gd name="csX88" fmla="*/ 15209 w 1728164"/>
              <a:gd name="csY88" fmla="*/ 1028970 h 1028969"/>
              <a:gd name="csX89" fmla="*/ 15382 w 1728164"/>
              <a:gd name="csY89" fmla="*/ 1028970 h 1028969"/>
              <a:gd name="csX90" fmla="*/ 15555 w 1728164"/>
              <a:gd name="csY90" fmla="*/ 1028970 h 1028969"/>
              <a:gd name="csX91" fmla="*/ 15728 w 1728164"/>
              <a:gd name="csY91" fmla="*/ 1028970 h 1028969"/>
              <a:gd name="csX92" fmla="*/ 15901 w 1728164"/>
              <a:gd name="csY92" fmla="*/ 1028970 h 1028969"/>
              <a:gd name="csX93" fmla="*/ 16073 w 1728164"/>
              <a:gd name="csY93" fmla="*/ 1028970 h 1028969"/>
              <a:gd name="csX94" fmla="*/ 16246 w 1728164"/>
              <a:gd name="csY94" fmla="*/ 1028970 h 1028969"/>
              <a:gd name="csX95" fmla="*/ 16419 w 1728164"/>
              <a:gd name="csY95" fmla="*/ 1028970 h 1028969"/>
              <a:gd name="csX96" fmla="*/ 16592 w 1728164"/>
              <a:gd name="csY96" fmla="*/ 1028970 h 1028969"/>
              <a:gd name="csX97" fmla="*/ 16764 w 1728164"/>
              <a:gd name="csY97" fmla="*/ 1028970 h 1028969"/>
              <a:gd name="csX98" fmla="*/ 16938 w 1728164"/>
              <a:gd name="csY98" fmla="*/ 1028970 h 1028969"/>
              <a:gd name="csX99" fmla="*/ 17111 w 1728164"/>
              <a:gd name="csY99" fmla="*/ 1028970 h 1028969"/>
              <a:gd name="csX100" fmla="*/ 17283 w 1728164"/>
              <a:gd name="csY100" fmla="*/ 1028970 h 1028969"/>
              <a:gd name="csX101" fmla="*/ 17456 w 1728164"/>
              <a:gd name="csY101" fmla="*/ 1028970 h 1028969"/>
              <a:gd name="csX102" fmla="*/ 17629 w 1728164"/>
              <a:gd name="csY102" fmla="*/ 1028970 h 1028969"/>
              <a:gd name="csX103" fmla="*/ 17802 w 1728164"/>
              <a:gd name="csY103" fmla="*/ 1028970 h 1028969"/>
              <a:gd name="csX104" fmla="*/ 17974 w 1728164"/>
              <a:gd name="csY104" fmla="*/ 1028970 h 1028969"/>
              <a:gd name="csX105" fmla="*/ 18147 w 1728164"/>
              <a:gd name="csY105" fmla="*/ 1028970 h 1028969"/>
              <a:gd name="csX106" fmla="*/ 18320 w 1728164"/>
              <a:gd name="csY106" fmla="*/ 1028970 h 1028969"/>
              <a:gd name="csX107" fmla="*/ 18493 w 1728164"/>
              <a:gd name="csY107" fmla="*/ 1028970 h 1028969"/>
              <a:gd name="csX108" fmla="*/ 18666 w 1728164"/>
              <a:gd name="csY108" fmla="*/ 1028970 h 1028969"/>
              <a:gd name="csX109" fmla="*/ 18839 w 1728164"/>
              <a:gd name="csY109" fmla="*/ 1028970 h 1028969"/>
              <a:gd name="csX110" fmla="*/ 19012 w 1728164"/>
              <a:gd name="csY110" fmla="*/ 1028970 h 1028969"/>
              <a:gd name="csX111" fmla="*/ 19184 w 1728164"/>
              <a:gd name="csY111" fmla="*/ 1028970 h 1028969"/>
              <a:gd name="csX112" fmla="*/ 19357 w 1728164"/>
              <a:gd name="csY112" fmla="*/ 1028970 h 1028969"/>
              <a:gd name="csX113" fmla="*/ 19530 w 1728164"/>
              <a:gd name="csY113" fmla="*/ 1028970 h 1028969"/>
              <a:gd name="csX114" fmla="*/ 19703 w 1728164"/>
              <a:gd name="csY114" fmla="*/ 1028970 h 1028969"/>
              <a:gd name="csX115" fmla="*/ 19876 w 1728164"/>
              <a:gd name="csY115" fmla="*/ 1028970 h 1028969"/>
              <a:gd name="csX116" fmla="*/ 20048 w 1728164"/>
              <a:gd name="csY116" fmla="*/ 1028970 h 1028969"/>
              <a:gd name="csX117" fmla="*/ 20222 w 1728164"/>
              <a:gd name="csY117" fmla="*/ 1028970 h 1028969"/>
              <a:gd name="csX118" fmla="*/ 20394 w 1728164"/>
              <a:gd name="csY118" fmla="*/ 1028970 h 1028969"/>
              <a:gd name="csX119" fmla="*/ 20567 w 1728164"/>
              <a:gd name="csY119" fmla="*/ 1028970 h 1028969"/>
              <a:gd name="csX120" fmla="*/ 20740 w 1728164"/>
              <a:gd name="csY120" fmla="*/ 1028970 h 1028969"/>
              <a:gd name="csX121" fmla="*/ 20913 w 1728164"/>
              <a:gd name="csY121" fmla="*/ 1028970 h 1028969"/>
              <a:gd name="csX122" fmla="*/ 21085 w 1728164"/>
              <a:gd name="csY122" fmla="*/ 1028970 h 1028969"/>
              <a:gd name="csX123" fmla="*/ 21258 w 1728164"/>
              <a:gd name="csY123" fmla="*/ 1028970 h 1028969"/>
              <a:gd name="csX124" fmla="*/ 21432 w 1728164"/>
              <a:gd name="csY124" fmla="*/ 1028970 h 1028969"/>
              <a:gd name="csX125" fmla="*/ 21604 w 1728164"/>
              <a:gd name="csY125" fmla="*/ 1028970 h 1028969"/>
              <a:gd name="csX126" fmla="*/ 21777 w 1728164"/>
              <a:gd name="csY126" fmla="*/ 1028970 h 1028969"/>
              <a:gd name="csX127" fmla="*/ 21949 w 1728164"/>
              <a:gd name="csY127" fmla="*/ 1028970 h 1028969"/>
              <a:gd name="csX128" fmla="*/ 22123 w 1728164"/>
              <a:gd name="csY128" fmla="*/ 1028970 h 1028969"/>
              <a:gd name="csX129" fmla="*/ 22295 w 1728164"/>
              <a:gd name="csY129" fmla="*/ 1028970 h 1028969"/>
              <a:gd name="csX130" fmla="*/ 22468 w 1728164"/>
              <a:gd name="csY130" fmla="*/ 1028970 h 1028969"/>
              <a:gd name="csX131" fmla="*/ 22641 w 1728164"/>
              <a:gd name="csY131" fmla="*/ 1028970 h 1028969"/>
              <a:gd name="csX132" fmla="*/ 22814 w 1728164"/>
              <a:gd name="csY132" fmla="*/ 1028970 h 1028969"/>
              <a:gd name="csX133" fmla="*/ 22987 w 1728164"/>
              <a:gd name="csY133" fmla="*/ 1028970 h 1028969"/>
              <a:gd name="csX134" fmla="*/ 23159 w 1728164"/>
              <a:gd name="csY134" fmla="*/ 1028970 h 1028969"/>
              <a:gd name="csX135" fmla="*/ 23333 w 1728164"/>
              <a:gd name="csY135" fmla="*/ 1028970 h 1028969"/>
              <a:gd name="csX136" fmla="*/ 23505 w 1728164"/>
              <a:gd name="csY136" fmla="*/ 1028970 h 1028969"/>
              <a:gd name="csX137" fmla="*/ 23678 w 1728164"/>
              <a:gd name="csY137" fmla="*/ 1028970 h 1028969"/>
              <a:gd name="csX138" fmla="*/ 23851 w 1728164"/>
              <a:gd name="csY138" fmla="*/ 1028970 h 1028969"/>
              <a:gd name="csX139" fmla="*/ 24024 w 1728164"/>
              <a:gd name="csY139" fmla="*/ 1028970 h 1028969"/>
              <a:gd name="csX140" fmla="*/ 24197 w 1728164"/>
              <a:gd name="csY140" fmla="*/ 1028970 h 1028969"/>
              <a:gd name="csX141" fmla="*/ 24369 w 1728164"/>
              <a:gd name="csY141" fmla="*/ 1028970 h 1028969"/>
              <a:gd name="csX142" fmla="*/ 24543 w 1728164"/>
              <a:gd name="csY142" fmla="*/ 1028970 h 1028969"/>
              <a:gd name="csX143" fmla="*/ 24715 w 1728164"/>
              <a:gd name="csY143" fmla="*/ 1028970 h 1028969"/>
              <a:gd name="csX144" fmla="*/ 24888 w 1728164"/>
              <a:gd name="csY144" fmla="*/ 1028970 h 1028969"/>
              <a:gd name="csX145" fmla="*/ 25060 w 1728164"/>
              <a:gd name="csY145" fmla="*/ 1028970 h 1028969"/>
              <a:gd name="csX146" fmla="*/ 25234 w 1728164"/>
              <a:gd name="csY146" fmla="*/ 1028970 h 1028969"/>
              <a:gd name="csX147" fmla="*/ 25406 w 1728164"/>
              <a:gd name="csY147" fmla="*/ 1028970 h 1028969"/>
              <a:gd name="csX148" fmla="*/ 25579 w 1728164"/>
              <a:gd name="csY148" fmla="*/ 1028970 h 1028969"/>
              <a:gd name="csX149" fmla="*/ 25752 w 1728164"/>
              <a:gd name="csY149" fmla="*/ 1028970 h 1028969"/>
              <a:gd name="csX150" fmla="*/ 25925 w 1728164"/>
              <a:gd name="csY150" fmla="*/ 1028970 h 1028969"/>
              <a:gd name="csX151" fmla="*/ 26098 w 1728164"/>
              <a:gd name="csY151" fmla="*/ 1028970 h 1028969"/>
              <a:gd name="csX152" fmla="*/ 26270 w 1728164"/>
              <a:gd name="csY152" fmla="*/ 1028970 h 1028969"/>
              <a:gd name="csX153" fmla="*/ 26444 w 1728164"/>
              <a:gd name="csY153" fmla="*/ 1028970 h 1028969"/>
              <a:gd name="csX154" fmla="*/ 26616 w 1728164"/>
              <a:gd name="csY154" fmla="*/ 1028970 h 1028969"/>
              <a:gd name="csX155" fmla="*/ 26789 w 1728164"/>
              <a:gd name="csY155" fmla="*/ 1028970 h 1028969"/>
              <a:gd name="csX156" fmla="*/ 26962 w 1728164"/>
              <a:gd name="csY156" fmla="*/ 1028970 h 1028969"/>
              <a:gd name="csX157" fmla="*/ 27135 w 1728164"/>
              <a:gd name="csY157" fmla="*/ 1028970 h 1028969"/>
              <a:gd name="csX158" fmla="*/ 27308 w 1728164"/>
              <a:gd name="csY158" fmla="*/ 1028970 h 1028969"/>
              <a:gd name="csX159" fmla="*/ 27480 w 1728164"/>
              <a:gd name="csY159" fmla="*/ 1028970 h 1028969"/>
              <a:gd name="csX160" fmla="*/ 27653 w 1728164"/>
              <a:gd name="csY160" fmla="*/ 1028970 h 1028969"/>
              <a:gd name="csX161" fmla="*/ 27826 w 1728164"/>
              <a:gd name="csY161" fmla="*/ 1028970 h 1028969"/>
              <a:gd name="csX162" fmla="*/ 27999 w 1728164"/>
              <a:gd name="csY162" fmla="*/ 1028970 h 1028969"/>
              <a:gd name="csX163" fmla="*/ 28172 w 1728164"/>
              <a:gd name="csY163" fmla="*/ 1028970 h 1028969"/>
              <a:gd name="csX164" fmla="*/ 28345 w 1728164"/>
              <a:gd name="csY164" fmla="*/ 1028970 h 1028969"/>
              <a:gd name="csX165" fmla="*/ 28518 w 1728164"/>
              <a:gd name="csY165" fmla="*/ 1028970 h 1028969"/>
              <a:gd name="csX166" fmla="*/ 28690 w 1728164"/>
              <a:gd name="csY166" fmla="*/ 1028970 h 1028969"/>
              <a:gd name="csX167" fmla="*/ 28863 w 1728164"/>
              <a:gd name="csY167" fmla="*/ 1028970 h 1028969"/>
              <a:gd name="csX168" fmla="*/ 29036 w 1728164"/>
              <a:gd name="csY168" fmla="*/ 1028970 h 1028969"/>
              <a:gd name="csX169" fmla="*/ 29209 w 1728164"/>
              <a:gd name="csY169" fmla="*/ 1028970 h 1028969"/>
              <a:gd name="csX170" fmla="*/ 29381 w 1728164"/>
              <a:gd name="csY170" fmla="*/ 1028970 h 1028969"/>
              <a:gd name="csX171" fmla="*/ 29554 w 1728164"/>
              <a:gd name="csY171" fmla="*/ 1028970 h 1028969"/>
              <a:gd name="csX172" fmla="*/ 29727 w 1728164"/>
              <a:gd name="csY172" fmla="*/ 1028970 h 1028969"/>
              <a:gd name="csX173" fmla="*/ 29900 w 1728164"/>
              <a:gd name="csY173" fmla="*/ 1028970 h 1028969"/>
              <a:gd name="csX174" fmla="*/ 30073 w 1728164"/>
              <a:gd name="csY174" fmla="*/ 1028970 h 1028969"/>
              <a:gd name="csX175" fmla="*/ 30246 w 1728164"/>
              <a:gd name="csY175" fmla="*/ 1028970 h 1028969"/>
              <a:gd name="csX176" fmla="*/ 30419 w 1728164"/>
              <a:gd name="csY176" fmla="*/ 1028970 h 1028969"/>
              <a:gd name="csX177" fmla="*/ 30591 w 1728164"/>
              <a:gd name="csY177" fmla="*/ 1028970 h 1028969"/>
              <a:gd name="csX178" fmla="*/ 30764 w 1728164"/>
              <a:gd name="csY178" fmla="*/ 1028970 h 1028969"/>
              <a:gd name="csX179" fmla="*/ 30937 w 1728164"/>
              <a:gd name="csY179" fmla="*/ 1028970 h 1028969"/>
              <a:gd name="csX180" fmla="*/ 31110 w 1728164"/>
              <a:gd name="csY180" fmla="*/ 1028970 h 1028969"/>
              <a:gd name="csX181" fmla="*/ 31283 w 1728164"/>
              <a:gd name="csY181" fmla="*/ 1028970 h 1028969"/>
              <a:gd name="csX182" fmla="*/ 31455 w 1728164"/>
              <a:gd name="csY182" fmla="*/ 1028970 h 1028969"/>
              <a:gd name="csX183" fmla="*/ 31629 w 1728164"/>
              <a:gd name="csY183" fmla="*/ 1028970 h 1028969"/>
              <a:gd name="csX184" fmla="*/ 31801 w 1728164"/>
              <a:gd name="csY184" fmla="*/ 1028970 h 1028969"/>
              <a:gd name="csX185" fmla="*/ 31974 w 1728164"/>
              <a:gd name="csY185" fmla="*/ 1028970 h 1028969"/>
              <a:gd name="csX186" fmla="*/ 32147 w 1728164"/>
              <a:gd name="csY186" fmla="*/ 1028970 h 1028969"/>
              <a:gd name="csX187" fmla="*/ 32320 w 1728164"/>
              <a:gd name="csY187" fmla="*/ 1028970 h 1028969"/>
              <a:gd name="csX188" fmla="*/ 32493 w 1728164"/>
              <a:gd name="csY188" fmla="*/ 1028970 h 1028969"/>
              <a:gd name="csX189" fmla="*/ 32665 w 1728164"/>
              <a:gd name="csY189" fmla="*/ 1028970 h 1028969"/>
              <a:gd name="csX190" fmla="*/ 32839 w 1728164"/>
              <a:gd name="csY190" fmla="*/ 1028970 h 1028969"/>
              <a:gd name="csX191" fmla="*/ 33011 w 1728164"/>
              <a:gd name="csY191" fmla="*/ 1028970 h 1028969"/>
              <a:gd name="csX192" fmla="*/ 33184 w 1728164"/>
              <a:gd name="csY192" fmla="*/ 1028970 h 1028969"/>
              <a:gd name="csX193" fmla="*/ 33356 w 1728164"/>
              <a:gd name="csY193" fmla="*/ 1028970 h 1028969"/>
              <a:gd name="csX194" fmla="*/ 33530 w 1728164"/>
              <a:gd name="csY194" fmla="*/ 1028970 h 1028969"/>
              <a:gd name="csX195" fmla="*/ 33702 w 1728164"/>
              <a:gd name="csY195" fmla="*/ 1028970 h 1028969"/>
              <a:gd name="csX196" fmla="*/ 33875 w 1728164"/>
              <a:gd name="csY196" fmla="*/ 1028970 h 1028969"/>
              <a:gd name="csX197" fmla="*/ 34048 w 1728164"/>
              <a:gd name="csY197" fmla="*/ 1028970 h 1028969"/>
              <a:gd name="csX198" fmla="*/ 34221 w 1728164"/>
              <a:gd name="csY198" fmla="*/ 1028970 h 1028969"/>
              <a:gd name="csX199" fmla="*/ 34394 w 1728164"/>
              <a:gd name="csY199" fmla="*/ 1028970 h 1028969"/>
              <a:gd name="csX200" fmla="*/ 34566 w 1728164"/>
              <a:gd name="csY200" fmla="*/ 1028970 h 1028969"/>
              <a:gd name="csX201" fmla="*/ 34740 w 1728164"/>
              <a:gd name="csY201" fmla="*/ 1028970 h 1028969"/>
              <a:gd name="csX202" fmla="*/ 34912 w 1728164"/>
              <a:gd name="csY202" fmla="*/ 1028970 h 1028969"/>
              <a:gd name="csX203" fmla="*/ 35085 w 1728164"/>
              <a:gd name="csY203" fmla="*/ 1028970 h 1028969"/>
              <a:gd name="csX204" fmla="*/ 35258 w 1728164"/>
              <a:gd name="csY204" fmla="*/ 1028970 h 1028969"/>
              <a:gd name="csX205" fmla="*/ 35431 w 1728164"/>
              <a:gd name="csY205" fmla="*/ 1028970 h 1028969"/>
              <a:gd name="csX206" fmla="*/ 35604 w 1728164"/>
              <a:gd name="csY206" fmla="*/ 1028970 h 1028969"/>
              <a:gd name="csX207" fmla="*/ 35776 w 1728164"/>
              <a:gd name="csY207" fmla="*/ 1028970 h 1028969"/>
              <a:gd name="csX208" fmla="*/ 35950 w 1728164"/>
              <a:gd name="csY208" fmla="*/ 1028970 h 1028969"/>
              <a:gd name="csX209" fmla="*/ 36122 w 1728164"/>
              <a:gd name="csY209" fmla="*/ 1028970 h 1028969"/>
              <a:gd name="csX210" fmla="*/ 36295 w 1728164"/>
              <a:gd name="csY210" fmla="*/ 1028970 h 1028969"/>
              <a:gd name="csX211" fmla="*/ 36467 w 1728164"/>
              <a:gd name="csY211" fmla="*/ 1028970 h 1028969"/>
              <a:gd name="csX212" fmla="*/ 36641 w 1728164"/>
              <a:gd name="csY212" fmla="*/ 1028970 h 1028969"/>
              <a:gd name="csX213" fmla="*/ 36814 w 1728164"/>
              <a:gd name="csY213" fmla="*/ 1028970 h 1028969"/>
              <a:gd name="csX214" fmla="*/ 36986 w 1728164"/>
              <a:gd name="csY214" fmla="*/ 1028970 h 1028969"/>
              <a:gd name="csX215" fmla="*/ 37159 w 1728164"/>
              <a:gd name="csY215" fmla="*/ 1028970 h 1028969"/>
              <a:gd name="csX216" fmla="*/ 37332 w 1728164"/>
              <a:gd name="csY216" fmla="*/ 1028970 h 1028969"/>
              <a:gd name="csX217" fmla="*/ 37505 w 1728164"/>
              <a:gd name="csY217" fmla="*/ 1028970 h 1028969"/>
              <a:gd name="csX218" fmla="*/ 37677 w 1728164"/>
              <a:gd name="csY218" fmla="*/ 1028970 h 1028969"/>
              <a:gd name="csX219" fmla="*/ 37851 w 1728164"/>
              <a:gd name="csY219" fmla="*/ 1028970 h 1028969"/>
              <a:gd name="csX220" fmla="*/ 38023 w 1728164"/>
              <a:gd name="csY220" fmla="*/ 1028970 h 1028969"/>
              <a:gd name="csX221" fmla="*/ 38196 w 1728164"/>
              <a:gd name="csY221" fmla="*/ 1028970 h 1028969"/>
              <a:gd name="csX222" fmla="*/ 38369 w 1728164"/>
              <a:gd name="csY222" fmla="*/ 1028970 h 1028969"/>
              <a:gd name="csX223" fmla="*/ 38542 w 1728164"/>
              <a:gd name="csY223" fmla="*/ 1028970 h 1028969"/>
              <a:gd name="csX224" fmla="*/ 38715 w 1728164"/>
              <a:gd name="csY224" fmla="*/ 1028970 h 1028969"/>
              <a:gd name="csX225" fmla="*/ 38887 w 1728164"/>
              <a:gd name="csY225" fmla="*/ 1028970 h 1028969"/>
              <a:gd name="csX226" fmla="*/ 39060 w 1728164"/>
              <a:gd name="csY226" fmla="*/ 1028970 h 1028969"/>
              <a:gd name="csX227" fmla="*/ 39233 w 1728164"/>
              <a:gd name="csY227" fmla="*/ 1028970 h 1028969"/>
              <a:gd name="csX228" fmla="*/ 39406 w 1728164"/>
              <a:gd name="csY228" fmla="*/ 1028970 h 1028969"/>
              <a:gd name="csX229" fmla="*/ 39579 w 1728164"/>
              <a:gd name="csY229" fmla="*/ 1028970 h 1028969"/>
              <a:gd name="csX230" fmla="*/ 39752 w 1728164"/>
              <a:gd name="csY230" fmla="*/ 1028970 h 1028969"/>
              <a:gd name="csX231" fmla="*/ 39925 w 1728164"/>
              <a:gd name="csY231" fmla="*/ 1028970 h 1028969"/>
              <a:gd name="csX232" fmla="*/ 40097 w 1728164"/>
              <a:gd name="csY232" fmla="*/ 1028970 h 1028969"/>
              <a:gd name="csX233" fmla="*/ 40270 w 1728164"/>
              <a:gd name="csY233" fmla="*/ 1028970 h 1028969"/>
              <a:gd name="csX234" fmla="*/ 40443 w 1728164"/>
              <a:gd name="csY234" fmla="*/ 1028970 h 1028969"/>
              <a:gd name="csX235" fmla="*/ 40616 w 1728164"/>
              <a:gd name="csY235" fmla="*/ 1028970 h 1028969"/>
              <a:gd name="csX236" fmla="*/ 40788 w 1728164"/>
              <a:gd name="csY236" fmla="*/ 1028970 h 1028969"/>
              <a:gd name="csX237" fmla="*/ 40961 w 1728164"/>
              <a:gd name="csY237" fmla="*/ 1028970 h 1028969"/>
              <a:gd name="csX238" fmla="*/ 41135 w 1728164"/>
              <a:gd name="csY238" fmla="*/ 1028970 h 1028969"/>
              <a:gd name="csX239" fmla="*/ 41307 w 1728164"/>
              <a:gd name="csY239" fmla="*/ 1028970 h 1028969"/>
              <a:gd name="csX240" fmla="*/ 41480 w 1728164"/>
              <a:gd name="csY240" fmla="*/ 1028970 h 1028969"/>
              <a:gd name="csX241" fmla="*/ 41653 w 1728164"/>
              <a:gd name="csY241" fmla="*/ 1028970 h 1028969"/>
              <a:gd name="csX242" fmla="*/ 41826 w 1728164"/>
              <a:gd name="csY242" fmla="*/ 1028970 h 1028969"/>
              <a:gd name="csX243" fmla="*/ 41998 w 1728164"/>
              <a:gd name="csY243" fmla="*/ 1028970 h 1028969"/>
              <a:gd name="csX244" fmla="*/ 42171 w 1728164"/>
              <a:gd name="csY244" fmla="*/ 1028970 h 1028969"/>
              <a:gd name="csX245" fmla="*/ 42344 w 1728164"/>
              <a:gd name="csY245" fmla="*/ 1028970 h 1028969"/>
              <a:gd name="csX246" fmla="*/ 42517 w 1728164"/>
              <a:gd name="csY246" fmla="*/ 1028970 h 1028969"/>
              <a:gd name="csX247" fmla="*/ 42690 w 1728164"/>
              <a:gd name="csY247" fmla="*/ 1028970 h 1028969"/>
              <a:gd name="csX248" fmla="*/ 42862 w 1728164"/>
              <a:gd name="csY248" fmla="*/ 1028970 h 1028969"/>
              <a:gd name="csX249" fmla="*/ 43036 w 1728164"/>
              <a:gd name="csY249" fmla="*/ 1028970 h 1028969"/>
              <a:gd name="csX250" fmla="*/ 43208 w 1728164"/>
              <a:gd name="csY250" fmla="*/ 1028970 h 1028969"/>
              <a:gd name="csX251" fmla="*/ 43381 w 1728164"/>
              <a:gd name="csY251" fmla="*/ 1028970 h 1028969"/>
              <a:gd name="csX252" fmla="*/ 43554 w 1728164"/>
              <a:gd name="csY252" fmla="*/ 1028970 h 1028969"/>
              <a:gd name="csX253" fmla="*/ 43727 w 1728164"/>
              <a:gd name="csY253" fmla="*/ 1028970 h 1028969"/>
              <a:gd name="csX254" fmla="*/ 43900 w 1728164"/>
              <a:gd name="csY254" fmla="*/ 1028970 h 1028969"/>
              <a:gd name="csX255" fmla="*/ 44072 w 1728164"/>
              <a:gd name="csY255" fmla="*/ 1028970 h 1028969"/>
              <a:gd name="csX256" fmla="*/ 44246 w 1728164"/>
              <a:gd name="csY256" fmla="*/ 1028970 h 1028969"/>
              <a:gd name="csX257" fmla="*/ 44418 w 1728164"/>
              <a:gd name="csY257" fmla="*/ 1028970 h 1028969"/>
              <a:gd name="csX258" fmla="*/ 44591 w 1728164"/>
              <a:gd name="csY258" fmla="*/ 1028970 h 1028969"/>
              <a:gd name="csX259" fmla="*/ 44763 w 1728164"/>
              <a:gd name="csY259" fmla="*/ 1028970 h 1028969"/>
              <a:gd name="csX260" fmla="*/ 44937 w 1728164"/>
              <a:gd name="csY260" fmla="*/ 1028970 h 1028969"/>
              <a:gd name="csX261" fmla="*/ 45109 w 1728164"/>
              <a:gd name="csY261" fmla="*/ 1028970 h 1028969"/>
              <a:gd name="csX262" fmla="*/ 45282 w 1728164"/>
              <a:gd name="csY262" fmla="*/ 1028970 h 1028969"/>
              <a:gd name="csX263" fmla="*/ 45456 w 1728164"/>
              <a:gd name="csY263" fmla="*/ 1028970 h 1028969"/>
              <a:gd name="csX264" fmla="*/ 45628 w 1728164"/>
              <a:gd name="csY264" fmla="*/ 1028970 h 1028969"/>
              <a:gd name="csX265" fmla="*/ 45801 w 1728164"/>
              <a:gd name="csY265" fmla="*/ 1028970 h 1028969"/>
              <a:gd name="csX266" fmla="*/ 45973 w 1728164"/>
              <a:gd name="csY266" fmla="*/ 1028970 h 1028969"/>
              <a:gd name="csX267" fmla="*/ 46147 w 1728164"/>
              <a:gd name="csY267" fmla="*/ 1028970 h 1028969"/>
              <a:gd name="csX268" fmla="*/ 46319 w 1728164"/>
              <a:gd name="csY268" fmla="*/ 1028970 h 1028969"/>
              <a:gd name="csX269" fmla="*/ 46492 w 1728164"/>
              <a:gd name="csY269" fmla="*/ 1028970 h 1028969"/>
              <a:gd name="csX270" fmla="*/ 46665 w 1728164"/>
              <a:gd name="csY270" fmla="*/ 1028970 h 1028969"/>
              <a:gd name="csX271" fmla="*/ 46838 w 1728164"/>
              <a:gd name="csY271" fmla="*/ 1028970 h 1028969"/>
              <a:gd name="csX272" fmla="*/ 47011 w 1728164"/>
              <a:gd name="csY272" fmla="*/ 1028970 h 1028969"/>
              <a:gd name="csX273" fmla="*/ 47183 w 1728164"/>
              <a:gd name="csY273" fmla="*/ 1028970 h 1028969"/>
              <a:gd name="csX274" fmla="*/ 47357 w 1728164"/>
              <a:gd name="csY274" fmla="*/ 1028970 h 1028969"/>
              <a:gd name="csX275" fmla="*/ 47529 w 1728164"/>
              <a:gd name="csY275" fmla="*/ 1028970 h 1028969"/>
              <a:gd name="csX276" fmla="*/ 47702 w 1728164"/>
              <a:gd name="csY276" fmla="*/ 1028970 h 1028969"/>
              <a:gd name="csX277" fmla="*/ 47874 w 1728164"/>
              <a:gd name="csY277" fmla="*/ 1028970 h 1028969"/>
              <a:gd name="csX278" fmla="*/ 48048 w 1728164"/>
              <a:gd name="csY278" fmla="*/ 1028970 h 1028969"/>
              <a:gd name="csX279" fmla="*/ 48221 w 1728164"/>
              <a:gd name="csY279" fmla="*/ 1028970 h 1028969"/>
              <a:gd name="csX280" fmla="*/ 48393 w 1728164"/>
              <a:gd name="csY280" fmla="*/ 1028970 h 1028969"/>
              <a:gd name="csX281" fmla="*/ 48566 w 1728164"/>
              <a:gd name="csY281" fmla="*/ 1028970 h 1028969"/>
              <a:gd name="csX282" fmla="*/ 48739 w 1728164"/>
              <a:gd name="csY282" fmla="*/ 1028970 h 1028969"/>
              <a:gd name="csX283" fmla="*/ 48912 w 1728164"/>
              <a:gd name="csY283" fmla="*/ 1028970 h 1028969"/>
              <a:gd name="csX284" fmla="*/ 49084 w 1728164"/>
              <a:gd name="csY284" fmla="*/ 1028970 h 1028969"/>
              <a:gd name="csX285" fmla="*/ 49258 w 1728164"/>
              <a:gd name="csY285" fmla="*/ 1028970 h 1028969"/>
              <a:gd name="csX286" fmla="*/ 49430 w 1728164"/>
              <a:gd name="csY286" fmla="*/ 1028970 h 1028969"/>
              <a:gd name="csX287" fmla="*/ 49603 w 1728164"/>
              <a:gd name="csY287" fmla="*/ 1028970 h 1028969"/>
              <a:gd name="csX288" fmla="*/ 49776 w 1728164"/>
              <a:gd name="csY288" fmla="*/ 1028970 h 1028969"/>
              <a:gd name="csX289" fmla="*/ 49949 w 1728164"/>
              <a:gd name="csY289" fmla="*/ 1028970 h 1028969"/>
              <a:gd name="csX290" fmla="*/ 50122 w 1728164"/>
              <a:gd name="csY290" fmla="*/ 1028970 h 1028969"/>
              <a:gd name="csX291" fmla="*/ 50294 w 1728164"/>
              <a:gd name="csY291" fmla="*/ 1028970 h 1028969"/>
              <a:gd name="csX292" fmla="*/ 50467 w 1728164"/>
              <a:gd name="csY292" fmla="*/ 1028970 h 1028969"/>
              <a:gd name="csX293" fmla="*/ 50640 w 1728164"/>
              <a:gd name="csY293" fmla="*/ 1028970 h 1028969"/>
              <a:gd name="csX294" fmla="*/ 50813 w 1728164"/>
              <a:gd name="csY294" fmla="*/ 1028970 h 1028969"/>
              <a:gd name="csX295" fmla="*/ 50986 w 1728164"/>
              <a:gd name="csY295" fmla="*/ 1028970 h 1028969"/>
              <a:gd name="csX296" fmla="*/ 51159 w 1728164"/>
              <a:gd name="csY296" fmla="*/ 1028970 h 1028969"/>
              <a:gd name="csX297" fmla="*/ 51332 w 1728164"/>
              <a:gd name="csY297" fmla="*/ 1028970 h 1028969"/>
              <a:gd name="csX298" fmla="*/ 51504 w 1728164"/>
              <a:gd name="csY298" fmla="*/ 1028970 h 1028969"/>
              <a:gd name="csX299" fmla="*/ 51677 w 1728164"/>
              <a:gd name="csY299" fmla="*/ 1028970 h 1028969"/>
              <a:gd name="csX300" fmla="*/ 51850 w 1728164"/>
              <a:gd name="csY300" fmla="*/ 1028970 h 1028969"/>
              <a:gd name="csX301" fmla="*/ 52023 w 1728164"/>
              <a:gd name="csY301" fmla="*/ 1028970 h 1028969"/>
              <a:gd name="csX302" fmla="*/ 52195 w 1728164"/>
              <a:gd name="csY302" fmla="*/ 1028970 h 1028969"/>
              <a:gd name="csX303" fmla="*/ 52368 w 1728164"/>
              <a:gd name="csY303" fmla="*/ 1028970 h 1028969"/>
              <a:gd name="csX304" fmla="*/ 52542 w 1728164"/>
              <a:gd name="csY304" fmla="*/ 1028970 h 1028969"/>
              <a:gd name="csX305" fmla="*/ 52714 w 1728164"/>
              <a:gd name="csY305" fmla="*/ 1028970 h 1028969"/>
              <a:gd name="csX306" fmla="*/ 52887 w 1728164"/>
              <a:gd name="csY306" fmla="*/ 1028970 h 1028969"/>
              <a:gd name="csX307" fmla="*/ 53060 w 1728164"/>
              <a:gd name="csY307" fmla="*/ 1028970 h 1028969"/>
              <a:gd name="csX308" fmla="*/ 53233 w 1728164"/>
              <a:gd name="csY308" fmla="*/ 1028970 h 1028969"/>
              <a:gd name="csX309" fmla="*/ 53405 w 1728164"/>
              <a:gd name="csY309" fmla="*/ 1028970 h 1028969"/>
              <a:gd name="csX310" fmla="*/ 53578 w 1728164"/>
              <a:gd name="csY310" fmla="*/ 1028970 h 1028969"/>
              <a:gd name="csX311" fmla="*/ 53751 w 1728164"/>
              <a:gd name="csY311" fmla="*/ 1028970 h 1028969"/>
              <a:gd name="csX312" fmla="*/ 53924 w 1728164"/>
              <a:gd name="csY312" fmla="*/ 1028970 h 1028969"/>
              <a:gd name="csX313" fmla="*/ 54097 w 1728164"/>
              <a:gd name="csY313" fmla="*/ 1028970 h 1028969"/>
              <a:gd name="csX314" fmla="*/ 54269 w 1728164"/>
              <a:gd name="csY314" fmla="*/ 1028970 h 1028969"/>
              <a:gd name="csX315" fmla="*/ 54443 w 1728164"/>
              <a:gd name="csY315" fmla="*/ 1028970 h 1028969"/>
              <a:gd name="csX316" fmla="*/ 54615 w 1728164"/>
              <a:gd name="csY316" fmla="*/ 1028970 h 1028969"/>
              <a:gd name="csX317" fmla="*/ 54788 w 1728164"/>
              <a:gd name="csY317" fmla="*/ 1028970 h 1028969"/>
              <a:gd name="csX318" fmla="*/ 54961 w 1728164"/>
              <a:gd name="csY318" fmla="*/ 1028970 h 1028969"/>
              <a:gd name="csX319" fmla="*/ 55134 w 1728164"/>
              <a:gd name="csY319" fmla="*/ 1028970 h 1028969"/>
              <a:gd name="csX320" fmla="*/ 55307 w 1728164"/>
              <a:gd name="csY320" fmla="*/ 1028970 h 1028969"/>
              <a:gd name="csX321" fmla="*/ 55479 w 1728164"/>
              <a:gd name="csY321" fmla="*/ 1028970 h 1028969"/>
              <a:gd name="csX322" fmla="*/ 55653 w 1728164"/>
              <a:gd name="csY322" fmla="*/ 1028970 h 1028969"/>
              <a:gd name="csX323" fmla="*/ 55825 w 1728164"/>
              <a:gd name="csY323" fmla="*/ 1028970 h 1028969"/>
              <a:gd name="csX324" fmla="*/ 55998 w 1728164"/>
              <a:gd name="csY324" fmla="*/ 1028970 h 1028969"/>
              <a:gd name="csX325" fmla="*/ 56170 w 1728164"/>
              <a:gd name="csY325" fmla="*/ 1028970 h 1028969"/>
              <a:gd name="csX326" fmla="*/ 56344 w 1728164"/>
              <a:gd name="csY326" fmla="*/ 1028970 h 1028969"/>
              <a:gd name="csX327" fmla="*/ 56516 w 1728164"/>
              <a:gd name="csY327" fmla="*/ 1028970 h 1028969"/>
              <a:gd name="csX328" fmla="*/ 56689 w 1728164"/>
              <a:gd name="csY328" fmla="*/ 1028970 h 1028969"/>
              <a:gd name="csX329" fmla="*/ 56863 w 1728164"/>
              <a:gd name="csY329" fmla="*/ 1028970 h 1028969"/>
              <a:gd name="csX330" fmla="*/ 57035 w 1728164"/>
              <a:gd name="csY330" fmla="*/ 1028970 h 1028969"/>
              <a:gd name="csX331" fmla="*/ 57208 w 1728164"/>
              <a:gd name="csY331" fmla="*/ 1028970 h 1028969"/>
              <a:gd name="csX332" fmla="*/ 57380 w 1728164"/>
              <a:gd name="csY332" fmla="*/ 1028970 h 1028969"/>
              <a:gd name="csX333" fmla="*/ 57554 w 1728164"/>
              <a:gd name="csY333" fmla="*/ 1028970 h 1028969"/>
              <a:gd name="csX334" fmla="*/ 57726 w 1728164"/>
              <a:gd name="csY334" fmla="*/ 1028970 h 1028969"/>
              <a:gd name="csX335" fmla="*/ 57899 w 1728164"/>
              <a:gd name="csY335" fmla="*/ 1028970 h 1028969"/>
              <a:gd name="csX336" fmla="*/ 58072 w 1728164"/>
              <a:gd name="csY336" fmla="*/ 1028970 h 1028969"/>
              <a:gd name="csX337" fmla="*/ 58245 w 1728164"/>
              <a:gd name="csY337" fmla="*/ 1028970 h 1028969"/>
              <a:gd name="csX338" fmla="*/ 58418 w 1728164"/>
              <a:gd name="csY338" fmla="*/ 1028970 h 1028969"/>
              <a:gd name="csX339" fmla="*/ 58590 w 1728164"/>
              <a:gd name="csY339" fmla="*/ 1028970 h 1028969"/>
              <a:gd name="csX340" fmla="*/ 58764 w 1728164"/>
              <a:gd name="csY340" fmla="*/ 1028970 h 1028969"/>
              <a:gd name="csX341" fmla="*/ 58936 w 1728164"/>
              <a:gd name="csY341" fmla="*/ 1028970 h 1028969"/>
              <a:gd name="csX342" fmla="*/ 59109 w 1728164"/>
              <a:gd name="csY342" fmla="*/ 1028970 h 1028969"/>
              <a:gd name="csX343" fmla="*/ 59282 w 1728164"/>
              <a:gd name="csY343" fmla="*/ 1028970 h 1028969"/>
              <a:gd name="csX344" fmla="*/ 59455 w 1728164"/>
              <a:gd name="csY344" fmla="*/ 1028970 h 1028969"/>
              <a:gd name="csX345" fmla="*/ 59628 w 1728164"/>
              <a:gd name="csY345" fmla="*/ 1028970 h 1028969"/>
              <a:gd name="csX346" fmla="*/ 59800 w 1728164"/>
              <a:gd name="csY346" fmla="*/ 1028970 h 1028969"/>
              <a:gd name="csX347" fmla="*/ 59973 w 1728164"/>
              <a:gd name="csY347" fmla="*/ 1028970 h 1028969"/>
              <a:gd name="csX348" fmla="*/ 60146 w 1728164"/>
              <a:gd name="csY348" fmla="*/ 1028970 h 1028969"/>
              <a:gd name="csX349" fmla="*/ 60319 w 1728164"/>
              <a:gd name="csY349" fmla="*/ 1028970 h 1028969"/>
              <a:gd name="csX350" fmla="*/ 60491 w 1728164"/>
              <a:gd name="csY350" fmla="*/ 1028970 h 1028969"/>
              <a:gd name="csX351" fmla="*/ 60665 w 1728164"/>
              <a:gd name="csY351" fmla="*/ 1028970 h 1028969"/>
              <a:gd name="csX352" fmla="*/ 60837 w 1728164"/>
              <a:gd name="csY352" fmla="*/ 1028970 h 1028969"/>
              <a:gd name="csX353" fmla="*/ 61010 w 1728164"/>
              <a:gd name="csY353" fmla="*/ 1028970 h 1028969"/>
              <a:gd name="csX354" fmla="*/ 61183 w 1728164"/>
              <a:gd name="csY354" fmla="*/ 1028970 h 1028969"/>
              <a:gd name="csX355" fmla="*/ 61356 w 1728164"/>
              <a:gd name="csY355" fmla="*/ 1028970 h 1028969"/>
              <a:gd name="csX356" fmla="*/ 61529 w 1728164"/>
              <a:gd name="csY356" fmla="*/ 1028970 h 1028969"/>
              <a:gd name="csX357" fmla="*/ 61701 w 1728164"/>
              <a:gd name="csY357" fmla="*/ 1028970 h 1028969"/>
              <a:gd name="csX358" fmla="*/ 61874 w 1728164"/>
              <a:gd name="csY358" fmla="*/ 1028970 h 1028969"/>
              <a:gd name="csX359" fmla="*/ 62047 w 1728164"/>
              <a:gd name="csY359" fmla="*/ 1028970 h 1028969"/>
              <a:gd name="csX360" fmla="*/ 62220 w 1728164"/>
              <a:gd name="csY360" fmla="*/ 1028970 h 1028969"/>
              <a:gd name="csX361" fmla="*/ 62393 w 1728164"/>
              <a:gd name="csY361" fmla="*/ 1028970 h 1028969"/>
              <a:gd name="csX362" fmla="*/ 62566 w 1728164"/>
              <a:gd name="csY362" fmla="*/ 1028970 h 1028969"/>
              <a:gd name="csX363" fmla="*/ 62739 w 1728164"/>
              <a:gd name="csY363" fmla="*/ 1028970 h 1028969"/>
              <a:gd name="csX364" fmla="*/ 62911 w 1728164"/>
              <a:gd name="csY364" fmla="*/ 1028970 h 1028969"/>
              <a:gd name="csX365" fmla="*/ 63084 w 1728164"/>
              <a:gd name="csY365" fmla="*/ 1028970 h 1028969"/>
              <a:gd name="csX366" fmla="*/ 63257 w 1728164"/>
              <a:gd name="csY366" fmla="*/ 1028970 h 1028969"/>
              <a:gd name="csX367" fmla="*/ 63430 w 1728164"/>
              <a:gd name="csY367" fmla="*/ 1028970 h 1028969"/>
              <a:gd name="csX368" fmla="*/ 63603 w 1728164"/>
              <a:gd name="csY368" fmla="*/ 1028970 h 1028969"/>
              <a:gd name="csX369" fmla="*/ 63775 w 1728164"/>
              <a:gd name="csY369" fmla="*/ 1028970 h 1028969"/>
              <a:gd name="csX370" fmla="*/ 63949 w 1728164"/>
              <a:gd name="csY370" fmla="*/ 1028970 h 1028969"/>
              <a:gd name="csX371" fmla="*/ 64121 w 1728164"/>
              <a:gd name="csY371" fmla="*/ 1028970 h 1028969"/>
              <a:gd name="csX372" fmla="*/ 64294 w 1728164"/>
              <a:gd name="csY372" fmla="*/ 1028970 h 1028969"/>
              <a:gd name="csX373" fmla="*/ 64467 w 1728164"/>
              <a:gd name="csY373" fmla="*/ 1028970 h 1028969"/>
              <a:gd name="csX374" fmla="*/ 64640 w 1728164"/>
              <a:gd name="csY374" fmla="*/ 1028970 h 1028969"/>
              <a:gd name="csX375" fmla="*/ 64812 w 1728164"/>
              <a:gd name="csY375" fmla="*/ 1028970 h 1028969"/>
              <a:gd name="csX376" fmla="*/ 64985 w 1728164"/>
              <a:gd name="csY376" fmla="*/ 1028970 h 1028969"/>
              <a:gd name="csX377" fmla="*/ 65158 w 1728164"/>
              <a:gd name="csY377" fmla="*/ 1028970 h 1028969"/>
              <a:gd name="csX378" fmla="*/ 65331 w 1728164"/>
              <a:gd name="csY378" fmla="*/ 1028970 h 1028969"/>
              <a:gd name="csX379" fmla="*/ 65504 w 1728164"/>
              <a:gd name="csY379" fmla="*/ 1028970 h 1028969"/>
              <a:gd name="csX380" fmla="*/ 65676 w 1728164"/>
              <a:gd name="csY380" fmla="*/ 1028970 h 1028969"/>
              <a:gd name="csX381" fmla="*/ 65850 w 1728164"/>
              <a:gd name="csY381" fmla="*/ 1028970 h 1028969"/>
              <a:gd name="csX382" fmla="*/ 66022 w 1728164"/>
              <a:gd name="csY382" fmla="*/ 1028970 h 1028969"/>
              <a:gd name="csX383" fmla="*/ 66195 w 1728164"/>
              <a:gd name="csY383" fmla="*/ 1028970 h 1028969"/>
              <a:gd name="csX384" fmla="*/ 66368 w 1728164"/>
              <a:gd name="csY384" fmla="*/ 1028970 h 1028969"/>
              <a:gd name="csX385" fmla="*/ 66541 w 1728164"/>
              <a:gd name="csY385" fmla="*/ 1028970 h 1028969"/>
              <a:gd name="csX386" fmla="*/ 66714 w 1728164"/>
              <a:gd name="csY386" fmla="*/ 1028970 h 1028969"/>
              <a:gd name="csX387" fmla="*/ 66886 w 1728164"/>
              <a:gd name="csY387" fmla="*/ 1028970 h 1028969"/>
              <a:gd name="csX388" fmla="*/ 67060 w 1728164"/>
              <a:gd name="csY388" fmla="*/ 1028970 h 1028969"/>
              <a:gd name="csX389" fmla="*/ 67232 w 1728164"/>
              <a:gd name="csY389" fmla="*/ 1028970 h 1028969"/>
              <a:gd name="csX390" fmla="*/ 67405 w 1728164"/>
              <a:gd name="csY390" fmla="*/ 1028970 h 1028969"/>
              <a:gd name="csX391" fmla="*/ 67577 w 1728164"/>
              <a:gd name="csY391" fmla="*/ 1028970 h 1028969"/>
              <a:gd name="csX392" fmla="*/ 67751 w 1728164"/>
              <a:gd name="csY392" fmla="*/ 1028970 h 1028969"/>
              <a:gd name="csX393" fmla="*/ 67924 w 1728164"/>
              <a:gd name="csY393" fmla="*/ 1028970 h 1028969"/>
              <a:gd name="csX394" fmla="*/ 68096 w 1728164"/>
              <a:gd name="csY394" fmla="*/ 1028970 h 1028969"/>
              <a:gd name="csX395" fmla="*/ 68270 w 1728164"/>
              <a:gd name="csY395" fmla="*/ 1028970 h 1028969"/>
              <a:gd name="csX396" fmla="*/ 68442 w 1728164"/>
              <a:gd name="csY396" fmla="*/ 1028970 h 1028969"/>
              <a:gd name="csX397" fmla="*/ 68615 w 1728164"/>
              <a:gd name="csY397" fmla="*/ 1028970 h 1028969"/>
              <a:gd name="csX398" fmla="*/ 68787 w 1728164"/>
              <a:gd name="csY398" fmla="*/ 1028970 h 1028969"/>
              <a:gd name="csX399" fmla="*/ 68961 w 1728164"/>
              <a:gd name="csY399" fmla="*/ 1028970 h 1028969"/>
              <a:gd name="csX400" fmla="*/ 69133 w 1728164"/>
              <a:gd name="csY400" fmla="*/ 1028970 h 1028969"/>
              <a:gd name="csX401" fmla="*/ 69306 w 1728164"/>
              <a:gd name="csY401" fmla="*/ 1028970 h 1028969"/>
              <a:gd name="csX402" fmla="*/ 69479 w 1728164"/>
              <a:gd name="csY402" fmla="*/ 1028970 h 1028969"/>
              <a:gd name="csX403" fmla="*/ 69652 w 1728164"/>
              <a:gd name="csY403" fmla="*/ 1028970 h 1028969"/>
              <a:gd name="csX404" fmla="*/ 69825 w 1728164"/>
              <a:gd name="csY404" fmla="*/ 1028970 h 1028969"/>
              <a:gd name="csX405" fmla="*/ 69997 w 1728164"/>
              <a:gd name="csY405" fmla="*/ 1028970 h 1028969"/>
              <a:gd name="csX406" fmla="*/ 70171 w 1728164"/>
              <a:gd name="csY406" fmla="*/ 1028970 h 1028969"/>
              <a:gd name="csX407" fmla="*/ 70343 w 1728164"/>
              <a:gd name="csY407" fmla="*/ 1028970 h 1028969"/>
              <a:gd name="csX408" fmla="*/ 70516 w 1728164"/>
              <a:gd name="csY408" fmla="*/ 1028970 h 1028969"/>
              <a:gd name="csX409" fmla="*/ 70689 w 1728164"/>
              <a:gd name="csY409" fmla="*/ 1028970 h 1028969"/>
              <a:gd name="csX410" fmla="*/ 70862 w 1728164"/>
              <a:gd name="csY410" fmla="*/ 1028970 h 1028969"/>
              <a:gd name="csX411" fmla="*/ 71035 w 1728164"/>
              <a:gd name="csY411" fmla="*/ 1028970 h 1028969"/>
              <a:gd name="csX412" fmla="*/ 71207 w 1728164"/>
              <a:gd name="csY412" fmla="*/ 1028970 h 1028969"/>
              <a:gd name="csX413" fmla="*/ 71380 w 1728164"/>
              <a:gd name="csY413" fmla="*/ 1028970 h 1028969"/>
              <a:gd name="csX414" fmla="*/ 71553 w 1728164"/>
              <a:gd name="csY414" fmla="*/ 1028970 h 1028969"/>
              <a:gd name="csX415" fmla="*/ 71726 w 1728164"/>
              <a:gd name="csY415" fmla="*/ 1028970 h 1028969"/>
              <a:gd name="csX416" fmla="*/ 71898 w 1728164"/>
              <a:gd name="csY416" fmla="*/ 1028970 h 1028969"/>
              <a:gd name="csX417" fmla="*/ 72072 w 1728164"/>
              <a:gd name="csY417" fmla="*/ 1028970 h 1028969"/>
              <a:gd name="csX418" fmla="*/ 72245 w 1728164"/>
              <a:gd name="csY418" fmla="*/ 1028970 h 1028969"/>
              <a:gd name="csX419" fmla="*/ 72417 w 1728164"/>
              <a:gd name="csY419" fmla="*/ 1028970 h 1028969"/>
              <a:gd name="csX420" fmla="*/ 72590 w 1728164"/>
              <a:gd name="csY420" fmla="*/ 1028970 h 1028969"/>
              <a:gd name="csX421" fmla="*/ 72763 w 1728164"/>
              <a:gd name="csY421" fmla="*/ 1028970 h 1028969"/>
              <a:gd name="csX422" fmla="*/ 72936 w 1728164"/>
              <a:gd name="csY422" fmla="*/ 1028970 h 1028969"/>
              <a:gd name="csX423" fmla="*/ 73108 w 1728164"/>
              <a:gd name="csY423" fmla="*/ 1028970 h 1028969"/>
              <a:gd name="csX424" fmla="*/ 73281 w 1728164"/>
              <a:gd name="csY424" fmla="*/ 1028970 h 1028969"/>
              <a:gd name="csX425" fmla="*/ 73454 w 1728164"/>
              <a:gd name="csY425" fmla="*/ 1028970 h 1028969"/>
              <a:gd name="csX426" fmla="*/ 73627 w 1728164"/>
              <a:gd name="csY426" fmla="*/ 1028970 h 1028969"/>
              <a:gd name="csX427" fmla="*/ 73800 w 1728164"/>
              <a:gd name="csY427" fmla="*/ 1028970 h 1028969"/>
              <a:gd name="csX428" fmla="*/ 73973 w 1728164"/>
              <a:gd name="csY428" fmla="*/ 1028970 h 1028969"/>
              <a:gd name="csX429" fmla="*/ 74146 w 1728164"/>
              <a:gd name="csY429" fmla="*/ 1028970 h 1028969"/>
              <a:gd name="csX430" fmla="*/ 74318 w 1728164"/>
              <a:gd name="csY430" fmla="*/ 1028970 h 1028969"/>
              <a:gd name="csX431" fmla="*/ 74491 w 1728164"/>
              <a:gd name="csY431" fmla="*/ 1028970 h 1028969"/>
              <a:gd name="csX432" fmla="*/ 74664 w 1728164"/>
              <a:gd name="csY432" fmla="*/ 1028970 h 1028969"/>
              <a:gd name="csX433" fmla="*/ 74837 w 1728164"/>
              <a:gd name="csY433" fmla="*/ 1028970 h 1028969"/>
              <a:gd name="csX434" fmla="*/ 75010 w 1728164"/>
              <a:gd name="csY434" fmla="*/ 1028970 h 1028969"/>
              <a:gd name="csX435" fmla="*/ 75182 w 1728164"/>
              <a:gd name="csY435" fmla="*/ 1028970 h 1028969"/>
              <a:gd name="csX436" fmla="*/ 75356 w 1728164"/>
              <a:gd name="csY436" fmla="*/ 1028970 h 1028969"/>
              <a:gd name="csX437" fmla="*/ 75528 w 1728164"/>
              <a:gd name="csY437" fmla="*/ 1028970 h 1028969"/>
              <a:gd name="csX438" fmla="*/ 75701 w 1728164"/>
              <a:gd name="csY438" fmla="*/ 1028970 h 1028969"/>
              <a:gd name="csX439" fmla="*/ 75874 w 1728164"/>
              <a:gd name="csY439" fmla="*/ 1028970 h 1028969"/>
              <a:gd name="csX440" fmla="*/ 76047 w 1728164"/>
              <a:gd name="csY440" fmla="*/ 1028970 h 1028969"/>
              <a:gd name="csX441" fmla="*/ 76219 w 1728164"/>
              <a:gd name="csY441" fmla="*/ 1028970 h 1028969"/>
              <a:gd name="csX442" fmla="*/ 76392 w 1728164"/>
              <a:gd name="csY442" fmla="*/ 1028970 h 1028969"/>
              <a:gd name="csX443" fmla="*/ 76566 w 1728164"/>
              <a:gd name="csY443" fmla="*/ 1028970 h 1028969"/>
              <a:gd name="csX444" fmla="*/ 76738 w 1728164"/>
              <a:gd name="csY444" fmla="*/ 1028970 h 1028969"/>
              <a:gd name="csX445" fmla="*/ 76911 w 1728164"/>
              <a:gd name="csY445" fmla="*/ 1028970 h 1028969"/>
              <a:gd name="csX446" fmla="*/ 77083 w 1728164"/>
              <a:gd name="csY446" fmla="*/ 1028970 h 1028969"/>
              <a:gd name="csX447" fmla="*/ 77257 w 1728164"/>
              <a:gd name="csY447" fmla="*/ 1028970 h 1028969"/>
              <a:gd name="csX448" fmla="*/ 77429 w 1728164"/>
              <a:gd name="csY448" fmla="*/ 1028970 h 1028969"/>
              <a:gd name="csX449" fmla="*/ 77602 w 1728164"/>
              <a:gd name="csY449" fmla="*/ 1028970 h 1028969"/>
              <a:gd name="csX450" fmla="*/ 77775 w 1728164"/>
              <a:gd name="csY450" fmla="*/ 1028970 h 1028969"/>
              <a:gd name="csX451" fmla="*/ 77948 w 1728164"/>
              <a:gd name="csY451" fmla="*/ 1028970 h 1028969"/>
              <a:gd name="csX452" fmla="*/ 78121 w 1728164"/>
              <a:gd name="csY452" fmla="*/ 1028970 h 1028969"/>
              <a:gd name="csX453" fmla="*/ 78293 w 1728164"/>
              <a:gd name="csY453" fmla="*/ 1028970 h 1028969"/>
              <a:gd name="csX454" fmla="*/ 78467 w 1728164"/>
              <a:gd name="csY454" fmla="*/ 1028970 h 1028969"/>
              <a:gd name="csX455" fmla="*/ 78639 w 1728164"/>
              <a:gd name="csY455" fmla="*/ 1028970 h 1028969"/>
              <a:gd name="csX456" fmla="*/ 78812 w 1728164"/>
              <a:gd name="csY456" fmla="*/ 1028970 h 1028969"/>
              <a:gd name="csX457" fmla="*/ 78984 w 1728164"/>
              <a:gd name="csY457" fmla="*/ 1028970 h 1028969"/>
              <a:gd name="csX458" fmla="*/ 79158 w 1728164"/>
              <a:gd name="csY458" fmla="*/ 1028970 h 1028969"/>
              <a:gd name="csX459" fmla="*/ 79331 w 1728164"/>
              <a:gd name="csY459" fmla="*/ 1028970 h 1028969"/>
              <a:gd name="csX460" fmla="*/ 79503 w 1728164"/>
              <a:gd name="csY460" fmla="*/ 1028970 h 1028969"/>
              <a:gd name="csX461" fmla="*/ 79677 w 1728164"/>
              <a:gd name="csY461" fmla="*/ 1028970 h 1028969"/>
              <a:gd name="csX462" fmla="*/ 79849 w 1728164"/>
              <a:gd name="csY462" fmla="*/ 1028970 h 1028969"/>
              <a:gd name="csX463" fmla="*/ 80022 w 1728164"/>
              <a:gd name="csY463" fmla="*/ 1028970 h 1028969"/>
              <a:gd name="csX464" fmla="*/ 80194 w 1728164"/>
              <a:gd name="csY464" fmla="*/ 1028970 h 1028969"/>
              <a:gd name="csX465" fmla="*/ 80368 w 1728164"/>
              <a:gd name="csY465" fmla="*/ 1028970 h 1028969"/>
              <a:gd name="csX466" fmla="*/ 80540 w 1728164"/>
              <a:gd name="csY466" fmla="*/ 1028970 h 1028969"/>
              <a:gd name="csX467" fmla="*/ 80713 w 1728164"/>
              <a:gd name="csY467" fmla="*/ 1028970 h 1028969"/>
              <a:gd name="csX468" fmla="*/ 80886 w 1728164"/>
              <a:gd name="csY468" fmla="*/ 1028970 h 1028969"/>
              <a:gd name="csX469" fmla="*/ 81059 w 1728164"/>
              <a:gd name="csY469" fmla="*/ 1028970 h 1028969"/>
              <a:gd name="csX470" fmla="*/ 81232 w 1728164"/>
              <a:gd name="csY470" fmla="*/ 1028970 h 1028969"/>
              <a:gd name="csX471" fmla="*/ 81404 w 1728164"/>
              <a:gd name="csY471" fmla="*/ 1028970 h 1028969"/>
              <a:gd name="csX472" fmla="*/ 81578 w 1728164"/>
              <a:gd name="csY472" fmla="*/ 1028970 h 1028969"/>
              <a:gd name="csX473" fmla="*/ 81750 w 1728164"/>
              <a:gd name="csY473" fmla="*/ 1028970 h 1028969"/>
              <a:gd name="csX474" fmla="*/ 81923 w 1728164"/>
              <a:gd name="csY474" fmla="*/ 1028970 h 1028969"/>
              <a:gd name="csX475" fmla="*/ 82096 w 1728164"/>
              <a:gd name="csY475" fmla="*/ 1028970 h 1028969"/>
              <a:gd name="csX476" fmla="*/ 82269 w 1728164"/>
              <a:gd name="csY476" fmla="*/ 1028970 h 1028969"/>
              <a:gd name="csX477" fmla="*/ 82442 w 1728164"/>
              <a:gd name="csY477" fmla="*/ 1028970 h 1028969"/>
              <a:gd name="csX478" fmla="*/ 82614 w 1728164"/>
              <a:gd name="csY478" fmla="*/ 1028970 h 1028969"/>
              <a:gd name="csX479" fmla="*/ 82787 w 1728164"/>
              <a:gd name="csY479" fmla="*/ 1028970 h 1028969"/>
              <a:gd name="csX480" fmla="*/ 82960 w 1728164"/>
              <a:gd name="csY480" fmla="*/ 1028970 h 1028969"/>
              <a:gd name="csX481" fmla="*/ 83133 w 1728164"/>
              <a:gd name="csY481" fmla="*/ 1028970 h 1028969"/>
              <a:gd name="csX482" fmla="*/ 83305 w 1728164"/>
              <a:gd name="csY482" fmla="*/ 1028970 h 1028969"/>
              <a:gd name="csX483" fmla="*/ 83479 w 1728164"/>
              <a:gd name="csY483" fmla="*/ 1028970 h 1028969"/>
              <a:gd name="csX484" fmla="*/ 83652 w 1728164"/>
              <a:gd name="csY484" fmla="*/ 1028970 h 1028969"/>
              <a:gd name="csX485" fmla="*/ 83824 w 1728164"/>
              <a:gd name="csY485" fmla="*/ 1028970 h 1028969"/>
              <a:gd name="csX486" fmla="*/ 83997 w 1728164"/>
              <a:gd name="csY486" fmla="*/ 1028970 h 1028969"/>
              <a:gd name="csX487" fmla="*/ 84170 w 1728164"/>
              <a:gd name="csY487" fmla="*/ 1028970 h 1028969"/>
              <a:gd name="csX488" fmla="*/ 84343 w 1728164"/>
              <a:gd name="csY488" fmla="*/ 1028970 h 1028969"/>
              <a:gd name="csX489" fmla="*/ 84515 w 1728164"/>
              <a:gd name="csY489" fmla="*/ 1028970 h 1028969"/>
              <a:gd name="csX490" fmla="*/ 84688 w 1728164"/>
              <a:gd name="csY490" fmla="*/ 1028970 h 1028969"/>
              <a:gd name="csX491" fmla="*/ 84861 w 1728164"/>
              <a:gd name="csY491" fmla="*/ 1028970 h 1028969"/>
              <a:gd name="csX492" fmla="*/ 85034 w 1728164"/>
              <a:gd name="csY492" fmla="*/ 1028970 h 1028969"/>
              <a:gd name="csX493" fmla="*/ 85207 w 1728164"/>
              <a:gd name="csY493" fmla="*/ 1028970 h 1028969"/>
              <a:gd name="csX494" fmla="*/ 85380 w 1728164"/>
              <a:gd name="csY494" fmla="*/ 1028970 h 1028969"/>
              <a:gd name="csX495" fmla="*/ 85553 w 1728164"/>
              <a:gd name="csY495" fmla="*/ 1028970 h 1028969"/>
              <a:gd name="csX496" fmla="*/ 85725 w 1728164"/>
              <a:gd name="csY496" fmla="*/ 1028970 h 1028969"/>
              <a:gd name="csX497" fmla="*/ 85898 w 1728164"/>
              <a:gd name="csY497" fmla="*/ 1028970 h 1028969"/>
              <a:gd name="csX498" fmla="*/ 86071 w 1728164"/>
              <a:gd name="csY498" fmla="*/ 1028970 h 1028969"/>
              <a:gd name="csX499" fmla="*/ 86244 w 1728164"/>
              <a:gd name="csY499" fmla="*/ 1028970 h 1028969"/>
              <a:gd name="csX500" fmla="*/ 86417 w 1728164"/>
              <a:gd name="csY500" fmla="*/ 1028970 h 1028969"/>
              <a:gd name="csX501" fmla="*/ 86589 w 1728164"/>
              <a:gd name="csY501" fmla="*/ 1028970 h 1028969"/>
              <a:gd name="csX502" fmla="*/ 86763 w 1728164"/>
              <a:gd name="csY502" fmla="*/ 1028970 h 1028969"/>
              <a:gd name="csX503" fmla="*/ 86935 w 1728164"/>
              <a:gd name="csY503" fmla="*/ 1028970 h 1028969"/>
              <a:gd name="csX504" fmla="*/ 87108 w 1728164"/>
              <a:gd name="csY504" fmla="*/ 1028970 h 1028969"/>
              <a:gd name="csX505" fmla="*/ 87281 w 1728164"/>
              <a:gd name="csY505" fmla="*/ 1028970 h 1028969"/>
              <a:gd name="csX506" fmla="*/ 87454 w 1728164"/>
              <a:gd name="csY506" fmla="*/ 1028970 h 1028969"/>
              <a:gd name="csX507" fmla="*/ 87626 w 1728164"/>
              <a:gd name="csY507" fmla="*/ 1028970 h 1028969"/>
              <a:gd name="csX508" fmla="*/ 87799 w 1728164"/>
              <a:gd name="csY508" fmla="*/ 1028970 h 1028969"/>
              <a:gd name="csX509" fmla="*/ 87973 w 1728164"/>
              <a:gd name="csY509" fmla="*/ 1028970 h 1028969"/>
              <a:gd name="csX510" fmla="*/ 88145 w 1728164"/>
              <a:gd name="csY510" fmla="*/ 1028970 h 1028969"/>
              <a:gd name="csX511" fmla="*/ 88318 w 1728164"/>
              <a:gd name="csY511" fmla="*/ 1028970 h 1028969"/>
              <a:gd name="csX512" fmla="*/ 88490 w 1728164"/>
              <a:gd name="csY512" fmla="*/ 1028970 h 1028969"/>
              <a:gd name="csX513" fmla="*/ 88664 w 1728164"/>
              <a:gd name="csY513" fmla="*/ 1028970 h 1028969"/>
              <a:gd name="csX514" fmla="*/ 88836 w 1728164"/>
              <a:gd name="csY514" fmla="*/ 1028970 h 1028969"/>
              <a:gd name="csX515" fmla="*/ 89009 w 1728164"/>
              <a:gd name="csY515" fmla="*/ 1028970 h 1028969"/>
              <a:gd name="csX516" fmla="*/ 89182 w 1728164"/>
              <a:gd name="csY516" fmla="*/ 1028970 h 1028969"/>
              <a:gd name="csX517" fmla="*/ 89355 w 1728164"/>
              <a:gd name="csY517" fmla="*/ 1028970 h 1028969"/>
              <a:gd name="csX518" fmla="*/ 89528 w 1728164"/>
              <a:gd name="csY518" fmla="*/ 1028970 h 1028969"/>
              <a:gd name="csX519" fmla="*/ 89700 w 1728164"/>
              <a:gd name="csY519" fmla="*/ 1028970 h 1028969"/>
              <a:gd name="csX520" fmla="*/ 89874 w 1728164"/>
              <a:gd name="csY520" fmla="*/ 1028970 h 1028969"/>
              <a:gd name="csX521" fmla="*/ 90046 w 1728164"/>
              <a:gd name="csY521" fmla="*/ 1028970 h 1028969"/>
              <a:gd name="csX522" fmla="*/ 90219 w 1728164"/>
              <a:gd name="csY522" fmla="*/ 1028970 h 1028969"/>
              <a:gd name="csX523" fmla="*/ 90391 w 1728164"/>
              <a:gd name="csY523" fmla="*/ 1028970 h 1028969"/>
              <a:gd name="csX524" fmla="*/ 90565 w 1728164"/>
              <a:gd name="csY524" fmla="*/ 1028970 h 1028969"/>
              <a:gd name="csX525" fmla="*/ 90738 w 1728164"/>
              <a:gd name="csY525" fmla="*/ 1028970 h 1028969"/>
              <a:gd name="csX526" fmla="*/ 90910 w 1728164"/>
              <a:gd name="csY526" fmla="*/ 1028970 h 1028969"/>
              <a:gd name="csX527" fmla="*/ 91084 w 1728164"/>
              <a:gd name="csY527" fmla="*/ 1028970 h 1028969"/>
              <a:gd name="csX528" fmla="*/ 91256 w 1728164"/>
              <a:gd name="csY528" fmla="*/ 1028970 h 1028969"/>
              <a:gd name="csX529" fmla="*/ 91429 w 1728164"/>
              <a:gd name="csY529" fmla="*/ 1028970 h 1028969"/>
              <a:gd name="csX530" fmla="*/ 91601 w 1728164"/>
              <a:gd name="csY530" fmla="*/ 1028970 h 1028969"/>
              <a:gd name="csX531" fmla="*/ 91775 w 1728164"/>
              <a:gd name="csY531" fmla="*/ 1028970 h 1028969"/>
              <a:gd name="csX532" fmla="*/ 91947 w 1728164"/>
              <a:gd name="csY532" fmla="*/ 1028970 h 1028969"/>
              <a:gd name="csX533" fmla="*/ 92120 w 1728164"/>
              <a:gd name="csY533" fmla="*/ 1028970 h 1028969"/>
              <a:gd name="csX534" fmla="*/ 92293 w 1728164"/>
              <a:gd name="csY534" fmla="*/ 1028970 h 1028969"/>
              <a:gd name="csX535" fmla="*/ 92466 w 1728164"/>
              <a:gd name="csY535" fmla="*/ 1028970 h 1028969"/>
              <a:gd name="csX536" fmla="*/ 92639 w 1728164"/>
              <a:gd name="csY536" fmla="*/ 1028970 h 1028969"/>
              <a:gd name="csX537" fmla="*/ 92811 w 1728164"/>
              <a:gd name="csY537" fmla="*/ 1028970 h 1028969"/>
              <a:gd name="csX538" fmla="*/ 92985 w 1728164"/>
              <a:gd name="csY538" fmla="*/ 1028970 h 1028969"/>
              <a:gd name="csX539" fmla="*/ 93157 w 1728164"/>
              <a:gd name="csY539" fmla="*/ 1028970 h 1028969"/>
              <a:gd name="csX540" fmla="*/ 93330 w 1728164"/>
              <a:gd name="csY540" fmla="*/ 1028970 h 1028969"/>
              <a:gd name="csX541" fmla="*/ 93503 w 1728164"/>
              <a:gd name="csY541" fmla="*/ 1028970 h 1028969"/>
              <a:gd name="csX542" fmla="*/ 93676 w 1728164"/>
              <a:gd name="csY542" fmla="*/ 1028970 h 1028969"/>
              <a:gd name="csX543" fmla="*/ 93849 w 1728164"/>
              <a:gd name="csY543" fmla="*/ 1028970 h 1028969"/>
              <a:gd name="csX544" fmla="*/ 94021 w 1728164"/>
              <a:gd name="csY544" fmla="*/ 1028970 h 1028969"/>
              <a:gd name="csX545" fmla="*/ 94194 w 1728164"/>
              <a:gd name="csY545" fmla="*/ 1028970 h 1028969"/>
              <a:gd name="csX546" fmla="*/ 94367 w 1728164"/>
              <a:gd name="csY546" fmla="*/ 1028970 h 1028969"/>
              <a:gd name="csX547" fmla="*/ 94540 w 1728164"/>
              <a:gd name="csY547" fmla="*/ 1028970 h 1028969"/>
              <a:gd name="csX548" fmla="*/ 94712 w 1728164"/>
              <a:gd name="csY548" fmla="*/ 1028970 h 1028969"/>
              <a:gd name="csX549" fmla="*/ 94886 w 1728164"/>
              <a:gd name="csY549" fmla="*/ 1028970 h 1028969"/>
              <a:gd name="csX550" fmla="*/ 95059 w 1728164"/>
              <a:gd name="csY550" fmla="*/ 1028970 h 1028969"/>
              <a:gd name="csX551" fmla="*/ 95231 w 1728164"/>
              <a:gd name="csY551" fmla="*/ 1028970 h 1028969"/>
              <a:gd name="csX552" fmla="*/ 95404 w 1728164"/>
              <a:gd name="csY552" fmla="*/ 1028970 h 1028969"/>
              <a:gd name="csX553" fmla="*/ 95577 w 1728164"/>
              <a:gd name="csY553" fmla="*/ 1028970 h 1028969"/>
              <a:gd name="csX554" fmla="*/ 95750 w 1728164"/>
              <a:gd name="csY554" fmla="*/ 1028970 h 1028969"/>
              <a:gd name="csX555" fmla="*/ 95922 w 1728164"/>
              <a:gd name="csY555" fmla="*/ 1028970 h 1028969"/>
              <a:gd name="csX556" fmla="*/ 96095 w 1728164"/>
              <a:gd name="csY556" fmla="*/ 1028970 h 1028969"/>
              <a:gd name="csX557" fmla="*/ 96269 w 1728164"/>
              <a:gd name="csY557" fmla="*/ 1028970 h 1028969"/>
              <a:gd name="csX558" fmla="*/ 96441 w 1728164"/>
              <a:gd name="csY558" fmla="*/ 1028970 h 1028969"/>
              <a:gd name="csX559" fmla="*/ 96614 w 1728164"/>
              <a:gd name="csY559" fmla="*/ 1028970 h 1028969"/>
              <a:gd name="csX560" fmla="*/ 96787 w 1728164"/>
              <a:gd name="csY560" fmla="*/ 1028970 h 1028969"/>
              <a:gd name="csX561" fmla="*/ 96960 w 1728164"/>
              <a:gd name="csY561" fmla="*/ 1028970 h 1028969"/>
              <a:gd name="csX562" fmla="*/ 97132 w 1728164"/>
              <a:gd name="csY562" fmla="*/ 1028970 h 1028969"/>
              <a:gd name="csX563" fmla="*/ 97305 w 1728164"/>
              <a:gd name="csY563" fmla="*/ 1028970 h 1028969"/>
              <a:gd name="csX564" fmla="*/ 97478 w 1728164"/>
              <a:gd name="csY564" fmla="*/ 1028970 h 1028969"/>
              <a:gd name="csX565" fmla="*/ 97651 w 1728164"/>
              <a:gd name="csY565" fmla="*/ 1028970 h 1028969"/>
              <a:gd name="csX566" fmla="*/ 97824 w 1728164"/>
              <a:gd name="csY566" fmla="*/ 1028970 h 1028969"/>
              <a:gd name="csX567" fmla="*/ 97996 w 1728164"/>
              <a:gd name="csY567" fmla="*/ 1028970 h 1028969"/>
              <a:gd name="csX568" fmla="*/ 98170 w 1728164"/>
              <a:gd name="csY568" fmla="*/ 1028970 h 1028969"/>
              <a:gd name="csX569" fmla="*/ 98342 w 1728164"/>
              <a:gd name="csY569" fmla="*/ 1028970 h 1028969"/>
              <a:gd name="csX570" fmla="*/ 98515 w 1728164"/>
              <a:gd name="csY570" fmla="*/ 1028970 h 1028969"/>
              <a:gd name="csX571" fmla="*/ 98688 w 1728164"/>
              <a:gd name="csY571" fmla="*/ 1028970 h 1028969"/>
              <a:gd name="csX572" fmla="*/ 98861 w 1728164"/>
              <a:gd name="csY572" fmla="*/ 1028970 h 1028969"/>
              <a:gd name="csX573" fmla="*/ 99034 w 1728164"/>
              <a:gd name="csY573" fmla="*/ 1028970 h 1028969"/>
              <a:gd name="csX574" fmla="*/ 99206 w 1728164"/>
              <a:gd name="csY574" fmla="*/ 1028970 h 1028969"/>
              <a:gd name="csX575" fmla="*/ 99380 w 1728164"/>
              <a:gd name="csY575" fmla="*/ 1028970 h 1028969"/>
              <a:gd name="csX576" fmla="*/ 99552 w 1728164"/>
              <a:gd name="csY576" fmla="*/ 1028970 h 1028969"/>
              <a:gd name="csX577" fmla="*/ 99725 w 1728164"/>
              <a:gd name="csY577" fmla="*/ 1028970 h 1028969"/>
              <a:gd name="csX578" fmla="*/ 99897 w 1728164"/>
              <a:gd name="csY578" fmla="*/ 1028970 h 1028969"/>
              <a:gd name="csX579" fmla="*/ 100071 w 1728164"/>
              <a:gd name="csY579" fmla="*/ 1028970 h 1028969"/>
              <a:gd name="csX580" fmla="*/ 100243 w 1728164"/>
              <a:gd name="csY580" fmla="*/ 1028970 h 1028969"/>
              <a:gd name="csX581" fmla="*/ 100416 w 1728164"/>
              <a:gd name="csY581" fmla="*/ 1028970 h 1028969"/>
              <a:gd name="csX582" fmla="*/ 100590 w 1728164"/>
              <a:gd name="csY582" fmla="*/ 1028970 h 1028969"/>
              <a:gd name="csX583" fmla="*/ 100762 w 1728164"/>
              <a:gd name="csY583" fmla="*/ 1028970 h 1028969"/>
              <a:gd name="csX584" fmla="*/ 100935 w 1728164"/>
              <a:gd name="csY584" fmla="*/ 1028970 h 1028969"/>
              <a:gd name="csX585" fmla="*/ 101107 w 1728164"/>
              <a:gd name="csY585" fmla="*/ 1028970 h 1028969"/>
              <a:gd name="csX586" fmla="*/ 101281 w 1728164"/>
              <a:gd name="csY586" fmla="*/ 1028970 h 1028969"/>
              <a:gd name="csX587" fmla="*/ 101453 w 1728164"/>
              <a:gd name="csY587" fmla="*/ 1028970 h 1028969"/>
              <a:gd name="csX588" fmla="*/ 101626 w 1728164"/>
              <a:gd name="csY588" fmla="*/ 1028970 h 1028969"/>
              <a:gd name="csX589" fmla="*/ 101799 w 1728164"/>
              <a:gd name="csY589" fmla="*/ 1028970 h 1028969"/>
              <a:gd name="csX590" fmla="*/ 101972 w 1728164"/>
              <a:gd name="csY590" fmla="*/ 1028970 h 1028969"/>
              <a:gd name="csX591" fmla="*/ 102145 w 1728164"/>
              <a:gd name="csY591" fmla="*/ 1028970 h 1028969"/>
              <a:gd name="csX592" fmla="*/ 102317 w 1728164"/>
              <a:gd name="csY592" fmla="*/ 1028970 h 1028969"/>
              <a:gd name="csX593" fmla="*/ 102491 w 1728164"/>
              <a:gd name="csY593" fmla="*/ 1028970 h 1028969"/>
              <a:gd name="csX594" fmla="*/ 102663 w 1728164"/>
              <a:gd name="csY594" fmla="*/ 1028970 h 1028969"/>
              <a:gd name="csX595" fmla="*/ 102836 w 1728164"/>
              <a:gd name="csY595" fmla="*/ 1028970 h 1028969"/>
              <a:gd name="csX596" fmla="*/ 103008 w 1728164"/>
              <a:gd name="csY596" fmla="*/ 1028970 h 1028969"/>
              <a:gd name="csX597" fmla="*/ 103182 w 1728164"/>
              <a:gd name="csY597" fmla="*/ 1028970 h 1028969"/>
              <a:gd name="csX598" fmla="*/ 103355 w 1728164"/>
              <a:gd name="csY598" fmla="*/ 1028970 h 1028969"/>
              <a:gd name="csX599" fmla="*/ 103527 w 1728164"/>
              <a:gd name="csY599" fmla="*/ 1028970 h 1028969"/>
              <a:gd name="csX600" fmla="*/ 103700 w 1728164"/>
              <a:gd name="csY600" fmla="*/ 1028970 h 1028969"/>
              <a:gd name="csX601" fmla="*/ 103873 w 1728164"/>
              <a:gd name="csY601" fmla="*/ 1028970 h 1028969"/>
              <a:gd name="csX602" fmla="*/ 104046 w 1728164"/>
              <a:gd name="csY602" fmla="*/ 1028970 h 1028969"/>
              <a:gd name="csX603" fmla="*/ 104218 w 1728164"/>
              <a:gd name="csY603" fmla="*/ 1028970 h 1028969"/>
              <a:gd name="csX604" fmla="*/ 104392 w 1728164"/>
              <a:gd name="csY604" fmla="*/ 1028970 h 1028969"/>
              <a:gd name="csX605" fmla="*/ 104564 w 1728164"/>
              <a:gd name="csY605" fmla="*/ 1028970 h 1028969"/>
              <a:gd name="csX606" fmla="*/ 104737 w 1728164"/>
              <a:gd name="csY606" fmla="*/ 1028970 h 1028969"/>
              <a:gd name="csX607" fmla="*/ 104910 w 1728164"/>
              <a:gd name="csY607" fmla="*/ 1028970 h 1028969"/>
              <a:gd name="csX608" fmla="*/ 105083 w 1728164"/>
              <a:gd name="csY608" fmla="*/ 1028970 h 1028969"/>
              <a:gd name="csX609" fmla="*/ 105256 w 1728164"/>
              <a:gd name="csY609" fmla="*/ 1028970 h 1028969"/>
              <a:gd name="csX610" fmla="*/ 105428 w 1728164"/>
              <a:gd name="csY610" fmla="*/ 1028970 h 1028969"/>
              <a:gd name="csX611" fmla="*/ 105601 w 1728164"/>
              <a:gd name="csY611" fmla="*/ 1028970 h 1028969"/>
              <a:gd name="csX612" fmla="*/ 105774 w 1728164"/>
              <a:gd name="csY612" fmla="*/ 1028970 h 1028969"/>
              <a:gd name="csX613" fmla="*/ 105947 w 1728164"/>
              <a:gd name="csY613" fmla="*/ 1028970 h 1028969"/>
              <a:gd name="csX614" fmla="*/ 106120 w 1728164"/>
              <a:gd name="csY614" fmla="*/ 1028970 h 1028969"/>
              <a:gd name="csX615" fmla="*/ 106293 w 1728164"/>
              <a:gd name="csY615" fmla="*/ 1028970 h 1028969"/>
              <a:gd name="csX616" fmla="*/ 106466 w 1728164"/>
              <a:gd name="csY616" fmla="*/ 1028970 h 1028969"/>
              <a:gd name="csX617" fmla="*/ 106638 w 1728164"/>
              <a:gd name="csY617" fmla="*/ 1028970 h 1028969"/>
              <a:gd name="csX618" fmla="*/ 106811 w 1728164"/>
              <a:gd name="csY618" fmla="*/ 1028970 h 1028969"/>
              <a:gd name="csX619" fmla="*/ 106984 w 1728164"/>
              <a:gd name="csY619" fmla="*/ 1028970 h 1028969"/>
              <a:gd name="csX620" fmla="*/ 107157 w 1728164"/>
              <a:gd name="csY620" fmla="*/ 1028970 h 1028969"/>
              <a:gd name="csX621" fmla="*/ 107329 w 1728164"/>
              <a:gd name="csY621" fmla="*/ 1028970 h 1028969"/>
              <a:gd name="csX622" fmla="*/ 107502 w 1728164"/>
              <a:gd name="csY622" fmla="*/ 1028970 h 1028969"/>
              <a:gd name="csX623" fmla="*/ 107676 w 1728164"/>
              <a:gd name="csY623" fmla="*/ 1028970 h 1028969"/>
              <a:gd name="csX624" fmla="*/ 107848 w 1728164"/>
              <a:gd name="csY624" fmla="*/ 1028970 h 1028969"/>
              <a:gd name="csX625" fmla="*/ 108021 w 1728164"/>
              <a:gd name="csY625" fmla="*/ 1028970 h 1028969"/>
              <a:gd name="csX626" fmla="*/ 108194 w 1728164"/>
              <a:gd name="csY626" fmla="*/ 1028970 h 1028969"/>
              <a:gd name="csX627" fmla="*/ 108367 w 1728164"/>
              <a:gd name="csY627" fmla="*/ 1028970 h 1028969"/>
              <a:gd name="csX628" fmla="*/ 108539 w 1728164"/>
              <a:gd name="csY628" fmla="*/ 1028970 h 1028969"/>
              <a:gd name="csX629" fmla="*/ 108712 w 1728164"/>
              <a:gd name="csY629" fmla="*/ 1028970 h 1028969"/>
              <a:gd name="csX630" fmla="*/ 108885 w 1728164"/>
              <a:gd name="csY630" fmla="*/ 1028970 h 1028969"/>
              <a:gd name="csX631" fmla="*/ 109058 w 1728164"/>
              <a:gd name="csY631" fmla="*/ 1028970 h 1028969"/>
              <a:gd name="csX632" fmla="*/ 109231 w 1728164"/>
              <a:gd name="csY632" fmla="*/ 1028970 h 1028969"/>
              <a:gd name="csX633" fmla="*/ 109403 w 1728164"/>
              <a:gd name="csY633" fmla="*/ 1028970 h 1028969"/>
              <a:gd name="csX634" fmla="*/ 109577 w 1728164"/>
              <a:gd name="csY634" fmla="*/ 1028970 h 1028969"/>
              <a:gd name="csX635" fmla="*/ 109749 w 1728164"/>
              <a:gd name="csY635" fmla="*/ 1028970 h 1028969"/>
              <a:gd name="csX636" fmla="*/ 109922 w 1728164"/>
              <a:gd name="csY636" fmla="*/ 1028970 h 1028969"/>
              <a:gd name="csX637" fmla="*/ 110095 w 1728164"/>
              <a:gd name="csY637" fmla="*/ 1028970 h 1028969"/>
              <a:gd name="csX638" fmla="*/ 110268 w 1728164"/>
              <a:gd name="csY638" fmla="*/ 1028970 h 1028969"/>
              <a:gd name="csX639" fmla="*/ 110441 w 1728164"/>
              <a:gd name="csY639" fmla="*/ 1028970 h 1028969"/>
              <a:gd name="csX640" fmla="*/ 110613 w 1728164"/>
              <a:gd name="csY640" fmla="*/ 1028970 h 1028969"/>
              <a:gd name="csX641" fmla="*/ 110787 w 1728164"/>
              <a:gd name="csY641" fmla="*/ 1028970 h 1028969"/>
              <a:gd name="csX642" fmla="*/ 110959 w 1728164"/>
              <a:gd name="csY642" fmla="*/ 1028970 h 1028969"/>
              <a:gd name="csX643" fmla="*/ 111132 w 1728164"/>
              <a:gd name="csY643" fmla="*/ 1028970 h 1028969"/>
              <a:gd name="csX644" fmla="*/ 111304 w 1728164"/>
              <a:gd name="csY644" fmla="*/ 1028970 h 1028969"/>
              <a:gd name="csX645" fmla="*/ 111478 w 1728164"/>
              <a:gd name="csY645" fmla="*/ 1028970 h 1028969"/>
              <a:gd name="csX646" fmla="*/ 111650 w 1728164"/>
              <a:gd name="csY646" fmla="*/ 1028970 h 1028969"/>
              <a:gd name="csX647" fmla="*/ 111823 w 1728164"/>
              <a:gd name="csY647" fmla="*/ 1028970 h 1028969"/>
              <a:gd name="csX648" fmla="*/ 111997 w 1728164"/>
              <a:gd name="csY648" fmla="*/ 1028970 h 1028969"/>
              <a:gd name="csX649" fmla="*/ 112169 w 1728164"/>
              <a:gd name="csY649" fmla="*/ 1028970 h 1028969"/>
              <a:gd name="csX650" fmla="*/ 112342 w 1728164"/>
              <a:gd name="csY650" fmla="*/ 1028970 h 1028969"/>
              <a:gd name="csX651" fmla="*/ 112514 w 1728164"/>
              <a:gd name="csY651" fmla="*/ 1028970 h 1028969"/>
              <a:gd name="csX652" fmla="*/ 112688 w 1728164"/>
              <a:gd name="csY652" fmla="*/ 1028970 h 1028969"/>
              <a:gd name="csX653" fmla="*/ 112860 w 1728164"/>
              <a:gd name="csY653" fmla="*/ 1028970 h 1028969"/>
              <a:gd name="csX654" fmla="*/ 113033 w 1728164"/>
              <a:gd name="csY654" fmla="*/ 1028970 h 1028969"/>
              <a:gd name="csX655" fmla="*/ 113206 w 1728164"/>
              <a:gd name="csY655" fmla="*/ 1028970 h 1028969"/>
              <a:gd name="csX656" fmla="*/ 113379 w 1728164"/>
              <a:gd name="csY656" fmla="*/ 1028970 h 1028969"/>
              <a:gd name="csX657" fmla="*/ 113552 w 1728164"/>
              <a:gd name="csY657" fmla="*/ 1028970 h 1028969"/>
              <a:gd name="csX658" fmla="*/ 113724 w 1728164"/>
              <a:gd name="csY658" fmla="*/ 1028970 h 1028969"/>
              <a:gd name="csX659" fmla="*/ 113898 w 1728164"/>
              <a:gd name="csY659" fmla="*/ 1028970 h 1028969"/>
              <a:gd name="csX660" fmla="*/ 114070 w 1728164"/>
              <a:gd name="csY660" fmla="*/ 1028970 h 1028969"/>
              <a:gd name="csX661" fmla="*/ 114243 w 1728164"/>
              <a:gd name="csY661" fmla="*/ 1028970 h 1028969"/>
              <a:gd name="csX662" fmla="*/ 114415 w 1728164"/>
              <a:gd name="csY662" fmla="*/ 1028970 h 1028969"/>
              <a:gd name="csX663" fmla="*/ 114589 w 1728164"/>
              <a:gd name="csY663" fmla="*/ 1028970 h 1028969"/>
              <a:gd name="csX664" fmla="*/ 114762 w 1728164"/>
              <a:gd name="csY664" fmla="*/ 1028970 h 1028969"/>
              <a:gd name="csX665" fmla="*/ 114934 w 1728164"/>
              <a:gd name="csY665" fmla="*/ 1028970 h 1028969"/>
              <a:gd name="csX666" fmla="*/ 115107 w 1728164"/>
              <a:gd name="csY666" fmla="*/ 1028970 h 1028969"/>
              <a:gd name="csX667" fmla="*/ 115280 w 1728164"/>
              <a:gd name="csY667" fmla="*/ 1028970 h 1028969"/>
              <a:gd name="csX668" fmla="*/ 115453 w 1728164"/>
              <a:gd name="csY668" fmla="*/ 1028970 h 1028969"/>
              <a:gd name="csX669" fmla="*/ 115625 w 1728164"/>
              <a:gd name="csY669" fmla="*/ 1028970 h 1028969"/>
              <a:gd name="csX670" fmla="*/ 115799 w 1728164"/>
              <a:gd name="csY670" fmla="*/ 1028970 h 1028969"/>
              <a:gd name="csX671" fmla="*/ 115971 w 1728164"/>
              <a:gd name="csY671" fmla="*/ 1028970 h 1028969"/>
              <a:gd name="csX672" fmla="*/ 116144 w 1728164"/>
              <a:gd name="csY672" fmla="*/ 1028970 h 1028969"/>
              <a:gd name="csX673" fmla="*/ 116317 w 1728164"/>
              <a:gd name="csY673" fmla="*/ 1028970 h 1028969"/>
              <a:gd name="csX674" fmla="*/ 116490 w 1728164"/>
              <a:gd name="csY674" fmla="*/ 1028970 h 1028969"/>
              <a:gd name="csX675" fmla="*/ 116663 w 1728164"/>
              <a:gd name="csY675" fmla="*/ 1028970 h 1028969"/>
              <a:gd name="csX676" fmla="*/ 116835 w 1728164"/>
              <a:gd name="csY676" fmla="*/ 1028970 h 1028969"/>
              <a:gd name="csX677" fmla="*/ 117008 w 1728164"/>
              <a:gd name="csY677" fmla="*/ 1028970 h 1028969"/>
              <a:gd name="csX678" fmla="*/ 117181 w 1728164"/>
              <a:gd name="csY678" fmla="*/ 1028970 h 1028969"/>
              <a:gd name="csX679" fmla="*/ 117354 w 1728164"/>
              <a:gd name="csY679" fmla="*/ 1028970 h 1028969"/>
              <a:gd name="csX680" fmla="*/ 117527 w 1728164"/>
              <a:gd name="csY680" fmla="*/ 1028970 h 1028969"/>
              <a:gd name="csX681" fmla="*/ 117700 w 1728164"/>
              <a:gd name="csY681" fmla="*/ 1028970 h 1028969"/>
              <a:gd name="csX682" fmla="*/ 117873 w 1728164"/>
              <a:gd name="csY682" fmla="*/ 1028970 h 1028969"/>
              <a:gd name="csX683" fmla="*/ 118045 w 1728164"/>
              <a:gd name="csY683" fmla="*/ 1028970 h 1028969"/>
              <a:gd name="csX684" fmla="*/ 118218 w 1728164"/>
              <a:gd name="csY684" fmla="*/ 1028970 h 1028969"/>
              <a:gd name="csX685" fmla="*/ 118391 w 1728164"/>
              <a:gd name="csY685" fmla="*/ 1028970 h 1028969"/>
              <a:gd name="csX686" fmla="*/ 118564 w 1728164"/>
              <a:gd name="csY686" fmla="*/ 1028970 h 1028969"/>
              <a:gd name="csX687" fmla="*/ 118736 w 1728164"/>
              <a:gd name="csY687" fmla="*/ 1028970 h 1028969"/>
              <a:gd name="csX688" fmla="*/ 118909 w 1728164"/>
              <a:gd name="csY688" fmla="*/ 1028970 h 1028969"/>
              <a:gd name="csX689" fmla="*/ 119083 w 1728164"/>
              <a:gd name="csY689" fmla="*/ 1028970 h 1028969"/>
              <a:gd name="csX690" fmla="*/ 119255 w 1728164"/>
              <a:gd name="csY690" fmla="*/ 1028970 h 1028969"/>
              <a:gd name="csX691" fmla="*/ 119428 w 1728164"/>
              <a:gd name="csY691" fmla="*/ 1028970 h 1028969"/>
              <a:gd name="csX692" fmla="*/ 119601 w 1728164"/>
              <a:gd name="csY692" fmla="*/ 1028970 h 1028969"/>
              <a:gd name="csX693" fmla="*/ 119774 w 1728164"/>
              <a:gd name="csY693" fmla="*/ 1028970 h 1028969"/>
              <a:gd name="csX694" fmla="*/ 119946 w 1728164"/>
              <a:gd name="csY694" fmla="*/ 1028970 h 1028969"/>
              <a:gd name="csX695" fmla="*/ 120119 w 1728164"/>
              <a:gd name="csY695" fmla="*/ 1028970 h 1028969"/>
              <a:gd name="csX696" fmla="*/ 120292 w 1728164"/>
              <a:gd name="csY696" fmla="*/ 1028970 h 1028969"/>
              <a:gd name="csX697" fmla="*/ 120465 w 1728164"/>
              <a:gd name="csY697" fmla="*/ 1028970 h 1028969"/>
              <a:gd name="csX698" fmla="*/ 120638 w 1728164"/>
              <a:gd name="csY698" fmla="*/ 1028970 h 1028969"/>
              <a:gd name="csX699" fmla="*/ 120810 w 1728164"/>
              <a:gd name="csY699" fmla="*/ 1028970 h 1028969"/>
              <a:gd name="csX700" fmla="*/ 120984 w 1728164"/>
              <a:gd name="csY700" fmla="*/ 1028970 h 1028969"/>
              <a:gd name="csX701" fmla="*/ 121156 w 1728164"/>
              <a:gd name="csY701" fmla="*/ 1028970 h 1028969"/>
              <a:gd name="csX702" fmla="*/ 121329 w 1728164"/>
              <a:gd name="csY702" fmla="*/ 1028970 h 1028969"/>
              <a:gd name="csX703" fmla="*/ 121502 w 1728164"/>
              <a:gd name="csY703" fmla="*/ 1028970 h 1028969"/>
              <a:gd name="csX704" fmla="*/ 121675 w 1728164"/>
              <a:gd name="csY704" fmla="*/ 1028970 h 1028969"/>
              <a:gd name="csX705" fmla="*/ 121848 w 1728164"/>
              <a:gd name="csY705" fmla="*/ 1028970 h 1028969"/>
              <a:gd name="csX706" fmla="*/ 122020 w 1728164"/>
              <a:gd name="csY706" fmla="*/ 1028970 h 1028969"/>
              <a:gd name="csX707" fmla="*/ 122194 w 1728164"/>
              <a:gd name="csY707" fmla="*/ 1028970 h 1028969"/>
              <a:gd name="csX708" fmla="*/ 122366 w 1728164"/>
              <a:gd name="csY708" fmla="*/ 1028970 h 1028969"/>
              <a:gd name="csX709" fmla="*/ 122539 w 1728164"/>
              <a:gd name="csY709" fmla="*/ 1028970 h 1028969"/>
              <a:gd name="csX710" fmla="*/ 122711 w 1728164"/>
              <a:gd name="csY710" fmla="*/ 1028970 h 1028969"/>
              <a:gd name="csX711" fmla="*/ 122885 w 1728164"/>
              <a:gd name="csY711" fmla="*/ 1028970 h 1028969"/>
              <a:gd name="csX712" fmla="*/ 123057 w 1728164"/>
              <a:gd name="csY712" fmla="*/ 1028970 h 1028969"/>
              <a:gd name="csX713" fmla="*/ 123230 w 1728164"/>
              <a:gd name="csY713" fmla="*/ 1028970 h 1028969"/>
              <a:gd name="csX714" fmla="*/ 123404 w 1728164"/>
              <a:gd name="csY714" fmla="*/ 1028970 h 1028969"/>
              <a:gd name="csX715" fmla="*/ 123576 w 1728164"/>
              <a:gd name="csY715" fmla="*/ 1028970 h 1028969"/>
              <a:gd name="csX716" fmla="*/ 123749 w 1728164"/>
              <a:gd name="csY716" fmla="*/ 1028970 h 1028969"/>
              <a:gd name="csX717" fmla="*/ 123921 w 1728164"/>
              <a:gd name="csY717" fmla="*/ 1028970 h 1028969"/>
              <a:gd name="csX718" fmla="*/ 124095 w 1728164"/>
              <a:gd name="csY718" fmla="*/ 1028970 h 1028969"/>
              <a:gd name="csX719" fmla="*/ 124267 w 1728164"/>
              <a:gd name="csY719" fmla="*/ 1028970 h 1028969"/>
              <a:gd name="csX720" fmla="*/ 124440 w 1728164"/>
              <a:gd name="csY720" fmla="*/ 1028970 h 1028969"/>
              <a:gd name="csX721" fmla="*/ 124613 w 1728164"/>
              <a:gd name="csY721" fmla="*/ 1028970 h 1028969"/>
              <a:gd name="csX722" fmla="*/ 124786 w 1728164"/>
              <a:gd name="csY722" fmla="*/ 1028970 h 1028969"/>
              <a:gd name="csX723" fmla="*/ 124959 w 1728164"/>
              <a:gd name="csY723" fmla="*/ 1028970 h 1028969"/>
              <a:gd name="csX724" fmla="*/ 125131 w 1728164"/>
              <a:gd name="csY724" fmla="*/ 1028970 h 1028969"/>
              <a:gd name="csX725" fmla="*/ 125305 w 1728164"/>
              <a:gd name="csY725" fmla="*/ 1028970 h 1028969"/>
              <a:gd name="csX726" fmla="*/ 125477 w 1728164"/>
              <a:gd name="csY726" fmla="*/ 1028970 h 1028969"/>
              <a:gd name="csX727" fmla="*/ 125650 w 1728164"/>
              <a:gd name="csY727" fmla="*/ 1028970 h 1028969"/>
              <a:gd name="csX728" fmla="*/ 125823 w 1728164"/>
              <a:gd name="csY728" fmla="*/ 1028970 h 1028969"/>
              <a:gd name="csX729" fmla="*/ 125996 w 1728164"/>
              <a:gd name="csY729" fmla="*/ 1028970 h 1028969"/>
              <a:gd name="csX730" fmla="*/ 126169 w 1728164"/>
              <a:gd name="csY730" fmla="*/ 1028970 h 1028969"/>
              <a:gd name="csX731" fmla="*/ 126341 w 1728164"/>
              <a:gd name="csY731" fmla="*/ 1028970 h 1028969"/>
              <a:gd name="csX732" fmla="*/ 126514 w 1728164"/>
              <a:gd name="csY732" fmla="*/ 1028970 h 1028969"/>
              <a:gd name="csX733" fmla="*/ 126687 w 1728164"/>
              <a:gd name="csY733" fmla="*/ 1028970 h 1028969"/>
              <a:gd name="csX734" fmla="*/ 126860 w 1728164"/>
              <a:gd name="csY734" fmla="*/ 1028970 h 1028969"/>
              <a:gd name="csX735" fmla="*/ 127032 w 1728164"/>
              <a:gd name="csY735" fmla="*/ 1028970 h 1028969"/>
              <a:gd name="csX736" fmla="*/ 127206 w 1728164"/>
              <a:gd name="csY736" fmla="*/ 1028970 h 1028969"/>
              <a:gd name="csX737" fmla="*/ 127378 w 1728164"/>
              <a:gd name="csY737" fmla="*/ 1028970 h 1028969"/>
              <a:gd name="csX738" fmla="*/ 127551 w 1728164"/>
              <a:gd name="csY738" fmla="*/ 1028970 h 1028969"/>
              <a:gd name="csX739" fmla="*/ 127724 w 1728164"/>
              <a:gd name="csY739" fmla="*/ 1028970 h 1028969"/>
              <a:gd name="csX740" fmla="*/ 127897 w 1728164"/>
              <a:gd name="csY740" fmla="*/ 1028970 h 1028969"/>
              <a:gd name="csX741" fmla="*/ 128070 w 1728164"/>
              <a:gd name="csY741" fmla="*/ 1028970 h 1028969"/>
              <a:gd name="csX742" fmla="*/ 128242 w 1728164"/>
              <a:gd name="csY742" fmla="*/ 1028970 h 1028969"/>
              <a:gd name="csX743" fmla="*/ 128415 w 1728164"/>
              <a:gd name="csY743" fmla="*/ 1028970 h 1028969"/>
              <a:gd name="csX744" fmla="*/ 128588 w 1728164"/>
              <a:gd name="csY744" fmla="*/ 1028970 h 1028969"/>
              <a:gd name="csX745" fmla="*/ 128761 w 1728164"/>
              <a:gd name="csY745" fmla="*/ 1028970 h 1028969"/>
              <a:gd name="csX746" fmla="*/ 128934 w 1728164"/>
              <a:gd name="csY746" fmla="*/ 1028970 h 1028969"/>
              <a:gd name="csX747" fmla="*/ 129107 w 1728164"/>
              <a:gd name="csY747" fmla="*/ 1028970 h 1028969"/>
              <a:gd name="csX748" fmla="*/ 129280 w 1728164"/>
              <a:gd name="csY748" fmla="*/ 1028970 h 1028969"/>
              <a:gd name="csX749" fmla="*/ 129452 w 1728164"/>
              <a:gd name="csY749" fmla="*/ 1028970 h 1028969"/>
              <a:gd name="csX750" fmla="*/ 129625 w 1728164"/>
              <a:gd name="csY750" fmla="*/ 1028970 h 1028969"/>
              <a:gd name="csX751" fmla="*/ 129798 w 1728164"/>
              <a:gd name="csY751" fmla="*/ 1028970 h 1028969"/>
              <a:gd name="csX752" fmla="*/ 129971 w 1728164"/>
              <a:gd name="csY752" fmla="*/ 1028970 h 1028969"/>
              <a:gd name="csX753" fmla="*/ 130144 w 1728164"/>
              <a:gd name="csY753" fmla="*/ 1028970 h 1028969"/>
              <a:gd name="csX754" fmla="*/ 130316 w 1728164"/>
              <a:gd name="csY754" fmla="*/ 1028970 h 1028969"/>
              <a:gd name="csX755" fmla="*/ 130490 w 1728164"/>
              <a:gd name="csY755" fmla="*/ 1028970 h 1028969"/>
              <a:gd name="csX756" fmla="*/ 130662 w 1728164"/>
              <a:gd name="csY756" fmla="*/ 1028970 h 1028969"/>
              <a:gd name="csX757" fmla="*/ 130835 w 1728164"/>
              <a:gd name="csY757" fmla="*/ 1028970 h 1028969"/>
              <a:gd name="csX758" fmla="*/ 131008 w 1728164"/>
              <a:gd name="csY758" fmla="*/ 1028970 h 1028969"/>
              <a:gd name="csX759" fmla="*/ 131181 w 1728164"/>
              <a:gd name="csY759" fmla="*/ 1028970 h 1028969"/>
              <a:gd name="csX760" fmla="*/ 131353 w 1728164"/>
              <a:gd name="csY760" fmla="*/ 1028970 h 1028969"/>
              <a:gd name="csX761" fmla="*/ 131526 w 1728164"/>
              <a:gd name="csY761" fmla="*/ 1028970 h 1028969"/>
              <a:gd name="csX762" fmla="*/ 131700 w 1728164"/>
              <a:gd name="csY762" fmla="*/ 1028970 h 1028969"/>
              <a:gd name="csX763" fmla="*/ 131872 w 1728164"/>
              <a:gd name="csY763" fmla="*/ 1028970 h 1028969"/>
              <a:gd name="csX764" fmla="*/ 132045 w 1728164"/>
              <a:gd name="csY764" fmla="*/ 1028970 h 1028969"/>
              <a:gd name="csX765" fmla="*/ 132217 w 1728164"/>
              <a:gd name="csY765" fmla="*/ 1028970 h 1028969"/>
              <a:gd name="csX766" fmla="*/ 132391 w 1728164"/>
              <a:gd name="csY766" fmla="*/ 1028970 h 1028969"/>
              <a:gd name="csX767" fmla="*/ 132563 w 1728164"/>
              <a:gd name="csY767" fmla="*/ 1028970 h 1028969"/>
              <a:gd name="csX768" fmla="*/ 132736 w 1728164"/>
              <a:gd name="csY768" fmla="*/ 1028970 h 1028969"/>
              <a:gd name="csX769" fmla="*/ 132909 w 1728164"/>
              <a:gd name="csY769" fmla="*/ 1028970 h 1028969"/>
              <a:gd name="csX770" fmla="*/ 133082 w 1728164"/>
              <a:gd name="csY770" fmla="*/ 1028970 h 1028969"/>
              <a:gd name="csX771" fmla="*/ 133255 w 1728164"/>
              <a:gd name="csY771" fmla="*/ 1028970 h 1028969"/>
              <a:gd name="csX772" fmla="*/ 133427 w 1728164"/>
              <a:gd name="csY772" fmla="*/ 1028970 h 1028969"/>
              <a:gd name="csX773" fmla="*/ 133601 w 1728164"/>
              <a:gd name="csY773" fmla="*/ 1028970 h 1028969"/>
              <a:gd name="csX774" fmla="*/ 133773 w 1728164"/>
              <a:gd name="csY774" fmla="*/ 1028970 h 1028969"/>
              <a:gd name="csX775" fmla="*/ 133946 w 1728164"/>
              <a:gd name="csY775" fmla="*/ 1028970 h 1028969"/>
              <a:gd name="csX776" fmla="*/ 134118 w 1728164"/>
              <a:gd name="csY776" fmla="*/ 1028970 h 1028969"/>
              <a:gd name="csX777" fmla="*/ 134292 w 1728164"/>
              <a:gd name="csY777" fmla="*/ 1028970 h 1028969"/>
              <a:gd name="csX778" fmla="*/ 134465 w 1728164"/>
              <a:gd name="csY778" fmla="*/ 1028970 h 1028969"/>
              <a:gd name="csX779" fmla="*/ 134637 w 1728164"/>
              <a:gd name="csY779" fmla="*/ 1028970 h 1028969"/>
              <a:gd name="csX780" fmla="*/ 134811 w 1728164"/>
              <a:gd name="csY780" fmla="*/ 1028970 h 1028969"/>
              <a:gd name="csX781" fmla="*/ 134983 w 1728164"/>
              <a:gd name="csY781" fmla="*/ 1028970 h 1028969"/>
              <a:gd name="csX782" fmla="*/ 135156 w 1728164"/>
              <a:gd name="csY782" fmla="*/ 1028970 h 1028969"/>
              <a:gd name="csX783" fmla="*/ 135328 w 1728164"/>
              <a:gd name="csY783" fmla="*/ 1028970 h 1028969"/>
              <a:gd name="csX784" fmla="*/ 135502 w 1728164"/>
              <a:gd name="csY784" fmla="*/ 1028970 h 1028969"/>
              <a:gd name="csX785" fmla="*/ 135674 w 1728164"/>
              <a:gd name="csY785" fmla="*/ 1028970 h 1028969"/>
              <a:gd name="csX786" fmla="*/ 135847 w 1728164"/>
              <a:gd name="csY786" fmla="*/ 1028970 h 1028969"/>
              <a:gd name="csX787" fmla="*/ 136020 w 1728164"/>
              <a:gd name="csY787" fmla="*/ 1028970 h 1028969"/>
              <a:gd name="csX788" fmla="*/ 136193 w 1728164"/>
              <a:gd name="csY788" fmla="*/ 1028970 h 1028969"/>
              <a:gd name="csX789" fmla="*/ 136366 w 1728164"/>
              <a:gd name="csY789" fmla="*/ 1028970 h 1028969"/>
              <a:gd name="csX790" fmla="*/ 136538 w 1728164"/>
              <a:gd name="csY790" fmla="*/ 1028970 h 1028969"/>
              <a:gd name="csX791" fmla="*/ 136712 w 1728164"/>
              <a:gd name="csY791" fmla="*/ 1028970 h 1028969"/>
              <a:gd name="csX792" fmla="*/ 136884 w 1728164"/>
              <a:gd name="csY792" fmla="*/ 1028970 h 1028969"/>
              <a:gd name="csX793" fmla="*/ 137057 w 1728164"/>
              <a:gd name="csY793" fmla="*/ 1028970 h 1028969"/>
              <a:gd name="csX794" fmla="*/ 137230 w 1728164"/>
              <a:gd name="csY794" fmla="*/ 1028970 h 1028969"/>
              <a:gd name="csX795" fmla="*/ 137403 w 1728164"/>
              <a:gd name="csY795" fmla="*/ 1028970 h 1028969"/>
              <a:gd name="csX796" fmla="*/ 137576 w 1728164"/>
              <a:gd name="csY796" fmla="*/ 1028970 h 1028969"/>
              <a:gd name="csX797" fmla="*/ 137748 w 1728164"/>
              <a:gd name="csY797" fmla="*/ 1028970 h 1028969"/>
              <a:gd name="csX798" fmla="*/ 137921 w 1728164"/>
              <a:gd name="csY798" fmla="*/ 1028970 h 1028969"/>
              <a:gd name="csX799" fmla="*/ 138094 w 1728164"/>
              <a:gd name="csY799" fmla="*/ 1028970 h 1028969"/>
              <a:gd name="csX800" fmla="*/ 138267 w 1728164"/>
              <a:gd name="csY800" fmla="*/ 1028970 h 1028969"/>
              <a:gd name="csX801" fmla="*/ 138439 w 1728164"/>
              <a:gd name="csY801" fmla="*/ 1028970 h 1028969"/>
              <a:gd name="csX802" fmla="*/ 138613 w 1728164"/>
              <a:gd name="csY802" fmla="*/ 1028970 h 1028969"/>
              <a:gd name="csX803" fmla="*/ 138786 w 1728164"/>
              <a:gd name="csY803" fmla="*/ 1028970 h 1028969"/>
              <a:gd name="csX804" fmla="*/ 138958 w 1728164"/>
              <a:gd name="csY804" fmla="*/ 1028970 h 1028969"/>
              <a:gd name="csX805" fmla="*/ 139131 w 1728164"/>
              <a:gd name="csY805" fmla="*/ 1028970 h 1028969"/>
              <a:gd name="csX806" fmla="*/ 139304 w 1728164"/>
              <a:gd name="csY806" fmla="*/ 1028970 h 1028969"/>
              <a:gd name="csX807" fmla="*/ 139477 w 1728164"/>
              <a:gd name="csY807" fmla="*/ 1028970 h 1028969"/>
              <a:gd name="csX808" fmla="*/ 139649 w 1728164"/>
              <a:gd name="csY808" fmla="*/ 1028970 h 1028969"/>
              <a:gd name="csX809" fmla="*/ 139822 w 1728164"/>
              <a:gd name="csY809" fmla="*/ 1028970 h 1028969"/>
              <a:gd name="csX810" fmla="*/ 139995 w 1728164"/>
              <a:gd name="csY810" fmla="*/ 1028970 h 1028969"/>
              <a:gd name="csX811" fmla="*/ 140168 w 1728164"/>
              <a:gd name="csY811" fmla="*/ 1028970 h 1028969"/>
              <a:gd name="csX812" fmla="*/ 140341 w 1728164"/>
              <a:gd name="csY812" fmla="*/ 1028970 h 1028969"/>
              <a:gd name="csX813" fmla="*/ 140514 w 1728164"/>
              <a:gd name="csY813" fmla="*/ 1028970 h 1028969"/>
              <a:gd name="csX814" fmla="*/ 140687 w 1728164"/>
              <a:gd name="csY814" fmla="*/ 1028970 h 1028969"/>
              <a:gd name="csX815" fmla="*/ 140859 w 1728164"/>
              <a:gd name="csY815" fmla="*/ 1028970 h 1028969"/>
              <a:gd name="csX816" fmla="*/ 141032 w 1728164"/>
              <a:gd name="csY816" fmla="*/ 1028970 h 1028969"/>
              <a:gd name="csX817" fmla="*/ 141205 w 1728164"/>
              <a:gd name="csY817" fmla="*/ 1028970 h 1028969"/>
              <a:gd name="csX818" fmla="*/ 141378 w 1728164"/>
              <a:gd name="csY818" fmla="*/ 1028970 h 1028969"/>
              <a:gd name="csX819" fmla="*/ 141551 w 1728164"/>
              <a:gd name="csY819" fmla="*/ 1028970 h 1028969"/>
              <a:gd name="csX820" fmla="*/ 141723 w 1728164"/>
              <a:gd name="csY820" fmla="*/ 1028970 h 1028969"/>
              <a:gd name="csX821" fmla="*/ 141897 w 1728164"/>
              <a:gd name="csY821" fmla="*/ 1028970 h 1028969"/>
              <a:gd name="csX822" fmla="*/ 142069 w 1728164"/>
              <a:gd name="csY822" fmla="*/ 1028970 h 1028969"/>
              <a:gd name="csX823" fmla="*/ 142242 w 1728164"/>
              <a:gd name="csY823" fmla="*/ 1028970 h 1028969"/>
              <a:gd name="csX824" fmla="*/ 142415 w 1728164"/>
              <a:gd name="csY824" fmla="*/ 1028970 h 1028969"/>
              <a:gd name="csX825" fmla="*/ 142588 w 1728164"/>
              <a:gd name="csY825" fmla="*/ 1028970 h 1028969"/>
              <a:gd name="csX826" fmla="*/ 142760 w 1728164"/>
              <a:gd name="csY826" fmla="*/ 1028970 h 1028969"/>
              <a:gd name="csX827" fmla="*/ 142933 w 1728164"/>
              <a:gd name="csY827" fmla="*/ 1028970 h 1028969"/>
              <a:gd name="csX828" fmla="*/ 143107 w 1728164"/>
              <a:gd name="csY828" fmla="*/ 1028970 h 1028969"/>
              <a:gd name="csX829" fmla="*/ 143279 w 1728164"/>
              <a:gd name="csY829" fmla="*/ 1028970 h 1028969"/>
              <a:gd name="csX830" fmla="*/ 143452 w 1728164"/>
              <a:gd name="csY830" fmla="*/ 1028970 h 1028969"/>
              <a:gd name="csX831" fmla="*/ 143624 w 1728164"/>
              <a:gd name="csY831" fmla="*/ 1028970 h 1028969"/>
              <a:gd name="csX832" fmla="*/ 143798 w 1728164"/>
              <a:gd name="csY832" fmla="*/ 1028970 h 1028969"/>
              <a:gd name="csX833" fmla="*/ 143970 w 1728164"/>
              <a:gd name="csY833" fmla="*/ 1028970 h 1028969"/>
              <a:gd name="csX834" fmla="*/ 144143 w 1728164"/>
              <a:gd name="csY834" fmla="*/ 1028970 h 1028969"/>
              <a:gd name="csX835" fmla="*/ 144316 w 1728164"/>
              <a:gd name="csY835" fmla="*/ 1028970 h 1028969"/>
              <a:gd name="csX836" fmla="*/ 144489 w 1728164"/>
              <a:gd name="csY836" fmla="*/ 1028970 h 1028969"/>
              <a:gd name="csX837" fmla="*/ 144662 w 1728164"/>
              <a:gd name="csY837" fmla="*/ 1028970 h 1028969"/>
              <a:gd name="csX838" fmla="*/ 144834 w 1728164"/>
              <a:gd name="csY838" fmla="*/ 1028970 h 1028969"/>
              <a:gd name="csX839" fmla="*/ 145008 w 1728164"/>
              <a:gd name="csY839" fmla="*/ 1028970 h 1028969"/>
              <a:gd name="csX840" fmla="*/ 145180 w 1728164"/>
              <a:gd name="csY840" fmla="*/ 1028970 h 1028969"/>
              <a:gd name="csX841" fmla="*/ 145353 w 1728164"/>
              <a:gd name="csY841" fmla="*/ 1028970 h 1028969"/>
              <a:gd name="csX842" fmla="*/ 145525 w 1728164"/>
              <a:gd name="csY842" fmla="*/ 1028970 h 1028969"/>
              <a:gd name="csX843" fmla="*/ 145699 w 1728164"/>
              <a:gd name="csY843" fmla="*/ 1028970 h 1028969"/>
              <a:gd name="csX844" fmla="*/ 145872 w 1728164"/>
              <a:gd name="csY844" fmla="*/ 1028970 h 1028969"/>
              <a:gd name="csX845" fmla="*/ 146044 w 1728164"/>
              <a:gd name="csY845" fmla="*/ 1028970 h 1028969"/>
              <a:gd name="csX846" fmla="*/ 146218 w 1728164"/>
              <a:gd name="csY846" fmla="*/ 1028970 h 1028969"/>
              <a:gd name="csX847" fmla="*/ 146390 w 1728164"/>
              <a:gd name="csY847" fmla="*/ 1028970 h 1028969"/>
              <a:gd name="csX848" fmla="*/ 146563 w 1728164"/>
              <a:gd name="csY848" fmla="*/ 1028970 h 1028969"/>
              <a:gd name="csX849" fmla="*/ 146735 w 1728164"/>
              <a:gd name="csY849" fmla="*/ 1028970 h 1028969"/>
              <a:gd name="csX850" fmla="*/ 146909 w 1728164"/>
              <a:gd name="csY850" fmla="*/ 1028970 h 1028969"/>
              <a:gd name="csX851" fmla="*/ 147081 w 1728164"/>
              <a:gd name="csY851" fmla="*/ 1028970 h 1028969"/>
              <a:gd name="csX852" fmla="*/ 147254 w 1728164"/>
              <a:gd name="csY852" fmla="*/ 1028970 h 1028969"/>
              <a:gd name="csX853" fmla="*/ 147427 w 1728164"/>
              <a:gd name="csY853" fmla="*/ 1028970 h 1028969"/>
              <a:gd name="csX854" fmla="*/ 147600 w 1728164"/>
              <a:gd name="csY854" fmla="*/ 1028970 h 1028969"/>
              <a:gd name="csX855" fmla="*/ 147773 w 1728164"/>
              <a:gd name="csY855" fmla="*/ 1028970 h 1028969"/>
              <a:gd name="csX856" fmla="*/ 147945 w 1728164"/>
              <a:gd name="csY856" fmla="*/ 1028970 h 1028969"/>
              <a:gd name="csX857" fmla="*/ 148119 w 1728164"/>
              <a:gd name="csY857" fmla="*/ 1028970 h 1028969"/>
              <a:gd name="csX858" fmla="*/ 148291 w 1728164"/>
              <a:gd name="csY858" fmla="*/ 1028970 h 1028969"/>
              <a:gd name="csX859" fmla="*/ 148464 w 1728164"/>
              <a:gd name="csY859" fmla="*/ 1028970 h 1028969"/>
              <a:gd name="csX860" fmla="*/ 148637 w 1728164"/>
              <a:gd name="csY860" fmla="*/ 1028970 h 1028969"/>
              <a:gd name="csX861" fmla="*/ 148810 w 1728164"/>
              <a:gd name="csY861" fmla="*/ 1028970 h 1028969"/>
              <a:gd name="csX862" fmla="*/ 148983 w 1728164"/>
              <a:gd name="csY862" fmla="*/ 1028970 h 1028969"/>
              <a:gd name="csX863" fmla="*/ 149155 w 1728164"/>
              <a:gd name="csY863" fmla="*/ 1028970 h 1028969"/>
              <a:gd name="csX864" fmla="*/ 149328 w 1728164"/>
              <a:gd name="csY864" fmla="*/ 1028970 h 1028969"/>
              <a:gd name="csX865" fmla="*/ 149501 w 1728164"/>
              <a:gd name="csY865" fmla="*/ 1028970 h 1028969"/>
              <a:gd name="csX866" fmla="*/ 149674 w 1728164"/>
              <a:gd name="csY866" fmla="*/ 1028970 h 1028969"/>
              <a:gd name="csX867" fmla="*/ 149846 w 1728164"/>
              <a:gd name="csY867" fmla="*/ 1028970 h 1028969"/>
              <a:gd name="csX868" fmla="*/ 150020 w 1728164"/>
              <a:gd name="csY868" fmla="*/ 1028970 h 1028969"/>
              <a:gd name="csX869" fmla="*/ 150193 w 1728164"/>
              <a:gd name="csY869" fmla="*/ 1028970 h 1028969"/>
              <a:gd name="csX870" fmla="*/ 150365 w 1728164"/>
              <a:gd name="csY870" fmla="*/ 1028970 h 1028969"/>
              <a:gd name="csX871" fmla="*/ 150538 w 1728164"/>
              <a:gd name="csY871" fmla="*/ 1028970 h 1028969"/>
              <a:gd name="csX872" fmla="*/ 150711 w 1728164"/>
              <a:gd name="csY872" fmla="*/ 1028970 h 1028969"/>
              <a:gd name="csX873" fmla="*/ 150884 w 1728164"/>
              <a:gd name="csY873" fmla="*/ 1028970 h 1028969"/>
              <a:gd name="csX874" fmla="*/ 151056 w 1728164"/>
              <a:gd name="csY874" fmla="*/ 1028970 h 1028969"/>
              <a:gd name="csX875" fmla="*/ 151229 w 1728164"/>
              <a:gd name="csY875" fmla="*/ 1028970 h 1028969"/>
              <a:gd name="csX876" fmla="*/ 151402 w 1728164"/>
              <a:gd name="csY876" fmla="*/ 1028970 h 1028969"/>
              <a:gd name="csX877" fmla="*/ 151575 w 1728164"/>
              <a:gd name="csY877" fmla="*/ 1028970 h 1028969"/>
              <a:gd name="csX878" fmla="*/ 151748 w 1728164"/>
              <a:gd name="csY878" fmla="*/ 1028970 h 1028969"/>
              <a:gd name="csX879" fmla="*/ 151921 w 1728164"/>
              <a:gd name="csY879" fmla="*/ 1028970 h 1028969"/>
              <a:gd name="csX880" fmla="*/ 152094 w 1728164"/>
              <a:gd name="csY880" fmla="*/ 1028970 h 1028969"/>
              <a:gd name="csX881" fmla="*/ 152266 w 1728164"/>
              <a:gd name="csY881" fmla="*/ 1028970 h 1028969"/>
              <a:gd name="csX882" fmla="*/ 152439 w 1728164"/>
              <a:gd name="csY882" fmla="*/ 1028970 h 1028969"/>
              <a:gd name="csX883" fmla="*/ 152612 w 1728164"/>
              <a:gd name="csY883" fmla="*/ 1028970 h 1028969"/>
              <a:gd name="csX884" fmla="*/ 152785 w 1728164"/>
              <a:gd name="csY884" fmla="*/ 1028970 h 1028969"/>
              <a:gd name="csX885" fmla="*/ 152958 w 1728164"/>
              <a:gd name="csY885" fmla="*/ 1028970 h 1028969"/>
              <a:gd name="csX886" fmla="*/ 153130 w 1728164"/>
              <a:gd name="csY886" fmla="*/ 1028970 h 1028969"/>
              <a:gd name="csX887" fmla="*/ 153304 w 1728164"/>
              <a:gd name="csY887" fmla="*/ 1028970 h 1028969"/>
              <a:gd name="csX888" fmla="*/ 153476 w 1728164"/>
              <a:gd name="csY888" fmla="*/ 1028970 h 1028969"/>
              <a:gd name="csX889" fmla="*/ 153649 w 1728164"/>
              <a:gd name="csY889" fmla="*/ 1028970 h 1028969"/>
              <a:gd name="csX890" fmla="*/ 153822 w 1728164"/>
              <a:gd name="csY890" fmla="*/ 1028970 h 1028969"/>
              <a:gd name="csX891" fmla="*/ 153995 w 1728164"/>
              <a:gd name="csY891" fmla="*/ 1028970 h 1028969"/>
              <a:gd name="csX892" fmla="*/ 154167 w 1728164"/>
              <a:gd name="csY892" fmla="*/ 1028970 h 1028969"/>
              <a:gd name="csX893" fmla="*/ 154340 w 1728164"/>
              <a:gd name="csY893" fmla="*/ 1028970 h 1028969"/>
              <a:gd name="csX894" fmla="*/ 154514 w 1728164"/>
              <a:gd name="csY894" fmla="*/ 1028970 h 1028969"/>
              <a:gd name="csX895" fmla="*/ 154686 w 1728164"/>
              <a:gd name="csY895" fmla="*/ 1028970 h 1028969"/>
              <a:gd name="csX896" fmla="*/ 154859 w 1728164"/>
              <a:gd name="csY896" fmla="*/ 1028970 h 1028969"/>
              <a:gd name="csX897" fmla="*/ 155031 w 1728164"/>
              <a:gd name="csY897" fmla="*/ 1028970 h 1028969"/>
              <a:gd name="csX898" fmla="*/ 155205 w 1728164"/>
              <a:gd name="csY898" fmla="*/ 1028970 h 1028969"/>
              <a:gd name="csX899" fmla="*/ 155377 w 1728164"/>
              <a:gd name="csY899" fmla="*/ 1028970 h 1028969"/>
              <a:gd name="csX900" fmla="*/ 155550 w 1728164"/>
              <a:gd name="csY900" fmla="*/ 1028970 h 1028969"/>
              <a:gd name="csX901" fmla="*/ 155723 w 1728164"/>
              <a:gd name="csY901" fmla="*/ 1028970 h 1028969"/>
              <a:gd name="csX902" fmla="*/ 155896 w 1728164"/>
              <a:gd name="csY902" fmla="*/ 1028970 h 1028969"/>
              <a:gd name="csX903" fmla="*/ 156069 w 1728164"/>
              <a:gd name="csY903" fmla="*/ 1028970 h 1028969"/>
              <a:gd name="csX904" fmla="*/ 156241 w 1728164"/>
              <a:gd name="csY904" fmla="*/ 1028970 h 1028969"/>
              <a:gd name="csX905" fmla="*/ 156415 w 1728164"/>
              <a:gd name="csY905" fmla="*/ 1028970 h 1028969"/>
              <a:gd name="csX906" fmla="*/ 156587 w 1728164"/>
              <a:gd name="csY906" fmla="*/ 1028970 h 1028969"/>
              <a:gd name="csX907" fmla="*/ 156760 w 1728164"/>
              <a:gd name="csY907" fmla="*/ 1028970 h 1028969"/>
              <a:gd name="csX908" fmla="*/ 156933 w 1728164"/>
              <a:gd name="csY908" fmla="*/ 1028970 h 1028969"/>
              <a:gd name="csX909" fmla="*/ 157106 w 1728164"/>
              <a:gd name="csY909" fmla="*/ 1028970 h 1028969"/>
              <a:gd name="csX910" fmla="*/ 157279 w 1728164"/>
              <a:gd name="csY910" fmla="*/ 1028970 h 1028969"/>
              <a:gd name="csX911" fmla="*/ 157451 w 1728164"/>
              <a:gd name="csY911" fmla="*/ 1028970 h 1028969"/>
              <a:gd name="csX912" fmla="*/ 157625 w 1728164"/>
              <a:gd name="csY912" fmla="*/ 1028970 h 1028969"/>
              <a:gd name="csX913" fmla="*/ 157797 w 1728164"/>
              <a:gd name="csY913" fmla="*/ 1028970 h 1028969"/>
              <a:gd name="csX914" fmla="*/ 157970 w 1728164"/>
              <a:gd name="csY914" fmla="*/ 1028970 h 1028969"/>
              <a:gd name="csX915" fmla="*/ 158142 w 1728164"/>
              <a:gd name="csY915" fmla="*/ 1028970 h 1028969"/>
              <a:gd name="csX916" fmla="*/ 158316 w 1728164"/>
              <a:gd name="csY916" fmla="*/ 1028970 h 1028969"/>
              <a:gd name="csX917" fmla="*/ 158488 w 1728164"/>
              <a:gd name="csY917" fmla="*/ 1028970 h 1028969"/>
              <a:gd name="csX918" fmla="*/ 158661 w 1728164"/>
              <a:gd name="csY918" fmla="*/ 1028970 h 1028969"/>
              <a:gd name="csX919" fmla="*/ 158834 w 1728164"/>
              <a:gd name="csY919" fmla="*/ 1028970 h 1028969"/>
              <a:gd name="csX920" fmla="*/ 159007 w 1728164"/>
              <a:gd name="csY920" fmla="*/ 1028970 h 1028969"/>
              <a:gd name="csX921" fmla="*/ 159180 w 1728164"/>
              <a:gd name="csY921" fmla="*/ 1028970 h 1028969"/>
              <a:gd name="csX922" fmla="*/ 159352 w 1728164"/>
              <a:gd name="csY922" fmla="*/ 1028970 h 1028969"/>
              <a:gd name="csX923" fmla="*/ 159526 w 1728164"/>
              <a:gd name="csY923" fmla="*/ 1028970 h 1028969"/>
              <a:gd name="csX924" fmla="*/ 159698 w 1728164"/>
              <a:gd name="csY924" fmla="*/ 1028970 h 1028969"/>
              <a:gd name="csX925" fmla="*/ 159871 w 1728164"/>
              <a:gd name="csY925" fmla="*/ 1028970 h 1028969"/>
              <a:gd name="csX926" fmla="*/ 160044 w 1728164"/>
              <a:gd name="csY926" fmla="*/ 1028970 h 1028969"/>
              <a:gd name="csX927" fmla="*/ 160217 w 1728164"/>
              <a:gd name="csY927" fmla="*/ 1028970 h 1028969"/>
              <a:gd name="csX928" fmla="*/ 160390 w 1728164"/>
              <a:gd name="csY928" fmla="*/ 1028970 h 1028969"/>
              <a:gd name="csX929" fmla="*/ 160562 w 1728164"/>
              <a:gd name="csY929" fmla="*/ 1028970 h 1028969"/>
              <a:gd name="csX930" fmla="*/ 160735 w 1728164"/>
              <a:gd name="csY930" fmla="*/ 1028970 h 1028969"/>
              <a:gd name="csX931" fmla="*/ 160908 w 1728164"/>
              <a:gd name="csY931" fmla="*/ 1028970 h 1028969"/>
              <a:gd name="csX932" fmla="*/ 161081 w 1728164"/>
              <a:gd name="csY932" fmla="*/ 1028970 h 1028969"/>
              <a:gd name="csX933" fmla="*/ 161254 w 1728164"/>
              <a:gd name="csY933" fmla="*/ 1028970 h 1028969"/>
              <a:gd name="csX934" fmla="*/ 161427 w 1728164"/>
              <a:gd name="csY934" fmla="*/ 1028970 h 1028969"/>
              <a:gd name="csX935" fmla="*/ 161600 w 1728164"/>
              <a:gd name="csY935" fmla="*/ 1028970 h 1028969"/>
              <a:gd name="csX936" fmla="*/ 161772 w 1728164"/>
              <a:gd name="csY936" fmla="*/ 1028970 h 1028969"/>
              <a:gd name="csX937" fmla="*/ 161945 w 1728164"/>
              <a:gd name="csY937" fmla="*/ 1028970 h 1028969"/>
              <a:gd name="csX938" fmla="*/ 162118 w 1728164"/>
              <a:gd name="csY938" fmla="*/ 1028970 h 1028969"/>
              <a:gd name="csX939" fmla="*/ 162291 w 1728164"/>
              <a:gd name="csY939" fmla="*/ 1028970 h 1028969"/>
              <a:gd name="csX940" fmla="*/ 162463 w 1728164"/>
              <a:gd name="csY940" fmla="*/ 1028970 h 1028969"/>
              <a:gd name="csX941" fmla="*/ 162636 w 1728164"/>
              <a:gd name="csY941" fmla="*/ 1028970 h 1028969"/>
              <a:gd name="csX942" fmla="*/ 162810 w 1728164"/>
              <a:gd name="csY942" fmla="*/ 1028970 h 1028969"/>
              <a:gd name="csX943" fmla="*/ 162982 w 1728164"/>
              <a:gd name="csY943" fmla="*/ 1028970 h 1028969"/>
              <a:gd name="csX944" fmla="*/ 163155 w 1728164"/>
              <a:gd name="csY944" fmla="*/ 1028970 h 1028969"/>
              <a:gd name="csX945" fmla="*/ 163328 w 1728164"/>
              <a:gd name="csY945" fmla="*/ 1028970 h 1028969"/>
              <a:gd name="csX946" fmla="*/ 163501 w 1728164"/>
              <a:gd name="csY946" fmla="*/ 1028970 h 1028969"/>
              <a:gd name="csX947" fmla="*/ 163673 w 1728164"/>
              <a:gd name="csY947" fmla="*/ 1028970 h 1028969"/>
              <a:gd name="csX948" fmla="*/ 163846 w 1728164"/>
              <a:gd name="csY948" fmla="*/ 1028970 h 1028969"/>
              <a:gd name="csX949" fmla="*/ 164019 w 1728164"/>
              <a:gd name="csY949" fmla="*/ 1028970 h 1028969"/>
              <a:gd name="csX950" fmla="*/ 164192 w 1728164"/>
              <a:gd name="csY950" fmla="*/ 1028970 h 1028969"/>
              <a:gd name="csX951" fmla="*/ 164365 w 1728164"/>
              <a:gd name="csY951" fmla="*/ 1028970 h 1028969"/>
              <a:gd name="csX952" fmla="*/ 164537 w 1728164"/>
              <a:gd name="csY952" fmla="*/ 1028970 h 1028969"/>
              <a:gd name="csX953" fmla="*/ 164711 w 1728164"/>
              <a:gd name="csY953" fmla="*/ 1028970 h 1028969"/>
              <a:gd name="csX954" fmla="*/ 164883 w 1728164"/>
              <a:gd name="csY954" fmla="*/ 1028970 h 1028969"/>
              <a:gd name="csX955" fmla="*/ 165056 w 1728164"/>
              <a:gd name="csY955" fmla="*/ 1028970 h 1028969"/>
              <a:gd name="csX956" fmla="*/ 165229 w 1728164"/>
              <a:gd name="csY956" fmla="*/ 1028970 h 1028969"/>
              <a:gd name="csX957" fmla="*/ 165402 w 1728164"/>
              <a:gd name="csY957" fmla="*/ 1028970 h 1028969"/>
              <a:gd name="csX958" fmla="*/ 165575 w 1728164"/>
              <a:gd name="csY958" fmla="*/ 1028970 h 1028969"/>
              <a:gd name="csX959" fmla="*/ 165747 w 1728164"/>
              <a:gd name="csY959" fmla="*/ 1028970 h 1028969"/>
              <a:gd name="csX960" fmla="*/ 165921 w 1728164"/>
              <a:gd name="csY960" fmla="*/ 1028970 h 1028969"/>
              <a:gd name="csX961" fmla="*/ 166093 w 1728164"/>
              <a:gd name="csY961" fmla="*/ 1028970 h 1028969"/>
              <a:gd name="csX962" fmla="*/ 166266 w 1728164"/>
              <a:gd name="csY962" fmla="*/ 1028970 h 1028969"/>
              <a:gd name="csX963" fmla="*/ 166438 w 1728164"/>
              <a:gd name="csY963" fmla="*/ 1028970 h 1028969"/>
              <a:gd name="csX964" fmla="*/ 166612 w 1728164"/>
              <a:gd name="csY964" fmla="*/ 1028970 h 1028969"/>
              <a:gd name="csX965" fmla="*/ 166784 w 1728164"/>
              <a:gd name="csY965" fmla="*/ 1028970 h 1028969"/>
              <a:gd name="csX966" fmla="*/ 166957 w 1728164"/>
              <a:gd name="csY966" fmla="*/ 1028970 h 1028969"/>
              <a:gd name="csX967" fmla="*/ 167131 w 1728164"/>
              <a:gd name="csY967" fmla="*/ 1028970 h 1028969"/>
              <a:gd name="csX968" fmla="*/ 167303 w 1728164"/>
              <a:gd name="csY968" fmla="*/ 1028970 h 1028969"/>
              <a:gd name="csX969" fmla="*/ 167476 w 1728164"/>
              <a:gd name="csY969" fmla="*/ 1028970 h 1028969"/>
              <a:gd name="csX970" fmla="*/ 167648 w 1728164"/>
              <a:gd name="csY970" fmla="*/ 1028970 h 1028969"/>
              <a:gd name="csX971" fmla="*/ 167822 w 1728164"/>
              <a:gd name="csY971" fmla="*/ 1028970 h 1028969"/>
              <a:gd name="csX972" fmla="*/ 167994 w 1728164"/>
              <a:gd name="csY972" fmla="*/ 1028970 h 1028969"/>
              <a:gd name="csX973" fmla="*/ 168167 w 1728164"/>
              <a:gd name="csY973" fmla="*/ 1028970 h 1028969"/>
              <a:gd name="csX974" fmla="*/ 168340 w 1728164"/>
              <a:gd name="csY974" fmla="*/ 1028970 h 1028969"/>
              <a:gd name="csX975" fmla="*/ 168513 w 1728164"/>
              <a:gd name="csY975" fmla="*/ 1028970 h 1028969"/>
              <a:gd name="csX976" fmla="*/ 168686 w 1728164"/>
              <a:gd name="csY976" fmla="*/ 1028970 h 1028969"/>
              <a:gd name="csX977" fmla="*/ 168858 w 1728164"/>
              <a:gd name="csY977" fmla="*/ 1028970 h 1028969"/>
              <a:gd name="csX978" fmla="*/ 169032 w 1728164"/>
              <a:gd name="csY978" fmla="*/ 1028970 h 1028969"/>
              <a:gd name="csX979" fmla="*/ 169204 w 1728164"/>
              <a:gd name="csY979" fmla="*/ 1028970 h 1028969"/>
              <a:gd name="csX980" fmla="*/ 169377 w 1728164"/>
              <a:gd name="csY980" fmla="*/ 1028970 h 1028969"/>
              <a:gd name="csX981" fmla="*/ 169549 w 1728164"/>
              <a:gd name="csY981" fmla="*/ 1028970 h 1028969"/>
              <a:gd name="csX982" fmla="*/ 169723 w 1728164"/>
              <a:gd name="csY982" fmla="*/ 1028970 h 1028969"/>
              <a:gd name="csX983" fmla="*/ 169896 w 1728164"/>
              <a:gd name="csY983" fmla="*/ 1028970 h 1028969"/>
              <a:gd name="csX984" fmla="*/ 170068 w 1728164"/>
              <a:gd name="csY984" fmla="*/ 1028970 h 1028969"/>
              <a:gd name="csX985" fmla="*/ 170241 w 1728164"/>
              <a:gd name="csY985" fmla="*/ 1028970 h 1028969"/>
              <a:gd name="csX986" fmla="*/ 170414 w 1728164"/>
              <a:gd name="csY986" fmla="*/ 1028970 h 1028969"/>
              <a:gd name="csX987" fmla="*/ 170587 w 1728164"/>
              <a:gd name="csY987" fmla="*/ 1028970 h 1028969"/>
              <a:gd name="csX988" fmla="*/ 170759 w 1728164"/>
              <a:gd name="csY988" fmla="*/ 1028970 h 1028969"/>
              <a:gd name="csX989" fmla="*/ 170933 w 1728164"/>
              <a:gd name="csY989" fmla="*/ 1028970 h 1028969"/>
              <a:gd name="csX990" fmla="*/ 171105 w 1728164"/>
              <a:gd name="csY990" fmla="*/ 1028970 h 1028969"/>
              <a:gd name="csX991" fmla="*/ 171278 w 1728164"/>
              <a:gd name="csY991" fmla="*/ 1028970 h 1028969"/>
              <a:gd name="csX992" fmla="*/ 171451 w 1728164"/>
              <a:gd name="csY992" fmla="*/ 1028970 h 1028969"/>
              <a:gd name="csX993" fmla="*/ 171624 w 1728164"/>
              <a:gd name="csY993" fmla="*/ 1028970 h 1028969"/>
              <a:gd name="csX994" fmla="*/ 171797 w 1728164"/>
              <a:gd name="csY994" fmla="*/ 1028970 h 1028969"/>
              <a:gd name="csX995" fmla="*/ 171969 w 1728164"/>
              <a:gd name="csY995" fmla="*/ 1028970 h 1028969"/>
              <a:gd name="csX996" fmla="*/ 172142 w 1728164"/>
              <a:gd name="csY996" fmla="*/ 1028970 h 1028969"/>
              <a:gd name="csX997" fmla="*/ 172315 w 1728164"/>
              <a:gd name="csY997" fmla="*/ 1028970 h 1028969"/>
              <a:gd name="csX998" fmla="*/ 172488 w 1728164"/>
              <a:gd name="csY998" fmla="*/ 1028970 h 1028969"/>
              <a:gd name="csX999" fmla="*/ 172661 w 1728164"/>
              <a:gd name="csY999" fmla="*/ 1028970 h 1028969"/>
              <a:gd name="csX1000" fmla="*/ 172834 w 1728164"/>
              <a:gd name="csY1000" fmla="*/ 1028970 h 1028969"/>
              <a:gd name="csX1001" fmla="*/ 173007 w 1728164"/>
              <a:gd name="csY1001" fmla="*/ 1028970 h 1028969"/>
              <a:gd name="csX1002" fmla="*/ 173179 w 1728164"/>
              <a:gd name="csY1002" fmla="*/ 1028970 h 1028969"/>
              <a:gd name="csX1003" fmla="*/ 173352 w 1728164"/>
              <a:gd name="csY1003" fmla="*/ 1028970 h 1028969"/>
              <a:gd name="csX1004" fmla="*/ 173525 w 1728164"/>
              <a:gd name="csY1004" fmla="*/ 1028970 h 1028969"/>
              <a:gd name="csX1005" fmla="*/ 173698 w 1728164"/>
              <a:gd name="csY1005" fmla="*/ 1028970 h 1028969"/>
              <a:gd name="csX1006" fmla="*/ 173870 w 1728164"/>
              <a:gd name="csY1006" fmla="*/ 1028970 h 1028969"/>
              <a:gd name="csX1007" fmla="*/ 174043 w 1728164"/>
              <a:gd name="csY1007" fmla="*/ 1028970 h 1028969"/>
              <a:gd name="csX1008" fmla="*/ 174217 w 1728164"/>
              <a:gd name="csY1008" fmla="*/ 1028970 h 1028969"/>
              <a:gd name="csX1009" fmla="*/ 174389 w 1728164"/>
              <a:gd name="csY1009" fmla="*/ 1028970 h 1028969"/>
              <a:gd name="csX1010" fmla="*/ 174562 w 1728164"/>
              <a:gd name="csY1010" fmla="*/ 1028970 h 1028969"/>
              <a:gd name="csX1011" fmla="*/ 174735 w 1728164"/>
              <a:gd name="csY1011" fmla="*/ 1028970 h 1028969"/>
              <a:gd name="csX1012" fmla="*/ 174908 w 1728164"/>
              <a:gd name="csY1012" fmla="*/ 1028970 h 1028969"/>
              <a:gd name="csX1013" fmla="*/ 175080 w 1728164"/>
              <a:gd name="csY1013" fmla="*/ 1028970 h 1028969"/>
              <a:gd name="csX1014" fmla="*/ 175253 w 1728164"/>
              <a:gd name="csY1014" fmla="*/ 1028970 h 1028969"/>
              <a:gd name="csX1015" fmla="*/ 175426 w 1728164"/>
              <a:gd name="csY1015" fmla="*/ 1028970 h 1028969"/>
              <a:gd name="csX1016" fmla="*/ 175599 w 1728164"/>
              <a:gd name="csY1016" fmla="*/ 1028970 h 1028969"/>
              <a:gd name="csX1017" fmla="*/ 175772 w 1728164"/>
              <a:gd name="csY1017" fmla="*/ 1028970 h 1028969"/>
              <a:gd name="csX1018" fmla="*/ 175944 w 1728164"/>
              <a:gd name="csY1018" fmla="*/ 1028970 h 1028969"/>
              <a:gd name="csX1019" fmla="*/ 176118 w 1728164"/>
              <a:gd name="csY1019" fmla="*/ 1028970 h 1028969"/>
              <a:gd name="csX1020" fmla="*/ 176290 w 1728164"/>
              <a:gd name="csY1020" fmla="*/ 1028970 h 1028969"/>
              <a:gd name="csX1021" fmla="*/ 176463 w 1728164"/>
              <a:gd name="csY1021" fmla="*/ 1028970 h 1028969"/>
              <a:gd name="csX1022" fmla="*/ 176636 w 1728164"/>
              <a:gd name="csY1022" fmla="*/ 1028970 h 1028969"/>
              <a:gd name="csX1023" fmla="*/ 176809 w 1728164"/>
              <a:gd name="csY1023" fmla="*/ 1028970 h 1028969"/>
              <a:gd name="csX1024" fmla="*/ 176982 w 1728164"/>
              <a:gd name="csY1024" fmla="*/ 1028970 h 1028969"/>
              <a:gd name="csX1025" fmla="*/ 177154 w 1728164"/>
              <a:gd name="csY1025" fmla="*/ 1028970 h 1028969"/>
              <a:gd name="csX1026" fmla="*/ 177328 w 1728164"/>
              <a:gd name="csY1026" fmla="*/ 1028970 h 1028969"/>
              <a:gd name="csX1027" fmla="*/ 177500 w 1728164"/>
              <a:gd name="csY1027" fmla="*/ 1028970 h 1028969"/>
              <a:gd name="csX1028" fmla="*/ 177673 w 1728164"/>
              <a:gd name="csY1028" fmla="*/ 1028970 h 1028969"/>
              <a:gd name="csX1029" fmla="*/ 177845 w 1728164"/>
              <a:gd name="csY1029" fmla="*/ 1028970 h 1028969"/>
              <a:gd name="csX1030" fmla="*/ 178019 w 1728164"/>
              <a:gd name="csY1030" fmla="*/ 1028970 h 1028969"/>
              <a:gd name="csX1031" fmla="*/ 178191 w 1728164"/>
              <a:gd name="csY1031" fmla="*/ 1028970 h 1028969"/>
              <a:gd name="csX1032" fmla="*/ 178364 w 1728164"/>
              <a:gd name="csY1032" fmla="*/ 1028970 h 1028969"/>
              <a:gd name="csX1033" fmla="*/ 178538 w 1728164"/>
              <a:gd name="csY1033" fmla="*/ 1028970 h 1028969"/>
              <a:gd name="csX1034" fmla="*/ 178710 w 1728164"/>
              <a:gd name="csY1034" fmla="*/ 1028970 h 1028969"/>
              <a:gd name="csX1035" fmla="*/ 178883 w 1728164"/>
              <a:gd name="csY1035" fmla="*/ 1028970 h 1028969"/>
              <a:gd name="csX1036" fmla="*/ 179055 w 1728164"/>
              <a:gd name="csY1036" fmla="*/ 1028970 h 1028969"/>
              <a:gd name="csX1037" fmla="*/ 179229 w 1728164"/>
              <a:gd name="csY1037" fmla="*/ 1028970 h 1028969"/>
              <a:gd name="csX1038" fmla="*/ 179401 w 1728164"/>
              <a:gd name="csY1038" fmla="*/ 1028970 h 1028969"/>
              <a:gd name="csX1039" fmla="*/ 179574 w 1728164"/>
              <a:gd name="csY1039" fmla="*/ 1028970 h 1028969"/>
              <a:gd name="csX1040" fmla="*/ 179747 w 1728164"/>
              <a:gd name="csY1040" fmla="*/ 1028970 h 1028969"/>
              <a:gd name="csX1041" fmla="*/ 179920 w 1728164"/>
              <a:gd name="csY1041" fmla="*/ 1028970 h 1028969"/>
              <a:gd name="csX1042" fmla="*/ 180093 w 1728164"/>
              <a:gd name="csY1042" fmla="*/ 1028970 h 1028969"/>
              <a:gd name="csX1043" fmla="*/ 180265 w 1728164"/>
              <a:gd name="csY1043" fmla="*/ 1028970 h 1028969"/>
              <a:gd name="csX1044" fmla="*/ 180439 w 1728164"/>
              <a:gd name="csY1044" fmla="*/ 1028970 h 1028969"/>
              <a:gd name="csX1045" fmla="*/ 180611 w 1728164"/>
              <a:gd name="csY1045" fmla="*/ 1028970 h 1028969"/>
              <a:gd name="csX1046" fmla="*/ 180784 w 1728164"/>
              <a:gd name="csY1046" fmla="*/ 1028970 h 1028969"/>
              <a:gd name="csX1047" fmla="*/ 180956 w 1728164"/>
              <a:gd name="csY1047" fmla="*/ 1028970 h 1028969"/>
              <a:gd name="csX1048" fmla="*/ 181130 w 1728164"/>
              <a:gd name="csY1048" fmla="*/ 1028970 h 1028969"/>
              <a:gd name="csX1049" fmla="*/ 181303 w 1728164"/>
              <a:gd name="csY1049" fmla="*/ 1028970 h 1028969"/>
              <a:gd name="csX1050" fmla="*/ 181475 w 1728164"/>
              <a:gd name="csY1050" fmla="*/ 1028970 h 1028969"/>
              <a:gd name="csX1051" fmla="*/ 181648 w 1728164"/>
              <a:gd name="csY1051" fmla="*/ 1028970 h 1028969"/>
              <a:gd name="csX1052" fmla="*/ 181821 w 1728164"/>
              <a:gd name="csY1052" fmla="*/ 1028970 h 1028969"/>
              <a:gd name="csX1053" fmla="*/ 181994 w 1728164"/>
              <a:gd name="csY1053" fmla="*/ 1028970 h 1028969"/>
              <a:gd name="csX1054" fmla="*/ 182166 w 1728164"/>
              <a:gd name="csY1054" fmla="*/ 1028970 h 1028969"/>
              <a:gd name="csX1055" fmla="*/ 182340 w 1728164"/>
              <a:gd name="csY1055" fmla="*/ 1028970 h 1028969"/>
              <a:gd name="csX1056" fmla="*/ 182512 w 1728164"/>
              <a:gd name="csY1056" fmla="*/ 1028970 h 1028969"/>
              <a:gd name="csX1057" fmla="*/ 182685 w 1728164"/>
              <a:gd name="csY1057" fmla="*/ 1028970 h 1028969"/>
              <a:gd name="csX1058" fmla="*/ 182858 w 1728164"/>
              <a:gd name="csY1058" fmla="*/ 1028970 h 1028969"/>
              <a:gd name="csX1059" fmla="*/ 183031 w 1728164"/>
              <a:gd name="csY1059" fmla="*/ 1028970 h 1028969"/>
              <a:gd name="csX1060" fmla="*/ 183204 w 1728164"/>
              <a:gd name="csY1060" fmla="*/ 1028970 h 1028969"/>
              <a:gd name="csX1061" fmla="*/ 183376 w 1728164"/>
              <a:gd name="csY1061" fmla="*/ 1028970 h 1028969"/>
              <a:gd name="csX1062" fmla="*/ 183549 w 1728164"/>
              <a:gd name="csY1062" fmla="*/ 1028970 h 1028969"/>
              <a:gd name="csX1063" fmla="*/ 183722 w 1728164"/>
              <a:gd name="csY1063" fmla="*/ 1028970 h 1028969"/>
              <a:gd name="csX1064" fmla="*/ 183895 w 1728164"/>
              <a:gd name="csY1064" fmla="*/ 1028970 h 1028969"/>
              <a:gd name="csX1065" fmla="*/ 184068 w 1728164"/>
              <a:gd name="csY1065" fmla="*/ 1028970 h 1028969"/>
              <a:gd name="csX1066" fmla="*/ 184241 w 1728164"/>
              <a:gd name="csY1066" fmla="*/ 1028970 h 1028969"/>
              <a:gd name="csX1067" fmla="*/ 184414 w 1728164"/>
              <a:gd name="csY1067" fmla="*/ 1028970 h 1028969"/>
              <a:gd name="csX1068" fmla="*/ 184586 w 1728164"/>
              <a:gd name="csY1068" fmla="*/ 1028970 h 1028969"/>
              <a:gd name="csX1069" fmla="*/ 184759 w 1728164"/>
              <a:gd name="csY1069" fmla="*/ 1028970 h 1028969"/>
              <a:gd name="csX1070" fmla="*/ 184932 w 1728164"/>
              <a:gd name="csY1070" fmla="*/ 1028970 h 1028969"/>
              <a:gd name="csX1071" fmla="*/ 185105 w 1728164"/>
              <a:gd name="csY1071" fmla="*/ 1028970 h 1028969"/>
              <a:gd name="csX1072" fmla="*/ 185277 w 1728164"/>
              <a:gd name="csY1072" fmla="*/ 1028970 h 1028969"/>
              <a:gd name="csX1073" fmla="*/ 185450 w 1728164"/>
              <a:gd name="csY1073" fmla="*/ 1028970 h 1028969"/>
              <a:gd name="csX1074" fmla="*/ 185624 w 1728164"/>
              <a:gd name="csY1074" fmla="*/ 1028970 h 1028969"/>
              <a:gd name="csX1075" fmla="*/ 185796 w 1728164"/>
              <a:gd name="csY1075" fmla="*/ 1028970 h 1028969"/>
              <a:gd name="csX1076" fmla="*/ 185969 w 1728164"/>
              <a:gd name="csY1076" fmla="*/ 1028970 h 1028969"/>
              <a:gd name="csX1077" fmla="*/ 186142 w 1728164"/>
              <a:gd name="csY1077" fmla="*/ 1028970 h 1028969"/>
              <a:gd name="csX1078" fmla="*/ 186315 w 1728164"/>
              <a:gd name="csY1078" fmla="*/ 1028970 h 1028969"/>
              <a:gd name="csX1079" fmla="*/ 186487 w 1728164"/>
              <a:gd name="csY1079" fmla="*/ 1028970 h 1028969"/>
              <a:gd name="csX1080" fmla="*/ 186660 w 1728164"/>
              <a:gd name="csY1080" fmla="*/ 1028970 h 1028969"/>
              <a:gd name="csX1081" fmla="*/ 186833 w 1728164"/>
              <a:gd name="csY1081" fmla="*/ 1028970 h 1028969"/>
              <a:gd name="csX1082" fmla="*/ 187006 w 1728164"/>
              <a:gd name="csY1082" fmla="*/ 1028970 h 1028969"/>
              <a:gd name="csX1083" fmla="*/ 187179 w 1728164"/>
              <a:gd name="csY1083" fmla="*/ 1028970 h 1028969"/>
              <a:gd name="csX1084" fmla="*/ 187351 w 1728164"/>
              <a:gd name="csY1084" fmla="*/ 1028970 h 1028969"/>
              <a:gd name="csX1085" fmla="*/ 187525 w 1728164"/>
              <a:gd name="csY1085" fmla="*/ 1028970 h 1028969"/>
              <a:gd name="csX1086" fmla="*/ 187697 w 1728164"/>
              <a:gd name="csY1086" fmla="*/ 1028970 h 1028969"/>
              <a:gd name="csX1087" fmla="*/ 187870 w 1728164"/>
              <a:gd name="csY1087" fmla="*/ 1028970 h 1028969"/>
              <a:gd name="csX1088" fmla="*/ 188043 w 1728164"/>
              <a:gd name="csY1088" fmla="*/ 1028970 h 1028969"/>
              <a:gd name="csX1089" fmla="*/ 188216 w 1728164"/>
              <a:gd name="csY1089" fmla="*/ 1028970 h 1028969"/>
              <a:gd name="csX1090" fmla="*/ 188389 w 1728164"/>
              <a:gd name="csY1090" fmla="*/ 1028970 h 1028969"/>
              <a:gd name="csX1091" fmla="*/ 188561 w 1728164"/>
              <a:gd name="csY1091" fmla="*/ 1028970 h 1028969"/>
              <a:gd name="csX1092" fmla="*/ 188735 w 1728164"/>
              <a:gd name="csY1092" fmla="*/ 1028970 h 1028969"/>
              <a:gd name="csX1093" fmla="*/ 188907 w 1728164"/>
              <a:gd name="csY1093" fmla="*/ 1028970 h 1028969"/>
              <a:gd name="csX1094" fmla="*/ 189080 w 1728164"/>
              <a:gd name="csY1094" fmla="*/ 1028970 h 1028969"/>
              <a:gd name="csX1095" fmla="*/ 189252 w 1728164"/>
              <a:gd name="csY1095" fmla="*/ 1028970 h 1028969"/>
              <a:gd name="csX1096" fmla="*/ 189426 w 1728164"/>
              <a:gd name="csY1096" fmla="*/ 1028970 h 1028969"/>
              <a:gd name="csX1097" fmla="*/ 189599 w 1728164"/>
              <a:gd name="csY1097" fmla="*/ 1028970 h 1028969"/>
              <a:gd name="csX1098" fmla="*/ 189771 w 1728164"/>
              <a:gd name="csY1098" fmla="*/ 1028970 h 1028969"/>
              <a:gd name="csX1099" fmla="*/ 189945 w 1728164"/>
              <a:gd name="csY1099" fmla="*/ 1028970 h 1028969"/>
              <a:gd name="csX1100" fmla="*/ 190117 w 1728164"/>
              <a:gd name="csY1100" fmla="*/ 1028970 h 1028969"/>
              <a:gd name="csX1101" fmla="*/ 190290 w 1728164"/>
              <a:gd name="csY1101" fmla="*/ 1028970 h 1028969"/>
              <a:gd name="csX1102" fmla="*/ 190462 w 1728164"/>
              <a:gd name="csY1102" fmla="*/ 1028970 h 1028969"/>
              <a:gd name="csX1103" fmla="*/ 190636 w 1728164"/>
              <a:gd name="csY1103" fmla="*/ 1028970 h 1028969"/>
              <a:gd name="csX1104" fmla="*/ 190808 w 1728164"/>
              <a:gd name="csY1104" fmla="*/ 1028970 h 1028969"/>
              <a:gd name="csX1105" fmla="*/ 190981 w 1728164"/>
              <a:gd name="csY1105" fmla="*/ 1028970 h 1028969"/>
              <a:gd name="csX1106" fmla="*/ 191154 w 1728164"/>
              <a:gd name="csY1106" fmla="*/ 1028970 h 1028969"/>
              <a:gd name="csX1107" fmla="*/ 191327 w 1728164"/>
              <a:gd name="csY1107" fmla="*/ 1028970 h 1028969"/>
              <a:gd name="csX1108" fmla="*/ 191500 w 1728164"/>
              <a:gd name="csY1108" fmla="*/ 1028970 h 1028969"/>
              <a:gd name="csX1109" fmla="*/ 191672 w 1728164"/>
              <a:gd name="csY1109" fmla="*/ 1028970 h 1028969"/>
              <a:gd name="csX1110" fmla="*/ 191846 w 1728164"/>
              <a:gd name="csY1110" fmla="*/ 1028970 h 1028969"/>
              <a:gd name="csX1111" fmla="*/ 192018 w 1728164"/>
              <a:gd name="csY1111" fmla="*/ 1028970 h 1028969"/>
              <a:gd name="csX1112" fmla="*/ 192191 w 1728164"/>
              <a:gd name="csY1112" fmla="*/ 1028970 h 1028969"/>
              <a:gd name="csX1113" fmla="*/ 192364 w 1728164"/>
              <a:gd name="csY1113" fmla="*/ 1028970 h 1028969"/>
              <a:gd name="csX1114" fmla="*/ 192537 w 1728164"/>
              <a:gd name="csY1114" fmla="*/ 1028970 h 1028969"/>
              <a:gd name="csX1115" fmla="*/ 192710 w 1728164"/>
              <a:gd name="csY1115" fmla="*/ 1028970 h 1028969"/>
              <a:gd name="csX1116" fmla="*/ 192882 w 1728164"/>
              <a:gd name="csY1116" fmla="*/ 1028970 h 1028969"/>
              <a:gd name="csX1117" fmla="*/ 193055 w 1728164"/>
              <a:gd name="csY1117" fmla="*/ 1028970 h 1028969"/>
              <a:gd name="csX1118" fmla="*/ 193228 w 1728164"/>
              <a:gd name="csY1118" fmla="*/ 1028970 h 1028969"/>
              <a:gd name="csX1119" fmla="*/ 193401 w 1728164"/>
              <a:gd name="csY1119" fmla="*/ 1028970 h 1028969"/>
              <a:gd name="csX1120" fmla="*/ 193573 w 1728164"/>
              <a:gd name="csY1120" fmla="*/ 1028970 h 1028969"/>
              <a:gd name="csX1121" fmla="*/ 193747 w 1728164"/>
              <a:gd name="csY1121" fmla="*/ 1028970 h 1028969"/>
              <a:gd name="csX1122" fmla="*/ 193920 w 1728164"/>
              <a:gd name="csY1122" fmla="*/ 1028970 h 1028969"/>
              <a:gd name="csX1123" fmla="*/ 194092 w 1728164"/>
              <a:gd name="csY1123" fmla="*/ 1028970 h 1028969"/>
              <a:gd name="csX1124" fmla="*/ 194265 w 1728164"/>
              <a:gd name="csY1124" fmla="*/ 1028970 h 1028969"/>
              <a:gd name="csX1125" fmla="*/ 194438 w 1728164"/>
              <a:gd name="csY1125" fmla="*/ 1028970 h 1028969"/>
              <a:gd name="csX1126" fmla="*/ 194611 w 1728164"/>
              <a:gd name="csY1126" fmla="*/ 1028970 h 1028969"/>
              <a:gd name="csX1127" fmla="*/ 194783 w 1728164"/>
              <a:gd name="csY1127" fmla="*/ 1028970 h 1028969"/>
              <a:gd name="csX1128" fmla="*/ 194956 w 1728164"/>
              <a:gd name="csY1128" fmla="*/ 1028970 h 1028969"/>
              <a:gd name="csX1129" fmla="*/ 195129 w 1728164"/>
              <a:gd name="csY1129" fmla="*/ 1028970 h 1028969"/>
              <a:gd name="csX1130" fmla="*/ 195302 w 1728164"/>
              <a:gd name="csY1130" fmla="*/ 1028970 h 1028969"/>
              <a:gd name="csX1131" fmla="*/ 195475 w 1728164"/>
              <a:gd name="csY1131" fmla="*/ 1028970 h 1028969"/>
              <a:gd name="csX1132" fmla="*/ 195648 w 1728164"/>
              <a:gd name="csY1132" fmla="*/ 1028970 h 1028969"/>
              <a:gd name="csX1133" fmla="*/ 195821 w 1728164"/>
              <a:gd name="csY1133" fmla="*/ 1028970 h 1028969"/>
              <a:gd name="csX1134" fmla="*/ 195993 w 1728164"/>
              <a:gd name="csY1134" fmla="*/ 1028970 h 1028969"/>
              <a:gd name="csX1135" fmla="*/ 196166 w 1728164"/>
              <a:gd name="csY1135" fmla="*/ 1028970 h 1028969"/>
              <a:gd name="csX1136" fmla="*/ 196339 w 1728164"/>
              <a:gd name="csY1136" fmla="*/ 1028970 h 1028969"/>
              <a:gd name="csX1137" fmla="*/ 196512 w 1728164"/>
              <a:gd name="csY1137" fmla="*/ 1028970 h 1028969"/>
              <a:gd name="csX1138" fmla="*/ 196685 w 1728164"/>
              <a:gd name="csY1138" fmla="*/ 1028970 h 1028969"/>
              <a:gd name="csX1139" fmla="*/ 196857 w 1728164"/>
              <a:gd name="csY1139" fmla="*/ 1028970 h 1028969"/>
              <a:gd name="csX1140" fmla="*/ 197031 w 1728164"/>
              <a:gd name="csY1140" fmla="*/ 1028970 h 1028969"/>
              <a:gd name="csX1141" fmla="*/ 197203 w 1728164"/>
              <a:gd name="csY1141" fmla="*/ 1028970 h 1028969"/>
              <a:gd name="csX1142" fmla="*/ 197376 w 1728164"/>
              <a:gd name="csY1142" fmla="*/ 1028970 h 1028969"/>
              <a:gd name="csX1143" fmla="*/ 197549 w 1728164"/>
              <a:gd name="csY1143" fmla="*/ 1028970 h 1028969"/>
              <a:gd name="csX1144" fmla="*/ 197722 w 1728164"/>
              <a:gd name="csY1144" fmla="*/ 1028970 h 1028969"/>
              <a:gd name="csX1145" fmla="*/ 197894 w 1728164"/>
              <a:gd name="csY1145" fmla="*/ 1028970 h 1028969"/>
              <a:gd name="csX1146" fmla="*/ 198067 w 1728164"/>
              <a:gd name="csY1146" fmla="*/ 1028970 h 1028969"/>
              <a:gd name="csX1147" fmla="*/ 198241 w 1728164"/>
              <a:gd name="csY1147" fmla="*/ 1028970 h 1028969"/>
              <a:gd name="csX1148" fmla="*/ 198413 w 1728164"/>
              <a:gd name="csY1148" fmla="*/ 1028970 h 1028969"/>
              <a:gd name="csX1149" fmla="*/ 198586 w 1728164"/>
              <a:gd name="csY1149" fmla="*/ 1028970 h 1028969"/>
              <a:gd name="csX1150" fmla="*/ 198758 w 1728164"/>
              <a:gd name="csY1150" fmla="*/ 1028970 h 1028969"/>
              <a:gd name="csX1151" fmla="*/ 198932 w 1728164"/>
              <a:gd name="csY1151" fmla="*/ 1028970 h 1028969"/>
              <a:gd name="csX1152" fmla="*/ 199104 w 1728164"/>
              <a:gd name="csY1152" fmla="*/ 1028970 h 1028969"/>
              <a:gd name="csX1153" fmla="*/ 199277 w 1728164"/>
              <a:gd name="csY1153" fmla="*/ 1028970 h 1028969"/>
              <a:gd name="csX1154" fmla="*/ 199450 w 1728164"/>
              <a:gd name="csY1154" fmla="*/ 1028970 h 1028969"/>
              <a:gd name="csX1155" fmla="*/ 199623 w 1728164"/>
              <a:gd name="csY1155" fmla="*/ 1028970 h 1028969"/>
              <a:gd name="csX1156" fmla="*/ 199796 w 1728164"/>
              <a:gd name="csY1156" fmla="*/ 1028970 h 1028969"/>
              <a:gd name="csX1157" fmla="*/ 199968 w 1728164"/>
              <a:gd name="csY1157" fmla="*/ 1028970 h 1028969"/>
              <a:gd name="csX1158" fmla="*/ 200142 w 1728164"/>
              <a:gd name="csY1158" fmla="*/ 1028970 h 1028969"/>
              <a:gd name="csX1159" fmla="*/ 200314 w 1728164"/>
              <a:gd name="csY1159" fmla="*/ 1028970 h 1028969"/>
              <a:gd name="csX1160" fmla="*/ 200487 w 1728164"/>
              <a:gd name="csY1160" fmla="*/ 1028970 h 1028969"/>
              <a:gd name="csX1161" fmla="*/ 200659 w 1728164"/>
              <a:gd name="csY1161" fmla="*/ 1028970 h 1028969"/>
              <a:gd name="csX1162" fmla="*/ 200833 w 1728164"/>
              <a:gd name="csY1162" fmla="*/ 1028970 h 1028969"/>
              <a:gd name="csX1163" fmla="*/ 201006 w 1728164"/>
              <a:gd name="csY1163" fmla="*/ 1028970 h 1028969"/>
              <a:gd name="csX1164" fmla="*/ 201178 w 1728164"/>
              <a:gd name="csY1164" fmla="*/ 1028970 h 1028969"/>
              <a:gd name="csX1165" fmla="*/ 201352 w 1728164"/>
              <a:gd name="csY1165" fmla="*/ 1028970 h 1028969"/>
              <a:gd name="csX1166" fmla="*/ 201524 w 1728164"/>
              <a:gd name="csY1166" fmla="*/ 1028970 h 1028969"/>
              <a:gd name="csX1167" fmla="*/ 201697 w 1728164"/>
              <a:gd name="csY1167" fmla="*/ 1028970 h 1028969"/>
              <a:gd name="csX1168" fmla="*/ 201869 w 1728164"/>
              <a:gd name="csY1168" fmla="*/ 1028970 h 1028969"/>
              <a:gd name="csX1169" fmla="*/ 202043 w 1728164"/>
              <a:gd name="csY1169" fmla="*/ 1028970 h 1028969"/>
              <a:gd name="csX1170" fmla="*/ 202215 w 1728164"/>
              <a:gd name="csY1170" fmla="*/ 1028970 h 1028969"/>
              <a:gd name="csX1171" fmla="*/ 202388 w 1728164"/>
              <a:gd name="csY1171" fmla="*/ 1028970 h 1028969"/>
              <a:gd name="csX1172" fmla="*/ 202561 w 1728164"/>
              <a:gd name="csY1172" fmla="*/ 1028970 h 1028969"/>
              <a:gd name="csX1173" fmla="*/ 202734 w 1728164"/>
              <a:gd name="csY1173" fmla="*/ 1028970 h 1028969"/>
              <a:gd name="csX1174" fmla="*/ 202907 w 1728164"/>
              <a:gd name="csY1174" fmla="*/ 1028970 h 1028969"/>
              <a:gd name="csX1175" fmla="*/ 203079 w 1728164"/>
              <a:gd name="csY1175" fmla="*/ 1028970 h 1028969"/>
              <a:gd name="csX1176" fmla="*/ 203253 w 1728164"/>
              <a:gd name="csY1176" fmla="*/ 1028970 h 1028969"/>
              <a:gd name="csX1177" fmla="*/ 203425 w 1728164"/>
              <a:gd name="csY1177" fmla="*/ 1028970 h 1028969"/>
              <a:gd name="csX1178" fmla="*/ 203598 w 1728164"/>
              <a:gd name="csY1178" fmla="*/ 1028970 h 1028969"/>
              <a:gd name="csX1179" fmla="*/ 203771 w 1728164"/>
              <a:gd name="csY1179" fmla="*/ 1028970 h 1028969"/>
              <a:gd name="csX1180" fmla="*/ 203944 w 1728164"/>
              <a:gd name="csY1180" fmla="*/ 1028970 h 1028969"/>
              <a:gd name="csX1181" fmla="*/ 204117 w 1728164"/>
              <a:gd name="csY1181" fmla="*/ 1028970 h 1028969"/>
              <a:gd name="csX1182" fmla="*/ 204289 w 1728164"/>
              <a:gd name="csY1182" fmla="*/ 1028970 h 1028969"/>
              <a:gd name="csX1183" fmla="*/ 204462 w 1728164"/>
              <a:gd name="csY1183" fmla="*/ 1028970 h 1028969"/>
              <a:gd name="csX1184" fmla="*/ 204635 w 1728164"/>
              <a:gd name="csY1184" fmla="*/ 1028970 h 1028969"/>
              <a:gd name="csX1185" fmla="*/ 204808 w 1728164"/>
              <a:gd name="csY1185" fmla="*/ 1028970 h 1028969"/>
              <a:gd name="csX1186" fmla="*/ 204980 w 1728164"/>
              <a:gd name="csY1186" fmla="*/ 1028970 h 1028969"/>
              <a:gd name="csX1187" fmla="*/ 205154 w 1728164"/>
              <a:gd name="csY1187" fmla="*/ 1028970 h 1028969"/>
              <a:gd name="csX1188" fmla="*/ 205327 w 1728164"/>
              <a:gd name="csY1188" fmla="*/ 1028970 h 1028969"/>
              <a:gd name="csX1189" fmla="*/ 205499 w 1728164"/>
              <a:gd name="csY1189" fmla="*/ 1028970 h 1028969"/>
              <a:gd name="csX1190" fmla="*/ 205672 w 1728164"/>
              <a:gd name="csY1190" fmla="*/ 1028970 h 1028969"/>
              <a:gd name="csX1191" fmla="*/ 205845 w 1728164"/>
              <a:gd name="csY1191" fmla="*/ 1028970 h 1028969"/>
              <a:gd name="csX1192" fmla="*/ 206018 w 1728164"/>
              <a:gd name="csY1192" fmla="*/ 1028970 h 1028969"/>
              <a:gd name="csX1193" fmla="*/ 206190 w 1728164"/>
              <a:gd name="csY1193" fmla="*/ 1028970 h 1028969"/>
              <a:gd name="csX1194" fmla="*/ 206363 w 1728164"/>
              <a:gd name="csY1194" fmla="*/ 1028970 h 1028969"/>
              <a:gd name="csX1195" fmla="*/ 206536 w 1728164"/>
              <a:gd name="csY1195" fmla="*/ 1028970 h 1028969"/>
              <a:gd name="csX1196" fmla="*/ 206709 w 1728164"/>
              <a:gd name="csY1196" fmla="*/ 1028970 h 1028969"/>
              <a:gd name="csX1197" fmla="*/ 206882 w 1728164"/>
              <a:gd name="csY1197" fmla="*/ 1028970 h 1028969"/>
              <a:gd name="csX1198" fmla="*/ 207055 w 1728164"/>
              <a:gd name="csY1198" fmla="*/ 1028970 h 1028969"/>
              <a:gd name="csX1199" fmla="*/ 207228 w 1728164"/>
              <a:gd name="csY1199" fmla="*/ 1028970 h 1028969"/>
              <a:gd name="csX1200" fmla="*/ 207400 w 1728164"/>
              <a:gd name="csY1200" fmla="*/ 1028970 h 1028969"/>
              <a:gd name="csX1201" fmla="*/ 207573 w 1728164"/>
              <a:gd name="csY1201" fmla="*/ 1028970 h 1028969"/>
              <a:gd name="csX1202" fmla="*/ 207746 w 1728164"/>
              <a:gd name="csY1202" fmla="*/ 1028970 h 1028969"/>
              <a:gd name="csX1203" fmla="*/ 207919 w 1728164"/>
              <a:gd name="csY1203" fmla="*/ 1028970 h 1028969"/>
              <a:gd name="csX1204" fmla="*/ 208092 w 1728164"/>
              <a:gd name="csY1204" fmla="*/ 1028970 h 1028969"/>
              <a:gd name="csX1205" fmla="*/ 208264 w 1728164"/>
              <a:gd name="csY1205" fmla="*/ 1028970 h 1028969"/>
              <a:gd name="csX1206" fmla="*/ 208438 w 1728164"/>
              <a:gd name="csY1206" fmla="*/ 1028970 h 1028969"/>
              <a:gd name="csX1207" fmla="*/ 208610 w 1728164"/>
              <a:gd name="csY1207" fmla="*/ 1028970 h 1028969"/>
              <a:gd name="csX1208" fmla="*/ 208783 w 1728164"/>
              <a:gd name="csY1208" fmla="*/ 1028970 h 1028969"/>
              <a:gd name="csX1209" fmla="*/ 208956 w 1728164"/>
              <a:gd name="csY1209" fmla="*/ 1028970 h 1028969"/>
              <a:gd name="csX1210" fmla="*/ 209129 w 1728164"/>
              <a:gd name="csY1210" fmla="*/ 1028970 h 1028969"/>
              <a:gd name="csX1211" fmla="*/ 209301 w 1728164"/>
              <a:gd name="csY1211" fmla="*/ 1028970 h 1028969"/>
              <a:gd name="csX1212" fmla="*/ 209474 w 1728164"/>
              <a:gd name="csY1212" fmla="*/ 1028970 h 1028969"/>
              <a:gd name="csX1213" fmla="*/ 209648 w 1728164"/>
              <a:gd name="csY1213" fmla="*/ 1028970 h 1028969"/>
              <a:gd name="csX1214" fmla="*/ 209820 w 1728164"/>
              <a:gd name="csY1214" fmla="*/ 1028970 h 1028969"/>
              <a:gd name="csX1215" fmla="*/ 209993 w 1728164"/>
              <a:gd name="csY1215" fmla="*/ 1028970 h 1028969"/>
              <a:gd name="csX1216" fmla="*/ 210165 w 1728164"/>
              <a:gd name="csY1216" fmla="*/ 1028970 h 1028969"/>
              <a:gd name="csX1217" fmla="*/ 210339 w 1728164"/>
              <a:gd name="csY1217" fmla="*/ 1028970 h 1028969"/>
              <a:gd name="csX1218" fmla="*/ 210511 w 1728164"/>
              <a:gd name="csY1218" fmla="*/ 1028970 h 1028969"/>
              <a:gd name="csX1219" fmla="*/ 210684 w 1728164"/>
              <a:gd name="csY1219" fmla="*/ 1028970 h 1028969"/>
              <a:gd name="csX1220" fmla="*/ 210857 w 1728164"/>
              <a:gd name="csY1220" fmla="*/ 1028970 h 1028969"/>
              <a:gd name="csX1221" fmla="*/ 211030 w 1728164"/>
              <a:gd name="csY1221" fmla="*/ 1028970 h 1028969"/>
              <a:gd name="csX1222" fmla="*/ 211203 w 1728164"/>
              <a:gd name="csY1222" fmla="*/ 1028970 h 1028969"/>
              <a:gd name="csX1223" fmla="*/ 211375 w 1728164"/>
              <a:gd name="csY1223" fmla="*/ 1028970 h 1028969"/>
              <a:gd name="csX1224" fmla="*/ 211549 w 1728164"/>
              <a:gd name="csY1224" fmla="*/ 1028970 h 1028969"/>
              <a:gd name="csX1225" fmla="*/ 211721 w 1728164"/>
              <a:gd name="csY1225" fmla="*/ 1028970 h 1028969"/>
              <a:gd name="csX1226" fmla="*/ 211894 w 1728164"/>
              <a:gd name="csY1226" fmla="*/ 1028970 h 1028969"/>
              <a:gd name="csX1227" fmla="*/ 212066 w 1728164"/>
              <a:gd name="csY1227" fmla="*/ 1028970 h 1028969"/>
              <a:gd name="csX1228" fmla="*/ 212240 w 1728164"/>
              <a:gd name="csY1228" fmla="*/ 1028970 h 1028969"/>
              <a:gd name="csX1229" fmla="*/ 212413 w 1728164"/>
              <a:gd name="csY1229" fmla="*/ 1028970 h 1028969"/>
              <a:gd name="csX1230" fmla="*/ 212585 w 1728164"/>
              <a:gd name="csY1230" fmla="*/ 1028970 h 1028969"/>
              <a:gd name="csX1231" fmla="*/ 212759 w 1728164"/>
              <a:gd name="csY1231" fmla="*/ 1028970 h 1028969"/>
              <a:gd name="csX1232" fmla="*/ 212931 w 1728164"/>
              <a:gd name="csY1232" fmla="*/ 1028970 h 1028969"/>
              <a:gd name="csX1233" fmla="*/ 213104 w 1728164"/>
              <a:gd name="csY1233" fmla="*/ 1028970 h 1028969"/>
              <a:gd name="csX1234" fmla="*/ 213276 w 1728164"/>
              <a:gd name="csY1234" fmla="*/ 1028970 h 1028969"/>
              <a:gd name="csX1235" fmla="*/ 213450 w 1728164"/>
              <a:gd name="csY1235" fmla="*/ 1028970 h 1028969"/>
              <a:gd name="csX1236" fmla="*/ 213622 w 1728164"/>
              <a:gd name="csY1236" fmla="*/ 1028970 h 1028969"/>
              <a:gd name="csX1237" fmla="*/ 213795 w 1728164"/>
              <a:gd name="csY1237" fmla="*/ 1028970 h 1028969"/>
              <a:gd name="csX1238" fmla="*/ 213968 w 1728164"/>
              <a:gd name="csY1238" fmla="*/ 1028970 h 1028969"/>
              <a:gd name="csX1239" fmla="*/ 214141 w 1728164"/>
              <a:gd name="csY1239" fmla="*/ 1028970 h 1028969"/>
              <a:gd name="csX1240" fmla="*/ 214314 w 1728164"/>
              <a:gd name="csY1240" fmla="*/ 1028970 h 1028969"/>
              <a:gd name="csX1241" fmla="*/ 214486 w 1728164"/>
              <a:gd name="csY1241" fmla="*/ 1028970 h 1028969"/>
              <a:gd name="csX1242" fmla="*/ 214660 w 1728164"/>
              <a:gd name="csY1242" fmla="*/ 1028970 h 1028969"/>
              <a:gd name="csX1243" fmla="*/ 214832 w 1728164"/>
              <a:gd name="csY1243" fmla="*/ 1028970 h 1028969"/>
              <a:gd name="csX1244" fmla="*/ 215005 w 1728164"/>
              <a:gd name="csY1244" fmla="*/ 1028970 h 1028969"/>
              <a:gd name="csX1245" fmla="*/ 215178 w 1728164"/>
              <a:gd name="csY1245" fmla="*/ 1028970 h 1028969"/>
              <a:gd name="csX1246" fmla="*/ 215351 w 1728164"/>
              <a:gd name="csY1246" fmla="*/ 1028970 h 1028969"/>
              <a:gd name="csX1247" fmla="*/ 215524 w 1728164"/>
              <a:gd name="csY1247" fmla="*/ 1028970 h 1028969"/>
              <a:gd name="csX1248" fmla="*/ 215696 w 1728164"/>
              <a:gd name="csY1248" fmla="*/ 1028970 h 1028969"/>
              <a:gd name="csX1249" fmla="*/ 215869 w 1728164"/>
              <a:gd name="csY1249" fmla="*/ 1028970 h 1028969"/>
              <a:gd name="csX1250" fmla="*/ 216042 w 1728164"/>
              <a:gd name="csY1250" fmla="*/ 1028970 h 1028969"/>
              <a:gd name="csX1251" fmla="*/ 216215 w 1728164"/>
              <a:gd name="csY1251" fmla="*/ 1028970 h 1028969"/>
              <a:gd name="csX1252" fmla="*/ 216388 w 1728164"/>
              <a:gd name="csY1252" fmla="*/ 1028970 h 1028969"/>
              <a:gd name="csX1253" fmla="*/ 216561 w 1728164"/>
              <a:gd name="csY1253" fmla="*/ 1028970 h 1028969"/>
              <a:gd name="csX1254" fmla="*/ 216734 w 1728164"/>
              <a:gd name="csY1254" fmla="*/ 1028970 h 1028969"/>
              <a:gd name="csX1255" fmla="*/ 216906 w 1728164"/>
              <a:gd name="csY1255" fmla="*/ 1028970 h 1028969"/>
              <a:gd name="csX1256" fmla="*/ 217079 w 1728164"/>
              <a:gd name="csY1256" fmla="*/ 1028970 h 1028969"/>
              <a:gd name="csX1257" fmla="*/ 217252 w 1728164"/>
              <a:gd name="csY1257" fmla="*/ 1028970 h 1028969"/>
              <a:gd name="csX1258" fmla="*/ 217425 w 1728164"/>
              <a:gd name="csY1258" fmla="*/ 1028970 h 1028969"/>
              <a:gd name="csX1259" fmla="*/ 217597 w 1728164"/>
              <a:gd name="csY1259" fmla="*/ 1028970 h 1028969"/>
              <a:gd name="csX1260" fmla="*/ 217770 w 1728164"/>
              <a:gd name="csY1260" fmla="*/ 1028970 h 1028969"/>
              <a:gd name="csX1261" fmla="*/ 217943 w 1728164"/>
              <a:gd name="csY1261" fmla="*/ 1028970 h 1028969"/>
              <a:gd name="csX1262" fmla="*/ 218116 w 1728164"/>
              <a:gd name="csY1262" fmla="*/ 1028970 h 1028969"/>
              <a:gd name="csX1263" fmla="*/ 218289 w 1728164"/>
              <a:gd name="csY1263" fmla="*/ 1028970 h 1028969"/>
              <a:gd name="csX1264" fmla="*/ 218462 w 1728164"/>
              <a:gd name="csY1264" fmla="*/ 1028970 h 1028969"/>
              <a:gd name="csX1265" fmla="*/ 218635 w 1728164"/>
              <a:gd name="csY1265" fmla="*/ 1028970 h 1028969"/>
              <a:gd name="csX1266" fmla="*/ 218807 w 1728164"/>
              <a:gd name="csY1266" fmla="*/ 1028970 h 1028969"/>
              <a:gd name="csX1267" fmla="*/ 218980 w 1728164"/>
              <a:gd name="csY1267" fmla="*/ 1028970 h 1028969"/>
              <a:gd name="csX1268" fmla="*/ 219153 w 1728164"/>
              <a:gd name="csY1268" fmla="*/ 1028970 h 1028969"/>
              <a:gd name="csX1269" fmla="*/ 219326 w 1728164"/>
              <a:gd name="csY1269" fmla="*/ 1028970 h 1028969"/>
              <a:gd name="csX1270" fmla="*/ 219499 w 1728164"/>
              <a:gd name="csY1270" fmla="*/ 1028970 h 1028969"/>
              <a:gd name="csX1271" fmla="*/ 219671 w 1728164"/>
              <a:gd name="csY1271" fmla="*/ 1028970 h 1028969"/>
              <a:gd name="csX1272" fmla="*/ 219845 w 1728164"/>
              <a:gd name="csY1272" fmla="*/ 1028970 h 1028969"/>
              <a:gd name="csX1273" fmla="*/ 220017 w 1728164"/>
              <a:gd name="csY1273" fmla="*/ 1028970 h 1028969"/>
              <a:gd name="csX1274" fmla="*/ 220190 w 1728164"/>
              <a:gd name="csY1274" fmla="*/ 1028970 h 1028969"/>
              <a:gd name="csX1275" fmla="*/ 220363 w 1728164"/>
              <a:gd name="csY1275" fmla="*/ 1028970 h 1028969"/>
              <a:gd name="csX1276" fmla="*/ 220536 w 1728164"/>
              <a:gd name="csY1276" fmla="*/ 1028970 h 1028969"/>
              <a:gd name="csX1277" fmla="*/ 220709 w 1728164"/>
              <a:gd name="csY1277" fmla="*/ 1028970 h 1028969"/>
              <a:gd name="csX1278" fmla="*/ 220881 w 1728164"/>
              <a:gd name="csY1278" fmla="*/ 1028970 h 1028969"/>
              <a:gd name="csX1279" fmla="*/ 221055 w 1728164"/>
              <a:gd name="csY1279" fmla="*/ 1028970 h 1028969"/>
              <a:gd name="csX1280" fmla="*/ 221227 w 1728164"/>
              <a:gd name="csY1280" fmla="*/ 1028970 h 1028969"/>
              <a:gd name="csX1281" fmla="*/ 221400 w 1728164"/>
              <a:gd name="csY1281" fmla="*/ 1028970 h 1028969"/>
              <a:gd name="csX1282" fmla="*/ 221572 w 1728164"/>
              <a:gd name="csY1282" fmla="*/ 1028970 h 1028969"/>
              <a:gd name="csX1283" fmla="*/ 221746 w 1728164"/>
              <a:gd name="csY1283" fmla="*/ 1028970 h 1028969"/>
              <a:gd name="csX1284" fmla="*/ 221918 w 1728164"/>
              <a:gd name="csY1284" fmla="*/ 1028970 h 1028969"/>
              <a:gd name="csX1285" fmla="*/ 222091 w 1728164"/>
              <a:gd name="csY1285" fmla="*/ 1028970 h 1028969"/>
              <a:gd name="csX1286" fmla="*/ 222264 w 1728164"/>
              <a:gd name="csY1286" fmla="*/ 1028970 h 1028969"/>
              <a:gd name="csX1287" fmla="*/ 222437 w 1728164"/>
              <a:gd name="csY1287" fmla="*/ 1028970 h 1028969"/>
              <a:gd name="csX1288" fmla="*/ 222610 w 1728164"/>
              <a:gd name="csY1288" fmla="*/ 1028970 h 1028969"/>
              <a:gd name="csX1289" fmla="*/ 222782 w 1728164"/>
              <a:gd name="csY1289" fmla="*/ 1028970 h 1028969"/>
              <a:gd name="csX1290" fmla="*/ 222956 w 1728164"/>
              <a:gd name="csY1290" fmla="*/ 1028970 h 1028969"/>
              <a:gd name="csX1291" fmla="*/ 223128 w 1728164"/>
              <a:gd name="csY1291" fmla="*/ 1028970 h 1028969"/>
              <a:gd name="csX1292" fmla="*/ 223301 w 1728164"/>
              <a:gd name="csY1292" fmla="*/ 1028970 h 1028969"/>
              <a:gd name="csX1293" fmla="*/ 223473 w 1728164"/>
              <a:gd name="csY1293" fmla="*/ 1028970 h 1028969"/>
              <a:gd name="csX1294" fmla="*/ 223647 w 1728164"/>
              <a:gd name="csY1294" fmla="*/ 1028970 h 1028969"/>
              <a:gd name="csX1295" fmla="*/ 223820 w 1728164"/>
              <a:gd name="csY1295" fmla="*/ 1028970 h 1028969"/>
              <a:gd name="csX1296" fmla="*/ 223992 w 1728164"/>
              <a:gd name="csY1296" fmla="*/ 1028970 h 1028969"/>
              <a:gd name="csX1297" fmla="*/ 224166 w 1728164"/>
              <a:gd name="csY1297" fmla="*/ 1028970 h 1028969"/>
              <a:gd name="csX1298" fmla="*/ 224338 w 1728164"/>
              <a:gd name="csY1298" fmla="*/ 1028970 h 1028969"/>
              <a:gd name="csX1299" fmla="*/ 224511 w 1728164"/>
              <a:gd name="csY1299" fmla="*/ 1028970 h 1028969"/>
              <a:gd name="csX1300" fmla="*/ 224683 w 1728164"/>
              <a:gd name="csY1300" fmla="*/ 1028970 h 1028969"/>
              <a:gd name="csX1301" fmla="*/ 224857 w 1728164"/>
              <a:gd name="csY1301" fmla="*/ 1028970 h 1028969"/>
              <a:gd name="csX1302" fmla="*/ 225030 w 1728164"/>
              <a:gd name="csY1302" fmla="*/ 1028970 h 1028969"/>
              <a:gd name="csX1303" fmla="*/ 225202 w 1728164"/>
              <a:gd name="csY1303" fmla="*/ 1028970 h 1028969"/>
              <a:gd name="csX1304" fmla="*/ 225375 w 1728164"/>
              <a:gd name="csY1304" fmla="*/ 1028970 h 1028969"/>
              <a:gd name="csX1305" fmla="*/ 225548 w 1728164"/>
              <a:gd name="csY1305" fmla="*/ 1028970 h 1028969"/>
              <a:gd name="csX1306" fmla="*/ 225721 w 1728164"/>
              <a:gd name="csY1306" fmla="*/ 1028970 h 1028969"/>
              <a:gd name="csX1307" fmla="*/ 225893 w 1728164"/>
              <a:gd name="csY1307" fmla="*/ 1028970 h 1028969"/>
              <a:gd name="csX1308" fmla="*/ 226067 w 1728164"/>
              <a:gd name="csY1308" fmla="*/ 1028970 h 1028969"/>
              <a:gd name="csX1309" fmla="*/ 226239 w 1728164"/>
              <a:gd name="csY1309" fmla="*/ 1028970 h 1028969"/>
              <a:gd name="csX1310" fmla="*/ 226412 w 1728164"/>
              <a:gd name="csY1310" fmla="*/ 1028970 h 1028969"/>
              <a:gd name="csX1311" fmla="*/ 226585 w 1728164"/>
              <a:gd name="csY1311" fmla="*/ 1028970 h 1028969"/>
              <a:gd name="csX1312" fmla="*/ 226758 w 1728164"/>
              <a:gd name="csY1312" fmla="*/ 1028970 h 1028969"/>
              <a:gd name="csX1313" fmla="*/ 226931 w 1728164"/>
              <a:gd name="csY1313" fmla="*/ 1028970 h 1028969"/>
              <a:gd name="csX1314" fmla="*/ 227103 w 1728164"/>
              <a:gd name="csY1314" fmla="*/ 1028970 h 1028969"/>
              <a:gd name="csX1315" fmla="*/ 227276 w 1728164"/>
              <a:gd name="csY1315" fmla="*/ 1028970 h 1028969"/>
              <a:gd name="csX1316" fmla="*/ 227449 w 1728164"/>
              <a:gd name="csY1316" fmla="*/ 1028970 h 1028969"/>
              <a:gd name="csX1317" fmla="*/ 227622 w 1728164"/>
              <a:gd name="csY1317" fmla="*/ 1028970 h 1028969"/>
              <a:gd name="csX1318" fmla="*/ 227794 w 1728164"/>
              <a:gd name="csY1318" fmla="*/ 1028970 h 1028969"/>
              <a:gd name="csX1319" fmla="*/ 227968 w 1728164"/>
              <a:gd name="csY1319" fmla="*/ 1028970 h 1028969"/>
              <a:gd name="csX1320" fmla="*/ 228141 w 1728164"/>
              <a:gd name="csY1320" fmla="*/ 1028970 h 1028969"/>
              <a:gd name="csX1321" fmla="*/ 228313 w 1728164"/>
              <a:gd name="csY1321" fmla="*/ 1028970 h 1028969"/>
              <a:gd name="csX1322" fmla="*/ 228486 w 1728164"/>
              <a:gd name="csY1322" fmla="*/ 1028970 h 1028969"/>
              <a:gd name="csX1323" fmla="*/ 228659 w 1728164"/>
              <a:gd name="csY1323" fmla="*/ 1028970 h 1028969"/>
              <a:gd name="csX1324" fmla="*/ 228832 w 1728164"/>
              <a:gd name="csY1324" fmla="*/ 1028970 h 1028969"/>
              <a:gd name="csX1325" fmla="*/ 229004 w 1728164"/>
              <a:gd name="csY1325" fmla="*/ 1028970 h 1028969"/>
              <a:gd name="csX1326" fmla="*/ 229177 w 1728164"/>
              <a:gd name="csY1326" fmla="*/ 1028970 h 1028969"/>
              <a:gd name="csX1327" fmla="*/ 229351 w 1728164"/>
              <a:gd name="csY1327" fmla="*/ 1028970 h 1028969"/>
              <a:gd name="csX1328" fmla="*/ 229523 w 1728164"/>
              <a:gd name="csY1328" fmla="*/ 1028970 h 1028969"/>
              <a:gd name="csX1329" fmla="*/ 229696 w 1728164"/>
              <a:gd name="csY1329" fmla="*/ 1028970 h 1028969"/>
              <a:gd name="csX1330" fmla="*/ 229869 w 1728164"/>
              <a:gd name="csY1330" fmla="*/ 1028970 h 1028969"/>
              <a:gd name="csX1331" fmla="*/ 230042 w 1728164"/>
              <a:gd name="csY1331" fmla="*/ 1028970 h 1028969"/>
              <a:gd name="csX1332" fmla="*/ 230214 w 1728164"/>
              <a:gd name="csY1332" fmla="*/ 1028970 h 1028969"/>
              <a:gd name="csX1333" fmla="*/ 230387 w 1728164"/>
              <a:gd name="csY1333" fmla="*/ 1028970 h 1028969"/>
              <a:gd name="csX1334" fmla="*/ 230560 w 1728164"/>
              <a:gd name="csY1334" fmla="*/ 1028970 h 1028969"/>
              <a:gd name="csX1335" fmla="*/ 230733 w 1728164"/>
              <a:gd name="csY1335" fmla="*/ 1028970 h 1028969"/>
              <a:gd name="csX1336" fmla="*/ 230906 w 1728164"/>
              <a:gd name="csY1336" fmla="*/ 1028970 h 1028969"/>
              <a:gd name="csX1337" fmla="*/ 231078 w 1728164"/>
              <a:gd name="csY1337" fmla="*/ 1028970 h 1028969"/>
              <a:gd name="csX1338" fmla="*/ 231252 w 1728164"/>
              <a:gd name="csY1338" fmla="*/ 1028970 h 1028969"/>
              <a:gd name="csX1339" fmla="*/ 231424 w 1728164"/>
              <a:gd name="csY1339" fmla="*/ 1028970 h 1028969"/>
              <a:gd name="csX1340" fmla="*/ 231597 w 1728164"/>
              <a:gd name="csY1340" fmla="*/ 1028970 h 1028969"/>
              <a:gd name="csX1341" fmla="*/ 231770 w 1728164"/>
              <a:gd name="csY1341" fmla="*/ 1028970 h 1028969"/>
              <a:gd name="csX1342" fmla="*/ 231943 w 1728164"/>
              <a:gd name="csY1342" fmla="*/ 1028970 h 1028969"/>
              <a:gd name="csX1343" fmla="*/ 232115 w 1728164"/>
              <a:gd name="csY1343" fmla="*/ 1028970 h 1028969"/>
              <a:gd name="csX1344" fmla="*/ 232288 w 1728164"/>
              <a:gd name="csY1344" fmla="*/ 1028970 h 1028969"/>
              <a:gd name="csX1345" fmla="*/ 232462 w 1728164"/>
              <a:gd name="csY1345" fmla="*/ 1028970 h 1028969"/>
              <a:gd name="csX1346" fmla="*/ 232634 w 1728164"/>
              <a:gd name="csY1346" fmla="*/ 1028970 h 1028969"/>
              <a:gd name="csX1347" fmla="*/ 232807 w 1728164"/>
              <a:gd name="csY1347" fmla="*/ 1028970 h 1028969"/>
              <a:gd name="csX1348" fmla="*/ 232979 w 1728164"/>
              <a:gd name="csY1348" fmla="*/ 1028970 h 1028969"/>
              <a:gd name="csX1349" fmla="*/ 233153 w 1728164"/>
              <a:gd name="csY1349" fmla="*/ 1028970 h 1028969"/>
              <a:gd name="csX1350" fmla="*/ 233325 w 1728164"/>
              <a:gd name="csY1350" fmla="*/ 1028970 h 1028969"/>
              <a:gd name="csX1351" fmla="*/ 233498 w 1728164"/>
              <a:gd name="csY1351" fmla="*/ 1028970 h 1028969"/>
              <a:gd name="csX1352" fmla="*/ 233672 w 1728164"/>
              <a:gd name="csY1352" fmla="*/ 1028970 h 1028969"/>
              <a:gd name="csX1353" fmla="*/ 233844 w 1728164"/>
              <a:gd name="csY1353" fmla="*/ 1028970 h 1028969"/>
              <a:gd name="csX1354" fmla="*/ 234017 w 1728164"/>
              <a:gd name="csY1354" fmla="*/ 1028970 h 1028969"/>
              <a:gd name="csX1355" fmla="*/ 234189 w 1728164"/>
              <a:gd name="csY1355" fmla="*/ 1028970 h 1028969"/>
              <a:gd name="csX1356" fmla="*/ 234363 w 1728164"/>
              <a:gd name="csY1356" fmla="*/ 1028970 h 1028969"/>
              <a:gd name="csX1357" fmla="*/ 234535 w 1728164"/>
              <a:gd name="csY1357" fmla="*/ 1028970 h 1028969"/>
              <a:gd name="csX1358" fmla="*/ 234708 w 1728164"/>
              <a:gd name="csY1358" fmla="*/ 1028970 h 1028969"/>
              <a:gd name="csX1359" fmla="*/ 234881 w 1728164"/>
              <a:gd name="csY1359" fmla="*/ 1028970 h 1028969"/>
              <a:gd name="csX1360" fmla="*/ 235054 w 1728164"/>
              <a:gd name="csY1360" fmla="*/ 1028970 h 1028969"/>
              <a:gd name="csX1361" fmla="*/ 235227 w 1728164"/>
              <a:gd name="csY1361" fmla="*/ 1028970 h 1028969"/>
              <a:gd name="csX1362" fmla="*/ 235399 w 1728164"/>
              <a:gd name="csY1362" fmla="*/ 1028970 h 1028969"/>
              <a:gd name="csX1363" fmla="*/ 235573 w 1728164"/>
              <a:gd name="csY1363" fmla="*/ 1028970 h 1028969"/>
              <a:gd name="csX1364" fmla="*/ 235745 w 1728164"/>
              <a:gd name="csY1364" fmla="*/ 1028970 h 1028969"/>
              <a:gd name="csX1365" fmla="*/ 235918 w 1728164"/>
              <a:gd name="csY1365" fmla="*/ 1028970 h 1028969"/>
              <a:gd name="csX1366" fmla="*/ 236090 w 1728164"/>
              <a:gd name="csY1366" fmla="*/ 1028970 h 1028969"/>
              <a:gd name="csX1367" fmla="*/ 236264 w 1728164"/>
              <a:gd name="csY1367" fmla="*/ 1028970 h 1028969"/>
              <a:gd name="csX1368" fmla="*/ 236436 w 1728164"/>
              <a:gd name="csY1368" fmla="*/ 1028970 h 1028969"/>
              <a:gd name="csX1369" fmla="*/ 236609 w 1728164"/>
              <a:gd name="csY1369" fmla="*/ 1028970 h 1028969"/>
              <a:gd name="csX1370" fmla="*/ 236782 w 1728164"/>
              <a:gd name="csY1370" fmla="*/ 1028970 h 1028969"/>
              <a:gd name="csX1371" fmla="*/ 236955 w 1728164"/>
              <a:gd name="csY1371" fmla="*/ 1028970 h 1028969"/>
              <a:gd name="csX1372" fmla="*/ 237128 w 1728164"/>
              <a:gd name="csY1372" fmla="*/ 1028970 h 1028969"/>
              <a:gd name="csX1373" fmla="*/ 237300 w 1728164"/>
              <a:gd name="csY1373" fmla="*/ 1028970 h 1028969"/>
              <a:gd name="csX1374" fmla="*/ 237474 w 1728164"/>
              <a:gd name="csY1374" fmla="*/ 1028970 h 1028969"/>
              <a:gd name="csX1375" fmla="*/ 237646 w 1728164"/>
              <a:gd name="csY1375" fmla="*/ 1028970 h 1028969"/>
              <a:gd name="csX1376" fmla="*/ 237819 w 1728164"/>
              <a:gd name="csY1376" fmla="*/ 1028970 h 1028969"/>
              <a:gd name="csX1377" fmla="*/ 237992 w 1728164"/>
              <a:gd name="csY1377" fmla="*/ 1028970 h 1028969"/>
              <a:gd name="csX1378" fmla="*/ 238165 w 1728164"/>
              <a:gd name="csY1378" fmla="*/ 1028970 h 1028969"/>
              <a:gd name="csX1379" fmla="*/ 238338 w 1728164"/>
              <a:gd name="csY1379" fmla="*/ 1028970 h 1028969"/>
              <a:gd name="csX1380" fmla="*/ 238510 w 1728164"/>
              <a:gd name="csY1380" fmla="*/ 1028970 h 1028969"/>
              <a:gd name="csX1381" fmla="*/ 238683 w 1728164"/>
              <a:gd name="csY1381" fmla="*/ 1028970 h 1028969"/>
              <a:gd name="csX1382" fmla="*/ 238856 w 1728164"/>
              <a:gd name="csY1382" fmla="*/ 1028970 h 1028969"/>
              <a:gd name="csX1383" fmla="*/ 239029 w 1728164"/>
              <a:gd name="csY1383" fmla="*/ 1028970 h 1028969"/>
              <a:gd name="csX1384" fmla="*/ 239202 w 1728164"/>
              <a:gd name="csY1384" fmla="*/ 1028970 h 1028969"/>
              <a:gd name="csX1385" fmla="*/ 239375 w 1728164"/>
              <a:gd name="csY1385" fmla="*/ 1028970 h 1028969"/>
              <a:gd name="csX1386" fmla="*/ 239548 w 1728164"/>
              <a:gd name="csY1386" fmla="*/ 1028970 h 1028969"/>
              <a:gd name="csX1387" fmla="*/ 239720 w 1728164"/>
              <a:gd name="csY1387" fmla="*/ 1028970 h 1028969"/>
              <a:gd name="csX1388" fmla="*/ 239893 w 1728164"/>
              <a:gd name="csY1388" fmla="*/ 1028970 h 1028969"/>
              <a:gd name="csX1389" fmla="*/ 240066 w 1728164"/>
              <a:gd name="csY1389" fmla="*/ 1028970 h 1028969"/>
              <a:gd name="csX1390" fmla="*/ 240239 w 1728164"/>
              <a:gd name="csY1390" fmla="*/ 1028970 h 1028969"/>
              <a:gd name="csX1391" fmla="*/ 240411 w 1728164"/>
              <a:gd name="csY1391" fmla="*/ 1028970 h 1028969"/>
              <a:gd name="csX1392" fmla="*/ 240584 w 1728164"/>
              <a:gd name="csY1392" fmla="*/ 1028970 h 1028969"/>
              <a:gd name="csX1393" fmla="*/ 240757 w 1728164"/>
              <a:gd name="csY1393" fmla="*/ 1028970 h 1028969"/>
              <a:gd name="csX1394" fmla="*/ 240930 w 1728164"/>
              <a:gd name="csY1394" fmla="*/ 1028970 h 1028969"/>
              <a:gd name="csX1395" fmla="*/ 241103 w 1728164"/>
              <a:gd name="csY1395" fmla="*/ 1028970 h 1028969"/>
              <a:gd name="csX1396" fmla="*/ 241276 w 1728164"/>
              <a:gd name="csY1396" fmla="*/ 1028970 h 1028969"/>
              <a:gd name="csX1397" fmla="*/ 241449 w 1728164"/>
              <a:gd name="csY1397" fmla="*/ 1028970 h 1028969"/>
              <a:gd name="csX1398" fmla="*/ 241621 w 1728164"/>
              <a:gd name="csY1398" fmla="*/ 1028970 h 1028969"/>
              <a:gd name="csX1399" fmla="*/ 241794 w 1728164"/>
              <a:gd name="csY1399" fmla="*/ 1028970 h 1028969"/>
              <a:gd name="csX1400" fmla="*/ 241967 w 1728164"/>
              <a:gd name="csY1400" fmla="*/ 1028970 h 1028969"/>
              <a:gd name="csX1401" fmla="*/ 242140 w 1728164"/>
              <a:gd name="csY1401" fmla="*/ 1028970 h 1028969"/>
              <a:gd name="csX1402" fmla="*/ 242313 w 1728164"/>
              <a:gd name="csY1402" fmla="*/ 1028970 h 1028969"/>
              <a:gd name="csX1403" fmla="*/ 242485 w 1728164"/>
              <a:gd name="csY1403" fmla="*/ 1028970 h 1028969"/>
              <a:gd name="csX1404" fmla="*/ 242659 w 1728164"/>
              <a:gd name="csY1404" fmla="*/ 1028970 h 1028969"/>
              <a:gd name="csX1405" fmla="*/ 242831 w 1728164"/>
              <a:gd name="csY1405" fmla="*/ 1028970 h 1028969"/>
              <a:gd name="csX1406" fmla="*/ 243004 w 1728164"/>
              <a:gd name="csY1406" fmla="*/ 1028970 h 1028969"/>
              <a:gd name="csX1407" fmla="*/ 243177 w 1728164"/>
              <a:gd name="csY1407" fmla="*/ 1028970 h 1028969"/>
              <a:gd name="csX1408" fmla="*/ 243350 w 1728164"/>
              <a:gd name="csY1408" fmla="*/ 1028970 h 1028969"/>
              <a:gd name="csX1409" fmla="*/ 243523 w 1728164"/>
              <a:gd name="csY1409" fmla="*/ 1028970 h 1028969"/>
              <a:gd name="csX1410" fmla="*/ 243695 w 1728164"/>
              <a:gd name="csY1410" fmla="*/ 1028970 h 1028969"/>
              <a:gd name="csX1411" fmla="*/ 243869 w 1728164"/>
              <a:gd name="csY1411" fmla="*/ 1028970 h 1028969"/>
              <a:gd name="csX1412" fmla="*/ 244041 w 1728164"/>
              <a:gd name="csY1412" fmla="*/ 1028970 h 1028969"/>
              <a:gd name="csX1413" fmla="*/ 244214 w 1728164"/>
              <a:gd name="csY1413" fmla="*/ 1028970 h 1028969"/>
              <a:gd name="csX1414" fmla="*/ 244386 w 1728164"/>
              <a:gd name="csY1414" fmla="*/ 1028970 h 1028969"/>
              <a:gd name="csX1415" fmla="*/ 244560 w 1728164"/>
              <a:gd name="csY1415" fmla="*/ 1028970 h 1028969"/>
              <a:gd name="csX1416" fmla="*/ 244732 w 1728164"/>
              <a:gd name="csY1416" fmla="*/ 1028970 h 1028969"/>
              <a:gd name="csX1417" fmla="*/ 244905 w 1728164"/>
              <a:gd name="csY1417" fmla="*/ 1028970 h 1028969"/>
              <a:gd name="csX1418" fmla="*/ 245079 w 1728164"/>
              <a:gd name="csY1418" fmla="*/ 1028970 h 1028969"/>
              <a:gd name="csX1419" fmla="*/ 245251 w 1728164"/>
              <a:gd name="csY1419" fmla="*/ 1028970 h 1028969"/>
              <a:gd name="csX1420" fmla="*/ 245424 w 1728164"/>
              <a:gd name="csY1420" fmla="*/ 1028970 h 1028969"/>
              <a:gd name="csX1421" fmla="*/ 245596 w 1728164"/>
              <a:gd name="csY1421" fmla="*/ 1028970 h 1028969"/>
              <a:gd name="csX1422" fmla="*/ 245770 w 1728164"/>
              <a:gd name="csY1422" fmla="*/ 1028970 h 1028969"/>
              <a:gd name="csX1423" fmla="*/ 245942 w 1728164"/>
              <a:gd name="csY1423" fmla="*/ 1028970 h 1028969"/>
              <a:gd name="csX1424" fmla="*/ 246115 w 1728164"/>
              <a:gd name="csY1424" fmla="*/ 1028970 h 1028969"/>
              <a:gd name="csX1425" fmla="*/ 246288 w 1728164"/>
              <a:gd name="csY1425" fmla="*/ 1028970 h 1028969"/>
              <a:gd name="csX1426" fmla="*/ 246461 w 1728164"/>
              <a:gd name="csY1426" fmla="*/ 1028970 h 1028969"/>
              <a:gd name="csX1427" fmla="*/ 246634 w 1728164"/>
              <a:gd name="csY1427" fmla="*/ 1028970 h 1028969"/>
              <a:gd name="csX1428" fmla="*/ 246806 w 1728164"/>
              <a:gd name="csY1428" fmla="*/ 1028970 h 1028969"/>
              <a:gd name="csX1429" fmla="*/ 246980 w 1728164"/>
              <a:gd name="csY1429" fmla="*/ 1028970 h 1028969"/>
              <a:gd name="csX1430" fmla="*/ 247152 w 1728164"/>
              <a:gd name="csY1430" fmla="*/ 1028970 h 1028969"/>
              <a:gd name="csX1431" fmla="*/ 247325 w 1728164"/>
              <a:gd name="csY1431" fmla="*/ 1028970 h 1028969"/>
              <a:gd name="csX1432" fmla="*/ 247497 w 1728164"/>
              <a:gd name="csY1432" fmla="*/ 1028970 h 1028969"/>
              <a:gd name="csX1433" fmla="*/ 247671 w 1728164"/>
              <a:gd name="csY1433" fmla="*/ 1028970 h 1028969"/>
              <a:gd name="csX1434" fmla="*/ 247844 w 1728164"/>
              <a:gd name="csY1434" fmla="*/ 1028970 h 1028969"/>
              <a:gd name="csX1435" fmla="*/ 248016 w 1728164"/>
              <a:gd name="csY1435" fmla="*/ 1028970 h 1028969"/>
              <a:gd name="csX1436" fmla="*/ 248189 w 1728164"/>
              <a:gd name="csY1436" fmla="*/ 1028970 h 1028969"/>
              <a:gd name="csX1437" fmla="*/ 248362 w 1728164"/>
              <a:gd name="csY1437" fmla="*/ 1028970 h 1028969"/>
              <a:gd name="csX1438" fmla="*/ 248535 w 1728164"/>
              <a:gd name="csY1438" fmla="*/ 1028970 h 1028969"/>
              <a:gd name="csX1439" fmla="*/ 248707 w 1728164"/>
              <a:gd name="csY1439" fmla="*/ 1028970 h 1028969"/>
              <a:gd name="csX1440" fmla="*/ 248881 w 1728164"/>
              <a:gd name="csY1440" fmla="*/ 1028970 h 1028969"/>
              <a:gd name="csX1441" fmla="*/ 249053 w 1728164"/>
              <a:gd name="csY1441" fmla="*/ 1028970 h 1028969"/>
              <a:gd name="csX1442" fmla="*/ 249226 w 1728164"/>
              <a:gd name="csY1442" fmla="*/ 1028970 h 1028969"/>
              <a:gd name="csX1443" fmla="*/ 249399 w 1728164"/>
              <a:gd name="csY1443" fmla="*/ 1028970 h 1028969"/>
              <a:gd name="csX1444" fmla="*/ 249572 w 1728164"/>
              <a:gd name="csY1444" fmla="*/ 1028970 h 1028969"/>
              <a:gd name="csX1445" fmla="*/ 249745 w 1728164"/>
              <a:gd name="csY1445" fmla="*/ 1028970 h 1028969"/>
              <a:gd name="csX1446" fmla="*/ 249917 w 1728164"/>
              <a:gd name="csY1446" fmla="*/ 1028970 h 1028969"/>
              <a:gd name="csX1447" fmla="*/ 250090 w 1728164"/>
              <a:gd name="csY1447" fmla="*/ 1028970 h 1028969"/>
              <a:gd name="csX1448" fmla="*/ 250263 w 1728164"/>
              <a:gd name="csY1448" fmla="*/ 1028970 h 1028969"/>
              <a:gd name="csX1449" fmla="*/ 250436 w 1728164"/>
              <a:gd name="csY1449" fmla="*/ 1028970 h 1028969"/>
              <a:gd name="csX1450" fmla="*/ 250609 w 1728164"/>
              <a:gd name="csY1450" fmla="*/ 1028970 h 1028969"/>
              <a:gd name="csX1451" fmla="*/ 250782 w 1728164"/>
              <a:gd name="csY1451" fmla="*/ 1028970 h 1028969"/>
              <a:gd name="csX1452" fmla="*/ 250955 w 1728164"/>
              <a:gd name="csY1452" fmla="*/ 1028970 h 1028969"/>
              <a:gd name="csX1453" fmla="*/ 251127 w 1728164"/>
              <a:gd name="csY1453" fmla="*/ 1028970 h 1028969"/>
              <a:gd name="csX1454" fmla="*/ 251300 w 1728164"/>
              <a:gd name="csY1454" fmla="*/ 1028970 h 1028969"/>
              <a:gd name="csX1455" fmla="*/ 251473 w 1728164"/>
              <a:gd name="csY1455" fmla="*/ 1028970 h 1028969"/>
              <a:gd name="csX1456" fmla="*/ 251646 w 1728164"/>
              <a:gd name="csY1456" fmla="*/ 1028970 h 1028969"/>
              <a:gd name="csX1457" fmla="*/ 251818 w 1728164"/>
              <a:gd name="csY1457" fmla="*/ 1028970 h 1028969"/>
              <a:gd name="csX1458" fmla="*/ 251991 w 1728164"/>
              <a:gd name="csY1458" fmla="*/ 1028970 h 1028969"/>
              <a:gd name="csX1459" fmla="*/ 252165 w 1728164"/>
              <a:gd name="csY1459" fmla="*/ 1028970 h 1028969"/>
              <a:gd name="csX1460" fmla="*/ 252337 w 1728164"/>
              <a:gd name="csY1460" fmla="*/ 1028970 h 1028969"/>
              <a:gd name="csX1461" fmla="*/ 252510 w 1728164"/>
              <a:gd name="csY1461" fmla="*/ 1028970 h 1028969"/>
              <a:gd name="csX1462" fmla="*/ 252683 w 1728164"/>
              <a:gd name="csY1462" fmla="*/ 1028970 h 1028969"/>
              <a:gd name="csX1463" fmla="*/ 252856 w 1728164"/>
              <a:gd name="csY1463" fmla="*/ 1028970 h 1028969"/>
              <a:gd name="csX1464" fmla="*/ 253028 w 1728164"/>
              <a:gd name="csY1464" fmla="*/ 1028970 h 1028969"/>
              <a:gd name="csX1465" fmla="*/ 253201 w 1728164"/>
              <a:gd name="csY1465" fmla="*/ 1028970 h 1028969"/>
              <a:gd name="csX1466" fmla="*/ 253374 w 1728164"/>
              <a:gd name="csY1466" fmla="*/ 1028970 h 1028969"/>
              <a:gd name="csX1467" fmla="*/ 253547 w 1728164"/>
              <a:gd name="csY1467" fmla="*/ 1028970 h 1028969"/>
              <a:gd name="csX1468" fmla="*/ 253720 w 1728164"/>
              <a:gd name="csY1468" fmla="*/ 1028970 h 1028969"/>
              <a:gd name="csX1469" fmla="*/ 253892 w 1728164"/>
              <a:gd name="csY1469" fmla="*/ 1028970 h 1028969"/>
              <a:gd name="csX1470" fmla="*/ 254066 w 1728164"/>
              <a:gd name="csY1470" fmla="*/ 1028970 h 1028969"/>
              <a:gd name="csX1471" fmla="*/ 254238 w 1728164"/>
              <a:gd name="csY1471" fmla="*/ 1028970 h 1028969"/>
              <a:gd name="csX1472" fmla="*/ 254411 w 1728164"/>
              <a:gd name="csY1472" fmla="*/ 1028970 h 1028969"/>
              <a:gd name="csX1473" fmla="*/ 254584 w 1728164"/>
              <a:gd name="csY1473" fmla="*/ 1028970 h 1028969"/>
              <a:gd name="csX1474" fmla="*/ 254757 w 1728164"/>
              <a:gd name="csY1474" fmla="*/ 1028970 h 1028969"/>
              <a:gd name="csX1475" fmla="*/ 254930 w 1728164"/>
              <a:gd name="csY1475" fmla="*/ 1028970 h 1028969"/>
              <a:gd name="csX1476" fmla="*/ 255102 w 1728164"/>
              <a:gd name="csY1476" fmla="*/ 1028970 h 1028969"/>
              <a:gd name="csX1477" fmla="*/ 255276 w 1728164"/>
              <a:gd name="csY1477" fmla="*/ 1028970 h 1028969"/>
              <a:gd name="csX1478" fmla="*/ 255448 w 1728164"/>
              <a:gd name="csY1478" fmla="*/ 1028970 h 1028969"/>
              <a:gd name="csX1479" fmla="*/ 255621 w 1728164"/>
              <a:gd name="csY1479" fmla="*/ 1028970 h 1028969"/>
              <a:gd name="csX1480" fmla="*/ 255793 w 1728164"/>
              <a:gd name="csY1480" fmla="*/ 1028970 h 1028969"/>
              <a:gd name="csX1481" fmla="*/ 255967 w 1728164"/>
              <a:gd name="csY1481" fmla="*/ 1028970 h 1028969"/>
              <a:gd name="csX1482" fmla="*/ 256139 w 1728164"/>
              <a:gd name="csY1482" fmla="*/ 1028970 h 1028969"/>
              <a:gd name="csX1483" fmla="*/ 256312 w 1728164"/>
              <a:gd name="csY1483" fmla="*/ 1028970 h 1028969"/>
              <a:gd name="csX1484" fmla="*/ 256486 w 1728164"/>
              <a:gd name="csY1484" fmla="*/ 1028970 h 1028969"/>
              <a:gd name="csX1485" fmla="*/ 256658 w 1728164"/>
              <a:gd name="csY1485" fmla="*/ 1028970 h 1028969"/>
              <a:gd name="csX1486" fmla="*/ 256831 w 1728164"/>
              <a:gd name="csY1486" fmla="*/ 1028970 h 1028969"/>
              <a:gd name="csX1487" fmla="*/ 257003 w 1728164"/>
              <a:gd name="csY1487" fmla="*/ 1028970 h 1028969"/>
              <a:gd name="csX1488" fmla="*/ 257177 w 1728164"/>
              <a:gd name="csY1488" fmla="*/ 1028970 h 1028969"/>
              <a:gd name="csX1489" fmla="*/ 257349 w 1728164"/>
              <a:gd name="csY1489" fmla="*/ 1028970 h 1028969"/>
              <a:gd name="csX1490" fmla="*/ 257522 w 1728164"/>
              <a:gd name="csY1490" fmla="*/ 1028970 h 1028969"/>
              <a:gd name="csX1491" fmla="*/ 257695 w 1728164"/>
              <a:gd name="csY1491" fmla="*/ 1028970 h 1028969"/>
              <a:gd name="csX1492" fmla="*/ 257868 w 1728164"/>
              <a:gd name="csY1492" fmla="*/ 1028970 h 1028969"/>
              <a:gd name="csX1493" fmla="*/ 258041 w 1728164"/>
              <a:gd name="csY1493" fmla="*/ 1028970 h 1028969"/>
              <a:gd name="csX1494" fmla="*/ 258213 w 1728164"/>
              <a:gd name="csY1494" fmla="*/ 1028970 h 1028969"/>
              <a:gd name="csX1495" fmla="*/ 258387 w 1728164"/>
              <a:gd name="csY1495" fmla="*/ 1028970 h 1028969"/>
              <a:gd name="csX1496" fmla="*/ 258559 w 1728164"/>
              <a:gd name="csY1496" fmla="*/ 1028970 h 1028969"/>
              <a:gd name="csX1497" fmla="*/ 258732 w 1728164"/>
              <a:gd name="csY1497" fmla="*/ 1028970 h 1028969"/>
              <a:gd name="csX1498" fmla="*/ 258904 w 1728164"/>
              <a:gd name="csY1498" fmla="*/ 1028970 h 1028969"/>
              <a:gd name="csX1499" fmla="*/ 259078 w 1728164"/>
              <a:gd name="csY1499" fmla="*/ 1028970 h 1028969"/>
              <a:gd name="csX1500" fmla="*/ 259251 w 1728164"/>
              <a:gd name="csY1500" fmla="*/ 1028970 h 1028969"/>
              <a:gd name="csX1501" fmla="*/ 259423 w 1728164"/>
              <a:gd name="csY1501" fmla="*/ 1028970 h 1028969"/>
              <a:gd name="csX1502" fmla="*/ 259596 w 1728164"/>
              <a:gd name="csY1502" fmla="*/ 1028970 h 1028969"/>
              <a:gd name="csX1503" fmla="*/ 259769 w 1728164"/>
              <a:gd name="csY1503" fmla="*/ 1028970 h 1028969"/>
              <a:gd name="csX1504" fmla="*/ 259942 w 1728164"/>
              <a:gd name="csY1504" fmla="*/ 1028970 h 1028969"/>
              <a:gd name="csX1505" fmla="*/ 260114 w 1728164"/>
              <a:gd name="csY1505" fmla="*/ 1028970 h 1028969"/>
              <a:gd name="csX1506" fmla="*/ 260288 w 1728164"/>
              <a:gd name="csY1506" fmla="*/ 1028970 h 1028969"/>
              <a:gd name="csX1507" fmla="*/ 260460 w 1728164"/>
              <a:gd name="csY1507" fmla="*/ 1028970 h 1028969"/>
              <a:gd name="csX1508" fmla="*/ 260633 w 1728164"/>
              <a:gd name="csY1508" fmla="*/ 1028970 h 1028969"/>
              <a:gd name="csX1509" fmla="*/ 260806 w 1728164"/>
              <a:gd name="csY1509" fmla="*/ 1028970 h 1028969"/>
              <a:gd name="csX1510" fmla="*/ 260979 w 1728164"/>
              <a:gd name="csY1510" fmla="*/ 1028970 h 1028969"/>
              <a:gd name="csX1511" fmla="*/ 261152 w 1728164"/>
              <a:gd name="csY1511" fmla="*/ 1028970 h 1028969"/>
              <a:gd name="csX1512" fmla="*/ 261324 w 1728164"/>
              <a:gd name="csY1512" fmla="*/ 1028970 h 1028969"/>
              <a:gd name="csX1513" fmla="*/ 261497 w 1728164"/>
              <a:gd name="csY1513" fmla="*/ 1028970 h 1028969"/>
              <a:gd name="csX1514" fmla="*/ 261670 w 1728164"/>
              <a:gd name="csY1514" fmla="*/ 1028970 h 1028969"/>
              <a:gd name="csX1515" fmla="*/ 261843 w 1728164"/>
              <a:gd name="csY1515" fmla="*/ 1028970 h 1028969"/>
              <a:gd name="csX1516" fmla="*/ 262016 w 1728164"/>
              <a:gd name="csY1516" fmla="*/ 1028970 h 1028969"/>
              <a:gd name="csX1517" fmla="*/ 262189 w 1728164"/>
              <a:gd name="csY1517" fmla="*/ 1028970 h 1028969"/>
              <a:gd name="csX1518" fmla="*/ 262362 w 1728164"/>
              <a:gd name="csY1518" fmla="*/ 1028970 h 1028969"/>
              <a:gd name="csX1519" fmla="*/ 262534 w 1728164"/>
              <a:gd name="csY1519" fmla="*/ 1028970 h 1028969"/>
              <a:gd name="csX1520" fmla="*/ 262707 w 1728164"/>
              <a:gd name="csY1520" fmla="*/ 1028970 h 1028969"/>
              <a:gd name="csX1521" fmla="*/ 262880 w 1728164"/>
              <a:gd name="csY1521" fmla="*/ 1028970 h 1028969"/>
              <a:gd name="csX1522" fmla="*/ 263053 w 1728164"/>
              <a:gd name="csY1522" fmla="*/ 1028970 h 1028969"/>
              <a:gd name="csX1523" fmla="*/ 263225 w 1728164"/>
              <a:gd name="csY1523" fmla="*/ 1028970 h 1028969"/>
              <a:gd name="csX1524" fmla="*/ 263398 w 1728164"/>
              <a:gd name="csY1524" fmla="*/ 1028970 h 1028969"/>
              <a:gd name="csX1525" fmla="*/ 263572 w 1728164"/>
              <a:gd name="csY1525" fmla="*/ 1028970 h 1028969"/>
              <a:gd name="csX1526" fmla="*/ 263744 w 1728164"/>
              <a:gd name="csY1526" fmla="*/ 1028970 h 1028969"/>
              <a:gd name="csX1527" fmla="*/ 263917 w 1728164"/>
              <a:gd name="csY1527" fmla="*/ 1028970 h 1028969"/>
              <a:gd name="csX1528" fmla="*/ 264090 w 1728164"/>
              <a:gd name="csY1528" fmla="*/ 1028970 h 1028969"/>
              <a:gd name="csX1529" fmla="*/ 264263 w 1728164"/>
              <a:gd name="csY1529" fmla="*/ 1028970 h 1028969"/>
              <a:gd name="csX1530" fmla="*/ 264435 w 1728164"/>
              <a:gd name="csY1530" fmla="*/ 1028970 h 1028969"/>
              <a:gd name="csX1531" fmla="*/ 264608 w 1728164"/>
              <a:gd name="csY1531" fmla="*/ 1028970 h 1028969"/>
              <a:gd name="csX1532" fmla="*/ 264782 w 1728164"/>
              <a:gd name="csY1532" fmla="*/ 1028970 h 1028969"/>
              <a:gd name="csX1533" fmla="*/ 264954 w 1728164"/>
              <a:gd name="csY1533" fmla="*/ 1028970 h 1028969"/>
              <a:gd name="csX1534" fmla="*/ 265127 w 1728164"/>
              <a:gd name="csY1534" fmla="*/ 1028970 h 1028969"/>
              <a:gd name="csX1535" fmla="*/ 265299 w 1728164"/>
              <a:gd name="csY1535" fmla="*/ 1028970 h 1028969"/>
              <a:gd name="csX1536" fmla="*/ 265473 w 1728164"/>
              <a:gd name="csY1536" fmla="*/ 1028970 h 1028969"/>
              <a:gd name="csX1537" fmla="*/ 265645 w 1728164"/>
              <a:gd name="csY1537" fmla="*/ 1028970 h 1028969"/>
              <a:gd name="csX1538" fmla="*/ 265818 w 1728164"/>
              <a:gd name="csY1538" fmla="*/ 1028970 h 1028969"/>
              <a:gd name="csX1539" fmla="*/ 265991 w 1728164"/>
              <a:gd name="csY1539" fmla="*/ 1028970 h 1028969"/>
              <a:gd name="csX1540" fmla="*/ 266164 w 1728164"/>
              <a:gd name="csY1540" fmla="*/ 1028970 h 1028969"/>
              <a:gd name="csX1541" fmla="*/ 266337 w 1728164"/>
              <a:gd name="csY1541" fmla="*/ 1028970 h 1028969"/>
              <a:gd name="csX1542" fmla="*/ 266509 w 1728164"/>
              <a:gd name="csY1542" fmla="*/ 1028970 h 1028969"/>
              <a:gd name="csX1543" fmla="*/ 266683 w 1728164"/>
              <a:gd name="csY1543" fmla="*/ 1028970 h 1028969"/>
              <a:gd name="csX1544" fmla="*/ 266855 w 1728164"/>
              <a:gd name="csY1544" fmla="*/ 1028970 h 1028969"/>
              <a:gd name="csX1545" fmla="*/ 267028 w 1728164"/>
              <a:gd name="csY1545" fmla="*/ 1028970 h 1028969"/>
              <a:gd name="csX1546" fmla="*/ 267200 w 1728164"/>
              <a:gd name="csY1546" fmla="*/ 1028970 h 1028969"/>
              <a:gd name="csX1547" fmla="*/ 267374 w 1728164"/>
              <a:gd name="csY1547" fmla="*/ 1028970 h 1028969"/>
              <a:gd name="csX1548" fmla="*/ 267547 w 1728164"/>
              <a:gd name="csY1548" fmla="*/ 1028970 h 1028969"/>
              <a:gd name="csX1549" fmla="*/ 267719 w 1728164"/>
              <a:gd name="csY1549" fmla="*/ 1028970 h 1028969"/>
              <a:gd name="csX1550" fmla="*/ 267893 w 1728164"/>
              <a:gd name="csY1550" fmla="*/ 1028970 h 1028969"/>
              <a:gd name="csX1551" fmla="*/ 268065 w 1728164"/>
              <a:gd name="csY1551" fmla="*/ 1028970 h 1028969"/>
              <a:gd name="csX1552" fmla="*/ 268238 w 1728164"/>
              <a:gd name="csY1552" fmla="*/ 1028970 h 1028969"/>
              <a:gd name="csX1553" fmla="*/ 268410 w 1728164"/>
              <a:gd name="csY1553" fmla="*/ 1028970 h 1028969"/>
              <a:gd name="csX1554" fmla="*/ 268584 w 1728164"/>
              <a:gd name="csY1554" fmla="*/ 1028970 h 1028969"/>
              <a:gd name="csX1555" fmla="*/ 268756 w 1728164"/>
              <a:gd name="csY1555" fmla="*/ 1028970 h 1028969"/>
              <a:gd name="csX1556" fmla="*/ 268929 w 1728164"/>
              <a:gd name="csY1556" fmla="*/ 1028970 h 1028969"/>
              <a:gd name="csX1557" fmla="*/ 269102 w 1728164"/>
              <a:gd name="csY1557" fmla="*/ 1028970 h 1028969"/>
              <a:gd name="csX1558" fmla="*/ 269275 w 1728164"/>
              <a:gd name="csY1558" fmla="*/ 1028970 h 1028969"/>
              <a:gd name="csX1559" fmla="*/ 269448 w 1728164"/>
              <a:gd name="csY1559" fmla="*/ 1028970 h 1028969"/>
              <a:gd name="csX1560" fmla="*/ 269620 w 1728164"/>
              <a:gd name="csY1560" fmla="*/ 1028970 h 1028969"/>
              <a:gd name="csX1561" fmla="*/ 269794 w 1728164"/>
              <a:gd name="csY1561" fmla="*/ 1028970 h 1028969"/>
              <a:gd name="csX1562" fmla="*/ 269966 w 1728164"/>
              <a:gd name="csY1562" fmla="*/ 1028970 h 1028969"/>
              <a:gd name="csX1563" fmla="*/ 270139 w 1728164"/>
              <a:gd name="csY1563" fmla="*/ 1028970 h 1028969"/>
              <a:gd name="csX1564" fmla="*/ 270312 w 1728164"/>
              <a:gd name="csY1564" fmla="*/ 1028970 h 1028969"/>
              <a:gd name="csX1565" fmla="*/ 270485 w 1728164"/>
              <a:gd name="csY1565" fmla="*/ 1028970 h 1028969"/>
              <a:gd name="csX1566" fmla="*/ 270658 w 1728164"/>
              <a:gd name="csY1566" fmla="*/ 1028970 h 1028969"/>
              <a:gd name="csX1567" fmla="*/ 270830 w 1728164"/>
              <a:gd name="csY1567" fmla="*/ 1028970 h 1028969"/>
              <a:gd name="csX1568" fmla="*/ 271003 w 1728164"/>
              <a:gd name="csY1568" fmla="*/ 1028970 h 1028969"/>
              <a:gd name="csX1569" fmla="*/ 271176 w 1728164"/>
              <a:gd name="csY1569" fmla="*/ 1028970 h 1028969"/>
              <a:gd name="csX1570" fmla="*/ 271349 w 1728164"/>
              <a:gd name="csY1570" fmla="*/ 1028970 h 1028969"/>
              <a:gd name="csX1571" fmla="*/ 271521 w 1728164"/>
              <a:gd name="csY1571" fmla="*/ 1028970 h 1028969"/>
              <a:gd name="csX1572" fmla="*/ 271695 w 1728164"/>
              <a:gd name="csY1572" fmla="*/ 1028970 h 1028969"/>
              <a:gd name="csX1573" fmla="*/ 271868 w 1728164"/>
              <a:gd name="csY1573" fmla="*/ 1028970 h 1028969"/>
              <a:gd name="csX1574" fmla="*/ 272040 w 1728164"/>
              <a:gd name="csY1574" fmla="*/ 1028970 h 1028969"/>
              <a:gd name="csX1575" fmla="*/ 272213 w 1728164"/>
              <a:gd name="csY1575" fmla="*/ 1028970 h 1028969"/>
              <a:gd name="csX1576" fmla="*/ 272386 w 1728164"/>
              <a:gd name="csY1576" fmla="*/ 1028970 h 1028969"/>
              <a:gd name="csX1577" fmla="*/ 272559 w 1728164"/>
              <a:gd name="csY1577" fmla="*/ 1028970 h 1028969"/>
              <a:gd name="csX1578" fmla="*/ 272731 w 1728164"/>
              <a:gd name="csY1578" fmla="*/ 1028970 h 1028969"/>
              <a:gd name="csX1579" fmla="*/ 272904 w 1728164"/>
              <a:gd name="csY1579" fmla="*/ 1028970 h 1028969"/>
              <a:gd name="csX1580" fmla="*/ 273077 w 1728164"/>
              <a:gd name="csY1580" fmla="*/ 1028970 h 1028969"/>
              <a:gd name="csX1581" fmla="*/ 273250 w 1728164"/>
              <a:gd name="csY1581" fmla="*/ 1028970 h 1028969"/>
              <a:gd name="csX1582" fmla="*/ 273423 w 1728164"/>
              <a:gd name="csY1582" fmla="*/ 1028970 h 1028969"/>
              <a:gd name="csX1583" fmla="*/ 273596 w 1728164"/>
              <a:gd name="csY1583" fmla="*/ 1028970 h 1028969"/>
              <a:gd name="csX1584" fmla="*/ 273769 w 1728164"/>
              <a:gd name="csY1584" fmla="*/ 1028970 h 1028969"/>
              <a:gd name="csX1585" fmla="*/ 273941 w 1728164"/>
              <a:gd name="csY1585" fmla="*/ 1028970 h 1028969"/>
              <a:gd name="csX1586" fmla="*/ 274114 w 1728164"/>
              <a:gd name="csY1586" fmla="*/ 1028970 h 1028969"/>
              <a:gd name="csX1587" fmla="*/ 274287 w 1728164"/>
              <a:gd name="csY1587" fmla="*/ 1028970 h 1028969"/>
              <a:gd name="csX1588" fmla="*/ 274460 w 1728164"/>
              <a:gd name="csY1588" fmla="*/ 1028970 h 1028969"/>
              <a:gd name="csX1589" fmla="*/ 274633 w 1728164"/>
              <a:gd name="csY1589" fmla="*/ 1028970 h 1028969"/>
              <a:gd name="csX1590" fmla="*/ 274805 w 1728164"/>
              <a:gd name="csY1590" fmla="*/ 1028970 h 1028969"/>
              <a:gd name="csX1591" fmla="*/ 274979 w 1728164"/>
              <a:gd name="csY1591" fmla="*/ 1028970 h 1028969"/>
              <a:gd name="csX1592" fmla="*/ 275151 w 1728164"/>
              <a:gd name="csY1592" fmla="*/ 1028970 h 1028969"/>
              <a:gd name="csX1593" fmla="*/ 275324 w 1728164"/>
              <a:gd name="csY1593" fmla="*/ 1028970 h 1028969"/>
              <a:gd name="csX1594" fmla="*/ 275497 w 1728164"/>
              <a:gd name="csY1594" fmla="*/ 1028970 h 1028969"/>
              <a:gd name="csX1595" fmla="*/ 275670 w 1728164"/>
              <a:gd name="csY1595" fmla="*/ 1028970 h 1028969"/>
              <a:gd name="csX1596" fmla="*/ 275842 w 1728164"/>
              <a:gd name="csY1596" fmla="*/ 1028970 h 1028969"/>
              <a:gd name="csX1597" fmla="*/ 276015 w 1728164"/>
              <a:gd name="csY1597" fmla="*/ 1028970 h 1028969"/>
              <a:gd name="csX1598" fmla="*/ 276189 w 1728164"/>
              <a:gd name="csY1598" fmla="*/ 1028970 h 1028969"/>
              <a:gd name="csX1599" fmla="*/ 276361 w 1728164"/>
              <a:gd name="csY1599" fmla="*/ 1028970 h 1028969"/>
              <a:gd name="csX1600" fmla="*/ 276534 w 1728164"/>
              <a:gd name="csY1600" fmla="*/ 1028970 h 1028969"/>
              <a:gd name="csX1601" fmla="*/ 276706 w 1728164"/>
              <a:gd name="csY1601" fmla="*/ 1028970 h 1028969"/>
              <a:gd name="csX1602" fmla="*/ 276880 w 1728164"/>
              <a:gd name="csY1602" fmla="*/ 1028970 h 1028969"/>
              <a:gd name="csX1603" fmla="*/ 277052 w 1728164"/>
              <a:gd name="csY1603" fmla="*/ 1028970 h 1028969"/>
              <a:gd name="csX1604" fmla="*/ 277225 w 1728164"/>
              <a:gd name="csY1604" fmla="*/ 1028970 h 1028969"/>
              <a:gd name="csX1605" fmla="*/ 277398 w 1728164"/>
              <a:gd name="csY1605" fmla="*/ 1028970 h 1028969"/>
              <a:gd name="csX1606" fmla="*/ 277571 w 1728164"/>
              <a:gd name="csY1606" fmla="*/ 1028970 h 1028969"/>
              <a:gd name="csX1607" fmla="*/ 277744 w 1728164"/>
              <a:gd name="csY1607" fmla="*/ 1028970 h 1028969"/>
              <a:gd name="csX1608" fmla="*/ 277916 w 1728164"/>
              <a:gd name="csY1608" fmla="*/ 1028970 h 1028969"/>
              <a:gd name="csX1609" fmla="*/ 278090 w 1728164"/>
              <a:gd name="csY1609" fmla="*/ 1028970 h 1028969"/>
              <a:gd name="csX1610" fmla="*/ 278262 w 1728164"/>
              <a:gd name="csY1610" fmla="*/ 1028970 h 1028969"/>
              <a:gd name="csX1611" fmla="*/ 278435 w 1728164"/>
              <a:gd name="csY1611" fmla="*/ 1028970 h 1028969"/>
              <a:gd name="csX1612" fmla="*/ 278607 w 1728164"/>
              <a:gd name="csY1612" fmla="*/ 1028970 h 1028969"/>
              <a:gd name="csX1613" fmla="*/ 278781 w 1728164"/>
              <a:gd name="csY1613" fmla="*/ 1028970 h 1028969"/>
              <a:gd name="csX1614" fmla="*/ 278954 w 1728164"/>
              <a:gd name="csY1614" fmla="*/ 1028970 h 1028969"/>
              <a:gd name="csX1615" fmla="*/ 279126 w 1728164"/>
              <a:gd name="csY1615" fmla="*/ 1028970 h 1028969"/>
              <a:gd name="csX1616" fmla="*/ 279300 w 1728164"/>
              <a:gd name="csY1616" fmla="*/ 1028970 h 1028969"/>
              <a:gd name="csX1617" fmla="*/ 279472 w 1728164"/>
              <a:gd name="csY1617" fmla="*/ 1028970 h 1028969"/>
              <a:gd name="csX1618" fmla="*/ 279645 w 1728164"/>
              <a:gd name="csY1618" fmla="*/ 1028970 h 1028969"/>
              <a:gd name="csX1619" fmla="*/ 279817 w 1728164"/>
              <a:gd name="csY1619" fmla="*/ 1028970 h 1028969"/>
              <a:gd name="csX1620" fmla="*/ 279991 w 1728164"/>
              <a:gd name="csY1620" fmla="*/ 1028970 h 1028969"/>
              <a:gd name="csX1621" fmla="*/ 280163 w 1728164"/>
              <a:gd name="csY1621" fmla="*/ 1028970 h 1028969"/>
              <a:gd name="csX1622" fmla="*/ 280336 w 1728164"/>
              <a:gd name="csY1622" fmla="*/ 1028970 h 1028969"/>
              <a:gd name="csX1623" fmla="*/ 280509 w 1728164"/>
              <a:gd name="csY1623" fmla="*/ 1028970 h 1028969"/>
              <a:gd name="csX1624" fmla="*/ 280682 w 1728164"/>
              <a:gd name="csY1624" fmla="*/ 1028970 h 1028969"/>
              <a:gd name="csX1625" fmla="*/ 280855 w 1728164"/>
              <a:gd name="csY1625" fmla="*/ 1028970 h 1028969"/>
              <a:gd name="csX1626" fmla="*/ 281027 w 1728164"/>
              <a:gd name="csY1626" fmla="*/ 1028970 h 1028969"/>
              <a:gd name="csX1627" fmla="*/ 281201 w 1728164"/>
              <a:gd name="csY1627" fmla="*/ 1028970 h 1028969"/>
              <a:gd name="csX1628" fmla="*/ 281373 w 1728164"/>
              <a:gd name="csY1628" fmla="*/ 1028970 h 1028969"/>
              <a:gd name="csX1629" fmla="*/ 281546 w 1728164"/>
              <a:gd name="csY1629" fmla="*/ 1028970 h 1028969"/>
              <a:gd name="csX1630" fmla="*/ 281719 w 1728164"/>
              <a:gd name="csY1630" fmla="*/ 1028970 h 1028969"/>
              <a:gd name="csX1631" fmla="*/ 281892 w 1728164"/>
              <a:gd name="csY1631" fmla="*/ 1028970 h 1028969"/>
              <a:gd name="csX1632" fmla="*/ 282065 w 1728164"/>
              <a:gd name="csY1632" fmla="*/ 1028970 h 1028969"/>
              <a:gd name="csX1633" fmla="*/ 282237 w 1728164"/>
              <a:gd name="csY1633" fmla="*/ 1028970 h 1028969"/>
              <a:gd name="csX1634" fmla="*/ 282410 w 1728164"/>
              <a:gd name="csY1634" fmla="*/ 1028970 h 1028969"/>
              <a:gd name="csX1635" fmla="*/ 282583 w 1728164"/>
              <a:gd name="csY1635" fmla="*/ 1028970 h 1028969"/>
              <a:gd name="csX1636" fmla="*/ 282756 w 1728164"/>
              <a:gd name="csY1636" fmla="*/ 1028970 h 1028969"/>
              <a:gd name="csX1637" fmla="*/ 282928 w 1728164"/>
              <a:gd name="csY1637" fmla="*/ 1028970 h 1028969"/>
              <a:gd name="csX1638" fmla="*/ 283102 w 1728164"/>
              <a:gd name="csY1638" fmla="*/ 1028970 h 1028969"/>
              <a:gd name="csX1639" fmla="*/ 283275 w 1728164"/>
              <a:gd name="csY1639" fmla="*/ 1028970 h 1028969"/>
              <a:gd name="csX1640" fmla="*/ 283447 w 1728164"/>
              <a:gd name="csY1640" fmla="*/ 1028970 h 1028969"/>
              <a:gd name="csX1641" fmla="*/ 283620 w 1728164"/>
              <a:gd name="csY1641" fmla="*/ 1028970 h 1028969"/>
              <a:gd name="csX1642" fmla="*/ 283793 w 1728164"/>
              <a:gd name="csY1642" fmla="*/ 1028970 h 1028969"/>
              <a:gd name="csX1643" fmla="*/ 283966 w 1728164"/>
              <a:gd name="csY1643" fmla="*/ 1028970 h 1028969"/>
              <a:gd name="csX1644" fmla="*/ 284138 w 1728164"/>
              <a:gd name="csY1644" fmla="*/ 1028970 h 1028969"/>
              <a:gd name="csX1645" fmla="*/ 284311 w 1728164"/>
              <a:gd name="csY1645" fmla="*/ 1028970 h 1028969"/>
              <a:gd name="csX1646" fmla="*/ 284484 w 1728164"/>
              <a:gd name="csY1646" fmla="*/ 1028970 h 1028969"/>
              <a:gd name="csX1647" fmla="*/ 284657 w 1728164"/>
              <a:gd name="csY1647" fmla="*/ 1028970 h 1028969"/>
              <a:gd name="csX1648" fmla="*/ 284830 w 1728164"/>
              <a:gd name="csY1648" fmla="*/ 1028970 h 1028969"/>
              <a:gd name="csX1649" fmla="*/ 285003 w 1728164"/>
              <a:gd name="csY1649" fmla="*/ 1028970 h 1028969"/>
              <a:gd name="csX1650" fmla="*/ 285176 w 1728164"/>
              <a:gd name="csY1650" fmla="*/ 1028970 h 1028969"/>
              <a:gd name="csX1651" fmla="*/ 285348 w 1728164"/>
              <a:gd name="csY1651" fmla="*/ 1028970 h 1028969"/>
              <a:gd name="csX1652" fmla="*/ 285521 w 1728164"/>
              <a:gd name="csY1652" fmla="*/ 1028970 h 1028969"/>
              <a:gd name="csX1653" fmla="*/ 285694 w 1728164"/>
              <a:gd name="csY1653" fmla="*/ 1028970 h 1028969"/>
              <a:gd name="csX1654" fmla="*/ 285867 w 1728164"/>
              <a:gd name="csY1654" fmla="*/ 1028970 h 1028969"/>
              <a:gd name="csX1655" fmla="*/ 286040 w 1728164"/>
              <a:gd name="csY1655" fmla="*/ 1028970 h 1028969"/>
              <a:gd name="csX1656" fmla="*/ 286212 w 1728164"/>
              <a:gd name="csY1656" fmla="*/ 1028970 h 1028969"/>
              <a:gd name="csX1657" fmla="*/ 286386 w 1728164"/>
              <a:gd name="csY1657" fmla="*/ 1028970 h 1028969"/>
              <a:gd name="csX1658" fmla="*/ 286558 w 1728164"/>
              <a:gd name="csY1658" fmla="*/ 1028970 h 1028969"/>
              <a:gd name="csX1659" fmla="*/ 286731 w 1728164"/>
              <a:gd name="csY1659" fmla="*/ 1028970 h 1028969"/>
              <a:gd name="csX1660" fmla="*/ 286904 w 1728164"/>
              <a:gd name="csY1660" fmla="*/ 1028970 h 1028969"/>
              <a:gd name="csX1661" fmla="*/ 287077 w 1728164"/>
              <a:gd name="csY1661" fmla="*/ 1028970 h 1028969"/>
              <a:gd name="csX1662" fmla="*/ 287249 w 1728164"/>
              <a:gd name="csY1662" fmla="*/ 1028970 h 1028969"/>
              <a:gd name="csX1663" fmla="*/ 287422 w 1728164"/>
              <a:gd name="csY1663" fmla="*/ 1028970 h 1028969"/>
              <a:gd name="csX1664" fmla="*/ 287596 w 1728164"/>
              <a:gd name="csY1664" fmla="*/ 1028970 h 1028969"/>
              <a:gd name="csX1665" fmla="*/ 287768 w 1728164"/>
              <a:gd name="csY1665" fmla="*/ 1028970 h 1028969"/>
              <a:gd name="csX1666" fmla="*/ 287941 w 1728164"/>
              <a:gd name="csY1666" fmla="*/ 1028970 h 1028969"/>
              <a:gd name="csX1667" fmla="*/ 288113 w 1728164"/>
              <a:gd name="csY1667" fmla="*/ 1028970 h 1028969"/>
              <a:gd name="csX1668" fmla="*/ 288287 w 1728164"/>
              <a:gd name="csY1668" fmla="*/ 1028970 h 1028969"/>
              <a:gd name="csX1669" fmla="*/ 288459 w 1728164"/>
              <a:gd name="csY1669" fmla="*/ 1028970 h 1028969"/>
              <a:gd name="csX1670" fmla="*/ 288632 w 1728164"/>
              <a:gd name="csY1670" fmla="*/ 1028970 h 1028969"/>
              <a:gd name="csX1671" fmla="*/ 288806 w 1728164"/>
              <a:gd name="csY1671" fmla="*/ 1028970 h 1028969"/>
              <a:gd name="csX1672" fmla="*/ 288978 w 1728164"/>
              <a:gd name="csY1672" fmla="*/ 1028970 h 1028969"/>
              <a:gd name="csX1673" fmla="*/ 289151 w 1728164"/>
              <a:gd name="csY1673" fmla="*/ 1028970 h 1028969"/>
              <a:gd name="csX1674" fmla="*/ 289323 w 1728164"/>
              <a:gd name="csY1674" fmla="*/ 1028970 h 1028969"/>
              <a:gd name="csX1675" fmla="*/ 289497 w 1728164"/>
              <a:gd name="csY1675" fmla="*/ 1028970 h 1028969"/>
              <a:gd name="csX1676" fmla="*/ 289669 w 1728164"/>
              <a:gd name="csY1676" fmla="*/ 1028970 h 1028969"/>
              <a:gd name="csX1677" fmla="*/ 289842 w 1728164"/>
              <a:gd name="csY1677" fmla="*/ 1028970 h 1028969"/>
              <a:gd name="csX1678" fmla="*/ 290014 w 1728164"/>
              <a:gd name="csY1678" fmla="*/ 1028970 h 1028969"/>
              <a:gd name="csX1679" fmla="*/ 290188 w 1728164"/>
              <a:gd name="csY1679" fmla="*/ 1028970 h 1028969"/>
              <a:gd name="csX1680" fmla="*/ 290361 w 1728164"/>
              <a:gd name="csY1680" fmla="*/ 1028970 h 1028969"/>
              <a:gd name="csX1681" fmla="*/ 290533 w 1728164"/>
              <a:gd name="csY1681" fmla="*/ 1028970 h 1028969"/>
              <a:gd name="csX1682" fmla="*/ 290707 w 1728164"/>
              <a:gd name="csY1682" fmla="*/ 1028970 h 1028969"/>
              <a:gd name="csX1683" fmla="*/ 290879 w 1728164"/>
              <a:gd name="csY1683" fmla="*/ 1028970 h 1028969"/>
              <a:gd name="csX1684" fmla="*/ 291052 w 1728164"/>
              <a:gd name="csY1684" fmla="*/ 1028970 h 1028969"/>
              <a:gd name="csX1685" fmla="*/ 291224 w 1728164"/>
              <a:gd name="csY1685" fmla="*/ 1028970 h 1028969"/>
              <a:gd name="csX1686" fmla="*/ 291398 w 1728164"/>
              <a:gd name="csY1686" fmla="*/ 1028970 h 1028969"/>
              <a:gd name="csX1687" fmla="*/ 291570 w 1728164"/>
              <a:gd name="csY1687" fmla="*/ 1028970 h 1028969"/>
              <a:gd name="csX1688" fmla="*/ 291743 w 1728164"/>
              <a:gd name="csY1688" fmla="*/ 1028970 h 1028969"/>
              <a:gd name="csX1689" fmla="*/ 291916 w 1728164"/>
              <a:gd name="csY1689" fmla="*/ 1028970 h 1028969"/>
              <a:gd name="csX1690" fmla="*/ 292089 w 1728164"/>
              <a:gd name="csY1690" fmla="*/ 1028970 h 1028969"/>
              <a:gd name="csX1691" fmla="*/ 292262 w 1728164"/>
              <a:gd name="csY1691" fmla="*/ 1028970 h 1028969"/>
              <a:gd name="csX1692" fmla="*/ 292434 w 1728164"/>
              <a:gd name="csY1692" fmla="*/ 1028970 h 1028969"/>
              <a:gd name="csX1693" fmla="*/ 292608 w 1728164"/>
              <a:gd name="csY1693" fmla="*/ 1028970 h 1028969"/>
              <a:gd name="csX1694" fmla="*/ 292780 w 1728164"/>
              <a:gd name="csY1694" fmla="*/ 1028970 h 1028969"/>
              <a:gd name="csX1695" fmla="*/ 292953 w 1728164"/>
              <a:gd name="csY1695" fmla="*/ 1028970 h 1028969"/>
              <a:gd name="csX1696" fmla="*/ 293126 w 1728164"/>
              <a:gd name="csY1696" fmla="*/ 1028970 h 1028969"/>
              <a:gd name="csX1697" fmla="*/ 293299 w 1728164"/>
              <a:gd name="csY1697" fmla="*/ 1028970 h 1028969"/>
              <a:gd name="csX1698" fmla="*/ 293472 w 1728164"/>
              <a:gd name="csY1698" fmla="*/ 1028970 h 1028969"/>
              <a:gd name="csX1699" fmla="*/ 293644 w 1728164"/>
              <a:gd name="csY1699" fmla="*/ 1028970 h 1028969"/>
              <a:gd name="csX1700" fmla="*/ 293817 w 1728164"/>
              <a:gd name="csY1700" fmla="*/ 1028970 h 1028969"/>
              <a:gd name="csX1701" fmla="*/ 293990 w 1728164"/>
              <a:gd name="csY1701" fmla="*/ 1028970 h 1028969"/>
              <a:gd name="csX1702" fmla="*/ 294163 w 1728164"/>
              <a:gd name="csY1702" fmla="*/ 1028970 h 1028969"/>
              <a:gd name="csX1703" fmla="*/ 294336 w 1728164"/>
              <a:gd name="csY1703" fmla="*/ 1028970 h 1028969"/>
              <a:gd name="csX1704" fmla="*/ 294509 w 1728164"/>
              <a:gd name="csY1704" fmla="*/ 1028970 h 1028969"/>
              <a:gd name="csX1705" fmla="*/ 294682 w 1728164"/>
              <a:gd name="csY1705" fmla="*/ 1028970 h 1028969"/>
              <a:gd name="csX1706" fmla="*/ 294854 w 1728164"/>
              <a:gd name="csY1706" fmla="*/ 1028970 h 1028969"/>
              <a:gd name="csX1707" fmla="*/ 295027 w 1728164"/>
              <a:gd name="csY1707" fmla="*/ 1028970 h 1028969"/>
              <a:gd name="csX1708" fmla="*/ 295200 w 1728164"/>
              <a:gd name="csY1708" fmla="*/ 1028970 h 1028969"/>
              <a:gd name="csX1709" fmla="*/ 295373 w 1728164"/>
              <a:gd name="csY1709" fmla="*/ 1028970 h 1028969"/>
              <a:gd name="csX1710" fmla="*/ 295545 w 1728164"/>
              <a:gd name="csY1710" fmla="*/ 1028970 h 1028969"/>
              <a:gd name="csX1711" fmla="*/ 295718 w 1728164"/>
              <a:gd name="csY1711" fmla="*/ 1028970 h 1028969"/>
              <a:gd name="csX1712" fmla="*/ 295891 w 1728164"/>
              <a:gd name="csY1712" fmla="*/ 1028970 h 1028969"/>
              <a:gd name="csX1713" fmla="*/ 296064 w 1728164"/>
              <a:gd name="csY1713" fmla="*/ 1028970 h 1028969"/>
              <a:gd name="csX1714" fmla="*/ 296237 w 1728164"/>
              <a:gd name="csY1714" fmla="*/ 1028970 h 1028969"/>
              <a:gd name="csX1715" fmla="*/ 296410 w 1728164"/>
              <a:gd name="csY1715" fmla="*/ 1028970 h 1028969"/>
              <a:gd name="csX1716" fmla="*/ 296583 w 1728164"/>
              <a:gd name="csY1716" fmla="*/ 1028970 h 1028969"/>
              <a:gd name="csX1717" fmla="*/ 296755 w 1728164"/>
              <a:gd name="csY1717" fmla="*/ 1028970 h 1028969"/>
              <a:gd name="csX1718" fmla="*/ 296928 w 1728164"/>
              <a:gd name="csY1718" fmla="*/ 1028970 h 1028969"/>
              <a:gd name="csX1719" fmla="*/ 297101 w 1728164"/>
              <a:gd name="csY1719" fmla="*/ 1028970 h 1028969"/>
              <a:gd name="csX1720" fmla="*/ 297274 w 1728164"/>
              <a:gd name="csY1720" fmla="*/ 1028970 h 1028969"/>
              <a:gd name="csX1721" fmla="*/ 297447 w 1728164"/>
              <a:gd name="csY1721" fmla="*/ 1028970 h 1028969"/>
              <a:gd name="csX1722" fmla="*/ 297619 w 1728164"/>
              <a:gd name="csY1722" fmla="*/ 1028970 h 1028969"/>
              <a:gd name="csX1723" fmla="*/ 297793 w 1728164"/>
              <a:gd name="csY1723" fmla="*/ 1028970 h 1028969"/>
              <a:gd name="csX1724" fmla="*/ 297965 w 1728164"/>
              <a:gd name="csY1724" fmla="*/ 1028970 h 1028969"/>
              <a:gd name="csX1725" fmla="*/ 298138 w 1728164"/>
              <a:gd name="csY1725" fmla="*/ 1028970 h 1028969"/>
              <a:gd name="csX1726" fmla="*/ 298311 w 1728164"/>
              <a:gd name="csY1726" fmla="*/ 1028970 h 1028969"/>
              <a:gd name="csX1727" fmla="*/ 298484 w 1728164"/>
              <a:gd name="csY1727" fmla="*/ 1028970 h 1028969"/>
              <a:gd name="csX1728" fmla="*/ 298657 w 1728164"/>
              <a:gd name="csY1728" fmla="*/ 1028970 h 1028969"/>
              <a:gd name="csX1729" fmla="*/ 298829 w 1728164"/>
              <a:gd name="csY1729" fmla="*/ 1028970 h 1028969"/>
              <a:gd name="csX1730" fmla="*/ 299003 w 1728164"/>
              <a:gd name="csY1730" fmla="*/ 1028970 h 1028969"/>
              <a:gd name="csX1731" fmla="*/ 299175 w 1728164"/>
              <a:gd name="csY1731" fmla="*/ 1028970 h 1028969"/>
              <a:gd name="csX1732" fmla="*/ 299348 w 1728164"/>
              <a:gd name="csY1732" fmla="*/ 1028970 h 1028969"/>
              <a:gd name="csX1733" fmla="*/ 299520 w 1728164"/>
              <a:gd name="csY1733" fmla="*/ 1028970 h 1028969"/>
              <a:gd name="csX1734" fmla="*/ 299694 w 1728164"/>
              <a:gd name="csY1734" fmla="*/ 1028970 h 1028969"/>
              <a:gd name="csX1735" fmla="*/ 299866 w 1728164"/>
              <a:gd name="csY1735" fmla="*/ 1028970 h 1028969"/>
              <a:gd name="csX1736" fmla="*/ 300039 w 1728164"/>
              <a:gd name="csY1736" fmla="*/ 1028970 h 1028969"/>
              <a:gd name="csX1737" fmla="*/ 300212 w 1728164"/>
              <a:gd name="csY1737" fmla="*/ 1028970 h 1028969"/>
              <a:gd name="csX1738" fmla="*/ 300385 w 1728164"/>
              <a:gd name="csY1738" fmla="*/ 1028970 h 1028969"/>
              <a:gd name="csX1739" fmla="*/ 300558 w 1728164"/>
              <a:gd name="csY1739" fmla="*/ 1028970 h 1028969"/>
              <a:gd name="csX1740" fmla="*/ 300730 w 1728164"/>
              <a:gd name="csY1740" fmla="*/ 1028970 h 1028969"/>
              <a:gd name="csX1741" fmla="*/ 300904 w 1728164"/>
              <a:gd name="csY1741" fmla="*/ 1028970 h 1028969"/>
              <a:gd name="csX1742" fmla="*/ 301076 w 1728164"/>
              <a:gd name="csY1742" fmla="*/ 1028970 h 1028969"/>
              <a:gd name="csX1743" fmla="*/ 301249 w 1728164"/>
              <a:gd name="csY1743" fmla="*/ 1028970 h 1028969"/>
              <a:gd name="csX1744" fmla="*/ 301422 w 1728164"/>
              <a:gd name="csY1744" fmla="*/ 1028970 h 1028969"/>
              <a:gd name="csX1745" fmla="*/ 301595 w 1728164"/>
              <a:gd name="csY1745" fmla="*/ 1028970 h 1028969"/>
              <a:gd name="csX1746" fmla="*/ 301768 w 1728164"/>
              <a:gd name="csY1746" fmla="*/ 1028970 h 1028969"/>
              <a:gd name="csX1747" fmla="*/ 301940 w 1728164"/>
              <a:gd name="csY1747" fmla="*/ 1028970 h 1028969"/>
              <a:gd name="csX1748" fmla="*/ 302114 w 1728164"/>
              <a:gd name="csY1748" fmla="*/ 1028970 h 1028969"/>
              <a:gd name="csX1749" fmla="*/ 302286 w 1728164"/>
              <a:gd name="csY1749" fmla="*/ 1028970 h 1028969"/>
              <a:gd name="csX1750" fmla="*/ 302459 w 1728164"/>
              <a:gd name="csY1750" fmla="*/ 1028970 h 1028969"/>
              <a:gd name="csX1751" fmla="*/ 302631 w 1728164"/>
              <a:gd name="csY1751" fmla="*/ 1028970 h 1028969"/>
              <a:gd name="csX1752" fmla="*/ 302805 w 1728164"/>
              <a:gd name="csY1752" fmla="*/ 1028970 h 1028969"/>
              <a:gd name="csX1753" fmla="*/ 302978 w 1728164"/>
              <a:gd name="csY1753" fmla="*/ 1028970 h 1028969"/>
              <a:gd name="csX1754" fmla="*/ 303150 w 1728164"/>
              <a:gd name="csY1754" fmla="*/ 1028970 h 1028969"/>
              <a:gd name="csX1755" fmla="*/ 303323 w 1728164"/>
              <a:gd name="csY1755" fmla="*/ 1028970 h 1028969"/>
              <a:gd name="csX1756" fmla="*/ 303496 w 1728164"/>
              <a:gd name="csY1756" fmla="*/ 1028970 h 1028969"/>
              <a:gd name="csX1757" fmla="*/ 303669 w 1728164"/>
              <a:gd name="csY1757" fmla="*/ 1028970 h 1028969"/>
              <a:gd name="csX1758" fmla="*/ 303841 w 1728164"/>
              <a:gd name="csY1758" fmla="*/ 1028970 h 1028969"/>
              <a:gd name="csX1759" fmla="*/ 304015 w 1728164"/>
              <a:gd name="csY1759" fmla="*/ 1028970 h 1028969"/>
              <a:gd name="csX1760" fmla="*/ 304187 w 1728164"/>
              <a:gd name="csY1760" fmla="*/ 1028970 h 1028969"/>
              <a:gd name="csX1761" fmla="*/ 304360 w 1728164"/>
              <a:gd name="csY1761" fmla="*/ 1028970 h 1028969"/>
              <a:gd name="csX1762" fmla="*/ 304533 w 1728164"/>
              <a:gd name="csY1762" fmla="*/ 1028970 h 1028969"/>
              <a:gd name="csX1763" fmla="*/ 304706 w 1728164"/>
              <a:gd name="csY1763" fmla="*/ 1028970 h 1028969"/>
              <a:gd name="csX1764" fmla="*/ 304879 w 1728164"/>
              <a:gd name="csY1764" fmla="*/ 1028970 h 1028969"/>
              <a:gd name="csX1765" fmla="*/ 305051 w 1728164"/>
              <a:gd name="csY1765" fmla="*/ 1028970 h 1028969"/>
              <a:gd name="csX1766" fmla="*/ 305224 w 1728164"/>
              <a:gd name="csY1766" fmla="*/ 1028970 h 1028969"/>
              <a:gd name="csX1767" fmla="*/ 305397 w 1728164"/>
              <a:gd name="csY1767" fmla="*/ 1028970 h 1028969"/>
              <a:gd name="csX1768" fmla="*/ 305570 w 1728164"/>
              <a:gd name="csY1768" fmla="*/ 1028970 h 1028969"/>
              <a:gd name="csX1769" fmla="*/ 305743 w 1728164"/>
              <a:gd name="csY1769" fmla="*/ 1028970 h 1028969"/>
              <a:gd name="csX1770" fmla="*/ 305916 w 1728164"/>
              <a:gd name="csY1770" fmla="*/ 1028970 h 1028969"/>
              <a:gd name="csX1771" fmla="*/ 306089 w 1728164"/>
              <a:gd name="csY1771" fmla="*/ 1028970 h 1028969"/>
              <a:gd name="csX1772" fmla="*/ 306261 w 1728164"/>
              <a:gd name="csY1772" fmla="*/ 1028970 h 1028969"/>
              <a:gd name="csX1773" fmla="*/ 306434 w 1728164"/>
              <a:gd name="csY1773" fmla="*/ 1028970 h 1028969"/>
              <a:gd name="csX1774" fmla="*/ 306607 w 1728164"/>
              <a:gd name="csY1774" fmla="*/ 1028970 h 1028969"/>
              <a:gd name="csX1775" fmla="*/ 306780 w 1728164"/>
              <a:gd name="csY1775" fmla="*/ 1028970 h 1028969"/>
              <a:gd name="csX1776" fmla="*/ 306952 w 1728164"/>
              <a:gd name="csY1776" fmla="*/ 1028970 h 1028969"/>
              <a:gd name="csX1777" fmla="*/ 307125 w 1728164"/>
              <a:gd name="csY1777" fmla="*/ 1028970 h 1028969"/>
              <a:gd name="csX1778" fmla="*/ 307299 w 1728164"/>
              <a:gd name="csY1778" fmla="*/ 1028970 h 1028969"/>
              <a:gd name="csX1779" fmla="*/ 307471 w 1728164"/>
              <a:gd name="csY1779" fmla="*/ 1028970 h 1028969"/>
              <a:gd name="csX1780" fmla="*/ 307644 w 1728164"/>
              <a:gd name="csY1780" fmla="*/ 1028970 h 1028969"/>
              <a:gd name="csX1781" fmla="*/ 307817 w 1728164"/>
              <a:gd name="csY1781" fmla="*/ 1028970 h 1028969"/>
              <a:gd name="csX1782" fmla="*/ 307990 w 1728164"/>
              <a:gd name="csY1782" fmla="*/ 1028970 h 1028969"/>
              <a:gd name="csX1783" fmla="*/ 308162 w 1728164"/>
              <a:gd name="csY1783" fmla="*/ 1028970 h 1028969"/>
              <a:gd name="csX1784" fmla="*/ 308335 w 1728164"/>
              <a:gd name="csY1784" fmla="*/ 1028970 h 1028969"/>
              <a:gd name="csX1785" fmla="*/ 308508 w 1728164"/>
              <a:gd name="csY1785" fmla="*/ 1028970 h 1028969"/>
              <a:gd name="csX1786" fmla="*/ 308681 w 1728164"/>
              <a:gd name="csY1786" fmla="*/ 1028970 h 1028969"/>
              <a:gd name="csX1787" fmla="*/ 308854 w 1728164"/>
              <a:gd name="csY1787" fmla="*/ 1028970 h 1028969"/>
              <a:gd name="csX1788" fmla="*/ 309026 w 1728164"/>
              <a:gd name="csY1788" fmla="*/ 1028970 h 1028969"/>
              <a:gd name="csX1789" fmla="*/ 309200 w 1728164"/>
              <a:gd name="csY1789" fmla="*/ 1028970 h 1028969"/>
              <a:gd name="csX1790" fmla="*/ 309372 w 1728164"/>
              <a:gd name="csY1790" fmla="*/ 1028970 h 1028969"/>
              <a:gd name="csX1791" fmla="*/ 309545 w 1728164"/>
              <a:gd name="csY1791" fmla="*/ 1028970 h 1028969"/>
              <a:gd name="csX1792" fmla="*/ 309718 w 1728164"/>
              <a:gd name="csY1792" fmla="*/ 1028970 h 1028969"/>
              <a:gd name="csX1793" fmla="*/ 309891 w 1728164"/>
              <a:gd name="csY1793" fmla="*/ 1028970 h 1028969"/>
              <a:gd name="csX1794" fmla="*/ 310064 w 1728164"/>
              <a:gd name="csY1794" fmla="*/ 1028970 h 1028969"/>
              <a:gd name="csX1795" fmla="*/ 310236 w 1728164"/>
              <a:gd name="csY1795" fmla="*/ 1028970 h 1028969"/>
              <a:gd name="csX1796" fmla="*/ 310410 w 1728164"/>
              <a:gd name="csY1796" fmla="*/ 1028970 h 1028969"/>
              <a:gd name="csX1797" fmla="*/ 310582 w 1728164"/>
              <a:gd name="csY1797" fmla="*/ 1028970 h 1028969"/>
              <a:gd name="csX1798" fmla="*/ 310755 w 1728164"/>
              <a:gd name="csY1798" fmla="*/ 1028970 h 1028969"/>
              <a:gd name="csX1799" fmla="*/ 310927 w 1728164"/>
              <a:gd name="csY1799" fmla="*/ 1028970 h 1028969"/>
              <a:gd name="csX1800" fmla="*/ 311101 w 1728164"/>
              <a:gd name="csY1800" fmla="*/ 1028970 h 1028969"/>
              <a:gd name="csX1801" fmla="*/ 311273 w 1728164"/>
              <a:gd name="csY1801" fmla="*/ 1028970 h 1028969"/>
              <a:gd name="csX1802" fmla="*/ 311446 w 1728164"/>
              <a:gd name="csY1802" fmla="*/ 1028970 h 1028969"/>
              <a:gd name="csX1803" fmla="*/ 311620 w 1728164"/>
              <a:gd name="csY1803" fmla="*/ 1028970 h 1028969"/>
              <a:gd name="csX1804" fmla="*/ 311792 w 1728164"/>
              <a:gd name="csY1804" fmla="*/ 1028970 h 1028969"/>
              <a:gd name="csX1805" fmla="*/ 311965 w 1728164"/>
              <a:gd name="csY1805" fmla="*/ 1028970 h 1028969"/>
              <a:gd name="csX1806" fmla="*/ 312137 w 1728164"/>
              <a:gd name="csY1806" fmla="*/ 1028970 h 1028969"/>
              <a:gd name="csX1807" fmla="*/ 312311 w 1728164"/>
              <a:gd name="csY1807" fmla="*/ 1028970 h 1028969"/>
              <a:gd name="csX1808" fmla="*/ 312483 w 1728164"/>
              <a:gd name="csY1808" fmla="*/ 1028970 h 1028969"/>
              <a:gd name="csX1809" fmla="*/ 312656 w 1728164"/>
              <a:gd name="csY1809" fmla="*/ 1028970 h 1028969"/>
              <a:gd name="csX1810" fmla="*/ 312829 w 1728164"/>
              <a:gd name="csY1810" fmla="*/ 1028970 h 1028969"/>
              <a:gd name="csX1811" fmla="*/ 313002 w 1728164"/>
              <a:gd name="csY1811" fmla="*/ 1028970 h 1028969"/>
              <a:gd name="csX1812" fmla="*/ 313175 w 1728164"/>
              <a:gd name="csY1812" fmla="*/ 1028970 h 1028969"/>
              <a:gd name="csX1813" fmla="*/ 313347 w 1728164"/>
              <a:gd name="csY1813" fmla="*/ 1028970 h 1028969"/>
              <a:gd name="csX1814" fmla="*/ 313521 w 1728164"/>
              <a:gd name="csY1814" fmla="*/ 1028970 h 1028969"/>
              <a:gd name="csX1815" fmla="*/ 313693 w 1728164"/>
              <a:gd name="csY1815" fmla="*/ 1028970 h 1028969"/>
              <a:gd name="csX1816" fmla="*/ 313866 w 1728164"/>
              <a:gd name="csY1816" fmla="*/ 1028970 h 1028969"/>
              <a:gd name="csX1817" fmla="*/ 314038 w 1728164"/>
              <a:gd name="csY1817" fmla="*/ 1028970 h 1028969"/>
              <a:gd name="csX1818" fmla="*/ 314212 w 1728164"/>
              <a:gd name="csY1818" fmla="*/ 1028970 h 1028969"/>
              <a:gd name="csX1819" fmla="*/ 314385 w 1728164"/>
              <a:gd name="csY1819" fmla="*/ 1028970 h 1028969"/>
              <a:gd name="csX1820" fmla="*/ 314557 w 1728164"/>
              <a:gd name="csY1820" fmla="*/ 1028970 h 1028969"/>
              <a:gd name="csX1821" fmla="*/ 314730 w 1728164"/>
              <a:gd name="csY1821" fmla="*/ 1028970 h 1028969"/>
              <a:gd name="csX1822" fmla="*/ 314903 w 1728164"/>
              <a:gd name="csY1822" fmla="*/ 1028970 h 1028969"/>
              <a:gd name="csX1823" fmla="*/ 315076 w 1728164"/>
              <a:gd name="csY1823" fmla="*/ 1028970 h 1028969"/>
              <a:gd name="csX1824" fmla="*/ 315248 w 1728164"/>
              <a:gd name="csY1824" fmla="*/ 1028970 h 1028969"/>
              <a:gd name="csX1825" fmla="*/ 315422 w 1728164"/>
              <a:gd name="csY1825" fmla="*/ 1028970 h 1028969"/>
              <a:gd name="csX1826" fmla="*/ 315594 w 1728164"/>
              <a:gd name="csY1826" fmla="*/ 1028970 h 1028969"/>
              <a:gd name="csX1827" fmla="*/ 315767 w 1728164"/>
              <a:gd name="csY1827" fmla="*/ 1028970 h 1028969"/>
              <a:gd name="csX1828" fmla="*/ 315940 w 1728164"/>
              <a:gd name="csY1828" fmla="*/ 1028970 h 1028969"/>
              <a:gd name="csX1829" fmla="*/ 316113 w 1728164"/>
              <a:gd name="csY1829" fmla="*/ 1028970 h 1028969"/>
              <a:gd name="csX1830" fmla="*/ 316286 w 1728164"/>
              <a:gd name="csY1830" fmla="*/ 1028970 h 1028969"/>
              <a:gd name="csX1831" fmla="*/ 316458 w 1728164"/>
              <a:gd name="csY1831" fmla="*/ 1028970 h 1028969"/>
              <a:gd name="csX1832" fmla="*/ 316631 w 1728164"/>
              <a:gd name="csY1832" fmla="*/ 1028970 h 1028969"/>
              <a:gd name="csX1833" fmla="*/ 316804 w 1728164"/>
              <a:gd name="csY1833" fmla="*/ 1028970 h 1028969"/>
              <a:gd name="csX1834" fmla="*/ 316977 w 1728164"/>
              <a:gd name="csY1834" fmla="*/ 1028970 h 1028969"/>
              <a:gd name="csX1835" fmla="*/ 317150 w 1728164"/>
              <a:gd name="csY1835" fmla="*/ 1028970 h 1028969"/>
              <a:gd name="csX1836" fmla="*/ 317323 w 1728164"/>
              <a:gd name="csY1836" fmla="*/ 1028970 h 1028969"/>
              <a:gd name="csX1837" fmla="*/ 317496 w 1728164"/>
              <a:gd name="csY1837" fmla="*/ 1028970 h 1028969"/>
              <a:gd name="csX1838" fmla="*/ 317668 w 1728164"/>
              <a:gd name="csY1838" fmla="*/ 1028970 h 1028969"/>
              <a:gd name="csX1839" fmla="*/ 317841 w 1728164"/>
              <a:gd name="csY1839" fmla="*/ 1028970 h 1028969"/>
              <a:gd name="csX1840" fmla="*/ 318014 w 1728164"/>
              <a:gd name="csY1840" fmla="*/ 1028970 h 1028969"/>
              <a:gd name="csX1841" fmla="*/ 318187 w 1728164"/>
              <a:gd name="csY1841" fmla="*/ 1028970 h 1028969"/>
              <a:gd name="csX1842" fmla="*/ 318359 w 1728164"/>
              <a:gd name="csY1842" fmla="*/ 1028970 h 1028969"/>
              <a:gd name="csX1843" fmla="*/ 318532 w 1728164"/>
              <a:gd name="csY1843" fmla="*/ 1028970 h 1028969"/>
              <a:gd name="csX1844" fmla="*/ 318706 w 1728164"/>
              <a:gd name="csY1844" fmla="*/ 1028970 h 1028969"/>
              <a:gd name="csX1845" fmla="*/ 318878 w 1728164"/>
              <a:gd name="csY1845" fmla="*/ 1028970 h 1028969"/>
              <a:gd name="csX1846" fmla="*/ 319051 w 1728164"/>
              <a:gd name="csY1846" fmla="*/ 1028970 h 1028969"/>
              <a:gd name="csX1847" fmla="*/ 319224 w 1728164"/>
              <a:gd name="csY1847" fmla="*/ 1028970 h 1028969"/>
              <a:gd name="csX1848" fmla="*/ 319397 w 1728164"/>
              <a:gd name="csY1848" fmla="*/ 1028970 h 1028969"/>
              <a:gd name="csX1849" fmla="*/ 319569 w 1728164"/>
              <a:gd name="csY1849" fmla="*/ 1028970 h 1028969"/>
              <a:gd name="csX1850" fmla="*/ 319742 w 1728164"/>
              <a:gd name="csY1850" fmla="*/ 1028970 h 1028969"/>
              <a:gd name="csX1851" fmla="*/ 319915 w 1728164"/>
              <a:gd name="csY1851" fmla="*/ 1028970 h 1028969"/>
              <a:gd name="csX1852" fmla="*/ 320088 w 1728164"/>
              <a:gd name="csY1852" fmla="*/ 1028970 h 1028969"/>
              <a:gd name="csX1853" fmla="*/ 320261 w 1728164"/>
              <a:gd name="csY1853" fmla="*/ 1028970 h 1028969"/>
              <a:gd name="csX1854" fmla="*/ 320433 w 1728164"/>
              <a:gd name="csY1854" fmla="*/ 1028970 h 1028969"/>
              <a:gd name="csX1855" fmla="*/ 320607 w 1728164"/>
              <a:gd name="csY1855" fmla="*/ 1028970 h 1028969"/>
              <a:gd name="csX1856" fmla="*/ 320779 w 1728164"/>
              <a:gd name="csY1856" fmla="*/ 1028970 h 1028969"/>
              <a:gd name="csX1857" fmla="*/ 320952 w 1728164"/>
              <a:gd name="csY1857" fmla="*/ 1028970 h 1028969"/>
              <a:gd name="csX1858" fmla="*/ 321125 w 1728164"/>
              <a:gd name="csY1858" fmla="*/ 1028970 h 1028969"/>
              <a:gd name="csX1859" fmla="*/ 321298 w 1728164"/>
              <a:gd name="csY1859" fmla="*/ 1028970 h 1028969"/>
              <a:gd name="csX1860" fmla="*/ 321471 w 1728164"/>
              <a:gd name="csY1860" fmla="*/ 1028970 h 1028969"/>
              <a:gd name="csX1861" fmla="*/ 321643 w 1728164"/>
              <a:gd name="csY1861" fmla="*/ 1028970 h 1028969"/>
              <a:gd name="csX1862" fmla="*/ 321817 w 1728164"/>
              <a:gd name="csY1862" fmla="*/ 1028970 h 1028969"/>
              <a:gd name="csX1863" fmla="*/ 321989 w 1728164"/>
              <a:gd name="csY1863" fmla="*/ 1028970 h 1028969"/>
              <a:gd name="csX1864" fmla="*/ 322162 w 1728164"/>
              <a:gd name="csY1864" fmla="*/ 1028970 h 1028969"/>
              <a:gd name="csX1865" fmla="*/ 322334 w 1728164"/>
              <a:gd name="csY1865" fmla="*/ 1028970 h 1028969"/>
              <a:gd name="csX1866" fmla="*/ 322508 w 1728164"/>
              <a:gd name="csY1866" fmla="*/ 1028970 h 1028969"/>
              <a:gd name="csX1867" fmla="*/ 322680 w 1728164"/>
              <a:gd name="csY1867" fmla="*/ 1028970 h 1028969"/>
              <a:gd name="csX1868" fmla="*/ 322853 w 1728164"/>
              <a:gd name="csY1868" fmla="*/ 1028970 h 1028969"/>
              <a:gd name="csX1869" fmla="*/ 323027 w 1728164"/>
              <a:gd name="csY1869" fmla="*/ 1028970 h 1028969"/>
              <a:gd name="csX1870" fmla="*/ 323199 w 1728164"/>
              <a:gd name="csY1870" fmla="*/ 1028970 h 1028969"/>
              <a:gd name="csX1871" fmla="*/ 323372 w 1728164"/>
              <a:gd name="csY1871" fmla="*/ 1028970 h 1028969"/>
              <a:gd name="csX1872" fmla="*/ 323544 w 1728164"/>
              <a:gd name="csY1872" fmla="*/ 1028970 h 1028969"/>
              <a:gd name="csX1873" fmla="*/ 323718 w 1728164"/>
              <a:gd name="csY1873" fmla="*/ 1028970 h 1028969"/>
              <a:gd name="csX1874" fmla="*/ 323890 w 1728164"/>
              <a:gd name="csY1874" fmla="*/ 1028970 h 1028969"/>
              <a:gd name="csX1875" fmla="*/ 324063 w 1728164"/>
              <a:gd name="csY1875" fmla="*/ 1028970 h 1028969"/>
              <a:gd name="csX1876" fmla="*/ 324236 w 1728164"/>
              <a:gd name="csY1876" fmla="*/ 1028970 h 1028969"/>
              <a:gd name="csX1877" fmla="*/ 324409 w 1728164"/>
              <a:gd name="csY1877" fmla="*/ 1028970 h 1028969"/>
              <a:gd name="csX1878" fmla="*/ 324582 w 1728164"/>
              <a:gd name="csY1878" fmla="*/ 1028970 h 1028969"/>
              <a:gd name="csX1879" fmla="*/ 324754 w 1728164"/>
              <a:gd name="csY1879" fmla="*/ 1028970 h 1028969"/>
              <a:gd name="csX1880" fmla="*/ 324928 w 1728164"/>
              <a:gd name="csY1880" fmla="*/ 1028970 h 1028969"/>
              <a:gd name="csX1881" fmla="*/ 325100 w 1728164"/>
              <a:gd name="csY1881" fmla="*/ 1028970 h 1028969"/>
              <a:gd name="csX1882" fmla="*/ 325273 w 1728164"/>
              <a:gd name="csY1882" fmla="*/ 1028970 h 1028969"/>
              <a:gd name="csX1883" fmla="*/ 325446 w 1728164"/>
              <a:gd name="csY1883" fmla="*/ 1028970 h 1028969"/>
              <a:gd name="csX1884" fmla="*/ 325619 w 1728164"/>
              <a:gd name="csY1884" fmla="*/ 1028970 h 1028969"/>
              <a:gd name="csX1885" fmla="*/ 325792 w 1728164"/>
              <a:gd name="csY1885" fmla="*/ 1028970 h 1028969"/>
              <a:gd name="csX1886" fmla="*/ 325964 w 1728164"/>
              <a:gd name="csY1886" fmla="*/ 1028970 h 1028969"/>
              <a:gd name="csX1887" fmla="*/ 326137 w 1728164"/>
              <a:gd name="csY1887" fmla="*/ 1028970 h 1028969"/>
              <a:gd name="csX1888" fmla="*/ 326310 w 1728164"/>
              <a:gd name="csY1888" fmla="*/ 1028970 h 1028969"/>
              <a:gd name="csX1889" fmla="*/ 326483 w 1728164"/>
              <a:gd name="csY1889" fmla="*/ 1028970 h 1028969"/>
              <a:gd name="csX1890" fmla="*/ 326655 w 1728164"/>
              <a:gd name="csY1890" fmla="*/ 1028970 h 1028969"/>
              <a:gd name="csX1891" fmla="*/ 326829 w 1728164"/>
              <a:gd name="csY1891" fmla="*/ 1028970 h 1028969"/>
              <a:gd name="csX1892" fmla="*/ 327001 w 1728164"/>
              <a:gd name="csY1892" fmla="*/ 1028970 h 1028969"/>
              <a:gd name="csX1893" fmla="*/ 327174 w 1728164"/>
              <a:gd name="csY1893" fmla="*/ 1028970 h 1028969"/>
              <a:gd name="csX1894" fmla="*/ 327347 w 1728164"/>
              <a:gd name="csY1894" fmla="*/ 1028970 h 1028969"/>
              <a:gd name="csX1895" fmla="*/ 327520 w 1728164"/>
              <a:gd name="csY1895" fmla="*/ 1028970 h 1028969"/>
              <a:gd name="csX1896" fmla="*/ 327693 w 1728164"/>
              <a:gd name="csY1896" fmla="*/ 1028970 h 1028969"/>
              <a:gd name="csX1897" fmla="*/ 327865 w 1728164"/>
              <a:gd name="csY1897" fmla="*/ 1028970 h 1028969"/>
              <a:gd name="csX1898" fmla="*/ 328038 w 1728164"/>
              <a:gd name="csY1898" fmla="*/ 1028970 h 1028969"/>
              <a:gd name="csX1899" fmla="*/ 328211 w 1728164"/>
              <a:gd name="csY1899" fmla="*/ 1028970 h 1028969"/>
              <a:gd name="csX1900" fmla="*/ 328384 w 1728164"/>
              <a:gd name="csY1900" fmla="*/ 1028970 h 1028969"/>
              <a:gd name="csX1901" fmla="*/ 328557 w 1728164"/>
              <a:gd name="csY1901" fmla="*/ 1028970 h 1028969"/>
              <a:gd name="csX1902" fmla="*/ 328730 w 1728164"/>
              <a:gd name="csY1902" fmla="*/ 1028970 h 1028969"/>
              <a:gd name="csX1903" fmla="*/ 328903 w 1728164"/>
              <a:gd name="csY1903" fmla="*/ 1028970 h 1028969"/>
              <a:gd name="csX1904" fmla="*/ 329075 w 1728164"/>
              <a:gd name="csY1904" fmla="*/ 1028970 h 1028969"/>
              <a:gd name="csX1905" fmla="*/ 329248 w 1728164"/>
              <a:gd name="csY1905" fmla="*/ 1028970 h 1028969"/>
              <a:gd name="csX1906" fmla="*/ 329421 w 1728164"/>
              <a:gd name="csY1906" fmla="*/ 1028970 h 1028969"/>
              <a:gd name="csX1907" fmla="*/ 329594 w 1728164"/>
              <a:gd name="csY1907" fmla="*/ 1028970 h 1028969"/>
              <a:gd name="csX1908" fmla="*/ 329767 w 1728164"/>
              <a:gd name="csY1908" fmla="*/ 1028970 h 1028969"/>
              <a:gd name="csX1909" fmla="*/ 329939 w 1728164"/>
              <a:gd name="csY1909" fmla="*/ 1028970 h 1028969"/>
              <a:gd name="csX1910" fmla="*/ 330113 w 1728164"/>
              <a:gd name="csY1910" fmla="*/ 1028970 h 1028969"/>
              <a:gd name="csX1911" fmla="*/ 330285 w 1728164"/>
              <a:gd name="csY1911" fmla="*/ 1028970 h 1028969"/>
              <a:gd name="csX1912" fmla="*/ 330458 w 1728164"/>
              <a:gd name="csY1912" fmla="*/ 1028970 h 1028969"/>
              <a:gd name="csX1913" fmla="*/ 330631 w 1728164"/>
              <a:gd name="csY1913" fmla="*/ 1028970 h 1028969"/>
              <a:gd name="csX1914" fmla="*/ 330804 w 1728164"/>
              <a:gd name="csY1914" fmla="*/ 1028970 h 1028969"/>
              <a:gd name="csX1915" fmla="*/ 330976 w 1728164"/>
              <a:gd name="csY1915" fmla="*/ 1028970 h 1028969"/>
              <a:gd name="csX1916" fmla="*/ 331149 w 1728164"/>
              <a:gd name="csY1916" fmla="*/ 1028970 h 1028969"/>
              <a:gd name="csX1917" fmla="*/ 331322 w 1728164"/>
              <a:gd name="csY1917" fmla="*/ 1028970 h 1028969"/>
              <a:gd name="csX1918" fmla="*/ 331495 w 1728164"/>
              <a:gd name="csY1918" fmla="*/ 1028970 h 1028969"/>
              <a:gd name="csX1919" fmla="*/ 331668 w 1728164"/>
              <a:gd name="csY1919" fmla="*/ 1028970 h 1028969"/>
              <a:gd name="csX1920" fmla="*/ 331840 w 1728164"/>
              <a:gd name="csY1920" fmla="*/ 1028970 h 1028969"/>
              <a:gd name="csX1921" fmla="*/ 332014 w 1728164"/>
              <a:gd name="csY1921" fmla="*/ 1028970 h 1028969"/>
              <a:gd name="csX1922" fmla="*/ 332186 w 1728164"/>
              <a:gd name="csY1922" fmla="*/ 1028970 h 1028969"/>
              <a:gd name="csX1923" fmla="*/ 332359 w 1728164"/>
              <a:gd name="csY1923" fmla="*/ 1028970 h 1028969"/>
              <a:gd name="csX1924" fmla="*/ 332532 w 1728164"/>
              <a:gd name="csY1924" fmla="*/ 1028970 h 1028969"/>
              <a:gd name="csX1925" fmla="*/ 332705 w 1728164"/>
              <a:gd name="csY1925" fmla="*/ 1028970 h 1028969"/>
              <a:gd name="csX1926" fmla="*/ 332878 w 1728164"/>
              <a:gd name="csY1926" fmla="*/ 1028970 h 1028969"/>
              <a:gd name="csX1927" fmla="*/ 333050 w 1728164"/>
              <a:gd name="csY1927" fmla="*/ 1028970 h 1028969"/>
              <a:gd name="csX1928" fmla="*/ 333224 w 1728164"/>
              <a:gd name="csY1928" fmla="*/ 1028970 h 1028969"/>
              <a:gd name="csX1929" fmla="*/ 333396 w 1728164"/>
              <a:gd name="csY1929" fmla="*/ 1028970 h 1028969"/>
              <a:gd name="csX1930" fmla="*/ 333569 w 1728164"/>
              <a:gd name="csY1930" fmla="*/ 1028970 h 1028969"/>
              <a:gd name="csX1931" fmla="*/ 333741 w 1728164"/>
              <a:gd name="csY1931" fmla="*/ 1028970 h 1028969"/>
              <a:gd name="csX1932" fmla="*/ 333915 w 1728164"/>
              <a:gd name="csY1932" fmla="*/ 1028970 h 1028969"/>
              <a:gd name="csX1933" fmla="*/ 334088 w 1728164"/>
              <a:gd name="csY1933" fmla="*/ 1028970 h 1028969"/>
              <a:gd name="csX1934" fmla="*/ 334260 w 1728164"/>
              <a:gd name="csY1934" fmla="*/ 1028970 h 1028969"/>
              <a:gd name="csX1935" fmla="*/ 334434 w 1728164"/>
              <a:gd name="csY1935" fmla="*/ 1028970 h 1028969"/>
              <a:gd name="csX1936" fmla="*/ 334606 w 1728164"/>
              <a:gd name="csY1936" fmla="*/ 1028970 h 1028969"/>
              <a:gd name="csX1937" fmla="*/ 334779 w 1728164"/>
              <a:gd name="csY1937" fmla="*/ 1028970 h 1028969"/>
              <a:gd name="csX1938" fmla="*/ 334951 w 1728164"/>
              <a:gd name="csY1938" fmla="*/ 1028970 h 1028969"/>
              <a:gd name="csX1939" fmla="*/ 335125 w 1728164"/>
              <a:gd name="csY1939" fmla="*/ 1028970 h 1028969"/>
              <a:gd name="csX1940" fmla="*/ 335297 w 1728164"/>
              <a:gd name="csY1940" fmla="*/ 1028970 h 1028969"/>
              <a:gd name="csX1941" fmla="*/ 335470 w 1728164"/>
              <a:gd name="csY1941" fmla="*/ 1028970 h 1028969"/>
              <a:gd name="csX1942" fmla="*/ 335643 w 1728164"/>
              <a:gd name="csY1942" fmla="*/ 1028970 h 1028969"/>
              <a:gd name="csX1943" fmla="*/ 335816 w 1728164"/>
              <a:gd name="csY1943" fmla="*/ 1028970 h 1028969"/>
              <a:gd name="csX1944" fmla="*/ 335989 w 1728164"/>
              <a:gd name="csY1944" fmla="*/ 1028970 h 1028969"/>
              <a:gd name="csX1945" fmla="*/ 336161 w 1728164"/>
              <a:gd name="csY1945" fmla="*/ 1028970 h 1028969"/>
              <a:gd name="csX1946" fmla="*/ 336335 w 1728164"/>
              <a:gd name="csY1946" fmla="*/ 1028970 h 1028969"/>
              <a:gd name="csX1947" fmla="*/ 336507 w 1728164"/>
              <a:gd name="csY1947" fmla="*/ 1028970 h 1028969"/>
              <a:gd name="csX1948" fmla="*/ 336680 w 1728164"/>
              <a:gd name="csY1948" fmla="*/ 1028970 h 1028969"/>
              <a:gd name="csX1949" fmla="*/ 336853 w 1728164"/>
              <a:gd name="csY1949" fmla="*/ 1028970 h 1028969"/>
              <a:gd name="csX1950" fmla="*/ 337026 w 1728164"/>
              <a:gd name="csY1950" fmla="*/ 1028970 h 1028969"/>
              <a:gd name="csX1951" fmla="*/ 337199 w 1728164"/>
              <a:gd name="csY1951" fmla="*/ 1028970 h 1028969"/>
              <a:gd name="csX1952" fmla="*/ 337371 w 1728164"/>
              <a:gd name="csY1952" fmla="*/ 1028970 h 1028969"/>
              <a:gd name="csX1953" fmla="*/ 337544 w 1728164"/>
              <a:gd name="csY1953" fmla="*/ 1028970 h 1028969"/>
              <a:gd name="csX1954" fmla="*/ 337717 w 1728164"/>
              <a:gd name="csY1954" fmla="*/ 1028970 h 1028969"/>
              <a:gd name="csX1955" fmla="*/ 337890 w 1728164"/>
              <a:gd name="csY1955" fmla="*/ 1028970 h 1028969"/>
              <a:gd name="csX1956" fmla="*/ 338062 w 1728164"/>
              <a:gd name="csY1956" fmla="*/ 1028970 h 1028969"/>
              <a:gd name="csX1957" fmla="*/ 338236 w 1728164"/>
              <a:gd name="csY1957" fmla="*/ 1028970 h 1028969"/>
              <a:gd name="csX1958" fmla="*/ 338409 w 1728164"/>
              <a:gd name="csY1958" fmla="*/ 1028970 h 1028969"/>
              <a:gd name="csX1959" fmla="*/ 338581 w 1728164"/>
              <a:gd name="csY1959" fmla="*/ 1028970 h 1028969"/>
              <a:gd name="csX1960" fmla="*/ 338754 w 1728164"/>
              <a:gd name="csY1960" fmla="*/ 1028970 h 1028969"/>
              <a:gd name="csX1961" fmla="*/ 338927 w 1728164"/>
              <a:gd name="csY1961" fmla="*/ 1028970 h 1028969"/>
              <a:gd name="csX1962" fmla="*/ 339100 w 1728164"/>
              <a:gd name="csY1962" fmla="*/ 1028970 h 1028969"/>
              <a:gd name="csX1963" fmla="*/ 339272 w 1728164"/>
              <a:gd name="csY1963" fmla="*/ 1028970 h 1028969"/>
              <a:gd name="csX1964" fmla="*/ 339445 w 1728164"/>
              <a:gd name="csY1964" fmla="*/ 1028970 h 1028969"/>
              <a:gd name="csX1965" fmla="*/ 339618 w 1728164"/>
              <a:gd name="csY1965" fmla="*/ 1028970 h 1028969"/>
              <a:gd name="csX1966" fmla="*/ 339791 w 1728164"/>
              <a:gd name="csY1966" fmla="*/ 1028970 h 1028969"/>
              <a:gd name="csX1967" fmla="*/ 339964 w 1728164"/>
              <a:gd name="csY1967" fmla="*/ 1028970 h 1028969"/>
              <a:gd name="csX1968" fmla="*/ 340137 w 1728164"/>
              <a:gd name="csY1968" fmla="*/ 1028970 h 1028969"/>
              <a:gd name="csX1969" fmla="*/ 340310 w 1728164"/>
              <a:gd name="csY1969" fmla="*/ 1028970 h 1028969"/>
              <a:gd name="csX1970" fmla="*/ 340482 w 1728164"/>
              <a:gd name="csY1970" fmla="*/ 1028970 h 1028969"/>
              <a:gd name="csX1971" fmla="*/ 340655 w 1728164"/>
              <a:gd name="csY1971" fmla="*/ 1028970 h 1028969"/>
              <a:gd name="csX1972" fmla="*/ 340828 w 1728164"/>
              <a:gd name="csY1972" fmla="*/ 1028970 h 1028969"/>
              <a:gd name="csX1973" fmla="*/ 341001 w 1728164"/>
              <a:gd name="csY1973" fmla="*/ 1028970 h 1028969"/>
              <a:gd name="csX1974" fmla="*/ 341174 w 1728164"/>
              <a:gd name="csY1974" fmla="*/ 1028970 h 1028969"/>
              <a:gd name="csX1975" fmla="*/ 341346 w 1728164"/>
              <a:gd name="csY1975" fmla="*/ 1028970 h 1028969"/>
              <a:gd name="csX1976" fmla="*/ 341520 w 1728164"/>
              <a:gd name="csY1976" fmla="*/ 1028970 h 1028969"/>
              <a:gd name="csX1977" fmla="*/ 341692 w 1728164"/>
              <a:gd name="csY1977" fmla="*/ 1028970 h 1028969"/>
              <a:gd name="csX1978" fmla="*/ 341865 w 1728164"/>
              <a:gd name="csY1978" fmla="*/ 1028970 h 1028969"/>
              <a:gd name="csX1979" fmla="*/ 342038 w 1728164"/>
              <a:gd name="csY1979" fmla="*/ 1028970 h 1028969"/>
              <a:gd name="csX1980" fmla="*/ 342211 w 1728164"/>
              <a:gd name="csY1980" fmla="*/ 1028970 h 1028969"/>
              <a:gd name="csX1981" fmla="*/ 342383 w 1728164"/>
              <a:gd name="csY1981" fmla="*/ 1028970 h 1028969"/>
              <a:gd name="csX1982" fmla="*/ 342556 w 1728164"/>
              <a:gd name="csY1982" fmla="*/ 1028970 h 1028969"/>
              <a:gd name="csX1983" fmla="*/ 342730 w 1728164"/>
              <a:gd name="csY1983" fmla="*/ 1028970 h 1028969"/>
              <a:gd name="csX1984" fmla="*/ 342902 w 1728164"/>
              <a:gd name="csY1984" fmla="*/ 1028970 h 1028969"/>
              <a:gd name="csX1985" fmla="*/ 343075 w 1728164"/>
              <a:gd name="csY1985" fmla="*/ 1028970 h 1028969"/>
              <a:gd name="csX1986" fmla="*/ 343247 w 1728164"/>
              <a:gd name="csY1986" fmla="*/ 1028970 h 1028969"/>
              <a:gd name="csX1987" fmla="*/ 343421 w 1728164"/>
              <a:gd name="csY1987" fmla="*/ 1028970 h 1028969"/>
              <a:gd name="csX1988" fmla="*/ 343593 w 1728164"/>
              <a:gd name="csY1988" fmla="*/ 1028970 h 1028969"/>
              <a:gd name="csX1989" fmla="*/ 343766 w 1728164"/>
              <a:gd name="csY1989" fmla="*/ 1028970 h 1028969"/>
              <a:gd name="csX1990" fmla="*/ 343939 w 1728164"/>
              <a:gd name="csY1990" fmla="*/ 1028970 h 1028969"/>
              <a:gd name="csX1991" fmla="*/ 344112 w 1728164"/>
              <a:gd name="csY1991" fmla="*/ 1028970 h 1028969"/>
              <a:gd name="csX1992" fmla="*/ 344285 w 1728164"/>
              <a:gd name="csY1992" fmla="*/ 1028970 h 1028969"/>
              <a:gd name="csX1993" fmla="*/ 344457 w 1728164"/>
              <a:gd name="csY1993" fmla="*/ 1028970 h 1028969"/>
              <a:gd name="csX1994" fmla="*/ 344631 w 1728164"/>
              <a:gd name="csY1994" fmla="*/ 1028970 h 1028969"/>
              <a:gd name="csX1995" fmla="*/ 344803 w 1728164"/>
              <a:gd name="csY1995" fmla="*/ 1028970 h 1028969"/>
              <a:gd name="csX1996" fmla="*/ 344976 w 1728164"/>
              <a:gd name="csY1996" fmla="*/ 1028970 h 1028969"/>
              <a:gd name="csX1997" fmla="*/ 345148 w 1728164"/>
              <a:gd name="csY1997" fmla="*/ 1028970 h 1028969"/>
              <a:gd name="csX1998" fmla="*/ 345322 w 1728164"/>
              <a:gd name="csY1998" fmla="*/ 1028970 h 1028969"/>
              <a:gd name="csX1999" fmla="*/ 345495 w 1728164"/>
              <a:gd name="csY1999" fmla="*/ 1028970 h 1028969"/>
              <a:gd name="csX2000" fmla="*/ 345667 w 1728164"/>
              <a:gd name="csY2000" fmla="*/ 1028970 h 1028969"/>
              <a:gd name="csX2001" fmla="*/ 345841 w 1728164"/>
              <a:gd name="csY2001" fmla="*/ 1028970 h 1028969"/>
              <a:gd name="csX2002" fmla="*/ 346013 w 1728164"/>
              <a:gd name="csY2002" fmla="*/ 1028970 h 1028969"/>
              <a:gd name="csX2003" fmla="*/ 346186 w 1728164"/>
              <a:gd name="csY2003" fmla="*/ 1028970 h 1028969"/>
              <a:gd name="csX2004" fmla="*/ 346358 w 1728164"/>
              <a:gd name="csY2004" fmla="*/ 1028970 h 1028969"/>
              <a:gd name="csX2005" fmla="*/ 346532 w 1728164"/>
              <a:gd name="csY2005" fmla="*/ 1028970 h 1028969"/>
              <a:gd name="csX2006" fmla="*/ 346704 w 1728164"/>
              <a:gd name="csY2006" fmla="*/ 1028970 h 1028969"/>
              <a:gd name="csX2007" fmla="*/ 346877 w 1728164"/>
              <a:gd name="csY2007" fmla="*/ 1028970 h 1028969"/>
              <a:gd name="csX2008" fmla="*/ 347050 w 1728164"/>
              <a:gd name="csY2008" fmla="*/ 1028970 h 1028969"/>
              <a:gd name="csX2009" fmla="*/ 347223 w 1728164"/>
              <a:gd name="csY2009" fmla="*/ 1028970 h 1028969"/>
              <a:gd name="csX2010" fmla="*/ 347396 w 1728164"/>
              <a:gd name="csY2010" fmla="*/ 1028970 h 1028969"/>
              <a:gd name="csX2011" fmla="*/ 347568 w 1728164"/>
              <a:gd name="csY2011" fmla="*/ 1028970 h 1028969"/>
              <a:gd name="csX2012" fmla="*/ 347742 w 1728164"/>
              <a:gd name="csY2012" fmla="*/ 1028970 h 1028969"/>
              <a:gd name="csX2013" fmla="*/ 347914 w 1728164"/>
              <a:gd name="csY2013" fmla="*/ 1028970 h 1028969"/>
              <a:gd name="csX2014" fmla="*/ 348087 w 1728164"/>
              <a:gd name="csY2014" fmla="*/ 1028970 h 1028969"/>
              <a:gd name="csX2015" fmla="*/ 348260 w 1728164"/>
              <a:gd name="csY2015" fmla="*/ 1028970 h 1028969"/>
              <a:gd name="csX2016" fmla="*/ 348433 w 1728164"/>
              <a:gd name="csY2016" fmla="*/ 1028970 h 1028969"/>
              <a:gd name="csX2017" fmla="*/ 348606 w 1728164"/>
              <a:gd name="csY2017" fmla="*/ 1028970 h 1028969"/>
              <a:gd name="csX2018" fmla="*/ 348778 w 1728164"/>
              <a:gd name="csY2018" fmla="*/ 1028970 h 1028969"/>
              <a:gd name="csX2019" fmla="*/ 348951 w 1728164"/>
              <a:gd name="csY2019" fmla="*/ 1028970 h 1028969"/>
              <a:gd name="csX2020" fmla="*/ 349124 w 1728164"/>
              <a:gd name="csY2020" fmla="*/ 1028970 h 1028969"/>
              <a:gd name="csX2021" fmla="*/ 349297 w 1728164"/>
              <a:gd name="csY2021" fmla="*/ 1028970 h 1028969"/>
              <a:gd name="csX2022" fmla="*/ 349469 w 1728164"/>
              <a:gd name="csY2022" fmla="*/ 1028970 h 1028969"/>
              <a:gd name="csX2023" fmla="*/ 349643 w 1728164"/>
              <a:gd name="csY2023" fmla="*/ 1028970 h 1028969"/>
              <a:gd name="csX2024" fmla="*/ 349816 w 1728164"/>
              <a:gd name="csY2024" fmla="*/ 1028970 h 1028969"/>
              <a:gd name="csX2025" fmla="*/ 349988 w 1728164"/>
              <a:gd name="csY2025" fmla="*/ 1028970 h 1028969"/>
              <a:gd name="csX2026" fmla="*/ 350161 w 1728164"/>
              <a:gd name="csY2026" fmla="*/ 1028970 h 1028969"/>
              <a:gd name="csX2027" fmla="*/ 350334 w 1728164"/>
              <a:gd name="csY2027" fmla="*/ 1028970 h 1028969"/>
              <a:gd name="csX2028" fmla="*/ 350507 w 1728164"/>
              <a:gd name="csY2028" fmla="*/ 1028970 h 1028969"/>
              <a:gd name="csX2029" fmla="*/ 350679 w 1728164"/>
              <a:gd name="csY2029" fmla="*/ 1028970 h 1028969"/>
              <a:gd name="csX2030" fmla="*/ 350852 w 1728164"/>
              <a:gd name="csY2030" fmla="*/ 1028970 h 1028969"/>
              <a:gd name="csX2031" fmla="*/ 351025 w 1728164"/>
              <a:gd name="csY2031" fmla="*/ 1028970 h 1028969"/>
              <a:gd name="csX2032" fmla="*/ 351198 w 1728164"/>
              <a:gd name="csY2032" fmla="*/ 1028970 h 1028969"/>
              <a:gd name="csX2033" fmla="*/ 351371 w 1728164"/>
              <a:gd name="csY2033" fmla="*/ 1028970 h 1028969"/>
              <a:gd name="csX2034" fmla="*/ 351544 w 1728164"/>
              <a:gd name="csY2034" fmla="*/ 1028970 h 1028969"/>
              <a:gd name="csX2035" fmla="*/ 351717 w 1728164"/>
              <a:gd name="csY2035" fmla="*/ 1028970 h 1028969"/>
              <a:gd name="csX2036" fmla="*/ 351889 w 1728164"/>
              <a:gd name="csY2036" fmla="*/ 1028970 h 1028969"/>
              <a:gd name="csX2037" fmla="*/ 352062 w 1728164"/>
              <a:gd name="csY2037" fmla="*/ 1028970 h 1028969"/>
              <a:gd name="csX2038" fmla="*/ 352235 w 1728164"/>
              <a:gd name="csY2038" fmla="*/ 1028970 h 1028969"/>
              <a:gd name="csX2039" fmla="*/ 352408 w 1728164"/>
              <a:gd name="csY2039" fmla="*/ 1028970 h 1028969"/>
              <a:gd name="csX2040" fmla="*/ 352581 w 1728164"/>
              <a:gd name="csY2040" fmla="*/ 1028970 h 1028969"/>
              <a:gd name="csX2041" fmla="*/ 352753 w 1728164"/>
              <a:gd name="csY2041" fmla="*/ 1028970 h 1028969"/>
              <a:gd name="csX2042" fmla="*/ 352927 w 1728164"/>
              <a:gd name="csY2042" fmla="*/ 1028970 h 1028969"/>
              <a:gd name="csX2043" fmla="*/ 353099 w 1728164"/>
              <a:gd name="csY2043" fmla="*/ 1028970 h 1028969"/>
              <a:gd name="csX2044" fmla="*/ 353272 w 1728164"/>
              <a:gd name="csY2044" fmla="*/ 1028970 h 1028969"/>
              <a:gd name="csX2045" fmla="*/ 353445 w 1728164"/>
              <a:gd name="csY2045" fmla="*/ 1028970 h 1028969"/>
              <a:gd name="csX2046" fmla="*/ 353618 w 1728164"/>
              <a:gd name="csY2046" fmla="*/ 1028970 h 1028969"/>
              <a:gd name="csX2047" fmla="*/ 353790 w 1728164"/>
              <a:gd name="csY2047" fmla="*/ 1028970 h 1028969"/>
              <a:gd name="csX2048" fmla="*/ 353963 w 1728164"/>
              <a:gd name="csY2048" fmla="*/ 1028970 h 1028969"/>
              <a:gd name="csX2049" fmla="*/ 354137 w 1728164"/>
              <a:gd name="csY2049" fmla="*/ 1028970 h 1028969"/>
              <a:gd name="csX2050" fmla="*/ 354309 w 1728164"/>
              <a:gd name="csY2050" fmla="*/ 1028970 h 1028969"/>
              <a:gd name="csX2051" fmla="*/ 354482 w 1728164"/>
              <a:gd name="csY2051" fmla="*/ 1028970 h 1028969"/>
              <a:gd name="csX2052" fmla="*/ 354654 w 1728164"/>
              <a:gd name="csY2052" fmla="*/ 1028970 h 1028969"/>
              <a:gd name="csX2053" fmla="*/ 354828 w 1728164"/>
              <a:gd name="csY2053" fmla="*/ 1028970 h 1028969"/>
              <a:gd name="csX2054" fmla="*/ 355000 w 1728164"/>
              <a:gd name="csY2054" fmla="*/ 1028970 h 1028969"/>
              <a:gd name="csX2055" fmla="*/ 355173 w 1728164"/>
              <a:gd name="csY2055" fmla="*/ 1028970 h 1028969"/>
              <a:gd name="csX2056" fmla="*/ 355346 w 1728164"/>
              <a:gd name="csY2056" fmla="*/ 1028970 h 1028969"/>
              <a:gd name="csX2057" fmla="*/ 355519 w 1728164"/>
              <a:gd name="csY2057" fmla="*/ 1028970 h 1028969"/>
              <a:gd name="csX2058" fmla="*/ 355692 w 1728164"/>
              <a:gd name="csY2058" fmla="*/ 1028970 h 1028969"/>
              <a:gd name="csX2059" fmla="*/ 355864 w 1728164"/>
              <a:gd name="csY2059" fmla="*/ 1028970 h 1028969"/>
              <a:gd name="csX2060" fmla="*/ 356038 w 1728164"/>
              <a:gd name="csY2060" fmla="*/ 1028970 h 1028969"/>
              <a:gd name="csX2061" fmla="*/ 356210 w 1728164"/>
              <a:gd name="csY2061" fmla="*/ 1028970 h 1028969"/>
              <a:gd name="csX2062" fmla="*/ 356383 w 1728164"/>
              <a:gd name="csY2062" fmla="*/ 1028970 h 1028969"/>
              <a:gd name="csX2063" fmla="*/ 356556 w 1728164"/>
              <a:gd name="csY2063" fmla="*/ 1028970 h 1028969"/>
              <a:gd name="csX2064" fmla="*/ 356729 w 1728164"/>
              <a:gd name="csY2064" fmla="*/ 1028970 h 1028969"/>
              <a:gd name="csX2065" fmla="*/ 356902 w 1728164"/>
              <a:gd name="csY2065" fmla="*/ 1028970 h 1028969"/>
              <a:gd name="csX2066" fmla="*/ 357074 w 1728164"/>
              <a:gd name="csY2066" fmla="*/ 1028970 h 1028969"/>
              <a:gd name="csX2067" fmla="*/ 357248 w 1728164"/>
              <a:gd name="csY2067" fmla="*/ 1028970 h 1028969"/>
              <a:gd name="csX2068" fmla="*/ 357420 w 1728164"/>
              <a:gd name="csY2068" fmla="*/ 1028970 h 1028969"/>
              <a:gd name="csX2069" fmla="*/ 357593 w 1728164"/>
              <a:gd name="csY2069" fmla="*/ 1028970 h 1028969"/>
              <a:gd name="csX2070" fmla="*/ 357765 w 1728164"/>
              <a:gd name="csY2070" fmla="*/ 1028970 h 1028969"/>
              <a:gd name="csX2071" fmla="*/ 357939 w 1728164"/>
              <a:gd name="csY2071" fmla="*/ 1028970 h 1028969"/>
              <a:gd name="csX2072" fmla="*/ 358111 w 1728164"/>
              <a:gd name="csY2072" fmla="*/ 1028970 h 1028969"/>
              <a:gd name="csX2073" fmla="*/ 358284 w 1728164"/>
              <a:gd name="csY2073" fmla="*/ 1028970 h 1028969"/>
              <a:gd name="csX2074" fmla="*/ 358457 w 1728164"/>
              <a:gd name="csY2074" fmla="*/ 1028970 h 1028969"/>
              <a:gd name="csX2075" fmla="*/ 358630 w 1728164"/>
              <a:gd name="csY2075" fmla="*/ 1028970 h 1028969"/>
              <a:gd name="csX2076" fmla="*/ 358803 w 1728164"/>
              <a:gd name="csY2076" fmla="*/ 1028970 h 1028969"/>
              <a:gd name="csX2077" fmla="*/ 358975 w 1728164"/>
              <a:gd name="csY2077" fmla="*/ 1028970 h 1028969"/>
              <a:gd name="csX2078" fmla="*/ 359149 w 1728164"/>
              <a:gd name="csY2078" fmla="*/ 1028970 h 1028969"/>
              <a:gd name="csX2079" fmla="*/ 359321 w 1728164"/>
              <a:gd name="csY2079" fmla="*/ 1028970 h 1028969"/>
              <a:gd name="csX2080" fmla="*/ 359494 w 1728164"/>
              <a:gd name="csY2080" fmla="*/ 1028970 h 1028969"/>
              <a:gd name="csX2081" fmla="*/ 359667 w 1728164"/>
              <a:gd name="csY2081" fmla="*/ 1028970 h 1028969"/>
              <a:gd name="csX2082" fmla="*/ 359840 w 1728164"/>
              <a:gd name="csY2082" fmla="*/ 1028970 h 1028969"/>
              <a:gd name="csX2083" fmla="*/ 360013 w 1728164"/>
              <a:gd name="csY2083" fmla="*/ 1028970 h 1028969"/>
              <a:gd name="csX2084" fmla="*/ 360185 w 1728164"/>
              <a:gd name="csY2084" fmla="*/ 1028970 h 1028969"/>
              <a:gd name="csX2085" fmla="*/ 360358 w 1728164"/>
              <a:gd name="csY2085" fmla="*/ 1028970 h 1028969"/>
              <a:gd name="csX2086" fmla="*/ 360531 w 1728164"/>
              <a:gd name="csY2086" fmla="*/ 1028970 h 1028969"/>
              <a:gd name="csX2087" fmla="*/ 360704 w 1728164"/>
              <a:gd name="csY2087" fmla="*/ 1028970 h 1028969"/>
              <a:gd name="csX2088" fmla="*/ 360877 w 1728164"/>
              <a:gd name="csY2088" fmla="*/ 1028970 h 1028969"/>
              <a:gd name="csX2089" fmla="*/ 361050 w 1728164"/>
              <a:gd name="csY2089" fmla="*/ 1028970 h 1028969"/>
              <a:gd name="csX2090" fmla="*/ 361223 w 1728164"/>
              <a:gd name="csY2090" fmla="*/ 1028970 h 1028969"/>
              <a:gd name="csX2091" fmla="*/ 361395 w 1728164"/>
              <a:gd name="csY2091" fmla="*/ 1028970 h 1028969"/>
              <a:gd name="csX2092" fmla="*/ 361568 w 1728164"/>
              <a:gd name="csY2092" fmla="*/ 1028970 h 1028969"/>
              <a:gd name="csX2093" fmla="*/ 361741 w 1728164"/>
              <a:gd name="csY2093" fmla="*/ 1028970 h 1028969"/>
              <a:gd name="csX2094" fmla="*/ 361914 w 1728164"/>
              <a:gd name="csY2094" fmla="*/ 1028970 h 1028969"/>
              <a:gd name="csX2095" fmla="*/ 362086 w 1728164"/>
              <a:gd name="csY2095" fmla="*/ 1028970 h 1028969"/>
              <a:gd name="csX2096" fmla="*/ 362259 w 1728164"/>
              <a:gd name="csY2096" fmla="*/ 1028970 h 1028969"/>
              <a:gd name="csX2097" fmla="*/ 362432 w 1728164"/>
              <a:gd name="csY2097" fmla="*/ 1028970 h 1028969"/>
              <a:gd name="csX2098" fmla="*/ 362605 w 1728164"/>
              <a:gd name="csY2098" fmla="*/ 1028970 h 1028969"/>
              <a:gd name="csX2099" fmla="*/ 362778 w 1728164"/>
              <a:gd name="csY2099" fmla="*/ 1028970 h 1028969"/>
              <a:gd name="csX2100" fmla="*/ 362951 w 1728164"/>
              <a:gd name="csY2100" fmla="*/ 1028970 h 1028969"/>
              <a:gd name="csX2101" fmla="*/ 363124 w 1728164"/>
              <a:gd name="csY2101" fmla="*/ 1028970 h 1028969"/>
              <a:gd name="csX2102" fmla="*/ 363296 w 1728164"/>
              <a:gd name="csY2102" fmla="*/ 1028970 h 1028969"/>
              <a:gd name="csX2103" fmla="*/ 363469 w 1728164"/>
              <a:gd name="csY2103" fmla="*/ 1028970 h 1028969"/>
              <a:gd name="csX2104" fmla="*/ 363642 w 1728164"/>
              <a:gd name="csY2104" fmla="*/ 1028970 h 1028969"/>
              <a:gd name="csX2105" fmla="*/ 363815 w 1728164"/>
              <a:gd name="csY2105" fmla="*/ 1028970 h 1028969"/>
              <a:gd name="csX2106" fmla="*/ 363988 w 1728164"/>
              <a:gd name="csY2106" fmla="*/ 1028970 h 1028969"/>
              <a:gd name="csX2107" fmla="*/ 364160 w 1728164"/>
              <a:gd name="csY2107" fmla="*/ 1028970 h 1028969"/>
              <a:gd name="csX2108" fmla="*/ 364334 w 1728164"/>
              <a:gd name="csY2108" fmla="*/ 1028970 h 1028969"/>
              <a:gd name="csX2109" fmla="*/ 364506 w 1728164"/>
              <a:gd name="csY2109" fmla="*/ 1028970 h 1028969"/>
              <a:gd name="csX2110" fmla="*/ 364679 w 1728164"/>
              <a:gd name="csY2110" fmla="*/ 1028970 h 1028969"/>
              <a:gd name="csX2111" fmla="*/ 364852 w 1728164"/>
              <a:gd name="csY2111" fmla="*/ 1028970 h 1028969"/>
              <a:gd name="csX2112" fmla="*/ 365025 w 1728164"/>
              <a:gd name="csY2112" fmla="*/ 1028970 h 1028969"/>
              <a:gd name="csX2113" fmla="*/ 365198 w 1728164"/>
              <a:gd name="csY2113" fmla="*/ 1028970 h 1028969"/>
              <a:gd name="csX2114" fmla="*/ 365370 w 1728164"/>
              <a:gd name="csY2114" fmla="*/ 1028970 h 1028969"/>
              <a:gd name="csX2115" fmla="*/ 365544 w 1728164"/>
              <a:gd name="csY2115" fmla="*/ 1028970 h 1028969"/>
              <a:gd name="csX2116" fmla="*/ 365716 w 1728164"/>
              <a:gd name="csY2116" fmla="*/ 1028970 h 1028969"/>
              <a:gd name="csX2117" fmla="*/ 365889 w 1728164"/>
              <a:gd name="csY2117" fmla="*/ 1028970 h 1028969"/>
              <a:gd name="csX2118" fmla="*/ 366061 w 1728164"/>
              <a:gd name="csY2118" fmla="*/ 1028970 h 1028969"/>
              <a:gd name="csX2119" fmla="*/ 366235 w 1728164"/>
              <a:gd name="csY2119" fmla="*/ 1028970 h 1028969"/>
              <a:gd name="csX2120" fmla="*/ 366407 w 1728164"/>
              <a:gd name="csY2120" fmla="*/ 1028970 h 1028969"/>
              <a:gd name="csX2121" fmla="*/ 366580 w 1728164"/>
              <a:gd name="csY2121" fmla="*/ 1028970 h 1028969"/>
              <a:gd name="csX2122" fmla="*/ 366753 w 1728164"/>
              <a:gd name="csY2122" fmla="*/ 1028970 h 1028969"/>
              <a:gd name="csX2123" fmla="*/ 366926 w 1728164"/>
              <a:gd name="csY2123" fmla="*/ 1028970 h 1028969"/>
              <a:gd name="csX2124" fmla="*/ 367099 w 1728164"/>
              <a:gd name="csY2124" fmla="*/ 1028970 h 1028969"/>
              <a:gd name="csX2125" fmla="*/ 367271 w 1728164"/>
              <a:gd name="csY2125" fmla="*/ 1028970 h 1028969"/>
              <a:gd name="csX2126" fmla="*/ 367445 w 1728164"/>
              <a:gd name="csY2126" fmla="*/ 1028970 h 1028969"/>
              <a:gd name="csX2127" fmla="*/ 367617 w 1728164"/>
              <a:gd name="csY2127" fmla="*/ 1028970 h 1028969"/>
              <a:gd name="csX2128" fmla="*/ 367790 w 1728164"/>
              <a:gd name="csY2128" fmla="*/ 1028970 h 1028969"/>
              <a:gd name="csX2129" fmla="*/ 367963 w 1728164"/>
              <a:gd name="csY2129" fmla="*/ 1028970 h 1028969"/>
              <a:gd name="csX2130" fmla="*/ 368136 w 1728164"/>
              <a:gd name="csY2130" fmla="*/ 1028970 h 1028969"/>
              <a:gd name="csX2131" fmla="*/ 368309 w 1728164"/>
              <a:gd name="csY2131" fmla="*/ 1028970 h 1028969"/>
              <a:gd name="csX2132" fmla="*/ 368481 w 1728164"/>
              <a:gd name="csY2132" fmla="*/ 1028970 h 1028969"/>
              <a:gd name="csX2133" fmla="*/ 368655 w 1728164"/>
              <a:gd name="csY2133" fmla="*/ 1028970 h 1028969"/>
              <a:gd name="csX2134" fmla="*/ 368827 w 1728164"/>
              <a:gd name="csY2134" fmla="*/ 1028970 h 1028969"/>
              <a:gd name="csX2135" fmla="*/ 369000 w 1728164"/>
              <a:gd name="csY2135" fmla="*/ 1028970 h 1028969"/>
              <a:gd name="csX2136" fmla="*/ 369172 w 1728164"/>
              <a:gd name="csY2136" fmla="*/ 1028970 h 1028969"/>
              <a:gd name="csX2137" fmla="*/ 369346 w 1728164"/>
              <a:gd name="csY2137" fmla="*/ 1028970 h 1028969"/>
              <a:gd name="csX2138" fmla="*/ 369519 w 1728164"/>
              <a:gd name="csY2138" fmla="*/ 1028970 h 1028969"/>
              <a:gd name="csX2139" fmla="*/ 369691 w 1728164"/>
              <a:gd name="csY2139" fmla="*/ 1028970 h 1028969"/>
              <a:gd name="csX2140" fmla="*/ 369864 w 1728164"/>
              <a:gd name="csY2140" fmla="*/ 1028970 h 1028969"/>
              <a:gd name="csX2141" fmla="*/ 370037 w 1728164"/>
              <a:gd name="csY2141" fmla="*/ 1028970 h 1028969"/>
              <a:gd name="csX2142" fmla="*/ 370210 w 1728164"/>
              <a:gd name="csY2142" fmla="*/ 1028970 h 1028969"/>
              <a:gd name="csX2143" fmla="*/ 370382 w 1728164"/>
              <a:gd name="csY2143" fmla="*/ 1028970 h 1028969"/>
              <a:gd name="csX2144" fmla="*/ 370556 w 1728164"/>
              <a:gd name="csY2144" fmla="*/ 1028970 h 1028969"/>
              <a:gd name="csX2145" fmla="*/ 370728 w 1728164"/>
              <a:gd name="csY2145" fmla="*/ 1028970 h 1028969"/>
              <a:gd name="csX2146" fmla="*/ 370901 w 1728164"/>
              <a:gd name="csY2146" fmla="*/ 1028970 h 1028969"/>
              <a:gd name="csX2147" fmla="*/ 371074 w 1728164"/>
              <a:gd name="csY2147" fmla="*/ 1028970 h 1028969"/>
              <a:gd name="csX2148" fmla="*/ 371247 w 1728164"/>
              <a:gd name="csY2148" fmla="*/ 1028970 h 1028969"/>
              <a:gd name="csX2149" fmla="*/ 371420 w 1728164"/>
              <a:gd name="csY2149" fmla="*/ 1028970 h 1028969"/>
              <a:gd name="csX2150" fmla="*/ 371592 w 1728164"/>
              <a:gd name="csY2150" fmla="*/ 1028970 h 1028969"/>
              <a:gd name="csX2151" fmla="*/ 371765 w 1728164"/>
              <a:gd name="csY2151" fmla="*/ 1028970 h 1028969"/>
              <a:gd name="csX2152" fmla="*/ 371938 w 1728164"/>
              <a:gd name="csY2152" fmla="*/ 1028970 h 1028969"/>
              <a:gd name="csX2153" fmla="*/ 372111 w 1728164"/>
              <a:gd name="csY2153" fmla="*/ 1028970 h 1028969"/>
              <a:gd name="csX2154" fmla="*/ 372284 w 1728164"/>
              <a:gd name="csY2154" fmla="*/ 1028970 h 1028969"/>
              <a:gd name="csX2155" fmla="*/ 372457 w 1728164"/>
              <a:gd name="csY2155" fmla="*/ 1028970 h 1028969"/>
              <a:gd name="csX2156" fmla="*/ 372630 w 1728164"/>
              <a:gd name="csY2156" fmla="*/ 1028970 h 1028969"/>
              <a:gd name="csX2157" fmla="*/ 372802 w 1728164"/>
              <a:gd name="csY2157" fmla="*/ 1028970 h 1028969"/>
              <a:gd name="csX2158" fmla="*/ 372975 w 1728164"/>
              <a:gd name="csY2158" fmla="*/ 1028970 h 1028969"/>
              <a:gd name="csX2159" fmla="*/ 373148 w 1728164"/>
              <a:gd name="csY2159" fmla="*/ 1028970 h 1028969"/>
              <a:gd name="csX2160" fmla="*/ 373321 w 1728164"/>
              <a:gd name="csY2160" fmla="*/ 1028970 h 1028969"/>
              <a:gd name="csX2161" fmla="*/ 373493 w 1728164"/>
              <a:gd name="csY2161" fmla="*/ 1028970 h 1028969"/>
              <a:gd name="csX2162" fmla="*/ 373666 w 1728164"/>
              <a:gd name="csY2162" fmla="*/ 1028970 h 1028969"/>
              <a:gd name="csX2163" fmla="*/ 373840 w 1728164"/>
              <a:gd name="csY2163" fmla="*/ 1028970 h 1028969"/>
              <a:gd name="csX2164" fmla="*/ 374012 w 1728164"/>
              <a:gd name="csY2164" fmla="*/ 1028970 h 1028969"/>
              <a:gd name="csX2165" fmla="*/ 374185 w 1728164"/>
              <a:gd name="csY2165" fmla="*/ 1028970 h 1028969"/>
              <a:gd name="csX2166" fmla="*/ 374358 w 1728164"/>
              <a:gd name="csY2166" fmla="*/ 1028970 h 1028969"/>
              <a:gd name="csX2167" fmla="*/ 374531 w 1728164"/>
              <a:gd name="csY2167" fmla="*/ 1028970 h 1028969"/>
              <a:gd name="csX2168" fmla="*/ 374703 w 1728164"/>
              <a:gd name="csY2168" fmla="*/ 1028970 h 1028969"/>
              <a:gd name="csX2169" fmla="*/ 374876 w 1728164"/>
              <a:gd name="csY2169" fmla="*/ 1028970 h 1028969"/>
              <a:gd name="csX2170" fmla="*/ 375049 w 1728164"/>
              <a:gd name="csY2170" fmla="*/ 1028970 h 1028969"/>
              <a:gd name="csX2171" fmla="*/ 375222 w 1728164"/>
              <a:gd name="csY2171" fmla="*/ 1028970 h 1028969"/>
              <a:gd name="csX2172" fmla="*/ 375395 w 1728164"/>
              <a:gd name="csY2172" fmla="*/ 1028970 h 1028969"/>
              <a:gd name="csX2173" fmla="*/ 375567 w 1728164"/>
              <a:gd name="csY2173" fmla="*/ 1028970 h 1028969"/>
              <a:gd name="csX2174" fmla="*/ 375741 w 1728164"/>
              <a:gd name="csY2174" fmla="*/ 1028970 h 1028969"/>
              <a:gd name="csX2175" fmla="*/ 375913 w 1728164"/>
              <a:gd name="csY2175" fmla="*/ 1028970 h 1028969"/>
              <a:gd name="csX2176" fmla="*/ 376086 w 1728164"/>
              <a:gd name="csY2176" fmla="*/ 1028970 h 1028969"/>
              <a:gd name="csX2177" fmla="*/ 376259 w 1728164"/>
              <a:gd name="csY2177" fmla="*/ 1028970 h 1028969"/>
              <a:gd name="csX2178" fmla="*/ 376432 w 1728164"/>
              <a:gd name="csY2178" fmla="*/ 1028970 h 1028969"/>
              <a:gd name="csX2179" fmla="*/ 376605 w 1728164"/>
              <a:gd name="csY2179" fmla="*/ 1028970 h 1028969"/>
              <a:gd name="csX2180" fmla="*/ 376777 w 1728164"/>
              <a:gd name="csY2180" fmla="*/ 1028970 h 1028969"/>
              <a:gd name="csX2181" fmla="*/ 376951 w 1728164"/>
              <a:gd name="csY2181" fmla="*/ 1028970 h 1028969"/>
              <a:gd name="csX2182" fmla="*/ 377123 w 1728164"/>
              <a:gd name="csY2182" fmla="*/ 1028970 h 1028969"/>
              <a:gd name="csX2183" fmla="*/ 377296 w 1728164"/>
              <a:gd name="csY2183" fmla="*/ 1028970 h 1028969"/>
              <a:gd name="csX2184" fmla="*/ 377468 w 1728164"/>
              <a:gd name="csY2184" fmla="*/ 1028970 h 1028969"/>
              <a:gd name="csX2185" fmla="*/ 377642 w 1728164"/>
              <a:gd name="csY2185" fmla="*/ 1028970 h 1028969"/>
              <a:gd name="csX2186" fmla="*/ 377814 w 1728164"/>
              <a:gd name="csY2186" fmla="*/ 1028970 h 1028969"/>
              <a:gd name="csX2187" fmla="*/ 377987 w 1728164"/>
              <a:gd name="csY2187" fmla="*/ 1028970 h 1028969"/>
              <a:gd name="csX2188" fmla="*/ 378161 w 1728164"/>
              <a:gd name="csY2188" fmla="*/ 1028970 h 1028969"/>
              <a:gd name="csX2189" fmla="*/ 378333 w 1728164"/>
              <a:gd name="csY2189" fmla="*/ 1028970 h 1028969"/>
              <a:gd name="csX2190" fmla="*/ 378506 w 1728164"/>
              <a:gd name="csY2190" fmla="*/ 1028970 h 1028969"/>
              <a:gd name="csX2191" fmla="*/ 378678 w 1728164"/>
              <a:gd name="csY2191" fmla="*/ 1028970 h 1028969"/>
              <a:gd name="csX2192" fmla="*/ 378852 w 1728164"/>
              <a:gd name="csY2192" fmla="*/ 1028970 h 1028969"/>
              <a:gd name="csX2193" fmla="*/ 379024 w 1728164"/>
              <a:gd name="csY2193" fmla="*/ 1028970 h 1028969"/>
              <a:gd name="csX2194" fmla="*/ 379197 w 1728164"/>
              <a:gd name="csY2194" fmla="*/ 1028970 h 1028969"/>
              <a:gd name="csX2195" fmla="*/ 379370 w 1728164"/>
              <a:gd name="csY2195" fmla="*/ 1028970 h 1028969"/>
              <a:gd name="csX2196" fmla="*/ 379543 w 1728164"/>
              <a:gd name="csY2196" fmla="*/ 1028970 h 1028969"/>
              <a:gd name="csX2197" fmla="*/ 379716 w 1728164"/>
              <a:gd name="csY2197" fmla="*/ 1028970 h 1028969"/>
              <a:gd name="csX2198" fmla="*/ 379888 w 1728164"/>
              <a:gd name="csY2198" fmla="*/ 1028970 h 1028969"/>
              <a:gd name="csX2199" fmla="*/ 380062 w 1728164"/>
              <a:gd name="csY2199" fmla="*/ 1028970 h 1028969"/>
              <a:gd name="csX2200" fmla="*/ 380234 w 1728164"/>
              <a:gd name="csY2200" fmla="*/ 1028970 h 1028969"/>
              <a:gd name="csX2201" fmla="*/ 380407 w 1728164"/>
              <a:gd name="csY2201" fmla="*/ 1028970 h 1028969"/>
              <a:gd name="csX2202" fmla="*/ 380579 w 1728164"/>
              <a:gd name="csY2202" fmla="*/ 1028970 h 1028969"/>
              <a:gd name="csX2203" fmla="*/ 380753 w 1728164"/>
              <a:gd name="csY2203" fmla="*/ 1028970 h 1028969"/>
              <a:gd name="csX2204" fmla="*/ 380926 w 1728164"/>
              <a:gd name="csY2204" fmla="*/ 1028970 h 1028969"/>
              <a:gd name="csX2205" fmla="*/ 381098 w 1728164"/>
              <a:gd name="csY2205" fmla="*/ 1028970 h 1028969"/>
              <a:gd name="csX2206" fmla="*/ 381271 w 1728164"/>
              <a:gd name="csY2206" fmla="*/ 1028970 h 1028969"/>
              <a:gd name="csX2207" fmla="*/ 381444 w 1728164"/>
              <a:gd name="csY2207" fmla="*/ 1028970 h 1028969"/>
              <a:gd name="csX2208" fmla="*/ 381617 w 1728164"/>
              <a:gd name="csY2208" fmla="*/ 1028970 h 1028969"/>
              <a:gd name="csX2209" fmla="*/ 381789 w 1728164"/>
              <a:gd name="csY2209" fmla="*/ 1028970 h 1028969"/>
              <a:gd name="csX2210" fmla="*/ 381963 w 1728164"/>
              <a:gd name="csY2210" fmla="*/ 1028970 h 1028969"/>
              <a:gd name="csX2211" fmla="*/ 382135 w 1728164"/>
              <a:gd name="csY2211" fmla="*/ 1028970 h 1028969"/>
              <a:gd name="csX2212" fmla="*/ 382308 w 1728164"/>
              <a:gd name="csY2212" fmla="*/ 1028970 h 1028969"/>
              <a:gd name="csX2213" fmla="*/ 382481 w 1728164"/>
              <a:gd name="csY2213" fmla="*/ 1028970 h 1028969"/>
              <a:gd name="csX2214" fmla="*/ 382654 w 1728164"/>
              <a:gd name="csY2214" fmla="*/ 1028970 h 1028969"/>
              <a:gd name="csX2215" fmla="*/ 382827 w 1728164"/>
              <a:gd name="csY2215" fmla="*/ 1028970 h 1028969"/>
              <a:gd name="csX2216" fmla="*/ 382999 w 1728164"/>
              <a:gd name="csY2216" fmla="*/ 1028970 h 1028969"/>
              <a:gd name="csX2217" fmla="*/ 383172 w 1728164"/>
              <a:gd name="csY2217" fmla="*/ 1028970 h 1028969"/>
              <a:gd name="csX2218" fmla="*/ 383345 w 1728164"/>
              <a:gd name="csY2218" fmla="*/ 1028970 h 1028969"/>
              <a:gd name="csX2219" fmla="*/ 383518 w 1728164"/>
              <a:gd name="csY2219" fmla="*/ 1028970 h 1028969"/>
              <a:gd name="csX2220" fmla="*/ 383691 w 1728164"/>
              <a:gd name="csY2220" fmla="*/ 1028970 h 1028969"/>
              <a:gd name="csX2221" fmla="*/ 383864 w 1728164"/>
              <a:gd name="csY2221" fmla="*/ 1028970 h 1028969"/>
              <a:gd name="csX2222" fmla="*/ 384037 w 1728164"/>
              <a:gd name="csY2222" fmla="*/ 1028970 h 1028969"/>
              <a:gd name="csX2223" fmla="*/ 384209 w 1728164"/>
              <a:gd name="csY2223" fmla="*/ 1028970 h 1028969"/>
              <a:gd name="csX2224" fmla="*/ 384382 w 1728164"/>
              <a:gd name="csY2224" fmla="*/ 1028970 h 1028969"/>
              <a:gd name="csX2225" fmla="*/ 384555 w 1728164"/>
              <a:gd name="csY2225" fmla="*/ 1028970 h 1028969"/>
              <a:gd name="csX2226" fmla="*/ 384728 w 1728164"/>
              <a:gd name="csY2226" fmla="*/ 1028970 h 1028969"/>
              <a:gd name="csX2227" fmla="*/ 384900 w 1728164"/>
              <a:gd name="csY2227" fmla="*/ 1028970 h 1028969"/>
              <a:gd name="csX2228" fmla="*/ 385073 w 1728164"/>
              <a:gd name="csY2228" fmla="*/ 1028970 h 1028969"/>
              <a:gd name="csX2229" fmla="*/ 385247 w 1728164"/>
              <a:gd name="csY2229" fmla="*/ 1028970 h 1028969"/>
              <a:gd name="csX2230" fmla="*/ 385419 w 1728164"/>
              <a:gd name="csY2230" fmla="*/ 1028970 h 1028969"/>
              <a:gd name="csX2231" fmla="*/ 385592 w 1728164"/>
              <a:gd name="csY2231" fmla="*/ 1028970 h 1028969"/>
              <a:gd name="csX2232" fmla="*/ 385765 w 1728164"/>
              <a:gd name="csY2232" fmla="*/ 1028970 h 1028969"/>
              <a:gd name="csX2233" fmla="*/ 385938 w 1728164"/>
              <a:gd name="csY2233" fmla="*/ 1028970 h 1028969"/>
              <a:gd name="csX2234" fmla="*/ 386110 w 1728164"/>
              <a:gd name="csY2234" fmla="*/ 1028970 h 1028969"/>
              <a:gd name="csX2235" fmla="*/ 386283 w 1728164"/>
              <a:gd name="csY2235" fmla="*/ 1028970 h 1028969"/>
              <a:gd name="csX2236" fmla="*/ 386456 w 1728164"/>
              <a:gd name="csY2236" fmla="*/ 1028970 h 1028969"/>
              <a:gd name="csX2237" fmla="*/ 386629 w 1728164"/>
              <a:gd name="csY2237" fmla="*/ 1028970 h 1028969"/>
              <a:gd name="csX2238" fmla="*/ 386802 w 1728164"/>
              <a:gd name="csY2238" fmla="*/ 1028970 h 1028969"/>
              <a:gd name="csX2239" fmla="*/ 386974 w 1728164"/>
              <a:gd name="csY2239" fmla="*/ 1028970 h 1028969"/>
              <a:gd name="csX2240" fmla="*/ 387148 w 1728164"/>
              <a:gd name="csY2240" fmla="*/ 1028970 h 1028969"/>
              <a:gd name="csX2241" fmla="*/ 387320 w 1728164"/>
              <a:gd name="csY2241" fmla="*/ 1028970 h 1028969"/>
              <a:gd name="csX2242" fmla="*/ 387493 w 1728164"/>
              <a:gd name="csY2242" fmla="*/ 1028970 h 1028969"/>
              <a:gd name="csX2243" fmla="*/ 387666 w 1728164"/>
              <a:gd name="csY2243" fmla="*/ 1028970 h 1028969"/>
              <a:gd name="csX2244" fmla="*/ 387839 w 1728164"/>
              <a:gd name="csY2244" fmla="*/ 1028970 h 1028969"/>
              <a:gd name="csX2245" fmla="*/ 388012 w 1728164"/>
              <a:gd name="csY2245" fmla="*/ 1028970 h 1028969"/>
              <a:gd name="csX2246" fmla="*/ 388184 w 1728164"/>
              <a:gd name="csY2246" fmla="*/ 1028970 h 1028969"/>
              <a:gd name="csX2247" fmla="*/ 388358 w 1728164"/>
              <a:gd name="csY2247" fmla="*/ 1028970 h 1028969"/>
              <a:gd name="csX2248" fmla="*/ 388530 w 1728164"/>
              <a:gd name="csY2248" fmla="*/ 1028970 h 1028969"/>
              <a:gd name="csX2249" fmla="*/ 388703 w 1728164"/>
              <a:gd name="csY2249" fmla="*/ 1028970 h 1028969"/>
              <a:gd name="csX2250" fmla="*/ 388875 w 1728164"/>
              <a:gd name="csY2250" fmla="*/ 1028970 h 1028969"/>
              <a:gd name="csX2251" fmla="*/ 389049 w 1728164"/>
              <a:gd name="csY2251" fmla="*/ 1028970 h 1028969"/>
              <a:gd name="csX2252" fmla="*/ 389221 w 1728164"/>
              <a:gd name="csY2252" fmla="*/ 1028970 h 1028969"/>
              <a:gd name="csX2253" fmla="*/ 389394 w 1728164"/>
              <a:gd name="csY2253" fmla="*/ 1028970 h 1028969"/>
              <a:gd name="csX2254" fmla="*/ 389568 w 1728164"/>
              <a:gd name="csY2254" fmla="*/ 1028970 h 1028969"/>
              <a:gd name="csX2255" fmla="*/ 389740 w 1728164"/>
              <a:gd name="csY2255" fmla="*/ 1028970 h 1028969"/>
              <a:gd name="csX2256" fmla="*/ 389913 w 1728164"/>
              <a:gd name="csY2256" fmla="*/ 1028970 h 1028969"/>
              <a:gd name="csX2257" fmla="*/ 390085 w 1728164"/>
              <a:gd name="csY2257" fmla="*/ 1028970 h 1028969"/>
              <a:gd name="csX2258" fmla="*/ 390259 w 1728164"/>
              <a:gd name="csY2258" fmla="*/ 1028970 h 1028969"/>
              <a:gd name="csX2259" fmla="*/ 390431 w 1728164"/>
              <a:gd name="csY2259" fmla="*/ 1028970 h 1028969"/>
              <a:gd name="csX2260" fmla="*/ 390604 w 1728164"/>
              <a:gd name="csY2260" fmla="*/ 1028970 h 1028969"/>
              <a:gd name="csX2261" fmla="*/ 390777 w 1728164"/>
              <a:gd name="csY2261" fmla="*/ 1028970 h 1028969"/>
              <a:gd name="csX2262" fmla="*/ 390950 w 1728164"/>
              <a:gd name="csY2262" fmla="*/ 1028970 h 1028969"/>
              <a:gd name="csX2263" fmla="*/ 391123 w 1728164"/>
              <a:gd name="csY2263" fmla="*/ 1028970 h 1028969"/>
              <a:gd name="csX2264" fmla="*/ 391295 w 1728164"/>
              <a:gd name="csY2264" fmla="*/ 1028970 h 1028969"/>
              <a:gd name="csX2265" fmla="*/ 391469 w 1728164"/>
              <a:gd name="csY2265" fmla="*/ 1028970 h 1028969"/>
              <a:gd name="csX2266" fmla="*/ 391641 w 1728164"/>
              <a:gd name="csY2266" fmla="*/ 1028970 h 1028969"/>
              <a:gd name="csX2267" fmla="*/ 391814 w 1728164"/>
              <a:gd name="csY2267" fmla="*/ 1028970 h 1028969"/>
              <a:gd name="csX2268" fmla="*/ 391987 w 1728164"/>
              <a:gd name="csY2268" fmla="*/ 1028970 h 1028969"/>
              <a:gd name="csX2269" fmla="*/ 392160 w 1728164"/>
              <a:gd name="csY2269" fmla="*/ 1028970 h 1028969"/>
              <a:gd name="csX2270" fmla="*/ 392333 w 1728164"/>
              <a:gd name="csY2270" fmla="*/ 1028970 h 1028969"/>
              <a:gd name="csX2271" fmla="*/ 392505 w 1728164"/>
              <a:gd name="csY2271" fmla="*/ 1028970 h 1028969"/>
              <a:gd name="csX2272" fmla="*/ 392678 w 1728164"/>
              <a:gd name="csY2272" fmla="*/ 1028970 h 1028969"/>
              <a:gd name="csX2273" fmla="*/ 392851 w 1728164"/>
              <a:gd name="csY2273" fmla="*/ 1028970 h 1028969"/>
              <a:gd name="csX2274" fmla="*/ 393024 w 1728164"/>
              <a:gd name="csY2274" fmla="*/ 1028970 h 1028969"/>
              <a:gd name="csX2275" fmla="*/ 393196 w 1728164"/>
              <a:gd name="csY2275" fmla="*/ 1028970 h 1028969"/>
              <a:gd name="csX2276" fmla="*/ 393370 w 1728164"/>
              <a:gd name="csY2276" fmla="*/ 1028970 h 1028969"/>
              <a:gd name="csX2277" fmla="*/ 393543 w 1728164"/>
              <a:gd name="csY2277" fmla="*/ 1028970 h 1028969"/>
              <a:gd name="csX2278" fmla="*/ 393715 w 1728164"/>
              <a:gd name="csY2278" fmla="*/ 1028970 h 1028969"/>
              <a:gd name="csX2279" fmla="*/ 393888 w 1728164"/>
              <a:gd name="csY2279" fmla="*/ 1028970 h 1028969"/>
              <a:gd name="csX2280" fmla="*/ 394061 w 1728164"/>
              <a:gd name="csY2280" fmla="*/ 1028970 h 1028969"/>
              <a:gd name="csX2281" fmla="*/ 394234 w 1728164"/>
              <a:gd name="csY2281" fmla="*/ 1028970 h 1028969"/>
              <a:gd name="csX2282" fmla="*/ 394406 w 1728164"/>
              <a:gd name="csY2282" fmla="*/ 1028970 h 1028969"/>
              <a:gd name="csX2283" fmla="*/ 394579 w 1728164"/>
              <a:gd name="csY2283" fmla="*/ 1028970 h 1028969"/>
              <a:gd name="csX2284" fmla="*/ 394752 w 1728164"/>
              <a:gd name="csY2284" fmla="*/ 1028970 h 1028969"/>
              <a:gd name="csX2285" fmla="*/ 394925 w 1728164"/>
              <a:gd name="csY2285" fmla="*/ 1028970 h 1028969"/>
              <a:gd name="csX2286" fmla="*/ 395098 w 1728164"/>
              <a:gd name="csY2286" fmla="*/ 1028970 h 1028969"/>
              <a:gd name="csX2287" fmla="*/ 395271 w 1728164"/>
              <a:gd name="csY2287" fmla="*/ 1028970 h 1028969"/>
              <a:gd name="csX2288" fmla="*/ 395444 w 1728164"/>
              <a:gd name="csY2288" fmla="*/ 1028970 h 1028969"/>
              <a:gd name="csX2289" fmla="*/ 395616 w 1728164"/>
              <a:gd name="csY2289" fmla="*/ 1028970 h 1028969"/>
              <a:gd name="csX2290" fmla="*/ 395789 w 1728164"/>
              <a:gd name="csY2290" fmla="*/ 1028970 h 1028969"/>
              <a:gd name="csX2291" fmla="*/ 395962 w 1728164"/>
              <a:gd name="csY2291" fmla="*/ 1028970 h 1028969"/>
              <a:gd name="csX2292" fmla="*/ 396135 w 1728164"/>
              <a:gd name="csY2292" fmla="*/ 1028970 h 1028969"/>
              <a:gd name="csX2293" fmla="*/ 396308 w 1728164"/>
              <a:gd name="csY2293" fmla="*/ 1028970 h 1028969"/>
              <a:gd name="csX2294" fmla="*/ 396480 w 1728164"/>
              <a:gd name="csY2294" fmla="*/ 1028970 h 1028969"/>
              <a:gd name="csX2295" fmla="*/ 396654 w 1728164"/>
              <a:gd name="csY2295" fmla="*/ 1028970 h 1028969"/>
              <a:gd name="csX2296" fmla="*/ 396826 w 1728164"/>
              <a:gd name="csY2296" fmla="*/ 1028970 h 1028969"/>
              <a:gd name="csX2297" fmla="*/ 396999 w 1728164"/>
              <a:gd name="csY2297" fmla="*/ 1028970 h 1028969"/>
              <a:gd name="csX2298" fmla="*/ 397172 w 1728164"/>
              <a:gd name="csY2298" fmla="*/ 1028970 h 1028969"/>
              <a:gd name="csX2299" fmla="*/ 397345 w 1728164"/>
              <a:gd name="csY2299" fmla="*/ 1028970 h 1028969"/>
              <a:gd name="csX2300" fmla="*/ 397517 w 1728164"/>
              <a:gd name="csY2300" fmla="*/ 1028970 h 1028969"/>
              <a:gd name="csX2301" fmla="*/ 397690 w 1728164"/>
              <a:gd name="csY2301" fmla="*/ 1028970 h 1028969"/>
              <a:gd name="csX2302" fmla="*/ 397864 w 1728164"/>
              <a:gd name="csY2302" fmla="*/ 1028970 h 1028969"/>
              <a:gd name="csX2303" fmla="*/ 398036 w 1728164"/>
              <a:gd name="csY2303" fmla="*/ 1028970 h 1028969"/>
              <a:gd name="csX2304" fmla="*/ 398209 w 1728164"/>
              <a:gd name="csY2304" fmla="*/ 1028970 h 1028969"/>
              <a:gd name="csX2305" fmla="*/ 398381 w 1728164"/>
              <a:gd name="csY2305" fmla="*/ 1028970 h 1028969"/>
              <a:gd name="csX2306" fmla="*/ 398555 w 1728164"/>
              <a:gd name="csY2306" fmla="*/ 1028970 h 1028969"/>
              <a:gd name="csX2307" fmla="*/ 398727 w 1728164"/>
              <a:gd name="csY2307" fmla="*/ 1028970 h 1028969"/>
              <a:gd name="csX2308" fmla="*/ 398900 w 1728164"/>
              <a:gd name="csY2308" fmla="*/ 1028970 h 1028969"/>
              <a:gd name="csX2309" fmla="*/ 399073 w 1728164"/>
              <a:gd name="csY2309" fmla="*/ 1028970 h 1028969"/>
              <a:gd name="csX2310" fmla="*/ 399246 w 1728164"/>
              <a:gd name="csY2310" fmla="*/ 1028970 h 1028969"/>
              <a:gd name="csX2311" fmla="*/ 399419 w 1728164"/>
              <a:gd name="csY2311" fmla="*/ 1028970 h 1028969"/>
              <a:gd name="csX2312" fmla="*/ 399591 w 1728164"/>
              <a:gd name="csY2312" fmla="*/ 1028970 h 1028969"/>
              <a:gd name="csX2313" fmla="*/ 399765 w 1728164"/>
              <a:gd name="csY2313" fmla="*/ 1028970 h 1028969"/>
              <a:gd name="csX2314" fmla="*/ 399937 w 1728164"/>
              <a:gd name="csY2314" fmla="*/ 1028970 h 1028969"/>
              <a:gd name="csX2315" fmla="*/ 400110 w 1728164"/>
              <a:gd name="csY2315" fmla="*/ 1028970 h 1028969"/>
              <a:gd name="csX2316" fmla="*/ 400282 w 1728164"/>
              <a:gd name="csY2316" fmla="*/ 1028970 h 1028969"/>
              <a:gd name="csX2317" fmla="*/ 400456 w 1728164"/>
              <a:gd name="csY2317" fmla="*/ 1028970 h 1028969"/>
              <a:gd name="csX2318" fmla="*/ 400629 w 1728164"/>
              <a:gd name="csY2318" fmla="*/ 1028970 h 1028969"/>
              <a:gd name="csX2319" fmla="*/ 400801 w 1728164"/>
              <a:gd name="csY2319" fmla="*/ 1028970 h 1028969"/>
              <a:gd name="csX2320" fmla="*/ 400975 w 1728164"/>
              <a:gd name="csY2320" fmla="*/ 1028970 h 1028969"/>
              <a:gd name="csX2321" fmla="*/ 401147 w 1728164"/>
              <a:gd name="csY2321" fmla="*/ 1028970 h 1028969"/>
              <a:gd name="csX2322" fmla="*/ 401320 w 1728164"/>
              <a:gd name="csY2322" fmla="*/ 1028970 h 1028969"/>
              <a:gd name="csX2323" fmla="*/ 401492 w 1728164"/>
              <a:gd name="csY2323" fmla="*/ 1028970 h 1028969"/>
              <a:gd name="csX2324" fmla="*/ 401666 w 1728164"/>
              <a:gd name="csY2324" fmla="*/ 1028970 h 1028969"/>
              <a:gd name="csX2325" fmla="*/ 401838 w 1728164"/>
              <a:gd name="csY2325" fmla="*/ 1028970 h 1028969"/>
              <a:gd name="csX2326" fmla="*/ 402011 w 1728164"/>
              <a:gd name="csY2326" fmla="*/ 1028970 h 1028969"/>
              <a:gd name="csX2327" fmla="*/ 402184 w 1728164"/>
              <a:gd name="csY2327" fmla="*/ 1028970 h 1028969"/>
              <a:gd name="csX2328" fmla="*/ 402357 w 1728164"/>
              <a:gd name="csY2328" fmla="*/ 1028970 h 1028969"/>
              <a:gd name="csX2329" fmla="*/ 402530 w 1728164"/>
              <a:gd name="csY2329" fmla="*/ 1028970 h 1028969"/>
              <a:gd name="csX2330" fmla="*/ 402702 w 1728164"/>
              <a:gd name="csY2330" fmla="*/ 1028970 h 1028969"/>
              <a:gd name="csX2331" fmla="*/ 402876 w 1728164"/>
              <a:gd name="csY2331" fmla="*/ 1028970 h 1028969"/>
              <a:gd name="csX2332" fmla="*/ 403048 w 1728164"/>
              <a:gd name="csY2332" fmla="*/ 1028970 h 1028969"/>
              <a:gd name="csX2333" fmla="*/ 403221 w 1728164"/>
              <a:gd name="csY2333" fmla="*/ 1028970 h 1028969"/>
              <a:gd name="csX2334" fmla="*/ 403394 w 1728164"/>
              <a:gd name="csY2334" fmla="*/ 1028970 h 1028969"/>
              <a:gd name="csX2335" fmla="*/ 403567 w 1728164"/>
              <a:gd name="csY2335" fmla="*/ 1028970 h 1028969"/>
              <a:gd name="csX2336" fmla="*/ 403740 w 1728164"/>
              <a:gd name="csY2336" fmla="*/ 1028970 h 1028969"/>
              <a:gd name="csX2337" fmla="*/ 403912 w 1728164"/>
              <a:gd name="csY2337" fmla="*/ 1028970 h 1028969"/>
              <a:gd name="csX2338" fmla="*/ 404085 w 1728164"/>
              <a:gd name="csY2338" fmla="*/ 1028970 h 1028969"/>
              <a:gd name="csX2339" fmla="*/ 404258 w 1728164"/>
              <a:gd name="csY2339" fmla="*/ 1028970 h 1028969"/>
              <a:gd name="csX2340" fmla="*/ 404431 w 1728164"/>
              <a:gd name="csY2340" fmla="*/ 1028970 h 1028969"/>
              <a:gd name="csX2341" fmla="*/ 404603 w 1728164"/>
              <a:gd name="csY2341" fmla="*/ 1028970 h 1028969"/>
              <a:gd name="csX2342" fmla="*/ 404777 w 1728164"/>
              <a:gd name="csY2342" fmla="*/ 1028970 h 1028969"/>
              <a:gd name="csX2343" fmla="*/ 404950 w 1728164"/>
              <a:gd name="csY2343" fmla="*/ 1028970 h 1028969"/>
              <a:gd name="csX2344" fmla="*/ 405122 w 1728164"/>
              <a:gd name="csY2344" fmla="*/ 1028970 h 1028969"/>
              <a:gd name="csX2345" fmla="*/ 405295 w 1728164"/>
              <a:gd name="csY2345" fmla="*/ 1028970 h 1028969"/>
              <a:gd name="csX2346" fmla="*/ 405468 w 1728164"/>
              <a:gd name="csY2346" fmla="*/ 1028970 h 1028969"/>
              <a:gd name="csX2347" fmla="*/ 405641 w 1728164"/>
              <a:gd name="csY2347" fmla="*/ 1028970 h 1028969"/>
              <a:gd name="csX2348" fmla="*/ 405813 w 1728164"/>
              <a:gd name="csY2348" fmla="*/ 1028970 h 1028969"/>
              <a:gd name="csX2349" fmla="*/ 405986 w 1728164"/>
              <a:gd name="csY2349" fmla="*/ 1028970 h 1028969"/>
              <a:gd name="csX2350" fmla="*/ 406159 w 1728164"/>
              <a:gd name="csY2350" fmla="*/ 1028970 h 1028969"/>
              <a:gd name="csX2351" fmla="*/ 406332 w 1728164"/>
              <a:gd name="csY2351" fmla="*/ 1028970 h 1028969"/>
              <a:gd name="csX2352" fmla="*/ 406505 w 1728164"/>
              <a:gd name="csY2352" fmla="*/ 1028970 h 1028969"/>
              <a:gd name="csX2353" fmla="*/ 406678 w 1728164"/>
              <a:gd name="csY2353" fmla="*/ 1028970 h 1028969"/>
              <a:gd name="csX2354" fmla="*/ 406851 w 1728164"/>
              <a:gd name="csY2354" fmla="*/ 1028970 h 1028969"/>
              <a:gd name="csX2355" fmla="*/ 407023 w 1728164"/>
              <a:gd name="csY2355" fmla="*/ 1028970 h 1028969"/>
              <a:gd name="csX2356" fmla="*/ 407196 w 1728164"/>
              <a:gd name="csY2356" fmla="*/ 1028970 h 1028969"/>
              <a:gd name="csX2357" fmla="*/ 407369 w 1728164"/>
              <a:gd name="csY2357" fmla="*/ 1028970 h 1028969"/>
              <a:gd name="csX2358" fmla="*/ 407542 w 1728164"/>
              <a:gd name="csY2358" fmla="*/ 1028970 h 1028969"/>
              <a:gd name="csX2359" fmla="*/ 407715 w 1728164"/>
              <a:gd name="csY2359" fmla="*/ 1028970 h 1028969"/>
              <a:gd name="csX2360" fmla="*/ 407887 w 1728164"/>
              <a:gd name="csY2360" fmla="*/ 1028970 h 1028969"/>
              <a:gd name="csX2361" fmla="*/ 408061 w 1728164"/>
              <a:gd name="csY2361" fmla="*/ 1028970 h 1028969"/>
              <a:gd name="csX2362" fmla="*/ 408233 w 1728164"/>
              <a:gd name="csY2362" fmla="*/ 1028970 h 1028969"/>
              <a:gd name="csX2363" fmla="*/ 408406 w 1728164"/>
              <a:gd name="csY2363" fmla="*/ 1028970 h 1028969"/>
              <a:gd name="csX2364" fmla="*/ 408579 w 1728164"/>
              <a:gd name="csY2364" fmla="*/ 1028970 h 1028969"/>
              <a:gd name="csX2365" fmla="*/ 408752 w 1728164"/>
              <a:gd name="csY2365" fmla="*/ 1028970 h 1028969"/>
              <a:gd name="csX2366" fmla="*/ 408924 w 1728164"/>
              <a:gd name="csY2366" fmla="*/ 1028970 h 1028969"/>
              <a:gd name="csX2367" fmla="*/ 409097 w 1728164"/>
              <a:gd name="csY2367" fmla="*/ 1028970 h 1028969"/>
              <a:gd name="csX2368" fmla="*/ 409271 w 1728164"/>
              <a:gd name="csY2368" fmla="*/ 1028970 h 1028969"/>
              <a:gd name="csX2369" fmla="*/ 409443 w 1728164"/>
              <a:gd name="csY2369" fmla="*/ 1028970 h 1028969"/>
              <a:gd name="csX2370" fmla="*/ 409616 w 1728164"/>
              <a:gd name="csY2370" fmla="*/ 1028970 h 1028969"/>
              <a:gd name="csX2371" fmla="*/ 409788 w 1728164"/>
              <a:gd name="csY2371" fmla="*/ 1028970 h 1028969"/>
              <a:gd name="csX2372" fmla="*/ 409962 w 1728164"/>
              <a:gd name="csY2372" fmla="*/ 1028970 h 1028969"/>
              <a:gd name="csX2373" fmla="*/ 410134 w 1728164"/>
              <a:gd name="csY2373" fmla="*/ 1028970 h 1028969"/>
              <a:gd name="csX2374" fmla="*/ 410307 w 1728164"/>
              <a:gd name="csY2374" fmla="*/ 1028970 h 1028969"/>
              <a:gd name="csX2375" fmla="*/ 410480 w 1728164"/>
              <a:gd name="csY2375" fmla="*/ 1028970 h 1028969"/>
              <a:gd name="csX2376" fmla="*/ 410653 w 1728164"/>
              <a:gd name="csY2376" fmla="*/ 1028970 h 1028969"/>
              <a:gd name="csX2377" fmla="*/ 410826 w 1728164"/>
              <a:gd name="csY2377" fmla="*/ 1028970 h 1028969"/>
              <a:gd name="csX2378" fmla="*/ 410998 w 1728164"/>
              <a:gd name="csY2378" fmla="*/ 1028970 h 1028969"/>
              <a:gd name="csX2379" fmla="*/ 411172 w 1728164"/>
              <a:gd name="csY2379" fmla="*/ 1028970 h 1028969"/>
              <a:gd name="csX2380" fmla="*/ 411344 w 1728164"/>
              <a:gd name="csY2380" fmla="*/ 1028970 h 1028969"/>
              <a:gd name="csX2381" fmla="*/ 411517 w 1728164"/>
              <a:gd name="csY2381" fmla="*/ 1028970 h 1028969"/>
              <a:gd name="csX2382" fmla="*/ 411689 w 1728164"/>
              <a:gd name="csY2382" fmla="*/ 1028970 h 1028969"/>
              <a:gd name="csX2383" fmla="*/ 411863 w 1728164"/>
              <a:gd name="csY2383" fmla="*/ 1028970 h 1028969"/>
              <a:gd name="csX2384" fmla="*/ 412036 w 1728164"/>
              <a:gd name="csY2384" fmla="*/ 1028970 h 1028969"/>
              <a:gd name="csX2385" fmla="*/ 412208 w 1728164"/>
              <a:gd name="csY2385" fmla="*/ 1028970 h 1028969"/>
              <a:gd name="csX2386" fmla="*/ 412382 w 1728164"/>
              <a:gd name="csY2386" fmla="*/ 1028970 h 1028969"/>
              <a:gd name="csX2387" fmla="*/ 412554 w 1728164"/>
              <a:gd name="csY2387" fmla="*/ 1028970 h 1028969"/>
              <a:gd name="csX2388" fmla="*/ 412727 w 1728164"/>
              <a:gd name="csY2388" fmla="*/ 1028970 h 1028969"/>
              <a:gd name="csX2389" fmla="*/ 412899 w 1728164"/>
              <a:gd name="csY2389" fmla="*/ 1028970 h 1028969"/>
              <a:gd name="csX2390" fmla="*/ 413073 w 1728164"/>
              <a:gd name="csY2390" fmla="*/ 1028970 h 1028969"/>
              <a:gd name="csX2391" fmla="*/ 413245 w 1728164"/>
              <a:gd name="csY2391" fmla="*/ 1028970 h 1028969"/>
              <a:gd name="csX2392" fmla="*/ 413418 w 1728164"/>
              <a:gd name="csY2392" fmla="*/ 1028970 h 1028969"/>
              <a:gd name="csX2393" fmla="*/ 413591 w 1728164"/>
              <a:gd name="csY2393" fmla="*/ 1028970 h 1028969"/>
              <a:gd name="csX2394" fmla="*/ 413764 w 1728164"/>
              <a:gd name="csY2394" fmla="*/ 1028970 h 1028969"/>
              <a:gd name="csX2395" fmla="*/ 413937 w 1728164"/>
              <a:gd name="csY2395" fmla="*/ 1028970 h 1028969"/>
              <a:gd name="csX2396" fmla="*/ 414109 w 1728164"/>
              <a:gd name="csY2396" fmla="*/ 1028970 h 1028969"/>
              <a:gd name="csX2397" fmla="*/ 414283 w 1728164"/>
              <a:gd name="csY2397" fmla="*/ 1028970 h 1028969"/>
              <a:gd name="csX2398" fmla="*/ 414455 w 1728164"/>
              <a:gd name="csY2398" fmla="*/ 1028970 h 1028969"/>
              <a:gd name="csX2399" fmla="*/ 414628 w 1728164"/>
              <a:gd name="csY2399" fmla="*/ 1028970 h 1028969"/>
              <a:gd name="csX2400" fmla="*/ 414801 w 1728164"/>
              <a:gd name="csY2400" fmla="*/ 1028970 h 1028969"/>
              <a:gd name="csX2401" fmla="*/ 414974 w 1728164"/>
              <a:gd name="csY2401" fmla="*/ 1028970 h 1028969"/>
              <a:gd name="csX2402" fmla="*/ 415147 w 1728164"/>
              <a:gd name="csY2402" fmla="*/ 1028970 h 1028969"/>
              <a:gd name="csX2403" fmla="*/ 415319 w 1728164"/>
              <a:gd name="csY2403" fmla="*/ 1028970 h 1028969"/>
              <a:gd name="csX2404" fmla="*/ 415492 w 1728164"/>
              <a:gd name="csY2404" fmla="*/ 1028970 h 1028969"/>
              <a:gd name="csX2405" fmla="*/ 415665 w 1728164"/>
              <a:gd name="csY2405" fmla="*/ 1028970 h 1028969"/>
              <a:gd name="csX2406" fmla="*/ 415838 w 1728164"/>
              <a:gd name="csY2406" fmla="*/ 1028970 h 1028969"/>
              <a:gd name="csX2407" fmla="*/ 416010 w 1728164"/>
              <a:gd name="csY2407" fmla="*/ 1028970 h 1028969"/>
              <a:gd name="csX2408" fmla="*/ 416184 w 1728164"/>
              <a:gd name="csY2408" fmla="*/ 1028970 h 1028969"/>
              <a:gd name="csX2409" fmla="*/ 416357 w 1728164"/>
              <a:gd name="csY2409" fmla="*/ 1028970 h 1028969"/>
              <a:gd name="csX2410" fmla="*/ 416529 w 1728164"/>
              <a:gd name="csY2410" fmla="*/ 1028970 h 1028969"/>
              <a:gd name="csX2411" fmla="*/ 416702 w 1728164"/>
              <a:gd name="csY2411" fmla="*/ 1028970 h 1028969"/>
              <a:gd name="csX2412" fmla="*/ 416875 w 1728164"/>
              <a:gd name="csY2412" fmla="*/ 1028970 h 1028969"/>
              <a:gd name="csX2413" fmla="*/ 417048 w 1728164"/>
              <a:gd name="csY2413" fmla="*/ 1028970 h 1028969"/>
              <a:gd name="csX2414" fmla="*/ 417220 w 1728164"/>
              <a:gd name="csY2414" fmla="*/ 1028970 h 1028969"/>
              <a:gd name="csX2415" fmla="*/ 417393 w 1728164"/>
              <a:gd name="csY2415" fmla="*/ 1028970 h 1028969"/>
              <a:gd name="csX2416" fmla="*/ 417566 w 1728164"/>
              <a:gd name="csY2416" fmla="*/ 1028970 h 1028969"/>
              <a:gd name="csX2417" fmla="*/ 417739 w 1728164"/>
              <a:gd name="csY2417" fmla="*/ 1028970 h 1028969"/>
              <a:gd name="csX2418" fmla="*/ 417912 w 1728164"/>
              <a:gd name="csY2418" fmla="*/ 1028970 h 1028969"/>
              <a:gd name="csX2419" fmla="*/ 418085 w 1728164"/>
              <a:gd name="csY2419" fmla="*/ 1028970 h 1028969"/>
              <a:gd name="csX2420" fmla="*/ 418258 w 1728164"/>
              <a:gd name="csY2420" fmla="*/ 1028970 h 1028969"/>
              <a:gd name="csX2421" fmla="*/ 418430 w 1728164"/>
              <a:gd name="csY2421" fmla="*/ 1028970 h 1028969"/>
              <a:gd name="csX2422" fmla="*/ 418603 w 1728164"/>
              <a:gd name="csY2422" fmla="*/ 1028970 h 1028969"/>
              <a:gd name="csX2423" fmla="*/ 418776 w 1728164"/>
              <a:gd name="csY2423" fmla="*/ 1028970 h 1028969"/>
              <a:gd name="csX2424" fmla="*/ 418949 w 1728164"/>
              <a:gd name="csY2424" fmla="*/ 1028970 h 1028969"/>
              <a:gd name="csX2425" fmla="*/ 419122 w 1728164"/>
              <a:gd name="csY2425" fmla="*/ 1028970 h 1028969"/>
              <a:gd name="csX2426" fmla="*/ 419294 w 1728164"/>
              <a:gd name="csY2426" fmla="*/ 1028970 h 1028969"/>
              <a:gd name="csX2427" fmla="*/ 419468 w 1728164"/>
              <a:gd name="csY2427" fmla="*/ 1028970 h 1028969"/>
              <a:gd name="csX2428" fmla="*/ 419640 w 1728164"/>
              <a:gd name="csY2428" fmla="*/ 1028970 h 1028969"/>
              <a:gd name="csX2429" fmla="*/ 419813 w 1728164"/>
              <a:gd name="csY2429" fmla="*/ 1028970 h 1028969"/>
              <a:gd name="csX2430" fmla="*/ 419986 w 1728164"/>
              <a:gd name="csY2430" fmla="*/ 1028970 h 1028969"/>
              <a:gd name="csX2431" fmla="*/ 420159 w 1728164"/>
              <a:gd name="csY2431" fmla="*/ 1028970 h 1028969"/>
              <a:gd name="csX2432" fmla="*/ 420332 w 1728164"/>
              <a:gd name="csY2432" fmla="*/ 1028970 h 1028969"/>
              <a:gd name="csX2433" fmla="*/ 420504 w 1728164"/>
              <a:gd name="csY2433" fmla="*/ 1028970 h 1028969"/>
              <a:gd name="csX2434" fmla="*/ 420678 w 1728164"/>
              <a:gd name="csY2434" fmla="*/ 1028970 h 1028969"/>
              <a:gd name="csX2435" fmla="*/ 420850 w 1728164"/>
              <a:gd name="csY2435" fmla="*/ 1028970 h 1028969"/>
              <a:gd name="csX2436" fmla="*/ 421023 w 1728164"/>
              <a:gd name="csY2436" fmla="*/ 1028970 h 1028969"/>
              <a:gd name="csX2437" fmla="*/ 421195 w 1728164"/>
              <a:gd name="csY2437" fmla="*/ 1028970 h 1028969"/>
              <a:gd name="csX2438" fmla="*/ 421369 w 1728164"/>
              <a:gd name="csY2438" fmla="*/ 1028970 h 1028969"/>
              <a:gd name="csX2439" fmla="*/ 421541 w 1728164"/>
              <a:gd name="csY2439" fmla="*/ 1028970 h 1028969"/>
              <a:gd name="csX2440" fmla="*/ 421714 w 1728164"/>
              <a:gd name="csY2440" fmla="*/ 1028970 h 1028969"/>
              <a:gd name="csX2441" fmla="*/ 421887 w 1728164"/>
              <a:gd name="csY2441" fmla="*/ 1028970 h 1028969"/>
              <a:gd name="csX2442" fmla="*/ 422060 w 1728164"/>
              <a:gd name="csY2442" fmla="*/ 1028970 h 1028969"/>
              <a:gd name="csX2443" fmla="*/ 422233 w 1728164"/>
              <a:gd name="csY2443" fmla="*/ 1028970 h 1028969"/>
              <a:gd name="csX2444" fmla="*/ 422405 w 1728164"/>
              <a:gd name="csY2444" fmla="*/ 1028970 h 1028969"/>
              <a:gd name="csX2445" fmla="*/ 422579 w 1728164"/>
              <a:gd name="csY2445" fmla="*/ 1028970 h 1028969"/>
              <a:gd name="csX2446" fmla="*/ 422751 w 1728164"/>
              <a:gd name="csY2446" fmla="*/ 1028970 h 1028969"/>
              <a:gd name="csX2447" fmla="*/ 422924 w 1728164"/>
              <a:gd name="csY2447" fmla="*/ 1028970 h 1028969"/>
              <a:gd name="csX2448" fmla="*/ 423097 w 1728164"/>
              <a:gd name="csY2448" fmla="*/ 1028970 h 1028969"/>
              <a:gd name="csX2449" fmla="*/ 423270 w 1728164"/>
              <a:gd name="csY2449" fmla="*/ 1028970 h 1028969"/>
              <a:gd name="csX2450" fmla="*/ 423443 w 1728164"/>
              <a:gd name="csY2450" fmla="*/ 1028970 h 1028969"/>
              <a:gd name="csX2451" fmla="*/ 423615 w 1728164"/>
              <a:gd name="csY2451" fmla="*/ 1028970 h 1028969"/>
              <a:gd name="csX2452" fmla="*/ 423789 w 1728164"/>
              <a:gd name="csY2452" fmla="*/ 1028970 h 1028969"/>
              <a:gd name="csX2453" fmla="*/ 423961 w 1728164"/>
              <a:gd name="csY2453" fmla="*/ 1028970 h 1028969"/>
              <a:gd name="csX2454" fmla="*/ 424134 w 1728164"/>
              <a:gd name="csY2454" fmla="*/ 1028970 h 1028969"/>
              <a:gd name="csX2455" fmla="*/ 424306 w 1728164"/>
              <a:gd name="csY2455" fmla="*/ 1028970 h 1028969"/>
              <a:gd name="csX2456" fmla="*/ 424480 w 1728164"/>
              <a:gd name="csY2456" fmla="*/ 1028970 h 1028969"/>
              <a:gd name="csX2457" fmla="*/ 424653 w 1728164"/>
              <a:gd name="csY2457" fmla="*/ 1028970 h 1028969"/>
              <a:gd name="csX2458" fmla="*/ 424825 w 1728164"/>
              <a:gd name="csY2458" fmla="*/ 1028970 h 1028969"/>
              <a:gd name="csX2459" fmla="*/ 424998 w 1728164"/>
              <a:gd name="csY2459" fmla="*/ 1028970 h 1028969"/>
              <a:gd name="csX2460" fmla="*/ 425171 w 1728164"/>
              <a:gd name="csY2460" fmla="*/ 1028970 h 1028969"/>
              <a:gd name="csX2461" fmla="*/ 425344 w 1728164"/>
              <a:gd name="csY2461" fmla="*/ 1028970 h 1028969"/>
              <a:gd name="csX2462" fmla="*/ 425516 w 1728164"/>
              <a:gd name="csY2462" fmla="*/ 1028970 h 1028969"/>
              <a:gd name="csX2463" fmla="*/ 425690 w 1728164"/>
              <a:gd name="csY2463" fmla="*/ 1028970 h 1028969"/>
              <a:gd name="csX2464" fmla="*/ 425862 w 1728164"/>
              <a:gd name="csY2464" fmla="*/ 1028970 h 1028969"/>
              <a:gd name="csX2465" fmla="*/ 426035 w 1728164"/>
              <a:gd name="csY2465" fmla="*/ 1028970 h 1028969"/>
              <a:gd name="csX2466" fmla="*/ 426208 w 1728164"/>
              <a:gd name="csY2466" fmla="*/ 1028970 h 1028969"/>
              <a:gd name="csX2467" fmla="*/ 426381 w 1728164"/>
              <a:gd name="csY2467" fmla="*/ 1028970 h 1028969"/>
              <a:gd name="csX2468" fmla="*/ 426554 w 1728164"/>
              <a:gd name="csY2468" fmla="*/ 1028970 h 1028969"/>
              <a:gd name="csX2469" fmla="*/ 426726 w 1728164"/>
              <a:gd name="csY2469" fmla="*/ 1028970 h 1028969"/>
              <a:gd name="csX2470" fmla="*/ 426899 w 1728164"/>
              <a:gd name="csY2470" fmla="*/ 1028970 h 1028969"/>
              <a:gd name="csX2471" fmla="*/ 427072 w 1728164"/>
              <a:gd name="csY2471" fmla="*/ 1028970 h 1028969"/>
              <a:gd name="csX2472" fmla="*/ 427245 w 1728164"/>
              <a:gd name="csY2472" fmla="*/ 1028970 h 1028969"/>
              <a:gd name="csX2473" fmla="*/ 427418 w 1728164"/>
              <a:gd name="csY2473" fmla="*/ 1028970 h 1028969"/>
              <a:gd name="csX2474" fmla="*/ 427591 w 1728164"/>
              <a:gd name="csY2474" fmla="*/ 1028970 h 1028969"/>
              <a:gd name="csX2475" fmla="*/ 427764 w 1728164"/>
              <a:gd name="csY2475" fmla="*/ 1028970 h 1028969"/>
              <a:gd name="csX2476" fmla="*/ 427936 w 1728164"/>
              <a:gd name="csY2476" fmla="*/ 1028970 h 1028969"/>
              <a:gd name="csX2477" fmla="*/ 428109 w 1728164"/>
              <a:gd name="csY2477" fmla="*/ 1028970 h 1028969"/>
              <a:gd name="csX2478" fmla="*/ 428282 w 1728164"/>
              <a:gd name="csY2478" fmla="*/ 1028970 h 1028969"/>
              <a:gd name="csX2479" fmla="*/ 428455 w 1728164"/>
              <a:gd name="csY2479" fmla="*/ 1028970 h 1028969"/>
              <a:gd name="csX2480" fmla="*/ 428627 w 1728164"/>
              <a:gd name="csY2480" fmla="*/ 1028970 h 1028969"/>
              <a:gd name="csX2481" fmla="*/ 428800 w 1728164"/>
              <a:gd name="csY2481" fmla="*/ 1028970 h 1028969"/>
              <a:gd name="csX2482" fmla="*/ 428974 w 1728164"/>
              <a:gd name="csY2482" fmla="*/ 1028970 h 1028969"/>
              <a:gd name="csX2483" fmla="*/ 429146 w 1728164"/>
              <a:gd name="csY2483" fmla="*/ 1028970 h 1028969"/>
              <a:gd name="csX2484" fmla="*/ 429319 w 1728164"/>
              <a:gd name="csY2484" fmla="*/ 1028970 h 1028969"/>
              <a:gd name="csX2485" fmla="*/ 429492 w 1728164"/>
              <a:gd name="csY2485" fmla="*/ 1028970 h 1028969"/>
              <a:gd name="csX2486" fmla="*/ 429665 w 1728164"/>
              <a:gd name="csY2486" fmla="*/ 1028970 h 1028969"/>
              <a:gd name="csX2487" fmla="*/ 429837 w 1728164"/>
              <a:gd name="csY2487" fmla="*/ 1028970 h 1028969"/>
              <a:gd name="csX2488" fmla="*/ 430010 w 1728164"/>
              <a:gd name="csY2488" fmla="*/ 1028970 h 1028969"/>
              <a:gd name="csX2489" fmla="*/ 430183 w 1728164"/>
              <a:gd name="csY2489" fmla="*/ 1028970 h 1028969"/>
              <a:gd name="csX2490" fmla="*/ 430356 w 1728164"/>
              <a:gd name="csY2490" fmla="*/ 1028970 h 1028969"/>
              <a:gd name="csX2491" fmla="*/ 430529 w 1728164"/>
              <a:gd name="csY2491" fmla="*/ 1028970 h 1028969"/>
              <a:gd name="csX2492" fmla="*/ 430701 w 1728164"/>
              <a:gd name="csY2492" fmla="*/ 1028970 h 1028969"/>
              <a:gd name="csX2493" fmla="*/ 430875 w 1728164"/>
              <a:gd name="csY2493" fmla="*/ 1028970 h 1028969"/>
              <a:gd name="csX2494" fmla="*/ 431047 w 1728164"/>
              <a:gd name="csY2494" fmla="*/ 1028970 h 1028969"/>
              <a:gd name="csX2495" fmla="*/ 431220 w 1728164"/>
              <a:gd name="csY2495" fmla="*/ 1028970 h 1028969"/>
              <a:gd name="csX2496" fmla="*/ 431393 w 1728164"/>
              <a:gd name="csY2496" fmla="*/ 1028970 h 1028969"/>
              <a:gd name="csX2497" fmla="*/ 431566 w 1728164"/>
              <a:gd name="csY2497" fmla="*/ 1028970 h 1028969"/>
              <a:gd name="csX2498" fmla="*/ 431739 w 1728164"/>
              <a:gd name="csY2498" fmla="*/ 1028970 h 1028969"/>
              <a:gd name="csX2499" fmla="*/ 431911 w 1728164"/>
              <a:gd name="csY2499" fmla="*/ 1028970 h 1028969"/>
              <a:gd name="csX2500" fmla="*/ 432085 w 1728164"/>
              <a:gd name="csY2500" fmla="*/ 1028970 h 1028969"/>
              <a:gd name="csX2501" fmla="*/ 432257 w 1728164"/>
              <a:gd name="csY2501" fmla="*/ 1028970 h 1028969"/>
              <a:gd name="csX2502" fmla="*/ 432430 w 1728164"/>
              <a:gd name="csY2502" fmla="*/ 1028970 h 1028969"/>
              <a:gd name="csX2503" fmla="*/ 432602 w 1728164"/>
              <a:gd name="csY2503" fmla="*/ 1028970 h 1028969"/>
              <a:gd name="csX2504" fmla="*/ 432776 w 1728164"/>
              <a:gd name="csY2504" fmla="*/ 1028970 h 1028969"/>
              <a:gd name="csX2505" fmla="*/ 432948 w 1728164"/>
              <a:gd name="csY2505" fmla="*/ 1028970 h 1028969"/>
              <a:gd name="csX2506" fmla="*/ 433121 w 1728164"/>
              <a:gd name="csY2506" fmla="*/ 1028970 h 1028969"/>
              <a:gd name="csX2507" fmla="*/ 433295 w 1728164"/>
              <a:gd name="csY2507" fmla="*/ 1028970 h 1028969"/>
              <a:gd name="csX2508" fmla="*/ 433467 w 1728164"/>
              <a:gd name="csY2508" fmla="*/ 1028970 h 1028969"/>
              <a:gd name="csX2509" fmla="*/ 433640 w 1728164"/>
              <a:gd name="csY2509" fmla="*/ 1028970 h 1028969"/>
              <a:gd name="csX2510" fmla="*/ 433812 w 1728164"/>
              <a:gd name="csY2510" fmla="*/ 1028970 h 1028969"/>
              <a:gd name="csX2511" fmla="*/ 433986 w 1728164"/>
              <a:gd name="csY2511" fmla="*/ 1028970 h 1028969"/>
              <a:gd name="csX2512" fmla="*/ 434158 w 1728164"/>
              <a:gd name="csY2512" fmla="*/ 1028970 h 1028969"/>
              <a:gd name="csX2513" fmla="*/ 434331 w 1728164"/>
              <a:gd name="csY2513" fmla="*/ 1028970 h 1028969"/>
              <a:gd name="csX2514" fmla="*/ 434504 w 1728164"/>
              <a:gd name="csY2514" fmla="*/ 1028970 h 1028969"/>
              <a:gd name="csX2515" fmla="*/ 434677 w 1728164"/>
              <a:gd name="csY2515" fmla="*/ 1028970 h 1028969"/>
              <a:gd name="csX2516" fmla="*/ 434850 w 1728164"/>
              <a:gd name="csY2516" fmla="*/ 1028970 h 1028969"/>
              <a:gd name="csX2517" fmla="*/ 435022 w 1728164"/>
              <a:gd name="csY2517" fmla="*/ 1028970 h 1028969"/>
              <a:gd name="csX2518" fmla="*/ 435196 w 1728164"/>
              <a:gd name="csY2518" fmla="*/ 1028970 h 1028969"/>
              <a:gd name="csX2519" fmla="*/ 435368 w 1728164"/>
              <a:gd name="csY2519" fmla="*/ 1028970 h 1028969"/>
              <a:gd name="csX2520" fmla="*/ 435541 w 1728164"/>
              <a:gd name="csY2520" fmla="*/ 1028970 h 1028969"/>
              <a:gd name="csX2521" fmla="*/ 435713 w 1728164"/>
              <a:gd name="csY2521" fmla="*/ 1028970 h 1028969"/>
              <a:gd name="csX2522" fmla="*/ 435887 w 1728164"/>
              <a:gd name="csY2522" fmla="*/ 1028970 h 1028969"/>
              <a:gd name="csX2523" fmla="*/ 436060 w 1728164"/>
              <a:gd name="csY2523" fmla="*/ 1028970 h 1028969"/>
              <a:gd name="csX2524" fmla="*/ 436232 w 1728164"/>
              <a:gd name="csY2524" fmla="*/ 1028970 h 1028969"/>
              <a:gd name="csX2525" fmla="*/ 436405 w 1728164"/>
              <a:gd name="csY2525" fmla="*/ 1028970 h 1028969"/>
              <a:gd name="csX2526" fmla="*/ 436578 w 1728164"/>
              <a:gd name="csY2526" fmla="*/ 1028970 h 1028969"/>
              <a:gd name="csX2527" fmla="*/ 436751 w 1728164"/>
              <a:gd name="csY2527" fmla="*/ 1028970 h 1028969"/>
              <a:gd name="csX2528" fmla="*/ 436923 w 1728164"/>
              <a:gd name="csY2528" fmla="*/ 1028970 h 1028969"/>
              <a:gd name="csX2529" fmla="*/ 437097 w 1728164"/>
              <a:gd name="csY2529" fmla="*/ 1028970 h 1028969"/>
              <a:gd name="csX2530" fmla="*/ 437269 w 1728164"/>
              <a:gd name="csY2530" fmla="*/ 1028970 h 1028969"/>
              <a:gd name="csX2531" fmla="*/ 437442 w 1728164"/>
              <a:gd name="csY2531" fmla="*/ 1028970 h 1028969"/>
              <a:gd name="csX2532" fmla="*/ 437615 w 1728164"/>
              <a:gd name="csY2532" fmla="*/ 1028970 h 1028969"/>
              <a:gd name="csX2533" fmla="*/ 437788 w 1728164"/>
              <a:gd name="csY2533" fmla="*/ 1028970 h 1028969"/>
              <a:gd name="csX2534" fmla="*/ 437961 w 1728164"/>
              <a:gd name="csY2534" fmla="*/ 1028970 h 1028969"/>
              <a:gd name="csX2535" fmla="*/ 438133 w 1728164"/>
              <a:gd name="csY2535" fmla="*/ 1028970 h 1028969"/>
              <a:gd name="csX2536" fmla="*/ 438306 w 1728164"/>
              <a:gd name="csY2536" fmla="*/ 1028970 h 1028969"/>
              <a:gd name="csX2537" fmla="*/ 438479 w 1728164"/>
              <a:gd name="csY2537" fmla="*/ 1028970 h 1028969"/>
              <a:gd name="csX2538" fmla="*/ 438652 w 1728164"/>
              <a:gd name="csY2538" fmla="*/ 1028970 h 1028969"/>
              <a:gd name="csX2539" fmla="*/ 438825 w 1728164"/>
              <a:gd name="csY2539" fmla="*/ 1028970 h 1028969"/>
              <a:gd name="csX2540" fmla="*/ 438998 w 1728164"/>
              <a:gd name="csY2540" fmla="*/ 1028970 h 1028969"/>
              <a:gd name="csX2541" fmla="*/ 439171 w 1728164"/>
              <a:gd name="csY2541" fmla="*/ 1028970 h 1028969"/>
              <a:gd name="csX2542" fmla="*/ 439343 w 1728164"/>
              <a:gd name="csY2542" fmla="*/ 1028970 h 1028969"/>
              <a:gd name="csX2543" fmla="*/ 439516 w 1728164"/>
              <a:gd name="csY2543" fmla="*/ 1028970 h 1028969"/>
              <a:gd name="csX2544" fmla="*/ 439689 w 1728164"/>
              <a:gd name="csY2544" fmla="*/ 1028970 h 1028969"/>
              <a:gd name="csX2545" fmla="*/ 439862 w 1728164"/>
              <a:gd name="csY2545" fmla="*/ 1028970 h 1028969"/>
              <a:gd name="csX2546" fmla="*/ 440034 w 1728164"/>
              <a:gd name="csY2546" fmla="*/ 1028970 h 1028969"/>
              <a:gd name="csX2547" fmla="*/ 440207 w 1728164"/>
              <a:gd name="csY2547" fmla="*/ 1028970 h 1028969"/>
              <a:gd name="csX2548" fmla="*/ 440381 w 1728164"/>
              <a:gd name="csY2548" fmla="*/ 1028970 h 1028969"/>
              <a:gd name="csX2549" fmla="*/ 440553 w 1728164"/>
              <a:gd name="csY2549" fmla="*/ 1028970 h 1028969"/>
              <a:gd name="csX2550" fmla="*/ 440726 w 1728164"/>
              <a:gd name="csY2550" fmla="*/ 1028970 h 1028969"/>
              <a:gd name="csX2551" fmla="*/ 440899 w 1728164"/>
              <a:gd name="csY2551" fmla="*/ 1028970 h 1028969"/>
              <a:gd name="csX2552" fmla="*/ 441072 w 1728164"/>
              <a:gd name="csY2552" fmla="*/ 1028970 h 1028969"/>
              <a:gd name="csX2553" fmla="*/ 441244 w 1728164"/>
              <a:gd name="csY2553" fmla="*/ 1028970 h 1028969"/>
              <a:gd name="csX2554" fmla="*/ 441417 w 1728164"/>
              <a:gd name="csY2554" fmla="*/ 1028970 h 1028969"/>
              <a:gd name="csX2555" fmla="*/ 441590 w 1728164"/>
              <a:gd name="csY2555" fmla="*/ 1028970 h 1028969"/>
              <a:gd name="csX2556" fmla="*/ 441763 w 1728164"/>
              <a:gd name="csY2556" fmla="*/ 1028970 h 1028969"/>
              <a:gd name="csX2557" fmla="*/ 441936 w 1728164"/>
              <a:gd name="csY2557" fmla="*/ 1028970 h 1028969"/>
              <a:gd name="csX2558" fmla="*/ 442108 w 1728164"/>
              <a:gd name="csY2558" fmla="*/ 1028970 h 1028969"/>
              <a:gd name="csX2559" fmla="*/ 442282 w 1728164"/>
              <a:gd name="csY2559" fmla="*/ 1028970 h 1028969"/>
              <a:gd name="csX2560" fmla="*/ 442454 w 1728164"/>
              <a:gd name="csY2560" fmla="*/ 1028970 h 1028969"/>
              <a:gd name="csX2561" fmla="*/ 442627 w 1728164"/>
              <a:gd name="csY2561" fmla="*/ 1028970 h 1028969"/>
              <a:gd name="csX2562" fmla="*/ 442800 w 1728164"/>
              <a:gd name="csY2562" fmla="*/ 1028970 h 1028969"/>
              <a:gd name="csX2563" fmla="*/ 442973 w 1728164"/>
              <a:gd name="csY2563" fmla="*/ 1028970 h 1028969"/>
              <a:gd name="csX2564" fmla="*/ 443146 w 1728164"/>
              <a:gd name="csY2564" fmla="*/ 1028970 h 1028969"/>
              <a:gd name="csX2565" fmla="*/ 443318 w 1728164"/>
              <a:gd name="csY2565" fmla="*/ 1028970 h 1028969"/>
              <a:gd name="csX2566" fmla="*/ 443492 w 1728164"/>
              <a:gd name="csY2566" fmla="*/ 1028970 h 1028969"/>
              <a:gd name="csX2567" fmla="*/ 443664 w 1728164"/>
              <a:gd name="csY2567" fmla="*/ 1028970 h 1028969"/>
              <a:gd name="csX2568" fmla="*/ 443837 w 1728164"/>
              <a:gd name="csY2568" fmla="*/ 1028970 h 1028969"/>
              <a:gd name="csX2569" fmla="*/ 444009 w 1728164"/>
              <a:gd name="csY2569" fmla="*/ 1028970 h 1028969"/>
              <a:gd name="csX2570" fmla="*/ 444183 w 1728164"/>
              <a:gd name="csY2570" fmla="*/ 1028970 h 1028969"/>
              <a:gd name="csX2571" fmla="*/ 444355 w 1728164"/>
              <a:gd name="csY2571" fmla="*/ 1028970 h 1028969"/>
              <a:gd name="csX2572" fmla="*/ 444528 w 1728164"/>
              <a:gd name="csY2572" fmla="*/ 1028970 h 1028969"/>
              <a:gd name="csX2573" fmla="*/ 444702 w 1728164"/>
              <a:gd name="csY2573" fmla="*/ 1028970 h 1028969"/>
              <a:gd name="csX2574" fmla="*/ 444874 w 1728164"/>
              <a:gd name="csY2574" fmla="*/ 1028970 h 1028969"/>
              <a:gd name="csX2575" fmla="*/ 445047 w 1728164"/>
              <a:gd name="csY2575" fmla="*/ 1028970 h 1028969"/>
              <a:gd name="csX2576" fmla="*/ 445219 w 1728164"/>
              <a:gd name="csY2576" fmla="*/ 1028970 h 1028969"/>
              <a:gd name="csX2577" fmla="*/ 445393 w 1728164"/>
              <a:gd name="csY2577" fmla="*/ 1028970 h 1028969"/>
              <a:gd name="csX2578" fmla="*/ 445565 w 1728164"/>
              <a:gd name="csY2578" fmla="*/ 1028970 h 1028969"/>
              <a:gd name="csX2579" fmla="*/ 445738 w 1728164"/>
              <a:gd name="csY2579" fmla="*/ 1028970 h 1028969"/>
              <a:gd name="csX2580" fmla="*/ 445911 w 1728164"/>
              <a:gd name="csY2580" fmla="*/ 1028970 h 1028969"/>
              <a:gd name="csX2581" fmla="*/ 446084 w 1728164"/>
              <a:gd name="csY2581" fmla="*/ 1028970 h 1028969"/>
              <a:gd name="csX2582" fmla="*/ 446257 w 1728164"/>
              <a:gd name="csY2582" fmla="*/ 1028970 h 1028969"/>
              <a:gd name="csX2583" fmla="*/ 446429 w 1728164"/>
              <a:gd name="csY2583" fmla="*/ 1028970 h 1028969"/>
              <a:gd name="csX2584" fmla="*/ 446603 w 1728164"/>
              <a:gd name="csY2584" fmla="*/ 1028970 h 1028969"/>
              <a:gd name="csX2585" fmla="*/ 446775 w 1728164"/>
              <a:gd name="csY2585" fmla="*/ 1028970 h 1028969"/>
              <a:gd name="csX2586" fmla="*/ 446948 w 1728164"/>
              <a:gd name="csY2586" fmla="*/ 1028970 h 1028969"/>
              <a:gd name="csX2587" fmla="*/ 447121 w 1728164"/>
              <a:gd name="csY2587" fmla="*/ 1028970 h 1028969"/>
              <a:gd name="csX2588" fmla="*/ 447294 w 1728164"/>
              <a:gd name="csY2588" fmla="*/ 1028970 h 1028969"/>
              <a:gd name="csX2589" fmla="*/ 447467 w 1728164"/>
              <a:gd name="csY2589" fmla="*/ 1028970 h 1028969"/>
              <a:gd name="csX2590" fmla="*/ 447639 w 1728164"/>
              <a:gd name="csY2590" fmla="*/ 1028970 h 1028969"/>
              <a:gd name="csX2591" fmla="*/ 447812 w 1728164"/>
              <a:gd name="csY2591" fmla="*/ 1028970 h 1028969"/>
              <a:gd name="csX2592" fmla="*/ 447985 w 1728164"/>
              <a:gd name="csY2592" fmla="*/ 1028970 h 1028969"/>
              <a:gd name="csX2593" fmla="*/ 448158 w 1728164"/>
              <a:gd name="csY2593" fmla="*/ 1028970 h 1028969"/>
              <a:gd name="csX2594" fmla="*/ 448330 w 1728164"/>
              <a:gd name="csY2594" fmla="*/ 1028970 h 1028969"/>
              <a:gd name="csX2595" fmla="*/ 448504 w 1728164"/>
              <a:gd name="csY2595" fmla="*/ 1028970 h 1028969"/>
              <a:gd name="csX2596" fmla="*/ 448676 w 1728164"/>
              <a:gd name="csY2596" fmla="*/ 1028970 h 1028969"/>
              <a:gd name="csX2597" fmla="*/ 448849 w 1728164"/>
              <a:gd name="csY2597" fmla="*/ 1028970 h 1028969"/>
              <a:gd name="csX2598" fmla="*/ 449022 w 1728164"/>
              <a:gd name="csY2598" fmla="*/ 1028970 h 1028969"/>
              <a:gd name="csX2599" fmla="*/ 449195 w 1728164"/>
              <a:gd name="csY2599" fmla="*/ 1028970 h 1028969"/>
              <a:gd name="csX2600" fmla="*/ 449368 w 1728164"/>
              <a:gd name="csY2600" fmla="*/ 1028970 h 1028969"/>
              <a:gd name="csX2601" fmla="*/ 449540 w 1728164"/>
              <a:gd name="csY2601" fmla="*/ 1028970 h 1028969"/>
              <a:gd name="csX2602" fmla="*/ 449713 w 1728164"/>
              <a:gd name="csY2602" fmla="*/ 1028970 h 1028969"/>
              <a:gd name="csX2603" fmla="*/ 449886 w 1728164"/>
              <a:gd name="csY2603" fmla="*/ 1028970 h 1028969"/>
              <a:gd name="csX2604" fmla="*/ 450059 w 1728164"/>
              <a:gd name="csY2604" fmla="*/ 1028970 h 1028969"/>
              <a:gd name="csX2605" fmla="*/ 450232 w 1728164"/>
              <a:gd name="csY2605" fmla="*/ 1028970 h 1028969"/>
              <a:gd name="csX2606" fmla="*/ 450405 w 1728164"/>
              <a:gd name="csY2606" fmla="*/ 1028970 h 1028969"/>
              <a:gd name="csX2607" fmla="*/ 450578 w 1728164"/>
              <a:gd name="csY2607" fmla="*/ 1028970 h 1028969"/>
              <a:gd name="csX2608" fmla="*/ 450750 w 1728164"/>
              <a:gd name="csY2608" fmla="*/ 1028970 h 1028969"/>
              <a:gd name="csX2609" fmla="*/ 450923 w 1728164"/>
              <a:gd name="csY2609" fmla="*/ 1028970 h 1028969"/>
              <a:gd name="csX2610" fmla="*/ 451096 w 1728164"/>
              <a:gd name="csY2610" fmla="*/ 1028970 h 1028969"/>
              <a:gd name="csX2611" fmla="*/ 451269 w 1728164"/>
              <a:gd name="csY2611" fmla="*/ 1028970 h 1028969"/>
              <a:gd name="csX2612" fmla="*/ 451442 w 1728164"/>
              <a:gd name="csY2612" fmla="*/ 1028970 h 1028969"/>
              <a:gd name="csX2613" fmla="*/ 451614 w 1728164"/>
              <a:gd name="csY2613" fmla="*/ 1028970 h 1028969"/>
              <a:gd name="csX2614" fmla="*/ 451788 w 1728164"/>
              <a:gd name="csY2614" fmla="*/ 1028970 h 1028969"/>
              <a:gd name="csX2615" fmla="*/ 451960 w 1728164"/>
              <a:gd name="csY2615" fmla="*/ 1028970 h 1028969"/>
              <a:gd name="csX2616" fmla="*/ 452133 w 1728164"/>
              <a:gd name="csY2616" fmla="*/ 1028970 h 1028969"/>
              <a:gd name="csX2617" fmla="*/ 452306 w 1728164"/>
              <a:gd name="csY2617" fmla="*/ 1028970 h 1028969"/>
              <a:gd name="csX2618" fmla="*/ 452479 w 1728164"/>
              <a:gd name="csY2618" fmla="*/ 1028970 h 1028969"/>
              <a:gd name="csX2619" fmla="*/ 452651 w 1728164"/>
              <a:gd name="csY2619" fmla="*/ 1028970 h 1028969"/>
              <a:gd name="csX2620" fmla="*/ 452824 w 1728164"/>
              <a:gd name="csY2620" fmla="*/ 1028970 h 1028969"/>
              <a:gd name="csX2621" fmla="*/ 452997 w 1728164"/>
              <a:gd name="csY2621" fmla="*/ 1028970 h 1028969"/>
              <a:gd name="csX2622" fmla="*/ 453170 w 1728164"/>
              <a:gd name="csY2622" fmla="*/ 1028970 h 1028969"/>
              <a:gd name="csX2623" fmla="*/ 453343 w 1728164"/>
              <a:gd name="csY2623" fmla="*/ 1028970 h 1028969"/>
              <a:gd name="csX2624" fmla="*/ 453515 w 1728164"/>
              <a:gd name="csY2624" fmla="*/ 1028970 h 1028969"/>
              <a:gd name="csX2625" fmla="*/ 453689 w 1728164"/>
              <a:gd name="csY2625" fmla="*/ 1028970 h 1028969"/>
              <a:gd name="csX2626" fmla="*/ 453861 w 1728164"/>
              <a:gd name="csY2626" fmla="*/ 1028970 h 1028969"/>
              <a:gd name="csX2627" fmla="*/ 454034 w 1728164"/>
              <a:gd name="csY2627" fmla="*/ 1028970 h 1028969"/>
              <a:gd name="csX2628" fmla="*/ 454207 w 1728164"/>
              <a:gd name="csY2628" fmla="*/ 1028970 h 1028969"/>
              <a:gd name="csX2629" fmla="*/ 454380 w 1728164"/>
              <a:gd name="csY2629" fmla="*/ 1028970 h 1028969"/>
              <a:gd name="csX2630" fmla="*/ 454553 w 1728164"/>
              <a:gd name="csY2630" fmla="*/ 1028970 h 1028969"/>
              <a:gd name="csX2631" fmla="*/ 454725 w 1728164"/>
              <a:gd name="csY2631" fmla="*/ 1028970 h 1028969"/>
              <a:gd name="csX2632" fmla="*/ 454899 w 1728164"/>
              <a:gd name="csY2632" fmla="*/ 1028970 h 1028969"/>
              <a:gd name="csX2633" fmla="*/ 455071 w 1728164"/>
              <a:gd name="csY2633" fmla="*/ 1028970 h 1028969"/>
              <a:gd name="csX2634" fmla="*/ 455244 w 1728164"/>
              <a:gd name="csY2634" fmla="*/ 1028970 h 1028969"/>
              <a:gd name="csX2635" fmla="*/ 455416 w 1728164"/>
              <a:gd name="csY2635" fmla="*/ 1028970 h 1028969"/>
              <a:gd name="csX2636" fmla="*/ 455590 w 1728164"/>
              <a:gd name="csY2636" fmla="*/ 1028970 h 1028969"/>
              <a:gd name="csX2637" fmla="*/ 455763 w 1728164"/>
              <a:gd name="csY2637" fmla="*/ 1028970 h 1028969"/>
              <a:gd name="csX2638" fmla="*/ 455935 w 1728164"/>
              <a:gd name="csY2638" fmla="*/ 1028970 h 1028969"/>
              <a:gd name="csX2639" fmla="*/ 456109 w 1728164"/>
              <a:gd name="csY2639" fmla="*/ 1028970 h 1028969"/>
              <a:gd name="csX2640" fmla="*/ 456281 w 1728164"/>
              <a:gd name="csY2640" fmla="*/ 1028970 h 1028969"/>
              <a:gd name="csX2641" fmla="*/ 456454 w 1728164"/>
              <a:gd name="csY2641" fmla="*/ 1028970 h 1028969"/>
              <a:gd name="csX2642" fmla="*/ 456626 w 1728164"/>
              <a:gd name="csY2642" fmla="*/ 1028970 h 1028969"/>
              <a:gd name="csX2643" fmla="*/ 456800 w 1728164"/>
              <a:gd name="csY2643" fmla="*/ 1028970 h 1028969"/>
              <a:gd name="csX2644" fmla="*/ 456972 w 1728164"/>
              <a:gd name="csY2644" fmla="*/ 1028970 h 1028969"/>
              <a:gd name="csX2645" fmla="*/ 457145 w 1728164"/>
              <a:gd name="csY2645" fmla="*/ 1028970 h 1028969"/>
              <a:gd name="csX2646" fmla="*/ 457318 w 1728164"/>
              <a:gd name="csY2646" fmla="*/ 1028970 h 1028969"/>
              <a:gd name="csX2647" fmla="*/ 457491 w 1728164"/>
              <a:gd name="csY2647" fmla="*/ 1028970 h 1028969"/>
              <a:gd name="csX2648" fmla="*/ 457664 w 1728164"/>
              <a:gd name="csY2648" fmla="*/ 1028970 h 1028969"/>
              <a:gd name="csX2649" fmla="*/ 457836 w 1728164"/>
              <a:gd name="csY2649" fmla="*/ 1028970 h 1028969"/>
              <a:gd name="csX2650" fmla="*/ 458010 w 1728164"/>
              <a:gd name="csY2650" fmla="*/ 1028970 h 1028969"/>
              <a:gd name="csX2651" fmla="*/ 458182 w 1728164"/>
              <a:gd name="csY2651" fmla="*/ 1028970 h 1028969"/>
              <a:gd name="csX2652" fmla="*/ 458355 w 1728164"/>
              <a:gd name="csY2652" fmla="*/ 1028970 h 1028969"/>
              <a:gd name="csX2653" fmla="*/ 458527 w 1728164"/>
              <a:gd name="csY2653" fmla="*/ 1028970 h 1028969"/>
              <a:gd name="csX2654" fmla="*/ 458701 w 1728164"/>
              <a:gd name="csY2654" fmla="*/ 1028970 h 1028969"/>
              <a:gd name="csX2655" fmla="*/ 458874 w 1728164"/>
              <a:gd name="csY2655" fmla="*/ 1028970 h 1028969"/>
              <a:gd name="csX2656" fmla="*/ 459046 w 1728164"/>
              <a:gd name="csY2656" fmla="*/ 1028970 h 1028969"/>
              <a:gd name="csX2657" fmla="*/ 459219 w 1728164"/>
              <a:gd name="csY2657" fmla="*/ 1028970 h 1028969"/>
              <a:gd name="csX2658" fmla="*/ 459392 w 1728164"/>
              <a:gd name="csY2658" fmla="*/ 1028970 h 1028969"/>
              <a:gd name="csX2659" fmla="*/ 459565 w 1728164"/>
              <a:gd name="csY2659" fmla="*/ 1028970 h 1028969"/>
              <a:gd name="csX2660" fmla="*/ 459737 w 1728164"/>
              <a:gd name="csY2660" fmla="*/ 1028970 h 1028969"/>
              <a:gd name="csX2661" fmla="*/ 459911 w 1728164"/>
              <a:gd name="csY2661" fmla="*/ 1028970 h 1028969"/>
              <a:gd name="csX2662" fmla="*/ 460084 w 1728164"/>
              <a:gd name="csY2662" fmla="*/ 1028970 h 1028969"/>
              <a:gd name="csX2663" fmla="*/ 460256 w 1728164"/>
              <a:gd name="csY2663" fmla="*/ 1028970 h 1028969"/>
              <a:gd name="csX2664" fmla="*/ 460429 w 1728164"/>
              <a:gd name="csY2664" fmla="*/ 1028970 h 1028969"/>
              <a:gd name="csX2665" fmla="*/ 460602 w 1728164"/>
              <a:gd name="csY2665" fmla="*/ 1028970 h 1028969"/>
              <a:gd name="csX2666" fmla="*/ 460775 w 1728164"/>
              <a:gd name="csY2666" fmla="*/ 1028970 h 1028969"/>
              <a:gd name="csX2667" fmla="*/ 460947 w 1728164"/>
              <a:gd name="csY2667" fmla="*/ 1028970 h 1028969"/>
              <a:gd name="csX2668" fmla="*/ 461120 w 1728164"/>
              <a:gd name="csY2668" fmla="*/ 1028970 h 1028969"/>
              <a:gd name="csX2669" fmla="*/ 461293 w 1728164"/>
              <a:gd name="csY2669" fmla="*/ 1028970 h 1028969"/>
              <a:gd name="csX2670" fmla="*/ 461466 w 1728164"/>
              <a:gd name="csY2670" fmla="*/ 1028970 h 1028969"/>
              <a:gd name="csX2671" fmla="*/ 461639 w 1728164"/>
              <a:gd name="csY2671" fmla="*/ 1028970 h 1028969"/>
              <a:gd name="csX2672" fmla="*/ 461812 w 1728164"/>
              <a:gd name="csY2672" fmla="*/ 1028970 h 1028969"/>
              <a:gd name="csX2673" fmla="*/ 461985 w 1728164"/>
              <a:gd name="csY2673" fmla="*/ 1028970 h 1028969"/>
              <a:gd name="csX2674" fmla="*/ 462157 w 1728164"/>
              <a:gd name="csY2674" fmla="*/ 1028970 h 1028969"/>
              <a:gd name="csX2675" fmla="*/ 462330 w 1728164"/>
              <a:gd name="csY2675" fmla="*/ 1028970 h 1028969"/>
              <a:gd name="csX2676" fmla="*/ 462503 w 1728164"/>
              <a:gd name="csY2676" fmla="*/ 1028970 h 1028969"/>
              <a:gd name="csX2677" fmla="*/ 462676 w 1728164"/>
              <a:gd name="csY2677" fmla="*/ 1028970 h 1028969"/>
              <a:gd name="csX2678" fmla="*/ 462848 w 1728164"/>
              <a:gd name="csY2678" fmla="*/ 1028970 h 1028969"/>
              <a:gd name="csX2679" fmla="*/ 463021 w 1728164"/>
              <a:gd name="csY2679" fmla="*/ 1028970 h 1028969"/>
              <a:gd name="csX2680" fmla="*/ 463195 w 1728164"/>
              <a:gd name="csY2680" fmla="*/ 1028970 h 1028969"/>
              <a:gd name="csX2681" fmla="*/ 463367 w 1728164"/>
              <a:gd name="csY2681" fmla="*/ 1028970 h 1028969"/>
              <a:gd name="csX2682" fmla="*/ 463540 w 1728164"/>
              <a:gd name="csY2682" fmla="*/ 1028970 h 1028969"/>
              <a:gd name="csX2683" fmla="*/ 463713 w 1728164"/>
              <a:gd name="csY2683" fmla="*/ 1028970 h 1028969"/>
              <a:gd name="csX2684" fmla="*/ 463886 w 1728164"/>
              <a:gd name="csY2684" fmla="*/ 1028970 h 1028969"/>
              <a:gd name="csX2685" fmla="*/ 464058 w 1728164"/>
              <a:gd name="csY2685" fmla="*/ 1028970 h 1028969"/>
              <a:gd name="csX2686" fmla="*/ 464231 w 1728164"/>
              <a:gd name="csY2686" fmla="*/ 1028970 h 1028969"/>
              <a:gd name="csX2687" fmla="*/ 464405 w 1728164"/>
              <a:gd name="csY2687" fmla="*/ 1028970 h 1028969"/>
              <a:gd name="csX2688" fmla="*/ 464577 w 1728164"/>
              <a:gd name="csY2688" fmla="*/ 1028970 h 1028969"/>
              <a:gd name="csX2689" fmla="*/ 464750 w 1728164"/>
              <a:gd name="csY2689" fmla="*/ 1028970 h 1028969"/>
              <a:gd name="csX2690" fmla="*/ 464922 w 1728164"/>
              <a:gd name="csY2690" fmla="*/ 1028970 h 1028969"/>
              <a:gd name="csX2691" fmla="*/ 465096 w 1728164"/>
              <a:gd name="csY2691" fmla="*/ 1028970 h 1028969"/>
              <a:gd name="csX2692" fmla="*/ 465268 w 1728164"/>
              <a:gd name="csY2692" fmla="*/ 1028970 h 1028969"/>
              <a:gd name="csX2693" fmla="*/ 465441 w 1728164"/>
              <a:gd name="csY2693" fmla="*/ 1028970 h 1028969"/>
              <a:gd name="csX2694" fmla="*/ 465614 w 1728164"/>
              <a:gd name="csY2694" fmla="*/ 1028970 h 1028969"/>
              <a:gd name="csX2695" fmla="*/ 465787 w 1728164"/>
              <a:gd name="csY2695" fmla="*/ 1028970 h 1028969"/>
              <a:gd name="csX2696" fmla="*/ 465960 w 1728164"/>
              <a:gd name="csY2696" fmla="*/ 1028970 h 1028969"/>
              <a:gd name="csX2697" fmla="*/ 466132 w 1728164"/>
              <a:gd name="csY2697" fmla="*/ 1028970 h 1028969"/>
              <a:gd name="csX2698" fmla="*/ 466306 w 1728164"/>
              <a:gd name="csY2698" fmla="*/ 1028970 h 1028969"/>
              <a:gd name="csX2699" fmla="*/ 466478 w 1728164"/>
              <a:gd name="csY2699" fmla="*/ 1028970 h 1028969"/>
              <a:gd name="csX2700" fmla="*/ 466651 w 1728164"/>
              <a:gd name="csY2700" fmla="*/ 1028970 h 1028969"/>
              <a:gd name="csX2701" fmla="*/ 466823 w 1728164"/>
              <a:gd name="csY2701" fmla="*/ 1028970 h 1028969"/>
              <a:gd name="csX2702" fmla="*/ 466997 w 1728164"/>
              <a:gd name="csY2702" fmla="*/ 1028970 h 1028969"/>
              <a:gd name="csX2703" fmla="*/ 467169 w 1728164"/>
              <a:gd name="csY2703" fmla="*/ 1028970 h 1028969"/>
              <a:gd name="csX2704" fmla="*/ 467342 w 1728164"/>
              <a:gd name="csY2704" fmla="*/ 1028970 h 1028969"/>
              <a:gd name="csX2705" fmla="*/ 467516 w 1728164"/>
              <a:gd name="csY2705" fmla="*/ 1028970 h 1028969"/>
              <a:gd name="csX2706" fmla="*/ 467688 w 1728164"/>
              <a:gd name="csY2706" fmla="*/ 1028970 h 1028969"/>
              <a:gd name="csX2707" fmla="*/ 467861 w 1728164"/>
              <a:gd name="csY2707" fmla="*/ 1028970 h 1028969"/>
              <a:gd name="csX2708" fmla="*/ 468033 w 1728164"/>
              <a:gd name="csY2708" fmla="*/ 1028970 h 1028969"/>
              <a:gd name="csX2709" fmla="*/ 468207 w 1728164"/>
              <a:gd name="csY2709" fmla="*/ 1028970 h 1028969"/>
              <a:gd name="csX2710" fmla="*/ 468379 w 1728164"/>
              <a:gd name="csY2710" fmla="*/ 1028970 h 1028969"/>
              <a:gd name="csX2711" fmla="*/ 468552 w 1728164"/>
              <a:gd name="csY2711" fmla="*/ 1028970 h 1028969"/>
              <a:gd name="csX2712" fmla="*/ 468725 w 1728164"/>
              <a:gd name="csY2712" fmla="*/ 1028970 h 1028969"/>
              <a:gd name="csX2713" fmla="*/ 468898 w 1728164"/>
              <a:gd name="csY2713" fmla="*/ 1028970 h 1028969"/>
              <a:gd name="csX2714" fmla="*/ 469071 w 1728164"/>
              <a:gd name="csY2714" fmla="*/ 1028970 h 1028969"/>
              <a:gd name="csX2715" fmla="*/ 469243 w 1728164"/>
              <a:gd name="csY2715" fmla="*/ 1028970 h 1028969"/>
              <a:gd name="csX2716" fmla="*/ 469417 w 1728164"/>
              <a:gd name="csY2716" fmla="*/ 1028970 h 1028969"/>
              <a:gd name="csX2717" fmla="*/ 469589 w 1728164"/>
              <a:gd name="csY2717" fmla="*/ 1028970 h 1028969"/>
              <a:gd name="csX2718" fmla="*/ 469762 w 1728164"/>
              <a:gd name="csY2718" fmla="*/ 1028970 h 1028969"/>
              <a:gd name="csX2719" fmla="*/ 469935 w 1728164"/>
              <a:gd name="csY2719" fmla="*/ 1028970 h 1028969"/>
              <a:gd name="csX2720" fmla="*/ 470108 w 1728164"/>
              <a:gd name="csY2720" fmla="*/ 1028970 h 1028969"/>
              <a:gd name="csX2721" fmla="*/ 470281 w 1728164"/>
              <a:gd name="csY2721" fmla="*/ 1028970 h 1028969"/>
              <a:gd name="csX2722" fmla="*/ 470453 w 1728164"/>
              <a:gd name="csY2722" fmla="*/ 1028970 h 1028969"/>
              <a:gd name="csX2723" fmla="*/ 470626 w 1728164"/>
              <a:gd name="csY2723" fmla="*/ 1028970 h 1028969"/>
              <a:gd name="csX2724" fmla="*/ 470799 w 1728164"/>
              <a:gd name="csY2724" fmla="*/ 1028970 h 1028969"/>
              <a:gd name="csX2725" fmla="*/ 470972 w 1728164"/>
              <a:gd name="csY2725" fmla="*/ 1028970 h 1028969"/>
              <a:gd name="csX2726" fmla="*/ 471144 w 1728164"/>
              <a:gd name="csY2726" fmla="*/ 1028970 h 1028969"/>
              <a:gd name="csX2727" fmla="*/ 471318 w 1728164"/>
              <a:gd name="csY2727" fmla="*/ 1028970 h 1028969"/>
              <a:gd name="csX2728" fmla="*/ 471490 w 1728164"/>
              <a:gd name="csY2728" fmla="*/ 1028970 h 1028969"/>
              <a:gd name="csX2729" fmla="*/ 471663 w 1728164"/>
              <a:gd name="csY2729" fmla="*/ 1028970 h 1028969"/>
              <a:gd name="csX2730" fmla="*/ 471836 w 1728164"/>
              <a:gd name="csY2730" fmla="*/ 1028970 h 1028969"/>
              <a:gd name="csX2731" fmla="*/ 472009 w 1728164"/>
              <a:gd name="csY2731" fmla="*/ 1028970 h 1028969"/>
              <a:gd name="csX2732" fmla="*/ 472182 w 1728164"/>
              <a:gd name="csY2732" fmla="*/ 1028970 h 1028969"/>
              <a:gd name="csX2733" fmla="*/ 472354 w 1728164"/>
              <a:gd name="csY2733" fmla="*/ 1028970 h 1028969"/>
              <a:gd name="csX2734" fmla="*/ 472527 w 1728164"/>
              <a:gd name="csY2734" fmla="*/ 1028970 h 1028969"/>
              <a:gd name="csX2735" fmla="*/ 472700 w 1728164"/>
              <a:gd name="csY2735" fmla="*/ 1028970 h 1028969"/>
              <a:gd name="csX2736" fmla="*/ 472873 w 1728164"/>
              <a:gd name="csY2736" fmla="*/ 1028970 h 1028969"/>
              <a:gd name="csX2737" fmla="*/ 473046 w 1728164"/>
              <a:gd name="csY2737" fmla="*/ 1028970 h 1028969"/>
              <a:gd name="csX2738" fmla="*/ 473219 w 1728164"/>
              <a:gd name="csY2738" fmla="*/ 1028970 h 1028969"/>
              <a:gd name="csX2739" fmla="*/ 473392 w 1728164"/>
              <a:gd name="csY2739" fmla="*/ 1028970 h 1028969"/>
              <a:gd name="csX2740" fmla="*/ 473564 w 1728164"/>
              <a:gd name="csY2740" fmla="*/ 1028970 h 1028969"/>
              <a:gd name="csX2741" fmla="*/ 473737 w 1728164"/>
              <a:gd name="csY2741" fmla="*/ 1028970 h 1028969"/>
              <a:gd name="csX2742" fmla="*/ 473910 w 1728164"/>
              <a:gd name="csY2742" fmla="*/ 1028970 h 1028969"/>
              <a:gd name="csX2743" fmla="*/ 474083 w 1728164"/>
              <a:gd name="csY2743" fmla="*/ 1028970 h 1028969"/>
              <a:gd name="csX2744" fmla="*/ 474256 w 1728164"/>
              <a:gd name="csY2744" fmla="*/ 1028970 h 1028969"/>
              <a:gd name="csX2745" fmla="*/ 474428 w 1728164"/>
              <a:gd name="csY2745" fmla="*/ 1028970 h 1028969"/>
              <a:gd name="csX2746" fmla="*/ 474602 w 1728164"/>
              <a:gd name="csY2746" fmla="*/ 1028970 h 1028969"/>
              <a:gd name="csX2747" fmla="*/ 474774 w 1728164"/>
              <a:gd name="csY2747" fmla="*/ 1028970 h 1028969"/>
              <a:gd name="csX2748" fmla="*/ 474947 w 1728164"/>
              <a:gd name="csY2748" fmla="*/ 1028970 h 1028969"/>
              <a:gd name="csX2749" fmla="*/ 475120 w 1728164"/>
              <a:gd name="csY2749" fmla="*/ 1028970 h 1028969"/>
              <a:gd name="csX2750" fmla="*/ 475293 w 1728164"/>
              <a:gd name="csY2750" fmla="*/ 1028970 h 1028969"/>
              <a:gd name="csX2751" fmla="*/ 475465 w 1728164"/>
              <a:gd name="csY2751" fmla="*/ 1028970 h 1028969"/>
              <a:gd name="csX2752" fmla="*/ 475638 w 1728164"/>
              <a:gd name="csY2752" fmla="*/ 1028970 h 1028969"/>
              <a:gd name="csX2753" fmla="*/ 475812 w 1728164"/>
              <a:gd name="csY2753" fmla="*/ 1028970 h 1028969"/>
              <a:gd name="csX2754" fmla="*/ 475984 w 1728164"/>
              <a:gd name="csY2754" fmla="*/ 1028970 h 1028969"/>
              <a:gd name="csX2755" fmla="*/ 476157 w 1728164"/>
              <a:gd name="csY2755" fmla="*/ 1028970 h 1028969"/>
              <a:gd name="csX2756" fmla="*/ 476329 w 1728164"/>
              <a:gd name="csY2756" fmla="*/ 1028970 h 1028969"/>
              <a:gd name="csX2757" fmla="*/ 476503 w 1728164"/>
              <a:gd name="csY2757" fmla="*/ 1028970 h 1028969"/>
              <a:gd name="csX2758" fmla="*/ 476675 w 1728164"/>
              <a:gd name="csY2758" fmla="*/ 1028970 h 1028969"/>
              <a:gd name="csX2759" fmla="*/ 476848 w 1728164"/>
              <a:gd name="csY2759" fmla="*/ 1028970 h 1028969"/>
              <a:gd name="csX2760" fmla="*/ 477021 w 1728164"/>
              <a:gd name="csY2760" fmla="*/ 1028970 h 1028969"/>
              <a:gd name="csX2761" fmla="*/ 477194 w 1728164"/>
              <a:gd name="csY2761" fmla="*/ 1028970 h 1028969"/>
              <a:gd name="csX2762" fmla="*/ 477367 w 1728164"/>
              <a:gd name="csY2762" fmla="*/ 1028970 h 1028969"/>
              <a:gd name="csX2763" fmla="*/ 477539 w 1728164"/>
              <a:gd name="csY2763" fmla="*/ 1028970 h 1028969"/>
              <a:gd name="csX2764" fmla="*/ 477713 w 1728164"/>
              <a:gd name="csY2764" fmla="*/ 1028970 h 1028969"/>
              <a:gd name="csX2765" fmla="*/ 477885 w 1728164"/>
              <a:gd name="csY2765" fmla="*/ 1028970 h 1028969"/>
              <a:gd name="csX2766" fmla="*/ 478058 w 1728164"/>
              <a:gd name="csY2766" fmla="*/ 1028970 h 1028969"/>
              <a:gd name="csX2767" fmla="*/ 478230 w 1728164"/>
              <a:gd name="csY2767" fmla="*/ 1028970 h 1028969"/>
              <a:gd name="csX2768" fmla="*/ 478404 w 1728164"/>
              <a:gd name="csY2768" fmla="*/ 1028970 h 1028969"/>
              <a:gd name="csX2769" fmla="*/ 478577 w 1728164"/>
              <a:gd name="csY2769" fmla="*/ 1028970 h 1028969"/>
              <a:gd name="csX2770" fmla="*/ 478749 w 1728164"/>
              <a:gd name="csY2770" fmla="*/ 1028970 h 1028969"/>
              <a:gd name="csX2771" fmla="*/ 478923 w 1728164"/>
              <a:gd name="csY2771" fmla="*/ 1028970 h 1028969"/>
              <a:gd name="csX2772" fmla="*/ 479095 w 1728164"/>
              <a:gd name="csY2772" fmla="*/ 1028970 h 1028969"/>
              <a:gd name="csX2773" fmla="*/ 479268 w 1728164"/>
              <a:gd name="csY2773" fmla="*/ 1028970 h 1028969"/>
              <a:gd name="csX2774" fmla="*/ 479440 w 1728164"/>
              <a:gd name="csY2774" fmla="*/ 1028970 h 1028969"/>
              <a:gd name="csX2775" fmla="*/ 479614 w 1728164"/>
              <a:gd name="csY2775" fmla="*/ 1028970 h 1028969"/>
              <a:gd name="csX2776" fmla="*/ 479786 w 1728164"/>
              <a:gd name="csY2776" fmla="*/ 1028970 h 1028969"/>
              <a:gd name="csX2777" fmla="*/ 479959 w 1728164"/>
              <a:gd name="csY2777" fmla="*/ 1028970 h 1028969"/>
              <a:gd name="csX2778" fmla="*/ 480132 w 1728164"/>
              <a:gd name="csY2778" fmla="*/ 1028970 h 1028969"/>
              <a:gd name="csX2779" fmla="*/ 480305 w 1728164"/>
              <a:gd name="csY2779" fmla="*/ 1028970 h 1028969"/>
              <a:gd name="csX2780" fmla="*/ 480478 w 1728164"/>
              <a:gd name="csY2780" fmla="*/ 1028970 h 1028969"/>
              <a:gd name="csX2781" fmla="*/ 480650 w 1728164"/>
              <a:gd name="csY2781" fmla="*/ 1028970 h 1028969"/>
              <a:gd name="csX2782" fmla="*/ 480824 w 1728164"/>
              <a:gd name="csY2782" fmla="*/ 1028970 h 1028969"/>
              <a:gd name="csX2783" fmla="*/ 480996 w 1728164"/>
              <a:gd name="csY2783" fmla="*/ 1028970 h 1028969"/>
              <a:gd name="csX2784" fmla="*/ 481169 w 1728164"/>
              <a:gd name="csY2784" fmla="*/ 1028970 h 1028969"/>
              <a:gd name="csX2785" fmla="*/ 481342 w 1728164"/>
              <a:gd name="csY2785" fmla="*/ 1028970 h 1028969"/>
              <a:gd name="csX2786" fmla="*/ 481515 w 1728164"/>
              <a:gd name="csY2786" fmla="*/ 1028970 h 1028969"/>
              <a:gd name="csX2787" fmla="*/ 481688 w 1728164"/>
              <a:gd name="csY2787" fmla="*/ 1028970 h 1028969"/>
              <a:gd name="csX2788" fmla="*/ 481860 w 1728164"/>
              <a:gd name="csY2788" fmla="*/ 1028970 h 1028969"/>
              <a:gd name="csX2789" fmla="*/ 482033 w 1728164"/>
              <a:gd name="csY2789" fmla="*/ 1028970 h 1028969"/>
              <a:gd name="csX2790" fmla="*/ 482206 w 1728164"/>
              <a:gd name="csY2790" fmla="*/ 1028970 h 1028969"/>
              <a:gd name="csX2791" fmla="*/ 482379 w 1728164"/>
              <a:gd name="csY2791" fmla="*/ 1028970 h 1028969"/>
              <a:gd name="csX2792" fmla="*/ 482551 w 1728164"/>
              <a:gd name="csY2792" fmla="*/ 1028970 h 1028969"/>
              <a:gd name="csX2793" fmla="*/ 482725 w 1728164"/>
              <a:gd name="csY2793" fmla="*/ 1028970 h 1028969"/>
              <a:gd name="csX2794" fmla="*/ 482898 w 1728164"/>
              <a:gd name="csY2794" fmla="*/ 1028970 h 1028969"/>
              <a:gd name="csX2795" fmla="*/ 483070 w 1728164"/>
              <a:gd name="csY2795" fmla="*/ 1028970 h 1028969"/>
              <a:gd name="csX2796" fmla="*/ 483243 w 1728164"/>
              <a:gd name="csY2796" fmla="*/ 1028970 h 1028969"/>
              <a:gd name="csX2797" fmla="*/ 483416 w 1728164"/>
              <a:gd name="csY2797" fmla="*/ 1028970 h 1028969"/>
              <a:gd name="csX2798" fmla="*/ 483589 w 1728164"/>
              <a:gd name="csY2798" fmla="*/ 1028970 h 1028969"/>
              <a:gd name="csX2799" fmla="*/ 483761 w 1728164"/>
              <a:gd name="csY2799" fmla="*/ 1028970 h 1028969"/>
              <a:gd name="csX2800" fmla="*/ 483934 w 1728164"/>
              <a:gd name="csY2800" fmla="*/ 1028970 h 1028969"/>
              <a:gd name="csX2801" fmla="*/ 484107 w 1728164"/>
              <a:gd name="csY2801" fmla="*/ 1028970 h 1028969"/>
              <a:gd name="csX2802" fmla="*/ 484280 w 1728164"/>
              <a:gd name="csY2802" fmla="*/ 1028970 h 1028969"/>
              <a:gd name="csX2803" fmla="*/ 484453 w 1728164"/>
              <a:gd name="csY2803" fmla="*/ 1028970 h 1028969"/>
              <a:gd name="csX2804" fmla="*/ 484626 w 1728164"/>
              <a:gd name="csY2804" fmla="*/ 1028970 h 1028969"/>
              <a:gd name="csX2805" fmla="*/ 484799 w 1728164"/>
              <a:gd name="csY2805" fmla="*/ 1028970 h 1028969"/>
              <a:gd name="csX2806" fmla="*/ 484971 w 1728164"/>
              <a:gd name="csY2806" fmla="*/ 1028970 h 1028969"/>
              <a:gd name="csX2807" fmla="*/ 485144 w 1728164"/>
              <a:gd name="csY2807" fmla="*/ 1028970 h 1028969"/>
              <a:gd name="csX2808" fmla="*/ 485317 w 1728164"/>
              <a:gd name="csY2808" fmla="*/ 1028970 h 1028969"/>
              <a:gd name="csX2809" fmla="*/ 485490 w 1728164"/>
              <a:gd name="csY2809" fmla="*/ 1028970 h 1028969"/>
              <a:gd name="csX2810" fmla="*/ 485663 w 1728164"/>
              <a:gd name="csY2810" fmla="*/ 1028970 h 1028969"/>
              <a:gd name="csX2811" fmla="*/ 485835 w 1728164"/>
              <a:gd name="csY2811" fmla="*/ 1028970 h 1028969"/>
              <a:gd name="csX2812" fmla="*/ 486009 w 1728164"/>
              <a:gd name="csY2812" fmla="*/ 1028970 h 1028969"/>
              <a:gd name="csX2813" fmla="*/ 486181 w 1728164"/>
              <a:gd name="csY2813" fmla="*/ 1028970 h 1028969"/>
              <a:gd name="csX2814" fmla="*/ 486354 w 1728164"/>
              <a:gd name="csY2814" fmla="*/ 1028970 h 1028969"/>
              <a:gd name="csX2815" fmla="*/ 486527 w 1728164"/>
              <a:gd name="csY2815" fmla="*/ 1028970 h 1028969"/>
              <a:gd name="csX2816" fmla="*/ 486700 w 1728164"/>
              <a:gd name="csY2816" fmla="*/ 1028970 h 1028969"/>
              <a:gd name="csX2817" fmla="*/ 486872 w 1728164"/>
              <a:gd name="csY2817" fmla="*/ 1028970 h 1028969"/>
              <a:gd name="csX2818" fmla="*/ 487045 w 1728164"/>
              <a:gd name="csY2818" fmla="*/ 1028970 h 1028969"/>
              <a:gd name="csX2819" fmla="*/ 487219 w 1728164"/>
              <a:gd name="csY2819" fmla="*/ 1028970 h 1028969"/>
              <a:gd name="csX2820" fmla="*/ 487391 w 1728164"/>
              <a:gd name="csY2820" fmla="*/ 1028970 h 1028969"/>
              <a:gd name="csX2821" fmla="*/ 487564 w 1728164"/>
              <a:gd name="csY2821" fmla="*/ 1028970 h 1028969"/>
              <a:gd name="csX2822" fmla="*/ 487736 w 1728164"/>
              <a:gd name="csY2822" fmla="*/ 1028970 h 1028969"/>
              <a:gd name="csX2823" fmla="*/ 487910 w 1728164"/>
              <a:gd name="csY2823" fmla="*/ 1028970 h 1028969"/>
              <a:gd name="csX2824" fmla="*/ 488082 w 1728164"/>
              <a:gd name="csY2824" fmla="*/ 1028970 h 1028969"/>
              <a:gd name="csX2825" fmla="*/ 488255 w 1728164"/>
              <a:gd name="csY2825" fmla="*/ 1028970 h 1028969"/>
              <a:gd name="csX2826" fmla="*/ 488428 w 1728164"/>
              <a:gd name="csY2826" fmla="*/ 1028970 h 1028969"/>
              <a:gd name="csX2827" fmla="*/ 488601 w 1728164"/>
              <a:gd name="csY2827" fmla="*/ 1028970 h 1028969"/>
              <a:gd name="csX2828" fmla="*/ 488774 w 1728164"/>
              <a:gd name="csY2828" fmla="*/ 1028970 h 1028969"/>
              <a:gd name="csX2829" fmla="*/ 488946 w 1728164"/>
              <a:gd name="csY2829" fmla="*/ 1028970 h 1028969"/>
              <a:gd name="csX2830" fmla="*/ 489120 w 1728164"/>
              <a:gd name="csY2830" fmla="*/ 1028970 h 1028969"/>
              <a:gd name="csX2831" fmla="*/ 489292 w 1728164"/>
              <a:gd name="csY2831" fmla="*/ 1028970 h 1028969"/>
              <a:gd name="csX2832" fmla="*/ 489465 w 1728164"/>
              <a:gd name="csY2832" fmla="*/ 1028970 h 1028969"/>
              <a:gd name="csX2833" fmla="*/ 489637 w 1728164"/>
              <a:gd name="csY2833" fmla="*/ 1028970 h 1028969"/>
              <a:gd name="csX2834" fmla="*/ 489811 w 1728164"/>
              <a:gd name="csY2834" fmla="*/ 1028970 h 1028969"/>
              <a:gd name="csX2835" fmla="*/ 489984 w 1728164"/>
              <a:gd name="csY2835" fmla="*/ 1028970 h 1028969"/>
              <a:gd name="csX2836" fmla="*/ 490156 w 1728164"/>
              <a:gd name="csY2836" fmla="*/ 1028970 h 1028969"/>
              <a:gd name="csX2837" fmla="*/ 490330 w 1728164"/>
              <a:gd name="csY2837" fmla="*/ 1028970 h 1028969"/>
              <a:gd name="csX2838" fmla="*/ 490502 w 1728164"/>
              <a:gd name="csY2838" fmla="*/ 1028970 h 1028969"/>
              <a:gd name="csX2839" fmla="*/ 490675 w 1728164"/>
              <a:gd name="csY2839" fmla="*/ 1028970 h 1028969"/>
              <a:gd name="csX2840" fmla="*/ 490847 w 1728164"/>
              <a:gd name="csY2840" fmla="*/ 1028970 h 1028969"/>
              <a:gd name="csX2841" fmla="*/ 491021 w 1728164"/>
              <a:gd name="csY2841" fmla="*/ 1028970 h 1028969"/>
              <a:gd name="csX2842" fmla="*/ 491193 w 1728164"/>
              <a:gd name="csY2842" fmla="*/ 1028970 h 1028969"/>
              <a:gd name="csX2843" fmla="*/ 491366 w 1728164"/>
              <a:gd name="csY2843" fmla="*/ 1028970 h 1028969"/>
              <a:gd name="csX2844" fmla="*/ 491539 w 1728164"/>
              <a:gd name="csY2844" fmla="*/ 1028970 h 1028969"/>
              <a:gd name="csX2845" fmla="*/ 491712 w 1728164"/>
              <a:gd name="csY2845" fmla="*/ 1028970 h 1028969"/>
              <a:gd name="csX2846" fmla="*/ 491885 w 1728164"/>
              <a:gd name="csY2846" fmla="*/ 1028970 h 1028969"/>
              <a:gd name="csX2847" fmla="*/ 492057 w 1728164"/>
              <a:gd name="csY2847" fmla="*/ 1028970 h 1028969"/>
              <a:gd name="csX2848" fmla="*/ 492231 w 1728164"/>
              <a:gd name="csY2848" fmla="*/ 1028970 h 1028969"/>
              <a:gd name="csX2849" fmla="*/ 492403 w 1728164"/>
              <a:gd name="csY2849" fmla="*/ 1028970 h 1028969"/>
              <a:gd name="csX2850" fmla="*/ 492576 w 1728164"/>
              <a:gd name="csY2850" fmla="*/ 1028970 h 1028969"/>
              <a:gd name="csX2851" fmla="*/ 492749 w 1728164"/>
              <a:gd name="csY2851" fmla="*/ 1028970 h 1028969"/>
              <a:gd name="csX2852" fmla="*/ 492922 w 1728164"/>
              <a:gd name="csY2852" fmla="*/ 1028970 h 1028969"/>
              <a:gd name="csX2853" fmla="*/ 493095 w 1728164"/>
              <a:gd name="csY2853" fmla="*/ 1028970 h 1028969"/>
              <a:gd name="csX2854" fmla="*/ 493267 w 1728164"/>
              <a:gd name="csY2854" fmla="*/ 1028970 h 1028969"/>
              <a:gd name="csX2855" fmla="*/ 493440 w 1728164"/>
              <a:gd name="csY2855" fmla="*/ 1028970 h 1028969"/>
              <a:gd name="csX2856" fmla="*/ 493613 w 1728164"/>
              <a:gd name="csY2856" fmla="*/ 1028970 h 1028969"/>
              <a:gd name="csX2857" fmla="*/ 493786 w 1728164"/>
              <a:gd name="csY2857" fmla="*/ 1028970 h 1028969"/>
              <a:gd name="csX2858" fmla="*/ 493958 w 1728164"/>
              <a:gd name="csY2858" fmla="*/ 1028970 h 1028969"/>
              <a:gd name="csX2859" fmla="*/ 494132 w 1728164"/>
              <a:gd name="csY2859" fmla="*/ 1028970 h 1028969"/>
              <a:gd name="csX2860" fmla="*/ 494305 w 1728164"/>
              <a:gd name="csY2860" fmla="*/ 1028970 h 1028969"/>
              <a:gd name="csX2861" fmla="*/ 494477 w 1728164"/>
              <a:gd name="csY2861" fmla="*/ 1028970 h 1028969"/>
              <a:gd name="csX2862" fmla="*/ 494650 w 1728164"/>
              <a:gd name="csY2862" fmla="*/ 1028970 h 1028969"/>
              <a:gd name="csX2863" fmla="*/ 494823 w 1728164"/>
              <a:gd name="csY2863" fmla="*/ 1028970 h 1028969"/>
              <a:gd name="csX2864" fmla="*/ 494996 w 1728164"/>
              <a:gd name="csY2864" fmla="*/ 1028970 h 1028969"/>
              <a:gd name="csX2865" fmla="*/ 495168 w 1728164"/>
              <a:gd name="csY2865" fmla="*/ 1028970 h 1028969"/>
              <a:gd name="csX2866" fmla="*/ 495341 w 1728164"/>
              <a:gd name="csY2866" fmla="*/ 1028970 h 1028969"/>
              <a:gd name="csX2867" fmla="*/ 495514 w 1728164"/>
              <a:gd name="csY2867" fmla="*/ 1028970 h 1028969"/>
              <a:gd name="csX2868" fmla="*/ 495687 w 1728164"/>
              <a:gd name="csY2868" fmla="*/ 1028970 h 1028969"/>
              <a:gd name="csX2869" fmla="*/ 495860 w 1728164"/>
              <a:gd name="csY2869" fmla="*/ 1028970 h 1028969"/>
              <a:gd name="csX2870" fmla="*/ 496033 w 1728164"/>
              <a:gd name="csY2870" fmla="*/ 1028970 h 1028969"/>
              <a:gd name="csX2871" fmla="*/ 496206 w 1728164"/>
              <a:gd name="csY2871" fmla="*/ 1028970 h 1028969"/>
              <a:gd name="csX2872" fmla="*/ 496378 w 1728164"/>
              <a:gd name="csY2872" fmla="*/ 1028970 h 1028969"/>
              <a:gd name="csX2873" fmla="*/ 496551 w 1728164"/>
              <a:gd name="csY2873" fmla="*/ 1028970 h 1028969"/>
              <a:gd name="csX2874" fmla="*/ 496724 w 1728164"/>
              <a:gd name="csY2874" fmla="*/ 1028970 h 1028969"/>
              <a:gd name="csX2875" fmla="*/ 496897 w 1728164"/>
              <a:gd name="csY2875" fmla="*/ 1028970 h 1028969"/>
              <a:gd name="csX2876" fmla="*/ 497070 w 1728164"/>
              <a:gd name="csY2876" fmla="*/ 1028970 h 1028969"/>
              <a:gd name="csX2877" fmla="*/ 497242 w 1728164"/>
              <a:gd name="csY2877" fmla="*/ 1028970 h 1028969"/>
              <a:gd name="csX2878" fmla="*/ 497416 w 1728164"/>
              <a:gd name="csY2878" fmla="*/ 1028970 h 1028969"/>
              <a:gd name="csX2879" fmla="*/ 497588 w 1728164"/>
              <a:gd name="csY2879" fmla="*/ 1028970 h 1028969"/>
              <a:gd name="csX2880" fmla="*/ 497761 w 1728164"/>
              <a:gd name="csY2880" fmla="*/ 1028970 h 1028969"/>
              <a:gd name="csX2881" fmla="*/ 497934 w 1728164"/>
              <a:gd name="csY2881" fmla="*/ 1028970 h 1028969"/>
              <a:gd name="csX2882" fmla="*/ 498107 w 1728164"/>
              <a:gd name="csY2882" fmla="*/ 1028970 h 1028969"/>
              <a:gd name="csX2883" fmla="*/ 498279 w 1728164"/>
              <a:gd name="csY2883" fmla="*/ 1028970 h 1028969"/>
              <a:gd name="csX2884" fmla="*/ 498452 w 1728164"/>
              <a:gd name="csY2884" fmla="*/ 1028970 h 1028969"/>
              <a:gd name="csX2885" fmla="*/ 498626 w 1728164"/>
              <a:gd name="csY2885" fmla="*/ 1028970 h 1028969"/>
              <a:gd name="csX2886" fmla="*/ 498798 w 1728164"/>
              <a:gd name="csY2886" fmla="*/ 1028970 h 1028969"/>
              <a:gd name="csX2887" fmla="*/ 498971 w 1728164"/>
              <a:gd name="csY2887" fmla="*/ 1028970 h 1028969"/>
              <a:gd name="csX2888" fmla="*/ 499143 w 1728164"/>
              <a:gd name="csY2888" fmla="*/ 1028970 h 1028969"/>
              <a:gd name="csX2889" fmla="*/ 499317 w 1728164"/>
              <a:gd name="csY2889" fmla="*/ 1028970 h 1028969"/>
              <a:gd name="csX2890" fmla="*/ 499489 w 1728164"/>
              <a:gd name="csY2890" fmla="*/ 1028970 h 1028969"/>
              <a:gd name="csX2891" fmla="*/ 499662 w 1728164"/>
              <a:gd name="csY2891" fmla="*/ 1028970 h 1028969"/>
              <a:gd name="csX2892" fmla="*/ 499835 w 1728164"/>
              <a:gd name="csY2892" fmla="*/ 1028970 h 1028969"/>
              <a:gd name="csX2893" fmla="*/ 500008 w 1728164"/>
              <a:gd name="csY2893" fmla="*/ 1028970 h 1028969"/>
              <a:gd name="csX2894" fmla="*/ 500181 w 1728164"/>
              <a:gd name="csY2894" fmla="*/ 1028970 h 1028969"/>
              <a:gd name="csX2895" fmla="*/ 500353 w 1728164"/>
              <a:gd name="csY2895" fmla="*/ 1028970 h 1028969"/>
              <a:gd name="csX2896" fmla="*/ 500527 w 1728164"/>
              <a:gd name="csY2896" fmla="*/ 1028970 h 1028969"/>
              <a:gd name="csX2897" fmla="*/ 500699 w 1728164"/>
              <a:gd name="csY2897" fmla="*/ 1028970 h 1028969"/>
              <a:gd name="csX2898" fmla="*/ 500872 w 1728164"/>
              <a:gd name="csY2898" fmla="*/ 1028970 h 1028969"/>
              <a:gd name="csX2899" fmla="*/ 501045 w 1728164"/>
              <a:gd name="csY2899" fmla="*/ 1028970 h 1028969"/>
              <a:gd name="csX2900" fmla="*/ 501218 w 1728164"/>
              <a:gd name="csY2900" fmla="*/ 1028970 h 1028969"/>
              <a:gd name="csX2901" fmla="*/ 501391 w 1728164"/>
              <a:gd name="csY2901" fmla="*/ 1028970 h 1028969"/>
              <a:gd name="csX2902" fmla="*/ 501563 w 1728164"/>
              <a:gd name="csY2902" fmla="*/ 1028970 h 1028969"/>
              <a:gd name="csX2903" fmla="*/ 501737 w 1728164"/>
              <a:gd name="csY2903" fmla="*/ 1028970 h 1028969"/>
              <a:gd name="csX2904" fmla="*/ 501909 w 1728164"/>
              <a:gd name="csY2904" fmla="*/ 1028970 h 1028969"/>
              <a:gd name="csX2905" fmla="*/ 502082 w 1728164"/>
              <a:gd name="csY2905" fmla="*/ 1028970 h 1028969"/>
              <a:gd name="csX2906" fmla="*/ 502254 w 1728164"/>
              <a:gd name="csY2906" fmla="*/ 1028970 h 1028969"/>
              <a:gd name="csX2907" fmla="*/ 502428 w 1728164"/>
              <a:gd name="csY2907" fmla="*/ 1028970 h 1028969"/>
              <a:gd name="csX2908" fmla="*/ 502601 w 1728164"/>
              <a:gd name="csY2908" fmla="*/ 1028970 h 1028969"/>
              <a:gd name="csX2909" fmla="*/ 502773 w 1728164"/>
              <a:gd name="csY2909" fmla="*/ 1028970 h 1028969"/>
              <a:gd name="csX2910" fmla="*/ 502946 w 1728164"/>
              <a:gd name="csY2910" fmla="*/ 1028970 h 1028969"/>
              <a:gd name="csX2911" fmla="*/ 503119 w 1728164"/>
              <a:gd name="csY2911" fmla="*/ 1028970 h 1028969"/>
              <a:gd name="csX2912" fmla="*/ 503292 w 1728164"/>
              <a:gd name="csY2912" fmla="*/ 1028970 h 1028969"/>
              <a:gd name="csX2913" fmla="*/ 503464 w 1728164"/>
              <a:gd name="csY2913" fmla="*/ 1028970 h 1028969"/>
              <a:gd name="csX2914" fmla="*/ 503638 w 1728164"/>
              <a:gd name="csY2914" fmla="*/ 1028970 h 1028969"/>
              <a:gd name="csX2915" fmla="*/ 503810 w 1728164"/>
              <a:gd name="csY2915" fmla="*/ 1028970 h 1028969"/>
              <a:gd name="csX2916" fmla="*/ 503983 w 1728164"/>
              <a:gd name="csY2916" fmla="*/ 1028970 h 1028969"/>
              <a:gd name="csX2917" fmla="*/ 504156 w 1728164"/>
              <a:gd name="csY2917" fmla="*/ 1028970 h 1028969"/>
              <a:gd name="csX2918" fmla="*/ 504329 w 1728164"/>
              <a:gd name="csY2918" fmla="*/ 1028970 h 1028969"/>
              <a:gd name="csX2919" fmla="*/ 504502 w 1728164"/>
              <a:gd name="csY2919" fmla="*/ 1028970 h 1028969"/>
              <a:gd name="csX2920" fmla="*/ 504674 w 1728164"/>
              <a:gd name="csY2920" fmla="*/ 1028970 h 1028969"/>
              <a:gd name="csX2921" fmla="*/ 504847 w 1728164"/>
              <a:gd name="csY2921" fmla="*/ 1028970 h 1028969"/>
              <a:gd name="csX2922" fmla="*/ 505020 w 1728164"/>
              <a:gd name="csY2922" fmla="*/ 1028970 h 1028969"/>
              <a:gd name="csX2923" fmla="*/ 505193 w 1728164"/>
              <a:gd name="csY2923" fmla="*/ 1028970 h 1028969"/>
              <a:gd name="csX2924" fmla="*/ 505366 w 1728164"/>
              <a:gd name="csY2924" fmla="*/ 1028970 h 1028969"/>
              <a:gd name="csX2925" fmla="*/ 505539 w 1728164"/>
              <a:gd name="csY2925" fmla="*/ 1028970 h 1028969"/>
              <a:gd name="csX2926" fmla="*/ 505712 w 1728164"/>
              <a:gd name="csY2926" fmla="*/ 1028970 h 1028969"/>
              <a:gd name="csX2927" fmla="*/ 505884 w 1728164"/>
              <a:gd name="csY2927" fmla="*/ 1028970 h 1028969"/>
              <a:gd name="csX2928" fmla="*/ 506057 w 1728164"/>
              <a:gd name="csY2928" fmla="*/ 1028970 h 1028969"/>
              <a:gd name="csX2929" fmla="*/ 506230 w 1728164"/>
              <a:gd name="csY2929" fmla="*/ 1028970 h 1028969"/>
              <a:gd name="csX2930" fmla="*/ 506403 w 1728164"/>
              <a:gd name="csY2930" fmla="*/ 1028970 h 1028969"/>
              <a:gd name="csX2931" fmla="*/ 506575 w 1728164"/>
              <a:gd name="csY2931" fmla="*/ 1028970 h 1028969"/>
              <a:gd name="csX2932" fmla="*/ 506748 w 1728164"/>
              <a:gd name="csY2932" fmla="*/ 1028970 h 1028969"/>
              <a:gd name="csX2933" fmla="*/ 506922 w 1728164"/>
              <a:gd name="csY2933" fmla="*/ 1028970 h 1028969"/>
              <a:gd name="csX2934" fmla="*/ 507094 w 1728164"/>
              <a:gd name="csY2934" fmla="*/ 1028970 h 1028969"/>
              <a:gd name="csX2935" fmla="*/ 507267 w 1728164"/>
              <a:gd name="csY2935" fmla="*/ 1028970 h 1028969"/>
              <a:gd name="csX2936" fmla="*/ 507440 w 1728164"/>
              <a:gd name="csY2936" fmla="*/ 1028970 h 1028969"/>
              <a:gd name="csX2937" fmla="*/ 507613 w 1728164"/>
              <a:gd name="csY2937" fmla="*/ 1028970 h 1028969"/>
              <a:gd name="csX2938" fmla="*/ 507785 w 1728164"/>
              <a:gd name="csY2938" fmla="*/ 1028970 h 1028969"/>
              <a:gd name="csX2939" fmla="*/ 507958 w 1728164"/>
              <a:gd name="csY2939" fmla="*/ 1028970 h 1028969"/>
              <a:gd name="csX2940" fmla="*/ 508131 w 1728164"/>
              <a:gd name="csY2940" fmla="*/ 1028970 h 1028969"/>
              <a:gd name="csX2941" fmla="*/ 508304 w 1728164"/>
              <a:gd name="csY2941" fmla="*/ 1028970 h 1028969"/>
              <a:gd name="csX2942" fmla="*/ 508477 w 1728164"/>
              <a:gd name="csY2942" fmla="*/ 1028970 h 1028969"/>
              <a:gd name="csX2943" fmla="*/ 508649 w 1728164"/>
              <a:gd name="csY2943" fmla="*/ 1028970 h 1028969"/>
              <a:gd name="csX2944" fmla="*/ 508823 w 1728164"/>
              <a:gd name="csY2944" fmla="*/ 1028970 h 1028969"/>
              <a:gd name="csX2945" fmla="*/ 508995 w 1728164"/>
              <a:gd name="csY2945" fmla="*/ 1028970 h 1028969"/>
              <a:gd name="csX2946" fmla="*/ 509168 w 1728164"/>
              <a:gd name="csY2946" fmla="*/ 1028970 h 1028969"/>
              <a:gd name="csX2947" fmla="*/ 509341 w 1728164"/>
              <a:gd name="csY2947" fmla="*/ 1028970 h 1028969"/>
              <a:gd name="csX2948" fmla="*/ 509514 w 1728164"/>
              <a:gd name="csY2948" fmla="*/ 1028970 h 1028969"/>
              <a:gd name="csX2949" fmla="*/ 509687 w 1728164"/>
              <a:gd name="csY2949" fmla="*/ 1028970 h 1028969"/>
              <a:gd name="csX2950" fmla="*/ 509859 w 1728164"/>
              <a:gd name="csY2950" fmla="*/ 1028970 h 1028969"/>
              <a:gd name="csX2951" fmla="*/ 510033 w 1728164"/>
              <a:gd name="csY2951" fmla="*/ 1028970 h 1028969"/>
              <a:gd name="csX2952" fmla="*/ 510205 w 1728164"/>
              <a:gd name="csY2952" fmla="*/ 1028970 h 1028969"/>
              <a:gd name="csX2953" fmla="*/ 510378 w 1728164"/>
              <a:gd name="csY2953" fmla="*/ 1028970 h 1028969"/>
              <a:gd name="csX2954" fmla="*/ 510550 w 1728164"/>
              <a:gd name="csY2954" fmla="*/ 1028970 h 1028969"/>
              <a:gd name="csX2955" fmla="*/ 510724 w 1728164"/>
              <a:gd name="csY2955" fmla="*/ 1028970 h 1028969"/>
              <a:gd name="csX2956" fmla="*/ 510896 w 1728164"/>
              <a:gd name="csY2956" fmla="*/ 1028970 h 1028969"/>
              <a:gd name="csX2957" fmla="*/ 511069 w 1728164"/>
              <a:gd name="csY2957" fmla="*/ 1028970 h 1028969"/>
              <a:gd name="csX2958" fmla="*/ 511243 w 1728164"/>
              <a:gd name="csY2958" fmla="*/ 1028970 h 1028969"/>
              <a:gd name="csX2959" fmla="*/ 511415 w 1728164"/>
              <a:gd name="csY2959" fmla="*/ 1028970 h 1028969"/>
              <a:gd name="csX2960" fmla="*/ 511588 w 1728164"/>
              <a:gd name="csY2960" fmla="*/ 1028970 h 1028969"/>
              <a:gd name="csX2961" fmla="*/ 511760 w 1728164"/>
              <a:gd name="csY2961" fmla="*/ 1028970 h 1028969"/>
              <a:gd name="csX2962" fmla="*/ 511934 w 1728164"/>
              <a:gd name="csY2962" fmla="*/ 1028970 h 1028969"/>
              <a:gd name="csX2963" fmla="*/ 512106 w 1728164"/>
              <a:gd name="csY2963" fmla="*/ 1028970 h 1028969"/>
              <a:gd name="csX2964" fmla="*/ 512279 w 1728164"/>
              <a:gd name="csY2964" fmla="*/ 1028970 h 1028969"/>
              <a:gd name="csX2965" fmla="*/ 512452 w 1728164"/>
              <a:gd name="csY2965" fmla="*/ 1028970 h 1028969"/>
              <a:gd name="csX2966" fmla="*/ 512625 w 1728164"/>
              <a:gd name="csY2966" fmla="*/ 1028970 h 1028969"/>
              <a:gd name="csX2967" fmla="*/ 512798 w 1728164"/>
              <a:gd name="csY2967" fmla="*/ 1028970 h 1028969"/>
              <a:gd name="csX2968" fmla="*/ 512970 w 1728164"/>
              <a:gd name="csY2968" fmla="*/ 1028970 h 1028969"/>
              <a:gd name="csX2969" fmla="*/ 513144 w 1728164"/>
              <a:gd name="csY2969" fmla="*/ 1028970 h 1028969"/>
              <a:gd name="csX2970" fmla="*/ 513316 w 1728164"/>
              <a:gd name="csY2970" fmla="*/ 1028970 h 1028969"/>
              <a:gd name="csX2971" fmla="*/ 513489 w 1728164"/>
              <a:gd name="csY2971" fmla="*/ 1028970 h 1028969"/>
              <a:gd name="csX2972" fmla="*/ 513661 w 1728164"/>
              <a:gd name="csY2972" fmla="*/ 1028970 h 1028969"/>
              <a:gd name="csX2973" fmla="*/ 513835 w 1728164"/>
              <a:gd name="csY2973" fmla="*/ 1028970 h 1028969"/>
              <a:gd name="csX2974" fmla="*/ 514008 w 1728164"/>
              <a:gd name="csY2974" fmla="*/ 1028970 h 1028969"/>
              <a:gd name="csX2975" fmla="*/ 514180 w 1728164"/>
              <a:gd name="csY2975" fmla="*/ 1028970 h 1028969"/>
              <a:gd name="csX2976" fmla="*/ 514353 w 1728164"/>
              <a:gd name="csY2976" fmla="*/ 1028970 h 1028969"/>
              <a:gd name="csX2977" fmla="*/ 514526 w 1728164"/>
              <a:gd name="csY2977" fmla="*/ 1028970 h 1028969"/>
              <a:gd name="csX2978" fmla="*/ 514699 w 1728164"/>
              <a:gd name="csY2978" fmla="*/ 1028970 h 1028969"/>
              <a:gd name="csX2979" fmla="*/ 514871 w 1728164"/>
              <a:gd name="csY2979" fmla="*/ 1028970 h 1028969"/>
              <a:gd name="csX2980" fmla="*/ 515045 w 1728164"/>
              <a:gd name="csY2980" fmla="*/ 1028970 h 1028969"/>
              <a:gd name="csX2981" fmla="*/ 515217 w 1728164"/>
              <a:gd name="csY2981" fmla="*/ 1028970 h 1028969"/>
              <a:gd name="csX2982" fmla="*/ 515390 w 1728164"/>
              <a:gd name="csY2982" fmla="*/ 1028970 h 1028969"/>
              <a:gd name="csX2983" fmla="*/ 515563 w 1728164"/>
              <a:gd name="csY2983" fmla="*/ 1028970 h 1028969"/>
              <a:gd name="csX2984" fmla="*/ 515736 w 1728164"/>
              <a:gd name="csY2984" fmla="*/ 1028970 h 1028969"/>
              <a:gd name="csX2985" fmla="*/ 515909 w 1728164"/>
              <a:gd name="csY2985" fmla="*/ 1028970 h 1028969"/>
              <a:gd name="csX2986" fmla="*/ 516081 w 1728164"/>
              <a:gd name="csY2986" fmla="*/ 1028970 h 1028969"/>
              <a:gd name="csX2987" fmla="*/ 516254 w 1728164"/>
              <a:gd name="csY2987" fmla="*/ 1028970 h 1028969"/>
              <a:gd name="csX2988" fmla="*/ 516427 w 1728164"/>
              <a:gd name="csY2988" fmla="*/ 1028970 h 1028969"/>
              <a:gd name="csX2989" fmla="*/ 516600 w 1728164"/>
              <a:gd name="csY2989" fmla="*/ 1028970 h 1028969"/>
              <a:gd name="csX2990" fmla="*/ 516773 w 1728164"/>
              <a:gd name="csY2990" fmla="*/ 1028970 h 1028969"/>
              <a:gd name="csX2991" fmla="*/ 516946 w 1728164"/>
              <a:gd name="csY2991" fmla="*/ 1028970 h 1028969"/>
              <a:gd name="csX2992" fmla="*/ 517119 w 1728164"/>
              <a:gd name="csY2992" fmla="*/ 1028970 h 1028969"/>
              <a:gd name="csX2993" fmla="*/ 517291 w 1728164"/>
              <a:gd name="csY2993" fmla="*/ 1028970 h 1028969"/>
              <a:gd name="csX2994" fmla="*/ 517464 w 1728164"/>
              <a:gd name="csY2994" fmla="*/ 1028970 h 1028969"/>
              <a:gd name="csX2995" fmla="*/ 517637 w 1728164"/>
              <a:gd name="csY2995" fmla="*/ 1028970 h 1028969"/>
              <a:gd name="csX2996" fmla="*/ 517810 w 1728164"/>
              <a:gd name="csY2996" fmla="*/ 1028970 h 1028969"/>
              <a:gd name="csX2997" fmla="*/ 517982 w 1728164"/>
              <a:gd name="csY2997" fmla="*/ 1028970 h 1028969"/>
              <a:gd name="csX2998" fmla="*/ 518155 w 1728164"/>
              <a:gd name="csY2998" fmla="*/ 1028970 h 1028969"/>
              <a:gd name="csX2999" fmla="*/ 518329 w 1728164"/>
              <a:gd name="csY2999" fmla="*/ 1028970 h 1028969"/>
              <a:gd name="csX3000" fmla="*/ 518501 w 1728164"/>
              <a:gd name="csY3000" fmla="*/ 1028970 h 1028969"/>
              <a:gd name="csX3001" fmla="*/ 518674 w 1728164"/>
              <a:gd name="csY3001" fmla="*/ 1028970 h 1028969"/>
              <a:gd name="csX3002" fmla="*/ 518847 w 1728164"/>
              <a:gd name="csY3002" fmla="*/ 1028970 h 1028969"/>
              <a:gd name="csX3003" fmla="*/ 519020 w 1728164"/>
              <a:gd name="csY3003" fmla="*/ 1028970 h 1028969"/>
              <a:gd name="csX3004" fmla="*/ 519192 w 1728164"/>
              <a:gd name="csY3004" fmla="*/ 1028970 h 1028969"/>
              <a:gd name="csX3005" fmla="*/ 519365 w 1728164"/>
              <a:gd name="csY3005" fmla="*/ 1028970 h 1028969"/>
              <a:gd name="csX3006" fmla="*/ 519538 w 1728164"/>
              <a:gd name="csY3006" fmla="*/ 1028970 h 1028969"/>
              <a:gd name="csX3007" fmla="*/ 519711 w 1728164"/>
              <a:gd name="csY3007" fmla="*/ 1028970 h 1028969"/>
              <a:gd name="csX3008" fmla="*/ 519884 w 1728164"/>
              <a:gd name="csY3008" fmla="*/ 1028970 h 1028969"/>
              <a:gd name="csX3009" fmla="*/ 520056 w 1728164"/>
              <a:gd name="csY3009" fmla="*/ 1028970 h 1028969"/>
              <a:gd name="csX3010" fmla="*/ 520230 w 1728164"/>
              <a:gd name="csY3010" fmla="*/ 1028970 h 1028969"/>
              <a:gd name="csX3011" fmla="*/ 520402 w 1728164"/>
              <a:gd name="csY3011" fmla="*/ 1028970 h 1028969"/>
              <a:gd name="csX3012" fmla="*/ 520575 w 1728164"/>
              <a:gd name="csY3012" fmla="*/ 1028970 h 1028969"/>
              <a:gd name="csX3013" fmla="*/ 520748 w 1728164"/>
              <a:gd name="csY3013" fmla="*/ 1028970 h 1028969"/>
              <a:gd name="csX3014" fmla="*/ 520921 w 1728164"/>
              <a:gd name="csY3014" fmla="*/ 1028970 h 1028969"/>
              <a:gd name="csX3015" fmla="*/ 521094 w 1728164"/>
              <a:gd name="csY3015" fmla="*/ 1028970 h 1028969"/>
              <a:gd name="csX3016" fmla="*/ 521266 w 1728164"/>
              <a:gd name="csY3016" fmla="*/ 1028970 h 1028969"/>
              <a:gd name="csX3017" fmla="*/ 521440 w 1728164"/>
              <a:gd name="csY3017" fmla="*/ 1028970 h 1028969"/>
              <a:gd name="csX3018" fmla="*/ 521612 w 1728164"/>
              <a:gd name="csY3018" fmla="*/ 1028970 h 1028969"/>
              <a:gd name="csX3019" fmla="*/ 521785 w 1728164"/>
              <a:gd name="csY3019" fmla="*/ 1028970 h 1028969"/>
              <a:gd name="csX3020" fmla="*/ 521957 w 1728164"/>
              <a:gd name="csY3020" fmla="*/ 1028970 h 1028969"/>
              <a:gd name="csX3021" fmla="*/ 522131 w 1728164"/>
              <a:gd name="csY3021" fmla="*/ 1028970 h 1028969"/>
              <a:gd name="csX3022" fmla="*/ 522303 w 1728164"/>
              <a:gd name="csY3022" fmla="*/ 1028970 h 1028969"/>
              <a:gd name="csX3023" fmla="*/ 522476 w 1728164"/>
              <a:gd name="csY3023" fmla="*/ 1028970 h 1028969"/>
              <a:gd name="csX3024" fmla="*/ 522650 w 1728164"/>
              <a:gd name="csY3024" fmla="*/ 1028970 h 1028969"/>
              <a:gd name="csX3025" fmla="*/ 522822 w 1728164"/>
              <a:gd name="csY3025" fmla="*/ 1028970 h 1028969"/>
              <a:gd name="csX3026" fmla="*/ 522995 w 1728164"/>
              <a:gd name="csY3026" fmla="*/ 1028970 h 1028969"/>
              <a:gd name="csX3027" fmla="*/ 523167 w 1728164"/>
              <a:gd name="csY3027" fmla="*/ 1028970 h 1028969"/>
              <a:gd name="csX3028" fmla="*/ 523341 w 1728164"/>
              <a:gd name="csY3028" fmla="*/ 1028970 h 1028969"/>
              <a:gd name="csX3029" fmla="*/ 523513 w 1728164"/>
              <a:gd name="csY3029" fmla="*/ 1028970 h 1028969"/>
              <a:gd name="csX3030" fmla="*/ 523686 w 1728164"/>
              <a:gd name="csY3030" fmla="*/ 1028970 h 1028969"/>
              <a:gd name="csX3031" fmla="*/ 523859 w 1728164"/>
              <a:gd name="csY3031" fmla="*/ 1028970 h 1028969"/>
              <a:gd name="csX3032" fmla="*/ 524032 w 1728164"/>
              <a:gd name="csY3032" fmla="*/ 1028970 h 1028969"/>
              <a:gd name="csX3033" fmla="*/ 524205 w 1728164"/>
              <a:gd name="csY3033" fmla="*/ 1028970 h 1028969"/>
              <a:gd name="csX3034" fmla="*/ 524377 w 1728164"/>
              <a:gd name="csY3034" fmla="*/ 1028970 h 1028969"/>
              <a:gd name="csX3035" fmla="*/ 524551 w 1728164"/>
              <a:gd name="csY3035" fmla="*/ 1028970 h 1028969"/>
              <a:gd name="csX3036" fmla="*/ 524723 w 1728164"/>
              <a:gd name="csY3036" fmla="*/ 1028970 h 1028969"/>
              <a:gd name="csX3037" fmla="*/ 524896 w 1728164"/>
              <a:gd name="csY3037" fmla="*/ 1028970 h 1028969"/>
              <a:gd name="csX3038" fmla="*/ 525068 w 1728164"/>
              <a:gd name="csY3038" fmla="*/ 1028970 h 1028969"/>
              <a:gd name="csX3039" fmla="*/ 525242 w 1728164"/>
              <a:gd name="csY3039" fmla="*/ 1028970 h 1028969"/>
              <a:gd name="csX3040" fmla="*/ 525415 w 1728164"/>
              <a:gd name="csY3040" fmla="*/ 1028970 h 1028969"/>
              <a:gd name="csX3041" fmla="*/ 525587 w 1728164"/>
              <a:gd name="csY3041" fmla="*/ 1028970 h 1028969"/>
              <a:gd name="csX3042" fmla="*/ 525760 w 1728164"/>
              <a:gd name="csY3042" fmla="*/ 1028970 h 1028969"/>
              <a:gd name="csX3043" fmla="*/ 525933 w 1728164"/>
              <a:gd name="csY3043" fmla="*/ 1028970 h 1028969"/>
              <a:gd name="csX3044" fmla="*/ 526106 w 1728164"/>
              <a:gd name="csY3044" fmla="*/ 1028970 h 1028969"/>
              <a:gd name="csX3045" fmla="*/ 526278 w 1728164"/>
              <a:gd name="csY3045" fmla="*/ 1028970 h 1028969"/>
              <a:gd name="csX3046" fmla="*/ 526452 w 1728164"/>
              <a:gd name="csY3046" fmla="*/ 1028970 h 1028969"/>
              <a:gd name="csX3047" fmla="*/ 526625 w 1728164"/>
              <a:gd name="csY3047" fmla="*/ 1028970 h 1028969"/>
              <a:gd name="csX3048" fmla="*/ 526797 w 1728164"/>
              <a:gd name="csY3048" fmla="*/ 1028970 h 1028969"/>
              <a:gd name="csX3049" fmla="*/ 526970 w 1728164"/>
              <a:gd name="csY3049" fmla="*/ 1028970 h 1028969"/>
              <a:gd name="csX3050" fmla="*/ 527143 w 1728164"/>
              <a:gd name="csY3050" fmla="*/ 1028970 h 1028969"/>
              <a:gd name="csX3051" fmla="*/ 527316 w 1728164"/>
              <a:gd name="csY3051" fmla="*/ 1028970 h 1028969"/>
              <a:gd name="csX3052" fmla="*/ 527488 w 1728164"/>
              <a:gd name="csY3052" fmla="*/ 1028970 h 1028969"/>
              <a:gd name="csX3053" fmla="*/ 527661 w 1728164"/>
              <a:gd name="csY3053" fmla="*/ 1028970 h 1028969"/>
              <a:gd name="csX3054" fmla="*/ 527834 w 1728164"/>
              <a:gd name="csY3054" fmla="*/ 1028970 h 1028969"/>
              <a:gd name="csX3055" fmla="*/ 528007 w 1728164"/>
              <a:gd name="csY3055" fmla="*/ 1028970 h 1028969"/>
              <a:gd name="csX3056" fmla="*/ 528180 w 1728164"/>
              <a:gd name="csY3056" fmla="*/ 1028970 h 1028969"/>
              <a:gd name="csX3057" fmla="*/ 528353 w 1728164"/>
              <a:gd name="csY3057" fmla="*/ 1028970 h 1028969"/>
              <a:gd name="csX3058" fmla="*/ 528526 w 1728164"/>
              <a:gd name="csY3058" fmla="*/ 1028970 h 1028969"/>
              <a:gd name="csX3059" fmla="*/ 528698 w 1728164"/>
              <a:gd name="csY3059" fmla="*/ 1028970 h 1028969"/>
              <a:gd name="csX3060" fmla="*/ 528871 w 1728164"/>
              <a:gd name="csY3060" fmla="*/ 1028970 h 1028969"/>
              <a:gd name="csX3061" fmla="*/ 529044 w 1728164"/>
              <a:gd name="csY3061" fmla="*/ 1028970 h 1028969"/>
              <a:gd name="csX3062" fmla="*/ 529217 w 1728164"/>
              <a:gd name="csY3062" fmla="*/ 1028970 h 1028969"/>
              <a:gd name="csX3063" fmla="*/ 529390 w 1728164"/>
              <a:gd name="csY3063" fmla="*/ 1028970 h 1028969"/>
              <a:gd name="csX3064" fmla="*/ 529562 w 1728164"/>
              <a:gd name="csY3064" fmla="*/ 1028970 h 1028969"/>
              <a:gd name="csX3065" fmla="*/ 529736 w 1728164"/>
              <a:gd name="csY3065" fmla="*/ 1028970 h 1028969"/>
              <a:gd name="csX3066" fmla="*/ 529908 w 1728164"/>
              <a:gd name="csY3066" fmla="*/ 1028970 h 1028969"/>
              <a:gd name="csX3067" fmla="*/ 530081 w 1728164"/>
              <a:gd name="csY3067" fmla="*/ 1028970 h 1028969"/>
              <a:gd name="csX3068" fmla="*/ 530254 w 1728164"/>
              <a:gd name="csY3068" fmla="*/ 1028970 h 1028969"/>
              <a:gd name="csX3069" fmla="*/ 530427 w 1728164"/>
              <a:gd name="csY3069" fmla="*/ 1028970 h 1028969"/>
              <a:gd name="csX3070" fmla="*/ 530599 w 1728164"/>
              <a:gd name="csY3070" fmla="*/ 1028970 h 1028969"/>
              <a:gd name="csX3071" fmla="*/ 530772 w 1728164"/>
              <a:gd name="csY3071" fmla="*/ 1028970 h 1028969"/>
              <a:gd name="csX3072" fmla="*/ 530946 w 1728164"/>
              <a:gd name="csY3072" fmla="*/ 1028970 h 1028969"/>
              <a:gd name="csX3073" fmla="*/ 531118 w 1728164"/>
              <a:gd name="csY3073" fmla="*/ 1028970 h 1028969"/>
              <a:gd name="csX3074" fmla="*/ 531291 w 1728164"/>
              <a:gd name="csY3074" fmla="*/ 1028970 h 1028969"/>
              <a:gd name="csX3075" fmla="*/ 531463 w 1728164"/>
              <a:gd name="csY3075" fmla="*/ 1028970 h 1028969"/>
              <a:gd name="csX3076" fmla="*/ 531637 w 1728164"/>
              <a:gd name="csY3076" fmla="*/ 1028970 h 1028969"/>
              <a:gd name="csX3077" fmla="*/ 531809 w 1728164"/>
              <a:gd name="csY3077" fmla="*/ 1028970 h 1028969"/>
              <a:gd name="csX3078" fmla="*/ 531982 w 1728164"/>
              <a:gd name="csY3078" fmla="*/ 1028970 h 1028969"/>
              <a:gd name="csX3079" fmla="*/ 532155 w 1728164"/>
              <a:gd name="csY3079" fmla="*/ 1028970 h 1028969"/>
              <a:gd name="csX3080" fmla="*/ 532328 w 1728164"/>
              <a:gd name="csY3080" fmla="*/ 1028970 h 1028969"/>
              <a:gd name="csX3081" fmla="*/ 532501 w 1728164"/>
              <a:gd name="csY3081" fmla="*/ 1028970 h 1028969"/>
              <a:gd name="csX3082" fmla="*/ 532673 w 1728164"/>
              <a:gd name="csY3082" fmla="*/ 1028970 h 1028969"/>
              <a:gd name="csX3083" fmla="*/ 532847 w 1728164"/>
              <a:gd name="csY3083" fmla="*/ 1028970 h 1028969"/>
              <a:gd name="csX3084" fmla="*/ 533019 w 1728164"/>
              <a:gd name="csY3084" fmla="*/ 1028970 h 1028969"/>
              <a:gd name="csX3085" fmla="*/ 533192 w 1728164"/>
              <a:gd name="csY3085" fmla="*/ 1028970 h 1028969"/>
              <a:gd name="csX3086" fmla="*/ 533364 w 1728164"/>
              <a:gd name="csY3086" fmla="*/ 1028970 h 1028969"/>
              <a:gd name="csX3087" fmla="*/ 533538 w 1728164"/>
              <a:gd name="csY3087" fmla="*/ 1028970 h 1028969"/>
              <a:gd name="csX3088" fmla="*/ 533711 w 1728164"/>
              <a:gd name="csY3088" fmla="*/ 1028970 h 1028969"/>
              <a:gd name="csX3089" fmla="*/ 533883 w 1728164"/>
              <a:gd name="csY3089" fmla="*/ 1028970 h 1028969"/>
              <a:gd name="csX3090" fmla="*/ 534057 w 1728164"/>
              <a:gd name="csY3090" fmla="*/ 1028970 h 1028969"/>
              <a:gd name="csX3091" fmla="*/ 534229 w 1728164"/>
              <a:gd name="csY3091" fmla="*/ 1028970 h 1028969"/>
              <a:gd name="csX3092" fmla="*/ 534402 w 1728164"/>
              <a:gd name="csY3092" fmla="*/ 1028970 h 1028969"/>
              <a:gd name="csX3093" fmla="*/ 534574 w 1728164"/>
              <a:gd name="csY3093" fmla="*/ 1028970 h 1028969"/>
              <a:gd name="csX3094" fmla="*/ 534748 w 1728164"/>
              <a:gd name="csY3094" fmla="*/ 1028970 h 1028969"/>
              <a:gd name="csX3095" fmla="*/ 534920 w 1728164"/>
              <a:gd name="csY3095" fmla="*/ 1028970 h 1028969"/>
              <a:gd name="csX3096" fmla="*/ 535093 w 1728164"/>
              <a:gd name="csY3096" fmla="*/ 1028970 h 1028969"/>
              <a:gd name="csX3097" fmla="*/ 535266 w 1728164"/>
              <a:gd name="csY3097" fmla="*/ 1028970 h 1028969"/>
              <a:gd name="csX3098" fmla="*/ 535439 w 1728164"/>
              <a:gd name="csY3098" fmla="*/ 1028970 h 1028969"/>
              <a:gd name="csX3099" fmla="*/ 535612 w 1728164"/>
              <a:gd name="csY3099" fmla="*/ 1028970 h 1028969"/>
              <a:gd name="csX3100" fmla="*/ 535784 w 1728164"/>
              <a:gd name="csY3100" fmla="*/ 1028970 h 1028969"/>
              <a:gd name="csX3101" fmla="*/ 535958 w 1728164"/>
              <a:gd name="csY3101" fmla="*/ 1028970 h 1028969"/>
              <a:gd name="csX3102" fmla="*/ 536130 w 1728164"/>
              <a:gd name="csY3102" fmla="*/ 1028970 h 1028969"/>
              <a:gd name="csX3103" fmla="*/ 536303 w 1728164"/>
              <a:gd name="csY3103" fmla="*/ 1028970 h 1028969"/>
              <a:gd name="csX3104" fmla="*/ 536476 w 1728164"/>
              <a:gd name="csY3104" fmla="*/ 1028970 h 1028969"/>
              <a:gd name="csX3105" fmla="*/ 536649 w 1728164"/>
              <a:gd name="csY3105" fmla="*/ 1028970 h 1028969"/>
              <a:gd name="csX3106" fmla="*/ 536822 w 1728164"/>
              <a:gd name="csY3106" fmla="*/ 1028970 h 1028969"/>
              <a:gd name="csX3107" fmla="*/ 536994 w 1728164"/>
              <a:gd name="csY3107" fmla="*/ 1028970 h 1028969"/>
              <a:gd name="csX3108" fmla="*/ 537167 w 1728164"/>
              <a:gd name="csY3108" fmla="*/ 1028970 h 1028969"/>
              <a:gd name="csX3109" fmla="*/ 537340 w 1728164"/>
              <a:gd name="csY3109" fmla="*/ 1028970 h 1028969"/>
              <a:gd name="csX3110" fmla="*/ 537513 w 1728164"/>
              <a:gd name="csY3110" fmla="*/ 1028970 h 1028969"/>
              <a:gd name="csX3111" fmla="*/ 537685 w 1728164"/>
              <a:gd name="csY3111" fmla="*/ 1028970 h 1028969"/>
              <a:gd name="csX3112" fmla="*/ 537859 w 1728164"/>
              <a:gd name="csY3112" fmla="*/ 1028970 h 1028969"/>
              <a:gd name="csX3113" fmla="*/ 538032 w 1728164"/>
              <a:gd name="csY3113" fmla="*/ 1028970 h 1028969"/>
              <a:gd name="csX3114" fmla="*/ 538204 w 1728164"/>
              <a:gd name="csY3114" fmla="*/ 1028970 h 1028969"/>
              <a:gd name="csX3115" fmla="*/ 538377 w 1728164"/>
              <a:gd name="csY3115" fmla="*/ 1028970 h 1028969"/>
              <a:gd name="csX3116" fmla="*/ 538550 w 1728164"/>
              <a:gd name="csY3116" fmla="*/ 1028970 h 1028969"/>
              <a:gd name="csX3117" fmla="*/ 538723 w 1728164"/>
              <a:gd name="csY3117" fmla="*/ 1028970 h 1028969"/>
              <a:gd name="csX3118" fmla="*/ 538895 w 1728164"/>
              <a:gd name="csY3118" fmla="*/ 1028970 h 1028969"/>
              <a:gd name="csX3119" fmla="*/ 539068 w 1728164"/>
              <a:gd name="csY3119" fmla="*/ 1028970 h 1028969"/>
              <a:gd name="csX3120" fmla="*/ 539241 w 1728164"/>
              <a:gd name="csY3120" fmla="*/ 1028970 h 1028969"/>
              <a:gd name="csX3121" fmla="*/ 539414 w 1728164"/>
              <a:gd name="csY3121" fmla="*/ 1028970 h 1028969"/>
              <a:gd name="csX3122" fmla="*/ 539587 w 1728164"/>
              <a:gd name="csY3122" fmla="*/ 1028970 h 1028969"/>
              <a:gd name="csX3123" fmla="*/ 539760 w 1728164"/>
              <a:gd name="csY3123" fmla="*/ 1028970 h 1028969"/>
              <a:gd name="csX3124" fmla="*/ 539933 w 1728164"/>
              <a:gd name="csY3124" fmla="*/ 1028970 h 1028969"/>
              <a:gd name="csX3125" fmla="*/ 540105 w 1728164"/>
              <a:gd name="csY3125" fmla="*/ 1028970 h 1028969"/>
              <a:gd name="csX3126" fmla="*/ 540278 w 1728164"/>
              <a:gd name="csY3126" fmla="*/ 1028970 h 1028969"/>
              <a:gd name="csX3127" fmla="*/ 540451 w 1728164"/>
              <a:gd name="csY3127" fmla="*/ 1028970 h 1028969"/>
              <a:gd name="csX3128" fmla="*/ 540624 w 1728164"/>
              <a:gd name="csY3128" fmla="*/ 1028970 h 1028969"/>
              <a:gd name="csX3129" fmla="*/ 540797 w 1728164"/>
              <a:gd name="csY3129" fmla="*/ 1028970 h 1028969"/>
              <a:gd name="csX3130" fmla="*/ 540969 w 1728164"/>
              <a:gd name="csY3130" fmla="*/ 1028970 h 1028969"/>
              <a:gd name="csX3131" fmla="*/ 541143 w 1728164"/>
              <a:gd name="csY3131" fmla="*/ 1028970 h 1028969"/>
              <a:gd name="csX3132" fmla="*/ 541315 w 1728164"/>
              <a:gd name="csY3132" fmla="*/ 1028970 h 1028969"/>
              <a:gd name="csX3133" fmla="*/ 541488 w 1728164"/>
              <a:gd name="csY3133" fmla="*/ 1028970 h 1028969"/>
              <a:gd name="csX3134" fmla="*/ 541661 w 1728164"/>
              <a:gd name="csY3134" fmla="*/ 1028970 h 1028969"/>
              <a:gd name="csX3135" fmla="*/ 541834 w 1728164"/>
              <a:gd name="csY3135" fmla="*/ 1028970 h 1028969"/>
              <a:gd name="csX3136" fmla="*/ 542006 w 1728164"/>
              <a:gd name="csY3136" fmla="*/ 1028970 h 1028969"/>
              <a:gd name="csX3137" fmla="*/ 542179 w 1728164"/>
              <a:gd name="csY3137" fmla="*/ 1028970 h 1028969"/>
              <a:gd name="csX3138" fmla="*/ 542353 w 1728164"/>
              <a:gd name="csY3138" fmla="*/ 1028970 h 1028969"/>
              <a:gd name="csX3139" fmla="*/ 542525 w 1728164"/>
              <a:gd name="csY3139" fmla="*/ 1028970 h 1028969"/>
              <a:gd name="csX3140" fmla="*/ 542698 w 1728164"/>
              <a:gd name="csY3140" fmla="*/ 1028970 h 1028969"/>
              <a:gd name="csX3141" fmla="*/ 542870 w 1728164"/>
              <a:gd name="csY3141" fmla="*/ 1028970 h 1028969"/>
              <a:gd name="csX3142" fmla="*/ 543044 w 1728164"/>
              <a:gd name="csY3142" fmla="*/ 1028970 h 1028969"/>
              <a:gd name="csX3143" fmla="*/ 543216 w 1728164"/>
              <a:gd name="csY3143" fmla="*/ 1028970 h 1028969"/>
              <a:gd name="csX3144" fmla="*/ 543389 w 1728164"/>
              <a:gd name="csY3144" fmla="*/ 1028970 h 1028969"/>
              <a:gd name="csX3145" fmla="*/ 543562 w 1728164"/>
              <a:gd name="csY3145" fmla="*/ 1028970 h 1028969"/>
              <a:gd name="csX3146" fmla="*/ 543735 w 1728164"/>
              <a:gd name="csY3146" fmla="*/ 1028970 h 1028969"/>
              <a:gd name="csX3147" fmla="*/ 543908 w 1728164"/>
              <a:gd name="csY3147" fmla="*/ 1028970 h 1028969"/>
              <a:gd name="csX3148" fmla="*/ 544080 w 1728164"/>
              <a:gd name="csY3148" fmla="*/ 1028970 h 1028969"/>
              <a:gd name="csX3149" fmla="*/ 544254 w 1728164"/>
              <a:gd name="csY3149" fmla="*/ 1028970 h 1028969"/>
              <a:gd name="csX3150" fmla="*/ 544426 w 1728164"/>
              <a:gd name="csY3150" fmla="*/ 1028970 h 1028969"/>
              <a:gd name="csX3151" fmla="*/ 544599 w 1728164"/>
              <a:gd name="csY3151" fmla="*/ 1028970 h 1028969"/>
              <a:gd name="csX3152" fmla="*/ 544771 w 1728164"/>
              <a:gd name="csY3152" fmla="*/ 1028970 h 1028969"/>
              <a:gd name="csX3153" fmla="*/ 544945 w 1728164"/>
              <a:gd name="csY3153" fmla="*/ 1028970 h 1028969"/>
              <a:gd name="csX3154" fmla="*/ 545118 w 1728164"/>
              <a:gd name="csY3154" fmla="*/ 1028970 h 1028969"/>
              <a:gd name="csX3155" fmla="*/ 545290 w 1728164"/>
              <a:gd name="csY3155" fmla="*/ 1028970 h 1028969"/>
              <a:gd name="csX3156" fmla="*/ 545464 w 1728164"/>
              <a:gd name="csY3156" fmla="*/ 1028970 h 1028969"/>
              <a:gd name="csX3157" fmla="*/ 545636 w 1728164"/>
              <a:gd name="csY3157" fmla="*/ 1028970 h 1028969"/>
              <a:gd name="csX3158" fmla="*/ 545809 w 1728164"/>
              <a:gd name="csY3158" fmla="*/ 1028970 h 1028969"/>
              <a:gd name="csX3159" fmla="*/ 545981 w 1728164"/>
              <a:gd name="csY3159" fmla="*/ 1028970 h 1028969"/>
              <a:gd name="csX3160" fmla="*/ 546155 w 1728164"/>
              <a:gd name="csY3160" fmla="*/ 1028970 h 1028969"/>
              <a:gd name="csX3161" fmla="*/ 546328 w 1728164"/>
              <a:gd name="csY3161" fmla="*/ 1028970 h 1028969"/>
              <a:gd name="csX3162" fmla="*/ 546500 w 1728164"/>
              <a:gd name="csY3162" fmla="*/ 1028970 h 1028969"/>
              <a:gd name="csX3163" fmla="*/ 546673 w 1728164"/>
              <a:gd name="csY3163" fmla="*/ 1028970 h 1028969"/>
              <a:gd name="csX3164" fmla="*/ 546846 w 1728164"/>
              <a:gd name="csY3164" fmla="*/ 1028970 h 1028969"/>
              <a:gd name="csX3165" fmla="*/ 547019 w 1728164"/>
              <a:gd name="csY3165" fmla="*/ 1028970 h 1028969"/>
              <a:gd name="csX3166" fmla="*/ 547191 w 1728164"/>
              <a:gd name="csY3166" fmla="*/ 1028970 h 1028969"/>
              <a:gd name="csX3167" fmla="*/ 547365 w 1728164"/>
              <a:gd name="csY3167" fmla="*/ 1028970 h 1028969"/>
              <a:gd name="csX3168" fmla="*/ 547537 w 1728164"/>
              <a:gd name="csY3168" fmla="*/ 1028970 h 1028969"/>
              <a:gd name="csX3169" fmla="*/ 547710 w 1728164"/>
              <a:gd name="csY3169" fmla="*/ 1028970 h 1028969"/>
              <a:gd name="csX3170" fmla="*/ 547883 w 1728164"/>
              <a:gd name="csY3170" fmla="*/ 1028970 h 1028969"/>
              <a:gd name="csX3171" fmla="*/ 548056 w 1728164"/>
              <a:gd name="csY3171" fmla="*/ 1028970 h 1028969"/>
              <a:gd name="csX3172" fmla="*/ 548229 w 1728164"/>
              <a:gd name="csY3172" fmla="*/ 1028970 h 1028969"/>
              <a:gd name="csX3173" fmla="*/ 548401 w 1728164"/>
              <a:gd name="csY3173" fmla="*/ 1028970 h 1028969"/>
              <a:gd name="csX3174" fmla="*/ 548574 w 1728164"/>
              <a:gd name="csY3174" fmla="*/ 1028970 h 1028969"/>
              <a:gd name="csX3175" fmla="*/ 548747 w 1728164"/>
              <a:gd name="csY3175" fmla="*/ 1028970 h 1028969"/>
              <a:gd name="csX3176" fmla="*/ 548920 w 1728164"/>
              <a:gd name="csY3176" fmla="*/ 1028970 h 1028969"/>
              <a:gd name="csX3177" fmla="*/ 549092 w 1728164"/>
              <a:gd name="csY3177" fmla="*/ 1028970 h 1028969"/>
              <a:gd name="csX3178" fmla="*/ 549266 w 1728164"/>
              <a:gd name="csY3178" fmla="*/ 1028970 h 1028969"/>
              <a:gd name="csX3179" fmla="*/ 549439 w 1728164"/>
              <a:gd name="csY3179" fmla="*/ 1028970 h 1028969"/>
              <a:gd name="csX3180" fmla="*/ 549611 w 1728164"/>
              <a:gd name="csY3180" fmla="*/ 1028970 h 1028969"/>
              <a:gd name="csX3181" fmla="*/ 549784 w 1728164"/>
              <a:gd name="csY3181" fmla="*/ 1028970 h 1028969"/>
              <a:gd name="csX3182" fmla="*/ 549957 w 1728164"/>
              <a:gd name="csY3182" fmla="*/ 1028970 h 1028969"/>
              <a:gd name="csX3183" fmla="*/ 550130 w 1728164"/>
              <a:gd name="csY3183" fmla="*/ 1028970 h 1028969"/>
              <a:gd name="csX3184" fmla="*/ 550302 w 1728164"/>
              <a:gd name="csY3184" fmla="*/ 1028970 h 1028969"/>
              <a:gd name="csX3185" fmla="*/ 550475 w 1728164"/>
              <a:gd name="csY3185" fmla="*/ 1028970 h 1028969"/>
              <a:gd name="csX3186" fmla="*/ 550649 w 1728164"/>
              <a:gd name="csY3186" fmla="*/ 1028970 h 1028969"/>
              <a:gd name="csX3187" fmla="*/ 550821 w 1728164"/>
              <a:gd name="csY3187" fmla="*/ 1028970 h 1028969"/>
              <a:gd name="csX3188" fmla="*/ 550994 w 1728164"/>
              <a:gd name="csY3188" fmla="*/ 1028970 h 1028969"/>
              <a:gd name="csX3189" fmla="*/ 551167 w 1728164"/>
              <a:gd name="csY3189" fmla="*/ 1028970 h 1028969"/>
              <a:gd name="csX3190" fmla="*/ 551340 w 1728164"/>
              <a:gd name="csY3190" fmla="*/ 1028970 h 1028969"/>
              <a:gd name="csX3191" fmla="*/ 551512 w 1728164"/>
              <a:gd name="csY3191" fmla="*/ 1028970 h 1028969"/>
              <a:gd name="csX3192" fmla="*/ 551685 w 1728164"/>
              <a:gd name="csY3192" fmla="*/ 1028970 h 1028969"/>
              <a:gd name="csX3193" fmla="*/ 551858 w 1728164"/>
              <a:gd name="csY3193" fmla="*/ 1028970 h 1028969"/>
              <a:gd name="csX3194" fmla="*/ 552031 w 1728164"/>
              <a:gd name="csY3194" fmla="*/ 1028970 h 1028969"/>
              <a:gd name="csX3195" fmla="*/ 552204 w 1728164"/>
              <a:gd name="csY3195" fmla="*/ 1028970 h 1028969"/>
              <a:gd name="csX3196" fmla="*/ 552376 w 1728164"/>
              <a:gd name="csY3196" fmla="*/ 1028970 h 1028969"/>
              <a:gd name="csX3197" fmla="*/ 552550 w 1728164"/>
              <a:gd name="csY3197" fmla="*/ 1028970 h 1028969"/>
              <a:gd name="csX3198" fmla="*/ 552722 w 1728164"/>
              <a:gd name="csY3198" fmla="*/ 1028970 h 1028969"/>
              <a:gd name="csX3199" fmla="*/ 552895 w 1728164"/>
              <a:gd name="csY3199" fmla="*/ 1028970 h 1028969"/>
              <a:gd name="csX3200" fmla="*/ 553068 w 1728164"/>
              <a:gd name="csY3200" fmla="*/ 1028970 h 1028969"/>
              <a:gd name="csX3201" fmla="*/ 553241 w 1728164"/>
              <a:gd name="csY3201" fmla="*/ 1028970 h 1028969"/>
              <a:gd name="csX3202" fmla="*/ 553413 w 1728164"/>
              <a:gd name="csY3202" fmla="*/ 1028970 h 1028969"/>
              <a:gd name="csX3203" fmla="*/ 553586 w 1728164"/>
              <a:gd name="csY3203" fmla="*/ 1028970 h 1028969"/>
              <a:gd name="csX3204" fmla="*/ 553760 w 1728164"/>
              <a:gd name="csY3204" fmla="*/ 1028970 h 1028969"/>
              <a:gd name="csX3205" fmla="*/ 553932 w 1728164"/>
              <a:gd name="csY3205" fmla="*/ 1028970 h 1028969"/>
              <a:gd name="csX3206" fmla="*/ 554105 w 1728164"/>
              <a:gd name="csY3206" fmla="*/ 1028970 h 1028969"/>
              <a:gd name="csX3207" fmla="*/ 554277 w 1728164"/>
              <a:gd name="csY3207" fmla="*/ 1028970 h 1028969"/>
              <a:gd name="csX3208" fmla="*/ 554451 w 1728164"/>
              <a:gd name="csY3208" fmla="*/ 1028970 h 1028969"/>
              <a:gd name="csX3209" fmla="*/ 554623 w 1728164"/>
              <a:gd name="csY3209" fmla="*/ 1028970 h 1028969"/>
              <a:gd name="csX3210" fmla="*/ 554796 w 1728164"/>
              <a:gd name="csY3210" fmla="*/ 1028970 h 1028969"/>
              <a:gd name="csX3211" fmla="*/ 554970 w 1728164"/>
              <a:gd name="csY3211" fmla="*/ 1028970 h 1028969"/>
              <a:gd name="csX3212" fmla="*/ 555142 w 1728164"/>
              <a:gd name="csY3212" fmla="*/ 1028970 h 1028969"/>
              <a:gd name="csX3213" fmla="*/ 555315 w 1728164"/>
              <a:gd name="csY3213" fmla="*/ 1028970 h 1028969"/>
              <a:gd name="csX3214" fmla="*/ 555487 w 1728164"/>
              <a:gd name="csY3214" fmla="*/ 1028970 h 1028969"/>
              <a:gd name="csX3215" fmla="*/ 555661 w 1728164"/>
              <a:gd name="csY3215" fmla="*/ 1028970 h 1028969"/>
              <a:gd name="csX3216" fmla="*/ 555833 w 1728164"/>
              <a:gd name="csY3216" fmla="*/ 1028970 h 1028969"/>
              <a:gd name="csX3217" fmla="*/ 556006 w 1728164"/>
              <a:gd name="csY3217" fmla="*/ 1028970 h 1028969"/>
              <a:gd name="csX3218" fmla="*/ 556179 w 1728164"/>
              <a:gd name="csY3218" fmla="*/ 1028970 h 1028969"/>
              <a:gd name="csX3219" fmla="*/ 556352 w 1728164"/>
              <a:gd name="csY3219" fmla="*/ 1028970 h 1028969"/>
              <a:gd name="csX3220" fmla="*/ 556525 w 1728164"/>
              <a:gd name="csY3220" fmla="*/ 1028970 h 1028969"/>
              <a:gd name="csX3221" fmla="*/ 556697 w 1728164"/>
              <a:gd name="csY3221" fmla="*/ 1028970 h 1028969"/>
              <a:gd name="csX3222" fmla="*/ 556871 w 1728164"/>
              <a:gd name="csY3222" fmla="*/ 1028970 h 1028969"/>
              <a:gd name="csX3223" fmla="*/ 557043 w 1728164"/>
              <a:gd name="csY3223" fmla="*/ 1028970 h 1028969"/>
              <a:gd name="csX3224" fmla="*/ 557216 w 1728164"/>
              <a:gd name="csY3224" fmla="*/ 1028970 h 1028969"/>
              <a:gd name="csX3225" fmla="*/ 557388 w 1728164"/>
              <a:gd name="csY3225" fmla="*/ 1028970 h 1028969"/>
              <a:gd name="csX3226" fmla="*/ 557562 w 1728164"/>
              <a:gd name="csY3226" fmla="*/ 1028970 h 1028969"/>
              <a:gd name="csX3227" fmla="*/ 557734 w 1728164"/>
              <a:gd name="csY3227" fmla="*/ 1028970 h 1028969"/>
              <a:gd name="csX3228" fmla="*/ 557907 w 1728164"/>
              <a:gd name="csY3228" fmla="*/ 1028970 h 1028969"/>
              <a:gd name="csX3229" fmla="*/ 558080 w 1728164"/>
              <a:gd name="csY3229" fmla="*/ 1028970 h 1028969"/>
              <a:gd name="csX3230" fmla="*/ 558253 w 1728164"/>
              <a:gd name="csY3230" fmla="*/ 1028970 h 1028969"/>
              <a:gd name="csX3231" fmla="*/ 558426 w 1728164"/>
              <a:gd name="csY3231" fmla="*/ 1028970 h 1028969"/>
              <a:gd name="csX3232" fmla="*/ 558598 w 1728164"/>
              <a:gd name="csY3232" fmla="*/ 1028970 h 1028969"/>
              <a:gd name="csX3233" fmla="*/ 558772 w 1728164"/>
              <a:gd name="csY3233" fmla="*/ 1028970 h 1028969"/>
              <a:gd name="csX3234" fmla="*/ 558944 w 1728164"/>
              <a:gd name="csY3234" fmla="*/ 1028970 h 1028969"/>
              <a:gd name="csX3235" fmla="*/ 559117 w 1728164"/>
              <a:gd name="csY3235" fmla="*/ 1028970 h 1028969"/>
              <a:gd name="csX3236" fmla="*/ 559290 w 1728164"/>
              <a:gd name="csY3236" fmla="*/ 1028970 h 1028969"/>
              <a:gd name="csX3237" fmla="*/ 559463 w 1728164"/>
              <a:gd name="csY3237" fmla="*/ 1028970 h 1028969"/>
              <a:gd name="csX3238" fmla="*/ 559636 w 1728164"/>
              <a:gd name="csY3238" fmla="*/ 1028970 h 1028969"/>
              <a:gd name="csX3239" fmla="*/ 559808 w 1728164"/>
              <a:gd name="csY3239" fmla="*/ 1028970 h 1028969"/>
              <a:gd name="csX3240" fmla="*/ 559981 w 1728164"/>
              <a:gd name="csY3240" fmla="*/ 1028970 h 1028969"/>
              <a:gd name="csX3241" fmla="*/ 560154 w 1728164"/>
              <a:gd name="csY3241" fmla="*/ 1028970 h 1028969"/>
              <a:gd name="csX3242" fmla="*/ 560327 w 1728164"/>
              <a:gd name="csY3242" fmla="*/ 1028970 h 1028969"/>
              <a:gd name="csX3243" fmla="*/ 560500 w 1728164"/>
              <a:gd name="csY3243" fmla="*/ 1028970 h 1028969"/>
              <a:gd name="csX3244" fmla="*/ 560673 w 1728164"/>
              <a:gd name="csY3244" fmla="*/ 1028970 h 1028969"/>
              <a:gd name="csX3245" fmla="*/ 560846 w 1728164"/>
              <a:gd name="csY3245" fmla="*/ 1028970 h 1028969"/>
              <a:gd name="csX3246" fmla="*/ 561018 w 1728164"/>
              <a:gd name="csY3246" fmla="*/ 1028970 h 1028969"/>
              <a:gd name="csX3247" fmla="*/ 561191 w 1728164"/>
              <a:gd name="csY3247" fmla="*/ 1028970 h 1028969"/>
              <a:gd name="csX3248" fmla="*/ 561364 w 1728164"/>
              <a:gd name="csY3248" fmla="*/ 1028970 h 1028969"/>
              <a:gd name="csX3249" fmla="*/ 561537 w 1728164"/>
              <a:gd name="csY3249" fmla="*/ 1028970 h 1028969"/>
              <a:gd name="csX3250" fmla="*/ 561709 w 1728164"/>
              <a:gd name="csY3250" fmla="*/ 1028970 h 1028969"/>
              <a:gd name="csX3251" fmla="*/ 561882 w 1728164"/>
              <a:gd name="csY3251" fmla="*/ 1028970 h 1028969"/>
              <a:gd name="csX3252" fmla="*/ 562055 w 1728164"/>
              <a:gd name="csY3252" fmla="*/ 1028970 h 1028969"/>
              <a:gd name="csX3253" fmla="*/ 562228 w 1728164"/>
              <a:gd name="csY3253" fmla="*/ 1028970 h 1028969"/>
              <a:gd name="csX3254" fmla="*/ 562401 w 1728164"/>
              <a:gd name="csY3254" fmla="*/ 1028970 h 1028969"/>
              <a:gd name="csX3255" fmla="*/ 562574 w 1728164"/>
              <a:gd name="csY3255" fmla="*/ 1028970 h 1028969"/>
              <a:gd name="csX3256" fmla="*/ 562747 w 1728164"/>
              <a:gd name="csY3256" fmla="*/ 1028970 h 1028969"/>
              <a:gd name="csX3257" fmla="*/ 562919 w 1728164"/>
              <a:gd name="csY3257" fmla="*/ 1028970 h 1028969"/>
              <a:gd name="csX3258" fmla="*/ 563092 w 1728164"/>
              <a:gd name="csY3258" fmla="*/ 1028970 h 1028969"/>
              <a:gd name="csX3259" fmla="*/ 563265 w 1728164"/>
              <a:gd name="csY3259" fmla="*/ 1028970 h 1028969"/>
              <a:gd name="csX3260" fmla="*/ 563438 w 1728164"/>
              <a:gd name="csY3260" fmla="*/ 1028970 h 1028969"/>
              <a:gd name="csX3261" fmla="*/ 563611 w 1728164"/>
              <a:gd name="csY3261" fmla="*/ 1028970 h 1028969"/>
              <a:gd name="csX3262" fmla="*/ 563783 w 1728164"/>
              <a:gd name="csY3262" fmla="*/ 1028970 h 1028969"/>
              <a:gd name="csX3263" fmla="*/ 563957 w 1728164"/>
              <a:gd name="csY3263" fmla="*/ 1028970 h 1028969"/>
              <a:gd name="csX3264" fmla="*/ 564129 w 1728164"/>
              <a:gd name="csY3264" fmla="*/ 1028970 h 1028969"/>
              <a:gd name="csX3265" fmla="*/ 564302 w 1728164"/>
              <a:gd name="csY3265" fmla="*/ 1028970 h 1028969"/>
              <a:gd name="csX3266" fmla="*/ 564475 w 1728164"/>
              <a:gd name="csY3266" fmla="*/ 1028970 h 1028969"/>
              <a:gd name="csX3267" fmla="*/ 564648 w 1728164"/>
              <a:gd name="csY3267" fmla="*/ 1028970 h 1028969"/>
              <a:gd name="csX3268" fmla="*/ 564821 w 1728164"/>
              <a:gd name="csY3268" fmla="*/ 1028970 h 1028969"/>
              <a:gd name="csX3269" fmla="*/ 564993 w 1728164"/>
              <a:gd name="csY3269" fmla="*/ 1028970 h 1028969"/>
              <a:gd name="csX3270" fmla="*/ 565167 w 1728164"/>
              <a:gd name="csY3270" fmla="*/ 1028970 h 1028969"/>
              <a:gd name="csX3271" fmla="*/ 565339 w 1728164"/>
              <a:gd name="csY3271" fmla="*/ 1028970 h 1028969"/>
              <a:gd name="csX3272" fmla="*/ 565512 w 1728164"/>
              <a:gd name="csY3272" fmla="*/ 1028970 h 1028969"/>
              <a:gd name="csX3273" fmla="*/ 565685 w 1728164"/>
              <a:gd name="csY3273" fmla="*/ 1028970 h 1028969"/>
              <a:gd name="csX3274" fmla="*/ 565858 w 1728164"/>
              <a:gd name="csY3274" fmla="*/ 1028970 h 1028969"/>
              <a:gd name="csX3275" fmla="*/ 566030 w 1728164"/>
              <a:gd name="csY3275" fmla="*/ 1028970 h 1028969"/>
              <a:gd name="csX3276" fmla="*/ 566203 w 1728164"/>
              <a:gd name="csY3276" fmla="*/ 1028970 h 1028969"/>
              <a:gd name="csX3277" fmla="*/ 566376 w 1728164"/>
              <a:gd name="csY3277" fmla="*/ 1028970 h 1028969"/>
              <a:gd name="csX3278" fmla="*/ 566549 w 1728164"/>
              <a:gd name="csY3278" fmla="*/ 1028970 h 1028969"/>
              <a:gd name="csX3279" fmla="*/ 566722 w 1728164"/>
              <a:gd name="csY3279" fmla="*/ 1028970 h 1028969"/>
              <a:gd name="csX3280" fmla="*/ 566894 w 1728164"/>
              <a:gd name="csY3280" fmla="*/ 1028970 h 1028969"/>
              <a:gd name="csX3281" fmla="*/ 567068 w 1728164"/>
              <a:gd name="csY3281" fmla="*/ 1028970 h 1028969"/>
              <a:gd name="csX3282" fmla="*/ 567240 w 1728164"/>
              <a:gd name="csY3282" fmla="*/ 1028970 h 1028969"/>
              <a:gd name="csX3283" fmla="*/ 567413 w 1728164"/>
              <a:gd name="csY3283" fmla="*/ 1028970 h 1028969"/>
              <a:gd name="csX3284" fmla="*/ 567586 w 1728164"/>
              <a:gd name="csY3284" fmla="*/ 1028970 h 1028969"/>
              <a:gd name="csX3285" fmla="*/ 567759 w 1728164"/>
              <a:gd name="csY3285" fmla="*/ 1028970 h 1028969"/>
              <a:gd name="csX3286" fmla="*/ 567932 w 1728164"/>
              <a:gd name="csY3286" fmla="*/ 1028970 h 1028969"/>
              <a:gd name="csX3287" fmla="*/ 568104 w 1728164"/>
              <a:gd name="csY3287" fmla="*/ 1028970 h 1028969"/>
              <a:gd name="csX3288" fmla="*/ 568278 w 1728164"/>
              <a:gd name="csY3288" fmla="*/ 1028970 h 1028969"/>
              <a:gd name="csX3289" fmla="*/ 568450 w 1728164"/>
              <a:gd name="csY3289" fmla="*/ 1028970 h 1028969"/>
              <a:gd name="csX3290" fmla="*/ 568623 w 1728164"/>
              <a:gd name="csY3290" fmla="*/ 1028970 h 1028969"/>
              <a:gd name="csX3291" fmla="*/ 568795 w 1728164"/>
              <a:gd name="csY3291" fmla="*/ 1028970 h 1028969"/>
              <a:gd name="csX3292" fmla="*/ 568969 w 1728164"/>
              <a:gd name="csY3292" fmla="*/ 1028970 h 1028969"/>
              <a:gd name="csX3293" fmla="*/ 569142 w 1728164"/>
              <a:gd name="csY3293" fmla="*/ 1028970 h 1028969"/>
              <a:gd name="csX3294" fmla="*/ 569314 w 1728164"/>
              <a:gd name="csY3294" fmla="*/ 1028970 h 1028969"/>
              <a:gd name="csX3295" fmla="*/ 569488 w 1728164"/>
              <a:gd name="csY3295" fmla="*/ 1028970 h 1028969"/>
              <a:gd name="csX3296" fmla="*/ 569660 w 1728164"/>
              <a:gd name="csY3296" fmla="*/ 1028970 h 1028969"/>
              <a:gd name="csX3297" fmla="*/ 569833 w 1728164"/>
              <a:gd name="csY3297" fmla="*/ 1028970 h 1028969"/>
              <a:gd name="csX3298" fmla="*/ 570005 w 1728164"/>
              <a:gd name="csY3298" fmla="*/ 1028970 h 1028969"/>
              <a:gd name="csX3299" fmla="*/ 570179 w 1728164"/>
              <a:gd name="csY3299" fmla="*/ 1028970 h 1028969"/>
              <a:gd name="csX3300" fmla="*/ 570351 w 1728164"/>
              <a:gd name="csY3300" fmla="*/ 1028970 h 1028969"/>
              <a:gd name="csX3301" fmla="*/ 570524 w 1728164"/>
              <a:gd name="csY3301" fmla="*/ 1028970 h 1028969"/>
              <a:gd name="csX3302" fmla="*/ 570697 w 1728164"/>
              <a:gd name="csY3302" fmla="*/ 1028970 h 1028969"/>
              <a:gd name="csX3303" fmla="*/ 570870 w 1728164"/>
              <a:gd name="csY3303" fmla="*/ 1028970 h 1028969"/>
              <a:gd name="csX3304" fmla="*/ 571043 w 1728164"/>
              <a:gd name="csY3304" fmla="*/ 1028970 h 1028969"/>
              <a:gd name="csX3305" fmla="*/ 571215 w 1728164"/>
              <a:gd name="csY3305" fmla="*/ 1028970 h 1028969"/>
              <a:gd name="csX3306" fmla="*/ 571389 w 1728164"/>
              <a:gd name="csY3306" fmla="*/ 1028970 h 1028969"/>
              <a:gd name="csX3307" fmla="*/ 571561 w 1728164"/>
              <a:gd name="csY3307" fmla="*/ 1028970 h 1028969"/>
              <a:gd name="csX3308" fmla="*/ 571734 w 1728164"/>
              <a:gd name="csY3308" fmla="*/ 1028970 h 1028969"/>
              <a:gd name="csX3309" fmla="*/ 571907 w 1728164"/>
              <a:gd name="csY3309" fmla="*/ 1028970 h 1028969"/>
              <a:gd name="csX3310" fmla="*/ 572080 w 1728164"/>
              <a:gd name="csY3310" fmla="*/ 1028970 h 1028969"/>
              <a:gd name="csX3311" fmla="*/ 572253 w 1728164"/>
              <a:gd name="csY3311" fmla="*/ 1028970 h 1028969"/>
              <a:gd name="csX3312" fmla="*/ 572425 w 1728164"/>
              <a:gd name="csY3312" fmla="*/ 1028970 h 1028969"/>
              <a:gd name="csX3313" fmla="*/ 572598 w 1728164"/>
              <a:gd name="csY3313" fmla="*/ 1028970 h 1028969"/>
              <a:gd name="csX3314" fmla="*/ 572771 w 1728164"/>
              <a:gd name="csY3314" fmla="*/ 1028970 h 1028969"/>
              <a:gd name="csX3315" fmla="*/ 572944 w 1728164"/>
              <a:gd name="csY3315" fmla="*/ 1028970 h 1028969"/>
              <a:gd name="csX3316" fmla="*/ 573116 w 1728164"/>
              <a:gd name="csY3316" fmla="*/ 1028970 h 1028969"/>
              <a:gd name="csX3317" fmla="*/ 573290 w 1728164"/>
              <a:gd name="csY3317" fmla="*/ 1028970 h 1028969"/>
              <a:gd name="csX3318" fmla="*/ 573463 w 1728164"/>
              <a:gd name="csY3318" fmla="*/ 1028970 h 1028969"/>
              <a:gd name="csX3319" fmla="*/ 573635 w 1728164"/>
              <a:gd name="csY3319" fmla="*/ 1028970 h 1028969"/>
              <a:gd name="csX3320" fmla="*/ 573808 w 1728164"/>
              <a:gd name="csY3320" fmla="*/ 1028970 h 1028969"/>
              <a:gd name="csX3321" fmla="*/ 573981 w 1728164"/>
              <a:gd name="csY3321" fmla="*/ 1028970 h 1028969"/>
              <a:gd name="csX3322" fmla="*/ 574154 w 1728164"/>
              <a:gd name="csY3322" fmla="*/ 1028970 h 1028969"/>
              <a:gd name="csX3323" fmla="*/ 574326 w 1728164"/>
              <a:gd name="csY3323" fmla="*/ 1028970 h 1028969"/>
              <a:gd name="csX3324" fmla="*/ 574499 w 1728164"/>
              <a:gd name="csY3324" fmla="*/ 1028970 h 1028969"/>
              <a:gd name="csX3325" fmla="*/ 574672 w 1728164"/>
              <a:gd name="csY3325" fmla="*/ 1028970 h 1028969"/>
              <a:gd name="csX3326" fmla="*/ 574845 w 1728164"/>
              <a:gd name="csY3326" fmla="*/ 1028970 h 1028969"/>
              <a:gd name="csX3327" fmla="*/ 575018 w 1728164"/>
              <a:gd name="csY3327" fmla="*/ 1028970 h 1028969"/>
              <a:gd name="csX3328" fmla="*/ 575191 w 1728164"/>
              <a:gd name="csY3328" fmla="*/ 1028970 h 1028969"/>
              <a:gd name="csX3329" fmla="*/ 575364 w 1728164"/>
              <a:gd name="csY3329" fmla="*/ 1028970 h 1028969"/>
              <a:gd name="csX3330" fmla="*/ 575536 w 1728164"/>
              <a:gd name="csY3330" fmla="*/ 1028970 h 1028969"/>
              <a:gd name="csX3331" fmla="*/ 575709 w 1728164"/>
              <a:gd name="csY3331" fmla="*/ 1028970 h 1028969"/>
              <a:gd name="csX3332" fmla="*/ 575882 w 1728164"/>
              <a:gd name="csY3332" fmla="*/ 1028970 h 1028969"/>
              <a:gd name="csX3333" fmla="*/ 576055 w 1728164"/>
              <a:gd name="csY3333" fmla="*/ 1028970 h 1028969"/>
              <a:gd name="csX3334" fmla="*/ 576228 w 1728164"/>
              <a:gd name="csY3334" fmla="*/ 1028970 h 1028969"/>
              <a:gd name="csX3335" fmla="*/ 576400 w 1728164"/>
              <a:gd name="csY3335" fmla="*/ 1028970 h 1028969"/>
              <a:gd name="csX3336" fmla="*/ 576573 w 1728164"/>
              <a:gd name="csY3336" fmla="*/ 1028970 h 1028969"/>
              <a:gd name="csX3337" fmla="*/ 576742 w 1728164"/>
              <a:gd name="csY3337" fmla="*/ 1028970 h 1028969"/>
              <a:gd name="csX3338" fmla="*/ 576920 w 1728164"/>
              <a:gd name="csY3338" fmla="*/ 1028970 h 1028969"/>
              <a:gd name="csX3339" fmla="*/ 577089 w 1728164"/>
              <a:gd name="csY3339" fmla="*/ 1028970 h 1028969"/>
              <a:gd name="csX3340" fmla="*/ 577267 w 1728164"/>
              <a:gd name="csY3340" fmla="*/ 1028970 h 1028969"/>
              <a:gd name="csX3341" fmla="*/ 577436 w 1728164"/>
              <a:gd name="csY3341" fmla="*/ 1028970 h 1028969"/>
              <a:gd name="csX3342" fmla="*/ 577614 w 1728164"/>
              <a:gd name="csY3342" fmla="*/ 1028970 h 1028969"/>
              <a:gd name="csX3343" fmla="*/ 577783 w 1728164"/>
              <a:gd name="csY3343" fmla="*/ 1028970 h 1028969"/>
              <a:gd name="csX3344" fmla="*/ 577952 w 1728164"/>
              <a:gd name="csY3344" fmla="*/ 1028970 h 1028969"/>
              <a:gd name="csX3345" fmla="*/ 578130 w 1728164"/>
              <a:gd name="csY3345" fmla="*/ 1028970 h 1028969"/>
              <a:gd name="csX3346" fmla="*/ 578299 w 1728164"/>
              <a:gd name="csY3346" fmla="*/ 1028970 h 1028969"/>
              <a:gd name="csX3347" fmla="*/ 578477 w 1728164"/>
              <a:gd name="csY3347" fmla="*/ 1028970 h 1028969"/>
              <a:gd name="csX3348" fmla="*/ 578646 w 1728164"/>
              <a:gd name="csY3348" fmla="*/ 1028970 h 1028969"/>
              <a:gd name="csX3349" fmla="*/ 578824 w 1728164"/>
              <a:gd name="csY3349" fmla="*/ 1028970 h 1028969"/>
              <a:gd name="csX3350" fmla="*/ 578993 w 1728164"/>
              <a:gd name="csY3350" fmla="*/ 1028970 h 1028969"/>
              <a:gd name="csX3351" fmla="*/ 579162 w 1728164"/>
              <a:gd name="csY3351" fmla="*/ 1028970 h 1028969"/>
              <a:gd name="csX3352" fmla="*/ 579340 w 1728164"/>
              <a:gd name="csY3352" fmla="*/ 1028970 h 1028969"/>
              <a:gd name="csX3353" fmla="*/ 579509 w 1728164"/>
              <a:gd name="csY3353" fmla="*/ 1028970 h 1028969"/>
              <a:gd name="csX3354" fmla="*/ 579686 w 1728164"/>
              <a:gd name="csY3354" fmla="*/ 1028970 h 1028969"/>
              <a:gd name="csX3355" fmla="*/ 579856 w 1728164"/>
              <a:gd name="csY3355" fmla="*/ 1028970 h 1028969"/>
              <a:gd name="csX3356" fmla="*/ 580033 w 1728164"/>
              <a:gd name="csY3356" fmla="*/ 1028970 h 1028969"/>
              <a:gd name="csX3357" fmla="*/ 580202 w 1728164"/>
              <a:gd name="csY3357" fmla="*/ 1028970 h 1028969"/>
              <a:gd name="csX3358" fmla="*/ 580372 w 1728164"/>
              <a:gd name="csY3358" fmla="*/ 1028970 h 1028969"/>
              <a:gd name="csX3359" fmla="*/ 580549 w 1728164"/>
              <a:gd name="csY3359" fmla="*/ 1028970 h 1028969"/>
              <a:gd name="csX3360" fmla="*/ 580718 w 1728164"/>
              <a:gd name="csY3360" fmla="*/ 1028970 h 1028969"/>
              <a:gd name="csX3361" fmla="*/ 580896 w 1728164"/>
              <a:gd name="csY3361" fmla="*/ 1028970 h 1028969"/>
              <a:gd name="csX3362" fmla="*/ 581065 w 1728164"/>
              <a:gd name="csY3362" fmla="*/ 1028970 h 1028969"/>
              <a:gd name="csX3363" fmla="*/ 581243 w 1728164"/>
              <a:gd name="csY3363" fmla="*/ 1028970 h 1028969"/>
              <a:gd name="csX3364" fmla="*/ 581412 w 1728164"/>
              <a:gd name="csY3364" fmla="*/ 1028970 h 1028969"/>
              <a:gd name="csX3365" fmla="*/ 581581 w 1728164"/>
              <a:gd name="csY3365" fmla="*/ 1028970 h 1028969"/>
              <a:gd name="csX3366" fmla="*/ 581759 w 1728164"/>
              <a:gd name="csY3366" fmla="*/ 1028970 h 1028969"/>
              <a:gd name="csX3367" fmla="*/ 581928 w 1728164"/>
              <a:gd name="csY3367" fmla="*/ 1028970 h 1028969"/>
              <a:gd name="csX3368" fmla="*/ 582106 w 1728164"/>
              <a:gd name="csY3368" fmla="*/ 1028970 h 1028969"/>
              <a:gd name="csX3369" fmla="*/ 582275 w 1728164"/>
              <a:gd name="csY3369" fmla="*/ 1028970 h 1028969"/>
              <a:gd name="csX3370" fmla="*/ 582453 w 1728164"/>
              <a:gd name="csY3370" fmla="*/ 1028970 h 1028969"/>
              <a:gd name="csX3371" fmla="*/ 582622 w 1728164"/>
              <a:gd name="csY3371" fmla="*/ 1028970 h 1028969"/>
              <a:gd name="csX3372" fmla="*/ 582791 w 1728164"/>
              <a:gd name="csY3372" fmla="*/ 1028970 h 1028969"/>
              <a:gd name="csX3373" fmla="*/ 582969 w 1728164"/>
              <a:gd name="csY3373" fmla="*/ 1028970 h 1028969"/>
              <a:gd name="csX3374" fmla="*/ 583138 w 1728164"/>
              <a:gd name="csY3374" fmla="*/ 1028970 h 1028969"/>
              <a:gd name="csX3375" fmla="*/ 583316 w 1728164"/>
              <a:gd name="csY3375" fmla="*/ 1028970 h 1028969"/>
              <a:gd name="csX3376" fmla="*/ 583485 w 1728164"/>
              <a:gd name="csY3376" fmla="*/ 1028970 h 1028969"/>
              <a:gd name="csX3377" fmla="*/ 583663 w 1728164"/>
              <a:gd name="csY3377" fmla="*/ 1028970 h 1028969"/>
              <a:gd name="csX3378" fmla="*/ 583832 w 1728164"/>
              <a:gd name="csY3378" fmla="*/ 1028970 h 1028969"/>
              <a:gd name="csX3379" fmla="*/ 584001 w 1728164"/>
              <a:gd name="csY3379" fmla="*/ 1028970 h 1028969"/>
              <a:gd name="csX3380" fmla="*/ 584179 w 1728164"/>
              <a:gd name="csY3380" fmla="*/ 1028970 h 1028969"/>
              <a:gd name="csX3381" fmla="*/ 584348 w 1728164"/>
              <a:gd name="csY3381" fmla="*/ 1028970 h 1028969"/>
              <a:gd name="csX3382" fmla="*/ 584526 w 1728164"/>
              <a:gd name="csY3382" fmla="*/ 1028970 h 1028969"/>
              <a:gd name="csX3383" fmla="*/ 584695 w 1728164"/>
              <a:gd name="csY3383" fmla="*/ 1028970 h 1028969"/>
              <a:gd name="csX3384" fmla="*/ 584873 w 1728164"/>
              <a:gd name="csY3384" fmla="*/ 1028970 h 1028969"/>
              <a:gd name="csX3385" fmla="*/ 585042 w 1728164"/>
              <a:gd name="csY3385" fmla="*/ 1028970 h 1028969"/>
              <a:gd name="csX3386" fmla="*/ 585211 w 1728164"/>
              <a:gd name="csY3386" fmla="*/ 1028970 h 1028969"/>
              <a:gd name="csX3387" fmla="*/ 585389 w 1728164"/>
              <a:gd name="csY3387" fmla="*/ 1028970 h 1028969"/>
              <a:gd name="csX3388" fmla="*/ 585558 w 1728164"/>
              <a:gd name="csY3388" fmla="*/ 1028970 h 1028969"/>
              <a:gd name="csX3389" fmla="*/ 585736 w 1728164"/>
              <a:gd name="csY3389" fmla="*/ 1028970 h 1028969"/>
              <a:gd name="csX3390" fmla="*/ 585905 w 1728164"/>
              <a:gd name="csY3390" fmla="*/ 1028970 h 1028969"/>
              <a:gd name="csX3391" fmla="*/ 586083 w 1728164"/>
              <a:gd name="csY3391" fmla="*/ 1028970 h 1028969"/>
              <a:gd name="csX3392" fmla="*/ 586252 w 1728164"/>
              <a:gd name="csY3392" fmla="*/ 1028970 h 1028969"/>
              <a:gd name="csX3393" fmla="*/ 586421 w 1728164"/>
              <a:gd name="csY3393" fmla="*/ 1028970 h 1028969"/>
              <a:gd name="csX3394" fmla="*/ 586599 w 1728164"/>
              <a:gd name="csY3394" fmla="*/ 1028970 h 1028969"/>
              <a:gd name="csX3395" fmla="*/ 586768 w 1728164"/>
              <a:gd name="csY3395" fmla="*/ 1028970 h 1028969"/>
              <a:gd name="csX3396" fmla="*/ 586946 w 1728164"/>
              <a:gd name="csY3396" fmla="*/ 1028970 h 1028969"/>
              <a:gd name="csX3397" fmla="*/ 587115 w 1728164"/>
              <a:gd name="csY3397" fmla="*/ 1028970 h 1028969"/>
              <a:gd name="csX3398" fmla="*/ 587293 w 1728164"/>
              <a:gd name="csY3398" fmla="*/ 1028970 h 1028969"/>
              <a:gd name="csX3399" fmla="*/ 587462 w 1728164"/>
              <a:gd name="csY3399" fmla="*/ 1028970 h 1028969"/>
              <a:gd name="csX3400" fmla="*/ 587631 w 1728164"/>
              <a:gd name="csY3400" fmla="*/ 1028970 h 1028969"/>
              <a:gd name="csX3401" fmla="*/ 587809 w 1728164"/>
              <a:gd name="csY3401" fmla="*/ 1028970 h 1028969"/>
              <a:gd name="csX3402" fmla="*/ 587978 w 1728164"/>
              <a:gd name="csY3402" fmla="*/ 1028970 h 1028969"/>
              <a:gd name="csX3403" fmla="*/ 588156 w 1728164"/>
              <a:gd name="csY3403" fmla="*/ 1028970 h 1028969"/>
              <a:gd name="csX3404" fmla="*/ 588325 w 1728164"/>
              <a:gd name="csY3404" fmla="*/ 1028970 h 1028969"/>
              <a:gd name="csX3405" fmla="*/ 588503 w 1728164"/>
              <a:gd name="csY3405" fmla="*/ 1028970 h 1028969"/>
              <a:gd name="csX3406" fmla="*/ 588672 w 1728164"/>
              <a:gd name="csY3406" fmla="*/ 1028970 h 1028969"/>
              <a:gd name="csX3407" fmla="*/ 588841 w 1728164"/>
              <a:gd name="csY3407" fmla="*/ 1028970 h 1028969"/>
              <a:gd name="csX3408" fmla="*/ 589019 w 1728164"/>
              <a:gd name="csY3408" fmla="*/ 1028970 h 1028969"/>
              <a:gd name="csX3409" fmla="*/ 589188 w 1728164"/>
              <a:gd name="csY3409" fmla="*/ 1028970 h 1028969"/>
              <a:gd name="csX3410" fmla="*/ 589366 w 1728164"/>
              <a:gd name="csY3410" fmla="*/ 1028970 h 1028969"/>
              <a:gd name="csX3411" fmla="*/ 589535 w 1728164"/>
              <a:gd name="csY3411" fmla="*/ 1028970 h 1028969"/>
              <a:gd name="csX3412" fmla="*/ 589713 w 1728164"/>
              <a:gd name="csY3412" fmla="*/ 1028970 h 1028969"/>
              <a:gd name="csX3413" fmla="*/ 589882 w 1728164"/>
              <a:gd name="csY3413" fmla="*/ 1028970 h 1028969"/>
              <a:gd name="csX3414" fmla="*/ 590051 w 1728164"/>
              <a:gd name="csY3414" fmla="*/ 1028970 h 1028969"/>
              <a:gd name="csX3415" fmla="*/ 590229 w 1728164"/>
              <a:gd name="csY3415" fmla="*/ 1028970 h 1028969"/>
              <a:gd name="csX3416" fmla="*/ 590398 w 1728164"/>
              <a:gd name="csY3416" fmla="*/ 1028970 h 1028969"/>
              <a:gd name="csX3417" fmla="*/ 590576 w 1728164"/>
              <a:gd name="csY3417" fmla="*/ 1028970 h 1028969"/>
              <a:gd name="csX3418" fmla="*/ 590745 w 1728164"/>
              <a:gd name="csY3418" fmla="*/ 1028970 h 1028969"/>
              <a:gd name="csX3419" fmla="*/ 590923 w 1728164"/>
              <a:gd name="csY3419" fmla="*/ 1028970 h 1028969"/>
              <a:gd name="csX3420" fmla="*/ 591092 w 1728164"/>
              <a:gd name="csY3420" fmla="*/ 1028970 h 1028969"/>
              <a:gd name="csX3421" fmla="*/ 591261 w 1728164"/>
              <a:gd name="csY3421" fmla="*/ 1028970 h 1028969"/>
              <a:gd name="csX3422" fmla="*/ 591439 w 1728164"/>
              <a:gd name="csY3422" fmla="*/ 1028970 h 1028969"/>
              <a:gd name="csX3423" fmla="*/ 591608 w 1728164"/>
              <a:gd name="csY3423" fmla="*/ 1028970 h 1028969"/>
              <a:gd name="csX3424" fmla="*/ 591786 w 1728164"/>
              <a:gd name="csY3424" fmla="*/ 1028970 h 1028969"/>
              <a:gd name="csX3425" fmla="*/ 591955 w 1728164"/>
              <a:gd name="csY3425" fmla="*/ 1028970 h 1028969"/>
              <a:gd name="csX3426" fmla="*/ 592133 w 1728164"/>
              <a:gd name="csY3426" fmla="*/ 1028970 h 1028969"/>
              <a:gd name="csX3427" fmla="*/ 592302 w 1728164"/>
              <a:gd name="csY3427" fmla="*/ 1028970 h 1028969"/>
              <a:gd name="csX3428" fmla="*/ 592471 w 1728164"/>
              <a:gd name="csY3428" fmla="*/ 1028970 h 1028969"/>
              <a:gd name="csX3429" fmla="*/ 592649 w 1728164"/>
              <a:gd name="csY3429" fmla="*/ 1028970 h 1028969"/>
              <a:gd name="csX3430" fmla="*/ 592818 w 1728164"/>
              <a:gd name="csY3430" fmla="*/ 1028970 h 1028969"/>
              <a:gd name="csX3431" fmla="*/ 592996 w 1728164"/>
              <a:gd name="csY3431" fmla="*/ 1028970 h 1028969"/>
              <a:gd name="csX3432" fmla="*/ 593165 w 1728164"/>
              <a:gd name="csY3432" fmla="*/ 1028970 h 1028969"/>
              <a:gd name="csX3433" fmla="*/ 593343 w 1728164"/>
              <a:gd name="csY3433" fmla="*/ 1028970 h 1028969"/>
              <a:gd name="csX3434" fmla="*/ 593512 w 1728164"/>
              <a:gd name="csY3434" fmla="*/ 1028970 h 1028969"/>
              <a:gd name="csX3435" fmla="*/ 593681 w 1728164"/>
              <a:gd name="csY3435" fmla="*/ 1028970 h 1028969"/>
              <a:gd name="csX3436" fmla="*/ 593859 w 1728164"/>
              <a:gd name="csY3436" fmla="*/ 1028970 h 1028969"/>
              <a:gd name="csX3437" fmla="*/ 594028 w 1728164"/>
              <a:gd name="csY3437" fmla="*/ 1028970 h 1028969"/>
              <a:gd name="csX3438" fmla="*/ 594205 w 1728164"/>
              <a:gd name="csY3438" fmla="*/ 1028970 h 1028969"/>
              <a:gd name="csX3439" fmla="*/ 594375 w 1728164"/>
              <a:gd name="csY3439" fmla="*/ 1028970 h 1028969"/>
              <a:gd name="csX3440" fmla="*/ 594552 w 1728164"/>
              <a:gd name="csY3440" fmla="*/ 1028970 h 1028969"/>
              <a:gd name="csX3441" fmla="*/ 594721 w 1728164"/>
              <a:gd name="csY3441" fmla="*/ 1028970 h 1028969"/>
              <a:gd name="csX3442" fmla="*/ 594891 w 1728164"/>
              <a:gd name="csY3442" fmla="*/ 1028970 h 1028969"/>
              <a:gd name="csX3443" fmla="*/ 595068 w 1728164"/>
              <a:gd name="csY3443" fmla="*/ 1028970 h 1028969"/>
              <a:gd name="csX3444" fmla="*/ 595238 w 1728164"/>
              <a:gd name="csY3444" fmla="*/ 1028970 h 1028969"/>
              <a:gd name="csX3445" fmla="*/ 595415 w 1728164"/>
              <a:gd name="csY3445" fmla="*/ 1028970 h 1028969"/>
              <a:gd name="csX3446" fmla="*/ 595584 w 1728164"/>
              <a:gd name="csY3446" fmla="*/ 1028970 h 1028969"/>
              <a:gd name="csX3447" fmla="*/ 595753 w 1728164"/>
              <a:gd name="csY3447" fmla="*/ 1028970 h 1028969"/>
              <a:gd name="csX3448" fmla="*/ 595931 w 1728164"/>
              <a:gd name="csY3448" fmla="*/ 1028970 h 1028969"/>
              <a:gd name="csX3449" fmla="*/ 596100 w 1728164"/>
              <a:gd name="csY3449" fmla="*/ 1028970 h 1028969"/>
              <a:gd name="csX3450" fmla="*/ 596278 w 1728164"/>
              <a:gd name="csY3450" fmla="*/ 1028970 h 1028969"/>
              <a:gd name="csX3451" fmla="*/ 596447 w 1728164"/>
              <a:gd name="csY3451" fmla="*/ 1028970 h 1028969"/>
              <a:gd name="csX3452" fmla="*/ 596625 w 1728164"/>
              <a:gd name="csY3452" fmla="*/ 1028970 h 1028969"/>
              <a:gd name="csX3453" fmla="*/ 596794 w 1728164"/>
              <a:gd name="csY3453" fmla="*/ 1028970 h 1028969"/>
              <a:gd name="csX3454" fmla="*/ 596963 w 1728164"/>
              <a:gd name="csY3454" fmla="*/ 1028970 h 1028969"/>
              <a:gd name="csX3455" fmla="*/ 597141 w 1728164"/>
              <a:gd name="csY3455" fmla="*/ 1028970 h 1028969"/>
              <a:gd name="csX3456" fmla="*/ 597310 w 1728164"/>
              <a:gd name="csY3456" fmla="*/ 1028970 h 1028969"/>
              <a:gd name="csX3457" fmla="*/ 597488 w 1728164"/>
              <a:gd name="csY3457" fmla="*/ 1028970 h 1028969"/>
              <a:gd name="csX3458" fmla="*/ 597657 w 1728164"/>
              <a:gd name="csY3458" fmla="*/ 1028970 h 1028969"/>
              <a:gd name="csX3459" fmla="*/ 597835 w 1728164"/>
              <a:gd name="csY3459" fmla="*/ 1028970 h 1028969"/>
              <a:gd name="csX3460" fmla="*/ 598004 w 1728164"/>
              <a:gd name="csY3460" fmla="*/ 1028970 h 1028969"/>
              <a:gd name="csX3461" fmla="*/ 598173 w 1728164"/>
              <a:gd name="csY3461" fmla="*/ 1028970 h 1028969"/>
              <a:gd name="csX3462" fmla="*/ 598351 w 1728164"/>
              <a:gd name="csY3462" fmla="*/ 1028970 h 1028969"/>
              <a:gd name="csX3463" fmla="*/ 598520 w 1728164"/>
              <a:gd name="csY3463" fmla="*/ 1028970 h 1028969"/>
              <a:gd name="csX3464" fmla="*/ 598698 w 1728164"/>
              <a:gd name="csY3464" fmla="*/ 1028970 h 1028969"/>
              <a:gd name="csX3465" fmla="*/ 598867 w 1728164"/>
              <a:gd name="csY3465" fmla="*/ 1028970 h 1028969"/>
              <a:gd name="csX3466" fmla="*/ 599045 w 1728164"/>
              <a:gd name="csY3466" fmla="*/ 1028970 h 1028969"/>
              <a:gd name="csX3467" fmla="*/ 599214 w 1728164"/>
              <a:gd name="csY3467" fmla="*/ 1028970 h 1028969"/>
              <a:gd name="csX3468" fmla="*/ 599383 w 1728164"/>
              <a:gd name="csY3468" fmla="*/ 1028970 h 1028969"/>
              <a:gd name="csX3469" fmla="*/ 599561 w 1728164"/>
              <a:gd name="csY3469" fmla="*/ 1028970 h 1028969"/>
              <a:gd name="csX3470" fmla="*/ 599730 w 1728164"/>
              <a:gd name="csY3470" fmla="*/ 1028970 h 1028969"/>
              <a:gd name="csX3471" fmla="*/ 599908 w 1728164"/>
              <a:gd name="csY3471" fmla="*/ 1028970 h 1028969"/>
              <a:gd name="csX3472" fmla="*/ 600077 w 1728164"/>
              <a:gd name="csY3472" fmla="*/ 1028970 h 1028969"/>
              <a:gd name="csX3473" fmla="*/ 600255 w 1728164"/>
              <a:gd name="csY3473" fmla="*/ 1028970 h 1028969"/>
              <a:gd name="csX3474" fmla="*/ 600424 w 1728164"/>
              <a:gd name="csY3474" fmla="*/ 1028970 h 1028969"/>
              <a:gd name="csX3475" fmla="*/ 600593 w 1728164"/>
              <a:gd name="csY3475" fmla="*/ 1028970 h 1028969"/>
              <a:gd name="csX3476" fmla="*/ 600771 w 1728164"/>
              <a:gd name="csY3476" fmla="*/ 1028970 h 1028969"/>
              <a:gd name="csX3477" fmla="*/ 600940 w 1728164"/>
              <a:gd name="csY3477" fmla="*/ 1028970 h 1028969"/>
              <a:gd name="csX3478" fmla="*/ 601118 w 1728164"/>
              <a:gd name="csY3478" fmla="*/ 1028970 h 1028969"/>
              <a:gd name="csX3479" fmla="*/ 601287 w 1728164"/>
              <a:gd name="csY3479" fmla="*/ 1028970 h 1028969"/>
              <a:gd name="csX3480" fmla="*/ 601465 w 1728164"/>
              <a:gd name="csY3480" fmla="*/ 1028970 h 1028969"/>
              <a:gd name="csX3481" fmla="*/ 601634 w 1728164"/>
              <a:gd name="csY3481" fmla="*/ 1028970 h 1028969"/>
              <a:gd name="csX3482" fmla="*/ 601803 w 1728164"/>
              <a:gd name="csY3482" fmla="*/ 1028970 h 1028969"/>
              <a:gd name="csX3483" fmla="*/ 601981 w 1728164"/>
              <a:gd name="csY3483" fmla="*/ 1028970 h 1028969"/>
              <a:gd name="csX3484" fmla="*/ 602150 w 1728164"/>
              <a:gd name="csY3484" fmla="*/ 1028970 h 1028969"/>
              <a:gd name="csX3485" fmla="*/ 602328 w 1728164"/>
              <a:gd name="csY3485" fmla="*/ 1028970 h 1028969"/>
              <a:gd name="csX3486" fmla="*/ 602497 w 1728164"/>
              <a:gd name="csY3486" fmla="*/ 1028970 h 1028969"/>
              <a:gd name="csX3487" fmla="*/ 602675 w 1728164"/>
              <a:gd name="csY3487" fmla="*/ 1028970 h 1028969"/>
              <a:gd name="csX3488" fmla="*/ 602844 w 1728164"/>
              <a:gd name="csY3488" fmla="*/ 1028970 h 1028969"/>
              <a:gd name="csX3489" fmla="*/ 603013 w 1728164"/>
              <a:gd name="csY3489" fmla="*/ 1028970 h 1028969"/>
              <a:gd name="csX3490" fmla="*/ 603191 w 1728164"/>
              <a:gd name="csY3490" fmla="*/ 1028970 h 1028969"/>
              <a:gd name="csX3491" fmla="*/ 603360 w 1728164"/>
              <a:gd name="csY3491" fmla="*/ 1028970 h 1028969"/>
              <a:gd name="csX3492" fmla="*/ 603538 w 1728164"/>
              <a:gd name="csY3492" fmla="*/ 1028970 h 1028969"/>
              <a:gd name="csX3493" fmla="*/ 603707 w 1728164"/>
              <a:gd name="csY3493" fmla="*/ 1028970 h 1028969"/>
              <a:gd name="csX3494" fmla="*/ 603885 w 1728164"/>
              <a:gd name="csY3494" fmla="*/ 1028970 h 1028969"/>
              <a:gd name="csX3495" fmla="*/ 604054 w 1728164"/>
              <a:gd name="csY3495" fmla="*/ 1028970 h 1028969"/>
              <a:gd name="csX3496" fmla="*/ 604223 w 1728164"/>
              <a:gd name="csY3496" fmla="*/ 1028970 h 1028969"/>
              <a:gd name="csX3497" fmla="*/ 604401 w 1728164"/>
              <a:gd name="csY3497" fmla="*/ 1028970 h 1028969"/>
              <a:gd name="csX3498" fmla="*/ 604570 w 1728164"/>
              <a:gd name="csY3498" fmla="*/ 1028970 h 1028969"/>
              <a:gd name="csX3499" fmla="*/ 604748 w 1728164"/>
              <a:gd name="csY3499" fmla="*/ 1028970 h 1028969"/>
              <a:gd name="csX3500" fmla="*/ 604917 w 1728164"/>
              <a:gd name="csY3500" fmla="*/ 1028970 h 1028969"/>
              <a:gd name="csX3501" fmla="*/ 605095 w 1728164"/>
              <a:gd name="csY3501" fmla="*/ 1028970 h 1028969"/>
              <a:gd name="csX3502" fmla="*/ 605264 w 1728164"/>
              <a:gd name="csY3502" fmla="*/ 1028970 h 1028969"/>
              <a:gd name="csX3503" fmla="*/ 605433 w 1728164"/>
              <a:gd name="csY3503" fmla="*/ 1028970 h 1028969"/>
              <a:gd name="csX3504" fmla="*/ 605611 w 1728164"/>
              <a:gd name="csY3504" fmla="*/ 1028970 h 1028969"/>
              <a:gd name="csX3505" fmla="*/ 605780 w 1728164"/>
              <a:gd name="csY3505" fmla="*/ 1028970 h 1028969"/>
              <a:gd name="csX3506" fmla="*/ 605958 w 1728164"/>
              <a:gd name="csY3506" fmla="*/ 1028970 h 1028969"/>
              <a:gd name="csX3507" fmla="*/ 606127 w 1728164"/>
              <a:gd name="csY3507" fmla="*/ 1028970 h 1028969"/>
              <a:gd name="csX3508" fmla="*/ 606305 w 1728164"/>
              <a:gd name="csY3508" fmla="*/ 1028970 h 1028969"/>
              <a:gd name="csX3509" fmla="*/ 606474 w 1728164"/>
              <a:gd name="csY3509" fmla="*/ 1028970 h 1028969"/>
              <a:gd name="csX3510" fmla="*/ 606643 w 1728164"/>
              <a:gd name="csY3510" fmla="*/ 1028970 h 1028969"/>
              <a:gd name="csX3511" fmla="*/ 606821 w 1728164"/>
              <a:gd name="csY3511" fmla="*/ 1028970 h 1028969"/>
              <a:gd name="csX3512" fmla="*/ 606990 w 1728164"/>
              <a:gd name="csY3512" fmla="*/ 1028970 h 1028969"/>
              <a:gd name="csX3513" fmla="*/ 607168 w 1728164"/>
              <a:gd name="csY3513" fmla="*/ 1028970 h 1028969"/>
              <a:gd name="csX3514" fmla="*/ 607337 w 1728164"/>
              <a:gd name="csY3514" fmla="*/ 1028970 h 1028969"/>
              <a:gd name="csX3515" fmla="*/ 607515 w 1728164"/>
              <a:gd name="csY3515" fmla="*/ 1028970 h 1028969"/>
              <a:gd name="csX3516" fmla="*/ 607684 w 1728164"/>
              <a:gd name="csY3516" fmla="*/ 1028970 h 1028969"/>
              <a:gd name="csX3517" fmla="*/ 607853 w 1728164"/>
              <a:gd name="csY3517" fmla="*/ 1028970 h 1028969"/>
              <a:gd name="csX3518" fmla="*/ 608031 w 1728164"/>
              <a:gd name="csY3518" fmla="*/ 1028970 h 1028969"/>
              <a:gd name="csX3519" fmla="*/ 608200 w 1728164"/>
              <a:gd name="csY3519" fmla="*/ 1028970 h 1028969"/>
              <a:gd name="csX3520" fmla="*/ 608378 w 1728164"/>
              <a:gd name="csY3520" fmla="*/ 1028970 h 1028969"/>
              <a:gd name="csX3521" fmla="*/ 608547 w 1728164"/>
              <a:gd name="csY3521" fmla="*/ 1028970 h 1028969"/>
              <a:gd name="csX3522" fmla="*/ 608725 w 1728164"/>
              <a:gd name="csY3522" fmla="*/ 1028970 h 1028969"/>
              <a:gd name="csX3523" fmla="*/ 608894 w 1728164"/>
              <a:gd name="csY3523" fmla="*/ 1028970 h 1028969"/>
              <a:gd name="csX3524" fmla="*/ 609063 w 1728164"/>
              <a:gd name="csY3524" fmla="*/ 1028970 h 1028969"/>
              <a:gd name="csX3525" fmla="*/ 609241 w 1728164"/>
              <a:gd name="csY3525" fmla="*/ 1028970 h 1028969"/>
              <a:gd name="csX3526" fmla="*/ 609409 w 1728164"/>
              <a:gd name="csY3526" fmla="*/ 1028970 h 1028969"/>
              <a:gd name="csX3527" fmla="*/ 609587 w 1728164"/>
              <a:gd name="csY3527" fmla="*/ 1028970 h 1028969"/>
              <a:gd name="csX3528" fmla="*/ 609756 w 1728164"/>
              <a:gd name="csY3528" fmla="*/ 1028970 h 1028969"/>
              <a:gd name="csX3529" fmla="*/ 609934 w 1728164"/>
              <a:gd name="csY3529" fmla="*/ 1028970 h 1028969"/>
              <a:gd name="csX3530" fmla="*/ 610103 w 1728164"/>
              <a:gd name="csY3530" fmla="*/ 1028970 h 1028969"/>
              <a:gd name="csX3531" fmla="*/ 610273 w 1728164"/>
              <a:gd name="csY3531" fmla="*/ 1028970 h 1028969"/>
              <a:gd name="csX3532" fmla="*/ 610450 w 1728164"/>
              <a:gd name="csY3532" fmla="*/ 1028970 h 1028969"/>
              <a:gd name="csX3533" fmla="*/ 610620 w 1728164"/>
              <a:gd name="csY3533" fmla="*/ 1028970 h 1028969"/>
              <a:gd name="csX3534" fmla="*/ 610797 w 1728164"/>
              <a:gd name="csY3534" fmla="*/ 1028970 h 1028969"/>
              <a:gd name="csX3535" fmla="*/ 610966 w 1728164"/>
              <a:gd name="csY3535" fmla="*/ 1028970 h 1028969"/>
              <a:gd name="csX3536" fmla="*/ 611144 w 1728164"/>
              <a:gd name="csY3536" fmla="*/ 1028970 h 1028969"/>
              <a:gd name="csX3537" fmla="*/ 611313 w 1728164"/>
              <a:gd name="csY3537" fmla="*/ 1028970 h 1028969"/>
              <a:gd name="csX3538" fmla="*/ 611482 w 1728164"/>
              <a:gd name="csY3538" fmla="*/ 1028970 h 1028969"/>
              <a:gd name="csX3539" fmla="*/ 611660 w 1728164"/>
              <a:gd name="csY3539" fmla="*/ 1028970 h 1028969"/>
              <a:gd name="csX3540" fmla="*/ 611829 w 1728164"/>
              <a:gd name="csY3540" fmla="*/ 1028970 h 1028969"/>
              <a:gd name="csX3541" fmla="*/ 612007 w 1728164"/>
              <a:gd name="csY3541" fmla="*/ 1028970 h 1028969"/>
              <a:gd name="csX3542" fmla="*/ 612176 w 1728164"/>
              <a:gd name="csY3542" fmla="*/ 1028970 h 1028969"/>
              <a:gd name="csX3543" fmla="*/ 612354 w 1728164"/>
              <a:gd name="csY3543" fmla="*/ 1028970 h 1028969"/>
              <a:gd name="csX3544" fmla="*/ 612523 w 1728164"/>
              <a:gd name="csY3544" fmla="*/ 1028970 h 1028969"/>
              <a:gd name="csX3545" fmla="*/ 612692 w 1728164"/>
              <a:gd name="csY3545" fmla="*/ 1028970 h 1028969"/>
              <a:gd name="csX3546" fmla="*/ 612870 w 1728164"/>
              <a:gd name="csY3546" fmla="*/ 1028970 h 1028969"/>
              <a:gd name="csX3547" fmla="*/ 613039 w 1728164"/>
              <a:gd name="csY3547" fmla="*/ 1028970 h 1028969"/>
              <a:gd name="csX3548" fmla="*/ 613217 w 1728164"/>
              <a:gd name="csY3548" fmla="*/ 1028970 h 1028969"/>
              <a:gd name="csX3549" fmla="*/ 613386 w 1728164"/>
              <a:gd name="csY3549" fmla="*/ 1028970 h 1028969"/>
              <a:gd name="csX3550" fmla="*/ 613564 w 1728164"/>
              <a:gd name="csY3550" fmla="*/ 1028970 h 1028969"/>
              <a:gd name="csX3551" fmla="*/ 613733 w 1728164"/>
              <a:gd name="csY3551" fmla="*/ 1028970 h 1028969"/>
              <a:gd name="csX3552" fmla="*/ 613902 w 1728164"/>
              <a:gd name="csY3552" fmla="*/ 1028970 h 1028969"/>
              <a:gd name="csX3553" fmla="*/ 614080 w 1728164"/>
              <a:gd name="csY3553" fmla="*/ 1028970 h 1028969"/>
              <a:gd name="csX3554" fmla="*/ 614249 w 1728164"/>
              <a:gd name="csY3554" fmla="*/ 1028970 h 1028969"/>
              <a:gd name="csX3555" fmla="*/ 614427 w 1728164"/>
              <a:gd name="csY3555" fmla="*/ 1028970 h 1028969"/>
              <a:gd name="csX3556" fmla="*/ 614596 w 1728164"/>
              <a:gd name="csY3556" fmla="*/ 1028970 h 1028969"/>
              <a:gd name="csX3557" fmla="*/ 614765 w 1728164"/>
              <a:gd name="csY3557" fmla="*/ 1028970 h 1028969"/>
              <a:gd name="csX3558" fmla="*/ 614943 w 1728164"/>
              <a:gd name="csY3558" fmla="*/ 1028970 h 1028969"/>
              <a:gd name="csX3559" fmla="*/ 615112 w 1728164"/>
              <a:gd name="csY3559" fmla="*/ 1028970 h 1028969"/>
              <a:gd name="csX3560" fmla="*/ 615290 w 1728164"/>
              <a:gd name="csY3560" fmla="*/ 1028970 h 1028969"/>
              <a:gd name="csX3561" fmla="*/ 615459 w 1728164"/>
              <a:gd name="csY3561" fmla="*/ 1028970 h 1028969"/>
              <a:gd name="csX3562" fmla="*/ 615637 w 1728164"/>
              <a:gd name="csY3562" fmla="*/ 1028970 h 1028969"/>
              <a:gd name="csX3563" fmla="*/ 615806 w 1728164"/>
              <a:gd name="csY3563" fmla="*/ 1028970 h 1028969"/>
              <a:gd name="csX3564" fmla="*/ 615975 w 1728164"/>
              <a:gd name="csY3564" fmla="*/ 1028970 h 1028969"/>
              <a:gd name="csX3565" fmla="*/ 616153 w 1728164"/>
              <a:gd name="csY3565" fmla="*/ 1028970 h 1028969"/>
              <a:gd name="csX3566" fmla="*/ 616322 w 1728164"/>
              <a:gd name="csY3566" fmla="*/ 1028970 h 1028969"/>
              <a:gd name="csX3567" fmla="*/ 616500 w 1728164"/>
              <a:gd name="csY3567" fmla="*/ 1028970 h 1028969"/>
              <a:gd name="csX3568" fmla="*/ 616669 w 1728164"/>
              <a:gd name="csY3568" fmla="*/ 1028970 h 1028969"/>
              <a:gd name="csX3569" fmla="*/ 616847 w 1728164"/>
              <a:gd name="csY3569" fmla="*/ 1028970 h 1028969"/>
              <a:gd name="csX3570" fmla="*/ 617016 w 1728164"/>
              <a:gd name="csY3570" fmla="*/ 1028970 h 1028969"/>
              <a:gd name="csX3571" fmla="*/ 617185 w 1728164"/>
              <a:gd name="csY3571" fmla="*/ 1028970 h 1028969"/>
              <a:gd name="csX3572" fmla="*/ 617363 w 1728164"/>
              <a:gd name="csY3572" fmla="*/ 1028970 h 1028969"/>
              <a:gd name="csX3573" fmla="*/ 617532 w 1728164"/>
              <a:gd name="csY3573" fmla="*/ 1028970 h 1028969"/>
              <a:gd name="csX3574" fmla="*/ 617710 w 1728164"/>
              <a:gd name="csY3574" fmla="*/ 1028970 h 1028969"/>
              <a:gd name="csX3575" fmla="*/ 617879 w 1728164"/>
              <a:gd name="csY3575" fmla="*/ 1028970 h 1028969"/>
              <a:gd name="csX3576" fmla="*/ 618057 w 1728164"/>
              <a:gd name="csY3576" fmla="*/ 1028970 h 1028969"/>
              <a:gd name="csX3577" fmla="*/ 618226 w 1728164"/>
              <a:gd name="csY3577" fmla="*/ 1028970 h 1028969"/>
              <a:gd name="csX3578" fmla="*/ 618395 w 1728164"/>
              <a:gd name="csY3578" fmla="*/ 1028970 h 1028969"/>
              <a:gd name="csX3579" fmla="*/ 618573 w 1728164"/>
              <a:gd name="csY3579" fmla="*/ 1028970 h 1028969"/>
              <a:gd name="csX3580" fmla="*/ 618742 w 1728164"/>
              <a:gd name="csY3580" fmla="*/ 1028970 h 1028969"/>
              <a:gd name="csX3581" fmla="*/ 618920 w 1728164"/>
              <a:gd name="csY3581" fmla="*/ 1028970 h 1028969"/>
              <a:gd name="csX3582" fmla="*/ 619089 w 1728164"/>
              <a:gd name="csY3582" fmla="*/ 1028970 h 1028969"/>
              <a:gd name="csX3583" fmla="*/ 619267 w 1728164"/>
              <a:gd name="csY3583" fmla="*/ 1028970 h 1028969"/>
              <a:gd name="csX3584" fmla="*/ 619436 w 1728164"/>
              <a:gd name="csY3584" fmla="*/ 1028970 h 1028969"/>
              <a:gd name="csX3585" fmla="*/ 619605 w 1728164"/>
              <a:gd name="csY3585" fmla="*/ 1028970 h 1028969"/>
              <a:gd name="csX3586" fmla="*/ 619783 w 1728164"/>
              <a:gd name="csY3586" fmla="*/ 1028970 h 1028969"/>
              <a:gd name="csX3587" fmla="*/ 619952 w 1728164"/>
              <a:gd name="csY3587" fmla="*/ 1028970 h 1028969"/>
              <a:gd name="csX3588" fmla="*/ 620130 w 1728164"/>
              <a:gd name="csY3588" fmla="*/ 1028970 h 1028969"/>
              <a:gd name="csX3589" fmla="*/ 620299 w 1728164"/>
              <a:gd name="csY3589" fmla="*/ 1028970 h 1028969"/>
              <a:gd name="csX3590" fmla="*/ 620477 w 1728164"/>
              <a:gd name="csY3590" fmla="*/ 1028970 h 1028969"/>
              <a:gd name="csX3591" fmla="*/ 620646 w 1728164"/>
              <a:gd name="csY3591" fmla="*/ 1028970 h 1028969"/>
              <a:gd name="csX3592" fmla="*/ 620815 w 1728164"/>
              <a:gd name="csY3592" fmla="*/ 1028970 h 1028969"/>
              <a:gd name="csX3593" fmla="*/ 620993 w 1728164"/>
              <a:gd name="csY3593" fmla="*/ 1028970 h 1028969"/>
              <a:gd name="csX3594" fmla="*/ 621162 w 1728164"/>
              <a:gd name="csY3594" fmla="*/ 1028970 h 1028969"/>
              <a:gd name="csX3595" fmla="*/ 621340 w 1728164"/>
              <a:gd name="csY3595" fmla="*/ 1028970 h 1028969"/>
              <a:gd name="csX3596" fmla="*/ 621509 w 1728164"/>
              <a:gd name="csY3596" fmla="*/ 1028970 h 1028969"/>
              <a:gd name="csX3597" fmla="*/ 621687 w 1728164"/>
              <a:gd name="csY3597" fmla="*/ 1028970 h 1028969"/>
              <a:gd name="csX3598" fmla="*/ 621856 w 1728164"/>
              <a:gd name="csY3598" fmla="*/ 1028970 h 1028969"/>
              <a:gd name="csX3599" fmla="*/ 622025 w 1728164"/>
              <a:gd name="csY3599" fmla="*/ 1028970 h 1028969"/>
              <a:gd name="csX3600" fmla="*/ 622203 w 1728164"/>
              <a:gd name="csY3600" fmla="*/ 1028970 h 1028969"/>
              <a:gd name="csX3601" fmla="*/ 622372 w 1728164"/>
              <a:gd name="csY3601" fmla="*/ 1028970 h 1028969"/>
              <a:gd name="csX3602" fmla="*/ 622550 w 1728164"/>
              <a:gd name="csY3602" fmla="*/ 1028970 h 1028969"/>
              <a:gd name="csX3603" fmla="*/ 622719 w 1728164"/>
              <a:gd name="csY3603" fmla="*/ 1028970 h 1028969"/>
              <a:gd name="csX3604" fmla="*/ 622897 w 1728164"/>
              <a:gd name="csY3604" fmla="*/ 1028970 h 1028969"/>
              <a:gd name="csX3605" fmla="*/ 623066 w 1728164"/>
              <a:gd name="csY3605" fmla="*/ 1028970 h 1028969"/>
              <a:gd name="csX3606" fmla="*/ 623235 w 1728164"/>
              <a:gd name="csY3606" fmla="*/ 1028970 h 1028969"/>
              <a:gd name="csX3607" fmla="*/ 623412 w 1728164"/>
              <a:gd name="csY3607" fmla="*/ 1028970 h 1028969"/>
              <a:gd name="csX3608" fmla="*/ 623582 w 1728164"/>
              <a:gd name="csY3608" fmla="*/ 1028970 h 1028969"/>
              <a:gd name="csX3609" fmla="*/ 623759 w 1728164"/>
              <a:gd name="csY3609" fmla="*/ 1028970 h 1028969"/>
              <a:gd name="csX3610" fmla="*/ 623929 w 1728164"/>
              <a:gd name="csY3610" fmla="*/ 1028970 h 1028969"/>
              <a:gd name="csX3611" fmla="*/ 624106 w 1728164"/>
              <a:gd name="csY3611" fmla="*/ 1028970 h 1028969"/>
              <a:gd name="csX3612" fmla="*/ 624276 w 1728164"/>
              <a:gd name="csY3612" fmla="*/ 1028970 h 1028969"/>
              <a:gd name="csX3613" fmla="*/ 624445 w 1728164"/>
              <a:gd name="csY3613" fmla="*/ 1028970 h 1028969"/>
              <a:gd name="csX3614" fmla="*/ 624623 w 1728164"/>
              <a:gd name="csY3614" fmla="*/ 1028970 h 1028969"/>
              <a:gd name="csX3615" fmla="*/ 624791 w 1728164"/>
              <a:gd name="csY3615" fmla="*/ 1028970 h 1028969"/>
              <a:gd name="csX3616" fmla="*/ 624969 w 1728164"/>
              <a:gd name="csY3616" fmla="*/ 1028970 h 1028969"/>
              <a:gd name="csX3617" fmla="*/ 625138 w 1728164"/>
              <a:gd name="csY3617" fmla="*/ 1028970 h 1028969"/>
              <a:gd name="csX3618" fmla="*/ 625316 w 1728164"/>
              <a:gd name="csY3618" fmla="*/ 1028970 h 1028969"/>
              <a:gd name="csX3619" fmla="*/ 625485 w 1728164"/>
              <a:gd name="csY3619" fmla="*/ 1028970 h 1028969"/>
              <a:gd name="csX3620" fmla="*/ 625654 w 1728164"/>
              <a:gd name="csY3620" fmla="*/ 1028970 h 1028969"/>
              <a:gd name="csX3621" fmla="*/ 625832 w 1728164"/>
              <a:gd name="csY3621" fmla="*/ 1028970 h 1028969"/>
              <a:gd name="csX3622" fmla="*/ 626001 w 1728164"/>
              <a:gd name="csY3622" fmla="*/ 1028970 h 1028969"/>
              <a:gd name="csX3623" fmla="*/ 626179 w 1728164"/>
              <a:gd name="csY3623" fmla="*/ 1028970 h 1028969"/>
              <a:gd name="csX3624" fmla="*/ 626348 w 1728164"/>
              <a:gd name="csY3624" fmla="*/ 1028970 h 1028969"/>
              <a:gd name="csX3625" fmla="*/ 626526 w 1728164"/>
              <a:gd name="csY3625" fmla="*/ 1028970 h 1028969"/>
              <a:gd name="csX3626" fmla="*/ 626695 w 1728164"/>
              <a:gd name="csY3626" fmla="*/ 1028970 h 1028969"/>
              <a:gd name="csX3627" fmla="*/ 626864 w 1728164"/>
              <a:gd name="csY3627" fmla="*/ 1028970 h 1028969"/>
              <a:gd name="csX3628" fmla="*/ 627042 w 1728164"/>
              <a:gd name="csY3628" fmla="*/ 1028970 h 1028969"/>
              <a:gd name="csX3629" fmla="*/ 627211 w 1728164"/>
              <a:gd name="csY3629" fmla="*/ 1028970 h 1028969"/>
              <a:gd name="csX3630" fmla="*/ 627389 w 1728164"/>
              <a:gd name="csY3630" fmla="*/ 1028970 h 1028969"/>
              <a:gd name="csX3631" fmla="*/ 627558 w 1728164"/>
              <a:gd name="csY3631" fmla="*/ 1028970 h 1028969"/>
              <a:gd name="csX3632" fmla="*/ 627736 w 1728164"/>
              <a:gd name="csY3632" fmla="*/ 1028970 h 1028969"/>
              <a:gd name="csX3633" fmla="*/ 627905 w 1728164"/>
              <a:gd name="csY3633" fmla="*/ 1028970 h 1028969"/>
              <a:gd name="csX3634" fmla="*/ 628074 w 1728164"/>
              <a:gd name="csY3634" fmla="*/ 1028970 h 1028969"/>
              <a:gd name="csX3635" fmla="*/ 628252 w 1728164"/>
              <a:gd name="csY3635" fmla="*/ 1028970 h 1028969"/>
              <a:gd name="csX3636" fmla="*/ 628421 w 1728164"/>
              <a:gd name="csY3636" fmla="*/ 1028970 h 1028969"/>
              <a:gd name="csX3637" fmla="*/ 628599 w 1728164"/>
              <a:gd name="csY3637" fmla="*/ 1028970 h 1028969"/>
              <a:gd name="csX3638" fmla="*/ 628768 w 1728164"/>
              <a:gd name="csY3638" fmla="*/ 1028970 h 1028969"/>
              <a:gd name="csX3639" fmla="*/ 628946 w 1728164"/>
              <a:gd name="csY3639" fmla="*/ 1028970 h 1028969"/>
              <a:gd name="csX3640" fmla="*/ 629115 w 1728164"/>
              <a:gd name="csY3640" fmla="*/ 1028970 h 1028969"/>
              <a:gd name="csX3641" fmla="*/ 629284 w 1728164"/>
              <a:gd name="csY3641" fmla="*/ 1028970 h 1028969"/>
              <a:gd name="csX3642" fmla="*/ 629462 w 1728164"/>
              <a:gd name="csY3642" fmla="*/ 1028970 h 1028969"/>
              <a:gd name="csX3643" fmla="*/ 629631 w 1728164"/>
              <a:gd name="csY3643" fmla="*/ 1028970 h 1028969"/>
              <a:gd name="csX3644" fmla="*/ 629809 w 1728164"/>
              <a:gd name="csY3644" fmla="*/ 1028970 h 1028969"/>
              <a:gd name="csX3645" fmla="*/ 629978 w 1728164"/>
              <a:gd name="csY3645" fmla="*/ 1028970 h 1028969"/>
              <a:gd name="csX3646" fmla="*/ 630156 w 1728164"/>
              <a:gd name="csY3646" fmla="*/ 1028970 h 1028969"/>
              <a:gd name="csX3647" fmla="*/ 630325 w 1728164"/>
              <a:gd name="csY3647" fmla="*/ 1028970 h 1028969"/>
              <a:gd name="csX3648" fmla="*/ 630494 w 1728164"/>
              <a:gd name="csY3648" fmla="*/ 1028970 h 1028969"/>
              <a:gd name="csX3649" fmla="*/ 630672 w 1728164"/>
              <a:gd name="csY3649" fmla="*/ 1028970 h 1028969"/>
              <a:gd name="csX3650" fmla="*/ 630841 w 1728164"/>
              <a:gd name="csY3650" fmla="*/ 1028970 h 1028969"/>
              <a:gd name="csX3651" fmla="*/ 631019 w 1728164"/>
              <a:gd name="csY3651" fmla="*/ 1028970 h 1028969"/>
              <a:gd name="csX3652" fmla="*/ 631188 w 1728164"/>
              <a:gd name="csY3652" fmla="*/ 1028970 h 1028969"/>
              <a:gd name="csX3653" fmla="*/ 631366 w 1728164"/>
              <a:gd name="csY3653" fmla="*/ 1028970 h 1028969"/>
              <a:gd name="csX3654" fmla="*/ 631535 w 1728164"/>
              <a:gd name="csY3654" fmla="*/ 1028970 h 1028969"/>
              <a:gd name="csX3655" fmla="*/ 631704 w 1728164"/>
              <a:gd name="csY3655" fmla="*/ 1028970 h 1028969"/>
              <a:gd name="csX3656" fmla="*/ 631882 w 1728164"/>
              <a:gd name="csY3656" fmla="*/ 1028970 h 1028969"/>
              <a:gd name="csX3657" fmla="*/ 632051 w 1728164"/>
              <a:gd name="csY3657" fmla="*/ 1028970 h 1028969"/>
              <a:gd name="csX3658" fmla="*/ 632229 w 1728164"/>
              <a:gd name="csY3658" fmla="*/ 1028970 h 1028969"/>
              <a:gd name="csX3659" fmla="*/ 632398 w 1728164"/>
              <a:gd name="csY3659" fmla="*/ 1028970 h 1028969"/>
              <a:gd name="csX3660" fmla="*/ 632576 w 1728164"/>
              <a:gd name="csY3660" fmla="*/ 1028970 h 1028969"/>
              <a:gd name="csX3661" fmla="*/ 632745 w 1728164"/>
              <a:gd name="csY3661" fmla="*/ 1028970 h 1028969"/>
              <a:gd name="csX3662" fmla="*/ 632914 w 1728164"/>
              <a:gd name="csY3662" fmla="*/ 1028970 h 1028969"/>
              <a:gd name="csX3663" fmla="*/ 633092 w 1728164"/>
              <a:gd name="csY3663" fmla="*/ 1028970 h 1028969"/>
              <a:gd name="csX3664" fmla="*/ 633261 w 1728164"/>
              <a:gd name="csY3664" fmla="*/ 1028970 h 1028969"/>
              <a:gd name="csX3665" fmla="*/ 633439 w 1728164"/>
              <a:gd name="csY3665" fmla="*/ 1028970 h 1028969"/>
              <a:gd name="csX3666" fmla="*/ 633608 w 1728164"/>
              <a:gd name="csY3666" fmla="*/ 1028970 h 1028969"/>
              <a:gd name="csX3667" fmla="*/ 633777 w 1728164"/>
              <a:gd name="csY3667" fmla="*/ 1028970 h 1028969"/>
              <a:gd name="csX3668" fmla="*/ 633955 w 1728164"/>
              <a:gd name="csY3668" fmla="*/ 1028970 h 1028969"/>
              <a:gd name="csX3669" fmla="*/ 634124 w 1728164"/>
              <a:gd name="csY3669" fmla="*/ 1028970 h 1028969"/>
              <a:gd name="csX3670" fmla="*/ 634302 w 1728164"/>
              <a:gd name="csY3670" fmla="*/ 1028970 h 1028969"/>
              <a:gd name="csX3671" fmla="*/ 634471 w 1728164"/>
              <a:gd name="csY3671" fmla="*/ 1028970 h 1028969"/>
              <a:gd name="csX3672" fmla="*/ 634649 w 1728164"/>
              <a:gd name="csY3672" fmla="*/ 1028970 h 1028969"/>
              <a:gd name="csX3673" fmla="*/ 634818 w 1728164"/>
              <a:gd name="csY3673" fmla="*/ 1028970 h 1028969"/>
              <a:gd name="csX3674" fmla="*/ 634987 w 1728164"/>
              <a:gd name="csY3674" fmla="*/ 1028970 h 1028969"/>
              <a:gd name="csX3675" fmla="*/ 635165 w 1728164"/>
              <a:gd name="csY3675" fmla="*/ 1028970 h 1028969"/>
              <a:gd name="csX3676" fmla="*/ 635334 w 1728164"/>
              <a:gd name="csY3676" fmla="*/ 1028970 h 1028969"/>
              <a:gd name="csX3677" fmla="*/ 635512 w 1728164"/>
              <a:gd name="csY3677" fmla="*/ 1028970 h 1028969"/>
              <a:gd name="csX3678" fmla="*/ 635681 w 1728164"/>
              <a:gd name="csY3678" fmla="*/ 1028970 h 1028969"/>
              <a:gd name="csX3679" fmla="*/ 635859 w 1728164"/>
              <a:gd name="csY3679" fmla="*/ 1028970 h 1028969"/>
              <a:gd name="csX3680" fmla="*/ 636028 w 1728164"/>
              <a:gd name="csY3680" fmla="*/ 1028970 h 1028969"/>
              <a:gd name="csX3681" fmla="*/ 636197 w 1728164"/>
              <a:gd name="csY3681" fmla="*/ 1028970 h 1028969"/>
              <a:gd name="csX3682" fmla="*/ 636375 w 1728164"/>
              <a:gd name="csY3682" fmla="*/ 1028970 h 1028969"/>
              <a:gd name="csX3683" fmla="*/ 636544 w 1728164"/>
              <a:gd name="csY3683" fmla="*/ 1028970 h 1028969"/>
              <a:gd name="csX3684" fmla="*/ 636722 w 1728164"/>
              <a:gd name="csY3684" fmla="*/ 1028970 h 1028969"/>
              <a:gd name="csX3685" fmla="*/ 636891 w 1728164"/>
              <a:gd name="csY3685" fmla="*/ 1028970 h 1028969"/>
              <a:gd name="csX3686" fmla="*/ 637069 w 1728164"/>
              <a:gd name="csY3686" fmla="*/ 1028970 h 1028969"/>
              <a:gd name="csX3687" fmla="*/ 637238 w 1728164"/>
              <a:gd name="csY3687" fmla="*/ 1028970 h 1028969"/>
              <a:gd name="csX3688" fmla="*/ 637407 w 1728164"/>
              <a:gd name="csY3688" fmla="*/ 1028970 h 1028969"/>
              <a:gd name="csX3689" fmla="*/ 637585 w 1728164"/>
              <a:gd name="csY3689" fmla="*/ 1028970 h 1028969"/>
              <a:gd name="csX3690" fmla="*/ 637754 w 1728164"/>
              <a:gd name="csY3690" fmla="*/ 1028970 h 1028969"/>
              <a:gd name="csX3691" fmla="*/ 637932 w 1728164"/>
              <a:gd name="csY3691" fmla="*/ 1028970 h 1028969"/>
              <a:gd name="csX3692" fmla="*/ 638101 w 1728164"/>
              <a:gd name="csY3692" fmla="*/ 1028970 h 1028969"/>
              <a:gd name="csX3693" fmla="*/ 638279 w 1728164"/>
              <a:gd name="csY3693" fmla="*/ 1028970 h 1028969"/>
              <a:gd name="csX3694" fmla="*/ 638448 w 1728164"/>
              <a:gd name="csY3694" fmla="*/ 1028970 h 1028969"/>
              <a:gd name="csX3695" fmla="*/ 638617 w 1728164"/>
              <a:gd name="csY3695" fmla="*/ 1028970 h 1028969"/>
              <a:gd name="csX3696" fmla="*/ 638794 w 1728164"/>
              <a:gd name="csY3696" fmla="*/ 1028970 h 1028969"/>
              <a:gd name="csX3697" fmla="*/ 638964 w 1728164"/>
              <a:gd name="csY3697" fmla="*/ 1028970 h 1028969"/>
              <a:gd name="csX3698" fmla="*/ 639141 w 1728164"/>
              <a:gd name="csY3698" fmla="*/ 1028970 h 1028969"/>
              <a:gd name="csX3699" fmla="*/ 639311 w 1728164"/>
              <a:gd name="csY3699" fmla="*/ 1028970 h 1028969"/>
              <a:gd name="csX3700" fmla="*/ 639488 w 1728164"/>
              <a:gd name="csY3700" fmla="*/ 1028970 h 1028969"/>
              <a:gd name="csX3701" fmla="*/ 639657 w 1728164"/>
              <a:gd name="csY3701" fmla="*/ 1028970 h 1028969"/>
              <a:gd name="csX3702" fmla="*/ 639827 w 1728164"/>
              <a:gd name="csY3702" fmla="*/ 1028970 h 1028969"/>
              <a:gd name="csX3703" fmla="*/ 640004 w 1728164"/>
              <a:gd name="csY3703" fmla="*/ 1028970 h 1028969"/>
              <a:gd name="csX3704" fmla="*/ 640173 w 1728164"/>
              <a:gd name="csY3704" fmla="*/ 1028970 h 1028969"/>
              <a:gd name="csX3705" fmla="*/ 640351 w 1728164"/>
              <a:gd name="csY3705" fmla="*/ 1028970 h 1028969"/>
              <a:gd name="csX3706" fmla="*/ 640520 w 1728164"/>
              <a:gd name="csY3706" fmla="*/ 1028970 h 1028969"/>
              <a:gd name="csX3707" fmla="*/ 640698 w 1728164"/>
              <a:gd name="csY3707" fmla="*/ 1028970 h 1028969"/>
              <a:gd name="csX3708" fmla="*/ 640867 w 1728164"/>
              <a:gd name="csY3708" fmla="*/ 1028970 h 1028969"/>
              <a:gd name="csX3709" fmla="*/ 641036 w 1728164"/>
              <a:gd name="csY3709" fmla="*/ 1028970 h 1028969"/>
              <a:gd name="csX3710" fmla="*/ 641214 w 1728164"/>
              <a:gd name="csY3710" fmla="*/ 1028970 h 1028969"/>
              <a:gd name="csX3711" fmla="*/ 641383 w 1728164"/>
              <a:gd name="csY3711" fmla="*/ 1028970 h 1028969"/>
              <a:gd name="csX3712" fmla="*/ 641561 w 1728164"/>
              <a:gd name="csY3712" fmla="*/ 1028970 h 1028969"/>
              <a:gd name="csX3713" fmla="*/ 641730 w 1728164"/>
              <a:gd name="csY3713" fmla="*/ 1028970 h 1028969"/>
              <a:gd name="csX3714" fmla="*/ 641908 w 1728164"/>
              <a:gd name="csY3714" fmla="*/ 1028970 h 1028969"/>
              <a:gd name="csX3715" fmla="*/ 642077 w 1728164"/>
              <a:gd name="csY3715" fmla="*/ 1028970 h 1028969"/>
              <a:gd name="csX3716" fmla="*/ 642246 w 1728164"/>
              <a:gd name="csY3716" fmla="*/ 1028970 h 1028969"/>
              <a:gd name="csX3717" fmla="*/ 642424 w 1728164"/>
              <a:gd name="csY3717" fmla="*/ 1028970 h 1028969"/>
              <a:gd name="csX3718" fmla="*/ 642593 w 1728164"/>
              <a:gd name="csY3718" fmla="*/ 1028970 h 1028969"/>
              <a:gd name="csX3719" fmla="*/ 642771 w 1728164"/>
              <a:gd name="csY3719" fmla="*/ 1028970 h 1028969"/>
              <a:gd name="csX3720" fmla="*/ 642940 w 1728164"/>
              <a:gd name="csY3720" fmla="*/ 1028970 h 1028969"/>
              <a:gd name="csX3721" fmla="*/ 643118 w 1728164"/>
              <a:gd name="csY3721" fmla="*/ 1028970 h 1028969"/>
              <a:gd name="csX3722" fmla="*/ 643287 w 1728164"/>
              <a:gd name="csY3722" fmla="*/ 1028970 h 1028969"/>
              <a:gd name="csX3723" fmla="*/ 643456 w 1728164"/>
              <a:gd name="csY3723" fmla="*/ 1028970 h 1028969"/>
              <a:gd name="csX3724" fmla="*/ 643634 w 1728164"/>
              <a:gd name="csY3724" fmla="*/ 1028970 h 1028969"/>
              <a:gd name="csX3725" fmla="*/ 643803 w 1728164"/>
              <a:gd name="csY3725" fmla="*/ 1028970 h 1028969"/>
              <a:gd name="csX3726" fmla="*/ 643981 w 1728164"/>
              <a:gd name="csY3726" fmla="*/ 1028970 h 1028969"/>
              <a:gd name="csX3727" fmla="*/ 644150 w 1728164"/>
              <a:gd name="csY3727" fmla="*/ 1028970 h 1028969"/>
              <a:gd name="csX3728" fmla="*/ 644328 w 1728164"/>
              <a:gd name="csY3728" fmla="*/ 1028970 h 1028969"/>
              <a:gd name="csX3729" fmla="*/ 644497 w 1728164"/>
              <a:gd name="csY3729" fmla="*/ 1028970 h 1028969"/>
              <a:gd name="csX3730" fmla="*/ 644666 w 1728164"/>
              <a:gd name="csY3730" fmla="*/ 1028970 h 1028969"/>
              <a:gd name="csX3731" fmla="*/ 644844 w 1728164"/>
              <a:gd name="csY3731" fmla="*/ 1028970 h 1028969"/>
              <a:gd name="csX3732" fmla="*/ 645013 w 1728164"/>
              <a:gd name="csY3732" fmla="*/ 1028970 h 1028969"/>
              <a:gd name="csX3733" fmla="*/ 645191 w 1728164"/>
              <a:gd name="csY3733" fmla="*/ 1028970 h 1028969"/>
              <a:gd name="csX3734" fmla="*/ 645360 w 1728164"/>
              <a:gd name="csY3734" fmla="*/ 1028970 h 1028969"/>
              <a:gd name="csX3735" fmla="*/ 645538 w 1728164"/>
              <a:gd name="csY3735" fmla="*/ 1028970 h 1028969"/>
              <a:gd name="csX3736" fmla="*/ 645707 w 1728164"/>
              <a:gd name="csY3736" fmla="*/ 1028970 h 1028969"/>
              <a:gd name="csX3737" fmla="*/ 645876 w 1728164"/>
              <a:gd name="csY3737" fmla="*/ 1028970 h 1028969"/>
              <a:gd name="csX3738" fmla="*/ 646054 w 1728164"/>
              <a:gd name="csY3738" fmla="*/ 1028970 h 1028969"/>
              <a:gd name="csX3739" fmla="*/ 646223 w 1728164"/>
              <a:gd name="csY3739" fmla="*/ 1028970 h 1028969"/>
              <a:gd name="csX3740" fmla="*/ 646401 w 1728164"/>
              <a:gd name="csY3740" fmla="*/ 1028970 h 1028969"/>
              <a:gd name="csX3741" fmla="*/ 646570 w 1728164"/>
              <a:gd name="csY3741" fmla="*/ 1028970 h 1028969"/>
              <a:gd name="csX3742" fmla="*/ 646748 w 1728164"/>
              <a:gd name="csY3742" fmla="*/ 1028970 h 1028969"/>
              <a:gd name="csX3743" fmla="*/ 646917 w 1728164"/>
              <a:gd name="csY3743" fmla="*/ 1028970 h 1028969"/>
              <a:gd name="csX3744" fmla="*/ 647086 w 1728164"/>
              <a:gd name="csY3744" fmla="*/ 1028970 h 1028969"/>
              <a:gd name="csX3745" fmla="*/ 647264 w 1728164"/>
              <a:gd name="csY3745" fmla="*/ 1028970 h 1028969"/>
              <a:gd name="csX3746" fmla="*/ 647433 w 1728164"/>
              <a:gd name="csY3746" fmla="*/ 1028970 h 1028969"/>
              <a:gd name="csX3747" fmla="*/ 647611 w 1728164"/>
              <a:gd name="csY3747" fmla="*/ 1028970 h 1028969"/>
              <a:gd name="csX3748" fmla="*/ 647780 w 1728164"/>
              <a:gd name="csY3748" fmla="*/ 1028970 h 1028969"/>
              <a:gd name="csX3749" fmla="*/ 647958 w 1728164"/>
              <a:gd name="csY3749" fmla="*/ 1028970 h 1028969"/>
              <a:gd name="csX3750" fmla="*/ 648127 w 1728164"/>
              <a:gd name="csY3750" fmla="*/ 1028970 h 1028969"/>
              <a:gd name="csX3751" fmla="*/ 648296 w 1728164"/>
              <a:gd name="csY3751" fmla="*/ 1028970 h 1028969"/>
              <a:gd name="csX3752" fmla="*/ 648474 w 1728164"/>
              <a:gd name="csY3752" fmla="*/ 1028970 h 1028969"/>
              <a:gd name="csX3753" fmla="*/ 648643 w 1728164"/>
              <a:gd name="csY3753" fmla="*/ 1028970 h 1028969"/>
              <a:gd name="csX3754" fmla="*/ 648821 w 1728164"/>
              <a:gd name="csY3754" fmla="*/ 1028970 h 1028969"/>
              <a:gd name="csX3755" fmla="*/ 648990 w 1728164"/>
              <a:gd name="csY3755" fmla="*/ 1028970 h 1028969"/>
              <a:gd name="csX3756" fmla="*/ 649168 w 1728164"/>
              <a:gd name="csY3756" fmla="*/ 1028970 h 1028969"/>
              <a:gd name="csX3757" fmla="*/ 649337 w 1728164"/>
              <a:gd name="csY3757" fmla="*/ 1028970 h 1028969"/>
              <a:gd name="csX3758" fmla="*/ 649506 w 1728164"/>
              <a:gd name="csY3758" fmla="*/ 1028970 h 1028969"/>
              <a:gd name="csX3759" fmla="*/ 649684 w 1728164"/>
              <a:gd name="csY3759" fmla="*/ 1028970 h 1028969"/>
              <a:gd name="csX3760" fmla="*/ 649853 w 1728164"/>
              <a:gd name="csY3760" fmla="*/ 1028970 h 1028969"/>
              <a:gd name="csX3761" fmla="*/ 650031 w 1728164"/>
              <a:gd name="csY3761" fmla="*/ 1028970 h 1028969"/>
              <a:gd name="csX3762" fmla="*/ 650200 w 1728164"/>
              <a:gd name="csY3762" fmla="*/ 1028970 h 1028969"/>
              <a:gd name="csX3763" fmla="*/ 650378 w 1728164"/>
              <a:gd name="csY3763" fmla="*/ 1028970 h 1028969"/>
              <a:gd name="csX3764" fmla="*/ 650547 w 1728164"/>
              <a:gd name="csY3764" fmla="*/ 1028970 h 1028969"/>
              <a:gd name="csX3765" fmla="*/ 650716 w 1728164"/>
              <a:gd name="csY3765" fmla="*/ 1028970 h 1028969"/>
              <a:gd name="csX3766" fmla="*/ 650894 w 1728164"/>
              <a:gd name="csY3766" fmla="*/ 1028970 h 1028969"/>
              <a:gd name="csX3767" fmla="*/ 651063 w 1728164"/>
              <a:gd name="csY3767" fmla="*/ 1028970 h 1028969"/>
              <a:gd name="csX3768" fmla="*/ 651241 w 1728164"/>
              <a:gd name="csY3768" fmla="*/ 1028970 h 1028969"/>
              <a:gd name="csX3769" fmla="*/ 651410 w 1728164"/>
              <a:gd name="csY3769" fmla="*/ 1028970 h 1028969"/>
              <a:gd name="csX3770" fmla="*/ 651588 w 1728164"/>
              <a:gd name="csY3770" fmla="*/ 1028970 h 1028969"/>
              <a:gd name="csX3771" fmla="*/ 651757 w 1728164"/>
              <a:gd name="csY3771" fmla="*/ 1028970 h 1028969"/>
              <a:gd name="csX3772" fmla="*/ 651926 w 1728164"/>
              <a:gd name="csY3772" fmla="*/ 1028970 h 1028969"/>
              <a:gd name="csX3773" fmla="*/ 652104 w 1728164"/>
              <a:gd name="csY3773" fmla="*/ 1028970 h 1028969"/>
              <a:gd name="csX3774" fmla="*/ 652273 w 1728164"/>
              <a:gd name="csY3774" fmla="*/ 1028970 h 1028969"/>
              <a:gd name="csX3775" fmla="*/ 652451 w 1728164"/>
              <a:gd name="csY3775" fmla="*/ 1028970 h 1028969"/>
              <a:gd name="csX3776" fmla="*/ 652620 w 1728164"/>
              <a:gd name="csY3776" fmla="*/ 1028970 h 1028969"/>
              <a:gd name="csX3777" fmla="*/ 652789 w 1728164"/>
              <a:gd name="csY3777" fmla="*/ 1028970 h 1028969"/>
              <a:gd name="csX3778" fmla="*/ 652967 w 1728164"/>
              <a:gd name="csY3778" fmla="*/ 1028970 h 1028969"/>
              <a:gd name="csX3779" fmla="*/ 653136 w 1728164"/>
              <a:gd name="csY3779" fmla="*/ 1028970 h 1028969"/>
              <a:gd name="csX3780" fmla="*/ 653314 w 1728164"/>
              <a:gd name="csY3780" fmla="*/ 1028970 h 1028969"/>
              <a:gd name="csX3781" fmla="*/ 653483 w 1728164"/>
              <a:gd name="csY3781" fmla="*/ 1028970 h 1028969"/>
              <a:gd name="csX3782" fmla="*/ 653660 w 1728164"/>
              <a:gd name="csY3782" fmla="*/ 1028970 h 1028969"/>
              <a:gd name="csX3783" fmla="*/ 653830 w 1728164"/>
              <a:gd name="csY3783" fmla="*/ 1028970 h 1028969"/>
              <a:gd name="csX3784" fmla="*/ 653998 w 1728164"/>
              <a:gd name="csY3784" fmla="*/ 1028970 h 1028969"/>
              <a:gd name="csX3785" fmla="*/ 654176 w 1728164"/>
              <a:gd name="csY3785" fmla="*/ 1028970 h 1028969"/>
              <a:gd name="csX3786" fmla="*/ 654345 w 1728164"/>
              <a:gd name="csY3786" fmla="*/ 1028970 h 1028969"/>
              <a:gd name="csX3787" fmla="*/ 654523 w 1728164"/>
              <a:gd name="csY3787" fmla="*/ 1028970 h 1028969"/>
              <a:gd name="csX3788" fmla="*/ 654692 w 1728164"/>
              <a:gd name="csY3788" fmla="*/ 1028970 h 1028969"/>
              <a:gd name="csX3789" fmla="*/ 654870 w 1728164"/>
              <a:gd name="csY3789" fmla="*/ 1028970 h 1028969"/>
              <a:gd name="csX3790" fmla="*/ 655039 w 1728164"/>
              <a:gd name="csY3790" fmla="*/ 1028970 h 1028969"/>
              <a:gd name="csX3791" fmla="*/ 655209 w 1728164"/>
              <a:gd name="csY3791" fmla="*/ 1028970 h 1028969"/>
              <a:gd name="csX3792" fmla="*/ 655386 w 1728164"/>
              <a:gd name="csY3792" fmla="*/ 1028970 h 1028969"/>
              <a:gd name="csX3793" fmla="*/ 655555 w 1728164"/>
              <a:gd name="csY3793" fmla="*/ 1028970 h 1028969"/>
              <a:gd name="csX3794" fmla="*/ 655733 w 1728164"/>
              <a:gd name="csY3794" fmla="*/ 1028970 h 1028969"/>
              <a:gd name="csX3795" fmla="*/ 655902 w 1728164"/>
              <a:gd name="csY3795" fmla="*/ 1028970 h 1028969"/>
              <a:gd name="csX3796" fmla="*/ 656080 w 1728164"/>
              <a:gd name="csY3796" fmla="*/ 1028970 h 1028969"/>
              <a:gd name="csX3797" fmla="*/ 656249 w 1728164"/>
              <a:gd name="csY3797" fmla="*/ 1028970 h 1028969"/>
              <a:gd name="csX3798" fmla="*/ 656418 w 1728164"/>
              <a:gd name="csY3798" fmla="*/ 1028970 h 1028969"/>
              <a:gd name="csX3799" fmla="*/ 656596 w 1728164"/>
              <a:gd name="csY3799" fmla="*/ 1028970 h 1028969"/>
              <a:gd name="csX3800" fmla="*/ 656765 w 1728164"/>
              <a:gd name="csY3800" fmla="*/ 1028970 h 1028969"/>
              <a:gd name="csX3801" fmla="*/ 656943 w 1728164"/>
              <a:gd name="csY3801" fmla="*/ 1028970 h 1028969"/>
              <a:gd name="csX3802" fmla="*/ 657112 w 1728164"/>
              <a:gd name="csY3802" fmla="*/ 1028970 h 1028969"/>
              <a:gd name="csX3803" fmla="*/ 657290 w 1728164"/>
              <a:gd name="csY3803" fmla="*/ 1028970 h 1028969"/>
              <a:gd name="csX3804" fmla="*/ 657459 w 1728164"/>
              <a:gd name="csY3804" fmla="*/ 1028970 h 1028969"/>
              <a:gd name="csX3805" fmla="*/ 657628 w 1728164"/>
              <a:gd name="csY3805" fmla="*/ 1028970 h 1028969"/>
              <a:gd name="csX3806" fmla="*/ 657806 w 1728164"/>
              <a:gd name="csY3806" fmla="*/ 1028970 h 1028969"/>
              <a:gd name="csX3807" fmla="*/ 657975 w 1728164"/>
              <a:gd name="csY3807" fmla="*/ 1028970 h 1028969"/>
              <a:gd name="csX3808" fmla="*/ 658153 w 1728164"/>
              <a:gd name="csY3808" fmla="*/ 1028970 h 1028969"/>
              <a:gd name="csX3809" fmla="*/ 658322 w 1728164"/>
              <a:gd name="csY3809" fmla="*/ 1028970 h 1028969"/>
              <a:gd name="csX3810" fmla="*/ 658500 w 1728164"/>
              <a:gd name="csY3810" fmla="*/ 1028970 h 1028969"/>
              <a:gd name="csX3811" fmla="*/ 658669 w 1728164"/>
              <a:gd name="csY3811" fmla="*/ 1028970 h 1028969"/>
              <a:gd name="csX3812" fmla="*/ 658838 w 1728164"/>
              <a:gd name="csY3812" fmla="*/ 1028970 h 1028969"/>
              <a:gd name="csX3813" fmla="*/ 659016 w 1728164"/>
              <a:gd name="csY3813" fmla="*/ 1028970 h 1028969"/>
              <a:gd name="csX3814" fmla="*/ 659185 w 1728164"/>
              <a:gd name="csY3814" fmla="*/ 1028970 h 1028969"/>
              <a:gd name="csX3815" fmla="*/ 659363 w 1728164"/>
              <a:gd name="csY3815" fmla="*/ 1028970 h 1028969"/>
              <a:gd name="csX3816" fmla="*/ 659532 w 1728164"/>
              <a:gd name="csY3816" fmla="*/ 1028970 h 1028969"/>
              <a:gd name="csX3817" fmla="*/ 659710 w 1728164"/>
              <a:gd name="csY3817" fmla="*/ 1028970 h 1028969"/>
              <a:gd name="csX3818" fmla="*/ 659879 w 1728164"/>
              <a:gd name="csY3818" fmla="*/ 1028970 h 1028969"/>
              <a:gd name="csX3819" fmla="*/ 660048 w 1728164"/>
              <a:gd name="csY3819" fmla="*/ 1028970 h 1028969"/>
              <a:gd name="csX3820" fmla="*/ 660226 w 1728164"/>
              <a:gd name="csY3820" fmla="*/ 1028970 h 1028969"/>
              <a:gd name="csX3821" fmla="*/ 660395 w 1728164"/>
              <a:gd name="csY3821" fmla="*/ 1028970 h 1028969"/>
              <a:gd name="csX3822" fmla="*/ 660573 w 1728164"/>
              <a:gd name="csY3822" fmla="*/ 1028970 h 1028969"/>
              <a:gd name="csX3823" fmla="*/ 660742 w 1728164"/>
              <a:gd name="csY3823" fmla="*/ 1028970 h 1028969"/>
              <a:gd name="csX3824" fmla="*/ 660920 w 1728164"/>
              <a:gd name="csY3824" fmla="*/ 1028970 h 1028969"/>
              <a:gd name="csX3825" fmla="*/ 661089 w 1728164"/>
              <a:gd name="csY3825" fmla="*/ 1028970 h 1028969"/>
              <a:gd name="csX3826" fmla="*/ 661258 w 1728164"/>
              <a:gd name="csY3826" fmla="*/ 1028970 h 1028969"/>
              <a:gd name="csX3827" fmla="*/ 661436 w 1728164"/>
              <a:gd name="csY3827" fmla="*/ 1028970 h 1028969"/>
              <a:gd name="csX3828" fmla="*/ 661605 w 1728164"/>
              <a:gd name="csY3828" fmla="*/ 1028970 h 1028969"/>
              <a:gd name="csX3829" fmla="*/ 661783 w 1728164"/>
              <a:gd name="csY3829" fmla="*/ 1028970 h 1028969"/>
              <a:gd name="csX3830" fmla="*/ 661952 w 1728164"/>
              <a:gd name="csY3830" fmla="*/ 1028970 h 1028969"/>
              <a:gd name="csX3831" fmla="*/ 662130 w 1728164"/>
              <a:gd name="csY3831" fmla="*/ 1028970 h 1028969"/>
              <a:gd name="csX3832" fmla="*/ 662299 w 1728164"/>
              <a:gd name="csY3832" fmla="*/ 1028970 h 1028969"/>
              <a:gd name="csX3833" fmla="*/ 662468 w 1728164"/>
              <a:gd name="csY3833" fmla="*/ 1028970 h 1028969"/>
              <a:gd name="csX3834" fmla="*/ 662646 w 1728164"/>
              <a:gd name="csY3834" fmla="*/ 1028970 h 1028969"/>
              <a:gd name="csX3835" fmla="*/ 662815 w 1728164"/>
              <a:gd name="csY3835" fmla="*/ 1028970 h 1028969"/>
              <a:gd name="csX3836" fmla="*/ 662993 w 1728164"/>
              <a:gd name="csY3836" fmla="*/ 1028970 h 1028969"/>
              <a:gd name="csX3837" fmla="*/ 663162 w 1728164"/>
              <a:gd name="csY3837" fmla="*/ 1028970 h 1028969"/>
              <a:gd name="csX3838" fmla="*/ 663340 w 1728164"/>
              <a:gd name="csY3838" fmla="*/ 1028970 h 1028969"/>
              <a:gd name="csX3839" fmla="*/ 663509 w 1728164"/>
              <a:gd name="csY3839" fmla="*/ 1028970 h 1028969"/>
              <a:gd name="csX3840" fmla="*/ 663678 w 1728164"/>
              <a:gd name="csY3840" fmla="*/ 1028970 h 1028969"/>
              <a:gd name="csX3841" fmla="*/ 663856 w 1728164"/>
              <a:gd name="csY3841" fmla="*/ 1028970 h 1028969"/>
              <a:gd name="csX3842" fmla="*/ 664025 w 1728164"/>
              <a:gd name="csY3842" fmla="*/ 1028970 h 1028969"/>
              <a:gd name="csX3843" fmla="*/ 664203 w 1728164"/>
              <a:gd name="csY3843" fmla="*/ 1028970 h 1028969"/>
              <a:gd name="csX3844" fmla="*/ 664372 w 1728164"/>
              <a:gd name="csY3844" fmla="*/ 1028970 h 1028969"/>
              <a:gd name="csX3845" fmla="*/ 664550 w 1728164"/>
              <a:gd name="csY3845" fmla="*/ 1028970 h 1028969"/>
              <a:gd name="csX3846" fmla="*/ 664719 w 1728164"/>
              <a:gd name="csY3846" fmla="*/ 1028970 h 1028969"/>
              <a:gd name="csX3847" fmla="*/ 664888 w 1728164"/>
              <a:gd name="csY3847" fmla="*/ 1028970 h 1028969"/>
              <a:gd name="csX3848" fmla="*/ 665066 w 1728164"/>
              <a:gd name="csY3848" fmla="*/ 1028970 h 1028969"/>
              <a:gd name="csX3849" fmla="*/ 665235 w 1728164"/>
              <a:gd name="csY3849" fmla="*/ 1028970 h 1028969"/>
              <a:gd name="csX3850" fmla="*/ 665413 w 1728164"/>
              <a:gd name="csY3850" fmla="*/ 1028970 h 1028969"/>
              <a:gd name="csX3851" fmla="*/ 665582 w 1728164"/>
              <a:gd name="csY3851" fmla="*/ 1028970 h 1028969"/>
              <a:gd name="csX3852" fmla="*/ 665760 w 1728164"/>
              <a:gd name="csY3852" fmla="*/ 1028970 h 1028969"/>
              <a:gd name="csX3853" fmla="*/ 665929 w 1728164"/>
              <a:gd name="csY3853" fmla="*/ 1028970 h 1028969"/>
              <a:gd name="csX3854" fmla="*/ 666098 w 1728164"/>
              <a:gd name="csY3854" fmla="*/ 1028970 h 1028969"/>
              <a:gd name="csX3855" fmla="*/ 666276 w 1728164"/>
              <a:gd name="csY3855" fmla="*/ 1028970 h 1028969"/>
              <a:gd name="csX3856" fmla="*/ 666445 w 1728164"/>
              <a:gd name="csY3856" fmla="*/ 1028970 h 1028969"/>
              <a:gd name="csX3857" fmla="*/ 666623 w 1728164"/>
              <a:gd name="csY3857" fmla="*/ 1028970 h 1028969"/>
              <a:gd name="csX3858" fmla="*/ 666792 w 1728164"/>
              <a:gd name="csY3858" fmla="*/ 1028970 h 1028969"/>
              <a:gd name="csX3859" fmla="*/ 666970 w 1728164"/>
              <a:gd name="csY3859" fmla="*/ 1028970 h 1028969"/>
              <a:gd name="csX3860" fmla="*/ 667139 w 1728164"/>
              <a:gd name="csY3860" fmla="*/ 1028970 h 1028969"/>
              <a:gd name="csX3861" fmla="*/ 667308 w 1728164"/>
              <a:gd name="csY3861" fmla="*/ 1028970 h 1028969"/>
              <a:gd name="csX3862" fmla="*/ 667486 w 1728164"/>
              <a:gd name="csY3862" fmla="*/ 1028970 h 1028969"/>
              <a:gd name="csX3863" fmla="*/ 667655 w 1728164"/>
              <a:gd name="csY3863" fmla="*/ 1028970 h 1028969"/>
              <a:gd name="csX3864" fmla="*/ 667833 w 1728164"/>
              <a:gd name="csY3864" fmla="*/ 1028970 h 1028969"/>
              <a:gd name="csX3865" fmla="*/ 668002 w 1728164"/>
              <a:gd name="csY3865" fmla="*/ 1028970 h 1028969"/>
              <a:gd name="csX3866" fmla="*/ 668179 w 1728164"/>
              <a:gd name="csY3866" fmla="*/ 1028970 h 1028969"/>
              <a:gd name="csX3867" fmla="*/ 668348 w 1728164"/>
              <a:gd name="csY3867" fmla="*/ 1028970 h 1028969"/>
              <a:gd name="csX3868" fmla="*/ 668518 w 1728164"/>
              <a:gd name="csY3868" fmla="*/ 1028970 h 1028969"/>
              <a:gd name="csX3869" fmla="*/ 668695 w 1728164"/>
              <a:gd name="csY3869" fmla="*/ 1028970 h 1028969"/>
              <a:gd name="csX3870" fmla="*/ 668865 w 1728164"/>
              <a:gd name="csY3870" fmla="*/ 1028970 h 1028969"/>
              <a:gd name="csX3871" fmla="*/ 669042 w 1728164"/>
              <a:gd name="csY3871" fmla="*/ 1028970 h 1028969"/>
              <a:gd name="csX3872" fmla="*/ 669212 w 1728164"/>
              <a:gd name="csY3872" fmla="*/ 1028970 h 1028969"/>
              <a:gd name="csX3873" fmla="*/ 669389 w 1728164"/>
              <a:gd name="csY3873" fmla="*/ 1028970 h 1028969"/>
              <a:gd name="csX3874" fmla="*/ 669558 w 1728164"/>
              <a:gd name="csY3874" fmla="*/ 1028970 h 1028969"/>
              <a:gd name="csX3875" fmla="*/ 669727 w 1728164"/>
              <a:gd name="csY3875" fmla="*/ 1028970 h 1028969"/>
              <a:gd name="csX3876" fmla="*/ 669905 w 1728164"/>
              <a:gd name="csY3876" fmla="*/ 1028970 h 1028969"/>
              <a:gd name="csX3877" fmla="*/ 670074 w 1728164"/>
              <a:gd name="csY3877" fmla="*/ 1028970 h 1028969"/>
              <a:gd name="csX3878" fmla="*/ 670252 w 1728164"/>
              <a:gd name="csY3878" fmla="*/ 1028970 h 1028969"/>
              <a:gd name="csX3879" fmla="*/ 670421 w 1728164"/>
              <a:gd name="csY3879" fmla="*/ 1028970 h 1028969"/>
              <a:gd name="csX3880" fmla="*/ 670599 w 1728164"/>
              <a:gd name="csY3880" fmla="*/ 1028970 h 1028969"/>
              <a:gd name="csX3881" fmla="*/ 670768 w 1728164"/>
              <a:gd name="csY3881" fmla="*/ 1028970 h 1028969"/>
              <a:gd name="csX3882" fmla="*/ 670937 w 1728164"/>
              <a:gd name="csY3882" fmla="*/ 1028970 h 1028969"/>
              <a:gd name="csX3883" fmla="*/ 671115 w 1728164"/>
              <a:gd name="csY3883" fmla="*/ 1028970 h 1028969"/>
              <a:gd name="csX3884" fmla="*/ 671284 w 1728164"/>
              <a:gd name="csY3884" fmla="*/ 1028970 h 1028969"/>
              <a:gd name="csX3885" fmla="*/ 671462 w 1728164"/>
              <a:gd name="csY3885" fmla="*/ 1028970 h 1028969"/>
              <a:gd name="csX3886" fmla="*/ 671631 w 1728164"/>
              <a:gd name="csY3886" fmla="*/ 1028970 h 1028969"/>
              <a:gd name="csX3887" fmla="*/ 671800 w 1728164"/>
              <a:gd name="csY3887" fmla="*/ 1028970 h 1028969"/>
              <a:gd name="csX3888" fmla="*/ 671978 w 1728164"/>
              <a:gd name="csY3888" fmla="*/ 1028970 h 1028969"/>
              <a:gd name="csX3889" fmla="*/ 672147 w 1728164"/>
              <a:gd name="csY3889" fmla="*/ 1028970 h 1028969"/>
              <a:gd name="csX3890" fmla="*/ 672325 w 1728164"/>
              <a:gd name="csY3890" fmla="*/ 1028970 h 1028969"/>
              <a:gd name="csX3891" fmla="*/ 672494 w 1728164"/>
              <a:gd name="csY3891" fmla="*/ 1028970 h 1028969"/>
              <a:gd name="csX3892" fmla="*/ 672672 w 1728164"/>
              <a:gd name="csY3892" fmla="*/ 1028970 h 1028969"/>
              <a:gd name="csX3893" fmla="*/ 672841 w 1728164"/>
              <a:gd name="csY3893" fmla="*/ 1028970 h 1028969"/>
              <a:gd name="csX3894" fmla="*/ 673010 w 1728164"/>
              <a:gd name="csY3894" fmla="*/ 1028970 h 1028969"/>
              <a:gd name="csX3895" fmla="*/ 673188 w 1728164"/>
              <a:gd name="csY3895" fmla="*/ 1028970 h 1028969"/>
              <a:gd name="csX3896" fmla="*/ 673357 w 1728164"/>
              <a:gd name="csY3896" fmla="*/ 1028970 h 1028969"/>
              <a:gd name="csX3897" fmla="*/ 673535 w 1728164"/>
              <a:gd name="csY3897" fmla="*/ 1028970 h 1028969"/>
              <a:gd name="csX3898" fmla="*/ 673704 w 1728164"/>
              <a:gd name="csY3898" fmla="*/ 1028970 h 1028969"/>
              <a:gd name="csX3899" fmla="*/ 673882 w 1728164"/>
              <a:gd name="csY3899" fmla="*/ 1028970 h 1028969"/>
              <a:gd name="csX3900" fmla="*/ 674051 w 1728164"/>
              <a:gd name="csY3900" fmla="*/ 1028970 h 1028969"/>
              <a:gd name="csX3901" fmla="*/ 674220 w 1728164"/>
              <a:gd name="csY3901" fmla="*/ 1028970 h 1028969"/>
              <a:gd name="csX3902" fmla="*/ 674398 w 1728164"/>
              <a:gd name="csY3902" fmla="*/ 1028970 h 1028969"/>
              <a:gd name="csX3903" fmla="*/ 674567 w 1728164"/>
              <a:gd name="csY3903" fmla="*/ 1028970 h 1028969"/>
              <a:gd name="csX3904" fmla="*/ 674745 w 1728164"/>
              <a:gd name="csY3904" fmla="*/ 1028970 h 1028969"/>
              <a:gd name="csX3905" fmla="*/ 674914 w 1728164"/>
              <a:gd name="csY3905" fmla="*/ 1028970 h 1028969"/>
              <a:gd name="csX3906" fmla="*/ 675092 w 1728164"/>
              <a:gd name="csY3906" fmla="*/ 1028970 h 1028969"/>
              <a:gd name="csX3907" fmla="*/ 675261 w 1728164"/>
              <a:gd name="csY3907" fmla="*/ 1028970 h 1028969"/>
              <a:gd name="csX3908" fmla="*/ 675430 w 1728164"/>
              <a:gd name="csY3908" fmla="*/ 1028970 h 1028969"/>
              <a:gd name="csX3909" fmla="*/ 675608 w 1728164"/>
              <a:gd name="csY3909" fmla="*/ 1028970 h 1028969"/>
              <a:gd name="csX3910" fmla="*/ 675777 w 1728164"/>
              <a:gd name="csY3910" fmla="*/ 1028970 h 1028969"/>
              <a:gd name="csX3911" fmla="*/ 675955 w 1728164"/>
              <a:gd name="csY3911" fmla="*/ 1028970 h 1028969"/>
              <a:gd name="csX3912" fmla="*/ 676124 w 1728164"/>
              <a:gd name="csY3912" fmla="*/ 1028970 h 1028969"/>
              <a:gd name="csX3913" fmla="*/ 676302 w 1728164"/>
              <a:gd name="csY3913" fmla="*/ 1028970 h 1028969"/>
              <a:gd name="csX3914" fmla="*/ 676471 w 1728164"/>
              <a:gd name="csY3914" fmla="*/ 1028970 h 1028969"/>
              <a:gd name="csX3915" fmla="*/ 676640 w 1728164"/>
              <a:gd name="csY3915" fmla="*/ 1028970 h 1028969"/>
              <a:gd name="csX3916" fmla="*/ 676818 w 1728164"/>
              <a:gd name="csY3916" fmla="*/ 1028970 h 1028969"/>
              <a:gd name="csX3917" fmla="*/ 676987 w 1728164"/>
              <a:gd name="csY3917" fmla="*/ 1028970 h 1028969"/>
              <a:gd name="csX3918" fmla="*/ 677165 w 1728164"/>
              <a:gd name="csY3918" fmla="*/ 1028970 h 1028969"/>
              <a:gd name="csX3919" fmla="*/ 677334 w 1728164"/>
              <a:gd name="csY3919" fmla="*/ 1028970 h 1028969"/>
              <a:gd name="csX3920" fmla="*/ 677512 w 1728164"/>
              <a:gd name="csY3920" fmla="*/ 1028970 h 1028969"/>
              <a:gd name="csX3921" fmla="*/ 677681 w 1728164"/>
              <a:gd name="csY3921" fmla="*/ 1028970 h 1028969"/>
              <a:gd name="csX3922" fmla="*/ 677850 w 1728164"/>
              <a:gd name="csY3922" fmla="*/ 1028970 h 1028969"/>
              <a:gd name="csX3923" fmla="*/ 678028 w 1728164"/>
              <a:gd name="csY3923" fmla="*/ 1028970 h 1028969"/>
              <a:gd name="csX3924" fmla="*/ 678197 w 1728164"/>
              <a:gd name="csY3924" fmla="*/ 1028970 h 1028969"/>
              <a:gd name="csX3925" fmla="*/ 678375 w 1728164"/>
              <a:gd name="csY3925" fmla="*/ 1028970 h 1028969"/>
              <a:gd name="csX3926" fmla="*/ 678544 w 1728164"/>
              <a:gd name="csY3926" fmla="*/ 1028970 h 1028969"/>
              <a:gd name="csX3927" fmla="*/ 678722 w 1728164"/>
              <a:gd name="csY3927" fmla="*/ 1028970 h 1028969"/>
              <a:gd name="csX3928" fmla="*/ 678891 w 1728164"/>
              <a:gd name="csY3928" fmla="*/ 1028970 h 1028969"/>
              <a:gd name="csX3929" fmla="*/ 679060 w 1728164"/>
              <a:gd name="csY3929" fmla="*/ 1028970 h 1028969"/>
              <a:gd name="csX3930" fmla="*/ 679238 w 1728164"/>
              <a:gd name="csY3930" fmla="*/ 1028970 h 1028969"/>
              <a:gd name="csX3931" fmla="*/ 679407 w 1728164"/>
              <a:gd name="csY3931" fmla="*/ 1028970 h 1028969"/>
              <a:gd name="csX3932" fmla="*/ 679585 w 1728164"/>
              <a:gd name="csY3932" fmla="*/ 1028970 h 1028969"/>
              <a:gd name="csX3933" fmla="*/ 679754 w 1728164"/>
              <a:gd name="csY3933" fmla="*/ 1028970 h 1028969"/>
              <a:gd name="csX3934" fmla="*/ 679932 w 1728164"/>
              <a:gd name="csY3934" fmla="*/ 1028970 h 1028969"/>
              <a:gd name="csX3935" fmla="*/ 680101 w 1728164"/>
              <a:gd name="csY3935" fmla="*/ 1028970 h 1028969"/>
              <a:gd name="csX3936" fmla="*/ 680270 w 1728164"/>
              <a:gd name="csY3936" fmla="*/ 1028970 h 1028969"/>
              <a:gd name="csX3937" fmla="*/ 680448 w 1728164"/>
              <a:gd name="csY3937" fmla="*/ 1028970 h 1028969"/>
              <a:gd name="csX3938" fmla="*/ 680617 w 1728164"/>
              <a:gd name="csY3938" fmla="*/ 1028970 h 1028969"/>
              <a:gd name="csX3939" fmla="*/ 680795 w 1728164"/>
              <a:gd name="csY3939" fmla="*/ 1028970 h 1028969"/>
              <a:gd name="csX3940" fmla="*/ 680964 w 1728164"/>
              <a:gd name="csY3940" fmla="*/ 1028970 h 1028969"/>
              <a:gd name="csX3941" fmla="*/ 681142 w 1728164"/>
              <a:gd name="csY3941" fmla="*/ 1028970 h 1028969"/>
              <a:gd name="csX3942" fmla="*/ 681311 w 1728164"/>
              <a:gd name="csY3942" fmla="*/ 1028970 h 1028969"/>
              <a:gd name="csX3943" fmla="*/ 681480 w 1728164"/>
              <a:gd name="csY3943" fmla="*/ 1028970 h 1028969"/>
              <a:gd name="csX3944" fmla="*/ 681658 w 1728164"/>
              <a:gd name="csY3944" fmla="*/ 1028970 h 1028969"/>
              <a:gd name="csX3945" fmla="*/ 681827 w 1728164"/>
              <a:gd name="csY3945" fmla="*/ 1028970 h 1028969"/>
              <a:gd name="csX3946" fmla="*/ 682005 w 1728164"/>
              <a:gd name="csY3946" fmla="*/ 1028970 h 1028969"/>
              <a:gd name="csX3947" fmla="*/ 682174 w 1728164"/>
              <a:gd name="csY3947" fmla="*/ 1028970 h 1028969"/>
              <a:gd name="csX3948" fmla="*/ 682351 w 1728164"/>
              <a:gd name="csY3948" fmla="*/ 1028970 h 1028969"/>
              <a:gd name="csX3949" fmla="*/ 682521 w 1728164"/>
              <a:gd name="csY3949" fmla="*/ 1028970 h 1028969"/>
              <a:gd name="csX3950" fmla="*/ 682690 w 1728164"/>
              <a:gd name="csY3950" fmla="*/ 1028970 h 1028969"/>
              <a:gd name="csX3951" fmla="*/ 682868 w 1728164"/>
              <a:gd name="csY3951" fmla="*/ 1028970 h 1028969"/>
              <a:gd name="csX3952" fmla="*/ 683037 w 1728164"/>
              <a:gd name="csY3952" fmla="*/ 1028970 h 1028969"/>
              <a:gd name="csX3953" fmla="*/ 683215 w 1728164"/>
              <a:gd name="csY3953" fmla="*/ 1028970 h 1028969"/>
              <a:gd name="csX3954" fmla="*/ 683383 w 1728164"/>
              <a:gd name="csY3954" fmla="*/ 1028970 h 1028969"/>
              <a:gd name="csX3955" fmla="*/ 683561 w 1728164"/>
              <a:gd name="csY3955" fmla="*/ 1028970 h 1028969"/>
              <a:gd name="csX3956" fmla="*/ 683730 w 1728164"/>
              <a:gd name="csY3956" fmla="*/ 1028970 h 1028969"/>
              <a:gd name="csX3957" fmla="*/ 683900 w 1728164"/>
              <a:gd name="csY3957" fmla="*/ 1028970 h 1028969"/>
              <a:gd name="csX3958" fmla="*/ 684077 w 1728164"/>
              <a:gd name="csY3958" fmla="*/ 1028970 h 1028969"/>
              <a:gd name="csX3959" fmla="*/ 684246 w 1728164"/>
              <a:gd name="csY3959" fmla="*/ 1028970 h 1028969"/>
              <a:gd name="csX3960" fmla="*/ 684424 w 1728164"/>
              <a:gd name="csY3960" fmla="*/ 1028970 h 1028969"/>
              <a:gd name="csX3961" fmla="*/ 684593 w 1728164"/>
              <a:gd name="csY3961" fmla="*/ 1028970 h 1028969"/>
              <a:gd name="csX3962" fmla="*/ 684771 w 1728164"/>
              <a:gd name="csY3962" fmla="*/ 1028970 h 1028969"/>
              <a:gd name="csX3963" fmla="*/ 684940 w 1728164"/>
              <a:gd name="csY3963" fmla="*/ 1028970 h 1028969"/>
              <a:gd name="csX3964" fmla="*/ 685109 w 1728164"/>
              <a:gd name="csY3964" fmla="*/ 1028970 h 1028969"/>
              <a:gd name="csX3965" fmla="*/ 685287 w 1728164"/>
              <a:gd name="csY3965" fmla="*/ 1028970 h 1028969"/>
              <a:gd name="csX3966" fmla="*/ 685456 w 1728164"/>
              <a:gd name="csY3966" fmla="*/ 1028970 h 1028969"/>
              <a:gd name="csX3967" fmla="*/ 685634 w 1728164"/>
              <a:gd name="csY3967" fmla="*/ 1028970 h 1028969"/>
              <a:gd name="csX3968" fmla="*/ 685803 w 1728164"/>
              <a:gd name="csY3968" fmla="*/ 1028970 h 1028969"/>
              <a:gd name="csX3969" fmla="*/ 685981 w 1728164"/>
              <a:gd name="csY3969" fmla="*/ 1028970 h 1028969"/>
              <a:gd name="csX3970" fmla="*/ 686150 w 1728164"/>
              <a:gd name="csY3970" fmla="*/ 1028970 h 1028969"/>
              <a:gd name="csX3971" fmla="*/ 686319 w 1728164"/>
              <a:gd name="csY3971" fmla="*/ 1028970 h 1028969"/>
              <a:gd name="csX3972" fmla="*/ 686497 w 1728164"/>
              <a:gd name="csY3972" fmla="*/ 1028970 h 1028969"/>
              <a:gd name="csX3973" fmla="*/ 686666 w 1728164"/>
              <a:gd name="csY3973" fmla="*/ 1028970 h 1028969"/>
              <a:gd name="csX3974" fmla="*/ 686844 w 1728164"/>
              <a:gd name="csY3974" fmla="*/ 1028970 h 1028969"/>
              <a:gd name="csX3975" fmla="*/ 687013 w 1728164"/>
              <a:gd name="csY3975" fmla="*/ 1028970 h 1028969"/>
              <a:gd name="csX3976" fmla="*/ 687191 w 1728164"/>
              <a:gd name="csY3976" fmla="*/ 1028970 h 1028969"/>
              <a:gd name="csX3977" fmla="*/ 687360 w 1728164"/>
              <a:gd name="csY3977" fmla="*/ 1028970 h 1028969"/>
              <a:gd name="csX3978" fmla="*/ 687529 w 1728164"/>
              <a:gd name="csY3978" fmla="*/ 1028970 h 1028969"/>
              <a:gd name="csX3979" fmla="*/ 687707 w 1728164"/>
              <a:gd name="csY3979" fmla="*/ 1028970 h 1028969"/>
              <a:gd name="csX3980" fmla="*/ 687876 w 1728164"/>
              <a:gd name="csY3980" fmla="*/ 1028970 h 1028969"/>
              <a:gd name="csX3981" fmla="*/ 688054 w 1728164"/>
              <a:gd name="csY3981" fmla="*/ 1028970 h 1028969"/>
              <a:gd name="csX3982" fmla="*/ 688223 w 1728164"/>
              <a:gd name="csY3982" fmla="*/ 1028970 h 1028969"/>
              <a:gd name="csX3983" fmla="*/ 688401 w 1728164"/>
              <a:gd name="csY3983" fmla="*/ 1028970 h 1028969"/>
              <a:gd name="csX3984" fmla="*/ 688570 w 1728164"/>
              <a:gd name="csY3984" fmla="*/ 1028970 h 1028969"/>
              <a:gd name="csX3985" fmla="*/ 688739 w 1728164"/>
              <a:gd name="csY3985" fmla="*/ 1028970 h 1028969"/>
              <a:gd name="csX3986" fmla="*/ 688917 w 1728164"/>
              <a:gd name="csY3986" fmla="*/ 1028970 h 1028969"/>
              <a:gd name="csX3987" fmla="*/ 689086 w 1728164"/>
              <a:gd name="csY3987" fmla="*/ 1028970 h 1028969"/>
              <a:gd name="csX3988" fmla="*/ 689264 w 1728164"/>
              <a:gd name="csY3988" fmla="*/ 1028970 h 1028969"/>
              <a:gd name="csX3989" fmla="*/ 689433 w 1728164"/>
              <a:gd name="csY3989" fmla="*/ 1028970 h 1028969"/>
              <a:gd name="csX3990" fmla="*/ 689611 w 1728164"/>
              <a:gd name="csY3990" fmla="*/ 1028970 h 1028969"/>
              <a:gd name="csX3991" fmla="*/ 689780 w 1728164"/>
              <a:gd name="csY3991" fmla="*/ 1028970 h 1028969"/>
              <a:gd name="csX3992" fmla="*/ 689949 w 1728164"/>
              <a:gd name="csY3992" fmla="*/ 1028970 h 1028969"/>
              <a:gd name="csX3993" fmla="*/ 690127 w 1728164"/>
              <a:gd name="csY3993" fmla="*/ 1028970 h 1028969"/>
              <a:gd name="csX3994" fmla="*/ 690296 w 1728164"/>
              <a:gd name="csY3994" fmla="*/ 1028970 h 1028969"/>
              <a:gd name="csX3995" fmla="*/ 690474 w 1728164"/>
              <a:gd name="csY3995" fmla="*/ 1028970 h 1028969"/>
              <a:gd name="csX3996" fmla="*/ 690643 w 1728164"/>
              <a:gd name="csY3996" fmla="*/ 1028970 h 1028969"/>
              <a:gd name="csX3997" fmla="*/ 690812 w 1728164"/>
              <a:gd name="csY3997" fmla="*/ 1028970 h 1028969"/>
              <a:gd name="csX3998" fmla="*/ 690990 w 1728164"/>
              <a:gd name="csY3998" fmla="*/ 1028970 h 1028969"/>
              <a:gd name="csX3999" fmla="*/ 691159 w 1728164"/>
              <a:gd name="csY3999" fmla="*/ 1028970 h 1028969"/>
              <a:gd name="csX4000" fmla="*/ 691337 w 1728164"/>
              <a:gd name="csY4000" fmla="*/ 1028970 h 1028969"/>
              <a:gd name="csX4001" fmla="*/ 691506 w 1728164"/>
              <a:gd name="csY4001" fmla="*/ 1028970 h 1028969"/>
              <a:gd name="csX4002" fmla="*/ 691684 w 1728164"/>
              <a:gd name="csY4002" fmla="*/ 1028970 h 1028969"/>
              <a:gd name="csX4003" fmla="*/ 691853 w 1728164"/>
              <a:gd name="csY4003" fmla="*/ 1028970 h 1028969"/>
              <a:gd name="csX4004" fmla="*/ 692022 w 1728164"/>
              <a:gd name="csY4004" fmla="*/ 1028970 h 1028969"/>
              <a:gd name="csX4005" fmla="*/ 692200 w 1728164"/>
              <a:gd name="csY4005" fmla="*/ 1028970 h 1028969"/>
              <a:gd name="csX4006" fmla="*/ 692369 w 1728164"/>
              <a:gd name="csY4006" fmla="*/ 1028970 h 1028969"/>
              <a:gd name="csX4007" fmla="*/ 692547 w 1728164"/>
              <a:gd name="csY4007" fmla="*/ 1028970 h 1028969"/>
              <a:gd name="csX4008" fmla="*/ 692716 w 1728164"/>
              <a:gd name="csY4008" fmla="*/ 1028970 h 1028969"/>
              <a:gd name="csX4009" fmla="*/ 692894 w 1728164"/>
              <a:gd name="csY4009" fmla="*/ 1028970 h 1028969"/>
              <a:gd name="csX4010" fmla="*/ 693063 w 1728164"/>
              <a:gd name="csY4010" fmla="*/ 1028970 h 1028969"/>
              <a:gd name="csX4011" fmla="*/ 693232 w 1728164"/>
              <a:gd name="csY4011" fmla="*/ 1028970 h 1028969"/>
              <a:gd name="csX4012" fmla="*/ 693410 w 1728164"/>
              <a:gd name="csY4012" fmla="*/ 1028970 h 1028969"/>
              <a:gd name="csX4013" fmla="*/ 693579 w 1728164"/>
              <a:gd name="csY4013" fmla="*/ 1028970 h 1028969"/>
              <a:gd name="csX4014" fmla="*/ 693757 w 1728164"/>
              <a:gd name="csY4014" fmla="*/ 1028970 h 1028969"/>
              <a:gd name="csX4015" fmla="*/ 693926 w 1728164"/>
              <a:gd name="csY4015" fmla="*/ 1028970 h 1028969"/>
              <a:gd name="csX4016" fmla="*/ 694104 w 1728164"/>
              <a:gd name="csY4016" fmla="*/ 1028970 h 1028969"/>
              <a:gd name="csX4017" fmla="*/ 694273 w 1728164"/>
              <a:gd name="csY4017" fmla="*/ 1028970 h 1028969"/>
              <a:gd name="csX4018" fmla="*/ 694442 w 1728164"/>
              <a:gd name="csY4018" fmla="*/ 1028970 h 1028969"/>
              <a:gd name="csX4019" fmla="*/ 694620 w 1728164"/>
              <a:gd name="csY4019" fmla="*/ 1028970 h 1028969"/>
              <a:gd name="csX4020" fmla="*/ 694789 w 1728164"/>
              <a:gd name="csY4020" fmla="*/ 1028970 h 1028969"/>
              <a:gd name="csX4021" fmla="*/ 694967 w 1728164"/>
              <a:gd name="csY4021" fmla="*/ 1028970 h 1028969"/>
              <a:gd name="csX4022" fmla="*/ 695136 w 1728164"/>
              <a:gd name="csY4022" fmla="*/ 1028970 h 1028969"/>
              <a:gd name="csX4023" fmla="*/ 695314 w 1728164"/>
              <a:gd name="csY4023" fmla="*/ 1028970 h 1028969"/>
              <a:gd name="csX4024" fmla="*/ 695483 w 1728164"/>
              <a:gd name="csY4024" fmla="*/ 1028970 h 1028969"/>
              <a:gd name="csX4025" fmla="*/ 695652 w 1728164"/>
              <a:gd name="csY4025" fmla="*/ 1028970 h 1028969"/>
              <a:gd name="csX4026" fmla="*/ 695830 w 1728164"/>
              <a:gd name="csY4026" fmla="*/ 1028970 h 1028969"/>
              <a:gd name="csX4027" fmla="*/ 695999 w 1728164"/>
              <a:gd name="csY4027" fmla="*/ 1028970 h 1028969"/>
              <a:gd name="csX4028" fmla="*/ 696177 w 1728164"/>
              <a:gd name="csY4028" fmla="*/ 1028970 h 1028969"/>
              <a:gd name="csX4029" fmla="*/ 696346 w 1728164"/>
              <a:gd name="csY4029" fmla="*/ 1028970 h 1028969"/>
              <a:gd name="csX4030" fmla="*/ 696524 w 1728164"/>
              <a:gd name="csY4030" fmla="*/ 1028970 h 1028969"/>
              <a:gd name="csX4031" fmla="*/ 696693 w 1728164"/>
              <a:gd name="csY4031" fmla="*/ 1028970 h 1028969"/>
              <a:gd name="csX4032" fmla="*/ 696862 w 1728164"/>
              <a:gd name="csY4032" fmla="*/ 1028970 h 1028969"/>
              <a:gd name="csX4033" fmla="*/ 697040 w 1728164"/>
              <a:gd name="csY4033" fmla="*/ 1028970 h 1028969"/>
              <a:gd name="csX4034" fmla="*/ 697209 w 1728164"/>
              <a:gd name="csY4034" fmla="*/ 1028970 h 1028969"/>
              <a:gd name="csX4035" fmla="*/ 697386 w 1728164"/>
              <a:gd name="csY4035" fmla="*/ 1028970 h 1028969"/>
              <a:gd name="csX4036" fmla="*/ 697556 w 1728164"/>
              <a:gd name="csY4036" fmla="*/ 1028970 h 1028969"/>
              <a:gd name="csX4037" fmla="*/ 697733 w 1728164"/>
              <a:gd name="csY4037" fmla="*/ 1028970 h 1028969"/>
              <a:gd name="csX4038" fmla="*/ 697903 w 1728164"/>
              <a:gd name="csY4038" fmla="*/ 1028970 h 1028969"/>
              <a:gd name="csX4039" fmla="*/ 698072 w 1728164"/>
              <a:gd name="csY4039" fmla="*/ 1028970 h 1028969"/>
              <a:gd name="csX4040" fmla="*/ 698250 w 1728164"/>
              <a:gd name="csY4040" fmla="*/ 1028970 h 1028969"/>
              <a:gd name="csX4041" fmla="*/ 698419 w 1728164"/>
              <a:gd name="csY4041" fmla="*/ 1028970 h 1028969"/>
              <a:gd name="csX4042" fmla="*/ 698596 w 1728164"/>
              <a:gd name="csY4042" fmla="*/ 1028970 h 1028969"/>
              <a:gd name="csX4043" fmla="*/ 698765 w 1728164"/>
              <a:gd name="csY4043" fmla="*/ 1028970 h 1028969"/>
              <a:gd name="csX4044" fmla="*/ 698943 w 1728164"/>
              <a:gd name="csY4044" fmla="*/ 1028970 h 1028969"/>
              <a:gd name="csX4045" fmla="*/ 699112 w 1728164"/>
              <a:gd name="csY4045" fmla="*/ 1028970 h 1028969"/>
              <a:gd name="csX4046" fmla="*/ 699281 w 1728164"/>
              <a:gd name="csY4046" fmla="*/ 1028970 h 1028969"/>
              <a:gd name="csX4047" fmla="*/ 699459 w 1728164"/>
              <a:gd name="csY4047" fmla="*/ 1028970 h 1028969"/>
              <a:gd name="csX4048" fmla="*/ 699628 w 1728164"/>
              <a:gd name="csY4048" fmla="*/ 1028970 h 1028969"/>
              <a:gd name="csX4049" fmla="*/ 699806 w 1728164"/>
              <a:gd name="csY4049" fmla="*/ 1028970 h 1028969"/>
              <a:gd name="csX4050" fmla="*/ 699975 w 1728164"/>
              <a:gd name="csY4050" fmla="*/ 1028970 h 1028969"/>
              <a:gd name="csX4051" fmla="*/ 700153 w 1728164"/>
              <a:gd name="csY4051" fmla="*/ 1028970 h 1028969"/>
              <a:gd name="csX4052" fmla="*/ 700322 w 1728164"/>
              <a:gd name="csY4052" fmla="*/ 1028970 h 1028969"/>
              <a:gd name="csX4053" fmla="*/ 700491 w 1728164"/>
              <a:gd name="csY4053" fmla="*/ 1028970 h 1028969"/>
              <a:gd name="csX4054" fmla="*/ 700669 w 1728164"/>
              <a:gd name="csY4054" fmla="*/ 1028970 h 1028969"/>
              <a:gd name="csX4055" fmla="*/ 700838 w 1728164"/>
              <a:gd name="csY4055" fmla="*/ 1028970 h 1028969"/>
              <a:gd name="csX4056" fmla="*/ 701016 w 1728164"/>
              <a:gd name="csY4056" fmla="*/ 1028970 h 1028969"/>
              <a:gd name="csX4057" fmla="*/ 701185 w 1728164"/>
              <a:gd name="csY4057" fmla="*/ 1028970 h 1028969"/>
              <a:gd name="csX4058" fmla="*/ 701363 w 1728164"/>
              <a:gd name="csY4058" fmla="*/ 1028970 h 1028969"/>
              <a:gd name="csX4059" fmla="*/ 701532 w 1728164"/>
              <a:gd name="csY4059" fmla="*/ 1028970 h 1028969"/>
              <a:gd name="csX4060" fmla="*/ 701701 w 1728164"/>
              <a:gd name="csY4060" fmla="*/ 1028970 h 1028969"/>
              <a:gd name="csX4061" fmla="*/ 701879 w 1728164"/>
              <a:gd name="csY4061" fmla="*/ 1028970 h 1028969"/>
              <a:gd name="csX4062" fmla="*/ 702048 w 1728164"/>
              <a:gd name="csY4062" fmla="*/ 1028970 h 1028969"/>
              <a:gd name="csX4063" fmla="*/ 702226 w 1728164"/>
              <a:gd name="csY4063" fmla="*/ 1028970 h 1028969"/>
              <a:gd name="csX4064" fmla="*/ 702395 w 1728164"/>
              <a:gd name="csY4064" fmla="*/ 1028970 h 1028969"/>
              <a:gd name="csX4065" fmla="*/ 702573 w 1728164"/>
              <a:gd name="csY4065" fmla="*/ 1028970 h 1028969"/>
              <a:gd name="csX4066" fmla="*/ 702742 w 1728164"/>
              <a:gd name="csY4066" fmla="*/ 1028970 h 1028969"/>
              <a:gd name="csX4067" fmla="*/ 702911 w 1728164"/>
              <a:gd name="csY4067" fmla="*/ 1028970 h 1028969"/>
              <a:gd name="csX4068" fmla="*/ 703089 w 1728164"/>
              <a:gd name="csY4068" fmla="*/ 1028970 h 1028969"/>
              <a:gd name="csX4069" fmla="*/ 703258 w 1728164"/>
              <a:gd name="csY4069" fmla="*/ 1028970 h 1028969"/>
              <a:gd name="csX4070" fmla="*/ 703436 w 1728164"/>
              <a:gd name="csY4070" fmla="*/ 1028970 h 1028969"/>
              <a:gd name="csX4071" fmla="*/ 703605 w 1728164"/>
              <a:gd name="csY4071" fmla="*/ 1028970 h 1028969"/>
              <a:gd name="csX4072" fmla="*/ 703783 w 1728164"/>
              <a:gd name="csY4072" fmla="*/ 1028970 h 1028969"/>
              <a:gd name="csX4073" fmla="*/ 703952 w 1728164"/>
              <a:gd name="csY4073" fmla="*/ 1028970 h 1028969"/>
              <a:gd name="csX4074" fmla="*/ 704121 w 1728164"/>
              <a:gd name="csY4074" fmla="*/ 1028970 h 1028969"/>
              <a:gd name="csX4075" fmla="*/ 704299 w 1728164"/>
              <a:gd name="csY4075" fmla="*/ 1028970 h 1028969"/>
              <a:gd name="csX4076" fmla="*/ 704468 w 1728164"/>
              <a:gd name="csY4076" fmla="*/ 1028970 h 1028969"/>
              <a:gd name="csX4077" fmla="*/ 704646 w 1728164"/>
              <a:gd name="csY4077" fmla="*/ 1028970 h 1028969"/>
              <a:gd name="csX4078" fmla="*/ 704815 w 1728164"/>
              <a:gd name="csY4078" fmla="*/ 1028970 h 1028969"/>
              <a:gd name="csX4079" fmla="*/ 704993 w 1728164"/>
              <a:gd name="csY4079" fmla="*/ 1028970 h 1028969"/>
              <a:gd name="csX4080" fmla="*/ 705162 w 1728164"/>
              <a:gd name="csY4080" fmla="*/ 1028970 h 1028969"/>
              <a:gd name="csX4081" fmla="*/ 705331 w 1728164"/>
              <a:gd name="csY4081" fmla="*/ 1028970 h 1028969"/>
              <a:gd name="csX4082" fmla="*/ 705509 w 1728164"/>
              <a:gd name="csY4082" fmla="*/ 1028970 h 1028969"/>
              <a:gd name="csX4083" fmla="*/ 705678 w 1728164"/>
              <a:gd name="csY4083" fmla="*/ 1028970 h 1028969"/>
              <a:gd name="csX4084" fmla="*/ 705856 w 1728164"/>
              <a:gd name="csY4084" fmla="*/ 1028970 h 1028969"/>
              <a:gd name="csX4085" fmla="*/ 706025 w 1728164"/>
              <a:gd name="csY4085" fmla="*/ 1028970 h 1028969"/>
              <a:gd name="csX4086" fmla="*/ 706203 w 1728164"/>
              <a:gd name="csY4086" fmla="*/ 1028970 h 1028969"/>
              <a:gd name="csX4087" fmla="*/ 706372 w 1728164"/>
              <a:gd name="csY4087" fmla="*/ 1028970 h 1028969"/>
              <a:gd name="csX4088" fmla="*/ 706541 w 1728164"/>
              <a:gd name="csY4088" fmla="*/ 1028970 h 1028969"/>
              <a:gd name="csX4089" fmla="*/ 706719 w 1728164"/>
              <a:gd name="csY4089" fmla="*/ 1028970 h 1028969"/>
              <a:gd name="csX4090" fmla="*/ 706888 w 1728164"/>
              <a:gd name="csY4090" fmla="*/ 1028970 h 1028969"/>
              <a:gd name="csX4091" fmla="*/ 707066 w 1728164"/>
              <a:gd name="csY4091" fmla="*/ 1028970 h 1028969"/>
              <a:gd name="csX4092" fmla="*/ 707235 w 1728164"/>
              <a:gd name="csY4092" fmla="*/ 1028970 h 1028969"/>
              <a:gd name="csX4093" fmla="*/ 707413 w 1728164"/>
              <a:gd name="csY4093" fmla="*/ 1028970 h 1028969"/>
              <a:gd name="csX4094" fmla="*/ 707582 w 1728164"/>
              <a:gd name="csY4094" fmla="*/ 1028970 h 1028969"/>
              <a:gd name="csX4095" fmla="*/ 707751 w 1728164"/>
              <a:gd name="csY4095" fmla="*/ 1028970 h 1028969"/>
              <a:gd name="csX4096" fmla="*/ 707929 w 1728164"/>
              <a:gd name="csY4096" fmla="*/ 1028970 h 1028969"/>
              <a:gd name="csX4097" fmla="*/ 708098 w 1728164"/>
              <a:gd name="csY4097" fmla="*/ 1028970 h 1028969"/>
              <a:gd name="csX4098" fmla="*/ 708276 w 1728164"/>
              <a:gd name="csY4098" fmla="*/ 1028970 h 1028969"/>
              <a:gd name="csX4099" fmla="*/ 708445 w 1728164"/>
              <a:gd name="csY4099" fmla="*/ 1028970 h 1028969"/>
              <a:gd name="csX4100" fmla="*/ 708623 w 1728164"/>
              <a:gd name="csY4100" fmla="*/ 1028970 h 1028969"/>
              <a:gd name="csX4101" fmla="*/ 708792 w 1728164"/>
              <a:gd name="csY4101" fmla="*/ 1028970 h 1028969"/>
              <a:gd name="csX4102" fmla="*/ 708961 w 1728164"/>
              <a:gd name="csY4102" fmla="*/ 1028970 h 1028969"/>
              <a:gd name="csX4103" fmla="*/ 709139 w 1728164"/>
              <a:gd name="csY4103" fmla="*/ 1028970 h 1028969"/>
              <a:gd name="csX4104" fmla="*/ 709308 w 1728164"/>
              <a:gd name="csY4104" fmla="*/ 1028970 h 1028969"/>
              <a:gd name="csX4105" fmla="*/ 709486 w 1728164"/>
              <a:gd name="csY4105" fmla="*/ 1028970 h 1028969"/>
              <a:gd name="csX4106" fmla="*/ 709655 w 1728164"/>
              <a:gd name="csY4106" fmla="*/ 1028970 h 1028969"/>
              <a:gd name="csX4107" fmla="*/ 709824 w 1728164"/>
              <a:gd name="csY4107" fmla="*/ 1028970 h 1028969"/>
              <a:gd name="csX4108" fmla="*/ 710002 w 1728164"/>
              <a:gd name="csY4108" fmla="*/ 1028970 h 1028969"/>
              <a:gd name="csX4109" fmla="*/ 710171 w 1728164"/>
              <a:gd name="csY4109" fmla="*/ 1028970 h 1028969"/>
              <a:gd name="csX4110" fmla="*/ 710349 w 1728164"/>
              <a:gd name="csY4110" fmla="*/ 1028970 h 1028969"/>
              <a:gd name="csX4111" fmla="*/ 710518 w 1728164"/>
              <a:gd name="csY4111" fmla="*/ 1028970 h 1028969"/>
              <a:gd name="csX4112" fmla="*/ 710696 w 1728164"/>
              <a:gd name="csY4112" fmla="*/ 1028970 h 1028969"/>
              <a:gd name="csX4113" fmla="*/ 710865 w 1728164"/>
              <a:gd name="csY4113" fmla="*/ 1028970 h 1028969"/>
              <a:gd name="csX4114" fmla="*/ 711034 w 1728164"/>
              <a:gd name="csY4114" fmla="*/ 1028970 h 1028969"/>
              <a:gd name="csX4115" fmla="*/ 711212 w 1728164"/>
              <a:gd name="csY4115" fmla="*/ 1028970 h 1028969"/>
              <a:gd name="csX4116" fmla="*/ 711381 w 1728164"/>
              <a:gd name="csY4116" fmla="*/ 1028970 h 1028969"/>
              <a:gd name="csX4117" fmla="*/ 711559 w 1728164"/>
              <a:gd name="csY4117" fmla="*/ 1028970 h 1028969"/>
              <a:gd name="csX4118" fmla="*/ 711728 w 1728164"/>
              <a:gd name="csY4118" fmla="*/ 1028970 h 1028969"/>
              <a:gd name="csX4119" fmla="*/ 711906 w 1728164"/>
              <a:gd name="csY4119" fmla="*/ 1028970 h 1028969"/>
              <a:gd name="csX4120" fmla="*/ 712075 w 1728164"/>
              <a:gd name="csY4120" fmla="*/ 1028970 h 1028969"/>
              <a:gd name="csX4121" fmla="*/ 712244 w 1728164"/>
              <a:gd name="csY4121" fmla="*/ 1028970 h 1028969"/>
              <a:gd name="csX4122" fmla="*/ 712422 w 1728164"/>
              <a:gd name="csY4122" fmla="*/ 1028970 h 1028969"/>
              <a:gd name="csX4123" fmla="*/ 712591 w 1728164"/>
              <a:gd name="csY4123" fmla="*/ 1028970 h 1028969"/>
              <a:gd name="csX4124" fmla="*/ 712768 w 1728164"/>
              <a:gd name="csY4124" fmla="*/ 1028970 h 1028969"/>
              <a:gd name="csX4125" fmla="*/ 712937 w 1728164"/>
              <a:gd name="csY4125" fmla="*/ 1028970 h 1028969"/>
              <a:gd name="csX4126" fmla="*/ 713115 w 1728164"/>
              <a:gd name="csY4126" fmla="*/ 1028970 h 1028969"/>
              <a:gd name="csX4127" fmla="*/ 713284 w 1728164"/>
              <a:gd name="csY4127" fmla="*/ 1028970 h 1028969"/>
              <a:gd name="csX4128" fmla="*/ 713454 w 1728164"/>
              <a:gd name="csY4128" fmla="*/ 1028970 h 1028969"/>
              <a:gd name="csX4129" fmla="*/ 713631 w 1728164"/>
              <a:gd name="csY4129" fmla="*/ 1028970 h 1028969"/>
              <a:gd name="csX4130" fmla="*/ 713801 w 1728164"/>
              <a:gd name="csY4130" fmla="*/ 1028970 h 1028969"/>
              <a:gd name="csX4131" fmla="*/ 713978 w 1728164"/>
              <a:gd name="csY4131" fmla="*/ 1028970 h 1028969"/>
              <a:gd name="csX4132" fmla="*/ 714147 w 1728164"/>
              <a:gd name="csY4132" fmla="*/ 1028970 h 1028969"/>
              <a:gd name="csX4133" fmla="*/ 714325 w 1728164"/>
              <a:gd name="csY4133" fmla="*/ 1028970 h 1028969"/>
              <a:gd name="csX4134" fmla="*/ 714494 w 1728164"/>
              <a:gd name="csY4134" fmla="*/ 1028970 h 1028969"/>
              <a:gd name="csX4135" fmla="*/ 714663 w 1728164"/>
              <a:gd name="csY4135" fmla="*/ 1028970 h 1028969"/>
              <a:gd name="csX4136" fmla="*/ 714841 w 1728164"/>
              <a:gd name="csY4136" fmla="*/ 1028970 h 1028969"/>
              <a:gd name="csX4137" fmla="*/ 715010 w 1728164"/>
              <a:gd name="csY4137" fmla="*/ 1028970 h 1028969"/>
              <a:gd name="csX4138" fmla="*/ 715188 w 1728164"/>
              <a:gd name="csY4138" fmla="*/ 1028970 h 1028969"/>
              <a:gd name="csX4139" fmla="*/ 715357 w 1728164"/>
              <a:gd name="csY4139" fmla="*/ 1028970 h 1028969"/>
              <a:gd name="csX4140" fmla="*/ 715535 w 1728164"/>
              <a:gd name="csY4140" fmla="*/ 1028970 h 1028969"/>
              <a:gd name="csX4141" fmla="*/ 715704 w 1728164"/>
              <a:gd name="csY4141" fmla="*/ 1028970 h 1028969"/>
              <a:gd name="csX4142" fmla="*/ 715873 w 1728164"/>
              <a:gd name="csY4142" fmla="*/ 1028970 h 1028969"/>
              <a:gd name="csX4143" fmla="*/ 716051 w 1728164"/>
              <a:gd name="csY4143" fmla="*/ 1028970 h 1028969"/>
              <a:gd name="csX4144" fmla="*/ 716220 w 1728164"/>
              <a:gd name="csY4144" fmla="*/ 1028970 h 1028969"/>
              <a:gd name="csX4145" fmla="*/ 716398 w 1728164"/>
              <a:gd name="csY4145" fmla="*/ 1028970 h 1028969"/>
              <a:gd name="csX4146" fmla="*/ 716567 w 1728164"/>
              <a:gd name="csY4146" fmla="*/ 1028970 h 1028969"/>
              <a:gd name="csX4147" fmla="*/ 716745 w 1728164"/>
              <a:gd name="csY4147" fmla="*/ 1028970 h 1028969"/>
              <a:gd name="csX4148" fmla="*/ 716914 w 1728164"/>
              <a:gd name="csY4148" fmla="*/ 1028970 h 1028969"/>
              <a:gd name="csX4149" fmla="*/ 717083 w 1728164"/>
              <a:gd name="csY4149" fmla="*/ 1028970 h 1028969"/>
              <a:gd name="csX4150" fmla="*/ 717261 w 1728164"/>
              <a:gd name="csY4150" fmla="*/ 1028970 h 1028969"/>
              <a:gd name="csX4151" fmla="*/ 717430 w 1728164"/>
              <a:gd name="csY4151" fmla="*/ 1028970 h 1028969"/>
              <a:gd name="csX4152" fmla="*/ 717608 w 1728164"/>
              <a:gd name="csY4152" fmla="*/ 1028970 h 1028969"/>
              <a:gd name="csX4153" fmla="*/ 717777 w 1728164"/>
              <a:gd name="csY4153" fmla="*/ 1028970 h 1028969"/>
              <a:gd name="csX4154" fmla="*/ 717955 w 1728164"/>
              <a:gd name="csY4154" fmla="*/ 1028970 h 1028969"/>
              <a:gd name="csX4155" fmla="*/ 718124 w 1728164"/>
              <a:gd name="csY4155" fmla="*/ 1028970 h 1028969"/>
              <a:gd name="csX4156" fmla="*/ 718293 w 1728164"/>
              <a:gd name="csY4156" fmla="*/ 1028970 h 1028969"/>
              <a:gd name="csX4157" fmla="*/ 718471 w 1728164"/>
              <a:gd name="csY4157" fmla="*/ 1028970 h 1028969"/>
              <a:gd name="csX4158" fmla="*/ 718640 w 1728164"/>
              <a:gd name="csY4158" fmla="*/ 1028970 h 1028969"/>
              <a:gd name="csX4159" fmla="*/ 718818 w 1728164"/>
              <a:gd name="csY4159" fmla="*/ 1028970 h 1028969"/>
              <a:gd name="csX4160" fmla="*/ 718987 w 1728164"/>
              <a:gd name="csY4160" fmla="*/ 1028970 h 1028969"/>
              <a:gd name="csX4161" fmla="*/ 719165 w 1728164"/>
              <a:gd name="csY4161" fmla="*/ 1028970 h 1028969"/>
              <a:gd name="csX4162" fmla="*/ 719334 w 1728164"/>
              <a:gd name="csY4162" fmla="*/ 1028970 h 1028969"/>
              <a:gd name="csX4163" fmla="*/ 719503 w 1728164"/>
              <a:gd name="csY4163" fmla="*/ 1028970 h 1028969"/>
              <a:gd name="csX4164" fmla="*/ 719681 w 1728164"/>
              <a:gd name="csY4164" fmla="*/ 1028970 h 1028969"/>
              <a:gd name="csX4165" fmla="*/ 719850 w 1728164"/>
              <a:gd name="csY4165" fmla="*/ 1028970 h 1028969"/>
              <a:gd name="csX4166" fmla="*/ 720028 w 1728164"/>
              <a:gd name="csY4166" fmla="*/ 1028970 h 1028969"/>
              <a:gd name="csX4167" fmla="*/ 720197 w 1728164"/>
              <a:gd name="csY4167" fmla="*/ 1028970 h 1028969"/>
              <a:gd name="csX4168" fmla="*/ 720375 w 1728164"/>
              <a:gd name="csY4168" fmla="*/ 1028970 h 1028969"/>
              <a:gd name="csX4169" fmla="*/ 720544 w 1728164"/>
              <a:gd name="csY4169" fmla="*/ 1028970 h 1028969"/>
              <a:gd name="csX4170" fmla="*/ 720713 w 1728164"/>
              <a:gd name="csY4170" fmla="*/ 1028970 h 1028969"/>
              <a:gd name="csX4171" fmla="*/ 720891 w 1728164"/>
              <a:gd name="csY4171" fmla="*/ 1028970 h 1028969"/>
              <a:gd name="csX4172" fmla="*/ 721060 w 1728164"/>
              <a:gd name="csY4172" fmla="*/ 1028970 h 1028969"/>
              <a:gd name="csX4173" fmla="*/ 721238 w 1728164"/>
              <a:gd name="csY4173" fmla="*/ 1028970 h 1028969"/>
              <a:gd name="csX4174" fmla="*/ 721407 w 1728164"/>
              <a:gd name="csY4174" fmla="*/ 1028970 h 1028969"/>
              <a:gd name="csX4175" fmla="*/ 721585 w 1728164"/>
              <a:gd name="csY4175" fmla="*/ 1028970 h 1028969"/>
              <a:gd name="csX4176" fmla="*/ 721754 w 1728164"/>
              <a:gd name="csY4176" fmla="*/ 1028970 h 1028969"/>
              <a:gd name="csX4177" fmla="*/ 721923 w 1728164"/>
              <a:gd name="csY4177" fmla="*/ 1028970 h 1028969"/>
              <a:gd name="csX4178" fmla="*/ 722101 w 1728164"/>
              <a:gd name="csY4178" fmla="*/ 1028970 h 1028969"/>
              <a:gd name="csX4179" fmla="*/ 722270 w 1728164"/>
              <a:gd name="csY4179" fmla="*/ 1028970 h 1028969"/>
              <a:gd name="csX4180" fmla="*/ 722448 w 1728164"/>
              <a:gd name="csY4180" fmla="*/ 1028970 h 1028969"/>
              <a:gd name="csX4181" fmla="*/ 722617 w 1728164"/>
              <a:gd name="csY4181" fmla="*/ 1028970 h 1028969"/>
              <a:gd name="csX4182" fmla="*/ 722795 w 1728164"/>
              <a:gd name="csY4182" fmla="*/ 1028970 h 1028969"/>
              <a:gd name="csX4183" fmla="*/ 722964 w 1728164"/>
              <a:gd name="csY4183" fmla="*/ 1028970 h 1028969"/>
              <a:gd name="csX4184" fmla="*/ 723133 w 1728164"/>
              <a:gd name="csY4184" fmla="*/ 1028970 h 1028969"/>
              <a:gd name="csX4185" fmla="*/ 723311 w 1728164"/>
              <a:gd name="csY4185" fmla="*/ 1028970 h 1028969"/>
              <a:gd name="csX4186" fmla="*/ 723480 w 1728164"/>
              <a:gd name="csY4186" fmla="*/ 1028970 h 1028969"/>
              <a:gd name="csX4187" fmla="*/ 723658 w 1728164"/>
              <a:gd name="csY4187" fmla="*/ 1028970 h 1028969"/>
              <a:gd name="csX4188" fmla="*/ 723827 w 1728164"/>
              <a:gd name="csY4188" fmla="*/ 1028970 h 1028969"/>
              <a:gd name="csX4189" fmla="*/ 724005 w 1728164"/>
              <a:gd name="csY4189" fmla="*/ 1028970 h 1028969"/>
              <a:gd name="csX4190" fmla="*/ 724174 w 1728164"/>
              <a:gd name="csY4190" fmla="*/ 1028970 h 1028969"/>
              <a:gd name="csX4191" fmla="*/ 724343 w 1728164"/>
              <a:gd name="csY4191" fmla="*/ 1028970 h 1028969"/>
              <a:gd name="csX4192" fmla="*/ 724521 w 1728164"/>
              <a:gd name="csY4192" fmla="*/ 1028970 h 1028969"/>
              <a:gd name="csX4193" fmla="*/ 724690 w 1728164"/>
              <a:gd name="csY4193" fmla="*/ 1028970 h 1028969"/>
              <a:gd name="csX4194" fmla="*/ 724868 w 1728164"/>
              <a:gd name="csY4194" fmla="*/ 1028970 h 1028969"/>
              <a:gd name="csX4195" fmla="*/ 725037 w 1728164"/>
              <a:gd name="csY4195" fmla="*/ 1028970 h 1028969"/>
              <a:gd name="csX4196" fmla="*/ 725215 w 1728164"/>
              <a:gd name="csY4196" fmla="*/ 1028970 h 1028969"/>
              <a:gd name="csX4197" fmla="*/ 725384 w 1728164"/>
              <a:gd name="csY4197" fmla="*/ 1028970 h 1028969"/>
              <a:gd name="csX4198" fmla="*/ 725553 w 1728164"/>
              <a:gd name="csY4198" fmla="*/ 1028970 h 1028969"/>
              <a:gd name="csX4199" fmla="*/ 725731 w 1728164"/>
              <a:gd name="csY4199" fmla="*/ 1028970 h 1028969"/>
              <a:gd name="csX4200" fmla="*/ 725900 w 1728164"/>
              <a:gd name="csY4200" fmla="*/ 1028970 h 1028969"/>
              <a:gd name="csX4201" fmla="*/ 726078 w 1728164"/>
              <a:gd name="csY4201" fmla="*/ 1028970 h 1028969"/>
              <a:gd name="csX4202" fmla="*/ 726247 w 1728164"/>
              <a:gd name="csY4202" fmla="*/ 1028970 h 1028969"/>
              <a:gd name="csX4203" fmla="*/ 726425 w 1728164"/>
              <a:gd name="csY4203" fmla="*/ 1028970 h 1028969"/>
              <a:gd name="csX4204" fmla="*/ 726594 w 1728164"/>
              <a:gd name="csY4204" fmla="*/ 1028970 h 1028969"/>
              <a:gd name="csX4205" fmla="*/ 726763 w 1728164"/>
              <a:gd name="csY4205" fmla="*/ 1028970 h 1028969"/>
              <a:gd name="csX4206" fmla="*/ 726941 w 1728164"/>
              <a:gd name="csY4206" fmla="*/ 1028970 h 1028969"/>
              <a:gd name="csX4207" fmla="*/ 727110 w 1728164"/>
              <a:gd name="csY4207" fmla="*/ 1028970 h 1028969"/>
              <a:gd name="csX4208" fmla="*/ 727287 w 1728164"/>
              <a:gd name="csY4208" fmla="*/ 1028970 h 1028969"/>
              <a:gd name="csX4209" fmla="*/ 727457 w 1728164"/>
              <a:gd name="csY4209" fmla="*/ 1028970 h 1028969"/>
              <a:gd name="csX4210" fmla="*/ 727634 w 1728164"/>
              <a:gd name="csY4210" fmla="*/ 1028970 h 1028969"/>
              <a:gd name="csX4211" fmla="*/ 727804 w 1728164"/>
              <a:gd name="csY4211" fmla="*/ 1028970 h 1028969"/>
              <a:gd name="csX4212" fmla="*/ 727972 w 1728164"/>
              <a:gd name="csY4212" fmla="*/ 1028970 h 1028969"/>
              <a:gd name="csX4213" fmla="*/ 728150 w 1728164"/>
              <a:gd name="csY4213" fmla="*/ 1028970 h 1028969"/>
              <a:gd name="csX4214" fmla="*/ 728319 w 1728164"/>
              <a:gd name="csY4214" fmla="*/ 1028970 h 1028969"/>
              <a:gd name="csX4215" fmla="*/ 728497 w 1728164"/>
              <a:gd name="csY4215" fmla="*/ 1028970 h 1028969"/>
              <a:gd name="csX4216" fmla="*/ 728666 w 1728164"/>
              <a:gd name="csY4216" fmla="*/ 1028970 h 1028969"/>
              <a:gd name="csX4217" fmla="*/ 728835 w 1728164"/>
              <a:gd name="csY4217" fmla="*/ 1028970 h 1028969"/>
              <a:gd name="csX4218" fmla="*/ 729013 w 1728164"/>
              <a:gd name="csY4218" fmla="*/ 1028970 h 1028969"/>
              <a:gd name="csX4219" fmla="*/ 729182 w 1728164"/>
              <a:gd name="csY4219" fmla="*/ 1028970 h 1028969"/>
              <a:gd name="csX4220" fmla="*/ 729360 w 1728164"/>
              <a:gd name="csY4220" fmla="*/ 1028970 h 1028969"/>
              <a:gd name="csX4221" fmla="*/ 729529 w 1728164"/>
              <a:gd name="csY4221" fmla="*/ 1028970 h 1028969"/>
              <a:gd name="csX4222" fmla="*/ 729707 w 1728164"/>
              <a:gd name="csY4222" fmla="*/ 1028970 h 1028969"/>
              <a:gd name="csX4223" fmla="*/ 729876 w 1728164"/>
              <a:gd name="csY4223" fmla="*/ 1028970 h 1028969"/>
              <a:gd name="csX4224" fmla="*/ 730045 w 1728164"/>
              <a:gd name="csY4224" fmla="*/ 1028970 h 1028969"/>
              <a:gd name="csX4225" fmla="*/ 730223 w 1728164"/>
              <a:gd name="csY4225" fmla="*/ 1028970 h 1028969"/>
              <a:gd name="csX4226" fmla="*/ 730392 w 1728164"/>
              <a:gd name="csY4226" fmla="*/ 1028970 h 1028969"/>
              <a:gd name="csX4227" fmla="*/ 730570 w 1728164"/>
              <a:gd name="csY4227" fmla="*/ 1028970 h 1028969"/>
              <a:gd name="csX4228" fmla="*/ 730739 w 1728164"/>
              <a:gd name="csY4228" fmla="*/ 1028970 h 1028969"/>
              <a:gd name="csX4229" fmla="*/ 730917 w 1728164"/>
              <a:gd name="csY4229" fmla="*/ 1028970 h 1028969"/>
              <a:gd name="csX4230" fmla="*/ 731086 w 1728164"/>
              <a:gd name="csY4230" fmla="*/ 1028970 h 1028969"/>
              <a:gd name="csX4231" fmla="*/ 731255 w 1728164"/>
              <a:gd name="csY4231" fmla="*/ 1028970 h 1028969"/>
              <a:gd name="csX4232" fmla="*/ 731433 w 1728164"/>
              <a:gd name="csY4232" fmla="*/ 1028970 h 1028969"/>
              <a:gd name="csX4233" fmla="*/ 731602 w 1728164"/>
              <a:gd name="csY4233" fmla="*/ 1028970 h 1028969"/>
              <a:gd name="csX4234" fmla="*/ 731780 w 1728164"/>
              <a:gd name="csY4234" fmla="*/ 1028970 h 1028969"/>
              <a:gd name="csX4235" fmla="*/ 731949 w 1728164"/>
              <a:gd name="csY4235" fmla="*/ 1028970 h 1028969"/>
              <a:gd name="csX4236" fmla="*/ 732127 w 1728164"/>
              <a:gd name="csY4236" fmla="*/ 1028970 h 1028969"/>
              <a:gd name="csX4237" fmla="*/ 732296 w 1728164"/>
              <a:gd name="csY4237" fmla="*/ 1028970 h 1028969"/>
              <a:gd name="csX4238" fmla="*/ 732465 w 1728164"/>
              <a:gd name="csY4238" fmla="*/ 1028970 h 1028969"/>
              <a:gd name="csX4239" fmla="*/ 732643 w 1728164"/>
              <a:gd name="csY4239" fmla="*/ 1028970 h 1028969"/>
              <a:gd name="csX4240" fmla="*/ 732812 w 1728164"/>
              <a:gd name="csY4240" fmla="*/ 1028970 h 1028969"/>
              <a:gd name="csX4241" fmla="*/ 732990 w 1728164"/>
              <a:gd name="csY4241" fmla="*/ 1028970 h 1028969"/>
              <a:gd name="csX4242" fmla="*/ 733159 w 1728164"/>
              <a:gd name="csY4242" fmla="*/ 1028970 h 1028969"/>
              <a:gd name="csX4243" fmla="*/ 733337 w 1728164"/>
              <a:gd name="csY4243" fmla="*/ 1028970 h 1028969"/>
              <a:gd name="csX4244" fmla="*/ 733506 w 1728164"/>
              <a:gd name="csY4244" fmla="*/ 1028970 h 1028969"/>
              <a:gd name="csX4245" fmla="*/ 733675 w 1728164"/>
              <a:gd name="csY4245" fmla="*/ 1028970 h 1028969"/>
              <a:gd name="csX4246" fmla="*/ 733853 w 1728164"/>
              <a:gd name="csY4246" fmla="*/ 1028970 h 1028969"/>
              <a:gd name="csX4247" fmla="*/ 734022 w 1728164"/>
              <a:gd name="csY4247" fmla="*/ 1028970 h 1028969"/>
              <a:gd name="csX4248" fmla="*/ 734200 w 1728164"/>
              <a:gd name="csY4248" fmla="*/ 1028970 h 1028969"/>
              <a:gd name="csX4249" fmla="*/ 734369 w 1728164"/>
              <a:gd name="csY4249" fmla="*/ 1028970 h 1028969"/>
              <a:gd name="csX4250" fmla="*/ 734547 w 1728164"/>
              <a:gd name="csY4250" fmla="*/ 1028970 h 1028969"/>
              <a:gd name="csX4251" fmla="*/ 734716 w 1728164"/>
              <a:gd name="csY4251" fmla="*/ 1028970 h 1028969"/>
              <a:gd name="csX4252" fmla="*/ 734885 w 1728164"/>
              <a:gd name="csY4252" fmla="*/ 1028970 h 1028969"/>
              <a:gd name="csX4253" fmla="*/ 735063 w 1728164"/>
              <a:gd name="csY4253" fmla="*/ 1028970 h 1028969"/>
              <a:gd name="csX4254" fmla="*/ 735232 w 1728164"/>
              <a:gd name="csY4254" fmla="*/ 1028970 h 1028969"/>
              <a:gd name="csX4255" fmla="*/ 735410 w 1728164"/>
              <a:gd name="csY4255" fmla="*/ 1028970 h 1028969"/>
              <a:gd name="csX4256" fmla="*/ 735579 w 1728164"/>
              <a:gd name="csY4256" fmla="*/ 1028970 h 1028969"/>
              <a:gd name="csX4257" fmla="*/ 735757 w 1728164"/>
              <a:gd name="csY4257" fmla="*/ 1028970 h 1028969"/>
              <a:gd name="csX4258" fmla="*/ 735926 w 1728164"/>
              <a:gd name="csY4258" fmla="*/ 1028970 h 1028969"/>
              <a:gd name="csX4259" fmla="*/ 736095 w 1728164"/>
              <a:gd name="csY4259" fmla="*/ 1028970 h 1028969"/>
              <a:gd name="csX4260" fmla="*/ 736273 w 1728164"/>
              <a:gd name="csY4260" fmla="*/ 1028970 h 1028969"/>
              <a:gd name="csX4261" fmla="*/ 736442 w 1728164"/>
              <a:gd name="csY4261" fmla="*/ 1028970 h 1028969"/>
              <a:gd name="csX4262" fmla="*/ 736620 w 1728164"/>
              <a:gd name="csY4262" fmla="*/ 1028970 h 1028969"/>
              <a:gd name="csX4263" fmla="*/ 736789 w 1728164"/>
              <a:gd name="csY4263" fmla="*/ 1028970 h 1028969"/>
              <a:gd name="csX4264" fmla="*/ 736967 w 1728164"/>
              <a:gd name="csY4264" fmla="*/ 1028970 h 1028969"/>
              <a:gd name="csX4265" fmla="*/ 737136 w 1728164"/>
              <a:gd name="csY4265" fmla="*/ 1028970 h 1028969"/>
              <a:gd name="csX4266" fmla="*/ 737305 w 1728164"/>
              <a:gd name="csY4266" fmla="*/ 1028970 h 1028969"/>
              <a:gd name="csX4267" fmla="*/ 737483 w 1728164"/>
              <a:gd name="csY4267" fmla="*/ 1028970 h 1028969"/>
              <a:gd name="csX4268" fmla="*/ 737652 w 1728164"/>
              <a:gd name="csY4268" fmla="*/ 1028970 h 1028969"/>
              <a:gd name="csX4269" fmla="*/ 737830 w 1728164"/>
              <a:gd name="csY4269" fmla="*/ 1028970 h 1028969"/>
              <a:gd name="csX4270" fmla="*/ 737999 w 1728164"/>
              <a:gd name="csY4270" fmla="*/ 1028970 h 1028969"/>
              <a:gd name="csX4271" fmla="*/ 738177 w 1728164"/>
              <a:gd name="csY4271" fmla="*/ 1028970 h 1028969"/>
              <a:gd name="csX4272" fmla="*/ 738346 w 1728164"/>
              <a:gd name="csY4272" fmla="*/ 1028970 h 1028969"/>
              <a:gd name="csX4273" fmla="*/ 738515 w 1728164"/>
              <a:gd name="csY4273" fmla="*/ 1028970 h 1028969"/>
              <a:gd name="csX4274" fmla="*/ 738693 w 1728164"/>
              <a:gd name="csY4274" fmla="*/ 1028970 h 1028969"/>
              <a:gd name="csX4275" fmla="*/ 738862 w 1728164"/>
              <a:gd name="csY4275" fmla="*/ 1028970 h 1028969"/>
              <a:gd name="csX4276" fmla="*/ 739040 w 1728164"/>
              <a:gd name="csY4276" fmla="*/ 1028970 h 1028969"/>
              <a:gd name="csX4277" fmla="*/ 739209 w 1728164"/>
              <a:gd name="csY4277" fmla="*/ 1028970 h 1028969"/>
              <a:gd name="csX4278" fmla="*/ 739387 w 1728164"/>
              <a:gd name="csY4278" fmla="*/ 1028970 h 1028969"/>
              <a:gd name="csX4279" fmla="*/ 739556 w 1728164"/>
              <a:gd name="csY4279" fmla="*/ 1028970 h 1028969"/>
              <a:gd name="csX4280" fmla="*/ 739725 w 1728164"/>
              <a:gd name="csY4280" fmla="*/ 1028970 h 1028969"/>
              <a:gd name="csX4281" fmla="*/ 739903 w 1728164"/>
              <a:gd name="csY4281" fmla="*/ 1028970 h 1028969"/>
              <a:gd name="csX4282" fmla="*/ 740072 w 1728164"/>
              <a:gd name="csY4282" fmla="*/ 1028970 h 1028969"/>
              <a:gd name="csX4283" fmla="*/ 740250 w 1728164"/>
              <a:gd name="csY4283" fmla="*/ 1028970 h 1028969"/>
              <a:gd name="csX4284" fmla="*/ 740419 w 1728164"/>
              <a:gd name="csY4284" fmla="*/ 1028970 h 1028969"/>
              <a:gd name="csX4285" fmla="*/ 740597 w 1728164"/>
              <a:gd name="csY4285" fmla="*/ 1028970 h 1028969"/>
              <a:gd name="csX4286" fmla="*/ 740766 w 1728164"/>
              <a:gd name="csY4286" fmla="*/ 1028970 h 1028969"/>
              <a:gd name="csX4287" fmla="*/ 740935 w 1728164"/>
              <a:gd name="csY4287" fmla="*/ 1028970 h 1028969"/>
              <a:gd name="csX4288" fmla="*/ 741113 w 1728164"/>
              <a:gd name="csY4288" fmla="*/ 1028970 h 1028969"/>
              <a:gd name="csX4289" fmla="*/ 741282 w 1728164"/>
              <a:gd name="csY4289" fmla="*/ 1028970 h 1028969"/>
              <a:gd name="csX4290" fmla="*/ 741460 w 1728164"/>
              <a:gd name="csY4290" fmla="*/ 1028970 h 1028969"/>
              <a:gd name="csX4291" fmla="*/ 741629 w 1728164"/>
              <a:gd name="csY4291" fmla="*/ 1028970 h 1028969"/>
              <a:gd name="csX4292" fmla="*/ 741807 w 1728164"/>
              <a:gd name="csY4292" fmla="*/ 1028970 h 1028969"/>
              <a:gd name="csX4293" fmla="*/ 741975 w 1728164"/>
              <a:gd name="csY4293" fmla="*/ 1028970 h 1028969"/>
              <a:gd name="csX4294" fmla="*/ 742145 w 1728164"/>
              <a:gd name="csY4294" fmla="*/ 1028970 h 1028969"/>
              <a:gd name="csX4295" fmla="*/ 742322 w 1728164"/>
              <a:gd name="csY4295" fmla="*/ 1028970 h 1028969"/>
              <a:gd name="csX4296" fmla="*/ 742492 w 1728164"/>
              <a:gd name="csY4296" fmla="*/ 1028970 h 1028969"/>
              <a:gd name="csX4297" fmla="*/ 742669 w 1728164"/>
              <a:gd name="csY4297" fmla="*/ 1028970 h 1028969"/>
              <a:gd name="csX4298" fmla="*/ 742839 w 1728164"/>
              <a:gd name="csY4298" fmla="*/ 1028970 h 1028969"/>
              <a:gd name="csX4299" fmla="*/ 743016 w 1728164"/>
              <a:gd name="csY4299" fmla="*/ 1028970 h 1028969"/>
              <a:gd name="csX4300" fmla="*/ 743185 w 1728164"/>
              <a:gd name="csY4300" fmla="*/ 1028970 h 1028969"/>
              <a:gd name="csX4301" fmla="*/ 743354 w 1728164"/>
              <a:gd name="csY4301" fmla="*/ 1028970 h 1028969"/>
              <a:gd name="csX4302" fmla="*/ 743532 w 1728164"/>
              <a:gd name="csY4302" fmla="*/ 1028970 h 1028969"/>
              <a:gd name="csX4303" fmla="*/ 743701 w 1728164"/>
              <a:gd name="csY4303" fmla="*/ 1028970 h 1028969"/>
              <a:gd name="csX4304" fmla="*/ 743879 w 1728164"/>
              <a:gd name="csY4304" fmla="*/ 1028970 h 1028969"/>
              <a:gd name="csX4305" fmla="*/ 744048 w 1728164"/>
              <a:gd name="csY4305" fmla="*/ 1028970 h 1028969"/>
              <a:gd name="csX4306" fmla="*/ 744226 w 1728164"/>
              <a:gd name="csY4306" fmla="*/ 1028970 h 1028969"/>
              <a:gd name="csX4307" fmla="*/ 744395 w 1728164"/>
              <a:gd name="csY4307" fmla="*/ 1028970 h 1028969"/>
              <a:gd name="csX4308" fmla="*/ 744564 w 1728164"/>
              <a:gd name="csY4308" fmla="*/ 1028970 h 1028969"/>
              <a:gd name="csX4309" fmla="*/ 744742 w 1728164"/>
              <a:gd name="csY4309" fmla="*/ 1028970 h 1028969"/>
              <a:gd name="csX4310" fmla="*/ 744911 w 1728164"/>
              <a:gd name="csY4310" fmla="*/ 1028970 h 1028969"/>
              <a:gd name="csX4311" fmla="*/ 745089 w 1728164"/>
              <a:gd name="csY4311" fmla="*/ 1028970 h 1028969"/>
              <a:gd name="csX4312" fmla="*/ 745258 w 1728164"/>
              <a:gd name="csY4312" fmla="*/ 1028970 h 1028969"/>
              <a:gd name="csX4313" fmla="*/ 745436 w 1728164"/>
              <a:gd name="csY4313" fmla="*/ 1028970 h 1028969"/>
              <a:gd name="csX4314" fmla="*/ 745605 w 1728164"/>
              <a:gd name="csY4314" fmla="*/ 1028970 h 1028969"/>
              <a:gd name="csX4315" fmla="*/ 745774 w 1728164"/>
              <a:gd name="csY4315" fmla="*/ 1028970 h 1028969"/>
              <a:gd name="csX4316" fmla="*/ 745952 w 1728164"/>
              <a:gd name="csY4316" fmla="*/ 1028970 h 1028969"/>
              <a:gd name="csX4317" fmla="*/ 746121 w 1728164"/>
              <a:gd name="csY4317" fmla="*/ 1028970 h 1028969"/>
              <a:gd name="csX4318" fmla="*/ 746299 w 1728164"/>
              <a:gd name="csY4318" fmla="*/ 1028970 h 1028969"/>
              <a:gd name="csX4319" fmla="*/ 746468 w 1728164"/>
              <a:gd name="csY4319" fmla="*/ 1028970 h 1028969"/>
              <a:gd name="csX4320" fmla="*/ 746646 w 1728164"/>
              <a:gd name="csY4320" fmla="*/ 1028970 h 1028969"/>
              <a:gd name="csX4321" fmla="*/ 746815 w 1728164"/>
              <a:gd name="csY4321" fmla="*/ 1028970 h 1028969"/>
              <a:gd name="csX4322" fmla="*/ 746984 w 1728164"/>
              <a:gd name="csY4322" fmla="*/ 1028970 h 1028969"/>
              <a:gd name="csX4323" fmla="*/ 747162 w 1728164"/>
              <a:gd name="csY4323" fmla="*/ 1028970 h 1028969"/>
              <a:gd name="csX4324" fmla="*/ 747331 w 1728164"/>
              <a:gd name="csY4324" fmla="*/ 1028970 h 1028969"/>
              <a:gd name="csX4325" fmla="*/ 747509 w 1728164"/>
              <a:gd name="csY4325" fmla="*/ 1028970 h 1028969"/>
              <a:gd name="csX4326" fmla="*/ 747678 w 1728164"/>
              <a:gd name="csY4326" fmla="*/ 1028970 h 1028969"/>
              <a:gd name="csX4327" fmla="*/ 747847 w 1728164"/>
              <a:gd name="csY4327" fmla="*/ 1028970 h 1028969"/>
              <a:gd name="csX4328" fmla="*/ 748025 w 1728164"/>
              <a:gd name="csY4328" fmla="*/ 1028970 h 1028969"/>
              <a:gd name="csX4329" fmla="*/ 748194 w 1728164"/>
              <a:gd name="csY4329" fmla="*/ 1028970 h 1028969"/>
              <a:gd name="csX4330" fmla="*/ 748372 w 1728164"/>
              <a:gd name="csY4330" fmla="*/ 1028970 h 1028969"/>
              <a:gd name="csX4331" fmla="*/ 748541 w 1728164"/>
              <a:gd name="csY4331" fmla="*/ 1028970 h 1028969"/>
              <a:gd name="csX4332" fmla="*/ 748719 w 1728164"/>
              <a:gd name="csY4332" fmla="*/ 1028970 h 1028969"/>
              <a:gd name="csX4333" fmla="*/ 748888 w 1728164"/>
              <a:gd name="csY4333" fmla="*/ 1028970 h 1028969"/>
              <a:gd name="csX4334" fmla="*/ 749057 w 1728164"/>
              <a:gd name="csY4334" fmla="*/ 1028970 h 1028969"/>
              <a:gd name="csX4335" fmla="*/ 749235 w 1728164"/>
              <a:gd name="csY4335" fmla="*/ 1028970 h 1028969"/>
              <a:gd name="csX4336" fmla="*/ 749404 w 1728164"/>
              <a:gd name="csY4336" fmla="*/ 1028970 h 1028969"/>
              <a:gd name="csX4337" fmla="*/ 749582 w 1728164"/>
              <a:gd name="csY4337" fmla="*/ 1028970 h 1028969"/>
              <a:gd name="csX4338" fmla="*/ 749751 w 1728164"/>
              <a:gd name="csY4338" fmla="*/ 1028970 h 1028969"/>
              <a:gd name="csX4339" fmla="*/ 749929 w 1728164"/>
              <a:gd name="csY4339" fmla="*/ 1028970 h 1028969"/>
              <a:gd name="csX4340" fmla="*/ 750098 w 1728164"/>
              <a:gd name="csY4340" fmla="*/ 1028970 h 1028969"/>
              <a:gd name="csX4341" fmla="*/ 750267 w 1728164"/>
              <a:gd name="csY4341" fmla="*/ 1028970 h 1028969"/>
              <a:gd name="csX4342" fmla="*/ 750445 w 1728164"/>
              <a:gd name="csY4342" fmla="*/ 1028970 h 1028969"/>
              <a:gd name="csX4343" fmla="*/ 750614 w 1728164"/>
              <a:gd name="csY4343" fmla="*/ 1028970 h 1028969"/>
              <a:gd name="csX4344" fmla="*/ 750792 w 1728164"/>
              <a:gd name="csY4344" fmla="*/ 1028970 h 1028969"/>
              <a:gd name="csX4345" fmla="*/ 750961 w 1728164"/>
              <a:gd name="csY4345" fmla="*/ 1028970 h 1028969"/>
              <a:gd name="csX4346" fmla="*/ 751139 w 1728164"/>
              <a:gd name="csY4346" fmla="*/ 1028970 h 1028969"/>
              <a:gd name="csX4347" fmla="*/ 751308 w 1728164"/>
              <a:gd name="csY4347" fmla="*/ 1028970 h 1028969"/>
              <a:gd name="csX4348" fmla="*/ 751477 w 1728164"/>
              <a:gd name="csY4348" fmla="*/ 1028970 h 1028969"/>
              <a:gd name="csX4349" fmla="*/ 751655 w 1728164"/>
              <a:gd name="csY4349" fmla="*/ 1028970 h 1028969"/>
              <a:gd name="csX4350" fmla="*/ 751824 w 1728164"/>
              <a:gd name="csY4350" fmla="*/ 1028970 h 1028969"/>
              <a:gd name="csX4351" fmla="*/ 752002 w 1728164"/>
              <a:gd name="csY4351" fmla="*/ 1028970 h 1028969"/>
              <a:gd name="csX4352" fmla="*/ 752171 w 1728164"/>
              <a:gd name="csY4352" fmla="*/ 1028970 h 1028969"/>
              <a:gd name="csX4353" fmla="*/ 752349 w 1728164"/>
              <a:gd name="csY4353" fmla="*/ 1028970 h 1028969"/>
              <a:gd name="csX4354" fmla="*/ 752518 w 1728164"/>
              <a:gd name="csY4354" fmla="*/ 1028970 h 1028969"/>
              <a:gd name="csX4355" fmla="*/ 752687 w 1728164"/>
              <a:gd name="csY4355" fmla="*/ 1028970 h 1028969"/>
              <a:gd name="csX4356" fmla="*/ 752865 w 1728164"/>
              <a:gd name="csY4356" fmla="*/ 1028970 h 1028969"/>
              <a:gd name="csX4357" fmla="*/ 753034 w 1728164"/>
              <a:gd name="csY4357" fmla="*/ 1028970 h 1028969"/>
              <a:gd name="csX4358" fmla="*/ 753212 w 1728164"/>
              <a:gd name="csY4358" fmla="*/ 1028970 h 1028969"/>
              <a:gd name="csX4359" fmla="*/ 753381 w 1728164"/>
              <a:gd name="csY4359" fmla="*/ 1028970 h 1028969"/>
              <a:gd name="csX4360" fmla="*/ 753559 w 1728164"/>
              <a:gd name="csY4360" fmla="*/ 1028970 h 1028969"/>
              <a:gd name="csX4361" fmla="*/ 753728 w 1728164"/>
              <a:gd name="csY4361" fmla="*/ 1028970 h 1028969"/>
              <a:gd name="csX4362" fmla="*/ 753897 w 1728164"/>
              <a:gd name="csY4362" fmla="*/ 1028970 h 1028969"/>
              <a:gd name="csX4363" fmla="*/ 754075 w 1728164"/>
              <a:gd name="csY4363" fmla="*/ 1028970 h 1028969"/>
              <a:gd name="csX4364" fmla="*/ 754244 w 1728164"/>
              <a:gd name="csY4364" fmla="*/ 1028970 h 1028969"/>
              <a:gd name="csX4365" fmla="*/ 754422 w 1728164"/>
              <a:gd name="csY4365" fmla="*/ 1028970 h 1028969"/>
              <a:gd name="csX4366" fmla="*/ 754591 w 1728164"/>
              <a:gd name="csY4366" fmla="*/ 1028970 h 1028969"/>
              <a:gd name="csX4367" fmla="*/ 754769 w 1728164"/>
              <a:gd name="csY4367" fmla="*/ 1028970 h 1028969"/>
              <a:gd name="csX4368" fmla="*/ 754938 w 1728164"/>
              <a:gd name="csY4368" fmla="*/ 1028970 h 1028969"/>
              <a:gd name="csX4369" fmla="*/ 755107 w 1728164"/>
              <a:gd name="csY4369" fmla="*/ 1028970 h 1028969"/>
              <a:gd name="csX4370" fmla="*/ 755285 w 1728164"/>
              <a:gd name="csY4370" fmla="*/ 1028970 h 1028969"/>
              <a:gd name="csX4371" fmla="*/ 755454 w 1728164"/>
              <a:gd name="csY4371" fmla="*/ 1028970 h 1028969"/>
              <a:gd name="csX4372" fmla="*/ 755632 w 1728164"/>
              <a:gd name="csY4372" fmla="*/ 1028970 h 1028969"/>
              <a:gd name="csX4373" fmla="*/ 755801 w 1728164"/>
              <a:gd name="csY4373" fmla="*/ 1028970 h 1028969"/>
              <a:gd name="csX4374" fmla="*/ 755979 w 1728164"/>
              <a:gd name="csY4374" fmla="*/ 1028970 h 1028969"/>
              <a:gd name="csX4375" fmla="*/ 756148 w 1728164"/>
              <a:gd name="csY4375" fmla="*/ 1028970 h 1028969"/>
              <a:gd name="csX4376" fmla="*/ 756317 w 1728164"/>
              <a:gd name="csY4376" fmla="*/ 1028970 h 1028969"/>
              <a:gd name="csX4377" fmla="*/ 756495 w 1728164"/>
              <a:gd name="csY4377" fmla="*/ 1028970 h 1028969"/>
              <a:gd name="csX4378" fmla="*/ 756664 w 1728164"/>
              <a:gd name="csY4378" fmla="*/ 1028970 h 1028969"/>
              <a:gd name="csX4379" fmla="*/ 756842 w 1728164"/>
              <a:gd name="csY4379" fmla="*/ 1028970 h 1028969"/>
              <a:gd name="csX4380" fmla="*/ 757011 w 1728164"/>
              <a:gd name="csY4380" fmla="*/ 1028970 h 1028969"/>
              <a:gd name="csX4381" fmla="*/ 757189 w 1728164"/>
              <a:gd name="csY4381" fmla="*/ 1028970 h 1028969"/>
              <a:gd name="csX4382" fmla="*/ 757357 w 1728164"/>
              <a:gd name="csY4382" fmla="*/ 1028970 h 1028969"/>
              <a:gd name="csX4383" fmla="*/ 757526 w 1728164"/>
              <a:gd name="csY4383" fmla="*/ 1028970 h 1028969"/>
              <a:gd name="csX4384" fmla="*/ 757704 w 1728164"/>
              <a:gd name="csY4384" fmla="*/ 1028970 h 1028969"/>
              <a:gd name="csX4385" fmla="*/ 757873 w 1728164"/>
              <a:gd name="csY4385" fmla="*/ 1028970 h 1028969"/>
              <a:gd name="csX4386" fmla="*/ 758051 w 1728164"/>
              <a:gd name="csY4386" fmla="*/ 1028970 h 1028969"/>
              <a:gd name="csX4387" fmla="*/ 758220 w 1728164"/>
              <a:gd name="csY4387" fmla="*/ 1028970 h 1028969"/>
              <a:gd name="csX4388" fmla="*/ 758398 w 1728164"/>
              <a:gd name="csY4388" fmla="*/ 1028970 h 1028969"/>
              <a:gd name="csX4389" fmla="*/ 758567 w 1728164"/>
              <a:gd name="csY4389" fmla="*/ 1028970 h 1028969"/>
              <a:gd name="csX4390" fmla="*/ 758736 w 1728164"/>
              <a:gd name="csY4390" fmla="*/ 1028970 h 1028969"/>
              <a:gd name="csX4391" fmla="*/ 758914 w 1728164"/>
              <a:gd name="csY4391" fmla="*/ 1028970 h 1028969"/>
              <a:gd name="csX4392" fmla="*/ 759083 w 1728164"/>
              <a:gd name="csY4392" fmla="*/ 1028970 h 1028969"/>
              <a:gd name="csX4393" fmla="*/ 759261 w 1728164"/>
              <a:gd name="csY4393" fmla="*/ 1028970 h 1028969"/>
              <a:gd name="csX4394" fmla="*/ 759430 w 1728164"/>
              <a:gd name="csY4394" fmla="*/ 1028970 h 1028969"/>
              <a:gd name="csX4395" fmla="*/ 759608 w 1728164"/>
              <a:gd name="csY4395" fmla="*/ 1028970 h 1028969"/>
              <a:gd name="csX4396" fmla="*/ 759777 w 1728164"/>
              <a:gd name="csY4396" fmla="*/ 1028970 h 1028969"/>
              <a:gd name="csX4397" fmla="*/ 759946 w 1728164"/>
              <a:gd name="csY4397" fmla="*/ 1028970 h 1028969"/>
              <a:gd name="csX4398" fmla="*/ 760124 w 1728164"/>
              <a:gd name="csY4398" fmla="*/ 1028970 h 1028969"/>
              <a:gd name="csX4399" fmla="*/ 760293 w 1728164"/>
              <a:gd name="csY4399" fmla="*/ 1028970 h 1028969"/>
              <a:gd name="csX4400" fmla="*/ 760471 w 1728164"/>
              <a:gd name="csY4400" fmla="*/ 1028970 h 1028969"/>
              <a:gd name="csX4401" fmla="*/ 760640 w 1728164"/>
              <a:gd name="csY4401" fmla="*/ 1028970 h 1028969"/>
              <a:gd name="csX4402" fmla="*/ 760818 w 1728164"/>
              <a:gd name="csY4402" fmla="*/ 1028970 h 1028969"/>
              <a:gd name="csX4403" fmla="*/ 760987 w 1728164"/>
              <a:gd name="csY4403" fmla="*/ 1028970 h 1028969"/>
              <a:gd name="csX4404" fmla="*/ 761156 w 1728164"/>
              <a:gd name="csY4404" fmla="*/ 1028970 h 1028969"/>
              <a:gd name="csX4405" fmla="*/ 761334 w 1728164"/>
              <a:gd name="csY4405" fmla="*/ 1028970 h 1028969"/>
              <a:gd name="csX4406" fmla="*/ 761503 w 1728164"/>
              <a:gd name="csY4406" fmla="*/ 1028970 h 1028969"/>
              <a:gd name="csX4407" fmla="*/ 761681 w 1728164"/>
              <a:gd name="csY4407" fmla="*/ 1028970 h 1028969"/>
              <a:gd name="csX4408" fmla="*/ 761850 w 1728164"/>
              <a:gd name="csY4408" fmla="*/ 1028970 h 1028969"/>
              <a:gd name="csX4409" fmla="*/ 762028 w 1728164"/>
              <a:gd name="csY4409" fmla="*/ 1028970 h 1028969"/>
              <a:gd name="csX4410" fmla="*/ 762197 w 1728164"/>
              <a:gd name="csY4410" fmla="*/ 1028970 h 1028969"/>
              <a:gd name="csX4411" fmla="*/ 762366 w 1728164"/>
              <a:gd name="csY4411" fmla="*/ 1028970 h 1028969"/>
              <a:gd name="csX4412" fmla="*/ 762544 w 1728164"/>
              <a:gd name="csY4412" fmla="*/ 1028970 h 1028969"/>
              <a:gd name="csX4413" fmla="*/ 762713 w 1728164"/>
              <a:gd name="csY4413" fmla="*/ 1028970 h 1028969"/>
              <a:gd name="csX4414" fmla="*/ 762891 w 1728164"/>
              <a:gd name="csY4414" fmla="*/ 1028970 h 1028969"/>
              <a:gd name="csX4415" fmla="*/ 763060 w 1728164"/>
              <a:gd name="csY4415" fmla="*/ 1028970 h 1028969"/>
              <a:gd name="csX4416" fmla="*/ 763238 w 1728164"/>
              <a:gd name="csY4416" fmla="*/ 1028970 h 1028969"/>
              <a:gd name="csX4417" fmla="*/ 763407 w 1728164"/>
              <a:gd name="csY4417" fmla="*/ 1028970 h 1028969"/>
              <a:gd name="csX4418" fmla="*/ 763576 w 1728164"/>
              <a:gd name="csY4418" fmla="*/ 1028970 h 1028969"/>
              <a:gd name="csX4419" fmla="*/ 763754 w 1728164"/>
              <a:gd name="csY4419" fmla="*/ 1028970 h 1028969"/>
              <a:gd name="csX4420" fmla="*/ 763923 w 1728164"/>
              <a:gd name="csY4420" fmla="*/ 1028970 h 1028969"/>
              <a:gd name="csX4421" fmla="*/ 764101 w 1728164"/>
              <a:gd name="csY4421" fmla="*/ 1028970 h 1028969"/>
              <a:gd name="csX4422" fmla="*/ 764270 w 1728164"/>
              <a:gd name="csY4422" fmla="*/ 1028970 h 1028969"/>
              <a:gd name="csX4423" fmla="*/ 764448 w 1728164"/>
              <a:gd name="csY4423" fmla="*/ 1028970 h 1028969"/>
              <a:gd name="csX4424" fmla="*/ 764617 w 1728164"/>
              <a:gd name="csY4424" fmla="*/ 1028970 h 1028969"/>
              <a:gd name="csX4425" fmla="*/ 764786 w 1728164"/>
              <a:gd name="csY4425" fmla="*/ 1028970 h 1028969"/>
              <a:gd name="csX4426" fmla="*/ 764964 w 1728164"/>
              <a:gd name="csY4426" fmla="*/ 1028970 h 1028969"/>
              <a:gd name="csX4427" fmla="*/ 765133 w 1728164"/>
              <a:gd name="csY4427" fmla="*/ 1028970 h 1028969"/>
              <a:gd name="csX4428" fmla="*/ 765311 w 1728164"/>
              <a:gd name="csY4428" fmla="*/ 1028970 h 1028969"/>
              <a:gd name="csX4429" fmla="*/ 765480 w 1728164"/>
              <a:gd name="csY4429" fmla="*/ 1028970 h 1028969"/>
              <a:gd name="csX4430" fmla="*/ 765658 w 1728164"/>
              <a:gd name="csY4430" fmla="*/ 1028970 h 1028969"/>
              <a:gd name="csX4431" fmla="*/ 765827 w 1728164"/>
              <a:gd name="csY4431" fmla="*/ 1028970 h 1028969"/>
              <a:gd name="csX4432" fmla="*/ 765996 w 1728164"/>
              <a:gd name="csY4432" fmla="*/ 1028970 h 1028969"/>
              <a:gd name="csX4433" fmla="*/ 766174 w 1728164"/>
              <a:gd name="csY4433" fmla="*/ 1028970 h 1028969"/>
              <a:gd name="csX4434" fmla="*/ 766343 w 1728164"/>
              <a:gd name="csY4434" fmla="*/ 1028970 h 1028969"/>
              <a:gd name="csX4435" fmla="*/ 766521 w 1728164"/>
              <a:gd name="csY4435" fmla="*/ 1028970 h 1028969"/>
              <a:gd name="csX4436" fmla="*/ 766690 w 1728164"/>
              <a:gd name="csY4436" fmla="*/ 1028970 h 1028969"/>
              <a:gd name="csX4437" fmla="*/ 766859 w 1728164"/>
              <a:gd name="csY4437" fmla="*/ 1028970 h 1028969"/>
              <a:gd name="csX4438" fmla="*/ 767037 w 1728164"/>
              <a:gd name="csY4438" fmla="*/ 1028970 h 1028969"/>
              <a:gd name="csX4439" fmla="*/ 767206 w 1728164"/>
              <a:gd name="csY4439" fmla="*/ 1028970 h 1028969"/>
              <a:gd name="csX4440" fmla="*/ 767384 w 1728164"/>
              <a:gd name="csY4440" fmla="*/ 1028970 h 1028969"/>
              <a:gd name="csX4441" fmla="*/ 767553 w 1728164"/>
              <a:gd name="csY4441" fmla="*/ 1028970 h 1028969"/>
              <a:gd name="csX4442" fmla="*/ 767731 w 1728164"/>
              <a:gd name="csY4442" fmla="*/ 1028970 h 1028969"/>
              <a:gd name="csX4443" fmla="*/ 767900 w 1728164"/>
              <a:gd name="csY4443" fmla="*/ 1028970 h 1028969"/>
              <a:gd name="csX4444" fmla="*/ 768069 w 1728164"/>
              <a:gd name="csY4444" fmla="*/ 1028970 h 1028969"/>
              <a:gd name="csX4445" fmla="*/ 768247 w 1728164"/>
              <a:gd name="csY4445" fmla="*/ 1028970 h 1028969"/>
              <a:gd name="csX4446" fmla="*/ 768416 w 1728164"/>
              <a:gd name="csY4446" fmla="*/ 1028970 h 1028969"/>
              <a:gd name="csX4447" fmla="*/ 768594 w 1728164"/>
              <a:gd name="csY4447" fmla="*/ 1028970 h 1028969"/>
              <a:gd name="csX4448" fmla="*/ 768763 w 1728164"/>
              <a:gd name="csY4448" fmla="*/ 1028970 h 1028969"/>
              <a:gd name="csX4449" fmla="*/ 768941 w 1728164"/>
              <a:gd name="csY4449" fmla="*/ 1028970 h 1028969"/>
              <a:gd name="csX4450" fmla="*/ 769110 w 1728164"/>
              <a:gd name="csY4450" fmla="*/ 1028970 h 1028969"/>
              <a:gd name="csX4451" fmla="*/ 769279 w 1728164"/>
              <a:gd name="csY4451" fmla="*/ 1028970 h 1028969"/>
              <a:gd name="csX4452" fmla="*/ 769457 w 1728164"/>
              <a:gd name="csY4452" fmla="*/ 1028970 h 1028969"/>
              <a:gd name="csX4453" fmla="*/ 769626 w 1728164"/>
              <a:gd name="csY4453" fmla="*/ 1028970 h 1028969"/>
              <a:gd name="csX4454" fmla="*/ 769804 w 1728164"/>
              <a:gd name="csY4454" fmla="*/ 1028970 h 1028969"/>
              <a:gd name="csX4455" fmla="*/ 769973 w 1728164"/>
              <a:gd name="csY4455" fmla="*/ 1028970 h 1028969"/>
              <a:gd name="csX4456" fmla="*/ 770151 w 1728164"/>
              <a:gd name="csY4456" fmla="*/ 1028970 h 1028969"/>
              <a:gd name="csX4457" fmla="*/ 770320 w 1728164"/>
              <a:gd name="csY4457" fmla="*/ 1028970 h 1028969"/>
              <a:gd name="csX4458" fmla="*/ 770489 w 1728164"/>
              <a:gd name="csY4458" fmla="*/ 1028970 h 1028969"/>
              <a:gd name="csX4459" fmla="*/ 770667 w 1728164"/>
              <a:gd name="csY4459" fmla="*/ 1028970 h 1028969"/>
              <a:gd name="csX4460" fmla="*/ 770836 w 1728164"/>
              <a:gd name="csY4460" fmla="*/ 1028970 h 1028969"/>
              <a:gd name="csX4461" fmla="*/ 771014 w 1728164"/>
              <a:gd name="csY4461" fmla="*/ 1028970 h 1028969"/>
              <a:gd name="csX4462" fmla="*/ 771183 w 1728164"/>
              <a:gd name="csY4462" fmla="*/ 1028970 h 1028969"/>
              <a:gd name="csX4463" fmla="*/ 771361 w 1728164"/>
              <a:gd name="csY4463" fmla="*/ 1028970 h 1028969"/>
              <a:gd name="csX4464" fmla="*/ 771530 w 1728164"/>
              <a:gd name="csY4464" fmla="*/ 1028970 h 1028969"/>
              <a:gd name="csX4465" fmla="*/ 771699 w 1728164"/>
              <a:gd name="csY4465" fmla="*/ 1028970 h 1028969"/>
              <a:gd name="csX4466" fmla="*/ 771876 w 1728164"/>
              <a:gd name="csY4466" fmla="*/ 1028970 h 1028969"/>
              <a:gd name="csX4467" fmla="*/ 772046 w 1728164"/>
              <a:gd name="csY4467" fmla="*/ 1028970 h 1028969"/>
              <a:gd name="csX4468" fmla="*/ 772223 w 1728164"/>
              <a:gd name="csY4468" fmla="*/ 1028970 h 1028969"/>
              <a:gd name="csX4469" fmla="*/ 772393 w 1728164"/>
              <a:gd name="csY4469" fmla="*/ 1028970 h 1028969"/>
              <a:gd name="csX4470" fmla="*/ 772570 w 1728164"/>
              <a:gd name="csY4470" fmla="*/ 1028970 h 1028969"/>
              <a:gd name="csX4471" fmla="*/ 772739 w 1728164"/>
              <a:gd name="csY4471" fmla="*/ 1028970 h 1028969"/>
              <a:gd name="csX4472" fmla="*/ 772908 w 1728164"/>
              <a:gd name="csY4472" fmla="*/ 1028970 h 1028969"/>
              <a:gd name="csX4473" fmla="*/ 773086 w 1728164"/>
              <a:gd name="csY4473" fmla="*/ 1028970 h 1028969"/>
              <a:gd name="csX4474" fmla="*/ 773255 w 1728164"/>
              <a:gd name="csY4474" fmla="*/ 1028970 h 1028969"/>
              <a:gd name="csX4475" fmla="*/ 773433 w 1728164"/>
              <a:gd name="csY4475" fmla="*/ 1028970 h 1028969"/>
              <a:gd name="csX4476" fmla="*/ 773602 w 1728164"/>
              <a:gd name="csY4476" fmla="*/ 1028970 h 1028969"/>
              <a:gd name="csX4477" fmla="*/ 773780 w 1728164"/>
              <a:gd name="csY4477" fmla="*/ 1028970 h 1028969"/>
              <a:gd name="csX4478" fmla="*/ 773949 w 1728164"/>
              <a:gd name="csY4478" fmla="*/ 1028970 h 1028969"/>
              <a:gd name="csX4479" fmla="*/ 774118 w 1728164"/>
              <a:gd name="csY4479" fmla="*/ 1028970 h 1028969"/>
              <a:gd name="csX4480" fmla="*/ 774296 w 1728164"/>
              <a:gd name="csY4480" fmla="*/ 1028970 h 1028969"/>
              <a:gd name="csX4481" fmla="*/ 774465 w 1728164"/>
              <a:gd name="csY4481" fmla="*/ 1028970 h 1028969"/>
              <a:gd name="csX4482" fmla="*/ 774643 w 1728164"/>
              <a:gd name="csY4482" fmla="*/ 1028970 h 1028969"/>
              <a:gd name="csX4483" fmla="*/ 774812 w 1728164"/>
              <a:gd name="csY4483" fmla="*/ 1028970 h 1028969"/>
              <a:gd name="csX4484" fmla="*/ 774990 w 1728164"/>
              <a:gd name="csY4484" fmla="*/ 1028970 h 1028969"/>
              <a:gd name="csX4485" fmla="*/ 775159 w 1728164"/>
              <a:gd name="csY4485" fmla="*/ 1028970 h 1028969"/>
              <a:gd name="csX4486" fmla="*/ 775328 w 1728164"/>
              <a:gd name="csY4486" fmla="*/ 1028970 h 1028969"/>
              <a:gd name="csX4487" fmla="*/ 775506 w 1728164"/>
              <a:gd name="csY4487" fmla="*/ 1028970 h 1028969"/>
              <a:gd name="csX4488" fmla="*/ 775675 w 1728164"/>
              <a:gd name="csY4488" fmla="*/ 1028970 h 1028969"/>
              <a:gd name="csX4489" fmla="*/ 775853 w 1728164"/>
              <a:gd name="csY4489" fmla="*/ 1028970 h 1028969"/>
              <a:gd name="csX4490" fmla="*/ 776022 w 1728164"/>
              <a:gd name="csY4490" fmla="*/ 1028970 h 1028969"/>
              <a:gd name="csX4491" fmla="*/ 776200 w 1728164"/>
              <a:gd name="csY4491" fmla="*/ 1028970 h 1028969"/>
              <a:gd name="csX4492" fmla="*/ 776369 w 1728164"/>
              <a:gd name="csY4492" fmla="*/ 1028970 h 1028969"/>
              <a:gd name="csX4493" fmla="*/ 776538 w 1728164"/>
              <a:gd name="csY4493" fmla="*/ 1028970 h 1028969"/>
              <a:gd name="csX4494" fmla="*/ 776716 w 1728164"/>
              <a:gd name="csY4494" fmla="*/ 1028970 h 1028969"/>
              <a:gd name="csX4495" fmla="*/ 776885 w 1728164"/>
              <a:gd name="csY4495" fmla="*/ 1028970 h 1028969"/>
              <a:gd name="csX4496" fmla="*/ 777063 w 1728164"/>
              <a:gd name="csY4496" fmla="*/ 1028970 h 1028969"/>
              <a:gd name="csX4497" fmla="*/ 777232 w 1728164"/>
              <a:gd name="csY4497" fmla="*/ 1028970 h 1028969"/>
              <a:gd name="csX4498" fmla="*/ 777410 w 1728164"/>
              <a:gd name="csY4498" fmla="*/ 1028970 h 1028969"/>
              <a:gd name="csX4499" fmla="*/ 777579 w 1728164"/>
              <a:gd name="csY4499" fmla="*/ 1028970 h 1028969"/>
              <a:gd name="csX4500" fmla="*/ 777748 w 1728164"/>
              <a:gd name="csY4500" fmla="*/ 1028970 h 1028969"/>
              <a:gd name="csX4501" fmla="*/ 777926 w 1728164"/>
              <a:gd name="csY4501" fmla="*/ 1028970 h 1028969"/>
              <a:gd name="csX4502" fmla="*/ 778095 w 1728164"/>
              <a:gd name="csY4502" fmla="*/ 1028970 h 1028969"/>
              <a:gd name="csX4503" fmla="*/ 778273 w 1728164"/>
              <a:gd name="csY4503" fmla="*/ 1028970 h 1028969"/>
              <a:gd name="csX4504" fmla="*/ 778442 w 1728164"/>
              <a:gd name="csY4504" fmla="*/ 1028970 h 1028969"/>
              <a:gd name="csX4505" fmla="*/ 778620 w 1728164"/>
              <a:gd name="csY4505" fmla="*/ 1028970 h 1028969"/>
              <a:gd name="csX4506" fmla="*/ 778789 w 1728164"/>
              <a:gd name="csY4506" fmla="*/ 1028970 h 1028969"/>
              <a:gd name="csX4507" fmla="*/ 778958 w 1728164"/>
              <a:gd name="csY4507" fmla="*/ 1028970 h 1028969"/>
              <a:gd name="csX4508" fmla="*/ 779136 w 1728164"/>
              <a:gd name="csY4508" fmla="*/ 1028970 h 1028969"/>
              <a:gd name="csX4509" fmla="*/ 779305 w 1728164"/>
              <a:gd name="csY4509" fmla="*/ 1028970 h 1028969"/>
              <a:gd name="csX4510" fmla="*/ 779483 w 1728164"/>
              <a:gd name="csY4510" fmla="*/ 1028970 h 1028969"/>
              <a:gd name="csX4511" fmla="*/ 779652 w 1728164"/>
              <a:gd name="csY4511" fmla="*/ 1028970 h 1028969"/>
              <a:gd name="csX4512" fmla="*/ 779830 w 1728164"/>
              <a:gd name="csY4512" fmla="*/ 1028970 h 1028969"/>
              <a:gd name="csX4513" fmla="*/ 779999 w 1728164"/>
              <a:gd name="csY4513" fmla="*/ 1028970 h 1028969"/>
              <a:gd name="csX4514" fmla="*/ 780168 w 1728164"/>
              <a:gd name="csY4514" fmla="*/ 1028970 h 1028969"/>
              <a:gd name="csX4515" fmla="*/ 780346 w 1728164"/>
              <a:gd name="csY4515" fmla="*/ 1028970 h 1028969"/>
              <a:gd name="csX4516" fmla="*/ 780515 w 1728164"/>
              <a:gd name="csY4516" fmla="*/ 1028970 h 1028969"/>
              <a:gd name="csX4517" fmla="*/ 780693 w 1728164"/>
              <a:gd name="csY4517" fmla="*/ 1028970 h 1028969"/>
              <a:gd name="csX4518" fmla="*/ 780862 w 1728164"/>
              <a:gd name="csY4518" fmla="*/ 1028970 h 1028969"/>
              <a:gd name="csX4519" fmla="*/ 781040 w 1728164"/>
              <a:gd name="csY4519" fmla="*/ 1028970 h 1028969"/>
              <a:gd name="csX4520" fmla="*/ 781209 w 1728164"/>
              <a:gd name="csY4520" fmla="*/ 1028970 h 1028969"/>
              <a:gd name="csX4521" fmla="*/ 781378 w 1728164"/>
              <a:gd name="csY4521" fmla="*/ 1028970 h 1028969"/>
              <a:gd name="csX4522" fmla="*/ 781556 w 1728164"/>
              <a:gd name="csY4522" fmla="*/ 1028970 h 1028969"/>
              <a:gd name="csX4523" fmla="*/ 781725 w 1728164"/>
              <a:gd name="csY4523" fmla="*/ 1028970 h 1028969"/>
              <a:gd name="csX4524" fmla="*/ 781903 w 1728164"/>
              <a:gd name="csY4524" fmla="*/ 1028970 h 1028969"/>
              <a:gd name="csX4525" fmla="*/ 782072 w 1728164"/>
              <a:gd name="csY4525" fmla="*/ 1028970 h 1028969"/>
              <a:gd name="csX4526" fmla="*/ 782250 w 1728164"/>
              <a:gd name="csY4526" fmla="*/ 1028970 h 1028969"/>
              <a:gd name="csX4527" fmla="*/ 782419 w 1728164"/>
              <a:gd name="csY4527" fmla="*/ 1028970 h 1028969"/>
              <a:gd name="csX4528" fmla="*/ 782588 w 1728164"/>
              <a:gd name="csY4528" fmla="*/ 1028970 h 1028969"/>
              <a:gd name="csX4529" fmla="*/ 782766 w 1728164"/>
              <a:gd name="csY4529" fmla="*/ 1028970 h 1028969"/>
              <a:gd name="csX4530" fmla="*/ 782935 w 1728164"/>
              <a:gd name="csY4530" fmla="*/ 1028970 h 1028969"/>
              <a:gd name="csX4531" fmla="*/ 783113 w 1728164"/>
              <a:gd name="csY4531" fmla="*/ 1028970 h 1028969"/>
              <a:gd name="csX4532" fmla="*/ 783282 w 1728164"/>
              <a:gd name="csY4532" fmla="*/ 1028970 h 1028969"/>
              <a:gd name="csX4533" fmla="*/ 783460 w 1728164"/>
              <a:gd name="csY4533" fmla="*/ 1028970 h 1028969"/>
              <a:gd name="csX4534" fmla="*/ 783629 w 1728164"/>
              <a:gd name="csY4534" fmla="*/ 1028970 h 1028969"/>
              <a:gd name="csX4535" fmla="*/ 783798 w 1728164"/>
              <a:gd name="csY4535" fmla="*/ 1028970 h 1028969"/>
              <a:gd name="csX4536" fmla="*/ 783976 w 1728164"/>
              <a:gd name="csY4536" fmla="*/ 1028970 h 1028969"/>
              <a:gd name="csX4537" fmla="*/ 784145 w 1728164"/>
              <a:gd name="csY4537" fmla="*/ 1028970 h 1028969"/>
              <a:gd name="csX4538" fmla="*/ 784323 w 1728164"/>
              <a:gd name="csY4538" fmla="*/ 1028970 h 1028969"/>
              <a:gd name="csX4539" fmla="*/ 784492 w 1728164"/>
              <a:gd name="csY4539" fmla="*/ 1028970 h 1028969"/>
              <a:gd name="csX4540" fmla="*/ 784670 w 1728164"/>
              <a:gd name="csY4540" fmla="*/ 1028970 h 1028969"/>
              <a:gd name="csX4541" fmla="*/ 784839 w 1728164"/>
              <a:gd name="csY4541" fmla="*/ 1028970 h 1028969"/>
              <a:gd name="csX4542" fmla="*/ 785008 w 1728164"/>
              <a:gd name="csY4542" fmla="*/ 1028970 h 1028969"/>
              <a:gd name="csX4543" fmla="*/ 785186 w 1728164"/>
              <a:gd name="csY4543" fmla="*/ 1028970 h 1028969"/>
              <a:gd name="csX4544" fmla="*/ 785355 w 1728164"/>
              <a:gd name="csY4544" fmla="*/ 1028970 h 1028969"/>
              <a:gd name="csX4545" fmla="*/ 785533 w 1728164"/>
              <a:gd name="csY4545" fmla="*/ 1028970 h 1028969"/>
              <a:gd name="csX4546" fmla="*/ 785702 w 1728164"/>
              <a:gd name="csY4546" fmla="*/ 1028970 h 1028969"/>
              <a:gd name="csX4547" fmla="*/ 785871 w 1728164"/>
              <a:gd name="csY4547" fmla="*/ 1028970 h 1028969"/>
              <a:gd name="csX4548" fmla="*/ 786049 w 1728164"/>
              <a:gd name="csY4548" fmla="*/ 1028970 h 1028969"/>
              <a:gd name="csX4549" fmla="*/ 786218 w 1728164"/>
              <a:gd name="csY4549" fmla="*/ 1028970 h 1028969"/>
              <a:gd name="csX4550" fmla="*/ 786396 w 1728164"/>
              <a:gd name="csY4550" fmla="*/ 1028970 h 1028969"/>
              <a:gd name="csX4551" fmla="*/ 786565 w 1728164"/>
              <a:gd name="csY4551" fmla="*/ 1028970 h 1028969"/>
              <a:gd name="csX4552" fmla="*/ 786742 w 1728164"/>
              <a:gd name="csY4552" fmla="*/ 1028970 h 1028969"/>
              <a:gd name="csX4553" fmla="*/ 786911 w 1728164"/>
              <a:gd name="csY4553" fmla="*/ 1028970 h 1028969"/>
              <a:gd name="csX4554" fmla="*/ 787081 w 1728164"/>
              <a:gd name="csY4554" fmla="*/ 1028970 h 1028969"/>
              <a:gd name="csX4555" fmla="*/ 787258 w 1728164"/>
              <a:gd name="csY4555" fmla="*/ 1028970 h 1028969"/>
              <a:gd name="csX4556" fmla="*/ 787428 w 1728164"/>
              <a:gd name="csY4556" fmla="*/ 1028970 h 1028969"/>
              <a:gd name="csX4557" fmla="*/ 787605 w 1728164"/>
              <a:gd name="csY4557" fmla="*/ 1028970 h 1028969"/>
              <a:gd name="csX4558" fmla="*/ 787774 w 1728164"/>
              <a:gd name="csY4558" fmla="*/ 1028970 h 1028969"/>
              <a:gd name="csX4559" fmla="*/ 787952 w 1728164"/>
              <a:gd name="csY4559" fmla="*/ 1028970 h 1028969"/>
              <a:gd name="csX4560" fmla="*/ 788121 w 1728164"/>
              <a:gd name="csY4560" fmla="*/ 1028970 h 1028969"/>
              <a:gd name="csX4561" fmla="*/ 788290 w 1728164"/>
              <a:gd name="csY4561" fmla="*/ 1028970 h 1028969"/>
              <a:gd name="csX4562" fmla="*/ 788468 w 1728164"/>
              <a:gd name="csY4562" fmla="*/ 1028970 h 1028969"/>
              <a:gd name="csX4563" fmla="*/ 788637 w 1728164"/>
              <a:gd name="csY4563" fmla="*/ 1028970 h 1028969"/>
              <a:gd name="csX4564" fmla="*/ 788815 w 1728164"/>
              <a:gd name="csY4564" fmla="*/ 1028970 h 1028969"/>
              <a:gd name="csX4565" fmla="*/ 788984 w 1728164"/>
              <a:gd name="csY4565" fmla="*/ 1028970 h 1028969"/>
              <a:gd name="csX4566" fmla="*/ 789162 w 1728164"/>
              <a:gd name="csY4566" fmla="*/ 1028970 h 1028969"/>
              <a:gd name="csX4567" fmla="*/ 789331 w 1728164"/>
              <a:gd name="csY4567" fmla="*/ 1028970 h 1028969"/>
              <a:gd name="csX4568" fmla="*/ 789500 w 1728164"/>
              <a:gd name="csY4568" fmla="*/ 1028970 h 1028969"/>
              <a:gd name="csX4569" fmla="*/ 789678 w 1728164"/>
              <a:gd name="csY4569" fmla="*/ 1028970 h 1028969"/>
              <a:gd name="csX4570" fmla="*/ 789847 w 1728164"/>
              <a:gd name="csY4570" fmla="*/ 1028970 h 1028969"/>
              <a:gd name="csX4571" fmla="*/ 790025 w 1728164"/>
              <a:gd name="csY4571" fmla="*/ 1028970 h 1028969"/>
              <a:gd name="csX4572" fmla="*/ 790194 w 1728164"/>
              <a:gd name="csY4572" fmla="*/ 1028970 h 1028969"/>
              <a:gd name="csX4573" fmla="*/ 790372 w 1728164"/>
              <a:gd name="csY4573" fmla="*/ 1028970 h 1028969"/>
              <a:gd name="csX4574" fmla="*/ 790541 w 1728164"/>
              <a:gd name="csY4574" fmla="*/ 1028970 h 1028969"/>
              <a:gd name="csX4575" fmla="*/ 790710 w 1728164"/>
              <a:gd name="csY4575" fmla="*/ 1028970 h 1028969"/>
              <a:gd name="csX4576" fmla="*/ 790888 w 1728164"/>
              <a:gd name="csY4576" fmla="*/ 1028970 h 1028969"/>
              <a:gd name="csX4577" fmla="*/ 791057 w 1728164"/>
              <a:gd name="csY4577" fmla="*/ 1028970 h 1028969"/>
              <a:gd name="csX4578" fmla="*/ 791235 w 1728164"/>
              <a:gd name="csY4578" fmla="*/ 1028970 h 1028969"/>
              <a:gd name="csX4579" fmla="*/ 791404 w 1728164"/>
              <a:gd name="csY4579" fmla="*/ 1028970 h 1028969"/>
              <a:gd name="csX4580" fmla="*/ 791582 w 1728164"/>
              <a:gd name="csY4580" fmla="*/ 1028961 h 1028969"/>
              <a:gd name="csX4581" fmla="*/ 791751 w 1728164"/>
              <a:gd name="csY4581" fmla="*/ 1028961 h 1028969"/>
              <a:gd name="csX4582" fmla="*/ 791920 w 1728164"/>
              <a:gd name="csY4582" fmla="*/ 1028961 h 1028969"/>
              <a:gd name="csX4583" fmla="*/ 792098 w 1728164"/>
              <a:gd name="csY4583" fmla="*/ 1028961 h 1028969"/>
              <a:gd name="csX4584" fmla="*/ 792267 w 1728164"/>
              <a:gd name="csY4584" fmla="*/ 1028961 h 1028969"/>
              <a:gd name="csX4585" fmla="*/ 792445 w 1728164"/>
              <a:gd name="csY4585" fmla="*/ 1028961 h 1028969"/>
              <a:gd name="csX4586" fmla="*/ 792614 w 1728164"/>
              <a:gd name="csY4586" fmla="*/ 1028961 h 1028969"/>
              <a:gd name="csX4587" fmla="*/ 792792 w 1728164"/>
              <a:gd name="csY4587" fmla="*/ 1028961 h 1028969"/>
              <a:gd name="csX4588" fmla="*/ 792961 w 1728164"/>
              <a:gd name="csY4588" fmla="*/ 1028961 h 1028969"/>
              <a:gd name="csX4589" fmla="*/ 793130 w 1728164"/>
              <a:gd name="csY4589" fmla="*/ 1028961 h 1028969"/>
              <a:gd name="csX4590" fmla="*/ 793308 w 1728164"/>
              <a:gd name="csY4590" fmla="*/ 1028961 h 1028969"/>
              <a:gd name="csX4591" fmla="*/ 793477 w 1728164"/>
              <a:gd name="csY4591" fmla="*/ 1028961 h 1028969"/>
              <a:gd name="csX4592" fmla="*/ 793655 w 1728164"/>
              <a:gd name="csY4592" fmla="*/ 1028961 h 1028969"/>
              <a:gd name="csX4593" fmla="*/ 793824 w 1728164"/>
              <a:gd name="csY4593" fmla="*/ 1028961 h 1028969"/>
              <a:gd name="csX4594" fmla="*/ 794002 w 1728164"/>
              <a:gd name="csY4594" fmla="*/ 1028961 h 1028969"/>
              <a:gd name="csX4595" fmla="*/ 794171 w 1728164"/>
              <a:gd name="csY4595" fmla="*/ 1028961 h 1028969"/>
              <a:gd name="csX4596" fmla="*/ 794340 w 1728164"/>
              <a:gd name="csY4596" fmla="*/ 1028961 h 1028969"/>
              <a:gd name="csX4597" fmla="*/ 794518 w 1728164"/>
              <a:gd name="csY4597" fmla="*/ 1028961 h 1028969"/>
              <a:gd name="csX4598" fmla="*/ 794687 w 1728164"/>
              <a:gd name="csY4598" fmla="*/ 1028961 h 1028969"/>
              <a:gd name="csX4599" fmla="*/ 794865 w 1728164"/>
              <a:gd name="csY4599" fmla="*/ 1028961 h 1028969"/>
              <a:gd name="csX4600" fmla="*/ 795034 w 1728164"/>
              <a:gd name="csY4600" fmla="*/ 1028961 h 1028969"/>
              <a:gd name="csX4601" fmla="*/ 795212 w 1728164"/>
              <a:gd name="csY4601" fmla="*/ 1028961 h 1028969"/>
              <a:gd name="csX4602" fmla="*/ 795381 w 1728164"/>
              <a:gd name="csY4602" fmla="*/ 1028961 h 1028969"/>
              <a:gd name="csX4603" fmla="*/ 795550 w 1728164"/>
              <a:gd name="csY4603" fmla="*/ 1028961 h 1028969"/>
              <a:gd name="csX4604" fmla="*/ 795728 w 1728164"/>
              <a:gd name="csY4604" fmla="*/ 1028961 h 1028969"/>
              <a:gd name="csX4605" fmla="*/ 795897 w 1728164"/>
              <a:gd name="csY4605" fmla="*/ 1028952 h 1028969"/>
              <a:gd name="csX4606" fmla="*/ 796075 w 1728164"/>
              <a:gd name="csY4606" fmla="*/ 1028952 h 1028969"/>
              <a:gd name="csX4607" fmla="*/ 796244 w 1728164"/>
              <a:gd name="csY4607" fmla="*/ 1028952 h 1028969"/>
              <a:gd name="csX4608" fmla="*/ 796422 w 1728164"/>
              <a:gd name="csY4608" fmla="*/ 1028952 h 1028969"/>
              <a:gd name="csX4609" fmla="*/ 796591 w 1728164"/>
              <a:gd name="csY4609" fmla="*/ 1028952 h 1028969"/>
              <a:gd name="csX4610" fmla="*/ 796760 w 1728164"/>
              <a:gd name="csY4610" fmla="*/ 1028952 h 1028969"/>
              <a:gd name="csX4611" fmla="*/ 796938 w 1728164"/>
              <a:gd name="csY4611" fmla="*/ 1028952 h 1028969"/>
              <a:gd name="csX4612" fmla="*/ 797107 w 1728164"/>
              <a:gd name="csY4612" fmla="*/ 1028952 h 1028969"/>
              <a:gd name="csX4613" fmla="*/ 797285 w 1728164"/>
              <a:gd name="csY4613" fmla="*/ 1028952 h 1028969"/>
              <a:gd name="csX4614" fmla="*/ 797454 w 1728164"/>
              <a:gd name="csY4614" fmla="*/ 1028952 h 1028969"/>
              <a:gd name="csX4615" fmla="*/ 797632 w 1728164"/>
              <a:gd name="csY4615" fmla="*/ 1028952 h 1028969"/>
              <a:gd name="csX4616" fmla="*/ 797801 w 1728164"/>
              <a:gd name="csY4616" fmla="*/ 1028952 h 1028969"/>
              <a:gd name="csX4617" fmla="*/ 797970 w 1728164"/>
              <a:gd name="csY4617" fmla="*/ 1028952 h 1028969"/>
              <a:gd name="csX4618" fmla="*/ 798148 w 1728164"/>
              <a:gd name="csY4618" fmla="*/ 1028952 h 1028969"/>
              <a:gd name="csX4619" fmla="*/ 798317 w 1728164"/>
              <a:gd name="csY4619" fmla="*/ 1028943 h 1028969"/>
              <a:gd name="csX4620" fmla="*/ 798495 w 1728164"/>
              <a:gd name="csY4620" fmla="*/ 1028943 h 1028969"/>
              <a:gd name="csX4621" fmla="*/ 798664 w 1728164"/>
              <a:gd name="csY4621" fmla="*/ 1028943 h 1028969"/>
              <a:gd name="csX4622" fmla="*/ 798842 w 1728164"/>
              <a:gd name="csY4622" fmla="*/ 1028943 h 1028969"/>
              <a:gd name="csX4623" fmla="*/ 799011 w 1728164"/>
              <a:gd name="csY4623" fmla="*/ 1028943 h 1028969"/>
              <a:gd name="csX4624" fmla="*/ 799180 w 1728164"/>
              <a:gd name="csY4624" fmla="*/ 1028943 h 1028969"/>
              <a:gd name="csX4625" fmla="*/ 799358 w 1728164"/>
              <a:gd name="csY4625" fmla="*/ 1028943 h 1028969"/>
              <a:gd name="csX4626" fmla="*/ 799527 w 1728164"/>
              <a:gd name="csY4626" fmla="*/ 1028943 h 1028969"/>
              <a:gd name="csX4627" fmla="*/ 799705 w 1728164"/>
              <a:gd name="csY4627" fmla="*/ 1028943 h 1028969"/>
              <a:gd name="csX4628" fmla="*/ 799874 w 1728164"/>
              <a:gd name="csY4628" fmla="*/ 1028943 h 1028969"/>
              <a:gd name="csX4629" fmla="*/ 800052 w 1728164"/>
              <a:gd name="csY4629" fmla="*/ 1028943 h 1028969"/>
              <a:gd name="csX4630" fmla="*/ 800221 w 1728164"/>
              <a:gd name="csY4630" fmla="*/ 1028934 h 1028969"/>
              <a:gd name="csX4631" fmla="*/ 800390 w 1728164"/>
              <a:gd name="csY4631" fmla="*/ 1028934 h 1028969"/>
              <a:gd name="csX4632" fmla="*/ 800568 w 1728164"/>
              <a:gd name="csY4632" fmla="*/ 1028934 h 1028969"/>
              <a:gd name="csX4633" fmla="*/ 800737 w 1728164"/>
              <a:gd name="csY4633" fmla="*/ 1028934 h 1028969"/>
              <a:gd name="csX4634" fmla="*/ 800914 w 1728164"/>
              <a:gd name="csY4634" fmla="*/ 1028934 h 1028969"/>
              <a:gd name="csX4635" fmla="*/ 801084 w 1728164"/>
              <a:gd name="csY4635" fmla="*/ 1028934 h 1028969"/>
              <a:gd name="csX4636" fmla="*/ 801261 w 1728164"/>
              <a:gd name="csY4636" fmla="*/ 1028934 h 1028969"/>
              <a:gd name="csX4637" fmla="*/ 801431 w 1728164"/>
              <a:gd name="csY4637" fmla="*/ 1028934 h 1028969"/>
              <a:gd name="csX4638" fmla="*/ 801600 w 1728164"/>
              <a:gd name="csY4638" fmla="*/ 1028925 h 1028969"/>
              <a:gd name="csX4639" fmla="*/ 801778 w 1728164"/>
              <a:gd name="csY4639" fmla="*/ 1028925 h 1028969"/>
              <a:gd name="csX4640" fmla="*/ 801946 w 1728164"/>
              <a:gd name="csY4640" fmla="*/ 1028925 h 1028969"/>
              <a:gd name="csX4641" fmla="*/ 802124 w 1728164"/>
              <a:gd name="csY4641" fmla="*/ 1028925 h 1028969"/>
              <a:gd name="csX4642" fmla="*/ 802293 w 1728164"/>
              <a:gd name="csY4642" fmla="*/ 1028925 h 1028969"/>
              <a:gd name="csX4643" fmla="*/ 802471 w 1728164"/>
              <a:gd name="csY4643" fmla="*/ 1028925 h 1028969"/>
              <a:gd name="csX4644" fmla="*/ 802640 w 1728164"/>
              <a:gd name="csY4644" fmla="*/ 1028925 h 1028969"/>
              <a:gd name="csX4645" fmla="*/ 802809 w 1728164"/>
              <a:gd name="csY4645" fmla="*/ 1028916 h 1028969"/>
              <a:gd name="csX4646" fmla="*/ 802987 w 1728164"/>
              <a:gd name="csY4646" fmla="*/ 1028916 h 1028969"/>
              <a:gd name="csX4647" fmla="*/ 803156 w 1728164"/>
              <a:gd name="csY4647" fmla="*/ 1028916 h 1028969"/>
              <a:gd name="csX4648" fmla="*/ 803334 w 1728164"/>
              <a:gd name="csY4648" fmla="*/ 1028916 h 1028969"/>
              <a:gd name="csX4649" fmla="*/ 803503 w 1728164"/>
              <a:gd name="csY4649" fmla="*/ 1028916 h 1028969"/>
              <a:gd name="csX4650" fmla="*/ 803681 w 1728164"/>
              <a:gd name="csY4650" fmla="*/ 1028907 h 1028969"/>
              <a:gd name="csX4651" fmla="*/ 803850 w 1728164"/>
              <a:gd name="csY4651" fmla="*/ 1028907 h 1028969"/>
              <a:gd name="csX4652" fmla="*/ 804019 w 1728164"/>
              <a:gd name="csY4652" fmla="*/ 1028907 h 1028969"/>
              <a:gd name="csX4653" fmla="*/ 804197 w 1728164"/>
              <a:gd name="csY4653" fmla="*/ 1028907 h 1028969"/>
              <a:gd name="csX4654" fmla="*/ 804366 w 1728164"/>
              <a:gd name="csY4654" fmla="*/ 1028907 h 1028969"/>
              <a:gd name="csX4655" fmla="*/ 804544 w 1728164"/>
              <a:gd name="csY4655" fmla="*/ 1028898 h 1028969"/>
              <a:gd name="csX4656" fmla="*/ 804713 w 1728164"/>
              <a:gd name="csY4656" fmla="*/ 1028898 h 1028969"/>
              <a:gd name="csX4657" fmla="*/ 804882 w 1728164"/>
              <a:gd name="csY4657" fmla="*/ 1028898 h 1028969"/>
              <a:gd name="csX4658" fmla="*/ 805060 w 1728164"/>
              <a:gd name="csY4658" fmla="*/ 1028898 h 1028969"/>
              <a:gd name="csX4659" fmla="*/ 805229 w 1728164"/>
              <a:gd name="csY4659" fmla="*/ 1028898 h 1028969"/>
              <a:gd name="csX4660" fmla="*/ 805407 w 1728164"/>
              <a:gd name="csY4660" fmla="*/ 1028890 h 1028969"/>
              <a:gd name="csX4661" fmla="*/ 805576 w 1728164"/>
              <a:gd name="csY4661" fmla="*/ 1028890 h 1028969"/>
              <a:gd name="csX4662" fmla="*/ 805754 w 1728164"/>
              <a:gd name="csY4662" fmla="*/ 1028890 h 1028969"/>
              <a:gd name="csX4663" fmla="*/ 805923 w 1728164"/>
              <a:gd name="csY4663" fmla="*/ 1028890 h 1028969"/>
              <a:gd name="csX4664" fmla="*/ 806092 w 1728164"/>
              <a:gd name="csY4664" fmla="*/ 1028881 h 1028969"/>
              <a:gd name="csX4665" fmla="*/ 806270 w 1728164"/>
              <a:gd name="csY4665" fmla="*/ 1028881 h 1028969"/>
              <a:gd name="csX4666" fmla="*/ 806439 w 1728164"/>
              <a:gd name="csY4666" fmla="*/ 1028881 h 1028969"/>
              <a:gd name="csX4667" fmla="*/ 806617 w 1728164"/>
              <a:gd name="csY4667" fmla="*/ 1028881 h 1028969"/>
              <a:gd name="csX4668" fmla="*/ 806786 w 1728164"/>
              <a:gd name="csY4668" fmla="*/ 1028872 h 1028969"/>
              <a:gd name="csX4669" fmla="*/ 806964 w 1728164"/>
              <a:gd name="csY4669" fmla="*/ 1028872 h 1028969"/>
              <a:gd name="csX4670" fmla="*/ 807133 w 1728164"/>
              <a:gd name="csY4670" fmla="*/ 1028872 h 1028969"/>
              <a:gd name="csX4671" fmla="*/ 807302 w 1728164"/>
              <a:gd name="csY4671" fmla="*/ 1028863 h 1028969"/>
              <a:gd name="csX4672" fmla="*/ 807480 w 1728164"/>
              <a:gd name="csY4672" fmla="*/ 1028863 h 1028969"/>
              <a:gd name="csX4673" fmla="*/ 807649 w 1728164"/>
              <a:gd name="csY4673" fmla="*/ 1028863 h 1028969"/>
              <a:gd name="csX4674" fmla="*/ 807827 w 1728164"/>
              <a:gd name="csY4674" fmla="*/ 1028854 h 1028969"/>
              <a:gd name="csX4675" fmla="*/ 807996 w 1728164"/>
              <a:gd name="csY4675" fmla="*/ 1028854 h 1028969"/>
              <a:gd name="csX4676" fmla="*/ 808174 w 1728164"/>
              <a:gd name="csY4676" fmla="*/ 1028854 h 1028969"/>
              <a:gd name="csX4677" fmla="*/ 808343 w 1728164"/>
              <a:gd name="csY4677" fmla="*/ 1028845 h 1028969"/>
              <a:gd name="csX4678" fmla="*/ 808512 w 1728164"/>
              <a:gd name="csY4678" fmla="*/ 1028845 h 1028969"/>
              <a:gd name="csX4679" fmla="*/ 808690 w 1728164"/>
              <a:gd name="csY4679" fmla="*/ 1028845 h 1028969"/>
              <a:gd name="csX4680" fmla="*/ 808859 w 1728164"/>
              <a:gd name="csY4680" fmla="*/ 1028836 h 1028969"/>
              <a:gd name="csX4681" fmla="*/ 809037 w 1728164"/>
              <a:gd name="csY4681" fmla="*/ 1028836 h 1028969"/>
              <a:gd name="csX4682" fmla="*/ 809206 w 1728164"/>
              <a:gd name="csY4682" fmla="*/ 1028827 h 1028969"/>
              <a:gd name="csX4683" fmla="*/ 809384 w 1728164"/>
              <a:gd name="csY4683" fmla="*/ 1028827 h 1028969"/>
              <a:gd name="csX4684" fmla="*/ 809553 w 1728164"/>
              <a:gd name="csY4684" fmla="*/ 1028827 h 1028969"/>
              <a:gd name="csX4685" fmla="*/ 809722 w 1728164"/>
              <a:gd name="csY4685" fmla="*/ 1028818 h 1028969"/>
              <a:gd name="csX4686" fmla="*/ 809900 w 1728164"/>
              <a:gd name="csY4686" fmla="*/ 1028818 h 1028969"/>
              <a:gd name="csX4687" fmla="*/ 810069 w 1728164"/>
              <a:gd name="csY4687" fmla="*/ 1028810 h 1028969"/>
              <a:gd name="csX4688" fmla="*/ 810247 w 1728164"/>
              <a:gd name="csY4688" fmla="*/ 1028810 h 1028969"/>
              <a:gd name="csX4689" fmla="*/ 810416 w 1728164"/>
              <a:gd name="csY4689" fmla="*/ 1028801 h 1028969"/>
              <a:gd name="csX4690" fmla="*/ 810594 w 1728164"/>
              <a:gd name="csY4690" fmla="*/ 1028801 h 1028969"/>
              <a:gd name="csX4691" fmla="*/ 810763 w 1728164"/>
              <a:gd name="csY4691" fmla="*/ 1028801 h 1028969"/>
              <a:gd name="csX4692" fmla="*/ 810932 w 1728164"/>
              <a:gd name="csY4692" fmla="*/ 1028792 h 1028969"/>
              <a:gd name="csX4693" fmla="*/ 811110 w 1728164"/>
              <a:gd name="csY4693" fmla="*/ 1028792 h 1028969"/>
              <a:gd name="csX4694" fmla="*/ 811279 w 1728164"/>
              <a:gd name="csY4694" fmla="*/ 1028783 h 1028969"/>
              <a:gd name="csX4695" fmla="*/ 811457 w 1728164"/>
              <a:gd name="csY4695" fmla="*/ 1028774 h 1028969"/>
              <a:gd name="csX4696" fmla="*/ 811626 w 1728164"/>
              <a:gd name="csY4696" fmla="*/ 1028774 h 1028969"/>
              <a:gd name="csX4697" fmla="*/ 811804 w 1728164"/>
              <a:gd name="csY4697" fmla="*/ 1028765 h 1028969"/>
              <a:gd name="csX4698" fmla="*/ 811973 w 1728164"/>
              <a:gd name="csY4698" fmla="*/ 1028765 h 1028969"/>
              <a:gd name="csX4699" fmla="*/ 812142 w 1728164"/>
              <a:gd name="csY4699" fmla="*/ 1028756 h 1028969"/>
              <a:gd name="csX4700" fmla="*/ 812320 w 1728164"/>
              <a:gd name="csY4700" fmla="*/ 1028756 h 1028969"/>
              <a:gd name="csX4701" fmla="*/ 812489 w 1728164"/>
              <a:gd name="csY4701" fmla="*/ 1028747 h 1028969"/>
              <a:gd name="csX4702" fmla="*/ 812667 w 1728164"/>
              <a:gd name="csY4702" fmla="*/ 1028738 h 1028969"/>
              <a:gd name="csX4703" fmla="*/ 812836 w 1728164"/>
              <a:gd name="csY4703" fmla="*/ 1028738 h 1028969"/>
              <a:gd name="csX4704" fmla="*/ 813014 w 1728164"/>
              <a:gd name="csY4704" fmla="*/ 1028729 h 1028969"/>
              <a:gd name="csX4705" fmla="*/ 813183 w 1728164"/>
              <a:gd name="csY4705" fmla="*/ 1028729 h 1028969"/>
              <a:gd name="csX4706" fmla="*/ 813352 w 1728164"/>
              <a:gd name="csY4706" fmla="*/ 1028721 h 1028969"/>
              <a:gd name="csX4707" fmla="*/ 813530 w 1728164"/>
              <a:gd name="csY4707" fmla="*/ 1028712 h 1028969"/>
              <a:gd name="csX4708" fmla="*/ 813699 w 1728164"/>
              <a:gd name="csY4708" fmla="*/ 1028712 h 1028969"/>
              <a:gd name="csX4709" fmla="*/ 813877 w 1728164"/>
              <a:gd name="csY4709" fmla="*/ 1028703 h 1028969"/>
              <a:gd name="csX4710" fmla="*/ 814046 w 1728164"/>
              <a:gd name="csY4710" fmla="*/ 1028694 h 1028969"/>
              <a:gd name="csX4711" fmla="*/ 814224 w 1728164"/>
              <a:gd name="csY4711" fmla="*/ 1028685 h 1028969"/>
              <a:gd name="csX4712" fmla="*/ 814393 w 1728164"/>
              <a:gd name="csY4712" fmla="*/ 1028685 h 1028969"/>
              <a:gd name="csX4713" fmla="*/ 814562 w 1728164"/>
              <a:gd name="csY4713" fmla="*/ 1028676 h 1028969"/>
              <a:gd name="csX4714" fmla="*/ 814740 w 1728164"/>
              <a:gd name="csY4714" fmla="*/ 1028667 h 1028969"/>
              <a:gd name="csX4715" fmla="*/ 814909 w 1728164"/>
              <a:gd name="csY4715" fmla="*/ 1028658 h 1028969"/>
              <a:gd name="csX4716" fmla="*/ 815087 w 1728164"/>
              <a:gd name="csY4716" fmla="*/ 1028649 h 1028969"/>
              <a:gd name="csX4717" fmla="*/ 815256 w 1728164"/>
              <a:gd name="csY4717" fmla="*/ 1028649 h 1028969"/>
              <a:gd name="csX4718" fmla="*/ 815434 w 1728164"/>
              <a:gd name="csY4718" fmla="*/ 1028640 h 1028969"/>
              <a:gd name="csX4719" fmla="*/ 815603 w 1728164"/>
              <a:gd name="csY4719" fmla="*/ 1028632 h 1028969"/>
              <a:gd name="csX4720" fmla="*/ 815772 w 1728164"/>
              <a:gd name="csY4720" fmla="*/ 1028623 h 1028969"/>
              <a:gd name="csX4721" fmla="*/ 815950 w 1728164"/>
              <a:gd name="csY4721" fmla="*/ 1028614 h 1028969"/>
              <a:gd name="csX4722" fmla="*/ 816119 w 1728164"/>
              <a:gd name="csY4722" fmla="*/ 1028605 h 1028969"/>
              <a:gd name="csX4723" fmla="*/ 816296 w 1728164"/>
              <a:gd name="csY4723" fmla="*/ 1028596 h 1028969"/>
              <a:gd name="csX4724" fmla="*/ 816465 w 1728164"/>
              <a:gd name="csY4724" fmla="*/ 1028587 h 1028969"/>
              <a:gd name="csX4725" fmla="*/ 816643 w 1728164"/>
              <a:gd name="csY4725" fmla="*/ 1028578 h 1028969"/>
              <a:gd name="csX4726" fmla="*/ 816812 w 1728164"/>
              <a:gd name="csY4726" fmla="*/ 1028569 h 1028969"/>
              <a:gd name="csX4727" fmla="*/ 816982 w 1728164"/>
              <a:gd name="csY4727" fmla="*/ 1028560 h 1028969"/>
              <a:gd name="csX4728" fmla="*/ 817159 w 1728164"/>
              <a:gd name="csY4728" fmla="*/ 1028551 h 1028969"/>
              <a:gd name="csX4729" fmla="*/ 817328 w 1728164"/>
              <a:gd name="csY4729" fmla="*/ 1028543 h 1028969"/>
              <a:gd name="csX4730" fmla="*/ 817506 w 1728164"/>
              <a:gd name="csY4730" fmla="*/ 1028534 h 1028969"/>
              <a:gd name="csX4731" fmla="*/ 817675 w 1728164"/>
              <a:gd name="csY4731" fmla="*/ 1028525 h 1028969"/>
              <a:gd name="csX4732" fmla="*/ 817853 w 1728164"/>
              <a:gd name="csY4732" fmla="*/ 1028516 h 1028969"/>
              <a:gd name="csX4733" fmla="*/ 818022 w 1728164"/>
              <a:gd name="csY4733" fmla="*/ 1028507 h 1028969"/>
              <a:gd name="csX4734" fmla="*/ 818191 w 1728164"/>
              <a:gd name="csY4734" fmla="*/ 1028498 h 1028969"/>
              <a:gd name="csX4735" fmla="*/ 818369 w 1728164"/>
              <a:gd name="csY4735" fmla="*/ 1028480 h 1028969"/>
              <a:gd name="csX4736" fmla="*/ 818538 w 1728164"/>
              <a:gd name="csY4736" fmla="*/ 1028471 h 1028969"/>
              <a:gd name="csX4737" fmla="*/ 818716 w 1728164"/>
              <a:gd name="csY4737" fmla="*/ 1028463 h 1028969"/>
              <a:gd name="csX4738" fmla="*/ 818885 w 1728164"/>
              <a:gd name="csY4738" fmla="*/ 1028454 h 1028969"/>
              <a:gd name="csX4739" fmla="*/ 819063 w 1728164"/>
              <a:gd name="csY4739" fmla="*/ 1028436 h 1028969"/>
              <a:gd name="csX4740" fmla="*/ 819232 w 1728164"/>
              <a:gd name="csY4740" fmla="*/ 1028427 h 1028969"/>
              <a:gd name="csX4741" fmla="*/ 819401 w 1728164"/>
              <a:gd name="csY4741" fmla="*/ 1028418 h 1028969"/>
              <a:gd name="csX4742" fmla="*/ 819579 w 1728164"/>
              <a:gd name="csY4742" fmla="*/ 1028400 h 1028969"/>
              <a:gd name="csX4743" fmla="*/ 819748 w 1728164"/>
              <a:gd name="csY4743" fmla="*/ 1028391 h 1028969"/>
              <a:gd name="csX4744" fmla="*/ 819926 w 1728164"/>
              <a:gd name="csY4744" fmla="*/ 1028383 h 1028969"/>
              <a:gd name="csX4745" fmla="*/ 820095 w 1728164"/>
              <a:gd name="csY4745" fmla="*/ 1028365 h 1028969"/>
              <a:gd name="csX4746" fmla="*/ 820273 w 1728164"/>
              <a:gd name="csY4746" fmla="*/ 1028356 h 1028969"/>
              <a:gd name="csX4747" fmla="*/ 820442 w 1728164"/>
              <a:gd name="csY4747" fmla="*/ 1028338 h 1028969"/>
              <a:gd name="csX4748" fmla="*/ 820611 w 1728164"/>
              <a:gd name="csY4748" fmla="*/ 1028329 h 1028969"/>
              <a:gd name="csX4749" fmla="*/ 820789 w 1728164"/>
              <a:gd name="csY4749" fmla="*/ 1028311 h 1028969"/>
              <a:gd name="csX4750" fmla="*/ 820958 w 1728164"/>
              <a:gd name="csY4750" fmla="*/ 1028302 h 1028969"/>
              <a:gd name="csX4751" fmla="*/ 821136 w 1728164"/>
              <a:gd name="csY4751" fmla="*/ 1028285 h 1028969"/>
              <a:gd name="csX4752" fmla="*/ 821305 w 1728164"/>
              <a:gd name="csY4752" fmla="*/ 1028267 h 1028969"/>
              <a:gd name="csX4753" fmla="*/ 821483 w 1728164"/>
              <a:gd name="csY4753" fmla="*/ 1028258 h 1028969"/>
              <a:gd name="csX4754" fmla="*/ 821652 w 1728164"/>
              <a:gd name="csY4754" fmla="*/ 1028240 h 1028969"/>
              <a:gd name="csX4755" fmla="*/ 821821 w 1728164"/>
              <a:gd name="csY4755" fmla="*/ 1028222 h 1028969"/>
              <a:gd name="csX4756" fmla="*/ 821999 w 1728164"/>
              <a:gd name="csY4756" fmla="*/ 1028213 h 1028969"/>
              <a:gd name="csX4757" fmla="*/ 822168 w 1728164"/>
              <a:gd name="csY4757" fmla="*/ 1028196 h 1028969"/>
              <a:gd name="csX4758" fmla="*/ 822346 w 1728164"/>
              <a:gd name="csY4758" fmla="*/ 1028178 h 1028969"/>
              <a:gd name="csX4759" fmla="*/ 822515 w 1728164"/>
              <a:gd name="csY4759" fmla="*/ 1028160 h 1028969"/>
              <a:gd name="csX4760" fmla="*/ 822693 w 1728164"/>
              <a:gd name="csY4760" fmla="*/ 1028142 h 1028969"/>
              <a:gd name="csX4761" fmla="*/ 822862 w 1728164"/>
              <a:gd name="csY4761" fmla="*/ 1028124 h 1028969"/>
              <a:gd name="csX4762" fmla="*/ 823031 w 1728164"/>
              <a:gd name="csY4762" fmla="*/ 1028107 h 1028969"/>
              <a:gd name="csX4763" fmla="*/ 823209 w 1728164"/>
              <a:gd name="csY4763" fmla="*/ 1028089 h 1028969"/>
              <a:gd name="csX4764" fmla="*/ 823378 w 1728164"/>
              <a:gd name="csY4764" fmla="*/ 1028071 h 1028969"/>
              <a:gd name="csX4765" fmla="*/ 823556 w 1728164"/>
              <a:gd name="csY4765" fmla="*/ 1028053 h 1028969"/>
              <a:gd name="csX4766" fmla="*/ 823725 w 1728164"/>
              <a:gd name="csY4766" fmla="*/ 1028036 h 1028969"/>
              <a:gd name="csX4767" fmla="*/ 823894 w 1728164"/>
              <a:gd name="csY4767" fmla="*/ 1028018 h 1028969"/>
              <a:gd name="csX4768" fmla="*/ 824072 w 1728164"/>
              <a:gd name="csY4768" fmla="*/ 1028000 h 1028969"/>
              <a:gd name="csX4769" fmla="*/ 824241 w 1728164"/>
              <a:gd name="csY4769" fmla="*/ 1027982 h 1028969"/>
              <a:gd name="csX4770" fmla="*/ 824419 w 1728164"/>
              <a:gd name="csY4770" fmla="*/ 1027964 h 1028969"/>
              <a:gd name="csX4771" fmla="*/ 824588 w 1728164"/>
              <a:gd name="csY4771" fmla="*/ 1027938 h 1028969"/>
              <a:gd name="csX4772" fmla="*/ 824766 w 1728164"/>
              <a:gd name="csY4772" fmla="*/ 1027920 h 1028969"/>
              <a:gd name="csX4773" fmla="*/ 824935 w 1728164"/>
              <a:gd name="csY4773" fmla="*/ 1027902 h 1028969"/>
              <a:gd name="csX4774" fmla="*/ 825104 w 1728164"/>
              <a:gd name="csY4774" fmla="*/ 1027875 h 1028969"/>
              <a:gd name="csX4775" fmla="*/ 825282 w 1728164"/>
              <a:gd name="csY4775" fmla="*/ 1027858 h 1028969"/>
              <a:gd name="csX4776" fmla="*/ 825451 w 1728164"/>
              <a:gd name="csY4776" fmla="*/ 1027831 h 1028969"/>
              <a:gd name="csX4777" fmla="*/ 825629 w 1728164"/>
              <a:gd name="csY4777" fmla="*/ 1027813 h 1028969"/>
              <a:gd name="csX4778" fmla="*/ 825798 w 1728164"/>
              <a:gd name="csY4778" fmla="*/ 1027786 h 1028969"/>
              <a:gd name="csX4779" fmla="*/ 825976 w 1728164"/>
              <a:gd name="csY4779" fmla="*/ 1027769 h 1028969"/>
              <a:gd name="csX4780" fmla="*/ 826145 w 1728164"/>
              <a:gd name="csY4780" fmla="*/ 1027742 h 1028969"/>
              <a:gd name="csX4781" fmla="*/ 826314 w 1728164"/>
              <a:gd name="csY4781" fmla="*/ 1027715 h 1028969"/>
              <a:gd name="csX4782" fmla="*/ 826492 w 1728164"/>
              <a:gd name="csY4782" fmla="*/ 1027697 h 1028969"/>
              <a:gd name="csX4783" fmla="*/ 826661 w 1728164"/>
              <a:gd name="csY4783" fmla="*/ 1027671 h 1028969"/>
              <a:gd name="csX4784" fmla="*/ 826839 w 1728164"/>
              <a:gd name="csY4784" fmla="*/ 1027644 h 1028969"/>
              <a:gd name="csX4785" fmla="*/ 827008 w 1728164"/>
              <a:gd name="csY4785" fmla="*/ 1027617 h 1028969"/>
              <a:gd name="csX4786" fmla="*/ 827186 w 1728164"/>
              <a:gd name="csY4786" fmla="*/ 1027591 h 1028969"/>
              <a:gd name="csX4787" fmla="*/ 827355 w 1728164"/>
              <a:gd name="csY4787" fmla="*/ 1027564 h 1028969"/>
              <a:gd name="csX4788" fmla="*/ 827524 w 1728164"/>
              <a:gd name="csY4788" fmla="*/ 1027537 h 1028969"/>
              <a:gd name="csX4789" fmla="*/ 827702 w 1728164"/>
              <a:gd name="csY4789" fmla="*/ 1027511 h 1028969"/>
              <a:gd name="csX4790" fmla="*/ 827871 w 1728164"/>
              <a:gd name="csY4790" fmla="*/ 1027484 h 1028969"/>
              <a:gd name="csX4791" fmla="*/ 828049 w 1728164"/>
              <a:gd name="csY4791" fmla="*/ 1027457 h 1028969"/>
              <a:gd name="csX4792" fmla="*/ 828218 w 1728164"/>
              <a:gd name="csY4792" fmla="*/ 1027431 h 1028969"/>
              <a:gd name="csX4793" fmla="*/ 828396 w 1728164"/>
              <a:gd name="csY4793" fmla="*/ 1027395 h 1028969"/>
              <a:gd name="csX4794" fmla="*/ 828565 w 1728164"/>
              <a:gd name="csY4794" fmla="*/ 1027368 h 1028969"/>
              <a:gd name="csX4795" fmla="*/ 828734 w 1728164"/>
              <a:gd name="csY4795" fmla="*/ 1027342 h 1028969"/>
              <a:gd name="csX4796" fmla="*/ 828912 w 1728164"/>
              <a:gd name="csY4796" fmla="*/ 1027306 h 1028969"/>
              <a:gd name="csX4797" fmla="*/ 829081 w 1728164"/>
              <a:gd name="csY4797" fmla="*/ 1027279 h 1028969"/>
              <a:gd name="csX4798" fmla="*/ 829259 w 1728164"/>
              <a:gd name="csY4798" fmla="*/ 1027244 h 1028969"/>
              <a:gd name="csX4799" fmla="*/ 829428 w 1728164"/>
              <a:gd name="csY4799" fmla="*/ 1027217 h 1028969"/>
              <a:gd name="csX4800" fmla="*/ 829606 w 1728164"/>
              <a:gd name="csY4800" fmla="*/ 1027182 h 1028969"/>
              <a:gd name="csX4801" fmla="*/ 829775 w 1728164"/>
              <a:gd name="csY4801" fmla="*/ 1027146 h 1028969"/>
              <a:gd name="csX4802" fmla="*/ 829944 w 1728164"/>
              <a:gd name="csY4802" fmla="*/ 1027110 h 1028969"/>
              <a:gd name="csX4803" fmla="*/ 830122 w 1728164"/>
              <a:gd name="csY4803" fmla="*/ 1027084 h 1028969"/>
              <a:gd name="csX4804" fmla="*/ 830291 w 1728164"/>
              <a:gd name="csY4804" fmla="*/ 1027048 h 1028969"/>
              <a:gd name="csX4805" fmla="*/ 830469 w 1728164"/>
              <a:gd name="csY4805" fmla="*/ 1027012 h 1028969"/>
              <a:gd name="csX4806" fmla="*/ 830638 w 1728164"/>
              <a:gd name="csY4806" fmla="*/ 1026977 h 1028969"/>
              <a:gd name="csX4807" fmla="*/ 830815 w 1728164"/>
              <a:gd name="csY4807" fmla="*/ 1026941 h 1028969"/>
              <a:gd name="csX4808" fmla="*/ 830985 w 1728164"/>
              <a:gd name="csY4808" fmla="*/ 1026906 h 1028969"/>
              <a:gd name="csX4809" fmla="*/ 831154 w 1728164"/>
              <a:gd name="csY4809" fmla="*/ 1026861 h 1028969"/>
              <a:gd name="csX4810" fmla="*/ 831332 w 1728164"/>
              <a:gd name="csY4810" fmla="*/ 1026826 h 1028969"/>
              <a:gd name="csX4811" fmla="*/ 831500 w 1728164"/>
              <a:gd name="csY4811" fmla="*/ 1026790 h 1028969"/>
              <a:gd name="csX4812" fmla="*/ 831678 w 1728164"/>
              <a:gd name="csY4812" fmla="*/ 1026754 h 1028969"/>
              <a:gd name="csX4813" fmla="*/ 831847 w 1728164"/>
              <a:gd name="csY4813" fmla="*/ 1026710 h 1028969"/>
              <a:gd name="csX4814" fmla="*/ 832025 w 1728164"/>
              <a:gd name="csY4814" fmla="*/ 1026674 h 1028969"/>
              <a:gd name="csX4815" fmla="*/ 832194 w 1728164"/>
              <a:gd name="csY4815" fmla="*/ 1026630 h 1028969"/>
              <a:gd name="csX4816" fmla="*/ 832364 w 1728164"/>
              <a:gd name="csY4816" fmla="*/ 1026585 h 1028969"/>
              <a:gd name="csX4817" fmla="*/ 832541 w 1728164"/>
              <a:gd name="csY4817" fmla="*/ 1026550 h 1028969"/>
              <a:gd name="csX4818" fmla="*/ 832710 w 1728164"/>
              <a:gd name="csY4818" fmla="*/ 1026505 h 1028969"/>
              <a:gd name="csX4819" fmla="*/ 832888 w 1728164"/>
              <a:gd name="csY4819" fmla="*/ 1026461 h 1028969"/>
              <a:gd name="csX4820" fmla="*/ 833057 w 1728164"/>
              <a:gd name="csY4820" fmla="*/ 1026416 h 1028969"/>
              <a:gd name="csX4821" fmla="*/ 833235 w 1728164"/>
              <a:gd name="csY4821" fmla="*/ 1026372 h 1028969"/>
              <a:gd name="csX4822" fmla="*/ 833404 w 1728164"/>
              <a:gd name="csY4822" fmla="*/ 1026327 h 1028969"/>
              <a:gd name="csX4823" fmla="*/ 833573 w 1728164"/>
              <a:gd name="csY4823" fmla="*/ 1026283 h 1028969"/>
              <a:gd name="csX4824" fmla="*/ 833751 w 1728164"/>
              <a:gd name="csY4824" fmla="*/ 1026238 h 1028969"/>
              <a:gd name="csX4825" fmla="*/ 833920 w 1728164"/>
              <a:gd name="csY4825" fmla="*/ 1026185 h 1028969"/>
              <a:gd name="csX4826" fmla="*/ 834098 w 1728164"/>
              <a:gd name="csY4826" fmla="*/ 1026141 h 1028969"/>
              <a:gd name="csX4827" fmla="*/ 834267 w 1728164"/>
              <a:gd name="csY4827" fmla="*/ 1026096 h 1028969"/>
              <a:gd name="csX4828" fmla="*/ 834445 w 1728164"/>
              <a:gd name="csY4828" fmla="*/ 1026043 h 1028969"/>
              <a:gd name="csX4829" fmla="*/ 834614 w 1728164"/>
              <a:gd name="csY4829" fmla="*/ 1025989 h 1028969"/>
              <a:gd name="csX4830" fmla="*/ 834783 w 1728164"/>
              <a:gd name="csY4830" fmla="*/ 1025945 h 1028969"/>
              <a:gd name="csX4831" fmla="*/ 834961 w 1728164"/>
              <a:gd name="csY4831" fmla="*/ 1025891 h 1028969"/>
              <a:gd name="csX4832" fmla="*/ 835130 w 1728164"/>
              <a:gd name="csY4832" fmla="*/ 1025838 h 1028969"/>
              <a:gd name="csX4833" fmla="*/ 835308 w 1728164"/>
              <a:gd name="csY4833" fmla="*/ 1025785 h 1028969"/>
              <a:gd name="csX4834" fmla="*/ 835477 w 1728164"/>
              <a:gd name="csY4834" fmla="*/ 1025731 h 1028969"/>
              <a:gd name="csX4835" fmla="*/ 835655 w 1728164"/>
              <a:gd name="csY4835" fmla="*/ 1025678 h 1028969"/>
              <a:gd name="csX4836" fmla="*/ 835824 w 1728164"/>
              <a:gd name="csY4836" fmla="*/ 1025625 h 1028969"/>
              <a:gd name="csX4837" fmla="*/ 835993 w 1728164"/>
              <a:gd name="csY4837" fmla="*/ 1025571 h 1028969"/>
              <a:gd name="csX4838" fmla="*/ 836171 w 1728164"/>
              <a:gd name="csY4838" fmla="*/ 1025509 h 1028969"/>
              <a:gd name="csX4839" fmla="*/ 836340 w 1728164"/>
              <a:gd name="csY4839" fmla="*/ 1025456 h 1028969"/>
              <a:gd name="csX4840" fmla="*/ 836518 w 1728164"/>
              <a:gd name="csY4840" fmla="*/ 1025393 h 1028969"/>
              <a:gd name="csX4841" fmla="*/ 836687 w 1728164"/>
              <a:gd name="csY4841" fmla="*/ 1025340 h 1028969"/>
              <a:gd name="csX4842" fmla="*/ 836865 w 1728164"/>
              <a:gd name="csY4842" fmla="*/ 1025278 h 1028969"/>
              <a:gd name="csX4843" fmla="*/ 837034 w 1728164"/>
              <a:gd name="csY4843" fmla="*/ 1025215 h 1028969"/>
              <a:gd name="csX4844" fmla="*/ 837203 w 1728164"/>
              <a:gd name="csY4844" fmla="*/ 1025153 h 1028969"/>
              <a:gd name="csX4845" fmla="*/ 837381 w 1728164"/>
              <a:gd name="csY4845" fmla="*/ 1025091 h 1028969"/>
              <a:gd name="csX4846" fmla="*/ 837550 w 1728164"/>
              <a:gd name="csY4846" fmla="*/ 1025029 h 1028969"/>
              <a:gd name="csX4847" fmla="*/ 837728 w 1728164"/>
              <a:gd name="csY4847" fmla="*/ 1024966 h 1028969"/>
              <a:gd name="csX4848" fmla="*/ 837897 w 1728164"/>
              <a:gd name="csY4848" fmla="*/ 1024904 h 1028969"/>
              <a:gd name="csX4849" fmla="*/ 838075 w 1728164"/>
              <a:gd name="csY4849" fmla="*/ 1024842 h 1028969"/>
              <a:gd name="csX4850" fmla="*/ 838244 w 1728164"/>
              <a:gd name="csY4850" fmla="*/ 1024771 h 1028969"/>
              <a:gd name="csX4851" fmla="*/ 838413 w 1728164"/>
              <a:gd name="csY4851" fmla="*/ 1024708 h 1028969"/>
              <a:gd name="csX4852" fmla="*/ 838591 w 1728164"/>
              <a:gd name="csY4852" fmla="*/ 1024637 h 1028969"/>
              <a:gd name="csX4853" fmla="*/ 838760 w 1728164"/>
              <a:gd name="csY4853" fmla="*/ 1024566 h 1028969"/>
              <a:gd name="csX4854" fmla="*/ 838938 w 1728164"/>
              <a:gd name="csY4854" fmla="*/ 1024495 h 1028969"/>
              <a:gd name="csX4855" fmla="*/ 839107 w 1728164"/>
              <a:gd name="csY4855" fmla="*/ 1024424 h 1028969"/>
              <a:gd name="csX4856" fmla="*/ 839285 w 1728164"/>
              <a:gd name="csY4856" fmla="*/ 1024352 h 1028969"/>
              <a:gd name="csX4857" fmla="*/ 839454 w 1728164"/>
              <a:gd name="csY4857" fmla="*/ 1024281 h 1028969"/>
              <a:gd name="csX4858" fmla="*/ 839623 w 1728164"/>
              <a:gd name="csY4858" fmla="*/ 1024210 h 1028969"/>
              <a:gd name="csX4859" fmla="*/ 839801 w 1728164"/>
              <a:gd name="csY4859" fmla="*/ 1024139 h 1028969"/>
              <a:gd name="csX4860" fmla="*/ 839970 w 1728164"/>
              <a:gd name="csY4860" fmla="*/ 1024059 h 1028969"/>
              <a:gd name="csX4861" fmla="*/ 840148 w 1728164"/>
              <a:gd name="csY4861" fmla="*/ 1023979 h 1028969"/>
              <a:gd name="csX4862" fmla="*/ 840317 w 1728164"/>
              <a:gd name="csY4862" fmla="*/ 1023908 h 1028969"/>
              <a:gd name="csX4863" fmla="*/ 840495 w 1728164"/>
              <a:gd name="csY4863" fmla="*/ 1023828 h 1028969"/>
              <a:gd name="csX4864" fmla="*/ 840664 w 1728164"/>
              <a:gd name="csY4864" fmla="*/ 1023747 h 1028969"/>
              <a:gd name="csX4865" fmla="*/ 840833 w 1728164"/>
              <a:gd name="csY4865" fmla="*/ 1023667 h 1028969"/>
              <a:gd name="csX4866" fmla="*/ 841011 w 1728164"/>
              <a:gd name="csY4866" fmla="*/ 1023587 h 1028969"/>
              <a:gd name="csX4867" fmla="*/ 841180 w 1728164"/>
              <a:gd name="csY4867" fmla="*/ 1023507 h 1028969"/>
              <a:gd name="csX4868" fmla="*/ 841358 w 1728164"/>
              <a:gd name="csY4868" fmla="*/ 1023418 h 1028969"/>
              <a:gd name="csX4869" fmla="*/ 841527 w 1728164"/>
              <a:gd name="csY4869" fmla="*/ 1023338 h 1028969"/>
              <a:gd name="csX4870" fmla="*/ 841705 w 1728164"/>
              <a:gd name="csY4870" fmla="*/ 1023249 h 1028969"/>
              <a:gd name="csX4871" fmla="*/ 841874 w 1728164"/>
              <a:gd name="csY4871" fmla="*/ 1023160 h 1028969"/>
              <a:gd name="csX4872" fmla="*/ 842043 w 1728164"/>
              <a:gd name="csY4872" fmla="*/ 1023080 h 1028969"/>
              <a:gd name="csX4873" fmla="*/ 842221 w 1728164"/>
              <a:gd name="csY4873" fmla="*/ 1022991 h 1028969"/>
              <a:gd name="csX4874" fmla="*/ 842390 w 1728164"/>
              <a:gd name="csY4874" fmla="*/ 1022902 h 1028969"/>
              <a:gd name="csX4875" fmla="*/ 842568 w 1728164"/>
              <a:gd name="csY4875" fmla="*/ 1022804 h 1028969"/>
              <a:gd name="csX4876" fmla="*/ 842737 w 1728164"/>
              <a:gd name="csY4876" fmla="*/ 1022715 h 1028969"/>
              <a:gd name="csX4877" fmla="*/ 842906 w 1728164"/>
              <a:gd name="csY4877" fmla="*/ 1022627 h 1028969"/>
              <a:gd name="csX4878" fmla="*/ 843084 w 1728164"/>
              <a:gd name="csY4878" fmla="*/ 1022529 h 1028969"/>
              <a:gd name="csX4879" fmla="*/ 843253 w 1728164"/>
              <a:gd name="csY4879" fmla="*/ 1022431 h 1028969"/>
              <a:gd name="csX4880" fmla="*/ 843431 w 1728164"/>
              <a:gd name="csY4880" fmla="*/ 1022333 h 1028969"/>
              <a:gd name="csX4881" fmla="*/ 843600 w 1728164"/>
              <a:gd name="csY4881" fmla="*/ 1022235 h 1028969"/>
              <a:gd name="csX4882" fmla="*/ 843778 w 1728164"/>
              <a:gd name="csY4882" fmla="*/ 1022137 h 1028969"/>
              <a:gd name="csX4883" fmla="*/ 843947 w 1728164"/>
              <a:gd name="csY4883" fmla="*/ 1022039 h 1028969"/>
              <a:gd name="csX4884" fmla="*/ 844116 w 1728164"/>
              <a:gd name="csY4884" fmla="*/ 1021941 h 1028969"/>
              <a:gd name="csX4885" fmla="*/ 844294 w 1728164"/>
              <a:gd name="csY4885" fmla="*/ 1021835 h 1028969"/>
              <a:gd name="csX4886" fmla="*/ 844463 w 1728164"/>
              <a:gd name="csY4886" fmla="*/ 1021737 h 1028969"/>
              <a:gd name="csX4887" fmla="*/ 844641 w 1728164"/>
              <a:gd name="csY4887" fmla="*/ 1021630 h 1028969"/>
              <a:gd name="csX4888" fmla="*/ 844810 w 1728164"/>
              <a:gd name="csY4888" fmla="*/ 1021523 h 1028969"/>
              <a:gd name="csX4889" fmla="*/ 844988 w 1728164"/>
              <a:gd name="csY4889" fmla="*/ 1021417 h 1028969"/>
              <a:gd name="csX4890" fmla="*/ 845157 w 1728164"/>
              <a:gd name="csY4890" fmla="*/ 1021310 h 1028969"/>
              <a:gd name="csX4891" fmla="*/ 845326 w 1728164"/>
              <a:gd name="csY4891" fmla="*/ 1021194 h 1028969"/>
              <a:gd name="csX4892" fmla="*/ 845503 w 1728164"/>
              <a:gd name="csY4892" fmla="*/ 1021087 h 1028969"/>
              <a:gd name="csX4893" fmla="*/ 845673 w 1728164"/>
              <a:gd name="csY4893" fmla="*/ 1020972 h 1028969"/>
              <a:gd name="csX4894" fmla="*/ 845850 w 1728164"/>
              <a:gd name="csY4894" fmla="*/ 1020865 h 1028969"/>
              <a:gd name="csX4895" fmla="*/ 846020 w 1728164"/>
              <a:gd name="csY4895" fmla="*/ 1020749 h 1028969"/>
              <a:gd name="csX4896" fmla="*/ 846197 w 1728164"/>
              <a:gd name="csY4896" fmla="*/ 1020634 h 1028969"/>
              <a:gd name="csX4897" fmla="*/ 846367 w 1728164"/>
              <a:gd name="csY4897" fmla="*/ 1020518 h 1028969"/>
              <a:gd name="csX4898" fmla="*/ 846536 w 1728164"/>
              <a:gd name="csY4898" fmla="*/ 1020394 h 1028969"/>
              <a:gd name="csX4899" fmla="*/ 846713 w 1728164"/>
              <a:gd name="csY4899" fmla="*/ 1020278 h 1028969"/>
              <a:gd name="csX4900" fmla="*/ 846882 w 1728164"/>
              <a:gd name="csY4900" fmla="*/ 1020153 h 1028969"/>
              <a:gd name="csX4901" fmla="*/ 847060 w 1728164"/>
              <a:gd name="csY4901" fmla="*/ 1020029 h 1028969"/>
              <a:gd name="csX4902" fmla="*/ 847229 w 1728164"/>
              <a:gd name="csY4902" fmla="*/ 1019904 h 1028969"/>
              <a:gd name="csX4903" fmla="*/ 847407 w 1728164"/>
              <a:gd name="csY4903" fmla="*/ 1019780 h 1028969"/>
              <a:gd name="csX4904" fmla="*/ 847576 w 1728164"/>
              <a:gd name="csY4904" fmla="*/ 1019655 h 1028969"/>
              <a:gd name="csX4905" fmla="*/ 847745 w 1728164"/>
              <a:gd name="csY4905" fmla="*/ 1019530 h 1028969"/>
              <a:gd name="csX4906" fmla="*/ 847923 w 1728164"/>
              <a:gd name="csY4906" fmla="*/ 1019397 h 1028969"/>
              <a:gd name="csX4907" fmla="*/ 848092 w 1728164"/>
              <a:gd name="csY4907" fmla="*/ 1019264 h 1028969"/>
              <a:gd name="csX4908" fmla="*/ 848270 w 1728164"/>
              <a:gd name="csY4908" fmla="*/ 1019139 h 1028969"/>
              <a:gd name="csX4909" fmla="*/ 848439 w 1728164"/>
              <a:gd name="csY4909" fmla="*/ 1019006 h 1028969"/>
              <a:gd name="csX4910" fmla="*/ 848617 w 1728164"/>
              <a:gd name="csY4910" fmla="*/ 1018863 h 1028969"/>
              <a:gd name="csX4911" fmla="*/ 848786 w 1728164"/>
              <a:gd name="csY4911" fmla="*/ 1018730 h 1028969"/>
              <a:gd name="csX4912" fmla="*/ 848955 w 1728164"/>
              <a:gd name="csY4912" fmla="*/ 1018596 h 1028969"/>
              <a:gd name="csX4913" fmla="*/ 849133 w 1728164"/>
              <a:gd name="csY4913" fmla="*/ 1018454 h 1028969"/>
              <a:gd name="csX4914" fmla="*/ 849302 w 1728164"/>
              <a:gd name="csY4914" fmla="*/ 1018312 h 1028969"/>
              <a:gd name="csX4915" fmla="*/ 849480 w 1728164"/>
              <a:gd name="csY4915" fmla="*/ 1018169 h 1028969"/>
              <a:gd name="csX4916" fmla="*/ 849649 w 1728164"/>
              <a:gd name="csY4916" fmla="*/ 1018027 h 1028969"/>
              <a:gd name="csX4917" fmla="*/ 849827 w 1728164"/>
              <a:gd name="csY4917" fmla="*/ 1017876 h 1028969"/>
              <a:gd name="csX4918" fmla="*/ 849996 w 1728164"/>
              <a:gd name="csY4918" fmla="*/ 1017733 h 1028969"/>
              <a:gd name="csX4919" fmla="*/ 850165 w 1728164"/>
              <a:gd name="csY4919" fmla="*/ 1017582 h 1028969"/>
              <a:gd name="csX4920" fmla="*/ 850343 w 1728164"/>
              <a:gd name="csY4920" fmla="*/ 1017431 h 1028969"/>
              <a:gd name="csX4921" fmla="*/ 850512 w 1728164"/>
              <a:gd name="csY4921" fmla="*/ 1017280 h 1028969"/>
              <a:gd name="csX4922" fmla="*/ 850690 w 1728164"/>
              <a:gd name="csY4922" fmla="*/ 1017128 h 1028969"/>
              <a:gd name="csX4923" fmla="*/ 850859 w 1728164"/>
              <a:gd name="csY4923" fmla="*/ 1016977 h 1028969"/>
              <a:gd name="csX4924" fmla="*/ 851037 w 1728164"/>
              <a:gd name="csY4924" fmla="*/ 1016817 h 1028969"/>
              <a:gd name="csX4925" fmla="*/ 851206 w 1728164"/>
              <a:gd name="csY4925" fmla="*/ 1016657 h 1028969"/>
              <a:gd name="csX4926" fmla="*/ 851375 w 1728164"/>
              <a:gd name="csY4926" fmla="*/ 1016497 h 1028969"/>
              <a:gd name="csX4927" fmla="*/ 851553 w 1728164"/>
              <a:gd name="csY4927" fmla="*/ 1016337 h 1028969"/>
              <a:gd name="csX4928" fmla="*/ 851722 w 1728164"/>
              <a:gd name="csY4928" fmla="*/ 1016177 h 1028969"/>
              <a:gd name="csX4929" fmla="*/ 851900 w 1728164"/>
              <a:gd name="csY4929" fmla="*/ 1016016 h 1028969"/>
              <a:gd name="csX4930" fmla="*/ 852069 w 1728164"/>
              <a:gd name="csY4930" fmla="*/ 1015847 h 1028969"/>
              <a:gd name="csX4931" fmla="*/ 852247 w 1728164"/>
              <a:gd name="csY4931" fmla="*/ 1015678 h 1028969"/>
              <a:gd name="csX4932" fmla="*/ 852416 w 1728164"/>
              <a:gd name="csY4932" fmla="*/ 1015509 h 1028969"/>
              <a:gd name="csX4933" fmla="*/ 852585 w 1728164"/>
              <a:gd name="csY4933" fmla="*/ 1015340 h 1028969"/>
              <a:gd name="csX4934" fmla="*/ 852763 w 1728164"/>
              <a:gd name="csY4934" fmla="*/ 1015162 h 1028969"/>
              <a:gd name="csX4935" fmla="*/ 852932 w 1728164"/>
              <a:gd name="csY4935" fmla="*/ 1014993 h 1028969"/>
              <a:gd name="csX4936" fmla="*/ 853110 w 1728164"/>
              <a:gd name="csY4936" fmla="*/ 1014815 h 1028969"/>
              <a:gd name="csX4937" fmla="*/ 853279 w 1728164"/>
              <a:gd name="csY4937" fmla="*/ 1014637 h 1028969"/>
              <a:gd name="csX4938" fmla="*/ 853457 w 1728164"/>
              <a:gd name="csY4938" fmla="*/ 1014460 h 1028969"/>
              <a:gd name="csX4939" fmla="*/ 853626 w 1728164"/>
              <a:gd name="csY4939" fmla="*/ 1014273 h 1028969"/>
              <a:gd name="csX4940" fmla="*/ 853795 w 1728164"/>
              <a:gd name="csY4940" fmla="*/ 1014095 h 1028969"/>
              <a:gd name="csX4941" fmla="*/ 853973 w 1728164"/>
              <a:gd name="csY4941" fmla="*/ 1013908 h 1028969"/>
              <a:gd name="csX4942" fmla="*/ 854142 w 1728164"/>
              <a:gd name="csY4942" fmla="*/ 1013721 h 1028969"/>
              <a:gd name="csX4943" fmla="*/ 854320 w 1728164"/>
              <a:gd name="csY4943" fmla="*/ 1013534 h 1028969"/>
              <a:gd name="csX4944" fmla="*/ 854489 w 1728164"/>
              <a:gd name="csY4944" fmla="*/ 1013347 h 1028969"/>
              <a:gd name="csX4945" fmla="*/ 854667 w 1728164"/>
              <a:gd name="csY4945" fmla="*/ 1013152 h 1028969"/>
              <a:gd name="csX4946" fmla="*/ 854836 w 1728164"/>
              <a:gd name="csY4946" fmla="*/ 1012956 h 1028969"/>
              <a:gd name="csX4947" fmla="*/ 855005 w 1728164"/>
              <a:gd name="csY4947" fmla="*/ 1012760 h 1028969"/>
              <a:gd name="csX4948" fmla="*/ 855183 w 1728164"/>
              <a:gd name="csY4948" fmla="*/ 1012565 h 1028969"/>
              <a:gd name="csX4949" fmla="*/ 855352 w 1728164"/>
              <a:gd name="csY4949" fmla="*/ 1012369 h 1028969"/>
              <a:gd name="csX4950" fmla="*/ 855530 w 1728164"/>
              <a:gd name="csY4950" fmla="*/ 1012164 h 1028969"/>
              <a:gd name="csX4951" fmla="*/ 855699 w 1728164"/>
              <a:gd name="csY4951" fmla="*/ 1011960 h 1028969"/>
              <a:gd name="csX4952" fmla="*/ 855877 w 1728164"/>
              <a:gd name="csY4952" fmla="*/ 1011755 h 1028969"/>
              <a:gd name="csX4953" fmla="*/ 856046 w 1728164"/>
              <a:gd name="csY4953" fmla="*/ 1011550 h 1028969"/>
              <a:gd name="csX4954" fmla="*/ 856215 w 1728164"/>
              <a:gd name="csY4954" fmla="*/ 1011346 h 1028969"/>
              <a:gd name="csX4955" fmla="*/ 856393 w 1728164"/>
              <a:gd name="csY4955" fmla="*/ 1011132 h 1028969"/>
              <a:gd name="csX4956" fmla="*/ 856562 w 1728164"/>
              <a:gd name="csY4956" fmla="*/ 1010919 h 1028969"/>
              <a:gd name="csX4957" fmla="*/ 856740 w 1728164"/>
              <a:gd name="csY4957" fmla="*/ 1010705 h 1028969"/>
              <a:gd name="csX4958" fmla="*/ 856909 w 1728164"/>
              <a:gd name="csY4958" fmla="*/ 1010492 h 1028969"/>
              <a:gd name="csX4959" fmla="*/ 857087 w 1728164"/>
              <a:gd name="csY4959" fmla="*/ 1010269 h 1028969"/>
              <a:gd name="csX4960" fmla="*/ 857256 w 1728164"/>
              <a:gd name="csY4960" fmla="*/ 1010047 h 1028969"/>
              <a:gd name="csX4961" fmla="*/ 857425 w 1728164"/>
              <a:gd name="csY4961" fmla="*/ 1009825 h 1028969"/>
              <a:gd name="csX4962" fmla="*/ 857603 w 1728164"/>
              <a:gd name="csY4962" fmla="*/ 1009602 h 1028969"/>
              <a:gd name="csX4963" fmla="*/ 857772 w 1728164"/>
              <a:gd name="csY4963" fmla="*/ 1009380 h 1028969"/>
              <a:gd name="csX4964" fmla="*/ 857950 w 1728164"/>
              <a:gd name="csY4964" fmla="*/ 1009148 h 1028969"/>
              <a:gd name="csX4965" fmla="*/ 858119 w 1728164"/>
              <a:gd name="csY4965" fmla="*/ 1008917 h 1028969"/>
              <a:gd name="csX4966" fmla="*/ 858297 w 1728164"/>
              <a:gd name="csY4966" fmla="*/ 1008686 h 1028969"/>
              <a:gd name="csX4967" fmla="*/ 858466 w 1728164"/>
              <a:gd name="csY4967" fmla="*/ 1008454 h 1028969"/>
              <a:gd name="csX4968" fmla="*/ 858635 w 1728164"/>
              <a:gd name="csY4968" fmla="*/ 1008214 h 1028969"/>
              <a:gd name="csX4969" fmla="*/ 858813 w 1728164"/>
              <a:gd name="csY4969" fmla="*/ 1007974 h 1028969"/>
              <a:gd name="csX4970" fmla="*/ 858982 w 1728164"/>
              <a:gd name="csY4970" fmla="*/ 1007734 h 1028969"/>
              <a:gd name="csX4971" fmla="*/ 859160 w 1728164"/>
              <a:gd name="csY4971" fmla="*/ 1007494 h 1028969"/>
              <a:gd name="csX4972" fmla="*/ 859329 w 1728164"/>
              <a:gd name="csY4972" fmla="*/ 1007253 h 1028969"/>
              <a:gd name="csX4973" fmla="*/ 859506 w 1728164"/>
              <a:gd name="csY4973" fmla="*/ 1007004 h 1028969"/>
              <a:gd name="csX4974" fmla="*/ 859676 w 1728164"/>
              <a:gd name="csY4974" fmla="*/ 1006755 h 1028969"/>
              <a:gd name="csX4975" fmla="*/ 859845 w 1728164"/>
              <a:gd name="csY4975" fmla="*/ 1006506 h 1028969"/>
              <a:gd name="csX4976" fmla="*/ 860023 w 1728164"/>
              <a:gd name="csY4976" fmla="*/ 1006248 h 1028969"/>
              <a:gd name="csX4977" fmla="*/ 860192 w 1728164"/>
              <a:gd name="csY4977" fmla="*/ 1005999 h 1028969"/>
              <a:gd name="csX4978" fmla="*/ 860370 w 1728164"/>
              <a:gd name="csY4978" fmla="*/ 1005741 h 1028969"/>
              <a:gd name="csX4979" fmla="*/ 860539 w 1728164"/>
              <a:gd name="csY4979" fmla="*/ 1005483 h 1028969"/>
              <a:gd name="csX4980" fmla="*/ 860717 w 1728164"/>
              <a:gd name="csY4980" fmla="*/ 1005216 h 1028969"/>
              <a:gd name="csX4981" fmla="*/ 860885 w 1728164"/>
              <a:gd name="csY4981" fmla="*/ 1004958 h 1028969"/>
              <a:gd name="csX4982" fmla="*/ 861055 w 1728164"/>
              <a:gd name="csY4982" fmla="*/ 1004691 h 1028969"/>
              <a:gd name="csX4983" fmla="*/ 861232 w 1728164"/>
              <a:gd name="csY4983" fmla="*/ 1004424 h 1028969"/>
              <a:gd name="csX4984" fmla="*/ 861401 w 1728164"/>
              <a:gd name="csY4984" fmla="*/ 1004149 h 1028969"/>
              <a:gd name="csX4985" fmla="*/ 861579 w 1728164"/>
              <a:gd name="csY4985" fmla="*/ 1003873 h 1028969"/>
              <a:gd name="csX4986" fmla="*/ 861748 w 1728164"/>
              <a:gd name="csY4986" fmla="*/ 1003606 h 1028969"/>
              <a:gd name="csX4987" fmla="*/ 861917 w 1728164"/>
              <a:gd name="csY4987" fmla="*/ 1003321 h 1028969"/>
              <a:gd name="csX4988" fmla="*/ 862095 w 1728164"/>
              <a:gd name="csY4988" fmla="*/ 1003045 h 1028969"/>
              <a:gd name="csX4989" fmla="*/ 862264 w 1728164"/>
              <a:gd name="csY4989" fmla="*/ 1002761 h 1028969"/>
              <a:gd name="csX4990" fmla="*/ 862442 w 1728164"/>
              <a:gd name="csY4990" fmla="*/ 1002485 h 1028969"/>
              <a:gd name="csX4991" fmla="*/ 862611 w 1728164"/>
              <a:gd name="csY4991" fmla="*/ 1002191 h 1028969"/>
              <a:gd name="csX4992" fmla="*/ 862789 w 1728164"/>
              <a:gd name="csY4992" fmla="*/ 1001907 h 1028969"/>
              <a:gd name="csX4993" fmla="*/ 862958 w 1728164"/>
              <a:gd name="csY4993" fmla="*/ 1001613 h 1028969"/>
              <a:gd name="csX4994" fmla="*/ 863127 w 1728164"/>
              <a:gd name="csY4994" fmla="*/ 1001319 h 1028969"/>
              <a:gd name="csX4995" fmla="*/ 863305 w 1728164"/>
              <a:gd name="csY4995" fmla="*/ 1001026 h 1028969"/>
              <a:gd name="csX4996" fmla="*/ 863474 w 1728164"/>
              <a:gd name="csY4996" fmla="*/ 1000732 h 1028969"/>
              <a:gd name="csX4997" fmla="*/ 863652 w 1728164"/>
              <a:gd name="csY4997" fmla="*/ 1000430 h 1028969"/>
              <a:gd name="csX4998" fmla="*/ 863821 w 1728164"/>
              <a:gd name="csY4998" fmla="*/ 1000127 h 1028969"/>
              <a:gd name="csX4999" fmla="*/ 863999 w 1728164"/>
              <a:gd name="csY4999" fmla="*/ 999825 h 1028969"/>
              <a:gd name="csX5000" fmla="*/ 864168 w 1728164"/>
              <a:gd name="csY5000" fmla="*/ 999513 h 1028969"/>
              <a:gd name="csX5001" fmla="*/ 864337 w 1728164"/>
              <a:gd name="csY5001" fmla="*/ 999211 h 1028969"/>
              <a:gd name="csX5002" fmla="*/ 864515 w 1728164"/>
              <a:gd name="csY5002" fmla="*/ 998900 h 1028969"/>
              <a:gd name="csX5003" fmla="*/ 864684 w 1728164"/>
              <a:gd name="csY5003" fmla="*/ 998579 h 1028969"/>
              <a:gd name="csX5004" fmla="*/ 864862 w 1728164"/>
              <a:gd name="csY5004" fmla="*/ 998268 h 1028969"/>
              <a:gd name="csX5005" fmla="*/ 865031 w 1728164"/>
              <a:gd name="csY5005" fmla="*/ 997948 h 1028969"/>
              <a:gd name="csX5006" fmla="*/ 865209 w 1728164"/>
              <a:gd name="csY5006" fmla="*/ 997627 h 1028969"/>
              <a:gd name="csX5007" fmla="*/ 865378 w 1728164"/>
              <a:gd name="csY5007" fmla="*/ 997307 h 1028969"/>
              <a:gd name="csX5008" fmla="*/ 865547 w 1728164"/>
              <a:gd name="csY5008" fmla="*/ 996978 h 1028969"/>
              <a:gd name="csX5009" fmla="*/ 865725 w 1728164"/>
              <a:gd name="csY5009" fmla="*/ 996649 h 1028969"/>
              <a:gd name="csX5010" fmla="*/ 865894 w 1728164"/>
              <a:gd name="csY5010" fmla="*/ 996320 h 1028969"/>
              <a:gd name="csX5011" fmla="*/ 866072 w 1728164"/>
              <a:gd name="csY5011" fmla="*/ 995982 h 1028969"/>
              <a:gd name="csX5012" fmla="*/ 866241 w 1728164"/>
              <a:gd name="csY5012" fmla="*/ 995652 h 1028969"/>
              <a:gd name="csX5013" fmla="*/ 866419 w 1728164"/>
              <a:gd name="csY5013" fmla="*/ 995314 h 1028969"/>
              <a:gd name="csX5014" fmla="*/ 866588 w 1728164"/>
              <a:gd name="csY5014" fmla="*/ 994967 h 1028969"/>
              <a:gd name="csX5015" fmla="*/ 866757 w 1728164"/>
              <a:gd name="csY5015" fmla="*/ 994629 h 1028969"/>
              <a:gd name="csX5016" fmla="*/ 866935 w 1728164"/>
              <a:gd name="csY5016" fmla="*/ 994282 h 1028969"/>
              <a:gd name="csX5017" fmla="*/ 867104 w 1728164"/>
              <a:gd name="csY5017" fmla="*/ 993935 h 1028969"/>
              <a:gd name="csX5018" fmla="*/ 867282 w 1728164"/>
              <a:gd name="csY5018" fmla="*/ 993580 h 1028969"/>
              <a:gd name="csX5019" fmla="*/ 867451 w 1728164"/>
              <a:gd name="csY5019" fmla="*/ 993233 h 1028969"/>
              <a:gd name="csX5020" fmla="*/ 867629 w 1728164"/>
              <a:gd name="csY5020" fmla="*/ 992877 h 1028969"/>
              <a:gd name="csX5021" fmla="*/ 867798 w 1728164"/>
              <a:gd name="csY5021" fmla="*/ 992512 h 1028969"/>
              <a:gd name="csX5022" fmla="*/ 867967 w 1728164"/>
              <a:gd name="csY5022" fmla="*/ 992156 h 1028969"/>
              <a:gd name="csX5023" fmla="*/ 868145 w 1728164"/>
              <a:gd name="csY5023" fmla="*/ 991791 h 1028969"/>
              <a:gd name="csX5024" fmla="*/ 868314 w 1728164"/>
              <a:gd name="csY5024" fmla="*/ 991427 h 1028969"/>
              <a:gd name="csX5025" fmla="*/ 868492 w 1728164"/>
              <a:gd name="csY5025" fmla="*/ 991053 h 1028969"/>
              <a:gd name="csX5026" fmla="*/ 868661 w 1728164"/>
              <a:gd name="csY5026" fmla="*/ 990688 h 1028969"/>
              <a:gd name="csX5027" fmla="*/ 868839 w 1728164"/>
              <a:gd name="csY5027" fmla="*/ 990315 h 1028969"/>
              <a:gd name="csX5028" fmla="*/ 869008 w 1728164"/>
              <a:gd name="csY5028" fmla="*/ 989932 h 1028969"/>
              <a:gd name="csX5029" fmla="*/ 869177 w 1728164"/>
              <a:gd name="csY5029" fmla="*/ 989558 h 1028969"/>
              <a:gd name="csX5030" fmla="*/ 869355 w 1728164"/>
              <a:gd name="csY5030" fmla="*/ 989176 h 1028969"/>
              <a:gd name="csX5031" fmla="*/ 869524 w 1728164"/>
              <a:gd name="csY5031" fmla="*/ 988793 h 1028969"/>
              <a:gd name="csX5032" fmla="*/ 869702 w 1728164"/>
              <a:gd name="csY5032" fmla="*/ 988402 h 1028969"/>
              <a:gd name="csX5033" fmla="*/ 869871 w 1728164"/>
              <a:gd name="csY5033" fmla="*/ 988010 h 1028969"/>
              <a:gd name="csX5034" fmla="*/ 870049 w 1728164"/>
              <a:gd name="csY5034" fmla="*/ 987619 h 1028969"/>
              <a:gd name="csX5035" fmla="*/ 870218 w 1728164"/>
              <a:gd name="csY5035" fmla="*/ 987228 h 1028969"/>
              <a:gd name="csX5036" fmla="*/ 870387 w 1728164"/>
              <a:gd name="csY5036" fmla="*/ 986827 h 1028969"/>
              <a:gd name="csX5037" fmla="*/ 870565 w 1728164"/>
              <a:gd name="csY5037" fmla="*/ 986427 h 1028969"/>
              <a:gd name="csX5038" fmla="*/ 870734 w 1728164"/>
              <a:gd name="csY5038" fmla="*/ 986027 h 1028969"/>
              <a:gd name="csX5039" fmla="*/ 870912 w 1728164"/>
              <a:gd name="csY5039" fmla="*/ 985626 h 1028969"/>
              <a:gd name="csX5040" fmla="*/ 871081 w 1728164"/>
              <a:gd name="csY5040" fmla="*/ 985217 h 1028969"/>
              <a:gd name="csX5041" fmla="*/ 871259 w 1728164"/>
              <a:gd name="csY5041" fmla="*/ 984808 h 1028969"/>
              <a:gd name="csX5042" fmla="*/ 871428 w 1728164"/>
              <a:gd name="csY5042" fmla="*/ 984390 h 1028969"/>
              <a:gd name="csX5043" fmla="*/ 871597 w 1728164"/>
              <a:gd name="csY5043" fmla="*/ 983971 h 1028969"/>
              <a:gd name="csX5044" fmla="*/ 871775 w 1728164"/>
              <a:gd name="csY5044" fmla="*/ 983553 h 1028969"/>
              <a:gd name="csX5045" fmla="*/ 871944 w 1728164"/>
              <a:gd name="csY5045" fmla="*/ 983135 h 1028969"/>
              <a:gd name="csX5046" fmla="*/ 872122 w 1728164"/>
              <a:gd name="csY5046" fmla="*/ 982708 h 1028969"/>
              <a:gd name="csX5047" fmla="*/ 872291 w 1728164"/>
              <a:gd name="csY5047" fmla="*/ 982281 h 1028969"/>
              <a:gd name="csX5048" fmla="*/ 872469 w 1728164"/>
              <a:gd name="csY5048" fmla="*/ 981854 h 1028969"/>
              <a:gd name="csX5049" fmla="*/ 872638 w 1728164"/>
              <a:gd name="csY5049" fmla="*/ 981418 h 1028969"/>
              <a:gd name="csX5050" fmla="*/ 872807 w 1728164"/>
              <a:gd name="csY5050" fmla="*/ 980982 h 1028969"/>
              <a:gd name="csX5051" fmla="*/ 872985 w 1728164"/>
              <a:gd name="csY5051" fmla="*/ 980546 h 1028969"/>
              <a:gd name="csX5052" fmla="*/ 873154 w 1728164"/>
              <a:gd name="csY5052" fmla="*/ 980110 h 1028969"/>
              <a:gd name="csX5053" fmla="*/ 873332 w 1728164"/>
              <a:gd name="csY5053" fmla="*/ 979666 h 1028969"/>
              <a:gd name="csX5054" fmla="*/ 873501 w 1728164"/>
              <a:gd name="csY5054" fmla="*/ 979221 h 1028969"/>
              <a:gd name="csX5055" fmla="*/ 873679 w 1728164"/>
              <a:gd name="csY5055" fmla="*/ 978767 h 1028969"/>
              <a:gd name="csX5056" fmla="*/ 873848 w 1728164"/>
              <a:gd name="csY5056" fmla="*/ 978313 h 1028969"/>
              <a:gd name="csX5057" fmla="*/ 874017 w 1728164"/>
              <a:gd name="csY5057" fmla="*/ 977860 h 1028969"/>
              <a:gd name="csX5058" fmla="*/ 874195 w 1728164"/>
              <a:gd name="csY5058" fmla="*/ 977406 h 1028969"/>
              <a:gd name="csX5059" fmla="*/ 874364 w 1728164"/>
              <a:gd name="csY5059" fmla="*/ 976943 h 1028969"/>
              <a:gd name="csX5060" fmla="*/ 874542 w 1728164"/>
              <a:gd name="csY5060" fmla="*/ 976481 h 1028969"/>
              <a:gd name="csX5061" fmla="*/ 874711 w 1728164"/>
              <a:gd name="csY5061" fmla="*/ 976018 h 1028969"/>
              <a:gd name="csX5062" fmla="*/ 874888 w 1728164"/>
              <a:gd name="csY5062" fmla="*/ 975546 h 1028969"/>
              <a:gd name="csX5063" fmla="*/ 875058 w 1728164"/>
              <a:gd name="csY5063" fmla="*/ 975075 h 1028969"/>
              <a:gd name="csX5064" fmla="*/ 875227 w 1728164"/>
              <a:gd name="csY5064" fmla="*/ 974595 h 1028969"/>
              <a:gd name="csX5065" fmla="*/ 875404 w 1728164"/>
              <a:gd name="csY5065" fmla="*/ 974123 h 1028969"/>
              <a:gd name="csX5066" fmla="*/ 875574 w 1728164"/>
              <a:gd name="csY5066" fmla="*/ 973643 h 1028969"/>
              <a:gd name="csX5067" fmla="*/ 875751 w 1728164"/>
              <a:gd name="csY5067" fmla="*/ 973162 h 1028969"/>
              <a:gd name="csX5068" fmla="*/ 875921 w 1728164"/>
              <a:gd name="csY5068" fmla="*/ 972673 h 1028969"/>
              <a:gd name="csX5069" fmla="*/ 876098 w 1728164"/>
              <a:gd name="csY5069" fmla="*/ 972184 h 1028969"/>
              <a:gd name="csX5070" fmla="*/ 876267 w 1728164"/>
              <a:gd name="csY5070" fmla="*/ 971694 h 1028969"/>
              <a:gd name="csX5071" fmla="*/ 876436 w 1728164"/>
              <a:gd name="csY5071" fmla="*/ 971196 h 1028969"/>
              <a:gd name="csX5072" fmla="*/ 876614 w 1728164"/>
              <a:gd name="csY5072" fmla="*/ 970698 h 1028969"/>
              <a:gd name="csX5073" fmla="*/ 876783 w 1728164"/>
              <a:gd name="csY5073" fmla="*/ 970200 h 1028969"/>
              <a:gd name="csX5074" fmla="*/ 876961 w 1728164"/>
              <a:gd name="csY5074" fmla="*/ 969693 h 1028969"/>
              <a:gd name="csX5075" fmla="*/ 877130 w 1728164"/>
              <a:gd name="csY5075" fmla="*/ 969194 h 1028969"/>
              <a:gd name="csX5076" fmla="*/ 877308 w 1728164"/>
              <a:gd name="csY5076" fmla="*/ 968678 h 1028969"/>
              <a:gd name="csX5077" fmla="*/ 877477 w 1728164"/>
              <a:gd name="csY5077" fmla="*/ 968171 h 1028969"/>
              <a:gd name="csX5078" fmla="*/ 877646 w 1728164"/>
              <a:gd name="csY5078" fmla="*/ 967655 h 1028969"/>
              <a:gd name="csX5079" fmla="*/ 877824 w 1728164"/>
              <a:gd name="csY5079" fmla="*/ 967139 h 1028969"/>
              <a:gd name="csX5080" fmla="*/ 877993 w 1728164"/>
              <a:gd name="csY5080" fmla="*/ 966614 h 1028969"/>
              <a:gd name="csX5081" fmla="*/ 878171 w 1728164"/>
              <a:gd name="csY5081" fmla="*/ 966090 h 1028969"/>
              <a:gd name="csX5082" fmla="*/ 878340 w 1728164"/>
              <a:gd name="csY5082" fmla="*/ 965565 h 1028969"/>
              <a:gd name="csX5083" fmla="*/ 878518 w 1728164"/>
              <a:gd name="csY5083" fmla="*/ 965040 h 1028969"/>
              <a:gd name="csX5084" fmla="*/ 878687 w 1728164"/>
              <a:gd name="csY5084" fmla="*/ 964506 h 1028969"/>
              <a:gd name="csX5085" fmla="*/ 878856 w 1728164"/>
              <a:gd name="csY5085" fmla="*/ 963972 h 1028969"/>
              <a:gd name="csX5086" fmla="*/ 879034 w 1728164"/>
              <a:gd name="csY5086" fmla="*/ 963430 h 1028969"/>
              <a:gd name="csX5087" fmla="*/ 879203 w 1728164"/>
              <a:gd name="csY5087" fmla="*/ 962887 h 1028969"/>
              <a:gd name="csX5088" fmla="*/ 879381 w 1728164"/>
              <a:gd name="csY5088" fmla="*/ 962344 h 1028969"/>
              <a:gd name="csX5089" fmla="*/ 879550 w 1728164"/>
              <a:gd name="csY5089" fmla="*/ 961802 h 1028969"/>
              <a:gd name="csX5090" fmla="*/ 879728 w 1728164"/>
              <a:gd name="csY5090" fmla="*/ 961250 h 1028969"/>
              <a:gd name="csX5091" fmla="*/ 879897 w 1728164"/>
              <a:gd name="csY5091" fmla="*/ 960698 h 1028969"/>
              <a:gd name="csX5092" fmla="*/ 880066 w 1728164"/>
              <a:gd name="csY5092" fmla="*/ 960138 h 1028969"/>
              <a:gd name="csX5093" fmla="*/ 880244 w 1728164"/>
              <a:gd name="csY5093" fmla="*/ 959577 h 1028969"/>
              <a:gd name="csX5094" fmla="*/ 880413 w 1728164"/>
              <a:gd name="csY5094" fmla="*/ 959017 h 1028969"/>
              <a:gd name="csX5095" fmla="*/ 880591 w 1728164"/>
              <a:gd name="csY5095" fmla="*/ 958456 h 1028969"/>
              <a:gd name="csX5096" fmla="*/ 880760 w 1728164"/>
              <a:gd name="csY5096" fmla="*/ 957887 h 1028969"/>
              <a:gd name="csX5097" fmla="*/ 880929 w 1728164"/>
              <a:gd name="csY5097" fmla="*/ 957318 h 1028969"/>
              <a:gd name="csX5098" fmla="*/ 881107 w 1728164"/>
              <a:gd name="csY5098" fmla="*/ 956739 h 1028969"/>
              <a:gd name="csX5099" fmla="*/ 881276 w 1728164"/>
              <a:gd name="csY5099" fmla="*/ 956161 h 1028969"/>
              <a:gd name="csX5100" fmla="*/ 881454 w 1728164"/>
              <a:gd name="csY5100" fmla="*/ 955583 h 1028969"/>
              <a:gd name="csX5101" fmla="*/ 881623 w 1728164"/>
              <a:gd name="csY5101" fmla="*/ 955005 h 1028969"/>
              <a:gd name="csX5102" fmla="*/ 881801 w 1728164"/>
              <a:gd name="csY5102" fmla="*/ 954417 h 1028969"/>
              <a:gd name="csX5103" fmla="*/ 881970 w 1728164"/>
              <a:gd name="csY5103" fmla="*/ 953830 h 1028969"/>
              <a:gd name="csX5104" fmla="*/ 882139 w 1728164"/>
              <a:gd name="csY5104" fmla="*/ 953234 h 1028969"/>
              <a:gd name="csX5105" fmla="*/ 882317 w 1728164"/>
              <a:gd name="csY5105" fmla="*/ 952638 h 1028969"/>
              <a:gd name="csX5106" fmla="*/ 882486 w 1728164"/>
              <a:gd name="csY5106" fmla="*/ 952042 h 1028969"/>
              <a:gd name="csX5107" fmla="*/ 882664 w 1728164"/>
              <a:gd name="csY5107" fmla="*/ 951446 h 1028969"/>
              <a:gd name="csX5108" fmla="*/ 882833 w 1728164"/>
              <a:gd name="csY5108" fmla="*/ 950841 h 1028969"/>
              <a:gd name="csX5109" fmla="*/ 883011 w 1728164"/>
              <a:gd name="csY5109" fmla="*/ 950236 h 1028969"/>
              <a:gd name="csX5110" fmla="*/ 883180 w 1728164"/>
              <a:gd name="csY5110" fmla="*/ 949622 h 1028969"/>
              <a:gd name="csX5111" fmla="*/ 883349 w 1728164"/>
              <a:gd name="csY5111" fmla="*/ 949008 h 1028969"/>
              <a:gd name="csX5112" fmla="*/ 883527 w 1728164"/>
              <a:gd name="csY5112" fmla="*/ 948395 h 1028969"/>
              <a:gd name="csX5113" fmla="*/ 883696 w 1728164"/>
              <a:gd name="csY5113" fmla="*/ 947772 h 1028969"/>
              <a:gd name="csX5114" fmla="*/ 883874 w 1728164"/>
              <a:gd name="csY5114" fmla="*/ 947149 h 1028969"/>
              <a:gd name="csX5115" fmla="*/ 884043 w 1728164"/>
              <a:gd name="csY5115" fmla="*/ 946526 h 1028969"/>
              <a:gd name="csX5116" fmla="*/ 884221 w 1728164"/>
              <a:gd name="csY5116" fmla="*/ 945903 h 1028969"/>
              <a:gd name="csX5117" fmla="*/ 884390 w 1728164"/>
              <a:gd name="csY5117" fmla="*/ 945272 h 1028969"/>
              <a:gd name="csX5118" fmla="*/ 884559 w 1728164"/>
              <a:gd name="csY5118" fmla="*/ 944631 h 1028969"/>
              <a:gd name="csX5119" fmla="*/ 884737 w 1728164"/>
              <a:gd name="csY5119" fmla="*/ 944000 h 1028969"/>
              <a:gd name="csX5120" fmla="*/ 884906 w 1728164"/>
              <a:gd name="csY5120" fmla="*/ 943359 h 1028969"/>
              <a:gd name="csX5121" fmla="*/ 885084 w 1728164"/>
              <a:gd name="csY5121" fmla="*/ 942710 h 1028969"/>
              <a:gd name="csX5122" fmla="*/ 885253 w 1728164"/>
              <a:gd name="csY5122" fmla="*/ 942069 h 1028969"/>
              <a:gd name="csX5123" fmla="*/ 885431 w 1728164"/>
              <a:gd name="csY5123" fmla="*/ 941420 h 1028969"/>
              <a:gd name="csX5124" fmla="*/ 885600 w 1728164"/>
              <a:gd name="csY5124" fmla="*/ 940761 h 1028969"/>
              <a:gd name="csX5125" fmla="*/ 885769 w 1728164"/>
              <a:gd name="csY5125" fmla="*/ 940112 h 1028969"/>
              <a:gd name="csX5126" fmla="*/ 885947 w 1728164"/>
              <a:gd name="csY5126" fmla="*/ 939454 h 1028969"/>
              <a:gd name="csX5127" fmla="*/ 886116 w 1728164"/>
              <a:gd name="csY5127" fmla="*/ 938786 h 1028969"/>
              <a:gd name="csX5128" fmla="*/ 886294 w 1728164"/>
              <a:gd name="csY5128" fmla="*/ 938128 h 1028969"/>
              <a:gd name="csX5129" fmla="*/ 886463 w 1728164"/>
              <a:gd name="csY5129" fmla="*/ 937461 h 1028969"/>
              <a:gd name="csX5130" fmla="*/ 886641 w 1728164"/>
              <a:gd name="csY5130" fmla="*/ 936785 h 1028969"/>
              <a:gd name="csX5131" fmla="*/ 886810 w 1728164"/>
              <a:gd name="csY5131" fmla="*/ 936117 h 1028969"/>
              <a:gd name="csX5132" fmla="*/ 886979 w 1728164"/>
              <a:gd name="csY5132" fmla="*/ 935432 h 1028969"/>
              <a:gd name="csX5133" fmla="*/ 887157 w 1728164"/>
              <a:gd name="csY5133" fmla="*/ 934756 h 1028969"/>
              <a:gd name="csX5134" fmla="*/ 887326 w 1728164"/>
              <a:gd name="csY5134" fmla="*/ 934071 h 1028969"/>
              <a:gd name="csX5135" fmla="*/ 887504 w 1728164"/>
              <a:gd name="csY5135" fmla="*/ 933386 h 1028969"/>
              <a:gd name="csX5136" fmla="*/ 887673 w 1728164"/>
              <a:gd name="csY5136" fmla="*/ 932701 h 1028969"/>
              <a:gd name="csX5137" fmla="*/ 887851 w 1728164"/>
              <a:gd name="csY5137" fmla="*/ 932007 h 1028969"/>
              <a:gd name="csX5138" fmla="*/ 888020 w 1728164"/>
              <a:gd name="csY5138" fmla="*/ 931313 h 1028969"/>
              <a:gd name="csX5139" fmla="*/ 888189 w 1728164"/>
              <a:gd name="csY5139" fmla="*/ 930611 h 1028969"/>
              <a:gd name="csX5140" fmla="*/ 888367 w 1728164"/>
              <a:gd name="csY5140" fmla="*/ 929917 h 1028969"/>
              <a:gd name="csX5141" fmla="*/ 888536 w 1728164"/>
              <a:gd name="csY5141" fmla="*/ 929205 h 1028969"/>
              <a:gd name="csX5142" fmla="*/ 888714 w 1728164"/>
              <a:gd name="csY5142" fmla="*/ 928502 h 1028969"/>
              <a:gd name="csX5143" fmla="*/ 888883 w 1728164"/>
              <a:gd name="csY5143" fmla="*/ 927790 h 1028969"/>
              <a:gd name="csX5144" fmla="*/ 889061 w 1728164"/>
              <a:gd name="csY5144" fmla="*/ 927079 h 1028969"/>
              <a:gd name="csX5145" fmla="*/ 889230 w 1728164"/>
              <a:gd name="csY5145" fmla="*/ 926358 h 1028969"/>
              <a:gd name="csX5146" fmla="*/ 889399 w 1728164"/>
              <a:gd name="csY5146" fmla="*/ 925646 h 1028969"/>
              <a:gd name="csX5147" fmla="*/ 889577 w 1728164"/>
              <a:gd name="csY5147" fmla="*/ 924917 h 1028969"/>
              <a:gd name="csX5148" fmla="*/ 889746 w 1728164"/>
              <a:gd name="csY5148" fmla="*/ 924196 h 1028969"/>
              <a:gd name="csX5149" fmla="*/ 889924 w 1728164"/>
              <a:gd name="csY5149" fmla="*/ 923467 h 1028969"/>
              <a:gd name="csX5150" fmla="*/ 890092 w 1728164"/>
              <a:gd name="csY5150" fmla="*/ 922737 h 1028969"/>
              <a:gd name="csX5151" fmla="*/ 890270 w 1728164"/>
              <a:gd name="csY5151" fmla="*/ 921999 h 1028969"/>
              <a:gd name="csX5152" fmla="*/ 890439 w 1728164"/>
              <a:gd name="csY5152" fmla="*/ 921260 h 1028969"/>
              <a:gd name="csX5153" fmla="*/ 890609 w 1728164"/>
              <a:gd name="csY5153" fmla="*/ 920522 h 1028969"/>
              <a:gd name="csX5154" fmla="*/ 890786 w 1728164"/>
              <a:gd name="csY5154" fmla="*/ 919775 h 1028969"/>
              <a:gd name="csX5155" fmla="*/ 890956 w 1728164"/>
              <a:gd name="csY5155" fmla="*/ 919027 h 1028969"/>
              <a:gd name="csX5156" fmla="*/ 891133 w 1728164"/>
              <a:gd name="csY5156" fmla="*/ 918280 h 1028969"/>
              <a:gd name="csX5157" fmla="*/ 891303 w 1728164"/>
              <a:gd name="csY5157" fmla="*/ 917533 h 1028969"/>
              <a:gd name="csX5158" fmla="*/ 891480 w 1728164"/>
              <a:gd name="csY5158" fmla="*/ 916776 h 1028969"/>
              <a:gd name="csX5159" fmla="*/ 891649 w 1728164"/>
              <a:gd name="csY5159" fmla="*/ 916011 h 1028969"/>
              <a:gd name="csX5160" fmla="*/ 891818 w 1728164"/>
              <a:gd name="csY5160" fmla="*/ 915255 h 1028969"/>
              <a:gd name="csX5161" fmla="*/ 891996 w 1728164"/>
              <a:gd name="csY5161" fmla="*/ 914490 h 1028969"/>
              <a:gd name="csX5162" fmla="*/ 892165 w 1728164"/>
              <a:gd name="csY5162" fmla="*/ 913716 h 1028969"/>
              <a:gd name="csX5163" fmla="*/ 892343 w 1728164"/>
              <a:gd name="csY5163" fmla="*/ 912951 h 1028969"/>
              <a:gd name="csX5164" fmla="*/ 892512 w 1728164"/>
              <a:gd name="csY5164" fmla="*/ 912177 h 1028969"/>
              <a:gd name="csX5165" fmla="*/ 892690 w 1728164"/>
              <a:gd name="csY5165" fmla="*/ 911394 h 1028969"/>
              <a:gd name="csX5166" fmla="*/ 892859 w 1728164"/>
              <a:gd name="csY5166" fmla="*/ 910620 h 1028969"/>
              <a:gd name="csX5167" fmla="*/ 893028 w 1728164"/>
              <a:gd name="csY5167" fmla="*/ 909837 h 1028969"/>
              <a:gd name="csX5168" fmla="*/ 893206 w 1728164"/>
              <a:gd name="csY5168" fmla="*/ 909046 h 1028969"/>
              <a:gd name="csX5169" fmla="*/ 893375 w 1728164"/>
              <a:gd name="csY5169" fmla="*/ 908263 h 1028969"/>
              <a:gd name="csX5170" fmla="*/ 893553 w 1728164"/>
              <a:gd name="csY5170" fmla="*/ 907471 h 1028969"/>
              <a:gd name="csX5171" fmla="*/ 893722 w 1728164"/>
              <a:gd name="csY5171" fmla="*/ 906670 h 1028969"/>
              <a:gd name="csX5172" fmla="*/ 893900 w 1728164"/>
              <a:gd name="csY5172" fmla="*/ 905869 h 1028969"/>
              <a:gd name="csX5173" fmla="*/ 894069 w 1728164"/>
              <a:gd name="csY5173" fmla="*/ 905069 h 1028969"/>
              <a:gd name="csX5174" fmla="*/ 894238 w 1728164"/>
              <a:gd name="csY5174" fmla="*/ 904268 h 1028969"/>
              <a:gd name="csX5175" fmla="*/ 894416 w 1728164"/>
              <a:gd name="csY5175" fmla="*/ 903459 h 1028969"/>
              <a:gd name="csX5176" fmla="*/ 894585 w 1728164"/>
              <a:gd name="csY5176" fmla="*/ 902649 h 1028969"/>
              <a:gd name="csX5177" fmla="*/ 894763 w 1728164"/>
              <a:gd name="csY5177" fmla="*/ 901839 h 1028969"/>
              <a:gd name="csX5178" fmla="*/ 894932 w 1728164"/>
              <a:gd name="csY5178" fmla="*/ 901021 h 1028969"/>
              <a:gd name="csX5179" fmla="*/ 895110 w 1728164"/>
              <a:gd name="csY5179" fmla="*/ 900202 h 1028969"/>
              <a:gd name="csX5180" fmla="*/ 895279 w 1728164"/>
              <a:gd name="csY5180" fmla="*/ 899384 h 1028969"/>
              <a:gd name="csX5181" fmla="*/ 895448 w 1728164"/>
              <a:gd name="csY5181" fmla="*/ 898557 h 1028969"/>
              <a:gd name="csX5182" fmla="*/ 895626 w 1728164"/>
              <a:gd name="csY5182" fmla="*/ 897729 h 1028969"/>
              <a:gd name="csX5183" fmla="*/ 895795 w 1728164"/>
              <a:gd name="csY5183" fmla="*/ 896902 h 1028969"/>
              <a:gd name="csX5184" fmla="*/ 895973 w 1728164"/>
              <a:gd name="csY5184" fmla="*/ 896066 h 1028969"/>
              <a:gd name="csX5185" fmla="*/ 896142 w 1728164"/>
              <a:gd name="csY5185" fmla="*/ 895229 h 1028969"/>
              <a:gd name="csX5186" fmla="*/ 896320 w 1728164"/>
              <a:gd name="csY5186" fmla="*/ 894384 h 1028969"/>
              <a:gd name="csX5187" fmla="*/ 896489 w 1728164"/>
              <a:gd name="csY5187" fmla="*/ 893548 h 1028969"/>
              <a:gd name="csX5188" fmla="*/ 896658 w 1728164"/>
              <a:gd name="csY5188" fmla="*/ 892703 h 1028969"/>
              <a:gd name="csX5189" fmla="*/ 896836 w 1728164"/>
              <a:gd name="csY5189" fmla="*/ 891849 h 1028969"/>
              <a:gd name="csX5190" fmla="*/ 897005 w 1728164"/>
              <a:gd name="csY5190" fmla="*/ 891003 h 1028969"/>
              <a:gd name="csX5191" fmla="*/ 897183 w 1728164"/>
              <a:gd name="csY5191" fmla="*/ 890149 h 1028969"/>
              <a:gd name="csX5192" fmla="*/ 897352 w 1728164"/>
              <a:gd name="csY5192" fmla="*/ 889287 h 1028969"/>
              <a:gd name="csX5193" fmla="*/ 897530 w 1728164"/>
              <a:gd name="csY5193" fmla="*/ 888424 h 1028969"/>
              <a:gd name="csX5194" fmla="*/ 897699 w 1728164"/>
              <a:gd name="csY5194" fmla="*/ 887561 h 1028969"/>
              <a:gd name="csX5195" fmla="*/ 897868 w 1728164"/>
              <a:gd name="csY5195" fmla="*/ 886698 h 1028969"/>
              <a:gd name="csX5196" fmla="*/ 898046 w 1728164"/>
              <a:gd name="csY5196" fmla="*/ 885826 h 1028969"/>
              <a:gd name="csX5197" fmla="*/ 898215 w 1728164"/>
              <a:gd name="csY5197" fmla="*/ 884954 h 1028969"/>
              <a:gd name="csX5198" fmla="*/ 898393 w 1728164"/>
              <a:gd name="csY5198" fmla="*/ 884082 h 1028969"/>
              <a:gd name="csX5199" fmla="*/ 898562 w 1728164"/>
              <a:gd name="csY5199" fmla="*/ 883201 h 1028969"/>
              <a:gd name="csX5200" fmla="*/ 898740 w 1728164"/>
              <a:gd name="csY5200" fmla="*/ 882321 h 1028969"/>
              <a:gd name="csX5201" fmla="*/ 898909 w 1728164"/>
              <a:gd name="csY5201" fmla="*/ 881440 h 1028969"/>
              <a:gd name="csX5202" fmla="*/ 899078 w 1728164"/>
              <a:gd name="csY5202" fmla="*/ 880559 h 1028969"/>
              <a:gd name="csX5203" fmla="*/ 899256 w 1728164"/>
              <a:gd name="csY5203" fmla="*/ 879669 h 1028969"/>
              <a:gd name="csX5204" fmla="*/ 899425 w 1728164"/>
              <a:gd name="csY5204" fmla="*/ 878771 h 1028969"/>
              <a:gd name="csX5205" fmla="*/ 899603 w 1728164"/>
              <a:gd name="csY5205" fmla="*/ 877881 h 1028969"/>
              <a:gd name="csX5206" fmla="*/ 899772 w 1728164"/>
              <a:gd name="csY5206" fmla="*/ 876983 h 1028969"/>
              <a:gd name="csX5207" fmla="*/ 899941 w 1728164"/>
              <a:gd name="csY5207" fmla="*/ 876084 h 1028969"/>
              <a:gd name="csX5208" fmla="*/ 900119 w 1728164"/>
              <a:gd name="csY5208" fmla="*/ 875177 h 1028969"/>
              <a:gd name="csX5209" fmla="*/ 900288 w 1728164"/>
              <a:gd name="csY5209" fmla="*/ 874269 h 1028969"/>
              <a:gd name="csX5210" fmla="*/ 900466 w 1728164"/>
              <a:gd name="csY5210" fmla="*/ 873362 h 1028969"/>
              <a:gd name="csX5211" fmla="*/ 900635 w 1728164"/>
              <a:gd name="csY5211" fmla="*/ 872446 h 1028969"/>
              <a:gd name="csX5212" fmla="*/ 900813 w 1728164"/>
              <a:gd name="csY5212" fmla="*/ 871538 h 1028969"/>
              <a:gd name="csX5213" fmla="*/ 900982 w 1728164"/>
              <a:gd name="csY5213" fmla="*/ 870613 h 1028969"/>
              <a:gd name="csX5214" fmla="*/ 901151 w 1728164"/>
              <a:gd name="csY5214" fmla="*/ 869697 h 1028969"/>
              <a:gd name="csX5215" fmla="*/ 901329 w 1728164"/>
              <a:gd name="csY5215" fmla="*/ 868771 h 1028969"/>
              <a:gd name="csX5216" fmla="*/ 901498 w 1728164"/>
              <a:gd name="csY5216" fmla="*/ 867846 h 1028969"/>
              <a:gd name="csX5217" fmla="*/ 901676 w 1728164"/>
              <a:gd name="csY5217" fmla="*/ 866921 h 1028969"/>
              <a:gd name="csX5218" fmla="*/ 901845 w 1728164"/>
              <a:gd name="csY5218" fmla="*/ 865987 h 1028969"/>
              <a:gd name="csX5219" fmla="*/ 902023 w 1728164"/>
              <a:gd name="csY5219" fmla="*/ 865053 h 1028969"/>
              <a:gd name="csX5220" fmla="*/ 902192 w 1728164"/>
              <a:gd name="csY5220" fmla="*/ 864110 h 1028969"/>
              <a:gd name="csX5221" fmla="*/ 902361 w 1728164"/>
              <a:gd name="csY5221" fmla="*/ 863175 h 1028969"/>
              <a:gd name="csX5222" fmla="*/ 902539 w 1728164"/>
              <a:gd name="csY5222" fmla="*/ 862232 h 1028969"/>
              <a:gd name="csX5223" fmla="*/ 902708 w 1728164"/>
              <a:gd name="csY5223" fmla="*/ 861289 h 1028969"/>
              <a:gd name="csX5224" fmla="*/ 902886 w 1728164"/>
              <a:gd name="csY5224" fmla="*/ 860337 h 1028969"/>
              <a:gd name="csX5225" fmla="*/ 903055 w 1728164"/>
              <a:gd name="csY5225" fmla="*/ 859385 h 1028969"/>
              <a:gd name="csX5226" fmla="*/ 903233 w 1728164"/>
              <a:gd name="csY5226" fmla="*/ 858434 h 1028969"/>
              <a:gd name="csX5227" fmla="*/ 903402 w 1728164"/>
              <a:gd name="csY5227" fmla="*/ 857473 h 1028969"/>
              <a:gd name="csX5228" fmla="*/ 903571 w 1728164"/>
              <a:gd name="csY5228" fmla="*/ 856512 h 1028969"/>
              <a:gd name="csX5229" fmla="*/ 903749 w 1728164"/>
              <a:gd name="csY5229" fmla="*/ 855551 h 1028969"/>
              <a:gd name="csX5230" fmla="*/ 903918 w 1728164"/>
              <a:gd name="csY5230" fmla="*/ 854590 h 1028969"/>
              <a:gd name="csX5231" fmla="*/ 904095 w 1728164"/>
              <a:gd name="csY5231" fmla="*/ 853621 h 1028969"/>
              <a:gd name="csX5232" fmla="*/ 904265 w 1728164"/>
              <a:gd name="csY5232" fmla="*/ 852651 h 1028969"/>
              <a:gd name="csX5233" fmla="*/ 904442 w 1728164"/>
              <a:gd name="csY5233" fmla="*/ 851681 h 1028969"/>
              <a:gd name="csX5234" fmla="*/ 904612 w 1728164"/>
              <a:gd name="csY5234" fmla="*/ 850703 h 1028969"/>
              <a:gd name="csX5235" fmla="*/ 904781 w 1728164"/>
              <a:gd name="csY5235" fmla="*/ 849724 h 1028969"/>
              <a:gd name="csX5236" fmla="*/ 904959 w 1728164"/>
              <a:gd name="csY5236" fmla="*/ 848745 h 1028969"/>
              <a:gd name="csX5237" fmla="*/ 905128 w 1728164"/>
              <a:gd name="csY5237" fmla="*/ 847758 h 1028969"/>
              <a:gd name="csX5238" fmla="*/ 905306 w 1728164"/>
              <a:gd name="csY5238" fmla="*/ 846770 h 1028969"/>
              <a:gd name="csX5239" fmla="*/ 905474 w 1728164"/>
              <a:gd name="csY5239" fmla="*/ 845783 h 1028969"/>
              <a:gd name="csX5240" fmla="*/ 905652 w 1728164"/>
              <a:gd name="csY5240" fmla="*/ 844795 h 1028969"/>
              <a:gd name="csX5241" fmla="*/ 905821 w 1728164"/>
              <a:gd name="csY5241" fmla="*/ 843799 h 1028969"/>
              <a:gd name="csX5242" fmla="*/ 905990 w 1728164"/>
              <a:gd name="csY5242" fmla="*/ 842803 h 1028969"/>
              <a:gd name="csX5243" fmla="*/ 906168 w 1728164"/>
              <a:gd name="csY5243" fmla="*/ 841806 h 1028969"/>
              <a:gd name="csX5244" fmla="*/ 906337 w 1728164"/>
              <a:gd name="csY5244" fmla="*/ 840801 h 1028969"/>
              <a:gd name="csX5245" fmla="*/ 906515 w 1728164"/>
              <a:gd name="csY5245" fmla="*/ 839796 h 1028969"/>
              <a:gd name="csX5246" fmla="*/ 906684 w 1728164"/>
              <a:gd name="csY5246" fmla="*/ 838790 h 1028969"/>
              <a:gd name="csX5247" fmla="*/ 906862 w 1728164"/>
              <a:gd name="csY5247" fmla="*/ 837785 h 1028969"/>
              <a:gd name="csX5248" fmla="*/ 907031 w 1728164"/>
              <a:gd name="csY5248" fmla="*/ 836771 h 1028969"/>
              <a:gd name="csX5249" fmla="*/ 907200 w 1728164"/>
              <a:gd name="csY5249" fmla="*/ 835757 h 1028969"/>
              <a:gd name="csX5250" fmla="*/ 907378 w 1728164"/>
              <a:gd name="csY5250" fmla="*/ 834733 h 1028969"/>
              <a:gd name="csX5251" fmla="*/ 907547 w 1728164"/>
              <a:gd name="csY5251" fmla="*/ 833719 h 1028969"/>
              <a:gd name="csX5252" fmla="*/ 907725 w 1728164"/>
              <a:gd name="csY5252" fmla="*/ 832696 h 1028969"/>
              <a:gd name="csX5253" fmla="*/ 907894 w 1728164"/>
              <a:gd name="csY5253" fmla="*/ 831664 h 1028969"/>
              <a:gd name="csX5254" fmla="*/ 908072 w 1728164"/>
              <a:gd name="csY5254" fmla="*/ 830641 h 1028969"/>
              <a:gd name="csX5255" fmla="*/ 908241 w 1728164"/>
              <a:gd name="csY5255" fmla="*/ 829609 h 1028969"/>
              <a:gd name="csX5256" fmla="*/ 908410 w 1728164"/>
              <a:gd name="csY5256" fmla="*/ 828577 h 1028969"/>
              <a:gd name="csX5257" fmla="*/ 908588 w 1728164"/>
              <a:gd name="csY5257" fmla="*/ 827545 h 1028969"/>
              <a:gd name="csX5258" fmla="*/ 908757 w 1728164"/>
              <a:gd name="csY5258" fmla="*/ 826504 h 1028969"/>
              <a:gd name="csX5259" fmla="*/ 908935 w 1728164"/>
              <a:gd name="csY5259" fmla="*/ 825463 h 1028969"/>
              <a:gd name="csX5260" fmla="*/ 909104 w 1728164"/>
              <a:gd name="csY5260" fmla="*/ 824422 h 1028969"/>
              <a:gd name="csX5261" fmla="*/ 909282 w 1728164"/>
              <a:gd name="csY5261" fmla="*/ 823373 h 1028969"/>
              <a:gd name="csX5262" fmla="*/ 909451 w 1728164"/>
              <a:gd name="csY5262" fmla="*/ 822332 h 1028969"/>
              <a:gd name="csX5263" fmla="*/ 909620 w 1728164"/>
              <a:gd name="csY5263" fmla="*/ 821282 h 1028969"/>
              <a:gd name="csX5264" fmla="*/ 909798 w 1728164"/>
              <a:gd name="csY5264" fmla="*/ 820223 h 1028969"/>
              <a:gd name="csX5265" fmla="*/ 909967 w 1728164"/>
              <a:gd name="csY5265" fmla="*/ 819174 h 1028969"/>
              <a:gd name="csX5266" fmla="*/ 910145 w 1728164"/>
              <a:gd name="csY5266" fmla="*/ 818115 h 1028969"/>
              <a:gd name="csX5267" fmla="*/ 910314 w 1728164"/>
              <a:gd name="csY5267" fmla="*/ 817056 h 1028969"/>
              <a:gd name="csX5268" fmla="*/ 910492 w 1728164"/>
              <a:gd name="csY5268" fmla="*/ 815989 h 1028969"/>
              <a:gd name="csX5269" fmla="*/ 910661 w 1728164"/>
              <a:gd name="csY5269" fmla="*/ 814930 h 1028969"/>
              <a:gd name="csX5270" fmla="*/ 910830 w 1728164"/>
              <a:gd name="csY5270" fmla="*/ 813862 h 1028969"/>
              <a:gd name="csX5271" fmla="*/ 911008 w 1728164"/>
              <a:gd name="csY5271" fmla="*/ 812786 h 1028969"/>
              <a:gd name="csX5272" fmla="*/ 911177 w 1728164"/>
              <a:gd name="csY5272" fmla="*/ 811718 h 1028969"/>
              <a:gd name="csX5273" fmla="*/ 911355 w 1728164"/>
              <a:gd name="csY5273" fmla="*/ 810642 h 1028969"/>
              <a:gd name="csX5274" fmla="*/ 911524 w 1728164"/>
              <a:gd name="csY5274" fmla="*/ 809565 h 1028969"/>
              <a:gd name="csX5275" fmla="*/ 911702 w 1728164"/>
              <a:gd name="csY5275" fmla="*/ 808489 h 1028969"/>
              <a:gd name="csX5276" fmla="*/ 911871 w 1728164"/>
              <a:gd name="csY5276" fmla="*/ 807404 h 1028969"/>
              <a:gd name="csX5277" fmla="*/ 912040 w 1728164"/>
              <a:gd name="csY5277" fmla="*/ 806327 h 1028969"/>
              <a:gd name="csX5278" fmla="*/ 912218 w 1728164"/>
              <a:gd name="csY5278" fmla="*/ 805233 h 1028969"/>
              <a:gd name="csX5279" fmla="*/ 912387 w 1728164"/>
              <a:gd name="csY5279" fmla="*/ 804147 h 1028969"/>
              <a:gd name="csX5280" fmla="*/ 912565 w 1728164"/>
              <a:gd name="csY5280" fmla="*/ 803062 h 1028969"/>
              <a:gd name="csX5281" fmla="*/ 912734 w 1728164"/>
              <a:gd name="csY5281" fmla="*/ 801968 h 1028969"/>
              <a:gd name="csX5282" fmla="*/ 912912 w 1728164"/>
              <a:gd name="csY5282" fmla="*/ 800874 h 1028969"/>
              <a:gd name="csX5283" fmla="*/ 913081 w 1728164"/>
              <a:gd name="csY5283" fmla="*/ 799770 h 1028969"/>
              <a:gd name="csX5284" fmla="*/ 913250 w 1728164"/>
              <a:gd name="csY5284" fmla="*/ 798676 h 1028969"/>
              <a:gd name="csX5285" fmla="*/ 913428 w 1728164"/>
              <a:gd name="csY5285" fmla="*/ 797573 h 1028969"/>
              <a:gd name="csX5286" fmla="*/ 913597 w 1728164"/>
              <a:gd name="csY5286" fmla="*/ 796470 h 1028969"/>
              <a:gd name="csX5287" fmla="*/ 913775 w 1728164"/>
              <a:gd name="csY5287" fmla="*/ 795358 h 1028969"/>
              <a:gd name="csX5288" fmla="*/ 913944 w 1728164"/>
              <a:gd name="csY5288" fmla="*/ 794255 h 1028969"/>
              <a:gd name="csX5289" fmla="*/ 914122 w 1728164"/>
              <a:gd name="csY5289" fmla="*/ 793143 h 1028969"/>
              <a:gd name="csX5290" fmla="*/ 914291 w 1728164"/>
              <a:gd name="csY5290" fmla="*/ 792030 h 1028969"/>
              <a:gd name="csX5291" fmla="*/ 914460 w 1728164"/>
              <a:gd name="csY5291" fmla="*/ 790910 h 1028969"/>
              <a:gd name="csX5292" fmla="*/ 914638 w 1728164"/>
              <a:gd name="csY5292" fmla="*/ 789797 h 1028969"/>
              <a:gd name="csX5293" fmla="*/ 914807 w 1728164"/>
              <a:gd name="csY5293" fmla="*/ 788677 h 1028969"/>
              <a:gd name="csX5294" fmla="*/ 914985 w 1728164"/>
              <a:gd name="csY5294" fmla="*/ 787556 h 1028969"/>
              <a:gd name="csX5295" fmla="*/ 915154 w 1728164"/>
              <a:gd name="csY5295" fmla="*/ 786426 h 1028969"/>
              <a:gd name="csX5296" fmla="*/ 915332 w 1728164"/>
              <a:gd name="csY5296" fmla="*/ 785305 h 1028969"/>
              <a:gd name="csX5297" fmla="*/ 915501 w 1728164"/>
              <a:gd name="csY5297" fmla="*/ 784175 h 1028969"/>
              <a:gd name="csX5298" fmla="*/ 915670 w 1728164"/>
              <a:gd name="csY5298" fmla="*/ 783045 h 1028969"/>
              <a:gd name="csX5299" fmla="*/ 915848 w 1728164"/>
              <a:gd name="csY5299" fmla="*/ 781915 h 1028969"/>
              <a:gd name="csX5300" fmla="*/ 916017 w 1728164"/>
              <a:gd name="csY5300" fmla="*/ 780776 h 1028969"/>
              <a:gd name="csX5301" fmla="*/ 916195 w 1728164"/>
              <a:gd name="csY5301" fmla="*/ 779638 h 1028969"/>
              <a:gd name="csX5302" fmla="*/ 916364 w 1728164"/>
              <a:gd name="csY5302" fmla="*/ 778499 h 1028969"/>
              <a:gd name="csX5303" fmla="*/ 916542 w 1728164"/>
              <a:gd name="csY5303" fmla="*/ 777360 h 1028969"/>
              <a:gd name="csX5304" fmla="*/ 916711 w 1728164"/>
              <a:gd name="csY5304" fmla="*/ 776221 h 1028969"/>
              <a:gd name="csX5305" fmla="*/ 916880 w 1728164"/>
              <a:gd name="csY5305" fmla="*/ 775074 h 1028969"/>
              <a:gd name="csX5306" fmla="*/ 917058 w 1728164"/>
              <a:gd name="csY5306" fmla="*/ 773926 h 1028969"/>
              <a:gd name="csX5307" fmla="*/ 917227 w 1728164"/>
              <a:gd name="csY5307" fmla="*/ 772779 h 1028969"/>
              <a:gd name="csX5308" fmla="*/ 917405 w 1728164"/>
              <a:gd name="csY5308" fmla="*/ 771622 h 1028969"/>
              <a:gd name="csX5309" fmla="*/ 917574 w 1728164"/>
              <a:gd name="csY5309" fmla="*/ 770474 h 1028969"/>
              <a:gd name="csX5310" fmla="*/ 917752 w 1728164"/>
              <a:gd name="csY5310" fmla="*/ 769318 h 1028969"/>
              <a:gd name="csX5311" fmla="*/ 917921 w 1728164"/>
              <a:gd name="csY5311" fmla="*/ 768161 h 1028969"/>
              <a:gd name="csX5312" fmla="*/ 918090 w 1728164"/>
              <a:gd name="csY5312" fmla="*/ 767005 h 1028969"/>
              <a:gd name="csX5313" fmla="*/ 918268 w 1728164"/>
              <a:gd name="csY5313" fmla="*/ 765839 h 1028969"/>
              <a:gd name="csX5314" fmla="*/ 918437 w 1728164"/>
              <a:gd name="csY5314" fmla="*/ 764674 h 1028969"/>
              <a:gd name="csX5315" fmla="*/ 918615 w 1728164"/>
              <a:gd name="csY5315" fmla="*/ 763509 h 1028969"/>
              <a:gd name="csX5316" fmla="*/ 918784 w 1728164"/>
              <a:gd name="csY5316" fmla="*/ 762343 h 1028969"/>
              <a:gd name="csX5317" fmla="*/ 918953 w 1728164"/>
              <a:gd name="csY5317" fmla="*/ 761178 h 1028969"/>
              <a:gd name="csX5318" fmla="*/ 919131 w 1728164"/>
              <a:gd name="csY5318" fmla="*/ 760003 h 1028969"/>
              <a:gd name="csX5319" fmla="*/ 919300 w 1728164"/>
              <a:gd name="csY5319" fmla="*/ 758829 h 1028969"/>
              <a:gd name="csX5320" fmla="*/ 919477 w 1728164"/>
              <a:gd name="csY5320" fmla="*/ 757655 h 1028969"/>
              <a:gd name="csX5321" fmla="*/ 919647 w 1728164"/>
              <a:gd name="csY5321" fmla="*/ 756480 h 1028969"/>
              <a:gd name="csX5322" fmla="*/ 919824 w 1728164"/>
              <a:gd name="csY5322" fmla="*/ 755306 h 1028969"/>
              <a:gd name="csX5323" fmla="*/ 919994 w 1728164"/>
              <a:gd name="csY5323" fmla="*/ 754123 h 1028969"/>
              <a:gd name="csX5324" fmla="*/ 920163 w 1728164"/>
              <a:gd name="csY5324" fmla="*/ 752940 h 1028969"/>
              <a:gd name="csX5325" fmla="*/ 920340 w 1728164"/>
              <a:gd name="csY5325" fmla="*/ 751756 h 1028969"/>
              <a:gd name="csX5326" fmla="*/ 920510 w 1728164"/>
              <a:gd name="csY5326" fmla="*/ 750573 h 1028969"/>
              <a:gd name="csX5327" fmla="*/ 920687 w 1728164"/>
              <a:gd name="csY5327" fmla="*/ 749381 h 1028969"/>
              <a:gd name="csX5328" fmla="*/ 920856 w 1728164"/>
              <a:gd name="csY5328" fmla="*/ 748189 h 1028969"/>
              <a:gd name="csX5329" fmla="*/ 921034 w 1728164"/>
              <a:gd name="csY5329" fmla="*/ 747006 h 1028969"/>
              <a:gd name="csX5330" fmla="*/ 921203 w 1728164"/>
              <a:gd name="csY5330" fmla="*/ 745805 h 1028969"/>
              <a:gd name="csX5331" fmla="*/ 921372 w 1728164"/>
              <a:gd name="csY5331" fmla="*/ 744612 h 1028969"/>
              <a:gd name="csX5332" fmla="*/ 921550 w 1728164"/>
              <a:gd name="csY5332" fmla="*/ 743420 h 1028969"/>
              <a:gd name="csX5333" fmla="*/ 921719 w 1728164"/>
              <a:gd name="csY5333" fmla="*/ 742219 h 1028969"/>
              <a:gd name="csX5334" fmla="*/ 921897 w 1728164"/>
              <a:gd name="csY5334" fmla="*/ 741018 h 1028969"/>
              <a:gd name="csX5335" fmla="*/ 922066 w 1728164"/>
              <a:gd name="csY5335" fmla="*/ 739817 h 1028969"/>
              <a:gd name="csX5336" fmla="*/ 922244 w 1728164"/>
              <a:gd name="csY5336" fmla="*/ 738616 h 1028969"/>
              <a:gd name="csX5337" fmla="*/ 922413 w 1728164"/>
              <a:gd name="csY5337" fmla="*/ 737406 h 1028969"/>
              <a:gd name="csX5338" fmla="*/ 922582 w 1728164"/>
              <a:gd name="csY5338" fmla="*/ 736205 h 1028969"/>
              <a:gd name="csX5339" fmla="*/ 922760 w 1728164"/>
              <a:gd name="csY5339" fmla="*/ 734995 h 1028969"/>
              <a:gd name="csX5340" fmla="*/ 922929 w 1728164"/>
              <a:gd name="csY5340" fmla="*/ 733785 h 1028969"/>
              <a:gd name="csX5341" fmla="*/ 923107 w 1728164"/>
              <a:gd name="csY5341" fmla="*/ 732567 h 1028969"/>
              <a:gd name="csX5342" fmla="*/ 923276 w 1728164"/>
              <a:gd name="csY5342" fmla="*/ 731357 h 1028969"/>
              <a:gd name="csX5343" fmla="*/ 923454 w 1728164"/>
              <a:gd name="csY5343" fmla="*/ 730138 h 1028969"/>
              <a:gd name="csX5344" fmla="*/ 923623 w 1728164"/>
              <a:gd name="csY5344" fmla="*/ 728928 h 1028969"/>
              <a:gd name="csX5345" fmla="*/ 923792 w 1728164"/>
              <a:gd name="csY5345" fmla="*/ 727706 h 1028969"/>
              <a:gd name="csX5346" fmla="*/ 923970 w 1728164"/>
              <a:gd name="csY5346" fmla="*/ 726486 h 1028969"/>
              <a:gd name="csX5347" fmla="*/ 924139 w 1728164"/>
              <a:gd name="csY5347" fmla="*/ 725264 h 1028969"/>
              <a:gd name="csX5348" fmla="*/ 924317 w 1728164"/>
              <a:gd name="csY5348" fmla="*/ 724040 h 1028969"/>
              <a:gd name="csX5349" fmla="*/ 924486 w 1728164"/>
              <a:gd name="csY5349" fmla="*/ 722816 h 1028969"/>
              <a:gd name="csX5350" fmla="*/ 924664 w 1728164"/>
              <a:gd name="csY5350" fmla="*/ 721589 h 1028969"/>
              <a:gd name="csX5351" fmla="*/ 924833 w 1728164"/>
              <a:gd name="csY5351" fmla="*/ 720362 h 1028969"/>
              <a:gd name="csX5352" fmla="*/ 925002 w 1728164"/>
              <a:gd name="csY5352" fmla="*/ 719132 h 1028969"/>
              <a:gd name="csX5353" fmla="*/ 925180 w 1728164"/>
              <a:gd name="csY5353" fmla="*/ 717901 h 1028969"/>
              <a:gd name="csX5354" fmla="*/ 925349 w 1728164"/>
              <a:gd name="csY5354" fmla="*/ 716668 h 1028969"/>
              <a:gd name="csX5355" fmla="*/ 925527 w 1728164"/>
              <a:gd name="csY5355" fmla="*/ 715434 h 1028969"/>
              <a:gd name="csX5356" fmla="*/ 925696 w 1728164"/>
              <a:gd name="csY5356" fmla="*/ 714198 h 1028969"/>
              <a:gd name="csX5357" fmla="*/ 925874 w 1728164"/>
              <a:gd name="csY5357" fmla="*/ 712962 h 1028969"/>
              <a:gd name="csX5358" fmla="*/ 926043 w 1728164"/>
              <a:gd name="csY5358" fmla="*/ 711723 h 1028969"/>
              <a:gd name="csX5359" fmla="*/ 926212 w 1728164"/>
              <a:gd name="csY5359" fmla="*/ 710483 h 1028969"/>
              <a:gd name="csX5360" fmla="*/ 926390 w 1728164"/>
              <a:gd name="csY5360" fmla="*/ 709241 h 1028969"/>
              <a:gd name="csX5361" fmla="*/ 926559 w 1728164"/>
              <a:gd name="csY5361" fmla="*/ 707998 h 1028969"/>
              <a:gd name="csX5362" fmla="*/ 926737 w 1728164"/>
              <a:gd name="csY5362" fmla="*/ 706754 h 1028969"/>
              <a:gd name="csX5363" fmla="*/ 926906 w 1728164"/>
              <a:gd name="csY5363" fmla="*/ 705508 h 1028969"/>
              <a:gd name="csX5364" fmla="*/ 927084 w 1728164"/>
              <a:gd name="csY5364" fmla="*/ 704262 h 1028969"/>
              <a:gd name="csX5365" fmla="*/ 927253 w 1728164"/>
              <a:gd name="csY5365" fmla="*/ 703013 h 1028969"/>
              <a:gd name="csX5366" fmla="*/ 927422 w 1728164"/>
              <a:gd name="csY5366" fmla="*/ 701763 h 1028969"/>
              <a:gd name="csX5367" fmla="*/ 927600 w 1728164"/>
              <a:gd name="csY5367" fmla="*/ 700512 h 1028969"/>
              <a:gd name="csX5368" fmla="*/ 927769 w 1728164"/>
              <a:gd name="csY5368" fmla="*/ 699259 h 1028969"/>
              <a:gd name="csX5369" fmla="*/ 927947 w 1728164"/>
              <a:gd name="csY5369" fmla="*/ 698005 h 1028969"/>
              <a:gd name="csX5370" fmla="*/ 928116 w 1728164"/>
              <a:gd name="csY5370" fmla="*/ 696750 h 1028969"/>
              <a:gd name="csX5371" fmla="*/ 928294 w 1728164"/>
              <a:gd name="csY5371" fmla="*/ 695493 h 1028969"/>
              <a:gd name="csX5372" fmla="*/ 928463 w 1728164"/>
              <a:gd name="csY5372" fmla="*/ 694235 h 1028969"/>
              <a:gd name="csX5373" fmla="*/ 928632 w 1728164"/>
              <a:gd name="csY5373" fmla="*/ 692976 h 1028969"/>
              <a:gd name="csX5374" fmla="*/ 928810 w 1728164"/>
              <a:gd name="csY5374" fmla="*/ 691716 h 1028969"/>
              <a:gd name="csX5375" fmla="*/ 928979 w 1728164"/>
              <a:gd name="csY5375" fmla="*/ 690453 h 1028969"/>
              <a:gd name="csX5376" fmla="*/ 929157 w 1728164"/>
              <a:gd name="csY5376" fmla="*/ 689191 h 1028969"/>
              <a:gd name="csX5377" fmla="*/ 929326 w 1728164"/>
              <a:gd name="csY5377" fmla="*/ 687927 h 1028969"/>
              <a:gd name="csX5378" fmla="*/ 929504 w 1728164"/>
              <a:gd name="csY5378" fmla="*/ 686661 h 1028969"/>
              <a:gd name="csX5379" fmla="*/ 929673 w 1728164"/>
              <a:gd name="csY5379" fmla="*/ 685394 h 1028969"/>
              <a:gd name="csX5380" fmla="*/ 929842 w 1728164"/>
              <a:gd name="csY5380" fmla="*/ 684126 h 1028969"/>
              <a:gd name="csX5381" fmla="*/ 930020 w 1728164"/>
              <a:gd name="csY5381" fmla="*/ 682857 h 1028969"/>
              <a:gd name="csX5382" fmla="*/ 930189 w 1728164"/>
              <a:gd name="csY5382" fmla="*/ 681586 h 1028969"/>
              <a:gd name="csX5383" fmla="*/ 930367 w 1728164"/>
              <a:gd name="csY5383" fmla="*/ 680315 h 1028969"/>
              <a:gd name="csX5384" fmla="*/ 930536 w 1728164"/>
              <a:gd name="csY5384" fmla="*/ 679043 h 1028969"/>
              <a:gd name="csX5385" fmla="*/ 930714 w 1728164"/>
              <a:gd name="csY5385" fmla="*/ 677769 h 1028969"/>
              <a:gd name="csX5386" fmla="*/ 930883 w 1728164"/>
              <a:gd name="csY5386" fmla="*/ 676494 h 1028969"/>
              <a:gd name="csX5387" fmla="*/ 931052 w 1728164"/>
              <a:gd name="csY5387" fmla="*/ 675217 h 1028969"/>
              <a:gd name="csX5388" fmla="*/ 931230 w 1728164"/>
              <a:gd name="csY5388" fmla="*/ 673941 h 1028969"/>
              <a:gd name="csX5389" fmla="*/ 931399 w 1728164"/>
              <a:gd name="csY5389" fmla="*/ 672662 h 1028969"/>
              <a:gd name="csX5390" fmla="*/ 931577 w 1728164"/>
              <a:gd name="csY5390" fmla="*/ 671383 h 1028969"/>
              <a:gd name="csX5391" fmla="*/ 931746 w 1728164"/>
              <a:gd name="csY5391" fmla="*/ 670102 h 1028969"/>
              <a:gd name="csX5392" fmla="*/ 931924 w 1728164"/>
              <a:gd name="csY5392" fmla="*/ 668821 h 1028969"/>
              <a:gd name="csX5393" fmla="*/ 932093 w 1728164"/>
              <a:gd name="csY5393" fmla="*/ 667538 h 1028969"/>
              <a:gd name="csX5394" fmla="*/ 932262 w 1728164"/>
              <a:gd name="csY5394" fmla="*/ 666254 h 1028969"/>
              <a:gd name="csX5395" fmla="*/ 932440 w 1728164"/>
              <a:gd name="csY5395" fmla="*/ 664970 h 1028969"/>
              <a:gd name="csX5396" fmla="*/ 932609 w 1728164"/>
              <a:gd name="csY5396" fmla="*/ 663684 h 1028969"/>
              <a:gd name="csX5397" fmla="*/ 932787 w 1728164"/>
              <a:gd name="csY5397" fmla="*/ 662397 h 1028969"/>
              <a:gd name="csX5398" fmla="*/ 932956 w 1728164"/>
              <a:gd name="csY5398" fmla="*/ 661109 h 1028969"/>
              <a:gd name="csX5399" fmla="*/ 933134 w 1728164"/>
              <a:gd name="csY5399" fmla="*/ 659820 h 1028969"/>
              <a:gd name="csX5400" fmla="*/ 933303 w 1728164"/>
              <a:gd name="csY5400" fmla="*/ 658530 h 1028969"/>
              <a:gd name="csX5401" fmla="*/ 933472 w 1728164"/>
              <a:gd name="csY5401" fmla="*/ 657240 h 1028969"/>
              <a:gd name="csX5402" fmla="*/ 933650 w 1728164"/>
              <a:gd name="csY5402" fmla="*/ 655949 h 1028969"/>
              <a:gd name="csX5403" fmla="*/ 933819 w 1728164"/>
              <a:gd name="csY5403" fmla="*/ 654656 h 1028969"/>
              <a:gd name="csX5404" fmla="*/ 933997 w 1728164"/>
              <a:gd name="csY5404" fmla="*/ 653362 h 1028969"/>
              <a:gd name="csX5405" fmla="*/ 934166 w 1728164"/>
              <a:gd name="csY5405" fmla="*/ 652068 h 1028969"/>
              <a:gd name="csX5406" fmla="*/ 934343 w 1728164"/>
              <a:gd name="csY5406" fmla="*/ 650773 h 1028969"/>
              <a:gd name="csX5407" fmla="*/ 934513 w 1728164"/>
              <a:gd name="csY5407" fmla="*/ 649476 h 1028969"/>
              <a:gd name="csX5408" fmla="*/ 934681 w 1728164"/>
              <a:gd name="csY5408" fmla="*/ 648179 h 1028969"/>
              <a:gd name="csX5409" fmla="*/ 934859 w 1728164"/>
              <a:gd name="csY5409" fmla="*/ 646881 h 1028969"/>
              <a:gd name="csX5410" fmla="*/ 935028 w 1728164"/>
              <a:gd name="csY5410" fmla="*/ 645583 h 1028969"/>
              <a:gd name="csX5411" fmla="*/ 935206 w 1728164"/>
              <a:gd name="csY5411" fmla="*/ 644283 h 1028969"/>
              <a:gd name="csX5412" fmla="*/ 935375 w 1728164"/>
              <a:gd name="csY5412" fmla="*/ 642982 h 1028969"/>
              <a:gd name="csX5413" fmla="*/ 935553 w 1728164"/>
              <a:gd name="csY5413" fmla="*/ 641681 h 1028969"/>
              <a:gd name="csX5414" fmla="*/ 935722 w 1728164"/>
              <a:gd name="csY5414" fmla="*/ 640379 h 1028969"/>
              <a:gd name="csX5415" fmla="*/ 935892 w 1728164"/>
              <a:gd name="csY5415" fmla="*/ 639076 h 1028969"/>
              <a:gd name="csX5416" fmla="*/ 936069 w 1728164"/>
              <a:gd name="csY5416" fmla="*/ 637772 h 1028969"/>
              <a:gd name="csX5417" fmla="*/ 936238 w 1728164"/>
              <a:gd name="csY5417" fmla="*/ 636468 h 1028969"/>
              <a:gd name="csX5418" fmla="*/ 936416 w 1728164"/>
              <a:gd name="csY5418" fmla="*/ 635162 h 1028969"/>
              <a:gd name="csX5419" fmla="*/ 936585 w 1728164"/>
              <a:gd name="csY5419" fmla="*/ 633856 h 1028969"/>
              <a:gd name="csX5420" fmla="*/ 936763 w 1728164"/>
              <a:gd name="csY5420" fmla="*/ 632550 h 1028969"/>
              <a:gd name="csX5421" fmla="*/ 936932 w 1728164"/>
              <a:gd name="csY5421" fmla="*/ 631242 h 1028969"/>
              <a:gd name="csX5422" fmla="*/ 937101 w 1728164"/>
              <a:gd name="csY5422" fmla="*/ 629934 h 1028969"/>
              <a:gd name="csX5423" fmla="*/ 937279 w 1728164"/>
              <a:gd name="csY5423" fmla="*/ 628625 h 1028969"/>
              <a:gd name="csX5424" fmla="*/ 937448 w 1728164"/>
              <a:gd name="csY5424" fmla="*/ 627315 h 1028969"/>
              <a:gd name="csX5425" fmla="*/ 937626 w 1728164"/>
              <a:gd name="csY5425" fmla="*/ 626005 h 1028969"/>
              <a:gd name="csX5426" fmla="*/ 937795 w 1728164"/>
              <a:gd name="csY5426" fmla="*/ 624695 h 1028969"/>
              <a:gd name="csX5427" fmla="*/ 937964 w 1728164"/>
              <a:gd name="csY5427" fmla="*/ 623383 h 1028969"/>
              <a:gd name="csX5428" fmla="*/ 938142 w 1728164"/>
              <a:gd name="csY5428" fmla="*/ 622071 h 1028969"/>
              <a:gd name="csX5429" fmla="*/ 938311 w 1728164"/>
              <a:gd name="csY5429" fmla="*/ 620758 h 1028969"/>
              <a:gd name="csX5430" fmla="*/ 938489 w 1728164"/>
              <a:gd name="csY5430" fmla="*/ 619444 h 1028969"/>
              <a:gd name="csX5431" fmla="*/ 938658 w 1728164"/>
              <a:gd name="csY5431" fmla="*/ 618130 h 1028969"/>
              <a:gd name="csX5432" fmla="*/ 938836 w 1728164"/>
              <a:gd name="csY5432" fmla="*/ 616816 h 1028969"/>
              <a:gd name="csX5433" fmla="*/ 939005 w 1728164"/>
              <a:gd name="csY5433" fmla="*/ 615500 h 1028969"/>
              <a:gd name="csX5434" fmla="*/ 939174 w 1728164"/>
              <a:gd name="csY5434" fmla="*/ 614184 h 1028969"/>
              <a:gd name="csX5435" fmla="*/ 939352 w 1728164"/>
              <a:gd name="csY5435" fmla="*/ 612868 h 1028969"/>
              <a:gd name="csX5436" fmla="*/ 939521 w 1728164"/>
              <a:gd name="csY5436" fmla="*/ 611551 h 1028969"/>
              <a:gd name="csX5437" fmla="*/ 939699 w 1728164"/>
              <a:gd name="csY5437" fmla="*/ 610233 h 1028969"/>
              <a:gd name="csX5438" fmla="*/ 939868 w 1728164"/>
              <a:gd name="csY5438" fmla="*/ 608916 h 1028969"/>
              <a:gd name="csX5439" fmla="*/ 940046 w 1728164"/>
              <a:gd name="csY5439" fmla="*/ 607596 h 1028969"/>
              <a:gd name="csX5440" fmla="*/ 940215 w 1728164"/>
              <a:gd name="csY5440" fmla="*/ 606278 h 1028969"/>
              <a:gd name="csX5441" fmla="*/ 940384 w 1728164"/>
              <a:gd name="csY5441" fmla="*/ 604959 h 1028969"/>
              <a:gd name="csX5442" fmla="*/ 940562 w 1728164"/>
              <a:gd name="csY5442" fmla="*/ 603638 h 1028969"/>
              <a:gd name="csX5443" fmla="*/ 940731 w 1728164"/>
              <a:gd name="csY5443" fmla="*/ 602318 h 1028969"/>
              <a:gd name="csX5444" fmla="*/ 940909 w 1728164"/>
              <a:gd name="csY5444" fmla="*/ 600997 h 1028969"/>
              <a:gd name="csX5445" fmla="*/ 941078 w 1728164"/>
              <a:gd name="csY5445" fmla="*/ 599675 h 1028969"/>
              <a:gd name="csX5446" fmla="*/ 941256 w 1728164"/>
              <a:gd name="csY5446" fmla="*/ 598354 h 1028969"/>
              <a:gd name="csX5447" fmla="*/ 941425 w 1728164"/>
              <a:gd name="csY5447" fmla="*/ 597031 h 1028969"/>
              <a:gd name="csX5448" fmla="*/ 941594 w 1728164"/>
              <a:gd name="csY5448" fmla="*/ 595709 h 1028969"/>
              <a:gd name="csX5449" fmla="*/ 941772 w 1728164"/>
              <a:gd name="csY5449" fmla="*/ 594386 h 1028969"/>
              <a:gd name="csX5450" fmla="*/ 941941 w 1728164"/>
              <a:gd name="csY5450" fmla="*/ 593062 h 1028969"/>
              <a:gd name="csX5451" fmla="*/ 942119 w 1728164"/>
              <a:gd name="csY5451" fmla="*/ 591739 h 1028969"/>
              <a:gd name="csX5452" fmla="*/ 942288 w 1728164"/>
              <a:gd name="csY5452" fmla="*/ 590415 h 1028969"/>
              <a:gd name="csX5453" fmla="*/ 942466 w 1728164"/>
              <a:gd name="csY5453" fmla="*/ 589090 h 1028969"/>
              <a:gd name="csX5454" fmla="*/ 942635 w 1728164"/>
              <a:gd name="csY5454" fmla="*/ 587765 h 1028969"/>
              <a:gd name="csX5455" fmla="*/ 942804 w 1728164"/>
              <a:gd name="csY5455" fmla="*/ 586440 h 1028969"/>
              <a:gd name="csX5456" fmla="*/ 942982 w 1728164"/>
              <a:gd name="csY5456" fmla="*/ 585114 h 1028969"/>
              <a:gd name="csX5457" fmla="*/ 943151 w 1728164"/>
              <a:gd name="csY5457" fmla="*/ 583789 h 1028969"/>
              <a:gd name="csX5458" fmla="*/ 943329 w 1728164"/>
              <a:gd name="csY5458" fmla="*/ 582462 h 1028969"/>
              <a:gd name="csX5459" fmla="*/ 943498 w 1728164"/>
              <a:gd name="csY5459" fmla="*/ 581136 h 1028969"/>
              <a:gd name="csX5460" fmla="*/ 943676 w 1728164"/>
              <a:gd name="csY5460" fmla="*/ 579809 h 1028969"/>
              <a:gd name="csX5461" fmla="*/ 943845 w 1728164"/>
              <a:gd name="csY5461" fmla="*/ 578483 h 1028969"/>
              <a:gd name="csX5462" fmla="*/ 944014 w 1728164"/>
              <a:gd name="csY5462" fmla="*/ 577155 h 1028969"/>
              <a:gd name="csX5463" fmla="*/ 944192 w 1728164"/>
              <a:gd name="csY5463" fmla="*/ 575828 h 1028969"/>
              <a:gd name="csX5464" fmla="*/ 944361 w 1728164"/>
              <a:gd name="csY5464" fmla="*/ 574500 h 1028969"/>
              <a:gd name="csX5465" fmla="*/ 944539 w 1728164"/>
              <a:gd name="csY5465" fmla="*/ 573173 h 1028969"/>
              <a:gd name="csX5466" fmla="*/ 944708 w 1728164"/>
              <a:gd name="csY5466" fmla="*/ 571844 h 1028969"/>
              <a:gd name="csX5467" fmla="*/ 944886 w 1728164"/>
              <a:gd name="csY5467" fmla="*/ 570516 h 1028969"/>
              <a:gd name="csX5468" fmla="*/ 945055 w 1728164"/>
              <a:gd name="csY5468" fmla="*/ 569188 h 1028969"/>
              <a:gd name="csX5469" fmla="*/ 945224 w 1728164"/>
              <a:gd name="csY5469" fmla="*/ 567859 h 1028969"/>
              <a:gd name="csX5470" fmla="*/ 945402 w 1728164"/>
              <a:gd name="csY5470" fmla="*/ 566530 h 1028969"/>
              <a:gd name="csX5471" fmla="*/ 945571 w 1728164"/>
              <a:gd name="csY5471" fmla="*/ 565201 h 1028969"/>
              <a:gd name="csX5472" fmla="*/ 945749 w 1728164"/>
              <a:gd name="csY5472" fmla="*/ 563872 h 1028969"/>
              <a:gd name="csX5473" fmla="*/ 945918 w 1728164"/>
              <a:gd name="csY5473" fmla="*/ 562543 h 1028969"/>
              <a:gd name="csX5474" fmla="*/ 946096 w 1728164"/>
              <a:gd name="csY5474" fmla="*/ 561214 h 1028969"/>
              <a:gd name="csX5475" fmla="*/ 946265 w 1728164"/>
              <a:gd name="csY5475" fmla="*/ 559885 h 1028969"/>
              <a:gd name="csX5476" fmla="*/ 946434 w 1728164"/>
              <a:gd name="csY5476" fmla="*/ 558555 h 1028969"/>
              <a:gd name="csX5477" fmla="*/ 946612 w 1728164"/>
              <a:gd name="csY5477" fmla="*/ 557226 h 1028969"/>
              <a:gd name="csX5478" fmla="*/ 946781 w 1728164"/>
              <a:gd name="csY5478" fmla="*/ 555896 h 1028969"/>
              <a:gd name="csX5479" fmla="*/ 946959 w 1728164"/>
              <a:gd name="csY5479" fmla="*/ 554566 h 1028969"/>
              <a:gd name="csX5480" fmla="*/ 947128 w 1728164"/>
              <a:gd name="csY5480" fmla="*/ 553236 h 1028969"/>
              <a:gd name="csX5481" fmla="*/ 947306 w 1728164"/>
              <a:gd name="csY5481" fmla="*/ 551906 h 1028969"/>
              <a:gd name="csX5482" fmla="*/ 947475 w 1728164"/>
              <a:gd name="csY5482" fmla="*/ 550577 h 1028969"/>
              <a:gd name="csX5483" fmla="*/ 947644 w 1728164"/>
              <a:gd name="csY5483" fmla="*/ 549247 h 1028969"/>
              <a:gd name="csX5484" fmla="*/ 947822 w 1728164"/>
              <a:gd name="csY5484" fmla="*/ 547917 h 1028969"/>
              <a:gd name="csX5485" fmla="*/ 947991 w 1728164"/>
              <a:gd name="csY5485" fmla="*/ 546588 h 1028969"/>
              <a:gd name="csX5486" fmla="*/ 948169 w 1728164"/>
              <a:gd name="csY5486" fmla="*/ 545258 h 1028969"/>
              <a:gd name="csX5487" fmla="*/ 948338 w 1728164"/>
              <a:gd name="csY5487" fmla="*/ 543928 h 1028969"/>
              <a:gd name="csX5488" fmla="*/ 948516 w 1728164"/>
              <a:gd name="csY5488" fmla="*/ 542599 h 1028969"/>
              <a:gd name="csX5489" fmla="*/ 948685 w 1728164"/>
              <a:gd name="csY5489" fmla="*/ 541269 h 1028969"/>
              <a:gd name="csX5490" fmla="*/ 948854 w 1728164"/>
              <a:gd name="csY5490" fmla="*/ 539940 h 1028969"/>
              <a:gd name="csX5491" fmla="*/ 949031 w 1728164"/>
              <a:gd name="csY5491" fmla="*/ 538610 h 1028969"/>
              <a:gd name="csX5492" fmla="*/ 949201 w 1728164"/>
              <a:gd name="csY5492" fmla="*/ 537281 h 1028969"/>
              <a:gd name="csX5493" fmla="*/ 949378 w 1728164"/>
              <a:gd name="csY5493" fmla="*/ 535952 h 1028969"/>
              <a:gd name="csX5494" fmla="*/ 949548 w 1728164"/>
              <a:gd name="csY5494" fmla="*/ 534622 h 1028969"/>
              <a:gd name="csX5495" fmla="*/ 949725 w 1728164"/>
              <a:gd name="csY5495" fmla="*/ 533293 h 1028969"/>
              <a:gd name="csX5496" fmla="*/ 949895 w 1728164"/>
              <a:gd name="csY5496" fmla="*/ 531964 h 1028969"/>
              <a:gd name="csX5497" fmla="*/ 950063 w 1728164"/>
              <a:gd name="csY5497" fmla="*/ 530635 h 1028969"/>
              <a:gd name="csX5498" fmla="*/ 950241 w 1728164"/>
              <a:gd name="csY5498" fmla="*/ 529307 h 1028969"/>
              <a:gd name="csX5499" fmla="*/ 950410 w 1728164"/>
              <a:gd name="csY5499" fmla="*/ 527979 h 1028969"/>
              <a:gd name="csX5500" fmla="*/ 950588 w 1728164"/>
              <a:gd name="csY5500" fmla="*/ 526649 h 1028969"/>
              <a:gd name="csX5501" fmla="*/ 950757 w 1728164"/>
              <a:gd name="csY5501" fmla="*/ 525322 h 1028969"/>
              <a:gd name="csX5502" fmla="*/ 950935 w 1728164"/>
              <a:gd name="csY5502" fmla="*/ 523994 h 1028969"/>
              <a:gd name="csX5503" fmla="*/ 951104 w 1728164"/>
              <a:gd name="csY5503" fmla="*/ 522666 h 1028969"/>
              <a:gd name="csX5504" fmla="*/ 951273 w 1728164"/>
              <a:gd name="csY5504" fmla="*/ 521338 h 1028969"/>
              <a:gd name="csX5505" fmla="*/ 951451 w 1728164"/>
              <a:gd name="csY5505" fmla="*/ 520011 h 1028969"/>
              <a:gd name="csX5506" fmla="*/ 951620 w 1728164"/>
              <a:gd name="csY5506" fmla="*/ 518684 h 1028969"/>
              <a:gd name="csX5507" fmla="*/ 951798 w 1728164"/>
              <a:gd name="csY5507" fmla="*/ 517357 h 1028969"/>
              <a:gd name="csX5508" fmla="*/ 951967 w 1728164"/>
              <a:gd name="csY5508" fmla="*/ 516031 h 1028969"/>
              <a:gd name="csX5509" fmla="*/ 952145 w 1728164"/>
              <a:gd name="csY5509" fmla="*/ 514705 h 1028969"/>
              <a:gd name="csX5510" fmla="*/ 952314 w 1728164"/>
              <a:gd name="csY5510" fmla="*/ 513379 h 1028969"/>
              <a:gd name="csX5511" fmla="*/ 952483 w 1728164"/>
              <a:gd name="csY5511" fmla="*/ 512053 h 1028969"/>
              <a:gd name="csX5512" fmla="*/ 952661 w 1728164"/>
              <a:gd name="csY5512" fmla="*/ 510727 h 1028969"/>
              <a:gd name="csX5513" fmla="*/ 952830 w 1728164"/>
              <a:gd name="csY5513" fmla="*/ 509403 h 1028969"/>
              <a:gd name="csX5514" fmla="*/ 953008 w 1728164"/>
              <a:gd name="csY5514" fmla="*/ 508078 h 1028969"/>
              <a:gd name="csX5515" fmla="*/ 953177 w 1728164"/>
              <a:gd name="csY5515" fmla="*/ 506753 h 1028969"/>
              <a:gd name="csX5516" fmla="*/ 953355 w 1728164"/>
              <a:gd name="csY5516" fmla="*/ 505430 h 1028969"/>
              <a:gd name="csX5517" fmla="*/ 953524 w 1728164"/>
              <a:gd name="csY5517" fmla="*/ 504106 h 1028969"/>
              <a:gd name="csX5518" fmla="*/ 953693 w 1728164"/>
              <a:gd name="csY5518" fmla="*/ 502782 h 1028969"/>
              <a:gd name="csX5519" fmla="*/ 953871 w 1728164"/>
              <a:gd name="csY5519" fmla="*/ 501459 h 1028969"/>
              <a:gd name="csX5520" fmla="*/ 954040 w 1728164"/>
              <a:gd name="csY5520" fmla="*/ 500136 h 1028969"/>
              <a:gd name="csX5521" fmla="*/ 954218 w 1728164"/>
              <a:gd name="csY5521" fmla="*/ 498814 h 1028969"/>
              <a:gd name="csX5522" fmla="*/ 954387 w 1728164"/>
              <a:gd name="csY5522" fmla="*/ 497492 h 1028969"/>
              <a:gd name="csX5523" fmla="*/ 954565 w 1728164"/>
              <a:gd name="csY5523" fmla="*/ 496171 h 1028969"/>
              <a:gd name="csX5524" fmla="*/ 954734 w 1728164"/>
              <a:gd name="csY5524" fmla="*/ 494850 h 1028969"/>
              <a:gd name="csX5525" fmla="*/ 954903 w 1728164"/>
              <a:gd name="csY5525" fmla="*/ 493530 h 1028969"/>
              <a:gd name="csX5526" fmla="*/ 955081 w 1728164"/>
              <a:gd name="csY5526" fmla="*/ 492209 h 1028969"/>
              <a:gd name="csX5527" fmla="*/ 955250 w 1728164"/>
              <a:gd name="csY5527" fmla="*/ 490890 h 1028969"/>
              <a:gd name="csX5528" fmla="*/ 955428 w 1728164"/>
              <a:gd name="csY5528" fmla="*/ 489571 h 1028969"/>
              <a:gd name="csX5529" fmla="*/ 955597 w 1728164"/>
              <a:gd name="csY5529" fmla="*/ 488252 h 1028969"/>
              <a:gd name="csX5530" fmla="*/ 955775 w 1728164"/>
              <a:gd name="csY5530" fmla="*/ 486934 h 1028969"/>
              <a:gd name="csX5531" fmla="*/ 955944 w 1728164"/>
              <a:gd name="csY5531" fmla="*/ 485616 h 1028969"/>
              <a:gd name="csX5532" fmla="*/ 956113 w 1728164"/>
              <a:gd name="csY5532" fmla="*/ 484299 h 1028969"/>
              <a:gd name="csX5533" fmla="*/ 956291 w 1728164"/>
              <a:gd name="csY5533" fmla="*/ 482982 h 1028969"/>
              <a:gd name="csX5534" fmla="*/ 956460 w 1728164"/>
              <a:gd name="csY5534" fmla="*/ 481666 h 1028969"/>
              <a:gd name="csX5535" fmla="*/ 956638 w 1728164"/>
              <a:gd name="csY5535" fmla="*/ 480350 h 1028969"/>
              <a:gd name="csX5536" fmla="*/ 956807 w 1728164"/>
              <a:gd name="csY5536" fmla="*/ 479036 h 1028969"/>
              <a:gd name="csX5537" fmla="*/ 956976 w 1728164"/>
              <a:gd name="csY5537" fmla="*/ 477721 h 1028969"/>
              <a:gd name="csX5538" fmla="*/ 957154 w 1728164"/>
              <a:gd name="csY5538" fmla="*/ 476407 h 1028969"/>
              <a:gd name="csX5539" fmla="*/ 957323 w 1728164"/>
              <a:gd name="csY5539" fmla="*/ 475094 h 1028969"/>
              <a:gd name="csX5540" fmla="*/ 957501 w 1728164"/>
              <a:gd name="csY5540" fmla="*/ 473780 h 1028969"/>
              <a:gd name="csX5541" fmla="*/ 957670 w 1728164"/>
              <a:gd name="csY5541" fmla="*/ 472468 h 1028969"/>
              <a:gd name="csX5542" fmla="*/ 957848 w 1728164"/>
              <a:gd name="csY5542" fmla="*/ 471157 h 1028969"/>
              <a:gd name="csX5543" fmla="*/ 958017 w 1728164"/>
              <a:gd name="csY5543" fmla="*/ 469846 h 1028969"/>
              <a:gd name="csX5544" fmla="*/ 958186 w 1728164"/>
              <a:gd name="csY5544" fmla="*/ 468535 h 1028969"/>
              <a:gd name="csX5545" fmla="*/ 958364 w 1728164"/>
              <a:gd name="csY5545" fmla="*/ 467226 h 1028969"/>
              <a:gd name="csX5546" fmla="*/ 958533 w 1728164"/>
              <a:gd name="csY5546" fmla="*/ 465917 h 1028969"/>
              <a:gd name="csX5547" fmla="*/ 958711 w 1728164"/>
              <a:gd name="csY5547" fmla="*/ 464608 h 1028969"/>
              <a:gd name="csX5548" fmla="*/ 958880 w 1728164"/>
              <a:gd name="csY5548" fmla="*/ 463300 h 1028969"/>
              <a:gd name="csX5549" fmla="*/ 959058 w 1728164"/>
              <a:gd name="csY5549" fmla="*/ 461994 h 1028969"/>
              <a:gd name="csX5550" fmla="*/ 959227 w 1728164"/>
              <a:gd name="csY5550" fmla="*/ 460687 h 1028969"/>
              <a:gd name="csX5551" fmla="*/ 959396 w 1728164"/>
              <a:gd name="csY5551" fmla="*/ 459382 h 1028969"/>
              <a:gd name="csX5552" fmla="*/ 959574 w 1728164"/>
              <a:gd name="csY5552" fmla="*/ 458076 h 1028969"/>
              <a:gd name="csX5553" fmla="*/ 959743 w 1728164"/>
              <a:gd name="csY5553" fmla="*/ 456772 h 1028969"/>
              <a:gd name="csX5554" fmla="*/ 959921 w 1728164"/>
              <a:gd name="csY5554" fmla="*/ 455468 h 1028969"/>
              <a:gd name="csX5555" fmla="*/ 960090 w 1728164"/>
              <a:gd name="csY5555" fmla="*/ 454166 h 1028969"/>
              <a:gd name="csX5556" fmla="*/ 960268 w 1728164"/>
              <a:gd name="csY5556" fmla="*/ 452863 h 1028969"/>
              <a:gd name="csX5557" fmla="*/ 960437 w 1728164"/>
              <a:gd name="csY5557" fmla="*/ 451562 h 1028969"/>
              <a:gd name="csX5558" fmla="*/ 960606 w 1728164"/>
              <a:gd name="csY5558" fmla="*/ 450261 h 1028969"/>
              <a:gd name="csX5559" fmla="*/ 960784 w 1728164"/>
              <a:gd name="csY5559" fmla="*/ 448961 h 1028969"/>
              <a:gd name="csX5560" fmla="*/ 960953 w 1728164"/>
              <a:gd name="csY5560" fmla="*/ 447662 h 1028969"/>
              <a:gd name="csX5561" fmla="*/ 961131 w 1728164"/>
              <a:gd name="csY5561" fmla="*/ 446364 h 1028969"/>
              <a:gd name="csX5562" fmla="*/ 961300 w 1728164"/>
              <a:gd name="csY5562" fmla="*/ 445066 h 1028969"/>
              <a:gd name="csX5563" fmla="*/ 961478 w 1728164"/>
              <a:gd name="csY5563" fmla="*/ 443770 h 1028969"/>
              <a:gd name="csX5564" fmla="*/ 961647 w 1728164"/>
              <a:gd name="csY5564" fmla="*/ 442474 h 1028969"/>
              <a:gd name="csX5565" fmla="*/ 961816 w 1728164"/>
              <a:gd name="csY5565" fmla="*/ 441179 h 1028969"/>
              <a:gd name="csX5566" fmla="*/ 961994 w 1728164"/>
              <a:gd name="csY5566" fmla="*/ 439885 h 1028969"/>
              <a:gd name="csX5567" fmla="*/ 962163 w 1728164"/>
              <a:gd name="csY5567" fmla="*/ 438591 h 1028969"/>
              <a:gd name="csX5568" fmla="*/ 962341 w 1728164"/>
              <a:gd name="csY5568" fmla="*/ 437299 h 1028969"/>
              <a:gd name="csX5569" fmla="*/ 962510 w 1728164"/>
              <a:gd name="csY5569" fmla="*/ 436007 h 1028969"/>
              <a:gd name="csX5570" fmla="*/ 962688 w 1728164"/>
              <a:gd name="csY5570" fmla="*/ 434716 h 1028969"/>
              <a:gd name="csX5571" fmla="*/ 962857 w 1728164"/>
              <a:gd name="csY5571" fmla="*/ 433427 h 1028969"/>
              <a:gd name="csX5572" fmla="*/ 963026 w 1728164"/>
              <a:gd name="csY5572" fmla="*/ 432138 h 1028969"/>
              <a:gd name="csX5573" fmla="*/ 963204 w 1728164"/>
              <a:gd name="csY5573" fmla="*/ 430850 h 1028969"/>
              <a:gd name="csX5574" fmla="*/ 963373 w 1728164"/>
              <a:gd name="csY5574" fmla="*/ 429562 h 1028969"/>
              <a:gd name="csX5575" fmla="*/ 963551 w 1728164"/>
              <a:gd name="csY5575" fmla="*/ 428276 h 1028969"/>
              <a:gd name="csX5576" fmla="*/ 963720 w 1728164"/>
              <a:gd name="csY5576" fmla="*/ 426990 h 1028969"/>
              <a:gd name="csX5577" fmla="*/ 963898 w 1728164"/>
              <a:gd name="csY5577" fmla="*/ 425706 h 1028969"/>
              <a:gd name="csX5578" fmla="*/ 964066 w 1728164"/>
              <a:gd name="csY5578" fmla="*/ 424423 h 1028969"/>
              <a:gd name="csX5579" fmla="*/ 964236 w 1728164"/>
              <a:gd name="csY5579" fmla="*/ 423140 h 1028969"/>
              <a:gd name="csX5580" fmla="*/ 964413 w 1728164"/>
              <a:gd name="csY5580" fmla="*/ 421858 h 1028969"/>
              <a:gd name="csX5581" fmla="*/ 964583 w 1728164"/>
              <a:gd name="csY5581" fmla="*/ 420578 h 1028969"/>
              <a:gd name="csX5582" fmla="*/ 964760 w 1728164"/>
              <a:gd name="csY5582" fmla="*/ 419299 h 1028969"/>
              <a:gd name="csX5583" fmla="*/ 964929 w 1728164"/>
              <a:gd name="csY5583" fmla="*/ 418019 h 1028969"/>
              <a:gd name="csX5584" fmla="*/ 965107 w 1728164"/>
              <a:gd name="csY5584" fmla="*/ 416742 h 1028969"/>
              <a:gd name="csX5585" fmla="*/ 965276 w 1728164"/>
              <a:gd name="csY5585" fmla="*/ 415465 h 1028969"/>
              <a:gd name="csX5586" fmla="*/ 965445 w 1728164"/>
              <a:gd name="csY5586" fmla="*/ 414189 h 1028969"/>
              <a:gd name="csX5587" fmla="*/ 965623 w 1728164"/>
              <a:gd name="csY5587" fmla="*/ 412914 h 1028969"/>
              <a:gd name="csX5588" fmla="*/ 965792 w 1728164"/>
              <a:gd name="csY5588" fmla="*/ 411641 h 1028969"/>
              <a:gd name="csX5589" fmla="*/ 965970 w 1728164"/>
              <a:gd name="csY5589" fmla="*/ 410368 h 1028969"/>
              <a:gd name="csX5590" fmla="*/ 966139 w 1728164"/>
              <a:gd name="csY5590" fmla="*/ 409097 h 1028969"/>
              <a:gd name="csX5591" fmla="*/ 966317 w 1728164"/>
              <a:gd name="csY5591" fmla="*/ 407827 h 1028969"/>
              <a:gd name="csX5592" fmla="*/ 966486 w 1728164"/>
              <a:gd name="csY5592" fmla="*/ 406557 h 1028969"/>
              <a:gd name="csX5593" fmla="*/ 966655 w 1728164"/>
              <a:gd name="csY5593" fmla="*/ 405288 h 1028969"/>
              <a:gd name="csX5594" fmla="*/ 966833 w 1728164"/>
              <a:gd name="csY5594" fmla="*/ 404022 h 1028969"/>
              <a:gd name="csX5595" fmla="*/ 967002 w 1728164"/>
              <a:gd name="csY5595" fmla="*/ 402755 h 1028969"/>
              <a:gd name="csX5596" fmla="*/ 967180 w 1728164"/>
              <a:gd name="csY5596" fmla="*/ 401490 h 1028969"/>
              <a:gd name="csX5597" fmla="*/ 967349 w 1728164"/>
              <a:gd name="csY5597" fmla="*/ 400226 h 1028969"/>
              <a:gd name="csX5598" fmla="*/ 967527 w 1728164"/>
              <a:gd name="csY5598" fmla="*/ 398963 h 1028969"/>
              <a:gd name="csX5599" fmla="*/ 967696 w 1728164"/>
              <a:gd name="csY5599" fmla="*/ 397702 h 1028969"/>
              <a:gd name="csX5600" fmla="*/ 967865 w 1728164"/>
              <a:gd name="csY5600" fmla="*/ 396441 h 1028969"/>
              <a:gd name="csX5601" fmla="*/ 968043 w 1728164"/>
              <a:gd name="csY5601" fmla="*/ 395181 h 1028969"/>
              <a:gd name="csX5602" fmla="*/ 968212 w 1728164"/>
              <a:gd name="csY5602" fmla="*/ 393923 h 1028969"/>
              <a:gd name="csX5603" fmla="*/ 968390 w 1728164"/>
              <a:gd name="csY5603" fmla="*/ 392665 h 1028969"/>
              <a:gd name="csX5604" fmla="*/ 968559 w 1728164"/>
              <a:gd name="csY5604" fmla="*/ 391409 h 1028969"/>
              <a:gd name="csX5605" fmla="*/ 968737 w 1728164"/>
              <a:gd name="csY5605" fmla="*/ 390155 h 1028969"/>
              <a:gd name="csX5606" fmla="*/ 968906 w 1728164"/>
              <a:gd name="csY5606" fmla="*/ 388901 h 1028969"/>
              <a:gd name="csX5607" fmla="*/ 969075 w 1728164"/>
              <a:gd name="csY5607" fmla="*/ 387649 h 1028969"/>
              <a:gd name="csX5608" fmla="*/ 969253 w 1728164"/>
              <a:gd name="csY5608" fmla="*/ 386397 h 1028969"/>
              <a:gd name="csX5609" fmla="*/ 969422 w 1728164"/>
              <a:gd name="csY5609" fmla="*/ 385147 h 1028969"/>
              <a:gd name="csX5610" fmla="*/ 969600 w 1728164"/>
              <a:gd name="csY5610" fmla="*/ 383898 h 1028969"/>
              <a:gd name="csX5611" fmla="*/ 969769 w 1728164"/>
              <a:gd name="csY5611" fmla="*/ 382651 h 1028969"/>
              <a:gd name="csX5612" fmla="*/ 969947 w 1728164"/>
              <a:gd name="csY5612" fmla="*/ 381404 h 1028969"/>
              <a:gd name="csX5613" fmla="*/ 970116 w 1728164"/>
              <a:gd name="csY5613" fmla="*/ 380159 h 1028969"/>
              <a:gd name="csX5614" fmla="*/ 970285 w 1728164"/>
              <a:gd name="csY5614" fmla="*/ 378914 h 1028969"/>
              <a:gd name="csX5615" fmla="*/ 970463 w 1728164"/>
              <a:gd name="csY5615" fmla="*/ 377672 h 1028969"/>
              <a:gd name="csX5616" fmla="*/ 970632 w 1728164"/>
              <a:gd name="csY5616" fmla="*/ 376430 h 1028969"/>
              <a:gd name="csX5617" fmla="*/ 970810 w 1728164"/>
              <a:gd name="csY5617" fmla="*/ 375190 h 1028969"/>
              <a:gd name="csX5618" fmla="*/ 970979 w 1728164"/>
              <a:gd name="csY5618" fmla="*/ 373951 h 1028969"/>
              <a:gd name="csX5619" fmla="*/ 971157 w 1728164"/>
              <a:gd name="csY5619" fmla="*/ 372713 h 1028969"/>
              <a:gd name="csX5620" fmla="*/ 971326 w 1728164"/>
              <a:gd name="csY5620" fmla="*/ 371477 h 1028969"/>
              <a:gd name="csX5621" fmla="*/ 971495 w 1728164"/>
              <a:gd name="csY5621" fmla="*/ 370242 h 1028969"/>
              <a:gd name="csX5622" fmla="*/ 971673 w 1728164"/>
              <a:gd name="csY5622" fmla="*/ 369008 h 1028969"/>
              <a:gd name="csX5623" fmla="*/ 971842 w 1728164"/>
              <a:gd name="csY5623" fmla="*/ 367776 h 1028969"/>
              <a:gd name="csX5624" fmla="*/ 972020 w 1728164"/>
              <a:gd name="csY5624" fmla="*/ 366544 h 1028969"/>
              <a:gd name="csX5625" fmla="*/ 972189 w 1728164"/>
              <a:gd name="csY5625" fmla="*/ 365314 h 1028969"/>
              <a:gd name="csX5626" fmla="*/ 972367 w 1728164"/>
              <a:gd name="csY5626" fmla="*/ 364085 h 1028969"/>
              <a:gd name="csX5627" fmla="*/ 972536 w 1728164"/>
              <a:gd name="csY5627" fmla="*/ 362859 h 1028969"/>
              <a:gd name="csX5628" fmla="*/ 972705 w 1728164"/>
              <a:gd name="csY5628" fmla="*/ 361633 h 1028969"/>
              <a:gd name="csX5629" fmla="*/ 972883 w 1728164"/>
              <a:gd name="csY5629" fmla="*/ 360408 h 1028969"/>
              <a:gd name="csX5630" fmla="*/ 973052 w 1728164"/>
              <a:gd name="csY5630" fmla="*/ 359185 h 1028969"/>
              <a:gd name="csX5631" fmla="*/ 973230 w 1728164"/>
              <a:gd name="csY5631" fmla="*/ 357963 h 1028969"/>
              <a:gd name="csX5632" fmla="*/ 973399 w 1728164"/>
              <a:gd name="csY5632" fmla="*/ 356742 h 1028969"/>
              <a:gd name="csX5633" fmla="*/ 973577 w 1728164"/>
              <a:gd name="csY5633" fmla="*/ 355524 h 1028969"/>
              <a:gd name="csX5634" fmla="*/ 973746 w 1728164"/>
              <a:gd name="csY5634" fmla="*/ 354306 h 1028969"/>
              <a:gd name="csX5635" fmla="*/ 973915 w 1728164"/>
              <a:gd name="csY5635" fmla="*/ 353089 h 1028969"/>
              <a:gd name="csX5636" fmla="*/ 974093 w 1728164"/>
              <a:gd name="csY5636" fmla="*/ 351875 h 1028969"/>
              <a:gd name="csX5637" fmla="*/ 974262 w 1728164"/>
              <a:gd name="csY5637" fmla="*/ 350662 h 1028969"/>
              <a:gd name="csX5638" fmla="*/ 974440 w 1728164"/>
              <a:gd name="csY5638" fmla="*/ 349450 h 1028969"/>
              <a:gd name="csX5639" fmla="*/ 974609 w 1728164"/>
              <a:gd name="csY5639" fmla="*/ 348239 h 1028969"/>
              <a:gd name="csX5640" fmla="*/ 974787 w 1728164"/>
              <a:gd name="csY5640" fmla="*/ 347030 h 1028969"/>
              <a:gd name="csX5641" fmla="*/ 974956 w 1728164"/>
              <a:gd name="csY5641" fmla="*/ 345822 h 1028969"/>
              <a:gd name="csX5642" fmla="*/ 975125 w 1728164"/>
              <a:gd name="csY5642" fmla="*/ 344616 h 1028969"/>
              <a:gd name="csX5643" fmla="*/ 975303 w 1728164"/>
              <a:gd name="csY5643" fmla="*/ 343411 h 1028969"/>
              <a:gd name="csX5644" fmla="*/ 975472 w 1728164"/>
              <a:gd name="csY5644" fmla="*/ 342207 h 1028969"/>
              <a:gd name="csX5645" fmla="*/ 975650 w 1728164"/>
              <a:gd name="csY5645" fmla="*/ 341006 h 1028969"/>
              <a:gd name="csX5646" fmla="*/ 975819 w 1728164"/>
              <a:gd name="csY5646" fmla="*/ 339805 h 1028969"/>
              <a:gd name="csX5647" fmla="*/ 975988 w 1728164"/>
              <a:gd name="csY5647" fmla="*/ 338607 h 1028969"/>
              <a:gd name="csX5648" fmla="*/ 976166 w 1728164"/>
              <a:gd name="csY5648" fmla="*/ 337409 h 1028969"/>
              <a:gd name="csX5649" fmla="*/ 976335 w 1728164"/>
              <a:gd name="csY5649" fmla="*/ 336213 h 1028969"/>
              <a:gd name="csX5650" fmla="*/ 976513 w 1728164"/>
              <a:gd name="csY5650" fmla="*/ 335019 h 1028969"/>
              <a:gd name="csX5651" fmla="*/ 976682 w 1728164"/>
              <a:gd name="csY5651" fmla="*/ 333826 h 1028969"/>
              <a:gd name="csX5652" fmla="*/ 976860 w 1728164"/>
              <a:gd name="csY5652" fmla="*/ 332635 h 1028969"/>
              <a:gd name="csX5653" fmla="*/ 977029 w 1728164"/>
              <a:gd name="csY5653" fmla="*/ 331444 h 1028969"/>
              <a:gd name="csX5654" fmla="*/ 977198 w 1728164"/>
              <a:gd name="csY5654" fmla="*/ 330256 h 1028969"/>
              <a:gd name="csX5655" fmla="*/ 977376 w 1728164"/>
              <a:gd name="csY5655" fmla="*/ 329069 h 1028969"/>
              <a:gd name="csX5656" fmla="*/ 977545 w 1728164"/>
              <a:gd name="csY5656" fmla="*/ 327884 h 1028969"/>
              <a:gd name="csX5657" fmla="*/ 977723 w 1728164"/>
              <a:gd name="csY5657" fmla="*/ 326700 h 1028969"/>
              <a:gd name="csX5658" fmla="*/ 977892 w 1728164"/>
              <a:gd name="csY5658" fmla="*/ 325518 h 1028969"/>
              <a:gd name="csX5659" fmla="*/ 978069 w 1728164"/>
              <a:gd name="csY5659" fmla="*/ 324338 h 1028969"/>
              <a:gd name="csX5660" fmla="*/ 978239 w 1728164"/>
              <a:gd name="csY5660" fmla="*/ 323158 h 1028969"/>
              <a:gd name="csX5661" fmla="*/ 978408 w 1728164"/>
              <a:gd name="csY5661" fmla="*/ 321981 h 1028969"/>
              <a:gd name="csX5662" fmla="*/ 978586 w 1728164"/>
              <a:gd name="csY5662" fmla="*/ 320805 h 1028969"/>
              <a:gd name="csX5663" fmla="*/ 978755 w 1728164"/>
              <a:gd name="csY5663" fmla="*/ 319631 h 1028969"/>
              <a:gd name="csX5664" fmla="*/ 978933 w 1728164"/>
              <a:gd name="csY5664" fmla="*/ 318458 h 1028969"/>
              <a:gd name="csX5665" fmla="*/ 979102 w 1728164"/>
              <a:gd name="csY5665" fmla="*/ 317287 h 1028969"/>
              <a:gd name="csX5666" fmla="*/ 979279 w 1728164"/>
              <a:gd name="csY5666" fmla="*/ 316118 h 1028969"/>
              <a:gd name="csX5667" fmla="*/ 979448 w 1728164"/>
              <a:gd name="csY5667" fmla="*/ 314949 h 1028969"/>
              <a:gd name="csX5668" fmla="*/ 979617 w 1728164"/>
              <a:gd name="csY5668" fmla="*/ 313783 h 1028969"/>
              <a:gd name="csX5669" fmla="*/ 979795 w 1728164"/>
              <a:gd name="csY5669" fmla="*/ 312619 h 1028969"/>
              <a:gd name="csX5670" fmla="*/ 979964 w 1728164"/>
              <a:gd name="csY5670" fmla="*/ 311456 h 1028969"/>
              <a:gd name="csX5671" fmla="*/ 980142 w 1728164"/>
              <a:gd name="csY5671" fmla="*/ 310294 h 1028969"/>
              <a:gd name="csX5672" fmla="*/ 980311 w 1728164"/>
              <a:gd name="csY5672" fmla="*/ 309135 h 1028969"/>
              <a:gd name="csX5673" fmla="*/ 980489 w 1728164"/>
              <a:gd name="csY5673" fmla="*/ 307976 h 1028969"/>
              <a:gd name="csX5674" fmla="*/ 980658 w 1728164"/>
              <a:gd name="csY5674" fmla="*/ 306820 h 1028969"/>
              <a:gd name="csX5675" fmla="*/ 980827 w 1728164"/>
              <a:gd name="csY5675" fmla="*/ 305665 h 1028969"/>
              <a:gd name="csX5676" fmla="*/ 981005 w 1728164"/>
              <a:gd name="csY5676" fmla="*/ 304512 h 1028969"/>
              <a:gd name="csX5677" fmla="*/ 981174 w 1728164"/>
              <a:gd name="csY5677" fmla="*/ 303361 h 1028969"/>
              <a:gd name="csX5678" fmla="*/ 981352 w 1728164"/>
              <a:gd name="csY5678" fmla="*/ 302211 h 1028969"/>
              <a:gd name="csX5679" fmla="*/ 981521 w 1728164"/>
              <a:gd name="csY5679" fmla="*/ 301063 h 1028969"/>
              <a:gd name="csX5680" fmla="*/ 981699 w 1728164"/>
              <a:gd name="csY5680" fmla="*/ 299916 h 1028969"/>
              <a:gd name="csX5681" fmla="*/ 981868 w 1728164"/>
              <a:gd name="csY5681" fmla="*/ 298771 h 1028969"/>
              <a:gd name="csX5682" fmla="*/ 982037 w 1728164"/>
              <a:gd name="csY5682" fmla="*/ 297629 h 1028969"/>
              <a:gd name="csX5683" fmla="*/ 982215 w 1728164"/>
              <a:gd name="csY5683" fmla="*/ 296488 h 1028969"/>
              <a:gd name="csX5684" fmla="*/ 982384 w 1728164"/>
              <a:gd name="csY5684" fmla="*/ 295348 h 1028969"/>
              <a:gd name="csX5685" fmla="*/ 982562 w 1728164"/>
              <a:gd name="csY5685" fmla="*/ 294210 h 1028969"/>
              <a:gd name="csX5686" fmla="*/ 982731 w 1728164"/>
              <a:gd name="csY5686" fmla="*/ 293074 h 1028969"/>
              <a:gd name="csX5687" fmla="*/ 982909 w 1728164"/>
              <a:gd name="csY5687" fmla="*/ 291940 h 1028969"/>
              <a:gd name="csX5688" fmla="*/ 983078 w 1728164"/>
              <a:gd name="csY5688" fmla="*/ 290807 h 1028969"/>
              <a:gd name="csX5689" fmla="*/ 983247 w 1728164"/>
              <a:gd name="csY5689" fmla="*/ 289676 h 1028969"/>
              <a:gd name="csX5690" fmla="*/ 983425 w 1728164"/>
              <a:gd name="csY5690" fmla="*/ 288547 h 1028969"/>
              <a:gd name="csX5691" fmla="*/ 983594 w 1728164"/>
              <a:gd name="csY5691" fmla="*/ 287419 h 1028969"/>
              <a:gd name="csX5692" fmla="*/ 983772 w 1728164"/>
              <a:gd name="csY5692" fmla="*/ 286294 h 1028969"/>
              <a:gd name="csX5693" fmla="*/ 983941 w 1728164"/>
              <a:gd name="csY5693" fmla="*/ 285170 h 1028969"/>
              <a:gd name="csX5694" fmla="*/ 984119 w 1728164"/>
              <a:gd name="csY5694" fmla="*/ 284048 h 1028969"/>
              <a:gd name="csX5695" fmla="*/ 984288 w 1728164"/>
              <a:gd name="csY5695" fmla="*/ 282928 h 1028969"/>
              <a:gd name="csX5696" fmla="*/ 984457 w 1728164"/>
              <a:gd name="csY5696" fmla="*/ 281809 h 1028969"/>
              <a:gd name="csX5697" fmla="*/ 984635 w 1728164"/>
              <a:gd name="csY5697" fmla="*/ 280693 h 1028969"/>
              <a:gd name="csX5698" fmla="*/ 984804 w 1728164"/>
              <a:gd name="csY5698" fmla="*/ 279577 h 1028969"/>
              <a:gd name="csX5699" fmla="*/ 984982 w 1728164"/>
              <a:gd name="csY5699" fmla="*/ 278464 h 1028969"/>
              <a:gd name="csX5700" fmla="*/ 985151 w 1728164"/>
              <a:gd name="csY5700" fmla="*/ 277353 h 1028969"/>
              <a:gd name="csX5701" fmla="*/ 985329 w 1728164"/>
              <a:gd name="csY5701" fmla="*/ 276244 h 1028969"/>
              <a:gd name="csX5702" fmla="*/ 985498 w 1728164"/>
              <a:gd name="csY5702" fmla="*/ 275136 h 1028969"/>
              <a:gd name="csX5703" fmla="*/ 985667 w 1728164"/>
              <a:gd name="csY5703" fmla="*/ 274030 h 1028969"/>
              <a:gd name="csX5704" fmla="*/ 985845 w 1728164"/>
              <a:gd name="csY5704" fmla="*/ 272926 h 1028969"/>
              <a:gd name="csX5705" fmla="*/ 986014 w 1728164"/>
              <a:gd name="csY5705" fmla="*/ 271824 h 1028969"/>
              <a:gd name="csX5706" fmla="*/ 986192 w 1728164"/>
              <a:gd name="csY5706" fmla="*/ 270723 h 1028969"/>
              <a:gd name="csX5707" fmla="*/ 986361 w 1728164"/>
              <a:gd name="csY5707" fmla="*/ 269625 h 1028969"/>
              <a:gd name="csX5708" fmla="*/ 986539 w 1728164"/>
              <a:gd name="csY5708" fmla="*/ 268528 h 1028969"/>
              <a:gd name="csX5709" fmla="*/ 986708 w 1728164"/>
              <a:gd name="csY5709" fmla="*/ 267434 h 1028969"/>
              <a:gd name="csX5710" fmla="*/ 986877 w 1728164"/>
              <a:gd name="csY5710" fmla="*/ 266340 h 1028969"/>
              <a:gd name="csX5711" fmla="*/ 987055 w 1728164"/>
              <a:gd name="csY5711" fmla="*/ 265249 h 1028969"/>
              <a:gd name="csX5712" fmla="*/ 987224 w 1728164"/>
              <a:gd name="csY5712" fmla="*/ 264160 h 1028969"/>
              <a:gd name="csX5713" fmla="*/ 987402 w 1728164"/>
              <a:gd name="csY5713" fmla="*/ 263072 h 1028969"/>
              <a:gd name="csX5714" fmla="*/ 987571 w 1728164"/>
              <a:gd name="csY5714" fmla="*/ 261987 h 1028969"/>
              <a:gd name="csX5715" fmla="*/ 987749 w 1728164"/>
              <a:gd name="csY5715" fmla="*/ 260904 h 1028969"/>
              <a:gd name="csX5716" fmla="*/ 987918 w 1728164"/>
              <a:gd name="csY5716" fmla="*/ 259822 h 1028969"/>
              <a:gd name="csX5717" fmla="*/ 988087 w 1728164"/>
              <a:gd name="csY5717" fmla="*/ 258742 h 1028969"/>
              <a:gd name="csX5718" fmla="*/ 988265 w 1728164"/>
              <a:gd name="csY5718" fmla="*/ 257663 h 1028969"/>
              <a:gd name="csX5719" fmla="*/ 988434 w 1728164"/>
              <a:gd name="csY5719" fmla="*/ 256588 h 1028969"/>
              <a:gd name="csX5720" fmla="*/ 988612 w 1728164"/>
              <a:gd name="csY5720" fmla="*/ 255513 h 1028969"/>
              <a:gd name="csX5721" fmla="*/ 988781 w 1728164"/>
              <a:gd name="csY5721" fmla="*/ 254441 h 1028969"/>
              <a:gd name="csX5722" fmla="*/ 988959 w 1728164"/>
              <a:gd name="csY5722" fmla="*/ 253371 h 1028969"/>
              <a:gd name="csX5723" fmla="*/ 989128 w 1728164"/>
              <a:gd name="csY5723" fmla="*/ 252302 h 1028969"/>
              <a:gd name="csX5724" fmla="*/ 989297 w 1728164"/>
              <a:gd name="csY5724" fmla="*/ 251236 h 1028969"/>
              <a:gd name="csX5725" fmla="*/ 989475 w 1728164"/>
              <a:gd name="csY5725" fmla="*/ 250172 h 1028969"/>
              <a:gd name="csX5726" fmla="*/ 989644 w 1728164"/>
              <a:gd name="csY5726" fmla="*/ 249109 h 1028969"/>
              <a:gd name="csX5727" fmla="*/ 989822 w 1728164"/>
              <a:gd name="csY5727" fmla="*/ 248048 h 1028969"/>
              <a:gd name="csX5728" fmla="*/ 989991 w 1728164"/>
              <a:gd name="csY5728" fmla="*/ 246989 h 1028969"/>
              <a:gd name="csX5729" fmla="*/ 990169 w 1728164"/>
              <a:gd name="csY5729" fmla="*/ 245933 h 1028969"/>
              <a:gd name="csX5730" fmla="*/ 990338 w 1728164"/>
              <a:gd name="csY5730" fmla="*/ 244877 h 1028969"/>
              <a:gd name="csX5731" fmla="*/ 990507 w 1728164"/>
              <a:gd name="csY5731" fmla="*/ 243825 h 1028969"/>
              <a:gd name="csX5732" fmla="*/ 990685 w 1728164"/>
              <a:gd name="csY5732" fmla="*/ 242773 h 1028969"/>
              <a:gd name="csX5733" fmla="*/ 990854 w 1728164"/>
              <a:gd name="csY5733" fmla="*/ 241725 h 1028969"/>
              <a:gd name="csX5734" fmla="*/ 991032 w 1728164"/>
              <a:gd name="csY5734" fmla="*/ 240678 h 1028969"/>
              <a:gd name="csX5735" fmla="*/ 991201 w 1728164"/>
              <a:gd name="csY5735" fmla="*/ 239633 h 1028969"/>
              <a:gd name="csX5736" fmla="*/ 991379 w 1728164"/>
              <a:gd name="csY5736" fmla="*/ 238590 h 1028969"/>
              <a:gd name="csX5737" fmla="*/ 991548 w 1728164"/>
              <a:gd name="csY5737" fmla="*/ 237549 h 1028969"/>
              <a:gd name="csX5738" fmla="*/ 991717 w 1728164"/>
              <a:gd name="csY5738" fmla="*/ 236509 h 1028969"/>
              <a:gd name="csX5739" fmla="*/ 991895 w 1728164"/>
              <a:gd name="csY5739" fmla="*/ 235473 h 1028969"/>
              <a:gd name="csX5740" fmla="*/ 992064 w 1728164"/>
              <a:gd name="csY5740" fmla="*/ 234437 h 1028969"/>
              <a:gd name="csX5741" fmla="*/ 992242 w 1728164"/>
              <a:gd name="csY5741" fmla="*/ 233405 h 1028969"/>
              <a:gd name="csX5742" fmla="*/ 992411 w 1728164"/>
              <a:gd name="csY5742" fmla="*/ 232374 h 1028969"/>
              <a:gd name="csX5743" fmla="*/ 992589 w 1728164"/>
              <a:gd name="csY5743" fmla="*/ 231344 h 1028969"/>
              <a:gd name="csX5744" fmla="*/ 992758 w 1728164"/>
              <a:gd name="csY5744" fmla="*/ 230318 h 1028969"/>
              <a:gd name="csX5745" fmla="*/ 992927 w 1728164"/>
              <a:gd name="csY5745" fmla="*/ 229293 h 1028969"/>
              <a:gd name="csX5746" fmla="*/ 993105 w 1728164"/>
              <a:gd name="csY5746" fmla="*/ 228270 h 1028969"/>
              <a:gd name="csX5747" fmla="*/ 993274 w 1728164"/>
              <a:gd name="csY5747" fmla="*/ 227248 h 1028969"/>
              <a:gd name="csX5748" fmla="*/ 993451 w 1728164"/>
              <a:gd name="csY5748" fmla="*/ 226230 h 1028969"/>
              <a:gd name="csX5749" fmla="*/ 993620 w 1728164"/>
              <a:gd name="csY5749" fmla="*/ 225213 h 1028969"/>
              <a:gd name="csX5750" fmla="*/ 993798 w 1728164"/>
              <a:gd name="csY5750" fmla="*/ 224198 h 1028969"/>
              <a:gd name="csX5751" fmla="*/ 993967 w 1728164"/>
              <a:gd name="csY5751" fmla="*/ 223185 h 1028969"/>
              <a:gd name="csX5752" fmla="*/ 994137 w 1728164"/>
              <a:gd name="csY5752" fmla="*/ 222175 h 1028969"/>
              <a:gd name="csX5753" fmla="*/ 994314 w 1728164"/>
              <a:gd name="csY5753" fmla="*/ 221166 h 1028969"/>
              <a:gd name="csX5754" fmla="*/ 994484 w 1728164"/>
              <a:gd name="csY5754" fmla="*/ 220159 h 1028969"/>
              <a:gd name="csX5755" fmla="*/ 994661 w 1728164"/>
              <a:gd name="csY5755" fmla="*/ 219154 h 1028969"/>
              <a:gd name="csX5756" fmla="*/ 994830 w 1728164"/>
              <a:gd name="csY5756" fmla="*/ 218152 h 1028969"/>
              <a:gd name="csX5757" fmla="*/ 994999 w 1728164"/>
              <a:gd name="csY5757" fmla="*/ 217152 h 1028969"/>
              <a:gd name="csX5758" fmla="*/ 995177 w 1728164"/>
              <a:gd name="csY5758" fmla="*/ 216153 h 1028969"/>
              <a:gd name="csX5759" fmla="*/ 995346 w 1728164"/>
              <a:gd name="csY5759" fmla="*/ 215156 h 1028969"/>
              <a:gd name="csX5760" fmla="*/ 995524 w 1728164"/>
              <a:gd name="csY5760" fmla="*/ 214162 h 1028969"/>
              <a:gd name="csX5761" fmla="*/ 995693 w 1728164"/>
              <a:gd name="csY5761" fmla="*/ 213171 h 1028969"/>
              <a:gd name="csX5762" fmla="*/ 995871 w 1728164"/>
              <a:gd name="csY5762" fmla="*/ 212180 h 1028969"/>
              <a:gd name="csX5763" fmla="*/ 996040 w 1728164"/>
              <a:gd name="csY5763" fmla="*/ 211192 h 1028969"/>
              <a:gd name="csX5764" fmla="*/ 996209 w 1728164"/>
              <a:gd name="csY5764" fmla="*/ 210206 h 1028969"/>
              <a:gd name="csX5765" fmla="*/ 996387 w 1728164"/>
              <a:gd name="csY5765" fmla="*/ 209222 h 1028969"/>
              <a:gd name="csX5766" fmla="*/ 996556 w 1728164"/>
              <a:gd name="csY5766" fmla="*/ 208241 h 1028969"/>
              <a:gd name="csX5767" fmla="*/ 996734 w 1728164"/>
              <a:gd name="csY5767" fmla="*/ 207261 h 1028969"/>
              <a:gd name="csX5768" fmla="*/ 996903 w 1728164"/>
              <a:gd name="csY5768" fmla="*/ 206284 h 1028969"/>
              <a:gd name="csX5769" fmla="*/ 997081 w 1728164"/>
              <a:gd name="csY5769" fmla="*/ 205308 h 1028969"/>
              <a:gd name="csX5770" fmla="*/ 997250 w 1728164"/>
              <a:gd name="csY5770" fmla="*/ 204335 h 1028969"/>
              <a:gd name="csX5771" fmla="*/ 997419 w 1728164"/>
              <a:gd name="csY5771" fmla="*/ 203364 h 1028969"/>
              <a:gd name="csX5772" fmla="*/ 997597 w 1728164"/>
              <a:gd name="csY5772" fmla="*/ 202394 h 1028969"/>
              <a:gd name="csX5773" fmla="*/ 997766 w 1728164"/>
              <a:gd name="csY5773" fmla="*/ 201428 h 1028969"/>
              <a:gd name="csX5774" fmla="*/ 997944 w 1728164"/>
              <a:gd name="csY5774" fmla="*/ 200463 h 1028969"/>
              <a:gd name="csX5775" fmla="*/ 998113 w 1728164"/>
              <a:gd name="csY5775" fmla="*/ 199500 h 1028969"/>
              <a:gd name="csX5776" fmla="*/ 998291 w 1728164"/>
              <a:gd name="csY5776" fmla="*/ 198539 h 1028969"/>
              <a:gd name="csX5777" fmla="*/ 998460 w 1728164"/>
              <a:gd name="csY5777" fmla="*/ 197581 h 1028969"/>
              <a:gd name="csX5778" fmla="*/ 998629 w 1728164"/>
              <a:gd name="csY5778" fmla="*/ 196625 h 1028969"/>
              <a:gd name="csX5779" fmla="*/ 998807 w 1728164"/>
              <a:gd name="csY5779" fmla="*/ 195671 h 1028969"/>
              <a:gd name="csX5780" fmla="*/ 998976 w 1728164"/>
              <a:gd name="csY5780" fmla="*/ 194719 h 1028969"/>
              <a:gd name="csX5781" fmla="*/ 999154 w 1728164"/>
              <a:gd name="csY5781" fmla="*/ 193769 h 1028969"/>
              <a:gd name="csX5782" fmla="*/ 999323 w 1728164"/>
              <a:gd name="csY5782" fmla="*/ 192822 h 1028969"/>
              <a:gd name="csX5783" fmla="*/ 999501 w 1728164"/>
              <a:gd name="csY5783" fmla="*/ 191876 h 1028969"/>
              <a:gd name="csX5784" fmla="*/ 999670 w 1728164"/>
              <a:gd name="csY5784" fmla="*/ 190933 h 1028969"/>
              <a:gd name="csX5785" fmla="*/ 999839 w 1728164"/>
              <a:gd name="csY5785" fmla="*/ 189992 h 1028969"/>
              <a:gd name="csX5786" fmla="*/ 1000017 w 1728164"/>
              <a:gd name="csY5786" fmla="*/ 189053 h 1028969"/>
              <a:gd name="csX5787" fmla="*/ 1000186 w 1728164"/>
              <a:gd name="csY5787" fmla="*/ 188116 h 1028969"/>
              <a:gd name="csX5788" fmla="*/ 1000364 w 1728164"/>
              <a:gd name="csY5788" fmla="*/ 187181 h 1028969"/>
              <a:gd name="csX5789" fmla="*/ 1000533 w 1728164"/>
              <a:gd name="csY5789" fmla="*/ 186249 h 1028969"/>
              <a:gd name="csX5790" fmla="*/ 1000711 w 1728164"/>
              <a:gd name="csY5790" fmla="*/ 185318 h 1028969"/>
              <a:gd name="csX5791" fmla="*/ 1000880 w 1728164"/>
              <a:gd name="csY5791" fmla="*/ 184390 h 1028969"/>
              <a:gd name="csX5792" fmla="*/ 1001049 w 1728164"/>
              <a:gd name="csY5792" fmla="*/ 183464 h 1028969"/>
              <a:gd name="csX5793" fmla="*/ 1001227 w 1728164"/>
              <a:gd name="csY5793" fmla="*/ 182541 h 1028969"/>
              <a:gd name="csX5794" fmla="*/ 1001396 w 1728164"/>
              <a:gd name="csY5794" fmla="*/ 181619 h 1028969"/>
              <a:gd name="csX5795" fmla="*/ 1001574 w 1728164"/>
              <a:gd name="csY5795" fmla="*/ 180700 h 1028969"/>
              <a:gd name="csX5796" fmla="*/ 1001743 w 1728164"/>
              <a:gd name="csY5796" fmla="*/ 179783 h 1028969"/>
              <a:gd name="csX5797" fmla="*/ 1001921 w 1728164"/>
              <a:gd name="csY5797" fmla="*/ 178868 h 1028969"/>
              <a:gd name="csX5798" fmla="*/ 1002090 w 1728164"/>
              <a:gd name="csY5798" fmla="*/ 177955 h 1028969"/>
              <a:gd name="csX5799" fmla="*/ 1002259 w 1728164"/>
              <a:gd name="csY5799" fmla="*/ 177045 h 1028969"/>
              <a:gd name="csX5800" fmla="*/ 1002437 w 1728164"/>
              <a:gd name="csY5800" fmla="*/ 176136 h 1028969"/>
              <a:gd name="csX5801" fmla="*/ 1002606 w 1728164"/>
              <a:gd name="csY5801" fmla="*/ 175230 h 1028969"/>
              <a:gd name="csX5802" fmla="*/ 1002784 w 1728164"/>
              <a:gd name="csY5802" fmla="*/ 174326 h 1028969"/>
              <a:gd name="csX5803" fmla="*/ 1002953 w 1728164"/>
              <a:gd name="csY5803" fmla="*/ 173425 h 1028969"/>
              <a:gd name="csX5804" fmla="*/ 1003131 w 1728164"/>
              <a:gd name="csY5804" fmla="*/ 172525 h 1028969"/>
              <a:gd name="csX5805" fmla="*/ 1003300 w 1728164"/>
              <a:gd name="csY5805" fmla="*/ 171628 h 1028969"/>
              <a:gd name="csX5806" fmla="*/ 1003469 w 1728164"/>
              <a:gd name="csY5806" fmla="*/ 170733 h 1028969"/>
              <a:gd name="csX5807" fmla="*/ 1003647 w 1728164"/>
              <a:gd name="csY5807" fmla="*/ 169839 h 1028969"/>
              <a:gd name="csX5808" fmla="*/ 1003816 w 1728164"/>
              <a:gd name="csY5808" fmla="*/ 168949 h 1028969"/>
              <a:gd name="csX5809" fmla="*/ 1003994 w 1728164"/>
              <a:gd name="csY5809" fmla="*/ 168061 h 1028969"/>
              <a:gd name="csX5810" fmla="*/ 1004163 w 1728164"/>
              <a:gd name="csY5810" fmla="*/ 167175 h 1028969"/>
              <a:gd name="csX5811" fmla="*/ 1004341 w 1728164"/>
              <a:gd name="csY5811" fmla="*/ 166291 h 1028969"/>
              <a:gd name="csX5812" fmla="*/ 1004510 w 1728164"/>
              <a:gd name="csY5812" fmla="*/ 165409 h 1028969"/>
              <a:gd name="csX5813" fmla="*/ 1004679 w 1728164"/>
              <a:gd name="csY5813" fmla="*/ 164530 h 1028969"/>
              <a:gd name="csX5814" fmla="*/ 1004857 w 1728164"/>
              <a:gd name="csY5814" fmla="*/ 163653 h 1028969"/>
              <a:gd name="csX5815" fmla="*/ 1005026 w 1728164"/>
              <a:gd name="csY5815" fmla="*/ 162778 h 1028969"/>
              <a:gd name="csX5816" fmla="*/ 1005204 w 1728164"/>
              <a:gd name="csY5816" fmla="*/ 161906 h 1028969"/>
              <a:gd name="csX5817" fmla="*/ 1005373 w 1728164"/>
              <a:gd name="csY5817" fmla="*/ 161036 h 1028969"/>
              <a:gd name="csX5818" fmla="*/ 1005551 w 1728164"/>
              <a:gd name="csY5818" fmla="*/ 160167 h 1028969"/>
              <a:gd name="csX5819" fmla="*/ 1005720 w 1728164"/>
              <a:gd name="csY5819" fmla="*/ 159301 h 1028969"/>
              <a:gd name="csX5820" fmla="*/ 1005889 w 1728164"/>
              <a:gd name="csY5820" fmla="*/ 158438 h 1028969"/>
              <a:gd name="csX5821" fmla="*/ 1006067 w 1728164"/>
              <a:gd name="csY5821" fmla="*/ 157577 h 1028969"/>
              <a:gd name="csX5822" fmla="*/ 1006236 w 1728164"/>
              <a:gd name="csY5822" fmla="*/ 156717 h 1028969"/>
              <a:gd name="csX5823" fmla="*/ 1006414 w 1728164"/>
              <a:gd name="csY5823" fmla="*/ 155860 h 1028969"/>
              <a:gd name="csX5824" fmla="*/ 1006583 w 1728164"/>
              <a:gd name="csY5824" fmla="*/ 155006 h 1028969"/>
              <a:gd name="csX5825" fmla="*/ 1006761 w 1728164"/>
              <a:gd name="csY5825" fmla="*/ 154153 h 1028969"/>
              <a:gd name="csX5826" fmla="*/ 1006930 w 1728164"/>
              <a:gd name="csY5826" fmla="*/ 153304 h 1028969"/>
              <a:gd name="csX5827" fmla="*/ 1007099 w 1728164"/>
              <a:gd name="csY5827" fmla="*/ 152456 h 1028969"/>
              <a:gd name="csX5828" fmla="*/ 1007277 w 1728164"/>
              <a:gd name="csY5828" fmla="*/ 151611 h 1028969"/>
              <a:gd name="csX5829" fmla="*/ 1007446 w 1728164"/>
              <a:gd name="csY5829" fmla="*/ 150767 h 1028969"/>
              <a:gd name="csX5830" fmla="*/ 1007624 w 1728164"/>
              <a:gd name="csY5830" fmla="*/ 149927 h 1028969"/>
              <a:gd name="csX5831" fmla="*/ 1007793 w 1728164"/>
              <a:gd name="csY5831" fmla="*/ 149088 h 1028969"/>
              <a:gd name="csX5832" fmla="*/ 1007970 w 1728164"/>
              <a:gd name="csY5832" fmla="*/ 148251 h 1028969"/>
              <a:gd name="csX5833" fmla="*/ 1008140 w 1728164"/>
              <a:gd name="csY5833" fmla="*/ 147418 h 1028969"/>
              <a:gd name="csX5834" fmla="*/ 1008309 w 1728164"/>
              <a:gd name="csY5834" fmla="*/ 146586 h 1028969"/>
              <a:gd name="csX5835" fmla="*/ 1008487 w 1728164"/>
              <a:gd name="csY5835" fmla="*/ 145757 h 1028969"/>
              <a:gd name="csX5836" fmla="*/ 1008655 w 1728164"/>
              <a:gd name="csY5836" fmla="*/ 144929 h 1028969"/>
              <a:gd name="csX5837" fmla="*/ 1008833 w 1728164"/>
              <a:gd name="csY5837" fmla="*/ 144105 h 1028969"/>
              <a:gd name="csX5838" fmla="*/ 1009002 w 1728164"/>
              <a:gd name="csY5838" fmla="*/ 143282 h 1028969"/>
              <a:gd name="csX5839" fmla="*/ 1009180 w 1728164"/>
              <a:gd name="csY5839" fmla="*/ 142462 h 1028969"/>
              <a:gd name="csX5840" fmla="*/ 1009349 w 1728164"/>
              <a:gd name="csY5840" fmla="*/ 141644 h 1028969"/>
              <a:gd name="csX5841" fmla="*/ 1009518 w 1728164"/>
              <a:gd name="csY5841" fmla="*/ 140828 h 1028969"/>
              <a:gd name="csX5842" fmla="*/ 1009696 w 1728164"/>
              <a:gd name="csY5842" fmla="*/ 140015 h 1028969"/>
              <a:gd name="csX5843" fmla="*/ 1009865 w 1728164"/>
              <a:gd name="csY5843" fmla="*/ 139204 h 1028969"/>
              <a:gd name="csX5844" fmla="*/ 1010043 w 1728164"/>
              <a:gd name="csY5844" fmla="*/ 138395 h 1028969"/>
              <a:gd name="csX5845" fmla="*/ 1010212 w 1728164"/>
              <a:gd name="csY5845" fmla="*/ 137589 h 1028969"/>
              <a:gd name="csX5846" fmla="*/ 1010390 w 1728164"/>
              <a:gd name="csY5846" fmla="*/ 136785 h 1028969"/>
              <a:gd name="csX5847" fmla="*/ 1010559 w 1728164"/>
              <a:gd name="csY5847" fmla="*/ 135983 h 1028969"/>
              <a:gd name="csX5848" fmla="*/ 1010728 w 1728164"/>
              <a:gd name="csY5848" fmla="*/ 135183 h 1028969"/>
              <a:gd name="csX5849" fmla="*/ 1010906 w 1728164"/>
              <a:gd name="csY5849" fmla="*/ 134386 h 1028969"/>
              <a:gd name="csX5850" fmla="*/ 1011075 w 1728164"/>
              <a:gd name="csY5850" fmla="*/ 133592 h 1028969"/>
              <a:gd name="csX5851" fmla="*/ 1011253 w 1728164"/>
              <a:gd name="csY5851" fmla="*/ 132799 h 1028969"/>
              <a:gd name="csX5852" fmla="*/ 1011422 w 1728164"/>
              <a:gd name="csY5852" fmla="*/ 132009 h 1028969"/>
              <a:gd name="csX5853" fmla="*/ 1011600 w 1728164"/>
              <a:gd name="csY5853" fmla="*/ 131222 h 1028969"/>
              <a:gd name="csX5854" fmla="*/ 1011769 w 1728164"/>
              <a:gd name="csY5854" fmla="*/ 130436 h 1028969"/>
              <a:gd name="csX5855" fmla="*/ 1011938 w 1728164"/>
              <a:gd name="csY5855" fmla="*/ 129652 h 1028969"/>
              <a:gd name="csX5856" fmla="*/ 1012116 w 1728164"/>
              <a:gd name="csY5856" fmla="*/ 128872 h 1028969"/>
              <a:gd name="csX5857" fmla="*/ 1012285 w 1728164"/>
              <a:gd name="csY5857" fmla="*/ 128094 h 1028969"/>
              <a:gd name="csX5858" fmla="*/ 1012463 w 1728164"/>
              <a:gd name="csY5858" fmla="*/ 127317 h 1028969"/>
              <a:gd name="csX5859" fmla="*/ 1012632 w 1728164"/>
              <a:gd name="csY5859" fmla="*/ 126543 h 1028969"/>
              <a:gd name="csX5860" fmla="*/ 1012810 w 1728164"/>
              <a:gd name="csY5860" fmla="*/ 125772 h 1028969"/>
              <a:gd name="csX5861" fmla="*/ 1012979 w 1728164"/>
              <a:gd name="csY5861" fmla="*/ 125003 h 1028969"/>
              <a:gd name="csX5862" fmla="*/ 1013148 w 1728164"/>
              <a:gd name="csY5862" fmla="*/ 124236 h 1028969"/>
              <a:gd name="csX5863" fmla="*/ 1013326 w 1728164"/>
              <a:gd name="csY5863" fmla="*/ 123472 h 1028969"/>
              <a:gd name="csX5864" fmla="*/ 1013495 w 1728164"/>
              <a:gd name="csY5864" fmla="*/ 122710 h 1028969"/>
              <a:gd name="csX5865" fmla="*/ 1013673 w 1728164"/>
              <a:gd name="csY5865" fmla="*/ 121950 h 1028969"/>
              <a:gd name="csX5866" fmla="*/ 1013842 w 1728164"/>
              <a:gd name="csY5866" fmla="*/ 121193 h 1028969"/>
              <a:gd name="csX5867" fmla="*/ 1014011 w 1728164"/>
              <a:gd name="csY5867" fmla="*/ 120437 h 1028969"/>
              <a:gd name="csX5868" fmla="*/ 1014189 w 1728164"/>
              <a:gd name="csY5868" fmla="*/ 119685 h 1028969"/>
              <a:gd name="csX5869" fmla="*/ 1014358 w 1728164"/>
              <a:gd name="csY5869" fmla="*/ 118934 h 1028969"/>
              <a:gd name="csX5870" fmla="*/ 1014536 w 1728164"/>
              <a:gd name="csY5870" fmla="*/ 118187 h 1028969"/>
              <a:gd name="csX5871" fmla="*/ 1014705 w 1728164"/>
              <a:gd name="csY5871" fmla="*/ 117440 h 1028969"/>
              <a:gd name="csX5872" fmla="*/ 1014883 w 1728164"/>
              <a:gd name="csY5872" fmla="*/ 116697 h 1028969"/>
              <a:gd name="csX5873" fmla="*/ 1015052 w 1728164"/>
              <a:gd name="csY5873" fmla="*/ 115956 h 1028969"/>
              <a:gd name="csX5874" fmla="*/ 1015221 w 1728164"/>
              <a:gd name="csY5874" fmla="*/ 115218 h 1028969"/>
              <a:gd name="csX5875" fmla="*/ 1015399 w 1728164"/>
              <a:gd name="csY5875" fmla="*/ 114481 h 1028969"/>
              <a:gd name="csX5876" fmla="*/ 1015568 w 1728164"/>
              <a:gd name="csY5876" fmla="*/ 113747 h 1028969"/>
              <a:gd name="csX5877" fmla="*/ 1015746 w 1728164"/>
              <a:gd name="csY5877" fmla="*/ 113016 h 1028969"/>
              <a:gd name="csX5878" fmla="*/ 1015915 w 1728164"/>
              <a:gd name="csY5878" fmla="*/ 112287 h 1028969"/>
              <a:gd name="csX5879" fmla="*/ 1016093 w 1728164"/>
              <a:gd name="csY5879" fmla="*/ 111561 h 1028969"/>
              <a:gd name="csX5880" fmla="*/ 1016262 w 1728164"/>
              <a:gd name="csY5880" fmla="*/ 110836 h 1028969"/>
              <a:gd name="csX5881" fmla="*/ 1016431 w 1728164"/>
              <a:gd name="csY5881" fmla="*/ 110114 h 1028969"/>
              <a:gd name="csX5882" fmla="*/ 1016609 w 1728164"/>
              <a:gd name="csY5882" fmla="*/ 109394 h 1028969"/>
              <a:gd name="csX5883" fmla="*/ 1016778 w 1728164"/>
              <a:gd name="csY5883" fmla="*/ 108677 h 1028969"/>
              <a:gd name="csX5884" fmla="*/ 1016956 w 1728164"/>
              <a:gd name="csY5884" fmla="*/ 107962 h 1028969"/>
              <a:gd name="csX5885" fmla="*/ 1017125 w 1728164"/>
              <a:gd name="csY5885" fmla="*/ 107249 h 1028969"/>
              <a:gd name="csX5886" fmla="*/ 1017303 w 1728164"/>
              <a:gd name="csY5886" fmla="*/ 106539 h 1028969"/>
              <a:gd name="csX5887" fmla="*/ 1017472 w 1728164"/>
              <a:gd name="csY5887" fmla="*/ 105831 h 1028969"/>
              <a:gd name="csX5888" fmla="*/ 1017641 w 1728164"/>
              <a:gd name="csY5888" fmla="*/ 105126 h 1028969"/>
              <a:gd name="csX5889" fmla="*/ 1017819 w 1728164"/>
              <a:gd name="csY5889" fmla="*/ 104423 h 1028969"/>
              <a:gd name="csX5890" fmla="*/ 1017988 w 1728164"/>
              <a:gd name="csY5890" fmla="*/ 103722 h 1028969"/>
              <a:gd name="csX5891" fmla="*/ 1018166 w 1728164"/>
              <a:gd name="csY5891" fmla="*/ 103024 h 1028969"/>
              <a:gd name="csX5892" fmla="*/ 1018335 w 1728164"/>
              <a:gd name="csY5892" fmla="*/ 102328 h 1028969"/>
              <a:gd name="csX5893" fmla="*/ 1018513 w 1728164"/>
              <a:gd name="csY5893" fmla="*/ 101634 h 1028969"/>
              <a:gd name="csX5894" fmla="*/ 1018682 w 1728164"/>
              <a:gd name="csY5894" fmla="*/ 100943 h 1028969"/>
              <a:gd name="csX5895" fmla="*/ 1018851 w 1728164"/>
              <a:gd name="csY5895" fmla="*/ 100254 h 1028969"/>
              <a:gd name="csX5896" fmla="*/ 1019029 w 1728164"/>
              <a:gd name="csY5896" fmla="*/ 99568 h 1028969"/>
              <a:gd name="csX5897" fmla="*/ 1019198 w 1728164"/>
              <a:gd name="csY5897" fmla="*/ 98884 h 1028969"/>
              <a:gd name="csX5898" fmla="*/ 1019376 w 1728164"/>
              <a:gd name="csY5898" fmla="*/ 98202 h 1028969"/>
              <a:gd name="csX5899" fmla="*/ 1019545 w 1728164"/>
              <a:gd name="csY5899" fmla="*/ 97523 h 1028969"/>
              <a:gd name="csX5900" fmla="*/ 1019723 w 1728164"/>
              <a:gd name="csY5900" fmla="*/ 96846 h 1028969"/>
              <a:gd name="csX5901" fmla="*/ 1019892 w 1728164"/>
              <a:gd name="csY5901" fmla="*/ 96172 h 1028969"/>
              <a:gd name="csX5902" fmla="*/ 1020061 w 1728164"/>
              <a:gd name="csY5902" fmla="*/ 95499 h 1028969"/>
              <a:gd name="csX5903" fmla="*/ 1020239 w 1728164"/>
              <a:gd name="csY5903" fmla="*/ 94829 h 1028969"/>
              <a:gd name="csX5904" fmla="*/ 1020408 w 1728164"/>
              <a:gd name="csY5904" fmla="*/ 94162 h 1028969"/>
              <a:gd name="csX5905" fmla="*/ 1020586 w 1728164"/>
              <a:gd name="csY5905" fmla="*/ 93497 h 1028969"/>
              <a:gd name="csX5906" fmla="*/ 1020755 w 1728164"/>
              <a:gd name="csY5906" fmla="*/ 92834 h 1028969"/>
              <a:gd name="csX5907" fmla="*/ 1020933 w 1728164"/>
              <a:gd name="csY5907" fmla="*/ 92174 h 1028969"/>
              <a:gd name="csX5908" fmla="*/ 1021102 w 1728164"/>
              <a:gd name="csY5908" fmla="*/ 91517 h 1028969"/>
              <a:gd name="csX5909" fmla="*/ 1021271 w 1728164"/>
              <a:gd name="csY5909" fmla="*/ 90861 h 1028969"/>
              <a:gd name="csX5910" fmla="*/ 1021449 w 1728164"/>
              <a:gd name="csY5910" fmla="*/ 90208 h 1028969"/>
              <a:gd name="csX5911" fmla="*/ 1021618 w 1728164"/>
              <a:gd name="csY5911" fmla="*/ 89558 h 1028969"/>
              <a:gd name="csX5912" fmla="*/ 1021796 w 1728164"/>
              <a:gd name="csY5912" fmla="*/ 88909 h 1028969"/>
              <a:gd name="csX5913" fmla="*/ 1021965 w 1728164"/>
              <a:gd name="csY5913" fmla="*/ 88263 h 1028969"/>
              <a:gd name="csX5914" fmla="*/ 1022143 w 1728164"/>
              <a:gd name="csY5914" fmla="*/ 87620 h 1028969"/>
              <a:gd name="csX5915" fmla="*/ 1022312 w 1728164"/>
              <a:gd name="csY5915" fmla="*/ 86979 h 1028969"/>
              <a:gd name="csX5916" fmla="*/ 1022481 w 1728164"/>
              <a:gd name="csY5916" fmla="*/ 86340 h 1028969"/>
              <a:gd name="csX5917" fmla="*/ 1022658 w 1728164"/>
              <a:gd name="csY5917" fmla="*/ 85704 h 1028969"/>
              <a:gd name="csX5918" fmla="*/ 1022828 w 1728164"/>
              <a:gd name="csY5918" fmla="*/ 85071 h 1028969"/>
              <a:gd name="csX5919" fmla="*/ 1023005 w 1728164"/>
              <a:gd name="csY5919" fmla="*/ 84439 h 1028969"/>
              <a:gd name="csX5920" fmla="*/ 1023175 w 1728164"/>
              <a:gd name="csY5920" fmla="*/ 83810 h 1028969"/>
              <a:gd name="csX5921" fmla="*/ 1023352 w 1728164"/>
              <a:gd name="csY5921" fmla="*/ 83183 h 1028969"/>
              <a:gd name="csX5922" fmla="*/ 1023522 w 1728164"/>
              <a:gd name="csY5922" fmla="*/ 82558 h 1028969"/>
              <a:gd name="csX5923" fmla="*/ 1023691 w 1728164"/>
              <a:gd name="csY5923" fmla="*/ 81936 h 1028969"/>
              <a:gd name="csX5924" fmla="*/ 1023868 w 1728164"/>
              <a:gd name="csY5924" fmla="*/ 81317 h 1028969"/>
              <a:gd name="csX5925" fmla="*/ 1024037 w 1728164"/>
              <a:gd name="csY5925" fmla="*/ 80700 h 1028969"/>
              <a:gd name="csX5926" fmla="*/ 1024215 w 1728164"/>
              <a:gd name="csY5926" fmla="*/ 80086 h 1028969"/>
              <a:gd name="csX5927" fmla="*/ 1024384 w 1728164"/>
              <a:gd name="csY5927" fmla="*/ 79473 h 1028969"/>
              <a:gd name="csX5928" fmla="*/ 1024562 w 1728164"/>
              <a:gd name="csY5928" fmla="*/ 78863 h 1028969"/>
              <a:gd name="csX5929" fmla="*/ 1024731 w 1728164"/>
              <a:gd name="csY5929" fmla="*/ 78256 h 1028969"/>
              <a:gd name="csX5930" fmla="*/ 1024900 w 1728164"/>
              <a:gd name="csY5930" fmla="*/ 77651 h 1028969"/>
              <a:gd name="csX5931" fmla="*/ 1025078 w 1728164"/>
              <a:gd name="csY5931" fmla="*/ 77048 h 1028969"/>
              <a:gd name="csX5932" fmla="*/ 1025247 w 1728164"/>
              <a:gd name="csY5932" fmla="*/ 76448 h 1028969"/>
              <a:gd name="csX5933" fmla="*/ 1025425 w 1728164"/>
              <a:gd name="csY5933" fmla="*/ 75849 h 1028969"/>
              <a:gd name="csX5934" fmla="*/ 1025594 w 1728164"/>
              <a:gd name="csY5934" fmla="*/ 75254 h 1028969"/>
              <a:gd name="csX5935" fmla="*/ 1025772 w 1728164"/>
              <a:gd name="csY5935" fmla="*/ 74661 h 1028969"/>
              <a:gd name="csX5936" fmla="*/ 1025941 w 1728164"/>
              <a:gd name="csY5936" fmla="*/ 74070 h 1028969"/>
              <a:gd name="csX5937" fmla="*/ 1026110 w 1728164"/>
              <a:gd name="csY5937" fmla="*/ 73482 h 1028969"/>
              <a:gd name="csX5938" fmla="*/ 1026288 w 1728164"/>
              <a:gd name="csY5938" fmla="*/ 72897 h 1028969"/>
              <a:gd name="csX5939" fmla="*/ 1026457 w 1728164"/>
              <a:gd name="csY5939" fmla="*/ 72313 h 1028969"/>
              <a:gd name="csX5940" fmla="*/ 1026635 w 1728164"/>
              <a:gd name="csY5940" fmla="*/ 71732 h 1028969"/>
              <a:gd name="csX5941" fmla="*/ 1026804 w 1728164"/>
              <a:gd name="csY5941" fmla="*/ 71153 h 1028969"/>
              <a:gd name="csX5942" fmla="*/ 1026982 w 1728164"/>
              <a:gd name="csY5942" fmla="*/ 70576 h 1028969"/>
              <a:gd name="csX5943" fmla="*/ 1027151 w 1728164"/>
              <a:gd name="csY5943" fmla="*/ 70003 h 1028969"/>
              <a:gd name="csX5944" fmla="*/ 1027320 w 1728164"/>
              <a:gd name="csY5944" fmla="*/ 69431 h 1028969"/>
              <a:gd name="csX5945" fmla="*/ 1027498 w 1728164"/>
              <a:gd name="csY5945" fmla="*/ 68862 h 1028969"/>
              <a:gd name="csX5946" fmla="*/ 1027667 w 1728164"/>
              <a:gd name="csY5946" fmla="*/ 68295 h 1028969"/>
              <a:gd name="csX5947" fmla="*/ 1027845 w 1728164"/>
              <a:gd name="csY5947" fmla="*/ 67731 h 1028969"/>
              <a:gd name="csX5948" fmla="*/ 1028014 w 1728164"/>
              <a:gd name="csY5948" fmla="*/ 67170 h 1028969"/>
              <a:gd name="csX5949" fmla="*/ 1028192 w 1728164"/>
              <a:gd name="csY5949" fmla="*/ 66610 h 1028969"/>
              <a:gd name="csX5950" fmla="*/ 1028361 w 1728164"/>
              <a:gd name="csY5950" fmla="*/ 66053 h 1028969"/>
              <a:gd name="csX5951" fmla="*/ 1028530 w 1728164"/>
              <a:gd name="csY5951" fmla="*/ 65498 h 1028969"/>
              <a:gd name="csX5952" fmla="*/ 1028708 w 1728164"/>
              <a:gd name="csY5952" fmla="*/ 64946 h 1028969"/>
              <a:gd name="csX5953" fmla="*/ 1028877 w 1728164"/>
              <a:gd name="csY5953" fmla="*/ 64396 h 1028969"/>
              <a:gd name="csX5954" fmla="*/ 1029055 w 1728164"/>
              <a:gd name="csY5954" fmla="*/ 63849 h 1028969"/>
              <a:gd name="csX5955" fmla="*/ 1029224 w 1728164"/>
              <a:gd name="csY5955" fmla="*/ 63304 h 1028969"/>
              <a:gd name="csX5956" fmla="*/ 1029402 w 1728164"/>
              <a:gd name="csY5956" fmla="*/ 62761 h 1028969"/>
              <a:gd name="csX5957" fmla="*/ 1029571 w 1728164"/>
              <a:gd name="csY5957" fmla="*/ 62221 h 1028969"/>
              <a:gd name="csX5958" fmla="*/ 1029740 w 1728164"/>
              <a:gd name="csY5958" fmla="*/ 61684 h 1028969"/>
              <a:gd name="csX5959" fmla="*/ 1029918 w 1728164"/>
              <a:gd name="csY5959" fmla="*/ 61148 h 1028969"/>
              <a:gd name="csX5960" fmla="*/ 1030087 w 1728164"/>
              <a:gd name="csY5960" fmla="*/ 60615 h 1028969"/>
              <a:gd name="csX5961" fmla="*/ 1030265 w 1728164"/>
              <a:gd name="csY5961" fmla="*/ 60084 h 1028969"/>
              <a:gd name="csX5962" fmla="*/ 1030434 w 1728164"/>
              <a:gd name="csY5962" fmla="*/ 59556 h 1028969"/>
              <a:gd name="csX5963" fmla="*/ 1030612 w 1728164"/>
              <a:gd name="csY5963" fmla="*/ 59030 h 1028969"/>
              <a:gd name="csX5964" fmla="*/ 1030781 w 1728164"/>
              <a:gd name="csY5964" fmla="*/ 58507 h 1028969"/>
              <a:gd name="csX5965" fmla="*/ 1030950 w 1728164"/>
              <a:gd name="csY5965" fmla="*/ 57985 h 1028969"/>
              <a:gd name="csX5966" fmla="*/ 1031128 w 1728164"/>
              <a:gd name="csY5966" fmla="*/ 57467 h 1028969"/>
              <a:gd name="csX5967" fmla="*/ 1031297 w 1728164"/>
              <a:gd name="csY5967" fmla="*/ 56951 h 1028969"/>
              <a:gd name="csX5968" fmla="*/ 1031475 w 1728164"/>
              <a:gd name="csY5968" fmla="*/ 56437 h 1028969"/>
              <a:gd name="csX5969" fmla="*/ 1031644 w 1728164"/>
              <a:gd name="csY5969" fmla="*/ 55926 h 1028969"/>
              <a:gd name="csX5970" fmla="*/ 1031822 w 1728164"/>
              <a:gd name="csY5970" fmla="*/ 55417 h 1028969"/>
              <a:gd name="csX5971" fmla="*/ 1031991 w 1728164"/>
              <a:gd name="csY5971" fmla="*/ 54910 h 1028969"/>
              <a:gd name="csX5972" fmla="*/ 1032160 w 1728164"/>
              <a:gd name="csY5972" fmla="*/ 54405 h 1028969"/>
              <a:gd name="csX5973" fmla="*/ 1032338 w 1728164"/>
              <a:gd name="csY5973" fmla="*/ 53904 h 1028969"/>
              <a:gd name="csX5974" fmla="*/ 1032507 w 1728164"/>
              <a:gd name="csY5974" fmla="*/ 53404 h 1028969"/>
              <a:gd name="csX5975" fmla="*/ 1032685 w 1728164"/>
              <a:gd name="csY5975" fmla="*/ 52907 h 1028969"/>
              <a:gd name="csX5976" fmla="*/ 1032854 w 1728164"/>
              <a:gd name="csY5976" fmla="*/ 52413 h 1028969"/>
              <a:gd name="csX5977" fmla="*/ 1033023 w 1728164"/>
              <a:gd name="csY5977" fmla="*/ 51921 h 1028969"/>
              <a:gd name="csX5978" fmla="*/ 1033201 w 1728164"/>
              <a:gd name="csY5978" fmla="*/ 51430 h 1028969"/>
              <a:gd name="csX5979" fmla="*/ 1033370 w 1728164"/>
              <a:gd name="csY5979" fmla="*/ 50943 h 1028969"/>
              <a:gd name="csX5980" fmla="*/ 1033548 w 1728164"/>
              <a:gd name="csY5980" fmla="*/ 50458 h 1028969"/>
              <a:gd name="csX5981" fmla="*/ 1033717 w 1728164"/>
              <a:gd name="csY5981" fmla="*/ 49976 h 1028969"/>
              <a:gd name="csX5982" fmla="*/ 1033895 w 1728164"/>
              <a:gd name="csY5982" fmla="*/ 49495 h 1028969"/>
              <a:gd name="csX5983" fmla="*/ 1034064 w 1728164"/>
              <a:gd name="csY5983" fmla="*/ 49018 h 1028969"/>
              <a:gd name="csX5984" fmla="*/ 1034233 w 1728164"/>
              <a:gd name="csY5984" fmla="*/ 48542 h 1028969"/>
              <a:gd name="csX5985" fmla="*/ 1034411 w 1728164"/>
              <a:gd name="csY5985" fmla="*/ 48068 h 1028969"/>
              <a:gd name="csX5986" fmla="*/ 1034580 w 1728164"/>
              <a:gd name="csY5986" fmla="*/ 47598 h 1028969"/>
              <a:gd name="csX5987" fmla="*/ 1034758 w 1728164"/>
              <a:gd name="csY5987" fmla="*/ 47130 h 1028969"/>
              <a:gd name="csX5988" fmla="*/ 1034927 w 1728164"/>
              <a:gd name="csY5988" fmla="*/ 46664 h 1028969"/>
              <a:gd name="csX5989" fmla="*/ 1035105 w 1728164"/>
              <a:gd name="csY5989" fmla="*/ 46200 h 1028969"/>
              <a:gd name="csX5990" fmla="*/ 1035274 w 1728164"/>
              <a:gd name="csY5990" fmla="*/ 45739 h 1028969"/>
              <a:gd name="csX5991" fmla="*/ 1035443 w 1728164"/>
              <a:gd name="csY5991" fmla="*/ 45280 h 1028969"/>
              <a:gd name="csX5992" fmla="*/ 1035621 w 1728164"/>
              <a:gd name="csY5992" fmla="*/ 44824 h 1028969"/>
              <a:gd name="csX5993" fmla="*/ 1035790 w 1728164"/>
              <a:gd name="csY5993" fmla="*/ 44370 h 1028969"/>
              <a:gd name="csX5994" fmla="*/ 1035968 w 1728164"/>
              <a:gd name="csY5994" fmla="*/ 43919 h 1028969"/>
              <a:gd name="csX5995" fmla="*/ 1036137 w 1728164"/>
              <a:gd name="csY5995" fmla="*/ 43470 h 1028969"/>
              <a:gd name="csX5996" fmla="*/ 1036315 w 1728164"/>
              <a:gd name="csY5996" fmla="*/ 43022 h 1028969"/>
              <a:gd name="csX5997" fmla="*/ 1036484 w 1728164"/>
              <a:gd name="csY5997" fmla="*/ 42578 h 1028969"/>
              <a:gd name="csX5998" fmla="*/ 1036653 w 1728164"/>
              <a:gd name="csY5998" fmla="*/ 42136 h 1028969"/>
              <a:gd name="csX5999" fmla="*/ 1036831 w 1728164"/>
              <a:gd name="csY5999" fmla="*/ 41697 h 1028969"/>
              <a:gd name="csX6000" fmla="*/ 1037000 w 1728164"/>
              <a:gd name="csY6000" fmla="*/ 41259 h 1028969"/>
              <a:gd name="csX6001" fmla="*/ 1037178 w 1728164"/>
              <a:gd name="csY6001" fmla="*/ 40825 h 1028969"/>
              <a:gd name="csX6002" fmla="*/ 1037347 w 1728164"/>
              <a:gd name="csY6002" fmla="*/ 40392 h 1028969"/>
              <a:gd name="csX6003" fmla="*/ 1037525 w 1728164"/>
              <a:gd name="csY6003" fmla="*/ 39962 h 1028969"/>
              <a:gd name="csX6004" fmla="*/ 1037694 w 1728164"/>
              <a:gd name="csY6004" fmla="*/ 39534 h 1028969"/>
              <a:gd name="csX6005" fmla="*/ 1037863 w 1728164"/>
              <a:gd name="csY6005" fmla="*/ 39109 h 1028969"/>
              <a:gd name="csX6006" fmla="*/ 1038040 w 1728164"/>
              <a:gd name="csY6006" fmla="*/ 38686 h 1028969"/>
              <a:gd name="csX6007" fmla="*/ 1038209 w 1728164"/>
              <a:gd name="csY6007" fmla="*/ 38265 h 1028969"/>
              <a:gd name="csX6008" fmla="*/ 1038387 w 1728164"/>
              <a:gd name="csY6008" fmla="*/ 37847 h 1028969"/>
              <a:gd name="csX6009" fmla="*/ 1038556 w 1728164"/>
              <a:gd name="csY6009" fmla="*/ 37431 h 1028969"/>
              <a:gd name="csX6010" fmla="*/ 1038734 w 1728164"/>
              <a:gd name="csY6010" fmla="*/ 37018 h 1028969"/>
              <a:gd name="csX6011" fmla="*/ 1038903 w 1728164"/>
              <a:gd name="csY6011" fmla="*/ 36607 h 1028969"/>
              <a:gd name="csX6012" fmla="*/ 1039073 w 1728164"/>
              <a:gd name="csY6012" fmla="*/ 36198 h 1028969"/>
              <a:gd name="csX6013" fmla="*/ 1039250 w 1728164"/>
              <a:gd name="csY6013" fmla="*/ 35791 h 1028969"/>
              <a:gd name="csX6014" fmla="*/ 1039419 w 1728164"/>
              <a:gd name="csY6014" fmla="*/ 35387 h 1028969"/>
              <a:gd name="csX6015" fmla="*/ 1039597 w 1728164"/>
              <a:gd name="csY6015" fmla="*/ 34986 h 1028969"/>
              <a:gd name="csX6016" fmla="*/ 1039766 w 1728164"/>
              <a:gd name="csY6016" fmla="*/ 34587 h 1028969"/>
              <a:gd name="csX6017" fmla="*/ 1039944 w 1728164"/>
              <a:gd name="csY6017" fmla="*/ 34190 h 1028969"/>
              <a:gd name="csX6018" fmla="*/ 1040113 w 1728164"/>
              <a:gd name="csY6018" fmla="*/ 33796 h 1028969"/>
              <a:gd name="csX6019" fmla="*/ 1040282 w 1728164"/>
              <a:gd name="csY6019" fmla="*/ 33404 h 1028969"/>
              <a:gd name="csX6020" fmla="*/ 1040460 w 1728164"/>
              <a:gd name="csY6020" fmla="*/ 33014 h 1028969"/>
              <a:gd name="csX6021" fmla="*/ 1040629 w 1728164"/>
              <a:gd name="csY6021" fmla="*/ 32627 h 1028969"/>
              <a:gd name="csX6022" fmla="*/ 1040807 w 1728164"/>
              <a:gd name="csY6022" fmla="*/ 32242 h 1028969"/>
              <a:gd name="csX6023" fmla="*/ 1040976 w 1728164"/>
              <a:gd name="csY6023" fmla="*/ 31859 h 1028969"/>
              <a:gd name="csX6024" fmla="*/ 1041154 w 1728164"/>
              <a:gd name="csY6024" fmla="*/ 31478 h 1028969"/>
              <a:gd name="csX6025" fmla="*/ 1041323 w 1728164"/>
              <a:gd name="csY6025" fmla="*/ 31100 h 1028969"/>
              <a:gd name="csX6026" fmla="*/ 1041492 w 1728164"/>
              <a:gd name="csY6026" fmla="*/ 30725 h 1028969"/>
              <a:gd name="csX6027" fmla="*/ 1041670 w 1728164"/>
              <a:gd name="csY6027" fmla="*/ 30352 h 1028969"/>
              <a:gd name="csX6028" fmla="*/ 1041839 w 1728164"/>
              <a:gd name="csY6028" fmla="*/ 29981 h 1028969"/>
              <a:gd name="csX6029" fmla="*/ 1042017 w 1728164"/>
              <a:gd name="csY6029" fmla="*/ 29613 h 1028969"/>
              <a:gd name="csX6030" fmla="*/ 1042186 w 1728164"/>
              <a:gd name="csY6030" fmla="*/ 29246 h 1028969"/>
              <a:gd name="csX6031" fmla="*/ 1042364 w 1728164"/>
              <a:gd name="csY6031" fmla="*/ 28882 h 1028969"/>
              <a:gd name="csX6032" fmla="*/ 1042533 w 1728164"/>
              <a:gd name="csY6032" fmla="*/ 28521 h 1028969"/>
              <a:gd name="csX6033" fmla="*/ 1042702 w 1728164"/>
              <a:gd name="csY6033" fmla="*/ 28163 h 1028969"/>
              <a:gd name="csX6034" fmla="*/ 1042880 w 1728164"/>
              <a:gd name="csY6034" fmla="*/ 27806 h 1028969"/>
              <a:gd name="csX6035" fmla="*/ 1043049 w 1728164"/>
              <a:gd name="csY6035" fmla="*/ 27451 h 1028969"/>
              <a:gd name="csX6036" fmla="*/ 1043227 w 1728164"/>
              <a:gd name="csY6036" fmla="*/ 27099 h 1028969"/>
              <a:gd name="csX6037" fmla="*/ 1043396 w 1728164"/>
              <a:gd name="csY6037" fmla="*/ 26750 h 1028969"/>
              <a:gd name="csX6038" fmla="*/ 1043574 w 1728164"/>
              <a:gd name="csY6038" fmla="*/ 26402 h 1028969"/>
              <a:gd name="csX6039" fmla="*/ 1043743 w 1728164"/>
              <a:gd name="csY6039" fmla="*/ 26058 h 1028969"/>
              <a:gd name="csX6040" fmla="*/ 1043912 w 1728164"/>
              <a:gd name="csY6040" fmla="*/ 25714 h 1028969"/>
              <a:gd name="csX6041" fmla="*/ 1044090 w 1728164"/>
              <a:gd name="csY6041" fmla="*/ 25374 h 1028969"/>
              <a:gd name="csX6042" fmla="*/ 1044259 w 1728164"/>
              <a:gd name="csY6042" fmla="*/ 25036 h 1028969"/>
              <a:gd name="csX6043" fmla="*/ 1044437 w 1728164"/>
              <a:gd name="csY6043" fmla="*/ 24701 h 1028969"/>
              <a:gd name="csX6044" fmla="*/ 1044606 w 1728164"/>
              <a:gd name="csY6044" fmla="*/ 24367 h 1028969"/>
              <a:gd name="csX6045" fmla="*/ 1044784 w 1728164"/>
              <a:gd name="csY6045" fmla="*/ 24036 h 1028969"/>
              <a:gd name="csX6046" fmla="*/ 1044953 w 1728164"/>
              <a:gd name="csY6046" fmla="*/ 23708 h 1028969"/>
              <a:gd name="csX6047" fmla="*/ 1045122 w 1728164"/>
              <a:gd name="csY6047" fmla="*/ 23383 h 1028969"/>
              <a:gd name="csX6048" fmla="*/ 1045300 w 1728164"/>
              <a:gd name="csY6048" fmla="*/ 23058 h 1028969"/>
              <a:gd name="csX6049" fmla="*/ 1045469 w 1728164"/>
              <a:gd name="csY6049" fmla="*/ 22737 h 1028969"/>
              <a:gd name="csX6050" fmla="*/ 1045647 w 1728164"/>
              <a:gd name="csY6050" fmla="*/ 22417 h 1028969"/>
              <a:gd name="csX6051" fmla="*/ 1045816 w 1728164"/>
              <a:gd name="csY6051" fmla="*/ 22101 h 1028969"/>
              <a:gd name="csX6052" fmla="*/ 1045994 w 1728164"/>
              <a:gd name="csY6052" fmla="*/ 21786 h 1028969"/>
              <a:gd name="csX6053" fmla="*/ 1046163 w 1728164"/>
              <a:gd name="csY6053" fmla="*/ 21474 h 1028969"/>
              <a:gd name="csX6054" fmla="*/ 1046332 w 1728164"/>
              <a:gd name="csY6054" fmla="*/ 21164 h 1028969"/>
              <a:gd name="csX6055" fmla="*/ 1046510 w 1728164"/>
              <a:gd name="csY6055" fmla="*/ 20857 h 1028969"/>
              <a:gd name="csX6056" fmla="*/ 1046679 w 1728164"/>
              <a:gd name="csY6056" fmla="*/ 20551 h 1028969"/>
              <a:gd name="csX6057" fmla="*/ 1046857 w 1728164"/>
              <a:gd name="csY6057" fmla="*/ 20248 h 1028969"/>
              <a:gd name="csX6058" fmla="*/ 1047026 w 1728164"/>
              <a:gd name="csY6058" fmla="*/ 19948 h 1028969"/>
              <a:gd name="csX6059" fmla="*/ 1047204 w 1728164"/>
              <a:gd name="csY6059" fmla="*/ 19650 h 1028969"/>
              <a:gd name="csX6060" fmla="*/ 1047373 w 1728164"/>
              <a:gd name="csY6060" fmla="*/ 19353 h 1028969"/>
              <a:gd name="csX6061" fmla="*/ 1047542 w 1728164"/>
              <a:gd name="csY6061" fmla="*/ 19060 h 1028969"/>
              <a:gd name="csX6062" fmla="*/ 1047720 w 1728164"/>
              <a:gd name="csY6062" fmla="*/ 18769 h 1028969"/>
              <a:gd name="csX6063" fmla="*/ 1047889 w 1728164"/>
              <a:gd name="csY6063" fmla="*/ 18480 h 1028969"/>
              <a:gd name="csX6064" fmla="*/ 1048067 w 1728164"/>
              <a:gd name="csY6064" fmla="*/ 18193 h 1028969"/>
              <a:gd name="csX6065" fmla="*/ 1048236 w 1728164"/>
              <a:gd name="csY6065" fmla="*/ 17909 h 1028969"/>
              <a:gd name="csX6066" fmla="*/ 1048414 w 1728164"/>
              <a:gd name="csY6066" fmla="*/ 17627 h 1028969"/>
              <a:gd name="csX6067" fmla="*/ 1048583 w 1728164"/>
              <a:gd name="csY6067" fmla="*/ 17347 h 1028969"/>
              <a:gd name="csX6068" fmla="*/ 1048752 w 1728164"/>
              <a:gd name="csY6068" fmla="*/ 17070 h 1028969"/>
              <a:gd name="csX6069" fmla="*/ 1048930 w 1728164"/>
              <a:gd name="csY6069" fmla="*/ 16794 h 1028969"/>
              <a:gd name="csX6070" fmla="*/ 1049099 w 1728164"/>
              <a:gd name="csY6070" fmla="*/ 16522 h 1028969"/>
              <a:gd name="csX6071" fmla="*/ 1049277 w 1728164"/>
              <a:gd name="csY6071" fmla="*/ 16251 h 1028969"/>
              <a:gd name="csX6072" fmla="*/ 1049446 w 1728164"/>
              <a:gd name="csY6072" fmla="*/ 15982 h 1028969"/>
              <a:gd name="csX6073" fmla="*/ 1049624 w 1728164"/>
              <a:gd name="csY6073" fmla="*/ 15716 h 1028969"/>
              <a:gd name="csX6074" fmla="*/ 1049793 w 1728164"/>
              <a:gd name="csY6074" fmla="*/ 15453 h 1028969"/>
              <a:gd name="csX6075" fmla="*/ 1049962 w 1728164"/>
              <a:gd name="csY6075" fmla="*/ 15192 h 1028969"/>
              <a:gd name="csX6076" fmla="*/ 1050140 w 1728164"/>
              <a:gd name="csY6076" fmla="*/ 14933 h 1028969"/>
              <a:gd name="csX6077" fmla="*/ 1050309 w 1728164"/>
              <a:gd name="csY6077" fmla="*/ 14676 h 1028969"/>
              <a:gd name="csX6078" fmla="*/ 1050487 w 1728164"/>
              <a:gd name="csY6078" fmla="*/ 14422 h 1028969"/>
              <a:gd name="csX6079" fmla="*/ 1050656 w 1728164"/>
              <a:gd name="csY6079" fmla="*/ 14169 h 1028969"/>
              <a:gd name="csX6080" fmla="*/ 1050834 w 1728164"/>
              <a:gd name="csY6080" fmla="*/ 13920 h 1028969"/>
              <a:gd name="csX6081" fmla="*/ 1051003 w 1728164"/>
              <a:gd name="csY6081" fmla="*/ 13672 h 1028969"/>
              <a:gd name="csX6082" fmla="*/ 1051172 w 1728164"/>
              <a:gd name="csY6082" fmla="*/ 13427 h 1028969"/>
              <a:gd name="csX6083" fmla="*/ 1051350 w 1728164"/>
              <a:gd name="csY6083" fmla="*/ 13185 h 1028969"/>
              <a:gd name="csX6084" fmla="*/ 1051519 w 1728164"/>
              <a:gd name="csY6084" fmla="*/ 12943 h 1028969"/>
              <a:gd name="csX6085" fmla="*/ 1051697 w 1728164"/>
              <a:gd name="csY6085" fmla="*/ 12705 h 1028969"/>
              <a:gd name="csX6086" fmla="*/ 1051866 w 1728164"/>
              <a:gd name="csY6086" fmla="*/ 12469 h 1028969"/>
              <a:gd name="csX6087" fmla="*/ 1052035 w 1728164"/>
              <a:gd name="csY6087" fmla="*/ 12235 h 1028969"/>
              <a:gd name="csX6088" fmla="*/ 1052213 w 1728164"/>
              <a:gd name="csY6088" fmla="*/ 12004 h 1028969"/>
              <a:gd name="csX6089" fmla="*/ 1052382 w 1728164"/>
              <a:gd name="csY6089" fmla="*/ 11774 h 1028969"/>
              <a:gd name="csX6090" fmla="*/ 1052559 w 1728164"/>
              <a:gd name="csY6090" fmla="*/ 11548 h 1028969"/>
              <a:gd name="csX6091" fmla="*/ 1052729 w 1728164"/>
              <a:gd name="csY6091" fmla="*/ 11323 h 1028969"/>
              <a:gd name="csX6092" fmla="*/ 1052906 w 1728164"/>
              <a:gd name="csY6092" fmla="*/ 11100 h 1028969"/>
              <a:gd name="csX6093" fmla="*/ 1053076 w 1728164"/>
              <a:gd name="csY6093" fmla="*/ 10880 h 1028969"/>
              <a:gd name="csX6094" fmla="*/ 1053245 w 1728164"/>
              <a:gd name="csY6094" fmla="*/ 10662 h 1028969"/>
              <a:gd name="csX6095" fmla="*/ 1053423 w 1728164"/>
              <a:gd name="csY6095" fmla="*/ 10446 h 1028969"/>
              <a:gd name="csX6096" fmla="*/ 1053592 w 1728164"/>
              <a:gd name="csY6096" fmla="*/ 10233 h 1028969"/>
              <a:gd name="csX6097" fmla="*/ 1053769 w 1728164"/>
              <a:gd name="csY6097" fmla="*/ 10022 h 1028969"/>
              <a:gd name="csX6098" fmla="*/ 1053938 w 1728164"/>
              <a:gd name="csY6098" fmla="*/ 9813 h 1028969"/>
              <a:gd name="csX6099" fmla="*/ 1054116 w 1728164"/>
              <a:gd name="csY6099" fmla="*/ 9606 h 1028969"/>
              <a:gd name="csX6100" fmla="*/ 1054285 w 1728164"/>
              <a:gd name="csY6100" fmla="*/ 9402 h 1028969"/>
              <a:gd name="csX6101" fmla="*/ 1054454 w 1728164"/>
              <a:gd name="csY6101" fmla="*/ 9200 h 1028969"/>
              <a:gd name="csX6102" fmla="*/ 1054632 w 1728164"/>
              <a:gd name="csY6102" fmla="*/ 9001 h 1028969"/>
              <a:gd name="csX6103" fmla="*/ 1054801 w 1728164"/>
              <a:gd name="csY6103" fmla="*/ 8802 h 1028969"/>
              <a:gd name="csX6104" fmla="*/ 1054979 w 1728164"/>
              <a:gd name="csY6104" fmla="*/ 8607 h 1028969"/>
              <a:gd name="csX6105" fmla="*/ 1055148 w 1728164"/>
              <a:gd name="csY6105" fmla="*/ 8414 h 1028969"/>
              <a:gd name="csX6106" fmla="*/ 1055326 w 1728164"/>
              <a:gd name="csY6106" fmla="*/ 8223 h 1028969"/>
              <a:gd name="csX6107" fmla="*/ 1055495 w 1728164"/>
              <a:gd name="csY6107" fmla="*/ 8034 h 1028969"/>
              <a:gd name="csX6108" fmla="*/ 1055664 w 1728164"/>
              <a:gd name="csY6108" fmla="*/ 7848 h 1028969"/>
              <a:gd name="csX6109" fmla="*/ 1055842 w 1728164"/>
              <a:gd name="csY6109" fmla="*/ 7664 h 1028969"/>
              <a:gd name="csX6110" fmla="*/ 1056011 w 1728164"/>
              <a:gd name="csY6110" fmla="*/ 7483 h 1028969"/>
              <a:gd name="csX6111" fmla="*/ 1056189 w 1728164"/>
              <a:gd name="csY6111" fmla="*/ 7303 h 1028969"/>
              <a:gd name="csX6112" fmla="*/ 1056358 w 1728164"/>
              <a:gd name="csY6112" fmla="*/ 7125 h 1028969"/>
              <a:gd name="csX6113" fmla="*/ 1056536 w 1728164"/>
              <a:gd name="csY6113" fmla="*/ 6950 h 1028969"/>
              <a:gd name="csX6114" fmla="*/ 1056705 w 1728164"/>
              <a:gd name="csY6114" fmla="*/ 6777 h 1028969"/>
              <a:gd name="csX6115" fmla="*/ 1056874 w 1728164"/>
              <a:gd name="csY6115" fmla="*/ 6606 h 1028969"/>
              <a:gd name="csX6116" fmla="*/ 1057052 w 1728164"/>
              <a:gd name="csY6116" fmla="*/ 6438 h 1028969"/>
              <a:gd name="csX6117" fmla="*/ 1057221 w 1728164"/>
              <a:gd name="csY6117" fmla="*/ 6272 h 1028969"/>
              <a:gd name="csX6118" fmla="*/ 1057399 w 1728164"/>
              <a:gd name="csY6118" fmla="*/ 6108 h 1028969"/>
              <a:gd name="csX6119" fmla="*/ 1057568 w 1728164"/>
              <a:gd name="csY6119" fmla="*/ 5946 h 1028969"/>
              <a:gd name="csX6120" fmla="*/ 1057746 w 1728164"/>
              <a:gd name="csY6120" fmla="*/ 5786 h 1028969"/>
              <a:gd name="csX6121" fmla="*/ 1057915 w 1728164"/>
              <a:gd name="csY6121" fmla="*/ 5630 h 1028969"/>
              <a:gd name="csX6122" fmla="*/ 1058084 w 1728164"/>
              <a:gd name="csY6122" fmla="*/ 5474 h 1028969"/>
              <a:gd name="csX6123" fmla="*/ 1058262 w 1728164"/>
              <a:gd name="csY6123" fmla="*/ 5321 h 1028969"/>
              <a:gd name="csX6124" fmla="*/ 1058431 w 1728164"/>
              <a:gd name="csY6124" fmla="*/ 5171 h 1028969"/>
              <a:gd name="csX6125" fmla="*/ 1058609 w 1728164"/>
              <a:gd name="csY6125" fmla="*/ 5022 h 1028969"/>
              <a:gd name="csX6126" fmla="*/ 1058778 w 1728164"/>
              <a:gd name="csY6126" fmla="*/ 4876 h 1028969"/>
              <a:gd name="csX6127" fmla="*/ 1058956 w 1728164"/>
              <a:gd name="csY6127" fmla="*/ 4732 h 1028969"/>
              <a:gd name="csX6128" fmla="*/ 1059125 w 1728164"/>
              <a:gd name="csY6128" fmla="*/ 4590 h 1028969"/>
              <a:gd name="csX6129" fmla="*/ 1059294 w 1728164"/>
              <a:gd name="csY6129" fmla="*/ 4450 h 1028969"/>
              <a:gd name="csX6130" fmla="*/ 1059472 w 1728164"/>
              <a:gd name="csY6130" fmla="*/ 4313 h 1028969"/>
              <a:gd name="csX6131" fmla="*/ 1059641 w 1728164"/>
              <a:gd name="csY6131" fmla="*/ 4178 h 1028969"/>
              <a:gd name="csX6132" fmla="*/ 1059819 w 1728164"/>
              <a:gd name="csY6132" fmla="*/ 4044 h 1028969"/>
              <a:gd name="csX6133" fmla="*/ 1059988 w 1728164"/>
              <a:gd name="csY6133" fmla="*/ 3914 h 1028969"/>
              <a:gd name="csX6134" fmla="*/ 1060166 w 1728164"/>
              <a:gd name="csY6134" fmla="*/ 3785 h 1028969"/>
              <a:gd name="csX6135" fmla="*/ 1060335 w 1728164"/>
              <a:gd name="csY6135" fmla="*/ 3658 h 1028969"/>
              <a:gd name="csX6136" fmla="*/ 1060504 w 1728164"/>
              <a:gd name="csY6136" fmla="*/ 3535 h 1028969"/>
              <a:gd name="csX6137" fmla="*/ 1060682 w 1728164"/>
              <a:gd name="csY6137" fmla="*/ 3412 h 1028969"/>
              <a:gd name="csX6138" fmla="*/ 1060851 w 1728164"/>
              <a:gd name="csY6138" fmla="*/ 3293 h 1028969"/>
              <a:gd name="csX6139" fmla="*/ 1061029 w 1728164"/>
              <a:gd name="csY6139" fmla="*/ 3174 h 1028969"/>
              <a:gd name="csX6140" fmla="*/ 1061198 w 1728164"/>
              <a:gd name="csY6140" fmla="*/ 3059 h 1028969"/>
              <a:gd name="csX6141" fmla="*/ 1061376 w 1728164"/>
              <a:gd name="csY6141" fmla="*/ 2946 h 1028969"/>
              <a:gd name="csX6142" fmla="*/ 1061545 w 1728164"/>
              <a:gd name="csY6142" fmla="*/ 2834 h 1028969"/>
              <a:gd name="csX6143" fmla="*/ 1061714 w 1728164"/>
              <a:gd name="csY6143" fmla="*/ 2725 h 1028969"/>
              <a:gd name="csX6144" fmla="*/ 1061892 w 1728164"/>
              <a:gd name="csY6144" fmla="*/ 2618 h 1028969"/>
              <a:gd name="csX6145" fmla="*/ 1062061 w 1728164"/>
              <a:gd name="csY6145" fmla="*/ 2514 h 1028969"/>
              <a:gd name="csX6146" fmla="*/ 1062239 w 1728164"/>
              <a:gd name="csY6146" fmla="*/ 2411 h 1028969"/>
              <a:gd name="csX6147" fmla="*/ 1062408 w 1728164"/>
              <a:gd name="csY6147" fmla="*/ 2311 h 1028969"/>
              <a:gd name="csX6148" fmla="*/ 1062586 w 1728164"/>
              <a:gd name="csY6148" fmla="*/ 2213 h 1028969"/>
              <a:gd name="csX6149" fmla="*/ 1062755 w 1728164"/>
              <a:gd name="csY6149" fmla="*/ 2116 h 1028969"/>
              <a:gd name="csX6150" fmla="*/ 1062924 w 1728164"/>
              <a:gd name="csY6150" fmla="*/ 2023 h 1028969"/>
              <a:gd name="csX6151" fmla="*/ 1063102 w 1728164"/>
              <a:gd name="csY6151" fmla="*/ 1931 h 1028969"/>
              <a:gd name="csX6152" fmla="*/ 1063271 w 1728164"/>
              <a:gd name="csY6152" fmla="*/ 1842 h 1028969"/>
              <a:gd name="csX6153" fmla="*/ 1063449 w 1728164"/>
              <a:gd name="csY6153" fmla="*/ 1754 h 1028969"/>
              <a:gd name="csX6154" fmla="*/ 1063618 w 1728164"/>
              <a:gd name="csY6154" fmla="*/ 1669 h 1028969"/>
              <a:gd name="csX6155" fmla="*/ 1063796 w 1728164"/>
              <a:gd name="csY6155" fmla="*/ 1586 h 1028969"/>
              <a:gd name="csX6156" fmla="*/ 1063965 w 1728164"/>
              <a:gd name="csY6156" fmla="*/ 1505 h 1028969"/>
              <a:gd name="csX6157" fmla="*/ 1064134 w 1728164"/>
              <a:gd name="csY6157" fmla="*/ 1426 h 1028969"/>
              <a:gd name="csX6158" fmla="*/ 1064312 w 1728164"/>
              <a:gd name="csY6158" fmla="*/ 1350 h 1028969"/>
              <a:gd name="csX6159" fmla="*/ 1064481 w 1728164"/>
              <a:gd name="csY6159" fmla="*/ 1276 h 1028969"/>
              <a:gd name="csX6160" fmla="*/ 1064659 w 1728164"/>
              <a:gd name="csY6160" fmla="*/ 1203 h 1028969"/>
              <a:gd name="csX6161" fmla="*/ 1064828 w 1728164"/>
              <a:gd name="csY6161" fmla="*/ 1133 h 1028969"/>
              <a:gd name="csX6162" fmla="*/ 1065006 w 1728164"/>
              <a:gd name="csY6162" fmla="*/ 1065 h 1028969"/>
              <a:gd name="csX6163" fmla="*/ 1065175 w 1728164"/>
              <a:gd name="csY6163" fmla="*/ 999 h 1028969"/>
              <a:gd name="csX6164" fmla="*/ 1065344 w 1728164"/>
              <a:gd name="csY6164" fmla="*/ 935 h 1028969"/>
              <a:gd name="csX6165" fmla="*/ 1065522 w 1728164"/>
              <a:gd name="csY6165" fmla="*/ 874 h 1028969"/>
              <a:gd name="csX6166" fmla="*/ 1065691 w 1728164"/>
              <a:gd name="csY6166" fmla="*/ 814 h 1028969"/>
              <a:gd name="csX6167" fmla="*/ 1065869 w 1728164"/>
              <a:gd name="csY6167" fmla="*/ 756 h 1028969"/>
              <a:gd name="csX6168" fmla="*/ 1066038 w 1728164"/>
              <a:gd name="csY6168" fmla="*/ 701 h 1028969"/>
              <a:gd name="csX6169" fmla="*/ 1066216 w 1728164"/>
              <a:gd name="csY6169" fmla="*/ 648 h 1028969"/>
              <a:gd name="csX6170" fmla="*/ 1066385 w 1728164"/>
              <a:gd name="csY6170" fmla="*/ 597 h 1028969"/>
              <a:gd name="csX6171" fmla="*/ 1066554 w 1728164"/>
              <a:gd name="csY6171" fmla="*/ 548 h 1028969"/>
              <a:gd name="csX6172" fmla="*/ 1066732 w 1728164"/>
              <a:gd name="csY6172" fmla="*/ 501 h 1028969"/>
              <a:gd name="csX6173" fmla="*/ 1066901 w 1728164"/>
              <a:gd name="csY6173" fmla="*/ 456 h 1028969"/>
              <a:gd name="csX6174" fmla="*/ 1067079 w 1728164"/>
              <a:gd name="csY6174" fmla="*/ 414 h 1028969"/>
              <a:gd name="csX6175" fmla="*/ 1067248 w 1728164"/>
              <a:gd name="csY6175" fmla="*/ 373 h 1028969"/>
              <a:gd name="csX6176" fmla="*/ 1067426 w 1728164"/>
              <a:gd name="csY6176" fmla="*/ 334 h 1028969"/>
              <a:gd name="csX6177" fmla="*/ 1067595 w 1728164"/>
              <a:gd name="csY6177" fmla="*/ 298 h 1028969"/>
              <a:gd name="csX6178" fmla="*/ 1067764 w 1728164"/>
              <a:gd name="csY6178" fmla="*/ 264 h 1028969"/>
              <a:gd name="csX6179" fmla="*/ 1067941 w 1728164"/>
              <a:gd name="csY6179" fmla="*/ 232 h 1028969"/>
              <a:gd name="csX6180" fmla="*/ 1068111 w 1728164"/>
              <a:gd name="csY6180" fmla="*/ 202 h 1028969"/>
              <a:gd name="csX6181" fmla="*/ 1068288 w 1728164"/>
              <a:gd name="csY6181" fmla="*/ 174 h 1028969"/>
              <a:gd name="csX6182" fmla="*/ 1068457 w 1728164"/>
              <a:gd name="csY6182" fmla="*/ 149 h 1028969"/>
              <a:gd name="csX6183" fmla="*/ 1068635 w 1728164"/>
              <a:gd name="csY6183" fmla="*/ 125 h 1028969"/>
              <a:gd name="csX6184" fmla="*/ 1068804 w 1728164"/>
              <a:gd name="csY6184" fmla="*/ 102 h 1028969"/>
              <a:gd name="csX6185" fmla="*/ 1068973 w 1728164"/>
              <a:gd name="csY6185" fmla="*/ 83 h 1028969"/>
              <a:gd name="csX6186" fmla="*/ 1069151 w 1728164"/>
              <a:gd name="csY6186" fmla="*/ 66 h 1028969"/>
              <a:gd name="csX6187" fmla="*/ 1069320 w 1728164"/>
              <a:gd name="csY6187" fmla="*/ 50 h 1028969"/>
              <a:gd name="csX6188" fmla="*/ 1069498 w 1728164"/>
              <a:gd name="csY6188" fmla="*/ 36 h 1028969"/>
              <a:gd name="csX6189" fmla="*/ 1069667 w 1728164"/>
              <a:gd name="csY6189" fmla="*/ 26 h 1028969"/>
              <a:gd name="csX6190" fmla="*/ 1069845 w 1728164"/>
              <a:gd name="csY6190" fmla="*/ 16 h 1028969"/>
              <a:gd name="csX6191" fmla="*/ 1070014 w 1728164"/>
              <a:gd name="csY6191" fmla="*/ 9 h 1028969"/>
              <a:gd name="csX6192" fmla="*/ 1070183 w 1728164"/>
              <a:gd name="csY6192" fmla="*/ 4 h 1028969"/>
              <a:gd name="csX6193" fmla="*/ 1070361 w 1728164"/>
              <a:gd name="csY6193" fmla="*/ 1 h 1028969"/>
              <a:gd name="csX6194" fmla="*/ 1070530 w 1728164"/>
              <a:gd name="csY6194" fmla="*/ 0 h 1028969"/>
              <a:gd name="csX6195" fmla="*/ 1070708 w 1728164"/>
              <a:gd name="csY6195" fmla="*/ 1 h 1028969"/>
              <a:gd name="csX6196" fmla="*/ 1070877 w 1728164"/>
              <a:gd name="csY6196" fmla="*/ 4 h 1028969"/>
              <a:gd name="csX6197" fmla="*/ 1071046 w 1728164"/>
              <a:gd name="csY6197" fmla="*/ 10 h 1028969"/>
              <a:gd name="csX6198" fmla="*/ 1071224 w 1728164"/>
              <a:gd name="csY6198" fmla="*/ 17 h 1028969"/>
              <a:gd name="csX6199" fmla="*/ 1071393 w 1728164"/>
              <a:gd name="csY6199" fmla="*/ 26 h 1028969"/>
              <a:gd name="csX6200" fmla="*/ 1071571 w 1728164"/>
              <a:gd name="csY6200" fmla="*/ 37 h 1028969"/>
              <a:gd name="csX6201" fmla="*/ 1071740 w 1728164"/>
              <a:gd name="csY6201" fmla="*/ 51 h 1028969"/>
              <a:gd name="csX6202" fmla="*/ 1071918 w 1728164"/>
              <a:gd name="csY6202" fmla="*/ 67 h 1028969"/>
              <a:gd name="csX6203" fmla="*/ 1072087 w 1728164"/>
              <a:gd name="csY6203" fmla="*/ 84 h 1028969"/>
              <a:gd name="csX6204" fmla="*/ 1072256 w 1728164"/>
              <a:gd name="csY6204" fmla="*/ 103 h 1028969"/>
              <a:gd name="csX6205" fmla="*/ 1072434 w 1728164"/>
              <a:gd name="csY6205" fmla="*/ 125 h 1028969"/>
              <a:gd name="csX6206" fmla="*/ 1072603 w 1728164"/>
              <a:gd name="csY6206" fmla="*/ 149 h 1028969"/>
              <a:gd name="csX6207" fmla="*/ 1072781 w 1728164"/>
              <a:gd name="csY6207" fmla="*/ 174 h 1028969"/>
              <a:gd name="csX6208" fmla="*/ 1072950 w 1728164"/>
              <a:gd name="csY6208" fmla="*/ 202 h 1028969"/>
              <a:gd name="csX6209" fmla="*/ 1073128 w 1728164"/>
              <a:gd name="csY6209" fmla="*/ 231 h 1028969"/>
              <a:gd name="csX6210" fmla="*/ 1073297 w 1728164"/>
              <a:gd name="csY6210" fmla="*/ 263 h 1028969"/>
              <a:gd name="csX6211" fmla="*/ 1073466 w 1728164"/>
              <a:gd name="csY6211" fmla="*/ 297 h 1028969"/>
              <a:gd name="csX6212" fmla="*/ 1073644 w 1728164"/>
              <a:gd name="csY6212" fmla="*/ 333 h 1028969"/>
              <a:gd name="csX6213" fmla="*/ 1073813 w 1728164"/>
              <a:gd name="csY6213" fmla="*/ 370 h 1028969"/>
              <a:gd name="csX6214" fmla="*/ 1073991 w 1728164"/>
              <a:gd name="csY6214" fmla="*/ 410 h 1028969"/>
              <a:gd name="csX6215" fmla="*/ 1074160 w 1728164"/>
              <a:gd name="csY6215" fmla="*/ 452 h 1028969"/>
              <a:gd name="csX6216" fmla="*/ 1074338 w 1728164"/>
              <a:gd name="csY6216" fmla="*/ 496 h 1028969"/>
              <a:gd name="csX6217" fmla="*/ 1074507 w 1728164"/>
              <a:gd name="csY6217" fmla="*/ 542 h 1028969"/>
              <a:gd name="csX6218" fmla="*/ 1074676 w 1728164"/>
              <a:gd name="csY6218" fmla="*/ 589 h 1028969"/>
              <a:gd name="csX6219" fmla="*/ 1074854 w 1728164"/>
              <a:gd name="csY6219" fmla="*/ 639 h 1028969"/>
              <a:gd name="csX6220" fmla="*/ 1075023 w 1728164"/>
              <a:gd name="csY6220" fmla="*/ 691 h 1028969"/>
              <a:gd name="csX6221" fmla="*/ 1075201 w 1728164"/>
              <a:gd name="csY6221" fmla="*/ 745 h 1028969"/>
              <a:gd name="csX6222" fmla="*/ 1075370 w 1728164"/>
              <a:gd name="csY6222" fmla="*/ 801 h 1028969"/>
              <a:gd name="csX6223" fmla="*/ 1075548 w 1728164"/>
              <a:gd name="csY6223" fmla="*/ 859 h 1028969"/>
              <a:gd name="csX6224" fmla="*/ 1075717 w 1728164"/>
              <a:gd name="csY6224" fmla="*/ 918 h 1028969"/>
              <a:gd name="csX6225" fmla="*/ 1075886 w 1728164"/>
              <a:gd name="csY6225" fmla="*/ 979 h 1028969"/>
              <a:gd name="csX6226" fmla="*/ 1076064 w 1728164"/>
              <a:gd name="csY6226" fmla="*/ 1044 h 1028969"/>
              <a:gd name="csX6227" fmla="*/ 1076233 w 1728164"/>
              <a:gd name="csY6227" fmla="*/ 1109 h 1028969"/>
              <a:gd name="csX6228" fmla="*/ 1076411 w 1728164"/>
              <a:gd name="csY6228" fmla="*/ 1177 h 1028969"/>
              <a:gd name="csX6229" fmla="*/ 1076580 w 1728164"/>
              <a:gd name="csY6229" fmla="*/ 1246 h 1028969"/>
              <a:gd name="csX6230" fmla="*/ 1076758 w 1728164"/>
              <a:gd name="csY6230" fmla="*/ 1318 h 1028969"/>
              <a:gd name="csX6231" fmla="*/ 1076927 w 1728164"/>
              <a:gd name="csY6231" fmla="*/ 1391 h 1028969"/>
              <a:gd name="csX6232" fmla="*/ 1077096 w 1728164"/>
              <a:gd name="csY6232" fmla="*/ 1467 h 1028969"/>
              <a:gd name="csX6233" fmla="*/ 1077274 w 1728164"/>
              <a:gd name="csY6233" fmla="*/ 1544 h 1028969"/>
              <a:gd name="csX6234" fmla="*/ 1077443 w 1728164"/>
              <a:gd name="csY6234" fmla="*/ 1624 h 1028969"/>
              <a:gd name="csX6235" fmla="*/ 1077621 w 1728164"/>
              <a:gd name="csY6235" fmla="*/ 1705 h 1028969"/>
              <a:gd name="csX6236" fmla="*/ 1077790 w 1728164"/>
              <a:gd name="csY6236" fmla="*/ 1789 h 1028969"/>
              <a:gd name="csX6237" fmla="*/ 1077968 w 1728164"/>
              <a:gd name="csY6237" fmla="*/ 1874 h 1028969"/>
              <a:gd name="csX6238" fmla="*/ 1078137 w 1728164"/>
              <a:gd name="csY6238" fmla="*/ 1962 h 1028969"/>
              <a:gd name="csX6239" fmla="*/ 1078306 w 1728164"/>
              <a:gd name="csY6239" fmla="*/ 2051 h 1028969"/>
              <a:gd name="csX6240" fmla="*/ 1078484 w 1728164"/>
              <a:gd name="csY6240" fmla="*/ 2142 h 1028969"/>
              <a:gd name="csX6241" fmla="*/ 1078653 w 1728164"/>
              <a:gd name="csY6241" fmla="*/ 2235 h 1028969"/>
              <a:gd name="csX6242" fmla="*/ 1078831 w 1728164"/>
              <a:gd name="csY6242" fmla="*/ 2330 h 1028969"/>
              <a:gd name="csX6243" fmla="*/ 1079000 w 1728164"/>
              <a:gd name="csY6243" fmla="*/ 2427 h 1028969"/>
              <a:gd name="csX6244" fmla="*/ 1079178 w 1728164"/>
              <a:gd name="csY6244" fmla="*/ 2527 h 1028969"/>
              <a:gd name="csX6245" fmla="*/ 1079347 w 1728164"/>
              <a:gd name="csY6245" fmla="*/ 2627 h 1028969"/>
              <a:gd name="csX6246" fmla="*/ 1079516 w 1728164"/>
              <a:gd name="csY6246" fmla="*/ 2729 h 1028969"/>
              <a:gd name="csX6247" fmla="*/ 1079694 w 1728164"/>
              <a:gd name="csY6247" fmla="*/ 2834 h 1028969"/>
              <a:gd name="csX6248" fmla="*/ 1079863 w 1728164"/>
              <a:gd name="csY6248" fmla="*/ 2941 h 1028969"/>
              <a:gd name="csX6249" fmla="*/ 1080041 w 1728164"/>
              <a:gd name="csY6249" fmla="*/ 3050 h 1028969"/>
              <a:gd name="csX6250" fmla="*/ 1080210 w 1728164"/>
              <a:gd name="csY6250" fmla="*/ 3160 h 1028969"/>
              <a:gd name="csX6251" fmla="*/ 1080388 w 1728164"/>
              <a:gd name="csY6251" fmla="*/ 3273 h 1028969"/>
              <a:gd name="csX6252" fmla="*/ 1080557 w 1728164"/>
              <a:gd name="csY6252" fmla="*/ 3387 h 1028969"/>
              <a:gd name="csX6253" fmla="*/ 1080726 w 1728164"/>
              <a:gd name="csY6253" fmla="*/ 3503 h 1028969"/>
              <a:gd name="csX6254" fmla="*/ 1080904 w 1728164"/>
              <a:gd name="csY6254" fmla="*/ 3622 h 1028969"/>
              <a:gd name="csX6255" fmla="*/ 1081073 w 1728164"/>
              <a:gd name="csY6255" fmla="*/ 3742 h 1028969"/>
              <a:gd name="csX6256" fmla="*/ 1081251 w 1728164"/>
              <a:gd name="csY6256" fmla="*/ 3864 h 1028969"/>
              <a:gd name="csX6257" fmla="*/ 1081420 w 1728164"/>
              <a:gd name="csY6257" fmla="*/ 3987 h 1028969"/>
              <a:gd name="csX6258" fmla="*/ 1081598 w 1728164"/>
              <a:gd name="csY6258" fmla="*/ 4113 h 1028969"/>
              <a:gd name="csX6259" fmla="*/ 1081767 w 1728164"/>
              <a:gd name="csY6259" fmla="*/ 4241 h 1028969"/>
              <a:gd name="csX6260" fmla="*/ 1081936 w 1728164"/>
              <a:gd name="csY6260" fmla="*/ 4370 h 1028969"/>
              <a:gd name="csX6261" fmla="*/ 1082114 w 1728164"/>
              <a:gd name="csY6261" fmla="*/ 4502 h 1028969"/>
              <a:gd name="csX6262" fmla="*/ 1082283 w 1728164"/>
              <a:gd name="csY6262" fmla="*/ 4635 h 1028969"/>
              <a:gd name="csX6263" fmla="*/ 1082461 w 1728164"/>
              <a:gd name="csY6263" fmla="*/ 4770 h 1028969"/>
              <a:gd name="csX6264" fmla="*/ 1082630 w 1728164"/>
              <a:gd name="csY6264" fmla="*/ 4907 h 1028969"/>
              <a:gd name="csX6265" fmla="*/ 1082807 w 1728164"/>
              <a:gd name="csY6265" fmla="*/ 5046 h 1028969"/>
              <a:gd name="csX6266" fmla="*/ 1082977 w 1728164"/>
              <a:gd name="csY6266" fmla="*/ 5188 h 1028969"/>
              <a:gd name="csX6267" fmla="*/ 1083145 w 1728164"/>
              <a:gd name="csY6267" fmla="*/ 5330 h 1028969"/>
              <a:gd name="csX6268" fmla="*/ 1083323 w 1728164"/>
              <a:gd name="csY6268" fmla="*/ 5475 h 1028969"/>
              <a:gd name="csX6269" fmla="*/ 1083492 w 1728164"/>
              <a:gd name="csY6269" fmla="*/ 5621 h 1028969"/>
              <a:gd name="csX6270" fmla="*/ 1083670 w 1728164"/>
              <a:gd name="csY6270" fmla="*/ 5769 h 1028969"/>
              <a:gd name="csX6271" fmla="*/ 1083839 w 1728164"/>
              <a:gd name="csY6271" fmla="*/ 5920 h 1028969"/>
              <a:gd name="csX6272" fmla="*/ 1084017 w 1728164"/>
              <a:gd name="csY6272" fmla="*/ 6072 h 1028969"/>
              <a:gd name="csX6273" fmla="*/ 1084186 w 1728164"/>
              <a:gd name="csY6273" fmla="*/ 6226 h 1028969"/>
              <a:gd name="csX6274" fmla="*/ 1084355 w 1728164"/>
              <a:gd name="csY6274" fmla="*/ 6381 h 1028969"/>
              <a:gd name="csX6275" fmla="*/ 1084533 w 1728164"/>
              <a:gd name="csY6275" fmla="*/ 6539 h 1028969"/>
              <a:gd name="csX6276" fmla="*/ 1084702 w 1728164"/>
              <a:gd name="csY6276" fmla="*/ 6698 h 1028969"/>
              <a:gd name="csX6277" fmla="*/ 1084880 w 1728164"/>
              <a:gd name="csY6277" fmla="*/ 6859 h 1028969"/>
              <a:gd name="csX6278" fmla="*/ 1085049 w 1728164"/>
              <a:gd name="csY6278" fmla="*/ 7023 h 1028969"/>
              <a:gd name="csX6279" fmla="*/ 1085227 w 1728164"/>
              <a:gd name="csY6279" fmla="*/ 7187 h 1028969"/>
              <a:gd name="csX6280" fmla="*/ 1085396 w 1728164"/>
              <a:gd name="csY6280" fmla="*/ 7355 h 1028969"/>
              <a:gd name="csX6281" fmla="*/ 1085565 w 1728164"/>
              <a:gd name="csY6281" fmla="*/ 7523 h 1028969"/>
              <a:gd name="csX6282" fmla="*/ 1085743 w 1728164"/>
              <a:gd name="csY6282" fmla="*/ 7694 h 1028969"/>
              <a:gd name="csX6283" fmla="*/ 1085912 w 1728164"/>
              <a:gd name="csY6283" fmla="*/ 7866 h 1028969"/>
              <a:gd name="csX6284" fmla="*/ 1086090 w 1728164"/>
              <a:gd name="csY6284" fmla="*/ 8040 h 1028969"/>
              <a:gd name="csX6285" fmla="*/ 1086259 w 1728164"/>
              <a:gd name="csY6285" fmla="*/ 8216 h 1028969"/>
              <a:gd name="csX6286" fmla="*/ 1086437 w 1728164"/>
              <a:gd name="csY6286" fmla="*/ 8394 h 1028969"/>
              <a:gd name="csX6287" fmla="*/ 1086606 w 1728164"/>
              <a:gd name="csY6287" fmla="*/ 8574 h 1028969"/>
              <a:gd name="csX6288" fmla="*/ 1086775 w 1728164"/>
              <a:gd name="csY6288" fmla="*/ 8755 h 1028969"/>
              <a:gd name="csX6289" fmla="*/ 1086953 w 1728164"/>
              <a:gd name="csY6289" fmla="*/ 8938 h 1028969"/>
              <a:gd name="csX6290" fmla="*/ 1087122 w 1728164"/>
              <a:gd name="csY6290" fmla="*/ 9123 h 1028969"/>
              <a:gd name="csX6291" fmla="*/ 1087300 w 1728164"/>
              <a:gd name="csY6291" fmla="*/ 9310 h 1028969"/>
              <a:gd name="csX6292" fmla="*/ 1087469 w 1728164"/>
              <a:gd name="csY6292" fmla="*/ 9499 h 1028969"/>
              <a:gd name="csX6293" fmla="*/ 1087647 w 1728164"/>
              <a:gd name="csY6293" fmla="*/ 9689 h 1028969"/>
              <a:gd name="csX6294" fmla="*/ 1087816 w 1728164"/>
              <a:gd name="csY6294" fmla="*/ 9881 h 1028969"/>
              <a:gd name="csX6295" fmla="*/ 1087985 w 1728164"/>
              <a:gd name="csY6295" fmla="*/ 10075 h 1028969"/>
              <a:gd name="csX6296" fmla="*/ 1088163 w 1728164"/>
              <a:gd name="csY6296" fmla="*/ 10271 h 1028969"/>
              <a:gd name="csX6297" fmla="*/ 1088332 w 1728164"/>
              <a:gd name="csY6297" fmla="*/ 10469 h 1028969"/>
              <a:gd name="csX6298" fmla="*/ 1088510 w 1728164"/>
              <a:gd name="csY6298" fmla="*/ 10669 h 1028969"/>
              <a:gd name="csX6299" fmla="*/ 1088679 w 1728164"/>
              <a:gd name="csY6299" fmla="*/ 10870 h 1028969"/>
              <a:gd name="csX6300" fmla="*/ 1088857 w 1728164"/>
              <a:gd name="csY6300" fmla="*/ 11073 h 1028969"/>
              <a:gd name="csX6301" fmla="*/ 1089026 w 1728164"/>
              <a:gd name="csY6301" fmla="*/ 11277 h 1028969"/>
              <a:gd name="csX6302" fmla="*/ 1089195 w 1728164"/>
              <a:gd name="csY6302" fmla="*/ 11484 h 1028969"/>
              <a:gd name="csX6303" fmla="*/ 1089373 w 1728164"/>
              <a:gd name="csY6303" fmla="*/ 11693 h 1028969"/>
              <a:gd name="csX6304" fmla="*/ 1089542 w 1728164"/>
              <a:gd name="csY6304" fmla="*/ 11903 h 1028969"/>
              <a:gd name="csX6305" fmla="*/ 1089720 w 1728164"/>
              <a:gd name="csY6305" fmla="*/ 12114 h 1028969"/>
              <a:gd name="csX6306" fmla="*/ 1089889 w 1728164"/>
              <a:gd name="csY6306" fmla="*/ 12328 h 1028969"/>
              <a:gd name="csX6307" fmla="*/ 1090058 w 1728164"/>
              <a:gd name="csY6307" fmla="*/ 12543 h 1028969"/>
              <a:gd name="csX6308" fmla="*/ 1090236 w 1728164"/>
              <a:gd name="csY6308" fmla="*/ 12760 h 1028969"/>
              <a:gd name="csX6309" fmla="*/ 1090405 w 1728164"/>
              <a:gd name="csY6309" fmla="*/ 12979 h 1028969"/>
              <a:gd name="csX6310" fmla="*/ 1090583 w 1728164"/>
              <a:gd name="csY6310" fmla="*/ 13200 h 1028969"/>
              <a:gd name="csX6311" fmla="*/ 1090752 w 1728164"/>
              <a:gd name="csY6311" fmla="*/ 13422 h 1028969"/>
              <a:gd name="csX6312" fmla="*/ 1090930 w 1728164"/>
              <a:gd name="csY6312" fmla="*/ 13646 h 1028969"/>
              <a:gd name="csX6313" fmla="*/ 1091099 w 1728164"/>
              <a:gd name="csY6313" fmla="*/ 13872 h 1028969"/>
              <a:gd name="csX6314" fmla="*/ 1091268 w 1728164"/>
              <a:gd name="csY6314" fmla="*/ 14100 h 1028969"/>
              <a:gd name="csX6315" fmla="*/ 1091446 w 1728164"/>
              <a:gd name="csY6315" fmla="*/ 14330 h 1028969"/>
              <a:gd name="csX6316" fmla="*/ 1091615 w 1728164"/>
              <a:gd name="csY6316" fmla="*/ 14560 h 1028969"/>
              <a:gd name="csX6317" fmla="*/ 1091793 w 1728164"/>
              <a:gd name="csY6317" fmla="*/ 14793 h 1028969"/>
              <a:gd name="csX6318" fmla="*/ 1091962 w 1728164"/>
              <a:gd name="csY6318" fmla="*/ 15028 h 1028969"/>
              <a:gd name="csX6319" fmla="*/ 1092140 w 1728164"/>
              <a:gd name="csY6319" fmla="*/ 15264 h 1028969"/>
              <a:gd name="csX6320" fmla="*/ 1092309 w 1728164"/>
              <a:gd name="csY6320" fmla="*/ 15502 h 1028969"/>
              <a:gd name="csX6321" fmla="*/ 1092478 w 1728164"/>
              <a:gd name="csY6321" fmla="*/ 15742 h 1028969"/>
              <a:gd name="csX6322" fmla="*/ 1092656 w 1728164"/>
              <a:gd name="csY6322" fmla="*/ 15983 h 1028969"/>
              <a:gd name="csX6323" fmla="*/ 1092825 w 1728164"/>
              <a:gd name="csY6323" fmla="*/ 16226 h 1028969"/>
              <a:gd name="csX6324" fmla="*/ 1093003 w 1728164"/>
              <a:gd name="csY6324" fmla="*/ 16472 h 1028969"/>
              <a:gd name="csX6325" fmla="*/ 1093172 w 1728164"/>
              <a:gd name="csY6325" fmla="*/ 16718 h 1028969"/>
              <a:gd name="csX6326" fmla="*/ 1093350 w 1728164"/>
              <a:gd name="csY6326" fmla="*/ 16966 h 1028969"/>
              <a:gd name="csX6327" fmla="*/ 1093519 w 1728164"/>
              <a:gd name="csY6327" fmla="*/ 17216 h 1028969"/>
              <a:gd name="csX6328" fmla="*/ 1093688 w 1728164"/>
              <a:gd name="csY6328" fmla="*/ 17468 h 1028969"/>
              <a:gd name="csX6329" fmla="*/ 1093866 w 1728164"/>
              <a:gd name="csY6329" fmla="*/ 17722 h 1028969"/>
              <a:gd name="csX6330" fmla="*/ 1094035 w 1728164"/>
              <a:gd name="csY6330" fmla="*/ 17976 h 1028969"/>
              <a:gd name="csX6331" fmla="*/ 1094213 w 1728164"/>
              <a:gd name="csY6331" fmla="*/ 18233 h 1028969"/>
              <a:gd name="csX6332" fmla="*/ 1094382 w 1728164"/>
              <a:gd name="csY6332" fmla="*/ 18492 h 1028969"/>
              <a:gd name="csX6333" fmla="*/ 1094560 w 1728164"/>
              <a:gd name="csY6333" fmla="*/ 18752 h 1028969"/>
              <a:gd name="csX6334" fmla="*/ 1094729 w 1728164"/>
              <a:gd name="csY6334" fmla="*/ 19013 h 1028969"/>
              <a:gd name="csX6335" fmla="*/ 1094898 w 1728164"/>
              <a:gd name="csY6335" fmla="*/ 19278 h 1028969"/>
              <a:gd name="csX6336" fmla="*/ 1095076 w 1728164"/>
              <a:gd name="csY6336" fmla="*/ 19543 h 1028969"/>
              <a:gd name="csX6337" fmla="*/ 1095245 w 1728164"/>
              <a:gd name="csY6337" fmla="*/ 19810 h 1028969"/>
              <a:gd name="csX6338" fmla="*/ 1095423 w 1728164"/>
              <a:gd name="csY6338" fmla="*/ 20078 h 1028969"/>
              <a:gd name="csX6339" fmla="*/ 1095592 w 1728164"/>
              <a:gd name="csY6339" fmla="*/ 20348 h 1028969"/>
              <a:gd name="csX6340" fmla="*/ 1095770 w 1728164"/>
              <a:gd name="csY6340" fmla="*/ 20620 h 1028969"/>
              <a:gd name="csX6341" fmla="*/ 1095939 w 1728164"/>
              <a:gd name="csY6341" fmla="*/ 20893 h 1028969"/>
              <a:gd name="csX6342" fmla="*/ 1096108 w 1728164"/>
              <a:gd name="csY6342" fmla="*/ 21169 h 1028969"/>
              <a:gd name="csX6343" fmla="*/ 1096286 w 1728164"/>
              <a:gd name="csY6343" fmla="*/ 21446 h 1028969"/>
              <a:gd name="csX6344" fmla="*/ 1096455 w 1728164"/>
              <a:gd name="csY6344" fmla="*/ 21724 h 1028969"/>
              <a:gd name="csX6345" fmla="*/ 1096633 w 1728164"/>
              <a:gd name="csY6345" fmla="*/ 22004 h 1028969"/>
              <a:gd name="csX6346" fmla="*/ 1096802 w 1728164"/>
              <a:gd name="csY6346" fmla="*/ 22286 h 1028969"/>
              <a:gd name="csX6347" fmla="*/ 1096980 w 1728164"/>
              <a:gd name="csY6347" fmla="*/ 22570 h 1028969"/>
              <a:gd name="csX6348" fmla="*/ 1097148 w 1728164"/>
              <a:gd name="csY6348" fmla="*/ 22855 h 1028969"/>
              <a:gd name="csX6349" fmla="*/ 1097318 w 1728164"/>
              <a:gd name="csY6349" fmla="*/ 23141 h 1028969"/>
              <a:gd name="csX6350" fmla="*/ 1097495 w 1728164"/>
              <a:gd name="csY6350" fmla="*/ 23431 h 1028969"/>
              <a:gd name="csX6351" fmla="*/ 1097665 w 1728164"/>
              <a:gd name="csY6351" fmla="*/ 23721 h 1028969"/>
              <a:gd name="csX6352" fmla="*/ 1097842 w 1728164"/>
              <a:gd name="csY6352" fmla="*/ 24012 h 1028969"/>
              <a:gd name="csX6353" fmla="*/ 1098012 w 1728164"/>
              <a:gd name="csY6353" fmla="*/ 24305 h 1028969"/>
              <a:gd name="csX6354" fmla="*/ 1098189 w 1728164"/>
              <a:gd name="csY6354" fmla="*/ 24600 h 1028969"/>
              <a:gd name="csX6355" fmla="*/ 1098358 w 1728164"/>
              <a:gd name="csY6355" fmla="*/ 24897 h 1028969"/>
              <a:gd name="csX6356" fmla="*/ 1098527 w 1728164"/>
              <a:gd name="csY6356" fmla="*/ 25195 h 1028969"/>
              <a:gd name="csX6357" fmla="*/ 1098705 w 1728164"/>
              <a:gd name="csY6357" fmla="*/ 25495 h 1028969"/>
              <a:gd name="csX6358" fmla="*/ 1098874 w 1728164"/>
              <a:gd name="csY6358" fmla="*/ 25796 h 1028969"/>
              <a:gd name="csX6359" fmla="*/ 1099052 w 1728164"/>
              <a:gd name="csY6359" fmla="*/ 26099 h 1028969"/>
              <a:gd name="csX6360" fmla="*/ 1099221 w 1728164"/>
              <a:gd name="csY6360" fmla="*/ 26404 h 1028969"/>
              <a:gd name="csX6361" fmla="*/ 1099399 w 1728164"/>
              <a:gd name="csY6361" fmla="*/ 26710 h 1028969"/>
              <a:gd name="csX6362" fmla="*/ 1099568 w 1728164"/>
              <a:gd name="csY6362" fmla="*/ 27018 h 1028969"/>
              <a:gd name="csX6363" fmla="*/ 1099737 w 1728164"/>
              <a:gd name="csY6363" fmla="*/ 27327 h 1028969"/>
              <a:gd name="csX6364" fmla="*/ 1099915 w 1728164"/>
              <a:gd name="csY6364" fmla="*/ 27638 h 1028969"/>
              <a:gd name="csX6365" fmla="*/ 1100084 w 1728164"/>
              <a:gd name="csY6365" fmla="*/ 27951 h 1028969"/>
              <a:gd name="csX6366" fmla="*/ 1100262 w 1728164"/>
              <a:gd name="csY6366" fmla="*/ 28265 h 1028969"/>
              <a:gd name="csX6367" fmla="*/ 1100431 w 1728164"/>
              <a:gd name="csY6367" fmla="*/ 28581 h 1028969"/>
              <a:gd name="csX6368" fmla="*/ 1100609 w 1728164"/>
              <a:gd name="csY6368" fmla="*/ 28897 h 1028969"/>
              <a:gd name="csX6369" fmla="*/ 1100778 w 1728164"/>
              <a:gd name="csY6369" fmla="*/ 29217 h 1028969"/>
              <a:gd name="csX6370" fmla="*/ 1100947 w 1728164"/>
              <a:gd name="csY6370" fmla="*/ 29537 h 1028969"/>
              <a:gd name="csX6371" fmla="*/ 1101125 w 1728164"/>
              <a:gd name="csY6371" fmla="*/ 29859 h 1028969"/>
              <a:gd name="csX6372" fmla="*/ 1101294 w 1728164"/>
              <a:gd name="csY6372" fmla="*/ 30183 h 1028969"/>
              <a:gd name="csX6373" fmla="*/ 1101472 w 1728164"/>
              <a:gd name="csY6373" fmla="*/ 30508 h 1028969"/>
              <a:gd name="csX6374" fmla="*/ 1101641 w 1728164"/>
              <a:gd name="csY6374" fmla="*/ 30835 h 1028969"/>
              <a:gd name="csX6375" fmla="*/ 1101819 w 1728164"/>
              <a:gd name="csY6375" fmla="*/ 31163 h 1028969"/>
              <a:gd name="csX6376" fmla="*/ 1101988 w 1728164"/>
              <a:gd name="csY6376" fmla="*/ 31493 h 1028969"/>
              <a:gd name="csX6377" fmla="*/ 1102157 w 1728164"/>
              <a:gd name="csY6377" fmla="*/ 31824 h 1028969"/>
              <a:gd name="csX6378" fmla="*/ 1102335 w 1728164"/>
              <a:gd name="csY6378" fmla="*/ 32158 h 1028969"/>
              <a:gd name="csX6379" fmla="*/ 1102504 w 1728164"/>
              <a:gd name="csY6379" fmla="*/ 32493 h 1028969"/>
              <a:gd name="csX6380" fmla="*/ 1102682 w 1728164"/>
              <a:gd name="csY6380" fmla="*/ 32828 h 1028969"/>
              <a:gd name="csX6381" fmla="*/ 1102851 w 1728164"/>
              <a:gd name="csY6381" fmla="*/ 33166 h 1028969"/>
              <a:gd name="csX6382" fmla="*/ 1103029 w 1728164"/>
              <a:gd name="csY6382" fmla="*/ 33505 h 1028969"/>
              <a:gd name="csX6383" fmla="*/ 1103198 w 1728164"/>
              <a:gd name="csY6383" fmla="*/ 33846 h 1028969"/>
              <a:gd name="csX6384" fmla="*/ 1103367 w 1728164"/>
              <a:gd name="csY6384" fmla="*/ 34188 h 1028969"/>
              <a:gd name="csX6385" fmla="*/ 1103545 w 1728164"/>
              <a:gd name="csY6385" fmla="*/ 34532 h 1028969"/>
              <a:gd name="csX6386" fmla="*/ 1103714 w 1728164"/>
              <a:gd name="csY6386" fmla="*/ 34877 h 1028969"/>
              <a:gd name="csX6387" fmla="*/ 1103892 w 1728164"/>
              <a:gd name="csY6387" fmla="*/ 35224 h 1028969"/>
              <a:gd name="csX6388" fmla="*/ 1104061 w 1728164"/>
              <a:gd name="csY6388" fmla="*/ 35572 h 1028969"/>
              <a:gd name="csX6389" fmla="*/ 1104239 w 1728164"/>
              <a:gd name="csY6389" fmla="*/ 35922 h 1028969"/>
              <a:gd name="csX6390" fmla="*/ 1104408 w 1728164"/>
              <a:gd name="csY6390" fmla="*/ 36273 h 1028969"/>
              <a:gd name="csX6391" fmla="*/ 1104577 w 1728164"/>
              <a:gd name="csY6391" fmla="*/ 36627 h 1028969"/>
              <a:gd name="csX6392" fmla="*/ 1104755 w 1728164"/>
              <a:gd name="csY6392" fmla="*/ 36981 h 1028969"/>
              <a:gd name="csX6393" fmla="*/ 1104924 w 1728164"/>
              <a:gd name="csY6393" fmla="*/ 37337 h 1028969"/>
              <a:gd name="csX6394" fmla="*/ 1105102 w 1728164"/>
              <a:gd name="csY6394" fmla="*/ 37694 h 1028969"/>
              <a:gd name="csX6395" fmla="*/ 1105271 w 1728164"/>
              <a:gd name="csY6395" fmla="*/ 38054 h 1028969"/>
              <a:gd name="csX6396" fmla="*/ 1105449 w 1728164"/>
              <a:gd name="csY6396" fmla="*/ 38414 h 1028969"/>
              <a:gd name="csX6397" fmla="*/ 1105618 w 1728164"/>
              <a:gd name="csY6397" fmla="*/ 38776 h 1028969"/>
              <a:gd name="csX6398" fmla="*/ 1105787 w 1728164"/>
              <a:gd name="csY6398" fmla="*/ 39139 h 1028969"/>
              <a:gd name="csX6399" fmla="*/ 1105965 w 1728164"/>
              <a:gd name="csY6399" fmla="*/ 39504 h 1028969"/>
              <a:gd name="csX6400" fmla="*/ 1106134 w 1728164"/>
              <a:gd name="csY6400" fmla="*/ 39870 h 1028969"/>
              <a:gd name="csX6401" fmla="*/ 1106312 w 1728164"/>
              <a:gd name="csY6401" fmla="*/ 40239 h 1028969"/>
              <a:gd name="csX6402" fmla="*/ 1106481 w 1728164"/>
              <a:gd name="csY6402" fmla="*/ 40608 h 1028969"/>
              <a:gd name="csX6403" fmla="*/ 1106659 w 1728164"/>
              <a:gd name="csY6403" fmla="*/ 40979 h 1028969"/>
              <a:gd name="csX6404" fmla="*/ 1106828 w 1728164"/>
              <a:gd name="csY6404" fmla="*/ 41351 h 1028969"/>
              <a:gd name="csX6405" fmla="*/ 1106997 w 1728164"/>
              <a:gd name="csY6405" fmla="*/ 41725 h 1028969"/>
              <a:gd name="csX6406" fmla="*/ 1107175 w 1728164"/>
              <a:gd name="csY6406" fmla="*/ 42100 h 1028969"/>
              <a:gd name="csX6407" fmla="*/ 1107344 w 1728164"/>
              <a:gd name="csY6407" fmla="*/ 42477 h 1028969"/>
              <a:gd name="csX6408" fmla="*/ 1107522 w 1728164"/>
              <a:gd name="csY6408" fmla="*/ 42855 h 1028969"/>
              <a:gd name="csX6409" fmla="*/ 1107691 w 1728164"/>
              <a:gd name="csY6409" fmla="*/ 43235 h 1028969"/>
              <a:gd name="csX6410" fmla="*/ 1107869 w 1728164"/>
              <a:gd name="csY6410" fmla="*/ 43616 h 1028969"/>
              <a:gd name="csX6411" fmla="*/ 1108038 w 1728164"/>
              <a:gd name="csY6411" fmla="*/ 43998 h 1028969"/>
              <a:gd name="csX6412" fmla="*/ 1108207 w 1728164"/>
              <a:gd name="csY6412" fmla="*/ 44383 h 1028969"/>
              <a:gd name="csX6413" fmla="*/ 1108385 w 1728164"/>
              <a:gd name="csY6413" fmla="*/ 44768 h 1028969"/>
              <a:gd name="csX6414" fmla="*/ 1108554 w 1728164"/>
              <a:gd name="csY6414" fmla="*/ 45155 h 1028969"/>
              <a:gd name="csX6415" fmla="*/ 1108732 w 1728164"/>
              <a:gd name="csY6415" fmla="*/ 45543 h 1028969"/>
              <a:gd name="csX6416" fmla="*/ 1108901 w 1728164"/>
              <a:gd name="csY6416" fmla="*/ 45932 h 1028969"/>
              <a:gd name="csX6417" fmla="*/ 1109070 w 1728164"/>
              <a:gd name="csY6417" fmla="*/ 46324 h 1028969"/>
              <a:gd name="csX6418" fmla="*/ 1109248 w 1728164"/>
              <a:gd name="csY6418" fmla="*/ 46717 h 1028969"/>
              <a:gd name="csX6419" fmla="*/ 1109417 w 1728164"/>
              <a:gd name="csY6419" fmla="*/ 47111 h 1028969"/>
              <a:gd name="csX6420" fmla="*/ 1109595 w 1728164"/>
              <a:gd name="csY6420" fmla="*/ 47506 h 1028969"/>
              <a:gd name="csX6421" fmla="*/ 1109764 w 1728164"/>
              <a:gd name="csY6421" fmla="*/ 47903 h 1028969"/>
              <a:gd name="csX6422" fmla="*/ 1109942 w 1728164"/>
              <a:gd name="csY6422" fmla="*/ 48301 h 1028969"/>
              <a:gd name="csX6423" fmla="*/ 1110111 w 1728164"/>
              <a:gd name="csY6423" fmla="*/ 48701 h 1028969"/>
              <a:gd name="csX6424" fmla="*/ 1110280 w 1728164"/>
              <a:gd name="csY6424" fmla="*/ 49102 h 1028969"/>
              <a:gd name="csX6425" fmla="*/ 1110458 w 1728164"/>
              <a:gd name="csY6425" fmla="*/ 49505 h 1028969"/>
              <a:gd name="csX6426" fmla="*/ 1110627 w 1728164"/>
              <a:gd name="csY6426" fmla="*/ 49909 h 1028969"/>
              <a:gd name="csX6427" fmla="*/ 1110805 w 1728164"/>
              <a:gd name="csY6427" fmla="*/ 50315 h 1028969"/>
              <a:gd name="csX6428" fmla="*/ 1110974 w 1728164"/>
              <a:gd name="csY6428" fmla="*/ 50721 h 1028969"/>
              <a:gd name="csX6429" fmla="*/ 1111152 w 1728164"/>
              <a:gd name="csY6429" fmla="*/ 51130 h 1028969"/>
              <a:gd name="csX6430" fmla="*/ 1111321 w 1728164"/>
              <a:gd name="csY6430" fmla="*/ 51539 h 1028969"/>
              <a:gd name="csX6431" fmla="*/ 1111490 w 1728164"/>
              <a:gd name="csY6431" fmla="*/ 51950 h 1028969"/>
              <a:gd name="csX6432" fmla="*/ 1111668 w 1728164"/>
              <a:gd name="csY6432" fmla="*/ 52363 h 1028969"/>
              <a:gd name="csX6433" fmla="*/ 1111837 w 1728164"/>
              <a:gd name="csY6433" fmla="*/ 52776 h 1028969"/>
              <a:gd name="csX6434" fmla="*/ 1112015 w 1728164"/>
              <a:gd name="csY6434" fmla="*/ 53191 h 1028969"/>
              <a:gd name="csX6435" fmla="*/ 1112184 w 1728164"/>
              <a:gd name="csY6435" fmla="*/ 53607 h 1028969"/>
              <a:gd name="csX6436" fmla="*/ 1112362 w 1728164"/>
              <a:gd name="csY6436" fmla="*/ 54025 h 1028969"/>
              <a:gd name="csX6437" fmla="*/ 1112530 w 1728164"/>
              <a:gd name="csY6437" fmla="*/ 54444 h 1028969"/>
              <a:gd name="csX6438" fmla="*/ 1112700 w 1728164"/>
              <a:gd name="csY6438" fmla="*/ 54865 h 1028969"/>
              <a:gd name="csX6439" fmla="*/ 1112877 w 1728164"/>
              <a:gd name="csY6439" fmla="*/ 55288 h 1028969"/>
              <a:gd name="csX6440" fmla="*/ 1113047 w 1728164"/>
              <a:gd name="csY6440" fmla="*/ 55710 h 1028969"/>
              <a:gd name="csX6441" fmla="*/ 1113224 w 1728164"/>
              <a:gd name="csY6441" fmla="*/ 56136 h 1028969"/>
              <a:gd name="csX6442" fmla="*/ 1113393 w 1728164"/>
              <a:gd name="csY6442" fmla="*/ 56562 h 1028969"/>
              <a:gd name="csX6443" fmla="*/ 1113571 w 1728164"/>
              <a:gd name="csY6443" fmla="*/ 56989 h 1028969"/>
              <a:gd name="csX6444" fmla="*/ 1113740 w 1728164"/>
              <a:gd name="csY6444" fmla="*/ 57418 h 1028969"/>
              <a:gd name="csX6445" fmla="*/ 1113909 w 1728164"/>
              <a:gd name="csY6445" fmla="*/ 57848 h 1028969"/>
              <a:gd name="csX6446" fmla="*/ 1114087 w 1728164"/>
              <a:gd name="csY6446" fmla="*/ 58280 h 1028969"/>
              <a:gd name="csX6447" fmla="*/ 1114256 w 1728164"/>
              <a:gd name="csY6447" fmla="*/ 58712 h 1028969"/>
              <a:gd name="csX6448" fmla="*/ 1114434 w 1728164"/>
              <a:gd name="csY6448" fmla="*/ 59146 h 1028969"/>
              <a:gd name="csX6449" fmla="*/ 1114603 w 1728164"/>
              <a:gd name="csY6449" fmla="*/ 59582 h 1028969"/>
              <a:gd name="csX6450" fmla="*/ 1114781 w 1728164"/>
              <a:gd name="csY6450" fmla="*/ 60019 h 1028969"/>
              <a:gd name="csX6451" fmla="*/ 1114950 w 1728164"/>
              <a:gd name="csY6451" fmla="*/ 60457 h 1028969"/>
              <a:gd name="csX6452" fmla="*/ 1115119 w 1728164"/>
              <a:gd name="csY6452" fmla="*/ 60896 h 1028969"/>
              <a:gd name="csX6453" fmla="*/ 1115297 w 1728164"/>
              <a:gd name="csY6453" fmla="*/ 61337 h 1028969"/>
              <a:gd name="csX6454" fmla="*/ 1115466 w 1728164"/>
              <a:gd name="csY6454" fmla="*/ 61780 h 1028969"/>
              <a:gd name="csX6455" fmla="*/ 1115644 w 1728164"/>
              <a:gd name="csY6455" fmla="*/ 62223 h 1028969"/>
              <a:gd name="csX6456" fmla="*/ 1115813 w 1728164"/>
              <a:gd name="csY6456" fmla="*/ 62667 h 1028969"/>
              <a:gd name="csX6457" fmla="*/ 1115991 w 1728164"/>
              <a:gd name="csY6457" fmla="*/ 63114 h 1028969"/>
              <a:gd name="csX6458" fmla="*/ 1116160 w 1728164"/>
              <a:gd name="csY6458" fmla="*/ 63562 h 1028969"/>
              <a:gd name="csX6459" fmla="*/ 1116329 w 1728164"/>
              <a:gd name="csY6459" fmla="*/ 64010 h 1028969"/>
              <a:gd name="csX6460" fmla="*/ 1116507 w 1728164"/>
              <a:gd name="csY6460" fmla="*/ 64460 h 1028969"/>
              <a:gd name="csX6461" fmla="*/ 1116676 w 1728164"/>
              <a:gd name="csY6461" fmla="*/ 64911 h 1028969"/>
              <a:gd name="csX6462" fmla="*/ 1116854 w 1728164"/>
              <a:gd name="csY6462" fmla="*/ 65364 h 1028969"/>
              <a:gd name="csX6463" fmla="*/ 1117023 w 1728164"/>
              <a:gd name="csY6463" fmla="*/ 65818 h 1028969"/>
              <a:gd name="csX6464" fmla="*/ 1117201 w 1728164"/>
              <a:gd name="csY6464" fmla="*/ 66273 h 1028969"/>
              <a:gd name="csX6465" fmla="*/ 1117370 w 1728164"/>
              <a:gd name="csY6465" fmla="*/ 66730 h 1028969"/>
              <a:gd name="csX6466" fmla="*/ 1117539 w 1728164"/>
              <a:gd name="csY6466" fmla="*/ 67187 h 1028969"/>
              <a:gd name="csX6467" fmla="*/ 1117717 w 1728164"/>
              <a:gd name="csY6467" fmla="*/ 67646 h 1028969"/>
              <a:gd name="csX6468" fmla="*/ 1117886 w 1728164"/>
              <a:gd name="csY6468" fmla="*/ 68107 h 1028969"/>
              <a:gd name="csX6469" fmla="*/ 1118064 w 1728164"/>
              <a:gd name="csY6469" fmla="*/ 68569 h 1028969"/>
              <a:gd name="csX6470" fmla="*/ 1118233 w 1728164"/>
              <a:gd name="csY6470" fmla="*/ 69031 h 1028969"/>
              <a:gd name="csX6471" fmla="*/ 1118411 w 1728164"/>
              <a:gd name="csY6471" fmla="*/ 69496 h 1028969"/>
              <a:gd name="csX6472" fmla="*/ 1118580 w 1728164"/>
              <a:gd name="csY6472" fmla="*/ 69961 h 1028969"/>
              <a:gd name="csX6473" fmla="*/ 1118749 w 1728164"/>
              <a:gd name="csY6473" fmla="*/ 70427 h 1028969"/>
              <a:gd name="csX6474" fmla="*/ 1118927 w 1728164"/>
              <a:gd name="csY6474" fmla="*/ 70895 h 1028969"/>
              <a:gd name="csX6475" fmla="*/ 1119096 w 1728164"/>
              <a:gd name="csY6475" fmla="*/ 71365 h 1028969"/>
              <a:gd name="csX6476" fmla="*/ 1119274 w 1728164"/>
              <a:gd name="csY6476" fmla="*/ 71834 h 1028969"/>
              <a:gd name="csX6477" fmla="*/ 1119443 w 1728164"/>
              <a:gd name="csY6477" fmla="*/ 72307 h 1028969"/>
              <a:gd name="csX6478" fmla="*/ 1119621 w 1728164"/>
              <a:gd name="csY6478" fmla="*/ 72779 h 1028969"/>
              <a:gd name="csX6479" fmla="*/ 1119790 w 1728164"/>
              <a:gd name="csY6479" fmla="*/ 73253 h 1028969"/>
              <a:gd name="csX6480" fmla="*/ 1119959 w 1728164"/>
              <a:gd name="csY6480" fmla="*/ 73729 h 1028969"/>
              <a:gd name="csX6481" fmla="*/ 1120137 w 1728164"/>
              <a:gd name="csY6481" fmla="*/ 74205 h 1028969"/>
              <a:gd name="csX6482" fmla="*/ 1120306 w 1728164"/>
              <a:gd name="csY6482" fmla="*/ 74684 h 1028969"/>
              <a:gd name="csX6483" fmla="*/ 1120484 w 1728164"/>
              <a:gd name="csY6483" fmla="*/ 75163 h 1028969"/>
              <a:gd name="csX6484" fmla="*/ 1120653 w 1728164"/>
              <a:gd name="csY6484" fmla="*/ 75643 h 1028969"/>
              <a:gd name="csX6485" fmla="*/ 1120831 w 1728164"/>
              <a:gd name="csY6485" fmla="*/ 76124 h 1028969"/>
              <a:gd name="csX6486" fmla="*/ 1121000 w 1728164"/>
              <a:gd name="csY6486" fmla="*/ 76607 h 1028969"/>
              <a:gd name="csX6487" fmla="*/ 1121169 w 1728164"/>
              <a:gd name="csY6487" fmla="*/ 77091 h 1028969"/>
              <a:gd name="csX6488" fmla="*/ 1121347 w 1728164"/>
              <a:gd name="csY6488" fmla="*/ 77577 h 1028969"/>
              <a:gd name="csX6489" fmla="*/ 1121516 w 1728164"/>
              <a:gd name="csY6489" fmla="*/ 78063 h 1028969"/>
              <a:gd name="csX6490" fmla="*/ 1121694 w 1728164"/>
              <a:gd name="csY6490" fmla="*/ 78550 h 1028969"/>
              <a:gd name="csX6491" fmla="*/ 1121863 w 1728164"/>
              <a:gd name="csY6491" fmla="*/ 79040 h 1028969"/>
              <a:gd name="csX6492" fmla="*/ 1122041 w 1728164"/>
              <a:gd name="csY6492" fmla="*/ 79530 h 1028969"/>
              <a:gd name="csX6493" fmla="*/ 1122210 w 1728164"/>
              <a:gd name="csY6493" fmla="*/ 80021 h 1028969"/>
              <a:gd name="csX6494" fmla="*/ 1122379 w 1728164"/>
              <a:gd name="csY6494" fmla="*/ 80514 h 1028969"/>
              <a:gd name="csX6495" fmla="*/ 1122557 w 1728164"/>
              <a:gd name="csY6495" fmla="*/ 81008 h 1028969"/>
              <a:gd name="csX6496" fmla="*/ 1122726 w 1728164"/>
              <a:gd name="csY6496" fmla="*/ 81502 h 1028969"/>
              <a:gd name="csX6497" fmla="*/ 1122904 w 1728164"/>
              <a:gd name="csY6497" fmla="*/ 81998 h 1028969"/>
              <a:gd name="csX6498" fmla="*/ 1123073 w 1728164"/>
              <a:gd name="csY6498" fmla="*/ 82495 h 1028969"/>
              <a:gd name="csX6499" fmla="*/ 1123251 w 1728164"/>
              <a:gd name="csY6499" fmla="*/ 82993 h 1028969"/>
              <a:gd name="csX6500" fmla="*/ 1123420 w 1728164"/>
              <a:gd name="csY6500" fmla="*/ 83493 h 1028969"/>
              <a:gd name="csX6501" fmla="*/ 1123589 w 1728164"/>
              <a:gd name="csY6501" fmla="*/ 83994 h 1028969"/>
              <a:gd name="csX6502" fmla="*/ 1123767 w 1728164"/>
              <a:gd name="csY6502" fmla="*/ 84496 h 1028969"/>
              <a:gd name="csX6503" fmla="*/ 1123936 w 1728164"/>
              <a:gd name="csY6503" fmla="*/ 84999 h 1028969"/>
              <a:gd name="csX6504" fmla="*/ 1124114 w 1728164"/>
              <a:gd name="csY6504" fmla="*/ 85504 h 1028969"/>
              <a:gd name="csX6505" fmla="*/ 1124283 w 1728164"/>
              <a:gd name="csY6505" fmla="*/ 86009 h 1028969"/>
              <a:gd name="csX6506" fmla="*/ 1124461 w 1728164"/>
              <a:gd name="csY6506" fmla="*/ 86515 h 1028969"/>
              <a:gd name="csX6507" fmla="*/ 1124630 w 1728164"/>
              <a:gd name="csY6507" fmla="*/ 87023 h 1028969"/>
              <a:gd name="csX6508" fmla="*/ 1124799 w 1728164"/>
              <a:gd name="csY6508" fmla="*/ 87532 h 1028969"/>
              <a:gd name="csX6509" fmla="*/ 1124977 w 1728164"/>
              <a:gd name="csY6509" fmla="*/ 88042 h 1028969"/>
              <a:gd name="csX6510" fmla="*/ 1125146 w 1728164"/>
              <a:gd name="csY6510" fmla="*/ 88553 h 1028969"/>
              <a:gd name="csX6511" fmla="*/ 1125324 w 1728164"/>
              <a:gd name="csY6511" fmla="*/ 89066 h 1028969"/>
              <a:gd name="csX6512" fmla="*/ 1125493 w 1728164"/>
              <a:gd name="csY6512" fmla="*/ 89579 h 1028969"/>
              <a:gd name="csX6513" fmla="*/ 1125671 w 1728164"/>
              <a:gd name="csY6513" fmla="*/ 90094 h 1028969"/>
              <a:gd name="csX6514" fmla="*/ 1125840 w 1728164"/>
              <a:gd name="csY6514" fmla="*/ 90609 h 1028969"/>
              <a:gd name="csX6515" fmla="*/ 1126009 w 1728164"/>
              <a:gd name="csY6515" fmla="*/ 91126 h 1028969"/>
              <a:gd name="csX6516" fmla="*/ 1126187 w 1728164"/>
              <a:gd name="csY6516" fmla="*/ 91645 h 1028969"/>
              <a:gd name="csX6517" fmla="*/ 1126356 w 1728164"/>
              <a:gd name="csY6517" fmla="*/ 92164 h 1028969"/>
              <a:gd name="csX6518" fmla="*/ 1126533 w 1728164"/>
              <a:gd name="csY6518" fmla="*/ 92684 h 1028969"/>
              <a:gd name="csX6519" fmla="*/ 1126703 w 1728164"/>
              <a:gd name="csY6519" fmla="*/ 93205 h 1028969"/>
              <a:gd name="csX6520" fmla="*/ 1126880 w 1728164"/>
              <a:gd name="csY6520" fmla="*/ 93729 h 1028969"/>
              <a:gd name="csX6521" fmla="*/ 1127050 w 1728164"/>
              <a:gd name="csY6521" fmla="*/ 94252 h 1028969"/>
              <a:gd name="csX6522" fmla="*/ 1127219 w 1728164"/>
              <a:gd name="csY6522" fmla="*/ 94777 h 1028969"/>
              <a:gd name="csX6523" fmla="*/ 1127396 w 1728164"/>
              <a:gd name="csY6523" fmla="*/ 95302 h 1028969"/>
              <a:gd name="csX6524" fmla="*/ 1127566 w 1728164"/>
              <a:gd name="csY6524" fmla="*/ 95830 h 1028969"/>
              <a:gd name="csX6525" fmla="*/ 1127743 w 1728164"/>
              <a:gd name="csY6525" fmla="*/ 96357 h 1028969"/>
              <a:gd name="csX6526" fmla="*/ 1127912 w 1728164"/>
              <a:gd name="csY6526" fmla="*/ 96887 h 1028969"/>
              <a:gd name="csX6527" fmla="*/ 1128081 w 1728164"/>
              <a:gd name="csY6527" fmla="*/ 97417 h 1028969"/>
              <a:gd name="csX6528" fmla="*/ 1128259 w 1728164"/>
              <a:gd name="csY6528" fmla="*/ 97948 h 1028969"/>
              <a:gd name="csX6529" fmla="*/ 1128428 w 1728164"/>
              <a:gd name="csY6529" fmla="*/ 98481 h 1028969"/>
              <a:gd name="csX6530" fmla="*/ 1128606 w 1728164"/>
              <a:gd name="csY6530" fmla="*/ 99015 h 1028969"/>
              <a:gd name="csX6531" fmla="*/ 1128775 w 1728164"/>
              <a:gd name="csY6531" fmla="*/ 99550 h 1028969"/>
              <a:gd name="csX6532" fmla="*/ 1128953 w 1728164"/>
              <a:gd name="csY6532" fmla="*/ 100085 h 1028969"/>
              <a:gd name="csX6533" fmla="*/ 1129122 w 1728164"/>
              <a:gd name="csY6533" fmla="*/ 100622 h 1028969"/>
              <a:gd name="csX6534" fmla="*/ 1129291 w 1728164"/>
              <a:gd name="csY6534" fmla="*/ 101160 h 1028969"/>
              <a:gd name="csX6535" fmla="*/ 1129469 w 1728164"/>
              <a:gd name="csY6535" fmla="*/ 101699 h 1028969"/>
              <a:gd name="csX6536" fmla="*/ 1129638 w 1728164"/>
              <a:gd name="csY6536" fmla="*/ 102239 h 1028969"/>
              <a:gd name="csX6537" fmla="*/ 1129816 w 1728164"/>
              <a:gd name="csY6537" fmla="*/ 102780 h 1028969"/>
              <a:gd name="csX6538" fmla="*/ 1129985 w 1728164"/>
              <a:gd name="csY6538" fmla="*/ 103322 h 1028969"/>
              <a:gd name="csX6539" fmla="*/ 1130163 w 1728164"/>
              <a:gd name="csY6539" fmla="*/ 103865 h 1028969"/>
              <a:gd name="csX6540" fmla="*/ 1130332 w 1728164"/>
              <a:gd name="csY6540" fmla="*/ 104410 h 1028969"/>
              <a:gd name="csX6541" fmla="*/ 1130501 w 1728164"/>
              <a:gd name="csY6541" fmla="*/ 104954 h 1028969"/>
              <a:gd name="csX6542" fmla="*/ 1130679 w 1728164"/>
              <a:gd name="csY6542" fmla="*/ 105501 h 1028969"/>
              <a:gd name="csX6543" fmla="*/ 1130848 w 1728164"/>
              <a:gd name="csY6543" fmla="*/ 106048 h 1028969"/>
              <a:gd name="csX6544" fmla="*/ 1131026 w 1728164"/>
              <a:gd name="csY6544" fmla="*/ 106596 h 1028969"/>
              <a:gd name="csX6545" fmla="*/ 1131195 w 1728164"/>
              <a:gd name="csY6545" fmla="*/ 107146 h 1028969"/>
              <a:gd name="csX6546" fmla="*/ 1131373 w 1728164"/>
              <a:gd name="csY6546" fmla="*/ 107697 h 1028969"/>
              <a:gd name="csX6547" fmla="*/ 1131542 w 1728164"/>
              <a:gd name="csY6547" fmla="*/ 108248 h 1028969"/>
              <a:gd name="csX6548" fmla="*/ 1131711 w 1728164"/>
              <a:gd name="csY6548" fmla="*/ 108801 h 1028969"/>
              <a:gd name="csX6549" fmla="*/ 1131889 w 1728164"/>
              <a:gd name="csY6549" fmla="*/ 109354 h 1028969"/>
              <a:gd name="csX6550" fmla="*/ 1132058 w 1728164"/>
              <a:gd name="csY6550" fmla="*/ 109909 h 1028969"/>
              <a:gd name="csX6551" fmla="*/ 1132236 w 1728164"/>
              <a:gd name="csY6551" fmla="*/ 110465 h 1028969"/>
              <a:gd name="csX6552" fmla="*/ 1132405 w 1728164"/>
              <a:gd name="csY6552" fmla="*/ 111021 h 1028969"/>
              <a:gd name="csX6553" fmla="*/ 1132583 w 1728164"/>
              <a:gd name="csY6553" fmla="*/ 111579 h 1028969"/>
              <a:gd name="csX6554" fmla="*/ 1132752 w 1728164"/>
              <a:gd name="csY6554" fmla="*/ 112138 h 1028969"/>
              <a:gd name="csX6555" fmla="*/ 1132921 w 1728164"/>
              <a:gd name="csY6555" fmla="*/ 112698 h 1028969"/>
              <a:gd name="csX6556" fmla="*/ 1133099 w 1728164"/>
              <a:gd name="csY6556" fmla="*/ 113259 h 1028969"/>
              <a:gd name="csX6557" fmla="*/ 1133268 w 1728164"/>
              <a:gd name="csY6557" fmla="*/ 113820 h 1028969"/>
              <a:gd name="csX6558" fmla="*/ 1133446 w 1728164"/>
              <a:gd name="csY6558" fmla="*/ 114383 h 1028969"/>
              <a:gd name="csX6559" fmla="*/ 1133615 w 1728164"/>
              <a:gd name="csY6559" fmla="*/ 114947 h 1028969"/>
              <a:gd name="csX6560" fmla="*/ 1133793 w 1728164"/>
              <a:gd name="csY6560" fmla="*/ 115512 h 1028969"/>
              <a:gd name="csX6561" fmla="*/ 1133962 w 1728164"/>
              <a:gd name="csY6561" fmla="*/ 116077 h 1028969"/>
              <a:gd name="csX6562" fmla="*/ 1134131 w 1728164"/>
              <a:gd name="csY6562" fmla="*/ 116644 h 1028969"/>
              <a:gd name="csX6563" fmla="*/ 1134309 w 1728164"/>
              <a:gd name="csY6563" fmla="*/ 117212 h 1028969"/>
              <a:gd name="csX6564" fmla="*/ 1134478 w 1728164"/>
              <a:gd name="csY6564" fmla="*/ 117781 h 1028969"/>
              <a:gd name="csX6565" fmla="*/ 1134656 w 1728164"/>
              <a:gd name="csY6565" fmla="*/ 118350 h 1028969"/>
              <a:gd name="csX6566" fmla="*/ 1134825 w 1728164"/>
              <a:gd name="csY6566" fmla="*/ 118922 h 1028969"/>
              <a:gd name="csX6567" fmla="*/ 1135003 w 1728164"/>
              <a:gd name="csY6567" fmla="*/ 119493 h 1028969"/>
              <a:gd name="csX6568" fmla="*/ 1135172 w 1728164"/>
              <a:gd name="csY6568" fmla="*/ 120066 h 1028969"/>
              <a:gd name="csX6569" fmla="*/ 1135341 w 1728164"/>
              <a:gd name="csY6569" fmla="*/ 120639 h 1028969"/>
              <a:gd name="csX6570" fmla="*/ 1135519 w 1728164"/>
              <a:gd name="csY6570" fmla="*/ 121214 h 1028969"/>
              <a:gd name="csX6571" fmla="*/ 1135688 w 1728164"/>
              <a:gd name="csY6571" fmla="*/ 121789 h 1028969"/>
              <a:gd name="csX6572" fmla="*/ 1135866 w 1728164"/>
              <a:gd name="csY6572" fmla="*/ 122365 h 1028969"/>
              <a:gd name="csX6573" fmla="*/ 1136035 w 1728164"/>
              <a:gd name="csY6573" fmla="*/ 122944 h 1028969"/>
              <a:gd name="csX6574" fmla="*/ 1136213 w 1728164"/>
              <a:gd name="csY6574" fmla="*/ 123522 h 1028969"/>
              <a:gd name="csX6575" fmla="*/ 1136382 w 1728164"/>
              <a:gd name="csY6575" fmla="*/ 124101 h 1028969"/>
              <a:gd name="csX6576" fmla="*/ 1136551 w 1728164"/>
              <a:gd name="csY6576" fmla="*/ 124681 h 1028969"/>
              <a:gd name="csX6577" fmla="*/ 1136729 w 1728164"/>
              <a:gd name="csY6577" fmla="*/ 125263 h 1028969"/>
              <a:gd name="csX6578" fmla="*/ 1136898 w 1728164"/>
              <a:gd name="csY6578" fmla="*/ 125845 h 1028969"/>
              <a:gd name="csX6579" fmla="*/ 1137076 w 1728164"/>
              <a:gd name="csY6579" fmla="*/ 126427 h 1028969"/>
              <a:gd name="csX6580" fmla="*/ 1137245 w 1728164"/>
              <a:gd name="csY6580" fmla="*/ 127012 h 1028969"/>
              <a:gd name="csX6581" fmla="*/ 1137423 w 1728164"/>
              <a:gd name="csY6581" fmla="*/ 127596 h 1028969"/>
              <a:gd name="csX6582" fmla="*/ 1137592 w 1728164"/>
              <a:gd name="csY6582" fmla="*/ 128183 h 1028969"/>
              <a:gd name="csX6583" fmla="*/ 1137761 w 1728164"/>
              <a:gd name="csY6583" fmla="*/ 128770 h 1028969"/>
              <a:gd name="csX6584" fmla="*/ 1137939 w 1728164"/>
              <a:gd name="csY6584" fmla="*/ 129357 h 1028969"/>
              <a:gd name="csX6585" fmla="*/ 1138108 w 1728164"/>
              <a:gd name="csY6585" fmla="*/ 129946 h 1028969"/>
              <a:gd name="csX6586" fmla="*/ 1138286 w 1728164"/>
              <a:gd name="csY6586" fmla="*/ 130536 h 1028969"/>
              <a:gd name="csX6587" fmla="*/ 1138455 w 1728164"/>
              <a:gd name="csY6587" fmla="*/ 131127 h 1028969"/>
              <a:gd name="csX6588" fmla="*/ 1138633 w 1728164"/>
              <a:gd name="csY6588" fmla="*/ 131717 h 1028969"/>
              <a:gd name="csX6589" fmla="*/ 1138802 w 1728164"/>
              <a:gd name="csY6589" fmla="*/ 132310 h 1028969"/>
              <a:gd name="csX6590" fmla="*/ 1138971 w 1728164"/>
              <a:gd name="csY6590" fmla="*/ 132903 h 1028969"/>
              <a:gd name="csX6591" fmla="*/ 1139149 w 1728164"/>
              <a:gd name="csY6591" fmla="*/ 133497 h 1028969"/>
              <a:gd name="csX6592" fmla="*/ 1139318 w 1728164"/>
              <a:gd name="csY6592" fmla="*/ 134093 h 1028969"/>
              <a:gd name="csX6593" fmla="*/ 1139496 w 1728164"/>
              <a:gd name="csY6593" fmla="*/ 134689 h 1028969"/>
              <a:gd name="csX6594" fmla="*/ 1139665 w 1728164"/>
              <a:gd name="csY6594" fmla="*/ 135286 h 1028969"/>
              <a:gd name="csX6595" fmla="*/ 1139843 w 1728164"/>
              <a:gd name="csY6595" fmla="*/ 135883 h 1028969"/>
              <a:gd name="csX6596" fmla="*/ 1140012 w 1728164"/>
              <a:gd name="csY6596" fmla="*/ 136481 h 1028969"/>
              <a:gd name="csX6597" fmla="*/ 1140181 w 1728164"/>
              <a:gd name="csY6597" fmla="*/ 137081 h 1028969"/>
              <a:gd name="csX6598" fmla="*/ 1140359 w 1728164"/>
              <a:gd name="csY6598" fmla="*/ 137681 h 1028969"/>
              <a:gd name="csX6599" fmla="*/ 1140528 w 1728164"/>
              <a:gd name="csY6599" fmla="*/ 138283 h 1028969"/>
              <a:gd name="csX6600" fmla="*/ 1140706 w 1728164"/>
              <a:gd name="csY6600" fmla="*/ 138885 h 1028969"/>
              <a:gd name="csX6601" fmla="*/ 1140875 w 1728164"/>
              <a:gd name="csY6601" fmla="*/ 139488 h 1028969"/>
              <a:gd name="csX6602" fmla="*/ 1141053 w 1728164"/>
              <a:gd name="csY6602" fmla="*/ 140092 h 1028969"/>
              <a:gd name="csX6603" fmla="*/ 1141222 w 1728164"/>
              <a:gd name="csY6603" fmla="*/ 140696 h 1028969"/>
              <a:gd name="csX6604" fmla="*/ 1141391 w 1728164"/>
              <a:gd name="csY6604" fmla="*/ 141302 h 1028969"/>
              <a:gd name="csX6605" fmla="*/ 1141569 w 1728164"/>
              <a:gd name="csY6605" fmla="*/ 141909 h 1028969"/>
              <a:gd name="csX6606" fmla="*/ 1141738 w 1728164"/>
              <a:gd name="csY6606" fmla="*/ 142516 h 1028969"/>
              <a:gd name="csX6607" fmla="*/ 1141915 w 1728164"/>
              <a:gd name="csY6607" fmla="*/ 143124 h 1028969"/>
              <a:gd name="csX6608" fmla="*/ 1142084 w 1728164"/>
              <a:gd name="csY6608" fmla="*/ 143734 h 1028969"/>
              <a:gd name="csX6609" fmla="*/ 1142262 w 1728164"/>
              <a:gd name="csY6609" fmla="*/ 144343 h 1028969"/>
              <a:gd name="csX6610" fmla="*/ 1142431 w 1728164"/>
              <a:gd name="csY6610" fmla="*/ 144954 h 1028969"/>
              <a:gd name="csX6611" fmla="*/ 1142601 w 1728164"/>
              <a:gd name="csY6611" fmla="*/ 145566 h 1028969"/>
              <a:gd name="csX6612" fmla="*/ 1142778 w 1728164"/>
              <a:gd name="csY6612" fmla="*/ 146178 h 1028969"/>
              <a:gd name="csX6613" fmla="*/ 1142948 w 1728164"/>
              <a:gd name="csY6613" fmla="*/ 146791 h 1028969"/>
              <a:gd name="csX6614" fmla="*/ 1143125 w 1728164"/>
              <a:gd name="csY6614" fmla="*/ 147405 h 1028969"/>
              <a:gd name="csX6615" fmla="*/ 1143294 w 1728164"/>
              <a:gd name="csY6615" fmla="*/ 148020 h 1028969"/>
              <a:gd name="csX6616" fmla="*/ 1143472 w 1728164"/>
              <a:gd name="csY6616" fmla="*/ 148636 h 1028969"/>
              <a:gd name="csX6617" fmla="*/ 1143641 w 1728164"/>
              <a:gd name="csY6617" fmla="*/ 149252 h 1028969"/>
              <a:gd name="csX6618" fmla="*/ 1143810 w 1728164"/>
              <a:gd name="csY6618" fmla="*/ 149870 h 1028969"/>
              <a:gd name="csX6619" fmla="*/ 1143988 w 1728164"/>
              <a:gd name="csY6619" fmla="*/ 150488 h 1028969"/>
              <a:gd name="csX6620" fmla="*/ 1144157 w 1728164"/>
              <a:gd name="csY6620" fmla="*/ 151107 h 1028969"/>
              <a:gd name="csX6621" fmla="*/ 1144335 w 1728164"/>
              <a:gd name="csY6621" fmla="*/ 151727 h 1028969"/>
              <a:gd name="csX6622" fmla="*/ 1144504 w 1728164"/>
              <a:gd name="csY6622" fmla="*/ 152348 h 1028969"/>
              <a:gd name="csX6623" fmla="*/ 1144682 w 1728164"/>
              <a:gd name="csY6623" fmla="*/ 152969 h 1028969"/>
              <a:gd name="csX6624" fmla="*/ 1144851 w 1728164"/>
              <a:gd name="csY6624" fmla="*/ 153592 h 1028969"/>
              <a:gd name="csX6625" fmla="*/ 1145020 w 1728164"/>
              <a:gd name="csY6625" fmla="*/ 154215 h 1028969"/>
              <a:gd name="csX6626" fmla="*/ 1145198 w 1728164"/>
              <a:gd name="csY6626" fmla="*/ 154838 h 1028969"/>
              <a:gd name="csX6627" fmla="*/ 1145367 w 1728164"/>
              <a:gd name="csY6627" fmla="*/ 155463 h 1028969"/>
              <a:gd name="csX6628" fmla="*/ 1145545 w 1728164"/>
              <a:gd name="csY6628" fmla="*/ 156088 h 1028969"/>
              <a:gd name="csX6629" fmla="*/ 1145714 w 1728164"/>
              <a:gd name="csY6629" fmla="*/ 156715 h 1028969"/>
              <a:gd name="csX6630" fmla="*/ 1145892 w 1728164"/>
              <a:gd name="csY6630" fmla="*/ 157342 h 1028969"/>
              <a:gd name="csX6631" fmla="*/ 1146061 w 1728164"/>
              <a:gd name="csY6631" fmla="*/ 157970 h 1028969"/>
              <a:gd name="csX6632" fmla="*/ 1146230 w 1728164"/>
              <a:gd name="csY6632" fmla="*/ 158599 h 1028969"/>
              <a:gd name="csX6633" fmla="*/ 1146408 w 1728164"/>
              <a:gd name="csY6633" fmla="*/ 159228 h 1028969"/>
              <a:gd name="csX6634" fmla="*/ 1146577 w 1728164"/>
              <a:gd name="csY6634" fmla="*/ 159858 h 1028969"/>
              <a:gd name="csX6635" fmla="*/ 1146755 w 1728164"/>
              <a:gd name="csY6635" fmla="*/ 160489 h 1028969"/>
              <a:gd name="csX6636" fmla="*/ 1146924 w 1728164"/>
              <a:gd name="csY6636" fmla="*/ 161121 h 1028969"/>
              <a:gd name="csX6637" fmla="*/ 1147093 w 1728164"/>
              <a:gd name="csY6637" fmla="*/ 161753 h 1028969"/>
              <a:gd name="csX6638" fmla="*/ 1147271 w 1728164"/>
              <a:gd name="csY6638" fmla="*/ 162386 h 1028969"/>
              <a:gd name="csX6639" fmla="*/ 1147440 w 1728164"/>
              <a:gd name="csY6639" fmla="*/ 163020 h 1028969"/>
              <a:gd name="csX6640" fmla="*/ 1147618 w 1728164"/>
              <a:gd name="csY6640" fmla="*/ 163655 h 1028969"/>
              <a:gd name="csX6641" fmla="*/ 1147787 w 1728164"/>
              <a:gd name="csY6641" fmla="*/ 164291 h 1028969"/>
              <a:gd name="csX6642" fmla="*/ 1147965 w 1728164"/>
              <a:gd name="csY6642" fmla="*/ 164927 h 1028969"/>
              <a:gd name="csX6643" fmla="*/ 1148134 w 1728164"/>
              <a:gd name="csY6643" fmla="*/ 165564 h 1028969"/>
              <a:gd name="csX6644" fmla="*/ 1148303 w 1728164"/>
              <a:gd name="csY6644" fmla="*/ 166202 h 1028969"/>
              <a:gd name="csX6645" fmla="*/ 1148481 w 1728164"/>
              <a:gd name="csY6645" fmla="*/ 166840 h 1028969"/>
              <a:gd name="csX6646" fmla="*/ 1148650 w 1728164"/>
              <a:gd name="csY6646" fmla="*/ 167479 h 1028969"/>
              <a:gd name="csX6647" fmla="*/ 1148828 w 1728164"/>
              <a:gd name="csY6647" fmla="*/ 168119 h 1028969"/>
              <a:gd name="csX6648" fmla="*/ 1148997 w 1728164"/>
              <a:gd name="csY6648" fmla="*/ 168760 h 1028969"/>
              <a:gd name="csX6649" fmla="*/ 1149175 w 1728164"/>
              <a:gd name="csY6649" fmla="*/ 169402 h 1028969"/>
              <a:gd name="csX6650" fmla="*/ 1149344 w 1728164"/>
              <a:gd name="csY6650" fmla="*/ 170043 h 1028969"/>
              <a:gd name="csX6651" fmla="*/ 1149513 w 1728164"/>
              <a:gd name="csY6651" fmla="*/ 170686 h 1028969"/>
              <a:gd name="csX6652" fmla="*/ 1149691 w 1728164"/>
              <a:gd name="csY6652" fmla="*/ 171330 h 1028969"/>
              <a:gd name="csX6653" fmla="*/ 1149860 w 1728164"/>
              <a:gd name="csY6653" fmla="*/ 171975 h 1028969"/>
              <a:gd name="csX6654" fmla="*/ 1150038 w 1728164"/>
              <a:gd name="csY6654" fmla="*/ 172620 h 1028969"/>
              <a:gd name="csX6655" fmla="*/ 1150207 w 1728164"/>
              <a:gd name="csY6655" fmla="*/ 173265 h 1028969"/>
              <a:gd name="csX6656" fmla="*/ 1150385 w 1728164"/>
              <a:gd name="csY6656" fmla="*/ 173911 h 1028969"/>
              <a:gd name="csX6657" fmla="*/ 1150554 w 1728164"/>
              <a:gd name="csY6657" fmla="*/ 174559 h 1028969"/>
              <a:gd name="csX6658" fmla="*/ 1150723 w 1728164"/>
              <a:gd name="csY6658" fmla="*/ 175207 h 1028969"/>
              <a:gd name="csX6659" fmla="*/ 1150901 w 1728164"/>
              <a:gd name="csY6659" fmla="*/ 175855 h 1028969"/>
              <a:gd name="csX6660" fmla="*/ 1151070 w 1728164"/>
              <a:gd name="csY6660" fmla="*/ 176505 h 1028969"/>
              <a:gd name="csX6661" fmla="*/ 1151248 w 1728164"/>
              <a:gd name="csY6661" fmla="*/ 177155 h 1028969"/>
              <a:gd name="csX6662" fmla="*/ 1151417 w 1728164"/>
              <a:gd name="csY6662" fmla="*/ 177805 h 1028969"/>
              <a:gd name="csX6663" fmla="*/ 1151595 w 1728164"/>
              <a:gd name="csY6663" fmla="*/ 178457 h 1028969"/>
              <a:gd name="csX6664" fmla="*/ 1151764 w 1728164"/>
              <a:gd name="csY6664" fmla="*/ 179109 h 1028969"/>
              <a:gd name="csX6665" fmla="*/ 1151933 w 1728164"/>
              <a:gd name="csY6665" fmla="*/ 179762 h 1028969"/>
              <a:gd name="csX6666" fmla="*/ 1152111 w 1728164"/>
              <a:gd name="csY6666" fmla="*/ 180415 h 1028969"/>
              <a:gd name="csX6667" fmla="*/ 1152280 w 1728164"/>
              <a:gd name="csY6667" fmla="*/ 181069 h 1028969"/>
              <a:gd name="csX6668" fmla="*/ 1152458 w 1728164"/>
              <a:gd name="csY6668" fmla="*/ 181724 h 1028969"/>
              <a:gd name="csX6669" fmla="*/ 1152627 w 1728164"/>
              <a:gd name="csY6669" fmla="*/ 182379 h 1028969"/>
              <a:gd name="csX6670" fmla="*/ 1152805 w 1728164"/>
              <a:gd name="csY6670" fmla="*/ 183036 h 1028969"/>
              <a:gd name="csX6671" fmla="*/ 1152974 w 1728164"/>
              <a:gd name="csY6671" fmla="*/ 183692 h 1028969"/>
              <a:gd name="csX6672" fmla="*/ 1153143 w 1728164"/>
              <a:gd name="csY6672" fmla="*/ 184350 h 1028969"/>
              <a:gd name="csX6673" fmla="*/ 1153321 w 1728164"/>
              <a:gd name="csY6673" fmla="*/ 185008 h 1028969"/>
              <a:gd name="csX6674" fmla="*/ 1153490 w 1728164"/>
              <a:gd name="csY6674" fmla="*/ 185666 h 1028969"/>
              <a:gd name="csX6675" fmla="*/ 1153668 w 1728164"/>
              <a:gd name="csY6675" fmla="*/ 186326 h 1028969"/>
              <a:gd name="csX6676" fmla="*/ 1153837 w 1728164"/>
              <a:gd name="csY6676" fmla="*/ 186986 h 1028969"/>
              <a:gd name="csX6677" fmla="*/ 1154015 w 1728164"/>
              <a:gd name="csY6677" fmla="*/ 187647 h 1028969"/>
              <a:gd name="csX6678" fmla="*/ 1154184 w 1728164"/>
              <a:gd name="csY6678" fmla="*/ 188308 h 1028969"/>
              <a:gd name="csX6679" fmla="*/ 1154353 w 1728164"/>
              <a:gd name="csY6679" fmla="*/ 188970 h 1028969"/>
              <a:gd name="csX6680" fmla="*/ 1154531 w 1728164"/>
              <a:gd name="csY6680" fmla="*/ 189633 h 1028969"/>
              <a:gd name="csX6681" fmla="*/ 1154700 w 1728164"/>
              <a:gd name="csY6681" fmla="*/ 190296 h 1028969"/>
              <a:gd name="csX6682" fmla="*/ 1154878 w 1728164"/>
              <a:gd name="csY6682" fmla="*/ 190961 h 1028969"/>
              <a:gd name="csX6683" fmla="*/ 1155047 w 1728164"/>
              <a:gd name="csY6683" fmla="*/ 191625 h 1028969"/>
              <a:gd name="csX6684" fmla="*/ 1155225 w 1728164"/>
              <a:gd name="csY6684" fmla="*/ 192290 h 1028969"/>
              <a:gd name="csX6685" fmla="*/ 1155394 w 1728164"/>
              <a:gd name="csY6685" fmla="*/ 192956 h 1028969"/>
              <a:gd name="csX6686" fmla="*/ 1155563 w 1728164"/>
              <a:gd name="csY6686" fmla="*/ 193622 h 1028969"/>
              <a:gd name="csX6687" fmla="*/ 1155741 w 1728164"/>
              <a:gd name="csY6687" fmla="*/ 194290 h 1028969"/>
              <a:gd name="csX6688" fmla="*/ 1155910 w 1728164"/>
              <a:gd name="csY6688" fmla="*/ 194957 h 1028969"/>
              <a:gd name="csX6689" fmla="*/ 1156087 w 1728164"/>
              <a:gd name="csY6689" fmla="*/ 195626 h 1028969"/>
              <a:gd name="csX6690" fmla="*/ 1156257 w 1728164"/>
              <a:gd name="csY6690" fmla="*/ 196295 h 1028969"/>
              <a:gd name="csX6691" fmla="*/ 1156434 w 1728164"/>
              <a:gd name="csY6691" fmla="*/ 196964 h 1028969"/>
              <a:gd name="csX6692" fmla="*/ 1156604 w 1728164"/>
              <a:gd name="csY6692" fmla="*/ 197635 h 1028969"/>
              <a:gd name="csX6693" fmla="*/ 1156773 w 1728164"/>
              <a:gd name="csY6693" fmla="*/ 198305 h 1028969"/>
              <a:gd name="csX6694" fmla="*/ 1156951 w 1728164"/>
              <a:gd name="csY6694" fmla="*/ 198976 h 1028969"/>
              <a:gd name="csX6695" fmla="*/ 1157119 w 1728164"/>
              <a:gd name="csY6695" fmla="*/ 199649 h 1028969"/>
              <a:gd name="csX6696" fmla="*/ 1157297 w 1728164"/>
              <a:gd name="csY6696" fmla="*/ 200321 h 1028969"/>
              <a:gd name="csX6697" fmla="*/ 1157466 w 1728164"/>
              <a:gd name="csY6697" fmla="*/ 200994 h 1028969"/>
              <a:gd name="csX6698" fmla="*/ 1157644 w 1728164"/>
              <a:gd name="csY6698" fmla="*/ 201668 h 1028969"/>
              <a:gd name="csX6699" fmla="*/ 1157813 w 1728164"/>
              <a:gd name="csY6699" fmla="*/ 202343 h 1028969"/>
              <a:gd name="csX6700" fmla="*/ 1157982 w 1728164"/>
              <a:gd name="csY6700" fmla="*/ 203017 h 1028969"/>
              <a:gd name="csX6701" fmla="*/ 1158160 w 1728164"/>
              <a:gd name="csY6701" fmla="*/ 203693 h 1028969"/>
              <a:gd name="csX6702" fmla="*/ 1158329 w 1728164"/>
              <a:gd name="csY6702" fmla="*/ 204369 h 1028969"/>
              <a:gd name="csX6703" fmla="*/ 1158507 w 1728164"/>
              <a:gd name="csY6703" fmla="*/ 205045 h 1028969"/>
              <a:gd name="csX6704" fmla="*/ 1158676 w 1728164"/>
              <a:gd name="csY6704" fmla="*/ 205722 h 1028969"/>
              <a:gd name="csX6705" fmla="*/ 1158854 w 1728164"/>
              <a:gd name="csY6705" fmla="*/ 206400 h 1028969"/>
              <a:gd name="csX6706" fmla="*/ 1159023 w 1728164"/>
              <a:gd name="csY6706" fmla="*/ 207079 h 1028969"/>
              <a:gd name="csX6707" fmla="*/ 1159192 w 1728164"/>
              <a:gd name="csY6707" fmla="*/ 207758 h 1028969"/>
              <a:gd name="csX6708" fmla="*/ 1159370 w 1728164"/>
              <a:gd name="csY6708" fmla="*/ 208438 h 1028969"/>
              <a:gd name="csX6709" fmla="*/ 1159539 w 1728164"/>
              <a:gd name="csY6709" fmla="*/ 209117 h 1028969"/>
              <a:gd name="csX6710" fmla="*/ 1159717 w 1728164"/>
              <a:gd name="csY6710" fmla="*/ 209798 h 1028969"/>
              <a:gd name="csX6711" fmla="*/ 1159886 w 1728164"/>
              <a:gd name="csY6711" fmla="*/ 210479 h 1028969"/>
              <a:gd name="csX6712" fmla="*/ 1160064 w 1728164"/>
              <a:gd name="csY6712" fmla="*/ 211161 h 1028969"/>
              <a:gd name="csX6713" fmla="*/ 1160233 w 1728164"/>
              <a:gd name="csY6713" fmla="*/ 211843 h 1028969"/>
              <a:gd name="csX6714" fmla="*/ 1160402 w 1728164"/>
              <a:gd name="csY6714" fmla="*/ 212526 h 1028969"/>
              <a:gd name="csX6715" fmla="*/ 1160580 w 1728164"/>
              <a:gd name="csY6715" fmla="*/ 213210 h 1028969"/>
              <a:gd name="csX6716" fmla="*/ 1160749 w 1728164"/>
              <a:gd name="csY6716" fmla="*/ 213894 h 1028969"/>
              <a:gd name="csX6717" fmla="*/ 1160927 w 1728164"/>
              <a:gd name="csY6717" fmla="*/ 214578 h 1028969"/>
              <a:gd name="csX6718" fmla="*/ 1161096 w 1728164"/>
              <a:gd name="csY6718" fmla="*/ 215263 h 1028969"/>
              <a:gd name="csX6719" fmla="*/ 1161274 w 1728164"/>
              <a:gd name="csY6719" fmla="*/ 215949 h 1028969"/>
              <a:gd name="csX6720" fmla="*/ 1161443 w 1728164"/>
              <a:gd name="csY6720" fmla="*/ 216635 h 1028969"/>
              <a:gd name="csX6721" fmla="*/ 1161612 w 1728164"/>
              <a:gd name="csY6721" fmla="*/ 217322 h 1028969"/>
              <a:gd name="csX6722" fmla="*/ 1161790 w 1728164"/>
              <a:gd name="csY6722" fmla="*/ 218008 h 1028969"/>
              <a:gd name="csX6723" fmla="*/ 1161959 w 1728164"/>
              <a:gd name="csY6723" fmla="*/ 218696 h 1028969"/>
              <a:gd name="csX6724" fmla="*/ 1162137 w 1728164"/>
              <a:gd name="csY6724" fmla="*/ 219385 h 1028969"/>
              <a:gd name="csX6725" fmla="*/ 1162306 w 1728164"/>
              <a:gd name="csY6725" fmla="*/ 220073 h 1028969"/>
              <a:gd name="csX6726" fmla="*/ 1162484 w 1728164"/>
              <a:gd name="csY6726" fmla="*/ 220762 h 1028969"/>
              <a:gd name="csX6727" fmla="*/ 1162653 w 1728164"/>
              <a:gd name="csY6727" fmla="*/ 221452 h 1028969"/>
              <a:gd name="csX6728" fmla="*/ 1162822 w 1728164"/>
              <a:gd name="csY6728" fmla="*/ 222142 h 1028969"/>
              <a:gd name="csX6729" fmla="*/ 1163000 w 1728164"/>
              <a:gd name="csY6729" fmla="*/ 222833 h 1028969"/>
              <a:gd name="csX6730" fmla="*/ 1163169 w 1728164"/>
              <a:gd name="csY6730" fmla="*/ 223524 h 1028969"/>
              <a:gd name="csX6731" fmla="*/ 1163347 w 1728164"/>
              <a:gd name="csY6731" fmla="*/ 224215 h 1028969"/>
              <a:gd name="csX6732" fmla="*/ 1163516 w 1728164"/>
              <a:gd name="csY6732" fmla="*/ 224908 h 1028969"/>
              <a:gd name="csX6733" fmla="*/ 1163694 w 1728164"/>
              <a:gd name="csY6733" fmla="*/ 225601 h 1028969"/>
              <a:gd name="csX6734" fmla="*/ 1163863 w 1728164"/>
              <a:gd name="csY6734" fmla="*/ 226294 h 1028969"/>
              <a:gd name="csX6735" fmla="*/ 1164032 w 1728164"/>
              <a:gd name="csY6735" fmla="*/ 226988 h 1028969"/>
              <a:gd name="csX6736" fmla="*/ 1164210 w 1728164"/>
              <a:gd name="csY6736" fmla="*/ 227682 h 1028969"/>
              <a:gd name="csX6737" fmla="*/ 1164379 w 1728164"/>
              <a:gd name="csY6737" fmla="*/ 228376 h 1028969"/>
              <a:gd name="csX6738" fmla="*/ 1164557 w 1728164"/>
              <a:gd name="csY6738" fmla="*/ 229072 h 1028969"/>
              <a:gd name="csX6739" fmla="*/ 1164726 w 1728164"/>
              <a:gd name="csY6739" fmla="*/ 229768 h 1028969"/>
              <a:gd name="csX6740" fmla="*/ 1164904 w 1728164"/>
              <a:gd name="csY6740" fmla="*/ 230463 h 1028969"/>
              <a:gd name="csX6741" fmla="*/ 1165073 w 1728164"/>
              <a:gd name="csY6741" fmla="*/ 231160 h 1028969"/>
              <a:gd name="csX6742" fmla="*/ 1165242 w 1728164"/>
              <a:gd name="csY6742" fmla="*/ 231858 h 1028969"/>
              <a:gd name="csX6743" fmla="*/ 1165420 w 1728164"/>
              <a:gd name="csY6743" fmla="*/ 232555 h 1028969"/>
              <a:gd name="csX6744" fmla="*/ 1165589 w 1728164"/>
              <a:gd name="csY6744" fmla="*/ 233252 h 1028969"/>
              <a:gd name="csX6745" fmla="*/ 1165767 w 1728164"/>
              <a:gd name="csY6745" fmla="*/ 233951 h 1028969"/>
              <a:gd name="csX6746" fmla="*/ 1165936 w 1728164"/>
              <a:gd name="csY6746" fmla="*/ 234650 h 1028969"/>
              <a:gd name="csX6747" fmla="*/ 1166105 w 1728164"/>
              <a:gd name="csY6747" fmla="*/ 235349 h 1028969"/>
              <a:gd name="csX6748" fmla="*/ 1166283 w 1728164"/>
              <a:gd name="csY6748" fmla="*/ 236050 h 1028969"/>
              <a:gd name="csX6749" fmla="*/ 1166452 w 1728164"/>
              <a:gd name="csY6749" fmla="*/ 236750 h 1028969"/>
              <a:gd name="csX6750" fmla="*/ 1166630 w 1728164"/>
              <a:gd name="csY6750" fmla="*/ 237450 h 1028969"/>
              <a:gd name="csX6751" fmla="*/ 1166799 w 1728164"/>
              <a:gd name="csY6751" fmla="*/ 238152 h 1028969"/>
              <a:gd name="csX6752" fmla="*/ 1166977 w 1728164"/>
              <a:gd name="csY6752" fmla="*/ 238853 h 1028969"/>
              <a:gd name="csX6753" fmla="*/ 1167146 w 1728164"/>
              <a:gd name="csY6753" fmla="*/ 239555 h 1028969"/>
              <a:gd name="csX6754" fmla="*/ 1167315 w 1728164"/>
              <a:gd name="csY6754" fmla="*/ 240258 h 1028969"/>
              <a:gd name="csX6755" fmla="*/ 1167493 w 1728164"/>
              <a:gd name="csY6755" fmla="*/ 240960 h 1028969"/>
              <a:gd name="csX6756" fmla="*/ 1167662 w 1728164"/>
              <a:gd name="csY6756" fmla="*/ 241664 h 1028969"/>
              <a:gd name="csX6757" fmla="*/ 1167840 w 1728164"/>
              <a:gd name="csY6757" fmla="*/ 242368 h 1028969"/>
              <a:gd name="csX6758" fmla="*/ 1168009 w 1728164"/>
              <a:gd name="csY6758" fmla="*/ 243071 h 1028969"/>
              <a:gd name="csX6759" fmla="*/ 1168187 w 1728164"/>
              <a:gd name="csY6759" fmla="*/ 243776 h 1028969"/>
              <a:gd name="csX6760" fmla="*/ 1168356 w 1728164"/>
              <a:gd name="csY6760" fmla="*/ 244482 h 1028969"/>
              <a:gd name="csX6761" fmla="*/ 1168525 w 1728164"/>
              <a:gd name="csY6761" fmla="*/ 245187 h 1028969"/>
              <a:gd name="csX6762" fmla="*/ 1168703 w 1728164"/>
              <a:gd name="csY6762" fmla="*/ 245893 h 1028969"/>
              <a:gd name="csX6763" fmla="*/ 1168872 w 1728164"/>
              <a:gd name="csY6763" fmla="*/ 246599 h 1028969"/>
              <a:gd name="csX6764" fmla="*/ 1169050 w 1728164"/>
              <a:gd name="csY6764" fmla="*/ 247306 h 1028969"/>
              <a:gd name="csX6765" fmla="*/ 1169219 w 1728164"/>
              <a:gd name="csY6765" fmla="*/ 248013 h 1028969"/>
              <a:gd name="csX6766" fmla="*/ 1169397 w 1728164"/>
              <a:gd name="csY6766" fmla="*/ 248721 h 1028969"/>
              <a:gd name="csX6767" fmla="*/ 1169566 w 1728164"/>
              <a:gd name="csY6767" fmla="*/ 249429 h 1028969"/>
              <a:gd name="csX6768" fmla="*/ 1169735 w 1728164"/>
              <a:gd name="csY6768" fmla="*/ 250137 h 1028969"/>
              <a:gd name="csX6769" fmla="*/ 1169913 w 1728164"/>
              <a:gd name="csY6769" fmla="*/ 250846 h 1028969"/>
              <a:gd name="csX6770" fmla="*/ 1170082 w 1728164"/>
              <a:gd name="csY6770" fmla="*/ 251555 h 1028969"/>
              <a:gd name="csX6771" fmla="*/ 1170260 w 1728164"/>
              <a:gd name="csY6771" fmla="*/ 252264 h 1028969"/>
              <a:gd name="csX6772" fmla="*/ 1170429 w 1728164"/>
              <a:gd name="csY6772" fmla="*/ 252974 h 1028969"/>
              <a:gd name="csX6773" fmla="*/ 1170607 w 1728164"/>
              <a:gd name="csY6773" fmla="*/ 253685 h 1028969"/>
              <a:gd name="csX6774" fmla="*/ 1170776 w 1728164"/>
              <a:gd name="csY6774" fmla="*/ 254396 h 1028969"/>
              <a:gd name="csX6775" fmla="*/ 1170945 w 1728164"/>
              <a:gd name="csY6775" fmla="*/ 255107 h 1028969"/>
              <a:gd name="csX6776" fmla="*/ 1171122 w 1728164"/>
              <a:gd name="csY6776" fmla="*/ 255818 h 1028969"/>
              <a:gd name="csX6777" fmla="*/ 1171292 w 1728164"/>
              <a:gd name="csY6777" fmla="*/ 256530 h 1028969"/>
              <a:gd name="csX6778" fmla="*/ 1171469 w 1728164"/>
              <a:gd name="csY6778" fmla="*/ 257242 h 1028969"/>
              <a:gd name="csX6779" fmla="*/ 1171639 w 1728164"/>
              <a:gd name="csY6779" fmla="*/ 257954 h 1028969"/>
              <a:gd name="csX6780" fmla="*/ 1171816 w 1728164"/>
              <a:gd name="csY6780" fmla="*/ 258668 h 1028969"/>
              <a:gd name="csX6781" fmla="*/ 1171986 w 1728164"/>
              <a:gd name="csY6781" fmla="*/ 259381 h 1028969"/>
              <a:gd name="csX6782" fmla="*/ 1172155 w 1728164"/>
              <a:gd name="csY6782" fmla="*/ 260095 h 1028969"/>
              <a:gd name="csX6783" fmla="*/ 1172332 w 1728164"/>
              <a:gd name="csY6783" fmla="*/ 260809 h 1028969"/>
              <a:gd name="csX6784" fmla="*/ 1172501 w 1728164"/>
              <a:gd name="csY6784" fmla="*/ 261524 h 1028969"/>
              <a:gd name="csX6785" fmla="*/ 1172679 w 1728164"/>
              <a:gd name="csY6785" fmla="*/ 262238 h 1028969"/>
              <a:gd name="csX6786" fmla="*/ 1172848 w 1728164"/>
              <a:gd name="csY6786" fmla="*/ 262953 h 1028969"/>
              <a:gd name="csX6787" fmla="*/ 1173026 w 1728164"/>
              <a:gd name="csY6787" fmla="*/ 263669 h 1028969"/>
              <a:gd name="csX6788" fmla="*/ 1173195 w 1728164"/>
              <a:gd name="csY6788" fmla="*/ 264385 h 1028969"/>
              <a:gd name="csX6789" fmla="*/ 1173364 w 1728164"/>
              <a:gd name="csY6789" fmla="*/ 265101 h 1028969"/>
              <a:gd name="csX6790" fmla="*/ 1173542 w 1728164"/>
              <a:gd name="csY6790" fmla="*/ 265817 h 1028969"/>
              <a:gd name="csX6791" fmla="*/ 1173711 w 1728164"/>
              <a:gd name="csY6791" fmla="*/ 266534 h 1028969"/>
              <a:gd name="csX6792" fmla="*/ 1173889 w 1728164"/>
              <a:gd name="csY6792" fmla="*/ 267251 h 1028969"/>
              <a:gd name="csX6793" fmla="*/ 1174058 w 1728164"/>
              <a:gd name="csY6793" fmla="*/ 267969 h 1028969"/>
              <a:gd name="csX6794" fmla="*/ 1174236 w 1728164"/>
              <a:gd name="csY6794" fmla="*/ 268687 h 1028969"/>
              <a:gd name="csX6795" fmla="*/ 1174405 w 1728164"/>
              <a:gd name="csY6795" fmla="*/ 269405 h 1028969"/>
              <a:gd name="csX6796" fmla="*/ 1174574 w 1728164"/>
              <a:gd name="csY6796" fmla="*/ 270124 h 1028969"/>
              <a:gd name="csX6797" fmla="*/ 1174752 w 1728164"/>
              <a:gd name="csY6797" fmla="*/ 270843 h 1028969"/>
              <a:gd name="csX6798" fmla="*/ 1174921 w 1728164"/>
              <a:gd name="csY6798" fmla="*/ 271561 h 1028969"/>
              <a:gd name="csX6799" fmla="*/ 1175099 w 1728164"/>
              <a:gd name="csY6799" fmla="*/ 272281 h 1028969"/>
              <a:gd name="csX6800" fmla="*/ 1175268 w 1728164"/>
              <a:gd name="csY6800" fmla="*/ 273001 h 1028969"/>
              <a:gd name="csX6801" fmla="*/ 1175446 w 1728164"/>
              <a:gd name="csY6801" fmla="*/ 273722 h 1028969"/>
              <a:gd name="csX6802" fmla="*/ 1175615 w 1728164"/>
              <a:gd name="csY6802" fmla="*/ 274441 h 1028969"/>
              <a:gd name="csX6803" fmla="*/ 1175784 w 1728164"/>
              <a:gd name="csY6803" fmla="*/ 275163 h 1028969"/>
              <a:gd name="csX6804" fmla="*/ 1175962 w 1728164"/>
              <a:gd name="csY6804" fmla="*/ 275883 h 1028969"/>
              <a:gd name="csX6805" fmla="*/ 1176131 w 1728164"/>
              <a:gd name="csY6805" fmla="*/ 276605 h 1028969"/>
              <a:gd name="csX6806" fmla="*/ 1176309 w 1728164"/>
              <a:gd name="csY6806" fmla="*/ 277326 h 1028969"/>
              <a:gd name="csX6807" fmla="*/ 1176478 w 1728164"/>
              <a:gd name="csY6807" fmla="*/ 278049 h 1028969"/>
              <a:gd name="csX6808" fmla="*/ 1176656 w 1728164"/>
              <a:gd name="csY6808" fmla="*/ 278771 h 1028969"/>
              <a:gd name="csX6809" fmla="*/ 1176825 w 1728164"/>
              <a:gd name="csY6809" fmla="*/ 279494 h 1028969"/>
              <a:gd name="csX6810" fmla="*/ 1176994 w 1728164"/>
              <a:gd name="csY6810" fmla="*/ 280216 h 1028969"/>
              <a:gd name="csX6811" fmla="*/ 1177172 w 1728164"/>
              <a:gd name="csY6811" fmla="*/ 280939 h 1028969"/>
              <a:gd name="csX6812" fmla="*/ 1177341 w 1728164"/>
              <a:gd name="csY6812" fmla="*/ 281663 h 1028969"/>
              <a:gd name="csX6813" fmla="*/ 1177519 w 1728164"/>
              <a:gd name="csY6813" fmla="*/ 282387 h 1028969"/>
              <a:gd name="csX6814" fmla="*/ 1177688 w 1728164"/>
              <a:gd name="csY6814" fmla="*/ 283111 h 1028969"/>
              <a:gd name="csX6815" fmla="*/ 1177866 w 1728164"/>
              <a:gd name="csY6815" fmla="*/ 283835 h 1028969"/>
              <a:gd name="csX6816" fmla="*/ 1178035 w 1728164"/>
              <a:gd name="csY6816" fmla="*/ 284560 h 1028969"/>
              <a:gd name="csX6817" fmla="*/ 1178204 w 1728164"/>
              <a:gd name="csY6817" fmla="*/ 285284 h 1028969"/>
              <a:gd name="csX6818" fmla="*/ 1178382 w 1728164"/>
              <a:gd name="csY6818" fmla="*/ 286010 h 1028969"/>
              <a:gd name="csX6819" fmla="*/ 1178551 w 1728164"/>
              <a:gd name="csY6819" fmla="*/ 286735 h 1028969"/>
              <a:gd name="csX6820" fmla="*/ 1178729 w 1728164"/>
              <a:gd name="csY6820" fmla="*/ 287461 h 1028969"/>
              <a:gd name="csX6821" fmla="*/ 1178898 w 1728164"/>
              <a:gd name="csY6821" fmla="*/ 288187 h 1028969"/>
              <a:gd name="csX6822" fmla="*/ 1179076 w 1728164"/>
              <a:gd name="csY6822" fmla="*/ 288913 h 1028969"/>
              <a:gd name="csX6823" fmla="*/ 1179245 w 1728164"/>
              <a:gd name="csY6823" fmla="*/ 289640 h 1028969"/>
              <a:gd name="csX6824" fmla="*/ 1179414 w 1728164"/>
              <a:gd name="csY6824" fmla="*/ 290366 h 1028969"/>
              <a:gd name="csX6825" fmla="*/ 1179592 w 1728164"/>
              <a:gd name="csY6825" fmla="*/ 291094 h 1028969"/>
              <a:gd name="csX6826" fmla="*/ 1179761 w 1728164"/>
              <a:gd name="csY6826" fmla="*/ 291820 h 1028969"/>
              <a:gd name="csX6827" fmla="*/ 1179939 w 1728164"/>
              <a:gd name="csY6827" fmla="*/ 292548 h 1028969"/>
              <a:gd name="csX6828" fmla="*/ 1180108 w 1728164"/>
              <a:gd name="csY6828" fmla="*/ 293276 h 1028969"/>
              <a:gd name="csX6829" fmla="*/ 1180286 w 1728164"/>
              <a:gd name="csY6829" fmla="*/ 294004 h 1028969"/>
              <a:gd name="csX6830" fmla="*/ 1180455 w 1728164"/>
              <a:gd name="csY6830" fmla="*/ 294732 h 1028969"/>
              <a:gd name="csX6831" fmla="*/ 1180624 w 1728164"/>
              <a:gd name="csY6831" fmla="*/ 295461 h 1028969"/>
              <a:gd name="csX6832" fmla="*/ 1180802 w 1728164"/>
              <a:gd name="csY6832" fmla="*/ 296190 h 1028969"/>
              <a:gd name="csX6833" fmla="*/ 1180971 w 1728164"/>
              <a:gd name="csY6833" fmla="*/ 296918 h 1028969"/>
              <a:gd name="csX6834" fmla="*/ 1181149 w 1728164"/>
              <a:gd name="csY6834" fmla="*/ 297648 h 1028969"/>
              <a:gd name="csX6835" fmla="*/ 1181318 w 1728164"/>
              <a:gd name="csY6835" fmla="*/ 298377 h 1028969"/>
              <a:gd name="csX6836" fmla="*/ 1181496 w 1728164"/>
              <a:gd name="csY6836" fmla="*/ 299107 h 1028969"/>
              <a:gd name="csX6837" fmla="*/ 1181665 w 1728164"/>
              <a:gd name="csY6837" fmla="*/ 299836 h 1028969"/>
              <a:gd name="csX6838" fmla="*/ 1181834 w 1728164"/>
              <a:gd name="csY6838" fmla="*/ 300567 h 1028969"/>
              <a:gd name="csX6839" fmla="*/ 1182012 w 1728164"/>
              <a:gd name="csY6839" fmla="*/ 301297 h 1028969"/>
              <a:gd name="csX6840" fmla="*/ 1182181 w 1728164"/>
              <a:gd name="csY6840" fmla="*/ 302027 h 1028969"/>
              <a:gd name="csX6841" fmla="*/ 1182359 w 1728164"/>
              <a:gd name="csY6841" fmla="*/ 302759 h 1028969"/>
              <a:gd name="csX6842" fmla="*/ 1182528 w 1728164"/>
              <a:gd name="csY6842" fmla="*/ 303489 h 1028969"/>
              <a:gd name="csX6843" fmla="*/ 1182706 w 1728164"/>
              <a:gd name="csY6843" fmla="*/ 304220 h 1028969"/>
              <a:gd name="csX6844" fmla="*/ 1182875 w 1728164"/>
              <a:gd name="csY6844" fmla="*/ 304952 h 1028969"/>
              <a:gd name="csX6845" fmla="*/ 1183044 w 1728164"/>
              <a:gd name="csY6845" fmla="*/ 305684 h 1028969"/>
              <a:gd name="csX6846" fmla="*/ 1183222 w 1728164"/>
              <a:gd name="csY6846" fmla="*/ 306415 h 1028969"/>
              <a:gd name="csX6847" fmla="*/ 1183391 w 1728164"/>
              <a:gd name="csY6847" fmla="*/ 307147 h 1028969"/>
              <a:gd name="csX6848" fmla="*/ 1183569 w 1728164"/>
              <a:gd name="csY6848" fmla="*/ 307879 h 1028969"/>
              <a:gd name="csX6849" fmla="*/ 1183738 w 1728164"/>
              <a:gd name="csY6849" fmla="*/ 308612 h 1028969"/>
              <a:gd name="csX6850" fmla="*/ 1183916 w 1728164"/>
              <a:gd name="csY6850" fmla="*/ 309345 h 1028969"/>
              <a:gd name="csX6851" fmla="*/ 1184085 w 1728164"/>
              <a:gd name="csY6851" fmla="*/ 310078 h 1028969"/>
              <a:gd name="csX6852" fmla="*/ 1184254 w 1728164"/>
              <a:gd name="csY6852" fmla="*/ 310811 h 1028969"/>
              <a:gd name="csX6853" fmla="*/ 1184432 w 1728164"/>
              <a:gd name="csY6853" fmla="*/ 311544 h 1028969"/>
              <a:gd name="csX6854" fmla="*/ 1184601 w 1728164"/>
              <a:gd name="csY6854" fmla="*/ 312277 h 1028969"/>
              <a:gd name="csX6855" fmla="*/ 1184779 w 1728164"/>
              <a:gd name="csY6855" fmla="*/ 313011 h 1028969"/>
              <a:gd name="csX6856" fmla="*/ 1184948 w 1728164"/>
              <a:gd name="csY6856" fmla="*/ 313745 h 1028969"/>
              <a:gd name="csX6857" fmla="*/ 1185117 w 1728164"/>
              <a:gd name="csY6857" fmla="*/ 314479 h 1028969"/>
              <a:gd name="csX6858" fmla="*/ 1185295 w 1728164"/>
              <a:gd name="csY6858" fmla="*/ 315213 h 1028969"/>
              <a:gd name="csX6859" fmla="*/ 1185464 w 1728164"/>
              <a:gd name="csY6859" fmla="*/ 315947 h 1028969"/>
              <a:gd name="csX6860" fmla="*/ 1185642 w 1728164"/>
              <a:gd name="csY6860" fmla="*/ 316682 h 1028969"/>
              <a:gd name="csX6861" fmla="*/ 1185811 w 1728164"/>
              <a:gd name="csY6861" fmla="*/ 317416 h 1028969"/>
              <a:gd name="csX6862" fmla="*/ 1185989 w 1728164"/>
              <a:gd name="csY6862" fmla="*/ 318150 h 1028969"/>
              <a:gd name="csX6863" fmla="*/ 1186158 w 1728164"/>
              <a:gd name="csY6863" fmla="*/ 318885 h 1028969"/>
              <a:gd name="csX6864" fmla="*/ 1186327 w 1728164"/>
              <a:gd name="csY6864" fmla="*/ 319621 h 1028969"/>
              <a:gd name="csX6865" fmla="*/ 1186504 w 1728164"/>
              <a:gd name="csY6865" fmla="*/ 320356 h 1028969"/>
              <a:gd name="csX6866" fmla="*/ 1186673 w 1728164"/>
              <a:gd name="csY6866" fmla="*/ 321092 h 1028969"/>
              <a:gd name="csX6867" fmla="*/ 1186851 w 1728164"/>
              <a:gd name="csY6867" fmla="*/ 321827 h 1028969"/>
              <a:gd name="csX6868" fmla="*/ 1187020 w 1728164"/>
              <a:gd name="csY6868" fmla="*/ 322563 h 1028969"/>
              <a:gd name="csX6869" fmla="*/ 1187198 w 1728164"/>
              <a:gd name="csY6869" fmla="*/ 323299 h 1028969"/>
              <a:gd name="csX6870" fmla="*/ 1187367 w 1728164"/>
              <a:gd name="csY6870" fmla="*/ 324035 h 1028969"/>
              <a:gd name="csX6871" fmla="*/ 1187537 w 1728164"/>
              <a:gd name="csY6871" fmla="*/ 324771 h 1028969"/>
              <a:gd name="csX6872" fmla="*/ 1187714 w 1728164"/>
              <a:gd name="csY6872" fmla="*/ 325508 h 1028969"/>
              <a:gd name="csX6873" fmla="*/ 1187883 w 1728164"/>
              <a:gd name="csY6873" fmla="*/ 326244 h 1028969"/>
              <a:gd name="csX6874" fmla="*/ 1188061 w 1728164"/>
              <a:gd name="csY6874" fmla="*/ 326981 h 1028969"/>
              <a:gd name="csX6875" fmla="*/ 1188230 w 1728164"/>
              <a:gd name="csY6875" fmla="*/ 327718 h 1028969"/>
              <a:gd name="csX6876" fmla="*/ 1188408 w 1728164"/>
              <a:gd name="csY6876" fmla="*/ 328454 h 1028969"/>
              <a:gd name="csX6877" fmla="*/ 1188577 w 1728164"/>
              <a:gd name="csY6877" fmla="*/ 329191 h 1028969"/>
              <a:gd name="csX6878" fmla="*/ 1188746 w 1728164"/>
              <a:gd name="csY6878" fmla="*/ 329928 h 1028969"/>
              <a:gd name="csX6879" fmla="*/ 1188924 w 1728164"/>
              <a:gd name="csY6879" fmla="*/ 330666 h 1028969"/>
              <a:gd name="csX6880" fmla="*/ 1189093 w 1728164"/>
              <a:gd name="csY6880" fmla="*/ 331403 h 1028969"/>
              <a:gd name="csX6881" fmla="*/ 1189271 w 1728164"/>
              <a:gd name="csY6881" fmla="*/ 332141 h 1028969"/>
              <a:gd name="csX6882" fmla="*/ 1189440 w 1728164"/>
              <a:gd name="csY6882" fmla="*/ 332878 h 1028969"/>
              <a:gd name="csX6883" fmla="*/ 1189618 w 1728164"/>
              <a:gd name="csY6883" fmla="*/ 333616 h 1028969"/>
              <a:gd name="csX6884" fmla="*/ 1189787 w 1728164"/>
              <a:gd name="csY6884" fmla="*/ 334354 h 1028969"/>
              <a:gd name="csX6885" fmla="*/ 1189956 w 1728164"/>
              <a:gd name="csY6885" fmla="*/ 335092 h 1028969"/>
              <a:gd name="csX6886" fmla="*/ 1190134 w 1728164"/>
              <a:gd name="csY6886" fmla="*/ 335830 h 1028969"/>
              <a:gd name="csX6887" fmla="*/ 1190303 w 1728164"/>
              <a:gd name="csY6887" fmla="*/ 336569 h 1028969"/>
              <a:gd name="csX6888" fmla="*/ 1190481 w 1728164"/>
              <a:gd name="csY6888" fmla="*/ 337307 h 1028969"/>
              <a:gd name="csX6889" fmla="*/ 1190650 w 1728164"/>
              <a:gd name="csY6889" fmla="*/ 338046 h 1028969"/>
              <a:gd name="csX6890" fmla="*/ 1190828 w 1728164"/>
              <a:gd name="csY6890" fmla="*/ 338784 h 1028969"/>
              <a:gd name="csX6891" fmla="*/ 1190997 w 1728164"/>
              <a:gd name="csY6891" fmla="*/ 339522 h 1028969"/>
              <a:gd name="csX6892" fmla="*/ 1191166 w 1728164"/>
              <a:gd name="csY6892" fmla="*/ 340262 h 1028969"/>
              <a:gd name="csX6893" fmla="*/ 1191344 w 1728164"/>
              <a:gd name="csY6893" fmla="*/ 341000 h 1028969"/>
              <a:gd name="csX6894" fmla="*/ 1191513 w 1728164"/>
              <a:gd name="csY6894" fmla="*/ 341739 h 1028969"/>
              <a:gd name="csX6895" fmla="*/ 1191691 w 1728164"/>
              <a:gd name="csY6895" fmla="*/ 342479 h 1028969"/>
              <a:gd name="csX6896" fmla="*/ 1191860 w 1728164"/>
              <a:gd name="csY6896" fmla="*/ 343217 h 1028969"/>
              <a:gd name="csX6897" fmla="*/ 1192038 w 1728164"/>
              <a:gd name="csY6897" fmla="*/ 343956 h 1028969"/>
              <a:gd name="csX6898" fmla="*/ 1192207 w 1728164"/>
              <a:gd name="csY6898" fmla="*/ 344696 h 1028969"/>
              <a:gd name="csX6899" fmla="*/ 1192376 w 1728164"/>
              <a:gd name="csY6899" fmla="*/ 345436 h 1028969"/>
              <a:gd name="csX6900" fmla="*/ 1192554 w 1728164"/>
              <a:gd name="csY6900" fmla="*/ 346175 h 1028969"/>
              <a:gd name="csX6901" fmla="*/ 1192723 w 1728164"/>
              <a:gd name="csY6901" fmla="*/ 346914 h 1028969"/>
              <a:gd name="csX6902" fmla="*/ 1192901 w 1728164"/>
              <a:gd name="csY6902" fmla="*/ 347654 h 1028969"/>
              <a:gd name="csX6903" fmla="*/ 1193070 w 1728164"/>
              <a:gd name="csY6903" fmla="*/ 348394 h 1028969"/>
              <a:gd name="csX6904" fmla="*/ 1193248 w 1728164"/>
              <a:gd name="csY6904" fmla="*/ 349133 h 1028969"/>
              <a:gd name="csX6905" fmla="*/ 1193417 w 1728164"/>
              <a:gd name="csY6905" fmla="*/ 349873 h 1028969"/>
              <a:gd name="csX6906" fmla="*/ 1193586 w 1728164"/>
              <a:gd name="csY6906" fmla="*/ 350614 h 1028969"/>
              <a:gd name="csX6907" fmla="*/ 1193764 w 1728164"/>
              <a:gd name="csY6907" fmla="*/ 351354 h 1028969"/>
              <a:gd name="csX6908" fmla="*/ 1193933 w 1728164"/>
              <a:gd name="csY6908" fmla="*/ 352093 h 1028969"/>
              <a:gd name="csX6909" fmla="*/ 1194111 w 1728164"/>
              <a:gd name="csY6909" fmla="*/ 352833 h 1028969"/>
              <a:gd name="csX6910" fmla="*/ 1194280 w 1728164"/>
              <a:gd name="csY6910" fmla="*/ 353573 h 1028969"/>
              <a:gd name="csX6911" fmla="*/ 1194458 w 1728164"/>
              <a:gd name="csY6911" fmla="*/ 354314 h 1028969"/>
              <a:gd name="csX6912" fmla="*/ 1194627 w 1728164"/>
              <a:gd name="csY6912" fmla="*/ 355055 h 1028969"/>
              <a:gd name="csX6913" fmla="*/ 1194796 w 1728164"/>
              <a:gd name="csY6913" fmla="*/ 355795 h 1028969"/>
              <a:gd name="csX6914" fmla="*/ 1194974 w 1728164"/>
              <a:gd name="csY6914" fmla="*/ 356535 h 1028969"/>
              <a:gd name="csX6915" fmla="*/ 1195143 w 1728164"/>
              <a:gd name="csY6915" fmla="*/ 357275 h 1028969"/>
              <a:gd name="csX6916" fmla="*/ 1195321 w 1728164"/>
              <a:gd name="csY6916" fmla="*/ 358016 h 1028969"/>
              <a:gd name="csX6917" fmla="*/ 1195490 w 1728164"/>
              <a:gd name="csY6917" fmla="*/ 358756 h 1028969"/>
              <a:gd name="csX6918" fmla="*/ 1195668 w 1728164"/>
              <a:gd name="csY6918" fmla="*/ 359497 h 1028969"/>
              <a:gd name="csX6919" fmla="*/ 1195837 w 1728164"/>
              <a:gd name="csY6919" fmla="*/ 360238 h 1028969"/>
              <a:gd name="csX6920" fmla="*/ 1196006 w 1728164"/>
              <a:gd name="csY6920" fmla="*/ 360978 h 1028969"/>
              <a:gd name="csX6921" fmla="*/ 1196184 w 1728164"/>
              <a:gd name="csY6921" fmla="*/ 361719 h 1028969"/>
              <a:gd name="csX6922" fmla="*/ 1196353 w 1728164"/>
              <a:gd name="csY6922" fmla="*/ 362460 h 1028969"/>
              <a:gd name="csX6923" fmla="*/ 1196531 w 1728164"/>
              <a:gd name="csY6923" fmla="*/ 363200 h 1028969"/>
              <a:gd name="csX6924" fmla="*/ 1196700 w 1728164"/>
              <a:gd name="csY6924" fmla="*/ 363941 h 1028969"/>
              <a:gd name="csX6925" fmla="*/ 1196878 w 1728164"/>
              <a:gd name="csY6925" fmla="*/ 364682 h 1028969"/>
              <a:gd name="csX6926" fmla="*/ 1197047 w 1728164"/>
              <a:gd name="csY6926" fmla="*/ 365423 h 1028969"/>
              <a:gd name="csX6927" fmla="*/ 1197216 w 1728164"/>
              <a:gd name="csY6927" fmla="*/ 366164 h 1028969"/>
              <a:gd name="csX6928" fmla="*/ 1197394 w 1728164"/>
              <a:gd name="csY6928" fmla="*/ 366905 h 1028969"/>
              <a:gd name="csX6929" fmla="*/ 1197563 w 1728164"/>
              <a:gd name="csY6929" fmla="*/ 367646 h 1028969"/>
              <a:gd name="csX6930" fmla="*/ 1197741 w 1728164"/>
              <a:gd name="csY6930" fmla="*/ 368387 h 1028969"/>
              <a:gd name="csX6931" fmla="*/ 1197910 w 1728164"/>
              <a:gd name="csY6931" fmla="*/ 369127 h 1028969"/>
              <a:gd name="csX6932" fmla="*/ 1198088 w 1728164"/>
              <a:gd name="csY6932" fmla="*/ 369868 h 1028969"/>
              <a:gd name="csX6933" fmla="*/ 1198257 w 1728164"/>
              <a:gd name="csY6933" fmla="*/ 370609 h 1028969"/>
              <a:gd name="csX6934" fmla="*/ 1198426 w 1728164"/>
              <a:gd name="csY6934" fmla="*/ 371350 h 1028969"/>
              <a:gd name="csX6935" fmla="*/ 1198604 w 1728164"/>
              <a:gd name="csY6935" fmla="*/ 372091 h 1028969"/>
              <a:gd name="csX6936" fmla="*/ 1198773 w 1728164"/>
              <a:gd name="csY6936" fmla="*/ 372832 h 1028969"/>
              <a:gd name="csX6937" fmla="*/ 1198951 w 1728164"/>
              <a:gd name="csY6937" fmla="*/ 373574 h 1028969"/>
              <a:gd name="csX6938" fmla="*/ 1199120 w 1728164"/>
              <a:gd name="csY6938" fmla="*/ 374315 h 1028969"/>
              <a:gd name="csX6939" fmla="*/ 1199298 w 1728164"/>
              <a:gd name="csY6939" fmla="*/ 375055 h 1028969"/>
              <a:gd name="csX6940" fmla="*/ 1199467 w 1728164"/>
              <a:gd name="csY6940" fmla="*/ 375796 h 1028969"/>
              <a:gd name="csX6941" fmla="*/ 1199636 w 1728164"/>
              <a:gd name="csY6941" fmla="*/ 376537 h 1028969"/>
              <a:gd name="csX6942" fmla="*/ 1199814 w 1728164"/>
              <a:gd name="csY6942" fmla="*/ 377278 h 1028969"/>
              <a:gd name="csX6943" fmla="*/ 1199983 w 1728164"/>
              <a:gd name="csY6943" fmla="*/ 378019 h 1028969"/>
              <a:gd name="csX6944" fmla="*/ 1200161 w 1728164"/>
              <a:gd name="csY6944" fmla="*/ 378760 h 1028969"/>
              <a:gd name="csX6945" fmla="*/ 1200330 w 1728164"/>
              <a:gd name="csY6945" fmla="*/ 379501 h 1028969"/>
              <a:gd name="csX6946" fmla="*/ 1200507 w 1728164"/>
              <a:gd name="csY6946" fmla="*/ 380241 h 1028969"/>
              <a:gd name="csX6947" fmla="*/ 1200677 w 1728164"/>
              <a:gd name="csY6947" fmla="*/ 380982 h 1028969"/>
              <a:gd name="csX6948" fmla="*/ 1200846 w 1728164"/>
              <a:gd name="csY6948" fmla="*/ 381724 h 1028969"/>
              <a:gd name="csX6949" fmla="*/ 1201023 w 1728164"/>
              <a:gd name="csY6949" fmla="*/ 382465 h 1028969"/>
              <a:gd name="csX6950" fmla="*/ 1201193 w 1728164"/>
              <a:gd name="csY6950" fmla="*/ 383205 h 1028969"/>
              <a:gd name="csX6951" fmla="*/ 1201370 w 1728164"/>
              <a:gd name="csY6951" fmla="*/ 383946 h 1028969"/>
              <a:gd name="csX6952" fmla="*/ 1201540 w 1728164"/>
              <a:gd name="csY6952" fmla="*/ 384687 h 1028969"/>
              <a:gd name="csX6953" fmla="*/ 1201717 w 1728164"/>
              <a:gd name="csY6953" fmla="*/ 385427 h 1028969"/>
              <a:gd name="csX6954" fmla="*/ 1201886 w 1728164"/>
              <a:gd name="csY6954" fmla="*/ 386168 h 1028969"/>
              <a:gd name="csX6955" fmla="*/ 1202055 w 1728164"/>
              <a:gd name="csY6955" fmla="*/ 386908 h 1028969"/>
              <a:gd name="csX6956" fmla="*/ 1202233 w 1728164"/>
              <a:gd name="csY6956" fmla="*/ 387649 h 1028969"/>
              <a:gd name="csX6957" fmla="*/ 1202402 w 1728164"/>
              <a:gd name="csY6957" fmla="*/ 388390 h 1028969"/>
              <a:gd name="csX6958" fmla="*/ 1202580 w 1728164"/>
              <a:gd name="csY6958" fmla="*/ 389131 h 1028969"/>
              <a:gd name="csX6959" fmla="*/ 1202749 w 1728164"/>
              <a:gd name="csY6959" fmla="*/ 389871 h 1028969"/>
              <a:gd name="csX6960" fmla="*/ 1202927 w 1728164"/>
              <a:gd name="csY6960" fmla="*/ 390611 h 1028969"/>
              <a:gd name="csX6961" fmla="*/ 1203096 w 1728164"/>
              <a:gd name="csY6961" fmla="*/ 391352 h 1028969"/>
              <a:gd name="csX6962" fmla="*/ 1203265 w 1728164"/>
              <a:gd name="csY6962" fmla="*/ 392092 h 1028969"/>
              <a:gd name="csX6963" fmla="*/ 1203443 w 1728164"/>
              <a:gd name="csY6963" fmla="*/ 392833 h 1028969"/>
              <a:gd name="csX6964" fmla="*/ 1203612 w 1728164"/>
              <a:gd name="csY6964" fmla="*/ 393573 h 1028969"/>
              <a:gd name="csX6965" fmla="*/ 1203790 w 1728164"/>
              <a:gd name="csY6965" fmla="*/ 394313 h 1028969"/>
              <a:gd name="csX6966" fmla="*/ 1203959 w 1728164"/>
              <a:gd name="csY6966" fmla="*/ 395053 h 1028969"/>
              <a:gd name="csX6967" fmla="*/ 1204128 w 1728164"/>
              <a:gd name="csY6967" fmla="*/ 395793 h 1028969"/>
              <a:gd name="csX6968" fmla="*/ 1204306 w 1728164"/>
              <a:gd name="csY6968" fmla="*/ 396533 h 1028969"/>
              <a:gd name="csX6969" fmla="*/ 1204475 w 1728164"/>
              <a:gd name="csY6969" fmla="*/ 397274 h 1028969"/>
              <a:gd name="csX6970" fmla="*/ 1204653 w 1728164"/>
              <a:gd name="csY6970" fmla="*/ 398013 h 1028969"/>
              <a:gd name="csX6971" fmla="*/ 1204822 w 1728164"/>
              <a:gd name="csY6971" fmla="*/ 398753 h 1028969"/>
              <a:gd name="csX6972" fmla="*/ 1205000 w 1728164"/>
              <a:gd name="csY6972" fmla="*/ 399492 h 1028969"/>
              <a:gd name="csX6973" fmla="*/ 1205169 w 1728164"/>
              <a:gd name="csY6973" fmla="*/ 400233 h 1028969"/>
              <a:gd name="csX6974" fmla="*/ 1205338 w 1728164"/>
              <a:gd name="csY6974" fmla="*/ 400972 h 1028969"/>
              <a:gd name="csX6975" fmla="*/ 1205516 w 1728164"/>
              <a:gd name="csY6975" fmla="*/ 401711 h 1028969"/>
              <a:gd name="csX6976" fmla="*/ 1205685 w 1728164"/>
              <a:gd name="csY6976" fmla="*/ 402451 h 1028969"/>
              <a:gd name="csX6977" fmla="*/ 1205863 w 1728164"/>
              <a:gd name="csY6977" fmla="*/ 403191 h 1028969"/>
              <a:gd name="csX6978" fmla="*/ 1206032 w 1728164"/>
              <a:gd name="csY6978" fmla="*/ 403930 h 1028969"/>
              <a:gd name="csX6979" fmla="*/ 1206210 w 1728164"/>
              <a:gd name="csY6979" fmla="*/ 404669 h 1028969"/>
              <a:gd name="csX6980" fmla="*/ 1206379 w 1728164"/>
              <a:gd name="csY6980" fmla="*/ 405408 h 1028969"/>
              <a:gd name="csX6981" fmla="*/ 1206548 w 1728164"/>
              <a:gd name="csY6981" fmla="*/ 406147 h 1028969"/>
              <a:gd name="csX6982" fmla="*/ 1206726 w 1728164"/>
              <a:gd name="csY6982" fmla="*/ 406886 h 1028969"/>
              <a:gd name="csX6983" fmla="*/ 1206895 w 1728164"/>
              <a:gd name="csY6983" fmla="*/ 407625 h 1028969"/>
              <a:gd name="csX6984" fmla="*/ 1207073 w 1728164"/>
              <a:gd name="csY6984" fmla="*/ 408364 h 1028969"/>
              <a:gd name="csX6985" fmla="*/ 1207242 w 1728164"/>
              <a:gd name="csY6985" fmla="*/ 409102 h 1028969"/>
              <a:gd name="csX6986" fmla="*/ 1207420 w 1728164"/>
              <a:gd name="csY6986" fmla="*/ 409841 h 1028969"/>
              <a:gd name="csX6987" fmla="*/ 1207589 w 1728164"/>
              <a:gd name="csY6987" fmla="*/ 410579 h 1028969"/>
              <a:gd name="csX6988" fmla="*/ 1207758 w 1728164"/>
              <a:gd name="csY6988" fmla="*/ 411318 h 1028969"/>
              <a:gd name="csX6989" fmla="*/ 1207936 w 1728164"/>
              <a:gd name="csY6989" fmla="*/ 412056 h 1028969"/>
              <a:gd name="csX6990" fmla="*/ 1208105 w 1728164"/>
              <a:gd name="csY6990" fmla="*/ 412794 h 1028969"/>
              <a:gd name="csX6991" fmla="*/ 1208283 w 1728164"/>
              <a:gd name="csY6991" fmla="*/ 413533 h 1028969"/>
              <a:gd name="csX6992" fmla="*/ 1208452 w 1728164"/>
              <a:gd name="csY6992" fmla="*/ 414270 h 1028969"/>
              <a:gd name="csX6993" fmla="*/ 1208630 w 1728164"/>
              <a:gd name="csY6993" fmla="*/ 415009 h 1028969"/>
              <a:gd name="csX6994" fmla="*/ 1208799 w 1728164"/>
              <a:gd name="csY6994" fmla="*/ 415746 h 1028969"/>
              <a:gd name="csX6995" fmla="*/ 1208968 w 1728164"/>
              <a:gd name="csY6995" fmla="*/ 416484 h 1028969"/>
              <a:gd name="csX6996" fmla="*/ 1209146 w 1728164"/>
              <a:gd name="csY6996" fmla="*/ 417221 h 1028969"/>
              <a:gd name="csX6997" fmla="*/ 1209315 w 1728164"/>
              <a:gd name="csY6997" fmla="*/ 417959 h 1028969"/>
              <a:gd name="csX6998" fmla="*/ 1209493 w 1728164"/>
              <a:gd name="csY6998" fmla="*/ 418696 h 1028969"/>
              <a:gd name="csX6999" fmla="*/ 1209662 w 1728164"/>
              <a:gd name="csY6999" fmla="*/ 419433 h 1028969"/>
              <a:gd name="csX7000" fmla="*/ 1209840 w 1728164"/>
              <a:gd name="csY7000" fmla="*/ 420170 h 1028969"/>
              <a:gd name="csX7001" fmla="*/ 1210009 w 1728164"/>
              <a:gd name="csY7001" fmla="*/ 420907 h 1028969"/>
              <a:gd name="csX7002" fmla="*/ 1210178 w 1728164"/>
              <a:gd name="csY7002" fmla="*/ 421644 h 1028969"/>
              <a:gd name="csX7003" fmla="*/ 1210356 w 1728164"/>
              <a:gd name="csY7003" fmla="*/ 422380 h 1028969"/>
              <a:gd name="csX7004" fmla="*/ 1210525 w 1728164"/>
              <a:gd name="csY7004" fmla="*/ 423117 h 1028969"/>
              <a:gd name="csX7005" fmla="*/ 1210703 w 1728164"/>
              <a:gd name="csY7005" fmla="*/ 423854 h 1028969"/>
              <a:gd name="csX7006" fmla="*/ 1210872 w 1728164"/>
              <a:gd name="csY7006" fmla="*/ 424590 h 1028969"/>
              <a:gd name="csX7007" fmla="*/ 1211050 w 1728164"/>
              <a:gd name="csY7007" fmla="*/ 425326 h 1028969"/>
              <a:gd name="csX7008" fmla="*/ 1211219 w 1728164"/>
              <a:gd name="csY7008" fmla="*/ 426063 h 1028969"/>
              <a:gd name="csX7009" fmla="*/ 1211388 w 1728164"/>
              <a:gd name="csY7009" fmla="*/ 426798 h 1028969"/>
              <a:gd name="csX7010" fmla="*/ 1211566 w 1728164"/>
              <a:gd name="csY7010" fmla="*/ 427534 h 1028969"/>
              <a:gd name="csX7011" fmla="*/ 1211735 w 1728164"/>
              <a:gd name="csY7011" fmla="*/ 428270 h 1028969"/>
              <a:gd name="csX7012" fmla="*/ 1211913 w 1728164"/>
              <a:gd name="csY7012" fmla="*/ 429005 h 1028969"/>
              <a:gd name="csX7013" fmla="*/ 1212082 w 1728164"/>
              <a:gd name="csY7013" fmla="*/ 429740 h 1028969"/>
              <a:gd name="csX7014" fmla="*/ 1212260 w 1728164"/>
              <a:gd name="csY7014" fmla="*/ 430475 h 1028969"/>
              <a:gd name="csX7015" fmla="*/ 1212429 w 1728164"/>
              <a:gd name="csY7015" fmla="*/ 431210 h 1028969"/>
              <a:gd name="csX7016" fmla="*/ 1212598 w 1728164"/>
              <a:gd name="csY7016" fmla="*/ 431945 h 1028969"/>
              <a:gd name="csX7017" fmla="*/ 1212776 w 1728164"/>
              <a:gd name="csY7017" fmla="*/ 432680 h 1028969"/>
              <a:gd name="csX7018" fmla="*/ 1212945 w 1728164"/>
              <a:gd name="csY7018" fmla="*/ 433415 h 1028969"/>
              <a:gd name="csX7019" fmla="*/ 1213123 w 1728164"/>
              <a:gd name="csY7019" fmla="*/ 434149 h 1028969"/>
              <a:gd name="csX7020" fmla="*/ 1213292 w 1728164"/>
              <a:gd name="csY7020" fmla="*/ 434883 h 1028969"/>
              <a:gd name="csX7021" fmla="*/ 1213470 w 1728164"/>
              <a:gd name="csY7021" fmla="*/ 435617 h 1028969"/>
              <a:gd name="csX7022" fmla="*/ 1213639 w 1728164"/>
              <a:gd name="csY7022" fmla="*/ 436351 h 1028969"/>
              <a:gd name="csX7023" fmla="*/ 1213808 w 1728164"/>
              <a:gd name="csY7023" fmla="*/ 437084 h 1028969"/>
              <a:gd name="csX7024" fmla="*/ 1213986 w 1728164"/>
              <a:gd name="csY7024" fmla="*/ 437818 h 1028969"/>
              <a:gd name="csX7025" fmla="*/ 1214155 w 1728164"/>
              <a:gd name="csY7025" fmla="*/ 438551 h 1028969"/>
              <a:gd name="csX7026" fmla="*/ 1214333 w 1728164"/>
              <a:gd name="csY7026" fmla="*/ 439285 h 1028969"/>
              <a:gd name="csX7027" fmla="*/ 1214502 w 1728164"/>
              <a:gd name="csY7027" fmla="*/ 440018 h 1028969"/>
              <a:gd name="csX7028" fmla="*/ 1214680 w 1728164"/>
              <a:gd name="csY7028" fmla="*/ 440751 h 1028969"/>
              <a:gd name="csX7029" fmla="*/ 1214849 w 1728164"/>
              <a:gd name="csY7029" fmla="*/ 441484 h 1028969"/>
              <a:gd name="csX7030" fmla="*/ 1215018 w 1728164"/>
              <a:gd name="csY7030" fmla="*/ 442216 h 1028969"/>
              <a:gd name="csX7031" fmla="*/ 1215196 w 1728164"/>
              <a:gd name="csY7031" fmla="*/ 442949 h 1028969"/>
              <a:gd name="csX7032" fmla="*/ 1215365 w 1728164"/>
              <a:gd name="csY7032" fmla="*/ 443681 h 1028969"/>
              <a:gd name="csX7033" fmla="*/ 1215543 w 1728164"/>
              <a:gd name="csY7033" fmla="*/ 444412 h 1028969"/>
              <a:gd name="csX7034" fmla="*/ 1215711 w 1728164"/>
              <a:gd name="csY7034" fmla="*/ 445145 h 1028969"/>
              <a:gd name="csX7035" fmla="*/ 1215889 w 1728164"/>
              <a:gd name="csY7035" fmla="*/ 445876 h 1028969"/>
              <a:gd name="csX7036" fmla="*/ 1216058 w 1728164"/>
              <a:gd name="csY7036" fmla="*/ 446608 h 1028969"/>
              <a:gd name="csX7037" fmla="*/ 1216228 w 1728164"/>
              <a:gd name="csY7037" fmla="*/ 447339 h 1028969"/>
              <a:gd name="csX7038" fmla="*/ 1216405 w 1728164"/>
              <a:gd name="csY7038" fmla="*/ 448070 h 1028969"/>
              <a:gd name="csX7039" fmla="*/ 1216575 w 1728164"/>
              <a:gd name="csY7039" fmla="*/ 448801 h 1028969"/>
              <a:gd name="csX7040" fmla="*/ 1216752 w 1728164"/>
              <a:gd name="csY7040" fmla="*/ 449531 h 1028969"/>
              <a:gd name="csX7041" fmla="*/ 1216921 w 1728164"/>
              <a:gd name="csY7041" fmla="*/ 450262 h 1028969"/>
              <a:gd name="csX7042" fmla="*/ 1217099 w 1728164"/>
              <a:gd name="csY7042" fmla="*/ 450992 h 1028969"/>
              <a:gd name="csX7043" fmla="*/ 1217268 w 1728164"/>
              <a:gd name="csY7043" fmla="*/ 451723 h 1028969"/>
              <a:gd name="csX7044" fmla="*/ 1217437 w 1728164"/>
              <a:gd name="csY7044" fmla="*/ 452452 h 1028969"/>
              <a:gd name="csX7045" fmla="*/ 1217615 w 1728164"/>
              <a:gd name="csY7045" fmla="*/ 453182 h 1028969"/>
              <a:gd name="csX7046" fmla="*/ 1217784 w 1728164"/>
              <a:gd name="csY7046" fmla="*/ 453911 h 1028969"/>
              <a:gd name="csX7047" fmla="*/ 1217962 w 1728164"/>
              <a:gd name="csY7047" fmla="*/ 454641 h 1028969"/>
              <a:gd name="csX7048" fmla="*/ 1218131 w 1728164"/>
              <a:gd name="csY7048" fmla="*/ 455370 h 1028969"/>
              <a:gd name="csX7049" fmla="*/ 1218309 w 1728164"/>
              <a:gd name="csY7049" fmla="*/ 456099 h 1028969"/>
              <a:gd name="csX7050" fmla="*/ 1218478 w 1728164"/>
              <a:gd name="csY7050" fmla="*/ 456827 h 1028969"/>
              <a:gd name="csX7051" fmla="*/ 1218647 w 1728164"/>
              <a:gd name="csY7051" fmla="*/ 457556 h 1028969"/>
              <a:gd name="csX7052" fmla="*/ 1218825 w 1728164"/>
              <a:gd name="csY7052" fmla="*/ 458284 h 1028969"/>
              <a:gd name="csX7053" fmla="*/ 1218994 w 1728164"/>
              <a:gd name="csY7053" fmla="*/ 459012 h 1028969"/>
              <a:gd name="csX7054" fmla="*/ 1219172 w 1728164"/>
              <a:gd name="csY7054" fmla="*/ 459740 h 1028969"/>
              <a:gd name="csX7055" fmla="*/ 1219341 w 1728164"/>
              <a:gd name="csY7055" fmla="*/ 460468 h 1028969"/>
              <a:gd name="csX7056" fmla="*/ 1219519 w 1728164"/>
              <a:gd name="csY7056" fmla="*/ 461195 h 1028969"/>
              <a:gd name="csX7057" fmla="*/ 1219688 w 1728164"/>
              <a:gd name="csY7057" fmla="*/ 461922 h 1028969"/>
              <a:gd name="csX7058" fmla="*/ 1219857 w 1728164"/>
              <a:gd name="csY7058" fmla="*/ 462649 h 1028969"/>
              <a:gd name="csX7059" fmla="*/ 1220035 w 1728164"/>
              <a:gd name="csY7059" fmla="*/ 463376 h 1028969"/>
              <a:gd name="csX7060" fmla="*/ 1220204 w 1728164"/>
              <a:gd name="csY7060" fmla="*/ 464102 h 1028969"/>
              <a:gd name="csX7061" fmla="*/ 1220382 w 1728164"/>
              <a:gd name="csY7061" fmla="*/ 464828 h 1028969"/>
              <a:gd name="csX7062" fmla="*/ 1220551 w 1728164"/>
              <a:gd name="csY7062" fmla="*/ 465555 h 1028969"/>
              <a:gd name="csX7063" fmla="*/ 1220729 w 1728164"/>
              <a:gd name="csY7063" fmla="*/ 466280 h 1028969"/>
              <a:gd name="csX7064" fmla="*/ 1220898 w 1728164"/>
              <a:gd name="csY7064" fmla="*/ 467006 h 1028969"/>
              <a:gd name="csX7065" fmla="*/ 1221067 w 1728164"/>
              <a:gd name="csY7065" fmla="*/ 467731 h 1028969"/>
              <a:gd name="csX7066" fmla="*/ 1221245 w 1728164"/>
              <a:gd name="csY7066" fmla="*/ 468456 h 1028969"/>
              <a:gd name="csX7067" fmla="*/ 1221414 w 1728164"/>
              <a:gd name="csY7067" fmla="*/ 469181 h 1028969"/>
              <a:gd name="csX7068" fmla="*/ 1221592 w 1728164"/>
              <a:gd name="csY7068" fmla="*/ 469905 h 1028969"/>
              <a:gd name="csX7069" fmla="*/ 1221761 w 1728164"/>
              <a:gd name="csY7069" fmla="*/ 470630 h 1028969"/>
              <a:gd name="csX7070" fmla="*/ 1221939 w 1728164"/>
              <a:gd name="csY7070" fmla="*/ 471354 h 1028969"/>
              <a:gd name="csX7071" fmla="*/ 1222108 w 1728164"/>
              <a:gd name="csY7071" fmla="*/ 472078 h 1028969"/>
              <a:gd name="csX7072" fmla="*/ 1222277 w 1728164"/>
              <a:gd name="csY7072" fmla="*/ 472802 h 1028969"/>
              <a:gd name="csX7073" fmla="*/ 1222455 w 1728164"/>
              <a:gd name="csY7073" fmla="*/ 473525 h 1028969"/>
              <a:gd name="csX7074" fmla="*/ 1222624 w 1728164"/>
              <a:gd name="csY7074" fmla="*/ 474248 h 1028969"/>
              <a:gd name="csX7075" fmla="*/ 1222802 w 1728164"/>
              <a:gd name="csY7075" fmla="*/ 474971 h 1028969"/>
              <a:gd name="csX7076" fmla="*/ 1222971 w 1728164"/>
              <a:gd name="csY7076" fmla="*/ 475693 h 1028969"/>
              <a:gd name="csX7077" fmla="*/ 1223140 w 1728164"/>
              <a:gd name="csY7077" fmla="*/ 476416 h 1028969"/>
              <a:gd name="csX7078" fmla="*/ 1223318 w 1728164"/>
              <a:gd name="csY7078" fmla="*/ 477138 h 1028969"/>
              <a:gd name="csX7079" fmla="*/ 1223487 w 1728164"/>
              <a:gd name="csY7079" fmla="*/ 477859 h 1028969"/>
              <a:gd name="csX7080" fmla="*/ 1223665 w 1728164"/>
              <a:gd name="csY7080" fmla="*/ 478581 h 1028969"/>
              <a:gd name="csX7081" fmla="*/ 1223834 w 1728164"/>
              <a:gd name="csY7081" fmla="*/ 479303 h 1028969"/>
              <a:gd name="csX7082" fmla="*/ 1224012 w 1728164"/>
              <a:gd name="csY7082" fmla="*/ 480024 h 1028969"/>
              <a:gd name="csX7083" fmla="*/ 1224181 w 1728164"/>
              <a:gd name="csY7083" fmla="*/ 480745 h 1028969"/>
              <a:gd name="csX7084" fmla="*/ 1224350 w 1728164"/>
              <a:gd name="csY7084" fmla="*/ 481465 h 1028969"/>
              <a:gd name="csX7085" fmla="*/ 1224528 w 1728164"/>
              <a:gd name="csY7085" fmla="*/ 482185 h 1028969"/>
              <a:gd name="csX7086" fmla="*/ 1224697 w 1728164"/>
              <a:gd name="csY7086" fmla="*/ 482906 h 1028969"/>
              <a:gd name="csX7087" fmla="*/ 1224875 w 1728164"/>
              <a:gd name="csY7087" fmla="*/ 483625 h 1028969"/>
              <a:gd name="csX7088" fmla="*/ 1225044 w 1728164"/>
              <a:gd name="csY7088" fmla="*/ 484344 h 1028969"/>
              <a:gd name="csX7089" fmla="*/ 1225222 w 1728164"/>
              <a:gd name="csY7089" fmla="*/ 485064 h 1028969"/>
              <a:gd name="csX7090" fmla="*/ 1225391 w 1728164"/>
              <a:gd name="csY7090" fmla="*/ 485783 h 1028969"/>
              <a:gd name="csX7091" fmla="*/ 1225560 w 1728164"/>
              <a:gd name="csY7091" fmla="*/ 486501 h 1028969"/>
              <a:gd name="csX7092" fmla="*/ 1225738 w 1728164"/>
              <a:gd name="csY7092" fmla="*/ 487219 h 1028969"/>
              <a:gd name="csX7093" fmla="*/ 1225907 w 1728164"/>
              <a:gd name="csY7093" fmla="*/ 487937 h 1028969"/>
              <a:gd name="csX7094" fmla="*/ 1226085 w 1728164"/>
              <a:gd name="csY7094" fmla="*/ 488655 h 1028969"/>
              <a:gd name="csX7095" fmla="*/ 1226254 w 1728164"/>
              <a:gd name="csY7095" fmla="*/ 489373 h 1028969"/>
              <a:gd name="csX7096" fmla="*/ 1226432 w 1728164"/>
              <a:gd name="csY7096" fmla="*/ 490090 h 1028969"/>
              <a:gd name="csX7097" fmla="*/ 1226601 w 1728164"/>
              <a:gd name="csY7097" fmla="*/ 490807 h 1028969"/>
              <a:gd name="csX7098" fmla="*/ 1226770 w 1728164"/>
              <a:gd name="csY7098" fmla="*/ 491524 h 1028969"/>
              <a:gd name="csX7099" fmla="*/ 1226948 w 1728164"/>
              <a:gd name="csY7099" fmla="*/ 492241 h 1028969"/>
              <a:gd name="csX7100" fmla="*/ 1227117 w 1728164"/>
              <a:gd name="csY7100" fmla="*/ 492957 h 1028969"/>
              <a:gd name="csX7101" fmla="*/ 1227295 w 1728164"/>
              <a:gd name="csY7101" fmla="*/ 493672 h 1028969"/>
              <a:gd name="csX7102" fmla="*/ 1227464 w 1728164"/>
              <a:gd name="csY7102" fmla="*/ 494387 h 1028969"/>
              <a:gd name="csX7103" fmla="*/ 1227642 w 1728164"/>
              <a:gd name="csY7103" fmla="*/ 495103 h 1028969"/>
              <a:gd name="csX7104" fmla="*/ 1227811 w 1728164"/>
              <a:gd name="csY7104" fmla="*/ 495818 h 1028969"/>
              <a:gd name="csX7105" fmla="*/ 1227980 w 1728164"/>
              <a:gd name="csY7105" fmla="*/ 496532 h 1028969"/>
              <a:gd name="csX7106" fmla="*/ 1228158 w 1728164"/>
              <a:gd name="csY7106" fmla="*/ 497247 h 1028969"/>
              <a:gd name="csX7107" fmla="*/ 1228327 w 1728164"/>
              <a:gd name="csY7107" fmla="*/ 497961 h 1028969"/>
              <a:gd name="csX7108" fmla="*/ 1228505 w 1728164"/>
              <a:gd name="csY7108" fmla="*/ 498674 h 1028969"/>
              <a:gd name="csX7109" fmla="*/ 1228674 w 1728164"/>
              <a:gd name="csY7109" fmla="*/ 499388 h 1028969"/>
              <a:gd name="csX7110" fmla="*/ 1228852 w 1728164"/>
              <a:gd name="csY7110" fmla="*/ 500101 h 1028969"/>
              <a:gd name="csX7111" fmla="*/ 1229021 w 1728164"/>
              <a:gd name="csY7111" fmla="*/ 500814 h 1028969"/>
              <a:gd name="csX7112" fmla="*/ 1229190 w 1728164"/>
              <a:gd name="csY7112" fmla="*/ 501527 h 1028969"/>
              <a:gd name="csX7113" fmla="*/ 1229368 w 1728164"/>
              <a:gd name="csY7113" fmla="*/ 502238 h 1028969"/>
              <a:gd name="csX7114" fmla="*/ 1229537 w 1728164"/>
              <a:gd name="csY7114" fmla="*/ 502950 h 1028969"/>
              <a:gd name="csX7115" fmla="*/ 1229714 w 1728164"/>
              <a:gd name="csY7115" fmla="*/ 503662 h 1028969"/>
              <a:gd name="csX7116" fmla="*/ 1229884 w 1728164"/>
              <a:gd name="csY7116" fmla="*/ 504374 h 1028969"/>
              <a:gd name="csX7117" fmla="*/ 1230061 w 1728164"/>
              <a:gd name="csY7117" fmla="*/ 505084 h 1028969"/>
              <a:gd name="csX7118" fmla="*/ 1230231 w 1728164"/>
              <a:gd name="csY7118" fmla="*/ 505795 h 1028969"/>
              <a:gd name="csX7119" fmla="*/ 1230400 w 1728164"/>
              <a:gd name="csY7119" fmla="*/ 506505 h 1028969"/>
              <a:gd name="csX7120" fmla="*/ 1230578 w 1728164"/>
              <a:gd name="csY7120" fmla="*/ 507215 h 1028969"/>
              <a:gd name="csX7121" fmla="*/ 1230747 w 1728164"/>
              <a:gd name="csY7121" fmla="*/ 507925 h 1028969"/>
              <a:gd name="csX7122" fmla="*/ 1230925 w 1728164"/>
              <a:gd name="csY7122" fmla="*/ 508634 h 1028969"/>
              <a:gd name="csX7123" fmla="*/ 1231093 w 1728164"/>
              <a:gd name="csY7123" fmla="*/ 509343 h 1028969"/>
              <a:gd name="csX7124" fmla="*/ 1231271 w 1728164"/>
              <a:gd name="csY7124" fmla="*/ 510052 h 1028969"/>
              <a:gd name="csX7125" fmla="*/ 1231440 w 1728164"/>
              <a:gd name="csY7125" fmla="*/ 510760 h 1028969"/>
              <a:gd name="csX7126" fmla="*/ 1231609 w 1728164"/>
              <a:gd name="csY7126" fmla="*/ 511469 h 1028969"/>
              <a:gd name="csX7127" fmla="*/ 1231787 w 1728164"/>
              <a:gd name="csY7127" fmla="*/ 512176 h 1028969"/>
              <a:gd name="csX7128" fmla="*/ 1231956 w 1728164"/>
              <a:gd name="csY7128" fmla="*/ 512883 h 1028969"/>
              <a:gd name="csX7129" fmla="*/ 1232134 w 1728164"/>
              <a:gd name="csY7129" fmla="*/ 513590 h 1028969"/>
              <a:gd name="csX7130" fmla="*/ 1232303 w 1728164"/>
              <a:gd name="csY7130" fmla="*/ 514298 h 1028969"/>
              <a:gd name="csX7131" fmla="*/ 1232481 w 1728164"/>
              <a:gd name="csY7131" fmla="*/ 515004 h 1028969"/>
              <a:gd name="csX7132" fmla="*/ 1232650 w 1728164"/>
              <a:gd name="csY7132" fmla="*/ 515709 h 1028969"/>
              <a:gd name="csX7133" fmla="*/ 1232819 w 1728164"/>
              <a:gd name="csY7133" fmla="*/ 516416 h 1028969"/>
              <a:gd name="csX7134" fmla="*/ 1232997 w 1728164"/>
              <a:gd name="csY7134" fmla="*/ 517121 h 1028969"/>
              <a:gd name="csX7135" fmla="*/ 1233166 w 1728164"/>
              <a:gd name="csY7135" fmla="*/ 517826 h 1028969"/>
              <a:gd name="csX7136" fmla="*/ 1233344 w 1728164"/>
              <a:gd name="csY7136" fmla="*/ 518531 h 1028969"/>
              <a:gd name="csX7137" fmla="*/ 1233513 w 1728164"/>
              <a:gd name="csY7137" fmla="*/ 519235 h 1028969"/>
              <a:gd name="csX7138" fmla="*/ 1233691 w 1728164"/>
              <a:gd name="csY7138" fmla="*/ 519939 h 1028969"/>
              <a:gd name="csX7139" fmla="*/ 1233860 w 1728164"/>
              <a:gd name="csY7139" fmla="*/ 520642 h 1028969"/>
              <a:gd name="csX7140" fmla="*/ 1234029 w 1728164"/>
              <a:gd name="csY7140" fmla="*/ 521346 h 1028969"/>
              <a:gd name="csX7141" fmla="*/ 1234207 w 1728164"/>
              <a:gd name="csY7141" fmla="*/ 522049 h 1028969"/>
              <a:gd name="csX7142" fmla="*/ 1234376 w 1728164"/>
              <a:gd name="csY7142" fmla="*/ 522752 h 1028969"/>
              <a:gd name="csX7143" fmla="*/ 1234554 w 1728164"/>
              <a:gd name="csY7143" fmla="*/ 523454 h 1028969"/>
              <a:gd name="csX7144" fmla="*/ 1234723 w 1728164"/>
              <a:gd name="csY7144" fmla="*/ 524156 h 1028969"/>
              <a:gd name="csX7145" fmla="*/ 1234901 w 1728164"/>
              <a:gd name="csY7145" fmla="*/ 524858 h 1028969"/>
              <a:gd name="csX7146" fmla="*/ 1235070 w 1728164"/>
              <a:gd name="csY7146" fmla="*/ 525559 h 1028969"/>
              <a:gd name="csX7147" fmla="*/ 1235239 w 1728164"/>
              <a:gd name="csY7147" fmla="*/ 526260 h 1028969"/>
              <a:gd name="csX7148" fmla="*/ 1235417 w 1728164"/>
              <a:gd name="csY7148" fmla="*/ 526960 h 1028969"/>
              <a:gd name="csX7149" fmla="*/ 1235586 w 1728164"/>
              <a:gd name="csY7149" fmla="*/ 527660 h 1028969"/>
              <a:gd name="csX7150" fmla="*/ 1235764 w 1728164"/>
              <a:gd name="csY7150" fmla="*/ 528360 h 1028969"/>
              <a:gd name="csX7151" fmla="*/ 1235933 w 1728164"/>
              <a:gd name="csY7151" fmla="*/ 529059 h 1028969"/>
              <a:gd name="csX7152" fmla="*/ 1236111 w 1728164"/>
              <a:gd name="csY7152" fmla="*/ 529759 h 1028969"/>
              <a:gd name="csX7153" fmla="*/ 1236280 w 1728164"/>
              <a:gd name="csY7153" fmla="*/ 530457 h 1028969"/>
              <a:gd name="csX7154" fmla="*/ 1236449 w 1728164"/>
              <a:gd name="csY7154" fmla="*/ 531155 h 1028969"/>
              <a:gd name="csX7155" fmla="*/ 1236627 w 1728164"/>
              <a:gd name="csY7155" fmla="*/ 531854 h 1028969"/>
              <a:gd name="csX7156" fmla="*/ 1236796 w 1728164"/>
              <a:gd name="csY7156" fmla="*/ 532551 h 1028969"/>
              <a:gd name="csX7157" fmla="*/ 1236974 w 1728164"/>
              <a:gd name="csY7157" fmla="*/ 533249 h 1028969"/>
              <a:gd name="csX7158" fmla="*/ 1237143 w 1728164"/>
              <a:gd name="csY7158" fmla="*/ 533945 h 1028969"/>
              <a:gd name="csX7159" fmla="*/ 1237321 w 1728164"/>
              <a:gd name="csY7159" fmla="*/ 534642 h 1028969"/>
              <a:gd name="csX7160" fmla="*/ 1237490 w 1728164"/>
              <a:gd name="csY7160" fmla="*/ 535339 h 1028969"/>
              <a:gd name="csX7161" fmla="*/ 1237659 w 1728164"/>
              <a:gd name="csY7161" fmla="*/ 536034 h 1028969"/>
              <a:gd name="csX7162" fmla="*/ 1237837 w 1728164"/>
              <a:gd name="csY7162" fmla="*/ 536729 h 1028969"/>
              <a:gd name="csX7163" fmla="*/ 1238006 w 1728164"/>
              <a:gd name="csY7163" fmla="*/ 537425 h 1028969"/>
              <a:gd name="csX7164" fmla="*/ 1238184 w 1728164"/>
              <a:gd name="csY7164" fmla="*/ 538119 h 1028969"/>
              <a:gd name="csX7165" fmla="*/ 1238353 w 1728164"/>
              <a:gd name="csY7165" fmla="*/ 538814 h 1028969"/>
              <a:gd name="csX7166" fmla="*/ 1238531 w 1728164"/>
              <a:gd name="csY7166" fmla="*/ 539507 h 1028969"/>
              <a:gd name="csX7167" fmla="*/ 1238700 w 1728164"/>
              <a:gd name="csY7167" fmla="*/ 540200 h 1028969"/>
              <a:gd name="csX7168" fmla="*/ 1238869 w 1728164"/>
              <a:gd name="csY7168" fmla="*/ 540893 h 1028969"/>
              <a:gd name="csX7169" fmla="*/ 1239047 w 1728164"/>
              <a:gd name="csY7169" fmla="*/ 541587 h 1028969"/>
              <a:gd name="csX7170" fmla="*/ 1239216 w 1728164"/>
              <a:gd name="csY7170" fmla="*/ 542279 h 1028969"/>
              <a:gd name="csX7171" fmla="*/ 1239394 w 1728164"/>
              <a:gd name="csY7171" fmla="*/ 542971 h 1028969"/>
              <a:gd name="csX7172" fmla="*/ 1239563 w 1728164"/>
              <a:gd name="csY7172" fmla="*/ 543662 h 1028969"/>
              <a:gd name="csX7173" fmla="*/ 1239741 w 1728164"/>
              <a:gd name="csY7173" fmla="*/ 544353 h 1028969"/>
              <a:gd name="csX7174" fmla="*/ 1239910 w 1728164"/>
              <a:gd name="csY7174" fmla="*/ 545045 h 1028969"/>
              <a:gd name="csX7175" fmla="*/ 1240079 w 1728164"/>
              <a:gd name="csY7175" fmla="*/ 545735 h 1028969"/>
              <a:gd name="csX7176" fmla="*/ 1240257 w 1728164"/>
              <a:gd name="csY7176" fmla="*/ 546425 h 1028969"/>
              <a:gd name="csX7177" fmla="*/ 1240426 w 1728164"/>
              <a:gd name="csY7177" fmla="*/ 547115 h 1028969"/>
              <a:gd name="csX7178" fmla="*/ 1240604 w 1728164"/>
              <a:gd name="csY7178" fmla="*/ 547803 h 1028969"/>
              <a:gd name="csX7179" fmla="*/ 1240773 w 1728164"/>
              <a:gd name="csY7179" fmla="*/ 548493 h 1028969"/>
              <a:gd name="csX7180" fmla="*/ 1240951 w 1728164"/>
              <a:gd name="csY7180" fmla="*/ 549181 h 1028969"/>
              <a:gd name="csX7181" fmla="*/ 1241120 w 1728164"/>
              <a:gd name="csY7181" fmla="*/ 549869 h 1028969"/>
              <a:gd name="csX7182" fmla="*/ 1241289 w 1728164"/>
              <a:gd name="csY7182" fmla="*/ 550557 h 1028969"/>
              <a:gd name="csX7183" fmla="*/ 1241467 w 1728164"/>
              <a:gd name="csY7183" fmla="*/ 551244 h 1028969"/>
              <a:gd name="csX7184" fmla="*/ 1241636 w 1728164"/>
              <a:gd name="csY7184" fmla="*/ 551930 h 1028969"/>
              <a:gd name="csX7185" fmla="*/ 1241814 w 1728164"/>
              <a:gd name="csY7185" fmla="*/ 552617 h 1028969"/>
              <a:gd name="csX7186" fmla="*/ 1241983 w 1728164"/>
              <a:gd name="csY7186" fmla="*/ 553303 h 1028969"/>
              <a:gd name="csX7187" fmla="*/ 1242152 w 1728164"/>
              <a:gd name="csY7187" fmla="*/ 553989 h 1028969"/>
              <a:gd name="csX7188" fmla="*/ 1242330 w 1728164"/>
              <a:gd name="csY7188" fmla="*/ 554674 h 1028969"/>
              <a:gd name="csX7189" fmla="*/ 1242499 w 1728164"/>
              <a:gd name="csY7189" fmla="*/ 555359 h 1028969"/>
              <a:gd name="csX7190" fmla="*/ 1242677 w 1728164"/>
              <a:gd name="csY7190" fmla="*/ 556043 h 1028969"/>
              <a:gd name="csX7191" fmla="*/ 1242846 w 1728164"/>
              <a:gd name="csY7191" fmla="*/ 556727 h 1028969"/>
              <a:gd name="csX7192" fmla="*/ 1243024 w 1728164"/>
              <a:gd name="csY7192" fmla="*/ 557411 h 1028969"/>
              <a:gd name="csX7193" fmla="*/ 1243193 w 1728164"/>
              <a:gd name="csY7193" fmla="*/ 558094 h 1028969"/>
              <a:gd name="csX7194" fmla="*/ 1243362 w 1728164"/>
              <a:gd name="csY7194" fmla="*/ 558777 h 1028969"/>
              <a:gd name="csX7195" fmla="*/ 1243540 w 1728164"/>
              <a:gd name="csY7195" fmla="*/ 559460 h 1028969"/>
              <a:gd name="csX7196" fmla="*/ 1243709 w 1728164"/>
              <a:gd name="csY7196" fmla="*/ 560141 h 1028969"/>
              <a:gd name="csX7197" fmla="*/ 1243887 w 1728164"/>
              <a:gd name="csY7197" fmla="*/ 560822 h 1028969"/>
              <a:gd name="csX7198" fmla="*/ 1244056 w 1728164"/>
              <a:gd name="csY7198" fmla="*/ 561504 h 1028969"/>
              <a:gd name="csX7199" fmla="*/ 1244234 w 1728164"/>
              <a:gd name="csY7199" fmla="*/ 562184 h 1028969"/>
              <a:gd name="csX7200" fmla="*/ 1244403 w 1728164"/>
              <a:gd name="csY7200" fmla="*/ 562865 h 1028969"/>
              <a:gd name="csX7201" fmla="*/ 1244572 w 1728164"/>
              <a:gd name="csY7201" fmla="*/ 563545 h 1028969"/>
              <a:gd name="csX7202" fmla="*/ 1244750 w 1728164"/>
              <a:gd name="csY7202" fmla="*/ 564224 h 1028969"/>
              <a:gd name="csX7203" fmla="*/ 1244919 w 1728164"/>
              <a:gd name="csY7203" fmla="*/ 564903 h 1028969"/>
              <a:gd name="csX7204" fmla="*/ 1245096 w 1728164"/>
              <a:gd name="csY7204" fmla="*/ 565582 h 1028969"/>
              <a:gd name="csX7205" fmla="*/ 1245266 w 1728164"/>
              <a:gd name="csY7205" fmla="*/ 566260 h 1028969"/>
              <a:gd name="csX7206" fmla="*/ 1245443 w 1728164"/>
              <a:gd name="csY7206" fmla="*/ 566938 h 1028969"/>
              <a:gd name="csX7207" fmla="*/ 1245612 w 1728164"/>
              <a:gd name="csY7207" fmla="*/ 567615 h 1028969"/>
              <a:gd name="csX7208" fmla="*/ 1245782 w 1728164"/>
              <a:gd name="csY7208" fmla="*/ 568292 h 1028969"/>
              <a:gd name="csX7209" fmla="*/ 1245959 w 1728164"/>
              <a:gd name="csY7209" fmla="*/ 568968 h 1028969"/>
              <a:gd name="csX7210" fmla="*/ 1246129 w 1728164"/>
              <a:gd name="csY7210" fmla="*/ 569644 h 1028969"/>
              <a:gd name="csX7211" fmla="*/ 1246306 w 1728164"/>
              <a:gd name="csY7211" fmla="*/ 570320 h 1028969"/>
              <a:gd name="csX7212" fmla="*/ 1246475 w 1728164"/>
              <a:gd name="csY7212" fmla="*/ 570996 h 1028969"/>
              <a:gd name="csX7213" fmla="*/ 1246653 w 1728164"/>
              <a:gd name="csY7213" fmla="*/ 571670 h 1028969"/>
              <a:gd name="csX7214" fmla="*/ 1246822 w 1728164"/>
              <a:gd name="csY7214" fmla="*/ 572344 h 1028969"/>
              <a:gd name="csX7215" fmla="*/ 1246991 w 1728164"/>
              <a:gd name="csY7215" fmla="*/ 573018 h 1028969"/>
              <a:gd name="csX7216" fmla="*/ 1247169 w 1728164"/>
              <a:gd name="csY7216" fmla="*/ 573691 h 1028969"/>
              <a:gd name="csX7217" fmla="*/ 1247338 w 1728164"/>
              <a:gd name="csY7217" fmla="*/ 574365 h 1028969"/>
              <a:gd name="csX7218" fmla="*/ 1247516 w 1728164"/>
              <a:gd name="csY7218" fmla="*/ 575037 h 1028969"/>
              <a:gd name="csX7219" fmla="*/ 1247685 w 1728164"/>
              <a:gd name="csY7219" fmla="*/ 575709 h 1028969"/>
              <a:gd name="csX7220" fmla="*/ 1247863 w 1728164"/>
              <a:gd name="csY7220" fmla="*/ 576381 h 1028969"/>
              <a:gd name="csX7221" fmla="*/ 1248032 w 1728164"/>
              <a:gd name="csY7221" fmla="*/ 577052 h 1028969"/>
              <a:gd name="csX7222" fmla="*/ 1248201 w 1728164"/>
              <a:gd name="csY7222" fmla="*/ 577723 h 1028969"/>
              <a:gd name="csX7223" fmla="*/ 1248379 w 1728164"/>
              <a:gd name="csY7223" fmla="*/ 578393 h 1028969"/>
              <a:gd name="csX7224" fmla="*/ 1248548 w 1728164"/>
              <a:gd name="csY7224" fmla="*/ 579063 h 1028969"/>
              <a:gd name="csX7225" fmla="*/ 1248726 w 1728164"/>
              <a:gd name="csY7225" fmla="*/ 579733 h 1028969"/>
              <a:gd name="csX7226" fmla="*/ 1248895 w 1728164"/>
              <a:gd name="csY7226" fmla="*/ 580401 h 1028969"/>
              <a:gd name="csX7227" fmla="*/ 1249073 w 1728164"/>
              <a:gd name="csY7227" fmla="*/ 581070 h 1028969"/>
              <a:gd name="csX7228" fmla="*/ 1249242 w 1728164"/>
              <a:gd name="csY7228" fmla="*/ 581738 h 1028969"/>
              <a:gd name="csX7229" fmla="*/ 1249411 w 1728164"/>
              <a:gd name="csY7229" fmla="*/ 582405 h 1028969"/>
              <a:gd name="csX7230" fmla="*/ 1249589 w 1728164"/>
              <a:gd name="csY7230" fmla="*/ 583072 h 1028969"/>
              <a:gd name="csX7231" fmla="*/ 1249758 w 1728164"/>
              <a:gd name="csY7231" fmla="*/ 583740 h 1028969"/>
              <a:gd name="csX7232" fmla="*/ 1249936 w 1728164"/>
              <a:gd name="csY7232" fmla="*/ 584406 h 1028969"/>
              <a:gd name="csX7233" fmla="*/ 1250105 w 1728164"/>
              <a:gd name="csY7233" fmla="*/ 585072 h 1028969"/>
              <a:gd name="csX7234" fmla="*/ 1250283 w 1728164"/>
              <a:gd name="csY7234" fmla="*/ 585737 h 1028969"/>
              <a:gd name="csX7235" fmla="*/ 1250452 w 1728164"/>
              <a:gd name="csY7235" fmla="*/ 586402 h 1028969"/>
              <a:gd name="csX7236" fmla="*/ 1250621 w 1728164"/>
              <a:gd name="csY7236" fmla="*/ 587066 h 1028969"/>
              <a:gd name="csX7237" fmla="*/ 1250799 w 1728164"/>
              <a:gd name="csY7237" fmla="*/ 587731 h 1028969"/>
              <a:gd name="csX7238" fmla="*/ 1250968 w 1728164"/>
              <a:gd name="csY7238" fmla="*/ 588394 h 1028969"/>
              <a:gd name="csX7239" fmla="*/ 1251146 w 1728164"/>
              <a:gd name="csY7239" fmla="*/ 589057 h 1028969"/>
              <a:gd name="csX7240" fmla="*/ 1251315 w 1728164"/>
              <a:gd name="csY7240" fmla="*/ 589720 h 1028969"/>
              <a:gd name="csX7241" fmla="*/ 1251493 w 1728164"/>
              <a:gd name="csY7241" fmla="*/ 590382 h 1028969"/>
              <a:gd name="csX7242" fmla="*/ 1251662 w 1728164"/>
              <a:gd name="csY7242" fmla="*/ 591044 h 1028969"/>
              <a:gd name="csX7243" fmla="*/ 1251831 w 1728164"/>
              <a:gd name="csY7243" fmla="*/ 591705 h 1028969"/>
              <a:gd name="csX7244" fmla="*/ 1252009 w 1728164"/>
              <a:gd name="csY7244" fmla="*/ 592366 h 1028969"/>
              <a:gd name="csX7245" fmla="*/ 1252178 w 1728164"/>
              <a:gd name="csY7245" fmla="*/ 593026 h 1028969"/>
              <a:gd name="csX7246" fmla="*/ 1252356 w 1728164"/>
              <a:gd name="csY7246" fmla="*/ 593686 h 1028969"/>
              <a:gd name="csX7247" fmla="*/ 1252525 w 1728164"/>
              <a:gd name="csY7247" fmla="*/ 594345 h 1028969"/>
              <a:gd name="csX7248" fmla="*/ 1252703 w 1728164"/>
              <a:gd name="csY7248" fmla="*/ 595004 h 1028969"/>
              <a:gd name="csX7249" fmla="*/ 1252872 w 1728164"/>
              <a:gd name="csY7249" fmla="*/ 595662 h 1028969"/>
              <a:gd name="csX7250" fmla="*/ 1253041 w 1728164"/>
              <a:gd name="csY7250" fmla="*/ 596320 h 1028969"/>
              <a:gd name="csX7251" fmla="*/ 1253219 w 1728164"/>
              <a:gd name="csY7251" fmla="*/ 596978 h 1028969"/>
              <a:gd name="csX7252" fmla="*/ 1253388 w 1728164"/>
              <a:gd name="csY7252" fmla="*/ 597635 h 1028969"/>
              <a:gd name="csX7253" fmla="*/ 1253566 w 1728164"/>
              <a:gd name="csY7253" fmla="*/ 598292 h 1028969"/>
              <a:gd name="csX7254" fmla="*/ 1253735 w 1728164"/>
              <a:gd name="csY7254" fmla="*/ 598947 h 1028969"/>
              <a:gd name="csX7255" fmla="*/ 1253913 w 1728164"/>
              <a:gd name="csY7255" fmla="*/ 599603 h 1028969"/>
              <a:gd name="csX7256" fmla="*/ 1254082 w 1728164"/>
              <a:gd name="csY7256" fmla="*/ 600258 h 1028969"/>
              <a:gd name="csX7257" fmla="*/ 1254251 w 1728164"/>
              <a:gd name="csY7257" fmla="*/ 600913 h 1028969"/>
              <a:gd name="csX7258" fmla="*/ 1254429 w 1728164"/>
              <a:gd name="csY7258" fmla="*/ 601566 h 1028969"/>
              <a:gd name="csX7259" fmla="*/ 1254598 w 1728164"/>
              <a:gd name="csY7259" fmla="*/ 602220 h 1028969"/>
              <a:gd name="csX7260" fmla="*/ 1254776 w 1728164"/>
              <a:gd name="csY7260" fmla="*/ 602873 h 1028969"/>
              <a:gd name="csX7261" fmla="*/ 1254945 w 1728164"/>
              <a:gd name="csY7261" fmla="*/ 603526 h 1028969"/>
              <a:gd name="csX7262" fmla="*/ 1255123 w 1728164"/>
              <a:gd name="csY7262" fmla="*/ 604178 h 1028969"/>
              <a:gd name="csX7263" fmla="*/ 1255292 w 1728164"/>
              <a:gd name="csY7263" fmla="*/ 604831 h 1028969"/>
              <a:gd name="csX7264" fmla="*/ 1255461 w 1728164"/>
              <a:gd name="csY7264" fmla="*/ 605482 h 1028969"/>
              <a:gd name="csX7265" fmla="*/ 1255639 w 1728164"/>
              <a:gd name="csY7265" fmla="*/ 606132 h 1028969"/>
              <a:gd name="csX7266" fmla="*/ 1255808 w 1728164"/>
              <a:gd name="csY7266" fmla="*/ 606782 h 1028969"/>
              <a:gd name="csX7267" fmla="*/ 1255986 w 1728164"/>
              <a:gd name="csY7267" fmla="*/ 607433 h 1028969"/>
              <a:gd name="csX7268" fmla="*/ 1256155 w 1728164"/>
              <a:gd name="csY7268" fmla="*/ 608082 h 1028969"/>
              <a:gd name="csX7269" fmla="*/ 1256333 w 1728164"/>
              <a:gd name="csY7269" fmla="*/ 608731 h 1028969"/>
              <a:gd name="csX7270" fmla="*/ 1256502 w 1728164"/>
              <a:gd name="csY7270" fmla="*/ 609379 h 1028969"/>
              <a:gd name="csX7271" fmla="*/ 1256671 w 1728164"/>
              <a:gd name="csY7271" fmla="*/ 610027 h 1028969"/>
              <a:gd name="csX7272" fmla="*/ 1256849 w 1728164"/>
              <a:gd name="csY7272" fmla="*/ 610675 h 1028969"/>
              <a:gd name="csX7273" fmla="*/ 1257018 w 1728164"/>
              <a:gd name="csY7273" fmla="*/ 611321 h 1028969"/>
              <a:gd name="csX7274" fmla="*/ 1257196 w 1728164"/>
              <a:gd name="csY7274" fmla="*/ 611967 h 1028969"/>
              <a:gd name="csX7275" fmla="*/ 1257365 w 1728164"/>
              <a:gd name="csY7275" fmla="*/ 612613 h 1028969"/>
              <a:gd name="csX7276" fmla="*/ 1257543 w 1728164"/>
              <a:gd name="csY7276" fmla="*/ 613259 h 1028969"/>
              <a:gd name="csX7277" fmla="*/ 1257712 w 1728164"/>
              <a:gd name="csY7277" fmla="*/ 613904 h 1028969"/>
              <a:gd name="csX7278" fmla="*/ 1257881 w 1728164"/>
              <a:gd name="csY7278" fmla="*/ 614548 h 1028969"/>
              <a:gd name="csX7279" fmla="*/ 1258059 w 1728164"/>
              <a:gd name="csY7279" fmla="*/ 615192 h 1028969"/>
              <a:gd name="csX7280" fmla="*/ 1258228 w 1728164"/>
              <a:gd name="csY7280" fmla="*/ 615835 h 1028969"/>
              <a:gd name="csX7281" fmla="*/ 1258406 w 1728164"/>
              <a:gd name="csY7281" fmla="*/ 616479 h 1028969"/>
              <a:gd name="csX7282" fmla="*/ 1258575 w 1728164"/>
              <a:gd name="csY7282" fmla="*/ 617121 h 1028969"/>
              <a:gd name="csX7283" fmla="*/ 1258753 w 1728164"/>
              <a:gd name="csY7283" fmla="*/ 617762 h 1028969"/>
              <a:gd name="csX7284" fmla="*/ 1258922 w 1728164"/>
              <a:gd name="csY7284" fmla="*/ 618404 h 1028969"/>
              <a:gd name="csX7285" fmla="*/ 1259091 w 1728164"/>
              <a:gd name="csY7285" fmla="*/ 619045 h 1028969"/>
              <a:gd name="csX7286" fmla="*/ 1259269 w 1728164"/>
              <a:gd name="csY7286" fmla="*/ 619685 h 1028969"/>
              <a:gd name="csX7287" fmla="*/ 1259438 w 1728164"/>
              <a:gd name="csY7287" fmla="*/ 620325 h 1028969"/>
              <a:gd name="csX7288" fmla="*/ 1259616 w 1728164"/>
              <a:gd name="csY7288" fmla="*/ 620964 h 1028969"/>
              <a:gd name="csX7289" fmla="*/ 1259785 w 1728164"/>
              <a:gd name="csY7289" fmla="*/ 621604 h 1028969"/>
              <a:gd name="csX7290" fmla="*/ 1259962 w 1728164"/>
              <a:gd name="csY7290" fmla="*/ 622242 h 1028969"/>
              <a:gd name="csX7291" fmla="*/ 1260132 w 1728164"/>
              <a:gd name="csY7291" fmla="*/ 622880 h 1028969"/>
              <a:gd name="csX7292" fmla="*/ 1260300 w 1728164"/>
              <a:gd name="csY7292" fmla="*/ 623518 h 1028969"/>
              <a:gd name="csX7293" fmla="*/ 1260478 w 1728164"/>
              <a:gd name="csY7293" fmla="*/ 624154 h 1028969"/>
              <a:gd name="csX7294" fmla="*/ 1260647 w 1728164"/>
              <a:gd name="csY7294" fmla="*/ 624791 h 1028969"/>
              <a:gd name="csX7295" fmla="*/ 1260825 w 1728164"/>
              <a:gd name="csY7295" fmla="*/ 625426 h 1028969"/>
              <a:gd name="csX7296" fmla="*/ 1260994 w 1728164"/>
              <a:gd name="csY7296" fmla="*/ 626062 h 1028969"/>
              <a:gd name="csX7297" fmla="*/ 1261164 w 1728164"/>
              <a:gd name="csY7297" fmla="*/ 626696 h 1028969"/>
              <a:gd name="csX7298" fmla="*/ 1261341 w 1728164"/>
              <a:gd name="csY7298" fmla="*/ 627331 h 1028969"/>
              <a:gd name="csX7299" fmla="*/ 1261510 w 1728164"/>
              <a:gd name="csY7299" fmla="*/ 627965 h 1028969"/>
              <a:gd name="csX7300" fmla="*/ 1261688 w 1728164"/>
              <a:gd name="csY7300" fmla="*/ 628597 h 1028969"/>
              <a:gd name="csX7301" fmla="*/ 1261857 w 1728164"/>
              <a:gd name="csY7301" fmla="*/ 629231 h 1028969"/>
              <a:gd name="csX7302" fmla="*/ 1262035 w 1728164"/>
              <a:gd name="csY7302" fmla="*/ 629862 h 1028969"/>
              <a:gd name="csX7303" fmla="*/ 1262204 w 1728164"/>
              <a:gd name="csY7303" fmla="*/ 630495 h 1028969"/>
              <a:gd name="csX7304" fmla="*/ 1262373 w 1728164"/>
              <a:gd name="csY7304" fmla="*/ 631126 h 1028969"/>
              <a:gd name="csX7305" fmla="*/ 1262551 w 1728164"/>
              <a:gd name="csY7305" fmla="*/ 631757 h 1028969"/>
              <a:gd name="csX7306" fmla="*/ 1262720 w 1728164"/>
              <a:gd name="csY7306" fmla="*/ 632386 h 1028969"/>
              <a:gd name="csX7307" fmla="*/ 1262898 w 1728164"/>
              <a:gd name="csY7307" fmla="*/ 633016 h 1028969"/>
              <a:gd name="csX7308" fmla="*/ 1263067 w 1728164"/>
              <a:gd name="csY7308" fmla="*/ 633645 h 1028969"/>
              <a:gd name="csX7309" fmla="*/ 1263245 w 1728164"/>
              <a:gd name="csY7309" fmla="*/ 634274 h 1028969"/>
              <a:gd name="csX7310" fmla="*/ 1263414 w 1728164"/>
              <a:gd name="csY7310" fmla="*/ 634902 h 1028969"/>
              <a:gd name="csX7311" fmla="*/ 1263583 w 1728164"/>
              <a:gd name="csY7311" fmla="*/ 635529 h 1028969"/>
              <a:gd name="csX7312" fmla="*/ 1263761 w 1728164"/>
              <a:gd name="csY7312" fmla="*/ 636157 h 1028969"/>
              <a:gd name="csX7313" fmla="*/ 1263930 w 1728164"/>
              <a:gd name="csY7313" fmla="*/ 636784 h 1028969"/>
              <a:gd name="csX7314" fmla="*/ 1264108 w 1728164"/>
              <a:gd name="csY7314" fmla="*/ 637409 h 1028969"/>
              <a:gd name="csX7315" fmla="*/ 1264277 w 1728164"/>
              <a:gd name="csY7315" fmla="*/ 638035 h 1028969"/>
              <a:gd name="csX7316" fmla="*/ 1264455 w 1728164"/>
              <a:gd name="csY7316" fmla="*/ 638660 h 1028969"/>
              <a:gd name="csX7317" fmla="*/ 1264624 w 1728164"/>
              <a:gd name="csY7317" fmla="*/ 639285 h 1028969"/>
              <a:gd name="csX7318" fmla="*/ 1264793 w 1728164"/>
              <a:gd name="csY7318" fmla="*/ 639908 h 1028969"/>
              <a:gd name="csX7319" fmla="*/ 1264971 w 1728164"/>
              <a:gd name="csY7319" fmla="*/ 640532 h 1028969"/>
              <a:gd name="csX7320" fmla="*/ 1265140 w 1728164"/>
              <a:gd name="csY7320" fmla="*/ 641155 h 1028969"/>
              <a:gd name="csX7321" fmla="*/ 1265318 w 1728164"/>
              <a:gd name="csY7321" fmla="*/ 641777 h 1028969"/>
              <a:gd name="csX7322" fmla="*/ 1265487 w 1728164"/>
              <a:gd name="csY7322" fmla="*/ 642398 h 1028969"/>
              <a:gd name="csX7323" fmla="*/ 1265665 w 1728164"/>
              <a:gd name="csY7323" fmla="*/ 643020 h 1028969"/>
              <a:gd name="csX7324" fmla="*/ 1265834 w 1728164"/>
              <a:gd name="csY7324" fmla="*/ 643640 h 1028969"/>
              <a:gd name="csX7325" fmla="*/ 1266003 w 1728164"/>
              <a:gd name="csY7325" fmla="*/ 644261 h 1028969"/>
              <a:gd name="csX7326" fmla="*/ 1266181 w 1728164"/>
              <a:gd name="csY7326" fmla="*/ 644881 h 1028969"/>
              <a:gd name="csX7327" fmla="*/ 1266350 w 1728164"/>
              <a:gd name="csY7327" fmla="*/ 645500 h 1028969"/>
              <a:gd name="csX7328" fmla="*/ 1266528 w 1728164"/>
              <a:gd name="csY7328" fmla="*/ 646118 h 1028969"/>
              <a:gd name="csX7329" fmla="*/ 1266697 w 1728164"/>
              <a:gd name="csY7329" fmla="*/ 646736 h 1028969"/>
              <a:gd name="csX7330" fmla="*/ 1266875 w 1728164"/>
              <a:gd name="csY7330" fmla="*/ 647354 h 1028969"/>
              <a:gd name="csX7331" fmla="*/ 1267044 w 1728164"/>
              <a:gd name="csY7331" fmla="*/ 647971 h 1028969"/>
              <a:gd name="csX7332" fmla="*/ 1267213 w 1728164"/>
              <a:gd name="csY7332" fmla="*/ 648588 h 1028969"/>
              <a:gd name="csX7333" fmla="*/ 1267391 w 1728164"/>
              <a:gd name="csY7333" fmla="*/ 649203 h 1028969"/>
              <a:gd name="csX7334" fmla="*/ 1267560 w 1728164"/>
              <a:gd name="csY7334" fmla="*/ 649819 h 1028969"/>
              <a:gd name="csX7335" fmla="*/ 1267738 w 1728164"/>
              <a:gd name="csY7335" fmla="*/ 650434 h 1028969"/>
              <a:gd name="csX7336" fmla="*/ 1267907 w 1728164"/>
              <a:gd name="csY7336" fmla="*/ 651048 h 1028969"/>
              <a:gd name="csX7337" fmla="*/ 1268085 w 1728164"/>
              <a:gd name="csY7337" fmla="*/ 651661 h 1028969"/>
              <a:gd name="csX7338" fmla="*/ 1268254 w 1728164"/>
              <a:gd name="csY7338" fmla="*/ 652275 h 1028969"/>
              <a:gd name="csX7339" fmla="*/ 1268423 w 1728164"/>
              <a:gd name="csY7339" fmla="*/ 652887 h 1028969"/>
              <a:gd name="csX7340" fmla="*/ 1268601 w 1728164"/>
              <a:gd name="csY7340" fmla="*/ 653500 h 1028969"/>
              <a:gd name="csX7341" fmla="*/ 1268770 w 1728164"/>
              <a:gd name="csY7341" fmla="*/ 654112 h 1028969"/>
              <a:gd name="csX7342" fmla="*/ 1268948 w 1728164"/>
              <a:gd name="csY7342" fmla="*/ 654723 h 1028969"/>
              <a:gd name="csX7343" fmla="*/ 1269117 w 1728164"/>
              <a:gd name="csY7343" fmla="*/ 655333 h 1028969"/>
              <a:gd name="csX7344" fmla="*/ 1269295 w 1728164"/>
              <a:gd name="csY7344" fmla="*/ 655943 h 1028969"/>
              <a:gd name="csX7345" fmla="*/ 1269464 w 1728164"/>
              <a:gd name="csY7345" fmla="*/ 656553 h 1028969"/>
              <a:gd name="csX7346" fmla="*/ 1269633 w 1728164"/>
              <a:gd name="csY7346" fmla="*/ 657161 h 1028969"/>
              <a:gd name="csX7347" fmla="*/ 1269811 w 1728164"/>
              <a:gd name="csY7347" fmla="*/ 657770 h 1028969"/>
              <a:gd name="csX7348" fmla="*/ 1269980 w 1728164"/>
              <a:gd name="csY7348" fmla="*/ 658377 h 1028969"/>
              <a:gd name="csX7349" fmla="*/ 1270158 w 1728164"/>
              <a:gd name="csY7349" fmla="*/ 658985 h 1028969"/>
              <a:gd name="csX7350" fmla="*/ 1270327 w 1728164"/>
              <a:gd name="csY7350" fmla="*/ 659592 h 1028969"/>
              <a:gd name="csX7351" fmla="*/ 1270505 w 1728164"/>
              <a:gd name="csY7351" fmla="*/ 660198 h 1028969"/>
              <a:gd name="csX7352" fmla="*/ 1270674 w 1728164"/>
              <a:gd name="csY7352" fmla="*/ 660803 h 1028969"/>
              <a:gd name="csX7353" fmla="*/ 1270843 w 1728164"/>
              <a:gd name="csY7353" fmla="*/ 661408 h 1028969"/>
              <a:gd name="csX7354" fmla="*/ 1271021 w 1728164"/>
              <a:gd name="csY7354" fmla="*/ 662013 h 1028969"/>
              <a:gd name="csX7355" fmla="*/ 1271190 w 1728164"/>
              <a:gd name="csY7355" fmla="*/ 662617 h 1028969"/>
              <a:gd name="csX7356" fmla="*/ 1271368 w 1728164"/>
              <a:gd name="csY7356" fmla="*/ 663221 h 1028969"/>
              <a:gd name="csX7357" fmla="*/ 1271537 w 1728164"/>
              <a:gd name="csY7357" fmla="*/ 663823 h 1028969"/>
              <a:gd name="csX7358" fmla="*/ 1271715 w 1728164"/>
              <a:gd name="csY7358" fmla="*/ 664425 h 1028969"/>
              <a:gd name="csX7359" fmla="*/ 1271884 w 1728164"/>
              <a:gd name="csY7359" fmla="*/ 665027 h 1028969"/>
              <a:gd name="csX7360" fmla="*/ 1272053 w 1728164"/>
              <a:gd name="csY7360" fmla="*/ 665629 h 1028969"/>
              <a:gd name="csX7361" fmla="*/ 1272231 w 1728164"/>
              <a:gd name="csY7361" fmla="*/ 666229 h 1028969"/>
              <a:gd name="csX7362" fmla="*/ 1272400 w 1728164"/>
              <a:gd name="csY7362" fmla="*/ 666829 h 1028969"/>
              <a:gd name="csX7363" fmla="*/ 1272578 w 1728164"/>
              <a:gd name="csY7363" fmla="*/ 667429 h 1028969"/>
              <a:gd name="csX7364" fmla="*/ 1272747 w 1728164"/>
              <a:gd name="csY7364" fmla="*/ 668027 h 1028969"/>
              <a:gd name="csX7365" fmla="*/ 1272925 w 1728164"/>
              <a:gd name="csY7365" fmla="*/ 668626 h 1028969"/>
              <a:gd name="csX7366" fmla="*/ 1273094 w 1728164"/>
              <a:gd name="csY7366" fmla="*/ 669224 h 1028969"/>
              <a:gd name="csX7367" fmla="*/ 1273263 w 1728164"/>
              <a:gd name="csY7367" fmla="*/ 669822 h 1028969"/>
              <a:gd name="csX7368" fmla="*/ 1273441 w 1728164"/>
              <a:gd name="csY7368" fmla="*/ 670418 h 1028969"/>
              <a:gd name="csX7369" fmla="*/ 1273610 w 1728164"/>
              <a:gd name="csY7369" fmla="*/ 671014 h 1028969"/>
              <a:gd name="csX7370" fmla="*/ 1273788 w 1728164"/>
              <a:gd name="csY7370" fmla="*/ 671610 h 1028969"/>
              <a:gd name="csX7371" fmla="*/ 1273957 w 1728164"/>
              <a:gd name="csY7371" fmla="*/ 672205 h 1028969"/>
              <a:gd name="csX7372" fmla="*/ 1274135 w 1728164"/>
              <a:gd name="csY7372" fmla="*/ 672799 h 1028969"/>
              <a:gd name="csX7373" fmla="*/ 1274304 w 1728164"/>
              <a:gd name="csY7373" fmla="*/ 673394 h 1028969"/>
              <a:gd name="csX7374" fmla="*/ 1274473 w 1728164"/>
              <a:gd name="csY7374" fmla="*/ 673987 h 1028969"/>
              <a:gd name="csX7375" fmla="*/ 1274650 w 1728164"/>
              <a:gd name="csY7375" fmla="*/ 674580 h 1028969"/>
              <a:gd name="csX7376" fmla="*/ 1274820 w 1728164"/>
              <a:gd name="csY7376" fmla="*/ 675172 h 1028969"/>
              <a:gd name="csX7377" fmla="*/ 1274997 w 1728164"/>
              <a:gd name="csY7377" fmla="*/ 675764 h 1028969"/>
              <a:gd name="csX7378" fmla="*/ 1275167 w 1728164"/>
              <a:gd name="csY7378" fmla="*/ 676355 h 1028969"/>
              <a:gd name="csX7379" fmla="*/ 1275344 w 1728164"/>
              <a:gd name="csY7379" fmla="*/ 676945 h 1028969"/>
              <a:gd name="csX7380" fmla="*/ 1275514 w 1728164"/>
              <a:gd name="csY7380" fmla="*/ 677536 h 1028969"/>
              <a:gd name="csX7381" fmla="*/ 1275682 w 1728164"/>
              <a:gd name="csY7381" fmla="*/ 678125 h 1028969"/>
              <a:gd name="csX7382" fmla="*/ 1275860 w 1728164"/>
              <a:gd name="csY7382" fmla="*/ 678714 h 1028969"/>
              <a:gd name="csX7383" fmla="*/ 1276029 w 1728164"/>
              <a:gd name="csY7383" fmla="*/ 679302 h 1028969"/>
              <a:gd name="csX7384" fmla="*/ 1276207 w 1728164"/>
              <a:gd name="csY7384" fmla="*/ 679890 h 1028969"/>
              <a:gd name="csX7385" fmla="*/ 1276376 w 1728164"/>
              <a:gd name="csY7385" fmla="*/ 680477 h 1028969"/>
              <a:gd name="csX7386" fmla="*/ 1276554 w 1728164"/>
              <a:gd name="csY7386" fmla="*/ 681063 h 1028969"/>
              <a:gd name="csX7387" fmla="*/ 1276723 w 1728164"/>
              <a:gd name="csY7387" fmla="*/ 681650 h 1028969"/>
              <a:gd name="csX7388" fmla="*/ 1276892 w 1728164"/>
              <a:gd name="csY7388" fmla="*/ 682235 h 1028969"/>
              <a:gd name="csX7389" fmla="*/ 1277070 w 1728164"/>
              <a:gd name="csY7389" fmla="*/ 682820 h 1028969"/>
              <a:gd name="csX7390" fmla="*/ 1277239 w 1728164"/>
              <a:gd name="csY7390" fmla="*/ 683405 h 1028969"/>
              <a:gd name="csX7391" fmla="*/ 1277417 w 1728164"/>
              <a:gd name="csY7391" fmla="*/ 683988 h 1028969"/>
              <a:gd name="csX7392" fmla="*/ 1277586 w 1728164"/>
              <a:gd name="csY7392" fmla="*/ 684571 h 1028969"/>
              <a:gd name="csX7393" fmla="*/ 1277764 w 1728164"/>
              <a:gd name="csY7393" fmla="*/ 685154 h 1028969"/>
              <a:gd name="csX7394" fmla="*/ 1277933 w 1728164"/>
              <a:gd name="csY7394" fmla="*/ 685737 h 1028969"/>
              <a:gd name="csX7395" fmla="*/ 1278102 w 1728164"/>
              <a:gd name="csY7395" fmla="*/ 686318 h 1028969"/>
              <a:gd name="csX7396" fmla="*/ 1278280 w 1728164"/>
              <a:gd name="csY7396" fmla="*/ 686898 h 1028969"/>
              <a:gd name="csX7397" fmla="*/ 1278449 w 1728164"/>
              <a:gd name="csY7397" fmla="*/ 687479 h 1028969"/>
              <a:gd name="csX7398" fmla="*/ 1278627 w 1728164"/>
              <a:gd name="csY7398" fmla="*/ 688059 h 1028969"/>
              <a:gd name="csX7399" fmla="*/ 1278796 w 1728164"/>
              <a:gd name="csY7399" fmla="*/ 688638 h 1028969"/>
              <a:gd name="csX7400" fmla="*/ 1278974 w 1728164"/>
              <a:gd name="csY7400" fmla="*/ 689217 h 1028969"/>
              <a:gd name="csX7401" fmla="*/ 1279143 w 1728164"/>
              <a:gd name="csY7401" fmla="*/ 689794 h 1028969"/>
              <a:gd name="csX7402" fmla="*/ 1279312 w 1728164"/>
              <a:gd name="csY7402" fmla="*/ 690373 h 1028969"/>
              <a:gd name="csX7403" fmla="*/ 1279490 w 1728164"/>
              <a:gd name="csY7403" fmla="*/ 690949 h 1028969"/>
              <a:gd name="csX7404" fmla="*/ 1279659 w 1728164"/>
              <a:gd name="csY7404" fmla="*/ 691526 h 1028969"/>
              <a:gd name="csX7405" fmla="*/ 1279837 w 1728164"/>
              <a:gd name="csY7405" fmla="*/ 692101 h 1028969"/>
              <a:gd name="csX7406" fmla="*/ 1280006 w 1728164"/>
              <a:gd name="csY7406" fmla="*/ 692677 h 1028969"/>
              <a:gd name="csX7407" fmla="*/ 1280175 w 1728164"/>
              <a:gd name="csY7407" fmla="*/ 693251 h 1028969"/>
              <a:gd name="csX7408" fmla="*/ 1280353 w 1728164"/>
              <a:gd name="csY7408" fmla="*/ 693825 h 1028969"/>
              <a:gd name="csX7409" fmla="*/ 1280522 w 1728164"/>
              <a:gd name="csY7409" fmla="*/ 694398 h 1028969"/>
              <a:gd name="csX7410" fmla="*/ 1280700 w 1728164"/>
              <a:gd name="csY7410" fmla="*/ 694971 h 1028969"/>
              <a:gd name="csX7411" fmla="*/ 1280869 w 1728164"/>
              <a:gd name="csY7411" fmla="*/ 695544 h 1028969"/>
              <a:gd name="csX7412" fmla="*/ 1281047 w 1728164"/>
              <a:gd name="csY7412" fmla="*/ 696115 h 1028969"/>
              <a:gd name="csX7413" fmla="*/ 1281216 w 1728164"/>
              <a:gd name="csY7413" fmla="*/ 696686 h 1028969"/>
              <a:gd name="csX7414" fmla="*/ 1281385 w 1728164"/>
              <a:gd name="csY7414" fmla="*/ 697257 h 1028969"/>
              <a:gd name="csX7415" fmla="*/ 1281563 w 1728164"/>
              <a:gd name="csY7415" fmla="*/ 697827 h 1028969"/>
              <a:gd name="csX7416" fmla="*/ 1281732 w 1728164"/>
              <a:gd name="csY7416" fmla="*/ 698396 h 1028969"/>
              <a:gd name="csX7417" fmla="*/ 1281910 w 1728164"/>
              <a:gd name="csY7417" fmla="*/ 698966 h 1028969"/>
              <a:gd name="csX7418" fmla="*/ 1282079 w 1728164"/>
              <a:gd name="csY7418" fmla="*/ 699533 h 1028969"/>
              <a:gd name="csX7419" fmla="*/ 1282257 w 1728164"/>
              <a:gd name="csY7419" fmla="*/ 700101 h 1028969"/>
              <a:gd name="csX7420" fmla="*/ 1282426 w 1728164"/>
              <a:gd name="csY7420" fmla="*/ 700668 h 1028969"/>
              <a:gd name="csX7421" fmla="*/ 1282595 w 1728164"/>
              <a:gd name="csY7421" fmla="*/ 701235 h 1028969"/>
              <a:gd name="csX7422" fmla="*/ 1282773 w 1728164"/>
              <a:gd name="csY7422" fmla="*/ 701801 h 1028969"/>
              <a:gd name="csX7423" fmla="*/ 1282942 w 1728164"/>
              <a:gd name="csY7423" fmla="*/ 702366 h 1028969"/>
              <a:gd name="csX7424" fmla="*/ 1283120 w 1728164"/>
              <a:gd name="csY7424" fmla="*/ 702931 h 1028969"/>
              <a:gd name="csX7425" fmla="*/ 1283289 w 1728164"/>
              <a:gd name="csY7425" fmla="*/ 703495 h 1028969"/>
              <a:gd name="csX7426" fmla="*/ 1283467 w 1728164"/>
              <a:gd name="csY7426" fmla="*/ 704058 h 1028969"/>
              <a:gd name="csX7427" fmla="*/ 1283636 w 1728164"/>
              <a:gd name="csY7427" fmla="*/ 704621 h 1028969"/>
              <a:gd name="csX7428" fmla="*/ 1283805 w 1728164"/>
              <a:gd name="csY7428" fmla="*/ 705183 h 1028969"/>
              <a:gd name="csX7429" fmla="*/ 1283983 w 1728164"/>
              <a:gd name="csY7429" fmla="*/ 705746 h 1028969"/>
              <a:gd name="csX7430" fmla="*/ 1284152 w 1728164"/>
              <a:gd name="csY7430" fmla="*/ 706307 h 1028969"/>
              <a:gd name="csX7431" fmla="*/ 1284330 w 1728164"/>
              <a:gd name="csY7431" fmla="*/ 706867 h 1028969"/>
              <a:gd name="csX7432" fmla="*/ 1284499 w 1728164"/>
              <a:gd name="csY7432" fmla="*/ 707428 h 1028969"/>
              <a:gd name="csX7433" fmla="*/ 1284677 w 1728164"/>
              <a:gd name="csY7433" fmla="*/ 707987 h 1028969"/>
              <a:gd name="csX7434" fmla="*/ 1284846 w 1728164"/>
              <a:gd name="csY7434" fmla="*/ 708546 h 1028969"/>
              <a:gd name="csX7435" fmla="*/ 1285015 w 1728164"/>
              <a:gd name="csY7435" fmla="*/ 709104 h 1028969"/>
              <a:gd name="csX7436" fmla="*/ 1285193 w 1728164"/>
              <a:gd name="csY7436" fmla="*/ 709662 h 1028969"/>
              <a:gd name="csX7437" fmla="*/ 1285362 w 1728164"/>
              <a:gd name="csY7437" fmla="*/ 710219 h 1028969"/>
              <a:gd name="csX7438" fmla="*/ 1285540 w 1728164"/>
              <a:gd name="csY7438" fmla="*/ 710776 h 1028969"/>
              <a:gd name="csX7439" fmla="*/ 1285709 w 1728164"/>
              <a:gd name="csY7439" fmla="*/ 711332 h 1028969"/>
              <a:gd name="csX7440" fmla="*/ 1285887 w 1728164"/>
              <a:gd name="csY7440" fmla="*/ 711887 h 1028969"/>
              <a:gd name="csX7441" fmla="*/ 1286056 w 1728164"/>
              <a:gd name="csY7441" fmla="*/ 712442 h 1028969"/>
              <a:gd name="csX7442" fmla="*/ 1286225 w 1728164"/>
              <a:gd name="csY7442" fmla="*/ 712996 h 1028969"/>
              <a:gd name="csX7443" fmla="*/ 1286403 w 1728164"/>
              <a:gd name="csY7443" fmla="*/ 713550 h 1028969"/>
              <a:gd name="csX7444" fmla="*/ 1286572 w 1728164"/>
              <a:gd name="csY7444" fmla="*/ 714102 h 1028969"/>
              <a:gd name="csX7445" fmla="*/ 1286750 w 1728164"/>
              <a:gd name="csY7445" fmla="*/ 714655 h 1028969"/>
              <a:gd name="csX7446" fmla="*/ 1286919 w 1728164"/>
              <a:gd name="csY7446" fmla="*/ 715207 h 1028969"/>
              <a:gd name="csX7447" fmla="*/ 1287097 w 1728164"/>
              <a:gd name="csY7447" fmla="*/ 715758 h 1028969"/>
              <a:gd name="csX7448" fmla="*/ 1287266 w 1728164"/>
              <a:gd name="csY7448" fmla="*/ 716308 h 1028969"/>
              <a:gd name="csX7449" fmla="*/ 1287435 w 1728164"/>
              <a:gd name="csY7449" fmla="*/ 716858 h 1028969"/>
              <a:gd name="csX7450" fmla="*/ 1287613 w 1728164"/>
              <a:gd name="csY7450" fmla="*/ 717408 h 1028969"/>
              <a:gd name="csX7451" fmla="*/ 1287782 w 1728164"/>
              <a:gd name="csY7451" fmla="*/ 717957 h 1028969"/>
              <a:gd name="csX7452" fmla="*/ 1287960 w 1728164"/>
              <a:gd name="csY7452" fmla="*/ 718505 h 1028969"/>
              <a:gd name="csX7453" fmla="*/ 1288129 w 1728164"/>
              <a:gd name="csY7453" fmla="*/ 719053 h 1028969"/>
              <a:gd name="csX7454" fmla="*/ 1288307 w 1728164"/>
              <a:gd name="csY7454" fmla="*/ 719600 h 1028969"/>
              <a:gd name="csX7455" fmla="*/ 1288476 w 1728164"/>
              <a:gd name="csY7455" fmla="*/ 720146 h 1028969"/>
              <a:gd name="csX7456" fmla="*/ 1288645 w 1728164"/>
              <a:gd name="csY7456" fmla="*/ 720693 h 1028969"/>
              <a:gd name="csX7457" fmla="*/ 1288823 w 1728164"/>
              <a:gd name="csY7457" fmla="*/ 721238 h 1028969"/>
              <a:gd name="csX7458" fmla="*/ 1288992 w 1728164"/>
              <a:gd name="csY7458" fmla="*/ 721782 h 1028969"/>
              <a:gd name="csX7459" fmla="*/ 1289170 w 1728164"/>
              <a:gd name="csY7459" fmla="*/ 722326 h 1028969"/>
              <a:gd name="csX7460" fmla="*/ 1289339 w 1728164"/>
              <a:gd name="csY7460" fmla="*/ 722869 h 1028969"/>
              <a:gd name="csX7461" fmla="*/ 1289517 w 1728164"/>
              <a:gd name="csY7461" fmla="*/ 723413 h 1028969"/>
              <a:gd name="csX7462" fmla="*/ 1289685 w 1728164"/>
              <a:gd name="csY7462" fmla="*/ 723955 h 1028969"/>
              <a:gd name="csX7463" fmla="*/ 1289855 w 1728164"/>
              <a:gd name="csY7463" fmla="*/ 724497 h 1028969"/>
              <a:gd name="csX7464" fmla="*/ 1290032 w 1728164"/>
              <a:gd name="csY7464" fmla="*/ 725038 h 1028969"/>
              <a:gd name="csX7465" fmla="*/ 1290201 w 1728164"/>
              <a:gd name="csY7465" fmla="*/ 725578 h 1028969"/>
              <a:gd name="csX7466" fmla="*/ 1290379 w 1728164"/>
              <a:gd name="csY7466" fmla="*/ 726119 h 1028969"/>
              <a:gd name="csX7467" fmla="*/ 1290548 w 1728164"/>
              <a:gd name="csY7467" fmla="*/ 726658 h 1028969"/>
              <a:gd name="csX7468" fmla="*/ 1290726 w 1728164"/>
              <a:gd name="csY7468" fmla="*/ 727197 h 1028969"/>
              <a:gd name="csX7469" fmla="*/ 1290895 w 1728164"/>
              <a:gd name="csY7469" fmla="*/ 727735 h 1028969"/>
              <a:gd name="csX7470" fmla="*/ 1291064 w 1728164"/>
              <a:gd name="csY7470" fmla="*/ 728270 h 1028969"/>
              <a:gd name="csX7471" fmla="*/ 1291242 w 1728164"/>
              <a:gd name="csY7471" fmla="*/ 728812 h 1028969"/>
              <a:gd name="csX7472" fmla="*/ 1291411 w 1728164"/>
              <a:gd name="csY7472" fmla="*/ 729346 h 1028969"/>
              <a:gd name="csX7473" fmla="*/ 1291589 w 1728164"/>
              <a:gd name="csY7473" fmla="*/ 729880 h 1028969"/>
              <a:gd name="csX7474" fmla="*/ 1291758 w 1728164"/>
              <a:gd name="csY7474" fmla="*/ 730414 h 1028969"/>
              <a:gd name="csX7475" fmla="*/ 1291936 w 1728164"/>
              <a:gd name="csY7475" fmla="*/ 730947 h 1028969"/>
              <a:gd name="csX7476" fmla="*/ 1292105 w 1728164"/>
              <a:gd name="csY7476" fmla="*/ 731481 h 1028969"/>
              <a:gd name="csX7477" fmla="*/ 1292274 w 1728164"/>
              <a:gd name="csY7477" fmla="*/ 732015 h 1028969"/>
              <a:gd name="csX7478" fmla="*/ 1292452 w 1728164"/>
              <a:gd name="csY7478" fmla="*/ 732549 h 1028969"/>
              <a:gd name="csX7479" fmla="*/ 1292621 w 1728164"/>
              <a:gd name="csY7479" fmla="*/ 733083 h 1028969"/>
              <a:gd name="csX7480" fmla="*/ 1292799 w 1728164"/>
              <a:gd name="csY7480" fmla="*/ 733616 h 1028969"/>
              <a:gd name="csX7481" fmla="*/ 1292968 w 1728164"/>
              <a:gd name="csY7481" fmla="*/ 734141 h 1028969"/>
              <a:gd name="csX7482" fmla="*/ 1293146 w 1728164"/>
              <a:gd name="csY7482" fmla="*/ 734675 h 1028969"/>
              <a:gd name="csX7483" fmla="*/ 1293315 w 1728164"/>
              <a:gd name="csY7483" fmla="*/ 735209 h 1028969"/>
              <a:gd name="csX7484" fmla="*/ 1293484 w 1728164"/>
              <a:gd name="csY7484" fmla="*/ 735734 h 1028969"/>
              <a:gd name="csX7485" fmla="*/ 1293662 w 1728164"/>
              <a:gd name="csY7485" fmla="*/ 736268 h 1028969"/>
              <a:gd name="csX7486" fmla="*/ 1293831 w 1728164"/>
              <a:gd name="csY7486" fmla="*/ 736792 h 1028969"/>
              <a:gd name="csX7487" fmla="*/ 1294009 w 1728164"/>
              <a:gd name="csY7487" fmla="*/ 737317 h 1028969"/>
              <a:gd name="csX7488" fmla="*/ 1294178 w 1728164"/>
              <a:gd name="csY7488" fmla="*/ 737842 h 1028969"/>
              <a:gd name="csX7489" fmla="*/ 1294356 w 1728164"/>
              <a:gd name="csY7489" fmla="*/ 738376 h 1028969"/>
              <a:gd name="csX7490" fmla="*/ 1294525 w 1728164"/>
              <a:gd name="csY7490" fmla="*/ 738901 h 1028969"/>
              <a:gd name="csX7491" fmla="*/ 1294694 w 1728164"/>
              <a:gd name="csY7491" fmla="*/ 739426 h 1028969"/>
              <a:gd name="csX7492" fmla="*/ 1294872 w 1728164"/>
              <a:gd name="csY7492" fmla="*/ 739951 h 1028969"/>
              <a:gd name="csX7493" fmla="*/ 1295041 w 1728164"/>
              <a:gd name="csY7493" fmla="*/ 740467 h 1028969"/>
              <a:gd name="csX7494" fmla="*/ 1295219 w 1728164"/>
              <a:gd name="csY7494" fmla="*/ 740992 h 1028969"/>
              <a:gd name="csX7495" fmla="*/ 1295388 w 1728164"/>
              <a:gd name="csY7495" fmla="*/ 741516 h 1028969"/>
              <a:gd name="csX7496" fmla="*/ 1295566 w 1728164"/>
              <a:gd name="csY7496" fmla="*/ 742041 h 1028969"/>
              <a:gd name="csX7497" fmla="*/ 1295735 w 1728164"/>
              <a:gd name="csY7497" fmla="*/ 742557 h 1028969"/>
              <a:gd name="csX7498" fmla="*/ 1295904 w 1728164"/>
              <a:gd name="csY7498" fmla="*/ 743082 h 1028969"/>
              <a:gd name="csX7499" fmla="*/ 1296082 w 1728164"/>
              <a:gd name="csY7499" fmla="*/ 743598 h 1028969"/>
              <a:gd name="csX7500" fmla="*/ 1296251 w 1728164"/>
              <a:gd name="csY7500" fmla="*/ 744123 h 1028969"/>
              <a:gd name="csX7501" fmla="*/ 1296429 w 1728164"/>
              <a:gd name="csY7501" fmla="*/ 744639 h 1028969"/>
              <a:gd name="csX7502" fmla="*/ 1296598 w 1728164"/>
              <a:gd name="csY7502" fmla="*/ 745155 h 1028969"/>
              <a:gd name="csX7503" fmla="*/ 1296776 w 1728164"/>
              <a:gd name="csY7503" fmla="*/ 745671 h 1028969"/>
              <a:gd name="csX7504" fmla="*/ 1296945 w 1728164"/>
              <a:gd name="csY7504" fmla="*/ 746187 h 1028969"/>
              <a:gd name="csX7505" fmla="*/ 1297114 w 1728164"/>
              <a:gd name="csY7505" fmla="*/ 746712 h 1028969"/>
              <a:gd name="csX7506" fmla="*/ 1297292 w 1728164"/>
              <a:gd name="csY7506" fmla="*/ 747228 h 1028969"/>
              <a:gd name="csX7507" fmla="*/ 1297461 w 1728164"/>
              <a:gd name="csY7507" fmla="*/ 747735 h 1028969"/>
              <a:gd name="csX7508" fmla="*/ 1297639 w 1728164"/>
              <a:gd name="csY7508" fmla="*/ 748251 h 1028969"/>
              <a:gd name="csX7509" fmla="*/ 1297808 w 1728164"/>
              <a:gd name="csY7509" fmla="*/ 748767 h 1028969"/>
              <a:gd name="csX7510" fmla="*/ 1297986 w 1728164"/>
              <a:gd name="csY7510" fmla="*/ 749283 h 1028969"/>
              <a:gd name="csX7511" fmla="*/ 1298155 w 1728164"/>
              <a:gd name="csY7511" fmla="*/ 749790 h 1028969"/>
              <a:gd name="csX7512" fmla="*/ 1298324 w 1728164"/>
              <a:gd name="csY7512" fmla="*/ 750306 h 1028969"/>
              <a:gd name="csX7513" fmla="*/ 1298502 w 1728164"/>
              <a:gd name="csY7513" fmla="*/ 750822 h 1028969"/>
              <a:gd name="csX7514" fmla="*/ 1298671 w 1728164"/>
              <a:gd name="csY7514" fmla="*/ 751329 h 1028969"/>
              <a:gd name="csX7515" fmla="*/ 1298849 w 1728164"/>
              <a:gd name="csY7515" fmla="*/ 751836 h 1028969"/>
              <a:gd name="csX7516" fmla="*/ 1299018 w 1728164"/>
              <a:gd name="csY7516" fmla="*/ 752352 h 1028969"/>
              <a:gd name="csX7517" fmla="*/ 1299187 w 1728164"/>
              <a:gd name="csY7517" fmla="*/ 752859 h 1028969"/>
              <a:gd name="csX7518" fmla="*/ 1299365 w 1728164"/>
              <a:gd name="csY7518" fmla="*/ 753367 h 1028969"/>
              <a:gd name="csX7519" fmla="*/ 1299534 w 1728164"/>
              <a:gd name="csY7519" fmla="*/ 753874 h 1028969"/>
              <a:gd name="csX7520" fmla="*/ 1299712 w 1728164"/>
              <a:gd name="csY7520" fmla="*/ 754381 h 1028969"/>
              <a:gd name="csX7521" fmla="*/ 1299881 w 1728164"/>
              <a:gd name="csY7521" fmla="*/ 754888 h 1028969"/>
              <a:gd name="csX7522" fmla="*/ 1300059 w 1728164"/>
              <a:gd name="csY7522" fmla="*/ 755395 h 1028969"/>
              <a:gd name="csX7523" fmla="*/ 1300228 w 1728164"/>
              <a:gd name="csY7523" fmla="*/ 755902 h 1028969"/>
              <a:gd name="csX7524" fmla="*/ 1300397 w 1728164"/>
              <a:gd name="csY7524" fmla="*/ 756409 h 1028969"/>
              <a:gd name="csX7525" fmla="*/ 1300575 w 1728164"/>
              <a:gd name="csY7525" fmla="*/ 756907 h 1028969"/>
              <a:gd name="csX7526" fmla="*/ 1300744 w 1728164"/>
              <a:gd name="csY7526" fmla="*/ 757414 h 1028969"/>
              <a:gd name="csX7527" fmla="*/ 1300922 w 1728164"/>
              <a:gd name="csY7527" fmla="*/ 757922 h 1028969"/>
              <a:gd name="csX7528" fmla="*/ 1301091 w 1728164"/>
              <a:gd name="csY7528" fmla="*/ 758420 h 1028969"/>
              <a:gd name="csX7529" fmla="*/ 1301269 w 1728164"/>
              <a:gd name="csY7529" fmla="*/ 758918 h 1028969"/>
              <a:gd name="csX7530" fmla="*/ 1301438 w 1728164"/>
              <a:gd name="csY7530" fmla="*/ 759425 h 1028969"/>
              <a:gd name="csX7531" fmla="*/ 1301607 w 1728164"/>
              <a:gd name="csY7531" fmla="*/ 759923 h 1028969"/>
              <a:gd name="csX7532" fmla="*/ 1301785 w 1728164"/>
              <a:gd name="csY7532" fmla="*/ 760421 h 1028969"/>
              <a:gd name="csX7533" fmla="*/ 1301954 w 1728164"/>
              <a:gd name="csY7533" fmla="*/ 760920 h 1028969"/>
              <a:gd name="csX7534" fmla="*/ 1302132 w 1728164"/>
              <a:gd name="csY7534" fmla="*/ 761427 h 1028969"/>
              <a:gd name="csX7535" fmla="*/ 1302301 w 1728164"/>
              <a:gd name="csY7535" fmla="*/ 761925 h 1028969"/>
              <a:gd name="csX7536" fmla="*/ 1302479 w 1728164"/>
              <a:gd name="csY7536" fmla="*/ 762423 h 1028969"/>
              <a:gd name="csX7537" fmla="*/ 1302648 w 1728164"/>
              <a:gd name="csY7537" fmla="*/ 762912 h 1028969"/>
              <a:gd name="csX7538" fmla="*/ 1302817 w 1728164"/>
              <a:gd name="csY7538" fmla="*/ 763411 h 1028969"/>
              <a:gd name="csX7539" fmla="*/ 1302995 w 1728164"/>
              <a:gd name="csY7539" fmla="*/ 763909 h 1028969"/>
              <a:gd name="csX7540" fmla="*/ 1303164 w 1728164"/>
              <a:gd name="csY7540" fmla="*/ 764407 h 1028969"/>
              <a:gd name="csX7541" fmla="*/ 1303342 w 1728164"/>
              <a:gd name="csY7541" fmla="*/ 764896 h 1028969"/>
              <a:gd name="csX7542" fmla="*/ 1303511 w 1728164"/>
              <a:gd name="csY7542" fmla="*/ 765395 h 1028969"/>
              <a:gd name="csX7543" fmla="*/ 1303689 w 1728164"/>
              <a:gd name="csY7543" fmla="*/ 765884 h 1028969"/>
              <a:gd name="csX7544" fmla="*/ 1303858 w 1728164"/>
              <a:gd name="csY7544" fmla="*/ 766382 h 1028969"/>
              <a:gd name="csX7545" fmla="*/ 1304027 w 1728164"/>
              <a:gd name="csY7545" fmla="*/ 766871 h 1028969"/>
              <a:gd name="csX7546" fmla="*/ 1304205 w 1728164"/>
              <a:gd name="csY7546" fmla="*/ 767361 h 1028969"/>
              <a:gd name="csX7547" fmla="*/ 1304374 w 1728164"/>
              <a:gd name="csY7547" fmla="*/ 767850 h 1028969"/>
              <a:gd name="csX7548" fmla="*/ 1304551 w 1728164"/>
              <a:gd name="csY7548" fmla="*/ 768348 h 1028969"/>
              <a:gd name="csX7549" fmla="*/ 1304721 w 1728164"/>
              <a:gd name="csY7549" fmla="*/ 768837 h 1028969"/>
              <a:gd name="csX7550" fmla="*/ 1304898 w 1728164"/>
              <a:gd name="csY7550" fmla="*/ 769327 h 1028969"/>
              <a:gd name="csX7551" fmla="*/ 1305067 w 1728164"/>
              <a:gd name="csY7551" fmla="*/ 769807 h 1028969"/>
              <a:gd name="csX7552" fmla="*/ 1305236 w 1728164"/>
              <a:gd name="csY7552" fmla="*/ 770297 h 1028969"/>
              <a:gd name="csX7553" fmla="*/ 1305414 w 1728164"/>
              <a:gd name="csY7553" fmla="*/ 770786 h 1028969"/>
              <a:gd name="csX7554" fmla="*/ 1305583 w 1728164"/>
              <a:gd name="csY7554" fmla="*/ 771275 h 1028969"/>
              <a:gd name="csX7555" fmla="*/ 1305761 w 1728164"/>
              <a:gd name="csY7555" fmla="*/ 771755 h 1028969"/>
              <a:gd name="csX7556" fmla="*/ 1305930 w 1728164"/>
              <a:gd name="csY7556" fmla="*/ 772245 h 1028969"/>
              <a:gd name="csX7557" fmla="*/ 1306108 w 1728164"/>
              <a:gd name="csY7557" fmla="*/ 772734 h 1028969"/>
              <a:gd name="csX7558" fmla="*/ 1306277 w 1728164"/>
              <a:gd name="csY7558" fmla="*/ 773214 h 1028969"/>
              <a:gd name="csX7559" fmla="*/ 1306446 w 1728164"/>
              <a:gd name="csY7559" fmla="*/ 773695 h 1028969"/>
              <a:gd name="csX7560" fmla="*/ 1306624 w 1728164"/>
              <a:gd name="csY7560" fmla="*/ 774184 h 1028969"/>
              <a:gd name="csX7561" fmla="*/ 1306793 w 1728164"/>
              <a:gd name="csY7561" fmla="*/ 774665 h 1028969"/>
              <a:gd name="csX7562" fmla="*/ 1306971 w 1728164"/>
              <a:gd name="csY7562" fmla="*/ 775145 h 1028969"/>
              <a:gd name="csX7563" fmla="*/ 1307140 w 1728164"/>
              <a:gd name="csY7563" fmla="*/ 775625 h 1028969"/>
              <a:gd name="csX7564" fmla="*/ 1307318 w 1728164"/>
              <a:gd name="csY7564" fmla="*/ 776106 h 1028969"/>
              <a:gd name="csX7565" fmla="*/ 1307487 w 1728164"/>
              <a:gd name="csY7565" fmla="*/ 776586 h 1028969"/>
              <a:gd name="csX7566" fmla="*/ 1307656 w 1728164"/>
              <a:gd name="csY7566" fmla="*/ 777067 h 1028969"/>
              <a:gd name="csX7567" fmla="*/ 1307834 w 1728164"/>
              <a:gd name="csY7567" fmla="*/ 777547 h 1028969"/>
              <a:gd name="csX7568" fmla="*/ 1308003 w 1728164"/>
              <a:gd name="csY7568" fmla="*/ 778027 h 1028969"/>
              <a:gd name="csX7569" fmla="*/ 1308181 w 1728164"/>
              <a:gd name="csY7569" fmla="*/ 778499 h 1028969"/>
              <a:gd name="csX7570" fmla="*/ 1308350 w 1728164"/>
              <a:gd name="csY7570" fmla="*/ 778979 h 1028969"/>
              <a:gd name="csX7571" fmla="*/ 1308528 w 1728164"/>
              <a:gd name="csY7571" fmla="*/ 779451 h 1028969"/>
              <a:gd name="csX7572" fmla="*/ 1308697 w 1728164"/>
              <a:gd name="csY7572" fmla="*/ 779931 h 1028969"/>
              <a:gd name="csX7573" fmla="*/ 1308866 w 1728164"/>
              <a:gd name="csY7573" fmla="*/ 780403 h 1028969"/>
              <a:gd name="csX7574" fmla="*/ 1309044 w 1728164"/>
              <a:gd name="csY7574" fmla="*/ 780883 h 1028969"/>
              <a:gd name="csX7575" fmla="*/ 1309213 w 1728164"/>
              <a:gd name="csY7575" fmla="*/ 781355 h 1028969"/>
              <a:gd name="csX7576" fmla="*/ 1309391 w 1728164"/>
              <a:gd name="csY7576" fmla="*/ 781826 h 1028969"/>
              <a:gd name="csX7577" fmla="*/ 1309560 w 1728164"/>
              <a:gd name="csY7577" fmla="*/ 782298 h 1028969"/>
              <a:gd name="csX7578" fmla="*/ 1309738 w 1728164"/>
              <a:gd name="csY7578" fmla="*/ 782769 h 1028969"/>
              <a:gd name="csX7579" fmla="*/ 1309907 w 1728164"/>
              <a:gd name="csY7579" fmla="*/ 783241 h 1028969"/>
              <a:gd name="csX7580" fmla="*/ 1310076 w 1728164"/>
              <a:gd name="csY7580" fmla="*/ 783712 h 1028969"/>
              <a:gd name="csX7581" fmla="*/ 1310254 w 1728164"/>
              <a:gd name="csY7581" fmla="*/ 784184 h 1028969"/>
              <a:gd name="csX7582" fmla="*/ 1310423 w 1728164"/>
              <a:gd name="csY7582" fmla="*/ 784655 h 1028969"/>
              <a:gd name="csX7583" fmla="*/ 1310601 w 1728164"/>
              <a:gd name="csY7583" fmla="*/ 785127 h 1028969"/>
              <a:gd name="csX7584" fmla="*/ 1310770 w 1728164"/>
              <a:gd name="csY7584" fmla="*/ 785589 h 1028969"/>
              <a:gd name="csX7585" fmla="*/ 1310948 w 1728164"/>
              <a:gd name="csY7585" fmla="*/ 786061 h 1028969"/>
              <a:gd name="csX7586" fmla="*/ 1311117 w 1728164"/>
              <a:gd name="csY7586" fmla="*/ 786524 h 1028969"/>
              <a:gd name="csX7587" fmla="*/ 1311286 w 1728164"/>
              <a:gd name="csY7587" fmla="*/ 786995 h 1028969"/>
              <a:gd name="csX7588" fmla="*/ 1311464 w 1728164"/>
              <a:gd name="csY7588" fmla="*/ 787458 h 1028969"/>
              <a:gd name="csX7589" fmla="*/ 1311633 w 1728164"/>
              <a:gd name="csY7589" fmla="*/ 787929 h 1028969"/>
              <a:gd name="csX7590" fmla="*/ 1311811 w 1728164"/>
              <a:gd name="csY7590" fmla="*/ 788392 h 1028969"/>
              <a:gd name="csX7591" fmla="*/ 1311980 w 1728164"/>
              <a:gd name="csY7591" fmla="*/ 788855 h 1028969"/>
              <a:gd name="csX7592" fmla="*/ 1312158 w 1728164"/>
              <a:gd name="csY7592" fmla="*/ 789317 h 1028969"/>
              <a:gd name="csX7593" fmla="*/ 1312327 w 1728164"/>
              <a:gd name="csY7593" fmla="*/ 789780 h 1028969"/>
              <a:gd name="csX7594" fmla="*/ 1312496 w 1728164"/>
              <a:gd name="csY7594" fmla="*/ 790242 h 1028969"/>
              <a:gd name="csX7595" fmla="*/ 1312674 w 1728164"/>
              <a:gd name="csY7595" fmla="*/ 790705 h 1028969"/>
              <a:gd name="csX7596" fmla="*/ 1312843 w 1728164"/>
              <a:gd name="csY7596" fmla="*/ 791168 h 1028969"/>
              <a:gd name="csX7597" fmla="*/ 1313021 w 1728164"/>
              <a:gd name="csY7597" fmla="*/ 791630 h 1028969"/>
              <a:gd name="csX7598" fmla="*/ 1313190 w 1728164"/>
              <a:gd name="csY7598" fmla="*/ 792084 h 1028969"/>
              <a:gd name="csX7599" fmla="*/ 1313368 w 1728164"/>
              <a:gd name="csY7599" fmla="*/ 792547 h 1028969"/>
              <a:gd name="csX7600" fmla="*/ 1313537 w 1728164"/>
              <a:gd name="csY7600" fmla="*/ 793009 h 1028969"/>
              <a:gd name="csX7601" fmla="*/ 1313706 w 1728164"/>
              <a:gd name="csY7601" fmla="*/ 793463 h 1028969"/>
              <a:gd name="csX7602" fmla="*/ 1313884 w 1728164"/>
              <a:gd name="csY7602" fmla="*/ 793925 h 1028969"/>
              <a:gd name="csX7603" fmla="*/ 1314053 w 1728164"/>
              <a:gd name="csY7603" fmla="*/ 794379 h 1028969"/>
              <a:gd name="csX7604" fmla="*/ 1314231 w 1728164"/>
              <a:gd name="csY7604" fmla="*/ 794833 h 1028969"/>
              <a:gd name="csX7605" fmla="*/ 1314400 w 1728164"/>
              <a:gd name="csY7605" fmla="*/ 795287 h 1028969"/>
              <a:gd name="csX7606" fmla="*/ 1314578 w 1728164"/>
              <a:gd name="csY7606" fmla="*/ 795749 h 1028969"/>
              <a:gd name="csX7607" fmla="*/ 1314747 w 1728164"/>
              <a:gd name="csY7607" fmla="*/ 796203 h 1028969"/>
              <a:gd name="csX7608" fmla="*/ 1314916 w 1728164"/>
              <a:gd name="csY7608" fmla="*/ 796657 h 1028969"/>
              <a:gd name="csX7609" fmla="*/ 1315094 w 1728164"/>
              <a:gd name="csY7609" fmla="*/ 797110 h 1028969"/>
              <a:gd name="csX7610" fmla="*/ 1315263 w 1728164"/>
              <a:gd name="csY7610" fmla="*/ 797555 h 1028969"/>
              <a:gd name="csX7611" fmla="*/ 1315441 w 1728164"/>
              <a:gd name="csY7611" fmla="*/ 798009 h 1028969"/>
              <a:gd name="csX7612" fmla="*/ 1315610 w 1728164"/>
              <a:gd name="csY7612" fmla="*/ 798463 h 1028969"/>
              <a:gd name="csX7613" fmla="*/ 1315788 w 1728164"/>
              <a:gd name="csY7613" fmla="*/ 798916 h 1028969"/>
              <a:gd name="csX7614" fmla="*/ 1315957 w 1728164"/>
              <a:gd name="csY7614" fmla="*/ 799361 h 1028969"/>
              <a:gd name="csX7615" fmla="*/ 1316126 w 1728164"/>
              <a:gd name="csY7615" fmla="*/ 799815 h 1028969"/>
              <a:gd name="csX7616" fmla="*/ 1316304 w 1728164"/>
              <a:gd name="csY7616" fmla="*/ 800260 h 1028969"/>
              <a:gd name="csX7617" fmla="*/ 1316473 w 1728164"/>
              <a:gd name="csY7617" fmla="*/ 800713 h 1028969"/>
              <a:gd name="csX7618" fmla="*/ 1316651 w 1728164"/>
              <a:gd name="csY7618" fmla="*/ 801158 h 1028969"/>
              <a:gd name="csX7619" fmla="*/ 1316820 w 1728164"/>
              <a:gd name="csY7619" fmla="*/ 801603 h 1028969"/>
              <a:gd name="csX7620" fmla="*/ 1316998 w 1728164"/>
              <a:gd name="csY7620" fmla="*/ 802057 h 1028969"/>
              <a:gd name="csX7621" fmla="*/ 1317167 w 1728164"/>
              <a:gd name="csY7621" fmla="*/ 802502 h 1028969"/>
              <a:gd name="csX7622" fmla="*/ 1317336 w 1728164"/>
              <a:gd name="csY7622" fmla="*/ 802946 h 1028969"/>
              <a:gd name="csX7623" fmla="*/ 1317514 w 1728164"/>
              <a:gd name="csY7623" fmla="*/ 803391 h 1028969"/>
              <a:gd name="csX7624" fmla="*/ 1317683 w 1728164"/>
              <a:gd name="csY7624" fmla="*/ 803836 h 1028969"/>
              <a:gd name="csX7625" fmla="*/ 1317861 w 1728164"/>
              <a:gd name="csY7625" fmla="*/ 804281 h 1028969"/>
              <a:gd name="csX7626" fmla="*/ 1318030 w 1728164"/>
              <a:gd name="csY7626" fmla="*/ 804717 h 1028969"/>
              <a:gd name="csX7627" fmla="*/ 1318199 w 1728164"/>
              <a:gd name="csY7627" fmla="*/ 805162 h 1028969"/>
              <a:gd name="csX7628" fmla="*/ 1318377 w 1728164"/>
              <a:gd name="csY7628" fmla="*/ 805606 h 1028969"/>
              <a:gd name="csX7629" fmla="*/ 1318546 w 1728164"/>
              <a:gd name="csY7629" fmla="*/ 806042 h 1028969"/>
              <a:gd name="csX7630" fmla="*/ 1318724 w 1728164"/>
              <a:gd name="csY7630" fmla="*/ 806487 h 1028969"/>
              <a:gd name="csX7631" fmla="*/ 1318893 w 1728164"/>
              <a:gd name="csY7631" fmla="*/ 806923 h 1028969"/>
              <a:gd name="csX7632" fmla="*/ 1319070 w 1728164"/>
              <a:gd name="csY7632" fmla="*/ 807368 h 1028969"/>
              <a:gd name="csX7633" fmla="*/ 1319239 w 1728164"/>
              <a:gd name="csY7633" fmla="*/ 807804 h 1028969"/>
              <a:gd name="csX7634" fmla="*/ 1319409 w 1728164"/>
              <a:gd name="csY7634" fmla="*/ 808240 h 1028969"/>
              <a:gd name="csX7635" fmla="*/ 1319586 w 1728164"/>
              <a:gd name="csY7635" fmla="*/ 808676 h 1028969"/>
              <a:gd name="csX7636" fmla="*/ 1319756 w 1728164"/>
              <a:gd name="csY7636" fmla="*/ 809121 h 1028969"/>
              <a:gd name="csX7637" fmla="*/ 1319933 w 1728164"/>
              <a:gd name="csY7637" fmla="*/ 809557 h 1028969"/>
              <a:gd name="csX7638" fmla="*/ 1320103 w 1728164"/>
              <a:gd name="csY7638" fmla="*/ 809992 h 1028969"/>
              <a:gd name="csX7639" fmla="*/ 1320280 w 1728164"/>
              <a:gd name="csY7639" fmla="*/ 810419 h 1028969"/>
              <a:gd name="csX7640" fmla="*/ 1320449 w 1728164"/>
              <a:gd name="csY7640" fmla="*/ 810855 h 1028969"/>
              <a:gd name="csX7641" fmla="*/ 1320618 w 1728164"/>
              <a:gd name="csY7641" fmla="*/ 811291 h 1028969"/>
              <a:gd name="csX7642" fmla="*/ 1320796 w 1728164"/>
              <a:gd name="csY7642" fmla="*/ 811727 h 1028969"/>
              <a:gd name="csX7643" fmla="*/ 1320965 w 1728164"/>
              <a:gd name="csY7643" fmla="*/ 812154 h 1028969"/>
              <a:gd name="csX7644" fmla="*/ 1321143 w 1728164"/>
              <a:gd name="csY7644" fmla="*/ 812590 h 1028969"/>
              <a:gd name="csX7645" fmla="*/ 1321312 w 1728164"/>
              <a:gd name="csY7645" fmla="*/ 813017 h 1028969"/>
              <a:gd name="csX7646" fmla="*/ 1321490 w 1728164"/>
              <a:gd name="csY7646" fmla="*/ 813453 h 1028969"/>
              <a:gd name="csX7647" fmla="*/ 1321659 w 1728164"/>
              <a:gd name="csY7647" fmla="*/ 813880 h 1028969"/>
              <a:gd name="csX7648" fmla="*/ 1321828 w 1728164"/>
              <a:gd name="csY7648" fmla="*/ 814316 h 1028969"/>
              <a:gd name="csX7649" fmla="*/ 1322006 w 1728164"/>
              <a:gd name="csY7649" fmla="*/ 814743 h 1028969"/>
              <a:gd name="csX7650" fmla="*/ 1322175 w 1728164"/>
              <a:gd name="csY7650" fmla="*/ 815170 h 1028969"/>
              <a:gd name="csX7651" fmla="*/ 1322353 w 1728164"/>
              <a:gd name="csY7651" fmla="*/ 815597 h 1028969"/>
              <a:gd name="csX7652" fmla="*/ 1322522 w 1728164"/>
              <a:gd name="csY7652" fmla="*/ 816024 h 1028969"/>
              <a:gd name="csX7653" fmla="*/ 1322700 w 1728164"/>
              <a:gd name="csY7653" fmla="*/ 816451 h 1028969"/>
              <a:gd name="csX7654" fmla="*/ 1322869 w 1728164"/>
              <a:gd name="csY7654" fmla="*/ 816878 h 1028969"/>
              <a:gd name="csX7655" fmla="*/ 1323038 w 1728164"/>
              <a:gd name="csY7655" fmla="*/ 817305 h 1028969"/>
              <a:gd name="csX7656" fmla="*/ 1323216 w 1728164"/>
              <a:gd name="csY7656" fmla="*/ 817732 h 1028969"/>
              <a:gd name="csX7657" fmla="*/ 1323385 w 1728164"/>
              <a:gd name="csY7657" fmla="*/ 818150 h 1028969"/>
              <a:gd name="csX7658" fmla="*/ 1323563 w 1728164"/>
              <a:gd name="csY7658" fmla="*/ 818577 h 1028969"/>
              <a:gd name="csX7659" fmla="*/ 1323732 w 1728164"/>
              <a:gd name="csY7659" fmla="*/ 818996 h 1028969"/>
              <a:gd name="csX7660" fmla="*/ 1323910 w 1728164"/>
              <a:gd name="csY7660" fmla="*/ 819423 h 1028969"/>
              <a:gd name="csX7661" fmla="*/ 1324079 w 1728164"/>
              <a:gd name="csY7661" fmla="*/ 819841 h 1028969"/>
              <a:gd name="csX7662" fmla="*/ 1324248 w 1728164"/>
              <a:gd name="csY7662" fmla="*/ 820268 h 1028969"/>
              <a:gd name="csX7663" fmla="*/ 1324426 w 1728164"/>
              <a:gd name="csY7663" fmla="*/ 820686 h 1028969"/>
              <a:gd name="csX7664" fmla="*/ 1324595 w 1728164"/>
              <a:gd name="csY7664" fmla="*/ 821104 h 1028969"/>
              <a:gd name="csX7665" fmla="*/ 1324773 w 1728164"/>
              <a:gd name="csY7665" fmla="*/ 821522 h 1028969"/>
              <a:gd name="csX7666" fmla="*/ 1324942 w 1728164"/>
              <a:gd name="csY7666" fmla="*/ 821940 h 1028969"/>
              <a:gd name="csX7667" fmla="*/ 1325120 w 1728164"/>
              <a:gd name="csY7667" fmla="*/ 822358 h 1028969"/>
              <a:gd name="csX7668" fmla="*/ 1325289 w 1728164"/>
              <a:gd name="csY7668" fmla="*/ 822777 h 1028969"/>
              <a:gd name="csX7669" fmla="*/ 1325458 w 1728164"/>
              <a:gd name="csY7669" fmla="*/ 823195 h 1028969"/>
              <a:gd name="csX7670" fmla="*/ 1325636 w 1728164"/>
              <a:gd name="csY7670" fmla="*/ 823613 h 1028969"/>
              <a:gd name="csX7671" fmla="*/ 1325805 w 1728164"/>
              <a:gd name="csY7671" fmla="*/ 824031 h 1028969"/>
              <a:gd name="csX7672" fmla="*/ 1325983 w 1728164"/>
              <a:gd name="csY7672" fmla="*/ 824449 h 1028969"/>
              <a:gd name="csX7673" fmla="*/ 1326152 w 1728164"/>
              <a:gd name="csY7673" fmla="*/ 824858 h 1028969"/>
              <a:gd name="csX7674" fmla="*/ 1326330 w 1728164"/>
              <a:gd name="csY7674" fmla="*/ 825277 h 1028969"/>
              <a:gd name="csX7675" fmla="*/ 1326499 w 1728164"/>
              <a:gd name="csY7675" fmla="*/ 825686 h 1028969"/>
              <a:gd name="csX7676" fmla="*/ 1326668 w 1728164"/>
              <a:gd name="csY7676" fmla="*/ 826104 h 1028969"/>
              <a:gd name="csX7677" fmla="*/ 1326846 w 1728164"/>
              <a:gd name="csY7677" fmla="*/ 826513 h 1028969"/>
              <a:gd name="csX7678" fmla="*/ 1327015 w 1728164"/>
              <a:gd name="csY7678" fmla="*/ 826922 h 1028969"/>
              <a:gd name="csX7679" fmla="*/ 1327193 w 1728164"/>
              <a:gd name="csY7679" fmla="*/ 827332 h 1028969"/>
              <a:gd name="csX7680" fmla="*/ 1327362 w 1728164"/>
              <a:gd name="csY7680" fmla="*/ 827750 h 1028969"/>
              <a:gd name="csX7681" fmla="*/ 1327540 w 1728164"/>
              <a:gd name="csY7681" fmla="*/ 828159 h 1028969"/>
              <a:gd name="csX7682" fmla="*/ 1327709 w 1728164"/>
              <a:gd name="csY7682" fmla="*/ 828568 h 1028969"/>
              <a:gd name="csX7683" fmla="*/ 1327878 w 1728164"/>
              <a:gd name="csY7683" fmla="*/ 828977 h 1028969"/>
              <a:gd name="csX7684" fmla="*/ 1328056 w 1728164"/>
              <a:gd name="csY7684" fmla="*/ 829387 h 1028969"/>
              <a:gd name="csX7685" fmla="*/ 1328225 w 1728164"/>
              <a:gd name="csY7685" fmla="*/ 829787 h 1028969"/>
              <a:gd name="csX7686" fmla="*/ 1328403 w 1728164"/>
              <a:gd name="csY7686" fmla="*/ 830196 h 1028969"/>
              <a:gd name="csX7687" fmla="*/ 1328572 w 1728164"/>
              <a:gd name="csY7687" fmla="*/ 830605 h 1028969"/>
              <a:gd name="csX7688" fmla="*/ 1328750 w 1728164"/>
              <a:gd name="csY7688" fmla="*/ 831006 h 1028969"/>
              <a:gd name="csX7689" fmla="*/ 1328919 w 1728164"/>
              <a:gd name="csY7689" fmla="*/ 831415 h 1028969"/>
              <a:gd name="csX7690" fmla="*/ 1329088 w 1728164"/>
              <a:gd name="csY7690" fmla="*/ 831815 h 1028969"/>
              <a:gd name="csX7691" fmla="*/ 1329266 w 1728164"/>
              <a:gd name="csY7691" fmla="*/ 832225 h 1028969"/>
              <a:gd name="csX7692" fmla="*/ 1329435 w 1728164"/>
              <a:gd name="csY7692" fmla="*/ 832625 h 1028969"/>
              <a:gd name="csX7693" fmla="*/ 1329613 w 1728164"/>
              <a:gd name="csY7693" fmla="*/ 833025 h 1028969"/>
              <a:gd name="csX7694" fmla="*/ 1329782 w 1728164"/>
              <a:gd name="csY7694" fmla="*/ 833435 h 1028969"/>
              <a:gd name="csX7695" fmla="*/ 1329960 w 1728164"/>
              <a:gd name="csY7695" fmla="*/ 833835 h 1028969"/>
              <a:gd name="csX7696" fmla="*/ 1330129 w 1728164"/>
              <a:gd name="csY7696" fmla="*/ 834235 h 1028969"/>
              <a:gd name="csX7697" fmla="*/ 1330298 w 1728164"/>
              <a:gd name="csY7697" fmla="*/ 834636 h 1028969"/>
              <a:gd name="csX7698" fmla="*/ 1330476 w 1728164"/>
              <a:gd name="csY7698" fmla="*/ 835036 h 1028969"/>
              <a:gd name="csX7699" fmla="*/ 1330645 w 1728164"/>
              <a:gd name="csY7699" fmla="*/ 835436 h 1028969"/>
              <a:gd name="csX7700" fmla="*/ 1330823 w 1728164"/>
              <a:gd name="csY7700" fmla="*/ 835828 h 1028969"/>
              <a:gd name="csX7701" fmla="*/ 1330992 w 1728164"/>
              <a:gd name="csY7701" fmla="*/ 836228 h 1028969"/>
              <a:gd name="csX7702" fmla="*/ 1331170 w 1728164"/>
              <a:gd name="csY7702" fmla="*/ 836628 h 1028969"/>
              <a:gd name="csX7703" fmla="*/ 1331339 w 1728164"/>
              <a:gd name="csY7703" fmla="*/ 837029 h 1028969"/>
              <a:gd name="csX7704" fmla="*/ 1331508 w 1728164"/>
              <a:gd name="csY7704" fmla="*/ 837420 h 1028969"/>
              <a:gd name="csX7705" fmla="*/ 1331686 w 1728164"/>
              <a:gd name="csY7705" fmla="*/ 837820 h 1028969"/>
              <a:gd name="csX7706" fmla="*/ 1331855 w 1728164"/>
              <a:gd name="csY7706" fmla="*/ 838212 h 1028969"/>
              <a:gd name="csX7707" fmla="*/ 1332033 w 1728164"/>
              <a:gd name="csY7707" fmla="*/ 838603 h 1028969"/>
              <a:gd name="csX7708" fmla="*/ 1332202 w 1728164"/>
              <a:gd name="csY7708" fmla="*/ 839004 h 1028969"/>
              <a:gd name="csX7709" fmla="*/ 1332380 w 1728164"/>
              <a:gd name="csY7709" fmla="*/ 839395 h 1028969"/>
              <a:gd name="csX7710" fmla="*/ 1332549 w 1728164"/>
              <a:gd name="csY7710" fmla="*/ 839787 h 1028969"/>
              <a:gd name="csX7711" fmla="*/ 1332718 w 1728164"/>
              <a:gd name="csY7711" fmla="*/ 840178 h 1028969"/>
              <a:gd name="csX7712" fmla="*/ 1332896 w 1728164"/>
              <a:gd name="csY7712" fmla="*/ 840570 h 1028969"/>
              <a:gd name="csX7713" fmla="*/ 1333065 w 1728164"/>
              <a:gd name="csY7713" fmla="*/ 840961 h 1028969"/>
              <a:gd name="csX7714" fmla="*/ 1333242 w 1728164"/>
              <a:gd name="csY7714" fmla="*/ 841352 h 1028969"/>
              <a:gd name="csX7715" fmla="*/ 1333412 w 1728164"/>
              <a:gd name="csY7715" fmla="*/ 841744 h 1028969"/>
              <a:gd name="csX7716" fmla="*/ 1333589 w 1728164"/>
              <a:gd name="csY7716" fmla="*/ 842126 h 1028969"/>
              <a:gd name="csX7717" fmla="*/ 1333759 w 1728164"/>
              <a:gd name="csY7717" fmla="*/ 842518 h 1028969"/>
              <a:gd name="csX7718" fmla="*/ 1333928 w 1728164"/>
              <a:gd name="csY7718" fmla="*/ 842909 h 1028969"/>
              <a:gd name="csX7719" fmla="*/ 1334106 w 1728164"/>
              <a:gd name="csY7719" fmla="*/ 843292 h 1028969"/>
              <a:gd name="csX7720" fmla="*/ 1334275 w 1728164"/>
              <a:gd name="csY7720" fmla="*/ 843683 h 1028969"/>
              <a:gd name="csX7721" fmla="*/ 1334452 w 1728164"/>
              <a:gd name="csY7721" fmla="*/ 844066 h 1028969"/>
              <a:gd name="csX7722" fmla="*/ 1334621 w 1728164"/>
              <a:gd name="csY7722" fmla="*/ 844457 h 1028969"/>
              <a:gd name="csX7723" fmla="*/ 1334799 w 1728164"/>
              <a:gd name="csY7723" fmla="*/ 844840 h 1028969"/>
              <a:gd name="csX7724" fmla="*/ 1334968 w 1728164"/>
              <a:gd name="csY7724" fmla="*/ 845222 h 1028969"/>
              <a:gd name="csX7725" fmla="*/ 1335137 w 1728164"/>
              <a:gd name="csY7725" fmla="*/ 845605 h 1028969"/>
              <a:gd name="csX7726" fmla="*/ 1335315 w 1728164"/>
              <a:gd name="csY7726" fmla="*/ 845987 h 1028969"/>
              <a:gd name="csX7727" fmla="*/ 1335484 w 1728164"/>
              <a:gd name="csY7727" fmla="*/ 846370 h 1028969"/>
              <a:gd name="csX7728" fmla="*/ 1335662 w 1728164"/>
              <a:gd name="csY7728" fmla="*/ 846753 h 1028969"/>
              <a:gd name="csX7729" fmla="*/ 1335831 w 1728164"/>
              <a:gd name="csY7729" fmla="*/ 847135 h 1028969"/>
              <a:gd name="csX7730" fmla="*/ 1336009 w 1728164"/>
              <a:gd name="csY7730" fmla="*/ 847518 h 1028969"/>
              <a:gd name="csX7731" fmla="*/ 1336178 w 1728164"/>
              <a:gd name="csY7731" fmla="*/ 847900 h 1028969"/>
              <a:gd name="csX7732" fmla="*/ 1336347 w 1728164"/>
              <a:gd name="csY7732" fmla="*/ 848283 h 1028969"/>
              <a:gd name="csX7733" fmla="*/ 1336525 w 1728164"/>
              <a:gd name="csY7733" fmla="*/ 848656 h 1028969"/>
              <a:gd name="csX7734" fmla="*/ 1336694 w 1728164"/>
              <a:gd name="csY7734" fmla="*/ 849039 h 1028969"/>
              <a:gd name="csX7735" fmla="*/ 1336872 w 1728164"/>
              <a:gd name="csY7735" fmla="*/ 849413 h 1028969"/>
              <a:gd name="csX7736" fmla="*/ 1337041 w 1728164"/>
              <a:gd name="csY7736" fmla="*/ 849795 h 1028969"/>
              <a:gd name="csX7737" fmla="*/ 1337210 w 1728164"/>
              <a:gd name="csY7737" fmla="*/ 850169 h 1028969"/>
              <a:gd name="csX7738" fmla="*/ 1337388 w 1728164"/>
              <a:gd name="csY7738" fmla="*/ 850542 h 1028969"/>
              <a:gd name="csX7739" fmla="*/ 1337557 w 1728164"/>
              <a:gd name="csY7739" fmla="*/ 850925 h 1028969"/>
              <a:gd name="csX7740" fmla="*/ 1337735 w 1728164"/>
              <a:gd name="csY7740" fmla="*/ 851299 h 1028969"/>
              <a:gd name="csX7741" fmla="*/ 1337904 w 1728164"/>
              <a:gd name="csY7741" fmla="*/ 851672 h 1028969"/>
              <a:gd name="csX7742" fmla="*/ 1338082 w 1728164"/>
              <a:gd name="csY7742" fmla="*/ 852046 h 1028969"/>
              <a:gd name="csX7743" fmla="*/ 1338251 w 1728164"/>
              <a:gd name="csY7743" fmla="*/ 852420 h 1028969"/>
              <a:gd name="csX7744" fmla="*/ 1338420 w 1728164"/>
              <a:gd name="csY7744" fmla="*/ 852793 h 1028969"/>
              <a:gd name="csX7745" fmla="*/ 1338598 w 1728164"/>
              <a:gd name="csY7745" fmla="*/ 853167 h 1028969"/>
              <a:gd name="csX7746" fmla="*/ 1338767 w 1728164"/>
              <a:gd name="csY7746" fmla="*/ 853541 h 1028969"/>
              <a:gd name="csX7747" fmla="*/ 1338945 w 1728164"/>
              <a:gd name="csY7747" fmla="*/ 853905 h 1028969"/>
              <a:gd name="csX7748" fmla="*/ 1339114 w 1728164"/>
              <a:gd name="csY7748" fmla="*/ 854279 h 1028969"/>
              <a:gd name="csX7749" fmla="*/ 1339292 w 1728164"/>
              <a:gd name="csY7749" fmla="*/ 854653 h 1028969"/>
              <a:gd name="csX7750" fmla="*/ 1339461 w 1728164"/>
              <a:gd name="csY7750" fmla="*/ 855017 h 1028969"/>
              <a:gd name="csX7751" fmla="*/ 1339630 w 1728164"/>
              <a:gd name="csY7751" fmla="*/ 855391 h 1028969"/>
              <a:gd name="csX7752" fmla="*/ 1339808 w 1728164"/>
              <a:gd name="csY7752" fmla="*/ 855756 h 1028969"/>
              <a:gd name="csX7753" fmla="*/ 1339977 w 1728164"/>
              <a:gd name="csY7753" fmla="*/ 856121 h 1028969"/>
              <a:gd name="csX7754" fmla="*/ 1340155 w 1728164"/>
              <a:gd name="csY7754" fmla="*/ 856494 h 1028969"/>
              <a:gd name="csX7755" fmla="*/ 1340324 w 1728164"/>
              <a:gd name="csY7755" fmla="*/ 856859 h 1028969"/>
              <a:gd name="csX7756" fmla="*/ 1340502 w 1728164"/>
              <a:gd name="csY7756" fmla="*/ 857224 h 1028969"/>
              <a:gd name="csX7757" fmla="*/ 1340671 w 1728164"/>
              <a:gd name="csY7757" fmla="*/ 857588 h 1028969"/>
              <a:gd name="csX7758" fmla="*/ 1340840 w 1728164"/>
              <a:gd name="csY7758" fmla="*/ 857953 h 1028969"/>
              <a:gd name="csX7759" fmla="*/ 1341018 w 1728164"/>
              <a:gd name="csY7759" fmla="*/ 858318 h 1028969"/>
              <a:gd name="csX7760" fmla="*/ 1341187 w 1728164"/>
              <a:gd name="csY7760" fmla="*/ 858683 h 1028969"/>
              <a:gd name="csX7761" fmla="*/ 1341365 w 1728164"/>
              <a:gd name="csY7761" fmla="*/ 859048 h 1028969"/>
              <a:gd name="csX7762" fmla="*/ 1341534 w 1728164"/>
              <a:gd name="csY7762" fmla="*/ 859412 h 1028969"/>
              <a:gd name="csX7763" fmla="*/ 1341712 w 1728164"/>
              <a:gd name="csY7763" fmla="*/ 859768 h 1028969"/>
              <a:gd name="csX7764" fmla="*/ 1341881 w 1728164"/>
              <a:gd name="csY7764" fmla="*/ 860133 h 1028969"/>
              <a:gd name="csX7765" fmla="*/ 1342050 w 1728164"/>
              <a:gd name="csY7765" fmla="*/ 860489 h 1028969"/>
              <a:gd name="csX7766" fmla="*/ 1342228 w 1728164"/>
              <a:gd name="csY7766" fmla="*/ 860853 h 1028969"/>
              <a:gd name="csX7767" fmla="*/ 1342397 w 1728164"/>
              <a:gd name="csY7767" fmla="*/ 861209 h 1028969"/>
              <a:gd name="csX7768" fmla="*/ 1342575 w 1728164"/>
              <a:gd name="csY7768" fmla="*/ 861574 h 1028969"/>
              <a:gd name="csX7769" fmla="*/ 1342744 w 1728164"/>
              <a:gd name="csY7769" fmla="*/ 861930 h 1028969"/>
              <a:gd name="csX7770" fmla="*/ 1342922 w 1728164"/>
              <a:gd name="csY7770" fmla="*/ 862286 h 1028969"/>
              <a:gd name="csX7771" fmla="*/ 1343091 w 1728164"/>
              <a:gd name="csY7771" fmla="*/ 862642 h 1028969"/>
              <a:gd name="csX7772" fmla="*/ 1343260 w 1728164"/>
              <a:gd name="csY7772" fmla="*/ 863006 h 1028969"/>
              <a:gd name="csX7773" fmla="*/ 1343438 w 1728164"/>
              <a:gd name="csY7773" fmla="*/ 863362 h 1028969"/>
              <a:gd name="csX7774" fmla="*/ 1343607 w 1728164"/>
              <a:gd name="csY7774" fmla="*/ 863718 h 1028969"/>
              <a:gd name="csX7775" fmla="*/ 1343785 w 1728164"/>
              <a:gd name="csY7775" fmla="*/ 864074 h 1028969"/>
              <a:gd name="csX7776" fmla="*/ 1343954 w 1728164"/>
              <a:gd name="csY7776" fmla="*/ 864421 h 1028969"/>
              <a:gd name="csX7777" fmla="*/ 1344132 w 1728164"/>
              <a:gd name="csY7777" fmla="*/ 864777 h 1028969"/>
              <a:gd name="csX7778" fmla="*/ 1344301 w 1728164"/>
              <a:gd name="csY7778" fmla="*/ 865133 h 1028969"/>
              <a:gd name="csX7779" fmla="*/ 1344470 w 1728164"/>
              <a:gd name="csY7779" fmla="*/ 865489 h 1028969"/>
              <a:gd name="csX7780" fmla="*/ 1344648 w 1728164"/>
              <a:gd name="csY7780" fmla="*/ 865835 h 1028969"/>
              <a:gd name="csX7781" fmla="*/ 1344817 w 1728164"/>
              <a:gd name="csY7781" fmla="*/ 866191 h 1028969"/>
              <a:gd name="csX7782" fmla="*/ 1344995 w 1728164"/>
              <a:gd name="csY7782" fmla="*/ 866538 h 1028969"/>
              <a:gd name="csX7783" fmla="*/ 1345164 w 1728164"/>
              <a:gd name="csY7783" fmla="*/ 866894 h 1028969"/>
              <a:gd name="csX7784" fmla="*/ 1345342 w 1728164"/>
              <a:gd name="csY7784" fmla="*/ 867241 h 1028969"/>
              <a:gd name="csX7785" fmla="*/ 1345511 w 1728164"/>
              <a:gd name="csY7785" fmla="*/ 867588 h 1028969"/>
              <a:gd name="csX7786" fmla="*/ 1345680 w 1728164"/>
              <a:gd name="csY7786" fmla="*/ 867944 h 1028969"/>
              <a:gd name="csX7787" fmla="*/ 1345858 w 1728164"/>
              <a:gd name="csY7787" fmla="*/ 868291 h 1028969"/>
              <a:gd name="csX7788" fmla="*/ 1346027 w 1728164"/>
              <a:gd name="csY7788" fmla="*/ 868638 h 1028969"/>
              <a:gd name="csX7789" fmla="*/ 1346205 w 1728164"/>
              <a:gd name="csY7789" fmla="*/ 868985 h 1028969"/>
              <a:gd name="csX7790" fmla="*/ 1346374 w 1728164"/>
              <a:gd name="csY7790" fmla="*/ 869332 h 1028969"/>
              <a:gd name="csX7791" fmla="*/ 1346552 w 1728164"/>
              <a:gd name="csY7791" fmla="*/ 869679 h 1028969"/>
              <a:gd name="csX7792" fmla="*/ 1346721 w 1728164"/>
              <a:gd name="csY7792" fmla="*/ 870026 h 1028969"/>
              <a:gd name="csX7793" fmla="*/ 1346890 w 1728164"/>
              <a:gd name="csY7793" fmla="*/ 870364 h 1028969"/>
              <a:gd name="csX7794" fmla="*/ 1347068 w 1728164"/>
              <a:gd name="csY7794" fmla="*/ 870711 h 1028969"/>
              <a:gd name="csX7795" fmla="*/ 1347237 w 1728164"/>
              <a:gd name="csY7795" fmla="*/ 871058 h 1028969"/>
              <a:gd name="csX7796" fmla="*/ 1347415 w 1728164"/>
              <a:gd name="csY7796" fmla="*/ 871396 h 1028969"/>
              <a:gd name="csX7797" fmla="*/ 1347584 w 1728164"/>
              <a:gd name="csY7797" fmla="*/ 871743 h 1028969"/>
              <a:gd name="csX7798" fmla="*/ 1347762 w 1728164"/>
              <a:gd name="csY7798" fmla="*/ 872081 h 1028969"/>
              <a:gd name="csX7799" fmla="*/ 1347931 w 1728164"/>
              <a:gd name="csY7799" fmla="*/ 872428 h 1028969"/>
              <a:gd name="csX7800" fmla="*/ 1348100 w 1728164"/>
              <a:gd name="csY7800" fmla="*/ 872766 h 1028969"/>
              <a:gd name="csX7801" fmla="*/ 1348278 w 1728164"/>
              <a:gd name="csY7801" fmla="*/ 873104 h 1028969"/>
              <a:gd name="csX7802" fmla="*/ 1348447 w 1728164"/>
              <a:gd name="csY7802" fmla="*/ 873451 h 1028969"/>
              <a:gd name="csX7803" fmla="*/ 1348624 w 1728164"/>
              <a:gd name="csY7803" fmla="*/ 873789 h 1028969"/>
              <a:gd name="csX7804" fmla="*/ 1348794 w 1728164"/>
              <a:gd name="csY7804" fmla="*/ 874127 h 1028969"/>
              <a:gd name="csX7805" fmla="*/ 1348971 w 1728164"/>
              <a:gd name="csY7805" fmla="*/ 874465 h 1028969"/>
              <a:gd name="csX7806" fmla="*/ 1349140 w 1728164"/>
              <a:gd name="csY7806" fmla="*/ 874803 h 1028969"/>
              <a:gd name="csX7807" fmla="*/ 1349310 w 1728164"/>
              <a:gd name="csY7807" fmla="*/ 875141 h 1028969"/>
              <a:gd name="csX7808" fmla="*/ 1349487 w 1728164"/>
              <a:gd name="csY7808" fmla="*/ 875479 h 1028969"/>
              <a:gd name="csX7809" fmla="*/ 1349656 w 1728164"/>
              <a:gd name="csY7809" fmla="*/ 875817 h 1028969"/>
              <a:gd name="csX7810" fmla="*/ 1349834 w 1728164"/>
              <a:gd name="csY7810" fmla="*/ 876146 h 1028969"/>
              <a:gd name="csX7811" fmla="*/ 1350003 w 1728164"/>
              <a:gd name="csY7811" fmla="*/ 876485 h 1028969"/>
              <a:gd name="csX7812" fmla="*/ 1350181 w 1728164"/>
              <a:gd name="csY7812" fmla="*/ 876814 h 1028969"/>
              <a:gd name="csX7813" fmla="*/ 1350350 w 1728164"/>
              <a:gd name="csY7813" fmla="*/ 877152 h 1028969"/>
              <a:gd name="csX7814" fmla="*/ 1350519 w 1728164"/>
              <a:gd name="csY7814" fmla="*/ 877490 h 1028969"/>
              <a:gd name="csX7815" fmla="*/ 1350697 w 1728164"/>
              <a:gd name="csY7815" fmla="*/ 877819 h 1028969"/>
              <a:gd name="csX7816" fmla="*/ 1350866 w 1728164"/>
              <a:gd name="csY7816" fmla="*/ 878148 h 1028969"/>
              <a:gd name="csX7817" fmla="*/ 1351044 w 1728164"/>
              <a:gd name="csY7817" fmla="*/ 878486 h 1028969"/>
              <a:gd name="csX7818" fmla="*/ 1351213 w 1728164"/>
              <a:gd name="csY7818" fmla="*/ 878815 h 1028969"/>
              <a:gd name="csX7819" fmla="*/ 1351391 w 1728164"/>
              <a:gd name="csY7819" fmla="*/ 879145 h 1028969"/>
              <a:gd name="csX7820" fmla="*/ 1351560 w 1728164"/>
              <a:gd name="csY7820" fmla="*/ 879474 h 1028969"/>
              <a:gd name="csX7821" fmla="*/ 1351729 w 1728164"/>
              <a:gd name="csY7821" fmla="*/ 879803 h 1028969"/>
              <a:gd name="csX7822" fmla="*/ 1351907 w 1728164"/>
              <a:gd name="csY7822" fmla="*/ 880132 h 1028969"/>
              <a:gd name="csX7823" fmla="*/ 1352076 w 1728164"/>
              <a:gd name="csY7823" fmla="*/ 880461 h 1028969"/>
              <a:gd name="csX7824" fmla="*/ 1352254 w 1728164"/>
              <a:gd name="csY7824" fmla="*/ 880790 h 1028969"/>
              <a:gd name="csX7825" fmla="*/ 1352423 w 1728164"/>
              <a:gd name="csY7825" fmla="*/ 881120 h 1028969"/>
              <a:gd name="csX7826" fmla="*/ 1352601 w 1728164"/>
              <a:gd name="csY7826" fmla="*/ 881440 h 1028969"/>
              <a:gd name="csX7827" fmla="*/ 1352770 w 1728164"/>
              <a:gd name="csY7827" fmla="*/ 881769 h 1028969"/>
              <a:gd name="csX7828" fmla="*/ 1352939 w 1728164"/>
              <a:gd name="csY7828" fmla="*/ 882098 h 1028969"/>
              <a:gd name="csX7829" fmla="*/ 1353117 w 1728164"/>
              <a:gd name="csY7829" fmla="*/ 882418 h 1028969"/>
              <a:gd name="csX7830" fmla="*/ 1353286 w 1728164"/>
              <a:gd name="csY7830" fmla="*/ 882748 h 1028969"/>
              <a:gd name="csX7831" fmla="*/ 1353464 w 1728164"/>
              <a:gd name="csY7831" fmla="*/ 883068 h 1028969"/>
              <a:gd name="csX7832" fmla="*/ 1353633 w 1728164"/>
              <a:gd name="csY7832" fmla="*/ 883397 h 1028969"/>
              <a:gd name="csX7833" fmla="*/ 1353811 w 1728164"/>
              <a:gd name="csY7833" fmla="*/ 883717 h 1028969"/>
              <a:gd name="csX7834" fmla="*/ 1353980 w 1728164"/>
              <a:gd name="csY7834" fmla="*/ 884038 h 1028969"/>
              <a:gd name="csX7835" fmla="*/ 1354149 w 1728164"/>
              <a:gd name="csY7835" fmla="*/ 884358 h 1028969"/>
              <a:gd name="csX7836" fmla="*/ 1354327 w 1728164"/>
              <a:gd name="csY7836" fmla="*/ 884678 h 1028969"/>
              <a:gd name="csX7837" fmla="*/ 1354496 w 1728164"/>
              <a:gd name="csY7837" fmla="*/ 884998 h 1028969"/>
              <a:gd name="csX7838" fmla="*/ 1354674 w 1728164"/>
              <a:gd name="csY7838" fmla="*/ 885319 h 1028969"/>
              <a:gd name="csX7839" fmla="*/ 1354843 w 1728164"/>
              <a:gd name="csY7839" fmla="*/ 885639 h 1028969"/>
              <a:gd name="csX7840" fmla="*/ 1355021 w 1728164"/>
              <a:gd name="csY7840" fmla="*/ 885959 h 1028969"/>
              <a:gd name="csX7841" fmla="*/ 1355190 w 1728164"/>
              <a:gd name="csY7841" fmla="*/ 886280 h 1028969"/>
              <a:gd name="csX7842" fmla="*/ 1355359 w 1728164"/>
              <a:gd name="csY7842" fmla="*/ 886600 h 1028969"/>
              <a:gd name="csX7843" fmla="*/ 1355537 w 1728164"/>
              <a:gd name="csY7843" fmla="*/ 886920 h 1028969"/>
              <a:gd name="csX7844" fmla="*/ 1355706 w 1728164"/>
              <a:gd name="csY7844" fmla="*/ 887231 h 1028969"/>
              <a:gd name="csX7845" fmla="*/ 1355884 w 1728164"/>
              <a:gd name="csY7845" fmla="*/ 887552 h 1028969"/>
              <a:gd name="csX7846" fmla="*/ 1356053 w 1728164"/>
              <a:gd name="csY7846" fmla="*/ 887863 h 1028969"/>
              <a:gd name="csX7847" fmla="*/ 1356222 w 1728164"/>
              <a:gd name="csY7847" fmla="*/ 888183 h 1028969"/>
              <a:gd name="csX7848" fmla="*/ 1356400 w 1728164"/>
              <a:gd name="csY7848" fmla="*/ 888495 h 1028969"/>
              <a:gd name="csX7849" fmla="*/ 1356569 w 1728164"/>
              <a:gd name="csY7849" fmla="*/ 888806 h 1028969"/>
              <a:gd name="csX7850" fmla="*/ 1356747 w 1728164"/>
              <a:gd name="csY7850" fmla="*/ 889126 h 1028969"/>
              <a:gd name="csX7851" fmla="*/ 1356916 w 1728164"/>
              <a:gd name="csY7851" fmla="*/ 889438 h 1028969"/>
              <a:gd name="csX7852" fmla="*/ 1357094 w 1728164"/>
              <a:gd name="csY7852" fmla="*/ 889749 h 1028969"/>
              <a:gd name="csX7853" fmla="*/ 1357263 w 1728164"/>
              <a:gd name="csY7853" fmla="*/ 890061 h 1028969"/>
              <a:gd name="csX7854" fmla="*/ 1357432 w 1728164"/>
              <a:gd name="csY7854" fmla="*/ 890372 h 1028969"/>
              <a:gd name="csX7855" fmla="*/ 1357610 w 1728164"/>
              <a:gd name="csY7855" fmla="*/ 890683 h 1028969"/>
              <a:gd name="csX7856" fmla="*/ 1357779 w 1728164"/>
              <a:gd name="csY7856" fmla="*/ 890995 h 1028969"/>
              <a:gd name="csX7857" fmla="*/ 1357957 w 1728164"/>
              <a:gd name="csY7857" fmla="*/ 891306 h 1028969"/>
              <a:gd name="csX7858" fmla="*/ 1358126 w 1728164"/>
              <a:gd name="csY7858" fmla="*/ 891617 h 1028969"/>
              <a:gd name="csX7859" fmla="*/ 1358304 w 1728164"/>
              <a:gd name="csY7859" fmla="*/ 891929 h 1028969"/>
              <a:gd name="csX7860" fmla="*/ 1358473 w 1728164"/>
              <a:gd name="csY7860" fmla="*/ 892231 h 1028969"/>
              <a:gd name="csX7861" fmla="*/ 1358642 w 1728164"/>
              <a:gd name="csY7861" fmla="*/ 892543 h 1028969"/>
              <a:gd name="csX7862" fmla="*/ 1358820 w 1728164"/>
              <a:gd name="csY7862" fmla="*/ 892845 h 1028969"/>
              <a:gd name="csX7863" fmla="*/ 1358989 w 1728164"/>
              <a:gd name="csY7863" fmla="*/ 893156 h 1028969"/>
              <a:gd name="csX7864" fmla="*/ 1359167 w 1728164"/>
              <a:gd name="csY7864" fmla="*/ 893459 h 1028969"/>
              <a:gd name="csX7865" fmla="*/ 1359336 w 1728164"/>
              <a:gd name="csY7865" fmla="*/ 893770 h 1028969"/>
              <a:gd name="csX7866" fmla="*/ 1359514 w 1728164"/>
              <a:gd name="csY7866" fmla="*/ 894073 h 1028969"/>
              <a:gd name="csX7867" fmla="*/ 1359683 w 1728164"/>
              <a:gd name="csY7867" fmla="*/ 894375 h 1028969"/>
              <a:gd name="csX7868" fmla="*/ 1359852 w 1728164"/>
              <a:gd name="csY7868" fmla="*/ 894678 h 1028969"/>
              <a:gd name="csX7869" fmla="*/ 1360030 w 1728164"/>
              <a:gd name="csY7869" fmla="*/ 894989 h 1028969"/>
              <a:gd name="csX7870" fmla="*/ 1360199 w 1728164"/>
              <a:gd name="csY7870" fmla="*/ 895292 h 1028969"/>
              <a:gd name="csX7871" fmla="*/ 1360377 w 1728164"/>
              <a:gd name="csY7871" fmla="*/ 895594 h 1028969"/>
              <a:gd name="csX7872" fmla="*/ 1360546 w 1728164"/>
              <a:gd name="csY7872" fmla="*/ 895897 h 1028969"/>
              <a:gd name="csX7873" fmla="*/ 1360724 w 1728164"/>
              <a:gd name="csY7873" fmla="*/ 896199 h 1028969"/>
              <a:gd name="csX7874" fmla="*/ 1360893 w 1728164"/>
              <a:gd name="csY7874" fmla="*/ 896493 h 1028969"/>
              <a:gd name="csX7875" fmla="*/ 1361062 w 1728164"/>
              <a:gd name="csY7875" fmla="*/ 896795 h 1028969"/>
              <a:gd name="csX7876" fmla="*/ 1361240 w 1728164"/>
              <a:gd name="csY7876" fmla="*/ 897098 h 1028969"/>
              <a:gd name="csX7877" fmla="*/ 1361409 w 1728164"/>
              <a:gd name="csY7877" fmla="*/ 897400 h 1028969"/>
              <a:gd name="csX7878" fmla="*/ 1361587 w 1728164"/>
              <a:gd name="csY7878" fmla="*/ 897694 h 1028969"/>
              <a:gd name="csX7879" fmla="*/ 1361756 w 1728164"/>
              <a:gd name="csY7879" fmla="*/ 897996 h 1028969"/>
              <a:gd name="csX7880" fmla="*/ 1361934 w 1728164"/>
              <a:gd name="csY7880" fmla="*/ 898290 h 1028969"/>
              <a:gd name="csX7881" fmla="*/ 1362103 w 1728164"/>
              <a:gd name="csY7881" fmla="*/ 898592 h 1028969"/>
              <a:gd name="csX7882" fmla="*/ 1362272 w 1728164"/>
              <a:gd name="csY7882" fmla="*/ 898886 h 1028969"/>
              <a:gd name="csX7883" fmla="*/ 1362450 w 1728164"/>
              <a:gd name="csY7883" fmla="*/ 899179 h 1028969"/>
              <a:gd name="csX7884" fmla="*/ 1362619 w 1728164"/>
              <a:gd name="csY7884" fmla="*/ 899482 h 1028969"/>
              <a:gd name="csX7885" fmla="*/ 1362797 w 1728164"/>
              <a:gd name="csY7885" fmla="*/ 899775 h 1028969"/>
              <a:gd name="csX7886" fmla="*/ 1362966 w 1728164"/>
              <a:gd name="csY7886" fmla="*/ 900069 h 1028969"/>
              <a:gd name="csX7887" fmla="*/ 1363144 w 1728164"/>
              <a:gd name="csY7887" fmla="*/ 900363 h 1028969"/>
              <a:gd name="csX7888" fmla="*/ 1363313 w 1728164"/>
              <a:gd name="csY7888" fmla="*/ 900656 h 1028969"/>
              <a:gd name="csX7889" fmla="*/ 1363482 w 1728164"/>
              <a:gd name="csY7889" fmla="*/ 900950 h 1028969"/>
              <a:gd name="csX7890" fmla="*/ 1363660 w 1728164"/>
              <a:gd name="csY7890" fmla="*/ 901243 h 1028969"/>
              <a:gd name="csX7891" fmla="*/ 1363828 w 1728164"/>
              <a:gd name="csY7891" fmla="*/ 901537 h 1028969"/>
              <a:gd name="csX7892" fmla="*/ 1364006 w 1728164"/>
              <a:gd name="csY7892" fmla="*/ 901831 h 1028969"/>
              <a:gd name="csX7893" fmla="*/ 1364175 w 1728164"/>
              <a:gd name="csY7893" fmla="*/ 902115 h 1028969"/>
              <a:gd name="csX7894" fmla="*/ 1364353 w 1728164"/>
              <a:gd name="csY7894" fmla="*/ 902409 h 1028969"/>
              <a:gd name="csX7895" fmla="*/ 1364522 w 1728164"/>
              <a:gd name="csY7895" fmla="*/ 902702 h 1028969"/>
              <a:gd name="csX7896" fmla="*/ 1364692 w 1728164"/>
              <a:gd name="csY7896" fmla="*/ 902987 h 1028969"/>
              <a:gd name="csX7897" fmla="*/ 1364869 w 1728164"/>
              <a:gd name="csY7897" fmla="*/ 903281 h 1028969"/>
              <a:gd name="csX7898" fmla="*/ 1365038 w 1728164"/>
              <a:gd name="csY7898" fmla="*/ 903565 h 1028969"/>
              <a:gd name="csX7899" fmla="*/ 1365216 w 1728164"/>
              <a:gd name="csY7899" fmla="*/ 903850 h 1028969"/>
              <a:gd name="csX7900" fmla="*/ 1365385 w 1728164"/>
              <a:gd name="csY7900" fmla="*/ 904144 h 1028969"/>
              <a:gd name="csX7901" fmla="*/ 1365563 w 1728164"/>
              <a:gd name="csY7901" fmla="*/ 904428 h 1028969"/>
              <a:gd name="csX7902" fmla="*/ 1365732 w 1728164"/>
              <a:gd name="csY7902" fmla="*/ 904713 h 1028969"/>
              <a:gd name="csX7903" fmla="*/ 1365901 w 1728164"/>
              <a:gd name="csY7903" fmla="*/ 904998 h 1028969"/>
              <a:gd name="csX7904" fmla="*/ 1366079 w 1728164"/>
              <a:gd name="csY7904" fmla="*/ 905291 h 1028969"/>
              <a:gd name="csX7905" fmla="*/ 1366248 w 1728164"/>
              <a:gd name="csY7905" fmla="*/ 905576 h 1028969"/>
              <a:gd name="csX7906" fmla="*/ 1366426 w 1728164"/>
              <a:gd name="csY7906" fmla="*/ 905861 h 1028969"/>
              <a:gd name="csX7907" fmla="*/ 1366595 w 1728164"/>
              <a:gd name="csY7907" fmla="*/ 906145 h 1028969"/>
              <a:gd name="csX7908" fmla="*/ 1366773 w 1728164"/>
              <a:gd name="csY7908" fmla="*/ 906421 h 1028969"/>
              <a:gd name="csX7909" fmla="*/ 1366942 w 1728164"/>
              <a:gd name="csY7909" fmla="*/ 906706 h 1028969"/>
              <a:gd name="csX7910" fmla="*/ 1367111 w 1728164"/>
              <a:gd name="csY7910" fmla="*/ 906990 h 1028969"/>
              <a:gd name="csX7911" fmla="*/ 1367289 w 1728164"/>
              <a:gd name="csY7911" fmla="*/ 907275 h 1028969"/>
              <a:gd name="csX7912" fmla="*/ 1367458 w 1728164"/>
              <a:gd name="csY7912" fmla="*/ 907551 h 1028969"/>
              <a:gd name="csX7913" fmla="*/ 1367636 w 1728164"/>
              <a:gd name="csY7913" fmla="*/ 907836 h 1028969"/>
              <a:gd name="csX7914" fmla="*/ 1367805 w 1728164"/>
              <a:gd name="csY7914" fmla="*/ 908111 h 1028969"/>
              <a:gd name="csX7915" fmla="*/ 1367983 w 1728164"/>
              <a:gd name="csY7915" fmla="*/ 908396 h 1028969"/>
              <a:gd name="csX7916" fmla="*/ 1368152 w 1728164"/>
              <a:gd name="csY7916" fmla="*/ 908672 h 1028969"/>
              <a:gd name="csX7917" fmla="*/ 1368321 w 1728164"/>
              <a:gd name="csY7917" fmla="*/ 908957 h 1028969"/>
              <a:gd name="csX7918" fmla="*/ 1368499 w 1728164"/>
              <a:gd name="csY7918" fmla="*/ 909232 h 1028969"/>
              <a:gd name="csX7919" fmla="*/ 1368668 w 1728164"/>
              <a:gd name="csY7919" fmla="*/ 909508 h 1028969"/>
              <a:gd name="csX7920" fmla="*/ 1368846 w 1728164"/>
              <a:gd name="csY7920" fmla="*/ 909784 h 1028969"/>
              <a:gd name="csX7921" fmla="*/ 1369015 w 1728164"/>
              <a:gd name="csY7921" fmla="*/ 910060 h 1028969"/>
              <a:gd name="csX7922" fmla="*/ 1369193 w 1728164"/>
              <a:gd name="csY7922" fmla="*/ 910344 h 1028969"/>
              <a:gd name="csX7923" fmla="*/ 1369362 w 1728164"/>
              <a:gd name="csY7923" fmla="*/ 910620 h 1028969"/>
              <a:gd name="csX7924" fmla="*/ 1369531 w 1728164"/>
              <a:gd name="csY7924" fmla="*/ 910896 h 1028969"/>
              <a:gd name="csX7925" fmla="*/ 1369709 w 1728164"/>
              <a:gd name="csY7925" fmla="*/ 911163 h 1028969"/>
              <a:gd name="csX7926" fmla="*/ 1369878 w 1728164"/>
              <a:gd name="csY7926" fmla="*/ 911439 h 1028969"/>
              <a:gd name="csX7927" fmla="*/ 1370056 w 1728164"/>
              <a:gd name="csY7927" fmla="*/ 911714 h 1028969"/>
              <a:gd name="csX7928" fmla="*/ 1370225 w 1728164"/>
              <a:gd name="csY7928" fmla="*/ 911990 h 1028969"/>
              <a:gd name="csX7929" fmla="*/ 1370403 w 1728164"/>
              <a:gd name="csY7929" fmla="*/ 912266 h 1028969"/>
              <a:gd name="csX7930" fmla="*/ 1370572 w 1728164"/>
              <a:gd name="csY7930" fmla="*/ 912533 h 1028969"/>
              <a:gd name="csX7931" fmla="*/ 1370741 w 1728164"/>
              <a:gd name="csY7931" fmla="*/ 912809 h 1028969"/>
              <a:gd name="csX7932" fmla="*/ 1370919 w 1728164"/>
              <a:gd name="csY7932" fmla="*/ 913076 h 1028969"/>
              <a:gd name="csX7933" fmla="*/ 1371088 w 1728164"/>
              <a:gd name="csY7933" fmla="*/ 913351 h 1028969"/>
              <a:gd name="csX7934" fmla="*/ 1371266 w 1728164"/>
              <a:gd name="csY7934" fmla="*/ 913618 h 1028969"/>
              <a:gd name="csX7935" fmla="*/ 1371435 w 1728164"/>
              <a:gd name="csY7935" fmla="*/ 913885 h 1028969"/>
              <a:gd name="csX7936" fmla="*/ 1371613 w 1728164"/>
              <a:gd name="csY7936" fmla="*/ 914161 h 1028969"/>
              <a:gd name="csX7937" fmla="*/ 1371782 w 1728164"/>
              <a:gd name="csY7937" fmla="*/ 914428 h 1028969"/>
              <a:gd name="csX7938" fmla="*/ 1371951 w 1728164"/>
              <a:gd name="csY7938" fmla="*/ 914695 h 1028969"/>
              <a:gd name="csX7939" fmla="*/ 1372129 w 1728164"/>
              <a:gd name="csY7939" fmla="*/ 914962 h 1028969"/>
              <a:gd name="csX7940" fmla="*/ 1372298 w 1728164"/>
              <a:gd name="csY7940" fmla="*/ 915229 h 1028969"/>
              <a:gd name="csX7941" fmla="*/ 1372476 w 1728164"/>
              <a:gd name="csY7941" fmla="*/ 915495 h 1028969"/>
              <a:gd name="csX7942" fmla="*/ 1372645 w 1728164"/>
              <a:gd name="csY7942" fmla="*/ 915762 h 1028969"/>
              <a:gd name="csX7943" fmla="*/ 1372823 w 1728164"/>
              <a:gd name="csY7943" fmla="*/ 916029 h 1028969"/>
              <a:gd name="csX7944" fmla="*/ 1372992 w 1728164"/>
              <a:gd name="csY7944" fmla="*/ 916296 h 1028969"/>
              <a:gd name="csX7945" fmla="*/ 1373161 w 1728164"/>
              <a:gd name="csY7945" fmla="*/ 916563 h 1028969"/>
              <a:gd name="csX7946" fmla="*/ 1373339 w 1728164"/>
              <a:gd name="csY7946" fmla="*/ 916830 h 1028969"/>
              <a:gd name="csX7947" fmla="*/ 1373508 w 1728164"/>
              <a:gd name="csY7947" fmla="*/ 917088 h 1028969"/>
              <a:gd name="csX7948" fmla="*/ 1373686 w 1728164"/>
              <a:gd name="csY7948" fmla="*/ 917355 h 1028969"/>
              <a:gd name="csX7949" fmla="*/ 1373855 w 1728164"/>
              <a:gd name="csY7949" fmla="*/ 917613 h 1028969"/>
              <a:gd name="csX7950" fmla="*/ 1374033 w 1728164"/>
              <a:gd name="csY7950" fmla="*/ 917880 h 1028969"/>
              <a:gd name="csX7951" fmla="*/ 1374202 w 1728164"/>
              <a:gd name="csY7951" fmla="*/ 918138 h 1028969"/>
              <a:gd name="csX7952" fmla="*/ 1374371 w 1728164"/>
              <a:gd name="csY7952" fmla="*/ 918405 h 1028969"/>
              <a:gd name="csX7953" fmla="*/ 1374549 w 1728164"/>
              <a:gd name="csY7953" fmla="*/ 918663 h 1028969"/>
              <a:gd name="csX7954" fmla="*/ 1374718 w 1728164"/>
              <a:gd name="csY7954" fmla="*/ 918929 h 1028969"/>
              <a:gd name="csX7955" fmla="*/ 1374896 w 1728164"/>
              <a:gd name="csY7955" fmla="*/ 919188 h 1028969"/>
              <a:gd name="csX7956" fmla="*/ 1375065 w 1728164"/>
              <a:gd name="csY7956" fmla="*/ 919445 h 1028969"/>
              <a:gd name="csX7957" fmla="*/ 1375234 w 1728164"/>
              <a:gd name="csY7957" fmla="*/ 919703 h 1028969"/>
              <a:gd name="csX7958" fmla="*/ 1375412 w 1728164"/>
              <a:gd name="csY7958" fmla="*/ 919961 h 1028969"/>
              <a:gd name="csX7959" fmla="*/ 1375581 w 1728164"/>
              <a:gd name="csY7959" fmla="*/ 920219 h 1028969"/>
              <a:gd name="csX7960" fmla="*/ 1375759 w 1728164"/>
              <a:gd name="csY7960" fmla="*/ 920477 h 1028969"/>
              <a:gd name="csX7961" fmla="*/ 1375928 w 1728164"/>
              <a:gd name="csY7961" fmla="*/ 920735 h 1028969"/>
              <a:gd name="csX7962" fmla="*/ 1376106 w 1728164"/>
              <a:gd name="csY7962" fmla="*/ 920993 h 1028969"/>
              <a:gd name="csX7963" fmla="*/ 1376275 w 1728164"/>
              <a:gd name="csY7963" fmla="*/ 921251 h 1028969"/>
              <a:gd name="csX7964" fmla="*/ 1376444 w 1728164"/>
              <a:gd name="csY7964" fmla="*/ 921509 h 1028969"/>
              <a:gd name="csX7965" fmla="*/ 1376622 w 1728164"/>
              <a:gd name="csY7965" fmla="*/ 921759 h 1028969"/>
              <a:gd name="csX7966" fmla="*/ 1376791 w 1728164"/>
              <a:gd name="csY7966" fmla="*/ 922017 h 1028969"/>
              <a:gd name="csX7967" fmla="*/ 1376969 w 1728164"/>
              <a:gd name="csY7967" fmla="*/ 922275 h 1028969"/>
              <a:gd name="csX7968" fmla="*/ 1377138 w 1728164"/>
              <a:gd name="csY7968" fmla="*/ 922524 h 1028969"/>
              <a:gd name="csX7969" fmla="*/ 1377316 w 1728164"/>
              <a:gd name="csY7969" fmla="*/ 922782 h 1028969"/>
              <a:gd name="csX7970" fmla="*/ 1377485 w 1728164"/>
              <a:gd name="csY7970" fmla="*/ 923031 h 1028969"/>
              <a:gd name="csX7971" fmla="*/ 1377654 w 1728164"/>
              <a:gd name="csY7971" fmla="*/ 923280 h 1028969"/>
              <a:gd name="csX7972" fmla="*/ 1377831 w 1728164"/>
              <a:gd name="csY7972" fmla="*/ 923538 h 1028969"/>
              <a:gd name="csX7973" fmla="*/ 1378001 w 1728164"/>
              <a:gd name="csY7973" fmla="*/ 923787 h 1028969"/>
              <a:gd name="csX7974" fmla="*/ 1378178 w 1728164"/>
              <a:gd name="csY7974" fmla="*/ 924036 h 1028969"/>
              <a:gd name="csX7975" fmla="*/ 1378348 w 1728164"/>
              <a:gd name="csY7975" fmla="*/ 924285 h 1028969"/>
              <a:gd name="csX7976" fmla="*/ 1378525 w 1728164"/>
              <a:gd name="csY7976" fmla="*/ 924534 h 1028969"/>
              <a:gd name="csX7977" fmla="*/ 1378695 w 1728164"/>
              <a:gd name="csY7977" fmla="*/ 924792 h 1028969"/>
              <a:gd name="csX7978" fmla="*/ 1378864 w 1728164"/>
              <a:gd name="csY7978" fmla="*/ 925041 h 1028969"/>
              <a:gd name="csX7979" fmla="*/ 1379041 w 1728164"/>
              <a:gd name="csY7979" fmla="*/ 925290 h 1028969"/>
              <a:gd name="csX7980" fmla="*/ 1379210 w 1728164"/>
              <a:gd name="csY7980" fmla="*/ 925531 h 1028969"/>
              <a:gd name="csX7981" fmla="*/ 1379388 w 1728164"/>
              <a:gd name="csY7981" fmla="*/ 925780 h 1028969"/>
              <a:gd name="csX7982" fmla="*/ 1379557 w 1728164"/>
              <a:gd name="csY7982" fmla="*/ 926029 h 1028969"/>
              <a:gd name="csX7983" fmla="*/ 1379735 w 1728164"/>
              <a:gd name="csY7983" fmla="*/ 926278 h 1028969"/>
              <a:gd name="csX7984" fmla="*/ 1379904 w 1728164"/>
              <a:gd name="csY7984" fmla="*/ 926527 h 1028969"/>
              <a:gd name="csX7985" fmla="*/ 1380073 w 1728164"/>
              <a:gd name="csY7985" fmla="*/ 926767 h 1028969"/>
              <a:gd name="csX7986" fmla="*/ 1380251 w 1728164"/>
              <a:gd name="csY7986" fmla="*/ 927016 h 1028969"/>
              <a:gd name="csX7987" fmla="*/ 1380420 w 1728164"/>
              <a:gd name="csY7987" fmla="*/ 927257 h 1028969"/>
              <a:gd name="csX7988" fmla="*/ 1380598 w 1728164"/>
              <a:gd name="csY7988" fmla="*/ 927506 h 1028969"/>
              <a:gd name="csX7989" fmla="*/ 1380767 w 1728164"/>
              <a:gd name="csY7989" fmla="*/ 927746 h 1028969"/>
              <a:gd name="csX7990" fmla="*/ 1380945 w 1728164"/>
              <a:gd name="csY7990" fmla="*/ 927995 h 1028969"/>
              <a:gd name="csX7991" fmla="*/ 1381114 w 1728164"/>
              <a:gd name="csY7991" fmla="*/ 928235 h 1028969"/>
              <a:gd name="csX7992" fmla="*/ 1381283 w 1728164"/>
              <a:gd name="csY7992" fmla="*/ 928475 h 1028969"/>
              <a:gd name="csX7993" fmla="*/ 1381461 w 1728164"/>
              <a:gd name="csY7993" fmla="*/ 928716 h 1028969"/>
              <a:gd name="csX7994" fmla="*/ 1381630 w 1728164"/>
              <a:gd name="csY7994" fmla="*/ 928965 h 1028969"/>
              <a:gd name="csX7995" fmla="*/ 1381808 w 1728164"/>
              <a:gd name="csY7995" fmla="*/ 929205 h 1028969"/>
              <a:gd name="csX7996" fmla="*/ 1381977 w 1728164"/>
              <a:gd name="csY7996" fmla="*/ 929445 h 1028969"/>
              <a:gd name="csX7997" fmla="*/ 1382155 w 1728164"/>
              <a:gd name="csY7997" fmla="*/ 929685 h 1028969"/>
              <a:gd name="csX7998" fmla="*/ 1382324 w 1728164"/>
              <a:gd name="csY7998" fmla="*/ 929925 h 1028969"/>
              <a:gd name="csX7999" fmla="*/ 1382493 w 1728164"/>
              <a:gd name="csY7999" fmla="*/ 930166 h 1028969"/>
              <a:gd name="csX8000" fmla="*/ 1382671 w 1728164"/>
              <a:gd name="csY8000" fmla="*/ 930397 h 1028969"/>
              <a:gd name="csX8001" fmla="*/ 1382840 w 1728164"/>
              <a:gd name="csY8001" fmla="*/ 930637 h 1028969"/>
              <a:gd name="csX8002" fmla="*/ 1383018 w 1728164"/>
              <a:gd name="csY8002" fmla="*/ 930877 h 1028969"/>
              <a:gd name="csX8003" fmla="*/ 1383187 w 1728164"/>
              <a:gd name="csY8003" fmla="*/ 931118 h 1028969"/>
              <a:gd name="csX8004" fmla="*/ 1383365 w 1728164"/>
              <a:gd name="csY8004" fmla="*/ 931349 h 1028969"/>
              <a:gd name="csX8005" fmla="*/ 1383534 w 1728164"/>
              <a:gd name="csY8005" fmla="*/ 931589 h 1028969"/>
              <a:gd name="csX8006" fmla="*/ 1383703 w 1728164"/>
              <a:gd name="csY8006" fmla="*/ 931829 h 1028969"/>
              <a:gd name="csX8007" fmla="*/ 1383881 w 1728164"/>
              <a:gd name="csY8007" fmla="*/ 932061 h 1028969"/>
              <a:gd name="csX8008" fmla="*/ 1384050 w 1728164"/>
              <a:gd name="csY8008" fmla="*/ 932292 h 1028969"/>
              <a:gd name="csX8009" fmla="*/ 1384228 w 1728164"/>
              <a:gd name="csY8009" fmla="*/ 932532 h 1028969"/>
              <a:gd name="csX8010" fmla="*/ 1384397 w 1728164"/>
              <a:gd name="csY8010" fmla="*/ 932763 h 1028969"/>
              <a:gd name="csX8011" fmla="*/ 1384575 w 1728164"/>
              <a:gd name="csY8011" fmla="*/ 932995 h 1028969"/>
              <a:gd name="csX8012" fmla="*/ 1384744 w 1728164"/>
              <a:gd name="csY8012" fmla="*/ 933235 h 1028969"/>
              <a:gd name="csX8013" fmla="*/ 1384913 w 1728164"/>
              <a:gd name="csY8013" fmla="*/ 933466 h 1028969"/>
              <a:gd name="csX8014" fmla="*/ 1385091 w 1728164"/>
              <a:gd name="csY8014" fmla="*/ 933698 h 1028969"/>
              <a:gd name="csX8015" fmla="*/ 1385260 w 1728164"/>
              <a:gd name="csY8015" fmla="*/ 933929 h 1028969"/>
              <a:gd name="csX8016" fmla="*/ 1385438 w 1728164"/>
              <a:gd name="csY8016" fmla="*/ 934160 h 1028969"/>
              <a:gd name="csX8017" fmla="*/ 1385607 w 1728164"/>
              <a:gd name="csY8017" fmla="*/ 934392 h 1028969"/>
              <a:gd name="csX8018" fmla="*/ 1385785 w 1728164"/>
              <a:gd name="csY8018" fmla="*/ 934623 h 1028969"/>
              <a:gd name="csX8019" fmla="*/ 1385954 w 1728164"/>
              <a:gd name="csY8019" fmla="*/ 934854 h 1028969"/>
              <a:gd name="csX8020" fmla="*/ 1386123 w 1728164"/>
              <a:gd name="csY8020" fmla="*/ 935085 h 1028969"/>
              <a:gd name="csX8021" fmla="*/ 1386301 w 1728164"/>
              <a:gd name="csY8021" fmla="*/ 935317 h 1028969"/>
              <a:gd name="csX8022" fmla="*/ 1386470 w 1728164"/>
              <a:gd name="csY8022" fmla="*/ 935539 h 1028969"/>
              <a:gd name="csX8023" fmla="*/ 1386648 w 1728164"/>
              <a:gd name="csY8023" fmla="*/ 935770 h 1028969"/>
              <a:gd name="csX8024" fmla="*/ 1386817 w 1728164"/>
              <a:gd name="csY8024" fmla="*/ 936002 h 1028969"/>
              <a:gd name="csX8025" fmla="*/ 1386995 w 1728164"/>
              <a:gd name="csY8025" fmla="*/ 936224 h 1028969"/>
              <a:gd name="csX8026" fmla="*/ 1387164 w 1728164"/>
              <a:gd name="csY8026" fmla="*/ 936455 h 1028969"/>
              <a:gd name="csX8027" fmla="*/ 1387333 w 1728164"/>
              <a:gd name="csY8027" fmla="*/ 936678 h 1028969"/>
              <a:gd name="csX8028" fmla="*/ 1387511 w 1728164"/>
              <a:gd name="csY8028" fmla="*/ 936909 h 1028969"/>
              <a:gd name="csX8029" fmla="*/ 1387680 w 1728164"/>
              <a:gd name="csY8029" fmla="*/ 937132 h 1028969"/>
              <a:gd name="csX8030" fmla="*/ 1387858 w 1728164"/>
              <a:gd name="csY8030" fmla="*/ 937354 h 1028969"/>
              <a:gd name="csX8031" fmla="*/ 1388027 w 1728164"/>
              <a:gd name="csY8031" fmla="*/ 937585 h 1028969"/>
              <a:gd name="csX8032" fmla="*/ 1388205 w 1728164"/>
              <a:gd name="csY8032" fmla="*/ 937808 h 1028969"/>
              <a:gd name="csX8033" fmla="*/ 1388374 w 1728164"/>
              <a:gd name="csY8033" fmla="*/ 938030 h 1028969"/>
              <a:gd name="csX8034" fmla="*/ 1388543 w 1728164"/>
              <a:gd name="csY8034" fmla="*/ 938253 h 1028969"/>
              <a:gd name="csX8035" fmla="*/ 1388721 w 1728164"/>
              <a:gd name="csY8035" fmla="*/ 938475 h 1028969"/>
              <a:gd name="csX8036" fmla="*/ 1388890 w 1728164"/>
              <a:gd name="csY8036" fmla="*/ 938697 h 1028969"/>
              <a:gd name="csX8037" fmla="*/ 1389068 w 1728164"/>
              <a:gd name="csY8037" fmla="*/ 938920 h 1028969"/>
              <a:gd name="csX8038" fmla="*/ 1389237 w 1728164"/>
              <a:gd name="csY8038" fmla="*/ 939142 h 1028969"/>
              <a:gd name="csX8039" fmla="*/ 1389415 w 1728164"/>
              <a:gd name="csY8039" fmla="*/ 939365 h 1028969"/>
              <a:gd name="csX8040" fmla="*/ 1389584 w 1728164"/>
              <a:gd name="csY8040" fmla="*/ 939587 h 1028969"/>
              <a:gd name="csX8041" fmla="*/ 1389753 w 1728164"/>
              <a:gd name="csY8041" fmla="*/ 939809 h 1028969"/>
              <a:gd name="csX8042" fmla="*/ 1389931 w 1728164"/>
              <a:gd name="csY8042" fmla="*/ 940032 h 1028969"/>
              <a:gd name="csX8043" fmla="*/ 1390100 w 1728164"/>
              <a:gd name="csY8043" fmla="*/ 940245 h 1028969"/>
              <a:gd name="csX8044" fmla="*/ 1390278 w 1728164"/>
              <a:gd name="csY8044" fmla="*/ 940468 h 1028969"/>
              <a:gd name="csX8045" fmla="*/ 1390447 w 1728164"/>
              <a:gd name="csY8045" fmla="*/ 940681 h 1028969"/>
              <a:gd name="csX8046" fmla="*/ 1390625 w 1728164"/>
              <a:gd name="csY8046" fmla="*/ 940904 h 1028969"/>
              <a:gd name="csX8047" fmla="*/ 1390794 w 1728164"/>
              <a:gd name="csY8047" fmla="*/ 941117 h 1028969"/>
              <a:gd name="csX8048" fmla="*/ 1390963 w 1728164"/>
              <a:gd name="csY8048" fmla="*/ 941340 h 1028969"/>
              <a:gd name="csX8049" fmla="*/ 1391141 w 1728164"/>
              <a:gd name="csY8049" fmla="*/ 941553 h 1028969"/>
              <a:gd name="csX8050" fmla="*/ 1391310 w 1728164"/>
              <a:gd name="csY8050" fmla="*/ 941776 h 1028969"/>
              <a:gd name="csX8051" fmla="*/ 1391488 w 1728164"/>
              <a:gd name="csY8051" fmla="*/ 941989 h 1028969"/>
              <a:gd name="csX8052" fmla="*/ 1391657 w 1728164"/>
              <a:gd name="csY8052" fmla="*/ 942203 h 1028969"/>
              <a:gd name="csX8053" fmla="*/ 1391835 w 1728164"/>
              <a:gd name="csY8053" fmla="*/ 942416 h 1028969"/>
              <a:gd name="csX8054" fmla="*/ 1392004 w 1728164"/>
              <a:gd name="csY8054" fmla="*/ 942639 h 1028969"/>
              <a:gd name="csX8055" fmla="*/ 1392173 w 1728164"/>
              <a:gd name="csY8055" fmla="*/ 942852 h 1028969"/>
              <a:gd name="csX8056" fmla="*/ 1392351 w 1728164"/>
              <a:gd name="csY8056" fmla="*/ 943066 h 1028969"/>
              <a:gd name="csX8057" fmla="*/ 1392520 w 1728164"/>
              <a:gd name="csY8057" fmla="*/ 943279 h 1028969"/>
              <a:gd name="csX8058" fmla="*/ 1392698 w 1728164"/>
              <a:gd name="csY8058" fmla="*/ 943493 h 1028969"/>
              <a:gd name="csX8059" fmla="*/ 1392867 w 1728164"/>
              <a:gd name="csY8059" fmla="*/ 943706 h 1028969"/>
              <a:gd name="csX8060" fmla="*/ 1393045 w 1728164"/>
              <a:gd name="csY8060" fmla="*/ 943911 h 1028969"/>
              <a:gd name="csX8061" fmla="*/ 1393213 w 1728164"/>
              <a:gd name="csY8061" fmla="*/ 944124 h 1028969"/>
              <a:gd name="csX8062" fmla="*/ 1393383 w 1728164"/>
              <a:gd name="csY8062" fmla="*/ 944338 h 1028969"/>
              <a:gd name="csX8063" fmla="*/ 1393560 w 1728164"/>
              <a:gd name="csY8063" fmla="*/ 944551 h 1028969"/>
              <a:gd name="csX8064" fmla="*/ 1393730 w 1728164"/>
              <a:gd name="csY8064" fmla="*/ 944756 h 1028969"/>
              <a:gd name="csX8065" fmla="*/ 1393907 w 1728164"/>
              <a:gd name="csY8065" fmla="*/ 944969 h 1028969"/>
              <a:gd name="csX8066" fmla="*/ 1394076 w 1728164"/>
              <a:gd name="csY8066" fmla="*/ 945183 h 1028969"/>
              <a:gd name="csX8067" fmla="*/ 1394246 w 1728164"/>
              <a:gd name="csY8067" fmla="*/ 945388 h 1028969"/>
              <a:gd name="csX8068" fmla="*/ 1394423 w 1728164"/>
              <a:gd name="csY8068" fmla="*/ 945601 h 1028969"/>
              <a:gd name="csX8069" fmla="*/ 1394592 w 1728164"/>
              <a:gd name="csY8069" fmla="*/ 945806 h 1028969"/>
              <a:gd name="csX8070" fmla="*/ 1394770 w 1728164"/>
              <a:gd name="csY8070" fmla="*/ 946010 h 1028969"/>
              <a:gd name="csX8071" fmla="*/ 1394939 w 1728164"/>
              <a:gd name="csY8071" fmla="*/ 946224 h 1028969"/>
              <a:gd name="csX8072" fmla="*/ 1395117 w 1728164"/>
              <a:gd name="csY8072" fmla="*/ 946428 h 1028969"/>
              <a:gd name="csX8073" fmla="*/ 1395286 w 1728164"/>
              <a:gd name="csY8073" fmla="*/ 946633 h 1028969"/>
              <a:gd name="csX8074" fmla="*/ 1395455 w 1728164"/>
              <a:gd name="csY8074" fmla="*/ 946847 h 1028969"/>
              <a:gd name="csX8075" fmla="*/ 1395633 w 1728164"/>
              <a:gd name="csY8075" fmla="*/ 947051 h 1028969"/>
              <a:gd name="csX8076" fmla="*/ 1395802 w 1728164"/>
              <a:gd name="csY8076" fmla="*/ 947256 h 1028969"/>
              <a:gd name="csX8077" fmla="*/ 1395980 w 1728164"/>
              <a:gd name="csY8077" fmla="*/ 947460 h 1028969"/>
              <a:gd name="csX8078" fmla="*/ 1396149 w 1728164"/>
              <a:gd name="csY8078" fmla="*/ 947665 h 1028969"/>
              <a:gd name="csX8079" fmla="*/ 1396327 w 1728164"/>
              <a:gd name="csY8079" fmla="*/ 947870 h 1028969"/>
              <a:gd name="csX8080" fmla="*/ 1396496 w 1728164"/>
              <a:gd name="csY8080" fmla="*/ 948074 h 1028969"/>
              <a:gd name="csX8081" fmla="*/ 1396665 w 1728164"/>
              <a:gd name="csY8081" fmla="*/ 948279 h 1028969"/>
              <a:gd name="csX8082" fmla="*/ 1396843 w 1728164"/>
              <a:gd name="csY8082" fmla="*/ 948475 h 1028969"/>
              <a:gd name="csX8083" fmla="*/ 1397012 w 1728164"/>
              <a:gd name="csY8083" fmla="*/ 948679 h 1028969"/>
              <a:gd name="csX8084" fmla="*/ 1397190 w 1728164"/>
              <a:gd name="csY8084" fmla="*/ 948884 h 1028969"/>
              <a:gd name="csX8085" fmla="*/ 1397359 w 1728164"/>
              <a:gd name="csY8085" fmla="*/ 949088 h 1028969"/>
              <a:gd name="csX8086" fmla="*/ 1397537 w 1728164"/>
              <a:gd name="csY8086" fmla="*/ 949284 h 1028969"/>
              <a:gd name="csX8087" fmla="*/ 1397706 w 1728164"/>
              <a:gd name="csY8087" fmla="*/ 949489 h 1028969"/>
              <a:gd name="csX8088" fmla="*/ 1397875 w 1728164"/>
              <a:gd name="csY8088" fmla="*/ 949684 h 1028969"/>
              <a:gd name="csX8089" fmla="*/ 1398053 w 1728164"/>
              <a:gd name="csY8089" fmla="*/ 949889 h 1028969"/>
              <a:gd name="csX8090" fmla="*/ 1398222 w 1728164"/>
              <a:gd name="csY8090" fmla="*/ 950085 h 1028969"/>
              <a:gd name="csX8091" fmla="*/ 1398400 w 1728164"/>
              <a:gd name="csY8091" fmla="*/ 950289 h 1028969"/>
              <a:gd name="csX8092" fmla="*/ 1398569 w 1728164"/>
              <a:gd name="csY8092" fmla="*/ 950485 h 1028969"/>
              <a:gd name="csX8093" fmla="*/ 1398747 w 1728164"/>
              <a:gd name="csY8093" fmla="*/ 950681 h 1028969"/>
              <a:gd name="csX8094" fmla="*/ 1398916 w 1728164"/>
              <a:gd name="csY8094" fmla="*/ 950886 h 1028969"/>
              <a:gd name="csX8095" fmla="*/ 1399085 w 1728164"/>
              <a:gd name="csY8095" fmla="*/ 951081 h 1028969"/>
              <a:gd name="csX8096" fmla="*/ 1399263 w 1728164"/>
              <a:gd name="csY8096" fmla="*/ 951277 h 1028969"/>
              <a:gd name="csX8097" fmla="*/ 1399432 w 1728164"/>
              <a:gd name="csY8097" fmla="*/ 951473 h 1028969"/>
              <a:gd name="csX8098" fmla="*/ 1399610 w 1728164"/>
              <a:gd name="csY8098" fmla="*/ 951668 h 1028969"/>
              <a:gd name="csX8099" fmla="*/ 1399779 w 1728164"/>
              <a:gd name="csY8099" fmla="*/ 951864 h 1028969"/>
              <a:gd name="csX8100" fmla="*/ 1399957 w 1728164"/>
              <a:gd name="csY8100" fmla="*/ 952060 h 1028969"/>
              <a:gd name="csX8101" fmla="*/ 1400126 w 1728164"/>
              <a:gd name="csY8101" fmla="*/ 952256 h 1028969"/>
              <a:gd name="csX8102" fmla="*/ 1400295 w 1728164"/>
              <a:gd name="csY8102" fmla="*/ 952451 h 1028969"/>
              <a:gd name="csX8103" fmla="*/ 1400473 w 1728164"/>
              <a:gd name="csY8103" fmla="*/ 952647 h 1028969"/>
              <a:gd name="csX8104" fmla="*/ 1400642 w 1728164"/>
              <a:gd name="csY8104" fmla="*/ 952843 h 1028969"/>
              <a:gd name="csX8105" fmla="*/ 1400820 w 1728164"/>
              <a:gd name="csY8105" fmla="*/ 953038 h 1028969"/>
              <a:gd name="csX8106" fmla="*/ 1400989 w 1728164"/>
              <a:gd name="csY8106" fmla="*/ 953225 h 1028969"/>
              <a:gd name="csX8107" fmla="*/ 1401167 w 1728164"/>
              <a:gd name="csY8107" fmla="*/ 953421 h 1028969"/>
              <a:gd name="csX8108" fmla="*/ 1401336 w 1728164"/>
              <a:gd name="csY8108" fmla="*/ 953617 h 1028969"/>
              <a:gd name="csX8109" fmla="*/ 1401505 w 1728164"/>
              <a:gd name="csY8109" fmla="*/ 953804 h 1028969"/>
              <a:gd name="csX8110" fmla="*/ 1401683 w 1728164"/>
              <a:gd name="csY8110" fmla="*/ 953999 h 1028969"/>
              <a:gd name="csX8111" fmla="*/ 1401852 w 1728164"/>
              <a:gd name="csY8111" fmla="*/ 954186 h 1028969"/>
              <a:gd name="csX8112" fmla="*/ 1402030 w 1728164"/>
              <a:gd name="csY8112" fmla="*/ 954382 h 1028969"/>
              <a:gd name="csX8113" fmla="*/ 1402199 w 1728164"/>
              <a:gd name="csY8113" fmla="*/ 954569 h 1028969"/>
              <a:gd name="csX8114" fmla="*/ 1402377 w 1728164"/>
              <a:gd name="csY8114" fmla="*/ 954755 h 1028969"/>
              <a:gd name="csX8115" fmla="*/ 1402546 w 1728164"/>
              <a:gd name="csY8115" fmla="*/ 954951 h 1028969"/>
              <a:gd name="csX8116" fmla="*/ 1402715 w 1728164"/>
              <a:gd name="csY8116" fmla="*/ 955138 h 1028969"/>
              <a:gd name="csX8117" fmla="*/ 1402893 w 1728164"/>
              <a:gd name="csY8117" fmla="*/ 955325 h 1028969"/>
              <a:gd name="csX8118" fmla="*/ 1403062 w 1728164"/>
              <a:gd name="csY8118" fmla="*/ 955512 h 1028969"/>
              <a:gd name="csX8119" fmla="*/ 1403240 w 1728164"/>
              <a:gd name="csY8119" fmla="*/ 955707 h 1028969"/>
              <a:gd name="csX8120" fmla="*/ 1403409 w 1728164"/>
              <a:gd name="csY8120" fmla="*/ 955894 h 1028969"/>
              <a:gd name="csX8121" fmla="*/ 1403587 w 1728164"/>
              <a:gd name="csY8121" fmla="*/ 956081 h 1028969"/>
              <a:gd name="csX8122" fmla="*/ 1403756 w 1728164"/>
              <a:gd name="csY8122" fmla="*/ 956268 h 1028969"/>
              <a:gd name="csX8123" fmla="*/ 1403925 w 1728164"/>
              <a:gd name="csY8123" fmla="*/ 956455 h 1028969"/>
              <a:gd name="csX8124" fmla="*/ 1404103 w 1728164"/>
              <a:gd name="csY8124" fmla="*/ 956642 h 1028969"/>
              <a:gd name="csX8125" fmla="*/ 1404272 w 1728164"/>
              <a:gd name="csY8125" fmla="*/ 956828 h 1028969"/>
              <a:gd name="csX8126" fmla="*/ 1404450 w 1728164"/>
              <a:gd name="csY8126" fmla="*/ 957006 h 1028969"/>
              <a:gd name="csX8127" fmla="*/ 1404619 w 1728164"/>
              <a:gd name="csY8127" fmla="*/ 957193 h 1028969"/>
              <a:gd name="csX8128" fmla="*/ 1404797 w 1728164"/>
              <a:gd name="csY8128" fmla="*/ 957380 h 1028969"/>
              <a:gd name="csX8129" fmla="*/ 1404966 w 1728164"/>
              <a:gd name="csY8129" fmla="*/ 957567 h 1028969"/>
              <a:gd name="csX8130" fmla="*/ 1405135 w 1728164"/>
              <a:gd name="csY8130" fmla="*/ 957745 h 1028969"/>
              <a:gd name="csX8131" fmla="*/ 1405313 w 1728164"/>
              <a:gd name="csY8131" fmla="*/ 957931 h 1028969"/>
              <a:gd name="csX8132" fmla="*/ 1405482 w 1728164"/>
              <a:gd name="csY8132" fmla="*/ 958109 h 1028969"/>
              <a:gd name="csX8133" fmla="*/ 1405660 w 1728164"/>
              <a:gd name="csY8133" fmla="*/ 958296 h 1028969"/>
              <a:gd name="csX8134" fmla="*/ 1405829 w 1728164"/>
              <a:gd name="csY8134" fmla="*/ 958474 h 1028969"/>
              <a:gd name="csX8135" fmla="*/ 1406007 w 1728164"/>
              <a:gd name="csY8135" fmla="*/ 958661 h 1028969"/>
              <a:gd name="csX8136" fmla="*/ 1406176 w 1728164"/>
              <a:gd name="csY8136" fmla="*/ 958839 h 1028969"/>
              <a:gd name="csX8137" fmla="*/ 1406345 w 1728164"/>
              <a:gd name="csY8137" fmla="*/ 959026 h 1028969"/>
              <a:gd name="csX8138" fmla="*/ 1406523 w 1728164"/>
              <a:gd name="csY8138" fmla="*/ 959204 h 1028969"/>
              <a:gd name="csX8139" fmla="*/ 1406692 w 1728164"/>
              <a:gd name="csY8139" fmla="*/ 959382 h 1028969"/>
              <a:gd name="csX8140" fmla="*/ 1406870 w 1728164"/>
              <a:gd name="csY8140" fmla="*/ 959560 h 1028969"/>
              <a:gd name="csX8141" fmla="*/ 1407039 w 1728164"/>
              <a:gd name="csY8141" fmla="*/ 959746 h 1028969"/>
              <a:gd name="csX8142" fmla="*/ 1407216 w 1728164"/>
              <a:gd name="csY8142" fmla="*/ 959924 h 1028969"/>
              <a:gd name="csX8143" fmla="*/ 1407386 w 1728164"/>
              <a:gd name="csY8143" fmla="*/ 960102 h 1028969"/>
              <a:gd name="csX8144" fmla="*/ 1407555 w 1728164"/>
              <a:gd name="csY8144" fmla="*/ 960280 h 1028969"/>
              <a:gd name="csX8145" fmla="*/ 1407733 w 1728164"/>
              <a:gd name="csY8145" fmla="*/ 960458 h 1028969"/>
              <a:gd name="csX8146" fmla="*/ 1407902 w 1728164"/>
              <a:gd name="csY8146" fmla="*/ 960636 h 1028969"/>
              <a:gd name="csX8147" fmla="*/ 1408079 w 1728164"/>
              <a:gd name="csY8147" fmla="*/ 960814 h 1028969"/>
              <a:gd name="csX8148" fmla="*/ 1408249 w 1728164"/>
              <a:gd name="csY8148" fmla="*/ 960992 h 1028969"/>
              <a:gd name="csX8149" fmla="*/ 1408426 w 1728164"/>
              <a:gd name="csY8149" fmla="*/ 961161 h 1028969"/>
              <a:gd name="csX8150" fmla="*/ 1408595 w 1728164"/>
              <a:gd name="csY8150" fmla="*/ 961339 h 1028969"/>
              <a:gd name="csX8151" fmla="*/ 1408764 w 1728164"/>
              <a:gd name="csY8151" fmla="*/ 961517 h 1028969"/>
              <a:gd name="csX8152" fmla="*/ 1408942 w 1728164"/>
              <a:gd name="csY8152" fmla="*/ 961695 h 1028969"/>
              <a:gd name="csX8153" fmla="*/ 1409111 w 1728164"/>
              <a:gd name="csY8153" fmla="*/ 961864 h 1028969"/>
              <a:gd name="csX8154" fmla="*/ 1409289 w 1728164"/>
              <a:gd name="csY8154" fmla="*/ 962042 h 1028969"/>
              <a:gd name="csX8155" fmla="*/ 1409458 w 1728164"/>
              <a:gd name="csY8155" fmla="*/ 962220 h 1028969"/>
              <a:gd name="csX8156" fmla="*/ 1409636 w 1728164"/>
              <a:gd name="csY8156" fmla="*/ 962389 h 1028969"/>
              <a:gd name="csX8157" fmla="*/ 1409805 w 1728164"/>
              <a:gd name="csY8157" fmla="*/ 962567 h 1028969"/>
              <a:gd name="csX8158" fmla="*/ 1409974 w 1728164"/>
              <a:gd name="csY8158" fmla="*/ 962736 h 1028969"/>
              <a:gd name="csX8159" fmla="*/ 1410152 w 1728164"/>
              <a:gd name="csY8159" fmla="*/ 962914 h 1028969"/>
              <a:gd name="csX8160" fmla="*/ 1410321 w 1728164"/>
              <a:gd name="csY8160" fmla="*/ 963083 h 1028969"/>
              <a:gd name="csX8161" fmla="*/ 1410499 w 1728164"/>
              <a:gd name="csY8161" fmla="*/ 963252 h 1028969"/>
              <a:gd name="csX8162" fmla="*/ 1410668 w 1728164"/>
              <a:gd name="csY8162" fmla="*/ 963430 h 1028969"/>
              <a:gd name="csX8163" fmla="*/ 1410846 w 1728164"/>
              <a:gd name="csY8163" fmla="*/ 963599 h 1028969"/>
              <a:gd name="csX8164" fmla="*/ 1411015 w 1728164"/>
              <a:gd name="csY8164" fmla="*/ 963768 h 1028969"/>
              <a:gd name="csX8165" fmla="*/ 1411184 w 1728164"/>
              <a:gd name="csY8165" fmla="*/ 963937 h 1028969"/>
              <a:gd name="csX8166" fmla="*/ 1411362 w 1728164"/>
              <a:gd name="csY8166" fmla="*/ 964106 h 1028969"/>
              <a:gd name="csX8167" fmla="*/ 1411531 w 1728164"/>
              <a:gd name="csY8167" fmla="*/ 964275 h 1028969"/>
              <a:gd name="csX8168" fmla="*/ 1411709 w 1728164"/>
              <a:gd name="csY8168" fmla="*/ 964444 h 1028969"/>
              <a:gd name="csX8169" fmla="*/ 1411878 w 1728164"/>
              <a:gd name="csY8169" fmla="*/ 964613 h 1028969"/>
              <a:gd name="csX8170" fmla="*/ 1412056 w 1728164"/>
              <a:gd name="csY8170" fmla="*/ 964782 h 1028969"/>
              <a:gd name="csX8171" fmla="*/ 1412225 w 1728164"/>
              <a:gd name="csY8171" fmla="*/ 964951 h 1028969"/>
              <a:gd name="csX8172" fmla="*/ 1412394 w 1728164"/>
              <a:gd name="csY8172" fmla="*/ 965120 h 1028969"/>
              <a:gd name="csX8173" fmla="*/ 1412572 w 1728164"/>
              <a:gd name="csY8173" fmla="*/ 965289 h 1028969"/>
              <a:gd name="csX8174" fmla="*/ 1412741 w 1728164"/>
              <a:gd name="csY8174" fmla="*/ 965458 h 1028969"/>
              <a:gd name="csX8175" fmla="*/ 1412919 w 1728164"/>
              <a:gd name="csY8175" fmla="*/ 965627 h 1028969"/>
              <a:gd name="csX8176" fmla="*/ 1413088 w 1728164"/>
              <a:gd name="csY8176" fmla="*/ 965787 h 1028969"/>
              <a:gd name="csX8177" fmla="*/ 1413257 w 1728164"/>
              <a:gd name="csY8177" fmla="*/ 965956 h 1028969"/>
              <a:gd name="csX8178" fmla="*/ 1413435 w 1728164"/>
              <a:gd name="csY8178" fmla="*/ 966125 h 1028969"/>
              <a:gd name="csX8179" fmla="*/ 1413604 w 1728164"/>
              <a:gd name="csY8179" fmla="*/ 966285 h 1028969"/>
              <a:gd name="csX8180" fmla="*/ 1413782 w 1728164"/>
              <a:gd name="csY8180" fmla="*/ 966454 h 1028969"/>
              <a:gd name="csX8181" fmla="*/ 1413951 w 1728164"/>
              <a:gd name="csY8181" fmla="*/ 966614 h 1028969"/>
              <a:gd name="csX8182" fmla="*/ 1414129 w 1728164"/>
              <a:gd name="csY8182" fmla="*/ 966784 h 1028969"/>
              <a:gd name="csX8183" fmla="*/ 1414298 w 1728164"/>
              <a:gd name="csY8183" fmla="*/ 966944 h 1028969"/>
              <a:gd name="csX8184" fmla="*/ 1414467 w 1728164"/>
              <a:gd name="csY8184" fmla="*/ 967113 h 1028969"/>
              <a:gd name="csX8185" fmla="*/ 1414645 w 1728164"/>
              <a:gd name="csY8185" fmla="*/ 967273 h 1028969"/>
              <a:gd name="csX8186" fmla="*/ 1414814 w 1728164"/>
              <a:gd name="csY8186" fmla="*/ 967433 h 1028969"/>
              <a:gd name="csX8187" fmla="*/ 1414992 w 1728164"/>
              <a:gd name="csY8187" fmla="*/ 967602 h 1028969"/>
              <a:gd name="csX8188" fmla="*/ 1415161 w 1728164"/>
              <a:gd name="csY8188" fmla="*/ 967762 h 1028969"/>
              <a:gd name="csX8189" fmla="*/ 1415339 w 1728164"/>
              <a:gd name="csY8189" fmla="*/ 967922 h 1028969"/>
              <a:gd name="csX8190" fmla="*/ 1415508 w 1728164"/>
              <a:gd name="csY8190" fmla="*/ 968082 h 1028969"/>
              <a:gd name="csX8191" fmla="*/ 1415677 w 1728164"/>
              <a:gd name="csY8191" fmla="*/ 968243 h 1028969"/>
              <a:gd name="csX8192" fmla="*/ 1415855 w 1728164"/>
              <a:gd name="csY8192" fmla="*/ 968403 h 1028969"/>
              <a:gd name="csX8193" fmla="*/ 1416024 w 1728164"/>
              <a:gd name="csY8193" fmla="*/ 968563 h 1028969"/>
              <a:gd name="csX8194" fmla="*/ 1416202 w 1728164"/>
              <a:gd name="csY8194" fmla="*/ 968723 h 1028969"/>
              <a:gd name="csX8195" fmla="*/ 1416371 w 1728164"/>
              <a:gd name="csY8195" fmla="*/ 968883 h 1028969"/>
              <a:gd name="csX8196" fmla="*/ 1416549 w 1728164"/>
              <a:gd name="csY8196" fmla="*/ 969043 h 1028969"/>
              <a:gd name="csX8197" fmla="*/ 1416718 w 1728164"/>
              <a:gd name="csY8197" fmla="*/ 969203 h 1028969"/>
              <a:gd name="csX8198" fmla="*/ 1416887 w 1728164"/>
              <a:gd name="csY8198" fmla="*/ 969364 h 1028969"/>
              <a:gd name="csX8199" fmla="*/ 1417065 w 1728164"/>
              <a:gd name="csY8199" fmla="*/ 969524 h 1028969"/>
              <a:gd name="csX8200" fmla="*/ 1417234 w 1728164"/>
              <a:gd name="csY8200" fmla="*/ 969675 h 1028969"/>
              <a:gd name="csX8201" fmla="*/ 1417412 w 1728164"/>
              <a:gd name="csY8201" fmla="*/ 969835 h 1028969"/>
              <a:gd name="csX8202" fmla="*/ 1417581 w 1728164"/>
              <a:gd name="csY8202" fmla="*/ 969995 h 1028969"/>
              <a:gd name="csX8203" fmla="*/ 1417759 w 1728164"/>
              <a:gd name="csY8203" fmla="*/ 970146 h 1028969"/>
              <a:gd name="csX8204" fmla="*/ 1417928 w 1728164"/>
              <a:gd name="csY8204" fmla="*/ 970306 h 1028969"/>
              <a:gd name="csX8205" fmla="*/ 1418097 w 1728164"/>
              <a:gd name="csY8205" fmla="*/ 970467 h 1028969"/>
              <a:gd name="csX8206" fmla="*/ 1418275 w 1728164"/>
              <a:gd name="csY8206" fmla="*/ 970618 h 1028969"/>
              <a:gd name="csX8207" fmla="*/ 1418444 w 1728164"/>
              <a:gd name="csY8207" fmla="*/ 970778 h 1028969"/>
              <a:gd name="csX8208" fmla="*/ 1418622 w 1728164"/>
              <a:gd name="csY8208" fmla="*/ 970929 h 1028969"/>
              <a:gd name="csX8209" fmla="*/ 1418791 w 1728164"/>
              <a:gd name="csY8209" fmla="*/ 971080 h 1028969"/>
              <a:gd name="csX8210" fmla="*/ 1418969 w 1728164"/>
              <a:gd name="csY8210" fmla="*/ 971241 h 1028969"/>
              <a:gd name="csX8211" fmla="*/ 1419138 w 1728164"/>
              <a:gd name="csY8211" fmla="*/ 971392 h 1028969"/>
              <a:gd name="csX8212" fmla="*/ 1419307 w 1728164"/>
              <a:gd name="csY8212" fmla="*/ 971543 h 1028969"/>
              <a:gd name="csX8213" fmla="*/ 1419485 w 1728164"/>
              <a:gd name="csY8213" fmla="*/ 971703 h 1028969"/>
              <a:gd name="csX8214" fmla="*/ 1419654 w 1728164"/>
              <a:gd name="csY8214" fmla="*/ 971854 h 1028969"/>
              <a:gd name="csX8215" fmla="*/ 1419832 w 1728164"/>
              <a:gd name="csY8215" fmla="*/ 972006 h 1028969"/>
              <a:gd name="csX8216" fmla="*/ 1420001 w 1728164"/>
              <a:gd name="csY8216" fmla="*/ 972157 h 1028969"/>
              <a:gd name="csX8217" fmla="*/ 1420179 w 1728164"/>
              <a:gd name="csY8217" fmla="*/ 972308 h 1028969"/>
              <a:gd name="csX8218" fmla="*/ 1420348 w 1728164"/>
              <a:gd name="csY8218" fmla="*/ 972459 h 1028969"/>
              <a:gd name="csX8219" fmla="*/ 1420517 w 1728164"/>
              <a:gd name="csY8219" fmla="*/ 972611 h 1028969"/>
              <a:gd name="csX8220" fmla="*/ 1420695 w 1728164"/>
              <a:gd name="csY8220" fmla="*/ 972762 h 1028969"/>
              <a:gd name="csX8221" fmla="*/ 1420864 w 1728164"/>
              <a:gd name="csY8221" fmla="*/ 972913 h 1028969"/>
              <a:gd name="csX8222" fmla="*/ 1421042 w 1728164"/>
              <a:gd name="csY8222" fmla="*/ 973064 h 1028969"/>
              <a:gd name="csX8223" fmla="*/ 1421211 w 1728164"/>
              <a:gd name="csY8223" fmla="*/ 973216 h 1028969"/>
              <a:gd name="csX8224" fmla="*/ 1421389 w 1728164"/>
              <a:gd name="csY8224" fmla="*/ 973367 h 1028969"/>
              <a:gd name="csX8225" fmla="*/ 1421558 w 1728164"/>
              <a:gd name="csY8225" fmla="*/ 973518 h 1028969"/>
              <a:gd name="csX8226" fmla="*/ 1421727 w 1728164"/>
              <a:gd name="csY8226" fmla="*/ 973669 h 1028969"/>
              <a:gd name="csX8227" fmla="*/ 1421905 w 1728164"/>
              <a:gd name="csY8227" fmla="*/ 973812 h 1028969"/>
              <a:gd name="csX8228" fmla="*/ 1422074 w 1728164"/>
              <a:gd name="csY8228" fmla="*/ 973963 h 1028969"/>
              <a:gd name="csX8229" fmla="*/ 1422252 w 1728164"/>
              <a:gd name="csY8229" fmla="*/ 974114 h 1028969"/>
              <a:gd name="csX8230" fmla="*/ 1422421 w 1728164"/>
              <a:gd name="csY8230" fmla="*/ 974257 h 1028969"/>
              <a:gd name="csX8231" fmla="*/ 1422598 w 1728164"/>
              <a:gd name="csY8231" fmla="*/ 974408 h 1028969"/>
              <a:gd name="csX8232" fmla="*/ 1422767 w 1728164"/>
              <a:gd name="csY8232" fmla="*/ 974550 h 1028969"/>
              <a:gd name="csX8233" fmla="*/ 1422937 w 1728164"/>
              <a:gd name="csY8233" fmla="*/ 974701 h 1028969"/>
              <a:gd name="csX8234" fmla="*/ 1423114 w 1728164"/>
              <a:gd name="csY8234" fmla="*/ 974844 h 1028969"/>
              <a:gd name="csX8235" fmla="*/ 1423284 w 1728164"/>
              <a:gd name="csY8235" fmla="*/ 974995 h 1028969"/>
              <a:gd name="csX8236" fmla="*/ 1423461 w 1728164"/>
              <a:gd name="csY8236" fmla="*/ 975137 h 1028969"/>
              <a:gd name="csX8237" fmla="*/ 1423631 w 1728164"/>
              <a:gd name="csY8237" fmla="*/ 975280 h 1028969"/>
              <a:gd name="csX8238" fmla="*/ 1423808 w 1728164"/>
              <a:gd name="csY8238" fmla="*/ 975431 h 1028969"/>
              <a:gd name="csX8239" fmla="*/ 1423977 w 1728164"/>
              <a:gd name="csY8239" fmla="*/ 975573 h 1028969"/>
              <a:gd name="csX8240" fmla="*/ 1424146 w 1728164"/>
              <a:gd name="csY8240" fmla="*/ 975715 h 1028969"/>
              <a:gd name="csX8241" fmla="*/ 1424324 w 1728164"/>
              <a:gd name="csY8241" fmla="*/ 975858 h 1028969"/>
              <a:gd name="csX8242" fmla="*/ 1424493 w 1728164"/>
              <a:gd name="csY8242" fmla="*/ 976009 h 1028969"/>
              <a:gd name="csX8243" fmla="*/ 1424671 w 1728164"/>
              <a:gd name="csY8243" fmla="*/ 976151 h 1028969"/>
              <a:gd name="csX8244" fmla="*/ 1424840 w 1728164"/>
              <a:gd name="csY8244" fmla="*/ 976294 h 1028969"/>
              <a:gd name="csX8245" fmla="*/ 1425018 w 1728164"/>
              <a:gd name="csY8245" fmla="*/ 976436 h 1028969"/>
              <a:gd name="csX8246" fmla="*/ 1425187 w 1728164"/>
              <a:gd name="csY8246" fmla="*/ 976579 h 1028969"/>
              <a:gd name="csX8247" fmla="*/ 1425356 w 1728164"/>
              <a:gd name="csY8247" fmla="*/ 976721 h 1028969"/>
              <a:gd name="csX8248" fmla="*/ 1425534 w 1728164"/>
              <a:gd name="csY8248" fmla="*/ 976863 h 1028969"/>
              <a:gd name="csX8249" fmla="*/ 1425703 w 1728164"/>
              <a:gd name="csY8249" fmla="*/ 977006 h 1028969"/>
              <a:gd name="csX8250" fmla="*/ 1425881 w 1728164"/>
              <a:gd name="csY8250" fmla="*/ 977148 h 1028969"/>
              <a:gd name="csX8251" fmla="*/ 1426050 w 1728164"/>
              <a:gd name="csY8251" fmla="*/ 977281 h 1028969"/>
              <a:gd name="csX8252" fmla="*/ 1426228 w 1728164"/>
              <a:gd name="csY8252" fmla="*/ 977424 h 1028969"/>
              <a:gd name="csX8253" fmla="*/ 1426397 w 1728164"/>
              <a:gd name="csY8253" fmla="*/ 977566 h 1028969"/>
              <a:gd name="csX8254" fmla="*/ 1426566 w 1728164"/>
              <a:gd name="csY8254" fmla="*/ 977708 h 1028969"/>
              <a:gd name="csX8255" fmla="*/ 1426744 w 1728164"/>
              <a:gd name="csY8255" fmla="*/ 977842 h 1028969"/>
              <a:gd name="csX8256" fmla="*/ 1426913 w 1728164"/>
              <a:gd name="csY8256" fmla="*/ 977984 h 1028969"/>
              <a:gd name="csX8257" fmla="*/ 1427091 w 1728164"/>
              <a:gd name="csY8257" fmla="*/ 978126 h 1028969"/>
              <a:gd name="csX8258" fmla="*/ 1427260 w 1728164"/>
              <a:gd name="csY8258" fmla="*/ 978260 h 1028969"/>
              <a:gd name="csX8259" fmla="*/ 1427438 w 1728164"/>
              <a:gd name="csY8259" fmla="*/ 978402 h 1028969"/>
              <a:gd name="csX8260" fmla="*/ 1427607 w 1728164"/>
              <a:gd name="csY8260" fmla="*/ 978536 h 1028969"/>
              <a:gd name="csX8261" fmla="*/ 1427776 w 1728164"/>
              <a:gd name="csY8261" fmla="*/ 978678 h 1028969"/>
              <a:gd name="csX8262" fmla="*/ 1427954 w 1728164"/>
              <a:gd name="csY8262" fmla="*/ 978812 h 1028969"/>
              <a:gd name="csX8263" fmla="*/ 1428123 w 1728164"/>
              <a:gd name="csY8263" fmla="*/ 978954 h 1028969"/>
              <a:gd name="csX8264" fmla="*/ 1428301 w 1728164"/>
              <a:gd name="csY8264" fmla="*/ 979087 h 1028969"/>
              <a:gd name="csX8265" fmla="*/ 1428470 w 1728164"/>
              <a:gd name="csY8265" fmla="*/ 979221 h 1028969"/>
              <a:gd name="csX8266" fmla="*/ 1428648 w 1728164"/>
              <a:gd name="csY8266" fmla="*/ 979363 h 1028969"/>
              <a:gd name="csX8267" fmla="*/ 1428817 w 1728164"/>
              <a:gd name="csY8267" fmla="*/ 979496 h 1028969"/>
              <a:gd name="csX8268" fmla="*/ 1428986 w 1728164"/>
              <a:gd name="csY8268" fmla="*/ 979630 h 1028969"/>
              <a:gd name="csX8269" fmla="*/ 1429164 w 1728164"/>
              <a:gd name="csY8269" fmla="*/ 979763 h 1028969"/>
              <a:gd name="csX8270" fmla="*/ 1429333 w 1728164"/>
              <a:gd name="csY8270" fmla="*/ 979897 h 1028969"/>
              <a:gd name="csX8271" fmla="*/ 1429511 w 1728164"/>
              <a:gd name="csY8271" fmla="*/ 980039 h 1028969"/>
              <a:gd name="csX8272" fmla="*/ 1429680 w 1728164"/>
              <a:gd name="csY8272" fmla="*/ 980173 h 1028969"/>
              <a:gd name="csX8273" fmla="*/ 1429858 w 1728164"/>
              <a:gd name="csY8273" fmla="*/ 980306 h 1028969"/>
              <a:gd name="csX8274" fmla="*/ 1430027 w 1728164"/>
              <a:gd name="csY8274" fmla="*/ 980440 h 1028969"/>
              <a:gd name="csX8275" fmla="*/ 1430196 w 1728164"/>
              <a:gd name="csY8275" fmla="*/ 980573 h 1028969"/>
              <a:gd name="csX8276" fmla="*/ 1430374 w 1728164"/>
              <a:gd name="csY8276" fmla="*/ 980706 h 1028969"/>
              <a:gd name="csX8277" fmla="*/ 1430543 w 1728164"/>
              <a:gd name="csY8277" fmla="*/ 980840 h 1028969"/>
              <a:gd name="csX8278" fmla="*/ 1430721 w 1728164"/>
              <a:gd name="csY8278" fmla="*/ 980964 h 1028969"/>
              <a:gd name="csX8279" fmla="*/ 1430890 w 1728164"/>
              <a:gd name="csY8279" fmla="*/ 981098 h 1028969"/>
              <a:gd name="csX8280" fmla="*/ 1431068 w 1728164"/>
              <a:gd name="csY8280" fmla="*/ 981231 h 1028969"/>
              <a:gd name="csX8281" fmla="*/ 1431237 w 1728164"/>
              <a:gd name="csY8281" fmla="*/ 981365 h 1028969"/>
              <a:gd name="csX8282" fmla="*/ 1431406 w 1728164"/>
              <a:gd name="csY8282" fmla="*/ 981498 h 1028969"/>
              <a:gd name="csX8283" fmla="*/ 1431584 w 1728164"/>
              <a:gd name="csY8283" fmla="*/ 981623 h 1028969"/>
              <a:gd name="csX8284" fmla="*/ 1431753 w 1728164"/>
              <a:gd name="csY8284" fmla="*/ 981756 h 1028969"/>
              <a:gd name="csX8285" fmla="*/ 1431931 w 1728164"/>
              <a:gd name="csY8285" fmla="*/ 981890 h 1028969"/>
              <a:gd name="csX8286" fmla="*/ 1432100 w 1728164"/>
              <a:gd name="csY8286" fmla="*/ 982014 h 1028969"/>
              <a:gd name="csX8287" fmla="*/ 1432269 w 1728164"/>
              <a:gd name="csY8287" fmla="*/ 982148 h 1028969"/>
              <a:gd name="csX8288" fmla="*/ 1432447 w 1728164"/>
              <a:gd name="csY8288" fmla="*/ 982272 h 1028969"/>
              <a:gd name="csX8289" fmla="*/ 1432616 w 1728164"/>
              <a:gd name="csY8289" fmla="*/ 982406 h 1028969"/>
              <a:gd name="csX8290" fmla="*/ 1432794 w 1728164"/>
              <a:gd name="csY8290" fmla="*/ 982530 h 1028969"/>
              <a:gd name="csX8291" fmla="*/ 1432963 w 1728164"/>
              <a:gd name="csY8291" fmla="*/ 982664 h 1028969"/>
              <a:gd name="csX8292" fmla="*/ 1433141 w 1728164"/>
              <a:gd name="csY8292" fmla="*/ 982788 h 1028969"/>
              <a:gd name="csX8293" fmla="*/ 1433310 w 1728164"/>
              <a:gd name="csY8293" fmla="*/ 982922 h 1028969"/>
              <a:gd name="csX8294" fmla="*/ 1433479 w 1728164"/>
              <a:gd name="csY8294" fmla="*/ 983046 h 1028969"/>
              <a:gd name="csX8295" fmla="*/ 1433657 w 1728164"/>
              <a:gd name="csY8295" fmla="*/ 983171 h 1028969"/>
              <a:gd name="csX8296" fmla="*/ 1433826 w 1728164"/>
              <a:gd name="csY8296" fmla="*/ 983304 h 1028969"/>
              <a:gd name="csX8297" fmla="*/ 1434004 w 1728164"/>
              <a:gd name="csY8297" fmla="*/ 983429 h 1028969"/>
              <a:gd name="csX8298" fmla="*/ 1434173 w 1728164"/>
              <a:gd name="csY8298" fmla="*/ 983553 h 1028969"/>
              <a:gd name="csX8299" fmla="*/ 1434351 w 1728164"/>
              <a:gd name="csY8299" fmla="*/ 983678 h 1028969"/>
              <a:gd name="csX8300" fmla="*/ 1434520 w 1728164"/>
              <a:gd name="csY8300" fmla="*/ 983802 h 1028969"/>
              <a:gd name="csX8301" fmla="*/ 1434689 w 1728164"/>
              <a:gd name="csY8301" fmla="*/ 983927 h 1028969"/>
              <a:gd name="csX8302" fmla="*/ 1434867 w 1728164"/>
              <a:gd name="csY8302" fmla="*/ 984051 h 1028969"/>
              <a:gd name="csX8303" fmla="*/ 1435036 w 1728164"/>
              <a:gd name="csY8303" fmla="*/ 984176 h 1028969"/>
              <a:gd name="csX8304" fmla="*/ 1435214 w 1728164"/>
              <a:gd name="csY8304" fmla="*/ 984301 h 1028969"/>
              <a:gd name="csX8305" fmla="*/ 1435383 w 1728164"/>
              <a:gd name="csY8305" fmla="*/ 984425 h 1028969"/>
              <a:gd name="csX8306" fmla="*/ 1435561 w 1728164"/>
              <a:gd name="csY8306" fmla="*/ 984550 h 1028969"/>
              <a:gd name="csX8307" fmla="*/ 1435730 w 1728164"/>
              <a:gd name="csY8307" fmla="*/ 984674 h 1028969"/>
              <a:gd name="csX8308" fmla="*/ 1435899 w 1728164"/>
              <a:gd name="csY8308" fmla="*/ 984799 h 1028969"/>
              <a:gd name="csX8309" fmla="*/ 1436077 w 1728164"/>
              <a:gd name="csY8309" fmla="*/ 984923 h 1028969"/>
              <a:gd name="csX8310" fmla="*/ 1436246 w 1728164"/>
              <a:gd name="csY8310" fmla="*/ 985048 h 1028969"/>
              <a:gd name="csX8311" fmla="*/ 1436424 w 1728164"/>
              <a:gd name="csY8311" fmla="*/ 985172 h 1028969"/>
              <a:gd name="csX8312" fmla="*/ 1436593 w 1728164"/>
              <a:gd name="csY8312" fmla="*/ 985288 h 1028969"/>
              <a:gd name="csX8313" fmla="*/ 1436770 w 1728164"/>
              <a:gd name="csY8313" fmla="*/ 985413 h 1028969"/>
              <a:gd name="csX8314" fmla="*/ 1436940 w 1728164"/>
              <a:gd name="csY8314" fmla="*/ 985537 h 1028969"/>
              <a:gd name="csX8315" fmla="*/ 1437109 w 1728164"/>
              <a:gd name="csY8315" fmla="*/ 985653 h 1028969"/>
              <a:gd name="csX8316" fmla="*/ 1437287 w 1728164"/>
              <a:gd name="csY8316" fmla="*/ 985777 h 1028969"/>
              <a:gd name="csX8317" fmla="*/ 1437456 w 1728164"/>
              <a:gd name="csY8317" fmla="*/ 985902 h 1028969"/>
              <a:gd name="csX8318" fmla="*/ 1437634 w 1728164"/>
              <a:gd name="csY8318" fmla="*/ 986018 h 1028969"/>
              <a:gd name="csX8319" fmla="*/ 1437802 w 1728164"/>
              <a:gd name="csY8319" fmla="*/ 986142 h 1028969"/>
              <a:gd name="csX8320" fmla="*/ 1437980 w 1728164"/>
              <a:gd name="csY8320" fmla="*/ 986258 h 1028969"/>
              <a:gd name="csX8321" fmla="*/ 1438149 w 1728164"/>
              <a:gd name="csY8321" fmla="*/ 986382 h 1028969"/>
              <a:gd name="csX8322" fmla="*/ 1438319 w 1728164"/>
              <a:gd name="csY8322" fmla="*/ 986498 h 1028969"/>
              <a:gd name="csX8323" fmla="*/ 1438496 w 1728164"/>
              <a:gd name="csY8323" fmla="*/ 986614 h 1028969"/>
              <a:gd name="csX8324" fmla="*/ 1438665 w 1728164"/>
              <a:gd name="csY8324" fmla="*/ 986738 h 1028969"/>
              <a:gd name="csX8325" fmla="*/ 1438843 w 1728164"/>
              <a:gd name="csY8325" fmla="*/ 986854 h 1028969"/>
              <a:gd name="csX8326" fmla="*/ 1439012 w 1728164"/>
              <a:gd name="csY8326" fmla="*/ 986970 h 1028969"/>
              <a:gd name="csX8327" fmla="*/ 1439190 w 1728164"/>
              <a:gd name="csY8327" fmla="*/ 987094 h 1028969"/>
              <a:gd name="csX8328" fmla="*/ 1439359 w 1728164"/>
              <a:gd name="csY8328" fmla="*/ 987210 h 1028969"/>
              <a:gd name="csX8329" fmla="*/ 1439528 w 1728164"/>
              <a:gd name="csY8329" fmla="*/ 987325 h 1028969"/>
              <a:gd name="csX8330" fmla="*/ 1439706 w 1728164"/>
              <a:gd name="csY8330" fmla="*/ 987441 h 1028969"/>
              <a:gd name="csX8331" fmla="*/ 1439875 w 1728164"/>
              <a:gd name="csY8331" fmla="*/ 987557 h 1028969"/>
              <a:gd name="csX8332" fmla="*/ 1440053 w 1728164"/>
              <a:gd name="csY8332" fmla="*/ 987672 h 1028969"/>
              <a:gd name="csX8333" fmla="*/ 1440222 w 1728164"/>
              <a:gd name="csY8333" fmla="*/ 987797 h 1028969"/>
              <a:gd name="csX8334" fmla="*/ 1440400 w 1728164"/>
              <a:gd name="csY8334" fmla="*/ 987913 h 1028969"/>
              <a:gd name="csX8335" fmla="*/ 1440569 w 1728164"/>
              <a:gd name="csY8335" fmla="*/ 988028 h 1028969"/>
              <a:gd name="csX8336" fmla="*/ 1440738 w 1728164"/>
              <a:gd name="csY8336" fmla="*/ 988144 h 1028969"/>
              <a:gd name="csX8337" fmla="*/ 1440916 w 1728164"/>
              <a:gd name="csY8337" fmla="*/ 988260 h 1028969"/>
              <a:gd name="csX8338" fmla="*/ 1441085 w 1728164"/>
              <a:gd name="csY8338" fmla="*/ 988366 h 1028969"/>
              <a:gd name="csX8339" fmla="*/ 1441263 w 1728164"/>
              <a:gd name="csY8339" fmla="*/ 988482 h 1028969"/>
              <a:gd name="csX8340" fmla="*/ 1441432 w 1728164"/>
              <a:gd name="csY8340" fmla="*/ 988598 h 1028969"/>
              <a:gd name="csX8341" fmla="*/ 1441610 w 1728164"/>
              <a:gd name="csY8341" fmla="*/ 988713 h 1028969"/>
              <a:gd name="csX8342" fmla="*/ 1441779 w 1728164"/>
              <a:gd name="csY8342" fmla="*/ 988829 h 1028969"/>
              <a:gd name="csX8343" fmla="*/ 1441948 w 1728164"/>
              <a:gd name="csY8343" fmla="*/ 988944 h 1028969"/>
              <a:gd name="csX8344" fmla="*/ 1442126 w 1728164"/>
              <a:gd name="csY8344" fmla="*/ 989051 h 1028969"/>
              <a:gd name="csX8345" fmla="*/ 1442295 w 1728164"/>
              <a:gd name="csY8345" fmla="*/ 989167 h 1028969"/>
              <a:gd name="csX8346" fmla="*/ 1442473 w 1728164"/>
              <a:gd name="csY8346" fmla="*/ 989283 h 1028969"/>
              <a:gd name="csX8347" fmla="*/ 1442642 w 1728164"/>
              <a:gd name="csY8347" fmla="*/ 989389 h 1028969"/>
              <a:gd name="csX8348" fmla="*/ 1442820 w 1728164"/>
              <a:gd name="csY8348" fmla="*/ 989505 h 1028969"/>
              <a:gd name="csX8349" fmla="*/ 1442989 w 1728164"/>
              <a:gd name="csY8349" fmla="*/ 989612 h 1028969"/>
              <a:gd name="csX8350" fmla="*/ 1443158 w 1728164"/>
              <a:gd name="csY8350" fmla="*/ 989727 h 1028969"/>
              <a:gd name="csX8351" fmla="*/ 1443336 w 1728164"/>
              <a:gd name="csY8351" fmla="*/ 989843 h 1028969"/>
              <a:gd name="csX8352" fmla="*/ 1443505 w 1728164"/>
              <a:gd name="csY8352" fmla="*/ 989950 h 1028969"/>
              <a:gd name="csX8353" fmla="*/ 1443683 w 1728164"/>
              <a:gd name="csY8353" fmla="*/ 990057 h 1028969"/>
              <a:gd name="csX8354" fmla="*/ 1443852 w 1728164"/>
              <a:gd name="csY8354" fmla="*/ 990172 h 1028969"/>
              <a:gd name="csX8355" fmla="*/ 1444030 w 1728164"/>
              <a:gd name="csY8355" fmla="*/ 990279 h 1028969"/>
              <a:gd name="csX8356" fmla="*/ 1444199 w 1728164"/>
              <a:gd name="csY8356" fmla="*/ 990395 h 1028969"/>
              <a:gd name="csX8357" fmla="*/ 1444368 w 1728164"/>
              <a:gd name="csY8357" fmla="*/ 990501 h 1028969"/>
              <a:gd name="csX8358" fmla="*/ 1444546 w 1728164"/>
              <a:gd name="csY8358" fmla="*/ 990608 h 1028969"/>
              <a:gd name="csX8359" fmla="*/ 1444715 w 1728164"/>
              <a:gd name="csY8359" fmla="*/ 990724 h 1028969"/>
              <a:gd name="csX8360" fmla="*/ 1444893 w 1728164"/>
              <a:gd name="csY8360" fmla="*/ 990831 h 1028969"/>
              <a:gd name="csX8361" fmla="*/ 1445062 w 1728164"/>
              <a:gd name="csY8361" fmla="*/ 990937 h 1028969"/>
              <a:gd name="csX8362" fmla="*/ 1445240 w 1728164"/>
              <a:gd name="csY8362" fmla="*/ 991044 h 1028969"/>
              <a:gd name="csX8363" fmla="*/ 1445409 w 1728164"/>
              <a:gd name="csY8363" fmla="*/ 991151 h 1028969"/>
              <a:gd name="csX8364" fmla="*/ 1445578 w 1728164"/>
              <a:gd name="csY8364" fmla="*/ 991267 h 1028969"/>
              <a:gd name="csX8365" fmla="*/ 1445756 w 1728164"/>
              <a:gd name="csY8365" fmla="*/ 991373 h 1028969"/>
              <a:gd name="csX8366" fmla="*/ 1445925 w 1728164"/>
              <a:gd name="csY8366" fmla="*/ 991480 h 1028969"/>
              <a:gd name="csX8367" fmla="*/ 1446103 w 1728164"/>
              <a:gd name="csY8367" fmla="*/ 991587 h 1028969"/>
              <a:gd name="csX8368" fmla="*/ 1446272 w 1728164"/>
              <a:gd name="csY8368" fmla="*/ 991694 h 1028969"/>
              <a:gd name="csX8369" fmla="*/ 1446450 w 1728164"/>
              <a:gd name="csY8369" fmla="*/ 991800 h 1028969"/>
              <a:gd name="csX8370" fmla="*/ 1446619 w 1728164"/>
              <a:gd name="csY8370" fmla="*/ 991907 h 1028969"/>
              <a:gd name="csX8371" fmla="*/ 1446788 w 1728164"/>
              <a:gd name="csY8371" fmla="*/ 992014 h 1028969"/>
              <a:gd name="csX8372" fmla="*/ 1446966 w 1728164"/>
              <a:gd name="csY8372" fmla="*/ 992121 h 1028969"/>
              <a:gd name="csX8373" fmla="*/ 1447135 w 1728164"/>
              <a:gd name="csY8373" fmla="*/ 992218 h 1028969"/>
              <a:gd name="csX8374" fmla="*/ 1447313 w 1728164"/>
              <a:gd name="csY8374" fmla="*/ 992325 h 1028969"/>
              <a:gd name="csX8375" fmla="*/ 1447482 w 1728164"/>
              <a:gd name="csY8375" fmla="*/ 992432 h 1028969"/>
              <a:gd name="csX8376" fmla="*/ 1447660 w 1728164"/>
              <a:gd name="csY8376" fmla="*/ 992539 h 1028969"/>
              <a:gd name="csX8377" fmla="*/ 1447829 w 1728164"/>
              <a:gd name="csY8377" fmla="*/ 992645 h 1028969"/>
              <a:gd name="csX8378" fmla="*/ 1447998 w 1728164"/>
              <a:gd name="csY8378" fmla="*/ 992743 h 1028969"/>
              <a:gd name="csX8379" fmla="*/ 1448176 w 1728164"/>
              <a:gd name="csY8379" fmla="*/ 992850 h 1028969"/>
              <a:gd name="csX8380" fmla="*/ 1448345 w 1728164"/>
              <a:gd name="csY8380" fmla="*/ 992957 h 1028969"/>
              <a:gd name="csX8381" fmla="*/ 1448523 w 1728164"/>
              <a:gd name="csY8381" fmla="*/ 993055 h 1028969"/>
              <a:gd name="csX8382" fmla="*/ 1448692 w 1728164"/>
              <a:gd name="csY8382" fmla="*/ 993162 h 1028969"/>
              <a:gd name="csX8383" fmla="*/ 1448870 w 1728164"/>
              <a:gd name="csY8383" fmla="*/ 993259 h 1028969"/>
              <a:gd name="csX8384" fmla="*/ 1449039 w 1728164"/>
              <a:gd name="csY8384" fmla="*/ 993366 h 1028969"/>
              <a:gd name="csX8385" fmla="*/ 1449208 w 1728164"/>
              <a:gd name="csY8385" fmla="*/ 993473 h 1028969"/>
              <a:gd name="csX8386" fmla="*/ 1449386 w 1728164"/>
              <a:gd name="csY8386" fmla="*/ 993571 h 1028969"/>
              <a:gd name="csX8387" fmla="*/ 1449555 w 1728164"/>
              <a:gd name="csY8387" fmla="*/ 993677 h 1028969"/>
              <a:gd name="csX8388" fmla="*/ 1449733 w 1728164"/>
              <a:gd name="csY8388" fmla="*/ 993775 h 1028969"/>
              <a:gd name="csX8389" fmla="*/ 1449902 w 1728164"/>
              <a:gd name="csY8389" fmla="*/ 993873 h 1028969"/>
              <a:gd name="csX8390" fmla="*/ 1450080 w 1728164"/>
              <a:gd name="csY8390" fmla="*/ 993980 h 1028969"/>
              <a:gd name="csX8391" fmla="*/ 1450249 w 1728164"/>
              <a:gd name="csY8391" fmla="*/ 994078 h 1028969"/>
              <a:gd name="csX8392" fmla="*/ 1450418 w 1728164"/>
              <a:gd name="csY8392" fmla="*/ 994176 h 1028969"/>
              <a:gd name="csX8393" fmla="*/ 1450596 w 1728164"/>
              <a:gd name="csY8393" fmla="*/ 994282 h 1028969"/>
              <a:gd name="csX8394" fmla="*/ 1450765 w 1728164"/>
              <a:gd name="csY8394" fmla="*/ 994380 h 1028969"/>
              <a:gd name="csX8395" fmla="*/ 1450943 w 1728164"/>
              <a:gd name="csY8395" fmla="*/ 994478 h 1028969"/>
              <a:gd name="csX8396" fmla="*/ 1451112 w 1728164"/>
              <a:gd name="csY8396" fmla="*/ 994576 h 1028969"/>
              <a:gd name="csX8397" fmla="*/ 1451281 w 1728164"/>
              <a:gd name="csY8397" fmla="*/ 994683 h 1028969"/>
              <a:gd name="csX8398" fmla="*/ 1451459 w 1728164"/>
              <a:gd name="csY8398" fmla="*/ 994781 h 1028969"/>
              <a:gd name="csX8399" fmla="*/ 1451628 w 1728164"/>
              <a:gd name="csY8399" fmla="*/ 994878 h 1028969"/>
              <a:gd name="csX8400" fmla="*/ 1451805 w 1728164"/>
              <a:gd name="csY8400" fmla="*/ 994976 h 1028969"/>
              <a:gd name="csX8401" fmla="*/ 1451975 w 1728164"/>
              <a:gd name="csY8401" fmla="*/ 995074 h 1028969"/>
              <a:gd name="csX8402" fmla="*/ 1452152 w 1728164"/>
              <a:gd name="csY8402" fmla="*/ 995172 h 1028969"/>
              <a:gd name="csX8403" fmla="*/ 1452322 w 1728164"/>
              <a:gd name="csY8403" fmla="*/ 995270 h 1028969"/>
              <a:gd name="csX8404" fmla="*/ 1452491 w 1728164"/>
              <a:gd name="csY8404" fmla="*/ 995368 h 1028969"/>
              <a:gd name="csX8405" fmla="*/ 1452669 w 1728164"/>
              <a:gd name="csY8405" fmla="*/ 995466 h 1028969"/>
              <a:gd name="csX8406" fmla="*/ 1452838 w 1728164"/>
              <a:gd name="csY8406" fmla="*/ 995564 h 1028969"/>
              <a:gd name="csX8407" fmla="*/ 1453015 w 1728164"/>
              <a:gd name="csY8407" fmla="*/ 995661 h 1028969"/>
              <a:gd name="csX8408" fmla="*/ 1453184 w 1728164"/>
              <a:gd name="csY8408" fmla="*/ 995759 h 1028969"/>
              <a:gd name="csX8409" fmla="*/ 1453362 w 1728164"/>
              <a:gd name="csY8409" fmla="*/ 995857 h 1028969"/>
              <a:gd name="csX8410" fmla="*/ 1453531 w 1728164"/>
              <a:gd name="csY8410" fmla="*/ 995946 h 1028969"/>
              <a:gd name="csX8411" fmla="*/ 1453700 w 1728164"/>
              <a:gd name="csY8411" fmla="*/ 996044 h 1028969"/>
              <a:gd name="csX8412" fmla="*/ 1453878 w 1728164"/>
              <a:gd name="csY8412" fmla="*/ 996142 h 1028969"/>
              <a:gd name="csX8413" fmla="*/ 1454047 w 1728164"/>
              <a:gd name="csY8413" fmla="*/ 996240 h 1028969"/>
              <a:gd name="csX8414" fmla="*/ 1454225 w 1728164"/>
              <a:gd name="csY8414" fmla="*/ 996337 h 1028969"/>
              <a:gd name="csX8415" fmla="*/ 1454394 w 1728164"/>
              <a:gd name="csY8415" fmla="*/ 996426 h 1028969"/>
              <a:gd name="csX8416" fmla="*/ 1454572 w 1728164"/>
              <a:gd name="csY8416" fmla="*/ 996524 h 1028969"/>
              <a:gd name="csX8417" fmla="*/ 1454741 w 1728164"/>
              <a:gd name="csY8417" fmla="*/ 996622 h 1028969"/>
              <a:gd name="csX8418" fmla="*/ 1454910 w 1728164"/>
              <a:gd name="csY8418" fmla="*/ 996711 h 1028969"/>
              <a:gd name="csX8419" fmla="*/ 1455088 w 1728164"/>
              <a:gd name="csY8419" fmla="*/ 996809 h 1028969"/>
              <a:gd name="csX8420" fmla="*/ 1455257 w 1728164"/>
              <a:gd name="csY8420" fmla="*/ 996898 h 1028969"/>
              <a:gd name="csX8421" fmla="*/ 1455435 w 1728164"/>
              <a:gd name="csY8421" fmla="*/ 996996 h 1028969"/>
              <a:gd name="csX8422" fmla="*/ 1455604 w 1728164"/>
              <a:gd name="csY8422" fmla="*/ 997085 h 1028969"/>
              <a:gd name="csX8423" fmla="*/ 1455782 w 1728164"/>
              <a:gd name="csY8423" fmla="*/ 997183 h 1028969"/>
              <a:gd name="csX8424" fmla="*/ 1455951 w 1728164"/>
              <a:gd name="csY8424" fmla="*/ 997272 h 1028969"/>
              <a:gd name="csX8425" fmla="*/ 1456120 w 1728164"/>
              <a:gd name="csY8425" fmla="*/ 997370 h 1028969"/>
              <a:gd name="csX8426" fmla="*/ 1456298 w 1728164"/>
              <a:gd name="csY8426" fmla="*/ 997458 h 1028969"/>
              <a:gd name="csX8427" fmla="*/ 1456467 w 1728164"/>
              <a:gd name="csY8427" fmla="*/ 997547 h 1028969"/>
              <a:gd name="csX8428" fmla="*/ 1456645 w 1728164"/>
              <a:gd name="csY8428" fmla="*/ 997645 h 1028969"/>
              <a:gd name="csX8429" fmla="*/ 1456814 w 1728164"/>
              <a:gd name="csY8429" fmla="*/ 997734 h 1028969"/>
              <a:gd name="csX8430" fmla="*/ 1456992 w 1728164"/>
              <a:gd name="csY8430" fmla="*/ 997823 h 1028969"/>
              <a:gd name="csX8431" fmla="*/ 1457161 w 1728164"/>
              <a:gd name="csY8431" fmla="*/ 997921 h 1028969"/>
              <a:gd name="csX8432" fmla="*/ 1457330 w 1728164"/>
              <a:gd name="csY8432" fmla="*/ 998010 h 1028969"/>
              <a:gd name="csX8433" fmla="*/ 1457508 w 1728164"/>
              <a:gd name="csY8433" fmla="*/ 998099 h 1028969"/>
              <a:gd name="csX8434" fmla="*/ 1457677 w 1728164"/>
              <a:gd name="csY8434" fmla="*/ 998188 h 1028969"/>
              <a:gd name="csX8435" fmla="*/ 1457855 w 1728164"/>
              <a:gd name="csY8435" fmla="*/ 998286 h 1028969"/>
              <a:gd name="csX8436" fmla="*/ 1458024 w 1728164"/>
              <a:gd name="csY8436" fmla="*/ 998375 h 1028969"/>
              <a:gd name="csX8437" fmla="*/ 1458202 w 1728164"/>
              <a:gd name="csY8437" fmla="*/ 998464 h 1028969"/>
              <a:gd name="csX8438" fmla="*/ 1458371 w 1728164"/>
              <a:gd name="csY8438" fmla="*/ 998553 h 1028969"/>
              <a:gd name="csX8439" fmla="*/ 1458540 w 1728164"/>
              <a:gd name="csY8439" fmla="*/ 998642 h 1028969"/>
              <a:gd name="csX8440" fmla="*/ 1458718 w 1728164"/>
              <a:gd name="csY8440" fmla="*/ 998731 h 1028969"/>
              <a:gd name="csX8441" fmla="*/ 1458887 w 1728164"/>
              <a:gd name="csY8441" fmla="*/ 998820 h 1028969"/>
              <a:gd name="csX8442" fmla="*/ 1459065 w 1728164"/>
              <a:gd name="csY8442" fmla="*/ 998909 h 1028969"/>
              <a:gd name="csX8443" fmla="*/ 1459234 w 1728164"/>
              <a:gd name="csY8443" fmla="*/ 998998 h 1028969"/>
              <a:gd name="csX8444" fmla="*/ 1459412 w 1728164"/>
              <a:gd name="csY8444" fmla="*/ 999086 h 1028969"/>
              <a:gd name="csX8445" fmla="*/ 1459581 w 1728164"/>
              <a:gd name="csY8445" fmla="*/ 999175 h 1028969"/>
              <a:gd name="csX8446" fmla="*/ 1459750 w 1728164"/>
              <a:gd name="csY8446" fmla="*/ 999264 h 1028969"/>
              <a:gd name="csX8447" fmla="*/ 1459928 w 1728164"/>
              <a:gd name="csY8447" fmla="*/ 999353 h 1028969"/>
              <a:gd name="csX8448" fmla="*/ 1460097 w 1728164"/>
              <a:gd name="csY8448" fmla="*/ 999433 h 1028969"/>
              <a:gd name="csX8449" fmla="*/ 1460275 w 1728164"/>
              <a:gd name="csY8449" fmla="*/ 999522 h 1028969"/>
              <a:gd name="csX8450" fmla="*/ 1460444 w 1728164"/>
              <a:gd name="csY8450" fmla="*/ 999611 h 1028969"/>
              <a:gd name="csX8451" fmla="*/ 1460622 w 1728164"/>
              <a:gd name="csY8451" fmla="*/ 999700 h 1028969"/>
              <a:gd name="csX8452" fmla="*/ 1460791 w 1728164"/>
              <a:gd name="csY8452" fmla="*/ 999780 h 1028969"/>
              <a:gd name="csX8453" fmla="*/ 1460960 w 1728164"/>
              <a:gd name="csY8453" fmla="*/ 999869 h 1028969"/>
              <a:gd name="csX8454" fmla="*/ 1461138 w 1728164"/>
              <a:gd name="csY8454" fmla="*/ 999958 h 1028969"/>
              <a:gd name="csX8455" fmla="*/ 1461307 w 1728164"/>
              <a:gd name="csY8455" fmla="*/ 1000047 h 1028969"/>
              <a:gd name="csX8456" fmla="*/ 1461485 w 1728164"/>
              <a:gd name="csY8456" fmla="*/ 1000127 h 1028969"/>
              <a:gd name="csX8457" fmla="*/ 1461654 w 1728164"/>
              <a:gd name="csY8457" fmla="*/ 1000216 h 1028969"/>
              <a:gd name="csX8458" fmla="*/ 1461832 w 1728164"/>
              <a:gd name="csY8458" fmla="*/ 1000296 h 1028969"/>
              <a:gd name="csX8459" fmla="*/ 1462001 w 1728164"/>
              <a:gd name="csY8459" fmla="*/ 1000385 h 1028969"/>
              <a:gd name="csX8460" fmla="*/ 1462170 w 1728164"/>
              <a:gd name="csY8460" fmla="*/ 1000465 h 1028969"/>
              <a:gd name="csX8461" fmla="*/ 1462348 w 1728164"/>
              <a:gd name="csY8461" fmla="*/ 1000554 h 1028969"/>
              <a:gd name="csX8462" fmla="*/ 1462517 w 1728164"/>
              <a:gd name="csY8462" fmla="*/ 1000643 h 1028969"/>
              <a:gd name="csX8463" fmla="*/ 1462695 w 1728164"/>
              <a:gd name="csY8463" fmla="*/ 1000723 h 1028969"/>
              <a:gd name="csX8464" fmla="*/ 1462864 w 1728164"/>
              <a:gd name="csY8464" fmla="*/ 1000804 h 1028969"/>
              <a:gd name="csX8465" fmla="*/ 1463042 w 1728164"/>
              <a:gd name="csY8465" fmla="*/ 1000892 h 1028969"/>
              <a:gd name="csX8466" fmla="*/ 1463211 w 1728164"/>
              <a:gd name="csY8466" fmla="*/ 1000973 h 1028969"/>
              <a:gd name="csX8467" fmla="*/ 1463380 w 1728164"/>
              <a:gd name="csY8467" fmla="*/ 1001061 h 1028969"/>
              <a:gd name="csX8468" fmla="*/ 1463558 w 1728164"/>
              <a:gd name="csY8468" fmla="*/ 1001142 h 1028969"/>
              <a:gd name="csX8469" fmla="*/ 1463727 w 1728164"/>
              <a:gd name="csY8469" fmla="*/ 1001222 h 1028969"/>
              <a:gd name="csX8470" fmla="*/ 1463905 w 1728164"/>
              <a:gd name="csY8470" fmla="*/ 1001311 h 1028969"/>
              <a:gd name="csX8471" fmla="*/ 1464074 w 1728164"/>
              <a:gd name="csY8471" fmla="*/ 1001391 h 1028969"/>
              <a:gd name="csX8472" fmla="*/ 1464252 w 1728164"/>
              <a:gd name="csY8472" fmla="*/ 1001471 h 1028969"/>
              <a:gd name="csX8473" fmla="*/ 1464421 w 1728164"/>
              <a:gd name="csY8473" fmla="*/ 1001551 h 1028969"/>
              <a:gd name="csX8474" fmla="*/ 1464590 w 1728164"/>
              <a:gd name="csY8474" fmla="*/ 1001640 h 1028969"/>
              <a:gd name="csX8475" fmla="*/ 1464768 w 1728164"/>
              <a:gd name="csY8475" fmla="*/ 1001720 h 1028969"/>
              <a:gd name="csX8476" fmla="*/ 1464937 w 1728164"/>
              <a:gd name="csY8476" fmla="*/ 1001800 h 1028969"/>
              <a:gd name="csX8477" fmla="*/ 1465115 w 1728164"/>
              <a:gd name="csY8477" fmla="*/ 1001880 h 1028969"/>
              <a:gd name="csX8478" fmla="*/ 1465284 w 1728164"/>
              <a:gd name="csY8478" fmla="*/ 1001960 h 1028969"/>
              <a:gd name="csX8479" fmla="*/ 1465462 w 1728164"/>
              <a:gd name="csY8479" fmla="*/ 1002040 h 1028969"/>
              <a:gd name="csX8480" fmla="*/ 1465631 w 1728164"/>
              <a:gd name="csY8480" fmla="*/ 1002120 h 1028969"/>
              <a:gd name="csX8481" fmla="*/ 1465800 w 1728164"/>
              <a:gd name="csY8481" fmla="*/ 1002200 h 1028969"/>
              <a:gd name="csX8482" fmla="*/ 1465978 w 1728164"/>
              <a:gd name="csY8482" fmla="*/ 1002280 h 1028969"/>
              <a:gd name="csX8483" fmla="*/ 1466147 w 1728164"/>
              <a:gd name="csY8483" fmla="*/ 1002360 h 1028969"/>
              <a:gd name="csX8484" fmla="*/ 1466325 w 1728164"/>
              <a:gd name="csY8484" fmla="*/ 1002440 h 1028969"/>
              <a:gd name="csX8485" fmla="*/ 1466494 w 1728164"/>
              <a:gd name="csY8485" fmla="*/ 1002520 h 1028969"/>
              <a:gd name="csX8486" fmla="*/ 1466672 w 1728164"/>
              <a:gd name="csY8486" fmla="*/ 1002601 h 1028969"/>
              <a:gd name="csX8487" fmla="*/ 1466841 w 1728164"/>
              <a:gd name="csY8487" fmla="*/ 1002681 h 1028969"/>
              <a:gd name="csX8488" fmla="*/ 1467010 w 1728164"/>
              <a:gd name="csY8488" fmla="*/ 1002761 h 1028969"/>
              <a:gd name="csX8489" fmla="*/ 1467187 w 1728164"/>
              <a:gd name="csY8489" fmla="*/ 1002841 h 1028969"/>
              <a:gd name="csX8490" fmla="*/ 1467356 w 1728164"/>
              <a:gd name="csY8490" fmla="*/ 1002921 h 1028969"/>
              <a:gd name="csX8491" fmla="*/ 1467534 w 1728164"/>
              <a:gd name="csY8491" fmla="*/ 1002992 h 1028969"/>
              <a:gd name="csX8492" fmla="*/ 1467703 w 1728164"/>
              <a:gd name="csY8492" fmla="*/ 1003072 h 1028969"/>
              <a:gd name="csX8493" fmla="*/ 1467881 w 1728164"/>
              <a:gd name="csY8493" fmla="*/ 1003152 h 1028969"/>
              <a:gd name="csX8494" fmla="*/ 1468050 w 1728164"/>
              <a:gd name="csY8494" fmla="*/ 1003232 h 1028969"/>
              <a:gd name="csX8495" fmla="*/ 1468220 w 1728164"/>
              <a:gd name="csY8495" fmla="*/ 1003303 h 1028969"/>
              <a:gd name="csX8496" fmla="*/ 1468397 w 1728164"/>
              <a:gd name="csY8496" fmla="*/ 1003384 h 1028969"/>
              <a:gd name="csX8497" fmla="*/ 1468566 w 1728164"/>
              <a:gd name="csY8497" fmla="*/ 1003464 h 1028969"/>
              <a:gd name="csX8498" fmla="*/ 1468744 w 1728164"/>
              <a:gd name="csY8498" fmla="*/ 1003535 h 1028969"/>
              <a:gd name="csX8499" fmla="*/ 1468913 w 1728164"/>
              <a:gd name="csY8499" fmla="*/ 1003615 h 1028969"/>
              <a:gd name="csX8500" fmla="*/ 1469091 w 1728164"/>
              <a:gd name="csY8500" fmla="*/ 1003695 h 1028969"/>
              <a:gd name="csX8501" fmla="*/ 1469260 w 1728164"/>
              <a:gd name="csY8501" fmla="*/ 1003766 h 1028969"/>
              <a:gd name="csX8502" fmla="*/ 1469429 w 1728164"/>
              <a:gd name="csY8502" fmla="*/ 1003846 h 1028969"/>
              <a:gd name="csX8503" fmla="*/ 1469607 w 1728164"/>
              <a:gd name="csY8503" fmla="*/ 1003917 h 1028969"/>
              <a:gd name="csX8504" fmla="*/ 1469776 w 1728164"/>
              <a:gd name="csY8504" fmla="*/ 1003997 h 1028969"/>
              <a:gd name="csX8505" fmla="*/ 1469954 w 1728164"/>
              <a:gd name="csY8505" fmla="*/ 1004068 h 1028969"/>
              <a:gd name="csX8506" fmla="*/ 1470123 w 1728164"/>
              <a:gd name="csY8506" fmla="*/ 1004149 h 1028969"/>
              <a:gd name="csX8507" fmla="*/ 1470292 w 1728164"/>
              <a:gd name="csY8507" fmla="*/ 1004220 h 1028969"/>
              <a:gd name="csX8508" fmla="*/ 1470470 w 1728164"/>
              <a:gd name="csY8508" fmla="*/ 1004300 h 1028969"/>
              <a:gd name="csX8509" fmla="*/ 1470639 w 1728164"/>
              <a:gd name="csY8509" fmla="*/ 1004371 h 1028969"/>
              <a:gd name="csX8510" fmla="*/ 1470817 w 1728164"/>
              <a:gd name="csY8510" fmla="*/ 1004442 h 1028969"/>
              <a:gd name="csX8511" fmla="*/ 1470986 w 1728164"/>
              <a:gd name="csY8511" fmla="*/ 1004522 h 1028969"/>
              <a:gd name="csX8512" fmla="*/ 1471164 w 1728164"/>
              <a:gd name="csY8512" fmla="*/ 1004593 h 1028969"/>
              <a:gd name="csX8513" fmla="*/ 1471333 w 1728164"/>
              <a:gd name="csY8513" fmla="*/ 1004665 h 1028969"/>
              <a:gd name="csX8514" fmla="*/ 1471502 w 1728164"/>
              <a:gd name="csY8514" fmla="*/ 1004745 h 1028969"/>
              <a:gd name="csX8515" fmla="*/ 1471680 w 1728164"/>
              <a:gd name="csY8515" fmla="*/ 1004816 h 1028969"/>
              <a:gd name="csX8516" fmla="*/ 1471849 w 1728164"/>
              <a:gd name="csY8516" fmla="*/ 1004887 h 1028969"/>
              <a:gd name="csX8517" fmla="*/ 1472027 w 1728164"/>
              <a:gd name="csY8517" fmla="*/ 1004958 h 1028969"/>
              <a:gd name="csX8518" fmla="*/ 1472196 w 1728164"/>
              <a:gd name="csY8518" fmla="*/ 1005038 h 1028969"/>
              <a:gd name="csX8519" fmla="*/ 1472374 w 1728164"/>
              <a:gd name="csY8519" fmla="*/ 1005109 h 1028969"/>
              <a:gd name="csX8520" fmla="*/ 1472543 w 1728164"/>
              <a:gd name="csY8520" fmla="*/ 1005181 h 1028969"/>
              <a:gd name="csX8521" fmla="*/ 1472712 w 1728164"/>
              <a:gd name="csY8521" fmla="*/ 1005252 h 1028969"/>
              <a:gd name="csX8522" fmla="*/ 1472890 w 1728164"/>
              <a:gd name="csY8522" fmla="*/ 1005323 h 1028969"/>
              <a:gd name="csX8523" fmla="*/ 1473059 w 1728164"/>
              <a:gd name="csY8523" fmla="*/ 1005394 h 1028969"/>
              <a:gd name="csX8524" fmla="*/ 1473237 w 1728164"/>
              <a:gd name="csY8524" fmla="*/ 1005465 h 1028969"/>
              <a:gd name="csX8525" fmla="*/ 1473406 w 1728164"/>
              <a:gd name="csY8525" fmla="*/ 1005536 h 1028969"/>
              <a:gd name="csX8526" fmla="*/ 1473584 w 1728164"/>
              <a:gd name="csY8526" fmla="*/ 1005608 h 1028969"/>
              <a:gd name="csX8527" fmla="*/ 1473753 w 1728164"/>
              <a:gd name="csY8527" fmla="*/ 1005679 h 1028969"/>
              <a:gd name="csX8528" fmla="*/ 1473922 w 1728164"/>
              <a:gd name="csY8528" fmla="*/ 1005750 h 1028969"/>
              <a:gd name="csX8529" fmla="*/ 1474100 w 1728164"/>
              <a:gd name="csY8529" fmla="*/ 1005821 h 1028969"/>
              <a:gd name="csX8530" fmla="*/ 1474269 w 1728164"/>
              <a:gd name="csY8530" fmla="*/ 1005892 h 1028969"/>
              <a:gd name="csX8531" fmla="*/ 1474447 w 1728164"/>
              <a:gd name="csY8531" fmla="*/ 1005963 h 1028969"/>
              <a:gd name="csX8532" fmla="*/ 1474616 w 1728164"/>
              <a:gd name="csY8532" fmla="*/ 1006035 h 1028969"/>
              <a:gd name="csX8533" fmla="*/ 1474794 w 1728164"/>
              <a:gd name="csY8533" fmla="*/ 1006106 h 1028969"/>
              <a:gd name="csX8534" fmla="*/ 1474963 w 1728164"/>
              <a:gd name="csY8534" fmla="*/ 1006177 h 1028969"/>
              <a:gd name="csX8535" fmla="*/ 1475132 w 1728164"/>
              <a:gd name="csY8535" fmla="*/ 1006248 h 1028969"/>
              <a:gd name="csX8536" fmla="*/ 1475310 w 1728164"/>
              <a:gd name="csY8536" fmla="*/ 1006310 h 1028969"/>
              <a:gd name="csX8537" fmla="*/ 1475479 w 1728164"/>
              <a:gd name="csY8537" fmla="*/ 1006382 h 1028969"/>
              <a:gd name="csX8538" fmla="*/ 1475657 w 1728164"/>
              <a:gd name="csY8538" fmla="*/ 1006453 h 1028969"/>
              <a:gd name="csX8539" fmla="*/ 1475826 w 1728164"/>
              <a:gd name="csY8539" fmla="*/ 1006524 h 1028969"/>
              <a:gd name="csX8540" fmla="*/ 1476004 w 1728164"/>
              <a:gd name="csY8540" fmla="*/ 1006595 h 1028969"/>
              <a:gd name="csX8541" fmla="*/ 1476173 w 1728164"/>
              <a:gd name="csY8541" fmla="*/ 1006657 h 1028969"/>
              <a:gd name="csX8542" fmla="*/ 1476342 w 1728164"/>
              <a:gd name="csY8542" fmla="*/ 1006729 h 1028969"/>
              <a:gd name="csX8543" fmla="*/ 1476520 w 1728164"/>
              <a:gd name="csY8543" fmla="*/ 1006800 h 1028969"/>
              <a:gd name="csX8544" fmla="*/ 1476689 w 1728164"/>
              <a:gd name="csY8544" fmla="*/ 1006862 h 1028969"/>
              <a:gd name="csX8545" fmla="*/ 1476867 w 1728164"/>
              <a:gd name="csY8545" fmla="*/ 1006933 h 1028969"/>
              <a:gd name="csX8546" fmla="*/ 1477036 w 1728164"/>
              <a:gd name="csY8546" fmla="*/ 1006995 h 1028969"/>
              <a:gd name="csX8547" fmla="*/ 1477214 w 1728164"/>
              <a:gd name="csY8547" fmla="*/ 1007067 h 1028969"/>
              <a:gd name="csX8548" fmla="*/ 1477383 w 1728164"/>
              <a:gd name="csY8548" fmla="*/ 1007138 h 1028969"/>
              <a:gd name="csX8549" fmla="*/ 1477552 w 1728164"/>
              <a:gd name="csY8549" fmla="*/ 1007200 h 1028969"/>
              <a:gd name="csX8550" fmla="*/ 1477730 w 1728164"/>
              <a:gd name="csY8550" fmla="*/ 1007271 h 1028969"/>
              <a:gd name="csX8551" fmla="*/ 1477899 w 1728164"/>
              <a:gd name="csY8551" fmla="*/ 1007333 h 1028969"/>
              <a:gd name="csX8552" fmla="*/ 1478077 w 1728164"/>
              <a:gd name="csY8552" fmla="*/ 1007405 h 1028969"/>
              <a:gd name="csX8553" fmla="*/ 1478246 w 1728164"/>
              <a:gd name="csY8553" fmla="*/ 1007467 h 1028969"/>
              <a:gd name="csX8554" fmla="*/ 1478424 w 1728164"/>
              <a:gd name="csY8554" fmla="*/ 1007538 h 1028969"/>
              <a:gd name="csX8555" fmla="*/ 1478593 w 1728164"/>
              <a:gd name="csY8555" fmla="*/ 1007600 h 1028969"/>
              <a:gd name="csX8556" fmla="*/ 1478762 w 1728164"/>
              <a:gd name="csY8556" fmla="*/ 1007663 h 1028969"/>
              <a:gd name="csX8557" fmla="*/ 1478940 w 1728164"/>
              <a:gd name="csY8557" fmla="*/ 1007734 h 1028969"/>
              <a:gd name="csX8558" fmla="*/ 1479109 w 1728164"/>
              <a:gd name="csY8558" fmla="*/ 1007796 h 1028969"/>
              <a:gd name="csX8559" fmla="*/ 1479287 w 1728164"/>
              <a:gd name="csY8559" fmla="*/ 1007867 h 1028969"/>
              <a:gd name="csX8560" fmla="*/ 1479456 w 1728164"/>
              <a:gd name="csY8560" fmla="*/ 1007930 h 1028969"/>
              <a:gd name="csX8561" fmla="*/ 1479634 w 1728164"/>
              <a:gd name="csY8561" fmla="*/ 1007992 h 1028969"/>
              <a:gd name="csX8562" fmla="*/ 1479803 w 1728164"/>
              <a:gd name="csY8562" fmla="*/ 1008063 h 1028969"/>
              <a:gd name="csX8563" fmla="*/ 1479972 w 1728164"/>
              <a:gd name="csY8563" fmla="*/ 1008125 h 1028969"/>
              <a:gd name="csX8564" fmla="*/ 1480150 w 1728164"/>
              <a:gd name="csY8564" fmla="*/ 1008188 h 1028969"/>
              <a:gd name="csX8565" fmla="*/ 1480319 w 1728164"/>
              <a:gd name="csY8565" fmla="*/ 1008250 h 1028969"/>
              <a:gd name="csX8566" fmla="*/ 1480497 w 1728164"/>
              <a:gd name="csY8566" fmla="*/ 1008312 h 1028969"/>
              <a:gd name="csX8567" fmla="*/ 1480666 w 1728164"/>
              <a:gd name="csY8567" fmla="*/ 1008383 h 1028969"/>
              <a:gd name="csX8568" fmla="*/ 1480844 w 1728164"/>
              <a:gd name="csY8568" fmla="*/ 1008446 h 1028969"/>
              <a:gd name="csX8569" fmla="*/ 1481013 w 1728164"/>
              <a:gd name="csY8569" fmla="*/ 1008508 h 1028969"/>
              <a:gd name="csX8570" fmla="*/ 1481182 w 1728164"/>
              <a:gd name="csY8570" fmla="*/ 1008570 h 1028969"/>
              <a:gd name="csX8571" fmla="*/ 1481360 w 1728164"/>
              <a:gd name="csY8571" fmla="*/ 1008632 h 1028969"/>
              <a:gd name="csX8572" fmla="*/ 1481529 w 1728164"/>
              <a:gd name="csY8572" fmla="*/ 1008695 h 1028969"/>
              <a:gd name="csX8573" fmla="*/ 1481706 w 1728164"/>
              <a:gd name="csY8573" fmla="*/ 1008757 h 1028969"/>
              <a:gd name="csX8574" fmla="*/ 1481876 w 1728164"/>
              <a:gd name="csY8574" fmla="*/ 1008819 h 1028969"/>
              <a:gd name="csX8575" fmla="*/ 1482053 w 1728164"/>
              <a:gd name="csY8575" fmla="*/ 1008881 h 1028969"/>
              <a:gd name="csX8576" fmla="*/ 1482223 w 1728164"/>
              <a:gd name="csY8576" fmla="*/ 1008953 h 1028969"/>
              <a:gd name="csX8577" fmla="*/ 1482391 w 1728164"/>
              <a:gd name="csY8577" fmla="*/ 1009015 h 1028969"/>
              <a:gd name="csX8578" fmla="*/ 1482569 w 1728164"/>
              <a:gd name="csY8578" fmla="*/ 1009068 h 1028969"/>
              <a:gd name="csX8579" fmla="*/ 1482738 w 1728164"/>
              <a:gd name="csY8579" fmla="*/ 1009131 h 1028969"/>
              <a:gd name="csX8580" fmla="*/ 1482916 w 1728164"/>
              <a:gd name="csY8580" fmla="*/ 1009193 h 1028969"/>
              <a:gd name="csX8581" fmla="*/ 1483085 w 1728164"/>
              <a:gd name="csY8581" fmla="*/ 1009255 h 1028969"/>
              <a:gd name="csX8582" fmla="*/ 1483263 w 1728164"/>
              <a:gd name="csY8582" fmla="*/ 1009317 h 1028969"/>
              <a:gd name="csX8583" fmla="*/ 1483432 w 1728164"/>
              <a:gd name="csY8583" fmla="*/ 1009380 h 1028969"/>
              <a:gd name="csX8584" fmla="*/ 1483601 w 1728164"/>
              <a:gd name="csY8584" fmla="*/ 1009442 h 1028969"/>
              <a:gd name="csX8585" fmla="*/ 1483779 w 1728164"/>
              <a:gd name="csY8585" fmla="*/ 1009504 h 1028969"/>
              <a:gd name="csX8586" fmla="*/ 1483948 w 1728164"/>
              <a:gd name="csY8586" fmla="*/ 1009567 h 1028969"/>
              <a:gd name="csX8587" fmla="*/ 1484126 w 1728164"/>
              <a:gd name="csY8587" fmla="*/ 1009620 h 1028969"/>
              <a:gd name="csX8588" fmla="*/ 1484295 w 1728164"/>
              <a:gd name="csY8588" fmla="*/ 1009682 h 1028969"/>
              <a:gd name="csX8589" fmla="*/ 1484473 w 1728164"/>
              <a:gd name="csY8589" fmla="*/ 1009744 h 1028969"/>
              <a:gd name="csX8590" fmla="*/ 1484642 w 1728164"/>
              <a:gd name="csY8590" fmla="*/ 1009807 h 1028969"/>
              <a:gd name="csX8591" fmla="*/ 1484811 w 1728164"/>
              <a:gd name="csY8591" fmla="*/ 1009869 h 1028969"/>
              <a:gd name="csX8592" fmla="*/ 1484989 w 1728164"/>
              <a:gd name="csY8592" fmla="*/ 1009922 h 1028969"/>
              <a:gd name="csX8593" fmla="*/ 1485158 w 1728164"/>
              <a:gd name="csY8593" fmla="*/ 1009985 h 1028969"/>
              <a:gd name="csX8594" fmla="*/ 1485336 w 1728164"/>
              <a:gd name="csY8594" fmla="*/ 1010047 h 1028969"/>
              <a:gd name="csX8595" fmla="*/ 1485505 w 1728164"/>
              <a:gd name="csY8595" fmla="*/ 1010100 h 1028969"/>
              <a:gd name="csX8596" fmla="*/ 1485683 w 1728164"/>
              <a:gd name="csY8596" fmla="*/ 1010163 h 1028969"/>
              <a:gd name="csX8597" fmla="*/ 1485852 w 1728164"/>
              <a:gd name="csY8597" fmla="*/ 1010225 h 1028969"/>
              <a:gd name="csX8598" fmla="*/ 1486021 w 1728164"/>
              <a:gd name="csY8598" fmla="*/ 1010278 h 1028969"/>
              <a:gd name="csX8599" fmla="*/ 1486199 w 1728164"/>
              <a:gd name="csY8599" fmla="*/ 1010340 h 1028969"/>
              <a:gd name="csX8600" fmla="*/ 1486368 w 1728164"/>
              <a:gd name="csY8600" fmla="*/ 1010394 h 1028969"/>
              <a:gd name="csX8601" fmla="*/ 1486546 w 1728164"/>
              <a:gd name="csY8601" fmla="*/ 1010456 h 1028969"/>
              <a:gd name="csX8602" fmla="*/ 1486715 w 1728164"/>
              <a:gd name="csY8602" fmla="*/ 1010510 h 1028969"/>
              <a:gd name="csX8603" fmla="*/ 1486893 w 1728164"/>
              <a:gd name="csY8603" fmla="*/ 1010572 h 1028969"/>
              <a:gd name="csX8604" fmla="*/ 1487062 w 1728164"/>
              <a:gd name="csY8604" fmla="*/ 1010625 h 1028969"/>
              <a:gd name="csX8605" fmla="*/ 1487231 w 1728164"/>
              <a:gd name="csY8605" fmla="*/ 1010687 h 1028969"/>
              <a:gd name="csX8606" fmla="*/ 1487409 w 1728164"/>
              <a:gd name="csY8606" fmla="*/ 1010741 h 1028969"/>
              <a:gd name="csX8607" fmla="*/ 1487578 w 1728164"/>
              <a:gd name="csY8607" fmla="*/ 1010803 h 1028969"/>
              <a:gd name="csX8608" fmla="*/ 1487756 w 1728164"/>
              <a:gd name="csY8608" fmla="*/ 1010856 h 1028969"/>
              <a:gd name="csX8609" fmla="*/ 1487925 w 1728164"/>
              <a:gd name="csY8609" fmla="*/ 1010919 h 1028969"/>
              <a:gd name="csX8610" fmla="*/ 1488103 w 1728164"/>
              <a:gd name="csY8610" fmla="*/ 1010972 h 1028969"/>
              <a:gd name="csX8611" fmla="*/ 1488272 w 1728164"/>
              <a:gd name="csY8611" fmla="*/ 1011026 h 1028969"/>
              <a:gd name="csX8612" fmla="*/ 1488441 w 1728164"/>
              <a:gd name="csY8612" fmla="*/ 1011088 h 1028969"/>
              <a:gd name="csX8613" fmla="*/ 1488619 w 1728164"/>
              <a:gd name="csY8613" fmla="*/ 1011141 h 1028969"/>
              <a:gd name="csX8614" fmla="*/ 1488788 w 1728164"/>
              <a:gd name="csY8614" fmla="*/ 1011195 h 1028969"/>
              <a:gd name="csX8615" fmla="*/ 1488966 w 1728164"/>
              <a:gd name="csY8615" fmla="*/ 1011257 h 1028969"/>
              <a:gd name="csX8616" fmla="*/ 1489135 w 1728164"/>
              <a:gd name="csY8616" fmla="*/ 1011310 h 1028969"/>
              <a:gd name="csX8617" fmla="*/ 1489304 w 1728164"/>
              <a:gd name="csY8617" fmla="*/ 1011364 h 1028969"/>
              <a:gd name="csX8618" fmla="*/ 1489482 w 1728164"/>
              <a:gd name="csY8618" fmla="*/ 1011426 h 1028969"/>
              <a:gd name="csX8619" fmla="*/ 1489651 w 1728164"/>
              <a:gd name="csY8619" fmla="*/ 1011479 h 1028969"/>
              <a:gd name="csX8620" fmla="*/ 1489829 w 1728164"/>
              <a:gd name="csY8620" fmla="*/ 1011533 h 1028969"/>
              <a:gd name="csX8621" fmla="*/ 1489998 w 1728164"/>
              <a:gd name="csY8621" fmla="*/ 1011586 h 1028969"/>
              <a:gd name="csX8622" fmla="*/ 1490176 w 1728164"/>
              <a:gd name="csY8622" fmla="*/ 1011639 h 1028969"/>
              <a:gd name="csX8623" fmla="*/ 1490345 w 1728164"/>
              <a:gd name="csY8623" fmla="*/ 1011702 h 1028969"/>
              <a:gd name="csX8624" fmla="*/ 1490514 w 1728164"/>
              <a:gd name="csY8624" fmla="*/ 1011755 h 1028969"/>
              <a:gd name="csX8625" fmla="*/ 1490692 w 1728164"/>
              <a:gd name="csY8625" fmla="*/ 1011808 h 1028969"/>
              <a:gd name="csX8626" fmla="*/ 1490861 w 1728164"/>
              <a:gd name="csY8626" fmla="*/ 1011862 h 1028969"/>
              <a:gd name="csX8627" fmla="*/ 1491039 w 1728164"/>
              <a:gd name="csY8627" fmla="*/ 1011915 h 1028969"/>
              <a:gd name="csX8628" fmla="*/ 1491208 w 1728164"/>
              <a:gd name="csY8628" fmla="*/ 1011969 h 1028969"/>
              <a:gd name="csX8629" fmla="*/ 1491386 w 1728164"/>
              <a:gd name="csY8629" fmla="*/ 1012022 h 1028969"/>
              <a:gd name="csX8630" fmla="*/ 1491555 w 1728164"/>
              <a:gd name="csY8630" fmla="*/ 1012075 h 1028969"/>
              <a:gd name="csX8631" fmla="*/ 1491724 w 1728164"/>
              <a:gd name="csY8631" fmla="*/ 1012129 h 1028969"/>
              <a:gd name="csX8632" fmla="*/ 1491902 w 1728164"/>
              <a:gd name="csY8632" fmla="*/ 1012182 h 1028969"/>
              <a:gd name="csX8633" fmla="*/ 1492071 w 1728164"/>
              <a:gd name="csY8633" fmla="*/ 1012235 h 1028969"/>
              <a:gd name="csX8634" fmla="*/ 1492249 w 1728164"/>
              <a:gd name="csY8634" fmla="*/ 1012289 h 1028969"/>
              <a:gd name="csX8635" fmla="*/ 1492418 w 1728164"/>
              <a:gd name="csY8635" fmla="*/ 1012342 h 1028969"/>
              <a:gd name="csX8636" fmla="*/ 1492596 w 1728164"/>
              <a:gd name="csY8636" fmla="*/ 1012396 h 1028969"/>
              <a:gd name="csX8637" fmla="*/ 1492765 w 1728164"/>
              <a:gd name="csY8637" fmla="*/ 1012449 h 1028969"/>
              <a:gd name="csX8638" fmla="*/ 1492934 w 1728164"/>
              <a:gd name="csY8638" fmla="*/ 1012502 h 1028969"/>
              <a:gd name="csX8639" fmla="*/ 1493112 w 1728164"/>
              <a:gd name="csY8639" fmla="*/ 1012556 h 1028969"/>
              <a:gd name="csX8640" fmla="*/ 1493281 w 1728164"/>
              <a:gd name="csY8640" fmla="*/ 1012609 h 1028969"/>
              <a:gd name="csX8641" fmla="*/ 1493459 w 1728164"/>
              <a:gd name="csY8641" fmla="*/ 1012662 h 1028969"/>
              <a:gd name="csX8642" fmla="*/ 1493628 w 1728164"/>
              <a:gd name="csY8642" fmla="*/ 1012707 h 1028969"/>
              <a:gd name="csX8643" fmla="*/ 1493806 w 1728164"/>
              <a:gd name="csY8643" fmla="*/ 1012760 h 1028969"/>
              <a:gd name="csX8644" fmla="*/ 1493975 w 1728164"/>
              <a:gd name="csY8644" fmla="*/ 1012814 h 1028969"/>
              <a:gd name="csX8645" fmla="*/ 1494144 w 1728164"/>
              <a:gd name="csY8645" fmla="*/ 1012867 h 1028969"/>
              <a:gd name="csX8646" fmla="*/ 1494322 w 1728164"/>
              <a:gd name="csY8646" fmla="*/ 1012920 h 1028969"/>
              <a:gd name="csX8647" fmla="*/ 1494491 w 1728164"/>
              <a:gd name="csY8647" fmla="*/ 1012965 h 1028969"/>
              <a:gd name="csX8648" fmla="*/ 1494669 w 1728164"/>
              <a:gd name="csY8648" fmla="*/ 1013018 h 1028969"/>
              <a:gd name="csX8649" fmla="*/ 1494838 w 1728164"/>
              <a:gd name="csY8649" fmla="*/ 1013072 h 1028969"/>
              <a:gd name="csX8650" fmla="*/ 1495016 w 1728164"/>
              <a:gd name="csY8650" fmla="*/ 1013125 h 1028969"/>
              <a:gd name="csX8651" fmla="*/ 1495185 w 1728164"/>
              <a:gd name="csY8651" fmla="*/ 1013170 h 1028969"/>
              <a:gd name="csX8652" fmla="*/ 1495354 w 1728164"/>
              <a:gd name="csY8652" fmla="*/ 1013223 h 1028969"/>
              <a:gd name="csX8653" fmla="*/ 1495532 w 1728164"/>
              <a:gd name="csY8653" fmla="*/ 1013276 h 1028969"/>
              <a:gd name="csX8654" fmla="*/ 1495701 w 1728164"/>
              <a:gd name="csY8654" fmla="*/ 1013321 h 1028969"/>
              <a:gd name="csX8655" fmla="*/ 1495879 w 1728164"/>
              <a:gd name="csY8655" fmla="*/ 1013374 h 1028969"/>
              <a:gd name="csX8656" fmla="*/ 1496048 w 1728164"/>
              <a:gd name="csY8656" fmla="*/ 1013428 h 1028969"/>
              <a:gd name="csX8657" fmla="*/ 1496226 w 1728164"/>
              <a:gd name="csY8657" fmla="*/ 1013472 h 1028969"/>
              <a:gd name="csX8658" fmla="*/ 1496394 w 1728164"/>
              <a:gd name="csY8658" fmla="*/ 1013525 h 1028969"/>
              <a:gd name="csX8659" fmla="*/ 1496564 w 1728164"/>
              <a:gd name="csY8659" fmla="*/ 1013570 h 1028969"/>
              <a:gd name="csX8660" fmla="*/ 1496741 w 1728164"/>
              <a:gd name="csY8660" fmla="*/ 1013623 h 1028969"/>
              <a:gd name="csX8661" fmla="*/ 1496911 w 1728164"/>
              <a:gd name="csY8661" fmla="*/ 1013668 h 1028969"/>
              <a:gd name="csX8662" fmla="*/ 1497088 w 1728164"/>
              <a:gd name="csY8662" fmla="*/ 1013721 h 1028969"/>
              <a:gd name="csX8663" fmla="*/ 1497258 w 1728164"/>
              <a:gd name="csY8663" fmla="*/ 1013766 h 1028969"/>
              <a:gd name="csX8664" fmla="*/ 1497435 w 1728164"/>
              <a:gd name="csY8664" fmla="*/ 1013819 h 1028969"/>
              <a:gd name="csX8665" fmla="*/ 1497604 w 1728164"/>
              <a:gd name="csY8665" fmla="*/ 1013863 h 1028969"/>
              <a:gd name="csX8666" fmla="*/ 1497773 w 1728164"/>
              <a:gd name="csY8666" fmla="*/ 1013917 h 1028969"/>
              <a:gd name="csX8667" fmla="*/ 1497951 w 1728164"/>
              <a:gd name="csY8667" fmla="*/ 1013961 h 1028969"/>
              <a:gd name="csX8668" fmla="*/ 1498120 w 1728164"/>
              <a:gd name="csY8668" fmla="*/ 1014015 h 1028969"/>
              <a:gd name="csX8669" fmla="*/ 1498298 w 1728164"/>
              <a:gd name="csY8669" fmla="*/ 1014059 h 1028969"/>
              <a:gd name="csX8670" fmla="*/ 1498467 w 1728164"/>
              <a:gd name="csY8670" fmla="*/ 1014113 h 1028969"/>
              <a:gd name="csX8671" fmla="*/ 1498645 w 1728164"/>
              <a:gd name="csY8671" fmla="*/ 1014157 h 1028969"/>
              <a:gd name="csX8672" fmla="*/ 1498814 w 1728164"/>
              <a:gd name="csY8672" fmla="*/ 1014202 h 1028969"/>
              <a:gd name="csX8673" fmla="*/ 1498983 w 1728164"/>
              <a:gd name="csY8673" fmla="*/ 1014255 h 1028969"/>
              <a:gd name="csX8674" fmla="*/ 1499161 w 1728164"/>
              <a:gd name="csY8674" fmla="*/ 1014299 h 1028969"/>
              <a:gd name="csX8675" fmla="*/ 1499330 w 1728164"/>
              <a:gd name="csY8675" fmla="*/ 1014344 h 1028969"/>
              <a:gd name="csX8676" fmla="*/ 1499508 w 1728164"/>
              <a:gd name="csY8676" fmla="*/ 1014397 h 1028969"/>
              <a:gd name="csX8677" fmla="*/ 1499677 w 1728164"/>
              <a:gd name="csY8677" fmla="*/ 1014442 h 1028969"/>
              <a:gd name="csX8678" fmla="*/ 1499855 w 1728164"/>
              <a:gd name="csY8678" fmla="*/ 1014486 h 1028969"/>
              <a:gd name="csX8679" fmla="*/ 1500024 w 1728164"/>
              <a:gd name="csY8679" fmla="*/ 1014531 h 1028969"/>
              <a:gd name="csX8680" fmla="*/ 1500193 w 1728164"/>
              <a:gd name="csY8680" fmla="*/ 1014584 h 1028969"/>
              <a:gd name="csX8681" fmla="*/ 1500371 w 1728164"/>
              <a:gd name="csY8681" fmla="*/ 1014629 h 1028969"/>
              <a:gd name="csX8682" fmla="*/ 1500540 w 1728164"/>
              <a:gd name="csY8682" fmla="*/ 1014673 h 1028969"/>
              <a:gd name="csX8683" fmla="*/ 1500718 w 1728164"/>
              <a:gd name="csY8683" fmla="*/ 1014718 h 1028969"/>
              <a:gd name="csX8684" fmla="*/ 1500887 w 1728164"/>
              <a:gd name="csY8684" fmla="*/ 1014771 h 1028969"/>
              <a:gd name="csX8685" fmla="*/ 1501065 w 1728164"/>
              <a:gd name="csY8685" fmla="*/ 1014815 h 1028969"/>
              <a:gd name="csX8686" fmla="*/ 1501234 w 1728164"/>
              <a:gd name="csY8686" fmla="*/ 1014860 h 1028969"/>
              <a:gd name="csX8687" fmla="*/ 1501403 w 1728164"/>
              <a:gd name="csY8687" fmla="*/ 1014904 h 1028969"/>
              <a:gd name="csX8688" fmla="*/ 1501581 w 1728164"/>
              <a:gd name="csY8688" fmla="*/ 1014949 h 1028969"/>
              <a:gd name="csX8689" fmla="*/ 1501750 w 1728164"/>
              <a:gd name="csY8689" fmla="*/ 1014993 h 1028969"/>
              <a:gd name="csX8690" fmla="*/ 1501928 w 1728164"/>
              <a:gd name="csY8690" fmla="*/ 1015038 h 1028969"/>
              <a:gd name="csX8691" fmla="*/ 1502097 w 1728164"/>
              <a:gd name="csY8691" fmla="*/ 1015082 h 1028969"/>
              <a:gd name="csX8692" fmla="*/ 1502275 w 1728164"/>
              <a:gd name="csY8692" fmla="*/ 1015136 h 1028969"/>
              <a:gd name="csX8693" fmla="*/ 1502444 w 1728164"/>
              <a:gd name="csY8693" fmla="*/ 1015180 h 1028969"/>
              <a:gd name="csX8694" fmla="*/ 1502613 w 1728164"/>
              <a:gd name="csY8694" fmla="*/ 1015225 h 1028969"/>
              <a:gd name="csX8695" fmla="*/ 1502791 w 1728164"/>
              <a:gd name="csY8695" fmla="*/ 1015269 h 1028969"/>
              <a:gd name="csX8696" fmla="*/ 1502960 w 1728164"/>
              <a:gd name="csY8696" fmla="*/ 1015314 h 1028969"/>
              <a:gd name="csX8697" fmla="*/ 1503138 w 1728164"/>
              <a:gd name="csY8697" fmla="*/ 1015358 h 1028969"/>
              <a:gd name="csX8698" fmla="*/ 1503307 w 1728164"/>
              <a:gd name="csY8698" fmla="*/ 1015403 h 1028969"/>
              <a:gd name="csX8699" fmla="*/ 1503485 w 1728164"/>
              <a:gd name="csY8699" fmla="*/ 1015447 h 1028969"/>
              <a:gd name="csX8700" fmla="*/ 1503654 w 1728164"/>
              <a:gd name="csY8700" fmla="*/ 1015492 h 1028969"/>
              <a:gd name="csX8701" fmla="*/ 1503823 w 1728164"/>
              <a:gd name="csY8701" fmla="*/ 1015527 h 1028969"/>
              <a:gd name="csX8702" fmla="*/ 1504001 w 1728164"/>
              <a:gd name="csY8702" fmla="*/ 1015572 h 1028969"/>
              <a:gd name="csX8703" fmla="*/ 1504170 w 1728164"/>
              <a:gd name="csY8703" fmla="*/ 1015616 h 1028969"/>
              <a:gd name="csX8704" fmla="*/ 1504348 w 1728164"/>
              <a:gd name="csY8704" fmla="*/ 1015661 h 1028969"/>
              <a:gd name="csX8705" fmla="*/ 1504517 w 1728164"/>
              <a:gd name="csY8705" fmla="*/ 1015705 h 1028969"/>
              <a:gd name="csX8706" fmla="*/ 1504695 w 1728164"/>
              <a:gd name="csY8706" fmla="*/ 1015749 h 1028969"/>
              <a:gd name="csX8707" fmla="*/ 1504864 w 1728164"/>
              <a:gd name="csY8707" fmla="*/ 1015794 h 1028969"/>
              <a:gd name="csX8708" fmla="*/ 1505033 w 1728164"/>
              <a:gd name="csY8708" fmla="*/ 1015839 h 1028969"/>
              <a:gd name="csX8709" fmla="*/ 1505211 w 1728164"/>
              <a:gd name="csY8709" fmla="*/ 1015874 h 1028969"/>
              <a:gd name="csX8710" fmla="*/ 1505380 w 1728164"/>
              <a:gd name="csY8710" fmla="*/ 1015919 h 1028969"/>
              <a:gd name="csX8711" fmla="*/ 1505558 w 1728164"/>
              <a:gd name="csY8711" fmla="*/ 1015963 h 1028969"/>
              <a:gd name="csX8712" fmla="*/ 1505727 w 1728164"/>
              <a:gd name="csY8712" fmla="*/ 1016008 h 1028969"/>
              <a:gd name="csX8713" fmla="*/ 1505905 w 1728164"/>
              <a:gd name="csY8713" fmla="*/ 1016052 h 1028969"/>
              <a:gd name="csX8714" fmla="*/ 1506074 w 1728164"/>
              <a:gd name="csY8714" fmla="*/ 1016088 h 1028969"/>
              <a:gd name="csX8715" fmla="*/ 1506243 w 1728164"/>
              <a:gd name="csY8715" fmla="*/ 1016132 h 1028969"/>
              <a:gd name="csX8716" fmla="*/ 1506421 w 1728164"/>
              <a:gd name="csY8716" fmla="*/ 1016177 h 1028969"/>
              <a:gd name="csX8717" fmla="*/ 1506590 w 1728164"/>
              <a:gd name="csY8717" fmla="*/ 1016221 h 1028969"/>
              <a:gd name="csX8718" fmla="*/ 1506768 w 1728164"/>
              <a:gd name="csY8718" fmla="*/ 1016257 h 1028969"/>
              <a:gd name="csX8719" fmla="*/ 1506937 w 1728164"/>
              <a:gd name="csY8719" fmla="*/ 1016301 h 1028969"/>
              <a:gd name="csX8720" fmla="*/ 1507115 w 1728164"/>
              <a:gd name="csY8720" fmla="*/ 1016346 h 1028969"/>
              <a:gd name="csX8721" fmla="*/ 1507284 w 1728164"/>
              <a:gd name="csY8721" fmla="*/ 1016381 h 1028969"/>
              <a:gd name="csX8722" fmla="*/ 1507453 w 1728164"/>
              <a:gd name="csY8722" fmla="*/ 1016426 h 1028969"/>
              <a:gd name="csX8723" fmla="*/ 1507631 w 1728164"/>
              <a:gd name="csY8723" fmla="*/ 1016470 h 1028969"/>
              <a:gd name="csX8724" fmla="*/ 1507800 w 1728164"/>
              <a:gd name="csY8724" fmla="*/ 1016506 h 1028969"/>
              <a:gd name="csX8725" fmla="*/ 1507978 w 1728164"/>
              <a:gd name="csY8725" fmla="*/ 1016550 h 1028969"/>
              <a:gd name="csX8726" fmla="*/ 1508147 w 1728164"/>
              <a:gd name="csY8726" fmla="*/ 1016586 h 1028969"/>
              <a:gd name="csX8727" fmla="*/ 1508316 w 1728164"/>
              <a:gd name="csY8727" fmla="*/ 1016630 h 1028969"/>
              <a:gd name="csX8728" fmla="*/ 1508494 w 1728164"/>
              <a:gd name="csY8728" fmla="*/ 1016675 h 1028969"/>
              <a:gd name="csX8729" fmla="*/ 1508663 w 1728164"/>
              <a:gd name="csY8729" fmla="*/ 1016710 h 1028969"/>
              <a:gd name="csX8730" fmla="*/ 1508841 w 1728164"/>
              <a:gd name="csY8730" fmla="*/ 1016755 h 1028969"/>
              <a:gd name="csX8731" fmla="*/ 1509010 w 1728164"/>
              <a:gd name="csY8731" fmla="*/ 1016790 h 1028969"/>
              <a:gd name="csX8732" fmla="*/ 1509188 w 1728164"/>
              <a:gd name="csY8732" fmla="*/ 1016835 h 1028969"/>
              <a:gd name="csX8733" fmla="*/ 1509357 w 1728164"/>
              <a:gd name="csY8733" fmla="*/ 1016870 h 1028969"/>
              <a:gd name="csX8734" fmla="*/ 1509526 w 1728164"/>
              <a:gd name="csY8734" fmla="*/ 1016915 h 1028969"/>
              <a:gd name="csX8735" fmla="*/ 1509704 w 1728164"/>
              <a:gd name="csY8735" fmla="*/ 1016951 h 1028969"/>
              <a:gd name="csX8736" fmla="*/ 1509873 w 1728164"/>
              <a:gd name="csY8736" fmla="*/ 1016995 h 1028969"/>
              <a:gd name="csX8737" fmla="*/ 1510051 w 1728164"/>
              <a:gd name="csY8737" fmla="*/ 1017031 h 1028969"/>
              <a:gd name="csX8738" fmla="*/ 1510220 w 1728164"/>
              <a:gd name="csY8738" fmla="*/ 1017066 h 1028969"/>
              <a:gd name="csX8739" fmla="*/ 1510397 w 1728164"/>
              <a:gd name="csY8739" fmla="*/ 1017111 h 1028969"/>
              <a:gd name="csX8740" fmla="*/ 1510566 w 1728164"/>
              <a:gd name="csY8740" fmla="*/ 1017146 h 1028969"/>
              <a:gd name="csX8741" fmla="*/ 1510736 w 1728164"/>
              <a:gd name="csY8741" fmla="*/ 1017191 h 1028969"/>
              <a:gd name="csX8742" fmla="*/ 1510914 w 1728164"/>
              <a:gd name="csY8742" fmla="*/ 1017226 h 1028969"/>
              <a:gd name="csX8743" fmla="*/ 1511083 w 1728164"/>
              <a:gd name="csY8743" fmla="*/ 1017262 h 1028969"/>
              <a:gd name="csX8744" fmla="*/ 1511260 w 1728164"/>
              <a:gd name="csY8744" fmla="*/ 1017306 h 1028969"/>
              <a:gd name="csX8745" fmla="*/ 1511430 w 1728164"/>
              <a:gd name="csY8745" fmla="*/ 1017342 h 1028969"/>
              <a:gd name="csX8746" fmla="*/ 1511608 w 1728164"/>
              <a:gd name="csY8746" fmla="*/ 1017378 h 1028969"/>
              <a:gd name="csX8747" fmla="*/ 1511776 w 1728164"/>
              <a:gd name="csY8747" fmla="*/ 1017422 h 1028969"/>
              <a:gd name="csX8748" fmla="*/ 1511945 w 1728164"/>
              <a:gd name="csY8748" fmla="*/ 1017458 h 1028969"/>
              <a:gd name="csX8749" fmla="*/ 1512123 w 1728164"/>
              <a:gd name="csY8749" fmla="*/ 1017493 h 1028969"/>
              <a:gd name="csX8750" fmla="*/ 1512293 w 1728164"/>
              <a:gd name="csY8750" fmla="*/ 1017538 h 1028969"/>
              <a:gd name="csX8751" fmla="*/ 1512470 w 1728164"/>
              <a:gd name="csY8751" fmla="*/ 1017573 h 1028969"/>
              <a:gd name="csX8752" fmla="*/ 1512639 w 1728164"/>
              <a:gd name="csY8752" fmla="*/ 1017609 h 1028969"/>
              <a:gd name="csX8753" fmla="*/ 1512817 w 1728164"/>
              <a:gd name="csY8753" fmla="*/ 1017644 h 1028969"/>
              <a:gd name="csX8754" fmla="*/ 1512987 w 1728164"/>
              <a:gd name="csY8754" fmla="*/ 1017689 h 1028969"/>
              <a:gd name="csX8755" fmla="*/ 1513155 w 1728164"/>
              <a:gd name="csY8755" fmla="*/ 1017725 h 1028969"/>
              <a:gd name="csX8756" fmla="*/ 1513333 w 1728164"/>
              <a:gd name="csY8756" fmla="*/ 1017760 h 1028969"/>
              <a:gd name="csX8757" fmla="*/ 1513502 w 1728164"/>
              <a:gd name="csY8757" fmla="*/ 1017796 h 1028969"/>
              <a:gd name="csX8758" fmla="*/ 1513680 w 1728164"/>
              <a:gd name="csY8758" fmla="*/ 1017831 h 1028969"/>
              <a:gd name="csX8759" fmla="*/ 1513849 w 1728164"/>
              <a:gd name="csY8759" fmla="*/ 1017876 h 1028969"/>
              <a:gd name="csX8760" fmla="*/ 1514027 w 1728164"/>
              <a:gd name="csY8760" fmla="*/ 1017911 h 1028969"/>
              <a:gd name="csX8761" fmla="*/ 1514196 w 1728164"/>
              <a:gd name="csY8761" fmla="*/ 1017947 h 1028969"/>
              <a:gd name="csX8762" fmla="*/ 1514365 w 1728164"/>
              <a:gd name="csY8762" fmla="*/ 1017983 h 1028969"/>
              <a:gd name="csX8763" fmla="*/ 1514543 w 1728164"/>
              <a:gd name="csY8763" fmla="*/ 1018018 h 1028969"/>
              <a:gd name="csX8764" fmla="*/ 1514712 w 1728164"/>
              <a:gd name="csY8764" fmla="*/ 1018054 h 1028969"/>
              <a:gd name="csX8765" fmla="*/ 1514890 w 1728164"/>
              <a:gd name="csY8765" fmla="*/ 1018089 h 1028969"/>
              <a:gd name="csX8766" fmla="*/ 1515059 w 1728164"/>
              <a:gd name="csY8766" fmla="*/ 1018125 h 1028969"/>
              <a:gd name="csX8767" fmla="*/ 1515237 w 1728164"/>
              <a:gd name="csY8767" fmla="*/ 1018169 h 1028969"/>
              <a:gd name="csX8768" fmla="*/ 1515406 w 1728164"/>
              <a:gd name="csY8768" fmla="*/ 1018205 h 1028969"/>
              <a:gd name="csX8769" fmla="*/ 1515575 w 1728164"/>
              <a:gd name="csY8769" fmla="*/ 1018241 h 1028969"/>
              <a:gd name="csX8770" fmla="*/ 1515753 w 1728164"/>
              <a:gd name="csY8770" fmla="*/ 1018276 h 1028969"/>
              <a:gd name="csX8771" fmla="*/ 1515922 w 1728164"/>
              <a:gd name="csY8771" fmla="*/ 1018312 h 1028969"/>
              <a:gd name="csX8772" fmla="*/ 1516100 w 1728164"/>
              <a:gd name="csY8772" fmla="*/ 1018347 h 1028969"/>
              <a:gd name="csX8773" fmla="*/ 1516269 w 1728164"/>
              <a:gd name="csY8773" fmla="*/ 1018383 h 1028969"/>
              <a:gd name="csX8774" fmla="*/ 1516447 w 1728164"/>
              <a:gd name="csY8774" fmla="*/ 1018418 h 1028969"/>
              <a:gd name="csX8775" fmla="*/ 1516616 w 1728164"/>
              <a:gd name="csY8775" fmla="*/ 1018454 h 1028969"/>
              <a:gd name="csX8776" fmla="*/ 1516785 w 1728164"/>
              <a:gd name="csY8776" fmla="*/ 1018490 h 1028969"/>
              <a:gd name="csX8777" fmla="*/ 1516963 w 1728164"/>
              <a:gd name="csY8777" fmla="*/ 1018525 h 1028969"/>
              <a:gd name="csX8778" fmla="*/ 1517132 w 1728164"/>
              <a:gd name="csY8778" fmla="*/ 1018552 h 1028969"/>
              <a:gd name="csX8779" fmla="*/ 1517310 w 1728164"/>
              <a:gd name="csY8779" fmla="*/ 1018588 h 1028969"/>
              <a:gd name="csX8780" fmla="*/ 1517479 w 1728164"/>
              <a:gd name="csY8780" fmla="*/ 1018623 h 1028969"/>
              <a:gd name="csX8781" fmla="*/ 1517657 w 1728164"/>
              <a:gd name="csY8781" fmla="*/ 1018659 h 1028969"/>
              <a:gd name="csX8782" fmla="*/ 1517826 w 1728164"/>
              <a:gd name="csY8782" fmla="*/ 1018694 h 1028969"/>
              <a:gd name="csX8783" fmla="*/ 1517995 w 1728164"/>
              <a:gd name="csY8783" fmla="*/ 1018730 h 1028969"/>
              <a:gd name="csX8784" fmla="*/ 1518173 w 1728164"/>
              <a:gd name="csY8784" fmla="*/ 1018765 h 1028969"/>
              <a:gd name="csX8785" fmla="*/ 1518342 w 1728164"/>
              <a:gd name="csY8785" fmla="*/ 1018801 h 1028969"/>
              <a:gd name="csX8786" fmla="*/ 1518520 w 1728164"/>
              <a:gd name="csY8786" fmla="*/ 1018837 h 1028969"/>
              <a:gd name="csX8787" fmla="*/ 1518689 w 1728164"/>
              <a:gd name="csY8787" fmla="*/ 1018863 h 1028969"/>
              <a:gd name="csX8788" fmla="*/ 1518867 w 1728164"/>
              <a:gd name="csY8788" fmla="*/ 1018899 h 1028969"/>
              <a:gd name="csX8789" fmla="*/ 1519036 w 1728164"/>
              <a:gd name="csY8789" fmla="*/ 1018934 h 1028969"/>
              <a:gd name="csX8790" fmla="*/ 1519205 w 1728164"/>
              <a:gd name="csY8790" fmla="*/ 1018970 h 1028969"/>
              <a:gd name="csX8791" fmla="*/ 1519383 w 1728164"/>
              <a:gd name="csY8791" fmla="*/ 1019006 h 1028969"/>
              <a:gd name="csX8792" fmla="*/ 1519552 w 1728164"/>
              <a:gd name="csY8792" fmla="*/ 1019032 h 1028969"/>
              <a:gd name="csX8793" fmla="*/ 1519730 w 1728164"/>
              <a:gd name="csY8793" fmla="*/ 1019068 h 1028969"/>
              <a:gd name="csX8794" fmla="*/ 1519899 w 1728164"/>
              <a:gd name="csY8794" fmla="*/ 1019103 h 1028969"/>
              <a:gd name="csX8795" fmla="*/ 1520077 w 1728164"/>
              <a:gd name="csY8795" fmla="*/ 1019139 h 1028969"/>
              <a:gd name="csX8796" fmla="*/ 1520246 w 1728164"/>
              <a:gd name="csY8796" fmla="*/ 1019166 h 1028969"/>
              <a:gd name="csX8797" fmla="*/ 1520415 w 1728164"/>
              <a:gd name="csY8797" fmla="*/ 1019201 h 1028969"/>
              <a:gd name="csX8798" fmla="*/ 1520593 w 1728164"/>
              <a:gd name="csY8798" fmla="*/ 1019237 h 1028969"/>
              <a:gd name="csX8799" fmla="*/ 1520762 w 1728164"/>
              <a:gd name="csY8799" fmla="*/ 1019264 h 1028969"/>
              <a:gd name="csX8800" fmla="*/ 1520940 w 1728164"/>
              <a:gd name="csY8800" fmla="*/ 1019299 h 1028969"/>
              <a:gd name="csX8801" fmla="*/ 1521109 w 1728164"/>
              <a:gd name="csY8801" fmla="*/ 1019335 h 1028969"/>
              <a:gd name="csX8802" fmla="*/ 1521287 w 1728164"/>
              <a:gd name="csY8802" fmla="*/ 1019370 h 1028969"/>
              <a:gd name="csX8803" fmla="*/ 1521456 w 1728164"/>
              <a:gd name="csY8803" fmla="*/ 1019397 h 1028969"/>
              <a:gd name="csX8804" fmla="*/ 1521625 w 1728164"/>
              <a:gd name="csY8804" fmla="*/ 1019433 h 1028969"/>
              <a:gd name="csX8805" fmla="*/ 1521803 w 1728164"/>
              <a:gd name="csY8805" fmla="*/ 1019459 h 1028969"/>
              <a:gd name="csX8806" fmla="*/ 1521972 w 1728164"/>
              <a:gd name="csY8806" fmla="*/ 1019495 h 1028969"/>
              <a:gd name="csX8807" fmla="*/ 1522150 w 1728164"/>
              <a:gd name="csY8807" fmla="*/ 1019530 h 1028969"/>
              <a:gd name="csX8808" fmla="*/ 1522319 w 1728164"/>
              <a:gd name="csY8808" fmla="*/ 1019557 h 1028969"/>
              <a:gd name="csX8809" fmla="*/ 1522497 w 1728164"/>
              <a:gd name="csY8809" fmla="*/ 1019593 h 1028969"/>
              <a:gd name="csX8810" fmla="*/ 1522666 w 1728164"/>
              <a:gd name="csY8810" fmla="*/ 1019620 h 1028969"/>
              <a:gd name="csX8811" fmla="*/ 1522835 w 1728164"/>
              <a:gd name="csY8811" fmla="*/ 1019655 h 1028969"/>
              <a:gd name="csX8812" fmla="*/ 1523013 w 1728164"/>
              <a:gd name="csY8812" fmla="*/ 1019691 h 1028969"/>
              <a:gd name="csX8813" fmla="*/ 1523182 w 1728164"/>
              <a:gd name="csY8813" fmla="*/ 1019717 h 1028969"/>
              <a:gd name="csX8814" fmla="*/ 1523360 w 1728164"/>
              <a:gd name="csY8814" fmla="*/ 1019753 h 1028969"/>
              <a:gd name="csX8815" fmla="*/ 1523529 w 1728164"/>
              <a:gd name="csY8815" fmla="*/ 1019780 h 1028969"/>
              <a:gd name="csX8816" fmla="*/ 1523707 w 1728164"/>
              <a:gd name="csY8816" fmla="*/ 1019815 h 1028969"/>
              <a:gd name="csX8817" fmla="*/ 1523876 w 1728164"/>
              <a:gd name="csY8817" fmla="*/ 1019842 h 1028969"/>
              <a:gd name="csX8818" fmla="*/ 1524045 w 1728164"/>
              <a:gd name="csY8818" fmla="*/ 1019877 h 1028969"/>
              <a:gd name="csX8819" fmla="*/ 1524223 w 1728164"/>
              <a:gd name="csY8819" fmla="*/ 1019904 h 1028969"/>
              <a:gd name="csX8820" fmla="*/ 1524392 w 1728164"/>
              <a:gd name="csY8820" fmla="*/ 1019940 h 1028969"/>
              <a:gd name="csX8821" fmla="*/ 1524569 w 1728164"/>
              <a:gd name="csY8821" fmla="*/ 1019966 h 1028969"/>
              <a:gd name="csX8822" fmla="*/ 1524739 w 1728164"/>
              <a:gd name="csY8822" fmla="*/ 1019993 h 1028969"/>
              <a:gd name="csX8823" fmla="*/ 1524917 w 1728164"/>
              <a:gd name="csY8823" fmla="*/ 1020029 h 1028969"/>
              <a:gd name="csX8824" fmla="*/ 1525086 w 1728164"/>
              <a:gd name="csY8824" fmla="*/ 1020055 h 1028969"/>
              <a:gd name="csX8825" fmla="*/ 1525255 w 1728164"/>
              <a:gd name="csY8825" fmla="*/ 1020091 h 1028969"/>
              <a:gd name="csX8826" fmla="*/ 1525433 w 1728164"/>
              <a:gd name="csY8826" fmla="*/ 1020118 h 1028969"/>
              <a:gd name="csX8827" fmla="*/ 1525602 w 1728164"/>
              <a:gd name="csY8827" fmla="*/ 1020153 h 1028969"/>
              <a:gd name="csX8828" fmla="*/ 1525779 w 1728164"/>
              <a:gd name="csY8828" fmla="*/ 1020180 h 1028969"/>
              <a:gd name="csX8829" fmla="*/ 1525948 w 1728164"/>
              <a:gd name="csY8829" fmla="*/ 1020207 h 1028969"/>
              <a:gd name="csX8830" fmla="*/ 1526126 w 1728164"/>
              <a:gd name="csY8830" fmla="*/ 1020242 h 1028969"/>
              <a:gd name="csX8831" fmla="*/ 1526296 w 1728164"/>
              <a:gd name="csY8831" fmla="*/ 1020269 h 1028969"/>
              <a:gd name="csX8832" fmla="*/ 1526465 w 1728164"/>
              <a:gd name="csY8832" fmla="*/ 1020296 h 1028969"/>
              <a:gd name="csX8833" fmla="*/ 1526642 w 1728164"/>
              <a:gd name="csY8833" fmla="*/ 1020331 h 1028969"/>
              <a:gd name="csX8834" fmla="*/ 1526811 w 1728164"/>
              <a:gd name="csY8834" fmla="*/ 1020358 h 1028969"/>
              <a:gd name="csX8835" fmla="*/ 1526990 w 1728164"/>
              <a:gd name="csY8835" fmla="*/ 1020385 h 1028969"/>
              <a:gd name="csX8836" fmla="*/ 1527158 w 1728164"/>
              <a:gd name="csY8836" fmla="*/ 1020420 h 1028969"/>
              <a:gd name="csX8837" fmla="*/ 1527327 w 1728164"/>
              <a:gd name="csY8837" fmla="*/ 1020447 h 1028969"/>
              <a:gd name="csX8838" fmla="*/ 1527505 w 1728164"/>
              <a:gd name="csY8838" fmla="*/ 1020474 h 1028969"/>
              <a:gd name="csX8839" fmla="*/ 1527675 w 1728164"/>
              <a:gd name="csY8839" fmla="*/ 1020500 h 1028969"/>
              <a:gd name="csX8840" fmla="*/ 1527852 w 1728164"/>
              <a:gd name="csY8840" fmla="*/ 1020536 h 1028969"/>
              <a:gd name="csX8841" fmla="*/ 1528021 w 1728164"/>
              <a:gd name="csY8841" fmla="*/ 1020563 h 1028969"/>
              <a:gd name="csX8842" fmla="*/ 1528199 w 1728164"/>
              <a:gd name="csY8842" fmla="*/ 1020589 h 1028969"/>
              <a:gd name="csX8843" fmla="*/ 1528368 w 1728164"/>
              <a:gd name="csY8843" fmla="*/ 1020616 h 1028969"/>
              <a:gd name="csX8844" fmla="*/ 1528537 w 1728164"/>
              <a:gd name="csY8844" fmla="*/ 1020651 h 1028969"/>
              <a:gd name="csX8845" fmla="*/ 1528715 w 1728164"/>
              <a:gd name="csY8845" fmla="*/ 1020678 h 1028969"/>
              <a:gd name="csX8846" fmla="*/ 1528884 w 1728164"/>
              <a:gd name="csY8846" fmla="*/ 1020705 h 1028969"/>
              <a:gd name="csX8847" fmla="*/ 1529062 w 1728164"/>
              <a:gd name="csY8847" fmla="*/ 1020732 h 1028969"/>
              <a:gd name="csX8848" fmla="*/ 1529231 w 1728164"/>
              <a:gd name="csY8848" fmla="*/ 1020758 h 1028969"/>
              <a:gd name="csX8849" fmla="*/ 1529409 w 1728164"/>
              <a:gd name="csY8849" fmla="*/ 1020794 h 1028969"/>
              <a:gd name="csX8850" fmla="*/ 1529578 w 1728164"/>
              <a:gd name="csY8850" fmla="*/ 1020821 h 1028969"/>
              <a:gd name="csX8851" fmla="*/ 1529747 w 1728164"/>
              <a:gd name="csY8851" fmla="*/ 1020847 h 1028969"/>
              <a:gd name="csX8852" fmla="*/ 1529925 w 1728164"/>
              <a:gd name="csY8852" fmla="*/ 1020874 h 1028969"/>
              <a:gd name="csX8853" fmla="*/ 1530094 w 1728164"/>
              <a:gd name="csY8853" fmla="*/ 1020901 h 1028969"/>
              <a:gd name="csX8854" fmla="*/ 1530272 w 1728164"/>
              <a:gd name="csY8854" fmla="*/ 1020927 h 1028969"/>
              <a:gd name="csX8855" fmla="*/ 1530441 w 1728164"/>
              <a:gd name="csY8855" fmla="*/ 1020954 h 1028969"/>
              <a:gd name="csX8856" fmla="*/ 1530619 w 1728164"/>
              <a:gd name="csY8856" fmla="*/ 1020990 h 1028969"/>
              <a:gd name="csX8857" fmla="*/ 1530788 w 1728164"/>
              <a:gd name="csY8857" fmla="*/ 1021016 h 1028969"/>
              <a:gd name="csX8858" fmla="*/ 1530957 w 1728164"/>
              <a:gd name="csY8858" fmla="*/ 1021043 h 1028969"/>
              <a:gd name="csX8859" fmla="*/ 1531135 w 1728164"/>
              <a:gd name="csY8859" fmla="*/ 1021070 h 1028969"/>
              <a:gd name="csX8860" fmla="*/ 1531304 w 1728164"/>
              <a:gd name="csY8860" fmla="*/ 1021096 h 1028969"/>
              <a:gd name="csX8861" fmla="*/ 1531482 w 1728164"/>
              <a:gd name="csY8861" fmla="*/ 1021123 h 1028969"/>
              <a:gd name="csX8862" fmla="*/ 1531651 w 1728164"/>
              <a:gd name="csY8862" fmla="*/ 1021150 h 1028969"/>
              <a:gd name="csX8863" fmla="*/ 1531829 w 1728164"/>
              <a:gd name="csY8863" fmla="*/ 1021176 h 1028969"/>
              <a:gd name="csX8864" fmla="*/ 1531998 w 1728164"/>
              <a:gd name="csY8864" fmla="*/ 1021203 h 1028969"/>
              <a:gd name="csX8865" fmla="*/ 1532167 w 1728164"/>
              <a:gd name="csY8865" fmla="*/ 1021230 h 1028969"/>
              <a:gd name="csX8866" fmla="*/ 1532345 w 1728164"/>
              <a:gd name="csY8866" fmla="*/ 1021256 h 1028969"/>
              <a:gd name="csX8867" fmla="*/ 1532514 w 1728164"/>
              <a:gd name="csY8867" fmla="*/ 1021283 h 1028969"/>
              <a:gd name="csX8868" fmla="*/ 1532692 w 1728164"/>
              <a:gd name="csY8868" fmla="*/ 1021310 h 1028969"/>
              <a:gd name="csX8869" fmla="*/ 1532861 w 1728164"/>
              <a:gd name="csY8869" fmla="*/ 1021336 h 1028969"/>
              <a:gd name="csX8870" fmla="*/ 1533039 w 1728164"/>
              <a:gd name="csY8870" fmla="*/ 1021363 h 1028969"/>
              <a:gd name="csX8871" fmla="*/ 1533208 w 1728164"/>
              <a:gd name="csY8871" fmla="*/ 1021390 h 1028969"/>
              <a:gd name="csX8872" fmla="*/ 1533377 w 1728164"/>
              <a:gd name="csY8872" fmla="*/ 1021417 h 1028969"/>
              <a:gd name="csX8873" fmla="*/ 1533555 w 1728164"/>
              <a:gd name="csY8873" fmla="*/ 1021443 h 1028969"/>
              <a:gd name="csX8874" fmla="*/ 1533724 w 1728164"/>
              <a:gd name="csY8874" fmla="*/ 1021470 h 1028969"/>
              <a:gd name="csX8875" fmla="*/ 1533902 w 1728164"/>
              <a:gd name="csY8875" fmla="*/ 1021497 h 1028969"/>
              <a:gd name="csX8876" fmla="*/ 1534071 w 1728164"/>
              <a:gd name="csY8876" fmla="*/ 1021523 h 1028969"/>
              <a:gd name="csX8877" fmla="*/ 1534249 w 1728164"/>
              <a:gd name="csY8877" fmla="*/ 1021550 h 1028969"/>
              <a:gd name="csX8878" fmla="*/ 1534418 w 1728164"/>
              <a:gd name="csY8878" fmla="*/ 1021568 h 1028969"/>
              <a:gd name="csX8879" fmla="*/ 1534587 w 1728164"/>
              <a:gd name="csY8879" fmla="*/ 1021595 h 1028969"/>
              <a:gd name="csX8880" fmla="*/ 1534765 w 1728164"/>
              <a:gd name="csY8880" fmla="*/ 1021621 h 1028969"/>
              <a:gd name="csX8881" fmla="*/ 1534934 w 1728164"/>
              <a:gd name="csY8881" fmla="*/ 1021648 h 1028969"/>
              <a:gd name="csX8882" fmla="*/ 1535112 w 1728164"/>
              <a:gd name="csY8882" fmla="*/ 1021675 h 1028969"/>
              <a:gd name="csX8883" fmla="*/ 1535281 w 1728164"/>
              <a:gd name="csY8883" fmla="*/ 1021701 h 1028969"/>
              <a:gd name="csX8884" fmla="*/ 1535459 w 1728164"/>
              <a:gd name="csY8884" fmla="*/ 1021728 h 1028969"/>
              <a:gd name="csX8885" fmla="*/ 1535628 w 1728164"/>
              <a:gd name="csY8885" fmla="*/ 1021755 h 1028969"/>
              <a:gd name="csX8886" fmla="*/ 1535797 w 1728164"/>
              <a:gd name="csY8886" fmla="*/ 1021772 h 1028969"/>
              <a:gd name="csX8887" fmla="*/ 1535975 w 1728164"/>
              <a:gd name="csY8887" fmla="*/ 1021799 h 1028969"/>
              <a:gd name="csX8888" fmla="*/ 1536144 w 1728164"/>
              <a:gd name="csY8888" fmla="*/ 1021826 h 1028969"/>
              <a:gd name="csX8889" fmla="*/ 1536322 w 1728164"/>
              <a:gd name="csY8889" fmla="*/ 1021853 h 1028969"/>
              <a:gd name="csX8890" fmla="*/ 1536491 w 1728164"/>
              <a:gd name="csY8890" fmla="*/ 1021879 h 1028969"/>
              <a:gd name="csX8891" fmla="*/ 1536669 w 1728164"/>
              <a:gd name="csY8891" fmla="*/ 1021897 h 1028969"/>
              <a:gd name="csX8892" fmla="*/ 1536838 w 1728164"/>
              <a:gd name="csY8892" fmla="*/ 1021924 h 1028969"/>
              <a:gd name="csX8893" fmla="*/ 1537007 w 1728164"/>
              <a:gd name="csY8893" fmla="*/ 1021950 h 1028969"/>
              <a:gd name="csX8894" fmla="*/ 1537185 w 1728164"/>
              <a:gd name="csY8894" fmla="*/ 1021977 h 1028969"/>
              <a:gd name="csX8895" fmla="*/ 1537354 w 1728164"/>
              <a:gd name="csY8895" fmla="*/ 1021995 h 1028969"/>
              <a:gd name="csX8896" fmla="*/ 1537532 w 1728164"/>
              <a:gd name="csY8896" fmla="*/ 1022022 h 1028969"/>
              <a:gd name="csX8897" fmla="*/ 1537701 w 1728164"/>
              <a:gd name="csY8897" fmla="*/ 1022048 h 1028969"/>
              <a:gd name="csX8898" fmla="*/ 1537879 w 1728164"/>
              <a:gd name="csY8898" fmla="*/ 1022075 h 1028969"/>
              <a:gd name="csX8899" fmla="*/ 1538048 w 1728164"/>
              <a:gd name="csY8899" fmla="*/ 1022093 h 1028969"/>
              <a:gd name="csX8900" fmla="*/ 1538217 w 1728164"/>
              <a:gd name="csY8900" fmla="*/ 1022119 h 1028969"/>
              <a:gd name="csX8901" fmla="*/ 1538395 w 1728164"/>
              <a:gd name="csY8901" fmla="*/ 1022146 h 1028969"/>
              <a:gd name="csX8902" fmla="*/ 1538564 w 1728164"/>
              <a:gd name="csY8902" fmla="*/ 1022164 h 1028969"/>
              <a:gd name="csX8903" fmla="*/ 1538742 w 1728164"/>
              <a:gd name="csY8903" fmla="*/ 1022191 h 1028969"/>
              <a:gd name="csX8904" fmla="*/ 1538911 w 1728164"/>
              <a:gd name="csY8904" fmla="*/ 1022217 h 1028969"/>
              <a:gd name="csX8905" fmla="*/ 1539089 w 1728164"/>
              <a:gd name="csY8905" fmla="*/ 1022235 h 1028969"/>
              <a:gd name="csX8906" fmla="*/ 1539258 w 1728164"/>
              <a:gd name="csY8906" fmla="*/ 1022262 h 1028969"/>
              <a:gd name="csX8907" fmla="*/ 1539427 w 1728164"/>
              <a:gd name="csY8907" fmla="*/ 1022288 h 1028969"/>
              <a:gd name="csX8908" fmla="*/ 1539605 w 1728164"/>
              <a:gd name="csY8908" fmla="*/ 1022306 h 1028969"/>
              <a:gd name="csX8909" fmla="*/ 1539774 w 1728164"/>
              <a:gd name="csY8909" fmla="*/ 1022333 h 1028969"/>
              <a:gd name="csX8910" fmla="*/ 1539951 w 1728164"/>
              <a:gd name="csY8910" fmla="*/ 1022360 h 1028969"/>
              <a:gd name="csX8911" fmla="*/ 1540121 w 1728164"/>
              <a:gd name="csY8911" fmla="*/ 1022377 h 1028969"/>
              <a:gd name="csX8912" fmla="*/ 1540299 w 1728164"/>
              <a:gd name="csY8912" fmla="*/ 1022404 h 1028969"/>
              <a:gd name="csX8913" fmla="*/ 1540468 w 1728164"/>
              <a:gd name="csY8913" fmla="*/ 1022422 h 1028969"/>
              <a:gd name="csX8914" fmla="*/ 1540637 w 1728164"/>
              <a:gd name="csY8914" fmla="*/ 1022449 h 1028969"/>
              <a:gd name="csX8915" fmla="*/ 1540814 w 1728164"/>
              <a:gd name="csY8915" fmla="*/ 1022475 h 1028969"/>
              <a:gd name="csX8916" fmla="*/ 1540984 w 1728164"/>
              <a:gd name="csY8916" fmla="*/ 1022493 h 1028969"/>
              <a:gd name="csX8917" fmla="*/ 1541161 w 1728164"/>
              <a:gd name="csY8917" fmla="*/ 1022520 h 1028969"/>
              <a:gd name="csX8918" fmla="*/ 1541330 w 1728164"/>
              <a:gd name="csY8918" fmla="*/ 1022537 h 1028969"/>
              <a:gd name="csX8919" fmla="*/ 1541508 w 1728164"/>
              <a:gd name="csY8919" fmla="*/ 1022564 h 1028969"/>
              <a:gd name="csX8920" fmla="*/ 1541678 w 1728164"/>
              <a:gd name="csY8920" fmla="*/ 1022582 h 1028969"/>
              <a:gd name="csX8921" fmla="*/ 1541847 w 1728164"/>
              <a:gd name="csY8921" fmla="*/ 1022609 h 1028969"/>
              <a:gd name="csX8922" fmla="*/ 1542024 w 1728164"/>
              <a:gd name="csY8922" fmla="*/ 1022627 h 1028969"/>
              <a:gd name="csX8923" fmla="*/ 1542193 w 1728164"/>
              <a:gd name="csY8923" fmla="*/ 1022653 h 1028969"/>
              <a:gd name="csX8924" fmla="*/ 1542371 w 1728164"/>
              <a:gd name="csY8924" fmla="*/ 1022671 h 1028969"/>
              <a:gd name="csX8925" fmla="*/ 1542540 w 1728164"/>
              <a:gd name="csY8925" fmla="*/ 1022698 h 1028969"/>
              <a:gd name="csX8926" fmla="*/ 1542718 w 1728164"/>
              <a:gd name="csY8926" fmla="*/ 1022715 h 1028969"/>
              <a:gd name="csX8927" fmla="*/ 1542887 w 1728164"/>
              <a:gd name="csY8927" fmla="*/ 1022742 h 1028969"/>
              <a:gd name="csX8928" fmla="*/ 1543056 w 1728164"/>
              <a:gd name="csY8928" fmla="*/ 1022760 h 1028969"/>
              <a:gd name="csX8929" fmla="*/ 1543234 w 1728164"/>
              <a:gd name="csY8929" fmla="*/ 1022787 h 1028969"/>
              <a:gd name="csX8930" fmla="*/ 1543403 w 1728164"/>
              <a:gd name="csY8930" fmla="*/ 1022804 h 1028969"/>
              <a:gd name="csX8931" fmla="*/ 1543581 w 1728164"/>
              <a:gd name="csY8931" fmla="*/ 1022831 h 1028969"/>
              <a:gd name="csX8932" fmla="*/ 1543750 w 1728164"/>
              <a:gd name="csY8932" fmla="*/ 1022849 h 1028969"/>
              <a:gd name="csX8933" fmla="*/ 1543928 w 1728164"/>
              <a:gd name="csY8933" fmla="*/ 1022876 h 1028969"/>
              <a:gd name="csX8934" fmla="*/ 1544097 w 1728164"/>
              <a:gd name="csY8934" fmla="*/ 1022893 h 1028969"/>
              <a:gd name="csX8935" fmla="*/ 1544266 w 1728164"/>
              <a:gd name="csY8935" fmla="*/ 1022911 h 1028969"/>
              <a:gd name="csX8936" fmla="*/ 1544444 w 1728164"/>
              <a:gd name="csY8936" fmla="*/ 1022938 h 1028969"/>
              <a:gd name="csX8937" fmla="*/ 1544613 w 1728164"/>
              <a:gd name="csY8937" fmla="*/ 1022956 h 1028969"/>
              <a:gd name="csX8938" fmla="*/ 1544791 w 1728164"/>
              <a:gd name="csY8938" fmla="*/ 1022982 h 1028969"/>
              <a:gd name="csX8939" fmla="*/ 1544960 w 1728164"/>
              <a:gd name="csY8939" fmla="*/ 1023000 h 1028969"/>
              <a:gd name="csX8940" fmla="*/ 1545138 w 1728164"/>
              <a:gd name="csY8940" fmla="*/ 1023018 h 1028969"/>
              <a:gd name="csX8941" fmla="*/ 1545307 w 1728164"/>
              <a:gd name="csY8941" fmla="*/ 1023045 h 1028969"/>
              <a:gd name="csX8942" fmla="*/ 1545476 w 1728164"/>
              <a:gd name="csY8942" fmla="*/ 1023062 h 1028969"/>
              <a:gd name="csX8943" fmla="*/ 1545654 w 1728164"/>
              <a:gd name="csY8943" fmla="*/ 1023089 h 1028969"/>
              <a:gd name="csX8944" fmla="*/ 1545823 w 1728164"/>
              <a:gd name="csY8944" fmla="*/ 1023107 h 1028969"/>
              <a:gd name="csX8945" fmla="*/ 1546001 w 1728164"/>
              <a:gd name="csY8945" fmla="*/ 1023125 h 1028969"/>
              <a:gd name="csX8946" fmla="*/ 1546170 w 1728164"/>
              <a:gd name="csY8946" fmla="*/ 1023151 h 1028969"/>
              <a:gd name="csX8947" fmla="*/ 1546339 w 1728164"/>
              <a:gd name="csY8947" fmla="*/ 1023169 h 1028969"/>
              <a:gd name="csX8948" fmla="*/ 1546517 w 1728164"/>
              <a:gd name="csY8948" fmla="*/ 1023187 h 1028969"/>
              <a:gd name="csX8949" fmla="*/ 1546686 w 1728164"/>
              <a:gd name="csY8949" fmla="*/ 1023214 h 1028969"/>
              <a:gd name="csX8950" fmla="*/ 1546864 w 1728164"/>
              <a:gd name="csY8950" fmla="*/ 1023231 h 1028969"/>
              <a:gd name="csX8951" fmla="*/ 1547033 w 1728164"/>
              <a:gd name="csY8951" fmla="*/ 1023249 h 1028969"/>
              <a:gd name="csX8952" fmla="*/ 1547211 w 1728164"/>
              <a:gd name="csY8952" fmla="*/ 1023267 h 1028969"/>
              <a:gd name="csX8953" fmla="*/ 1547380 w 1728164"/>
              <a:gd name="csY8953" fmla="*/ 1023294 h 1028969"/>
              <a:gd name="csX8954" fmla="*/ 1547549 w 1728164"/>
              <a:gd name="csY8954" fmla="*/ 1023311 h 1028969"/>
              <a:gd name="csX8955" fmla="*/ 1547727 w 1728164"/>
              <a:gd name="csY8955" fmla="*/ 1023329 h 1028969"/>
              <a:gd name="csX8956" fmla="*/ 1547896 w 1728164"/>
              <a:gd name="csY8956" fmla="*/ 1023347 h 1028969"/>
              <a:gd name="csX8957" fmla="*/ 1548074 w 1728164"/>
              <a:gd name="csY8957" fmla="*/ 1023374 h 1028969"/>
              <a:gd name="csX8958" fmla="*/ 1548243 w 1728164"/>
              <a:gd name="csY8958" fmla="*/ 1023392 h 1028969"/>
              <a:gd name="csX8959" fmla="*/ 1548421 w 1728164"/>
              <a:gd name="csY8959" fmla="*/ 1023409 h 1028969"/>
              <a:gd name="csX8960" fmla="*/ 1548590 w 1728164"/>
              <a:gd name="csY8960" fmla="*/ 1023427 h 1028969"/>
              <a:gd name="csX8961" fmla="*/ 1548759 w 1728164"/>
              <a:gd name="csY8961" fmla="*/ 1023454 h 1028969"/>
              <a:gd name="csX8962" fmla="*/ 1548937 w 1728164"/>
              <a:gd name="csY8962" fmla="*/ 1023472 h 1028969"/>
              <a:gd name="csX8963" fmla="*/ 1549106 w 1728164"/>
              <a:gd name="csY8963" fmla="*/ 1023489 h 1028969"/>
              <a:gd name="csX8964" fmla="*/ 1549284 w 1728164"/>
              <a:gd name="csY8964" fmla="*/ 1023507 h 1028969"/>
              <a:gd name="csX8965" fmla="*/ 1549453 w 1728164"/>
              <a:gd name="csY8965" fmla="*/ 1023534 h 1028969"/>
              <a:gd name="csX8966" fmla="*/ 1549631 w 1728164"/>
              <a:gd name="csY8966" fmla="*/ 1023552 h 1028969"/>
              <a:gd name="csX8967" fmla="*/ 1549800 w 1728164"/>
              <a:gd name="csY8967" fmla="*/ 1023570 h 1028969"/>
              <a:gd name="csX8968" fmla="*/ 1549969 w 1728164"/>
              <a:gd name="csY8968" fmla="*/ 1023587 h 1028969"/>
              <a:gd name="csX8969" fmla="*/ 1550147 w 1728164"/>
              <a:gd name="csY8969" fmla="*/ 1023605 h 1028969"/>
              <a:gd name="csX8970" fmla="*/ 1550316 w 1728164"/>
              <a:gd name="csY8970" fmla="*/ 1023623 h 1028969"/>
              <a:gd name="csX8971" fmla="*/ 1550494 w 1728164"/>
              <a:gd name="csY8971" fmla="*/ 1023650 h 1028969"/>
              <a:gd name="csX8972" fmla="*/ 1550663 w 1728164"/>
              <a:gd name="csY8972" fmla="*/ 1023667 h 1028969"/>
              <a:gd name="csX8973" fmla="*/ 1550841 w 1728164"/>
              <a:gd name="csY8973" fmla="*/ 1023685 h 1028969"/>
              <a:gd name="csX8974" fmla="*/ 1551010 w 1728164"/>
              <a:gd name="csY8974" fmla="*/ 1023703 h 1028969"/>
              <a:gd name="csX8975" fmla="*/ 1551179 w 1728164"/>
              <a:gd name="csY8975" fmla="*/ 1023721 h 1028969"/>
              <a:gd name="csX8976" fmla="*/ 1551357 w 1728164"/>
              <a:gd name="csY8976" fmla="*/ 1023739 h 1028969"/>
              <a:gd name="csX8977" fmla="*/ 1551526 w 1728164"/>
              <a:gd name="csY8977" fmla="*/ 1023756 h 1028969"/>
              <a:gd name="csX8978" fmla="*/ 1551704 w 1728164"/>
              <a:gd name="csY8978" fmla="*/ 1023774 h 1028969"/>
              <a:gd name="csX8979" fmla="*/ 1551873 w 1728164"/>
              <a:gd name="csY8979" fmla="*/ 1023801 h 1028969"/>
              <a:gd name="csX8980" fmla="*/ 1552051 w 1728164"/>
              <a:gd name="csY8980" fmla="*/ 1023819 h 1028969"/>
              <a:gd name="csX8981" fmla="*/ 1552220 w 1728164"/>
              <a:gd name="csY8981" fmla="*/ 1023836 h 1028969"/>
              <a:gd name="csX8982" fmla="*/ 1552389 w 1728164"/>
              <a:gd name="csY8982" fmla="*/ 1023854 h 1028969"/>
              <a:gd name="csX8983" fmla="*/ 1552567 w 1728164"/>
              <a:gd name="csY8983" fmla="*/ 1023872 h 1028969"/>
              <a:gd name="csX8984" fmla="*/ 1552736 w 1728164"/>
              <a:gd name="csY8984" fmla="*/ 1023890 h 1028969"/>
              <a:gd name="csX8985" fmla="*/ 1552914 w 1728164"/>
              <a:gd name="csY8985" fmla="*/ 1023908 h 1028969"/>
              <a:gd name="csX8986" fmla="*/ 1553083 w 1728164"/>
              <a:gd name="csY8986" fmla="*/ 1023925 h 1028969"/>
              <a:gd name="csX8987" fmla="*/ 1553261 w 1728164"/>
              <a:gd name="csY8987" fmla="*/ 1023943 h 1028969"/>
              <a:gd name="csX8988" fmla="*/ 1553430 w 1728164"/>
              <a:gd name="csY8988" fmla="*/ 1023961 h 1028969"/>
              <a:gd name="csX8989" fmla="*/ 1553599 w 1728164"/>
              <a:gd name="csY8989" fmla="*/ 1023979 h 1028969"/>
              <a:gd name="csX8990" fmla="*/ 1553777 w 1728164"/>
              <a:gd name="csY8990" fmla="*/ 1023997 h 1028969"/>
              <a:gd name="csX8991" fmla="*/ 1553946 w 1728164"/>
              <a:gd name="csY8991" fmla="*/ 1024014 h 1028969"/>
              <a:gd name="csX8992" fmla="*/ 1554124 w 1728164"/>
              <a:gd name="csY8992" fmla="*/ 1024032 h 1028969"/>
              <a:gd name="csX8993" fmla="*/ 1554293 w 1728164"/>
              <a:gd name="csY8993" fmla="*/ 1024050 h 1028969"/>
              <a:gd name="csX8994" fmla="*/ 1554471 w 1728164"/>
              <a:gd name="csY8994" fmla="*/ 1024068 h 1028969"/>
              <a:gd name="csX8995" fmla="*/ 1554640 w 1728164"/>
              <a:gd name="csY8995" fmla="*/ 1024085 h 1028969"/>
              <a:gd name="csX8996" fmla="*/ 1554809 w 1728164"/>
              <a:gd name="csY8996" fmla="*/ 1024103 h 1028969"/>
              <a:gd name="csX8997" fmla="*/ 1554987 w 1728164"/>
              <a:gd name="csY8997" fmla="*/ 1024121 h 1028969"/>
              <a:gd name="csX8998" fmla="*/ 1555156 w 1728164"/>
              <a:gd name="csY8998" fmla="*/ 1024139 h 1028969"/>
              <a:gd name="csX8999" fmla="*/ 1555333 w 1728164"/>
              <a:gd name="csY8999" fmla="*/ 1024157 h 1028969"/>
              <a:gd name="csX9000" fmla="*/ 1555502 w 1728164"/>
              <a:gd name="csY9000" fmla="*/ 1024175 h 1028969"/>
              <a:gd name="csX9001" fmla="*/ 1555681 w 1728164"/>
              <a:gd name="csY9001" fmla="*/ 1024192 h 1028969"/>
              <a:gd name="csX9002" fmla="*/ 1555850 w 1728164"/>
              <a:gd name="csY9002" fmla="*/ 1024210 h 1028969"/>
              <a:gd name="csX9003" fmla="*/ 1556019 w 1728164"/>
              <a:gd name="csY9003" fmla="*/ 1024228 h 1028969"/>
              <a:gd name="csX9004" fmla="*/ 1556196 w 1728164"/>
              <a:gd name="csY9004" fmla="*/ 1024246 h 1028969"/>
              <a:gd name="csX9005" fmla="*/ 1556366 w 1728164"/>
              <a:gd name="csY9005" fmla="*/ 1024263 h 1028969"/>
              <a:gd name="csX9006" fmla="*/ 1556543 w 1728164"/>
              <a:gd name="csY9006" fmla="*/ 1024281 h 1028969"/>
              <a:gd name="csX9007" fmla="*/ 1556712 w 1728164"/>
              <a:gd name="csY9007" fmla="*/ 1024299 h 1028969"/>
              <a:gd name="csX9008" fmla="*/ 1556890 w 1728164"/>
              <a:gd name="csY9008" fmla="*/ 1024317 h 1028969"/>
              <a:gd name="csX9009" fmla="*/ 1557059 w 1728164"/>
              <a:gd name="csY9009" fmla="*/ 1024326 h 1028969"/>
              <a:gd name="csX9010" fmla="*/ 1557229 w 1728164"/>
              <a:gd name="csY9010" fmla="*/ 1024343 h 1028969"/>
              <a:gd name="csX9011" fmla="*/ 1557406 w 1728164"/>
              <a:gd name="csY9011" fmla="*/ 1024361 h 1028969"/>
              <a:gd name="csX9012" fmla="*/ 1557575 w 1728164"/>
              <a:gd name="csY9012" fmla="*/ 1024379 h 1028969"/>
              <a:gd name="csX9013" fmla="*/ 1557753 w 1728164"/>
              <a:gd name="csY9013" fmla="*/ 1024397 h 1028969"/>
              <a:gd name="csX9014" fmla="*/ 1557922 w 1728164"/>
              <a:gd name="csY9014" fmla="*/ 1024415 h 1028969"/>
              <a:gd name="csX9015" fmla="*/ 1558100 w 1728164"/>
              <a:gd name="csY9015" fmla="*/ 1024432 h 1028969"/>
              <a:gd name="csX9016" fmla="*/ 1558269 w 1728164"/>
              <a:gd name="csY9016" fmla="*/ 1024450 h 1028969"/>
              <a:gd name="csX9017" fmla="*/ 1558438 w 1728164"/>
              <a:gd name="csY9017" fmla="*/ 1024459 h 1028969"/>
              <a:gd name="csX9018" fmla="*/ 1558616 w 1728164"/>
              <a:gd name="csY9018" fmla="*/ 1024477 h 1028969"/>
              <a:gd name="csX9019" fmla="*/ 1558785 w 1728164"/>
              <a:gd name="csY9019" fmla="*/ 1024495 h 1028969"/>
              <a:gd name="csX9020" fmla="*/ 1558963 w 1728164"/>
              <a:gd name="csY9020" fmla="*/ 1024513 h 1028969"/>
              <a:gd name="csX9021" fmla="*/ 1559132 w 1728164"/>
              <a:gd name="csY9021" fmla="*/ 1024530 h 1028969"/>
              <a:gd name="csX9022" fmla="*/ 1559310 w 1728164"/>
              <a:gd name="csY9022" fmla="*/ 1024548 h 1028969"/>
              <a:gd name="csX9023" fmla="*/ 1559479 w 1728164"/>
              <a:gd name="csY9023" fmla="*/ 1024557 h 1028969"/>
              <a:gd name="csX9024" fmla="*/ 1559648 w 1728164"/>
              <a:gd name="csY9024" fmla="*/ 1024575 h 1028969"/>
              <a:gd name="csX9025" fmla="*/ 1559826 w 1728164"/>
              <a:gd name="csY9025" fmla="*/ 1024593 h 1028969"/>
              <a:gd name="csX9026" fmla="*/ 1559995 w 1728164"/>
              <a:gd name="csY9026" fmla="*/ 1024610 h 1028969"/>
              <a:gd name="csX9027" fmla="*/ 1560173 w 1728164"/>
              <a:gd name="csY9027" fmla="*/ 1024628 h 1028969"/>
              <a:gd name="csX9028" fmla="*/ 1560342 w 1728164"/>
              <a:gd name="csY9028" fmla="*/ 1024637 h 1028969"/>
              <a:gd name="csX9029" fmla="*/ 1560520 w 1728164"/>
              <a:gd name="csY9029" fmla="*/ 1024655 h 1028969"/>
              <a:gd name="csX9030" fmla="*/ 1560689 w 1728164"/>
              <a:gd name="csY9030" fmla="*/ 1024673 h 1028969"/>
              <a:gd name="csX9031" fmla="*/ 1560858 w 1728164"/>
              <a:gd name="csY9031" fmla="*/ 1024690 h 1028969"/>
              <a:gd name="csX9032" fmla="*/ 1561036 w 1728164"/>
              <a:gd name="csY9032" fmla="*/ 1024699 h 1028969"/>
              <a:gd name="csX9033" fmla="*/ 1561205 w 1728164"/>
              <a:gd name="csY9033" fmla="*/ 1024717 h 1028969"/>
              <a:gd name="csX9034" fmla="*/ 1561383 w 1728164"/>
              <a:gd name="csY9034" fmla="*/ 1024735 h 1028969"/>
              <a:gd name="csX9035" fmla="*/ 1561552 w 1728164"/>
              <a:gd name="csY9035" fmla="*/ 1024753 h 1028969"/>
              <a:gd name="csX9036" fmla="*/ 1561730 w 1728164"/>
              <a:gd name="csY9036" fmla="*/ 1024762 h 1028969"/>
              <a:gd name="csX9037" fmla="*/ 1561899 w 1728164"/>
              <a:gd name="csY9037" fmla="*/ 1024779 h 1028969"/>
              <a:gd name="csX9038" fmla="*/ 1562068 w 1728164"/>
              <a:gd name="csY9038" fmla="*/ 1024797 h 1028969"/>
              <a:gd name="csX9039" fmla="*/ 1562246 w 1728164"/>
              <a:gd name="csY9039" fmla="*/ 1024815 h 1028969"/>
              <a:gd name="csX9040" fmla="*/ 1562415 w 1728164"/>
              <a:gd name="csY9040" fmla="*/ 1024824 h 1028969"/>
              <a:gd name="csX9041" fmla="*/ 1562593 w 1728164"/>
              <a:gd name="csY9041" fmla="*/ 1024842 h 1028969"/>
              <a:gd name="csX9042" fmla="*/ 1562762 w 1728164"/>
              <a:gd name="csY9042" fmla="*/ 1024859 h 1028969"/>
              <a:gd name="csX9043" fmla="*/ 1562940 w 1728164"/>
              <a:gd name="csY9043" fmla="*/ 1024868 h 1028969"/>
              <a:gd name="csX9044" fmla="*/ 1563109 w 1728164"/>
              <a:gd name="csY9044" fmla="*/ 1024886 h 1028969"/>
              <a:gd name="csX9045" fmla="*/ 1563278 w 1728164"/>
              <a:gd name="csY9045" fmla="*/ 1024904 h 1028969"/>
              <a:gd name="csX9046" fmla="*/ 1563456 w 1728164"/>
              <a:gd name="csY9046" fmla="*/ 1024922 h 1028969"/>
              <a:gd name="csX9047" fmla="*/ 1563625 w 1728164"/>
              <a:gd name="csY9047" fmla="*/ 1024931 h 1028969"/>
              <a:gd name="csX9048" fmla="*/ 1563803 w 1728164"/>
              <a:gd name="csY9048" fmla="*/ 1024949 h 1028969"/>
              <a:gd name="csX9049" fmla="*/ 1563972 w 1728164"/>
              <a:gd name="csY9049" fmla="*/ 1024966 h 1028969"/>
              <a:gd name="csX9050" fmla="*/ 1564150 w 1728164"/>
              <a:gd name="csY9050" fmla="*/ 1024975 h 1028969"/>
              <a:gd name="csX9051" fmla="*/ 1564319 w 1728164"/>
              <a:gd name="csY9051" fmla="*/ 1024993 h 1028969"/>
              <a:gd name="csX9052" fmla="*/ 1564488 w 1728164"/>
              <a:gd name="csY9052" fmla="*/ 1025002 h 1028969"/>
              <a:gd name="csX9053" fmla="*/ 1564666 w 1728164"/>
              <a:gd name="csY9053" fmla="*/ 1025020 h 1028969"/>
              <a:gd name="csX9054" fmla="*/ 1564835 w 1728164"/>
              <a:gd name="csY9054" fmla="*/ 1025037 h 1028969"/>
              <a:gd name="csX9055" fmla="*/ 1565013 w 1728164"/>
              <a:gd name="csY9055" fmla="*/ 1025046 h 1028969"/>
              <a:gd name="csX9056" fmla="*/ 1565182 w 1728164"/>
              <a:gd name="csY9056" fmla="*/ 1025064 h 1028969"/>
              <a:gd name="csX9057" fmla="*/ 1565351 w 1728164"/>
              <a:gd name="csY9057" fmla="*/ 1025082 h 1028969"/>
              <a:gd name="csX9058" fmla="*/ 1565529 w 1728164"/>
              <a:gd name="csY9058" fmla="*/ 1025091 h 1028969"/>
              <a:gd name="csX9059" fmla="*/ 1565698 w 1728164"/>
              <a:gd name="csY9059" fmla="*/ 1025109 h 1028969"/>
              <a:gd name="csX9060" fmla="*/ 1565876 w 1728164"/>
              <a:gd name="csY9060" fmla="*/ 1025117 h 1028969"/>
              <a:gd name="csX9061" fmla="*/ 1566045 w 1728164"/>
              <a:gd name="csY9061" fmla="*/ 1025135 h 1028969"/>
              <a:gd name="csX9062" fmla="*/ 1566223 w 1728164"/>
              <a:gd name="csY9062" fmla="*/ 1025153 h 1028969"/>
              <a:gd name="csX9063" fmla="*/ 1566392 w 1728164"/>
              <a:gd name="csY9063" fmla="*/ 1025162 h 1028969"/>
              <a:gd name="csX9064" fmla="*/ 1566561 w 1728164"/>
              <a:gd name="csY9064" fmla="*/ 1025180 h 1028969"/>
              <a:gd name="csX9065" fmla="*/ 1566739 w 1728164"/>
              <a:gd name="csY9065" fmla="*/ 1025189 h 1028969"/>
              <a:gd name="csX9066" fmla="*/ 1566908 w 1728164"/>
              <a:gd name="csY9066" fmla="*/ 1025206 h 1028969"/>
              <a:gd name="csX9067" fmla="*/ 1567086 w 1728164"/>
              <a:gd name="csY9067" fmla="*/ 1025224 h 1028969"/>
              <a:gd name="csX9068" fmla="*/ 1567255 w 1728164"/>
              <a:gd name="csY9068" fmla="*/ 1025233 h 1028969"/>
              <a:gd name="csX9069" fmla="*/ 1567433 w 1728164"/>
              <a:gd name="csY9069" fmla="*/ 1025251 h 1028969"/>
              <a:gd name="csX9070" fmla="*/ 1567602 w 1728164"/>
              <a:gd name="csY9070" fmla="*/ 1025260 h 1028969"/>
              <a:gd name="csX9071" fmla="*/ 1567771 w 1728164"/>
              <a:gd name="csY9071" fmla="*/ 1025278 h 1028969"/>
              <a:gd name="csX9072" fmla="*/ 1567949 w 1728164"/>
              <a:gd name="csY9072" fmla="*/ 1025287 h 1028969"/>
              <a:gd name="csX9073" fmla="*/ 1568118 w 1728164"/>
              <a:gd name="csY9073" fmla="*/ 1025304 h 1028969"/>
              <a:gd name="csX9074" fmla="*/ 1568296 w 1728164"/>
              <a:gd name="csY9074" fmla="*/ 1025313 h 1028969"/>
              <a:gd name="csX9075" fmla="*/ 1568465 w 1728164"/>
              <a:gd name="csY9075" fmla="*/ 1025331 h 1028969"/>
              <a:gd name="csX9076" fmla="*/ 1568643 w 1728164"/>
              <a:gd name="csY9076" fmla="*/ 1025340 h 1028969"/>
              <a:gd name="csX9077" fmla="*/ 1568812 w 1728164"/>
              <a:gd name="csY9077" fmla="*/ 1025358 h 1028969"/>
              <a:gd name="csX9078" fmla="*/ 1568981 w 1728164"/>
              <a:gd name="csY9078" fmla="*/ 1025367 h 1028969"/>
              <a:gd name="csX9079" fmla="*/ 1569159 w 1728164"/>
              <a:gd name="csY9079" fmla="*/ 1025384 h 1028969"/>
              <a:gd name="csX9080" fmla="*/ 1569328 w 1728164"/>
              <a:gd name="csY9080" fmla="*/ 1025393 h 1028969"/>
              <a:gd name="csX9081" fmla="*/ 1569505 w 1728164"/>
              <a:gd name="csY9081" fmla="*/ 1025411 h 1028969"/>
              <a:gd name="csX9082" fmla="*/ 1569675 w 1728164"/>
              <a:gd name="csY9082" fmla="*/ 1025420 h 1028969"/>
              <a:gd name="csX9083" fmla="*/ 1569853 w 1728164"/>
              <a:gd name="csY9083" fmla="*/ 1025438 h 1028969"/>
              <a:gd name="csX9084" fmla="*/ 1570022 w 1728164"/>
              <a:gd name="csY9084" fmla="*/ 1025447 h 1028969"/>
              <a:gd name="csX9085" fmla="*/ 1570191 w 1728164"/>
              <a:gd name="csY9085" fmla="*/ 1025464 h 1028969"/>
              <a:gd name="csX9086" fmla="*/ 1570369 w 1728164"/>
              <a:gd name="csY9086" fmla="*/ 1025473 h 1028969"/>
              <a:gd name="csX9087" fmla="*/ 1570538 w 1728164"/>
              <a:gd name="csY9087" fmla="*/ 1025491 h 1028969"/>
              <a:gd name="csX9088" fmla="*/ 1570715 w 1728164"/>
              <a:gd name="csY9088" fmla="*/ 1025500 h 1028969"/>
              <a:gd name="csX9089" fmla="*/ 1570884 w 1728164"/>
              <a:gd name="csY9089" fmla="*/ 1025518 h 1028969"/>
              <a:gd name="csX9090" fmla="*/ 1571062 w 1728164"/>
              <a:gd name="csY9090" fmla="*/ 1025527 h 1028969"/>
              <a:gd name="csX9091" fmla="*/ 1571232 w 1728164"/>
              <a:gd name="csY9091" fmla="*/ 1025544 h 1028969"/>
              <a:gd name="csX9092" fmla="*/ 1571401 w 1728164"/>
              <a:gd name="csY9092" fmla="*/ 1025553 h 1028969"/>
              <a:gd name="csX9093" fmla="*/ 1571578 w 1728164"/>
              <a:gd name="csY9093" fmla="*/ 1025562 h 1028969"/>
              <a:gd name="csX9094" fmla="*/ 1571747 w 1728164"/>
              <a:gd name="csY9094" fmla="*/ 1025580 h 1028969"/>
              <a:gd name="csX9095" fmla="*/ 1571925 w 1728164"/>
              <a:gd name="csY9095" fmla="*/ 1025589 h 1028969"/>
              <a:gd name="csX9096" fmla="*/ 1572094 w 1728164"/>
              <a:gd name="csY9096" fmla="*/ 1025607 h 1028969"/>
              <a:gd name="csX9097" fmla="*/ 1572272 w 1728164"/>
              <a:gd name="csY9097" fmla="*/ 1025616 h 1028969"/>
              <a:gd name="csX9098" fmla="*/ 1572441 w 1728164"/>
              <a:gd name="csY9098" fmla="*/ 1025634 h 1028969"/>
              <a:gd name="csX9099" fmla="*/ 1572610 w 1728164"/>
              <a:gd name="csY9099" fmla="*/ 1025642 h 1028969"/>
              <a:gd name="csX9100" fmla="*/ 1572788 w 1728164"/>
              <a:gd name="csY9100" fmla="*/ 1025651 h 1028969"/>
              <a:gd name="csX9101" fmla="*/ 1572957 w 1728164"/>
              <a:gd name="csY9101" fmla="*/ 1025669 h 1028969"/>
              <a:gd name="csX9102" fmla="*/ 1573135 w 1728164"/>
              <a:gd name="csY9102" fmla="*/ 1025678 h 1028969"/>
              <a:gd name="csX9103" fmla="*/ 1573304 w 1728164"/>
              <a:gd name="csY9103" fmla="*/ 1025696 h 1028969"/>
              <a:gd name="csX9104" fmla="*/ 1573482 w 1728164"/>
              <a:gd name="csY9104" fmla="*/ 1025705 h 1028969"/>
              <a:gd name="csX9105" fmla="*/ 1573651 w 1728164"/>
              <a:gd name="csY9105" fmla="*/ 1025714 h 1028969"/>
              <a:gd name="csX9106" fmla="*/ 1573820 w 1728164"/>
              <a:gd name="csY9106" fmla="*/ 1025731 h 1028969"/>
              <a:gd name="csX9107" fmla="*/ 1573998 w 1728164"/>
              <a:gd name="csY9107" fmla="*/ 1025740 h 1028969"/>
              <a:gd name="csX9108" fmla="*/ 1574167 w 1728164"/>
              <a:gd name="csY9108" fmla="*/ 1025749 h 1028969"/>
              <a:gd name="csX9109" fmla="*/ 1574345 w 1728164"/>
              <a:gd name="csY9109" fmla="*/ 1025767 h 1028969"/>
              <a:gd name="csX9110" fmla="*/ 1574514 w 1728164"/>
              <a:gd name="csY9110" fmla="*/ 1025776 h 1028969"/>
              <a:gd name="csX9111" fmla="*/ 1574692 w 1728164"/>
              <a:gd name="csY9111" fmla="*/ 1025785 h 1028969"/>
              <a:gd name="csX9112" fmla="*/ 1574861 w 1728164"/>
              <a:gd name="csY9112" fmla="*/ 1025803 h 1028969"/>
              <a:gd name="csX9113" fmla="*/ 1575030 w 1728164"/>
              <a:gd name="csY9113" fmla="*/ 1025811 h 1028969"/>
              <a:gd name="csX9114" fmla="*/ 1575208 w 1728164"/>
              <a:gd name="csY9114" fmla="*/ 1025820 h 1028969"/>
              <a:gd name="csX9115" fmla="*/ 1575377 w 1728164"/>
              <a:gd name="csY9115" fmla="*/ 1025838 h 1028969"/>
              <a:gd name="csX9116" fmla="*/ 1575555 w 1728164"/>
              <a:gd name="csY9116" fmla="*/ 1025847 h 1028969"/>
              <a:gd name="csX9117" fmla="*/ 1575724 w 1728164"/>
              <a:gd name="csY9117" fmla="*/ 1025856 h 1028969"/>
              <a:gd name="csX9118" fmla="*/ 1575902 w 1728164"/>
              <a:gd name="csY9118" fmla="*/ 1025874 h 1028969"/>
              <a:gd name="csX9119" fmla="*/ 1576071 w 1728164"/>
              <a:gd name="csY9119" fmla="*/ 1025883 h 1028969"/>
              <a:gd name="csX9120" fmla="*/ 1576240 w 1728164"/>
              <a:gd name="csY9120" fmla="*/ 1025891 h 1028969"/>
              <a:gd name="csX9121" fmla="*/ 1576418 w 1728164"/>
              <a:gd name="csY9121" fmla="*/ 1025909 h 1028969"/>
              <a:gd name="csX9122" fmla="*/ 1576587 w 1728164"/>
              <a:gd name="csY9122" fmla="*/ 1025918 h 1028969"/>
              <a:gd name="csX9123" fmla="*/ 1576765 w 1728164"/>
              <a:gd name="csY9123" fmla="*/ 1025927 h 1028969"/>
              <a:gd name="csX9124" fmla="*/ 1576934 w 1728164"/>
              <a:gd name="csY9124" fmla="*/ 1025945 h 1028969"/>
              <a:gd name="csX9125" fmla="*/ 1577112 w 1728164"/>
              <a:gd name="csY9125" fmla="*/ 1025954 h 1028969"/>
              <a:gd name="csX9126" fmla="*/ 1577281 w 1728164"/>
              <a:gd name="csY9126" fmla="*/ 1025963 h 1028969"/>
              <a:gd name="csX9127" fmla="*/ 1577450 w 1728164"/>
              <a:gd name="csY9127" fmla="*/ 1025972 h 1028969"/>
              <a:gd name="csX9128" fmla="*/ 1577628 w 1728164"/>
              <a:gd name="csY9128" fmla="*/ 1025989 h 1028969"/>
              <a:gd name="csX9129" fmla="*/ 1577797 w 1728164"/>
              <a:gd name="csY9129" fmla="*/ 1025998 h 1028969"/>
              <a:gd name="csX9130" fmla="*/ 1577975 w 1728164"/>
              <a:gd name="csY9130" fmla="*/ 1026007 h 1028969"/>
              <a:gd name="csX9131" fmla="*/ 1578144 w 1728164"/>
              <a:gd name="csY9131" fmla="*/ 1026016 h 1028969"/>
              <a:gd name="csX9132" fmla="*/ 1578322 w 1728164"/>
              <a:gd name="csY9132" fmla="*/ 1026034 h 1028969"/>
              <a:gd name="csX9133" fmla="*/ 1578491 w 1728164"/>
              <a:gd name="csY9133" fmla="*/ 1026043 h 1028969"/>
              <a:gd name="csX9134" fmla="*/ 1578660 w 1728164"/>
              <a:gd name="csY9134" fmla="*/ 1026052 h 1028969"/>
              <a:gd name="csX9135" fmla="*/ 1578838 w 1728164"/>
              <a:gd name="csY9135" fmla="*/ 1026061 h 1028969"/>
              <a:gd name="csX9136" fmla="*/ 1579007 w 1728164"/>
              <a:gd name="csY9136" fmla="*/ 1026078 h 1028969"/>
              <a:gd name="csX9137" fmla="*/ 1579185 w 1728164"/>
              <a:gd name="csY9137" fmla="*/ 1026087 h 1028969"/>
              <a:gd name="csX9138" fmla="*/ 1579354 w 1728164"/>
              <a:gd name="csY9138" fmla="*/ 1026096 h 1028969"/>
              <a:gd name="csX9139" fmla="*/ 1579532 w 1728164"/>
              <a:gd name="csY9139" fmla="*/ 1026105 h 1028969"/>
              <a:gd name="csX9140" fmla="*/ 1579701 w 1728164"/>
              <a:gd name="csY9140" fmla="*/ 1026123 h 1028969"/>
              <a:gd name="csX9141" fmla="*/ 1579870 w 1728164"/>
              <a:gd name="csY9141" fmla="*/ 1026132 h 1028969"/>
              <a:gd name="csX9142" fmla="*/ 1580048 w 1728164"/>
              <a:gd name="csY9142" fmla="*/ 1026141 h 1028969"/>
              <a:gd name="csX9143" fmla="*/ 1580217 w 1728164"/>
              <a:gd name="csY9143" fmla="*/ 1026150 h 1028969"/>
              <a:gd name="csX9144" fmla="*/ 1580395 w 1728164"/>
              <a:gd name="csY9144" fmla="*/ 1026158 h 1028969"/>
              <a:gd name="csX9145" fmla="*/ 1580564 w 1728164"/>
              <a:gd name="csY9145" fmla="*/ 1026176 h 1028969"/>
              <a:gd name="csX9146" fmla="*/ 1580742 w 1728164"/>
              <a:gd name="csY9146" fmla="*/ 1026185 h 1028969"/>
              <a:gd name="csX9147" fmla="*/ 1580911 w 1728164"/>
              <a:gd name="csY9147" fmla="*/ 1026194 h 1028969"/>
              <a:gd name="csX9148" fmla="*/ 1581080 w 1728164"/>
              <a:gd name="csY9148" fmla="*/ 1026203 h 1028969"/>
              <a:gd name="csX9149" fmla="*/ 1581258 w 1728164"/>
              <a:gd name="csY9149" fmla="*/ 1026212 h 1028969"/>
              <a:gd name="csX9150" fmla="*/ 1581427 w 1728164"/>
              <a:gd name="csY9150" fmla="*/ 1026230 h 1028969"/>
              <a:gd name="csX9151" fmla="*/ 1581605 w 1728164"/>
              <a:gd name="csY9151" fmla="*/ 1026238 h 1028969"/>
              <a:gd name="csX9152" fmla="*/ 1581774 w 1728164"/>
              <a:gd name="csY9152" fmla="*/ 1026247 h 1028969"/>
              <a:gd name="csX9153" fmla="*/ 1581952 w 1728164"/>
              <a:gd name="csY9153" fmla="*/ 1026256 h 1028969"/>
              <a:gd name="csX9154" fmla="*/ 1582121 w 1728164"/>
              <a:gd name="csY9154" fmla="*/ 1026265 h 1028969"/>
              <a:gd name="csX9155" fmla="*/ 1582290 w 1728164"/>
              <a:gd name="csY9155" fmla="*/ 1026274 h 1028969"/>
              <a:gd name="csX9156" fmla="*/ 1582468 w 1728164"/>
              <a:gd name="csY9156" fmla="*/ 1026292 h 1028969"/>
              <a:gd name="csX9157" fmla="*/ 1582637 w 1728164"/>
              <a:gd name="csY9157" fmla="*/ 1026301 h 1028969"/>
              <a:gd name="csX9158" fmla="*/ 1582815 w 1728164"/>
              <a:gd name="csY9158" fmla="*/ 1026310 h 1028969"/>
              <a:gd name="csX9159" fmla="*/ 1582984 w 1728164"/>
              <a:gd name="csY9159" fmla="*/ 1026318 h 1028969"/>
              <a:gd name="csX9160" fmla="*/ 1583162 w 1728164"/>
              <a:gd name="csY9160" fmla="*/ 1026327 h 1028969"/>
              <a:gd name="csX9161" fmla="*/ 1583331 w 1728164"/>
              <a:gd name="csY9161" fmla="*/ 1026336 h 1028969"/>
              <a:gd name="csX9162" fmla="*/ 1583500 w 1728164"/>
              <a:gd name="csY9162" fmla="*/ 1026345 h 1028969"/>
              <a:gd name="csX9163" fmla="*/ 1583678 w 1728164"/>
              <a:gd name="csY9163" fmla="*/ 1026363 h 1028969"/>
              <a:gd name="csX9164" fmla="*/ 1583847 w 1728164"/>
              <a:gd name="csY9164" fmla="*/ 1026372 h 1028969"/>
              <a:gd name="csX9165" fmla="*/ 1584025 w 1728164"/>
              <a:gd name="csY9165" fmla="*/ 1026381 h 1028969"/>
              <a:gd name="csX9166" fmla="*/ 1584194 w 1728164"/>
              <a:gd name="csY9166" fmla="*/ 1026390 h 1028969"/>
              <a:gd name="csX9167" fmla="*/ 1584363 w 1728164"/>
              <a:gd name="csY9167" fmla="*/ 1026399 h 1028969"/>
              <a:gd name="csX9168" fmla="*/ 1584541 w 1728164"/>
              <a:gd name="csY9168" fmla="*/ 1026408 h 1028969"/>
              <a:gd name="csX9169" fmla="*/ 1584710 w 1728164"/>
              <a:gd name="csY9169" fmla="*/ 1026416 h 1028969"/>
              <a:gd name="csX9170" fmla="*/ 1584887 w 1728164"/>
              <a:gd name="csY9170" fmla="*/ 1026425 h 1028969"/>
              <a:gd name="csX9171" fmla="*/ 1585057 w 1728164"/>
              <a:gd name="csY9171" fmla="*/ 1026434 h 1028969"/>
              <a:gd name="csX9172" fmla="*/ 1585235 w 1728164"/>
              <a:gd name="csY9172" fmla="*/ 1026443 h 1028969"/>
              <a:gd name="csX9173" fmla="*/ 1585404 w 1728164"/>
              <a:gd name="csY9173" fmla="*/ 1026461 h 1028969"/>
              <a:gd name="csX9174" fmla="*/ 1585572 w 1728164"/>
              <a:gd name="csY9174" fmla="*/ 1026470 h 1028969"/>
              <a:gd name="csX9175" fmla="*/ 1585750 w 1728164"/>
              <a:gd name="csY9175" fmla="*/ 1026479 h 1028969"/>
              <a:gd name="csX9176" fmla="*/ 1585920 w 1728164"/>
              <a:gd name="csY9176" fmla="*/ 1026488 h 1028969"/>
              <a:gd name="csX9177" fmla="*/ 1586097 w 1728164"/>
              <a:gd name="csY9177" fmla="*/ 1026496 h 1028969"/>
              <a:gd name="csX9178" fmla="*/ 1586266 w 1728164"/>
              <a:gd name="csY9178" fmla="*/ 1026505 h 1028969"/>
              <a:gd name="csX9179" fmla="*/ 1586444 w 1728164"/>
              <a:gd name="csY9179" fmla="*/ 1026514 h 1028969"/>
              <a:gd name="csX9180" fmla="*/ 1586614 w 1728164"/>
              <a:gd name="csY9180" fmla="*/ 1026523 h 1028969"/>
              <a:gd name="csX9181" fmla="*/ 1586783 w 1728164"/>
              <a:gd name="csY9181" fmla="*/ 1026532 h 1028969"/>
              <a:gd name="csX9182" fmla="*/ 1586960 w 1728164"/>
              <a:gd name="csY9182" fmla="*/ 1026541 h 1028969"/>
              <a:gd name="csX9183" fmla="*/ 1587129 w 1728164"/>
              <a:gd name="csY9183" fmla="*/ 1026550 h 1028969"/>
              <a:gd name="csX9184" fmla="*/ 1587307 w 1728164"/>
              <a:gd name="csY9184" fmla="*/ 1026559 h 1028969"/>
              <a:gd name="csX9185" fmla="*/ 1587476 w 1728164"/>
              <a:gd name="csY9185" fmla="*/ 1026568 h 1028969"/>
              <a:gd name="csX9186" fmla="*/ 1587654 w 1728164"/>
              <a:gd name="csY9186" fmla="*/ 1026577 h 1028969"/>
              <a:gd name="csX9187" fmla="*/ 1587823 w 1728164"/>
              <a:gd name="csY9187" fmla="*/ 1026585 h 1028969"/>
              <a:gd name="csX9188" fmla="*/ 1587992 w 1728164"/>
              <a:gd name="csY9188" fmla="*/ 1026594 h 1028969"/>
              <a:gd name="csX9189" fmla="*/ 1588170 w 1728164"/>
              <a:gd name="csY9189" fmla="*/ 1026603 h 1028969"/>
              <a:gd name="csX9190" fmla="*/ 1588339 w 1728164"/>
              <a:gd name="csY9190" fmla="*/ 1026612 h 1028969"/>
              <a:gd name="csX9191" fmla="*/ 1588517 w 1728164"/>
              <a:gd name="csY9191" fmla="*/ 1026630 h 1028969"/>
              <a:gd name="csX9192" fmla="*/ 1588686 w 1728164"/>
              <a:gd name="csY9192" fmla="*/ 1026639 h 1028969"/>
              <a:gd name="csX9193" fmla="*/ 1588864 w 1728164"/>
              <a:gd name="csY9193" fmla="*/ 1026648 h 1028969"/>
              <a:gd name="csX9194" fmla="*/ 1589033 w 1728164"/>
              <a:gd name="csY9194" fmla="*/ 1026657 h 1028969"/>
              <a:gd name="csX9195" fmla="*/ 1589202 w 1728164"/>
              <a:gd name="csY9195" fmla="*/ 1026665 h 1028969"/>
              <a:gd name="csX9196" fmla="*/ 1589380 w 1728164"/>
              <a:gd name="csY9196" fmla="*/ 1026674 h 1028969"/>
              <a:gd name="csX9197" fmla="*/ 1589549 w 1728164"/>
              <a:gd name="csY9197" fmla="*/ 1026683 h 1028969"/>
              <a:gd name="csX9198" fmla="*/ 1589727 w 1728164"/>
              <a:gd name="csY9198" fmla="*/ 1026692 h 1028969"/>
              <a:gd name="csX9199" fmla="*/ 1589896 w 1728164"/>
              <a:gd name="csY9199" fmla="*/ 1026701 h 1028969"/>
              <a:gd name="csX9200" fmla="*/ 1590074 w 1728164"/>
              <a:gd name="csY9200" fmla="*/ 1026710 h 1028969"/>
              <a:gd name="csX9201" fmla="*/ 1590243 w 1728164"/>
              <a:gd name="csY9201" fmla="*/ 1026719 h 1028969"/>
              <a:gd name="csX9202" fmla="*/ 1590412 w 1728164"/>
              <a:gd name="csY9202" fmla="*/ 1026719 h 1028969"/>
              <a:gd name="csX9203" fmla="*/ 1590590 w 1728164"/>
              <a:gd name="csY9203" fmla="*/ 1026728 h 1028969"/>
              <a:gd name="csX9204" fmla="*/ 1590759 w 1728164"/>
              <a:gd name="csY9204" fmla="*/ 1026737 h 1028969"/>
              <a:gd name="csX9205" fmla="*/ 1590937 w 1728164"/>
              <a:gd name="csY9205" fmla="*/ 1026746 h 1028969"/>
              <a:gd name="csX9206" fmla="*/ 1591106 w 1728164"/>
              <a:gd name="csY9206" fmla="*/ 1026754 h 1028969"/>
              <a:gd name="csX9207" fmla="*/ 1591284 w 1728164"/>
              <a:gd name="csY9207" fmla="*/ 1026763 h 1028969"/>
              <a:gd name="csX9208" fmla="*/ 1591453 w 1728164"/>
              <a:gd name="csY9208" fmla="*/ 1026772 h 1028969"/>
              <a:gd name="csX9209" fmla="*/ 1591622 w 1728164"/>
              <a:gd name="csY9209" fmla="*/ 1026781 h 1028969"/>
              <a:gd name="csX9210" fmla="*/ 1591800 w 1728164"/>
              <a:gd name="csY9210" fmla="*/ 1026790 h 1028969"/>
              <a:gd name="csX9211" fmla="*/ 1591969 w 1728164"/>
              <a:gd name="csY9211" fmla="*/ 1026799 h 1028969"/>
              <a:gd name="csX9212" fmla="*/ 1592147 w 1728164"/>
              <a:gd name="csY9212" fmla="*/ 1026808 h 1028969"/>
              <a:gd name="csX9213" fmla="*/ 1592316 w 1728164"/>
              <a:gd name="csY9213" fmla="*/ 1026817 h 1028969"/>
              <a:gd name="csX9214" fmla="*/ 1592494 w 1728164"/>
              <a:gd name="csY9214" fmla="*/ 1026826 h 1028969"/>
              <a:gd name="csX9215" fmla="*/ 1592663 w 1728164"/>
              <a:gd name="csY9215" fmla="*/ 1026835 h 1028969"/>
              <a:gd name="csX9216" fmla="*/ 1592832 w 1728164"/>
              <a:gd name="csY9216" fmla="*/ 1026843 h 1028969"/>
              <a:gd name="csX9217" fmla="*/ 1593010 w 1728164"/>
              <a:gd name="csY9217" fmla="*/ 1026852 h 1028969"/>
              <a:gd name="csX9218" fmla="*/ 1593179 w 1728164"/>
              <a:gd name="csY9218" fmla="*/ 1026861 h 1028969"/>
              <a:gd name="csX9219" fmla="*/ 1593357 w 1728164"/>
              <a:gd name="csY9219" fmla="*/ 1026870 h 1028969"/>
              <a:gd name="csX9220" fmla="*/ 1593526 w 1728164"/>
              <a:gd name="csY9220" fmla="*/ 1026879 h 1028969"/>
              <a:gd name="csX9221" fmla="*/ 1593704 w 1728164"/>
              <a:gd name="csY9221" fmla="*/ 1026879 h 1028969"/>
              <a:gd name="csX9222" fmla="*/ 1593873 w 1728164"/>
              <a:gd name="csY9222" fmla="*/ 1026888 h 1028969"/>
              <a:gd name="csX9223" fmla="*/ 1594042 w 1728164"/>
              <a:gd name="csY9223" fmla="*/ 1026897 h 1028969"/>
              <a:gd name="csX9224" fmla="*/ 1594220 w 1728164"/>
              <a:gd name="csY9224" fmla="*/ 1026906 h 1028969"/>
              <a:gd name="csX9225" fmla="*/ 1594389 w 1728164"/>
              <a:gd name="csY9225" fmla="*/ 1026915 h 1028969"/>
              <a:gd name="csX9226" fmla="*/ 1594567 w 1728164"/>
              <a:gd name="csY9226" fmla="*/ 1026923 h 1028969"/>
              <a:gd name="csX9227" fmla="*/ 1594736 w 1728164"/>
              <a:gd name="csY9227" fmla="*/ 1026932 h 1028969"/>
              <a:gd name="csX9228" fmla="*/ 1594914 w 1728164"/>
              <a:gd name="csY9228" fmla="*/ 1026941 h 1028969"/>
              <a:gd name="csX9229" fmla="*/ 1595083 w 1728164"/>
              <a:gd name="csY9229" fmla="*/ 1026950 h 1028969"/>
              <a:gd name="csX9230" fmla="*/ 1595252 w 1728164"/>
              <a:gd name="csY9230" fmla="*/ 1026959 h 1028969"/>
              <a:gd name="csX9231" fmla="*/ 1595430 w 1728164"/>
              <a:gd name="csY9231" fmla="*/ 1026959 h 1028969"/>
              <a:gd name="csX9232" fmla="*/ 1595599 w 1728164"/>
              <a:gd name="csY9232" fmla="*/ 1026968 h 1028969"/>
              <a:gd name="csX9233" fmla="*/ 1595777 w 1728164"/>
              <a:gd name="csY9233" fmla="*/ 1026977 h 1028969"/>
              <a:gd name="csX9234" fmla="*/ 1595946 w 1728164"/>
              <a:gd name="csY9234" fmla="*/ 1026986 h 1028969"/>
              <a:gd name="csX9235" fmla="*/ 1596124 w 1728164"/>
              <a:gd name="csY9235" fmla="*/ 1026995 h 1028969"/>
              <a:gd name="csX9236" fmla="*/ 1596293 w 1728164"/>
              <a:gd name="csY9236" fmla="*/ 1027004 h 1028969"/>
              <a:gd name="csX9237" fmla="*/ 1596462 w 1728164"/>
              <a:gd name="csY9237" fmla="*/ 1027012 h 1028969"/>
              <a:gd name="csX9238" fmla="*/ 1596640 w 1728164"/>
              <a:gd name="csY9238" fmla="*/ 1027021 h 1028969"/>
              <a:gd name="csX9239" fmla="*/ 1596809 w 1728164"/>
              <a:gd name="csY9239" fmla="*/ 1027021 h 1028969"/>
              <a:gd name="csX9240" fmla="*/ 1596987 w 1728164"/>
              <a:gd name="csY9240" fmla="*/ 1027030 h 1028969"/>
              <a:gd name="csX9241" fmla="*/ 1597156 w 1728164"/>
              <a:gd name="csY9241" fmla="*/ 1027039 h 1028969"/>
              <a:gd name="csX9242" fmla="*/ 1597334 w 1728164"/>
              <a:gd name="csY9242" fmla="*/ 1027048 h 1028969"/>
              <a:gd name="csX9243" fmla="*/ 1597503 w 1728164"/>
              <a:gd name="csY9243" fmla="*/ 1027057 h 1028969"/>
              <a:gd name="csX9244" fmla="*/ 1597672 w 1728164"/>
              <a:gd name="csY9244" fmla="*/ 1027066 h 1028969"/>
              <a:gd name="csX9245" fmla="*/ 1597850 w 1728164"/>
              <a:gd name="csY9245" fmla="*/ 1027075 h 1028969"/>
              <a:gd name="csX9246" fmla="*/ 1598019 w 1728164"/>
              <a:gd name="csY9246" fmla="*/ 1027075 h 1028969"/>
              <a:gd name="csX9247" fmla="*/ 1598197 w 1728164"/>
              <a:gd name="csY9247" fmla="*/ 1027084 h 1028969"/>
              <a:gd name="csX9248" fmla="*/ 1598366 w 1728164"/>
              <a:gd name="csY9248" fmla="*/ 1027092 h 1028969"/>
              <a:gd name="csX9249" fmla="*/ 1598544 w 1728164"/>
              <a:gd name="csY9249" fmla="*/ 1027101 h 1028969"/>
              <a:gd name="csX9250" fmla="*/ 1598713 w 1728164"/>
              <a:gd name="csY9250" fmla="*/ 1027110 h 1028969"/>
              <a:gd name="csX9251" fmla="*/ 1598882 w 1728164"/>
              <a:gd name="csY9251" fmla="*/ 1027110 h 1028969"/>
              <a:gd name="csX9252" fmla="*/ 1599060 w 1728164"/>
              <a:gd name="csY9252" fmla="*/ 1027119 h 1028969"/>
              <a:gd name="csX9253" fmla="*/ 1599229 w 1728164"/>
              <a:gd name="csY9253" fmla="*/ 1027128 h 1028969"/>
              <a:gd name="csX9254" fmla="*/ 1599407 w 1728164"/>
              <a:gd name="csY9254" fmla="*/ 1027137 h 1028969"/>
              <a:gd name="csX9255" fmla="*/ 1599576 w 1728164"/>
              <a:gd name="csY9255" fmla="*/ 1027146 h 1028969"/>
              <a:gd name="csX9256" fmla="*/ 1599753 w 1728164"/>
              <a:gd name="csY9256" fmla="*/ 1027155 h 1028969"/>
              <a:gd name="csX9257" fmla="*/ 1599923 w 1728164"/>
              <a:gd name="csY9257" fmla="*/ 1027155 h 1028969"/>
              <a:gd name="csX9258" fmla="*/ 1600092 w 1728164"/>
              <a:gd name="csY9258" fmla="*/ 1027164 h 1028969"/>
              <a:gd name="csX9259" fmla="*/ 1600269 w 1728164"/>
              <a:gd name="csY9259" fmla="*/ 1027173 h 1028969"/>
              <a:gd name="csX9260" fmla="*/ 1600438 w 1728164"/>
              <a:gd name="csY9260" fmla="*/ 1027182 h 1028969"/>
              <a:gd name="csX9261" fmla="*/ 1600617 w 1728164"/>
              <a:gd name="csY9261" fmla="*/ 1027190 h 1028969"/>
              <a:gd name="csX9262" fmla="*/ 1600786 w 1728164"/>
              <a:gd name="csY9262" fmla="*/ 1027190 h 1028969"/>
              <a:gd name="csX9263" fmla="*/ 1600963 w 1728164"/>
              <a:gd name="csY9263" fmla="*/ 1027199 h 1028969"/>
              <a:gd name="csX9264" fmla="*/ 1601132 w 1728164"/>
              <a:gd name="csY9264" fmla="*/ 1027208 h 1028969"/>
              <a:gd name="csX9265" fmla="*/ 1601301 w 1728164"/>
              <a:gd name="csY9265" fmla="*/ 1027217 h 1028969"/>
              <a:gd name="csX9266" fmla="*/ 1601479 w 1728164"/>
              <a:gd name="csY9266" fmla="*/ 1027217 h 1028969"/>
              <a:gd name="csX9267" fmla="*/ 1601648 w 1728164"/>
              <a:gd name="csY9267" fmla="*/ 1027226 h 1028969"/>
              <a:gd name="csX9268" fmla="*/ 1601826 w 1728164"/>
              <a:gd name="csY9268" fmla="*/ 1027235 h 1028969"/>
              <a:gd name="csX9269" fmla="*/ 1601995 w 1728164"/>
              <a:gd name="csY9269" fmla="*/ 1027244 h 1028969"/>
              <a:gd name="csX9270" fmla="*/ 1602173 w 1728164"/>
              <a:gd name="csY9270" fmla="*/ 1027253 h 1028969"/>
              <a:gd name="csX9271" fmla="*/ 1602342 w 1728164"/>
              <a:gd name="csY9271" fmla="*/ 1027253 h 1028969"/>
              <a:gd name="csX9272" fmla="*/ 1602511 w 1728164"/>
              <a:gd name="csY9272" fmla="*/ 1027262 h 1028969"/>
              <a:gd name="csX9273" fmla="*/ 1602689 w 1728164"/>
              <a:gd name="csY9273" fmla="*/ 1027270 h 1028969"/>
              <a:gd name="csX9274" fmla="*/ 1602858 w 1728164"/>
              <a:gd name="csY9274" fmla="*/ 1027279 h 1028969"/>
              <a:gd name="csX9275" fmla="*/ 1603036 w 1728164"/>
              <a:gd name="csY9275" fmla="*/ 1027279 h 1028969"/>
              <a:gd name="csX9276" fmla="*/ 1603205 w 1728164"/>
              <a:gd name="csY9276" fmla="*/ 1027288 h 1028969"/>
              <a:gd name="csX9277" fmla="*/ 1603374 w 1728164"/>
              <a:gd name="csY9277" fmla="*/ 1027297 h 1028969"/>
              <a:gd name="csX9278" fmla="*/ 1603552 w 1728164"/>
              <a:gd name="csY9278" fmla="*/ 1027306 h 1028969"/>
              <a:gd name="csX9279" fmla="*/ 1603721 w 1728164"/>
              <a:gd name="csY9279" fmla="*/ 1027306 h 1028969"/>
              <a:gd name="csX9280" fmla="*/ 1603899 w 1728164"/>
              <a:gd name="csY9280" fmla="*/ 1027315 h 1028969"/>
              <a:gd name="csX9281" fmla="*/ 1604068 w 1728164"/>
              <a:gd name="csY9281" fmla="*/ 1027324 h 1028969"/>
              <a:gd name="csX9282" fmla="*/ 1604246 w 1728164"/>
              <a:gd name="csY9282" fmla="*/ 1027333 h 1028969"/>
              <a:gd name="csX9283" fmla="*/ 1604415 w 1728164"/>
              <a:gd name="csY9283" fmla="*/ 1027333 h 1028969"/>
              <a:gd name="csX9284" fmla="*/ 1604584 w 1728164"/>
              <a:gd name="csY9284" fmla="*/ 1027342 h 1028969"/>
              <a:gd name="csX9285" fmla="*/ 1604762 w 1728164"/>
              <a:gd name="csY9285" fmla="*/ 1027351 h 1028969"/>
              <a:gd name="csX9286" fmla="*/ 1604931 w 1728164"/>
              <a:gd name="csY9286" fmla="*/ 1027351 h 1028969"/>
              <a:gd name="csX9287" fmla="*/ 1605109 w 1728164"/>
              <a:gd name="csY9287" fmla="*/ 1027359 h 1028969"/>
              <a:gd name="csX9288" fmla="*/ 1605278 w 1728164"/>
              <a:gd name="csY9288" fmla="*/ 1027368 h 1028969"/>
              <a:gd name="csX9289" fmla="*/ 1605456 w 1728164"/>
              <a:gd name="csY9289" fmla="*/ 1027377 h 1028969"/>
              <a:gd name="csX9290" fmla="*/ 1605625 w 1728164"/>
              <a:gd name="csY9290" fmla="*/ 1027377 h 1028969"/>
              <a:gd name="csX9291" fmla="*/ 1605794 w 1728164"/>
              <a:gd name="csY9291" fmla="*/ 1027386 h 1028969"/>
              <a:gd name="csX9292" fmla="*/ 1605972 w 1728164"/>
              <a:gd name="csY9292" fmla="*/ 1027395 h 1028969"/>
              <a:gd name="csX9293" fmla="*/ 1606141 w 1728164"/>
              <a:gd name="csY9293" fmla="*/ 1027395 h 1028969"/>
              <a:gd name="csX9294" fmla="*/ 1606319 w 1728164"/>
              <a:gd name="csY9294" fmla="*/ 1027404 h 1028969"/>
              <a:gd name="csX9295" fmla="*/ 1606488 w 1728164"/>
              <a:gd name="csY9295" fmla="*/ 1027413 h 1028969"/>
              <a:gd name="csX9296" fmla="*/ 1606666 w 1728164"/>
              <a:gd name="csY9296" fmla="*/ 1027422 h 1028969"/>
              <a:gd name="csX9297" fmla="*/ 1606835 w 1728164"/>
              <a:gd name="csY9297" fmla="*/ 1027422 h 1028969"/>
              <a:gd name="csX9298" fmla="*/ 1607004 w 1728164"/>
              <a:gd name="csY9298" fmla="*/ 1027431 h 1028969"/>
              <a:gd name="csX9299" fmla="*/ 1607182 w 1728164"/>
              <a:gd name="csY9299" fmla="*/ 1027439 h 1028969"/>
              <a:gd name="csX9300" fmla="*/ 1607351 w 1728164"/>
              <a:gd name="csY9300" fmla="*/ 1027439 h 1028969"/>
              <a:gd name="csX9301" fmla="*/ 1607529 w 1728164"/>
              <a:gd name="csY9301" fmla="*/ 1027448 h 1028969"/>
              <a:gd name="csX9302" fmla="*/ 1607698 w 1728164"/>
              <a:gd name="csY9302" fmla="*/ 1027457 h 1028969"/>
              <a:gd name="csX9303" fmla="*/ 1607876 w 1728164"/>
              <a:gd name="csY9303" fmla="*/ 1027457 h 1028969"/>
              <a:gd name="csX9304" fmla="*/ 1608045 w 1728164"/>
              <a:gd name="csY9304" fmla="*/ 1027466 h 1028969"/>
              <a:gd name="csX9305" fmla="*/ 1608214 w 1728164"/>
              <a:gd name="csY9305" fmla="*/ 1027475 h 1028969"/>
              <a:gd name="csX9306" fmla="*/ 1608392 w 1728164"/>
              <a:gd name="csY9306" fmla="*/ 1027475 h 1028969"/>
              <a:gd name="csX9307" fmla="*/ 1608561 w 1728164"/>
              <a:gd name="csY9307" fmla="*/ 1027484 h 1028969"/>
              <a:gd name="csX9308" fmla="*/ 1608739 w 1728164"/>
              <a:gd name="csY9308" fmla="*/ 1027493 h 1028969"/>
              <a:gd name="csX9309" fmla="*/ 1608908 w 1728164"/>
              <a:gd name="csY9309" fmla="*/ 1027493 h 1028969"/>
              <a:gd name="csX9310" fmla="*/ 1609086 w 1728164"/>
              <a:gd name="csY9310" fmla="*/ 1027502 h 1028969"/>
              <a:gd name="csX9311" fmla="*/ 1609255 w 1728164"/>
              <a:gd name="csY9311" fmla="*/ 1027511 h 1028969"/>
              <a:gd name="csX9312" fmla="*/ 1609424 w 1728164"/>
              <a:gd name="csY9312" fmla="*/ 1027511 h 1028969"/>
              <a:gd name="csX9313" fmla="*/ 1609602 w 1728164"/>
              <a:gd name="csY9313" fmla="*/ 1027520 h 1028969"/>
              <a:gd name="csX9314" fmla="*/ 1609771 w 1728164"/>
              <a:gd name="csY9314" fmla="*/ 1027528 h 1028969"/>
              <a:gd name="csX9315" fmla="*/ 1609949 w 1728164"/>
              <a:gd name="csY9315" fmla="*/ 1027528 h 1028969"/>
              <a:gd name="csX9316" fmla="*/ 1610118 w 1728164"/>
              <a:gd name="csY9316" fmla="*/ 1027537 h 1028969"/>
              <a:gd name="csX9317" fmla="*/ 1610296 w 1728164"/>
              <a:gd name="csY9317" fmla="*/ 1027546 h 1028969"/>
              <a:gd name="csX9318" fmla="*/ 1610465 w 1728164"/>
              <a:gd name="csY9318" fmla="*/ 1027546 h 1028969"/>
              <a:gd name="csX9319" fmla="*/ 1610634 w 1728164"/>
              <a:gd name="csY9319" fmla="*/ 1027555 h 1028969"/>
              <a:gd name="csX9320" fmla="*/ 1610812 w 1728164"/>
              <a:gd name="csY9320" fmla="*/ 1027564 h 1028969"/>
              <a:gd name="csX9321" fmla="*/ 1610981 w 1728164"/>
              <a:gd name="csY9321" fmla="*/ 1027564 h 1028969"/>
              <a:gd name="csX9322" fmla="*/ 1611159 w 1728164"/>
              <a:gd name="csY9322" fmla="*/ 1027573 h 1028969"/>
              <a:gd name="csX9323" fmla="*/ 1611328 w 1728164"/>
              <a:gd name="csY9323" fmla="*/ 1027573 h 1028969"/>
              <a:gd name="csX9324" fmla="*/ 1611506 w 1728164"/>
              <a:gd name="csY9324" fmla="*/ 1027582 h 1028969"/>
              <a:gd name="csX9325" fmla="*/ 1611675 w 1728164"/>
              <a:gd name="csY9325" fmla="*/ 1027591 h 1028969"/>
              <a:gd name="csX9326" fmla="*/ 1611844 w 1728164"/>
              <a:gd name="csY9326" fmla="*/ 1027591 h 1028969"/>
              <a:gd name="csX9327" fmla="*/ 1612022 w 1728164"/>
              <a:gd name="csY9327" fmla="*/ 1027600 h 1028969"/>
              <a:gd name="csX9328" fmla="*/ 1612191 w 1728164"/>
              <a:gd name="csY9328" fmla="*/ 1027609 h 1028969"/>
              <a:gd name="csX9329" fmla="*/ 1612369 w 1728164"/>
              <a:gd name="csY9329" fmla="*/ 1027609 h 1028969"/>
              <a:gd name="csX9330" fmla="*/ 1612538 w 1728164"/>
              <a:gd name="csY9330" fmla="*/ 1027617 h 1028969"/>
              <a:gd name="csX9331" fmla="*/ 1612716 w 1728164"/>
              <a:gd name="csY9331" fmla="*/ 1027617 h 1028969"/>
              <a:gd name="csX9332" fmla="*/ 1612885 w 1728164"/>
              <a:gd name="csY9332" fmla="*/ 1027626 h 1028969"/>
              <a:gd name="csX9333" fmla="*/ 1613054 w 1728164"/>
              <a:gd name="csY9333" fmla="*/ 1027635 h 1028969"/>
              <a:gd name="csX9334" fmla="*/ 1613232 w 1728164"/>
              <a:gd name="csY9334" fmla="*/ 1027635 h 1028969"/>
              <a:gd name="csX9335" fmla="*/ 1613401 w 1728164"/>
              <a:gd name="csY9335" fmla="*/ 1027644 h 1028969"/>
              <a:gd name="csX9336" fmla="*/ 1613579 w 1728164"/>
              <a:gd name="csY9336" fmla="*/ 1027644 h 1028969"/>
              <a:gd name="csX9337" fmla="*/ 1613748 w 1728164"/>
              <a:gd name="csY9337" fmla="*/ 1027653 h 1028969"/>
              <a:gd name="csX9338" fmla="*/ 1613926 w 1728164"/>
              <a:gd name="csY9338" fmla="*/ 1027662 h 1028969"/>
              <a:gd name="csX9339" fmla="*/ 1614095 w 1728164"/>
              <a:gd name="csY9339" fmla="*/ 1027662 h 1028969"/>
              <a:gd name="csX9340" fmla="*/ 1614264 w 1728164"/>
              <a:gd name="csY9340" fmla="*/ 1027671 h 1028969"/>
              <a:gd name="csX9341" fmla="*/ 1614441 w 1728164"/>
              <a:gd name="csY9341" fmla="*/ 1027671 h 1028969"/>
              <a:gd name="csX9342" fmla="*/ 1614611 w 1728164"/>
              <a:gd name="csY9342" fmla="*/ 1027680 h 1028969"/>
              <a:gd name="csX9343" fmla="*/ 1614789 w 1728164"/>
              <a:gd name="csY9343" fmla="*/ 1027689 h 1028969"/>
              <a:gd name="csX9344" fmla="*/ 1614957 w 1728164"/>
              <a:gd name="csY9344" fmla="*/ 1027689 h 1028969"/>
              <a:gd name="csX9345" fmla="*/ 1615135 w 1728164"/>
              <a:gd name="csY9345" fmla="*/ 1027697 h 1028969"/>
              <a:gd name="csX9346" fmla="*/ 1615305 w 1728164"/>
              <a:gd name="csY9346" fmla="*/ 1027697 h 1028969"/>
              <a:gd name="csX9347" fmla="*/ 1615474 w 1728164"/>
              <a:gd name="csY9347" fmla="*/ 1027706 h 1028969"/>
              <a:gd name="csX9348" fmla="*/ 1615651 w 1728164"/>
              <a:gd name="csY9348" fmla="*/ 1027715 h 1028969"/>
              <a:gd name="csX9349" fmla="*/ 1615820 w 1728164"/>
              <a:gd name="csY9349" fmla="*/ 1027715 h 1028969"/>
              <a:gd name="csX9350" fmla="*/ 1615998 w 1728164"/>
              <a:gd name="csY9350" fmla="*/ 1027724 h 1028969"/>
              <a:gd name="csX9351" fmla="*/ 1616168 w 1728164"/>
              <a:gd name="csY9351" fmla="*/ 1027724 h 1028969"/>
              <a:gd name="csX9352" fmla="*/ 1616345 w 1728164"/>
              <a:gd name="csY9352" fmla="*/ 1027733 h 1028969"/>
              <a:gd name="csX9353" fmla="*/ 1616514 w 1728164"/>
              <a:gd name="csY9353" fmla="*/ 1027733 h 1028969"/>
              <a:gd name="csX9354" fmla="*/ 1616683 w 1728164"/>
              <a:gd name="csY9354" fmla="*/ 1027742 h 1028969"/>
              <a:gd name="csX9355" fmla="*/ 1616861 w 1728164"/>
              <a:gd name="csY9355" fmla="*/ 1027751 h 1028969"/>
              <a:gd name="csX9356" fmla="*/ 1617030 w 1728164"/>
              <a:gd name="csY9356" fmla="*/ 1027751 h 1028969"/>
              <a:gd name="csX9357" fmla="*/ 1617208 w 1728164"/>
              <a:gd name="csY9357" fmla="*/ 1027760 h 1028969"/>
              <a:gd name="csX9358" fmla="*/ 1617377 w 1728164"/>
              <a:gd name="csY9358" fmla="*/ 1027760 h 1028969"/>
              <a:gd name="csX9359" fmla="*/ 1617555 w 1728164"/>
              <a:gd name="csY9359" fmla="*/ 1027769 h 1028969"/>
              <a:gd name="csX9360" fmla="*/ 1617724 w 1728164"/>
              <a:gd name="csY9360" fmla="*/ 1027769 h 1028969"/>
              <a:gd name="csX9361" fmla="*/ 1617893 w 1728164"/>
              <a:gd name="csY9361" fmla="*/ 1027778 h 1028969"/>
              <a:gd name="csX9362" fmla="*/ 1618071 w 1728164"/>
              <a:gd name="csY9362" fmla="*/ 1027778 h 1028969"/>
              <a:gd name="csX9363" fmla="*/ 1618240 w 1728164"/>
              <a:gd name="csY9363" fmla="*/ 1027786 h 1028969"/>
              <a:gd name="csX9364" fmla="*/ 1618418 w 1728164"/>
              <a:gd name="csY9364" fmla="*/ 1027786 h 1028969"/>
              <a:gd name="csX9365" fmla="*/ 1618587 w 1728164"/>
              <a:gd name="csY9365" fmla="*/ 1027795 h 1028969"/>
              <a:gd name="csX9366" fmla="*/ 1618765 w 1728164"/>
              <a:gd name="csY9366" fmla="*/ 1027804 h 1028969"/>
              <a:gd name="csX9367" fmla="*/ 1618934 w 1728164"/>
              <a:gd name="csY9367" fmla="*/ 1027804 h 1028969"/>
              <a:gd name="csX9368" fmla="*/ 1619103 w 1728164"/>
              <a:gd name="csY9368" fmla="*/ 1027813 h 1028969"/>
              <a:gd name="csX9369" fmla="*/ 1619281 w 1728164"/>
              <a:gd name="csY9369" fmla="*/ 1027813 h 1028969"/>
              <a:gd name="csX9370" fmla="*/ 1619450 w 1728164"/>
              <a:gd name="csY9370" fmla="*/ 1027822 h 1028969"/>
              <a:gd name="csX9371" fmla="*/ 1619628 w 1728164"/>
              <a:gd name="csY9371" fmla="*/ 1027822 h 1028969"/>
              <a:gd name="csX9372" fmla="*/ 1619797 w 1728164"/>
              <a:gd name="csY9372" fmla="*/ 1027831 h 1028969"/>
              <a:gd name="csX9373" fmla="*/ 1619975 w 1728164"/>
              <a:gd name="csY9373" fmla="*/ 1027831 h 1028969"/>
              <a:gd name="csX9374" fmla="*/ 1620144 w 1728164"/>
              <a:gd name="csY9374" fmla="*/ 1027840 h 1028969"/>
              <a:gd name="csX9375" fmla="*/ 1620313 w 1728164"/>
              <a:gd name="csY9375" fmla="*/ 1027840 h 1028969"/>
              <a:gd name="csX9376" fmla="*/ 1620491 w 1728164"/>
              <a:gd name="csY9376" fmla="*/ 1027849 h 1028969"/>
              <a:gd name="csX9377" fmla="*/ 1620660 w 1728164"/>
              <a:gd name="csY9377" fmla="*/ 1027849 h 1028969"/>
              <a:gd name="csX9378" fmla="*/ 1620838 w 1728164"/>
              <a:gd name="csY9378" fmla="*/ 1027858 h 1028969"/>
              <a:gd name="csX9379" fmla="*/ 1621007 w 1728164"/>
              <a:gd name="csY9379" fmla="*/ 1027858 h 1028969"/>
              <a:gd name="csX9380" fmla="*/ 1621185 w 1728164"/>
              <a:gd name="csY9380" fmla="*/ 1027866 h 1028969"/>
              <a:gd name="csX9381" fmla="*/ 1621354 w 1728164"/>
              <a:gd name="csY9381" fmla="*/ 1027866 h 1028969"/>
              <a:gd name="csX9382" fmla="*/ 1621523 w 1728164"/>
              <a:gd name="csY9382" fmla="*/ 1027875 h 1028969"/>
              <a:gd name="csX9383" fmla="*/ 1621701 w 1728164"/>
              <a:gd name="csY9383" fmla="*/ 1027875 h 1028969"/>
              <a:gd name="csX9384" fmla="*/ 1621870 w 1728164"/>
              <a:gd name="csY9384" fmla="*/ 1027884 h 1028969"/>
              <a:gd name="csX9385" fmla="*/ 1622048 w 1728164"/>
              <a:gd name="csY9385" fmla="*/ 1027884 h 1028969"/>
              <a:gd name="csX9386" fmla="*/ 1622217 w 1728164"/>
              <a:gd name="csY9386" fmla="*/ 1027893 h 1028969"/>
              <a:gd name="csX9387" fmla="*/ 1622386 w 1728164"/>
              <a:gd name="csY9387" fmla="*/ 1027893 h 1028969"/>
              <a:gd name="csX9388" fmla="*/ 1622564 w 1728164"/>
              <a:gd name="csY9388" fmla="*/ 1027902 h 1028969"/>
              <a:gd name="csX9389" fmla="*/ 1622733 w 1728164"/>
              <a:gd name="csY9389" fmla="*/ 1027902 h 1028969"/>
              <a:gd name="csX9390" fmla="*/ 1622911 w 1728164"/>
              <a:gd name="csY9390" fmla="*/ 1027911 h 1028969"/>
              <a:gd name="csX9391" fmla="*/ 1623080 w 1728164"/>
              <a:gd name="csY9391" fmla="*/ 1027911 h 1028969"/>
              <a:gd name="csX9392" fmla="*/ 1623258 w 1728164"/>
              <a:gd name="csY9392" fmla="*/ 1027920 h 1028969"/>
              <a:gd name="csX9393" fmla="*/ 1623427 w 1728164"/>
              <a:gd name="csY9393" fmla="*/ 1027920 h 1028969"/>
              <a:gd name="csX9394" fmla="*/ 1623596 w 1728164"/>
              <a:gd name="csY9394" fmla="*/ 1027929 h 1028969"/>
              <a:gd name="csX9395" fmla="*/ 1623774 w 1728164"/>
              <a:gd name="csY9395" fmla="*/ 1027929 h 1028969"/>
              <a:gd name="csX9396" fmla="*/ 1623943 w 1728164"/>
              <a:gd name="csY9396" fmla="*/ 1027938 h 1028969"/>
              <a:gd name="csX9397" fmla="*/ 1624121 w 1728164"/>
              <a:gd name="csY9397" fmla="*/ 1027938 h 1028969"/>
              <a:gd name="csX9398" fmla="*/ 1624290 w 1728164"/>
              <a:gd name="csY9398" fmla="*/ 1027947 h 1028969"/>
              <a:gd name="csX9399" fmla="*/ 1624468 w 1728164"/>
              <a:gd name="csY9399" fmla="*/ 1027947 h 1028969"/>
              <a:gd name="csX9400" fmla="*/ 1624637 w 1728164"/>
              <a:gd name="csY9400" fmla="*/ 1027956 h 1028969"/>
              <a:gd name="csX9401" fmla="*/ 1624806 w 1728164"/>
              <a:gd name="csY9401" fmla="*/ 1027956 h 1028969"/>
              <a:gd name="csX9402" fmla="*/ 1624984 w 1728164"/>
              <a:gd name="csY9402" fmla="*/ 1027964 h 1028969"/>
              <a:gd name="csX9403" fmla="*/ 1625153 w 1728164"/>
              <a:gd name="csY9403" fmla="*/ 1027964 h 1028969"/>
              <a:gd name="csX9404" fmla="*/ 1625331 w 1728164"/>
              <a:gd name="csY9404" fmla="*/ 1027973 h 1028969"/>
              <a:gd name="csX9405" fmla="*/ 1625500 w 1728164"/>
              <a:gd name="csY9405" fmla="*/ 1027973 h 1028969"/>
              <a:gd name="csX9406" fmla="*/ 1625678 w 1728164"/>
              <a:gd name="csY9406" fmla="*/ 1027973 h 1028969"/>
              <a:gd name="csX9407" fmla="*/ 1625847 w 1728164"/>
              <a:gd name="csY9407" fmla="*/ 1027982 h 1028969"/>
              <a:gd name="csX9408" fmla="*/ 1626016 w 1728164"/>
              <a:gd name="csY9408" fmla="*/ 1027982 h 1028969"/>
              <a:gd name="csX9409" fmla="*/ 1626194 w 1728164"/>
              <a:gd name="csY9409" fmla="*/ 1027991 h 1028969"/>
              <a:gd name="csX9410" fmla="*/ 1626363 w 1728164"/>
              <a:gd name="csY9410" fmla="*/ 1027991 h 1028969"/>
              <a:gd name="csX9411" fmla="*/ 1626541 w 1728164"/>
              <a:gd name="csY9411" fmla="*/ 1028000 h 1028969"/>
              <a:gd name="csX9412" fmla="*/ 1626710 w 1728164"/>
              <a:gd name="csY9412" fmla="*/ 1028000 h 1028969"/>
              <a:gd name="csX9413" fmla="*/ 1626888 w 1728164"/>
              <a:gd name="csY9413" fmla="*/ 1028009 h 1028969"/>
              <a:gd name="csX9414" fmla="*/ 1627057 w 1728164"/>
              <a:gd name="csY9414" fmla="*/ 1028009 h 1028969"/>
              <a:gd name="csX9415" fmla="*/ 1627226 w 1728164"/>
              <a:gd name="csY9415" fmla="*/ 1028018 h 1028969"/>
              <a:gd name="csX9416" fmla="*/ 1627404 w 1728164"/>
              <a:gd name="csY9416" fmla="*/ 1028018 h 1028969"/>
              <a:gd name="csX9417" fmla="*/ 1627573 w 1728164"/>
              <a:gd name="csY9417" fmla="*/ 1028018 h 1028969"/>
              <a:gd name="csX9418" fmla="*/ 1627751 w 1728164"/>
              <a:gd name="csY9418" fmla="*/ 1028027 h 1028969"/>
              <a:gd name="csX9419" fmla="*/ 1627920 w 1728164"/>
              <a:gd name="csY9419" fmla="*/ 1028027 h 1028969"/>
              <a:gd name="csX9420" fmla="*/ 1628098 w 1728164"/>
              <a:gd name="csY9420" fmla="*/ 1028036 h 1028969"/>
              <a:gd name="csX9421" fmla="*/ 1628267 w 1728164"/>
              <a:gd name="csY9421" fmla="*/ 1028036 h 1028969"/>
              <a:gd name="csX9422" fmla="*/ 1628436 w 1728164"/>
              <a:gd name="csY9422" fmla="*/ 1028044 h 1028969"/>
              <a:gd name="csX9423" fmla="*/ 1628614 w 1728164"/>
              <a:gd name="csY9423" fmla="*/ 1028044 h 1028969"/>
              <a:gd name="csX9424" fmla="*/ 1628783 w 1728164"/>
              <a:gd name="csY9424" fmla="*/ 1028044 h 1028969"/>
              <a:gd name="csX9425" fmla="*/ 1628961 w 1728164"/>
              <a:gd name="csY9425" fmla="*/ 1028053 h 1028969"/>
              <a:gd name="csX9426" fmla="*/ 1629129 w 1728164"/>
              <a:gd name="csY9426" fmla="*/ 1028053 h 1028969"/>
              <a:gd name="csX9427" fmla="*/ 1629308 w 1728164"/>
              <a:gd name="csY9427" fmla="*/ 1028062 h 1028969"/>
              <a:gd name="csX9428" fmla="*/ 1629477 w 1728164"/>
              <a:gd name="csY9428" fmla="*/ 1028062 h 1028969"/>
              <a:gd name="csX9429" fmla="*/ 1629646 w 1728164"/>
              <a:gd name="csY9429" fmla="*/ 1028071 h 1028969"/>
              <a:gd name="csX9430" fmla="*/ 1629823 w 1728164"/>
              <a:gd name="csY9430" fmla="*/ 1028071 h 1028969"/>
              <a:gd name="csX9431" fmla="*/ 1629992 w 1728164"/>
              <a:gd name="csY9431" fmla="*/ 1028071 h 1028969"/>
              <a:gd name="csX9432" fmla="*/ 1630171 w 1728164"/>
              <a:gd name="csY9432" fmla="*/ 1028080 h 1028969"/>
              <a:gd name="csX9433" fmla="*/ 1630339 w 1728164"/>
              <a:gd name="csY9433" fmla="*/ 1028080 h 1028969"/>
              <a:gd name="csX9434" fmla="*/ 1630517 w 1728164"/>
              <a:gd name="csY9434" fmla="*/ 1028089 h 1028969"/>
              <a:gd name="csX9435" fmla="*/ 1630686 w 1728164"/>
              <a:gd name="csY9435" fmla="*/ 1028089 h 1028969"/>
              <a:gd name="csX9436" fmla="*/ 1630856 w 1728164"/>
              <a:gd name="csY9436" fmla="*/ 1028098 h 1028969"/>
              <a:gd name="csX9437" fmla="*/ 1631033 w 1728164"/>
              <a:gd name="csY9437" fmla="*/ 1028098 h 1028969"/>
              <a:gd name="csX9438" fmla="*/ 1631202 w 1728164"/>
              <a:gd name="csY9438" fmla="*/ 1028098 h 1028969"/>
              <a:gd name="csX9439" fmla="*/ 1631380 w 1728164"/>
              <a:gd name="csY9439" fmla="*/ 1028107 h 1028969"/>
              <a:gd name="csX9440" fmla="*/ 1631549 w 1728164"/>
              <a:gd name="csY9440" fmla="*/ 1028107 h 1028969"/>
              <a:gd name="csX9441" fmla="*/ 1631727 w 1728164"/>
              <a:gd name="csY9441" fmla="*/ 1028116 h 1028969"/>
              <a:gd name="csX9442" fmla="*/ 1631896 w 1728164"/>
              <a:gd name="csY9442" fmla="*/ 1028116 h 1028969"/>
              <a:gd name="csX9443" fmla="*/ 1632065 w 1728164"/>
              <a:gd name="csY9443" fmla="*/ 1028116 h 1028969"/>
              <a:gd name="csX9444" fmla="*/ 1632243 w 1728164"/>
              <a:gd name="csY9444" fmla="*/ 1028124 h 1028969"/>
              <a:gd name="csX9445" fmla="*/ 1632412 w 1728164"/>
              <a:gd name="csY9445" fmla="*/ 1028124 h 1028969"/>
              <a:gd name="csX9446" fmla="*/ 1632590 w 1728164"/>
              <a:gd name="csY9446" fmla="*/ 1028133 h 1028969"/>
              <a:gd name="csX9447" fmla="*/ 1632759 w 1728164"/>
              <a:gd name="csY9447" fmla="*/ 1028133 h 1028969"/>
              <a:gd name="csX9448" fmla="*/ 1632937 w 1728164"/>
              <a:gd name="csY9448" fmla="*/ 1028133 h 1028969"/>
              <a:gd name="csX9449" fmla="*/ 1633106 w 1728164"/>
              <a:gd name="csY9449" fmla="*/ 1028142 h 1028969"/>
              <a:gd name="csX9450" fmla="*/ 1633275 w 1728164"/>
              <a:gd name="csY9450" fmla="*/ 1028142 h 1028969"/>
              <a:gd name="csX9451" fmla="*/ 1633453 w 1728164"/>
              <a:gd name="csY9451" fmla="*/ 1028151 h 1028969"/>
              <a:gd name="csX9452" fmla="*/ 1633622 w 1728164"/>
              <a:gd name="csY9452" fmla="*/ 1028151 h 1028969"/>
              <a:gd name="csX9453" fmla="*/ 1633800 w 1728164"/>
              <a:gd name="csY9453" fmla="*/ 1028151 h 1028969"/>
              <a:gd name="csX9454" fmla="*/ 1633969 w 1728164"/>
              <a:gd name="csY9454" fmla="*/ 1028160 h 1028969"/>
              <a:gd name="csX9455" fmla="*/ 1634147 w 1728164"/>
              <a:gd name="csY9455" fmla="*/ 1028160 h 1028969"/>
              <a:gd name="csX9456" fmla="*/ 1634316 w 1728164"/>
              <a:gd name="csY9456" fmla="*/ 1028160 h 1028969"/>
              <a:gd name="csX9457" fmla="*/ 1634485 w 1728164"/>
              <a:gd name="csY9457" fmla="*/ 1028169 h 1028969"/>
              <a:gd name="csX9458" fmla="*/ 1634663 w 1728164"/>
              <a:gd name="csY9458" fmla="*/ 1028169 h 1028969"/>
              <a:gd name="csX9459" fmla="*/ 1634832 w 1728164"/>
              <a:gd name="csY9459" fmla="*/ 1028178 h 1028969"/>
              <a:gd name="csX9460" fmla="*/ 1635010 w 1728164"/>
              <a:gd name="csY9460" fmla="*/ 1028178 h 1028969"/>
              <a:gd name="csX9461" fmla="*/ 1635179 w 1728164"/>
              <a:gd name="csY9461" fmla="*/ 1028178 h 1028969"/>
              <a:gd name="csX9462" fmla="*/ 1635357 w 1728164"/>
              <a:gd name="csY9462" fmla="*/ 1028187 h 1028969"/>
              <a:gd name="csX9463" fmla="*/ 1635526 w 1728164"/>
              <a:gd name="csY9463" fmla="*/ 1028187 h 1028969"/>
              <a:gd name="csX9464" fmla="*/ 1635695 w 1728164"/>
              <a:gd name="csY9464" fmla="*/ 1028187 h 1028969"/>
              <a:gd name="csX9465" fmla="*/ 1635873 w 1728164"/>
              <a:gd name="csY9465" fmla="*/ 1028196 h 1028969"/>
              <a:gd name="csX9466" fmla="*/ 1636042 w 1728164"/>
              <a:gd name="csY9466" fmla="*/ 1028196 h 1028969"/>
              <a:gd name="csX9467" fmla="*/ 1636220 w 1728164"/>
              <a:gd name="csY9467" fmla="*/ 1028205 h 1028969"/>
              <a:gd name="csX9468" fmla="*/ 1636389 w 1728164"/>
              <a:gd name="csY9468" fmla="*/ 1028205 h 1028969"/>
              <a:gd name="csX9469" fmla="*/ 1636567 w 1728164"/>
              <a:gd name="csY9469" fmla="*/ 1028205 h 1028969"/>
              <a:gd name="csX9470" fmla="*/ 1636736 w 1728164"/>
              <a:gd name="csY9470" fmla="*/ 1028213 h 1028969"/>
              <a:gd name="csX9471" fmla="*/ 1636905 w 1728164"/>
              <a:gd name="csY9471" fmla="*/ 1028213 h 1028969"/>
              <a:gd name="csX9472" fmla="*/ 1637083 w 1728164"/>
              <a:gd name="csY9472" fmla="*/ 1028213 h 1028969"/>
              <a:gd name="csX9473" fmla="*/ 1637252 w 1728164"/>
              <a:gd name="csY9473" fmla="*/ 1028222 h 1028969"/>
              <a:gd name="csX9474" fmla="*/ 1637430 w 1728164"/>
              <a:gd name="csY9474" fmla="*/ 1028222 h 1028969"/>
              <a:gd name="csX9475" fmla="*/ 1637599 w 1728164"/>
              <a:gd name="csY9475" fmla="*/ 1028222 h 1028969"/>
              <a:gd name="csX9476" fmla="*/ 1637777 w 1728164"/>
              <a:gd name="csY9476" fmla="*/ 1028231 h 1028969"/>
              <a:gd name="csX9477" fmla="*/ 1637946 w 1728164"/>
              <a:gd name="csY9477" fmla="*/ 1028231 h 1028969"/>
              <a:gd name="csX9478" fmla="*/ 1638115 w 1728164"/>
              <a:gd name="csY9478" fmla="*/ 1028231 h 1028969"/>
              <a:gd name="csX9479" fmla="*/ 1638293 w 1728164"/>
              <a:gd name="csY9479" fmla="*/ 1028240 h 1028969"/>
              <a:gd name="csX9480" fmla="*/ 1638462 w 1728164"/>
              <a:gd name="csY9480" fmla="*/ 1028240 h 1028969"/>
              <a:gd name="csX9481" fmla="*/ 1638640 w 1728164"/>
              <a:gd name="csY9481" fmla="*/ 1028240 h 1028969"/>
              <a:gd name="csX9482" fmla="*/ 1638809 w 1728164"/>
              <a:gd name="csY9482" fmla="*/ 1028249 h 1028969"/>
              <a:gd name="csX9483" fmla="*/ 1638987 w 1728164"/>
              <a:gd name="csY9483" fmla="*/ 1028249 h 1028969"/>
              <a:gd name="csX9484" fmla="*/ 1639156 w 1728164"/>
              <a:gd name="csY9484" fmla="*/ 1028258 h 1028969"/>
              <a:gd name="csX9485" fmla="*/ 1639325 w 1728164"/>
              <a:gd name="csY9485" fmla="*/ 1028258 h 1028969"/>
              <a:gd name="csX9486" fmla="*/ 1639503 w 1728164"/>
              <a:gd name="csY9486" fmla="*/ 1028258 h 1028969"/>
              <a:gd name="csX9487" fmla="*/ 1639672 w 1728164"/>
              <a:gd name="csY9487" fmla="*/ 1028267 h 1028969"/>
              <a:gd name="csX9488" fmla="*/ 1639850 w 1728164"/>
              <a:gd name="csY9488" fmla="*/ 1028267 h 1028969"/>
              <a:gd name="csX9489" fmla="*/ 1640019 w 1728164"/>
              <a:gd name="csY9489" fmla="*/ 1028267 h 1028969"/>
              <a:gd name="csX9490" fmla="*/ 1640197 w 1728164"/>
              <a:gd name="csY9490" fmla="*/ 1028276 h 1028969"/>
              <a:gd name="csX9491" fmla="*/ 1640366 w 1728164"/>
              <a:gd name="csY9491" fmla="*/ 1028276 h 1028969"/>
              <a:gd name="csX9492" fmla="*/ 1640535 w 1728164"/>
              <a:gd name="csY9492" fmla="*/ 1028276 h 1028969"/>
              <a:gd name="csX9493" fmla="*/ 1640713 w 1728164"/>
              <a:gd name="csY9493" fmla="*/ 1028285 h 1028969"/>
              <a:gd name="csX9494" fmla="*/ 1640882 w 1728164"/>
              <a:gd name="csY9494" fmla="*/ 1028285 h 1028969"/>
              <a:gd name="csX9495" fmla="*/ 1641060 w 1728164"/>
              <a:gd name="csY9495" fmla="*/ 1028285 h 1028969"/>
              <a:gd name="csX9496" fmla="*/ 1641229 w 1728164"/>
              <a:gd name="csY9496" fmla="*/ 1028294 h 1028969"/>
              <a:gd name="csX9497" fmla="*/ 1641407 w 1728164"/>
              <a:gd name="csY9497" fmla="*/ 1028294 h 1028969"/>
              <a:gd name="csX9498" fmla="*/ 1641576 w 1728164"/>
              <a:gd name="csY9498" fmla="*/ 1028294 h 1028969"/>
              <a:gd name="csX9499" fmla="*/ 1641745 w 1728164"/>
              <a:gd name="csY9499" fmla="*/ 1028294 h 1028969"/>
              <a:gd name="csX9500" fmla="*/ 1641923 w 1728164"/>
              <a:gd name="csY9500" fmla="*/ 1028302 h 1028969"/>
              <a:gd name="csX9501" fmla="*/ 1642092 w 1728164"/>
              <a:gd name="csY9501" fmla="*/ 1028302 h 1028969"/>
              <a:gd name="csX9502" fmla="*/ 1642270 w 1728164"/>
              <a:gd name="csY9502" fmla="*/ 1028302 h 1028969"/>
              <a:gd name="csX9503" fmla="*/ 1642439 w 1728164"/>
              <a:gd name="csY9503" fmla="*/ 1028311 h 1028969"/>
              <a:gd name="csX9504" fmla="*/ 1642608 w 1728164"/>
              <a:gd name="csY9504" fmla="*/ 1028311 h 1028969"/>
              <a:gd name="csX9505" fmla="*/ 1642786 w 1728164"/>
              <a:gd name="csY9505" fmla="*/ 1028311 h 1028969"/>
              <a:gd name="csX9506" fmla="*/ 1642955 w 1728164"/>
              <a:gd name="csY9506" fmla="*/ 1028320 h 1028969"/>
              <a:gd name="csX9507" fmla="*/ 1643132 w 1728164"/>
              <a:gd name="csY9507" fmla="*/ 1028320 h 1028969"/>
              <a:gd name="csX9508" fmla="*/ 1643302 w 1728164"/>
              <a:gd name="csY9508" fmla="*/ 1028320 h 1028969"/>
              <a:gd name="csX9509" fmla="*/ 1643480 w 1728164"/>
              <a:gd name="csY9509" fmla="*/ 1028329 h 1028969"/>
              <a:gd name="csX9510" fmla="*/ 1643649 w 1728164"/>
              <a:gd name="csY9510" fmla="*/ 1028329 h 1028969"/>
              <a:gd name="csX9511" fmla="*/ 1643818 w 1728164"/>
              <a:gd name="csY9511" fmla="*/ 1028329 h 1028969"/>
              <a:gd name="csX9512" fmla="*/ 1643996 w 1728164"/>
              <a:gd name="csY9512" fmla="*/ 1028338 h 1028969"/>
              <a:gd name="csX9513" fmla="*/ 1644165 w 1728164"/>
              <a:gd name="csY9513" fmla="*/ 1028338 h 1028969"/>
              <a:gd name="csX9514" fmla="*/ 1644342 w 1728164"/>
              <a:gd name="csY9514" fmla="*/ 1028338 h 1028969"/>
              <a:gd name="csX9515" fmla="*/ 1644511 w 1728164"/>
              <a:gd name="csY9515" fmla="*/ 1028338 h 1028969"/>
              <a:gd name="csX9516" fmla="*/ 1644689 w 1728164"/>
              <a:gd name="csY9516" fmla="*/ 1028347 h 1028969"/>
              <a:gd name="csX9517" fmla="*/ 1644859 w 1728164"/>
              <a:gd name="csY9517" fmla="*/ 1028347 h 1028969"/>
              <a:gd name="csX9518" fmla="*/ 1645028 w 1728164"/>
              <a:gd name="csY9518" fmla="*/ 1028347 h 1028969"/>
              <a:gd name="csX9519" fmla="*/ 1645205 w 1728164"/>
              <a:gd name="csY9519" fmla="*/ 1028356 h 1028969"/>
              <a:gd name="csX9520" fmla="*/ 1645374 w 1728164"/>
              <a:gd name="csY9520" fmla="*/ 1028356 h 1028969"/>
              <a:gd name="csX9521" fmla="*/ 1645553 w 1728164"/>
              <a:gd name="csY9521" fmla="*/ 1028356 h 1028969"/>
              <a:gd name="csX9522" fmla="*/ 1645721 w 1728164"/>
              <a:gd name="csY9522" fmla="*/ 1028365 h 1028969"/>
              <a:gd name="csX9523" fmla="*/ 1645899 w 1728164"/>
              <a:gd name="csY9523" fmla="*/ 1028365 h 1028969"/>
              <a:gd name="csX9524" fmla="*/ 1646068 w 1728164"/>
              <a:gd name="csY9524" fmla="*/ 1028365 h 1028969"/>
              <a:gd name="csX9525" fmla="*/ 1646237 w 1728164"/>
              <a:gd name="csY9525" fmla="*/ 1028365 h 1028969"/>
              <a:gd name="csX9526" fmla="*/ 1646415 w 1728164"/>
              <a:gd name="csY9526" fmla="*/ 1028374 h 1028969"/>
              <a:gd name="csX9527" fmla="*/ 1646584 w 1728164"/>
              <a:gd name="csY9527" fmla="*/ 1028374 h 1028969"/>
              <a:gd name="csX9528" fmla="*/ 1646762 w 1728164"/>
              <a:gd name="csY9528" fmla="*/ 1028374 h 1028969"/>
              <a:gd name="csX9529" fmla="*/ 1646931 w 1728164"/>
              <a:gd name="csY9529" fmla="*/ 1028383 h 1028969"/>
              <a:gd name="csX9530" fmla="*/ 1647109 w 1728164"/>
              <a:gd name="csY9530" fmla="*/ 1028383 h 1028969"/>
              <a:gd name="csX9531" fmla="*/ 1647278 w 1728164"/>
              <a:gd name="csY9531" fmla="*/ 1028383 h 1028969"/>
              <a:gd name="csX9532" fmla="*/ 1647447 w 1728164"/>
              <a:gd name="csY9532" fmla="*/ 1028383 h 1028969"/>
              <a:gd name="csX9533" fmla="*/ 1647625 w 1728164"/>
              <a:gd name="csY9533" fmla="*/ 1028391 h 1028969"/>
              <a:gd name="csX9534" fmla="*/ 1647794 w 1728164"/>
              <a:gd name="csY9534" fmla="*/ 1028391 h 1028969"/>
              <a:gd name="csX9535" fmla="*/ 1647972 w 1728164"/>
              <a:gd name="csY9535" fmla="*/ 1028391 h 1028969"/>
              <a:gd name="csX9536" fmla="*/ 1648141 w 1728164"/>
              <a:gd name="csY9536" fmla="*/ 1028400 h 1028969"/>
              <a:gd name="csX9537" fmla="*/ 1648319 w 1728164"/>
              <a:gd name="csY9537" fmla="*/ 1028400 h 1028969"/>
              <a:gd name="csX9538" fmla="*/ 1648488 w 1728164"/>
              <a:gd name="csY9538" fmla="*/ 1028400 h 1028969"/>
              <a:gd name="csX9539" fmla="*/ 1648657 w 1728164"/>
              <a:gd name="csY9539" fmla="*/ 1028400 h 1028969"/>
              <a:gd name="csX9540" fmla="*/ 1648835 w 1728164"/>
              <a:gd name="csY9540" fmla="*/ 1028409 h 1028969"/>
              <a:gd name="csX9541" fmla="*/ 1649004 w 1728164"/>
              <a:gd name="csY9541" fmla="*/ 1028409 h 1028969"/>
              <a:gd name="csX9542" fmla="*/ 1649182 w 1728164"/>
              <a:gd name="csY9542" fmla="*/ 1028409 h 1028969"/>
              <a:gd name="csX9543" fmla="*/ 1649351 w 1728164"/>
              <a:gd name="csY9543" fmla="*/ 1028409 h 1028969"/>
              <a:gd name="csX9544" fmla="*/ 1649529 w 1728164"/>
              <a:gd name="csY9544" fmla="*/ 1028418 h 1028969"/>
              <a:gd name="csX9545" fmla="*/ 1649698 w 1728164"/>
              <a:gd name="csY9545" fmla="*/ 1028418 h 1028969"/>
              <a:gd name="csX9546" fmla="*/ 1649867 w 1728164"/>
              <a:gd name="csY9546" fmla="*/ 1028418 h 1028969"/>
              <a:gd name="csX9547" fmla="*/ 1650045 w 1728164"/>
              <a:gd name="csY9547" fmla="*/ 1028427 h 1028969"/>
              <a:gd name="csX9548" fmla="*/ 1650214 w 1728164"/>
              <a:gd name="csY9548" fmla="*/ 1028427 h 1028969"/>
              <a:gd name="csX9549" fmla="*/ 1650392 w 1728164"/>
              <a:gd name="csY9549" fmla="*/ 1028427 h 1028969"/>
              <a:gd name="csX9550" fmla="*/ 1650561 w 1728164"/>
              <a:gd name="csY9550" fmla="*/ 1028427 h 1028969"/>
              <a:gd name="csX9551" fmla="*/ 1650739 w 1728164"/>
              <a:gd name="csY9551" fmla="*/ 1028436 h 1028969"/>
              <a:gd name="csX9552" fmla="*/ 1650908 w 1728164"/>
              <a:gd name="csY9552" fmla="*/ 1028436 h 1028969"/>
              <a:gd name="csX9553" fmla="*/ 1651077 w 1728164"/>
              <a:gd name="csY9553" fmla="*/ 1028436 h 1028969"/>
              <a:gd name="csX9554" fmla="*/ 1651255 w 1728164"/>
              <a:gd name="csY9554" fmla="*/ 1028436 h 1028969"/>
              <a:gd name="csX9555" fmla="*/ 1651424 w 1728164"/>
              <a:gd name="csY9555" fmla="*/ 1028445 h 1028969"/>
              <a:gd name="csX9556" fmla="*/ 1651602 w 1728164"/>
              <a:gd name="csY9556" fmla="*/ 1028445 h 1028969"/>
              <a:gd name="csX9557" fmla="*/ 1651771 w 1728164"/>
              <a:gd name="csY9557" fmla="*/ 1028445 h 1028969"/>
              <a:gd name="csX9558" fmla="*/ 1651949 w 1728164"/>
              <a:gd name="csY9558" fmla="*/ 1028445 h 1028969"/>
              <a:gd name="csX9559" fmla="*/ 1652118 w 1728164"/>
              <a:gd name="csY9559" fmla="*/ 1028454 h 1028969"/>
              <a:gd name="csX9560" fmla="*/ 1652287 w 1728164"/>
              <a:gd name="csY9560" fmla="*/ 1028454 h 1028969"/>
              <a:gd name="csX9561" fmla="*/ 1652465 w 1728164"/>
              <a:gd name="csY9561" fmla="*/ 1028454 h 1028969"/>
              <a:gd name="csX9562" fmla="*/ 1652634 w 1728164"/>
              <a:gd name="csY9562" fmla="*/ 1028454 h 1028969"/>
              <a:gd name="csX9563" fmla="*/ 1652812 w 1728164"/>
              <a:gd name="csY9563" fmla="*/ 1028463 h 1028969"/>
              <a:gd name="csX9564" fmla="*/ 1652981 w 1728164"/>
              <a:gd name="csY9564" fmla="*/ 1028463 h 1028969"/>
              <a:gd name="csX9565" fmla="*/ 1653159 w 1728164"/>
              <a:gd name="csY9565" fmla="*/ 1028463 h 1028969"/>
              <a:gd name="csX9566" fmla="*/ 1653328 w 1728164"/>
              <a:gd name="csY9566" fmla="*/ 1028463 h 1028969"/>
              <a:gd name="csX9567" fmla="*/ 1653497 w 1728164"/>
              <a:gd name="csY9567" fmla="*/ 1028471 h 1028969"/>
              <a:gd name="csX9568" fmla="*/ 1653675 w 1728164"/>
              <a:gd name="csY9568" fmla="*/ 1028471 h 1028969"/>
              <a:gd name="csX9569" fmla="*/ 1653844 w 1728164"/>
              <a:gd name="csY9569" fmla="*/ 1028471 h 1028969"/>
              <a:gd name="csX9570" fmla="*/ 1654022 w 1728164"/>
              <a:gd name="csY9570" fmla="*/ 1028471 h 1028969"/>
              <a:gd name="csX9571" fmla="*/ 1654191 w 1728164"/>
              <a:gd name="csY9571" fmla="*/ 1028480 h 1028969"/>
              <a:gd name="csX9572" fmla="*/ 1654369 w 1728164"/>
              <a:gd name="csY9572" fmla="*/ 1028480 h 1028969"/>
              <a:gd name="csX9573" fmla="*/ 1654538 w 1728164"/>
              <a:gd name="csY9573" fmla="*/ 1028480 h 1028969"/>
              <a:gd name="csX9574" fmla="*/ 1654707 w 1728164"/>
              <a:gd name="csY9574" fmla="*/ 1028480 h 1028969"/>
              <a:gd name="csX9575" fmla="*/ 1654885 w 1728164"/>
              <a:gd name="csY9575" fmla="*/ 1028489 h 1028969"/>
              <a:gd name="csX9576" fmla="*/ 1655054 w 1728164"/>
              <a:gd name="csY9576" fmla="*/ 1028489 h 1028969"/>
              <a:gd name="csX9577" fmla="*/ 1655232 w 1728164"/>
              <a:gd name="csY9577" fmla="*/ 1028489 h 1028969"/>
              <a:gd name="csX9578" fmla="*/ 1655401 w 1728164"/>
              <a:gd name="csY9578" fmla="*/ 1028489 h 1028969"/>
              <a:gd name="csX9579" fmla="*/ 1655579 w 1728164"/>
              <a:gd name="csY9579" fmla="*/ 1028489 h 1028969"/>
              <a:gd name="csX9580" fmla="*/ 1655748 w 1728164"/>
              <a:gd name="csY9580" fmla="*/ 1028498 h 1028969"/>
              <a:gd name="csX9581" fmla="*/ 1655917 w 1728164"/>
              <a:gd name="csY9581" fmla="*/ 1028498 h 1028969"/>
              <a:gd name="csX9582" fmla="*/ 1656095 w 1728164"/>
              <a:gd name="csY9582" fmla="*/ 1028498 h 1028969"/>
              <a:gd name="csX9583" fmla="*/ 1656264 w 1728164"/>
              <a:gd name="csY9583" fmla="*/ 1028498 h 1028969"/>
              <a:gd name="csX9584" fmla="*/ 1656442 w 1728164"/>
              <a:gd name="csY9584" fmla="*/ 1028507 h 1028969"/>
              <a:gd name="csX9585" fmla="*/ 1656611 w 1728164"/>
              <a:gd name="csY9585" fmla="*/ 1028507 h 1028969"/>
              <a:gd name="csX9586" fmla="*/ 1656789 w 1728164"/>
              <a:gd name="csY9586" fmla="*/ 1028507 h 1028969"/>
              <a:gd name="csX9587" fmla="*/ 1656958 w 1728164"/>
              <a:gd name="csY9587" fmla="*/ 1028507 h 1028969"/>
              <a:gd name="csX9588" fmla="*/ 1657127 w 1728164"/>
              <a:gd name="csY9588" fmla="*/ 1028516 h 1028969"/>
              <a:gd name="csX9589" fmla="*/ 1657305 w 1728164"/>
              <a:gd name="csY9589" fmla="*/ 1028516 h 1028969"/>
              <a:gd name="csX9590" fmla="*/ 1657474 w 1728164"/>
              <a:gd name="csY9590" fmla="*/ 1028516 h 1028969"/>
              <a:gd name="csX9591" fmla="*/ 1657652 w 1728164"/>
              <a:gd name="csY9591" fmla="*/ 1028516 h 1028969"/>
              <a:gd name="csX9592" fmla="*/ 1657821 w 1728164"/>
              <a:gd name="csY9592" fmla="*/ 1028516 h 1028969"/>
              <a:gd name="csX9593" fmla="*/ 1657999 w 1728164"/>
              <a:gd name="csY9593" fmla="*/ 1028525 h 1028969"/>
              <a:gd name="csX9594" fmla="*/ 1658168 w 1728164"/>
              <a:gd name="csY9594" fmla="*/ 1028525 h 1028969"/>
              <a:gd name="csX9595" fmla="*/ 1658337 w 1728164"/>
              <a:gd name="csY9595" fmla="*/ 1028525 h 1028969"/>
              <a:gd name="csX9596" fmla="*/ 1658514 w 1728164"/>
              <a:gd name="csY9596" fmla="*/ 1028525 h 1028969"/>
              <a:gd name="csX9597" fmla="*/ 1658683 w 1728164"/>
              <a:gd name="csY9597" fmla="*/ 1028534 h 1028969"/>
              <a:gd name="csX9598" fmla="*/ 1658862 w 1728164"/>
              <a:gd name="csY9598" fmla="*/ 1028534 h 1028969"/>
              <a:gd name="csX9599" fmla="*/ 1659031 w 1728164"/>
              <a:gd name="csY9599" fmla="*/ 1028534 h 1028969"/>
              <a:gd name="csX9600" fmla="*/ 1659208 w 1728164"/>
              <a:gd name="csY9600" fmla="*/ 1028534 h 1028969"/>
              <a:gd name="csX9601" fmla="*/ 1659377 w 1728164"/>
              <a:gd name="csY9601" fmla="*/ 1028534 h 1028969"/>
              <a:gd name="csX9602" fmla="*/ 1659547 w 1728164"/>
              <a:gd name="csY9602" fmla="*/ 1028543 h 1028969"/>
              <a:gd name="csX9603" fmla="*/ 1659724 w 1728164"/>
              <a:gd name="csY9603" fmla="*/ 1028543 h 1028969"/>
              <a:gd name="csX9604" fmla="*/ 1659893 w 1728164"/>
              <a:gd name="csY9604" fmla="*/ 1028543 h 1028969"/>
              <a:gd name="csX9605" fmla="*/ 1660071 w 1728164"/>
              <a:gd name="csY9605" fmla="*/ 1028543 h 1028969"/>
              <a:gd name="csX9606" fmla="*/ 1660240 w 1728164"/>
              <a:gd name="csY9606" fmla="*/ 1028543 h 1028969"/>
              <a:gd name="csX9607" fmla="*/ 1660418 w 1728164"/>
              <a:gd name="csY9607" fmla="*/ 1028551 h 1028969"/>
              <a:gd name="csX9608" fmla="*/ 1660587 w 1728164"/>
              <a:gd name="csY9608" fmla="*/ 1028551 h 1028969"/>
              <a:gd name="csX9609" fmla="*/ 1660756 w 1728164"/>
              <a:gd name="csY9609" fmla="*/ 1028551 h 1028969"/>
              <a:gd name="csX9610" fmla="*/ 1660934 w 1728164"/>
              <a:gd name="csY9610" fmla="*/ 1028551 h 1028969"/>
              <a:gd name="csX9611" fmla="*/ 1661103 w 1728164"/>
              <a:gd name="csY9611" fmla="*/ 1028551 h 1028969"/>
              <a:gd name="csX9612" fmla="*/ 1661281 w 1728164"/>
              <a:gd name="csY9612" fmla="*/ 1028560 h 1028969"/>
              <a:gd name="csX9613" fmla="*/ 1661450 w 1728164"/>
              <a:gd name="csY9613" fmla="*/ 1028560 h 1028969"/>
              <a:gd name="csX9614" fmla="*/ 1661619 w 1728164"/>
              <a:gd name="csY9614" fmla="*/ 1028560 h 1028969"/>
              <a:gd name="csX9615" fmla="*/ 1661797 w 1728164"/>
              <a:gd name="csY9615" fmla="*/ 1028560 h 1028969"/>
              <a:gd name="csX9616" fmla="*/ 1661966 w 1728164"/>
              <a:gd name="csY9616" fmla="*/ 1028569 h 1028969"/>
              <a:gd name="csX9617" fmla="*/ 1662144 w 1728164"/>
              <a:gd name="csY9617" fmla="*/ 1028569 h 1028969"/>
              <a:gd name="csX9618" fmla="*/ 1662313 w 1728164"/>
              <a:gd name="csY9618" fmla="*/ 1028569 h 1028969"/>
              <a:gd name="csX9619" fmla="*/ 1662491 w 1728164"/>
              <a:gd name="csY9619" fmla="*/ 1028569 h 1028969"/>
              <a:gd name="csX9620" fmla="*/ 1662660 w 1728164"/>
              <a:gd name="csY9620" fmla="*/ 1028569 h 1028969"/>
              <a:gd name="csX9621" fmla="*/ 1662829 w 1728164"/>
              <a:gd name="csY9621" fmla="*/ 1028569 h 1028969"/>
              <a:gd name="csX9622" fmla="*/ 1663007 w 1728164"/>
              <a:gd name="csY9622" fmla="*/ 1028578 h 1028969"/>
              <a:gd name="csX9623" fmla="*/ 1663176 w 1728164"/>
              <a:gd name="csY9623" fmla="*/ 1028578 h 1028969"/>
              <a:gd name="csX9624" fmla="*/ 1663354 w 1728164"/>
              <a:gd name="csY9624" fmla="*/ 1028578 h 1028969"/>
              <a:gd name="csX9625" fmla="*/ 1663523 w 1728164"/>
              <a:gd name="csY9625" fmla="*/ 1028578 h 1028969"/>
              <a:gd name="csX9626" fmla="*/ 1663701 w 1728164"/>
              <a:gd name="csY9626" fmla="*/ 1028578 h 1028969"/>
              <a:gd name="csX9627" fmla="*/ 1663870 w 1728164"/>
              <a:gd name="csY9627" fmla="*/ 1028587 h 1028969"/>
              <a:gd name="csX9628" fmla="*/ 1664039 w 1728164"/>
              <a:gd name="csY9628" fmla="*/ 1028587 h 1028969"/>
              <a:gd name="csX9629" fmla="*/ 1664217 w 1728164"/>
              <a:gd name="csY9629" fmla="*/ 1028587 h 1028969"/>
              <a:gd name="csX9630" fmla="*/ 1664386 w 1728164"/>
              <a:gd name="csY9630" fmla="*/ 1028587 h 1028969"/>
              <a:gd name="csX9631" fmla="*/ 1664564 w 1728164"/>
              <a:gd name="csY9631" fmla="*/ 1028587 h 1028969"/>
              <a:gd name="csX9632" fmla="*/ 1664733 w 1728164"/>
              <a:gd name="csY9632" fmla="*/ 1028596 h 1028969"/>
              <a:gd name="csX9633" fmla="*/ 1664911 w 1728164"/>
              <a:gd name="csY9633" fmla="*/ 1028596 h 1028969"/>
              <a:gd name="csX9634" fmla="*/ 1665080 w 1728164"/>
              <a:gd name="csY9634" fmla="*/ 1028596 h 1028969"/>
              <a:gd name="csX9635" fmla="*/ 1665249 w 1728164"/>
              <a:gd name="csY9635" fmla="*/ 1028596 h 1028969"/>
              <a:gd name="csX9636" fmla="*/ 1665427 w 1728164"/>
              <a:gd name="csY9636" fmla="*/ 1028596 h 1028969"/>
              <a:gd name="csX9637" fmla="*/ 1665596 w 1728164"/>
              <a:gd name="csY9637" fmla="*/ 1028605 h 1028969"/>
              <a:gd name="csX9638" fmla="*/ 1665774 w 1728164"/>
              <a:gd name="csY9638" fmla="*/ 1028605 h 1028969"/>
              <a:gd name="csX9639" fmla="*/ 1665943 w 1728164"/>
              <a:gd name="csY9639" fmla="*/ 1028605 h 1028969"/>
              <a:gd name="csX9640" fmla="*/ 1666121 w 1728164"/>
              <a:gd name="csY9640" fmla="*/ 1028605 h 1028969"/>
              <a:gd name="csX9641" fmla="*/ 1666290 w 1728164"/>
              <a:gd name="csY9641" fmla="*/ 1028605 h 1028969"/>
              <a:gd name="csX9642" fmla="*/ 1666459 w 1728164"/>
              <a:gd name="csY9642" fmla="*/ 1028605 h 1028969"/>
              <a:gd name="csX9643" fmla="*/ 1666637 w 1728164"/>
              <a:gd name="csY9643" fmla="*/ 1028614 h 1028969"/>
              <a:gd name="csX9644" fmla="*/ 1666806 w 1728164"/>
              <a:gd name="csY9644" fmla="*/ 1028614 h 1028969"/>
              <a:gd name="csX9645" fmla="*/ 1666984 w 1728164"/>
              <a:gd name="csY9645" fmla="*/ 1028614 h 1028969"/>
              <a:gd name="csX9646" fmla="*/ 1667153 w 1728164"/>
              <a:gd name="csY9646" fmla="*/ 1028614 h 1028969"/>
              <a:gd name="csX9647" fmla="*/ 1667331 w 1728164"/>
              <a:gd name="csY9647" fmla="*/ 1028614 h 1028969"/>
              <a:gd name="csX9648" fmla="*/ 1667500 w 1728164"/>
              <a:gd name="csY9648" fmla="*/ 1028623 h 1028969"/>
              <a:gd name="csX9649" fmla="*/ 1667669 w 1728164"/>
              <a:gd name="csY9649" fmla="*/ 1028623 h 1028969"/>
              <a:gd name="csX9650" fmla="*/ 1667847 w 1728164"/>
              <a:gd name="csY9650" fmla="*/ 1028623 h 1028969"/>
              <a:gd name="csX9651" fmla="*/ 1668016 w 1728164"/>
              <a:gd name="csY9651" fmla="*/ 1028623 h 1028969"/>
              <a:gd name="csX9652" fmla="*/ 1668194 w 1728164"/>
              <a:gd name="csY9652" fmla="*/ 1028623 h 1028969"/>
              <a:gd name="csX9653" fmla="*/ 1668363 w 1728164"/>
              <a:gd name="csY9653" fmla="*/ 1028623 h 1028969"/>
              <a:gd name="csX9654" fmla="*/ 1668541 w 1728164"/>
              <a:gd name="csY9654" fmla="*/ 1028632 h 1028969"/>
              <a:gd name="csX9655" fmla="*/ 1668710 w 1728164"/>
              <a:gd name="csY9655" fmla="*/ 1028632 h 1028969"/>
              <a:gd name="csX9656" fmla="*/ 1668879 w 1728164"/>
              <a:gd name="csY9656" fmla="*/ 1028632 h 1028969"/>
              <a:gd name="csX9657" fmla="*/ 1669057 w 1728164"/>
              <a:gd name="csY9657" fmla="*/ 1028632 h 1028969"/>
              <a:gd name="csX9658" fmla="*/ 1669226 w 1728164"/>
              <a:gd name="csY9658" fmla="*/ 1028632 h 1028969"/>
              <a:gd name="csX9659" fmla="*/ 1669404 w 1728164"/>
              <a:gd name="csY9659" fmla="*/ 1028632 h 1028969"/>
              <a:gd name="csX9660" fmla="*/ 1669573 w 1728164"/>
              <a:gd name="csY9660" fmla="*/ 1028640 h 1028969"/>
              <a:gd name="csX9661" fmla="*/ 1669751 w 1728164"/>
              <a:gd name="csY9661" fmla="*/ 1028640 h 1028969"/>
              <a:gd name="csX9662" fmla="*/ 1669920 w 1728164"/>
              <a:gd name="csY9662" fmla="*/ 1028640 h 1028969"/>
              <a:gd name="csX9663" fmla="*/ 1670089 w 1728164"/>
              <a:gd name="csY9663" fmla="*/ 1028640 h 1028969"/>
              <a:gd name="csX9664" fmla="*/ 1670267 w 1728164"/>
              <a:gd name="csY9664" fmla="*/ 1028640 h 1028969"/>
              <a:gd name="csX9665" fmla="*/ 1670436 w 1728164"/>
              <a:gd name="csY9665" fmla="*/ 1028640 h 1028969"/>
              <a:gd name="csX9666" fmla="*/ 1670614 w 1728164"/>
              <a:gd name="csY9666" fmla="*/ 1028649 h 1028969"/>
              <a:gd name="csX9667" fmla="*/ 1670783 w 1728164"/>
              <a:gd name="csY9667" fmla="*/ 1028649 h 1028969"/>
              <a:gd name="csX9668" fmla="*/ 1670961 w 1728164"/>
              <a:gd name="csY9668" fmla="*/ 1028649 h 1028969"/>
              <a:gd name="csX9669" fmla="*/ 1671130 w 1728164"/>
              <a:gd name="csY9669" fmla="*/ 1028649 h 1028969"/>
              <a:gd name="csX9670" fmla="*/ 1671299 w 1728164"/>
              <a:gd name="csY9670" fmla="*/ 1028649 h 1028969"/>
              <a:gd name="csX9671" fmla="*/ 1671477 w 1728164"/>
              <a:gd name="csY9671" fmla="*/ 1028649 h 1028969"/>
              <a:gd name="csX9672" fmla="*/ 1671646 w 1728164"/>
              <a:gd name="csY9672" fmla="*/ 1028658 h 1028969"/>
              <a:gd name="csX9673" fmla="*/ 1671824 w 1728164"/>
              <a:gd name="csY9673" fmla="*/ 1028658 h 1028969"/>
              <a:gd name="csX9674" fmla="*/ 1671993 w 1728164"/>
              <a:gd name="csY9674" fmla="*/ 1028658 h 1028969"/>
              <a:gd name="csX9675" fmla="*/ 1672171 w 1728164"/>
              <a:gd name="csY9675" fmla="*/ 1028658 h 1028969"/>
              <a:gd name="csX9676" fmla="*/ 1672340 w 1728164"/>
              <a:gd name="csY9676" fmla="*/ 1028658 h 1028969"/>
              <a:gd name="csX9677" fmla="*/ 1672509 w 1728164"/>
              <a:gd name="csY9677" fmla="*/ 1028658 h 1028969"/>
              <a:gd name="csX9678" fmla="*/ 1672687 w 1728164"/>
              <a:gd name="csY9678" fmla="*/ 1028658 h 1028969"/>
              <a:gd name="csX9679" fmla="*/ 1672856 w 1728164"/>
              <a:gd name="csY9679" fmla="*/ 1028667 h 1028969"/>
              <a:gd name="csX9680" fmla="*/ 1673034 w 1728164"/>
              <a:gd name="csY9680" fmla="*/ 1028667 h 1028969"/>
              <a:gd name="csX9681" fmla="*/ 1673203 w 1728164"/>
              <a:gd name="csY9681" fmla="*/ 1028667 h 1028969"/>
              <a:gd name="csX9682" fmla="*/ 1673380 w 1728164"/>
              <a:gd name="csY9682" fmla="*/ 1028667 h 1028969"/>
              <a:gd name="csX9683" fmla="*/ 1673550 w 1728164"/>
              <a:gd name="csY9683" fmla="*/ 1028667 h 1028969"/>
              <a:gd name="csX9684" fmla="*/ 1673719 w 1728164"/>
              <a:gd name="csY9684" fmla="*/ 1028667 h 1028969"/>
              <a:gd name="csX9685" fmla="*/ 1673896 w 1728164"/>
              <a:gd name="csY9685" fmla="*/ 1028676 h 1028969"/>
              <a:gd name="csX9686" fmla="*/ 1674065 w 1728164"/>
              <a:gd name="csY9686" fmla="*/ 1028676 h 1028969"/>
              <a:gd name="csX9687" fmla="*/ 1674244 w 1728164"/>
              <a:gd name="csY9687" fmla="*/ 1028676 h 1028969"/>
              <a:gd name="csX9688" fmla="*/ 1674413 w 1728164"/>
              <a:gd name="csY9688" fmla="*/ 1028676 h 1028969"/>
              <a:gd name="csX9689" fmla="*/ 1674590 w 1728164"/>
              <a:gd name="csY9689" fmla="*/ 1028676 h 1028969"/>
              <a:gd name="csX9690" fmla="*/ 1674759 w 1728164"/>
              <a:gd name="csY9690" fmla="*/ 1028676 h 1028969"/>
              <a:gd name="csX9691" fmla="*/ 1674928 w 1728164"/>
              <a:gd name="csY9691" fmla="*/ 1028676 h 1028969"/>
              <a:gd name="csX9692" fmla="*/ 1675106 w 1728164"/>
              <a:gd name="csY9692" fmla="*/ 1028685 h 1028969"/>
              <a:gd name="csX9693" fmla="*/ 1675275 w 1728164"/>
              <a:gd name="csY9693" fmla="*/ 1028685 h 1028969"/>
              <a:gd name="csX9694" fmla="*/ 1675453 w 1728164"/>
              <a:gd name="csY9694" fmla="*/ 1028685 h 1028969"/>
              <a:gd name="csX9695" fmla="*/ 1675622 w 1728164"/>
              <a:gd name="csY9695" fmla="*/ 1028685 h 1028969"/>
              <a:gd name="csX9696" fmla="*/ 1675800 w 1728164"/>
              <a:gd name="csY9696" fmla="*/ 1028685 h 1028969"/>
              <a:gd name="csX9697" fmla="*/ 1675969 w 1728164"/>
              <a:gd name="csY9697" fmla="*/ 1028685 h 1028969"/>
              <a:gd name="csX9698" fmla="*/ 1676138 w 1728164"/>
              <a:gd name="csY9698" fmla="*/ 1028685 h 1028969"/>
              <a:gd name="csX9699" fmla="*/ 1676316 w 1728164"/>
              <a:gd name="csY9699" fmla="*/ 1028694 h 1028969"/>
              <a:gd name="csX9700" fmla="*/ 1676485 w 1728164"/>
              <a:gd name="csY9700" fmla="*/ 1028694 h 1028969"/>
              <a:gd name="csX9701" fmla="*/ 1676663 w 1728164"/>
              <a:gd name="csY9701" fmla="*/ 1028694 h 1028969"/>
              <a:gd name="csX9702" fmla="*/ 1676832 w 1728164"/>
              <a:gd name="csY9702" fmla="*/ 1028694 h 1028969"/>
              <a:gd name="csX9703" fmla="*/ 1677010 w 1728164"/>
              <a:gd name="csY9703" fmla="*/ 1028694 h 1028969"/>
              <a:gd name="csX9704" fmla="*/ 1677179 w 1728164"/>
              <a:gd name="csY9704" fmla="*/ 1028694 h 1028969"/>
              <a:gd name="csX9705" fmla="*/ 1677348 w 1728164"/>
              <a:gd name="csY9705" fmla="*/ 1028694 h 1028969"/>
              <a:gd name="csX9706" fmla="*/ 1677526 w 1728164"/>
              <a:gd name="csY9706" fmla="*/ 1028703 h 1028969"/>
              <a:gd name="csX9707" fmla="*/ 1677695 w 1728164"/>
              <a:gd name="csY9707" fmla="*/ 1028703 h 1028969"/>
              <a:gd name="csX9708" fmla="*/ 1677873 w 1728164"/>
              <a:gd name="csY9708" fmla="*/ 1028703 h 1028969"/>
              <a:gd name="csX9709" fmla="*/ 1678042 w 1728164"/>
              <a:gd name="csY9709" fmla="*/ 1028703 h 1028969"/>
              <a:gd name="csX9710" fmla="*/ 1678220 w 1728164"/>
              <a:gd name="csY9710" fmla="*/ 1028703 h 1028969"/>
              <a:gd name="csX9711" fmla="*/ 1678389 w 1728164"/>
              <a:gd name="csY9711" fmla="*/ 1028703 h 1028969"/>
              <a:gd name="csX9712" fmla="*/ 1678558 w 1728164"/>
              <a:gd name="csY9712" fmla="*/ 1028703 h 1028969"/>
              <a:gd name="csX9713" fmla="*/ 1678736 w 1728164"/>
              <a:gd name="csY9713" fmla="*/ 1028712 h 1028969"/>
              <a:gd name="csX9714" fmla="*/ 1678905 w 1728164"/>
              <a:gd name="csY9714" fmla="*/ 1028712 h 1028969"/>
              <a:gd name="csX9715" fmla="*/ 1679083 w 1728164"/>
              <a:gd name="csY9715" fmla="*/ 1028712 h 1028969"/>
              <a:gd name="csX9716" fmla="*/ 1679252 w 1728164"/>
              <a:gd name="csY9716" fmla="*/ 1028712 h 1028969"/>
              <a:gd name="csX9717" fmla="*/ 1679430 w 1728164"/>
              <a:gd name="csY9717" fmla="*/ 1028712 h 1028969"/>
              <a:gd name="csX9718" fmla="*/ 1679599 w 1728164"/>
              <a:gd name="csY9718" fmla="*/ 1028712 h 1028969"/>
              <a:gd name="csX9719" fmla="*/ 1679768 w 1728164"/>
              <a:gd name="csY9719" fmla="*/ 1028712 h 1028969"/>
              <a:gd name="csX9720" fmla="*/ 1679946 w 1728164"/>
              <a:gd name="csY9720" fmla="*/ 1028712 h 1028969"/>
              <a:gd name="csX9721" fmla="*/ 1680115 w 1728164"/>
              <a:gd name="csY9721" fmla="*/ 1028721 h 1028969"/>
              <a:gd name="csX9722" fmla="*/ 1680293 w 1728164"/>
              <a:gd name="csY9722" fmla="*/ 1028721 h 1028969"/>
              <a:gd name="csX9723" fmla="*/ 1680462 w 1728164"/>
              <a:gd name="csY9723" fmla="*/ 1028721 h 1028969"/>
              <a:gd name="csX9724" fmla="*/ 1680631 w 1728164"/>
              <a:gd name="csY9724" fmla="*/ 1028721 h 1028969"/>
              <a:gd name="csX9725" fmla="*/ 1680809 w 1728164"/>
              <a:gd name="csY9725" fmla="*/ 1028721 h 1028969"/>
              <a:gd name="csX9726" fmla="*/ 1680978 w 1728164"/>
              <a:gd name="csY9726" fmla="*/ 1028721 h 1028969"/>
              <a:gd name="csX9727" fmla="*/ 1681156 w 1728164"/>
              <a:gd name="csY9727" fmla="*/ 1028721 h 1028969"/>
              <a:gd name="csX9728" fmla="*/ 1681325 w 1728164"/>
              <a:gd name="csY9728" fmla="*/ 1028721 h 1028969"/>
              <a:gd name="csX9729" fmla="*/ 1681503 w 1728164"/>
              <a:gd name="csY9729" fmla="*/ 1028729 h 1028969"/>
              <a:gd name="csX9730" fmla="*/ 1681672 w 1728164"/>
              <a:gd name="csY9730" fmla="*/ 1028729 h 1028969"/>
              <a:gd name="csX9731" fmla="*/ 1681841 w 1728164"/>
              <a:gd name="csY9731" fmla="*/ 1028729 h 1028969"/>
              <a:gd name="csX9732" fmla="*/ 1682019 w 1728164"/>
              <a:gd name="csY9732" fmla="*/ 1028729 h 1028969"/>
              <a:gd name="csX9733" fmla="*/ 1682188 w 1728164"/>
              <a:gd name="csY9733" fmla="*/ 1028729 h 1028969"/>
              <a:gd name="csX9734" fmla="*/ 1682366 w 1728164"/>
              <a:gd name="csY9734" fmla="*/ 1028729 h 1028969"/>
              <a:gd name="csX9735" fmla="*/ 1682535 w 1728164"/>
              <a:gd name="csY9735" fmla="*/ 1028729 h 1028969"/>
              <a:gd name="csX9736" fmla="*/ 1682713 w 1728164"/>
              <a:gd name="csY9736" fmla="*/ 1028729 h 1028969"/>
              <a:gd name="csX9737" fmla="*/ 1682882 w 1728164"/>
              <a:gd name="csY9737" fmla="*/ 1028738 h 1028969"/>
              <a:gd name="csX9738" fmla="*/ 1683051 w 1728164"/>
              <a:gd name="csY9738" fmla="*/ 1028738 h 1028969"/>
              <a:gd name="csX9739" fmla="*/ 1683229 w 1728164"/>
              <a:gd name="csY9739" fmla="*/ 1028738 h 1028969"/>
              <a:gd name="csX9740" fmla="*/ 1683398 w 1728164"/>
              <a:gd name="csY9740" fmla="*/ 1028738 h 1028969"/>
              <a:gd name="csX9741" fmla="*/ 1683576 w 1728164"/>
              <a:gd name="csY9741" fmla="*/ 1028738 h 1028969"/>
              <a:gd name="csX9742" fmla="*/ 1683745 w 1728164"/>
              <a:gd name="csY9742" fmla="*/ 1028738 h 1028969"/>
              <a:gd name="csX9743" fmla="*/ 1683923 w 1728164"/>
              <a:gd name="csY9743" fmla="*/ 1028738 h 1028969"/>
              <a:gd name="csX9744" fmla="*/ 1684092 w 1728164"/>
              <a:gd name="csY9744" fmla="*/ 1028738 h 1028969"/>
              <a:gd name="csX9745" fmla="*/ 1684261 w 1728164"/>
              <a:gd name="csY9745" fmla="*/ 1028747 h 1028969"/>
              <a:gd name="csX9746" fmla="*/ 1684439 w 1728164"/>
              <a:gd name="csY9746" fmla="*/ 1028747 h 1028969"/>
              <a:gd name="csX9747" fmla="*/ 1684608 w 1728164"/>
              <a:gd name="csY9747" fmla="*/ 1028747 h 1028969"/>
              <a:gd name="csX9748" fmla="*/ 1684786 w 1728164"/>
              <a:gd name="csY9748" fmla="*/ 1028747 h 1028969"/>
              <a:gd name="csX9749" fmla="*/ 1684955 w 1728164"/>
              <a:gd name="csY9749" fmla="*/ 1028747 h 1028969"/>
              <a:gd name="csX9750" fmla="*/ 1685133 w 1728164"/>
              <a:gd name="csY9750" fmla="*/ 1028747 h 1028969"/>
              <a:gd name="csX9751" fmla="*/ 1685302 w 1728164"/>
              <a:gd name="csY9751" fmla="*/ 1028747 h 1028969"/>
              <a:gd name="csX9752" fmla="*/ 1685471 w 1728164"/>
              <a:gd name="csY9752" fmla="*/ 1028747 h 1028969"/>
              <a:gd name="csX9753" fmla="*/ 1685649 w 1728164"/>
              <a:gd name="csY9753" fmla="*/ 1028747 h 1028969"/>
              <a:gd name="csX9754" fmla="*/ 1685818 w 1728164"/>
              <a:gd name="csY9754" fmla="*/ 1028756 h 1028969"/>
              <a:gd name="csX9755" fmla="*/ 1685996 w 1728164"/>
              <a:gd name="csY9755" fmla="*/ 1028756 h 1028969"/>
              <a:gd name="csX9756" fmla="*/ 1686165 w 1728164"/>
              <a:gd name="csY9756" fmla="*/ 1028756 h 1028969"/>
              <a:gd name="csX9757" fmla="*/ 1686343 w 1728164"/>
              <a:gd name="csY9757" fmla="*/ 1028756 h 1028969"/>
              <a:gd name="csX9758" fmla="*/ 1686512 w 1728164"/>
              <a:gd name="csY9758" fmla="*/ 1028756 h 1028969"/>
              <a:gd name="csX9759" fmla="*/ 1686681 w 1728164"/>
              <a:gd name="csY9759" fmla="*/ 1028756 h 1028969"/>
              <a:gd name="csX9760" fmla="*/ 1686859 w 1728164"/>
              <a:gd name="csY9760" fmla="*/ 1028756 h 1028969"/>
              <a:gd name="csX9761" fmla="*/ 1687028 w 1728164"/>
              <a:gd name="csY9761" fmla="*/ 1028756 h 1028969"/>
              <a:gd name="csX9762" fmla="*/ 1687206 w 1728164"/>
              <a:gd name="csY9762" fmla="*/ 1028756 h 1028969"/>
              <a:gd name="csX9763" fmla="*/ 1687375 w 1728164"/>
              <a:gd name="csY9763" fmla="*/ 1028765 h 1028969"/>
              <a:gd name="csX9764" fmla="*/ 1687553 w 1728164"/>
              <a:gd name="csY9764" fmla="*/ 1028765 h 1028969"/>
              <a:gd name="csX9765" fmla="*/ 1687722 w 1728164"/>
              <a:gd name="csY9765" fmla="*/ 1028765 h 1028969"/>
              <a:gd name="csX9766" fmla="*/ 1687891 w 1728164"/>
              <a:gd name="csY9766" fmla="*/ 1028765 h 1028969"/>
              <a:gd name="csX9767" fmla="*/ 1688068 w 1728164"/>
              <a:gd name="csY9767" fmla="*/ 1028765 h 1028969"/>
              <a:gd name="csX9768" fmla="*/ 1688238 w 1728164"/>
              <a:gd name="csY9768" fmla="*/ 1028765 h 1028969"/>
              <a:gd name="csX9769" fmla="*/ 1688416 w 1728164"/>
              <a:gd name="csY9769" fmla="*/ 1028765 h 1028969"/>
              <a:gd name="csX9770" fmla="*/ 1688585 w 1728164"/>
              <a:gd name="csY9770" fmla="*/ 1028765 h 1028969"/>
              <a:gd name="csX9771" fmla="*/ 1688762 w 1728164"/>
              <a:gd name="csY9771" fmla="*/ 1028765 h 1028969"/>
              <a:gd name="csX9772" fmla="*/ 1688931 w 1728164"/>
              <a:gd name="csY9772" fmla="*/ 1028774 h 1028969"/>
              <a:gd name="csX9773" fmla="*/ 1689101 w 1728164"/>
              <a:gd name="csY9773" fmla="*/ 1028774 h 1028969"/>
              <a:gd name="csX9774" fmla="*/ 1689278 w 1728164"/>
              <a:gd name="csY9774" fmla="*/ 1028774 h 1028969"/>
              <a:gd name="csX9775" fmla="*/ 1689447 w 1728164"/>
              <a:gd name="csY9775" fmla="*/ 1028774 h 1028969"/>
              <a:gd name="csX9776" fmla="*/ 1689625 w 1728164"/>
              <a:gd name="csY9776" fmla="*/ 1028774 h 1028969"/>
              <a:gd name="csX9777" fmla="*/ 1689795 w 1728164"/>
              <a:gd name="csY9777" fmla="*/ 1028774 h 1028969"/>
              <a:gd name="csX9778" fmla="*/ 1689972 w 1728164"/>
              <a:gd name="csY9778" fmla="*/ 1028774 h 1028969"/>
              <a:gd name="csX9779" fmla="*/ 1690141 w 1728164"/>
              <a:gd name="csY9779" fmla="*/ 1028774 h 1028969"/>
              <a:gd name="csX9780" fmla="*/ 1690310 w 1728164"/>
              <a:gd name="csY9780" fmla="*/ 1028774 h 1028969"/>
              <a:gd name="csX9781" fmla="*/ 1690488 w 1728164"/>
              <a:gd name="csY9781" fmla="*/ 1028774 h 1028969"/>
              <a:gd name="csX9782" fmla="*/ 1690657 w 1728164"/>
              <a:gd name="csY9782" fmla="*/ 1028783 h 1028969"/>
              <a:gd name="csX9783" fmla="*/ 1690835 w 1728164"/>
              <a:gd name="csY9783" fmla="*/ 1028783 h 1028969"/>
              <a:gd name="csX9784" fmla="*/ 1691004 w 1728164"/>
              <a:gd name="csY9784" fmla="*/ 1028783 h 1028969"/>
              <a:gd name="csX9785" fmla="*/ 1691182 w 1728164"/>
              <a:gd name="csY9785" fmla="*/ 1028783 h 1028969"/>
              <a:gd name="csX9786" fmla="*/ 1691351 w 1728164"/>
              <a:gd name="csY9786" fmla="*/ 1028783 h 1028969"/>
              <a:gd name="csX9787" fmla="*/ 1691520 w 1728164"/>
              <a:gd name="csY9787" fmla="*/ 1028783 h 1028969"/>
              <a:gd name="csX9788" fmla="*/ 1691698 w 1728164"/>
              <a:gd name="csY9788" fmla="*/ 1028783 h 1028969"/>
              <a:gd name="csX9789" fmla="*/ 1691867 w 1728164"/>
              <a:gd name="csY9789" fmla="*/ 1028783 h 1028969"/>
              <a:gd name="csX9790" fmla="*/ 1692045 w 1728164"/>
              <a:gd name="csY9790" fmla="*/ 1028783 h 1028969"/>
              <a:gd name="csX9791" fmla="*/ 1692214 w 1728164"/>
              <a:gd name="csY9791" fmla="*/ 1028783 h 1028969"/>
              <a:gd name="csX9792" fmla="*/ 1692392 w 1728164"/>
              <a:gd name="csY9792" fmla="*/ 1028792 h 1028969"/>
              <a:gd name="csX9793" fmla="*/ 1692561 w 1728164"/>
              <a:gd name="csY9793" fmla="*/ 1028792 h 1028969"/>
              <a:gd name="csX9794" fmla="*/ 1692730 w 1728164"/>
              <a:gd name="csY9794" fmla="*/ 1028792 h 1028969"/>
              <a:gd name="csX9795" fmla="*/ 1692908 w 1728164"/>
              <a:gd name="csY9795" fmla="*/ 1028792 h 1028969"/>
              <a:gd name="csX9796" fmla="*/ 1693077 w 1728164"/>
              <a:gd name="csY9796" fmla="*/ 1028792 h 1028969"/>
              <a:gd name="csX9797" fmla="*/ 1693255 w 1728164"/>
              <a:gd name="csY9797" fmla="*/ 1028792 h 1028969"/>
              <a:gd name="csX9798" fmla="*/ 1693424 w 1728164"/>
              <a:gd name="csY9798" fmla="*/ 1028792 h 1028969"/>
              <a:gd name="csX9799" fmla="*/ 1693602 w 1728164"/>
              <a:gd name="csY9799" fmla="*/ 1028792 h 1028969"/>
              <a:gd name="csX9800" fmla="*/ 1693771 w 1728164"/>
              <a:gd name="csY9800" fmla="*/ 1028792 h 1028969"/>
              <a:gd name="csX9801" fmla="*/ 1693940 w 1728164"/>
              <a:gd name="csY9801" fmla="*/ 1028792 h 1028969"/>
              <a:gd name="csX9802" fmla="*/ 1694118 w 1728164"/>
              <a:gd name="csY9802" fmla="*/ 1028792 h 1028969"/>
              <a:gd name="csX9803" fmla="*/ 1694287 w 1728164"/>
              <a:gd name="csY9803" fmla="*/ 1028801 h 1028969"/>
              <a:gd name="csX9804" fmla="*/ 1694465 w 1728164"/>
              <a:gd name="csY9804" fmla="*/ 1028801 h 1028969"/>
              <a:gd name="csX9805" fmla="*/ 1694634 w 1728164"/>
              <a:gd name="csY9805" fmla="*/ 1028801 h 1028969"/>
              <a:gd name="csX9806" fmla="*/ 1694812 w 1728164"/>
              <a:gd name="csY9806" fmla="*/ 1028801 h 1028969"/>
              <a:gd name="csX9807" fmla="*/ 1694981 w 1728164"/>
              <a:gd name="csY9807" fmla="*/ 1028801 h 1028969"/>
              <a:gd name="csX9808" fmla="*/ 1695150 w 1728164"/>
              <a:gd name="csY9808" fmla="*/ 1028801 h 1028969"/>
              <a:gd name="csX9809" fmla="*/ 1695328 w 1728164"/>
              <a:gd name="csY9809" fmla="*/ 1028801 h 1028969"/>
              <a:gd name="csX9810" fmla="*/ 1695497 w 1728164"/>
              <a:gd name="csY9810" fmla="*/ 1028801 h 1028969"/>
              <a:gd name="csX9811" fmla="*/ 1695675 w 1728164"/>
              <a:gd name="csY9811" fmla="*/ 1028801 h 1028969"/>
              <a:gd name="csX9812" fmla="*/ 1695844 w 1728164"/>
              <a:gd name="csY9812" fmla="*/ 1028801 h 1028969"/>
              <a:gd name="csX9813" fmla="*/ 1696022 w 1728164"/>
              <a:gd name="csY9813" fmla="*/ 1028801 h 1028969"/>
              <a:gd name="csX9814" fmla="*/ 1696191 w 1728164"/>
              <a:gd name="csY9814" fmla="*/ 1028810 h 1028969"/>
              <a:gd name="csX9815" fmla="*/ 1696360 w 1728164"/>
              <a:gd name="csY9815" fmla="*/ 1028810 h 1028969"/>
              <a:gd name="csX9816" fmla="*/ 1696538 w 1728164"/>
              <a:gd name="csY9816" fmla="*/ 1028810 h 1028969"/>
              <a:gd name="csX9817" fmla="*/ 1696707 w 1728164"/>
              <a:gd name="csY9817" fmla="*/ 1028810 h 1028969"/>
              <a:gd name="csX9818" fmla="*/ 1696885 w 1728164"/>
              <a:gd name="csY9818" fmla="*/ 1028810 h 1028969"/>
              <a:gd name="csX9819" fmla="*/ 1697054 w 1728164"/>
              <a:gd name="csY9819" fmla="*/ 1028810 h 1028969"/>
              <a:gd name="csX9820" fmla="*/ 1697232 w 1728164"/>
              <a:gd name="csY9820" fmla="*/ 1028810 h 1028969"/>
              <a:gd name="csX9821" fmla="*/ 1697401 w 1728164"/>
              <a:gd name="csY9821" fmla="*/ 1028810 h 1028969"/>
              <a:gd name="csX9822" fmla="*/ 1697570 w 1728164"/>
              <a:gd name="csY9822" fmla="*/ 1028810 h 1028969"/>
              <a:gd name="csX9823" fmla="*/ 1697748 w 1728164"/>
              <a:gd name="csY9823" fmla="*/ 1028810 h 1028969"/>
              <a:gd name="csX9824" fmla="*/ 1697917 w 1728164"/>
              <a:gd name="csY9824" fmla="*/ 1028810 h 1028969"/>
              <a:gd name="csX9825" fmla="*/ 1698095 w 1728164"/>
              <a:gd name="csY9825" fmla="*/ 1028810 h 1028969"/>
              <a:gd name="csX9826" fmla="*/ 1698264 w 1728164"/>
              <a:gd name="csY9826" fmla="*/ 1028818 h 1028969"/>
              <a:gd name="csX9827" fmla="*/ 1698442 w 1728164"/>
              <a:gd name="csY9827" fmla="*/ 1028818 h 1028969"/>
              <a:gd name="csX9828" fmla="*/ 1698611 w 1728164"/>
              <a:gd name="csY9828" fmla="*/ 1028818 h 1028969"/>
              <a:gd name="csX9829" fmla="*/ 1698780 w 1728164"/>
              <a:gd name="csY9829" fmla="*/ 1028818 h 1028969"/>
              <a:gd name="csX9830" fmla="*/ 1698958 w 1728164"/>
              <a:gd name="csY9830" fmla="*/ 1028818 h 1028969"/>
              <a:gd name="csX9831" fmla="*/ 1699127 w 1728164"/>
              <a:gd name="csY9831" fmla="*/ 1028818 h 1028969"/>
              <a:gd name="csX9832" fmla="*/ 1699305 w 1728164"/>
              <a:gd name="csY9832" fmla="*/ 1028818 h 1028969"/>
              <a:gd name="csX9833" fmla="*/ 1699474 w 1728164"/>
              <a:gd name="csY9833" fmla="*/ 1028818 h 1028969"/>
              <a:gd name="csX9834" fmla="*/ 1699643 w 1728164"/>
              <a:gd name="csY9834" fmla="*/ 1028818 h 1028969"/>
              <a:gd name="csX9835" fmla="*/ 1699821 w 1728164"/>
              <a:gd name="csY9835" fmla="*/ 1028818 h 1028969"/>
              <a:gd name="csX9836" fmla="*/ 1699990 w 1728164"/>
              <a:gd name="csY9836" fmla="*/ 1028818 h 1028969"/>
              <a:gd name="csX9837" fmla="*/ 1700168 w 1728164"/>
              <a:gd name="csY9837" fmla="*/ 1028818 h 1028969"/>
              <a:gd name="csX9838" fmla="*/ 1700337 w 1728164"/>
              <a:gd name="csY9838" fmla="*/ 1028827 h 1028969"/>
              <a:gd name="csX9839" fmla="*/ 1700515 w 1728164"/>
              <a:gd name="csY9839" fmla="*/ 1028827 h 1028969"/>
              <a:gd name="csX9840" fmla="*/ 1700684 w 1728164"/>
              <a:gd name="csY9840" fmla="*/ 1028827 h 1028969"/>
              <a:gd name="csX9841" fmla="*/ 1700853 w 1728164"/>
              <a:gd name="csY9841" fmla="*/ 1028827 h 1028969"/>
              <a:gd name="csX9842" fmla="*/ 1701031 w 1728164"/>
              <a:gd name="csY9842" fmla="*/ 1028827 h 1028969"/>
              <a:gd name="csX9843" fmla="*/ 1701200 w 1728164"/>
              <a:gd name="csY9843" fmla="*/ 1028827 h 1028969"/>
              <a:gd name="csX9844" fmla="*/ 1701378 w 1728164"/>
              <a:gd name="csY9844" fmla="*/ 1028827 h 1028969"/>
              <a:gd name="csX9845" fmla="*/ 1701547 w 1728164"/>
              <a:gd name="csY9845" fmla="*/ 1028827 h 1028969"/>
              <a:gd name="csX9846" fmla="*/ 1701725 w 1728164"/>
              <a:gd name="csY9846" fmla="*/ 1028827 h 1028969"/>
              <a:gd name="csX9847" fmla="*/ 1701894 w 1728164"/>
              <a:gd name="csY9847" fmla="*/ 1028827 h 1028969"/>
              <a:gd name="csX9848" fmla="*/ 1702063 w 1728164"/>
              <a:gd name="csY9848" fmla="*/ 1028827 h 1028969"/>
              <a:gd name="csX9849" fmla="*/ 1702241 w 1728164"/>
              <a:gd name="csY9849" fmla="*/ 1028827 h 1028969"/>
              <a:gd name="csX9850" fmla="*/ 1702410 w 1728164"/>
              <a:gd name="csY9850" fmla="*/ 1028827 h 1028969"/>
              <a:gd name="csX9851" fmla="*/ 1702588 w 1728164"/>
              <a:gd name="csY9851" fmla="*/ 1028827 h 1028969"/>
              <a:gd name="csX9852" fmla="*/ 1702757 w 1728164"/>
              <a:gd name="csY9852" fmla="*/ 1028836 h 1028969"/>
              <a:gd name="csX9853" fmla="*/ 1702935 w 1728164"/>
              <a:gd name="csY9853" fmla="*/ 1028836 h 1028969"/>
              <a:gd name="csX9854" fmla="*/ 1703104 w 1728164"/>
              <a:gd name="csY9854" fmla="*/ 1028836 h 1028969"/>
              <a:gd name="csX9855" fmla="*/ 1703273 w 1728164"/>
              <a:gd name="csY9855" fmla="*/ 1028836 h 1028969"/>
              <a:gd name="csX9856" fmla="*/ 1703450 w 1728164"/>
              <a:gd name="csY9856" fmla="*/ 1028836 h 1028969"/>
              <a:gd name="csX9857" fmla="*/ 1703619 w 1728164"/>
              <a:gd name="csY9857" fmla="*/ 1028836 h 1028969"/>
              <a:gd name="csX9858" fmla="*/ 1703798 w 1728164"/>
              <a:gd name="csY9858" fmla="*/ 1028836 h 1028969"/>
              <a:gd name="csX9859" fmla="*/ 1703967 w 1728164"/>
              <a:gd name="csY9859" fmla="*/ 1028836 h 1028969"/>
              <a:gd name="csX9860" fmla="*/ 1704144 w 1728164"/>
              <a:gd name="csY9860" fmla="*/ 1028836 h 1028969"/>
              <a:gd name="csX9861" fmla="*/ 1704313 w 1728164"/>
              <a:gd name="csY9861" fmla="*/ 1028836 h 1028969"/>
              <a:gd name="csX9862" fmla="*/ 1704483 w 1728164"/>
              <a:gd name="csY9862" fmla="*/ 1028836 h 1028969"/>
              <a:gd name="csX9863" fmla="*/ 1704660 w 1728164"/>
              <a:gd name="csY9863" fmla="*/ 1028836 h 1028969"/>
              <a:gd name="csX9864" fmla="*/ 1704829 w 1728164"/>
              <a:gd name="csY9864" fmla="*/ 1028836 h 1028969"/>
              <a:gd name="csX9865" fmla="*/ 1705007 w 1728164"/>
              <a:gd name="csY9865" fmla="*/ 1028836 h 1028969"/>
              <a:gd name="csX9866" fmla="*/ 1705176 w 1728164"/>
              <a:gd name="csY9866" fmla="*/ 1028845 h 1028969"/>
              <a:gd name="csX9867" fmla="*/ 1705354 w 1728164"/>
              <a:gd name="csY9867" fmla="*/ 1028845 h 1028969"/>
              <a:gd name="csX9868" fmla="*/ 1705523 w 1728164"/>
              <a:gd name="csY9868" fmla="*/ 1028845 h 1028969"/>
              <a:gd name="csX9869" fmla="*/ 1705692 w 1728164"/>
              <a:gd name="csY9869" fmla="*/ 1028845 h 1028969"/>
              <a:gd name="csX9870" fmla="*/ 1705870 w 1728164"/>
              <a:gd name="csY9870" fmla="*/ 1028845 h 1028969"/>
              <a:gd name="csX9871" fmla="*/ 1706039 w 1728164"/>
              <a:gd name="csY9871" fmla="*/ 1028845 h 1028969"/>
              <a:gd name="csX9872" fmla="*/ 1706217 w 1728164"/>
              <a:gd name="csY9872" fmla="*/ 1028845 h 1028969"/>
              <a:gd name="csX9873" fmla="*/ 1706386 w 1728164"/>
              <a:gd name="csY9873" fmla="*/ 1028845 h 1028969"/>
              <a:gd name="csX9874" fmla="*/ 1706564 w 1728164"/>
              <a:gd name="csY9874" fmla="*/ 1028845 h 1028969"/>
              <a:gd name="csX9875" fmla="*/ 1706733 w 1728164"/>
              <a:gd name="csY9875" fmla="*/ 1028845 h 1028969"/>
              <a:gd name="csX9876" fmla="*/ 1706902 w 1728164"/>
              <a:gd name="csY9876" fmla="*/ 1028845 h 1028969"/>
              <a:gd name="csX9877" fmla="*/ 1707080 w 1728164"/>
              <a:gd name="csY9877" fmla="*/ 1028845 h 1028969"/>
              <a:gd name="csX9878" fmla="*/ 1707249 w 1728164"/>
              <a:gd name="csY9878" fmla="*/ 1028845 h 1028969"/>
              <a:gd name="csX9879" fmla="*/ 1707427 w 1728164"/>
              <a:gd name="csY9879" fmla="*/ 1028845 h 1028969"/>
              <a:gd name="csX9880" fmla="*/ 1707596 w 1728164"/>
              <a:gd name="csY9880" fmla="*/ 1028854 h 1028969"/>
              <a:gd name="csX9881" fmla="*/ 1707774 w 1728164"/>
              <a:gd name="csY9881" fmla="*/ 1028854 h 1028969"/>
              <a:gd name="csX9882" fmla="*/ 1707943 w 1728164"/>
              <a:gd name="csY9882" fmla="*/ 1028854 h 1028969"/>
              <a:gd name="csX9883" fmla="*/ 1708112 w 1728164"/>
              <a:gd name="csY9883" fmla="*/ 1028854 h 1028969"/>
              <a:gd name="csX9884" fmla="*/ 1708290 w 1728164"/>
              <a:gd name="csY9884" fmla="*/ 1028854 h 1028969"/>
              <a:gd name="csX9885" fmla="*/ 1708459 w 1728164"/>
              <a:gd name="csY9885" fmla="*/ 1028854 h 1028969"/>
              <a:gd name="csX9886" fmla="*/ 1708637 w 1728164"/>
              <a:gd name="csY9886" fmla="*/ 1028854 h 1028969"/>
              <a:gd name="csX9887" fmla="*/ 1708806 w 1728164"/>
              <a:gd name="csY9887" fmla="*/ 1028854 h 1028969"/>
              <a:gd name="csX9888" fmla="*/ 1708984 w 1728164"/>
              <a:gd name="csY9888" fmla="*/ 1028854 h 1028969"/>
              <a:gd name="csX9889" fmla="*/ 1709153 w 1728164"/>
              <a:gd name="csY9889" fmla="*/ 1028854 h 1028969"/>
              <a:gd name="csX9890" fmla="*/ 1709322 w 1728164"/>
              <a:gd name="csY9890" fmla="*/ 1028854 h 1028969"/>
              <a:gd name="csX9891" fmla="*/ 1709500 w 1728164"/>
              <a:gd name="csY9891" fmla="*/ 1028854 h 1028969"/>
              <a:gd name="csX9892" fmla="*/ 1709669 w 1728164"/>
              <a:gd name="csY9892" fmla="*/ 1028854 h 1028969"/>
              <a:gd name="csX9893" fmla="*/ 1709847 w 1728164"/>
              <a:gd name="csY9893" fmla="*/ 1028854 h 1028969"/>
              <a:gd name="csX9894" fmla="*/ 1710016 w 1728164"/>
              <a:gd name="csY9894" fmla="*/ 1028854 h 1028969"/>
              <a:gd name="csX9895" fmla="*/ 1710194 w 1728164"/>
              <a:gd name="csY9895" fmla="*/ 1028854 h 1028969"/>
              <a:gd name="csX9896" fmla="*/ 1710363 w 1728164"/>
              <a:gd name="csY9896" fmla="*/ 1028863 h 1028969"/>
              <a:gd name="csX9897" fmla="*/ 1710532 w 1728164"/>
              <a:gd name="csY9897" fmla="*/ 1028863 h 1028969"/>
              <a:gd name="csX9898" fmla="*/ 1710710 w 1728164"/>
              <a:gd name="csY9898" fmla="*/ 1028863 h 1028969"/>
              <a:gd name="csX9899" fmla="*/ 1710879 w 1728164"/>
              <a:gd name="csY9899" fmla="*/ 1028863 h 1028969"/>
              <a:gd name="csX9900" fmla="*/ 1711057 w 1728164"/>
              <a:gd name="csY9900" fmla="*/ 1028863 h 1028969"/>
              <a:gd name="csX9901" fmla="*/ 1711226 w 1728164"/>
              <a:gd name="csY9901" fmla="*/ 1028863 h 1028969"/>
              <a:gd name="csX9902" fmla="*/ 1711404 w 1728164"/>
              <a:gd name="csY9902" fmla="*/ 1028863 h 1028969"/>
              <a:gd name="csX9903" fmla="*/ 1711573 w 1728164"/>
              <a:gd name="csY9903" fmla="*/ 1028863 h 1028969"/>
              <a:gd name="csX9904" fmla="*/ 1711742 w 1728164"/>
              <a:gd name="csY9904" fmla="*/ 1028863 h 1028969"/>
              <a:gd name="csX9905" fmla="*/ 1711920 w 1728164"/>
              <a:gd name="csY9905" fmla="*/ 1028863 h 1028969"/>
              <a:gd name="csX9906" fmla="*/ 1712089 w 1728164"/>
              <a:gd name="csY9906" fmla="*/ 1028863 h 1028969"/>
              <a:gd name="csX9907" fmla="*/ 1712267 w 1728164"/>
              <a:gd name="csY9907" fmla="*/ 1028863 h 1028969"/>
              <a:gd name="csX9908" fmla="*/ 1712436 w 1728164"/>
              <a:gd name="csY9908" fmla="*/ 1028863 h 1028969"/>
              <a:gd name="csX9909" fmla="*/ 1712614 w 1728164"/>
              <a:gd name="csY9909" fmla="*/ 1028863 h 1028969"/>
              <a:gd name="csX9910" fmla="*/ 1712783 w 1728164"/>
              <a:gd name="csY9910" fmla="*/ 1028863 h 1028969"/>
              <a:gd name="csX9911" fmla="*/ 1712952 w 1728164"/>
              <a:gd name="csY9911" fmla="*/ 1028863 h 1028969"/>
              <a:gd name="csX9912" fmla="*/ 1713130 w 1728164"/>
              <a:gd name="csY9912" fmla="*/ 1028863 h 1028969"/>
              <a:gd name="csX9913" fmla="*/ 1713299 w 1728164"/>
              <a:gd name="csY9913" fmla="*/ 1028863 h 1028969"/>
              <a:gd name="csX9914" fmla="*/ 1713477 w 1728164"/>
              <a:gd name="csY9914" fmla="*/ 1028872 h 1028969"/>
              <a:gd name="csX9915" fmla="*/ 1713646 w 1728164"/>
              <a:gd name="csY9915" fmla="*/ 1028872 h 1028969"/>
              <a:gd name="csX9916" fmla="*/ 1713824 w 1728164"/>
              <a:gd name="csY9916" fmla="*/ 1028872 h 1028969"/>
              <a:gd name="csX9917" fmla="*/ 1713993 w 1728164"/>
              <a:gd name="csY9917" fmla="*/ 1028872 h 1028969"/>
              <a:gd name="csX9918" fmla="*/ 1714162 w 1728164"/>
              <a:gd name="csY9918" fmla="*/ 1028872 h 1028969"/>
              <a:gd name="csX9919" fmla="*/ 1714340 w 1728164"/>
              <a:gd name="csY9919" fmla="*/ 1028872 h 1028969"/>
              <a:gd name="csX9920" fmla="*/ 1714509 w 1728164"/>
              <a:gd name="csY9920" fmla="*/ 1028872 h 1028969"/>
              <a:gd name="csX9921" fmla="*/ 1714687 w 1728164"/>
              <a:gd name="csY9921" fmla="*/ 1028872 h 1028969"/>
              <a:gd name="csX9922" fmla="*/ 1714856 w 1728164"/>
              <a:gd name="csY9922" fmla="*/ 1028872 h 1028969"/>
              <a:gd name="csX9923" fmla="*/ 1715034 w 1728164"/>
              <a:gd name="csY9923" fmla="*/ 1028872 h 1028969"/>
              <a:gd name="csX9924" fmla="*/ 1715203 w 1728164"/>
              <a:gd name="csY9924" fmla="*/ 1028872 h 1028969"/>
              <a:gd name="csX9925" fmla="*/ 1715372 w 1728164"/>
              <a:gd name="csY9925" fmla="*/ 1028872 h 1028969"/>
              <a:gd name="csX9926" fmla="*/ 1715550 w 1728164"/>
              <a:gd name="csY9926" fmla="*/ 1028872 h 1028969"/>
              <a:gd name="csX9927" fmla="*/ 1715719 w 1728164"/>
              <a:gd name="csY9927" fmla="*/ 1028872 h 1028969"/>
              <a:gd name="csX9928" fmla="*/ 1715897 w 1728164"/>
              <a:gd name="csY9928" fmla="*/ 1028872 h 1028969"/>
              <a:gd name="csX9929" fmla="*/ 1716066 w 1728164"/>
              <a:gd name="csY9929" fmla="*/ 1028872 h 1028969"/>
              <a:gd name="csX9930" fmla="*/ 1716244 w 1728164"/>
              <a:gd name="csY9930" fmla="*/ 1028872 h 1028969"/>
              <a:gd name="csX9931" fmla="*/ 1716413 w 1728164"/>
              <a:gd name="csY9931" fmla="*/ 1028872 h 1028969"/>
              <a:gd name="csX9932" fmla="*/ 1716582 w 1728164"/>
              <a:gd name="csY9932" fmla="*/ 1028881 h 1028969"/>
              <a:gd name="csX9933" fmla="*/ 1716760 w 1728164"/>
              <a:gd name="csY9933" fmla="*/ 1028881 h 1028969"/>
              <a:gd name="csX9934" fmla="*/ 1716929 w 1728164"/>
              <a:gd name="csY9934" fmla="*/ 1028881 h 1028969"/>
              <a:gd name="csX9935" fmla="*/ 1717107 w 1728164"/>
              <a:gd name="csY9935" fmla="*/ 1028881 h 1028969"/>
              <a:gd name="csX9936" fmla="*/ 1717276 w 1728164"/>
              <a:gd name="csY9936" fmla="*/ 1028881 h 1028969"/>
              <a:gd name="csX9937" fmla="*/ 1717453 w 1728164"/>
              <a:gd name="csY9937" fmla="*/ 1028881 h 1028969"/>
              <a:gd name="csX9938" fmla="*/ 1717622 w 1728164"/>
              <a:gd name="csY9938" fmla="*/ 1028881 h 1028969"/>
              <a:gd name="csX9939" fmla="*/ 1717792 w 1728164"/>
              <a:gd name="csY9939" fmla="*/ 1028881 h 1028969"/>
              <a:gd name="csX9940" fmla="*/ 1717970 w 1728164"/>
              <a:gd name="csY9940" fmla="*/ 1028881 h 1028969"/>
              <a:gd name="csX9941" fmla="*/ 1718139 w 1728164"/>
              <a:gd name="csY9941" fmla="*/ 1028881 h 1028969"/>
              <a:gd name="csX9942" fmla="*/ 1718316 w 1728164"/>
              <a:gd name="csY9942" fmla="*/ 1028881 h 1028969"/>
              <a:gd name="csX9943" fmla="*/ 1718486 w 1728164"/>
              <a:gd name="csY9943" fmla="*/ 1028881 h 1028969"/>
              <a:gd name="csX9944" fmla="*/ 1718655 w 1728164"/>
              <a:gd name="csY9944" fmla="*/ 1028881 h 1028969"/>
              <a:gd name="csX9945" fmla="*/ 1718832 w 1728164"/>
              <a:gd name="csY9945" fmla="*/ 1028881 h 1028969"/>
              <a:gd name="csX9946" fmla="*/ 1719001 w 1728164"/>
              <a:gd name="csY9946" fmla="*/ 1028881 h 1028969"/>
              <a:gd name="csX9947" fmla="*/ 1719179 w 1728164"/>
              <a:gd name="csY9947" fmla="*/ 1028881 h 1028969"/>
              <a:gd name="csX9948" fmla="*/ 1719349 w 1728164"/>
              <a:gd name="csY9948" fmla="*/ 1028881 h 1028969"/>
              <a:gd name="csX9949" fmla="*/ 1719526 w 1728164"/>
              <a:gd name="csY9949" fmla="*/ 1028881 h 1028969"/>
              <a:gd name="csX9950" fmla="*/ 1719695 w 1728164"/>
              <a:gd name="csY9950" fmla="*/ 1028881 h 1028969"/>
              <a:gd name="csX9951" fmla="*/ 1719864 w 1728164"/>
              <a:gd name="csY9951" fmla="*/ 1028881 h 1028969"/>
              <a:gd name="csX9952" fmla="*/ 1720042 w 1728164"/>
              <a:gd name="csY9952" fmla="*/ 1028890 h 1028969"/>
              <a:gd name="csX9953" fmla="*/ 1720211 w 1728164"/>
              <a:gd name="csY9953" fmla="*/ 1028890 h 1028969"/>
              <a:gd name="csX9954" fmla="*/ 1720389 w 1728164"/>
              <a:gd name="csY9954" fmla="*/ 1028890 h 1028969"/>
              <a:gd name="csX9955" fmla="*/ 1720558 w 1728164"/>
              <a:gd name="csY9955" fmla="*/ 1028890 h 1028969"/>
              <a:gd name="csX9956" fmla="*/ 1720736 w 1728164"/>
              <a:gd name="csY9956" fmla="*/ 1028890 h 1028969"/>
              <a:gd name="csX9957" fmla="*/ 1720905 w 1728164"/>
              <a:gd name="csY9957" fmla="*/ 1028890 h 1028969"/>
              <a:gd name="csX9958" fmla="*/ 1721074 w 1728164"/>
              <a:gd name="csY9958" fmla="*/ 1028890 h 1028969"/>
              <a:gd name="csX9959" fmla="*/ 1721252 w 1728164"/>
              <a:gd name="csY9959" fmla="*/ 1028890 h 1028969"/>
              <a:gd name="csX9960" fmla="*/ 1721421 w 1728164"/>
              <a:gd name="csY9960" fmla="*/ 1028890 h 1028969"/>
              <a:gd name="csX9961" fmla="*/ 1721599 w 1728164"/>
              <a:gd name="csY9961" fmla="*/ 1028890 h 1028969"/>
              <a:gd name="csX9962" fmla="*/ 1721768 w 1728164"/>
              <a:gd name="csY9962" fmla="*/ 1028890 h 1028969"/>
              <a:gd name="csX9963" fmla="*/ 1721946 w 1728164"/>
              <a:gd name="csY9963" fmla="*/ 1028890 h 1028969"/>
              <a:gd name="csX9964" fmla="*/ 1722115 w 1728164"/>
              <a:gd name="csY9964" fmla="*/ 1028890 h 1028969"/>
              <a:gd name="csX9965" fmla="*/ 1722284 w 1728164"/>
              <a:gd name="csY9965" fmla="*/ 1028890 h 1028969"/>
              <a:gd name="csX9966" fmla="*/ 1722462 w 1728164"/>
              <a:gd name="csY9966" fmla="*/ 1028890 h 1028969"/>
              <a:gd name="csX9967" fmla="*/ 1722631 w 1728164"/>
              <a:gd name="csY9967" fmla="*/ 1028890 h 1028969"/>
              <a:gd name="csX9968" fmla="*/ 1722809 w 1728164"/>
              <a:gd name="csY9968" fmla="*/ 1028890 h 1028969"/>
              <a:gd name="csX9969" fmla="*/ 1722978 w 1728164"/>
              <a:gd name="csY9969" fmla="*/ 1028890 h 1028969"/>
              <a:gd name="csX9970" fmla="*/ 1723156 w 1728164"/>
              <a:gd name="csY9970" fmla="*/ 1028890 h 1028969"/>
              <a:gd name="csX9971" fmla="*/ 1723325 w 1728164"/>
              <a:gd name="csY9971" fmla="*/ 1028890 h 1028969"/>
              <a:gd name="csX9972" fmla="*/ 1723494 w 1728164"/>
              <a:gd name="csY9972" fmla="*/ 1028890 h 1028969"/>
              <a:gd name="csX9973" fmla="*/ 1723672 w 1728164"/>
              <a:gd name="csY9973" fmla="*/ 1028890 h 1028969"/>
              <a:gd name="csX9974" fmla="*/ 1723841 w 1728164"/>
              <a:gd name="csY9974" fmla="*/ 1028890 h 1028969"/>
              <a:gd name="csX9975" fmla="*/ 1724019 w 1728164"/>
              <a:gd name="csY9975" fmla="*/ 1028898 h 1028969"/>
              <a:gd name="csX9976" fmla="*/ 1724188 w 1728164"/>
              <a:gd name="csY9976" fmla="*/ 1028898 h 1028969"/>
              <a:gd name="csX9977" fmla="*/ 1724366 w 1728164"/>
              <a:gd name="csY9977" fmla="*/ 1028898 h 1028969"/>
              <a:gd name="csX9978" fmla="*/ 1724535 w 1728164"/>
              <a:gd name="csY9978" fmla="*/ 1028898 h 1028969"/>
              <a:gd name="csX9979" fmla="*/ 1724704 w 1728164"/>
              <a:gd name="csY9979" fmla="*/ 1028898 h 1028969"/>
              <a:gd name="csX9980" fmla="*/ 1724882 w 1728164"/>
              <a:gd name="csY9980" fmla="*/ 1028898 h 1028969"/>
              <a:gd name="csX9981" fmla="*/ 1725051 w 1728164"/>
              <a:gd name="csY9981" fmla="*/ 1028898 h 1028969"/>
              <a:gd name="csX9982" fmla="*/ 1725229 w 1728164"/>
              <a:gd name="csY9982" fmla="*/ 1028898 h 1028969"/>
              <a:gd name="csX9983" fmla="*/ 1725398 w 1728164"/>
              <a:gd name="csY9983" fmla="*/ 1028898 h 1028969"/>
              <a:gd name="csX9984" fmla="*/ 1725576 w 1728164"/>
              <a:gd name="csY9984" fmla="*/ 1028898 h 1028969"/>
              <a:gd name="csX9985" fmla="*/ 1725745 w 1728164"/>
              <a:gd name="csY9985" fmla="*/ 1028898 h 1028969"/>
              <a:gd name="csX9986" fmla="*/ 1725914 w 1728164"/>
              <a:gd name="csY9986" fmla="*/ 1028898 h 1028969"/>
              <a:gd name="csX9987" fmla="*/ 1726092 w 1728164"/>
              <a:gd name="csY9987" fmla="*/ 1028898 h 1028969"/>
              <a:gd name="csX9988" fmla="*/ 1726261 w 1728164"/>
              <a:gd name="csY9988" fmla="*/ 1028898 h 1028969"/>
              <a:gd name="csX9989" fmla="*/ 1726439 w 1728164"/>
              <a:gd name="csY9989" fmla="*/ 1028898 h 1028969"/>
              <a:gd name="csX9990" fmla="*/ 1726608 w 1728164"/>
              <a:gd name="csY9990" fmla="*/ 1028898 h 1028969"/>
              <a:gd name="csX9991" fmla="*/ 1726786 w 1728164"/>
              <a:gd name="csY9991" fmla="*/ 1028898 h 1028969"/>
              <a:gd name="csX9992" fmla="*/ 1726955 w 1728164"/>
              <a:gd name="csY9992" fmla="*/ 1028898 h 1028969"/>
              <a:gd name="csX9993" fmla="*/ 1727124 w 1728164"/>
              <a:gd name="csY9993" fmla="*/ 1028898 h 1028969"/>
              <a:gd name="csX9994" fmla="*/ 1727302 w 1728164"/>
              <a:gd name="csY9994" fmla="*/ 1028898 h 1028969"/>
              <a:gd name="csX9995" fmla="*/ 1727471 w 1728164"/>
              <a:gd name="csY9995" fmla="*/ 1028898 h 1028969"/>
              <a:gd name="csX9996" fmla="*/ 1727649 w 1728164"/>
              <a:gd name="csY9996" fmla="*/ 1028898 h 1028969"/>
              <a:gd name="csX9997" fmla="*/ 1727818 w 1728164"/>
              <a:gd name="csY9997" fmla="*/ 1028898 h 1028969"/>
              <a:gd name="csX9998" fmla="*/ 1727996 w 1728164"/>
              <a:gd name="csY9998" fmla="*/ 1028898 h 1028969"/>
              <a:gd name="csX9999" fmla="*/ 1728165 w 1728164"/>
              <a:gd name="csY9999" fmla="*/ 1028898 h 10289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8164" h="1028969">
                <a:moveTo>
                  <a:pt x="0" y="1028970"/>
                </a:moveTo>
                <a:lnTo>
                  <a:pt x="173" y="1028970"/>
                </a:lnTo>
                <a:lnTo>
                  <a:pt x="345" y="1028970"/>
                </a:lnTo>
                <a:lnTo>
                  <a:pt x="519" y="1028970"/>
                </a:lnTo>
                <a:lnTo>
                  <a:pt x="691" y="1028970"/>
                </a:lnTo>
                <a:lnTo>
                  <a:pt x="864" y="1028970"/>
                </a:lnTo>
                <a:lnTo>
                  <a:pt x="1036" y="1028970"/>
                </a:lnTo>
                <a:lnTo>
                  <a:pt x="1210" y="1028970"/>
                </a:lnTo>
                <a:lnTo>
                  <a:pt x="1383" y="1028970"/>
                </a:lnTo>
                <a:lnTo>
                  <a:pt x="1555" y="1028970"/>
                </a:lnTo>
                <a:lnTo>
                  <a:pt x="1729" y="1028970"/>
                </a:lnTo>
                <a:lnTo>
                  <a:pt x="1901" y="1028970"/>
                </a:lnTo>
                <a:lnTo>
                  <a:pt x="2074" y="1028970"/>
                </a:lnTo>
                <a:lnTo>
                  <a:pt x="2246" y="1028970"/>
                </a:lnTo>
                <a:lnTo>
                  <a:pt x="2420" y="1028970"/>
                </a:lnTo>
                <a:lnTo>
                  <a:pt x="2592" y="1028970"/>
                </a:lnTo>
                <a:lnTo>
                  <a:pt x="2765" y="1028970"/>
                </a:lnTo>
                <a:lnTo>
                  <a:pt x="2938" y="1028970"/>
                </a:lnTo>
                <a:lnTo>
                  <a:pt x="3111" y="1028970"/>
                </a:lnTo>
                <a:lnTo>
                  <a:pt x="3284" y="1028970"/>
                </a:lnTo>
                <a:lnTo>
                  <a:pt x="3456" y="1028970"/>
                </a:lnTo>
                <a:lnTo>
                  <a:pt x="3630" y="1028970"/>
                </a:lnTo>
                <a:lnTo>
                  <a:pt x="3802" y="1028970"/>
                </a:lnTo>
                <a:lnTo>
                  <a:pt x="3975" y="1028970"/>
                </a:lnTo>
                <a:lnTo>
                  <a:pt x="4148" y="1028970"/>
                </a:lnTo>
                <a:lnTo>
                  <a:pt x="4321" y="1028970"/>
                </a:lnTo>
                <a:lnTo>
                  <a:pt x="4494" y="1028970"/>
                </a:lnTo>
                <a:lnTo>
                  <a:pt x="4666" y="1028970"/>
                </a:lnTo>
                <a:lnTo>
                  <a:pt x="4839" y="1028970"/>
                </a:lnTo>
                <a:lnTo>
                  <a:pt x="5012" y="1028970"/>
                </a:lnTo>
                <a:lnTo>
                  <a:pt x="5185" y="1028970"/>
                </a:lnTo>
                <a:lnTo>
                  <a:pt x="5357" y="1028970"/>
                </a:lnTo>
                <a:lnTo>
                  <a:pt x="5531" y="1028970"/>
                </a:lnTo>
                <a:lnTo>
                  <a:pt x="5704" y="1028970"/>
                </a:lnTo>
                <a:lnTo>
                  <a:pt x="5876" y="1028970"/>
                </a:lnTo>
                <a:lnTo>
                  <a:pt x="6049" y="1028970"/>
                </a:lnTo>
                <a:lnTo>
                  <a:pt x="6222" y="1028970"/>
                </a:lnTo>
                <a:lnTo>
                  <a:pt x="6395" y="1028970"/>
                </a:lnTo>
                <a:lnTo>
                  <a:pt x="6567" y="1028970"/>
                </a:lnTo>
                <a:lnTo>
                  <a:pt x="6740" y="1028970"/>
                </a:lnTo>
                <a:lnTo>
                  <a:pt x="6913" y="1028970"/>
                </a:lnTo>
                <a:lnTo>
                  <a:pt x="7086" y="1028970"/>
                </a:lnTo>
                <a:lnTo>
                  <a:pt x="7259" y="1028970"/>
                </a:lnTo>
                <a:lnTo>
                  <a:pt x="7432" y="1028970"/>
                </a:lnTo>
                <a:lnTo>
                  <a:pt x="7605" y="1028970"/>
                </a:lnTo>
                <a:lnTo>
                  <a:pt x="7777" y="1028970"/>
                </a:lnTo>
                <a:lnTo>
                  <a:pt x="7950" y="1028970"/>
                </a:lnTo>
                <a:lnTo>
                  <a:pt x="8123" y="1028970"/>
                </a:lnTo>
                <a:lnTo>
                  <a:pt x="8296" y="1028970"/>
                </a:lnTo>
                <a:lnTo>
                  <a:pt x="8469" y="1028970"/>
                </a:lnTo>
                <a:lnTo>
                  <a:pt x="8641" y="1028970"/>
                </a:lnTo>
                <a:lnTo>
                  <a:pt x="8815" y="1028970"/>
                </a:lnTo>
                <a:lnTo>
                  <a:pt x="8987" y="1028970"/>
                </a:lnTo>
                <a:lnTo>
                  <a:pt x="9160" y="1028970"/>
                </a:lnTo>
                <a:lnTo>
                  <a:pt x="9333" y="1028970"/>
                </a:lnTo>
                <a:lnTo>
                  <a:pt x="9506" y="1028970"/>
                </a:lnTo>
                <a:lnTo>
                  <a:pt x="9678" y="1028970"/>
                </a:lnTo>
                <a:lnTo>
                  <a:pt x="9851" y="1028970"/>
                </a:lnTo>
                <a:lnTo>
                  <a:pt x="10025" y="1028970"/>
                </a:lnTo>
                <a:lnTo>
                  <a:pt x="10197" y="1028970"/>
                </a:lnTo>
                <a:lnTo>
                  <a:pt x="10370" y="1028970"/>
                </a:lnTo>
                <a:lnTo>
                  <a:pt x="10542" y="1028970"/>
                </a:lnTo>
                <a:lnTo>
                  <a:pt x="10716" y="1028970"/>
                </a:lnTo>
                <a:lnTo>
                  <a:pt x="10888" y="1028970"/>
                </a:lnTo>
                <a:lnTo>
                  <a:pt x="11061" y="1028970"/>
                </a:lnTo>
                <a:lnTo>
                  <a:pt x="11234" y="1028970"/>
                </a:lnTo>
                <a:lnTo>
                  <a:pt x="11407" y="1028970"/>
                </a:lnTo>
                <a:lnTo>
                  <a:pt x="11580" y="1028970"/>
                </a:lnTo>
                <a:lnTo>
                  <a:pt x="11752" y="1028970"/>
                </a:lnTo>
                <a:lnTo>
                  <a:pt x="11926" y="1028970"/>
                </a:lnTo>
                <a:lnTo>
                  <a:pt x="12098" y="1028970"/>
                </a:lnTo>
                <a:lnTo>
                  <a:pt x="12271" y="1028970"/>
                </a:lnTo>
                <a:lnTo>
                  <a:pt x="12443" y="1028970"/>
                </a:lnTo>
                <a:lnTo>
                  <a:pt x="12617" y="1028970"/>
                </a:lnTo>
                <a:lnTo>
                  <a:pt x="12790" y="1028970"/>
                </a:lnTo>
                <a:lnTo>
                  <a:pt x="12962" y="1028970"/>
                </a:lnTo>
                <a:lnTo>
                  <a:pt x="13136" y="1028970"/>
                </a:lnTo>
                <a:lnTo>
                  <a:pt x="13308" y="1028970"/>
                </a:lnTo>
                <a:lnTo>
                  <a:pt x="13481" y="1028970"/>
                </a:lnTo>
                <a:lnTo>
                  <a:pt x="13653" y="1028970"/>
                </a:lnTo>
                <a:lnTo>
                  <a:pt x="13827" y="1028970"/>
                </a:lnTo>
                <a:lnTo>
                  <a:pt x="13999" y="1028970"/>
                </a:lnTo>
                <a:lnTo>
                  <a:pt x="14172" y="1028970"/>
                </a:lnTo>
                <a:lnTo>
                  <a:pt x="14345" y="1028970"/>
                </a:lnTo>
                <a:lnTo>
                  <a:pt x="14518" y="1028970"/>
                </a:lnTo>
                <a:lnTo>
                  <a:pt x="14691" y="1028970"/>
                </a:lnTo>
                <a:lnTo>
                  <a:pt x="14863" y="1028970"/>
                </a:lnTo>
                <a:lnTo>
                  <a:pt x="15037" y="1028970"/>
                </a:lnTo>
                <a:lnTo>
                  <a:pt x="15209" y="1028970"/>
                </a:lnTo>
                <a:lnTo>
                  <a:pt x="15382" y="1028970"/>
                </a:lnTo>
                <a:lnTo>
                  <a:pt x="15555" y="1028970"/>
                </a:lnTo>
                <a:lnTo>
                  <a:pt x="15728" y="1028970"/>
                </a:lnTo>
                <a:lnTo>
                  <a:pt x="15901" y="1028970"/>
                </a:lnTo>
                <a:lnTo>
                  <a:pt x="16073" y="1028970"/>
                </a:lnTo>
                <a:lnTo>
                  <a:pt x="16246" y="1028970"/>
                </a:lnTo>
                <a:lnTo>
                  <a:pt x="16419" y="1028970"/>
                </a:lnTo>
                <a:lnTo>
                  <a:pt x="16592" y="1028970"/>
                </a:lnTo>
                <a:lnTo>
                  <a:pt x="16764" y="1028970"/>
                </a:lnTo>
                <a:lnTo>
                  <a:pt x="16938" y="1028970"/>
                </a:lnTo>
                <a:lnTo>
                  <a:pt x="17111" y="1028970"/>
                </a:lnTo>
                <a:lnTo>
                  <a:pt x="17283" y="1028970"/>
                </a:lnTo>
                <a:lnTo>
                  <a:pt x="17456" y="1028970"/>
                </a:lnTo>
                <a:lnTo>
                  <a:pt x="17629" y="1028970"/>
                </a:lnTo>
                <a:lnTo>
                  <a:pt x="17802" y="1028970"/>
                </a:lnTo>
                <a:lnTo>
                  <a:pt x="17974" y="1028970"/>
                </a:lnTo>
                <a:lnTo>
                  <a:pt x="18147" y="1028970"/>
                </a:lnTo>
                <a:lnTo>
                  <a:pt x="18320" y="1028970"/>
                </a:lnTo>
                <a:lnTo>
                  <a:pt x="18493" y="1028970"/>
                </a:lnTo>
                <a:lnTo>
                  <a:pt x="18666" y="1028970"/>
                </a:lnTo>
                <a:lnTo>
                  <a:pt x="18839" y="1028970"/>
                </a:lnTo>
                <a:lnTo>
                  <a:pt x="19012" y="1028970"/>
                </a:lnTo>
                <a:lnTo>
                  <a:pt x="19184" y="1028970"/>
                </a:lnTo>
                <a:lnTo>
                  <a:pt x="19357" y="1028970"/>
                </a:lnTo>
                <a:lnTo>
                  <a:pt x="19530" y="1028970"/>
                </a:lnTo>
                <a:lnTo>
                  <a:pt x="19703" y="1028970"/>
                </a:lnTo>
                <a:lnTo>
                  <a:pt x="19876" y="1028970"/>
                </a:lnTo>
                <a:lnTo>
                  <a:pt x="20048" y="1028970"/>
                </a:lnTo>
                <a:lnTo>
                  <a:pt x="20222" y="1028970"/>
                </a:lnTo>
                <a:lnTo>
                  <a:pt x="20394" y="1028970"/>
                </a:lnTo>
                <a:lnTo>
                  <a:pt x="20567" y="1028970"/>
                </a:lnTo>
                <a:lnTo>
                  <a:pt x="20740" y="1028970"/>
                </a:lnTo>
                <a:lnTo>
                  <a:pt x="20913" y="1028970"/>
                </a:lnTo>
                <a:lnTo>
                  <a:pt x="21085" y="1028970"/>
                </a:lnTo>
                <a:lnTo>
                  <a:pt x="21258" y="1028970"/>
                </a:lnTo>
                <a:lnTo>
                  <a:pt x="21432" y="1028970"/>
                </a:lnTo>
                <a:lnTo>
                  <a:pt x="21604" y="1028970"/>
                </a:lnTo>
                <a:lnTo>
                  <a:pt x="21777" y="1028970"/>
                </a:lnTo>
                <a:lnTo>
                  <a:pt x="21949" y="1028970"/>
                </a:lnTo>
                <a:lnTo>
                  <a:pt x="22123" y="1028970"/>
                </a:lnTo>
                <a:lnTo>
                  <a:pt x="22295" y="1028970"/>
                </a:lnTo>
                <a:lnTo>
                  <a:pt x="22468" y="1028970"/>
                </a:lnTo>
                <a:lnTo>
                  <a:pt x="22641" y="1028970"/>
                </a:lnTo>
                <a:lnTo>
                  <a:pt x="22814" y="1028970"/>
                </a:lnTo>
                <a:lnTo>
                  <a:pt x="22987" y="1028970"/>
                </a:lnTo>
                <a:lnTo>
                  <a:pt x="23159" y="1028970"/>
                </a:lnTo>
                <a:lnTo>
                  <a:pt x="23333" y="1028970"/>
                </a:lnTo>
                <a:lnTo>
                  <a:pt x="23505" y="1028970"/>
                </a:lnTo>
                <a:lnTo>
                  <a:pt x="23678" y="1028970"/>
                </a:lnTo>
                <a:lnTo>
                  <a:pt x="23851" y="1028970"/>
                </a:lnTo>
                <a:lnTo>
                  <a:pt x="24024" y="1028970"/>
                </a:lnTo>
                <a:lnTo>
                  <a:pt x="24197" y="1028970"/>
                </a:lnTo>
                <a:lnTo>
                  <a:pt x="24369" y="1028970"/>
                </a:lnTo>
                <a:lnTo>
                  <a:pt x="24543" y="1028970"/>
                </a:lnTo>
                <a:lnTo>
                  <a:pt x="24715" y="1028970"/>
                </a:lnTo>
                <a:lnTo>
                  <a:pt x="24888" y="1028970"/>
                </a:lnTo>
                <a:lnTo>
                  <a:pt x="25060" y="1028970"/>
                </a:lnTo>
                <a:lnTo>
                  <a:pt x="25234" y="1028970"/>
                </a:lnTo>
                <a:lnTo>
                  <a:pt x="25406" y="1028970"/>
                </a:lnTo>
                <a:lnTo>
                  <a:pt x="25579" y="1028970"/>
                </a:lnTo>
                <a:lnTo>
                  <a:pt x="25752" y="1028970"/>
                </a:lnTo>
                <a:lnTo>
                  <a:pt x="25925" y="1028970"/>
                </a:lnTo>
                <a:lnTo>
                  <a:pt x="26098" y="1028970"/>
                </a:lnTo>
                <a:lnTo>
                  <a:pt x="26270" y="1028970"/>
                </a:lnTo>
                <a:lnTo>
                  <a:pt x="26444" y="1028970"/>
                </a:lnTo>
                <a:lnTo>
                  <a:pt x="26616" y="1028970"/>
                </a:lnTo>
                <a:lnTo>
                  <a:pt x="26789" y="1028970"/>
                </a:lnTo>
                <a:lnTo>
                  <a:pt x="26962" y="1028970"/>
                </a:lnTo>
                <a:lnTo>
                  <a:pt x="27135" y="1028970"/>
                </a:lnTo>
                <a:lnTo>
                  <a:pt x="27308" y="1028970"/>
                </a:lnTo>
                <a:lnTo>
                  <a:pt x="27480" y="1028970"/>
                </a:lnTo>
                <a:lnTo>
                  <a:pt x="27653" y="1028970"/>
                </a:lnTo>
                <a:lnTo>
                  <a:pt x="27826" y="1028970"/>
                </a:lnTo>
                <a:lnTo>
                  <a:pt x="27999" y="1028970"/>
                </a:lnTo>
                <a:lnTo>
                  <a:pt x="28172" y="1028970"/>
                </a:lnTo>
                <a:lnTo>
                  <a:pt x="28345" y="1028970"/>
                </a:lnTo>
                <a:lnTo>
                  <a:pt x="28518" y="1028970"/>
                </a:lnTo>
                <a:lnTo>
                  <a:pt x="28690" y="1028970"/>
                </a:lnTo>
                <a:lnTo>
                  <a:pt x="28863" y="1028970"/>
                </a:lnTo>
                <a:lnTo>
                  <a:pt x="29036" y="1028970"/>
                </a:lnTo>
                <a:lnTo>
                  <a:pt x="29209" y="1028970"/>
                </a:lnTo>
                <a:lnTo>
                  <a:pt x="29381" y="1028970"/>
                </a:lnTo>
                <a:lnTo>
                  <a:pt x="29554" y="1028970"/>
                </a:lnTo>
                <a:lnTo>
                  <a:pt x="29727" y="1028970"/>
                </a:lnTo>
                <a:lnTo>
                  <a:pt x="29900" y="1028970"/>
                </a:lnTo>
                <a:lnTo>
                  <a:pt x="30073" y="1028970"/>
                </a:lnTo>
                <a:lnTo>
                  <a:pt x="30246" y="1028970"/>
                </a:lnTo>
                <a:lnTo>
                  <a:pt x="30419" y="1028970"/>
                </a:lnTo>
                <a:lnTo>
                  <a:pt x="30591" y="1028970"/>
                </a:lnTo>
                <a:lnTo>
                  <a:pt x="30764" y="1028970"/>
                </a:lnTo>
                <a:lnTo>
                  <a:pt x="30937" y="1028970"/>
                </a:lnTo>
                <a:lnTo>
                  <a:pt x="31110" y="1028970"/>
                </a:lnTo>
                <a:lnTo>
                  <a:pt x="31283" y="1028970"/>
                </a:lnTo>
                <a:lnTo>
                  <a:pt x="31455" y="1028970"/>
                </a:lnTo>
                <a:lnTo>
                  <a:pt x="31629" y="1028970"/>
                </a:lnTo>
                <a:lnTo>
                  <a:pt x="31801" y="1028970"/>
                </a:lnTo>
                <a:lnTo>
                  <a:pt x="31974" y="1028970"/>
                </a:lnTo>
                <a:lnTo>
                  <a:pt x="32147" y="1028970"/>
                </a:lnTo>
                <a:lnTo>
                  <a:pt x="32320" y="1028970"/>
                </a:lnTo>
                <a:lnTo>
                  <a:pt x="32493" y="1028970"/>
                </a:lnTo>
                <a:lnTo>
                  <a:pt x="32665" y="1028970"/>
                </a:lnTo>
                <a:lnTo>
                  <a:pt x="32839" y="1028970"/>
                </a:lnTo>
                <a:lnTo>
                  <a:pt x="33011" y="1028970"/>
                </a:lnTo>
                <a:lnTo>
                  <a:pt x="33184" y="1028970"/>
                </a:lnTo>
                <a:lnTo>
                  <a:pt x="33356" y="1028970"/>
                </a:lnTo>
                <a:lnTo>
                  <a:pt x="33530" y="1028970"/>
                </a:lnTo>
                <a:lnTo>
                  <a:pt x="33702" y="1028970"/>
                </a:lnTo>
                <a:lnTo>
                  <a:pt x="33875" y="1028970"/>
                </a:lnTo>
                <a:lnTo>
                  <a:pt x="34048" y="1028970"/>
                </a:lnTo>
                <a:lnTo>
                  <a:pt x="34221" y="1028970"/>
                </a:lnTo>
                <a:lnTo>
                  <a:pt x="34394" y="1028970"/>
                </a:lnTo>
                <a:lnTo>
                  <a:pt x="34566" y="1028970"/>
                </a:lnTo>
                <a:lnTo>
                  <a:pt x="34740" y="1028970"/>
                </a:lnTo>
                <a:lnTo>
                  <a:pt x="34912" y="1028970"/>
                </a:lnTo>
                <a:lnTo>
                  <a:pt x="35085" y="1028970"/>
                </a:lnTo>
                <a:lnTo>
                  <a:pt x="35258" y="1028970"/>
                </a:lnTo>
                <a:lnTo>
                  <a:pt x="35431" y="1028970"/>
                </a:lnTo>
                <a:lnTo>
                  <a:pt x="35604" y="1028970"/>
                </a:lnTo>
                <a:lnTo>
                  <a:pt x="35776" y="1028970"/>
                </a:lnTo>
                <a:lnTo>
                  <a:pt x="35950" y="1028970"/>
                </a:lnTo>
                <a:lnTo>
                  <a:pt x="36122" y="1028970"/>
                </a:lnTo>
                <a:lnTo>
                  <a:pt x="36295" y="1028970"/>
                </a:lnTo>
                <a:lnTo>
                  <a:pt x="36467" y="1028970"/>
                </a:lnTo>
                <a:lnTo>
                  <a:pt x="36641" y="1028970"/>
                </a:lnTo>
                <a:lnTo>
                  <a:pt x="36814" y="1028970"/>
                </a:lnTo>
                <a:lnTo>
                  <a:pt x="36986" y="1028970"/>
                </a:lnTo>
                <a:lnTo>
                  <a:pt x="37159" y="1028970"/>
                </a:lnTo>
                <a:lnTo>
                  <a:pt x="37332" y="1028970"/>
                </a:lnTo>
                <a:lnTo>
                  <a:pt x="37505" y="1028970"/>
                </a:lnTo>
                <a:lnTo>
                  <a:pt x="37677" y="1028970"/>
                </a:lnTo>
                <a:lnTo>
                  <a:pt x="37851" y="1028970"/>
                </a:lnTo>
                <a:lnTo>
                  <a:pt x="38023" y="1028970"/>
                </a:lnTo>
                <a:lnTo>
                  <a:pt x="38196" y="1028970"/>
                </a:lnTo>
                <a:lnTo>
                  <a:pt x="38369" y="1028970"/>
                </a:lnTo>
                <a:lnTo>
                  <a:pt x="38542" y="1028970"/>
                </a:lnTo>
                <a:lnTo>
                  <a:pt x="38715" y="1028970"/>
                </a:lnTo>
                <a:lnTo>
                  <a:pt x="38887" y="1028970"/>
                </a:lnTo>
                <a:lnTo>
                  <a:pt x="39060" y="1028970"/>
                </a:lnTo>
                <a:lnTo>
                  <a:pt x="39233" y="1028970"/>
                </a:lnTo>
                <a:lnTo>
                  <a:pt x="39406" y="1028970"/>
                </a:lnTo>
                <a:lnTo>
                  <a:pt x="39579" y="1028970"/>
                </a:lnTo>
                <a:lnTo>
                  <a:pt x="39752" y="1028970"/>
                </a:lnTo>
                <a:lnTo>
                  <a:pt x="39925" y="1028970"/>
                </a:lnTo>
                <a:lnTo>
                  <a:pt x="40097" y="1028970"/>
                </a:lnTo>
                <a:lnTo>
                  <a:pt x="40270" y="1028970"/>
                </a:lnTo>
                <a:lnTo>
                  <a:pt x="40443" y="1028970"/>
                </a:lnTo>
                <a:lnTo>
                  <a:pt x="40616" y="1028970"/>
                </a:lnTo>
                <a:lnTo>
                  <a:pt x="40788" y="1028970"/>
                </a:lnTo>
                <a:lnTo>
                  <a:pt x="40961" y="1028970"/>
                </a:lnTo>
                <a:lnTo>
                  <a:pt x="41135" y="1028970"/>
                </a:lnTo>
                <a:lnTo>
                  <a:pt x="41307" y="1028970"/>
                </a:lnTo>
                <a:lnTo>
                  <a:pt x="41480" y="1028970"/>
                </a:lnTo>
                <a:lnTo>
                  <a:pt x="41653" y="1028970"/>
                </a:lnTo>
                <a:lnTo>
                  <a:pt x="41826" y="1028970"/>
                </a:lnTo>
                <a:lnTo>
                  <a:pt x="41998" y="1028970"/>
                </a:lnTo>
                <a:lnTo>
                  <a:pt x="42171" y="1028970"/>
                </a:lnTo>
                <a:lnTo>
                  <a:pt x="42344" y="1028970"/>
                </a:lnTo>
                <a:lnTo>
                  <a:pt x="42517" y="1028970"/>
                </a:lnTo>
                <a:lnTo>
                  <a:pt x="42690" y="1028970"/>
                </a:lnTo>
                <a:lnTo>
                  <a:pt x="42862" y="1028970"/>
                </a:lnTo>
                <a:lnTo>
                  <a:pt x="43036" y="1028970"/>
                </a:lnTo>
                <a:lnTo>
                  <a:pt x="43208" y="1028970"/>
                </a:lnTo>
                <a:lnTo>
                  <a:pt x="43381" y="1028970"/>
                </a:lnTo>
                <a:lnTo>
                  <a:pt x="43554" y="1028970"/>
                </a:lnTo>
                <a:lnTo>
                  <a:pt x="43727" y="1028970"/>
                </a:lnTo>
                <a:lnTo>
                  <a:pt x="43900" y="1028970"/>
                </a:lnTo>
                <a:lnTo>
                  <a:pt x="44072" y="1028970"/>
                </a:lnTo>
                <a:lnTo>
                  <a:pt x="44246" y="1028970"/>
                </a:lnTo>
                <a:lnTo>
                  <a:pt x="44418" y="1028970"/>
                </a:lnTo>
                <a:lnTo>
                  <a:pt x="44591" y="1028970"/>
                </a:lnTo>
                <a:lnTo>
                  <a:pt x="44763" y="1028970"/>
                </a:lnTo>
                <a:lnTo>
                  <a:pt x="44937" y="1028970"/>
                </a:lnTo>
                <a:lnTo>
                  <a:pt x="45109" y="1028970"/>
                </a:lnTo>
                <a:lnTo>
                  <a:pt x="45282" y="1028970"/>
                </a:lnTo>
                <a:lnTo>
                  <a:pt x="45456" y="1028970"/>
                </a:lnTo>
                <a:lnTo>
                  <a:pt x="45628" y="1028970"/>
                </a:lnTo>
                <a:lnTo>
                  <a:pt x="45801" y="1028970"/>
                </a:lnTo>
                <a:lnTo>
                  <a:pt x="45973" y="1028970"/>
                </a:lnTo>
                <a:lnTo>
                  <a:pt x="46147" y="1028970"/>
                </a:lnTo>
                <a:lnTo>
                  <a:pt x="46319" y="1028970"/>
                </a:lnTo>
                <a:lnTo>
                  <a:pt x="46492" y="1028970"/>
                </a:lnTo>
                <a:lnTo>
                  <a:pt x="46665" y="1028970"/>
                </a:lnTo>
                <a:lnTo>
                  <a:pt x="46838" y="1028970"/>
                </a:lnTo>
                <a:lnTo>
                  <a:pt x="47011" y="1028970"/>
                </a:lnTo>
                <a:lnTo>
                  <a:pt x="47183" y="1028970"/>
                </a:lnTo>
                <a:lnTo>
                  <a:pt x="47357" y="1028970"/>
                </a:lnTo>
                <a:lnTo>
                  <a:pt x="47529" y="1028970"/>
                </a:lnTo>
                <a:lnTo>
                  <a:pt x="47702" y="1028970"/>
                </a:lnTo>
                <a:lnTo>
                  <a:pt x="47874" y="1028970"/>
                </a:lnTo>
                <a:lnTo>
                  <a:pt x="48048" y="1028970"/>
                </a:lnTo>
                <a:lnTo>
                  <a:pt x="48221" y="1028970"/>
                </a:lnTo>
                <a:lnTo>
                  <a:pt x="48393" y="1028970"/>
                </a:lnTo>
                <a:lnTo>
                  <a:pt x="48566" y="1028970"/>
                </a:lnTo>
                <a:lnTo>
                  <a:pt x="48739" y="1028970"/>
                </a:lnTo>
                <a:lnTo>
                  <a:pt x="48912" y="1028970"/>
                </a:lnTo>
                <a:lnTo>
                  <a:pt x="49084" y="1028970"/>
                </a:lnTo>
                <a:lnTo>
                  <a:pt x="49258" y="1028970"/>
                </a:lnTo>
                <a:lnTo>
                  <a:pt x="49430" y="1028970"/>
                </a:lnTo>
                <a:lnTo>
                  <a:pt x="49603" y="1028970"/>
                </a:lnTo>
                <a:lnTo>
                  <a:pt x="49776" y="1028970"/>
                </a:lnTo>
                <a:lnTo>
                  <a:pt x="49949" y="1028970"/>
                </a:lnTo>
                <a:lnTo>
                  <a:pt x="50122" y="1028970"/>
                </a:lnTo>
                <a:lnTo>
                  <a:pt x="50294" y="1028970"/>
                </a:lnTo>
                <a:lnTo>
                  <a:pt x="50467" y="1028970"/>
                </a:lnTo>
                <a:lnTo>
                  <a:pt x="50640" y="1028970"/>
                </a:lnTo>
                <a:lnTo>
                  <a:pt x="50813" y="1028970"/>
                </a:lnTo>
                <a:lnTo>
                  <a:pt x="50986" y="1028970"/>
                </a:lnTo>
                <a:lnTo>
                  <a:pt x="51159" y="1028970"/>
                </a:lnTo>
                <a:lnTo>
                  <a:pt x="51332" y="1028970"/>
                </a:lnTo>
                <a:lnTo>
                  <a:pt x="51504" y="1028970"/>
                </a:lnTo>
                <a:lnTo>
                  <a:pt x="51677" y="1028970"/>
                </a:lnTo>
                <a:lnTo>
                  <a:pt x="51850" y="1028970"/>
                </a:lnTo>
                <a:lnTo>
                  <a:pt x="52023" y="1028970"/>
                </a:lnTo>
                <a:lnTo>
                  <a:pt x="52195" y="1028970"/>
                </a:lnTo>
                <a:lnTo>
                  <a:pt x="52368" y="1028970"/>
                </a:lnTo>
                <a:lnTo>
                  <a:pt x="52542" y="1028970"/>
                </a:lnTo>
                <a:lnTo>
                  <a:pt x="52714" y="1028970"/>
                </a:lnTo>
                <a:lnTo>
                  <a:pt x="52887" y="1028970"/>
                </a:lnTo>
                <a:lnTo>
                  <a:pt x="53060" y="1028970"/>
                </a:lnTo>
                <a:lnTo>
                  <a:pt x="53233" y="1028970"/>
                </a:lnTo>
                <a:lnTo>
                  <a:pt x="53405" y="1028970"/>
                </a:lnTo>
                <a:lnTo>
                  <a:pt x="53578" y="1028970"/>
                </a:lnTo>
                <a:lnTo>
                  <a:pt x="53751" y="1028970"/>
                </a:lnTo>
                <a:lnTo>
                  <a:pt x="53924" y="1028970"/>
                </a:lnTo>
                <a:lnTo>
                  <a:pt x="54097" y="1028970"/>
                </a:lnTo>
                <a:lnTo>
                  <a:pt x="54269" y="1028970"/>
                </a:lnTo>
                <a:lnTo>
                  <a:pt x="54443" y="1028970"/>
                </a:lnTo>
                <a:lnTo>
                  <a:pt x="54615" y="1028970"/>
                </a:lnTo>
                <a:lnTo>
                  <a:pt x="54788" y="1028970"/>
                </a:lnTo>
                <a:lnTo>
                  <a:pt x="54961" y="1028970"/>
                </a:lnTo>
                <a:lnTo>
                  <a:pt x="55134" y="1028970"/>
                </a:lnTo>
                <a:lnTo>
                  <a:pt x="55307" y="1028970"/>
                </a:lnTo>
                <a:lnTo>
                  <a:pt x="55479" y="1028970"/>
                </a:lnTo>
                <a:lnTo>
                  <a:pt x="55653" y="1028970"/>
                </a:lnTo>
                <a:lnTo>
                  <a:pt x="55825" y="1028970"/>
                </a:lnTo>
                <a:lnTo>
                  <a:pt x="55998" y="1028970"/>
                </a:lnTo>
                <a:lnTo>
                  <a:pt x="56170" y="1028970"/>
                </a:lnTo>
                <a:lnTo>
                  <a:pt x="56344" y="1028970"/>
                </a:lnTo>
                <a:lnTo>
                  <a:pt x="56516" y="1028970"/>
                </a:lnTo>
                <a:lnTo>
                  <a:pt x="56689" y="1028970"/>
                </a:lnTo>
                <a:lnTo>
                  <a:pt x="56863" y="1028970"/>
                </a:lnTo>
                <a:lnTo>
                  <a:pt x="57035" y="1028970"/>
                </a:lnTo>
                <a:lnTo>
                  <a:pt x="57208" y="1028970"/>
                </a:lnTo>
                <a:lnTo>
                  <a:pt x="57380" y="1028970"/>
                </a:lnTo>
                <a:lnTo>
                  <a:pt x="57554" y="1028970"/>
                </a:lnTo>
                <a:lnTo>
                  <a:pt x="57726" y="1028970"/>
                </a:lnTo>
                <a:lnTo>
                  <a:pt x="57899" y="1028970"/>
                </a:lnTo>
                <a:lnTo>
                  <a:pt x="58072" y="1028970"/>
                </a:lnTo>
                <a:lnTo>
                  <a:pt x="58245" y="1028970"/>
                </a:lnTo>
                <a:lnTo>
                  <a:pt x="58418" y="1028970"/>
                </a:lnTo>
                <a:lnTo>
                  <a:pt x="58590" y="1028970"/>
                </a:lnTo>
                <a:lnTo>
                  <a:pt x="58764" y="1028970"/>
                </a:lnTo>
                <a:lnTo>
                  <a:pt x="58936" y="1028970"/>
                </a:lnTo>
                <a:lnTo>
                  <a:pt x="59109" y="1028970"/>
                </a:lnTo>
                <a:lnTo>
                  <a:pt x="59282" y="1028970"/>
                </a:lnTo>
                <a:lnTo>
                  <a:pt x="59455" y="1028970"/>
                </a:lnTo>
                <a:lnTo>
                  <a:pt x="59628" y="1028970"/>
                </a:lnTo>
                <a:lnTo>
                  <a:pt x="59800" y="1028970"/>
                </a:lnTo>
                <a:lnTo>
                  <a:pt x="59973" y="1028970"/>
                </a:lnTo>
                <a:lnTo>
                  <a:pt x="60146" y="1028970"/>
                </a:lnTo>
                <a:lnTo>
                  <a:pt x="60319" y="1028970"/>
                </a:lnTo>
                <a:lnTo>
                  <a:pt x="60491" y="1028970"/>
                </a:lnTo>
                <a:lnTo>
                  <a:pt x="60665" y="1028970"/>
                </a:lnTo>
                <a:lnTo>
                  <a:pt x="60837" y="1028970"/>
                </a:lnTo>
                <a:lnTo>
                  <a:pt x="61010" y="1028970"/>
                </a:lnTo>
                <a:lnTo>
                  <a:pt x="61183" y="1028970"/>
                </a:lnTo>
                <a:lnTo>
                  <a:pt x="61356" y="1028970"/>
                </a:lnTo>
                <a:lnTo>
                  <a:pt x="61529" y="1028970"/>
                </a:lnTo>
                <a:lnTo>
                  <a:pt x="61701" y="1028970"/>
                </a:lnTo>
                <a:lnTo>
                  <a:pt x="61874" y="1028970"/>
                </a:lnTo>
                <a:lnTo>
                  <a:pt x="62047" y="1028970"/>
                </a:lnTo>
                <a:lnTo>
                  <a:pt x="62220" y="1028970"/>
                </a:lnTo>
                <a:lnTo>
                  <a:pt x="62393" y="1028970"/>
                </a:lnTo>
                <a:lnTo>
                  <a:pt x="62566" y="1028970"/>
                </a:lnTo>
                <a:lnTo>
                  <a:pt x="62739" y="1028970"/>
                </a:lnTo>
                <a:lnTo>
                  <a:pt x="62911" y="1028970"/>
                </a:lnTo>
                <a:lnTo>
                  <a:pt x="63084" y="1028970"/>
                </a:lnTo>
                <a:lnTo>
                  <a:pt x="63257" y="1028970"/>
                </a:lnTo>
                <a:lnTo>
                  <a:pt x="63430" y="1028970"/>
                </a:lnTo>
                <a:lnTo>
                  <a:pt x="63603" y="1028970"/>
                </a:lnTo>
                <a:lnTo>
                  <a:pt x="63775" y="1028970"/>
                </a:lnTo>
                <a:lnTo>
                  <a:pt x="63949" y="1028970"/>
                </a:lnTo>
                <a:lnTo>
                  <a:pt x="64121" y="1028970"/>
                </a:lnTo>
                <a:lnTo>
                  <a:pt x="64294" y="1028970"/>
                </a:lnTo>
                <a:lnTo>
                  <a:pt x="64467" y="1028970"/>
                </a:lnTo>
                <a:lnTo>
                  <a:pt x="64640" y="1028970"/>
                </a:lnTo>
                <a:lnTo>
                  <a:pt x="64812" y="1028970"/>
                </a:lnTo>
                <a:lnTo>
                  <a:pt x="64985" y="1028970"/>
                </a:lnTo>
                <a:lnTo>
                  <a:pt x="65158" y="1028970"/>
                </a:lnTo>
                <a:lnTo>
                  <a:pt x="65331" y="1028970"/>
                </a:lnTo>
                <a:lnTo>
                  <a:pt x="65504" y="1028970"/>
                </a:lnTo>
                <a:lnTo>
                  <a:pt x="65676" y="1028970"/>
                </a:lnTo>
                <a:lnTo>
                  <a:pt x="65850" y="1028970"/>
                </a:lnTo>
                <a:lnTo>
                  <a:pt x="66022" y="1028970"/>
                </a:lnTo>
                <a:lnTo>
                  <a:pt x="66195" y="1028970"/>
                </a:lnTo>
                <a:lnTo>
                  <a:pt x="66368" y="1028970"/>
                </a:lnTo>
                <a:lnTo>
                  <a:pt x="66541" y="1028970"/>
                </a:lnTo>
                <a:lnTo>
                  <a:pt x="66714" y="1028970"/>
                </a:lnTo>
                <a:lnTo>
                  <a:pt x="66886" y="1028970"/>
                </a:lnTo>
                <a:lnTo>
                  <a:pt x="67060" y="1028970"/>
                </a:lnTo>
                <a:lnTo>
                  <a:pt x="67232" y="1028970"/>
                </a:lnTo>
                <a:lnTo>
                  <a:pt x="67405" y="1028970"/>
                </a:lnTo>
                <a:lnTo>
                  <a:pt x="67577" y="1028970"/>
                </a:lnTo>
                <a:lnTo>
                  <a:pt x="67751" y="1028970"/>
                </a:lnTo>
                <a:lnTo>
                  <a:pt x="67924" y="1028970"/>
                </a:lnTo>
                <a:lnTo>
                  <a:pt x="68096" y="1028970"/>
                </a:lnTo>
                <a:lnTo>
                  <a:pt x="68270" y="1028970"/>
                </a:lnTo>
                <a:lnTo>
                  <a:pt x="68442" y="1028970"/>
                </a:lnTo>
                <a:lnTo>
                  <a:pt x="68615" y="1028970"/>
                </a:lnTo>
                <a:lnTo>
                  <a:pt x="68787" y="1028970"/>
                </a:lnTo>
                <a:lnTo>
                  <a:pt x="68961" y="1028970"/>
                </a:lnTo>
                <a:lnTo>
                  <a:pt x="69133" y="1028970"/>
                </a:lnTo>
                <a:lnTo>
                  <a:pt x="69306" y="1028970"/>
                </a:lnTo>
                <a:lnTo>
                  <a:pt x="69479" y="1028970"/>
                </a:lnTo>
                <a:lnTo>
                  <a:pt x="69652" y="1028970"/>
                </a:lnTo>
                <a:lnTo>
                  <a:pt x="69825" y="1028970"/>
                </a:lnTo>
                <a:lnTo>
                  <a:pt x="69997" y="1028970"/>
                </a:lnTo>
                <a:lnTo>
                  <a:pt x="70171" y="1028970"/>
                </a:lnTo>
                <a:lnTo>
                  <a:pt x="70343" y="1028970"/>
                </a:lnTo>
                <a:lnTo>
                  <a:pt x="70516" y="1028970"/>
                </a:lnTo>
                <a:lnTo>
                  <a:pt x="70689" y="1028970"/>
                </a:lnTo>
                <a:lnTo>
                  <a:pt x="70862" y="1028970"/>
                </a:lnTo>
                <a:lnTo>
                  <a:pt x="71035" y="1028970"/>
                </a:lnTo>
                <a:lnTo>
                  <a:pt x="71207" y="1028970"/>
                </a:lnTo>
                <a:lnTo>
                  <a:pt x="71380" y="1028970"/>
                </a:lnTo>
                <a:lnTo>
                  <a:pt x="71553" y="1028970"/>
                </a:lnTo>
                <a:lnTo>
                  <a:pt x="71726" y="1028970"/>
                </a:lnTo>
                <a:lnTo>
                  <a:pt x="71898" y="1028970"/>
                </a:lnTo>
                <a:lnTo>
                  <a:pt x="72072" y="1028970"/>
                </a:lnTo>
                <a:lnTo>
                  <a:pt x="72245" y="1028970"/>
                </a:lnTo>
                <a:lnTo>
                  <a:pt x="72417" y="1028970"/>
                </a:lnTo>
                <a:lnTo>
                  <a:pt x="72590" y="1028970"/>
                </a:lnTo>
                <a:lnTo>
                  <a:pt x="72763" y="1028970"/>
                </a:lnTo>
                <a:lnTo>
                  <a:pt x="72936" y="1028970"/>
                </a:lnTo>
                <a:lnTo>
                  <a:pt x="73108" y="1028970"/>
                </a:lnTo>
                <a:lnTo>
                  <a:pt x="73281" y="1028970"/>
                </a:lnTo>
                <a:lnTo>
                  <a:pt x="73454" y="1028970"/>
                </a:lnTo>
                <a:lnTo>
                  <a:pt x="73627" y="1028970"/>
                </a:lnTo>
                <a:lnTo>
                  <a:pt x="73800" y="1028970"/>
                </a:lnTo>
                <a:lnTo>
                  <a:pt x="73973" y="1028970"/>
                </a:lnTo>
                <a:lnTo>
                  <a:pt x="74146" y="1028970"/>
                </a:lnTo>
                <a:lnTo>
                  <a:pt x="74318" y="1028970"/>
                </a:lnTo>
                <a:lnTo>
                  <a:pt x="74491" y="1028970"/>
                </a:lnTo>
                <a:lnTo>
                  <a:pt x="74664" y="1028970"/>
                </a:lnTo>
                <a:lnTo>
                  <a:pt x="74837" y="1028970"/>
                </a:lnTo>
                <a:lnTo>
                  <a:pt x="75010" y="1028970"/>
                </a:lnTo>
                <a:lnTo>
                  <a:pt x="75182" y="1028970"/>
                </a:lnTo>
                <a:lnTo>
                  <a:pt x="75356" y="1028970"/>
                </a:lnTo>
                <a:lnTo>
                  <a:pt x="75528" y="1028970"/>
                </a:lnTo>
                <a:lnTo>
                  <a:pt x="75701" y="1028970"/>
                </a:lnTo>
                <a:lnTo>
                  <a:pt x="75874" y="1028970"/>
                </a:lnTo>
                <a:lnTo>
                  <a:pt x="76047" y="1028970"/>
                </a:lnTo>
                <a:lnTo>
                  <a:pt x="76219" y="1028970"/>
                </a:lnTo>
                <a:lnTo>
                  <a:pt x="76392" y="1028970"/>
                </a:lnTo>
                <a:lnTo>
                  <a:pt x="76566" y="1028970"/>
                </a:lnTo>
                <a:lnTo>
                  <a:pt x="76738" y="1028970"/>
                </a:lnTo>
                <a:lnTo>
                  <a:pt x="76911" y="1028970"/>
                </a:lnTo>
                <a:lnTo>
                  <a:pt x="77083" y="1028970"/>
                </a:lnTo>
                <a:lnTo>
                  <a:pt x="77257" y="1028970"/>
                </a:lnTo>
                <a:lnTo>
                  <a:pt x="77429" y="1028970"/>
                </a:lnTo>
                <a:lnTo>
                  <a:pt x="77602" y="1028970"/>
                </a:lnTo>
                <a:lnTo>
                  <a:pt x="77775" y="1028970"/>
                </a:lnTo>
                <a:lnTo>
                  <a:pt x="77948" y="1028970"/>
                </a:lnTo>
                <a:lnTo>
                  <a:pt x="78121" y="1028970"/>
                </a:lnTo>
                <a:lnTo>
                  <a:pt x="78293" y="1028970"/>
                </a:lnTo>
                <a:lnTo>
                  <a:pt x="78467" y="1028970"/>
                </a:lnTo>
                <a:lnTo>
                  <a:pt x="78639" y="1028970"/>
                </a:lnTo>
                <a:lnTo>
                  <a:pt x="78812" y="1028970"/>
                </a:lnTo>
                <a:lnTo>
                  <a:pt x="78984" y="1028970"/>
                </a:lnTo>
                <a:lnTo>
                  <a:pt x="79158" y="1028970"/>
                </a:lnTo>
                <a:lnTo>
                  <a:pt x="79331" y="1028970"/>
                </a:lnTo>
                <a:lnTo>
                  <a:pt x="79503" y="1028970"/>
                </a:lnTo>
                <a:lnTo>
                  <a:pt x="79677" y="1028970"/>
                </a:lnTo>
                <a:lnTo>
                  <a:pt x="79849" y="1028970"/>
                </a:lnTo>
                <a:lnTo>
                  <a:pt x="80022" y="1028970"/>
                </a:lnTo>
                <a:lnTo>
                  <a:pt x="80194" y="1028970"/>
                </a:lnTo>
                <a:lnTo>
                  <a:pt x="80368" y="1028970"/>
                </a:lnTo>
                <a:lnTo>
                  <a:pt x="80540" y="1028970"/>
                </a:lnTo>
                <a:lnTo>
                  <a:pt x="80713" y="1028970"/>
                </a:lnTo>
                <a:lnTo>
                  <a:pt x="80886" y="1028970"/>
                </a:lnTo>
                <a:lnTo>
                  <a:pt x="81059" y="1028970"/>
                </a:lnTo>
                <a:lnTo>
                  <a:pt x="81232" y="1028970"/>
                </a:lnTo>
                <a:lnTo>
                  <a:pt x="81404" y="1028970"/>
                </a:lnTo>
                <a:lnTo>
                  <a:pt x="81578" y="1028970"/>
                </a:lnTo>
                <a:lnTo>
                  <a:pt x="81750" y="1028970"/>
                </a:lnTo>
                <a:lnTo>
                  <a:pt x="81923" y="1028970"/>
                </a:lnTo>
                <a:lnTo>
                  <a:pt x="82096" y="1028970"/>
                </a:lnTo>
                <a:lnTo>
                  <a:pt x="82269" y="1028970"/>
                </a:lnTo>
                <a:lnTo>
                  <a:pt x="82442" y="1028970"/>
                </a:lnTo>
                <a:lnTo>
                  <a:pt x="82614" y="1028970"/>
                </a:lnTo>
                <a:lnTo>
                  <a:pt x="82787" y="1028970"/>
                </a:lnTo>
                <a:lnTo>
                  <a:pt x="82960" y="1028970"/>
                </a:lnTo>
                <a:lnTo>
                  <a:pt x="83133" y="1028970"/>
                </a:lnTo>
                <a:lnTo>
                  <a:pt x="83305" y="1028970"/>
                </a:lnTo>
                <a:lnTo>
                  <a:pt x="83479" y="1028970"/>
                </a:lnTo>
                <a:lnTo>
                  <a:pt x="83652" y="1028970"/>
                </a:lnTo>
                <a:lnTo>
                  <a:pt x="83824" y="1028970"/>
                </a:lnTo>
                <a:lnTo>
                  <a:pt x="83997" y="1028970"/>
                </a:lnTo>
                <a:lnTo>
                  <a:pt x="84170" y="1028970"/>
                </a:lnTo>
                <a:lnTo>
                  <a:pt x="84343" y="1028970"/>
                </a:lnTo>
                <a:lnTo>
                  <a:pt x="84515" y="1028970"/>
                </a:lnTo>
                <a:lnTo>
                  <a:pt x="84688" y="1028970"/>
                </a:lnTo>
                <a:lnTo>
                  <a:pt x="84861" y="1028970"/>
                </a:lnTo>
                <a:lnTo>
                  <a:pt x="85034" y="1028970"/>
                </a:lnTo>
                <a:lnTo>
                  <a:pt x="85207" y="1028970"/>
                </a:lnTo>
                <a:lnTo>
                  <a:pt x="85380" y="1028970"/>
                </a:lnTo>
                <a:lnTo>
                  <a:pt x="85553" y="1028970"/>
                </a:lnTo>
                <a:lnTo>
                  <a:pt x="85725" y="1028970"/>
                </a:lnTo>
                <a:lnTo>
                  <a:pt x="85898" y="1028970"/>
                </a:lnTo>
                <a:lnTo>
                  <a:pt x="86071" y="1028970"/>
                </a:lnTo>
                <a:lnTo>
                  <a:pt x="86244" y="1028970"/>
                </a:lnTo>
                <a:lnTo>
                  <a:pt x="86417" y="1028970"/>
                </a:lnTo>
                <a:lnTo>
                  <a:pt x="86589" y="1028970"/>
                </a:lnTo>
                <a:lnTo>
                  <a:pt x="86763" y="1028970"/>
                </a:lnTo>
                <a:lnTo>
                  <a:pt x="86935" y="1028970"/>
                </a:lnTo>
                <a:lnTo>
                  <a:pt x="87108" y="1028970"/>
                </a:lnTo>
                <a:lnTo>
                  <a:pt x="87281" y="1028970"/>
                </a:lnTo>
                <a:lnTo>
                  <a:pt x="87454" y="1028970"/>
                </a:lnTo>
                <a:lnTo>
                  <a:pt x="87626" y="1028970"/>
                </a:lnTo>
                <a:lnTo>
                  <a:pt x="87799" y="1028970"/>
                </a:lnTo>
                <a:lnTo>
                  <a:pt x="87973" y="1028970"/>
                </a:lnTo>
                <a:lnTo>
                  <a:pt x="88145" y="1028970"/>
                </a:lnTo>
                <a:lnTo>
                  <a:pt x="88318" y="1028970"/>
                </a:lnTo>
                <a:lnTo>
                  <a:pt x="88490" y="1028970"/>
                </a:lnTo>
                <a:lnTo>
                  <a:pt x="88664" y="1028970"/>
                </a:lnTo>
                <a:lnTo>
                  <a:pt x="88836" y="1028970"/>
                </a:lnTo>
                <a:lnTo>
                  <a:pt x="89009" y="1028970"/>
                </a:lnTo>
                <a:lnTo>
                  <a:pt x="89182" y="1028970"/>
                </a:lnTo>
                <a:lnTo>
                  <a:pt x="89355" y="1028970"/>
                </a:lnTo>
                <a:lnTo>
                  <a:pt x="89528" y="1028970"/>
                </a:lnTo>
                <a:lnTo>
                  <a:pt x="89700" y="1028970"/>
                </a:lnTo>
                <a:lnTo>
                  <a:pt x="89874" y="1028970"/>
                </a:lnTo>
                <a:lnTo>
                  <a:pt x="90046" y="1028970"/>
                </a:lnTo>
                <a:lnTo>
                  <a:pt x="90219" y="1028970"/>
                </a:lnTo>
                <a:lnTo>
                  <a:pt x="90391" y="1028970"/>
                </a:lnTo>
                <a:lnTo>
                  <a:pt x="90565" y="1028970"/>
                </a:lnTo>
                <a:lnTo>
                  <a:pt x="90738" y="1028970"/>
                </a:lnTo>
                <a:lnTo>
                  <a:pt x="90910" y="1028970"/>
                </a:lnTo>
                <a:lnTo>
                  <a:pt x="91084" y="1028970"/>
                </a:lnTo>
                <a:lnTo>
                  <a:pt x="91256" y="1028970"/>
                </a:lnTo>
                <a:lnTo>
                  <a:pt x="91429" y="1028970"/>
                </a:lnTo>
                <a:lnTo>
                  <a:pt x="91601" y="1028970"/>
                </a:lnTo>
                <a:lnTo>
                  <a:pt x="91775" y="1028970"/>
                </a:lnTo>
                <a:lnTo>
                  <a:pt x="91947" y="1028970"/>
                </a:lnTo>
                <a:lnTo>
                  <a:pt x="92120" y="1028970"/>
                </a:lnTo>
                <a:lnTo>
                  <a:pt x="92293" y="1028970"/>
                </a:lnTo>
                <a:lnTo>
                  <a:pt x="92466" y="1028970"/>
                </a:lnTo>
                <a:lnTo>
                  <a:pt x="92639" y="1028970"/>
                </a:lnTo>
                <a:lnTo>
                  <a:pt x="92811" y="1028970"/>
                </a:lnTo>
                <a:lnTo>
                  <a:pt x="92985" y="1028970"/>
                </a:lnTo>
                <a:lnTo>
                  <a:pt x="93157" y="1028970"/>
                </a:lnTo>
                <a:lnTo>
                  <a:pt x="93330" y="1028970"/>
                </a:lnTo>
                <a:lnTo>
                  <a:pt x="93503" y="1028970"/>
                </a:lnTo>
                <a:lnTo>
                  <a:pt x="93676" y="1028970"/>
                </a:lnTo>
                <a:lnTo>
                  <a:pt x="93849" y="1028970"/>
                </a:lnTo>
                <a:lnTo>
                  <a:pt x="94021" y="1028970"/>
                </a:lnTo>
                <a:lnTo>
                  <a:pt x="94194" y="1028970"/>
                </a:lnTo>
                <a:lnTo>
                  <a:pt x="94367" y="1028970"/>
                </a:lnTo>
                <a:lnTo>
                  <a:pt x="94540" y="1028970"/>
                </a:lnTo>
                <a:lnTo>
                  <a:pt x="94712" y="1028970"/>
                </a:lnTo>
                <a:lnTo>
                  <a:pt x="94886" y="1028970"/>
                </a:lnTo>
                <a:lnTo>
                  <a:pt x="95059" y="1028970"/>
                </a:lnTo>
                <a:lnTo>
                  <a:pt x="95231" y="1028970"/>
                </a:lnTo>
                <a:lnTo>
                  <a:pt x="95404" y="1028970"/>
                </a:lnTo>
                <a:lnTo>
                  <a:pt x="95577" y="1028970"/>
                </a:lnTo>
                <a:lnTo>
                  <a:pt x="95750" y="1028970"/>
                </a:lnTo>
                <a:lnTo>
                  <a:pt x="95922" y="1028970"/>
                </a:lnTo>
                <a:lnTo>
                  <a:pt x="96095" y="1028970"/>
                </a:lnTo>
                <a:lnTo>
                  <a:pt x="96269" y="1028970"/>
                </a:lnTo>
                <a:lnTo>
                  <a:pt x="96441" y="1028970"/>
                </a:lnTo>
                <a:lnTo>
                  <a:pt x="96614" y="1028970"/>
                </a:lnTo>
                <a:lnTo>
                  <a:pt x="96787" y="1028970"/>
                </a:lnTo>
                <a:lnTo>
                  <a:pt x="96960" y="1028970"/>
                </a:lnTo>
                <a:lnTo>
                  <a:pt x="97132" y="1028970"/>
                </a:lnTo>
                <a:lnTo>
                  <a:pt x="97305" y="1028970"/>
                </a:lnTo>
                <a:lnTo>
                  <a:pt x="97478" y="1028970"/>
                </a:lnTo>
                <a:lnTo>
                  <a:pt x="97651" y="1028970"/>
                </a:lnTo>
                <a:lnTo>
                  <a:pt x="97824" y="1028970"/>
                </a:lnTo>
                <a:lnTo>
                  <a:pt x="97996" y="1028970"/>
                </a:lnTo>
                <a:lnTo>
                  <a:pt x="98170" y="1028970"/>
                </a:lnTo>
                <a:lnTo>
                  <a:pt x="98342" y="1028970"/>
                </a:lnTo>
                <a:lnTo>
                  <a:pt x="98515" y="1028970"/>
                </a:lnTo>
                <a:lnTo>
                  <a:pt x="98688" y="1028970"/>
                </a:lnTo>
                <a:lnTo>
                  <a:pt x="98861" y="1028970"/>
                </a:lnTo>
                <a:lnTo>
                  <a:pt x="99034" y="1028970"/>
                </a:lnTo>
                <a:lnTo>
                  <a:pt x="99206" y="1028970"/>
                </a:lnTo>
                <a:lnTo>
                  <a:pt x="99380" y="1028970"/>
                </a:lnTo>
                <a:lnTo>
                  <a:pt x="99552" y="1028970"/>
                </a:lnTo>
                <a:lnTo>
                  <a:pt x="99725" y="1028970"/>
                </a:lnTo>
                <a:lnTo>
                  <a:pt x="99897" y="1028970"/>
                </a:lnTo>
                <a:lnTo>
                  <a:pt x="100071" y="1028970"/>
                </a:lnTo>
                <a:lnTo>
                  <a:pt x="100243" y="1028970"/>
                </a:lnTo>
                <a:lnTo>
                  <a:pt x="100416" y="1028970"/>
                </a:lnTo>
                <a:lnTo>
                  <a:pt x="100590" y="1028970"/>
                </a:lnTo>
                <a:lnTo>
                  <a:pt x="100762" y="1028970"/>
                </a:lnTo>
                <a:lnTo>
                  <a:pt x="100935" y="1028970"/>
                </a:lnTo>
                <a:lnTo>
                  <a:pt x="101107" y="1028970"/>
                </a:lnTo>
                <a:lnTo>
                  <a:pt x="101281" y="1028970"/>
                </a:lnTo>
                <a:lnTo>
                  <a:pt x="101453" y="1028970"/>
                </a:lnTo>
                <a:lnTo>
                  <a:pt x="101626" y="1028970"/>
                </a:lnTo>
                <a:lnTo>
                  <a:pt x="101799" y="1028970"/>
                </a:lnTo>
                <a:lnTo>
                  <a:pt x="101972" y="1028970"/>
                </a:lnTo>
                <a:lnTo>
                  <a:pt x="102145" y="1028970"/>
                </a:lnTo>
                <a:lnTo>
                  <a:pt x="102317" y="1028970"/>
                </a:lnTo>
                <a:lnTo>
                  <a:pt x="102491" y="1028970"/>
                </a:lnTo>
                <a:lnTo>
                  <a:pt x="102663" y="1028970"/>
                </a:lnTo>
                <a:lnTo>
                  <a:pt x="102836" y="1028970"/>
                </a:lnTo>
                <a:lnTo>
                  <a:pt x="103008" y="1028970"/>
                </a:lnTo>
                <a:lnTo>
                  <a:pt x="103182" y="1028970"/>
                </a:lnTo>
                <a:lnTo>
                  <a:pt x="103355" y="1028970"/>
                </a:lnTo>
                <a:lnTo>
                  <a:pt x="103527" y="1028970"/>
                </a:lnTo>
                <a:lnTo>
                  <a:pt x="103700" y="1028970"/>
                </a:lnTo>
                <a:lnTo>
                  <a:pt x="103873" y="1028970"/>
                </a:lnTo>
                <a:lnTo>
                  <a:pt x="104046" y="1028970"/>
                </a:lnTo>
                <a:lnTo>
                  <a:pt x="104218" y="1028970"/>
                </a:lnTo>
                <a:lnTo>
                  <a:pt x="104392" y="1028970"/>
                </a:lnTo>
                <a:lnTo>
                  <a:pt x="104564" y="1028970"/>
                </a:lnTo>
                <a:lnTo>
                  <a:pt x="104737" y="1028970"/>
                </a:lnTo>
                <a:lnTo>
                  <a:pt x="104910" y="1028970"/>
                </a:lnTo>
                <a:lnTo>
                  <a:pt x="105083" y="1028970"/>
                </a:lnTo>
                <a:lnTo>
                  <a:pt x="105256" y="1028970"/>
                </a:lnTo>
                <a:lnTo>
                  <a:pt x="105428" y="1028970"/>
                </a:lnTo>
                <a:lnTo>
                  <a:pt x="105601" y="1028970"/>
                </a:lnTo>
                <a:lnTo>
                  <a:pt x="105774" y="1028970"/>
                </a:lnTo>
                <a:lnTo>
                  <a:pt x="105947" y="1028970"/>
                </a:lnTo>
                <a:lnTo>
                  <a:pt x="106120" y="1028970"/>
                </a:lnTo>
                <a:lnTo>
                  <a:pt x="106293" y="1028970"/>
                </a:lnTo>
                <a:lnTo>
                  <a:pt x="106466" y="1028970"/>
                </a:lnTo>
                <a:lnTo>
                  <a:pt x="106638" y="1028970"/>
                </a:lnTo>
                <a:lnTo>
                  <a:pt x="106811" y="1028970"/>
                </a:lnTo>
                <a:lnTo>
                  <a:pt x="106984" y="1028970"/>
                </a:lnTo>
                <a:lnTo>
                  <a:pt x="107157" y="1028970"/>
                </a:lnTo>
                <a:lnTo>
                  <a:pt x="107329" y="1028970"/>
                </a:lnTo>
                <a:lnTo>
                  <a:pt x="107502" y="1028970"/>
                </a:lnTo>
                <a:lnTo>
                  <a:pt x="107676" y="1028970"/>
                </a:lnTo>
                <a:lnTo>
                  <a:pt x="107848" y="1028970"/>
                </a:lnTo>
                <a:lnTo>
                  <a:pt x="108021" y="1028970"/>
                </a:lnTo>
                <a:lnTo>
                  <a:pt x="108194" y="1028970"/>
                </a:lnTo>
                <a:lnTo>
                  <a:pt x="108367" y="1028970"/>
                </a:lnTo>
                <a:lnTo>
                  <a:pt x="108539" y="1028970"/>
                </a:lnTo>
                <a:lnTo>
                  <a:pt x="108712" y="1028970"/>
                </a:lnTo>
                <a:lnTo>
                  <a:pt x="108885" y="1028970"/>
                </a:lnTo>
                <a:lnTo>
                  <a:pt x="109058" y="1028970"/>
                </a:lnTo>
                <a:lnTo>
                  <a:pt x="109231" y="1028970"/>
                </a:lnTo>
                <a:lnTo>
                  <a:pt x="109403" y="1028970"/>
                </a:lnTo>
                <a:lnTo>
                  <a:pt x="109577" y="1028970"/>
                </a:lnTo>
                <a:lnTo>
                  <a:pt x="109749" y="1028970"/>
                </a:lnTo>
                <a:lnTo>
                  <a:pt x="109922" y="1028970"/>
                </a:lnTo>
                <a:lnTo>
                  <a:pt x="110095" y="1028970"/>
                </a:lnTo>
                <a:lnTo>
                  <a:pt x="110268" y="1028970"/>
                </a:lnTo>
                <a:lnTo>
                  <a:pt x="110441" y="1028970"/>
                </a:lnTo>
                <a:lnTo>
                  <a:pt x="110613" y="1028970"/>
                </a:lnTo>
                <a:lnTo>
                  <a:pt x="110787" y="1028970"/>
                </a:lnTo>
                <a:lnTo>
                  <a:pt x="110959" y="1028970"/>
                </a:lnTo>
                <a:lnTo>
                  <a:pt x="111132" y="1028970"/>
                </a:lnTo>
                <a:lnTo>
                  <a:pt x="111304" y="1028970"/>
                </a:lnTo>
                <a:lnTo>
                  <a:pt x="111478" y="1028970"/>
                </a:lnTo>
                <a:lnTo>
                  <a:pt x="111650" y="1028970"/>
                </a:lnTo>
                <a:lnTo>
                  <a:pt x="111823" y="1028970"/>
                </a:lnTo>
                <a:lnTo>
                  <a:pt x="111997" y="1028970"/>
                </a:lnTo>
                <a:lnTo>
                  <a:pt x="112169" y="1028970"/>
                </a:lnTo>
                <a:lnTo>
                  <a:pt x="112342" y="1028970"/>
                </a:lnTo>
                <a:lnTo>
                  <a:pt x="112514" y="1028970"/>
                </a:lnTo>
                <a:lnTo>
                  <a:pt x="112688" y="1028970"/>
                </a:lnTo>
                <a:lnTo>
                  <a:pt x="112860" y="1028970"/>
                </a:lnTo>
                <a:lnTo>
                  <a:pt x="113033" y="1028970"/>
                </a:lnTo>
                <a:lnTo>
                  <a:pt x="113206" y="1028970"/>
                </a:lnTo>
                <a:lnTo>
                  <a:pt x="113379" y="1028970"/>
                </a:lnTo>
                <a:lnTo>
                  <a:pt x="113552" y="1028970"/>
                </a:lnTo>
                <a:lnTo>
                  <a:pt x="113724" y="1028970"/>
                </a:lnTo>
                <a:lnTo>
                  <a:pt x="113898" y="1028970"/>
                </a:lnTo>
                <a:lnTo>
                  <a:pt x="114070" y="1028970"/>
                </a:lnTo>
                <a:lnTo>
                  <a:pt x="114243" y="1028970"/>
                </a:lnTo>
                <a:lnTo>
                  <a:pt x="114415" y="1028970"/>
                </a:lnTo>
                <a:lnTo>
                  <a:pt x="114589" y="1028970"/>
                </a:lnTo>
                <a:lnTo>
                  <a:pt x="114762" y="1028970"/>
                </a:lnTo>
                <a:lnTo>
                  <a:pt x="114934" y="1028970"/>
                </a:lnTo>
                <a:lnTo>
                  <a:pt x="115107" y="1028970"/>
                </a:lnTo>
                <a:lnTo>
                  <a:pt x="115280" y="1028970"/>
                </a:lnTo>
                <a:lnTo>
                  <a:pt x="115453" y="1028970"/>
                </a:lnTo>
                <a:lnTo>
                  <a:pt x="115625" y="1028970"/>
                </a:lnTo>
                <a:lnTo>
                  <a:pt x="115799" y="1028970"/>
                </a:lnTo>
                <a:lnTo>
                  <a:pt x="115971" y="1028970"/>
                </a:lnTo>
                <a:lnTo>
                  <a:pt x="116144" y="1028970"/>
                </a:lnTo>
                <a:lnTo>
                  <a:pt x="116317" y="1028970"/>
                </a:lnTo>
                <a:lnTo>
                  <a:pt x="116490" y="1028970"/>
                </a:lnTo>
                <a:lnTo>
                  <a:pt x="116663" y="1028970"/>
                </a:lnTo>
                <a:lnTo>
                  <a:pt x="116835" y="1028970"/>
                </a:lnTo>
                <a:lnTo>
                  <a:pt x="117008" y="1028970"/>
                </a:lnTo>
                <a:lnTo>
                  <a:pt x="117181" y="1028970"/>
                </a:lnTo>
                <a:lnTo>
                  <a:pt x="117354" y="1028970"/>
                </a:lnTo>
                <a:lnTo>
                  <a:pt x="117527" y="1028970"/>
                </a:lnTo>
                <a:lnTo>
                  <a:pt x="117700" y="1028970"/>
                </a:lnTo>
                <a:lnTo>
                  <a:pt x="117873" y="1028970"/>
                </a:lnTo>
                <a:lnTo>
                  <a:pt x="118045" y="1028970"/>
                </a:lnTo>
                <a:lnTo>
                  <a:pt x="118218" y="1028970"/>
                </a:lnTo>
                <a:lnTo>
                  <a:pt x="118391" y="1028970"/>
                </a:lnTo>
                <a:lnTo>
                  <a:pt x="118564" y="1028970"/>
                </a:lnTo>
                <a:lnTo>
                  <a:pt x="118736" y="1028970"/>
                </a:lnTo>
                <a:lnTo>
                  <a:pt x="118909" y="1028970"/>
                </a:lnTo>
                <a:lnTo>
                  <a:pt x="119083" y="1028970"/>
                </a:lnTo>
                <a:lnTo>
                  <a:pt x="119255" y="1028970"/>
                </a:lnTo>
                <a:lnTo>
                  <a:pt x="119428" y="1028970"/>
                </a:lnTo>
                <a:lnTo>
                  <a:pt x="119601" y="1028970"/>
                </a:lnTo>
                <a:lnTo>
                  <a:pt x="119774" y="1028970"/>
                </a:lnTo>
                <a:lnTo>
                  <a:pt x="119946" y="1028970"/>
                </a:lnTo>
                <a:lnTo>
                  <a:pt x="120119" y="1028970"/>
                </a:lnTo>
                <a:lnTo>
                  <a:pt x="120292" y="1028970"/>
                </a:lnTo>
                <a:lnTo>
                  <a:pt x="120465" y="1028970"/>
                </a:lnTo>
                <a:lnTo>
                  <a:pt x="120638" y="1028970"/>
                </a:lnTo>
                <a:lnTo>
                  <a:pt x="120810" y="1028970"/>
                </a:lnTo>
                <a:lnTo>
                  <a:pt x="120984" y="1028970"/>
                </a:lnTo>
                <a:lnTo>
                  <a:pt x="121156" y="1028970"/>
                </a:lnTo>
                <a:lnTo>
                  <a:pt x="121329" y="1028970"/>
                </a:lnTo>
                <a:lnTo>
                  <a:pt x="121502" y="1028970"/>
                </a:lnTo>
                <a:lnTo>
                  <a:pt x="121675" y="1028970"/>
                </a:lnTo>
                <a:lnTo>
                  <a:pt x="121848" y="1028970"/>
                </a:lnTo>
                <a:lnTo>
                  <a:pt x="122020" y="1028970"/>
                </a:lnTo>
                <a:lnTo>
                  <a:pt x="122194" y="1028970"/>
                </a:lnTo>
                <a:lnTo>
                  <a:pt x="122366" y="1028970"/>
                </a:lnTo>
                <a:lnTo>
                  <a:pt x="122539" y="1028970"/>
                </a:lnTo>
                <a:lnTo>
                  <a:pt x="122711" y="1028970"/>
                </a:lnTo>
                <a:lnTo>
                  <a:pt x="122885" y="1028970"/>
                </a:lnTo>
                <a:lnTo>
                  <a:pt x="123057" y="1028970"/>
                </a:lnTo>
                <a:lnTo>
                  <a:pt x="123230" y="1028970"/>
                </a:lnTo>
                <a:lnTo>
                  <a:pt x="123404" y="1028970"/>
                </a:lnTo>
                <a:lnTo>
                  <a:pt x="123576" y="1028970"/>
                </a:lnTo>
                <a:lnTo>
                  <a:pt x="123749" y="1028970"/>
                </a:lnTo>
                <a:lnTo>
                  <a:pt x="123921" y="1028970"/>
                </a:lnTo>
                <a:lnTo>
                  <a:pt x="124095" y="1028970"/>
                </a:lnTo>
                <a:lnTo>
                  <a:pt x="124267" y="1028970"/>
                </a:lnTo>
                <a:lnTo>
                  <a:pt x="124440" y="1028970"/>
                </a:lnTo>
                <a:lnTo>
                  <a:pt x="124613" y="1028970"/>
                </a:lnTo>
                <a:lnTo>
                  <a:pt x="124786" y="1028970"/>
                </a:lnTo>
                <a:lnTo>
                  <a:pt x="124959" y="1028970"/>
                </a:lnTo>
                <a:lnTo>
                  <a:pt x="125131" y="1028970"/>
                </a:lnTo>
                <a:lnTo>
                  <a:pt x="125305" y="1028970"/>
                </a:lnTo>
                <a:lnTo>
                  <a:pt x="125477" y="1028970"/>
                </a:lnTo>
                <a:lnTo>
                  <a:pt x="125650" y="1028970"/>
                </a:lnTo>
                <a:lnTo>
                  <a:pt x="125823" y="1028970"/>
                </a:lnTo>
                <a:lnTo>
                  <a:pt x="125996" y="1028970"/>
                </a:lnTo>
                <a:lnTo>
                  <a:pt x="126169" y="1028970"/>
                </a:lnTo>
                <a:lnTo>
                  <a:pt x="126341" y="1028970"/>
                </a:lnTo>
                <a:lnTo>
                  <a:pt x="126514" y="1028970"/>
                </a:lnTo>
                <a:lnTo>
                  <a:pt x="126687" y="1028970"/>
                </a:lnTo>
                <a:lnTo>
                  <a:pt x="126860" y="1028970"/>
                </a:lnTo>
                <a:lnTo>
                  <a:pt x="127032" y="1028970"/>
                </a:lnTo>
                <a:lnTo>
                  <a:pt x="127206" y="1028970"/>
                </a:lnTo>
                <a:lnTo>
                  <a:pt x="127378" y="1028970"/>
                </a:lnTo>
                <a:lnTo>
                  <a:pt x="127551" y="1028970"/>
                </a:lnTo>
                <a:lnTo>
                  <a:pt x="127724" y="1028970"/>
                </a:lnTo>
                <a:lnTo>
                  <a:pt x="127897" y="1028970"/>
                </a:lnTo>
                <a:lnTo>
                  <a:pt x="128070" y="1028970"/>
                </a:lnTo>
                <a:lnTo>
                  <a:pt x="128242" y="1028970"/>
                </a:lnTo>
                <a:lnTo>
                  <a:pt x="128415" y="1028970"/>
                </a:lnTo>
                <a:lnTo>
                  <a:pt x="128588" y="1028970"/>
                </a:lnTo>
                <a:lnTo>
                  <a:pt x="128761" y="1028970"/>
                </a:lnTo>
                <a:lnTo>
                  <a:pt x="128934" y="1028970"/>
                </a:lnTo>
                <a:lnTo>
                  <a:pt x="129107" y="1028970"/>
                </a:lnTo>
                <a:lnTo>
                  <a:pt x="129280" y="1028970"/>
                </a:lnTo>
                <a:lnTo>
                  <a:pt x="129452" y="1028970"/>
                </a:lnTo>
                <a:lnTo>
                  <a:pt x="129625" y="1028970"/>
                </a:lnTo>
                <a:lnTo>
                  <a:pt x="129798" y="1028970"/>
                </a:lnTo>
                <a:lnTo>
                  <a:pt x="129971" y="1028970"/>
                </a:lnTo>
                <a:lnTo>
                  <a:pt x="130144" y="1028970"/>
                </a:lnTo>
                <a:lnTo>
                  <a:pt x="130316" y="1028970"/>
                </a:lnTo>
                <a:lnTo>
                  <a:pt x="130490" y="1028970"/>
                </a:lnTo>
                <a:lnTo>
                  <a:pt x="130662" y="1028970"/>
                </a:lnTo>
                <a:lnTo>
                  <a:pt x="130835" y="1028970"/>
                </a:lnTo>
                <a:lnTo>
                  <a:pt x="131008" y="1028970"/>
                </a:lnTo>
                <a:lnTo>
                  <a:pt x="131181" y="1028970"/>
                </a:lnTo>
                <a:lnTo>
                  <a:pt x="131353" y="1028970"/>
                </a:lnTo>
                <a:lnTo>
                  <a:pt x="131526" y="1028970"/>
                </a:lnTo>
                <a:lnTo>
                  <a:pt x="131700" y="1028970"/>
                </a:lnTo>
                <a:lnTo>
                  <a:pt x="131872" y="1028970"/>
                </a:lnTo>
                <a:lnTo>
                  <a:pt x="132045" y="1028970"/>
                </a:lnTo>
                <a:lnTo>
                  <a:pt x="132217" y="1028970"/>
                </a:lnTo>
                <a:lnTo>
                  <a:pt x="132391" y="1028970"/>
                </a:lnTo>
                <a:lnTo>
                  <a:pt x="132563" y="1028970"/>
                </a:lnTo>
                <a:lnTo>
                  <a:pt x="132736" y="1028970"/>
                </a:lnTo>
                <a:lnTo>
                  <a:pt x="132909" y="1028970"/>
                </a:lnTo>
                <a:lnTo>
                  <a:pt x="133082" y="1028970"/>
                </a:lnTo>
                <a:lnTo>
                  <a:pt x="133255" y="1028970"/>
                </a:lnTo>
                <a:lnTo>
                  <a:pt x="133427" y="1028970"/>
                </a:lnTo>
                <a:lnTo>
                  <a:pt x="133601" y="1028970"/>
                </a:lnTo>
                <a:lnTo>
                  <a:pt x="133773" y="1028970"/>
                </a:lnTo>
                <a:lnTo>
                  <a:pt x="133946" y="1028970"/>
                </a:lnTo>
                <a:lnTo>
                  <a:pt x="134118" y="1028970"/>
                </a:lnTo>
                <a:lnTo>
                  <a:pt x="134292" y="1028970"/>
                </a:lnTo>
                <a:lnTo>
                  <a:pt x="134465" y="1028970"/>
                </a:lnTo>
                <a:lnTo>
                  <a:pt x="134637" y="1028970"/>
                </a:lnTo>
                <a:lnTo>
                  <a:pt x="134811" y="1028970"/>
                </a:lnTo>
                <a:lnTo>
                  <a:pt x="134983" y="1028970"/>
                </a:lnTo>
                <a:lnTo>
                  <a:pt x="135156" y="1028970"/>
                </a:lnTo>
                <a:lnTo>
                  <a:pt x="135328" y="1028970"/>
                </a:lnTo>
                <a:lnTo>
                  <a:pt x="135502" y="1028970"/>
                </a:lnTo>
                <a:lnTo>
                  <a:pt x="135674" y="1028970"/>
                </a:lnTo>
                <a:lnTo>
                  <a:pt x="135847" y="1028970"/>
                </a:lnTo>
                <a:lnTo>
                  <a:pt x="136020" y="1028970"/>
                </a:lnTo>
                <a:lnTo>
                  <a:pt x="136193" y="1028970"/>
                </a:lnTo>
                <a:lnTo>
                  <a:pt x="136366" y="1028970"/>
                </a:lnTo>
                <a:lnTo>
                  <a:pt x="136538" y="1028970"/>
                </a:lnTo>
                <a:lnTo>
                  <a:pt x="136712" y="1028970"/>
                </a:lnTo>
                <a:lnTo>
                  <a:pt x="136884" y="1028970"/>
                </a:lnTo>
                <a:lnTo>
                  <a:pt x="137057" y="1028970"/>
                </a:lnTo>
                <a:lnTo>
                  <a:pt x="137230" y="1028970"/>
                </a:lnTo>
                <a:lnTo>
                  <a:pt x="137403" y="1028970"/>
                </a:lnTo>
                <a:lnTo>
                  <a:pt x="137576" y="1028970"/>
                </a:lnTo>
                <a:lnTo>
                  <a:pt x="137748" y="1028970"/>
                </a:lnTo>
                <a:lnTo>
                  <a:pt x="137921" y="1028970"/>
                </a:lnTo>
                <a:lnTo>
                  <a:pt x="138094" y="1028970"/>
                </a:lnTo>
                <a:lnTo>
                  <a:pt x="138267" y="1028970"/>
                </a:lnTo>
                <a:lnTo>
                  <a:pt x="138439" y="1028970"/>
                </a:lnTo>
                <a:lnTo>
                  <a:pt x="138613" y="1028970"/>
                </a:lnTo>
                <a:lnTo>
                  <a:pt x="138786" y="1028970"/>
                </a:lnTo>
                <a:lnTo>
                  <a:pt x="138958" y="1028970"/>
                </a:lnTo>
                <a:lnTo>
                  <a:pt x="139131" y="1028970"/>
                </a:lnTo>
                <a:lnTo>
                  <a:pt x="139304" y="1028970"/>
                </a:lnTo>
                <a:lnTo>
                  <a:pt x="139477" y="1028970"/>
                </a:lnTo>
                <a:lnTo>
                  <a:pt x="139649" y="1028970"/>
                </a:lnTo>
                <a:lnTo>
                  <a:pt x="139822" y="1028970"/>
                </a:lnTo>
                <a:lnTo>
                  <a:pt x="139995" y="1028970"/>
                </a:lnTo>
                <a:lnTo>
                  <a:pt x="140168" y="1028970"/>
                </a:lnTo>
                <a:lnTo>
                  <a:pt x="140341" y="1028970"/>
                </a:lnTo>
                <a:lnTo>
                  <a:pt x="140514" y="1028970"/>
                </a:lnTo>
                <a:lnTo>
                  <a:pt x="140687" y="1028970"/>
                </a:lnTo>
                <a:lnTo>
                  <a:pt x="140859" y="1028970"/>
                </a:lnTo>
                <a:lnTo>
                  <a:pt x="141032" y="1028970"/>
                </a:lnTo>
                <a:lnTo>
                  <a:pt x="141205" y="1028970"/>
                </a:lnTo>
                <a:lnTo>
                  <a:pt x="141378" y="1028970"/>
                </a:lnTo>
                <a:lnTo>
                  <a:pt x="141551" y="1028970"/>
                </a:lnTo>
                <a:lnTo>
                  <a:pt x="141723" y="1028970"/>
                </a:lnTo>
                <a:lnTo>
                  <a:pt x="141897" y="1028970"/>
                </a:lnTo>
                <a:lnTo>
                  <a:pt x="142069" y="1028970"/>
                </a:lnTo>
                <a:lnTo>
                  <a:pt x="142242" y="1028970"/>
                </a:lnTo>
                <a:lnTo>
                  <a:pt x="142415" y="1028970"/>
                </a:lnTo>
                <a:lnTo>
                  <a:pt x="142588" y="1028970"/>
                </a:lnTo>
                <a:lnTo>
                  <a:pt x="142760" y="1028970"/>
                </a:lnTo>
                <a:lnTo>
                  <a:pt x="142933" y="1028970"/>
                </a:lnTo>
                <a:lnTo>
                  <a:pt x="143107" y="1028970"/>
                </a:lnTo>
                <a:lnTo>
                  <a:pt x="143279" y="1028970"/>
                </a:lnTo>
                <a:lnTo>
                  <a:pt x="143452" y="1028970"/>
                </a:lnTo>
                <a:lnTo>
                  <a:pt x="143624" y="1028970"/>
                </a:lnTo>
                <a:lnTo>
                  <a:pt x="143798" y="1028970"/>
                </a:lnTo>
                <a:lnTo>
                  <a:pt x="143970" y="1028970"/>
                </a:lnTo>
                <a:lnTo>
                  <a:pt x="144143" y="1028970"/>
                </a:lnTo>
                <a:lnTo>
                  <a:pt x="144316" y="1028970"/>
                </a:lnTo>
                <a:lnTo>
                  <a:pt x="144489" y="1028970"/>
                </a:lnTo>
                <a:lnTo>
                  <a:pt x="144662" y="1028970"/>
                </a:lnTo>
                <a:lnTo>
                  <a:pt x="144834" y="1028970"/>
                </a:lnTo>
                <a:lnTo>
                  <a:pt x="145008" y="1028970"/>
                </a:lnTo>
                <a:lnTo>
                  <a:pt x="145180" y="1028970"/>
                </a:lnTo>
                <a:lnTo>
                  <a:pt x="145353" y="1028970"/>
                </a:lnTo>
                <a:lnTo>
                  <a:pt x="145525" y="1028970"/>
                </a:lnTo>
                <a:lnTo>
                  <a:pt x="145699" y="1028970"/>
                </a:lnTo>
                <a:lnTo>
                  <a:pt x="145872" y="1028970"/>
                </a:lnTo>
                <a:lnTo>
                  <a:pt x="146044" y="1028970"/>
                </a:lnTo>
                <a:lnTo>
                  <a:pt x="146218" y="1028970"/>
                </a:lnTo>
                <a:lnTo>
                  <a:pt x="146390" y="1028970"/>
                </a:lnTo>
                <a:lnTo>
                  <a:pt x="146563" y="1028970"/>
                </a:lnTo>
                <a:lnTo>
                  <a:pt x="146735" y="1028970"/>
                </a:lnTo>
                <a:lnTo>
                  <a:pt x="146909" y="1028970"/>
                </a:lnTo>
                <a:lnTo>
                  <a:pt x="147081" y="1028970"/>
                </a:lnTo>
                <a:lnTo>
                  <a:pt x="147254" y="1028970"/>
                </a:lnTo>
                <a:lnTo>
                  <a:pt x="147427" y="1028970"/>
                </a:lnTo>
                <a:lnTo>
                  <a:pt x="147600" y="1028970"/>
                </a:lnTo>
                <a:lnTo>
                  <a:pt x="147773" y="1028970"/>
                </a:lnTo>
                <a:lnTo>
                  <a:pt x="147945" y="1028970"/>
                </a:lnTo>
                <a:lnTo>
                  <a:pt x="148119" y="1028970"/>
                </a:lnTo>
                <a:lnTo>
                  <a:pt x="148291" y="1028970"/>
                </a:lnTo>
                <a:lnTo>
                  <a:pt x="148464" y="1028970"/>
                </a:lnTo>
                <a:lnTo>
                  <a:pt x="148637" y="1028970"/>
                </a:lnTo>
                <a:lnTo>
                  <a:pt x="148810" y="1028970"/>
                </a:lnTo>
                <a:lnTo>
                  <a:pt x="148983" y="1028970"/>
                </a:lnTo>
                <a:lnTo>
                  <a:pt x="149155" y="1028970"/>
                </a:lnTo>
                <a:lnTo>
                  <a:pt x="149328" y="1028970"/>
                </a:lnTo>
                <a:lnTo>
                  <a:pt x="149501" y="1028970"/>
                </a:lnTo>
                <a:lnTo>
                  <a:pt x="149674" y="1028970"/>
                </a:lnTo>
                <a:lnTo>
                  <a:pt x="149846" y="1028970"/>
                </a:lnTo>
                <a:lnTo>
                  <a:pt x="150020" y="1028970"/>
                </a:lnTo>
                <a:lnTo>
                  <a:pt x="150193" y="1028970"/>
                </a:lnTo>
                <a:lnTo>
                  <a:pt x="150365" y="1028970"/>
                </a:lnTo>
                <a:lnTo>
                  <a:pt x="150538" y="1028970"/>
                </a:lnTo>
                <a:lnTo>
                  <a:pt x="150711" y="1028970"/>
                </a:lnTo>
                <a:lnTo>
                  <a:pt x="150884" y="1028970"/>
                </a:lnTo>
                <a:lnTo>
                  <a:pt x="151056" y="1028970"/>
                </a:lnTo>
                <a:lnTo>
                  <a:pt x="151229" y="1028970"/>
                </a:lnTo>
                <a:lnTo>
                  <a:pt x="151402" y="1028970"/>
                </a:lnTo>
                <a:lnTo>
                  <a:pt x="151575" y="1028970"/>
                </a:lnTo>
                <a:lnTo>
                  <a:pt x="151748" y="1028970"/>
                </a:lnTo>
                <a:lnTo>
                  <a:pt x="151921" y="1028970"/>
                </a:lnTo>
                <a:lnTo>
                  <a:pt x="152094" y="1028970"/>
                </a:lnTo>
                <a:lnTo>
                  <a:pt x="152266" y="1028970"/>
                </a:lnTo>
                <a:lnTo>
                  <a:pt x="152439" y="1028970"/>
                </a:lnTo>
                <a:lnTo>
                  <a:pt x="152612" y="1028970"/>
                </a:lnTo>
                <a:lnTo>
                  <a:pt x="152785" y="1028970"/>
                </a:lnTo>
                <a:lnTo>
                  <a:pt x="152958" y="1028970"/>
                </a:lnTo>
                <a:lnTo>
                  <a:pt x="153130" y="1028970"/>
                </a:lnTo>
                <a:lnTo>
                  <a:pt x="153304" y="1028970"/>
                </a:lnTo>
                <a:lnTo>
                  <a:pt x="153476" y="1028970"/>
                </a:lnTo>
                <a:lnTo>
                  <a:pt x="153649" y="1028970"/>
                </a:lnTo>
                <a:lnTo>
                  <a:pt x="153822" y="1028970"/>
                </a:lnTo>
                <a:lnTo>
                  <a:pt x="153995" y="1028970"/>
                </a:lnTo>
                <a:lnTo>
                  <a:pt x="154167" y="1028970"/>
                </a:lnTo>
                <a:lnTo>
                  <a:pt x="154340" y="1028970"/>
                </a:lnTo>
                <a:lnTo>
                  <a:pt x="154514" y="1028970"/>
                </a:lnTo>
                <a:lnTo>
                  <a:pt x="154686" y="1028970"/>
                </a:lnTo>
                <a:lnTo>
                  <a:pt x="154859" y="1028970"/>
                </a:lnTo>
                <a:lnTo>
                  <a:pt x="155031" y="1028970"/>
                </a:lnTo>
                <a:lnTo>
                  <a:pt x="155205" y="1028970"/>
                </a:lnTo>
                <a:lnTo>
                  <a:pt x="155377" y="1028970"/>
                </a:lnTo>
                <a:lnTo>
                  <a:pt x="155550" y="1028970"/>
                </a:lnTo>
                <a:lnTo>
                  <a:pt x="155723" y="1028970"/>
                </a:lnTo>
                <a:lnTo>
                  <a:pt x="155896" y="1028970"/>
                </a:lnTo>
                <a:lnTo>
                  <a:pt x="156069" y="1028970"/>
                </a:lnTo>
                <a:lnTo>
                  <a:pt x="156241" y="1028970"/>
                </a:lnTo>
                <a:lnTo>
                  <a:pt x="156415" y="1028970"/>
                </a:lnTo>
                <a:lnTo>
                  <a:pt x="156587" y="1028970"/>
                </a:lnTo>
                <a:lnTo>
                  <a:pt x="156760" y="1028970"/>
                </a:lnTo>
                <a:lnTo>
                  <a:pt x="156933" y="1028970"/>
                </a:lnTo>
                <a:lnTo>
                  <a:pt x="157106" y="1028970"/>
                </a:lnTo>
                <a:lnTo>
                  <a:pt x="157279" y="1028970"/>
                </a:lnTo>
                <a:lnTo>
                  <a:pt x="157451" y="1028970"/>
                </a:lnTo>
                <a:lnTo>
                  <a:pt x="157625" y="1028970"/>
                </a:lnTo>
                <a:lnTo>
                  <a:pt x="157797" y="1028970"/>
                </a:lnTo>
                <a:lnTo>
                  <a:pt x="157970" y="1028970"/>
                </a:lnTo>
                <a:lnTo>
                  <a:pt x="158142" y="1028970"/>
                </a:lnTo>
                <a:lnTo>
                  <a:pt x="158316" y="1028970"/>
                </a:lnTo>
                <a:lnTo>
                  <a:pt x="158488" y="1028970"/>
                </a:lnTo>
                <a:lnTo>
                  <a:pt x="158661" y="1028970"/>
                </a:lnTo>
                <a:lnTo>
                  <a:pt x="158834" y="1028970"/>
                </a:lnTo>
                <a:lnTo>
                  <a:pt x="159007" y="1028970"/>
                </a:lnTo>
                <a:lnTo>
                  <a:pt x="159180" y="1028970"/>
                </a:lnTo>
                <a:lnTo>
                  <a:pt x="159352" y="1028970"/>
                </a:lnTo>
                <a:lnTo>
                  <a:pt x="159526" y="1028970"/>
                </a:lnTo>
                <a:lnTo>
                  <a:pt x="159698" y="1028970"/>
                </a:lnTo>
                <a:lnTo>
                  <a:pt x="159871" y="1028970"/>
                </a:lnTo>
                <a:lnTo>
                  <a:pt x="160044" y="1028970"/>
                </a:lnTo>
                <a:lnTo>
                  <a:pt x="160217" y="1028970"/>
                </a:lnTo>
                <a:lnTo>
                  <a:pt x="160390" y="1028970"/>
                </a:lnTo>
                <a:lnTo>
                  <a:pt x="160562" y="1028970"/>
                </a:lnTo>
                <a:lnTo>
                  <a:pt x="160735" y="1028970"/>
                </a:lnTo>
                <a:lnTo>
                  <a:pt x="160908" y="1028970"/>
                </a:lnTo>
                <a:lnTo>
                  <a:pt x="161081" y="1028970"/>
                </a:lnTo>
                <a:lnTo>
                  <a:pt x="161254" y="1028970"/>
                </a:lnTo>
                <a:lnTo>
                  <a:pt x="161427" y="1028970"/>
                </a:lnTo>
                <a:lnTo>
                  <a:pt x="161600" y="1028970"/>
                </a:lnTo>
                <a:lnTo>
                  <a:pt x="161772" y="1028970"/>
                </a:lnTo>
                <a:lnTo>
                  <a:pt x="161945" y="1028970"/>
                </a:lnTo>
                <a:lnTo>
                  <a:pt x="162118" y="1028970"/>
                </a:lnTo>
                <a:lnTo>
                  <a:pt x="162291" y="1028970"/>
                </a:lnTo>
                <a:lnTo>
                  <a:pt x="162463" y="1028970"/>
                </a:lnTo>
                <a:lnTo>
                  <a:pt x="162636" y="1028970"/>
                </a:lnTo>
                <a:lnTo>
                  <a:pt x="162810" y="1028970"/>
                </a:lnTo>
                <a:lnTo>
                  <a:pt x="162982" y="1028970"/>
                </a:lnTo>
                <a:lnTo>
                  <a:pt x="163155" y="1028970"/>
                </a:lnTo>
                <a:lnTo>
                  <a:pt x="163328" y="1028970"/>
                </a:lnTo>
                <a:lnTo>
                  <a:pt x="163501" y="1028970"/>
                </a:lnTo>
                <a:lnTo>
                  <a:pt x="163673" y="1028970"/>
                </a:lnTo>
                <a:lnTo>
                  <a:pt x="163846" y="1028970"/>
                </a:lnTo>
                <a:lnTo>
                  <a:pt x="164019" y="1028970"/>
                </a:lnTo>
                <a:lnTo>
                  <a:pt x="164192" y="1028970"/>
                </a:lnTo>
                <a:lnTo>
                  <a:pt x="164365" y="1028970"/>
                </a:lnTo>
                <a:lnTo>
                  <a:pt x="164537" y="1028970"/>
                </a:lnTo>
                <a:lnTo>
                  <a:pt x="164711" y="1028970"/>
                </a:lnTo>
                <a:lnTo>
                  <a:pt x="164883" y="1028970"/>
                </a:lnTo>
                <a:lnTo>
                  <a:pt x="165056" y="1028970"/>
                </a:lnTo>
                <a:lnTo>
                  <a:pt x="165229" y="1028970"/>
                </a:lnTo>
                <a:lnTo>
                  <a:pt x="165402" y="1028970"/>
                </a:lnTo>
                <a:lnTo>
                  <a:pt x="165575" y="1028970"/>
                </a:lnTo>
                <a:lnTo>
                  <a:pt x="165747" y="1028970"/>
                </a:lnTo>
                <a:lnTo>
                  <a:pt x="165921" y="1028970"/>
                </a:lnTo>
                <a:lnTo>
                  <a:pt x="166093" y="1028970"/>
                </a:lnTo>
                <a:lnTo>
                  <a:pt x="166266" y="1028970"/>
                </a:lnTo>
                <a:lnTo>
                  <a:pt x="166438" y="1028970"/>
                </a:lnTo>
                <a:lnTo>
                  <a:pt x="166612" y="1028970"/>
                </a:lnTo>
                <a:lnTo>
                  <a:pt x="166784" y="1028970"/>
                </a:lnTo>
                <a:lnTo>
                  <a:pt x="166957" y="1028970"/>
                </a:lnTo>
                <a:lnTo>
                  <a:pt x="167131" y="1028970"/>
                </a:lnTo>
                <a:lnTo>
                  <a:pt x="167303" y="1028970"/>
                </a:lnTo>
                <a:lnTo>
                  <a:pt x="167476" y="1028970"/>
                </a:lnTo>
                <a:lnTo>
                  <a:pt x="167648" y="1028970"/>
                </a:lnTo>
                <a:lnTo>
                  <a:pt x="167822" y="1028970"/>
                </a:lnTo>
                <a:lnTo>
                  <a:pt x="167994" y="1028970"/>
                </a:lnTo>
                <a:lnTo>
                  <a:pt x="168167" y="1028970"/>
                </a:lnTo>
                <a:lnTo>
                  <a:pt x="168340" y="1028970"/>
                </a:lnTo>
                <a:lnTo>
                  <a:pt x="168513" y="1028970"/>
                </a:lnTo>
                <a:lnTo>
                  <a:pt x="168686" y="1028970"/>
                </a:lnTo>
                <a:lnTo>
                  <a:pt x="168858" y="1028970"/>
                </a:lnTo>
                <a:lnTo>
                  <a:pt x="169032" y="1028970"/>
                </a:lnTo>
                <a:lnTo>
                  <a:pt x="169204" y="1028970"/>
                </a:lnTo>
                <a:lnTo>
                  <a:pt x="169377" y="1028970"/>
                </a:lnTo>
                <a:lnTo>
                  <a:pt x="169549" y="1028970"/>
                </a:lnTo>
                <a:lnTo>
                  <a:pt x="169723" y="1028970"/>
                </a:lnTo>
                <a:lnTo>
                  <a:pt x="169896" y="1028970"/>
                </a:lnTo>
                <a:lnTo>
                  <a:pt x="170068" y="1028970"/>
                </a:lnTo>
                <a:lnTo>
                  <a:pt x="170241" y="1028970"/>
                </a:lnTo>
                <a:lnTo>
                  <a:pt x="170414" y="1028970"/>
                </a:lnTo>
                <a:lnTo>
                  <a:pt x="170587" y="1028970"/>
                </a:lnTo>
                <a:lnTo>
                  <a:pt x="170759" y="1028970"/>
                </a:lnTo>
                <a:lnTo>
                  <a:pt x="170933" y="1028970"/>
                </a:lnTo>
                <a:lnTo>
                  <a:pt x="171105" y="1028970"/>
                </a:lnTo>
                <a:lnTo>
                  <a:pt x="171278" y="1028970"/>
                </a:lnTo>
                <a:lnTo>
                  <a:pt x="171451" y="1028970"/>
                </a:lnTo>
                <a:lnTo>
                  <a:pt x="171624" y="1028970"/>
                </a:lnTo>
                <a:lnTo>
                  <a:pt x="171797" y="1028970"/>
                </a:lnTo>
                <a:lnTo>
                  <a:pt x="171969" y="1028970"/>
                </a:lnTo>
                <a:lnTo>
                  <a:pt x="172142" y="1028970"/>
                </a:lnTo>
                <a:lnTo>
                  <a:pt x="172315" y="1028970"/>
                </a:lnTo>
                <a:lnTo>
                  <a:pt x="172488" y="1028970"/>
                </a:lnTo>
                <a:lnTo>
                  <a:pt x="172661" y="1028970"/>
                </a:lnTo>
                <a:lnTo>
                  <a:pt x="172834" y="1028970"/>
                </a:lnTo>
                <a:lnTo>
                  <a:pt x="173007" y="1028970"/>
                </a:lnTo>
                <a:lnTo>
                  <a:pt x="173179" y="1028970"/>
                </a:lnTo>
                <a:lnTo>
                  <a:pt x="173352" y="1028970"/>
                </a:lnTo>
                <a:lnTo>
                  <a:pt x="173525" y="1028970"/>
                </a:lnTo>
                <a:lnTo>
                  <a:pt x="173698" y="1028970"/>
                </a:lnTo>
                <a:lnTo>
                  <a:pt x="173870" y="1028970"/>
                </a:lnTo>
                <a:lnTo>
                  <a:pt x="174043" y="1028970"/>
                </a:lnTo>
                <a:lnTo>
                  <a:pt x="174217" y="1028970"/>
                </a:lnTo>
                <a:lnTo>
                  <a:pt x="174389" y="1028970"/>
                </a:lnTo>
                <a:lnTo>
                  <a:pt x="174562" y="1028970"/>
                </a:lnTo>
                <a:lnTo>
                  <a:pt x="174735" y="1028970"/>
                </a:lnTo>
                <a:lnTo>
                  <a:pt x="174908" y="1028970"/>
                </a:lnTo>
                <a:lnTo>
                  <a:pt x="175080" y="1028970"/>
                </a:lnTo>
                <a:lnTo>
                  <a:pt x="175253" y="1028970"/>
                </a:lnTo>
                <a:lnTo>
                  <a:pt x="175426" y="1028970"/>
                </a:lnTo>
                <a:lnTo>
                  <a:pt x="175599" y="1028970"/>
                </a:lnTo>
                <a:lnTo>
                  <a:pt x="175772" y="1028970"/>
                </a:lnTo>
                <a:lnTo>
                  <a:pt x="175944" y="1028970"/>
                </a:lnTo>
                <a:lnTo>
                  <a:pt x="176118" y="1028970"/>
                </a:lnTo>
                <a:lnTo>
                  <a:pt x="176290" y="1028970"/>
                </a:lnTo>
                <a:lnTo>
                  <a:pt x="176463" y="1028970"/>
                </a:lnTo>
                <a:lnTo>
                  <a:pt x="176636" y="1028970"/>
                </a:lnTo>
                <a:lnTo>
                  <a:pt x="176809" y="1028970"/>
                </a:lnTo>
                <a:lnTo>
                  <a:pt x="176982" y="1028970"/>
                </a:lnTo>
                <a:lnTo>
                  <a:pt x="177154" y="1028970"/>
                </a:lnTo>
                <a:lnTo>
                  <a:pt x="177328" y="1028970"/>
                </a:lnTo>
                <a:lnTo>
                  <a:pt x="177500" y="1028970"/>
                </a:lnTo>
                <a:lnTo>
                  <a:pt x="177673" y="1028970"/>
                </a:lnTo>
                <a:lnTo>
                  <a:pt x="177845" y="1028970"/>
                </a:lnTo>
                <a:lnTo>
                  <a:pt x="178019" y="1028970"/>
                </a:lnTo>
                <a:lnTo>
                  <a:pt x="178191" y="1028970"/>
                </a:lnTo>
                <a:lnTo>
                  <a:pt x="178364" y="1028970"/>
                </a:lnTo>
                <a:lnTo>
                  <a:pt x="178538" y="1028970"/>
                </a:lnTo>
                <a:lnTo>
                  <a:pt x="178710" y="1028970"/>
                </a:lnTo>
                <a:lnTo>
                  <a:pt x="178883" y="1028970"/>
                </a:lnTo>
                <a:lnTo>
                  <a:pt x="179055" y="1028970"/>
                </a:lnTo>
                <a:lnTo>
                  <a:pt x="179229" y="1028970"/>
                </a:lnTo>
                <a:lnTo>
                  <a:pt x="179401" y="1028970"/>
                </a:lnTo>
                <a:lnTo>
                  <a:pt x="179574" y="1028970"/>
                </a:lnTo>
                <a:lnTo>
                  <a:pt x="179747" y="1028970"/>
                </a:lnTo>
                <a:lnTo>
                  <a:pt x="179920" y="1028970"/>
                </a:lnTo>
                <a:lnTo>
                  <a:pt x="180093" y="1028970"/>
                </a:lnTo>
                <a:lnTo>
                  <a:pt x="180265" y="1028970"/>
                </a:lnTo>
                <a:lnTo>
                  <a:pt x="180439" y="1028970"/>
                </a:lnTo>
                <a:lnTo>
                  <a:pt x="180611" y="1028970"/>
                </a:lnTo>
                <a:lnTo>
                  <a:pt x="180784" y="1028970"/>
                </a:lnTo>
                <a:lnTo>
                  <a:pt x="180956" y="1028970"/>
                </a:lnTo>
                <a:lnTo>
                  <a:pt x="181130" y="1028970"/>
                </a:lnTo>
                <a:lnTo>
                  <a:pt x="181303" y="1028970"/>
                </a:lnTo>
                <a:lnTo>
                  <a:pt x="181475" y="1028970"/>
                </a:lnTo>
                <a:lnTo>
                  <a:pt x="181648" y="1028970"/>
                </a:lnTo>
                <a:lnTo>
                  <a:pt x="181821" y="1028970"/>
                </a:lnTo>
                <a:lnTo>
                  <a:pt x="181994" y="1028970"/>
                </a:lnTo>
                <a:lnTo>
                  <a:pt x="182166" y="1028970"/>
                </a:lnTo>
                <a:lnTo>
                  <a:pt x="182340" y="1028970"/>
                </a:lnTo>
                <a:lnTo>
                  <a:pt x="182512" y="1028970"/>
                </a:lnTo>
                <a:lnTo>
                  <a:pt x="182685" y="1028970"/>
                </a:lnTo>
                <a:lnTo>
                  <a:pt x="182858" y="1028970"/>
                </a:lnTo>
                <a:lnTo>
                  <a:pt x="183031" y="1028970"/>
                </a:lnTo>
                <a:lnTo>
                  <a:pt x="183204" y="1028970"/>
                </a:lnTo>
                <a:lnTo>
                  <a:pt x="183376" y="1028970"/>
                </a:lnTo>
                <a:lnTo>
                  <a:pt x="183549" y="1028970"/>
                </a:lnTo>
                <a:lnTo>
                  <a:pt x="183722" y="1028970"/>
                </a:lnTo>
                <a:lnTo>
                  <a:pt x="183895" y="1028970"/>
                </a:lnTo>
                <a:lnTo>
                  <a:pt x="184068" y="1028970"/>
                </a:lnTo>
                <a:lnTo>
                  <a:pt x="184241" y="1028970"/>
                </a:lnTo>
                <a:lnTo>
                  <a:pt x="184414" y="1028970"/>
                </a:lnTo>
                <a:lnTo>
                  <a:pt x="184586" y="1028970"/>
                </a:lnTo>
                <a:lnTo>
                  <a:pt x="184759" y="1028970"/>
                </a:lnTo>
                <a:lnTo>
                  <a:pt x="184932" y="1028970"/>
                </a:lnTo>
                <a:lnTo>
                  <a:pt x="185105" y="1028970"/>
                </a:lnTo>
                <a:lnTo>
                  <a:pt x="185277" y="1028970"/>
                </a:lnTo>
                <a:lnTo>
                  <a:pt x="185450" y="1028970"/>
                </a:lnTo>
                <a:lnTo>
                  <a:pt x="185624" y="1028970"/>
                </a:lnTo>
                <a:lnTo>
                  <a:pt x="185796" y="1028970"/>
                </a:lnTo>
                <a:lnTo>
                  <a:pt x="185969" y="1028970"/>
                </a:lnTo>
                <a:lnTo>
                  <a:pt x="186142" y="1028970"/>
                </a:lnTo>
                <a:lnTo>
                  <a:pt x="186315" y="1028970"/>
                </a:lnTo>
                <a:lnTo>
                  <a:pt x="186487" y="1028970"/>
                </a:lnTo>
                <a:lnTo>
                  <a:pt x="186660" y="1028970"/>
                </a:lnTo>
                <a:lnTo>
                  <a:pt x="186833" y="1028970"/>
                </a:lnTo>
                <a:lnTo>
                  <a:pt x="187006" y="1028970"/>
                </a:lnTo>
                <a:lnTo>
                  <a:pt x="187179" y="1028970"/>
                </a:lnTo>
                <a:lnTo>
                  <a:pt x="187351" y="1028970"/>
                </a:lnTo>
                <a:lnTo>
                  <a:pt x="187525" y="1028970"/>
                </a:lnTo>
                <a:lnTo>
                  <a:pt x="187697" y="1028970"/>
                </a:lnTo>
                <a:lnTo>
                  <a:pt x="187870" y="1028970"/>
                </a:lnTo>
                <a:lnTo>
                  <a:pt x="188043" y="1028970"/>
                </a:lnTo>
                <a:lnTo>
                  <a:pt x="188216" y="1028970"/>
                </a:lnTo>
                <a:lnTo>
                  <a:pt x="188389" y="1028970"/>
                </a:lnTo>
                <a:lnTo>
                  <a:pt x="188561" y="1028970"/>
                </a:lnTo>
                <a:lnTo>
                  <a:pt x="188735" y="1028970"/>
                </a:lnTo>
                <a:lnTo>
                  <a:pt x="188907" y="1028970"/>
                </a:lnTo>
                <a:lnTo>
                  <a:pt x="189080" y="1028970"/>
                </a:lnTo>
                <a:lnTo>
                  <a:pt x="189252" y="1028970"/>
                </a:lnTo>
                <a:lnTo>
                  <a:pt x="189426" y="1028970"/>
                </a:lnTo>
                <a:lnTo>
                  <a:pt x="189599" y="1028970"/>
                </a:lnTo>
                <a:lnTo>
                  <a:pt x="189771" y="1028970"/>
                </a:lnTo>
                <a:lnTo>
                  <a:pt x="189945" y="1028970"/>
                </a:lnTo>
                <a:lnTo>
                  <a:pt x="190117" y="1028970"/>
                </a:lnTo>
                <a:lnTo>
                  <a:pt x="190290" y="1028970"/>
                </a:lnTo>
                <a:lnTo>
                  <a:pt x="190462" y="1028970"/>
                </a:lnTo>
                <a:lnTo>
                  <a:pt x="190636" y="1028970"/>
                </a:lnTo>
                <a:lnTo>
                  <a:pt x="190808" y="1028970"/>
                </a:lnTo>
                <a:lnTo>
                  <a:pt x="190981" y="1028970"/>
                </a:lnTo>
                <a:lnTo>
                  <a:pt x="191154" y="1028970"/>
                </a:lnTo>
                <a:lnTo>
                  <a:pt x="191327" y="1028970"/>
                </a:lnTo>
                <a:lnTo>
                  <a:pt x="191500" y="1028970"/>
                </a:lnTo>
                <a:lnTo>
                  <a:pt x="191672" y="1028970"/>
                </a:lnTo>
                <a:lnTo>
                  <a:pt x="191846" y="1028970"/>
                </a:lnTo>
                <a:lnTo>
                  <a:pt x="192018" y="1028970"/>
                </a:lnTo>
                <a:lnTo>
                  <a:pt x="192191" y="1028970"/>
                </a:lnTo>
                <a:lnTo>
                  <a:pt x="192364" y="1028970"/>
                </a:lnTo>
                <a:lnTo>
                  <a:pt x="192537" y="1028970"/>
                </a:lnTo>
                <a:lnTo>
                  <a:pt x="192710" y="1028970"/>
                </a:lnTo>
                <a:lnTo>
                  <a:pt x="192882" y="1028970"/>
                </a:lnTo>
                <a:lnTo>
                  <a:pt x="193055" y="1028970"/>
                </a:lnTo>
                <a:lnTo>
                  <a:pt x="193228" y="1028970"/>
                </a:lnTo>
                <a:lnTo>
                  <a:pt x="193401" y="1028970"/>
                </a:lnTo>
                <a:lnTo>
                  <a:pt x="193573" y="1028970"/>
                </a:lnTo>
                <a:lnTo>
                  <a:pt x="193747" y="1028970"/>
                </a:lnTo>
                <a:lnTo>
                  <a:pt x="193920" y="1028970"/>
                </a:lnTo>
                <a:lnTo>
                  <a:pt x="194092" y="1028970"/>
                </a:lnTo>
                <a:lnTo>
                  <a:pt x="194265" y="1028970"/>
                </a:lnTo>
                <a:lnTo>
                  <a:pt x="194438" y="1028970"/>
                </a:lnTo>
                <a:lnTo>
                  <a:pt x="194611" y="1028970"/>
                </a:lnTo>
                <a:lnTo>
                  <a:pt x="194783" y="1028970"/>
                </a:lnTo>
                <a:lnTo>
                  <a:pt x="194956" y="1028970"/>
                </a:lnTo>
                <a:lnTo>
                  <a:pt x="195129" y="1028970"/>
                </a:lnTo>
                <a:lnTo>
                  <a:pt x="195302" y="1028970"/>
                </a:lnTo>
                <a:lnTo>
                  <a:pt x="195475" y="1028970"/>
                </a:lnTo>
                <a:lnTo>
                  <a:pt x="195648" y="1028970"/>
                </a:lnTo>
                <a:lnTo>
                  <a:pt x="195821" y="1028970"/>
                </a:lnTo>
                <a:lnTo>
                  <a:pt x="195993" y="1028970"/>
                </a:lnTo>
                <a:lnTo>
                  <a:pt x="196166" y="1028970"/>
                </a:lnTo>
                <a:lnTo>
                  <a:pt x="196339" y="1028970"/>
                </a:lnTo>
                <a:lnTo>
                  <a:pt x="196512" y="1028970"/>
                </a:lnTo>
                <a:lnTo>
                  <a:pt x="196685" y="1028970"/>
                </a:lnTo>
                <a:lnTo>
                  <a:pt x="196857" y="1028970"/>
                </a:lnTo>
                <a:lnTo>
                  <a:pt x="197031" y="1028970"/>
                </a:lnTo>
                <a:lnTo>
                  <a:pt x="197203" y="1028970"/>
                </a:lnTo>
                <a:lnTo>
                  <a:pt x="197376" y="1028970"/>
                </a:lnTo>
                <a:lnTo>
                  <a:pt x="197549" y="1028970"/>
                </a:lnTo>
                <a:lnTo>
                  <a:pt x="197722" y="1028970"/>
                </a:lnTo>
                <a:lnTo>
                  <a:pt x="197894" y="1028970"/>
                </a:lnTo>
                <a:lnTo>
                  <a:pt x="198067" y="1028970"/>
                </a:lnTo>
                <a:lnTo>
                  <a:pt x="198241" y="1028970"/>
                </a:lnTo>
                <a:lnTo>
                  <a:pt x="198413" y="1028970"/>
                </a:lnTo>
                <a:lnTo>
                  <a:pt x="198586" y="1028970"/>
                </a:lnTo>
                <a:lnTo>
                  <a:pt x="198758" y="1028970"/>
                </a:lnTo>
                <a:lnTo>
                  <a:pt x="198932" y="1028970"/>
                </a:lnTo>
                <a:lnTo>
                  <a:pt x="199104" y="1028970"/>
                </a:lnTo>
                <a:lnTo>
                  <a:pt x="199277" y="1028970"/>
                </a:lnTo>
                <a:lnTo>
                  <a:pt x="199450" y="1028970"/>
                </a:lnTo>
                <a:lnTo>
                  <a:pt x="199623" y="1028970"/>
                </a:lnTo>
                <a:lnTo>
                  <a:pt x="199796" y="1028970"/>
                </a:lnTo>
                <a:lnTo>
                  <a:pt x="199968" y="1028970"/>
                </a:lnTo>
                <a:lnTo>
                  <a:pt x="200142" y="1028970"/>
                </a:lnTo>
                <a:lnTo>
                  <a:pt x="200314" y="1028970"/>
                </a:lnTo>
                <a:lnTo>
                  <a:pt x="200487" y="1028970"/>
                </a:lnTo>
                <a:lnTo>
                  <a:pt x="200659" y="1028970"/>
                </a:lnTo>
                <a:lnTo>
                  <a:pt x="200833" y="1028970"/>
                </a:lnTo>
                <a:lnTo>
                  <a:pt x="201006" y="1028970"/>
                </a:lnTo>
                <a:lnTo>
                  <a:pt x="201178" y="1028970"/>
                </a:lnTo>
                <a:lnTo>
                  <a:pt x="201352" y="1028970"/>
                </a:lnTo>
                <a:lnTo>
                  <a:pt x="201524" y="1028970"/>
                </a:lnTo>
                <a:lnTo>
                  <a:pt x="201697" y="1028970"/>
                </a:lnTo>
                <a:lnTo>
                  <a:pt x="201869" y="1028970"/>
                </a:lnTo>
                <a:lnTo>
                  <a:pt x="202043" y="1028970"/>
                </a:lnTo>
                <a:lnTo>
                  <a:pt x="202215" y="1028970"/>
                </a:lnTo>
                <a:lnTo>
                  <a:pt x="202388" y="1028970"/>
                </a:lnTo>
                <a:lnTo>
                  <a:pt x="202561" y="1028970"/>
                </a:lnTo>
                <a:lnTo>
                  <a:pt x="202734" y="1028970"/>
                </a:lnTo>
                <a:lnTo>
                  <a:pt x="202907" y="1028970"/>
                </a:lnTo>
                <a:lnTo>
                  <a:pt x="203079" y="1028970"/>
                </a:lnTo>
                <a:lnTo>
                  <a:pt x="203253" y="1028970"/>
                </a:lnTo>
                <a:lnTo>
                  <a:pt x="203425" y="1028970"/>
                </a:lnTo>
                <a:lnTo>
                  <a:pt x="203598" y="1028970"/>
                </a:lnTo>
                <a:lnTo>
                  <a:pt x="203771" y="1028970"/>
                </a:lnTo>
                <a:lnTo>
                  <a:pt x="203944" y="1028970"/>
                </a:lnTo>
                <a:lnTo>
                  <a:pt x="204117" y="1028970"/>
                </a:lnTo>
                <a:lnTo>
                  <a:pt x="204289" y="1028970"/>
                </a:lnTo>
                <a:lnTo>
                  <a:pt x="204462" y="1028970"/>
                </a:lnTo>
                <a:lnTo>
                  <a:pt x="204635" y="1028970"/>
                </a:lnTo>
                <a:lnTo>
                  <a:pt x="204808" y="1028970"/>
                </a:lnTo>
                <a:lnTo>
                  <a:pt x="204980" y="1028970"/>
                </a:lnTo>
                <a:lnTo>
                  <a:pt x="205154" y="1028970"/>
                </a:lnTo>
                <a:lnTo>
                  <a:pt x="205327" y="1028970"/>
                </a:lnTo>
                <a:lnTo>
                  <a:pt x="205499" y="1028970"/>
                </a:lnTo>
                <a:lnTo>
                  <a:pt x="205672" y="1028970"/>
                </a:lnTo>
                <a:lnTo>
                  <a:pt x="205845" y="1028970"/>
                </a:lnTo>
                <a:lnTo>
                  <a:pt x="206018" y="1028970"/>
                </a:lnTo>
                <a:lnTo>
                  <a:pt x="206190" y="1028970"/>
                </a:lnTo>
                <a:lnTo>
                  <a:pt x="206363" y="1028970"/>
                </a:lnTo>
                <a:lnTo>
                  <a:pt x="206536" y="1028970"/>
                </a:lnTo>
                <a:lnTo>
                  <a:pt x="206709" y="1028970"/>
                </a:lnTo>
                <a:lnTo>
                  <a:pt x="206882" y="1028970"/>
                </a:lnTo>
                <a:lnTo>
                  <a:pt x="207055" y="1028970"/>
                </a:lnTo>
                <a:lnTo>
                  <a:pt x="207228" y="1028970"/>
                </a:lnTo>
                <a:lnTo>
                  <a:pt x="207400" y="1028970"/>
                </a:lnTo>
                <a:lnTo>
                  <a:pt x="207573" y="1028970"/>
                </a:lnTo>
                <a:lnTo>
                  <a:pt x="207746" y="1028970"/>
                </a:lnTo>
                <a:lnTo>
                  <a:pt x="207919" y="1028970"/>
                </a:lnTo>
                <a:lnTo>
                  <a:pt x="208092" y="1028970"/>
                </a:lnTo>
                <a:lnTo>
                  <a:pt x="208264" y="1028970"/>
                </a:lnTo>
                <a:lnTo>
                  <a:pt x="208438" y="1028970"/>
                </a:lnTo>
                <a:lnTo>
                  <a:pt x="208610" y="1028970"/>
                </a:lnTo>
                <a:lnTo>
                  <a:pt x="208783" y="1028970"/>
                </a:lnTo>
                <a:lnTo>
                  <a:pt x="208956" y="1028970"/>
                </a:lnTo>
                <a:lnTo>
                  <a:pt x="209129" y="1028970"/>
                </a:lnTo>
                <a:lnTo>
                  <a:pt x="209301" y="1028970"/>
                </a:lnTo>
                <a:lnTo>
                  <a:pt x="209474" y="1028970"/>
                </a:lnTo>
                <a:lnTo>
                  <a:pt x="209648" y="1028970"/>
                </a:lnTo>
                <a:lnTo>
                  <a:pt x="209820" y="1028970"/>
                </a:lnTo>
                <a:lnTo>
                  <a:pt x="209993" y="1028970"/>
                </a:lnTo>
                <a:lnTo>
                  <a:pt x="210165" y="1028970"/>
                </a:lnTo>
                <a:lnTo>
                  <a:pt x="210339" y="1028970"/>
                </a:lnTo>
                <a:lnTo>
                  <a:pt x="210511" y="1028970"/>
                </a:lnTo>
                <a:lnTo>
                  <a:pt x="210684" y="1028970"/>
                </a:lnTo>
                <a:lnTo>
                  <a:pt x="210857" y="1028970"/>
                </a:lnTo>
                <a:lnTo>
                  <a:pt x="211030" y="1028970"/>
                </a:lnTo>
                <a:lnTo>
                  <a:pt x="211203" y="1028970"/>
                </a:lnTo>
                <a:lnTo>
                  <a:pt x="211375" y="1028970"/>
                </a:lnTo>
                <a:lnTo>
                  <a:pt x="211549" y="1028970"/>
                </a:lnTo>
                <a:lnTo>
                  <a:pt x="211721" y="1028970"/>
                </a:lnTo>
                <a:lnTo>
                  <a:pt x="211894" y="1028970"/>
                </a:lnTo>
                <a:lnTo>
                  <a:pt x="212066" y="1028970"/>
                </a:lnTo>
                <a:lnTo>
                  <a:pt x="212240" y="1028970"/>
                </a:lnTo>
                <a:lnTo>
                  <a:pt x="212413" y="1028970"/>
                </a:lnTo>
                <a:lnTo>
                  <a:pt x="212585" y="1028970"/>
                </a:lnTo>
                <a:lnTo>
                  <a:pt x="212759" y="1028970"/>
                </a:lnTo>
                <a:lnTo>
                  <a:pt x="212931" y="1028970"/>
                </a:lnTo>
                <a:lnTo>
                  <a:pt x="213104" y="1028970"/>
                </a:lnTo>
                <a:lnTo>
                  <a:pt x="213276" y="1028970"/>
                </a:lnTo>
                <a:lnTo>
                  <a:pt x="213450" y="1028970"/>
                </a:lnTo>
                <a:lnTo>
                  <a:pt x="213622" y="1028970"/>
                </a:lnTo>
                <a:lnTo>
                  <a:pt x="213795" y="1028970"/>
                </a:lnTo>
                <a:lnTo>
                  <a:pt x="213968" y="1028970"/>
                </a:lnTo>
                <a:lnTo>
                  <a:pt x="214141" y="1028970"/>
                </a:lnTo>
                <a:lnTo>
                  <a:pt x="214314" y="1028970"/>
                </a:lnTo>
                <a:lnTo>
                  <a:pt x="214486" y="1028970"/>
                </a:lnTo>
                <a:lnTo>
                  <a:pt x="214660" y="1028970"/>
                </a:lnTo>
                <a:lnTo>
                  <a:pt x="214832" y="1028970"/>
                </a:lnTo>
                <a:lnTo>
                  <a:pt x="215005" y="1028970"/>
                </a:lnTo>
                <a:lnTo>
                  <a:pt x="215178" y="1028970"/>
                </a:lnTo>
                <a:lnTo>
                  <a:pt x="215351" y="1028970"/>
                </a:lnTo>
                <a:lnTo>
                  <a:pt x="215524" y="1028970"/>
                </a:lnTo>
                <a:lnTo>
                  <a:pt x="215696" y="1028970"/>
                </a:lnTo>
                <a:lnTo>
                  <a:pt x="215869" y="1028970"/>
                </a:lnTo>
                <a:lnTo>
                  <a:pt x="216042" y="1028970"/>
                </a:lnTo>
                <a:lnTo>
                  <a:pt x="216215" y="1028970"/>
                </a:lnTo>
                <a:lnTo>
                  <a:pt x="216388" y="1028970"/>
                </a:lnTo>
                <a:lnTo>
                  <a:pt x="216561" y="1028970"/>
                </a:lnTo>
                <a:lnTo>
                  <a:pt x="216734" y="1028970"/>
                </a:lnTo>
                <a:lnTo>
                  <a:pt x="216906" y="1028970"/>
                </a:lnTo>
                <a:lnTo>
                  <a:pt x="217079" y="1028970"/>
                </a:lnTo>
                <a:lnTo>
                  <a:pt x="217252" y="1028970"/>
                </a:lnTo>
                <a:lnTo>
                  <a:pt x="217425" y="1028970"/>
                </a:lnTo>
                <a:lnTo>
                  <a:pt x="217597" y="1028970"/>
                </a:lnTo>
                <a:lnTo>
                  <a:pt x="217770" y="1028970"/>
                </a:lnTo>
                <a:lnTo>
                  <a:pt x="217943" y="1028970"/>
                </a:lnTo>
                <a:lnTo>
                  <a:pt x="218116" y="1028970"/>
                </a:lnTo>
                <a:lnTo>
                  <a:pt x="218289" y="1028970"/>
                </a:lnTo>
                <a:lnTo>
                  <a:pt x="218462" y="1028970"/>
                </a:lnTo>
                <a:lnTo>
                  <a:pt x="218635" y="1028970"/>
                </a:lnTo>
                <a:lnTo>
                  <a:pt x="218807" y="1028970"/>
                </a:lnTo>
                <a:lnTo>
                  <a:pt x="218980" y="1028970"/>
                </a:lnTo>
                <a:lnTo>
                  <a:pt x="219153" y="1028970"/>
                </a:lnTo>
                <a:lnTo>
                  <a:pt x="219326" y="1028970"/>
                </a:lnTo>
                <a:lnTo>
                  <a:pt x="219499" y="1028970"/>
                </a:lnTo>
                <a:lnTo>
                  <a:pt x="219671" y="1028970"/>
                </a:lnTo>
                <a:lnTo>
                  <a:pt x="219845" y="1028970"/>
                </a:lnTo>
                <a:lnTo>
                  <a:pt x="220017" y="1028970"/>
                </a:lnTo>
                <a:lnTo>
                  <a:pt x="220190" y="1028970"/>
                </a:lnTo>
                <a:lnTo>
                  <a:pt x="220363" y="1028970"/>
                </a:lnTo>
                <a:lnTo>
                  <a:pt x="220536" y="1028970"/>
                </a:lnTo>
                <a:lnTo>
                  <a:pt x="220709" y="1028970"/>
                </a:lnTo>
                <a:lnTo>
                  <a:pt x="220881" y="1028970"/>
                </a:lnTo>
                <a:lnTo>
                  <a:pt x="221055" y="1028970"/>
                </a:lnTo>
                <a:lnTo>
                  <a:pt x="221227" y="1028970"/>
                </a:lnTo>
                <a:lnTo>
                  <a:pt x="221400" y="1028970"/>
                </a:lnTo>
                <a:lnTo>
                  <a:pt x="221572" y="1028970"/>
                </a:lnTo>
                <a:lnTo>
                  <a:pt x="221746" y="1028970"/>
                </a:lnTo>
                <a:lnTo>
                  <a:pt x="221918" y="1028970"/>
                </a:lnTo>
                <a:lnTo>
                  <a:pt x="222091" y="1028970"/>
                </a:lnTo>
                <a:lnTo>
                  <a:pt x="222264" y="1028970"/>
                </a:lnTo>
                <a:lnTo>
                  <a:pt x="222437" y="1028970"/>
                </a:lnTo>
                <a:lnTo>
                  <a:pt x="222610" y="1028970"/>
                </a:lnTo>
                <a:lnTo>
                  <a:pt x="222782" y="1028970"/>
                </a:lnTo>
                <a:lnTo>
                  <a:pt x="222956" y="1028970"/>
                </a:lnTo>
                <a:lnTo>
                  <a:pt x="223128" y="1028970"/>
                </a:lnTo>
                <a:lnTo>
                  <a:pt x="223301" y="1028970"/>
                </a:lnTo>
                <a:lnTo>
                  <a:pt x="223473" y="1028970"/>
                </a:lnTo>
                <a:lnTo>
                  <a:pt x="223647" y="1028970"/>
                </a:lnTo>
                <a:lnTo>
                  <a:pt x="223820" y="1028970"/>
                </a:lnTo>
                <a:lnTo>
                  <a:pt x="223992" y="1028970"/>
                </a:lnTo>
                <a:lnTo>
                  <a:pt x="224166" y="1028970"/>
                </a:lnTo>
                <a:lnTo>
                  <a:pt x="224338" y="1028970"/>
                </a:lnTo>
                <a:lnTo>
                  <a:pt x="224511" y="1028970"/>
                </a:lnTo>
                <a:lnTo>
                  <a:pt x="224683" y="1028970"/>
                </a:lnTo>
                <a:lnTo>
                  <a:pt x="224857" y="1028970"/>
                </a:lnTo>
                <a:lnTo>
                  <a:pt x="225030" y="1028970"/>
                </a:lnTo>
                <a:lnTo>
                  <a:pt x="225202" y="1028970"/>
                </a:lnTo>
                <a:lnTo>
                  <a:pt x="225375" y="1028970"/>
                </a:lnTo>
                <a:lnTo>
                  <a:pt x="225548" y="1028970"/>
                </a:lnTo>
                <a:lnTo>
                  <a:pt x="225721" y="1028970"/>
                </a:lnTo>
                <a:lnTo>
                  <a:pt x="225893" y="1028970"/>
                </a:lnTo>
                <a:lnTo>
                  <a:pt x="226067" y="1028970"/>
                </a:lnTo>
                <a:lnTo>
                  <a:pt x="226239" y="1028970"/>
                </a:lnTo>
                <a:lnTo>
                  <a:pt x="226412" y="1028970"/>
                </a:lnTo>
                <a:lnTo>
                  <a:pt x="226585" y="1028970"/>
                </a:lnTo>
                <a:lnTo>
                  <a:pt x="226758" y="1028970"/>
                </a:lnTo>
                <a:lnTo>
                  <a:pt x="226931" y="1028970"/>
                </a:lnTo>
                <a:lnTo>
                  <a:pt x="227103" y="1028970"/>
                </a:lnTo>
                <a:lnTo>
                  <a:pt x="227276" y="1028970"/>
                </a:lnTo>
                <a:lnTo>
                  <a:pt x="227449" y="1028970"/>
                </a:lnTo>
                <a:lnTo>
                  <a:pt x="227622" y="1028970"/>
                </a:lnTo>
                <a:lnTo>
                  <a:pt x="227794" y="1028970"/>
                </a:lnTo>
                <a:lnTo>
                  <a:pt x="227968" y="1028970"/>
                </a:lnTo>
                <a:lnTo>
                  <a:pt x="228141" y="1028970"/>
                </a:lnTo>
                <a:lnTo>
                  <a:pt x="228313" y="1028970"/>
                </a:lnTo>
                <a:lnTo>
                  <a:pt x="228486" y="1028970"/>
                </a:lnTo>
                <a:lnTo>
                  <a:pt x="228659" y="1028970"/>
                </a:lnTo>
                <a:lnTo>
                  <a:pt x="228832" y="1028970"/>
                </a:lnTo>
                <a:lnTo>
                  <a:pt x="229004" y="1028970"/>
                </a:lnTo>
                <a:lnTo>
                  <a:pt x="229177" y="1028970"/>
                </a:lnTo>
                <a:lnTo>
                  <a:pt x="229351" y="1028970"/>
                </a:lnTo>
                <a:lnTo>
                  <a:pt x="229523" y="1028970"/>
                </a:lnTo>
                <a:lnTo>
                  <a:pt x="229696" y="1028970"/>
                </a:lnTo>
                <a:lnTo>
                  <a:pt x="229869" y="1028970"/>
                </a:lnTo>
                <a:lnTo>
                  <a:pt x="230042" y="1028970"/>
                </a:lnTo>
                <a:lnTo>
                  <a:pt x="230214" y="1028970"/>
                </a:lnTo>
                <a:lnTo>
                  <a:pt x="230387" y="1028970"/>
                </a:lnTo>
                <a:lnTo>
                  <a:pt x="230560" y="1028970"/>
                </a:lnTo>
                <a:lnTo>
                  <a:pt x="230733" y="1028970"/>
                </a:lnTo>
                <a:lnTo>
                  <a:pt x="230906" y="1028970"/>
                </a:lnTo>
                <a:lnTo>
                  <a:pt x="231078" y="1028970"/>
                </a:lnTo>
                <a:lnTo>
                  <a:pt x="231252" y="1028970"/>
                </a:lnTo>
                <a:lnTo>
                  <a:pt x="231424" y="1028970"/>
                </a:lnTo>
                <a:lnTo>
                  <a:pt x="231597" y="1028970"/>
                </a:lnTo>
                <a:lnTo>
                  <a:pt x="231770" y="1028970"/>
                </a:lnTo>
                <a:lnTo>
                  <a:pt x="231943" y="1028970"/>
                </a:lnTo>
                <a:lnTo>
                  <a:pt x="232115" y="1028970"/>
                </a:lnTo>
                <a:lnTo>
                  <a:pt x="232288" y="1028970"/>
                </a:lnTo>
                <a:lnTo>
                  <a:pt x="232462" y="1028970"/>
                </a:lnTo>
                <a:lnTo>
                  <a:pt x="232634" y="1028970"/>
                </a:lnTo>
                <a:lnTo>
                  <a:pt x="232807" y="1028970"/>
                </a:lnTo>
                <a:lnTo>
                  <a:pt x="232979" y="1028970"/>
                </a:lnTo>
                <a:lnTo>
                  <a:pt x="233153" y="1028970"/>
                </a:lnTo>
                <a:lnTo>
                  <a:pt x="233325" y="1028970"/>
                </a:lnTo>
                <a:lnTo>
                  <a:pt x="233498" y="1028970"/>
                </a:lnTo>
                <a:lnTo>
                  <a:pt x="233672" y="1028970"/>
                </a:lnTo>
                <a:lnTo>
                  <a:pt x="233844" y="1028970"/>
                </a:lnTo>
                <a:lnTo>
                  <a:pt x="234017" y="1028970"/>
                </a:lnTo>
                <a:lnTo>
                  <a:pt x="234189" y="1028970"/>
                </a:lnTo>
                <a:lnTo>
                  <a:pt x="234363" y="1028970"/>
                </a:lnTo>
                <a:lnTo>
                  <a:pt x="234535" y="1028970"/>
                </a:lnTo>
                <a:lnTo>
                  <a:pt x="234708" y="1028970"/>
                </a:lnTo>
                <a:lnTo>
                  <a:pt x="234881" y="1028970"/>
                </a:lnTo>
                <a:lnTo>
                  <a:pt x="235054" y="1028970"/>
                </a:lnTo>
                <a:lnTo>
                  <a:pt x="235227" y="1028970"/>
                </a:lnTo>
                <a:lnTo>
                  <a:pt x="235399" y="1028970"/>
                </a:lnTo>
                <a:lnTo>
                  <a:pt x="235573" y="1028970"/>
                </a:lnTo>
                <a:lnTo>
                  <a:pt x="235745" y="1028970"/>
                </a:lnTo>
                <a:lnTo>
                  <a:pt x="235918" y="1028970"/>
                </a:lnTo>
                <a:lnTo>
                  <a:pt x="236090" y="1028970"/>
                </a:lnTo>
                <a:lnTo>
                  <a:pt x="236264" y="1028970"/>
                </a:lnTo>
                <a:lnTo>
                  <a:pt x="236436" y="1028970"/>
                </a:lnTo>
                <a:lnTo>
                  <a:pt x="236609" y="1028970"/>
                </a:lnTo>
                <a:lnTo>
                  <a:pt x="236782" y="1028970"/>
                </a:lnTo>
                <a:lnTo>
                  <a:pt x="236955" y="1028970"/>
                </a:lnTo>
                <a:lnTo>
                  <a:pt x="237128" y="1028970"/>
                </a:lnTo>
                <a:lnTo>
                  <a:pt x="237300" y="1028970"/>
                </a:lnTo>
                <a:lnTo>
                  <a:pt x="237474" y="1028970"/>
                </a:lnTo>
                <a:lnTo>
                  <a:pt x="237646" y="1028970"/>
                </a:lnTo>
                <a:lnTo>
                  <a:pt x="237819" y="1028970"/>
                </a:lnTo>
                <a:lnTo>
                  <a:pt x="237992" y="1028970"/>
                </a:lnTo>
                <a:lnTo>
                  <a:pt x="238165" y="1028970"/>
                </a:lnTo>
                <a:lnTo>
                  <a:pt x="238338" y="1028970"/>
                </a:lnTo>
                <a:lnTo>
                  <a:pt x="238510" y="1028970"/>
                </a:lnTo>
                <a:lnTo>
                  <a:pt x="238683" y="1028970"/>
                </a:lnTo>
                <a:lnTo>
                  <a:pt x="238856" y="1028970"/>
                </a:lnTo>
                <a:lnTo>
                  <a:pt x="239029" y="1028970"/>
                </a:lnTo>
                <a:lnTo>
                  <a:pt x="239202" y="1028970"/>
                </a:lnTo>
                <a:lnTo>
                  <a:pt x="239375" y="1028970"/>
                </a:lnTo>
                <a:lnTo>
                  <a:pt x="239548" y="1028970"/>
                </a:lnTo>
                <a:lnTo>
                  <a:pt x="239720" y="1028970"/>
                </a:lnTo>
                <a:lnTo>
                  <a:pt x="239893" y="1028970"/>
                </a:lnTo>
                <a:lnTo>
                  <a:pt x="240066" y="1028970"/>
                </a:lnTo>
                <a:lnTo>
                  <a:pt x="240239" y="1028970"/>
                </a:lnTo>
                <a:lnTo>
                  <a:pt x="240411" y="1028970"/>
                </a:lnTo>
                <a:lnTo>
                  <a:pt x="240584" y="1028970"/>
                </a:lnTo>
                <a:lnTo>
                  <a:pt x="240757" y="1028970"/>
                </a:lnTo>
                <a:lnTo>
                  <a:pt x="240930" y="1028970"/>
                </a:lnTo>
                <a:lnTo>
                  <a:pt x="241103" y="1028970"/>
                </a:lnTo>
                <a:lnTo>
                  <a:pt x="241276" y="1028970"/>
                </a:lnTo>
                <a:lnTo>
                  <a:pt x="241449" y="1028970"/>
                </a:lnTo>
                <a:lnTo>
                  <a:pt x="241621" y="1028970"/>
                </a:lnTo>
                <a:lnTo>
                  <a:pt x="241794" y="1028970"/>
                </a:lnTo>
                <a:lnTo>
                  <a:pt x="241967" y="1028970"/>
                </a:lnTo>
                <a:lnTo>
                  <a:pt x="242140" y="1028970"/>
                </a:lnTo>
                <a:lnTo>
                  <a:pt x="242313" y="1028970"/>
                </a:lnTo>
                <a:lnTo>
                  <a:pt x="242485" y="1028970"/>
                </a:lnTo>
                <a:lnTo>
                  <a:pt x="242659" y="1028970"/>
                </a:lnTo>
                <a:lnTo>
                  <a:pt x="242831" y="1028970"/>
                </a:lnTo>
                <a:lnTo>
                  <a:pt x="243004" y="1028970"/>
                </a:lnTo>
                <a:lnTo>
                  <a:pt x="243177" y="1028970"/>
                </a:lnTo>
                <a:lnTo>
                  <a:pt x="243350" y="1028970"/>
                </a:lnTo>
                <a:lnTo>
                  <a:pt x="243523" y="1028970"/>
                </a:lnTo>
                <a:lnTo>
                  <a:pt x="243695" y="1028970"/>
                </a:lnTo>
                <a:lnTo>
                  <a:pt x="243869" y="1028970"/>
                </a:lnTo>
                <a:lnTo>
                  <a:pt x="244041" y="1028970"/>
                </a:lnTo>
                <a:lnTo>
                  <a:pt x="244214" y="1028970"/>
                </a:lnTo>
                <a:lnTo>
                  <a:pt x="244386" y="1028970"/>
                </a:lnTo>
                <a:lnTo>
                  <a:pt x="244560" y="1028970"/>
                </a:lnTo>
                <a:lnTo>
                  <a:pt x="244732" y="1028970"/>
                </a:lnTo>
                <a:lnTo>
                  <a:pt x="244905" y="1028970"/>
                </a:lnTo>
                <a:lnTo>
                  <a:pt x="245079" y="1028970"/>
                </a:lnTo>
                <a:lnTo>
                  <a:pt x="245251" y="1028970"/>
                </a:lnTo>
                <a:lnTo>
                  <a:pt x="245424" y="1028970"/>
                </a:lnTo>
                <a:lnTo>
                  <a:pt x="245596" y="1028970"/>
                </a:lnTo>
                <a:lnTo>
                  <a:pt x="245770" y="1028970"/>
                </a:lnTo>
                <a:lnTo>
                  <a:pt x="245942" y="1028970"/>
                </a:lnTo>
                <a:lnTo>
                  <a:pt x="246115" y="1028970"/>
                </a:lnTo>
                <a:lnTo>
                  <a:pt x="246288" y="1028970"/>
                </a:lnTo>
                <a:lnTo>
                  <a:pt x="246461" y="1028970"/>
                </a:lnTo>
                <a:lnTo>
                  <a:pt x="246634" y="1028970"/>
                </a:lnTo>
                <a:lnTo>
                  <a:pt x="246806" y="1028970"/>
                </a:lnTo>
                <a:lnTo>
                  <a:pt x="246980" y="1028970"/>
                </a:lnTo>
                <a:lnTo>
                  <a:pt x="247152" y="1028970"/>
                </a:lnTo>
                <a:lnTo>
                  <a:pt x="247325" y="1028970"/>
                </a:lnTo>
                <a:lnTo>
                  <a:pt x="247497" y="1028970"/>
                </a:lnTo>
                <a:lnTo>
                  <a:pt x="247671" y="1028970"/>
                </a:lnTo>
                <a:lnTo>
                  <a:pt x="247844" y="1028970"/>
                </a:lnTo>
                <a:lnTo>
                  <a:pt x="248016" y="1028970"/>
                </a:lnTo>
                <a:lnTo>
                  <a:pt x="248189" y="1028970"/>
                </a:lnTo>
                <a:lnTo>
                  <a:pt x="248362" y="1028970"/>
                </a:lnTo>
                <a:lnTo>
                  <a:pt x="248535" y="1028970"/>
                </a:lnTo>
                <a:lnTo>
                  <a:pt x="248707" y="1028970"/>
                </a:lnTo>
                <a:lnTo>
                  <a:pt x="248881" y="1028970"/>
                </a:lnTo>
                <a:lnTo>
                  <a:pt x="249053" y="1028970"/>
                </a:lnTo>
                <a:lnTo>
                  <a:pt x="249226" y="1028970"/>
                </a:lnTo>
                <a:lnTo>
                  <a:pt x="249399" y="1028970"/>
                </a:lnTo>
                <a:lnTo>
                  <a:pt x="249572" y="1028970"/>
                </a:lnTo>
                <a:lnTo>
                  <a:pt x="249745" y="1028970"/>
                </a:lnTo>
                <a:lnTo>
                  <a:pt x="249917" y="1028970"/>
                </a:lnTo>
                <a:lnTo>
                  <a:pt x="250090" y="1028970"/>
                </a:lnTo>
                <a:lnTo>
                  <a:pt x="250263" y="1028970"/>
                </a:lnTo>
                <a:lnTo>
                  <a:pt x="250436" y="1028970"/>
                </a:lnTo>
                <a:lnTo>
                  <a:pt x="250609" y="1028970"/>
                </a:lnTo>
                <a:lnTo>
                  <a:pt x="250782" y="1028970"/>
                </a:lnTo>
                <a:lnTo>
                  <a:pt x="250955" y="1028970"/>
                </a:lnTo>
                <a:lnTo>
                  <a:pt x="251127" y="1028970"/>
                </a:lnTo>
                <a:lnTo>
                  <a:pt x="251300" y="1028970"/>
                </a:lnTo>
                <a:lnTo>
                  <a:pt x="251473" y="1028970"/>
                </a:lnTo>
                <a:lnTo>
                  <a:pt x="251646" y="1028970"/>
                </a:lnTo>
                <a:lnTo>
                  <a:pt x="251818" y="1028970"/>
                </a:lnTo>
                <a:lnTo>
                  <a:pt x="251991" y="1028970"/>
                </a:lnTo>
                <a:lnTo>
                  <a:pt x="252165" y="1028970"/>
                </a:lnTo>
                <a:lnTo>
                  <a:pt x="252337" y="1028970"/>
                </a:lnTo>
                <a:lnTo>
                  <a:pt x="252510" y="1028970"/>
                </a:lnTo>
                <a:lnTo>
                  <a:pt x="252683" y="1028970"/>
                </a:lnTo>
                <a:lnTo>
                  <a:pt x="252856" y="1028970"/>
                </a:lnTo>
                <a:lnTo>
                  <a:pt x="253028" y="1028970"/>
                </a:lnTo>
                <a:lnTo>
                  <a:pt x="253201" y="1028970"/>
                </a:lnTo>
                <a:lnTo>
                  <a:pt x="253374" y="1028970"/>
                </a:lnTo>
                <a:lnTo>
                  <a:pt x="253547" y="1028970"/>
                </a:lnTo>
                <a:lnTo>
                  <a:pt x="253720" y="1028970"/>
                </a:lnTo>
                <a:lnTo>
                  <a:pt x="253892" y="1028970"/>
                </a:lnTo>
                <a:lnTo>
                  <a:pt x="254066" y="1028970"/>
                </a:lnTo>
                <a:lnTo>
                  <a:pt x="254238" y="1028970"/>
                </a:lnTo>
                <a:lnTo>
                  <a:pt x="254411" y="1028970"/>
                </a:lnTo>
                <a:lnTo>
                  <a:pt x="254584" y="1028970"/>
                </a:lnTo>
                <a:lnTo>
                  <a:pt x="254757" y="1028970"/>
                </a:lnTo>
                <a:lnTo>
                  <a:pt x="254930" y="1028970"/>
                </a:lnTo>
                <a:lnTo>
                  <a:pt x="255102" y="1028970"/>
                </a:lnTo>
                <a:lnTo>
                  <a:pt x="255276" y="1028970"/>
                </a:lnTo>
                <a:lnTo>
                  <a:pt x="255448" y="1028970"/>
                </a:lnTo>
                <a:lnTo>
                  <a:pt x="255621" y="1028970"/>
                </a:lnTo>
                <a:lnTo>
                  <a:pt x="255793" y="1028970"/>
                </a:lnTo>
                <a:lnTo>
                  <a:pt x="255967" y="1028970"/>
                </a:lnTo>
                <a:lnTo>
                  <a:pt x="256139" y="1028970"/>
                </a:lnTo>
                <a:lnTo>
                  <a:pt x="256312" y="1028970"/>
                </a:lnTo>
                <a:lnTo>
                  <a:pt x="256486" y="1028970"/>
                </a:lnTo>
                <a:lnTo>
                  <a:pt x="256658" y="1028970"/>
                </a:lnTo>
                <a:lnTo>
                  <a:pt x="256831" y="1028970"/>
                </a:lnTo>
                <a:lnTo>
                  <a:pt x="257003" y="1028970"/>
                </a:lnTo>
                <a:lnTo>
                  <a:pt x="257177" y="1028970"/>
                </a:lnTo>
                <a:lnTo>
                  <a:pt x="257349" y="1028970"/>
                </a:lnTo>
                <a:lnTo>
                  <a:pt x="257522" y="1028970"/>
                </a:lnTo>
                <a:lnTo>
                  <a:pt x="257695" y="1028970"/>
                </a:lnTo>
                <a:lnTo>
                  <a:pt x="257868" y="1028970"/>
                </a:lnTo>
                <a:lnTo>
                  <a:pt x="258041" y="1028970"/>
                </a:lnTo>
                <a:lnTo>
                  <a:pt x="258213" y="1028970"/>
                </a:lnTo>
                <a:lnTo>
                  <a:pt x="258387" y="1028970"/>
                </a:lnTo>
                <a:lnTo>
                  <a:pt x="258559" y="1028970"/>
                </a:lnTo>
                <a:lnTo>
                  <a:pt x="258732" y="1028970"/>
                </a:lnTo>
                <a:lnTo>
                  <a:pt x="258904" y="1028970"/>
                </a:lnTo>
                <a:lnTo>
                  <a:pt x="259078" y="1028970"/>
                </a:lnTo>
                <a:lnTo>
                  <a:pt x="259251" y="1028970"/>
                </a:lnTo>
                <a:lnTo>
                  <a:pt x="259423" y="1028970"/>
                </a:lnTo>
                <a:lnTo>
                  <a:pt x="259596" y="1028970"/>
                </a:lnTo>
                <a:lnTo>
                  <a:pt x="259769" y="1028970"/>
                </a:lnTo>
                <a:lnTo>
                  <a:pt x="259942" y="1028970"/>
                </a:lnTo>
                <a:lnTo>
                  <a:pt x="260114" y="1028970"/>
                </a:lnTo>
                <a:lnTo>
                  <a:pt x="260288" y="1028970"/>
                </a:lnTo>
                <a:lnTo>
                  <a:pt x="260460" y="1028970"/>
                </a:lnTo>
                <a:lnTo>
                  <a:pt x="260633" y="1028970"/>
                </a:lnTo>
                <a:lnTo>
                  <a:pt x="260806" y="1028970"/>
                </a:lnTo>
                <a:lnTo>
                  <a:pt x="260979" y="1028970"/>
                </a:lnTo>
                <a:lnTo>
                  <a:pt x="261152" y="1028970"/>
                </a:lnTo>
                <a:lnTo>
                  <a:pt x="261324" y="1028970"/>
                </a:lnTo>
                <a:lnTo>
                  <a:pt x="261497" y="1028970"/>
                </a:lnTo>
                <a:lnTo>
                  <a:pt x="261670" y="1028970"/>
                </a:lnTo>
                <a:lnTo>
                  <a:pt x="261843" y="1028970"/>
                </a:lnTo>
                <a:lnTo>
                  <a:pt x="262016" y="1028970"/>
                </a:lnTo>
                <a:lnTo>
                  <a:pt x="262189" y="1028970"/>
                </a:lnTo>
                <a:lnTo>
                  <a:pt x="262362" y="1028970"/>
                </a:lnTo>
                <a:lnTo>
                  <a:pt x="262534" y="1028970"/>
                </a:lnTo>
                <a:lnTo>
                  <a:pt x="262707" y="1028970"/>
                </a:lnTo>
                <a:lnTo>
                  <a:pt x="262880" y="1028970"/>
                </a:lnTo>
                <a:lnTo>
                  <a:pt x="263053" y="1028970"/>
                </a:lnTo>
                <a:lnTo>
                  <a:pt x="263225" y="1028970"/>
                </a:lnTo>
                <a:lnTo>
                  <a:pt x="263398" y="1028970"/>
                </a:lnTo>
                <a:lnTo>
                  <a:pt x="263572" y="1028970"/>
                </a:lnTo>
                <a:lnTo>
                  <a:pt x="263744" y="1028970"/>
                </a:lnTo>
                <a:lnTo>
                  <a:pt x="263917" y="1028970"/>
                </a:lnTo>
                <a:lnTo>
                  <a:pt x="264090" y="1028970"/>
                </a:lnTo>
                <a:lnTo>
                  <a:pt x="264263" y="1028970"/>
                </a:lnTo>
                <a:lnTo>
                  <a:pt x="264435" y="1028970"/>
                </a:lnTo>
                <a:lnTo>
                  <a:pt x="264608" y="1028970"/>
                </a:lnTo>
                <a:lnTo>
                  <a:pt x="264782" y="1028970"/>
                </a:lnTo>
                <a:lnTo>
                  <a:pt x="264954" y="1028970"/>
                </a:lnTo>
                <a:lnTo>
                  <a:pt x="265127" y="1028970"/>
                </a:lnTo>
                <a:lnTo>
                  <a:pt x="265299" y="1028970"/>
                </a:lnTo>
                <a:lnTo>
                  <a:pt x="265473" y="1028970"/>
                </a:lnTo>
                <a:lnTo>
                  <a:pt x="265645" y="1028970"/>
                </a:lnTo>
                <a:lnTo>
                  <a:pt x="265818" y="1028970"/>
                </a:lnTo>
                <a:lnTo>
                  <a:pt x="265991" y="1028970"/>
                </a:lnTo>
                <a:lnTo>
                  <a:pt x="266164" y="1028970"/>
                </a:lnTo>
                <a:lnTo>
                  <a:pt x="266337" y="1028970"/>
                </a:lnTo>
                <a:lnTo>
                  <a:pt x="266509" y="1028970"/>
                </a:lnTo>
                <a:lnTo>
                  <a:pt x="266683" y="1028970"/>
                </a:lnTo>
                <a:lnTo>
                  <a:pt x="266855" y="1028970"/>
                </a:lnTo>
                <a:lnTo>
                  <a:pt x="267028" y="1028970"/>
                </a:lnTo>
                <a:lnTo>
                  <a:pt x="267200" y="1028970"/>
                </a:lnTo>
                <a:lnTo>
                  <a:pt x="267374" y="1028970"/>
                </a:lnTo>
                <a:lnTo>
                  <a:pt x="267547" y="1028970"/>
                </a:lnTo>
                <a:lnTo>
                  <a:pt x="267719" y="1028970"/>
                </a:lnTo>
                <a:lnTo>
                  <a:pt x="267893" y="1028970"/>
                </a:lnTo>
                <a:lnTo>
                  <a:pt x="268065" y="1028970"/>
                </a:lnTo>
                <a:lnTo>
                  <a:pt x="268238" y="1028970"/>
                </a:lnTo>
                <a:lnTo>
                  <a:pt x="268410" y="1028970"/>
                </a:lnTo>
                <a:lnTo>
                  <a:pt x="268584" y="1028970"/>
                </a:lnTo>
                <a:lnTo>
                  <a:pt x="268756" y="1028970"/>
                </a:lnTo>
                <a:lnTo>
                  <a:pt x="268929" y="1028970"/>
                </a:lnTo>
                <a:lnTo>
                  <a:pt x="269102" y="1028970"/>
                </a:lnTo>
                <a:lnTo>
                  <a:pt x="269275" y="1028970"/>
                </a:lnTo>
                <a:lnTo>
                  <a:pt x="269448" y="1028970"/>
                </a:lnTo>
                <a:lnTo>
                  <a:pt x="269620" y="1028970"/>
                </a:lnTo>
                <a:lnTo>
                  <a:pt x="269794" y="1028970"/>
                </a:lnTo>
                <a:lnTo>
                  <a:pt x="269966" y="1028970"/>
                </a:lnTo>
                <a:lnTo>
                  <a:pt x="270139" y="1028970"/>
                </a:lnTo>
                <a:lnTo>
                  <a:pt x="270312" y="1028970"/>
                </a:lnTo>
                <a:lnTo>
                  <a:pt x="270485" y="1028970"/>
                </a:lnTo>
                <a:lnTo>
                  <a:pt x="270658" y="1028970"/>
                </a:lnTo>
                <a:lnTo>
                  <a:pt x="270830" y="1028970"/>
                </a:lnTo>
                <a:lnTo>
                  <a:pt x="271003" y="1028970"/>
                </a:lnTo>
                <a:lnTo>
                  <a:pt x="271176" y="1028970"/>
                </a:lnTo>
                <a:lnTo>
                  <a:pt x="271349" y="1028970"/>
                </a:lnTo>
                <a:lnTo>
                  <a:pt x="271521" y="1028970"/>
                </a:lnTo>
                <a:lnTo>
                  <a:pt x="271695" y="1028970"/>
                </a:lnTo>
                <a:lnTo>
                  <a:pt x="271868" y="1028970"/>
                </a:lnTo>
                <a:lnTo>
                  <a:pt x="272040" y="1028970"/>
                </a:lnTo>
                <a:lnTo>
                  <a:pt x="272213" y="1028970"/>
                </a:lnTo>
                <a:lnTo>
                  <a:pt x="272386" y="1028970"/>
                </a:lnTo>
                <a:lnTo>
                  <a:pt x="272559" y="1028970"/>
                </a:lnTo>
                <a:lnTo>
                  <a:pt x="272731" y="1028970"/>
                </a:lnTo>
                <a:lnTo>
                  <a:pt x="272904" y="1028970"/>
                </a:lnTo>
                <a:lnTo>
                  <a:pt x="273077" y="1028970"/>
                </a:lnTo>
                <a:lnTo>
                  <a:pt x="273250" y="1028970"/>
                </a:lnTo>
                <a:lnTo>
                  <a:pt x="273423" y="1028970"/>
                </a:lnTo>
                <a:lnTo>
                  <a:pt x="273596" y="1028970"/>
                </a:lnTo>
                <a:lnTo>
                  <a:pt x="273769" y="1028970"/>
                </a:lnTo>
                <a:lnTo>
                  <a:pt x="273941" y="1028970"/>
                </a:lnTo>
                <a:lnTo>
                  <a:pt x="274114" y="1028970"/>
                </a:lnTo>
                <a:lnTo>
                  <a:pt x="274287" y="1028970"/>
                </a:lnTo>
                <a:lnTo>
                  <a:pt x="274460" y="1028970"/>
                </a:lnTo>
                <a:lnTo>
                  <a:pt x="274633" y="1028970"/>
                </a:lnTo>
                <a:lnTo>
                  <a:pt x="274805" y="1028970"/>
                </a:lnTo>
                <a:lnTo>
                  <a:pt x="274979" y="1028970"/>
                </a:lnTo>
                <a:lnTo>
                  <a:pt x="275151" y="1028970"/>
                </a:lnTo>
                <a:lnTo>
                  <a:pt x="275324" y="1028970"/>
                </a:lnTo>
                <a:lnTo>
                  <a:pt x="275497" y="1028970"/>
                </a:lnTo>
                <a:lnTo>
                  <a:pt x="275670" y="1028970"/>
                </a:lnTo>
                <a:lnTo>
                  <a:pt x="275842" y="1028970"/>
                </a:lnTo>
                <a:lnTo>
                  <a:pt x="276015" y="1028970"/>
                </a:lnTo>
                <a:lnTo>
                  <a:pt x="276189" y="1028970"/>
                </a:lnTo>
                <a:lnTo>
                  <a:pt x="276361" y="1028970"/>
                </a:lnTo>
                <a:lnTo>
                  <a:pt x="276534" y="1028970"/>
                </a:lnTo>
                <a:lnTo>
                  <a:pt x="276706" y="1028970"/>
                </a:lnTo>
                <a:lnTo>
                  <a:pt x="276880" y="1028970"/>
                </a:lnTo>
                <a:lnTo>
                  <a:pt x="277052" y="1028970"/>
                </a:lnTo>
                <a:lnTo>
                  <a:pt x="277225" y="1028970"/>
                </a:lnTo>
                <a:lnTo>
                  <a:pt x="277398" y="1028970"/>
                </a:lnTo>
                <a:lnTo>
                  <a:pt x="277571" y="1028970"/>
                </a:lnTo>
                <a:lnTo>
                  <a:pt x="277744" y="1028970"/>
                </a:lnTo>
                <a:lnTo>
                  <a:pt x="277916" y="1028970"/>
                </a:lnTo>
                <a:lnTo>
                  <a:pt x="278090" y="1028970"/>
                </a:lnTo>
                <a:lnTo>
                  <a:pt x="278262" y="1028970"/>
                </a:lnTo>
                <a:lnTo>
                  <a:pt x="278435" y="1028970"/>
                </a:lnTo>
                <a:lnTo>
                  <a:pt x="278607" y="1028970"/>
                </a:lnTo>
                <a:lnTo>
                  <a:pt x="278781" y="1028970"/>
                </a:lnTo>
                <a:lnTo>
                  <a:pt x="278954" y="1028970"/>
                </a:lnTo>
                <a:lnTo>
                  <a:pt x="279126" y="1028970"/>
                </a:lnTo>
                <a:lnTo>
                  <a:pt x="279300" y="1028970"/>
                </a:lnTo>
                <a:lnTo>
                  <a:pt x="279472" y="1028970"/>
                </a:lnTo>
                <a:lnTo>
                  <a:pt x="279645" y="1028970"/>
                </a:lnTo>
                <a:lnTo>
                  <a:pt x="279817" y="1028970"/>
                </a:lnTo>
                <a:lnTo>
                  <a:pt x="279991" y="1028970"/>
                </a:lnTo>
                <a:lnTo>
                  <a:pt x="280163" y="1028970"/>
                </a:lnTo>
                <a:lnTo>
                  <a:pt x="280336" y="1028970"/>
                </a:lnTo>
                <a:lnTo>
                  <a:pt x="280509" y="1028970"/>
                </a:lnTo>
                <a:lnTo>
                  <a:pt x="280682" y="1028970"/>
                </a:lnTo>
                <a:lnTo>
                  <a:pt x="280855" y="1028970"/>
                </a:lnTo>
                <a:lnTo>
                  <a:pt x="281027" y="1028970"/>
                </a:lnTo>
                <a:lnTo>
                  <a:pt x="281201" y="1028970"/>
                </a:lnTo>
                <a:lnTo>
                  <a:pt x="281373" y="1028970"/>
                </a:lnTo>
                <a:lnTo>
                  <a:pt x="281546" y="1028970"/>
                </a:lnTo>
                <a:lnTo>
                  <a:pt x="281719" y="1028970"/>
                </a:lnTo>
                <a:lnTo>
                  <a:pt x="281892" y="1028970"/>
                </a:lnTo>
                <a:lnTo>
                  <a:pt x="282065" y="1028970"/>
                </a:lnTo>
                <a:lnTo>
                  <a:pt x="282237" y="1028970"/>
                </a:lnTo>
                <a:lnTo>
                  <a:pt x="282410" y="1028970"/>
                </a:lnTo>
                <a:lnTo>
                  <a:pt x="282583" y="1028970"/>
                </a:lnTo>
                <a:lnTo>
                  <a:pt x="282756" y="1028970"/>
                </a:lnTo>
                <a:lnTo>
                  <a:pt x="282928" y="1028970"/>
                </a:lnTo>
                <a:lnTo>
                  <a:pt x="283102" y="1028970"/>
                </a:lnTo>
                <a:lnTo>
                  <a:pt x="283275" y="1028970"/>
                </a:lnTo>
                <a:lnTo>
                  <a:pt x="283447" y="1028970"/>
                </a:lnTo>
                <a:lnTo>
                  <a:pt x="283620" y="1028970"/>
                </a:lnTo>
                <a:lnTo>
                  <a:pt x="283793" y="1028970"/>
                </a:lnTo>
                <a:lnTo>
                  <a:pt x="283966" y="1028970"/>
                </a:lnTo>
                <a:lnTo>
                  <a:pt x="284138" y="1028970"/>
                </a:lnTo>
                <a:lnTo>
                  <a:pt x="284311" y="1028970"/>
                </a:lnTo>
                <a:lnTo>
                  <a:pt x="284484" y="1028970"/>
                </a:lnTo>
                <a:lnTo>
                  <a:pt x="284657" y="1028970"/>
                </a:lnTo>
                <a:lnTo>
                  <a:pt x="284830" y="1028970"/>
                </a:lnTo>
                <a:lnTo>
                  <a:pt x="285003" y="1028970"/>
                </a:lnTo>
                <a:lnTo>
                  <a:pt x="285176" y="1028970"/>
                </a:lnTo>
                <a:lnTo>
                  <a:pt x="285348" y="1028970"/>
                </a:lnTo>
                <a:lnTo>
                  <a:pt x="285521" y="1028970"/>
                </a:lnTo>
                <a:lnTo>
                  <a:pt x="285694" y="1028970"/>
                </a:lnTo>
                <a:lnTo>
                  <a:pt x="285867" y="1028970"/>
                </a:lnTo>
                <a:lnTo>
                  <a:pt x="286040" y="1028970"/>
                </a:lnTo>
                <a:lnTo>
                  <a:pt x="286212" y="1028970"/>
                </a:lnTo>
                <a:lnTo>
                  <a:pt x="286386" y="1028970"/>
                </a:lnTo>
                <a:lnTo>
                  <a:pt x="286558" y="1028970"/>
                </a:lnTo>
                <a:lnTo>
                  <a:pt x="286731" y="1028970"/>
                </a:lnTo>
                <a:lnTo>
                  <a:pt x="286904" y="1028970"/>
                </a:lnTo>
                <a:lnTo>
                  <a:pt x="287077" y="1028970"/>
                </a:lnTo>
                <a:lnTo>
                  <a:pt x="287249" y="1028970"/>
                </a:lnTo>
                <a:lnTo>
                  <a:pt x="287422" y="1028970"/>
                </a:lnTo>
                <a:lnTo>
                  <a:pt x="287596" y="1028970"/>
                </a:lnTo>
                <a:lnTo>
                  <a:pt x="287768" y="1028970"/>
                </a:lnTo>
                <a:lnTo>
                  <a:pt x="287941" y="1028970"/>
                </a:lnTo>
                <a:lnTo>
                  <a:pt x="288113" y="1028970"/>
                </a:lnTo>
                <a:lnTo>
                  <a:pt x="288287" y="1028970"/>
                </a:lnTo>
                <a:lnTo>
                  <a:pt x="288459" y="1028970"/>
                </a:lnTo>
                <a:lnTo>
                  <a:pt x="288632" y="1028970"/>
                </a:lnTo>
                <a:lnTo>
                  <a:pt x="288806" y="1028970"/>
                </a:lnTo>
                <a:lnTo>
                  <a:pt x="288978" y="1028970"/>
                </a:lnTo>
                <a:lnTo>
                  <a:pt x="289151" y="1028970"/>
                </a:lnTo>
                <a:lnTo>
                  <a:pt x="289323" y="1028970"/>
                </a:lnTo>
                <a:lnTo>
                  <a:pt x="289497" y="1028970"/>
                </a:lnTo>
                <a:lnTo>
                  <a:pt x="289669" y="1028970"/>
                </a:lnTo>
                <a:lnTo>
                  <a:pt x="289842" y="1028970"/>
                </a:lnTo>
                <a:lnTo>
                  <a:pt x="290014" y="1028970"/>
                </a:lnTo>
                <a:lnTo>
                  <a:pt x="290188" y="1028970"/>
                </a:lnTo>
                <a:lnTo>
                  <a:pt x="290361" y="1028970"/>
                </a:lnTo>
                <a:lnTo>
                  <a:pt x="290533" y="1028970"/>
                </a:lnTo>
                <a:lnTo>
                  <a:pt x="290707" y="1028970"/>
                </a:lnTo>
                <a:lnTo>
                  <a:pt x="290879" y="1028970"/>
                </a:lnTo>
                <a:lnTo>
                  <a:pt x="291052" y="1028970"/>
                </a:lnTo>
                <a:lnTo>
                  <a:pt x="291224" y="1028970"/>
                </a:lnTo>
                <a:lnTo>
                  <a:pt x="291398" y="1028970"/>
                </a:lnTo>
                <a:lnTo>
                  <a:pt x="291570" y="1028970"/>
                </a:lnTo>
                <a:lnTo>
                  <a:pt x="291743" y="1028970"/>
                </a:lnTo>
                <a:lnTo>
                  <a:pt x="291916" y="1028970"/>
                </a:lnTo>
                <a:lnTo>
                  <a:pt x="292089" y="1028970"/>
                </a:lnTo>
                <a:lnTo>
                  <a:pt x="292262" y="1028970"/>
                </a:lnTo>
                <a:lnTo>
                  <a:pt x="292434" y="1028970"/>
                </a:lnTo>
                <a:lnTo>
                  <a:pt x="292608" y="1028970"/>
                </a:lnTo>
                <a:lnTo>
                  <a:pt x="292780" y="1028970"/>
                </a:lnTo>
                <a:lnTo>
                  <a:pt x="292953" y="1028970"/>
                </a:lnTo>
                <a:lnTo>
                  <a:pt x="293126" y="1028970"/>
                </a:lnTo>
                <a:lnTo>
                  <a:pt x="293299" y="1028970"/>
                </a:lnTo>
                <a:lnTo>
                  <a:pt x="293472" y="1028970"/>
                </a:lnTo>
                <a:lnTo>
                  <a:pt x="293644" y="1028970"/>
                </a:lnTo>
                <a:lnTo>
                  <a:pt x="293817" y="1028970"/>
                </a:lnTo>
                <a:lnTo>
                  <a:pt x="293990" y="1028970"/>
                </a:lnTo>
                <a:lnTo>
                  <a:pt x="294163" y="1028970"/>
                </a:lnTo>
                <a:lnTo>
                  <a:pt x="294336" y="1028970"/>
                </a:lnTo>
                <a:lnTo>
                  <a:pt x="294509" y="1028970"/>
                </a:lnTo>
                <a:lnTo>
                  <a:pt x="294682" y="1028970"/>
                </a:lnTo>
                <a:lnTo>
                  <a:pt x="294854" y="1028970"/>
                </a:lnTo>
                <a:lnTo>
                  <a:pt x="295027" y="1028970"/>
                </a:lnTo>
                <a:lnTo>
                  <a:pt x="295200" y="1028970"/>
                </a:lnTo>
                <a:lnTo>
                  <a:pt x="295373" y="1028970"/>
                </a:lnTo>
                <a:lnTo>
                  <a:pt x="295545" y="1028970"/>
                </a:lnTo>
                <a:lnTo>
                  <a:pt x="295718" y="1028970"/>
                </a:lnTo>
                <a:lnTo>
                  <a:pt x="295891" y="1028970"/>
                </a:lnTo>
                <a:lnTo>
                  <a:pt x="296064" y="1028970"/>
                </a:lnTo>
                <a:lnTo>
                  <a:pt x="296237" y="1028970"/>
                </a:lnTo>
                <a:lnTo>
                  <a:pt x="296410" y="1028970"/>
                </a:lnTo>
                <a:lnTo>
                  <a:pt x="296583" y="1028970"/>
                </a:lnTo>
                <a:lnTo>
                  <a:pt x="296755" y="1028970"/>
                </a:lnTo>
                <a:lnTo>
                  <a:pt x="296928" y="1028970"/>
                </a:lnTo>
                <a:lnTo>
                  <a:pt x="297101" y="1028970"/>
                </a:lnTo>
                <a:lnTo>
                  <a:pt x="297274" y="1028970"/>
                </a:lnTo>
                <a:lnTo>
                  <a:pt x="297447" y="1028970"/>
                </a:lnTo>
                <a:lnTo>
                  <a:pt x="297619" y="1028970"/>
                </a:lnTo>
                <a:lnTo>
                  <a:pt x="297793" y="1028970"/>
                </a:lnTo>
                <a:lnTo>
                  <a:pt x="297965" y="1028970"/>
                </a:lnTo>
                <a:lnTo>
                  <a:pt x="298138" y="1028970"/>
                </a:lnTo>
                <a:lnTo>
                  <a:pt x="298311" y="1028970"/>
                </a:lnTo>
                <a:lnTo>
                  <a:pt x="298484" y="1028970"/>
                </a:lnTo>
                <a:lnTo>
                  <a:pt x="298657" y="1028970"/>
                </a:lnTo>
                <a:lnTo>
                  <a:pt x="298829" y="1028970"/>
                </a:lnTo>
                <a:lnTo>
                  <a:pt x="299003" y="1028970"/>
                </a:lnTo>
                <a:lnTo>
                  <a:pt x="299175" y="1028970"/>
                </a:lnTo>
                <a:lnTo>
                  <a:pt x="299348" y="1028970"/>
                </a:lnTo>
                <a:lnTo>
                  <a:pt x="299520" y="1028970"/>
                </a:lnTo>
                <a:lnTo>
                  <a:pt x="299694" y="1028970"/>
                </a:lnTo>
                <a:lnTo>
                  <a:pt x="299866" y="1028970"/>
                </a:lnTo>
                <a:lnTo>
                  <a:pt x="300039" y="1028970"/>
                </a:lnTo>
                <a:lnTo>
                  <a:pt x="300212" y="1028970"/>
                </a:lnTo>
                <a:lnTo>
                  <a:pt x="300385" y="1028970"/>
                </a:lnTo>
                <a:lnTo>
                  <a:pt x="300558" y="1028970"/>
                </a:lnTo>
                <a:lnTo>
                  <a:pt x="300730" y="1028970"/>
                </a:lnTo>
                <a:lnTo>
                  <a:pt x="300904" y="1028970"/>
                </a:lnTo>
                <a:lnTo>
                  <a:pt x="301076" y="1028970"/>
                </a:lnTo>
                <a:lnTo>
                  <a:pt x="301249" y="1028970"/>
                </a:lnTo>
                <a:lnTo>
                  <a:pt x="301422" y="1028970"/>
                </a:lnTo>
                <a:lnTo>
                  <a:pt x="301595" y="1028970"/>
                </a:lnTo>
                <a:lnTo>
                  <a:pt x="301768" y="1028970"/>
                </a:lnTo>
                <a:lnTo>
                  <a:pt x="301940" y="1028970"/>
                </a:lnTo>
                <a:lnTo>
                  <a:pt x="302114" y="1028970"/>
                </a:lnTo>
                <a:lnTo>
                  <a:pt x="302286" y="1028970"/>
                </a:lnTo>
                <a:lnTo>
                  <a:pt x="302459" y="1028970"/>
                </a:lnTo>
                <a:lnTo>
                  <a:pt x="302631" y="1028970"/>
                </a:lnTo>
                <a:lnTo>
                  <a:pt x="302805" y="1028970"/>
                </a:lnTo>
                <a:lnTo>
                  <a:pt x="302978" y="1028970"/>
                </a:lnTo>
                <a:lnTo>
                  <a:pt x="303150" y="1028970"/>
                </a:lnTo>
                <a:lnTo>
                  <a:pt x="303323" y="1028970"/>
                </a:lnTo>
                <a:lnTo>
                  <a:pt x="303496" y="1028970"/>
                </a:lnTo>
                <a:lnTo>
                  <a:pt x="303669" y="1028970"/>
                </a:lnTo>
                <a:lnTo>
                  <a:pt x="303841" y="1028970"/>
                </a:lnTo>
                <a:lnTo>
                  <a:pt x="304015" y="1028970"/>
                </a:lnTo>
                <a:lnTo>
                  <a:pt x="304187" y="1028970"/>
                </a:lnTo>
                <a:lnTo>
                  <a:pt x="304360" y="1028970"/>
                </a:lnTo>
                <a:lnTo>
                  <a:pt x="304533" y="1028970"/>
                </a:lnTo>
                <a:lnTo>
                  <a:pt x="304706" y="1028970"/>
                </a:lnTo>
                <a:lnTo>
                  <a:pt x="304879" y="1028970"/>
                </a:lnTo>
                <a:lnTo>
                  <a:pt x="305051" y="1028970"/>
                </a:lnTo>
                <a:lnTo>
                  <a:pt x="305224" y="1028970"/>
                </a:lnTo>
                <a:lnTo>
                  <a:pt x="305397" y="1028970"/>
                </a:lnTo>
                <a:lnTo>
                  <a:pt x="305570" y="1028970"/>
                </a:lnTo>
                <a:lnTo>
                  <a:pt x="305743" y="1028970"/>
                </a:lnTo>
                <a:lnTo>
                  <a:pt x="305916" y="1028970"/>
                </a:lnTo>
                <a:lnTo>
                  <a:pt x="306089" y="1028970"/>
                </a:lnTo>
                <a:lnTo>
                  <a:pt x="306261" y="1028970"/>
                </a:lnTo>
                <a:lnTo>
                  <a:pt x="306434" y="1028970"/>
                </a:lnTo>
                <a:lnTo>
                  <a:pt x="306607" y="1028970"/>
                </a:lnTo>
                <a:lnTo>
                  <a:pt x="306780" y="1028970"/>
                </a:lnTo>
                <a:lnTo>
                  <a:pt x="306952" y="1028970"/>
                </a:lnTo>
                <a:lnTo>
                  <a:pt x="307125" y="1028970"/>
                </a:lnTo>
                <a:lnTo>
                  <a:pt x="307299" y="1028970"/>
                </a:lnTo>
                <a:lnTo>
                  <a:pt x="307471" y="1028970"/>
                </a:lnTo>
                <a:lnTo>
                  <a:pt x="307644" y="1028970"/>
                </a:lnTo>
                <a:lnTo>
                  <a:pt x="307817" y="1028970"/>
                </a:lnTo>
                <a:lnTo>
                  <a:pt x="307990" y="1028970"/>
                </a:lnTo>
                <a:lnTo>
                  <a:pt x="308162" y="1028970"/>
                </a:lnTo>
                <a:lnTo>
                  <a:pt x="308335" y="1028970"/>
                </a:lnTo>
                <a:lnTo>
                  <a:pt x="308508" y="1028970"/>
                </a:lnTo>
                <a:lnTo>
                  <a:pt x="308681" y="1028970"/>
                </a:lnTo>
                <a:lnTo>
                  <a:pt x="308854" y="1028970"/>
                </a:lnTo>
                <a:lnTo>
                  <a:pt x="309026" y="1028970"/>
                </a:lnTo>
                <a:lnTo>
                  <a:pt x="309200" y="1028970"/>
                </a:lnTo>
                <a:lnTo>
                  <a:pt x="309372" y="1028970"/>
                </a:lnTo>
                <a:lnTo>
                  <a:pt x="309545" y="1028970"/>
                </a:lnTo>
                <a:lnTo>
                  <a:pt x="309718" y="1028970"/>
                </a:lnTo>
                <a:lnTo>
                  <a:pt x="309891" y="1028970"/>
                </a:lnTo>
                <a:lnTo>
                  <a:pt x="310064" y="1028970"/>
                </a:lnTo>
                <a:lnTo>
                  <a:pt x="310236" y="1028970"/>
                </a:lnTo>
                <a:lnTo>
                  <a:pt x="310410" y="1028970"/>
                </a:lnTo>
                <a:lnTo>
                  <a:pt x="310582" y="1028970"/>
                </a:lnTo>
                <a:lnTo>
                  <a:pt x="310755" y="1028970"/>
                </a:lnTo>
                <a:lnTo>
                  <a:pt x="310927" y="1028970"/>
                </a:lnTo>
                <a:lnTo>
                  <a:pt x="311101" y="1028970"/>
                </a:lnTo>
                <a:lnTo>
                  <a:pt x="311273" y="1028970"/>
                </a:lnTo>
                <a:lnTo>
                  <a:pt x="311446" y="1028970"/>
                </a:lnTo>
                <a:lnTo>
                  <a:pt x="311620" y="1028970"/>
                </a:lnTo>
                <a:lnTo>
                  <a:pt x="311792" y="1028970"/>
                </a:lnTo>
                <a:lnTo>
                  <a:pt x="311965" y="1028970"/>
                </a:lnTo>
                <a:lnTo>
                  <a:pt x="312137" y="1028970"/>
                </a:lnTo>
                <a:lnTo>
                  <a:pt x="312311" y="1028970"/>
                </a:lnTo>
                <a:lnTo>
                  <a:pt x="312483" y="1028970"/>
                </a:lnTo>
                <a:lnTo>
                  <a:pt x="312656" y="1028970"/>
                </a:lnTo>
                <a:lnTo>
                  <a:pt x="312829" y="1028970"/>
                </a:lnTo>
                <a:lnTo>
                  <a:pt x="313002" y="1028970"/>
                </a:lnTo>
                <a:lnTo>
                  <a:pt x="313175" y="1028970"/>
                </a:lnTo>
                <a:lnTo>
                  <a:pt x="313347" y="1028970"/>
                </a:lnTo>
                <a:lnTo>
                  <a:pt x="313521" y="1028970"/>
                </a:lnTo>
                <a:lnTo>
                  <a:pt x="313693" y="1028970"/>
                </a:lnTo>
                <a:lnTo>
                  <a:pt x="313866" y="1028970"/>
                </a:lnTo>
                <a:lnTo>
                  <a:pt x="314038" y="1028970"/>
                </a:lnTo>
                <a:lnTo>
                  <a:pt x="314212" y="1028970"/>
                </a:lnTo>
                <a:lnTo>
                  <a:pt x="314385" y="1028970"/>
                </a:lnTo>
                <a:lnTo>
                  <a:pt x="314557" y="1028970"/>
                </a:lnTo>
                <a:lnTo>
                  <a:pt x="314730" y="1028970"/>
                </a:lnTo>
                <a:lnTo>
                  <a:pt x="314903" y="1028970"/>
                </a:lnTo>
                <a:lnTo>
                  <a:pt x="315076" y="1028970"/>
                </a:lnTo>
                <a:lnTo>
                  <a:pt x="315248" y="1028970"/>
                </a:lnTo>
                <a:lnTo>
                  <a:pt x="315422" y="1028970"/>
                </a:lnTo>
                <a:lnTo>
                  <a:pt x="315594" y="1028970"/>
                </a:lnTo>
                <a:lnTo>
                  <a:pt x="315767" y="1028970"/>
                </a:lnTo>
                <a:lnTo>
                  <a:pt x="315940" y="1028970"/>
                </a:lnTo>
                <a:lnTo>
                  <a:pt x="316113" y="1028970"/>
                </a:lnTo>
                <a:lnTo>
                  <a:pt x="316286" y="1028970"/>
                </a:lnTo>
                <a:lnTo>
                  <a:pt x="316458" y="1028970"/>
                </a:lnTo>
                <a:lnTo>
                  <a:pt x="316631" y="1028970"/>
                </a:lnTo>
                <a:lnTo>
                  <a:pt x="316804" y="1028970"/>
                </a:lnTo>
                <a:lnTo>
                  <a:pt x="316977" y="1028970"/>
                </a:lnTo>
                <a:lnTo>
                  <a:pt x="317150" y="1028970"/>
                </a:lnTo>
                <a:lnTo>
                  <a:pt x="317323" y="1028970"/>
                </a:lnTo>
                <a:lnTo>
                  <a:pt x="317496" y="1028970"/>
                </a:lnTo>
                <a:lnTo>
                  <a:pt x="317668" y="1028970"/>
                </a:lnTo>
                <a:lnTo>
                  <a:pt x="317841" y="1028970"/>
                </a:lnTo>
                <a:lnTo>
                  <a:pt x="318014" y="1028970"/>
                </a:lnTo>
                <a:lnTo>
                  <a:pt x="318187" y="1028970"/>
                </a:lnTo>
                <a:lnTo>
                  <a:pt x="318359" y="1028970"/>
                </a:lnTo>
                <a:lnTo>
                  <a:pt x="318532" y="1028970"/>
                </a:lnTo>
                <a:lnTo>
                  <a:pt x="318706" y="1028970"/>
                </a:lnTo>
                <a:lnTo>
                  <a:pt x="318878" y="1028970"/>
                </a:lnTo>
                <a:lnTo>
                  <a:pt x="319051" y="1028970"/>
                </a:lnTo>
                <a:lnTo>
                  <a:pt x="319224" y="1028970"/>
                </a:lnTo>
                <a:lnTo>
                  <a:pt x="319397" y="1028970"/>
                </a:lnTo>
                <a:lnTo>
                  <a:pt x="319569" y="1028970"/>
                </a:lnTo>
                <a:lnTo>
                  <a:pt x="319742" y="1028970"/>
                </a:lnTo>
                <a:lnTo>
                  <a:pt x="319915" y="1028970"/>
                </a:lnTo>
                <a:lnTo>
                  <a:pt x="320088" y="1028970"/>
                </a:lnTo>
                <a:lnTo>
                  <a:pt x="320261" y="1028970"/>
                </a:lnTo>
                <a:lnTo>
                  <a:pt x="320433" y="1028970"/>
                </a:lnTo>
                <a:lnTo>
                  <a:pt x="320607" y="1028970"/>
                </a:lnTo>
                <a:lnTo>
                  <a:pt x="320779" y="1028970"/>
                </a:lnTo>
                <a:lnTo>
                  <a:pt x="320952" y="1028970"/>
                </a:lnTo>
                <a:lnTo>
                  <a:pt x="321125" y="1028970"/>
                </a:lnTo>
                <a:lnTo>
                  <a:pt x="321298" y="1028970"/>
                </a:lnTo>
                <a:lnTo>
                  <a:pt x="321471" y="1028970"/>
                </a:lnTo>
                <a:lnTo>
                  <a:pt x="321643" y="1028970"/>
                </a:lnTo>
                <a:lnTo>
                  <a:pt x="321817" y="1028970"/>
                </a:lnTo>
                <a:lnTo>
                  <a:pt x="321989" y="1028970"/>
                </a:lnTo>
                <a:lnTo>
                  <a:pt x="322162" y="1028970"/>
                </a:lnTo>
                <a:lnTo>
                  <a:pt x="322334" y="1028970"/>
                </a:lnTo>
                <a:lnTo>
                  <a:pt x="322508" y="1028970"/>
                </a:lnTo>
                <a:lnTo>
                  <a:pt x="322680" y="1028970"/>
                </a:lnTo>
                <a:lnTo>
                  <a:pt x="322853" y="1028970"/>
                </a:lnTo>
                <a:lnTo>
                  <a:pt x="323027" y="1028970"/>
                </a:lnTo>
                <a:lnTo>
                  <a:pt x="323199" y="1028970"/>
                </a:lnTo>
                <a:lnTo>
                  <a:pt x="323372" y="1028970"/>
                </a:lnTo>
                <a:lnTo>
                  <a:pt x="323544" y="1028970"/>
                </a:lnTo>
                <a:lnTo>
                  <a:pt x="323718" y="1028970"/>
                </a:lnTo>
                <a:lnTo>
                  <a:pt x="323890" y="1028970"/>
                </a:lnTo>
                <a:lnTo>
                  <a:pt x="324063" y="1028970"/>
                </a:lnTo>
                <a:lnTo>
                  <a:pt x="324236" y="1028970"/>
                </a:lnTo>
                <a:lnTo>
                  <a:pt x="324409" y="1028970"/>
                </a:lnTo>
                <a:lnTo>
                  <a:pt x="324582" y="1028970"/>
                </a:lnTo>
                <a:lnTo>
                  <a:pt x="324754" y="1028970"/>
                </a:lnTo>
                <a:lnTo>
                  <a:pt x="324928" y="1028970"/>
                </a:lnTo>
                <a:lnTo>
                  <a:pt x="325100" y="1028970"/>
                </a:lnTo>
                <a:lnTo>
                  <a:pt x="325273" y="1028970"/>
                </a:lnTo>
                <a:lnTo>
                  <a:pt x="325446" y="1028970"/>
                </a:lnTo>
                <a:lnTo>
                  <a:pt x="325619" y="1028970"/>
                </a:lnTo>
                <a:lnTo>
                  <a:pt x="325792" y="1028970"/>
                </a:lnTo>
                <a:lnTo>
                  <a:pt x="325964" y="1028970"/>
                </a:lnTo>
                <a:lnTo>
                  <a:pt x="326137" y="1028970"/>
                </a:lnTo>
                <a:lnTo>
                  <a:pt x="326310" y="1028970"/>
                </a:lnTo>
                <a:lnTo>
                  <a:pt x="326483" y="1028970"/>
                </a:lnTo>
                <a:lnTo>
                  <a:pt x="326655" y="1028970"/>
                </a:lnTo>
                <a:lnTo>
                  <a:pt x="326829" y="1028970"/>
                </a:lnTo>
                <a:lnTo>
                  <a:pt x="327001" y="1028970"/>
                </a:lnTo>
                <a:lnTo>
                  <a:pt x="327174" y="1028970"/>
                </a:lnTo>
                <a:lnTo>
                  <a:pt x="327347" y="1028970"/>
                </a:lnTo>
                <a:lnTo>
                  <a:pt x="327520" y="1028970"/>
                </a:lnTo>
                <a:lnTo>
                  <a:pt x="327693" y="1028970"/>
                </a:lnTo>
                <a:lnTo>
                  <a:pt x="327865" y="1028970"/>
                </a:lnTo>
                <a:lnTo>
                  <a:pt x="328038" y="1028970"/>
                </a:lnTo>
                <a:lnTo>
                  <a:pt x="328211" y="1028970"/>
                </a:lnTo>
                <a:lnTo>
                  <a:pt x="328384" y="1028970"/>
                </a:lnTo>
                <a:lnTo>
                  <a:pt x="328557" y="1028970"/>
                </a:lnTo>
                <a:lnTo>
                  <a:pt x="328730" y="1028970"/>
                </a:lnTo>
                <a:lnTo>
                  <a:pt x="328903" y="1028970"/>
                </a:lnTo>
                <a:lnTo>
                  <a:pt x="329075" y="1028970"/>
                </a:lnTo>
                <a:lnTo>
                  <a:pt x="329248" y="1028970"/>
                </a:lnTo>
                <a:lnTo>
                  <a:pt x="329421" y="1028970"/>
                </a:lnTo>
                <a:lnTo>
                  <a:pt x="329594" y="1028970"/>
                </a:lnTo>
                <a:lnTo>
                  <a:pt x="329767" y="1028970"/>
                </a:lnTo>
                <a:lnTo>
                  <a:pt x="329939" y="1028970"/>
                </a:lnTo>
                <a:lnTo>
                  <a:pt x="330113" y="1028970"/>
                </a:lnTo>
                <a:lnTo>
                  <a:pt x="330285" y="1028970"/>
                </a:lnTo>
                <a:lnTo>
                  <a:pt x="330458" y="1028970"/>
                </a:lnTo>
                <a:lnTo>
                  <a:pt x="330631" y="1028970"/>
                </a:lnTo>
                <a:lnTo>
                  <a:pt x="330804" y="1028970"/>
                </a:lnTo>
                <a:lnTo>
                  <a:pt x="330976" y="1028970"/>
                </a:lnTo>
                <a:lnTo>
                  <a:pt x="331149" y="1028970"/>
                </a:lnTo>
                <a:lnTo>
                  <a:pt x="331322" y="1028970"/>
                </a:lnTo>
                <a:lnTo>
                  <a:pt x="331495" y="1028970"/>
                </a:lnTo>
                <a:lnTo>
                  <a:pt x="331668" y="1028970"/>
                </a:lnTo>
                <a:lnTo>
                  <a:pt x="331840" y="1028970"/>
                </a:lnTo>
                <a:lnTo>
                  <a:pt x="332014" y="1028970"/>
                </a:lnTo>
                <a:lnTo>
                  <a:pt x="332186" y="1028970"/>
                </a:lnTo>
                <a:lnTo>
                  <a:pt x="332359" y="1028970"/>
                </a:lnTo>
                <a:lnTo>
                  <a:pt x="332532" y="1028970"/>
                </a:lnTo>
                <a:lnTo>
                  <a:pt x="332705" y="1028970"/>
                </a:lnTo>
                <a:lnTo>
                  <a:pt x="332878" y="1028970"/>
                </a:lnTo>
                <a:lnTo>
                  <a:pt x="333050" y="1028970"/>
                </a:lnTo>
                <a:lnTo>
                  <a:pt x="333224" y="1028970"/>
                </a:lnTo>
                <a:lnTo>
                  <a:pt x="333396" y="1028970"/>
                </a:lnTo>
                <a:lnTo>
                  <a:pt x="333569" y="1028970"/>
                </a:lnTo>
                <a:lnTo>
                  <a:pt x="333741" y="1028970"/>
                </a:lnTo>
                <a:lnTo>
                  <a:pt x="333915" y="1028970"/>
                </a:lnTo>
                <a:lnTo>
                  <a:pt x="334088" y="1028970"/>
                </a:lnTo>
                <a:lnTo>
                  <a:pt x="334260" y="1028970"/>
                </a:lnTo>
                <a:lnTo>
                  <a:pt x="334434" y="1028970"/>
                </a:lnTo>
                <a:lnTo>
                  <a:pt x="334606" y="1028970"/>
                </a:lnTo>
                <a:lnTo>
                  <a:pt x="334779" y="1028970"/>
                </a:lnTo>
                <a:lnTo>
                  <a:pt x="334951" y="1028970"/>
                </a:lnTo>
                <a:lnTo>
                  <a:pt x="335125" y="1028970"/>
                </a:lnTo>
                <a:lnTo>
                  <a:pt x="335297" y="1028970"/>
                </a:lnTo>
                <a:lnTo>
                  <a:pt x="335470" y="1028970"/>
                </a:lnTo>
                <a:lnTo>
                  <a:pt x="335643" y="1028970"/>
                </a:lnTo>
                <a:lnTo>
                  <a:pt x="335816" y="1028970"/>
                </a:lnTo>
                <a:lnTo>
                  <a:pt x="335989" y="1028970"/>
                </a:lnTo>
                <a:lnTo>
                  <a:pt x="336161" y="1028970"/>
                </a:lnTo>
                <a:lnTo>
                  <a:pt x="336335" y="1028970"/>
                </a:lnTo>
                <a:lnTo>
                  <a:pt x="336507" y="1028970"/>
                </a:lnTo>
                <a:lnTo>
                  <a:pt x="336680" y="1028970"/>
                </a:lnTo>
                <a:lnTo>
                  <a:pt x="336853" y="1028970"/>
                </a:lnTo>
                <a:lnTo>
                  <a:pt x="337026" y="1028970"/>
                </a:lnTo>
                <a:lnTo>
                  <a:pt x="337199" y="1028970"/>
                </a:lnTo>
                <a:lnTo>
                  <a:pt x="337371" y="1028970"/>
                </a:lnTo>
                <a:lnTo>
                  <a:pt x="337544" y="1028970"/>
                </a:lnTo>
                <a:lnTo>
                  <a:pt x="337717" y="1028970"/>
                </a:lnTo>
                <a:lnTo>
                  <a:pt x="337890" y="1028970"/>
                </a:lnTo>
                <a:lnTo>
                  <a:pt x="338062" y="1028970"/>
                </a:lnTo>
                <a:lnTo>
                  <a:pt x="338236" y="1028970"/>
                </a:lnTo>
                <a:lnTo>
                  <a:pt x="338409" y="1028970"/>
                </a:lnTo>
                <a:lnTo>
                  <a:pt x="338581" y="1028970"/>
                </a:lnTo>
                <a:lnTo>
                  <a:pt x="338754" y="1028970"/>
                </a:lnTo>
                <a:lnTo>
                  <a:pt x="338927" y="1028970"/>
                </a:lnTo>
                <a:lnTo>
                  <a:pt x="339100" y="1028970"/>
                </a:lnTo>
                <a:lnTo>
                  <a:pt x="339272" y="1028970"/>
                </a:lnTo>
                <a:lnTo>
                  <a:pt x="339445" y="1028970"/>
                </a:lnTo>
                <a:lnTo>
                  <a:pt x="339618" y="1028970"/>
                </a:lnTo>
                <a:lnTo>
                  <a:pt x="339791" y="1028970"/>
                </a:lnTo>
                <a:lnTo>
                  <a:pt x="339964" y="1028970"/>
                </a:lnTo>
                <a:lnTo>
                  <a:pt x="340137" y="1028970"/>
                </a:lnTo>
                <a:lnTo>
                  <a:pt x="340310" y="1028970"/>
                </a:lnTo>
                <a:lnTo>
                  <a:pt x="340482" y="1028970"/>
                </a:lnTo>
                <a:lnTo>
                  <a:pt x="340655" y="1028970"/>
                </a:lnTo>
                <a:lnTo>
                  <a:pt x="340828" y="1028970"/>
                </a:lnTo>
                <a:lnTo>
                  <a:pt x="341001" y="1028970"/>
                </a:lnTo>
                <a:lnTo>
                  <a:pt x="341174" y="1028970"/>
                </a:lnTo>
                <a:lnTo>
                  <a:pt x="341346" y="1028970"/>
                </a:lnTo>
                <a:lnTo>
                  <a:pt x="341520" y="1028970"/>
                </a:lnTo>
                <a:lnTo>
                  <a:pt x="341692" y="1028970"/>
                </a:lnTo>
                <a:lnTo>
                  <a:pt x="341865" y="1028970"/>
                </a:lnTo>
                <a:lnTo>
                  <a:pt x="342038" y="1028970"/>
                </a:lnTo>
                <a:lnTo>
                  <a:pt x="342211" y="1028970"/>
                </a:lnTo>
                <a:lnTo>
                  <a:pt x="342383" y="1028970"/>
                </a:lnTo>
                <a:lnTo>
                  <a:pt x="342556" y="1028970"/>
                </a:lnTo>
                <a:lnTo>
                  <a:pt x="342730" y="1028970"/>
                </a:lnTo>
                <a:lnTo>
                  <a:pt x="342902" y="1028970"/>
                </a:lnTo>
                <a:lnTo>
                  <a:pt x="343075" y="1028970"/>
                </a:lnTo>
                <a:lnTo>
                  <a:pt x="343247" y="1028970"/>
                </a:lnTo>
                <a:lnTo>
                  <a:pt x="343421" y="1028970"/>
                </a:lnTo>
                <a:lnTo>
                  <a:pt x="343593" y="1028970"/>
                </a:lnTo>
                <a:lnTo>
                  <a:pt x="343766" y="1028970"/>
                </a:lnTo>
                <a:lnTo>
                  <a:pt x="343939" y="1028970"/>
                </a:lnTo>
                <a:lnTo>
                  <a:pt x="344112" y="1028970"/>
                </a:lnTo>
                <a:lnTo>
                  <a:pt x="344285" y="1028970"/>
                </a:lnTo>
                <a:lnTo>
                  <a:pt x="344457" y="1028970"/>
                </a:lnTo>
                <a:lnTo>
                  <a:pt x="344631" y="1028970"/>
                </a:lnTo>
                <a:lnTo>
                  <a:pt x="344803" y="1028970"/>
                </a:lnTo>
                <a:lnTo>
                  <a:pt x="344976" y="1028970"/>
                </a:lnTo>
                <a:lnTo>
                  <a:pt x="345148" y="1028970"/>
                </a:lnTo>
                <a:lnTo>
                  <a:pt x="345322" y="1028970"/>
                </a:lnTo>
                <a:lnTo>
                  <a:pt x="345495" y="1028970"/>
                </a:lnTo>
                <a:lnTo>
                  <a:pt x="345667" y="1028970"/>
                </a:lnTo>
                <a:lnTo>
                  <a:pt x="345841" y="1028970"/>
                </a:lnTo>
                <a:lnTo>
                  <a:pt x="346013" y="1028970"/>
                </a:lnTo>
                <a:lnTo>
                  <a:pt x="346186" y="1028970"/>
                </a:lnTo>
                <a:lnTo>
                  <a:pt x="346358" y="1028970"/>
                </a:lnTo>
                <a:lnTo>
                  <a:pt x="346532" y="1028970"/>
                </a:lnTo>
                <a:lnTo>
                  <a:pt x="346704" y="1028970"/>
                </a:lnTo>
                <a:lnTo>
                  <a:pt x="346877" y="1028970"/>
                </a:lnTo>
                <a:lnTo>
                  <a:pt x="347050" y="1028970"/>
                </a:lnTo>
                <a:lnTo>
                  <a:pt x="347223" y="1028970"/>
                </a:lnTo>
                <a:lnTo>
                  <a:pt x="347396" y="1028970"/>
                </a:lnTo>
                <a:lnTo>
                  <a:pt x="347568" y="1028970"/>
                </a:lnTo>
                <a:lnTo>
                  <a:pt x="347742" y="1028970"/>
                </a:lnTo>
                <a:lnTo>
                  <a:pt x="347914" y="1028970"/>
                </a:lnTo>
                <a:lnTo>
                  <a:pt x="348087" y="1028970"/>
                </a:lnTo>
                <a:lnTo>
                  <a:pt x="348260" y="1028970"/>
                </a:lnTo>
                <a:lnTo>
                  <a:pt x="348433" y="1028970"/>
                </a:lnTo>
                <a:lnTo>
                  <a:pt x="348606" y="1028970"/>
                </a:lnTo>
                <a:lnTo>
                  <a:pt x="348778" y="1028970"/>
                </a:lnTo>
                <a:lnTo>
                  <a:pt x="348951" y="1028970"/>
                </a:lnTo>
                <a:lnTo>
                  <a:pt x="349124" y="1028970"/>
                </a:lnTo>
                <a:lnTo>
                  <a:pt x="349297" y="1028970"/>
                </a:lnTo>
                <a:lnTo>
                  <a:pt x="349469" y="1028970"/>
                </a:lnTo>
                <a:lnTo>
                  <a:pt x="349643" y="1028970"/>
                </a:lnTo>
                <a:lnTo>
                  <a:pt x="349816" y="1028970"/>
                </a:lnTo>
                <a:lnTo>
                  <a:pt x="349988" y="1028970"/>
                </a:lnTo>
                <a:lnTo>
                  <a:pt x="350161" y="1028970"/>
                </a:lnTo>
                <a:lnTo>
                  <a:pt x="350334" y="1028970"/>
                </a:lnTo>
                <a:lnTo>
                  <a:pt x="350507" y="1028970"/>
                </a:lnTo>
                <a:lnTo>
                  <a:pt x="350679" y="1028970"/>
                </a:lnTo>
                <a:lnTo>
                  <a:pt x="350852" y="1028970"/>
                </a:lnTo>
                <a:lnTo>
                  <a:pt x="351025" y="1028970"/>
                </a:lnTo>
                <a:lnTo>
                  <a:pt x="351198" y="1028970"/>
                </a:lnTo>
                <a:lnTo>
                  <a:pt x="351371" y="1028970"/>
                </a:lnTo>
                <a:lnTo>
                  <a:pt x="351544" y="1028970"/>
                </a:lnTo>
                <a:lnTo>
                  <a:pt x="351717" y="1028970"/>
                </a:lnTo>
                <a:lnTo>
                  <a:pt x="351889" y="1028970"/>
                </a:lnTo>
                <a:lnTo>
                  <a:pt x="352062" y="1028970"/>
                </a:lnTo>
                <a:lnTo>
                  <a:pt x="352235" y="1028970"/>
                </a:lnTo>
                <a:lnTo>
                  <a:pt x="352408" y="1028970"/>
                </a:lnTo>
                <a:lnTo>
                  <a:pt x="352581" y="1028970"/>
                </a:lnTo>
                <a:lnTo>
                  <a:pt x="352753" y="1028970"/>
                </a:lnTo>
                <a:lnTo>
                  <a:pt x="352927" y="1028970"/>
                </a:lnTo>
                <a:lnTo>
                  <a:pt x="353099" y="1028970"/>
                </a:lnTo>
                <a:lnTo>
                  <a:pt x="353272" y="1028970"/>
                </a:lnTo>
                <a:lnTo>
                  <a:pt x="353445" y="1028970"/>
                </a:lnTo>
                <a:lnTo>
                  <a:pt x="353618" y="1028970"/>
                </a:lnTo>
                <a:lnTo>
                  <a:pt x="353790" y="1028970"/>
                </a:lnTo>
                <a:lnTo>
                  <a:pt x="353963" y="1028970"/>
                </a:lnTo>
                <a:lnTo>
                  <a:pt x="354137" y="1028970"/>
                </a:lnTo>
                <a:lnTo>
                  <a:pt x="354309" y="1028970"/>
                </a:lnTo>
                <a:lnTo>
                  <a:pt x="354482" y="1028970"/>
                </a:lnTo>
                <a:lnTo>
                  <a:pt x="354654" y="1028970"/>
                </a:lnTo>
                <a:lnTo>
                  <a:pt x="354828" y="1028970"/>
                </a:lnTo>
                <a:lnTo>
                  <a:pt x="355000" y="1028970"/>
                </a:lnTo>
                <a:lnTo>
                  <a:pt x="355173" y="1028970"/>
                </a:lnTo>
                <a:lnTo>
                  <a:pt x="355346" y="1028970"/>
                </a:lnTo>
                <a:lnTo>
                  <a:pt x="355519" y="1028970"/>
                </a:lnTo>
                <a:lnTo>
                  <a:pt x="355692" y="1028970"/>
                </a:lnTo>
                <a:lnTo>
                  <a:pt x="355864" y="1028970"/>
                </a:lnTo>
                <a:lnTo>
                  <a:pt x="356038" y="1028970"/>
                </a:lnTo>
                <a:lnTo>
                  <a:pt x="356210" y="1028970"/>
                </a:lnTo>
                <a:lnTo>
                  <a:pt x="356383" y="1028970"/>
                </a:lnTo>
                <a:lnTo>
                  <a:pt x="356556" y="1028970"/>
                </a:lnTo>
                <a:lnTo>
                  <a:pt x="356729" y="1028970"/>
                </a:lnTo>
                <a:lnTo>
                  <a:pt x="356902" y="1028970"/>
                </a:lnTo>
                <a:lnTo>
                  <a:pt x="357074" y="1028970"/>
                </a:lnTo>
                <a:lnTo>
                  <a:pt x="357248" y="1028970"/>
                </a:lnTo>
                <a:lnTo>
                  <a:pt x="357420" y="1028970"/>
                </a:lnTo>
                <a:lnTo>
                  <a:pt x="357593" y="1028970"/>
                </a:lnTo>
                <a:lnTo>
                  <a:pt x="357765" y="1028970"/>
                </a:lnTo>
                <a:lnTo>
                  <a:pt x="357939" y="1028970"/>
                </a:lnTo>
                <a:lnTo>
                  <a:pt x="358111" y="1028970"/>
                </a:lnTo>
                <a:lnTo>
                  <a:pt x="358284" y="1028970"/>
                </a:lnTo>
                <a:lnTo>
                  <a:pt x="358457" y="1028970"/>
                </a:lnTo>
                <a:lnTo>
                  <a:pt x="358630" y="1028970"/>
                </a:lnTo>
                <a:lnTo>
                  <a:pt x="358803" y="1028970"/>
                </a:lnTo>
                <a:lnTo>
                  <a:pt x="358975" y="1028970"/>
                </a:lnTo>
                <a:lnTo>
                  <a:pt x="359149" y="1028970"/>
                </a:lnTo>
                <a:lnTo>
                  <a:pt x="359321" y="1028970"/>
                </a:lnTo>
                <a:lnTo>
                  <a:pt x="359494" y="1028970"/>
                </a:lnTo>
                <a:lnTo>
                  <a:pt x="359667" y="1028970"/>
                </a:lnTo>
                <a:lnTo>
                  <a:pt x="359840" y="1028970"/>
                </a:lnTo>
                <a:lnTo>
                  <a:pt x="360013" y="1028970"/>
                </a:lnTo>
                <a:lnTo>
                  <a:pt x="360185" y="1028970"/>
                </a:lnTo>
                <a:lnTo>
                  <a:pt x="360358" y="1028970"/>
                </a:lnTo>
                <a:lnTo>
                  <a:pt x="360531" y="1028970"/>
                </a:lnTo>
                <a:lnTo>
                  <a:pt x="360704" y="1028970"/>
                </a:lnTo>
                <a:lnTo>
                  <a:pt x="360877" y="1028970"/>
                </a:lnTo>
                <a:lnTo>
                  <a:pt x="361050" y="1028970"/>
                </a:lnTo>
                <a:lnTo>
                  <a:pt x="361223" y="1028970"/>
                </a:lnTo>
                <a:lnTo>
                  <a:pt x="361395" y="1028970"/>
                </a:lnTo>
                <a:lnTo>
                  <a:pt x="361568" y="1028970"/>
                </a:lnTo>
                <a:lnTo>
                  <a:pt x="361741" y="1028970"/>
                </a:lnTo>
                <a:lnTo>
                  <a:pt x="361914" y="1028970"/>
                </a:lnTo>
                <a:lnTo>
                  <a:pt x="362086" y="1028970"/>
                </a:lnTo>
                <a:lnTo>
                  <a:pt x="362259" y="1028970"/>
                </a:lnTo>
                <a:lnTo>
                  <a:pt x="362432" y="1028970"/>
                </a:lnTo>
                <a:lnTo>
                  <a:pt x="362605" y="1028970"/>
                </a:lnTo>
                <a:lnTo>
                  <a:pt x="362778" y="1028970"/>
                </a:lnTo>
                <a:lnTo>
                  <a:pt x="362951" y="1028970"/>
                </a:lnTo>
                <a:lnTo>
                  <a:pt x="363124" y="1028970"/>
                </a:lnTo>
                <a:lnTo>
                  <a:pt x="363296" y="1028970"/>
                </a:lnTo>
                <a:lnTo>
                  <a:pt x="363469" y="1028970"/>
                </a:lnTo>
                <a:lnTo>
                  <a:pt x="363642" y="1028970"/>
                </a:lnTo>
                <a:lnTo>
                  <a:pt x="363815" y="1028970"/>
                </a:lnTo>
                <a:lnTo>
                  <a:pt x="363988" y="1028970"/>
                </a:lnTo>
                <a:lnTo>
                  <a:pt x="364160" y="1028970"/>
                </a:lnTo>
                <a:lnTo>
                  <a:pt x="364334" y="1028970"/>
                </a:lnTo>
                <a:lnTo>
                  <a:pt x="364506" y="1028970"/>
                </a:lnTo>
                <a:lnTo>
                  <a:pt x="364679" y="1028970"/>
                </a:lnTo>
                <a:lnTo>
                  <a:pt x="364852" y="1028970"/>
                </a:lnTo>
                <a:lnTo>
                  <a:pt x="365025" y="1028970"/>
                </a:lnTo>
                <a:lnTo>
                  <a:pt x="365198" y="1028970"/>
                </a:lnTo>
                <a:lnTo>
                  <a:pt x="365370" y="1028970"/>
                </a:lnTo>
                <a:lnTo>
                  <a:pt x="365544" y="1028970"/>
                </a:lnTo>
                <a:lnTo>
                  <a:pt x="365716" y="1028970"/>
                </a:lnTo>
                <a:lnTo>
                  <a:pt x="365889" y="1028970"/>
                </a:lnTo>
                <a:lnTo>
                  <a:pt x="366061" y="1028970"/>
                </a:lnTo>
                <a:lnTo>
                  <a:pt x="366235" y="1028970"/>
                </a:lnTo>
                <a:lnTo>
                  <a:pt x="366407" y="1028970"/>
                </a:lnTo>
                <a:lnTo>
                  <a:pt x="366580" y="1028970"/>
                </a:lnTo>
                <a:lnTo>
                  <a:pt x="366753" y="1028970"/>
                </a:lnTo>
                <a:lnTo>
                  <a:pt x="366926" y="1028970"/>
                </a:lnTo>
                <a:lnTo>
                  <a:pt x="367099" y="1028970"/>
                </a:lnTo>
                <a:lnTo>
                  <a:pt x="367271" y="1028970"/>
                </a:lnTo>
                <a:lnTo>
                  <a:pt x="367445" y="1028970"/>
                </a:lnTo>
                <a:lnTo>
                  <a:pt x="367617" y="1028970"/>
                </a:lnTo>
                <a:lnTo>
                  <a:pt x="367790" y="1028970"/>
                </a:lnTo>
                <a:lnTo>
                  <a:pt x="367963" y="1028970"/>
                </a:lnTo>
                <a:lnTo>
                  <a:pt x="368136" y="1028970"/>
                </a:lnTo>
                <a:lnTo>
                  <a:pt x="368309" y="1028970"/>
                </a:lnTo>
                <a:lnTo>
                  <a:pt x="368481" y="1028970"/>
                </a:lnTo>
                <a:lnTo>
                  <a:pt x="368655" y="1028970"/>
                </a:lnTo>
                <a:lnTo>
                  <a:pt x="368827" y="1028970"/>
                </a:lnTo>
                <a:lnTo>
                  <a:pt x="369000" y="1028970"/>
                </a:lnTo>
                <a:lnTo>
                  <a:pt x="369172" y="1028970"/>
                </a:lnTo>
                <a:lnTo>
                  <a:pt x="369346" y="1028970"/>
                </a:lnTo>
                <a:lnTo>
                  <a:pt x="369519" y="1028970"/>
                </a:lnTo>
                <a:lnTo>
                  <a:pt x="369691" y="1028970"/>
                </a:lnTo>
                <a:lnTo>
                  <a:pt x="369864" y="1028970"/>
                </a:lnTo>
                <a:lnTo>
                  <a:pt x="370037" y="1028970"/>
                </a:lnTo>
                <a:lnTo>
                  <a:pt x="370210" y="1028970"/>
                </a:lnTo>
                <a:lnTo>
                  <a:pt x="370382" y="1028970"/>
                </a:lnTo>
                <a:lnTo>
                  <a:pt x="370556" y="1028970"/>
                </a:lnTo>
                <a:lnTo>
                  <a:pt x="370728" y="1028970"/>
                </a:lnTo>
                <a:lnTo>
                  <a:pt x="370901" y="1028970"/>
                </a:lnTo>
                <a:lnTo>
                  <a:pt x="371074" y="1028970"/>
                </a:lnTo>
                <a:lnTo>
                  <a:pt x="371247" y="1028970"/>
                </a:lnTo>
                <a:lnTo>
                  <a:pt x="371420" y="1028970"/>
                </a:lnTo>
                <a:lnTo>
                  <a:pt x="371592" y="1028970"/>
                </a:lnTo>
                <a:lnTo>
                  <a:pt x="371765" y="1028970"/>
                </a:lnTo>
                <a:lnTo>
                  <a:pt x="371938" y="1028970"/>
                </a:lnTo>
                <a:lnTo>
                  <a:pt x="372111" y="1028970"/>
                </a:lnTo>
                <a:lnTo>
                  <a:pt x="372284" y="1028970"/>
                </a:lnTo>
                <a:lnTo>
                  <a:pt x="372457" y="1028970"/>
                </a:lnTo>
                <a:lnTo>
                  <a:pt x="372630" y="1028970"/>
                </a:lnTo>
                <a:lnTo>
                  <a:pt x="372802" y="1028970"/>
                </a:lnTo>
                <a:lnTo>
                  <a:pt x="372975" y="1028970"/>
                </a:lnTo>
                <a:lnTo>
                  <a:pt x="373148" y="1028970"/>
                </a:lnTo>
                <a:lnTo>
                  <a:pt x="373321" y="1028970"/>
                </a:lnTo>
                <a:lnTo>
                  <a:pt x="373493" y="1028970"/>
                </a:lnTo>
                <a:lnTo>
                  <a:pt x="373666" y="1028970"/>
                </a:lnTo>
                <a:lnTo>
                  <a:pt x="373840" y="1028970"/>
                </a:lnTo>
                <a:lnTo>
                  <a:pt x="374012" y="1028970"/>
                </a:lnTo>
                <a:lnTo>
                  <a:pt x="374185" y="1028970"/>
                </a:lnTo>
                <a:lnTo>
                  <a:pt x="374358" y="1028970"/>
                </a:lnTo>
                <a:lnTo>
                  <a:pt x="374531" y="1028970"/>
                </a:lnTo>
                <a:lnTo>
                  <a:pt x="374703" y="1028970"/>
                </a:lnTo>
                <a:lnTo>
                  <a:pt x="374876" y="1028970"/>
                </a:lnTo>
                <a:lnTo>
                  <a:pt x="375049" y="1028970"/>
                </a:lnTo>
                <a:lnTo>
                  <a:pt x="375222" y="1028970"/>
                </a:lnTo>
                <a:lnTo>
                  <a:pt x="375395" y="1028970"/>
                </a:lnTo>
                <a:lnTo>
                  <a:pt x="375567" y="1028970"/>
                </a:lnTo>
                <a:lnTo>
                  <a:pt x="375741" y="1028970"/>
                </a:lnTo>
                <a:lnTo>
                  <a:pt x="375913" y="1028970"/>
                </a:lnTo>
                <a:lnTo>
                  <a:pt x="376086" y="1028970"/>
                </a:lnTo>
                <a:lnTo>
                  <a:pt x="376259" y="1028970"/>
                </a:lnTo>
                <a:lnTo>
                  <a:pt x="376432" y="1028970"/>
                </a:lnTo>
                <a:lnTo>
                  <a:pt x="376605" y="1028970"/>
                </a:lnTo>
                <a:lnTo>
                  <a:pt x="376777" y="1028970"/>
                </a:lnTo>
                <a:lnTo>
                  <a:pt x="376951" y="1028970"/>
                </a:lnTo>
                <a:lnTo>
                  <a:pt x="377123" y="1028970"/>
                </a:lnTo>
                <a:lnTo>
                  <a:pt x="377296" y="1028970"/>
                </a:lnTo>
                <a:lnTo>
                  <a:pt x="377468" y="1028970"/>
                </a:lnTo>
                <a:lnTo>
                  <a:pt x="377642" y="1028970"/>
                </a:lnTo>
                <a:lnTo>
                  <a:pt x="377814" y="1028970"/>
                </a:lnTo>
                <a:lnTo>
                  <a:pt x="377987" y="1028970"/>
                </a:lnTo>
                <a:lnTo>
                  <a:pt x="378161" y="1028970"/>
                </a:lnTo>
                <a:lnTo>
                  <a:pt x="378333" y="1028970"/>
                </a:lnTo>
                <a:lnTo>
                  <a:pt x="378506" y="1028970"/>
                </a:lnTo>
                <a:lnTo>
                  <a:pt x="378678" y="1028970"/>
                </a:lnTo>
                <a:lnTo>
                  <a:pt x="378852" y="1028970"/>
                </a:lnTo>
                <a:lnTo>
                  <a:pt x="379024" y="1028970"/>
                </a:lnTo>
                <a:lnTo>
                  <a:pt x="379197" y="1028970"/>
                </a:lnTo>
                <a:lnTo>
                  <a:pt x="379370" y="1028970"/>
                </a:lnTo>
                <a:lnTo>
                  <a:pt x="379543" y="1028970"/>
                </a:lnTo>
                <a:lnTo>
                  <a:pt x="379716" y="1028970"/>
                </a:lnTo>
                <a:lnTo>
                  <a:pt x="379888" y="1028970"/>
                </a:lnTo>
                <a:lnTo>
                  <a:pt x="380062" y="1028970"/>
                </a:lnTo>
                <a:lnTo>
                  <a:pt x="380234" y="1028970"/>
                </a:lnTo>
                <a:lnTo>
                  <a:pt x="380407" y="1028970"/>
                </a:lnTo>
                <a:lnTo>
                  <a:pt x="380579" y="1028970"/>
                </a:lnTo>
                <a:lnTo>
                  <a:pt x="380753" y="1028970"/>
                </a:lnTo>
                <a:lnTo>
                  <a:pt x="380926" y="1028970"/>
                </a:lnTo>
                <a:lnTo>
                  <a:pt x="381098" y="1028970"/>
                </a:lnTo>
                <a:lnTo>
                  <a:pt x="381271" y="1028970"/>
                </a:lnTo>
                <a:lnTo>
                  <a:pt x="381444" y="1028970"/>
                </a:lnTo>
                <a:lnTo>
                  <a:pt x="381617" y="1028970"/>
                </a:lnTo>
                <a:lnTo>
                  <a:pt x="381789" y="1028970"/>
                </a:lnTo>
                <a:lnTo>
                  <a:pt x="381963" y="1028970"/>
                </a:lnTo>
                <a:lnTo>
                  <a:pt x="382135" y="1028970"/>
                </a:lnTo>
                <a:lnTo>
                  <a:pt x="382308" y="1028970"/>
                </a:lnTo>
                <a:lnTo>
                  <a:pt x="382481" y="1028970"/>
                </a:lnTo>
                <a:lnTo>
                  <a:pt x="382654" y="1028970"/>
                </a:lnTo>
                <a:lnTo>
                  <a:pt x="382827" y="1028970"/>
                </a:lnTo>
                <a:lnTo>
                  <a:pt x="382999" y="1028970"/>
                </a:lnTo>
                <a:lnTo>
                  <a:pt x="383172" y="1028970"/>
                </a:lnTo>
                <a:lnTo>
                  <a:pt x="383345" y="1028970"/>
                </a:lnTo>
                <a:lnTo>
                  <a:pt x="383518" y="1028970"/>
                </a:lnTo>
                <a:lnTo>
                  <a:pt x="383691" y="1028970"/>
                </a:lnTo>
                <a:lnTo>
                  <a:pt x="383864" y="1028970"/>
                </a:lnTo>
                <a:lnTo>
                  <a:pt x="384037" y="1028970"/>
                </a:lnTo>
                <a:lnTo>
                  <a:pt x="384209" y="1028970"/>
                </a:lnTo>
                <a:lnTo>
                  <a:pt x="384382" y="1028970"/>
                </a:lnTo>
                <a:lnTo>
                  <a:pt x="384555" y="1028970"/>
                </a:lnTo>
                <a:lnTo>
                  <a:pt x="384728" y="1028970"/>
                </a:lnTo>
                <a:lnTo>
                  <a:pt x="384900" y="1028970"/>
                </a:lnTo>
                <a:lnTo>
                  <a:pt x="385073" y="1028970"/>
                </a:lnTo>
                <a:lnTo>
                  <a:pt x="385247" y="1028970"/>
                </a:lnTo>
                <a:lnTo>
                  <a:pt x="385419" y="1028970"/>
                </a:lnTo>
                <a:lnTo>
                  <a:pt x="385592" y="1028970"/>
                </a:lnTo>
                <a:lnTo>
                  <a:pt x="385765" y="1028970"/>
                </a:lnTo>
                <a:lnTo>
                  <a:pt x="385938" y="1028970"/>
                </a:lnTo>
                <a:lnTo>
                  <a:pt x="386110" y="1028970"/>
                </a:lnTo>
                <a:lnTo>
                  <a:pt x="386283" y="1028970"/>
                </a:lnTo>
                <a:lnTo>
                  <a:pt x="386456" y="1028970"/>
                </a:lnTo>
                <a:lnTo>
                  <a:pt x="386629" y="1028970"/>
                </a:lnTo>
                <a:lnTo>
                  <a:pt x="386802" y="1028970"/>
                </a:lnTo>
                <a:lnTo>
                  <a:pt x="386974" y="1028970"/>
                </a:lnTo>
                <a:lnTo>
                  <a:pt x="387148" y="1028970"/>
                </a:lnTo>
                <a:lnTo>
                  <a:pt x="387320" y="1028970"/>
                </a:lnTo>
                <a:lnTo>
                  <a:pt x="387493" y="1028970"/>
                </a:lnTo>
                <a:lnTo>
                  <a:pt x="387666" y="1028970"/>
                </a:lnTo>
                <a:lnTo>
                  <a:pt x="387839" y="1028970"/>
                </a:lnTo>
                <a:lnTo>
                  <a:pt x="388012" y="1028970"/>
                </a:lnTo>
                <a:lnTo>
                  <a:pt x="388184" y="1028970"/>
                </a:lnTo>
                <a:lnTo>
                  <a:pt x="388358" y="1028970"/>
                </a:lnTo>
                <a:lnTo>
                  <a:pt x="388530" y="1028970"/>
                </a:lnTo>
                <a:lnTo>
                  <a:pt x="388703" y="1028970"/>
                </a:lnTo>
                <a:lnTo>
                  <a:pt x="388875" y="1028970"/>
                </a:lnTo>
                <a:lnTo>
                  <a:pt x="389049" y="1028970"/>
                </a:lnTo>
                <a:lnTo>
                  <a:pt x="389221" y="1028970"/>
                </a:lnTo>
                <a:lnTo>
                  <a:pt x="389394" y="1028970"/>
                </a:lnTo>
                <a:lnTo>
                  <a:pt x="389568" y="1028970"/>
                </a:lnTo>
                <a:lnTo>
                  <a:pt x="389740" y="1028970"/>
                </a:lnTo>
                <a:lnTo>
                  <a:pt x="389913" y="1028970"/>
                </a:lnTo>
                <a:lnTo>
                  <a:pt x="390085" y="1028970"/>
                </a:lnTo>
                <a:lnTo>
                  <a:pt x="390259" y="1028970"/>
                </a:lnTo>
                <a:lnTo>
                  <a:pt x="390431" y="1028970"/>
                </a:lnTo>
                <a:lnTo>
                  <a:pt x="390604" y="1028970"/>
                </a:lnTo>
                <a:lnTo>
                  <a:pt x="390777" y="1028970"/>
                </a:lnTo>
                <a:lnTo>
                  <a:pt x="390950" y="1028970"/>
                </a:lnTo>
                <a:lnTo>
                  <a:pt x="391123" y="1028970"/>
                </a:lnTo>
                <a:lnTo>
                  <a:pt x="391295" y="1028970"/>
                </a:lnTo>
                <a:lnTo>
                  <a:pt x="391469" y="1028970"/>
                </a:lnTo>
                <a:lnTo>
                  <a:pt x="391641" y="1028970"/>
                </a:lnTo>
                <a:lnTo>
                  <a:pt x="391814" y="1028970"/>
                </a:lnTo>
                <a:lnTo>
                  <a:pt x="391987" y="1028970"/>
                </a:lnTo>
                <a:lnTo>
                  <a:pt x="392160" y="1028970"/>
                </a:lnTo>
                <a:lnTo>
                  <a:pt x="392333" y="1028970"/>
                </a:lnTo>
                <a:lnTo>
                  <a:pt x="392505" y="1028970"/>
                </a:lnTo>
                <a:lnTo>
                  <a:pt x="392678" y="1028970"/>
                </a:lnTo>
                <a:lnTo>
                  <a:pt x="392851" y="1028970"/>
                </a:lnTo>
                <a:lnTo>
                  <a:pt x="393024" y="1028970"/>
                </a:lnTo>
                <a:lnTo>
                  <a:pt x="393196" y="1028970"/>
                </a:lnTo>
                <a:lnTo>
                  <a:pt x="393370" y="1028970"/>
                </a:lnTo>
                <a:lnTo>
                  <a:pt x="393543" y="1028970"/>
                </a:lnTo>
                <a:lnTo>
                  <a:pt x="393715" y="1028970"/>
                </a:lnTo>
                <a:lnTo>
                  <a:pt x="393888" y="1028970"/>
                </a:lnTo>
                <a:lnTo>
                  <a:pt x="394061" y="1028970"/>
                </a:lnTo>
                <a:lnTo>
                  <a:pt x="394234" y="1028970"/>
                </a:lnTo>
                <a:lnTo>
                  <a:pt x="394406" y="1028970"/>
                </a:lnTo>
                <a:lnTo>
                  <a:pt x="394579" y="1028970"/>
                </a:lnTo>
                <a:lnTo>
                  <a:pt x="394752" y="1028970"/>
                </a:lnTo>
                <a:lnTo>
                  <a:pt x="394925" y="1028970"/>
                </a:lnTo>
                <a:lnTo>
                  <a:pt x="395098" y="1028970"/>
                </a:lnTo>
                <a:lnTo>
                  <a:pt x="395271" y="1028970"/>
                </a:lnTo>
                <a:lnTo>
                  <a:pt x="395444" y="1028970"/>
                </a:lnTo>
                <a:lnTo>
                  <a:pt x="395616" y="1028970"/>
                </a:lnTo>
                <a:lnTo>
                  <a:pt x="395789" y="1028970"/>
                </a:lnTo>
                <a:lnTo>
                  <a:pt x="395962" y="1028970"/>
                </a:lnTo>
                <a:lnTo>
                  <a:pt x="396135" y="1028970"/>
                </a:lnTo>
                <a:lnTo>
                  <a:pt x="396308" y="1028970"/>
                </a:lnTo>
                <a:lnTo>
                  <a:pt x="396480" y="1028970"/>
                </a:lnTo>
                <a:lnTo>
                  <a:pt x="396654" y="1028970"/>
                </a:lnTo>
                <a:lnTo>
                  <a:pt x="396826" y="1028970"/>
                </a:lnTo>
                <a:lnTo>
                  <a:pt x="396999" y="1028970"/>
                </a:lnTo>
                <a:lnTo>
                  <a:pt x="397172" y="1028970"/>
                </a:lnTo>
                <a:lnTo>
                  <a:pt x="397345" y="1028970"/>
                </a:lnTo>
                <a:lnTo>
                  <a:pt x="397517" y="1028970"/>
                </a:lnTo>
                <a:lnTo>
                  <a:pt x="397690" y="1028970"/>
                </a:lnTo>
                <a:lnTo>
                  <a:pt x="397864" y="1028970"/>
                </a:lnTo>
                <a:lnTo>
                  <a:pt x="398036" y="1028970"/>
                </a:lnTo>
                <a:lnTo>
                  <a:pt x="398209" y="1028970"/>
                </a:lnTo>
                <a:lnTo>
                  <a:pt x="398381" y="1028970"/>
                </a:lnTo>
                <a:lnTo>
                  <a:pt x="398555" y="1028970"/>
                </a:lnTo>
                <a:lnTo>
                  <a:pt x="398727" y="1028970"/>
                </a:lnTo>
                <a:lnTo>
                  <a:pt x="398900" y="1028970"/>
                </a:lnTo>
                <a:lnTo>
                  <a:pt x="399073" y="1028970"/>
                </a:lnTo>
                <a:lnTo>
                  <a:pt x="399246" y="1028970"/>
                </a:lnTo>
                <a:lnTo>
                  <a:pt x="399419" y="1028970"/>
                </a:lnTo>
                <a:lnTo>
                  <a:pt x="399591" y="1028970"/>
                </a:lnTo>
                <a:lnTo>
                  <a:pt x="399765" y="1028970"/>
                </a:lnTo>
                <a:lnTo>
                  <a:pt x="399937" y="1028970"/>
                </a:lnTo>
                <a:lnTo>
                  <a:pt x="400110" y="1028970"/>
                </a:lnTo>
                <a:lnTo>
                  <a:pt x="400282" y="1028970"/>
                </a:lnTo>
                <a:lnTo>
                  <a:pt x="400456" y="1028970"/>
                </a:lnTo>
                <a:lnTo>
                  <a:pt x="400629" y="1028970"/>
                </a:lnTo>
                <a:lnTo>
                  <a:pt x="400801" y="1028970"/>
                </a:lnTo>
                <a:lnTo>
                  <a:pt x="400975" y="1028970"/>
                </a:lnTo>
                <a:lnTo>
                  <a:pt x="401147" y="1028970"/>
                </a:lnTo>
                <a:lnTo>
                  <a:pt x="401320" y="1028970"/>
                </a:lnTo>
                <a:lnTo>
                  <a:pt x="401492" y="1028970"/>
                </a:lnTo>
                <a:lnTo>
                  <a:pt x="401666" y="1028970"/>
                </a:lnTo>
                <a:lnTo>
                  <a:pt x="401838" y="1028970"/>
                </a:lnTo>
                <a:lnTo>
                  <a:pt x="402011" y="1028970"/>
                </a:lnTo>
                <a:lnTo>
                  <a:pt x="402184" y="1028970"/>
                </a:lnTo>
                <a:lnTo>
                  <a:pt x="402357" y="1028970"/>
                </a:lnTo>
                <a:lnTo>
                  <a:pt x="402530" y="1028970"/>
                </a:lnTo>
                <a:lnTo>
                  <a:pt x="402702" y="1028970"/>
                </a:lnTo>
                <a:lnTo>
                  <a:pt x="402876" y="1028970"/>
                </a:lnTo>
                <a:lnTo>
                  <a:pt x="403048" y="1028970"/>
                </a:lnTo>
                <a:lnTo>
                  <a:pt x="403221" y="1028970"/>
                </a:lnTo>
                <a:lnTo>
                  <a:pt x="403394" y="1028970"/>
                </a:lnTo>
                <a:lnTo>
                  <a:pt x="403567" y="1028970"/>
                </a:lnTo>
                <a:lnTo>
                  <a:pt x="403740" y="1028970"/>
                </a:lnTo>
                <a:lnTo>
                  <a:pt x="403912" y="1028970"/>
                </a:lnTo>
                <a:lnTo>
                  <a:pt x="404085" y="1028970"/>
                </a:lnTo>
                <a:lnTo>
                  <a:pt x="404258" y="1028970"/>
                </a:lnTo>
                <a:lnTo>
                  <a:pt x="404431" y="1028970"/>
                </a:lnTo>
                <a:lnTo>
                  <a:pt x="404603" y="1028970"/>
                </a:lnTo>
                <a:lnTo>
                  <a:pt x="404777" y="1028970"/>
                </a:lnTo>
                <a:lnTo>
                  <a:pt x="404950" y="1028970"/>
                </a:lnTo>
                <a:lnTo>
                  <a:pt x="405122" y="1028970"/>
                </a:lnTo>
                <a:lnTo>
                  <a:pt x="405295" y="1028970"/>
                </a:lnTo>
                <a:lnTo>
                  <a:pt x="405468" y="1028970"/>
                </a:lnTo>
                <a:lnTo>
                  <a:pt x="405641" y="1028970"/>
                </a:lnTo>
                <a:lnTo>
                  <a:pt x="405813" y="1028970"/>
                </a:lnTo>
                <a:lnTo>
                  <a:pt x="405986" y="1028970"/>
                </a:lnTo>
                <a:lnTo>
                  <a:pt x="406159" y="1028970"/>
                </a:lnTo>
                <a:lnTo>
                  <a:pt x="406332" y="1028970"/>
                </a:lnTo>
                <a:lnTo>
                  <a:pt x="406505" y="1028970"/>
                </a:lnTo>
                <a:lnTo>
                  <a:pt x="406678" y="1028970"/>
                </a:lnTo>
                <a:lnTo>
                  <a:pt x="406851" y="1028970"/>
                </a:lnTo>
                <a:lnTo>
                  <a:pt x="407023" y="1028970"/>
                </a:lnTo>
                <a:lnTo>
                  <a:pt x="407196" y="1028970"/>
                </a:lnTo>
                <a:lnTo>
                  <a:pt x="407369" y="1028970"/>
                </a:lnTo>
                <a:lnTo>
                  <a:pt x="407542" y="1028970"/>
                </a:lnTo>
                <a:lnTo>
                  <a:pt x="407715" y="1028970"/>
                </a:lnTo>
                <a:lnTo>
                  <a:pt x="407887" y="1028970"/>
                </a:lnTo>
                <a:lnTo>
                  <a:pt x="408061" y="1028970"/>
                </a:lnTo>
                <a:lnTo>
                  <a:pt x="408233" y="1028970"/>
                </a:lnTo>
                <a:lnTo>
                  <a:pt x="408406" y="1028970"/>
                </a:lnTo>
                <a:lnTo>
                  <a:pt x="408579" y="1028970"/>
                </a:lnTo>
                <a:lnTo>
                  <a:pt x="408752" y="1028970"/>
                </a:lnTo>
                <a:lnTo>
                  <a:pt x="408924" y="1028970"/>
                </a:lnTo>
                <a:lnTo>
                  <a:pt x="409097" y="1028970"/>
                </a:lnTo>
                <a:lnTo>
                  <a:pt x="409271" y="1028970"/>
                </a:lnTo>
                <a:lnTo>
                  <a:pt x="409443" y="1028970"/>
                </a:lnTo>
                <a:lnTo>
                  <a:pt x="409616" y="1028970"/>
                </a:lnTo>
                <a:lnTo>
                  <a:pt x="409788" y="1028970"/>
                </a:lnTo>
                <a:lnTo>
                  <a:pt x="409962" y="1028970"/>
                </a:lnTo>
                <a:lnTo>
                  <a:pt x="410134" y="1028970"/>
                </a:lnTo>
                <a:lnTo>
                  <a:pt x="410307" y="1028970"/>
                </a:lnTo>
                <a:lnTo>
                  <a:pt x="410480" y="1028970"/>
                </a:lnTo>
                <a:lnTo>
                  <a:pt x="410653" y="1028970"/>
                </a:lnTo>
                <a:lnTo>
                  <a:pt x="410826" y="1028970"/>
                </a:lnTo>
                <a:lnTo>
                  <a:pt x="410998" y="1028970"/>
                </a:lnTo>
                <a:lnTo>
                  <a:pt x="411172" y="1028970"/>
                </a:lnTo>
                <a:lnTo>
                  <a:pt x="411344" y="1028970"/>
                </a:lnTo>
                <a:lnTo>
                  <a:pt x="411517" y="1028970"/>
                </a:lnTo>
                <a:lnTo>
                  <a:pt x="411689" y="1028970"/>
                </a:lnTo>
                <a:lnTo>
                  <a:pt x="411863" y="1028970"/>
                </a:lnTo>
                <a:lnTo>
                  <a:pt x="412036" y="1028970"/>
                </a:lnTo>
                <a:lnTo>
                  <a:pt x="412208" y="1028970"/>
                </a:lnTo>
                <a:lnTo>
                  <a:pt x="412382" y="1028970"/>
                </a:lnTo>
                <a:lnTo>
                  <a:pt x="412554" y="1028970"/>
                </a:lnTo>
                <a:lnTo>
                  <a:pt x="412727" y="1028970"/>
                </a:lnTo>
                <a:lnTo>
                  <a:pt x="412899" y="1028970"/>
                </a:lnTo>
                <a:lnTo>
                  <a:pt x="413073" y="1028970"/>
                </a:lnTo>
                <a:lnTo>
                  <a:pt x="413245" y="1028970"/>
                </a:lnTo>
                <a:lnTo>
                  <a:pt x="413418" y="1028970"/>
                </a:lnTo>
                <a:lnTo>
                  <a:pt x="413591" y="1028970"/>
                </a:lnTo>
                <a:lnTo>
                  <a:pt x="413764" y="1028970"/>
                </a:lnTo>
                <a:lnTo>
                  <a:pt x="413937" y="1028970"/>
                </a:lnTo>
                <a:lnTo>
                  <a:pt x="414109" y="1028970"/>
                </a:lnTo>
                <a:lnTo>
                  <a:pt x="414283" y="1028970"/>
                </a:lnTo>
                <a:lnTo>
                  <a:pt x="414455" y="1028970"/>
                </a:lnTo>
                <a:lnTo>
                  <a:pt x="414628" y="1028970"/>
                </a:lnTo>
                <a:lnTo>
                  <a:pt x="414801" y="1028970"/>
                </a:lnTo>
                <a:lnTo>
                  <a:pt x="414974" y="1028970"/>
                </a:lnTo>
                <a:lnTo>
                  <a:pt x="415147" y="1028970"/>
                </a:lnTo>
                <a:lnTo>
                  <a:pt x="415319" y="1028970"/>
                </a:lnTo>
                <a:lnTo>
                  <a:pt x="415492" y="1028970"/>
                </a:lnTo>
                <a:lnTo>
                  <a:pt x="415665" y="1028970"/>
                </a:lnTo>
                <a:lnTo>
                  <a:pt x="415838" y="1028970"/>
                </a:lnTo>
                <a:lnTo>
                  <a:pt x="416010" y="1028970"/>
                </a:lnTo>
                <a:lnTo>
                  <a:pt x="416184" y="1028970"/>
                </a:lnTo>
                <a:lnTo>
                  <a:pt x="416357" y="1028970"/>
                </a:lnTo>
                <a:lnTo>
                  <a:pt x="416529" y="1028970"/>
                </a:lnTo>
                <a:lnTo>
                  <a:pt x="416702" y="1028970"/>
                </a:lnTo>
                <a:lnTo>
                  <a:pt x="416875" y="1028970"/>
                </a:lnTo>
                <a:lnTo>
                  <a:pt x="417048" y="1028970"/>
                </a:lnTo>
                <a:lnTo>
                  <a:pt x="417220" y="1028970"/>
                </a:lnTo>
                <a:lnTo>
                  <a:pt x="417393" y="1028970"/>
                </a:lnTo>
                <a:lnTo>
                  <a:pt x="417566" y="1028970"/>
                </a:lnTo>
                <a:lnTo>
                  <a:pt x="417739" y="1028970"/>
                </a:lnTo>
                <a:lnTo>
                  <a:pt x="417912" y="1028970"/>
                </a:lnTo>
                <a:lnTo>
                  <a:pt x="418085" y="1028970"/>
                </a:lnTo>
                <a:lnTo>
                  <a:pt x="418258" y="1028970"/>
                </a:lnTo>
                <a:lnTo>
                  <a:pt x="418430" y="1028970"/>
                </a:lnTo>
                <a:lnTo>
                  <a:pt x="418603" y="1028970"/>
                </a:lnTo>
                <a:lnTo>
                  <a:pt x="418776" y="1028970"/>
                </a:lnTo>
                <a:lnTo>
                  <a:pt x="418949" y="1028970"/>
                </a:lnTo>
                <a:lnTo>
                  <a:pt x="419122" y="1028970"/>
                </a:lnTo>
                <a:lnTo>
                  <a:pt x="419294" y="1028970"/>
                </a:lnTo>
                <a:lnTo>
                  <a:pt x="419468" y="1028970"/>
                </a:lnTo>
                <a:lnTo>
                  <a:pt x="419640" y="1028970"/>
                </a:lnTo>
                <a:lnTo>
                  <a:pt x="419813" y="1028970"/>
                </a:lnTo>
                <a:lnTo>
                  <a:pt x="419986" y="1028970"/>
                </a:lnTo>
                <a:lnTo>
                  <a:pt x="420159" y="1028970"/>
                </a:lnTo>
                <a:lnTo>
                  <a:pt x="420332" y="1028970"/>
                </a:lnTo>
                <a:lnTo>
                  <a:pt x="420504" y="1028970"/>
                </a:lnTo>
                <a:lnTo>
                  <a:pt x="420678" y="1028970"/>
                </a:lnTo>
                <a:lnTo>
                  <a:pt x="420850" y="1028970"/>
                </a:lnTo>
                <a:lnTo>
                  <a:pt x="421023" y="1028970"/>
                </a:lnTo>
                <a:lnTo>
                  <a:pt x="421195" y="1028970"/>
                </a:lnTo>
                <a:lnTo>
                  <a:pt x="421369" y="1028970"/>
                </a:lnTo>
                <a:lnTo>
                  <a:pt x="421541" y="1028970"/>
                </a:lnTo>
                <a:lnTo>
                  <a:pt x="421714" y="1028970"/>
                </a:lnTo>
                <a:lnTo>
                  <a:pt x="421887" y="1028970"/>
                </a:lnTo>
                <a:lnTo>
                  <a:pt x="422060" y="1028970"/>
                </a:lnTo>
                <a:lnTo>
                  <a:pt x="422233" y="1028970"/>
                </a:lnTo>
                <a:lnTo>
                  <a:pt x="422405" y="1028970"/>
                </a:lnTo>
                <a:lnTo>
                  <a:pt x="422579" y="1028970"/>
                </a:lnTo>
                <a:lnTo>
                  <a:pt x="422751" y="1028970"/>
                </a:lnTo>
                <a:lnTo>
                  <a:pt x="422924" y="1028970"/>
                </a:lnTo>
                <a:lnTo>
                  <a:pt x="423097" y="1028970"/>
                </a:lnTo>
                <a:lnTo>
                  <a:pt x="423270" y="1028970"/>
                </a:lnTo>
                <a:lnTo>
                  <a:pt x="423443" y="1028970"/>
                </a:lnTo>
                <a:lnTo>
                  <a:pt x="423615" y="1028970"/>
                </a:lnTo>
                <a:lnTo>
                  <a:pt x="423789" y="1028970"/>
                </a:lnTo>
                <a:lnTo>
                  <a:pt x="423961" y="1028970"/>
                </a:lnTo>
                <a:lnTo>
                  <a:pt x="424134" y="1028970"/>
                </a:lnTo>
                <a:lnTo>
                  <a:pt x="424306" y="1028970"/>
                </a:lnTo>
                <a:lnTo>
                  <a:pt x="424480" y="1028970"/>
                </a:lnTo>
                <a:lnTo>
                  <a:pt x="424653" y="1028970"/>
                </a:lnTo>
                <a:lnTo>
                  <a:pt x="424825" y="1028970"/>
                </a:lnTo>
                <a:lnTo>
                  <a:pt x="424998" y="1028970"/>
                </a:lnTo>
                <a:lnTo>
                  <a:pt x="425171" y="1028970"/>
                </a:lnTo>
                <a:lnTo>
                  <a:pt x="425344" y="1028970"/>
                </a:lnTo>
                <a:lnTo>
                  <a:pt x="425516" y="1028970"/>
                </a:lnTo>
                <a:lnTo>
                  <a:pt x="425690" y="1028970"/>
                </a:lnTo>
                <a:lnTo>
                  <a:pt x="425862" y="1028970"/>
                </a:lnTo>
                <a:lnTo>
                  <a:pt x="426035" y="1028970"/>
                </a:lnTo>
                <a:lnTo>
                  <a:pt x="426208" y="1028970"/>
                </a:lnTo>
                <a:lnTo>
                  <a:pt x="426381" y="1028970"/>
                </a:lnTo>
                <a:lnTo>
                  <a:pt x="426554" y="1028970"/>
                </a:lnTo>
                <a:lnTo>
                  <a:pt x="426726" y="1028970"/>
                </a:lnTo>
                <a:lnTo>
                  <a:pt x="426899" y="1028970"/>
                </a:lnTo>
                <a:lnTo>
                  <a:pt x="427072" y="1028970"/>
                </a:lnTo>
                <a:lnTo>
                  <a:pt x="427245" y="1028970"/>
                </a:lnTo>
                <a:lnTo>
                  <a:pt x="427418" y="1028970"/>
                </a:lnTo>
                <a:lnTo>
                  <a:pt x="427591" y="1028970"/>
                </a:lnTo>
                <a:lnTo>
                  <a:pt x="427764" y="1028970"/>
                </a:lnTo>
                <a:lnTo>
                  <a:pt x="427936" y="1028970"/>
                </a:lnTo>
                <a:lnTo>
                  <a:pt x="428109" y="1028970"/>
                </a:lnTo>
                <a:lnTo>
                  <a:pt x="428282" y="1028970"/>
                </a:lnTo>
                <a:lnTo>
                  <a:pt x="428455" y="1028970"/>
                </a:lnTo>
                <a:lnTo>
                  <a:pt x="428627" y="1028970"/>
                </a:lnTo>
                <a:lnTo>
                  <a:pt x="428800" y="1028970"/>
                </a:lnTo>
                <a:lnTo>
                  <a:pt x="428974" y="1028970"/>
                </a:lnTo>
                <a:lnTo>
                  <a:pt x="429146" y="1028970"/>
                </a:lnTo>
                <a:lnTo>
                  <a:pt x="429319" y="1028970"/>
                </a:lnTo>
                <a:lnTo>
                  <a:pt x="429492" y="1028970"/>
                </a:lnTo>
                <a:lnTo>
                  <a:pt x="429665" y="1028970"/>
                </a:lnTo>
                <a:lnTo>
                  <a:pt x="429837" y="1028970"/>
                </a:lnTo>
                <a:lnTo>
                  <a:pt x="430010" y="1028970"/>
                </a:lnTo>
                <a:lnTo>
                  <a:pt x="430183" y="1028970"/>
                </a:lnTo>
                <a:lnTo>
                  <a:pt x="430356" y="1028970"/>
                </a:lnTo>
                <a:lnTo>
                  <a:pt x="430529" y="1028970"/>
                </a:lnTo>
                <a:lnTo>
                  <a:pt x="430701" y="1028970"/>
                </a:lnTo>
                <a:lnTo>
                  <a:pt x="430875" y="1028970"/>
                </a:lnTo>
                <a:lnTo>
                  <a:pt x="431047" y="1028970"/>
                </a:lnTo>
                <a:lnTo>
                  <a:pt x="431220" y="1028970"/>
                </a:lnTo>
                <a:lnTo>
                  <a:pt x="431393" y="1028970"/>
                </a:lnTo>
                <a:lnTo>
                  <a:pt x="431566" y="1028970"/>
                </a:lnTo>
                <a:lnTo>
                  <a:pt x="431739" y="1028970"/>
                </a:lnTo>
                <a:lnTo>
                  <a:pt x="431911" y="1028970"/>
                </a:lnTo>
                <a:lnTo>
                  <a:pt x="432085" y="1028970"/>
                </a:lnTo>
                <a:lnTo>
                  <a:pt x="432257" y="1028970"/>
                </a:lnTo>
                <a:lnTo>
                  <a:pt x="432430" y="1028970"/>
                </a:lnTo>
                <a:lnTo>
                  <a:pt x="432602" y="1028970"/>
                </a:lnTo>
                <a:lnTo>
                  <a:pt x="432776" y="1028970"/>
                </a:lnTo>
                <a:lnTo>
                  <a:pt x="432948" y="1028970"/>
                </a:lnTo>
                <a:lnTo>
                  <a:pt x="433121" y="1028970"/>
                </a:lnTo>
                <a:lnTo>
                  <a:pt x="433295" y="1028970"/>
                </a:lnTo>
                <a:lnTo>
                  <a:pt x="433467" y="1028970"/>
                </a:lnTo>
                <a:lnTo>
                  <a:pt x="433640" y="1028970"/>
                </a:lnTo>
                <a:lnTo>
                  <a:pt x="433812" y="1028970"/>
                </a:lnTo>
                <a:lnTo>
                  <a:pt x="433986" y="1028970"/>
                </a:lnTo>
                <a:lnTo>
                  <a:pt x="434158" y="1028970"/>
                </a:lnTo>
                <a:lnTo>
                  <a:pt x="434331" y="1028970"/>
                </a:lnTo>
                <a:lnTo>
                  <a:pt x="434504" y="1028970"/>
                </a:lnTo>
                <a:lnTo>
                  <a:pt x="434677" y="1028970"/>
                </a:lnTo>
                <a:lnTo>
                  <a:pt x="434850" y="1028970"/>
                </a:lnTo>
                <a:lnTo>
                  <a:pt x="435022" y="1028970"/>
                </a:lnTo>
                <a:lnTo>
                  <a:pt x="435196" y="1028970"/>
                </a:lnTo>
                <a:lnTo>
                  <a:pt x="435368" y="1028970"/>
                </a:lnTo>
                <a:lnTo>
                  <a:pt x="435541" y="1028970"/>
                </a:lnTo>
                <a:lnTo>
                  <a:pt x="435713" y="1028970"/>
                </a:lnTo>
                <a:lnTo>
                  <a:pt x="435887" y="1028970"/>
                </a:lnTo>
                <a:lnTo>
                  <a:pt x="436060" y="1028970"/>
                </a:lnTo>
                <a:lnTo>
                  <a:pt x="436232" y="1028970"/>
                </a:lnTo>
                <a:lnTo>
                  <a:pt x="436405" y="1028970"/>
                </a:lnTo>
                <a:lnTo>
                  <a:pt x="436578" y="1028970"/>
                </a:lnTo>
                <a:lnTo>
                  <a:pt x="436751" y="1028970"/>
                </a:lnTo>
                <a:lnTo>
                  <a:pt x="436923" y="1028970"/>
                </a:lnTo>
                <a:lnTo>
                  <a:pt x="437097" y="1028970"/>
                </a:lnTo>
                <a:lnTo>
                  <a:pt x="437269" y="1028970"/>
                </a:lnTo>
                <a:lnTo>
                  <a:pt x="437442" y="1028970"/>
                </a:lnTo>
                <a:lnTo>
                  <a:pt x="437615" y="1028970"/>
                </a:lnTo>
                <a:lnTo>
                  <a:pt x="437788" y="1028970"/>
                </a:lnTo>
                <a:lnTo>
                  <a:pt x="437961" y="1028970"/>
                </a:lnTo>
                <a:lnTo>
                  <a:pt x="438133" y="1028970"/>
                </a:lnTo>
                <a:lnTo>
                  <a:pt x="438306" y="1028970"/>
                </a:lnTo>
                <a:lnTo>
                  <a:pt x="438479" y="1028970"/>
                </a:lnTo>
                <a:lnTo>
                  <a:pt x="438652" y="1028970"/>
                </a:lnTo>
                <a:lnTo>
                  <a:pt x="438825" y="1028970"/>
                </a:lnTo>
                <a:lnTo>
                  <a:pt x="438998" y="1028970"/>
                </a:lnTo>
                <a:lnTo>
                  <a:pt x="439171" y="1028970"/>
                </a:lnTo>
                <a:lnTo>
                  <a:pt x="439343" y="1028970"/>
                </a:lnTo>
                <a:lnTo>
                  <a:pt x="439516" y="1028970"/>
                </a:lnTo>
                <a:lnTo>
                  <a:pt x="439689" y="1028970"/>
                </a:lnTo>
                <a:lnTo>
                  <a:pt x="439862" y="1028970"/>
                </a:lnTo>
                <a:lnTo>
                  <a:pt x="440034" y="1028970"/>
                </a:lnTo>
                <a:lnTo>
                  <a:pt x="440207" y="1028970"/>
                </a:lnTo>
                <a:lnTo>
                  <a:pt x="440381" y="1028970"/>
                </a:lnTo>
                <a:lnTo>
                  <a:pt x="440553" y="1028970"/>
                </a:lnTo>
                <a:lnTo>
                  <a:pt x="440726" y="1028970"/>
                </a:lnTo>
                <a:lnTo>
                  <a:pt x="440899" y="1028970"/>
                </a:lnTo>
                <a:lnTo>
                  <a:pt x="441072" y="1028970"/>
                </a:lnTo>
                <a:lnTo>
                  <a:pt x="441244" y="1028970"/>
                </a:lnTo>
                <a:lnTo>
                  <a:pt x="441417" y="1028970"/>
                </a:lnTo>
                <a:lnTo>
                  <a:pt x="441590" y="1028970"/>
                </a:lnTo>
                <a:lnTo>
                  <a:pt x="441763" y="1028970"/>
                </a:lnTo>
                <a:lnTo>
                  <a:pt x="441936" y="1028970"/>
                </a:lnTo>
                <a:lnTo>
                  <a:pt x="442108" y="1028970"/>
                </a:lnTo>
                <a:lnTo>
                  <a:pt x="442282" y="1028970"/>
                </a:lnTo>
                <a:lnTo>
                  <a:pt x="442454" y="1028970"/>
                </a:lnTo>
                <a:lnTo>
                  <a:pt x="442627" y="1028970"/>
                </a:lnTo>
                <a:lnTo>
                  <a:pt x="442800" y="1028970"/>
                </a:lnTo>
                <a:lnTo>
                  <a:pt x="442973" y="1028970"/>
                </a:lnTo>
                <a:lnTo>
                  <a:pt x="443146" y="1028970"/>
                </a:lnTo>
                <a:lnTo>
                  <a:pt x="443318" y="1028970"/>
                </a:lnTo>
                <a:lnTo>
                  <a:pt x="443492" y="1028970"/>
                </a:lnTo>
                <a:lnTo>
                  <a:pt x="443664" y="1028970"/>
                </a:lnTo>
                <a:lnTo>
                  <a:pt x="443837" y="1028970"/>
                </a:lnTo>
                <a:lnTo>
                  <a:pt x="444009" y="1028970"/>
                </a:lnTo>
                <a:lnTo>
                  <a:pt x="444183" y="1028970"/>
                </a:lnTo>
                <a:lnTo>
                  <a:pt x="444355" y="1028970"/>
                </a:lnTo>
                <a:lnTo>
                  <a:pt x="444528" y="1028970"/>
                </a:lnTo>
                <a:lnTo>
                  <a:pt x="444702" y="1028970"/>
                </a:lnTo>
                <a:lnTo>
                  <a:pt x="444874" y="1028970"/>
                </a:lnTo>
                <a:lnTo>
                  <a:pt x="445047" y="1028970"/>
                </a:lnTo>
                <a:lnTo>
                  <a:pt x="445219" y="1028970"/>
                </a:lnTo>
                <a:lnTo>
                  <a:pt x="445393" y="1028970"/>
                </a:lnTo>
                <a:lnTo>
                  <a:pt x="445565" y="1028970"/>
                </a:lnTo>
                <a:lnTo>
                  <a:pt x="445738" y="1028970"/>
                </a:lnTo>
                <a:lnTo>
                  <a:pt x="445911" y="1028970"/>
                </a:lnTo>
                <a:lnTo>
                  <a:pt x="446084" y="1028970"/>
                </a:lnTo>
                <a:lnTo>
                  <a:pt x="446257" y="1028970"/>
                </a:lnTo>
                <a:lnTo>
                  <a:pt x="446429" y="1028970"/>
                </a:lnTo>
                <a:lnTo>
                  <a:pt x="446603" y="1028970"/>
                </a:lnTo>
                <a:lnTo>
                  <a:pt x="446775" y="1028970"/>
                </a:lnTo>
                <a:lnTo>
                  <a:pt x="446948" y="1028970"/>
                </a:lnTo>
                <a:lnTo>
                  <a:pt x="447121" y="1028970"/>
                </a:lnTo>
                <a:lnTo>
                  <a:pt x="447294" y="1028970"/>
                </a:lnTo>
                <a:lnTo>
                  <a:pt x="447467" y="1028970"/>
                </a:lnTo>
                <a:lnTo>
                  <a:pt x="447639" y="1028970"/>
                </a:lnTo>
                <a:lnTo>
                  <a:pt x="447812" y="1028970"/>
                </a:lnTo>
                <a:lnTo>
                  <a:pt x="447985" y="1028970"/>
                </a:lnTo>
                <a:lnTo>
                  <a:pt x="448158" y="1028970"/>
                </a:lnTo>
                <a:lnTo>
                  <a:pt x="448330" y="1028970"/>
                </a:lnTo>
                <a:lnTo>
                  <a:pt x="448504" y="1028970"/>
                </a:lnTo>
                <a:lnTo>
                  <a:pt x="448676" y="1028970"/>
                </a:lnTo>
                <a:lnTo>
                  <a:pt x="448849" y="1028970"/>
                </a:lnTo>
                <a:lnTo>
                  <a:pt x="449022" y="1028970"/>
                </a:lnTo>
                <a:lnTo>
                  <a:pt x="449195" y="1028970"/>
                </a:lnTo>
                <a:lnTo>
                  <a:pt x="449368" y="1028970"/>
                </a:lnTo>
                <a:lnTo>
                  <a:pt x="449540" y="1028970"/>
                </a:lnTo>
                <a:lnTo>
                  <a:pt x="449713" y="1028970"/>
                </a:lnTo>
                <a:lnTo>
                  <a:pt x="449886" y="1028970"/>
                </a:lnTo>
                <a:lnTo>
                  <a:pt x="450059" y="1028970"/>
                </a:lnTo>
                <a:lnTo>
                  <a:pt x="450232" y="1028970"/>
                </a:lnTo>
                <a:lnTo>
                  <a:pt x="450405" y="1028970"/>
                </a:lnTo>
                <a:lnTo>
                  <a:pt x="450578" y="1028970"/>
                </a:lnTo>
                <a:lnTo>
                  <a:pt x="450750" y="1028970"/>
                </a:lnTo>
                <a:lnTo>
                  <a:pt x="450923" y="1028970"/>
                </a:lnTo>
                <a:lnTo>
                  <a:pt x="451096" y="1028970"/>
                </a:lnTo>
                <a:lnTo>
                  <a:pt x="451269" y="1028970"/>
                </a:lnTo>
                <a:lnTo>
                  <a:pt x="451442" y="1028970"/>
                </a:lnTo>
                <a:lnTo>
                  <a:pt x="451614" y="1028970"/>
                </a:lnTo>
                <a:lnTo>
                  <a:pt x="451788" y="1028970"/>
                </a:lnTo>
                <a:lnTo>
                  <a:pt x="451960" y="1028970"/>
                </a:lnTo>
                <a:lnTo>
                  <a:pt x="452133" y="1028970"/>
                </a:lnTo>
                <a:lnTo>
                  <a:pt x="452306" y="1028970"/>
                </a:lnTo>
                <a:lnTo>
                  <a:pt x="452479" y="1028970"/>
                </a:lnTo>
                <a:lnTo>
                  <a:pt x="452651" y="1028970"/>
                </a:lnTo>
                <a:lnTo>
                  <a:pt x="452824" y="1028970"/>
                </a:lnTo>
                <a:lnTo>
                  <a:pt x="452997" y="1028970"/>
                </a:lnTo>
                <a:lnTo>
                  <a:pt x="453170" y="1028970"/>
                </a:lnTo>
                <a:lnTo>
                  <a:pt x="453343" y="1028970"/>
                </a:lnTo>
                <a:lnTo>
                  <a:pt x="453515" y="1028970"/>
                </a:lnTo>
                <a:lnTo>
                  <a:pt x="453689" y="1028970"/>
                </a:lnTo>
                <a:lnTo>
                  <a:pt x="453861" y="1028970"/>
                </a:lnTo>
                <a:lnTo>
                  <a:pt x="454034" y="1028970"/>
                </a:lnTo>
                <a:lnTo>
                  <a:pt x="454207" y="1028970"/>
                </a:lnTo>
                <a:lnTo>
                  <a:pt x="454380" y="1028970"/>
                </a:lnTo>
                <a:lnTo>
                  <a:pt x="454553" y="1028970"/>
                </a:lnTo>
                <a:lnTo>
                  <a:pt x="454725" y="1028970"/>
                </a:lnTo>
                <a:lnTo>
                  <a:pt x="454899" y="1028970"/>
                </a:lnTo>
                <a:lnTo>
                  <a:pt x="455071" y="1028970"/>
                </a:lnTo>
                <a:lnTo>
                  <a:pt x="455244" y="1028970"/>
                </a:lnTo>
                <a:lnTo>
                  <a:pt x="455416" y="1028970"/>
                </a:lnTo>
                <a:lnTo>
                  <a:pt x="455590" y="1028970"/>
                </a:lnTo>
                <a:lnTo>
                  <a:pt x="455763" y="1028970"/>
                </a:lnTo>
                <a:lnTo>
                  <a:pt x="455935" y="1028970"/>
                </a:lnTo>
                <a:lnTo>
                  <a:pt x="456109" y="1028970"/>
                </a:lnTo>
                <a:lnTo>
                  <a:pt x="456281" y="1028970"/>
                </a:lnTo>
                <a:lnTo>
                  <a:pt x="456454" y="1028970"/>
                </a:lnTo>
                <a:lnTo>
                  <a:pt x="456626" y="1028970"/>
                </a:lnTo>
                <a:lnTo>
                  <a:pt x="456800" y="1028970"/>
                </a:lnTo>
                <a:lnTo>
                  <a:pt x="456972" y="1028970"/>
                </a:lnTo>
                <a:lnTo>
                  <a:pt x="457145" y="1028970"/>
                </a:lnTo>
                <a:lnTo>
                  <a:pt x="457318" y="1028970"/>
                </a:lnTo>
                <a:lnTo>
                  <a:pt x="457491" y="1028970"/>
                </a:lnTo>
                <a:lnTo>
                  <a:pt x="457664" y="1028970"/>
                </a:lnTo>
                <a:lnTo>
                  <a:pt x="457836" y="1028970"/>
                </a:lnTo>
                <a:lnTo>
                  <a:pt x="458010" y="1028970"/>
                </a:lnTo>
                <a:lnTo>
                  <a:pt x="458182" y="1028970"/>
                </a:lnTo>
                <a:lnTo>
                  <a:pt x="458355" y="1028970"/>
                </a:lnTo>
                <a:lnTo>
                  <a:pt x="458527" y="1028970"/>
                </a:lnTo>
                <a:lnTo>
                  <a:pt x="458701" y="1028970"/>
                </a:lnTo>
                <a:lnTo>
                  <a:pt x="458874" y="1028970"/>
                </a:lnTo>
                <a:lnTo>
                  <a:pt x="459046" y="1028970"/>
                </a:lnTo>
                <a:lnTo>
                  <a:pt x="459219" y="1028970"/>
                </a:lnTo>
                <a:lnTo>
                  <a:pt x="459392" y="1028970"/>
                </a:lnTo>
                <a:lnTo>
                  <a:pt x="459565" y="1028970"/>
                </a:lnTo>
                <a:lnTo>
                  <a:pt x="459737" y="1028970"/>
                </a:lnTo>
                <a:lnTo>
                  <a:pt x="459911" y="1028970"/>
                </a:lnTo>
                <a:lnTo>
                  <a:pt x="460084" y="1028970"/>
                </a:lnTo>
                <a:lnTo>
                  <a:pt x="460256" y="1028970"/>
                </a:lnTo>
                <a:lnTo>
                  <a:pt x="460429" y="1028970"/>
                </a:lnTo>
                <a:lnTo>
                  <a:pt x="460602" y="1028970"/>
                </a:lnTo>
                <a:lnTo>
                  <a:pt x="460775" y="1028970"/>
                </a:lnTo>
                <a:lnTo>
                  <a:pt x="460947" y="1028970"/>
                </a:lnTo>
                <a:lnTo>
                  <a:pt x="461120" y="1028970"/>
                </a:lnTo>
                <a:lnTo>
                  <a:pt x="461293" y="1028970"/>
                </a:lnTo>
                <a:lnTo>
                  <a:pt x="461466" y="1028970"/>
                </a:lnTo>
                <a:lnTo>
                  <a:pt x="461639" y="1028970"/>
                </a:lnTo>
                <a:lnTo>
                  <a:pt x="461812" y="1028970"/>
                </a:lnTo>
                <a:lnTo>
                  <a:pt x="461985" y="1028970"/>
                </a:lnTo>
                <a:lnTo>
                  <a:pt x="462157" y="1028970"/>
                </a:lnTo>
                <a:lnTo>
                  <a:pt x="462330" y="1028970"/>
                </a:lnTo>
                <a:lnTo>
                  <a:pt x="462503" y="1028970"/>
                </a:lnTo>
                <a:lnTo>
                  <a:pt x="462676" y="1028970"/>
                </a:lnTo>
                <a:lnTo>
                  <a:pt x="462848" y="1028970"/>
                </a:lnTo>
                <a:lnTo>
                  <a:pt x="463021" y="1028970"/>
                </a:lnTo>
                <a:lnTo>
                  <a:pt x="463195" y="1028970"/>
                </a:lnTo>
                <a:lnTo>
                  <a:pt x="463367" y="1028970"/>
                </a:lnTo>
                <a:lnTo>
                  <a:pt x="463540" y="1028970"/>
                </a:lnTo>
                <a:lnTo>
                  <a:pt x="463713" y="1028970"/>
                </a:lnTo>
                <a:lnTo>
                  <a:pt x="463886" y="1028970"/>
                </a:lnTo>
                <a:lnTo>
                  <a:pt x="464058" y="1028970"/>
                </a:lnTo>
                <a:lnTo>
                  <a:pt x="464231" y="1028970"/>
                </a:lnTo>
                <a:lnTo>
                  <a:pt x="464405" y="1028970"/>
                </a:lnTo>
                <a:lnTo>
                  <a:pt x="464577" y="1028970"/>
                </a:lnTo>
                <a:lnTo>
                  <a:pt x="464750" y="1028970"/>
                </a:lnTo>
                <a:lnTo>
                  <a:pt x="464922" y="1028970"/>
                </a:lnTo>
                <a:lnTo>
                  <a:pt x="465096" y="1028970"/>
                </a:lnTo>
                <a:lnTo>
                  <a:pt x="465268" y="1028970"/>
                </a:lnTo>
                <a:lnTo>
                  <a:pt x="465441" y="1028970"/>
                </a:lnTo>
                <a:lnTo>
                  <a:pt x="465614" y="1028970"/>
                </a:lnTo>
                <a:lnTo>
                  <a:pt x="465787" y="1028970"/>
                </a:lnTo>
                <a:lnTo>
                  <a:pt x="465960" y="1028970"/>
                </a:lnTo>
                <a:lnTo>
                  <a:pt x="466132" y="1028970"/>
                </a:lnTo>
                <a:lnTo>
                  <a:pt x="466306" y="1028970"/>
                </a:lnTo>
                <a:lnTo>
                  <a:pt x="466478" y="1028970"/>
                </a:lnTo>
                <a:lnTo>
                  <a:pt x="466651" y="1028970"/>
                </a:lnTo>
                <a:lnTo>
                  <a:pt x="466823" y="1028970"/>
                </a:lnTo>
                <a:lnTo>
                  <a:pt x="466997" y="1028970"/>
                </a:lnTo>
                <a:lnTo>
                  <a:pt x="467169" y="1028970"/>
                </a:lnTo>
                <a:lnTo>
                  <a:pt x="467342" y="1028970"/>
                </a:lnTo>
                <a:lnTo>
                  <a:pt x="467516" y="1028970"/>
                </a:lnTo>
                <a:lnTo>
                  <a:pt x="467688" y="1028970"/>
                </a:lnTo>
                <a:lnTo>
                  <a:pt x="467861" y="1028970"/>
                </a:lnTo>
                <a:lnTo>
                  <a:pt x="468033" y="1028970"/>
                </a:lnTo>
                <a:lnTo>
                  <a:pt x="468207" y="1028970"/>
                </a:lnTo>
                <a:lnTo>
                  <a:pt x="468379" y="1028970"/>
                </a:lnTo>
                <a:lnTo>
                  <a:pt x="468552" y="1028970"/>
                </a:lnTo>
                <a:lnTo>
                  <a:pt x="468725" y="1028970"/>
                </a:lnTo>
                <a:lnTo>
                  <a:pt x="468898" y="1028970"/>
                </a:lnTo>
                <a:lnTo>
                  <a:pt x="469071" y="1028970"/>
                </a:lnTo>
                <a:lnTo>
                  <a:pt x="469243" y="1028970"/>
                </a:lnTo>
                <a:lnTo>
                  <a:pt x="469417" y="1028970"/>
                </a:lnTo>
                <a:lnTo>
                  <a:pt x="469589" y="1028970"/>
                </a:lnTo>
                <a:lnTo>
                  <a:pt x="469762" y="1028970"/>
                </a:lnTo>
                <a:lnTo>
                  <a:pt x="469935" y="1028970"/>
                </a:lnTo>
                <a:lnTo>
                  <a:pt x="470108" y="1028970"/>
                </a:lnTo>
                <a:lnTo>
                  <a:pt x="470281" y="1028970"/>
                </a:lnTo>
                <a:lnTo>
                  <a:pt x="470453" y="1028970"/>
                </a:lnTo>
                <a:lnTo>
                  <a:pt x="470626" y="1028970"/>
                </a:lnTo>
                <a:lnTo>
                  <a:pt x="470799" y="1028970"/>
                </a:lnTo>
                <a:lnTo>
                  <a:pt x="470972" y="1028970"/>
                </a:lnTo>
                <a:lnTo>
                  <a:pt x="471144" y="1028970"/>
                </a:lnTo>
                <a:lnTo>
                  <a:pt x="471318" y="1028970"/>
                </a:lnTo>
                <a:lnTo>
                  <a:pt x="471490" y="1028970"/>
                </a:lnTo>
                <a:lnTo>
                  <a:pt x="471663" y="1028970"/>
                </a:lnTo>
                <a:lnTo>
                  <a:pt x="471836" y="1028970"/>
                </a:lnTo>
                <a:lnTo>
                  <a:pt x="472009" y="1028970"/>
                </a:lnTo>
                <a:lnTo>
                  <a:pt x="472182" y="1028970"/>
                </a:lnTo>
                <a:lnTo>
                  <a:pt x="472354" y="1028970"/>
                </a:lnTo>
                <a:lnTo>
                  <a:pt x="472527" y="1028970"/>
                </a:lnTo>
                <a:lnTo>
                  <a:pt x="472700" y="1028970"/>
                </a:lnTo>
                <a:lnTo>
                  <a:pt x="472873" y="1028970"/>
                </a:lnTo>
                <a:lnTo>
                  <a:pt x="473046" y="1028970"/>
                </a:lnTo>
                <a:lnTo>
                  <a:pt x="473219" y="1028970"/>
                </a:lnTo>
                <a:lnTo>
                  <a:pt x="473392" y="1028970"/>
                </a:lnTo>
                <a:lnTo>
                  <a:pt x="473564" y="1028970"/>
                </a:lnTo>
                <a:lnTo>
                  <a:pt x="473737" y="1028970"/>
                </a:lnTo>
                <a:lnTo>
                  <a:pt x="473910" y="1028970"/>
                </a:lnTo>
                <a:lnTo>
                  <a:pt x="474083" y="1028970"/>
                </a:lnTo>
                <a:lnTo>
                  <a:pt x="474256" y="1028970"/>
                </a:lnTo>
                <a:lnTo>
                  <a:pt x="474428" y="1028970"/>
                </a:lnTo>
                <a:lnTo>
                  <a:pt x="474602" y="1028970"/>
                </a:lnTo>
                <a:lnTo>
                  <a:pt x="474774" y="1028970"/>
                </a:lnTo>
                <a:lnTo>
                  <a:pt x="474947" y="1028970"/>
                </a:lnTo>
                <a:lnTo>
                  <a:pt x="475120" y="1028970"/>
                </a:lnTo>
                <a:lnTo>
                  <a:pt x="475293" y="1028970"/>
                </a:lnTo>
                <a:lnTo>
                  <a:pt x="475465" y="1028970"/>
                </a:lnTo>
                <a:lnTo>
                  <a:pt x="475638" y="1028970"/>
                </a:lnTo>
                <a:lnTo>
                  <a:pt x="475812" y="1028970"/>
                </a:lnTo>
                <a:lnTo>
                  <a:pt x="475984" y="1028970"/>
                </a:lnTo>
                <a:lnTo>
                  <a:pt x="476157" y="1028970"/>
                </a:lnTo>
                <a:lnTo>
                  <a:pt x="476329" y="1028970"/>
                </a:lnTo>
                <a:lnTo>
                  <a:pt x="476503" y="1028970"/>
                </a:lnTo>
                <a:lnTo>
                  <a:pt x="476675" y="1028970"/>
                </a:lnTo>
                <a:lnTo>
                  <a:pt x="476848" y="1028970"/>
                </a:lnTo>
                <a:lnTo>
                  <a:pt x="477021" y="1028970"/>
                </a:lnTo>
                <a:lnTo>
                  <a:pt x="477194" y="1028970"/>
                </a:lnTo>
                <a:lnTo>
                  <a:pt x="477367" y="1028970"/>
                </a:lnTo>
                <a:lnTo>
                  <a:pt x="477539" y="1028970"/>
                </a:lnTo>
                <a:lnTo>
                  <a:pt x="477713" y="1028970"/>
                </a:lnTo>
                <a:lnTo>
                  <a:pt x="477885" y="1028970"/>
                </a:lnTo>
                <a:lnTo>
                  <a:pt x="478058" y="1028970"/>
                </a:lnTo>
                <a:lnTo>
                  <a:pt x="478230" y="1028970"/>
                </a:lnTo>
                <a:lnTo>
                  <a:pt x="478404" y="1028970"/>
                </a:lnTo>
                <a:lnTo>
                  <a:pt x="478577" y="1028970"/>
                </a:lnTo>
                <a:lnTo>
                  <a:pt x="478749" y="1028970"/>
                </a:lnTo>
                <a:lnTo>
                  <a:pt x="478923" y="1028970"/>
                </a:lnTo>
                <a:lnTo>
                  <a:pt x="479095" y="1028970"/>
                </a:lnTo>
                <a:lnTo>
                  <a:pt x="479268" y="1028970"/>
                </a:lnTo>
                <a:lnTo>
                  <a:pt x="479440" y="1028970"/>
                </a:lnTo>
                <a:lnTo>
                  <a:pt x="479614" y="1028970"/>
                </a:lnTo>
                <a:lnTo>
                  <a:pt x="479786" y="1028970"/>
                </a:lnTo>
                <a:lnTo>
                  <a:pt x="479959" y="1028970"/>
                </a:lnTo>
                <a:lnTo>
                  <a:pt x="480132" y="1028970"/>
                </a:lnTo>
                <a:lnTo>
                  <a:pt x="480305" y="1028970"/>
                </a:lnTo>
                <a:lnTo>
                  <a:pt x="480478" y="1028970"/>
                </a:lnTo>
                <a:lnTo>
                  <a:pt x="480650" y="1028970"/>
                </a:lnTo>
                <a:lnTo>
                  <a:pt x="480824" y="1028970"/>
                </a:lnTo>
                <a:lnTo>
                  <a:pt x="480996" y="1028970"/>
                </a:lnTo>
                <a:lnTo>
                  <a:pt x="481169" y="1028970"/>
                </a:lnTo>
                <a:lnTo>
                  <a:pt x="481342" y="1028970"/>
                </a:lnTo>
                <a:lnTo>
                  <a:pt x="481515" y="1028970"/>
                </a:lnTo>
                <a:lnTo>
                  <a:pt x="481688" y="1028970"/>
                </a:lnTo>
                <a:lnTo>
                  <a:pt x="481860" y="1028970"/>
                </a:lnTo>
                <a:lnTo>
                  <a:pt x="482033" y="1028970"/>
                </a:lnTo>
                <a:lnTo>
                  <a:pt x="482206" y="1028970"/>
                </a:lnTo>
                <a:lnTo>
                  <a:pt x="482379" y="1028970"/>
                </a:lnTo>
                <a:lnTo>
                  <a:pt x="482551" y="1028970"/>
                </a:lnTo>
                <a:lnTo>
                  <a:pt x="482725" y="1028970"/>
                </a:lnTo>
                <a:lnTo>
                  <a:pt x="482898" y="1028970"/>
                </a:lnTo>
                <a:lnTo>
                  <a:pt x="483070" y="1028970"/>
                </a:lnTo>
                <a:lnTo>
                  <a:pt x="483243" y="1028970"/>
                </a:lnTo>
                <a:lnTo>
                  <a:pt x="483416" y="1028970"/>
                </a:lnTo>
                <a:lnTo>
                  <a:pt x="483589" y="1028970"/>
                </a:lnTo>
                <a:lnTo>
                  <a:pt x="483761" y="1028970"/>
                </a:lnTo>
                <a:lnTo>
                  <a:pt x="483934" y="1028970"/>
                </a:lnTo>
                <a:lnTo>
                  <a:pt x="484107" y="1028970"/>
                </a:lnTo>
                <a:lnTo>
                  <a:pt x="484280" y="1028970"/>
                </a:lnTo>
                <a:lnTo>
                  <a:pt x="484453" y="1028970"/>
                </a:lnTo>
                <a:lnTo>
                  <a:pt x="484626" y="1028970"/>
                </a:lnTo>
                <a:lnTo>
                  <a:pt x="484799" y="1028970"/>
                </a:lnTo>
                <a:lnTo>
                  <a:pt x="484971" y="1028970"/>
                </a:lnTo>
                <a:lnTo>
                  <a:pt x="485144" y="1028970"/>
                </a:lnTo>
                <a:lnTo>
                  <a:pt x="485317" y="1028970"/>
                </a:lnTo>
                <a:lnTo>
                  <a:pt x="485490" y="1028970"/>
                </a:lnTo>
                <a:lnTo>
                  <a:pt x="485663" y="1028970"/>
                </a:lnTo>
                <a:lnTo>
                  <a:pt x="485835" y="1028970"/>
                </a:lnTo>
                <a:lnTo>
                  <a:pt x="486009" y="1028970"/>
                </a:lnTo>
                <a:lnTo>
                  <a:pt x="486181" y="1028970"/>
                </a:lnTo>
                <a:lnTo>
                  <a:pt x="486354" y="1028970"/>
                </a:lnTo>
                <a:lnTo>
                  <a:pt x="486527" y="1028970"/>
                </a:lnTo>
                <a:lnTo>
                  <a:pt x="486700" y="1028970"/>
                </a:lnTo>
                <a:lnTo>
                  <a:pt x="486872" y="1028970"/>
                </a:lnTo>
                <a:lnTo>
                  <a:pt x="487045" y="1028970"/>
                </a:lnTo>
                <a:lnTo>
                  <a:pt x="487219" y="1028970"/>
                </a:lnTo>
                <a:lnTo>
                  <a:pt x="487391" y="1028970"/>
                </a:lnTo>
                <a:lnTo>
                  <a:pt x="487564" y="1028970"/>
                </a:lnTo>
                <a:lnTo>
                  <a:pt x="487736" y="1028970"/>
                </a:lnTo>
                <a:lnTo>
                  <a:pt x="487910" y="1028970"/>
                </a:lnTo>
                <a:lnTo>
                  <a:pt x="488082" y="1028970"/>
                </a:lnTo>
                <a:lnTo>
                  <a:pt x="488255" y="1028970"/>
                </a:lnTo>
                <a:lnTo>
                  <a:pt x="488428" y="1028970"/>
                </a:lnTo>
                <a:lnTo>
                  <a:pt x="488601" y="1028970"/>
                </a:lnTo>
                <a:lnTo>
                  <a:pt x="488774" y="1028970"/>
                </a:lnTo>
                <a:lnTo>
                  <a:pt x="488946" y="1028970"/>
                </a:lnTo>
                <a:lnTo>
                  <a:pt x="489120" y="1028970"/>
                </a:lnTo>
                <a:lnTo>
                  <a:pt x="489292" y="1028970"/>
                </a:lnTo>
                <a:lnTo>
                  <a:pt x="489465" y="1028970"/>
                </a:lnTo>
                <a:lnTo>
                  <a:pt x="489637" y="1028970"/>
                </a:lnTo>
                <a:lnTo>
                  <a:pt x="489811" y="1028970"/>
                </a:lnTo>
                <a:lnTo>
                  <a:pt x="489984" y="1028970"/>
                </a:lnTo>
                <a:lnTo>
                  <a:pt x="490156" y="1028970"/>
                </a:lnTo>
                <a:lnTo>
                  <a:pt x="490330" y="1028970"/>
                </a:lnTo>
                <a:lnTo>
                  <a:pt x="490502" y="1028970"/>
                </a:lnTo>
                <a:lnTo>
                  <a:pt x="490675" y="1028970"/>
                </a:lnTo>
                <a:lnTo>
                  <a:pt x="490847" y="1028970"/>
                </a:lnTo>
                <a:lnTo>
                  <a:pt x="491021" y="1028970"/>
                </a:lnTo>
                <a:lnTo>
                  <a:pt x="491193" y="1028970"/>
                </a:lnTo>
                <a:lnTo>
                  <a:pt x="491366" y="1028970"/>
                </a:lnTo>
                <a:lnTo>
                  <a:pt x="491539" y="1028970"/>
                </a:lnTo>
                <a:lnTo>
                  <a:pt x="491712" y="1028970"/>
                </a:lnTo>
                <a:lnTo>
                  <a:pt x="491885" y="1028970"/>
                </a:lnTo>
                <a:lnTo>
                  <a:pt x="492057" y="1028970"/>
                </a:lnTo>
                <a:lnTo>
                  <a:pt x="492231" y="1028970"/>
                </a:lnTo>
                <a:lnTo>
                  <a:pt x="492403" y="1028970"/>
                </a:lnTo>
                <a:lnTo>
                  <a:pt x="492576" y="1028970"/>
                </a:lnTo>
                <a:lnTo>
                  <a:pt x="492749" y="1028970"/>
                </a:lnTo>
                <a:lnTo>
                  <a:pt x="492922" y="1028970"/>
                </a:lnTo>
                <a:lnTo>
                  <a:pt x="493095" y="1028970"/>
                </a:lnTo>
                <a:lnTo>
                  <a:pt x="493267" y="1028970"/>
                </a:lnTo>
                <a:lnTo>
                  <a:pt x="493440" y="1028970"/>
                </a:lnTo>
                <a:lnTo>
                  <a:pt x="493613" y="1028970"/>
                </a:lnTo>
                <a:lnTo>
                  <a:pt x="493786" y="1028970"/>
                </a:lnTo>
                <a:lnTo>
                  <a:pt x="493958" y="1028970"/>
                </a:lnTo>
                <a:lnTo>
                  <a:pt x="494132" y="1028970"/>
                </a:lnTo>
                <a:lnTo>
                  <a:pt x="494305" y="1028970"/>
                </a:lnTo>
                <a:lnTo>
                  <a:pt x="494477" y="1028970"/>
                </a:lnTo>
                <a:lnTo>
                  <a:pt x="494650" y="1028970"/>
                </a:lnTo>
                <a:lnTo>
                  <a:pt x="494823" y="1028970"/>
                </a:lnTo>
                <a:lnTo>
                  <a:pt x="494996" y="1028970"/>
                </a:lnTo>
                <a:lnTo>
                  <a:pt x="495168" y="1028970"/>
                </a:lnTo>
                <a:lnTo>
                  <a:pt x="495341" y="1028970"/>
                </a:lnTo>
                <a:lnTo>
                  <a:pt x="495514" y="1028970"/>
                </a:lnTo>
                <a:lnTo>
                  <a:pt x="495687" y="1028970"/>
                </a:lnTo>
                <a:lnTo>
                  <a:pt x="495860" y="1028970"/>
                </a:lnTo>
                <a:lnTo>
                  <a:pt x="496033" y="1028970"/>
                </a:lnTo>
                <a:lnTo>
                  <a:pt x="496206" y="1028970"/>
                </a:lnTo>
                <a:lnTo>
                  <a:pt x="496378" y="1028970"/>
                </a:lnTo>
                <a:lnTo>
                  <a:pt x="496551" y="1028970"/>
                </a:lnTo>
                <a:lnTo>
                  <a:pt x="496724" y="1028970"/>
                </a:lnTo>
                <a:lnTo>
                  <a:pt x="496897" y="1028970"/>
                </a:lnTo>
                <a:lnTo>
                  <a:pt x="497070" y="1028970"/>
                </a:lnTo>
                <a:lnTo>
                  <a:pt x="497242" y="1028970"/>
                </a:lnTo>
                <a:lnTo>
                  <a:pt x="497416" y="1028970"/>
                </a:lnTo>
                <a:lnTo>
                  <a:pt x="497588" y="1028970"/>
                </a:lnTo>
                <a:lnTo>
                  <a:pt x="497761" y="1028970"/>
                </a:lnTo>
                <a:lnTo>
                  <a:pt x="497934" y="1028970"/>
                </a:lnTo>
                <a:lnTo>
                  <a:pt x="498107" y="1028970"/>
                </a:lnTo>
                <a:lnTo>
                  <a:pt x="498279" y="1028970"/>
                </a:lnTo>
                <a:lnTo>
                  <a:pt x="498452" y="1028970"/>
                </a:lnTo>
                <a:lnTo>
                  <a:pt x="498626" y="1028970"/>
                </a:lnTo>
                <a:lnTo>
                  <a:pt x="498798" y="1028970"/>
                </a:lnTo>
                <a:lnTo>
                  <a:pt x="498971" y="1028970"/>
                </a:lnTo>
                <a:lnTo>
                  <a:pt x="499143" y="1028970"/>
                </a:lnTo>
                <a:lnTo>
                  <a:pt x="499317" y="1028970"/>
                </a:lnTo>
                <a:lnTo>
                  <a:pt x="499489" y="1028970"/>
                </a:lnTo>
                <a:lnTo>
                  <a:pt x="499662" y="1028970"/>
                </a:lnTo>
                <a:lnTo>
                  <a:pt x="499835" y="1028970"/>
                </a:lnTo>
                <a:lnTo>
                  <a:pt x="500008" y="1028970"/>
                </a:lnTo>
                <a:lnTo>
                  <a:pt x="500181" y="1028970"/>
                </a:lnTo>
                <a:lnTo>
                  <a:pt x="500353" y="1028970"/>
                </a:lnTo>
                <a:lnTo>
                  <a:pt x="500527" y="1028970"/>
                </a:lnTo>
                <a:lnTo>
                  <a:pt x="500699" y="1028970"/>
                </a:lnTo>
                <a:lnTo>
                  <a:pt x="500872" y="1028970"/>
                </a:lnTo>
                <a:lnTo>
                  <a:pt x="501045" y="1028970"/>
                </a:lnTo>
                <a:lnTo>
                  <a:pt x="501218" y="1028970"/>
                </a:lnTo>
                <a:lnTo>
                  <a:pt x="501391" y="1028970"/>
                </a:lnTo>
                <a:lnTo>
                  <a:pt x="501563" y="1028970"/>
                </a:lnTo>
                <a:lnTo>
                  <a:pt x="501737" y="1028970"/>
                </a:lnTo>
                <a:lnTo>
                  <a:pt x="501909" y="1028970"/>
                </a:lnTo>
                <a:lnTo>
                  <a:pt x="502082" y="1028970"/>
                </a:lnTo>
                <a:lnTo>
                  <a:pt x="502254" y="1028970"/>
                </a:lnTo>
                <a:lnTo>
                  <a:pt x="502428" y="1028970"/>
                </a:lnTo>
                <a:lnTo>
                  <a:pt x="502601" y="1028970"/>
                </a:lnTo>
                <a:lnTo>
                  <a:pt x="502773" y="1028970"/>
                </a:lnTo>
                <a:lnTo>
                  <a:pt x="502946" y="1028970"/>
                </a:lnTo>
                <a:lnTo>
                  <a:pt x="503119" y="1028970"/>
                </a:lnTo>
                <a:lnTo>
                  <a:pt x="503292" y="1028970"/>
                </a:lnTo>
                <a:lnTo>
                  <a:pt x="503464" y="1028970"/>
                </a:lnTo>
                <a:lnTo>
                  <a:pt x="503638" y="1028970"/>
                </a:lnTo>
                <a:lnTo>
                  <a:pt x="503810" y="1028970"/>
                </a:lnTo>
                <a:lnTo>
                  <a:pt x="503983" y="1028970"/>
                </a:lnTo>
                <a:lnTo>
                  <a:pt x="504156" y="1028970"/>
                </a:lnTo>
                <a:lnTo>
                  <a:pt x="504329" y="1028970"/>
                </a:lnTo>
                <a:lnTo>
                  <a:pt x="504502" y="1028970"/>
                </a:lnTo>
                <a:lnTo>
                  <a:pt x="504674" y="1028970"/>
                </a:lnTo>
                <a:lnTo>
                  <a:pt x="504847" y="1028970"/>
                </a:lnTo>
                <a:lnTo>
                  <a:pt x="505020" y="1028970"/>
                </a:lnTo>
                <a:lnTo>
                  <a:pt x="505193" y="1028970"/>
                </a:lnTo>
                <a:lnTo>
                  <a:pt x="505366" y="1028970"/>
                </a:lnTo>
                <a:lnTo>
                  <a:pt x="505539" y="1028970"/>
                </a:lnTo>
                <a:lnTo>
                  <a:pt x="505712" y="1028970"/>
                </a:lnTo>
                <a:lnTo>
                  <a:pt x="505884" y="1028970"/>
                </a:lnTo>
                <a:lnTo>
                  <a:pt x="506057" y="1028970"/>
                </a:lnTo>
                <a:lnTo>
                  <a:pt x="506230" y="1028970"/>
                </a:lnTo>
                <a:lnTo>
                  <a:pt x="506403" y="1028970"/>
                </a:lnTo>
                <a:lnTo>
                  <a:pt x="506575" y="1028970"/>
                </a:lnTo>
                <a:lnTo>
                  <a:pt x="506748" y="1028970"/>
                </a:lnTo>
                <a:lnTo>
                  <a:pt x="506922" y="1028970"/>
                </a:lnTo>
                <a:lnTo>
                  <a:pt x="507094" y="1028970"/>
                </a:lnTo>
                <a:lnTo>
                  <a:pt x="507267" y="1028970"/>
                </a:lnTo>
                <a:lnTo>
                  <a:pt x="507440" y="1028970"/>
                </a:lnTo>
                <a:lnTo>
                  <a:pt x="507613" y="1028970"/>
                </a:lnTo>
                <a:lnTo>
                  <a:pt x="507785" y="1028970"/>
                </a:lnTo>
                <a:lnTo>
                  <a:pt x="507958" y="1028970"/>
                </a:lnTo>
                <a:lnTo>
                  <a:pt x="508131" y="1028970"/>
                </a:lnTo>
                <a:lnTo>
                  <a:pt x="508304" y="1028970"/>
                </a:lnTo>
                <a:lnTo>
                  <a:pt x="508477" y="1028970"/>
                </a:lnTo>
                <a:lnTo>
                  <a:pt x="508649" y="1028970"/>
                </a:lnTo>
                <a:lnTo>
                  <a:pt x="508823" y="1028970"/>
                </a:lnTo>
                <a:lnTo>
                  <a:pt x="508995" y="1028970"/>
                </a:lnTo>
                <a:lnTo>
                  <a:pt x="509168" y="1028970"/>
                </a:lnTo>
                <a:lnTo>
                  <a:pt x="509341" y="1028970"/>
                </a:lnTo>
                <a:lnTo>
                  <a:pt x="509514" y="1028970"/>
                </a:lnTo>
                <a:lnTo>
                  <a:pt x="509687" y="1028970"/>
                </a:lnTo>
                <a:lnTo>
                  <a:pt x="509859" y="1028970"/>
                </a:lnTo>
                <a:lnTo>
                  <a:pt x="510033" y="1028970"/>
                </a:lnTo>
                <a:lnTo>
                  <a:pt x="510205" y="1028970"/>
                </a:lnTo>
                <a:lnTo>
                  <a:pt x="510378" y="1028970"/>
                </a:lnTo>
                <a:lnTo>
                  <a:pt x="510550" y="1028970"/>
                </a:lnTo>
                <a:lnTo>
                  <a:pt x="510724" y="1028970"/>
                </a:lnTo>
                <a:lnTo>
                  <a:pt x="510896" y="1028970"/>
                </a:lnTo>
                <a:lnTo>
                  <a:pt x="511069" y="1028970"/>
                </a:lnTo>
                <a:lnTo>
                  <a:pt x="511243" y="1028970"/>
                </a:lnTo>
                <a:lnTo>
                  <a:pt x="511415" y="1028970"/>
                </a:lnTo>
                <a:lnTo>
                  <a:pt x="511588" y="1028970"/>
                </a:lnTo>
                <a:lnTo>
                  <a:pt x="511760" y="1028970"/>
                </a:lnTo>
                <a:lnTo>
                  <a:pt x="511934" y="1028970"/>
                </a:lnTo>
                <a:lnTo>
                  <a:pt x="512106" y="1028970"/>
                </a:lnTo>
                <a:lnTo>
                  <a:pt x="512279" y="1028970"/>
                </a:lnTo>
                <a:lnTo>
                  <a:pt x="512452" y="1028970"/>
                </a:lnTo>
                <a:lnTo>
                  <a:pt x="512625" y="1028970"/>
                </a:lnTo>
                <a:lnTo>
                  <a:pt x="512798" y="1028970"/>
                </a:lnTo>
                <a:lnTo>
                  <a:pt x="512970" y="1028970"/>
                </a:lnTo>
                <a:lnTo>
                  <a:pt x="513144" y="1028970"/>
                </a:lnTo>
                <a:lnTo>
                  <a:pt x="513316" y="1028970"/>
                </a:lnTo>
                <a:lnTo>
                  <a:pt x="513489" y="1028970"/>
                </a:lnTo>
                <a:lnTo>
                  <a:pt x="513661" y="1028970"/>
                </a:lnTo>
                <a:lnTo>
                  <a:pt x="513835" y="1028970"/>
                </a:lnTo>
                <a:lnTo>
                  <a:pt x="514008" y="1028970"/>
                </a:lnTo>
                <a:lnTo>
                  <a:pt x="514180" y="1028970"/>
                </a:lnTo>
                <a:lnTo>
                  <a:pt x="514353" y="1028970"/>
                </a:lnTo>
                <a:lnTo>
                  <a:pt x="514526" y="1028970"/>
                </a:lnTo>
                <a:lnTo>
                  <a:pt x="514699" y="1028970"/>
                </a:lnTo>
                <a:lnTo>
                  <a:pt x="514871" y="1028970"/>
                </a:lnTo>
                <a:lnTo>
                  <a:pt x="515045" y="1028970"/>
                </a:lnTo>
                <a:lnTo>
                  <a:pt x="515217" y="1028970"/>
                </a:lnTo>
                <a:lnTo>
                  <a:pt x="515390" y="1028970"/>
                </a:lnTo>
                <a:lnTo>
                  <a:pt x="515563" y="1028970"/>
                </a:lnTo>
                <a:lnTo>
                  <a:pt x="515736" y="1028970"/>
                </a:lnTo>
                <a:lnTo>
                  <a:pt x="515909" y="1028970"/>
                </a:lnTo>
                <a:lnTo>
                  <a:pt x="516081" y="1028970"/>
                </a:lnTo>
                <a:lnTo>
                  <a:pt x="516254" y="1028970"/>
                </a:lnTo>
                <a:lnTo>
                  <a:pt x="516427" y="1028970"/>
                </a:lnTo>
                <a:lnTo>
                  <a:pt x="516600" y="1028970"/>
                </a:lnTo>
                <a:lnTo>
                  <a:pt x="516773" y="1028970"/>
                </a:lnTo>
                <a:lnTo>
                  <a:pt x="516946" y="1028970"/>
                </a:lnTo>
                <a:lnTo>
                  <a:pt x="517119" y="1028970"/>
                </a:lnTo>
                <a:lnTo>
                  <a:pt x="517291" y="1028970"/>
                </a:lnTo>
                <a:lnTo>
                  <a:pt x="517464" y="1028970"/>
                </a:lnTo>
                <a:lnTo>
                  <a:pt x="517637" y="1028970"/>
                </a:lnTo>
                <a:lnTo>
                  <a:pt x="517810" y="1028970"/>
                </a:lnTo>
                <a:lnTo>
                  <a:pt x="517982" y="1028970"/>
                </a:lnTo>
                <a:lnTo>
                  <a:pt x="518155" y="1028970"/>
                </a:lnTo>
                <a:lnTo>
                  <a:pt x="518329" y="1028970"/>
                </a:lnTo>
                <a:lnTo>
                  <a:pt x="518501" y="1028970"/>
                </a:lnTo>
                <a:lnTo>
                  <a:pt x="518674" y="1028970"/>
                </a:lnTo>
                <a:lnTo>
                  <a:pt x="518847" y="1028970"/>
                </a:lnTo>
                <a:lnTo>
                  <a:pt x="519020" y="1028970"/>
                </a:lnTo>
                <a:lnTo>
                  <a:pt x="519192" y="1028970"/>
                </a:lnTo>
                <a:lnTo>
                  <a:pt x="519365" y="1028970"/>
                </a:lnTo>
                <a:lnTo>
                  <a:pt x="519538" y="1028970"/>
                </a:lnTo>
                <a:lnTo>
                  <a:pt x="519711" y="1028970"/>
                </a:lnTo>
                <a:lnTo>
                  <a:pt x="519884" y="1028970"/>
                </a:lnTo>
                <a:lnTo>
                  <a:pt x="520056" y="1028970"/>
                </a:lnTo>
                <a:lnTo>
                  <a:pt x="520230" y="1028970"/>
                </a:lnTo>
                <a:lnTo>
                  <a:pt x="520402" y="1028970"/>
                </a:lnTo>
                <a:lnTo>
                  <a:pt x="520575" y="1028970"/>
                </a:lnTo>
                <a:lnTo>
                  <a:pt x="520748" y="1028970"/>
                </a:lnTo>
                <a:lnTo>
                  <a:pt x="520921" y="1028970"/>
                </a:lnTo>
                <a:lnTo>
                  <a:pt x="521094" y="1028970"/>
                </a:lnTo>
                <a:lnTo>
                  <a:pt x="521266" y="1028970"/>
                </a:lnTo>
                <a:lnTo>
                  <a:pt x="521440" y="1028970"/>
                </a:lnTo>
                <a:lnTo>
                  <a:pt x="521612" y="1028970"/>
                </a:lnTo>
                <a:lnTo>
                  <a:pt x="521785" y="1028970"/>
                </a:lnTo>
                <a:lnTo>
                  <a:pt x="521957" y="1028970"/>
                </a:lnTo>
                <a:lnTo>
                  <a:pt x="522131" y="1028970"/>
                </a:lnTo>
                <a:lnTo>
                  <a:pt x="522303" y="1028970"/>
                </a:lnTo>
                <a:lnTo>
                  <a:pt x="522476" y="1028970"/>
                </a:lnTo>
                <a:lnTo>
                  <a:pt x="522650" y="1028970"/>
                </a:lnTo>
                <a:lnTo>
                  <a:pt x="522822" y="1028970"/>
                </a:lnTo>
                <a:lnTo>
                  <a:pt x="522995" y="1028970"/>
                </a:lnTo>
                <a:lnTo>
                  <a:pt x="523167" y="1028970"/>
                </a:lnTo>
                <a:lnTo>
                  <a:pt x="523341" y="1028970"/>
                </a:lnTo>
                <a:lnTo>
                  <a:pt x="523513" y="1028970"/>
                </a:lnTo>
                <a:lnTo>
                  <a:pt x="523686" y="1028970"/>
                </a:lnTo>
                <a:lnTo>
                  <a:pt x="523859" y="1028970"/>
                </a:lnTo>
                <a:lnTo>
                  <a:pt x="524032" y="1028970"/>
                </a:lnTo>
                <a:lnTo>
                  <a:pt x="524205" y="1028970"/>
                </a:lnTo>
                <a:lnTo>
                  <a:pt x="524377" y="1028970"/>
                </a:lnTo>
                <a:lnTo>
                  <a:pt x="524551" y="1028970"/>
                </a:lnTo>
                <a:lnTo>
                  <a:pt x="524723" y="1028970"/>
                </a:lnTo>
                <a:lnTo>
                  <a:pt x="524896" y="1028970"/>
                </a:lnTo>
                <a:lnTo>
                  <a:pt x="525068" y="1028970"/>
                </a:lnTo>
                <a:lnTo>
                  <a:pt x="525242" y="1028970"/>
                </a:lnTo>
                <a:lnTo>
                  <a:pt x="525415" y="1028970"/>
                </a:lnTo>
                <a:lnTo>
                  <a:pt x="525587" y="1028970"/>
                </a:lnTo>
                <a:lnTo>
                  <a:pt x="525760" y="1028970"/>
                </a:lnTo>
                <a:lnTo>
                  <a:pt x="525933" y="1028970"/>
                </a:lnTo>
                <a:lnTo>
                  <a:pt x="526106" y="1028970"/>
                </a:lnTo>
                <a:lnTo>
                  <a:pt x="526278" y="1028970"/>
                </a:lnTo>
                <a:lnTo>
                  <a:pt x="526452" y="1028970"/>
                </a:lnTo>
                <a:lnTo>
                  <a:pt x="526625" y="1028970"/>
                </a:lnTo>
                <a:lnTo>
                  <a:pt x="526797" y="1028970"/>
                </a:lnTo>
                <a:lnTo>
                  <a:pt x="526970" y="1028970"/>
                </a:lnTo>
                <a:lnTo>
                  <a:pt x="527143" y="1028970"/>
                </a:lnTo>
                <a:lnTo>
                  <a:pt x="527316" y="1028970"/>
                </a:lnTo>
                <a:lnTo>
                  <a:pt x="527488" y="1028970"/>
                </a:lnTo>
                <a:lnTo>
                  <a:pt x="527661" y="1028970"/>
                </a:lnTo>
                <a:lnTo>
                  <a:pt x="527834" y="1028970"/>
                </a:lnTo>
                <a:lnTo>
                  <a:pt x="528007" y="1028970"/>
                </a:lnTo>
                <a:lnTo>
                  <a:pt x="528180" y="1028970"/>
                </a:lnTo>
                <a:lnTo>
                  <a:pt x="528353" y="1028970"/>
                </a:lnTo>
                <a:lnTo>
                  <a:pt x="528526" y="1028970"/>
                </a:lnTo>
                <a:lnTo>
                  <a:pt x="528698" y="1028970"/>
                </a:lnTo>
                <a:lnTo>
                  <a:pt x="528871" y="1028970"/>
                </a:lnTo>
                <a:lnTo>
                  <a:pt x="529044" y="1028970"/>
                </a:lnTo>
                <a:lnTo>
                  <a:pt x="529217" y="1028970"/>
                </a:lnTo>
                <a:lnTo>
                  <a:pt x="529390" y="1028970"/>
                </a:lnTo>
                <a:lnTo>
                  <a:pt x="529562" y="1028970"/>
                </a:lnTo>
                <a:lnTo>
                  <a:pt x="529736" y="1028970"/>
                </a:lnTo>
                <a:lnTo>
                  <a:pt x="529908" y="1028970"/>
                </a:lnTo>
                <a:lnTo>
                  <a:pt x="530081" y="1028970"/>
                </a:lnTo>
                <a:lnTo>
                  <a:pt x="530254" y="1028970"/>
                </a:lnTo>
                <a:lnTo>
                  <a:pt x="530427" y="1028970"/>
                </a:lnTo>
                <a:lnTo>
                  <a:pt x="530599" y="1028970"/>
                </a:lnTo>
                <a:lnTo>
                  <a:pt x="530772" y="1028970"/>
                </a:lnTo>
                <a:lnTo>
                  <a:pt x="530946" y="1028970"/>
                </a:lnTo>
                <a:lnTo>
                  <a:pt x="531118" y="1028970"/>
                </a:lnTo>
                <a:lnTo>
                  <a:pt x="531291" y="1028970"/>
                </a:lnTo>
                <a:lnTo>
                  <a:pt x="531463" y="1028970"/>
                </a:lnTo>
                <a:lnTo>
                  <a:pt x="531637" y="1028970"/>
                </a:lnTo>
                <a:lnTo>
                  <a:pt x="531809" y="1028970"/>
                </a:lnTo>
                <a:lnTo>
                  <a:pt x="531982" y="1028970"/>
                </a:lnTo>
                <a:lnTo>
                  <a:pt x="532155" y="1028970"/>
                </a:lnTo>
                <a:lnTo>
                  <a:pt x="532328" y="1028970"/>
                </a:lnTo>
                <a:lnTo>
                  <a:pt x="532501" y="1028970"/>
                </a:lnTo>
                <a:lnTo>
                  <a:pt x="532673" y="1028970"/>
                </a:lnTo>
                <a:lnTo>
                  <a:pt x="532847" y="1028970"/>
                </a:lnTo>
                <a:lnTo>
                  <a:pt x="533019" y="1028970"/>
                </a:lnTo>
                <a:lnTo>
                  <a:pt x="533192" y="1028970"/>
                </a:lnTo>
                <a:lnTo>
                  <a:pt x="533364" y="1028970"/>
                </a:lnTo>
                <a:lnTo>
                  <a:pt x="533538" y="1028970"/>
                </a:lnTo>
                <a:lnTo>
                  <a:pt x="533711" y="1028970"/>
                </a:lnTo>
                <a:lnTo>
                  <a:pt x="533883" y="1028970"/>
                </a:lnTo>
                <a:lnTo>
                  <a:pt x="534057" y="1028970"/>
                </a:lnTo>
                <a:lnTo>
                  <a:pt x="534229" y="1028970"/>
                </a:lnTo>
                <a:lnTo>
                  <a:pt x="534402" y="1028970"/>
                </a:lnTo>
                <a:lnTo>
                  <a:pt x="534574" y="1028970"/>
                </a:lnTo>
                <a:lnTo>
                  <a:pt x="534748" y="1028970"/>
                </a:lnTo>
                <a:lnTo>
                  <a:pt x="534920" y="1028970"/>
                </a:lnTo>
                <a:lnTo>
                  <a:pt x="535093" y="1028970"/>
                </a:lnTo>
                <a:lnTo>
                  <a:pt x="535266" y="1028970"/>
                </a:lnTo>
                <a:lnTo>
                  <a:pt x="535439" y="1028970"/>
                </a:lnTo>
                <a:lnTo>
                  <a:pt x="535612" y="1028970"/>
                </a:lnTo>
                <a:lnTo>
                  <a:pt x="535784" y="1028970"/>
                </a:lnTo>
                <a:lnTo>
                  <a:pt x="535958" y="1028970"/>
                </a:lnTo>
                <a:lnTo>
                  <a:pt x="536130" y="1028970"/>
                </a:lnTo>
                <a:lnTo>
                  <a:pt x="536303" y="1028970"/>
                </a:lnTo>
                <a:lnTo>
                  <a:pt x="536476" y="1028970"/>
                </a:lnTo>
                <a:lnTo>
                  <a:pt x="536649" y="1028970"/>
                </a:lnTo>
                <a:lnTo>
                  <a:pt x="536822" y="1028970"/>
                </a:lnTo>
                <a:lnTo>
                  <a:pt x="536994" y="1028970"/>
                </a:lnTo>
                <a:lnTo>
                  <a:pt x="537167" y="1028970"/>
                </a:lnTo>
                <a:lnTo>
                  <a:pt x="537340" y="1028970"/>
                </a:lnTo>
                <a:lnTo>
                  <a:pt x="537513" y="1028970"/>
                </a:lnTo>
                <a:lnTo>
                  <a:pt x="537685" y="1028970"/>
                </a:lnTo>
                <a:lnTo>
                  <a:pt x="537859" y="1028970"/>
                </a:lnTo>
                <a:lnTo>
                  <a:pt x="538032" y="1028970"/>
                </a:lnTo>
                <a:lnTo>
                  <a:pt x="538204" y="1028970"/>
                </a:lnTo>
                <a:lnTo>
                  <a:pt x="538377" y="1028970"/>
                </a:lnTo>
                <a:lnTo>
                  <a:pt x="538550" y="1028970"/>
                </a:lnTo>
                <a:lnTo>
                  <a:pt x="538723" y="1028970"/>
                </a:lnTo>
                <a:lnTo>
                  <a:pt x="538895" y="1028970"/>
                </a:lnTo>
                <a:lnTo>
                  <a:pt x="539068" y="1028970"/>
                </a:lnTo>
                <a:lnTo>
                  <a:pt x="539241" y="1028970"/>
                </a:lnTo>
                <a:lnTo>
                  <a:pt x="539414" y="1028970"/>
                </a:lnTo>
                <a:lnTo>
                  <a:pt x="539587" y="1028970"/>
                </a:lnTo>
                <a:lnTo>
                  <a:pt x="539760" y="1028970"/>
                </a:lnTo>
                <a:lnTo>
                  <a:pt x="539933" y="1028970"/>
                </a:lnTo>
                <a:lnTo>
                  <a:pt x="540105" y="1028970"/>
                </a:lnTo>
                <a:lnTo>
                  <a:pt x="540278" y="1028970"/>
                </a:lnTo>
                <a:lnTo>
                  <a:pt x="540451" y="1028970"/>
                </a:lnTo>
                <a:lnTo>
                  <a:pt x="540624" y="1028970"/>
                </a:lnTo>
                <a:lnTo>
                  <a:pt x="540797" y="1028970"/>
                </a:lnTo>
                <a:lnTo>
                  <a:pt x="540969" y="1028970"/>
                </a:lnTo>
                <a:lnTo>
                  <a:pt x="541143" y="1028970"/>
                </a:lnTo>
                <a:lnTo>
                  <a:pt x="541315" y="1028970"/>
                </a:lnTo>
                <a:lnTo>
                  <a:pt x="541488" y="1028970"/>
                </a:lnTo>
                <a:lnTo>
                  <a:pt x="541661" y="1028970"/>
                </a:lnTo>
                <a:lnTo>
                  <a:pt x="541834" y="1028970"/>
                </a:lnTo>
                <a:lnTo>
                  <a:pt x="542006" y="1028970"/>
                </a:lnTo>
                <a:lnTo>
                  <a:pt x="542179" y="1028970"/>
                </a:lnTo>
                <a:lnTo>
                  <a:pt x="542353" y="1028970"/>
                </a:lnTo>
                <a:lnTo>
                  <a:pt x="542525" y="1028970"/>
                </a:lnTo>
                <a:lnTo>
                  <a:pt x="542698" y="1028970"/>
                </a:lnTo>
                <a:lnTo>
                  <a:pt x="542870" y="1028970"/>
                </a:lnTo>
                <a:lnTo>
                  <a:pt x="543044" y="1028970"/>
                </a:lnTo>
                <a:lnTo>
                  <a:pt x="543216" y="1028970"/>
                </a:lnTo>
                <a:lnTo>
                  <a:pt x="543389" y="1028970"/>
                </a:lnTo>
                <a:lnTo>
                  <a:pt x="543562" y="1028970"/>
                </a:lnTo>
                <a:lnTo>
                  <a:pt x="543735" y="1028970"/>
                </a:lnTo>
                <a:lnTo>
                  <a:pt x="543908" y="1028970"/>
                </a:lnTo>
                <a:lnTo>
                  <a:pt x="544080" y="1028970"/>
                </a:lnTo>
                <a:lnTo>
                  <a:pt x="544254" y="1028970"/>
                </a:lnTo>
                <a:lnTo>
                  <a:pt x="544426" y="1028970"/>
                </a:lnTo>
                <a:lnTo>
                  <a:pt x="544599" y="1028970"/>
                </a:lnTo>
                <a:lnTo>
                  <a:pt x="544771" y="1028970"/>
                </a:lnTo>
                <a:lnTo>
                  <a:pt x="544945" y="1028970"/>
                </a:lnTo>
                <a:lnTo>
                  <a:pt x="545118" y="1028970"/>
                </a:lnTo>
                <a:lnTo>
                  <a:pt x="545290" y="1028970"/>
                </a:lnTo>
                <a:lnTo>
                  <a:pt x="545464" y="1028970"/>
                </a:lnTo>
                <a:lnTo>
                  <a:pt x="545636" y="1028970"/>
                </a:lnTo>
                <a:lnTo>
                  <a:pt x="545809" y="1028970"/>
                </a:lnTo>
                <a:lnTo>
                  <a:pt x="545981" y="1028970"/>
                </a:lnTo>
                <a:lnTo>
                  <a:pt x="546155" y="1028970"/>
                </a:lnTo>
                <a:lnTo>
                  <a:pt x="546328" y="1028970"/>
                </a:lnTo>
                <a:lnTo>
                  <a:pt x="546500" y="1028970"/>
                </a:lnTo>
                <a:lnTo>
                  <a:pt x="546673" y="1028970"/>
                </a:lnTo>
                <a:lnTo>
                  <a:pt x="546846" y="1028970"/>
                </a:lnTo>
                <a:lnTo>
                  <a:pt x="547019" y="1028970"/>
                </a:lnTo>
                <a:lnTo>
                  <a:pt x="547191" y="1028970"/>
                </a:lnTo>
                <a:lnTo>
                  <a:pt x="547365" y="1028970"/>
                </a:lnTo>
                <a:lnTo>
                  <a:pt x="547537" y="1028970"/>
                </a:lnTo>
                <a:lnTo>
                  <a:pt x="547710" y="1028970"/>
                </a:lnTo>
                <a:lnTo>
                  <a:pt x="547883" y="1028970"/>
                </a:lnTo>
                <a:lnTo>
                  <a:pt x="548056" y="1028970"/>
                </a:lnTo>
                <a:lnTo>
                  <a:pt x="548229" y="1028970"/>
                </a:lnTo>
                <a:lnTo>
                  <a:pt x="548401" y="1028970"/>
                </a:lnTo>
                <a:lnTo>
                  <a:pt x="548574" y="1028970"/>
                </a:lnTo>
                <a:lnTo>
                  <a:pt x="548747" y="1028970"/>
                </a:lnTo>
                <a:lnTo>
                  <a:pt x="548920" y="1028970"/>
                </a:lnTo>
                <a:lnTo>
                  <a:pt x="549092" y="1028970"/>
                </a:lnTo>
                <a:lnTo>
                  <a:pt x="549266" y="1028970"/>
                </a:lnTo>
                <a:lnTo>
                  <a:pt x="549439" y="1028970"/>
                </a:lnTo>
                <a:lnTo>
                  <a:pt x="549611" y="1028970"/>
                </a:lnTo>
                <a:lnTo>
                  <a:pt x="549784" y="1028970"/>
                </a:lnTo>
                <a:lnTo>
                  <a:pt x="549957" y="1028970"/>
                </a:lnTo>
                <a:lnTo>
                  <a:pt x="550130" y="1028970"/>
                </a:lnTo>
                <a:lnTo>
                  <a:pt x="550302" y="1028970"/>
                </a:lnTo>
                <a:lnTo>
                  <a:pt x="550475" y="1028970"/>
                </a:lnTo>
                <a:lnTo>
                  <a:pt x="550649" y="1028970"/>
                </a:lnTo>
                <a:lnTo>
                  <a:pt x="550821" y="1028970"/>
                </a:lnTo>
                <a:lnTo>
                  <a:pt x="550994" y="1028970"/>
                </a:lnTo>
                <a:lnTo>
                  <a:pt x="551167" y="1028970"/>
                </a:lnTo>
                <a:lnTo>
                  <a:pt x="551340" y="1028970"/>
                </a:lnTo>
                <a:lnTo>
                  <a:pt x="551512" y="1028970"/>
                </a:lnTo>
                <a:lnTo>
                  <a:pt x="551685" y="1028970"/>
                </a:lnTo>
                <a:lnTo>
                  <a:pt x="551858" y="1028970"/>
                </a:lnTo>
                <a:lnTo>
                  <a:pt x="552031" y="1028970"/>
                </a:lnTo>
                <a:lnTo>
                  <a:pt x="552204" y="1028970"/>
                </a:lnTo>
                <a:lnTo>
                  <a:pt x="552376" y="1028970"/>
                </a:lnTo>
                <a:lnTo>
                  <a:pt x="552550" y="1028970"/>
                </a:lnTo>
                <a:lnTo>
                  <a:pt x="552722" y="1028970"/>
                </a:lnTo>
                <a:lnTo>
                  <a:pt x="552895" y="1028970"/>
                </a:lnTo>
                <a:lnTo>
                  <a:pt x="553068" y="1028970"/>
                </a:lnTo>
                <a:lnTo>
                  <a:pt x="553241" y="1028970"/>
                </a:lnTo>
                <a:lnTo>
                  <a:pt x="553413" y="1028970"/>
                </a:lnTo>
                <a:lnTo>
                  <a:pt x="553586" y="1028970"/>
                </a:lnTo>
                <a:lnTo>
                  <a:pt x="553760" y="1028970"/>
                </a:lnTo>
                <a:lnTo>
                  <a:pt x="553932" y="1028970"/>
                </a:lnTo>
                <a:lnTo>
                  <a:pt x="554105" y="1028970"/>
                </a:lnTo>
                <a:lnTo>
                  <a:pt x="554277" y="1028970"/>
                </a:lnTo>
                <a:lnTo>
                  <a:pt x="554451" y="1028970"/>
                </a:lnTo>
                <a:lnTo>
                  <a:pt x="554623" y="1028970"/>
                </a:lnTo>
                <a:lnTo>
                  <a:pt x="554796" y="1028970"/>
                </a:lnTo>
                <a:lnTo>
                  <a:pt x="554970" y="1028970"/>
                </a:lnTo>
                <a:lnTo>
                  <a:pt x="555142" y="1028970"/>
                </a:lnTo>
                <a:lnTo>
                  <a:pt x="555315" y="1028970"/>
                </a:lnTo>
                <a:lnTo>
                  <a:pt x="555487" y="1028970"/>
                </a:lnTo>
                <a:lnTo>
                  <a:pt x="555661" y="1028970"/>
                </a:lnTo>
                <a:lnTo>
                  <a:pt x="555833" y="1028970"/>
                </a:lnTo>
                <a:lnTo>
                  <a:pt x="556006" y="1028970"/>
                </a:lnTo>
                <a:lnTo>
                  <a:pt x="556179" y="1028970"/>
                </a:lnTo>
                <a:lnTo>
                  <a:pt x="556352" y="1028970"/>
                </a:lnTo>
                <a:lnTo>
                  <a:pt x="556525" y="1028970"/>
                </a:lnTo>
                <a:lnTo>
                  <a:pt x="556697" y="1028970"/>
                </a:lnTo>
                <a:lnTo>
                  <a:pt x="556871" y="1028970"/>
                </a:lnTo>
                <a:lnTo>
                  <a:pt x="557043" y="1028970"/>
                </a:lnTo>
                <a:lnTo>
                  <a:pt x="557216" y="1028970"/>
                </a:lnTo>
                <a:lnTo>
                  <a:pt x="557388" y="1028970"/>
                </a:lnTo>
                <a:lnTo>
                  <a:pt x="557562" y="1028970"/>
                </a:lnTo>
                <a:lnTo>
                  <a:pt x="557734" y="1028970"/>
                </a:lnTo>
                <a:lnTo>
                  <a:pt x="557907" y="1028970"/>
                </a:lnTo>
                <a:lnTo>
                  <a:pt x="558080" y="1028970"/>
                </a:lnTo>
                <a:lnTo>
                  <a:pt x="558253" y="1028970"/>
                </a:lnTo>
                <a:lnTo>
                  <a:pt x="558426" y="1028970"/>
                </a:lnTo>
                <a:lnTo>
                  <a:pt x="558598" y="1028970"/>
                </a:lnTo>
                <a:lnTo>
                  <a:pt x="558772" y="1028970"/>
                </a:lnTo>
                <a:lnTo>
                  <a:pt x="558944" y="1028970"/>
                </a:lnTo>
                <a:lnTo>
                  <a:pt x="559117" y="1028970"/>
                </a:lnTo>
                <a:lnTo>
                  <a:pt x="559290" y="1028970"/>
                </a:lnTo>
                <a:lnTo>
                  <a:pt x="559463" y="1028970"/>
                </a:lnTo>
                <a:lnTo>
                  <a:pt x="559636" y="1028970"/>
                </a:lnTo>
                <a:lnTo>
                  <a:pt x="559808" y="1028970"/>
                </a:lnTo>
                <a:lnTo>
                  <a:pt x="559981" y="1028970"/>
                </a:lnTo>
                <a:lnTo>
                  <a:pt x="560154" y="1028970"/>
                </a:lnTo>
                <a:lnTo>
                  <a:pt x="560327" y="1028970"/>
                </a:lnTo>
                <a:lnTo>
                  <a:pt x="560500" y="1028970"/>
                </a:lnTo>
                <a:lnTo>
                  <a:pt x="560673" y="1028970"/>
                </a:lnTo>
                <a:lnTo>
                  <a:pt x="560846" y="1028970"/>
                </a:lnTo>
                <a:lnTo>
                  <a:pt x="561018" y="1028970"/>
                </a:lnTo>
                <a:lnTo>
                  <a:pt x="561191" y="1028970"/>
                </a:lnTo>
                <a:lnTo>
                  <a:pt x="561364" y="1028970"/>
                </a:lnTo>
                <a:lnTo>
                  <a:pt x="561537" y="1028970"/>
                </a:lnTo>
                <a:lnTo>
                  <a:pt x="561709" y="1028970"/>
                </a:lnTo>
                <a:lnTo>
                  <a:pt x="561882" y="1028970"/>
                </a:lnTo>
                <a:lnTo>
                  <a:pt x="562055" y="1028970"/>
                </a:lnTo>
                <a:lnTo>
                  <a:pt x="562228" y="1028970"/>
                </a:lnTo>
                <a:lnTo>
                  <a:pt x="562401" y="1028970"/>
                </a:lnTo>
                <a:lnTo>
                  <a:pt x="562574" y="1028970"/>
                </a:lnTo>
                <a:lnTo>
                  <a:pt x="562747" y="1028970"/>
                </a:lnTo>
                <a:lnTo>
                  <a:pt x="562919" y="1028970"/>
                </a:lnTo>
                <a:lnTo>
                  <a:pt x="563092" y="1028970"/>
                </a:lnTo>
                <a:lnTo>
                  <a:pt x="563265" y="1028970"/>
                </a:lnTo>
                <a:lnTo>
                  <a:pt x="563438" y="1028970"/>
                </a:lnTo>
                <a:lnTo>
                  <a:pt x="563611" y="1028970"/>
                </a:lnTo>
                <a:lnTo>
                  <a:pt x="563783" y="1028970"/>
                </a:lnTo>
                <a:lnTo>
                  <a:pt x="563957" y="1028970"/>
                </a:lnTo>
                <a:lnTo>
                  <a:pt x="564129" y="1028970"/>
                </a:lnTo>
                <a:lnTo>
                  <a:pt x="564302" y="1028970"/>
                </a:lnTo>
                <a:lnTo>
                  <a:pt x="564475" y="1028970"/>
                </a:lnTo>
                <a:lnTo>
                  <a:pt x="564648" y="1028970"/>
                </a:lnTo>
                <a:lnTo>
                  <a:pt x="564821" y="1028970"/>
                </a:lnTo>
                <a:lnTo>
                  <a:pt x="564993" y="1028970"/>
                </a:lnTo>
                <a:lnTo>
                  <a:pt x="565167" y="1028970"/>
                </a:lnTo>
                <a:lnTo>
                  <a:pt x="565339" y="1028970"/>
                </a:lnTo>
                <a:lnTo>
                  <a:pt x="565512" y="1028970"/>
                </a:lnTo>
                <a:lnTo>
                  <a:pt x="565685" y="1028970"/>
                </a:lnTo>
                <a:lnTo>
                  <a:pt x="565858" y="1028970"/>
                </a:lnTo>
                <a:lnTo>
                  <a:pt x="566030" y="1028970"/>
                </a:lnTo>
                <a:lnTo>
                  <a:pt x="566203" y="1028970"/>
                </a:lnTo>
                <a:lnTo>
                  <a:pt x="566376" y="1028970"/>
                </a:lnTo>
                <a:lnTo>
                  <a:pt x="566549" y="1028970"/>
                </a:lnTo>
                <a:lnTo>
                  <a:pt x="566722" y="1028970"/>
                </a:lnTo>
                <a:lnTo>
                  <a:pt x="566894" y="1028970"/>
                </a:lnTo>
                <a:lnTo>
                  <a:pt x="567068" y="1028970"/>
                </a:lnTo>
                <a:lnTo>
                  <a:pt x="567240" y="1028970"/>
                </a:lnTo>
                <a:lnTo>
                  <a:pt x="567413" y="1028970"/>
                </a:lnTo>
                <a:lnTo>
                  <a:pt x="567586" y="1028970"/>
                </a:lnTo>
                <a:lnTo>
                  <a:pt x="567759" y="1028970"/>
                </a:lnTo>
                <a:lnTo>
                  <a:pt x="567932" y="1028970"/>
                </a:lnTo>
                <a:lnTo>
                  <a:pt x="568104" y="1028970"/>
                </a:lnTo>
                <a:lnTo>
                  <a:pt x="568278" y="1028970"/>
                </a:lnTo>
                <a:lnTo>
                  <a:pt x="568450" y="1028970"/>
                </a:lnTo>
                <a:lnTo>
                  <a:pt x="568623" y="1028970"/>
                </a:lnTo>
                <a:lnTo>
                  <a:pt x="568795" y="1028970"/>
                </a:lnTo>
                <a:lnTo>
                  <a:pt x="568969" y="1028970"/>
                </a:lnTo>
                <a:lnTo>
                  <a:pt x="569142" y="1028970"/>
                </a:lnTo>
                <a:lnTo>
                  <a:pt x="569314" y="1028970"/>
                </a:lnTo>
                <a:lnTo>
                  <a:pt x="569488" y="1028970"/>
                </a:lnTo>
                <a:lnTo>
                  <a:pt x="569660" y="1028970"/>
                </a:lnTo>
                <a:lnTo>
                  <a:pt x="569833" y="1028970"/>
                </a:lnTo>
                <a:lnTo>
                  <a:pt x="570005" y="1028970"/>
                </a:lnTo>
                <a:lnTo>
                  <a:pt x="570179" y="1028970"/>
                </a:lnTo>
                <a:lnTo>
                  <a:pt x="570351" y="1028970"/>
                </a:lnTo>
                <a:lnTo>
                  <a:pt x="570524" y="1028970"/>
                </a:lnTo>
                <a:lnTo>
                  <a:pt x="570697" y="1028970"/>
                </a:lnTo>
                <a:lnTo>
                  <a:pt x="570870" y="1028970"/>
                </a:lnTo>
                <a:lnTo>
                  <a:pt x="571043" y="1028970"/>
                </a:lnTo>
                <a:lnTo>
                  <a:pt x="571215" y="1028970"/>
                </a:lnTo>
                <a:lnTo>
                  <a:pt x="571389" y="1028970"/>
                </a:lnTo>
                <a:lnTo>
                  <a:pt x="571561" y="1028970"/>
                </a:lnTo>
                <a:lnTo>
                  <a:pt x="571734" y="1028970"/>
                </a:lnTo>
                <a:lnTo>
                  <a:pt x="571907" y="1028970"/>
                </a:lnTo>
                <a:lnTo>
                  <a:pt x="572080" y="1028970"/>
                </a:lnTo>
                <a:lnTo>
                  <a:pt x="572253" y="1028970"/>
                </a:lnTo>
                <a:lnTo>
                  <a:pt x="572425" y="1028970"/>
                </a:lnTo>
                <a:lnTo>
                  <a:pt x="572598" y="1028970"/>
                </a:lnTo>
                <a:lnTo>
                  <a:pt x="572771" y="1028970"/>
                </a:lnTo>
                <a:lnTo>
                  <a:pt x="572944" y="1028970"/>
                </a:lnTo>
                <a:lnTo>
                  <a:pt x="573116" y="1028970"/>
                </a:lnTo>
                <a:lnTo>
                  <a:pt x="573290" y="1028970"/>
                </a:lnTo>
                <a:lnTo>
                  <a:pt x="573463" y="1028970"/>
                </a:lnTo>
                <a:lnTo>
                  <a:pt x="573635" y="1028970"/>
                </a:lnTo>
                <a:lnTo>
                  <a:pt x="573808" y="1028970"/>
                </a:lnTo>
                <a:lnTo>
                  <a:pt x="573981" y="1028970"/>
                </a:lnTo>
                <a:lnTo>
                  <a:pt x="574154" y="1028970"/>
                </a:lnTo>
                <a:lnTo>
                  <a:pt x="574326" y="1028970"/>
                </a:lnTo>
                <a:lnTo>
                  <a:pt x="574499" y="1028970"/>
                </a:lnTo>
                <a:lnTo>
                  <a:pt x="574672" y="1028970"/>
                </a:lnTo>
                <a:lnTo>
                  <a:pt x="574845" y="1028970"/>
                </a:lnTo>
                <a:lnTo>
                  <a:pt x="575018" y="1028970"/>
                </a:lnTo>
                <a:lnTo>
                  <a:pt x="575191" y="1028970"/>
                </a:lnTo>
                <a:lnTo>
                  <a:pt x="575364" y="1028970"/>
                </a:lnTo>
                <a:lnTo>
                  <a:pt x="575536" y="1028970"/>
                </a:lnTo>
                <a:lnTo>
                  <a:pt x="575709" y="1028970"/>
                </a:lnTo>
                <a:lnTo>
                  <a:pt x="575882" y="1028970"/>
                </a:lnTo>
                <a:lnTo>
                  <a:pt x="576055" y="1028970"/>
                </a:lnTo>
                <a:lnTo>
                  <a:pt x="576228" y="1028970"/>
                </a:lnTo>
                <a:lnTo>
                  <a:pt x="576400" y="1028970"/>
                </a:lnTo>
                <a:lnTo>
                  <a:pt x="576573" y="1028970"/>
                </a:lnTo>
                <a:lnTo>
                  <a:pt x="576742" y="1028970"/>
                </a:lnTo>
                <a:lnTo>
                  <a:pt x="576920" y="1028970"/>
                </a:lnTo>
                <a:lnTo>
                  <a:pt x="577089" y="1028970"/>
                </a:lnTo>
                <a:lnTo>
                  <a:pt x="577267" y="1028970"/>
                </a:lnTo>
                <a:lnTo>
                  <a:pt x="577436" y="1028970"/>
                </a:lnTo>
                <a:lnTo>
                  <a:pt x="577614" y="1028970"/>
                </a:lnTo>
                <a:lnTo>
                  <a:pt x="577783" y="1028970"/>
                </a:lnTo>
                <a:lnTo>
                  <a:pt x="577952" y="1028970"/>
                </a:lnTo>
                <a:lnTo>
                  <a:pt x="578130" y="1028970"/>
                </a:lnTo>
                <a:lnTo>
                  <a:pt x="578299" y="1028970"/>
                </a:lnTo>
                <a:lnTo>
                  <a:pt x="578477" y="1028970"/>
                </a:lnTo>
                <a:lnTo>
                  <a:pt x="578646" y="1028970"/>
                </a:lnTo>
                <a:lnTo>
                  <a:pt x="578824" y="1028970"/>
                </a:lnTo>
                <a:lnTo>
                  <a:pt x="578993" y="1028970"/>
                </a:lnTo>
                <a:lnTo>
                  <a:pt x="579162" y="1028970"/>
                </a:lnTo>
                <a:lnTo>
                  <a:pt x="579340" y="1028970"/>
                </a:lnTo>
                <a:lnTo>
                  <a:pt x="579509" y="1028970"/>
                </a:lnTo>
                <a:lnTo>
                  <a:pt x="579686" y="1028970"/>
                </a:lnTo>
                <a:lnTo>
                  <a:pt x="579856" y="1028970"/>
                </a:lnTo>
                <a:lnTo>
                  <a:pt x="580033" y="1028970"/>
                </a:lnTo>
                <a:lnTo>
                  <a:pt x="580202" y="1028970"/>
                </a:lnTo>
                <a:lnTo>
                  <a:pt x="580372" y="1028970"/>
                </a:lnTo>
                <a:lnTo>
                  <a:pt x="580549" y="1028970"/>
                </a:lnTo>
                <a:lnTo>
                  <a:pt x="580718" y="1028970"/>
                </a:lnTo>
                <a:lnTo>
                  <a:pt x="580896" y="1028970"/>
                </a:lnTo>
                <a:lnTo>
                  <a:pt x="581065" y="1028970"/>
                </a:lnTo>
                <a:lnTo>
                  <a:pt x="581243" y="1028970"/>
                </a:lnTo>
                <a:lnTo>
                  <a:pt x="581412" y="1028970"/>
                </a:lnTo>
                <a:lnTo>
                  <a:pt x="581581" y="1028970"/>
                </a:lnTo>
                <a:lnTo>
                  <a:pt x="581759" y="1028970"/>
                </a:lnTo>
                <a:lnTo>
                  <a:pt x="581928" y="1028970"/>
                </a:lnTo>
                <a:lnTo>
                  <a:pt x="582106" y="1028970"/>
                </a:lnTo>
                <a:lnTo>
                  <a:pt x="582275" y="1028970"/>
                </a:lnTo>
                <a:lnTo>
                  <a:pt x="582453" y="1028970"/>
                </a:lnTo>
                <a:lnTo>
                  <a:pt x="582622" y="1028970"/>
                </a:lnTo>
                <a:lnTo>
                  <a:pt x="582791" y="1028970"/>
                </a:lnTo>
                <a:lnTo>
                  <a:pt x="582969" y="1028970"/>
                </a:lnTo>
                <a:lnTo>
                  <a:pt x="583138" y="1028970"/>
                </a:lnTo>
                <a:lnTo>
                  <a:pt x="583316" y="1028970"/>
                </a:lnTo>
                <a:lnTo>
                  <a:pt x="583485" y="1028970"/>
                </a:lnTo>
                <a:lnTo>
                  <a:pt x="583663" y="1028970"/>
                </a:lnTo>
                <a:lnTo>
                  <a:pt x="583832" y="1028970"/>
                </a:lnTo>
                <a:lnTo>
                  <a:pt x="584001" y="1028970"/>
                </a:lnTo>
                <a:lnTo>
                  <a:pt x="584179" y="1028970"/>
                </a:lnTo>
                <a:lnTo>
                  <a:pt x="584348" y="1028970"/>
                </a:lnTo>
                <a:lnTo>
                  <a:pt x="584526" y="1028970"/>
                </a:lnTo>
                <a:lnTo>
                  <a:pt x="584695" y="1028970"/>
                </a:lnTo>
                <a:lnTo>
                  <a:pt x="584873" y="1028970"/>
                </a:lnTo>
                <a:lnTo>
                  <a:pt x="585042" y="1028970"/>
                </a:lnTo>
                <a:lnTo>
                  <a:pt x="585211" y="1028970"/>
                </a:lnTo>
                <a:lnTo>
                  <a:pt x="585389" y="1028970"/>
                </a:lnTo>
                <a:lnTo>
                  <a:pt x="585558" y="1028970"/>
                </a:lnTo>
                <a:lnTo>
                  <a:pt x="585736" y="1028970"/>
                </a:lnTo>
                <a:lnTo>
                  <a:pt x="585905" y="1028970"/>
                </a:lnTo>
                <a:lnTo>
                  <a:pt x="586083" y="1028970"/>
                </a:lnTo>
                <a:lnTo>
                  <a:pt x="586252" y="1028970"/>
                </a:lnTo>
                <a:lnTo>
                  <a:pt x="586421" y="1028970"/>
                </a:lnTo>
                <a:lnTo>
                  <a:pt x="586599" y="1028970"/>
                </a:lnTo>
                <a:lnTo>
                  <a:pt x="586768" y="1028970"/>
                </a:lnTo>
                <a:lnTo>
                  <a:pt x="586946" y="1028970"/>
                </a:lnTo>
                <a:lnTo>
                  <a:pt x="587115" y="1028970"/>
                </a:lnTo>
                <a:lnTo>
                  <a:pt x="587293" y="1028970"/>
                </a:lnTo>
                <a:lnTo>
                  <a:pt x="587462" y="1028970"/>
                </a:lnTo>
                <a:lnTo>
                  <a:pt x="587631" y="1028970"/>
                </a:lnTo>
                <a:lnTo>
                  <a:pt x="587809" y="1028970"/>
                </a:lnTo>
                <a:lnTo>
                  <a:pt x="587978" y="1028970"/>
                </a:lnTo>
                <a:lnTo>
                  <a:pt x="588156" y="1028970"/>
                </a:lnTo>
                <a:lnTo>
                  <a:pt x="588325" y="1028970"/>
                </a:lnTo>
                <a:lnTo>
                  <a:pt x="588503" y="1028970"/>
                </a:lnTo>
                <a:lnTo>
                  <a:pt x="588672" y="1028970"/>
                </a:lnTo>
                <a:lnTo>
                  <a:pt x="588841" y="1028970"/>
                </a:lnTo>
                <a:lnTo>
                  <a:pt x="589019" y="1028970"/>
                </a:lnTo>
                <a:lnTo>
                  <a:pt x="589188" y="1028970"/>
                </a:lnTo>
                <a:lnTo>
                  <a:pt x="589366" y="1028970"/>
                </a:lnTo>
                <a:lnTo>
                  <a:pt x="589535" y="1028970"/>
                </a:lnTo>
                <a:lnTo>
                  <a:pt x="589713" y="1028970"/>
                </a:lnTo>
                <a:lnTo>
                  <a:pt x="589882" y="1028970"/>
                </a:lnTo>
                <a:lnTo>
                  <a:pt x="590051" y="1028970"/>
                </a:lnTo>
                <a:lnTo>
                  <a:pt x="590229" y="1028970"/>
                </a:lnTo>
                <a:lnTo>
                  <a:pt x="590398" y="1028970"/>
                </a:lnTo>
                <a:lnTo>
                  <a:pt x="590576" y="1028970"/>
                </a:lnTo>
                <a:lnTo>
                  <a:pt x="590745" y="1028970"/>
                </a:lnTo>
                <a:lnTo>
                  <a:pt x="590923" y="1028970"/>
                </a:lnTo>
                <a:lnTo>
                  <a:pt x="591092" y="1028970"/>
                </a:lnTo>
                <a:lnTo>
                  <a:pt x="591261" y="1028970"/>
                </a:lnTo>
                <a:lnTo>
                  <a:pt x="591439" y="1028970"/>
                </a:lnTo>
                <a:lnTo>
                  <a:pt x="591608" y="1028970"/>
                </a:lnTo>
                <a:lnTo>
                  <a:pt x="591786" y="1028970"/>
                </a:lnTo>
                <a:lnTo>
                  <a:pt x="591955" y="1028970"/>
                </a:lnTo>
                <a:lnTo>
                  <a:pt x="592133" y="1028970"/>
                </a:lnTo>
                <a:lnTo>
                  <a:pt x="592302" y="1028970"/>
                </a:lnTo>
                <a:lnTo>
                  <a:pt x="592471" y="1028970"/>
                </a:lnTo>
                <a:lnTo>
                  <a:pt x="592649" y="1028970"/>
                </a:lnTo>
                <a:lnTo>
                  <a:pt x="592818" y="1028970"/>
                </a:lnTo>
                <a:lnTo>
                  <a:pt x="592996" y="1028970"/>
                </a:lnTo>
                <a:lnTo>
                  <a:pt x="593165" y="1028970"/>
                </a:lnTo>
                <a:lnTo>
                  <a:pt x="593343" y="1028970"/>
                </a:lnTo>
                <a:lnTo>
                  <a:pt x="593512" y="1028970"/>
                </a:lnTo>
                <a:lnTo>
                  <a:pt x="593681" y="1028970"/>
                </a:lnTo>
                <a:lnTo>
                  <a:pt x="593859" y="1028970"/>
                </a:lnTo>
                <a:lnTo>
                  <a:pt x="594028" y="1028970"/>
                </a:lnTo>
                <a:lnTo>
                  <a:pt x="594205" y="1028970"/>
                </a:lnTo>
                <a:lnTo>
                  <a:pt x="594375" y="1028970"/>
                </a:lnTo>
                <a:lnTo>
                  <a:pt x="594552" y="1028970"/>
                </a:lnTo>
                <a:lnTo>
                  <a:pt x="594721" y="1028970"/>
                </a:lnTo>
                <a:lnTo>
                  <a:pt x="594891" y="1028970"/>
                </a:lnTo>
                <a:lnTo>
                  <a:pt x="595068" y="1028970"/>
                </a:lnTo>
                <a:lnTo>
                  <a:pt x="595238" y="1028970"/>
                </a:lnTo>
                <a:lnTo>
                  <a:pt x="595415" y="1028970"/>
                </a:lnTo>
                <a:lnTo>
                  <a:pt x="595584" y="1028970"/>
                </a:lnTo>
                <a:lnTo>
                  <a:pt x="595753" y="1028970"/>
                </a:lnTo>
                <a:lnTo>
                  <a:pt x="595931" y="1028970"/>
                </a:lnTo>
                <a:lnTo>
                  <a:pt x="596100" y="1028970"/>
                </a:lnTo>
                <a:lnTo>
                  <a:pt x="596278" y="1028970"/>
                </a:lnTo>
                <a:lnTo>
                  <a:pt x="596447" y="1028970"/>
                </a:lnTo>
                <a:lnTo>
                  <a:pt x="596625" y="1028970"/>
                </a:lnTo>
                <a:lnTo>
                  <a:pt x="596794" y="1028970"/>
                </a:lnTo>
                <a:lnTo>
                  <a:pt x="596963" y="1028970"/>
                </a:lnTo>
                <a:lnTo>
                  <a:pt x="597141" y="1028970"/>
                </a:lnTo>
                <a:lnTo>
                  <a:pt x="597310" y="1028970"/>
                </a:lnTo>
                <a:lnTo>
                  <a:pt x="597488" y="1028970"/>
                </a:lnTo>
                <a:lnTo>
                  <a:pt x="597657" y="1028970"/>
                </a:lnTo>
                <a:lnTo>
                  <a:pt x="597835" y="1028970"/>
                </a:lnTo>
                <a:lnTo>
                  <a:pt x="598004" y="1028970"/>
                </a:lnTo>
                <a:lnTo>
                  <a:pt x="598173" y="1028970"/>
                </a:lnTo>
                <a:lnTo>
                  <a:pt x="598351" y="1028970"/>
                </a:lnTo>
                <a:lnTo>
                  <a:pt x="598520" y="1028970"/>
                </a:lnTo>
                <a:lnTo>
                  <a:pt x="598698" y="1028970"/>
                </a:lnTo>
                <a:lnTo>
                  <a:pt x="598867" y="1028970"/>
                </a:lnTo>
                <a:lnTo>
                  <a:pt x="599045" y="1028970"/>
                </a:lnTo>
                <a:lnTo>
                  <a:pt x="599214" y="1028970"/>
                </a:lnTo>
                <a:lnTo>
                  <a:pt x="599383" y="1028970"/>
                </a:lnTo>
                <a:lnTo>
                  <a:pt x="599561" y="1028970"/>
                </a:lnTo>
                <a:lnTo>
                  <a:pt x="599730" y="1028970"/>
                </a:lnTo>
                <a:lnTo>
                  <a:pt x="599908" y="1028970"/>
                </a:lnTo>
                <a:lnTo>
                  <a:pt x="600077" y="1028970"/>
                </a:lnTo>
                <a:lnTo>
                  <a:pt x="600255" y="1028970"/>
                </a:lnTo>
                <a:lnTo>
                  <a:pt x="600424" y="1028970"/>
                </a:lnTo>
                <a:lnTo>
                  <a:pt x="600593" y="1028970"/>
                </a:lnTo>
                <a:lnTo>
                  <a:pt x="600771" y="1028970"/>
                </a:lnTo>
                <a:lnTo>
                  <a:pt x="600940" y="1028970"/>
                </a:lnTo>
                <a:lnTo>
                  <a:pt x="601118" y="1028970"/>
                </a:lnTo>
                <a:lnTo>
                  <a:pt x="601287" y="1028970"/>
                </a:lnTo>
                <a:lnTo>
                  <a:pt x="601465" y="1028970"/>
                </a:lnTo>
                <a:lnTo>
                  <a:pt x="601634" y="1028970"/>
                </a:lnTo>
                <a:lnTo>
                  <a:pt x="601803" y="1028970"/>
                </a:lnTo>
                <a:lnTo>
                  <a:pt x="601981" y="1028970"/>
                </a:lnTo>
                <a:lnTo>
                  <a:pt x="602150" y="1028970"/>
                </a:lnTo>
                <a:lnTo>
                  <a:pt x="602328" y="1028970"/>
                </a:lnTo>
                <a:lnTo>
                  <a:pt x="602497" y="1028970"/>
                </a:lnTo>
                <a:lnTo>
                  <a:pt x="602675" y="1028970"/>
                </a:lnTo>
                <a:lnTo>
                  <a:pt x="602844" y="1028970"/>
                </a:lnTo>
                <a:lnTo>
                  <a:pt x="603013" y="1028970"/>
                </a:lnTo>
                <a:lnTo>
                  <a:pt x="603191" y="1028970"/>
                </a:lnTo>
                <a:lnTo>
                  <a:pt x="603360" y="1028970"/>
                </a:lnTo>
                <a:lnTo>
                  <a:pt x="603538" y="1028970"/>
                </a:lnTo>
                <a:lnTo>
                  <a:pt x="603707" y="1028970"/>
                </a:lnTo>
                <a:lnTo>
                  <a:pt x="603885" y="1028970"/>
                </a:lnTo>
                <a:lnTo>
                  <a:pt x="604054" y="1028970"/>
                </a:lnTo>
                <a:lnTo>
                  <a:pt x="604223" y="1028970"/>
                </a:lnTo>
                <a:lnTo>
                  <a:pt x="604401" y="1028970"/>
                </a:lnTo>
                <a:lnTo>
                  <a:pt x="604570" y="1028970"/>
                </a:lnTo>
                <a:lnTo>
                  <a:pt x="604748" y="1028970"/>
                </a:lnTo>
                <a:lnTo>
                  <a:pt x="604917" y="1028970"/>
                </a:lnTo>
                <a:lnTo>
                  <a:pt x="605095" y="1028970"/>
                </a:lnTo>
                <a:lnTo>
                  <a:pt x="605264" y="1028970"/>
                </a:lnTo>
                <a:lnTo>
                  <a:pt x="605433" y="1028970"/>
                </a:lnTo>
                <a:lnTo>
                  <a:pt x="605611" y="1028970"/>
                </a:lnTo>
                <a:lnTo>
                  <a:pt x="605780" y="1028970"/>
                </a:lnTo>
                <a:lnTo>
                  <a:pt x="605958" y="1028970"/>
                </a:lnTo>
                <a:lnTo>
                  <a:pt x="606127" y="1028970"/>
                </a:lnTo>
                <a:lnTo>
                  <a:pt x="606305" y="1028970"/>
                </a:lnTo>
                <a:lnTo>
                  <a:pt x="606474" y="1028970"/>
                </a:lnTo>
                <a:lnTo>
                  <a:pt x="606643" y="1028970"/>
                </a:lnTo>
                <a:lnTo>
                  <a:pt x="606821" y="1028970"/>
                </a:lnTo>
                <a:lnTo>
                  <a:pt x="606990" y="1028970"/>
                </a:lnTo>
                <a:lnTo>
                  <a:pt x="607168" y="1028970"/>
                </a:lnTo>
                <a:lnTo>
                  <a:pt x="607337" y="1028970"/>
                </a:lnTo>
                <a:lnTo>
                  <a:pt x="607515" y="1028970"/>
                </a:lnTo>
                <a:lnTo>
                  <a:pt x="607684" y="1028970"/>
                </a:lnTo>
                <a:lnTo>
                  <a:pt x="607853" y="1028970"/>
                </a:lnTo>
                <a:lnTo>
                  <a:pt x="608031" y="1028970"/>
                </a:lnTo>
                <a:lnTo>
                  <a:pt x="608200" y="1028970"/>
                </a:lnTo>
                <a:lnTo>
                  <a:pt x="608378" y="1028970"/>
                </a:lnTo>
                <a:lnTo>
                  <a:pt x="608547" y="1028970"/>
                </a:lnTo>
                <a:lnTo>
                  <a:pt x="608725" y="1028970"/>
                </a:lnTo>
                <a:lnTo>
                  <a:pt x="608894" y="1028970"/>
                </a:lnTo>
                <a:lnTo>
                  <a:pt x="609063" y="1028970"/>
                </a:lnTo>
                <a:lnTo>
                  <a:pt x="609241" y="1028970"/>
                </a:lnTo>
                <a:lnTo>
                  <a:pt x="609409" y="1028970"/>
                </a:lnTo>
                <a:lnTo>
                  <a:pt x="609587" y="1028970"/>
                </a:lnTo>
                <a:lnTo>
                  <a:pt x="609756" y="1028970"/>
                </a:lnTo>
                <a:lnTo>
                  <a:pt x="609934" y="1028970"/>
                </a:lnTo>
                <a:lnTo>
                  <a:pt x="610103" y="1028970"/>
                </a:lnTo>
                <a:lnTo>
                  <a:pt x="610273" y="1028970"/>
                </a:lnTo>
                <a:lnTo>
                  <a:pt x="610450" y="1028970"/>
                </a:lnTo>
                <a:lnTo>
                  <a:pt x="610620" y="1028970"/>
                </a:lnTo>
                <a:lnTo>
                  <a:pt x="610797" y="1028970"/>
                </a:lnTo>
                <a:lnTo>
                  <a:pt x="610966" y="1028970"/>
                </a:lnTo>
                <a:lnTo>
                  <a:pt x="611144" y="1028970"/>
                </a:lnTo>
                <a:lnTo>
                  <a:pt x="611313" y="1028970"/>
                </a:lnTo>
                <a:lnTo>
                  <a:pt x="611482" y="1028970"/>
                </a:lnTo>
                <a:lnTo>
                  <a:pt x="611660" y="1028970"/>
                </a:lnTo>
                <a:lnTo>
                  <a:pt x="611829" y="1028970"/>
                </a:lnTo>
                <a:lnTo>
                  <a:pt x="612007" y="1028970"/>
                </a:lnTo>
                <a:lnTo>
                  <a:pt x="612176" y="1028970"/>
                </a:lnTo>
                <a:lnTo>
                  <a:pt x="612354" y="1028970"/>
                </a:lnTo>
                <a:lnTo>
                  <a:pt x="612523" y="1028970"/>
                </a:lnTo>
                <a:lnTo>
                  <a:pt x="612692" y="1028970"/>
                </a:lnTo>
                <a:lnTo>
                  <a:pt x="612870" y="1028970"/>
                </a:lnTo>
                <a:lnTo>
                  <a:pt x="613039" y="1028970"/>
                </a:lnTo>
                <a:lnTo>
                  <a:pt x="613217" y="1028970"/>
                </a:lnTo>
                <a:lnTo>
                  <a:pt x="613386" y="1028970"/>
                </a:lnTo>
                <a:lnTo>
                  <a:pt x="613564" y="1028970"/>
                </a:lnTo>
                <a:lnTo>
                  <a:pt x="613733" y="1028970"/>
                </a:lnTo>
                <a:lnTo>
                  <a:pt x="613902" y="1028970"/>
                </a:lnTo>
                <a:lnTo>
                  <a:pt x="614080" y="1028970"/>
                </a:lnTo>
                <a:lnTo>
                  <a:pt x="614249" y="1028970"/>
                </a:lnTo>
                <a:lnTo>
                  <a:pt x="614427" y="1028970"/>
                </a:lnTo>
                <a:lnTo>
                  <a:pt x="614596" y="1028970"/>
                </a:lnTo>
                <a:lnTo>
                  <a:pt x="614765" y="1028970"/>
                </a:lnTo>
                <a:lnTo>
                  <a:pt x="614943" y="1028970"/>
                </a:lnTo>
                <a:lnTo>
                  <a:pt x="615112" y="1028970"/>
                </a:lnTo>
                <a:lnTo>
                  <a:pt x="615290" y="1028970"/>
                </a:lnTo>
                <a:lnTo>
                  <a:pt x="615459" y="1028970"/>
                </a:lnTo>
                <a:lnTo>
                  <a:pt x="615637" y="1028970"/>
                </a:lnTo>
                <a:lnTo>
                  <a:pt x="615806" y="1028970"/>
                </a:lnTo>
                <a:lnTo>
                  <a:pt x="615975" y="1028970"/>
                </a:lnTo>
                <a:lnTo>
                  <a:pt x="616153" y="1028970"/>
                </a:lnTo>
                <a:lnTo>
                  <a:pt x="616322" y="1028970"/>
                </a:lnTo>
                <a:lnTo>
                  <a:pt x="616500" y="1028970"/>
                </a:lnTo>
                <a:lnTo>
                  <a:pt x="616669" y="1028970"/>
                </a:lnTo>
                <a:lnTo>
                  <a:pt x="616847" y="1028970"/>
                </a:lnTo>
                <a:lnTo>
                  <a:pt x="617016" y="1028970"/>
                </a:lnTo>
                <a:lnTo>
                  <a:pt x="617185" y="1028970"/>
                </a:lnTo>
                <a:lnTo>
                  <a:pt x="617363" y="1028970"/>
                </a:lnTo>
                <a:lnTo>
                  <a:pt x="617532" y="1028970"/>
                </a:lnTo>
                <a:lnTo>
                  <a:pt x="617710" y="1028970"/>
                </a:lnTo>
                <a:lnTo>
                  <a:pt x="617879" y="1028970"/>
                </a:lnTo>
                <a:lnTo>
                  <a:pt x="618057" y="1028970"/>
                </a:lnTo>
                <a:lnTo>
                  <a:pt x="618226" y="1028970"/>
                </a:lnTo>
                <a:lnTo>
                  <a:pt x="618395" y="1028970"/>
                </a:lnTo>
                <a:lnTo>
                  <a:pt x="618573" y="1028970"/>
                </a:lnTo>
                <a:lnTo>
                  <a:pt x="618742" y="1028970"/>
                </a:lnTo>
                <a:lnTo>
                  <a:pt x="618920" y="1028970"/>
                </a:lnTo>
                <a:lnTo>
                  <a:pt x="619089" y="1028970"/>
                </a:lnTo>
                <a:lnTo>
                  <a:pt x="619267" y="1028970"/>
                </a:lnTo>
                <a:lnTo>
                  <a:pt x="619436" y="1028970"/>
                </a:lnTo>
                <a:lnTo>
                  <a:pt x="619605" y="1028970"/>
                </a:lnTo>
                <a:lnTo>
                  <a:pt x="619783" y="1028970"/>
                </a:lnTo>
                <a:lnTo>
                  <a:pt x="619952" y="1028970"/>
                </a:lnTo>
                <a:lnTo>
                  <a:pt x="620130" y="1028970"/>
                </a:lnTo>
                <a:lnTo>
                  <a:pt x="620299" y="1028970"/>
                </a:lnTo>
                <a:lnTo>
                  <a:pt x="620477" y="1028970"/>
                </a:lnTo>
                <a:lnTo>
                  <a:pt x="620646" y="1028970"/>
                </a:lnTo>
                <a:lnTo>
                  <a:pt x="620815" y="1028970"/>
                </a:lnTo>
                <a:lnTo>
                  <a:pt x="620993" y="1028970"/>
                </a:lnTo>
                <a:lnTo>
                  <a:pt x="621162" y="1028970"/>
                </a:lnTo>
                <a:lnTo>
                  <a:pt x="621340" y="1028970"/>
                </a:lnTo>
                <a:lnTo>
                  <a:pt x="621509" y="1028970"/>
                </a:lnTo>
                <a:lnTo>
                  <a:pt x="621687" y="1028970"/>
                </a:lnTo>
                <a:lnTo>
                  <a:pt x="621856" y="1028970"/>
                </a:lnTo>
                <a:lnTo>
                  <a:pt x="622025" y="1028970"/>
                </a:lnTo>
                <a:lnTo>
                  <a:pt x="622203" y="1028970"/>
                </a:lnTo>
                <a:lnTo>
                  <a:pt x="622372" y="1028970"/>
                </a:lnTo>
                <a:lnTo>
                  <a:pt x="622550" y="1028970"/>
                </a:lnTo>
                <a:lnTo>
                  <a:pt x="622719" y="1028970"/>
                </a:lnTo>
                <a:lnTo>
                  <a:pt x="622897" y="1028970"/>
                </a:lnTo>
                <a:lnTo>
                  <a:pt x="623066" y="1028970"/>
                </a:lnTo>
                <a:lnTo>
                  <a:pt x="623235" y="1028970"/>
                </a:lnTo>
                <a:lnTo>
                  <a:pt x="623412" y="1028970"/>
                </a:lnTo>
                <a:lnTo>
                  <a:pt x="623582" y="1028970"/>
                </a:lnTo>
                <a:lnTo>
                  <a:pt x="623759" y="1028970"/>
                </a:lnTo>
                <a:lnTo>
                  <a:pt x="623929" y="1028970"/>
                </a:lnTo>
                <a:lnTo>
                  <a:pt x="624106" y="1028970"/>
                </a:lnTo>
                <a:lnTo>
                  <a:pt x="624276" y="1028970"/>
                </a:lnTo>
                <a:lnTo>
                  <a:pt x="624445" y="1028970"/>
                </a:lnTo>
                <a:lnTo>
                  <a:pt x="624623" y="1028970"/>
                </a:lnTo>
                <a:lnTo>
                  <a:pt x="624791" y="1028970"/>
                </a:lnTo>
                <a:lnTo>
                  <a:pt x="624969" y="1028970"/>
                </a:lnTo>
                <a:lnTo>
                  <a:pt x="625138" y="1028970"/>
                </a:lnTo>
                <a:lnTo>
                  <a:pt x="625316" y="1028970"/>
                </a:lnTo>
                <a:lnTo>
                  <a:pt x="625485" y="1028970"/>
                </a:lnTo>
                <a:lnTo>
                  <a:pt x="625654" y="1028970"/>
                </a:lnTo>
                <a:lnTo>
                  <a:pt x="625832" y="1028970"/>
                </a:lnTo>
                <a:lnTo>
                  <a:pt x="626001" y="1028970"/>
                </a:lnTo>
                <a:lnTo>
                  <a:pt x="626179" y="1028970"/>
                </a:lnTo>
                <a:lnTo>
                  <a:pt x="626348" y="1028970"/>
                </a:lnTo>
                <a:lnTo>
                  <a:pt x="626526" y="1028970"/>
                </a:lnTo>
                <a:lnTo>
                  <a:pt x="626695" y="1028970"/>
                </a:lnTo>
                <a:lnTo>
                  <a:pt x="626864" y="1028970"/>
                </a:lnTo>
                <a:lnTo>
                  <a:pt x="627042" y="1028970"/>
                </a:lnTo>
                <a:lnTo>
                  <a:pt x="627211" y="1028970"/>
                </a:lnTo>
                <a:lnTo>
                  <a:pt x="627389" y="1028970"/>
                </a:lnTo>
                <a:lnTo>
                  <a:pt x="627558" y="1028970"/>
                </a:lnTo>
                <a:lnTo>
                  <a:pt x="627736" y="1028970"/>
                </a:lnTo>
                <a:lnTo>
                  <a:pt x="627905" y="1028970"/>
                </a:lnTo>
                <a:lnTo>
                  <a:pt x="628074" y="1028970"/>
                </a:lnTo>
                <a:lnTo>
                  <a:pt x="628252" y="1028970"/>
                </a:lnTo>
                <a:lnTo>
                  <a:pt x="628421" y="1028970"/>
                </a:lnTo>
                <a:lnTo>
                  <a:pt x="628599" y="1028970"/>
                </a:lnTo>
                <a:lnTo>
                  <a:pt x="628768" y="1028970"/>
                </a:lnTo>
                <a:lnTo>
                  <a:pt x="628946" y="1028970"/>
                </a:lnTo>
                <a:lnTo>
                  <a:pt x="629115" y="1028970"/>
                </a:lnTo>
                <a:lnTo>
                  <a:pt x="629284" y="1028970"/>
                </a:lnTo>
                <a:lnTo>
                  <a:pt x="629462" y="1028970"/>
                </a:lnTo>
                <a:lnTo>
                  <a:pt x="629631" y="1028970"/>
                </a:lnTo>
                <a:lnTo>
                  <a:pt x="629809" y="1028970"/>
                </a:lnTo>
                <a:lnTo>
                  <a:pt x="629978" y="1028970"/>
                </a:lnTo>
                <a:lnTo>
                  <a:pt x="630156" y="1028970"/>
                </a:lnTo>
                <a:lnTo>
                  <a:pt x="630325" y="1028970"/>
                </a:lnTo>
                <a:lnTo>
                  <a:pt x="630494" y="1028970"/>
                </a:lnTo>
                <a:lnTo>
                  <a:pt x="630672" y="1028970"/>
                </a:lnTo>
                <a:lnTo>
                  <a:pt x="630841" y="1028970"/>
                </a:lnTo>
                <a:lnTo>
                  <a:pt x="631019" y="1028970"/>
                </a:lnTo>
                <a:lnTo>
                  <a:pt x="631188" y="1028970"/>
                </a:lnTo>
                <a:lnTo>
                  <a:pt x="631366" y="1028970"/>
                </a:lnTo>
                <a:lnTo>
                  <a:pt x="631535" y="1028970"/>
                </a:lnTo>
                <a:lnTo>
                  <a:pt x="631704" y="1028970"/>
                </a:lnTo>
                <a:lnTo>
                  <a:pt x="631882" y="1028970"/>
                </a:lnTo>
                <a:lnTo>
                  <a:pt x="632051" y="1028970"/>
                </a:lnTo>
                <a:lnTo>
                  <a:pt x="632229" y="1028970"/>
                </a:lnTo>
                <a:lnTo>
                  <a:pt x="632398" y="1028970"/>
                </a:lnTo>
                <a:lnTo>
                  <a:pt x="632576" y="1028970"/>
                </a:lnTo>
                <a:lnTo>
                  <a:pt x="632745" y="1028970"/>
                </a:lnTo>
                <a:lnTo>
                  <a:pt x="632914" y="1028970"/>
                </a:lnTo>
                <a:lnTo>
                  <a:pt x="633092" y="1028970"/>
                </a:lnTo>
                <a:lnTo>
                  <a:pt x="633261" y="1028970"/>
                </a:lnTo>
                <a:lnTo>
                  <a:pt x="633439" y="1028970"/>
                </a:lnTo>
                <a:lnTo>
                  <a:pt x="633608" y="1028970"/>
                </a:lnTo>
                <a:lnTo>
                  <a:pt x="633777" y="1028970"/>
                </a:lnTo>
                <a:lnTo>
                  <a:pt x="633955" y="1028970"/>
                </a:lnTo>
                <a:lnTo>
                  <a:pt x="634124" y="1028970"/>
                </a:lnTo>
                <a:lnTo>
                  <a:pt x="634302" y="1028970"/>
                </a:lnTo>
                <a:lnTo>
                  <a:pt x="634471" y="1028970"/>
                </a:lnTo>
                <a:lnTo>
                  <a:pt x="634649" y="1028970"/>
                </a:lnTo>
                <a:lnTo>
                  <a:pt x="634818" y="1028970"/>
                </a:lnTo>
                <a:lnTo>
                  <a:pt x="634987" y="1028970"/>
                </a:lnTo>
                <a:lnTo>
                  <a:pt x="635165" y="1028970"/>
                </a:lnTo>
                <a:lnTo>
                  <a:pt x="635334" y="1028970"/>
                </a:lnTo>
                <a:lnTo>
                  <a:pt x="635512" y="1028970"/>
                </a:lnTo>
                <a:lnTo>
                  <a:pt x="635681" y="1028970"/>
                </a:lnTo>
                <a:lnTo>
                  <a:pt x="635859" y="1028970"/>
                </a:lnTo>
                <a:lnTo>
                  <a:pt x="636028" y="1028970"/>
                </a:lnTo>
                <a:lnTo>
                  <a:pt x="636197" y="1028970"/>
                </a:lnTo>
                <a:lnTo>
                  <a:pt x="636375" y="1028970"/>
                </a:lnTo>
                <a:lnTo>
                  <a:pt x="636544" y="1028970"/>
                </a:lnTo>
                <a:lnTo>
                  <a:pt x="636722" y="1028970"/>
                </a:lnTo>
                <a:lnTo>
                  <a:pt x="636891" y="1028970"/>
                </a:lnTo>
                <a:lnTo>
                  <a:pt x="637069" y="1028970"/>
                </a:lnTo>
                <a:lnTo>
                  <a:pt x="637238" y="1028970"/>
                </a:lnTo>
                <a:lnTo>
                  <a:pt x="637407" y="1028970"/>
                </a:lnTo>
                <a:lnTo>
                  <a:pt x="637585" y="1028970"/>
                </a:lnTo>
                <a:lnTo>
                  <a:pt x="637754" y="1028970"/>
                </a:lnTo>
                <a:lnTo>
                  <a:pt x="637932" y="1028970"/>
                </a:lnTo>
                <a:lnTo>
                  <a:pt x="638101" y="1028970"/>
                </a:lnTo>
                <a:lnTo>
                  <a:pt x="638279" y="1028970"/>
                </a:lnTo>
                <a:lnTo>
                  <a:pt x="638448" y="1028970"/>
                </a:lnTo>
                <a:lnTo>
                  <a:pt x="638617" y="1028970"/>
                </a:lnTo>
                <a:lnTo>
                  <a:pt x="638794" y="1028970"/>
                </a:lnTo>
                <a:lnTo>
                  <a:pt x="638964" y="1028970"/>
                </a:lnTo>
                <a:lnTo>
                  <a:pt x="639141" y="1028970"/>
                </a:lnTo>
                <a:lnTo>
                  <a:pt x="639311" y="1028970"/>
                </a:lnTo>
                <a:lnTo>
                  <a:pt x="639488" y="1028970"/>
                </a:lnTo>
                <a:lnTo>
                  <a:pt x="639657" y="1028970"/>
                </a:lnTo>
                <a:lnTo>
                  <a:pt x="639827" y="1028970"/>
                </a:lnTo>
                <a:lnTo>
                  <a:pt x="640004" y="1028970"/>
                </a:lnTo>
                <a:lnTo>
                  <a:pt x="640173" y="1028970"/>
                </a:lnTo>
                <a:lnTo>
                  <a:pt x="640351" y="1028970"/>
                </a:lnTo>
                <a:lnTo>
                  <a:pt x="640520" y="1028970"/>
                </a:lnTo>
                <a:lnTo>
                  <a:pt x="640698" y="1028970"/>
                </a:lnTo>
                <a:lnTo>
                  <a:pt x="640867" y="1028970"/>
                </a:lnTo>
                <a:lnTo>
                  <a:pt x="641036" y="1028970"/>
                </a:lnTo>
                <a:lnTo>
                  <a:pt x="641214" y="1028970"/>
                </a:lnTo>
                <a:lnTo>
                  <a:pt x="641383" y="1028970"/>
                </a:lnTo>
                <a:lnTo>
                  <a:pt x="641561" y="1028970"/>
                </a:lnTo>
                <a:lnTo>
                  <a:pt x="641730" y="1028970"/>
                </a:lnTo>
                <a:lnTo>
                  <a:pt x="641908" y="1028970"/>
                </a:lnTo>
                <a:lnTo>
                  <a:pt x="642077" y="1028970"/>
                </a:lnTo>
                <a:lnTo>
                  <a:pt x="642246" y="1028970"/>
                </a:lnTo>
                <a:lnTo>
                  <a:pt x="642424" y="1028970"/>
                </a:lnTo>
                <a:lnTo>
                  <a:pt x="642593" y="1028970"/>
                </a:lnTo>
                <a:lnTo>
                  <a:pt x="642771" y="1028970"/>
                </a:lnTo>
                <a:lnTo>
                  <a:pt x="642940" y="1028970"/>
                </a:lnTo>
                <a:lnTo>
                  <a:pt x="643118" y="1028970"/>
                </a:lnTo>
                <a:lnTo>
                  <a:pt x="643287" y="1028970"/>
                </a:lnTo>
                <a:lnTo>
                  <a:pt x="643456" y="1028970"/>
                </a:lnTo>
                <a:lnTo>
                  <a:pt x="643634" y="1028970"/>
                </a:lnTo>
                <a:lnTo>
                  <a:pt x="643803" y="1028970"/>
                </a:lnTo>
                <a:lnTo>
                  <a:pt x="643981" y="1028970"/>
                </a:lnTo>
                <a:lnTo>
                  <a:pt x="644150" y="1028970"/>
                </a:lnTo>
                <a:lnTo>
                  <a:pt x="644328" y="1028970"/>
                </a:lnTo>
                <a:lnTo>
                  <a:pt x="644497" y="1028970"/>
                </a:lnTo>
                <a:lnTo>
                  <a:pt x="644666" y="1028970"/>
                </a:lnTo>
                <a:lnTo>
                  <a:pt x="644844" y="1028970"/>
                </a:lnTo>
                <a:lnTo>
                  <a:pt x="645013" y="1028970"/>
                </a:lnTo>
                <a:lnTo>
                  <a:pt x="645191" y="1028970"/>
                </a:lnTo>
                <a:lnTo>
                  <a:pt x="645360" y="1028970"/>
                </a:lnTo>
                <a:lnTo>
                  <a:pt x="645538" y="1028970"/>
                </a:lnTo>
                <a:lnTo>
                  <a:pt x="645707" y="1028970"/>
                </a:lnTo>
                <a:lnTo>
                  <a:pt x="645876" y="1028970"/>
                </a:lnTo>
                <a:lnTo>
                  <a:pt x="646054" y="1028970"/>
                </a:lnTo>
                <a:lnTo>
                  <a:pt x="646223" y="1028970"/>
                </a:lnTo>
                <a:lnTo>
                  <a:pt x="646401" y="1028970"/>
                </a:lnTo>
                <a:lnTo>
                  <a:pt x="646570" y="1028970"/>
                </a:lnTo>
                <a:lnTo>
                  <a:pt x="646748" y="1028970"/>
                </a:lnTo>
                <a:lnTo>
                  <a:pt x="646917" y="1028970"/>
                </a:lnTo>
                <a:lnTo>
                  <a:pt x="647086" y="1028970"/>
                </a:lnTo>
                <a:lnTo>
                  <a:pt x="647264" y="1028970"/>
                </a:lnTo>
                <a:lnTo>
                  <a:pt x="647433" y="1028970"/>
                </a:lnTo>
                <a:lnTo>
                  <a:pt x="647611" y="1028970"/>
                </a:lnTo>
                <a:lnTo>
                  <a:pt x="647780" y="1028970"/>
                </a:lnTo>
                <a:lnTo>
                  <a:pt x="647958" y="1028970"/>
                </a:lnTo>
                <a:lnTo>
                  <a:pt x="648127" y="1028970"/>
                </a:lnTo>
                <a:lnTo>
                  <a:pt x="648296" y="1028970"/>
                </a:lnTo>
                <a:lnTo>
                  <a:pt x="648474" y="1028970"/>
                </a:lnTo>
                <a:lnTo>
                  <a:pt x="648643" y="1028970"/>
                </a:lnTo>
                <a:lnTo>
                  <a:pt x="648821" y="1028970"/>
                </a:lnTo>
                <a:lnTo>
                  <a:pt x="648990" y="1028970"/>
                </a:lnTo>
                <a:lnTo>
                  <a:pt x="649168" y="1028970"/>
                </a:lnTo>
                <a:lnTo>
                  <a:pt x="649337" y="1028970"/>
                </a:lnTo>
                <a:lnTo>
                  <a:pt x="649506" y="1028970"/>
                </a:lnTo>
                <a:lnTo>
                  <a:pt x="649684" y="1028970"/>
                </a:lnTo>
                <a:lnTo>
                  <a:pt x="649853" y="1028970"/>
                </a:lnTo>
                <a:lnTo>
                  <a:pt x="650031" y="1028970"/>
                </a:lnTo>
                <a:lnTo>
                  <a:pt x="650200" y="1028970"/>
                </a:lnTo>
                <a:lnTo>
                  <a:pt x="650378" y="1028970"/>
                </a:lnTo>
                <a:lnTo>
                  <a:pt x="650547" y="1028970"/>
                </a:lnTo>
                <a:lnTo>
                  <a:pt x="650716" y="1028970"/>
                </a:lnTo>
                <a:lnTo>
                  <a:pt x="650894" y="1028970"/>
                </a:lnTo>
                <a:lnTo>
                  <a:pt x="651063" y="1028970"/>
                </a:lnTo>
                <a:lnTo>
                  <a:pt x="651241" y="1028970"/>
                </a:lnTo>
                <a:lnTo>
                  <a:pt x="651410" y="1028970"/>
                </a:lnTo>
                <a:lnTo>
                  <a:pt x="651588" y="1028970"/>
                </a:lnTo>
                <a:lnTo>
                  <a:pt x="651757" y="1028970"/>
                </a:lnTo>
                <a:lnTo>
                  <a:pt x="651926" y="1028970"/>
                </a:lnTo>
                <a:lnTo>
                  <a:pt x="652104" y="1028970"/>
                </a:lnTo>
                <a:lnTo>
                  <a:pt x="652273" y="1028970"/>
                </a:lnTo>
                <a:lnTo>
                  <a:pt x="652451" y="1028970"/>
                </a:lnTo>
                <a:lnTo>
                  <a:pt x="652620" y="1028970"/>
                </a:lnTo>
                <a:lnTo>
                  <a:pt x="652789" y="1028970"/>
                </a:lnTo>
                <a:lnTo>
                  <a:pt x="652967" y="1028970"/>
                </a:lnTo>
                <a:lnTo>
                  <a:pt x="653136" y="1028970"/>
                </a:lnTo>
                <a:lnTo>
                  <a:pt x="653314" y="1028970"/>
                </a:lnTo>
                <a:lnTo>
                  <a:pt x="653483" y="1028970"/>
                </a:lnTo>
                <a:lnTo>
                  <a:pt x="653660" y="1028970"/>
                </a:lnTo>
                <a:lnTo>
                  <a:pt x="653830" y="1028970"/>
                </a:lnTo>
                <a:lnTo>
                  <a:pt x="653998" y="1028970"/>
                </a:lnTo>
                <a:lnTo>
                  <a:pt x="654176" y="1028970"/>
                </a:lnTo>
                <a:lnTo>
                  <a:pt x="654345" y="1028970"/>
                </a:lnTo>
                <a:lnTo>
                  <a:pt x="654523" y="1028970"/>
                </a:lnTo>
                <a:lnTo>
                  <a:pt x="654692" y="1028970"/>
                </a:lnTo>
                <a:lnTo>
                  <a:pt x="654870" y="1028970"/>
                </a:lnTo>
                <a:lnTo>
                  <a:pt x="655039" y="1028970"/>
                </a:lnTo>
                <a:lnTo>
                  <a:pt x="655209" y="1028970"/>
                </a:lnTo>
                <a:lnTo>
                  <a:pt x="655386" y="1028970"/>
                </a:lnTo>
                <a:lnTo>
                  <a:pt x="655555" y="1028970"/>
                </a:lnTo>
                <a:lnTo>
                  <a:pt x="655733" y="1028970"/>
                </a:lnTo>
                <a:lnTo>
                  <a:pt x="655902" y="1028970"/>
                </a:lnTo>
                <a:lnTo>
                  <a:pt x="656080" y="1028970"/>
                </a:lnTo>
                <a:lnTo>
                  <a:pt x="656249" y="1028970"/>
                </a:lnTo>
                <a:lnTo>
                  <a:pt x="656418" y="1028970"/>
                </a:lnTo>
                <a:lnTo>
                  <a:pt x="656596" y="1028970"/>
                </a:lnTo>
                <a:lnTo>
                  <a:pt x="656765" y="1028970"/>
                </a:lnTo>
                <a:lnTo>
                  <a:pt x="656943" y="1028970"/>
                </a:lnTo>
                <a:lnTo>
                  <a:pt x="657112" y="1028970"/>
                </a:lnTo>
                <a:lnTo>
                  <a:pt x="657290" y="1028970"/>
                </a:lnTo>
                <a:lnTo>
                  <a:pt x="657459" y="1028970"/>
                </a:lnTo>
                <a:lnTo>
                  <a:pt x="657628" y="1028970"/>
                </a:lnTo>
                <a:lnTo>
                  <a:pt x="657806" y="1028970"/>
                </a:lnTo>
                <a:lnTo>
                  <a:pt x="657975" y="1028970"/>
                </a:lnTo>
                <a:lnTo>
                  <a:pt x="658153" y="1028970"/>
                </a:lnTo>
                <a:lnTo>
                  <a:pt x="658322" y="1028970"/>
                </a:lnTo>
                <a:lnTo>
                  <a:pt x="658500" y="1028970"/>
                </a:lnTo>
                <a:lnTo>
                  <a:pt x="658669" y="1028970"/>
                </a:lnTo>
                <a:lnTo>
                  <a:pt x="658838" y="1028970"/>
                </a:lnTo>
                <a:lnTo>
                  <a:pt x="659016" y="1028970"/>
                </a:lnTo>
                <a:lnTo>
                  <a:pt x="659185" y="1028970"/>
                </a:lnTo>
                <a:lnTo>
                  <a:pt x="659363" y="1028970"/>
                </a:lnTo>
                <a:lnTo>
                  <a:pt x="659532" y="1028970"/>
                </a:lnTo>
                <a:lnTo>
                  <a:pt x="659710" y="1028970"/>
                </a:lnTo>
                <a:lnTo>
                  <a:pt x="659879" y="1028970"/>
                </a:lnTo>
                <a:lnTo>
                  <a:pt x="660048" y="1028970"/>
                </a:lnTo>
                <a:lnTo>
                  <a:pt x="660226" y="1028970"/>
                </a:lnTo>
                <a:lnTo>
                  <a:pt x="660395" y="1028970"/>
                </a:lnTo>
                <a:lnTo>
                  <a:pt x="660573" y="1028970"/>
                </a:lnTo>
                <a:lnTo>
                  <a:pt x="660742" y="1028970"/>
                </a:lnTo>
                <a:lnTo>
                  <a:pt x="660920" y="1028970"/>
                </a:lnTo>
                <a:lnTo>
                  <a:pt x="661089" y="1028970"/>
                </a:lnTo>
                <a:lnTo>
                  <a:pt x="661258" y="1028970"/>
                </a:lnTo>
                <a:lnTo>
                  <a:pt x="661436" y="1028970"/>
                </a:lnTo>
                <a:lnTo>
                  <a:pt x="661605" y="1028970"/>
                </a:lnTo>
                <a:lnTo>
                  <a:pt x="661783" y="1028970"/>
                </a:lnTo>
                <a:lnTo>
                  <a:pt x="661952" y="1028970"/>
                </a:lnTo>
                <a:lnTo>
                  <a:pt x="662130" y="1028970"/>
                </a:lnTo>
                <a:lnTo>
                  <a:pt x="662299" y="1028970"/>
                </a:lnTo>
                <a:lnTo>
                  <a:pt x="662468" y="1028970"/>
                </a:lnTo>
                <a:lnTo>
                  <a:pt x="662646" y="1028970"/>
                </a:lnTo>
                <a:lnTo>
                  <a:pt x="662815" y="1028970"/>
                </a:lnTo>
                <a:lnTo>
                  <a:pt x="662993" y="1028970"/>
                </a:lnTo>
                <a:lnTo>
                  <a:pt x="663162" y="1028970"/>
                </a:lnTo>
                <a:lnTo>
                  <a:pt x="663340" y="1028970"/>
                </a:lnTo>
                <a:lnTo>
                  <a:pt x="663509" y="1028970"/>
                </a:lnTo>
                <a:lnTo>
                  <a:pt x="663678" y="1028970"/>
                </a:lnTo>
                <a:lnTo>
                  <a:pt x="663856" y="1028970"/>
                </a:lnTo>
                <a:lnTo>
                  <a:pt x="664025" y="1028970"/>
                </a:lnTo>
                <a:lnTo>
                  <a:pt x="664203" y="1028970"/>
                </a:lnTo>
                <a:lnTo>
                  <a:pt x="664372" y="1028970"/>
                </a:lnTo>
                <a:lnTo>
                  <a:pt x="664550" y="1028970"/>
                </a:lnTo>
                <a:lnTo>
                  <a:pt x="664719" y="1028970"/>
                </a:lnTo>
                <a:lnTo>
                  <a:pt x="664888" y="1028970"/>
                </a:lnTo>
                <a:lnTo>
                  <a:pt x="665066" y="1028970"/>
                </a:lnTo>
                <a:lnTo>
                  <a:pt x="665235" y="1028970"/>
                </a:lnTo>
                <a:lnTo>
                  <a:pt x="665413" y="1028970"/>
                </a:lnTo>
                <a:lnTo>
                  <a:pt x="665582" y="1028970"/>
                </a:lnTo>
                <a:lnTo>
                  <a:pt x="665760" y="1028970"/>
                </a:lnTo>
                <a:lnTo>
                  <a:pt x="665929" y="1028970"/>
                </a:lnTo>
                <a:lnTo>
                  <a:pt x="666098" y="1028970"/>
                </a:lnTo>
                <a:lnTo>
                  <a:pt x="666276" y="1028970"/>
                </a:lnTo>
                <a:lnTo>
                  <a:pt x="666445" y="1028970"/>
                </a:lnTo>
                <a:lnTo>
                  <a:pt x="666623" y="1028970"/>
                </a:lnTo>
                <a:lnTo>
                  <a:pt x="666792" y="1028970"/>
                </a:lnTo>
                <a:lnTo>
                  <a:pt x="666970" y="1028970"/>
                </a:lnTo>
                <a:lnTo>
                  <a:pt x="667139" y="1028970"/>
                </a:lnTo>
                <a:lnTo>
                  <a:pt x="667308" y="1028970"/>
                </a:lnTo>
                <a:lnTo>
                  <a:pt x="667486" y="1028970"/>
                </a:lnTo>
                <a:lnTo>
                  <a:pt x="667655" y="1028970"/>
                </a:lnTo>
                <a:lnTo>
                  <a:pt x="667833" y="1028970"/>
                </a:lnTo>
                <a:lnTo>
                  <a:pt x="668002" y="1028970"/>
                </a:lnTo>
                <a:lnTo>
                  <a:pt x="668179" y="1028970"/>
                </a:lnTo>
                <a:lnTo>
                  <a:pt x="668348" y="1028970"/>
                </a:lnTo>
                <a:lnTo>
                  <a:pt x="668518" y="1028970"/>
                </a:lnTo>
                <a:lnTo>
                  <a:pt x="668695" y="1028970"/>
                </a:lnTo>
                <a:lnTo>
                  <a:pt x="668865" y="1028970"/>
                </a:lnTo>
                <a:lnTo>
                  <a:pt x="669042" y="1028970"/>
                </a:lnTo>
                <a:lnTo>
                  <a:pt x="669212" y="1028970"/>
                </a:lnTo>
                <a:lnTo>
                  <a:pt x="669389" y="1028970"/>
                </a:lnTo>
                <a:lnTo>
                  <a:pt x="669558" y="1028970"/>
                </a:lnTo>
                <a:lnTo>
                  <a:pt x="669727" y="1028970"/>
                </a:lnTo>
                <a:lnTo>
                  <a:pt x="669905" y="1028970"/>
                </a:lnTo>
                <a:lnTo>
                  <a:pt x="670074" y="1028970"/>
                </a:lnTo>
                <a:lnTo>
                  <a:pt x="670252" y="1028970"/>
                </a:lnTo>
                <a:lnTo>
                  <a:pt x="670421" y="1028970"/>
                </a:lnTo>
                <a:lnTo>
                  <a:pt x="670599" y="1028970"/>
                </a:lnTo>
                <a:lnTo>
                  <a:pt x="670768" y="1028970"/>
                </a:lnTo>
                <a:lnTo>
                  <a:pt x="670937" y="1028970"/>
                </a:lnTo>
                <a:lnTo>
                  <a:pt x="671115" y="1028970"/>
                </a:lnTo>
                <a:lnTo>
                  <a:pt x="671284" y="1028970"/>
                </a:lnTo>
                <a:lnTo>
                  <a:pt x="671462" y="1028970"/>
                </a:lnTo>
                <a:lnTo>
                  <a:pt x="671631" y="1028970"/>
                </a:lnTo>
                <a:lnTo>
                  <a:pt x="671800" y="1028970"/>
                </a:lnTo>
                <a:lnTo>
                  <a:pt x="671978" y="1028970"/>
                </a:lnTo>
                <a:lnTo>
                  <a:pt x="672147" y="1028970"/>
                </a:lnTo>
                <a:lnTo>
                  <a:pt x="672325" y="1028970"/>
                </a:lnTo>
                <a:lnTo>
                  <a:pt x="672494" y="1028970"/>
                </a:lnTo>
                <a:lnTo>
                  <a:pt x="672672" y="1028970"/>
                </a:lnTo>
                <a:lnTo>
                  <a:pt x="672841" y="1028970"/>
                </a:lnTo>
                <a:lnTo>
                  <a:pt x="673010" y="1028970"/>
                </a:lnTo>
                <a:lnTo>
                  <a:pt x="673188" y="1028970"/>
                </a:lnTo>
                <a:lnTo>
                  <a:pt x="673357" y="1028970"/>
                </a:lnTo>
                <a:lnTo>
                  <a:pt x="673535" y="1028970"/>
                </a:lnTo>
                <a:lnTo>
                  <a:pt x="673704" y="1028970"/>
                </a:lnTo>
                <a:lnTo>
                  <a:pt x="673882" y="1028970"/>
                </a:lnTo>
                <a:lnTo>
                  <a:pt x="674051" y="1028970"/>
                </a:lnTo>
                <a:lnTo>
                  <a:pt x="674220" y="1028970"/>
                </a:lnTo>
                <a:lnTo>
                  <a:pt x="674398" y="1028970"/>
                </a:lnTo>
                <a:lnTo>
                  <a:pt x="674567" y="1028970"/>
                </a:lnTo>
                <a:lnTo>
                  <a:pt x="674745" y="1028970"/>
                </a:lnTo>
                <a:lnTo>
                  <a:pt x="674914" y="1028970"/>
                </a:lnTo>
                <a:lnTo>
                  <a:pt x="675092" y="1028970"/>
                </a:lnTo>
                <a:lnTo>
                  <a:pt x="675261" y="1028970"/>
                </a:lnTo>
                <a:lnTo>
                  <a:pt x="675430" y="1028970"/>
                </a:lnTo>
                <a:lnTo>
                  <a:pt x="675608" y="1028970"/>
                </a:lnTo>
                <a:lnTo>
                  <a:pt x="675777" y="1028970"/>
                </a:lnTo>
                <a:lnTo>
                  <a:pt x="675955" y="1028970"/>
                </a:lnTo>
                <a:lnTo>
                  <a:pt x="676124" y="1028970"/>
                </a:lnTo>
                <a:lnTo>
                  <a:pt x="676302" y="1028970"/>
                </a:lnTo>
                <a:lnTo>
                  <a:pt x="676471" y="1028970"/>
                </a:lnTo>
                <a:lnTo>
                  <a:pt x="676640" y="1028970"/>
                </a:lnTo>
                <a:lnTo>
                  <a:pt x="676818" y="1028970"/>
                </a:lnTo>
                <a:lnTo>
                  <a:pt x="676987" y="1028970"/>
                </a:lnTo>
                <a:lnTo>
                  <a:pt x="677165" y="1028970"/>
                </a:lnTo>
                <a:lnTo>
                  <a:pt x="677334" y="1028970"/>
                </a:lnTo>
                <a:lnTo>
                  <a:pt x="677512" y="1028970"/>
                </a:lnTo>
                <a:lnTo>
                  <a:pt x="677681" y="1028970"/>
                </a:lnTo>
                <a:lnTo>
                  <a:pt x="677850" y="1028970"/>
                </a:lnTo>
                <a:lnTo>
                  <a:pt x="678028" y="1028970"/>
                </a:lnTo>
                <a:lnTo>
                  <a:pt x="678197" y="1028970"/>
                </a:lnTo>
                <a:lnTo>
                  <a:pt x="678375" y="1028970"/>
                </a:lnTo>
                <a:lnTo>
                  <a:pt x="678544" y="1028970"/>
                </a:lnTo>
                <a:lnTo>
                  <a:pt x="678722" y="1028970"/>
                </a:lnTo>
                <a:lnTo>
                  <a:pt x="678891" y="1028970"/>
                </a:lnTo>
                <a:lnTo>
                  <a:pt x="679060" y="1028970"/>
                </a:lnTo>
                <a:lnTo>
                  <a:pt x="679238" y="1028970"/>
                </a:lnTo>
                <a:lnTo>
                  <a:pt x="679407" y="1028970"/>
                </a:lnTo>
                <a:lnTo>
                  <a:pt x="679585" y="1028970"/>
                </a:lnTo>
                <a:lnTo>
                  <a:pt x="679754" y="1028970"/>
                </a:lnTo>
                <a:lnTo>
                  <a:pt x="679932" y="1028970"/>
                </a:lnTo>
                <a:lnTo>
                  <a:pt x="680101" y="1028970"/>
                </a:lnTo>
                <a:lnTo>
                  <a:pt x="680270" y="1028970"/>
                </a:lnTo>
                <a:lnTo>
                  <a:pt x="680448" y="1028970"/>
                </a:lnTo>
                <a:lnTo>
                  <a:pt x="680617" y="1028970"/>
                </a:lnTo>
                <a:lnTo>
                  <a:pt x="680795" y="1028970"/>
                </a:lnTo>
                <a:lnTo>
                  <a:pt x="680964" y="1028970"/>
                </a:lnTo>
                <a:lnTo>
                  <a:pt x="681142" y="1028970"/>
                </a:lnTo>
                <a:lnTo>
                  <a:pt x="681311" y="1028970"/>
                </a:lnTo>
                <a:lnTo>
                  <a:pt x="681480" y="1028970"/>
                </a:lnTo>
                <a:lnTo>
                  <a:pt x="681658" y="1028970"/>
                </a:lnTo>
                <a:lnTo>
                  <a:pt x="681827" y="1028970"/>
                </a:lnTo>
                <a:lnTo>
                  <a:pt x="682005" y="1028970"/>
                </a:lnTo>
                <a:lnTo>
                  <a:pt x="682174" y="1028970"/>
                </a:lnTo>
                <a:lnTo>
                  <a:pt x="682351" y="1028970"/>
                </a:lnTo>
                <a:lnTo>
                  <a:pt x="682521" y="1028970"/>
                </a:lnTo>
                <a:lnTo>
                  <a:pt x="682690" y="1028970"/>
                </a:lnTo>
                <a:lnTo>
                  <a:pt x="682868" y="1028970"/>
                </a:lnTo>
                <a:lnTo>
                  <a:pt x="683037" y="1028970"/>
                </a:lnTo>
                <a:lnTo>
                  <a:pt x="683215" y="1028970"/>
                </a:lnTo>
                <a:lnTo>
                  <a:pt x="683383" y="1028970"/>
                </a:lnTo>
                <a:lnTo>
                  <a:pt x="683561" y="1028970"/>
                </a:lnTo>
                <a:lnTo>
                  <a:pt x="683730" y="1028970"/>
                </a:lnTo>
                <a:lnTo>
                  <a:pt x="683900" y="1028970"/>
                </a:lnTo>
                <a:lnTo>
                  <a:pt x="684077" y="1028970"/>
                </a:lnTo>
                <a:lnTo>
                  <a:pt x="684246" y="1028970"/>
                </a:lnTo>
                <a:lnTo>
                  <a:pt x="684424" y="1028970"/>
                </a:lnTo>
                <a:lnTo>
                  <a:pt x="684593" y="1028970"/>
                </a:lnTo>
                <a:lnTo>
                  <a:pt x="684771" y="1028970"/>
                </a:lnTo>
                <a:lnTo>
                  <a:pt x="684940" y="1028970"/>
                </a:lnTo>
                <a:lnTo>
                  <a:pt x="685109" y="1028970"/>
                </a:lnTo>
                <a:lnTo>
                  <a:pt x="685287" y="1028970"/>
                </a:lnTo>
                <a:lnTo>
                  <a:pt x="685456" y="1028970"/>
                </a:lnTo>
                <a:lnTo>
                  <a:pt x="685634" y="1028970"/>
                </a:lnTo>
                <a:lnTo>
                  <a:pt x="685803" y="1028970"/>
                </a:lnTo>
                <a:lnTo>
                  <a:pt x="685981" y="1028970"/>
                </a:lnTo>
                <a:lnTo>
                  <a:pt x="686150" y="1028970"/>
                </a:lnTo>
                <a:lnTo>
                  <a:pt x="686319" y="1028970"/>
                </a:lnTo>
                <a:lnTo>
                  <a:pt x="686497" y="1028970"/>
                </a:lnTo>
                <a:lnTo>
                  <a:pt x="686666" y="1028970"/>
                </a:lnTo>
                <a:lnTo>
                  <a:pt x="686844" y="1028970"/>
                </a:lnTo>
                <a:lnTo>
                  <a:pt x="687013" y="1028970"/>
                </a:lnTo>
                <a:lnTo>
                  <a:pt x="687191" y="1028970"/>
                </a:lnTo>
                <a:lnTo>
                  <a:pt x="687360" y="1028970"/>
                </a:lnTo>
                <a:lnTo>
                  <a:pt x="687529" y="1028970"/>
                </a:lnTo>
                <a:lnTo>
                  <a:pt x="687707" y="1028970"/>
                </a:lnTo>
                <a:lnTo>
                  <a:pt x="687876" y="1028970"/>
                </a:lnTo>
                <a:lnTo>
                  <a:pt x="688054" y="1028970"/>
                </a:lnTo>
                <a:lnTo>
                  <a:pt x="688223" y="1028970"/>
                </a:lnTo>
                <a:lnTo>
                  <a:pt x="688401" y="1028970"/>
                </a:lnTo>
                <a:lnTo>
                  <a:pt x="688570" y="1028970"/>
                </a:lnTo>
                <a:lnTo>
                  <a:pt x="688739" y="1028970"/>
                </a:lnTo>
                <a:lnTo>
                  <a:pt x="688917" y="1028970"/>
                </a:lnTo>
                <a:lnTo>
                  <a:pt x="689086" y="1028970"/>
                </a:lnTo>
                <a:lnTo>
                  <a:pt x="689264" y="1028970"/>
                </a:lnTo>
                <a:lnTo>
                  <a:pt x="689433" y="1028970"/>
                </a:lnTo>
                <a:lnTo>
                  <a:pt x="689611" y="1028970"/>
                </a:lnTo>
                <a:lnTo>
                  <a:pt x="689780" y="1028970"/>
                </a:lnTo>
                <a:lnTo>
                  <a:pt x="689949" y="1028970"/>
                </a:lnTo>
                <a:lnTo>
                  <a:pt x="690127" y="1028970"/>
                </a:lnTo>
                <a:lnTo>
                  <a:pt x="690296" y="1028970"/>
                </a:lnTo>
                <a:lnTo>
                  <a:pt x="690474" y="1028970"/>
                </a:lnTo>
                <a:lnTo>
                  <a:pt x="690643" y="1028970"/>
                </a:lnTo>
                <a:lnTo>
                  <a:pt x="690812" y="1028970"/>
                </a:lnTo>
                <a:lnTo>
                  <a:pt x="690990" y="1028970"/>
                </a:lnTo>
                <a:lnTo>
                  <a:pt x="691159" y="1028970"/>
                </a:lnTo>
                <a:lnTo>
                  <a:pt x="691337" y="1028970"/>
                </a:lnTo>
                <a:lnTo>
                  <a:pt x="691506" y="1028970"/>
                </a:lnTo>
                <a:lnTo>
                  <a:pt x="691684" y="1028970"/>
                </a:lnTo>
                <a:lnTo>
                  <a:pt x="691853" y="1028970"/>
                </a:lnTo>
                <a:lnTo>
                  <a:pt x="692022" y="1028970"/>
                </a:lnTo>
                <a:lnTo>
                  <a:pt x="692200" y="1028970"/>
                </a:lnTo>
                <a:lnTo>
                  <a:pt x="692369" y="1028970"/>
                </a:lnTo>
                <a:lnTo>
                  <a:pt x="692547" y="1028970"/>
                </a:lnTo>
                <a:lnTo>
                  <a:pt x="692716" y="1028970"/>
                </a:lnTo>
                <a:lnTo>
                  <a:pt x="692894" y="1028970"/>
                </a:lnTo>
                <a:lnTo>
                  <a:pt x="693063" y="1028970"/>
                </a:lnTo>
                <a:lnTo>
                  <a:pt x="693232" y="1028970"/>
                </a:lnTo>
                <a:lnTo>
                  <a:pt x="693410" y="1028970"/>
                </a:lnTo>
                <a:lnTo>
                  <a:pt x="693579" y="1028970"/>
                </a:lnTo>
                <a:lnTo>
                  <a:pt x="693757" y="1028970"/>
                </a:lnTo>
                <a:lnTo>
                  <a:pt x="693926" y="1028970"/>
                </a:lnTo>
                <a:lnTo>
                  <a:pt x="694104" y="1028970"/>
                </a:lnTo>
                <a:lnTo>
                  <a:pt x="694273" y="1028970"/>
                </a:lnTo>
                <a:lnTo>
                  <a:pt x="694442" y="1028970"/>
                </a:lnTo>
                <a:lnTo>
                  <a:pt x="694620" y="1028970"/>
                </a:lnTo>
                <a:lnTo>
                  <a:pt x="694789" y="1028970"/>
                </a:lnTo>
                <a:lnTo>
                  <a:pt x="694967" y="1028970"/>
                </a:lnTo>
                <a:lnTo>
                  <a:pt x="695136" y="1028970"/>
                </a:lnTo>
                <a:lnTo>
                  <a:pt x="695314" y="1028970"/>
                </a:lnTo>
                <a:lnTo>
                  <a:pt x="695483" y="1028970"/>
                </a:lnTo>
                <a:lnTo>
                  <a:pt x="695652" y="1028970"/>
                </a:lnTo>
                <a:lnTo>
                  <a:pt x="695830" y="1028970"/>
                </a:lnTo>
                <a:lnTo>
                  <a:pt x="695999" y="1028970"/>
                </a:lnTo>
                <a:lnTo>
                  <a:pt x="696177" y="1028970"/>
                </a:lnTo>
                <a:lnTo>
                  <a:pt x="696346" y="1028970"/>
                </a:lnTo>
                <a:lnTo>
                  <a:pt x="696524" y="1028970"/>
                </a:lnTo>
                <a:lnTo>
                  <a:pt x="696693" y="1028970"/>
                </a:lnTo>
                <a:lnTo>
                  <a:pt x="696862" y="1028970"/>
                </a:lnTo>
                <a:lnTo>
                  <a:pt x="697040" y="1028970"/>
                </a:lnTo>
                <a:lnTo>
                  <a:pt x="697209" y="1028970"/>
                </a:lnTo>
                <a:lnTo>
                  <a:pt x="697386" y="1028970"/>
                </a:lnTo>
                <a:lnTo>
                  <a:pt x="697556" y="1028970"/>
                </a:lnTo>
                <a:lnTo>
                  <a:pt x="697733" y="1028970"/>
                </a:lnTo>
                <a:lnTo>
                  <a:pt x="697903" y="1028970"/>
                </a:lnTo>
                <a:lnTo>
                  <a:pt x="698072" y="1028970"/>
                </a:lnTo>
                <a:lnTo>
                  <a:pt x="698250" y="1028970"/>
                </a:lnTo>
                <a:lnTo>
                  <a:pt x="698419" y="1028970"/>
                </a:lnTo>
                <a:lnTo>
                  <a:pt x="698596" y="1028970"/>
                </a:lnTo>
                <a:lnTo>
                  <a:pt x="698765" y="1028970"/>
                </a:lnTo>
                <a:lnTo>
                  <a:pt x="698943" y="1028970"/>
                </a:lnTo>
                <a:lnTo>
                  <a:pt x="699112" y="1028970"/>
                </a:lnTo>
                <a:lnTo>
                  <a:pt x="699281" y="1028970"/>
                </a:lnTo>
                <a:lnTo>
                  <a:pt x="699459" y="1028970"/>
                </a:lnTo>
                <a:lnTo>
                  <a:pt x="699628" y="1028970"/>
                </a:lnTo>
                <a:lnTo>
                  <a:pt x="699806" y="1028970"/>
                </a:lnTo>
                <a:lnTo>
                  <a:pt x="699975" y="1028970"/>
                </a:lnTo>
                <a:lnTo>
                  <a:pt x="700153" y="1028970"/>
                </a:lnTo>
                <a:lnTo>
                  <a:pt x="700322" y="1028970"/>
                </a:lnTo>
                <a:lnTo>
                  <a:pt x="700491" y="1028970"/>
                </a:lnTo>
                <a:lnTo>
                  <a:pt x="700669" y="1028970"/>
                </a:lnTo>
                <a:lnTo>
                  <a:pt x="700838" y="1028970"/>
                </a:lnTo>
                <a:lnTo>
                  <a:pt x="701016" y="1028970"/>
                </a:lnTo>
                <a:lnTo>
                  <a:pt x="701185" y="1028970"/>
                </a:lnTo>
                <a:lnTo>
                  <a:pt x="701363" y="1028970"/>
                </a:lnTo>
                <a:lnTo>
                  <a:pt x="701532" y="1028970"/>
                </a:lnTo>
                <a:lnTo>
                  <a:pt x="701701" y="1028970"/>
                </a:lnTo>
                <a:lnTo>
                  <a:pt x="701879" y="1028970"/>
                </a:lnTo>
                <a:lnTo>
                  <a:pt x="702048" y="1028970"/>
                </a:lnTo>
                <a:lnTo>
                  <a:pt x="702226" y="1028970"/>
                </a:lnTo>
                <a:lnTo>
                  <a:pt x="702395" y="1028970"/>
                </a:lnTo>
                <a:lnTo>
                  <a:pt x="702573" y="1028970"/>
                </a:lnTo>
                <a:lnTo>
                  <a:pt x="702742" y="1028970"/>
                </a:lnTo>
                <a:lnTo>
                  <a:pt x="702911" y="1028970"/>
                </a:lnTo>
                <a:lnTo>
                  <a:pt x="703089" y="1028970"/>
                </a:lnTo>
                <a:lnTo>
                  <a:pt x="703258" y="1028970"/>
                </a:lnTo>
                <a:lnTo>
                  <a:pt x="703436" y="1028970"/>
                </a:lnTo>
                <a:lnTo>
                  <a:pt x="703605" y="1028970"/>
                </a:lnTo>
                <a:lnTo>
                  <a:pt x="703783" y="1028970"/>
                </a:lnTo>
                <a:lnTo>
                  <a:pt x="703952" y="1028970"/>
                </a:lnTo>
                <a:lnTo>
                  <a:pt x="704121" y="1028970"/>
                </a:lnTo>
                <a:lnTo>
                  <a:pt x="704299" y="1028970"/>
                </a:lnTo>
                <a:lnTo>
                  <a:pt x="704468" y="1028970"/>
                </a:lnTo>
                <a:lnTo>
                  <a:pt x="704646" y="1028970"/>
                </a:lnTo>
                <a:lnTo>
                  <a:pt x="704815" y="1028970"/>
                </a:lnTo>
                <a:lnTo>
                  <a:pt x="704993" y="1028970"/>
                </a:lnTo>
                <a:lnTo>
                  <a:pt x="705162" y="1028970"/>
                </a:lnTo>
                <a:lnTo>
                  <a:pt x="705331" y="1028970"/>
                </a:lnTo>
                <a:lnTo>
                  <a:pt x="705509" y="1028970"/>
                </a:lnTo>
                <a:lnTo>
                  <a:pt x="705678" y="1028970"/>
                </a:lnTo>
                <a:lnTo>
                  <a:pt x="705856" y="1028970"/>
                </a:lnTo>
                <a:lnTo>
                  <a:pt x="706025" y="1028970"/>
                </a:lnTo>
                <a:lnTo>
                  <a:pt x="706203" y="1028970"/>
                </a:lnTo>
                <a:lnTo>
                  <a:pt x="706372" y="1028970"/>
                </a:lnTo>
                <a:lnTo>
                  <a:pt x="706541" y="1028970"/>
                </a:lnTo>
                <a:lnTo>
                  <a:pt x="706719" y="1028970"/>
                </a:lnTo>
                <a:lnTo>
                  <a:pt x="706888" y="1028970"/>
                </a:lnTo>
                <a:lnTo>
                  <a:pt x="707066" y="1028970"/>
                </a:lnTo>
                <a:lnTo>
                  <a:pt x="707235" y="1028970"/>
                </a:lnTo>
                <a:lnTo>
                  <a:pt x="707413" y="1028970"/>
                </a:lnTo>
                <a:lnTo>
                  <a:pt x="707582" y="1028970"/>
                </a:lnTo>
                <a:lnTo>
                  <a:pt x="707751" y="1028970"/>
                </a:lnTo>
                <a:lnTo>
                  <a:pt x="707929" y="1028970"/>
                </a:lnTo>
                <a:lnTo>
                  <a:pt x="708098" y="1028970"/>
                </a:lnTo>
                <a:lnTo>
                  <a:pt x="708276" y="1028970"/>
                </a:lnTo>
                <a:lnTo>
                  <a:pt x="708445" y="1028970"/>
                </a:lnTo>
                <a:lnTo>
                  <a:pt x="708623" y="1028970"/>
                </a:lnTo>
                <a:lnTo>
                  <a:pt x="708792" y="1028970"/>
                </a:lnTo>
                <a:lnTo>
                  <a:pt x="708961" y="1028970"/>
                </a:lnTo>
                <a:lnTo>
                  <a:pt x="709139" y="1028970"/>
                </a:lnTo>
                <a:lnTo>
                  <a:pt x="709308" y="1028970"/>
                </a:lnTo>
                <a:lnTo>
                  <a:pt x="709486" y="1028970"/>
                </a:lnTo>
                <a:lnTo>
                  <a:pt x="709655" y="1028970"/>
                </a:lnTo>
                <a:lnTo>
                  <a:pt x="709824" y="1028970"/>
                </a:lnTo>
                <a:lnTo>
                  <a:pt x="710002" y="1028970"/>
                </a:lnTo>
                <a:lnTo>
                  <a:pt x="710171" y="1028970"/>
                </a:lnTo>
                <a:lnTo>
                  <a:pt x="710349" y="1028970"/>
                </a:lnTo>
                <a:lnTo>
                  <a:pt x="710518" y="1028970"/>
                </a:lnTo>
                <a:lnTo>
                  <a:pt x="710696" y="1028970"/>
                </a:lnTo>
                <a:lnTo>
                  <a:pt x="710865" y="1028970"/>
                </a:lnTo>
                <a:lnTo>
                  <a:pt x="711034" y="1028970"/>
                </a:lnTo>
                <a:lnTo>
                  <a:pt x="711212" y="1028970"/>
                </a:lnTo>
                <a:lnTo>
                  <a:pt x="711381" y="1028970"/>
                </a:lnTo>
                <a:lnTo>
                  <a:pt x="711559" y="1028970"/>
                </a:lnTo>
                <a:lnTo>
                  <a:pt x="711728" y="1028970"/>
                </a:lnTo>
                <a:lnTo>
                  <a:pt x="711906" y="1028970"/>
                </a:lnTo>
                <a:lnTo>
                  <a:pt x="712075" y="1028970"/>
                </a:lnTo>
                <a:lnTo>
                  <a:pt x="712244" y="1028970"/>
                </a:lnTo>
                <a:lnTo>
                  <a:pt x="712422" y="1028970"/>
                </a:lnTo>
                <a:lnTo>
                  <a:pt x="712591" y="1028970"/>
                </a:lnTo>
                <a:lnTo>
                  <a:pt x="712768" y="1028970"/>
                </a:lnTo>
                <a:lnTo>
                  <a:pt x="712937" y="1028970"/>
                </a:lnTo>
                <a:lnTo>
                  <a:pt x="713115" y="1028970"/>
                </a:lnTo>
                <a:lnTo>
                  <a:pt x="713284" y="1028970"/>
                </a:lnTo>
                <a:lnTo>
                  <a:pt x="713454" y="1028970"/>
                </a:lnTo>
                <a:lnTo>
                  <a:pt x="713631" y="1028970"/>
                </a:lnTo>
                <a:lnTo>
                  <a:pt x="713801" y="1028970"/>
                </a:lnTo>
                <a:lnTo>
                  <a:pt x="713978" y="1028970"/>
                </a:lnTo>
                <a:lnTo>
                  <a:pt x="714147" y="1028970"/>
                </a:lnTo>
                <a:lnTo>
                  <a:pt x="714325" y="1028970"/>
                </a:lnTo>
                <a:lnTo>
                  <a:pt x="714494" y="1028970"/>
                </a:lnTo>
                <a:lnTo>
                  <a:pt x="714663" y="1028970"/>
                </a:lnTo>
                <a:lnTo>
                  <a:pt x="714841" y="1028970"/>
                </a:lnTo>
                <a:lnTo>
                  <a:pt x="715010" y="1028970"/>
                </a:lnTo>
                <a:lnTo>
                  <a:pt x="715188" y="1028970"/>
                </a:lnTo>
                <a:lnTo>
                  <a:pt x="715357" y="1028970"/>
                </a:lnTo>
                <a:lnTo>
                  <a:pt x="715535" y="1028970"/>
                </a:lnTo>
                <a:lnTo>
                  <a:pt x="715704" y="1028970"/>
                </a:lnTo>
                <a:lnTo>
                  <a:pt x="715873" y="1028970"/>
                </a:lnTo>
                <a:lnTo>
                  <a:pt x="716051" y="1028970"/>
                </a:lnTo>
                <a:lnTo>
                  <a:pt x="716220" y="1028970"/>
                </a:lnTo>
                <a:lnTo>
                  <a:pt x="716398" y="1028970"/>
                </a:lnTo>
                <a:lnTo>
                  <a:pt x="716567" y="1028970"/>
                </a:lnTo>
                <a:lnTo>
                  <a:pt x="716745" y="1028970"/>
                </a:lnTo>
                <a:lnTo>
                  <a:pt x="716914" y="1028970"/>
                </a:lnTo>
                <a:lnTo>
                  <a:pt x="717083" y="1028970"/>
                </a:lnTo>
                <a:lnTo>
                  <a:pt x="717261" y="1028970"/>
                </a:lnTo>
                <a:lnTo>
                  <a:pt x="717430" y="1028970"/>
                </a:lnTo>
                <a:lnTo>
                  <a:pt x="717608" y="1028970"/>
                </a:lnTo>
                <a:lnTo>
                  <a:pt x="717777" y="1028970"/>
                </a:lnTo>
                <a:lnTo>
                  <a:pt x="717955" y="1028970"/>
                </a:lnTo>
                <a:lnTo>
                  <a:pt x="718124" y="1028970"/>
                </a:lnTo>
                <a:lnTo>
                  <a:pt x="718293" y="1028970"/>
                </a:lnTo>
                <a:lnTo>
                  <a:pt x="718471" y="1028970"/>
                </a:lnTo>
                <a:lnTo>
                  <a:pt x="718640" y="1028970"/>
                </a:lnTo>
                <a:lnTo>
                  <a:pt x="718818" y="1028970"/>
                </a:lnTo>
                <a:lnTo>
                  <a:pt x="718987" y="1028970"/>
                </a:lnTo>
                <a:lnTo>
                  <a:pt x="719165" y="1028970"/>
                </a:lnTo>
                <a:lnTo>
                  <a:pt x="719334" y="1028970"/>
                </a:lnTo>
                <a:lnTo>
                  <a:pt x="719503" y="1028970"/>
                </a:lnTo>
                <a:lnTo>
                  <a:pt x="719681" y="1028970"/>
                </a:lnTo>
                <a:lnTo>
                  <a:pt x="719850" y="1028970"/>
                </a:lnTo>
                <a:lnTo>
                  <a:pt x="720028" y="1028970"/>
                </a:lnTo>
                <a:lnTo>
                  <a:pt x="720197" y="1028970"/>
                </a:lnTo>
                <a:lnTo>
                  <a:pt x="720375" y="1028970"/>
                </a:lnTo>
                <a:lnTo>
                  <a:pt x="720544" y="1028970"/>
                </a:lnTo>
                <a:lnTo>
                  <a:pt x="720713" y="1028970"/>
                </a:lnTo>
                <a:lnTo>
                  <a:pt x="720891" y="1028970"/>
                </a:lnTo>
                <a:lnTo>
                  <a:pt x="721060" y="1028970"/>
                </a:lnTo>
                <a:lnTo>
                  <a:pt x="721238" y="1028970"/>
                </a:lnTo>
                <a:lnTo>
                  <a:pt x="721407" y="1028970"/>
                </a:lnTo>
                <a:lnTo>
                  <a:pt x="721585" y="1028970"/>
                </a:lnTo>
                <a:lnTo>
                  <a:pt x="721754" y="1028970"/>
                </a:lnTo>
                <a:lnTo>
                  <a:pt x="721923" y="1028970"/>
                </a:lnTo>
                <a:lnTo>
                  <a:pt x="722101" y="1028970"/>
                </a:lnTo>
                <a:lnTo>
                  <a:pt x="722270" y="1028970"/>
                </a:lnTo>
                <a:lnTo>
                  <a:pt x="722448" y="1028970"/>
                </a:lnTo>
                <a:lnTo>
                  <a:pt x="722617" y="1028970"/>
                </a:lnTo>
                <a:lnTo>
                  <a:pt x="722795" y="1028970"/>
                </a:lnTo>
                <a:lnTo>
                  <a:pt x="722964" y="1028970"/>
                </a:lnTo>
                <a:lnTo>
                  <a:pt x="723133" y="1028970"/>
                </a:lnTo>
                <a:lnTo>
                  <a:pt x="723311" y="1028970"/>
                </a:lnTo>
                <a:lnTo>
                  <a:pt x="723480" y="1028970"/>
                </a:lnTo>
                <a:lnTo>
                  <a:pt x="723658" y="1028970"/>
                </a:lnTo>
                <a:lnTo>
                  <a:pt x="723827" y="1028970"/>
                </a:lnTo>
                <a:lnTo>
                  <a:pt x="724005" y="1028970"/>
                </a:lnTo>
                <a:lnTo>
                  <a:pt x="724174" y="1028970"/>
                </a:lnTo>
                <a:lnTo>
                  <a:pt x="724343" y="1028970"/>
                </a:lnTo>
                <a:lnTo>
                  <a:pt x="724521" y="1028970"/>
                </a:lnTo>
                <a:lnTo>
                  <a:pt x="724690" y="1028970"/>
                </a:lnTo>
                <a:lnTo>
                  <a:pt x="724868" y="1028970"/>
                </a:lnTo>
                <a:lnTo>
                  <a:pt x="725037" y="1028970"/>
                </a:lnTo>
                <a:lnTo>
                  <a:pt x="725215" y="1028970"/>
                </a:lnTo>
                <a:lnTo>
                  <a:pt x="725384" y="1028970"/>
                </a:lnTo>
                <a:lnTo>
                  <a:pt x="725553" y="1028970"/>
                </a:lnTo>
                <a:lnTo>
                  <a:pt x="725731" y="1028970"/>
                </a:lnTo>
                <a:lnTo>
                  <a:pt x="725900" y="1028970"/>
                </a:lnTo>
                <a:lnTo>
                  <a:pt x="726078" y="1028970"/>
                </a:lnTo>
                <a:lnTo>
                  <a:pt x="726247" y="1028970"/>
                </a:lnTo>
                <a:lnTo>
                  <a:pt x="726425" y="1028970"/>
                </a:lnTo>
                <a:lnTo>
                  <a:pt x="726594" y="1028970"/>
                </a:lnTo>
                <a:lnTo>
                  <a:pt x="726763" y="1028970"/>
                </a:lnTo>
                <a:lnTo>
                  <a:pt x="726941" y="1028970"/>
                </a:lnTo>
                <a:lnTo>
                  <a:pt x="727110" y="1028970"/>
                </a:lnTo>
                <a:lnTo>
                  <a:pt x="727287" y="1028970"/>
                </a:lnTo>
                <a:lnTo>
                  <a:pt x="727457" y="1028970"/>
                </a:lnTo>
                <a:lnTo>
                  <a:pt x="727634" y="1028970"/>
                </a:lnTo>
                <a:lnTo>
                  <a:pt x="727804" y="1028970"/>
                </a:lnTo>
                <a:lnTo>
                  <a:pt x="727972" y="1028970"/>
                </a:lnTo>
                <a:lnTo>
                  <a:pt x="728150" y="1028970"/>
                </a:lnTo>
                <a:lnTo>
                  <a:pt x="728319" y="1028970"/>
                </a:lnTo>
                <a:lnTo>
                  <a:pt x="728497" y="1028970"/>
                </a:lnTo>
                <a:lnTo>
                  <a:pt x="728666" y="1028970"/>
                </a:lnTo>
                <a:lnTo>
                  <a:pt x="728835" y="1028970"/>
                </a:lnTo>
                <a:lnTo>
                  <a:pt x="729013" y="1028970"/>
                </a:lnTo>
                <a:lnTo>
                  <a:pt x="729182" y="1028970"/>
                </a:lnTo>
                <a:lnTo>
                  <a:pt x="729360" y="1028970"/>
                </a:lnTo>
                <a:lnTo>
                  <a:pt x="729529" y="1028970"/>
                </a:lnTo>
                <a:lnTo>
                  <a:pt x="729707" y="1028970"/>
                </a:lnTo>
                <a:lnTo>
                  <a:pt x="729876" y="1028970"/>
                </a:lnTo>
                <a:lnTo>
                  <a:pt x="730045" y="1028970"/>
                </a:lnTo>
                <a:lnTo>
                  <a:pt x="730223" y="1028970"/>
                </a:lnTo>
                <a:lnTo>
                  <a:pt x="730392" y="1028970"/>
                </a:lnTo>
                <a:lnTo>
                  <a:pt x="730570" y="1028970"/>
                </a:lnTo>
                <a:lnTo>
                  <a:pt x="730739" y="1028970"/>
                </a:lnTo>
                <a:lnTo>
                  <a:pt x="730917" y="1028970"/>
                </a:lnTo>
                <a:lnTo>
                  <a:pt x="731086" y="1028970"/>
                </a:lnTo>
                <a:lnTo>
                  <a:pt x="731255" y="1028970"/>
                </a:lnTo>
                <a:lnTo>
                  <a:pt x="731433" y="1028970"/>
                </a:lnTo>
                <a:lnTo>
                  <a:pt x="731602" y="1028970"/>
                </a:lnTo>
                <a:lnTo>
                  <a:pt x="731780" y="1028970"/>
                </a:lnTo>
                <a:lnTo>
                  <a:pt x="731949" y="1028970"/>
                </a:lnTo>
                <a:lnTo>
                  <a:pt x="732127" y="1028970"/>
                </a:lnTo>
                <a:lnTo>
                  <a:pt x="732296" y="1028970"/>
                </a:lnTo>
                <a:lnTo>
                  <a:pt x="732465" y="1028970"/>
                </a:lnTo>
                <a:lnTo>
                  <a:pt x="732643" y="1028970"/>
                </a:lnTo>
                <a:lnTo>
                  <a:pt x="732812" y="1028970"/>
                </a:lnTo>
                <a:lnTo>
                  <a:pt x="732990" y="1028970"/>
                </a:lnTo>
                <a:lnTo>
                  <a:pt x="733159" y="1028970"/>
                </a:lnTo>
                <a:lnTo>
                  <a:pt x="733337" y="1028970"/>
                </a:lnTo>
                <a:lnTo>
                  <a:pt x="733506" y="1028970"/>
                </a:lnTo>
                <a:lnTo>
                  <a:pt x="733675" y="1028970"/>
                </a:lnTo>
                <a:lnTo>
                  <a:pt x="733853" y="1028970"/>
                </a:lnTo>
                <a:lnTo>
                  <a:pt x="734022" y="1028970"/>
                </a:lnTo>
                <a:lnTo>
                  <a:pt x="734200" y="1028970"/>
                </a:lnTo>
                <a:lnTo>
                  <a:pt x="734369" y="1028970"/>
                </a:lnTo>
                <a:lnTo>
                  <a:pt x="734547" y="1028970"/>
                </a:lnTo>
                <a:lnTo>
                  <a:pt x="734716" y="1028970"/>
                </a:lnTo>
                <a:lnTo>
                  <a:pt x="734885" y="1028970"/>
                </a:lnTo>
                <a:lnTo>
                  <a:pt x="735063" y="1028970"/>
                </a:lnTo>
                <a:lnTo>
                  <a:pt x="735232" y="1028970"/>
                </a:lnTo>
                <a:lnTo>
                  <a:pt x="735410" y="1028970"/>
                </a:lnTo>
                <a:lnTo>
                  <a:pt x="735579" y="1028970"/>
                </a:lnTo>
                <a:lnTo>
                  <a:pt x="735757" y="1028970"/>
                </a:lnTo>
                <a:lnTo>
                  <a:pt x="735926" y="1028970"/>
                </a:lnTo>
                <a:lnTo>
                  <a:pt x="736095" y="1028970"/>
                </a:lnTo>
                <a:lnTo>
                  <a:pt x="736273" y="1028970"/>
                </a:lnTo>
                <a:lnTo>
                  <a:pt x="736442" y="1028970"/>
                </a:lnTo>
                <a:lnTo>
                  <a:pt x="736620" y="1028970"/>
                </a:lnTo>
                <a:lnTo>
                  <a:pt x="736789" y="1028970"/>
                </a:lnTo>
                <a:lnTo>
                  <a:pt x="736967" y="1028970"/>
                </a:lnTo>
                <a:lnTo>
                  <a:pt x="737136" y="1028970"/>
                </a:lnTo>
                <a:lnTo>
                  <a:pt x="737305" y="1028970"/>
                </a:lnTo>
                <a:lnTo>
                  <a:pt x="737483" y="1028970"/>
                </a:lnTo>
                <a:lnTo>
                  <a:pt x="737652" y="1028970"/>
                </a:lnTo>
                <a:lnTo>
                  <a:pt x="737830" y="1028970"/>
                </a:lnTo>
                <a:lnTo>
                  <a:pt x="737999" y="1028970"/>
                </a:lnTo>
                <a:lnTo>
                  <a:pt x="738177" y="1028970"/>
                </a:lnTo>
                <a:lnTo>
                  <a:pt x="738346" y="1028970"/>
                </a:lnTo>
                <a:lnTo>
                  <a:pt x="738515" y="1028970"/>
                </a:lnTo>
                <a:lnTo>
                  <a:pt x="738693" y="1028970"/>
                </a:lnTo>
                <a:lnTo>
                  <a:pt x="738862" y="1028970"/>
                </a:lnTo>
                <a:lnTo>
                  <a:pt x="739040" y="1028970"/>
                </a:lnTo>
                <a:lnTo>
                  <a:pt x="739209" y="1028970"/>
                </a:lnTo>
                <a:lnTo>
                  <a:pt x="739387" y="1028970"/>
                </a:lnTo>
                <a:lnTo>
                  <a:pt x="739556" y="1028970"/>
                </a:lnTo>
                <a:lnTo>
                  <a:pt x="739725" y="1028970"/>
                </a:lnTo>
                <a:lnTo>
                  <a:pt x="739903" y="1028970"/>
                </a:lnTo>
                <a:lnTo>
                  <a:pt x="740072" y="1028970"/>
                </a:lnTo>
                <a:lnTo>
                  <a:pt x="740250" y="1028970"/>
                </a:lnTo>
                <a:lnTo>
                  <a:pt x="740419" y="1028970"/>
                </a:lnTo>
                <a:lnTo>
                  <a:pt x="740597" y="1028970"/>
                </a:lnTo>
                <a:lnTo>
                  <a:pt x="740766" y="1028970"/>
                </a:lnTo>
                <a:lnTo>
                  <a:pt x="740935" y="1028970"/>
                </a:lnTo>
                <a:lnTo>
                  <a:pt x="741113" y="1028970"/>
                </a:lnTo>
                <a:lnTo>
                  <a:pt x="741282" y="1028970"/>
                </a:lnTo>
                <a:lnTo>
                  <a:pt x="741460" y="1028970"/>
                </a:lnTo>
                <a:lnTo>
                  <a:pt x="741629" y="1028970"/>
                </a:lnTo>
                <a:lnTo>
                  <a:pt x="741807" y="1028970"/>
                </a:lnTo>
                <a:lnTo>
                  <a:pt x="741975" y="1028970"/>
                </a:lnTo>
                <a:lnTo>
                  <a:pt x="742145" y="1028970"/>
                </a:lnTo>
                <a:lnTo>
                  <a:pt x="742322" y="1028970"/>
                </a:lnTo>
                <a:lnTo>
                  <a:pt x="742492" y="1028970"/>
                </a:lnTo>
                <a:lnTo>
                  <a:pt x="742669" y="1028970"/>
                </a:lnTo>
                <a:lnTo>
                  <a:pt x="742839" y="1028970"/>
                </a:lnTo>
                <a:lnTo>
                  <a:pt x="743016" y="1028970"/>
                </a:lnTo>
                <a:lnTo>
                  <a:pt x="743185" y="1028970"/>
                </a:lnTo>
                <a:lnTo>
                  <a:pt x="743354" y="1028970"/>
                </a:lnTo>
                <a:lnTo>
                  <a:pt x="743532" y="1028970"/>
                </a:lnTo>
                <a:lnTo>
                  <a:pt x="743701" y="1028970"/>
                </a:lnTo>
                <a:lnTo>
                  <a:pt x="743879" y="1028970"/>
                </a:lnTo>
                <a:lnTo>
                  <a:pt x="744048" y="1028970"/>
                </a:lnTo>
                <a:lnTo>
                  <a:pt x="744226" y="1028970"/>
                </a:lnTo>
                <a:lnTo>
                  <a:pt x="744395" y="1028970"/>
                </a:lnTo>
                <a:lnTo>
                  <a:pt x="744564" y="1028970"/>
                </a:lnTo>
                <a:lnTo>
                  <a:pt x="744742" y="1028970"/>
                </a:lnTo>
                <a:lnTo>
                  <a:pt x="744911" y="1028970"/>
                </a:lnTo>
                <a:lnTo>
                  <a:pt x="745089" y="1028970"/>
                </a:lnTo>
                <a:lnTo>
                  <a:pt x="745258" y="1028970"/>
                </a:lnTo>
                <a:lnTo>
                  <a:pt x="745436" y="1028970"/>
                </a:lnTo>
                <a:lnTo>
                  <a:pt x="745605" y="1028970"/>
                </a:lnTo>
                <a:lnTo>
                  <a:pt x="745774" y="1028970"/>
                </a:lnTo>
                <a:lnTo>
                  <a:pt x="745952" y="1028970"/>
                </a:lnTo>
                <a:lnTo>
                  <a:pt x="746121" y="1028970"/>
                </a:lnTo>
                <a:lnTo>
                  <a:pt x="746299" y="1028970"/>
                </a:lnTo>
                <a:lnTo>
                  <a:pt x="746468" y="1028970"/>
                </a:lnTo>
                <a:lnTo>
                  <a:pt x="746646" y="1028970"/>
                </a:lnTo>
                <a:lnTo>
                  <a:pt x="746815" y="1028970"/>
                </a:lnTo>
                <a:lnTo>
                  <a:pt x="746984" y="1028970"/>
                </a:lnTo>
                <a:lnTo>
                  <a:pt x="747162" y="1028970"/>
                </a:lnTo>
                <a:lnTo>
                  <a:pt x="747331" y="1028970"/>
                </a:lnTo>
                <a:lnTo>
                  <a:pt x="747509" y="1028970"/>
                </a:lnTo>
                <a:lnTo>
                  <a:pt x="747678" y="1028970"/>
                </a:lnTo>
                <a:lnTo>
                  <a:pt x="747847" y="1028970"/>
                </a:lnTo>
                <a:lnTo>
                  <a:pt x="748025" y="1028970"/>
                </a:lnTo>
                <a:lnTo>
                  <a:pt x="748194" y="1028970"/>
                </a:lnTo>
                <a:lnTo>
                  <a:pt x="748372" y="1028970"/>
                </a:lnTo>
                <a:lnTo>
                  <a:pt x="748541" y="1028970"/>
                </a:lnTo>
                <a:lnTo>
                  <a:pt x="748719" y="1028970"/>
                </a:lnTo>
                <a:lnTo>
                  <a:pt x="748888" y="1028970"/>
                </a:lnTo>
                <a:lnTo>
                  <a:pt x="749057" y="1028970"/>
                </a:lnTo>
                <a:lnTo>
                  <a:pt x="749235" y="1028970"/>
                </a:lnTo>
                <a:lnTo>
                  <a:pt x="749404" y="1028970"/>
                </a:lnTo>
                <a:lnTo>
                  <a:pt x="749582" y="1028970"/>
                </a:lnTo>
                <a:lnTo>
                  <a:pt x="749751" y="1028970"/>
                </a:lnTo>
                <a:lnTo>
                  <a:pt x="749929" y="1028970"/>
                </a:lnTo>
                <a:lnTo>
                  <a:pt x="750098" y="1028970"/>
                </a:lnTo>
                <a:lnTo>
                  <a:pt x="750267" y="1028970"/>
                </a:lnTo>
                <a:lnTo>
                  <a:pt x="750445" y="1028970"/>
                </a:lnTo>
                <a:lnTo>
                  <a:pt x="750614" y="1028970"/>
                </a:lnTo>
                <a:lnTo>
                  <a:pt x="750792" y="1028970"/>
                </a:lnTo>
                <a:lnTo>
                  <a:pt x="750961" y="1028970"/>
                </a:lnTo>
                <a:lnTo>
                  <a:pt x="751139" y="1028970"/>
                </a:lnTo>
                <a:lnTo>
                  <a:pt x="751308" y="1028970"/>
                </a:lnTo>
                <a:lnTo>
                  <a:pt x="751477" y="1028970"/>
                </a:lnTo>
                <a:lnTo>
                  <a:pt x="751655" y="1028970"/>
                </a:lnTo>
                <a:lnTo>
                  <a:pt x="751824" y="1028970"/>
                </a:lnTo>
                <a:lnTo>
                  <a:pt x="752002" y="1028970"/>
                </a:lnTo>
                <a:lnTo>
                  <a:pt x="752171" y="1028970"/>
                </a:lnTo>
                <a:lnTo>
                  <a:pt x="752349" y="1028970"/>
                </a:lnTo>
                <a:lnTo>
                  <a:pt x="752518" y="1028970"/>
                </a:lnTo>
                <a:lnTo>
                  <a:pt x="752687" y="1028970"/>
                </a:lnTo>
                <a:lnTo>
                  <a:pt x="752865" y="1028970"/>
                </a:lnTo>
                <a:lnTo>
                  <a:pt x="753034" y="1028970"/>
                </a:lnTo>
                <a:lnTo>
                  <a:pt x="753212" y="1028970"/>
                </a:lnTo>
                <a:lnTo>
                  <a:pt x="753381" y="1028970"/>
                </a:lnTo>
                <a:lnTo>
                  <a:pt x="753559" y="1028970"/>
                </a:lnTo>
                <a:lnTo>
                  <a:pt x="753728" y="1028970"/>
                </a:lnTo>
                <a:lnTo>
                  <a:pt x="753897" y="1028970"/>
                </a:lnTo>
                <a:lnTo>
                  <a:pt x="754075" y="1028970"/>
                </a:lnTo>
                <a:lnTo>
                  <a:pt x="754244" y="1028970"/>
                </a:lnTo>
                <a:lnTo>
                  <a:pt x="754422" y="1028970"/>
                </a:lnTo>
                <a:lnTo>
                  <a:pt x="754591" y="1028970"/>
                </a:lnTo>
                <a:lnTo>
                  <a:pt x="754769" y="1028970"/>
                </a:lnTo>
                <a:lnTo>
                  <a:pt x="754938" y="1028970"/>
                </a:lnTo>
                <a:lnTo>
                  <a:pt x="755107" y="1028970"/>
                </a:lnTo>
                <a:lnTo>
                  <a:pt x="755285" y="1028970"/>
                </a:lnTo>
                <a:lnTo>
                  <a:pt x="755454" y="1028970"/>
                </a:lnTo>
                <a:lnTo>
                  <a:pt x="755632" y="1028970"/>
                </a:lnTo>
                <a:lnTo>
                  <a:pt x="755801" y="1028970"/>
                </a:lnTo>
                <a:lnTo>
                  <a:pt x="755979" y="1028970"/>
                </a:lnTo>
                <a:lnTo>
                  <a:pt x="756148" y="1028970"/>
                </a:lnTo>
                <a:lnTo>
                  <a:pt x="756317" y="1028970"/>
                </a:lnTo>
                <a:lnTo>
                  <a:pt x="756495" y="1028970"/>
                </a:lnTo>
                <a:lnTo>
                  <a:pt x="756664" y="1028970"/>
                </a:lnTo>
                <a:lnTo>
                  <a:pt x="756842" y="1028970"/>
                </a:lnTo>
                <a:lnTo>
                  <a:pt x="757011" y="1028970"/>
                </a:lnTo>
                <a:lnTo>
                  <a:pt x="757189" y="1028970"/>
                </a:lnTo>
                <a:lnTo>
                  <a:pt x="757357" y="1028970"/>
                </a:lnTo>
                <a:lnTo>
                  <a:pt x="757526" y="1028970"/>
                </a:lnTo>
                <a:lnTo>
                  <a:pt x="757704" y="1028970"/>
                </a:lnTo>
                <a:lnTo>
                  <a:pt x="757873" y="1028970"/>
                </a:lnTo>
                <a:lnTo>
                  <a:pt x="758051" y="1028970"/>
                </a:lnTo>
                <a:lnTo>
                  <a:pt x="758220" y="1028970"/>
                </a:lnTo>
                <a:lnTo>
                  <a:pt x="758398" y="1028970"/>
                </a:lnTo>
                <a:lnTo>
                  <a:pt x="758567" y="1028970"/>
                </a:lnTo>
                <a:lnTo>
                  <a:pt x="758736" y="1028970"/>
                </a:lnTo>
                <a:lnTo>
                  <a:pt x="758914" y="1028970"/>
                </a:lnTo>
                <a:lnTo>
                  <a:pt x="759083" y="1028970"/>
                </a:lnTo>
                <a:lnTo>
                  <a:pt x="759261" y="1028970"/>
                </a:lnTo>
                <a:lnTo>
                  <a:pt x="759430" y="1028970"/>
                </a:lnTo>
                <a:lnTo>
                  <a:pt x="759608" y="1028970"/>
                </a:lnTo>
                <a:lnTo>
                  <a:pt x="759777" y="1028970"/>
                </a:lnTo>
                <a:lnTo>
                  <a:pt x="759946" y="1028970"/>
                </a:lnTo>
                <a:lnTo>
                  <a:pt x="760124" y="1028970"/>
                </a:lnTo>
                <a:lnTo>
                  <a:pt x="760293" y="1028970"/>
                </a:lnTo>
                <a:lnTo>
                  <a:pt x="760471" y="1028970"/>
                </a:lnTo>
                <a:lnTo>
                  <a:pt x="760640" y="1028970"/>
                </a:lnTo>
                <a:lnTo>
                  <a:pt x="760818" y="1028970"/>
                </a:lnTo>
                <a:lnTo>
                  <a:pt x="760987" y="1028970"/>
                </a:lnTo>
                <a:lnTo>
                  <a:pt x="761156" y="1028970"/>
                </a:lnTo>
                <a:lnTo>
                  <a:pt x="761334" y="1028970"/>
                </a:lnTo>
                <a:lnTo>
                  <a:pt x="761503" y="1028970"/>
                </a:lnTo>
                <a:lnTo>
                  <a:pt x="761681" y="1028970"/>
                </a:lnTo>
                <a:lnTo>
                  <a:pt x="761850" y="1028970"/>
                </a:lnTo>
                <a:lnTo>
                  <a:pt x="762028" y="1028970"/>
                </a:lnTo>
                <a:lnTo>
                  <a:pt x="762197" y="1028970"/>
                </a:lnTo>
                <a:lnTo>
                  <a:pt x="762366" y="1028970"/>
                </a:lnTo>
                <a:lnTo>
                  <a:pt x="762544" y="1028970"/>
                </a:lnTo>
                <a:lnTo>
                  <a:pt x="762713" y="1028970"/>
                </a:lnTo>
                <a:lnTo>
                  <a:pt x="762891" y="1028970"/>
                </a:lnTo>
                <a:lnTo>
                  <a:pt x="763060" y="1028970"/>
                </a:lnTo>
                <a:lnTo>
                  <a:pt x="763238" y="1028970"/>
                </a:lnTo>
                <a:lnTo>
                  <a:pt x="763407" y="1028970"/>
                </a:lnTo>
                <a:lnTo>
                  <a:pt x="763576" y="1028970"/>
                </a:lnTo>
                <a:lnTo>
                  <a:pt x="763754" y="1028970"/>
                </a:lnTo>
                <a:lnTo>
                  <a:pt x="763923" y="1028970"/>
                </a:lnTo>
                <a:lnTo>
                  <a:pt x="764101" y="1028970"/>
                </a:lnTo>
                <a:lnTo>
                  <a:pt x="764270" y="1028970"/>
                </a:lnTo>
                <a:lnTo>
                  <a:pt x="764448" y="1028970"/>
                </a:lnTo>
                <a:lnTo>
                  <a:pt x="764617" y="1028970"/>
                </a:lnTo>
                <a:lnTo>
                  <a:pt x="764786" y="1028970"/>
                </a:lnTo>
                <a:lnTo>
                  <a:pt x="764964" y="1028970"/>
                </a:lnTo>
                <a:lnTo>
                  <a:pt x="765133" y="1028970"/>
                </a:lnTo>
                <a:lnTo>
                  <a:pt x="765311" y="1028970"/>
                </a:lnTo>
                <a:lnTo>
                  <a:pt x="765480" y="1028970"/>
                </a:lnTo>
                <a:lnTo>
                  <a:pt x="765658" y="1028970"/>
                </a:lnTo>
                <a:lnTo>
                  <a:pt x="765827" y="1028970"/>
                </a:lnTo>
                <a:lnTo>
                  <a:pt x="765996" y="1028970"/>
                </a:lnTo>
                <a:lnTo>
                  <a:pt x="766174" y="1028970"/>
                </a:lnTo>
                <a:lnTo>
                  <a:pt x="766343" y="1028970"/>
                </a:lnTo>
                <a:lnTo>
                  <a:pt x="766521" y="1028970"/>
                </a:lnTo>
                <a:lnTo>
                  <a:pt x="766690" y="1028970"/>
                </a:lnTo>
                <a:lnTo>
                  <a:pt x="766859" y="1028970"/>
                </a:lnTo>
                <a:lnTo>
                  <a:pt x="767037" y="1028970"/>
                </a:lnTo>
                <a:lnTo>
                  <a:pt x="767206" y="1028970"/>
                </a:lnTo>
                <a:lnTo>
                  <a:pt x="767384" y="1028970"/>
                </a:lnTo>
                <a:lnTo>
                  <a:pt x="767553" y="1028970"/>
                </a:lnTo>
                <a:lnTo>
                  <a:pt x="767731" y="1028970"/>
                </a:lnTo>
                <a:lnTo>
                  <a:pt x="767900" y="1028970"/>
                </a:lnTo>
                <a:lnTo>
                  <a:pt x="768069" y="1028970"/>
                </a:lnTo>
                <a:lnTo>
                  <a:pt x="768247" y="1028970"/>
                </a:lnTo>
                <a:lnTo>
                  <a:pt x="768416" y="1028970"/>
                </a:lnTo>
                <a:lnTo>
                  <a:pt x="768594" y="1028970"/>
                </a:lnTo>
                <a:lnTo>
                  <a:pt x="768763" y="1028970"/>
                </a:lnTo>
                <a:lnTo>
                  <a:pt x="768941" y="1028970"/>
                </a:lnTo>
                <a:lnTo>
                  <a:pt x="769110" y="1028970"/>
                </a:lnTo>
                <a:lnTo>
                  <a:pt x="769279" y="1028970"/>
                </a:lnTo>
                <a:lnTo>
                  <a:pt x="769457" y="1028970"/>
                </a:lnTo>
                <a:lnTo>
                  <a:pt x="769626" y="1028970"/>
                </a:lnTo>
                <a:lnTo>
                  <a:pt x="769804" y="1028970"/>
                </a:lnTo>
                <a:lnTo>
                  <a:pt x="769973" y="1028970"/>
                </a:lnTo>
                <a:lnTo>
                  <a:pt x="770151" y="1028970"/>
                </a:lnTo>
                <a:lnTo>
                  <a:pt x="770320" y="1028970"/>
                </a:lnTo>
                <a:lnTo>
                  <a:pt x="770489" y="1028970"/>
                </a:lnTo>
                <a:lnTo>
                  <a:pt x="770667" y="1028970"/>
                </a:lnTo>
                <a:lnTo>
                  <a:pt x="770836" y="1028970"/>
                </a:lnTo>
                <a:lnTo>
                  <a:pt x="771014" y="1028970"/>
                </a:lnTo>
                <a:lnTo>
                  <a:pt x="771183" y="1028970"/>
                </a:lnTo>
                <a:lnTo>
                  <a:pt x="771361" y="1028970"/>
                </a:lnTo>
                <a:lnTo>
                  <a:pt x="771530" y="1028970"/>
                </a:lnTo>
                <a:lnTo>
                  <a:pt x="771699" y="1028970"/>
                </a:lnTo>
                <a:lnTo>
                  <a:pt x="771876" y="1028970"/>
                </a:lnTo>
                <a:lnTo>
                  <a:pt x="772046" y="1028970"/>
                </a:lnTo>
                <a:lnTo>
                  <a:pt x="772223" y="1028970"/>
                </a:lnTo>
                <a:lnTo>
                  <a:pt x="772393" y="1028970"/>
                </a:lnTo>
                <a:lnTo>
                  <a:pt x="772570" y="1028970"/>
                </a:lnTo>
                <a:lnTo>
                  <a:pt x="772739" y="1028970"/>
                </a:lnTo>
                <a:lnTo>
                  <a:pt x="772908" y="1028970"/>
                </a:lnTo>
                <a:lnTo>
                  <a:pt x="773086" y="1028970"/>
                </a:lnTo>
                <a:lnTo>
                  <a:pt x="773255" y="1028970"/>
                </a:lnTo>
                <a:lnTo>
                  <a:pt x="773433" y="1028970"/>
                </a:lnTo>
                <a:lnTo>
                  <a:pt x="773602" y="1028970"/>
                </a:lnTo>
                <a:lnTo>
                  <a:pt x="773780" y="1028970"/>
                </a:lnTo>
                <a:lnTo>
                  <a:pt x="773949" y="1028970"/>
                </a:lnTo>
                <a:lnTo>
                  <a:pt x="774118" y="1028970"/>
                </a:lnTo>
                <a:lnTo>
                  <a:pt x="774296" y="1028970"/>
                </a:lnTo>
                <a:lnTo>
                  <a:pt x="774465" y="1028970"/>
                </a:lnTo>
                <a:lnTo>
                  <a:pt x="774643" y="1028970"/>
                </a:lnTo>
                <a:lnTo>
                  <a:pt x="774812" y="1028970"/>
                </a:lnTo>
                <a:lnTo>
                  <a:pt x="774990" y="1028970"/>
                </a:lnTo>
                <a:lnTo>
                  <a:pt x="775159" y="1028970"/>
                </a:lnTo>
                <a:lnTo>
                  <a:pt x="775328" y="1028970"/>
                </a:lnTo>
                <a:lnTo>
                  <a:pt x="775506" y="1028970"/>
                </a:lnTo>
                <a:lnTo>
                  <a:pt x="775675" y="1028970"/>
                </a:lnTo>
                <a:lnTo>
                  <a:pt x="775853" y="1028970"/>
                </a:lnTo>
                <a:lnTo>
                  <a:pt x="776022" y="1028970"/>
                </a:lnTo>
                <a:lnTo>
                  <a:pt x="776200" y="1028970"/>
                </a:lnTo>
                <a:lnTo>
                  <a:pt x="776369" y="1028970"/>
                </a:lnTo>
                <a:lnTo>
                  <a:pt x="776538" y="1028970"/>
                </a:lnTo>
                <a:lnTo>
                  <a:pt x="776716" y="1028970"/>
                </a:lnTo>
                <a:lnTo>
                  <a:pt x="776885" y="1028970"/>
                </a:lnTo>
                <a:lnTo>
                  <a:pt x="777063" y="1028970"/>
                </a:lnTo>
                <a:lnTo>
                  <a:pt x="777232" y="1028970"/>
                </a:lnTo>
                <a:lnTo>
                  <a:pt x="777410" y="1028970"/>
                </a:lnTo>
                <a:lnTo>
                  <a:pt x="777579" y="1028970"/>
                </a:lnTo>
                <a:lnTo>
                  <a:pt x="777748" y="1028970"/>
                </a:lnTo>
                <a:lnTo>
                  <a:pt x="777926" y="1028970"/>
                </a:lnTo>
                <a:lnTo>
                  <a:pt x="778095" y="1028970"/>
                </a:lnTo>
                <a:lnTo>
                  <a:pt x="778273" y="1028970"/>
                </a:lnTo>
                <a:lnTo>
                  <a:pt x="778442" y="1028970"/>
                </a:lnTo>
                <a:lnTo>
                  <a:pt x="778620" y="1028970"/>
                </a:lnTo>
                <a:lnTo>
                  <a:pt x="778789" y="1028970"/>
                </a:lnTo>
                <a:lnTo>
                  <a:pt x="778958" y="1028970"/>
                </a:lnTo>
                <a:lnTo>
                  <a:pt x="779136" y="1028970"/>
                </a:lnTo>
                <a:lnTo>
                  <a:pt x="779305" y="1028970"/>
                </a:lnTo>
                <a:lnTo>
                  <a:pt x="779483" y="1028970"/>
                </a:lnTo>
                <a:lnTo>
                  <a:pt x="779652" y="1028970"/>
                </a:lnTo>
                <a:lnTo>
                  <a:pt x="779830" y="1028970"/>
                </a:lnTo>
                <a:lnTo>
                  <a:pt x="779999" y="1028970"/>
                </a:lnTo>
                <a:lnTo>
                  <a:pt x="780168" y="1028970"/>
                </a:lnTo>
                <a:lnTo>
                  <a:pt x="780346" y="1028970"/>
                </a:lnTo>
                <a:lnTo>
                  <a:pt x="780515" y="1028970"/>
                </a:lnTo>
                <a:lnTo>
                  <a:pt x="780693" y="1028970"/>
                </a:lnTo>
                <a:lnTo>
                  <a:pt x="780862" y="1028970"/>
                </a:lnTo>
                <a:lnTo>
                  <a:pt x="781040" y="1028970"/>
                </a:lnTo>
                <a:lnTo>
                  <a:pt x="781209" y="1028970"/>
                </a:lnTo>
                <a:lnTo>
                  <a:pt x="781378" y="1028970"/>
                </a:lnTo>
                <a:lnTo>
                  <a:pt x="781556" y="1028970"/>
                </a:lnTo>
                <a:lnTo>
                  <a:pt x="781725" y="1028970"/>
                </a:lnTo>
                <a:lnTo>
                  <a:pt x="781903" y="1028970"/>
                </a:lnTo>
                <a:lnTo>
                  <a:pt x="782072" y="1028970"/>
                </a:lnTo>
                <a:lnTo>
                  <a:pt x="782250" y="1028970"/>
                </a:lnTo>
                <a:lnTo>
                  <a:pt x="782419" y="1028970"/>
                </a:lnTo>
                <a:lnTo>
                  <a:pt x="782588" y="1028970"/>
                </a:lnTo>
                <a:lnTo>
                  <a:pt x="782766" y="1028970"/>
                </a:lnTo>
                <a:lnTo>
                  <a:pt x="782935" y="1028970"/>
                </a:lnTo>
                <a:lnTo>
                  <a:pt x="783113" y="1028970"/>
                </a:lnTo>
                <a:lnTo>
                  <a:pt x="783282" y="1028970"/>
                </a:lnTo>
                <a:lnTo>
                  <a:pt x="783460" y="1028970"/>
                </a:lnTo>
                <a:lnTo>
                  <a:pt x="783629" y="1028970"/>
                </a:lnTo>
                <a:lnTo>
                  <a:pt x="783798" y="1028970"/>
                </a:lnTo>
                <a:lnTo>
                  <a:pt x="783976" y="1028970"/>
                </a:lnTo>
                <a:lnTo>
                  <a:pt x="784145" y="1028970"/>
                </a:lnTo>
                <a:lnTo>
                  <a:pt x="784323" y="1028970"/>
                </a:lnTo>
                <a:lnTo>
                  <a:pt x="784492" y="1028970"/>
                </a:lnTo>
                <a:lnTo>
                  <a:pt x="784670" y="1028970"/>
                </a:lnTo>
                <a:lnTo>
                  <a:pt x="784839" y="1028970"/>
                </a:lnTo>
                <a:lnTo>
                  <a:pt x="785008" y="1028970"/>
                </a:lnTo>
                <a:lnTo>
                  <a:pt x="785186" y="1028970"/>
                </a:lnTo>
                <a:lnTo>
                  <a:pt x="785355" y="1028970"/>
                </a:lnTo>
                <a:lnTo>
                  <a:pt x="785533" y="1028970"/>
                </a:lnTo>
                <a:lnTo>
                  <a:pt x="785702" y="1028970"/>
                </a:lnTo>
                <a:lnTo>
                  <a:pt x="785871" y="1028970"/>
                </a:lnTo>
                <a:lnTo>
                  <a:pt x="786049" y="1028970"/>
                </a:lnTo>
                <a:lnTo>
                  <a:pt x="786218" y="1028970"/>
                </a:lnTo>
                <a:lnTo>
                  <a:pt x="786396" y="1028970"/>
                </a:lnTo>
                <a:lnTo>
                  <a:pt x="786565" y="1028970"/>
                </a:lnTo>
                <a:lnTo>
                  <a:pt x="786742" y="1028970"/>
                </a:lnTo>
                <a:lnTo>
                  <a:pt x="786911" y="1028970"/>
                </a:lnTo>
                <a:lnTo>
                  <a:pt x="787081" y="1028970"/>
                </a:lnTo>
                <a:lnTo>
                  <a:pt x="787258" y="1028970"/>
                </a:lnTo>
                <a:lnTo>
                  <a:pt x="787428" y="1028970"/>
                </a:lnTo>
                <a:lnTo>
                  <a:pt x="787605" y="1028970"/>
                </a:lnTo>
                <a:lnTo>
                  <a:pt x="787774" y="1028970"/>
                </a:lnTo>
                <a:lnTo>
                  <a:pt x="787952" y="1028970"/>
                </a:lnTo>
                <a:lnTo>
                  <a:pt x="788121" y="1028970"/>
                </a:lnTo>
                <a:lnTo>
                  <a:pt x="788290" y="1028970"/>
                </a:lnTo>
                <a:lnTo>
                  <a:pt x="788468" y="1028970"/>
                </a:lnTo>
                <a:lnTo>
                  <a:pt x="788637" y="1028970"/>
                </a:lnTo>
                <a:lnTo>
                  <a:pt x="788815" y="1028970"/>
                </a:lnTo>
                <a:lnTo>
                  <a:pt x="788984" y="1028970"/>
                </a:lnTo>
                <a:lnTo>
                  <a:pt x="789162" y="1028970"/>
                </a:lnTo>
                <a:lnTo>
                  <a:pt x="789331" y="1028970"/>
                </a:lnTo>
                <a:lnTo>
                  <a:pt x="789500" y="1028970"/>
                </a:lnTo>
                <a:lnTo>
                  <a:pt x="789678" y="1028970"/>
                </a:lnTo>
                <a:lnTo>
                  <a:pt x="789847" y="1028970"/>
                </a:lnTo>
                <a:lnTo>
                  <a:pt x="790025" y="1028970"/>
                </a:lnTo>
                <a:lnTo>
                  <a:pt x="790194" y="1028970"/>
                </a:lnTo>
                <a:lnTo>
                  <a:pt x="790372" y="1028970"/>
                </a:lnTo>
                <a:lnTo>
                  <a:pt x="790541" y="1028970"/>
                </a:lnTo>
                <a:lnTo>
                  <a:pt x="790710" y="1028970"/>
                </a:lnTo>
                <a:lnTo>
                  <a:pt x="790888" y="1028970"/>
                </a:lnTo>
                <a:lnTo>
                  <a:pt x="791057" y="1028970"/>
                </a:lnTo>
                <a:lnTo>
                  <a:pt x="791235" y="1028970"/>
                </a:lnTo>
                <a:lnTo>
                  <a:pt x="791404" y="1028970"/>
                </a:lnTo>
                <a:lnTo>
                  <a:pt x="791582" y="1028961"/>
                </a:lnTo>
                <a:lnTo>
                  <a:pt x="791751" y="1028961"/>
                </a:lnTo>
                <a:lnTo>
                  <a:pt x="791920" y="1028961"/>
                </a:lnTo>
                <a:lnTo>
                  <a:pt x="792098" y="1028961"/>
                </a:lnTo>
                <a:lnTo>
                  <a:pt x="792267" y="1028961"/>
                </a:lnTo>
                <a:lnTo>
                  <a:pt x="792445" y="1028961"/>
                </a:lnTo>
                <a:lnTo>
                  <a:pt x="792614" y="1028961"/>
                </a:lnTo>
                <a:lnTo>
                  <a:pt x="792792" y="1028961"/>
                </a:lnTo>
                <a:lnTo>
                  <a:pt x="792961" y="1028961"/>
                </a:lnTo>
                <a:lnTo>
                  <a:pt x="793130" y="1028961"/>
                </a:lnTo>
                <a:lnTo>
                  <a:pt x="793308" y="1028961"/>
                </a:lnTo>
                <a:lnTo>
                  <a:pt x="793477" y="1028961"/>
                </a:lnTo>
                <a:lnTo>
                  <a:pt x="793655" y="1028961"/>
                </a:lnTo>
                <a:lnTo>
                  <a:pt x="793824" y="1028961"/>
                </a:lnTo>
                <a:lnTo>
                  <a:pt x="794002" y="1028961"/>
                </a:lnTo>
                <a:lnTo>
                  <a:pt x="794171" y="1028961"/>
                </a:lnTo>
                <a:lnTo>
                  <a:pt x="794340" y="1028961"/>
                </a:lnTo>
                <a:lnTo>
                  <a:pt x="794518" y="1028961"/>
                </a:lnTo>
                <a:lnTo>
                  <a:pt x="794687" y="1028961"/>
                </a:lnTo>
                <a:lnTo>
                  <a:pt x="794865" y="1028961"/>
                </a:lnTo>
                <a:lnTo>
                  <a:pt x="795034" y="1028961"/>
                </a:lnTo>
                <a:lnTo>
                  <a:pt x="795212" y="1028961"/>
                </a:lnTo>
                <a:lnTo>
                  <a:pt x="795381" y="1028961"/>
                </a:lnTo>
                <a:lnTo>
                  <a:pt x="795550" y="1028961"/>
                </a:lnTo>
                <a:lnTo>
                  <a:pt x="795728" y="1028961"/>
                </a:lnTo>
                <a:lnTo>
                  <a:pt x="795897" y="1028952"/>
                </a:lnTo>
                <a:lnTo>
                  <a:pt x="796075" y="1028952"/>
                </a:lnTo>
                <a:lnTo>
                  <a:pt x="796244" y="1028952"/>
                </a:lnTo>
                <a:lnTo>
                  <a:pt x="796422" y="1028952"/>
                </a:lnTo>
                <a:lnTo>
                  <a:pt x="796591" y="1028952"/>
                </a:lnTo>
                <a:lnTo>
                  <a:pt x="796760" y="1028952"/>
                </a:lnTo>
                <a:lnTo>
                  <a:pt x="796938" y="1028952"/>
                </a:lnTo>
                <a:lnTo>
                  <a:pt x="797107" y="1028952"/>
                </a:lnTo>
                <a:lnTo>
                  <a:pt x="797285" y="1028952"/>
                </a:lnTo>
                <a:lnTo>
                  <a:pt x="797454" y="1028952"/>
                </a:lnTo>
                <a:lnTo>
                  <a:pt x="797632" y="1028952"/>
                </a:lnTo>
                <a:lnTo>
                  <a:pt x="797801" y="1028952"/>
                </a:lnTo>
                <a:lnTo>
                  <a:pt x="797970" y="1028952"/>
                </a:lnTo>
                <a:lnTo>
                  <a:pt x="798148" y="1028952"/>
                </a:lnTo>
                <a:lnTo>
                  <a:pt x="798317" y="1028943"/>
                </a:lnTo>
                <a:lnTo>
                  <a:pt x="798495" y="1028943"/>
                </a:lnTo>
                <a:lnTo>
                  <a:pt x="798664" y="1028943"/>
                </a:lnTo>
                <a:lnTo>
                  <a:pt x="798842" y="1028943"/>
                </a:lnTo>
                <a:lnTo>
                  <a:pt x="799011" y="1028943"/>
                </a:lnTo>
                <a:lnTo>
                  <a:pt x="799180" y="1028943"/>
                </a:lnTo>
                <a:lnTo>
                  <a:pt x="799358" y="1028943"/>
                </a:lnTo>
                <a:lnTo>
                  <a:pt x="799527" y="1028943"/>
                </a:lnTo>
                <a:lnTo>
                  <a:pt x="799705" y="1028943"/>
                </a:lnTo>
                <a:lnTo>
                  <a:pt x="799874" y="1028943"/>
                </a:lnTo>
                <a:lnTo>
                  <a:pt x="800052" y="1028943"/>
                </a:lnTo>
                <a:lnTo>
                  <a:pt x="800221" y="1028934"/>
                </a:lnTo>
                <a:lnTo>
                  <a:pt x="800390" y="1028934"/>
                </a:lnTo>
                <a:lnTo>
                  <a:pt x="800568" y="1028934"/>
                </a:lnTo>
                <a:lnTo>
                  <a:pt x="800737" y="1028934"/>
                </a:lnTo>
                <a:lnTo>
                  <a:pt x="800914" y="1028934"/>
                </a:lnTo>
                <a:lnTo>
                  <a:pt x="801084" y="1028934"/>
                </a:lnTo>
                <a:lnTo>
                  <a:pt x="801261" y="1028934"/>
                </a:lnTo>
                <a:lnTo>
                  <a:pt x="801431" y="1028934"/>
                </a:lnTo>
                <a:lnTo>
                  <a:pt x="801600" y="1028925"/>
                </a:lnTo>
                <a:lnTo>
                  <a:pt x="801778" y="1028925"/>
                </a:lnTo>
                <a:lnTo>
                  <a:pt x="801946" y="1028925"/>
                </a:lnTo>
                <a:lnTo>
                  <a:pt x="802124" y="1028925"/>
                </a:lnTo>
                <a:lnTo>
                  <a:pt x="802293" y="1028925"/>
                </a:lnTo>
                <a:lnTo>
                  <a:pt x="802471" y="1028925"/>
                </a:lnTo>
                <a:lnTo>
                  <a:pt x="802640" y="1028925"/>
                </a:lnTo>
                <a:lnTo>
                  <a:pt x="802809" y="1028916"/>
                </a:lnTo>
                <a:lnTo>
                  <a:pt x="802987" y="1028916"/>
                </a:lnTo>
                <a:lnTo>
                  <a:pt x="803156" y="1028916"/>
                </a:lnTo>
                <a:lnTo>
                  <a:pt x="803334" y="1028916"/>
                </a:lnTo>
                <a:lnTo>
                  <a:pt x="803503" y="1028916"/>
                </a:lnTo>
                <a:lnTo>
                  <a:pt x="803681" y="1028907"/>
                </a:lnTo>
                <a:lnTo>
                  <a:pt x="803850" y="1028907"/>
                </a:lnTo>
                <a:lnTo>
                  <a:pt x="804019" y="1028907"/>
                </a:lnTo>
                <a:lnTo>
                  <a:pt x="804197" y="1028907"/>
                </a:lnTo>
                <a:lnTo>
                  <a:pt x="804366" y="1028907"/>
                </a:lnTo>
                <a:lnTo>
                  <a:pt x="804544" y="1028898"/>
                </a:lnTo>
                <a:lnTo>
                  <a:pt x="804713" y="1028898"/>
                </a:lnTo>
                <a:lnTo>
                  <a:pt x="804882" y="1028898"/>
                </a:lnTo>
                <a:lnTo>
                  <a:pt x="805060" y="1028898"/>
                </a:lnTo>
                <a:lnTo>
                  <a:pt x="805229" y="1028898"/>
                </a:lnTo>
                <a:lnTo>
                  <a:pt x="805407" y="1028890"/>
                </a:lnTo>
                <a:lnTo>
                  <a:pt x="805576" y="1028890"/>
                </a:lnTo>
                <a:lnTo>
                  <a:pt x="805754" y="1028890"/>
                </a:lnTo>
                <a:lnTo>
                  <a:pt x="805923" y="1028890"/>
                </a:lnTo>
                <a:lnTo>
                  <a:pt x="806092" y="1028881"/>
                </a:lnTo>
                <a:lnTo>
                  <a:pt x="806270" y="1028881"/>
                </a:lnTo>
                <a:lnTo>
                  <a:pt x="806439" y="1028881"/>
                </a:lnTo>
                <a:lnTo>
                  <a:pt x="806617" y="1028881"/>
                </a:lnTo>
                <a:lnTo>
                  <a:pt x="806786" y="1028872"/>
                </a:lnTo>
                <a:lnTo>
                  <a:pt x="806964" y="1028872"/>
                </a:lnTo>
                <a:lnTo>
                  <a:pt x="807133" y="1028872"/>
                </a:lnTo>
                <a:lnTo>
                  <a:pt x="807302" y="1028863"/>
                </a:lnTo>
                <a:lnTo>
                  <a:pt x="807480" y="1028863"/>
                </a:lnTo>
                <a:lnTo>
                  <a:pt x="807649" y="1028863"/>
                </a:lnTo>
                <a:lnTo>
                  <a:pt x="807827" y="1028854"/>
                </a:lnTo>
                <a:lnTo>
                  <a:pt x="807996" y="1028854"/>
                </a:lnTo>
                <a:lnTo>
                  <a:pt x="808174" y="1028854"/>
                </a:lnTo>
                <a:lnTo>
                  <a:pt x="808343" y="1028845"/>
                </a:lnTo>
                <a:lnTo>
                  <a:pt x="808512" y="1028845"/>
                </a:lnTo>
                <a:lnTo>
                  <a:pt x="808690" y="1028845"/>
                </a:lnTo>
                <a:lnTo>
                  <a:pt x="808859" y="1028836"/>
                </a:lnTo>
                <a:lnTo>
                  <a:pt x="809037" y="1028836"/>
                </a:lnTo>
                <a:lnTo>
                  <a:pt x="809206" y="1028827"/>
                </a:lnTo>
                <a:lnTo>
                  <a:pt x="809384" y="1028827"/>
                </a:lnTo>
                <a:lnTo>
                  <a:pt x="809553" y="1028827"/>
                </a:lnTo>
                <a:lnTo>
                  <a:pt x="809722" y="1028818"/>
                </a:lnTo>
                <a:lnTo>
                  <a:pt x="809900" y="1028818"/>
                </a:lnTo>
                <a:lnTo>
                  <a:pt x="810069" y="1028810"/>
                </a:lnTo>
                <a:lnTo>
                  <a:pt x="810247" y="1028810"/>
                </a:lnTo>
                <a:lnTo>
                  <a:pt x="810416" y="1028801"/>
                </a:lnTo>
                <a:lnTo>
                  <a:pt x="810594" y="1028801"/>
                </a:lnTo>
                <a:lnTo>
                  <a:pt x="810763" y="1028801"/>
                </a:lnTo>
                <a:lnTo>
                  <a:pt x="810932" y="1028792"/>
                </a:lnTo>
                <a:lnTo>
                  <a:pt x="811110" y="1028792"/>
                </a:lnTo>
                <a:lnTo>
                  <a:pt x="811279" y="1028783"/>
                </a:lnTo>
                <a:lnTo>
                  <a:pt x="811457" y="1028774"/>
                </a:lnTo>
                <a:lnTo>
                  <a:pt x="811626" y="1028774"/>
                </a:lnTo>
                <a:lnTo>
                  <a:pt x="811804" y="1028765"/>
                </a:lnTo>
                <a:lnTo>
                  <a:pt x="811973" y="1028765"/>
                </a:lnTo>
                <a:lnTo>
                  <a:pt x="812142" y="1028756"/>
                </a:lnTo>
                <a:lnTo>
                  <a:pt x="812320" y="1028756"/>
                </a:lnTo>
                <a:lnTo>
                  <a:pt x="812489" y="1028747"/>
                </a:lnTo>
                <a:lnTo>
                  <a:pt x="812667" y="1028738"/>
                </a:lnTo>
                <a:lnTo>
                  <a:pt x="812836" y="1028738"/>
                </a:lnTo>
                <a:lnTo>
                  <a:pt x="813014" y="1028729"/>
                </a:lnTo>
                <a:lnTo>
                  <a:pt x="813183" y="1028729"/>
                </a:lnTo>
                <a:lnTo>
                  <a:pt x="813352" y="1028721"/>
                </a:lnTo>
                <a:lnTo>
                  <a:pt x="813530" y="1028712"/>
                </a:lnTo>
                <a:lnTo>
                  <a:pt x="813699" y="1028712"/>
                </a:lnTo>
                <a:lnTo>
                  <a:pt x="813877" y="1028703"/>
                </a:lnTo>
                <a:lnTo>
                  <a:pt x="814046" y="1028694"/>
                </a:lnTo>
                <a:lnTo>
                  <a:pt x="814224" y="1028685"/>
                </a:lnTo>
                <a:lnTo>
                  <a:pt x="814393" y="1028685"/>
                </a:lnTo>
                <a:lnTo>
                  <a:pt x="814562" y="1028676"/>
                </a:lnTo>
                <a:lnTo>
                  <a:pt x="814740" y="1028667"/>
                </a:lnTo>
                <a:lnTo>
                  <a:pt x="814909" y="1028658"/>
                </a:lnTo>
                <a:lnTo>
                  <a:pt x="815087" y="1028649"/>
                </a:lnTo>
                <a:lnTo>
                  <a:pt x="815256" y="1028649"/>
                </a:lnTo>
                <a:lnTo>
                  <a:pt x="815434" y="1028640"/>
                </a:lnTo>
                <a:lnTo>
                  <a:pt x="815603" y="1028632"/>
                </a:lnTo>
                <a:lnTo>
                  <a:pt x="815772" y="1028623"/>
                </a:lnTo>
                <a:lnTo>
                  <a:pt x="815950" y="1028614"/>
                </a:lnTo>
                <a:lnTo>
                  <a:pt x="816119" y="1028605"/>
                </a:lnTo>
                <a:lnTo>
                  <a:pt x="816296" y="1028596"/>
                </a:lnTo>
                <a:lnTo>
                  <a:pt x="816465" y="1028587"/>
                </a:lnTo>
                <a:lnTo>
                  <a:pt x="816643" y="1028578"/>
                </a:lnTo>
                <a:lnTo>
                  <a:pt x="816812" y="1028569"/>
                </a:lnTo>
                <a:lnTo>
                  <a:pt x="816982" y="1028560"/>
                </a:lnTo>
                <a:lnTo>
                  <a:pt x="817159" y="1028551"/>
                </a:lnTo>
                <a:lnTo>
                  <a:pt x="817328" y="1028543"/>
                </a:lnTo>
                <a:lnTo>
                  <a:pt x="817506" y="1028534"/>
                </a:lnTo>
                <a:lnTo>
                  <a:pt x="817675" y="1028525"/>
                </a:lnTo>
                <a:lnTo>
                  <a:pt x="817853" y="1028516"/>
                </a:lnTo>
                <a:lnTo>
                  <a:pt x="818022" y="1028507"/>
                </a:lnTo>
                <a:lnTo>
                  <a:pt x="818191" y="1028498"/>
                </a:lnTo>
                <a:lnTo>
                  <a:pt x="818369" y="1028480"/>
                </a:lnTo>
                <a:lnTo>
                  <a:pt x="818538" y="1028471"/>
                </a:lnTo>
                <a:lnTo>
                  <a:pt x="818716" y="1028463"/>
                </a:lnTo>
                <a:lnTo>
                  <a:pt x="818885" y="1028454"/>
                </a:lnTo>
                <a:lnTo>
                  <a:pt x="819063" y="1028436"/>
                </a:lnTo>
                <a:lnTo>
                  <a:pt x="819232" y="1028427"/>
                </a:lnTo>
                <a:lnTo>
                  <a:pt x="819401" y="1028418"/>
                </a:lnTo>
                <a:lnTo>
                  <a:pt x="819579" y="1028400"/>
                </a:lnTo>
                <a:lnTo>
                  <a:pt x="819748" y="1028391"/>
                </a:lnTo>
                <a:lnTo>
                  <a:pt x="819926" y="1028383"/>
                </a:lnTo>
                <a:lnTo>
                  <a:pt x="820095" y="1028365"/>
                </a:lnTo>
                <a:lnTo>
                  <a:pt x="820273" y="1028356"/>
                </a:lnTo>
                <a:lnTo>
                  <a:pt x="820442" y="1028338"/>
                </a:lnTo>
                <a:lnTo>
                  <a:pt x="820611" y="1028329"/>
                </a:lnTo>
                <a:lnTo>
                  <a:pt x="820789" y="1028311"/>
                </a:lnTo>
                <a:lnTo>
                  <a:pt x="820958" y="1028302"/>
                </a:lnTo>
                <a:lnTo>
                  <a:pt x="821136" y="1028285"/>
                </a:lnTo>
                <a:lnTo>
                  <a:pt x="821305" y="1028267"/>
                </a:lnTo>
                <a:lnTo>
                  <a:pt x="821483" y="1028258"/>
                </a:lnTo>
                <a:lnTo>
                  <a:pt x="821652" y="1028240"/>
                </a:lnTo>
                <a:lnTo>
                  <a:pt x="821821" y="1028222"/>
                </a:lnTo>
                <a:lnTo>
                  <a:pt x="821999" y="1028213"/>
                </a:lnTo>
                <a:lnTo>
                  <a:pt x="822168" y="1028196"/>
                </a:lnTo>
                <a:lnTo>
                  <a:pt x="822346" y="1028178"/>
                </a:lnTo>
                <a:lnTo>
                  <a:pt x="822515" y="1028160"/>
                </a:lnTo>
                <a:lnTo>
                  <a:pt x="822693" y="1028142"/>
                </a:lnTo>
                <a:lnTo>
                  <a:pt x="822862" y="1028124"/>
                </a:lnTo>
                <a:lnTo>
                  <a:pt x="823031" y="1028107"/>
                </a:lnTo>
                <a:lnTo>
                  <a:pt x="823209" y="1028089"/>
                </a:lnTo>
                <a:lnTo>
                  <a:pt x="823378" y="1028071"/>
                </a:lnTo>
                <a:lnTo>
                  <a:pt x="823556" y="1028053"/>
                </a:lnTo>
                <a:lnTo>
                  <a:pt x="823725" y="1028036"/>
                </a:lnTo>
                <a:lnTo>
                  <a:pt x="823894" y="1028018"/>
                </a:lnTo>
                <a:lnTo>
                  <a:pt x="824072" y="1028000"/>
                </a:lnTo>
                <a:lnTo>
                  <a:pt x="824241" y="1027982"/>
                </a:lnTo>
                <a:lnTo>
                  <a:pt x="824419" y="1027964"/>
                </a:lnTo>
                <a:lnTo>
                  <a:pt x="824588" y="1027938"/>
                </a:lnTo>
                <a:lnTo>
                  <a:pt x="824766" y="1027920"/>
                </a:lnTo>
                <a:lnTo>
                  <a:pt x="824935" y="1027902"/>
                </a:lnTo>
                <a:lnTo>
                  <a:pt x="825104" y="1027875"/>
                </a:lnTo>
                <a:lnTo>
                  <a:pt x="825282" y="1027858"/>
                </a:lnTo>
                <a:lnTo>
                  <a:pt x="825451" y="1027831"/>
                </a:lnTo>
                <a:lnTo>
                  <a:pt x="825629" y="1027813"/>
                </a:lnTo>
                <a:lnTo>
                  <a:pt x="825798" y="1027786"/>
                </a:lnTo>
                <a:lnTo>
                  <a:pt x="825976" y="1027769"/>
                </a:lnTo>
                <a:lnTo>
                  <a:pt x="826145" y="1027742"/>
                </a:lnTo>
                <a:lnTo>
                  <a:pt x="826314" y="1027715"/>
                </a:lnTo>
                <a:lnTo>
                  <a:pt x="826492" y="1027697"/>
                </a:lnTo>
                <a:lnTo>
                  <a:pt x="826661" y="1027671"/>
                </a:lnTo>
                <a:lnTo>
                  <a:pt x="826839" y="1027644"/>
                </a:lnTo>
                <a:lnTo>
                  <a:pt x="827008" y="1027617"/>
                </a:lnTo>
                <a:lnTo>
                  <a:pt x="827186" y="1027591"/>
                </a:lnTo>
                <a:lnTo>
                  <a:pt x="827355" y="1027564"/>
                </a:lnTo>
                <a:lnTo>
                  <a:pt x="827524" y="1027537"/>
                </a:lnTo>
                <a:lnTo>
                  <a:pt x="827702" y="1027511"/>
                </a:lnTo>
                <a:lnTo>
                  <a:pt x="827871" y="1027484"/>
                </a:lnTo>
                <a:lnTo>
                  <a:pt x="828049" y="1027457"/>
                </a:lnTo>
                <a:lnTo>
                  <a:pt x="828218" y="1027431"/>
                </a:lnTo>
                <a:lnTo>
                  <a:pt x="828396" y="1027395"/>
                </a:lnTo>
                <a:lnTo>
                  <a:pt x="828565" y="1027368"/>
                </a:lnTo>
                <a:lnTo>
                  <a:pt x="828734" y="1027342"/>
                </a:lnTo>
                <a:lnTo>
                  <a:pt x="828912" y="1027306"/>
                </a:lnTo>
                <a:lnTo>
                  <a:pt x="829081" y="1027279"/>
                </a:lnTo>
                <a:lnTo>
                  <a:pt x="829259" y="1027244"/>
                </a:lnTo>
                <a:lnTo>
                  <a:pt x="829428" y="1027217"/>
                </a:lnTo>
                <a:lnTo>
                  <a:pt x="829606" y="1027182"/>
                </a:lnTo>
                <a:lnTo>
                  <a:pt x="829775" y="1027146"/>
                </a:lnTo>
                <a:lnTo>
                  <a:pt x="829944" y="1027110"/>
                </a:lnTo>
                <a:lnTo>
                  <a:pt x="830122" y="1027084"/>
                </a:lnTo>
                <a:lnTo>
                  <a:pt x="830291" y="1027048"/>
                </a:lnTo>
                <a:lnTo>
                  <a:pt x="830469" y="1027012"/>
                </a:lnTo>
                <a:lnTo>
                  <a:pt x="830638" y="1026977"/>
                </a:lnTo>
                <a:lnTo>
                  <a:pt x="830815" y="1026941"/>
                </a:lnTo>
                <a:lnTo>
                  <a:pt x="830985" y="1026906"/>
                </a:lnTo>
                <a:lnTo>
                  <a:pt x="831154" y="1026861"/>
                </a:lnTo>
                <a:lnTo>
                  <a:pt x="831332" y="1026826"/>
                </a:lnTo>
                <a:lnTo>
                  <a:pt x="831500" y="1026790"/>
                </a:lnTo>
                <a:lnTo>
                  <a:pt x="831678" y="1026754"/>
                </a:lnTo>
                <a:lnTo>
                  <a:pt x="831847" y="1026710"/>
                </a:lnTo>
                <a:lnTo>
                  <a:pt x="832025" y="1026674"/>
                </a:lnTo>
                <a:lnTo>
                  <a:pt x="832194" y="1026630"/>
                </a:lnTo>
                <a:lnTo>
                  <a:pt x="832364" y="1026585"/>
                </a:lnTo>
                <a:lnTo>
                  <a:pt x="832541" y="1026550"/>
                </a:lnTo>
                <a:lnTo>
                  <a:pt x="832710" y="1026505"/>
                </a:lnTo>
                <a:lnTo>
                  <a:pt x="832888" y="1026461"/>
                </a:lnTo>
                <a:lnTo>
                  <a:pt x="833057" y="1026416"/>
                </a:lnTo>
                <a:lnTo>
                  <a:pt x="833235" y="1026372"/>
                </a:lnTo>
                <a:lnTo>
                  <a:pt x="833404" y="1026327"/>
                </a:lnTo>
                <a:lnTo>
                  <a:pt x="833573" y="1026283"/>
                </a:lnTo>
                <a:lnTo>
                  <a:pt x="833751" y="1026238"/>
                </a:lnTo>
                <a:lnTo>
                  <a:pt x="833920" y="1026185"/>
                </a:lnTo>
                <a:lnTo>
                  <a:pt x="834098" y="1026141"/>
                </a:lnTo>
                <a:lnTo>
                  <a:pt x="834267" y="1026096"/>
                </a:lnTo>
                <a:lnTo>
                  <a:pt x="834445" y="1026043"/>
                </a:lnTo>
                <a:lnTo>
                  <a:pt x="834614" y="1025989"/>
                </a:lnTo>
                <a:lnTo>
                  <a:pt x="834783" y="1025945"/>
                </a:lnTo>
                <a:lnTo>
                  <a:pt x="834961" y="1025891"/>
                </a:lnTo>
                <a:lnTo>
                  <a:pt x="835130" y="1025838"/>
                </a:lnTo>
                <a:lnTo>
                  <a:pt x="835308" y="1025785"/>
                </a:lnTo>
                <a:lnTo>
                  <a:pt x="835477" y="1025731"/>
                </a:lnTo>
                <a:lnTo>
                  <a:pt x="835655" y="1025678"/>
                </a:lnTo>
                <a:lnTo>
                  <a:pt x="835824" y="1025625"/>
                </a:lnTo>
                <a:lnTo>
                  <a:pt x="835993" y="1025571"/>
                </a:lnTo>
                <a:lnTo>
                  <a:pt x="836171" y="1025509"/>
                </a:lnTo>
                <a:lnTo>
                  <a:pt x="836340" y="1025456"/>
                </a:lnTo>
                <a:lnTo>
                  <a:pt x="836518" y="1025393"/>
                </a:lnTo>
                <a:lnTo>
                  <a:pt x="836687" y="1025340"/>
                </a:lnTo>
                <a:lnTo>
                  <a:pt x="836865" y="1025278"/>
                </a:lnTo>
                <a:lnTo>
                  <a:pt x="837034" y="1025215"/>
                </a:lnTo>
                <a:lnTo>
                  <a:pt x="837203" y="1025153"/>
                </a:lnTo>
                <a:lnTo>
                  <a:pt x="837381" y="1025091"/>
                </a:lnTo>
                <a:lnTo>
                  <a:pt x="837550" y="1025029"/>
                </a:lnTo>
                <a:lnTo>
                  <a:pt x="837728" y="1024966"/>
                </a:lnTo>
                <a:lnTo>
                  <a:pt x="837897" y="1024904"/>
                </a:lnTo>
                <a:lnTo>
                  <a:pt x="838075" y="1024842"/>
                </a:lnTo>
                <a:lnTo>
                  <a:pt x="838244" y="1024771"/>
                </a:lnTo>
                <a:lnTo>
                  <a:pt x="838413" y="1024708"/>
                </a:lnTo>
                <a:lnTo>
                  <a:pt x="838591" y="1024637"/>
                </a:lnTo>
                <a:lnTo>
                  <a:pt x="838760" y="1024566"/>
                </a:lnTo>
                <a:lnTo>
                  <a:pt x="838938" y="1024495"/>
                </a:lnTo>
                <a:lnTo>
                  <a:pt x="839107" y="1024424"/>
                </a:lnTo>
                <a:lnTo>
                  <a:pt x="839285" y="1024352"/>
                </a:lnTo>
                <a:lnTo>
                  <a:pt x="839454" y="1024281"/>
                </a:lnTo>
                <a:lnTo>
                  <a:pt x="839623" y="1024210"/>
                </a:lnTo>
                <a:lnTo>
                  <a:pt x="839801" y="1024139"/>
                </a:lnTo>
                <a:lnTo>
                  <a:pt x="839970" y="1024059"/>
                </a:lnTo>
                <a:lnTo>
                  <a:pt x="840148" y="1023979"/>
                </a:lnTo>
                <a:lnTo>
                  <a:pt x="840317" y="1023908"/>
                </a:lnTo>
                <a:lnTo>
                  <a:pt x="840495" y="1023828"/>
                </a:lnTo>
                <a:lnTo>
                  <a:pt x="840664" y="1023747"/>
                </a:lnTo>
                <a:lnTo>
                  <a:pt x="840833" y="1023667"/>
                </a:lnTo>
                <a:lnTo>
                  <a:pt x="841011" y="1023587"/>
                </a:lnTo>
                <a:lnTo>
                  <a:pt x="841180" y="1023507"/>
                </a:lnTo>
                <a:lnTo>
                  <a:pt x="841358" y="1023418"/>
                </a:lnTo>
                <a:lnTo>
                  <a:pt x="841527" y="1023338"/>
                </a:lnTo>
                <a:lnTo>
                  <a:pt x="841705" y="1023249"/>
                </a:lnTo>
                <a:lnTo>
                  <a:pt x="841874" y="1023160"/>
                </a:lnTo>
                <a:lnTo>
                  <a:pt x="842043" y="1023080"/>
                </a:lnTo>
                <a:lnTo>
                  <a:pt x="842221" y="1022991"/>
                </a:lnTo>
                <a:lnTo>
                  <a:pt x="842390" y="1022902"/>
                </a:lnTo>
                <a:lnTo>
                  <a:pt x="842568" y="1022804"/>
                </a:lnTo>
                <a:lnTo>
                  <a:pt x="842737" y="1022715"/>
                </a:lnTo>
                <a:lnTo>
                  <a:pt x="842906" y="1022627"/>
                </a:lnTo>
                <a:lnTo>
                  <a:pt x="843084" y="1022529"/>
                </a:lnTo>
                <a:lnTo>
                  <a:pt x="843253" y="1022431"/>
                </a:lnTo>
                <a:lnTo>
                  <a:pt x="843431" y="1022333"/>
                </a:lnTo>
                <a:lnTo>
                  <a:pt x="843600" y="1022235"/>
                </a:lnTo>
                <a:lnTo>
                  <a:pt x="843778" y="1022137"/>
                </a:lnTo>
                <a:lnTo>
                  <a:pt x="843947" y="1022039"/>
                </a:lnTo>
                <a:lnTo>
                  <a:pt x="844116" y="1021941"/>
                </a:lnTo>
                <a:lnTo>
                  <a:pt x="844294" y="1021835"/>
                </a:lnTo>
                <a:lnTo>
                  <a:pt x="844463" y="1021737"/>
                </a:lnTo>
                <a:lnTo>
                  <a:pt x="844641" y="1021630"/>
                </a:lnTo>
                <a:lnTo>
                  <a:pt x="844810" y="1021523"/>
                </a:lnTo>
                <a:lnTo>
                  <a:pt x="844988" y="1021417"/>
                </a:lnTo>
                <a:lnTo>
                  <a:pt x="845157" y="1021310"/>
                </a:lnTo>
                <a:lnTo>
                  <a:pt x="845326" y="1021194"/>
                </a:lnTo>
                <a:lnTo>
                  <a:pt x="845503" y="1021087"/>
                </a:lnTo>
                <a:lnTo>
                  <a:pt x="845673" y="1020972"/>
                </a:lnTo>
                <a:lnTo>
                  <a:pt x="845850" y="1020865"/>
                </a:lnTo>
                <a:lnTo>
                  <a:pt x="846020" y="1020749"/>
                </a:lnTo>
                <a:lnTo>
                  <a:pt x="846197" y="1020634"/>
                </a:lnTo>
                <a:lnTo>
                  <a:pt x="846367" y="1020518"/>
                </a:lnTo>
                <a:lnTo>
                  <a:pt x="846536" y="1020394"/>
                </a:lnTo>
                <a:lnTo>
                  <a:pt x="846713" y="1020278"/>
                </a:lnTo>
                <a:lnTo>
                  <a:pt x="846882" y="1020153"/>
                </a:lnTo>
                <a:lnTo>
                  <a:pt x="847060" y="1020029"/>
                </a:lnTo>
                <a:lnTo>
                  <a:pt x="847229" y="1019904"/>
                </a:lnTo>
                <a:lnTo>
                  <a:pt x="847407" y="1019780"/>
                </a:lnTo>
                <a:lnTo>
                  <a:pt x="847576" y="1019655"/>
                </a:lnTo>
                <a:lnTo>
                  <a:pt x="847745" y="1019530"/>
                </a:lnTo>
                <a:lnTo>
                  <a:pt x="847923" y="1019397"/>
                </a:lnTo>
                <a:lnTo>
                  <a:pt x="848092" y="1019264"/>
                </a:lnTo>
                <a:lnTo>
                  <a:pt x="848270" y="1019139"/>
                </a:lnTo>
                <a:lnTo>
                  <a:pt x="848439" y="1019006"/>
                </a:lnTo>
                <a:lnTo>
                  <a:pt x="848617" y="1018863"/>
                </a:lnTo>
                <a:lnTo>
                  <a:pt x="848786" y="1018730"/>
                </a:lnTo>
                <a:lnTo>
                  <a:pt x="848955" y="1018596"/>
                </a:lnTo>
                <a:lnTo>
                  <a:pt x="849133" y="1018454"/>
                </a:lnTo>
                <a:lnTo>
                  <a:pt x="849302" y="1018312"/>
                </a:lnTo>
                <a:lnTo>
                  <a:pt x="849480" y="1018169"/>
                </a:lnTo>
                <a:lnTo>
                  <a:pt x="849649" y="1018027"/>
                </a:lnTo>
                <a:lnTo>
                  <a:pt x="849827" y="1017876"/>
                </a:lnTo>
                <a:lnTo>
                  <a:pt x="849996" y="1017733"/>
                </a:lnTo>
                <a:lnTo>
                  <a:pt x="850165" y="1017582"/>
                </a:lnTo>
                <a:lnTo>
                  <a:pt x="850343" y="1017431"/>
                </a:lnTo>
                <a:lnTo>
                  <a:pt x="850512" y="1017280"/>
                </a:lnTo>
                <a:lnTo>
                  <a:pt x="850690" y="1017128"/>
                </a:lnTo>
                <a:lnTo>
                  <a:pt x="850859" y="1016977"/>
                </a:lnTo>
                <a:lnTo>
                  <a:pt x="851037" y="1016817"/>
                </a:lnTo>
                <a:lnTo>
                  <a:pt x="851206" y="1016657"/>
                </a:lnTo>
                <a:lnTo>
                  <a:pt x="851375" y="1016497"/>
                </a:lnTo>
                <a:lnTo>
                  <a:pt x="851553" y="1016337"/>
                </a:lnTo>
                <a:lnTo>
                  <a:pt x="851722" y="1016177"/>
                </a:lnTo>
                <a:lnTo>
                  <a:pt x="851900" y="1016016"/>
                </a:lnTo>
                <a:lnTo>
                  <a:pt x="852069" y="1015847"/>
                </a:lnTo>
                <a:lnTo>
                  <a:pt x="852247" y="1015678"/>
                </a:lnTo>
                <a:lnTo>
                  <a:pt x="852416" y="1015509"/>
                </a:lnTo>
                <a:lnTo>
                  <a:pt x="852585" y="1015340"/>
                </a:lnTo>
                <a:lnTo>
                  <a:pt x="852763" y="1015162"/>
                </a:lnTo>
                <a:lnTo>
                  <a:pt x="852932" y="1014993"/>
                </a:lnTo>
                <a:lnTo>
                  <a:pt x="853110" y="1014815"/>
                </a:lnTo>
                <a:lnTo>
                  <a:pt x="853279" y="1014637"/>
                </a:lnTo>
                <a:lnTo>
                  <a:pt x="853457" y="1014460"/>
                </a:lnTo>
                <a:lnTo>
                  <a:pt x="853626" y="1014273"/>
                </a:lnTo>
                <a:lnTo>
                  <a:pt x="853795" y="1014095"/>
                </a:lnTo>
                <a:lnTo>
                  <a:pt x="853973" y="1013908"/>
                </a:lnTo>
                <a:lnTo>
                  <a:pt x="854142" y="1013721"/>
                </a:lnTo>
                <a:lnTo>
                  <a:pt x="854320" y="1013534"/>
                </a:lnTo>
                <a:lnTo>
                  <a:pt x="854489" y="1013347"/>
                </a:lnTo>
                <a:lnTo>
                  <a:pt x="854667" y="1013152"/>
                </a:lnTo>
                <a:lnTo>
                  <a:pt x="854836" y="1012956"/>
                </a:lnTo>
                <a:lnTo>
                  <a:pt x="855005" y="1012760"/>
                </a:lnTo>
                <a:lnTo>
                  <a:pt x="855183" y="1012565"/>
                </a:lnTo>
                <a:lnTo>
                  <a:pt x="855352" y="1012369"/>
                </a:lnTo>
                <a:lnTo>
                  <a:pt x="855530" y="1012164"/>
                </a:lnTo>
                <a:lnTo>
                  <a:pt x="855699" y="1011960"/>
                </a:lnTo>
                <a:lnTo>
                  <a:pt x="855877" y="1011755"/>
                </a:lnTo>
                <a:lnTo>
                  <a:pt x="856046" y="1011550"/>
                </a:lnTo>
                <a:lnTo>
                  <a:pt x="856215" y="1011346"/>
                </a:lnTo>
                <a:lnTo>
                  <a:pt x="856393" y="1011132"/>
                </a:lnTo>
                <a:lnTo>
                  <a:pt x="856562" y="1010919"/>
                </a:lnTo>
                <a:lnTo>
                  <a:pt x="856740" y="1010705"/>
                </a:lnTo>
                <a:lnTo>
                  <a:pt x="856909" y="1010492"/>
                </a:lnTo>
                <a:lnTo>
                  <a:pt x="857087" y="1010269"/>
                </a:lnTo>
                <a:lnTo>
                  <a:pt x="857256" y="1010047"/>
                </a:lnTo>
                <a:lnTo>
                  <a:pt x="857425" y="1009825"/>
                </a:lnTo>
                <a:lnTo>
                  <a:pt x="857603" y="1009602"/>
                </a:lnTo>
                <a:lnTo>
                  <a:pt x="857772" y="1009380"/>
                </a:lnTo>
                <a:lnTo>
                  <a:pt x="857950" y="1009148"/>
                </a:lnTo>
                <a:lnTo>
                  <a:pt x="858119" y="1008917"/>
                </a:lnTo>
                <a:lnTo>
                  <a:pt x="858297" y="1008686"/>
                </a:lnTo>
                <a:lnTo>
                  <a:pt x="858466" y="1008454"/>
                </a:lnTo>
                <a:lnTo>
                  <a:pt x="858635" y="1008214"/>
                </a:lnTo>
                <a:lnTo>
                  <a:pt x="858813" y="1007974"/>
                </a:lnTo>
                <a:lnTo>
                  <a:pt x="858982" y="1007734"/>
                </a:lnTo>
                <a:lnTo>
                  <a:pt x="859160" y="1007494"/>
                </a:lnTo>
                <a:lnTo>
                  <a:pt x="859329" y="1007253"/>
                </a:lnTo>
                <a:lnTo>
                  <a:pt x="859506" y="1007004"/>
                </a:lnTo>
                <a:lnTo>
                  <a:pt x="859676" y="1006755"/>
                </a:lnTo>
                <a:lnTo>
                  <a:pt x="859845" y="1006506"/>
                </a:lnTo>
                <a:lnTo>
                  <a:pt x="860023" y="1006248"/>
                </a:lnTo>
                <a:lnTo>
                  <a:pt x="860192" y="1005999"/>
                </a:lnTo>
                <a:lnTo>
                  <a:pt x="860370" y="1005741"/>
                </a:lnTo>
                <a:lnTo>
                  <a:pt x="860539" y="1005483"/>
                </a:lnTo>
                <a:lnTo>
                  <a:pt x="860717" y="1005216"/>
                </a:lnTo>
                <a:lnTo>
                  <a:pt x="860885" y="1004958"/>
                </a:lnTo>
                <a:lnTo>
                  <a:pt x="861055" y="1004691"/>
                </a:lnTo>
                <a:lnTo>
                  <a:pt x="861232" y="1004424"/>
                </a:lnTo>
                <a:lnTo>
                  <a:pt x="861401" y="1004149"/>
                </a:lnTo>
                <a:lnTo>
                  <a:pt x="861579" y="1003873"/>
                </a:lnTo>
                <a:lnTo>
                  <a:pt x="861748" y="1003606"/>
                </a:lnTo>
                <a:lnTo>
                  <a:pt x="861917" y="1003321"/>
                </a:lnTo>
                <a:lnTo>
                  <a:pt x="862095" y="1003045"/>
                </a:lnTo>
                <a:lnTo>
                  <a:pt x="862264" y="1002761"/>
                </a:lnTo>
                <a:lnTo>
                  <a:pt x="862442" y="1002485"/>
                </a:lnTo>
                <a:lnTo>
                  <a:pt x="862611" y="1002191"/>
                </a:lnTo>
                <a:lnTo>
                  <a:pt x="862789" y="1001907"/>
                </a:lnTo>
                <a:lnTo>
                  <a:pt x="862958" y="1001613"/>
                </a:lnTo>
                <a:lnTo>
                  <a:pt x="863127" y="1001319"/>
                </a:lnTo>
                <a:lnTo>
                  <a:pt x="863305" y="1001026"/>
                </a:lnTo>
                <a:lnTo>
                  <a:pt x="863474" y="1000732"/>
                </a:lnTo>
                <a:lnTo>
                  <a:pt x="863652" y="1000430"/>
                </a:lnTo>
                <a:lnTo>
                  <a:pt x="863821" y="1000127"/>
                </a:lnTo>
                <a:lnTo>
                  <a:pt x="863999" y="999825"/>
                </a:lnTo>
                <a:lnTo>
                  <a:pt x="864168" y="999513"/>
                </a:lnTo>
                <a:lnTo>
                  <a:pt x="864337" y="999211"/>
                </a:lnTo>
                <a:lnTo>
                  <a:pt x="864515" y="998900"/>
                </a:lnTo>
                <a:lnTo>
                  <a:pt x="864684" y="998579"/>
                </a:lnTo>
                <a:lnTo>
                  <a:pt x="864862" y="998268"/>
                </a:lnTo>
                <a:lnTo>
                  <a:pt x="865031" y="997948"/>
                </a:lnTo>
                <a:lnTo>
                  <a:pt x="865209" y="997627"/>
                </a:lnTo>
                <a:lnTo>
                  <a:pt x="865378" y="997307"/>
                </a:lnTo>
                <a:lnTo>
                  <a:pt x="865547" y="996978"/>
                </a:lnTo>
                <a:lnTo>
                  <a:pt x="865725" y="996649"/>
                </a:lnTo>
                <a:lnTo>
                  <a:pt x="865894" y="996320"/>
                </a:lnTo>
                <a:lnTo>
                  <a:pt x="866072" y="995982"/>
                </a:lnTo>
                <a:lnTo>
                  <a:pt x="866241" y="995652"/>
                </a:lnTo>
                <a:lnTo>
                  <a:pt x="866419" y="995314"/>
                </a:lnTo>
                <a:lnTo>
                  <a:pt x="866588" y="994967"/>
                </a:lnTo>
                <a:lnTo>
                  <a:pt x="866757" y="994629"/>
                </a:lnTo>
                <a:lnTo>
                  <a:pt x="866935" y="994282"/>
                </a:lnTo>
                <a:lnTo>
                  <a:pt x="867104" y="993935"/>
                </a:lnTo>
                <a:lnTo>
                  <a:pt x="867282" y="993580"/>
                </a:lnTo>
                <a:lnTo>
                  <a:pt x="867451" y="993233"/>
                </a:lnTo>
                <a:lnTo>
                  <a:pt x="867629" y="992877"/>
                </a:lnTo>
                <a:lnTo>
                  <a:pt x="867798" y="992512"/>
                </a:lnTo>
                <a:lnTo>
                  <a:pt x="867967" y="992156"/>
                </a:lnTo>
                <a:lnTo>
                  <a:pt x="868145" y="991791"/>
                </a:lnTo>
                <a:lnTo>
                  <a:pt x="868314" y="991427"/>
                </a:lnTo>
                <a:lnTo>
                  <a:pt x="868492" y="991053"/>
                </a:lnTo>
                <a:lnTo>
                  <a:pt x="868661" y="990688"/>
                </a:lnTo>
                <a:lnTo>
                  <a:pt x="868839" y="990315"/>
                </a:lnTo>
                <a:lnTo>
                  <a:pt x="869008" y="989932"/>
                </a:lnTo>
                <a:lnTo>
                  <a:pt x="869177" y="989558"/>
                </a:lnTo>
                <a:lnTo>
                  <a:pt x="869355" y="989176"/>
                </a:lnTo>
                <a:lnTo>
                  <a:pt x="869524" y="988793"/>
                </a:lnTo>
                <a:lnTo>
                  <a:pt x="869702" y="988402"/>
                </a:lnTo>
                <a:lnTo>
                  <a:pt x="869871" y="988010"/>
                </a:lnTo>
                <a:lnTo>
                  <a:pt x="870049" y="987619"/>
                </a:lnTo>
                <a:lnTo>
                  <a:pt x="870218" y="987228"/>
                </a:lnTo>
                <a:lnTo>
                  <a:pt x="870387" y="986827"/>
                </a:lnTo>
                <a:lnTo>
                  <a:pt x="870565" y="986427"/>
                </a:lnTo>
                <a:lnTo>
                  <a:pt x="870734" y="986027"/>
                </a:lnTo>
                <a:lnTo>
                  <a:pt x="870912" y="985626"/>
                </a:lnTo>
                <a:lnTo>
                  <a:pt x="871081" y="985217"/>
                </a:lnTo>
                <a:lnTo>
                  <a:pt x="871259" y="984808"/>
                </a:lnTo>
                <a:lnTo>
                  <a:pt x="871428" y="984390"/>
                </a:lnTo>
                <a:lnTo>
                  <a:pt x="871597" y="983971"/>
                </a:lnTo>
                <a:lnTo>
                  <a:pt x="871775" y="983553"/>
                </a:lnTo>
                <a:lnTo>
                  <a:pt x="871944" y="983135"/>
                </a:lnTo>
                <a:lnTo>
                  <a:pt x="872122" y="982708"/>
                </a:lnTo>
                <a:lnTo>
                  <a:pt x="872291" y="982281"/>
                </a:lnTo>
                <a:lnTo>
                  <a:pt x="872469" y="981854"/>
                </a:lnTo>
                <a:lnTo>
                  <a:pt x="872638" y="981418"/>
                </a:lnTo>
                <a:lnTo>
                  <a:pt x="872807" y="980982"/>
                </a:lnTo>
                <a:lnTo>
                  <a:pt x="872985" y="980546"/>
                </a:lnTo>
                <a:lnTo>
                  <a:pt x="873154" y="980110"/>
                </a:lnTo>
                <a:lnTo>
                  <a:pt x="873332" y="979666"/>
                </a:lnTo>
                <a:lnTo>
                  <a:pt x="873501" y="979221"/>
                </a:lnTo>
                <a:lnTo>
                  <a:pt x="873679" y="978767"/>
                </a:lnTo>
                <a:lnTo>
                  <a:pt x="873848" y="978313"/>
                </a:lnTo>
                <a:lnTo>
                  <a:pt x="874017" y="977860"/>
                </a:lnTo>
                <a:lnTo>
                  <a:pt x="874195" y="977406"/>
                </a:lnTo>
                <a:lnTo>
                  <a:pt x="874364" y="976943"/>
                </a:lnTo>
                <a:lnTo>
                  <a:pt x="874542" y="976481"/>
                </a:lnTo>
                <a:lnTo>
                  <a:pt x="874711" y="976018"/>
                </a:lnTo>
                <a:lnTo>
                  <a:pt x="874888" y="975546"/>
                </a:lnTo>
                <a:lnTo>
                  <a:pt x="875058" y="975075"/>
                </a:lnTo>
                <a:lnTo>
                  <a:pt x="875227" y="974595"/>
                </a:lnTo>
                <a:lnTo>
                  <a:pt x="875404" y="974123"/>
                </a:lnTo>
                <a:lnTo>
                  <a:pt x="875574" y="973643"/>
                </a:lnTo>
                <a:lnTo>
                  <a:pt x="875751" y="973162"/>
                </a:lnTo>
                <a:lnTo>
                  <a:pt x="875921" y="972673"/>
                </a:lnTo>
                <a:lnTo>
                  <a:pt x="876098" y="972184"/>
                </a:lnTo>
                <a:lnTo>
                  <a:pt x="876267" y="971694"/>
                </a:lnTo>
                <a:lnTo>
                  <a:pt x="876436" y="971196"/>
                </a:lnTo>
                <a:lnTo>
                  <a:pt x="876614" y="970698"/>
                </a:lnTo>
                <a:lnTo>
                  <a:pt x="876783" y="970200"/>
                </a:lnTo>
                <a:lnTo>
                  <a:pt x="876961" y="969693"/>
                </a:lnTo>
                <a:lnTo>
                  <a:pt x="877130" y="969194"/>
                </a:lnTo>
                <a:lnTo>
                  <a:pt x="877308" y="968678"/>
                </a:lnTo>
                <a:lnTo>
                  <a:pt x="877477" y="968171"/>
                </a:lnTo>
                <a:lnTo>
                  <a:pt x="877646" y="967655"/>
                </a:lnTo>
                <a:lnTo>
                  <a:pt x="877824" y="967139"/>
                </a:lnTo>
                <a:lnTo>
                  <a:pt x="877993" y="966614"/>
                </a:lnTo>
                <a:lnTo>
                  <a:pt x="878171" y="966090"/>
                </a:lnTo>
                <a:lnTo>
                  <a:pt x="878340" y="965565"/>
                </a:lnTo>
                <a:lnTo>
                  <a:pt x="878518" y="965040"/>
                </a:lnTo>
                <a:lnTo>
                  <a:pt x="878687" y="964506"/>
                </a:lnTo>
                <a:lnTo>
                  <a:pt x="878856" y="963972"/>
                </a:lnTo>
                <a:lnTo>
                  <a:pt x="879034" y="963430"/>
                </a:lnTo>
                <a:lnTo>
                  <a:pt x="879203" y="962887"/>
                </a:lnTo>
                <a:lnTo>
                  <a:pt x="879381" y="962344"/>
                </a:lnTo>
                <a:lnTo>
                  <a:pt x="879550" y="961802"/>
                </a:lnTo>
                <a:lnTo>
                  <a:pt x="879728" y="961250"/>
                </a:lnTo>
                <a:lnTo>
                  <a:pt x="879897" y="960698"/>
                </a:lnTo>
                <a:lnTo>
                  <a:pt x="880066" y="960138"/>
                </a:lnTo>
                <a:lnTo>
                  <a:pt x="880244" y="959577"/>
                </a:lnTo>
                <a:lnTo>
                  <a:pt x="880413" y="959017"/>
                </a:lnTo>
                <a:lnTo>
                  <a:pt x="880591" y="958456"/>
                </a:lnTo>
                <a:lnTo>
                  <a:pt x="880760" y="957887"/>
                </a:lnTo>
                <a:lnTo>
                  <a:pt x="880929" y="957318"/>
                </a:lnTo>
                <a:lnTo>
                  <a:pt x="881107" y="956739"/>
                </a:lnTo>
                <a:lnTo>
                  <a:pt x="881276" y="956161"/>
                </a:lnTo>
                <a:lnTo>
                  <a:pt x="881454" y="955583"/>
                </a:lnTo>
                <a:lnTo>
                  <a:pt x="881623" y="955005"/>
                </a:lnTo>
                <a:lnTo>
                  <a:pt x="881801" y="954417"/>
                </a:lnTo>
                <a:lnTo>
                  <a:pt x="881970" y="953830"/>
                </a:lnTo>
                <a:lnTo>
                  <a:pt x="882139" y="953234"/>
                </a:lnTo>
                <a:lnTo>
                  <a:pt x="882317" y="952638"/>
                </a:lnTo>
                <a:lnTo>
                  <a:pt x="882486" y="952042"/>
                </a:lnTo>
                <a:lnTo>
                  <a:pt x="882664" y="951446"/>
                </a:lnTo>
                <a:lnTo>
                  <a:pt x="882833" y="950841"/>
                </a:lnTo>
                <a:lnTo>
                  <a:pt x="883011" y="950236"/>
                </a:lnTo>
                <a:lnTo>
                  <a:pt x="883180" y="949622"/>
                </a:lnTo>
                <a:lnTo>
                  <a:pt x="883349" y="949008"/>
                </a:lnTo>
                <a:lnTo>
                  <a:pt x="883527" y="948395"/>
                </a:lnTo>
                <a:lnTo>
                  <a:pt x="883696" y="947772"/>
                </a:lnTo>
                <a:lnTo>
                  <a:pt x="883874" y="947149"/>
                </a:lnTo>
                <a:lnTo>
                  <a:pt x="884043" y="946526"/>
                </a:lnTo>
                <a:lnTo>
                  <a:pt x="884221" y="945903"/>
                </a:lnTo>
                <a:lnTo>
                  <a:pt x="884390" y="945272"/>
                </a:lnTo>
                <a:lnTo>
                  <a:pt x="884559" y="944631"/>
                </a:lnTo>
                <a:lnTo>
                  <a:pt x="884737" y="944000"/>
                </a:lnTo>
                <a:lnTo>
                  <a:pt x="884906" y="943359"/>
                </a:lnTo>
                <a:lnTo>
                  <a:pt x="885084" y="942710"/>
                </a:lnTo>
                <a:lnTo>
                  <a:pt x="885253" y="942069"/>
                </a:lnTo>
                <a:lnTo>
                  <a:pt x="885431" y="941420"/>
                </a:lnTo>
                <a:lnTo>
                  <a:pt x="885600" y="940761"/>
                </a:lnTo>
                <a:lnTo>
                  <a:pt x="885769" y="940112"/>
                </a:lnTo>
                <a:lnTo>
                  <a:pt x="885947" y="939454"/>
                </a:lnTo>
                <a:lnTo>
                  <a:pt x="886116" y="938786"/>
                </a:lnTo>
                <a:lnTo>
                  <a:pt x="886294" y="938128"/>
                </a:lnTo>
                <a:lnTo>
                  <a:pt x="886463" y="937461"/>
                </a:lnTo>
                <a:lnTo>
                  <a:pt x="886641" y="936785"/>
                </a:lnTo>
                <a:lnTo>
                  <a:pt x="886810" y="936117"/>
                </a:lnTo>
                <a:lnTo>
                  <a:pt x="886979" y="935432"/>
                </a:lnTo>
                <a:lnTo>
                  <a:pt x="887157" y="934756"/>
                </a:lnTo>
                <a:lnTo>
                  <a:pt x="887326" y="934071"/>
                </a:lnTo>
                <a:lnTo>
                  <a:pt x="887504" y="933386"/>
                </a:lnTo>
                <a:lnTo>
                  <a:pt x="887673" y="932701"/>
                </a:lnTo>
                <a:lnTo>
                  <a:pt x="887851" y="932007"/>
                </a:lnTo>
                <a:lnTo>
                  <a:pt x="888020" y="931313"/>
                </a:lnTo>
                <a:lnTo>
                  <a:pt x="888189" y="930611"/>
                </a:lnTo>
                <a:lnTo>
                  <a:pt x="888367" y="929917"/>
                </a:lnTo>
                <a:lnTo>
                  <a:pt x="888536" y="929205"/>
                </a:lnTo>
                <a:lnTo>
                  <a:pt x="888714" y="928502"/>
                </a:lnTo>
                <a:lnTo>
                  <a:pt x="888883" y="927790"/>
                </a:lnTo>
                <a:lnTo>
                  <a:pt x="889061" y="927079"/>
                </a:lnTo>
                <a:lnTo>
                  <a:pt x="889230" y="926358"/>
                </a:lnTo>
                <a:lnTo>
                  <a:pt x="889399" y="925646"/>
                </a:lnTo>
                <a:lnTo>
                  <a:pt x="889577" y="924917"/>
                </a:lnTo>
                <a:lnTo>
                  <a:pt x="889746" y="924196"/>
                </a:lnTo>
                <a:lnTo>
                  <a:pt x="889924" y="923467"/>
                </a:lnTo>
                <a:lnTo>
                  <a:pt x="890092" y="922737"/>
                </a:lnTo>
                <a:lnTo>
                  <a:pt x="890270" y="921999"/>
                </a:lnTo>
                <a:lnTo>
                  <a:pt x="890439" y="921260"/>
                </a:lnTo>
                <a:lnTo>
                  <a:pt x="890609" y="920522"/>
                </a:lnTo>
                <a:lnTo>
                  <a:pt x="890786" y="919775"/>
                </a:lnTo>
                <a:lnTo>
                  <a:pt x="890956" y="919027"/>
                </a:lnTo>
                <a:lnTo>
                  <a:pt x="891133" y="918280"/>
                </a:lnTo>
                <a:lnTo>
                  <a:pt x="891303" y="917533"/>
                </a:lnTo>
                <a:lnTo>
                  <a:pt x="891480" y="916776"/>
                </a:lnTo>
                <a:lnTo>
                  <a:pt x="891649" y="916011"/>
                </a:lnTo>
                <a:lnTo>
                  <a:pt x="891818" y="915255"/>
                </a:lnTo>
                <a:lnTo>
                  <a:pt x="891996" y="914490"/>
                </a:lnTo>
                <a:lnTo>
                  <a:pt x="892165" y="913716"/>
                </a:lnTo>
                <a:lnTo>
                  <a:pt x="892343" y="912951"/>
                </a:lnTo>
                <a:lnTo>
                  <a:pt x="892512" y="912177"/>
                </a:lnTo>
                <a:lnTo>
                  <a:pt x="892690" y="911394"/>
                </a:lnTo>
                <a:lnTo>
                  <a:pt x="892859" y="910620"/>
                </a:lnTo>
                <a:lnTo>
                  <a:pt x="893028" y="909837"/>
                </a:lnTo>
                <a:lnTo>
                  <a:pt x="893206" y="909046"/>
                </a:lnTo>
                <a:lnTo>
                  <a:pt x="893375" y="908263"/>
                </a:lnTo>
                <a:lnTo>
                  <a:pt x="893553" y="907471"/>
                </a:lnTo>
                <a:lnTo>
                  <a:pt x="893722" y="906670"/>
                </a:lnTo>
                <a:lnTo>
                  <a:pt x="893900" y="905869"/>
                </a:lnTo>
                <a:lnTo>
                  <a:pt x="894069" y="905069"/>
                </a:lnTo>
                <a:lnTo>
                  <a:pt x="894238" y="904268"/>
                </a:lnTo>
                <a:lnTo>
                  <a:pt x="894416" y="903459"/>
                </a:lnTo>
                <a:lnTo>
                  <a:pt x="894585" y="902649"/>
                </a:lnTo>
                <a:lnTo>
                  <a:pt x="894763" y="901839"/>
                </a:lnTo>
                <a:lnTo>
                  <a:pt x="894932" y="901021"/>
                </a:lnTo>
                <a:lnTo>
                  <a:pt x="895110" y="900202"/>
                </a:lnTo>
                <a:lnTo>
                  <a:pt x="895279" y="899384"/>
                </a:lnTo>
                <a:lnTo>
                  <a:pt x="895448" y="898557"/>
                </a:lnTo>
                <a:lnTo>
                  <a:pt x="895626" y="897729"/>
                </a:lnTo>
                <a:lnTo>
                  <a:pt x="895795" y="896902"/>
                </a:lnTo>
                <a:lnTo>
                  <a:pt x="895973" y="896066"/>
                </a:lnTo>
                <a:lnTo>
                  <a:pt x="896142" y="895229"/>
                </a:lnTo>
                <a:lnTo>
                  <a:pt x="896320" y="894384"/>
                </a:lnTo>
                <a:lnTo>
                  <a:pt x="896489" y="893548"/>
                </a:lnTo>
                <a:lnTo>
                  <a:pt x="896658" y="892703"/>
                </a:lnTo>
                <a:lnTo>
                  <a:pt x="896836" y="891849"/>
                </a:lnTo>
                <a:lnTo>
                  <a:pt x="897005" y="891003"/>
                </a:lnTo>
                <a:lnTo>
                  <a:pt x="897183" y="890149"/>
                </a:lnTo>
                <a:lnTo>
                  <a:pt x="897352" y="889287"/>
                </a:lnTo>
                <a:lnTo>
                  <a:pt x="897530" y="888424"/>
                </a:lnTo>
                <a:lnTo>
                  <a:pt x="897699" y="887561"/>
                </a:lnTo>
                <a:lnTo>
                  <a:pt x="897868" y="886698"/>
                </a:lnTo>
                <a:lnTo>
                  <a:pt x="898046" y="885826"/>
                </a:lnTo>
                <a:lnTo>
                  <a:pt x="898215" y="884954"/>
                </a:lnTo>
                <a:lnTo>
                  <a:pt x="898393" y="884082"/>
                </a:lnTo>
                <a:lnTo>
                  <a:pt x="898562" y="883201"/>
                </a:lnTo>
                <a:lnTo>
                  <a:pt x="898740" y="882321"/>
                </a:lnTo>
                <a:lnTo>
                  <a:pt x="898909" y="881440"/>
                </a:lnTo>
                <a:lnTo>
                  <a:pt x="899078" y="880559"/>
                </a:lnTo>
                <a:lnTo>
                  <a:pt x="899256" y="879669"/>
                </a:lnTo>
                <a:lnTo>
                  <a:pt x="899425" y="878771"/>
                </a:lnTo>
                <a:lnTo>
                  <a:pt x="899603" y="877881"/>
                </a:lnTo>
                <a:lnTo>
                  <a:pt x="899772" y="876983"/>
                </a:lnTo>
                <a:lnTo>
                  <a:pt x="899941" y="876084"/>
                </a:lnTo>
                <a:lnTo>
                  <a:pt x="900119" y="875177"/>
                </a:lnTo>
                <a:lnTo>
                  <a:pt x="900288" y="874269"/>
                </a:lnTo>
                <a:lnTo>
                  <a:pt x="900466" y="873362"/>
                </a:lnTo>
                <a:lnTo>
                  <a:pt x="900635" y="872446"/>
                </a:lnTo>
                <a:lnTo>
                  <a:pt x="900813" y="871538"/>
                </a:lnTo>
                <a:lnTo>
                  <a:pt x="900982" y="870613"/>
                </a:lnTo>
                <a:lnTo>
                  <a:pt x="901151" y="869697"/>
                </a:lnTo>
                <a:lnTo>
                  <a:pt x="901329" y="868771"/>
                </a:lnTo>
                <a:lnTo>
                  <a:pt x="901498" y="867846"/>
                </a:lnTo>
                <a:lnTo>
                  <a:pt x="901676" y="866921"/>
                </a:lnTo>
                <a:lnTo>
                  <a:pt x="901845" y="865987"/>
                </a:lnTo>
                <a:lnTo>
                  <a:pt x="902023" y="865053"/>
                </a:lnTo>
                <a:lnTo>
                  <a:pt x="902192" y="864110"/>
                </a:lnTo>
                <a:lnTo>
                  <a:pt x="902361" y="863175"/>
                </a:lnTo>
                <a:lnTo>
                  <a:pt x="902539" y="862232"/>
                </a:lnTo>
                <a:lnTo>
                  <a:pt x="902708" y="861289"/>
                </a:lnTo>
                <a:lnTo>
                  <a:pt x="902886" y="860337"/>
                </a:lnTo>
                <a:lnTo>
                  <a:pt x="903055" y="859385"/>
                </a:lnTo>
                <a:lnTo>
                  <a:pt x="903233" y="858434"/>
                </a:lnTo>
                <a:lnTo>
                  <a:pt x="903402" y="857473"/>
                </a:lnTo>
                <a:lnTo>
                  <a:pt x="903571" y="856512"/>
                </a:lnTo>
                <a:lnTo>
                  <a:pt x="903749" y="855551"/>
                </a:lnTo>
                <a:lnTo>
                  <a:pt x="903918" y="854590"/>
                </a:lnTo>
                <a:lnTo>
                  <a:pt x="904095" y="853621"/>
                </a:lnTo>
                <a:lnTo>
                  <a:pt x="904265" y="852651"/>
                </a:lnTo>
                <a:lnTo>
                  <a:pt x="904442" y="851681"/>
                </a:lnTo>
                <a:lnTo>
                  <a:pt x="904612" y="850703"/>
                </a:lnTo>
                <a:lnTo>
                  <a:pt x="904781" y="849724"/>
                </a:lnTo>
                <a:lnTo>
                  <a:pt x="904959" y="848745"/>
                </a:lnTo>
                <a:lnTo>
                  <a:pt x="905128" y="847758"/>
                </a:lnTo>
                <a:lnTo>
                  <a:pt x="905306" y="846770"/>
                </a:lnTo>
                <a:lnTo>
                  <a:pt x="905474" y="845783"/>
                </a:lnTo>
                <a:lnTo>
                  <a:pt x="905652" y="844795"/>
                </a:lnTo>
                <a:lnTo>
                  <a:pt x="905821" y="843799"/>
                </a:lnTo>
                <a:lnTo>
                  <a:pt x="905990" y="842803"/>
                </a:lnTo>
                <a:lnTo>
                  <a:pt x="906168" y="841806"/>
                </a:lnTo>
                <a:lnTo>
                  <a:pt x="906337" y="840801"/>
                </a:lnTo>
                <a:lnTo>
                  <a:pt x="906515" y="839796"/>
                </a:lnTo>
                <a:lnTo>
                  <a:pt x="906684" y="838790"/>
                </a:lnTo>
                <a:lnTo>
                  <a:pt x="906862" y="837785"/>
                </a:lnTo>
                <a:lnTo>
                  <a:pt x="907031" y="836771"/>
                </a:lnTo>
                <a:lnTo>
                  <a:pt x="907200" y="835757"/>
                </a:lnTo>
                <a:lnTo>
                  <a:pt x="907378" y="834733"/>
                </a:lnTo>
                <a:lnTo>
                  <a:pt x="907547" y="833719"/>
                </a:lnTo>
                <a:lnTo>
                  <a:pt x="907725" y="832696"/>
                </a:lnTo>
                <a:lnTo>
                  <a:pt x="907894" y="831664"/>
                </a:lnTo>
                <a:lnTo>
                  <a:pt x="908072" y="830641"/>
                </a:lnTo>
                <a:lnTo>
                  <a:pt x="908241" y="829609"/>
                </a:lnTo>
                <a:lnTo>
                  <a:pt x="908410" y="828577"/>
                </a:lnTo>
                <a:lnTo>
                  <a:pt x="908588" y="827545"/>
                </a:lnTo>
                <a:lnTo>
                  <a:pt x="908757" y="826504"/>
                </a:lnTo>
                <a:lnTo>
                  <a:pt x="908935" y="825463"/>
                </a:lnTo>
                <a:lnTo>
                  <a:pt x="909104" y="824422"/>
                </a:lnTo>
                <a:lnTo>
                  <a:pt x="909282" y="823373"/>
                </a:lnTo>
                <a:lnTo>
                  <a:pt x="909451" y="822332"/>
                </a:lnTo>
                <a:lnTo>
                  <a:pt x="909620" y="821282"/>
                </a:lnTo>
                <a:lnTo>
                  <a:pt x="909798" y="820223"/>
                </a:lnTo>
                <a:lnTo>
                  <a:pt x="909967" y="819174"/>
                </a:lnTo>
                <a:lnTo>
                  <a:pt x="910145" y="818115"/>
                </a:lnTo>
                <a:lnTo>
                  <a:pt x="910314" y="817056"/>
                </a:lnTo>
                <a:lnTo>
                  <a:pt x="910492" y="815989"/>
                </a:lnTo>
                <a:lnTo>
                  <a:pt x="910661" y="814930"/>
                </a:lnTo>
                <a:lnTo>
                  <a:pt x="910830" y="813862"/>
                </a:lnTo>
                <a:lnTo>
                  <a:pt x="911008" y="812786"/>
                </a:lnTo>
                <a:lnTo>
                  <a:pt x="911177" y="811718"/>
                </a:lnTo>
                <a:lnTo>
                  <a:pt x="911355" y="810642"/>
                </a:lnTo>
                <a:lnTo>
                  <a:pt x="911524" y="809565"/>
                </a:lnTo>
                <a:lnTo>
                  <a:pt x="911702" y="808489"/>
                </a:lnTo>
                <a:lnTo>
                  <a:pt x="911871" y="807404"/>
                </a:lnTo>
                <a:lnTo>
                  <a:pt x="912040" y="806327"/>
                </a:lnTo>
                <a:lnTo>
                  <a:pt x="912218" y="805233"/>
                </a:lnTo>
                <a:lnTo>
                  <a:pt x="912387" y="804147"/>
                </a:lnTo>
                <a:lnTo>
                  <a:pt x="912565" y="803062"/>
                </a:lnTo>
                <a:lnTo>
                  <a:pt x="912734" y="801968"/>
                </a:lnTo>
                <a:lnTo>
                  <a:pt x="912912" y="800874"/>
                </a:lnTo>
                <a:lnTo>
                  <a:pt x="913081" y="799770"/>
                </a:lnTo>
                <a:lnTo>
                  <a:pt x="913250" y="798676"/>
                </a:lnTo>
                <a:lnTo>
                  <a:pt x="913428" y="797573"/>
                </a:lnTo>
                <a:lnTo>
                  <a:pt x="913597" y="796470"/>
                </a:lnTo>
                <a:lnTo>
                  <a:pt x="913775" y="795358"/>
                </a:lnTo>
                <a:lnTo>
                  <a:pt x="913944" y="794255"/>
                </a:lnTo>
                <a:lnTo>
                  <a:pt x="914122" y="793143"/>
                </a:lnTo>
                <a:lnTo>
                  <a:pt x="914291" y="792030"/>
                </a:lnTo>
                <a:lnTo>
                  <a:pt x="914460" y="790910"/>
                </a:lnTo>
                <a:lnTo>
                  <a:pt x="914638" y="789797"/>
                </a:lnTo>
                <a:lnTo>
                  <a:pt x="914807" y="788677"/>
                </a:lnTo>
                <a:lnTo>
                  <a:pt x="914985" y="787556"/>
                </a:lnTo>
                <a:lnTo>
                  <a:pt x="915154" y="786426"/>
                </a:lnTo>
                <a:lnTo>
                  <a:pt x="915332" y="785305"/>
                </a:lnTo>
                <a:lnTo>
                  <a:pt x="915501" y="784175"/>
                </a:lnTo>
                <a:lnTo>
                  <a:pt x="915670" y="783045"/>
                </a:lnTo>
                <a:lnTo>
                  <a:pt x="915848" y="781915"/>
                </a:lnTo>
                <a:lnTo>
                  <a:pt x="916017" y="780776"/>
                </a:lnTo>
                <a:lnTo>
                  <a:pt x="916195" y="779638"/>
                </a:lnTo>
                <a:lnTo>
                  <a:pt x="916364" y="778499"/>
                </a:lnTo>
                <a:lnTo>
                  <a:pt x="916542" y="777360"/>
                </a:lnTo>
                <a:lnTo>
                  <a:pt x="916711" y="776221"/>
                </a:lnTo>
                <a:lnTo>
                  <a:pt x="916880" y="775074"/>
                </a:lnTo>
                <a:lnTo>
                  <a:pt x="917058" y="773926"/>
                </a:lnTo>
                <a:lnTo>
                  <a:pt x="917227" y="772779"/>
                </a:lnTo>
                <a:lnTo>
                  <a:pt x="917405" y="771622"/>
                </a:lnTo>
                <a:lnTo>
                  <a:pt x="917574" y="770474"/>
                </a:lnTo>
                <a:lnTo>
                  <a:pt x="917752" y="769318"/>
                </a:lnTo>
                <a:lnTo>
                  <a:pt x="917921" y="768161"/>
                </a:lnTo>
                <a:lnTo>
                  <a:pt x="918090" y="767005"/>
                </a:lnTo>
                <a:lnTo>
                  <a:pt x="918268" y="765839"/>
                </a:lnTo>
                <a:lnTo>
                  <a:pt x="918437" y="764674"/>
                </a:lnTo>
                <a:lnTo>
                  <a:pt x="918615" y="763509"/>
                </a:lnTo>
                <a:lnTo>
                  <a:pt x="918784" y="762343"/>
                </a:lnTo>
                <a:lnTo>
                  <a:pt x="918953" y="761178"/>
                </a:lnTo>
                <a:lnTo>
                  <a:pt x="919131" y="760003"/>
                </a:lnTo>
                <a:lnTo>
                  <a:pt x="919300" y="758829"/>
                </a:lnTo>
                <a:lnTo>
                  <a:pt x="919477" y="757655"/>
                </a:lnTo>
                <a:lnTo>
                  <a:pt x="919647" y="756480"/>
                </a:lnTo>
                <a:lnTo>
                  <a:pt x="919824" y="755306"/>
                </a:lnTo>
                <a:lnTo>
                  <a:pt x="919994" y="754123"/>
                </a:lnTo>
                <a:lnTo>
                  <a:pt x="920163" y="752940"/>
                </a:lnTo>
                <a:lnTo>
                  <a:pt x="920340" y="751756"/>
                </a:lnTo>
                <a:lnTo>
                  <a:pt x="920510" y="750573"/>
                </a:lnTo>
                <a:lnTo>
                  <a:pt x="920687" y="749381"/>
                </a:lnTo>
                <a:lnTo>
                  <a:pt x="920856" y="748189"/>
                </a:lnTo>
                <a:lnTo>
                  <a:pt x="921034" y="747006"/>
                </a:lnTo>
                <a:lnTo>
                  <a:pt x="921203" y="745805"/>
                </a:lnTo>
                <a:lnTo>
                  <a:pt x="921372" y="744612"/>
                </a:lnTo>
                <a:lnTo>
                  <a:pt x="921550" y="743420"/>
                </a:lnTo>
                <a:lnTo>
                  <a:pt x="921719" y="742219"/>
                </a:lnTo>
                <a:lnTo>
                  <a:pt x="921897" y="741018"/>
                </a:lnTo>
                <a:lnTo>
                  <a:pt x="922066" y="739817"/>
                </a:lnTo>
                <a:lnTo>
                  <a:pt x="922244" y="738616"/>
                </a:lnTo>
                <a:lnTo>
                  <a:pt x="922413" y="737406"/>
                </a:lnTo>
                <a:lnTo>
                  <a:pt x="922582" y="736205"/>
                </a:lnTo>
                <a:lnTo>
                  <a:pt x="922760" y="734995"/>
                </a:lnTo>
                <a:lnTo>
                  <a:pt x="922929" y="733785"/>
                </a:lnTo>
                <a:lnTo>
                  <a:pt x="923107" y="732567"/>
                </a:lnTo>
                <a:lnTo>
                  <a:pt x="923276" y="731357"/>
                </a:lnTo>
                <a:lnTo>
                  <a:pt x="923454" y="730138"/>
                </a:lnTo>
                <a:lnTo>
                  <a:pt x="923623" y="728928"/>
                </a:lnTo>
                <a:lnTo>
                  <a:pt x="923792" y="727706"/>
                </a:lnTo>
                <a:lnTo>
                  <a:pt x="923970" y="726486"/>
                </a:lnTo>
                <a:lnTo>
                  <a:pt x="924139" y="725264"/>
                </a:lnTo>
                <a:lnTo>
                  <a:pt x="924317" y="724040"/>
                </a:lnTo>
                <a:lnTo>
                  <a:pt x="924486" y="722816"/>
                </a:lnTo>
                <a:lnTo>
                  <a:pt x="924664" y="721589"/>
                </a:lnTo>
                <a:lnTo>
                  <a:pt x="924833" y="720362"/>
                </a:lnTo>
                <a:lnTo>
                  <a:pt x="925002" y="719132"/>
                </a:lnTo>
                <a:lnTo>
                  <a:pt x="925180" y="717901"/>
                </a:lnTo>
                <a:lnTo>
                  <a:pt x="925349" y="716668"/>
                </a:lnTo>
                <a:lnTo>
                  <a:pt x="925527" y="715434"/>
                </a:lnTo>
                <a:lnTo>
                  <a:pt x="925696" y="714198"/>
                </a:lnTo>
                <a:lnTo>
                  <a:pt x="925874" y="712962"/>
                </a:lnTo>
                <a:lnTo>
                  <a:pt x="926043" y="711723"/>
                </a:lnTo>
                <a:lnTo>
                  <a:pt x="926212" y="710483"/>
                </a:lnTo>
                <a:lnTo>
                  <a:pt x="926390" y="709241"/>
                </a:lnTo>
                <a:lnTo>
                  <a:pt x="926559" y="707998"/>
                </a:lnTo>
                <a:lnTo>
                  <a:pt x="926737" y="706754"/>
                </a:lnTo>
                <a:lnTo>
                  <a:pt x="926906" y="705508"/>
                </a:lnTo>
                <a:lnTo>
                  <a:pt x="927084" y="704262"/>
                </a:lnTo>
                <a:lnTo>
                  <a:pt x="927253" y="703013"/>
                </a:lnTo>
                <a:lnTo>
                  <a:pt x="927422" y="701763"/>
                </a:lnTo>
                <a:lnTo>
                  <a:pt x="927600" y="700512"/>
                </a:lnTo>
                <a:lnTo>
                  <a:pt x="927769" y="699259"/>
                </a:lnTo>
                <a:lnTo>
                  <a:pt x="927947" y="698005"/>
                </a:lnTo>
                <a:lnTo>
                  <a:pt x="928116" y="696750"/>
                </a:lnTo>
                <a:lnTo>
                  <a:pt x="928294" y="695493"/>
                </a:lnTo>
                <a:lnTo>
                  <a:pt x="928463" y="694235"/>
                </a:lnTo>
                <a:lnTo>
                  <a:pt x="928632" y="692976"/>
                </a:lnTo>
                <a:lnTo>
                  <a:pt x="928810" y="691716"/>
                </a:lnTo>
                <a:lnTo>
                  <a:pt x="928979" y="690453"/>
                </a:lnTo>
                <a:lnTo>
                  <a:pt x="929157" y="689191"/>
                </a:lnTo>
                <a:lnTo>
                  <a:pt x="929326" y="687927"/>
                </a:lnTo>
                <a:lnTo>
                  <a:pt x="929504" y="686661"/>
                </a:lnTo>
                <a:lnTo>
                  <a:pt x="929673" y="685394"/>
                </a:lnTo>
                <a:lnTo>
                  <a:pt x="929842" y="684126"/>
                </a:lnTo>
                <a:lnTo>
                  <a:pt x="930020" y="682857"/>
                </a:lnTo>
                <a:lnTo>
                  <a:pt x="930189" y="681586"/>
                </a:lnTo>
                <a:lnTo>
                  <a:pt x="930367" y="680315"/>
                </a:lnTo>
                <a:lnTo>
                  <a:pt x="930536" y="679043"/>
                </a:lnTo>
                <a:lnTo>
                  <a:pt x="930714" y="677769"/>
                </a:lnTo>
                <a:lnTo>
                  <a:pt x="930883" y="676494"/>
                </a:lnTo>
                <a:lnTo>
                  <a:pt x="931052" y="675217"/>
                </a:lnTo>
                <a:lnTo>
                  <a:pt x="931230" y="673941"/>
                </a:lnTo>
                <a:lnTo>
                  <a:pt x="931399" y="672662"/>
                </a:lnTo>
                <a:lnTo>
                  <a:pt x="931577" y="671383"/>
                </a:lnTo>
                <a:lnTo>
                  <a:pt x="931746" y="670102"/>
                </a:lnTo>
                <a:lnTo>
                  <a:pt x="931924" y="668821"/>
                </a:lnTo>
                <a:lnTo>
                  <a:pt x="932093" y="667538"/>
                </a:lnTo>
                <a:lnTo>
                  <a:pt x="932262" y="666254"/>
                </a:lnTo>
                <a:lnTo>
                  <a:pt x="932440" y="664970"/>
                </a:lnTo>
                <a:lnTo>
                  <a:pt x="932609" y="663684"/>
                </a:lnTo>
                <a:lnTo>
                  <a:pt x="932787" y="662397"/>
                </a:lnTo>
                <a:lnTo>
                  <a:pt x="932956" y="661109"/>
                </a:lnTo>
                <a:lnTo>
                  <a:pt x="933134" y="659820"/>
                </a:lnTo>
                <a:lnTo>
                  <a:pt x="933303" y="658530"/>
                </a:lnTo>
                <a:lnTo>
                  <a:pt x="933472" y="657240"/>
                </a:lnTo>
                <a:lnTo>
                  <a:pt x="933650" y="655949"/>
                </a:lnTo>
                <a:lnTo>
                  <a:pt x="933819" y="654656"/>
                </a:lnTo>
                <a:lnTo>
                  <a:pt x="933997" y="653362"/>
                </a:lnTo>
                <a:lnTo>
                  <a:pt x="934166" y="652068"/>
                </a:lnTo>
                <a:lnTo>
                  <a:pt x="934343" y="650773"/>
                </a:lnTo>
                <a:lnTo>
                  <a:pt x="934513" y="649476"/>
                </a:lnTo>
                <a:lnTo>
                  <a:pt x="934681" y="648179"/>
                </a:lnTo>
                <a:lnTo>
                  <a:pt x="934859" y="646881"/>
                </a:lnTo>
                <a:lnTo>
                  <a:pt x="935028" y="645583"/>
                </a:lnTo>
                <a:lnTo>
                  <a:pt x="935206" y="644283"/>
                </a:lnTo>
                <a:lnTo>
                  <a:pt x="935375" y="642982"/>
                </a:lnTo>
                <a:lnTo>
                  <a:pt x="935553" y="641681"/>
                </a:lnTo>
                <a:lnTo>
                  <a:pt x="935722" y="640379"/>
                </a:lnTo>
                <a:lnTo>
                  <a:pt x="935892" y="639076"/>
                </a:lnTo>
                <a:lnTo>
                  <a:pt x="936069" y="637772"/>
                </a:lnTo>
                <a:lnTo>
                  <a:pt x="936238" y="636468"/>
                </a:lnTo>
                <a:lnTo>
                  <a:pt x="936416" y="635162"/>
                </a:lnTo>
                <a:lnTo>
                  <a:pt x="936585" y="633856"/>
                </a:lnTo>
                <a:lnTo>
                  <a:pt x="936763" y="632550"/>
                </a:lnTo>
                <a:lnTo>
                  <a:pt x="936932" y="631242"/>
                </a:lnTo>
                <a:lnTo>
                  <a:pt x="937101" y="629934"/>
                </a:lnTo>
                <a:lnTo>
                  <a:pt x="937279" y="628625"/>
                </a:lnTo>
                <a:lnTo>
                  <a:pt x="937448" y="627315"/>
                </a:lnTo>
                <a:lnTo>
                  <a:pt x="937626" y="626005"/>
                </a:lnTo>
                <a:lnTo>
                  <a:pt x="937795" y="624695"/>
                </a:lnTo>
                <a:lnTo>
                  <a:pt x="937964" y="623383"/>
                </a:lnTo>
                <a:lnTo>
                  <a:pt x="938142" y="622071"/>
                </a:lnTo>
                <a:lnTo>
                  <a:pt x="938311" y="620758"/>
                </a:lnTo>
                <a:lnTo>
                  <a:pt x="938489" y="619444"/>
                </a:lnTo>
                <a:lnTo>
                  <a:pt x="938658" y="618130"/>
                </a:lnTo>
                <a:lnTo>
                  <a:pt x="938836" y="616816"/>
                </a:lnTo>
                <a:lnTo>
                  <a:pt x="939005" y="615500"/>
                </a:lnTo>
                <a:lnTo>
                  <a:pt x="939174" y="614184"/>
                </a:lnTo>
                <a:lnTo>
                  <a:pt x="939352" y="612868"/>
                </a:lnTo>
                <a:lnTo>
                  <a:pt x="939521" y="611551"/>
                </a:lnTo>
                <a:lnTo>
                  <a:pt x="939699" y="610233"/>
                </a:lnTo>
                <a:lnTo>
                  <a:pt x="939868" y="608916"/>
                </a:lnTo>
                <a:lnTo>
                  <a:pt x="940046" y="607596"/>
                </a:lnTo>
                <a:lnTo>
                  <a:pt x="940215" y="606278"/>
                </a:lnTo>
                <a:lnTo>
                  <a:pt x="940384" y="604959"/>
                </a:lnTo>
                <a:lnTo>
                  <a:pt x="940562" y="603638"/>
                </a:lnTo>
                <a:lnTo>
                  <a:pt x="940731" y="602318"/>
                </a:lnTo>
                <a:lnTo>
                  <a:pt x="940909" y="600997"/>
                </a:lnTo>
                <a:lnTo>
                  <a:pt x="941078" y="599675"/>
                </a:lnTo>
                <a:lnTo>
                  <a:pt x="941256" y="598354"/>
                </a:lnTo>
                <a:lnTo>
                  <a:pt x="941425" y="597031"/>
                </a:lnTo>
                <a:lnTo>
                  <a:pt x="941594" y="595709"/>
                </a:lnTo>
                <a:lnTo>
                  <a:pt x="941772" y="594386"/>
                </a:lnTo>
                <a:lnTo>
                  <a:pt x="941941" y="593062"/>
                </a:lnTo>
                <a:lnTo>
                  <a:pt x="942119" y="591739"/>
                </a:lnTo>
                <a:lnTo>
                  <a:pt x="942288" y="590415"/>
                </a:lnTo>
                <a:lnTo>
                  <a:pt x="942466" y="589090"/>
                </a:lnTo>
                <a:lnTo>
                  <a:pt x="942635" y="587765"/>
                </a:lnTo>
                <a:lnTo>
                  <a:pt x="942804" y="586440"/>
                </a:lnTo>
                <a:lnTo>
                  <a:pt x="942982" y="585114"/>
                </a:lnTo>
                <a:lnTo>
                  <a:pt x="943151" y="583789"/>
                </a:lnTo>
                <a:lnTo>
                  <a:pt x="943329" y="582462"/>
                </a:lnTo>
                <a:lnTo>
                  <a:pt x="943498" y="581136"/>
                </a:lnTo>
                <a:lnTo>
                  <a:pt x="943676" y="579809"/>
                </a:lnTo>
                <a:lnTo>
                  <a:pt x="943845" y="578483"/>
                </a:lnTo>
                <a:lnTo>
                  <a:pt x="944014" y="577155"/>
                </a:lnTo>
                <a:lnTo>
                  <a:pt x="944192" y="575828"/>
                </a:lnTo>
                <a:lnTo>
                  <a:pt x="944361" y="574500"/>
                </a:lnTo>
                <a:lnTo>
                  <a:pt x="944539" y="573173"/>
                </a:lnTo>
                <a:lnTo>
                  <a:pt x="944708" y="571844"/>
                </a:lnTo>
                <a:lnTo>
                  <a:pt x="944886" y="570516"/>
                </a:lnTo>
                <a:lnTo>
                  <a:pt x="945055" y="569188"/>
                </a:lnTo>
                <a:lnTo>
                  <a:pt x="945224" y="567859"/>
                </a:lnTo>
                <a:lnTo>
                  <a:pt x="945402" y="566530"/>
                </a:lnTo>
                <a:lnTo>
                  <a:pt x="945571" y="565201"/>
                </a:lnTo>
                <a:lnTo>
                  <a:pt x="945749" y="563872"/>
                </a:lnTo>
                <a:lnTo>
                  <a:pt x="945918" y="562543"/>
                </a:lnTo>
                <a:lnTo>
                  <a:pt x="946096" y="561214"/>
                </a:lnTo>
                <a:lnTo>
                  <a:pt x="946265" y="559885"/>
                </a:lnTo>
                <a:lnTo>
                  <a:pt x="946434" y="558555"/>
                </a:lnTo>
                <a:lnTo>
                  <a:pt x="946612" y="557226"/>
                </a:lnTo>
                <a:lnTo>
                  <a:pt x="946781" y="555896"/>
                </a:lnTo>
                <a:lnTo>
                  <a:pt x="946959" y="554566"/>
                </a:lnTo>
                <a:lnTo>
                  <a:pt x="947128" y="553236"/>
                </a:lnTo>
                <a:lnTo>
                  <a:pt x="947306" y="551906"/>
                </a:lnTo>
                <a:lnTo>
                  <a:pt x="947475" y="550577"/>
                </a:lnTo>
                <a:lnTo>
                  <a:pt x="947644" y="549247"/>
                </a:lnTo>
                <a:lnTo>
                  <a:pt x="947822" y="547917"/>
                </a:lnTo>
                <a:lnTo>
                  <a:pt x="947991" y="546588"/>
                </a:lnTo>
                <a:lnTo>
                  <a:pt x="948169" y="545258"/>
                </a:lnTo>
                <a:lnTo>
                  <a:pt x="948338" y="543928"/>
                </a:lnTo>
                <a:lnTo>
                  <a:pt x="948516" y="542599"/>
                </a:lnTo>
                <a:lnTo>
                  <a:pt x="948685" y="541269"/>
                </a:lnTo>
                <a:lnTo>
                  <a:pt x="948854" y="539940"/>
                </a:lnTo>
                <a:lnTo>
                  <a:pt x="949031" y="538610"/>
                </a:lnTo>
                <a:lnTo>
                  <a:pt x="949201" y="537281"/>
                </a:lnTo>
                <a:lnTo>
                  <a:pt x="949378" y="535952"/>
                </a:lnTo>
                <a:lnTo>
                  <a:pt x="949548" y="534622"/>
                </a:lnTo>
                <a:lnTo>
                  <a:pt x="949725" y="533293"/>
                </a:lnTo>
                <a:lnTo>
                  <a:pt x="949895" y="531964"/>
                </a:lnTo>
                <a:lnTo>
                  <a:pt x="950063" y="530635"/>
                </a:lnTo>
                <a:lnTo>
                  <a:pt x="950241" y="529307"/>
                </a:lnTo>
                <a:lnTo>
                  <a:pt x="950410" y="527979"/>
                </a:lnTo>
                <a:lnTo>
                  <a:pt x="950588" y="526649"/>
                </a:lnTo>
                <a:lnTo>
                  <a:pt x="950757" y="525322"/>
                </a:lnTo>
                <a:lnTo>
                  <a:pt x="950935" y="523994"/>
                </a:lnTo>
                <a:lnTo>
                  <a:pt x="951104" y="522666"/>
                </a:lnTo>
                <a:lnTo>
                  <a:pt x="951273" y="521338"/>
                </a:lnTo>
                <a:lnTo>
                  <a:pt x="951451" y="520011"/>
                </a:lnTo>
                <a:lnTo>
                  <a:pt x="951620" y="518684"/>
                </a:lnTo>
                <a:lnTo>
                  <a:pt x="951798" y="517357"/>
                </a:lnTo>
                <a:lnTo>
                  <a:pt x="951967" y="516031"/>
                </a:lnTo>
                <a:lnTo>
                  <a:pt x="952145" y="514705"/>
                </a:lnTo>
                <a:lnTo>
                  <a:pt x="952314" y="513379"/>
                </a:lnTo>
                <a:lnTo>
                  <a:pt x="952483" y="512053"/>
                </a:lnTo>
                <a:lnTo>
                  <a:pt x="952661" y="510727"/>
                </a:lnTo>
                <a:lnTo>
                  <a:pt x="952830" y="509403"/>
                </a:lnTo>
                <a:lnTo>
                  <a:pt x="953008" y="508078"/>
                </a:lnTo>
                <a:lnTo>
                  <a:pt x="953177" y="506753"/>
                </a:lnTo>
                <a:lnTo>
                  <a:pt x="953355" y="505430"/>
                </a:lnTo>
                <a:lnTo>
                  <a:pt x="953524" y="504106"/>
                </a:lnTo>
                <a:lnTo>
                  <a:pt x="953693" y="502782"/>
                </a:lnTo>
                <a:lnTo>
                  <a:pt x="953871" y="501459"/>
                </a:lnTo>
                <a:lnTo>
                  <a:pt x="954040" y="500136"/>
                </a:lnTo>
                <a:lnTo>
                  <a:pt x="954218" y="498814"/>
                </a:lnTo>
                <a:lnTo>
                  <a:pt x="954387" y="497492"/>
                </a:lnTo>
                <a:lnTo>
                  <a:pt x="954565" y="496171"/>
                </a:lnTo>
                <a:lnTo>
                  <a:pt x="954734" y="494850"/>
                </a:lnTo>
                <a:lnTo>
                  <a:pt x="954903" y="493530"/>
                </a:lnTo>
                <a:lnTo>
                  <a:pt x="955081" y="492209"/>
                </a:lnTo>
                <a:lnTo>
                  <a:pt x="955250" y="490890"/>
                </a:lnTo>
                <a:lnTo>
                  <a:pt x="955428" y="489571"/>
                </a:lnTo>
                <a:lnTo>
                  <a:pt x="955597" y="488252"/>
                </a:lnTo>
                <a:lnTo>
                  <a:pt x="955775" y="486934"/>
                </a:lnTo>
                <a:lnTo>
                  <a:pt x="955944" y="485616"/>
                </a:lnTo>
                <a:lnTo>
                  <a:pt x="956113" y="484299"/>
                </a:lnTo>
                <a:lnTo>
                  <a:pt x="956291" y="482982"/>
                </a:lnTo>
                <a:lnTo>
                  <a:pt x="956460" y="481666"/>
                </a:lnTo>
                <a:lnTo>
                  <a:pt x="956638" y="480350"/>
                </a:lnTo>
                <a:lnTo>
                  <a:pt x="956807" y="479036"/>
                </a:lnTo>
                <a:lnTo>
                  <a:pt x="956976" y="477721"/>
                </a:lnTo>
                <a:lnTo>
                  <a:pt x="957154" y="476407"/>
                </a:lnTo>
                <a:lnTo>
                  <a:pt x="957323" y="475094"/>
                </a:lnTo>
                <a:lnTo>
                  <a:pt x="957501" y="473780"/>
                </a:lnTo>
                <a:lnTo>
                  <a:pt x="957670" y="472468"/>
                </a:lnTo>
                <a:lnTo>
                  <a:pt x="957848" y="471157"/>
                </a:lnTo>
                <a:lnTo>
                  <a:pt x="958017" y="469846"/>
                </a:lnTo>
                <a:lnTo>
                  <a:pt x="958186" y="468535"/>
                </a:lnTo>
                <a:lnTo>
                  <a:pt x="958364" y="467226"/>
                </a:lnTo>
                <a:lnTo>
                  <a:pt x="958533" y="465917"/>
                </a:lnTo>
                <a:lnTo>
                  <a:pt x="958711" y="464608"/>
                </a:lnTo>
                <a:lnTo>
                  <a:pt x="958880" y="463300"/>
                </a:lnTo>
                <a:lnTo>
                  <a:pt x="959058" y="461994"/>
                </a:lnTo>
                <a:lnTo>
                  <a:pt x="959227" y="460687"/>
                </a:lnTo>
                <a:lnTo>
                  <a:pt x="959396" y="459382"/>
                </a:lnTo>
                <a:lnTo>
                  <a:pt x="959574" y="458076"/>
                </a:lnTo>
                <a:lnTo>
                  <a:pt x="959743" y="456772"/>
                </a:lnTo>
                <a:lnTo>
                  <a:pt x="959921" y="455468"/>
                </a:lnTo>
                <a:lnTo>
                  <a:pt x="960090" y="454166"/>
                </a:lnTo>
                <a:lnTo>
                  <a:pt x="960268" y="452863"/>
                </a:lnTo>
                <a:lnTo>
                  <a:pt x="960437" y="451562"/>
                </a:lnTo>
                <a:lnTo>
                  <a:pt x="960606" y="450261"/>
                </a:lnTo>
                <a:lnTo>
                  <a:pt x="960784" y="448961"/>
                </a:lnTo>
                <a:lnTo>
                  <a:pt x="960953" y="447662"/>
                </a:lnTo>
                <a:lnTo>
                  <a:pt x="961131" y="446364"/>
                </a:lnTo>
                <a:lnTo>
                  <a:pt x="961300" y="445066"/>
                </a:lnTo>
                <a:lnTo>
                  <a:pt x="961478" y="443770"/>
                </a:lnTo>
                <a:lnTo>
                  <a:pt x="961647" y="442474"/>
                </a:lnTo>
                <a:lnTo>
                  <a:pt x="961816" y="441179"/>
                </a:lnTo>
                <a:lnTo>
                  <a:pt x="961994" y="439885"/>
                </a:lnTo>
                <a:lnTo>
                  <a:pt x="962163" y="438591"/>
                </a:lnTo>
                <a:lnTo>
                  <a:pt x="962341" y="437299"/>
                </a:lnTo>
                <a:lnTo>
                  <a:pt x="962510" y="436007"/>
                </a:lnTo>
                <a:lnTo>
                  <a:pt x="962688" y="434716"/>
                </a:lnTo>
                <a:lnTo>
                  <a:pt x="962857" y="433427"/>
                </a:lnTo>
                <a:lnTo>
                  <a:pt x="963026" y="432138"/>
                </a:lnTo>
                <a:lnTo>
                  <a:pt x="963204" y="430850"/>
                </a:lnTo>
                <a:lnTo>
                  <a:pt x="963373" y="429562"/>
                </a:lnTo>
                <a:lnTo>
                  <a:pt x="963551" y="428276"/>
                </a:lnTo>
                <a:lnTo>
                  <a:pt x="963720" y="426990"/>
                </a:lnTo>
                <a:lnTo>
                  <a:pt x="963898" y="425706"/>
                </a:lnTo>
                <a:lnTo>
                  <a:pt x="964066" y="424423"/>
                </a:lnTo>
                <a:lnTo>
                  <a:pt x="964236" y="423140"/>
                </a:lnTo>
                <a:lnTo>
                  <a:pt x="964413" y="421858"/>
                </a:lnTo>
                <a:lnTo>
                  <a:pt x="964583" y="420578"/>
                </a:lnTo>
                <a:lnTo>
                  <a:pt x="964760" y="419299"/>
                </a:lnTo>
                <a:lnTo>
                  <a:pt x="964929" y="418019"/>
                </a:lnTo>
                <a:lnTo>
                  <a:pt x="965107" y="416742"/>
                </a:lnTo>
                <a:lnTo>
                  <a:pt x="965276" y="415465"/>
                </a:lnTo>
                <a:lnTo>
                  <a:pt x="965445" y="414189"/>
                </a:lnTo>
                <a:lnTo>
                  <a:pt x="965623" y="412914"/>
                </a:lnTo>
                <a:lnTo>
                  <a:pt x="965792" y="411641"/>
                </a:lnTo>
                <a:lnTo>
                  <a:pt x="965970" y="410368"/>
                </a:lnTo>
                <a:lnTo>
                  <a:pt x="966139" y="409097"/>
                </a:lnTo>
                <a:lnTo>
                  <a:pt x="966317" y="407827"/>
                </a:lnTo>
                <a:lnTo>
                  <a:pt x="966486" y="406557"/>
                </a:lnTo>
                <a:lnTo>
                  <a:pt x="966655" y="405288"/>
                </a:lnTo>
                <a:lnTo>
                  <a:pt x="966833" y="404022"/>
                </a:lnTo>
                <a:lnTo>
                  <a:pt x="967002" y="402755"/>
                </a:lnTo>
                <a:lnTo>
                  <a:pt x="967180" y="401490"/>
                </a:lnTo>
                <a:lnTo>
                  <a:pt x="967349" y="400226"/>
                </a:lnTo>
                <a:lnTo>
                  <a:pt x="967527" y="398963"/>
                </a:lnTo>
                <a:lnTo>
                  <a:pt x="967696" y="397702"/>
                </a:lnTo>
                <a:lnTo>
                  <a:pt x="967865" y="396441"/>
                </a:lnTo>
                <a:lnTo>
                  <a:pt x="968043" y="395181"/>
                </a:lnTo>
                <a:lnTo>
                  <a:pt x="968212" y="393923"/>
                </a:lnTo>
                <a:lnTo>
                  <a:pt x="968390" y="392665"/>
                </a:lnTo>
                <a:lnTo>
                  <a:pt x="968559" y="391409"/>
                </a:lnTo>
                <a:lnTo>
                  <a:pt x="968737" y="390155"/>
                </a:lnTo>
                <a:lnTo>
                  <a:pt x="968906" y="388901"/>
                </a:lnTo>
                <a:lnTo>
                  <a:pt x="969075" y="387649"/>
                </a:lnTo>
                <a:lnTo>
                  <a:pt x="969253" y="386397"/>
                </a:lnTo>
                <a:lnTo>
                  <a:pt x="969422" y="385147"/>
                </a:lnTo>
                <a:lnTo>
                  <a:pt x="969600" y="383898"/>
                </a:lnTo>
                <a:lnTo>
                  <a:pt x="969769" y="382651"/>
                </a:lnTo>
                <a:lnTo>
                  <a:pt x="969947" y="381404"/>
                </a:lnTo>
                <a:lnTo>
                  <a:pt x="970116" y="380159"/>
                </a:lnTo>
                <a:lnTo>
                  <a:pt x="970285" y="378914"/>
                </a:lnTo>
                <a:lnTo>
                  <a:pt x="970463" y="377672"/>
                </a:lnTo>
                <a:lnTo>
                  <a:pt x="970632" y="376430"/>
                </a:lnTo>
                <a:lnTo>
                  <a:pt x="970810" y="375190"/>
                </a:lnTo>
                <a:lnTo>
                  <a:pt x="970979" y="373951"/>
                </a:lnTo>
                <a:lnTo>
                  <a:pt x="971157" y="372713"/>
                </a:lnTo>
                <a:lnTo>
                  <a:pt x="971326" y="371477"/>
                </a:lnTo>
                <a:lnTo>
                  <a:pt x="971495" y="370242"/>
                </a:lnTo>
                <a:lnTo>
                  <a:pt x="971673" y="369008"/>
                </a:lnTo>
                <a:lnTo>
                  <a:pt x="971842" y="367776"/>
                </a:lnTo>
                <a:lnTo>
                  <a:pt x="972020" y="366544"/>
                </a:lnTo>
                <a:lnTo>
                  <a:pt x="972189" y="365314"/>
                </a:lnTo>
                <a:lnTo>
                  <a:pt x="972367" y="364085"/>
                </a:lnTo>
                <a:lnTo>
                  <a:pt x="972536" y="362859"/>
                </a:lnTo>
                <a:lnTo>
                  <a:pt x="972705" y="361633"/>
                </a:lnTo>
                <a:lnTo>
                  <a:pt x="972883" y="360408"/>
                </a:lnTo>
                <a:lnTo>
                  <a:pt x="973052" y="359185"/>
                </a:lnTo>
                <a:lnTo>
                  <a:pt x="973230" y="357963"/>
                </a:lnTo>
                <a:lnTo>
                  <a:pt x="973399" y="356742"/>
                </a:lnTo>
                <a:lnTo>
                  <a:pt x="973577" y="355524"/>
                </a:lnTo>
                <a:lnTo>
                  <a:pt x="973746" y="354306"/>
                </a:lnTo>
                <a:lnTo>
                  <a:pt x="973915" y="353089"/>
                </a:lnTo>
                <a:lnTo>
                  <a:pt x="974093" y="351875"/>
                </a:lnTo>
                <a:lnTo>
                  <a:pt x="974262" y="350662"/>
                </a:lnTo>
                <a:lnTo>
                  <a:pt x="974440" y="349450"/>
                </a:lnTo>
                <a:lnTo>
                  <a:pt x="974609" y="348239"/>
                </a:lnTo>
                <a:lnTo>
                  <a:pt x="974787" y="347030"/>
                </a:lnTo>
                <a:lnTo>
                  <a:pt x="974956" y="345822"/>
                </a:lnTo>
                <a:lnTo>
                  <a:pt x="975125" y="344616"/>
                </a:lnTo>
                <a:lnTo>
                  <a:pt x="975303" y="343411"/>
                </a:lnTo>
                <a:lnTo>
                  <a:pt x="975472" y="342207"/>
                </a:lnTo>
                <a:lnTo>
                  <a:pt x="975650" y="341006"/>
                </a:lnTo>
                <a:lnTo>
                  <a:pt x="975819" y="339805"/>
                </a:lnTo>
                <a:lnTo>
                  <a:pt x="975988" y="338607"/>
                </a:lnTo>
                <a:lnTo>
                  <a:pt x="976166" y="337409"/>
                </a:lnTo>
                <a:lnTo>
                  <a:pt x="976335" y="336213"/>
                </a:lnTo>
                <a:lnTo>
                  <a:pt x="976513" y="335019"/>
                </a:lnTo>
                <a:lnTo>
                  <a:pt x="976682" y="333826"/>
                </a:lnTo>
                <a:lnTo>
                  <a:pt x="976860" y="332635"/>
                </a:lnTo>
                <a:lnTo>
                  <a:pt x="977029" y="331444"/>
                </a:lnTo>
                <a:lnTo>
                  <a:pt x="977198" y="330256"/>
                </a:lnTo>
                <a:lnTo>
                  <a:pt x="977376" y="329069"/>
                </a:lnTo>
                <a:lnTo>
                  <a:pt x="977545" y="327884"/>
                </a:lnTo>
                <a:lnTo>
                  <a:pt x="977723" y="326700"/>
                </a:lnTo>
                <a:lnTo>
                  <a:pt x="977892" y="325518"/>
                </a:lnTo>
                <a:lnTo>
                  <a:pt x="978069" y="324338"/>
                </a:lnTo>
                <a:lnTo>
                  <a:pt x="978239" y="323158"/>
                </a:lnTo>
                <a:lnTo>
                  <a:pt x="978408" y="321981"/>
                </a:lnTo>
                <a:lnTo>
                  <a:pt x="978586" y="320805"/>
                </a:lnTo>
                <a:lnTo>
                  <a:pt x="978755" y="319631"/>
                </a:lnTo>
                <a:lnTo>
                  <a:pt x="978933" y="318458"/>
                </a:lnTo>
                <a:lnTo>
                  <a:pt x="979102" y="317287"/>
                </a:lnTo>
                <a:lnTo>
                  <a:pt x="979279" y="316118"/>
                </a:lnTo>
                <a:lnTo>
                  <a:pt x="979448" y="314949"/>
                </a:lnTo>
                <a:lnTo>
                  <a:pt x="979617" y="313783"/>
                </a:lnTo>
                <a:lnTo>
                  <a:pt x="979795" y="312619"/>
                </a:lnTo>
                <a:lnTo>
                  <a:pt x="979964" y="311456"/>
                </a:lnTo>
                <a:lnTo>
                  <a:pt x="980142" y="310294"/>
                </a:lnTo>
                <a:lnTo>
                  <a:pt x="980311" y="309135"/>
                </a:lnTo>
                <a:lnTo>
                  <a:pt x="980489" y="307976"/>
                </a:lnTo>
                <a:lnTo>
                  <a:pt x="980658" y="306820"/>
                </a:lnTo>
                <a:lnTo>
                  <a:pt x="980827" y="305665"/>
                </a:lnTo>
                <a:lnTo>
                  <a:pt x="981005" y="304512"/>
                </a:lnTo>
                <a:lnTo>
                  <a:pt x="981174" y="303361"/>
                </a:lnTo>
                <a:lnTo>
                  <a:pt x="981352" y="302211"/>
                </a:lnTo>
                <a:lnTo>
                  <a:pt x="981521" y="301063"/>
                </a:lnTo>
                <a:lnTo>
                  <a:pt x="981699" y="299916"/>
                </a:lnTo>
                <a:lnTo>
                  <a:pt x="981868" y="298771"/>
                </a:lnTo>
                <a:lnTo>
                  <a:pt x="982037" y="297629"/>
                </a:lnTo>
                <a:lnTo>
                  <a:pt x="982215" y="296488"/>
                </a:lnTo>
                <a:lnTo>
                  <a:pt x="982384" y="295348"/>
                </a:lnTo>
                <a:lnTo>
                  <a:pt x="982562" y="294210"/>
                </a:lnTo>
                <a:lnTo>
                  <a:pt x="982731" y="293074"/>
                </a:lnTo>
                <a:lnTo>
                  <a:pt x="982909" y="291940"/>
                </a:lnTo>
                <a:lnTo>
                  <a:pt x="983078" y="290807"/>
                </a:lnTo>
                <a:lnTo>
                  <a:pt x="983247" y="289676"/>
                </a:lnTo>
                <a:lnTo>
                  <a:pt x="983425" y="288547"/>
                </a:lnTo>
                <a:lnTo>
                  <a:pt x="983594" y="287419"/>
                </a:lnTo>
                <a:lnTo>
                  <a:pt x="983772" y="286294"/>
                </a:lnTo>
                <a:lnTo>
                  <a:pt x="983941" y="285170"/>
                </a:lnTo>
                <a:lnTo>
                  <a:pt x="984119" y="284048"/>
                </a:lnTo>
                <a:lnTo>
                  <a:pt x="984288" y="282928"/>
                </a:lnTo>
                <a:lnTo>
                  <a:pt x="984457" y="281809"/>
                </a:lnTo>
                <a:lnTo>
                  <a:pt x="984635" y="280693"/>
                </a:lnTo>
                <a:lnTo>
                  <a:pt x="984804" y="279577"/>
                </a:lnTo>
                <a:lnTo>
                  <a:pt x="984982" y="278464"/>
                </a:lnTo>
                <a:lnTo>
                  <a:pt x="985151" y="277353"/>
                </a:lnTo>
                <a:lnTo>
                  <a:pt x="985329" y="276244"/>
                </a:lnTo>
                <a:lnTo>
                  <a:pt x="985498" y="275136"/>
                </a:lnTo>
                <a:lnTo>
                  <a:pt x="985667" y="274030"/>
                </a:lnTo>
                <a:lnTo>
                  <a:pt x="985845" y="272926"/>
                </a:lnTo>
                <a:lnTo>
                  <a:pt x="986014" y="271824"/>
                </a:lnTo>
                <a:lnTo>
                  <a:pt x="986192" y="270723"/>
                </a:lnTo>
                <a:lnTo>
                  <a:pt x="986361" y="269625"/>
                </a:lnTo>
                <a:lnTo>
                  <a:pt x="986539" y="268528"/>
                </a:lnTo>
                <a:lnTo>
                  <a:pt x="986708" y="267434"/>
                </a:lnTo>
                <a:lnTo>
                  <a:pt x="986877" y="266340"/>
                </a:lnTo>
                <a:lnTo>
                  <a:pt x="987055" y="265249"/>
                </a:lnTo>
                <a:lnTo>
                  <a:pt x="987224" y="264160"/>
                </a:lnTo>
                <a:lnTo>
                  <a:pt x="987402" y="263072"/>
                </a:lnTo>
                <a:lnTo>
                  <a:pt x="987571" y="261987"/>
                </a:lnTo>
                <a:lnTo>
                  <a:pt x="987749" y="260904"/>
                </a:lnTo>
                <a:lnTo>
                  <a:pt x="987918" y="259822"/>
                </a:lnTo>
                <a:lnTo>
                  <a:pt x="988087" y="258742"/>
                </a:lnTo>
                <a:lnTo>
                  <a:pt x="988265" y="257663"/>
                </a:lnTo>
                <a:lnTo>
                  <a:pt x="988434" y="256588"/>
                </a:lnTo>
                <a:lnTo>
                  <a:pt x="988612" y="255513"/>
                </a:lnTo>
                <a:lnTo>
                  <a:pt x="988781" y="254441"/>
                </a:lnTo>
                <a:lnTo>
                  <a:pt x="988959" y="253371"/>
                </a:lnTo>
                <a:lnTo>
                  <a:pt x="989128" y="252302"/>
                </a:lnTo>
                <a:lnTo>
                  <a:pt x="989297" y="251236"/>
                </a:lnTo>
                <a:lnTo>
                  <a:pt x="989475" y="250172"/>
                </a:lnTo>
                <a:lnTo>
                  <a:pt x="989644" y="249109"/>
                </a:lnTo>
                <a:lnTo>
                  <a:pt x="989822" y="248048"/>
                </a:lnTo>
                <a:lnTo>
                  <a:pt x="989991" y="246989"/>
                </a:lnTo>
                <a:lnTo>
                  <a:pt x="990169" y="245933"/>
                </a:lnTo>
                <a:lnTo>
                  <a:pt x="990338" y="244877"/>
                </a:lnTo>
                <a:lnTo>
                  <a:pt x="990507" y="243825"/>
                </a:lnTo>
                <a:lnTo>
                  <a:pt x="990685" y="242773"/>
                </a:lnTo>
                <a:lnTo>
                  <a:pt x="990854" y="241725"/>
                </a:lnTo>
                <a:lnTo>
                  <a:pt x="991032" y="240678"/>
                </a:lnTo>
                <a:lnTo>
                  <a:pt x="991201" y="239633"/>
                </a:lnTo>
                <a:lnTo>
                  <a:pt x="991379" y="238590"/>
                </a:lnTo>
                <a:lnTo>
                  <a:pt x="991548" y="237549"/>
                </a:lnTo>
                <a:lnTo>
                  <a:pt x="991717" y="236509"/>
                </a:lnTo>
                <a:lnTo>
                  <a:pt x="991895" y="235473"/>
                </a:lnTo>
                <a:lnTo>
                  <a:pt x="992064" y="234437"/>
                </a:lnTo>
                <a:lnTo>
                  <a:pt x="992242" y="233405"/>
                </a:lnTo>
                <a:lnTo>
                  <a:pt x="992411" y="232374"/>
                </a:lnTo>
                <a:lnTo>
                  <a:pt x="992589" y="231344"/>
                </a:lnTo>
                <a:lnTo>
                  <a:pt x="992758" y="230318"/>
                </a:lnTo>
                <a:lnTo>
                  <a:pt x="992927" y="229293"/>
                </a:lnTo>
                <a:lnTo>
                  <a:pt x="993105" y="228270"/>
                </a:lnTo>
                <a:lnTo>
                  <a:pt x="993274" y="227248"/>
                </a:lnTo>
                <a:lnTo>
                  <a:pt x="993451" y="226230"/>
                </a:lnTo>
                <a:lnTo>
                  <a:pt x="993620" y="225213"/>
                </a:lnTo>
                <a:lnTo>
                  <a:pt x="993798" y="224198"/>
                </a:lnTo>
                <a:lnTo>
                  <a:pt x="993967" y="223185"/>
                </a:lnTo>
                <a:lnTo>
                  <a:pt x="994137" y="222175"/>
                </a:lnTo>
                <a:lnTo>
                  <a:pt x="994314" y="221166"/>
                </a:lnTo>
                <a:lnTo>
                  <a:pt x="994484" y="220159"/>
                </a:lnTo>
                <a:lnTo>
                  <a:pt x="994661" y="219154"/>
                </a:lnTo>
                <a:lnTo>
                  <a:pt x="994830" y="218152"/>
                </a:lnTo>
                <a:lnTo>
                  <a:pt x="994999" y="217152"/>
                </a:lnTo>
                <a:lnTo>
                  <a:pt x="995177" y="216153"/>
                </a:lnTo>
                <a:lnTo>
                  <a:pt x="995346" y="215156"/>
                </a:lnTo>
                <a:lnTo>
                  <a:pt x="995524" y="214162"/>
                </a:lnTo>
                <a:lnTo>
                  <a:pt x="995693" y="213171"/>
                </a:lnTo>
                <a:lnTo>
                  <a:pt x="995871" y="212180"/>
                </a:lnTo>
                <a:lnTo>
                  <a:pt x="996040" y="211192"/>
                </a:lnTo>
                <a:lnTo>
                  <a:pt x="996209" y="210206"/>
                </a:lnTo>
                <a:lnTo>
                  <a:pt x="996387" y="209222"/>
                </a:lnTo>
                <a:lnTo>
                  <a:pt x="996556" y="208241"/>
                </a:lnTo>
                <a:lnTo>
                  <a:pt x="996734" y="207261"/>
                </a:lnTo>
                <a:lnTo>
                  <a:pt x="996903" y="206284"/>
                </a:lnTo>
                <a:lnTo>
                  <a:pt x="997081" y="205308"/>
                </a:lnTo>
                <a:lnTo>
                  <a:pt x="997250" y="204335"/>
                </a:lnTo>
                <a:lnTo>
                  <a:pt x="997419" y="203364"/>
                </a:lnTo>
                <a:lnTo>
                  <a:pt x="997597" y="202394"/>
                </a:lnTo>
                <a:lnTo>
                  <a:pt x="997766" y="201428"/>
                </a:lnTo>
                <a:lnTo>
                  <a:pt x="997944" y="200463"/>
                </a:lnTo>
                <a:lnTo>
                  <a:pt x="998113" y="199500"/>
                </a:lnTo>
                <a:lnTo>
                  <a:pt x="998291" y="198539"/>
                </a:lnTo>
                <a:lnTo>
                  <a:pt x="998460" y="197581"/>
                </a:lnTo>
                <a:lnTo>
                  <a:pt x="998629" y="196625"/>
                </a:lnTo>
                <a:lnTo>
                  <a:pt x="998807" y="195671"/>
                </a:lnTo>
                <a:lnTo>
                  <a:pt x="998976" y="194719"/>
                </a:lnTo>
                <a:lnTo>
                  <a:pt x="999154" y="193769"/>
                </a:lnTo>
                <a:lnTo>
                  <a:pt x="999323" y="192822"/>
                </a:lnTo>
                <a:lnTo>
                  <a:pt x="999501" y="191876"/>
                </a:lnTo>
                <a:lnTo>
                  <a:pt x="999670" y="190933"/>
                </a:lnTo>
                <a:lnTo>
                  <a:pt x="999839" y="189992"/>
                </a:lnTo>
                <a:lnTo>
                  <a:pt x="1000017" y="189053"/>
                </a:lnTo>
                <a:lnTo>
                  <a:pt x="1000186" y="188116"/>
                </a:lnTo>
                <a:lnTo>
                  <a:pt x="1000364" y="187181"/>
                </a:lnTo>
                <a:lnTo>
                  <a:pt x="1000533" y="186249"/>
                </a:lnTo>
                <a:lnTo>
                  <a:pt x="1000711" y="185318"/>
                </a:lnTo>
                <a:lnTo>
                  <a:pt x="1000880" y="184390"/>
                </a:lnTo>
                <a:lnTo>
                  <a:pt x="1001049" y="183464"/>
                </a:lnTo>
                <a:lnTo>
                  <a:pt x="1001227" y="182541"/>
                </a:lnTo>
                <a:lnTo>
                  <a:pt x="1001396" y="181619"/>
                </a:lnTo>
                <a:lnTo>
                  <a:pt x="1001574" y="180700"/>
                </a:lnTo>
                <a:lnTo>
                  <a:pt x="1001743" y="179783"/>
                </a:lnTo>
                <a:lnTo>
                  <a:pt x="1001921" y="178868"/>
                </a:lnTo>
                <a:lnTo>
                  <a:pt x="1002090" y="177955"/>
                </a:lnTo>
                <a:lnTo>
                  <a:pt x="1002259" y="177045"/>
                </a:lnTo>
                <a:lnTo>
                  <a:pt x="1002437" y="176136"/>
                </a:lnTo>
                <a:lnTo>
                  <a:pt x="1002606" y="175230"/>
                </a:lnTo>
                <a:lnTo>
                  <a:pt x="1002784" y="174326"/>
                </a:lnTo>
                <a:lnTo>
                  <a:pt x="1002953" y="173425"/>
                </a:lnTo>
                <a:lnTo>
                  <a:pt x="1003131" y="172525"/>
                </a:lnTo>
                <a:lnTo>
                  <a:pt x="1003300" y="171628"/>
                </a:lnTo>
                <a:lnTo>
                  <a:pt x="1003469" y="170733"/>
                </a:lnTo>
                <a:lnTo>
                  <a:pt x="1003647" y="169839"/>
                </a:lnTo>
                <a:lnTo>
                  <a:pt x="1003816" y="168949"/>
                </a:lnTo>
                <a:lnTo>
                  <a:pt x="1003994" y="168061"/>
                </a:lnTo>
                <a:lnTo>
                  <a:pt x="1004163" y="167175"/>
                </a:lnTo>
                <a:lnTo>
                  <a:pt x="1004341" y="166291"/>
                </a:lnTo>
                <a:lnTo>
                  <a:pt x="1004510" y="165409"/>
                </a:lnTo>
                <a:lnTo>
                  <a:pt x="1004679" y="164530"/>
                </a:lnTo>
                <a:lnTo>
                  <a:pt x="1004857" y="163653"/>
                </a:lnTo>
                <a:lnTo>
                  <a:pt x="1005026" y="162778"/>
                </a:lnTo>
                <a:lnTo>
                  <a:pt x="1005204" y="161906"/>
                </a:lnTo>
                <a:lnTo>
                  <a:pt x="1005373" y="161036"/>
                </a:lnTo>
                <a:lnTo>
                  <a:pt x="1005551" y="160167"/>
                </a:lnTo>
                <a:lnTo>
                  <a:pt x="1005720" y="159301"/>
                </a:lnTo>
                <a:lnTo>
                  <a:pt x="1005889" y="158438"/>
                </a:lnTo>
                <a:lnTo>
                  <a:pt x="1006067" y="157577"/>
                </a:lnTo>
                <a:lnTo>
                  <a:pt x="1006236" y="156717"/>
                </a:lnTo>
                <a:lnTo>
                  <a:pt x="1006414" y="155860"/>
                </a:lnTo>
                <a:lnTo>
                  <a:pt x="1006583" y="155006"/>
                </a:lnTo>
                <a:lnTo>
                  <a:pt x="1006761" y="154153"/>
                </a:lnTo>
                <a:lnTo>
                  <a:pt x="1006930" y="153304"/>
                </a:lnTo>
                <a:lnTo>
                  <a:pt x="1007099" y="152456"/>
                </a:lnTo>
                <a:lnTo>
                  <a:pt x="1007277" y="151611"/>
                </a:lnTo>
                <a:lnTo>
                  <a:pt x="1007446" y="150767"/>
                </a:lnTo>
                <a:lnTo>
                  <a:pt x="1007624" y="149927"/>
                </a:lnTo>
                <a:lnTo>
                  <a:pt x="1007793" y="149088"/>
                </a:lnTo>
                <a:lnTo>
                  <a:pt x="1007970" y="148251"/>
                </a:lnTo>
                <a:lnTo>
                  <a:pt x="1008140" y="147418"/>
                </a:lnTo>
                <a:lnTo>
                  <a:pt x="1008309" y="146586"/>
                </a:lnTo>
                <a:lnTo>
                  <a:pt x="1008487" y="145757"/>
                </a:lnTo>
                <a:lnTo>
                  <a:pt x="1008655" y="144929"/>
                </a:lnTo>
                <a:lnTo>
                  <a:pt x="1008833" y="144105"/>
                </a:lnTo>
                <a:lnTo>
                  <a:pt x="1009002" y="143282"/>
                </a:lnTo>
                <a:lnTo>
                  <a:pt x="1009180" y="142462"/>
                </a:lnTo>
                <a:lnTo>
                  <a:pt x="1009349" y="141644"/>
                </a:lnTo>
                <a:lnTo>
                  <a:pt x="1009518" y="140828"/>
                </a:lnTo>
                <a:lnTo>
                  <a:pt x="1009696" y="140015"/>
                </a:lnTo>
                <a:lnTo>
                  <a:pt x="1009865" y="139204"/>
                </a:lnTo>
                <a:lnTo>
                  <a:pt x="1010043" y="138395"/>
                </a:lnTo>
                <a:lnTo>
                  <a:pt x="1010212" y="137589"/>
                </a:lnTo>
                <a:lnTo>
                  <a:pt x="1010390" y="136785"/>
                </a:lnTo>
                <a:lnTo>
                  <a:pt x="1010559" y="135983"/>
                </a:lnTo>
                <a:lnTo>
                  <a:pt x="1010728" y="135183"/>
                </a:lnTo>
                <a:lnTo>
                  <a:pt x="1010906" y="134386"/>
                </a:lnTo>
                <a:lnTo>
                  <a:pt x="1011075" y="133592"/>
                </a:lnTo>
                <a:lnTo>
                  <a:pt x="1011253" y="132799"/>
                </a:lnTo>
                <a:lnTo>
                  <a:pt x="1011422" y="132009"/>
                </a:lnTo>
                <a:lnTo>
                  <a:pt x="1011600" y="131222"/>
                </a:lnTo>
                <a:lnTo>
                  <a:pt x="1011769" y="130436"/>
                </a:lnTo>
                <a:lnTo>
                  <a:pt x="1011938" y="129652"/>
                </a:lnTo>
                <a:lnTo>
                  <a:pt x="1012116" y="128872"/>
                </a:lnTo>
                <a:lnTo>
                  <a:pt x="1012285" y="128094"/>
                </a:lnTo>
                <a:lnTo>
                  <a:pt x="1012463" y="127317"/>
                </a:lnTo>
                <a:lnTo>
                  <a:pt x="1012632" y="126543"/>
                </a:lnTo>
                <a:lnTo>
                  <a:pt x="1012810" y="125772"/>
                </a:lnTo>
                <a:lnTo>
                  <a:pt x="1012979" y="125003"/>
                </a:lnTo>
                <a:lnTo>
                  <a:pt x="1013148" y="124236"/>
                </a:lnTo>
                <a:lnTo>
                  <a:pt x="1013326" y="123472"/>
                </a:lnTo>
                <a:lnTo>
                  <a:pt x="1013495" y="122710"/>
                </a:lnTo>
                <a:lnTo>
                  <a:pt x="1013673" y="121950"/>
                </a:lnTo>
                <a:lnTo>
                  <a:pt x="1013842" y="121193"/>
                </a:lnTo>
                <a:lnTo>
                  <a:pt x="1014011" y="120437"/>
                </a:lnTo>
                <a:lnTo>
                  <a:pt x="1014189" y="119685"/>
                </a:lnTo>
                <a:lnTo>
                  <a:pt x="1014358" y="118934"/>
                </a:lnTo>
                <a:lnTo>
                  <a:pt x="1014536" y="118187"/>
                </a:lnTo>
                <a:lnTo>
                  <a:pt x="1014705" y="117440"/>
                </a:lnTo>
                <a:lnTo>
                  <a:pt x="1014883" y="116697"/>
                </a:lnTo>
                <a:lnTo>
                  <a:pt x="1015052" y="115956"/>
                </a:lnTo>
                <a:lnTo>
                  <a:pt x="1015221" y="115218"/>
                </a:lnTo>
                <a:lnTo>
                  <a:pt x="1015399" y="114481"/>
                </a:lnTo>
                <a:lnTo>
                  <a:pt x="1015568" y="113747"/>
                </a:lnTo>
                <a:lnTo>
                  <a:pt x="1015746" y="113016"/>
                </a:lnTo>
                <a:lnTo>
                  <a:pt x="1015915" y="112287"/>
                </a:lnTo>
                <a:lnTo>
                  <a:pt x="1016093" y="111561"/>
                </a:lnTo>
                <a:lnTo>
                  <a:pt x="1016262" y="110836"/>
                </a:lnTo>
                <a:lnTo>
                  <a:pt x="1016431" y="110114"/>
                </a:lnTo>
                <a:lnTo>
                  <a:pt x="1016609" y="109394"/>
                </a:lnTo>
                <a:lnTo>
                  <a:pt x="1016778" y="108677"/>
                </a:lnTo>
                <a:lnTo>
                  <a:pt x="1016956" y="107962"/>
                </a:lnTo>
                <a:lnTo>
                  <a:pt x="1017125" y="107249"/>
                </a:lnTo>
                <a:lnTo>
                  <a:pt x="1017303" y="106539"/>
                </a:lnTo>
                <a:lnTo>
                  <a:pt x="1017472" y="105831"/>
                </a:lnTo>
                <a:lnTo>
                  <a:pt x="1017641" y="105126"/>
                </a:lnTo>
                <a:lnTo>
                  <a:pt x="1017819" y="104423"/>
                </a:lnTo>
                <a:lnTo>
                  <a:pt x="1017988" y="103722"/>
                </a:lnTo>
                <a:lnTo>
                  <a:pt x="1018166" y="103024"/>
                </a:lnTo>
                <a:lnTo>
                  <a:pt x="1018335" y="102328"/>
                </a:lnTo>
                <a:lnTo>
                  <a:pt x="1018513" y="101634"/>
                </a:lnTo>
                <a:lnTo>
                  <a:pt x="1018682" y="100943"/>
                </a:lnTo>
                <a:lnTo>
                  <a:pt x="1018851" y="100254"/>
                </a:lnTo>
                <a:lnTo>
                  <a:pt x="1019029" y="99568"/>
                </a:lnTo>
                <a:lnTo>
                  <a:pt x="1019198" y="98884"/>
                </a:lnTo>
                <a:lnTo>
                  <a:pt x="1019376" y="98202"/>
                </a:lnTo>
                <a:lnTo>
                  <a:pt x="1019545" y="97523"/>
                </a:lnTo>
                <a:lnTo>
                  <a:pt x="1019723" y="96846"/>
                </a:lnTo>
                <a:lnTo>
                  <a:pt x="1019892" y="96172"/>
                </a:lnTo>
                <a:lnTo>
                  <a:pt x="1020061" y="95499"/>
                </a:lnTo>
                <a:lnTo>
                  <a:pt x="1020239" y="94829"/>
                </a:lnTo>
                <a:lnTo>
                  <a:pt x="1020408" y="94162"/>
                </a:lnTo>
                <a:lnTo>
                  <a:pt x="1020586" y="93497"/>
                </a:lnTo>
                <a:lnTo>
                  <a:pt x="1020755" y="92834"/>
                </a:lnTo>
                <a:lnTo>
                  <a:pt x="1020933" y="92174"/>
                </a:lnTo>
                <a:lnTo>
                  <a:pt x="1021102" y="91517"/>
                </a:lnTo>
                <a:lnTo>
                  <a:pt x="1021271" y="90861"/>
                </a:lnTo>
                <a:lnTo>
                  <a:pt x="1021449" y="90208"/>
                </a:lnTo>
                <a:lnTo>
                  <a:pt x="1021618" y="89558"/>
                </a:lnTo>
                <a:lnTo>
                  <a:pt x="1021796" y="88909"/>
                </a:lnTo>
                <a:lnTo>
                  <a:pt x="1021965" y="88263"/>
                </a:lnTo>
                <a:lnTo>
                  <a:pt x="1022143" y="87620"/>
                </a:lnTo>
                <a:lnTo>
                  <a:pt x="1022312" y="86979"/>
                </a:lnTo>
                <a:lnTo>
                  <a:pt x="1022481" y="86340"/>
                </a:lnTo>
                <a:lnTo>
                  <a:pt x="1022658" y="85704"/>
                </a:lnTo>
                <a:lnTo>
                  <a:pt x="1022828" y="85071"/>
                </a:lnTo>
                <a:lnTo>
                  <a:pt x="1023005" y="84439"/>
                </a:lnTo>
                <a:lnTo>
                  <a:pt x="1023175" y="83810"/>
                </a:lnTo>
                <a:lnTo>
                  <a:pt x="1023352" y="83183"/>
                </a:lnTo>
                <a:lnTo>
                  <a:pt x="1023522" y="82558"/>
                </a:lnTo>
                <a:lnTo>
                  <a:pt x="1023691" y="81936"/>
                </a:lnTo>
                <a:lnTo>
                  <a:pt x="1023868" y="81317"/>
                </a:lnTo>
                <a:lnTo>
                  <a:pt x="1024037" y="80700"/>
                </a:lnTo>
                <a:lnTo>
                  <a:pt x="1024215" y="80086"/>
                </a:lnTo>
                <a:lnTo>
                  <a:pt x="1024384" y="79473"/>
                </a:lnTo>
                <a:lnTo>
                  <a:pt x="1024562" y="78863"/>
                </a:lnTo>
                <a:lnTo>
                  <a:pt x="1024731" y="78256"/>
                </a:lnTo>
                <a:lnTo>
                  <a:pt x="1024900" y="77651"/>
                </a:lnTo>
                <a:lnTo>
                  <a:pt x="1025078" y="77048"/>
                </a:lnTo>
                <a:lnTo>
                  <a:pt x="1025247" y="76448"/>
                </a:lnTo>
                <a:lnTo>
                  <a:pt x="1025425" y="75849"/>
                </a:lnTo>
                <a:lnTo>
                  <a:pt x="1025594" y="75254"/>
                </a:lnTo>
                <a:lnTo>
                  <a:pt x="1025772" y="74661"/>
                </a:lnTo>
                <a:lnTo>
                  <a:pt x="1025941" y="74070"/>
                </a:lnTo>
                <a:lnTo>
                  <a:pt x="1026110" y="73482"/>
                </a:lnTo>
                <a:lnTo>
                  <a:pt x="1026288" y="72897"/>
                </a:lnTo>
                <a:lnTo>
                  <a:pt x="1026457" y="72313"/>
                </a:lnTo>
                <a:lnTo>
                  <a:pt x="1026635" y="71732"/>
                </a:lnTo>
                <a:lnTo>
                  <a:pt x="1026804" y="71153"/>
                </a:lnTo>
                <a:lnTo>
                  <a:pt x="1026982" y="70576"/>
                </a:lnTo>
                <a:lnTo>
                  <a:pt x="1027151" y="70003"/>
                </a:lnTo>
                <a:lnTo>
                  <a:pt x="1027320" y="69431"/>
                </a:lnTo>
                <a:lnTo>
                  <a:pt x="1027498" y="68862"/>
                </a:lnTo>
                <a:lnTo>
                  <a:pt x="1027667" y="68295"/>
                </a:lnTo>
                <a:lnTo>
                  <a:pt x="1027845" y="67731"/>
                </a:lnTo>
                <a:lnTo>
                  <a:pt x="1028014" y="67170"/>
                </a:lnTo>
                <a:lnTo>
                  <a:pt x="1028192" y="66610"/>
                </a:lnTo>
                <a:lnTo>
                  <a:pt x="1028361" y="66053"/>
                </a:lnTo>
                <a:lnTo>
                  <a:pt x="1028530" y="65498"/>
                </a:lnTo>
                <a:lnTo>
                  <a:pt x="1028708" y="64946"/>
                </a:lnTo>
                <a:lnTo>
                  <a:pt x="1028877" y="64396"/>
                </a:lnTo>
                <a:lnTo>
                  <a:pt x="1029055" y="63849"/>
                </a:lnTo>
                <a:lnTo>
                  <a:pt x="1029224" y="63304"/>
                </a:lnTo>
                <a:lnTo>
                  <a:pt x="1029402" y="62761"/>
                </a:lnTo>
                <a:lnTo>
                  <a:pt x="1029571" y="62221"/>
                </a:lnTo>
                <a:lnTo>
                  <a:pt x="1029740" y="61684"/>
                </a:lnTo>
                <a:lnTo>
                  <a:pt x="1029918" y="61148"/>
                </a:lnTo>
                <a:lnTo>
                  <a:pt x="1030087" y="60615"/>
                </a:lnTo>
                <a:lnTo>
                  <a:pt x="1030265" y="60084"/>
                </a:lnTo>
                <a:lnTo>
                  <a:pt x="1030434" y="59556"/>
                </a:lnTo>
                <a:lnTo>
                  <a:pt x="1030612" y="59030"/>
                </a:lnTo>
                <a:lnTo>
                  <a:pt x="1030781" y="58507"/>
                </a:lnTo>
                <a:lnTo>
                  <a:pt x="1030950" y="57985"/>
                </a:lnTo>
                <a:lnTo>
                  <a:pt x="1031128" y="57467"/>
                </a:lnTo>
                <a:lnTo>
                  <a:pt x="1031297" y="56951"/>
                </a:lnTo>
                <a:lnTo>
                  <a:pt x="1031475" y="56437"/>
                </a:lnTo>
                <a:lnTo>
                  <a:pt x="1031644" y="55926"/>
                </a:lnTo>
                <a:lnTo>
                  <a:pt x="1031822" y="55417"/>
                </a:lnTo>
                <a:lnTo>
                  <a:pt x="1031991" y="54910"/>
                </a:lnTo>
                <a:lnTo>
                  <a:pt x="1032160" y="54405"/>
                </a:lnTo>
                <a:lnTo>
                  <a:pt x="1032338" y="53904"/>
                </a:lnTo>
                <a:lnTo>
                  <a:pt x="1032507" y="53404"/>
                </a:lnTo>
                <a:lnTo>
                  <a:pt x="1032685" y="52907"/>
                </a:lnTo>
                <a:lnTo>
                  <a:pt x="1032854" y="52413"/>
                </a:lnTo>
                <a:lnTo>
                  <a:pt x="1033023" y="51921"/>
                </a:lnTo>
                <a:lnTo>
                  <a:pt x="1033201" y="51430"/>
                </a:lnTo>
                <a:lnTo>
                  <a:pt x="1033370" y="50943"/>
                </a:lnTo>
                <a:lnTo>
                  <a:pt x="1033548" y="50458"/>
                </a:lnTo>
                <a:lnTo>
                  <a:pt x="1033717" y="49976"/>
                </a:lnTo>
                <a:lnTo>
                  <a:pt x="1033895" y="49495"/>
                </a:lnTo>
                <a:lnTo>
                  <a:pt x="1034064" y="49018"/>
                </a:lnTo>
                <a:lnTo>
                  <a:pt x="1034233" y="48542"/>
                </a:lnTo>
                <a:lnTo>
                  <a:pt x="1034411" y="48068"/>
                </a:lnTo>
                <a:lnTo>
                  <a:pt x="1034580" y="47598"/>
                </a:lnTo>
                <a:lnTo>
                  <a:pt x="1034758" y="47130"/>
                </a:lnTo>
                <a:lnTo>
                  <a:pt x="1034927" y="46664"/>
                </a:lnTo>
                <a:lnTo>
                  <a:pt x="1035105" y="46200"/>
                </a:lnTo>
                <a:lnTo>
                  <a:pt x="1035274" y="45739"/>
                </a:lnTo>
                <a:lnTo>
                  <a:pt x="1035443" y="45280"/>
                </a:lnTo>
                <a:lnTo>
                  <a:pt x="1035621" y="44824"/>
                </a:lnTo>
                <a:lnTo>
                  <a:pt x="1035790" y="44370"/>
                </a:lnTo>
                <a:lnTo>
                  <a:pt x="1035968" y="43919"/>
                </a:lnTo>
                <a:lnTo>
                  <a:pt x="1036137" y="43470"/>
                </a:lnTo>
                <a:lnTo>
                  <a:pt x="1036315" y="43022"/>
                </a:lnTo>
                <a:lnTo>
                  <a:pt x="1036484" y="42578"/>
                </a:lnTo>
                <a:lnTo>
                  <a:pt x="1036653" y="42136"/>
                </a:lnTo>
                <a:lnTo>
                  <a:pt x="1036831" y="41697"/>
                </a:lnTo>
                <a:lnTo>
                  <a:pt x="1037000" y="41259"/>
                </a:lnTo>
                <a:lnTo>
                  <a:pt x="1037178" y="40825"/>
                </a:lnTo>
                <a:lnTo>
                  <a:pt x="1037347" y="40392"/>
                </a:lnTo>
                <a:lnTo>
                  <a:pt x="1037525" y="39962"/>
                </a:lnTo>
                <a:lnTo>
                  <a:pt x="1037694" y="39534"/>
                </a:lnTo>
                <a:lnTo>
                  <a:pt x="1037863" y="39109"/>
                </a:lnTo>
                <a:lnTo>
                  <a:pt x="1038040" y="38686"/>
                </a:lnTo>
                <a:lnTo>
                  <a:pt x="1038209" y="38265"/>
                </a:lnTo>
                <a:lnTo>
                  <a:pt x="1038387" y="37847"/>
                </a:lnTo>
                <a:lnTo>
                  <a:pt x="1038556" y="37431"/>
                </a:lnTo>
                <a:lnTo>
                  <a:pt x="1038734" y="37018"/>
                </a:lnTo>
                <a:lnTo>
                  <a:pt x="1038903" y="36607"/>
                </a:lnTo>
                <a:lnTo>
                  <a:pt x="1039073" y="36198"/>
                </a:lnTo>
                <a:lnTo>
                  <a:pt x="1039250" y="35791"/>
                </a:lnTo>
                <a:lnTo>
                  <a:pt x="1039419" y="35387"/>
                </a:lnTo>
                <a:lnTo>
                  <a:pt x="1039597" y="34986"/>
                </a:lnTo>
                <a:lnTo>
                  <a:pt x="1039766" y="34587"/>
                </a:lnTo>
                <a:lnTo>
                  <a:pt x="1039944" y="34190"/>
                </a:lnTo>
                <a:lnTo>
                  <a:pt x="1040113" y="33796"/>
                </a:lnTo>
                <a:lnTo>
                  <a:pt x="1040282" y="33404"/>
                </a:lnTo>
                <a:lnTo>
                  <a:pt x="1040460" y="33014"/>
                </a:lnTo>
                <a:lnTo>
                  <a:pt x="1040629" y="32627"/>
                </a:lnTo>
                <a:lnTo>
                  <a:pt x="1040807" y="32242"/>
                </a:lnTo>
                <a:lnTo>
                  <a:pt x="1040976" y="31859"/>
                </a:lnTo>
                <a:lnTo>
                  <a:pt x="1041154" y="31478"/>
                </a:lnTo>
                <a:lnTo>
                  <a:pt x="1041323" y="31100"/>
                </a:lnTo>
                <a:lnTo>
                  <a:pt x="1041492" y="30725"/>
                </a:lnTo>
                <a:lnTo>
                  <a:pt x="1041670" y="30352"/>
                </a:lnTo>
                <a:lnTo>
                  <a:pt x="1041839" y="29981"/>
                </a:lnTo>
                <a:lnTo>
                  <a:pt x="1042017" y="29613"/>
                </a:lnTo>
                <a:lnTo>
                  <a:pt x="1042186" y="29246"/>
                </a:lnTo>
                <a:lnTo>
                  <a:pt x="1042364" y="28882"/>
                </a:lnTo>
                <a:lnTo>
                  <a:pt x="1042533" y="28521"/>
                </a:lnTo>
                <a:lnTo>
                  <a:pt x="1042702" y="28163"/>
                </a:lnTo>
                <a:lnTo>
                  <a:pt x="1042880" y="27806"/>
                </a:lnTo>
                <a:lnTo>
                  <a:pt x="1043049" y="27451"/>
                </a:lnTo>
                <a:lnTo>
                  <a:pt x="1043227" y="27099"/>
                </a:lnTo>
                <a:lnTo>
                  <a:pt x="1043396" y="26750"/>
                </a:lnTo>
                <a:lnTo>
                  <a:pt x="1043574" y="26402"/>
                </a:lnTo>
                <a:lnTo>
                  <a:pt x="1043743" y="26058"/>
                </a:lnTo>
                <a:lnTo>
                  <a:pt x="1043912" y="25714"/>
                </a:lnTo>
                <a:lnTo>
                  <a:pt x="1044090" y="25374"/>
                </a:lnTo>
                <a:lnTo>
                  <a:pt x="1044259" y="25036"/>
                </a:lnTo>
                <a:lnTo>
                  <a:pt x="1044437" y="24701"/>
                </a:lnTo>
                <a:lnTo>
                  <a:pt x="1044606" y="24367"/>
                </a:lnTo>
                <a:lnTo>
                  <a:pt x="1044784" y="24036"/>
                </a:lnTo>
                <a:lnTo>
                  <a:pt x="1044953" y="23708"/>
                </a:lnTo>
                <a:lnTo>
                  <a:pt x="1045122" y="23383"/>
                </a:lnTo>
                <a:lnTo>
                  <a:pt x="1045300" y="23058"/>
                </a:lnTo>
                <a:lnTo>
                  <a:pt x="1045469" y="22737"/>
                </a:lnTo>
                <a:lnTo>
                  <a:pt x="1045647" y="22417"/>
                </a:lnTo>
                <a:lnTo>
                  <a:pt x="1045816" y="22101"/>
                </a:lnTo>
                <a:lnTo>
                  <a:pt x="1045994" y="21786"/>
                </a:lnTo>
                <a:lnTo>
                  <a:pt x="1046163" y="21474"/>
                </a:lnTo>
                <a:lnTo>
                  <a:pt x="1046332" y="21164"/>
                </a:lnTo>
                <a:lnTo>
                  <a:pt x="1046510" y="20857"/>
                </a:lnTo>
                <a:lnTo>
                  <a:pt x="1046679" y="20551"/>
                </a:lnTo>
                <a:lnTo>
                  <a:pt x="1046857" y="20248"/>
                </a:lnTo>
                <a:lnTo>
                  <a:pt x="1047026" y="19948"/>
                </a:lnTo>
                <a:lnTo>
                  <a:pt x="1047204" y="19650"/>
                </a:lnTo>
                <a:lnTo>
                  <a:pt x="1047373" y="19353"/>
                </a:lnTo>
                <a:lnTo>
                  <a:pt x="1047542" y="19060"/>
                </a:lnTo>
                <a:lnTo>
                  <a:pt x="1047720" y="18769"/>
                </a:lnTo>
                <a:lnTo>
                  <a:pt x="1047889" y="18480"/>
                </a:lnTo>
                <a:lnTo>
                  <a:pt x="1048067" y="18193"/>
                </a:lnTo>
                <a:lnTo>
                  <a:pt x="1048236" y="17909"/>
                </a:lnTo>
                <a:lnTo>
                  <a:pt x="1048414" y="17627"/>
                </a:lnTo>
                <a:lnTo>
                  <a:pt x="1048583" y="17347"/>
                </a:lnTo>
                <a:lnTo>
                  <a:pt x="1048752" y="17070"/>
                </a:lnTo>
                <a:lnTo>
                  <a:pt x="1048930" y="16794"/>
                </a:lnTo>
                <a:lnTo>
                  <a:pt x="1049099" y="16522"/>
                </a:lnTo>
                <a:lnTo>
                  <a:pt x="1049277" y="16251"/>
                </a:lnTo>
                <a:lnTo>
                  <a:pt x="1049446" y="15982"/>
                </a:lnTo>
                <a:lnTo>
                  <a:pt x="1049624" y="15716"/>
                </a:lnTo>
                <a:lnTo>
                  <a:pt x="1049793" y="15453"/>
                </a:lnTo>
                <a:lnTo>
                  <a:pt x="1049962" y="15192"/>
                </a:lnTo>
                <a:lnTo>
                  <a:pt x="1050140" y="14933"/>
                </a:lnTo>
                <a:lnTo>
                  <a:pt x="1050309" y="14676"/>
                </a:lnTo>
                <a:lnTo>
                  <a:pt x="1050487" y="14422"/>
                </a:lnTo>
                <a:lnTo>
                  <a:pt x="1050656" y="14169"/>
                </a:lnTo>
                <a:lnTo>
                  <a:pt x="1050834" y="13920"/>
                </a:lnTo>
                <a:lnTo>
                  <a:pt x="1051003" y="13672"/>
                </a:lnTo>
                <a:lnTo>
                  <a:pt x="1051172" y="13427"/>
                </a:lnTo>
                <a:lnTo>
                  <a:pt x="1051350" y="13185"/>
                </a:lnTo>
                <a:lnTo>
                  <a:pt x="1051519" y="12943"/>
                </a:lnTo>
                <a:lnTo>
                  <a:pt x="1051697" y="12705"/>
                </a:lnTo>
                <a:lnTo>
                  <a:pt x="1051866" y="12469"/>
                </a:lnTo>
                <a:lnTo>
                  <a:pt x="1052035" y="12235"/>
                </a:lnTo>
                <a:lnTo>
                  <a:pt x="1052213" y="12004"/>
                </a:lnTo>
                <a:lnTo>
                  <a:pt x="1052382" y="11774"/>
                </a:lnTo>
                <a:lnTo>
                  <a:pt x="1052559" y="11548"/>
                </a:lnTo>
                <a:lnTo>
                  <a:pt x="1052729" y="11323"/>
                </a:lnTo>
                <a:lnTo>
                  <a:pt x="1052906" y="11100"/>
                </a:lnTo>
                <a:lnTo>
                  <a:pt x="1053076" y="10880"/>
                </a:lnTo>
                <a:lnTo>
                  <a:pt x="1053245" y="10662"/>
                </a:lnTo>
                <a:lnTo>
                  <a:pt x="1053423" y="10446"/>
                </a:lnTo>
                <a:lnTo>
                  <a:pt x="1053592" y="10233"/>
                </a:lnTo>
                <a:lnTo>
                  <a:pt x="1053769" y="10022"/>
                </a:lnTo>
                <a:lnTo>
                  <a:pt x="1053938" y="9813"/>
                </a:lnTo>
                <a:lnTo>
                  <a:pt x="1054116" y="9606"/>
                </a:lnTo>
                <a:lnTo>
                  <a:pt x="1054285" y="9402"/>
                </a:lnTo>
                <a:lnTo>
                  <a:pt x="1054454" y="9200"/>
                </a:lnTo>
                <a:lnTo>
                  <a:pt x="1054632" y="9001"/>
                </a:lnTo>
                <a:lnTo>
                  <a:pt x="1054801" y="8802"/>
                </a:lnTo>
                <a:lnTo>
                  <a:pt x="1054979" y="8607"/>
                </a:lnTo>
                <a:lnTo>
                  <a:pt x="1055148" y="8414"/>
                </a:lnTo>
                <a:lnTo>
                  <a:pt x="1055326" y="8223"/>
                </a:lnTo>
                <a:lnTo>
                  <a:pt x="1055495" y="8034"/>
                </a:lnTo>
                <a:lnTo>
                  <a:pt x="1055664" y="7848"/>
                </a:lnTo>
                <a:lnTo>
                  <a:pt x="1055842" y="7664"/>
                </a:lnTo>
                <a:lnTo>
                  <a:pt x="1056011" y="7483"/>
                </a:lnTo>
                <a:lnTo>
                  <a:pt x="1056189" y="7303"/>
                </a:lnTo>
                <a:lnTo>
                  <a:pt x="1056358" y="7125"/>
                </a:lnTo>
                <a:lnTo>
                  <a:pt x="1056536" y="6950"/>
                </a:lnTo>
                <a:lnTo>
                  <a:pt x="1056705" y="6777"/>
                </a:lnTo>
                <a:lnTo>
                  <a:pt x="1056874" y="6606"/>
                </a:lnTo>
                <a:lnTo>
                  <a:pt x="1057052" y="6438"/>
                </a:lnTo>
                <a:lnTo>
                  <a:pt x="1057221" y="6272"/>
                </a:lnTo>
                <a:lnTo>
                  <a:pt x="1057399" y="6108"/>
                </a:lnTo>
                <a:lnTo>
                  <a:pt x="1057568" y="5946"/>
                </a:lnTo>
                <a:lnTo>
                  <a:pt x="1057746" y="5786"/>
                </a:lnTo>
                <a:lnTo>
                  <a:pt x="1057915" y="5630"/>
                </a:lnTo>
                <a:lnTo>
                  <a:pt x="1058084" y="5474"/>
                </a:lnTo>
                <a:lnTo>
                  <a:pt x="1058262" y="5321"/>
                </a:lnTo>
                <a:lnTo>
                  <a:pt x="1058431" y="5171"/>
                </a:lnTo>
                <a:lnTo>
                  <a:pt x="1058609" y="5022"/>
                </a:lnTo>
                <a:lnTo>
                  <a:pt x="1058778" y="4876"/>
                </a:lnTo>
                <a:lnTo>
                  <a:pt x="1058956" y="4732"/>
                </a:lnTo>
                <a:lnTo>
                  <a:pt x="1059125" y="4590"/>
                </a:lnTo>
                <a:lnTo>
                  <a:pt x="1059294" y="4450"/>
                </a:lnTo>
                <a:lnTo>
                  <a:pt x="1059472" y="4313"/>
                </a:lnTo>
                <a:lnTo>
                  <a:pt x="1059641" y="4178"/>
                </a:lnTo>
                <a:lnTo>
                  <a:pt x="1059819" y="4044"/>
                </a:lnTo>
                <a:lnTo>
                  <a:pt x="1059988" y="3914"/>
                </a:lnTo>
                <a:lnTo>
                  <a:pt x="1060166" y="3785"/>
                </a:lnTo>
                <a:lnTo>
                  <a:pt x="1060335" y="3658"/>
                </a:lnTo>
                <a:lnTo>
                  <a:pt x="1060504" y="3535"/>
                </a:lnTo>
                <a:lnTo>
                  <a:pt x="1060682" y="3412"/>
                </a:lnTo>
                <a:lnTo>
                  <a:pt x="1060851" y="3293"/>
                </a:lnTo>
                <a:lnTo>
                  <a:pt x="1061029" y="3174"/>
                </a:lnTo>
                <a:lnTo>
                  <a:pt x="1061198" y="3059"/>
                </a:lnTo>
                <a:lnTo>
                  <a:pt x="1061376" y="2946"/>
                </a:lnTo>
                <a:lnTo>
                  <a:pt x="1061545" y="2834"/>
                </a:lnTo>
                <a:lnTo>
                  <a:pt x="1061714" y="2725"/>
                </a:lnTo>
                <a:lnTo>
                  <a:pt x="1061892" y="2618"/>
                </a:lnTo>
                <a:lnTo>
                  <a:pt x="1062061" y="2514"/>
                </a:lnTo>
                <a:lnTo>
                  <a:pt x="1062239" y="2411"/>
                </a:lnTo>
                <a:lnTo>
                  <a:pt x="1062408" y="2311"/>
                </a:lnTo>
                <a:lnTo>
                  <a:pt x="1062586" y="2213"/>
                </a:lnTo>
                <a:lnTo>
                  <a:pt x="1062755" y="2116"/>
                </a:lnTo>
                <a:lnTo>
                  <a:pt x="1062924" y="2023"/>
                </a:lnTo>
                <a:lnTo>
                  <a:pt x="1063102" y="1931"/>
                </a:lnTo>
                <a:lnTo>
                  <a:pt x="1063271" y="1842"/>
                </a:lnTo>
                <a:lnTo>
                  <a:pt x="1063449" y="1754"/>
                </a:lnTo>
                <a:lnTo>
                  <a:pt x="1063618" y="1669"/>
                </a:lnTo>
                <a:lnTo>
                  <a:pt x="1063796" y="1586"/>
                </a:lnTo>
                <a:lnTo>
                  <a:pt x="1063965" y="1505"/>
                </a:lnTo>
                <a:lnTo>
                  <a:pt x="1064134" y="1426"/>
                </a:lnTo>
                <a:lnTo>
                  <a:pt x="1064312" y="1350"/>
                </a:lnTo>
                <a:lnTo>
                  <a:pt x="1064481" y="1276"/>
                </a:lnTo>
                <a:lnTo>
                  <a:pt x="1064659" y="1203"/>
                </a:lnTo>
                <a:lnTo>
                  <a:pt x="1064828" y="1133"/>
                </a:lnTo>
                <a:lnTo>
                  <a:pt x="1065006" y="1065"/>
                </a:lnTo>
                <a:lnTo>
                  <a:pt x="1065175" y="999"/>
                </a:lnTo>
                <a:lnTo>
                  <a:pt x="1065344" y="935"/>
                </a:lnTo>
                <a:lnTo>
                  <a:pt x="1065522" y="874"/>
                </a:lnTo>
                <a:lnTo>
                  <a:pt x="1065691" y="814"/>
                </a:lnTo>
                <a:lnTo>
                  <a:pt x="1065869" y="756"/>
                </a:lnTo>
                <a:lnTo>
                  <a:pt x="1066038" y="701"/>
                </a:lnTo>
                <a:lnTo>
                  <a:pt x="1066216" y="648"/>
                </a:lnTo>
                <a:lnTo>
                  <a:pt x="1066385" y="597"/>
                </a:lnTo>
                <a:lnTo>
                  <a:pt x="1066554" y="548"/>
                </a:lnTo>
                <a:lnTo>
                  <a:pt x="1066732" y="501"/>
                </a:lnTo>
                <a:lnTo>
                  <a:pt x="1066901" y="456"/>
                </a:lnTo>
                <a:lnTo>
                  <a:pt x="1067079" y="414"/>
                </a:lnTo>
                <a:lnTo>
                  <a:pt x="1067248" y="373"/>
                </a:lnTo>
                <a:lnTo>
                  <a:pt x="1067426" y="334"/>
                </a:lnTo>
                <a:lnTo>
                  <a:pt x="1067595" y="298"/>
                </a:lnTo>
                <a:lnTo>
                  <a:pt x="1067764" y="264"/>
                </a:lnTo>
                <a:lnTo>
                  <a:pt x="1067941" y="232"/>
                </a:lnTo>
                <a:lnTo>
                  <a:pt x="1068111" y="202"/>
                </a:lnTo>
                <a:lnTo>
                  <a:pt x="1068288" y="174"/>
                </a:lnTo>
                <a:lnTo>
                  <a:pt x="1068457" y="149"/>
                </a:lnTo>
                <a:lnTo>
                  <a:pt x="1068635" y="125"/>
                </a:lnTo>
                <a:lnTo>
                  <a:pt x="1068804" y="102"/>
                </a:lnTo>
                <a:lnTo>
                  <a:pt x="1068973" y="83"/>
                </a:lnTo>
                <a:lnTo>
                  <a:pt x="1069151" y="66"/>
                </a:lnTo>
                <a:lnTo>
                  <a:pt x="1069320" y="50"/>
                </a:lnTo>
                <a:lnTo>
                  <a:pt x="1069498" y="36"/>
                </a:lnTo>
                <a:lnTo>
                  <a:pt x="1069667" y="26"/>
                </a:lnTo>
                <a:lnTo>
                  <a:pt x="1069845" y="16"/>
                </a:lnTo>
                <a:lnTo>
                  <a:pt x="1070014" y="9"/>
                </a:lnTo>
                <a:lnTo>
                  <a:pt x="1070183" y="4"/>
                </a:lnTo>
                <a:lnTo>
                  <a:pt x="1070361" y="1"/>
                </a:lnTo>
                <a:lnTo>
                  <a:pt x="1070530" y="0"/>
                </a:lnTo>
                <a:lnTo>
                  <a:pt x="1070708" y="1"/>
                </a:lnTo>
                <a:lnTo>
                  <a:pt x="1070877" y="4"/>
                </a:lnTo>
                <a:lnTo>
                  <a:pt x="1071046" y="10"/>
                </a:lnTo>
                <a:lnTo>
                  <a:pt x="1071224" y="17"/>
                </a:lnTo>
                <a:lnTo>
                  <a:pt x="1071393" y="26"/>
                </a:lnTo>
                <a:lnTo>
                  <a:pt x="1071571" y="37"/>
                </a:lnTo>
                <a:lnTo>
                  <a:pt x="1071740" y="51"/>
                </a:lnTo>
                <a:lnTo>
                  <a:pt x="1071918" y="67"/>
                </a:lnTo>
                <a:lnTo>
                  <a:pt x="1072087" y="84"/>
                </a:lnTo>
                <a:lnTo>
                  <a:pt x="1072256" y="103"/>
                </a:lnTo>
                <a:lnTo>
                  <a:pt x="1072434" y="125"/>
                </a:lnTo>
                <a:lnTo>
                  <a:pt x="1072603" y="149"/>
                </a:lnTo>
                <a:lnTo>
                  <a:pt x="1072781" y="174"/>
                </a:lnTo>
                <a:lnTo>
                  <a:pt x="1072950" y="202"/>
                </a:lnTo>
                <a:lnTo>
                  <a:pt x="1073128" y="231"/>
                </a:lnTo>
                <a:lnTo>
                  <a:pt x="1073297" y="263"/>
                </a:lnTo>
                <a:lnTo>
                  <a:pt x="1073466" y="297"/>
                </a:lnTo>
                <a:lnTo>
                  <a:pt x="1073644" y="333"/>
                </a:lnTo>
                <a:lnTo>
                  <a:pt x="1073813" y="370"/>
                </a:lnTo>
                <a:lnTo>
                  <a:pt x="1073991" y="410"/>
                </a:lnTo>
                <a:lnTo>
                  <a:pt x="1074160" y="452"/>
                </a:lnTo>
                <a:lnTo>
                  <a:pt x="1074338" y="496"/>
                </a:lnTo>
                <a:lnTo>
                  <a:pt x="1074507" y="542"/>
                </a:lnTo>
                <a:lnTo>
                  <a:pt x="1074676" y="589"/>
                </a:lnTo>
                <a:lnTo>
                  <a:pt x="1074854" y="639"/>
                </a:lnTo>
                <a:lnTo>
                  <a:pt x="1075023" y="691"/>
                </a:lnTo>
                <a:lnTo>
                  <a:pt x="1075201" y="745"/>
                </a:lnTo>
                <a:lnTo>
                  <a:pt x="1075370" y="801"/>
                </a:lnTo>
                <a:lnTo>
                  <a:pt x="1075548" y="859"/>
                </a:lnTo>
                <a:lnTo>
                  <a:pt x="1075717" y="918"/>
                </a:lnTo>
                <a:lnTo>
                  <a:pt x="1075886" y="979"/>
                </a:lnTo>
                <a:lnTo>
                  <a:pt x="1076064" y="1044"/>
                </a:lnTo>
                <a:lnTo>
                  <a:pt x="1076233" y="1109"/>
                </a:lnTo>
                <a:lnTo>
                  <a:pt x="1076411" y="1177"/>
                </a:lnTo>
                <a:lnTo>
                  <a:pt x="1076580" y="1246"/>
                </a:lnTo>
                <a:lnTo>
                  <a:pt x="1076758" y="1318"/>
                </a:lnTo>
                <a:lnTo>
                  <a:pt x="1076927" y="1391"/>
                </a:lnTo>
                <a:lnTo>
                  <a:pt x="1077096" y="1467"/>
                </a:lnTo>
                <a:lnTo>
                  <a:pt x="1077274" y="1544"/>
                </a:lnTo>
                <a:lnTo>
                  <a:pt x="1077443" y="1624"/>
                </a:lnTo>
                <a:lnTo>
                  <a:pt x="1077621" y="1705"/>
                </a:lnTo>
                <a:lnTo>
                  <a:pt x="1077790" y="1789"/>
                </a:lnTo>
                <a:lnTo>
                  <a:pt x="1077968" y="1874"/>
                </a:lnTo>
                <a:lnTo>
                  <a:pt x="1078137" y="1962"/>
                </a:lnTo>
                <a:lnTo>
                  <a:pt x="1078306" y="2051"/>
                </a:lnTo>
                <a:lnTo>
                  <a:pt x="1078484" y="2142"/>
                </a:lnTo>
                <a:lnTo>
                  <a:pt x="1078653" y="2235"/>
                </a:lnTo>
                <a:lnTo>
                  <a:pt x="1078831" y="2330"/>
                </a:lnTo>
                <a:lnTo>
                  <a:pt x="1079000" y="2427"/>
                </a:lnTo>
                <a:lnTo>
                  <a:pt x="1079178" y="2527"/>
                </a:lnTo>
                <a:lnTo>
                  <a:pt x="1079347" y="2627"/>
                </a:lnTo>
                <a:lnTo>
                  <a:pt x="1079516" y="2729"/>
                </a:lnTo>
                <a:lnTo>
                  <a:pt x="1079694" y="2834"/>
                </a:lnTo>
                <a:lnTo>
                  <a:pt x="1079863" y="2941"/>
                </a:lnTo>
                <a:lnTo>
                  <a:pt x="1080041" y="3050"/>
                </a:lnTo>
                <a:lnTo>
                  <a:pt x="1080210" y="3160"/>
                </a:lnTo>
                <a:lnTo>
                  <a:pt x="1080388" y="3273"/>
                </a:lnTo>
                <a:lnTo>
                  <a:pt x="1080557" y="3387"/>
                </a:lnTo>
                <a:lnTo>
                  <a:pt x="1080726" y="3503"/>
                </a:lnTo>
                <a:lnTo>
                  <a:pt x="1080904" y="3622"/>
                </a:lnTo>
                <a:lnTo>
                  <a:pt x="1081073" y="3742"/>
                </a:lnTo>
                <a:lnTo>
                  <a:pt x="1081251" y="3864"/>
                </a:lnTo>
                <a:lnTo>
                  <a:pt x="1081420" y="3987"/>
                </a:lnTo>
                <a:lnTo>
                  <a:pt x="1081598" y="4113"/>
                </a:lnTo>
                <a:lnTo>
                  <a:pt x="1081767" y="4241"/>
                </a:lnTo>
                <a:lnTo>
                  <a:pt x="1081936" y="4370"/>
                </a:lnTo>
                <a:lnTo>
                  <a:pt x="1082114" y="4502"/>
                </a:lnTo>
                <a:lnTo>
                  <a:pt x="1082283" y="4635"/>
                </a:lnTo>
                <a:lnTo>
                  <a:pt x="1082461" y="4770"/>
                </a:lnTo>
                <a:lnTo>
                  <a:pt x="1082630" y="4907"/>
                </a:lnTo>
                <a:lnTo>
                  <a:pt x="1082807" y="5046"/>
                </a:lnTo>
                <a:lnTo>
                  <a:pt x="1082977" y="5188"/>
                </a:lnTo>
                <a:lnTo>
                  <a:pt x="1083145" y="5330"/>
                </a:lnTo>
                <a:lnTo>
                  <a:pt x="1083323" y="5475"/>
                </a:lnTo>
                <a:lnTo>
                  <a:pt x="1083492" y="5621"/>
                </a:lnTo>
                <a:lnTo>
                  <a:pt x="1083670" y="5769"/>
                </a:lnTo>
                <a:lnTo>
                  <a:pt x="1083839" y="5920"/>
                </a:lnTo>
                <a:lnTo>
                  <a:pt x="1084017" y="6072"/>
                </a:lnTo>
                <a:lnTo>
                  <a:pt x="1084186" y="6226"/>
                </a:lnTo>
                <a:lnTo>
                  <a:pt x="1084355" y="6381"/>
                </a:lnTo>
                <a:lnTo>
                  <a:pt x="1084533" y="6539"/>
                </a:lnTo>
                <a:lnTo>
                  <a:pt x="1084702" y="6698"/>
                </a:lnTo>
                <a:lnTo>
                  <a:pt x="1084880" y="6859"/>
                </a:lnTo>
                <a:lnTo>
                  <a:pt x="1085049" y="7023"/>
                </a:lnTo>
                <a:lnTo>
                  <a:pt x="1085227" y="7187"/>
                </a:lnTo>
                <a:lnTo>
                  <a:pt x="1085396" y="7355"/>
                </a:lnTo>
                <a:lnTo>
                  <a:pt x="1085565" y="7523"/>
                </a:lnTo>
                <a:lnTo>
                  <a:pt x="1085743" y="7694"/>
                </a:lnTo>
                <a:lnTo>
                  <a:pt x="1085912" y="7866"/>
                </a:lnTo>
                <a:lnTo>
                  <a:pt x="1086090" y="8040"/>
                </a:lnTo>
                <a:lnTo>
                  <a:pt x="1086259" y="8216"/>
                </a:lnTo>
                <a:lnTo>
                  <a:pt x="1086437" y="8394"/>
                </a:lnTo>
                <a:lnTo>
                  <a:pt x="1086606" y="8574"/>
                </a:lnTo>
                <a:lnTo>
                  <a:pt x="1086775" y="8755"/>
                </a:lnTo>
                <a:lnTo>
                  <a:pt x="1086953" y="8938"/>
                </a:lnTo>
                <a:lnTo>
                  <a:pt x="1087122" y="9123"/>
                </a:lnTo>
                <a:lnTo>
                  <a:pt x="1087300" y="9310"/>
                </a:lnTo>
                <a:lnTo>
                  <a:pt x="1087469" y="9499"/>
                </a:lnTo>
                <a:lnTo>
                  <a:pt x="1087647" y="9689"/>
                </a:lnTo>
                <a:lnTo>
                  <a:pt x="1087816" y="9881"/>
                </a:lnTo>
                <a:lnTo>
                  <a:pt x="1087985" y="10075"/>
                </a:lnTo>
                <a:lnTo>
                  <a:pt x="1088163" y="10271"/>
                </a:lnTo>
                <a:lnTo>
                  <a:pt x="1088332" y="10469"/>
                </a:lnTo>
                <a:lnTo>
                  <a:pt x="1088510" y="10669"/>
                </a:lnTo>
                <a:lnTo>
                  <a:pt x="1088679" y="10870"/>
                </a:lnTo>
                <a:lnTo>
                  <a:pt x="1088857" y="11073"/>
                </a:lnTo>
                <a:lnTo>
                  <a:pt x="1089026" y="11277"/>
                </a:lnTo>
                <a:lnTo>
                  <a:pt x="1089195" y="11484"/>
                </a:lnTo>
                <a:lnTo>
                  <a:pt x="1089373" y="11693"/>
                </a:lnTo>
                <a:lnTo>
                  <a:pt x="1089542" y="11903"/>
                </a:lnTo>
                <a:lnTo>
                  <a:pt x="1089720" y="12114"/>
                </a:lnTo>
                <a:lnTo>
                  <a:pt x="1089889" y="12328"/>
                </a:lnTo>
                <a:lnTo>
                  <a:pt x="1090058" y="12543"/>
                </a:lnTo>
                <a:lnTo>
                  <a:pt x="1090236" y="12760"/>
                </a:lnTo>
                <a:lnTo>
                  <a:pt x="1090405" y="12979"/>
                </a:lnTo>
                <a:lnTo>
                  <a:pt x="1090583" y="13200"/>
                </a:lnTo>
                <a:lnTo>
                  <a:pt x="1090752" y="13422"/>
                </a:lnTo>
                <a:lnTo>
                  <a:pt x="1090930" y="13646"/>
                </a:lnTo>
                <a:lnTo>
                  <a:pt x="1091099" y="13872"/>
                </a:lnTo>
                <a:lnTo>
                  <a:pt x="1091268" y="14100"/>
                </a:lnTo>
                <a:lnTo>
                  <a:pt x="1091446" y="14330"/>
                </a:lnTo>
                <a:lnTo>
                  <a:pt x="1091615" y="14560"/>
                </a:lnTo>
                <a:lnTo>
                  <a:pt x="1091793" y="14793"/>
                </a:lnTo>
                <a:lnTo>
                  <a:pt x="1091962" y="15028"/>
                </a:lnTo>
                <a:lnTo>
                  <a:pt x="1092140" y="15264"/>
                </a:lnTo>
                <a:lnTo>
                  <a:pt x="1092309" y="15502"/>
                </a:lnTo>
                <a:lnTo>
                  <a:pt x="1092478" y="15742"/>
                </a:lnTo>
                <a:lnTo>
                  <a:pt x="1092656" y="15983"/>
                </a:lnTo>
                <a:lnTo>
                  <a:pt x="1092825" y="16226"/>
                </a:lnTo>
                <a:lnTo>
                  <a:pt x="1093003" y="16472"/>
                </a:lnTo>
                <a:lnTo>
                  <a:pt x="1093172" y="16718"/>
                </a:lnTo>
                <a:lnTo>
                  <a:pt x="1093350" y="16966"/>
                </a:lnTo>
                <a:lnTo>
                  <a:pt x="1093519" y="17216"/>
                </a:lnTo>
                <a:lnTo>
                  <a:pt x="1093688" y="17468"/>
                </a:lnTo>
                <a:lnTo>
                  <a:pt x="1093866" y="17722"/>
                </a:lnTo>
                <a:lnTo>
                  <a:pt x="1094035" y="17976"/>
                </a:lnTo>
                <a:lnTo>
                  <a:pt x="1094213" y="18233"/>
                </a:lnTo>
                <a:lnTo>
                  <a:pt x="1094382" y="18492"/>
                </a:lnTo>
                <a:lnTo>
                  <a:pt x="1094560" y="18752"/>
                </a:lnTo>
                <a:lnTo>
                  <a:pt x="1094729" y="19013"/>
                </a:lnTo>
                <a:lnTo>
                  <a:pt x="1094898" y="19278"/>
                </a:lnTo>
                <a:lnTo>
                  <a:pt x="1095076" y="19543"/>
                </a:lnTo>
                <a:lnTo>
                  <a:pt x="1095245" y="19810"/>
                </a:lnTo>
                <a:lnTo>
                  <a:pt x="1095423" y="20078"/>
                </a:lnTo>
                <a:lnTo>
                  <a:pt x="1095592" y="20348"/>
                </a:lnTo>
                <a:lnTo>
                  <a:pt x="1095770" y="20620"/>
                </a:lnTo>
                <a:lnTo>
                  <a:pt x="1095939" y="20893"/>
                </a:lnTo>
                <a:lnTo>
                  <a:pt x="1096108" y="21169"/>
                </a:lnTo>
                <a:lnTo>
                  <a:pt x="1096286" y="21446"/>
                </a:lnTo>
                <a:lnTo>
                  <a:pt x="1096455" y="21724"/>
                </a:lnTo>
                <a:lnTo>
                  <a:pt x="1096633" y="22004"/>
                </a:lnTo>
                <a:lnTo>
                  <a:pt x="1096802" y="22286"/>
                </a:lnTo>
                <a:lnTo>
                  <a:pt x="1096980" y="22570"/>
                </a:lnTo>
                <a:lnTo>
                  <a:pt x="1097148" y="22855"/>
                </a:lnTo>
                <a:lnTo>
                  <a:pt x="1097318" y="23141"/>
                </a:lnTo>
                <a:lnTo>
                  <a:pt x="1097495" y="23431"/>
                </a:lnTo>
                <a:lnTo>
                  <a:pt x="1097665" y="23721"/>
                </a:lnTo>
                <a:lnTo>
                  <a:pt x="1097842" y="24012"/>
                </a:lnTo>
                <a:lnTo>
                  <a:pt x="1098012" y="24305"/>
                </a:lnTo>
                <a:lnTo>
                  <a:pt x="1098189" y="24600"/>
                </a:lnTo>
                <a:lnTo>
                  <a:pt x="1098358" y="24897"/>
                </a:lnTo>
                <a:lnTo>
                  <a:pt x="1098527" y="25195"/>
                </a:lnTo>
                <a:lnTo>
                  <a:pt x="1098705" y="25495"/>
                </a:lnTo>
                <a:lnTo>
                  <a:pt x="1098874" y="25796"/>
                </a:lnTo>
                <a:lnTo>
                  <a:pt x="1099052" y="26099"/>
                </a:lnTo>
                <a:lnTo>
                  <a:pt x="1099221" y="26404"/>
                </a:lnTo>
                <a:lnTo>
                  <a:pt x="1099399" y="26710"/>
                </a:lnTo>
                <a:lnTo>
                  <a:pt x="1099568" y="27018"/>
                </a:lnTo>
                <a:lnTo>
                  <a:pt x="1099737" y="27327"/>
                </a:lnTo>
                <a:lnTo>
                  <a:pt x="1099915" y="27638"/>
                </a:lnTo>
                <a:lnTo>
                  <a:pt x="1100084" y="27951"/>
                </a:lnTo>
                <a:lnTo>
                  <a:pt x="1100262" y="28265"/>
                </a:lnTo>
                <a:lnTo>
                  <a:pt x="1100431" y="28581"/>
                </a:lnTo>
                <a:lnTo>
                  <a:pt x="1100609" y="28897"/>
                </a:lnTo>
                <a:lnTo>
                  <a:pt x="1100778" y="29217"/>
                </a:lnTo>
                <a:lnTo>
                  <a:pt x="1100947" y="29537"/>
                </a:lnTo>
                <a:lnTo>
                  <a:pt x="1101125" y="29859"/>
                </a:lnTo>
                <a:lnTo>
                  <a:pt x="1101294" y="30183"/>
                </a:lnTo>
                <a:lnTo>
                  <a:pt x="1101472" y="30508"/>
                </a:lnTo>
                <a:lnTo>
                  <a:pt x="1101641" y="30835"/>
                </a:lnTo>
                <a:lnTo>
                  <a:pt x="1101819" y="31163"/>
                </a:lnTo>
                <a:lnTo>
                  <a:pt x="1101988" y="31493"/>
                </a:lnTo>
                <a:lnTo>
                  <a:pt x="1102157" y="31824"/>
                </a:lnTo>
                <a:lnTo>
                  <a:pt x="1102335" y="32158"/>
                </a:lnTo>
                <a:lnTo>
                  <a:pt x="1102504" y="32493"/>
                </a:lnTo>
                <a:lnTo>
                  <a:pt x="1102682" y="32828"/>
                </a:lnTo>
                <a:lnTo>
                  <a:pt x="1102851" y="33166"/>
                </a:lnTo>
                <a:lnTo>
                  <a:pt x="1103029" y="33505"/>
                </a:lnTo>
                <a:lnTo>
                  <a:pt x="1103198" y="33846"/>
                </a:lnTo>
                <a:lnTo>
                  <a:pt x="1103367" y="34188"/>
                </a:lnTo>
                <a:lnTo>
                  <a:pt x="1103545" y="34532"/>
                </a:lnTo>
                <a:lnTo>
                  <a:pt x="1103714" y="34877"/>
                </a:lnTo>
                <a:lnTo>
                  <a:pt x="1103892" y="35224"/>
                </a:lnTo>
                <a:lnTo>
                  <a:pt x="1104061" y="35572"/>
                </a:lnTo>
                <a:lnTo>
                  <a:pt x="1104239" y="35922"/>
                </a:lnTo>
                <a:lnTo>
                  <a:pt x="1104408" y="36273"/>
                </a:lnTo>
                <a:lnTo>
                  <a:pt x="1104577" y="36627"/>
                </a:lnTo>
                <a:lnTo>
                  <a:pt x="1104755" y="36981"/>
                </a:lnTo>
                <a:lnTo>
                  <a:pt x="1104924" y="37337"/>
                </a:lnTo>
                <a:lnTo>
                  <a:pt x="1105102" y="37694"/>
                </a:lnTo>
                <a:lnTo>
                  <a:pt x="1105271" y="38054"/>
                </a:lnTo>
                <a:lnTo>
                  <a:pt x="1105449" y="38414"/>
                </a:lnTo>
                <a:lnTo>
                  <a:pt x="1105618" y="38776"/>
                </a:lnTo>
                <a:lnTo>
                  <a:pt x="1105787" y="39139"/>
                </a:lnTo>
                <a:lnTo>
                  <a:pt x="1105965" y="39504"/>
                </a:lnTo>
                <a:lnTo>
                  <a:pt x="1106134" y="39870"/>
                </a:lnTo>
                <a:lnTo>
                  <a:pt x="1106312" y="40239"/>
                </a:lnTo>
                <a:lnTo>
                  <a:pt x="1106481" y="40608"/>
                </a:lnTo>
                <a:lnTo>
                  <a:pt x="1106659" y="40979"/>
                </a:lnTo>
                <a:lnTo>
                  <a:pt x="1106828" y="41351"/>
                </a:lnTo>
                <a:lnTo>
                  <a:pt x="1106997" y="41725"/>
                </a:lnTo>
                <a:lnTo>
                  <a:pt x="1107175" y="42100"/>
                </a:lnTo>
                <a:lnTo>
                  <a:pt x="1107344" y="42477"/>
                </a:lnTo>
                <a:lnTo>
                  <a:pt x="1107522" y="42855"/>
                </a:lnTo>
                <a:lnTo>
                  <a:pt x="1107691" y="43235"/>
                </a:lnTo>
                <a:lnTo>
                  <a:pt x="1107869" y="43616"/>
                </a:lnTo>
                <a:lnTo>
                  <a:pt x="1108038" y="43998"/>
                </a:lnTo>
                <a:lnTo>
                  <a:pt x="1108207" y="44383"/>
                </a:lnTo>
                <a:lnTo>
                  <a:pt x="1108385" y="44768"/>
                </a:lnTo>
                <a:lnTo>
                  <a:pt x="1108554" y="45155"/>
                </a:lnTo>
                <a:lnTo>
                  <a:pt x="1108732" y="45543"/>
                </a:lnTo>
                <a:lnTo>
                  <a:pt x="1108901" y="45932"/>
                </a:lnTo>
                <a:lnTo>
                  <a:pt x="1109070" y="46324"/>
                </a:lnTo>
                <a:lnTo>
                  <a:pt x="1109248" y="46717"/>
                </a:lnTo>
                <a:lnTo>
                  <a:pt x="1109417" y="47111"/>
                </a:lnTo>
                <a:lnTo>
                  <a:pt x="1109595" y="47506"/>
                </a:lnTo>
                <a:lnTo>
                  <a:pt x="1109764" y="47903"/>
                </a:lnTo>
                <a:lnTo>
                  <a:pt x="1109942" y="48301"/>
                </a:lnTo>
                <a:lnTo>
                  <a:pt x="1110111" y="48701"/>
                </a:lnTo>
                <a:lnTo>
                  <a:pt x="1110280" y="49102"/>
                </a:lnTo>
                <a:lnTo>
                  <a:pt x="1110458" y="49505"/>
                </a:lnTo>
                <a:lnTo>
                  <a:pt x="1110627" y="49909"/>
                </a:lnTo>
                <a:lnTo>
                  <a:pt x="1110805" y="50315"/>
                </a:lnTo>
                <a:lnTo>
                  <a:pt x="1110974" y="50721"/>
                </a:lnTo>
                <a:lnTo>
                  <a:pt x="1111152" y="51130"/>
                </a:lnTo>
                <a:lnTo>
                  <a:pt x="1111321" y="51539"/>
                </a:lnTo>
                <a:lnTo>
                  <a:pt x="1111490" y="51950"/>
                </a:lnTo>
                <a:lnTo>
                  <a:pt x="1111668" y="52363"/>
                </a:lnTo>
                <a:lnTo>
                  <a:pt x="1111837" y="52776"/>
                </a:lnTo>
                <a:lnTo>
                  <a:pt x="1112015" y="53191"/>
                </a:lnTo>
                <a:lnTo>
                  <a:pt x="1112184" y="53607"/>
                </a:lnTo>
                <a:lnTo>
                  <a:pt x="1112362" y="54025"/>
                </a:lnTo>
                <a:lnTo>
                  <a:pt x="1112530" y="54444"/>
                </a:lnTo>
                <a:lnTo>
                  <a:pt x="1112700" y="54865"/>
                </a:lnTo>
                <a:lnTo>
                  <a:pt x="1112877" y="55288"/>
                </a:lnTo>
                <a:lnTo>
                  <a:pt x="1113047" y="55710"/>
                </a:lnTo>
                <a:lnTo>
                  <a:pt x="1113224" y="56136"/>
                </a:lnTo>
                <a:lnTo>
                  <a:pt x="1113393" y="56562"/>
                </a:lnTo>
                <a:lnTo>
                  <a:pt x="1113571" y="56989"/>
                </a:lnTo>
                <a:lnTo>
                  <a:pt x="1113740" y="57418"/>
                </a:lnTo>
                <a:lnTo>
                  <a:pt x="1113909" y="57848"/>
                </a:lnTo>
                <a:lnTo>
                  <a:pt x="1114087" y="58280"/>
                </a:lnTo>
                <a:lnTo>
                  <a:pt x="1114256" y="58712"/>
                </a:lnTo>
                <a:lnTo>
                  <a:pt x="1114434" y="59146"/>
                </a:lnTo>
                <a:lnTo>
                  <a:pt x="1114603" y="59582"/>
                </a:lnTo>
                <a:lnTo>
                  <a:pt x="1114781" y="60019"/>
                </a:lnTo>
                <a:lnTo>
                  <a:pt x="1114950" y="60457"/>
                </a:lnTo>
                <a:lnTo>
                  <a:pt x="1115119" y="60896"/>
                </a:lnTo>
                <a:lnTo>
                  <a:pt x="1115297" y="61337"/>
                </a:lnTo>
                <a:lnTo>
                  <a:pt x="1115466" y="61780"/>
                </a:lnTo>
                <a:lnTo>
                  <a:pt x="1115644" y="62223"/>
                </a:lnTo>
                <a:lnTo>
                  <a:pt x="1115813" y="62667"/>
                </a:lnTo>
                <a:lnTo>
                  <a:pt x="1115991" y="63114"/>
                </a:lnTo>
                <a:lnTo>
                  <a:pt x="1116160" y="63562"/>
                </a:lnTo>
                <a:lnTo>
                  <a:pt x="1116329" y="64010"/>
                </a:lnTo>
                <a:lnTo>
                  <a:pt x="1116507" y="64460"/>
                </a:lnTo>
                <a:lnTo>
                  <a:pt x="1116676" y="64911"/>
                </a:lnTo>
                <a:lnTo>
                  <a:pt x="1116854" y="65364"/>
                </a:lnTo>
                <a:lnTo>
                  <a:pt x="1117023" y="65818"/>
                </a:lnTo>
                <a:lnTo>
                  <a:pt x="1117201" y="66273"/>
                </a:lnTo>
                <a:lnTo>
                  <a:pt x="1117370" y="66730"/>
                </a:lnTo>
                <a:lnTo>
                  <a:pt x="1117539" y="67187"/>
                </a:lnTo>
                <a:lnTo>
                  <a:pt x="1117717" y="67646"/>
                </a:lnTo>
                <a:lnTo>
                  <a:pt x="1117886" y="68107"/>
                </a:lnTo>
                <a:lnTo>
                  <a:pt x="1118064" y="68569"/>
                </a:lnTo>
                <a:lnTo>
                  <a:pt x="1118233" y="69031"/>
                </a:lnTo>
                <a:lnTo>
                  <a:pt x="1118411" y="69496"/>
                </a:lnTo>
                <a:lnTo>
                  <a:pt x="1118580" y="69961"/>
                </a:lnTo>
                <a:lnTo>
                  <a:pt x="1118749" y="70427"/>
                </a:lnTo>
                <a:lnTo>
                  <a:pt x="1118927" y="70895"/>
                </a:lnTo>
                <a:lnTo>
                  <a:pt x="1119096" y="71365"/>
                </a:lnTo>
                <a:lnTo>
                  <a:pt x="1119274" y="71834"/>
                </a:lnTo>
                <a:lnTo>
                  <a:pt x="1119443" y="72307"/>
                </a:lnTo>
                <a:lnTo>
                  <a:pt x="1119621" y="72779"/>
                </a:lnTo>
                <a:lnTo>
                  <a:pt x="1119790" y="73253"/>
                </a:lnTo>
                <a:lnTo>
                  <a:pt x="1119959" y="73729"/>
                </a:lnTo>
                <a:lnTo>
                  <a:pt x="1120137" y="74205"/>
                </a:lnTo>
                <a:lnTo>
                  <a:pt x="1120306" y="74684"/>
                </a:lnTo>
                <a:lnTo>
                  <a:pt x="1120484" y="75163"/>
                </a:lnTo>
                <a:lnTo>
                  <a:pt x="1120653" y="75643"/>
                </a:lnTo>
                <a:lnTo>
                  <a:pt x="1120831" y="76124"/>
                </a:lnTo>
                <a:lnTo>
                  <a:pt x="1121000" y="76607"/>
                </a:lnTo>
                <a:lnTo>
                  <a:pt x="1121169" y="77091"/>
                </a:lnTo>
                <a:lnTo>
                  <a:pt x="1121347" y="77577"/>
                </a:lnTo>
                <a:lnTo>
                  <a:pt x="1121516" y="78063"/>
                </a:lnTo>
                <a:lnTo>
                  <a:pt x="1121694" y="78550"/>
                </a:lnTo>
                <a:lnTo>
                  <a:pt x="1121863" y="79040"/>
                </a:lnTo>
                <a:lnTo>
                  <a:pt x="1122041" y="79530"/>
                </a:lnTo>
                <a:lnTo>
                  <a:pt x="1122210" y="80021"/>
                </a:lnTo>
                <a:lnTo>
                  <a:pt x="1122379" y="80514"/>
                </a:lnTo>
                <a:lnTo>
                  <a:pt x="1122557" y="81008"/>
                </a:lnTo>
                <a:lnTo>
                  <a:pt x="1122726" y="81502"/>
                </a:lnTo>
                <a:lnTo>
                  <a:pt x="1122904" y="81998"/>
                </a:lnTo>
                <a:lnTo>
                  <a:pt x="1123073" y="82495"/>
                </a:lnTo>
                <a:lnTo>
                  <a:pt x="1123251" y="82993"/>
                </a:lnTo>
                <a:lnTo>
                  <a:pt x="1123420" y="83493"/>
                </a:lnTo>
                <a:lnTo>
                  <a:pt x="1123589" y="83994"/>
                </a:lnTo>
                <a:lnTo>
                  <a:pt x="1123767" y="84496"/>
                </a:lnTo>
                <a:lnTo>
                  <a:pt x="1123936" y="84999"/>
                </a:lnTo>
                <a:lnTo>
                  <a:pt x="1124114" y="85504"/>
                </a:lnTo>
                <a:lnTo>
                  <a:pt x="1124283" y="86009"/>
                </a:lnTo>
                <a:lnTo>
                  <a:pt x="1124461" y="86515"/>
                </a:lnTo>
                <a:lnTo>
                  <a:pt x="1124630" y="87023"/>
                </a:lnTo>
                <a:lnTo>
                  <a:pt x="1124799" y="87532"/>
                </a:lnTo>
                <a:lnTo>
                  <a:pt x="1124977" y="88042"/>
                </a:lnTo>
                <a:lnTo>
                  <a:pt x="1125146" y="88553"/>
                </a:lnTo>
                <a:lnTo>
                  <a:pt x="1125324" y="89066"/>
                </a:lnTo>
                <a:lnTo>
                  <a:pt x="1125493" y="89579"/>
                </a:lnTo>
                <a:lnTo>
                  <a:pt x="1125671" y="90094"/>
                </a:lnTo>
                <a:lnTo>
                  <a:pt x="1125840" y="90609"/>
                </a:lnTo>
                <a:lnTo>
                  <a:pt x="1126009" y="91126"/>
                </a:lnTo>
                <a:lnTo>
                  <a:pt x="1126187" y="91645"/>
                </a:lnTo>
                <a:lnTo>
                  <a:pt x="1126356" y="92164"/>
                </a:lnTo>
                <a:lnTo>
                  <a:pt x="1126533" y="92684"/>
                </a:lnTo>
                <a:lnTo>
                  <a:pt x="1126703" y="93205"/>
                </a:lnTo>
                <a:lnTo>
                  <a:pt x="1126880" y="93729"/>
                </a:lnTo>
                <a:lnTo>
                  <a:pt x="1127050" y="94252"/>
                </a:lnTo>
                <a:lnTo>
                  <a:pt x="1127219" y="94777"/>
                </a:lnTo>
                <a:lnTo>
                  <a:pt x="1127396" y="95302"/>
                </a:lnTo>
                <a:lnTo>
                  <a:pt x="1127566" y="95830"/>
                </a:lnTo>
                <a:lnTo>
                  <a:pt x="1127743" y="96357"/>
                </a:lnTo>
                <a:lnTo>
                  <a:pt x="1127912" y="96887"/>
                </a:lnTo>
                <a:lnTo>
                  <a:pt x="1128081" y="97417"/>
                </a:lnTo>
                <a:lnTo>
                  <a:pt x="1128259" y="97948"/>
                </a:lnTo>
                <a:lnTo>
                  <a:pt x="1128428" y="98481"/>
                </a:lnTo>
                <a:lnTo>
                  <a:pt x="1128606" y="99015"/>
                </a:lnTo>
                <a:lnTo>
                  <a:pt x="1128775" y="99550"/>
                </a:lnTo>
                <a:lnTo>
                  <a:pt x="1128953" y="100085"/>
                </a:lnTo>
                <a:lnTo>
                  <a:pt x="1129122" y="100622"/>
                </a:lnTo>
                <a:lnTo>
                  <a:pt x="1129291" y="101160"/>
                </a:lnTo>
                <a:lnTo>
                  <a:pt x="1129469" y="101699"/>
                </a:lnTo>
                <a:lnTo>
                  <a:pt x="1129638" y="102239"/>
                </a:lnTo>
                <a:lnTo>
                  <a:pt x="1129816" y="102780"/>
                </a:lnTo>
                <a:lnTo>
                  <a:pt x="1129985" y="103322"/>
                </a:lnTo>
                <a:lnTo>
                  <a:pt x="1130163" y="103865"/>
                </a:lnTo>
                <a:lnTo>
                  <a:pt x="1130332" y="104410"/>
                </a:lnTo>
                <a:lnTo>
                  <a:pt x="1130501" y="104954"/>
                </a:lnTo>
                <a:lnTo>
                  <a:pt x="1130679" y="105501"/>
                </a:lnTo>
                <a:lnTo>
                  <a:pt x="1130848" y="106048"/>
                </a:lnTo>
                <a:lnTo>
                  <a:pt x="1131026" y="106596"/>
                </a:lnTo>
                <a:lnTo>
                  <a:pt x="1131195" y="107146"/>
                </a:lnTo>
                <a:lnTo>
                  <a:pt x="1131373" y="107697"/>
                </a:lnTo>
                <a:lnTo>
                  <a:pt x="1131542" y="108248"/>
                </a:lnTo>
                <a:lnTo>
                  <a:pt x="1131711" y="108801"/>
                </a:lnTo>
                <a:lnTo>
                  <a:pt x="1131889" y="109354"/>
                </a:lnTo>
                <a:lnTo>
                  <a:pt x="1132058" y="109909"/>
                </a:lnTo>
                <a:lnTo>
                  <a:pt x="1132236" y="110465"/>
                </a:lnTo>
                <a:lnTo>
                  <a:pt x="1132405" y="111021"/>
                </a:lnTo>
                <a:lnTo>
                  <a:pt x="1132583" y="111579"/>
                </a:lnTo>
                <a:lnTo>
                  <a:pt x="1132752" y="112138"/>
                </a:lnTo>
                <a:lnTo>
                  <a:pt x="1132921" y="112698"/>
                </a:lnTo>
                <a:lnTo>
                  <a:pt x="1133099" y="113259"/>
                </a:lnTo>
                <a:lnTo>
                  <a:pt x="1133268" y="113820"/>
                </a:lnTo>
                <a:lnTo>
                  <a:pt x="1133446" y="114383"/>
                </a:lnTo>
                <a:lnTo>
                  <a:pt x="1133615" y="114947"/>
                </a:lnTo>
                <a:lnTo>
                  <a:pt x="1133793" y="115512"/>
                </a:lnTo>
                <a:lnTo>
                  <a:pt x="1133962" y="116077"/>
                </a:lnTo>
                <a:lnTo>
                  <a:pt x="1134131" y="116644"/>
                </a:lnTo>
                <a:lnTo>
                  <a:pt x="1134309" y="117212"/>
                </a:lnTo>
                <a:lnTo>
                  <a:pt x="1134478" y="117781"/>
                </a:lnTo>
                <a:lnTo>
                  <a:pt x="1134656" y="118350"/>
                </a:lnTo>
                <a:lnTo>
                  <a:pt x="1134825" y="118922"/>
                </a:lnTo>
                <a:lnTo>
                  <a:pt x="1135003" y="119493"/>
                </a:lnTo>
                <a:lnTo>
                  <a:pt x="1135172" y="120066"/>
                </a:lnTo>
                <a:lnTo>
                  <a:pt x="1135341" y="120639"/>
                </a:lnTo>
                <a:lnTo>
                  <a:pt x="1135519" y="121214"/>
                </a:lnTo>
                <a:lnTo>
                  <a:pt x="1135688" y="121789"/>
                </a:lnTo>
                <a:lnTo>
                  <a:pt x="1135866" y="122365"/>
                </a:lnTo>
                <a:lnTo>
                  <a:pt x="1136035" y="122944"/>
                </a:lnTo>
                <a:lnTo>
                  <a:pt x="1136213" y="123522"/>
                </a:lnTo>
                <a:lnTo>
                  <a:pt x="1136382" y="124101"/>
                </a:lnTo>
                <a:lnTo>
                  <a:pt x="1136551" y="124681"/>
                </a:lnTo>
                <a:lnTo>
                  <a:pt x="1136729" y="125263"/>
                </a:lnTo>
                <a:lnTo>
                  <a:pt x="1136898" y="125845"/>
                </a:lnTo>
                <a:lnTo>
                  <a:pt x="1137076" y="126427"/>
                </a:lnTo>
                <a:lnTo>
                  <a:pt x="1137245" y="127012"/>
                </a:lnTo>
                <a:lnTo>
                  <a:pt x="1137423" y="127596"/>
                </a:lnTo>
                <a:lnTo>
                  <a:pt x="1137592" y="128183"/>
                </a:lnTo>
                <a:lnTo>
                  <a:pt x="1137761" y="128770"/>
                </a:lnTo>
                <a:lnTo>
                  <a:pt x="1137939" y="129357"/>
                </a:lnTo>
                <a:lnTo>
                  <a:pt x="1138108" y="129946"/>
                </a:lnTo>
                <a:lnTo>
                  <a:pt x="1138286" y="130536"/>
                </a:lnTo>
                <a:lnTo>
                  <a:pt x="1138455" y="131127"/>
                </a:lnTo>
                <a:lnTo>
                  <a:pt x="1138633" y="131717"/>
                </a:lnTo>
                <a:lnTo>
                  <a:pt x="1138802" y="132310"/>
                </a:lnTo>
                <a:lnTo>
                  <a:pt x="1138971" y="132903"/>
                </a:lnTo>
                <a:lnTo>
                  <a:pt x="1139149" y="133497"/>
                </a:lnTo>
                <a:lnTo>
                  <a:pt x="1139318" y="134093"/>
                </a:lnTo>
                <a:lnTo>
                  <a:pt x="1139496" y="134689"/>
                </a:lnTo>
                <a:lnTo>
                  <a:pt x="1139665" y="135286"/>
                </a:lnTo>
                <a:lnTo>
                  <a:pt x="1139843" y="135883"/>
                </a:lnTo>
                <a:lnTo>
                  <a:pt x="1140012" y="136481"/>
                </a:lnTo>
                <a:lnTo>
                  <a:pt x="1140181" y="137081"/>
                </a:lnTo>
                <a:lnTo>
                  <a:pt x="1140359" y="137681"/>
                </a:lnTo>
                <a:lnTo>
                  <a:pt x="1140528" y="138283"/>
                </a:lnTo>
                <a:lnTo>
                  <a:pt x="1140706" y="138885"/>
                </a:lnTo>
                <a:lnTo>
                  <a:pt x="1140875" y="139488"/>
                </a:lnTo>
                <a:lnTo>
                  <a:pt x="1141053" y="140092"/>
                </a:lnTo>
                <a:lnTo>
                  <a:pt x="1141222" y="140696"/>
                </a:lnTo>
                <a:lnTo>
                  <a:pt x="1141391" y="141302"/>
                </a:lnTo>
                <a:lnTo>
                  <a:pt x="1141569" y="141909"/>
                </a:lnTo>
                <a:lnTo>
                  <a:pt x="1141738" y="142516"/>
                </a:lnTo>
                <a:lnTo>
                  <a:pt x="1141915" y="143124"/>
                </a:lnTo>
                <a:lnTo>
                  <a:pt x="1142084" y="143734"/>
                </a:lnTo>
                <a:lnTo>
                  <a:pt x="1142262" y="144343"/>
                </a:lnTo>
                <a:lnTo>
                  <a:pt x="1142431" y="144954"/>
                </a:lnTo>
                <a:lnTo>
                  <a:pt x="1142601" y="145566"/>
                </a:lnTo>
                <a:lnTo>
                  <a:pt x="1142778" y="146178"/>
                </a:lnTo>
                <a:lnTo>
                  <a:pt x="1142948" y="146791"/>
                </a:lnTo>
                <a:lnTo>
                  <a:pt x="1143125" y="147405"/>
                </a:lnTo>
                <a:lnTo>
                  <a:pt x="1143294" y="148020"/>
                </a:lnTo>
                <a:lnTo>
                  <a:pt x="1143472" y="148636"/>
                </a:lnTo>
                <a:lnTo>
                  <a:pt x="1143641" y="149252"/>
                </a:lnTo>
                <a:lnTo>
                  <a:pt x="1143810" y="149870"/>
                </a:lnTo>
                <a:lnTo>
                  <a:pt x="1143988" y="150488"/>
                </a:lnTo>
                <a:lnTo>
                  <a:pt x="1144157" y="151107"/>
                </a:lnTo>
                <a:lnTo>
                  <a:pt x="1144335" y="151727"/>
                </a:lnTo>
                <a:lnTo>
                  <a:pt x="1144504" y="152348"/>
                </a:lnTo>
                <a:lnTo>
                  <a:pt x="1144682" y="152969"/>
                </a:lnTo>
                <a:lnTo>
                  <a:pt x="1144851" y="153592"/>
                </a:lnTo>
                <a:lnTo>
                  <a:pt x="1145020" y="154215"/>
                </a:lnTo>
                <a:lnTo>
                  <a:pt x="1145198" y="154838"/>
                </a:lnTo>
                <a:lnTo>
                  <a:pt x="1145367" y="155463"/>
                </a:lnTo>
                <a:lnTo>
                  <a:pt x="1145545" y="156088"/>
                </a:lnTo>
                <a:lnTo>
                  <a:pt x="1145714" y="156715"/>
                </a:lnTo>
                <a:lnTo>
                  <a:pt x="1145892" y="157342"/>
                </a:lnTo>
                <a:lnTo>
                  <a:pt x="1146061" y="157970"/>
                </a:lnTo>
                <a:lnTo>
                  <a:pt x="1146230" y="158599"/>
                </a:lnTo>
                <a:lnTo>
                  <a:pt x="1146408" y="159228"/>
                </a:lnTo>
                <a:lnTo>
                  <a:pt x="1146577" y="159858"/>
                </a:lnTo>
                <a:lnTo>
                  <a:pt x="1146755" y="160489"/>
                </a:lnTo>
                <a:lnTo>
                  <a:pt x="1146924" y="161121"/>
                </a:lnTo>
                <a:lnTo>
                  <a:pt x="1147093" y="161753"/>
                </a:lnTo>
                <a:lnTo>
                  <a:pt x="1147271" y="162386"/>
                </a:lnTo>
                <a:lnTo>
                  <a:pt x="1147440" y="163020"/>
                </a:lnTo>
                <a:lnTo>
                  <a:pt x="1147618" y="163655"/>
                </a:lnTo>
                <a:lnTo>
                  <a:pt x="1147787" y="164291"/>
                </a:lnTo>
                <a:lnTo>
                  <a:pt x="1147965" y="164927"/>
                </a:lnTo>
                <a:lnTo>
                  <a:pt x="1148134" y="165564"/>
                </a:lnTo>
                <a:lnTo>
                  <a:pt x="1148303" y="166202"/>
                </a:lnTo>
                <a:lnTo>
                  <a:pt x="1148481" y="166840"/>
                </a:lnTo>
                <a:lnTo>
                  <a:pt x="1148650" y="167479"/>
                </a:lnTo>
                <a:lnTo>
                  <a:pt x="1148828" y="168119"/>
                </a:lnTo>
                <a:lnTo>
                  <a:pt x="1148997" y="168760"/>
                </a:lnTo>
                <a:lnTo>
                  <a:pt x="1149175" y="169402"/>
                </a:lnTo>
                <a:lnTo>
                  <a:pt x="1149344" y="170043"/>
                </a:lnTo>
                <a:lnTo>
                  <a:pt x="1149513" y="170686"/>
                </a:lnTo>
                <a:lnTo>
                  <a:pt x="1149691" y="171330"/>
                </a:lnTo>
                <a:lnTo>
                  <a:pt x="1149860" y="171975"/>
                </a:lnTo>
                <a:lnTo>
                  <a:pt x="1150038" y="172620"/>
                </a:lnTo>
                <a:lnTo>
                  <a:pt x="1150207" y="173265"/>
                </a:lnTo>
                <a:lnTo>
                  <a:pt x="1150385" y="173911"/>
                </a:lnTo>
                <a:lnTo>
                  <a:pt x="1150554" y="174559"/>
                </a:lnTo>
                <a:lnTo>
                  <a:pt x="1150723" y="175207"/>
                </a:lnTo>
                <a:lnTo>
                  <a:pt x="1150901" y="175855"/>
                </a:lnTo>
                <a:lnTo>
                  <a:pt x="1151070" y="176505"/>
                </a:lnTo>
                <a:lnTo>
                  <a:pt x="1151248" y="177155"/>
                </a:lnTo>
                <a:lnTo>
                  <a:pt x="1151417" y="177805"/>
                </a:lnTo>
                <a:lnTo>
                  <a:pt x="1151595" y="178457"/>
                </a:lnTo>
                <a:lnTo>
                  <a:pt x="1151764" y="179109"/>
                </a:lnTo>
                <a:lnTo>
                  <a:pt x="1151933" y="179762"/>
                </a:lnTo>
                <a:lnTo>
                  <a:pt x="1152111" y="180415"/>
                </a:lnTo>
                <a:lnTo>
                  <a:pt x="1152280" y="181069"/>
                </a:lnTo>
                <a:lnTo>
                  <a:pt x="1152458" y="181724"/>
                </a:lnTo>
                <a:lnTo>
                  <a:pt x="1152627" y="182379"/>
                </a:lnTo>
                <a:lnTo>
                  <a:pt x="1152805" y="183036"/>
                </a:lnTo>
                <a:lnTo>
                  <a:pt x="1152974" y="183692"/>
                </a:lnTo>
                <a:lnTo>
                  <a:pt x="1153143" y="184350"/>
                </a:lnTo>
                <a:lnTo>
                  <a:pt x="1153321" y="185008"/>
                </a:lnTo>
                <a:lnTo>
                  <a:pt x="1153490" y="185666"/>
                </a:lnTo>
                <a:lnTo>
                  <a:pt x="1153668" y="186326"/>
                </a:lnTo>
                <a:lnTo>
                  <a:pt x="1153837" y="186986"/>
                </a:lnTo>
                <a:lnTo>
                  <a:pt x="1154015" y="187647"/>
                </a:lnTo>
                <a:lnTo>
                  <a:pt x="1154184" y="188308"/>
                </a:lnTo>
                <a:lnTo>
                  <a:pt x="1154353" y="188970"/>
                </a:lnTo>
                <a:lnTo>
                  <a:pt x="1154531" y="189633"/>
                </a:lnTo>
                <a:lnTo>
                  <a:pt x="1154700" y="190296"/>
                </a:lnTo>
                <a:lnTo>
                  <a:pt x="1154878" y="190961"/>
                </a:lnTo>
                <a:lnTo>
                  <a:pt x="1155047" y="191625"/>
                </a:lnTo>
                <a:lnTo>
                  <a:pt x="1155225" y="192290"/>
                </a:lnTo>
                <a:lnTo>
                  <a:pt x="1155394" y="192956"/>
                </a:lnTo>
                <a:lnTo>
                  <a:pt x="1155563" y="193622"/>
                </a:lnTo>
                <a:lnTo>
                  <a:pt x="1155741" y="194290"/>
                </a:lnTo>
                <a:lnTo>
                  <a:pt x="1155910" y="194957"/>
                </a:lnTo>
                <a:lnTo>
                  <a:pt x="1156087" y="195626"/>
                </a:lnTo>
                <a:lnTo>
                  <a:pt x="1156257" y="196295"/>
                </a:lnTo>
                <a:lnTo>
                  <a:pt x="1156434" y="196964"/>
                </a:lnTo>
                <a:lnTo>
                  <a:pt x="1156604" y="197635"/>
                </a:lnTo>
                <a:lnTo>
                  <a:pt x="1156773" y="198305"/>
                </a:lnTo>
                <a:lnTo>
                  <a:pt x="1156951" y="198976"/>
                </a:lnTo>
                <a:lnTo>
                  <a:pt x="1157119" y="199649"/>
                </a:lnTo>
                <a:lnTo>
                  <a:pt x="1157297" y="200321"/>
                </a:lnTo>
                <a:lnTo>
                  <a:pt x="1157466" y="200994"/>
                </a:lnTo>
                <a:lnTo>
                  <a:pt x="1157644" y="201668"/>
                </a:lnTo>
                <a:lnTo>
                  <a:pt x="1157813" y="202343"/>
                </a:lnTo>
                <a:lnTo>
                  <a:pt x="1157982" y="203017"/>
                </a:lnTo>
                <a:lnTo>
                  <a:pt x="1158160" y="203693"/>
                </a:lnTo>
                <a:lnTo>
                  <a:pt x="1158329" y="204369"/>
                </a:lnTo>
                <a:lnTo>
                  <a:pt x="1158507" y="205045"/>
                </a:lnTo>
                <a:lnTo>
                  <a:pt x="1158676" y="205722"/>
                </a:lnTo>
                <a:lnTo>
                  <a:pt x="1158854" y="206400"/>
                </a:lnTo>
                <a:lnTo>
                  <a:pt x="1159023" y="207079"/>
                </a:lnTo>
                <a:lnTo>
                  <a:pt x="1159192" y="207758"/>
                </a:lnTo>
                <a:lnTo>
                  <a:pt x="1159370" y="208438"/>
                </a:lnTo>
                <a:lnTo>
                  <a:pt x="1159539" y="209117"/>
                </a:lnTo>
                <a:lnTo>
                  <a:pt x="1159717" y="209798"/>
                </a:lnTo>
                <a:lnTo>
                  <a:pt x="1159886" y="210479"/>
                </a:lnTo>
                <a:lnTo>
                  <a:pt x="1160064" y="211161"/>
                </a:lnTo>
                <a:lnTo>
                  <a:pt x="1160233" y="211843"/>
                </a:lnTo>
                <a:lnTo>
                  <a:pt x="1160402" y="212526"/>
                </a:lnTo>
                <a:lnTo>
                  <a:pt x="1160580" y="213210"/>
                </a:lnTo>
                <a:lnTo>
                  <a:pt x="1160749" y="213894"/>
                </a:lnTo>
                <a:lnTo>
                  <a:pt x="1160927" y="214578"/>
                </a:lnTo>
                <a:lnTo>
                  <a:pt x="1161096" y="215263"/>
                </a:lnTo>
                <a:lnTo>
                  <a:pt x="1161274" y="215949"/>
                </a:lnTo>
                <a:lnTo>
                  <a:pt x="1161443" y="216635"/>
                </a:lnTo>
                <a:lnTo>
                  <a:pt x="1161612" y="217322"/>
                </a:lnTo>
                <a:lnTo>
                  <a:pt x="1161790" y="218008"/>
                </a:lnTo>
                <a:lnTo>
                  <a:pt x="1161959" y="218696"/>
                </a:lnTo>
                <a:lnTo>
                  <a:pt x="1162137" y="219385"/>
                </a:lnTo>
                <a:lnTo>
                  <a:pt x="1162306" y="220073"/>
                </a:lnTo>
                <a:lnTo>
                  <a:pt x="1162484" y="220762"/>
                </a:lnTo>
                <a:lnTo>
                  <a:pt x="1162653" y="221452"/>
                </a:lnTo>
                <a:lnTo>
                  <a:pt x="1162822" y="222142"/>
                </a:lnTo>
                <a:lnTo>
                  <a:pt x="1163000" y="222833"/>
                </a:lnTo>
                <a:lnTo>
                  <a:pt x="1163169" y="223524"/>
                </a:lnTo>
                <a:lnTo>
                  <a:pt x="1163347" y="224215"/>
                </a:lnTo>
                <a:lnTo>
                  <a:pt x="1163516" y="224908"/>
                </a:lnTo>
                <a:lnTo>
                  <a:pt x="1163694" y="225601"/>
                </a:lnTo>
                <a:lnTo>
                  <a:pt x="1163863" y="226294"/>
                </a:lnTo>
                <a:lnTo>
                  <a:pt x="1164032" y="226988"/>
                </a:lnTo>
                <a:lnTo>
                  <a:pt x="1164210" y="227682"/>
                </a:lnTo>
                <a:lnTo>
                  <a:pt x="1164379" y="228376"/>
                </a:lnTo>
                <a:lnTo>
                  <a:pt x="1164557" y="229072"/>
                </a:lnTo>
                <a:lnTo>
                  <a:pt x="1164726" y="229768"/>
                </a:lnTo>
                <a:lnTo>
                  <a:pt x="1164904" y="230463"/>
                </a:lnTo>
                <a:lnTo>
                  <a:pt x="1165073" y="231160"/>
                </a:lnTo>
                <a:lnTo>
                  <a:pt x="1165242" y="231858"/>
                </a:lnTo>
                <a:lnTo>
                  <a:pt x="1165420" y="232555"/>
                </a:lnTo>
                <a:lnTo>
                  <a:pt x="1165589" y="233252"/>
                </a:lnTo>
                <a:lnTo>
                  <a:pt x="1165767" y="233951"/>
                </a:lnTo>
                <a:lnTo>
                  <a:pt x="1165936" y="234650"/>
                </a:lnTo>
                <a:lnTo>
                  <a:pt x="1166105" y="235349"/>
                </a:lnTo>
                <a:lnTo>
                  <a:pt x="1166283" y="236050"/>
                </a:lnTo>
                <a:lnTo>
                  <a:pt x="1166452" y="236750"/>
                </a:lnTo>
                <a:lnTo>
                  <a:pt x="1166630" y="237450"/>
                </a:lnTo>
                <a:lnTo>
                  <a:pt x="1166799" y="238152"/>
                </a:lnTo>
                <a:lnTo>
                  <a:pt x="1166977" y="238853"/>
                </a:lnTo>
                <a:lnTo>
                  <a:pt x="1167146" y="239555"/>
                </a:lnTo>
                <a:lnTo>
                  <a:pt x="1167315" y="240258"/>
                </a:lnTo>
                <a:lnTo>
                  <a:pt x="1167493" y="240960"/>
                </a:lnTo>
                <a:lnTo>
                  <a:pt x="1167662" y="241664"/>
                </a:lnTo>
                <a:lnTo>
                  <a:pt x="1167840" y="242368"/>
                </a:lnTo>
                <a:lnTo>
                  <a:pt x="1168009" y="243071"/>
                </a:lnTo>
                <a:lnTo>
                  <a:pt x="1168187" y="243776"/>
                </a:lnTo>
                <a:lnTo>
                  <a:pt x="1168356" y="244482"/>
                </a:lnTo>
                <a:lnTo>
                  <a:pt x="1168525" y="245187"/>
                </a:lnTo>
                <a:lnTo>
                  <a:pt x="1168703" y="245893"/>
                </a:lnTo>
                <a:lnTo>
                  <a:pt x="1168872" y="246599"/>
                </a:lnTo>
                <a:lnTo>
                  <a:pt x="1169050" y="247306"/>
                </a:lnTo>
                <a:lnTo>
                  <a:pt x="1169219" y="248013"/>
                </a:lnTo>
                <a:lnTo>
                  <a:pt x="1169397" y="248721"/>
                </a:lnTo>
                <a:lnTo>
                  <a:pt x="1169566" y="249429"/>
                </a:lnTo>
                <a:lnTo>
                  <a:pt x="1169735" y="250137"/>
                </a:lnTo>
                <a:lnTo>
                  <a:pt x="1169913" y="250846"/>
                </a:lnTo>
                <a:lnTo>
                  <a:pt x="1170082" y="251555"/>
                </a:lnTo>
                <a:lnTo>
                  <a:pt x="1170260" y="252264"/>
                </a:lnTo>
                <a:lnTo>
                  <a:pt x="1170429" y="252974"/>
                </a:lnTo>
                <a:lnTo>
                  <a:pt x="1170607" y="253685"/>
                </a:lnTo>
                <a:lnTo>
                  <a:pt x="1170776" y="254396"/>
                </a:lnTo>
                <a:lnTo>
                  <a:pt x="1170945" y="255107"/>
                </a:lnTo>
                <a:lnTo>
                  <a:pt x="1171122" y="255818"/>
                </a:lnTo>
                <a:lnTo>
                  <a:pt x="1171292" y="256530"/>
                </a:lnTo>
                <a:lnTo>
                  <a:pt x="1171469" y="257242"/>
                </a:lnTo>
                <a:lnTo>
                  <a:pt x="1171639" y="257954"/>
                </a:lnTo>
                <a:lnTo>
                  <a:pt x="1171816" y="258668"/>
                </a:lnTo>
                <a:lnTo>
                  <a:pt x="1171986" y="259381"/>
                </a:lnTo>
                <a:lnTo>
                  <a:pt x="1172155" y="260095"/>
                </a:lnTo>
                <a:lnTo>
                  <a:pt x="1172332" y="260809"/>
                </a:lnTo>
                <a:lnTo>
                  <a:pt x="1172501" y="261524"/>
                </a:lnTo>
                <a:lnTo>
                  <a:pt x="1172679" y="262238"/>
                </a:lnTo>
                <a:lnTo>
                  <a:pt x="1172848" y="262953"/>
                </a:lnTo>
                <a:lnTo>
                  <a:pt x="1173026" y="263669"/>
                </a:lnTo>
                <a:lnTo>
                  <a:pt x="1173195" y="264385"/>
                </a:lnTo>
                <a:lnTo>
                  <a:pt x="1173364" y="265101"/>
                </a:lnTo>
                <a:lnTo>
                  <a:pt x="1173542" y="265817"/>
                </a:lnTo>
                <a:lnTo>
                  <a:pt x="1173711" y="266534"/>
                </a:lnTo>
                <a:lnTo>
                  <a:pt x="1173889" y="267251"/>
                </a:lnTo>
                <a:lnTo>
                  <a:pt x="1174058" y="267969"/>
                </a:lnTo>
                <a:lnTo>
                  <a:pt x="1174236" y="268687"/>
                </a:lnTo>
                <a:lnTo>
                  <a:pt x="1174405" y="269405"/>
                </a:lnTo>
                <a:lnTo>
                  <a:pt x="1174574" y="270124"/>
                </a:lnTo>
                <a:lnTo>
                  <a:pt x="1174752" y="270843"/>
                </a:lnTo>
                <a:lnTo>
                  <a:pt x="1174921" y="271561"/>
                </a:lnTo>
                <a:lnTo>
                  <a:pt x="1175099" y="272281"/>
                </a:lnTo>
                <a:lnTo>
                  <a:pt x="1175268" y="273001"/>
                </a:lnTo>
                <a:lnTo>
                  <a:pt x="1175446" y="273722"/>
                </a:lnTo>
                <a:lnTo>
                  <a:pt x="1175615" y="274441"/>
                </a:lnTo>
                <a:lnTo>
                  <a:pt x="1175784" y="275163"/>
                </a:lnTo>
                <a:lnTo>
                  <a:pt x="1175962" y="275883"/>
                </a:lnTo>
                <a:lnTo>
                  <a:pt x="1176131" y="276605"/>
                </a:lnTo>
                <a:lnTo>
                  <a:pt x="1176309" y="277326"/>
                </a:lnTo>
                <a:lnTo>
                  <a:pt x="1176478" y="278049"/>
                </a:lnTo>
                <a:lnTo>
                  <a:pt x="1176656" y="278771"/>
                </a:lnTo>
                <a:lnTo>
                  <a:pt x="1176825" y="279494"/>
                </a:lnTo>
                <a:lnTo>
                  <a:pt x="1176994" y="280216"/>
                </a:lnTo>
                <a:lnTo>
                  <a:pt x="1177172" y="280939"/>
                </a:lnTo>
                <a:lnTo>
                  <a:pt x="1177341" y="281663"/>
                </a:lnTo>
                <a:lnTo>
                  <a:pt x="1177519" y="282387"/>
                </a:lnTo>
                <a:lnTo>
                  <a:pt x="1177688" y="283111"/>
                </a:lnTo>
                <a:lnTo>
                  <a:pt x="1177866" y="283835"/>
                </a:lnTo>
                <a:lnTo>
                  <a:pt x="1178035" y="284560"/>
                </a:lnTo>
                <a:lnTo>
                  <a:pt x="1178204" y="285284"/>
                </a:lnTo>
                <a:lnTo>
                  <a:pt x="1178382" y="286010"/>
                </a:lnTo>
                <a:lnTo>
                  <a:pt x="1178551" y="286735"/>
                </a:lnTo>
                <a:lnTo>
                  <a:pt x="1178729" y="287461"/>
                </a:lnTo>
                <a:lnTo>
                  <a:pt x="1178898" y="288187"/>
                </a:lnTo>
                <a:lnTo>
                  <a:pt x="1179076" y="288913"/>
                </a:lnTo>
                <a:lnTo>
                  <a:pt x="1179245" y="289640"/>
                </a:lnTo>
                <a:lnTo>
                  <a:pt x="1179414" y="290366"/>
                </a:lnTo>
                <a:lnTo>
                  <a:pt x="1179592" y="291094"/>
                </a:lnTo>
                <a:lnTo>
                  <a:pt x="1179761" y="291820"/>
                </a:lnTo>
                <a:lnTo>
                  <a:pt x="1179939" y="292548"/>
                </a:lnTo>
                <a:lnTo>
                  <a:pt x="1180108" y="293276"/>
                </a:lnTo>
                <a:lnTo>
                  <a:pt x="1180286" y="294004"/>
                </a:lnTo>
                <a:lnTo>
                  <a:pt x="1180455" y="294732"/>
                </a:lnTo>
                <a:lnTo>
                  <a:pt x="1180624" y="295461"/>
                </a:lnTo>
                <a:lnTo>
                  <a:pt x="1180802" y="296190"/>
                </a:lnTo>
                <a:lnTo>
                  <a:pt x="1180971" y="296918"/>
                </a:lnTo>
                <a:lnTo>
                  <a:pt x="1181149" y="297648"/>
                </a:lnTo>
                <a:lnTo>
                  <a:pt x="1181318" y="298377"/>
                </a:lnTo>
                <a:lnTo>
                  <a:pt x="1181496" y="299107"/>
                </a:lnTo>
                <a:lnTo>
                  <a:pt x="1181665" y="299836"/>
                </a:lnTo>
                <a:lnTo>
                  <a:pt x="1181834" y="300567"/>
                </a:lnTo>
                <a:lnTo>
                  <a:pt x="1182012" y="301297"/>
                </a:lnTo>
                <a:lnTo>
                  <a:pt x="1182181" y="302027"/>
                </a:lnTo>
                <a:lnTo>
                  <a:pt x="1182359" y="302759"/>
                </a:lnTo>
                <a:lnTo>
                  <a:pt x="1182528" y="303489"/>
                </a:lnTo>
                <a:lnTo>
                  <a:pt x="1182706" y="304220"/>
                </a:lnTo>
                <a:lnTo>
                  <a:pt x="1182875" y="304952"/>
                </a:lnTo>
                <a:lnTo>
                  <a:pt x="1183044" y="305684"/>
                </a:lnTo>
                <a:lnTo>
                  <a:pt x="1183222" y="306415"/>
                </a:lnTo>
                <a:lnTo>
                  <a:pt x="1183391" y="307147"/>
                </a:lnTo>
                <a:lnTo>
                  <a:pt x="1183569" y="307879"/>
                </a:lnTo>
                <a:lnTo>
                  <a:pt x="1183738" y="308612"/>
                </a:lnTo>
                <a:lnTo>
                  <a:pt x="1183916" y="309345"/>
                </a:lnTo>
                <a:lnTo>
                  <a:pt x="1184085" y="310078"/>
                </a:lnTo>
                <a:lnTo>
                  <a:pt x="1184254" y="310811"/>
                </a:lnTo>
                <a:lnTo>
                  <a:pt x="1184432" y="311544"/>
                </a:lnTo>
                <a:lnTo>
                  <a:pt x="1184601" y="312277"/>
                </a:lnTo>
                <a:lnTo>
                  <a:pt x="1184779" y="313011"/>
                </a:lnTo>
                <a:lnTo>
                  <a:pt x="1184948" y="313745"/>
                </a:lnTo>
                <a:lnTo>
                  <a:pt x="1185117" y="314479"/>
                </a:lnTo>
                <a:lnTo>
                  <a:pt x="1185295" y="315213"/>
                </a:lnTo>
                <a:lnTo>
                  <a:pt x="1185464" y="315947"/>
                </a:lnTo>
                <a:lnTo>
                  <a:pt x="1185642" y="316682"/>
                </a:lnTo>
                <a:lnTo>
                  <a:pt x="1185811" y="317416"/>
                </a:lnTo>
                <a:lnTo>
                  <a:pt x="1185989" y="318150"/>
                </a:lnTo>
                <a:lnTo>
                  <a:pt x="1186158" y="318885"/>
                </a:lnTo>
                <a:lnTo>
                  <a:pt x="1186327" y="319621"/>
                </a:lnTo>
                <a:lnTo>
                  <a:pt x="1186504" y="320356"/>
                </a:lnTo>
                <a:lnTo>
                  <a:pt x="1186673" y="321092"/>
                </a:lnTo>
                <a:lnTo>
                  <a:pt x="1186851" y="321827"/>
                </a:lnTo>
                <a:lnTo>
                  <a:pt x="1187020" y="322563"/>
                </a:lnTo>
                <a:lnTo>
                  <a:pt x="1187198" y="323299"/>
                </a:lnTo>
                <a:lnTo>
                  <a:pt x="1187367" y="324035"/>
                </a:lnTo>
                <a:lnTo>
                  <a:pt x="1187537" y="324771"/>
                </a:lnTo>
                <a:lnTo>
                  <a:pt x="1187714" y="325508"/>
                </a:lnTo>
                <a:lnTo>
                  <a:pt x="1187883" y="326244"/>
                </a:lnTo>
                <a:lnTo>
                  <a:pt x="1188061" y="326981"/>
                </a:lnTo>
                <a:lnTo>
                  <a:pt x="1188230" y="327718"/>
                </a:lnTo>
                <a:lnTo>
                  <a:pt x="1188408" y="328454"/>
                </a:lnTo>
                <a:lnTo>
                  <a:pt x="1188577" y="329191"/>
                </a:lnTo>
                <a:lnTo>
                  <a:pt x="1188746" y="329928"/>
                </a:lnTo>
                <a:lnTo>
                  <a:pt x="1188924" y="330666"/>
                </a:lnTo>
                <a:lnTo>
                  <a:pt x="1189093" y="331403"/>
                </a:lnTo>
                <a:lnTo>
                  <a:pt x="1189271" y="332141"/>
                </a:lnTo>
                <a:lnTo>
                  <a:pt x="1189440" y="332878"/>
                </a:lnTo>
                <a:lnTo>
                  <a:pt x="1189618" y="333616"/>
                </a:lnTo>
                <a:lnTo>
                  <a:pt x="1189787" y="334354"/>
                </a:lnTo>
                <a:lnTo>
                  <a:pt x="1189956" y="335092"/>
                </a:lnTo>
                <a:lnTo>
                  <a:pt x="1190134" y="335830"/>
                </a:lnTo>
                <a:lnTo>
                  <a:pt x="1190303" y="336569"/>
                </a:lnTo>
                <a:lnTo>
                  <a:pt x="1190481" y="337307"/>
                </a:lnTo>
                <a:lnTo>
                  <a:pt x="1190650" y="338046"/>
                </a:lnTo>
                <a:lnTo>
                  <a:pt x="1190828" y="338784"/>
                </a:lnTo>
                <a:lnTo>
                  <a:pt x="1190997" y="339522"/>
                </a:lnTo>
                <a:lnTo>
                  <a:pt x="1191166" y="340262"/>
                </a:lnTo>
                <a:lnTo>
                  <a:pt x="1191344" y="341000"/>
                </a:lnTo>
                <a:lnTo>
                  <a:pt x="1191513" y="341739"/>
                </a:lnTo>
                <a:lnTo>
                  <a:pt x="1191691" y="342479"/>
                </a:lnTo>
                <a:lnTo>
                  <a:pt x="1191860" y="343217"/>
                </a:lnTo>
                <a:lnTo>
                  <a:pt x="1192038" y="343956"/>
                </a:lnTo>
                <a:lnTo>
                  <a:pt x="1192207" y="344696"/>
                </a:lnTo>
                <a:lnTo>
                  <a:pt x="1192376" y="345436"/>
                </a:lnTo>
                <a:lnTo>
                  <a:pt x="1192554" y="346175"/>
                </a:lnTo>
                <a:lnTo>
                  <a:pt x="1192723" y="346914"/>
                </a:lnTo>
                <a:lnTo>
                  <a:pt x="1192901" y="347654"/>
                </a:lnTo>
                <a:lnTo>
                  <a:pt x="1193070" y="348394"/>
                </a:lnTo>
                <a:lnTo>
                  <a:pt x="1193248" y="349133"/>
                </a:lnTo>
                <a:lnTo>
                  <a:pt x="1193417" y="349873"/>
                </a:lnTo>
                <a:lnTo>
                  <a:pt x="1193586" y="350614"/>
                </a:lnTo>
                <a:lnTo>
                  <a:pt x="1193764" y="351354"/>
                </a:lnTo>
                <a:lnTo>
                  <a:pt x="1193933" y="352093"/>
                </a:lnTo>
                <a:lnTo>
                  <a:pt x="1194111" y="352833"/>
                </a:lnTo>
                <a:lnTo>
                  <a:pt x="1194280" y="353573"/>
                </a:lnTo>
                <a:lnTo>
                  <a:pt x="1194458" y="354314"/>
                </a:lnTo>
                <a:lnTo>
                  <a:pt x="1194627" y="355055"/>
                </a:lnTo>
                <a:lnTo>
                  <a:pt x="1194796" y="355795"/>
                </a:lnTo>
                <a:lnTo>
                  <a:pt x="1194974" y="356535"/>
                </a:lnTo>
                <a:lnTo>
                  <a:pt x="1195143" y="357275"/>
                </a:lnTo>
                <a:lnTo>
                  <a:pt x="1195321" y="358016"/>
                </a:lnTo>
                <a:lnTo>
                  <a:pt x="1195490" y="358756"/>
                </a:lnTo>
                <a:lnTo>
                  <a:pt x="1195668" y="359497"/>
                </a:lnTo>
                <a:lnTo>
                  <a:pt x="1195837" y="360238"/>
                </a:lnTo>
                <a:lnTo>
                  <a:pt x="1196006" y="360978"/>
                </a:lnTo>
                <a:lnTo>
                  <a:pt x="1196184" y="361719"/>
                </a:lnTo>
                <a:lnTo>
                  <a:pt x="1196353" y="362460"/>
                </a:lnTo>
                <a:lnTo>
                  <a:pt x="1196531" y="363200"/>
                </a:lnTo>
                <a:lnTo>
                  <a:pt x="1196700" y="363941"/>
                </a:lnTo>
                <a:lnTo>
                  <a:pt x="1196878" y="364682"/>
                </a:lnTo>
                <a:lnTo>
                  <a:pt x="1197047" y="365423"/>
                </a:lnTo>
                <a:lnTo>
                  <a:pt x="1197216" y="366164"/>
                </a:lnTo>
                <a:lnTo>
                  <a:pt x="1197394" y="366905"/>
                </a:lnTo>
                <a:lnTo>
                  <a:pt x="1197563" y="367646"/>
                </a:lnTo>
                <a:lnTo>
                  <a:pt x="1197741" y="368387"/>
                </a:lnTo>
                <a:lnTo>
                  <a:pt x="1197910" y="369127"/>
                </a:lnTo>
                <a:lnTo>
                  <a:pt x="1198088" y="369868"/>
                </a:lnTo>
                <a:lnTo>
                  <a:pt x="1198257" y="370609"/>
                </a:lnTo>
                <a:lnTo>
                  <a:pt x="1198426" y="371350"/>
                </a:lnTo>
                <a:lnTo>
                  <a:pt x="1198604" y="372091"/>
                </a:lnTo>
                <a:lnTo>
                  <a:pt x="1198773" y="372832"/>
                </a:lnTo>
                <a:lnTo>
                  <a:pt x="1198951" y="373574"/>
                </a:lnTo>
                <a:lnTo>
                  <a:pt x="1199120" y="374315"/>
                </a:lnTo>
                <a:lnTo>
                  <a:pt x="1199298" y="375055"/>
                </a:lnTo>
                <a:lnTo>
                  <a:pt x="1199467" y="375796"/>
                </a:lnTo>
                <a:lnTo>
                  <a:pt x="1199636" y="376537"/>
                </a:lnTo>
                <a:lnTo>
                  <a:pt x="1199814" y="377278"/>
                </a:lnTo>
                <a:lnTo>
                  <a:pt x="1199983" y="378019"/>
                </a:lnTo>
                <a:lnTo>
                  <a:pt x="1200161" y="378760"/>
                </a:lnTo>
                <a:lnTo>
                  <a:pt x="1200330" y="379501"/>
                </a:lnTo>
                <a:lnTo>
                  <a:pt x="1200507" y="380241"/>
                </a:lnTo>
                <a:lnTo>
                  <a:pt x="1200677" y="380982"/>
                </a:lnTo>
                <a:lnTo>
                  <a:pt x="1200846" y="381724"/>
                </a:lnTo>
                <a:lnTo>
                  <a:pt x="1201023" y="382465"/>
                </a:lnTo>
                <a:lnTo>
                  <a:pt x="1201193" y="383205"/>
                </a:lnTo>
                <a:lnTo>
                  <a:pt x="1201370" y="383946"/>
                </a:lnTo>
                <a:lnTo>
                  <a:pt x="1201540" y="384687"/>
                </a:lnTo>
                <a:lnTo>
                  <a:pt x="1201717" y="385427"/>
                </a:lnTo>
                <a:lnTo>
                  <a:pt x="1201886" y="386168"/>
                </a:lnTo>
                <a:lnTo>
                  <a:pt x="1202055" y="386908"/>
                </a:lnTo>
                <a:lnTo>
                  <a:pt x="1202233" y="387649"/>
                </a:lnTo>
                <a:lnTo>
                  <a:pt x="1202402" y="388390"/>
                </a:lnTo>
                <a:lnTo>
                  <a:pt x="1202580" y="389131"/>
                </a:lnTo>
                <a:lnTo>
                  <a:pt x="1202749" y="389871"/>
                </a:lnTo>
                <a:lnTo>
                  <a:pt x="1202927" y="390611"/>
                </a:lnTo>
                <a:lnTo>
                  <a:pt x="1203096" y="391352"/>
                </a:lnTo>
                <a:lnTo>
                  <a:pt x="1203265" y="392092"/>
                </a:lnTo>
                <a:lnTo>
                  <a:pt x="1203443" y="392833"/>
                </a:lnTo>
                <a:lnTo>
                  <a:pt x="1203612" y="393573"/>
                </a:lnTo>
                <a:lnTo>
                  <a:pt x="1203790" y="394313"/>
                </a:lnTo>
                <a:lnTo>
                  <a:pt x="1203959" y="395053"/>
                </a:lnTo>
                <a:lnTo>
                  <a:pt x="1204128" y="395793"/>
                </a:lnTo>
                <a:lnTo>
                  <a:pt x="1204306" y="396533"/>
                </a:lnTo>
                <a:lnTo>
                  <a:pt x="1204475" y="397274"/>
                </a:lnTo>
                <a:lnTo>
                  <a:pt x="1204653" y="398013"/>
                </a:lnTo>
                <a:lnTo>
                  <a:pt x="1204822" y="398753"/>
                </a:lnTo>
                <a:lnTo>
                  <a:pt x="1205000" y="399492"/>
                </a:lnTo>
                <a:lnTo>
                  <a:pt x="1205169" y="400233"/>
                </a:lnTo>
                <a:lnTo>
                  <a:pt x="1205338" y="400972"/>
                </a:lnTo>
                <a:lnTo>
                  <a:pt x="1205516" y="401711"/>
                </a:lnTo>
                <a:lnTo>
                  <a:pt x="1205685" y="402451"/>
                </a:lnTo>
                <a:lnTo>
                  <a:pt x="1205863" y="403191"/>
                </a:lnTo>
                <a:lnTo>
                  <a:pt x="1206032" y="403930"/>
                </a:lnTo>
                <a:lnTo>
                  <a:pt x="1206210" y="404669"/>
                </a:lnTo>
                <a:lnTo>
                  <a:pt x="1206379" y="405408"/>
                </a:lnTo>
                <a:lnTo>
                  <a:pt x="1206548" y="406147"/>
                </a:lnTo>
                <a:lnTo>
                  <a:pt x="1206726" y="406886"/>
                </a:lnTo>
                <a:lnTo>
                  <a:pt x="1206895" y="407625"/>
                </a:lnTo>
                <a:lnTo>
                  <a:pt x="1207073" y="408364"/>
                </a:lnTo>
                <a:lnTo>
                  <a:pt x="1207242" y="409102"/>
                </a:lnTo>
                <a:lnTo>
                  <a:pt x="1207420" y="409841"/>
                </a:lnTo>
                <a:lnTo>
                  <a:pt x="1207589" y="410579"/>
                </a:lnTo>
                <a:lnTo>
                  <a:pt x="1207758" y="411318"/>
                </a:lnTo>
                <a:lnTo>
                  <a:pt x="1207936" y="412056"/>
                </a:lnTo>
                <a:lnTo>
                  <a:pt x="1208105" y="412794"/>
                </a:lnTo>
                <a:lnTo>
                  <a:pt x="1208283" y="413533"/>
                </a:lnTo>
                <a:lnTo>
                  <a:pt x="1208452" y="414270"/>
                </a:lnTo>
                <a:lnTo>
                  <a:pt x="1208630" y="415009"/>
                </a:lnTo>
                <a:lnTo>
                  <a:pt x="1208799" y="415746"/>
                </a:lnTo>
                <a:lnTo>
                  <a:pt x="1208968" y="416484"/>
                </a:lnTo>
                <a:lnTo>
                  <a:pt x="1209146" y="417221"/>
                </a:lnTo>
                <a:lnTo>
                  <a:pt x="1209315" y="417959"/>
                </a:lnTo>
                <a:lnTo>
                  <a:pt x="1209493" y="418696"/>
                </a:lnTo>
                <a:lnTo>
                  <a:pt x="1209662" y="419433"/>
                </a:lnTo>
                <a:lnTo>
                  <a:pt x="1209840" y="420170"/>
                </a:lnTo>
                <a:lnTo>
                  <a:pt x="1210009" y="420907"/>
                </a:lnTo>
                <a:lnTo>
                  <a:pt x="1210178" y="421644"/>
                </a:lnTo>
                <a:lnTo>
                  <a:pt x="1210356" y="422380"/>
                </a:lnTo>
                <a:lnTo>
                  <a:pt x="1210525" y="423117"/>
                </a:lnTo>
                <a:lnTo>
                  <a:pt x="1210703" y="423854"/>
                </a:lnTo>
                <a:lnTo>
                  <a:pt x="1210872" y="424590"/>
                </a:lnTo>
                <a:lnTo>
                  <a:pt x="1211050" y="425326"/>
                </a:lnTo>
                <a:lnTo>
                  <a:pt x="1211219" y="426063"/>
                </a:lnTo>
                <a:lnTo>
                  <a:pt x="1211388" y="426798"/>
                </a:lnTo>
                <a:lnTo>
                  <a:pt x="1211566" y="427534"/>
                </a:lnTo>
                <a:lnTo>
                  <a:pt x="1211735" y="428270"/>
                </a:lnTo>
                <a:lnTo>
                  <a:pt x="1211913" y="429005"/>
                </a:lnTo>
                <a:lnTo>
                  <a:pt x="1212082" y="429740"/>
                </a:lnTo>
                <a:lnTo>
                  <a:pt x="1212260" y="430475"/>
                </a:lnTo>
                <a:lnTo>
                  <a:pt x="1212429" y="431210"/>
                </a:lnTo>
                <a:lnTo>
                  <a:pt x="1212598" y="431945"/>
                </a:lnTo>
                <a:lnTo>
                  <a:pt x="1212776" y="432680"/>
                </a:lnTo>
                <a:lnTo>
                  <a:pt x="1212945" y="433415"/>
                </a:lnTo>
                <a:lnTo>
                  <a:pt x="1213123" y="434149"/>
                </a:lnTo>
                <a:lnTo>
                  <a:pt x="1213292" y="434883"/>
                </a:lnTo>
                <a:lnTo>
                  <a:pt x="1213470" y="435617"/>
                </a:lnTo>
                <a:lnTo>
                  <a:pt x="1213639" y="436351"/>
                </a:lnTo>
                <a:lnTo>
                  <a:pt x="1213808" y="437084"/>
                </a:lnTo>
                <a:lnTo>
                  <a:pt x="1213986" y="437818"/>
                </a:lnTo>
                <a:lnTo>
                  <a:pt x="1214155" y="438551"/>
                </a:lnTo>
                <a:lnTo>
                  <a:pt x="1214333" y="439285"/>
                </a:lnTo>
                <a:lnTo>
                  <a:pt x="1214502" y="440018"/>
                </a:lnTo>
                <a:lnTo>
                  <a:pt x="1214680" y="440751"/>
                </a:lnTo>
                <a:lnTo>
                  <a:pt x="1214849" y="441484"/>
                </a:lnTo>
                <a:lnTo>
                  <a:pt x="1215018" y="442216"/>
                </a:lnTo>
                <a:lnTo>
                  <a:pt x="1215196" y="442949"/>
                </a:lnTo>
                <a:lnTo>
                  <a:pt x="1215365" y="443681"/>
                </a:lnTo>
                <a:lnTo>
                  <a:pt x="1215543" y="444412"/>
                </a:lnTo>
                <a:lnTo>
                  <a:pt x="1215711" y="445145"/>
                </a:lnTo>
                <a:lnTo>
                  <a:pt x="1215889" y="445876"/>
                </a:lnTo>
                <a:lnTo>
                  <a:pt x="1216058" y="446608"/>
                </a:lnTo>
                <a:lnTo>
                  <a:pt x="1216228" y="447339"/>
                </a:lnTo>
                <a:lnTo>
                  <a:pt x="1216405" y="448070"/>
                </a:lnTo>
                <a:lnTo>
                  <a:pt x="1216575" y="448801"/>
                </a:lnTo>
                <a:lnTo>
                  <a:pt x="1216752" y="449531"/>
                </a:lnTo>
                <a:lnTo>
                  <a:pt x="1216921" y="450262"/>
                </a:lnTo>
                <a:lnTo>
                  <a:pt x="1217099" y="450992"/>
                </a:lnTo>
                <a:lnTo>
                  <a:pt x="1217268" y="451723"/>
                </a:lnTo>
                <a:lnTo>
                  <a:pt x="1217437" y="452452"/>
                </a:lnTo>
                <a:lnTo>
                  <a:pt x="1217615" y="453182"/>
                </a:lnTo>
                <a:lnTo>
                  <a:pt x="1217784" y="453911"/>
                </a:lnTo>
                <a:lnTo>
                  <a:pt x="1217962" y="454641"/>
                </a:lnTo>
                <a:lnTo>
                  <a:pt x="1218131" y="455370"/>
                </a:lnTo>
                <a:lnTo>
                  <a:pt x="1218309" y="456099"/>
                </a:lnTo>
                <a:lnTo>
                  <a:pt x="1218478" y="456827"/>
                </a:lnTo>
                <a:lnTo>
                  <a:pt x="1218647" y="457556"/>
                </a:lnTo>
                <a:lnTo>
                  <a:pt x="1218825" y="458284"/>
                </a:lnTo>
                <a:lnTo>
                  <a:pt x="1218994" y="459012"/>
                </a:lnTo>
                <a:lnTo>
                  <a:pt x="1219172" y="459740"/>
                </a:lnTo>
                <a:lnTo>
                  <a:pt x="1219341" y="460468"/>
                </a:lnTo>
                <a:lnTo>
                  <a:pt x="1219519" y="461195"/>
                </a:lnTo>
                <a:lnTo>
                  <a:pt x="1219688" y="461922"/>
                </a:lnTo>
                <a:lnTo>
                  <a:pt x="1219857" y="462649"/>
                </a:lnTo>
                <a:lnTo>
                  <a:pt x="1220035" y="463376"/>
                </a:lnTo>
                <a:lnTo>
                  <a:pt x="1220204" y="464102"/>
                </a:lnTo>
                <a:lnTo>
                  <a:pt x="1220382" y="464828"/>
                </a:lnTo>
                <a:lnTo>
                  <a:pt x="1220551" y="465555"/>
                </a:lnTo>
                <a:lnTo>
                  <a:pt x="1220729" y="466280"/>
                </a:lnTo>
                <a:lnTo>
                  <a:pt x="1220898" y="467006"/>
                </a:lnTo>
                <a:lnTo>
                  <a:pt x="1221067" y="467731"/>
                </a:lnTo>
                <a:lnTo>
                  <a:pt x="1221245" y="468456"/>
                </a:lnTo>
                <a:lnTo>
                  <a:pt x="1221414" y="469181"/>
                </a:lnTo>
                <a:lnTo>
                  <a:pt x="1221592" y="469905"/>
                </a:lnTo>
                <a:lnTo>
                  <a:pt x="1221761" y="470630"/>
                </a:lnTo>
                <a:lnTo>
                  <a:pt x="1221939" y="471354"/>
                </a:lnTo>
                <a:lnTo>
                  <a:pt x="1222108" y="472078"/>
                </a:lnTo>
                <a:lnTo>
                  <a:pt x="1222277" y="472802"/>
                </a:lnTo>
                <a:lnTo>
                  <a:pt x="1222455" y="473525"/>
                </a:lnTo>
                <a:lnTo>
                  <a:pt x="1222624" y="474248"/>
                </a:lnTo>
                <a:lnTo>
                  <a:pt x="1222802" y="474971"/>
                </a:lnTo>
                <a:lnTo>
                  <a:pt x="1222971" y="475693"/>
                </a:lnTo>
                <a:lnTo>
                  <a:pt x="1223140" y="476416"/>
                </a:lnTo>
                <a:lnTo>
                  <a:pt x="1223318" y="477138"/>
                </a:lnTo>
                <a:lnTo>
                  <a:pt x="1223487" y="477859"/>
                </a:lnTo>
                <a:lnTo>
                  <a:pt x="1223665" y="478581"/>
                </a:lnTo>
                <a:lnTo>
                  <a:pt x="1223834" y="479303"/>
                </a:lnTo>
                <a:lnTo>
                  <a:pt x="1224012" y="480024"/>
                </a:lnTo>
                <a:lnTo>
                  <a:pt x="1224181" y="480745"/>
                </a:lnTo>
                <a:lnTo>
                  <a:pt x="1224350" y="481465"/>
                </a:lnTo>
                <a:lnTo>
                  <a:pt x="1224528" y="482185"/>
                </a:lnTo>
                <a:lnTo>
                  <a:pt x="1224697" y="482906"/>
                </a:lnTo>
                <a:lnTo>
                  <a:pt x="1224875" y="483625"/>
                </a:lnTo>
                <a:lnTo>
                  <a:pt x="1225044" y="484344"/>
                </a:lnTo>
                <a:lnTo>
                  <a:pt x="1225222" y="485064"/>
                </a:lnTo>
                <a:lnTo>
                  <a:pt x="1225391" y="485783"/>
                </a:lnTo>
                <a:lnTo>
                  <a:pt x="1225560" y="486501"/>
                </a:lnTo>
                <a:lnTo>
                  <a:pt x="1225738" y="487219"/>
                </a:lnTo>
                <a:lnTo>
                  <a:pt x="1225907" y="487937"/>
                </a:lnTo>
                <a:lnTo>
                  <a:pt x="1226085" y="488655"/>
                </a:lnTo>
                <a:lnTo>
                  <a:pt x="1226254" y="489373"/>
                </a:lnTo>
                <a:lnTo>
                  <a:pt x="1226432" y="490090"/>
                </a:lnTo>
                <a:lnTo>
                  <a:pt x="1226601" y="490807"/>
                </a:lnTo>
                <a:lnTo>
                  <a:pt x="1226770" y="491524"/>
                </a:lnTo>
                <a:lnTo>
                  <a:pt x="1226948" y="492241"/>
                </a:lnTo>
                <a:lnTo>
                  <a:pt x="1227117" y="492957"/>
                </a:lnTo>
                <a:lnTo>
                  <a:pt x="1227295" y="493672"/>
                </a:lnTo>
                <a:lnTo>
                  <a:pt x="1227464" y="494387"/>
                </a:lnTo>
                <a:lnTo>
                  <a:pt x="1227642" y="495103"/>
                </a:lnTo>
                <a:lnTo>
                  <a:pt x="1227811" y="495818"/>
                </a:lnTo>
                <a:lnTo>
                  <a:pt x="1227980" y="496532"/>
                </a:lnTo>
                <a:lnTo>
                  <a:pt x="1228158" y="497247"/>
                </a:lnTo>
                <a:lnTo>
                  <a:pt x="1228327" y="497961"/>
                </a:lnTo>
                <a:lnTo>
                  <a:pt x="1228505" y="498674"/>
                </a:lnTo>
                <a:lnTo>
                  <a:pt x="1228674" y="499388"/>
                </a:lnTo>
                <a:lnTo>
                  <a:pt x="1228852" y="500101"/>
                </a:lnTo>
                <a:lnTo>
                  <a:pt x="1229021" y="500814"/>
                </a:lnTo>
                <a:lnTo>
                  <a:pt x="1229190" y="501527"/>
                </a:lnTo>
                <a:lnTo>
                  <a:pt x="1229368" y="502238"/>
                </a:lnTo>
                <a:lnTo>
                  <a:pt x="1229537" y="502950"/>
                </a:lnTo>
                <a:lnTo>
                  <a:pt x="1229714" y="503662"/>
                </a:lnTo>
                <a:lnTo>
                  <a:pt x="1229884" y="504374"/>
                </a:lnTo>
                <a:lnTo>
                  <a:pt x="1230061" y="505084"/>
                </a:lnTo>
                <a:lnTo>
                  <a:pt x="1230231" y="505795"/>
                </a:lnTo>
                <a:lnTo>
                  <a:pt x="1230400" y="506505"/>
                </a:lnTo>
                <a:lnTo>
                  <a:pt x="1230578" y="507215"/>
                </a:lnTo>
                <a:lnTo>
                  <a:pt x="1230747" y="507925"/>
                </a:lnTo>
                <a:lnTo>
                  <a:pt x="1230925" y="508634"/>
                </a:lnTo>
                <a:lnTo>
                  <a:pt x="1231093" y="509343"/>
                </a:lnTo>
                <a:lnTo>
                  <a:pt x="1231271" y="510052"/>
                </a:lnTo>
                <a:lnTo>
                  <a:pt x="1231440" y="510760"/>
                </a:lnTo>
                <a:lnTo>
                  <a:pt x="1231609" y="511469"/>
                </a:lnTo>
                <a:lnTo>
                  <a:pt x="1231787" y="512176"/>
                </a:lnTo>
                <a:lnTo>
                  <a:pt x="1231956" y="512883"/>
                </a:lnTo>
                <a:lnTo>
                  <a:pt x="1232134" y="513590"/>
                </a:lnTo>
                <a:lnTo>
                  <a:pt x="1232303" y="514298"/>
                </a:lnTo>
                <a:lnTo>
                  <a:pt x="1232481" y="515004"/>
                </a:lnTo>
                <a:lnTo>
                  <a:pt x="1232650" y="515709"/>
                </a:lnTo>
                <a:lnTo>
                  <a:pt x="1232819" y="516416"/>
                </a:lnTo>
                <a:lnTo>
                  <a:pt x="1232997" y="517121"/>
                </a:lnTo>
                <a:lnTo>
                  <a:pt x="1233166" y="517826"/>
                </a:lnTo>
                <a:lnTo>
                  <a:pt x="1233344" y="518531"/>
                </a:lnTo>
                <a:lnTo>
                  <a:pt x="1233513" y="519235"/>
                </a:lnTo>
                <a:lnTo>
                  <a:pt x="1233691" y="519939"/>
                </a:lnTo>
                <a:lnTo>
                  <a:pt x="1233860" y="520642"/>
                </a:lnTo>
                <a:lnTo>
                  <a:pt x="1234029" y="521346"/>
                </a:lnTo>
                <a:lnTo>
                  <a:pt x="1234207" y="522049"/>
                </a:lnTo>
                <a:lnTo>
                  <a:pt x="1234376" y="522752"/>
                </a:lnTo>
                <a:lnTo>
                  <a:pt x="1234554" y="523454"/>
                </a:lnTo>
                <a:lnTo>
                  <a:pt x="1234723" y="524156"/>
                </a:lnTo>
                <a:lnTo>
                  <a:pt x="1234901" y="524858"/>
                </a:lnTo>
                <a:lnTo>
                  <a:pt x="1235070" y="525559"/>
                </a:lnTo>
                <a:lnTo>
                  <a:pt x="1235239" y="526260"/>
                </a:lnTo>
                <a:lnTo>
                  <a:pt x="1235417" y="526960"/>
                </a:lnTo>
                <a:lnTo>
                  <a:pt x="1235586" y="527660"/>
                </a:lnTo>
                <a:lnTo>
                  <a:pt x="1235764" y="528360"/>
                </a:lnTo>
                <a:lnTo>
                  <a:pt x="1235933" y="529059"/>
                </a:lnTo>
                <a:lnTo>
                  <a:pt x="1236111" y="529759"/>
                </a:lnTo>
                <a:lnTo>
                  <a:pt x="1236280" y="530457"/>
                </a:lnTo>
                <a:lnTo>
                  <a:pt x="1236449" y="531155"/>
                </a:lnTo>
                <a:lnTo>
                  <a:pt x="1236627" y="531854"/>
                </a:lnTo>
                <a:lnTo>
                  <a:pt x="1236796" y="532551"/>
                </a:lnTo>
                <a:lnTo>
                  <a:pt x="1236974" y="533249"/>
                </a:lnTo>
                <a:lnTo>
                  <a:pt x="1237143" y="533945"/>
                </a:lnTo>
                <a:lnTo>
                  <a:pt x="1237321" y="534642"/>
                </a:lnTo>
                <a:lnTo>
                  <a:pt x="1237490" y="535339"/>
                </a:lnTo>
                <a:lnTo>
                  <a:pt x="1237659" y="536034"/>
                </a:lnTo>
                <a:lnTo>
                  <a:pt x="1237837" y="536729"/>
                </a:lnTo>
                <a:lnTo>
                  <a:pt x="1238006" y="537425"/>
                </a:lnTo>
                <a:lnTo>
                  <a:pt x="1238184" y="538119"/>
                </a:lnTo>
                <a:lnTo>
                  <a:pt x="1238353" y="538814"/>
                </a:lnTo>
                <a:lnTo>
                  <a:pt x="1238531" y="539507"/>
                </a:lnTo>
                <a:lnTo>
                  <a:pt x="1238700" y="540200"/>
                </a:lnTo>
                <a:lnTo>
                  <a:pt x="1238869" y="540893"/>
                </a:lnTo>
                <a:lnTo>
                  <a:pt x="1239047" y="541587"/>
                </a:lnTo>
                <a:lnTo>
                  <a:pt x="1239216" y="542279"/>
                </a:lnTo>
                <a:lnTo>
                  <a:pt x="1239394" y="542971"/>
                </a:lnTo>
                <a:lnTo>
                  <a:pt x="1239563" y="543662"/>
                </a:lnTo>
                <a:lnTo>
                  <a:pt x="1239741" y="544353"/>
                </a:lnTo>
                <a:lnTo>
                  <a:pt x="1239910" y="545045"/>
                </a:lnTo>
                <a:lnTo>
                  <a:pt x="1240079" y="545735"/>
                </a:lnTo>
                <a:lnTo>
                  <a:pt x="1240257" y="546425"/>
                </a:lnTo>
                <a:lnTo>
                  <a:pt x="1240426" y="547115"/>
                </a:lnTo>
                <a:lnTo>
                  <a:pt x="1240604" y="547803"/>
                </a:lnTo>
                <a:lnTo>
                  <a:pt x="1240773" y="548493"/>
                </a:lnTo>
                <a:lnTo>
                  <a:pt x="1240951" y="549181"/>
                </a:lnTo>
                <a:lnTo>
                  <a:pt x="1241120" y="549869"/>
                </a:lnTo>
                <a:lnTo>
                  <a:pt x="1241289" y="550557"/>
                </a:lnTo>
                <a:lnTo>
                  <a:pt x="1241467" y="551244"/>
                </a:lnTo>
                <a:lnTo>
                  <a:pt x="1241636" y="551930"/>
                </a:lnTo>
                <a:lnTo>
                  <a:pt x="1241814" y="552617"/>
                </a:lnTo>
                <a:lnTo>
                  <a:pt x="1241983" y="553303"/>
                </a:lnTo>
                <a:lnTo>
                  <a:pt x="1242152" y="553989"/>
                </a:lnTo>
                <a:lnTo>
                  <a:pt x="1242330" y="554674"/>
                </a:lnTo>
                <a:lnTo>
                  <a:pt x="1242499" y="555359"/>
                </a:lnTo>
                <a:lnTo>
                  <a:pt x="1242677" y="556043"/>
                </a:lnTo>
                <a:lnTo>
                  <a:pt x="1242846" y="556727"/>
                </a:lnTo>
                <a:lnTo>
                  <a:pt x="1243024" y="557411"/>
                </a:lnTo>
                <a:lnTo>
                  <a:pt x="1243193" y="558094"/>
                </a:lnTo>
                <a:lnTo>
                  <a:pt x="1243362" y="558777"/>
                </a:lnTo>
                <a:lnTo>
                  <a:pt x="1243540" y="559460"/>
                </a:lnTo>
                <a:lnTo>
                  <a:pt x="1243709" y="560141"/>
                </a:lnTo>
                <a:lnTo>
                  <a:pt x="1243887" y="560822"/>
                </a:lnTo>
                <a:lnTo>
                  <a:pt x="1244056" y="561504"/>
                </a:lnTo>
                <a:lnTo>
                  <a:pt x="1244234" y="562184"/>
                </a:lnTo>
                <a:lnTo>
                  <a:pt x="1244403" y="562865"/>
                </a:lnTo>
                <a:lnTo>
                  <a:pt x="1244572" y="563545"/>
                </a:lnTo>
                <a:lnTo>
                  <a:pt x="1244750" y="564224"/>
                </a:lnTo>
                <a:lnTo>
                  <a:pt x="1244919" y="564903"/>
                </a:lnTo>
                <a:lnTo>
                  <a:pt x="1245096" y="565582"/>
                </a:lnTo>
                <a:lnTo>
                  <a:pt x="1245266" y="566260"/>
                </a:lnTo>
                <a:lnTo>
                  <a:pt x="1245443" y="566938"/>
                </a:lnTo>
                <a:lnTo>
                  <a:pt x="1245612" y="567615"/>
                </a:lnTo>
                <a:lnTo>
                  <a:pt x="1245782" y="568292"/>
                </a:lnTo>
                <a:lnTo>
                  <a:pt x="1245959" y="568968"/>
                </a:lnTo>
                <a:lnTo>
                  <a:pt x="1246129" y="569644"/>
                </a:lnTo>
                <a:lnTo>
                  <a:pt x="1246306" y="570320"/>
                </a:lnTo>
                <a:lnTo>
                  <a:pt x="1246475" y="570996"/>
                </a:lnTo>
                <a:lnTo>
                  <a:pt x="1246653" y="571670"/>
                </a:lnTo>
                <a:lnTo>
                  <a:pt x="1246822" y="572344"/>
                </a:lnTo>
                <a:lnTo>
                  <a:pt x="1246991" y="573018"/>
                </a:lnTo>
                <a:lnTo>
                  <a:pt x="1247169" y="573691"/>
                </a:lnTo>
                <a:lnTo>
                  <a:pt x="1247338" y="574365"/>
                </a:lnTo>
                <a:lnTo>
                  <a:pt x="1247516" y="575037"/>
                </a:lnTo>
                <a:lnTo>
                  <a:pt x="1247685" y="575709"/>
                </a:lnTo>
                <a:lnTo>
                  <a:pt x="1247863" y="576381"/>
                </a:lnTo>
                <a:lnTo>
                  <a:pt x="1248032" y="577052"/>
                </a:lnTo>
                <a:lnTo>
                  <a:pt x="1248201" y="577723"/>
                </a:lnTo>
                <a:lnTo>
                  <a:pt x="1248379" y="578393"/>
                </a:lnTo>
                <a:lnTo>
                  <a:pt x="1248548" y="579063"/>
                </a:lnTo>
                <a:lnTo>
                  <a:pt x="1248726" y="579733"/>
                </a:lnTo>
                <a:lnTo>
                  <a:pt x="1248895" y="580401"/>
                </a:lnTo>
                <a:lnTo>
                  <a:pt x="1249073" y="581070"/>
                </a:lnTo>
                <a:lnTo>
                  <a:pt x="1249242" y="581738"/>
                </a:lnTo>
                <a:lnTo>
                  <a:pt x="1249411" y="582405"/>
                </a:lnTo>
                <a:lnTo>
                  <a:pt x="1249589" y="583072"/>
                </a:lnTo>
                <a:lnTo>
                  <a:pt x="1249758" y="583740"/>
                </a:lnTo>
                <a:lnTo>
                  <a:pt x="1249936" y="584406"/>
                </a:lnTo>
                <a:lnTo>
                  <a:pt x="1250105" y="585072"/>
                </a:lnTo>
                <a:lnTo>
                  <a:pt x="1250283" y="585737"/>
                </a:lnTo>
                <a:lnTo>
                  <a:pt x="1250452" y="586402"/>
                </a:lnTo>
                <a:lnTo>
                  <a:pt x="1250621" y="587066"/>
                </a:lnTo>
                <a:lnTo>
                  <a:pt x="1250799" y="587731"/>
                </a:lnTo>
                <a:lnTo>
                  <a:pt x="1250968" y="588394"/>
                </a:lnTo>
                <a:lnTo>
                  <a:pt x="1251146" y="589057"/>
                </a:lnTo>
                <a:lnTo>
                  <a:pt x="1251315" y="589720"/>
                </a:lnTo>
                <a:lnTo>
                  <a:pt x="1251493" y="590382"/>
                </a:lnTo>
                <a:lnTo>
                  <a:pt x="1251662" y="591044"/>
                </a:lnTo>
                <a:lnTo>
                  <a:pt x="1251831" y="591705"/>
                </a:lnTo>
                <a:lnTo>
                  <a:pt x="1252009" y="592366"/>
                </a:lnTo>
                <a:lnTo>
                  <a:pt x="1252178" y="593026"/>
                </a:lnTo>
                <a:lnTo>
                  <a:pt x="1252356" y="593686"/>
                </a:lnTo>
                <a:lnTo>
                  <a:pt x="1252525" y="594345"/>
                </a:lnTo>
                <a:lnTo>
                  <a:pt x="1252703" y="595004"/>
                </a:lnTo>
                <a:lnTo>
                  <a:pt x="1252872" y="595662"/>
                </a:lnTo>
                <a:lnTo>
                  <a:pt x="1253041" y="596320"/>
                </a:lnTo>
                <a:lnTo>
                  <a:pt x="1253219" y="596978"/>
                </a:lnTo>
                <a:lnTo>
                  <a:pt x="1253388" y="597635"/>
                </a:lnTo>
                <a:lnTo>
                  <a:pt x="1253566" y="598292"/>
                </a:lnTo>
                <a:lnTo>
                  <a:pt x="1253735" y="598947"/>
                </a:lnTo>
                <a:lnTo>
                  <a:pt x="1253913" y="599603"/>
                </a:lnTo>
                <a:lnTo>
                  <a:pt x="1254082" y="600258"/>
                </a:lnTo>
                <a:lnTo>
                  <a:pt x="1254251" y="600913"/>
                </a:lnTo>
                <a:lnTo>
                  <a:pt x="1254429" y="601566"/>
                </a:lnTo>
                <a:lnTo>
                  <a:pt x="1254598" y="602220"/>
                </a:lnTo>
                <a:lnTo>
                  <a:pt x="1254776" y="602873"/>
                </a:lnTo>
                <a:lnTo>
                  <a:pt x="1254945" y="603526"/>
                </a:lnTo>
                <a:lnTo>
                  <a:pt x="1255123" y="604178"/>
                </a:lnTo>
                <a:lnTo>
                  <a:pt x="1255292" y="604831"/>
                </a:lnTo>
                <a:lnTo>
                  <a:pt x="1255461" y="605482"/>
                </a:lnTo>
                <a:lnTo>
                  <a:pt x="1255639" y="606132"/>
                </a:lnTo>
                <a:lnTo>
                  <a:pt x="1255808" y="606782"/>
                </a:lnTo>
                <a:lnTo>
                  <a:pt x="1255986" y="607433"/>
                </a:lnTo>
                <a:lnTo>
                  <a:pt x="1256155" y="608082"/>
                </a:lnTo>
                <a:lnTo>
                  <a:pt x="1256333" y="608731"/>
                </a:lnTo>
                <a:lnTo>
                  <a:pt x="1256502" y="609379"/>
                </a:lnTo>
                <a:lnTo>
                  <a:pt x="1256671" y="610027"/>
                </a:lnTo>
                <a:lnTo>
                  <a:pt x="1256849" y="610675"/>
                </a:lnTo>
                <a:lnTo>
                  <a:pt x="1257018" y="611321"/>
                </a:lnTo>
                <a:lnTo>
                  <a:pt x="1257196" y="611967"/>
                </a:lnTo>
                <a:lnTo>
                  <a:pt x="1257365" y="612613"/>
                </a:lnTo>
                <a:lnTo>
                  <a:pt x="1257543" y="613259"/>
                </a:lnTo>
                <a:lnTo>
                  <a:pt x="1257712" y="613904"/>
                </a:lnTo>
                <a:lnTo>
                  <a:pt x="1257881" y="614548"/>
                </a:lnTo>
                <a:lnTo>
                  <a:pt x="1258059" y="615192"/>
                </a:lnTo>
                <a:lnTo>
                  <a:pt x="1258228" y="615835"/>
                </a:lnTo>
                <a:lnTo>
                  <a:pt x="1258406" y="616479"/>
                </a:lnTo>
                <a:lnTo>
                  <a:pt x="1258575" y="617121"/>
                </a:lnTo>
                <a:lnTo>
                  <a:pt x="1258753" y="617762"/>
                </a:lnTo>
                <a:lnTo>
                  <a:pt x="1258922" y="618404"/>
                </a:lnTo>
                <a:lnTo>
                  <a:pt x="1259091" y="619045"/>
                </a:lnTo>
                <a:lnTo>
                  <a:pt x="1259269" y="619685"/>
                </a:lnTo>
                <a:lnTo>
                  <a:pt x="1259438" y="620325"/>
                </a:lnTo>
                <a:lnTo>
                  <a:pt x="1259616" y="620964"/>
                </a:lnTo>
                <a:lnTo>
                  <a:pt x="1259785" y="621604"/>
                </a:lnTo>
                <a:lnTo>
                  <a:pt x="1259962" y="622242"/>
                </a:lnTo>
                <a:lnTo>
                  <a:pt x="1260132" y="622880"/>
                </a:lnTo>
                <a:lnTo>
                  <a:pt x="1260300" y="623518"/>
                </a:lnTo>
                <a:lnTo>
                  <a:pt x="1260478" y="624154"/>
                </a:lnTo>
                <a:lnTo>
                  <a:pt x="1260647" y="624791"/>
                </a:lnTo>
                <a:lnTo>
                  <a:pt x="1260825" y="625426"/>
                </a:lnTo>
                <a:lnTo>
                  <a:pt x="1260994" y="626062"/>
                </a:lnTo>
                <a:lnTo>
                  <a:pt x="1261164" y="626696"/>
                </a:lnTo>
                <a:lnTo>
                  <a:pt x="1261341" y="627331"/>
                </a:lnTo>
                <a:lnTo>
                  <a:pt x="1261510" y="627965"/>
                </a:lnTo>
                <a:lnTo>
                  <a:pt x="1261688" y="628597"/>
                </a:lnTo>
                <a:lnTo>
                  <a:pt x="1261857" y="629231"/>
                </a:lnTo>
                <a:lnTo>
                  <a:pt x="1262035" y="629862"/>
                </a:lnTo>
                <a:lnTo>
                  <a:pt x="1262204" y="630495"/>
                </a:lnTo>
                <a:lnTo>
                  <a:pt x="1262373" y="631126"/>
                </a:lnTo>
                <a:lnTo>
                  <a:pt x="1262551" y="631757"/>
                </a:lnTo>
                <a:lnTo>
                  <a:pt x="1262720" y="632386"/>
                </a:lnTo>
                <a:lnTo>
                  <a:pt x="1262898" y="633016"/>
                </a:lnTo>
                <a:lnTo>
                  <a:pt x="1263067" y="633645"/>
                </a:lnTo>
                <a:lnTo>
                  <a:pt x="1263245" y="634274"/>
                </a:lnTo>
                <a:lnTo>
                  <a:pt x="1263414" y="634902"/>
                </a:lnTo>
                <a:lnTo>
                  <a:pt x="1263583" y="635529"/>
                </a:lnTo>
                <a:lnTo>
                  <a:pt x="1263761" y="636157"/>
                </a:lnTo>
                <a:lnTo>
                  <a:pt x="1263930" y="636784"/>
                </a:lnTo>
                <a:lnTo>
                  <a:pt x="1264108" y="637409"/>
                </a:lnTo>
                <a:lnTo>
                  <a:pt x="1264277" y="638035"/>
                </a:lnTo>
                <a:lnTo>
                  <a:pt x="1264455" y="638660"/>
                </a:lnTo>
                <a:lnTo>
                  <a:pt x="1264624" y="639285"/>
                </a:lnTo>
                <a:lnTo>
                  <a:pt x="1264793" y="639908"/>
                </a:lnTo>
                <a:lnTo>
                  <a:pt x="1264971" y="640532"/>
                </a:lnTo>
                <a:lnTo>
                  <a:pt x="1265140" y="641155"/>
                </a:lnTo>
                <a:lnTo>
                  <a:pt x="1265318" y="641777"/>
                </a:lnTo>
                <a:lnTo>
                  <a:pt x="1265487" y="642398"/>
                </a:lnTo>
                <a:lnTo>
                  <a:pt x="1265665" y="643020"/>
                </a:lnTo>
                <a:lnTo>
                  <a:pt x="1265834" y="643640"/>
                </a:lnTo>
                <a:lnTo>
                  <a:pt x="1266003" y="644261"/>
                </a:lnTo>
                <a:lnTo>
                  <a:pt x="1266181" y="644881"/>
                </a:lnTo>
                <a:lnTo>
                  <a:pt x="1266350" y="645500"/>
                </a:lnTo>
                <a:lnTo>
                  <a:pt x="1266528" y="646118"/>
                </a:lnTo>
                <a:lnTo>
                  <a:pt x="1266697" y="646736"/>
                </a:lnTo>
                <a:lnTo>
                  <a:pt x="1266875" y="647354"/>
                </a:lnTo>
                <a:lnTo>
                  <a:pt x="1267044" y="647971"/>
                </a:lnTo>
                <a:lnTo>
                  <a:pt x="1267213" y="648588"/>
                </a:lnTo>
                <a:lnTo>
                  <a:pt x="1267391" y="649203"/>
                </a:lnTo>
                <a:lnTo>
                  <a:pt x="1267560" y="649819"/>
                </a:lnTo>
                <a:lnTo>
                  <a:pt x="1267738" y="650434"/>
                </a:lnTo>
                <a:lnTo>
                  <a:pt x="1267907" y="651048"/>
                </a:lnTo>
                <a:lnTo>
                  <a:pt x="1268085" y="651661"/>
                </a:lnTo>
                <a:lnTo>
                  <a:pt x="1268254" y="652275"/>
                </a:lnTo>
                <a:lnTo>
                  <a:pt x="1268423" y="652887"/>
                </a:lnTo>
                <a:lnTo>
                  <a:pt x="1268601" y="653500"/>
                </a:lnTo>
                <a:lnTo>
                  <a:pt x="1268770" y="654112"/>
                </a:lnTo>
                <a:lnTo>
                  <a:pt x="1268948" y="654723"/>
                </a:lnTo>
                <a:lnTo>
                  <a:pt x="1269117" y="655333"/>
                </a:lnTo>
                <a:lnTo>
                  <a:pt x="1269295" y="655943"/>
                </a:lnTo>
                <a:lnTo>
                  <a:pt x="1269464" y="656553"/>
                </a:lnTo>
                <a:lnTo>
                  <a:pt x="1269633" y="657161"/>
                </a:lnTo>
                <a:lnTo>
                  <a:pt x="1269811" y="657770"/>
                </a:lnTo>
                <a:lnTo>
                  <a:pt x="1269980" y="658377"/>
                </a:lnTo>
                <a:lnTo>
                  <a:pt x="1270158" y="658985"/>
                </a:lnTo>
                <a:lnTo>
                  <a:pt x="1270327" y="659592"/>
                </a:lnTo>
                <a:lnTo>
                  <a:pt x="1270505" y="660198"/>
                </a:lnTo>
                <a:lnTo>
                  <a:pt x="1270674" y="660803"/>
                </a:lnTo>
                <a:lnTo>
                  <a:pt x="1270843" y="661408"/>
                </a:lnTo>
                <a:lnTo>
                  <a:pt x="1271021" y="662013"/>
                </a:lnTo>
                <a:lnTo>
                  <a:pt x="1271190" y="662617"/>
                </a:lnTo>
                <a:lnTo>
                  <a:pt x="1271368" y="663221"/>
                </a:lnTo>
                <a:lnTo>
                  <a:pt x="1271537" y="663823"/>
                </a:lnTo>
                <a:lnTo>
                  <a:pt x="1271715" y="664425"/>
                </a:lnTo>
                <a:lnTo>
                  <a:pt x="1271884" y="665027"/>
                </a:lnTo>
                <a:lnTo>
                  <a:pt x="1272053" y="665629"/>
                </a:lnTo>
                <a:lnTo>
                  <a:pt x="1272231" y="666229"/>
                </a:lnTo>
                <a:lnTo>
                  <a:pt x="1272400" y="666829"/>
                </a:lnTo>
                <a:lnTo>
                  <a:pt x="1272578" y="667429"/>
                </a:lnTo>
                <a:lnTo>
                  <a:pt x="1272747" y="668027"/>
                </a:lnTo>
                <a:lnTo>
                  <a:pt x="1272925" y="668626"/>
                </a:lnTo>
                <a:lnTo>
                  <a:pt x="1273094" y="669224"/>
                </a:lnTo>
                <a:lnTo>
                  <a:pt x="1273263" y="669822"/>
                </a:lnTo>
                <a:lnTo>
                  <a:pt x="1273441" y="670418"/>
                </a:lnTo>
                <a:lnTo>
                  <a:pt x="1273610" y="671014"/>
                </a:lnTo>
                <a:lnTo>
                  <a:pt x="1273788" y="671610"/>
                </a:lnTo>
                <a:lnTo>
                  <a:pt x="1273957" y="672205"/>
                </a:lnTo>
                <a:lnTo>
                  <a:pt x="1274135" y="672799"/>
                </a:lnTo>
                <a:lnTo>
                  <a:pt x="1274304" y="673394"/>
                </a:lnTo>
                <a:lnTo>
                  <a:pt x="1274473" y="673987"/>
                </a:lnTo>
                <a:lnTo>
                  <a:pt x="1274650" y="674580"/>
                </a:lnTo>
                <a:lnTo>
                  <a:pt x="1274820" y="675172"/>
                </a:lnTo>
                <a:lnTo>
                  <a:pt x="1274997" y="675764"/>
                </a:lnTo>
                <a:lnTo>
                  <a:pt x="1275167" y="676355"/>
                </a:lnTo>
                <a:lnTo>
                  <a:pt x="1275344" y="676945"/>
                </a:lnTo>
                <a:lnTo>
                  <a:pt x="1275514" y="677536"/>
                </a:lnTo>
                <a:lnTo>
                  <a:pt x="1275682" y="678125"/>
                </a:lnTo>
                <a:lnTo>
                  <a:pt x="1275860" y="678714"/>
                </a:lnTo>
                <a:lnTo>
                  <a:pt x="1276029" y="679302"/>
                </a:lnTo>
                <a:lnTo>
                  <a:pt x="1276207" y="679890"/>
                </a:lnTo>
                <a:lnTo>
                  <a:pt x="1276376" y="680477"/>
                </a:lnTo>
                <a:lnTo>
                  <a:pt x="1276554" y="681063"/>
                </a:lnTo>
                <a:lnTo>
                  <a:pt x="1276723" y="681650"/>
                </a:lnTo>
                <a:lnTo>
                  <a:pt x="1276892" y="682235"/>
                </a:lnTo>
                <a:lnTo>
                  <a:pt x="1277070" y="682820"/>
                </a:lnTo>
                <a:lnTo>
                  <a:pt x="1277239" y="683405"/>
                </a:lnTo>
                <a:lnTo>
                  <a:pt x="1277417" y="683988"/>
                </a:lnTo>
                <a:lnTo>
                  <a:pt x="1277586" y="684571"/>
                </a:lnTo>
                <a:lnTo>
                  <a:pt x="1277764" y="685154"/>
                </a:lnTo>
                <a:lnTo>
                  <a:pt x="1277933" y="685737"/>
                </a:lnTo>
                <a:lnTo>
                  <a:pt x="1278102" y="686318"/>
                </a:lnTo>
                <a:lnTo>
                  <a:pt x="1278280" y="686898"/>
                </a:lnTo>
                <a:lnTo>
                  <a:pt x="1278449" y="687479"/>
                </a:lnTo>
                <a:lnTo>
                  <a:pt x="1278627" y="688059"/>
                </a:lnTo>
                <a:lnTo>
                  <a:pt x="1278796" y="688638"/>
                </a:lnTo>
                <a:lnTo>
                  <a:pt x="1278974" y="689217"/>
                </a:lnTo>
                <a:lnTo>
                  <a:pt x="1279143" y="689794"/>
                </a:lnTo>
                <a:lnTo>
                  <a:pt x="1279312" y="690373"/>
                </a:lnTo>
                <a:lnTo>
                  <a:pt x="1279490" y="690949"/>
                </a:lnTo>
                <a:lnTo>
                  <a:pt x="1279659" y="691526"/>
                </a:lnTo>
                <a:lnTo>
                  <a:pt x="1279837" y="692101"/>
                </a:lnTo>
                <a:lnTo>
                  <a:pt x="1280006" y="692677"/>
                </a:lnTo>
                <a:lnTo>
                  <a:pt x="1280175" y="693251"/>
                </a:lnTo>
                <a:lnTo>
                  <a:pt x="1280353" y="693825"/>
                </a:lnTo>
                <a:lnTo>
                  <a:pt x="1280522" y="694398"/>
                </a:lnTo>
                <a:lnTo>
                  <a:pt x="1280700" y="694971"/>
                </a:lnTo>
                <a:lnTo>
                  <a:pt x="1280869" y="695544"/>
                </a:lnTo>
                <a:lnTo>
                  <a:pt x="1281047" y="696115"/>
                </a:lnTo>
                <a:lnTo>
                  <a:pt x="1281216" y="696686"/>
                </a:lnTo>
                <a:lnTo>
                  <a:pt x="1281385" y="697257"/>
                </a:lnTo>
                <a:lnTo>
                  <a:pt x="1281563" y="697827"/>
                </a:lnTo>
                <a:lnTo>
                  <a:pt x="1281732" y="698396"/>
                </a:lnTo>
                <a:lnTo>
                  <a:pt x="1281910" y="698966"/>
                </a:lnTo>
                <a:lnTo>
                  <a:pt x="1282079" y="699533"/>
                </a:lnTo>
                <a:lnTo>
                  <a:pt x="1282257" y="700101"/>
                </a:lnTo>
                <a:lnTo>
                  <a:pt x="1282426" y="700668"/>
                </a:lnTo>
                <a:lnTo>
                  <a:pt x="1282595" y="701235"/>
                </a:lnTo>
                <a:lnTo>
                  <a:pt x="1282773" y="701801"/>
                </a:lnTo>
                <a:lnTo>
                  <a:pt x="1282942" y="702366"/>
                </a:lnTo>
                <a:lnTo>
                  <a:pt x="1283120" y="702931"/>
                </a:lnTo>
                <a:lnTo>
                  <a:pt x="1283289" y="703495"/>
                </a:lnTo>
                <a:lnTo>
                  <a:pt x="1283467" y="704058"/>
                </a:lnTo>
                <a:lnTo>
                  <a:pt x="1283636" y="704621"/>
                </a:lnTo>
                <a:lnTo>
                  <a:pt x="1283805" y="705183"/>
                </a:lnTo>
                <a:lnTo>
                  <a:pt x="1283983" y="705746"/>
                </a:lnTo>
                <a:lnTo>
                  <a:pt x="1284152" y="706307"/>
                </a:lnTo>
                <a:lnTo>
                  <a:pt x="1284330" y="706867"/>
                </a:lnTo>
                <a:lnTo>
                  <a:pt x="1284499" y="707428"/>
                </a:lnTo>
                <a:lnTo>
                  <a:pt x="1284677" y="707987"/>
                </a:lnTo>
                <a:lnTo>
                  <a:pt x="1284846" y="708546"/>
                </a:lnTo>
                <a:lnTo>
                  <a:pt x="1285015" y="709104"/>
                </a:lnTo>
                <a:lnTo>
                  <a:pt x="1285193" y="709662"/>
                </a:lnTo>
                <a:lnTo>
                  <a:pt x="1285362" y="710219"/>
                </a:lnTo>
                <a:lnTo>
                  <a:pt x="1285540" y="710776"/>
                </a:lnTo>
                <a:lnTo>
                  <a:pt x="1285709" y="711332"/>
                </a:lnTo>
                <a:lnTo>
                  <a:pt x="1285887" y="711887"/>
                </a:lnTo>
                <a:lnTo>
                  <a:pt x="1286056" y="712442"/>
                </a:lnTo>
                <a:lnTo>
                  <a:pt x="1286225" y="712996"/>
                </a:lnTo>
                <a:lnTo>
                  <a:pt x="1286403" y="713550"/>
                </a:lnTo>
                <a:lnTo>
                  <a:pt x="1286572" y="714102"/>
                </a:lnTo>
                <a:lnTo>
                  <a:pt x="1286750" y="714655"/>
                </a:lnTo>
                <a:lnTo>
                  <a:pt x="1286919" y="715207"/>
                </a:lnTo>
                <a:lnTo>
                  <a:pt x="1287097" y="715758"/>
                </a:lnTo>
                <a:lnTo>
                  <a:pt x="1287266" y="716308"/>
                </a:lnTo>
                <a:lnTo>
                  <a:pt x="1287435" y="716858"/>
                </a:lnTo>
                <a:lnTo>
                  <a:pt x="1287613" y="717408"/>
                </a:lnTo>
                <a:lnTo>
                  <a:pt x="1287782" y="717957"/>
                </a:lnTo>
                <a:lnTo>
                  <a:pt x="1287960" y="718505"/>
                </a:lnTo>
                <a:lnTo>
                  <a:pt x="1288129" y="719053"/>
                </a:lnTo>
                <a:lnTo>
                  <a:pt x="1288307" y="719600"/>
                </a:lnTo>
                <a:lnTo>
                  <a:pt x="1288476" y="720146"/>
                </a:lnTo>
                <a:lnTo>
                  <a:pt x="1288645" y="720693"/>
                </a:lnTo>
                <a:lnTo>
                  <a:pt x="1288823" y="721238"/>
                </a:lnTo>
                <a:lnTo>
                  <a:pt x="1288992" y="721782"/>
                </a:lnTo>
                <a:lnTo>
                  <a:pt x="1289170" y="722326"/>
                </a:lnTo>
                <a:lnTo>
                  <a:pt x="1289339" y="722869"/>
                </a:lnTo>
                <a:lnTo>
                  <a:pt x="1289517" y="723413"/>
                </a:lnTo>
                <a:lnTo>
                  <a:pt x="1289685" y="723955"/>
                </a:lnTo>
                <a:lnTo>
                  <a:pt x="1289855" y="724497"/>
                </a:lnTo>
                <a:lnTo>
                  <a:pt x="1290032" y="725038"/>
                </a:lnTo>
                <a:lnTo>
                  <a:pt x="1290201" y="725578"/>
                </a:lnTo>
                <a:lnTo>
                  <a:pt x="1290379" y="726119"/>
                </a:lnTo>
                <a:lnTo>
                  <a:pt x="1290548" y="726658"/>
                </a:lnTo>
                <a:lnTo>
                  <a:pt x="1290726" y="727197"/>
                </a:lnTo>
                <a:lnTo>
                  <a:pt x="1290895" y="727735"/>
                </a:lnTo>
                <a:lnTo>
                  <a:pt x="1291064" y="728270"/>
                </a:lnTo>
                <a:lnTo>
                  <a:pt x="1291242" y="728812"/>
                </a:lnTo>
                <a:lnTo>
                  <a:pt x="1291411" y="729346"/>
                </a:lnTo>
                <a:lnTo>
                  <a:pt x="1291589" y="729880"/>
                </a:lnTo>
                <a:lnTo>
                  <a:pt x="1291758" y="730414"/>
                </a:lnTo>
                <a:lnTo>
                  <a:pt x="1291936" y="730947"/>
                </a:lnTo>
                <a:lnTo>
                  <a:pt x="1292105" y="731481"/>
                </a:lnTo>
                <a:lnTo>
                  <a:pt x="1292274" y="732015"/>
                </a:lnTo>
                <a:lnTo>
                  <a:pt x="1292452" y="732549"/>
                </a:lnTo>
                <a:lnTo>
                  <a:pt x="1292621" y="733083"/>
                </a:lnTo>
                <a:lnTo>
                  <a:pt x="1292799" y="733616"/>
                </a:lnTo>
                <a:lnTo>
                  <a:pt x="1292968" y="734141"/>
                </a:lnTo>
                <a:lnTo>
                  <a:pt x="1293146" y="734675"/>
                </a:lnTo>
                <a:lnTo>
                  <a:pt x="1293315" y="735209"/>
                </a:lnTo>
                <a:lnTo>
                  <a:pt x="1293484" y="735734"/>
                </a:lnTo>
                <a:lnTo>
                  <a:pt x="1293662" y="736268"/>
                </a:lnTo>
                <a:lnTo>
                  <a:pt x="1293831" y="736792"/>
                </a:lnTo>
                <a:lnTo>
                  <a:pt x="1294009" y="737317"/>
                </a:lnTo>
                <a:lnTo>
                  <a:pt x="1294178" y="737842"/>
                </a:lnTo>
                <a:lnTo>
                  <a:pt x="1294356" y="738376"/>
                </a:lnTo>
                <a:lnTo>
                  <a:pt x="1294525" y="738901"/>
                </a:lnTo>
                <a:lnTo>
                  <a:pt x="1294694" y="739426"/>
                </a:lnTo>
                <a:lnTo>
                  <a:pt x="1294872" y="739951"/>
                </a:lnTo>
                <a:lnTo>
                  <a:pt x="1295041" y="740467"/>
                </a:lnTo>
                <a:lnTo>
                  <a:pt x="1295219" y="740992"/>
                </a:lnTo>
                <a:lnTo>
                  <a:pt x="1295388" y="741516"/>
                </a:lnTo>
                <a:lnTo>
                  <a:pt x="1295566" y="742041"/>
                </a:lnTo>
                <a:lnTo>
                  <a:pt x="1295735" y="742557"/>
                </a:lnTo>
                <a:lnTo>
                  <a:pt x="1295904" y="743082"/>
                </a:lnTo>
                <a:lnTo>
                  <a:pt x="1296082" y="743598"/>
                </a:lnTo>
                <a:lnTo>
                  <a:pt x="1296251" y="744123"/>
                </a:lnTo>
                <a:lnTo>
                  <a:pt x="1296429" y="744639"/>
                </a:lnTo>
                <a:lnTo>
                  <a:pt x="1296598" y="745155"/>
                </a:lnTo>
                <a:lnTo>
                  <a:pt x="1296776" y="745671"/>
                </a:lnTo>
                <a:lnTo>
                  <a:pt x="1296945" y="746187"/>
                </a:lnTo>
                <a:lnTo>
                  <a:pt x="1297114" y="746712"/>
                </a:lnTo>
                <a:lnTo>
                  <a:pt x="1297292" y="747228"/>
                </a:lnTo>
                <a:lnTo>
                  <a:pt x="1297461" y="747735"/>
                </a:lnTo>
                <a:lnTo>
                  <a:pt x="1297639" y="748251"/>
                </a:lnTo>
                <a:lnTo>
                  <a:pt x="1297808" y="748767"/>
                </a:lnTo>
                <a:lnTo>
                  <a:pt x="1297986" y="749283"/>
                </a:lnTo>
                <a:lnTo>
                  <a:pt x="1298155" y="749790"/>
                </a:lnTo>
                <a:lnTo>
                  <a:pt x="1298324" y="750306"/>
                </a:lnTo>
                <a:lnTo>
                  <a:pt x="1298502" y="750822"/>
                </a:lnTo>
                <a:lnTo>
                  <a:pt x="1298671" y="751329"/>
                </a:lnTo>
                <a:lnTo>
                  <a:pt x="1298849" y="751836"/>
                </a:lnTo>
                <a:lnTo>
                  <a:pt x="1299018" y="752352"/>
                </a:lnTo>
                <a:lnTo>
                  <a:pt x="1299187" y="752859"/>
                </a:lnTo>
                <a:lnTo>
                  <a:pt x="1299365" y="753367"/>
                </a:lnTo>
                <a:lnTo>
                  <a:pt x="1299534" y="753874"/>
                </a:lnTo>
                <a:lnTo>
                  <a:pt x="1299712" y="754381"/>
                </a:lnTo>
                <a:lnTo>
                  <a:pt x="1299881" y="754888"/>
                </a:lnTo>
                <a:lnTo>
                  <a:pt x="1300059" y="755395"/>
                </a:lnTo>
                <a:lnTo>
                  <a:pt x="1300228" y="755902"/>
                </a:lnTo>
                <a:lnTo>
                  <a:pt x="1300397" y="756409"/>
                </a:lnTo>
                <a:lnTo>
                  <a:pt x="1300575" y="756907"/>
                </a:lnTo>
                <a:lnTo>
                  <a:pt x="1300744" y="757414"/>
                </a:lnTo>
                <a:lnTo>
                  <a:pt x="1300922" y="757922"/>
                </a:lnTo>
                <a:lnTo>
                  <a:pt x="1301091" y="758420"/>
                </a:lnTo>
                <a:lnTo>
                  <a:pt x="1301269" y="758918"/>
                </a:lnTo>
                <a:lnTo>
                  <a:pt x="1301438" y="759425"/>
                </a:lnTo>
                <a:lnTo>
                  <a:pt x="1301607" y="759923"/>
                </a:lnTo>
                <a:lnTo>
                  <a:pt x="1301785" y="760421"/>
                </a:lnTo>
                <a:lnTo>
                  <a:pt x="1301954" y="760920"/>
                </a:lnTo>
                <a:lnTo>
                  <a:pt x="1302132" y="761427"/>
                </a:lnTo>
                <a:lnTo>
                  <a:pt x="1302301" y="761925"/>
                </a:lnTo>
                <a:lnTo>
                  <a:pt x="1302479" y="762423"/>
                </a:lnTo>
                <a:lnTo>
                  <a:pt x="1302648" y="762912"/>
                </a:lnTo>
                <a:lnTo>
                  <a:pt x="1302817" y="763411"/>
                </a:lnTo>
                <a:lnTo>
                  <a:pt x="1302995" y="763909"/>
                </a:lnTo>
                <a:lnTo>
                  <a:pt x="1303164" y="764407"/>
                </a:lnTo>
                <a:lnTo>
                  <a:pt x="1303342" y="764896"/>
                </a:lnTo>
                <a:lnTo>
                  <a:pt x="1303511" y="765395"/>
                </a:lnTo>
                <a:lnTo>
                  <a:pt x="1303689" y="765884"/>
                </a:lnTo>
                <a:lnTo>
                  <a:pt x="1303858" y="766382"/>
                </a:lnTo>
                <a:lnTo>
                  <a:pt x="1304027" y="766871"/>
                </a:lnTo>
                <a:lnTo>
                  <a:pt x="1304205" y="767361"/>
                </a:lnTo>
                <a:lnTo>
                  <a:pt x="1304374" y="767850"/>
                </a:lnTo>
                <a:lnTo>
                  <a:pt x="1304551" y="768348"/>
                </a:lnTo>
                <a:lnTo>
                  <a:pt x="1304721" y="768837"/>
                </a:lnTo>
                <a:lnTo>
                  <a:pt x="1304898" y="769327"/>
                </a:lnTo>
                <a:lnTo>
                  <a:pt x="1305067" y="769807"/>
                </a:lnTo>
                <a:lnTo>
                  <a:pt x="1305236" y="770297"/>
                </a:lnTo>
                <a:lnTo>
                  <a:pt x="1305414" y="770786"/>
                </a:lnTo>
                <a:lnTo>
                  <a:pt x="1305583" y="771275"/>
                </a:lnTo>
                <a:lnTo>
                  <a:pt x="1305761" y="771755"/>
                </a:lnTo>
                <a:lnTo>
                  <a:pt x="1305930" y="772245"/>
                </a:lnTo>
                <a:lnTo>
                  <a:pt x="1306108" y="772734"/>
                </a:lnTo>
                <a:lnTo>
                  <a:pt x="1306277" y="773214"/>
                </a:lnTo>
                <a:lnTo>
                  <a:pt x="1306446" y="773695"/>
                </a:lnTo>
                <a:lnTo>
                  <a:pt x="1306624" y="774184"/>
                </a:lnTo>
                <a:lnTo>
                  <a:pt x="1306793" y="774665"/>
                </a:lnTo>
                <a:lnTo>
                  <a:pt x="1306971" y="775145"/>
                </a:lnTo>
                <a:lnTo>
                  <a:pt x="1307140" y="775625"/>
                </a:lnTo>
                <a:lnTo>
                  <a:pt x="1307318" y="776106"/>
                </a:lnTo>
                <a:lnTo>
                  <a:pt x="1307487" y="776586"/>
                </a:lnTo>
                <a:lnTo>
                  <a:pt x="1307656" y="777067"/>
                </a:lnTo>
                <a:lnTo>
                  <a:pt x="1307834" y="777547"/>
                </a:lnTo>
                <a:lnTo>
                  <a:pt x="1308003" y="778027"/>
                </a:lnTo>
                <a:lnTo>
                  <a:pt x="1308181" y="778499"/>
                </a:lnTo>
                <a:lnTo>
                  <a:pt x="1308350" y="778979"/>
                </a:lnTo>
                <a:lnTo>
                  <a:pt x="1308528" y="779451"/>
                </a:lnTo>
                <a:lnTo>
                  <a:pt x="1308697" y="779931"/>
                </a:lnTo>
                <a:lnTo>
                  <a:pt x="1308866" y="780403"/>
                </a:lnTo>
                <a:lnTo>
                  <a:pt x="1309044" y="780883"/>
                </a:lnTo>
                <a:lnTo>
                  <a:pt x="1309213" y="781355"/>
                </a:lnTo>
                <a:lnTo>
                  <a:pt x="1309391" y="781826"/>
                </a:lnTo>
                <a:lnTo>
                  <a:pt x="1309560" y="782298"/>
                </a:lnTo>
                <a:lnTo>
                  <a:pt x="1309738" y="782769"/>
                </a:lnTo>
                <a:lnTo>
                  <a:pt x="1309907" y="783241"/>
                </a:lnTo>
                <a:lnTo>
                  <a:pt x="1310076" y="783712"/>
                </a:lnTo>
                <a:lnTo>
                  <a:pt x="1310254" y="784184"/>
                </a:lnTo>
                <a:lnTo>
                  <a:pt x="1310423" y="784655"/>
                </a:lnTo>
                <a:lnTo>
                  <a:pt x="1310601" y="785127"/>
                </a:lnTo>
                <a:lnTo>
                  <a:pt x="1310770" y="785589"/>
                </a:lnTo>
                <a:lnTo>
                  <a:pt x="1310948" y="786061"/>
                </a:lnTo>
                <a:lnTo>
                  <a:pt x="1311117" y="786524"/>
                </a:lnTo>
                <a:lnTo>
                  <a:pt x="1311286" y="786995"/>
                </a:lnTo>
                <a:lnTo>
                  <a:pt x="1311464" y="787458"/>
                </a:lnTo>
                <a:lnTo>
                  <a:pt x="1311633" y="787929"/>
                </a:lnTo>
                <a:lnTo>
                  <a:pt x="1311811" y="788392"/>
                </a:lnTo>
                <a:lnTo>
                  <a:pt x="1311980" y="788855"/>
                </a:lnTo>
                <a:lnTo>
                  <a:pt x="1312158" y="789317"/>
                </a:lnTo>
                <a:lnTo>
                  <a:pt x="1312327" y="789780"/>
                </a:lnTo>
                <a:lnTo>
                  <a:pt x="1312496" y="790242"/>
                </a:lnTo>
                <a:lnTo>
                  <a:pt x="1312674" y="790705"/>
                </a:lnTo>
                <a:lnTo>
                  <a:pt x="1312843" y="791168"/>
                </a:lnTo>
                <a:lnTo>
                  <a:pt x="1313021" y="791630"/>
                </a:lnTo>
                <a:lnTo>
                  <a:pt x="1313190" y="792084"/>
                </a:lnTo>
                <a:lnTo>
                  <a:pt x="1313368" y="792547"/>
                </a:lnTo>
                <a:lnTo>
                  <a:pt x="1313537" y="793009"/>
                </a:lnTo>
                <a:lnTo>
                  <a:pt x="1313706" y="793463"/>
                </a:lnTo>
                <a:lnTo>
                  <a:pt x="1313884" y="793925"/>
                </a:lnTo>
                <a:lnTo>
                  <a:pt x="1314053" y="794379"/>
                </a:lnTo>
                <a:lnTo>
                  <a:pt x="1314231" y="794833"/>
                </a:lnTo>
                <a:lnTo>
                  <a:pt x="1314400" y="795287"/>
                </a:lnTo>
                <a:lnTo>
                  <a:pt x="1314578" y="795749"/>
                </a:lnTo>
                <a:lnTo>
                  <a:pt x="1314747" y="796203"/>
                </a:lnTo>
                <a:lnTo>
                  <a:pt x="1314916" y="796657"/>
                </a:lnTo>
                <a:lnTo>
                  <a:pt x="1315094" y="797110"/>
                </a:lnTo>
                <a:lnTo>
                  <a:pt x="1315263" y="797555"/>
                </a:lnTo>
                <a:lnTo>
                  <a:pt x="1315441" y="798009"/>
                </a:lnTo>
                <a:lnTo>
                  <a:pt x="1315610" y="798463"/>
                </a:lnTo>
                <a:lnTo>
                  <a:pt x="1315788" y="798916"/>
                </a:lnTo>
                <a:lnTo>
                  <a:pt x="1315957" y="799361"/>
                </a:lnTo>
                <a:lnTo>
                  <a:pt x="1316126" y="799815"/>
                </a:lnTo>
                <a:lnTo>
                  <a:pt x="1316304" y="800260"/>
                </a:lnTo>
                <a:lnTo>
                  <a:pt x="1316473" y="800713"/>
                </a:lnTo>
                <a:lnTo>
                  <a:pt x="1316651" y="801158"/>
                </a:lnTo>
                <a:lnTo>
                  <a:pt x="1316820" y="801603"/>
                </a:lnTo>
                <a:lnTo>
                  <a:pt x="1316998" y="802057"/>
                </a:lnTo>
                <a:lnTo>
                  <a:pt x="1317167" y="802502"/>
                </a:lnTo>
                <a:lnTo>
                  <a:pt x="1317336" y="802946"/>
                </a:lnTo>
                <a:lnTo>
                  <a:pt x="1317514" y="803391"/>
                </a:lnTo>
                <a:lnTo>
                  <a:pt x="1317683" y="803836"/>
                </a:lnTo>
                <a:lnTo>
                  <a:pt x="1317861" y="804281"/>
                </a:lnTo>
                <a:lnTo>
                  <a:pt x="1318030" y="804717"/>
                </a:lnTo>
                <a:lnTo>
                  <a:pt x="1318199" y="805162"/>
                </a:lnTo>
                <a:lnTo>
                  <a:pt x="1318377" y="805606"/>
                </a:lnTo>
                <a:lnTo>
                  <a:pt x="1318546" y="806042"/>
                </a:lnTo>
                <a:lnTo>
                  <a:pt x="1318724" y="806487"/>
                </a:lnTo>
                <a:lnTo>
                  <a:pt x="1318893" y="806923"/>
                </a:lnTo>
                <a:lnTo>
                  <a:pt x="1319070" y="807368"/>
                </a:lnTo>
                <a:lnTo>
                  <a:pt x="1319239" y="807804"/>
                </a:lnTo>
                <a:lnTo>
                  <a:pt x="1319409" y="808240"/>
                </a:lnTo>
                <a:lnTo>
                  <a:pt x="1319586" y="808676"/>
                </a:lnTo>
                <a:lnTo>
                  <a:pt x="1319756" y="809121"/>
                </a:lnTo>
                <a:lnTo>
                  <a:pt x="1319933" y="809557"/>
                </a:lnTo>
                <a:lnTo>
                  <a:pt x="1320103" y="809992"/>
                </a:lnTo>
                <a:lnTo>
                  <a:pt x="1320280" y="810419"/>
                </a:lnTo>
                <a:lnTo>
                  <a:pt x="1320449" y="810855"/>
                </a:lnTo>
                <a:lnTo>
                  <a:pt x="1320618" y="811291"/>
                </a:lnTo>
                <a:lnTo>
                  <a:pt x="1320796" y="811727"/>
                </a:lnTo>
                <a:lnTo>
                  <a:pt x="1320965" y="812154"/>
                </a:lnTo>
                <a:lnTo>
                  <a:pt x="1321143" y="812590"/>
                </a:lnTo>
                <a:lnTo>
                  <a:pt x="1321312" y="813017"/>
                </a:lnTo>
                <a:lnTo>
                  <a:pt x="1321490" y="813453"/>
                </a:lnTo>
                <a:lnTo>
                  <a:pt x="1321659" y="813880"/>
                </a:lnTo>
                <a:lnTo>
                  <a:pt x="1321828" y="814316"/>
                </a:lnTo>
                <a:lnTo>
                  <a:pt x="1322006" y="814743"/>
                </a:lnTo>
                <a:lnTo>
                  <a:pt x="1322175" y="815170"/>
                </a:lnTo>
                <a:lnTo>
                  <a:pt x="1322353" y="815597"/>
                </a:lnTo>
                <a:lnTo>
                  <a:pt x="1322522" y="816024"/>
                </a:lnTo>
                <a:lnTo>
                  <a:pt x="1322700" y="816451"/>
                </a:lnTo>
                <a:lnTo>
                  <a:pt x="1322869" y="816878"/>
                </a:lnTo>
                <a:lnTo>
                  <a:pt x="1323038" y="817305"/>
                </a:lnTo>
                <a:lnTo>
                  <a:pt x="1323216" y="817732"/>
                </a:lnTo>
                <a:lnTo>
                  <a:pt x="1323385" y="818150"/>
                </a:lnTo>
                <a:lnTo>
                  <a:pt x="1323563" y="818577"/>
                </a:lnTo>
                <a:lnTo>
                  <a:pt x="1323732" y="818996"/>
                </a:lnTo>
                <a:lnTo>
                  <a:pt x="1323910" y="819423"/>
                </a:lnTo>
                <a:lnTo>
                  <a:pt x="1324079" y="819841"/>
                </a:lnTo>
                <a:lnTo>
                  <a:pt x="1324248" y="820268"/>
                </a:lnTo>
                <a:lnTo>
                  <a:pt x="1324426" y="820686"/>
                </a:lnTo>
                <a:lnTo>
                  <a:pt x="1324595" y="821104"/>
                </a:lnTo>
                <a:lnTo>
                  <a:pt x="1324773" y="821522"/>
                </a:lnTo>
                <a:lnTo>
                  <a:pt x="1324942" y="821940"/>
                </a:lnTo>
                <a:lnTo>
                  <a:pt x="1325120" y="822358"/>
                </a:lnTo>
                <a:lnTo>
                  <a:pt x="1325289" y="822777"/>
                </a:lnTo>
                <a:lnTo>
                  <a:pt x="1325458" y="823195"/>
                </a:lnTo>
                <a:lnTo>
                  <a:pt x="1325636" y="823613"/>
                </a:lnTo>
                <a:lnTo>
                  <a:pt x="1325805" y="824031"/>
                </a:lnTo>
                <a:lnTo>
                  <a:pt x="1325983" y="824449"/>
                </a:lnTo>
                <a:lnTo>
                  <a:pt x="1326152" y="824858"/>
                </a:lnTo>
                <a:lnTo>
                  <a:pt x="1326330" y="825277"/>
                </a:lnTo>
                <a:lnTo>
                  <a:pt x="1326499" y="825686"/>
                </a:lnTo>
                <a:lnTo>
                  <a:pt x="1326668" y="826104"/>
                </a:lnTo>
                <a:lnTo>
                  <a:pt x="1326846" y="826513"/>
                </a:lnTo>
                <a:lnTo>
                  <a:pt x="1327015" y="826922"/>
                </a:lnTo>
                <a:lnTo>
                  <a:pt x="1327193" y="827332"/>
                </a:lnTo>
                <a:lnTo>
                  <a:pt x="1327362" y="827750"/>
                </a:lnTo>
                <a:lnTo>
                  <a:pt x="1327540" y="828159"/>
                </a:lnTo>
                <a:lnTo>
                  <a:pt x="1327709" y="828568"/>
                </a:lnTo>
                <a:lnTo>
                  <a:pt x="1327878" y="828977"/>
                </a:lnTo>
                <a:lnTo>
                  <a:pt x="1328056" y="829387"/>
                </a:lnTo>
                <a:lnTo>
                  <a:pt x="1328225" y="829787"/>
                </a:lnTo>
                <a:lnTo>
                  <a:pt x="1328403" y="830196"/>
                </a:lnTo>
                <a:lnTo>
                  <a:pt x="1328572" y="830605"/>
                </a:lnTo>
                <a:lnTo>
                  <a:pt x="1328750" y="831006"/>
                </a:lnTo>
                <a:lnTo>
                  <a:pt x="1328919" y="831415"/>
                </a:lnTo>
                <a:lnTo>
                  <a:pt x="1329088" y="831815"/>
                </a:lnTo>
                <a:lnTo>
                  <a:pt x="1329266" y="832225"/>
                </a:lnTo>
                <a:lnTo>
                  <a:pt x="1329435" y="832625"/>
                </a:lnTo>
                <a:lnTo>
                  <a:pt x="1329613" y="833025"/>
                </a:lnTo>
                <a:lnTo>
                  <a:pt x="1329782" y="833435"/>
                </a:lnTo>
                <a:lnTo>
                  <a:pt x="1329960" y="833835"/>
                </a:lnTo>
                <a:lnTo>
                  <a:pt x="1330129" y="834235"/>
                </a:lnTo>
                <a:lnTo>
                  <a:pt x="1330298" y="834636"/>
                </a:lnTo>
                <a:lnTo>
                  <a:pt x="1330476" y="835036"/>
                </a:lnTo>
                <a:lnTo>
                  <a:pt x="1330645" y="835436"/>
                </a:lnTo>
                <a:lnTo>
                  <a:pt x="1330823" y="835828"/>
                </a:lnTo>
                <a:lnTo>
                  <a:pt x="1330992" y="836228"/>
                </a:lnTo>
                <a:lnTo>
                  <a:pt x="1331170" y="836628"/>
                </a:lnTo>
                <a:lnTo>
                  <a:pt x="1331339" y="837029"/>
                </a:lnTo>
                <a:lnTo>
                  <a:pt x="1331508" y="837420"/>
                </a:lnTo>
                <a:lnTo>
                  <a:pt x="1331686" y="837820"/>
                </a:lnTo>
                <a:lnTo>
                  <a:pt x="1331855" y="838212"/>
                </a:lnTo>
                <a:lnTo>
                  <a:pt x="1332033" y="838603"/>
                </a:lnTo>
                <a:lnTo>
                  <a:pt x="1332202" y="839004"/>
                </a:lnTo>
                <a:lnTo>
                  <a:pt x="1332380" y="839395"/>
                </a:lnTo>
                <a:lnTo>
                  <a:pt x="1332549" y="839787"/>
                </a:lnTo>
                <a:lnTo>
                  <a:pt x="1332718" y="840178"/>
                </a:lnTo>
                <a:lnTo>
                  <a:pt x="1332896" y="840570"/>
                </a:lnTo>
                <a:lnTo>
                  <a:pt x="1333065" y="840961"/>
                </a:lnTo>
                <a:lnTo>
                  <a:pt x="1333242" y="841352"/>
                </a:lnTo>
                <a:lnTo>
                  <a:pt x="1333412" y="841744"/>
                </a:lnTo>
                <a:lnTo>
                  <a:pt x="1333589" y="842126"/>
                </a:lnTo>
                <a:lnTo>
                  <a:pt x="1333759" y="842518"/>
                </a:lnTo>
                <a:lnTo>
                  <a:pt x="1333928" y="842909"/>
                </a:lnTo>
                <a:lnTo>
                  <a:pt x="1334106" y="843292"/>
                </a:lnTo>
                <a:lnTo>
                  <a:pt x="1334275" y="843683"/>
                </a:lnTo>
                <a:lnTo>
                  <a:pt x="1334452" y="844066"/>
                </a:lnTo>
                <a:lnTo>
                  <a:pt x="1334621" y="844457"/>
                </a:lnTo>
                <a:lnTo>
                  <a:pt x="1334799" y="844840"/>
                </a:lnTo>
                <a:lnTo>
                  <a:pt x="1334968" y="845222"/>
                </a:lnTo>
                <a:lnTo>
                  <a:pt x="1335137" y="845605"/>
                </a:lnTo>
                <a:lnTo>
                  <a:pt x="1335315" y="845987"/>
                </a:lnTo>
                <a:lnTo>
                  <a:pt x="1335484" y="846370"/>
                </a:lnTo>
                <a:lnTo>
                  <a:pt x="1335662" y="846753"/>
                </a:lnTo>
                <a:lnTo>
                  <a:pt x="1335831" y="847135"/>
                </a:lnTo>
                <a:lnTo>
                  <a:pt x="1336009" y="847518"/>
                </a:lnTo>
                <a:lnTo>
                  <a:pt x="1336178" y="847900"/>
                </a:lnTo>
                <a:lnTo>
                  <a:pt x="1336347" y="848283"/>
                </a:lnTo>
                <a:lnTo>
                  <a:pt x="1336525" y="848656"/>
                </a:lnTo>
                <a:lnTo>
                  <a:pt x="1336694" y="849039"/>
                </a:lnTo>
                <a:lnTo>
                  <a:pt x="1336872" y="849413"/>
                </a:lnTo>
                <a:lnTo>
                  <a:pt x="1337041" y="849795"/>
                </a:lnTo>
                <a:lnTo>
                  <a:pt x="1337210" y="850169"/>
                </a:lnTo>
                <a:lnTo>
                  <a:pt x="1337388" y="850542"/>
                </a:lnTo>
                <a:lnTo>
                  <a:pt x="1337557" y="850925"/>
                </a:lnTo>
                <a:lnTo>
                  <a:pt x="1337735" y="851299"/>
                </a:lnTo>
                <a:lnTo>
                  <a:pt x="1337904" y="851672"/>
                </a:lnTo>
                <a:lnTo>
                  <a:pt x="1338082" y="852046"/>
                </a:lnTo>
                <a:lnTo>
                  <a:pt x="1338251" y="852420"/>
                </a:lnTo>
                <a:lnTo>
                  <a:pt x="1338420" y="852793"/>
                </a:lnTo>
                <a:lnTo>
                  <a:pt x="1338598" y="853167"/>
                </a:lnTo>
                <a:lnTo>
                  <a:pt x="1338767" y="853541"/>
                </a:lnTo>
                <a:lnTo>
                  <a:pt x="1338945" y="853905"/>
                </a:lnTo>
                <a:lnTo>
                  <a:pt x="1339114" y="854279"/>
                </a:lnTo>
                <a:lnTo>
                  <a:pt x="1339292" y="854653"/>
                </a:lnTo>
                <a:lnTo>
                  <a:pt x="1339461" y="855017"/>
                </a:lnTo>
                <a:lnTo>
                  <a:pt x="1339630" y="855391"/>
                </a:lnTo>
                <a:lnTo>
                  <a:pt x="1339808" y="855756"/>
                </a:lnTo>
                <a:lnTo>
                  <a:pt x="1339977" y="856121"/>
                </a:lnTo>
                <a:lnTo>
                  <a:pt x="1340155" y="856494"/>
                </a:lnTo>
                <a:lnTo>
                  <a:pt x="1340324" y="856859"/>
                </a:lnTo>
                <a:lnTo>
                  <a:pt x="1340502" y="857224"/>
                </a:lnTo>
                <a:lnTo>
                  <a:pt x="1340671" y="857588"/>
                </a:lnTo>
                <a:lnTo>
                  <a:pt x="1340840" y="857953"/>
                </a:lnTo>
                <a:lnTo>
                  <a:pt x="1341018" y="858318"/>
                </a:lnTo>
                <a:lnTo>
                  <a:pt x="1341187" y="858683"/>
                </a:lnTo>
                <a:lnTo>
                  <a:pt x="1341365" y="859048"/>
                </a:lnTo>
                <a:lnTo>
                  <a:pt x="1341534" y="859412"/>
                </a:lnTo>
                <a:lnTo>
                  <a:pt x="1341712" y="859768"/>
                </a:lnTo>
                <a:lnTo>
                  <a:pt x="1341881" y="860133"/>
                </a:lnTo>
                <a:lnTo>
                  <a:pt x="1342050" y="860489"/>
                </a:lnTo>
                <a:lnTo>
                  <a:pt x="1342228" y="860853"/>
                </a:lnTo>
                <a:lnTo>
                  <a:pt x="1342397" y="861209"/>
                </a:lnTo>
                <a:lnTo>
                  <a:pt x="1342575" y="861574"/>
                </a:lnTo>
                <a:lnTo>
                  <a:pt x="1342744" y="861930"/>
                </a:lnTo>
                <a:lnTo>
                  <a:pt x="1342922" y="862286"/>
                </a:lnTo>
                <a:lnTo>
                  <a:pt x="1343091" y="862642"/>
                </a:lnTo>
                <a:lnTo>
                  <a:pt x="1343260" y="863006"/>
                </a:lnTo>
                <a:lnTo>
                  <a:pt x="1343438" y="863362"/>
                </a:lnTo>
                <a:lnTo>
                  <a:pt x="1343607" y="863718"/>
                </a:lnTo>
                <a:lnTo>
                  <a:pt x="1343785" y="864074"/>
                </a:lnTo>
                <a:lnTo>
                  <a:pt x="1343954" y="864421"/>
                </a:lnTo>
                <a:lnTo>
                  <a:pt x="1344132" y="864777"/>
                </a:lnTo>
                <a:lnTo>
                  <a:pt x="1344301" y="865133"/>
                </a:lnTo>
                <a:lnTo>
                  <a:pt x="1344470" y="865489"/>
                </a:lnTo>
                <a:lnTo>
                  <a:pt x="1344648" y="865835"/>
                </a:lnTo>
                <a:lnTo>
                  <a:pt x="1344817" y="866191"/>
                </a:lnTo>
                <a:lnTo>
                  <a:pt x="1344995" y="866538"/>
                </a:lnTo>
                <a:lnTo>
                  <a:pt x="1345164" y="866894"/>
                </a:lnTo>
                <a:lnTo>
                  <a:pt x="1345342" y="867241"/>
                </a:lnTo>
                <a:lnTo>
                  <a:pt x="1345511" y="867588"/>
                </a:lnTo>
                <a:lnTo>
                  <a:pt x="1345680" y="867944"/>
                </a:lnTo>
                <a:lnTo>
                  <a:pt x="1345858" y="868291"/>
                </a:lnTo>
                <a:lnTo>
                  <a:pt x="1346027" y="868638"/>
                </a:lnTo>
                <a:lnTo>
                  <a:pt x="1346205" y="868985"/>
                </a:lnTo>
                <a:lnTo>
                  <a:pt x="1346374" y="869332"/>
                </a:lnTo>
                <a:lnTo>
                  <a:pt x="1346552" y="869679"/>
                </a:lnTo>
                <a:lnTo>
                  <a:pt x="1346721" y="870026"/>
                </a:lnTo>
                <a:lnTo>
                  <a:pt x="1346890" y="870364"/>
                </a:lnTo>
                <a:lnTo>
                  <a:pt x="1347068" y="870711"/>
                </a:lnTo>
                <a:lnTo>
                  <a:pt x="1347237" y="871058"/>
                </a:lnTo>
                <a:lnTo>
                  <a:pt x="1347415" y="871396"/>
                </a:lnTo>
                <a:lnTo>
                  <a:pt x="1347584" y="871743"/>
                </a:lnTo>
                <a:lnTo>
                  <a:pt x="1347762" y="872081"/>
                </a:lnTo>
                <a:lnTo>
                  <a:pt x="1347931" y="872428"/>
                </a:lnTo>
                <a:lnTo>
                  <a:pt x="1348100" y="872766"/>
                </a:lnTo>
                <a:lnTo>
                  <a:pt x="1348278" y="873104"/>
                </a:lnTo>
                <a:lnTo>
                  <a:pt x="1348447" y="873451"/>
                </a:lnTo>
                <a:lnTo>
                  <a:pt x="1348624" y="873789"/>
                </a:lnTo>
                <a:lnTo>
                  <a:pt x="1348794" y="874127"/>
                </a:lnTo>
                <a:lnTo>
                  <a:pt x="1348971" y="874465"/>
                </a:lnTo>
                <a:lnTo>
                  <a:pt x="1349140" y="874803"/>
                </a:lnTo>
                <a:lnTo>
                  <a:pt x="1349310" y="875141"/>
                </a:lnTo>
                <a:lnTo>
                  <a:pt x="1349487" y="875479"/>
                </a:lnTo>
                <a:lnTo>
                  <a:pt x="1349656" y="875817"/>
                </a:lnTo>
                <a:lnTo>
                  <a:pt x="1349834" y="876146"/>
                </a:lnTo>
                <a:lnTo>
                  <a:pt x="1350003" y="876485"/>
                </a:lnTo>
                <a:lnTo>
                  <a:pt x="1350181" y="876814"/>
                </a:lnTo>
                <a:lnTo>
                  <a:pt x="1350350" y="877152"/>
                </a:lnTo>
                <a:lnTo>
                  <a:pt x="1350519" y="877490"/>
                </a:lnTo>
                <a:lnTo>
                  <a:pt x="1350697" y="877819"/>
                </a:lnTo>
                <a:lnTo>
                  <a:pt x="1350866" y="878148"/>
                </a:lnTo>
                <a:lnTo>
                  <a:pt x="1351044" y="878486"/>
                </a:lnTo>
                <a:lnTo>
                  <a:pt x="1351213" y="878815"/>
                </a:lnTo>
                <a:lnTo>
                  <a:pt x="1351391" y="879145"/>
                </a:lnTo>
                <a:lnTo>
                  <a:pt x="1351560" y="879474"/>
                </a:lnTo>
                <a:lnTo>
                  <a:pt x="1351729" y="879803"/>
                </a:lnTo>
                <a:lnTo>
                  <a:pt x="1351907" y="880132"/>
                </a:lnTo>
                <a:lnTo>
                  <a:pt x="1352076" y="880461"/>
                </a:lnTo>
                <a:lnTo>
                  <a:pt x="1352254" y="880790"/>
                </a:lnTo>
                <a:lnTo>
                  <a:pt x="1352423" y="881120"/>
                </a:lnTo>
                <a:lnTo>
                  <a:pt x="1352601" y="881440"/>
                </a:lnTo>
                <a:lnTo>
                  <a:pt x="1352770" y="881769"/>
                </a:lnTo>
                <a:lnTo>
                  <a:pt x="1352939" y="882098"/>
                </a:lnTo>
                <a:lnTo>
                  <a:pt x="1353117" y="882418"/>
                </a:lnTo>
                <a:lnTo>
                  <a:pt x="1353286" y="882748"/>
                </a:lnTo>
                <a:lnTo>
                  <a:pt x="1353464" y="883068"/>
                </a:lnTo>
                <a:lnTo>
                  <a:pt x="1353633" y="883397"/>
                </a:lnTo>
                <a:lnTo>
                  <a:pt x="1353811" y="883717"/>
                </a:lnTo>
                <a:lnTo>
                  <a:pt x="1353980" y="884038"/>
                </a:lnTo>
                <a:lnTo>
                  <a:pt x="1354149" y="884358"/>
                </a:lnTo>
                <a:lnTo>
                  <a:pt x="1354327" y="884678"/>
                </a:lnTo>
                <a:lnTo>
                  <a:pt x="1354496" y="884998"/>
                </a:lnTo>
                <a:lnTo>
                  <a:pt x="1354674" y="885319"/>
                </a:lnTo>
                <a:lnTo>
                  <a:pt x="1354843" y="885639"/>
                </a:lnTo>
                <a:lnTo>
                  <a:pt x="1355021" y="885959"/>
                </a:lnTo>
                <a:lnTo>
                  <a:pt x="1355190" y="886280"/>
                </a:lnTo>
                <a:lnTo>
                  <a:pt x="1355359" y="886600"/>
                </a:lnTo>
                <a:lnTo>
                  <a:pt x="1355537" y="886920"/>
                </a:lnTo>
                <a:lnTo>
                  <a:pt x="1355706" y="887231"/>
                </a:lnTo>
                <a:lnTo>
                  <a:pt x="1355884" y="887552"/>
                </a:lnTo>
                <a:lnTo>
                  <a:pt x="1356053" y="887863"/>
                </a:lnTo>
                <a:lnTo>
                  <a:pt x="1356222" y="888183"/>
                </a:lnTo>
                <a:lnTo>
                  <a:pt x="1356400" y="888495"/>
                </a:lnTo>
                <a:lnTo>
                  <a:pt x="1356569" y="888806"/>
                </a:lnTo>
                <a:lnTo>
                  <a:pt x="1356747" y="889126"/>
                </a:lnTo>
                <a:lnTo>
                  <a:pt x="1356916" y="889438"/>
                </a:lnTo>
                <a:lnTo>
                  <a:pt x="1357094" y="889749"/>
                </a:lnTo>
                <a:lnTo>
                  <a:pt x="1357263" y="890061"/>
                </a:lnTo>
                <a:lnTo>
                  <a:pt x="1357432" y="890372"/>
                </a:lnTo>
                <a:lnTo>
                  <a:pt x="1357610" y="890683"/>
                </a:lnTo>
                <a:lnTo>
                  <a:pt x="1357779" y="890995"/>
                </a:lnTo>
                <a:lnTo>
                  <a:pt x="1357957" y="891306"/>
                </a:lnTo>
                <a:lnTo>
                  <a:pt x="1358126" y="891617"/>
                </a:lnTo>
                <a:lnTo>
                  <a:pt x="1358304" y="891929"/>
                </a:lnTo>
                <a:lnTo>
                  <a:pt x="1358473" y="892231"/>
                </a:lnTo>
                <a:lnTo>
                  <a:pt x="1358642" y="892543"/>
                </a:lnTo>
                <a:lnTo>
                  <a:pt x="1358820" y="892845"/>
                </a:lnTo>
                <a:lnTo>
                  <a:pt x="1358989" y="893156"/>
                </a:lnTo>
                <a:lnTo>
                  <a:pt x="1359167" y="893459"/>
                </a:lnTo>
                <a:lnTo>
                  <a:pt x="1359336" y="893770"/>
                </a:lnTo>
                <a:lnTo>
                  <a:pt x="1359514" y="894073"/>
                </a:lnTo>
                <a:lnTo>
                  <a:pt x="1359683" y="894375"/>
                </a:lnTo>
                <a:lnTo>
                  <a:pt x="1359852" y="894678"/>
                </a:lnTo>
                <a:lnTo>
                  <a:pt x="1360030" y="894989"/>
                </a:lnTo>
                <a:lnTo>
                  <a:pt x="1360199" y="895292"/>
                </a:lnTo>
                <a:lnTo>
                  <a:pt x="1360377" y="895594"/>
                </a:lnTo>
                <a:lnTo>
                  <a:pt x="1360546" y="895897"/>
                </a:lnTo>
                <a:lnTo>
                  <a:pt x="1360724" y="896199"/>
                </a:lnTo>
                <a:lnTo>
                  <a:pt x="1360893" y="896493"/>
                </a:lnTo>
                <a:lnTo>
                  <a:pt x="1361062" y="896795"/>
                </a:lnTo>
                <a:lnTo>
                  <a:pt x="1361240" y="897098"/>
                </a:lnTo>
                <a:lnTo>
                  <a:pt x="1361409" y="897400"/>
                </a:lnTo>
                <a:lnTo>
                  <a:pt x="1361587" y="897694"/>
                </a:lnTo>
                <a:lnTo>
                  <a:pt x="1361756" y="897996"/>
                </a:lnTo>
                <a:lnTo>
                  <a:pt x="1361934" y="898290"/>
                </a:lnTo>
                <a:lnTo>
                  <a:pt x="1362103" y="898592"/>
                </a:lnTo>
                <a:lnTo>
                  <a:pt x="1362272" y="898886"/>
                </a:lnTo>
                <a:lnTo>
                  <a:pt x="1362450" y="899179"/>
                </a:lnTo>
                <a:lnTo>
                  <a:pt x="1362619" y="899482"/>
                </a:lnTo>
                <a:lnTo>
                  <a:pt x="1362797" y="899775"/>
                </a:lnTo>
                <a:lnTo>
                  <a:pt x="1362966" y="900069"/>
                </a:lnTo>
                <a:lnTo>
                  <a:pt x="1363144" y="900363"/>
                </a:lnTo>
                <a:lnTo>
                  <a:pt x="1363313" y="900656"/>
                </a:lnTo>
                <a:lnTo>
                  <a:pt x="1363482" y="900950"/>
                </a:lnTo>
                <a:lnTo>
                  <a:pt x="1363660" y="901243"/>
                </a:lnTo>
                <a:lnTo>
                  <a:pt x="1363828" y="901537"/>
                </a:lnTo>
                <a:lnTo>
                  <a:pt x="1364006" y="901831"/>
                </a:lnTo>
                <a:lnTo>
                  <a:pt x="1364175" y="902115"/>
                </a:lnTo>
                <a:lnTo>
                  <a:pt x="1364353" y="902409"/>
                </a:lnTo>
                <a:lnTo>
                  <a:pt x="1364522" y="902702"/>
                </a:lnTo>
                <a:lnTo>
                  <a:pt x="1364692" y="902987"/>
                </a:lnTo>
                <a:lnTo>
                  <a:pt x="1364869" y="903281"/>
                </a:lnTo>
                <a:lnTo>
                  <a:pt x="1365038" y="903565"/>
                </a:lnTo>
                <a:lnTo>
                  <a:pt x="1365216" y="903850"/>
                </a:lnTo>
                <a:lnTo>
                  <a:pt x="1365385" y="904144"/>
                </a:lnTo>
                <a:lnTo>
                  <a:pt x="1365563" y="904428"/>
                </a:lnTo>
                <a:lnTo>
                  <a:pt x="1365732" y="904713"/>
                </a:lnTo>
                <a:lnTo>
                  <a:pt x="1365901" y="904998"/>
                </a:lnTo>
                <a:lnTo>
                  <a:pt x="1366079" y="905291"/>
                </a:lnTo>
                <a:lnTo>
                  <a:pt x="1366248" y="905576"/>
                </a:lnTo>
                <a:lnTo>
                  <a:pt x="1366426" y="905861"/>
                </a:lnTo>
                <a:lnTo>
                  <a:pt x="1366595" y="906145"/>
                </a:lnTo>
                <a:lnTo>
                  <a:pt x="1366773" y="906421"/>
                </a:lnTo>
                <a:lnTo>
                  <a:pt x="1366942" y="906706"/>
                </a:lnTo>
                <a:lnTo>
                  <a:pt x="1367111" y="906990"/>
                </a:lnTo>
                <a:lnTo>
                  <a:pt x="1367289" y="907275"/>
                </a:lnTo>
                <a:lnTo>
                  <a:pt x="1367458" y="907551"/>
                </a:lnTo>
                <a:lnTo>
                  <a:pt x="1367636" y="907836"/>
                </a:lnTo>
                <a:lnTo>
                  <a:pt x="1367805" y="908111"/>
                </a:lnTo>
                <a:lnTo>
                  <a:pt x="1367983" y="908396"/>
                </a:lnTo>
                <a:lnTo>
                  <a:pt x="1368152" y="908672"/>
                </a:lnTo>
                <a:lnTo>
                  <a:pt x="1368321" y="908957"/>
                </a:lnTo>
                <a:lnTo>
                  <a:pt x="1368499" y="909232"/>
                </a:lnTo>
                <a:lnTo>
                  <a:pt x="1368668" y="909508"/>
                </a:lnTo>
                <a:lnTo>
                  <a:pt x="1368846" y="909784"/>
                </a:lnTo>
                <a:lnTo>
                  <a:pt x="1369015" y="910060"/>
                </a:lnTo>
                <a:lnTo>
                  <a:pt x="1369193" y="910344"/>
                </a:lnTo>
                <a:lnTo>
                  <a:pt x="1369362" y="910620"/>
                </a:lnTo>
                <a:lnTo>
                  <a:pt x="1369531" y="910896"/>
                </a:lnTo>
                <a:lnTo>
                  <a:pt x="1369709" y="911163"/>
                </a:lnTo>
                <a:lnTo>
                  <a:pt x="1369878" y="911439"/>
                </a:lnTo>
                <a:lnTo>
                  <a:pt x="1370056" y="911714"/>
                </a:lnTo>
                <a:lnTo>
                  <a:pt x="1370225" y="911990"/>
                </a:lnTo>
                <a:lnTo>
                  <a:pt x="1370403" y="912266"/>
                </a:lnTo>
                <a:lnTo>
                  <a:pt x="1370572" y="912533"/>
                </a:lnTo>
                <a:lnTo>
                  <a:pt x="1370741" y="912809"/>
                </a:lnTo>
                <a:lnTo>
                  <a:pt x="1370919" y="913076"/>
                </a:lnTo>
                <a:lnTo>
                  <a:pt x="1371088" y="913351"/>
                </a:lnTo>
                <a:lnTo>
                  <a:pt x="1371266" y="913618"/>
                </a:lnTo>
                <a:lnTo>
                  <a:pt x="1371435" y="913885"/>
                </a:lnTo>
                <a:lnTo>
                  <a:pt x="1371613" y="914161"/>
                </a:lnTo>
                <a:lnTo>
                  <a:pt x="1371782" y="914428"/>
                </a:lnTo>
                <a:lnTo>
                  <a:pt x="1371951" y="914695"/>
                </a:lnTo>
                <a:lnTo>
                  <a:pt x="1372129" y="914962"/>
                </a:lnTo>
                <a:lnTo>
                  <a:pt x="1372298" y="915229"/>
                </a:lnTo>
                <a:lnTo>
                  <a:pt x="1372476" y="915495"/>
                </a:lnTo>
                <a:lnTo>
                  <a:pt x="1372645" y="915762"/>
                </a:lnTo>
                <a:lnTo>
                  <a:pt x="1372823" y="916029"/>
                </a:lnTo>
                <a:lnTo>
                  <a:pt x="1372992" y="916296"/>
                </a:lnTo>
                <a:lnTo>
                  <a:pt x="1373161" y="916563"/>
                </a:lnTo>
                <a:lnTo>
                  <a:pt x="1373339" y="916830"/>
                </a:lnTo>
                <a:lnTo>
                  <a:pt x="1373508" y="917088"/>
                </a:lnTo>
                <a:lnTo>
                  <a:pt x="1373686" y="917355"/>
                </a:lnTo>
                <a:lnTo>
                  <a:pt x="1373855" y="917613"/>
                </a:lnTo>
                <a:lnTo>
                  <a:pt x="1374033" y="917880"/>
                </a:lnTo>
                <a:lnTo>
                  <a:pt x="1374202" y="918138"/>
                </a:lnTo>
                <a:lnTo>
                  <a:pt x="1374371" y="918405"/>
                </a:lnTo>
                <a:lnTo>
                  <a:pt x="1374549" y="918663"/>
                </a:lnTo>
                <a:lnTo>
                  <a:pt x="1374718" y="918929"/>
                </a:lnTo>
                <a:lnTo>
                  <a:pt x="1374896" y="919188"/>
                </a:lnTo>
                <a:lnTo>
                  <a:pt x="1375065" y="919445"/>
                </a:lnTo>
                <a:lnTo>
                  <a:pt x="1375234" y="919703"/>
                </a:lnTo>
                <a:lnTo>
                  <a:pt x="1375412" y="919961"/>
                </a:lnTo>
                <a:lnTo>
                  <a:pt x="1375581" y="920219"/>
                </a:lnTo>
                <a:lnTo>
                  <a:pt x="1375759" y="920477"/>
                </a:lnTo>
                <a:lnTo>
                  <a:pt x="1375928" y="920735"/>
                </a:lnTo>
                <a:lnTo>
                  <a:pt x="1376106" y="920993"/>
                </a:lnTo>
                <a:lnTo>
                  <a:pt x="1376275" y="921251"/>
                </a:lnTo>
                <a:lnTo>
                  <a:pt x="1376444" y="921509"/>
                </a:lnTo>
                <a:lnTo>
                  <a:pt x="1376622" y="921759"/>
                </a:lnTo>
                <a:lnTo>
                  <a:pt x="1376791" y="922017"/>
                </a:lnTo>
                <a:lnTo>
                  <a:pt x="1376969" y="922275"/>
                </a:lnTo>
                <a:lnTo>
                  <a:pt x="1377138" y="922524"/>
                </a:lnTo>
                <a:lnTo>
                  <a:pt x="1377316" y="922782"/>
                </a:lnTo>
                <a:lnTo>
                  <a:pt x="1377485" y="923031"/>
                </a:lnTo>
                <a:lnTo>
                  <a:pt x="1377654" y="923280"/>
                </a:lnTo>
                <a:lnTo>
                  <a:pt x="1377831" y="923538"/>
                </a:lnTo>
                <a:lnTo>
                  <a:pt x="1378001" y="923787"/>
                </a:lnTo>
                <a:lnTo>
                  <a:pt x="1378178" y="924036"/>
                </a:lnTo>
                <a:lnTo>
                  <a:pt x="1378348" y="924285"/>
                </a:lnTo>
                <a:lnTo>
                  <a:pt x="1378525" y="924534"/>
                </a:lnTo>
                <a:lnTo>
                  <a:pt x="1378695" y="924792"/>
                </a:lnTo>
                <a:lnTo>
                  <a:pt x="1378864" y="925041"/>
                </a:lnTo>
                <a:lnTo>
                  <a:pt x="1379041" y="925290"/>
                </a:lnTo>
                <a:lnTo>
                  <a:pt x="1379210" y="925531"/>
                </a:lnTo>
                <a:lnTo>
                  <a:pt x="1379388" y="925780"/>
                </a:lnTo>
                <a:lnTo>
                  <a:pt x="1379557" y="926029"/>
                </a:lnTo>
                <a:lnTo>
                  <a:pt x="1379735" y="926278"/>
                </a:lnTo>
                <a:lnTo>
                  <a:pt x="1379904" y="926527"/>
                </a:lnTo>
                <a:lnTo>
                  <a:pt x="1380073" y="926767"/>
                </a:lnTo>
                <a:lnTo>
                  <a:pt x="1380251" y="927016"/>
                </a:lnTo>
                <a:lnTo>
                  <a:pt x="1380420" y="927257"/>
                </a:lnTo>
                <a:lnTo>
                  <a:pt x="1380598" y="927506"/>
                </a:lnTo>
                <a:lnTo>
                  <a:pt x="1380767" y="927746"/>
                </a:lnTo>
                <a:lnTo>
                  <a:pt x="1380945" y="927995"/>
                </a:lnTo>
                <a:lnTo>
                  <a:pt x="1381114" y="928235"/>
                </a:lnTo>
                <a:lnTo>
                  <a:pt x="1381283" y="928475"/>
                </a:lnTo>
                <a:lnTo>
                  <a:pt x="1381461" y="928716"/>
                </a:lnTo>
                <a:lnTo>
                  <a:pt x="1381630" y="928965"/>
                </a:lnTo>
                <a:lnTo>
                  <a:pt x="1381808" y="929205"/>
                </a:lnTo>
                <a:lnTo>
                  <a:pt x="1381977" y="929445"/>
                </a:lnTo>
                <a:lnTo>
                  <a:pt x="1382155" y="929685"/>
                </a:lnTo>
                <a:lnTo>
                  <a:pt x="1382324" y="929925"/>
                </a:lnTo>
                <a:lnTo>
                  <a:pt x="1382493" y="930166"/>
                </a:lnTo>
                <a:lnTo>
                  <a:pt x="1382671" y="930397"/>
                </a:lnTo>
                <a:lnTo>
                  <a:pt x="1382840" y="930637"/>
                </a:lnTo>
                <a:lnTo>
                  <a:pt x="1383018" y="930877"/>
                </a:lnTo>
                <a:lnTo>
                  <a:pt x="1383187" y="931118"/>
                </a:lnTo>
                <a:lnTo>
                  <a:pt x="1383365" y="931349"/>
                </a:lnTo>
                <a:lnTo>
                  <a:pt x="1383534" y="931589"/>
                </a:lnTo>
                <a:lnTo>
                  <a:pt x="1383703" y="931829"/>
                </a:lnTo>
                <a:lnTo>
                  <a:pt x="1383881" y="932061"/>
                </a:lnTo>
                <a:lnTo>
                  <a:pt x="1384050" y="932292"/>
                </a:lnTo>
                <a:lnTo>
                  <a:pt x="1384228" y="932532"/>
                </a:lnTo>
                <a:lnTo>
                  <a:pt x="1384397" y="932763"/>
                </a:lnTo>
                <a:lnTo>
                  <a:pt x="1384575" y="932995"/>
                </a:lnTo>
                <a:lnTo>
                  <a:pt x="1384744" y="933235"/>
                </a:lnTo>
                <a:lnTo>
                  <a:pt x="1384913" y="933466"/>
                </a:lnTo>
                <a:lnTo>
                  <a:pt x="1385091" y="933698"/>
                </a:lnTo>
                <a:lnTo>
                  <a:pt x="1385260" y="933929"/>
                </a:lnTo>
                <a:lnTo>
                  <a:pt x="1385438" y="934160"/>
                </a:lnTo>
                <a:lnTo>
                  <a:pt x="1385607" y="934392"/>
                </a:lnTo>
                <a:lnTo>
                  <a:pt x="1385785" y="934623"/>
                </a:lnTo>
                <a:lnTo>
                  <a:pt x="1385954" y="934854"/>
                </a:lnTo>
                <a:lnTo>
                  <a:pt x="1386123" y="935085"/>
                </a:lnTo>
                <a:lnTo>
                  <a:pt x="1386301" y="935317"/>
                </a:lnTo>
                <a:lnTo>
                  <a:pt x="1386470" y="935539"/>
                </a:lnTo>
                <a:lnTo>
                  <a:pt x="1386648" y="935770"/>
                </a:lnTo>
                <a:lnTo>
                  <a:pt x="1386817" y="936002"/>
                </a:lnTo>
                <a:lnTo>
                  <a:pt x="1386995" y="936224"/>
                </a:lnTo>
                <a:lnTo>
                  <a:pt x="1387164" y="936455"/>
                </a:lnTo>
                <a:lnTo>
                  <a:pt x="1387333" y="936678"/>
                </a:lnTo>
                <a:lnTo>
                  <a:pt x="1387511" y="936909"/>
                </a:lnTo>
                <a:lnTo>
                  <a:pt x="1387680" y="937132"/>
                </a:lnTo>
                <a:lnTo>
                  <a:pt x="1387858" y="937354"/>
                </a:lnTo>
                <a:lnTo>
                  <a:pt x="1388027" y="937585"/>
                </a:lnTo>
                <a:lnTo>
                  <a:pt x="1388205" y="937808"/>
                </a:lnTo>
                <a:lnTo>
                  <a:pt x="1388374" y="938030"/>
                </a:lnTo>
                <a:lnTo>
                  <a:pt x="1388543" y="938253"/>
                </a:lnTo>
                <a:lnTo>
                  <a:pt x="1388721" y="938475"/>
                </a:lnTo>
                <a:lnTo>
                  <a:pt x="1388890" y="938697"/>
                </a:lnTo>
                <a:lnTo>
                  <a:pt x="1389068" y="938920"/>
                </a:lnTo>
                <a:lnTo>
                  <a:pt x="1389237" y="939142"/>
                </a:lnTo>
                <a:lnTo>
                  <a:pt x="1389415" y="939365"/>
                </a:lnTo>
                <a:lnTo>
                  <a:pt x="1389584" y="939587"/>
                </a:lnTo>
                <a:lnTo>
                  <a:pt x="1389753" y="939809"/>
                </a:lnTo>
                <a:lnTo>
                  <a:pt x="1389931" y="940032"/>
                </a:lnTo>
                <a:lnTo>
                  <a:pt x="1390100" y="940245"/>
                </a:lnTo>
                <a:lnTo>
                  <a:pt x="1390278" y="940468"/>
                </a:lnTo>
                <a:lnTo>
                  <a:pt x="1390447" y="940681"/>
                </a:lnTo>
                <a:lnTo>
                  <a:pt x="1390625" y="940904"/>
                </a:lnTo>
                <a:lnTo>
                  <a:pt x="1390794" y="941117"/>
                </a:lnTo>
                <a:lnTo>
                  <a:pt x="1390963" y="941340"/>
                </a:lnTo>
                <a:lnTo>
                  <a:pt x="1391141" y="941553"/>
                </a:lnTo>
                <a:lnTo>
                  <a:pt x="1391310" y="941776"/>
                </a:lnTo>
                <a:lnTo>
                  <a:pt x="1391488" y="941989"/>
                </a:lnTo>
                <a:lnTo>
                  <a:pt x="1391657" y="942203"/>
                </a:lnTo>
                <a:lnTo>
                  <a:pt x="1391835" y="942416"/>
                </a:lnTo>
                <a:lnTo>
                  <a:pt x="1392004" y="942639"/>
                </a:lnTo>
                <a:lnTo>
                  <a:pt x="1392173" y="942852"/>
                </a:lnTo>
                <a:lnTo>
                  <a:pt x="1392351" y="943066"/>
                </a:lnTo>
                <a:lnTo>
                  <a:pt x="1392520" y="943279"/>
                </a:lnTo>
                <a:lnTo>
                  <a:pt x="1392698" y="943493"/>
                </a:lnTo>
                <a:lnTo>
                  <a:pt x="1392867" y="943706"/>
                </a:lnTo>
                <a:lnTo>
                  <a:pt x="1393045" y="943911"/>
                </a:lnTo>
                <a:lnTo>
                  <a:pt x="1393213" y="944124"/>
                </a:lnTo>
                <a:lnTo>
                  <a:pt x="1393383" y="944338"/>
                </a:lnTo>
                <a:lnTo>
                  <a:pt x="1393560" y="944551"/>
                </a:lnTo>
                <a:lnTo>
                  <a:pt x="1393730" y="944756"/>
                </a:lnTo>
                <a:lnTo>
                  <a:pt x="1393907" y="944969"/>
                </a:lnTo>
                <a:lnTo>
                  <a:pt x="1394076" y="945183"/>
                </a:lnTo>
                <a:lnTo>
                  <a:pt x="1394246" y="945388"/>
                </a:lnTo>
                <a:lnTo>
                  <a:pt x="1394423" y="945601"/>
                </a:lnTo>
                <a:lnTo>
                  <a:pt x="1394592" y="945806"/>
                </a:lnTo>
                <a:lnTo>
                  <a:pt x="1394770" y="946010"/>
                </a:lnTo>
                <a:lnTo>
                  <a:pt x="1394939" y="946224"/>
                </a:lnTo>
                <a:lnTo>
                  <a:pt x="1395117" y="946428"/>
                </a:lnTo>
                <a:lnTo>
                  <a:pt x="1395286" y="946633"/>
                </a:lnTo>
                <a:lnTo>
                  <a:pt x="1395455" y="946847"/>
                </a:lnTo>
                <a:lnTo>
                  <a:pt x="1395633" y="947051"/>
                </a:lnTo>
                <a:lnTo>
                  <a:pt x="1395802" y="947256"/>
                </a:lnTo>
                <a:lnTo>
                  <a:pt x="1395980" y="947460"/>
                </a:lnTo>
                <a:lnTo>
                  <a:pt x="1396149" y="947665"/>
                </a:lnTo>
                <a:lnTo>
                  <a:pt x="1396327" y="947870"/>
                </a:lnTo>
                <a:lnTo>
                  <a:pt x="1396496" y="948074"/>
                </a:lnTo>
                <a:lnTo>
                  <a:pt x="1396665" y="948279"/>
                </a:lnTo>
                <a:lnTo>
                  <a:pt x="1396843" y="948475"/>
                </a:lnTo>
                <a:lnTo>
                  <a:pt x="1397012" y="948679"/>
                </a:lnTo>
                <a:lnTo>
                  <a:pt x="1397190" y="948884"/>
                </a:lnTo>
                <a:lnTo>
                  <a:pt x="1397359" y="949088"/>
                </a:lnTo>
                <a:lnTo>
                  <a:pt x="1397537" y="949284"/>
                </a:lnTo>
                <a:lnTo>
                  <a:pt x="1397706" y="949489"/>
                </a:lnTo>
                <a:lnTo>
                  <a:pt x="1397875" y="949684"/>
                </a:lnTo>
                <a:lnTo>
                  <a:pt x="1398053" y="949889"/>
                </a:lnTo>
                <a:lnTo>
                  <a:pt x="1398222" y="950085"/>
                </a:lnTo>
                <a:lnTo>
                  <a:pt x="1398400" y="950289"/>
                </a:lnTo>
                <a:lnTo>
                  <a:pt x="1398569" y="950485"/>
                </a:lnTo>
                <a:lnTo>
                  <a:pt x="1398747" y="950681"/>
                </a:lnTo>
                <a:lnTo>
                  <a:pt x="1398916" y="950886"/>
                </a:lnTo>
                <a:lnTo>
                  <a:pt x="1399085" y="951081"/>
                </a:lnTo>
                <a:lnTo>
                  <a:pt x="1399263" y="951277"/>
                </a:lnTo>
                <a:lnTo>
                  <a:pt x="1399432" y="951473"/>
                </a:lnTo>
                <a:lnTo>
                  <a:pt x="1399610" y="951668"/>
                </a:lnTo>
                <a:lnTo>
                  <a:pt x="1399779" y="951864"/>
                </a:lnTo>
                <a:lnTo>
                  <a:pt x="1399957" y="952060"/>
                </a:lnTo>
                <a:lnTo>
                  <a:pt x="1400126" y="952256"/>
                </a:lnTo>
                <a:lnTo>
                  <a:pt x="1400295" y="952451"/>
                </a:lnTo>
                <a:lnTo>
                  <a:pt x="1400473" y="952647"/>
                </a:lnTo>
                <a:lnTo>
                  <a:pt x="1400642" y="952843"/>
                </a:lnTo>
                <a:lnTo>
                  <a:pt x="1400820" y="953038"/>
                </a:lnTo>
                <a:lnTo>
                  <a:pt x="1400989" y="953225"/>
                </a:lnTo>
                <a:lnTo>
                  <a:pt x="1401167" y="953421"/>
                </a:lnTo>
                <a:lnTo>
                  <a:pt x="1401336" y="953617"/>
                </a:lnTo>
                <a:lnTo>
                  <a:pt x="1401505" y="953804"/>
                </a:lnTo>
                <a:lnTo>
                  <a:pt x="1401683" y="953999"/>
                </a:lnTo>
                <a:lnTo>
                  <a:pt x="1401852" y="954186"/>
                </a:lnTo>
                <a:lnTo>
                  <a:pt x="1402030" y="954382"/>
                </a:lnTo>
                <a:lnTo>
                  <a:pt x="1402199" y="954569"/>
                </a:lnTo>
                <a:lnTo>
                  <a:pt x="1402377" y="954755"/>
                </a:lnTo>
                <a:lnTo>
                  <a:pt x="1402546" y="954951"/>
                </a:lnTo>
                <a:lnTo>
                  <a:pt x="1402715" y="955138"/>
                </a:lnTo>
                <a:lnTo>
                  <a:pt x="1402893" y="955325"/>
                </a:lnTo>
                <a:lnTo>
                  <a:pt x="1403062" y="955512"/>
                </a:lnTo>
                <a:lnTo>
                  <a:pt x="1403240" y="955707"/>
                </a:lnTo>
                <a:lnTo>
                  <a:pt x="1403409" y="955894"/>
                </a:lnTo>
                <a:lnTo>
                  <a:pt x="1403587" y="956081"/>
                </a:lnTo>
                <a:lnTo>
                  <a:pt x="1403756" y="956268"/>
                </a:lnTo>
                <a:lnTo>
                  <a:pt x="1403925" y="956455"/>
                </a:lnTo>
                <a:lnTo>
                  <a:pt x="1404103" y="956642"/>
                </a:lnTo>
                <a:lnTo>
                  <a:pt x="1404272" y="956828"/>
                </a:lnTo>
                <a:lnTo>
                  <a:pt x="1404450" y="957006"/>
                </a:lnTo>
                <a:lnTo>
                  <a:pt x="1404619" y="957193"/>
                </a:lnTo>
                <a:lnTo>
                  <a:pt x="1404797" y="957380"/>
                </a:lnTo>
                <a:lnTo>
                  <a:pt x="1404966" y="957567"/>
                </a:lnTo>
                <a:lnTo>
                  <a:pt x="1405135" y="957745"/>
                </a:lnTo>
                <a:lnTo>
                  <a:pt x="1405313" y="957931"/>
                </a:lnTo>
                <a:lnTo>
                  <a:pt x="1405482" y="958109"/>
                </a:lnTo>
                <a:lnTo>
                  <a:pt x="1405660" y="958296"/>
                </a:lnTo>
                <a:lnTo>
                  <a:pt x="1405829" y="958474"/>
                </a:lnTo>
                <a:lnTo>
                  <a:pt x="1406007" y="958661"/>
                </a:lnTo>
                <a:lnTo>
                  <a:pt x="1406176" y="958839"/>
                </a:lnTo>
                <a:lnTo>
                  <a:pt x="1406345" y="959026"/>
                </a:lnTo>
                <a:lnTo>
                  <a:pt x="1406523" y="959204"/>
                </a:lnTo>
                <a:lnTo>
                  <a:pt x="1406692" y="959382"/>
                </a:lnTo>
                <a:lnTo>
                  <a:pt x="1406870" y="959560"/>
                </a:lnTo>
                <a:lnTo>
                  <a:pt x="1407039" y="959746"/>
                </a:lnTo>
                <a:lnTo>
                  <a:pt x="1407216" y="959924"/>
                </a:lnTo>
                <a:lnTo>
                  <a:pt x="1407386" y="960102"/>
                </a:lnTo>
                <a:lnTo>
                  <a:pt x="1407555" y="960280"/>
                </a:lnTo>
                <a:lnTo>
                  <a:pt x="1407733" y="960458"/>
                </a:lnTo>
                <a:lnTo>
                  <a:pt x="1407902" y="960636"/>
                </a:lnTo>
                <a:lnTo>
                  <a:pt x="1408079" y="960814"/>
                </a:lnTo>
                <a:lnTo>
                  <a:pt x="1408249" y="960992"/>
                </a:lnTo>
                <a:lnTo>
                  <a:pt x="1408426" y="961161"/>
                </a:lnTo>
                <a:lnTo>
                  <a:pt x="1408595" y="961339"/>
                </a:lnTo>
                <a:lnTo>
                  <a:pt x="1408764" y="961517"/>
                </a:lnTo>
                <a:lnTo>
                  <a:pt x="1408942" y="961695"/>
                </a:lnTo>
                <a:lnTo>
                  <a:pt x="1409111" y="961864"/>
                </a:lnTo>
                <a:lnTo>
                  <a:pt x="1409289" y="962042"/>
                </a:lnTo>
                <a:lnTo>
                  <a:pt x="1409458" y="962220"/>
                </a:lnTo>
                <a:lnTo>
                  <a:pt x="1409636" y="962389"/>
                </a:lnTo>
                <a:lnTo>
                  <a:pt x="1409805" y="962567"/>
                </a:lnTo>
                <a:lnTo>
                  <a:pt x="1409974" y="962736"/>
                </a:lnTo>
                <a:lnTo>
                  <a:pt x="1410152" y="962914"/>
                </a:lnTo>
                <a:lnTo>
                  <a:pt x="1410321" y="963083"/>
                </a:lnTo>
                <a:lnTo>
                  <a:pt x="1410499" y="963252"/>
                </a:lnTo>
                <a:lnTo>
                  <a:pt x="1410668" y="963430"/>
                </a:lnTo>
                <a:lnTo>
                  <a:pt x="1410846" y="963599"/>
                </a:lnTo>
                <a:lnTo>
                  <a:pt x="1411015" y="963768"/>
                </a:lnTo>
                <a:lnTo>
                  <a:pt x="1411184" y="963937"/>
                </a:lnTo>
                <a:lnTo>
                  <a:pt x="1411362" y="964106"/>
                </a:lnTo>
                <a:lnTo>
                  <a:pt x="1411531" y="964275"/>
                </a:lnTo>
                <a:lnTo>
                  <a:pt x="1411709" y="964444"/>
                </a:lnTo>
                <a:lnTo>
                  <a:pt x="1411878" y="964613"/>
                </a:lnTo>
                <a:lnTo>
                  <a:pt x="1412056" y="964782"/>
                </a:lnTo>
                <a:lnTo>
                  <a:pt x="1412225" y="964951"/>
                </a:lnTo>
                <a:lnTo>
                  <a:pt x="1412394" y="965120"/>
                </a:lnTo>
                <a:lnTo>
                  <a:pt x="1412572" y="965289"/>
                </a:lnTo>
                <a:lnTo>
                  <a:pt x="1412741" y="965458"/>
                </a:lnTo>
                <a:lnTo>
                  <a:pt x="1412919" y="965627"/>
                </a:lnTo>
                <a:lnTo>
                  <a:pt x="1413088" y="965787"/>
                </a:lnTo>
                <a:lnTo>
                  <a:pt x="1413257" y="965956"/>
                </a:lnTo>
                <a:lnTo>
                  <a:pt x="1413435" y="966125"/>
                </a:lnTo>
                <a:lnTo>
                  <a:pt x="1413604" y="966285"/>
                </a:lnTo>
                <a:lnTo>
                  <a:pt x="1413782" y="966454"/>
                </a:lnTo>
                <a:lnTo>
                  <a:pt x="1413951" y="966614"/>
                </a:lnTo>
                <a:lnTo>
                  <a:pt x="1414129" y="966784"/>
                </a:lnTo>
                <a:lnTo>
                  <a:pt x="1414298" y="966944"/>
                </a:lnTo>
                <a:lnTo>
                  <a:pt x="1414467" y="967113"/>
                </a:lnTo>
                <a:lnTo>
                  <a:pt x="1414645" y="967273"/>
                </a:lnTo>
                <a:lnTo>
                  <a:pt x="1414814" y="967433"/>
                </a:lnTo>
                <a:lnTo>
                  <a:pt x="1414992" y="967602"/>
                </a:lnTo>
                <a:lnTo>
                  <a:pt x="1415161" y="967762"/>
                </a:lnTo>
                <a:lnTo>
                  <a:pt x="1415339" y="967922"/>
                </a:lnTo>
                <a:lnTo>
                  <a:pt x="1415508" y="968082"/>
                </a:lnTo>
                <a:lnTo>
                  <a:pt x="1415677" y="968243"/>
                </a:lnTo>
                <a:lnTo>
                  <a:pt x="1415855" y="968403"/>
                </a:lnTo>
                <a:lnTo>
                  <a:pt x="1416024" y="968563"/>
                </a:lnTo>
                <a:lnTo>
                  <a:pt x="1416202" y="968723"/>
                </a:lnTo>
                <a:lnTo>
                  <a:pt x="1416371" y="968883"/>
                </a:lnTo>
                <a:lnTo>
                  <a:pt x="1416549" y="969043"/>
                </a:lnTo>
                <a:lnTo>
                  <a:pt x="1416718" y="969203"/>
                </a:lnTo>
                <a:lnTo>
                  <a:pt x="1416887" y="969364"/>
                </a:lnTo>
                <a:lnTo>
                  <a:pt x="1417065" y="969524"/>
                </a:lnTo>
                <a:lnTo>
                  <a:pt x="1417234" y="969675"/>
                </a:lnTo>
                <a:lnTo>
                  <a:pt x="1417412" y="969835"/>
                </a:lnTo>
                <a:lnTo>
                  <a:pt x="1417581" y="969995"/>
                </a:lnTo>
                <a:lnTo>
                  <a:pt x="1417759" y="970146"/>
                </a:lnTo>
                <a:lnTo>
                  <a:pt x="1417928" y="970306"/>
                </a:lnTo>
                <a:lnTo>
                  <a:pt x="1418097" y="970467"/>
                </a:lnTo>
                <a:lnTo>
                  <a:pt x="1418275" y="970618"/>
                </a:lnTo>
                <a:lnTo>
                  <a:pt x="1418444" y="970778"/>
                </a:lnTo>
                <a:lnTo>
                  <a:pt x="1418622" y="970929"/>
                </a:lnTo>
                <a:lnTo>
                  <a:pt x="1418791" y="971080"/>
                </a:lnTo>
                <a:lnTo>
                  <a:pt x="1418969" y="971241"/>
                </a:lnTo>
                <a:lnTo>
                  <a:pt x="1419138" y="971392"/>
                </a:lnTo>
                <a:lnTo>
                  <a:pt x="1419307" y="971543"/>
                </a:lnTo>
                <a:lnTo>
                  <a:pt x="1419485" y="971703"/>
                </a:lnTo>
                <a:lnTo>
                  <a:pt x="1419654" y="971854"/>
                </a:lnTo>
                <a:lnTo>
                  <a:pt x="1419832" y="972006"/>
                </a:lnTo>
                <a:lnTo>
                  <a:pt x="1420001" y="972157"/>
                </a:lnTo>
                <a:lnTo>
                  <a:pt x="1420179" y="972308"/>
                </a:lnTo>
                <a:lnTo>
                  <a:pt x="1420348" y="972459"/>
                </a:lnTo>
                <a:lnTo>
                  <a:pt x="1420517" y="972611"/>
                </a:lnTo>
                <a:lnTo>
                  <a:pt x="1420695" y="972762"/>
                </a:lnTo>
                <a:lnTo>
                  <a:pt x="1420864" y="972913"/>
                </a:lnTo>
                <a:lnTo>
                  <a:pt x="1421042" y="973064"/>
                </a:lnTo>
                <a:lnTo>
                  <a:pt x="1421211" y="973216"/>
                </a:lnTo>
                <a:lnTo>
                  <a:pt x="1421389" y="973367"/>
                </a:lnTo>
                <a:lnTo>
                  <a:pt x="1421558" y="973518"/>
                </a:lnTo>
                <a:lnTo>
                  <a:pt x="1421727" y="973669"/>
                </a:lnTo>
                <a:lnTo>
                  <a:pt x="1421905" y="973812"/>
                </a:lnTo>
                <a:lnTo>
                  <a:pt x="1422074" y="973963"/>
                </a:lnTo>
                <a:lnTo>
                  <a:pt x="1422252" y="974114"/>
                </a:lnTo>
                <a:lnTo>
                  <a:pt x="1422421" y="974257"/>
                </a:lnTo>
                <a:lnTo>
                  <a:pt x="1422598" y="974408"/>
                </a:lnTo>
                <a:lnTo>
                  <a:pt x="1422767" y="974550"/>
                </a:lnTo>
                <a:lnTo>
                  <a:pt x="1422937" y="974701"/>
                </a:lnTo>
                <a:lnTo>
                  <a:pt x="1423114" y="974844"/>
                </a:lnTo>
                <a:lnTo>
                  <a:pt x="1423284" y="974995"/>
                </a:lnTo>
                <a:lnTo>
                  <a:pt x="1423461" y="975137"/>
                </a:lnTo>
                <a:lnTo>
                  <a:pt x="1423631" y="975280"/>
                </a:lnTo>
                <a:lnTo>
                  <a:pt x="1423808" y="975431"/>
                </a:lnTo>
                <a:lnTo>
                  <a:pt x="1423977" y="975573"/>
                </a:lnTo>
                <a:lnTo>
                  <a:pt x="1424146" y="975715"/>
                </a:lnTo>
                <a:lnTo>
                  <a:pt x="1424324" y="975858"/>
                </a:lnTo>
                <a:lnTo>
                  <a:pt x="1424493" y="976009"/>
                </a:lnTo>
                <a:lnTo>
                  <a:pt x="1424671" y="976151"/>
                </a:lnTo>
                <a:lnTo>
                  <a:pt x="1424840" y="976294"/>
                </a:lnTo>
                <a:lnTo>
                  <a:pt x="1425018" y="976436"/>
                </a:lnTo>
                <a:lnTo>
                  <a:pt x="1425187" y="976579"/>
                </a:lnTo>
                <a:lnTo>
                  <a:pt x="1425356" y="976721"/>
                </a:lnTo>
                <a:lnTo>
                  <a:pt x="1425534" y="976863"/>
                </a:lnTo>
                <a:lnTo>
                  <a:pt x="1425703" y="977006"/>
                </a:lnTo>
                <a:lnTo>
                  <a:pt x="1425881" y="977148"/>
                </a:lnTo>
                <a:lnTo>
                  <a:pt x="1426050" y="977281"/>
                </a:lnTo>
                <a:lnTo>
                  <a:pt x="1426228" y="977424"/>
                </a:lnTo>
                <a:lnTo>
                  <a:pt x="1426397" y="977566"/>
                </a:lnTo>
                <a:lnTo>
                  <a:pt x="1426566" y="977708"/>
                </a:lnTo>
                <a:lnTo>
                  <a:pt x="1426744" y="977842"/>
                </a:lnTo>
                <a:lnTo>
                  <a:pt x="1426913" y="977984"/>
                </a:lnTo>
                <a:lnTo>
                  <a:pt x="1427091" y="978126"/>
                </a:lnTo>
                <a:lnTo>
                  <a:pt x="1427260" y="978260"/>
                </a:lnTo>
                <a:lnTo>
                  <a:pt x="1427438" y="978402"/>
                </a:lnTo>
                <a:lnTo>
                  <a:pt x="1427607" y="978536"/>
                </a:lnTo>
                <a:lnTo>
                  <a:pt x="1427776" y="978678"/>
                </a:lnTo>
                <a:lnTo>
                  <a:pt x="1427954" y="978812"/>
                </a:lnTo>
                <a:lnTo>
                  <a:pt x="1428123" y="978954"/>
                </a:lnTo>
                <a:lnTo>
                  <a:pt x="1428301" y="979087"/>
                </a:lnTo>
                <a:lnTo>
                  <a:pt x="1428470" y="979221"/>
                </a:lnTo>
                <a:lnTo>
                  <a:pt x="1428648" y="979363"/>
                </a:lnTo>
                <a:lnTo>
                  <a:pt x="1428817" y="979496"/>
                </a:lnTo>
                <a:lnTo>
                  <a:pt x="1428986" y="979630"/>
                </a:lnTo>
                <a:lnTo>
                  <a:pt x="1429164" y="979763"/>
                </a:lnTo>
                <a:lnTo>
                  <a:pt x="1429333" y="979897"/>
                </a:lnTo>
                <a:lnTo>
                  <a:pt x="1429511" y="980039"/>
                </a:lnTo>
                <a:lnTo>
                  <a:pt x="1429680" y="980173"/>
                </a:lnTo>
                <a:lnTo>
                  <a:pt x="1429858" y="980306"/>
                </a:lnTo>
                <a:lnTo>
                  <a:pt x="1430027" y="980440"/>
                </a:lnTo>
                <a:lnTo>
                  <a:pt x="1430196" y="980573"/>
                </a:lnTo>
                <a:lnTo>
                  <a:pt x="1430374" y="980706"/>
                </a:lnTo>
                <a:lnTo>
                  <a:pt x="1430543" y="980840"/>
                </a:lnTo>
                <a:lnTo>
                  <a:pt x="1430721" y="980964"/>
                </a:lnTo>
                <a:lnTo>
                  <a:pt x="1430890" y="981098"/>
                </a:lnTo>
                <a:lnTo>
                  <a:pt x="1431068" y="981231"/>
                </a:lnTo>
                <a:lnTo>
                  <a:pt x="1431237" y="981365"/>
                </a:lnTo>
                <a:lnTo>
                  <a:pt x="1431406" y="981498"/>
                </a:lnTo>
                <a:lnTo>
                  <a:pt x="1431584" y="981623"/>
                </a:lnTo>
                <a:lnTo>
                  <a:pt x="1431753" y="981756"/>
                </a:lnTo>
                <a:lnTo>
                  <a:pt x="1431931" y="981890"/>
                </a:lnTo>
                <a:lnTo>
                  <a:pt x="1432100" y="982014"/>
                </a:lnTo>
                <a:lnTo>
                  <a:pt x="1432269" y="982148"/>
                </a:lnTo>
                <a:lnTo>
                  <a:pt x="1432447" y="982272"/>
                </a:lnTo>
                <a:lnTo>
                  <a:pt x="1432616" y="982406"/>
                </a:lnTo>
                <a:lnTo>
                  <a:pt x="1432794" y="982530"/>
                </a:lnTo>
                <a:lnTo>
                  <a:pt x="1432963" y="982664"/>
                </a:lnTo>
                <a:lnTo>
                  <a:pt x="1433141" y="982788"/>
                </a:lnTo>
                <a:lnTo>
                  <a:pt x="1433310" y="982922"/>
                </a:lnTo>
                <a:lnTo>
                  <a:pt x="1433479" y="983046"/>
                </a:lnTo>
                <a:lnTo>
                  <a:pt x="1433657" y="983171"/>
                </a:lnTo>
                <a:lnTo>
                  <a:pt x="1433826" y="983304"/>
                </a:lnTo>
                <a:lnTo>
                  <a:pt x="1434004" y="983429"/>
                </a:lnTo>
                <a:lnTo>
                  <a:pt x="1434173" y="983553"/>
                </a:lnTo>
                <a:lnTo>
                  <a:pt x="1434351" y="983678"/>
                </a:lnTo>
                <a:lnTo>
                  <a:pt x="1434520" y="983802"/>
                </a:lnTo>
                <a:lnTo>
                  <a:pt x="1434689" y="983927"/>
                </a:lnTo>
                <a:lnTo>
                  <a:pt x="1434867" y="984051"/>
                </a:lnTo>
                <a:lnTo>
                  <a:pt x="1435036" y="984176"/>
                </a:lnTo>
                <a:lnTo>
                  <a:pt x="1435214" y="984301"/>
                </a:lnTo>
                <a:lnTo>
                  <a:pt x="1435383" y="984425"/>
                </a:lnTo>
                <a:lnTo>
                  <a:pt x="1435561" y="984550"/>
                </a:lnTo>
                <a:lnTo>
                  <a:pt x="1435730" y="984674"/>
                </a:lnTo>
                <a:lnTo>
                  <a:pt x="1435899" y="984799"/>
                </a:lnTo>
                <a:lnTo>
                  <a:pt x="1436077" y="984923"/>
                </a:lnTo>
                <a:lnTo>
                  <a:pt x="1436246" y="985048"/>
                </a:lnTo>
                <a:lnTo>
                  <a:pt x="1436424" y="985172"/>
                </a:lnTo>
                <a:lnTo>
                  <a:pt x="1436593" y="985288"/>
                </a:lnTo>
                <a:lnTo>
                  <a:pt x="1436770" y="985413"/>
                </a:lnTo>
                <a:lnTo>
                  <a:pt x="1436940" y="985537"/>
                </a:lnTo>
                <a:lnTo>
                  <a:pt x="1437109" y="985653"/>
                </a:lnTo>
                <a:lnTo>
                  <a:pt x="1437287" y="985777"/>
                </a:lnTo>
                <a:lnTo>
                  <a:pt x="1437456" y="985902"/>
                </a:lnTo>
                <a:lnTo>
                  <a:pt x="1437634" y="986018"/>
                </a:lnTo>
                <a:lnTo>
                  <a:pt x="1437802" y="986142"/>
                </a:lnTo>
                <a:lnTo>
                  <a:pt x="1437980" y="986258"/>
                </a:lnTo>
                <a:lnTo>
                  <a:pt x="1438149" y="986382"/>
                </a:lnTo>
                <a:lnTo>
                  <a:pt x="1438319" y="986498"/>
                </a:lnTo>
                <a:lnTo>
                  <a:pt x="1438496" y="986614"/>
                </a:lnTo>
                <a:lnTo>
                  <a:pt x="1438665" y="986738"/>
                </a:lnTo>
                <a:lnTo>
                  <a:pt x="1438843" y="986854"/>
                </a:lnTo>
                <a:lnTo>
                  <a:pt x="1439012" y="986970"/>
                </a:lnTo>
                <a:lnTo>
                  <a:pt x="1439190" y="987094"/>
                </a:lnTo>
                <a:lnTo>
                  <a:pt x="1439359" y="987210"/>
                </a:lnTo>
                <a:lnTo>
                  <a:pt x="1439528" y="987325"/>
                </a:lnTo>
                <a:lnTo>
                  <a:pt x="1439706" y="987441"/>
                </a:lnTo>
                <a:lnTo>
                  <a:pt x="1439875" y="987557"/>
                </a:lnTo>
                <a:lnTo>
                  <a:pt x="1440053" y="987672"/>
                </a:lnTo>
                <a:lnTo>
                  <a:pt x="1440222" y="987797"/>
                </a:lnTo>
                <a:lnTo>
                  <a:pt x="1440400" y="987913"/>
                </a:lnTo>
                <a:lnTo>
                  <a:pt x="1440569" y="988028"/>
                </a:lnTo>
                <a:lnTo>
                  <a:pt x="1440738" y="988144"/>
                </a:lnTo>
                <a:lnTo>
                  <a:pt x="1440916" y="988260"/>
                </a:lnTo>
                <a:lnTo>
                  <a:pt x="1441085" y="988366"/>
                </a:lnTo>
                <a:lnTo>
                  <a:pt x="1441263" y="988482"/>
                </a:lnTo>
                <a:lnTo>
                  <a:pt x="1441432" y="988598"/>
                </a:lnTo>
                <a:lnTo>
                  <a:pt x="1441610" y="988713"/>
                </a:lnTo>
                <a:lnTo>
                  <a:pt x="1441779" y="988829"/>
                </a:lnTo>
                <a:lnTo>
                  <a:pt x="1441948" y="988944"/>
                </a:lnTo>
                <a:lnTo>
                  <a:pt x="1442126" y="989051"/>
                </a:lnTo>
                <a:lnTo>
                  <a:pt x="1442295" y="989167"/>
                </a:lnTo>
                <a:lnTo>
                  <a:pt x="1442473" y="989283"/>
                </a:lnTo>
                <a:lnTo>
                  <a:pt x="1442642" y="989389"/>
                </a:lnTo>
                <a:lnTo>
                  <a:pt x="1442820" y="989505"/>
                </a:lnTo>
                <a:lnTo>
                  <a:pt x="1442989" y="989612"/>
                </a:lnTo>
                <a:lnTo>
                  <a:pt x="1443158" y="989727"/>
                </a:lnTo>
                <a:lnTo>
                  <a:pt x="1443336" y="989843"/>
                </a:lnTo>
                <a:lnTo>
                  <a:pt x="1443505" y="989950"/>
                </a:lnTo>
                <a:lnTo>
                  <a:pt x="1443683" y="990057"/>
                </a:lnTo>
                <a:lnTo>
                  <a:pt x="1443852" y="990172"/>
                </a:lnTo>
                <a:lnTo>
                  <a:pt x="1444030" y="990279"/>
                </a:lnTo>
                <a:lnTo>
                  <a:pt x="1444199" y="990395"/>
                </a:lnTo>
                <a:lnTo>
                  <a:pt x="1444368" y="990501"/>
                </a:lnTo>
                <a:lnTo>
                  <a:pt x="1444546" y="990608"/>
                </a:lnTo>
                <a:lnTo>
                  <a:pt x="1444715" y="990724"/>
                </a:lnTo>
                <a:lnTo>
                  <a:pt x="1444893" y="990831"/>
                </a:lnTo>
                <a:lnTo>
                  <a:pt x="1445062" y="990937"/>
                </a:lnTo>
                <a:lnTo>
                  <a:pt x="1445240" y="991044"/>
                </a:lnTo>
                <a:lnTo>
                  <a:pt x="1445409" y="991151"/>
                </a:lnTo>
                <a:lnTo>
                  <a:pt x="1445578" y="991267"/>
                </a:lnTo>
                <a:lnTo>
                  <a:pt x="1445756" y="991373"/>
                </a:lnTo>
                <a:lnTo>
                  <a:pt x="1445925" y="991480"/>
                </a:lnTo>
                <a:lnTo>
                  <a:pt x="1446103" y="991587"/>
                </a:lnTo>
                <a:lnTo>
                  <a:pt x="1446272" y="991694"/>
                </a:lnTo>
                <a:lnTo>
                  <a:pt x="1446450" y="991800"/>
                </a:lnTo>
                <a:lnTo>
                  <a:pt x="1446619" y="991907"/>
                </a:lnTo>
                <a:lnTo>
                  <a:pt x="1446788" y="992014"/>
                </a:lnTo>
                <a:lnTo>
                  <a:pt x="1446966" y="992121"/>
                </a:lnTo>
                <a:lnTo>
                  <a:pt x="1447135" y="992218"/>
                </a:lnTo>
                <a:lnTo>
                  <a:pt x="1447313" y="992325"/>
                </a:lnTo>
                <a:lnTo>
                  <a:pt x="1447482" y="992432"/>
                </a:lnTo>
                <a:lnTo>
                  <a:pt x="1447660" y="992539"/>
                </a:lnTo>
                <a:lnTo>
                  <a:pt x="1447829" y="992645"/>
                </a:lnTo>
                <a:lnTo>
                  <a:pt x="1447998" y="992743"/>
                </a:lnTo>
                <a:lnTo>
                  <a:pt x="1448176" y="992850"/>
                </a:lnTo>
                <a:lnTo>
                  <a:pt x="1448345" y="992957"/>
                </a:lnTo>
                <a:lnTo>
                  <a:pt x="1448523" y="993055"/>
                </a:lnTo>
                <a:lnTo>
                  <a:pt x="1448692" y="993162"/>
                </a:lnTo>
                <a:lnTo>
                  <a:pt x="1448870" y="993259"/>
                </a:lnTo>
                <a:lnTo>
                  <a:pt x="1449039" y="993366"/>
                </a:lnTo>
                <a:lnTo>
                  <a:pt x="1449208" y="993473"/>
                </a:lnTo>
                <a:lnTo>
                  <a:pt x="1449386" y="993571"/>
                </a:lnTo>
                <a:lnTo>
                  <a:pt x="1449555" y="993677"/>
                </a:lnTo>
                <a:lnTo>
                  <a:pt x="1449733" y="993775"/>
                </a:lnTo>
                <a:lnTo>
                  <a:pt x="1449902" y="993873"/>
                </a:lnTo>
                <a:lnTo>
                  <a:pt x="1450080" y="993980"/>
                </a:lnTo>
                <a:lnTo>
                  <a:pt x="1450249" y="994078"/>
                </a:lnTo>
                <a:lnTo>
                  <a:pt x="1450418" y="994176"/>
                </a:lnTo>
                <a:lnTo>
                  <a:pt x="1450596" y="994282"/>
                </a:lnTo>
                <a:lnTo>
                  <a:pt x="1450765" y="994380"/>
                </a:lnTo>
                <a:lnTo>
                  <a:pt x="1450943" y="994478"/>
                </a:lnTo>
                <a:lnTo>
                  <a:pt x="1451112" y="994576"/>
                </a:lnTo>
                <a:lnTo>
                  <a:pt x="1451281" y="994683"/>
                </a:lnTo>
                <a:lnTo>
                  <a:pt x="1451459" y="994781"/>
                </a:lnTo>
                <a:lnTo>
                  <a:pt x="1451628" y="994878"/>
                </a:lnTo>
                <a:lnTo>
                  <a:pt x="1451805" y="994976"/>
                </a:lnTo>
                <a:lnTo>
                  <a:pt x="1451975" y="995074"/>
                </a:lnTo>
                <a:lnTo>
                  <a:pt x="1452152" y="995172"/>
                </a:lnTo>
                <a:lnTo>
                  <a:pt x="1452322" y="995270"/>
                </a:lnTo>
                <a:lnTo>
                  <a:pt x="1452491" y="995368"/>
                </a:lnTo>
                <a:lnTo>
                  <a:pt x="1452669" y="995466"/>
                </a:lnTo>
                <a:lnTo>
                  <a:pt x="1452838" y="995564"/>
                </a:lnTo>
                <a:lnTo>
                  <a:pt x="1453015" y="995661"/>
                </a:lnTo>
                <a:lnTo>
                  <a:pt x="1453184" y="995759"/>
                </a:lnTo>
                <a:lnTo>
                  <a:pt x="1453362" y="995857"/>
                </a:lnTo>
                <a:lnTo>
                  <a:pt x="1453531" y="995946"/>
                </a:lnTo>
                <a:lnTo>
                  <a:pt x="1453700" y="996044"/>
                </a:lnTo>
                <a:lnTo>
                  <a:pt x="1453878" y="996142"/>
                </a:lnTo>
                <a:lnTo>
                  <a:pt x="1454047" y="996240"/>
                </a:lnTo>
                <a:lnTo>
                  <a:pt x="1454225" y="996337"/>
                </a:lnTo>
                <a:lnTo>
                  <a:pt x="1454394" y="996426"/>
                </a:lnTo>
                <a:lnTo>
                  <a:pt x="1454572" y="996524"/>
                </a:lnTo>
                <a:lnTo>
                  <a:pt x="1454741" y="996622"/>
                </a:lnTo>
                <a:lnTo>
                  <a:pt x="1454910" y="996711"/>
                </a:lnTo>
                <a:lnTo>
                  <a:pt x="1455088" y="996809"/>
                </a:lnTo>
                <a:lnTo>
                  <a:pt x="1455257" y="996898"/>
                </a:lnTo>
                <a:lnTo>
                  <a:pt x="1455435" y="996996"/>
                </a:lnTo>
                <a:lnTo>
                  <a:pt x="1455604" y="997085"/>
                </a:lnTo>
                <a:lnTo>
                  <a:pt x="1455782" y="997183"/>
                </a:lnTo>
                <a:lnTo>
                  <a:pt x="1455951" y="997272"/>
                </a:lnTo>
                <a:lnTo>
                  <a:pt x="1456120" y="997370"/>
                </a:lnTo>
                <a:lnTo>
                  <a:pt x="1456298" y="997458"/>
                </a:lnTo>
                <a:lnTo>
                  <a:pt x="1456467" y="997547"/>
                </a:lnTo>
                <a:lnTo>
                  <a:pt x="1456645" y="997645"/>
                </a:lnTo>
                <a:lnTo>
                  <a:pt x="1456814" y="997734"/>
                </a:lnTo>
                <a:lnTo>
                  <a:pt x="1456992" y="997823"/>
                </a:lnTo>
                <a:lnTo>
                  <a:pt x="1457161" y="997921"/>
                </a:lnTo>
                <a:lnTo>
                  <a:pt x="1457330" y="998010"/>
                </a:lnTo>
                <a:lnTo>
                  <a:pt x="1457508" y="998099"/>
                </a:lnTo>
                <a:lnTo>
                  <a:pt x="1457677" y="998188"/>
                </a:lnTo>
                <a:lnTo>
                  <a:pt x="1457855" y="998286"/>
                </a:lnTo>
                <a:lnTo>
                  <a:pt x="1458024" y="998375"/>
                </a:lnTo>
                <a:lnTo>
                  <a:pt x="1458202" y="998464"/>
                </a:lnTo>
                <a:lnTo>
                  <a:pt x="1458371" y="998553"/>
                </a:lnTo>
                <a:lnTo>
                  <a:pt x="1458540" y="998642"/>
                </a:lnTo>
                <a:lnTo>
                  <a:pt x="1458718" y="998731"/>
                </a:lnTo>
                <a:lnTo>
                  <a:pt x="1458887" y="998820"/>
                </a:lnTo>
                <a:lnTo>
                  <a:pt x="1459065" y="998909"/>
                </a:lnTo>
                <a:lnTo>
                  <a:pt x="1459234" y="998998"/>
                </a:lnTo>
                <a:lnTo>
                  <a:pt x="1459412" y="999086"/>
                </a:lnTo>
                <a:lnTo>
                  <a:pt x="1459581" y="999175"/>
                </a:lnTo>
                <a:lnTo>
                  <a:pt x="1459750" y="999264"/>
                </a:lnTo>
                <a:lnTo>
                  <a:pt x="1459928" y="999353"/>
                </a:lnTo>
                <a:lnTo>
                  <a:pt x="1460097" y="999433"/>
                </a:lnTo>
                <a:lnTo>
                  <a:pt x="1460275" y="999522"/>
                </a:lnTo>
                <a:lnTo>
                  <a:pt x="1460444" y="999611"/>
                </a:lnTo>
                <a:lnTo>
                  <a:pt x="1460622" y="999700"/>
                </a:lnTo>
                <a:lnTo>
                  <a:pt x="1460791" y="999780"/>
                </a:lnTo>
                <a:lnTo>
                  <a:pt x="1460960" y="999869"/>
                </a:lnTo>
                <a:lnTo>
                  <a:pt x="1461138" y="999958"/>
                </a:lnTo>
                <a:lnTo>
                  <a:pt x="1461307" y="1000047"/>
                </a:lnTo>
                <a:lnTo>
                  <a:pt x="1461485" y="1000127"/>
                </a:lnTo>
                <a:lnTo>
                  <a:pt x="1461654" y="1000216"/>
                </a:lnTo>
                <a:lnTo>
                  <a:pt x="1461832" y="1000296"/>
                </a:lnTo>
                <a:lnTo>
                  <a:pt x="1462001" y="1000385"/>
                </a:lnTo>
                <a:lnTo>
                  <a:pt x="1462170" y="1000465"/>
                </a:lnTo>
                <a:lnTo>
                  <a:pt x="1462348" y="1000554"/>
                </a:lnTo>
                <a:lnTo>
                  <a:pt x="1462517" y="1000643"/>
                </a:lnTo>
                <a:lnTo>
                  <a:pt x="1462695" y="1000723"/>
                </a:lnTo>
                <a:lnTo>
                  <a:pt x="1462864" y="1000804"/>
                </a:lnTo>
                <a:lnTo>
                  <a:pt x="1463042" y="1000892"/>
                </a:lnTo>
                <a:lnTo>
                  <a:pt x="1463211" y="1000973"/>
                </a:lnTo>
                <a:lnTo>
                  <a:pt x="1463380" y="1001061"/>
                </a:lnTo>
                <a:lnTo>
                  <a:pt x="1463558" y="1001142"/>
                </a:lnTo>
                <a:lnTo>
                  <a:pt x="1463727" y="1001222"/>
                </a:lnTo>
                <a:lnTo>
                  <a:pt x="1463905" y="1001311"/>
                </a:lnTo>
                <a:lnTo>
                  <a:pt x="1464074" y="1001391"/>
                </a:lnTo>
                <a:lnTo>
                  <a:pt x="1464252" y="1001471"/>
                </a:lnTo>
                <a:lnTo>
                  <a:pt x="1464421" y="1001551"/>
                </a:lnTo>
                <a:lnTo>
                  <a:pt x="1464590" y="1001640"/>
                </a:lnTo>
                <a:lnTo>
                  <a:pt x="1464768" y="1001720"/>
                </a:lnTo>
                <a:lnTo>
                  <a:pt x="1464937" y="1001800"/>
                </a:lnTo>
                <a:lnTo>
                  <a:pt x="1465115" y="1001880"/>
                </a:lnTo>
                <a:lnTo>
                  <a:pt x="1465284" y="1001960"/>
                </a:lnTo>
                <a:lnTo>
                  <a:pt x="1465462" y="1002040"/>
                </a:lnTo>
                <a:lnTo>
                  <a:pt x="1465631" y="1002120"/>
                </a:lnTo>
                <a:lnTo>
                  <a:pt x="1465800" y="1002200"/>
                </a:lnTo>
                <a:lnTo>
                  <a:pt x="1465978" y="1002280"/>
                </a:lnTo>
                <a:lnTo>
                  <a:pt x="1466147" y="1002360"/>
                </a:lnTo>
                <a:lnTo>
                  <a:pt x="1466325" y="1002440"/>
                </a:lnTo>
                <a:lnTo>
                  <a:pt x="1466494" y="1002520"/>
                </a:lnTo>
                <a:lnTo>
                  <a:pt x="1466672" y="1002601"/>
                </a:lnTo>
                <a:lnTo>
                  <a:pt x="1466841" y="1002681"/>
                </a:lnTo>
                <a:lnTo>
                  <a:pt x="1467010" y="1002761"/>
                </a:lnTo>
                <a:lnTo>
                  <a:pt x="1467187" y="1002841"/>
                </a:lnTo>
                <a:lnTo>
                  <a:pt x="1467356" y="1002921"/>
                </a:lnTo>
                <a:lnTo>
                  <a:pt x="1467534" y="1002992"/>
                </a:lnTo>
                <a:lnTo>
                  <a:pt x="1467703" y="1003072"/>
                </a:lnTo>
                <a:lnTo>
                  <a:pt x="1467881" y="1003152"/>
                </a:lnTo>
                <a:lnTo>
                  <a:pt x="1468050" y="1003232"/>
                </a:lnTo>
                <a:lnTo>
                  <a:pt x="1468220" y="1003303"/>
                </a:lnTo>
                <a:lnTo>
                  <a:pt x="1468397" y="1003384"/>
                </a:lnTo>
                <a:lnTo>
                  <a:pt x="1468566" y="1003464"/>
                </a:lnTo>
                <a:lnTo>
                  <a:pt x="1468744" y="1003535"/>
                </a:lnTo>
                <a:lnTo>
                  <a:pt x="1468913" y="1003615"/>
                </a:lnTo>
                <a:lnTo>
                  <a:pt x="1469091" y="1003695"/>
                </a:lnTo>
                <a:lnTo>
                  <a:pt x="1469260" y="1003766"/>
                </a:lnTo>
                <a:lnTo>
                  <a:pt x="1469429" y="1003846"/>
                </a:lnTo>
                <a:lnTo>
                  <a:pt x="1469607" y="1003917"/>
                </a:lnTo>
                <a:lnTo>
                  <a:pt x="1469776" y="1003997"/>
                </a:lnTo>
                <a:lnTo>
                  <a:pt x="1469954" y="1004068"/>
                </a:lnTo>
                <a:lnTo>
                  <a:pt x="1470123" y="1004149"/>
                </a:lnTo>
                <a:lnTo>
                  <a:pt x="1470292" y="1004220"/>
                </a:lnTo>
                <a:lnTo>
                  <a:pt x="1470470" y="1004300"/>
                </a:lnTo>
                <a:lnTo>
                  <a:pt x="1470639" y="1004371"/>
                </a:lnTo>
                <a:lnTo>
                  <a:pt x="1470817" y="1004442"/>
                </a:lnTo>
                <a:lnTo>
                  <a:pt x="1470986" y="1004522"/>
                </a:lnTo>
                <a:lnTo>
                  <a:pt x="1471164" y="1004593"/>
                </a:lnTo>
                <a:lnTo>
                  <a:pt x="1471333" y="1004665"/>
                </a:lnTo>
                <a:lnTo>
                  <a:pt x="1471502" y="1004745"/>
                </a:lnTo>
                <a:lnTo>
                  <a:pt x="1471680" y="1004816"/>
                </a:lnTo>
                <a:lnTo>
                  <a:pt x="1471849" y="1004887"/>
                </a:lnTo>
                <a:lnTo>
                  <a:pt x="1472027" y="1004958"/>
                </a:lnTo>
                <a:lnTo>
                  <a:pt x="1472196" y="1005038"/>
                </a:lnTo>
                <a:lnTo>
                  <a:pt x="1472374" y="1005109"/>
                </a:lnTo>
                <a:lnTo>
                  <a:pt x="1472543" y="1005181"/>
                </a:lnTo>
                <a:lnTo>
                  <a:pt x="1472712" y="1005252"/>
                </a:lnTo>
                <a:lnTo>
                  <a:pt x="1472890" y="1005323"/>
                </a:lnTo>
                <a:lnTo>
                  <a:pt x="1473059" y="1005394"/>
                </a:lnTo>
                <a:lnTo>
                  <a:pt x="1473237" y="1005465"/>
                </a:lnTo>
                <a:lnTo>
                  <a:pt x="1473406" y="1005536"/>
                </a:lnTo>
                <a:lnTo>
                  <a:pt x="1473584" y="1005608"/>
                </a:lnTo>
                <a:lnTo>
                  <a:pt x="1473753" y="1005679"/>
                </a:lnTo>
                <a:lnTo>
                  <a:pt x="1473922" y="1005750"/>
                </a:lnTo>
                <a:lnTo>
                  <a:pt x="1474100" y="1005821"/>
                </a:lnTo>
                <a:lnTo>
                  <a:pt x="1474269" y="1005892"/>
                </a:lnTo>
                <a:lnTo>
                  <a:pt x="1474447" y="1005963"/>
                </a:lnTo>
                <a:lnTo>
                  <a:pt x="1474616" y="1006035"/>
                </a:lnTo>
                <a:lnTo>
                  <a:pt x="1474794" y="1006106"/>
                </a:lnTo>
                <a:lnTo>
                  <a:pt x="1474963" y="1006177"/>
                </a:lnTo>
                <a:lnTo>
                  <a:pt x="1475132" y="1006248"/>
                </a:lnTo>
                <a:lnTo>
                  <a:pt x="1475310" y="1006310"/>
                </a:lnTo>
                <a:lnTo>
                  <a:pt x="1475479" y="1006382"/>
                </a:lnTo>
                <a:lnTo>
                  <a:pt x="1475657" y="1006453"/>
                </a:lnTo>
                <a:lnTo>
                  <a:pt x="1475826" y="1006524"/>
                </a:lnTo>
                <a:lnTo>
                  <a:pt x="1476004" y="1006595"/>
                </a:lnTo>
                <a:lnTo>
                  <a:pt x="1476173" y="1006657"/>
                </a:lnTo>
                <a:lnTo>
                  <a:pt x="1476342" y="1006729"/>
                </a:lnTo>
                <a:lnTo>
                  <a:pt x="1476520" y="1006800"/>
                </a:lnTo>
                <a:lnTo>
                  <a:pt x="1476689" y="1006862"/>
                </a:lnTo>
                <a:lnTo>
                  <a:pt x="1476867" y="1006933"/>
                </a:lnTo>
                <a:lnTo>
                  <a:pt x="1477036" y="1006995"/>
                </a:lnTo>
                <a:lnTo>
                  <a:pt x="1477214" y="1007067"/>
                </a:lnTo>
                <a:lnTo>
                  <a:pt x="1477383" y="1007138"/>
                </a:lnTo>
                <a:lnTo>
                  <a:pt x="1477552" y="1007200"/>
                </a:lnTo>
                <a:lnTo>
                  <a:pt x="1477730" y="1007271"/>
                </a:lnTo>
                <a:lnTo>
                  <a:pt x="1477899" y="1007333"/>
                </a:lnTo>
                <a:lnTo>
                  <a:pt x="1478077" y="1007405"/>
                </a:lnTo>
                <a:lnTo>
                  <a:pt x="1478246" y="1007467"/>
                </a:lnTo>
                <a:lnTo>
                  <a:pt x="1478424" y="1007538"/>
                </a:lnTo>
                <a:lnTo>
                  <a:pt x="1478593" y="1007600"/>
                </a:lnTo>
                <a:lnTo>
                  <a:pt x="1478762" y="1007663"/>
                </a:lnTo>
                <a:lnTo>
                  <a:pt x="1478940" y="1007734"/>
                </a:lnTo>
                <a:lnTo>
                  <a:pt x="1479109" y="1007796"/>
                </a:lnTo>
                <a:lnTo>
                  <a:pt x="1479287" y="1007867"/>
                </a:lnTo>
                <a:lnTo>
                  <a:pt x="1479456" y="1007930"/>
                </a:lnTo>
                <a:lnTo>
                  <a:pt x="1479634" y="1007992"/>
                </a:lnTo>
                <a:lnTo>
                  <a:pt x="1479803" y="1008063"/>
                </a:lnTo>
                <a:lnTo>
                  <a:pt x="1479972" y="1008125"/>
                </a:lnTo>
                <a:lnTo>
                  <a:pt x="1480150" y="1008188"/>
                </a:lnTo>
                <a:lnTo>
                  <a:pt x="1480319" y="1008250"/>
                </a:lnTo>
                <a:lnTo>
                  <a:pt x="1480497" y="1008312"/>
                </a:lnTo>
                <a:lnTo>
                  <a:pt x="1480666" y="1008383"/>
                </a:lnTo>
                <a:lnTo>
                  <a:pt x="1480844" y="1008446"/>
                </a:lnTo>
                <a:lnTo>
                  <a:pt x="1481013" y="1008508"/>
                </a:lnTo>
                <a:lnTo>
                  <a:pt x="1481182" y="1008570"/>
                </a:lnTo>
                <a:lnTo>
                  <a:pt x="1481360" y="1008632"/>
                </a:lnTo>
                <a:lnTo>
                  <a:pt x="1481529" y="1008695"/>
                </a:lnTo>
                <a:lnTo>
                  <a:pt x="1481706" y="1008757"/>
                </a:lnTo>
                <a:lnTo>
                  <a:pt x="1481876" y="1008819"/>
                </a:lnTo>
                <a:lnTo>
                  <a:pt x="1482053" y="1008881"/>
                </a:lnTo>
                <a:lnTo>
                  <a:pt x="1482223" y="1008953"/>
                </a:lnTo>
                <a:lnTo>
                  <a:pt x="1482391" y="1009015"/>
                </a:lnTo>
                <a:lnTo>
                  <a:pt x="1482569" y="1009068"/>
                </a:lnTo>
                <a:lnTo>
                  <a:pt x="1482738" y="1009131"/>
                </a:lnTo>
                <a:lnTo>
                  <a:pt x="1482916" y="1009193"/>
                </a:lnTo>
                <a:lnTo>
                  <a:pt x="1483085" y="1009255"/>
                </a:lnTo>
                <a:lnTo>
                  <a:pt x="1483263" y="1009317"/>
                </a:lnTo>
                <a:lnTo>
                  <a:pt x="1483432" y="1009380"/>
                </a:lnTo>
                <a:lnTo>
                  <a:pt x="1483601" y="1009442"/>
                </a:lnTo>
                <a:lnTo>
                  <a:pt x="1483779" y="1009504"/>
                </a:lnTo>
                <a:lnTo>
                  <a:pt x="1483948" y="1009567"/>
                </a:lnTo>
                <a:lnTo>
                  <a:pt x="1484126" y="1009620"/>
                </a:lnTo>
                <a:lnTo>
                  <a:pt x="1484295" y="1009682"/>
                </a:lnTo>
                <a:lnTo>
                  <a:pt x="1484473" y="1009744"/>
                </a:lnTo>
                <a:lnTo>
                  <a:pt x="1484642" y="1009807"/>
                </a:lnTo>
                <a:lnTo>
                  <a:pt x="1484811" y="1009869"/>
                </a:lnTo>
                <a:lnTo>
                  <a:pt x="1484989" y="1009922"/>
                </a:lnTo>
                <a:lnTo>
                  <a:pt x="1485158" y="1009985"/>
                </a:lnTo>
                <a:lnTo>
                  <a:pt x="1485336" y="1010047"/>
                </a:lnTo>
                <a:lnTo>
                  <a:pt x="1485505" y="1010100"/>
                </a:lnTo>
                <a:lnTo>
                  <a:pt x="1485683" y="1010163"/>
                </a:lnTo>
                <a:lnTo>
                  <a:pt x="1485852" y="1010225"/>
                </a:lnTo>
                <a:lnTo>
                  <a:pt x="1486021" y="1010278"/>
                </a:lnTo>
                <a:lnTo>
                  <a:pt x="1486199" y="1010340"/>
                </a:lnTo>
                <a:lnTo>
                  <a:pt x="1486368" y="1010394"/>
                </a:lnTo>
                <a:lnTo>
                  <a:pt x="1486546" y="1010456"/>
                </a:lnTo>
                <a:lnTo>
                  <a:pt x="1486715" y="1010510"/>
                </a:lnTo>
                <a:lnTo>
                  <a:pt x="1486893" y="1010572"/>
                </a:lnTo>
                <a:lnTo>
                  <a:pt x="1487062" y="1010625"/>
                </a:lnTo>
                <a:lnTo>
                  <a:pt x="1487231" y="1010687"/>
                </a:lnTo>
                <a:lnTo>
                  <a:pt x="1487409" y="1010741"/>
                </a:lnTo>
                <a:lnTo>
                  <a:pt x="1487578" y="1010803"/>
                </a:lnTo>
                <a:lnTo>
                  <a:pt x="1487756" y="1010856"/>
                </a:lnTo>
                <a:lnTo>
                  <a:pt x="1487925" y="1010919"/>
                </a:lnTo>
                <a:lnTo>
                  <a:pt x="1488103" y="1010972"/>
                </a:lnTo>
                <a:lnTo>
                  <a:pt x="1488272" y="1011026"/>
                </a:lnTo>
                <a:lnTo>
                  <a:pt x="1488441" y="1011088"/>
                </a:lnTo>
                <a:lnTo>
                  <a:pt x="1488619" y="1011141"/>
                </a:lnTo>
                <a:lnTo>
                  <a:pt x="1488788" y="1011195"/>
                </a:lnTo>
                <a:lnTo>
                  <a:pt x="1488966" y="1011257"/>
                </a:lnTo>
                <a:lnTo>
                  <a:pt x="1489135" y="1011310"/>
                </a:lnTo>
                <a:lnTo>
                  <a:pt x="1489304" y="1011364"/>
                </a:lnTo>
                <a:lnTo>
                  <a:pt x="1489482" y="1011426"/>
                </a:lnTo>
                <a:lnTo>
                  <a:pt x="1489651" y="1011479"/>
                </a:lnTo>
                <a:lnTo>
                  <a:pt x="1489829" y="1011533"/>
                </a:lnTo>
                <a:lnTo>
                  <a:pt x="1489998" y="1011586"/>
                </a:lnTo>
                <a:lnTo>
                  <a:pt x="1490176" y="1011639"/>
                </a:lnTo>
                <a:lnTo>
                  <a:pt x="1490345" y="1011702"/>
                </a:lnTo>
                <a:lnTo>
                  <a:pt x="1490514" y="1011755"/>
                </a:lnTo>
                <a:lnTo>
                  <a:pt x="1490692" y="1011808"/>
                </a:lnTo>
                <a:lnTo>
                  <a:pt x="1490861" y="1011862"/>
                </a:lnTo>
                <a:lnTo>
                  <a:pt x="1491039" y="1011915"/>
                </a:lnTo>
                <a:lnTo>
                  <a:pt x="1491208" y="1011969"/>
                </a:lnTo>
                <a:lnTo>
                  <a:pt x="1491386" y="1012022"/>
                </a:lnTo>
                <a:lnTo>
                  <a:pt x="1491555" y="1012075"/>
                </a:lnTo>
                <a:lnTo>
                  <a:pt x="1491724" y="1012129"/>
                </a:lnTo>
                <a:lnTo>
                  <a:pt x="1491902" y="1012182"/>
                </a:lnTo>
                <a:lnTo>
                  <a:pt x="1492071" y="1012235"/>
                </a:lnTo>
                <a:lnTo>
                  <a:pt x="1492249" y="1012289"/>
                </a:lnTo>
                <a:lnTo>
                  <a:pt x="1492418" y="1012342"/>
                </a:lnTo>
                <a:lnTo>
                  <a:pt x="1492596" y="1012396"/>
                </a:lnTo>
                <a:lnTo>
                  <a:pt x="1492765" y="1012449"/>
                </a:lnTo>
                <a:lnTo>
                  <a:pt x="1492934" y="1012502"/>
                </a:lnTo>
                <a:lnTo>
                  <a:pt x="1493112" y="1012556"/>
                </a:lnTo>
                <a:lnTo>
                  <a:pt x="1493281" y="1012609"/>
                </a:lnTo>
                <a:lnTo>
                  <a:pt x="1493459" y="1012662"/>
                </a:lnTo>
                <a:lnTo>
                  <a:pt x="1493628" y="1012707"/>
                </a:lnTo>
                <a:lnTo>
                  <a:pt x="1493806" y="1012760"/>
                </a:lnTo>
                <a:lnTo>
                  <a:pt x="1493975" y="1012814"/>
                </a:lnTo>
                <a:lnTo>
                  <a:pt x="1494144" y="1012867"/>
                </a:lnTo>
                <a:lnTo>
                  <a:pt x="1494322" y="1012920"/>
                </a:lnTo>
                <a:lnTo>
                  <a:pt x="1494491" y="1012965"/>
                </a:lnTo>
                <a:lnTo>
                  <a:pt x="1494669" y="1013018"/>
                </a:lnTo>
                <a:lnTo>
                  <a:pt x="1494838" y="1013072"/>
                </a:lnTo>
                <a:lnTo>
                  <a:pt x="1495016" y="1013125"/>
                </a:lnTo>
                <a:lnTo>
                  <a:pt x="1495185" y="1013170"/>
                </a:lnTo>
                <a:lnTo>
                  <a:pt x="1495354" y="1013223"/>
                </a:lnTo>
                <a:lnTo>
                  <a:pt x="1495532" y="1013276"/>
                </a:lnTo>
                <a:lnTo>
                  <a:pt x="1495701" y="1013321"/>
                </a:lnTo>
                <a:lnTo>
                  <a:pt x="1495879" y="1013374"/>
                </a:lnTo>
                <a:lnTo>
                  <a:pt x="1496048" y="1013428"/>
                </a:lnTo>
                <a:lnTo>
                  <a:pt x="1496226" y="1013472"/>
                </a:lnTo>
                <a:lnTo>
                  <a:pt x="1496394" y="1013525"/>
                </a:lnTo>
                <a:lnTo>
                  <a:pt x="1496564" y="1013570"/>
                </a:lnTo>
                <a:lnTo>
                  <a:pt x="1496741" y="1013623"/>
                </a:lnTo>
                <a:lnTo>
                  <a:pt x="1496911" y="1013668"/>
                </a:lnTo>
                <a:lnTo>
                  <a:pt x="1497088" y="1013721"/>
                </a:lnTo>
                <a:lnTo>
                  <a:pt x="1497258" y="1013766"/>
                </a:lnTo>
                <a:lnTo>
                  <a:pt x="1497435" y="1013819"/>
                </a:lnTo>
                <a:lnTo>
                  <a:pt x="1497604" y="1013863"/>
                </a:lnTo>
                <a:lnTo>
                  <a:pt x="1497773" y="1013917"/>
                </a:lnTo>
                <a:lnTo>
                  <a:pt x="1497951" y="1013961"/>
                </a:lnTo>
                <a:lnTo>
                  <a:pt x="1498120" y="1014015"/>
                </a:lnTo>
                <a:lnTo>
                  <a:pt x="1498298" y="1014059"/>
                </a:lnTo>
                <a:lnTo>
                  <a:pt x="1498467" y="1014113"/>
                </a:lnTo>
                <a:lnTo>
                  <a:pt x="1498645" y="1014157"/>
                </a:lnTo>
                <a:lnTo>
                  <a:pt x="1498814" y="1014202"/>
                </a:lnTo>
                <a:lnTo>
                  <a:pt x="1498983" y="1014255"/>
                </a:lnTo>
                <a:lnTo>
                  <a:pt x="1499161" y="1014299"/>
                </a:lnTo>
                <a:lnTo>
                  <a:pt x="1499330" y="1014344"/>
                </a:lnTo>
                <a:lnTo>
                  <a:pt x="1499508" y="1014397"/>
                </a:lnTo>
                <a:lnTo>
                  <a:pt x="1499677" y="1014442"/>
                </a:lnTo>
                <a:lnTo>
                  <a:pt x="1499855" y="1014486"/>
                </a:lnTo>
                <a:lnTo>
                  <a:pt x="1500024" y="1014531"/>
                </a:lnTo>
                <a:lnTo>
                  <a:pt x="1500193" y="1014584"/>
                </a:lnTo>
                <a:lnTo>
                  <a:pt x="1500371" y="1014629"/>
                </a:lnTo>
                <a:lnTo>
                  <a:pt x="1500540" y="1014673"/>
                </a:lnTo>
                <a:lnTo>
                  <a:pt x="1500718" y="1014718"/>
                </a:lnTo>
                <a:lnTo>
                  <a:pt x="1500887" y="1014771"/>
                </a:lnTo>
                <a:lnTo>
                  <a:pt x="1501065" y="1014815"/>
                </a:lnTo>
                <a:lnTo>
                  <a:pt x="1501234" y="1014860"/>
                </a:lnTo>
                <a:lnTo>
                  <a:pt x="1501403" y="1014904"/>
                </a:lnTo>
                <a:lnTo>
                  <a:pt x="1501581" y="1014949"/>
                </a:lnTo>
                <a:lnTo>
                  <a:pt x="1501750" y="1014993"/>
                </a:lnTo>
                <a:lnTo>
                  <a:pt x="1501928" y="1015038"/>
                </a:lnTo>
                <a:lnTo>
                  <a:pt x="1502097" y="1015082"/>
                </a:lnTo>
                <a:lnTo>
                  <a:pt x="1502275" y="1015136"/>
                </a:lnTo>
                <a:lnTo>
                  <a:pt x="1502444" y="1015180"/>
                </a:lnTo>
                <a:lnTo>
                  <a:pt x="1502613" y="1015225"/>
                </a:lnTo>
                <a:lnTo>
                  <a:pt x="1502791" y="1015269"/>
                </a:lnTo>
                <a:lnTo>
                  <a:pt x="1502960" y="1015314"/>
                </a:lnTo>
                <a:lnTo>
                  <a:pt x="1503138" y="1015358"/>
                </a:lnTo>
                <a:lnTo>
                  <a:pt x="1503307" y="1015403"/>
                </a:lnTo>
                <a:lnTo>
                  <a:pt x="1503485" y="1015447"/>
                </a:lnTo>
                <a:lnTo>
                  <a:pt x="1503654" y="1015492"/>
                </a:lnTo>
                <a:lnTo>
                  <a:pt x="1503823" y="1015527"/>
                </a:lnTo>
                <a:lnTo>
                  <a:pt x="1504001" y="1015572"/>
                </a:lnTo>
                <a:lnTo>
                  <a:pt x="1504170" y="1015616"/>
                </a:lnTo>
                <a:lnTo>
                  <a:pt x="1504348" y="1015661"/>
                </a:lnTo>
                <a:lnTo>
                  <a:pt x="1504517" y="1015705"/>
                </a:lnTo>
                <a:lnTo>
                  <a:pt x="1504695" y="1015749"/>
                </a:lnTo>
                <a:lnTo>
                  <a:pt x="1504864" y="1015794"/>
                </a:lnTo>
                <a:lnTo>
                  <a:pt x="1505033" y="1015839"/>
                </a:lnTo>
                <a:lnTo>
                  <a:pt x="1505211" y="1015874"/>
                </a:lnTo>
                <a:lnTo>
                  <a:pt x="1505380" y="1015919"/>
                </a:lnTo>
                <a:lnTo>
                  <a:pt x="1505558" y="1015963"/>
                </a:lnTo>
                <a:lnTo>
                  <a:pt x="1505727" y="1016008"/>
                </a:lnTo>
                <a:lnTo>
                  <a:pt x="1505905" y="1016052"/>
                </a:lnTo>
                <a:lnTo>
                  <a:pt x="1506074" y="1016088"/>
                </a:lnTo>
                <a:lnTo>
                  <a:pt x="1506243" y="1016132"/>
                </a:lnTo>
                <a:lnTo>
                  <a:pt x="1506421" y="1016177"/>
                </a:lnTo>
                <a:lnTo>
                  <a:pt x="1506590" y="1016221"/>
                </a:lnTo>
                <a:lnTo>
                  <a:pt x="1506768" y="1016257"/>
                </a:lnTo>
                <a:lnTo>
                  <a:pt x="1506937" y="1016301"/>
                </a:lnTo>
                <a:lnTo>
                  <a:pt x="1507115" y="1016346"/>
                </a:lnTo>
                <a:lnTo>
                  <a:pt x="1507284" y="1016381"/>
                </a:lnTo>
                <a:lnTo>
                  <a:pt x="1507453" y="1016426"/>
                </a:lnTo>
                <a:lnTo>
                  <a:pt x="1507631" y="1016470"/>
                </a:lnTo>
                <a:lnTo>
                  <a:pt x="1507800" y="1016506"/>
                </a:lnTo>
                <a:lnTo>
                  <a:pt x="1507978" y="1016550"/>
                </a:lnTo>
                <a:lnTo>
                  <a:pt x="1508147" y="1016586"/>
                </a:lnTo>
                <a:lnTo>
                  <a:pt x="1508316" y="1016630"/>
                </a:lnTo>
                <a:lnTo>
                  <a:pt x="1508494" y="1016675"/>
                </a:lnTo>
                <a:lnTo>
                  <a:pt x="1508663" y="1016710"/>
                </a:lnTo>
                <a:lnTo>
                  <a:pt x="1508841" y="1016755"/>
                </a:lnTo>
                <a:lnTo>
                  <a:pt x="1509010" y="1016790"/>
                </a:lnTo>
                <a:lnTo>
                  <a:pt x="1509188" y="1016835"/>
                </a:lnTo>
                <a:lnTo>
                  <a:pt x="1509357" y="1016870"/>
                </a:lnTo>
                <a:lnTo>
                  <a:pt x="1509526" y="1016915"/>
                </a:lnTo>
                <a:lnTo>
                  <a:pt x="1509704" y="1016951"/>
                </a:lnTo>
                <a:lnTo>
                  <a:pt x="1509873" y="1016995"/>
                </a:lnTo>
                <a:lnTo>
                  <a:pt x="1510051" y="1017031"/>
                </a:lnTo>
                <a:lnTo>
                  <a:pt x="1510220" y="1017066"/>
                </a:lnTo>
                <a:lnTo>
                  <a:pt x="1510397" y="1017111"/>
                </a:lnTo>
                <a:lnTo>
                  <a:pt x="1510566" y="1017146"/>
                </a:lnTo>
                <a:lnTo>
                  <a:pt x="1510736" y="1017191"/>
                </a:lnTo>
                <a:lnTo>
                  <a:pt x="1510914" y="1017226"/>
                </a:lnTo>
                <a:lnTo>
                  <a:pt x="1511083" y="1017262"/>
                </a:lnTo>
                <a:lnTo>
                  <a:pt x="1511260" y="1017306"/>
                </a:lnTo>
                <a:lnTo>
                  <a:pt x="1511430" y="1017342"/>
                </a:lnTo>
                <a:lnTo>
                  <a:pt x="1511608" y="1017378"/>
                </a:lnTo>
                <a:lnTo>
                  <a:pt x="1511776" y="1017422"/>
                </a:lnTo>
                <a:lnTo>
                  <a:pt x="1511945" y="1017458"/>
                </a:lnTo>
                <a:lnTo>
                  <a:pt x="1512123" y="1017493"/>
                </a:lnTo>
                <a:lnTo>
                  <a:pt x="1512293" y="1017538"/>
                </a:lnTo>
                <a:lnTo>
                  <a:pt x="1512470" y="1017573"/>
                </a:lnTo>
                <a:lnTo>
                  <a:pt x="1512639" y="1017609"/>
                </a:lnTo>
                <a:lnTo>
                  <a:pt x="1512817" y="1017644"/>
                </a:lnTo>
                <a:lnTo>
                  <a:pt x="1512987" y="1017689"/>
                </a:lnTo>
                <a:lnTo>
                  <a:pt x="1513155" y="1017725"/>
                </a:lnTo>
                <a:lnTo>
                  <a:pt x="1513333" y="1017760"/>
                </a:lnTo>
                <a:lnTo>
                  <a:pt x="1513502" y="1017796"/>
                </a:lnTo>
                <a:lnTo>
                  <a:pt x="1513680" y="1017831"/>
                </a:lnTo>
                <a:lnTo>
                  <a:pt x="1513849" y="1017876"/>
                </a:lnTo>
                <a:lnTo>
                  <a:pt x="1514027" y="1017911"/>
                </a:lnTo>
                <a:lnTo>
                  <a:pt x="1514196" y="1017947"/>
                </a:lnTo>
                <a:lnTo>
                  <a:pt x="1514365" y="1017983"/>
                </a:lnTo>
                <a:lnTo>
                  <a:pt x="1514543" y="1018018"/>
                </a:lnTo>
                <a:lnTo>
                  <a:pt x="1514712" y="1018054"/>
                </a:lnTo>
                <a:lnTo>
                  <a:pt x="1514890" y="1018089"/>
                </a:lnTo>
                <a:lnTo>
                  <a:pt x="1515059" y="1018125"/>
                </a:lnTo>
                <a:lnTo>
                  <a:pt x="1515237" y="1018169"/>
                </a:lnTo>
                <a:lnTo>
                  <a:pt x="1515406" y="1018205"/>
                </a:lnTo>
                <a:lnTo>
                  <a:pt x="1515575" y="1018241"/>
                </a:lnTo>
                <a:lnTo>
                  <a:pt x="1515753" y="1018276"/>
                </a:lnTo>
                <a:lnTo>
                  <a:pt x="1515922" y="1018312"/>
                </a:lnTo>
                <a:lnTo>
                  <a:pt x="1516100" y="1018347"/>
                </a:lnTo>
                <a:lnTo>
                  <a:pt x="1516269" y="1018383"/>
                </a:lnTo>
                <a:lnTo>
                  <a:pt x="1516447" y="1018418"/>
                </a:lnTo>
                <a:lnTo>
                  <a:pt x="1516616" y="1018454"/>
                </a:lnTo>
                <a:lnTo>
                  <a:pt x="1516785" y="1018490"/>
                </a:lnTo>
                <a:lnTo>
                  <a:pt x="1516963" y="1018525"/>
                </a:lnTo>
                <a:lnTo>
                  <a:pt x="1517132" y="1018552"/>
                </a:lnTo>
                <a:lnTo>
                  <a:pt x="1517310" y="1018588"/>
                </a:lnTo>
                <a:lnTo>
                  <a:pt x="1517479" y="1018623"/>
                </a:lnTo>
                <a:lnTo>
                  <a:pt x="1517657" y="1018659"/>
                </a:lnTo>
                <a:lnTo>
                  <a:pt x="1517826" y="1018694"/>
                </a:lnTo>
                <a:lnTo>
                  <a:pt x="1517995" y="1018730"/>
                </a:lnTo>
                <a:lnTo>
                  <a:pt x="1518173" y="1018765"/>
                </a:lnTo>
                <a:lnTo>
                  <a:pt x="1518342" y="1018801"/>
                </a:lnTo>
                <a:lnTo>
                  <a:pt x="1518520" y="1018837"/>
                </a:lnTo>
                <a:lnTo>
                  <a:pt x="1518689" y="1018863"/>
                </a:lnTo>
                <a:lnTo>
                  <a:pt x="1518867" y="1018899"/>
                </a:lnTo>
                <a:lnTo>
                  <a:pt x="1519036" y="1018934"/>
                </a:lnTo>
                <a:lnTo>
                  <a:pt x="1519205" y="1018970"/>
                </a:lnTo>
                <a:lnTo>
                  <a:pt x="1519383" y="1019006"/>
                </a:lnTo>
                <a:lnTo>
                  <a:pt x="1519552" y="1019032"/>
                </a:lnTo>
                <a:lnTo>
                  <a:pt x="1519730" y="1019068"/>
                </a:lnTo>
                <a:lnTo>
                  <a:pt x="1519899" y="1019103"/>
                </a:lnTo>
                <a:lnTo>
                  <a:pt x="1520077" y="1019139"/>
                </a:lnTo>
                <a:lnTo>
                  <a:pt x="1520246" y="1019166"/>
                </a:lnTo>
                <a:lnTo>
                  <a:pt x="1520415" y="1019201"/>
                </a:lnTo>
                <a:lnTo>
                  <a:pt x="1520593" y="1019237"/>
                </a:lnTo>
                <a:lnTo>
                  <a:pt x="1520762" y="1019264"/>
                </a:lnTo>
                <a:lnTo>
                  <a:pt x="1520940" y="1019299"/>
                </a:lnTo>
                <a:lnTo>
                  <a:pt x="1521109" y="1019335"/>
                </a:lnTo>
                <a:lnTo>
                  <a:pt x="1521287" y="1019370"/>
                </a:lnTo>
                <a:lnTo>
                  <a:pt x="1521456" y="1019397"/>
                </a:lnTo>
                <a:lnTo>
                  <a:pt x="1521625" y="1019433"/>
                </a:lnTo>
                <a:lnTo>
                  <a:pt x="1521803" y="1019459"/>
                </a:lnTo>
                <a:lnTo>
                  <a:pt x="1521972" y="1019495"/>
                </a:lnTo>
                <a:lnTo>
                  <a:pt x="1522150" y="1019530"/>
                </a:lnTo>
                <a:lnTo>
                  <a:pt x="1522319" y="1019557"/>
                </a:lnTo>
                <a:lnTo>
                  <a:pt x="1522497" y="1019593"/>
                </a:lnTo>
                <a:lnTo>
                  <a:pt x="1522666" y="1019620"/>
                </a:lnTo>
                <a:lnTo>
                  <a:pt x="1522835" y="1019655"/>
                </a:lnTo>
                <a:lnTo>
                  <a:pt x="1523013" y="1019691"/>
                </a:lnTo>
                <a:lnTo>
                  <a:pt x="1523182" y="1019717"/>
                </a:lnTo>
                <a:lnTo>
                  <a:pt x="1523360" y="1019753"/>
                </a:lnTo>
                <a:lnTo>
                  <a:pt x="1523529" y="1019780"/>
                </a:lnTo>
                <a:lnTo>
                  <a:pt x="1523707" y="1019815"/>
                </a:lnTo>
                <a:lnTo>
                  <a:pt x="1523876" y="1019842"/>
                </a:lnTo>
                <a:lnTo>
                  <a:pt x="1524045" y="1019877"/>
                </a:lnTo>
                <a:lnTo>
                  <a:pt x="1524223" y="1019904"/>
                </a:lnTo>
                <a:lnTo>
                  <a:pt x="1524392" y="1019940"/>
                </a:lnTo>
                <a:lnTo>
                  <a:pt x="1524569" y="1019966"/>
                </a:lnTo>
                <a:lnTo>
                  <a:pt x="1524739" y="1019993"/>
                </a:lnTo>
                <a:lnTo>
                  <a:pt x="1524917" y="1020029"/>
                </a:lnTo>
                <a:lnTo>
                  <a:pt x="1525086" y="1020055"/>
                </a:lnTo>
                <a:lnTo>
                  <a:pt x="1525255" y="1020091"/>
                </a:lnTo>
                <a:lnTo>
                  <a:pt x="1525433" y="1020118"/>
                </a:lnTo>
                <a:lnTo>
                  <a:pt x="1525602" y="1020153"/>
                </a:lnTo>
                <a:lnTo>
                  <a:pt x="1525779" y="1020180"/>
                </a:lnTo>
                <a:lnTo>
                  <a:pt x="1525948" y="1020207"/>
                </a:lnTo>
                <a:lnTo>
                  <a:pt x="1526126" y="1020242"/>
                </a:lnTo>
                <a:lnTo>
                  <a:pt x="1526296" y="1020269"/>
                </a:lnTo>
                <a:lnTo>
                  <a:pt x="1526465" y="1020296"/>
                </a:lnTo>
                <a:lnTo>
                  <a:pt x="1526642" y="1020331"/>
                </a:lnTo>
                <a:lnTo>
                  <a:pt x="1526811" y="1020358"/>
                </a:lnTo>
                <a:lnTo>
                  <a:pt x="1526990" y="1020385"/>
                </a:lnTo>
                <a:lnTo>
                  <a:pt x="1527158" y="1020420"/>
                </a:lnTo>
                <a:lnTo>
                  <a:pt x="1527327" y="1020447"/>
                </a:lnTo>
                <a:lnTo>
                  <a:pt x="1527505" y="1020474"/>
                </a:lnTo>
                <a:lnTo>
                  <a:pt x="1527675" y="1020500"/>
                </a:lnTo>
                <a:lnTo>
                  <a:pt x="1527852" y="1020536"/>
                </a:lnTo>
                <a:lnTo>
                  <a:pt x="1528021" y="1020563"/>
                </a:lnTo>
                <a:lnTo>
                  <a:pt x="1528199" y="1020589"/>
                </a:lnTo>
                <a:lnTo>
                  <a:pt x="1528368" y="1020616"/>
                </a:lnTo>
                <a:lnTo>
                  <a:pt x="1528537" y="1020651"/>
                </a:lnTo>
                <a:lnTo>
                  <a:pt x="1528715" y="1020678"/>
                </a:lnTo>
                <a:lnTo>
                  <a:pt x="1528884" y="1020705"/>
                </a:lnTo>
                <a:lnTo>
                  <a:pt x="1529062" y="1020732"/>
                </a:lnTo>
                <a:lnTo>
                  <a:pt x="1529231" y="1020758"/>
                </a:lnTo>
                <a:lnTo>
                  <a:pt x="1529409" y="1020794"/>
                </a:lnTo>
                <a:lnTo>
                  <a:pt x="1529578" y="1020821"/>
                </a:lnTo>
                <a:lnTo>
                  <a:pt x="1529747" y="1020847"/>
                </a:lnTo>
                <a:lnTo>
                  <a:pt x="1529925" y="1020874"/>
                </a:lnTo>
                <a:lnTo>
                  <a:pt x="1530094" y="1020901"/>
                </a:lnTo>
                <a:lnTo>
                  <a:pt x="1530272" y="1020927"/>
                </a:lnTo>
                <a:lnTo>
                  <a:pt x="1530441" y="1020954"/>
                </a:lnTo>
                <a:lnTo>
                  <a:pt x="1530619" y="1020990"/>
                </a:lnTo>
                <a:lnTo>
                  <a:pt x="1530788" y="1021016"/>
                </a:lnTo>
                <a:lnTo>
                  <a:pt x="1530957" y="1021043"/>
                </a:lnTo>
                <a:lnTo>
                  <a:pt x="1531135" y="1021070"/>
                </a:lnTo>
                <a:lnTo>
                  <a:pt x="1531304" y="1021096"/>
                </a:lnTo>
                <a:lnTo>
                  <a:pt x="1531482" y="1021123"/>
                </a:lnTo>
                <a:lnTo>
                  <a:pt x="1531651" y="1021150"/>
                </a:lnTo>
                <a:lnTo>
                  <a:pt x="1531829" y="1021176"/>
                </a:lnTo>
                <a:lnTo>
                  <a:pt x="1531998" y="1021203"/>
                </a:lnTo>
                <a:lnTo>
                  <a:pt x="1532167" y="1021230"/>
                </a:lnTo>
                <a:lnTo>
                  <a:pt x="1532345" y="1021256"/>
                </a:lnTo>
                <a:lnTo>
                  <a:pt x="1532514" y="1021283"/>
                </a:lnTo>
                <a:lnTo>
                  <a:pt x="1532692" y="1021310"/>
                </a:lnTo>
                <a:lnTo>
                  <a:pt x="1532861" y="1021336"/>
                </a:lnTo>
                <a:lnTo>
                  <a:pt x="1533039" y="1021363"/>
                </a:lnTo>
                <a:lnTo>
                  <a:pt x="1533208" y="1021390"/>
                </a:lnTo>
                <a:lnTo>
                  <a:pt x="1533377" y="1021417"/>
                </a:lnTo>
                <a:lnTo>
                  <a:pt x="1533555" y="1021443"/>
                </a:lnTo>
                <a:lnTo>
                  <a:pt x="1533724" y="1021470"/>
                </a:lnTo>
                <a:lnTo>
                  <a:pt x="1533902" y="1021497"/>
                </a:lnTo>
                <a:lnTo>
                  <a:pt x="1534071" y="1021523"/>
                </a:lnTo>
                <a:lnTo>
                  <a:pt x="1534249" y="1021550"/>
                </a:lnTo>
                <a:lnTo>
                  <a:pt x="1534418" y="1021568"/>
                </a:lnTo>
                <a:lnTo>
                  <a:pt x="1534587" y="1021595"/>
                </a:lnTo>
                <a:lnTo>
                  <a:pt x="1534765" y="1021621"/>
                </a:lnTo>
                <a:lnTo>
                  <a:pt x="1534934" y="1021648"/>
                </a:lnTo>
                <a:lnTo>
                  <a:pt x="1535112" y="1021675"/>
                </a:lnTo>
                <a:lnTo>
                  <a:pt x="1535281" y="1021701"/>
                </a:lnTo>
                <a:lnTo>
                  <a:pt x="1535459" y="1021728"/>
                </a:lnTo>
                <a:lnTo>
                  <a:pt x="1535628" y="1021755"/>
                </a:lnTo>
                <a:lnTo>
                  <a:pt x="1535797" y="1021772"/>
                </a:lnTo>
                <a:lnTo>
                  <a:pt x="1535975" y="1021799"/>
                </a:lnTo>
                <a:lnTo>
                  <a:pt x="1536144" y="1021826"/>
                </a:lnTo>
                <a:lnTo>
                  <a:pt x="1536322" y="1021853"/>
                </a:lnTo>
                <a:lnTo>
                  <a:pt x="1536491" y="1021879"/>
                </a:lnTo>
                <a:lnTo>
                  <a:pt x="1536669" y="1021897"/>
                </a:lnTo>
                <a:lnTo>
                  <a:pt x="1536838" y="1021924"/>
                </a:lnTo>
                <a:lnTo>
                  <a:pt x="1537007" y="1021950"/>
                </a:lnTo>
                <a:lnTo>
                  <a:pt x="1537185" y="1021977"/>
                </a:lnTo>
                <a:lnTo>
                  <a:pt x="1537354" y="1021995"/>
                </a:lnTo>
                <a:lnTo>
                  <a:pt x="1537532" y="1022022"/>
                </a:lnTo>
                <a:lnTo>
                  <a:pt x="1537701" y="1022048"/>
                </a:lnTo>
                <a:lnTo>
                  <a:pt x="1537879" y="1022075"/>
                </a:lnTo>
                <a:lnTo>
                  <a:pt x="1538048" y="1022093"/>
                </a:lnTo>
                <a:lnTo>
                  <a:pt x="1538217" y="1022119"/>
                </a:lnTo>
                <a:lnTo>
                  <a:pt x="1538395" y="1022146"/>
                </a:lnTo>
                <a:lnTo>
                  <a:pt x="1538564" y="1022164"/>
                </a:lnTo>
                <a:lnTo>
                  <a:pt x="1538742" y="1022191"/>
                </a:lnTo>
                <a:lnTo>
                  <a:pt x="1538911" y="1022217"/>
                </a:lnTo>
                <a:lnTo>
                  <a:pt x="1539089" y="1022235"/>
                </a:lnTo>
                <a:lnTo>
                  <a:pt x="1539258" y="1022262"/>
                </a:lnTo>
                <a:lnTo>
                  <a:pt x="1539427" y="1022288"/>
                </a:lnTo>
                <a:lnTo>
                  <a:pt x="1539605" y="1022306"/>
                </a:lnTo>
                <a:lnTo>
                  <a:pt x="1539774" y="1022333"/>
                </a:lnTo>
                <a:lnTo>
                  <a:pt x="1539951" y="1022360"/>
                </a:lnTo>
                <a:lnTo>
                  <a:pt x="1540121" y="1022377"/>
                </a:lnTo>
                <a:lnTo>
                  <a:pt x="1540299" y="1022404"/>
                </a:lnTo>
                <a:lnTo>
                  <a:pt x="1540468" y="1022422"/>
                </a:lnTo>
                <a:lnTo>
                  <a:pt x="1540637" y="1022449"/>
                </a:lnTo>
                <a:lnTo>
                  <a:pt x="1540814" y="1022475"/>
                </a:lnTo>
                <a:lnTo>
                  <a:pt x="1540984" y="1022493"/>
                </a:lnTo>
                <a:lnTo>
                  <a:pt x="1541161" y="1022520"/>
                </a:lnTo>
                <a:lnTo>
                  <a:pt x="1541330" y="1022537"/>
                </a:lnTo>
                <a:lnTo>
                  <a:pt x="1541508" y="1022564"/>
                </a:lnTo>
                <a:lnTo>
                  <a:pt x="1541678" y="1022582"/>
                </a:lnTo>
                <a:lnTo>
                  <a:pt x="1541847" y="1022609"/>
                </a:lnTo>
                <a:lnTo>
                  <a:pt x="1542024" y="1022627"/>
                </a:lnTo>
                <a:lnTo>
                  <a:pt x="1542193" y="1022653"/>
                </a:lnTo>
                <a:lnTo>
                  <a:pt x="1542371" y="1022671"/>
                </a:lnTo>
                <a:lnTo>
                  <a:pt x="1542540" y="1022698"/>
                </a:lnTo>
                <a:lnTo>
                  <a:pt x="1542718" y="1022715"/>
                </a:lnTo>
                <a:lnTo>
                  <a:pt x="1542887" y="1022742"/>
                </a:lnTo>
                <a:lnTo>
                  <a:pt x="1543056" y="1022760"/>
                </a:lnTo>
                <a:lnTo>
                  <a:pt x="1543234" y="1022787"/>
                </a:lnTo>
                <a:lnTo>
                  <a:pt x="1543403" y="1022804"/>
                </a:lnTo>
                <a:lnTo>
                  <a:pt x="1543581" y="1022831"/>
                </a:lnTo>
                <a:lnTo>
                  <a:pt x="1543750" y="1022849"/>
                </a:lnTo>
                <a:lnTo>
                  <a:pt x="1543928" y="1022876"/>
                </a:lnTo>
                <a:lnTo>
                  <a:pt x="1544097" y="1022893"/>
                </a:lnTo>
                <a:lnTo>
                  <a:pt x="1544266" y="1022911"/>
                </a:lnTo>
                <a:lnTo>
                  <a:pt x="1544444" y="1022938"/>
                </a:lnTo>
                <a:lnTo>
                  <a:pt x="1544613" y="1022956"/>
                </a:lnTo>
                <a:lnTo>
                  <a:pt x="1544791" y="1022982"/>
                </a:lnTo>
                <a:lnTo>
                  <a:pt x="1544960" y="1023000"/>
                </a:lnTo>
                <a:lnTo>
                  <a:pt x="1545138" y="1023018"/>
                </a:lnTo>
                <a:lnTo>
                  <a:pt x="1545307" y="1023045"/>
                </a:lnTo>
                <a:lnTo>
                  <a:pt x="1545476" y="1023062"/>
                </a:lnTo>
                <a:lnTo>
                  <a:pt x="1545654" y="1023089"/>
                </a:lnTo>
                <a:lnTo>
                  <a:pt x="1545823" y="1023107"/>
                </a:lnTo>
                <a:lnTo>
                  <a:pt x="1546001" y="1023125"/>
                </a:lnTo>
                <a:lnTo>
                  <a:pt x="1546170" y="1023151"/>
                </a:lnTo>
                <a:lnTo>
                  <a:pt x="1546339" y="1023169"/>
                </a:lnTo>
                <a:lnTo>
                  <a:pt x="1546517" y="1023187"/>
                </a:lnTo>
                <a:lnTo>
                  <a:pt x="1546686" y="1023214"/>
                </a:lnTo>
                <a:lnTo>
                  <a:pt x="1546864" y="1023231"/>
                </a:lnTo>
                <a:lnTo>
                  <a:pt x="1547033" y="1023249"/>
                </a:lnTo>
                <a:lnTo>
                  <a:pt x="1547211" y="1023267"/>
                </a:lnTo>
                <a:lnTo>
                  <a:pt x="1547380" y="1023294"/>
                </a:lnTo>
                <a:lnTo>
                  <a:pt x="1547549" y="1023311"/>
                </a:lnTo>
                <a:lnTo>
                  <a:pt x="1547727" y="1023329"/>
                </a:lnTo>
                <a:lnTo>
                  <a:pt x="1547896" y="1023347"/>
                </a:lnTo>
                <a:lnTo>
                  <a:pt x="1548074" y="1023374"/>
                </a:lnTo>
                <a:lnTo>
                  <a:pt x="1548243" y="1023392"/>
                </a:lnTo>
                <a:lnTo>
                  <a:pt x="1548421" y="1023409"/>
                </a:lnTo>
                <a:lnTo>
                  <a:pt x="1548590" y="1023427"/>
                </a:lnTo>
                <a:lnTo>
                  <a:pt x="1548759" y="1023454"/>
                </a:lnTo>
                <a:lnTo>
                  <a:pt x="1548937" y="1023472"/>
                </a:lnTo>
                <a:lnTo>
                  <a:pt x="1549106" y="1023489"/>
                </a:lnTo>
                <a:lnTo>
                  <a:pt x="1549284" y="1023507"/>
                </a:lnTo>
                <a:lnTo>
                  <a:pt x="1549453" y="1023534"/>
                </a:lnTo>
                <a:lnTo>
                  <a:pt x="1549631" y="1023552"/>
                </a:lnTo>
                <a:lnTo>
                  <a:pt x="1549800" y="1023570"/>
                </a:lnTo>
                <a:lnTo>
                  <a:pt x="1549969" y="1023587"/>
                </a:lnTo>
                <a:lnTo>
                  <a:pt x="1550147" y="1023605"/>
                </a:lnTo>
                <a:lnTo>
                  <a:pt x="1550316" y="1023623"/>
                </a:lnTo>
                <a:lnTo>
                  <a:pt x="1550494" y="1023650"/>
                </a:lnTo>
                <a:lnTo>
                  <a:pt x="1550663" y="1023667"/>
                </a:lnTo>
                <a:lnTo>
                  <a:pt x="1550841" y="1023685"/>
                </a:lnTo>
                <a:lnTo>
                  <a:pt x="1551010" y="1023703"/>
                </a:lnTo>
                <a:lnTo>
                  <a:pt x="1551179" y="1023721"/>
                </a:lnTo>
                <a:lnTo>
                  <a:pt x="1551357" y="1023739"/>
                </a:lnTo>
                <a:lnTo>
                  <a:pt x="1551526" y="1023756"/>
                </a:lnTo>
                <a:lnTo>
                  <a:pt x="1551704" y="1023774"/>
                </a:lnTo>
                <a:lnTo>
                  <a:pt x="1551873" y="1023801"/>
                </a:lnTo>
                <a:lnTo>
                  <a:pt x="1552051" y="1023819"/>
                </a:lnTo>
                <a:lnTo>
                  <a:pt x="1552220" y="1023836"/>
                </a:lnTo>
                <a:lnTo>
                  <a:pt x="1552389" y="1023854"/>
                </a:lnTo>
                <a:lnTo>
                  <a:pt x="1552567" y="1023872"/>
                </a:lnTo>
                <a:lnTo>
                  <a:pt x="1552736" y="1023890"/>
                </a:lnTo>
                <a:lnTo>
                  <a:pt x="1552914" y="1023908"/>
                </a:lnTo>
                <a:lnTo>
                  <a:pt x="1553083" y="1023925"/>
                </a:lnTo>
                <a:lnTo>
                  <a:pt x="1553261" y="1023943"/>
                </a:lnTo>
                <a:lnTo>
                  <a:pt x="1553430" y="1023961"/>
                </a:lnTo>
                <a:lnTo>
                  <a:pt x="1553599" y="1023979"/>
                </a:lnTo>
                <a:lnTo>
                  <a:pt x="1553777" y="1023997"/>
                </a:lnTo>
                <a:lnTo>
                  <a:pt x="1553946" y="1024014"/>
                </a:lnTo>
                <a:lnTo>
                  <a:pt x="1554124" y="1024032"/>
                </a:lnTo>
                <a:lnTo>
                  <a:pt x="1554293" y="1024050"/>
                </a:lnTo>
                <a:lnTo>
                  <a:pt x="1554471" y="1024068"/>
                </a:lnTo>
                <a:lnTo>
                  <a:pt x="1554640" y="1024085"/>
                </a:lnTo>
                <a:lnTo>
                  <a:pt x="1554809" y="1024103"/>
                </a:lnTo>
                <a:lnTo>
                  <a:pt x="1554987" y="1024121"/>
                </a:lnTo>
                <a:lnTo>
                  <a:pt x="1555156" y="1024139"/>
                </a:lnTo>
                <a:lnTo>
                  <a:pt x="1555333" y="1024157"/>
                </a:lnTo>
                <a:lnTo>
                  <a:pt x="1555502" y="1024175"/>
                </a:lnTo>
                <a:lnTo>
                  <a:pt x="1555681" y="1024192"/>
                </a:lnTo>
                <a:lnTo>
                  <a:pt x="1555850" y="1024210"/>
                </a:lnTo>
                <a:lnTo>
                  <a:pt x="1556019" y="1024228"/>
                </a:lnTo>
                <a:lnTo>
                  <a:pt x="1556196" y="1024246"/>
                </a:lnTo>
                <a:lnTo>
                  <a:pt x="1556366" y="1024263"/>
                </a:lnTo>
                <a:lnTo>
                  <a:pt x="1556543" y="1024281"/>
                </a:lnTo>
                <a:lnTo>
                  <a:pt x="1556712" y="1024299"/>
                </a:lnTo>
                <a:lnTo>
                  <a:pt x="1556890" y="1024317"/>
                </a:lnTo>
                <a:lnTo>
                  <a:pt x="1557059" y="1024326"/>
                </a:lnTo>
                <a:lnTo>
                  <a:pt x="1557229" y="1024343"/>
                </a:lnTo>
                <a:lnTo>
                  <a:pt x="1557406" y="1024361"/>
                </a:lnTo>
                <a:lnTo>
                  <a:pt x="1557575" y="1024379"/>
                </a:lnTo>
                <a:lnTo>
                  <a:pt x="1557753" y="1024397"/>
                </a:lnTo>
                <a:lnTo>
                  <a:pt x="1557922" y="1024415"/>
                </a:lnTo>
                <a:lnTo>
                  <a:pt x="1558100" y="1024432"/>
                </a:lnTo>
                <a:lnTo>
                  <a:pt x="1558269" y="1024450"/>
                </a:lnTo>
                <a:lnTo>
                  <a:pt x="1558438" y="1024459"/>
                </a:lnTo>
                <a:lnTo>
                  <a:pt x="1558616" y="1024477"/>
                </a:lnTo>
                <a:lnTo>
                  <a:pt x="1558785" y="1024495"/>
                </a:lnTo>
                <a:lnTo>
                  <a:pt x="1558963" y="1024513"/>
                </a:lnTo>
                <a:lnTo>
                  <a:pt x="1559132" y="1024530"/>
                </a:lnTo>
                <a:lnTo>
                  <a:pt x="1559310" y="1024548"/>
                </a:lnTo>
                <a:lnTo>
                  <a:pt x="1559479" y="1024557"/>
                </a:lnTo>
                <a:lnTo>
                  <a:pt x="1559648" y="1024575"/>
                </a:lnTo>
                <a:lnTo>
                  <a:pt x="1559826" y="1024593"/>
                </a:lnTo>
                <a:lnTo>
                  <a:pt x="1559995" y="1024610"/>
                </a:lnTo>
                <a:lnTo>
                  <a:pt x="1560173" y="1024628"/>
                </a:lnTo>
                <a:lnTo>
                  <a:pt x="1560342" y="1024637"/>
                </a:lnTo>
                <a:lnTo>
                  <a:pt x="1560520" y="1024655"/>
                </a:lnTo>
                <a:lnTo>
                  <a:pt x="1560689" y="1024673"/>
                </a:lnTo>
                <a:lnTo>
                  <a:pt x="1560858" y="1024690"/>
                </a:lnTo>
                <a:lnTo>
                  <a:pt x="1561036" y="1024699"/>
                </a:lnTo>
                <a:lnTo>
                  <a:pt x="1561205" y="1024717"/>
                </a:lnTo>
                <a:lnTo>
                  <a:pt x="1561383" y="1024735"/>
                </a:lnTo>
                <a:lnTo>
                  <a:pt x="1561552" y="1024753"/>
                </a:lnTo>
                <a:lnTo>
                  <a:pt x="1561730" y="1024762"/>
                </a:lnTo>
                <a:lnTo>
                  <a:pt x="1561899" y="1024779"/>
                </a:lnTo>
                <a:lnTo>
                  <a:pt x="1562068" y="1024797"/>
                </a:lnTo>
                <a:lnTo>
                  <a:pt x="1562246" y="1024815"/>
                </a:lnTo>
                <a:lnTo>
                  <a:pt x="1562415" y="1024824"/>
                </a:lnTo>
                <a:lnTo>
                  <a:pt x="1562593" y="1024842"/>
                </a:lnTo>
                <a:lnTo>
                  <a:pt x="1562762" y="1024859"/>
                </a:lnTo>
                <a:lnTo>
                  <a:pt x="1562940" y="1024868"/>
                </a:lnTo>
                <a:lnTo>
                  <a:pt x="1563109" y="1024886"/>
                </a:lnTo>
                <a:lnTo>
                  <a:pt x="1563278" y="1024904"/>
                </a:lnTo>
                <a:lnTo>
                  <a:pt x="1563456" y="1024922"/>
                </a:lnTo>
                <a:lnTo>
                  <a:pt x="1563625" y="1024931"/>
                </a:lnTo>
                <a:lnTo>
                  <a:pt x="1563803" y="1024949"/>
                </a:lnTo>
                <a:lnTo>
                  <a:pt x="1563972" y="1024966"/>
                </a:lnTo>
                <a:lnTo>
                  <a:pt x="1564150" y="1024975"/>
                </a:lnTo>
                <a:lnTo>
                  <a:pt x="1564319" y="1024993"/>
                </a:lnTo>
                <a:lnTo>
                  <a:pt x="1564488" y="1025002"/>
                </a:lnTo>
                <a:lnTo>
                  <a:pt x="1564666" y="1025020"/>
                </a:lnTo>
                <a:lnTo>
                  <a:pt x="1564835" y="1025037"/>
                </a:lnTo>
                <a:lnTo>
                  <a:pt x="1565013" y="1025046"/>
                </a:lnTo>
                <a:lnTo>
                  <a:pt x="1565182" y="1025064"/>
                </a:lnTo>
                <a:lnTo>
                  <a:pt x="1565351" y="1025082"/>
                </a:lnTo>
                <a:lnTo>
                  <a:pt x="1565529" y="1025091"/>
                </a:lnTo>
                <a:lnTo>
                  <a:pt x="1565698" y="1025109"/>
                </a:lnTo>
                <a:lnTo>
                  <a:pt x="1565876" y="1025117"/>
                </a:lnTo>
                <a:lnTo>
                  <a:pt x="1566045" y="1025135"/>
                </a:lnTo>
                <a:lnTo>
                  <a:pt x="1566223" y="1025153"/>
                </a:lnTo>
                <a:lnTo>
                  <a:pt x="1566392" y="1025162"/>
                </a:lnTo>
                <a:lnTo>
                  <a:pt x="1566561" y="1025180"/>
                </a:lnTo>
                <a:lnTo>
                  <a:pt x="1566739" y="1025189"/>
                </a:lnTo>
                <a:lnTo>
                  <a:pt x="1566908" y="1025206"/>
                </a:lnTo>
                <a:lnTo>
                  <a:pt x="1567086" y="1025224"/>
                </a:lnTo>
                <a:lnTo>
                  <a:pt x="1567255" y="1025233"/>
                </a:lnTo>
                <a:lnTo>
                  <a:pt x="1567433" y="1025251"/>
                </a:lnTo>
                <a:lnTo>
                  <a:pt x="1567602" y="1025260"/>
                </a:lnTo>
                <a:lnTo>
                  <a:pt x="1567771" y="1025278"/>
                </a:lnTo>
                <a:lnTo>
                  <a:pt x="1567949" y="1025287"/>
                </a:lnTo>
                <a:lnTo>
                  <a:pt x="1568118" y="1025304"/>
                </a:lnTo>
                <a:lnTo>
                  <a:pt x="1568296" y="1025313"/>
                </a:lnTo>
                <a:lnTo>
                  <a:pt x="1568465" y="1025331"/>
                </a:lnTo>
                <a:lnTo>
                  <a:pt x="1568643" y="1025340"/>
                </a:lnTo>
                <a:lnTo>
                  <a:pt x="1568812" y="1025358"/>
                </a:lnTo>
                <a:lnTo>
                  <a:pt x="1568981" y="1025367"/>
                </a:lnTo>
                <a:lnTo>
                  <a:pt x="1569159" y="1025384"/>
                </a:lnTo>
                <a:lnTo>
                  <a:pt x="1569328" y="1025393"/>
                </a:lnTo>
                <a:lnTo>
                  <a:pt x="1569505" y="1025411"/>
                </a:lnTo>
                <a:lnTo>
                  <a:pt x="1569675" y="1025420"/>
                </a:lnTo>
                <a:lnTo>
                  <a:pt x="1569853" y="1025438"/>
                </a:lnTo>
                <a:lnTo>
                  <a:pt x="1570022" y="1025447"/>
                </a:lnTo>
                <a:lnTo>
                  <a:pt x="1570191" y="1025464"/>
                </a:lnTo>
                <a:lnTo>
                  <a:pt x="1570369" y="1025473"/>
                </a:lnTo>
                <a:lnTo>
                  <a:pt x="1570538" y="1025491"/>
                </a:lnTo>
                <a:lnTo>
                  <a:pt x="1570715" y="1025500"/>
                </a:lnTo>
                <a:lnTo>
                  <a:pt x="1570884" y="1025518"/>
                </a:lnTo>
                <a:lnTo>
                  <a:pt x="1571062" y="1025527"/>
                </a:lnTo>
                <a:lnTo>
                  <a:pt x="1571232" y="1025544"/>
                </a:lnTo>
                <a:lnTo>
                  <a:pt x="1571401" y="1025553"/>
                </a:lnTo>
                <a:lnTo>
                  <a:pt x="1571578" y="1025562"/>
                </a:lnTo>
                <a:lnTo>
                  <a:pt x="1571747" y="1025580"/>
                </a:lnTo>
                <a:lnTo>
                  <a:pt x="1571925" y="1025589"/>
                </a:lnTo>
                <a:lnTo>
                  <a:pt x="1572094" y="1025607"/>
                </a:lnTo>
                <a:lnTo>
                  <a:pt x="1572272" y="1025616"/>
                </a:lnTo>
                <a:lnTo>
                  <a:pt x="1572441" y="1025634"/>
                </a:lnTo>
                <a:lnTo>
                  <a:pt x="1572610" y="1025642"/>
                </a:lnTo>
                <a:lnTo>
                  <a:pt x="1572788" y="1025651"/>
                </a:lnTo>
                <a:lnTo>
                  <a:pt x="1572957" y="1025669"/>
                </a:lnTo>
                <a:lnTo>
                  <a:pt x="1573135" y="1025678"/>
                </a:lnTo>
                <a:lnTo>
                  <a:pt x="1573304" y="1025696"/>
                </a:lnTo>
                <a:lnTo>
                  <a:pt x="1573482" y="1025705"/>
                </a:lnTo>
                <a:lnTo>
                  <a:pt x="1573651" y="1025714"/>
                </a:lnTo>
                <a:lnTo>
                  <a:pt x="1573820" y="1025731"/>
                </a:lnTo>
                <a:lnTo>
                  <a:pt x="1573998" y="1025740"/>
                </a:lnTo>
                <a:lnTo>
                  <a:pt x="1574167" y="1025749"/>
                </a:lnTo>
                <a:lnTo>
                  <a:pt x="1574345" y="1025767"/>
                </a:lnTo>
                <a:lnTo>
                  <a:pt x="1574514" y="1025776"/>
                </a:lnTo>
                <a:lnTo>
                  <a:pt x="1574692" y="1025785"/>
                </a:lnTo>
                <a:lnTo>
                  <a:pt x="1574861" y="1025803"/>
                </a:lnTo>
                <a:lnTo>
                  <a:pt x="1575030" y="1025811"/>
                </a:lnTo>
                <a:lnTo>
                  <a:pt x="1575208" y="1025820"/>
                </a:lnTo>
                <a:lnTo>
                  <a:pt x="1575377" y="1025838"/>
                </a:lnTo>
                <a:lnTo>
                  <a:pt x="1575555" y="1025847"/>
                </a:lnTo>
                <a:lnTo>
                  <a:pt x="1575724" y="1025856"/>
                </a:lnTo>
                <a:lnTo>
                  <a:pt x="1575902" y="1025874"/>
                </a:lnTo>
                <a:lnTo>
                  <a:pt x="1576071" y="1025883"/>
                </a:lnTo>
                <a:lnTo>
                  <a:pt x="1576240" y="1025891"/>
                </a:lnTo>
                <a:lnTo>
                  <a:pt x="1576418" y="1025909"/>
                </a:lnTo>
                <a:lnTo>
                  <a:pt x="1576587" y="1025918"/>
                </a:lnTo>
                <a:lnTo>
                  <a:pt x="1576765" y="1025927"/>
                </a:lnTo>
                <a:lnTo>
                  <a:pt x="1576934" y="1025945"/>
                </a:lnTo>
                <a:lnTo>
                  <a:pt x="1577112" y="1025954"/>
                </a:lnTo>
                <a:lnTo>
                  <a:pt x="1577281" y="1025963"/>
                </a:lnTo>
                <a:lnTo>
                  <a:pt x="1577450" y="1025972"/>
                </a:lnTo>
                <a:lnTo>
                  <a:pt x="1577628" y="1025989"/>
                </a:lnTo>
                <a:lnTo>
                  <a:pt x="1577797" y="1025998"/>
                </a:lnTo>
                <a:lnTo>
                  <a:pt x="1577975" y="1026007"/>
                </a:lnTo>
                <a:lnTo>
                  <a:pt x="1578144" y="1026016"/>
                </a:lnTo>
                <a:lnTo>
                  <a:pt x="1578322" y="1026034"/>
                </a:lnTo>
                <a:lnTo>
                  <a:pt x="1578491" y="1026043"/>
                </a:lnTo>
                <a:lnTo>
                  <a:pt x="1578660" y="1026052"/>
                </a:lnTo>
                <a:lnTo>
                  <a:pt x="1578838" y="1026061"/>
                </a:lnTo>
                <a:lnTo>
                  <a:pt x="1579007" y="1026078"/>
                </a:lnTo>
                <a:lnTo>
                  <a:pt x="1579185" y="1026087"/>
                </a:lnTo>
                <a:lnTo>
                  <a:pt x="1579354" y="1026096"/>
                </a:lnTo>
                <a:lnTo>
                  <a:pt x="1579532" y="1026105"/>
                </a:lnTo>
                <a:lnTo>
                  <a:pt x="1579701" y="1026123"/>
                </a:lnTo>
                <a:lnTo>
                  <a:pt x="1579870" y="1026132"/>
                </a:lnTo>
                <a:lnTo>
                  <a:pt x="1580048" y="1026141"/>
                </a:lnTo>
                <a:lnTo>
                  <a:pt x="1580217" y="1026150"/>
                </a:lnTo>
                <a:lnTo>
                  <a:pt x="1580395" y="1026158"/>
                </a:lnTo>
                <a:lnTo>
                  <a:pt x="1580564" y="1026176"/>
                </a:lnTo>
                <a:lnTo>
                  <a:pt x="1580742" y="1026185"/>
                </a:lnTo>
                <a:lnTo>
                  <a:pt x="1580911" y="1026194"/>
                </a:lnTo>
                <a:lnTo>
                  <a:pt x="1581080" y="1026203"/>
                </a:lnTo>
                <a:lnTo>
                  <a:pt x="1581258" y="1026212"/>
                </a:lnTo>
                <a:lnTo>
                  <a:pt x="1581427" y="1026230"/>
                </a:lnTo>
                <a:lnTo>
                  <a:pt x="1581605" y="1026238"/>
                </a:lnTo>
                <a:lnTo>
                  <a:pt x="1581774" y="1026247"/>
                </a:lnTo>
                <a:lnTo>
                  <a:pt x="1581952" y="1026256"/>
                </a:lnTo>
                <a:lnTo>
                  <a:pt x="1582121" y="1026265"/>
                </a:lnTo>
                <a:lnTo>
                  <a:pt x="1582290" y="1026274"/>
                </a:lnTo>
                <a:lnTo>
                  <a:pt x="1582468" y="1026292"/>
                </a:lnTo>
                <a:lnTo>
                  <a:pt x="1582637" y="1026301"/>
                </a:lnTo>
                <a:lnTo>
                  <a:pt x="1582815" y="1026310"/>
                </a:lnTo>
                <a:lnTo>
                  <a:pt x="1582984" y="1026318"/>
                </a:lnTo>
                <a:lnTo>
                  <a:pt x="1583162" y="1026327"/>
                </a:lnTo>
                <a:lnTo>
                  <a:pt x="1583331" y="1026336"/>
                </a:lnTo>
                <a:lnTo>
                  <a:pt x="1583500" y="1026345"/>
                </a:lnTo>
                <a:lnTo>
                  <a:pt x="1583678" y="1026363"/>
                </a:lnTo>
                <a:lnTo>
                  <a:pt x="1583847" y="1026372"/>
                </a:lnTo>
                <a:lnTo>
                  <a:pt x="1584025" y="1026381"/>
                </a:lnTo>
                <a:lnTo>
                  <a:pt x="1584194" y="1026390"/>
                </a:lnTo>
                <a:lnTo>
                  <a:pt x="1584363" y="1026399"/>
                </a:lnTo>
                <a:lnTo>
                  <a:pt x="1584541" y="1026408"/>
                </a:lnTo>
                <a:lnTo>
                  <a:pt x="1584710" y="1026416"/>
                </a:lnTo>
                <a:lnTo>
                  <a:pt x="1584887" y="1026425"/>
                </a:lnTo>
                <a:lnTo>
                  <a:pt x="1585057" y="1026434"/>
                </a:lnTo>
                <a:lnTo>
                  <a:pt x="1585235" y="1026443"/>
                </a:lnTo>
                <a:lnTo>
                  <a:pt x="1585404" y="1026461"/>
                </a:lnTo>
                <a:lnTo>
                  <a:pt x="1585572" y="1026470"/>
                </a:lnTo>
                <a:lnTo>
                  <a:pt x="1585750" y="1026479"/>
                </a:lnTo>
                <a:lnTo>
                  <a:pt x="1585920" y="1026488"/>
                </a:lnTo>
                <a:lnTo>
                  <a:pt x="1586097" y="1026496"/>
                </a:lnTo>
                <a:lnTo>
                  <a:pt x="1586266" y="1026505"/>
                </a:lnTo>
                <a:lnTo>
                  <a:pt x="1586444" y="1026514"/>
                </a:lnTo>
                <a:lnTo>
                  <a:pt x="1586614" y="1026523"/>
                </a:lnTo>
                <a:lnTo>
                  <a:pt x="1586783" y="1026532"/>
                </a:lnTo>
                <a:lnTo>
                  <a:pt x="1586960" y="1026541"/>
                </a:lnTo>
                <a:lnTo>
                  <a:pt x="1587129" y="1026550"/>
                </a:lnTo>
                <a:lnTo>
                  <a:pt x="1587307" y="1026559"/>
                </a:lnTo>
                <a:lnTo>
                  <a:pt x="1587476" y="1026568"/>
                </a:lnTo>
                <a:lnTo>
                  <a:pt x="1587654" y="1026577"/>
                </a:lnTo>
                <a:lnTo>
                  <a:pt x="1587823" y="1026585"/>
                </a:lnTo>
                <a:lnTo>
                  <a:pt x="1587992" y="1026594"/>
                </a:lnTo>
                <a:lnTo>
                  <a:pt x="1588170" y="1026603"/>
                </a:lnTo>
                <a:lnTo>
                  <a:pt x="1588339" y="1026612"/>
                </a:lnTo>
                <a:lnTo>
                  <a:pt x="1588517" y="1026630"/>
                </a:lnTo>
                <a:lnTo>
                  <a:pt x="1588686" y="1026639"/>
                </a:lnTo>
                <a:lnTo>
                  <a:pt x="1588864" y="1026648"/>
                </a:lnTo>
                <a:lnTo>
                  <a:pt x="1589033" y="1026657"/>
                </a:lnTo>
                <a:lnTo>
                  <a:pt x="1589202" y="1026665"/>
                </a:lnTo>
                <a:lnTo>
                  <a:pt x="1589380" y="1026674"/>
                </a:lnTo>
                <a:lnTo>
                  <a:pt x="1589549" y="1026683"/>
                </a:lnTo>
                <a:lnTo>
                  <a:pt x="1589727" y="1026692"/>
                </a:lnTo>
                <a:lnTo>
                  <a:pt x="1589896" y="1026701"/>
                </a:lnTo>
                <a:lnTo>
                  <a:pt x="1590074" y="1026710"/>
                </a:lnTo>
                <a:lnTo>
                  <a:pt x="1590243" y="1026719"/>
                </a:lnTo>
                <a:lnTo>
                  <a:pt x="1590412" y="1026719"/>
                </a:lnTo>
                <a:lnTo>
                  <a:pt x="1590590" y="1026728"/>
                </a:lnTo>
                <a:lnTo>
                  <a:pt x="1590759" y="1026737"/>
                </a:lnTo>
                <a:lnTo>
                  <a:pt x="1590937" y="1026746"/>
                </a:lnTo>
                <a:lnTo>
                  <a:pt x="1591106" y="1026754"/>
                </a:lnTo>
                <a:lnTo>
                  <a:pt x="1591284" y="1026763"/>
                </a:lnTo>
                <a:lnTo>
                  <a:pt x="1591453" y="1026772"/>
                </a:lnTo>
                <a:lnTo>
                  <a:pt x="1591622" y="1026781"/>
                </a:lnTo>
                <a:lnTo>
                  <a:pt x="1591800" y="1026790"/>
                </a:lnTo>
                <a:lnTo>
                  <a:pt x="1591969" y="1026799"/>
                </a:lnTo>
                <a:lnTo>
                  <a:pt x="1592147" y="1026808"/>
                </a:lnTo>
                <a:lnTo>
                  <a:pt x="1592316" y="1026817"/>
                </a:lnTo>
                <a:lnTo>
                  <a:pt x="1592494" y="1026826"/>
                </a:lnTo>
                <a:lnTo>
                  <a:pt x="1592663" y="1026835"/>
                </a:lnTo>
                <a:lnTo>
                  <a:pt x="1592832" y="1026843"/>
                </a:lnTo>
                <a:lnTo>
                  <a:pt x="1593010" y="1026852"/>
                </a:lnTo>
                <a:lnTo>
                  <a:pt x="1593179" y="1026861"/>
                </a:lnTo>
                <a:lnTo>
                  <a:pt x="1593357" y="1026870"/>
                </a:lnTo>
                <a:lnTo>
                  <a:pt x="1593526" y="1026879"/>
                </a:lnTo>
                <a:lnTo>
                  <a:pt x="1593704" y="1026879"/>
                </a:lnTo>
                <a:lnTo>
                  <a:pt x="1593873" y="1026888"/>
                </a:lnTo>
                <a:lnTo>
                  <a:pt x="1594042" y="1026897"/>
                </a:lnTo>
                <a:lnTo>
                  <a:pt x="1594220" y="1026906"/>
                </a:lnTo>
                <a:lnTo>
                  <a:pt x="1594389" y="1026915"/>
                </a:lnTo>
                <a:lnTo>
                  <a:pt x="1594567" y="1026923"/>
                </a:lnTo>
                <a:lnTo>
                  <a:pt x="1594736" y="1026932"/>
                </a:lnTo>
                <a:lnTo>
                  <a:pt x="1594914" y="1026941"/>
                </a:lnTo>
                <a:lnTo>
                  <a:pt x="1595083" y="1026950"/>
                </a:lnTo>
                <a:lnTo>
                  <a:pt x="1595252" y="1026959"/>
                </a:lnTo>
                <a:lnTo>
                  <a:pt x="1595430" y="1026959"/>
                </a:lnTo>
                <a:lnTo>
                  <a:pt x="1595599" y="1026968"/>
                </a:lnTo>
                <a:lnTo>
                  <a:pt x="1595777" y="1026977"/>
                </a:lnTo>
                <a:lnTo>
                  <a:pt x="1595946" y="1026986"/>
                </a:lnTo>
                <a:lnTo>
                  <a:pt x="1596124" y="1026995"/>
                </a:lnTo>
                <a:lnTo>
                  <a:pt x="1596293" y="1027004"/>
                </a:lnTo>
                <a:lnTo>
                  <a:pt x="1596462" y="1027012"/>
                </a:lnTo>
                <a:lnTo>
                  <a:pt x="1596640" y="1027021"/>
                </a:lnTo>
                <a:lnTo>
                  <a:pt x="1596809" y="1027021"/>
                </a:lnTo>
                <a:lnTo>
                  <a:pt x="1596987" y="1027030"/>
                </a:lnTo>
                <a:lnTo>
                  <a:pt x="1597156" y="1027039"/>
                </a:lnTo>
                <a:lnTo>
                  <a:pt x="1597334" y="1027048"/>
                </a:lnTo>
                <a:lnTo>
                  <a:pt x="1597503" y="1027057"/>
                </a:lnTo>
                <a:lnTo>
                  <a:pt x="1597672" y="1027066"/>
                </a:lnTo>
                <a:lnTo>
                  <a:pt x="1597850" y="1027075"/>
                </a:lnTo>
                <a:lnTo>
                  <a:pt x="1598019" y="1027075"/>
                </a:lnTo>
                <a:lnTo>
                  <a:pt x="1598197" y="1027084"/>
                </a:lnTo>
                <a:lnTo>
                  <a:pt x="1598366" y="1027092"/>
                </a:lnTo>
                <a:lnTo>
                  <a:pt x="1598544" y="1027101"/>
                </a:lnTo>
                <a:lnTo>
                  <a:pt x="1598713" y="1027110"/>
                </a:lnTo>
                <a:lnTo>
                  <a:pt x="1598882" y="1027110"/>
                </a:lnTo>
                <a:lnTo>
                  <a:pt x="1599060" y="1027119"/>
                </a:lnTo>
                <a:lnTo>
                  <a:pt x="1599229" y="1027128"/>
                </a:lnTo>
                <a:lnTo>
                  <a:pt x="1599407" y="1027137"/>
                </a:lnTo>
                <a:lnTo>
                  <a:pt x="1599576" y="1027146"/>
                </a:lnTo>
                <a:lnTo>
                  <a:pt x="1599753" y="1027155"/>
                </a:lnTo>
                <a:lnTo>
                  <a:pt x="1599923" y="1027155"/>
                </a:lnTo>
                <a:lnTo>
                  <a:pt x="1600092" y="1027164"/>
                </a:lnTo>
                <a:lnTo>
                  <a:pt x="1600269" y="1027173"/>
                </a:lnTo>
                <a:lnTo>
                  <a:pt x="1600438" y="1027182"/>
                </a:lnTo>
                <a:lnTo>
                  <a:pt x="1600617" y="1027190"/>
                </a:lnTo>
                <a:lnTo>
                  <a:pt x="1600786" y="1027190"/>
                </a:lnTo>
                <a:lnTo>
                  <a:pt x="1600963" y="1027199"/>
                </a:lnTo>
                <a:lnTo>
                  <a:pt x="1601132" y="1027208"/>
                </a:lnTo>
                <a:lnTo>
                  <a:pt x="1601301" y="1027217"/>
                </a:lnTo>
                <a:lnTo>
                  <a:pt x="1601479" y="1027217"/>
                </a:lnTo>
                <a:lnTo>
                  <a:pt x="1601648" y="1027226"/>
                </a:lnTo>
                <a:lnTo>
                  <a:pt x="1601826" y="1027235"/>
                </a:lnTo>
                <a:lnTo>
                  <a:pt x="1601995" y="1027244"/>
                </a:lnTo>
                <a:lnTo>
                  <a:pt x="1602173" y="1027253"/>
                </a:lnTo>
                <a:lnTo>
                  <a:pt x="1602342" y="1027253"/>
                </a:lnTo>
                <a:lnTo>
                  <a:pt x="1602511" y="1027262"/>
                </a:lnTo>
                <a:lnTo>
                  <a:pt x="1602689" y="1027270"/>
                </a:lnTo>
                <a:lnTo>
                  <a:pt x="1602858" y="1027279"/>
                </a:lnTo>
                <a:lnTo>
                  <a:pt x="1603036" y="1027279"/>
                </a:lnTo>
                <a:lnTo>
                  <a:pt x="1603205" y="1027288"/>
                </a:lnTo>
                <a:lnTo>
                  <a:pt x="1603374" y="1027297"/>
                </a:lnTo>
                <a:lnTo>
                  <a:pt x="1603552" y="1027306"/>
                </a:lnTo>
                <a:lnTo>
                  <a:pt x="1603721" y="1027306"/>
                </a:lnTo>
                <a:lnTo>
                  <a:pt x="1603899" y="1027315"/>
                </a:lnTo>
                <a:lnTo>
                  <a:pt x="1604068" y="1027324"/>
                </a:lnTo>
                <a:lnTo>
                  <a:pt x="1604246" y="1027333"/>
                </a:lnTo>
                <a:lnTo>
                  <a:pt x="1604415" y="1027333"/>
                </a:lnTo>
                <a:lnTo>
                  <a:pt x="1604584" y="1027342"/>
                </a:lnTo>
                <a:lnTo>
                  <a:pt x="1604762" y="1027351"/>
                </a:lnTo>
                <a:lnTo>
                  <a:pt x="1604931" y="1027351"/>
                </a:lnTo>
                <a:lnTo>
                  <a:pt x="1605109" y="1027359"/>
                </a:lnTo>
                <a:lnTo>
                  <a:pt x="1605278" y="1027368"/>
                </a:lnTo>
                <a:lnTo>
                  <a:pt x="1605456" y="1027377"/>
                </a:lnTo>
                <a:lnTo>
                  <a:pt x="1605625" y="1027377"/>
                </a:lnTo>
                <a:lnTo>
                  <a:pt x="1605794" y="1027386"/>
                </a:lnTo>
                <a:lnTo>
                  <a:pt x="1605972" y="1027395"/>
                </a:lnTo>
                <a:lnTo>
                  <a:pt x="1606141" y="1027395"/>
                </a:lnTo>
                <a:lnTo>
                  <a:pt x="1606319" y="1027404"/>
                </a:lnTo>
                <a:lnTo>
                  <a:pt x="1606488" y="1027413"/>
                </a:lnTo>
                <a:lnTo>
                  <a:pt x="1606666" y="1027422"/>
                </a:lnTo>
                <a:lnTo>
                  <a:pt x="1606835" y="1027422"/>
                </a:lnTo>
                <a:lnTo>
                  <a:pt x="1607004" y="1027431"/>
                </a:lnTo>
                <a:lnTo>
                  <a:pt x="1607182" y="1027439"/>
                </a:lnTo>
                <a:lnTo>
                  <a:pt x="1607351" y="1027439"/>
                </a:lnTo>
                <a:lnTo>
                  <a:pt x="1607529" y="1027448"/>
                </a:lnTo>
                <a:lnTo>
                  <a:pt x="1607698" y="1027457"/>
                </a:lnTo>
                <a:lnTo>
                  <a:pt x="1607876" y="1027457"/>
                </a:lnTo>
                <a:lnTo>
                  <a:pt x="1608045" y="1027466"/>
                </a:lnTo>
                <a:lnTo>
                  <a:pt x="1608214" y="1027475"/>
                </a:lnTo>
                <a:lnTo>
                  <a:pt x="1608392" y="1027475"/>
                </a:lnTo>
                <a:lnTo>
                  <a:pt x="1608561" y="1027484"/>
                </a:lnTo>
                <a:lnTo>
                  <a:pt x="1608739" y="1027493"/>
                </a:lnTo>
                <a:lnTo>
                  <a:pt x="1608908" y="1027493"/>
                </a:lnTo>
                <a:lnTo>
                  <a:pt x="1609086" y="1027502"/>
                </a:lnTo>
                <a:lnTo>
                  <a:pt x="1609255" y="1027511"/>
                </a:lnTo>
                <a:lnTo>
                  <a:pt x="1609424" y="1027511"/>
                </a:lnTo>
                <a:lnTo>
                  <a:pt x="1609602" y="1027520"/>
                </a:lnTo>
                <a:lnTo>
                  <a:pt x="1609771" y="1027528"/>
                </a:lnTo>
                <a:lnTo>
                  <a:pt x="1609949" y="1027528"/>
                </a:lnTo>
                <a:lnTo>
                  <a:pt x="1610118" y="1027537"/>
                </a:lnTo>
                <a:lnTo>
                  <a:pt x="1610296" y="1027546"/>
                </a:lnTo>
                <a:lnTo>
                  <a:pt x="1610465" y="1027546"/>
                </a:lnTo>
                <a:lnTo>
                  <a:pt x="1610634" y="1027555"/>
                </a:lnTo>
                <a:lnTo>
                  <a:pt x="1610812" y="1027564"/>
                </a:lnTo>
                <a:lnTo>
                  <a:pt x="1610981" y="1027564"/>
                </a:lnTo>
                <a:lnTo>
                  <a:pt x="1611159" y="1027573"/>
                </a:lnTo>
                <a:lnTo>
                  <a:pt x="1611328" y="1027573"/>
                </a:lnTo>
                <a:lnTo>
                  <a:pt x="1611506" y="1027582"/>
                </a:lnTo>
                <a:lnTo>
                  <a:pt x="1611675" y="1027591"/>
                </a:lnTo>
                <a:lnTo>
                  <a:pt x="1611844" y="1027591"/>
                </a:lnTo>
                <a:lnTo>
                  <a:pt x="1612022" y="1027600"/>
                </a:lnTo>
                <a:lnTo>
                  <a:pt x="1612191" y="1027609"/>
                </a:lnTo>
                <a:lnTo>
                  <a:pt x="1612369" y="1027609"/>
                </a:lnTo>
                <a:lnTo>
                  <a:pt x="1612538" y="1027617"/>
                </a:lnTo>
                <a:lnTo>
                  <a:pt x="1612716" y="1027617"/>
                </a:lnTo>
                <a:lnTo>
                  <a:pt x="1612885" y="1027626"/>
                </a:lnTo>
                <a:lnTo>
                  <a:pt x="1613054" y="1027635"/>
                </a:lnTo>
                <a:lnTo>
                  <a:pt x="1613232" y="1027635"/>
                </a:lnTo>
                <a:lnTo>
                  <a:pt x="1613401" y="1027644"/>
                </a:lnTo>
                <a:lnTo>
                  <a:pt x="1613579" y="1027644"/>
                </a:lnTo>
                <a:lnTo>
                  <a:pt x="1613748" y="1027653"/>
                </a:lnTo>
                <a:lnTo>
                  <a:pt x="1613926" y="1027662"/>
                </a:lnTo>
                <a:lnTo>
                  <a:pt x="1614095" y="1027662"/>
                </a:lnTo>
                <a:lnTo>
                  <a:pt x="1614264" y="1027671"/>
                </a:lnTo>
                <a:lnTo>
                  <a:pt x="1614441" y="1027671"/>
                </a:lnTo>
                <a:lnTo>
                  <a:pt x="1614611" y="1027680"/>
                </a:lnTo>
                <a:lnTo>
                  <a:pt x="1614789" y="1027689"/>
                </a:lnTo>
                <a:lnTo>
                  <a:pt x="1614957" y="1027689"/>
                </a:lnTo>
                <a:lnTo>
                  <a:pt x="1615135" y="1027697"/>
                </a:lnTo>
                <a:lnTo>
                  <a:pt x="1615305" y="1027697"/>
                </a:lnTo>
                <a:lnTo>
                  <a:pt x="1615474" y="1027706"/>
                </a:lnTo>
                <a:lnTo>
                  <a:pt x="1615651" y="1027715"/>
                </a:lnTo>
                <a:lnTo>
                  <a:pt x="1615820" y="1027715"/>
                </a:lnTo>
                <a:lnTo>
                  <a:pt x="1615998" y="1027724"/>
                </a:lnTo>
                <a:lnTo>
                  <a:pt x="1616168" y="1027724"/>
                </a:lnTo>
                <a:lnTo>
                  <a:pt x="1616345" y="1027733"/>
                </a:lnTo>
                <a:lnTo>
                  <a:pt x="1616514" y="1027733"/>
                </a:lnTo>
                <a:lnTo>
                  <a:pt x="1616683" y="1027742"/>
                </a:lnTo>
                <a:lnTo>
                  <a:pt x="1616861" y="1027751"/>
                </a:lnTo>
                <a:lnTo>
                  <a:pt x="1617030" y="1027751"/>
                </a:lnTo>
                <a:lnTo>
                  <a:pt x="1617208" y="1027760"/>
                </a:lnTo>
                <a:lnTo>
                  <a:pt x="1617377" y="1027760"/>
                </a:lnTo>
                <a:lnTo>
                  <a:pt x="1617555" y="1027769"/>
                </a:lnTo>
                <a:lnTo>
                  <a:pt x="1617724" y="1027769"/>
                </a:lnTo>
                <a:lnTo>
                  <a:pt x="1617893" y="1027778"/>
                </a:lnTo>
                <a:lnTo>
                  <a:pt x="1618071" y="1027778"/>
                </a:lnTo>
                <a:lnTo>
                  <a:pt x="1618240" y="1027786"/>
                </a:lnTo>
                <a:lnTo>
                  <a:pt x="1618418" y="1027786"/>
                </a:lnTo>
                <a:lnTo>
                  <a:pt x="1618587" y="1027795"/>
                </a:lnTo>
                <a:lnTo>
                  <a:pt x="1618765" y="1027804"/>
                </a:lnTo>
                <a:lnTo>
                  <a:pt x="1618934" y="1027804"/>
                </a:lnTo>
                <a:lnTo>
                  <a:pt x="1619103" y="1027813"/>
                </a:lnTo>
                <a:lnTo>
                  <a:pt x="1619281" y="1027813"/>
                </a:lnTo>
                <a:lnTo>
                  <a:pt x="1619450" y="1027822"/>
                </a:lnTo>
                <a:lnTo>
                  <a:pt x="1619628" y="1027822"/>
                </a:lnTo>
                <a:lnTo>
                  <a:pt x="1619797" y="1027831"/>
                </a:lnTo>
                <a:lnTo>
                  <a:pt x="1619975" y="1027831"/>
                </a:lnTo>
                <a:lnTo>
                  <a:pt x="1620144" y="1027840"/>
                </a:lnTo>
                <a:lnTo>
                  <a:pt x="1620313" y="1027840"/>
                </a:lnTo>
                <a:lnTo>
                  <a:pt x="1620491" y="1027849"/>
                </a:lnTo>
                <a:lnTo>
                  <a:pt x="1620660" y="1027849"/>
                </a:lnTo>
                <a:lnTo>
                  <a:pt x="1620838" y="1027858"/>
                </a:lnTo>
                <a:lnTo>
                  <a:pt x="1621007" y="1027858"/>
                </a:lnTo>
                <a:lnTo>
                  <a:pt x="1621185" y="1027866"/>
                </a:lnTo>
                <a:lnTo>
                  <a:pt x="1621354" y="1027866"/>
                </a:lnTo>
                <a:lnTo>
                  <a:pt x="1621523" y="1027875"/>
                </a:lnTo>
                <a:lnTo>
                  <a:pt x="1621701" y="1027875"/>
                </a:lnTo>
                <a:lnTo>
                  <a:pt x="1621870" y="1027884"/>
                </a:lnTo>
                <a:lnTo>
                  <a:pt x="1622048" y="1027884"/>
                </a:lnTo>
                <a:lnTo>
                  <a:pt x="1622217" y="1027893"/>
                </a:lnTo>
                <a:lnTo>
                  <a:pt x="1622386" y="1027893"/>
                </a:lnTo>
                <a:lnTo>
                  <a:pt x="1622564" y="1027902"/>
                </a:lnTo>
                <a:lnTo>
                  <a:pt x="1622733" y="1027902"/>
                </a:lnTo>
                <a:lnTo>
                  <a:pt x="1622911" y="1027911"/>
                </a:lnTo>
                <a:lnTo>
                  <a:pt x="1623080" y="1027911"/>
                </a:lnTo>
                <a:lnTo>
                  <a:pt x="1623258" y="1027920"/>
                </a:lnTo>
                <a:lnTo>
                  <a:pt x="1623427" y="1027920"/>
                </a:lnTo>
                <a:lnTo>
                  <a:pt x="1623596" y="1027929"/>
                </a:lnTo>
                <a:lnTo>
                  <a:pt x="1623774" y="1027929"/>
                </a:lnTo>
                <a:lnTo>
                  <a:pt x="1623943" y="1027938"/>
                </a:lnTo>
                <a:lnTo>
                  <a:pt x="1624121" y="1027938"/>
                </a:lnTo>
                <a:lnTo>
                  <a:pt x="1624290" y="1027947"/>
                </a:lnTo>
                <a:lnTo>
                  <a:pt x="1624468" y="1027947"/>
                </a:lnTo>
                <a:lnTo>
                  <a:pt x="1624637" y="1027956"/>
                </a:lnTo>
                <a:lnTo>
                  <a:pt x="1624806" y="1027956"/>
                </a:lnTo>
                <a:lnTo>
                  <a:pt x="1624984" y="1027964"/>
                </a:lnTo>
                <a:lnTo>
                  <a:pt x="1625153" y="1027964"/>
                </a:lnTo>
                <a:lnTo>
                  <a:pt x="1625331" y="1027973"/>
                </a:lnTo>
                <a:lnTo>
                  <a:pt x="1625500" y="1027973"/>
                </a:lnTo>
                <a:lnTo>
                  <a:pt x="1625678" y="1027973"/>
                </a:lnTo>
                <a:lnTo>
                  <a:pt x="1625847" y="1027982"/>
                </a:lnTo>
                <a:lnTo>
                  <a:pt x="1626016" y="1027982"/>
                </a:lnTo>
                <a:lnTo>
                  <a:pt x="1626194" y="1027991"/>
                </a:lnTo>
                <a:lnTo>
                  <a:pt x="1626363" y="1027991"/>
                </a:lnTo>
                <a:lnTo>
                  <a:pt x="1626541" y="1028000"/>
                </a:lnTo>
                <a:lnTo>
                  <a:pt x="1626710" y="1028000"/>
                </a:lnTo>
                <a:lnTo>
                  <a:pt x="1626888" y="1028009"/>
                </a:lnTo>
                <a:lnTo>
                  <a:pt x="1627057" y="1028009"/>
                </a:lnTo>
                <a:lnTo>
                  <a:pt x="1627226" y="1028018"/>
                </a:lnTo>
                <a:lnTo>
                  <a:pt x="1627404" y="1028018"/>
                </a:lnTo>
                <a:lnTo>
                  <a:pt x="1627573" y="1028018"/>
                </a:lnTo>
                <a:lnTo>
                  <a:pt x="1627751" y="1028027"/>
                </a:lnTo>
                <a:lnTo>
                  <a:pt x="1627920" y="1028027"/>
                </a:lnTo>
                <a:lnTo>
                  <a:pt x="1628098" y="1028036"/>
                </a:lnTo>
                <a:lnTo>
                  <a:pt x="1628267" y="1028036"/>
                </a:lnTo>
                <a:lnTo>
                  <a:pt x="1628436" y="1028044"/>
                </a:lnTo>
                <a:lnTo>
                  <a:pt x="1628614" y="1028044"/>
                </a:lnTo>
                <a:lnTo>
                  <a:pt x="1628783" y="1028044"/>
                </a:lnTo>
                <a:lnTo>
                  <a:pt x="1628961" y="1028053"/>
                </a:lnTo>
                <a:lnTo>
                  <a:pt x="1629129" y="1028053"/>
                </a:lnTo>
                <a:lnTo>
                  <a:pt x="1629308" y="1028062"/>
                </a:lnTo>
                <a:lnTo>
                  <a:pt x="1629477" y="1028062"/>
                </a:lnTo>
                <a:lnTo>
                  <a:pt x="1629646" y="1028071"/>
                </a:lnTo>
                <a:lnTo>
                  <a:pt x="1629823" y="1028071"/>
                </a:lnTo>
                <a:lnTo>
                  <a:pt x="1629992" y="1028071"/>
                </a:lnTo>
                <a:lnTo>
                  <a:pt x="1630171" y="1028080"/>
                </a:lnTo>
                <a:lnTo>
                  <a:pt x="1630339" y="1028080"/>
                </a:lnTo>
                <a:lnTo>
                  <a:pt x="1630517" y="1028089"/>
                </a:lnTo>
                <a:lnTo>
                  <a:pt x="1630686" y="1028089"/>
                </a:lnTo>
                <a:lnTo>
                  <a:pt x="1630856" y="1028098"/>
                </a:lnTo>
                <a:lnTo>
                  <a:pt x="1631033" y="1028098"/>
                </a:lnTo>
                <a:lnTo>
                  <a:pt x="1631202" y="1028098"/>
                </a:lnTo>
                <a:lnTo>
                  <a:pt x="1631380" y="1028107"/>
                </a:lnTo>
                <a:lnTo>
                  <a:pt x="1631549" y="1028107"/>
                </a:lnTo>
                <a:lnTo>
                  <a:pt x="1631727" y="1028116"/>
                </a:lnTo>
                <a:lnTo>
                  <a:pt x="1631896" y="1028116"/>
                </a:lnTo>
                <a:lnTo>
                  <a:pt x="1632065" y="1028116"/>
                </a:lnTo>
                <a:lnTo>
                  <a:pt x="1632243" y="1028124"/>
                </a:lnTo>
                <a:lnTo>
                  <a:pt x="1632412" y="1028124"/>
                </a:lnTo>
                <a:lnTo>
                  <a:pt x="1632590" y="1028133"/>
                </a:lnTo>
                <a:lnTo>
                  <a:pt x="1632759" y="1028133"/>
                </a:lnTo>
                <a:lnTo>
                  <a:pt x="1632937" y="1028133"/>
                </a:lnTo>
                <a:lnTo>
                  <a:pt x="1633106" y="1028142"/>
                </a:lnTo>
                <a:lnTo>
                  <a:pt x="1633275" y="1028142"/>
                </a:lnTo>
                <a:lnTo>
                  <a:pt x="1633453" y="1028151"/>
                </a:lnTo>
                <a:lnTo>
                  <a:pt x="1633622" y="1028151"/>
                </a:lnTo>
                <a:lnTo>
                  <a:pt x="1633800" y="1028151"/>
                </a:lnTo>
                <a:lnTo>
                  <a:pt x="1633969" y="1028160"/>
                </a:lnTo>
                <a:lnTo>
                  <a:pt x="1634147" y="1028160"/>
                </a:lnTo>
                <a:lnTo>
                  <a:pt x="1634316" y="1028160"/>
                </a:lnTo>
                <a:lnTo>
                  <a:pt x="1634485" y="1028169"/>
                </a:lnTo>
                <a:lnTo>
                  <a:pt x="1634663" y="1028169"/>
                </a:lnTo>
                <a:lnTo>
                  <a:pt x="1634832" y="1028178"/>
                </a:lnTo>
                <a:lnTo>
                  <a:pt x="1635010" y="1028178"/>
                </a:lnTo>
                <a:lnTo>
                  <a:pt x="1635179" y="1028178"/>
                </a:lnTo>
                <a:lnTo>
                  <a:pt x="1635357" y="1028187"/>
                </a:lnTo>
                <a:lnTo>
                  <a:pt x="1635526" y="1028187"/>
                </a:lnTo>
                <a:lnTo>
                  <a:pt x="1635695" y="1028187"/>
                </a:lnTo>
                <a:lnTo>
                  <a:pt x="1635873" y="1028196"/>
                </a:lnTo>
                <a:lnTo>
                  <a:pt x="1636042" y="1028196"/>
                </a:lnTo>
                <a:lnTo>
                  <a:pt x="1636220" y="1028205"/>
                </a:lnTo>
                <a:lnTo>
                  <a:pt x="1636389" y="1028205"/>
                </a:lnTo>
                <a:lnTo>
                  <a:pt x="1636567" y="1028205"/>
                </a:lnTo>
                <a:lnTo>
                  <a:pt x="1636736" y="1028213"/>
                </a:lnTo>
                <a:lnTo>
                  <a:pt x="1636905" y="1028213"/>
                </a:lnTo>
                <a:lnTo>
                  <a:pt x="1637083" y="1028213"/>
                </a:lnTo>
                <a:lnTo>
                  <a:pt x="1637252" y="1028222"/>
                </a:lnTo>
                <a:lnTo>
                  <a:pt x="1637430" y="1028222"/>
                </a:lnTo>
                <a:lnTo>
                  <a:pt x="1637599" y="1028222"/>
                </a:lnTo>
                <a:lnTo>
                  <a:pt x="1637777" y="1028231"/>
                </a:lnTo>
                <a:lnTo>
                  <a:pt x="1637946" y="1028231"/>
                </a:lnTo>
                <a:lnTo>
                  <a:pt x="1638115" y="1028231"/>
                </a:lnTo>
                <a:lnTo>
                  <a:pt x="1638293" y="1028240"/>
                </a:lnTo>
                <a:lnTo>
                  <a:pt x="1638462" y="1028240"/>
                </a:lnTo>
                <a:lnTo>
                  <a:pt x="1638640" y="1028240"/>
                </a:lnTo>
                <a:lnTo>
                  <a:pt x="1638809" y="1028249"/>
                </a:lnTo>
                <a:lnTo>
                  <a:pt x="1638987" y="1028249"/>
                </a:lnTo>
                <a:lnTo>
                  <a:pt x="1639156" y="1028258"/>
                </a:lnTo>
                <a:lnTo>
                  <a:pt x="1639325" y="1028258"/>
                </a:lnTo>
                <a:lnTo>
                  <a:pt x="1639503" y="1028258"/>
                </a:lnTo>
                <a:lnTo>
                  <a:pt x="1639672" y="1028267"/>
                </a:lnTo>
                <a:lnTo>
                  <a:pt x="1639850" y="1028267"/>
                </a:lnTo>
                <a:lnTo>
                  <a:pt x="1640019" y="1028267"/>
                </a:lnTo>
                <a:lnTo>
                  <a:pt x="1640197" y="1028276"/>
                </a:lnTo>
                <a:lnTo>
                  <a:pt x="1640366" y="1028276"/>
                </a:lnTo>
                <a:lnTo>
                  <a:pt x="1640535" y="1028276"/>
                </a:lnTo>
                <a:lnTo>
                  <a:pt x="1640713" y="1028285"/>
                </a:lnTo>
                <a:lnTo>
                  <a:pt x="1640882" y="1028285"/>
                </a:lnTo>
                <a:lnTo>
                  <a:pt x="1641060" y="1028285"/>
                </a:lnTo>
                <a:lnTo>
                  <a:pt x="1641229" y="1028294"/>
                </a:lnTo>
                <a:lnTo>
                  <a:pt x="1641407" y="1028294"/>
                </a:lnTo>
                <a:lnTo>
                  <a:pt x="1641576" y="1028294"/>
                </a:lnTo>
                <a:lnTo>
                  <a:pt x="1641745" y="1028294"/>
                </a:lnTo>
                <a:lnTo>
                  <a:pt x="1641923" y="1028302"/>
                </a:lnTo>
                <a:lnTo>
                  <a:pt x="1642092" y="1028302"/>
                </a:lnTo>
                <a:lnTo>
                  <a:pt x="1642270" y="1028302"/>
                </a:lnTo>
                <a:lnTo>
                  <a:pt x="1642439" y="1028311"/>
                </a:lnTo>
                <a:lnTo>
                  <a:pt x="1642608" y="1028311"/>
                </a:lnTo>
                <a:lnTo>
                  <a:pt x="1642786" y="1028311"/>
                </a:lnTo>
                <a:lnTo>
                  <a:pt x="1642955" y="1028320"/>
                </a:lnTo>
                <a:lnTo>
                  <a:pt x="1643132" y="1028320"/>
                </a:lnTo>
                <a:lnTo>
                  <a:pt x="1643302" y="1028320"/>
                </a:lnTo>
                <a:lnTo>
                  <a:pt x="1643480" y="1028329"/>
                </a:lnTo>
                <a:lnTo>
                  <a:pt x="1643649" y="1028329"/>
                </a:lnTo>
                <a:lnTo>
                  <a:pt x="1643818" y="1028329"/>
                </a:lnTo>
                <a:lnTo>
                  <a:pt x="1643996" y="1028338"/>
                </a:lnTo>
                <a:lnTo>
                  <a:pt x="1644165" y="1028338"/>
                </a:lnTo>
                <a:lnTo>
                  <a:pt x="1644342" y="1028338"/>
                </a:lnTo>
                <a:lnTo>
                  <a:pt x="1644511" y="1028338"/>
                </a:lnTo>
                <a:lnTo>
                  <a:pt x="1644689" y="1028347"/>
                </a:lnTo>
                <a:lnTo>
                  <a:pt x="1644859" y="1028347"/>
                </a:lnTo>
                <a:lnTo>
                  <a:pt x="1645028" y="1028347"/>
                </a:lnTo>
                <a:lnTo>
                  <a:pt x="1645205" y="1028356"/>
                </a:lnTo>
                <a:lnTo>
                  <a:pt x="1645374" y="1028356"/>
                </a:lnTo>
                <a:lnTo>
                  <a:pt x="1645553" y="1028356"/>
                </a:lnTo>
                <a:lnTo>
                  <a:pt x="1645721" y="1028365"/>
                </a:lnTo>
                <a:lnTo>
                  <a:pt x="1645899" y="1028365"/>
                </a:lnTo>
                <a:lnTo>
                  <a:pt x="1646068" y="1028365"/>
                </a:lnTo>
                <a:lnTo>
                  <a:pt x="1646237" y="1028365"/>
                </a:lnTo>
                <a:lnTo>
                  <a:pt x="1646415" y="1028374"/>
                </a:lnTo>
                <a:lnTo>
                  <a:pt x="1646584" y="1028374"/>
                </a:lnTo>
                <a:lnTo>
                  <a:pt x="1646762" y="1028374"/>
                </a:lnTo>
                <a:lnTo>
                  <a:pt x="1646931" y="1028383"/>
                </a:lnTo>
                <a:lnTo>
                  <a:pt x="1647109" y="1028383"/>
                </a:lnTo>
                <a:lnTo>
                  <a:pt x="1647278" y="1028383"/>
                </a:lnTo>
                <a:lnTo>
                  <a:pt x="1647447" y="1028383"/>
                </a:lnTo>
                <a:lnTo>
                  <a:pt x="1647625" y="1028391"/>
                </a:lnTo>
                <a:lnTo>
                  <a:pt x="1647794" y="1028391"/>
                </a:lnTo>
                <a:lnTo>
                  <a:pt x="1647972" y="1028391"/>
                </a:lnTo>
                <a:lnTo>
                  <a:pt x="1648141" y="1028400"/>
                </a:lnTo>
                <a:lnTo>
                  <a:pt x="1648319" y="1028400"/>
                </a:lnTo>
                <a:lnTo>
                  <a:pt x="1648488" y="1028400"/>
                </a:lnTo>
                <a:lnTo>
                  <a:pt x="1648657" y="1028400"/>
                </a:lnTo>
                <a:lnTo>
                  <a:pt x="1648835" y="1028409"/>
                </a:lnTo>
                <a:lnTo>
                  <a:pt x="1649004" y="1028409"/>
                </a:lnTo>
                <a:lnTo>
                  <a:pt x="1649182" y="1028409"/>
                </a:lnTo>
                <a:lnTo>
                  <a:pt x="1649351" y="1028409"/>
                </a:lnTo>
                <a:lnTo>
                  <a:pt x="1649529" y="1028418"/>
                </a:lnTo>
                <a:lnTo>
                  <a:pt x="1649698" y="1028418"/>
                </a:lnTo>
                <a:lnTo>
                  <a:pt x="1649867" y="1028418"/>
                </a:lnTo>
                <a:lnTo>
                  <a:pt x="1650045" y="1028427"/>
                </a:lnTo>
                <a:lnTo>
                  <a:pt x="1650214" y="1028427"/>
                </a:lnTo>
                <a:lnTo>
                  <a:pt x="1650392" y="1028427"/>
                </a:lnTo>
                <a:lnTo>
                  <a:pt x="1650561" y="1028427"/>
                </a:lnTo>
                <a:lnTo>
                  <a:pt x="1650739" y="1028436"/>
                </a:lnTo>
                <a:lnTo>
                  <a:pt x="1650908" y="1028436"/>
                </a:lnTo>
                <a:lnTo>
                  <a:pt x="1651077" y="1028436"/>
                </a:lnTo>
                <a:lnTo>
                  <a:pt x="1651255" y="1028436"/>
                </a:lnTo>
                <a:lnTo>
                  <a:pt x="1651424" y="1028445"/>
                </a:lnTo>
                <a:lnTo>
                  <a:pt x="1651602" y="1028445"/>
                </a:lnTo>
                <a:lnTo>
                  <a:pt x="1651771" y="1028445"/>
                </a:lnTo>
                <a:lnTo>
                  <a:pt x="1651949" y="1028445"/>
                </a:lnTo>
                <a:lnTo>
                  <a:pt x="1652118" y="1028454"/>
                </a:lnTo>
                <a:lnTo>
                  <a:pt x="1652287" y="1028454"/>
                </a:lnTo>
                <a:lnTo>
                  <a:pt x="1652465" y="1028454"/>
                </a:lnTo>
                <a:lnTo>
                  <a:pt x="1652634" y="1028454"/>
                </a:lnTo>
                <a:lnTo>
                  <a:pt x="1652812" y="1028463"/>
                </a:lnTo>
                <a:lnTo>
                  <a:pt x="1652981" y="1028463"/>
                </a:lnTo>
                <a:lnTo>
                  <a:pt x="1653159" y="1028463"/>
                </a:lnTo>
                <a:lnTo>
                  <a:pt x="1653328" y="1028463"/>
                </a:lnTo>
                <a:lnTo>
                  <a:pt x="1653497" y="1028471"/>
                </a:lnTo>
                <a:lnTo>
                  <a:pt x="1653675" y="1028471"/>
                </a:lnTo>
                <a:lnTo>
                  <a:pt x="1653844" y="1028471"/>
                </a:lnTo>
                <a:lnTo>
                  <a:pt x="1654022" y="1028471"/>
                </a:lnTo>
                <a:lnTo>
                  <a:pt x="1654191" y="1028480"/>
                </a:lnTo>
                <a:lnTo>
                  <a:pt x="1654369" y="1028480"/>
                </a:lnTo>
                <a:lnTo>
                  <a:pt x="1654538" y="1028480"/>
                </a:lnTo>
                <a:lnTo>
                  <a:pt x="1654707" y="1028480"/>
                </a:lnTo>
                <a:lnTo>
                  <a:pt x="1654885" y="1028489"/>
                </a:lnTo>
                <a:lnTo>
                  <a:pt x="1655054" y="1028489"/>
                </a:lnTo>
                <a:lnTo>
                  <a:pt x="1655232" y="1028489"/>
                </a:lnTo>
                <a:lnTo>
                  <a:pt x="1655401" y="1028489"/>
                </a:lnTo>
                <a:lnTo>
                  <a:pt x="1655579" y="1028489"/>
                </a:lnTo>
                <a:lnTo>
                  <a:pt x="1655748" y="1028498"/>
                </a:lnTo>
                <a:lnTo>
                  <a:pt x="1655917" y="1028498"/>
                </a:lnTo>
                <a:lnTo>
                  <a:pt x="1656095" y="1028498"/>
                </a:lnTo>
                <a:lnTo>
                  <a:pt x="1656264" y="1028498"/>
                </a:lnTo>
                <a:lnTo>
                  <a:pt x="1656442" y="1028507"/>
                </a:lnTo>
                <a:lnTo>
                  <a:pt x="1656611" y="1028507"/>
                </a:lnTo>
                <a:lnTo>
                  <a:pt x="1656789" y="1028507"/>
                </a:lnTo>
                <a:lnTo>
                  <a:pt x="1656958" y="1028507"/>
                </a:lnTo>
                <a:lnTo>
                  <a:pt x="1657127" y="1028516"/>
                </a:lnTo>
                <a:lnTo>
                  <a:pt x="1657305" y="1028516"/>
                </a:lnTo>
                <a:lnTo>
                  <a:pt x="1657474" y="1028516"/>
                </a:lnTo>
                <a:lnTo>
                  <a:pt x="1657652" y="1028516"/>
                </a:lnTo>
                <a:lnTo>
                  <a:pt x="1657821" y="1028516"/>
                </a:lnTo>
                <a:lnTo>
                  <a:pt x="1657999" y="1028525"/>
                </a:lnTo>
                <a:lnTo>
                  <a:pt x="1658168" y="1028525"/>
                </a:lnTo>
                <a:lnTo>
                  <a:pt x="1658337" y="1028525"/>
                </a:lnTo>
                <a:lnTo>
                  <a:pt x="1658514" y="1028525"/>
                </a:lnTo>
                <a:lnTo>
                  <a:pt x="1658683" y="1028534"/>
                </a:lnTo>
                <a:lnTo>
                  <a:pt x="1658862" y="1028534"/>
                </a:lnTo>
                <a:lnTo>
                  <a:pt x="1659031" y="1028534"/>
                </a:lnTo>
                <a:lnTo>
                  <a:pt x="1659208" y="1028534"/>
                </a:lnTo>
                <a:lnTo>
                  <a:pt x="1659377" y="1028534"/>
                </a:lnTo>
                <a:lnTo>
                  <a:pt x="1659547" y="1028543"/>
                </a:lnTo>
                <a:lnTo>
                  <a:pt x="1659724" y="1028543"/>
                </a:lnTo>
                <a:lnTo>
                  <a:pt x="1659893" y="1028543"/>
                </a:lnTo>
                <a:lnTo>
                  <a:pt x="1660071" y="1028543"/>
                </a:lnTo>
                <a:lnTo>
                  <a:pt x="1660240" y="1028543"/>
                </a:lnTo>
                <a:lnTo>
                  <a:pt x="1660418" y="1028551"/>
                </a:lnTo>
                <a:lnTo>
                  <a:pt x="1660587" y="1028551"/>
                </a:lnTo>
                <a:lnTo>
                  <a:pt x="1660756" y="1028551"/>
                </a:lnTo>
                <a:lnTo>
                  <a:pt x="1660934" y="1028551"/>
                </a:lnTo>
                <a:lnTo>
                  <a:pt x="1661103" y="1028551"/>
                </a:lnTo>
                <a:lnTo>
                  <a:pt x="1661281" y="1028560"/>
                </a:lnTo>
                <a:lnTo>
                  <a:pt x="1661450" y="1028560"/>
                </a:lnTo>
                <a:lnTo>
                  <a:pt x="1661619" y="1028560"/>
                </a:lnTo>
                <a:lnTo>
                  <a:pt x="1661797" y="1028560"/>
                </a:lnTo>
                <a:lnTo>
                  <a:pt x="1661966" y="1028569"/>
                </a:lnTo>
                <a:lnTo>
                  <a:pt x="1662144" y="1028569"/>
                </a:lnTo>
                <a:lnTo>
                  <a:pt x="1662313" y="1028569"/>
                </a:lnTo>
                <a:lnTo>
                  <a:pt x="1662491" y="1028569"/>
                </a:lnTo>
                <a:lnTo>
                  <a:pt x="1662660" y="1028569"/>
                </a:lnTo>
                <a:lnTo>
                  <a:pt x="1662829" y="1028569"/>
                </a:lnTo>
                <a:lnTo>
                  <a:pt x="1663007" y="1028578"/>
                </a:lnTo>
                <a:lnTo>
                  <a:pt x="1663176" y="1028578"/>
                </a:lnTo>
                <a:lnTo>
                  <a:pt x="1663354" y="1028578"/>
                </a:lnTo>
                <a:lnTo>
                  <a:pt x="1663523" y="1028578"/>
                </a:lnTo>
                <a:lnTo>
                  <a:pt x="1663701" y="1028578"/>
                </a:lnTo>
                <a:lnTo>
                  <a:pt x="1663870" y="1028587"/>
                </a:lnTo>
                <a:lnTo>
                  <a:pt x="1664039" y="1028587"/>
                </a:lnTo>
                <a:lnTo>
                  <a:pt x="1664217" y="1028587"/>
                </a:lnTo>
                <a:lnTo>
                  <a:pt x="1664386" y="1028587"/>
                </a:lnTo>
                <a:lnTo>
                  <a:pt x="1664564" y="1028587"/>
                </a:lnTo>
                <a:lnTo>
                  <a:pt x="1664733" y="1028596"/>
                </a:lnTo>
                <a:lnTo>
                  <a:pt x="1664911" y="1028596"/>
                </a:lnTo>
                <a:lnTo>
                  <a:pt x="1665080" y="1028596"/>
                </a:lnTo>
                <a:lnTo>
                  <a:pt x="1665249" y="1028596"/>
                </a:lnTo>
                <a:lnTo>
                  <a:pt x="1665427" y="1028596"/>
                </a:lnTo>
                <a:lnTo>
                  <a:pt x="1665596" y="1028605"/>
                </a:lnTo>
                <a:lnTo>
                  <a:pt x="1665774" y="1028605"/>
                </a:lnTo>
                <a:lnTo>
                  <a:pt x="1665943" y="1028605"/>
                </a:lnTo>
                <a:lnTo>
                  <a:pt x="1666121" y="1028605"/>
                </a:lnTo>
                <a:lnTo>
                  <a:pt x="1666290" y="1028605"/>
                </a:lnTo>
                <a:lnTo>
                  <a:pt x="1666459" y="1028605"/>
                </a:lnTo>
                <a:lnTo>
                  <a:pt x="1666637" y="1028614"/>
                </a:lnTo>
                <a:lnTo>
                  <a:pt x="1666806" y="1028614"/>
                </a:lnTo>
                <a:lnTo>
                  <a:pt x="1666984" y="1028614"/>
                </a:lnTo>
                <a:lnTo>
                  <a:pt x="1667153" y="1028614"/>
                </a:lnTo>
                <a:lnTo>
                  <a:pt x="1667331" y="1028614"/>
                </a:lnTo>
                <a:lnTo>
                  <a:pt x="1667500" y="1028623"/>
                </a:lnTo>
                <a:lnTo>
                  <a:pt x="1667669" y="1028623"/>
                </a:lnTo>
                <a:lnTo>
                  <a:pt x="1667847" y="1028623"/>
                </a:lnTo>
                <a:lnTo>
                  <a:pt x="1668016" y="1028623"/>
                </a:lnTo>
                <a:lnTo>
                  <a:pt x="1668194" y="1028623"/>
                </a:lnTo>
                <a:lnTo>
                  <a:pt x="1668363" y="1028623"/>
                </a:lnTo>
                <a:lnTo>
                  <a:pt x="1668541" y="1028632"/>
                </a:lnTo>
                <a:lnTo>
                  <a:pt x="1668710" y="1028632"/>
                </a:lnTo>
                <a:lnTo>
                  <a:pt x="1668879" y="1028632"/>
                </a:lnTo>
                <a:lnTo>
                  <a:pt x="1669057" y="1028632"/>
                </a:lnTo>
                <a:lnTo>
                  <a:pt x="1669226" y="1028632"/>
                </a:lnTo>
                <a:lnTo>
                  <a:pt x="1669404" y="1028632"/>
                </a:lnTo>
                <a:lnTo>
                  <a:pt x="1669573" y="1028640"/>
                </a:lnTo>
                <a:lnTo>
                  <a:pt x="1669751" y="1028640"/>
                </a:lnTo>
                <a:lnTo>
                  <a:pt x="1669920" y="1028640"/>
                </a:lnTo>
                <a:lnTo>
                  <a:pt x="1670089" y="1028640"/>
                </a:lnTo>
                <a:lnTo>
                  <a:pt x="1670267" y="1028640"/>
                </a:lnTo>
                <a:lnTo>
                  <a:pt x="1670436" y="1028640"/>
                </a:lnTo>
                <a:lnTo>
                  <a:pt x="1670614" y="1028649"/>
                </a:lnTo>
                <a:lnTo>
                  <a:pt x="1670783" y="1028649"/>
                </a:lnTo>
                <a:lnTo>
                  <a:pt x="1670961" y="1028649"/>
                </a:lnTo>
                <a:lnTo>
                  <a:pt x="1671130" y="1028649"/>
                </a:lnTo>
                <a:lnTo>
                  <a:pt x="1671299" y="1028649"/>
                </a:lnTo>
                <a:lnTo>
                  <a:pt x="1671477" y="1028649"/>
                </a:lnTo>
                <a:lnTo>
                  <a:pt x="1671646" y="1028658"/>
                </a:lnTo>
                <a:lnTo>
                  <a:pt x="1671824" y="1028658"/>
                </a:lnTo>
                <a:lnTo>
                  <a:pt x="1671993" y="1028658"/>
                </a:lnTo>
                <a:lnTo>
                  <a:pt x="1672171" y="1028658"/>
                </a:lnTo>
                <a:lnTo>
                  <a:pt x="1672340" y="1028658"/>
                </a:lnTo>
                <a:lnTo>
                  <a:pt x="1672509" y="1028658"/>
                </a:lnTo>
                <a:lnTo>
                  <a:pt x="1672687" y="1028658"/>
                </a:lnTo>
                <a:lnTo>
                  <a:pt x="1672856" y="1028667"/>
                </a:lnTo>
                <a:lnTo>
                  <a:pt x="1673034" y="1028667"/>
                </a:lnTo>
                <a:lnTo>
                  <a:pt x="1673203" y="1028667"/>
                </a:lnTo>
                <a:lnTo>
                  <a:pt x="1673380" y="1028667"/>
                </a:lnTo>
                <a:lnTo>
                  <a:pt x="1673550" y="1028667"/>
                </a:lnTo>
                <a:lnTo>
                  <a:pt x="1673719" y="1028667"/>
                </a:lnTo>
                <a:lnTo>
                  <a:pt x="1673896" y="1028676"/>
                </a:lnTo>
                <a:lnTo>
                  <a:pt x="1674065" y="1028676"/>
                </a:lnTo>
                <a:lnTo>
                  <a:pt x="1674244" y="1028676"/>
                </a:lnTo>
                <a:lnTo>
                  <a:pt x="1674413" y="1028676"/>
                </a:lnTo>
                <a:lnTo>
                  <a:pt x="1674590" y="1028676"/>
                </a:lnTo>
                <a:lnTo>
                  <a:pt x="1674759" y="1028676"/>
                </a:lnTo>
                <a:lnTo>
                  <a:pt x="1674928" y="1028676"/>
                </a:lnTo>
                <a:lnTo>
                  <a:pt x="1675106" y="1028685"/>
                </a:lnTo>
                <a:lnTo>
                  <a:pt x="1675275" y="1028685"/>
                </a:lnTo>
                <a:lnTo>
                  <a:pt x="1675453" y="1028685"/>
                </a:lnTo>
                <a:lnTo>
                  <a:pt x="1675622" y="1028685"/>
                </a:lnTo>
                <a:lnTo>
                  <a:pt x="1675800" y="1028685"/>
                </a:lnTo>
                <a:lnTo>
                  <a:pt x="1675969" y="1028685"/>
                </a:lnTo>
                <a:lnTo>
                  <a:pt x="1676138" y="1028685"/>
                </a:lnTo>
                <a:lnTo>
                  <a:pt x="1676316" y="1028694"/>
                </a:lnTo>
                <a:lnTo>
                  <a:pt x="1676485" y="1028694"/>
                </a:lnTo>
                <a:lnTo>
                  <a:pt x="1676663" y="1028694"/>
                </a:lnTo>
                <a:lnTo>
                  <a:pt x="1676832" y="1028694"/>
                </a:lnTo>
                <a:lnTo>
                  <a:pt x="1677010" y="1028694"/>
                </a:lnTo>
                <a:lnTo>
                  <a:pt x="1677179" y="1028694"/>
                </a:lnTo>
                <a:lnTo>
                  <a:pt x="1677348" y="1028694"/>
                </a:lnTo>
                <a:lnTo>
                  <a:pt x="1677526" y="1028703"/>
                </a:lnTo>
                <a:lnTo>
                  <a:pt x="1677695" y="1028703"/>
                </a:lnTo>
                <a:lnTo>
                  <a:pt x="1677873" y="1028703"/>
                </a:lnTo>
                <a:lnTo>
                  <a:pt x="1678042" y="1028703"/>
                </a:lnTo>
                <a:lnTo>
                  <a:pt x="1678220" y="1028703"/>
                </a:lnTo>
                <a:lnTo>
                  <a:pt x="1678389" y="1028703"/>
                </a:lnTo>
                <a:lnTo>
                  <a:pt x="1678558" y="1028703"/>
                </a:lnTo>
                <a:lnTo>
                  <a:pt x="1678736" y="1028712"/>
                </a:lnTo>
                <a:lnTo>
                  <a:pt x="1678905" y="1028712"/>
                </a:lnTo>
                <a:lnTo>
                  <a:pt x="1679083" y="1028712"/>
                </a:lnTo>
                <a:lnTo>
                  <a:pt x="1679252" y="1028712"/>
                </a:lnTo>
                <a:lnTo>
                  <a:pt x="1679430" y="1028712"/>
                </a:lnTo>
                <a:lnTo>
                  <a:pt x="1679599" y="1028712"/>
                </a:lnTo>
                <a:lnTo>
                  <a:pt x="1679768" y="1028712"/>
                </a:lnTo>
                <a:lnTo>
                  <a:pt x="1679946" y="1028712"/>
                </a:lnTo>
                <a:lnTo>
                  <a:pt x="1680115" y="1028721"/>
                </a:lnTo>
                <a:lnTo>
                  <a:pt x="1680293" y="1028721"/>
                </a:lnTo>
                <a:lnTo>
                  <a:pt x="1680462" y="1028721"/>
                </a:lnTo>
                <a:lnTo>
                  <a:pt x="1680631" y="1028721"/>
                </a:lnTo>
                <a:lnTo>
                  <a:pt x="1680809" y="1028721"/>
                </a:lnTo>
                <a:lnTo>
                  <a:pt x="1680978" y="1028721"/>
                </a:lnTo>
                <a:lnTo>
                  <a:pt x="1681156" y="1028721"/>
                </a:lnTo>
                <a:lnTo>
                  <a:pt x="1681325" y="1028721"/>
                </a:lnTo>
                <a:lnTo>
                  <a:pt x="1681503" y="1028729"/>
                </a:lnTo>
                <a:lnTo>
                  <a:pt x="1681672" y="1028729"/>
                </a:lnTo>
                <a:lnTo>
                  <a:pt x="1681841" y="1028729"/>
                </a:lnTo>
                <a:lnTo>
                  <a:pt x="1682019" y="1028729"/>
                </a:lnTo>
                <a:lnTo>
                  <a:pt x="1682188" y="1028729"/>
                </a:lnTo>
                <a:lnTo>
                  <a:pt x="1682366" y="1028729"/>
                </a:lnTo>
                <a:lnTo>
                  <a:pt x="1682535" y="1028729"/>
                </a:lnTo>
                <a:lnTo>
                  <a:pt x="1682713" y="1028729"/>
                </a:lnTo>
                <a:lnTo>
                  <a:pt x="1682882" y="1028738"/>
                </a:lnTo>
                <a:lnTo>
                  <a:pt x="1683051" y="1028738"/>
                </a:lnTo>
                <a:lnTo>
                  <a:pt x="1683229" y="1028738"/>
                </a:lnTo>
                <a:lnTo>
                  <a:pt x="1683398" y="1028738"/>
                </a:lnTo>
                <a:lnTo>
                  <a:pt x="1683576" y="1028738"/>
                </a:lnTo>
                <a:lnTo>
                  <a:pt x="1683745" y="1028738"/>
                </a:lnTo>
                <a:lnTo>
                  <a:pt x="1683923" y="1028738"/>
                </a:lnTo>
                <a:lnTo>
                  <a:pt x="1684092" y="1028738"/>
                </a:lnTo>
                <a:lnTo>
                  <a:pt x="1684261" y="1028747"/>
                </a:lnTo>
                <a:lnTo>
                  <a:pt x="1684439" y="1028747"/>
                </a:lnTo>
                <a:lnTo>
                  <a:pt x="1684608" y="1028747"/>
                </a:lnTo>
                <a:lnTo>
                  <a:pt x="1684786" y="1028747"/>
                </a:lnTo>
                <a:lnTo>
                  <a:pt x="1684955" y="1028747"/>
                </a:lnTo>
                <a:lnTo>
                  <a:pt x="1685133" y="1028747"/>
                </a:lnTo>
                <a:lnTo>
                  <a:pt x="1685302" y="1028747"/>
                </a:lnTo>
                <a:lnTo>
                  <a:pt x="1685471" y="1028747"/>
                </a:lnTo>
                <a:lnTo>
                  <a:pt x="1685649" y="1028747"/>
                </a:lnTo>
                <a:lnTo>
                  <a:pt x="1685818" y="1028756"/>
                </a:lnTo>
                <a:lnTo>
                  <a:pt x="1685996" y="1028756"/>
                </a:lnTo>
                <a:lnTo>
                  <a:pt x="1686165" y="1028756"/>
                </a:lnTo>
                <a:lnTo>
                  <a:pt x="1686343" y="1028756"/>
                </a:lnTo>
                <a:lnTo>
                  <a:pt x="1686512" y="1028756"/>
                </a:lnTo>
                <a:lnTo>
                  <a:pt x="1686681" y="1028756"/>
                </a:lnTo>
                <a:lnTo>
                  <a:pt x="1686859" y="1028756"/>
                </a:lnTo>
                <a:lnTo>
                  <a:pt x="1687028" y="1028756"/>
                </a:lnTo>
                <a:lnTo>
                  <a:pt x="1687206" y="1028756"/>
                </a:lnTo>
                <a:lnTo>
                  <a:pt x="1687375" y="1028765"/>
                </a:lnTo>
                <a:lnTo>
                  <a:pt x="1687553" y="1028765"/>
                </a:lnTo>
                <a:lnTo>
                  <a:pt x="1687722" y="1028765"/>
                </a:lnTo>
                <a:lnTo>
                  <a:pt x="1687891" y="1028765"/>
                </a:lnTo>
                <a:lnTo>
                  <a:pt x="1688068" y="1028765"/>
                </a:lnTo>
                <a:lnTo>
                  <a:pt x="1688238" y="1028765"/>
                </a:lnTo>
                <a:lnTo>
                  <a:pt x="1688416" y="1028765"/>
                </a:lnTo>
                <a:lnTo>
                  <a:pt x="1688585" y="1028765"/>
                </a:lnTo>
                <a:lnTo>
                  <a:pt x="1688762" y="1028765"/>
                </a:lnTo>
                <a:lnTo>
                  <a:pt x="1688931" y="1028774"/>
                </a:lnTo>
                <a:lnTo>
                  <a:pt x="1689101" y="1028774"/>
                </a:lnTo>
                <a:lnTo>
                  <a:pt x="1689278" y="1028774"/>
                </a:lnTo>
                <a:lnTo>
                  <a:pt x="1689447" y="1028774"/>
                </a:lnTo>
                <a:lnTo>
                  <a:pt x="1689625" y="1028774"/>
                </a:lnTo>
                <a:lnTo>
                  <a:pt x="1689795" y="1028774"/>
                </a:lnTo>
                <a:lnTo>
                  <a:pt x="1689972" y="1028774"/>
                </a:lnTo>
                <a:lnTo>
                  <a:pt x="1690141" y="1028774"/>
                </a:lnTo>
                <a:lnTo>
                  <a:pt x="1690310" y="1028774"/>
                </a:lnTo>
                <a:lnTo>
                  <a:pt x="1690488" y="1028774"/>
                </a:lnTo>
                <a:lnTo>
                  <a:pt x="1690657" y="1028783"/>
                </a:lnTo>
                <a:lnTo>
                  <a:pt x="1690835" y="1028783"/>
                </a:lnTo>
                <a:lnTo>
                  <a:pt x="1691004" y="1028783"/>
                </a:lnTo>
                <a:lnTo>
                  <a:pt x="1691182" y="1028783"/>
                </a:lnTo>
                <a:lnTo>
                  <a:pt x="1691351" y="1028783"/>
                </a:lnTo>
                <a:lnTo>
                  <a:pt x="1691520" y="1028783"/>
                </a:lnTo>
                <a:lnTo>
                  <a:pt x="1691698" y="1028783"/>
                </a:lnTo>
                <a:lnTo>
                  <a:pt x="1691867" y="1028783"/>
                </a:lnTo>
                <a:lnTo>
                  <a:pt x="1692045" y="1028783"/>
                </a:lnTo>
                <a:lnTo>
                  <a:pt x="1692214" y="1028783"/>
                </a:lnTo>
                <a:lnTo>
                  <a:pt x="1692392" y="1028792"/>
                </a:lnTo>
                <a:lnTo>
                  <a:pt x="1692561" y="1028792"/>
                </a:lnTo>
                <a:lnTo>
                  <a:pt x="1692730" y="1028792"/>
                </a:lnTo>
                <a:lnTo>
                  <a:pt x="1692908" y="1028792"/>
                </a:lnTo>
                <a:lnTo>
                  <a:pt x="1693077" y="1028792"/>
                </a:lnTo>
                <a:lnTo>
                  <a:pt x="1693255" y="1028792"/>
                </a:lnTo>
                <a:lnTo>
                  <a:pt x="1693424" y="1028792"/>
                </a:lnTo>
                <a:lnTo>
                  <a:pt x="1693602" y="1028792"/>
                </a:lnTo>
                <a:lnTo>
                  <a:pt x="1693771" y="1028792"/>
                </a:lnTo>
                <a:lnTo>
                  <a:pt x="1693940" y="1028792"/>
                </a:lnTo>
                <a:lnTo>
                  <a:pt x="1694118" y="1028792"/>
                </a:lnTo>
                <a:lnTo>
                  <a:pt x="1694287" y="1028801"/>
                </a:lnTo>
                <a:lnTo>
                  <a:pt x="1694465" y="1028801"/>
                </a:lnTo>
                <a:lnTo>
                  <a:pt x="1694634" y="1028801"/>
                </a:lnTo>
                <a:lnTo>
                  <a:pt x="1694812" y="1028801"/>
                </a:lnTo>
                <a:lnTo>
                  <a:pt x="1694981" y="1028801"/>
                </a:lnTo>
                <a:lnTo>
                  <a:pt x="1695150" y="1028801"/>
                </a:lnTo>
                <a:lnTo>
                  <a:pt x="1695328" y="1028801"/>
                </a:lnTo>
                <a:lnTo>
                  <a:pt x="1695497" y="1028801"/>
                </a:lnTo>
                <a:lnTo>
                  <a:pt x="1695675" y="1028801"/>
                </a:lnTo>
                <a:lnTo>
                  <a:pt x="1695844" y="1028801"/>
                </a:lnTo>
                <a:lnTo>
                  <a:pt x="1696022" y="1028801"/>
                </a:lnTo>
                <a:lnTo>
                  <a:pt x="1696191" y="1028810"/>
                </a:lnTo>
                <a:lnTo>
                  <a:pt x="1696360" y="1028810"/>
                </a:lnTo>
                <a:lnTo>
                  <a:pt x="1696538" y="1028810"/>
                </a:lnTo>
                <a:lnTo>
                  <a:pt x="1696707" y="1028810"/>
                </a:lnTo>
                <a:lnTo>
                  <a:pt x="1696885" y="1028810"/>
                </a:lnTo>
                <a:lnTo>
                  <a:pt x="1697054" y="1028810"/>
                </a:lnTo>
                <a:lnTo>
                  <a:pt x="1697232" y="1028810"/>
                </a:lnTo>
                <a:lnTo>
                  <a:pt x="1697401" y="1028810"/>
                </a:lnTo>
                <a:lnTo>
                  <a:pt x="1697570" y="1028810"/>
                </a:lnTo>
                <a:lnTo>
                  <a:pt x="1697748" y="1028810"/>
                </a:lnTo>
                <a:lnTo>
                  <a:pt x="1697917" y="1028810"/>
                </a:lnTo>
                <a:lnTo>
                  <a:pt x="1698095" y="1028810"/>
                </a:lnTo>
                <a:lnTo>
                  <a:pt x="1698264" y="1028818"/>
                </a:lnTo>
                <a:lnTo>
                  <a:pt x="1698442" y="1028818"/>
                </a:lnTo>
                <a:lnTo>
                  <a:pt x="1698611" y="1028818"/>
                </a:lnTo>
                <a:lnTo>
                  <a:pt x="1698780" y="1028818"/>
                </a:lnTo>
                <a:lnTo>
                  <a:pt x="1698958" y="1028818"/>
                </a:lnTo>
                <a:lnTo>
                  <a:pt x="1699127" y="1028818"/>
                </a:lnTo>
                <a:lnTo>
                  <a:pt x="1699305" y="1028818"/>
                </a:lnTo>
                <a:lnTo>
                  <a:pt x="1699474" y="1028818"/>
                </a:lnTo>
                <a:lnTo>
                  <a:pt x="1699643" y="1028818"/>
                </a:lnTo>
                <a:lnTo>
                  <a:pt x="1699821" y="1028818"/>
                </a:lnTo>
                <a:lnTo>
                  <a:pt x="1699990" y="1028818"/>
                </a:lnTo>
                <a:lnTo>
                  <a:pt x="1700168" y="1028818"/>
                </a:lnTo>
                <a:lnTo>
                  <a:pt x="1700337" y="1028827"/>
                </a:lnTo>
                <a:lnTo>
                  <a:pt x="1700515" y="1028827"/>
                </a:lnTo>
                <a:lnTo>
                  <a:pt x="1700684" y="1028827"/>
                </a:lnTo>
                <a:lnTo>
                  <a:pt x="1700853" y="1028827"/>
                </a:lnTo>
                <a:lnTo>
                  <a:pt x="1701031" y="1028827"/>
                </a:lnTo>
                <a:lnTo>
                  <a:pt x="1701200" y="1028827"/>
                </a:lnTo>
                <a:lnTo>
                  <a:pt x="1701378" y="1028827"/>
                </a:lnTo>
                <a:lnTo>
                  <a:pt x="1701547" y="1028827"/>
                </a:lnTo>
                <a:lnTo>
                  <a:pt x="1701725" y="1028827"/>
                </a:lnTo>
                <a:lnTo>
                  <a:pt x="1701894" y="1028827"/>
                </a:lnTo>
                <a:lnTo>
                  <a:pt x="1702063" y="1028827"/>
                </a:lnTo>
                <a:lnTo>
                  <a:pt x="1702241" y="1028827"/>
                </a:lnTo>
                <a:lnTo>
                  <a:pt x="1702410" y="1028827"/>
                </a:lnTo>
                <a:lnTo>
                  <a:pt x="1702588" y="1028827"/>
                </a:lnTo>
                <a:lnTo>
                  <a:pt x="1702757" y="1028836"/>
                </a:lnTo>
                <a:lnTo>
                  <a:pt x="1702935" y="1028836"/>
                </a:lnTo>
                <a:lnTo>
                  <a:pt x="1703104" y="1028836"/>
                </a:lnTo>
                <a:lnTo>
                  <a:pt x="1703273" y="1028836"/>
                </a:lnTo>
                <a:lnTo>
                  <a:pt x="1703450" y="1028836"/>
                </a:lnTo>
                <a:lnTo>
                  <a:pt x="1703619" y="1028836"/>
                </a:lnTo>
                <a:lnTo>
                  <a:pt x="1703798" y="1028836"/>
                </a:lnTo>
                <a:lnTo>
                  <a:pt x="1703967" y="1028836"/>
                </a:lnTo>
                <a:lnTo>
                  <a:pt x="1704144" y="1028836"/>
                </a:lnTo>
                <a:lnTo>
                  <a:pt x="1704313" y="1028836"/>
                </a:lnTo>
                <a:lnTo>
                  <a:pt x="1704483" y="1028836"/>
                </a:lnTo>
                <a:lnTo>
                  <a:pt x="1704660" y="1028836"/>
                </a:lnTo>
                <a:lnTo>
                  <a:pt x="1704829" y="1028836"/>
                </a:lnTo>
                <a:lnTo>
                  <a:pt x="1705007" y="1028836"/>
                </a:lnTo>
                <a:lnTo>
                  <a:pt x="1705176" y="1028845"/>
                </a:lnTo>
                <a:lnTo>
                  <a:pt x="1705354" y="1028845"/>
                </a:lnTo>
                <a:lnTo>
                  <a:pt x="1705523" y="1028845"/>
                </a:lnTo>
                <a:lnTo>
                  <a:pt x="1705692" y="1028845"/>
                </a:lnTo>
                <a:lnTo>
                  <a:pt x="1705870" y="1028845"/>
                </a:lnTo>
                <a:lnTo>
                  <a:pt x="1706039" y="1028845"/>
                </a:lnTo>
                <a:lnTo>
                  <a:pt x="1706217" y="1028845"/>
                </a:lnTo>
                <a:lnTo>
                  <a:pt x="1706386" y="1028845"/>
                </a:lnTo>
                <a:lnTo>
                  <a:pt x="1706564" y="1028845"/>
                </a:lnTo>
                <a:lnTo>
                  <a:pt x="1706733" y="1028845"/>
                </a:lnTo>
                <a:lnTo>
                  <a:pt x="1706902" y="1028845"/>
                </a:lnTo>
                <a:lnTo>
                  <a:pt x="1707080" y="1028845"/>
                </a:lnTo>
                <a:lnTo>
                  <a:pt x="1707249" y="1028845"/>
                </a:lnTo>
                <a:lnTo>
                  <a:pt x="1707427" y="1028845"/>
                </a:lnTo>
                <a:lnTo>
                  <a:pt x="1707596" y="1028854"/>
                </a:lnTo>
                <a:lnTo>
                  <a:pt x="1707774" y="1028854"/>
                </a:lnTo>
                <a:lnTo>
                  <a:pt x="1707943" y="1028854"/>
                </a:lnTo>
                <a:lnTo>
                  <a:pt x="1708112" y="1028854"/>
                </a:lnTo>
                <a:lnTo>
                  <a:pt x="1708290" y="1028854"/>
                </a:lnTo>
                <a:lnTo>
                  <a:pt x="1708459" y="1028854"/>
                </a:lnTo>
                <a:lnTo>
                  <a:pt x="1708637" y="1028854"/>
                </a:lnTo>
                <a:lnTo>
                  <a:pt x="1708806" y="1028854"/>
                </a:lnTo>
                <a:lnTo>
                  <a:pt x="1708984" y="1028854"/>
                </a:lnTo>
                <a:lnTo>
                  <a:pt x="1709153" y="1028854"/>
                </a:lnTo>
                <a:lnTo>
                  <a:pt x="1709322" y="1028854"/>
                </a:lnTo>
                <a:lnTo>
                  <a:pt x="1709500" y="1028854"/>
                </a:lnTo>
                <a:lnTo>
                  <a:pt x="1709669" y="1028854"/>
                </a:lnTo>
                <a:lnTo>
                  <a:pt x="1709847" y="1028854"/>
                </a:lnTo>
                <a:lnTo>
                  <a:pt x="1710016" y="1028854"/>
                </a:lnTo>
                <a:lnTo>
                  <a:pt x="1710194" y="1028854"/>
                </a:lnTo>
                <a:lnTo>
                  <a:pt x="1710363" y="1028863"/>
                </a:lnTo>
                <a:lnTo>
                  <a:pt x="1710532" y="1028863"/>
                </a:lnTo>
                <a:lnTo>
                  <a:pt x="1710710" y="1028863"/>
                </a:lnTo>
                <a:lnTo>
                  <a:pt x="1710879" y="1028863"/>
                </a:lnTo>
                <a:lnTo>
                  <a:pt x="1711057" y="1028863"/>
                </a:lnTo>
                <a:lnTo>
                  <a:pt x="1711226" y="1028863"/>
                </a:lnTo>
                <a:lnTo>
                  <a:pt x="1711404" y="1028863"/>
                </a:lnTo>
                <a:lnTo>
                  <a:pt x="1711573" y="1028863"/>
                </a:lnTo>
                <a:lnTo>
                  <a:pt x="1711742" y="1028863"/>
                </a:lnTo>
                <a:lnTo>
                  <a:pt x="1711920" y="1028863"/>
                </a:lnTo>
                <a:lnTo>
                  <a:pt x="1712089" y="1028863"/>
                </a:lnTo>
                <a:lnTo>
                  <a:pt x="1712267" y="1028863"/>
                </a:lnTo>
                <a:lnTo>
                  <a:pt x="1712436" y="1028863"/>
                </a:lnTo>
                <a:lnTo>
                  <a:pt x="1712614" y="1028863"/>
                </a:lnTo>
                <a:lnTo>
                  <a:pt x="1712783" y="1028863"/>
                </a:lnTo>
                <a:lnTo>
                  <a:pt x="1712952" y="1028863"/>
                </a:lnTo>
                <a:lnTo>
                  <a:pt x="1713130" y="1028863"/>
                </a:lnTo>
                <a:lnTo>
                  <a:pt x="1713299" y="1028863"/>
                </a:lnTo>
                <a:lnTo>
                  <a:pt x="1713477" y="1028872"/>
                </a:lnTo>
                <a:lnTo>
                  <a:pt x="1713646" y="1028872"/>
                </a:lnTo>
                <a:lnTo>
                  <a:pt x="1713824" y="1028872"/>
                </a:lnTo>
                <a:lnTo>
                  <a:pt x="1713993" y="1028872"/>
                </a:lnTo>
                <a:lnTo>
                  <a:pt x="1714162" y="1028872"/>
                </a:lnTo>
                <a:lnTo>
                  <a:pt x="1714340" y="1028872"/>
                </a:lnTo>
                <a:lnTo>
                  <a:pt x="1714509" y="1028872"/>
                </a:lnTo>
                <a:lnTo>
                  <a:pt x="1714687" y="1028872"/>
                </a:lnTo>
                <a:lnTo>
                  <a:pt x="1714856" y="1028872"/>
                </a:lnTo>
                <a:lnTo>
                  <a:pt x="1715034" y="1028872"/>
                </a:lnTo>
                <a:lnTo>
                  <a:pt x="1715203" y="1028872"/>
                </a:lnTo>
                <a:lnTo>
                  <a:pt x="1715372" y="1028872"/>
                </a:lnTo>
                <a:lnTo>
                  <a:pt x="1715550" y="1028872"/>
                </a:lnTo>
                <a:lnTo>
                  <a:pt x="1715719" y="1028872"/>
                </a:lnTo>
                <a:lnTo>
                  <a:pt x="1715897" y="1028872"/>
                </a:lnTo>
                <a:lnTo>
                  <a:pt x="1716066" y="1028872"/>
                </a:lnTo>
                <a:lnTo>
                  <a:pt x="1716244" y="1028872"/>
                </a:lnTo>
                <a:lnTo>
                  <a:pt x="1716413" y="1028872"/>
                </a:lnTo>
                <a:lnTo>
                  <a:pt x="1716582" y="1028881"/>
                </a:lnTo>
                <a:lnTo>
                  <a:pt x="1716760" y="1028881"/>
                </a:lnTo>
                <a:lnTo>
                  <a:pt x="1716929" y="1028881"/>
                </a:lnTo>
                <a:lnTo>
                  <a:pt x="1717107" y="1028881"/>
                </a:lnTo>
                <a:lnTo>
                  <a:pt x="1717276" y="1028881"/>
                </a:lnTo>
                <a:lnTo>
                  <a:pt x="1717453" y="1028881"/>
                </a:lnTo>
                <a:lnTo>
                  <a:pt x="1717622" y="1028881"/>
                </a:lnTo>
                <a:lnTo>
                  <a:pt x="1717792" y="1028881"/>
                </a:lnTo>
                <a:lnTo>
                  <a:pt x="1717970" y="1028881"/>
                </a:lnTo>
                <a:lnTo>
                  <a:pt x="1718139" y="1028881"/>
                </a:lnTo>
                <a:lnTo>
                  <a:pt x="1718316" y="1028881"/>
                </a:lnTo>
                <a:lnTo>
                  <a:pt x="1718486" y="1028881"/>
                </a:lnTo>
                <a:lnTo>
                  <a:pt x="1718655" y="1028881"/>
                </a:lnTo>
                <a:lnTo>
                  <a:pt x="1718832" y="1028881"/>
                </a:lnTo>
                <a:lnTo>
                  <a:pt x="1719001" y="1028881"/>
                </a:lnTo>
                <a:lnTo>
                  <a:pt x="1719179" y="1028881"/>
                </a:lnTo>
                <a:lnTo>
                  <a:pt x="1719349" y="1028881"/>
                </a:lnTo>
                <a:lnTo>
                  <a:pt x="1719526" y="1028881"/>
                </a:lnTo>
                <a:lnTo>
                  <a:pt x="1719695" y="1028881"/>
                </a:lnTo>
                <a:lnTo>
                  <a:pt x="1719864" y="1028881"/>
                </a:lnTo>
                <a:lnTo>
                  <a:pt x="1720042" y="1028890"/>
                </a:lnTo>
                <a:lnTo>
                  <a:pt x="1720211" y="1028890"/>
                </a:lnTo>
                <a:lnTo>
                  <a:pt x="1720389" y="1028890"/>
                </a:lnTo>
                <a:lnTo>
                  <a:pt x="1720558" y="1028890"/>
                </a:lnTo>
                <a:lnTo>
                  <a:pt x="1720736" y="1028890"/>
                </a:lnTo>
                <a:lnTo>
                  <a:pt x="1720905" y="1028890"/>
                </a:lnTo>
                <a:lnTo>
                  <a:pt x="1721074" y="1028890"/>
                </a:lnTo>
                <a:lnTo>
                  <a:pt x="1721252" y="1028890"/>
                </a:lnTo>
                <a:lnTo>
                  <a:pt x="1721421" y="1028890"/>
                </a:lnTo>
                <a:lnTo>
                  <a:pt x="1721599" y="1028890"/>
                </a:lnTo>
                <a:lnTo>
                  <a:pt x="1721768" y="1028890"/>
                </a:lnTo>
                <a:lnTo>
                  <a:pt x="1721946" y="1028890"/>
                </a:lnTo>
                <a:lnTo>
                  <a:pt x="1722115" y="1028890"/>
                </a:lnTo>
                <a:lnTo>
                  <a:pt x="1722284" y="1028890"/>
                </a:lnTo>
                <a:lnTo>
                  <a:pt x="1722462" y="1028890"/>
                </a:lnTo>
                <a:lnTo>
                  <a:pt x="1722631" y="1028890"/>
                </a:lnTo>
                <a:lnTo>
                  <a:pt x="1722809" y="1028890"/>
                </a:lnTo>
                <a:lnTo>
                  <a:pt x="1722978" y="1028890"/>
                </a:lnTo>
                <a:lnTo>
                  <a:pt x="1723156" y="1028890"/>
                </a:lnTo>
                <a:lnTo>
                  <a:pt x="1723325" y="1028890"/>
                </a:lnTo>
                <a:lnTo>
                  <a:pt x="1723494" y="1028890"/>
                </a:lnTo>
                <a:lnTo>
                  <a:pt x="1723672" y="1028890"/>
                </a:lnTo>
                <a:lnTo>
                  <a:pt x="1723841" y="1028890"/>
                </a:lnTo>
                <a:lnTo>
                  <a:pt x="1724019" y="1028898"/>
                </a:lnTo>
                <a:lnTo>
                  <a:pt x="1724188" y="1028898"/>
                </a:lnTo>
                <a:lnTo>
                  <a:pt x="1724366" y="1028898"/>
                </a:lnTo>
                <a:lnTo>
                  <a:pt x="1724535" y="1028898"/>
                </a:lnTo>
                <a:lnTo>
                  <a:pt x="1724704" y="1028898"/>
                </a:lnTo>
                <a:lnTo>
                  <a:pt x="1724882" y="1028898"/>
                </a:lnTo>
                <a:lnTo>
                  <a:pt x="1725051" y="1028898"/>
                </a:lnTo>
                <a:lnTo>
                  <a:pt x="1725229" y="1028898"/>
                </a:lnTo>
                <a:lnTo>
                  <a:pt x="1725398" y="1028898"/>
                </a:lnTo>
                <a:lnTo>
                  <a:pt x="1725576" y="1028898"/>
                </a:lnTo>
                <a:lnTo>
                  <a:pt x="1725745" y="1028898"/>
                </a:lnTo>
                <a:lnTo>
                  <a:pt x="1725914" y="1028898"/>
                </a:lnTo>
                <a:lnTo>
                  <a:pt x="1726092" y="1028898"/>
                </a:lnTo>
                <a:lnTo>
                  <a:pt x="1726261" y="1028898"/>
                </a:lnTo>
                <a:lnTo>
                  <a:pt x="1726439" y="1028898"/>
                </a:lnTo>
                <a:lnTo>
                  <a:pt x="1726608" y="1028898"/>
                </a:lnTo>
                <a:lnTo>
                  <a:pt x="1726786" y="1028898"/>
                </a:lnTo>
                <a:lnTo>
                  <a:pt x="1726955" y="1028898"/>
                </a:lnTo>
                <a:lnTo>
                  <a:pt x="1727124" y="1028898"/>
                </a:lnTo>
                <a:lnTo>
                  <a:pt x="1727302" y="1028898"/>
                </a:lnTo>
                <a:lnTo>
                  <a:pt x="1727471" y="1028898"/>
                </a:lnTo>
                <a:lnTo>
                  <a:pt x="1727649" y="1028898"/>
                </a:lnTo>
                <a:lnTo>
                  <a:pt x="1727818" y="1028898"/>
                </a:lnTo>
                <a:lnTo>
                  <a:pt x="1727996" y="1028898"/>
                </a:lnTo>
                <a:lnTo>
                  <a:pt x="1728165" y="1028898"/>
                </a:lnTo>
              </a:path>
            </a:pathLst>
          </a:custGeom>
          <a:noFill/>
          <a:ln w="1905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F72875E0-F0D9-57E6-B510-BBEF3DE4D0F4}"/>
              </a:ext>
            </a:extLst>
          </p:cNvPr>
          <p:cNvSpPr/>
          <p:nvPr/>
        </p:nvSpPr>
        <p:spPr>
          <a:xfrm>
            <a:off x="4353977" y="3687545"/>
            <a:ext cx="1728164" cy="1114920"/>
          </a:xfrm>
          <a:custGeom>
            <a:avLst/>
            <a:gdLst>
              <a:gd name="csX0" fmla="*/ 0 w 1728164"/>
              <a:gd name="csY0" fmla="*/ 1114547 h 1114920"/>
              <a:gd name="csX1" fmla="*/ 173 w 1728164"/>
              <a:gd name="csY1" fmla="*/ 1114547 h 1114920"/>
              <a:gd name="csX2" fmla="*/ 345 w 1728164"/>
              <a:gd name="csY2" fmla="*/ 1114547 h 1114920"/>
              <a:gd name="csX3" fmla="*/ 519 w 1728164"/>
              <a:gd name="csY3" fmla="*/ 1114538 h 1114920"/>
              <a:gd name="csX4" fmla="*/ 691 w 1728164"/>
              <a:gd name="csY4" fmla="*/ 1114538 h 1114920"/>
              <a:gd name="csX5" fmla="*/ 864 w 1728164"/>
              <a:gd name="csY5" fmla="*/ 1114538 h 1114920"/>
              <a:gd name="csX6" fmla="*/ 1036 w 1728164"/>
              <a:gd name="csY6" fmla="*/ 1114538 h 1114920"/>
              <a:gd name="csX7" fmla="*/ 1210 w 1728164"/>
              <a:gd name="csY7" fmla="*/ 1114529 h 1114920"/>
              <a:gd name="csX8" fmla="*/ 1383 w 1728164"/>
              <a:gd name="csY8" fmla="*/ 1114529 h 1114920"/>
              <a:gd name="csX9" fmla="*/ 1555 w 1728164"/>
              <a:gd name="csY9" fmla="*/ 1114529 h 1114920"/>
              <a:gd name="csX10" fmla="*/ 1729 w 1728164"/>
              <a:gd name="csY10" fmla="*/ 1114520 h 1114920"/>
              <a:gd name="csX11" fmla="*/ 1901 w 1728164"/>
              <a:gd name="csY11" fmla="*/ 1114520 h 1114920"/>
              <a:gd name="csX12" fmla="*/ 2074 w 1728164"/>
              <a:gd name="csY12" fmla="*/ 1114520 h 1114920"/>
              <a:gd name="csX13" fmla="*/ 2246 w 1728164"/>
              <a:gd name="csY13" fmla="*/ 1114520 h 1114920"/>
              <a:gd name="csX14" fmla="*/ 2420 w 1728164"/>
              <a:gd name="csY14" fmla="*/ 1114511 h 1114920"/>
              <a:gd name="csX15" fmla="*/ 2592 w 1728164"/>
              <a:gd name="csY15" fmla="*/ 1114511 h 1114920"/>
              <a:gd name="csX16" fmla="*/ 2765 w 1728164"/>
              <a:gd name="csY16" fmla="*/ 1114511 h 1114920"/>
              <a:gd name="csX17" fmla="*/ 2938 w 1728164"/>
              <a:gd name="csY17" fmla="*/ 1114502 h 1114920"/>
              <a:gd name="csX18" fmla="*/ 3111 w 1728164"/>
              <a:gd name="csY18" fmla="*/ 1114502 h 1114920"/>
              <a:gd name="csX19" fmla="*/ 3284 w 1728164"/>
              <a:gd name="csY19" fmla="*/ 1114502 h 1114920"/>
              <a:gd name="csX20" fmla="*/ 3456 w 1728164"/>
              <a:gd name="csY20" fmla="*/ 1114502 h 1114920"/>
              <a:gd name="csX21" fmla="*/ 3630 w 1728164"/>
              <a:gd name="csY21" fmla="*/ 1114493 h 1114920"/>
              <a:gd name="csX22" fmla="*/ 3802 w 1728164"/>
              <a:gd name="csY22" fmla="*/ 1114493 h 1114920"/>
              <a:gd name="csX23" fmla="*/ 3975 w 1728164"/>
              <a:gd name="csY23" fmla="*/ 1114493 h 1114920"/>
              <a:gd name="csX24" fmla="*/ 4148 w 1728164"/>
              <a:gd name="csY24" fmla="*/ 1114484 h 1114920"/>
              <a:gd name="csX25" fmla="*/ 4321 w 1728164"/>
              <a:gd name="csY25" fmla="*/ 1114484 h 1114920"/>
              <a:gd name="csX26" fmla="*/ 4494 w 1728164"/>
              <a:gd name="csY26" fmla="*/ 1114484 h 1114920"/>
              <a:gd name="csX27" fmla="*/ 4666 w 1728164"/>
              <a:gd name="csY27" fmla="*/ 1114475 h 1114920"/>
              <a:gd name="csX28" fmla="*/ 4839 w 1728164"/>
              <a:gd name="csY28" fmla="*/ 1114475 h 1114920"/>
              <a:gd name="csX29" fmla="*/ 5012 w 1728164"/>
              <a:gd name="csY29" fmla="*/ 1114475 h 1114920"/>
              <a:gd name="csX30" fmla="*/ 5185 w 1728164"/>
              <a:gd name="csY30" fmla="*/ 1114467 h 1114920"/>
              <a:gd name="csX31" fmla="*/ 5357 w 1728164"/>
              <a:gd name="csY31" fmla="*/ 1114467 h 1114920"/>
              <a:gd name="csX32" fmla="*/ 5531 w 1728164"/>
              <a:gd name="csY32" fmla="*/ 1114467 h 1114920"/>
              <a:gd name="csX33" fmla="*/ 5704 w 1728164"/>
              <a:gd name="csY33" fmla="*/ 1114458 h 1114920"/>
              <a:gd name="csX34" fmla="*/ 5876 w 1728164"/>
              <a:gd name="csY34" fmla="*/ 1114458 h 1114920"/>
              <a:gd name="csX35" fmla="*/ 6049 w 1728164"/>
              <a:gd name="csY35" fmla="*/ 1114458 h 1114920"/>
              <a:gd name="csX36" fmla="*/ 6222 w 1728164"/>
              <a:gd name="csY36" fmla="*/ 1114449 h 1114920"/>
              <a:gd name="csX37" fmla="*/ 6395 w 1728164"/>
              <a:gd name="csY37" fmla="*/ 1114449 h 1114920"/>
              <a:gd name="csX38" fmla="*/ 6567 w 1728164"/>
              <a:gd name="csY38" fmla="*/ 1114449 h 1114920"/>
              <a:gd name="csX39" fmla="*/ 6740 w 1728164"/>
              <a:gd name="csY39" fmla="*/ 1114440 h 1114920"/>
              <a:gd name="csX40" fmla="*/ 6913 w 1728164"/>
              <a:gd name="csY40" fmla="*/ 1114440 h 1114920"/>
              <a:gd name="csX41" fmla="*/ 7086 w 1728164"/>
              <a:gd name="csY41" fmla="*/ 1114440 h 1114920"/>
              <a:gd name="csX42" fmla="*/ 7259 w 1728164"/>
              <a:gd name="csY42" fmla="*/ 1114431 h 1114920"/>
              <a:gd name="csX43" fmla="*/ 7432 w 1728164"/>
              <a:gd name="csY43" fmla="*/ 1114431 h 1114920"/>
              <a:gd name="csX44" fmla="*/ 7605 w 1728164"/>
              <a:gd name="csY44" fmla="*/ 1114431 h 1114920"/>
              <a:gd name="csX45" fmla="*/ 7777 w 1728164"/>
              <a:gd name="csY45" fmla="*/ 1114422 h 1114920"/>
              <a:gd name="csX46" fmla="*/ 7950 w 1728164"/>
              <a:gd name="csY46" fmla="*/ 1114422 h 1114920"/>
              <a:gd name="csX47" fmla="*/ 8123 w 1728164"/>
              <a:gd name="csY47" fmla="*/ 1114422 h 1114920"/>
              <a:gd name="csX48" fmla="*/ 8296 w 1728164"/>
              <a:gd name="csY48" fmla="*/ 1114413 h 1114920"/>
              <a:gd name="csX49" fmla="*/ 8469 w 1728164"/>
              <a:gd name="csY49" fmla="*/ 1114413 h 1114920"/>
              <a:gd name="csX50" fmla="*/ 8641 w 1728164"/>
              <a:gd name="csY50" fmla="*/ 1114413 h 1114920"/>
              <a:gd name="csX51" fmla="*/ 8815 w 1728164"/>
              <a:gd name="csY51" fmla="*/ 1114404 h 1114920"/>
              <a:gd name="csX52" fmla="*/ 8987 w 1728164"/>
              <a:gd name="csY52" fmla="*/ 1114404 h 1114920"/>
              <a:gd name="csX53" fmla="*/ 9160 w 1728164"/>
              <a:gd name="csY53" fmla="*/ 1114395 h 1114920"/>
              <a:gd name="csX54" fmla="*/ 9333 w 1728164"/>
              <a:gd name="csY54" fmla="*/ 1114395 h 1114920"/>
              <a:gd name="csX55" fmla="*/ 9506 w 1728164"/>
              <a:gd name="csY55" fmla="*/ 1114395 h 1114920"/>
              <a:gd name="csX56" fmla="*/ 9678 w 1728164"/>
              <a:gd name="csY56" fmla="*/ 1114386 h 1114920"/>
              <a:gd name="csX57" fmla="*/ 9851 w 1728164"/>
              <a:gd name="csY57" fmla="*/ 1114386 h 1114920"/>
              <a:gd name="csX58" fmla="*/ 10025 w 1728164"/>
              <a:gd name="csY58" fmla="*/ 1114386 h 1114920"/>
              <a:gd name="csX59" fmla="*/ 10197 w 1728164"/>
              <a:gd name="csY59" fmla="*/ 1114378 h 1114920"/>
              <a:gd name="csX60" fmla="*/ 10370 w 1728164"/>
              <a:gd name="csY60" fmla="*/ 1114378 h 1114920"/>
              <a:gd name="csX61" fmla="*/ 10542 w 1728164"/>
              <a:gd name="csY61" fmla="*/ 1114369 h 1114920"/>
              <a:gd name="csX62" fmla="*/ 10716 w 1728164"/>
              <a:gd name="csY62" fmla="*/ 1114369 h 1114920"/>
              <a:gd name="csX63" fmla="*/ 10888 w 1728164"/>
              <a:gd name="csY63" fmla="*/ 1114369 h 1114920"/>
              <a:gd name="csX64" fmla="*/ 11061 w 1728164"/>
              <a:gd name="csY64" fmla="*/ 1114360 h 1114920"/>
              <a:gd name="csX65" fmla="*/ 11234 w 1728164"/>
              <a:gd name="csY65" fmla="*/ 1114360 h 1114920"/>
              <a:gd name="csX66" fmla="*/ 11407 w 1728164"/>
              <a:gd name="csY66" fmla="*/ 1114351 h 1114920"/>
              <a:gd name="csX67" fmla="*/ 11580 w 1728164"/>
              <a:gd name="csY67" fmla="*/ 1114351 h 1114920"/>
              <a:gd name="csX68" fmla="*/ 11752 w 1728164"/>
              <a:gd name="csY68" fmla="*/ 1114351 h 1114920"/>
              <a:gd name="csX69" fmla="*/ 11926 w 1728164"/>
              <a:gd name="csY69" fmla="*/ 1114342 h 1114920"/>
              <a:gd name="csX70" fmla="*/ 12098 w 1728164"/>
              <a:gd name="csY70" fmla="*/ 1114342 h 1114920"/>
              <a:gd name="csX71" fmla="*/ 12271 w 1728164"/>
              <a:gd name="csY71" fmla="*/ 1114333 h 1114920"/>
              <a:gd name="csX72" fmla="*/ 12443 w 1728164"/>
              <a:gd name="csY72" fmla="*/ 1114333 h 1114920"/>
              <a:gd name="csX73" fmla="*/ 12617 w 1728164"/>
              <a:gd name="csY73" fmla="*/ 1114333 h 1114920"/>
              <a:gd name="csX74" fmla="*/ 12790 w 1728164"/>
              <a:gd name="csY74" fmla="*/ 1114324 h 1114920"/>
              <a:gd name="csX75" fmla="*/ 12962 w 1728164"/>
              <a:gd name="csY75" fmla="*/ 1114324 h 1114920"/>
              <a:gd name="csX76" fmla="*/ 13136 w 1728164"/>
              <a:gd name="csY76" fmla="*/ 1114315 h 1114920"/>
              <a:gd name="csX77" fmla="*/ 13308 w 1728164"/>
              <a:gd name="csY77" fmla="*/ 1114315 h 1114920"/>
              <a:gd name="csX78" fmla="*/ 13481 w 1728164"/>
              <a:gd name="csY78" fmla="*/ 1114315 h 1114920"/>
              <a:gd name="csX79" fmla="*/ 13653 w 1728164"/>
              <a:gd name="csY79" fmla="*/ 1114306 h 1114920"/>
              <a:gd name="csX80" fmla="*/ 13827 w 1728164"/>
              <a:gd name="csY80" fmla="*/ 1114306 h 1114920"/>
              <a:gd name="csX81" fmla="*/ 13999 w 1728164"/>
              <a:gd name="csY81" fmla="*/ 1114297 h 1114920"/>
              <a:gd name="csX82" fmla="*/ 14172 w 1728164"/>
              <a:gd name="csY82" fmla="*/ 1114297 h 1114920"/>
              <a:gd name="csX83" fmla="*/ 14345 w 1728164"/>
              <a:gd name="csY83" fmla="*/ 1114289 h 1114920"/>
              <a:gd name="csX84" fmla="*/ 14518 w 1728164"/>
              <a:gd name="csY84" fmla="*/ 1114289 h 1114920"/>
              <a:gd name="csX85" fmla="*/ 14691 w 1728164"/>
              <a:gd name="csY85" fmla="*/ 1114280 h 1114920"/>
              <a:gd name="csX86" fmla="*/ 14863 w 1728164"/>
              <a:gd name="csY86" fmla="*/ 1114280 h 1114920"/>
              <a:gd name="csX87" fmla="*/ 15037 w 1728164"/>
              <a:gd name="csY87" fmla="*/ 1114280 h 1114920"/>
              <a:gd name="csX88" fmla="*/ 15209 w 1728164"/>
              <a:gd name="csY88" fmla="*/ 1114271 h 1114920"/>
              <a:gd name="csX89" fmla="*/ 15382 w 1728164"/>
              <a:gd name="csY89" fmla="*/ 1114271 h 1114920"/>
              <a:gd name="csX90" fmla="*/ 15555 w 1728164"/>
              <a:gd name="csY90" fmla="*/ 1114262 h 1114920"/>
              <a:gd name="csX91" fmla="*/ 15728 w 1728164"/>
              <a:gd name="csY91" fmla="*/ 1114262 h 1114920"/>
              <a:gd name="csX92" fmla="*/ 15901 w 1728164"/>
              <a:gd name="csY92" fmla="*/ 1114253 h 1114920"/>
              <a:gd name="csX93" fmla="*/ 16073 w 1728164"/>
              <a:gd name="csY93" fmla="*/ 1114253 h 1114920"/>
              <a:gd name="csX94" fmla="*/ 16246 w 1728164"/>
              <a:gd name="csY94" fmla="*/ 1114244 h 1114920"/>
              <a:gd name="csX95" fmla="*/ 16419 w 1728164"/>
              <a:gd name="csY95" fmla="*/ 1114244 h 1114920"/>
              <a:gd name="csX96" fmla="*/ 16592 w 1728164"/>
              <a:gd name="csY96" fmla="*/ 1114235 h 1114920"/>
              <a:gd name="csX97" fmla="*/ 16764 w 1728164"/>
              <a:gd name="csY97" fmla="*/ 1114235 h 1114920"/>
              <a:gd name="csX98" fmla="*/ 16938 w 1728164"/>
              <a:gd name="csY98" fmla="*/ 1114226 h 1114920"/>
              <a:gd name="csX99" fmla="*/ 17111 w 1728164"/>
              <a:gd name="csY99" fmla="*/ 1114226 h 1114920"/>
              <a:gd name="csX100" fmla="*/ 17283 w 1728164"/>
              <a:gd name="csY100" fmla="*/ 1114226 h 1114920"/>
              <a:gd name="csX101" fmla="*/ 17456 w 1728164"/>
              <a:gd name="csY101" fmla="*/ 1114217 h 1114920"/>
              <a:gd name="csX102" fmla="*/ 17629 w 1728164"/>
              <a:gd name="csY102" fmla="*/ 1114217 h 1114920"/>
              <a:gd name="csX103" fmla="*/ 17802 w 1728164"/>
              <a:gd name="csY103" fmla="*/ 1114209 h 1114920"/>
              <a:gd name="csX104" fmla="*/ 17974 w 1728164"/>
              <a:gd name="csY104" fmla="*/ 1114209 h 1114920"/>
              <a:gd name="csX105" fmla="*/ 18147 w 1728164"/>
              <a:gd name="csY105" fmla="*/ 1114200 h 1114920"/>
              <a:gd name="csX106" fmla="*/ 18320 w 1728164"/>
              <a:gd name="csY106" fmla="*/ 1114200 h 1114920"/>
              <a:gd name="csX107" fmla="*/ 18493 w 1728164"/>
              <a:gd name="csY107" fmla="*/ 1114191 h 1114920"/>
              <a:gd name="csX108" fmla="*/ 18666 w 1728164"/>
              <a:gd name="csY108" fmla="*/ 1114191 h 1114920"/>
              <a:gd name="csX109" fmla="*/ 18839 w 1728164"/>
              <a:gd name="csY109" fmla="*/ 1114182 h 1114920"/>
              <a:gd name="csX110" fmla="*/ 19012 w 1728164"/>
              <a:gd name="csY110" fmla="*/ 1114182 h 1114920"/>
              <a:gd name="csX111" fmla="*/ 19184 w 1728164"/>
              <a:gd name="csY111" fmla="*/ 1114173 h 1114920"/>
              <a:gd name="csX112" fmla="*/ 19357 w 1728164"/>
              <a:gd name="csY112" fmla="*/ 1114173 h 1114920"/>
              <a:gd name="csX113" fmla="*/ 19530 w 1728164"/>
              <a:gd name="csY113" fmla="*/ 1114164 h 1114920"/>
              <a:gd name="csX114" fmla="*/ 19703 w 1728164"/>
              <a:gd name="csY114" fmla="*/ 1114155 h 1114920"/>
              <a:gd name="csX115" fmla="*/ 19876 w 1728164"/>
              <a:gd name="csY115" fmla="*/ 1114155 h 1114920"/>
              <a:gd name="csX116" fmla="*/ 20048 w 1728164"/>
              <a:gd name="csY116" fmla="*/ 1114146 h 1114920"/>
              <a:gd name="csX117" fmla="*/ 20222 w 1728164"/>
              <a:gd name="csY117" fmla="*/ 1114146 h 1114920"/>
              <a:gd name="csX118" fmla="*/ 20394 w 1728164"/>
              <a:gd name="csY118" fmla="*/ 1114137 h 1114920"/>
              <a:gd name="csX119" fmla="*/ 20567 w 1728164"/>
              <a:gd name="csY119" fmla="*/ 1114137 h 1114920"/>
              <a:gd name="csX120" fmla="*/ 20740 w 1728164"/>
              <a:gd name="csY120" fmla="*/ 1114129 h 1114920"/>
              <a:gd name="csX121" fmla="*/ 20913 w 1728164"/>
              <a:gd name="csY121" fmla="*/ 1114129 h 1114920"/>
              <a:gd name="csX122" fmla="*/ 21085 w 1728164"/>
              <a:gd name="csY122" fmla="*/ 1114120 h 1114920"/>
              <a:gd name="csX123" fmla="*/ 21258 w 1728164"/>
              <a:gd name="csY123" fmla="*/ 1114120 h 1114920"/>
              <a:gd name="csX124" fmla="*/ 21432 w 1728164"/>
              <a:gd name="csY124" fmla="*/ 1114111 h 1114920"/>
              <a:gd name="csX125" fmla="*/ 21604 w 1728164"/>
              <a:gd name="csY125" fmla="*/ 1114111 h 1114920"/>
              <a:gd name="csX126" fmla="*/ 21777 w 1728164"/>
              <a:gd name="csY126" fmla="*/ 1114102 h 1114920"/>
              <a:gd name="csX127" fmla="*/ 21949 w 1728164"/>
              <a:gd name="csY127" fmla="*/ 1114093 h 1114920"/>
              <a:gd name="csX128" fmla="*/ 22123 w 1728164"/>
              <a:gd name="csY128" fmla="*/ 1114093 h 1114920"/>
              <a:gd name="csX129" fmla="*/ 22295 w 1728164"/>
              <a:gd name="csY129" fmla="*/ 1114084 h 1114920"/>
              <a:gd name="csX130" fmla="*/ 22468 w 1728164"/>
              <a:gd name="csY130" fmla="*/ 1114084 h 1114920"/>
              <a:gd name="csX131" fmla="*/ 22641 w 1728164"/>
              <a:gd name="csY131" fmla="*/ 1114075 h 1114920"/>
              <a:gd name="csX132" fmla="*/ 22814 w 1728164"/>
              <a:gd name="csY132" fmla="*/ 1114075 h 1114920"/>
              <a:gd name="csX133" fmla="*/ 22987 w 1728164"/>
              <a:gd name="csY133" fmla="*/ 1114066 h 1114920"/>
              <a:gd name="csX134" fmla="*/ 23159 w 1728164"/>
              <a:gd name="csY134" fmla="*/ 1114057 h 1114920"/>
              <a:gd name="csX135" fmla="*/ 23333 w 1728164"/>
              <a:gd name="csY135" fmla="*/ 1114057 h 1114920"/>
              <a:gd name="csX136" fmla="*/ 23505 w 1728164"/>
              <a:gd name="csY136" fmla="*/ 1114048 h 1114920"/>
              <a:gd name="csX137" fmla="*/ 23678 w 1728164"/>
              <a:gd name="csY137" fmla="*/ 1114048 h 1114920"/>
              <a:gd name="csX138" fmla="*/ 23851 w 1728164"/>
              <a:gd name="csY138" fmla="*/ 1114039 h 1114920"/>
              <a:gd name="csX139" fmla="*/ 24024 w 1728164"/>
              <a:gd name="csY139" fmla="*/ 1114031 h 1114920"/>
              <a:gd name="csX140" fmla="*/ 24197 w 1728164"/>
              <a:gd name="csY140" fmla="*/ 1114031 h 1114920"/>
              <a:gd name="csX141" fmla="*/ 24369 w 1728164"/>
              <a:gd name="csY141" fmla="*/ 1114022 h 1114920"/>
              <a:gd name="csX142" fmla="*/ 24543 w 1728164"/>
              <a:gd name="csY142" fmla="*/ 1114022 h 1114920"/>
              <a:gd name="csX143" fmla="*/ 24715 w 1728164"/>
              <a:gd name="csY143" fmla="*/ 1114013 h 1114920"/>
              <a:gd name="csX144" fmla="*/ 24888 w 1728164"/>
              <a:gd name="csY144" fmla="*/ 1114004 h 1114920"/>
              <a:gd name="csX145" fmla="*/ 25060 w 1728164"/>
              <a:gd name="csY145" fmla="*/ 1114004 h 1114920"/>
              <a:gd name="csX146" fmla="*/ 25234 w 1728164"/>
              <a:gd name="csY146" fmla="*/ 1113995 h 1114920"/>
              <a:gd name="csX147" fmla="*/ 25406 w 1728164"/>
              <a:gd name="csY147" fmla="*/ 1113986 h 1114920"/>
              <a:gd name="csX148" fmla="*/ 25579 w 1728164"/>
              <a:gd name="csY148" fmla="*/ 1113986 h 1114920"/>
              <a:gd name="csX149" fmla="*/ 25752 w 1728164"/>
              <a:gd name="csY149" fmla="*/ 1113977 h 1114920"/>
              <a:gd name="csX150" fmla="*/ 25925 w 1728164"/>
              <a:gd name="csY150" fmla="*/ 1113977 h 1114920"/>
              <a:gd name="csX151" fmla="*/ 26098 w 1728164"/>
              <a:gd name="csY151" fmla="*/ 1113968 h 1114920"/>
              <a:gd name="csX152" fmla="*/ 26270 w 1728164"/>
              <a:gd name="csY152" fmla="*/ 1113959 h 1114920"/>
              <a:gd name="csX153" fmla="*/ 26444 w 1728164"/>
              <a:gd name="csY153" fmla="*/ 1113959 h 1114920"/>
              <a:gd name="csX154" fmla="*/ 26616 w 1728164"/>
              <a:gd name="csY154" fmla="*/ 1113951 h 1114920"/>
              <a:gd name="csX155" fmla="*/ 26789 w 1728164"/>
              <a:gd name="csY155" fmla="*/ 1113942 h 1114920"/>
              <a:gd name="csX156" fmla="*/ 26962 w 1728164"/>
              <a:gd name="csY156" fmla="*/ 1113942 h 1114920"/>
              <a:gd name="csX157" fmla="*/ 27135 w 1728164"/>
              <a:gd name="csY157" fmla="*/ 1113933 h 1114920"/>
              <a:gd name="csX158" fmla="*/ 27308 w 1728164"/>
              <a:gd name="csY158" fmla="*/ 1113924 h 1114920"/>
              <a:gd name="csX159" fmla="*/ 27480 w 1728164"/>
              <a:gd name="csY159" fmla="*/ 1113924 h 1114920"/>
              <a:gd name="csX160" fmla="*/ 27653 w 1728164"/>
              <a:gd name="csY160" fmla="*/ 1113915 h 1114920"/>
              <a:gd name="csX161" fmla="*/ 27826 w 1728164"/>
              <a:gd name="csY161" fmla="*/ 1113906 h 1114920"/>
              <a:gd name="csX162" fmla="*/ 27999 w 1728164"/>
              <a:gd name="csY162" fmla="*/ 1113906 h 1114920"/>
              <a:gd name="csX163" fmla="*/ 28172 w 1728164"/>
              <a:gd name="csY163" fmla="*/ 1113897 h 1114920"/>
              <a:gd name="csX164" fmla="*/ 28345 w 1728164"/>
              <a:gd name="csY164" fmla="*/ 1113888 h 1114920"/>
              <a:gd name="csX165" fmla="*/ 28518 w 1728164"/>
              <a:gd name="csY165" fmla="*/ 1113879 h 1114920"/>
              <a:gd name="csX166" fmla="*/ 28690 w 1728164"/>
              <a:gd name="csY166" fmla="*/ 1113879 h 1114920"/>
              <a:gd name="csX167" fmla="*/ 28863 w 1728164"/>
              <a:gd name="csY167" fmla="*/ 1113870 h 1114920"/>
              <a:gd name="csX168" fmla="*/ 29036 w 1728164"/>
              <a:gd name="csY168" fmla="*/ 1113862 h 1114920"/>
              <a:gd name="csX169" fmla="*/ 29209 w 1728164"/>
              <a:gd name="csY169" fmla="*/ 1113862 h 1114920"/>
              <a:gd name="csX170" fmla="*/ 29381 w 1728164"/>
              <a:gd name="csY170" fmla="*/ 1113853 h 1114920"/>
              <a:gd name="csX171" fmla="*/ 29554 w 1728164"/>
              <a:gd name="csY171" fmla="*/ 1113844 h 1114920"/>
              <a:gd name="csX172" fmla="*/ 29727 w 1728164"/>
              <a:gd name="csY172" fmla="*/ 1113835 h 1114920"/>
              <a:gd name="csX173" fmla="*/ 29900 w 1728164"/>
              <a:gd name="csY173" fmla="*/ 1113835 h 1114920"/>
              <a:gd name="csX174" fmla="*/ 30073 w 1728164"/>
              <a:gd name="csY174" fmla="*/ 1113826 h 1114920"/>
              <a:gd name="csX175" fmla="*/ 30246 w 1728164"/>
              <a:gd name="csY175" fmla="*/ 1113817 h 1114920"/>
              <a:gd name="csX176" fmla="*/ 30419 w 1728164"/>
              <a:gd name="csY176" fmla="*/ 1113808 h 1114920"/>
              <a:gd name="csX177" fmla="*/ 30591 w 1728164"/>
              <a:gd name="csY177" fmla="*/ 1113808 h 1114920"/>
              <a:gd name="csX178" fmla="*/ 30764 w 1728164"/>
              <a:gd name="csY178" fmla="*/ 1113799 h 1114920"/>
              <a:gd name="csX179" fmla="*/ 30937 w 1728164"/>
              <a:gd name="csY179" fmla="*/ 1113790 h 1114920"/>
              <a:gd name="csX180" fmla="*/ 31110 w 1728164"/>
              <a:gd name="csY180" fmla="*/ 1113782 h 1114920"/>
              <a:gd name="csX181" fmla="*/ 31283 w 1728164"/>
              <a:gd name="csY181" fmla="*/ 1113782 h 1114920"/>
              <a:gd name="csX182" fmla="*/ 31455 w 1728164"/>
              <a:gd name="csY182" fmla="*/ 1113773 h 1114920"/>
              <a:gd name="csX183" fmla="*/ 31629 w 1728164"/>
              <a:gd name="csY183" fmla="*/ 1113764 h 1114920"/>
              <a:gd name="csX184" fmla="*/ 31801 w 1728164"/>
              <a:gd name="csY184" fmla="*/ 1113755 h 1114920"/>
              <a:gd name="csX185" fmla="*/ 31974 w 1728164"/>
              <a:gd name="csY185" fmla="*/ 1113755 h 1114920"/>
              <a:gd name="csX186" fmla="*/ 32147 w 1728164"/>
              <a:gd name="csY186" fmla="*/ 1113746 h 1114920"/>
              <a:gd name="csX187" fmla="*/ 32320 w 1728164"/>
              <a:gd name="csY187" fmla="*/ 1113737 h 1114920"/>
              <a:gd name="csX188" fmla="*/ 32493 w 1728164"/>
              <a:gd name="csY188" fmla="*/ 1113728 h 1114920"/>
              <a:gd name="csX189" fmla="*/ 32665 w 1728164"/>
              <a:gd name="csY189" fmla="*/ 1113719 h 1114920"/>
              <a:gd name="csX190" fmla="*/ 32839 w 1728164"/>
              <a:gd name="csY190" fmla="*/ 1113719 h 1114920"/>
              <a:gd name="csX191" fmla="*/ 33011 w 1728164"/>
              <a:gd name="csY191" fmla="*/ 1113710 h 1114920"/>
              <a:gd name="csX192" fmla="*/ 33184 w 1728164"/>
              <a:gd name="csY192" fmla="*/ 1113701 h 1114920"/>
              <a:gd name="csX193" fmla="*/ 33356 w 1728164"/>
              <a:gd name="csY193" fmla="*/ 1113693 h 1114920"/>
              <a:gd name="csX194" fmla="*/ 33530 w 1728164"/>
              <a:gd name="csY194" fmla="*/ 1113684 h 1114920"/>
              <a:gd name="csX195" fmla="*/ 33702 w 1728164"/>
              <a:gd name="csY195" fmla="*/ 1113684 h 1114920"/>
              <a:gd name="csX196" fmla="*/ 33875 w 1728164"/>
              <a:gd name="csY196" fmla="*/ 1113675 h 1114920"/>
              <a:gd name="csX197" fmla="*/ 34048 w 1728164"/>
              <a:gd name="csY197" fmla="*/ 1113666 h 1114920"/>
              <a:gd name="csX198" fmla="*/ 34221 w 1728164"/>
              <a:gd name="csY198" fmla="*/ 1113657 h 1114920"/>
              <a:gd name="csX199" fmla="*/ 34394 w 1728164"/>
              <a:gd name="csY199" fmla="*/ 1113648 h 1114920"/>
              <a:gd name="csX200" fmla="*/ 34566 w 1728164"/>
              <a:gd name="csY200" fmla="*/ 1113639 h 1114920"/>
              <a:gd name="csX201" fmla="*/ 34740 w 1728164"/>
              <a:gd name="csY201" fmla="*/ 1113639 h 1114920"/>
              <a:gd name="csX202" fmla="*/ 34912 w 1728164"/>
              <a:gd name="csY202" fmla="*/ 1113630 h 1114920"/>
              <a:gd name="csX203" fmla="*/ 35085 w 1728164"/>
              <a:gd name="csY203" fmla="*/ 1113621 h 1114920"/>
              <a:gd name="csX204" fmla="*/ 35258 w 1728164"/>
              <a:gd name="csY204" fmla="*/ 1113612 h 1114920"/>
              <a:gd name="csX205" fmla="*/ 35431 w 1728164"/>
              <a:gd name="csY205" fmla="*/ 1113604 h 1114920"/>
              <a:gd name="csX206" fmla="*/ 35604 w 1728164"/>
              <a:gd name="csY206" fmla="*/ 1113595 h 1114920"/>
              <a:gd name="csX207" fmla="*/ 35776 w 1728164"/>
              <a:gd name="csY207" fmla="*/ 1113586 h 1114920"/>
              <a:gd name="csX208" fmla="*/ 35950 w 1728164"/>
              <a:gd name="csY208" fmla="*/ 1113577 h 1114920"/>
              <a:gd name="csX209" fmla="*/ 36122 w 1728164"/>
              <a:gd name="csY209" fmla="*/ 1113577 h 1114920"/>
              <a:gd name="csX210" fmla="*/ 36295 w 1728164"/>
              <a:gd name="csY210" fmla="*/ 1113568 h 1114920"/>
              <a:gd name="csX211" fmla="*/ 36467 w 1728164"/>
              <a:gd name="csY211" fmla="*/ 1113559 h 1114920"/>
              <a:gd name="csX212" fmla="*/ 36641 w 1728164"/>
              <a:gd name="csY212" fmla="*/ 1113550 h 1114920"/>
              <a:gd name="csX213" fmla="*/ 36814 w 1728164"/>
              <a:gd name="csY213" fmla="*/ 1113541 h 1114920"/>
              <a:gd name="csX214" fmla="*/ 36986 w 1728164"/>
              <a:gd name="csY214" fmla="*/ 1113532 h 1114920"/>
              <a:gd name="csX215" fmla="*/ 37159 w 1728164"/>
              <a:gd name="csY215" fmla="*/ 1113524 h 1114920"/>
              <a:gd name="csX216" fmla="*/ 37332 w 1728164"/>
              <a:gd name="csY216" fmla="*/ 1113515 h 1114920"/>
              <a:gd name="csX217" fmla="*/ 37505 w 1728164"/>
              <a:gd name="csY217" fmla="*/ 1113506 h 1114920"/>
              <a:gd name="csX218" fmla="*/ 37677 w 1728164"/>
              <a:gd name="csY218" fmla="*/ 1113497 h 1114920"/>
              <a:gd name="csX219" fmla="*/ 37851 w 1728164"/>
              <a:gd name="csY219" fmla="*/ 1113488 h 1114920"/>
              <a:gd name="csX220" fmla="*/ 38023 w 1728164"/>
              <a:gd name="csY220" fmla="*/ 1113479 h 1114920"/>
              <a:gd name="csX221" fmla="*/ 38196 w 1728164"/>
              <a:gd name="csY221" fmla="*/ 1113479 h 1114920"/>
              <a:gd name="csX222" fmla="*/ 38369 w 1728164"/>
              <a:gd name="csY222" fmla="*/ 1113470 h 1114920"/>
              <a:gd name="csX223" fmla="*/ 38542 w 1728164"/>
              <a:gd name="csY223" fmla="*/ 1113461 h 1114920"/>
              <a:gd name="csX224" fmla="*/ 38715 w 1728164"/>
              <a:gd name="csY224" fmla="*/ 1113452 h 1114920"/>
              <a:gd name="csX225" fmla="*/ 38887 w 1728164"/>
              <a:gd name="csY225" fmla="*/ 1113443 h 1114920"/>
              <a:gd name="csX226" fmla="*/ 39060 w 1728164"/>
              <a:gd name="csY226" fmla="*/ 1113435 h 1114920"/>
              <a:gd name="csX227" fmla="*/ 39233 w 1728164"/>
              <a:gd name="csY227" fmla="*/ 1113426 h 1114920"/>
              <a:gd name="csX228" fmla="*/ 39406 w 1728164"/>
              <a:gd name="csY228" fmla="*/ 1113417 h 1114920"/>
              <a:gd name="csX229" fmla="*/ 39579 w 1728164"/>
              <a:gd name="csY229" fmla="*/ 1113408 h 1114920"/>
              <a:gd name="csX230" fmla="*/ 39752 w 1728164"/>
              <a:gd name="csY230" fmla="*/ 1113399 h 1114920"/>
              <a:gd name="csX231" fmla="*/ 39925 w 1728164"/>
              <a:gd name="csY231" fmla="*/ 1113390 h 1114920"/>
              <a:gd name="csX232" fmla="*/ 40097 w 1728164"/>
              <a:gd name="csY232" fmla="*/ 1113381 h 1114920"/>
              <a:gd name="csX233" fmla="*/ 40270 w 1728164"/>
              <a:gd name="csY233" fmla="*/ 1113372 h 1114920"/>
              <a:gd name="csX234" fmla="*/ 40443 w 1728164"/>
              <a:gd name="csY234" fmla="*/ 1113363 h 1114920"/>
              <a:gd name="csX235" fmla="*/ 40616 w 1728164"/>
              <a:gd name="csY235" fmla="*/ 1113355 h 1114920"/>
              <a:gd name="csX236" fmla="*/ 40788 w 1728164"/>
              <a:gd name="csY236" fmla="*/ 1113346 h 1114920"/>
              <a:gd name="csX237" fmla="*/ 40961 w 1728164"/>
              <a:gd name="csY237" fmla="*/ 1113337 h 1114920"/>
              <a:gd name="csX238" fmla="*/ 41135 w 1728164"/>
              <a:gd name="csY238" fmla="*/ 1113328 h 1114920"/>
              <a:gd name="csX239" fmla="*/ 41307 w 1728164"/>
              <a:gd name="csY239" fmla="*/ 1113319 h 1114920"/>
              <a:gd name="csX240" fmla="*/ 41480 w 1728164"/>
              <a:gd name="csY240" fmla="*/ 1113310 h 1114920"/>
              <a:gd name="csX241" fmla="*/ 41653 w 1728164"/>
              <a:gd name="csY241" fmla="*/ 1113292 h 1114920"/>
              <a:gd name="csX242" fmla="*/ 41826 w 1728164"/>
              <a:gd name="csY242" fmla="*/ 1113283 h 1114920"/>
              <a:gd name="csX243" fmla="*/ 41998 w 1728164"/>
              <a:gd name="csY243" fmla="*/ 1113274 h 1114920"/>
              <a:gd name="csX244" fmla="*/ 42171 w 1728164"/>
              <a:gd name="csY244" fmla="*/ 1113265 h 1114920"/>
              <a:gd name="csX245" fmla="*/ 42344 w 1728164"/>
              <a:gd name="csY245" fmla="*/ 1113257 h 1114920"/>
              <a:gd name="csX246" fmla="*/ 42517 w 1728164"/>
              <a:gd name="csY246" fmla="*/ 1113248 h 1114920"/>
              <a:gd name="csX247" fmla="*/ 42690 w 1728164"/>
              <a:gd name="csY247" fmla="*/ 1113239 h 1114920"/>
              <a:gd name="csX248" fmla="*/ 42862 w 1728164"/>
              <a:gd name="csY248" fmla="*/ 1113230 h 1114920"/>
              <a:gd name="csX249" fmla="*/ 43036 w 1728164"/>
              <a:gd name="csY249" fmla="*/ 1113221 h 1114920"/>
              <a:gd name="csX250" fmla="*/ 43208 w 1728164"/>
              <a:gd name="csY250" fmla="*/ 1113212 h 1114920"/>
              <a:gd name="csX251" fmla="*/ 43381 w 1728164"/>
              <a:gd name="csY251" fmla="*/ 1113203 h 1114920"/>
              <a:gd name="csX252" fmla="*/ 43554 w 1728164"/>
              <a:gd name="csY252" fmla="*/ 1113185 h 1114920"/>
              <a:gd name="csX253" fmla="*/ 43727 w 1728164"/>
              <a:gd name="csY253" fmla="*/ 1113177 h 1114920"/>
              <a:gd name="csX254" fmla="*/ 43900 w 1728164"/>
              <a:gd name="csY254" fmla="*/ 1113168 h 1114920"/>
              <a:gd name="csX255" fmla="*/ 44072 w 1728164"/>
              <a:gd name="csY255" fmla="*/ 1113159 h 1114920"/>
              <a:gd name="csX256" fmla="*/ 44246 w 1728164"/>
              <a:gd name="csY256" fmla="*/ 1113150 h 1114920"/>
              <a:gd name="csX257" fmla="*/ 44418 w 1728164"/>
              <a:gd name="csY257" fmla="*/ 1113141 h 1114920"/>
              <a:gd name="csX258" fmla="*/ 44591 w 1728164"/>
              <a:gd name="csY258" fmla="*/ 1113132 h 1114920"/>
              <a:gd name="csX259" fmla="*/ 44763 w 1728164"/>
              <a:gd name="csY259" fmla="*/ 1113114 h 1114920"/>
              <a:gd name="csX260" fmla="*/ 44937 w 1728164"/>
              <a:gd name="csY260" fmla="*/ 1113105 h 1114920"/>
              <a:gd name="csX261" fmla="*/ 45109 w 1728164"/>
              <a:gd name="csY261" fmla="*/ 1113096 h 1114920"/>
              <a:gd name="csX262" fmla="*/ 45282 w 1728164"/>
              <a:gd name="csY262" fmla="*/ 1113088 h 1114920"/>
              <a:gd name="csX263" fmla="*/ 45456 w 1728164"/>
              <a:gd name="csY263" fmla="*/ 1113079 h 1114920"/>
              <a:gd name="csX264" fmla="*/ 45628 w 1728164"/>
              <a:gd name="csY264" fmla="*/ 1113070 h 1114920"/>
              <a:gd name="csX265" fmla="*/ 45801 w 1728164"/>
              <a:gd name="csY265" fmla="*/ 1113052 h 1114920"/>
              <a:gd name="csX266" fmla="*/ 45973 w 1728164"/>
              <a:gd name="csY266" fmla="*/ 1113043 h 1114920"/>
              <a:gd name="csX267" fmla="*/ 46147 w 1728164"/>
              <a:gd name="csY267" fmla="*/ 1113034 h 1114920"/>
              <a:gd name="csX268" fmla="*/ 46319 w 1728164"/>
              <a:gd name="csY268" fmla="*/ 1113025 h 1114920"/>
              <a:gd name="csX269" fmla="*/ 46492 w 1728164"/>
              <a:gd name="csY269" fmla="*/ 1113016 h 1114920"/>
              <a:gd name="csX270" fmla="*/ 46665 w 1728164"/>
              <a:gd name="csY270" fmla="*/ 1112999 h 1114920"/>
              <a:gd name="csX271" fmla="*/ 46838 w 1728164"/>
              <a:gd name="csY271" fmla="*/ 1112990 h 1114920"/>
              <a:gd name="csX272" fmla="*/ 47011 w 1728164"/>
              <a:gd name="csY272" fmla="*/ 1112981 h 1114920"/>
              <a:gd name="csX273" fmla="*/ 47183 w 1728164"/>
              <a:gd name="csY273" fmla="*/ 1112972 h 1114920"/>
              <a:gd name="csX274" fmla="*/ 47357 w 1728164"/>
              <a:gd name="csY274" fmla="*/ 1112954 h 1114920"/>
              <a:gd name="csX275" fmla="*/ 47529 w 1728164"/>
              <a:gd name="csY275" fmla="*/ 1112945 h 1114920"/>
              <a:gd name="csX276" fmla="*/ 47702 w 1728164"/>
              <a:gd name="csY276" fmla="*/ 1112936 h 1114920"/>
              <a:gd name="csX277" fmla="*/ 47874 w 1728164"/>
              <a:gd name="csY277" fmla="*/ 1112919 h 1114920"/>
              <a:gd name="csX278" fmla="*/ 48048 w 1728164"/>
              <a:gd name="csY278" fmla="*/ 1112910 h 1114920"/>
              <a:gd name="csX279" fmla="*/ 48221 w 1728164"/>
              <a:gd name="csY279" fmla="*/ 1112901 h 1114920"/>
              <a:gd name="csX280" fmla="*/ 48393 w 1728164"/>
              <a:gd name="csY280" fmla="*/ 1112892 h 1114920"/>
              <a:gd name="csX281" fmla="*/ 48566 w 1728164"/>
              <a:gd name="csY281" fmla="*/ 1112874 h 1114920"/>
              <a:gd name="csX282" fmla="*/ 48739 w 1728164"/>
              <a:gd name="csY282" fmla="*/ 1112865 h 1114920"/>
              <a:gd name="csX283" fmla="*/ 48912 w 1728164"/>
              <a:gd name="csY283" fmla="*/ 1112856 h 1114920"/>
              <a:gd name="csX284" fmla="*/ 49084 w 1728164"/>
              <a:gd name="csY284" fmla="*/ 1112838 h 1114920"/>
              <a:gd name="csX285" fmla="*/ 49258 w 1728164"/>
              <a:gd name="csY285" fmla="*/ 1112830 h 1114920"/>
              <a:gd name="csX286" fmla="*/ 49430 w 1728164"/>
              <a:gd name="csY286" fmla="*/ 1112821 h 1114920"/>
              <a:gd name="csX287" fmla="*/ 49603 w 1728164"/>
              <a:gd name="csY287" fmla="*/ 1112803 h 1114920"/>
              <a:gd name="csX288" fmla="*/ 49776 w 1728164"/>
              <a:gd name="csY288" fmla="*/ 1112794 h 1114920"/>
              <a:gd name="csX289" fmla="*/ 49949 w 1728164"/>
              <a:gd name="csY289" fmla="*/ 1112785 h 1114920"/>
              <a:gd name="csX290" fmla="*/ 50122 w 1728164"/>
              <a:gd name="csY290" fmla="*/ 1112767 h 1114920"/>
              <a:gd name="csX291" fmla="*/ 50294 w 1728164"/>
              <a:gd name="csY291" fmla="*/ 1112758 h 1114920"/>
              <a:gd name="csX292" fmla="*/ 50467 w 1728164"/>
              <a:gd name="csY292" fmla="*/ 1112741 h 1114920"/>
              <a:gd name="csX293" fmla="*/ 50640 w 1728164"/>
              <a:gd name="csY293" fmla="*/ 1112732 h 1114920"/>
              <a:gd name="csX294" fmla="*/ 50813 w 1728164"/>
              <a:gd name="csY294" fmla="*/ 1112723 h 1114920"/>
              <a:gd name="csX295" fmla="*/ 50986 w 1728164"/>
              <a:gd name="csY295" fmla="*/ 1112705 h 1114920"/>
              <a:gd name="csX296" fmla="*/ 51159 w 1728164"/>
              <a:gd name="csY296" fmla="*/ 1112696 h 1114920"/>
              <a:gd name="csX297" fmla="*/ 51332 w 1728164"/>
              <a:gd name="csY297" fmla="*/ 1112678 h 1114920"/>
              <a:gd name="csX298" fmla="*/ 51504 w 1728164"/>
              <a:gd name="csY298" fmla="*/ 1112669 h 1114920"/>
              <a:gd name="csX299" fmla="*/ 51677 w 1728164"/>
              <a:gd name="csY299" fmla="*/ 1112661 h 1114920"/>
              <a:gd name="csX300" fmla="*/ 51850 w 1728164"/>
              <a:gd name="csY300" fmla="*/ 1112643 h 1114920"/>
              <a:gd name="csX301" fmla="*/ 52023 w 1728164"/>
              <a:gd name="csY301" fmla="*/ 1112634 h 1114920"/>
              <a:gd name="csX302" fmla="*/ 52195 w 1728164"/>
              <a:gd name="csY302" fmla="*/ 1112616 h 1114920"/>
              <a:gd name="csX303" fmla="*/ 52368 w 1728164"/>
              <a:gd name="csY303" fmla="*/ 1112607 h 1114920"/>
              <a:gd name="csX304" fmla="*/ 52542 w 1728164"/>
              <a:gd name="csY304" fmla="*/ 1112589 h 1114920"/>
              <a:gd name="csX305" fmla="*/ 52714 w 1728164"/>
              <a:gd name="csY305" fmla="*/ 1112581 h 1114920"/>
              <a:gd name="csX306" fmla="*/ 52887 w 1728164"/>
              <a:gd name="csY306" fmla="*/ 1112563 h 1114920"/>
              <a:gd name="csX307" fmla="*/ 53060 w 1728164"/>
              <a:gd name="csY307" fmla="*/ 1112554 h 1114920"/>
              <a:gd name="csX308" fmla="*/ 53233 w 1728164"/>
              <a:gd name="csY308" fmla="*/ 1112536 h 1114920"/>
              <a:gd name="csX309" fmla="*/ 53405 w 1728164"/>
              <a:gd name="csY309" fmla="*/ 1112527 h 1114920"/>
              <a:gd name="csX310" fmla="*/ 53578 w 1728164"/>
              <a:gd name="csY310" fmla="*/ 1112509 h 1114920"/>
              <a:gd name="csX311" fmla="*/ 53751 w 1728164"/>
              <a:gd name="csY311" fmla="*/ 1112500 h 1114920"/>
              <a:gd name="csX312" fmla="*/ 53924 w 1728164"/>
              <a:gd name="csY312" fmla="*/ 1112483 h 1114920"/>
              <a:gd name="csX313" fmla="*/ 54097 w 1728164"/>
              <a:gd name="csY313" fmla="*/ 1112474 h 1114920"/>
              <a:gd name="csX314" fmla="*/ 54269 w 1728164"/>
              <a:gd name="csY314" fmla="*/ 1112456 h 1114920"/>
              <a:gd name="csX315" fmla="*/ 54443 w 1728164"/>
              <a:gd name="csY315" fmla="*/ 1112447 h 1114920"/>
              <a:gd name="csX316" fmla="*/ 54615 w 1728164"/>
              <a:gd name="csY316" fmla="*/ 1112429 h 1114920"/>
              <a:gd name="csX317" fmla="*/ 54788 w 1728164"/>
              <a:gd name="csY317" fmla="*/ 1112411 h 1114920"/>
              <a:gd name="csX318" fmla="*/ 54961 w 1728164"/>
              <a:gd name="csY318" fmla="*/ 1112403 h 1114920"/>
              <a:gd name="csX319" fmla="*/ 55134 w 1728164"/>
              <a:gd name="csY319" fmla="*/ 1112385 h 1114920"/>
              <a:gd name="csX320" fmla="*/ 55307 w 1728164"/>
              <a:gd name="csY320" fmla="*/ 1112376 h 1114920"/>
              <a:gd name="csX321" fmla="*/ 55479 w 1728164"/>
              <a:gd name="csY321" fmla="*/ 1112358 h 1114920"/>
              <a:gd name="csX322" fmla="*/ 55653 w 1728164"/>
              <a:gd name="csY322" fmla="*/ 1112349 h 1114920"/>
              <a:gd name="csX323" fmla="*/ 55825 w 1728164"/>
              <a:gd name="csY323" fmla="*/ 1112331 h 1114920"/>
              <a:gd name="csX324" fmla="*/ 55998 w 1728164"/>
              <a:gd name="csY324" fmla="*/ 1112314 h 1114920"/>
              <a:gd name="csX325" fmla="*/ 56170 w 1728164"/>
              <a:gd name="csY325" fmla="*/ 1112305 h 1114920"/>
              <a:gd name="csX326" fmla="*/ 56344 w 1728164"/>
              <a:gd name="csY326" fmla="*/ 1112287 h 1114920"/>
              <a:gd name="csX327" fmla="*/ 56516 w 1728164"/>
              <a:gd name="csY327" fmla="*/ 1112269 h 1114920"/>
              <a:gd name="csX328" fmla="*/ 56689 w 1728164"/>
              <a:gd name="csY328" fmla="*/ 1112260 h 1114920"/>
              <a:gd name="csX329" fmla="*/ 56863 w 1728164"/>
              <a:gd name="csY329" fmla="*/ 1112242 h 1114920"/>
              <a:gd name="csX330" fmla="*/ 57035 w 1728164"/>
              <a:gd name="csY330" fmla="*/ 1112225 h 1114920"/>
              <a:gd name="csX331" fmla="*/ 57208 w 1728164"/>
              <a:gd name="csY331" fmla="*/ 1112216 h 1114920"/>
              <a:gd name="csX332" fmla="*/ 57380 w 1728164"/>
              <a:gd name="csY332" fmla="*/ 1112198 h 1114920"/>
              <a:gd name="csX333" fmla="*/ 57554 w 1728164"/>
              <a:gd name="csY333" fmla="*/ 1112180 h 1114920"/>
              <a:gd name="csX334" fmla="*/ 57726 w 1728164"/>
              <a:gd name="csY334" fmla="*/ 1112162 h 1114920"/>
              <a:gd name="csX335" fmla="*/ 57899 w 1728164"/>
              <a:gd name="csY335" fmla="*/ 1112153 h 1114920"/>
              <a:gd name="csX336" fmla="*/ 58072 w 1728164"/>
              <a:gd name="csY336" fmla="*/ 1112136 h 1114920"/>
              <a:gd name="csX337" fmla="*/ 58245 w 1728164"/>
              <a:gd name="csY337" fmla="*/ 1112118 h 1114920"/>
              <a:gd name="csX338" fmla="*/ 58418 w 1728164"/>
              <a:gd name="csY338" fmla="*/ 1112109 h 1114920"/>
              <a:gd name="csX339" fmla="*/ 58590 w 1728164"/>
              <a:gd name="csY339" fmla="*/ 1112091 h 1114920"/>
              <a:gd name="csX340" fmla="*/ 58764 w 1728164"/>
              <a:gd name="csY340" fmla="*/ 1112073 h 1114920"/>
              <a:gd name="csX341" fmla="*/ 58936 w 1728164"/>
              <a:gd name="csY341" fmla="*/ 1112056 h 1114920"/>
              <a:gd name="csX342" fmla="*/ 59109 w 1728164"/>
              <a:gd name="csY342" fmla="*/ 1112038 h 1114920"/>
              <a:gd name="csX343" fmla="*/ 59282 w 1728164"/>
              <a:gd name="csY343" fmla="*/ 1112029 h 1114920"/>
              <a:gd name="csX344" fmla="*/ 59455 w 1728164"/>
              <a:gd name="csY344" fmla="*/ 1112011 h 1114920"/>
              <a:gd name="csX345" fmla="*/ 59628 w 1728164"/>
              <a:gd name="csY345" fmla="*/ 1111993 h 1114920"/>
              <a:gd name="csX346" fmla="*/ 59800 w 1728164"/>
              <a:gd name="csY346" fmla="*/ 1111976 h 1114920"/>
              <a:gd name="csX347" fmla="*/ 59973 w 1728164"/>
              <a:gd name="csY347" fmla="*/ 1111958 h 1114920"/>
              <a:gd name="csX348" fmla="*/ 60146 w 1728164"/>
              <a:gd name="csY348" fmla="*/ 1111949 h 1114920"/>
              <a:gd name="csX349" fmla="*/ 60319 w 1728164"/>
              <a:gd name="csY349" fmla="*/ 1111931 h 1114920"/>
              <a:gd name="csX350" fmla="*/ 60491 w 1728164"/>
              <a:gd name="csY350" fmla="*/ 1111913 h 1114920"/>
              <a:gd name="csX351" fmla="*/ 60665 w 1728164"/>
              <a:gd name="csY351" fmla="*/ 1111895 h 1114920"/>
              <a:gd name="csX352" fmla="*/ 60837 w 1728164"/>
              <a:gd name="csY352" fmla="*/ 1111878 h 1114920"/>
              <a:gd name="csX353" fmla="*/ 61010 w 1728164"/>
              <a:gd name="csY353" fmla="*/ 1111860 h 1114920"/>
              <a:gd name="csX354" fmla="*/ 61183 w 1728164"/>
              <a:gd name="csY354" fmla="*/ 1111842 h 1114920"/>
              <a:gd name="csX355" fmla="*/ 61356 w 1728164"/>
              <a:gd name="csY355" fmla="*/ 1111824 h 1114920"/>
              <a:gd name="csX356" fmla="*/ 61529 w 1728164"/>
              <a:gd name="csY356" fmla="*/ 1111807 h 1114920"/>
              <a:gd name="csX357" fmla="*/ 61701 w 1728164"/>
              <a:gd name="csY357" fmla="*/ 1111798 h 1114920"/>
              <a:gd name="csX358" fmla="*/ 61874 w 1728164"/>
              <a:gd name="csY358" fmla="*/ 1111780 h 1114920"/>
              <a:gd name="csX359" fmla="*/ 62047 w 1728164"/>
              <a:gd name="csY359" fmla="*/ 1111762 h 1114920"/>
              <a:gd name="csX360" fmla="*/ 62220 w 1728164"/>
              <a:gd name="csY360" fmla="*/ 1111744 h 1114920"/>
              <a:gd name="csX361" fmla="*/ 62393 w 1728164"/>
              <a:gd name="csY361" fmla="*/ 1111726 h 1114920"/>
              <a:gd name="csX362" fmla="*/ 62566 w 1728164"/>
              <a:gd name="csY362" fmla="*/ 1111709 h 1114920"/>
              <a:gd name="csX363" fmla="*/ 62739 w 1728164"/>
              <a:gd name="csY363" fmla="*/ 1111691 h 1114920"/>
              <a:gd name="csX364" fmla="*/ 62911 w 1728164"/>
              <a:gd name="csY364" fmla="*/ 1111673 h 1114920"/>
              <a:gd name="csX365" fmla="*/ 63084 w 1728164"/>
              <a:gd name="csY365" fmla="*/ 1111655 h 1114920"/>
              <a:gd name="csX366" fmla="*/ 63257 w 1728164"/>
              <a:gd name="csY366" fmla="*/ 1111637 h 1114920"/>
              <a:gd name="csX367" fmla="*/ 63430 w 1728164"/>
              <a:gd name="csY367" fmla="*/ 1111620 h 1114920"/>
              <a:gd name="csX368" fmla="*/ 63603 w 1728164"/>
              <a:gd name="csY368" fmla="*/ 1111602 h 1114920"/>
              <a:gd name="csX369" fmla="*/ 63775 w 1728164"/>
              <a:gd name="csY369" fmla="*/ 1111584 h 1114920"/>
              <a:gd name="csX370" fmla="*/ 63949 w 1728164"/>
              <a:gd name="csY370" fmla="*/ 1111566 h 1114920"/>
              <a:gd name="csX371" fmla="*/ 64121 w 1728164"/>
              <a:gd name="csY371" fmla="*/ 1111540 h 1114920"/>
              <a:gd name="csX372" fmla="*/ 64294 w 1728164"/>
              <a:gd name="csY372" fmla="*/ 1111522 h 1114920"/>
              <a:gd name="csX373" fmla="*/ 64467 w 1728164"/>
              <a:gd name="csY373" fmla="*/ 1111504 h 1114920"/>
              <a:gd name="csX374" fmla="*/ 64640 w 1728164"/>
              <a:gd name="csY374" fmla="*/ 1111486 h 1114920"/>
              <a:gd name="csX375" fmla="*/ 64812 w 1728164"/>
              <a:gd name="csY375" fmla="*/ 1111468 h 1114920"/>
              <a:gd name="csX376" fmla="*/ 64985 w 1728164"/>
              <a:gd name="csY376" fmla="*/ 1111451 h 1114920"/>
              <a:gd name="csX377" fmla="*/ 65158 w 1728164"/>
              <a:gd name="csY377" fmla="*/ 1111433 h 1114920"/>
              <a:gd name="csX378" fmla="*/ 65331 w 1728164"/>
              <a:gd name="csY378" fmla="*/ 1111415 h 1114920"/>
              <a:gd name="csX379" fmla="*/ 65504 w 1728164"/>
              <a:gd name="csY379" fmla="*/ 1111397 h 1114920"/>
              <a:gd name="csX380" fmla="*/ 65676 w 1728164"/>
              <a:gd name="csY380" fmla="*/ 1111371 h 1114920"/>
              <a:gd name="csX381" fmla="*/ 65850 w 1728164"/>
              <a:gd name="csY381" fmla="*/ 1111353 h 1114920"/>
              <a:gd name="csX382" fmla="*/ 66022 w 1728164"/>
              <a:gd name="csY382" fmla="*/ 1111335 h 1114920"/>
              <a:gd name="csX383" fmla="*/ 66195 w 1728164"/>
              <a:gd name="csY383" fmla="*/ 1111317 h 1114920"/>
              <a:gd name="csX384" fmla="*/ 66368 w 1728164"/>
              <a:gd name="csY384" fmla="*/ 1111299 h 1114920"/>
              <a:gd name="csX385" fmla="*/ 66541 w 1728164"/>
              <a:gd name="csY385" fmla="*/ 1111273 h 1114920"/>
              <a:gd name="csX386" fmla="*/ 66714 w 1728164"/>
              <a:gd name="csY386" fmla="*/ 1111255 h 1114920"/>
              <a:gd name="csX387" fmla="*/ 66886 w 1728164"/>
              <a:gd name="csY387" fmla="*/ 1111237 h 1114920"/>
              <a:gd name="csX388" fmla="*/ 67060 w 1728164"/>
              <a:gd name="csY388" fmla="*/ 1111219 h 1114920"/>
              <a:gd name="csX389" fmla="*/ 67232 w 1728164"/>
              <a:gd name="csY389" fmla="*/ 1111193 h 1114920"/>
              <a:gd name="csX390" fmla="*/ 67405 w 1728164"/>
              <a:gd name="csY390" fmla="*/ 1111175 h 1114920"/>
              <a:gd name="csX391" fmla="*/ 67577 w 1728164"/>
              <a:gd name="csY391" fmla="*/ 1111157 h 1114920"/>
              <a:gd name="csX392" fmla="*/ 67751 w 1728164"/>
              <a:gd name="csY392" fmla="*/ 1111139 h 1114920"/>
              <a:gd name="csX393" fmla="*/ 67924 w 1728164"/>
              <a:gd name="csY393" fmla="*/ 1111113 h 1114920"/>
              <a:gd name="csX394" fmla="*/ 68096 w 1728164"/>
              <a:gd name="csY394" fmla="*/ 1111095 h 1114920"/>
              <a:gd name="csX395" fmla="*/ 68270 w 1728164"/>
              <a:gd name="csY395" fmla="*/ 1111077 h 1114920"/>
              <a:gd name="csX396" fmla="*/ 68442 w 1728164"/>
              <a:gd name="csY396" fmla="*/ 1111050 h 1114920"/>
              <a:gd name="csX397" fmla="*/ 68615 w 1728164"/>
              <a:gd name="csY397" fmla="*/ 1111032 h 1114920"/>
              <a:gd name="csX398" fmla="*/ 68787 w 1728164"/>
              <a:gd name="csY398" fmla="*/ 1111015 h 1114920"/>
              <a:gd name="csX399" fmla="*/ 68961 w 1728164"/>
              <a:gd name="csY399" fmla="*/ 1110988 h 1114920"/>
              <a:gd name="csX400" fmla="*/ 69133 w 1728164"/>
              <a:gd name="csY400" fmla="*/ 1110970 h 1114920"/>
              <a:gd name="csX401" fmla="*/ 69306 w 1728164"/>
              <a:gd name="csY401" fmla="*/ 1110944 h 1114920"/>
              <a:gd name="csX402" fmla="*/ 69479 w 1728164"/>
              <a:gd name="csY402" fmla="*/ 1110926 h 1114920"/>
              <a:gd name="csX403" fmla="*/ 69652 w 1728164"/>
              <a:gd name="csY403" fmla="*/ 1110908 h 1114920"/>
              <a:gd name="csX404" fmla="*/ 69825 w 1728164"/>
              <a:gd name="csY404" fmla="*/ 1110881 h 1114920"/>
              <a:gd name="csX405" fmla="*/ 69997 w 1728164"/>
              <a:gd name="csY405" fmla="*/ 1110863 h 1114920"/>
              <a:gd name="csX406" fmla="*/ 70171 w 1728164"/>
              <a:gd name="csY406" fmla="*/ 1110837 h 1114920"/>
              <a:gd name="csX407" fmla="*/ 70343 w 1728164"/>
              <a:gd name="csY407" fmla="*/ 1110819 h 1114920"/>
              <a:gd name="csX408" fmla="*/ 70516 w 1728164"/>
              <a:gd name="csY408" fmla="*/ 1110792 h 1114920"/>
              <a:gd name="csX409" fmla="*/ 70689 w 1728164"/>
              <a:gd name="csY409" fmla="*/ 1110775 h 1114920"/>
              <a:gd name="csX410" fmla="*/ 70862 w 1728164"/>
              <a:gd name="csY410" fmla="*/ 1110748 h 1114920"/>
              <a:gd name="csX411" fmla="*/ 71035 w 1728164"/>
              <a:gd name="csY411" fmla="*/ 1110730 h 1114920"/>
              <a:gd name="csX412" fmla="*/ 71207 w 1728164"/>
              <a:gd name="csY412" fmla="*/ 1110703 h 1114920"/>
              <a:gd name="csX413" fmla="*/ 71380 w 1728164"/>
              <a:gd name="csY413" fmla="*/ 1110686 h 1114920"/>
              <a:gd name="csX414" fmla="*/ 71553 w 1728164"/>
              <a:gd name="csY414" fmla="*/ 1110659 h 1114920"/>
              <a:gd name="csX415" fmla="*/ 71726 w 1728164"/>
              <a:gd name="csY415" fmla="*/ 1110641 h 1114920"/>
              <a:gd name="csX416" fmla="*/ 71898 w 1728164"/>
              <a:gd name="csY416" fmla="*/ 1110614 h 1114920"/>
              <a:gd name="csX417" fmla="*/ 72072 w 1728164"/>
              <a:gd name="csY417" fmla="*/ 1110588 h 1114920"/>
              <a:gd name="csX418" fmla="*/ 72245 w 1728164"/>
              <a:gd name="csY418" fmla="*/ 1110570 h 1114920"/>
              <a:gd name="csX419" fmla="*/ 72417 w 1728164"/>
              <a:gd name="csY419" fmla="*/ 1110543 h 1114920"/>
              <a:gd name="csX420" fmla="*/ 72590 w 1728164"/>
              <a:gd name="csY420" fmla="*/ 1110525 h 1114920"/>
              <a:gd name="csX421" fmla="*/ 72763 w 1728164"/>
              <a:gd name="csY421" fmla="*/ 1110499 h 1114920"/>
              <a:gd name="csX422" fmla="*/ 72936 w 1728164"/>
              <a:gd name="csY422" fmla="*/ 1110472 h 1114920"/>
              <a:gd name="csX423" fmla="*/ 73108 w 1728164"/>
              <a:gd name="csY423" fmla="*/ 1110454 h 1114920"/>
              <a:gd name="csX424" fmla="*/ 73281 w 1728164"/>
              <a:gd name="csY424" fmla="*/ 1110428 h 1114920"/>
              <a:gd name="csX425" fmla="*/ 73454 w 1728164"/>
              <a:gd name="csY425" fmla="*/ 1110401 h 1114920"/>
              <a:gd name="csX426" fmla="*/ 73627 w 1728164"/>
              <a:gd name="csY426" fmla="*/ 1110383 h 1114920"/>
              <a:gd name="csX427" fmla="*/ 73800 w 1728164"/>
              <a:gd name="csY427" fmla="*/ 1110356 h 1114920"/>
              <a:gd name="csX428" fmla="*/ 73973 w 1728164"/>
              <a:gd name="csY428" fmla="*/ 1110330 h 1114920"/>
              <a:gd name="csX429" fmla="*/ 74146 w 1728164"/>
              <a:gd name="csY429" fmla="*/ 1110303 h 1114920"/>
              <a:gd name="csX430" fmla="*/ 74318 w 1728164"/>
              <a:gd name="csY430" fmla="*/ 1110285 h 1114920"/>
              <a:gd name="csX431" fmla="*/ 74491 w 1728164"/>
              <a:gd name="csY431" fmla="*/ 1110258 h 1114920"/>
              <a:gd name="csX432" fmla="*/ 74664 w 1728164"/>
              <a:gd name="csY432" fmla="*/ 1110232 h 1114920"/>
              <a:gd name="csX433" fmla="*/ 74837 w 1728164"/>
              <a:gd name="csY433" fmla="*/ 1110205 h 1114920"/>
              <a:gd name="csX434" fmla="*/ 75010 w 1728164"/>
              <a:gd name="csY434" fmla="*/ 1110178 h 1114920"/>
              <a:gd name="csX435" fmla="*/ 75182 w 1728164"/>
              <a:gd name="csY435" fmla="*/ 1110161 h 1114920"/>
              <a:gd name="csX436" fmla="*/ 75356 w 1728164"/>
              <a:gd name="csY436" fmla="*/ 1110134 h 1114920"/>
              <a:gd name="csX437" fmla="*/ 75528 w 1728164"/>
              <a:gd name="csY437" fmla="*/ 1110107 h 1114920"/>
              <a:gd name="csX438" fmla="*/ 75701 w 1728164"/>
              <a:gd name="csY438" fmla="*/ 1110081 h 1114920"/>
              <a:gd name="csX439" fmla="*/ 75874 w 1728164"/>
              <a:gd name="csY439" fmla="*/ 1110054 h 1114920"/>
              <a:gd name="csX440" fmla="*/ 76047 w 1728164"/>
              <a:gd name="csY440" fmla="*/ 1110027 h 1114920"/>
              <a:gd name="csX441" fmla="*/ 76219 w 1728164"/>
              <a:gd name="csY441" fmla="*/ 1110001 h 1114920"/>
              <a:gd name="csX442" fmla="*/ 76392 w 1728164"/>
              <a:gd name="csY442" fmla="*/ 1109974 h 1114920"/>
              <a:gd name="csX443" fmla="*/ 76566 w 1728164"/>
              <a:gd name="csY443" fmla="*/ 1109947 h 1114920"/>
              <a:gd name="csX444" fmla="*/ 76738 w 1728164"/>
              <a:gd name="csY444" fmla="*/ 1109920 h 1114920"/>
              <a:gd name="csX445" fmla="*/ 76911 w 1728164"/>
              <a:gd name="csY445" fmla="*/ 1109903 h 1114920"/>
              <a:gd name="csX446" fmla="*/ 77083 w 1728164"/>
              <a:gd name="csY446" fmla="*/ 1109876 h 1114920"/>
              <a:gd name="csX447" fmla="*/ 77257 w 1728164"/>
              <a:gd name="csY447" fmla="*/ 1109849 h 1114920"/>
              <a:gd name="csX448" fmla="*/ 77429 w 1728164"/>
              <a:gd name="csY448" fmla="*/ 1109823 h 1114920"/>
              <a:gd name="csX449" fmla="*/ 77602 w 1728164"/>
              <a:gd name="csY449" fmla="*/ 1109796 h 1114920"/>
              <a:gd name="csX450" fmla="*/ 77775 w 1728164"/>
              <a:gd name="csY450" fmla="*/ 1109760 h 1114920"/>
              <a:gd name="csX451" fmla="*/ 77948 w 1728164"/>
              <a:gd name="csY451" fmla="*/ 1109734 h 1114920"/>
              <a:gd name="csX452" fmla="*/ 78121 w 1728164"/>
              <a:gd name="csY452" fmla="*/ 1109707 h 1114920"/>
              <a:gd name="csX453" fmla="*/ 78293 w 1728164"/>
              <a:gd name="csY453" fmla="*/ 1109680 h 1114920"/>
              <a:gd name="csX454" fmla="*/ 78467 w 1728164"/>
              <a:gd name="csY454" fmla="*/ 1109654 h 1114920"/>
              <a:gd name="csX455" fmla="*/ 78639 w 1728164"/>
              <a:gd name="csY455" fmla="*/ 1109627 h 1114920"/>
              <a:gd name="csX456" fmla="*/ 78812 w 1728164"/>
              <a:gd name="csY456" fmla="*/ 1109600 h 1114920"/>
              <a:gd name="csX457" fmla="*/ 78984 w 1728164"/>
              <a:gd name="csY457" fmla="*/ 1109574 h 1114920"/>
              <a:gd name="csX458" fmla="*/ 79158 w 1728164"/>
              <a:gd name="csY458" fmla="*/ 1109547 h 1114920"/>
              <a:gd name="csX459" fmla="*/ 79331 w 1728164"/>
              <a:gd name="csY459" fmla="*/ 1109511 h 1114920"/>
              <a:gd name="csX460" fmla="*/ 79503 w 1728164"/>
              <a:gd name="csY460" fmla="*/ 1109484 h 1114920"/>
              <a:gd name="csX461" fmla="*/ 79677 w 1728164"/>
              <a:gd name="csY461" fmla="*/ 1109458 h 1114920"/>
              <a:gd name="csX462" fmla="*/ 79849 w 1728164"/>
              <a:gd name="csY462" fmla="*/ 1109431 h 1114920"/>
              <a:gd name="csX463" fmla="*/ 80022 w 1728164"/>
              <a:gd name="csY463" fmla="*/ 1109404 h 1114920"/>
              <a:gd name="csX464" fmla="*/ 80194 w 1728164"/>
              <a:gd name="csY464" fmla="*/ 1109369 h 1114920"/>
              <a:gd name="csX465" fmla="*/ 80368 w 1728164"/>
              <a:gd name="csY465" fmla="*/ 1109342 h 1114920"/>
              <a:gd name="csX466" fmla="*/ 80540 w 1728164"/>
              <a:gd name="csY466" fmla="*/ 1109316 h 1114920"/>
              <a:gd name="csX467" fmla="*/ 80713 w 1728164"/>
              <a:gd name="csY467" fmla="*/ 1109289 h 1114920"/>
              <a:gd name="csX468" fmla="*/ 80886 w 1728164"/>
              <a:gd name="csY468" fmla="*/ 1109253 h 1114920"/>
              <a:gd name="csX469" fmla="*/ 81059 w 1728164"/>
              <a:gd name="csY469" fmla="*/ 1109227 h 1114920"/>
              <a:gd name="csX470" fmla="*/ 81232 w 1728164"/>
              <a:gd name="csY470" fmla="*/ 1109200 h 1114920"/>
              <a:gd name="csX471" fmla="*/ 81404 w 1728164"/>
              <a:gd name="csY471" fmla="*/ 1109164 h 1114920"/>
              <a:gd name="csX472" fmla="*/ 81578 w 1728164"/>
              <a:gd name="csY472" fmla="*/ 1109138 h 1114920"/>
              <a:gd name="csX473" fmla="*/ 81750 w 1728164"/>
              <a:gd name="csY473" fmla="*/ 1109102 h 1114920"/>
              <a:gd name="csX474" fmla="*/ 81923 w 1728164"/>
              <a:gd name="csY474" fmla="*/ 1109075 h 1114920"/>
              <a:gd name="csX475" fmla="*/ 82096 w 1728164"/>
              <a:gd name="csY475" fmla="*/ 1109049 h 1114920"/>
              <a:gd name="csX476" fmla="*/ 82269 w 1728164"/>
              <a:gd name="csY476" fmla="*/ 1109013 h 1114920"/>
              <a:gd name="csX477" fmla="*/ 82442 w 1728164"/>
              <a:gd name="csY477" fmla="*/ 1108986 h 1114920"/>
              <a:gd name="csX478" fmla="*/ 82614 w 1728164"/>
              <a:gd name="csY478" fmla="*/ 1108951 h 1114920"/>
              <a:gd name="csX479" fmla="*/ 82787 w 1728164"/>
              <a:gd name="csY479" fmla="*/ 1108924 h 1114920"/>
              <a:gd name="csX480" fmla="*/ 82960 w 1728164"/>
              <a:gd name="csY480" fmla="*/ 1108888 h 1114920"/>
              <a:gd name="csX481" fmla="*/ 83133 w 1728164"/>
              <a:gd name="csY481" fmla="*/ 1108862 h 1114920"/>
              <a:gd name="csX482" fmla="*/ 83305 w 1728164"/>
              <a:gd name="csY482" fmla="*/ 1108826 h 1114920"/>
              <a:gd name="csX483" fmla="*/ 83479 w 1728164"/>
              <a:gd name="csY483" fmla="*/ 1108800 h 1114920"/>
              <a:gd name="csX484" fmla="*/ 83652 w 1728164"/>
              <a:gd name="csY484" fmla="*/ 1108764 h 1114920"/>
              <a:gd name="csX485" fmla="*/ 83824 w 1728164"/>
              <a:gd name="csY485" fmla="*/ 1108737 h 1114920"/>
              <a:gd name="csX486" fmla="*/ 83997 w 1728164"/>
              <a:gd name="csY486" fmla="*/ 1108702 h 1114920"/>
              <a:gd name="csX487" fmla="*/ 84170 w 1728164"/>
              <a:gd name="csY487" fmla="*/ 1108666 h 1114920"/>
              <a:gd name="csX488" fmla="*/ 84343 w 1728164"/>
              <a:gd name="csY488" fmla="*/ 1108639 h 1114920"/>
              <a:gd name="csX489" fmla="*/ 84515 w 1728164"/>
              <a:gd name="csY489" fmla="*/ 1108604 h 1114920"/>
              <a:gd name="csX490" fmla="*/ 84688 w 1728164"/>
              <a:gd name="csY490" fmla="*/ 1108568 h 1114920"/>
              <a:gd name="csX491" fmla="*/ 84861 w 1728164"/>
              <a:gd name="csY491" fmla="*/ 1108542 h 1114920"/>
              <a:gd name="csX492" fmla="*/ 85034 w 1728164"/>
              <a:gd name="csY492" fmla="*/ 1108506 h 1114920"/>
              <a:gd name="csX493" fmla="*/ 85207 w 1728164"/>
              <a:gd name="csY493" fmla="*/ 1108470 h 1114920"/>
              <a:gd name="csX494" fmla="*/ 85380 w 1728164"/>
              <a:gd name="csY494" fmla="*/ 1108435 h 1114920"/>
              <a:gd name="csX495" fmla="*/ 85553 w 1728164"/>
              <a:gd name="csY495" fmla="*/ 1108408 h 1114920"/>
              <a:gd name="csX496" fmla="*/ 85725 w 1728164"/>
              <a:gd name="csY496" fmla="*/ 1108372 h 1114920"/>
              <a:gd name="csX497" fmla="*/ 85898 w 1728164"/>
              <a:gd name="csY497" fmla="*/ 1108337 h 1114920"/>
              <a:gd name="csX498" fmla="*/ 86071 w 1728164"/>
              <a:gd name="csY498" fmla="*/ 1108301 h 1114920"/>
              <a:gd name="csX499" fmla="*/ 86244 w 1728164"/>
              <a:gd name="csY499" fmla="*/ 1108275 h 1114920"/>
              <a:gd name="csX500" fmla="*/ 86417 w 1728164"/>
              <a:gd name="csY500" fmla="*/ 1108239 h 1114920"/>
              <a:gd name="csX501" fmla="*/ 86589 w 1728164"/>
              <a:gd name="csY501" fmla="*/ 1108203 h 1114920"/>
              <a:gd name="csX502" fmla="*/ 86763 w 1728164"/>
              <a:gd name="csY502" fmla="*/ 1108168 h 1114920"/>
              <a:gd name="csX503" fmla="*/ 86935 w 1728164"/>
              <a:gd name="csY503" fmla="*/ 1108132 h 1114920"/>
              <a:gd name="csX504" fmla="*/ 87108 w 1728164"/>
              <a:gd name="csY504" fmla="*/ 1108097 h 1114920"/>
              <a:gd name="csX505" fmla="*/ 87281 w 1728164"/>
              <a:gd name="csY505" fmla="*/ 1108061 h 1114920"/>
              <a:gd name="csX506" fmla="*/ 87454 w 1728164"/>
              <a:gd name="csY506" fmla="*/ 1108026 h 1114920"/>
              <a:gd name="csX507" fmla="*/ 87626 w 1728164"/>
              <a:gd name="csY507" fmla="*/ 1107990 h 1114920"/>
              <a:gd name="csX508" fmla="*/ 87799 w 1728164"/>
              <a:gd name="csY508" fmla="*/ 1107954 h 1114920"/>
              <a:gd name="csX509" fmla="*/ 87973 w 1728164"/>
              <a:gd name="csY509" fmla="*/ 1107919 h 1114920"/>
              <a:gd name="csX510" fmla="*/ 88145 w 1728164"/>
              <a:gd name="csY510" fmla="*/ 1107883 h 1114920"/>
              <a:gd name="csX511" fmla="*/ 88318 w 1728164"/>
              <a:gd name="csY511" fmla="*/ 1107848 h 1114920"/>
              <a:gd name="csX512" fmla="*/ 88490 w 1728164"/>
              <a:gd name="csY512" fmla="*/ 1107812 h 1114920"/>
              <a:gd name="csX513" fmla="*/ 88664 w 1728164"/>
              <a:gd name="csY513" fmla="*/ 1107776 h 1114920"/>
              <a:gd name="csX514" fmla="*/ 88836 w 1728164"/>
              <a:gd name="csY514" fmla="*/ 1107741 h 1114920"/>
              <a:gd name="csX515" fmla="*/ 89009 w 1728164"/>
              <a:gd name="csY515" fmla="*/ 1107705 h 1114920"/>
              <a:gd name="csX516" fmla="*/ 89182 w 1728164"/>
              <a:gd name="csY516" fmla="*/ 1107670 h 1114920"/>
              <a:gd name="csX517" fmla="*/ 89355 w 1728164"/>
              <a:gd name="csY517" fmla="*/ 1107634 h 1114920"/>
              <a:gd name="csX518" fmla="*/ 89528 w 1728164"/>
              <a:gd name="csY518" fmla="*/ 1107590 h 1114920"/>
              <a:gd name="csX519" fmla="*/ 89700 w 1728164"/>
              <a:gd name="csY519" fmla="*/ 1107554 h 1114920"/>
              <a:gd name="csX520" fmla="*/ 89874 w 1728164"/>
              <a:gd name="csY520" fmla="*/ 1107518 h 1114920"/>
              <a:gd name="csX521" fmla="*/ 90046 w 1728164"/>
              <a:gd name="csY521" fmla="*/ 1107483 h 1114920"/>
              <a:gd name="csX522" fmla="*/ 90219 w 1728164"/>
              <a:gd name="csY522" fmla="*/ 1107447 h 1114920"/>
              <a:gd name="csX523" fmla="*/ 90391 w 1728164"/>
              <a:gd name="csY523" fmla="*/ 1107403 h 1114920"/>
              <a:gd name="csX524" fmla="*/ 90565 w 1728164"/>
              <a:gd name="csY524" fmla="*/ 1107367 h 1114920"/>
              <a:gd name="csX525" fmla="*/ 90738 w 1728164"/>
              <a:gd name="csY525" fmla="*/ 1107332 h 1114920"/>
              <a:gd name="csX526" fmla="*/ 90910 w 1728164"/>
              <a:gd name="csY526" fmla="*/ 1107287 h 1114920"/>
              <a:gd name="csX527" fmla="*/ 91084 w 1728164"/>
              <a:gd name="csY527" fmla="*/ 1107251 h 1114920"/>
              <a:gd name="csX528" fmla="*/ 91256 w 1728164"/>
              <a:gd name="csY528" fmla="*/ 1107216 h 1114920"/>
              <a:gd name="csX529" fmla="*/ 91429 w 1728164"/>
              <a:gd name="csY529" fmla="*/ 1107171 h 1114920"/>
              <a:gd name="csX530" fmla="*/ 91601 w 1728164"/>
              <a:gd name="csY530" fmla="*/ 1107136 h 1114920"/>
              <a:gd name="csX531" fmla="*/ 91775 w 1728164"/>
              <a:gd name="csY531" fmla="*/ 1107091 h 1114920"/>
              <a:gd name="csX532" fmla="*/ 91947 w 1728164"/>
              <a:gd name="csY532" fmla="*/ 1107056 h 1114920"/>
              <a:gd name="csX533" fmla="*/ 92120 w 1728164"/>
              <a:gd name="csY533" fmla="*/ 1107011 h 1114920"/>
              <a:gd name="csX534" fmla="*/ 92293 w 1728164"/>
              <a:gd name="csY534" fmla="*/ 1106976 h 1114920"/>
              <a:gd name="csX535" fmla="*/ 92466 w 1728164"/>
              <a:gd name="csY535" fmla="*/ 1106931 h 1114920"/>
              <a:gd name="csX536" fmla="*/ 92639 w 1728164"/>
              <a:gd name="csY536" fmla="*/ 1106896 h 1114920"/>
              <a:gd name="csX537" fmla="*/ 92811 w 1728164"/>
              <a:gd name="csY537" fmla="*/ 1106851 h 1114920"/>
              <a:gd name="csX538" fmla="*/ 92985 w 1728164"/>
              <a:gd name="csY538" fmla="*/ 1106816 h 1114920"/>
              <a:gd name="csX539" fmla="*/ 93157 w 1728164"/>
              <a:gd name="csY539" fmla="*/ 1106771 h 1114920"/>
              <a:gd name="csX540" fmla="*/ 93330 w 1728164"/>
              <a:gd name="csY540" fmla="*/ 1106736 h 1114920"/>
              <a:gd name="csX541" fmla="*/ 93503 w 1728164"/>
              <a:gd name="csY541" fmla="*/ 1106691 h 1114920"/>
              <a:gd name="csX542" fmla="*/ 93676 w 1728164"/>
              <a:gd name="csY542" fmla="*/ 1106647 h 1114920"/>
              <a:gd name="csX543" fmla="*/ 93849 w 1728164"/>
              <a:gd name="csY543" fmla="*/ 1106611 h 1114920"/>
              <a:gd name="csX544" fmla="*/ 94021 w 1728164"/>
              <a:gd name="csY544" fmla="*/ 1106567 h 1114920"/>
              <a:gd name="csX545" fmla="*/ 94194 w 1728164"/>
              <a:gd name="csY545" fmla="*/ 1106522 h 1114920"/>
              <a:gd name="csX546" fmla="*/ 94367 w 1728164"/>
              <a:gd name="csY546" fmla="*/ 1106477 h 1114920"/>
              <a:gd name="csX547" fmla="*/ 94540 w 1728164"/>
              <a:gd name="csY547" fmla="*/ 1106442 h 1114920"/>
              <a:gd name="csX548" fmla="*/ 94712 w 1728164"/>
              <a:gd name="csY548" fmla="*/ 1106397 h 1114920"/>
              <a:gd name="csX549" fmla="*/ 94886 w 1728164"/>
              <a:gd name="csY549" fmla="*/ 1106353 h 1114920"/>
              <a:gd name="csX550" fmla="*/ 95059 w 1728164"/>
              <a:gd name="csY550" fmla="*/ 1106309 h 1114920"/>
              <a:gd name="csX551" fmla="*/ 95231 w 1728164"/>
              <a:gd name="csY551" fmla="*/ 1106264 h 1114920"/>
              <a:gd name="csX552" fmla="*/ 95404 w 1728164"/>
              <a:gd name="csY552" fmla="*/ 1106228 h 1114920"/>
              <a:gd name="csX553" fmla="*/ 95577 w 1728164"/>
              <a:gd name="csY553" fmla="*/ 1106184 h 1114920"/>
              <a:gd name="csX554" fmla="*/ 95750 w 1728164"/>
              <a:gd name="csY554" fmla="*/ 1106139 h 1114920"/>
              <a:gd name="csX555" fmla="*/ 95922 w 1728164"/>
              <a:gd name="csY555" fmla="*/ 1106095 h 1114920"/>
              <a:gd name="csX556" fmla="*/ 96095 w 1728164"/>
              <a:gd name="csY556" fmla="*/ 1106050 h 1114920"/>
              <a:gd name="csX557" fmla="*/ 96269 w 1728164"/>
              <a:gd name="csY557" fmla="*/ 1106006 h 1114920"/>
              <a:gd name="csX558" fmla="*/ 96441 w 1728164"/>
              <a:gd name="csY558" fmla="*/ 1105962 h 1114920"/>
              <a:gd name="csX559" fmla="*/ 96614 w 1728164"/>
              <a:gd name="csY559" fmla="*/ 1105917 h 1114920"/>
              <a:gd name="csX560" fmla="*/ 96787 w 1728164"/>
              <a:gd name="csY560" fmla="*/ 1105873 h 1114920"/>
              <a:gd name="csX561" fmla="*/ 96960 w 1728164"/>
              <a:gd name="csY561" fmla="*/ 1105828 h 1114920"/>
              <a:gd name="csX562" fmla="*/ 97132 w 1728164"/>
              <a:gd name="csY562" fmla="*/ 1105784 h 1114920"/>
              <a:gd name="csX563" fmla="*/ 97305 w 1728164"/>
              <a:gd name="csY563" fmla="*/ 1105739 h 1114920"/>
              <a:gd name="csX564" fmla="*/ 97478 w 1728164"/>
              <a:gd name="csY564" fmla="*/ 1105686 h 1114920"/>
              <a:gd name="csX565" fmla="*/ 97651 w 1728164"/>
              <a:gd name="csY565" fmla="*/ 1105641 h 1114920"/>
              <a:gd name="csX566" fmla="*/ 97824 w 1728164"/>
              <a:gd name="csY566" fmla="*/ 1105597 h 1114920"/>
              <a:gd name="csX567" fmla="*/ 97996 w 1728164"/>
              <a:gd name="csY567" fmla="*/ 1105552 h 1114920"/>
              <a:gd name="csX568" fmla="*/ 98170 w 1728164"/>
              <a:gd name="csY568" fmla="*/ 1105508 h 1114920"/>
              <a:gd name="csX569" fmla="*/ 98342 w 1728164"/>
              <a:gd name="csY569" fmla="*/ 1105454 h 1114920"/>
              <a:gd name="csX570" fmla="*/ 98515 w 1728164"/>
              <a:gd name="csY570" fmla="*/ 1105410 h 1114920"/>
              <a:gd name="csX571" fmla="*/ 98688 w 1728164"/>
              <a:gd name="csY571" fmla="*/ 1105365 h 1114920"/>
              <a:gd name="csX572" fmla="*/ 98861 w 1728164"/>
              <a:gd name="csY572" fmla="*/ 1105312 h 1114920"/>
              <a:gd name="csX573" fmla="*/ 99034 w 1728164"/>
              <a:gd name="csY573" fmla="*/ 1105268 h 1114920"/>
              <a:gd name="csX574" fmla="*/ 99206 w 1728164"/>
              <a:gd name="csY574" fmla="*/ 1105223 h 1114920"/>
              <a:gd name="csX575" fmla="*/ 99380 w 1728164"/>
              <a:gd name="csY575" fmla="*/ 1105170 h 1114920"/>
              <a:gd name="csX576" fmla="*/ 99552 w 1728164"/>
              <a:gd name="csY576" fmla="*/ 1105125 h 1114920"/>
              <a:gd name="csX577" fmla="*/ 99725 w 1728164"/>
              <a:gd name="csY577" fmla="*/ 1105072 h 1114920"/>
              <a:gd name="csX578" fmla="*/ 99897 w 1728164"/>
              <a:gd name="csY578" fmla="*/ 1105027 h 1114920"/>
              <a:gd name="csX579" fmla="*/ 100071 w 1728164"/>
              <a:gd name="csY579" fmla="*/ 1104983 h 1114920"/>
              <a:gd name="csX580" fmla="*/ 100243 w 1728164"/>
              <a:gd name="csY580" fmla="*/ 1104930 h 1114920"/>
              <a:gd name="csX581" fmla="*/ 100416 w 1728164"/>
              <a:gd name="csY581" fmla="*/ 1104876 h 1114920"/>
              <a:gd name="csX582" fmla="*/ 100590 w 1728164"/>
              <a:gd name="csY582" fmla="*/ 1104832 h 1114920"/>
              <a:gd name="csX583" fmla="*/ 100762 w 1728164"/>
              <a:gd name="csY583" fmla="*/ 1104778 h 1114920"/>
              <a:gd name="csX584" fmla="*/ 100935 w 1728164"/>
              <a:gd name="csY584" fmla="*/ 1104734 h 1114920"/>
              <a:gd name="csX585" fmla="*/ 101107 w 1728164"/>
              <a:gd name="csY585" fmla="*/ 1104680 h 1114920"/>
              <a:gd name="csX586" fmla="*/ 101281 w 1728164"/>
              <a:gd name="csY586" fmla="*/ 1104627 h 1114920"/>
              <a:gd name="csX587" fmla="*/ 101453 w 1728164"/>
              <a:gd name="csY587" fmla="*/ 1104583 h 1114920"/>
              <a:gd name="csX588" fmla="*/ 101626 w 1728164"/>
              <a:gd name="csY588" fmla="*/ 1104529 h 1114920"/>
              <a:gd name="csX589" fmla="*/ 101799 w 1728164"/>
              <a:gd name="csY589" fmla="*/ 1104476 h 1114920"/>
              <a:gd name="csX590" fmla="*/ 101972 w 1728164"/>
              <a:gd name="csY590" fmla="*/ 1104422 h 1114920"/>
              <a:gd name="csX591" fmla="*/ 102145 w 1728164"/>
              <a:gd name="csY591" fmla="*/ 1104378 h 1114920"/>
              <a:gd name="csX592" fmla="*/ 102317 w 1728164"/>
              <a:gd name="csY592" fmla="*/ 1104325 h 1114920"/>
              <a:gd name="csX593" fmla="*/ 102491 w 1728164"/>
              <a:gd name="csY593" fmla="*/ 1104271 h 1114920"/>
              <a:gd name="csX594" fmla="*/ 102663 w 1728164"/>
              <a:gd name="csY594" fmla="*/ 1104218 h 1114920"/>
              <a:gd name="csX595" fmla="*/ 102836 w 1728164"/>
              <a:gd name="csY595" fmla="*/ 1104164 h 1114920"/>
              <a:gd name="csX596" fmla="*/ 103008 w 1728164"/>
              <a:gd name="csY596" fmla="*/ 1104111 h 1114920"/>
              <a:gd name="csX597" fmla="*/ 103182 w 1728164"/>
              <a:gd name="csY597" fmla="*/ 1104058 h 1114920"/>
              <a:gd name="csX598" fmla="*/ 103355 w 1728164"/>
              <a:gd name="csY598" fmla="*/ 1104004 h 1114920"/>
              <a:gd name="csX599" fmla="*/ 103527 w 1728164"/>
              <a:gd name="csY599" fmla="*/ 1103951 h 1114920"/>
              <a:gd name="csX600" fmla="*/ 103700 w 1728164"/>
              <a:gd name="csY600" fmla="*/ 1103898 h 1114920"/>
              <a:gd name="csX601" fmla="*/ 103873 w 1728164"/>
              <a:gd name="csY601" fmla="*/ 1103844 h 1114920"/>
              <a:gd name="csX602" fmla="*/ 104046 w 1728164"/>
              <a:gd name="csY602" fmla="*/ 1103791 h 1114920"/>
              <a:gd name="csX603" fmla="*/ 104218 w 1728164"/>
              <a:gd name="csY603" fmla="*/ 1103737 h 1114920"/>
              <a:gd name="csX604" fmla="*/ 104392 w 1728164"/>
              <a:gd name="csY604" fmla="*/ 1103684 h 1114920"/>
              <a:gd name="csX605" fmla="*/ 104564 w 1728164"/>
              <a:gd name="csY605" fmla="*/ 1103631 h 1114920"/>
              <a:gd name="csX606" fmla="*/ 104737 w 1728164"/>
              <a:gd name="csY606" fmla="*/ 1103577 h 1114920"/>
              <a:gd name="csX607" fmla="*/ 104910 w 1728164"/>
              <a:gd name="csY607" fmla="*/ 1103524 h 1114920"/>
              <a:gd name="csX608" fmla="*/ 105083 w 1728164"/>
              <a:gd name="csY608" fmla="*/ 1103462 h 1114920"/>
              <a:gd name="csX609" fmla="*/ 105256 w 1728164"/>
              <a:gd name="csY609" fmla="*/ 1103408 h 1114920"/>
              <a:gd name="csX610" fmla="*/ 105428 w 1728164"/>
              <a:gd name="csY610" fmla="*/ 1103355 h 1114920"/>
              <a:gd name="csX611" fmla="*/ 105601 w 1728164"/>
              <a:gd name="csY611" fmla="*/ 1103301 h 1114920"/>
              <a:gd name="csX612" fmla="*/ 105774 w 1728164"/>
              <a:gd name="csY612" fmla="*/ 1103239 h 1114920"/>
              <a:gd name="csX613" fmla="*/ 105947 w 1728164"/>
              <a:gd name="csY613" fmla="*/ 1103186 h 1114920"/>
              <a:gd name="csX614" fmla="*/ 106120 w 1728164"/>
              <a:gd name="csY614" fmla="*/ 1103124 h 1114920"/>
              <a:gd name="csX615" fmla="*/ 106293 w 1728164"/>
              <a:gd name="csY615" fmla="*/ 1103070 h 1114920"/>
              <a:gd name="csX616" fmla="*/ 106466 w 1728164"/>
              <a:gd name="csY616" fmla="*/ 1103017 h 1114920"/>
              <a:gd name="csX617" fmla="*/ 106638 w 1728164"/>
              <a:gd name="csY617" fmla="*/ 1102955 h 1114920"/>
              <a:gd name="csX618" fmla="*/ 106811 w 1728164"/>
              <a:gd name="csY618" fmla="*/ 1102901 h 1114920"/>
              <a:gd name="csX619" fmla="*/ 106984 w 1728164"/>
              <a:gd name="csY619" fmla="*/ 1102839 h 1114920"/>
              <a:gd name="csX620" fmla="*/ 107157 w 1728164"/>
              <a:gd name="csY620" fmla="*/ 1102777 h 1114920"/>
              <a:gd name="csX621" fmla="*/ 107329 w 1728164"/>
              <a:gd name="csY621" fmla="*/ 1102723 h 1114920"/>
              <a:gd name="csX622" fmla="*/ 107502 w 1728164"/>
              <a:gd name="csY622" fmla="*/ 1102661 h 1114920"/>
              <a:gd name="csX623" fmla="*/ 107676 w 1728164"/>
              <a:gd name="csY623" fmla="*/ 1102608 h 1114920"/>
              <a:gd name="csX624" fmla="*/ 107848 w 1728164"/>
              <a:gd name="csY624" fmla="*/ 1102545 h 1114920"/>
              <a:gd name="csX625" fmla="*/ 108021 w 1728164"/>
              <a:gd name="csY625" fmla="*/ 1102483 h 1114920"/>
              <a:gd name="csX626" fmla="*/ 108194 w 1728164"/>
              <a:gd name="csY626" fmla="*/ 1102430 h 1114920"/>
              <a:gd name="csX627" fmla="*/ 108367 w 1728164"/>
              <a:gd name="csY627" fmla="*/ 1102367 h 1114920"/>
              <a:gd name="csX628" fmla="*/ 108539 w 1728164"/>
              <a:gd name="csY628" fmla="*/ 1102305 h 1114920"/>
              <a:gd name="csX629" fmla="*/ 108712 w 1728164"/>
              <a:gd name="csY629" fmla="*/ 1102243 h 1114920"/>
              <a:gd name="csX630" fmla="*/ 108885 w 1728164"/>
              <a:gd name="csY630" fmla="*/ 1102181 h 1114920"/>
              <a:gd name="csX631" fmla="*/ 109058 w 1728164"/>
              <a:gd name="csY631" fmla="*/ 1102118 h 1114920"/>
              <a:gd name="csX632" fmla="*/ 109231 w 1728164"/>
              <a:gd name="csY632" fmla="*/ 1102065 h 1114920"/>
              <a:gd name="csX633" fmla="*/ 109403 w 1728164"/>
              <a:gd name="csY633" fmla="*/ 1102003 h 1114920"/>
              <a:gd name="csX634" fmla="*/ 109577 w 1728164"/>
              <a:gd name="csY634" fmla="*/ 1101940 h 1114920"/>
              <a:gd name="csX635" fmla="*/ 109749 w 1728164"/>
              <a:gd name="csY635" fmla="*/ 1101878 h 1114920"/>
              <a:gd name="csX636" fmla="*/ 109922 w 1728164"/>
              <a:gd name="csY636" fmla="*/ 1101816 h 1114920"/>
              <a:gd name="csX637" fmla="*/ 110095 w 1728164"/>
              <a:gd name="csY637" fmla="*/ 1101754 h 1114920"/>
              <a:gd name="csX638" fmla="*/ 110268 w 1728164"/>
              <a:gd name="csY638" fmla="*/ 1101682 h 1114920"/>
              <a:gd name="csX639" fmla="*/ 110441 w 1728164"/>
              <a:gd name="csY639" fmla="*/ 1101620 h 1114920"/>
              <a:gd name="csX640" fmla="*/ 110613 w 1728164"/>
              <a:gd name="csY640" fmla="*/ 1101558 h 1114920"/>
              <a:gd name="csX641" fmla="*/ 110787 w 1728164"/>
              <a:gd name="csY641" fmla="*/ 1101495 h 1114920"/>
              <a:gd name="csX642" fmla="*/ 110959 w 1728164"/>
              <a:gd name="csY642" fmla="*/ 1101433 h 1114920"/>
              <a:gd name="csX643" fmla="*/ 111132 w 1728164"/>
              <a:gd name="csY643" fmla="*/ 1101371 h 1114920"/>
              <a:gd name="csX644" fmla="*/ 111304 w 1728164"/>
              <a:gd name="csY644" fmla="*/ 1101300 h 1114920"/>
              <a:gd name="csX645" fmla="*/ 111478 w 1728164"/>
              <a:gd name="csY645" fmla="*/ 1101238 h 1114920"/>
              <a:gd name="csX646" fmla="*/ 111650 w 1728164"/>
              <a:gd name="csY646" fmla="*/ 1101175 h 1114920"/>
              <a:gd name="csX647" fmla="*/ 111823 w 1728164"/>
              <a:gd name="csY647" fmla="*/ 1101104 h 1114920"/>
              <a:gd name="csX648" fmla="*/ 111997 w 1728164"/>
              <a:gd name="csY648" fmla="*/ 1101042 h 1114920"/>
              <a:gd name="csX649" fmla="*/ 112169 w 1728164"/>
              <a:gd name="csY649" fmla="*/ 1100980 h 1114920"/>
              <a:gd name="csX650" fmla="*/ 112342 w 1728164"/>
              <a:gd name="csY650" fmla="*/ 1100908 h 1114920"/>
              <a:gd name="csX651" fmla="*/ 112514 w 1728164"/>
              <a:gd name="csY651" fmla="*/ 1100846 h 1114920"/>
              <a:gd name="csX652" fmla="*/ 112688 w 1728164"/>
              <a:gd name="csY652" fmla="*/ 1100775 h 1114920"/>
              <a:gd name="csX653" fmla="*/ 112860 w 1728164"/>
              <a:gd name="csY653" fmla="*/ 1100713 h 1114920"/>
              <a:gd name="csX654" fmla="*/ 113033 w 1728164"/>
              <a:gd name="csY654" fmla="*/ 1100641 h 1114920"/>
              <a:gd name="csX655" fmla="*/ 113206 w 1728164"/>
              <a:gd name="csY655" fmla="*/ 1100570 h 1114920"/>
              <a:gd name="csX656" fmla="*/ 113379 w 1728164"/>
              <a:gd name="csY656" fmla="*/ 1100508 h 1114920"/>
              <a:gd name="csX657" fmla="*/ 113552 w 1728164"/>
              <a:gd name="csY657" fmla="*/ 1100437 h 1114920"/>
              <a:gd name="csX658" fmla="*/ 113724 w 1728164"/>
              <a:gd name="csY658" fmla="*/ 1100366 h 1114920"/>
              <a:gd name="csX659" fmla="*/ 113898 w 1728164"/>
              <a:gd name="csY659" fmla="*/ 1100303 h 1114920"/>
              <a:gd name="csX660" fmla="*/ 114070 w 1728164"/>
              <a:gd name="csY660" fmla="*/ 1100232 h 1114920"/>
              <a:gd name="csX661" fmla="*/ 114243 w 1728164"/>
              <a:gd name="csY661" fmla="*/ 1100161 h 1114920"/>
              <a:gd name="csX662" fmla="*/ 114415 w 1728164"/>
              <a:gd name="csY662" fmla="*/ 1100090 h 1114920"/>
              <a:gd name="csX663" fmla="*/ 114589 w 1728164"/>
              <a:gd name="csY663" fmla="*/ 1100019 h 1114920"/>
              <a:gd name="csX664" fmla="*/ 114762 w 1728164"/>
              <a:gd name="csY664" fmla="*/ 1099948 h 1114920"/>
              <a:gd name="csX665" fmla="*/ 114934 w 1728164"/>
              <a:gd name="csY665" fmla="*/ 1099876 h 1114920"/>
              <a:gd name="csX666" fmla="*/ 115107 w 1728164"/>
              <a:gd name="csY666" fmla="*/ 1099814 h 1114920"/>
              <a:gd name="csX667" fmla="*/ 115280 w 1728164"/>
              <a:gd name="csY667" fmla="*/ 1099743 h 1114920"/>
              <a:gd name="csX668" fmla="*/ 115453 w 1728164"/>
              <a:gd name="csY668" fmla="*/ 1099663 h 1114920"/>
              <a:gd name="csX669" fmla="*/ 115625 w 1728164"/>
              <a:gd name="csY669" fmla="*/ 1099592 h 1114920"/>
              <a:gd name="csX670" fmla="*/ 115799 w 1728164"/>
              <a:gd name="csY670" fmla="*/ 1099521 h 1114920"/>
              <a:gd name="csX671" fmla="*/ 115971 w 1728164"/>
              <a:gd name="csY671" fmla="*/ 1099449 h 1114920"/>
              <a:gd name="csX672" fmla="*/ 116144 w 1728164"/>
              <a:gd name="csY672" fmla="*/ 1099378 h 1114920"/>
              <a:gd name="csX673" fmla="*/ 116317 w 1728164"/>
              <a:gd name="csY673" fmla="*/ 1099307 h 1114920"/>
              <a:gd name="csX674" fmla="*/ 116490 w 1728164"/>
              <a:gd name="csY674" fmla="*/ 1099236 h 1114920"/>
              <a:gd name="csX675" fmla="*/ 116663 w 1728164"/>
              <a:gd name="csY675" fmla="*/ 1099156 h 1114920"/>
              <a:gd name="csX676" fmla="*/ 116835 w 1728164"/>
              <a:gd name="csY676" fmla="*/ 1099085 h 1114920"/>
              <a:gd name="csX677" fmla="*/ 117008 w 1728164"/>
              <a:gd name="csY677" fmla="*/ 1099013 h 1114920"/>
              <a:gd name="csX678" fmla="*/ 117181 w 1728164"/>
              <a:gd name="csY678" fmla="*/ 1098933 h 1114920"/>
              <a:gd name="csX679" fmla="*/ 117354 w 1728164"/>
              <a:gd name="csY679" fmla="*/ 1098862 h 1114920"/>
              <a:gd name="csX680" fmla="*/ 117527 w 1728164"/>
              <a:gd name="csY680" fmla="*/ 1098782 h 1114920"/>
              <a:gd name="csX681" fmla="*/ 117700 w 1728164"/>
              <a:gd name="csY681" fmla="*/ 1098711 h 1114920"/>
              <a:gd name="csX682" fmla="*/ 117873 w 1728164"/>
              <a:gd name="csY682" fmla="*/ 1098631 h 1114920"/>
              <a:gd name="csX683" fmla="*/ 118045 w 1728164"/>
              <a:gd name="csY683" fmla="*/ 1098560 h 1114920"/>
              <a:gd name="csX684" fmla="*/ 118218 w 1728164"/>
              <a:gd name="csY684" fmla="*/ 1098480 h 1114920"/>
              <a:gd name="csX685" fmla="*/ 118391 w 1728164"/>
              <a:gd name="csY685" fmla="*/ 1098408 h 1114920"/>
              <a:gd name="csX686" fmla="*/ 118564 w 1728164"/>
              <a:gd name="csY686" fmla="*/ 1098328 h 1114920"/>
              <a:gd name="csX687" fmla="*/ 118736 w 1728164"/>
              <a:gd name="csY687" fmla="*/ 1098248 h 1114920"/>
              <a:gd name="csX688" fmla="*/ 118909 w 1728164"/>
              <a:gd name="csY688" fmla="*/ 1098177 h 1114920"/>
              <a:gd name="csX689" fmla="*/ 119083 w 1728164"/>
              <a:gd name="csY689" fmla="*/ 1098097 h 1114920"/>
              <a:gd name="csX690" fmla="*/ 119255 w 1728164"/>
              <a:gd name="csY690" fmla="*/ 1098017 h 1114920"/>
              <a:gd name="csX691" fmla="*/ 119428 w 1728164"/>
              <a:gd name="csY691" fmla="*/ 1097937 h 1114920"/>
              <a:gd name="csX692" fmla="*/ 119601 w 1728164"/>
              <a:gd name="csY692" fmla="*/ 1097857 h 1114920"/>
              <a:gd name="csX693" fmla="*/ 119774 w 1728164"/>
              <a:gd name="csY693" fmla="*/ 1097786 h 1114920"/>
              <a:gd name="csX694" fmla="*/ 119946 w 1728164"/>
              <a:gd name="csY694" fmla="*/ 1097706 h 1114920"/>
              <a:gd name="csX695" fmla="*/ 120119 w 1728164"/>
              <a:gd name="csY695" fmla="*/ 1097626 h 1114920"/>
              <a:gd name="csX696" fmla="*/ 120292 w 1728164"/>
              <a:gd name="csY696" fmla="*/ 1097546 h 1114920"/>
              <a:gd name="csX697" fmla="*/ 120465 w 1728164"/>
              <a:gd name="csY697" fmla="*/ 1097465 h 1114920"/>
              <a:gd name="csX698" fmla="*/ 120638 w 1728164"/>
              <a:gd name="csY698" fmla="*/ 1097376 h 1114920"/>
              <a:gd name="csX699" fmla="*/ 120810 w 1728164"/>
              <a:gd name="csY699" fmla="*/ 1097296 h 1114920"/>
              <a:gd name="csX700" fmla="*/ 120984 w 1728164"/>
              <a:gd name="csY700" fmla="*/ 1097216 h 1114920"/>
              <a:gd name="csX701" fmla="*/ 121156 w 1728164"/>
              <a:gd name="csY701" fmla="*/ 1097136 h 1114920"/>
              <a:gd name="csX702" fmla="*/ 121329 w 1728164"/>
              <a:gd name="csY702" fmla="*/ 1097056 h 1114920"/>
              <a:gd name="csX703" fmla="*/ 121502 w 1728164"/>
              <a:gd name="csY703" fmla="*/ 1096967 h 1114920"/>
              <a:gd name="csX704" fmla="*/ 121675 w 1728164"/>
              <a:gd name="csY704" fmla="*/ 1096887 h 1114920"/>
              <a:gd name="csX705" fmla="*/ 121848 w 1728164"/>
              <a:gd name="csY705" fmla="*/ 1096807 h 1114920"/>
              <a:gd name="csX706" fmla="*/ 122020 w 1728164"/>
              <a:gd name="csY706" fmla="*/ 1096718 h 1114920"/>
              <a:gd name="csX707" fmla="*/ 122194 w 1728164"/>
              <a:gd name="csY707" fmla="*/ 1096638 h 1114920"/>
              <a:gd name="csX708" fmla="*/ 122366 w 1728164"/>
              <a:gd name="csY708" fmla="*/ 1096558 h 1114920"/>
              <a:gd name="csX709" fmla="*/ 122539 w 1728164"/>
              <a:gd name="csY709" fmla="*/ 1096469 h 1114920"/>
              <a:gd name="csX710" fmla="*/ 122711 w 1728164"/>
              <a:gd name="csY710" fmla="*/ 1096389 h 1114920"/>
              <a:gd name="csX711" fmla="*/ 122885 w 1728164"/>
              <a:gd name="csY711" fmla="*/ 1096300 h 1114920"/>
              <a:gd name="csX712" fmla="*/ 123057 w 1728164"/>
              <a:gd name="csY712" fmla="*/ 1096211 h 1114920"/>
              <a:gd name="csX713" fmla="*/ 123230 w 1728164"/>
              <a:gd name="csY713" fmla="*/ 1096131 h 1114920"/>
              <a:gd name="csX714" fmla="*/ 123404 w 1728164"/>
              <a:gd name="csY714" fmla="*/ 1096042 h 1114920"/>
              <a:gd name="csX715" fmla="*/ 123576 w 1728164"/>
              <a:gd name="csY715" fmla="*/ 1095953 h 1114920"/>
              <a:gd name="csX716" fmla="*/ 123749 w 1728164"/>
              <a:gd name="csY716" fmla="*/ 1095864 h 1114920"/>
              <a:gd name="csX717" fmla="*/ 123921 w 1728164"/>
              <a:gd name="csY717" fmla="*/ 1095784 h 1114920"/>
              <a:gd name="csX718" fmla="*/ 124095 w 1728164"/>
              <a:gd name="csY718" fmla="*/ 1095695 h 1114920"/>
              <a:gd name="csX719" fmla="*/ 124267 w 1728164"/>
              <a:gd name="csY719" fmla="*/ 1095606 h 1114920"/>
              <a:gd name="csX720" fmla="*/ 124440 w 1728164"/>
              <a:gd name="csY720" fmla="*/ 1095517 h 1114920"/>
              <a:gd name="csX721" fmla="*/ 124613 w 1728164"/>
              <a:gd name="csY721" fmla="*/ 1095428 h 1114920"/>
              <a:gd name="csX722" fmla="*/ 124786 w 1728164"/>
              <a:gd name="csY722" fmla="*/ 1095339 h 1114920"/>
              <a:gd name="csX723" fmla="*/ 124959 w 1728164"/>
              <a:gd name="csY723" fmla="*/ 1095250 h 1114920"/>
              <a:gd name="csX724" fmla="*/ 125131 w 1728164"/>
              <a:gd name="csY724" fmla="*/ 1095161 h 1114920"/>
              <a:gd name="csX725" fmla="*/ 125305 w 1728164"/>
              <a:gd name="csY725" fmla="*/ 1095072 h 1114920"/>
              <a:gd name="csX726" fmla="*/ 125477 w 1728164"/>
              <a:gd name="csY726" fmla="*/ 1094983 h 1114920"/>
              <a:gd name="csX727" fmla="*/ 125650 w 1728164"/>
              <a:gd name="csY727" fmla="*/ 1094885 h 1114920"/>
              <a:gd name="csX728" fmla="*/ 125823 w 1728164"/>
              <a:gd name="csY728" fmla="*/ 1094796 h 1114920"/>
              <a:gd name="csX729" fmla="*/ 125996 w 1728164"/>
              <a:gd name="csY729" fmla="*/ 1094707 h 1114920"/>
              <a:gd name="csX730" fmla="*/ 126169 w 1728164"/>
              <a:gd name="csY730" fmla="*/ 1094619 h 1114920"/>
              <a:gd name="csX731" fmla="*/ 126341 w 1728164"/>
              <a:gd name="csY731" fmla="*/ 1094521 h 1114920"/>
              <a:gd name="csX732" fmla="*/ 126514 w 1728164"/>
              <a:gd name="csY732" fmla="*/ 1094432 h 1114920"/>
              <a:gd name="csX733" fmla="*/ 126687 w 1728164"/>
              <a:gd name="csY733" fmla="*/ 1094334 h 1114920"/>
              <a:gd name="csX734" fmla="*/ 126860 w 1728164"/>
              <a:gd name="csY734" fmla="*/ 1094245 h 1114920"/>
              <a:gd name="csX735" fmla="*/ 127032 w 1728164"/>
              <a:gd name="csY735" fmla="*/ 1094147 h 1114920"/>
              <a:gd name="csX736" fmla="*/ 127206 w 1728164"/>
              <a:gd name="csY736" fmla="*/ 1094058 h 1114920"/>
              <a:gd name="csX737" fmla="*/ 127378 w 1728164"/>
              <a:gd name="csY737" fmla="*/ 1093960 h 1114920"/>
              <a:gd name="csX738" fmla="*/ 127551 w 1728164"/>
              <a:gd name="csY738" fmla="*/ 1093862 h 1114920"/>
              <a:gd name="csX739" fmla="*/ 127724 w 1728164"/>
              <a:gd name="csY739" fmla="*/ 1093773 h 1114920"/>
              <a:gd name="csX740" fmla="*/ 127897 w 1728164"/>
              <a:gd name="csY740" fmla="*/ 1093676 h 1114920"/>
              <a:gd name="csX741" fmla="*/ 128070 w 1728164"/>
              <a:gd name="csY741" fmla="*/ 1093578 h 1114920"/>
              <a:gd name="csX742" fmla="*/ 128242 w 1728164"/>
              <a:gd name="csY742" fmla="*/ 1093480 h 1114920"/>
              <a:gd name="csX743" fmla="*/ 128415 w 1728164"/>
              <a:gd name="csY743" fmla="*/ 1093382 h 1114920"/>
              <a:gd name="csX744" fmla="*/ 128588 w 1728164"/>
              <a:gd name="csY744" fmla="*/ 1093284 h 1114920"/>
              <a:gd name="csX745" fmla="*/ 128761 w 1728164"/>
              <a:gd name="csY745" fmla="*/ 1093195 h 1114920"/>
              <a:gd name="csX746" fmla="*/ 128934 w 1728164"/>
              <a:gd name="csY746" fmla="*/ 1093097 h 1114920"/>
              <a:gd name="csX747" fmla="*/ 129107 w 1728164"/>
              <a:gd name="csY747" fmla="*/ 1092991 h 1114920"/>
              <a:gd name="csX748" fmla="*/ 129280 w 1728164"/>
              <a:gd name="csY748" fmla="*/ 1092893 h 1114920"/>
              <a:gd name="csX749" fmla="*/ 129452 w 1728164"/>
              <a:gd name="csY749" fmla="*/ 1092795 h 1114920"/>
              <a:gd name="csX750" fmla="*/ 129625 w 1728164"/>
              <a:gd name="csY750" fmla="*/ 1092697 h 1114920"/>
              <a:gd name="csX751" fmla="*/ 129798 w 1728164"/>
              <a:gd name="csY751" fmla="*/ 1092599 h 1114920"/>
              <a:gd name="csX752" fmla="*/ 129971 w 1728164"/>
              <a:gd name="csY752" fmla="*/ 1092501 h 1114920"/>
              <a:gd name="csX753" fmla="*/ 130144 w 1728164"/>
              <a:gd name="csY753" fmla="*/ 1092394 h 1114920"/>
              <a:gd name="csX754" fmla="*/ 130316 w 1728164"/>
              <a:gd name="csY754" fmla="*/ 1092297 h 1114920"/>
              <a:gd name="csX755" fmla="*/ 130490 w 1728164"/>
              <a:gd name="csY755" fmla="*/ 1092190 h 1114920"/>
              <a:gd name="csX756" fmla="*/ 130662 w 1728164"/>
              <a:gd name="csY756" fmla="*/ 1092092 h 1114920"/>
              <a:gd name="csX757" fmla="*/ 130835 w 1728164"/>
              <a:gd name="csY757" fmla="*/ 1091994 h 1114920"/>
              <a:gd name="csX758" fmla="*/ 131008 w 1728164"/>
              <a:gd name="csY758" fmla="*/ 1091887 h 1114920"/>
              <a:gd name="csX759" fmla="*/ 131181 w 1728164"/>
              <a:gd name="csY759" fmla="*/ 1091781 h 1114920"/>
              <a:gd name="csX760" fmla="*/ 131353 w 1728164"/>
              <a:gd name="csY760" fmla="*/ 1091683 h 1114920"/>
              <a:gd name="csX761" fmla="*/ 131526 w 1728164"/>
              <a:gd name="csY761" fmla="*/ 1091576 h 1114920"/>
              <a:gd name="csX762" fmla="*/ 131700 w 1728164"/>
              <a:gd name="csY762" fmla="*/ 1091469 h 1114920"/>
              <a:gd name="csX763" fmla="*/ 131872 w 1728164"/>
              <a:gd name="csY763" fmla="*/ 1091371 h 1114920"/>
              <a:gd name="csX764" fmla="*/ 132045 w 1728164"/>
              <a:gd name="csY764" fmla="*/ 1091265 h 1114920"/>
              <a:gd name="csX765" fmla="*/ 132217 w 1728164"/>
              <a:gd name="csY765" fmla="*/ 1091158 h 1114920"/>
              <a:gd name="csX766" fmla="*/ 132391 w 1728164"/>
              <a:gd name="csY766" fmla="*/ 1091051 h 1114920"/>
              <a:gd name="csX767" fmla="*/ 132563 w 1728164"/>
              <a:gd name="csY767" fmla="*/ 1090944 h 1114920"/>
              <a:gd name="csX768" fmla="*/ 132736 w 1728164"/>
              <a:gd name="csY768" fmla="*/ 1090838 h 1114920"/>
              <a:gd name="csX769" fmla="*/ 132909 w 1728164"/>
              <a:gd name="csY769" fmla="*/ 1090731 h 1114920"/>
              <a:gd name="csX770" fmla="*/ 133082 w 1728164"/>
              <a:gd name="csY770" fmla="*/ 1090624 h 1114920"/>
              <a:gd name="csX771" fmla="*/ 133255 w 1728164"/>
              <a:gd name="csY771" fmla="*/ 1090517 h 1114920"/>
              <a:gd name="csX772" fmla="*/ 133427 w 1728164"/>
              <a:gd name="csY772" fmla="*/ 1090411 h 1114920"/>
              <a:gd name="csX773" fmla="*/ 133601 w 1728164"/>
              <a:gd name="csY773" fmla="*/ 1090304 h 1114920"/>
              <a:gd name="csX774" fmla="*/ 133773 w 1728164"/>
              <a:gd name="csY774" fmla="*/ 1090188 h 1114920"/>
              <a:gd name="csX775" fmla="*/ 133946 w 1728164"/>
              <a:gd name="csY775" fmla="*/ 1090081 h 1114920"/>
              <a:gd name="csX776" fmla="*/ 134118 w 1728164"/>
              <a:gd name="csY776" fmla="*/ 1089975 h 1114920"/>
              <a:gd name="csX777" fmla="*/ 134292 w 1728164"/>
              <a:gd name="csY777" fmla="*/ 1089859 h 1114920"/>
              <a:gd name="csX778" fmla="*/ 134465 w 1728164"/>
              <a:gd name="csY778" fmla="*/ 1089752 h 1114920"/>
              <a:gd name="csX779" fmla="*/ 134637 w 1728164"/>
              <a:gd name="csY779" fmla="*/ 1089637 h 1114920"/>
              <a:gd name="csX780" fmla="*/ 134811 w 1728164"/>
              <a:gd name="csY780" fmla="*/ 1089530 h 1114920"/>
              <a:gd name="csX781" fmla="*/ 134983 w 1728164"/>
              <a:gd name="csY781" fmla="*/ 1089414 h 1114920"/>
              <a:gd name="csX782" fmla="*/ 135156 w 1728164"/>
              <a:gd name="csY782" fmla="*/ 1089298 h 1114920"/>
              <a:gd name="csX783" fmla="*/ 135328 w 1728164"/>
              <a:gd name="csY783" fmla="*/ 1089192 h 1114920"/>
              <a:gd name="csX784" fmla="*/ 135502 w 1728164"/>
              <a:gd name="csY784" fmla="*/ 1089076 h 1114920"/>
              <a:gd name="csX785" fmla="*/ 135674 w 1728164"/>
              <a:gd name="csY785" fmla="*/ 1088960 h 1114920"/>
              <a:gd name="csX786" fmla="*/ 135847 w 1728164"/>
              <a:gd name="csY786" fmla="*/ 1088845 h 1114920"/>
              <a:gd name="csX787" fmla="*/ 136020 w 1728164"/>
              <a:gd name="csY787" fmla="*/ 1088729 h 1114920"/>
              <a:gd name="csX788" fmla="*/ 136193 w 1728164"/>
              <a:gd name="csY788" fmla="*/ 1088613 h 1114920"/>
              <a:gd name="csX789" fmla="*/ 136366 w 1728164"/>
              <a:gd name="csY789" fmla="*/ 1088498 h 1114920"/>
              <a:gd name="csX790" fmla="*/ 136538 w 1728164"/>
              <a:gd name="csY790" fmla="*/ 1088382 h 1114920"/>
              <a:gd name="csX791" fmla="*/ 136712 w 1728164"/>
              <a:gd name="csY791" fmla="*/ 1088266 h 1114920"/>
              <a:gd name="csX792" fmla="*/ 136884 w 1728164"/>
              <a:gd name="csY792" fmla="*/ 1088151 h 1114920"/>
              <a:gd name="csX793" fmla="*/ 137057 w 1728164"/>
              <a:gd name="csY793" fmla="*/ 1088035 h 1114920"/>
              <a:gd name="csX794" fmla="*/ 137230 w 1728164"/>
              <a:gd name="csY794" fmla="*/ 1087919 h 1114920"/>
              <a:gd name="csX795" fmla="*/ 137403 w 1728164"/>
              <a:gd name="csY795" fmla="*/ 1087795 h 1114920"/>
              <a:gd name="csX796" fmla="*/ 137576 w 1728164"/>
              <a:gd name="csY796" fmla="*/ 1087679 h 1114920"/>
              <a:gd name="csX797" fmla="*/ 137748 w 1728164"/>
              <a:gd name="csY797" fmla="*/ 1087564 h 1114920"/>
              <a:gd name="csX798" fmla="*/ 137921 w 1728164"/>
              <a:gd name="csY798" fmla="*/ 1087439 h 1114920"/>
              <a:gd name="csX799" fmla="*/ 138094 w 1728164"/>
              <a:gd name="csY799" fmla="*/ 1087324 h 1114920"/>
              <a:gd name="csX800" fmla="*/ 138267 w 1728164"/>
              <a:gd name="csY800" fmla="*/ 1087199 h 1114920"/>
              <a:gd name="csX801" fmla="*/ 138439 w 1728164"/>
              <a:gd name="csY801" fmla="*/ 1087083 h 1114920"/>
              <a:gd name="csX802" fmla="*/ 138613 w 1728164"/>
              <a:gd name="csY802" fmla="*/ 1086959 h 1114920"/>
              <a:gd name="csX803" fmla="*/ 138786 w 1728164"/>
              <a:gd name="csY803" fmla="*/ 1086834 h 1114920"/>
              <a:gd name="csX804" fmla="*/ 138958 w 1728164"/>
              <a:gd name="csY804" fmla="*/ 1086719 h 1114920"/>
              <a:gd name="csX805" fmla="*/ 139131 w 1728164"/>
              <a:gd name="csY805" fmla="*/ 1086594 h 1114920"/>
              <a:gd name="csX806" fmla="*/ 139304 w 1728164"/>
              <a:gd name="csY806" fmla="*/ 1086469 h 1114920"/>
              <a:gd name="csX807" fmla="*/ 139477 w 1728164"/>
              <a:gd name="csY807" fmla="*/ 1086345 h 1114920"/>
              <a:gd name="csX808" fmla="*/ 139649 w 1728164"/>
              <a:gd name="csY808" fmla="*/ 1086220 h 1114920"/>
              <a:gd name="csX809" fmla="*/ 139822 w 1728164"/>
              <a:gd name="csY809" fmla="*/ 1086096 h 1114920"/>
              <a:gd name="csX810" fmla="*/ 139995 w 1728164"/>
              <a:gd name="csY810" fmla="*/ 1085971 h 1114920"/>
              <a:gd name="csX811" fmla="*/ 140168 w 1728164"/>
              <a:gd name="csY811" fmla="*/ 1085847 h 1114920"/>
              <a:gd name="csX812" fmla="*/ 140341 w 1728164"/>
              <a:gd name="csY812" fmla="*/ 1085722 h 1114920"/>
              <a:gd name="csX813" fmla="*/ 140514 w 1728164"/>
              <a:gd name="csY813" fmla="*/ 1085589 h 1114920"/>
              <a:gd name="csX814" fmla="*/ 140687 w 1728164"/>
              <a:gd name="csY814" fmla="*/ 1085464 h 1114920"/>
              <a:gd name="csX815" fmla="*/ 140859 w 1728164"/>
              <a:gd name="csY815" fmla="*/ 1085340 h 1114920"/>
              <a:gd name="csX816" fmla="*/ 141032 w 1728164"/>
              <a:gd name="csY816" fmla="*/ 1085206 h 1114920"/>
              <a:gd name="csX817" fmla="*/ 141205 w 1728164"/>
              <a:gd name="csY817" fmla="*/ 1085082 h 1114920"/>
              <a:gd name="csX818" fmla="*/ 141378 w 1728164"/>
              <a:gd name="csY818" fmla="*/ 1084957 h 1114920"/>
              <a:gd name="csX819" fmla="*/ 141551 w 1728164"/>
              <a:gd name="csY819" fmla="*/ 1084824 h 1114920"/>
              <a:gd name="csX820" fmla="*/ 141723 w 1728164"/>
              <a:gd name="csY820" fmla="*/ 1084690 h 1114920"/>
              <a:gd name="csX821" fmla="*/ 141897 w 1728164"/>
              <a:gd name="csY821" fmla="*/ 1084566 h 1114920"/>
              <a:gd name="csX822" fmla="*/ 142069 w 1728164"/>
              <a:gd name="csY822" fmla="*/ 1084432 h 1114920"/>
              <a:gd name="csX823" fmla="*/ 142242 w 1728164"/>
              <a:gd name="csY823" fmla="*/ 1084299 h 1114920"/>
              <a:gd name="csX824" fmla="*/ 142415 w 1728164"/>
              <a:gd name="csY824" fmla="*/ 1084165 h 1114920"/>
              <a:gd name="csX825" fmla="*/ 142588 w 1728164"/>
              <a:gd name="csY825" fmla="*/ 1084041 h 1114920"/>
              <a:gd name="csX826" fmla="*/ 142760 w 1728164"/>
              <a:gd name="csY826" fmla="*/ 1083907 h 1114920"/>
              <a:gd name="csX827" fmla="*/ 142933 w 1728164"/>
              <a:gd name="csY827" fmla="*/ 1083774 h 1114920"/>
              <a:gd name="csX828" fmla="*/ 143107 w 1728164"/>
              <a:gd name="csY828" fmla="*/ 1083640 h 1114920"/>
              <a:gd name="csX829" fmla="*/ 143279 w 1728164"/>
              <a:gd name="csY829" fmla="*/ 1083507 h 1114920"/>
              <a:gd name="csX830" fmla="*/ 143452 w 1728164"/>
              <a:gd name="csY830" fmla="*/ 1083365 h 1114920"/>
              <a:gd name="csX831" fmla="*/ 143624 w 1728164"/>
              <a:gd name="csY831" fmla="*/ 1083231 h 1114920"/>
              <a:gd name="csX832" fmla="*/ 143798 w 1728164"/>
              <a:gd name="csY832" fmla="*/ 1083098 h 1114920"/>
              <a:gd name="csX833" fmla="*/ 143970 w 1728164"/>
              <a:gd name="csY833" fmla="*/ 1082964 h 1114920"/>
              <a:gd name="csX834" fmla="*/ 144143 w 1728164"/>
              <a:gd name="csY834" fmla="*/ 1082822 h 1114920"/>
              <a:gd name="csX835" fmla="*/ 144316 w 1728164"/>
              <a:gd name="csY835" fmla="*/ 1082688 h 1114920"/>
              <a:gd name="csX836" fmla="*/ 144489 w 1728164"/>
              <a:gd name="csY836" fmla="*/ 1082546 h 1114920"/>
              <a:gd name="csX837" fmla="*/ 144662 w 1728164"/>
              <a:gd name="csY837" fmla="*/ 1082413 h 1114920"/>
              <a:gd name="csX838" fmla="*/ 144834 w 1728164"/>
              <a:gd name="csY838" fmla="*/ 1082270 h 1114920"/>
              <a:gd name="csX839" fmla="*/ 145008 w 1728164"/>
              <a:gd name="csY839" fmla="*/ 1082137 h 1114920"/>
              <a:gd name="csX840" fmla="*/ 145180 w 1728164"/>
              <a:gd name="csY840" fmla="*/ 1081995 h 1114920"/>
              <a:gd name="csX841" fmla="*/ 145353 w 1728164"/>
              <a:gd name="csY841" fmla="*/ 1081852 h 1114920"/>
              <a:gd name="csX842" fmla="*/ 145525 w 1728164"/>
              <a:gd name="csY842" fmla="*/ 1081710 h 1114920"/>
              <a:gd name="csX843" fmla="*/ 145699 w 1728164"/>
              <a:gd name="csY843" fmla="*/ 1081567 h 1114920"/>
              <a:gd name="csX844" fmla="*/ 145872 w 1728164"/>
              <a:gd name="csY844" fmla="*/ 1081425 h 1114920"/>
              <a:gd name="csX845" fmla="*/ 146044 w 1728164"/>
              <a:gd name="csY845" fmla="*/ 1081283 h 1114920"/>
              <a:gd name="csX846" fmla="*/ 146218 w 1728164"/>
              <a:gd name="csY846" fmla="*/ 1081140 h 1114920"/>
              <a:gd name="csX847" fmla="*/ 146390 w 1728164"/>
              <a:gd name="csY847" fmla="*/ 1080998 h 1114920"/>
              <a:gd name="csX848" fmla="*/ 146563 w 1728164"/>
              <a:gd name="csY848" fmla="*/ 1080856 h 1114920"/>
              <a:gd name="csX849" fmla="*/ 146735 w 1728164"/>
              <a:gd name="csY849" fmla="*/ 1080713 h 1114920"/>
              <a:gd name="csX850" fmla="*/ 146909 w 1728164"/>
              <a:gd name="csY850" fmla="*/ 1080571 h 1114920"/>
              <a:gd name="csX851" fmla="*/ 147081 w 1728164"/>
              <a:gd name="csY851" fmla="*/ 1080420 h 1114920"/>
              <a:gd name="csX852" fmla="*/ 147254 w 1728164"/>
              <a:gd name="csY852" fmla="*/ 1080277 h 1114920"/>
              <a:gd name="csX853" fmla="*/ 147427 w 1728164"/>
              <a:gd name="csY853" fmla="*/ 1080126 h 1114920"/>
              <a:gd name="csX854" fmla="*/ 147600 w 1728164"/>
              <a:gd name="csY854" fmla="*/ 1079984 h 1114920"/>
              <a:gd name="csX855" fmla="*/ 147773 w 1728164"/>
              <a:gd name="csY855" fmla="*/ 1079833 h 1114920"/>
              <a:gd name="csX856" fmla="*/ 147945 w 1728164"/>
              <a:gd name="csY856" fmla="*/ 1079690 h 1114920"/>
              <a:gd name="csX857" fmla="*/ 148119 w 1728164"/>
              <a:gd name="csY857" fmla="*/ 1079539 h 1114920"/>
              <a:gd name="csX858" fmla="*/ 148291 w 1728164"/>
              <a:gd name="csY858" fmla="*/ 1079388 h 1114920"/>
              <a:gd name="csX859" fmla="*/ 148464 w 1728164"/>
              <a:gd name="csY859" fmla="*/ 1079237 h 1114920"/>
              <a:gd name="csX860" fmla="*/ 148637 w 1728164"/>
              <a:gd name="csY860" fmla="*/ 1079085 h 1114920"/>
              <a:gd name="csX861" fmla="*/ 148810 w 1728164"/>
              <a:gd name="csY861" fmla="*/ 1078934 h 1114920"/>
              <a:gd name="csX862" fmla="*/ 148983 w 1728164"/>
              <a:gd name="csY862" fmla="*/ 1078783 h 1114920"/>
              <a:gd name="csX863" fmla="*/ 149155 w 1728164"/>
              <a:gd name="csY863" fmla="*/ 1078632 h 1114920"/>
              <a:gd name="csX864" fmla="*/ 149328 w 1728164"/>
              <a:gd name="csY864" fmla="*/ 1078480 h 1114920"/>
              <a:gd name="csX865" fmla="*/ 149501 w 1728164"/>
              <a:gd name="csY865" fmla="*/ 1078329 h 1114920"/>
              <a:gd name="csX866" fmla="*/ 149674 w 1728164"/>
              <a:gd name="csY866" fmla="*/ 1078178 h 1114920"/>
              <a:gd name="csX867" fmla="*/ 149846 w 1728164"/>
              <a:gd name="csY867" fmla="*/ 1078018 h 1114920"/>
              <a:gd name="csX868" fmla="*/ 150020 w 1728164"/>
              <a:gd name="csY868" fmla="*/ 1077867 h 1114920"/>
              <a:gd name="csX869" fmla="*/ 150193 w 1728164"/>
              <a:gd name="csY869" fmla="*/ 1077715 h 1114920"/>
              <a:gd name="csX870" fmla="*/ 150365 w 1728164"/>
              <a:gd name="csY870" fmla="*/ 1077555 h 1114920"/>
              <a:gd name="csX871" fmla="*/ 150538 w 1728164"/>
              <a:gd name="csY871" fmla="*/ 1077404 h 1114920"/>
              <a:gd name="csX872" fmla="*/ 150711 w 1728164"/>
              <a:gd name="csY872" fmla="*/ 1077244 h 1114920"/>
              <a:gd name="csX873" fmla="*/ 150884 w 1728164"/>
              <a:gd name="csY873" fmla="*/ 1077084 h 1114920"/>
              <a:gd name="csX874" fmla="*/ 151056 w 1728164"/>
              <a:gd name="csY874" fmla="*/ 1076924 h 1114920"/>
              <a:gd name="csX875" fmla="*/ 151229 w 1728164"/>
              <a:gd name="csY875" fmla="*/ 1076772 h 1114920"/>
              <a:gd name="csX876" fmla="*/ 151402 w 1728164"/>
              <a:gd name="csY876" fmla="*/ 1076612 h 1114920"/>
              <a:gd name="csX877" fmla="*/ 151575 w 1728164"/>
              <a:gd name="csY877" fmla="*/ 1076452 h 1114920"/>
              <a:gd name="csX878" fmla="*/ 151748 w 1728164"/>
              <a:gd name="csY878" fmla="*/ 1076292 h 1114920"/>
              <a:gd name="csX879" fmla="*/ 151921 w 1728164"/>
              <a:gd name="csY879" fmla="*/ 1076132 h 1114920"/>
              <a:gd name="csX880" fmla="*/ 152094 w 1728164"/>
              <a:gd name="csY880" fmla="*/ 1075972 h 1114920"/>
              <a:gd name="csX881" fmla="*/ 152266 w 1728164"/>
              <a:gd name="csY881" fmla="*/ 1075803 h 1114920"/>
              <a:gd name="csX882" fmla="*/ 152439 w 1728164"/>
              <a:gd name="csY882" fmla="*/ 1075642 h 1114920"/>
              <a:gd name="csX883" fmla="*/ 152612 w 1728164"/>
              <a:gd name="csY883" fmla="*/ 1075482 h 1114920"/>
              <a:gd name="csX884" fmla="*/ 152785 w 1728164"/>
              <a:gd name="csY884" fmla="*/ 1075313 h 1114920"/>
              <a:gd name="csX885" fmla="*/ 152958 w 1728164"/>
              <a:gd name="csY885" fmla="*/ 1075153 h 1114920"/>
              <a:gd name="csX886" fmla="*/ 153130 w 1728164"/>
              <a:gd name="csY886" fmla="*/ 1074984 h 1114920"/>
              <a:gd name="csX887" fmla="*/ 153304 w 1728164"/>
              <a:gd name="csY887" fmla="*/ 1074824 h 1114920"/>
              <a:gd name="csX888" fmla="*/ 153476 w 1728164"/>
              <a:gd name="csY888" fmla="*/ 1074655 h 1114920"/>
              <a:gd name="csX889" fmla="*/ 153649 w 1728164"/>
              <a:gd name="csY889" fmla="*/ 1074486 h 1114920"/>
              <a:gd name="csX890" fmla="*/ 153822 w 1728164"/>
              <a:gd name="csY890" fmla="*/ 1074326 h 1114920"/>
              <a:gd name="csX891" fmla="*/ 153995 w 1728164"/>
              <a:gd name="csY891" fmla="*/ 1074157 h 1114920"/>
              <a:gd name="csX892" fmla="*/ 154167 w 1728164"/>
              <a:gd name="csY892" fmla="*/ 1073988 h 1114920"/>
              <a:gd name="csX893" fmla="*/ 154340 w 1728164"/>
              <a:gd name="csY893" fmla="*/ 1073819 h 1114920"/>
              <a:gd name="csX894" fmla="*/ 154514 w 1728164"/>
              <a:gd name="csY894" fmla="*/ 1073650 h 1114920"/>
              <a:gd name="csX895" fmla="*/ 154686 w 1728164"/>
              <a:gd name="csY895" fmla="*/ 1073481 h 1114920"/>
              <a:gd name="csX896" fmla="*/ 154859 w 1728164"/>
              <a:gd name="csY896" fmla="*/ 1073303 h 1114920"/>
              <a:gd name="csX897" fmla="*/ 155031 w 1728164"/>
              <a:gd name="csY897" fmla="*/ 1073134 h 1114920"/>
              <a:gd name="csX898" fmla="*/ 155205 w 1728164"/>
              <a:gd name="csY898" fmla="*/ 1072965 h 1114920"/>
              <a:gd name="csX899" fmla="*/ 155377 w 1728164"/>
              <a:gd name="csY899" fmla="*/ 1072796 h 1114920"/>
              <a:gd name="csX900" fmla="*/ 155550 w 1728164"/>
              <a:gd name="csY900" fmla="*/ 1072618 h 1114920"/>
              <a:gd name="csX901" fmla="*/ 155723 w 1728164"/>
              <a:gd name="csY901" fmla="*/ 1072449 h 1114920"/>
              <a:gd name="csX902" fmla="*/ 155896 w 1728164"/>
              <a:gd name="csY902" fmla="*/ 1072271 h 1114920"/>
              <a:gd name="csX903" fmla="*/ 156069 w 1728164"/>
              <a:gd name="csY903" fmla="*/ 1072093 h 1114920"/>
              <a:gd name="csX904" fmla="*/ 156241 w 1728164"/>
              <a:gd name="csY904" fmla="*/ 1071924 h 1114920"/>
              <a:gd name="csX905" fmla="*/ 156415 w 1728164"/>
              <a:gd name="csY905" fmla="*/ 1071746 h 1114920"/>
              <a:gd name="csX906" fmla="*/ 156587 w 1728164"/>
              <a:gd name="csY906" fmla="*/ 1071568 h 1114920"/>
              <a:gd name="csX907" fmla="*/ 156760 w 1728164"/>
              <a:gd name="csY907" fmla="*/ 1071390 h 1114920"/>
              <a:gd name="csX908" fmla="*/ 156933 w 1728164"/>
              <a:gd name="csY908" fmla="*/ 1071212 h 1114920"/>
              <a:gd name="csX909" fmla="*/ 157106 w 1728164"/>
              <a:gd name="csY909" fmla="*/ 1071034 h 1114920"/>
              <a:gd name="csX910" fmla="*/ 157279 w 1728164"/>
              <a:gd name="csY910" fmla="*/ 1070856 h 1114920"/>
              <a:gd name="csX911" fmla="*/ 157451 w 1728164"/>
              <a:gd name="csY911" fmla="*/ 1070678 h 1114920"/>
              <a:gd name="csX912" fmla="*/ 157625 w 1728164"/>
              <a:gd name="csY912" fmla="*/ 1070491 h 1114920"/>
              <a:gd name="csX913" fmla="*/ 157797 w 1728164"/>
              <a:gd name="csY913" fmla="*/ 1070313 h 1114920"/>
              <a:gd name="csX914" fmla="*/ 157970 w 1728164"/>
              <a:gd name="csY914" fmla="*/ 1070127 h 1114920"/>
              <a:gd name="csX915" fmla="*/ 158142 w 1728164"/>
              <a:gd name="csY915" fmla="*/ 1069949 h 1114920"/>
              <a:gd name="csX916" fmla="*/ 158316 w 1728164"/>
              <a:gd name="csY916" fmla="*/ 1069762 h 1114920"/>
              <a:gd name="csX917" fmla="*/ 158488 w 1728164"/>
              <a:gd name="csY917" fmla="*/ 1069584 h 1114920"/>
              <a:gd name="csX918" fmla="*/ 158661 w 1728164"/>
              <a:gd name="csY918" fmla="*/ 1069397 h 1114920"/>
              <a:gd name="csX919" fmla="*/ 158834 w 1728164"/>
              <a:gd name="csY919" fmla="*/ 1069210 h 1114920"/>
              <a:gd name="csX920" fmla="*/ 159007 w 1728164"/>
              <a:gd name="csY920" fmla="*/ 1069023 h 1114920"/>
              <a:gd name="csX921" fmla="*/ 159180 w 1728164"/>
              <a:gd name="csY921" fmla="*/ 1068846 h 1114920"/>
              <a:gd name="csX922" fmla="*/ 159352 w 1728164"/>
              <a:gd name="csY922" fmla="*/ 1068659 h 1114920"/>
              <a:gd name="csX923" fmla="*/ 159526 w 1728164"/>
              <a:gd name="csY923" fmla="*/ 1068472 h 1114920"/>
              <a:gd name="csX924" fmla="*/ 159698 w 1728164"/>
              <a:gd name="csY924" fmla="*/ 1068276 h 1114920"/>
              <a:gd name="csX925" fmla="*/ 159871 w 1728164"/>
              <a:gd name="csY925" fmla="*/ 1068089 h 1114920"/>
              <a:gd name="csX926" fmla="*/ 160044 w 1728164"/>
              <a:gd name="csY926" fmla="*/ 1067902 h 1114920"/>
              <a:gd name="csX927" fmla="*/ 160217 w 1728164"/>
              <a:gd name="csY927" fmla="*/ 1067716 h 1114920"/>
              <a:gd name="csX928" fmla="*/ 160390 w 1728164"/>
              <a:gd name="csY928" fmla="*/ 1067520 h 1114920"/>
              <a:gd name="csX929" fmla="*/ 160562 w 1728164"/>
              <a:gd name="csY929" fmla="*/ 1067333 h 1114920"/>
              <a:gd name="csX930" fmla="*/ 160735 w 1728164"/>
              <a:gd name="csY930" fmla="*/ 1067137 h 1114920"/>
              <a:gd name="csX931" fmla="*/ 160908 w 1728164"/>
              <a:gd name="csY931" fmla="*/ 1066942 h 1114920"/>
              <a:gd name="csX932" fmla="*/ 161081 w 1728164"/>
              <a:gd name="csY932" fmla="*/ 1066755 h 1114920"/>
              <a:gd name="csX933" fmla="*/ 161254 w 1728164"/>
              <a:gd name="csY933" fmla="*/ 1066559 h 1114920"/>
              <a:gd name="csX934" fmla="*/ 161427 w 1728164"/>
              <a:gd name="csY934" fmla="*/ 1066363 h 1114920"/>
              <a:gd name="csX935" fmla="*/ 161600 w 1728164"/>
              <a:gd name="csY935" fmla="*/ 1066168 h 1114920"/>
              <a:gd name="csX936" fmla="*/ 161772 w 1728164"/>
              <a:gd name="csY936" fmla="*/ 1065972 h 1114920"/>
              <a:gd name="csX937" fmla="*/ 161945 w 1728164"/>
              <a:gd name="csY937" fmla="*/ 1065776 h 1114920"/>
              <a:gd name="csX938" fmla="*/ 162118 w 1728164"/>
              <a:gd name="csY938" fmla="*/ 1065581 h 1114920"/>
              <a:gd name="csX939" fmla="*/ 162291 w 1728164"/>
              <a:gd name="csY939" fmla="*/ 1065385 h 1114920"/>
              <a:gd name="csX940" fmla="*/ 162463 w 1728164"/>
              <a:gd name="csY940" fmla="*/ 1065180 h 1114920"/>
              <a:gd name="csX941" fmla="*/ 162636 w 1728164"/>
              <a:gd name="csY941" fmla="*/ 1064985 h 1114920"/>
              <a:gd name="csX942" fmla="*/ 162810 w 1728164"/>
              <a:gd name="csY942" fmla="*/ 1064789 h 1114920"/>
              <a:gd name="csX943" fmla="*/ 162982 w 1728164"/>
              <a:gd name="csY943" fmla="*/ 1064584 h 1114920"/>
              <a:gd name="csX944" fmla="*/ 163155 w 1728164"/>
              <a:gd name="csY944" fmla="*/ 1064380 h 1114920"/>
              <a:gd name="csX945" fmla="*/ 163328 w 1728164"/>
              <a:gd name="csY945" fmla="*/ 1064184 h 1114920"/>
              <a:gd name="csX946" fmla="*/ 163501 w 1728164"/>
              <a:gd name="csY946" fmla="*/ 1063979 h 1114920"/>
              <a:gd name="csX947" fmla="*/ 163673 w 1728164"/>
              <a:gd name="csY947" fmla="*/ 1063775 h 1114920"/>
              <a:gd name="csX948" fmla="*/ 163846 w 1728164"/>
              <a:gd name="csY948" fmla="*/ 1063570 h 1114920"/>
              <a:gd name="csX949" fmla="*/ 164019 w 1728164"/>
              <a:gd name="csY949" fmla="*/ 1063365 h 1114920"/>
              <a:gd name="csX950" fmla="*/ 164192 w 1728164"/>
              <a:gd name="csY950" fmla="*/ 1063161 h 1114920"/>
              <a:gd name="csX951" fmla="*/ 164365 w 1728164"/>
              <a:gd name="csY951" fmla="*/ 1062956 h 1114920"/>
              <a:gd name="csX952" fmla="*/ 164537 w 1728164"/>
              <a:gd name="csY952" fmla="*/ 1062752 h 1114920"/>
              <a:gd name="csX953" fmla="*/ 164711 w 1728164"/>
              <a:gd name="csY953" fmla="*/ 1062547 h 1114920"/>
              <a:gd name="csX954" fmla="*/ 164883 w 1728164"/>
              <a:gd name="csY954" fmla="*/ 1062333 h 1114920"/>
              <a:gd name="csX955" fmla="*/ 165056 w 1728164"/>
              <a:gd name="csY955" fmla="*/ 1062129 h 1114920"/>
              <a:gd name="csX956" fmla="*/ 165229 w 1728164"/>
              <a:gd name="csY956" fmla="*/ 1061915 h 1114920"/>
              <a:gd name="csX957" fmla="*/ 165402 w 1728164"/>
              <a:gd name="csY957" fmla="*/ 1061711 h 1114920"/>
              <a:gd name="csX958" fmla="*/ 165575 w 1728164"/>
              <a:gd name="csY958" fmla="*/ 1061497 h 1114920"/>
              <a:gd name="csX959" fmla="*/ 165747 w 1728164"/>
              <a:gd name="csY959" fmla="*/ 1061284 h 1114920"/>
              <a:gd name="csX960" fmla="*/ 165921 w 1728164"/>
              <a:gd name="csY960" fmla="*/ 1061070 h 1114920"/>
              <a:gd name="csX961" fmla="*/ 166093 w 1728164"/>
              <a:gd name="csY961" fmla="*/ 1060857 h 1114920"/>
              <a:gd name="csX962" fmla="*/ 166266 w 1728164"/>
              <a:gd name="csY962" fmla="*/ 1060643 h 1114920"/>
              <a:gd name="csX963" fmla="*/ 166438 w 1728164"/>
              <a:gd name="csY963" fmla="*/ 1060430 h 1114920"/>
              <a:gd name="csX964" fmla="*/ 166612 w 1728164"/>
              <a:gd name="csY964" fmla="*/ 1060216 h 1114920"/>
              <a:gd name="csX965" fmla="*/ 166784 w 1728164"/>
              <a:gd name="csY965" fmla="*/ 1060002 h 1114920"/>
              <a:gd name="csX966" fmla="*/ 166957 w 1728164"/>
              <a:gd name="csY966" fmla="*/ 1059789 h 1114920"/>
              <a:gd name="csX967" fmla="*/ 167131 w 1728164"/>
              <a:gd name="csY967" fmla="*/ 1059567 h 1114920"/>
              <a:gd name="csX968" fmla="*/ 167303 w 1728164"/>
              <a:gd name="csY968" fmla="*/ 1059353 h 1114920"/>
              <a:gd name="csX969" fmla="*/ 167476 w 1728164"/>
              <a:gd name="csY969" fmla="*/ 1059131 h 1114920"/>
              <a:gd name="csX970" fmla="*/ 167648 w 1728164"/>
              <a:gd name="csY970" fmla="*/ 1058917 h 1114920"/>
              <a:gd name="csX971" fmla="*/ 167822 w 1728164"/>
              <a:gd name="csY971" fmla="*/ 1058695 h 1114920"/>
              <a:gd name="csX972" fmla="*/ 167994 w 1728164"/>
              <a:gd name="csY972" fmla="*/ 1058472 h 1114920"/>
              <a:gd name="csX973" fmla="*/ 168167 w 1728164"/>
              <a:gd name="csY973" fmla="*/ 1058250 h 1114920"/>
              <a:gd name="csX974" fmla="*/ 168340 w 1728164"/>
              <a:gd name="csY974" fmla="*/ 1058027 h 1114920"/>
              <a:gd name="csX975" fmla="*/ 168513 w 1728164"/>
              <a:gd name="csY975" fmla="*/ 1057805 h 1114920"/>
              <a:gd name="csX976" fmla="*/ 168686 w 1728164"/>
              <a:gd name="csY976" fmla="*/ 1057583 h 1114920"/>
              <a:gd name="csX977" fmla="*/ 168858 w 1728164"/>
              <a:gd name="csY977" fmla="*/ 1057360 h 1114920"/>
              <a:gd name="csX978" fmla="*/ 169032 w 1728164"/>
              <a:gd name="csY978" fmla="*/ 1057138 h 1114920"/>
              <a:gd name="csX979" fmla="*/ 169204 w 1728164"/>
              <a:gd name="csY979" fmla="*/ 1056906 h 1114920"/>
              <a:gd name="csX980" fmla="*/ 169377 w 1728164"/>
              <a:gd name="csY980" fmla="*/ 1056684 h 1114920"/>
              <a:gd name="csX981" fmla="*/ 169549 w 1728164"/>
              <a:gd name="csY981" fmla="*/ 1056453 h 1114920"/>
              <a:gd name="csX982" fmla="*/ 169723 w 1728164"/>
              <a:gd name="csY982" fmla="*/ 1056230 h 1114920"/>
              <a:gd name="csX983" fmla="*/ 169896 w 1728164"/>
              <a:gd name="csY983" fmla="*/ 1055999 h 1114920"/>
              <a:gd name="csX984" fmla="*/ 170068 w 1728164"/>
              <a:gd name="csY984" fmla="*/ 1055768 h 1114920"/>
              <a:gd name="csX985" fmla="*/ 170241 w 1728164"/>
              <a:gd name="csY985" fmla="*/ 1055537 h 1114920"/>
              <a:gd name="csX986" fmla="*/ 170414 w 1728164"/>
              <a:gd name="csY986" fmla="*/ 1055305 h 1114920"/>
              <a:gd name="csX987" fmla="*/ 170587 w 1728164"/>
              <a:gd name="csY987" fmla="*/ 1055074 h 1114920"/>
              <a:gd name="csX988" fmla="*/ 170759 w 1728164"/>
              <a:gd name="csY988" fmla="*/ 1054843 h 1114920"/>
              <a:gd name="csX989" fmla="*/ 170933 w 1728164"/>
              <a:gd name="csY989" fmla="*/ 1054611 h 1114920"/>
              <a:gd name="csX990" fmla="*/ 171105 w 1728164"/>
              <a:gd name="csY990" fmla="*/ 1054380 h 1114920"/>
              <a:gd name="csX991" fmla="*/ 171278 w 1728164"/>
              <a:gd name="csY991" fmla="*/ 1054149 h 1114920"/>
              <a:gd name="csX992" fmla="*/ 171451 w 1728164"/>
              <a:gd name="csY992" fmla="*/ 1053908 h 1114920"/>
              <a:gd name="csX993" fmla="*/ 171624 w 1728164"/>
              <a:gd name="csY993" fmla="*/ 1053677 h 1114920"/>
              <a:gd name="csX994" fmla="*/ 171797 w 1728164"/>
              <a:gd name="csY994" fmla="*/ 1053437 h 1114920"/>
              <a:gd name="csX995" fmla="*/ 171969 w 1728164"/>
              <a:gd name="csY995" fmla="*/ 1053197 h 1114920"/>
              <a:gd name="csX996" fmla="*/ 172142 w 1728164"/>
              <a:gd name="csY996" fmla="*/ 1052957 h 1114920"/>
              <a:gd name="csX997" fmla="*/ 172315 w 1728164"/>
              <a:gd name="csY997" fmla="*/ 1052725 h 1114920"/>
              <a:gd name="csX998" fmla="*/ 172488 w 1728164"/>
              <a:gd name="csY998" fmla="*/ 1052485 h 1114920"/>
              <a:gd name="csX999" fmla="*/ 172661 w 1728164"/>
              <a:gd name="csY999" fmla="*/ 1052245 h 1114920"/>
              <a:gd name="csX1000" fmla="*/ 172834 w 1728164"/>
              <a:gd name="csY1000" fmla="*/ 1051996 h 1114920"/>
              <a:gd name="csX1001" fmla="*/ 173007 w 1728164"/>
              <a:gd name="csY1001" fmla="*/ 1051756 h 1114920"/>
              <a:gd name="csX1002" fmla="*/ 173179 w 1728164"/>
              <a:gd name="csY1002" fmla="*/ 1051515 h 1114920"/>
              <a:gd name="csX1003" fmla="*/ 173352 w 1728164"/>
              <a:gd name="csY1003" fmla="*/ 1051275 h 1114920"/>
              <a:gd name="csX1004" fmla="*/ 173525 w 1728164"/>
              <a:gd name="csY1004" fmla="*/ 1051026 h 1114920"/>
              <a:gd name="csX1005" fmla="*/ 173698 w 1728164"/>
              <a:gd name="csY1005" fmla="*/ 1050786 h 1114920"/>
              <a:gd name="csX1006" fmla="*/ 173870 w 1728164"/>
              <a:gd name="csY1006" fmla="*/ 1050537 h 1114920"/>
              <a:gd name="csX1007" fmla="*/ 174043 w 1728164"/>
              <a:gd name="csY1007" fmla="*/ 1050288 h 1114920"/>
              <a:gd name="csX1008" fmla="*/ 174217 w 1728164"/>
              <a:gd name="csY1008" fmla="*/ 1050038 h 1114920"/>
              <a:gd name="csX1009" fmla="*/ 174389 w 1728164"/>
              <a:gd name="csY1009" fmla="*/ 1049789 h 1114920"/>
              <a:gd name="csX1010" fmla="*/ 174562 w 1728164"/>
              <a:gd name="csY1010" fmla="*/ 1049540 h 1114920"/>
              <a:gd name="csX1011" fmla="*/ 174735 w 1728164"/>
              <a:gd name="csY1011" fmla="*/ 1049291 h 1114920"/>
              <a:gd name="csX1012" fmla="*/ 174908 w 1728164"/>
              <a:gd name="csY1012" fmla="*/ 1049042 h 1114920"/>
              <a:gd name="csX1013" fmla="*/ 175080 w 1728164"/>
              <a:gd name="csY1013" fmla="*/ 1048793 h 1114920"/>
              <a:gd name="csX1014" fmla="*/ 175253 w 1728164"/>
              <a:gd name="csY1014" fmla="*/ 1048535 h 1114920"/>
              <a:gd name="csX1015" fmla="*/ 175426 w 1728164"/>
              <a:gd name="csY1015" fmla="*/ 1048286 h 1114920"/>
              <a:gd name="csX1016" fmla="*/ 175599 w 1728164"/>
              <a:gd name="csY1016" fmla="*/ 1048037 h 1114920"/>
              <a:gd name="csX1017" fmla="*/ 175772 w 1728164"/>
              <a:gd name="csY1017" fmla="*/ 1047779 h 1114920"/>
              <a:gd name="csX1018" fmla="*/ 175944 w 1728164"/>
              <a:gd name="csY1018" fmla="*/ 1047521 h 1114920"/>
              <a:gd name="csX1019" fmla="*/ 176118 w 1728164"/>
              <a:gd name="csY1019" fmla="*/ 1047263 h 1114920"/>
              <a:gd name="csX1020" fmla="*/ 176290 w 1728164"/>
              <a:gd name="csY1020" fmla="*/ 1047005 h 1114920"/>
              <a:gd name="csX1021" fmla="*/ 176463 w 1728164"/>
              <a:gd name="csY1021" fmla="*/ 1046756 h 1114920"/>
              <a:gd name="csX1022" fmla="*/ 176636 w 1728164"/>
              <a:gd name="csY1022" fmla="*/ 1046489 h 1114920"/>
              <a:gd name="csX1023" fmla="*/ 176809 w 1728164"/>
              <a:gd name="csY1023" fmla="*/ 1046231 h 1114920"/>
              <a:gd name="csX1024" fmla="*/ 176982 w 1728164"/>
              <a:gd name="csY1024" fmla="*/ 1045973 h 1114920"/>
              <a:gd name="csX1025" fmla="*/ 177154 w 1728164"/>
              <a:gd name="csY1025" fmla="*/ 1045715 h 1114920"/>
              <a:gd name="csX1026" fmla="*/ 177328 w 1728164"/>
              <a:gd name="csY1026" fmla="*/ 1045448 h 1114920"/>
              <a:gd name="csX1027" fmla="*/ 177500 w 1728164"/>
              <a:gd name="csY1027" fmla="*/ 1045190 h 1114920"/>
              <a:gd name="csX1028" fmla="*/ 177673 w 1728164"/>
              <a:gd name="csY1028" fmla="*/ 1044923 h 1114920"/>
              <a:gd name="csX1029" fmla="*/ 177845 w 1728164"/>
              <a:gd name="csY1029" fmla="*/ 1044656 h 1114920"/>
              <a:gd name="csX1030" fmla="*/ 178019 w 1728164"/>
              <a:gd name="csY1030" fmla="*/ 1044398 h 1114920"/>
              <a:gd name="csX1031" fmla="*/ 178191 w 1728164"/>
              <a:gd name="csY1031" fmla="*/ 1044131 h 1114920"/>
              <a:gd name="csX1032" fmla="*/ 178364 w 1728164"/>
              <a:gd name="csY1032" fmla="*/ 1043864 h 1114920"/>
              <a:gd name="csX1033" fmla="*/ 178538 w 1728164"/>
              <a:gd name="csY1033" fmla="*/ 1043597 h 1114920"/>
              <a:gd name="csX1034" fmla="*/ 178710 w 1728164"/>
              <a:gd name="csY1034" fmla="*/ 1043322 h 1114920"/>
              <a:gd name="csX1035" fmla="*/ 178883 w 1728164"/>
              <a:gd name="csY1035" fmla="*/ 1043055 h 1114920"/>
              <a:gd name="csX1036" fmla="*/ 179055 w 1728164"/>
              <a:gd name="csY1036" fmla="*/ 1042788 h 1114920"/>
              <a:gd name="csX1037" fmla="*/ 179229 w 1728164"/>
              <a:gd name="csY1037" fmla="*/ 1042512 h 1114920"/>
              <a:gd name="csX1038" fmla="*/ 179401 w 1728164"/>
              <a:gd name="csY1038" fmla="*/ 1042245 h 1114920"/>
              <a:gd name="csX1039" fmla="*/ 179574 w 1728164"/>
              <a:gd name="csY1039" fmla="*/ 1041969 h 1114920"/>
              <a:gd name="csX1040" fmla="*/ 179747 w 1728164"/>
              <a:gd name="csY1040" fmla="*/ 1041702 h 1114920"/>
              <a:gd name="csX1041" fmla="*/ 179920 w 1728164"/>
              <a:gd name="csY1041" fmla="*/ 1041427 h 1114920"/>
              <a:gd name="csX1042" fmla="*/ 180093 w 1728164"/>
              <a:gd name="csY1042" fmla="*/ 1041151 h 1114920"/>
              <a:gd name="csX1043" fmla="*/ 180265 w 1728164"/>
              <a:gd name="csY1043" fmla="*/ 1040875 h 1114920"/>
              <a:gd name="csX1044" fmla="*/ 180439 w 1728164"/>
              <a:gd name="csY1044" fmla="*/ 1040599 h 1114920"/>
              <a:gd name="csX1045" fmla="*/ 180611 w 1728164"/>
              <a:gd name="csY1045" fmla="*/ 1040315 h 1114920"/>
              <a:gd name="csX1046" fmla="*/ 180784 w 1728164"/>
              <a:gd name="csY1046" fmla="*/ 1040039 h 1114920"/>
              <a:gd name="csX1047" fmla="*/ 180956 w 1728164"/>
              <a:gd name="csY1047" fmla="*/ 1039763 h 1114920"/>
              <a:gd name="csX1048" fmla="*/ 181130 w 1728164"/>
              <a:gd name="csY1048" fmla="*/ 1039478 h 1114920"/>
              <a:gd name="csX1049" fmla="*/ 181303 w 1728164"/>
              <a:gd name="csY1049" fmla="*/ 1039202 h 1114920"/>
              <a:gd name="csX1050" fmla="*/ 181475 w 1728164"/>
              <a:gd name="csY1050" fmla="*/ 1038918 h 1114920"/>
              <a:gd name="csX1051" fmla="*/ 181648 w 1728164"/>
              <a:gd name="csY1051" fmla="*/ 1038633 h 1114920"/>
              <a:gd name="csX1052" fmla="*/ 181821 w 1728164"/>
              <a:gd name="csY1052" fmla="*/ 1038348 h 1114920"/>
              <a:gd name="csX1053" fmla="*/ 181994 w 1728164"/>
              <a:gd name="csY1053" fmla="*/ 1038064 h 1114920"/>
              <a:gd name="csX1054" fmla="*/ 182166 w 1728164"/>
              <a:gd name="csY1054" fmla="*/ 1037779 h 1114920"/>
              <a:gd name="csX1055" fmla="*/ 182340 w 1728164"/>
              <a:gd name="csY1055" fmla="*/ 1037494 h 1114920"/>
              <a:gd name="csX1056" fmla="*/ 182512 w 1728164"/>
              <a:gd name="csY1056" fmla="*/ 1037210 h 1114920"/>
              <a:gd name="csX1057" fmla="*/ 182685 w 1728164"/>
              <a:gd name="csY1057" fmla="*/ 1036925 h 1114920"/>
              <a:gd name="csX1058" fmla="*/ 182858 w 1728164"/>
              <a:gd name="csY1058" fmla="*/ 1036632 h 1114920"/>
              <a:gd name="csX1059" fmla="*/ 183031 w 1728164"/>
              <a:gd name="csY1059" fmla="*/ 1036347 h 1114920"/>
              <a:gd name="csX1060" fmla="*/ 183204 w 1728164"/>
              <a:gd name="csY1060" fmla="*/ 1036053 h 1114920"/>
              <a:gd name="csX1061" fmla="*/ 183376 w 1728164"/>
              <a:gd name="csY1061" fmla="*/ 1035760 h 1114920"/>
              <a:gd name="csX1062" fmla="*/ 183549 w 1728164"/>
              <a:gd name="csY1062" fmla="*/ 1035466 h 1114920"/>
              <a:gd name="csX1063" fmla="*/ 183722 w 1728164"/>
              <a:gd name="csY1063" fmla="*/ 1035172 h 1114920"/>
              <a:gd name="csX1064" fmla="*/ 183895 w 1728164"/>
              <a:gd name="csY1064" fmla="*/ 1034879 h 1114920"/>
              <a:gd name="csX1065" fmla="*/ 184068 w 1728164"/>
              <a:gd name="csY1065" fmla="*/ 1034585 h 1114920"/>
              <a:gd name="csX1066" fmla="*/ 184241 w 1728164"/>
              <a:gd name="csY1066" fmla="*/ 1034292 h 1114920"/>
              <a:gd name="csX1067" fmla="*/ 184414 w 1728164"/>
              <a:gd name="csY1067" fmla="*/ 1033998 h 1114920"/>
              <a:gd name="csX1068" fmla="*/ 184586 w 1728164"/>
              <a:gd name="csY1068" fmla="*/ 1033696 h 1114920"/>
              <a:gd name="csX1069" fmla="*/ 184759 w 1728164"/>
              <a:gd name="csY1069" fmla="*/ 1033402 h 1114920"/>
              <a:gd name="csX1070" fmla="*/ 184932 w 1728164"/>
              <a:gd name="csY1070" fmla="*/ 1033100 h 1114920"/>
              <a:gd name="csX1071" fmla="*/ 185105 w 1728164"/>
              <a:gd name="csY1071" fmla="*/ 1032797 h 1114920"/>
              <a:gd name="csX1072" fmla="*/ 185277 w 1728164"/>
              <a:gd name="csY1072" fmla="*/ 1032504 h 1114920"/>
              <a:gd name="csX1073" fmla="*/ 185450 w 1728164"/>
              <a:gd name="csY1073" fmla="*/ 1032201 h 1114920"/>
              <a:gd name="csX1074" fmla="*/ 185624 w 1728164"/>
              <a:gd name="csY1074" fmla="*/ 1031899 h 1114920"/>
              <a:gd name="csX1075" fmla="*/ 185796 w 1728164"/>
              <a:gd name="csY1075" fmla="*/ 1031587 h 1114920"/>
              <a:gd name="csX1076" fmla="*/ 185969 w 1728164"/>
              <a:gd name="csY1076" fmla="*/ 1031285 h 1114920"/>
              <a:gd name="csX1077" fmla="*/ 186142 w 1728164"/>
              <a:gd name="csY1077" fmla="*/ 1030982 h 1114920"/>
              <a:gd name="csX1078" fmla="*/ 186315 w 1728164"/>
              <a:gd name="csY1078" fmla="*/ 1030671 h 1114920"/>
              <a:gd name="csX1079" fmla="*/ 186487 w 1728164"/>
              <a:gd name="csY1079" fmla="*/ 1030368 h 1114920"/>
              <a:gd name="csX1080" fmla="*/ 186660 w 1728164"/>
              <a:gd name="csY1080" fmla="*/ 1030057 h 1114920"/>
              <a:gd name="csX1081" fmla="*/ 186833 w 1728164"/>
              <a:gd name="csY1081" fmla="*/ 1029754 h 1114920"/>
              <a:gd name="csX1082" fmla="*/ 187006 w 1728164"/>
              <a:gd name="csY1082" fmla="*/ 1029443 h 1114920"/>
              <a:gd name="csX1083" fmla="*/ 187179 w 1728164"/>
              <a:gd name="csY1083" fmla="*/ 1029132 h 1114920"/>
              <a:gd name="csX1084" fmla="*/ 187351 w 1728164"/>
              <a:gd name="csY1084" fmla="*/ 1028820 h 1114920"/>
              <a:gd name="csX1085" fmla="*/ 187525 w 1728164"/>
              <a:gd name="csY1085" fmla="*/ 1028509 h 1114920"/>
              <a:gd name="csX1086" fmla="*/ 187697 w 1728164"/>
              <a:gd name="csY1086" fmla="*/ 1028189 h 1114920"/>
              <a:gd name="csX1087" fmla="*/ 187870 w 1728164"/>
              <a:gd name="csY1087" fmla="*/ 1027877 h 1114920"/>
              <a:gd name="csX1088" fmla="*/ 188043 w 1728164"/>
              <a:gd name="csY1088" fmla="*/ 1027557 h 1114920"/>
              <a:gd name="csX1089" fmla="*/ 188216 w 1728164"/>
              <a:gd name="csY1089" fmla="*/ 1027246 h 1114920"/>
              <a:gd name="csX1090" fmla="*/ 188389 w 1728164"/>
              <a:gd name="csY1090" fmla="*/ 1026925 h 1114920"/>
              <a:gd name="csX1091" fmla="*/ 188561 w 1728164"/>
              <a:gd name="csY1091" fmla="*/ 1026614 h 1114920"/>
              <a:gd name="csX1092" fmla="*/ 188735 w 1728164"/>
              <a:gd name="csY1092" fmla="*/ 1026294 h 1114920"/>
              <a:gd name="csX1093" fmla="*/ 188907 w 1728164"/>
              <a:gd name="csY1093" fmla="*/ 1025973 h 1114920"/>
              <a:gd name="csX1094" fmla="*/ 189080 w 1728164"/>
              <a:gd name="csY1094" fmla="*/ 1025653 h 1114920"/>
              <a:gd name="csX1095" fmla="*/ 189252 w 1728164"/>
              <a:gd name="csY1095" fmla="*/ 1025324 h 1114920"/>
              <a:gd name="csX1096" fmla="*/ 189426 w 1728164"/>
              <a:gd name="csY1096" fmla="*/ 1025004 h 1114920"/>
              <a:gd name="csX1097" fmla="*/ 189599 w 1728164"/>
              <a:gd name="csY1097" fmla="*/ 1024684 h 1114920"/>
              <a:gd name="csX1098" fmla="*/ 189771 w 1728164"/>
              <a:gd name="csY1098" fmla="*/ 1024354 h 1114920"/>
              <a:gd name="csX1099" fmla="*/ 189945 w 1728164"/>
              <a:gd name="csY1099" fmla="*/ 1024034 h 1114920"/>
              <a:gd name="csX1100" fmla="*/ 190117 w 1728164"/>
              <a:gd name="csY1100" fmla="*/ 1023705 h 1114920"/>
              <a:gd name="csX1101" fmla="*/ 190290 w 1728164"/>
              <a:gd name="csY1101" fmla="*/ 1023376 h 1114920"/>
              <a:gd name="csX1102" fmla="*/ 190462 w 1728164"/>
              <a:gd name="csY1102" fmla="*/ 1023047 h 1114920"/>
              <a:gd name="csX1103" fmla="*/ 190636 w 1728164"/>
              <a:gd name="csY1103" fmla="*/ 1022717 h 1114920"/>
              <a:gd name="csX1104" fmla="*/ 190808 w 1728164"/>
              <a:gd name="csY1104" fmla="*/ 1022388 h 1114920"/>
              <a:gd name="csX1105" fmla="*/ 190981 w 1728164"/>
              <a:gd name="csY1105" fmla="*/ 1022059 h 1114920"/>
              <a:gd name="csX1106" fmla="*/ 191154 w 1728164"/>
              <a:gd name="csY1106" fmla="*/ 1021721 h 1114920"/>
              <a:gd name="csX1107" fmla="*/ 191327 w 1728164"/>
              <a:gd name="csY1107" fmla="*/ 1021392 h 1114920"/>
              <a:gd name="csX1108" fmla="*/ 191500 w 1728164"/>
              <a:gd name="csY1108" fmla="*/ 1021054 h 1114920"/>
              <a:gd name="csX1109" fmla="*/ 191672 w 1728164"/>
              <a:gd name="csY1109" fmla="*/ 1020725 h 1114920"/>
              <a:gd name="csX1110" fmla="*/ 191846 w 1728164"/>
              <a:gd name="csY1110" fmla="*/ 1020387 h 1114920"/>
              <a:gd name="csX1111" fmla="*/ 192018 w 1728164"/>
              <a:gd name="csY1111" fmla="*/ 1020049 h 1114920"/>
              <a:gd name="csX1112" fmla="*/ 192191 w 1728164"/>
              <a:gd name="csY1112" fmla="*/ 1019710 h 1114920"/>
              <a:gd name="csX1113" fmla="*/ 192364 w 1728164"/>
              <a:gd name="csY1113" fmla="*/ 1019372 h 1114920"/>
              <a:gd name="csX1114" fmla="*/ 192537 w 1728164"/>
              <a:gd name="csY1114" fmla="*/ 1019034 h 1114920"/>
              <a:gd name="csX1115" fmla="*/ 192710 w 1728164"/>
              <a:gd name="csY1115" fmla="*/ 1018696 h 1114920"/>
              <a:gd name="csX1116" fmla="*/ 192882 w 1728164"/>
              <a:gd name="csY1116" fmla="*/ 1018349 h 1114920"/>
              <a:gd name="csX1117" fmla="*/ 193055 w 1728164"/>
              <a:gd name="csY1117" fmla="*/ 1018011 h 1114920"/>
              <a:gd name="csX1118" fmla="*/ 193228 w 1728164"/>
              <a:gd name="csY1118" fmla="*/ 1017664 h 1114920"/>
              <a:gd name="csX1119" fmla="*/ 193401 w 1728164"/>
              <a:gd name="csY1119" fmla="*/ 1017317 h 1114920"/>
              <a:gd name="csX1120" fmla="*/ 193573 w 1728164"/>
              <a:gd name="csY1120" fmla="*/ 1016970 h 1114920"/>
              <a:gd name="csX1121" fmla="*/ 193747 w 1728164"/>
              <a:gd name="csY1121" fmla="*/ 1016623 h 1114920"/>
              <a:gd name="csX1122" fmla="*/ 193920 w 1728164"/>
              <a:gd name="csY1122" fmla="*/ 1016276 h 1114920"/>
              <a:gd name="csX1123" fmla="*/ 194092 w 1728164"/>
              <a:gd name="csY1123" fmla="*/ 1015929 h 1114920"/>
              <a:gd name="csX1124" fmla="*/ 194265 w 1728164"/>
              <a:gd name="csY1124" fmla="*/ 1015582 h 1114920"/>
              <a:gd name="csX1125" fmla="*/ 194438 w 1728164"/>
              <a:gd name="csY1125" fmla="*/ 1015227 h 1114920"/>
              <a:gd name="csX1126" fmla="*/ 194611 w 1728164"/>
              <a:gd name="csY1126" fmla="*/ 1014880 h 1114920"/>
              <a:gd name="csX1127" fmla="*/ 194783 w 1728164"/>
              <a:gd name="csY1127" fmla="*/ 1014524 h 1114920"/>
              <a:gd name="csX1128" fmla="*/ 194956 w 1728164"/>
              <a:gd name="csY1128" fmla="*/ 1014177 h 1114920"/>
              <a:gd name="csX1129" fmla="*/ 195129 w 1728164"/>
              <a:gd name="csY1129" fmla="*/ 1013821 h 1114920"/>
              <a:gd name="csX1130" fmla="*/ 195302 w 1728164"/>
              <a:gd name="csY1130" fmla="*/ 1013465 h 1114920"/>
              <a:gd name="csX1131" fmla="*/ 195475 w 1728164"/>
              <a:gd name="csY1131" fmla="*/ 1013109 h 1114920"/>
              <a:gd name="csX1132" fmla="*/ 195648 w 1728164"/>
              <a:gd name="csY1132" fmla="*/ 1012753 h 1114920"/>
              <a:gd name="csX1133" fmla="*/ 195821 w 1728164"/>
              <a:gd name="csY1133" fmla="*/ 1012389 h 1114920"/>
              <a:gd name="csX1134" fmla="*/ 195993 w 1728164"/>
              <a:gd name="csY1134" fmla="*/ 1012033 h 1114920"/>
              <a:gd name="csX1135" fmla="*/ 196166 w 1728164"/>
              <a:gd name="csY1135" fmla="*/ 1011668 h 1114920"/>
              <a:gd name="csX1136" fmla="*/ 196339 w 1728164"/>
              <a:gd name="csY1136" fmla="*/ 1011312 h 1114920"/>
              <a:gd name="csX1137" fmla="*/ 196512 w 1728164"/>
              <a:gd name="csY1137" fmla="*/ 1010947 h 1114920"/>
              <a:gd name="csX1138" fmla="*/ 196685 w 1728164"/>
              <a:gd name="csY1138" fmla="*/ 1010583 h 1114920"/>
              <a:gd name="csX1139" fmla="*/ 196857 w 1728164"/>
              <a:gd name="csY1139" fmla="*/ 1010218 h 1114920"/>
              <a:gd name="csX1140" fmla="*/ 197031 w 1728164"/>
              <a:gd name="csY1140" fmla="*/ 1009853 h 1114920"/>
              <a:gd name="csX1141" fmla="*/ 197203 w 1728164"/>
              <a:gd name="csY1141" fmla="*/ 1009488 h 1114920"/>
              <a:gd name="csX1142" fmla="*/ 197376 w 1728164"/>
              <a:gd name="csY1142" fmla="*/ 1009124 h 1114920"/>
              <a:gd name="csX1143" fmla="*/ 197549 w 1728164"/>
              <a:gd name="csY1143" fmla="*/ 1008750 h 1114920"/>
              <a:gd name="csX1144" fmla="*/ 197722 w 1728164"/>
              <a:gd name="csY1144" fmla="*/ 1008385 h 1114920"/>
              <a:gd name="csX1145" fmla="*/ 197894 w 1728164"/>
              <a:gd name="csY1145" fmla="*/ 1008012 h 1114920"/>
              <a:gd name="csX1146" fmla="*/ 198067 w 1728164"/>
              <a:gd name="csY1146" fmla="*/ 1007638 h 1114920"/>
              <a:gd name="csX1147" fmla="*/ 198241 w 1728164"/>
              <a:gd name="csY1147" fmla="*/ 1007273 h 1114920"/>
              <a:gd name="csX1148" fmla="*/ 198413 w 1728164"/>
              <a:gd name="csY1148" fmla="*/ 1006900 h 1114920"/>
              <a:gd name="csX1149" fmla="*/ 198586 w 1728164"/>
              <a:gd name="csY1149" fmla="*/ 1006517 h 1114920"/>
              <a:gd name="csX1150" fmla="*/ 198758 w 1728164"/>
              <a:gd name="csY1150" fmla="*/ 1006143 h 1114920"/>
              <a:gd name="csX1151" fmla="*/ 198932 w 1728164"/>
              <a:gd name="csY1151" fmla="*/ 1005770 h 1114920"/>
              <a:gd name="csX1152" fmla="*/ 199104 w 1728164"/>
              <a:gd name="csY1152" fmla="*/ 1005387 h 1114920"/>
              <a:gd name="csX1153" fmla="*/ 199277 w 1728164"/>
              <a:gd name="csY1153" fmla="*/ 1005014 h 1114920"/>
              <a:gd name="csX1154" fmla="*/ 199450 w 1728164"/>
              <a:gd name="csY1154" fmla="*/ 1004631 h 1114920"/>
              <a:gd name="csX1155" fmla="*/ 199623 w 1728164"/>
              <a:gd name="csY1155" fmla="*/ 1004248 h 1114920"/>
              <a:gd name="csX1156" fmla="*/ 199796 w 1728164"/>
              <a:gd name="csY1156" fmla="*/ 1003875 h 1114920"/>
              <a:gd name="csX1157" fmla="*/ 199968 w 1728164"/>
              <a:gd name="csY1157" fmla="*/ 1003492 h 1114920"/>
              <a:gd name="csX1158" fmla="*/ 200142 w 1728164"/>
              <a:gd name="csY1158" fmla="*/ 1003101 h 1114920"/>
              <a:gd name="csX1159" fmla="*/ 200314 w 1728164"/>
              <a:gd name="csY1159" fmla="*/ 1002718 h 1114920"/>
              <a:gd name="csX1160" fmla="*/ 200487 w 1728164"/>
              <a:gd name="csY1160" fmla="*/ 1002336 h 1114920"/>
              <a:gd name="csX1161" fmla="*/ 200659 w 1728164"/>
              <a:gd name="csY1161" fmla="*/ 1001944 h 1114920"/>
              <a:gd name="csX1162" fmla="*/ 200833 w 1728164"/>
              <a:gd name="csY1162" fmla="*/ 1001562 h 1114920"/>
              <a:gd name="csX1163" fmla="*/ 201006 w 1728164"/>
              <a:gd name="csY1163" fmla="*/ 1001170 h 1114920"/>
              <a:gd name="csX1164" fmla="*/ 201178 w 1728164"/>
              <a:gd name="csY1164" fmla="*/ 1000779 h 1114920"/>
              <a:gd name="csX1165" fmla="*/ 201352 w 1728164"/>
              <a:gd name="csY1165" fmla="*/ 1000387 h 1114920"/>
              <a:gd name="csX1166" fmla="*/ 201524 w 1728164"/>
              <a:gd name="csY1166" fmla="*/ 999996 h 1114920"/>
              <a:gd name="csX1167" fmla="*/ 201697 w 1728164"/>
              <a:gd name="csY1167" fmla="*/ 999604 h 1114920"/>
              <a:gd name="csX1168" fmla="*/ 201869 w 1728164"/>
              <a:gd name="csY1168" fmla="*/ 999213 h 1114920"/>
              <a:gd name="csX1169" fmla="*/ 202043 w 1728164"/>
              <a:gd name="csY1169" fmla="*/ 998813 h 1114920"/>
              <a:gd name="csX1170" fmla="*/ 202215 w 1728164"/>
              <a:gd name="csY1170" fmla="*/ 998421 h 1114920"/>
              <a:gd name="csX1171" fmla="*/ 202388 w 1728164"/>
              <a:gd name="csY1171" fmla="*/ 998021 h 1114920"/>
              <a:gd name="csX1172" fmla="*/ 202561 w 1728164"/>
              <a:gd name="csY1172" fmla="*/ 997621 h 1114920"/>
              <a:gd name="csX1173" fmla="*/ 202734 w 1728164"/>
              <a:gd name="csY1173" fmla="*/ 997220 h 1114920"/>
              <a:gd name="csX1174" fmla="*/ 202907 w 1728164"/>
              <a:gd name="csY1174" fmla="*/ 996820 h 1114920"/>
              <a:gd name="csX1175" fmla="*/ 203079 w 1728164"/>
              <a:gd name="csY1175" fmla="*/ 996420 h 1114920"/>
              <a:gd name="csX1176" fmla="*/ 203253 w 1728164"/>
              <a:gd name="csY1176" fmla="*/ 996019 h 1114920"/>
              <a:gd name="csX1177" fmla="*/ 203425 w 1728164"/>
              <a:gd name="csY1177" fmla="*/ 995619 h 1114920"/>
              <a:gd name="csX1178" fmla="*/ 203598 w 1728164"/>
              <a:gd name="csY1178" fmla="*/ 995210 h 1114920"/>
              <a:gd name="csX1179" fmla="*/ 203771 w 1728164"/>
              <a:gd name="csY1179" fmla="*/ 994809 h 1114920"/>
              <a:gd name="csX1180" fmla="*/ 203944 w 1728164"/>
              <a:gd name="csY1180" fmla="*/ 994400 h 1114920"/>
              <a:gd name="csX1181" fmla="*/ 204117 w 1728164"/>
              <a:gd name="csY1181" fmla="*/ 993991 h 1114920"/>
              <a:gd name="csX1182" fmla="*/ 204289 w 1728164"/>
              <a:gd name="csY1182" fmla="*/ 993582 h 1114920"/>
              <a:gd name="csX1183" fmla="*/ 204462 w 1728164"/>
              <a:gd name="csY1183" fmla="*/ 993172 h 1114920"/>
              <a:gd name="csX1184" fmla="*/ 204635 w 1728164"/>
              <a:gd name="csY1184" fmla="*/ 992763 h 1114920"/>
              <a:gd name="csX1185" fmla="*/ 204808 w 1728164"/>
              <a:gd name="csY1185" fmla="*/ 992345 h 1114920"/>
              <a:gd name="csX1186" fmla="*/ 204980 w 1728164"/>
              <a:gd name="csY1186" fmla="*/ 991936 h 1114920"/>
              <a:gd name="csX1187" fmla="*/ 205154 w 1728164"/>
              <a:gd name="csY1187" fmla="*/ 991518 h 1114920"/>
              <a:gd name="csX1188" fmla="*/ 205327 w 1728164"/>
              <a:gd name="csY1188" fmla="*/ 991108 h 1114920"/>
              <a:gd name="csX1189" fmla="*/ 205499 w 1728164"/>
              <a:gd name="csY1189" fmla="*/ 990690 h 1114920"/>
              <a:gd name="csX1190" fmla="*/ 205672 w 1728164"/>
              <a:gd name="csY1190" fmla="*/ 990272 h 1114920"/>
              <a:gd name="csX1191" fmla="*/ 205845 w 1728164"/>
              <a:gd name="csY1191" fmla="*/ 989854 h 1114920"/>
              <a:gd name="csX1192" fmla="*/ 206018 w 1728164"/>
              <a:gd name="csY1192" fmla="*/ 989436 h 1114920"/>
              <a:gd name="csX1193" fmla="*/ 206190 w 1728164"/>
              <a:gd name="csY1193" fmla="*/ 989009 h 1114920"/>
              <a:gd name="csX1194" fmla="*/ 206363 w 1728164"/>
              <a:gd name="csY1194" fmla="*/ 988591 h 1114920"/>
              <a:gd name="csX1195" fmla="*/ 206536 w 1728164"/>
              <a:gd name="csY1195" fmla="*/ 988164 h 1114920"/>
              <a:gd name="csX1196" fmla="*/ 206709 w 1728164"/>
              <a:gd name="csY1196" fmla="*/ 987745 h 1114920"/>
              <a:gd name="csX1197" fmla="*/ 206882 w 1728164"/>
              <a:gd name="csY1197" fmla="*/ 987318 h 1114920"/>
              <a:gd name="csX1198" fmla="*/ 207055 w 1728164"/>
              <a:gd name="csY1198" fmla="*/ 986891 h 1114920"/>
              <a:gd name="csX1199" fmla="*/ 207228 w 1728164"/>
              <a:gd name="csY1199" fmla="*/ 986464 h 1114920"/>
              <a:gd name="csX1200" fmla="*/ 207400 w 1728164"/>
              <a:gd name="csY1200" fmla="*/ 986037 h 1114920"/>
              <a:gd name="csX1201" fmla="*/ 207573 w 1728164"/>
              <a:gd name="csY1201" fmla="*/ 985610 h 1114920"/>
              <a:gd name="csX1202" fmla="*/ 207746 w 1728164"/>
              <a:gd name="csY1202" fmla="*/ 985174 h 1114920"/>
              <a:gd name="csX1203" fmla="*/ 207919 w 1728164"/>
              <a:gd name="csY1203" fmla="*/ 984747 h 1114920"/>
              <a:gd name="csX1204" fmla="*/ 208092 w 1728164"/>
              <a:gd name="csY1204" fmla="*/ 984311 h 1114920"/>
              <a:gd name="csX1205" fmla="*/ 208264 w 1728164"/>
              <a:gd name="csY1205" fmla="*/ 983876 h 1114920"/>
              <a:gd name="csX1206" fmla="*/ 208438 w 1728164"/>
              <a:gd name="csY1206" fmla="*/ 983440 h 1114920"/>
              <a:gd name="csX1207" fmla="*/ 208610 w 1728164"/>
              <a:gd name="csY1207" fmla="*/ 983004 h 1114920"/>
              <a:gd name="csX1208" fmla="*/ 208783 w 1728164"/>
              <a:gd name="csY1208" fmla="*/ 982568 h 1114920"/>
              <a:gd name="csX1209" fmla="*/ 208956 w 1728164"/>
              <a:gd name="csY1209" fmla="*/ 982132 h 1114920"/>
              <a:gd name="csX1210" fmla="*/ 209129 w 1728164"/>
              <a:gd name="csY1210" fmla="*/ 981696 h 1114920"/>
              <a:gd name="csX1211" fmla="*/ 209301 w 1728164"/>
              <a:gd name="csY1211" fmla="*/ 981251 h 1114920"/>
              <a:gd name="csX1212" fmla="*/ 209474 w 1728164"/>
              <a:gd name="csY1212" fmla="*/ 980806 h 1114920"/>
              <a:gd name="csX1213" fmla="*/ 209648 w 1728164"/>
              <a:gd name="csY1213" fmla="*/ 980370 h 1114920"/>
              <a:gd name="csX1214" fmla="*/ 209820 w 1728164"/>
              <a:gd name="csY1214" fmla="*/ 979925 h 1114920"/>
              <a:gd name="csX1215" fmla="*/ 209993 w 1728164"/>
              <a:gd name="csY1215" fmla="*/ 979481 h 1114920"/>
              <a:gd name="csX1216" fmla="*/ 210165 w 1728164"/>
              <a:gd name="csY1216" fmla="*/ 979036 h 1114920"/>
              <a:gd name="csX1217" fmla="*/ 210339 w 1728164"/>
              <a:gd name="csY1217" fmla="*/ 978582 h 1114920"/>
              <a:gd name="csX1218" fmla="*/ 210511 w 1728164"/>
              <a:gd name="csY1218" fmla="*/ 978137 h 1114920"/>
              <a:gd name="csX1219" fmla="*/ 210684 w 1728164"/>
              <a:gd name="csY1219" fmla="*/ 977684 h 1114920"/>
              <a:gd name="csX1220" fmla="*/ 210857 w 1728164"/>
              <a:gd name="csY1220" fmla="*/ 977239 h 1114920"/>
              <a:gd name="csX1221" fmla="*/ 211030 w 1728164"/>
              <a:gd name="csY1221" fmla="*/ 976785 h 1114920"/>
              <a:gd name="csX1222" fmla="*/ 211203 w 1728164"/>
              <a:gd name="csY1222" fmla="*/ 976331 h 1114920"/>
              <a:gd name="csX1223" fmla="*/ 211375 w 1728164"/>
              <a:gd name="csY1223" fmla="*/ 975878 h 1114920"/>
              <a:gd name="csX1224" fmla="*/ 211549 w 1728164"/>
              <a:gd name="csY1224" fmla="*/ 975424 h 1114920"/>
              <a:gd name="csX1225" fmla="*/ 211721 w 1728164"/>
              <a:gd name="csY1225" fmla="*/ 974961 h 1114920"/>
              <a:gd name="csX1226" fmla="*/ 211894 w 1728164"/>
              <a:gd name="csY1226" fmla="*/ 974508 h 1114920"/>
              <a:gd name="csX1227" fmla="*/ 212066 w 1728164"/>
              <a:gd name="csY1227" fmla="*/ 974054 h 1114920"/>
              <a:gd name="csX1228" fmla="*/ 212240 w 1728164"/>
              <a:gd name="csY1228" fmla="*/ 973591 h 1114920"/>
              <a:gd name="csX1229" fmla="*/ 212413 w 1728164"/>
              <a:gd name="csY1229" fmla="*/ 973129 h 1114920"/>
              <a:gd name="csX1230" fmla="*/ 212585 w 1728164"/>
              <a:gd name="csY1230" fmla="*/ 972666 h 1114920"/>
              <a:gd name="csX1231" fmla="*/ 212759 w 1728164"/>
              <a:gd name="csY1231" fmla="*/ 972203 h 1114920"/>
              <a:gd name="csX1232" fmla="*/ 212931 w 1728164"/>
              <a:gd name="csY1232" fmla="*/ 971741 h 1114920"/>
              <a:gd name="csX1233" fmla="*/ 213104 w 1728164"/>
              <a:gd name="csY1233" fmla="*/ 971278 h 1114920"/>
              <a:gd name="csX1234" fmla="*/ 213276 w 1728164"/>
              <a:gd name="csY1234" fmla="*/ 970807 h 1114920"/>
              <a:gd name="csX1235" fmla="*/ 213450 w 1728164"/>
              <a:gd name="csY1235" fmla="*/ 970344 h 1114920"/>
              <a:gd name="csX1236" fmla="*/ 213622 w 1728164"/>
              <a:gd name="csY1236" fmla="*/ 969873 h 1114920"/>
              <a:gd name="csX1237" fmla="*/ 213795 w 1728164"/>
              <a:gd name="csY1237" fmla="*/ 969401 h 1114920"/>
              <a:gd name="csX1238" fmla="*/ 213968 w 1728164"/>
              <a:gd name="csY1238" fmla="*/ 968929 h 1114920"/>
              <a:gd name="csX1239" fmla="*/ 214141 w 1728164"/>
              <a:gd name="csY1239" fmla="*/ 968458 h 1114920"/>
              <a:gd name="csX1240" fmla="*/ 214314 w 1728164"/>
              <a:gd name="csY1240" fmla="*/ 967986 h 1114920"/>
              <a:gd name="csX1241" fmla="*/ 214486 w 1728164"/>
              <a:gd name="csY1241" fmla="*/ 967506 h 1114920"/>
              <a:gd name="csX1242" fmla="*/ 214660 w 1728164"/>
              <a:gd name="csY1242" fmla="*/ 967035 h 1114920"/>
              <a:gd name="csX1243" fmla="*/ 214832 w 1728164"/>
              <a:gd name="csY1243" fmla="*/ 966554 h 1114920"/>
              <a:gd name="csX1244" fmla="*/ 215005 w 1728164"/>
              <a:gd name="csY1244" fmla="*/ 966083 h 1114920"/>
              <a:gd name="csX1245" fmla="*/ 215178 w 1728164"/>
              <a:gd name="csY1245" fmla="*/ 965602 h 1114920"/>
              <a:gd name="csX1246" fmla="*/ 215351 w 1728164"/>
              <a:gd name="csY1246" fmla="*/ 965122 h 1114920"/>
              <a:gd name="csX1247" fmla="*/ 215524 w 1728164"/>
              <a:gd name="csY1247" fmla="*/ 964641 h 1114920"/>
              <a:gd name="csX1248" fmla="*/ 215696 w 1728164"/>
              <a:gd name="csY1248" fmla="*/ 964152 h 1114920"/>
              <a:gd name="csX1249" fmla="*/ 215869 w 1728164"/>
              <a:gd name="csY1249" fmla="*/ 963672 h 1114920"/>
              <a:gd name="csX1250" fmla="*/ 216042 w 1728164"/>
              <a:gd name="csY1250" fmla="*/ 963191 h 1114920"/>
              <a:gd name="csX1251" fmla="*/ 216215 w 1728164"/>
              <a:gd name="csY1251" fmla="*/ 962702 h 1114920"/>
              <a:gd name="csX1252" fmla="*/ 216388 w 1728164"/>
              <a:gd name="csY1252" fmla="*/ 962213 h 1114920"/>
              <a:gd name="csX1253" fmla="*/ 216561 w 1728164"/>
              <a:gd name="csY1253" fmla="*/ 961723 h 1114920"/>
              <a:gd name="csX1254" fmla="*/ 216734 w 1728164"/>
              <a:gd name="csY1254" fmla="*/ 961234 h 1114920"/>
              <a:gd name="csX1255" fmla="*/ 216906 w 1728164"/>
              <a:gd name="csY1255" fmla="*/ 960745 h 1114920"/>
              <a:gd name="csX1256" fmla="*/ 217079 w 1728164"/>
              <a:gd name="csY1256" fmla="*/ 960255 h 1114920"/>
              <a:gd name="csX1257" fmla="*/ 217252 w 1728164"/>
              <a:gd name="csY1257" fmla="*/ 959757 h 1114920"/>
              <a:gd name="csX1258" fmla="*/ 217425 w 1728164"/>
              <a:gd name="csY1258" fmla="*/ 959268 h 1114920"/>
              <a:gd name="csX1259" fmla="*/ 217597 w 1728164"/>
              <a:gd name="csY1259" fmla="*/ 958770 h 1114920"/>
              <a:gd name="csX1260" fmla="*/ 217770 w 1728164"/>
              <a:gd name="csY1260" fmla="*/ 958272 h 1114920"/>
              <a:gd name="csX1261" fmla="*/ 217943 w 1728164"/>
              <a:gd name="csY1261" fmla="*/ 957773 h 1114920"/>
              <a:gd name="csX1262" fmla="*/ 218116 w 1728164"/>
              <a:gd name="csY1262" fmla="*/ 957275 h 1114920"/>
              <a:gd name="csX1263" fmla="*/ 218289 w 1728164"/>
              <a:gd name="csY1263" fmla="*/ 956777 h 1114920"/>
              <a:gd name="csX1264" fmla="*/ 218462 w 1728164"/>
              <a:gd name="csY1264" fmla="*/ 956279 h 1114920"/>
              <a:gd name="csX1265" fmla="*/ 218635 w 1728164"/>
              <a:gd name="csY1265" fmla="*/ 955772 h 1114920"/>
              <a:gd name="csX1266" fmla="*/ 218807 w 1728164"/>
              <a:gd name="csY1266" fmla="*/ 955265 h 1114920"/>
              <a:gd name="csX1267" fmla="*/ 218980 w 1728164"/>
              <a:gd name="csY1267" fmla="*/ 954766 h 1114920"/>
              <a:gd name="csX1268" fmla="*/ 219153 w 1728164"/>
              <a:gd name="csY1268" fmla="*/ 954259 h 1114920"/>
              <a:gd name="csX1269" fmla="*/ 219326 w 1728164"/>
              <a:gd name="csY1269" fmla="*/ 953752 h 1114920"/>
              <a:gd name="csX1270" fmla="*/ 219499 w 1728164"/>
              <a:gd name="csY1270" fmla="*/ 953245 h 1114920"/>
              <a:gd name="csX1271" fmla="*/ 219671 w 1728164"/>
              <a:gd name="csY1271" fmla="*/ 952729 h 1114920"/>
              <a:gd name="csX1272" fmla="*/ 219845 w 1728164"/>
              <a:gd name="csY1272" fmla="*/ 952222 h 1114920"/>
              <a:gd name="csX1273" fmla="*/ 220017 w 1728164"/>
              <a:gd name="csY1273" fmla="*/ 951706 h 1114920"/>
              <a:gd name="csX1274" fmla="*/ 220190 w 1728164"/>
              <a:gd name="csY1274" fmla="*/ 951199 h 1114920"/>
              <a:gd name="csX1275" fmla="*/ 220363 w 1728164"/>
              <a:gd name="csY1275" fmla="*/ 950683 h 1114920"/>
              <a:gd name="csX1276" fmla="*/ 220536 w 1728164"/>
              <a:gd name="csY1276" fmla="*/ 950167 h 1114920"/>
              <a:gd name="csX1277" fmla="*/ 220709 w 1728164"/>
              <a:gd name="csY1277" fmla="*/ 949651 h 1114920"/>
              <a:gd name="csX1278" fmla="*/ 220881 w 1728164"/>
              <a:gd name="csY1278" fmla="*/ 949135 h 1114920"/>
              <a:gd name="csX1279" fmla="*/ 221055 w 1728164"/>
              <a:gd name="csY1279" fmla="*/ 948610 h 1114920"/>
              <a:gd name="csX1280" fmla="*/ 221227 w 1728164"/>
              <a:gd name="csY1280" fmla="*/ 948094 h 1114920"/>
              <a:gd name="csX1281" fmla="*/ 221400 w 1728164"/>
              <a:gd name="csY1281" fmla="*/ 947569 h 1114920"/>
              <a:gd name="csX1282" fmla="*/ 221572 w 1728164"/>
              <a:gd name="csY1282" fmla="*/ 947044 h 1114920"/>
              <a:gd name="csX1283" fmla="*/ 221746 w 1728164"/>
              <a:gd name="csY1283" fmla="*/ 946519 h 1114920"/>
              <a:gd name="csX1284" fmla="*/ 221918 w 1728164"/>
              <a:gd name="csY1284" fmla="*/ 945994 h 1114920"/>
              <a:gd name="csX1285" fmla="*/ 222091 w 1728164"/>
              <a:gd name="csY1285" fmla="*/ 945470 h 1114920"/>
              <a:gd name="csX1286" fmla="*/ 222264 w 1728164"/>
              <a:gd name="csY1286" fmla="*/ 944945 h 1114920"/>
              <a:gd name="csX1287" fmla="*/ 222437 w 1728164"/>
              <a:gd name="csY1287" fmla="*/ 944411 h 1114920"/>
              <a:gd name="csX1288" fmla="*/ 222610 w 1728164"/>
              <a:gd name="csY1288" fmla="*/ 943886 h 1114920"/>
              <a:gd name="csX1289" fmla="*/ 222782 w 1728164"/>
              <a:gd name="csY1289" fmla="*/ 943352 h 1114920"/>
              <a:gd name="csX1290" fmla="*/ 222956 w 1728164"/>
              <a:gd name="csY1290" fmla="*/ 942818 h 1114920"/>
              <a:gd name="csX1291" fmla="*/ 223128 w 1728164"/>
              <a:gd name="csY1291" fmla="*/ 942285 h 1114920"/>
              <a:gd name="csX1292" fmla="*/ 223301 w 1728164"/>
              <a:gd name="csY1292" fmla="*/ 941751 h 1114920"/>
              <a:gd name="csX1293" fmla="*/ 223473 w 1728164"/>
              <a:gd name="csY1293" fmla="*/ 941217 h 1114920"/>
              <a:gd name="csX1294" fmla="*/ 223647 w 1728164"/>
              <a:gd name="csY1294" fmla="*/ 940683 h 1114920"/>
              <a:gd name="csX1295" fmla="*/ 223820 w 1728164"/>
              <a:gd name="csY1295" fmla="*/ 940141 h 1114920"/>
              <a:gd name="csX1296" fmla="*/ 223992 w 1728164"/>
              <a:gd name="csY1296" fmla="*/ 939598 h 1114920"/>
              <a:gd name="csX1297" fmla="*/ 224166 w 1728164"/>
              <a:gd name="csY1297" fmla="*/ 939064 h 1114920"/>
              <a:gd name="csX1298" fmla="*/ 224338 w 1728164"/>
              <a:gd name="csY1298" fmla="*/ 938521 h 1114920"/>
              <a:gd name="csX1299" fmla="*/ 224511 w 1728164"/>
              <a:gd name="csY1299" fmla="*/ 937979 h 1114920"/>
              <a:gd name="csX1300" fmla="*/ 224683 w 1728164"/>
              <a:gd name="csY1300" fmla="*/ 937427 h 1114920"/>
              <a:gd name="csX1301" fmla="*/ 224857 w 1728164"/>
              <a:gd name="csY1301" fmla="*/ 936884 h 1114920"/>
              <a:gd name="csX1302" fmla="*/ 225030 w 1728164"/>
              <a:gd name="csY1302" fmla="*/ 936333 h 1114920"/>
              <a:gd name="csX1303" fmla="*/ 225202 w 1728164"/>
              <a:gd name="csY1303" fmla="*/ 935790 h 1114920"/>
              <a:gd name="csX1304" fmla="*/ 225375 w 1728164"/>
              <a:gd name="csY1304" fmla="*/ 935239 h 1114920"/>
              <a:gd name="csX1305" fmla="*/ 225548 w 1728164"/>
              <a:gd name="csY1305" fmla="*/ 934687 h 1114920"/>
              <a:gd name="csX1306" fmla="*/ 225721 w 1728164"/>
              <a:gd name="csY1306" fmla="*/ 934135 h 1114920"/>
              <a:gd name="csX1307" fmla="*/ 225893 w 1728164"/>
              <a:gd name="csY1307" fmla="*/ 933584 h 1114920"/>
              <a:gd name="csX1308" fmla="*/ 226067 w 1728164"/>
              <a:gd name="csY1308" fmla="*/ 933032 h 1114920"/>
              <a:gd name="csX1309" fmla="*/ 226239 w 1728164"/>
              <a:gd name="csY1309" fmla="*/ 932472 h 1114920"/>
              <a:gd name="csX1310" fmla="*/ 226412 w 1728164"/>
              <a:gd name="csY1310" fmla="*/ 931920 h 1114920"/>
              <a:gd name="csX1311" fmla="*/ 226585 w 1728164"/>
              <a:gd name="csY1311" fmla="*/ 931360 h 1114920"/>
              <a:gd name="csX1312" fmla="*/ 226758 w 1728164"/>
              <a:gd name="csY1312" fmla="*/ 930799 h 1114920"/>
              <a:gd name="csX1313" fmla="*/ 226931 w 1728164"/>
              <a:gd name="csY1313" fmla="*/ 930239 h 1114920"/>
              <a:gd name="csX1314" fmla="*/ 227103 w 1728164"/>
              <a:gd name="csY1314" fmla="*/ 929678 h 1114920"/>
              <a:gd name="csX1315" fmla="*/ 227276 w 1728164"/>
              <a:gd name="csY1315" fmla="*/ 929118 h 1114920"/>
              <a:gd name="csX1316" fmla="*/ 227449 w 1728164"/>
              <a:gd name="csY1316" fmla="*/ 928548 h 1114920"/>
              <a:gd name="csX1317" fmla="*/ 227622 w 1728164"/>
              <a:gd name="csY1317" fmla="*/ 927988 h 1114920"/>
              <a:gd name="csX1318" fmla="*/ 227794 w 1728164"/>
              <a:gd name="csY1318" fmla="*/ 927419 h 1114920"/>
              <a:gd name="csX1319" fmla="*/ 227968 w 1728164"/>
              <a:gd name="csY1319" fmla="*/ 926849 h 1114920"/>
              <a:gd name="csX1320" fmla="*/ 228141 w 1728164"/>
              <a:gd name="csY1320" fmla="*/ 926280 h 1114920"/>
              <a:gd name="csX1321" fmla="*/ 228313 w 1728164"/>
              <a:gd name="csY1321" fmla="*/ 925711 h 1114920"/>
              <a:gd name="csX1322" fmla="*/ 228486 w 1728164"/>
              <a:gd name="csY1322" fmla="*/ 925141 h 1114920"/>
              <a:gd name="csX1323" fmla="*/ 228659 w 1728164"/>
              <a:gd name="csY1323" fmla="*/ 924563 h 1114920"/>
              <a:gd name="csX1324" fmla="*/ 228832 w 1728164"/>
              <a:gd name="csY1324" fmla="*/ 923993 h 1114920"/>
              <a:gd name="csX1325" fmla="*/ 229004 w 1728164"/>
              <a:gd name="csY1325" fmla="*/ 923415 h 1114920"/>
              <a:gd name="csX1326" fmla="*/ 229177 w 1728164"/>
              <a:gd name="csY1326" fmla="*/ 922837 h 1114920"/>
              <a:gd name="csX1327" fmla="*/ 229351 w 1728164"/>
              <a:gd name="csY1327" fmla="*/ 922259 h 1114920"/>
              <a:gd name="csX1328" fmla="*/ 229523 w 1728164"/>
              <a:gd name="csY1328" fmla="*/ 921680 h 1114920"/>
              <a:gd name="csX1329" fmla="*/ 229696 w 1728164"/>
              <a:gd name="csY1329" fmla="*/ 921102 h 1114920"/>
              <a:gd name="csX1330" fmla="*/ 229869 w 1728164"/>
              <a:gd name="csY1330" fmla="*/ 920524 h 1114920"/>
              <a:gd name="csX1331" fmla="*/ 230042 w 1728164"/>
              <a:gd name="csY1331" fmla="*/ 919937 h 1114920"/>
              <a:gd name="csX1332" fmla="*/ 230214 w 1728164"/>
              <a:gd name="csY1332" fmla="*/ 919358 h 1114920"/>
              <a:gd name="csX1333" fmla="*/ 230387 w 1728164"/>
              <a:gd name="csY1333" fmla="*/ 918771 h 1114920"/>
              <a:gd name="csX1334" fmla="*/ 230560 w 1728164"/>
              <a:gd name="csY1334" fmla="*/ 918184 h 1114920"/>
              <a:gd name="csX1335" fmla="*/ 230733 w 1728164"/>
              <a:gd name="csY1335" fmla="*/ 917597 h 1114920"/>
              <a:gd name="csX1336" fmla="*/ 230906 w 1728164"/>
              <a:gd name="csY1336" fmla="*/ 917010 h 1114920"/>
              <a:gd name="csX1337" fmla="*/ 231078 w 1728164"/>
              <a:gd name="csY1337" fmla="*/ 916414 h 1114920"/>
              <a:gd name="csX1338" fmla="*/ 231252 w 1728164"/>
              <a:gd name="csY1338" fmla="*/ 915827 h 1114920"/>
              <a:gd name="csX1339" fmla="*/ 231424 w 1728164"/>
              <a:gd name="csY1339" fmla="*/ 915230 h 1114920"/>
              <a:gd name="csX1340" fmla="*/ 231597 w 1728164"/>
              <a:gd name="csY1340" fmla="*/ 914634 h 1114920"/>
              <a:gd name="csX1341" fmla="*/ 231770 w 1728164"/>
              <a:gd name="csY1341" fmla="*/ 914038 h 1114920"/>
              <a:gd name="csX1342" fmla="*/ 231943 w 1728164"/>
              <a:gd name="csY1342" fmla="*/ 913442 h 1114920"/>
              <a:gd name="csX1343" fmla="*/ 232115 w 1728164"/>
              <a:gd name="csY1343" fmla="*/ 912846 h 1114920"/>
              <a:gd name="csX1344" fmla="*/ 232288 w 1728164"/>
              <a:gd name="csY1344" fmla="*/ 912250 h 1114920"/>
              <a:gd name="csX1345" fmla="*/ 232462 w 1728164"/>
              <a:gd name="csY1345" fmla="*/ 911645 h 1114920"/>
              <a:gd name="csX1346" fmla="*/ 232634 w 1728164"/>
              <a:gd name="csY1346" fmla="*/ 911049 h 1114920"/>
              <a:gd name="csX1347" fmla="*/ 232807 w 1728164"/>
              <a:gd name="csY1347" fmla="*/ 910444 h 1114920"/>
              <a:gd name="csX1348" fmla="*/ 232979 w 1728164"/>
              <a:gd name="csY1348" fmla="*/ 909839 h 1114920"/>
              <a:gd name="csX1349" fmla="*/ 233153 w 1728164"/>
              <a:gd name="csY1349" fmla="*/ 909234 h 1114920"/>
              <a:gd name="csX1350" fmla="*/ 233325 w 1728164"/>
              <a:gd name="csY1350" fmla="*/ 908629 h 1114920"/>
              <a:gd name="csX1351" fmla="*/ 233498 w 1728164"/>
              <a:gd name="csY1351" fmla="*/ 908024 h 1114920"/>
              <a:gd name="csX1352" fmla="*/ 233672 w 1728164"/>
              <a:gd name="csY1352" fmla="*/ 907411 h 1114920"/>
              <a:gd name="csX1353" fmla="*/ 233844 w 1728164"/>
              <a:gd name="csY1353" fmla="*/ 906806 h 1114920"/>
              <a:gd name="csX1354" fmla="*/ 234017 w 1728164"/>
              <a:gd name="csY1354" fmla="*/ 906192 h 1114920"/>
              <a:gd name="csX1355" fmla="*/ 234189 w 1728164"/>
              <a:gd name="csY1355" fmla="*/ 905578 h 1114920"/>
              <a:gd name="csX1356" fmla="*/ 234363 w 1728164"/>
              <a:gd name="csY1356" fmla="*/ 904964 h 1114920"/>
              <a:gd name="csX1357" fmla="*/ 234535 w 1728164"/>
              <a:gd name="csY1357" fmla="*/ 904350 h 1114920"/>
              <a:gd name="csX1358" fmla="*/ 234708 w 1728164"/>
              <a:gd name="csY1358" fmla="*/ 903727 h 1114920"/>
              <a:gd name="csX1359" fmla="*/ 234881 w 1728164"/>
              <a:gd name="csY1359" fmla="*/ 903114 h 1114920"/>
              <a:gd name="csX1360" fmla="*/ 235054 w 1728164"/>
              <a:gd name="csY1360" fmla="*/ 902491 h 1114920"/>
              <a:gd name="csX1361" fmla="*/ 235227 w 1728164"/>
              <a:gd name="csY1361" fmla="*/ 901877 h 1114920"/>
              <a:gd name="csX1362" fmla="*/ 235399 w 1728164"/>
              <a:gd name="csY1362" fmla="*/ 901254 h 1114920"/>
              <a:gd name="csX1363" fmla="*/ 235573 w 1728164"/>
              <a:gd name="csY1363" fmla="*/ 900631 h 1114920"/>
              <a:gd name="csX1364" fmla="*/ 235745 w 1728164"/>
              <a:gd name="csY1364" fmla="*/ 900009 h 1114920"/>
              <a:gd name="csX1365" fmla="*/ 235918 w 1728164"/>
              <a:gd name="csY1365" fmla="*/ 899377 h 1114920"/>
              <a:gd name="csX1366" fmla="*/ 236090 w 1728164"/>
              <a:gd name="csY1366" fmla="*/ 898754 h 1114920"/>
              <a:gd name="csX1367" fmla="*/ 236264 w 1728164"/>
              <a:gd name="csY1367" fmla="*/ 898123 h 1114920"/>
              <a:gd name="csX1368" fmla="*/ 236436 w 1728164"/>
              <a:gd name="csY1368" fmla="*/ 897491 h 1114920"/>
              <a:gd name="csX1369" fmla="*/ 236609 w 1728164"/>
              <a:gd name="csY1369" fmla="*/ 896868 h 1114920"/>
              <a:gd name="csX1370" fmla="*/ 236782 w 1728164"/>
              <a:gd name="csY1370" fmla="*/ 896237 h 1114920"/>
              <a:gd name="csX1371" fmla="*/ 236955 w 1728164"/>
              <a:gd name="csY1371" fmla="*/ 895596 h 1114920"/>
              <a:gd name="csX1372" fmla="*/ 237128 w 1728164"/>
              <a:gd name="csY1372" fmla="*/ 894964 h 1114920"/>
              <a:gd name="csX1373" fmla="*/ 237300 w 1728164"/>
              <a:gd name="csY1373" fmla="*/ 894333 h 1114920"/>
              <a:gd name="csX1374" fmla="*/ 237474 w 1728164"/>
              <a:gd name="csY1374" fmla="*/ 893692 h 1114920"/>
              <a:gd name="csX1375" fmla="*/ 237646 w 1728164"/>
              <a:gd name="csY1375" fmla="*/ 893052 h 1114920"/>
              <a:gd name="csX1376" fmla="*/ 237819 w 1728164"/>
              <a:gd name="csY1376" fmla="*/ 892411 h 1114920"/>
              <a:gd name="csX1377" fmla="*/ 237992 w 1728164"/>
              <a:gd name="csY1377" fmla="*/ 891771 h 1114920"/>
              <a:gd name="csX1378" fmla="*/ 238165 w 1728164"/>
              <a:gd name="csY1378" fmla="*/ 891130 h 1114920"/>
              <a:gd name="csX1379" fmla="*/ 238338 w 1728164"/>
              <a:gd name="csY1379" fmla="*/ 890490 h 1114920"/>
              <a:gd name="csX1380" fmla="*/ 238510 w 1728164"/>
              <a:gd name="csY1380" fmla="*/ 889849 h 1114920"/>
              <a:gd name="csX1381" fmla="*/ 238683 w 1728164"/>
              <a:gd name="csY1381" fmla="*/ 889199 h 1114920"/>
              <a:gd name="csX1382" fmla="*/ 238856 w 1728164"/>
              <a:gd name="csY1382" fmla="*/ 888550 h 1114920"/>
              <a:gd name="csX1383" fmla="*/ 239029 w 1728164"/>
              <a:gd name="csY1383" fmla="*/ 887901 h 1114920"/>
              <a:gd name="csX1384" fmla="*/ 239202 w 1728164"/>
              <a:gd name="csY1384" fmla="*/ 887251 h 1114920"/>
              <a:gd name="csX1385" fmla="*/ 239375 w 1728164"/>
              <a:gd name="csY1385" fmla="*/ 886602 h 1114920"/>
              <a:gd name="csX1386" fmla="*/ 239548 w 1728164"/>
              <a:gd name="csY1386" fmla="*/ 885952 h 1114920"/>
              <a:gd name="csX1387" fmla="*/ 239720 w 1728164"/>
              <a:gd name="csY1387" fmla="*/ 885294 h 1114920"/>
              <a:gd name="csX1388" fmla="*/ 239893 w 1728164"/>
              <a:gd name="csY1388" fmla="*/ 884644 h 1114920"/>
              <a:gd name="csX1389" fmla="*/ 240066 w 1728164"/>
              <a:gd name="csY1389" fmla="*/ 883986 h 1114920"/>
              <a:gd name="csX1390" fmla="*/ 240239 w 1728164"/>
              <a:gd name="csY1390" fmla="*/ 883328 h 1114920"/>
              <a:gd name="csX1391" fmla="*/ 240411 w 1728164"/>
              <a:gd name="csY1391" fmla="*/ 882670 h 1114920"/>
              <a:gd name="csX1392" fmla="*/ 240584 w 1728164"/>
              <a:gd name="csY1392" fmla="*/ 882011 h 1114920"/>
              <a:gd name="csX1393" fmla="*/ 240757 w 1728164"/>
              <a:gd name="csY1393" fmla="*/ 881353 h 1114920"/>
              <a:gd name="csX1394" fmla="*/ 240930 w 1728164"/>
              <a:gd name="csY1394" fmla="*/ 880686 h 1114920"/>
              <a:gd name="csX1395" fmla="*/ 241103 w 1728164"/>
              <a:gd name="csY1395" fmla="*/ 880027 h 1114920"/>
              <a:gd name="csX1396" fmla="*/ 241276 w 1728164"/>
              <a:gd name="csY1396" fmla="*/ 879360 h 1114920"/>
              <a:gd name="csX1397" fmla="*/ 241449 w 1728164"/>
              <a:gd name="csY1397" fmla="*/ 878693 h 1114920"/>
              <a:gd name="csX1398" fmla="*/ 241621 w 1728164"/>
              <a:gd name="csY1398" fmla="*/ 878026 h 1114920"/>
              <a:gd name="csX1399" fmla="*/ 241794 w 1728164"/>
              <a:gd name="csY1399" fmla="*/ 877358 h 1114920"/>
              <a:gd name="csX1400" fmla="*/ 241967 w 1728164"/>
              <a:gd name="csY1400" fmla="*/ 876691 h 1114920"/>
              <a:gd name="csX1401" fmla="*/ 242140 w 1728164"/>
              <a:gd name="csY1401" fmla="*/ 876015 h 1114920"/>
              <a:gd name="csX1402" fmla="*/ 242313 w 1728164"/>
              <a:gd name="csY1402" fmla="*/ 875348 h 1114920"/>
              <a:gd name="csX1403" fmla="*/ 242485 w 1728164"/>
              <a:gd name="csY1403" fmla="*/ 874672 h 1114920"/>
              <a:gd name="csX1404" fmla="*/ 242659 w 1728164"/>
              <a:gd name="csY1404" fmla="*/ 873995 h 1114920"/>
              <a:gd name="csX1405" fmla="*/ 242831 w 1728164"/>
              <a:gd name="csY1405" fmla="*/ 873319 h 1114920"/>
              <a:gd name="csX1406" fmla="*/ 243004 w 1728164"/>
              <a:gd name="csY1406" fmla="*/ 872643 h 1114920"/>
              <a:gd name="csX1407" fmla="*/ 243177 w 1728164"/>
              <a:gd name="csY1407" fmla="*/ 871958 h 1114920"/>
              <a:gd name="csX1408" fmla="*/ 243350 w 1728164"/>
              <a:gd name="csY1408" fmla="*/ 871282 h 1114920"/>
              <a:gd name="csX1409" fmla="*/ 243523 w 1728164"/>
              <a:gd name="csY1409" fmla="*/ 870597 h 1114920"/>
              <a:gd name="csX1410" fmla="*/ 243695 w 1728164"/>
              <a:gd name="csY1410" fmla="*/ 869921 h 1114920"/>
              <a:gd name="csX1411" fmla="*/ 243869 w 1728164"/>
              <a:gd name="csY1411" fmla="*/ 869236 h 1114920"/>
              <a:gd name="csX1412" fmla="*/ 244041 w 1728164"/>
              <a:gd name="csY1412" fmla="*/ 868551 h 1114920"/>
              <a:gd name="csX1413" fmla="*/ 244214 w 1728164"/>
              <a:gd name="csY1413" fmla="*/ 867866 h 1114920"/>
              <a:gd name="csX1414" fmla="*/ 244386 w 1728164"/>
              <a:gd name="csY1414" fmla="*/ 867172 h 1114920"/>
              <a:gd name="csX1415" fmla="*/ 244560 w 1728164"/>
              <a:gd name="csY1415" fmla="*/ 866487 h 1114920"/>
              <a:gd name="csX1416" fmla="*/ 244732 w 1728164"/>
              <a:gd name="csY1416" fmla="*/ 865793 h 1114920"/>
              <a:gd name="csX1417" fmla="*/ 244905 w 1728164"/>
              <a:gd name="csY1417" fmla="*/ 865099 h 1114920"/>
              <a:gd name="csX1418" fmla="*/ 245079 w 1728164"/>
              <a:gd name="csY1418" fmla="*/ 864414 h 1114920"/>
              <a:gd name="csX1419" fmla="*/ 245251 w 1728164"/>
              <a:gd name="csY1419" fmla="*/ 863711 h 1114920"/>
              <a:gd name="csX1420" fmla="*/ 245424 w 1728164"/>
              <a:gd name="csY1420" fmla="*/ 863017 h 1114920"/>
              <a:gd name="csX1421" fmla="*/ 245596 w 1728164"/>
              <a:gd name="csY1421" fmla="*/ 862323 h 1114920"/>
              <a:gd name="csX1422" fmla="*/ 245770 w 1728164"/>
              <a:gd name="csY1422" fmla="*/ 861629 h 1114920"/>
              <a:gd name="csX1423" fmla="*/ 245942 w 1728164"/>
              <a:gd name="csY1423" fmla="*/ 860927 h 1114920"/>
              <a:gd name="csX1424" fmla="*/ 246115 w 1728164"/>
              <a:gd name="csY1424" fmla="*/ 860224 h 1114920"/>
              <a:gd name="csX1425" fmla="*/ 246288 w 1728164"/>
              <a:gd name="csY1425" fmla="*/ 859521 h 1114920"/>
              <a:gd name="csX1426" fmla="*/ 246461 w 1728164"/>
              <a:gd name="csY1426" fmla="*/ 858818 h 1114920"/>
              <a:gd name="csX1427" fmla="*/ 246634 w 1728164"/>
              <a:gd name="csY1427" fmla="*/ 858115 h 1114920"/>
              <a:gd name="csX1428" fmla="*/ 246806 w 1728164"/>
              <a:gd name="csY1428" fmla="*/ 857412 h 1114920"/>
              <a:gd name="csX1429" fmla="*/ 246980 w 1728164"/>
              <a:gd name="csY1429" fmla="*/ 856701 h 1114920"/>
              <a:gd name="csX1430" fmla="*/ 247152 w 1728164"/>
              <a:gd name="csY1430" fmla="*/ 855998 h 1114920"/>
              <a:gd name="csX1431" fmla="*/ 247325 w 1728164"/>
              <a:gd name="csY1431" fmla="*/ 855286 h 1114920"/>
              <a:gd name="csX1432" fmla="*/ 247497 w 1728164"/>
              <a:gd name="csY1432" fmla="*/ 854575 h 1114920"/>
              <a:gd name="csX1433" fmla="*/ 247671 w 1728164"/>
              <a:gd name="csY1433" fmla="*/ 853863 h 1114920"/>
              <a:gd name="csX1434" fmla="*/ 247844 w 1728164"/>
              <a:gd name="csY1434" fmla="*/ 853151 h 1114920"/>
              <a:gd name="csX1435" fmla="*/ 248016 w 1728164"/>
              <a:gd name="csY1435" fmla="*/ 852430 h 1114920"/>
              <a:gd name="csX1436" fmla="*/ 248189 w 1728164"/>
              <a:gd name="csY1436" fmla="*/ 851719 h 1114920"/>
              <a:gd name="csX1437" fmla="*/ 248362 w 1728164"/>
              <a:gd name="csY1437" fmla="*/ 850998 h 1114920"/>
              <a:gd name="csX1438" fmla="*/ 248535 w 1728164"/>
              <a:gd name="csY1438" fmla="*/ 850286 h 1114920"/>
              <a:gd name="csX1439" fmla="*/ 248707 w 1728164"/>
              <a:gd name="csY1439" fmla="*/ 849566 h 1114920"/>
              <a:gd name="csX1440" fmla="*/ 248881 w 1728164"/>
              <a:gd name="csY1440" fmla="*/ 848845 h 1114920"/>
              <a:gd name="csX1441" fmla="*/ 249053 w 1728164"/>
              <a:gd name="csY1441" fmla="*/ 848116 h 1114920"/>
              <a:gd name="csX1442" fmla="*/ 249226 w 1728164"/>
              <a:gd name="csY1442" fmla="*/ 847395 h 1114920"/>
              <a:gd name="csX1443" fmla="*/ 249399 w 1728164"/>
              <a:gd name="csY1443" fmla="*/ 846675 h 1114920"/>
              <a:gd name="csX1444" fmla="*/ 249572 w 1728164"/>
              <a:gd name="csY1444" fmla="*/ 845945 h 1114920"/>
              <a:gd name="csX1445" fmla="*/ 249745 w 1728164"/>
              <a:gd name="csY1445" fmla="*/ 845215 h 1114920"/>
              <a:gd name="csX1446" fmla="*/ 249917 w 1728164"/>
              <a:gd name="csY1446" fmla="*/ 844486 h 1114920"/>
              <a:gd name="csX1447" fmla="*/ 250090 w 1728164"/>
              <a:gd name="csY1447" fmla="*/ 843756 h 1114920"/>
              <a:gd name="csX1448" fmla="*/ 250263 w 1728164"/>
              <a:gd name="csY1448" fmla="*/ 843027 h 1114920"/>
              <a:gd name="csX1449" fmla="*/ 250436 w 1728164"/>
              <a:gd name="csY1449" fmla="*/ 842297 h 1114920"/>
              <a:gd name="csX1450" fmla="*/ 250609 w 1728164"/>
              <a:gd name="csY1450" fmla="*/ 841559 h 1114920"/>
              <a:gd name="csX1451" fmla="*/ 250782 w 1728164"/>
              <a:gd name="csY1451" fmla="*/ 840829 h 1114920"/>
              <a:gd name="csX1452" fmla="*/ 250955 w 1728164"/>
              <a:gd name="csY1452" fmla="*/ 840091 h 1114920"/>
              <a:gd name="csX1453" fmla="*/ 251127 w 1728164"/>
              <a:gd name="csY1453" fmla="*/ 839353 h 1114920"/>
              <a:gd name="csX1454" fmla="*/ 251300 w 1728164"/>
              <a:gd name="csY1454" fmla="*/ 838614 h 1114920"/>
              <a:gd name="csX1455" fmla="*/ 251473 w 1728164"/>
              <a:gd name="csY1455" fmla="*/ 837876 h 1114920"/>
              <a:gd name="csX1456" fmla="*/ 251646 w 1728164"/>
              <a:gd name="csY1456" fmla="*/ 837129 h 1114920"/>
              <a:gd name="csX1457" fmla="*/ 251818 w 1728164"/>
              <a:gd name="csY1457" fmla="*/ 836390 h 1114920"/>
              <a:gd name="csX1458" fmla="*/ 251991 w 1728164"/>
              <a:gd name="csY1458" fmla="*/ 835643 h 1114920"/>
              <a:gd name="csX1459" fmla="*/ 252165 w 1728164"/>
              <a:gd name="csY1459" fmla="*/ 834904 h 1114920"/>
              <a:gd name="csX1460" fmla="*/ 252337 w 1728164"/>
              <a:gd name="csY1460" fmla="*/ 834157 h 1114920"/>
              <a:gd name="csX1461" fmla="*/ 252510 w 1728164"/>
              <a:gd name="csY1461" fmla="*/ 833410 h 1114920"/>
              <a:gd name="csX1462" fmla="*/ 252683 w 1728164"/>
              <a:gd name="csY1462" fmla="*/ 832654 h 1114920"/>
              <a:gd name="csX1463" fmla="*/ 252856 w 1728164"/>
              <a:gd name="csY1463" fmla="*/ 831906 h 1114920"/>
              <a:gd name="csX1464" fmla="*/ 253028 w 1728164"/>
              <a:gd name="csY1464" fmla="*/ 831159 h 1114920"/>
              <a:gd name="csX1465" fmla="*/ 253201 w 1728164"/>
              <a:gd name="csY1465" fmla="*/ 830403 h 1114920"/>
              <a:gd name="csX1466" fmla="*/ 253374 w 1728164"/>
              <a:gd name="csY1466" fmla="*/ 829647 h 1114920"/>
              <a:gd name="csX1467" fmla="*/ 253547 w 1728164"/>
              <a:gd name="csY1467" fmla="*/ 828890 h 1114920"/>
              <a:gd name="csX1468" fmla="*/ 253720 w 1728164"/>
              <a:gd name="csY1468" fmla="*/ 828134 h 1114920"/>
              <a:gd name="csX1469" fmla="*/ 253892 w 1728164"/>
              <a:gd name="csY1469" fmla="*/ 827378 h 1114920"/>
              <a:gd name="csX1470" fmla="*/ 254066 w 1728164"/>
              <a:gd name="csY1470" fmla="*/ 826622 h 1114920"/>
              <a:gd name="csX1471" fmla="*/ 254238 w 1728164"/>
              <a:gd name="csY1471" fmla="*/ 825857 h 1114920"/>
              <a:gd name="csX1472" fmla="*/ 254411 w 1728164"/>
              <a:gd name="csY1472" fmla="*/ 825101 h 1114920"/>
              <a:gd name="csX1473" fmla="*/ 254584 w 1728164"/>
              <a:gd name="csY1473" fmla="*/ 824335 h 1114920"/>
              <a:gd name="csX1474" fmla="*/ 254757 w 1728164"/>
              <a:gd name="csY1474" fmla="*/ 823570 h 1114920"/>
              <a:gd name="csX1475" fmla="*/ 254930 w 1728164"/>
              <a:gd name="csY1475" fmla="*/ 822805 h 1114920"/>
              <a:gd name="csX1476" fmla="*/ 255102 w 1728164"/>
              <a:gd name="csY1476" fmla="*/ 822040 h 1114920"/>
              <a:gd name="csX1477" fmla="*/ 255276 w 1728164"/>
              <a:gd name="csY1477" fmla="*/ 821266 h 1114920"/>
              <a:gd name="csX1478" fmla="*/ 255448 w 1728164"/>
              <a:gd name="csY1478" fmla="*/ 820501 h 1114920"/>
              <a:gd name="csX1479" fmla="*/ 255621 w 1728164"/>
              <a:gd name="csY1479" fmla="*/ 819727 h 1114920"/>
              <a:gd name="csX1480" fmla="*/ 255793 w 1728164"/>
              <a:gd name="csY1480" fmla="*/ 818962 h 1114920"/>
              <a:gd name="csX1481" fmla="*/ 255967 w 1728164"/>
              <a:gd name="csY1481" fmla="*/ 818188 h 1114920"/>
              <a:gd name="csX1482" fmla="*/ 256139 w 1728164"/>
              <a:gd name="csY1482" fmla="*/ 817414 h 1114920"/>
              <a:gd name="csX1483" fmla="*/ 256312 w 1728164"/>
              <a:gd name="csY1483" fmla="*/ 816640 h 1114920"/>
              <a:gd name="csX1484" fmla="*/ 256486 w 1728164"/>
              <a:gd name="csY1484" fmla="*/ 815857 h 1114920"/>
              <a:gd name="csX1485" fmla="*/ 256658 w 1728164"/>
              <a:gd name="csY1485" fmla="*/ 815083 h 1114920"/>
              <a:gd name="csX1486" fmla="*/ 256831 w 1728164"/>
              <a:gd name="csY1486" fmla="*/ 814300 h 1114920"/>
              <a:gd name="csX1487" fmla="*/ 257003 w 1728164"/>
              <a:gd name="csY1487" fmla="*/ 813522 h 1114920"/>
              <a:gd name="csX1488" fmla="*/ 257177 w 1728164"/>
              <a:gd name="csY1488" fmla="*/ 812740 h 1114920"/>
              <a:gd name="csX1489" fmla="*/ 257349 w 1728164"/>
              <a:gd name="csY1489" fmla="*/ 811957 h 1114920"/>
              <a:gd name="csX1490" fmla="*/ 257522 w 1728164"/>
              <a:gd name="csY1490" fmla="*/ 811173 h 1114920"/>
              <a:gd name="csX1491" fmla="*/ 257695 w 1728164"/>
              <a:gd name="csY1491" fmla="*/ 810388 h 1114920"/>
              <a:gd name="csX1492" fmla="*/ 257868 w 1728164"/>
              <a:gd name="csY1492" fmla="*/ 809601 h 1114920"/>
              <a:gd name="csX1493" fmla="*/ 258041 w 1728164"/>
              <a:gd name="csY1493" fmla="*/ 808813 h 1114920"/>
              <a:gd name="csX1494" fmla="*/ 258213 w 1728164"/>
              <a:gd name="csY1494" fmla="*/ 808024 h 1114920"/>
              <a:gd name="csX1495" fmla="*/ 258387 w 1728164"/>
              <a:gd name="csY1495" fmla="*/ 807233 h 1114920"/>
              <a:gd name="csX1496" fmla="*/ 258559 w 1728164"/>
              <a:gd name="csY1496" fmla="*/ 806441 h 1114920"/>
              <a:gd name="csX1497" fmla="*/ 258732 w 1728164"/>
              <a:gd name="csY1497" fmla="*/ 805648 h 1114920"/>
              <a:gd name="csX1498" fmla="*/ 258904 w 1728164"/>
              <a:gd name="csY1498" fmla="*/ 804854 h 1114920"/>
              <a:gd name="csX1499" fmla="*/ 259078 w 1728164"/>
              <a:gd name="csY1499" fmla="*/ 804059 h 1114920"/>
              <a:gd name="csX1500" fmla="*/ 259251 w 1728164"/>
              <a:gd name="csY1500" fmla="*/ 803262 h 1114920"/>
              <a:gd name="csX1501" fmla="*/ 259423 w 1728164"/>
              <a:gd name="csY1501" fmla="*/ 802464 h 1114920"/>
              <a:gd name="csX1502" fmla="*/ 259596 w 1728164"/>
              <a:gd name="csY1502" fmla="*/ 801666 h 1114920"/>
              <a:gd name="csX1503" fmla="*/ 259769 w 1728164"/>
              <a:gd name="csY1503" fmla="*/ 800865 h 1114920"/>
              <a:gd name="csX1504" fmla="*/ 259942 w 1728164"/>
              <a:gd name="csY1504" fmla="*/ 800063 h 1114920"/>
              <a:gd name="csX1505" fmla="*/ 260114 w 1728164"/>
              <a:gd name="csY1505" fmla="*/ 799260 h 1114920"/>
              <a:gd name="csX1506" fmla="*/ 260288 w 1728164"/>
              <a:gd name="csY1506" fmla="*/ 798457 h 1114920"/>
              <a:gd name="csX1507" fmla="*/ 260460 w 1728164"/>
              <a:gd name="csY1507" fmla="*/ 797651 h 1114920"/>
              <a:gd name="csX1508" fmla="*/ 260633 w 1728164"/>
              <a:gd name="csY1508" fmla="*/ 796845 h 1114920"/>
              <a:gd name="csX1509" fmla="*/ 260806 w 1728164"/>
              <a:gd name="csY1509" fmla="*/ 796037 h 1114920"/>
              <a:gd name="csX1510" fmla="*/ 260979 w 1728164"/>
              <a:gd name="csY1510" fmla="*/ 795227 h 1114920"/>
              <a:gd name="csX1511" fmla="*/ 261152 w 1728164"/>
              <a:gd name="csY1511" fmla="*/ 794418 h 1114920"/>
              <a:gd name="csX1512" fmla="*/ 261324 w 1728164"/>
              <a:gd name="csY1512" fmla="*/ 793605 h 1114920"/>
              <a:gd name="csX1513" fmla="*/ 261497 w 1728164"/>
              <a:gd name="csY1513" fmla="*/ 792793 h 1114920"/>
              <a:gd name="csX1514" fmla="*/ 261670 w 1728164"/>
              <a:gd name="csY1514" fmla="*/ 791979 h 1114920"/>
              <a:gd name="csX1515" fmla="*/ 261843 w 1728164"/>
              <a:gd name="csY1515" fmla="*/ 791164 h 1114920"/>
              <a:gd name="csX1516" fmla="*/ 262016 w 1728164"/>
              <a:gd name="csY1516" fmla="*/ 790347 h 1114920"/>
              <a:gd name="csX1517" fmla="*/ 262189 w 1728164"/>
              <a:gd name="csY1517" fmla="*/ 789530 h 1114920"/>
              <a:gd name="csX1518" fmla="*/ 262362 w 1728164"/>
              <a:gd name="csY1518" fmla="*/ 788711 h 1114920"/>
              <a:gd name="csX1519" fmla="*/ 262534 w 1728164"/>
              <a:gd name="csY1519" fmla="*/ 787891 h 1114920"/>
              <a:gd name="csX1520" fmla="*/ 262707 w 1728164"/>
              <a:gd name="csY1520" fmla="*/ 787070 h 1114920"/>
              <a:gd name="csX1521" fmla="*/ 262880 w 1728164"/>
              <a:gd name="csY1521" fmla="*/ 786247 h 1114920"/>
              <a:gd name="csX1522" fmla="*/ 263053 w 1728164"/>
              <a:gd name="csY1522" fmla="*/ 785423 h 1114920"/>
              <a:gd name="csX1523" fmla="*/ 263225 w 1728164"/>
              <a:gd name="csY1523" fmla="*/ 784599 h 1114920"/>
              <a:gd name="csX1524" fmla="*/ 263398 w 1728164"/>
              <a:gd name="csY1524" fmla="*/ 783772 h 1114920"/>
              <a:gd name="csX1525" fmla="*/ 263572 w 1728164"/>
              <a:gd name="csY1525" fmla="*/ 782946 h 1114920"/>
              <a:gd name="csX1526" fmla="*/ 263744 w 1728164"/>
              <a:gd name="csY1526" fmla="*/ 782116 h 1114920"/>
              <a:gd name="csX1527" fmla="*/ 263917 w 1728164"/>
              <a:gd name="csY1527" fmla="*/ 781286 h 1114920"/>
              <a:gd name="csX1528" fmla="*/ 264090 w 1728164"/>
              <a:gd name="csY1528" fmla="*/ 780456 h 1114920"/>
              <a:gd name="csX1529" fmla="*/ 264263 w 1728164"/>
              <a:gd name="csY1529" fmla="*/ 779624 h 1114920"/>
              <a:gd name="csX1530" fmla="*/ 264435 w 1728164"/>
              <a:gd name="csY1530" fmla="*/ 778790 h 1114920"/>
              <a:gd name="csX1531" fmla="*/ 264608 w 1728164"/>
              <a:gd name="csY1531" fmla="*/ 777956 h 1114920"/>
              <a:gd name="csX1532" fmla="*/ 264782 w 1728164"/>
              <a:gd name="csY1532" fmla="*/ 777120 h 1114920"/>
              <a:gd name="csX1533" fmla="*/ 264954 w 1728164"/>
              <a:gd name="csY1533" fmla="*/ 776283 h 1114920"/>
              <a:gd name="csX1534" fmla="*/ 265127 w 1728164"/>
              <a:gd name="csY1534" fmla="*/ 775445 h 1114920"/>
              <a:gd name="csX1535" fmla="*/ 265299 w 1728164"/>
              <a:gd name="csY1535" fmla="*/ 774605 h 1114920"/>
              <a:gd name="csX1536" fmla="*/ 265473 w 1728164"/>
              <a:gd name="csY1536" fmla="*/ 773765 h 1114920"/>
              <a:gd name="csX1537" fmla="*/ 265645 w 1728164"/>
              <a:gd name="csY1537" fmla="*/ 772923 h 1114920"/>
              <a:gd name="csX1538" fmla="*/ 265818 w 1728164"/>
              <a:gd name="csY1538" fmla="*/ 772080 h 1114920"/>
              <a:gd name="csX1539" fmla="*/ 265991 w 1728164"/>
              <a:gd name="csY1539" fmla="*/ 771235 h 1114920"/>
              <a:gd name="csX1540" fmla="*/ 266164 w 1728164"/>
              <a:gd name="csY1540" fmla="*/ 770390 h 1114920"/>
              <a:gd name="csX1541" fmla="*/ 266337 w 1728164"/>
              <a:gd name="csY1541" fmla="*/ 769543 h 1114920"/>
              <a:gd name="csX1542" fmla="*/ 266509 w 1728164"/>
              <a:gd name="csY1542" fmla="*/ 768695 h 1114920"/>
              <a:gd name="csX1543" fmla="*/ 266683 w 1728164"/>
              <a:gd name="csY1543" fmla="*/ 767847 h 1114920"/>
              <a:gd name="csX1544" fmla="*/ 266855 w 1728164"/>
              <a:gd name="csY1544" fmla="*/ 766997 h 1114920"/>
              <a:gd name="csX1545" fmla="*/ 267028 w 1728164"/>
              <a:gd name="csY1545" fmla="*/ 766146 h 1114920"/>
              <a:gd name="csX1546" fmla="*/ 267200 w 1728164"/>
              <a:gd name="csY1546" fmla="*/ 765292 h 1114920"/>
              <a:gd name="csX1547" fmla="*/ 267374 w 1728164"/>
              <a:gd name="csY1547" fmla="*/ 764439 h 1114920"/>
              <a:gd name="csX1548" fmla="*/ 267547 w 1728164"/>
              <a:gd name="csY1548" fmla="*/ 763584 h 1114920"/>
              <a:gd name="csX1549" fmla="*/ 267719 w 1728164"/>
              <a:gd name="csY1549" fmla="*/ 762728 h 1114920"/>
              <a:gd name="csX1550" fmla="*/ 267893 w 1728164"/>
              <a:gd name="csY1550" fmla="*/ 761871 h 1114920"/>
              <a:gd name="csX1551" fmla="*/ 268065 w 1728164"/>
              <a:gd name="csY1551" fmla="*/ 761012 h 1114920"/>
              <a:gd name="csX1552" fmla="*/ 268238 w 1728164"/>
              <a:gd name="csY1552" fmla="*/ 760153 h 1114920"/>
              <a:gd name="csX1553" fmla="*/ 268410 w 1728164"/>
              <a:gd name="csY1553" fmla="*/ 759292 h 1114920"/>
              <a:gd name="csX1554" fmla="*/ 268584 w 1728164"/>
              <a:gd name="csY1554" fmla="*/ 758430 h 1114920"/>
              <a:gd name="csX1555" fmla="*/ 268756 w 1728164"/>
              <a:gd name="csY1555" fmla="*/ 757567 h 1114920"/>
              <a:gd name="csX1556" fmla="*/ 268929 w 1728164"/>
              <a:gd name="csY1556" fmla="*/ 756702 h 1114920"/>
              <a:gd name="csX1557" fmla="*/ 269102 w 1728164"/>
              <a:gd name="csY1557" fmla="*/ 755837 h 1114920"/>
              <a:gd name="csX1558" fmla="*/ 269275 w 1728164"/>
              <a:gd name="csY1558" fmla="*/ 754970 h 1114920"/>
              <a:gd name="csX1559" fmla="*/ 269448 w 1728164"/>
              <a:gd name="csY1559" fmla="*/ 754102 h 1114920"/>
              <a:gd name="csX1560" fmla="*/ 269620 w 1728164"/>
              <a:gd name="csY1560" fmla="*/ 753233 h 1114920"/>
              <a:gd name="csX1561" fmla="*/ 269794 w 1728164"/>
              <a:gd name="csY1561" fmla="*/ 752363 h 1114920"/>
              <a:gd name="csX1562" fmla="*/ 269966 w 1728164"/>
              <a:gd name="csY1562" fmla="*/ 751492 h 1114920"/>
              <a:gd name="csX1563" fmla="*/ 270139 w 1728164"/>
              <a:gd name="csY1563" fmla="*/ 750620 h 1114920"/>
              <a:gd name="csX1564" fmla="*/ 270312 w 1728164"/>
              <a:gd name="csY1564" fmla="*/ 749746 h 1114920"/>
              <a:gd name="csX1565" fmla="*/ 270485 w 1728164"/>
              <a:gd name="csY1565" fmla="*/ 748871 h 1114920"/>
              <a:gd name="csX1566" fmla="*/ 270658 w 1728164"/>
              <a:gd name="csY1566" fmla="*/ 747995 h 1114920"/>
              <a:gd name="csX1567" fmla="*/ 270830 w 1728164"/>
              <a:gd name="csY1567" fmla="*/ 747118 h 1114920"/>
              <a:gd name="csX1568" fmla="*/ 271003 w 1728164"/>
              <a:gd name="csY1568" fmla="*/ 746240 h 1114920"/>
              <a:gd name="csX1569" fmla="*/ 271176 w 1728164"/>
              <a:gd name="csY1569" fmla="*/ 745361 h 1114920"/>
              <a:gd name="csX1570" fmla="*/ 271349 w 1728164"/>
              <a:gd name="csY1570" fmla="*/ 744480 h 1114920"/>
              <a:gd name="csX1571" fmla="*/ 271521 w 1728164"/>
              <a:gd name="csY1571" fmla="*/ 743598 h 1114920"/>
              <a:gd name="csX1572" fmla="*/ 271695 w 1728164"/>
              <a:gd name="csY1572" fmla="*/ 742716 h 1114920"/>
              <a:gd name="csX1573" fmla="*/ 271868 w 1728164"/>
              <a:gd name="csY1573" fmla="*/ 741832 h 1114920"/>
              <a:gd name="csX1574" fmla="*/ 272040 w 1728164"/>
              <a:gd name="csY1574" fmla="*/ 740946 h 1114920"/>
              <a:gd name="csX1575" fmla="*/ 272213 w 1728164"/>
              <a:gd name="csY1575" fmla="*/ 740060 h 1114920"/>
              <a:gd name="csX1576" fmla="*/ 272386 w 1728164"/>
              <a:gd name="csY1576" fmla="*/ 739172 h 1114920"/>
              <a:gd name="csX1577" fmla="*/ 272559 w 1728164"/>
              <a:gd name="csY1577" fmla="*/ 738285 h 1114920"/>
              <a:gd name="csX1578" fmla="*/ 272731 w 1728164"/>
              <a:gd name="csY1578" fmla="*/ 737395 h 1114920"/>
              <a:gd name="csX1579" fmla="*/ 272904 w 1728164"/>
              <a:gd name="csY1579" fmla="*/ 736504 h 1114920"/>
              <a:gd name="csX1580" fmla="*/ 273077 w 1728164"/>
              <a:gd name="csY1580" fmla="*/ 735612 h 1114920"/>
              <a:gd name="csX1581" fmla="*/ 273250 w 1728164"/>
              <a:gd name="csY1581" fmla="*/ 734719 h 1114920"/>
              <a:gd name="csX1582" fmla="*/ 273423 w 1728164"/>
              <a:gd name="csY1582" fmla="*/ 733825 h 1114920"/>
              <a:gd name="csX1583" fmla="*/ 273596 w 1728164"/>
              <a:gd name="csY1583" fmla="*/ 732930 h 1114920"/>
              <a:gd name="csX1584" fmla="*/ 273769 w 1728164"/>
              <a:gd name="csY1584" fmla="*/ 732033 h 1114920"/>
              <a:gd name="csX1585" fmla="*/ 273941 w 1728164"/>
              <a:gd name="csY1585" fmla="*/ 731135 h 1114920"/>
              <a:gd name="csX1586" fmla="*/ 274114 w 1728164"/>
              <a:gd name="csY1586" fmla="*/ 730237 h 1114920"/>
              <a:gd name="csX1587" fmla="*/ 274287 w 1728164"/>
              <a:gd name="csY1587" fmla="*/ 729337 h 1114920"/>
              <a:gd name="csX1588" fmla="*/ 274460 w 1728164"/>
              <a:gd name="csY1588" fmla="*/ 728436 h 1114920"/>
              <a:gd name="csX1589" fmla="*/ 274633 w 1728164"/>
              <a:gd name="csY1589" fmla="*/ 727535 h 1114920"/>
              <a:gd name="csX1590" fmla="*/ 274805 w 1728164"/>
              <a:gd name="csY1590" fmla="*/ 726631 h 1114920"/>
              <a:gd name="csX1591" fmla="*/ 274979 w 1728164"/>
              <a:gd name="csY1591" fmla="*/ 725727 h 1114920"/>
              <a:gd name="csX1592" fmla="*/ 275151 w 1728164"/>
              <a:gd name="csY1592" fmla="*/ 724822 h 1114920"/>
              <a:gd name="csX1593" fmla="*/ 275324 w 1728164"/>
              <a:gd name="csY1593" fmla="*/ 723916 h 1114920"/>
              <a:gd name="csX1594" fmla="*/ 275497 w 1728164"/>
              <a:gd name="csY1594" fmla="*/ 723008 h 1114920"/>
              <a:gd name="csX1595" fmla="*/ 275670 w 1728164"/>
              <a:gd name="csY1595" fmla="*/ 722099 h 1114920"/>
              <a:gd name="csX1596" fmla="*/ 275842 w 1728164"/>
              <a:gd name="csY1596" fmla="*/ 721190 h 1114920"/>
              <a:gd name="csX1597" fmla="*/ 276015 w 1728164"/>
              <a:gd name="csY1597" fmla="*/ 720279 h 1114920"/>
              <a:gd name="csX1598" fmla="*/ 276189 w 1728164"/>
              <a:gd name="csY1598" fmla="*/ 719367 h 1114920"/>
              <a:gd name="csX1599" fmla="*/ 276361 w 1728164"/>
              <a:gd name="csY1599" fmla="*/ 718454 h 1114920"/>
              <a:gd name="csX1600" fmla="*/ 276534 w 1728164"/>
              <a:gd name="csY1600" fmla="*/ 717541 h 1114920"/>
              <a:gd name="csX1601" fmla="*/ 276706 w 1728164"/>
              <a:gd name="csY1601" fmla="*/ 716625 h 1114920"/>
              <a:gd name="csX1602" fmla="*/ 276880 w 1728164"/>
              <a:gd name="csY1602" fmla="*/ 715709 h 1114920"/>
              <a:gd name="csX1603" fmla="*/ 277052 w 1728164"/>
              <a:gd name="csY1603" fmla="*/ 714792 h 1114920"/>
              <a:gd name="csX1604" fmla="*/ 277225 w 1728164"/>
              <a:gd name="csY1604" fmla="*/ 713874 h 1114920"/>
              <a:gd name="csX1605" fmla="*/ 277398 w 1728164"/>
              <a:gd name="csY1605" fmla="*/ 712954 h 1114920"/>
              <a:gd name="csX1606" fmla="*/ 277571 w 1728164"/>
              <a:gd name="csY1606" fmla="*/ 712034 h 1114920"/>
              <a:gd name="csX1607" fmla="*/ 277744 w 1728164"/>
              <a:gd name="csY1607" fmla="*/ 711112 h 1114920"/>
              <a:gd name="csX1608" fmla="*/ 277916 w 1728164"/>
              <a:gd name="csY1608" fmla="*/ 710190 h 1114920"/>
              <a:gd name="csX1609" fmla="*/ 278090 w 1728164"/>
              <a:gd name="csY1609" fmla="*/ 709265 h 1114920"/>
              <a:gd name="csX1610" fmla="*/ 278262 w 1728164"/>
              <a:gd name="csY1610" fmla="*/ 708341 h 1114920"/>
              <a:gd name="csX1611" fmla="*/ 278435 w 1728164"/>
              <a:gd name="csY1611" fmla="*/ 707415 h 1114920"/>
              <a:gd name="csX1612" fmla="*/ 278607 w 1728164"/>
              <a:gd name="csY1612" fmla="*/ 706488 h 1114920"/>
              <a:gd name="csX1613" fmla="*/ 278781 w 1728164"/>
              <a:gd name="csY1613" fmla="*/ 705560 h 1114920"/>
              <a:gd name="csX1614" fmla="*/ 278954 w 1728164"/>
              <a:gd name="csY1614" fmla="*/ 704631 h 1114920"/>
              <a:gd name="csX1615" fmla="*/ 279126 w 1728164"/>
              <a:gd name="csY1615" fmla="*/ 703701 h 1114920"/>
              <a:gd name="csX1616" fmla="*/ 279300 w 1728164"/>
              <a:gd name="csY1616" fmla="*/ 702770 h 1114920"/>
              <a:gd name="csX1617" fmla="*/ 279472 w 1728164"/>
              <a:gd name="csY1617" fmla="*/ 701838 h 1114920"/>
              <a:gd name="csX1618" fmla="*/ 279645 w 1728164"/>
              <a:gd name="csY1618" fmla="*/ 700904 h 1114920"/>
              <a:gd name="csX1619" fmla="*/ 279817 w 1728164"/>
              <a:gd name="csY1619" fmla="*/ 699970 h 1114920"/>
              <a:gd name="csX1620" fmla="*/ 279991 w 1728164"/>
              <a:gd name="csY1620" fmla="*/ 699035 h 1114920"/>
              <a:gd name="csX1621" fmla="*/ 280163 w 1728164"/>
              <a:gd name="csY1621" fmla="*/ 698098 h 1114920"/>
              <a:gd name="csX1622" fmla="*/ 280336 w 1728164"/>
              <a:gd name="csY1622" fmla="*/ 697162 h 1114920"/>
              <a:gd name="csX1623" fmla="*/ 280509 w 1728164"/>
              <a:gd name="csY1623" fmla="*/ 696223 h 1114920"/>
              <a:gd name="csX1624" fmla="*/ 280682 w 1728164"/>
              <a:gd name="csY1624" fmla="*/ 695284 h 1114920"/>
              <a:gd name="csX1625" fmla="*/ 280855 w 1728164"/>
              <a:gd name="csY1625" fmla="*/ 694343 h 1114920"/>
              <a:gd name="csX1626" fmla="*/ 281027 w 1728164"/>
              <a:gd name="csY1626" fmla="*/ 693402 h 1114920"/>
              <a:gd name="csX1627" fmla="*/ 281201 w 1728164"/>
              <a:gd name="csY1627" fmla="*/ 692459 h 1114920"/>
              <a:gd name="csX1628" fmla="*/ 281373 w 1728164"/>
              <a:gd name="csY1628" fmla="*/ 691516 h 1114920"/>
              <a:gd name="csX1629" fmla="*/ 281546 w 1728164"/>
              <a:gd name="csY1629" fmla="*/ 690571 h 1114920"/>
              <a:gd name="csX1630" fmla="*/ 281719 w 1728164"/>
              <a:gd name="csY1630" fmla="*/ 689625 h 1114920"/>
              <a:gd name="csX1631" fmla="*/ 281892 w 1728164"/>
              <a:gd name="csY1631" fmla="*/ 688679 h 1114920"/>
              <a:gd name="csX1632" fmla="*/ 282065 w 1728164"/>
              <a:gd name="csY1632" fmla="*/ 687731 h 1114920"/>
              <a:gd name="csX1633" fmla="*/ 282237 w 1728164"/>
              <a:gd name="csY1633" fmla="*/ 686783 h 1114920"/>
              <a:gd name="csX1634" fmla="*/ 282410 w 1728164"/>
              <a:gd name="csY1634" fmla="*/ 685833 h 1114920"/>
              <a:gd name="csX1635" fmla="*/ 282583 w 1728164"/>
              <a:gd name="csY1635" fmla="*/ 684883 h 1114920"/>
              <a:gd name="csX1636" fmla="*/ 282756 w 1728164"/>
              <a:gd name="csY1636" fmla="*/ 683931 h 1114920"/>
              <a:gd name="csX1637" fmla="*/ 282928 w 1728164"/>
              <a:gd name="csY1637" fmla="*/ 682979 h 1114920"/>
              <a:gd name="csX1638" fmla="*/ 283102 w 1728164"/>
              <a:gd name="csY1638" fmla="*/ 682025 h 1114920"/>
              <a:gd name="csX1639" fmla="*/ 283275 w 1728164"/>
              <a:gd name="csY1639" fmla="*/ 681071 h 1114920"/>
              <a:gd name="csX1640" fmla="*/ 283447 w 1728164"/>
              <a:gd name="csY1640" fmla="*/ 680115 h 1114920"/>
              <a:gd name="csX1641" fmla="*/ 283620 w 1728164"/>
              <a:gd name="csY1641" fmla="*/ 679158 h 1114920"/>
              <a:gd name="csX1642" fmla="*/ 283793 w 1728164"/>
              <a:gd name="csY1642" fmla="*/ 678201 h 1114920"/>
              <a:gd name="csX1643" fmla="*/ 283966 w 1728164"/>
              <a:gd name="csY1643" fmla="*/ 677242 h 1114920"/>
              <a:gd name="csX1644" fmla="*/ 284138 w 1728164"/>
              <a:gd name="csY1644" fmla="*/ 676283 h 1114920"/>
              <a:gd name="csX1645" fmla="*/ 284311 w 1728164"/>
              <a:gd name="csY1645" fmla="*/ 675323 h 1114920"/>
              <a:gd name="csX1646" fmla="*/ 284484 w 1728164"/>
              <a:gd name="csY1646" fmla="*/ 674361 h 1114920"/>
              <a:gd name="csX1647" fmla="*/ 284657 w 1728164"/>
              <a:gd name="csY1647" fmla="*/ 673398 h 1114920"/>
              <a:gd name="csX1648" fmla="*/ 284830 w 1728164"/>
              <a:gd name="csY1648" fmla="*/ 672435 h 1114920"/>
              <a:gd name="csX1649" fmla="*/ 285003 w 1728164"/>
              <a:gd name="csY1649" fmla="*/ 671470 h 1114920"/>
              <a:gd name="csX1650" fmla="*/ 285176 w 1728164"/>
              <a:gd name="csY1650" fmla="*/ 670505 h 1114920"/>
              <a:gd name="csX1651" fmla="*/ 285348 w 1728164"/>
              <a:gd name="csY1651" fmla="*/ 669539 h 1114920"/>
              <a:gd name="csX1652" fmla="*/ 285521 w 1728164"/>
              <a:gd name="csY1652" fmla="*/ 668572 h 1114920"/>
              <a:gd name="csX1653" fmla="*/ 285694 w 1728164"/>
              <a:gd name="csY1653" fmla="*/ 667604 h 1114920"/>
              <a:gd name="csX1654" fmla="*/ 285867 w 1728164"/>
              <a:gd name="csY1654" fmla="*/ 666634 h 1114920"/>
              <a:gd name="csX1655" fmla="*/ 286040 w 1728164"/>
              <a:gd name="csY1655" fmla="*/ 665665 h 1114920"/>
              <a:gd name="csX1656" fmla="*/ 286212 w 1728164"/>
              <a:gd name="csY1656" fmla="*/ 664694 h 1114920"/>
              <a:gd name="csX1657" fmla="*/ 286386 w 1728164"/>
              <a:gd name="csY1657" fmla="*/ 663722 h 1114920"/>
              <a:gd name="csX1658" fmla="*/ 286558 w 1728164"/>
              <a:gd name="csY1658" fmla="*/ 662749 h 1114920"/>
              <a:gd name="csX1659" fmla="*/ 286731 w 1728164"/>
              <a:gd name="csY1659" fmla="*/ 661775 h 1114920"/>
              <a:gd name="csX1660" fmla="*/ 286904 w 1728164"/>
              <a:gd name="csY1660" fmla="*/ 660800 h 1114920"/>
              <a:gd name="csX1661" fmla="*/ 287077 w 1728164"/>
              <a:gd name="csY1661" fmla="*/ 659825 h 1114920"/>
              <a:gd name="csX1662" fmla="*/ 287249 w 1728164"/>
              <a:gd name="csY1662" fmla="*/ 658848 h 1114920"/>
              <a:gd name="csX1663" fmla="*/ 287422 w 1728164"/>
              <a:gd name="csY1663" fmla="*/ 657870 h 1114920"/>
              <a:gd name="csX1664" fmla="*/ 287596 w 1728164"/>
              <a:gd name="csY1664" fmla="*/ 656892 h 1114920"/>
              <a:gd name="csX1665" fmla="*/ 287768 w 1728164"/>
              <a:gd name="csY1665" fmla="*/ 655912 h 1114920"/>
              <a:gd name="csX1666" fmla="*/ 287941 w 1728164"/>
              <a:gd name="csY1666" fmla="*/ 654933 h 1114920"/>
              <a:gd name="csX1667" fmla="*/ 288113 w 1728164"/>
              <a:gd name="csY1667" fmla="*/ 653952 h 1114920"/>
              <a:gd name="csX1668" fmla="*/ 288287 w 1728164"/>
              <a:gd name="csY1668" fmla="*/ 652969 h 1114920"/>
              <a:gd name="csX1669" fmla="*/ 288459 w 1728164"/>
              <a:gd name="csY1669" fmla="*/ 651986 h 1114920"/>
              <a:gd name="csX1670" fmla="*/ 288632 w 1728164"/>
              <a:gd name="csY1670" fmla="*/ 651002 h 1114920"/>
              <a:gd name="csX1671" fmla="*/ 288806 w 1728164"/>
              <a:gd name="csY1671" fmla="*/ 650018 h 1114920"/>
              <a:gd name="csX1672" fmla="*/ 288978 w 1728164"/>
              <a:gd name="csY1672" fmla="*/ 649032 h 1114920"/>
              <a:gd name="csX1673" fmla="*/ 289151 w 1728164"/>
              <a:gd name="csY1673" fmla="*/ 648045 h 1114920"/>
              <a:gd name="csX1674" fmla="*/ 289323 w 1728164"/>
              <a:gd name="csY1674" fmla="*/ 647058 h 1114920"/>
              <a:gd name="csX1675" fmla="*/ 289497 w 1728164"/>
              <a:gd name="csY1675" fmla="*/ 646069 h 1114920"/>
              <a:gd name="csX1676" fmla="*/ 289669 w 1728164"/>
              <a:gd name="csY1676" fmla="*/ 645080 h 1114920"/>
              <a:gd name="csX1677" fmla="*/ 289842 w 1728164"/>
              <a:gd name="csY1677" fmla="*/ 644090 h 1114920"/>
              <a:gd name="csX1678" fmla="*/ 290014 w 1728164"/>
              <a:gd name="csY1678" fmla="*/ 643099 h 1114920"/>
              <a:gd name="csX1679" fmla="*/ 290188 w 1728164"/>
              <a:gd name="csY1679" fmla="*/ 642108 h 1114920"/>
              <a:gd name="csX1680" fmla="*/ 290361 w 1728164"/>
              <a:gd name="csY1680" fmla="*/ 641115 h 1114920"/>
              <a:gd name="csX1681" fmla="*/ 290533 w 1728164"/>
              <a:gd name="csY1681" fmla="*/ 640121 h 1114920"/>
              <a:gd name="csX1682" fmla="*/ 290707 w 1728164"/>
              <a:gd name="csY1682" fmla="*/ 639127 h 1114920"/>
              <a:gd name="csX1683" fmla="*/ 290879 w 1728164"/>
              <a:gd name="csY1683" fmla="*/ 638131 h 1114920"/>
              <a:gd name="csX1684" fmla="*/ 291052 w 1728164"/>
              <a:gd name="csY1684" fmla="*/ 637135 h 1114920"/>
              <a:gd name="csX1685" fmla="*/ 291224 w 1728164"/>
              <a:gd name="csY1685" fmla="*/ 636138 h 1114920"/>
              <a:gd name="csX1686" fmla="*/ 291398 w 1728164"/>
              <a:gd name="csY1686" fmla="*/ 635140 h 1114920"/>
              <a:gd name="csX1687" fmla="*/ 291570 w 1728164"/>
              <a:gd name="csY1687" fmla="*/ 634142 h 1114920"/>
              <a:gd name="csX1688" fmla="*/ 291743 w 1728164"/>
              <a:gd name="csY1688" fmla="*/ 633142 h 1114920"/>
              <a:gd name="csX1689" fmla="*/ 291916 w 1728164"/>
              <a:gd name="csY1689" fmla="*/ 632142 h 1114920"/>
              <a:gd name="csX1690" fmla="*/ 292089 w 1728164"/>
              <a:gd name="csY1690" fmla="*/ 631140 h 1114920"/>
              <a:gd name="csX1691" fmla="*/ 292262 w 1728164"/>
              <a:gd name="csY1691" fmla="*/ 630138 h 1114920"/>
              <a:gd name="csX1692" fmla="*/ 292434 w 1728164"/>
              <a:gd name="csY1692" fmla="*/ 629136 h 1114920"/>
              <a:gd name="csX1693" fmla="*/ 292608 w 1728164"/>
              <a:gd name="csY1693" fmla="*/ 628131 h 1114920"/>
              <a:gd name="csX1694" fmla="*/ 292780 w 1728164"/>
              <a:gd name="csY1694" fmla="*/ 627127 h 1114920"/>
              <a:gd name="csX1695" fmla="*/ 292953 w 1728164"/>
              <a:gd name="csY1695" fmla="*/ 626122 h 1114920"/>
              <a:gd name="csX1696" fmla="*/ 293126 w 1728164"/>
              <a:gd name="csY1696" fmla="*/ 625115 h 1114920"/>
              <a:gd name="csX1697" fmla="*/ 293299 w 1728164"/>
              <a:gd name="csY1697" fmla="*/ 624108 h 1114920"/>
              <a:gd name="csX1698" fmla="*/ 293472 w 1728164"/>
              <a:gd name="csY1698" fmla="*/ 623101 h 1114920"/>
              <a:gd name="csX1699" fmla="*/ 293644 w 1728164"/>
              <a:gd name="csY1699" fmla="*/ 622092 h 1114920"/>
              <a:gd name="csX1700" fmla="*/ 293817 w 1728164"/>
              <a:gd name="csY1700" fmla="*/ 621083 h 1114920"/>
              <a:gd name="csX1701" fmla="*/ 293990 w 1728164"/>
              <a:gd name="csY1701" fmla="*/ 620073 h 1114920"/>
              <a:gd name="csX1702" fmla="*/ 294163 w 1728164"/>
              <a:gd name="csY1702" fmla="*/ 619061 h 1114920"/>
              <a:gd name="csX1703" fmla="*/ 294336 w 1728164"/>
              <a:gd name="csY1703" fmla="*/ 618050 h 1114920"/>
              <a:gd name="csX1704" fmla="*/ 294509 w 1728164"/>
              <a:gd name="csY1704" fmla="*/ 617038 h 1114920"/>
              <a:gd name="csX1705" fmla="*/ 294682 w 1728164"/>
              <a:gd name="csY1705" fmla="*/ 616024 h 1114920"/>
              <a:gd name="csX1706" fmla="*/ 294854 w 1728164"/>
              <a:gd name="csY1706" fmla="*/ 615010 h 1114920"/>
              <a:gd name="csX1707" fmla="*/ 295027 w 1728164"/>
              <a:gd name="csY1707" fmla="*/ 613995 h 1114920"/>
              <a:gd name="csX1708" fmla="*/ 295200 w 1728164"/>
              <a:gd name="csY1708" fmla="*/ 612980 h 1114920"/>
              <a:gd name="csX1709" fmla="*/ 295373 w 1728164"/>
              <a:gd name="csY1709" fmla="*/ 611963 h 1114920"/>
              <a:gd name="csX1710" fmla="*/ 295545 w 1728164"/>
              <a:gd name="csY1710" fmla="*/ 610946 h 1114920"/>
              <a:gd name="csX1711" fmla="*/ 295718 w 1728164"/>
              <a:gd name="csY1711" fmla="*/ 609928 h 1114920"/>
              <a:gd name="csX1712" fmla="*/ 295891 w 1728164"/>
              <a:gd name="csY1712" fmla="*/ 608909 h 1114920"/>
              <a:gd name="csX1713" fmla="*/ 296064 w 1728164"/>
              <a:gd name="csY1713" fmla="*/ 607889 h 1114920"/>
              <a:gd name="csX1714" fmla="*/ 296237 w 1728164"/>
              <a:gd name="csY1714" fmla="*/ 606870 h 1114920"/>
              <a:gd name="csX1715" fmla="*/ 296410 w 1728164"/>
              <a:gd name="csY1715" fmla="*/ 605848 h 1114920"/>
              <a:gd name="csX1716" fmla="*/ 296583 w 1728164"/>
              <a:gd name="csY1716" fmla="*/ 604827 h 1114920"/>
              <a:gd name="csX1717" fmla="*/ 296755 w 1728164"/>
              <a:gd name="csY1717" fmla="*/ 603804 h 1114920"/>
              <a:gd name="csX1718" fmla="*/ 296928 w 1728164"/>
              <a:gd name="csY1718" fmla="*/ 602781 h 1114920"/>
              <a:gd name="csX1719" fmla="*/ 297101 w 1728164"/>
              <a:gd name="csY1719" fmla="*/ 601757 h 1114920"/>
              <a:gd name="csX1720" fmla="*/ 297274 w 1728164"/>
              <a:gd name="csY1720" fmla="*/ 600733 h 1114920"/>
              <a:gd name="csX1721" fmla="*/ 297447 w 1728164"/>
              <a:gd name="csY1721" fmla="*/ 599707 h 1114920"/>
              <a:gd name="csX1722" fmla="*/ 297619 w 1728164"/>
              <a:gd name="csY1722" fmla="*/ 598681 h 1114920"/>
              <a:gd name="csX1723" fmla="*/ 297793 w 1728164"/>
              <a:gd name="csY1723" fmla="*/ 597655 h 1114920"/>
              <a:gd name="csX1724" fmla="*/ 297965 w 1728164"/>
              <a:gd name="csY1724" fmla="*/ 596627 h 1114920"/>
              <a:gd name="csX1725" fmla="*/ 298138 w 1728164"/>
              <a:gd name="csY1725" fmla="*/ 595599 h 1114920"/>
              <a:gd name="csX1726" fmla="*/ 298311 w 1728164"/>
              <a:gd name="csY1726" fmla="*/ 594570 h 1114920"/>
              <a:gd name="csX1727" fmla="*/ 298484 w 1728164"/>
              <a:gd name="csY1727" fmla="*/ 593540 h 1114920"/>
              <a:gd name="csX1728" fmla="*/ 298657 w 1728164"/>
              <a:gd name="csY1728" fmla="*/ 592510 h 1114920"/>
              <a:gd name="csX1729" fmla="*/ 298829 w 1728164"/>
              <a:gd name="csY1729" fmla="*/ 591479 h 1114920"/>
              <a:gd name="csX1730" fmla="*/ 299003 w 1728164"/>
              <a:gd name="csY1730" fmla="*/ 590447 h 1114920"/>
              <a:gd name="csX1731" fmla="*/ 299175 w 1728164"/>
              <a:gd name="csY1731" fmla="*/ 589415 h 1114920"/>
              <a:gd name="csX1732" fmla="*/ 299348 w 1728164"/>
              <a:gd name="csY1732" fmla="*/ 588382 h 1114920"/>
              <a:gd name="csX1733" fmla="*/ 299520 w 1728164"/>
              <a:gd name="csY1733" fmla="*/ 587348 h 1114920"/>
              <a:gd name="csX1734" fmla="*/ 299694 w 1728164"/>
              <a:gd name="csY1734" fmla="*/ 586314 h 1114920"/>
              <a:gd name="csX1735" fmla="*/ 299866 w 1728164"/>
              <a:gd name="csY1735" fmla="*/ 585278 h 1114920"/>
              <a:gd name="csX1736" fmla="*/ 300039 w 1728164"/>
              <a:gd name="csY1736" fmla="*/ 584243 h 1114920"/>
              <a:gd name="csX1737" fmla="*/ 300212 w 1728164"/>
              <a:gd name="csY1737" fmla="*/ 583206 h 1114920"/>
              <a:gd name="csX1738" fmla="*/ 300385 w 1728164"/>
              <a:gd name="csY1738" fmla="*/ 582170 h 1114920"/>
              <a:gd name="csX1739" fmla="*/ 300558 w 1728164"/>
              <a:gd name="csY1739" fmla="*/ 581131 h 1114920"/>
              <a:gd name="csX1740" fmla="*/ 300730 w 1728164"/>
              <a:gd name="csY1740" fmla="*/ 580093 h 1114920"/>
              <a:gd name="csX1741" fmla="*/ 300904 w 1728164"/>
              <a:gd name="csY1741" fmla="*/ 579054 h 1114920"/>
              <a:gd name="csX1742" fmla="*/ 301076 w 1728164"/>
              <a:gd name="csY1742" fmla="*/ 578015 h 1114920"/>
              <a:gd name="csX1743" fmla="*/ 301249 w 1728164"/>
              <a:gd name="csY1743" fmla="*/ 576974 h 1114920"/>
              <a:gd name="csX1744" fmla="*/ 301422 w 1728164"/>
              <a:gd name="csY1744" fmla="*/ 575933 h 1114920"/>
              <a:gd name="csX1745" fmla="*/ 301595 w 1728164"/>
              <a:gd name="csY1745" fmla="*/ 574891 h 1114920"/>
              <a:gd name="csX1746" fmla="*/ 301768 w 1728164"/>
              <a:gd name="csY1746" fmla="*/ 573850 h 1114920"/>
              <a:gd name="csX1747" fmla="*/ 301940 w 1728164"/>
              <a:gd name="csY1747" fmla="*/ 572807 h 1114920"/>
              <a:gd name="csX1748" fmla="*/ 302114 w 1728164"/>
              <a:gd name="csY1748" fmla="*/ 571764 h 1114920"/>
              <a:gd name="csX1749" fmla="*/ 302286 w 1728164"/>
              <a:gd name="csY1749" fmla="*/ 570720 h 1114920"/>
              <a:gd name="csX1750" fmla="*/ 302459 w 1728164"/>
              <a:gd name="csY1750" fmla="*/ 569675 h 1114920"/>
              <a:gd name="csX1751" fmla="*/ 302631 w 1728164"/>
              <a:gd name="csY1751" fmla="*/ 568629 h 1114920"/>
              <a:gd name="csX1752" fmla="*/ 302805 w 1728164"/>
              <a:gd name="csY1752" fmla="*/ 567584 h 1114920"/>
              <a:gd name="csX1753" fmla="*/ 302978 w 1728164"/>
              <a:gd name="csY1753" fmla="*/ 566538 h 1114920"/>
              <a:gd name="csX1754" fmla="*/ 303150 w 1728164"/>
              <a:gd name="csY1754" fmla="*/ 565491 h 1114920"/>
              <a:gd name="csX1755" fmla="*/ 303323 w 1728164"/>
              <a:gd name="csY1755" fmla="*/ 564443 h 1114920"/>
              <a:gd name="csX1756" fmla="*/ 303496 w 1728164"/>
              <a:gd name="csY1756" fmla="*/ 563395 h 1114920"/>
              <a:gd name="csX1757" fmla="*/ 303669 w 1728164"/>
              <a:gd name="csY1757" fmla="*/ 562346 h 1114920"/>
              <a:gd name="csX1758" fmla="*/ 303841 w 1728164"/>
              <a:gd name="csY1758" fmla="*/ 561297 h 1114920"/>
              <a:gd name="csX1759" fmla="*/ 304015 w 1728164"/>
              <a:gd name="csY1759" fmla="*/ 560247 h 1114920"/>
              <a:gd name="csX1760" fmla="*/ 304187 w 1728164"/>
              <a:gd name="csY1760" fmla="*/ 559196 h 1114920"/>
              <a:gd name="csX1761" fmla="*/ 304360 w 1728164"/>
              <a:gd name="csY1761" fmla="*/ 558146 h 1114920"/>
              <a:gd name="csX1762" fmla="*/ 304533 w 1728164"/>
              <a:gd name="csY1762" fmla="*/ 557094 h 1114920"/>
              <a:gd name="csX1763" fmla="*/ 304706 w 1728164"/>
              <a:gd name="csY1763" fmla="*/ 556042 h 1114920"/>
              <a:gd name="csX1764" fmla="*/ 304879 w 1728164"/>
              <a:gd name="csY1764" fmla="*/ 554989 h 1114920"/>
              <a:gd name="csX1765" fmla="*/ 305051 w 1728164"/>
              <a:gd name="csY1765" fmla="*/ 553936 h 1114920"/>
              <a:gd name="csX1766" fmla="*/ 305224 w 1728164"/>
              <a:gd name="csY1766" fmla="*/ 552882 h 1114920"/>
              <a:gd name="csX1767" fmla="*/ 305397 w 1728164"/>
              <a:gd name="csY1767" fmla="*/ 551827 h 1114920"/>
              <a:gd name="csX1768" fmla="*/ 305570 w 1728164"/>
              <a:gd name="csY1768" fmla="*/ 550773 h 1114920"/>
              <a:gd name="csX1769" fmla="*/ 305743 w 1728164"/>
              <a:gd name="csY1769" fmla="*/ 549717 h 1114920"/>
              <a:gd name="csX1770" fmla="*/ 305916 w 1728164"/>
              <a:gd name="csY1770" fmla="*/ 548662 h 1114920"/>
              <a:gd name="csX1771" fmla="*/ 306089 w 1728164"/>
              <a:gd name="csY1771" fmla="*/ 547605 h 1114920"/>
              <a:gd name="csX1772" fmla="*/ 306261 w 1728164"/>
              <a:gd name="csY1772" fmla="*/ 546548 h 1114920"/>
              <a:gd name="csX1773" fmla="*/ 306434 w 1728164"/>
              <a:gd name="csY1773" fmla="*/ 545491 h 1114920"/>
              <a:gd name="csX1774" fmla="*/ 306607 w 1728164"/>
              <a:gd name="csY1774" fmla="*/ 544434 h 1114920"/>
              <a:gd name="csX1775" fmla="*/ 306780 w 1728164"/>
              <a:gd name="csY1775" fmla="*/ 543375 h 1114920"/>
              <a:gd name="csX1776" fmla="*/ 306952 w 1728164"/>
              <a:gd name="csY1776" fmla="*/ 542316 h 1114920"/>
              <a:gd name="csX1777" fmla="*/ 307125 w 1728164"/>
              <a:gd name="csY1777" fmla="*/ 541257 h 1114920"/>
              <a:gd name="csX1778" fmla="*/ 307299 w 1728164"/>
              <a:gd name="csY1778" fmla="*/ 540197 h 1114920"/>
              <a:gd name="csX1779" fmla="*/ 307471 w 1728164"/>
              <a:gd name="csY1779" fmla="*/ 539137 h 1114920"/>
              <a:gd name="csX1780" fmla="*/ 307644 w 1728164"/>
              <a:gd name="csY1780" fmla="*/ 538075 h 1114920"/>
              <a:gd name="csX1781" fmla="*/ 307817 w 1728164"/>
              <a:gd name="csY1781" fmla="*/ 537014 h 1114920"/>
              <a:gd name="csX1782" fmla="*/ 307990 w 1728164"/>
              <a:gd name="csY1782" fmla="*/ 535953 h 1114920"/>
              <a:gd name="csX1783" fmla="*/ 308162 w 1728164"/>
              <a:gd name="csY1783" fmla="*/ 534890 h 1114920"/>
              <a:gd name="csX1784" fmla="*/ 308335 w 1728164"/>
              <a:gd name="csY1784" fmla="*/ 533827 h 1114920"/>
              <a:gd name="csX1785" fmla="*/ 308508 w 1728164"/>
              <a:gd name="csY1785" fmla="*/ 532764 h 1114920"/>
              <a:gd name="csX1786" fmla="*/ 308681 w 1728164"/>
              <a:gd name="csY1786" fmla="*/ 531701 h 1114920"/>
              <a:gd name="csX1787" fmla="*/ 308854 w 1728164"/>
              <a:gd name="csY1787" fmla="*/ 530637 h 1114920"/>
              <a:gd name="csX1788" fmla="*/ 309026 w 1728164"/>
              <a:gd name="csY1788" fmla="*/ 529573 h 1114920"/>
              <a:gd name="csX1789" fmla="*/ 309200 w 1728164"/>
              <a:gd name="csY1789" fmla="*/ 528508 h 1114920"/>
              <a:gd name="csX1790" fmla="*/ 309372 w 1728164"/>
              <a:gd name="csY1790" fmla="*/ 527442 h 1114920"/>
              <a:gd name="csX1791" fmla="*/ 309545 w 1728164"/>
              <a:gd name="csY1791" fmla="*/ 526376 h 1114920"/>
              <a:gd name="csX1792" fmla="*/ 309718 w 1728164"/>
              <a:gd name="csY1792" fmla="*/ 525311 h 1114920"/>
              <a:gd name="csX1793" fmla="*/ 309891 w 1728164"/>
              <a:gd name="csY1793" fmla="*/ 524244 h 1114920"/>
              <a:gd name="csX1794" fmla="*/ 310064 w 1728164"/>
              <a:gd name="csY1794" fmla="*/ 523177 h 1114920"/>
              <a:gd name="csX1795" fmla="*/ 310236 w 1728164"/>
              <a:gd name="csY1795" fmla="*/ 522110 h 1114920"/>
              <a:gd name="csX1796" fmla="*/ 310410 w 1728164"/>
              <a:gd name="csY1796" fmla="*/ 521042 h 1114920"/>
              <a:gd name="csX1797" fmla="*/ 310582 w 1728164"/>
              <a:gd name="csY1797" fmla="*/ 519974 h 1114920"/>
              <a:gd name="csX1798" fmla="*/ 310755 w 1728164"/>
              <a:gd name="csY1798" fmla="*/ 518905 h 1114920"/>
              <a:gd name="csX1799" fmla="*/ 310927 w 1728164"/>
              <a:gd name="csY1799" fmla="*/ 517836 h 1114920"/>
              <a:gd name="csX1800" fmla="*/ 311101 w 1728164"/>
              <a:gd name="csY1800" fmla="*/ 516766 h 1114920"/>
              <a:gd name="csX1801" fmla="*/ 311273 w 1728164"/>
              <a:gd name="csY1801" fmla="*/ 515697 h 1114920"/>
              <a:gd name="csX1802" fmla="*/ 311446 w 1728164"/>
              <a:gd name="csY1802" fmla="*/ 514627 h 1114920"/>
              <a:gd name="csX1803" fmla="*/ 311620 w 1728164"/>
              <a:gd name="csY1803" fmla="*/ 513557 h 1114920"/>
              <a:gd name="csX1804" fmla="*/ 311792 w 1728164"/>
              <a:gd name="csY1804" fmla="*/ 512486 h 1114920"/>
              <a:gd name="csX1805" fmla="*/ 311965 w 1728164"/>
              <a:gd name="csY1805" fmla="*/ 511414 h 1114920"/>
              <a:gd name="csX1806" fmla="*/ 312137 w 1728164"/>
              <a:gd name="csY1806" fmla="*/ 510343 h 1114920"/>
              <a:gd name="csX1807" fmla="*/ 312311 w 1728164"/>
              <a:gd name="csY1807" fmla="*/ 509271 h 1114920"/>
              <a:gd name="csX1808" fmla="*/ 312483 w 1728164"/>
              <a:gd name="csY1808" fmla="*/ 508198 h 1114920"/>
              <a:gd name="csX1809" fmla="*/ 312656 w 1728164"/>
              <a:gd name="csY1809" fmla="*/ 507126 h 1114920"/>
              <a:gd name="csX1810" fmla="*/ 312829 w 1728164"/>
              <a:gd name="csY1810" fmla="*/ 506053 h 1114920"/>
              <a:gd name="csX1811" fmla="*/ 313002 w 1728164"/>
              <a:gd name="csY1811" fmla="*/ 504980 h 1114920"/>
              <a:gd name="csX1812" fmla="*/ 313175 w 1728164"/>
              <a:gd name="csY1812" fmla="*/ 503907 h 1114920"/>
              <a:gd name="csX1813" fmla="*/ 313347 w 1728164"/>
              <a:gd name="csY1813" fmla="*/ 502833 h 1114920"/>
              <a:gd name="csX1814" fmla="*/ 313521 w 1728164"/>
              <a:gd name="csY1814" fmla="*/ 501758 h 1114920"/>
              <a:gd name="csX1815" fmla="*/ 313693 w 1728164"/>
              <a:gd name="csY1815" fmla="*/ 500684 h 1114920"/>
              <a:gd name="csX1816" fmla="*/ 313866 w 1728164"/>
              <a:gd name="csY1816" fmla="*/ 499609 h 1114920"/>
              <a:gd name="csX1817" fmla="*/ 314038 w 1728164"/>
              <a:gd name="csY1817" fmla="*/ 498534 h 1114920"/>
              <a:gd name="csX1818" fmla="*/ 314212 w 1728164"/>
              <a:gd name="csY1818" fmla="*/ 497459 h 1114920"/>
              <a:gd name="csX1819" fmla="*/ 314385 w 1728164"/>
              <a:gd name="csY1819" fmla="*/ 496383 h 1114920"/>
              <a:gd name="csX1820" fmla="*/ 314557 w 1728164"/>
              <a:gd name="csY1820" fmla="*/ 495307 h 1114920"/>
              <a:gd name="csX1821" fmla="*/ 314730 w 1728164"/>
              <a:gd name="csY1821" fmla="*/ 494231 h 1114920"/>
              <a:gd name="csX1822" fmla="*/ 314903 w 1728164"/>
              <a:gd name="csY1822" fmla="*/ 493154 h 1114920"/>
              <a:gd name="csX1823" fmla="*/ 315076 w 1728164"/>
              <a:gd name="csY1823" fmla="*/ 492078 h 1114920"/>
              <a:gd name="csX1824" fmla="*/ 315248 w 1728164"/>
              <a:gd name="csY1824" fmla="*/ 491001 h 1114920"/>
              <a:gd name="csX1825" fmla="*/ 315422 w 1728164"/>
              <a:gd name="csY1825" fmla="*/ 489923 h 1114920"/>
              <a:gd name="csX1826" fmla="*/ 315594 w 1728164"/>
              <a:gd name="csY1826" fmla="*/ 488846 h 1114920"/>
              <a:gd name="csX1827" fmla="*/ 315767 w 1728164"/>
              <a:gd name="csY1827" fmla="*/ 487768 h 1114920"/>
              <a:gd name="csX1828" fmla="*/ 315940 w 1728164"/>
              <a:gd name="csY1828" fmla="*/ 486690 h 1114920"/>
              <a:gd name="csX1829" fmla="*/ 316113 w 1728164"/>
              <a:gd name="csY1829" fmla="*/ 485612 h 1114920"/>
              <a:gd name="csX1830" fmla="*/ 316286 w 1728164"/>
              <a:gd name="csY1830" fmla="*/ 484533 h 1114920"/>
              <a:gd name="csX1831" fmla="*/ 316458 w 1728164"/>
              <a:gd name="csY1831" fmla="*/ 483455 h 1114920"/>
              <a:gd name="csX1832" fmla="*/ 316631 w 1728164"/>
              <a:gd name="csY1832" fmla="*/ 482376 h 1114920"/>
              <a:gd name="csX1833" fmla="*/ 316804 w 1728164"/>
              <a:gd name="csY1833" fmla="*/ 481296 h 1114920"/>
              <a:gd name="csX1834" fmla="*/ 316977 w 1728164"/>
              <a:gd name="csY1834" fmla="*/ 480217 h 1114920"/>
              <a:gd name="csX1835" fmla="*/ 317150 w 1728164"/>
              <a:gd name="csY1835" fmla="*/ 479137 h 1114920"/>
              <a:gd name="csX1836" fmla="*/ 317323 w 1728164"/>
              <a:gd name="csY1836" fmla="*/ 478058 h 1114920"/>
              <a:gd name="csX1837" fmla="*/ 317496 w 1728164"/>
              <a:gd name="csY1837" fmla="*/ 476978 h 1114920"/>
              <a:gd name="csX1838" fmla="*/ 317668 w 1728164"/>
              <a:gd name="csY1838" fmla="*/ 475897 h 1114920"/>
              <a:gd name="csX1839" fmla="*/ 317841 w 1728164"/>
              <a:gd name="csY1839" fmla="*/ 474817 h 1114920"/>
              <a:gd name="csX1840" fmla="*/ 318014 w 1728164"/>
              <a:gd name="csY1840" fmla="*/ 473736 h 1114920"/>
              <a:gd name="csX1841" fmla="*/ 318187 w 1728164"/>
              <a:gd name="csY1841" fmla="*/ 472656 h 1114920"/>
              <a:gd name="csX1842" fmla="*/ 318359 w 1728164"/>
              <a:gd name="csY1842" fmla="*/ 471575 h 1114920"/>
              <a:gd name="csX1843" fmla="*/ 318532 w 1728164"/>
              <a:gd name="csY1843" fmla="*/ 470494 h 1114920"/>
              <a:gd name="csX1844" fmla="*/ 318706 w 1728164"/>
              <a:gd name="csY1844" fmla="*/ 469412 h 1114920"/>
              <a:gd name="csX1845" fmla="*/ 318878 w 1728164"/>
              <a:gd name="csY1845" fmla="*/ 468332 h 1114920"/>
              <a:gd name="csX1846" fmla="*/ 319051 w 1728164"/>
              <a:gd name="csY1846" fmla="*/ 467250 h 1114920"/>
              <a:gd name="csX1847" fmla="*/ 319224 w 1728164"/>
              <a:gd name="csY1847" fmla="*/ 466168 h 1114920"/>
              <a:gd name="csX1848" fmla="*/ 319397 w 1728164"/>
              <a:gd name="csY1848" fmla="*/ 465086 h 1114920"/>
              <a:gd name="csX1849" fmla="*/ 319569 w 1728164"/>
              <a:gd name="csY1849" fmla="*/ 464004 h 1114920"/>
              <a:gd name="csX1850" fmla="*/ 319742 w 1728164"/>
              <a:gd name="csY1850" fmla="*/ 462923 h 1114920"/>
              <a:gd name="csX1851" fmla="*/ 319915 w 1728164"/>
              <a:gd name="csY1851" fmla="*/ 461840 h 1114920"/>
              <a:gd name="csX1852" fmla="*/ 320088 w 1728164"/>
              <a:gd name="csY1852" fmla="*/ 460758 h 1114920"/>
              <a:gd name="csX1853" fmla="*/ 320261 w 1728164"/>
              <a:gd name="csY1853" fmla="*/ 459675 h 1114920"/>
              <a:gd name="csX1854" fmla="*/ 320433 w 1728164"/>
              <a:gd name="csY1854" fmla="*/ 458593 h 1114920"/>
              <a:gd name="csX1855" fmla="*/ 320607 w 1728164"/>
              <a:gd name="csY1855" fmla="*/ 457511 h 1114920"/>
              <a:gd name="csX1856" fmla="*/ 320779 w 1728164"/>
              <a:gd name="csY1856" fmla="*/ 456428 h 1114920"/>
              <a:gd name="csX1857" fmla="*/ 320952 w 1728164"/>
              <a:gd name="csY1857" fmla="*/ 455345 h 1114920"/>
              <a:gd name="csX1858" fmla="*/ 321125 w 1728164"/>
              <a:gd name="csY1858" fmla="*/ 454262 h 1114920"/>
              <a:gd name="csX1859" fmla="*/ 321298 w 1728164"/>
              <a:gd name="csY1859" fmla="*/ 453179 h 1114920"/>
              <a:gd name="csX1860" fmla="*/ 321471 w 1728164"/>
              <a:gd name="csY1860" fmla="*/ 452096 h 1114920"/>
              <a:gd name="csX1861" fmla="*/ 321643 w 1728164"/>
              <a:gd name="csY1861" fmla="*/ 451013 h 1114920"/>
              <a:gd name="csX1862" fmla="*/ 321817 w 1728164"/>
              <a:gd name="csY1862" fmla="*/ 449930 h 1114920"/>
              <a:gd name="csX1863" fmla="*/ 321989 w 1728164"/>
              <a:gd name="csY1863" fmla="*/ 448847 h 1114920"/>
              <a:gd name="csX1864" fmla="*/ 322162 w 1728164"/>
              <a:gd name="csY1864" fmla="*/ 447763 h 1114920"/>
              <a:gd name="csX1865" fmla="*/ 322334 w 1728164"/>
              <a:gd name="csY1865" fmla="*/ 446680 h 1114920"/>
              <a:gd name="csX1866" fmla="*/ 322508 w 1728164"/>
              <a:gd name="csY1866" fmla="*/ 445597 h 1114920"/>
              <a:gd name="csX1867" fmla="*/ 322680 w 1728164"/>
              <a:gd name="csY1867" fmla="*/ 444513 h 1114920"/>
              <a:gd name="csX1868" fmla="*/ 322853 w 1728164"/>
              <a:gd name="csY1868" fmla="*/ 443430 h 1114920"/>
              <a:gd name="csX1869" fmla="*/ 323027 w 1728164"/>
              <a:gd name="csY1869" fmla="*/ 442346 h 1114920"/>
              <a:gd name="csX1870" fmla="*/ 323199 w 1728164"/>
              <a:gd name="csY1870" fmla="*/ 441263 h 1114920"/>
              <a:gd name="csX1871" fmla="*/ 323372 w 1728164"/>
              <a:gd name="csY1871" fmla="*/ 440180 h 1114920"/>
              <a:gd name="csX1872" fmla="*/ 323544 w 1728164"/>
              <a:gd name="csY1872" fmla="*/ 439096 h 1114920"/>
              <a:gd name="csX1873" fmla="*/ 323718 w 1728164"/>
              <a:gd name="csY1873" fmla="*/ 438012 h 1114920"/>
              <a:gd name="csX1874" fmla="*/ 323890 w 1728164"/>
              <a:gd name="csY1874" fmla="*/ 436929 h 1114920"/>
              <a:gd name="csX1875" fmla="*/ 324063 w 1728164"/>
              <a:gd name="csY1875" fmla="*/ 435845 h 1114920"/>
              <a:gd name="csX1876" fmla="*/ 324236 w 1728164"/>
              <a:gd name="csY1876" fmla="*/ 434762 h 1114920"/>
              <a:gd name="csX1877" fmla="*/ 324409 w 1728164"/>
              <a:gd name="csY1877" fmla="*/ 433678 h 1114920"/>
              <a:gd name="csX1878" fmla="*/ 324582 w 1728164"/>
              <a:gd name="csY1878" fmla="*/ 432595 h 1114920"/>
              <a:gd name="csX1879" fmla="*/ 324754 w 1728164"/>
              <a:gd name="csY1879" fmla="*/ 431512 h 1114920"/>
              <a:gd name="csX1880" fmla="*/ 324928 w 1728164"/>
              <a:gd name="csY1880" fmla="*/ 430428 h 1114920"/>
              <a:gd name="csX1881" fmla="*/ 325100 w 1728164"/>
              <a:gd name="csY1881" fmla="*/ 429345 h 1114920"/>
              <a:gd name="csX1882" fmla="*/ 325273 w 1728164"/>
              <a:gd name="csY1882" fmla="*/ 428262 h 1114920"/>
              <a:gd name="csX1883" fmla="*/ 325446 w 1728164"/>
              <a:gd name="csY1883" fmla="*/ 427178 h 1114920"/>
              <a:gd name="csX1884" fmla="*/ 325619 w 1728164"/>
              <a:gd name="csY1884" fmla="*/ 426096 h 1114920"/>
              <a:gd name="csX1885" fmla="*/ 325792 w 1728164"/>
              <a:gd name="csY1885" fmla="*/ 425012 h 1114920"/>
              <a:gd name="csX1886" fmla="*/ 325964 w 1728164"/>
              <a:gd name="csY1886" fmla="*/ 423929 h 1114920"/>
              <a:gd name="csX1887" fmla="*/ 326137 w 1728164"/>
              <a:gd name="csY1887" fmla="*/ 422847 h 1114920"/>
              <a:gd name="csX1888" fmla="*/ 326310 w 1728164"/>
              <a:gd name="csY1888" fmla="*/ 421764 h 1114920"/>
              <a:gd name="csX1889" fmla="*/ 326483 w 1728164"/>
              <a:gd name="csY1889" fmla="*/ 420680 h 1114920"/>
              <a:gd name="csX1890" fmla="*/ 326655 w 1728164"/>
              <a:gd name="csY1890" fmla="*/ 419598 h 1114920"/>
              <a:gd name="csX1891" fmla="*/ 326829 w 1728164"/>
              <a:gd name="csY1891" fmla="*/ 418516 h 1114920"/>
              <a:gd name="csX1892" fmla="*/ 327001 w 1728164"/>
              <a:gd name="csY1892" fmla="*/ 417433 h 1114920"/>
              <a:gd name="csX1893" fmla="*/ 327174 w 1728164"/>
              <a:gd name="csY1893" fmla="*/ 416350 h 1114920"/>
              <a:gd name="csX1894" fmla="*/ 327347 w 1728164"/>
              <a:gd name="csY1894" fmla="*/ 415269 h 1114920"/>
              <a:gd name="csX1895" fmla="*/ 327520 w 1728164"/>
              <a:gd name="csY1895" fmla="*/ 414186 h 1114920"/>
              <a:gd name="csX1896" fmla="*/ 327693 w 1728164"/>
              <a:gd name="csY1896" fmla="*/ 413104 h 1114920"/>
              <a:gd name="csX1897" fmla="*/ 327865 w 1728164"/>
              <a:gd name="csY1897" fmla="*/ 412022 h 1114920"/>
              <a:gd name="csX1898" fmla="*/ 328038 w 1728164"/>
              <a:gd name="csY1898" fmla="*/ 410941 h 1114920"/>
              <a:gd name="csX1899" fmla="*/ 328211 w 1728164"/>
              <a:gd name="csY1899" fmla="*/ 409860 h 1114920"/>
              <a:gd name="csX1900" fmla="*/ 328384 w 1728164"/>
              <a:gd name="csY1900" fmla="*/ 408778 h 1114920"/>
              <a:gd name="csX1901" fmla="*/ 328557 w 1728164"/>
              <a:gd name="csY1901" fmla="*/ 407697 h 1114920"/>
              <a:gd name="csX1902" fmla="*/ 328730 w 1728164"/>
              <a:gd name="csY1902" fmla="*/ 406615 h 1114920"/>
              <a:gd name="csX1903" fmla="*/ 328903 w 1728164"/>
              <a:gd name="csY1903" fmla="*/ 405534 h 1114920"/>
              <a:gd name="csX1904" fmla="*/ 329075 w 1728164"/>
              <a:gd name="csY1904" fmla="*/ 404454 h 1114920"/>
              <a:gd name="csX1905" fmla="*/ 329248 w 1728164"/>
              <a:gd name="csY1905" fmla="*/ 403373 h 1114920"/>
              <a:gd name="csX1906" fmla="*/ 329421 w 1728164"/>
              <a:gd name="csY1906" fmla="*/ 402293 h 1114920"/>
              <a:gd name="csX1907" fmla="*/ 329594 w 1728164"/>
              <a:gd name="csY1907" fmla="*/ 401212 h 1114920"/>
              <a:gd name="csX1908" fmla="*/ 329767 w 1728164"/>
              <a:gd name="csY1908" fmla="*/ 400132 h 1114920"/>
              <a:gd name="csX1909" fmla="*/ 329939 w 1728164"/>
              <a:gd name="csY1909" fmla="*/ 399053 h 1114920"/>
              <a:gd name="csX1910" fmla="*/ 330113 w 1728164"/>
              <a:gd name="csY1910" fmla="*/ 397973 h 1114920"/>
              <a:gd name="csX1911" fmla="*/ 330285 w 1728164"/>
              <a:gd name="csY1911" fmla="*/ 396894 h 1114920"/>
              <a:gd name="csX1912" fmla="*/ 330458 w 1728164"/>
              <a:gd name="csY1912" fmla="*/ 395815 h 1114920"/>
              <a:gd name="csX1913" fmla="*/ 330631 w 1728164"/>
              <a:gd name="csY1913" fmla="*/ 394736 h 1114920"/>
              <a:gd name="csX1914" fmla="*/ 330804 w 1728164"/>
              <a:gd name="csY1914" fmla="*/ 393657 h 1114920"/>
              <a:gd name="csX1915" fmla="*/ 330976 w 1728164"/>
              <a:gd name="csY1915" fmla="*/ 392578 h 1114920"/>
              <a:gd name="csX1916" fmla="*/ 331149 w 1728164"/>
              <a:gd name="csY1916" fmla="*/ 391500 h 1114920"/>
              <a:gd name="csX1917" fmla="*/ 331322 w 1728164"/>
              <a:gd name="csY1917" fmla="*/ 390423 h 1114920"/>
              <a:gd name="csX1918" fmla="*/ 331495 w 1728164"/>
              <a:gd name="csY1918" fmla="*/ 389344 h 1114920"/>
              <a:gd name="csX1919" fmla="*/ 331668 w 1728164"/>
              <a:gd name="csY1919" fmla="*/ 388267 h 1114920"/>
              <a:gd name="csX1920" fmla="*/ 331840 w 1728164"/>
              <a:gd name="csY1920" fmla="*/ 387191 h 1114920"/>
              <a:gd name="csX1921" fmla="*/ 332014 w 1728164"/>
              <a:gd name="csY1921" fmla="*/ 386113 h 1114920"/>
              <a:gd name="csX1922" fmla="*/ 332186 w 1728164"/>
              <a:gd name="csY1922" fmla="*/ 385037 h 1114920"/>
              <a:gd name="csX1923" fmla="*/ 332359 w 1728164"/>
              <a:gd name="csY1923" fmla="*/ 383960 h 1114920"/>
              <a:gd name="csX1924" fmla="*/ 332532 w 1728164"/>
              <a:gd name="csY1924" fmla="*/ 382885 h 1114920"/>
              <a:gd name="csX1925" fmla="*/ 332705 w 1728164"/>
              <a:gd name="csY1925" fmla="*/ 381808 h 1114920"/>
              <a:gd name="csX1926" fmla="*/ 332878 w 1728164"/>
              <a:gd name="csY1926" fmla="*/ 380734 h 1114920"/>
              <a:gd name="csX1927" fmla="*/ 333050 w 1728164"/>
              <a:gd name="csY1927" fmla="*/ 379658 h 1114920"/>
              <a:gd name="csX1928" fmla="*/ 333224 w 1728164"/>
              <a:gd name="csY1928" fmla="*/ 378583 h 1114920"/>
              <a:gd name="csX1929" fmla="*/ 333396 w 1728164"/>
              <a:gd name="csY1929" fmla="*/ 377509 h 1114920"/>
              <a:gd name="csX1930" fmla="*/ 333569 w 1728164"/>
              <a:gd name="csY1930" fmla="*/ 376435 h 1114920"/>
              <a:gd name="csX1931" fmla="*/ 333741 w 1728164"/>
              <a:gd name="csY1931" fmla="*/ 375361 h 1114920"/>
              <a:gd name="csX1932" fmla="*/ 333915 w 1728164"/>
              <a:gd name="csY1932" fmla="*/ 374287 h 1114920"/>
              <a:gd name="csX1933" fmla="*/ 334088 w 1728164"/>
              <a:gd name="csY1933" fmla="*/ 373214 h 1114920"/>
              <a:gd name="csX1934" fmla="*/ 334260 w 1728164"/>
              <a:gd name="csY1934" fmla="*/ 372141 h 1114920"/>
              <a:gd name="csX1935" fmla="*/ 334434 w 1728164"/>
              <a:gd name="csY1935" fmla="*/ 371069 h 1114920"/>
              <a:gd name="csX1936" fmla="*/ 334606 w 1728164"/>
              <a:gd name="csY1936" fmla="*/ 369996 h 1114920"/>
              <a:gd name="csX1937" fmla="*/ 334779 w 1728164"/>
              <a:gd name="csY1937" fmla="*/ 368925 h 1114920"/>
              <a:gd name="csX1938" fmla="*/ 334951 w 1728164"/>
              <a:gd name="csY1938" fmla="*/ 367854 h 1114920"/>
              <a:gd name="csX1939" fmla="*/ 335125 w 1728164"/>
              <a:gd name="csY1939" fmla="*/ 366783 h 1114920"/>
              <a:gd name="csX1940" fmla="*/ 335297 w 1728164"/>
              <a:gd name="csY1940" fmla="*/ 365713 h 1114920"/>
              <a:gd name="csX1941" fmla="*/ 335470 w 1728164"/>
              <a:gd name="csY1941" fmla="*/ 364643 h 1114920"/>
              <a:gd name="csX1942" fmla="*/ 335643 w 1728164"/>
              <a:gd name="csY1942" fmla="*/ 363572 h 1114920"/>
              <a:gd name="csX1943" fmla="*/ 335816 w 1728164"/>
              <a:gd name="csY1943" fmla="*/ 362503 h 1114920"/>
              <a:gd name="csX1944" fmla="*/ 335989 w 1728164"/>
              <a:gd name="csY1944" fmla="*/ 361434 h 1114920"/>
              <a:gd name="csX1945" fmla="*/ 336161 w 1728164"/>
              <a:gd name="csY1945" fmla="*/ 360366 h 1114920"/>
              <a:gd name="csX1946" fmla="*/ 336335 w 1728164"/>
              <a:gd name="csY1946" fmla="*/ 359298 h 1114920"/>
              <a:gd name="csX1947" fmla="*/ 336507 w 1728164"/>
              <a:gd name="csY1947" fmla="*/ 358230 h 1114920"/>
              <a:gd name="csX1948" fmla="*/ 336680 w 1728164"/>
              <a:gd name="csY1948" fmla="*/ 357162 h 1114920"/>
              <a:gd name="csX1949" fmla="*/ 336853 w 1728164"/>
              <a:gd name="csY1949" fmla="*/ 356096 h 1114920"/>
              <a:gd name="csX1950" fmla="*/ 337026 w 1728164"/>
              <a:gd name="csY1950" fmla="*/ 355030 h 1114920"/>
              <a:gd name="csX1951" fmla="*/ 337199 w 1728164"/>
              <a:gd name="csY1951" fmla="*/ 353963 h 1114920"/>
              <a:gd name="csX1952" fmla="*/ 337371 w 1728164"/>
              <a:gd name="csY1952" fmla="*/ 352898 h 1114920"/>
              <a:gd name="csX1953" fmla="*/ 337544 w 1728164"/>
              <a:gd name="csY1953" fmla="*/ 351833 h 1114920"/>
              <a:gd name="csX1954" fmla="*/ 337717 w 1728164"/>
              <a:gd name="csY1954" fmla="*/ 350769 h 1114920"/>
              <a:gd name="csX1955" fmla="*/ 337890 w 1728164"/>
              <a:gd name="csY1955" fmla="*/ 349705 h 1114920"/>
              <a:gd name="csX1956" fmla="*/ 338062 w 1728164"/>
              <a:gd name="csY1956" fmla="*/ 348641 h 1114920"/>
              <a:gd name="csX1957" fmla="*/ 338236 w 1728164"/>
              <a:gd name="csY1957" fmla="*/ 347578 h 1114920"/>
              <a:gd name="csX1958" fmla="*/ 338409 w 1728164"/>
              <a:gd name="csY1958" fmla="*/ 346516 h 1114920"/>
              <a:gd name="csX1959" fmla="*/ 338581 w 1728164"/>
              <a:gd name="csY1959" fmla="*/ 345454 h 1114920"/>
              <a:gd name="csX1960" fmla="*/ 338754 w 1728164"/>
              <a:gd name="csY1960" fmla="*/ 344392 h 1114920"/>
              <a:gd name="csX1961" fmla="*/ 338927 w 1728164"/>
              <a:gd name="csY1961" fmla="*/ 343331 h 1114920"/>
              <a:gd name="csX1962" fmla="*/ 339100 w 1728164"/>
              <a:gd name="csY1962" fmla="*/ 342271 h 1114920"/>
              <a:gd name="csX1963" fmla="*/ 339272 w 1728164"/>
              <a:gd name="csY1963" fmla="*/ 341211 h 1114920"/>
              <a:gd name="csX1964" fmla="*/ 339445 w 1728164"/>
              <a:gd name="csY1964" fmla="*/ 340152 h 1114920"/>
              <a:gd name="csX1965" fmla="*/ 339618 w 1728164"/>
              <a:gd name="csY1965" fmla="*/ 339093 h 1114920"/>
              <a:gd name="csX1966" fmla="*/ 339791 w 1728164"/>
              <a:gd name="csY1966" fmla="*/ 338034 h 1114920"/>
              <a:gd name="csX1967" fmla="*/ 339964 w 1728164"/>
              <a:gd name="csY1967" fmla="*/ 336976 h 1114920"/>
              <a:gd name="csX1968" fmla="*/ 340137 w 1728164"/>
              <a:gd name="csY1968" fmla="*/ 335919 h 1114920"/>
              <a:gd name="csX1969" fmla="*/ 340310 w 1728164"/>
              <a:gd name="csY1969" fmla="*/ 334863 h 1114920"/>
              <a:gd name="csX1970" fmla="*/ 340482 w 1728164"/>
              <a:gd name="csY1970" fmla="*/ 333807 h 1114920"/>
              <a:gd name="csX1971" fmla="*/ 340655 w 1728164"/>
              <a:gd name="csY1971" fmla="*/ 332751 h 1114920"/>
              <a:gd name="csX1972" fmla="*/ 340828 w 1728164"/>
              <a:gd name="csY1972" fmla="*/ 331696 h 1114920"/>
              <a:gd name="csX1973" fmla="*/ 341001 w 1728164"/>
              <a:gd name="csY1973" fmla="*/ 330642 h 1114920"/>
              <a:gd name="csX1974" fmla="*/ 341174 w 1728164"/>
              <a:gd name="csY1974" fmla="*/ 329588 h 1114920"/>
              <a:gd name="csX1975" fmla="*/ 341346 w 1728164"/>
              <a:gd name="csY1975" fmla="*/ 328535 h 1114920"/>
              <a:gd name="csX1976" fmla="*/ 341520 w 1728164"/>
              <a:gd name="csY1976" fmla="*/ 327483 h 1114920"/>
              <a:gd name="csX1977" fmla="*/ 341692 w 1728164"/>
              <a:gd name="csY1977" fmla="*/ 326431 h 1114920"/>
              <a:gd name="csX1978" fmla="*/ 341865 w 1728164"/>
              <a:gd name="csY1978" fmla="*/ 325380 h 1114920"/>
              <a:gd name="csX1979" fmla="*/ 342038 w 1728164"/>
              <a:gd name="csY1979" fmla="*/ 324329 h 1114920"/>
              <a:gd name="csX1980" fmla="*/ 342211 w 1728164"/>
              <a:gd name="csY1980" fmla="*/ 323279 h 1114920"/>
              <a:gd name="csX1981" fmla="*/ 342383 w 1728164"/>
              <a:gd name="csY1981" fmla="*/ 322230 h 1114920"/>
              <a:gd name="csX1982" fmla="*/ 342556 w 1728164"/>
              <a:gd name="csY1982" fmla="*/ 321181 h 1114920"/>
              <a:gd name="csX1983" fmla="*/ 342730 w 1728164"/>
              <a:gd name="csY1983" fmla="*/ 320133 h 1114920"/>
              <a:gd name="csX1984" fmla="*/ 342902 w 1728164"/>
              <a:gd name="csY1984" fmla="*/ 319086 h 1114920"/>
              <a:gd name="csX1985" fmla="*/ 343075 w 1728164"/>
              <a:gd name="csY1985" fmla="*/ 318038 h 1114920"/>
              <a:gd name="csX1986" fmla="*/ 343247 w 1728164"/>
              <a:gd name="csY1986" fmla="*/ 316992 h 1114920"/>
              <a:gd name="csX1987" fmla="*/ 343421 w 1728164"/>
              <a:gd name="csY1987" fmla="*/ 315947 h 1114920"/>
              <a:gd name="csX1988" fmla="*/ 343593 w 1728164"/>
              <a:gd name="csY1988" fmla="*/ 314902 h 1114920"/>
              <a:gd name="csX1989" fmla="*/ 343766 w 1728164"/>
              <a:gd name="csY1989" fmla="*/ 313858 h 1114920"/>
              <a:gd name="csX1990" fmla="*/ 343939 w 1728164"/>
              <a:gd name="csY1990" fmla="*/ 312815 h 1114920"/>
              <a:gd name="csX1991" fmla="*/ 344112 w 1728164"/>
              <a:gd name="csY1991" fmla="*/ 311773 h 1114920"/>
              <a:gd name="csX1992" fmla="*/ 344285 w 1728164"/>
              <a:gd name="csY1992" fmla="*/ 310730 h 1114920"/>
              <a:gd name="csX1993" fmla="*/ 344457 w 1728164"/>
              <a:gd name="csY1993" fmla="*/ 309689 h 1114920"/>
              <a:gd name="csX1994" fmla="*/ 344631 w 1728164"/>
              <a:gd name="csY1994" fmla="*/ 308649 h 1114920"/>
              <a:gd name="csX1995" fmla="*/ 344803 w 1728164"/>
              <a:gd name="csY1995" fmla="*/ 307609 h 1114920"/>
              <a:gd name="csX1996" fmla="*/ 344976 w 1728164"/>
              <a:gd name="csY1996" fmla="*/ 306570 h 1114920"/>
              <a:gd name="csX1997" fmla="*/ 345148 w 1728164"/>
              <a:gd name="csY1997" fmla="*/ 305532 h 1114920"/>
              <a:gd name="csX1998" fmla="*/ 345322 w 1728164"/>
              <a:gd name="csY1998" fmla="*/ 304495 h 1114920"/>
              <a:gd name="csX1999" fmla="*/ 345495 w 1728164"/>
              <a:gd name="csY1999" fmla="*/ 303457 h 1114920"/>
              <a:gd name="csX2000" fmla="*/ 345667 w 1728164"/>
              <a:gd name="csY2000" fmla="*/ 302422 h 1114920"/>
              <a:gd name="csX2001" fmla="*/ 345841 w 1728164"/>
              <a:gd name="csY2001" fmla="*/ 301386 h 1114920"/>
              <a:gd name="csX2002" fmla="*/ 346013 w 1728164"/>
              <a:gd name="csY2002" fmla="*/ 300351 h 1114920"/>
              <a:gd name="csX2003" fmla="*/ 346186 w 1728164"/>
              <a:gd name="csY2003" fmla="*/ 299319 h 1114920"/>
              <a:gd name="csX2004" fmla="*/ 346358 w 1728164"/>
              <a:gd name="csY2004" fmla="*/ 298285 h 1114920"/>
              <a:gd name="csX2005" fmla="*/ 346532 w 1728164"/>
              <a:gd name="csY2005" fmla="*/ 297253 h 1114920"/>
              <a:gd name="csX2006" fmla="*/ 346704 w 1728164"/>
              <a:gd name="csY2006" fmla="*/ 296222 h 1114920"/>
              <a:gd name="csX2007" fmla="*/ 346877 w 1728164"/>
              <a:gd name="csY2007" fmla="*/ 295192 h 1114920"/>
              <a:gd name="csX2008" fmla="*/ 347050 w 1728164"/>
              <a:gd name="csY2008" fmla="*/ 294161 h 1114920"/>
              <a:gd name="csX2009" fmla="*/ 347223 w 1728164"/>
              <a:gd name="csY2009" fmla="*/ 293133 h 1114920"/>
              <a:gd name="csX2010" fmla="*/ 347396 w 1728164"/>
              <a:gd name="csY2010" fmla="*/ 292104 h 1114920"/>
              <a:gd name="csX2011" fmla="*/ 347568 w 1728164"/>
              <a:gd name="csY2011" fmla="*/ 291078 h 1114920"/>
              <a:gd name="csX2012" fmla="*/ 347742 w 1728164"/>
              <a:gd name="csY2012" fmla="*/ 290051 h 1114920"/>
              <a:gd name="csX2013" fmla="*/ 347914 w 1728164"/>
              <a:gd name="csY2013" fmla="*/ 289025 h 1114920"/>
              <a:gd name="csX2014" fmla="*/ 348087 w 1728164"/>
              <a:gd name="csY2014" fmla="*/ 288001 h 1114920"/>
              <a:gd name="csX2015" fmla="*/ 348260 w 1728164"/>
              <a:gd name="csY2015" fmla="*/ 286977 h 1114920"/>
              <a:gd name="csX2016" fmla="*/ 348433 w 1728164"/>
              <a:gd name="csY2016" fmla="*/ 285954 h 1114920"/>
              <a:gd name="csX2017" fmla="*/ 348606 w 1728164"/>
              <a:gd name="csY2017" fmla="*/ 284932 h 1114920"/>
              <a:gd name="csX2018" fmla="*/ 348778 w 1728164"/>
              <a:gd name="csY2018" fmla="*/ 283911 h 1114920"/>
              <a:gd name="csX2019" fmla="*/ 348951 w 1728164"/>
              <a:gd name="csY2019" fmla="*/ 282890 h 1114920"/>
              <a:gd name="csX2020" fmla="*/ 349124 w 1728164"/>
              <a:gd name="csY2020" fmla="*/ 281871 h 1114920"/>
              <a:gd name="csX2021" fmla="*/ 349297 w 1728164"/>
              <a:gd name="csY2021" fmla="*/ 280852 h 1114920"/>
              <a:gd name="csX2022" fmla="*/ 349469 w 1728164"/>
              <a:gd name="csY2022" fmla="*/ 279834 h 1114920"/>
              <a:gd name="csX2023" fmla="*/ 349643 w 1728164"/>
              <a:gd name="csY2023" fmla="*/ 278818 h 1114920"/>
              <a:gd name="csX2024" fmla="*/ 349816 w 1728164"/>
              <a:gd name="csY2024" fmla="*/ 277802 h 1114920"/>
              <a:gd name="csX2025" fmla="*/ 349988 w 1728164"/>
              <a:gd name="csY2025" fmla="*/ 276787 h 1114920"/>
              <a:gd name="csX2026" fmla="*/ 350161 w 1728164"/>
              <a:gd name="csY2026" fmla="*/ 275772 h 1114920"/>
              <a:gd name="csX2027" fmla="*/ 350334 w 1728164"/>
              <a:gd name="csY2027" fmla="*/ 274760 h 1114920"/>
              <a:gd name="csX2028" fmla="*/ 350507 w 1728164"/>
              <a:gd name="csY2028" fmla="*/ 273748 h 1114920"/>
              <a:gd name="csX2029" fmla="*/ 350679 w 1728164"/>
              <a:gd name="csY2029" fmla="*/ 272736 h 1114920"/>
              <a:gd name="csX2030" fmla="*/ 350852 w 1728164"/>
              <a:gd name="csY2030" fmla="*/ 271726 h 1114920"/>
              <a:gd name="csX2031" fmla="*/ 351025 w 1728164"/>
              <a:gd name="csY2031" fmla="*/ 270717 h 1114920"/>
              <a:gd name="csX2032" fmla="*/ 351198 w 1728164"/>
              <a:gd name="csY2032" fmla="*/ 269709 h 1114920"/>
              <a:gd name="csX2033" fmla="*/ 351371 w 1728164"/>
              <a:gd name="csY2033" fmla="*/ 268701 h 1114920"/>
              <a:gd name="csX2034" fmla="*/ 351544 w 1728164"/>
              <a:gd name="csY2034" fmla="*/ 267694 h 1114920"/>
              <a:gd name="csX2035" fmla="*/ 351717 w 1728164"/>
              <a:gd name="csY2035" fmla="*/ 266689 h 1114920"/>
              <a:gd name="csX2036" fmla="*/ 351889 w 1728164"/>
              <a:gd name="csY2036" fmla="*/ 265685 h 1114920"/>
              <a:gd name="csX2037" fmla="*/ 352062 w 1728164"/>
              <a:gd name="csY2037" fmla="*/ 264681 h 1114920"/>
              <a:gd name="csX2038" fmla="*/ 352235 w 1728164"/>
              <a:gd name="csY2038" fmla="*/ 263679 h 1114920"/>
              <a:gd name="csX2039" fmla="*/ 352408 w 1728164"/>
              <a:gd name="csY2039" fmla="*/ 262677 h 1114920"/>
              <a:gd name="csX2040" fmla="*/ 352581 w 1728164"/>
              <a:gd name="csY2040" fmla="*/ 261677 h 1114920"/>
              <a:gd name="csX2041" fmla="*/ 352753 w 1728164"/>
              <a:gd name="csY2041" fmla="*/ 260677 h 1114920"/>
              <a:gd name="csX2042" fmla="*/ 352927 w 1728164"/>
              <a:gd name="csY2042" fmla="*/ 259679 h 1114920"/>
              <a:gd name="csX2043" fmla="*/ 353099 w 1728164"/>
              <a:gd name="csY2043" fmla="*/ 258681 h 1114920"/>
              <a:gd name="csX2044" fmla="*/ 353272 w 1728164"/>
              <a:gd name="csY2044" fmla="*/ 257685 h 1114920"/>
              <a:gd name="csX2045" fmla="*/ 353445 w 1728164"/>
              <a:gd name="csY2045" fmla="*/ 256689 h 1114920"/>
              <a:gd name="csX2046" fmla="*/ 353618 w 1728164"/>
              <a:gd name="csY2046" fmla="*/ 255696 h 1114920"/>
              <a:gd name="csX2047" fmla="*/ 353790 w 1728164"/>
              <a:gd name="csY2047" fmla="*/ 254702 h 1114920"/>
              <a:gd name="csX2048" fmla="*/ 353963 w 1728164"/>
              <a:gd name="csY2048" fmla="*/ 253710 h 1114920"/>
              <a:gd name="csX2049" fmla="*/ 354137 w 1728164"/>
              <a:gd name="csY2049" fmla="*/ 252719 h 1114920"/>
              <a:gd name="csX2050" fmla="*/ 354309 w 1728164"/>
              <a:gd name="csY2050" fmla="*/ 251729 h 1114920"/>
              <a:gd name="csX2051" fmla="*/ 354482 w 1728164"/>
              <a:gd name="csY2051" fmla="*/ 250740 h 1114920"/>
              <a:gd name="csX2052" fmla="*/ 354654 w 1728164"/>
              <a:gd name="csY2052" fmla="*/ 249753 h 1114920"/>
              <a:gd name="csX2053" fmla="*/ 354828 w 1728164"/>
              <a:gd name="csY2053" fmla="*/ 248765 h 1114920"/>
              <a:gd name="csX2054" fmla="*/ 355000 w 1728164"/>
              <a:gd name="csY2054" fmla="*/ 247781 h 1114920"/>
              <a:gd name="csX2055" fmla="*/ 355173 w 1728164"/>
              <a:gd name="csY2055" fmla="*/ 246796 h 1114920"/>
              <a:gd name="csX2056" fmla="*/ 355346 w 1728164"/>
              <a:gd name="csY2056" fmla="*/ 245813 h 1114920"/>
              <a:gd name="csX2057" fmla="*/ 355519 w 1728164"/>
              <a:gd name="csY2057" fmla="*/ 244830 h 1114920"/>
              <a:gd name="csX2058" fmla="*/ 355692 w 1728164"/>
              <a:gd name="csY2058" fmla="*/ 243849 h 1114920"/>
              <a:gd name="csX2059" fmla="*/ 355864 w 1728164"/>
              <a:gd name="csY2059" fmla="*/ 242869 h 1114920"/>
              <a:gd name="csX2060" fmla="*/ 356038 w 1728164"/>
              <a:gd name="csY2060" fmla="*/ 241890 h 1114920"/>
              <a:gd name="csX2061" fmla="*/ 356210 w 1728164"/>
              <a:gd name="csY2061" fmla="*/ 240912 h 1114920"/>
              <a:gd name="csX2062" fmla="*/ 356383 w 1728164"/>
              <a:gd name="csY2062" fmla="*/ 239936 h 1114920"/>
              <a:gd name="csX2063" fmla="*/ 356556 w 1728164"/>
              <a:gd name="csY2063" fmla="*/ 238961 h 1114920"/>
              <a:gd name="csX2064" fmla="*/ 356729 w 1728164"/>
              <a:gd name="csY2064" fmla="*/ 237986 h 1114920"/>
              <a:gd name="csX2065" fmla="*/ 356902 w 1728164"/>
              <a:gd name="csY2065" fmla="*/ 237013 h 1114920"/>
              <a:gd name="csX2066" fmla="*/ 357074 w 1728164"/>
              <a:gd name="csY2066" fmla="*/ 236041 h 1114920"/>
              <a:gd name="csX2067" fmla="*/ 357248 w 1728164"/>
              <a:gd name="csY2067" fmla="*/ 235070 h 1114920"/>
              <a:gd name="csX2068" fmla="*/ 357420 w 1728164"/>
              <a:gd name="csY2068" fmla="*/ 234100 h 1114920"/>
              <a:gd name="csX2069" fmla="*/ 357593 w 1728164"/>
              <a:gd name="csY2069" fmla="*/ 233133 h 1114920"/>
              <a:gd name="csX2070" fmla="*/ 357765 w 1728164"/>
              <a:gd name="csY2070" fmla="*/ 232165 h 1114920"/>
              <a:gd name="csX2071" fmla="*/ 357939 w 1728164"/>
              <a:gd name="csY2071" fmla="*/ 231199 h 1114920"/>
              <a:gd name="csX2072" fmla="*/ 358111 w 1728164"/>
              <a:gd name="csY2072" fmla="*/ 230235 h 1114920"/>
              <a:gd name="csX2073" fmla="*/ 358284 w 1728164"/>
              <a:gd name="csY2073" fmla="*/ 229271 h 1114920"/>
              <a:gd name="csX2074" fmla="*/ 358457 w 1728164"/>
              <a:gd name="csY2074" fmla="*/ 228309 h 1114920"/>
              <a:gd name="csX2075" fmla="*/ 358630 w 1728164"/>
              <a:gd name="csY2075" fmla="*/ 227348 h 1114920"/>
              <a:gd name="csX2076" fmla="*/ 358803 w 1728164"/>
              <a:gd name="csY2076" fmla="*/ 226388 h 1114920"/>
              <a:gd name="csX2077" fmla="*/ 358975 w 1728164"/>
              <a:gd name="csY2077" fmla="*/ 225429 h 1114920"/>
              <a:gd name="csX2078" fmla="*/ 359149 w 1728164"/>
              <a:gd name="csY2078" fmla="*/ 224472 h 1114920"/>
              <a:gd name="csX2079" fmla="*/ 359321 w 1728164"/>
              <a:gd name="csY2079" fmla="*/ 223516 h 1114920"/>
              <a:gd name="csX2080" fmla="*/ 359494 w 1728164"/>
              <a:gd name="csY2080" fmla="*/ 222561 h 1114920"/>
              <a:gd name="csX2081" fmla="*/ 359667 w 1728164"/>
              <a:gd name="csY2081" fmla="*/ 221608 h 1114920"/>
              <a:gd name="csX2082" fmla="*/ 359840 w 1728164"/>
              <a:gd name="csY2082" fmla="*/ 220655 h 1114920"/>
              <a:gd name="csX2083" fmla="*/ 360013 w 1728164"/>
              <a:gd name="csY2083" fmla="*/ 219704 h 1114920"/>
              <a:gd name="csX2084" fmla="*/ 360185 w 1728164"/>
              <a:gd name="csY2084" fmla="*/ 218755 h 1114920"/>
              <a:gd name="csX2085" fmla="*/ 360358 w 1728164"/>
              <a:gd name="csY2085" fmla="*/ 217807 h 1114920"/>
              <a:gd name="csX2086" fmla="*/ 360531 w 1728164"/>
              <a:gd name="csY2086" fmla="*/ 216859 h 1114920"/>
              <a:gd name="csX2087" fmla="*/ 360704 w 1728164"/>
              <a:gd name="csY2087" fmla="*/ 215913 h 1114920"/>
              <a:gd name="csX2088" fmla="*/ 360877 w 1728164"/>
              <a:gd name="csY2088" fmla="*/ 214970 h 1114920"/>
              <a:gd name="csX2089" fmla="*/ 361050 w 1728164"/>
              <a:gd name="csY2089" fmla="*/ 214027 h 1114920"/>
              <a:gd name="csX2090" fmla="*/ 361223 w 1728164"/>
              <a:gd name="csY2090" fmla="*/ 213084 h 1114920"/>
              <a:gd name="csX2091" fmla="*/ 361395 w 1728164"/>
              <a:gd name="csY2091" fmla="*/ 212144 h 1114920"/>
              <a:gd name="csX2092" fmla="*/ 361568 w 1728164"/>
              <a:gd name="csY2092" fmla="*/ 211205 h 1114920"/>
              <a:gd name="csX2093" fmla="*/ 361741 w 1728164"/>
              <a:gd name="csY2093" fmla="*/ 210267 h 1114920"/>
              <a:gd name="csX2094" fmla="*/ 361914 w 1728164"/>
              <a:gd name="csY2094" fmla="*/ 209331 h 1114920"/>
              <a:gd name="csX2095" fmla="*/ 362086 w 1728164"/>
              <a:gd name="csY2095" fmla="*/ 208396 h 1114920"/>
              <a:gd name="csX2096" fmla="*/ 362259 w 1728164"/>
              <a:gd name="csY2096" fmla="*/ 207462 h 1114920"/>
              <a:gd name="csX2097" fmla="*/ 362432 w 1728164"/>
              <a:gd name="csY2097" fmla="*/ 206530 h 1114920"/>
              <a:gd name="csX2098" fmla="*/ 362605 w 1728164"/>
              <a:gd name="csY2098" fmla="*/ 205599 h 1114920"/>
              <a:gd name="csX2099" fmla="*/ 362778 w 1728164"/>
              <a:gd name="csY2099" fmla="*/ 204669 h 1114920"/>
              <a:gd name="csX2100" fmla="*/ 362951 w 1728164"/>
              <a:gd name="csY2100" fmla="*/ 203740 h 1114920"/>
              <a:gd name="csX2101" fmla="*/ 363124 w 1728164"/>
              <a:gd name="csY2101" fmla="*/ 202814 h 1114920"/>
              <a:gd name="csX2102" fmla="*/ 363296 w 1728164"/>
              <a:gd name="csY2102" fmla="*/ 201889 h 1114920"/>
              <a:gd name="csX2103" fmla="*/ 363469 w 1728164"/>
              <a:gd name="csY2103" fmla="*/ 200965 h 1114920"/>
              <a:gd name="csX2104" fmla="*/ 363642 w 1728164"/>
              <a:gd name="csY2104" fmla="*/ 200042 h 1114920"/>
              <a:gd name="csX2105" fmla="*/ 363815 w 1728164"/>
              <a:gd name="csY2105" fmla="*/ 199121 h 1114920"/>
              <a:gd name="csX2106" fmla="*/ 363988 w 1728164"/>
              <a:gd name="csY2106" fmla="*/ 198202 h 1114920"/>
              <a:gd name="csX2107" fmla="*/ 364160 w 1728164"/>
              <a:gd name="csY2107" fmla="*/ 197283 h 1114920"/>
              <a:gd name="csX2108" fmla="*/ 364334 w 1728164"/>
              <a:gd name="csY2108" fmla="*/ 196366 h 1114920"/>
              <a:gd name="csX2109" fmla="*/ 364506 w 1728164"/>
              <a:gd name="csY2109" fmla="*/ 195451 h 1114920"/>
              <a:gd name="csX2110" fmla="*/ 364679 w 1728164"/>
              <a:gd name="csY2110" fmla="*/ 194537 h 1114920"/>
              <a:gd name="csX2111" fmla="*/ 364852 w 1728164"/>
              <a:gd name="csY2111" fmla="*/ 193624 h 1114920"/>
              <a:gd name="csX2112" fmla="*/ 365025 w 1728164"/>
              <a:gd name="csY2112" fmla="*/ 192713 h 1114920"/>
              <a:gd name="csX2113" fmla="*/ 365198 w 1728164"/>
              <a:gd name="csY2113" fmla="*/ 191804 h 1114920"/>
              <a:gd name="csX2114" fmla="*/ 365370 w 1728164"/>
              <a:gd name="csY2114" fmla="*/ 190896 h 1114920"/>
              <a:gd name="csX2115" fmla="*/ 365544 w 1728164"/>
              <a:gd name="csY2115" fmla="*/ 189989 h 1114920"/>
              <a:gd name="csX2116" fmla="*/ 365716 w 1728164"/>
              <a:gd name="csY2116" fmla="*/ 189084 h 1114920"/>
              <a:gd name="csX2117" fmla="*/ 365889 w 1728164"/>
              <a:gd name="csY2117" fmla="*/ 188181 h 1114920"/>
              <a:gd name="csX2118" fmla="*/ 366061 w 1728164"/>
              <a:gd name="csY2118" fmla="*/ 187278 h 1114920"/>
              <a:gd name="csX2119" fmla="*/ 366235 w 1728164"/>
              <a:gd name="csY2119" fmla="*/ 186377 h 1114920"/>
              <a:gd name="csX2120" fmla="*/ 366407 w 1728164"/>
              <a:gd name="csY2120" fmla="*/ 185479 h 1114920"/>
              <a:gd name="csX2121" fmla="*/ 366580 w 1728164"/>
              <a:gd name="csY2121" fmla="*/ 184581 h 1114920"/>
              <a:gd name="csX2122" fmla="*/ 366753 w 1728164"/>
              <a:gd name="csY2122" fmla="*/ 183685 h 1114920"/>
              <a:gd name="csX2123" fmla="*/ 366926 w 1728164"/>
              <a:gd name="csY2123" fmla="*/ 182790 h 1114920"/>
              <a:gd name="csX2124" fmla="*/ 367099 w 1728164"/>
              <a:gd name="csY2124" fmla="*/ 181897 h 1114920"/>
              <a:gd name="csX2125" fmla="*/ 367271 w 1728164"/>
              <a:gd name="csY2125" fmla="*/ 181006 h 1114920"/>
              <a:gd name="csX2126" fmla="*/ 367445 w 1728164"/>
              <a:gd name="csY2126" fmla="*/ 180116 h 1114920"/>
              <a:gd name="csX2127" fmla="*/ 367617 w 1728164"/>
              <a:gd name="csY2127" fmla="*/ 179227 h 1114920"/>
              <a:gd name="csX2128" fmla="*/ 367790 w 1728164"/>
              <a:gd name="csY2128" fmla="*/ 178341 h 1114920"/>
              <a:gd name="csX2129" fmla="*/ 367963 w 1728164"/>
              <a:gd name="csY2129" fmla="*/ 177455 h 1114920"/>
              <a:gd name="csX2130" fmla="*/ 368136 w 1728164"/>
              <a:gd name="csY2130" fmla="*/ 176572 h 1114920"/>
              <a:gd name="csX2131" fmla="*/ 368309 w 1728164"/>
              <a:gd name="csY2131" fmla="*/ 175690 h 1114920"/>
              <a:gd name="csX2132" fmla="*/ 368481 w 1728164"/>
              <a:gd name="csY2132" fmla="*/ 174809 h 1114920"/>
              <a:gd name="csX2133" fmla="*/ 368655 w 1728164"/>
              <a:gd name="csY2133" fmla="*/ 173930 h 1114920"/>
              <a:gd name="csX2134" fmla="*/ 368827 w 1728164"/>
              <a:gd name="csY2134" fmla="*/ 173053 h 1114920"/>
              <a:gd name="csX2135" fmla="*/ 369000 w 1728164"/>
              <a:gd name="csY2135" fmla="*/ 172178 h 1114920"/>
              <a:gd name="csX2136" fmla="*/ 369172 w 1728164"/>
              <a:gd name="csY2136" fmla="*/ 171303 h 1114920"/>
              <a:gd name="csX2137" fmla="*/ 369346 w 1728164"/>
              <a:gd name="csY2137" fmla="*/ 170430 h 1114920"/>
              <a:gd name="csX2138" fmla="*/ 369519 w 1728164"/>
              <a:gd name="csY2138" fmla="*/ 169559 h 1114920"/>
              <a:gd name="csX2139" fmla="*/ 369691 w 1728164"/>
              <a:gd name="csY2139" fmla="*/ 168690 h 1114920"/>
              <a:gd name="csX2140" fmla="*/ 369864 w 1728164"/>
              <a:gd name="csY2140" fmla="*/ 167823 h 1114920"/>
              <a:gd name="csX2141" fmla="*/ 370037 w 1728164"/>
              <a:gd name="csY2141" fmla="*/ 166957 h 1114920"/>
              <a:gd name="csX2142" fmla="*/ 370210 w 1728164"/>
              <a:gd name="csY2142" fmla="*/ 166092 h 1114920"/>
              <a:gd name="csX2143" fmla="*/ 370382 w 1728164"/>
              <a:gd name="csY2143" fmla="*/ 165230 h 1114920"/>
              <a:gd name="csX2144" fmla="*/ 370556 w 1728164"/>
              <a:gd name="csY2144" fmla="*/ 164369 h 1114920"/>
              <a:gd name="csX2145" fmla="*/ 370728 w 1728164"/>
              <a:gd name="csY2145" fmla="*/ 163510 h 1114920"/>
              <a:gd name="csX2146" fmla="*/ 370901 w 1728164"/>
              <a:gd name="csY2146" fmla="*/ 162652 h 1114920"/>
              <a:gd name="csX2147" fmla="*/ 371074 w 1728164"/>
              <a:gd name="csY2147" fmla="*/ 161795 h 1114920"/>
              <a:gd name="csX2148" fmla="*/ 371247 w 1728164"/>
              <a:gd name="csY2148" fmla="*/ 160941 h 1114920"/>
              <a:gd name="csX2149" fmla="*/ 371420 w 1728164"/>
              <a:gd name="csY2149" fmla="*/ 160089 h 1114920"/>
              <a:gd name="csX2150" fmla="*/ 371592 w 1728164"/>
              <a:gd name="csY2150" fmla="*/ 159238 h 1114920"/>
              <a:gd name="csX2151" fmla="*/ 371765 w 1728164"/>
              <a:gd name="csY2151" fmla="*/ 158389 h 1114920"/>
              <a:gd name="csX2152" fmla="*/ 371938 w 1728164"/>
              <a:gd name="csY2152" fmla="*/ 157541 h 1114920"/>
              <a:gd name="csX2153" fmla="*/ 372111 w 1728164"/>
              <a:gd name="csY2153" fmla="*/ 156695 h 1114920"/>
              <a:gd name="csX2154" fmla="*/ 372284 w 1728164"/>
              <a:gd name="csY2154" fmla="*/ 155851 h 1114920"/>
              <a:gd name="csX2155" fmla="*/ 372457 w 1728164"/>
              <a:gd name="csY2155" fmla="*/ 155008 h 1114920"/>
              <a:gd name="csX2156" fmla="*/ 372630 w 1728164"/>
              <a:gd name="csY2156" fmla="*/ 154168 h 1114920"/>
              <a:gd name="csX2157" fmla="*/ 372802 w 1728164"/>
              <a:gd name="csY2157" fmla="*/ 153329 h 1114920"/>
              <a:gd name="csX2158" fmla="*/ 372975 w 1728164"/>
              <a:gd name="csY2158" fmla="*/ 152492 h 1114920"/>
              <a:gd name="csX2159" fmla="*/ 373148 w 1728164"/>
              <a:gd name="csY2159" fmla="*/ 151656 h 1114920"/>
              <a:gd name="csX2160" fmla="*/ 373321 w 1728164"/>
              <a:gd name="csY2160" fmla="*/ 150823 h 1114920"/>
              <a:gd name="csX2161" fmla="*/ 373493 w 1728164"/>
              <a:gd name="csY2161" fmla="*/ 149991 h 1114920"/>
              <a:gd name="csX2162" fmla="*/ 373666 w 1728164"/>
              <a:gd name="csY2162" fmla="*/ 149161 h 1114920"/>
              <a:gd name="csX2163" fmla="*/ 373840 w 1728164"/>
              <a:gd name="csY2163" fmla="*/ 148332 h 1114920"/>
              <a:gd name="csX2164" fmla="*/ 374012 w 1728164"/>
              <a:gd name="csY2164" fmla="*/ 147505 h 1114920"/>
              <a:gd name="csX2165" fmla="*/ 374185 w 1728164"/>
              <a:gd name="csY2165" fmla="*/ 146680 h 1114920"/>
              <a:gd name="csX2166" fmla="*/ 374358 w 1728164"/>
              <a:gd name="csY2166" fmla="*/ 145857 h 1114920"/>
              <a:gd name="csX2167" fmla="*/ 374531 w 1728164"/>
              <a:gd name="csY2167" fmla="*/ 145036 h 1114920"/>
              <a:gd name="csX2168" fmla="*/ 374703 w 1728164"/>
              <a:gd name="csY2168" fmla="*/ 144217 h 1114920"/>
              <a:gd name="csX2169" fmla="*/ 374876 w 1728164"/>
              <a:gd name="csY2169" fmla="*/ 143399 h 1114920"/>
              <a:gd name="csX2170" fmla="*/ 375049 w 1728164"/>
              <a:gd name="csY2170" fmla="*/ 142583 h 1114920"/>
              <a:gd name="csX2171" fmla="*/ 375222 w 1728164"/>
              <a:gd name="csY2171" fmla="*/ 141769 h 1114920"/>
              <a:gd name="csX2172" fmla="*/ 375395 w 1728164"/>
              <a:gd name="csY2172" fmla="*/ 140956 h 1114920"/>
              <a:gd name="csX2173" fmla="*/ 375567 w 1728164"/>
              <a:gd name="csY2173" fmla="*/ 140146 h 1114920"/>
              <a:gd name="csX2174" fmla="*/ 375741 w 1728164"/>
              <a:gd name="csY2174" fmla="*/ 139337 h 1114920"/>
              <a:gd name="csX2175" fmla="*/ 375913 w 1728164"/>
              <a:gd name="csY2175" fmla="*/ 138530 h 1114920"/>
              <a:gd name="csX2176" fmla="*/ 376086 w 1728164"/>
              <a:gd name="csY2176" fmla="*/ 137726 h 1114920"/>
              <a:gd name="csX2177" fmla="*/ 376259 w 1728164"/>
              <a:gd name="csY2177" fmla="*/ 136923 h 1114920"/>
              <a:gd name="csX2178" fmla="*/ 376432 w 1728164"/>
              <a:gd name="csY2178" fmla="*/ 136121 h 1114920"/>
              <a:gd name="csX2179" fmla="*/ 376605 w 1728164"/>
              <a:gd name="csY2179" fmla="*/ 135322 h 1114920"/>
              <a:gd name="csX2180" fmla="*/ 376777 w 1728164"/>
              <a:gd name="csY2180" fmla="*/ 134524 h 1114920"/>
              <a:gd name="csX2181" fmla="*/ 376951 w 1728164"/>
              <a:gd name="csY2181" fmla="*/ 133729 h 1114920"/>
              <a:gd name="csX2182" fmla="*/ 377123 w 1728164"/>
              <a:gd name="csY2182" fmla="*/ 132935 h 1114920"/>
              <a:gd name="csX2183" fmla="*/ 377296 w 1728164"/>
              <a:gd name="csY2183" fmla="*/ 132143 h 1114920"/>
              <a:gd name="csX2184" fmla="*/ 377468 w 1728164"/>
              <a:gd name="csY2184" fmla="*/ 131353 h 1114920"/>
              <a:gd name="csX2185" fmla="*/ 377642 w 1728164"/>
              <a:gd name="csY2185" fmla="*/ 130565 h 1114920"/>
              <a:gd name="csX2186" fmla="*/ 377814 w 1728164"/>
              <a:gd name="csY2186" fmla="*/ 129779 h 1114920"/>
              <a:gd name="csX2187" fmla="*/ 377987 w 1728164"/>
              <a:gd name="csY2187" fmla="*/ 128994 h 1114920"/>
              <a:gd name="csX2188" fmla="*/ 378161 w 1728164"/>
              <a:gd name="csY2188" fmla="*/ 128212 h 1114920"/>
              <a:gd name="csX2189" fmla="*/ 378333 w 1728164"/>
              <a:gd name="csY2189" fmla="*/ 127431 h 1114920"/>
              <a:gd name="csX2190" fmla="*/ 378506 w 1728164"/>
              <a:gd name="csY2190" fmla="*/ 126653 h 1114920"/>
              <a:gd name="csX2191" fmla="*/ 378678 w 1728164"/>
              <a:gd name="csY2191" fmla="*/ 125876 h 1114920"/>
              <a:gd name="csX2192" fmla="*/ 378852 w 1728164"/>
              <a:gd name="csY2192" fmla="*/ 125101 h 1114920"/>
              <a:gd name="csX2193" fmla="*/ 379024 w 1728164"/>
              <a:gd name="csY2193" fmla="*/ 124329 h 1114920"/>
              <a:gd name="csX2194" fmla="*/ 379197 w 1728164"/>
              <a:gd name="csY2194" fmla="*/ 123558 h 1114920"/>
              <a:gd name="csX2195" fmla="*/ 379370 w 1728164"/>
              <a:gd name="csY2195" fmla="*/ 122789 h 1114920"/>
              <a:gd name="csX2196" fmla="*/ 379543 w 1728164"/>
              <a:gd name="csY2196" fmla="*/ 122022 h 1114920"/>
              <a:gd name="csX2197" fmla="*/ 379716 w 1728164"/>
              <a:gd name="csY2197" fmla="*/ 121257 h 1114920"/>
              <a:gd name="csX2198" fmla="*/ 379888 w 1728164"/>
              <a:gd name="csY2198" fmla="*/ 120494 h 1114920"/>
              <a:gd name="csX2199" fmla="*/ 380062 w 1728164"/>
              <a:gd name="csY2199" fmla="*/ 119733 h 1114920"/>
              <a:gd name="csX2200" fmla="*/ 380234 w 1728164"/>
              <a:gd name="csY2200" fmla="*/ 118974 h 1114920"/>
              <a:gd name="csX2201" fmla="*/ 380407 w 1728164"/>
              <a:gd name="csY2201" fmla="*/ 118217 h 1114920"/>
              <a:gd name="csX2202" fmla="*/ 380579 w 1728164"/>
              <a:gd name="csY2202" fmla="*/ 117462 h 1114920"/>
              <a:gd name="csX2203" fmla="*/ 380753 w 1728164"/>
              <a:gd name="csY2203" fmla="*/ 116708 h 1114920"/>
              <a:gd name="csX2204" fmla="*/ 380926 w 1728164"/>
              <a:gd name="csY2204" fmla="*/ 115957 h 1114920"/>
              <a:gd name="csX2205" fmla="*/ 381098 w 1728164"/>
              <a:gd name="csY2205" fmla="*/ 115208 h 1114920"/>
              <a:gd name="csX2206" fmla="*/ 381271 w 1728164"/>
              <a:gd name="csY2206" fmla="*/ 114461 h 1114920"/>
              <a:gd name="csX2207" fmla="*/ 381444 w 1728164"/>
              <a:gd name="csY2207" fmla="*/ 113716 h 1114920"/>
              <a:gd name="csX2208" fmla="*/ 381617 w 1728164"/>
              <a:gd name="csY2208" fmla="*/ 112973 h 1114920"/>
              <a:gd name="csX2209" fmla="*/ 381789 w 1728164"/>
              <a:gd name="csY2209" fmla="*/ 112232 h 1114920"/>
              <a:gd name="csX2210" fmla="*/ 381963 w 1728164"/>
              <a:gd name="csY2210" fmla="*/ 111493 h 1114920"/>
              <a:gd name="csX2211" fmla="*/ 382135 w 1728164"/>
              <a:gd name="csY2211" fmla="*/ 110756 h 1114920"/>
              <a:gd name="csX2212" fmla="*/ 382308 w 1728164"/>
              <a:gd name="csY2212" fmla="*/ 110021 h 1114920"/>
              <a:gd name="csX2213" fmla="*/ 382481 w 1728164"/>
              <a:gd name="csY2213" fmla="*/ 109288 h 1114920"/>
              <a:gd name="csX2214" fmla="*/ 382654 w 1728164"/>
              <a:gd name="csY2214" fmla="*/ 108557 h 1114920"/>
              <a:gd name="csX2215" fmla="*/ 382827 w 1728164"/>
              <a:gd name="csY2215" fmla="*/ 107829 h 1114920"/>
              <a:gd name="csX2216" fmla="*/ 382999 w 1728164"/>
              <a:gd name="csY2216" fmla="*/ 107102 h 1114920"/>
              <a:gd name="csX2217" fmla="*/ 383172 w 1728164"/>
              <a:gd name="csY2217" fmla="*/ 106377 h 1114920"/>
              <a:gd name="csX2218" fmla="*/ 383345 w 1728164"/>
              <a:gd name="csY2218" fmla="*/ 105654 h 1114920"/>
              <a:gd name="csX2219" fmla="*/ 383518 w 1728164"/>
              <a:gd name="csY2219" fmla="*/ 104934 h 1114920"/>
              <a:gd name="csX2220" fmla="*/ 383691 w 1728164"/>
              <a:gd name="csY2220" fmla="*/ 104215 h 1114920"/>
              <a:gd name="csX2221" fmla="*/ 383864 w 1728164"/>
              <a:gd name="csY2221" fmla="*/ 103499 h 1114920"/>
              <a:gd name="csX2222" fmla="*/ 384037 w 1728164"/>
              <a:gd name="csY2222" fmla="*/ 102784 h 1114920"/>
              <a:gd name="csX2223" fmla="*/ 384209 w 1728164"/>
              <a:gd name="csY2223" fmla="*/ 102073 h 1114920"/>
              <a:gd name="csX2224" fmla="*/ 384382 w 1728164"/>
              <a:gd name="csY2224" fmla="*/ 101362 h 1114920"/>
              <a:gd name="csX2225" fmla="*/ 384555 w 1728164"/>
              <a:gd name="csY2225" fmla="*/ 100655 h 1114920"/>
              <a:gd name="csX2226" fmla="*/ 384728 w 1728164"/>
              <a:gd name="csY2226" fmla="*/ 99948 h 1114920"/>
              <a:gd name="csX2227" fmla="*/ 384900 w 1728164"/>
              <a:gd name="csY2227" fmla="*/ 99245 h 1114920"/>
              <a:gd name="csX2228" fmla="*/ 385073 w 1728164"/>
              <a:gd name="csY2228" fmla="*/ 98543 h 1114920"/>
              <a:gd name="csX2229" fmla="*/ 385247 w 1728164"/>
              <a:gd name="csY2229" fmla="*/ 97843 h 1114920"/>
              <a:gd name="csX2230" fmla="*/ 385419 w 1728164"/>
              <a:gd name="csY2230" fmla="*/ 97146 h 1114920"/>
              <a:gd name="csX2231" fmla="*/ 385592 w 1728164"/>
              <a:gd name="csY2231" fmla="*/ 96451 h 1114920"/>
              <a:gd name="csX2232" fmla="*/ 385765 w 1728164"/>
              <a:gd name="csY2232" fmla="*/ 95758 h 1114920"/>
              <a:gd name="csX2233" fmla="*/ 385938 w 1728164"/>
              <a:gd name="csY2233" fmla="*/ 95067 h 1114920"/>
              <a:gd name="csX2234" fmla="*/ 386110 w 1728164"/>
              <a:gd name="csY2234" fmla="*/ 94378 h 1114920"/>
              <a:gd name="csX2235" fmla="*/ 386283 w 1728164"/>
              <a:gd name="csY2235" fmla="*/ 93691 h 1114920"/>
              <a:gd name="csX2236" fmla="*/ 386456 w 1728164"/>
              <a:gd name="csY2236" fmla="*/ 93006 h 1114920"/>
              <a:gd name="csX2237" fmla="*/ 386629 w 1728164"/>
              <a:gd name="csY2237" fmla="*/ 92324 h 1114920"/>
              <a:gd name="csX2238" fmla="*/ 386802 w 1728164"/>
              <a:gd name="csY2238" fmla="*/ 91644 h 1114920"/>
              <a:gd name="csX2239" fmla="*/ 386974 w 1728164"/>
              <a:gd name="csY2239" fmla="*/ 90966 h 1114920"/>
              <a:gd name="csX2240" fmla="*/ 387148 w 1728164"/>
              <a:gd name="csY2240" fmla="*/ 90290 h 1114920"/>
              <a:gd name="csX2241" fmla="*/ 387320 w 1728164"/>
              <a:gd name="csY2241" fmla="*/ 89617 h 1114920"/>
              <a:gd name="csX2242" fmla="*/ 387493 w 1728164"/>
              <a:gd name="csY2242" fmla="*/ 88945 h 1114920"/>
              <a:gd name="csX2243" fmla="*/ 387666 w 1728164"/>
              <a:gd name="csY2243" fmla="*/ 88276 h 1114920"/>
              <a:gd name="csX2244" fmla="*/ 387839 w 1728164"/>
              <a:gd name="csY2244" fmla="*/ 87609 h 1114920"/>
              <a:gd name="csX2245" fmla="*/ 388012 w 1728164"/>
              <a:gd name="csY2245" fmla="*/ 86944 h 1114920"/>
              <a:gd name="csX2246" fmla="*/ 388184 w 1728164"/>
              <a:gd name="csY2246" fmla="*/ 86282 h 1114920"/>
              <a:gd name="csX2247" fmla="*/ 388358 w 1728164"/>
              <a:gd name="csY2247" fmla="*/ 85621 h 1114920"/>
              <a:gd name="csX2248" fmla="*/ 388530 w 1728164"/>
              <a:gd name="csY2248" fmla="*/ 84963 h 1114920"/>
              <a:gd name="csX2249" fmla="*/ 388703 w 1728164"/>
              <a:gd name="csY2249" fmla="*/ 84307 h 1114920"/>
              <a:gd name="csX2250" fmla="*/ 388875 w 1728164"/>
              <a:gd name="csY2250" fmla="*/ 83654 h 1114920"/>
              <a:gd name="csX2251" fmla="*/ 389049 w 1728164"/>
              <a:gd name="csY2251" fmla="*/ 83002 h 1114920"/>
              <a:gd name="csX2252" fmla="*/ 389221 w 1728164"/>
              <a:gd name="csY2252" fmla="*/ 82353 h 1114920"/>
              <a:gd name="csX2253" fmla="*/ 389394 w 1728164"/>
              <a:gd name="csY2253" fmla="*/ 81706 h 1114920"/>
              <a:gd name="csX2254" fmla="*/ 389568 w 1728164"/>
              <a:gd name="csY2254" fmla="*/ 81061 h 1114920"/>
              <a:gd name="csX2255" fmla="*/ 389740 w 1728164"/>
              <a:gd name="csY2255" fmla="*/ 80419 h 1114920"/>
              <a:gd name="csX2256" fmla="*/ 389913 w 1728164"/>
              <a:gd name="csY2256" fmla="*/ 79778 h 1114920"/>
              <a:gd name="csX2257" fmla="*/ 390085 w 1728164"/>
              <a:gd name="csY2257" fmla="*/ 79140 h 1114920"/>
              <a:gd name="csX2258" fmla="*/ 390259 w 1728164"/>
              <a:gd name="csY2258" fmla="*/ 78504 h 1114920"/>
              <a:gd name="csX2259" fmla="*/ 390431 w 1728164"/>
              <a:gd name="csY2259" fmla="*/ 77871 h 1114920"/>
              <a:gd name="csX2260" fmla="*/ 390604 w 1728164"/>
              <a:gd name="csY2260" fmla="*/ 77240 h 1114920"/>
              <a:gd name="csX2261" fmla="*/ 390777 w 1728164"/>
              <a:gd name="csY2261" fmla="*/ 76611 h 1114920"/>
              <a:gd name="csX2262" fmla="*/ 390950 w 1728164"/>
              <a:gd name="csY2262" fmla="*/ 75985 h 1114920"/>
              <a:gd name="csX2263" fmla="*/ 391123 w 1728164"/>
              <a:gd name="csY2263" fmla="*/ 75360 h 1114920"/>
              <a:gd name="csX2264" fmla="*/ 391295 w 1728164"/>
              <a:gd name="csY2264" fmla="*/ 74738 h 1114920"/>
              <a:gd name="csX2265" fmla="*/ 391469 w 1728164"/>
              <a:gd name="csY2265" fmla="*/ 74118 h 1114920"/>
              <a:gd name="csX2266" fmla="*/ 391641 w 1728164"/>
              <a:gd name="csY2266" fmla="*/ 73501 h 1114920"/>
              <a:gd name="csX2267" fmla="*/ 391814 w 1728164"/>
              <a:gd name="csY2267" fmla="*/ 72886 h 1114920"/>
              <a:gd name="csX2268" fmla="*/ 391987 w 1728164"/>
              <a:gd name="csY2268" fmla="*/ 72273 h 1114920"/>
              <a:gd name="csX2269" fmla="*/ 392160 w 1728164"/>
              <a:gd name="csY2269" fmla="*/ 71663 h 1114920"/>
              <a:gd name="csX2270" fmla="*/ 392333 w 1728164"/>
              <a:gd name="csY2270" fmla="*/ 71054 h 1114920"/>
              <a:gd name="csX2271" fmla="*/ 392505 w 1728164"/>
              <a:gd name="csY2271" fmla="*/ 70449 h 1114920"/>
              <a:gd name="csX2272" fmla="*/ 392678 w 1728164"/>
              <a:gd name="csY2272" fmla="*/ 69845 h 1114920"/>
              <a:gd name="csX2273" fmla="*/ 392851 w 1728164"/>
              <a:gd name="csY2273" fmla="*/ 69244 h 1114920"/>
              <a:gd name="csX2274" fmla="*/ 393024 w 1728164"/>
              <a:gd name="csY2274" fmla="*/ 68645 h 1114920"/>
              <a:gd name="csX2275" fmla="*/ 393196 w 1728164"/>
              <a:gd name="csY2275" fmla="*/ 68049 h 1114920"/>
              <a:gd name="csX2276" fmla="*/ 393370 w 1728164"/>
              <a:gd name="csY2276" fmla="*/ 67455 h 1114920"/>
              <a:gd name="csX2277" fmla="*/ 393543 w 1728164"/>
              <a:gd name="csY2277" fmla="*/ 66863 h 1114920"/>
              <a:gd name="csX2278" fmla="*/ 393715 w 1728164"/>
              <a:gd name="csY2278" fmla="*/ 66273 h 1114920"/>
              <a:gd name="csX2279" fmla="*/ 393888 w 1728164"/>
              <a:gd name="csY2279" fmla="*/ 65686 h 1114920"/>
              <a:gd name="csX2280" fmla="*/ 394061 w 1728164"/>
              <a:gd name="csY2280" fmla="*/ 65102 h 1114920"/>
              <a:gd name="csX2281" fmla="*/ 394234 w 1728164"/>
              <a:gd name="csY2281" fmla="*/ 64520 h 1114920"/>
              <a:gd name="csX2282" fmla="*/ 394406 w 1728164"/>
              <a:gd name="csY2282" fmla="*/ 63940 h 1114920"/>
              <a:gd name="csX2283" fmla="*/ 394579 w 1728164"/>
              <a:gd name="csY2283" fmla="*/ 63362 h 1114920"/>
              <a:gd name="csX2284" fmla="*/ 394752 w 1728164"/>
              <a:gd name="csY2284" fmla="*/ 62787 h 1114920"/>
              <a:gd name="csX2285" fmla="*/ 394925 w 1728164"/>
              <a:gd name="csY2285" fmla="*/ 62214 h 1114920"/>
              <a:gd name="csX2286" fmla="*/ 395098 w 1728164"/>
              <a:gd name="csY2286" fmla="*/ 61644 h 1114920"/>
              <a:gd name="csX2287" fmla="*/ 395271 w 1728164"/>
              <a:gd name="csY2287" fmla="*/ 61076 h 1114920"/>
              <a:gd name="csX2288" fmla="*/ 395444 w 1728164"/>
              <a:gd name="csY2288" fmla="*/ 60510 h 1114920"/>
              <a:gd name="csX2289" fmla="*/ 395616 w 1728164"/>
              <a:gd name="csY2289" fmla="*/ 59947 h 1114920"/>
              <a:gd name="csX2290" fmla="*/ 395789 w 1728164"/>
              <a:gd name="csY2290" fmla="*/ 59387 h 1114920"/>
              <a:gd name="csX2291" fmla="*/ 395962 w 1728164"/>
              <a:gd name="csY2291" fmla="*/ 58828 h 1114920"/>
              <a:gd name="csX2292" fmla="*/ 396135 w 1728164"/>
              <a:gd name="csY2292" fmla="*/ 58272 h 1114920"/>
              <a:gd name="csX2293" fmla="*/ 396308 w 1728164"/>
              <a:gd name="csY2293" fmla="*/ 57719 h 1114920"/>
              <a:gd name="csX2294" fmla="*/ 396480 w 1728164"/>
              <a:gd name="csY2294" fmla="*/ 57167 h 1114920"/>
              <a:gd name="csX2295" fmla="*/ 396654 w 1728164"/>
              <a:gd name="csY2295" fmla="*/ 56619 h 1114920"/>
              <a:gd name="csX2296" fmla="*/ 396826 w 1728164"/>
              <a:gd name="csY2296" fmla="*/ 56073 h 1114920"/>
              <a:gd name="csX2297" fmla="*/ 396999 w 1728164"/>
              <a:gd name="csY2297" fmla="*/ 55528 h 1114920"/>
              <a:gd name="csX2298" fmla="*/ 397172 w 1728164"/>
              <a:gd name="csY2298" fmla="*/ 54987 h 1114920"/>
              <a:gd name="csX2299" fmla="*/ 397345 w 1728164"/>
              <a:gd name="csY2299" fmla="*/ 54448 h 1114920"/>
              <a:gd name="csX2300" fmla="*/ 397517 w 1728164"/>
              <a:gd name="csY2300" fmla="*/ 53912 h 1114920"/>
              <a:gd name="csX2301" fmla="*/ 397690 w 1728164"/>
              <a:gd name="csY2301" fmla="*/ 53378 h 1114920"/>
              <a:gd name="csX2302" fmla="*/ 397864 w 1728164"/>
              <a:gd name="csY2302" fmla="*/ 52846 h 1114920"/>
              <a:gd name="csX2303" fmla="*/ 398036 w 1728164"/>
              <a:gd name="csY2303" fmla="*/ 52318 h 1114920"/>
              <a:gd name="csX2304" fmla="*/ 398209 w 1728164"/>
              <a:gd name="csY2304" fmla="*/ 51791 h 1114920"/>
              <a:gd name="csX2305" fmla="*/ 398381 w 1728164"/>
              <a:gd name="csY2305" fmla="*/ 51267 h 1114920"/>
              <a:gd name="csX2306" fmla="*/ 398555 w 1728164"/>
              <a:gd name="csY2306" fmla="*/ 50745 h 1114920"/>
              <a:gd name="csX2307" fmla="*/ 398727 w 1728164"/>
              <a:gd name="csY2307" fmla="*/ 50226 h 1114920"/>
              <a:gd name="csX2308" fmla="*/ 398900 w 1728164"/>
              <a:gd name="csY2308" fmla="*/ 49709 h 1114920"/>
              <a:gd name="csX2309" fmla="*/ 399073 w 1728164"/>
              <a:gd name="csY2309" fmla="*/ 49195 h 1114920"/>
              <a:gd name="csX2310" fmla="*/ 399246 w 1728164"/>
              <a:gd name="csY2310" fmla="*/ 48683 h 1114920"/>
              <a:gd name="csX2311" fmla="*/ 399419 w 1728164"/>
              <a:gd name="csY2311" fmla="*/ 48174 h 1114920"/>
              <a:gd name="csX2312" fmla="*/ 399591 w 1728164"/>
              <a:gd name="csY2312" fmla="*/ 47666 h 1114920"/>
              <a:gd name="csX2313" fmla="*/ 399765 w 1728164"/>
              <a:gd name="csY2313" fmla="*/ 47163 h 1114920"/>
              <a:gd name="csX2314" fmla="*/ 399937 w 1728164"/>
              <a:gd name="csY2314" fmla="*/ 46661 h 1114920"/>
              <a:gd name="csX2315" fmla="*/ 400110 w 1728164"/>
              <a:gd name="csY2315" fmla="*/ 46162 h 1114920"/>
              <a:gd name="csX2316" fmla="*/ 400282 w 1728164"/>
              <a:gd name="csY2316" fmla="*/ 45665 h 1114920"/>
              <a:gd name="csX2317" fmla="*/ 400456 w 1728164"/>
              <a:gd name="csY2317" fmla="*/ 45171 h 1114920"/>
              <a:gd name="csX2318" fmla="*/ 400629 w 1728164"/>
              <a:gd name="csY2318" fmla="*/ 44679 h 1114920"/>
              <a:gd name="csX2319" fmla="*/ 400801 w 1728164"/>
              <a:gd name="csY2319" fmla="*/ 44190 h 1114920"/>
              <a:gd name="csX2320" fmla="*/ 400975 w 1728164"/>
              <a:gd name="csY2320" fmla="*/ 43703 h 1114920"/>
              <a:gd name="csX2321" fmla="*/ 401147 w 1728164"/>
              <a:gd name="csY2321" fmla="*/ 43219 h 1114920"/>
              <a:gd name="csX2322" fmla="*/ 401320 w 1728164"/>
              <a:gd name="csY2322" fmla="*/ 42738 h 1114920"/>
              <a:gd name="csX2323" fmla="*/ 401492 w 1728164"/>
              <a:gd name="csY2323" fmla="*/ 42258 h 1114920"/>
              <a:gd name="csX2324" fmla="*/ 401666 w 1728164"/>
              <a:gd name="csY2324" fmla="*/ 41782 h 1114920"/>
              <a:gd name="csX2325" fmla="*/ 401838 w 1728164"/>
              <a:gd name="csY2325" fmla="*/ 41308 h 1114920"/>
              <a:gd name="csX2326" fmla="*/ 402011 w 1728164"/>
              <a:gd name="csY2326" fmla="*/ 40837 h 1114920"/>
              <a:gd name="csX2327" fmla="*/ 402184 w 1728164"/>
              <a:gd name="csY2327" fmla="*/ 40368 h 1114920"/>
              <a:gd name="csX2328" fmla="*/ 402357 w 1728164"/>
              <a:gd name="csY2328" fmla="*/ 39902 h 1114920"/>
              <a:gd name="csX2329" fmla="*/ 402530 w 1728164"/>
              <a:gd name="csY2329" fmla="*/ 39437 h 1114920"/>
              <a:gd name="csX2330" fmla="*/ 402702 w 1728164"/>
              <a:gd name="csY2330" fmla="*/ 38976 h 1114920"/>
              <a:gd name="csX2331" fmla="*/ 402876 w 1728164"/>
              <a:gd name="csY2331" fmla="*/ 38518 h 1114920"/>
              <a:gd name="csX2332" fmla="*/ 403048 w 1728164"/>
              <a:gd name="csY2332" fmla="*/ 38062 h 1114920"/>
              <a:gd name="csX2333" fmla="*/ 403221 w 1728164"/>
              <a:gd name="csY2333" fmla="*/ 37608 h 1114920"/>
              <a:gd name="csX2334" fmla="*/ 403394 w 1728164"/>
              <a:gd name="csY2334" fmla="*/ 37157 h 1114920"/>
              <a:gd name="csX2335" fmla="*/ 403567 w 1728164"/>
              <a:gd name="csY2335" fmla="*/ 36709 h 1114920"/>
              <a:gd name="csX2336" fmla="*/ 403740 w 1728164"/>
              <a:gd name="csY2336" fmla="*/ 36263 h 1114920"/>
              <a:gd name="csX2337" fmla="*/ 403912 w 1728164"/>
              <a:gd name="csY2337" fmla="*/ 35820 h 1114920"/>
              <a:gd name="csX2338" fmla="*/ 404085 w 1728164"/>
              <a:gd name="csY2338" fmla="*/ 35380 h 1114920"/>
              <a:gd name="csX2339" fmla="*/ 404258 w 1728164"/>
              <a:gd name="csY2339" fmla="*/ 34942 h 1114920"/>
              <a:gd name="csX2340" fmla="*/ 404431 w 1728164"/>
              <a:gd name="csY2340" fmla="*/ 34506 h 1114920"/>
              <a:gd name="csX2341" fmla="*/ 404603 w 1728164"/>
              <a:gd name="csY2341" fmla="*/ 34074 h 1114920"/>
              <a:gd name="csX2342" fmla="*/ 404777 w 1728164"/>
              <a:gd name="csY2342" fmla="*/ 33643 h 1114920"/>
              <a:gd name="csX2343" fmla="*/ 404950 w 1728164"/>
              <a:gd name="csY2343" fmla="*/ 33216 h 1114920"/>
              <a:gd name="csX2344" fmla="*/ 405122 w 1728164"/>
              <a:gd name="csY2344" fmla="*/ 32791 h 1114920"/>
              <a:gd name="csX2345" fmla="*/ 405295 w 1728164"/>
              <a:gd name="csY2345" fmla="*/ 32368 h 1114920"/>
              <a:gd name="csX2346" fmla="*/ 405468 w 1728164"/>
              <a:gd name="csY2346" fmla="*/ 31949 h 1114920"/>
              <a:gd name="csX2347" fmla="*/ 405641 w 1728164"/>
              <a:gd name="csY2347" fmla="*/ 31532 h 1114920"/>
              <a:gd name="csX2348" fmla="*/ 405813 w 1728164"/>
              <a:gd name="csY2348" fmla="*/ 31117 h 1114920"/>
              <a:gd name="csX2349" fmla="*/ 405986 w 1728164"/>
              <a:gd name="csY2349" fmla="*/ 30705 h 1114920"/>
              <a:gd name="csX2350" fmla="*/ 406159 w 1728164"/>
              <a:gd name="csY2350" fmla="*/ 30296 h 1114920"/>
              <a:gd name="csX2351" fmla="*/ 406332 w 1728164"/>
              <a:gd name="csY2351" fmla="*/ 29890 h 1114920"/>
              <a:gd name="csX2352" fmla="*/ 406505 w 1728164"/>
              <a:gd name="csY2352" fmla="*/ 29486 h 1114920"/>
              <a:gd name="csX2353" fmla="*/ 406678 w 1728164"/>
              <a:gd name="csY2353" fmla="*/ 29084 h 1114920"/>
              <a:gd name="csX2354" fmla="*/ 406851 w 1728164"/>
              <a:gd name="csY2354" fmla="*/ 28685 h 1114920"/>
              <a:gd name="csX2355" fmla="*/ 407023 w 1728164"/>
              <a:gd name="csY2355" fmla="*/ 28289 h 1114920"/>
              <a:gd name="csX2356" fmla="*/ 407196 w 1728164"/>
              <a:gd name="csY2356" fmla="*/ 27896 h 1114920"/>
              <a:gd name="csX2357" fmla="*/ 407369 w 1728164"/>
              <a:gd name="csY2357" fmla="*/ 27505 h 1114920"/>
              <a:gd name="csX2358" fmla="*/ 407542 w 1728164"/>
              <a:gd name="csY2358" fmla="*/ 27117 h 1114920"/>
              <a:gd name="csX2359" fmla="*/ 407715 w 1728164"/>
              <a:gd name="csY2359" fmla="*/ 26731 h 1114920"/>
              <a:gd name="csX2360" fmla="*/ 407887 w 1728164"/>
              <a:gd name="csY2360" fmla="*/ 26349 h 1114920"/>
              <a:gd name="csX2361" fmla="*/ 408061 w 1728164"/>
              <a:gd name="csY2361" fmla="*/ 25969 h 1114920"/>
              <a:gd name="csX2362" fmla="*/ 408233 w 1728164"/>
              <a:gd name="csY2362" fmla="*/ 25591 h 1114920"/>
              <a:gd name="csX2363" fmla="*/ 408406 w 1728164"/>
              <a:gd name="csY2363" fmla="*/ 25216 h 1114920"/>
              <a:gd name="csX2364" fmla="*/ 408579 w 1728164"/>
              <a:gd name="csY2364" fmla="*/ 24844 h 1114920"/>
              <a:gd name="csX2365" fmla="*/ 408752 w 1728164"/>
              <a:gd name="csY2365" fmla="*/ 24475 h 1114920"/>
              <a:gd name="csX2366" fmla="*/ 408924 w 1728164"/>
              <a:gd name="csY2366" fmla="*/ 24108 h 1114920"/>
              <a:gd name="csX2367" fmla="*/ 409097 w 1728164"/>
              <a:gd name="csY2367" fmla="*/ 23744 h 1114920"/>
              <a:gd name="csX2368" fmla="*/ 409271 w 1728164"/>
              <a:gd name="csY2368" fmla="*/ 23383 h 1114920"/>
              <a:gd name="csX2369" fmla="*/ 409443 w 1728164"/>
              <a:gd name="csY2369" fmla="*/ 23023 h 1114920"/>
              <a:gd name="csX2370" fmla="*/ 409616 w 1728164"/>
              <a:gd name="csY2370" fmla="*/ 22667 h 1114920"/>
              <a:gd name="csX2371" fmla="*/ 409788 w 1728164"/>
              <a:gd name="csY2371" fmla="*/ 22314 h 1114920"/>
              <a:gd name="csX2372" fmla="*/ 409962 w 1728164"/>
              <a:gd name="csY2372" fmla="*/ 21964 h 1114920"/>
              <a:gd name="csX2373" fmla="*/ 410134 w 1728164"/>
              <a:gd name="csY2373" fmla="*/ 21616 h 1114920"/>
              <a:gd name="csX2374" fmla="*/ 410307 w 1728164"/>
              <a:gd name="csY2374" fmla="*/ 21271 h 1114920"/>
              <a:gd name="csX2375" fmla="*/ 410480 w 1728164"/>
              <a:gd name="csY2375" fmla="*/ 20928 h 1114920"/>
              <a:gd name="csX2376" fmla="*/ 410653 w 1728164"/>
              <a:gd name="csY2376" fmla="*/ 20587 h 1114920"/>
              <a:gd name="csX2377" fmla="*/ 410826 w 1728164"/>
              <a:gd name="csY2377" fmla="*/ 20250 h 1114920"/>
              <a:gd name="csX2378" fmla="*/ 410998 w 1728164"/>
              <a:gd name="csY2378" fmla="*/ 19917 h 1114920"/>
              <a:gd name="csX2379" fmla="*/ 411172 w 1728164"/>
              <a:gd name="csY2379" fmla="*/ 19585 h 1114920"/>
              <a:gd name="csX2380" fmla="*/ 411344 w 1728164"/>
              <a:gd name="csY2380" fmla="*/ 19256 h 1114920"/>
              <a:gd name="csX2381" fmla="*/ 411517 w 1728164"/>
              <a:gd name="csY2381" fmla="*/ 18929 h 1114920"/>
              <a:gd name="csX2382" fmla="*/ 411689 w 1728164"/>
              <a:gd name="csY2382" fmla="*/ 18605 h 1114920"/>
              <a:gd name="csX2383" fmla="*/ 411863 w 1728164"/>
              <a:gd name="csY2383" fmla="*/ 18284 h 1114920"/>
              <a:gd name="csX2384" fmla="*/ 412036 w 1728164"/>
              <a:gd name="csY2384" fmla="*/ 17967 h 1114920"/>
              <a:gd name="csX2385" fmla="*/ 412208 w 1728164"/>
              <a:gd name="csY2385" fmla="*/ 17651 h 1114920"/>
              <a:gd name="csX2386" fmla="*/ 412382 w 1728164"/>
              <a:gd name="csY2386" fmla="*/ 17338 h 1114920"/>
              <a:gd name="csX2387" fmla="*/ 412554 w 1728164"/>
              <a:gd name="csY2387" fmla="*/ 17028 h 1114920"/>
              <a:gd name="csX2388" fmla="*/ 412727 w 1728164"/>
              <a:gd name="csY2388" fmla="*/ 16721 h 1114920"/>
              <a:gd name="csX2389" fmla="*/ 412899 w 1728164"/>
              <a:gd name="csY2389" fmla="*/ 16417 h 1114920"/>
              <a:gd name="csX2390" fmla="*/ 413073 w 1728164"/>
              <a:gd name="csY2390" fmla="*/ 16114 h 1114920"/>
              <a:gd name="csX2391" fmla="*/ 413245 w 1728164"/>
              <a:gd name="csY2391" fmla="*/ 15815 h 1114920"/>
              <a:gd name="csX2392" fmla="*/ 413418 w 1728164"/>
              <a:gd name="csY2392" fmla="*/ 15519 h 1114920"/>
              <a:gd name="csX2393" fmla="*/ 413591 w 1728164"/>
              <a:gd name="csY2393" fmla="*/ 15226 h 1114920"/>
              <a:gd name="csX2394" fmla="*/ 413764 w 1728164"/>
              <a:gd name="csY2394" fmla="*/ 14935 h 1114920"/>
              <a:gd name="csX2395" fmla="*/ 413937 w 1728164"/>
              <a:gd name="csY2395" fmla="*/ 14646 h 1114920"/>
              <a:gd name="csX2396" fmla="*/ 414109 w 1728164"/>
              <a:gd name="csY2396" fmla="*/ 14362 h 1114920"/>
              <a:gd name="csX2397" fmla="*/ 414283 w 1728164"/>
              <a:gd name="csY2397" fmla="*/ 14079 h 1114920"/>
              <a:gd name="csX2398" fmla="*/ 414455 w 1728164"/>
              <a:gd name="csY2398" fmla="*/ 13799 h 1114920"/>
              <a:gd name="csX2399" fmla="*/ 414628 w 1728164"/>
              <a:gd name="csY2399" fmla="*/ 13522 h 1114920"/>
              <a:gd name="csX2400" fmla="*/ 414801 w 1728164"/>
              <a:gd name="csY2400" fmla="*/ 13248 h 1114920"/>
              <a:gd name="csX2401" fmla="*/ 414974 w 1728164"/>
              <a:gd name="csY2401" fmla="*/ 12976 h 1114920"/>
              <a:gd name="csX2402" fmla="*/ 415147 w 1728164"/>
              <a:gd name="csY2402" fmla="*/ 12707 h 1114920"/>
              <a:gd name="csX2403" fmla="*/ 415319 w 1728164"/>
              <a:gd name="csY2403" fmla="*/ 12441 h 1114920"/>
              <a:gd name="csX2404" fmla="*/ 415492 w 1728164"/>
              <a:gd name="csY2404" fmla="*/ 12178 h 1114920"/>
              <a:gd name="csX2405" fmla="*/ 415665 w 1728164"/>
              <a:gd name="csY2405" fmla="*/ 11918 h 1114920"/>
              <a:gd name="csX2406" fmla="*/ 415838 w 1728164"/>
              <a:gd name="csY2406" fmla="*/ 11660 h 1114920"/>
              <a:gd name="csX2407" fmla="*/ 416010 w 1728164"/>
              <a:gd name="csY2407" fmla="*/ 11405 h 1114920"/>
              <a:gd name="csX2408" fmla="*/ 416184 w 1728164"/>
              <a:gd name="csY2408" fmla="*/ 11153 h 1114920"/>
              <a:gd name="csX2409" fmla="*/ 416357 w 1728164"/>
              <a:gd name="csY2409" fmla="*/ 10903 h 1114920"/>
              <a:gd name="csX2410" fmla="*/ 416529 w 1728164"/>
              <a:gd name="csY2410" fmla="*/ 10657 h 1114920"/>
              <a:gd name="csX2411" fmla="*/ 416702 w 1728164"/>
              <a:gd name="csY2411" fmla="*/ 10413 h 1114920"/>
              <a:gd name="csX2412" fmla="*/ 416875 w 1728164"/>
              <a:gd name="csY2412" fmla="*/ 10172 h 1114920"/>
              <a:gd name="csX2413" fmla="*/ 417048 w 1728164"/>
              <a:gd name="csY2413" fmla="*/ 9934 h 1114920"/>
              <a:gd name="csX2414" fmla="*/ 417220 w 1728164"/>
              <a:gd name="csY2414" fmla="*/ 9698 h 1114920"/>
              <a:gd name="csX2415" fmla="*/ 417393 w 1728164"/>
              <a:gd name="csY2415" fmla="*/ 9465 h 1114920"/>
              <a:gd name="csX2416" fmla="*/ 417566 w 1728164"/>
              <a:gd name="csY2416" fmla="*/ 9236 h 1114920"/>
              <a:gd name="csX2417" fmla="*/ 417739 w 1728164"/>
              <a:gd name="csY2417" fmla="*/ 9008 h 1114920"/>
              <a:gd name="csX2418" fmla="*/ 417912 w 1728164"/>
              <a:gd name="csY2418" fmla="*/ 8784 h 1114920"/>
              <a:gd name="csX2419" fmla="*/ 418085 w 1728164"/>
              <a:gd name="csY2419" fmla="*/ 8563 h 1114920"/>
              <a:gd name="csX2420" fmla="*/ 418258 w 1728164"/>
              <a:gd name="csY2420" fmla="*/ 8344 h 1114920"/>
              <a:gd name="csX2421" fmla="*/ 418430 w 1728164"/>
              <a:gd name="csY2421" fmla="*/ 8128 h 1114920"/>
              <a:gd name="csX2422" fmla="*/ 418603 w 1728164"/>
              <a:gd name="csY2422" fmla="*/ 7915 h 1114920"/>
              <a:gd name="csX2423" fmla="*/ 418776 w 1728164"/>
              <a:gd name="csY2423" fmla="*/ 7705 h 1114920"/>
              <a:gd name="csX2424" fmla="*/ 418949 w 1728164"/>
              <a:gd name="csY2424" fmla="*/ 7497 h 1114920"/>
              <a:gd name="csX2425" fmla="*/ 419122 w 1728164"/>
              <a:gd name="csY2425" fmla="*/ 7292 h 1114920"/>
              <a:gd name="csX2426" fmla="*/ 419294 w 1728164"/>
              <a:gd name="csY2426" fmla="*/ 7090 h 1114920"/>
              <a:gd name="csX2427" fmla="*/ 419468 w 1728164"/>
              <a:gd name="csY2427" fmla="*/ 6891 h 1114920"/>
              <a:gd name="csX2428" fmla="*/ 419640 w 1728164"/>
              <a:gd name="csY2428" fmla="*/ 6695 h 1114920"/>
              <a:gd name="csX2429" fmla="*/ 419813 w 1728164"/>
              <a:gd name="csY2429" fmla="*/ 6501 h 1114920"/>
              <a:gd name="csX2430" fmla="*/ 419986 w 1728164"/>
              <a:gd name="csY2430" fmla="*/ 6311 h 1114920"/>
              <a:gd name="csX2431" fmla="*/ 420159 w 1728164"/>
              <a:gd name="csY2431" fmla="*/ 6123 h 1114920"/>
              <a:gd name="csX2432" fmla="*/ 420332 w 1728164"/>
              <a:gd name="csY2432" fmla="*/ 5938 h 1114920"/>
              <a:gd name="csX2433" fmla="*/ 420504 w 1728164"/>
              <a:gd name="csY2433" fmla="*/ 5756 h 1114920"/>
              <a:gd name="csX2434" fmla="*/ 420678 w 1728164"/>
              <a:gd name="csY2434" fmla="*/ 5576 h 1114920"/>
              <a:gd name="csX2435" fmla="*/ 420850 w 1728164"/>
              <a:gd name="csY2435" fmla="*/ 5400 h 1114920"/>
              <a:gd name="csX2436" fmla="*/ 421023 w 1728164"/>
              <a:gd name="csY2436" fmla="*/ 5226 h 1114920"/>
              <a:gd name="csX2437" fmla="*/ 421195 w 1728164"/>
              <a:gd name="csY2437" fmla="*/ 5055 h 1114920"/>
              <a:gd name="csX2438" fmla="*/ 421369 w 1728164"/>
              <a:gd name="csY2438" fmla="*/ 4887 h 1114920"/>
              <a:gd name="csX2439" fmla="*/ 421541 w 1728164"/>
              <a:gd name="csY2439" fmla="*/ 4722 h 1114920"/>
              <a:gd name="csX2440" fmla="*/ 421714 w 1728164"/>
              <a:gd name="csY2440" fmla="*/ 4559 h 1114920"/>
              <a:gd name="csX2441" fmla="*/ 421887 w 1728164"/>
              <a:gd name="csY2441" fmla="*/ 4399 h 1114920"/>
              <a:gd name="csX2442" fmla="*/ 422060 w 1728164"/>
              <a:gd name="csY2442" fmla="*/ 4243 h 1114920"/>
              <a:gd name="csX2443" fmla="*/ 422233 w 1728164"/>
              <a:gd name="csY2443" fmla="*/ 4089 h 1114920"/>
              <a:gd name="csX2444" fmla="*/ 422405 w 1728164"/>
              <a:gd name="csY2444" fmla="*/ 3937 h 1114920"/>
              <a:gd name="csX2445" fmla="*/ 422579 w 1728164"/>
              <a:gd name="csY2445" fmla="*/ 3789 h 1114920"/>
              <a:gd name="csX2446" fmla="*/ 422751 w 1728164"/>
              <a:gd name="csY2446" fmla="*/ 3644 h 1114920"/>
              <a:gd name="csX2447" fmla="*/ 422924 w 1728164"/>
              <a:gd name="csY2447" fmla="*/ 3501 h 1114920"/>
              <a:gd name="csX2448" fmla="*/ 423097 w 1728164"/>
              <a:gd name="csY2448" fmla="*/ 3361 h 1114920"/>
              <a:gd name="csX2449" fmla="*/ 423270 w 1728164"/>
              <a:gd name="csY2449" fmla="*/ 3224 h 1114920"/>
              <a:gd name="csX2450" fmla="*/ 423443 w 1728164"/>
              <a:gd name="csY2450" fmla="*/ 3090 h 1114920"/>
              <a:gd name="csX2451" fmla="*/ 423615 w 1728164"/>
              <a:gd name="csY2451" fmla="*/ 2959 h 1114920"/>
              <a:gd name="csX2452" fmla="*/ 423789 w 1728164"/>
              <a:gd name="csY2452" fmla="*/ 2830 h 1114920"/>
              <a:gd name="csX2453" fmla="*/ 423961 w 1728164"/>
              <a:gd name="csY2453" fmla="*/ 2705 h 1114920"/>
              <a:gd name="csX2454" fmla="*/ 424134 w 1728164"/>
              <a:gd name="csY2454" fmla="*/ 2582 h 1114920"/>
              <a:gd name="csX2455" fmla="*/ 424306 w 1728164"/>
              <a:gd name="csY2455" fmla="*/ 2462 h 1114920"/>
              <a:gd name="csX2456" fmla="*/ 424480 w 1728164"/>
              <a:gd name="csY2456" fmla="*/ 2345 h 1114920"/>
              <a:gd name="csX2457" fmla="*/ 424653 w 1728164"/>
              <a:gd name="csY2457" fmla="*/ 2231 h 1114920"/>
              <a:gd name="csX2458" fmla="*/ 424825 w 1728164"/>
              <a:gd name="csY2458" fmla="*/ 2119 h 1114920"/>
              <a:gd name="csX2459" fmla="*/ 424998 w 1728164"/>
              <a:gd name="csY2459" fmla="*/ 2011 h 1114920"/>
              <a:gd name="csX2460" fmla="*/ 425171 w 1728164"/>
              <a:gd name="csY2460" fmla="*/ 1905 h 1114920"/>
              <a:gd name="csX2461" fmla="*/ 425344 w 1728164"/>
              <a:gd name="csY2461" fmla="*/ 1802 h 1114920"/>
              <a:gd name="csX2462" fmla="*/ 425516 w 1728164"/>
              <a:gd name="csY2462" fmla="*/ 1702 h 1114920"/>
              <a:gd name="csX2463" fmla="*/ 425690 w 1728164"/>
              <a:gd name="csY2463" fmla="*/ 1605 h 1114920"/>
              <a:gd name="csX2464" fmla="*/ 425862 w 1728164"/>
              <a:gd name="csY2464" fmla="*/ 1510 h 1114920"/>
              <a:gd name="csX2465" fmla="*/ 426035 w 1728164"/>
              <a:gd name="csY2465" fmla="*/ 1419 h 1114920"/>
              <a:gd name="csX2466" fmla="*/ 426208 w 1728164"/>
              <a:gd name="csY2466" fmla="*/ 1330 h 1114920"/>
              <a:gd name="csX2467" fmla="*/ 426381 w 1728164"/>
              <a:gd name="csY2467" fmla="*/ 1245 h 1114920"/>
              <a:gd name="csX2468" fmla="*/ 426554 w 1728164"/>
              <a:gd name="csY2468" fmla="*/ 1162 h 1114920"/>
              <a:gd name="csX2469" fmla="*/ 426726 w 1728164"/>
              <a:gd name="csY2469" fmla="*/ 1082 h 1114920"/>
              <a:gd name="csX2470" fmla="*/ 426899 w 1728164"/>
              <a:gd name="csY2470" fmla="*/ 1004 h 1114920"/>
              <a:gd name="csX2471" fmla="*/ 427072 w 1728164"/>
              <a:gd name="csY2471" fmla="*/ 930 h 1114920"/>
              <a:gd name="csX2472" fmla="*/ 427245 w 1728164"/>
              <a:gd name="csY2472" fmla="*/ 858 h 1114920"/>
              <a:gd name="csX2473" fmla="*/ 427418 w 1728164"/>
              <a:gd name="csY2473" fmla="*/ 790 h 1114920"/>
              <a:gd name="csX2474" fmla="*/ 427591 w 1728164"/>
              <a:gd name="csY2474" fmla="*/ 724 h 1114920"/>
              <a:gd name="csX2475" fmla="*/ 427764 w 1728164"/>
              <a:gd name="csY2475" fmla="*/ 661 h 1114920"/>
              <a:gd name="csX2476" fmla="*/ 427936 w 1728164"/>
              <a:gd name="csY2476" fmla="*/ 601 h 1114920"/>
              <a:gd name="csX2477" fmla="*/ 428109 w 1728164"/>
              <a:gd name="csY2477" fmla="*/ 544 h 1114920"/>
              <a:gd name="csX2478" fmla="*/ 428282 w 1728164"/>
              <a:gd name="csY2478" fmla="*/ 489 h 1114920"/>
              <a:gd name="csX2479" fmla="*/ 428455 w 1728164"/>
              <a:gd name="csY2479" fmla="*/ 438 h 1114920"/>
              <a:gd name="csX2480" fmla="*/ 428627 w 1728164"/>
              <a:gd name="csY2480" fmla="*/ 389 h 1114920"/>
              <a:gd name="csX2481" fmla="*/ 428800 w 1728164"/>
              <a:gd name="csY2481" fmla="*/ 343 h 1114920"/>
              <a:gd name="csX2482" fmla="*/ 428974 w 1728164"/>
              <a:gd name="csY2482" fmla="*/ 301 h 1114920"/>
              <a:gd name="csX2483" fmla="*/ 429146 w 1728164"/>
              <a:gd name="csY2483" fmla="*/ 260 h 1114920"/>
              <a:gd name="csX2484" fmla="*/ 429319 w 1728164"/>
              <a:gd name="csY2484" fmla="*/ 223 h 1114920"/>
              <a:gd name="csX2485" fmla="*/ 429492 w 1728164"/>
              <a:gd name="csY2485" fmla="*/ 189 h 1114920"/>
              <a:gd name="csX2486" fmla="*/ 429665 w 1728164"/>
              <a:gd name="csY2486" fmla="*/ 157 h 1114920"/>
              <a:gd name="csX2487" fmla="*/ 429837 w 1728164"/>
              <a:gd name="csY2487" fmla="*/ 129 h 1114920"/>
              <a:gd name="csX2488" fmla="*/ 430010 w 1728164"/>
              <a:gd name="csY2488" fmla="*/ 103 h 1114920"/>
              <a:gd name="csX2489" fmla="*/ 430183 w 1728164"/>
              <a:gd name="csY2489" fmla="*/ 80 h 1114920"/>
              <a:gd name="csX2490" fmla="*/ 430356 w 1728164"/>
              <a:gd name="csY2490" fmla="*/ 60 h 1114920"/>
              <a:gd name="csX2491" fmla="*/ 430529 w 1728164"/>
              <a:gd name="csY2491" fmla="*/ 43 h 1114920"/>
              <a:gd name="csX2492" fmla="*/ 430701 w 1728164"/>
              <a:gd name="csY2492" fmla="*/ 29 h 1114920"/>
              <a:gd name="csX2493" fmla="*/ 430875 w 1728164"/>
              <a:gd name="csY2493" fmla="*/ 17 h 1114920"/>
              <a:gd name="csX2494" fmla="*/ 431047 w 1728164"/>
              <a:gd name="csY2494" fmla="*/ 9 h 1114920"/>
              <a:gd name="csX2495" fmla="*/ 431220 w 1728164"/>
              <a:gd name="csY2495" fmla="*/ 3 h 1114920"/>
              <a:gd name="csX2496" fmla="*/ 431393 w 1728164"/>
              <a:gd name="csY2496" fmla="*/ 0 h 1114920"/>
              <a:gd name="csX2497" fmla="*/ 431566 w 1728164"/>
              <a:gd name="csY2497" fmla="*/ 0 h 1114920"/>
              <a:gd name="csX2498" fmla="*/ 431739 w 1728164"/>
              <a:gd name="csY2498" fmla="*/ 3 h 1114920"/>
              <a:gd name="csX2499" fmla="*/ 431911 w 1728164"/>
              <a:gd name="csY2499" fmla="*/ 9 h 1114920"/>
              <a:gd name="csX2500" fmla="*/ 432085 w 1728164"/>
              <a:gd name="csY2500" fmla="*/ 17 h 1114920"/>
              <a:gd name="csX2501" fmla="*/ 432257 w 1728164"/>
              <a:gd name="csY2501" fmla="*/ 29 h 1114920"/>
              <a:gd name="csX2502" fmla="*/ 432430 w 1728164"/>
              <a:gd name="csY2502" fmla="*/ 43 h 1114920"/>
              <a:gd name="csX2503" fmla="*/ 432602 w 1728164"/>
              <a:gd name="csY2503" fmla="*/ 60 h 1114920"/>
              <a:gd name="csX2504" fmla="*/ 432776 w 1728164"/>
              <a:gd name="csY2504" fmla="*/ 80 h 1114920"/>
              <a:gd name="csX2505" fmla="*/ 432948 w 1728164"/>
              <a:gd name="csY2505" fmla="*/ 103 h 1114920"/>
              <a:gd name="csX2506" fmla="*/ 433121 w 1728164"/>
              <a:gd name="csY2506" fmla="*/ 129 h 1114920"/>
              <a:gd name="csX2507" fmla="*/ 433295 w 1728164"/>
              <a:gd name="csY2507" fmla="*/ 157 h 1114920"/>
              <a:gd name="csX2508" fmla="*/ 433467 w 1728164"/>
              <a:gd name="csY2508" fmla="*/ 189 h 1114920"/>
              <a:gd name="csX2509" fmla="*/ 433640 w 1728164"/>
              <a:gd name="csY2509" fmla="*/ 223 h 1114920"/>
              <a:gd name="csX2510" fmla="*/ 433812 w 1728164"/>
              <a:gd name="csY2510" fmla="*/ 260 h 1114920"/>
              <a:gd name="csX2511" fmla="*/ 433986 w 1728164"/>
              <a:gd name="csY2511" fmla="*/ 300 h 1114920"/>
              <a:gd name="csX2512" fmla="*/ 434158 w 1728164"/>
              <a:gd name="csY2512" fmla="*/ 343 h 1114920"/>
              <a:gd name="csX2513" fmla="*/ 434331 w 1728164"/>
              <a:gd name="csY2513" fmla="*/ 389 h 1114920"/>
              <a:gd name="csX2514" fmla="*/ 434504 w 1728164"/>
              <a:gd name="csY2514" fmla="*/ 438 h 1114920"/>
              <a:gd name="csX2515" fmla="*/ 434677 w 1728164"/>
              <a:gd name="csY2515" fmla="*/ 489 h 1114920"/>
              <a:gd name="csX2516" fmla="*/ 434850 w 1728164"/>
              <a:gd name="csY2516" fmla="*/ 544 h 1114920"/>
              <a:gd name="csX2517" fmla="*/ 435022 w 1728164"/>
              <a:gd name="csY2517" fmla="*/ 601 h 1114920"/>
              <a:gd name="csX2518" fmla="*/ 435196 w 1728164"/>
              <a:gd name="csY2518" fmla="*/ 661 h 1114920"/>
              <a:gd name="csX2519" fmla="*/ 435368 w 1728164"/>
              <a:gd name="csY2519" fmla="*/ 724 h 1114920"/>
              <a:gd name="csX2520" fmla="*/ 435541 w 1728164"/>
              <a:gd name="csY2520" fmla="*/ 790 h 1114920"/>
              <a:gd name="csX2521" fmla="*/ 435713 w 1728164"/>
              <a:gd name="csY2521" fmla="*/ 858 h 1114920"/>
              <a:gd name="csX2522" fmla="*/ 435887 w 1728164"/>
              <a:gd name="csY2522" fmla="*/ 930 h 1114920"/>
              <a:gd name="csX2523" fmla="*/ 436060 w 1728164"/>
              <a:gd name="csY2523" fmla="*/ 1004 h 1114920"/>
              <a:gd name="csX2524" fmla="*/ 436232 w 1728164"/>
              <a:gd name="csY2524" fmla="*/ 1081 h 1114920"/>
              <a:gd name="csX2525" fmla="*/ 436405 w 1728164"/>
              <a:gd name="csY2525" fmla="*/ 1161 h 1114920"/>
              <a:gd name="csX2526" fmla="*/ 436578 w 1728164"/>
              <a:gd name="csY2526" fmla="*/ 1244 h 1114920"/>
              <a:gd name="csX2527" fmla="*/ 436751 w 1728164"/>
              <a:gd name="csY2527" fmla="*/ 1330 h 1114920"/>
              <a:gd name="csX2528" fmla="*/ 436923 w 1728164"/>
              <a:gd name="csY2528" fmla="*/ 1419 h 1114920"/>
              <a:gd name="csX2529" fmla="*/ 437097 w 1728164"/>
              <a:gd name="csY2529" fmla="*/ 1510 h 1114920"/>
              <a:gd name="csX2530" fmla="*/ 437269 w 1728164"/>
              <a:gd name="csY2530" fmla="*/ 1604 h 1114920"/>
              <a:gd name="csX2531" fmla="*/ 437442 w 1728164"/>
              <a:gd name="csY2531" fmla="*/ 1701 h 1114920"/>
              <a:gd name="csX2532" fmla="*/ 437615 w 1728164"/>
              <a:gd name="csY2532" fmla="*/ 1802 h 1114920"/>
              <a:gd name="csX2533" fmla="*/ 437788 w 1728164"/>
              <a:gd name="csY2533" fmla="*/ 1904 h 1114920"/>
              <a:gd name="csX2534" fmla="*/ 437961 w 1728164"/>
              <a:gd name="csY2534" fmla="*/ 2010 h 1114920"/>
              <a:gd name="csX2535" fmla="*/ 438133 w 1728164"/>
              <a:gd name="csY2535" fmla="*/ 2119 h 1114920"/>
              <a:gd name="csX2536" fmla="*/ 438306 w 1728164"/>
              <a:gd name="csY2536" fmla="*/ 2230 h 1114920"/>
              <a:gd name="csX2537" fmla="*/ 438479 w 1728164"/>
              <a:gd name="csY2537" fmla="*/ 2344 h 1114920"/>
              <a:gd name="csX2538" fmla="*/ 438652 w 1728164"/>
              <a:gd name="csY2538" fmla="*/ 2461 h 1114920"/>
              <a:gd name="csX2539" fmla="*/ 438825 w 1728164"/>
              <a:gd name="csY2539" fmla="*/ 2581 h 1114920"/>
              <a:gd name="csX2540" fmla="*/ 438998 w 1728164"/>
              <a:gd name="csY2540" fmla="*/ 2704 h 1114920"/>
              <a:gd name="csX2541" fmla="*/ 439171 w 1728164"/>
              <a:gd name="csY2541" fmla="*/ 2830 h 1114920"/>
              <a:gd name="csX2542" fmla="*/ 439343 w 1728164"/>
              <a:gd name="csY2542" fmla="*/ 2958 h 1114920"/>
              <a:gd name="csX2543" fmla="*/ 439516 w 1728164"/>
              <a:gd name="csY2543" fmla="*/ 3089 h 1114920"/>
              <a:gd name="csX2544" fmla="*/ 439689 w 1728164"/>
              <a:gd name="csY2544" fmla="*/ 3224 h 1114920"/>
              <a:gd name="csX2545" fmla="*/ 439862 w 1728164"/>
              <a:gd name="csY2545" fmla="*/ 3361 h 1114920"/>
              <a:gd name="csX2546" fmla="*/ 440034 w 1728164"/>
              <a:gd name="csY2546" fmla="*/ 3500 h 1114920"/>
              <a:gd name="csX2547" fmla="*/ 440207 w 1728164"/>
              <a:gd name="csY2547" fmla="*/ 3643 h 1114920"/>
              <a:gd name="csX2548" fmla="*/ 440381 w 1728164"/>
              <a:gd name="csY2548" fmla="*/ 3788 h 1114920"/>
              <a:gd name="csX2549" fmla="*/ 440553 w 1728164"/>
              <a:gd name="csY2549" fmla="*/ 3937 h 1114920"/>
              <a:gd name="csX2550" fmla="*/ 440726 w 1728164"/>
              <a:gd name="csY2550" fmla="*/ 4088 h 1114920"/>
              <a:gd name="csX2551" fmla="*/ 440899 w 1728164"/>
              <a:gd name="csY2551" fmla="*/ 4242 h 1114920"/>
              <a:gd name="csX2552" fmla="*/ 441072 w 1728164"/>
              <a:gd name="csY2552" fmla="*/ 4399 h 1114920"/>
              <a:gd name="csX2553" fmla="*/ 441244 w 1728164"/>
              <a:gd name="csY2553" fmla="*/ 4558 h 1114920"/>
              <a:gd name="csX2554" fmla="*/ 441417 w 1728164"/>
              <a:gd name="csY2554" fmla="*/ 4721 h 1114920"/>
              <a:gd name="csX2555" fmla="*/ 441590 w 1728164"/>
              <a:gd name="csY2555" fmla="*/ 4886 h 1114920"/>
              <a:gd name="csX2556" fmla="*/ 441763 w 1728164"/>
              <a:gd name="csY2556" fmla="*/ 5054 h 1114920"/>
              <a:gd name="csX2557" fmla="*/ 441936 w 1728164"/>
              <a:gd name="csY2557" fmla="*/ 5225 h 1114920"/>
              <a:gd name="csX2558" fmla="*/ 442108 w 1728164"/>
              <a:gd name="csY2558" fmla="*/ 5399 h 1114920"/>
              <a:gd name="csX2559" fmla="*/ 442282 w 1728164"/>
              <a:gd name="csY2559" fmla="*/ 5575 h 1114920"/>
              <a:gd name="csX2560" fmla="*/ 442454 w 1728164"/>
              <a:gd name="csY2560" fmla="*/ 5755 h 1114920"/>
              <a:gd name="csX2561" fmla="*/ 442627 w 1728164"/>
              <a:gd name="csY2561" fmla="*/ 5937 h 1114920"/>
              <a:gd name="csX2562" fmla="*/ 442800 w 1728164"/>
              <a:gd name="csY2562" fmla="*/ 6122 h 1114920"/>
              <a:gd name="csX2563" fmla="*/ 442973 w 1728164"/>
              <a:gd name="csY2563" fmla="*/ 6310 h 1114920"/>
              <a:gd name="csX2564" fmla="*/ 443146 w 1728164"/>
              <a:gd name="csY2564" fmla="*/ 6501 h 1114920"/>
              <a:gd name="csX2565" fmla="*/ 443318 w 1728164"/>
              <a:gd name="csY2565" fmla="*/ 6694 h 1114920"/>
              <a:gd name="csX2566" fmla="*/ 443492 w 1728164"/>
              <a:gd name="csY2566" fmla="*/ 6890 h 1114920"/>
              <a:gd name="csX2567" fmla="*/ 443664 w 1728164"/>
              <a:gd name="csY2567" fmla="*/ 7089 h 1114920"/>
              <a:gd name="csX2568" fmla="*/ 443837 w 1728164"/>
              <a:gd name="csY2568" fmla="*/ 7291 h 1114920"/>
              <a:gd name="csX2569" fmla="*/ 444009 w 1728164"/>
              <a:gd name="csY2569" fmla="*/ 7496 h 1114920"/>
              <a:gd name="csX2570" fmla="*/ 444183 w 1728164"/>
              <a:gd name="csY2570" fmla="*/ 7704 h 1114920"/>
              <a:gd name="csX2571" fmla="*/ 444355 w 1728164"/>
              <a:gd name="csY2571" fmla="*/ 7914 h 1114920"/>
              <a:gd name="csX2572" fmla="*/ 444528 w 1728164"/>
              <a:gd name="csY2572" fmla="*/ 8127 h 1114920"/>
              <a:gd name="csX2573" fmla="*/ 444702 w 1728164"/>
              <a:gd name="csY2573" fmla="*/ 8343 h 1114920"/>
              <a:gd name="csX2574" fmla="*/ 444874 w 1728164"/>
              <a:gd name="csY2574" fmla="*/ 8562 h 1114920"/>
              <a:gd name="csX2575" fmla="*/ 445047 w 1728164"/>
              <a:gd name="csY2575" fmla="*/ 8783 h 1114920"/>
              <a:gd name="csX2576" fmla="*/ 445219 w 1728164"/>
              <a:gd name="csY2576" fmla="*/ 9007 h 1114920"/>
              <a:gd name="csX2577" fmla="*/ 445393 w 1728164"/>
              <a:gd name="csY2577" fmla="*/ 9235 h 1114920"/>
              <a:gd name="csX2578" fmla="*/ 445565 w 1728164"/>
              <a:gd name="csY2578" fmla="*/ 9464 h 1114920"/>
              <a:gd name="csX2579" fmla="*/ 445738 w 1728164"/>
              <a:gd name="csY2579" fmla="*/ 9697 h 1114920"/>
              <a:gd name="csX2580" fmla="*/ 445911 w 1728164"/>
              <a:gd name="csY2580" fmla="*/ 9933 h 1114920"/>
              <a:gd name="csX2581" fmla="*/ 446084 w 1728164"/>
              <a:gd name="csY2581" fmla="*/ 10171 h 1114920"/>
              <a:gd name="csX2582" fmla="*/ 446257 w 1728164"/>
              <a:gd name="csY2582" fmla="*/ 10412 h 1114920"/>
              <a:gd name="csX2583" fmla="*/ 446429 w 1728164"/>
              <a:gd name="csY2583" fmla="*/ 10656 h 1114920"/>
              <a:gd name="csX2584" fmla="*/ 446603 w 1728164"/>
              <a:gd name="csY2584" fmla="*/ 10902 h 1114920"/>
              <a:gd name="csX2585" fmla="*/ 446775 w 1728164"/>
              <a:gd name="csY2585" fmla="*/ 11152 h 1114920"/>
              <a:gd name="csX2586" fmla="*/ 446948 w 1728164"/>
              <a:gd name="csY2586" fmla="*/ 11404 h 1114920"/>
              <a:gd name="csX2587" fmla="*/ 447121 w 1728164"/>
              <a:gd name="csY2587" fmla="*/ 11659 h 1114920"/>
              <a:gd name="csX2588" fmla="*/ 447294 w 1728164"/>
              <a:gd name="csY2588" fmla="*/ 11916 h 1114920"/>
              <a:gd name="csX2589" fmla="*/ 447467 w 1728164"/>
              <a:gd name="csY2589" fmla="*/ 12177 h 1114920"/>
              <a:gd name="csX2590" fmla="*/ 447639 w 1728164"/>
              <a:gd name="csY2590" fmla="*/ 12440 h 1114920"/>
              <a:gd name="csX2591" fmla="*/ 447812 w 1728164"/>
              <a:gd name="csY2591" fmla="*/ 12706 h 1114920"/>
              <a:gd name="csX2592" fmla="*/ 447985 w 1728164"/>
              <a:gd name="csY2592" fmla="*/ 12975 h 1114920"/>
              <a:gd name="csX2593" fmla="*/ 448158 w 1728164"/>
              <a:gd name="csY2593" fmla="*/ 13246 h 1114920"/>
              <a:gd name="csX2594" fmla="*/ 448330 w 1728164"/>
              <a:gd name="csY2594" fmla="*/ 13521 h 1114920"/>
              <a:gd name="csX2595" fmla="*/ 448504 w 1728164"/>
              <a:gd name="csY2595" fmla="*/ 13798 h 1114920"/>
              <a:gd name="csX2596" fmla="*/ 448676 w 1728164"/>
              <a:gd name="csY2596" fmla="*/ 14078 h 1114920"/>
              <a:gd name="csX2597" fmla="*/ 448849 w 1728164"/>
              <a:gd name="csY2597" fmla="*/ 14360 h 1114920"/>
              <a:gd name="csX2598" fmla="*/ 449022 w 1728164"/>
              <a:gd name="csY2598" fmla="*/ 14646 h 1114920"/>
              <a:gd name="csX2599" fmla="*/ 449195 w 1728164"/>
              <a:gd name="csY2599" fmla="*/ 14934 h 1114920"/>
              <a:gd name="csX2600" fmla="*/ 449368 w 1728164"/>
              <a:gd name="csY2600" fmla="*/ 15225 h 1114920"/>
              <a:gd name="csX2601" fmla="*/ 449540 w 1728164"/>
              <a:gd name="csY2601" fmla="*/ 15518 h 1114920"/>
              <a:gd name="csX2602" fmla="*/ 449713 w 1728164"/>
              <a:gd name="csY2602" fmla="*/ 15815 h 1114920"/>
              <a:gd name="csX2603" fmla="*/ 449886 w 1728164"/>
              <a:gd name="csY2603" fmla="*/ 16113 h 1114920"/>
              <a:gd name="csX2604" fmla="*/ 450059 w 1728164"/>
              <a:gd name="csY2604" fmla="*/ 16415 h 1114920"/>
              <a:gd name="csX2605" fmla="*/ 450232 w 1728164"/>
              <a:gd name="csY2605" fmla="*/ 16719 h 1114920"/>
              <a:gd name="csX2606" fmla="*/ 450405 w 1728164"/>
              <a:gd name="csY2606" fmla="*/ 17027 h 1114920"/>
              <a:gd name="csX2607" fmla="*/ 450578 w 1728164"/>
              <a:gd name="csY2607" fmla="*/ 17337 h 1114920"/>
              <a:gd name="csX2608" fmla="*/ 450750 w 1728164"/>
              <a:gd name="csY2608" fmla="*/ 17650 h 1114920"/>
              <a:gd name="csX2609" fmla="*/ 450923 w 1728164"/>
              <a:gd name="csY2609" fmla="*/ 17965 h 1114920"/>
              <a:gd name="csX2610" fmla="*/ 451096 w 1728164"/>
              <a:gd name="csY2610" fmla="*/ 18283 h 1114920"/>
              <a:gd name="csX2611" fmla="*/ 451269 w 1728164"/>
              <a:gd name="csY2611" fmla="*/ 18604 h 1114920"/>
              <a:gd name="csX2612" fmla="*/ 451442 w 1728164"/>
              <a:gd name="csY2612" fmla="*/ 18927 h 1114920"/>
              <a:gd name="csX2613" fmla="*/ 451614 w 1728164"/>
              <a:gd name="csY2613" fmla="*/ 19254 h 1114920"/>
              <a:gd name="csX2614" fmla="*/ 451788 w 1728164"/>
              <a:gd name="csY2614" fmla="*/ 19583 h 1114920"/>
              <a:gd name="csX2615" fmla="*/ 451960 w 1728164"/>
              <a:gd name="csY2615" fmla="*/ 19915 h 1114920"/>
              <a:gd name="csX2616" fmla="*/ 452133 w 1728164"/>
              <a:gd name="csY2616" fmla="*/ 20249 h 1114920"/>
              <a:gd name="csX2617" fmla="*/ 452306 w 1728164"/>
              <a:gd name="csY2617" fmla="*/ 20587 h 1114920"/>
              <a:gd name="csX2618" fmla="*/ 452479 w 1728164"/>
              <a:gd name="csY2618" fmla="*/ 20926 h 1114920"/>
              <a:gd name="csX2619" fmla="*/ 452651 w 1728164"/>
              <a:gd name="csY2619" fmla="*/ 21269 h 1114920"/>
              <a:gd name="csX2620" fmla="*/ 452824 w 1728164"/>
              <a:gd name="csY2620" fmla="*/ 21614 h 1114920"/>
              <a:gd name="csX2621" fmla="*/ 452997 w 1728164"/>
              <a:gd name="csY2621" fmla="*/ 21962 h 1114920"/>
              <a:gd name="csX2622" fmla="*/ 453170 w 1728164"/>
              <a:gd name="csY2622" fmla="*/ 22312 h 1114920"/>
              <a:gd name="csX2623" fmla="*/ 453343 w 1728164"/>
              <a:gd name="csY2623" fmla="*/ 22667 h 1114920"/>
              <a:gd name="csX2624" fmla="*/ 453515 w 1728164"/>
              <a:gd name="csY2624" fmla="*/ 23022 h 1114920"/>
              <a:gd name="csX2625" fmla="*/ 453689 w 1728164"/>
              <a:gd name="csY2625" fmla="*/ 23381 h 1114920"/>
              <a:gd name="csX2626" fmla="*/ 453861 w 1728164"/>
              <a:gd name="csY2626" fmla="*/ 23742 h 1114920"/>
              <a:gd name="csX2627" fmla="*/ 454034 w 1728164"/>
              <a:gd name="csY2627" fmla="*/ 24106 h 1114920"/>
              <a:gd name="csX2628" fmla="*/ 454207 w 1728164"/>
              <a:gd name="csY2628" fmla="*/ 24473 h 1114920"/>
              <a:gd name="csX2629" fmla="*/ 454380 w 1728164"/>
              <a:gd name="csY2629" fmla="*/ 24843 h 1114920"/>
              <a:gd name="csX2630" fmla="*/ 454553 w 1728164"/>
              <a:gd name="csY2630" fmla="*/ 25214 h 1114920"/>
              <a:gd name="csX2631" fmla="*/ 454725 w 1728164"/>
              <a:gd name="csY2631" fmla="*/ 25590 h 1114920"/>
              <a:gd name="csX2632" fmla="*/ 454899 w 1728164"/>
              <a:gd name="csY2632" fmla="*/ 25967 h 1114920"/>
              <a:gd name="csX2633" fmla="*/ 455071 w 1728164"/>
              <a:gd name="csY2633" fmla="*/ 26347 h 1114920"/>
              <a:gd name="csX2634" fmla="*/ 455244 w 1728164"/>
              <a:gd name="csY2634" fmla="*/ 26730 h 1114920"/>
              <a:gd name="csX2635" fmla="*/ 455416 w 1728164"/>
              <a:gd name="csY2635" fmla="*/ 27116 h 1114920"/>
              <a:gd name="csX2636" fmla="*/ 455590 w 1728164"/>
              <a:gd name="csY2636" fmla="*/ 27504 h 1114920"/>
              <a:gd name="csX2637" fmla="*/ 455763 w 1728164"/>
              <a:gd name="csY2637" fmla="*/ 27894 h 1114920"/>
              <a:gd name="csX2638" fmla="*/ 455935 w 1728164"/>
              <a:gd name="csY2638" fmla="*/ 28287 h 1114920"/>
              <a:gd name="csX2639" fmla="*/ 456109 w 1728164"/>
              <a:gd name="csY2639" fmla="*/ 28683 h 1114920"/>
              <a:gd name="csX2640" fmla="*/ 456281 w 1728164"/>
              <a:gd name="csY2640" fmla="*/ 29083 h 1114920"/>
              <a:gd name="csX2641" fmla="*/ 456454 w 1728164"/>
              <a:gd name="csY2641" fmla="*/ 29484 h 1114920"/>
              <a:gd name="csX2642" fmla="*/ 456626 w 1728164"/>
              <a:gd name="csY2642" fmla="*/ 29888 h 1114920"/>
              <a:gd name="csX2643" fmla="*/ 456800 w 1728164"/>
              <a:gd name="csY2643" fmla="*/ 30294 h 1114920"/>
              <a:gd name="csX2644" fmla="*/ 456972 w 1728164"/>
              <a:gd name="csY2644" fmla="*/ 30704 h 1114920"/>
              <a:gd name="csX2645" fmla="*/ 457145 w 1728164"/>
              <a:gd name="csY2645" fmla="*/ 31116 h 1114920"/>
              <a:gd name="csX2646" fmla="*/ 457318 w 1728164"/>
              <a:gd name="csY2646" fmla="*/ 31530 h 1114920"/>
              <a:gd name="csX2647" fmla="*/ 457491 w 1728164"/>
              <a:gd name="csY2647" fmla="*/ 31947 h 1114920"/>
              <a:gd name="csX2648" fmla="*/ 457664 w 1728164"/>
              <a:gd name="csY2648" fmla="*/ 32366 h 1114920"/>
              <a:gd name="csX2649" fmla="*/ 457836 w 1728164"/>
              <a:gd name="csY2649" fmla="*/ 32789 h 1114920"/>
              <a:gd name="csX2650" fmla="*/ 458010 w 1728164"/>
              <a:gd name="csY2650" fmla="*/ 33214 h 1114920"/>
              <a:gd name="csX2651" fmla="*/ 458182 w 1728164"/>
              <a:gd name="csY2651" fmla="*/ 33641 h 1114920"/>
              <a:gd name="csX2652" fmla="*/ 458355 w 1728164"/>
              <a:gd name="csY2652" fmla="*/ 34072 h 1114920"/>
              <a:gd name="csX2653" fmla="*/ 458527 w 1728164"/>
              <a:gd name="csY2653" fmla="*/ 34504 h 1114920"/>
              <a:gd name="csX2654" fmla="*/ 458701 w 1728164"/>
              <a:gd name="csY2654" fmla="*/ 34940 h 1114920"/>
              <a:gd name="csX2655" fmla="*/ 458874 w 1728164"/>
              <a:gd name="csY2655" fmla="*/ 35378 h 1114920"/>
              <a:gd name="csX2656" fmla="*/ 459046 w 1728164"/>
              <a:gd name="csY2656" fmla="*/ 35818 h 1114920"/>
              <a:gd name="csX2657" fmla="*/ 459219 w 1728164"/>
              <a:gd name="csY2657" fmla="*/ 36261 h 1114920"/>
              <a:gd name="csX2658" fmla="*/ 459392 w 1728164"/>
              <a:gd name="csY2658" fmla="*/ 36707 h 1114920"/>
              <a:gd name="csX2659" fmla="*/ 459565 w 1728164"/>
              <a:gd name="csY2659" fmla="*/ 37155 h 1114920"/>
              <a:gd name="csX2660" fmla="*/ 459737 w 1728164"/>
              <a:gd name="csY2660" fmla="*/ 37606 h 1114920"/>
              <a:gd name="csX2661" fmla="*/ 459911 w 1728164"/>
              <a:gd name="csY2661" fmla="*/ 38060 h 1114920"/>
              <a:gd name="csX2662" fmla="*/ 460084 w 1728164"/>
              <a:gd name="csY2662" fmla="*/ 38516 h 1114920"/>
              <a:gd name="csX2663" fmla="*/ 460256 w 1728164"/>
              <a:gd name="csY2663" fmla="*/ 38975 h 1114920"/>
              <a:gd name="csX2664" fmla="*/ 460429 w 1728164"/>
              <a:gd name="csY2664" fmla="*/ 39435 h 1114920"/>
              <a:gd name="csX2665" fmla="*/ 460602 w 1728164"/>
              <a:gd name="csY2665" fmla="*/ 39899 h 1114920"/>
              <a:gd name="csX2666" fmla="*/ 460775 w 1728164"/>
              <a:gd name="csY2666" fmla="*/ 40366 h 1114920"/>
              <a:gd name="csX2667" fmla="*/ 460947 w 1728164"/>
              <a:gd name="csY2667" fmla="*/ 40835 h 1114920"/>
              <a:gd name="csX2668" fmla="*/ 461120 w 1728164"/>
              <a:gd name="csY2668" fmla="*/ 41306 h 1114920"/>
              <a:gd name="csX2669" fmla="*/ 461293 w 1728164"/>
              <a:gd name="csY2669" fmla="*/ 41780 h 1114920"/>
              <a:gd name="csX2670" fmla="*/ 461466 w 1728164"/>
              <a:gd name="csY2670" fmla="*/ 42257 h 1114920"/>
              <a:gd name="csX2671" fmla="*/ 461639 w 1728164"/>
              <a:gd name="csY2671" fmla="*/ 42735 h 1114920"/>
              <a:gd name="csX2672" fmla="*/ 461812 w 1728164"/>
              <a:gd name="csY2672" fmla="*/ 43217 h 1114920"/>
              <a:gd name="csX2673" fmla="*/ 461985 w 1728164"/>
              <a:gd name="csY2673" fmla="*/ 43701 h 1114920"/>
              <a:gd name="csX2674" fmla="*/ 462157 w 1728164"/>
              <a:gd name="csY2674" fmla="*/ 44188 h 1114920"/>
              <a:gd name="csX2675" fmla="*/ 462330 w 1728164"/>
              <a:gd name="csY2675" fmla="*/ 44677 h 1114920"/>
              <a:gd name="csX2676" fmla="*/ 462503 w 1728164"/>
              <a:gd name="csY2676" fmla="*/ 45168 h 1114920"/>
              <a:gd name="csX2677" fmla="*/ 462676 w 1728164"/>
              <a:gd name="csY2677" fmla="*/ 45663 h 1114920"/>
              <a:gd name="csX2678" fmla="*/ 462848 w 1728164"/>
              <a:gd name="csY2678" fmla="*/ 46159 h 1114920"/>
              <a:gd name="csX2679" fmla="*/ 463021 w 1728164"/>
              <a:gd name="csY2679" fmla="*/ 46659 h 1114920"/>
              <a:gd name="csX2680" fmla="*/ 463195 w 1728164"/>
              <a:gd name="csY2680" fmla="*/ 47160 h 1114920"/>
              <a:gd name="csX2681" fmla="*/ 463367 w 1728164"/>
              <a:gd name="csY2681" fmla="*/ 47665 h 1114920"/>
              <a:gd name="csX2682" fmla="*/ 463540 w 1728164"/>
              <a:gd name="csY2682" fmla="*/ 48172 h 1114920"/>
              <a:gd name="csX2683" fmla="*/ 463713 w 1728164"/>
              <a:gd name="csY2683" fmla="*/ 48681 h 1114920"/>
              <a:gd name="csX2684" fmla="*/ 463886 w 1728164"/>
              <a:gd name="csY2684" fmla="*/ 49192 h 1114920"/>
              <a:gd name="csX2685" fmla="*/ 464058 w 1728164"/>
              <a:gd name="csY2685" fmla="*/ 49706 h 1114920"/>
              <a:gd name="csX2686" fmla="*/ 464231 w 1728164"/>
              <a:gd name="csY2686" fmla="*/ 50223 h 1114920"/>
              <a:gd name="csX2687" fmla="*/ 464405 w 1728164"/>
              <a:gd name="csY2687" fmla="*/ 50743 h 1114920"/>
              <a:gd name="csX2688" fmla="*/ 464577 w 1728164"/>
              <a:gd name="csY2688" fmla="*/ 51264 h 1114920"/>
              <a:gd name="csX2689" fmla="*/ 464750 w 1728164"/>
              <a:gd name="csY2689" fmla="*/ 51788 h 1114920"/>
              <a:gd name="csX2690" fmla="*/ 464922 w 1728164"/>
              <a:gd name="csY2690" fmla="*/ 52315 h 1114920"/>
              <a:gd name="csX2691" fmla="*/ 465096 w 1728164"/>
              <a:gd name="csY2691" fmla="*/ 52844 h 1114920"/>
              <a:gd name="csX2692" fmla="*/ 465268 w 1728164"/>
              <a:gd name="csY2692" fmla="*/ 53375 h 1114920"/>
              <a:gd name="csX2693" fmla="*/ 465441 w 1728164"/>
              <a:gd name="csY2693" fmla="*/ 53910 h 1114920"/>
              <a:gd name="csX2694" fmla="*/ 465614 w 1728164"/>
              <a:gd name="csY2694" fmla="*/ 54446 h 1114920"/>
              <a:gd name="csX2695" fmla="*/ 465787 w 1728164"/>
              <a:gd name="csY2695" fmla="*/ 54985 h 1114920"/>
              <a:gd name="csX2696" fmla="*/ 465960 w 1728164"/>
              <a:gd name="csY2696" fmla="*/ 55526 h 1114920"/>
              <a:gd name="csX2697" fmla="*/ 466132 w 1728164"/>
              <a:gd name="csY2697" fmla="*/ 56070 h 1114920"/>
              <a:gd name="csX2698" fmla="*/ 466306 w 1728164"/>
              <a:gd name="csY2698" fmla="*/ 56616 h 1114920"/>
              <a:gd name="csX2699" fmla="*/ 466478 w 1728164"/>
              <a:gd name="csY2699" fmla="*/ 57165 h 1114920"/>
              <a:gd name="csX2700" fmla="*/ 466651 w 1728164"/>
              <a:gd name="csY2700" fmla="*/ 57716 h 1114920"/>
              <a:gd name="csX2701" fmla="*/ 466823 w 1728164"/>
              <a:gd name="csY2701" fmla="*/ 58269 h 1114920"/>
              <a:gd name="csX2702" fmla="*/ 466997 w 1728164"/>
              <a:gd name="csY2702" fmla="*/ 58825 h 1114920"/>
              <a:gd name="csX2703" fmla="*/ 467169 w 1728164"/>
              <a:gd name="csY2703" fmla="*/ 59384 h 1114920"/>
              <a:gd name="csX2704" fmla="*/ 467342 w 1728164"/>
              <a:gd name="csY2704" fmla="*/ 59944 h 1114920"/>
              <a:gd name="csX2705" fmla="*/ 467516 w 1728164"/>
              <a:gd name="csY2705" fmla="*/ 60508 h 1114920"/>
              <a:gd name="csX2706" fmla="*/ 467688 w 1728164"/>
              <a:gd name="csY2706" fmla="*/ 61073 h 1114920"/>
              <a:gd name="csX2707" fmla="*/ 467861 w 1728164"/>
              <a:gd name="csY2707" fmla="*/ 61641 h 1114920"/>
              <a:gd name="csX2708" fmla="*/ 468033 w 1728164"/>
              <a:gd name="csY2708" fmla="*/ 62211 h 1114920"/>
              <a:gd name="csX2709" fmla="*/ 468207 w 1728164"/>
              <a:gd name="csY2709" fmla="*/ 62784 h 1114920"/>
              <a:gd name="csX2710" fmla="*/ 468379 w 1728164"/>
              <a:gd name="csY2710" fmla="*/ 63360 h 1114920"/>
              <a:gd name="csX2711" fmla="*/ 468552 w 1728164"/>
              <a:gd name="csY2711" fmla="*/ 63937 h 1114920"/>
              <a:gd name="csX2712" fmla="*/ 468725 w 1728164"/>
              <a:gd name="csY2712" fmla="*/ 64517 h 1114920"/>
              <a:gd name="csX2713" fmla="*/ 468898 w 1728164"/>
              <a:gd name="csY2713" fmla="*/ 65099 h 1114920"/>
              <a:gd name="csX2714" fmla="*/ 469071 w 1728164"/>
              <a:gd name="csY2714" fmla="*/ 65684 h 1114920"/>
              <a:gd name="csX2715" fmla="*/ 469243 w 1728164"/>
              <a:gd name="csY2715" fmla="*/ 66271 h 1114920"/>
              <a:gd name="csX2716" fmla="*/ 469417 w 1728164"/>
              <a:gd name="csY2716" fmla="*/ 66861 h 1114920"/>
              <a:gd name="csX2717" fmla="*/ 469589 w 1728164"/>
              <a:gd name="csY2717" fmla="*/ 67452 h 1114920"/>
              <a:gd name="csX2718" fmla="*/ 469762 w 1728164"/>
              <a:gd name="csY2718" fmla="*/ 68046 h 1114920"/>
              <a:gd name="csX2719" fmla="*/ 469935 w 1728164"/>
              <a:gd name="csY2719" fmla="*/ 68643 h 1114920"/>
              <a:gd name="csX2720" fmla="*/ 470108 w 1728164"/>
              <a:gd name="csY2720" fmla="*/ 69241 h 1114920"/>
              <a:gd name="csX2721" fmla="*/ 470281 w 1728164"/>
              <a:gd name="csY2721" fmla="*/ 69843 h 1114920"/>
              <a:gd name="csX2722" fmla="*/ 470453 w 1728164"/>
              <a:gd name="csY2722" fmla="*/ 70446 h 1114920"/>
              <a:gd name="csX2723" fmla="*/ 470626 w 1728164"/>
              <a:gd name="csY2723" fmla="*/ 71052 h 1114920"/>
              <a:gd name="csX2724" fmla="*/ 470799 w 1728164"/>
              <a:gd name="csY2724" fmla="*/ 71660 h 1114920"/>
              <a:gd name="csX2725" fmla="*/ 470972 w 1728164"/>
              <a:gd name="csY2725" fmla="*/ 72270 h 1114920"/>
              <a:gd name="csX2726" fmla="*/ 471144 w 1728164"/>
              <a:gd name="csY2726" fmla="*/ 72883 h 1114920"/>
              <a:gd name="csX2727" fmla="*/ 471318 w 1728164"/>
              <a:gd name="csY2727" fmla="*/ 73498 h 1114920"/>
              <a:gd name="csX2728" fmla="*/ 471490 w 1728164"/>
              <a:gd name="csY2728" fmla="*/ 74116 h 1114920"/>
              <a:gd name="csX2729" fmla="*/ 471663 w 1728164"/>
              <a:gd name="csY2729" fmla="*/ 74736 h 1114920"/>
              <a:gd name="csX2730" fmla="*/ 471836 w 1728164"/>
              <a:gd name="csY2730" fmla="*/ 75358 h 1114920"/>
              <a:gd name="csX2731" fmla="*/ 472009 w 1728164"/>
              <a:gd name="csY2731" fmla="*/ 75982 h 1114920"/>
              <a:gd name="csX2732" fmla="*/ 472182 w 1728164"/>
              <a:gd name="csY2732" fmla="*/ 76608 h 1114920"/>
              <a:gd name="csX2733" fmla="*/ 472354 w 1728164"/>
              <a:gd name="csY2733" fmla="*/ 77237 h 1114920"/>
              <a:gd name="csX2734" fmla="*/ 472527 w 1728164"/>
              <a:gd name="csY2734" fmla="*/ 77868 h 1114920"/>
              <a:gd name="csX2735" fmla="*/ 472700 w 1728164"/>
              <a:gd name="csY2735" fmla="*/ 78502 h 1114920"/>
              <a:gd name="csX2736" fmla="*/ 472873 w 1728164"/>
              <a:gd name="csY2736" fmla="*/ 79138 h 1114920"/>
              <a:gd name="csX2737" fmla="*/ 473046 w 1728164"/>
              <a:gd name="csY2737" fmla="*/ 79776 h 1114920"/>
              <a:gd name="csX2738" fmla="*/ 473219 w 1728164"/>
              <a:gd name="csY2738" fmla="*/ 80416 h 1114920"/>
              <a:gd name="csX2739" fmla="*/ 473392 w 1728164"/>
              <a:gd name="csY2739" fmla="*/ 81058 h 1114920"/>
              <a:gd name="csX2740" fmla="*/ 473564 w 1728164"/>
              <a:gd name="csY2740" fmla="*/ 81703 h 1114920"/>
              <a:gd name="csX2741" fmla="*/ 473737 w 1728164"/>
              <a:gd name="csY2741" fmla="*/ 82350 h 1114920"/>
              <a:gd name="csX2742" fmla="*/ 473910 w 1728164"/>
              <a:gd name="csY2742" fmla="*/ 83000 h 1114920"/>
              <a:gd name="csX2743" fmla="*/ 474083 w 1728164"/>
              <a:gd name="csY2743" fmla="*/ 83651 h 1114920"/>
              <a:gd name="csX2744" fmla="*/ 474256 w 1728164"/>
              <a:gd name="csY2744" fmla="*/ 84305 h 1114920"/>
              <a:gd name="csX2745" fmla="*/ 474428 w 1728164"/>
              <a:gd name="csY2745" fmla="*/ 84960 h 1114920"/>
              <a:gd name="csX2746" fmla="*/ 474602 w 1728164"/>
              <a:gd name="csY2746" fmla="*/ 85619 h 1114920"/>
              <a:gd name="csX2747" fmla="*/ 474774 w 1728164"/>
              <a:gd name="csY2747" fmla="*/ 86279 h 1114920"/>
              <a:gd name="csX2748" fmla="*/ 474947 w 1728164"/>
              <a:gd name="csY2748" fmla="*/ 86942 h 1114920"/>
              <a:gd name="csX2749" fmla="*/ 475120 w 1728164"/>
              <a:gd name="csY2749" fmla="*/ 87606 h 1114920"/>
              <a:gd name="csX2750" fmla="*/ 475293 w 1728164"/>
              <a:gd name="csY2750" fmla="*/ 88273 h 1114920"/>
              <a:gd name="csX2751" fmla="*/ 475465 w 1728164"/>
              <a:gd name="csY2751" fmla="*/ 88942 h 1114920"/>
              <a:gd name="csX2752" fmla="*/ 475638 w 1728164"/>
              <a:gd name="csY2752" fmla="*/ 89614 h 1114920"/>
              <a:gd name="csX2753" fmla="*/ 475812 w 1728164"/>
              <a:gd name="csY2753" fmla="*/ 90288 h 1114920"/>
              <a:gd name="csX2754" fmla="*/ 475984 w 1728164"/>
              <a:gd name="csY2754" fmla="*/ 90964 h 1114920"/>
              <a:gd name="csX2755" fmla="*/ 476157 w 1728164"/>
              <a:gd name="csY2755" fmla="*/ 91642 h 1114920"/>
              <a:gd name="csX2756" fmla="*/ 476329 w 1728164"/>
              <a:gd name="csY2756" fmla="*/ 92321 h 1114920"/>
              <a:gd name="csX2757" fmla="*/ 476503 w 1728164"/>
              <a:gd name="csY2757" fmla="*/ 93004 h 1114920"/>
              <a:gd name="csX2758" fmla="*/ 476675 w 1728164"/>
              <a:gd name="csY2758" fmla="*/ 93689 h 1114920"/>
              <a:gd name="csX2759" fmla="*/ 476848 w 1728164"/>
              <a:gd name="csY2759" fmla="*/ 94375 h 1114920"/>
              <a:gd name="csX2760" fmla="*/ 477021 w 1728164"/>
              <a:gd name="csY2760" fmla="*/ 95064 h 1114920"/>
              <a:gd name="csX2761" fmla="*/ 477194 w 1728164"/>
              <a:gd name="csY2761" fmla="*/ 95754 h 1114920"/>
              <a:gd name="csX2762" fmla="*/ 477367 w 1728164"/>
              <a:gd name="csY2762" fmla="*/ 96447 h 1114920"/>
              <a:gd name="csX2763" fmla="*/ 477539 w 1728164"/>
              <a:gd name="csY2763" fmla="*/ 97143 h 1114920"/>
              <a:gd name="csX2764" fmla="*/ 477713 w 1728164"/>
              <a:gd name="csY2764" fmla="*/ 97841 h 1114920"/>
              <a:gd name="csX2765" fmla="*/ 477885 w 1728164"/>
              <a:gd name="csY2765" fmla="*/ 98540 h 1114920"/>
              <a:gd name="csX2766" fmla="*/ 478058 w 1728164"/>
              <a:gd name="csY2766" fmla="*/ 99242 h 1114920"/>
              <a:gd name="csX2767" fmla="*/ 478230 w 1728164"/>
              <a:gd name="csY2767" fmla="*/ 99946 h 1114920"/>
              <a:gd name="csX2768" fmla="*/ 478404 w 1728164"/>
              <a:gd name="csY2768" fmla="*/ 100651 h 1114920"/>
              <a:gd name="csX2769" fmla="*/ 478577 w 1728164"/>
              <a:gd name="csY2769" fmla="*/ 101359 h 1114920"/>
              <a:gd name="csX2770" fmla="*/ 478749 w 1728164"/>
              <a:gd name="csY2770" fmla="*/ 102069 h 1114920"/>
              <a:gd name="csX2771" fmla="*/ 478923 w 1728164"/>
              <a:gd name="csY2771" fmla="*/ 102782 h 1114920"/>
              <a:gd name="csX2772" fmla="*/ 479095 w 1728164"/>
              <a:gd name="csY2772" fmla="*/ 103496 h 1114920"/>
              <a:gd name="csX2773" fmla="*/ 479268 w 1728164"/>
              <a:gd name="csY2773" fmla="*/ 104212 h 1114920"/>
              <a:gd name="csX2774" fmla="*/ 479440 w 1728164"/>
              <a:gd name="csY2774" fmla="*/ 104930 h 1114920"/>
              <a:gd name="csX2775" fmla="*/ 479614 w 1728164"/>
              <a:gd name="csY2775" fmla="*/ 105651 h 1114920"/>
              <a:gd name="csX2776" fmla="*/ 479786 w 1728164"/>
              <a:gd name="csY2776" fmla="*/ 106374 h 1114920"/>
              <a:gd name="csX2777" fmla="*/ 479959 w 1728164"/>
              <a:gd name="csY2777" fmla="*/ 107098 h 1114920"/>
              <a:gd name="csX2778" fmla="*/ 480132 w 1728164"/>
              <a:gd name="csY2778" fmla="*/ 107825 h 1114920"/>
              <a:gd name="csX2779" fmla="*/ 480305 w 1728164"/>
              <a:gd name="csY2779" fmla="*/ 108554 h 1114920"/>
              <a:gd name="csX2780" fmla="*/ 480478 w 1728164"/>
              <a:gd name="csY2780" fmla="*/ 109285 h 1114920"/>
              <a:gd name="csX2781" fmla="*/ 480650 w 1728164"/>
              <a:gd name="csY2781" fmla="*/ 110018 h 1114920"/>
              <a:gd name="csX2782" fmla="*/ 480824 w 1728164"/>
              <a:gd name="csY2782" fmla="*/ 110753 h 1114920"/>
              <a:gd name="csX2783" fmla="*/ 480996 w 1728164"/>
              <a:gd name="csY2783" fmla="*/ 111490 h 1114920"/>
              <a:gd name="csX2784" fmla="*/ 481169 w 1728164"/>
              <a:gd name="csY2784" fmla="*/ 112229 h 1114920"/>
              <a:gd name="csX2785" fmla="*/ 481342 w 1728164"/>
              <a:gd name="csY2785" fmla="*/ 112970 h 1114920"/>
              <a:gd name="csX2786" fmla="*/ 481515 w 1728164"/>
              <a:gd name="csY2786" fmla="*/ 113713 h 1114920"/>
              <a:gd name="csX2787" fmla="*/ 481688 w 1728164"/>
              <a:gd name="csY2787" fmla="*/ 114458 h 1114920"/>
              <a:gd name="csX2788" fmla="*/ 481860 w 1728164"/>
              <a:gd name="csY2788" fmla="*/ 115205 h 1114920"/>
              <a:gd name="csX2789" fmla="*/ 482033 w 1728164"/>
              <a:gd name="csY2789" fmla="*/ 115954 h 1114920"/>
              <a:gd name="csX2790" fmla="*/ 482206 w 1728164"/>
              <a:gd name="csY2790" fmla="*/ 116706 h 1114920"/>
              <a:gd name="csX2791" fmla="*/ 482379 w 1728164"/>
              <a:gd name="csY2791" fmla="*/ 117458 h 1114920"/>
              <a:gd name="csX2792" fmla="*/ 482551 w 1728164"/>
              <a:gd name="csY2792" fmla="*/ 118214 h 1114920"/>
              <a:gd name="csX2793" fmla="*/ 482725 w 1728164"/>
              <a:gd name="csY2793" fmla="*/ 118971 h 1114920"/>
              <a:gd name="csX2794" fmla="*/ 482898 w 1728164"/>
              <a:gd name="csY2794" fmla="*/ 119729 h 1114920"/>
              <a:gd name="csX2795" fmla="*/ 483070 w 1728164"/>
              <a:gd name="csY2795" fmla="*/ 120491 h 1114920"/>
              <a:gd name="csX2796" fmla="*/ 483243 w 1728164"/>
              <a:gd name="csY2796" fmla="*/ 121253 h 1114920"/>
              <a:gd name="csX2797" fmla="*/ 483416 w 1728164"/>
              <a:gd name="csY2797" fmla="*/ 122019 h 1114920"/>
              <a:gd name="csX2798" fmla="*/ 483589 w 1728164"/>
              <a:gd name="csY2798" fmla="*/ 122785 h 1114920"/>
              <a:gd name="csX2799" fmla="*/ 483761 w 1728164"/>
              <a:gd name="csY2799" fmla="*/ 123555 h 1114920"/>
              <a:gd name="csX2800" fmla="*/ 483934 w 1728164"/>
              <a:gd name="csY2800" fmla="*/ 124325 h 1114920"/>
              <a:gd name="csX2801" fmla="*/ 484107 w 1728164"/>
              <a:gd name="csY2801" fmla="*/ 125099 h 1114920"/>
              <a:gd name="csX2802" fmla="*/ 484280 w 1728164"/>
              <a:gd name="csY2802" fmla="*/ 125873 h 1114920"/>
              <a:gd name="csX2803" fmla="*/ 484453 w 1728164"/>
              <a:gd name="csY2803" fmla="*/ 126649 h 1114920"/>
              <a:gd name="csX2804" fmla="*/ 484626 w 1728164"/>
              <a:gd name="csY2804" fmla="*/ 127428 h 1114920"/>
              <a:gd name="csX2805" fmla="*/ 484799 w 1728164"/>
              <a:gd name="csY2805" fmla="*/ 128209 h 1114920"/>
              <a:gd name="csX2806" fmla="*/ 484971 w 1728164"/>
              <a:gd name="csY2806" fmla="*/ 128991 h 1114920"/>
              <a:gd name="csX2807" fmla="*/ 485144 w 1728164"/>
              <a:gd name="csY2807" fmla="*/ 129775 h 1114920"/>
              <a:gd name="csX2808" fmla="*/ 485317 w 1728164"/>
              <a:gd name="csY2808" fmla="*/ 130562 h 1114920"/>
              <a:gd name="csX2809" fmla="*/ 485490 w 1728164"/>
              <a:gd name="csY2809" fmla="*/ 131350 h 1114920"/>
              <a:gd name="csX2810" fmla="*/ 485663 w 1728164"/>
              <a:gd name="csY2810" fmla="*/ 132140 h 1114920"/>
              <a:gd name="csX2811" fmla="*/ 485835 w 1728164"/>
              <a:gd name="csY2811" fmla="*/ 132932 h 1114920"/>
              <a:gd name="csX2812" fmla="*/ 486009 w 1728164"/>
              <a:gd name="csY2812" fmla="*/ 133725 h 1114920"/>
              <a:gd name="csX2813" fmla="*/ 486181 w 1728164"/>
              <a:gd name="csY2813" fmla="*/ 134521 h 1114920"/>
              <a:gd name="csX2814" fmla="*/ 486354 w 1728164"/>
              <a:gd name="csY2814" fmla="*/ 135319 h 1114920"/>
              <a:gd name="csX2815" fmla="*/ 486527 w 1728164"/>
              <a:gd name="csY2815" fmla="*/ 136118 h 1114920"/>
              <a:gd name="csX2816" fmla="*/ 486700 w 1728164"/>
              <a:gd name="csY2816" fmla="*/ 136919 h 1114920"/>
              <a:gd name="csX2817" fmla="*/ 486872 w 1728164"/>
              <a:gd name="csY2817" fmla="*/ 137723 h 1114920"/>
              <a:gd name="csX2818" fmla="*/ 487045 w 1728164"/>
              <a:gd name="csY2818" fmla="*/ 138527 h 1114920"/>
              <a:gd name="csX2819" fmla="*/ 487219 w 1728164"/>
              <a:gd name="csY2819" fmla="*/ 139334 h 1114920"/>
              <a:gd name="csX2820" fmla="*/ 487391 w 1728164"/>
              <a:gd name="csY2820" fmla="*/ 140142 h 1114920"/>
              <a:gd name="csX2821" fmla="*/ 487564 w 1728164"/>
              <a:gd name="csY2821" fmla="*/ 140953 h 1114920"/>
              <a:gd name="csX2822" fmla="*/ 487736 w 1728164"/>
              <a:gd name="csY2822" fmla="*/ 141765 h 1114920"/>
              <a:gd name="csX2823" fmla="*/ 487910 w 1728164"/>
              <a:gd name="csY2823" fmla="*/ 142579 h 1114920"/>
              <a:gd name="csX2824" fmla="*/ 488082 w 1728164"/>
              <a:gd name="csY2824" fmla="*/ 143395 h 1114920"/>
              <a:gd name="csX2825" fmla="*/ 488255 w 1728164"/>
              <a:gd name="csY2825" fmla="*/ 144213 h 1114920"/>
              <a:gd name="csX2826" fmla="*/ 488428 w 1728164"/>
              <a:gd name="csY2826" fmla="*/ 145033 h 1114920"/>
              <a:gd name="csX2827" fmla="*/ 488601 w 1728164"/>
              <a:gd name="csY2827" fmla="*/ 145854 h 1114920"/>
              <a:gd name="csX2828" fmla="*/ 488774 w 1728164"/>
              <a:gd name="csY2828" fmla="*/ 146677 h 1114920"/>
              <a:gd name="csX2829" fmla="*/ 488946 w 1728164"/>
              <a:gd name="csY2829" fmla="*/ 147502 h 1114920"/>
              <a:gd name="csX2830" fmla="*/ 489120 w 1728164"/>
              <a:gd name="csY2830" fmla="*/ 148328 h 1114920"/>
              <a:gd name="csX2831" fmla="*/ 489292 w 1728164"/>
              <a:gd name="csY2831" fmla="*/ 149157 h 1114920"/>
              <a:gd name="csX2832" fmla="*/ 489465 w 1728164"/>
              <a:gd name="csY2832" fmla="*/ 149987 h 1114920"/>
              <a:gd name="csX2833" fmla="*/ 489637 w 1728164"/>
              <a:gd name="csY2833" fmla="*/ 150819 h 1114920"/>
              <a:gd name="csX2834" fmla="*/ 489811 w 1728164"/>
              <a:gd name="csY2834" fmla="*/ 151653 h 1114920"/>
              <a:gd name="csX2835" fmla="*/ 489984 w 1728164"/>
              <a:gd name="csY2835" fmla="*/ 152488 h 1114920"/>
              <a:gd name="csX2836" fmla="*/ 490156 w 1728164"/>
              <a:gd name="csY2836" fmla="*/ 153325 h 1114920"/>
              <a:gd name="csX2837" fmla="*/ 490330 w 1728164"/>
              <a:gd name="csY2837" fmla="*/ 154164 h 1114920"/>
              <a:gd name="csX2838" fmla="*/ 490502 w 1728164"/>
              <a:gd name="csY2838" fmla="*/ 155005 h 1114920"/>
              <a:gd name="csX2839" fmla="*/ 490675 w 1728164"/>
              <a:gd name="csY2839" fmla="*/ 155847 h 1114920"/>
              <a:gd name="csX2840" fmla="*/ 490847 w 1728164"/>
              <a:gd name="csY2840" fmla="*/ 156692 h 1114920"/>
              <a:gd name="csX2841" fmla="*/ 491021 w 1728164"/>
              <a:gd name="csY2841" fmla="*/ 157538 h 1114920"/>
              <a:gd name="csX2842" fmla="*/ 491193 w 1728164"/>
              <a:gd name="csY2842" fmla="*/ 158385 h 1114920"/>
              <a:gd name="csX2843" fmla="*/ 491366 w 1728164"/>
              <a:gd name="csY2843" fmla="*/ 159234 h 1114920"/>
              <a:gd name="csX2844" fmla="*/ 491539 w 1728164"/>
              <a:gd name="csY2844" fmla="*/ 160086 h 1114920"/>
              <a:gd name="csX2845" fmla="*/ 491712 w 1728164"/>
              <a:gd name="csY2845" fmla="*/ 160938 h 1114920"/>
              <a:gd name="csX2846" fmla="*/ 491885 w 1728164"/>
              <a:gd name="csY2846" fmla="*/ 161792 h 1114920"/>
              <a:gd name="csX2847" fmla="*/ 492057 w 1728164"/>
              <a:gd name="csY2847" fmla="*/ 162649 h 1114920"/>
              <a:gd name="csX2848" fmla="*/ 492231 w 1728164"/>
              <a:gd name="csY2848" fmla="*/ 163506 h 1114920"/>
              <a:gd name="csX2849" fmla="*/ 492403 w 1728164"/>
              <a:gd name="csY2849" fmla="*/ 164366 h 1114920"/>
              <a:gd name="csX2850" fmla="*/ 492576 w 1728164"/>
              <a:gd name="csY2850" fmla="*/ 165226 h 1114920"/>
              <a:gd name="csX2851" fmla="*/ 492749 w 1728164"/>
              <a:gd name="csY2851" fmla="*/ 166089 h 1114920"/>
              <a:gd name="csX2852" fmla="*/ 492922 w 1728164"/>
              <a:gd name="csY2852" fmla="*/ 166954 h 1114920"/>
              <a:gd name="csX2853" fmla="*/ 493095 w 1728164"/>
              <a:gd name="csY2853" fmla="*/ 167819 h 1114920"/>
              <a:gd name="csX2854" fmla="*/ 493267 w 1728164"/>
              <a:gd name="csY2854" fmla="*/ 168687 h 1114920"/>
              <a:gd name="csX2855" fmla="*/ 493440 w 1728164"/>
              <a:gd name="csY2855" fmla="*/ 169556 h 1114920"/>
              <a:gd name="csX2856" fmla="*/ 493613 w 1728164"/>
              <a:gd name="csY2856" fmla="*/ 170427 h 1114920"/>
              <a:gd name="csX2857" fmla="*/ 493786 w 1728164"/>
              <a:gd name="csY2857" fmla="*/ 171300 h 1114920"/>
              <a:gd name="csX2858" fmla="*/ 493958 w 1728164"/>
              <a:gd name="csY2858" fmla="*/ 172173 h 1114920"/>
              <a:gd name="csX2859" fmla="*/ 494132 w 1728164"/>
              <a:gd name="csY2859" fmla="*/ 173049 h 1114920"/>
              <a:gd name="csX2860" fmla="*/ 494305 w 1728164"/>
              <a:gd name="csY2860" fmla="*/ 173927 h 1114920"/>
              <a:gd name="csX2861" fmla="*/ 494477 w 1728164"/>
              <a:gd name="csY2861" fmla="*/ 174806 h 1114920"/>
              <a:gd name="csX2862" fmla="*/ 494650 w 1728164"/>
              <a:gd name="csY2862" fmla="*/ 175686 h 1114920"/>
              <a:gd name="csX2863" fmla="*/ 494823 w 1728164"/>
              <a:gd name="csY2863" fmla="*/ 176568 h 1114920"/>
              <a:gd name="csX2864" fmla="*/ 494996 w 1728164"/>
              <a:gd name="csY2864" fmla="*/ 177451 h 1114920"/>
              <a:gd name="csX2865" fmla="*/ 495168 w 1728164"/>
              <a:gd name="csY2865" fmla="*/ 178337 h 1114920"/>
              <a:gd name="csX2866" fmla="*/ 495341 w 1728164"/>
              <a:gd name="csY2866" fmla="*/ 179224 h 1114920"/>
              <a:gd name="csX2867" fmla="*/ 495514 w 1728164"/>
              <a:gd name="csY2867" fmla="*/ 180112 h 1114920"/>
              <a:gd name="csX2868" fmla="*/ 495687 w 1728164"/>
              <a:gd name="csY2868" fmla="*/ 181002 h 1114920"/>
              <a:gd name="csX2869" fmla="*/ 495860 w 1728164"/>
              <a:gd name="csY2869" fmla="*/ 181893 h 1114920"/>
              <a:gd name="csX2870" fmla="*/ 496033 w 1728164"/>
              <a:gd name="csY2870" fmla="*/ 182787 h 1114920"/>
              <a:gd name="csX2871" fmla="*/ 496206 w 1728164"/>
              <a:gd name="csY2871" fmla="*/ 183681 h 1114920"/>
              <a:gd name="csX2872" fmla="*/ 496378 w 1728164"/>
              <a:gd name="csY2872" fmla="*/ 184577 h 1114920"/>
              <a:gd name="csX2873" fmla="*/ 496551 w 1728164"/>
              <a:gd name="csY2873" fmla="*/ 185474 h 1114920"/>
              <a:gd name="csX2874" fmla="*/ 496724 w 1728164"/>
              <a:gd name="csY2874" fmla="*/ 186374 h 1114920"/>
              <a:gd name="csX2875" fmla="*/ 496897 w 1728164"/>
              <a:gd name="csY2875" fmla="*/ 187274 h 1114920"/>
              <a:gd name="csX2876" fmla="*/ 497070 w 1728164"/>
              <a:gd name="csY2876" fmla="*/ 188176 h 1114920"/>
              <a:gd name="csX2877" fmla="*/ 497242 w 1728164"/>
              <a:gd name="csY2877" fmla="*/ 189080 h 1114920"/>
              <a:gd name="csX2878" fmla="*/ 497416 w 1728164"/>
              <a:gd name="csY2878" fmla="*/ 189985 h 1114920"/>
              <a:gd name="csX2879" fmla="*/ 497588 w 1728164"/>
              <a:gd name="csY2879" fmla="*/ 190891 h 1114920"/>
              <a:gd name="csX2880" fmla="*/ 497761 w 1728164"/>
              <a:gd name="csY2880" fmla="*/ 191800 h 1114920"/>
              <a:gd name="csX2881" fmla="*/ 497934 w 1728164"/>
              <a:gd name="csY2881" fmla="*/ 192710 h 1114920"/>
              <a:gd name="csX2882" fmla="*/ 498107 w 1728164"/>
              <a:gd name="csY2882" fmla="*/ 193621 h 1114920"/>
              <a:gd name="csX2883" fmla="*/ 498279 w 1728164"/>
              <a:gd name="csY2883" fmla="*/ 194533 h 1114920"/>
              <a:gd name="csX2884" fmla="*/ 498452 w 1728164"/>
              <a:gd name="csY2884" fmla="*/ 195447 h 1114920"/>
              <a:gd name="csX2885" fmla="*/ 498626 w 1728164"/>
              <a:gd name="csY2885" fmla="*/ 196363 h 1114920"/>
              <a:gd name="csX2886" fmla="*/ 498798 w 1728164"/>
              <a:gd name="csY2886" fmla="*/ 197279 h 1114920"/>
              <a:gd name="csX2887" fmla="*/ 498971 w 1728164"/>
              <a:gd name="csY2887" fmla="*/ 198197 h 1114920"/>
              <a:gd name="csX2888" fmla="*/ 499143 w 1728164"/>
              <a:gd name="csY2888" fmla="*/ 199117 h 1114920"/>
              <a:gd name="csX2889" fmla="*/ 499317 w 1728164"/>
              <a:gd name="csY2889" fmla="*/ 200038 h 1114920"/>
              <a:gd name="csX2890" fmla="*/ 499489 w 1728164"/>
              <a:gd name="csY2890" fmla="*/ 200960 h 1114920"/>
              <a:gd name="csX2891" fmla="*/ 499662 w 1728164"/>
              <a:gd name="csY2891" fmla="*/ 201885 h 1114920"/>
              <a:gd name="csX2892" fmla="*/ 499835 w 1728164"/>
              <a:gd name="csY2892" fmla="*/ 202810 h 1114920"/>
              <a:gd name="csX2893" fmla="*/ 500008 w 1728164"/>
              <a:gd name="csY2893" fmla="*/ 203737 h 1114920"/>
              <a:gd name="csX2894" fmla="*/ 500181 w 1728164"/>
              <a:gd name="csY2894" fmla="*/ 204665 h 1114920"/>
              <a:gd name="csX2895" fmla="*/ 500353 w 1728164"/>
              <a:gd name="csY2895" fmla="*/ 205594 h 1114920"/>
              <a:gd name="csX2896" fmla="*/ 500527 w 1728164"/>
              <a:gd name="csY2896" fmla="*/ 206526 h 1114920"/>
              <a:gd name="csX2897" fmla="*/ 500699 w 1728164"/>
              <a:gd name="csY2897" fmla="*/ 207458 h 1114920"/>
              <a:gd name="csX2898" fmla="*/ 500872 w 1728164"/>
              <a:gd name="csY2898" fmla="*/ 208392 h 1114920"/>
              <a:gd name="csX2899" fmla="*/ 501045 w 1728164"/>
              <a:gd name="csY2899" fmla="*/ 209327 h 1114920"/>
              <a:gd name="csX2900" fmla="*/ 501218 w 1728164"/>
              <a:gd name="csY2900" fmla="*/ 210263 h 1114920"/>
              <a:gd name="csX2901" fmla="*/ 501391 w 1728164"/>
              <a:gd name="csY2901" fmla="*/ 211201 h 1114920"/>
              <a:gd name="csX2902" fmla="*/ 501563 w 1728164"/>
              <a:gd name="csY2902" fmla="*/ 212140 h 1114920"/>
              <a:gd name="csX2903" fmla="*/ 501737 w 1728164"/>
              <a:gd name="csY2903" fmla="*/ 213080 h 1114920"/>
              <a:gd name="csX2904" fmla="*/ 501909 w 1728164"/>
              <a:gd name="csY2904" fmla="*/ 214022 h 1114920"/>
              <a:gd name="csX2905" fmla="*/ 502082 w 1728164"/>
              <a:gd name="csY2905" fmla="*/ 214965 h 1114920"/>
              <a:gd name="csX2906" fmla="*/ 502254 w 1728164"/>
              <a:gd name="csY2906" fmla="*/ 215910 h 1114920"/>
              <a:gd name="csX2907" fmla="*/ 502428 w 1728164"/>
              <a:gd name="csY2907" fmla="*/ 216856 h 1114920"/>
              <a:gd name="csX2908" fmla="*/ 502601 w 1728164"/>
              <a:gd name="csY2908" fmla="*/ 217802 h 1114920"/>
              <a:gd name="csX2909" fmla="*/ 502773 w 1728164"/>
              <a:gd name="csY2909" fmla="*/ 218751 h 1114920"/>
              <a:gd name="csX2910" fmla="*/ 502946 w 1728164"/>
              <a:gd name="csY2910" fmla="*/ 219701 h 1114920"/>
              <a:gd name="csX2911" fmla="*/ 503119 w 1728164"/>
              <a:gd name="csY2911" fmla="*/ 220652 h 1114920"/>
              <a:gd name="csX2912" fmla="*/ 503292 w 1728164"/>
              <a:gd name="csY2912" fmla="*/ 221604 h 1114920"/>
              <a:gd name="csX2913" fmla="*/ 503464 w 1728164"/>
              <a:gd name="csY2913" fmla="*/ 222557 h 1114920"/>
              <a:gd name="csX2914" fmla="*/ 503638 w 1728164"/>
              <a:gd name="csY2914" fmla="*/ 223512 h 1114920"/>
              <a:gd name="csX2915" fmla="*/ 503810 w 1728164"/>
              <a:gd name="csY2915" fmla="*/ 224468 h 1114920"/>
              <a:gd name="csX2916" fmla="*/ 503983 w 1728164"/>
              <a:gd name="csY2916" fmla="*/ 225426 h 1114920"/>
              <a:gd name="csX2917" fmla="*/ 504156 w 1728164"/>
              <a:gd name="csY2917" fmla="*/ 226384 h 1114920"/>
              <a:gd name="csX2918" fmla="*/ 504329 w 1728164"/>
              <a:gd name="csY2918" fmla="*/ 227344 h 1114920"/>
              <a:gd name="csX2919" fmla="*/ 504502 w 1728164"/>
              <a:gd name="csY2919" fmla="*/ 228304 h 1114920"/>
              <a:gd name="csX2920" fmla="*/ 504674 w 1728164"/>
              <a:gd name="csY2920" fmla="*/ 229267 h 1114920"/>
              <a:gd name="csX2921" fmla="*/ 504847 w 1728164"/>
              <a:gd name="csY2921" fmla="*/ 230231 h 1114920"/>
              <a:gd name="csX2922" fmla="*/ 505020 w 1728164"/>
              <a:gd name="csY2922" fmla="*/ 231195 h 1114920"/>
              <a:gd name="csX2923" fmla="*/ 505193 w 1728164"/>
              <a:gd name="csY2923" fmla="*/ 232161 h 1114920"/>
              <a:gd name="csX2924" fmla="*/ 505366 w 1728164"/>
              <a:gd name="csY2924" fmla="*/ 233128 h 1114920"/>
              <a:gd name="csX2925" fmla="*/ 505539 w 1728164"/>
              <a:gd name="csY2925" fmla="*/ 234097 h 1114920"/>
              <a:gd name="csX2926" fmla="*/ 505712 w 1728164"/>
              <a:gd name="csY2926" fmla="*/ 235066 h 1114920"/>
              <a:gd name="csX2927" fmla="*/ 505884 w 1728164"/>
              <a:gd name="csY2927" fmla="*/ 236037 h 1114920"/>
              <a:gd name="csX2928" fmla="*/ 506057 w 1728164"/>
              <a:gd name="csY2928" fmla="*/ 237009 h 1114920"/>
              <a:gd name="csX2929" fmla="*/ 506230 w 1728164"/>
              <a:gd name="csY2929" fmla="*/ 237982 h 1114920"/>
              <a:gd name="csX2930" fmla="*/ 506403 w 1728164"/>
              <a:gd name="csY2930" fmla="*/ 238956 h 1114920"/>
              <a:gd name="csX2931" fmla="*/ 506575 w 1728164"/>
              <a:gd name="csY2931" fmla="*/ 239931 h 1114920"/>
              <a:gd name="csX2932" fmla="*/ 506748 w 1728164"/>
              <a:gd name="csY2932" fmla="*/ 240908 h 1114920"/>
              <a:gd name="csX2933" fmla="*/ 506922 w 1728164"/>
              <a:gd name="csY2933" fmla="*/ 241886 h 1114920"/>
              <a:gd name="csX2934" fmla="*/ 507094 w 1728164"/>
              <a:gd name="csY2934" fmla="*/ 242864 h 1114920"/>
              <a:gd name="csX2935" fmla="*/ 507267 w 1728164"/>
              <a:gd name="csY2935" fmla="*/ 243845 h 1114920"/>
              <a:gd name="csX2936" fmla="*/ 507440 w 1728164"/>
              <a:gd name="csY2936" fmla="*/ 244826 h 1114920"/>
              <a:gd name="csX2937" fmla="*/ 507613 w 1728164"/>
              <a:gd name="csY2937" fmla="*/ 245808 h 1114920"/>
              <a:gd name="csX2938" fmla="*/ 507785 w 1728164"/>
              <a:gd name="csY2938" fmla="*/ 246791 h 1114920"/>
              <a:gd name="csX2939" fmla="*/ 507958 w 1728164"/>
              <a:gd name="csY2939" fmla="*/ 247776 h 1114920"/>
              <a:gd name="csX2940" fmla="*/ 508131 w 1728164"/>
              <a:gd name="csY2940" fmla="*/ 248762 h 1114920"/>
              <a:gd name="csX2941" fmla="*/ 508304 w 1728164"/>
              <a:gd name="csY2941" fmla="*/ 249748 h 1114920"/>
              <a:gd name="csX2942" fmla="*/ 508477 w 1728164"/>
              <a:gd name="csY2942" fmla="*/ 250736 h 1114920"/>
              <a:gd name="csX2943" fmla="*/ 508649 w 1728164"/>
              <a:gd name="csY2943" fmla="*/ 251725 h 1114920"/>
              <a:gd name="csX2944" fmla="*/ 508823 w 1728164"/>
              <a:gd name="csY2944" fmla="*/ 252715 h 1114920"/>
              <a:gd name="csX2945" fmla="*/ 508995 w 1728164"/>
              <a:gd name="csY2945" fmla="*/ 253706 h 1114920"/>
              <a:gd name="csX2946" fmla="*/ 509168 w 1728164"/>
              <a:gd name="csY2946" fmla="*/ 254698 h 1114920"/>
              <a:gd name="csX2947" fmla="*/ 509341 w 1728164"/>
              <a:gd name="csY2947" fmla="*/ 255691 h 1114920"/>
              <a:gd name="csX2948" fmla="*/ 509514 w 1728164"/>
              <a:gd name="csY2948" fmla="*/ 256686 h 1114920"/>
              <a:gd name="csX2949" fmla="*/ 509687 w 1728164"/>
              <a:gd name="csY2949" fmla="*/ 257681 h 1114920"/>
              <a:gd name="csX2950" fmla="*/ 509859 w 1728164"/>
              <a:gd name="csY2950" fmla="*/ 258677 h 1114920"/>
              <a:gd name="csX2951" fmla="*/ 510033 w 1728164"/>
              <a:gd name="csY2951" fmla="*/ 259674 h 1114920"/>
              <a:gd name="csX2952" fmla="*/ 510205 w 1728164"/>
              <a:gd name="csY2952" fmla="*/ 260673 h 1114920"/>
              <a:gd name="csX2953" fmla="*/ 510378 w 1728164"/>
              <a:gd name="csY2953" fmla="*/ 261672 h 1114920"/>
              <a:gd name="csX2954" fmla="*/ 510550 w 1728164"/>
              <a:gd name="csY2954" fmla="*/ 262672 h 1114920"/>
              <a:gd name="csX2955" fmla="*/ 510724 w 1728164"/>
              <a:gd name="csY2955" fmla="*/ 263674 h 1114920"/>
              <a:gd name="csX2956" fmla="*/ 510896 w 1728164"/>
              <a:gd name="csY2956" fmla="*/ 264677 h 1114920"/>
              <a:gd name="csX2957" fmla="*/ 511069 w 1728164"/>
              <a:gd name="csY2957" fmla="*/ 265680 h 1114920"/>
              <a:gd name="csX2958" fmla="*/ 511243 w 1728164"/>
              <a:gd name="csY2958" fmla="*/ 266685 h 1114920"/>
              <a:gd name="csX2959" fmla="*/ 511415 w 1728164"/>
              <a:gd name="csY2959" fmla="*/ 267690 h 1114920"/>
              <a:gd name="csX2960" fmla="*/ 511588 w 1728164"/>
              <a:gd name="csY2960" fmla="*/ 268696 h 1114920"/>
              <a:gd name="csX2961" fmla="*/ 511760 w 1728164"/>
              <a:gd name="csY2961" fmla="*/ 269704 h 1114920"/>
              <a:gd name="csX2962" fmla="*/ 511934 w 1728164"/>
              <a:gd name="csY2962" fmla="*/ 270712 h 1114920"/>
              <a:gd name="csX2963" fmla="*/ 512106 w 1728164"/>
              <a:gd name="csY2963" fmla="*/ 271722 h 1114920"/>
              <a:gd name="csX2964" fmla="*/ 512279 w 1728164"/>
              <a:gd name="csY2964" fmla="*/ 272732 h 1114920"/>
              <a:gd name="csX2965" fmla="*/ 512452 w 1728164"/>
              <a:gd name="csY2965" fmla="*/ 273743 h 1114920"/>
              <a:gd name="csX2966" fmla="*/ 512625 w 1728164"/>
              <a:gd name="csY2966" fmla="*/ 274755 h 1114920"/>
              <a:gd name="csX2967" fmla="*/ 512798 w 1728164"/>
              <a:gd name="csY2967" fmla="*/ 275768 h 1114920"/>
              <a:gd name="csX2968" fmla="*/ 512970 w 1728164"/>
              <a:gd name="csY2968" fmla="*/ 276782 h 1114920"/>
              <a:gd name="csX2969" fmla="*/ 513144 w 1728164"/>
              <a:gd name="csY2969" fmla="*/ 277797 h 1114920"/>
              <a:gd name="csX2970" fmla="*/ 513316 w 1728164"/>
              <a:gd name="csY2970" fmla="*/ 278813 h 1114920"/>
              <a:gd name="csX2971" fmla="*/ 513489 w 1728164"/>
              <a:gd name="csY2971" fmla="*/ 279830 h 1114920"/>
              <a:gd name="csX2972" fmla="*/ 513661 w 1728164"/>
              <a:gd name="csY2972" fmla="*/ 280848 h 1114920"/>
              <a:gd name="csX2973" fmla="*/ 513835 w 1728164"/>
              <a:gd name="csY2973" fmla="*/ 281866 h 1114920"/>
              <a:gd name="csX2974" fmla="*/ 514008 w 1728164"/>
              <a:gd name="csY2974" fmla="*/ 282886 h 1114920"/>
              <a:gd name="csX2975" fmla="*/ 514180 w 1728164"/>
              <a:gd name="csY2975" fmla="*/ 283906 h 1114920"/>
              <a:gd name="csX2976" fmla="*/ 514353 w 1728164"/>
              <a:gd name="csY2976" fmla="*/ 284928 h 1114920"/>
              <a:gd name="csX2977" fmla="*/ 514526 w 1728164"/>
              <a:gd name="csY2977" fmla="*/ 285950 h 1114920"/>
              <a:gd name="csX2978" fmla="*/ 514699 w 1728164"/>
              <a:gd name="csY2978" fmla="*/ 286972 h 1114920"/>
              <a:gd name="csX2979" fmla="*/ 514871 w 1728164"/>
              <a:gd name="csY2979" fmla="*/ 287996 h 1114920"/>
              <a:gd name="csX2980" fmla="*/ 515045 w 1728164"/>
              <a:gd name="csY2980" fmla="*/ 289021 h 1114920"/>
              <a:gd name="csX2981" fmla="*/ 515217 w 1728164"/>
              <a:gd name="csY2981" fmla="*/ 290047 h 1114920"/>
              <a:gd name="csX2982" fmla="*/ 515390 w 1728164"/>
              <a:gd name="csY2982" fmla="*/ 291073 h 1114920"/>
              <a:gd name="csX2983" fmla="*/ 515563 w 1728164"/>
              <a:gd name="csY2983" fmla="*/ 292100 h 1114920"/>
              <a:gd name="csX2984" fmla="*/ 515736 w 1728164"/>
              <a:gd name="csY2984" fmla="*/ 293128 h 1114920"/>
              <a:gd name="csX2985" fmla="*/ 515909 w 1728164"/>
              <a:gd name="csY2985" fmla="*/ 294157 h 1114920"/>
              <a:gd name="csX2986" fmla="*/ 516081 w 1728164"/>
              <a:gd name="csY2986" fmla="*/ 295187 h 1114920"/>
              <a:gd name="csX2987" fmla="*/ 516254 w 1728164"/>
              <a:gd name="csY2987" fmla="*/ 296217 h 1114920"/>
              <a:gd name="csX2988" fmla="*/ 516427 w 1728164"/>
              <a:gd name="csY2988" fmla="*/ 297248 h 1114920"/>
              <a:gd name="csX2989" fmla="*/ 516600 w 1728164"/>
              <a:gd name="csY2989" fmla="*/ 298280 h 1114920"/>
              <a:gd name="csX2990" fmla="*/ 516773 w 1728164"/>
              <a:gd name="csY2990" fmla="*/ 299313 h 1114920"/>
              <a:gd name="csX2991" fmla="*/ 516946 w 1728164"/>
              <a:gd name="csY2991" fmla="*/ 300347 h 1114920"/>
              <a:gd name="csX2992" fmla="*/ 517119 w 1728164"/>
              <a:gd name="csY2992" fmla="*/ 301382 h 1114920"/>
              <a:gd name="csX2993" fmla="*/ 517291 w 1728164"/>
              <a:gd name="csY2993" fmla="*/ 302417 h 1114920"/>
              <a:gd name="csX2994" fmla="*/ 517464 w 1728164"/>
              <a:gd name="csY2994" fmla="*/ 303453 h 1114920"/>
              <a:gd name="csX2995" fmla="*/ 517637 w 1728164"/>
              <a:gd name="csY2995" fmla="*/ 304490 h 1114920"/>
              <a:gd name="csX2996" fmla="*/ 517810 w 1728164"/>
              <a:gd name="csY2996" fmla="*/ 305527 h 1114920"/>
              <a:gd name="csX2997" fmla="*/ 517982 w 1728164"/>
              <a:gd name="csY2997" fmla="*/ 306566 h 1114920"/>
              <a:gd name="csX2998" fmla="*/ 518155 w 1728164"/>
              <a:gd name="csY2998" fmla="*/ 307605 h 1114920"/>
              <a:gd name="csX2999" fmla="*/ 518329 w 1728164"/>
              <a:gd name="csY2999" fmla="*/ 308645 h 1114920"/>
              <a:gd name="csX3000" fmla="*/ 518501 w 1728164"/>
              <a:gd name="csY3000" fmla="*/ 309685 h 1114920"/>
              <a:gd name="csX3001" fmla="*/ 518674 w 1728164"/>
              <a:gd name="csY3001" fmla="*/ 310726 h 1114920"/>
              <a:gd name="csX3002" fmla="*/ 518847 w 1728164"/>
              <a:gd name="csY3002" fmla="*/ 311768 h 1114920"/>
              <a:gd name="csX3003" fmla="*/ 519020 w 1728164"/>
              <a:gd name="csY3003" fmla="*/ 312811 h 1114920"/>
              <a:gd name="csX3004" fmla="*/ 519192 w 1728164"/>
              <a:gd name="csY3004" fmla="*/ 313854 h 1114920"/>
              <a:gd name="csX3005" fmla="*/ 519365 w 1728164"/>
              <a:gd name="csY3005" fmla="*/ 314898 h 1114920"/>
              <a:gd name="csX3006" fmla="*/ 519538 w 1728164"/>
              <a:gd name="csY3006" fmla="*/ 315942 h 1114920"/>
              <a:gd name="csX3007" fmla="*/ 519711 w 1728164"/>
              <a:gd name="csY3007" fmla="*/ 316988 h 1114920"/>
              <a:gd name="csX3008" fmla="*/ 519884 w 1728164"/>
              <a:gd name="csY3008" fmla="*/ 318034 h 1114920"/>
              <a:gd name="csX3009" fmla="*/ 520056 w 1728164"/>
              <a:gd name="csY3009" fmla="*/ 319081 h 1114920"/>
              <a:gd name="csX3010" fmla="*/ 520230 w 1728164"/>
              <a:gd name="csY3010" fmla="*/ 320128 h 1114920"/>
              <a:gd name="csX3011" fmla="*/ 520402 w 1728164"/>
              <a:gd name="csY3011" fmla="*/ 321176 h 1114920"/>
              <a:gd name="csX3012" fmla="*/ 520575 w 1728164"/>
              <a:gd name="csY3012" fmla="*/ 322225 h 1114920"/>
              <a:gd name="csX3013" fmla="*/ 520748 w 1728164"/>
              <a:gd name="csY3013" fmla="*/ 323274 h 1114920"/>
              <a:gd name="csX3014" fmla="*/ 520921 w 1728164"/>
              <a:gd name="csY3014" fmla="*/ 324324 h 1114920"/>
              <a:gd name="csX3015" fmla="*/ 521094 w 1728164"/>
              <a:gd name="csY3015" fmla="*/ 325374 h 1114920"/>
              <a:gd name="csX3016" fmla="*/ 521266 w 1728164"/>
              <a:gd name="csY3016" fmla="*/ 326426 h 1114920"/>
              <a:gd name="csX3017" fmla="*/ 521440 w 1728164"/>
              <a:gd name="csY3017" fmla="*/ 327478 h 1114920"/>
              <a:gd name="csX3018" fmla="*/ 521612 w 1728164"/>
              <a:gd name="csY3018" fmla="*/ 328531 h 1114920"/>
              <a:gd name="csX3019" fmla="*/ 521785 w 1728164"/>
              <a:gd name="csY3019" fmla="*/ 329583 h 1114920"/>
              <a:gd name="csX3020" fmla="*/ 521957 w 1728164"/>
              <a:gd name="csY3020" fmla="*/ 330638 h 1114920"/>
              <a:gd name="csX3021" fmla="*/ 522131 w 1728164"/>
              <a:gd name="csY3021" fmla="*/ 331692 h 1114920"/>
              <a:gd name="csX3022" fmla="*/ 522303 w 1728164"/>
              <a:gd name="csY3022" fmla="*/ 332747 h 1114920"/>
              <a:gd name="csX3023" fmla="*/ 522476 w 1728164"/>
              <a:gd name="csY3023" fmla="*/ 333802 h 1114920"/>
              <a:gd name="csX3024" fmla="*/ 522650 w 1728164"/>
              <a:gd name="csY3024" fmla="*/ 334858 h 1114920"/>
              <a:gd name="csX3025" fmla="*/ 522822 w 1728164"/>
              <a:gd name="csY3025" fmla="*/ 335915 h 1114920"/>
              <a:gd name="csX3026" fmla="*/ 522995 w 1728164"/>
              <a:gd name="csY3026" fmla="*/ 336972 h 1114920"/>
              <a:gd name="csX3027" fmla="*/ 523167 w 1728164"/>
              <a:gd name="csY3027" fmla="*/ 338030 h 1114920"/>
              <a:gd name="csX3028" fmla="*/ 523341 w 1728164"/>
              <a:gd name="csY3028" fmla="*/ 339088 h 1114920"/>
              <a:gd name="csX3029" fmla="*/ 523513 w 1728164"/>
              <a:gd name="csY3029" fmla="*/ 340147 h 1114920"/>
              <a:gd name="csX3030" fmla="*/ 523686 w 1728164"/>
              <a:gd name="csY3030" fmla="*/ 341207 h 1114920"/>
              <a:gd name="csX3031" fmla="*/ 523859 w 1728164"/>
              <a:gd name="csY3031" fmla="*/ 342266 h 1114920"/>
              <a:gd name="csX3032" fmla="*/ 524032 w 1728164"/>
              <a:gd name="csY3032" fmla="*/ 343327 h 1114920"/>
              <a:gd name="csX3033" fmla="*/ 524205 w 1728164"/>
              <a:gd name="csY3033" fmla="*/ 344388 h 1114920"/>
              <a:gd name="csX3034" fmla="*/ 524377 w 1728164"/>
              <a:gd name="csY3034" fmla="*/ 345449 h 1114920"/>
              <a:gd name="csX3035" fmla="*/ 524551 w 1728164"/>
              <a:gd name="csY3035" fmla="*/ 346512 h 1114920"/>
              <a:gd name="csX3036" fmla="*/ 524723 w 1728164"/>
              <a:gd name="csY3036" fmla="*/ 347574 h 1114920"/>
              <a:gd name="csX3037" fmla="*/ 524896 w 1728164"/>
              <a:gd name="csY3037" fmla="*/ 348637 h 1114920"/>
              <a:gd name="csX3038" fmla="*/ 525068 w 1728164"/>
              <a:gd name="csY3038" fmla="*/ 349700 h 1114920"/>
              <a:gd name="csX3039" fmla="*/ 525242 w 1728164"/>
              <a:gd name="csY3039" fmla="*/ 350764 h 1114920"/>
              <a:gd name="csX3040" fmla="*/ 525415 w 1728164"/>
              <a:gd name="csY3040" fmla="*/ 351829 h 1114920"/>
              <a:gd name="csX3041" fmla="*/ 525587 w 1728164"/>
              <a:gd name="csY3041" fmla="*/ 352894 h 1114920"/>
              <a:gd name="csX3042" fmla="*/ 525760 w 1728164"/>
              <a:gd name="csY3042" fmla="*/ 353959 h 1114920"/>
              <a:gd name="csX3043" fmla="*/ 525933 w 1728164"/>
              <a:gd name="csY3043" fmla="*/ 355025 h 1114920"/>
              <a:gd name="csX3044" fmla="*/ 526106 w 1728164"/>
              <a:gd name="csY3044" fmla="*/ 356091 h 1114920"/>
              <a:gd name="csX3045" fmla="*/ 526278 w 1728164"/>
              <a:gd name="csY3045" fmla="*/ 357158 h 1114920"/>
              <a:gd name="csX3046" fmla="*/ 526452 w 1728164"/>
              <a:gd name="csY3046" fmla="*/ 358226 h 1114920"/>
              <a:gd name="csX3047" fmla="*/ 526625 w 1728164"/>
              <a:gd name="csY3047" fmla="*/ 359293 h 1114920"/>
              <a:gd name="csX3048" fmla="*/ 526797 w 1728164"/>
              <a:gd name="csY3048" fmla="*/ 360361 h 1114920"/>
              <a:gd name="csX3049" fmla="*/ 526970 w 1728164"/>
              <a:gd name="csY3049" fmla="*/ 361429 h 1114920"/>
              <a:gd name="csX3050" fmla="*/ 527143 w 1728164"/>
              <a:gd name="csY3050" fmla="*/ 362498 h 1114920"/>
              <a:gd name="csX3051" fmla="*/ 527316 w 1728164"/>
              <a:gd name="csY3051" fmla="*/ 363568 h 1114920"/>
              <a:gd name="csX3052" fmla="*/ 527488 w 1728164"/>
              <a:gd name="csY3052" fmla="*/ 364637 h 1114920"/>
              <a:gd name="csX3053" fmla="*/ 527661 w 1728164"/>
              <a:gd name="csY3053" fmla="*/ 365707 h 1114920"/>
              <a:gd name="csX3054" fmla="*/ 527834 w 1728164"/>
              <a:gd name="csY3054" fmla="*/ 366779 h 1114920"/>
              <a:gd name="csX3055" fmla="*/ 528007 w 1728164"/>
              <a:gd name="csY3055" fmla="*/ 367849 h 1114920"/>
              <a:gd name="csX3056" fmla="*/ 528180 w 1728164"/>
              <a:gd name="csY3056" fmla="*/ 368921 h 1114920"/>
              <a:gd name="csX3057" fmla="*/ 528353 w 1728164"/>
              <a:gd name="csY3057" fmla="*/ 369992 h 1114920"/>
              <a:gd name="csX3058" fmla="*/ 528526 w 1728164"/>
              <a:gd name="csY3058" fmla="*/ 371064 h 1114920"/>
              <a:gd name="csX3059" fmla="*/ 528698 w 1728164"/>
              <a:gd name="csY3059" fmla="*/ 372137 h 1114920"/>
              <a:gd name="csX3060" fmla="*/ 528871 w 1728164"/>
              <a:gd name="csY3060" fmla="*/ 373210 h 1114920"/>
              <a:gd name="csX3061" fmla="*/ 529044 w 1728164"/>
              <a:gd name="csY3061" fmla="*/ 374283 h 1114920"/>
              <a:gd name="csX3062" fmla="*/ 529217 w 1728164"/>
              <a:gd name="csY3062" fmla="*/ 375357 h 1114920"/>
              <a:gd name="csX3063" fmla="*/ 529390 w 1728164"/>
              <a:gd name="csY3063" fmla="*/ 376430 h 1114920"/>
              <a:gd name="csX3064" fmla="*/ 529562 w 1728164"/>
              <a:gd name="csY3064" fmla="*/ 377504 h 1114920"/>
              <a:gd name="csX3065" fmla="*/ 529736 w 1728164"/>
              <a:gd name="csY3065" fmla="*/ 378579 h 1114920"/>
              <a:gd name="csX3066" fmla="*/ 529908 w 1728164"/>
              <a:gd name="csY3066" fmla="*/ 379654 h 1114920"/>
              <a:gd name="csX3067" fmla="*/ 530081 w 1728164"/>
              <a:gd name="csY3067" fmla="*/ 380728 h 1114920"/>
              <a:gd name="csX3068" fmla="*/ 530254 w 1728164"/>
              <a:gd name="csY3068" fmla="*/ 381804 h 1114920"/>
              <a:gd name="csX3069" fmla="*/ 530427 w 1728164"/>
              <a:gd name="csY3069" fmla="*/ 382879 h 1114920"/>
              <a:gd name="csX3070" fmla="*/ 530599 w 1728164"/>
              <a:gd name="csY3070" fmla="*/ 383956 h 1114920"/>
              <a:gd name="csX3071" fmla="*/ 530772 w 1728164"/>
              <a:gd name="csY3071" fmla="*/ 385032 h 1114920"/>
              <a:gd name="csX3072" fmla="*/ 530946 w 1728164"/>
              <a:gd name="csY3072" fmla="*/ 386109 h 1114920"/>
              <a:gd name="csX3073" fmla="*/ 531118 w 1728164"/>
              <a:gd name="csY3073" fmla="*/ 387185 h 1114920"/>
              <a:gd name="csX3074" fmla="*/ 531291 w 1728164"/>
              <a:gd name="csY3074" fmla="*/ 388263 h 1114920"/>
              <a:gd name="csX3075" fmla="*/ 531463 w 1728164"/>
              <a:gd name="csY3075" fmla="*/ 389340 h 1114920"/>
              <a:gd name="csX3076" fmla="*/ 531637 w 1728164"/>
              <a:gd name="csY3076" fmla="*/ 390418 h 1114920"/>
              <a:gd name="csX3077" fmla="*/ 531809 w 1728164"/>
              <a:gd name="csY3077" fmla="*/ 391496 h 1114920"/>
              <a:gd name="csX3078" fmla="*/ 531982 w 1728164"/>
              <a:gd name="csY3078" fmla="*/ 392574 h 1114920"/>
              <a:gd name="csX3079" fmla="*/ 532155 w 1728164"/>
              <a:gd name="csY3079" fmla="*/ 393652 h 1114920"/>
              <a:gd name="csX3080" fmla="*/ 532328 w 1728164"/>
              <a:gd name="csY3080" fmla="*/ 394731 h 1114920"/>
              <a:gd name="csX3081" fmla="*/ 532501 w 1728164"/>
              <a:gd name="csY3081" fmla="*/ 395810 h 1114920"/>
              <a:gd name="csX3082" fmla="*/ 532673 w 1728164"/>
              <a:gd name="csY3082" fmla="*/ 396889 h 1114920"/>
              <a:gd name="csX3083" fmla="*/ 532847 w 1728164"/>
              <a:gd name="csY3083" fmla="*/ 397969 h 1114920"/>
              <a:gd name="csX3084" fmla="*/ 533019 w 1728164"/>
              <a:gd name="csY3084" fmla="*/ 399048 h 1114920"/>
              <a:gd name="csX3085" fmla="*/ 533192 w 1728164"/>
              <a:gd name="csY3085" fmla="*/ 400128 h 1114920"/>
              <a:gd name="csX3086" fmla="*/ 533364 w 1728164"/>
              <a:gd name="csY3086" fmla="*/ 401208 h 1114920"/>
              <a:gd name="csX3087" fmla="*/ 533538 w 1728164"/>
              <a:gd name="csY3087" fmla="*/ 402288 h 1114920"/>
              <a:gd name="csX3088" fmla="*/ 533711 w 1728164"/>
              <a:gd name="csY3088" fmla="*/ 403369 h 1114920"/>
              <a:gd name="csX3089" fmla="*/ 533883 w 1728164"/>
              <a:gd name="csY3089" fmla="*/ 404449 h 1114920"/>
              <a:gd name="csX3090" fmla="*/ 534057 w 1728164"/>
              <a:gd name="csY3090" fmla="*/ 405530 h 1114920"/>
              <a:gd name="csX3091" fmla="*/ 534229 w 1728164"/>
              <a:gd name="csY3091" fmla="*/ 406611 h 1114920"/>
              <a:gd name="csX3092" fmla="*/ 534402 w 1728164"/>
              <a:gd name="csY3092" fmla="*/ 407692 h 1114920"/>
              <a:gd name="csX3093" fmla="*/ 534574 w 1728164"/>
              <a:gd name="csY3093" fmla="*/ 408773 h 1114920"/>
              <a:gd name="csX3094" fmla="*/ 534748 w 1728164"/>
              <a:gd name="csY3094" fmla="*/ 409854 h 1114920"/>
              <a:gd name="csX3095" fmla="*/ 534920 w 1728164"/>
              <a:gd name="csY3095" fmla="*/ 410936 h 1114920"/>
              <a:gd name="csX3096" fmla="*/ 535093 w 1728164"/>
              <a:gd name="csY3096" fmla="*/ 412018 h 1114920"/>
              <a:gd name="csX3097" fmla="*/ 535266 w 1728164"/>
              <a:gd name="csY3097" fmla="*/ 413100 h 1114920"/>
              <a:gd name="csX3098" fmla="*/ 535439 w 1728164"/>
              <a:gd name="csY3098" fmla="*/ 414182 h 1114920"/>
              <a:gd name="csX3099" fmla="*/ 535612 w 1728164"/>
              <a:gd name="csY3099" fmla="*/ 415264 h 1114920"/>
              <a:gd name="csX3100" fmla="*/ 535784 w 1728164"/>
              <a:gd name="csY3100" fmla="*/ 416346 h 1114920"/>
              <a:gd name="csX3101" fmla="*/ 535958 w 1728164"/>
              <a:gd name="csY3101" fmla="*/ 417429 h 1114920"/>
              <a:gd name="csX3102" fmla="*/ 536130 w 1728164"/>
              <a:gd name="csY3102" fmla="*/ 418511 h 1114920"/>
              <a:gd name="csX3103" fmla="*/ 536303 w 1728164"/>
              <a:gd name="csY3103" fmla="*/ 419593 h 1114920"/>
              <a:gd name="csX3104" fmla="*/ 536476 w 1728164"/>
              <a:gd name="csY3104" fmla="*/ 420676 h 1114920"/>
              <a:gd name="csX3105" fmla="*/ 536649 w 1728164"/>
              <a:gd name="csY3105" fmla="*/ 421759 h 1114920"/>
              <a:gd name="csX3106" fmla="*/ 536822 w 1728164"/>
              <a:gd name="csY3106" fmla="*/ 422841 h 1114920"/>
              <a:gd name="csX3107" fmla="*/ 536994 w 1728164"/>
              <a:gd name="csY3107" fmla="*/ 423925 h 1114920"/>
              <a:gd name="csX3108" fmla="*/ 537167 w 1728164"/>
              <a:gd name="csY3108" fmla="*/ 425008 h 1114920"/>
              <a:gd name="csX3109" fmla="*/ 537340 w 1728164"/>
              <a:gd name="csY3109" fmla="*/ 426090 h 1114920"/>
              <a:gd name="csX3110" fmla="*/ 537513 w 1728164"/>
              <a:gd name="csY3110" fmla="*/ 427174 h 1114920"/>
              <a:gd name="csX3111" fmla="*/ 537685 w 1728164"/>
              <a:gd name="csY3111" fmla="*/ 428258 h 1114920"/>
              <a:gd name="csX3112" fmla="*/ 537859 w 1728164"/>
              <a:gd name="csY3112" fmla="*/ 429340 h 1114920"/>
              <a:gd name="csX3113" fmla="*/ 538032 w 1728164"/>
              <a:gd name="csY3113" fmla="*/ 430424 h 1114920"/>
              <a:gd name="csX3114" fmla="*/ 538204 w 1728164"/>
              <a:gd name="csY3114" fmla="*/ 431507 h 1114920"/>
              <a:gd name="csX3115" fmla="*/ 538377 w 1728164"/>
              <a:gd name="csY3115" fmla="*/ 432590 h 1114920"/>
              <a:gd name="csX3116" fmla="*/ 538550 w 1728164"/>
              <a:gd name="csY3116" fmla="*/ 433674 h 1114920"/>
              <a:gd name="csX3117" fmla="*/ 538723 w 1728164"/>
              <a:gd name="csY3117" fmla="*/ 434757 h 1114920"/>
              <a:gd name="csX3118" fmla="*/ 538895 w 1728164"/>
              <a:gd name="csY3118" fmla="*/ 435841 h 1114920"/>
              <a:gd name="csX3119" fmla="*/ 539068 w 1728164"/>
              <a:gd name="csY3119" fmla="*/ 436924 h 1114920"/>
              <a:gd name="csX3120" fmla="*/ 539241 w 1728164"/>
              <a:gd name="csY3120" fmla="*/ 438008 h 1114920"/>
              <a:gd name="csX3121" fmla="*/ 539414 w 1728164"/>
              <a:gd name="csY3121" fmla="*/ 439092 h 1114920"/>
              <a:gd name="csX3122" fmla="*/ 539587 w 1728164"/>
              <a:gd name="csY3122" fmla="*/ 440174 h 1114920"/>
              <a:gd name="csX3123" fmla="*/ 539760 w 1728164"/>
              <a:gd name="csY3123" fmla="*/ 441258 h 1114920"/>
              <a:gd name="csX3124" fmla="*/ 539933 w 1728164"/>
              <a:gd name="csY3124" fmla="*/ 442341 h 1114920"/>
              <a:gd name="csX3125" fmla="*/ 540105 w 1728164"/>
              <a:gd name="csY3125" fmla="*/ 443425 h 1114920"/>
              <a:gd name="csX3126" fmla="*/ 540278 w 1728164"/>
              <a:gd name="csY3126" fmla="*/ 444509 h 1114920"/>
              <a:gd name="csX3127" fmla="*/ 540451 w 1728164"/>
              <a:gd name="csY3127" fmla="*/ 445592 h 1114920"/>
              <a:gd name="csX3128" fmla="*/ 540624 w 1728164"/>
              <a:gd name="csY3128" fmla="*/ 446675 h 1114920"/>
              <a:gd name="csX3129" fmla="*/ 540797 w 1728164"/>
              <a:gd name="csY3129" fmla="*/ 447759 h 1114920"/>
              <a:gd name="csX3130" fmla="*/ 540969 w 1728164"/>
              <a:gd name="csY3130" fmla="*/ 448842 h 1114920"/>
              <a:gd name="csX3131" fmla="*/ 541143 w 1728164"/>
              <a:gd name="csY3131" fmla="*/ 449925 h 1114920"/>
              <a:gd name="csX3132" fmla="*/ 541315 w 1728164"/>
              <a:gd name="csY3132" fmla="*/ 451008 h 1114920"/>
              <a:gd name="csX3133" fmla="*/ 541488 w 1728164"/>
              <a:gd name="csY3133" fmla="*/ 452091 h 1114920"/>
              <a:gd name="csX3134" fmla="*/ 541661 w 1728164"/>
              <a:gd name="csY3134" fmla="*/ 453175 h 1114920"/>
              <a:gd name="csX3135" fmla="*/ 541834 w 1728164"/>
              <a:gd name="csY3135" fmla="*/ 454257 h 1114920"/>
              <a:gd name="csX3136" fmla="*/ 542006 w 1728164"/>
              <a:gd name="csY3136" fmla="*/ 455340 h 1114920"/>
              <a:gd name="csX3137" fmla="*/ 542179 w 1728164"/>
              <a:gd name="csY3137" fmla="*/ 456423 h 1114920"/>
              <a:gd name="csX3138" fmla="*/ 542353 w 1728164"/>
              <a:gd name="csY3138" fmla="*/ 457505 h 1114920"/>
              <a:gd name="csX3139" fmla="*/ 542525 w 1728164"/>
              <a:gd name="csY3139" fmla="*/ 458588 h 1114920"/>
              <a:gd name="csX3140" fmla="*/ 542698 w 1728164"/>
              <a:gd name="csY3140" fmla="*/ 459671 h 1114920"/>
              <a:gd name="csX3141" fmla="*/ 542870 w 1728164"/>
              <a:gd name="csY3141" fmla="*/ 460754 h 1114920"/>
              <a:gd name="csX3142" fmla="*/ 543044 w 1728164"/>
              <a:gd name="csY3142" fmla="*/ 461835 h 1114920"/>
              <a:gd name="csX3143" fmla="*/ 543216 w 1728164"/>
              <a:gd name="csY3143" fmla="*/ 462918 h 1114920"/>
              <a:gd name="csX3144" fmla="*/ 543389 w 1728164"/>
              <a:gd name="csY3144" fmla="*/ 464000 h 1114920"/>
              <a:gd name="csX3145" fmla="*/ 543562 w 1728164"/>
              <a:gd name="csY3145" fmla="*/ 465082 h 1114920"/>
              <a:gd name="csX3146" fmla="*/ 543735 w 1728164"/>
              <a:gd name="csY3146" fmla="*/ 466163 h 1114920"/>
              <a:gd name="csX3147" fmla="*/ 543908 w 1728164"/>
              <a:gd name="csY3147" fmla="*/ 467245 h 1114920"/>
              <a:gd name="csX3148" fmla="*/ 544080 w 1728164"/>
              <a:gd name="csY3148" fmla="*/ 468327 h 1114920"/>
              <a:gd name="csX3149" fmla="*/ 544254 w 1728164"/>
              <a:gd name="csY3149" fmla="*/ 469408 h 1114920"/>
              <a:gd name="csX3150" fmla="*/ 544426 w 1728164"/>
              <a:gd name="csY3150" fmla="*/ 470489 h 1114920"/>
              <a:gd name="csX3151" fmla="*/ 544599 w 1728164"/>
              <a:gd name="csY3151" fmla="*/ 471570 h 1114920"/>
              <a:gd name="csX3152" fmla="*/ 544771 w 1728164"/>
              <a:gd name="csY3152" fmla="*/ 472651 h 1114920"/>
              <a:gd name="csX3153" fmla="*/ 544945 w 1728164"/>
              <a:gd name="csY3153" fmla="*/ 473732 h 1114920"/>
              <a:gd name="csX3154" fmla="*/ 545118 w 1728164"/>
              <a:gd name="csY3154" fmla="*/ 474813 h 1114920"/>
              <a:gd name="csX3155" fmla="*/ 545290 w 1728164"/>
              <a:gd name="csY3155" fmla="*/ 475893 h 1114920"/>
              <a:gd name="csX3156" fmla="*/ 545464 w 1728164"/>
              <a:gd name="csY3156" fmla="*/ 476973 h 1114920"/>
              <a:gd name="csX3157" fmla="*/ 545636 w 1728164"/>
              <a:gd name="csY3157" fmla="*/ 478053 h 1114920"/>
              <a:gd name="csX3158" fmla="*/ 545809 w 1728164"/>
              <a:gd name="csY3158" fmla="*/ 479133 h 1114920"/>
              <a:gd name="csX3159" fmla="*/ 545981 w 1728164"/>
              <a:gd name="csY3159" fmla="*/ 480213 h 1114920"/>
              <a:gd name="csX3160" fmla="*/ 546155 w 1728164"/>
              <a:gd name="csY3160" fmla="*/ 481292 h 1114920"/>
              <a:gd name="csX3161" fmla="*/ 546328 w 1728164"/>
              <a:gd name="csY3161" fmla="*/ 482371 h 1114920"/>
              <a:gd name="csX3162" fmla="*/ 546500 w 1728164"/>
              <a:gd name="csY3162" fmla="*/ 483450 h 1114920"/>
              <a:gd name="csX3163" fmla="*/ 546673 w 1728164"/>
              <a:gd name="csY3163" fmla="*/ 484528 h 1114920"/>
              <a:gd name="csX3164" fmla="*/ 546846 w 1728164"/>
              <a:gd name="csY3164" fmla="*/ 485607 h 1114920"/>
              <a:gd name="csX3165" fmla="*/ 547019 w 1728164"/>
              <a:gd name="csY3165" fmla="*/ 486685 h 1114920"/>
              <a:gd name="csX3166" fmla="*/ 547191 w 1728164"/>
              <a:gd name="csY3166" fmla="*/ 487763 h 1114920"/>
              <a:gd name="csX3167" fmla="*/ 547365 w 1728164"/>
              <a:gd name="csY3167" fmla="*/ 488841 h 1114920"/>
              <a:gd name="csX3168" fmla="*/ 547537 w 1728164"/>
              <a:gd name="csY3168" fmla="*/ 489919 h 1114920"/>
              <a:gd name="csX3169" fmla="*/ 547710 w 1728164"/>
              <a:gd name="csY3169" fmla="*/ 490996 h 1114920"/>
              <a:gd name="csX3170" fmla="*/ 547883 w 1728164"/>
              <a:gd name="csY3170" fmla="*/ 492073 h 1114920"/>
              <a:gd name="csX3171" fmla="*/ 548056 w 1728164"/>
              <a:gd name="csY3171" fmla="*/ 493150 h 1114920"/>
              <a:gd name="csX3172" fmla="*/ 548229 w 1728164"/>
              <a:gd name="csY3172" fmla="*/ 494226 h 1114920"/>
              <a:gd name="csX3173" fmla="*/ 548401 w 1728164"/>
              <a:gd name="csY3173" fmla="*/ 495303 h 1114920"/>
              <a:gd name="csX3174" fmla="*/ 548574 w 1728164"/>
              <a:gd name="csY3174" fmla="*/ 496379 h 1114920"/>
              <a:gd name="csX3175" fmla="*/ 548747 w 1728164"/>
              <a:gd name="csY3175" fmla="*/ 497454 h 1114920"/>
              <a:gd name="csX3176" fmla="*/ 548920 w 1728164"/>
              <a:gd name="csY3176" fmla="*/ 498530 h 1114920"/>
              <a:gd name="csX3177" fmla="*/ 549092 w 1728164"/>
              <a:gd name="csY3177" fmla="*/ 499604 h 1114920"/>
              <a:gd name="csX3178" fmla="*/ 549266 w 1728164"/>
              <a:gd name="csY3178" fmla="*/ 500679 h 1114920"/>
              <a:gd name="csX3179" fmla="*/ 549439 w 1728164"/>
              <a:gd name="csY3179" fmla="*/ 501754 h 1114920"/>
              <a:gd name="csX3180" fmla="*/ 549611 w 1728164"/>
              <a:gd name="csY3180" fmla="*/ 502828 h 1114920"/>
              <a:gd name="csX3181" fmla="*/ 549784 w 1728164"/>
              <a:gd name="csY3181" fmla="*/ 503902 h 1114920"/>
              <a:gd name="csX3182" fmla="*/ 549957 w 1728164"/>
              <a:gd name="csY3182" fmla="*/ 504975 h 1114920"/>
              <a:gd name="csX3183" fmla="*/ 550130 w 1728164"/>
              <a:gd name="csY3183" fmla="*/ 506049 h 1114920"/>
              <a:gd name="csX3184" fmla="*/ 550302 w 1728164"/>
              <a:gd name="csY3184" fmla="*/ 507122 h 1114920"/>
              <a:gd name="csX3185" fmla="*/ 550475 w 1728164"/>
              <a:gd name="csY3185" fmla="*/ 508194 h 1114920"/>
              <a:gd name="csX3186" fmla="*/ 550649 w 1728164"/>
              <a:gd name="csY3186" fmla="*/ 509266 h 1114920"/>
              <a:gd name="csX3187" fmla="*/ 550821 w 1728164"/>
              <a:gd name="csY3187" fmla="*/ 510338 h 1114920"/>
              <a:gd name="csX3188" fmla="*/ 550994 w 1728164"/>
              <a:gd name="csY3188" fmla="*/ 511410 h 1114920"/>
              <a:gd name="csX3189" fmla="*/ 551167 w 1728164"/>
              <a:gd name="csY3189" fmla="*/ 512481 h 1114920"/>
              <a:gd name="csX3190" fmla="*/ 551340 w 1728164"/>
              <a:gd name="csY3190" fmla="*/ 513551 h 1114920"/>
              <a:gd name="csX3191" fmla="*/ 551512 w 1728164"/>
              <a:gd name="csY3191" fmla="*/ 514622 h 1114920"/>
              <a:gd name="csX3192" fmla="*/ 551685 w 1728164"/>
              <a:gd name="csY3192" fmla="*/ 515693 h 1114920"/>
              <a:gd name="csX3193" fmla="*/ 551858 w 1728164"/>
              <a:gd name="csY3193" fmla="*/ 516762 h 1114920"/>
              <a:gd name="csX3194" fmla="*/ 552031 w 1728164"/>
              <a:gd name="csY3194" fmla="*/ 517831 h 1114920"/>
              <a:gd name="csX3195" fmla="*/ 552204 w 1728164"/>
              <a:gd name="csY3195" fmla="*/ 518901 h 1114920"/>
              <a:gd name="csX3196" fmla="*/ 552376 w 1728164"/>
              <a:gd name="csY3196" fmla="*/ 519969 h 1114920"/>
              <a:gd name="csX3197" fmla="*/ 552550 w 1728164"/>
              <a:gd name="csY3197" fmla="*/ 521037 h 1114920"/>
              <a:gd name="csX3198" fmla="*/ 552722 w 1728164"/>
              <a:gd name="csY3198" fmla="*/ 522105 h 1114920"/>
              <a:gd name="csX3199" fmla="*/ 552895 w 1728164"/>
              <a:gd name="csY3199" fmla="*/ 523172 h 1114920"/>
              <a:gd name="csX3200" fmla="*/ 553068 w 1728164"/>
              <a:gd name="csY3200" fmla="*/ 524240 h 1114920"/>
              <a:gd name="csX3201" fmla="*/ 553241 w 1728164"/>
              <a:gd name="csY3201" fmla="*/ 525306 h 1114920"/>
              <a:gd name="csX3202" fmla="*/ 553413 w 1728164"/>
              <a:gd name="csY3202" fmla="*/ 526372 h 1114920"/>
              <a:gd name="csX3203" fmla="*/ 553586 w 1728164"/>
              <a:gd name="csY3203" fmla="*/ 527438 h 1114920"/>
              <a:gd name="csX3204" fmla="*/ 553760 w 1728164"/>
              <a:gd name="csY3204" fmla="*/ 528503 h 1114920"/>
              <a:gd name="csX3205" fmla="*/ 553932 w 1728164"/>
              <a:gd name="csY3205" fmla="*/ 529568 h 1114920"/>
              <a:gd name="csX3206" fmla="*/ 554105 w 1728164"/>
              <a:gd name="csY3206" fmla="*/ 530633 h 1114920"/>
              <a:gd name="csX3207" fmla="*/ 554277 w 1728164"/>
              <a:gd name="csY3207" fmla="*/ 531697 h 1114920"/>
              <a:gd name="csX3208" fmla="*/ 554451 w 1728164"/>
              <a:gd name="csY3208" fmla="*/ 532760 h 1114920"/>
              <a:gd name="csX3209" fmla="*/ 554623 w 1728164"/>
              <a:gd name="csY3209" fmla="*/ 533823 h 1114920"/>
              <a:gd name="csX3210" fmla="*/ 554796 w 1728164"/>
              <a:gd name="csY3210" fmla="*/ 534886 h 1114920"/>
              <a:gd name="csX3211" fmla="*/ 554970 w 1728164"/>
              <a:gd name="csY3211" fmla="*/ 535948 h 1114920"/>
              <a:gd name="csX3212" fmla="*/ 555142 w 1728164"/>
              <a:gd name="csY3212" fmla="*/ 537010 h 1114920"/>
              <a:gd name="csX3213" fmla="*/ 555315 w 1728164"/>
              <a:gd name="csY3213" fmla="*/ 538071 h 1114920"/>
              <a:gd name="csX3214" fmla="*/ 555487 w 1728164"/>
              <a:gd name="csY3214" fmla="*/ 539132 h 1114920"/>
              <a:gd name="csX3215" fmla="*/ 555661 w 1728164"/>
              <a:gd name="csY3215" fmla="*/ 540192 h 1114920"/>
              <a:gd name="csX3216" fmla="*/ 555833 w 1728164"/>
              <a:gd name="csY3216" fmla="*/ 541252 h 1114920"/>
              <a:gd name="csX3217" fmla="*/ 556006 w 1728164"/>
              <a:gd name="csY3217" fmla="*/ 542312 h 1114920"/>
              <a:gd name="csX3218" fmla="*/ 556179 w 1728164"/>
              <a:gd name="csY3218" fmla="*/ 543370 h 1114920"/>
              <a:gd name="csX3219" fmla="*/ 556352 w 1728164"/>
              <a:gd name="csY3219" fmla="*/ 544428 h 1114920"/>
              <a:gd name="csX3220" fmla="*/ 556525 w 1728164"/>
              <a:gd name="csY3220" fmla="*/ 545487 h 1114920"/>
              <a:gd name="csX3221" fmla="*/ 556697 w 1728164"/>
              <a:gd name="csY3221" fmla="*/ 546544 h 1114920"/>
              <a:gd name="csX3222" fmla="*/ 556871 w 1728164"/>
              <a:gd name="csY3222" fmla="*/ 547601 h 1114920"/>
              <a:gd name="csX3223" fmla="*/ 557043 w 1728164"/>
              <a:gd name="csY3223" fmla="*/ 548658 h 1114920"/>
              <a:gd name="csX3224" fmla="*/ 557216 w 1728164"/>
              <a:gd name="csY3224" fmla="*/ 549713 h 1114920"/>
              <a:gd name="csX3225" fmla="*/ 557388 w 1728164"/>
              <a:gd name="csY3225" fmla="*/ 550769 h 1114920"/>
              <a:gd name="csX3226" fmla="*/ 557562 w 1728164"/>
              <a:gd name="csY3226" fmla="*/ 551823 h 1114920"/>
              <a:gd name="csX3227" fmla="*/ 557734 w 1728164"/>
              <a:gd name="csY3227" fmla="*/ 552877 h 1114920"/>
              <a:gd name="csX3228" fmla="*/ 557907 w 1728164"/>
              <a:gd name="csY3228" fmla="*/ 553931 h 1114920"/>
              <a:gd name="csX3229" fmla="*/ 558080 w 1728164"/>
              <a:gd name="csY3229" fmla="*/ 554985 h 1114920"/>
              <a:gd name="csX3230" fmla="*/ 558253 w 1728164"/>
              <a:gd name="csY3230" fmla="*/ 556037 h 1114920"/>
              <a:gd name="csX3231" fmla="*/ 558426 w 1728164"/>
              <a:gd name="csY3231" fmla="*/ 557089 h 1114920"/>
              <a:gd name="csX3232" fmla="*/ 558598 w 1728164"/>
              <a:gd name="csY3232" fmla="*/ 558140 h 1114920"/>
              <a:gd name="csX3233" fmla="*/ 558772 w 1728164"/>
              <a:gd name="csY3233" fmla="*/ 559192 h 1114920"/>
              <a:gd name="csX3234" fmla="*/ 558944 w 1728164"/>
              <a:gd name="csY3234" fmla="*/ 560243 h 1114920"/>
              <a:gd name="csX3235" fmla="*/ 559117 w 1728164"/>
              <a:gd name="csY3235" fmla="*/ 561292 h 1114920"/>
              <a:gd name="csX3236" fmla="*/ 559290 w 1728164"/>
              <a:gd name="csY3236" fmla="*/ 562341 h 1114920"/>
              <a:gd name="csX3237" fmla="*/ 559463 w 1728164"/>
              <a:gd name="csY3237" fmla="*/ 563390 h 1114920"/>
              <a:gd name="csX3238" fmla="*/ 559636 w 1728164"/>
              <a:gd name="csY3238" fmla="*/ 564438 h 1114920"/>
              <a:gd name="csX3239" fmla="*/ 559808 w 1728164"/>
              <a:gd name="csY3239" fmla="*/ 565486 h 1114920"/>
              <a:gd name="csX3240" fmla="*/ 559981 w 1728164"/>
              <a:gd name="csY3240" fmla="*/ 566533 h 1114920"/>
              <a:gd name="csX3241" fmla="*/ 560154 w 1728164"/>
              <a:gd name="csY3241" fmla="*/ 567579 h 1114920"/>
              <a:gd name="csX3242" fmla="*/ 560327 w 1728164"/>
              <a:gd name="csY3242" fmla="*/ 568625 h 1114920"/>
              <a:gd name="csX3243" fmla="*/ 560500 w 1728164"/>
              <a:gd name="csY3243" fmla="*/ 569670 h 1114920"/>
              <a:gd name="csX3244" fmla="*/ 560673 w 1728164"/>
              <a:gd name="csY3244" fmla="*/ 570715 h 1114920"/>
              <a:gd name="csX3245" fmla="*/ 560846 w 1728164"/>
              <a:gd name="csY3245" fmla="*/ 571759 h 1114920"/>
              <a:gd name="csX3246" fmla="*/ 561018 w 1728164"/>
              <a:gd name="csY3246" fmla="*/ 572803 h 1114920"/>
              <a:gd name="csX3247" fmla="*/ 561191 w 1728164"/>
              <a:gd name="csY3247" fmla="*/ 573845 h 1114920"/>
              <a:gd name="csX3248" fmla="*/ 561364 w 1728164"/>
              <a:gd name="csY3248" fmla="*/ 574887 h 1114920"/>
              <a:gd name="csX3249" fmla="*/ 561537 w 1728164"/>
              <a:gd name="csY3249" fmla="*/ 575929 h 1114920"/>
              <a:gd name="csX3250" fmla="*/ 561709 w 1728164"/>
              <a:gd name="csY3250" fmla="*/ 576970 h 1114920"/>
              <a:gd name="csX3251" fmla="*/ 561882 w 1728164"/>
              <a:gd name="csY3251" fmla="*/ 578010 h 1114920"/>
              <a:gd name="csX3252" fmla="*/ 562055 w 1728164"/>
              <a:gd name="csY3252" fmla="*/ 579050 h 1114920"/>
              <a:gd name="csX3253" fmla="*/ 562228 w 1728164"/>
              <a:gd name="csY3253" fmla="*/ 580089 h 1114920"/>
              <a:gd name="csX3254" fmla="*/ 562401 w 1728164"/>
              <a:gd name="csY3254" fmla="*/ 581127 h 1114920"/>
              <a:gd name="csX3255" fmla="*/ 562574 w 1728164"/>
              <a:gd name="csY3255" fmla="*/ 582165 h 1114920"/>
              <a:gd name="csX3256" fmla="*/ 562747 w 1728164"/>
              <a:gd name="csY3256" fmla="*/ 583202 h 1114920"/>
              <a:gd name="csX3257" fmla="*/ 562919 w 1728164"/>
              <a:gd name="csY3257" fmla="*/ 584238 h 1114920"/>
              <a:gd name="csX3258" fmla="*/ 563092 w 1728164"/>
              <a:gd name="csY3258" fmla="*/ 585274 h 1114920"/>
              <a:gd name="csX3259" fmla="*/ 563265 w 1728164"/>
              <a:gd name="csY3259" fmla="*/ 586309 h 1114920"/>
              <a:gd name="csX3260" fmla="*/ 563438 w 1728164"/>
              <a:gd name="csY3260" fmla="*/ 587344 h 1114920"/>
              <a:gd name="csX3261" fmla="*/ 563611 w 1728164"/>
              <a:gd name="csY3261" fmla="*/ 588378 h 1114920"/>
              <a:gd name="csX3262" fmla="*/ 563783 w 1728164"/>
              <a:gd name="csY3262" fmla="*/ 589410 h 1114920"/>
              <a:gd name="csX3263" fmla="*/ 563957 w 1728164"/>
              <a:gd name="csY3263" fmla="*/ 590442 h 1114920"/>
              <a:gd name="csX3264" fmla="*/ 564129 w 1728164"/>
              <a:gd name="csY3264" fmla="*/ 591474 h 1114920"/>
              <a:gd name="csX3265" fmla="*/ 564302 w 1728164"/>
              <a:gd name="csY3265" fmla="*/ 592506 h 1114920"/>
              <a:gd name="csX3266" fmla="*/ 564475 w 1728164"/>
              <a:gd name="csY3266" fmla="*/ 593536 h 1114920"/>
              <a:gd name="csX3267" fmla="*/ 564648 w 1728164"/>
              <a:gd name="csY3267" fmla="*/ 594565 h 1114920"/>
              <a:gd name="csX3268" fmla="*/ 564821 w 1728164"/>
              <a:gd name="csY3268" fmla="*/ 595594 h 1114920"/>
              <a:gd name="csX3269" fmla="*/ 564993 w 1728164"/>
              <a:gd name="csY3269" fmla="*/ 596623 h 1114920"/>
              <a:gd name="csX3270" fmla="*/ 565167 w 1728164"/>
              <a:gd name="csY3270" fmla="*/ 597650 h 1114920"/>
              <a:gd name="csX3271" fmla="*/ 565339 w 1728164"/>
              <a:gd name="csY3271" fmla="*/ 598677 h 1114920"/>
              <a:gd name="csX3272" fmla="*/ 565512 w 1728164"/>
              <a:gd name="csY3272" fmla="*/ 599703 h 1114920"/>
              <a:gd name="csX3273" fmla="*/ 565685 w 1728164"/>
              <a:gd name="csY3273" fmla="*/ 600729 h 1114920"/>
              <a:gd name="csX3274" fmla="*/ 565858 w 1728164"/>
              <a:gd name="csY3274" fmla="*/ 601753 h 1114920"/>
              <a:gd name="csX3275" fmla="*/ 566030 w 1728164"/>
              <a:gd name="csY3275" fmla="*/ 602777 h 1114920"/>
              <a:gd name="csX3276" fmla="*/ 566203 w 1728164"/>
              <a:gd name="csY3276" fmla="*/ 603800 h 1114920"/>
              <a:gd name="csX3277" fmla="*/ 566376 w 1728164"/>
              <a:gd name="csY3277" fmla="*/ 604823 h 1114920"/>
              <a:gd name="csX3278" fmla="*/ 566549 w 1728164"/>
              <a:gd name="csY3278" fmla="*/ 605844 h 1114920"/>
              <a:gd name="csX3279" fmla="*/ 566722 w 1728164"/>
              <a:gd name="csY3279" fmla="*/ 606865 h 1114920"/>
              <a:gd name="csX3280" fmla="*/ 566894 w 1728164"/>
              <a:gd name="csY3280" fmla="*/ 607885 h 1114920"/>
              <a:gd name="csX3281" fmla="*/ 567068 w 1728164"/>
              <a:gd name="csY3281" fmla="*/ 608904 h 1114920"/>
              <a:gd name="csX3282" fmla="*/ 567240 w 1728164"/>
              <a:gd name="csY3282" fmla="*/ 609924 h 1114920"/>
              <a:gd name="csX3283" fmla="*/ 567413 w 1728164"/>
              <a:gd name="csY3283" fmla="*/ 610942 h 1114920"/>
              <a:gd name="csX3284" fmla="*/ 567586 w 1728164"/>
              <a:gd name="csY3284" fmla="*/ 611959 h 1114920"/>
              <a:gd name="csX3285" fmla="*/ 567759 w 1728164"/>
              <a:gd name="csY3285" fmla="*/ 612975 h 1114920"/>
              <a:gd name="csX3286" fmla="*/ 567932 w 1728164"/>
              <a:gd name="csY3286" fmla="*/ 613990 h 1114920"/>
              <a:gd name="csX3287" fmla="*/ 568104 w 1728164"/>
              <a:gd name="csY3287" fmla="*/ 615006 h 1114920"/>
              <a:gd name="csX3288" fmla="*/ 568278 w 1728164"/>
              <a:gd name="csY3288" fmla="*/ 616020 h 1114920"/>
              <a:gd name="csX3289" fmla="*/ 568450 w 1728164"/>
              <a:gd name="csY3289" fmla="*/ 617033 h 1114920"/>
              <a:gd name="csX3290" fmla="*/ 568623 w 1728164"/>
              <a:gd name="csY3290" fmla="*/ 618046 h 1114920"/>
              <a:gd name="csX3291" fmla="*/ 568795 w 1728164"/>
              <a:gd name="csY3291" fmla="*/ 619057 h 1114920"/>
              <a:gd name="csX3292" fmla="*/ 568969 w 1728164"/>
              <a:gd name="csY3292" fmla="*/ 620069 h 1114920"/>
              <a:gd name="csX3293" fmla="*/ 569142 w 1728164"/>
              <a:gd name="csY3293" fmla="*/ 621078 h 1114920"/>
              <a:gd name="csX3294" fmla="*/ 569314 w 1728164"/>
              <a:gd name="csY3294" fmla="*/ 622088 h 1114920"/>
              <a:gd name="csX3295" fmla="*/ 569488 w 1728164"/>
              <a:gd name="csY3295" fmla="*/ 623097 h 1114920"/>
              <a:gd name="csX3296" fmla="*/ 569660 w 1728164"/>
              <a:gd name="csY3296" fmla="*/ 624104 h 1114920"/>
              <a:gd name="csX3297" fmla="*/ 569833 w 1728164"/>
              <a:gd name="csY3297" fmla="*/ 625111 h 1114920"/>
              <a:gd name="csX3298" fmla="*/ 570005 w 1728164"/>
              <a:gd name="csY3298" fmla="*/ 626117 h 1114920"/>
              <a:gd name="csX3299" fmla="*/ 570179 w 1728164"/>
              <a:gd name="csY3299" fmla="*/ 627123 h 1114920"/>
              <a:gd name="csX3300" fmla="*/ 570351 w 1728164"/>
              <a:gd name="csY3300" fmla="*/ 628127 h 1114920"/>
              <a:gd name="csX3301" fmla="*/ 570524 w 1728164"/>
              <a:gd name="csY3301" fmla="*/ 629131 h 1114920"/>
              <a:gd name="csX3302" fmla="*/ 570697 w 1728164"/>
              <a:gd name="csY3302" fmla="*/ 630134 h 1114920"/>
              <a:gd name="csX3303" fmla="*/ 570870 w 1728164"/>
              <a:gd name="csY3303" fmla="*/ 631136 h 1114920"/>
              <a:gd name="csX3304" fmla="*/ 571043 w 1728164"/>
              <a:gd name="csY3304" fmla="*/ 632137 h 1114920"/>
              <a:gd name="csX3305" fmla="*/ 571215 w 1728164"/>
              <a:gd name="csY3305" fmla="*/ 633137 h 1114920"/>
              <a:gd name="csX3306" fmla="*/ 571389 w 1728164"/>
              <a:gd name="csY3306" fmla="*/ 634137 h 1114920"/>
              <a:gd name="csX3307" fmla="*/ 571561 w 1728164"/>
              <a:gd name="csY3307" fmla="*/ 635136 h 1114920"/>
              <a:gd name="csX3308" fmla="*/ 571734 w 1728164"/>
              <a:gd name="csY3308" fmla="*/ 636134 h 1114920"/>
              <a:gd name="csX3309" fmla="*/ 571907 w 1728164"/>
              <a:gd name="csY3309" fmla="*/ 637131 h 1114920"/>
              <a:gd name="csX3310" fmla="*/ 572080 w 1728164"/>
              <a:gd name="csY3310" fmla="*/ 638127 h 1114920"/>
              <a:gd name="csX3311" fmla="*/ 572253 w 1728164"/>
              <a:gd name="csY3311" fmla="*/ 639122 h 1114920"/>
              <a:gd name="csX3312" fmla="*/ 572425 w 1728164"/>
              <a:gd name="csY3312" fmla="*/ 640117 h 1114920"/>
              <a:gd name="csX3313" fmla="*/ 572598 w 1728164"/>
              <a:gd name="csY3313" fmla="*/ 641110 h 1114920"/>
              <a:gd name="csX3314" fmla="*/ 572771 w 1728164"/>
              <a:gd name="csY3314" fmla="*/ 642103 h 1114920"/>
              <a:gd name="csX3315" fmla="*/ 572944 w 1728164"/>
              <a:gd name="csY3315" fmla="*/ 643095 h 1114920"/>
              <a:gd name="csX3316" fmla="*/ 573116 w 1728164"/>
              <a:gd name="csY3316" fmla="*/ 644086 h 1114920"/>
              <a:gd name="csX3317" fmla="*/ 573290 w 1728164"/>
              <a:gd name="csY3317" fmla="*/ 645076 h 1114920"/>
              <a:gd name="csX3318" fmla="*/ 573463 w 1728164"/>
              <a:gd name="csY3318" fmla="*/ 646065 h 1114920"/>
              <a:gd name="csX3319" fmla="*/ 573635 w 1728164"/>
              <a:gd name="csY3319" fmla="*/ 647053 h 1114920"/>
              <a:gd name="csX3320" fmla="*/ 573808 w 1728164"/>
              <a:gd name="csY3320" fmla="*/ 648041 h 1114920"/>
              <a:gd name="csX3321" fmla="*/ 573981 w 1728164"/>
              <a:gd name="csY3321" fmla="*/ 649027 h 1114920"/>
              <a:gd name="csX3322" fmla="*/ 574154 w 1728164"/>
              <a:gd name="csY3322" fmla="*/ 650013 h 1114920"/>
              <a:gd name="csX3323" fmla="*/ 574326 w 1728164"/>
              <a:gd name="csY3323" fmla="*/ 650998 h 1114920"/>
              <a:gd name="csX3324" fmla="*/ 574499 w 1728164"/>
              <a:gd name="csY3324" fmla="*/ 651982 h 1114920"/>
              <a:gd name="csX3325" fmla="*/ 574672 w 1728164"/>
              <a:gd name="csY3325" fmla="*/ 652965 h 1114920"/>
              <a:gd name="csX3326" fmla="*/ 574845 w 1728164"/>
              <a:gd name="csY3326" fmla="*/ 653947 h 1114920"/>
              <a:gd name="csX3327" fmla="*/ 575018 w 1728164"/>
              <a:gd name="csY3327" fmla="*/ 654928 h 1114920"/>
              <a:gd name="csX3328" fmla="*/ 575191 w 1728164"/>
              <a:gd name="csY3328" fmla="*/ 655909 h 1114920"/>
              <a:gd name="csX3329" fmla="*/ 575364 w 1728164"/>
              <a:gd name="csY3329" fmla="*/ 656888 h 1114920"/>
              <a:gd name="csX3330" fmla="*/ 575536 w 1728164"/>
              <a:gd name="csY3330" fmla="*/ 657866 h 1114920"/>
              <a:gd name="csX3331" fmla="*/ 575709 w 1728164"/>
              <a:gd name="csY3331" fmla="*/ 658844 h 1114920"/>
              <a:gd name="csX3332" fmla="*/ 575882 w 1728164"/>
              <a:gd name="csY3332" fmla="*/ 659821 h 1114920"/>
              <a:gd name="csX3333" fmla="*/ 576055 w 1728164"/>
              <a:gd name="csY3333" fmla="*/ 660796 h 1114920"/>
              <a:gd name="csX3334" fmla="*/ 576228 w 1728164"/>
              <a:gd name="csY3334" fmla="*/ 661771 h 1114920"/>
              <a:gd name="csX3335" fmla="*/ 576400 w 1728164"/>
              <a:gd name="csY3335" fmla="*/ 662745 h 1114920"/>
              <a:gd name="csX3336" fmla="*/ 576573 w 1728164"/>
              <a:gd name="csY3336" fmla="*/ 663717 h 1114920"/>
              <a:gd name="csX3337" fmla="*/ 576742 w 1728164"/>
              <a:gd name="csY3337" fmla="*/ 664690 h 1114920"/>
              <a:gd name="csX3338" fmla="*/ 576920 w 1728164"/>
              <a:gd name="csY3338" fmla="*/ 665660 h 1114920"/>
              <a:gd name="csX3339" fmla="*/ 577089 w 1728164"/>
              <a:gd name="csY3339" fmla="*/ 666631 h 1114920"/>
              <a:gd name="csX3340" fmla="*/ 577267 w 1728164"/>
              <a:gd name="csY3340" fmla="*/ 667600 h 1114920"/>
              <a:gd name="csX3341" fmla="*/ 577436 w 1728164"/>
              <a:gd name="csY3341" fmla="*/ 668568 h 1114920"/>
              <a:gd name="csX3342" fmla="*/ 577614 w 1728164"/>
              <a:gd name="csY3342" fmla="*/ 669535 h 1114920"/>
              <a:gd name="csX3343" fmla="*/ 577783 w 1728164"/>
              <a:gd name="csY3343" fmla="*/ 670502 h 1114920"/>
              <a:gd name="csX3344" fmla="*/ 577952 w 1728164"/>
              <a:gd name="csY3344" fmla="*/ 671467 h 1114920"/>
              <a:gd name="csX3345" fmla="*/ 578130 w 1728164"/>
              <a:gd name="csY3345" fmla="*/ 672431 h 1114920"/>
              <a:gd name="csX3346" fmla="*/ 578299 w 1728164"/>
              <a:gd name="csY3346" fmla="*/ 673394 h 1114920"/>
              <a:gd name="csX3347" fmla="*/ 578477 w 1728164"/>
              <a:gd name="csY3347" fmla="*/ 674356 h 1114920"/>
              <a:gd name="csX3348" fmla="*/ 578646 w 1728164"/>
              <a:gd name="csY3348" fmla="*/ 675318 h 1114920"/>
              <a:gd name="csX3349" fmla="*/ 578824 w 1728164"/>
              <a:gd name="csY3349" fmla="*/ 676279 h 1114920"/>
              <a:gd name="csX3350" fmla="*/ 578993 w 1728164"/>
              <a:gd name="csY3350" fmla="*/ 677238 h 1114920"/>
              <a:gd name="csX3351" fmla="*/ 579162 w 1728164"/>
              <a:gd name="csY3351" fmla="*/ 678197 h 1114920"/>
              <a:gd name="csX3352" fmla="*/ 579340 w 1728164"/>
              <a:gd name="csY3352" fmla="*/ 679154 h 1114920"/>
              <a:gd name="csX3353" fmla="*/ 579509 w 1728164"/>
              <a:gd name="csY3353" fmla="*/ 680111 h 1114920"/>
              <a:gd name="csX3354" fmla="*/ 579686 w 1728164"/>
              <a:gd name="csY3354" fmla="*/ 681066 h 1114920"/>
              <a:gd name="csX3355" fmla="*/ 579856 w 1728164"/>
              <a:gd name="csY3355" fmla="*/ 682021 h 1114920"/>
              <a:gd name="csX3356" fmla="*/ 580033 w 1728164"/>
              <a:gd name="csY3356" fmla="*/ 682974 h 1114920"/>
              <a:gd name="csX3357" fmla="*/ 580202 w 1728164"/>
              <a:gd name="csY3357" fmla="*/ 683927 h 1114920"/>
              <a:gd name="csX3358" fmla="*/ 580372 w 1728164"/>
              <a:gd name="csY3358" fmla="*/ 684878 h 1114920"/>
              <a:gd name="csX3359" fmla="*/ 580549 w 1728164"/>
              <a:gd name="csY3359" fmla="*/ 685829 h 1114920"/>
              <a:gd name="csX3360" fmla="*/ 580718 w 1728164"/>
              <a:gd name="csY3360" fmla="*/ 686779 h 1114920"/>
              <a:gd name="csX3361" fmla="*/ 580896 w 1728164"/>
              <a:gd name="csY3361" fmla="*/ 687728 h 1114920"/>
              <a:gd name="csX3362" fmla="*/ 581065 w 1728164"/>
              <a:gd name="csY3362" fmla="*/ 688675 h 1114920"/>
              <a:gd name="csX3363" fmla="*/ 581243 w 1728164"/>
              <a:gd name="csY3363" fmla="*/ 689622 h 1114920"/>
              <a:gd name="csX3364" fmla="*/ 581412 w 1728164"/>
              <a:gd name="csY3364" fmla="*/ 690567 h 1114920"/>
              <a:gd name="csX3365" fmla="*/ 581581 w 1728164"/>
              <a:gd name="csY3365" fmla="*/ 691511 h 1114920"/>
              <a:gd name="csX3366" fmla="*/ 581759 w 1728164"/>
              <a:gd name="csY3366" fmla="*/ 692455 h 1114920"/>
              <a:gd name="csX3367" fmla="*/ 581928 w 1728164"/>
              <a:gd name="csY3367" fmla="*/ 693398 h 1114920"/>
              <a:gd name="csX3368" fmla="*/ 582106 w 1728164"/>
              <a:gd name="csY3368" fmla="*/ 694339 h 1114920"/>
              <a:gd name="csX3369" fmla="*/ 582275 w 1728164"/>
              <a:gd name="csY3369" fmla="*/ 695280 h 1114920"/>
              <a:gd name="csX3370" fmla="*/ 582453 w 1728164"/>
              <a:gd name="csY3370" fmla="*/ 696219 h 1114920"/>
              <a:gd name="csX3371" fmla="*/ 582622 w 1728164"/>
              <a:gd name="csY3371" fmla="*/ 697157 h 1114920"/>
              <a:gd name="csX3372" fmla="*/ 582791 w 1728164"/>
              <a:gd name="csY3372" fmla="*/ 698095 h 1114920"/>
              <a:gd name="csX3373" fmla="*/ 582969 w 1728164"/>
              <a:gd name="csY3373" fmla="*/ 699031 h 1114920"/>
              <a:gd name="csX3374" fmla="*/ 583138 w 1728164"/>
              <a:gd name="csY3374" fmla="*/ 699967 h 1114920"/>
              <a:gd name="csX3375" fmla="*/ 583316 w 1728164"/>
              <a:gd name="csY3375" fmla="*/ 700901 h 1114920"/>
              <a:gd name="csX3376" fmla="*/ 583485 w 1728164"/>
              <a:gd name="csY3376" fmla="*/ 701834 h 1114920"/>
              <a:gd name="csX3377" fmla="*/ 583663 w 1728164"/>
              <a:gd name="csY3377" fmla="*/ 702766 h 1114920"/>
              <a:gd name="csX3378" fmla="*/ 583832 w 1728164"/>
              <a:gd name="csY3378" fmla="*/ 703697 h 1114920"/>
              <a:gd name="csX3379" fmla="*/ 584001 w 1728164"/>
              <a:gd name="csY3379" fmla="*/ 704628 h 1114920"/>
              <a:gd name="csX3380" fmla="*/ 584179 w 1728164"/>
              <a:gd name="csY3380" fmla="*/ 705556 h 1114920"/>
              <a:gd name="csX3381" fmla="*/ 584348 w 1728164"/>
              <a:gd name="csY3381" fmla="*/ 706484 h 1114920"/>
              <a:gd name="csX3382" fmla="*/ 584526 w 1728164"/>
              <a:gd name="csY3382" fmla="*/ 707411 h 1114920"/>
              <a:gd name="csX3383" fmla="*/ 584695 w 1728164"/>
              <a:gd name="csY3383" fmla="*/ 708337 h 1114920"/>
              <a:gd name="csX3384" fmla="*/ 584873 w 1728164"/>
              <a:gd name="csY3384" fmla="*/ 709262 h 1114920"/>
              <a:gd name="csX3385" fmla="*/ 585042 w 1728164"/>
              <a:gd name="csY3385" fmla="*/ 710185 h 1114920"/>
              <a:gd name="csX3386" fmla="*/ 585211 w 1728164"/>
              <a:gd name="csY3386" fmla="*/ 711108 h 1114920"/>
              <a:gd name="csX3387" fmla="*/ 585389 w 1728164"/>
              <a:gd name="csY3387" fmla="*/ 712029 h 1114920"/>
              <a:gd name="csX3388" fmla="*/ 585558 w 1728164"/>
              <a:gd name="csY3388" fmla="*/ 712950 h 1114920"/>
              <a:gd name="csX3389" fmla="*/ 585736 w 1728164"/>
              <a:gd name="csY3389" fmla="*/ 713869 h 1114920"/>
              <a:gd name="csX3390" fmla="*/ 585905 w 1728164"/>
              <a:gd name="csY3390" fmla="*/ 714788 h 1114920"/>
              <a:gd name="csX3391" fmla="*/ 586083 w 1728164"/>
              <a:gd name="csY3391" fmla="*/ 715705 h 1114920"/>
              <a:gd name="csX3392" fmla="*/ 586252 w 1728164"/>
              <a:gd name="csY3392" fmla="*/ 716622 h 1114920"/>
              <a:gd name="csX3393" fmla="*/ 586421 w 1728164"/>
              <a:gd name="csY3393" fmla="*/ 717536 h 1114920"/>
              <a:gd name="csX3394" fmla="*/ 586599 w 1728164"/>
              <a:gd name="csY3394" fmla="*/ 718451 h 1114920"/>
              <a:gd name="csX3395" fmla="*/ 586768 w 1728164"/>
              <a:gd name="csY3395" fmla="*/ 719364 h 1114920"/>
              <a:gd name="csX3396" fmla="*/ 586946 w 1728164"/>
              <a:gd name="csY3396" fmla="*/ 720275 h 1114920"/>
              <a:gd name="csX3397" fmla="*/ 587115 w 1728164"/>
              <a:gd name="csY3397" fmla="*/ 721187 h 1114920"/>
              <a:gd name="csX3398" fmla="*/ 587293 w 1728164"/>
              <a:gd name="csY3398" fmla="*/ 722096 h 1114920"/>
              <a:gd name="csX3399" fmla="*/ 587462 w 1728164"/>
              <a:gd name="csY3399" fmla="*/ 723004 h 1114920"/>
              <a:gd name="csX3400" fmla="*/ 587631 w 1728164"/>
              <a:gd name="csY3400" fmla="*/ 723911 h 1114920"/>
              <a:gd name="csX3401" fmla="*/ 587809 w 1728164"/>
              <a:gd name="csY3401" fmla="*/ 724818 h 1114920"/>
              <a:gd name="csX3402" fmla="*/ 587978 w 1728164"/>
              <a:gd name="csY3402" fmla="*/ 725724 h 1114920"/>
              <a:gd name="csX3403" fmla="*/ 588156 w 1728164"/>
              <a:gd name="csY3403" fmla="*/ 726628 h 1114920"/>
              <a:gd name="csX3404" fmla="*/ 588325 w 1728164"/>
              <a:gd name="csY3404" fmla="*/ 727531 h 1114920"/>
              <a:gd name="csX3405" fmla="*/ 588503 w 1728164"/>
              <a:gd name="csY3405" fmla="*/ 728433 h 1114920"/>
              <a:gd name="csX3406" fmla="*/ 588672 w 1728164"/>
              <a:gd name="csY3406" fmla="*/ 729334 h 1114920"/>
              <a:gd name="csX3407" fmla="*/ 588841 w 1728164"/>
              <a:gd name="csY3407" fmla="*/ 730233 h 1114920"/>
              <a:gd name="csX3408" fmla="*/ 589019 w 1728164"/>
              <a:gd name="csY3408" fmla="*/ 731132 h 1114920"/>
              <a:gd name="csX3409" fmla="*/ 589188 w 1728164"/>
              <a:gd name="csY3409" fmla="*/ 732029 h 1114920"/>
              <a:gd name="csX3410" fmla="*/ 589366 w 1728164"/>
              <a:gd name="csY3410" fmla="*/ 732925 h 1114920"/>
              <a:gd name="csX3411" fmla="*/ 589535 w 1728164"/>
              <a:gd name="csY3411" fmla="*/ 733821 h 1114920"/>
              <a:gd name="csX3412" fmla="*/ 589713 w 1728164"/>
              <a:gd name="csY3412" fmla="*/ 734715 h 1114920"/>
              <a:gd name="csX3413" fmla="*/ 589882 w 1728164"/>
              <a:gd name="csY3413" fmla="*/ 735609 h 1114920"/>
              <a:gd name="csX3414" fmla="*/ 590051 w 1728164"/>
              <a:gd name="csY3414" fmla="*/ 736500 h 1114920"/>
              <a:gd name="csX3415" fmla="*/ 590229 w 1728164"/>
              <a:gd name="csY3415" fmla="*/ 737390 h 1114920"/>
              <a:gd name="csX3416" fmla="*/ 590398 w 1728164"/>
              <a:gd name="csY3416" fmla="*/ 738280 h 1114920"/>
              <a:gd name="csX3417" fmla="*/ 590576 w 1728164"/>
              <a:gd name="csY3417" fmla="*/ 739169 h 1114920"/>
              <a:gd name="csX3418" fmla="*/ 590745 w 1728164"/>
              <a:gd name="csY3418" fmla="*/ 740057 h 1114920"/>
              <a:gd name="csX3419" fmla="*/ 590923 w 1728164"/>
              <a:gd name="csY3419" fmla="*/ 740943 h 1114920"/>
              <a:gd name="csX3420" fmla="*/ 591092 w 1728164"/>
              <a:gd name="csY3420" fmla="*/ 741828 h 1114920"/>
              <a:gd name="csX3421" fmla="*/ 591261 w 1728164"/>
              <a:gd name="csY3421" fmla="*/ 742711 h 1114920"/>
              <a:gd name="csX3422" fmla="*/ 591439 w 1728164"/>
              <a:gd name="csY3422" fmla="*/ 743595 h 1114920"/>
              <a:gd name="csX3423" fmla="*/ 591608 w 1728164"/>
              <a:gd name="csY3423" fmla="*/ 744476 h 1114920"/>
              <a:gd name="csX3424" fmla="*/ 591786 w 1728164"/>
              <a:gd name="csY3424" fmla="*/ 745356 h 1114920"/>
              <a:gd name="csX3425" fmla="*/ 591955 w 1728164"/>
              <a:gd name="csY3425" fmla="*/ 746236 h 1114920"/>
              <a:gd name="csX3426" fmla="*/ 592133 w 1728164"/>
              <a:gd name="csY3426" fmla="*/ 747114 h 1114920"/>
              <a:gd name="csX3427" fmla="*/ 592302 w 1728164"/>
              <a:gd name="csY3427" fmla="*/ 747992 h 1114920"/>
              <a:gd name="csX3428" fmla="*/ 592471 w 1728164"/>
              <a:gd name="csY3428" fmla="*/ 748867 h 1114920"/>
              <a:gd name="csX3429" fmla="*/ 592649 w 1728164"/>
              <a:gd name="csY3429" fmla="*/ 749742 h 1114920"/>
              <a:gd name="csX3430" fmla="*/ 592818 w 1728164"/>
              <a:gd name="csY3430" fmla="*/ 750616 h 1114920"/>
              <a:gd name="csX3431" fmla="*/ 592996 w 1728164"/>
              <a:gd name="csY3431" fmla="*/ 751488 h 1114920"/>
              <a:gd name="csX3432" fmla="*/ 593165 w 1728164"/>
              <a:gd name="csY3432" fmla="*/ 752360 h 1114920"/>
              <a:gd name="csX3433" fmla="*/ 593343 w 1728164"/>
              <a:gd name="csY3433" fmla="*/ 753230 h 1114920"/>
              <a:gd name="csX3434" fmla="*/ 593512 w 1728164"/>
              <a:gd name="csY3434" fmla="*/ 754099 h 1114920"/>
              <a:gd name="csX3435" fmla="*/ 593681 w 1728164"/>
              <a:gd name="csY3435" fmla="*/ 754966 h 1114920"/>
              <a:gd name="csX3436" fmla="*/ 593859 w 1728164"/>
              <a:gd name="csY3436" fmla="*/ 755833 h 1114920"/>
              <a:gd name="csX3437" fmla="*/ 594028 w 1728164"/>
              <a:gd name="csY3437" fmla="*/ 756698 h 1114920"/>
              <a:gd name="csX3438" fmla="*/ 594205 w 1728164"/>
              <a:gd name="csY3438" fmla="*/ 757563 h 1114920"/>
              <a:gd name="csX3439" fmla="*/ 594375 w 1728164"/>
              <a:gd name="csY3439" fmla="*/ 758426 h 1114920"/>
              <a:gd name="csX3440" fmla="*/ 594552 w 1728164"/>
              <a:gd name="csY3440" fmla="*/ 759288 h 1114920"/>
              <a:gd name="csX3441" fmla="*/ 594721 w 1728164"/>
              <a:gd name="csY3441" fmla="*/ 760148 h 1114920"/>
              <a:gd name="csX3442" fmla="*/ 594891 w 1728164"/>
              <a:gd name="csY3442" fmla="*/ 761009 h 1114920"/>
              <a:gd name="csX3443" fmla="*/ 595068 w 1728164"/>
              <a:gd name="csY3443" fmla="*/ 761867 h 1114920"/>
              <a:gd name="csX3444" fmla="*/ 595238 w 1728164"/>
              <a:gd name="csY3444" fmla="*/ 762724 h 1114920"/>
              <a:gd name="csX3445" fmla="*/ 595415 w 1728164"/>
              <a:gd name="csY3445" fmla="*/ 763581 h 1114920"/>
              <a:gd name="csX3446" fmla="*/ 595584 w 1728164"/>
              <a:gd name="csY3446" fmla="*/ 764435 h 1114920"/>
              <a:gd name="csX3447" fmla="*/ 595753 w 1728164"/>
              <a:gd name="csY3447" fmla="*/ 765289 h 1114920"/>
              <a:gd name="csX3448" fmla="*/ 595931 w 1728164"/>
              <a:gd name="csY3448" fmla="*/ 766141 h 1114920"/>
              <a:gd name="csX3449" fmla="*/ 596100 w 1728164"/>
              <a:gd name="csY3449" fmla="*/ 766993 h 1114920"/>
              <a:gd name="csX3450" fmla="*/ 596278 w 1728164"/>
              <a:gd name="csY3450" fmla="*/ 767843 h 1114920"/>
              <a:gd name="csX3451" fmla="*/ 596447 w 1728164"/>
              <a:gd name="csY3451" fmla="*/ 768692 h 1114920"/>
              <a:gd name="csX3452" fmla="*/ 596625 w 1728164"/>
              <a:gd name="csY3452" fmla="*/ 769540 h 1114920"/>
              <a:gd name="csX3453" fmla="*/ 596794 w 1728164"/>
              <a:gd name="csY3453" fmla="*/ 770387 h 1114920"/>
              <a:gd name="csX3454" fmla="*/ 596963 w 1728164"/>
              <a:gd name="csY3454" fmla="*/ 771232 h 1114920"/>
              <a:gd name="csX3455" fmla="*/ 597141 w 1728164"/>
              <a:gd name="csY3455" fmla="*/ 772076 h 1114920"/>
              <a:gd name="csX3456" fmla="*/ 597310 w 1728164"/>
              <a:gd name="csY3456" fmla="*/ 772919 h 1114920"/>
              <a:gd name="csX3457" fmla="*/ 597488 w 1728164"/>
              <a:gd name="csY3457" fmla="*/ 773761 h 1114920"/>
              <a:gd name="csX3458" fmla="*/ 597657 w 1728164"/>
              <a:gd name="csY3458" fmla="*/ 774602 h 1114920"/>
              <a:gd name="csX3459" fmla="*/ 597835 w 1728164"/>
              <a:gd name="csY3459" fmla="*/ 775441 h 1114920"/>
              <a:gd name="csX3460" fmla="*/ 598004 w 1728164"/>
              <a:gd name="csY3460" fmla="*/ 776280 h 1114920"/>
              <a:gd name="csX3461" fmla="*/ 598173 w 1728164"/>
              <a:gd name="csY3461" fmla="*/ 777116 h 1114920"/>
              <a:gd name="csX3462" fmla="*/ 598351 w 1728164"/>
              <a:gd name="csY3462" fmla="*/ 777952 h 1114920"/>
              <a:gd name="csX3463" fmla="*/ 598520 w 1728164"/>
              <a:gd name="csY3463" fmla="*/ 778787 h 1114920"/>
              <a:gd name="csX3464" fmla="*/ 598698 w 1728164"/>
              <a:gd name="csY3464" fmla="*/ 779620 h 1114920"/>
              <a:gd name="csX3465" fmla="*/ 598867 w 1728164"/>
              <a:gd name="csY3465" fmla="*/ 780452 h 1114920"/>
              <a:gd name="csX3466" fmla="*/ 599045 w 1728164"/>
              <a:gd name="csY3466" fmla="*/ 781283 h 1114920"/>
              <a:gd name="csX3467" fmla="*/ 599214 w 1728164"/>
              <a:gd name="csY3467" fmla="*/ 782113 h 1114920"/>
              <a:gd name="csX3468" fmla="*/ 599383 w 1728164"/>
              <a:gd name="csY3468" fmla="*/ 782941 h 1114920"/>
              <a:gd name="csX3469" fmla="*/ 599561 w 1728164"/>
              <a:gd name="csY3469" fmla="*/ 783769 h 1114920"/>
              <a:gd name="csX3470" fmla="*/ 599730 w 1728164"/>
              <a:gd name="csY3470" fmla="*/ 784595 h 1114920"/>
              <a:gd name="csX3471" fmla="*/ 599908 w 1728164"/>
              <a:gd name="csY3471" fmla="*/ 785420 h 1114920"/>
              <a:gd name="csX3472" fmla="*/ 600077 w 1728164"/>
              <a:gd name="csY3472" fmla="*/ 786244 h 1114920"/>
              <a:gd name="csX3473" fmla="*/ 600255 w 1728164"/>
              <a:gd name="csY3473" fmla="*/ 787066 h 1114920"/>
              <a:gd name="csX3474" fmla="*/ 600424 w 1728164"/>
              <a:gd name="csY3474" fmla="*/ 787888 h 1114920"/>
              <a:gd name="csX3475" fmla="*/ 600593 w 1728164"/>
              <a:gd name="csY3475" fmla="*/ 788708 h 1114920"/>
              <a:gd name="csX3476" fmla="*/ 600771 w 1728164"/>
              <a:gd name="csY3476" fmla="*/ 789526 h 1114920"/>
              <a:gd name="csX3477" fmla="*/ 600940 w 1728164"/>
              <a:gd name="csY3477" fmla="*/ 790344 h 1114920"/>
              <a:gd name="csX3478" fmla="*/ 601118 w 1728164"/>
              <a:gd name="csY3478" fmla="*/ 791161 h 1114920"/>
              <a:gd name="csX3479" fmla="*/ 601287 w 1728164"/>
              <a:gd name="csY3479" fmla="*/ 791976 h 1114920"/>
              <a:gd name="csX3480" fmla="*/ 601465 w 1728164"/>
              <a:gd name="csY3480" fmla="*/ 792790 h 1114920"/>
              <a:gd name="csX3481" fmla="*/ 601634 w 1728164"/>
              <a:gd name="csY3481" fmla="*/ 793602 h 1114920"/>
              <a:gd name="csX3482" fmla="*/ 601803 w 1728164"/>
              <a:gd name="csY3482" fmla="*/ 794414 h 1114920"/>
              <a:gd name="csX3483" fmla="*/ 601981 w 1728164"/>
              <a:gd name="csY3483" fmla="*/ 795224 h 1114920"/>
              <a:gd name="csX3484" fmla="*/ 602150 w 1728164"/>
              <a:gd name="csY3484" fmla="*/ 796033 h 1114920"/>
              <a:gd name="csX3485" fmla="*/ 602328 w 1728164"/>
              <a:gd name="csY3485" fmla="*/ 796841 h 1114920"/>
              <a:gd name="csX3486" fmla="*/ 602497 w 1728164"/>
              <a:gd name="csY3486" fmla="*/ 797647 h 1114920"/>
              <a:gd name="csX3487" fmla="*/ 602675 w 1728164"/>
              <a:gd name="csY3487" fmla="*/ 798453 h 1114920"/>
              <a:gd name="csX3488" fmla="*/ 602844 w 1728164"/>
              <a:gd name="csY3488" fmla="*/ 799256 h 1114920"/>
              <a:gd name="csX3489" fmla="*/ 603013 w 1728164"/>
              <a:gd name="csY3489" fmla="*/ 800060 h 1114920"/>
              <a:gd name="csX3490" fmla="*/ 603191 w 1728164"/>
              <a:gd name="csY3490" fmla="*/ 800861 h 1114920"/>
              <a:gd name="csX3491" fmla="*/ 603360 w 1728164"/>
              <a:gd name="csY3491" fmla="*/ 801662 h 1114920"/>
              <a:gd name="csX3492" fmla="*/ 603538 w 1728164"/>
              <a:gd name="csY3492" fmla="*/ 802461 h 1114920"/>
              <a:gd name="csX3493" fmla="*/ 603707 w 1728164"/>
              <a:gd name="csY3493" fmla="*/ 803259 h 1114920"/>
              <a:gd name="csX3494" fmla="*/ 603885 w 1728164"/>
              <a:gd name="csY3494" fmla="*/ 804055 h 1114920"/>
              <a:gd name="csX3495" fmla="*/ 604054 w 1728164"/>
              <a:gd name="csY3495" fmla="*/ 804850 h 1114920"/>
              <a:gd name="csX3496" fmla="*/ 604223 w 1728164"/>
              <a:gd name="csY3496" fmla="*/ 805645 h 1114920"/>
              <a:gd name="csX3497" fmla="*/ 604401 w 1728164"/>
              <a:gd name="csY3497" fmla="*/ 806438 h 1114920"/>
              <a:gd name="csX3498" fmla="*/ 604570 w 1728164"/>
              <a:gd name="csY3498" fmla="*/ 807229 h 1114920"/>
              <a:gd name="csX3499" fmla="*/ 604748 w 1728164"/>
              <a:gd name="csY3499" fmla="*/ 808020 h 1114920"/>
              <a:gd name="csX3500" fmla="*/ 604917 w 1728164"/>
              <a:gd name="csY3500" fmla="*/ 808809 h 1114920"/>
              <a:gd name="csX3501" fmla="*/ 605095 w 1728164"/>
              <a:gd name="csY3501" fmla="*/ 809598 h 1114920"/>
              <a:gd name="csX3502" fmla="*/ 605264 w 1728164"/>
              <a:gd name="csY3502" fmla="*/ 810384 h 1114920"/>
              <a:gd name="csX3503" fmla="*/ 605433 w 1728164"/>
              <a:gd name="csY3503" fmla="*/ 811170 h 1114920"/>
              <a:gd name="csX3504" fmla="*/ 605611 w 1728164"/>
              <a:gd name="csY3504" fmla="*/ 811953 h 1114920"/>
              <a:gd name="csX3505" fmla="*/ 605780 w 1728164"/>
              <a:gd name="csY3505" fmla="*/ 812737 h 1114920"/>
              <a:gd name="csX3506" fmla="*/ 605958 w 1728164"/>
              <a:gd name="csY3506" fmla="*/ 813518 h 1114920"/>
              <a:gd name="csX3507" fmla="*/ 606127 w 1728164"/>
              <a:gd name="csY3507" fmla="*/ 814300 h 1114920"/>
              <a:gd name="csX3508" fmla="*/ 606305 w 1728164"/>
              <a:gd name="csY3508" fmla="*/ 815074 h 1114920"/>
              <a:gd name="csX3509" fmla="*/ 606474 w 1728164"/>
              <a:gd name="csY3509" fmla="*/ 815857 h 1114920"/>
              <a:gd name="csX3510" fmla="*/ 606643 w 1728164"/>
              <a:gd name="csY3510" fmla="*/ 816631 h 1114920"/>
              <a:gd name="csX3511" fmla="*/ 606821 w 1728164"/>
              <a:gd name="csY3511" fmla="*/ 817405 h 1114920"/>
              <a:gd name="csX3512" fmla="*/ 606990 w 1728164"/>
              <a:gd name="csY3512" fmla="*/ 818179 h 1114920"/>
              <a:gd name="csX3513" fmla="*/ 607168 w 1728164"/>
              <a:gd name="csY3513" fmla="*/ 818953 h 1114920"/>
              <a:gd name="csX3514" fmla="*/ 607337 w 1728164"/>
              <a:gd name="csY3514" fmla="*/ 819727 h 1114920"/>
              <a:gd name="csX3515" fmla="*/ 607515 w 1728164"/>
              <a:gd name="csY3515" fmla="*/ 820501 h 1114920"/>
              <a:gd name="csX3516" fmla="*/ 607684 w 1728164"/>
              <a:gd name="csY3516" fmla="*/ 821266 h 1114920"/>
              <a:gd name="csX3517" fmla="*/ 607853 w 1728164"/>
              <a:gd name="csY3517" fmla="*/ 822031 h 1114920"/>
              <a:gd name="csX3518" fmla="*/ 608031 w 1728164"/>
              <a:gd name="csY3518" fmla="*/ 822805 h 1114920"/>
              <a:gd name="csX3519" fmla="*/ 608200 w 1728164"/>
              <a:gd name="csY3519" fmla="*/ 823570 h 1114920"/>
              <a:gd name="csX3520" fmla="*/ 608378 w 1728164"/>
              <a:gd name="csY3520" fmla="*/ 824335 h 1114920"/>
              <a:gd name="csX3521" fmla="*/ 608547 w 1728164"/>
              <a:gd name="csY3521" fmla="*/ 825092 h 1114920"/>
              <a:gd name="csX3522" fmla="*/ 608725 w 1728164"/>
              <a:gd name="csY3522" fmla="*/ 825857 h 1114920"/>
              <a:gd name="csX3523" fmla="*/ 608894 w 1728164"/>
              <a:gd name="csY3523" fmla="*/ 826613 h 1114920"/>
              <a:gd name="csX3524" fmla="*/ 609063 w 1728164"/>
              <a:gd name="csY3524" fmla="*/ 827378 h 1114920"/>
              <a:gd name="csX3525" fmla="*/ 609241 w 1728164"/>
              <a:gd name="csY3525" fmla="*/ 828134 h 1114920"/>
              <a:gd name="csX3526" fmla="*/ 609409 w 1728164"/>
              <a:gd name="csY3526" fmla="*/ 828890 h 1114920"/>
              <a:gd name="csX3527" fmla="*/ 609587 w 1728164"/>
              <a:gd name="csY3527" fmla="*/ 829647 h 1114920"/>
              <a:gd name="csX3528" fmla="*/ 609756 w 1728164"/>
              <a:gd name="csY3528" fmla="*/ 830403 h 1114920"/>
              <a:gd name="csX3529" fmla="*/ 609934 w 1728164"/>
              <a:gd name="csY3529" fmla="*/ 831150 h 1114920"/>
              <a:gd name="csX3530" fmla="*/ 610103 w 1728164"/>
              <a:gd name="csY3530" fmla="*/ 831906 h 1114920"/>
              <a:gd name="csX3531" fmla="*/ 610273 w 1728164"/>
              <a:gd name="csY3531" fmla="*/ 832654 h 1114920"/>
              <a:gd name="csX3532" fmla="*/ 610450 w 1728164"/>
              <a:gd name="csY3532" fmla="*/ 833401 h 1114920"/>
              <a:gd name="csX3533" fmla="*/ 610620 w 1728164"/>
              <a:gd name="csY3533" fmla="*/ 834148 h 1114920"/>
              <a:gd name="csX3534" fmla="*/ 610797 w 1728164"/>
              <a:gd name="csY3534" fmla="*/ 834896 h 1114920"/>
              <a:gd name="csX3535" fmla="*/ 610966 w 1728164"/>
              <a:gd name="csY3535" fmla="*/ 835643 h 1114920"/>
              <a:gd name="csX3536" fmla="*/ 611144 w 1728164"/>
              <a:gd name="csY3536" fmla="*/ 836390 h 1114920"/>
              <a:gd name="csX3537" fmla="*/ 611313 w 1728164"/>
              <a:gd name="csY3537" fmla="*/ 837129 h 1114920"/>
              <a:gd name="csX3538" fmla="*/ 611482 w 1728164"/>
              <a:gd name="csY3538" fmla="*/ 837867 h 1114920"/>
              <a:gd name="csX3539" fmla="*/ 611660 w 1728164"/>
              <a:gd name="csY3539" fmla="*/ 838614 h 1114920"/>
              <a:gd name="csX3540" fmla="*/ 611829 w 1728164"/>
              <a:gd name="csY3540" fmla="*/ 839353 h 1114920"/>
              <a:gd name="csX3541" fmla="*/ 612007 w 1728164"/>
              <a:gd name="csY3541" fmla="*/ 840082 h 1114920"/>
              <a:gd name="csX3542" fmla="*/ 612176 w 1728164"/>
              <a:gd name="csY3542" fmla="*/ 840821 h 1114920"/>
              <a:gd name="csX3543" fmla="*/ 612354 w 1728164"/>
              <a:gd name="csY3543" fmla="*/ 841559 h 1114920"/>
              <a:gd name="csX3544" fmla="*/ 612523 w 1728164"/>
              <a:gd name="csY3544" fmla="*/ 842289 h 1114920"/>
              <a:gd name="csX3545" fmla="*/ 612692 w 1728164"/>
              <a:gd name="csY3545" fmla="*/ 843027 h 1114920"/>
              <a:gd name="csX3546" fmla="*/ 612870 w 1728164"/>
              <a:gd name="csY3546" fmla="*/ 843756 h 1114920"/>
              <a:gd name="csX3547" fmla="*/ 613039 w 1728164"/>
              <a:gd name="csY3547" fmla="*/ 844486 h 1114920"/>
              <a:gd name="csX3548" fmla="*/ 613217 w 1728164"/>
              <a:gd name="csY3548" fmla="*/ 845215 h 1114920"/>
              <a:gd name="csX3549" fmla="*/ 613386 w 1728164"/>
              <a:gd name="csY3549" fmla="*/ 845945 h 1114920"/>
              <a:gd name="csX3550" fmla="*/ 613564 w 1728164"/>
              <a:gd name="csY3550" fmla="*/ 846666 h 1114920"/>
              <a:gd name="csX3551" fmla="*/ 613733 w 1728164"/>
              <a:gd name="csY3551" fmla="*/ 847395 h 1114920"/>
              <a:gd name="csX3552" fmla="*/ 613902 w 1728164"/>
              <a:gd name="csY3552" fmla="*/ 848116 h 1114920"/>
              <a:gd name="csX3553" fmla="*/ 614080 w 1728164"/>
              <a:gd name="csY3553" fmla="*/ 848836 h 1114920"/>
              <a:gd name="csX3554" fmla="*/ 614249 w 1728164"/>
              <a:gd name="csY3554" fmla="*/ 849557 h 1114920"/>
              <a:gd name="csX3555" fmla="*/ 614427 w 1728164"/>
              <a:gd name="csY3555" fmla="*/ 850278 h 1114920"/>
              <a:gd name="csX3556" fmla="*/ 614596 w 1728164"/>
              <a:gd name="csY3556" fmla="*/ 850998 h 1114920"/>
              <a:gd name="csX3557" fmla="*/ 614765 w 1728164"/>
              <a:gd name="csY3557" fmla="*/ 851719 h 1114920"/>
              <a:gd name="csX3558" fmla="*/ 614943 w 1728164"/>
              <a:gd name="csY3558" fmla="*/ 852430 h 1114920"/>
              <a:gd name="csX3559" fmla="*/ 615112 w 1728164"/>
              <a:gd name="csY3559" fmla="*/ 853142 h 1114920"/>
              <a:gd name="csX3560" fmla="*/ 615290 w 1728164"/>
              <a:gd name="csY3560" fmla="*/ 853863 h 1114920"/>
              <a:gd name="csX3561" fmla="*/ 615459 w 1728164"/>
              <a:gd name="csY3561" fmla="*/ 854575 h 1114920"/>
              <a:gd name="csX3562" fmla="*/ 615637 w 1728164"/>
              <a:gd name="csY3562" fmla="*/ 855286 h 1114920"/>
              <a:gd name="csX3563" fmla="*/ 615806 w 1728164"/>
              <a:gd name="csY3563" fmla="*/ 855989 h 1114920"/>
              <a:gd name="csX3564" fmla="*/ 615975 w 1728164"/>
              <a:gd name="csY3564" fmla="*/ 856701 h 1114920"/>
              <a:gd name="csX3565" fmla="*/ 616153 w 1728164"/>
              <a:gd name="csY3565" fmla="*/ 857404 h 1114920"/>
              <a:gd name="csX3566" fmla="*/ 616322 w 1728164"/>
              <a:gd name="csY3566" fmla="*/ 858115 h 1114920"/>
              <a:gd name="csX3567" fmla="*/ 616500 w 1728164"/>
              <a:gd name="csY3567" fmla="*/ 858818 h 1114920"/>
              <a:gd name="csX3568" fmla="*/ 616669 w 1728164"/>
              <a:gd name="csY3568" fmla="*/ 859521 h 1114920"/>
              <a:gd name="csX3569" fmla="*/ 616847 w 1728164"/>
              <a:gd name="csY3569" fmla="*/ 860224 h 1114920"/>
              <a:gd name="csX3570" fmla="*/ 617016 w 1728164"/>
              <a:gd name="csY3570" fmla="*/ 860927 h 1114920"/>
              <a:gd name="csX3571" fmla="*/ 617185 w 1728164"/>
              <a:gd name="csY3571" fmla="*/ 861620 h 1114920"/>
              <a:gd name="csX3572" fmla="*/ 617363 w 1728164"/>
              <a:gd name="csY3572" fmla="*/ 862323 h 1114920"/>
              <a:gd name="csX3573" fmla="*/ 617532 w 1728164"/>
              <a:gd name="csY3573" fmla="*/ 863017 h 1114920"/>
              <a:gd name="csX3574" fmla="*/ 617710 w 1728164"/>
              <a:gd name="csY3574" fmla="*/ 863711 h 1114920"/>
              <a:gd name="csX3575" fmla="*/ 617879 w 1728164"/>
              <a:gd name="csY3575" fmla="*/ 864405 h 1114920"/>
              <a:gd name="csX3576" fmla="*/ 618057 w 1728164"/>
              <a:gd name="csY3576" fmla="*/ 865099 h 1114920"/>
              <a:gd name="csX3577" fmla="*/ 618226 w 1728164"/>
              <a:gd name="csY3577" fmla="*/ 865793 h 1114920"/>
              <a:gd name="csX3578" fmla="*/ 618395 w 1728164"/>
              <a:gd name="csY3578" fmla="*/ 866478 h 1114920"/>
              <a:gd name="csX3579" fmla="*/ 618573 w 1728164"/>
              <a:gd name="csY3579" fmla="*/ 867172 h 1114920"/>
              <a:gd name="csX3580" fmla="*/ 618742 w 1728164"/>
              <a:gd name="csY3580" fmla="*/ 867857 h 1114920"/>
              <a:gd name="csX3581" fmla="*/ 618920 w 1728164"/>
              <a:gd name="csY3581" fmla="*/ 868542 h 1114920"/>
              <a:gd name="csX3582" fmla="*/ 619089 w 1728164"/>
              <a:gd name="csY3582" fmla="*/ 869227 h 1114920"/>
              <a:gd name="csX3583" fmla="*/ 619267 w 1728164"/>
              <a:gd name="csY3583" fmla="*/ 869912 h 1114920"/>
              <a:gd name="csX3584" fmla="*/ 619436 w 1728164"/>
              <a:gd name="csY3584" fmla="*/ 870597 h 1114920"/>
              <a:gd name="csX3585" fmla="*/ 619605 w 1728164"/>
              <a:gd name="csY3585" fmla="*/ 871282 h 1114920"/>
              <a:gd name="csX3586" fmla="*/ 619783 w 1728164"/>
              <a:gd name="csY3586" fmla="*/ 871958 h 1114920"/>
              <a:gd name="csX3587" fmla="*/ 619952 w 1728164"/>
              <a:gd name="csY3587" fmla="*/ 872634 h 1114920"/>
              <a:gd name="csX3588" fmla="*/ 620130 w 1728164"/>
              <a:gd name="csY3588" fmla="*/ 873319 h 1114920"/>
              <a:gd name="csX3589" fmla="*/ 620299 w 1728164"/>
              <a:gd name="csY3589" fmla="*/ 873995 h 1114920"/>
              <a:gd name="csX3590" fmla="*/ 620477 w 1728164"/>
              <a:gd name="csY3590" fmla="*/ 874663 h 1114920"/>
              <a:gd name="csX3591" fmla="*/ 620646 w 1728164"/>
              <a:gd name="csY3591" fmla="*/ 875339 h 1114920"/>
              <a:gd name="csX3592" fmla="*/ 620815 w 1728164"/>
              <a:gd name="csY3592" fmla="*/ 876015 h 1114920"/>
              <a:gd name="csX3593" fmla="*/ 620993 w 1728164"/>
              <a:gd name="csY3593" fmla="*/ 876682 h 1114920"/>
              <a:gd name="csX3594" fmla="*/ 621162 w 1728164"/>
              <a:gd name="csY3594" fmla="*/ 877358 h 1114920"/>
              <a:gd name="csX3595" fmla="*/ 621340 w 1728164"/>
              <a:gd name="csY3595" fmla="*/ 878026 h 1114920"/>
              <a:gd name="csX3596" fmla="*/ 621509 w 1728164"/>
              <a:gd name="csY3596" fmla="*/ 878693 h 1114920"/>
              <a:gd name="csX3597" fmla="*/ 621687 w 1728164"/>
              <a:gd name="csY3597" fmla="*/ 879360 h 1114920"/>
              <a:gd name="csX3598" fmla="*/ 621856 w 1728164"/>
              <a:gd name="csY3598" fmla="*/ 880018 h 1114920"/>
              <a:gd name="csX3599" fmla="*/ 622025 w 1728164"/>
              <a:gd name="csY3599" fmla="*/ 880686 h 1114920"/>
              <a:gd name="csX3600" fmla="*/ 622203 w 1728164"/>
              <a:gd name="csY3600" fmla="*/ 881344 h 1114920"/>
              <a:gd name="csX3601" fmla="*/ 622372 w 1728164"/>
              <a:gd name="csY3601" fmla="*/ 882011 h 1114920"/>
              <a:gd name="csX3602" fmla="*/ 622550 w 1728164"/>
              <a:gd name="csY3602" fmla="*/ 882670 h 1114920"/>
              <a:gd name="csX3603" fmla="*/ 622719 w 1728164"/>
              <a:gd name="csY3603" fmla="*/ 883328 h 1114920"/>
              <a:gd name="csX3604" fmla="*/ 622897 w 1728164"/>
              <a:gd name="csY3604" fmla="*/ 883986 h 1114920"/>
              <a:gd name="csX3605" fmla="*/ 623066 w 1728164"/>
              <a:gd name="csY3605" fmla="*/ 884644 h 1114920"/>
              <a:gd name="csX3606" fmla="*/ 623235 w 1728164"/>
              <a:gd name="csY3606" fmla="*/ 885294 h 1114920"/>
              <a:gd name="csX3607" fmla="*/ 623412 w 1728164"/>
              <a:gd name="csY3607" fmla="*/ 885952 h 1114920"/>
              <a:gd name="csX3608" fmla="*/ 623582 w 1728164"/>
              <a:gd name="csY3608" fmla="*/ 886602 h 1114920"/>
              <a:gd name="csX3609" fmla="*/ 623759 w 1728164"/>
              <a:gd name="csY3609" fmla="*/ 887251 h 1114920"/>
              <a:gd name="csX3610" fmla="*/ 623929 w 1728164"/>
              <a:gd name="csY3610" fmla="*/ 887901 h 1114920"/>
              <a:gd name="csX3611" fmla="*/ 624106 w 1728164"/>
              <a:gd name="csY3611" fmla="*/ 888550 h 1114920"/>
              <a:gd name="csX3612" fmla="*/ 624276 w 1728164"/>
              <a:gd name="csY3612" fmla="*/ 889199 h 1114920"/>
              <a:gd name="csX3613" fmla="*/ 624445 w 1728164"/>
              <a:gd name="csY3613" fmla="*/ 889840 h 1114920"/>
              <a:gd name="csX3614" fmla="*/ 624623 w 1728164"/>
              <a:gd name="csY3614" fmla="*/ 890490 h 1114920"/>
              <a:gd name="csX3615" fmla="*/ 624791 w 1728164"/>
              <a:gd name="csY3615" fmla="*/ 891130 h 1114920"/>
              <a:gd name="csX3616" fmla="*/ 624969 w 1728164"/>
              <a:gd name="csY3616" fmla="*/ 891771 h 1114920"/>
              <a:gd name="csX3617" fmla="*/ 625138 w 1728164"/>
              <a:gd name="csY3617" fmla="*/ 892411 h 1114920"/>
              <a:gd name="csX3618" fmla="*/ 625316 w 1728164"/>
              <a:gd name="csY3618" fmla="*/ 893052 h 1114920"/>
              <a:gd name="csX3619" fmla="*/ 625485 w 1728164"/>
              <a:gd name="csY3619" fmla="*/ 893692 h 1114920"/>
              <a:gd name="csX3620" fmla="*/ 625654 w 1728164"/>
              <a:gd name="csY3620" fmla="*/ 894324 h 1114920"/>
              <a:gd name="csX3621" fmla="*/ 625832 w 1728164"/>
              <a:gd name="csY3621" fmla="*/ 894964 h 1114920"/>
              <a:gd name="csX3622" fmla="*/ 626001 w 1728164"/>
              <a:gd name="csY3622" fmla="*/ 895596 h 1114920"/>
              <a:gd name="csX3623" fmla="*/ 626179 w 1728164"/>
              <a:gd name="csY3623" fmla="*/ 896228 h 1114920"/>
              <a:gd name="csX3624" fmla="*/ 626348 w 1728164"/>
              <a:gd name="csY3624" fmla="*/ 896859 h 1114920"/>
              <a:gd name="csX3625" fmla="*/ 626526 w 1728164"/>
              <a:gd name="csY3625" fmla="*/ 897491 h 1114920"/>
              <a:gd name="csX3626" fmla="*/ 626695 w 1728164"/>
              <a:gd name="csY3626" fmla="*/ 898123 h 1114920"/>
              <a:gd name="csX3627" fmla="*/ 626864 w 1728164"/>
              <a:gd name="csY3627" fmla="*/ 898745 h 1114920"/>
              <a:gd name="csX3628" fmla="*/ 627042 w 1728164"/>
              <a:gd name="csY3628" fmla="*/ 899377 h 1114920"/>
              <a:gd name="csX3629" fmla="*/ 627211 w 1728164"/>
              <a:gd name="csY3629" fmla="*/ 900000 h 1114920"/>
              <a:gd name="csX3630" fmla="*/ 627389 w 1728164"/>
              <a:gd name="csY3630" fmla="*/ 900623 h 1114920"/>
              <a:gd name="csX3631" fmla="*/ 627558 w 1728164"/>
              <a:gd name="csY3631" fmla="*/ 901245 h 1114920"/>
              <a:gd name="csX3632" fmla="*/ 627736 w 1728164"/>
              <a:gd name="csY3632" fmla="*/ 901868 h 1114920"/>
              <a:gd name="csX3633" fmla="*/ 627905 w 1728164"/>
              <a:gd name="csY3633" fmla="*/ 902491 h 1114920"/>
              <a:gd name="csX3634" fmla="*/ 628074 w 1728164"/>
              <a:gd name="csY3634" fmla="*/ 903114 h 1114920"/>
              <a:gd name="csX3635" fmla="*/ 628252 w 1728164"/>
              <a:gd name="csY3635" fmla="*/ 903727 h 1114920"/>
              <a:gd name="csX3636" fmla="*/ 628421 w 1728164"/>
              <a:gd name="csY3636" fmla="*/ 904341 h 1114920"/>
              <a:gd name="csX3637" fmla="*/ 628599 w 1728164"/>
              <a:gd name="csY3637" fmla="*/ 904964 h 1114920"/>
              <a:gd name="csX3638" fmla="*/ 628768 w 1728164"/>
              <a:gd name="csY3638" fmla="*/ 905578 h 1114920"/>
              <a:gd name="csX3639" fmla="*/ 628946 w 1728164"/>
              <a:gd name="csY3639" fmla="*/ 906183 h 1114920"/>
              <a:gd name="csX3640" fmla="*/ 629115 w 1728164"/>
              <a:gd name="csY3640" fmla="*/ 906797 h 1114920"/>
              <a:gd name="csX3641" fmla="*/ 629284 w 1728164"/>
              <a:gd name="csY3641" fmla="*/ 907411 h 1114920"/>
              <a:gd name="csX3642" fmla="*/ 629462 w 1728164"/>
              <a:gd name="csY3642" fmla="*/ 908015 h 1114920"/>
              <a:gd name="csX3643" fmla="*/ 629631 w 1728164"/>
              <a:gd name="csY3643" fmla="*/ 908629 h 1114920"/>
              <a:gd name="csX3644" fmla="*/ 629809 w 1728164"/>
              <a:gd name="csY3644" fmla="*/ 909234 h 1114920"/>
              <a:gd name="csX3645" fmla="*/ 629978 w 1728164"/>
              <a:gd name="csY3645" fmla="*/ 909839 h 1114920"/>
              <a:gd name="csX3646" fmla="*/ 630156 w 1728164"/>
              <a:gd name="csY3646" fmla="*/ 910444 h 1114920"/>
              <a:gd name="csX3647" fmla="*/ 630325 w 1728164"/>
              <a:gd name="csY3647" fmla="*/ 911040 h 1114920"/>
              <a:gd name="csX3648" fmla="*/ 630494 w 1728164"/>
              <a:gd name="csY3648" fmla="*/ 911645 h 1114920"/>
              <a:gd name="csX3649" fmla="*/ 630672 w 1728164"/>
              <a:gd name="csY3649" fmla="*/ 912250 h 1114920"/>
              <a:gd name="csX3650" fmla="*/ 630841 w 1728164"/>
              <a:gd name="csY3650" fmla="*/ 912846 h 1114920"/>
              <a:gd name="csX3651" fmla="*/ 631019 w 1728164"/>
              <a:gd name="csY3651" fmla="*/ 913442 h 1114920"/>
              <a:gd name="csX3652" fmla="*/ 631188 w 1728164"/>
              <a:gd name="csY3652" fmla="*/ 914038 h 1114920"/>
              <a:gd name="csX3653" fmla="*/ 631366 w 1728164"/>
              <a:gd name="csY3653" fmla="*/ 914634 h 1114920"/>
              <a:gd name="csX3654" fmla="*/ 631535 w 1728164"/>
              <a:gd name="csY3654" fmla="*/ 915230 h 1114920"/>
              <a:gd name="csX3655" fmla="*/ 631704 w 1728164"/>
              <a:gd name="csY3655" fmla="*/ 915818 h 1114920"/>
              <a:gd name="csX3656" fmla="*/ 631882 w 1728164"/>
              <a:gd name="csY3656" fmla="*/ 916414 h 1114920"/>
              <a:gd name="csX3657" fmla="*/ 632051 w 1728164"/>
              <a:gd name="csY3657" fmla="*/ 917001 h 1114920"/>
              <a:gd name="csX3658" fmla="*/ 632229 w 1728164"/>
              <a:gd name="csY3658" fmla="*/ 917597 h 1114920"/>
              <a:gd name="csX3659" fmla="*/ 632398 w 1728164"/>
              <a:gd name="csY3659" fmla="*/ 918184 h 1114920"/>
              <a:gd name="csX3660" fmla="*/ 632576 w 1728164"/>
              <a:gd name="csY3660" fmla="*/ 918771 h 1114920"/>
              <a:gd name="csX3661" fmla="*/ 632745 w 1728164"/>
              <a:gd name="csY3661" fmla="*/ 919350 h 1114920"/>
              <a:gd name="csX3662" fmla="*/ 632914 w 1728164"/>
              <a:gd name="csY3662" fmla="*/ 919937 h 1114920"/>
              <a:gd name="csX3663" fmla="*/ 633092 w 1728164"/>
              <a:gd name="csY3663" fmla="*/ 920515 h 1114920"/>
              <a:gd name="csX3664" fmla="*/ 633261 w 1728164"/>
              <a:gd name="csY3664" fmla="*/ 921102 h 1114920"/>
              <a:gd name="csX3665" fmla="*/ 633439 w 1728164"/>
              <a:gd name="csY3665" fmla="*/ 921680 h 1114920"/>
              <a:gd name="csX3666" fmla="*/ 633608 w 1728164"/>
              <a:gd name="csY3666" fmla="*/ 922259 h 1114920"/>
              <a:gd name="csX3667" fmla="*/ 633777 w 1728164"/>
              <a:gd name="csY3667" fmla="*/ 922837 h 1114920"/>
              <a:gd name="csX3668" fmla="*/ 633955 w 1728164"/>
              <a:gd name="csY3668" fmla="*/ 923415 h 1114920"/>
              <a:gd name="csX3669" fmla="*/ 634124 w 1728164"/>
              <a:gd name="csY3669" fmla="*/ 923993 h 1114920"/>
              <a:gd name="csX3670" fmla="*/ 634302 w 1728164"/>
              <a:gd name="csY3670" fmla="*/ 924563 h 1114920"/>
              <a:gd name="csX3671" fmla="*/ 634471 w 1728164"/>
              <a:gd name="csY3671" fmla="*/ 925132 h 1114920"/>
              <a:gd name="csX3672" fmla="*/ 634649 w 1728164"/>
              <a:gd name="csY3672" fmla="*/ 925711 h 1114920"/>
              <a:gd name="csX3673" fmla="*/ 634818 w 1728164"/>
              <a:gd name="csY3673" fmla="*/ 926280 h 1114920"/>
              <a:gd name="csX3674" fmla="*/ 634987 w 1728164"/>
              <a:gd name="csY3674" fmla="*/ 926849 h 1114920"/>
              <a:gd name="csX3675" fmla="*/ 635165 w 1728164"/>
              <a:gd name="csY3675" fmla="*/ 927419 h 1114920"/>
              <a:gd name="csX3676" fmla="*/ 635334 w 1728164"/>
              <a:gd name="csY3676" fmla="*/ 927979 h 1114920"/>
              <a:gd name="csX3677" fmla="*/ 635512 w 1728164"/>
              <a:gd name="csY3677" fmla="*/ 928548 h 1114920"/>
              <a:gd name="csX3678" fmla="*/ 635681 w 1728164"/>
              <a:gd name="csY3678" fmla="*/ 929109 h 1114920"/>
              <a:gd name="csX3679" fmla="*/ 635859 w 1728164"/>
              <a:gd name="csY3679" fmla="*/ 929678 h 1114920"/>
              <a:gd name="csX3680" fmla="*/ 636028 w 1728164"/>
              <a:gd name="csY3680" fmla="*/ 930239 h 1114920"/>
              <a:gd name="csX3681" fmla="*/ 636197 w 1728164"/>
              <a:gd name="csY3681" fmla="*/ 930799 h 1114920"/>
              <a:gd name="csX3682" fmla="*/ 636375 w 1728164"/>
              <a:gd name="csY3682" fmla="*/ 931360 h 1114920"/>
              <a:gd name="csX3683" fmla="*/ 636544 w 1728164"/>
              <a:gd name="csY3683" fmla="*/ 931911 h 1114920"/>
              <a:gd name="csX3684" fmla="*/ 636722 w 1728164"/>
              <a:gd name="csY3684" fmla="*/ 932472 h 1114920"/>
              <a:gd name="csX3685" fmla="*/ 636891 w 1728164"/>
              <a:gd name="csY3685" fmla="*/ 933023 h 1114920"/>
              <a:gd name="csX3686" fmla="*/ 637069 w 1728164"/>
              <a:gd name="csY3686" fmla="*/ 933584 h 1114920"/>
              <a:gd name="csX3687" fmla="*/ 637238 w 1728164"/>
              <a:gd name="csY3687" fmla="*/ 934135 h 1114920"/>
              <a:gd name="csX3688" fmla="*/ 637407 w 1728164"/>
              <a:gd name="csY3688" fmla="*/ 934687 h 1114920"/>
              <a:gd name="csX3689" fmla="*/ 637585 w 1728164"/>
              <a:gd name="csY3689" fmla="*/ 935239 h 1114920"/>
              <a:gd name="csX3690" fmla="*/ 637754 w 1728164"/>
              <a:gd name="csY3690" fmla="*/ 935790 h 1114920"/>
              <a:gd name="csX3691" fmla="*/ 637932 w 1728164"/>
              <a:gd name="csY3691" fmla="*/ 936333 h 1114920"/>
              <a:gd name="csX3692" fmla="*/ 638101 w 1728164"/>
              <a:gd name="csY3692" fmla="*/ 936884 h 1114920"/>
              <a:gd name="csX3693" fmla="*/ 638279 w 1728164"/>
              <a:gd name="csY3693" fmla="*/ 937427 h 1114920"/>
              <a:gd name="csX3694" fmla="*/ 638448 w 1728164"/>
              <a:gd name="csY3694" fmla="*/ 937970 h 1114920"/>
              <a:gd name="csX3695" fmla="*/ 638617 w 1728164"/>
              <a:gd name="csY3695" fmla="*/ 938513 h 1114920"/>
              <a:gd name="csX3696" fmla="*/ 638794 w 1728164"/>
              <a:gd name="csY3696" fmla="*/ 939055 h 1114920"/>
              <a:gd name="csX3697" fmla="*/ 638964 w 1728164"/>
              <a:gd name="csY3697" fmla="*/ 939598 h 1114920"/>
              <a:gd name="csX3698" fmla="*/ 639141 w 1728164"/>
              <a:gd name="csY3698" fmla="*/ 940141 h 1114920"/>
              <a:gd name="csX3699" fmla="*/ 639311 w 1728164"/>
              <a:gd name="csY3699" fmla="*/ 940674 h 1114920"/>
              <a:gd name="csX3700" fmla="*/ 639488 w 1728164"/>
              <a:gd name="csY3700" fmla="*/ 941217 h 1114920"/>
              <a:gd name="csX3701" fmla="*/ 639657 w 1728164"/>
              <a:gd name="csY3701" fmla="*/ 941751 h 1114920"/>
              <a:gd name="csX3702" fmla="*/ 639827 w 1728164"/>
              <a:gd name="csY3702" fmla="*/ 942285 h 1114920"/>
              <a:gd name="csX3703" fmla="*/ 640004 w 1728164"/>
              <a:gd name="csY3703" fmla="*/ 942818 h 1114920"/>
              <a:gd name="csX3704" fmla="*/ 640173 w 1728164"/>
              <a:gd name="csY3704" fmla="*/ 943352 h 1114920"/>
              <a:gd name="csX3705" fmla="*/ 640351 w 1728164"/>
              <a:gd name="csY3705" fmla="*/ 943886 h 1114920"/>
              <a:gd name="csX3706" fmla="*/ 640520 w 1728164"/>
              <a:gd name="csY3706" fmla="*/ 944411 h 1114920"/>
              <a:gd name="csX3707" fmla="*/ 640698 w 1728164"/>
              <a:gd name="csY3707" fmla="*/ 944945 h 1114920"/>
              <a:gd name="csX3708" fmla="*/ 640867 w 1728164"/>
              <a:gd name="csY3708" fmla="*/ 945470 h 1114920"/>
              <a:gd name="csX3709" fmla="*/ 641036 w 1728164"/>
              <a:gd name="csY3709" fmla="*/ 945994 h 1114920"/>
              <a:gd name="csX3710" fmla="*/ 641214 w 1728164"/>
              <a:gd name="csY3710" fmla="*/ 946519 h 1114920"/>
              <a:gd name="csX3711" fmla="*/ 641383 w 1728164"/>
              <a:gd name="csY3711" fmla="*/ 947044 h 1114920"/>
              <a:gd name="csX3712" fmla="*/ 641561 w 1728164"/>
              <a:gd name="csY3712" fmla="*/ 947569 h 1114920"/>
              <a:gd name="csX3713" fmla="*/ 641730 w 1728164"/>
              <a:gd name="csY3713" fmla="*/ 948085 h 1114920"/>
              <a:gd name="csX3714" fmla="*/ 641908 w 1728164"/>
              <a:gd name="csY3714" fmla="*/ 948610 h 1114920"/>
              <a:gd name="csX3715" fmla="*/ 642077 w 1728164"/>
              <a:gd name="csY3715" fmla="*/ 949126 h 1114920"/>
              <a:gd name="csX3716" fmla="*/ 642246 w 1728164"/>
              <a:gd name="csY3716" fmla="*/ 949651 h 1114920"/>
              <a:gd name="csX3717" fmla="*/ 642424 w 1728164"/>
              <a:gd name="csY3717" fmla="*/ 950167 h 1114920"/>
              <a:gd name="csX3718" fmla="*/ 642593 w 1728164"/>
              <a:gd name="csY3718" fmla="*/ 950683 h 1114920"/>
              <a:gd name="csX3719" fmla="*/ 642771 w 1728164"/>
              <a:gd name="csY3719" fmla="*/ 951190 h 1114920"/>
              <a:gd name="csX3720" fmla="*/ 642940 w 1728164"/>
              <a:gd name="csY3720" fmla="*/ 951706 h 1114920"/>
              <a:gd name="csX3721" fmla="*/ 643118 w 1728164"/>
              <a:gd name="csY3721" fmla="*/ 952222 h 1114920"/>
              <a:gd name="csX3722" fmla="*/ 643287 w 1728164"/>
              <a:gd name="csY3722" fmla="*/ 952729 h 1114920"/>
              <a:gd name="csX3723" fmla="*/ 643456 w 1728164"/>
              <a:gd name="csY3723" fmla="*/ 953236 h 1114920"/>
              <a:gd name="csX3724" fmla="*/ 643634 w 1728164"/>
              <a:gd name="csY3724" fmla="*/ 953752 h 1114920"/>
              <a:gd name="csX3725" fmla="*/ 643803 w 1728164"/>
              <a:gd name="csY3725" fmla="*/ 954259 h 1114920"/>
              <a:gd name="csX3726" fmla="*/ 643981 w 1728164"/>
              <a:gd name="csY3726" fmla="*/ 954757 h 1114920"/>
              <a:gd name="csX3727" fmla="*/ 644150 w 1728164"/>
              <a:gd name="csY3727" fmla="*/ 955265 h 1114920"/>
              <a:gd name="csX3728" fmla="*/ 644328 w 1728164"/>
              <a:gd name="csY3728" fmla="*/ 955772 h 1114920"/>
              <a:gd name="csX3729" fmla="*/ 644497 w 1728164"/>
              <a:gd name="csY3729" fmla="*/ 956270 h 1114920"/>
              <a:gd name="csX3730" fmla="*/ 644666 w 1728164"/>
              <a:gd name="csY3730" fmla="*/ 956777 h 1114920"/>
              <a:gd name="csX3731" fmla="*/ 644844 w 1728164"/>
              <a:gd name="csY3731" fmla="*/ 957275 h 1114920"/>
              <a:gd name="csX3732" fmla="*/ 645013 w 1728164"/>
              <a:gd name="csY3732" fmla="*/ 957773 h 1114920"/>
              <a:gd name="csX3733" fmla="*/ 645191 w 1728164"/>
              <a:gd name="csY3733" fmla="*/ 958272 h 1114920"/>
              <a:gd name="csX3734" fmla="*/ 645360 w 1728164"/>
              <a:gd name="csY3734" fmla="*/ 958770 h 1114920"/>
              <a:gd name="csX3735" fmla="*/ 645538 w 1728164"/>
              <a:gd name="csY3735" fmla="*/ 959259 h 1114920"/>
              <a:gd name="csX3736" fmla="*/ 645707 w 1728164"/>
              <a:gd name="csY3736" fmla="*/ 959757 h 1114920"/>
              <a:gd name="csX3737" fmla="*/ 645876 w 1728164"/>
              <a:gd name="csY3737" fmla="*/ 960247 h 1114920"/>
              <a:gd name="csX3738" fmla="*/ 646054 w 1728164"/>
              <a:gd name="csY3738" fmla="*/ 960745 h 1114920"/>
              <a:gd name="csX3739" fmla="*/ 646223 w 1728164"/>
              <a:gd name="csY3739" fmla="*/ 961234 h 1114920"/>
              <a:gd name="csX3740" fmla="*/ 646401 w 1728164"/>
              <a:gd name="csY3740" fmla="*/ 961723 h 1114920"/>
              <a:gd name="csX3741" fmla="*/ 646570 w 1728164"/>
              <a:gd name="csY3741" fmla="*/ 962213 h 1114920"/>
              <a:gd name="csX3742" fmla="*/ 646748 w 1728164"/>
              <a:gd name="csY3742" fmla="*/ 962702 h 1114920"/>
              <a:gd name="csX3743" fmla="*/ 646917 w 1728164"/>
              <a:gd name="csY3743" fmla="*/ 963182 h 1114920"/>
              <a:gd name="csX3744" fmla="*/ 647086 w 1728164"/>
              <a:gd name="csY3744" fmla="*/ 963672 h 1114920"/>
              <a:gd name="csX3745" fmla="*/ 647264 w 1728164"/>
              <a:gd name="csY3745" fmla="*/ 964152 h 1114920"/>
              <a:gd name="csX3746" fmla="*/ 647433 w 1728164"/>
              <a:gd name="csY3746" fmla="*/ 964633 h 1114920"/>
              <a:gd name="csX3747" fmla="*/ 647611 w 1728164"/>
              <a:gd name="csY3747" fmla="*/ 965122 h 1114920"/>
              <a:gd name="csX3748" fmla="*/ 647780 w 1728164"/>
              <a:gd name="csY3748" fmla="*/ 965602 h 1114920"/>
              <a:gd name="csX3749" fmla="*/ 647958 w 1728164"/>
              <a:gd name="csY3749" fmla="*/ 966074 h 1114920"/>
              <a:gd name="csX3750" fmla="*/ 648127 w 1728164"/>
              <a:gd name="csY3750" fmla="*/ 966554 h 1114920"/>
              <a:gd name="csX3751" fmla="*/ 648296 w 1728164"/>
              <a:gd name="csY3751" fmla="*/ 967035 h 1114920"/>
              <a:gd name="csX3752" fmla="*/ 648474 w 1728164"/>
              <a:gd name="csY3752" fmla="*/ 967506 h 1114920"/>
              <a:gd name="csX3753" fmla="*/ 648643 w 1728164"/>
              <a:gd name="csY3753" fmla="*/ 967986 h 1114920"/>
              <a:gd name="csX3754" fmla="*/ 648821 w 1728164"/>
              <a:gd name="csY3754" fmla="*/ 968458 h 1114920"/>
              <a:gd name="csX3755" fmla="*/ 648990 w 1728164"/>
              <a:gd name="csY3755" fmla="*/ 968929 h 1114920"/>
              <a:gd name="csX3756" fmla="*/ 649168 w 1728164"/>
              <a:gd name="csY3756" fmla="*/ 969401 h 1114920"/>
              <a:gd name="csX3757" fmla="*/ 649337 w 1728164"/>
              <a:gd name="csY3757" fmla="*/ 969873 h 1114920"/>
              <a:gd name="csX3758" fmla="*/ 649506 w 1728164"/>
              <a:gd name="csY3758" fmla="*/ 970335 h 1114920"/>
              <a:gd name="csX3759" fmla="*/ 649684 w 1728164"/>
              <a:gd name="csY3759" fmla="*/ 970807 h 1114920"/>
              <a:gd name="csX3760" fmla="*/ 649853 w 1728164"/>
              <a:gd name="csY3760" fmla="*/ 971269 h 1114920"/>
              <a:gd name="csX3761" fmla="*/ 650031 w 1728164"/>
              <a:gd name="csY3761" fmla="*/ 971741 h 1114920"/>
              <a:gd name="csX3762" fmla="*/ 650200 w 1728164"/>
              <a:gd name="csY3762" fmla="*/ 972203 h 1114920"/>
              <a:gd name="csX3763" fmla="*/ 650378 w 1728164"/>
              <a:gd name="csY3763" fmla="*/ 972666 h 1114920"/>
              <a:gd name="csX3764" fmla="*/ 650547 w 1728164"/>
              <a:gd name="csY3764" fmla="*/ 973129 h 1114920"/>
              <a:gd name="csX3765" fmla="*/ 650716 w 1728164"/>
              <a:gd name="csY3765" fmla="*/ 973591 h 1114920"/>
              <a:gd name="csX3766" fmla="*/ 650894 w 1728164"/>
              <a:gd name="csY3766" fmla="*/ 974045 h 1114920"/>
              <a:gd name="csX3767" fmla="*/ 651063 w 1728164"/>
              <a:gd name="csY3767" fmla="*/ 974508 h 1114920"/>
              <a:gd name="csX3768" fmla="*/ 651241 w 1728164"/>
              <a:gd name="csY3768" fmla="*/ 974961 h 1114920"/>
              <a:gd name="csX3769" fmla="*/ 651410 w 1728164"/>
              <a:gd name="csY3769" fmla="*/ 975424 h 1114920"/>
              <a:gd name="csX3770" fmla="*/ 651588 w 1728164"/>
              <a:gd name="csY3770" fmla="*/ 975878 h 1114920"/>
              <a:gd name="csX3771" fmla="*/ 651757 w 1728164"/>
              <a:gd name="csY3771" fmla="*/ 976331 h 1114920"/>
              <a:gd name="csX3772" fmla="*/ 651926 w 1728164"/>
              <a:gd name="csY3772" fmla="*/ 976785 h 1114920"/>
              <a:gd name="csX3773" fmla="*/ 652104 w 1728164"/>
              <a:gd name="csY3773" fmla="*/ 977230 h 1114920"/>
              <a:gd name="csX3774" fmla="*/ 652273 w 1728164"/>
              <a:gd name="csY3774" fmla="*/ 977684 h 1114920"/>
              <a:gd name="csX3775" fmla="*/ 652451 w 1728164"/>
              <a:gd name="csY3775" fmla="*/ 978137 h 1114920"/>
              <a:gd name="csX3776" fmla="*/ 652620 w 1728164"/>
              <a:gd name="csY3776" fmla="*/ 978582 h 1114920"/>
              <a:gd name="csX3777" fmla="*/ 652789 w 1728164"/>
              <a:gd name="csY3777" fmla="*/ 979027 h 1114920"/>
              <a:gd name="csX3778" fmla="*/ 652967 w 1728164"/>
              <a:gd name="csY3778" fmla="*/ 979472 h 1114920"/>
              <a:gd name="csX3779" fmla="*/ 653136 w 1728164"/>
              <a:gd name="csY3779" fmla="*/ 979917 h 1114920"/>
              <a:gd name="csX3780" fmla="*/ 653314 w 1728164"/>
              <a:gd name="csY3780" fmla="*/ 980361 h 1114920"/>
              <a:gd name="csX3781" fmla="*/ 653483 w 1728164"/>
              <a:gd name="csY3781" fmla="*/ 980806 h 1114920"/>
              <a:gd name="csX3782" fmla="*/ 653660 w 1728164"/>
              <a:gd name="csY3782" fmla="*/ 981251 h 1114920"/>
              <a:gd name="csX3783" fmla="*/ 653830 w 1728164"/>
              <a:gd name="csY3783" fmla="*/ 981687 h 1114920"/>
              <a:gd name="csX3784" fmla="*/ 653998 w 1728164"/>
              <a:gd name="csY3784" fmla="*/ 982132 h 1114920"/>
              <a:gd name="csX3785" fmla="*/ 654176 w 1728164"/>
              <a:gd name="csY3785" fmla="*/ 982568 h 1114920"/>
              <a:gd name="csX3786" fmla="*/ 654345 w 1728164"/>
              <a:gd name="csY3786" fmla="*/ 983004 h 1114920"/>
              <a:gd name="csX3787" fmla="*/ 654523 w 1728164"/>
              <a:gd name="csY3787" fmla="*/ 983440 h 1114920"/>
              <a:gd name="csX3788" fmla="*/ 654692 w 1728164"/>
              <a:gd name="csY3788" fmla="*/ 983876 h 1114920"/>
              <a:gd name="csX3789" fmla="*/ 654870 w 1728164"/>
              <a:gd name="csY3789" fmla="*/ 984311 h 1114920"/>
              <a:gd name="csX3790" fmla="*/ 655039 w 1728164"/>
              <a:gd name="csY3790" fmla="*/ 984738 h 1114920"/>
              <a:gd name="csX3791" fmla="*/ 655209 w 1728164"/>
              <a:gd name="csY3791" fmla="*/ 985174 h 1114920"/>
              <a:gd name="csX3792" fmla="*/ 655386 w 1728164"/>
              <a:gd name="csY3792" fmla="*/ 985601 h 1114920"/>
              <a:gd name="csX3793" fmla="*/ 655555 w 1728164"/>
              <a:gd name="csY3793" fmla="*/ 986037 h 1114920"/>
              <a:gd name="csX3794" fmla="*/ 655733 w 1728164"/>
              <a:gd name="csY3794" fmla="*/ 986464 h 1114920"/>
              <a:gd name="csX3795" fmla="*/ 655902 w 1728164"/>
              <a:gd name="csY3795" fmla="*/ 986891 h 1114920"/>
              <a:gd name="csX3796" fmla="*/ 656080 w 1728164"/>
              <a:gd name="csY3796" fmla="*/ 987318 h 1114920"/>
              <a:gd name="csX3797" fmla="*/ 656249 w 1728164"/>
              <a:gd name="csY3797" fmla="*/ 987745 h 1114920"/>
              <a:gd name="csX3798" fmla="*/ 656418 w 1728164"/>
              <a:gd name="csY3798" fmla="*/ 988164 h 1114920"/>
              <a:gd name="csX3799" fmla="*/ 656596 w 1728164"/>
              <a:gd name="csY3799" fmla="*/ 988591 h 1114920"/>
              <a:gd name="csX3800" fmla="*/ 656765 w 1728164"/>
              <a:gd name="csY3800" fmla="*/ 989009 h 1114920"/>
              <a:gd name="csX3801" fmla="*/ 656943 w 1728164"/>
              <a:gd name="csY3801" fmla="*/ 989436 h 1114920"/>
              <a:gd name="csX3802" fmla="*/ 657112 w 1728164"/>
              <a:gd name="csY3802" fmla="*/ 989854 h 1114920"/>
              <a:gd name="csX3803" fmla="*/ 657290 w 1728164"/>
              <a:gd name="csY3803" fmla="*/ 990272 h 1114920"/>
              <a:gd name="csX3804" fmla="*/ 657459 w 1728164"/>
              <a:gd name="csY3804" fmla="*/ 990690 h 1114920"/>
              <a:gd name="csX3805" fmla="*/ 657628 w 1728164"/>
              <a:gd name="csY3805" fmla="*/ 991099 h 1114920"/>
              <a:gd name="csX3806" fmla="*/ 657806 w 1728164"/>
              <a:gd name="csY3806" fmla="*/ 991518 h 1114920"/>
              <a:gd name="csX3807" fmla="*/ 657975 w 1728164"/>
              <a:gd name="csY3807" fmla="*/ 991936 h 1114920"/>
              <a:gd name="csX3808" fmla="*/ 658153 w 1728164"/>
              <a:gd name="csY3808" fmla="*/ 992345 h 1114920"/>
              <a:gd name="csX3809" fmla="*/ 658322 w 1728164"/>
              <a:gd name="csY3809" fmla="*/ 992763 h 1114920"/>
              <a:gd name="csX3810" fmla="*/ 658500 w 1728164"/>
              <a:gd name="csY3810" fmla="*/ 993172 h 1114920"/>
              <a:gd name="csX3811" fmla="*/ 658669 w 1728164"/>
              <a:gd name="csY3811" fmla="*/ 993582 h 1114920"/>
              <a:gd name="csX3812" fmla="*/ 658838 w 1728164"/>
              <a:gd name="csY3812" fmla="*/ 993991 h 1114920"/>
              <a:gd name="csX3813" fmla="*/ 659016 w 1728164"/>
              <a:gd name="csY3813" fmla="*/ 994400 h 1114920"/>
              <a:gd name="csX3814" fmla="*/ 659185 w 1728164"/>
              <a:gd name="csY3814" fmla="*/ 994800 h 1114920"/>
              <a:gd name="csX3815" fmla="*/ 659363 w 1728164"/>
              <a:gd name="csY3815" fmla="*/ 995210 h 1114920"/>
              <a:gd name="csX3816" fmla="*/ 659532 w 1728164"/>
              <a:gd name="csY3816" fmla="*/ 995610 h 1114920"/>
              <a:gd name="csX3817" fmla="*/ 659710 w 1728164"/>
              <a:gd name="csY3817" fmla="*/ 996019 h 1114920"/>
              <a:gd name="csX3818" fmla="*/ 659879 w 1728164"/>
              <a:gd name="csY3818" fmla="*/ 996420 h 1114920"/>
              <a:gd name="csX3819" fmla="*/ 660048 w 1728164"/>
              <a:gd name="csY3819" fmla="*/ 996820 h 1114920"/>
              <a:gd name="csX3820" fmla="*/ 660226 w 1728164"/>
              <a:gd name="csY3820" fmla="*/ 997220 h 1114920"/>
              <a:gd name="csX3821" fmla="*/ 660395 w 1728164"/>
              <a:gd name="csY3821" fmla="*/ 997621 h 1114920"/>
              <a:gd name="csX3822" fmla="*/ 660573 w 1728164"/>
              <a:gd name="csY3822" fmla="*/ 998021 h 1114920"/>
              <a:gd name="csX3823" fmla="*/ 660742 w 1728164"/>
              <a:gd name="csY3823" fmla="*/ 998421 h 1114920"/>
              <a:gd name="csX3824" fmla="*/ 660920 w 1728164"/>
              <a:gd name="csY3824" fmla="*/ 998813 h 1114920"/>
              <a:gd name="csX3825" fmla="*/ 661089 w 1728164"/>
              <a:gd name="csY3825" fmla="*/ 999213 h 1114920"/>
              <a:gd name="csX3826" fmla="*/ 661258 w 1728164"/>
              <a:gd name="csY3826" fmla="*/ 999604 h 1114920"/>
              <a:gd name="csX3827" fmla="*/ 661436 w 1728164"/>
              <a:gd name="csY3827" fmla="*/ 999996 h 1114920"/>
              <a:gd name="csX3828" fmla="*/ 661605 w 1728164"/>
              <a:gd name="csY3828" fmla="*/ 1000387 h 1114920"/>
              <a:gd name="csX3829" fmla="*/ 661783 w 1728164"/>
              <a:gd name="csY3829" fmla="*/ 1000779 h 1114920"/>
              <a:gd name="csX3830" fmla="*/ 661952 w 1728164"/>
              <a:gd name="csY3830" fmla="*/ 1001170 h 1114920"/>
              <a:gd name="csX3831" fmla="*/ 662130 w 1728164"/>
              <a:gd name="csY3831" fmla="*/ 1001562 h 1114920"/>
              <a:gd name="csX3832" fmla="*/ 662299 w 1728164"/>
              <a:gd name="csY3832" fmla="*/ 1001944 h 1114920"/>
              <a:gd name="csX3833" fmla="*/ 662468 w 1728164"/>
              <a:gd name="csY3833" fmla="*/ 1002336 h 1114920"/>
              <a:gd name="csX3834" fmla="*/ 662646 w 1728164"/>
              <a:gd name="csY3834" fmla="*/ 1002718 h 1114920"/>
              <a:gd name="csX3835" fmla="*/ 662815 w 1728164"/>
              <a:gd name="csY3835" fmla="*/ 1003101 h 1114920"/>
              <a:gd name="csX3836" fmla="*/ 662993 w 1728164"/>
              <a:gd name="csY3836" fmla="*/ 1003483 h 1114920"/>
              <a:gd name="csX3837" fmla="*/ 663162 w 1728164"/>
              <a:gd name="csY3837" fmla="*/ 1003866 h 1114920"/>
              <a:gd name="csX3838" fmla="*/ 663340 w 1728164"/>
              <a:gd name="csY3838" fmla="*/ 1004248 h 1114920"/>
              <a:gd name="csX3839" fmla="*/ 663509 w 1728164"/>
              <a:gd name="csY3839" fmla="*/ 1004631 h 1114920"/>
              <a:gd name="csX3840" fmla="*/ 663678 w 1728164"/>
              <a:gd name="csY3840" fmla="*/ 1005014 h 1114920"/>
              <a:gd name="csX3841" fmla="*/ 663856 w 1728164"/>
              <a:gd name="csY3841" fmla="*/ 1005387 h 1114920"/>
              <a:gd name="csX3842" fmla="*/ 664025 w 1728164"/>
              <a:gd name="csY3842" fmla="*/ 1005770 h 1114920"/>
              <a:gd name="csX3843" fmla="*/ 664203 w 1728164"/>
              <a:gd name="csY3843" fmla="*/ 1006143 h 1114920"/>
              <a:gd name="csX3844" fmla="*/ 664372 w 1728164"/>
              <a:gd name="csY3844" fmla="*/ 1006517 h 1114920"/>
              <a:gd name="csX3845" fmla="*/ 664550 w 1728164"/>
              <a:gd name="csY3845" fmla="*/ 1006891 h 1114920"/>
              <a:gd name="csX3846" fmla="*/ 664719 w 1728164"/>
              <a:gd name="csY3846" fmla="*/ 1007264 h 1114920"/>
              <a:gd name="csX3847" fmla="*/ 664888 w 1728164"/>
              <a:gd name="csY3847" fmla="*/ 1007638 h 1114920"/>
              <a:gd name="csX3848" fmla="*/ 665066 w 1728164"/>
              <a:gd name="csY3848" fmla="*/ 1008012 h 1114920"/>
              <a:gd name="csX3849" fmla="*/ 665235 w 1728164"/>
              <a:gd name="csY3849" fmla="*/ 1008385 h 1114920"/>
              <a:gd name="csX3850" fmla="*/ 665413 w 1728164"/>
              <a:gd name="csY3850" fmla="*/ 1008750 h 1114920"/>
              <a:gd name="csX3851" fmla="*/ 665582 w 1728164"/>
              <a:gd name="csY3851" fmla="*/ 1009124 h 1114920"/>
              <a:gd name="csX3852" fmla="*/ 665760 w 1728164"/>
              <a:gd name="csY3852" fmla="*/ 1009488 h 1114920"/>
              <a:gd name="csX3853" fmla="*/ 665929 w 1728164"/>
              <a:gd name="csY3853" fmla="*/ 1009853 h 1114920"/>
              <a:gd name="csX3854" fmla="*/ 666098 w 1728164"/>
              <a:gd name="csY3854" fmla="*/ 1010218 h 1114920"/>
              <a:gd name="csX3855" fmla="*/ 666276 w 1728164"/>
              <a:gd name="csY3855" fmla="*/ 1010583 h 1114920"/>
              <a:gd name="csX3856" fmla="*/ 666445 w 1728164"/>
              <a:gd name="csY3856" fmla="*/ 1010947 h 1114920"/>
              <a:gd name="csX3857" fmla="*/ 666623 w 1728164"/>
              <a:gd name="csY3857" fmla="*/ 1011312 h 1114920"/>
              <a:gd name="csX3858" fmla="*/ 666792 w 1728164"/>
              <a:gd name="csY3858" fmla="*/ 1011668 h 1114920"/>
              <a:gd name="csX3859" fmla="*/ 666970 w 1728164"/>
              <a:gd name="csY3859" fmla="*/ 1012033 h 1114920"/>
              <a:gd name="csX3860" fmla="*/ 667139 w 1728164"/>
              <a:gd name="csY3860" fmla="*/ 1012389 h 1114920"/>
              <a:gd name="csX3861" fmla="*/ 667308 w 1728164"/>
              <a:gd name="csY3861" fmla="*/ 1012744 h 1114920"/>
              <a:gd name="csX3862" fmla="*/ 667486 w 1728164"/>
              <a:gd name="csY3862" fmla="*/ 1013109 h 1114920"/>
              <a:gd name="csX3863" fmla="*/ 667655 w 1728164"/>
              <a:gd name="csY3863" fmla="*/ 1013465 h 1114920"/>
              <a:gd name="csX3864" fmla="*/ 667833 w 1728164"/>
              <a:gd name="csY3864" fmla="*/ 1013821 h 1114920"/>
              <a:gd name="csX3865" fmla="*/ 668002 w 1728164"/>
              <a:gd name="csY3865" fmla="*/ 1014168 h 1114920"/>
              <a:gd name="csX3866" fmla="*/ 668179 w 1728164"/>
              <a:gd name="csY3866" fmla="*/ 1014524 h 1114920"/>
              <a:gd name="csX3867" fmla="*/ 668348 w 1728164"/>
              <a:gd name="csY3867" fmla="*/ 1014880 h 1114920"/>
              <a:gd name="csX3868" fmla="*/ 668518 w 1728164"/>
              <a:gd name="csY3868" fmla="*/ 1015227 h 1114920"/>
              <a:gd name="csX3869" fmla="*/ 668695 w 1728164"/>
              <a:gd name="csY3869" fmla="*/ 1015582 h 1114920"/>
              <a:gd name="csX3870" fmla="*/ 668865 w 1728164"/>
              <a:gd name="csY3870" fmla="*/ 1015929 h 1114920"/>
              <a:gd name="csX3871" fmla="*/ 669042 w 1728164"/>
              <a:gd name="csY3871" fmla="*/ 1016276 h 1114920"/>
              <a:gd name="csX3872" fmla="*/ 669212 w 1728164"/>
              <a:gd name="csY3872" fmla="*/ 1016623 h 1114920"/>
              <a:gd name="csX3873" fmla="*/ 669389 w 1728164"/>
              <a:gd name="csY3873" fmla="*/ 1016970 h 1114920"/>
              <a:gd name="csX3874" fmla="*/ 669558 w 1728164"/>
              <a:gd name="csY3874" fmla="*/ 1017317 h 1114920"/>
              <a:gd name="csX3875" fmla="*/ 669727 w 1728164"/>
              <a:gd name="csY3875" fmla="*/ 1017664 h 1114920"/>
              <a:gd name="csX3876" fmla="*/ 669905 w 1728164"/>
              <a:gd name="csY3876" fmla="*/ 1018002 h 1114920"/>
              <a:gd name="csX3877" fmla="*/ 670074 w 1728164"/>
              <a:gd name="csY3877" fmla="*/ 1018349 h 1114920"/>
              <a:gd name="csX3878" fmla="*/ 670252 w 1728164"/>
              <a:gd name="csY3878" fmla="*/ 1018687 h 1114920"/>
              <a:gd name="csX3879" fmla="*/ 670421 w 1728164"/>
              <a:gd name="csY3879" fmla="*/ 1019034 h 1114920"/>
              <a:gd name="csX3880" fmla="*/ 670599 w 1728164"/>
              <a:gd name="csY3880" fmla="*/ 1019372 h 1114920"/>
              <a:gd name="csX3881" fmla="*/ 670768 w 1728164"/>
              <a:gd name="csY3881" fmla="*/ 1019710 h 1114920"/>
              <a:gd name="csX3882" fmla="*/ 670937 w 1728164"/>
              <a:gd name="csY3882" fmla="*/ 1020049 h 1114920"/>
              <a:gd name="csX3883" fmla="*/ 671115 w 1728164"/>
              <a:gd name="csY3883" fmla="*/ 1020387 h 1114920"/>
              <a:gd name="csX3884" fmla="*/ 671284 w 1728164"/>
              <a:gd name="csY3884" fmla="*/ 1020725 h 1114920"/>
              <a:gd name="csX3885" fmla="*/ 671462 w 1728164"/>
              <a:gd name="csY3885" fmla="*/ 1021054 h 1114920"/>
              <a:gd name="csX3886" fmla="*/ 671631 w 1728164"/>
              <a:gd name="csY3886" fmla="*/ 1021392 h 1114920"/>
              <a:gd name="csX3887" fmla="*/ 671800 w 1728164"/>
              <a:gd name="csY3887" fmla="*/ 1021721 h 1114920"/>
              <a:gd name="csX3888" fmla="*/ 671978 w 1728164"/>
              <a:gd name="csY3888" fmla="*/ 1022059 h 1114920"/>
              <a:gd name="csX3889" fmla="*/ 672147 w 1728164"/>
              <a:gd name="csY3889" fmla="*/ 1022388 h 1114920"/>
              <a:gd name="csX3890" fmla="*/ 672325 w 1728164"/>
              <a:gd name="csY3890" fmla="*/ 1022717 h 1114920"/>
              <a:gd name="csX3891" fmla="*/ 672494 w 1728164"/>
              <a:gd name="csY3891" fmla="*/ 1023047 h 1114920"/>
              <a:gd name="csX3892" fmla="*/ 672672 w 1728164"/>
              <a:gd name="csY3892" fmla="*/ 1023376 h 1114920"/>
              <a:gd name="csX3893" fmla="*/ 672841 w 1728164"/>
              <a:gd name="csY3893" fmla="*/ 1023705 h 1114920"/>
              <a:gd name="csX3894" fmla="*/ 673010 w 1728164"/>
              <a:gd name="csY3894" fmla="*/ 1024025 h 1114920"/>
              <a:gd name="csX3895" fmla="*/ 673188 w 1728164"/>
              <a:gd name="csY3895" fmla="*/ 1024354 h 1114920"/>
              <a:gd name="csX3896" fmla="*/ 673357 w 1728164"/>
              <a:gd name="csY3896" fmla="*/ 1024684 h 1114920"/>
              <a:gd name="csX3897" fmla="*/ 673535 w 1728164"/>
              <a:gd name="csY3897" fmla="*/ 1025004 h 1114920"/>
              <a:gd name="csX3898" fmla="*/ 673704 w 1728164"/>
              <a:gd name="csY3898" fmla="*/ 1025324 h 1114920"/>
              <a:gd name="csX3899" fmla="*/ 673882 w 1728164"/>
              <a:gd name="csY3899" fmla="*/ 1025644 h 1114920"/>
              <a:gd name="csX3900" fmla="*/ 674051 w 1728164"/>
              <a:gd name="csY3900" fmla="*/ 1025973 h 1114920"/>
              <a:gd name="csX3901" fmla="*/ 674220 w 1728164"/>
              <a:gd name="csY3901" fmla="*/ 1026285 h 1114920"/>
              <a:gd name="csX3902" fmla="*/ 674398 w 1728164"/>
              <a:gd name="csY3902" fmla="*/ 1026605 h 1114920"/>
              <a:gd name="csX3903" fmla="*/ 674567 w 1728164"/>
              <a:gd name="csY3903" fmla="*/ 1026925 h 1114920"/>
              <a:gd name="csX3904" fmla="*/ 674745 w 1728164"/>
              <a:gd name="csY3904" fmla="*/ 1027246 h 1114920"/>
              <a:gd name="csX3905" fmla="*/ 674914 w 1728164"/>
              <a:gd name="csY3905" fmla="*/ 1027557 h 1114920"/>
              <a:gd name="csX3906" fmla="*/ 675092 w 1728164"/>
              <a:gd name="csY3906" fmla="*/ 1027877 h 1114920"/>
              <a:gd name="csX3907" fmla="*/ 675261 w 1728164"/>
              <a:gd name="csY3907" fmla="*/ 1028189 h 1114920"/>
              <a:gd name="csX3908" fmla="*/ 675430 w 1728164"/>
              <a:gd name="csY3908" fmla="*/ 1028500 h 1114920"/>
              <a:gd name="csX3909" fmla="*/ 675608 w 1728164"/>
              <a:gd name="csY3909" fmla="*/ 1028820 h 1114920"/>
              <a:gd name="csX3910" fmla="*/ 675777 w 1728164"/>
              <a:gd name="csY3910" fmla="*/ 1029132 h 1114920"/>
              <a:gd name="csX3911" fmla="*/ 675955 w 1728164"/>
              <a:gd name="csY3911" fmla="*/ 1029443 h 1114920"/>
              <a:gd name="csX3912" fmla="*/ 676124 w 1728164"/>
              <a:gd name="csY3912" fmla="*/ 1029746 h 1114920"/>
              <a:gd name="csX3913" fmla="*/ 676302 w 1728164"/>
              <a:gd name="csY3913" fmla="*/ 1030057 h 1114920"/>
              <a:gd name="csX3914" fmla="*/ 676471 w 1728164"/>
              <a:gd name="csY3914" fmla="*/ 1030368 h 1114920"/>
              <a:gd name="csX3915" fmla="*/ 676640 w 1728164"/>
              <a:gd name="csY3915" fmla="*/ 1030671 h 1114920"/>
              <a:gd name="csX3916" fmla="*/ 676818 w 1728164"/>
              <a:gd name="csY3916" fmla="*/ 1030982 h 1114920"/>
              <a:gd name="csX3917" fmla="*/ 676987 w 1728164"/>
              <a:gd name="csY3917" fmla="*/ 1031285 h 1114920"/>
              <a:gd name="csX3918" fmla="*/ 677165 w 1728164"/>
              <a:gd name="csY3918" fmla="*/ 1031587 h 1114920"/>
              <a:gd name="csX3919" fmla="*/ 677334 w 1728164"/>
              <a:gd name="csY3919" fmla="*/ 1031890 h 1114920"/>
              <a:gd name="csX3920" fmla="*/ 677512 w 1728164"/>
              <a:gd name="csY3920" fmla="*/ 1032192 h 1114920"/>
              <a:gd name="csX3921" fmla="*/ 677681 w 1728164"/>
              <a:gd name="csY3921" fmla="*/ 1032495 h 1114920"/>
              <a:gd name="csX3922" fmla="*/ 677850 w 1728164"/>
              <a:gd name="csY3922" fmla="*/ 1032797 h 1114920"/>
              <a:gd name="csX3923" fmla="*/ 678028 w 1728164"/>
              <a:gd name="csY3923" fmla="*/ 1033100 h 1114920"/>
              <a:gd name="csX3924" fmla="*/ 678197 w 1728164"/>
              <a:gd name="csY3924" fmla="*/ 1033402 h 1114920"/>
              <a:gd name="csX3925" fmla="*/ 678375 w 1728164"/>
              <a:gd name="csY3925" fmla="*/ 1033696 h 1114920"/>
              <a:gd name="csX3926" fmla="*/ 678544 w 1728164"/>
              <a:gd name="csY3926" fmla="*/ 1033998 h 1114920"/>
              <a:gd name="csX3927" fmla="*/ 678722 w 1728164"/>
              <a:gd name="csY3927" fmla="*/ 1034292 h 1114920"/>
              <a:gd name="csX3928" fmla="*/ 678891 w 1728164"/>
              <a:gd name="csY3928" fmla="*/ 1034585 h 1114920"/>
              <a:gd name="csX3929" fmla="*/ 679060 w 1728164"/>
              <a:gd name="csY3929" fmla="*/ 1034879 h 1114920"/>
              <a:gd name="csX3930" fmla="*/ 679238 w 1728164"/>
              <a:gd name="csY3930" fmla="*/ 1035172 h 1114920"/>
              <a:gd name="csX3931" fmla="*/ 679407 w 1728164"/>
              <a:gd name="csY3931" fmla="*/ 1035466 h 1114920"/>
              <a:gd name="csX3932" fmla="*/ 679585 w 1728164"/>
              <a:gd name="csY3932" fmla="*/ 1035760 h 1114920"/>
              <a:gd name="csX3933" fmla="*/ 679754 w 1728164"/>
              <a:gd name="csY3933" fmla="*/ 1036053 h 1114920"/>
              <a:gd name="csX3934" fmla="*/ 679932 w 1728164"/>
              <a:gd name="csY3934" fmla="*/ 1036338 h 1114920"/>
              <a:gd name="csX3935" fmla="*/ 680101 w 1728164"/>
              <a:gd name="csY3935" fmla="*/ 1036632 h 1114920"/>
              <a:gd name="csX3936" fmla="*/ 680270 w 1728164"/>
              <a:gd name="csY3936" fmla="*/ 1036916 h 1114920"/>
              <a:gd name="csX3937" fmla="*/ 680448 w 1728164"/>
              <a:gd name="csY3937" fmla="*/ 1037210 h 1114920"/>
              <a:gd name="csX3938" fmla="*/ 680617 w 1728164"/>
              <a:gd name="csY3938" fmla="*/ 1037494 h 1114920"/>
              <a:gd name="csX3939" fmla="*/ 680795 w 1728164"/>
              <a:gd name="csY3939" fmla="*/ 1037779 h 1114920"/>
              <a:gd name="csX3940" fmla="*/ 680964 w 1728164"/>
              <a:gd name="csY3940" fmla="*/ 1038064 h 1114920"/>
              <a:gd name="csX3941" fmla="*/ 681142 w 1728164"/>
              <a:gd name="csY3941" fmla="*/ 1038348 h 1114920"/>
              <a:gd name="csX3942" fmla="*/ 681311 w 1728164"/>
              <a:gd name="csY3942" fmla="*/ 1038633 h 1114920"/>
              <a:gd name="csX3943" fmla="*/ 681480 w 1728164"/>
              <a:gd name="csY3943" fmla="*/ 1038918 h 1114920"/>
              <a:gd name="csX3944" fmla="*/ 681658 w 1728164"/>
              <a:gd name="csY3944" fmla="*/ 1039202 h 1114920"/>
              <a:gd name="csX3945" fmla="*/ 681827 w 1728164"/>
              <a:gd name="csY3945" fmla="*/ 1039478 h 1114920"/>
              <a:gd name="csX3946" fmla="*/ 682005 w 1728164"/>
              <a:gd name="csY3946" fmla="*/ 1039763 h 1114920"/>
              <a:gd name="csX3947" fmla="*/ 682174 w 1728164"/>
              <a:gd name="csY3947" fmla="*/ 1040039 h 1114920"/>
              <a:gd name="csX3948" fmla="*/ 682351 w 1728164"/>
              <a:gd name="csY3948" fmla="*/ 1040315 h 1114920"/>
              <a:gd name="csX3949" fmla="*/ 682521 w 1728164"/>
              <a:gd name="csY3949" fmla="*/ 1040599 h 1114920"/>
              <a:gd name="csX3950" fmla="*/ 682690 w 1728164"/>
              <a:gd name="csY3950" fmla="*/ 1040875 h 1114920"/>
              <a:gd name="csX3951" fmla="*/ 682868 w 1728164"/>
              <a:gd name="csY3951" fmla="*/ 1041151 h 1114920"/>
              <a:gd name="csX3952" fmla="*/ 683037 w 1728164"/>
              <a:gd name="csY3952" fmla="*/ 1041427 h 1114920"/>
              <a:gd name="csX3953" fmla="*/ 683215 w 1728164"/>
              <a:gd name="csY3953" fmla="*/ 1041694 h 1114920"/>
              <a:gd name="csX3954" fmla="*/ 683383 w 1728164"/>
              <a:gd name="csY3954" fmla="*/ 1041969 h 1114920"/>
              <a:gd name="csX3955" fmla="*/ 683561 w 1728164"/>
              <a:gd name="csY3955" fmla="*/ 1042245 h 1114920"/>
              <a:gd name="csX3956" fmla="*/ 683730 w 1728164"/>
              <a:gd name="csY3956" fmla="*/ 1042512 h 1114920"/>
              <a:gd name="csX3957" fmla="*/ 683900 w 1728164"/>
              <a:gd name="csY3957" fmla="*/ 1042788 h 1114920"/>
              <a:gd name="csX3958" fmla="*/ 684077 w 1728164"/>
              <a:gd name="csY3958" fmla="*/ 1043055 h 1114920"/>
              <a:gd name="csX3959" fmla="*/ 684246 w 1728164"/>
              <a:gd name="csY3959" fmla="*/ 1043322 h 1114920"/>
              <a:gd name="csX3960" fmla="*/ 684424 w 1728164"/>
              <a:gd name="csY3960" fmla="*/ 1043597 h 1114920"/>
              <a:gd name="csX3961" fmla="*/ 684593 w 1728164"/>
              <a:gd name="csY3961" fmla="*/ 1043864 h 1114920"/>
              <a:gd name="csX3962" fmla="*/ 684771 w 1728164"/>
              <a:gd name="csY3962" fmla="*/ 1044131 h 1114920"/>
              <a:gd name="csX3963" fmla="*/ 684940 w 1728164"/>
              <a:gd name="csY3963" fmla="*/ 1044389 h 1114920"/>
              <a:gd name="csX3964" fmla="*/ 685109 w 1728164"/>
              <a:gd name="csY3964" fmla="*/ 1044656 h 1114920"/>
              <a:gd name="csX3965" fmla="*/ 685287 w 1728164"/>
              <a:gd name="csY3965" fmla="*/ 1044923 h 1114920"/>
              <a:gd name="csX3966" fmla="*/ 685456 w 1728164"/>
              <a:gd name="csY3966" fmla="*/ 1045190 h 1114920"/>
              <a:gd name="csX3967" fmla="*/ 685634 w 1728164"/>
              <a:gd name="csY3967" fmla="*/ 1045448 h 1114920"/>
              <a:gd name="csX3968" fmla="*/ 685803 w 1728164"/>
              <a:gd name="csY3968" fmla="*/ 1045715 h 1114920"/>
              <a:gd name="csX3969" fmla="*/ 685981 w 1728164"/>
              <a:gd name="csY3969" fmla="*/ 1045973 h 1114920"/>
              <a:gd name="csX3970" fmla="*/ 686150 w 1728164"/>
              <a:gd name="csY3970" fmla="*/ 1046231 h 1114920"/>
              <a:gd name="csX3971" fmla="*/ 686319 w 1728164"/>
              <a:gd name="csY3971" fmla="*/ 1046489 h 1114920"/>
              <a:gd name="csX3972" fmla="*/ 686497 w 1728164"/>
              <a:gd name="csY3972" fmla="*/ 1046747 h 1114920"/>
              <a:gd name="csX3973" fmla="*/ 686666 w 1728164"/>
              <a:gd name="csY3973" fmla="*/ 1047005 h 1114920"/>
              <a:gd name="csX3974" fmla="*/ 686844 w 1728164"/>
              <a:gd name="csY3974" fmla="*/ 1047263 h 1114920"/>
              <a:gd name="csX3975" fmla="*/ 687013 w 1728164"/>
              <a:gd name="csY3975" fmla="*/ 1047521 h 1114920"/>
              <a:gd name="csX3976" fmla="*/ 687191 w 1728164"/>
              <a:gd name="csY3976" fmla="*/ 1047779 h 1114920"/>
              <a:gd name="csX3977" fmla="*/ 687360 w 1728164"/>
              <a:gd name="csY3977" fmla="*/ 1048028 h 1114920"/>
              <a:gd name="csX3978" fmla="*/ 687529 w 1728164"/>
              <a:gd name="csY3978" fmla="*/ 1048286 h 1114920"/>
              <a:gd name="csX3979" fmla="*/ 687707 w 1728164"/>
              <a:gd name="csY3979" fmla="*/ 1048535 h 1114920"/>
              <a:gd name="csX3980" fmla="*/ 687876 w 1728164"/>
              <a:gd name="csY3980" fmla="*/ 1048793 h 1114920"/>
              <a:gd name="csX3981" fmla="*/ 688054 w 1728164"/>
              <a:gd name="csY3981" fmla="*/ 1049042 h 1114920"/>
              <a:gd name="csX3982" fmla="*/ 688223 w 1728164"/>
              <a:gd name="csY3982" fmla="*/ 1049291 h 1114920"/>
              <a:gd name="csX3983" fmla="*/ 688401 w 1728164"/>
              <a:gd name="csY3983" fmla="*/ 1049540 h 1114920"/>
              <a:gd name="csX3984" fmla="*/ 688570 w 1728164"/>
              <a:gd name="csY3984" fmla="*/ 1049789 h 1114920"/>
              <a:gd name="csX3985" fmla="*/ 688739 w 1728164"/>
              <a:gd name="csY3985" fmla="*/ 1050038 h 1114920"/>
              <a:gd name="csX3986" fmla="*/ 688917 w 1728164"/>
              <a:gd name="csY3986" fmla="*/ 1050288 h 1114920"/>
              <a:gd name="csX3987" fmla="*/ 689086 w 1728164"/>
              <a:gd name="csY3987" fmla="*/ 1050537 h 1114920"/>
              <a:gd name="csX3988" fmla="*/ 689264 w 1728164"/>
              <a:gd name="csY3988" fmla="*/ 1050777 h 1114920"/>
              <a:gd name="csX3989" fmla="*/ 689433 w 1728164"/>
              <a:gd name="csY3989" fmla="*/ 1051026 h 1114920"/>
              <a:gd name="csX3990" fmla="*/ 689611 w 1728164"/>
              <a:gd name="csY3990" fmla="*/ 1051266 h 1114920"/>
              <a:gd name="csX3991" fmla="*/ 689780 w 1728164"/>
              <a:gd name="csY3991" fmla="*/ 1051515 h 1114920"/>
              <a:gd name="csX3992" fmla="*/ 689949 w 1728164"/>
              <a:gd name="csY3992" fmla="*/ 1051756 h 1114920"/>
              <a:gd name="csX3993" fmla="*/ 690127 w 1728164"/>
              <a:gd name="csY3993" fmla="*/ 1051996 h 1114920"/>
              <a:gd name="csX3994" fmla="*/ 690296 w 1728164"/>
              <a:gd name="csY3994" fmla="*/ 1052236 h 1114920"/>
              <a:gd name="csX3995" fmla="*/ 690474 w 1728164"/>
              <a:gd name="csY3995" fmla="*/ 1052485 h 1114920"/>
              <a:gd name="csX3996" fmla="*/ 690643 w 1728164"/>
              <a:gd name="csY3996" fmla="*/ 1052716 h 1114920"/>
              <a:gd name="csX3997" fmla="*/ 690812 w 1728164"/>
              <a:gd name="csY3997" fmla="*/ 1052957 h 1114920"/>
              <a:gd name="csX3998" fmla="*/ 690990 w 1728164"/>
              <a:gd name="csY3998" fmla="*/ 1053197 h 1114920"/>
              <a:gd name="csX3999" fmla="*/ 691159 w 1728164"/>
              <a:gd name="csY3999" fmla="*/ 1053437 h 1114920"/>
              <a:gd name="csX4000" fmla="*/ 691337 w 1728164"/>
              <a:gd name="csY4000" fmla="*/ 1053668 h 1114920"/>
              <a:gd name="csX4001" fmla="*/ 691506 w 1728164"/>
              <a:gd name="csY4001" fmla="*/ 1053908 h 1114920"/>
              <a:gd name="csX4002" fmla="*/ 691684 w 1728164"/>
              <a:gd name="csY4002" fmla="*/ 1054140 h 1114920"/>
              <a:gd name="csX4003" fmla="*/ 691853 w 1728164"/>
              <a:gd name="csY4003" fmla="*/ 1054380 h 1114920"/>
              <a:gd name="csX4004" fmla="*/ 692022 w 1728164"/>
              <a:gd name="csY4004" fmla="*/ 1054611 h 1114920"/>
              <a:gd name="csX4005" fmla="*/ 692200 w 1728164"/>
              <a:gd name="csY4005" fmla="*/ 1054843 h 1114920"/>
              <a:gd name="csX4006" fmla="*/ 692369 w 1728164"/>
              <a:gd name="csY4006" fmla="*/ 1055074 h 1114920"/>
              <a:gd name="csX4007" fmla="*/ 692547 w 1728164"/>
              <a:gd name="csY4007" fmla="*/ 1055305 h 1114920"/>
              <a:gd name="csX4008" fmla="*/ 692716 w 1728164"/>
              <a:gd name="csY4008" fmla="*/ 1055537 h 1114920"/>
              <a:gd name="csX4009" fmla="*/ 692894 w 1728164"/>
              <a:gd name="csY4009" fmla="*/ 1055768 h 1114920"/>
              <a:gd name="csX4010" fmla="*/ 693063 w 1728164"/>
              <a:gd name="csY4010" fmla="*/ 1055999 h 1114920"/>
              <a:gd name="csX4011" fmla="*/ 693232 w 1728164"/>
              <a:gd name="csY4011" fmla="*/ 1056230 h 1114920"/>
              <a:gd name="csX4012" fmla="*/ 693410 w 1728164"/>
              <a:gd name="csY4012" fmla="*/ 1056453 h 1114920"/>
              <a:gd name="csX4013" fmla="*/ 693579 w 1728164"/>
              <a:gd name="csY4013" fmla="*/ 1056684 h 1114920"/>
              <a:gd name="csX4014" fmla="*/ 693757 w 1728164"/>
              <a:gd name="csY4014" fmla="*/ 1056906 h 1114920"/>
              <a:gd name="csX4015" fmla="*/ 693926 w 1728164"/>
              <a:gd name="csY4015" fmla="*/ 1057138 h 1114920"/>
              <a:gd name="csX4016" fmla="*/ 694104 w 1728164"/>
              <a:gd name="csY4016" fmla="*/ 1057360 h 1114920"/>
              <a:gd name="csX4017" fmla="*/ 694273 w 1728164"/>
              <a:gd name="csY4017" fmla="*/ 1057583 h 1114920"/>
              <a:gd name="csX4018" fmla="*/ 694442 w 1728164"/>
              <a:gd name="csY4018" fmla="*/ 1057805 h 1114920"/>
              <a:gd name="csX4019" fmla="*/ 694620 w 1728164"/>
              <a:gd name="csY4019" fmla="*/ 1058027 h 1114920"/>
              <a:gd name="csX4020" fmla="*/ 694789 w 1728164"/>
              <a:gd name="csY4020" fmla="*/ 1058250 h 1114920"/>
              <a:gd name="csX4021" fmla="*/ 694967 w 1728164"/>
              <a:gd name="csY4021" fmla="*/ 1058472 h 1114920"/>
              <a:gd name="csX4022" fmla="*/ 695136 w 1728164"/>
              <a:gd name="csY4022" fmla="*/ 1058695 h 1114920"/>
              <a:gd name="csX4023" fmla="*/ 695314 w 1728164"/>
              <a:gd name="csY4023" fmla="*/ 1058917 h 1114920"/>
              <a:gd name="csX4024" fmla="*/ 695483 w 1728164"/>
              <a:gd name="csY4024" fmla="*/ 1059131 h 1114920"/>
              <a:gd name="csX4025" fmla="*/ 695652 w 1728164"/>
              <a:gd name="csY4025" fmla="*/ 1059353 h 1114920"/>
              <a:gd name="csX4026" fmla="*/ 695830 w 1728164"/>
              <a:gd name="csY4026" fmla="*/ 1059567 h 1114920"/>
              <a:gd name="csX4027" fmla="*/ 695999 w 1728164"/>
              <a:gd name="csY4027" fmla="*/ 1059789 h 1114920"/>
              <a:gd name="csX4028" fmla="*/ 696177 w 1728164"/>
              <a:gd name="csY4028" fmla="*/ 1060002 h 1114920"/>
              <a:gd name="csX4029" fmla="*/ 696346 w 1728164"/>
              <a:gd name="csY4029" fmla="*/ 1060216 h 1114920"/>
              <a:gd name="csX4030" fmla="*/ 696524 w 1728164"/>
              <a:gd name="csY4030" fmla="*/ 1060430 h 1114920"/>
              <a:gd name="csX4031" fmla="*/ 696693 w 1728164"/>
              <a:gd name="csY4031" fmla="*/ 1060643 h 1114920"/>
              <a:gd name="csX4032" fmla="*/ 696862 w 1728164"/>
              <a:gd name="csY4032" fmla="*/ 1060857 h 1114920"/>
              <a:gd name="csX4033" fmla="*/ 697040 w 1728164"/>
              <a:gd name="csY4033" fmla="*/ 1061070 h 1114920"/>
              <a:gd name="csX4034" fmla="*/ 697209 w 1728164"/>
              <a:gd name="csY4034" fmla="*/ 1061284 h 1114920"/>
              <a:gd name="csX4035" fmla="*/ 697386 w 1728164"/>
              <a:gd name="csY4035" fmla="*/ 1061497 h 1114920"/>
              <a:gd name="csX4036" fmla="*/ 697556 w 1728164"/>
              <a:gd name="csY4036" fmla="*/ 1061711 h 1114920"/>
              <a:gd name="csX4037" fmla="*/ 697733 w 1728164"/>
              <a:gd name="csY4037" fmla="*/ 1061915 h 1114920"/>
              <a:gd name="csX4038" fmla="*/ 697903 w 1728164"/>
              <a:gd name="csY4038" fmla="*/ 1062129 h 1114920"/>
              <a:gd name="csX4039" fmla="*/ 698072 w 1728164"/>
              <a:gd name="csY4039" fmla="*/ 1062333 h 1114920"/>
              <a:gd name="csX4040" fmla="*/ 698250 w 1728164"/>
              <a:gd name="csY4040" fmla="*/ 1062547 h 1114920"/>
              <a:gd name="csX4041" fmla="*/ 698419 w 1728164"/>
              <a:gd name="csY4041" fmla="*/ 1062752 h 1114920"/>
              <a:gd name="csX4042" fmla="*/ 698596 w 1728164"/>
              <a:gd name="csY4042" fmla="*/ 1062956 h 1114920"/>
              <a:gd name="csX4043" fmla="*/ 698765 w 1728164"/>
              <a:gd name="csY4043" fmla="*/ 1063161 h 1114920"/>
              <a:gd name="csX4044" fmla="*/ 698943 w 1728164"/>
              <a:gd name="csY4044" fmla="*/ 1063365 h 1114920"/>
              <a:gd name="csX4045" fmla="*/ 699112 w 1728164"/>
              <a:gd name="csY4045" fmla="*/ 1063570 h 1114920"/>
              <a:gd name="csX4046" fmla="*/ 699281 w 1728164"/>
              <a:gd name="csY4046" fmla="*/ 1063775 h 1114920"/>
              <a:gd name="csX4047" fmla="*/ 699459 w 1728164"/>
              <a:gd name="csY4047" fmla="*/ 1063979 h 1114920"/>
              <a:gd name="csX4048" fmla="*/ 699628 w 1728164"/>
              <a:gd name="csY4048" fmla="*/ 1064184 h 1114920"/>
              <a:gd name="csX4049" fmla="*/ 699806 w 1728164"/>
              <a:gd name="csY4049" fmla="*/ 1064380 h 1114920"/>
              <a:gd name="csX4050" fmla="*/ 699975 w 1728164"/>
              <a:gd name="csY4050" fmla="*/ 1064584 h 1114920"/>
              <a:gd name="csX4051" fmla="*/ 700153 w 1728164"/>
              <a:gd name="csY4051" fmla="*/ 1064789 h 1114920"/>
              <a:gd name="csX4052" fmla="*/ 700322 w 1728164"/>
              <a:gd name="csY4052" fmla="*/ 1064985 h 1114920"/>
              <a:gd name="csX4053" fmla="*/ 700491 w 1728164"/>
              <a:gd name="csY4053" fmla="*/ 1065180 h 1114920"/>
              <a:gd name="csX4054" fmla="*/ 700669 w 1728164"/>
              <a:gd name="csY4054" fmla="*/ 1065385 h 1114920"/>
              <a:gd name="csX4055" fmla="*/ 700838 w 1728164"/>
              <a:gd name="csY4055" fmla="*/ 1065581 h 1114920"/>
              <a:gd name="csX4056" fmla="*/ 701016 w 1728164"/>
              <a:gd name="csY4056" fmla="*/ 1065776 h 1114920"/>
              <a:gd name="csX4057" fmla="*/ 701185 w 1728164"/>
              <a:gd name="csY4057" fmla="*/ 1065972 h 1114920"/>
              <a:gd name="csX4058" fmla="*/ 701363 w 1728164"/>
              <a:gd name="csY4058" fmla="*/ 1066168 h 1114920"/>
              <a:gd name="csX4059" fmla="*/ 701532 w 1728164"/>
              <a:gd name="csY4059" fmla="*/ 1066363 h 1114920"/>
              <a:gd name="csX4060" fmla="*/ 701701 w 1728164"/>
              <a:gd name="csY4060" fmla="*/ 1066559 h 1114920"/>
              <a:gd name="csX4061" fmla="*/ 701879 w 1728164"/>
              <a:gd name="csY4061" fmla="*/ 1066755 h 1114920"/>
              <a:gd name="csX4062" fmla="*/ 702048 w 1728164"/>
              <a:gd name="csY4062" fmla="*/ 1066942 h 1114920"/>
              <a:gd name="csX4063" fmla="*/ 702226 w 1728164"/>
              <a:gd name="csY4063" fmla="*/ 1067137 h 1114920"/>
              <a:gd name="csX4064" fmla="*/ 702395 w 1728164"/>
              <a:gd name="csY4064" fmla="*/ 1067333 h 1114920"/>
              <a:gd name="csX4065" fmla="*/ 702573 w 1728164"/>
              <a:gd name="csY4065" fmla="*/ 1067520 h 1114920"/>
              <a:gd name="csX4066" fmla="*/ 702742 w 1728164"/>
              <a:gd name="csY4066" fmla="*/ 1067707 h 1114920"/>
              <a:gd name="csX4067" fmla="*/ 702911 w 1728164"/>
              <a:gd name="csY4067" fmla="*/ 1067902 h 1114920"/>
              <a:gd name="csX4068" fmla="*/ 703089 w 1728164"/>
              <a:gd name="csY4068" fmla="*/ 1068089 h 1114920"/>
              <a:gd name="csX4069" fmla="*/ 703258 w 1728164"/>
              <a:gd name="csY4069" fmla="*/ 1068276 h 1114920"/>
              <a:gd name="csX4070" fmla="*/ 703436 w 1728164"/>
              <a:gd name="csY4070" fmla="*/ 1068463 h 1114920"/>
              <a:gd name="csX4071" fmla="*/ 703605 w 1728164"/>
              <a:gd name="csY4071" fmla="*/ 1068659 h 1114920"/>
              <a:gd name="csX4072" fmla="*/ 703783 w 1728164"/>
              <a:gd name="csY4072" fmla="*/ 1068837 h 1114920"/>
              <a:gd name="csX4073" fmla="*/ 703952 w 1728164"/>
              <a:gd name="csY4073" fmla="*/ 1069023 h 1114920"/>
              <a:gd name="csX4074" fmla="*/ 704121 w 1728164"/>
              <a:gd name="csY4074" fmla="*/ 1069210 h 1114920"/>
              <a:gd name="csX4075" fmla="*/ 704299 w 1728164"/>
              <a:gd name="csY4075" fmla="*/ 1069397 h 1114920"/>
              <a:gd name="csX4076" fmla="*/ 704468 w 1728164"/>
              <a:gd name="csY4076" fmla="*/ 1069584 h 1114920"/>
              <a:gd name="csX4077" fmla="*/ 704646 w 1728164"/>
              <a:gd name="csY4077" fmla="*/ 1069762 h 1114920"/>
              <a:gd name="csX4078" fmla="*/ 704815 w 1728164"/>
              <a:gd name="csY4078" fmla="*/ 1069949 h 1114920"/>
              <a:gd name="csX4079" fmla="*/ 704993 w 1728164"/>
              <a:gd name="csY4079" fmla="*/ 1070127 h 1114920"/>
              <a:gd name="csX4080" fmla="*/ 705162 w 1728164"/>
              <a:gd name="csY4080" fmla="*/ 1070313 h 1114920"/>
              <a:gd name="csX4081" fmla="*/ 705331 w 1728164"/>
              <a:gd name="csY4081" fmla="*/ 1070491 h 1114920"/>
              <a:gd name="csX4082" fmla="*/ 705509 w 1728164"/>
              <a:gd name="csY4082" fmla="*/ 1070669 h 1114920"/>
              <a:gd name="csX4083" fmla="*/ 705678 w 1728164"/>
              <a:gd name="csY4083" fmla="*/ 1070856 h 1114920"/>
              <a:gd name="csX4084" fmla="*/ 705856 w 1728164"/>
              <a:gd name="csY4084" fmla="*/ 1071034 h 1114920"/>
              <a:gd name="csX4085" fmla="*/ 706025 w 1728164"/>
              <a:gd name="csY4085" fmla="*/ 1071212 h 1114920"/>
              <a:gd name="csX4086" fmla="*/ 706203 w 1728164"/>
              <a:gd name="csY4086" fmla="*/ 1071390 h 1114920"/>
              <a:gd name="csX4087" fmla="*/ 706372 w 1728164"/>
              <a:gd name="csY4087" fmla="*/ 1071568 h 1114920"/>
              <a:gd name="csX4088" fmla="*/ 706541 w 1728164"/>
              <a:gd name="csY4088" fmla="*/ 1071746 h 1114920"/>
              <a:gd name="csX4089" fmla="*/ 706719 w 1728164"/>
              <a:gd name="csY4089" fmla="*/ 1071915 h 1114920"/>
              <a:gd name="csX4090" fmla="*/ 706888 w 1728164"/>
              <a:gd name="csY4090" fmla="*/ 1072093 h 1114920"/>
              <a:gd name="csX4091" fmla="*/ 707066 w 1728164"/>
              <a:gd name="csY4091" fmla="*/ 1072271 h 1114920"/>
              <a:gd name="csX4092" fmla="*/ 707235 w 1728164"/>
              <a:gd name="csY4092" fmla="*/ 1072440 h 1114920"/>
              <a:gd name="csX4093" fmla="*/ 707413 w 1728164"/>
              <a:gd name="csY4093" fmla="*/ 1072618 h 1114920"/>
              <a:gd name="csX4094" fmla="*/ 707582 w 1728164"/>
              <a:gd name="csY4094" fmla="*/ 1072787 h 1114920"/>
              <a:gd name="csX4095" fmla="*/ 707751 w 1728164"/>
              <a:gd name="csY4095" fmla="*/ 1072965 h 1114920"/>
              <a:gd name="csX4096" fmla="*/ 707929 w 1728164"/>
              <a:gd name="csY4096" fmla="*/ 1073134 h 1114920"/>
              <a:gd name="csX4097" fmla="*/ 708098 w 1728164"/>
              <a:gd name="csY4097" fmla="*/ 1073303 h 1114920"/>
              <a:gd name="csX4098" fmla="*/ 708276 w 1728164"/>
              <a:gd name="csY4098" fmla="*/ 1073481 h 1114920"/>
              <a:gd name="csX4099" fmla="*/ 708445 w 1728164"/>
              <a:gd name="csY4099" fmla="*/ 1073650 h 1114920"/>
              <a:gd name="csX4100" fmla="*/ 708623 w 1728164"/>
              <a:gd name="csY4100" fmla="*/ 1073819 h 1114920"/>
              <a:gd name="csX4101" fmla="*/ 708792 w 1728164"/>
              <a:gd name="csY4101" fmla="*/ 1073988 h 1114920"/>
              <a:gd name="csX4102" fmla="*/ 708961 w 1728164"/>
              <a:gd name="csY4102" fmla="*/ 1074157 h 1114920"/>
              <a:gd name="csX4103" fmla="*/ 709139 w 1728164"/>
              <a:gd name="csY4103" fmla="*/ 1074326 h 1114920"/>
              <a:gd name="csX4104" fmla="*/ 709308 w 1728164"/>
              <a:gd name="csY4104" fmla="*/ 1074486 h 1114920"/>
              <a:gd name="csX4105" fmla="*/ 709486 w 1728164"/>
              <a:gd name="csY4105" fmla="*/ 1074655 h 1114920"/>
              <a:gd name="csX4106" fmla="*/ 709655 w 1728164"/>
              <a:gd name="csY4106" fmla="*/ 1074824 h 1114920"/>
              <a:gd name="csX4107" fmla="*/ 709824 w 1728164"/>
              <a:gd name="csY4107" fmla="*/ 1074984 h 1114920"/>
              <a:gd name="csX4108" fmla="*/ 710002 w 1728164"/>
              <a:gd name="csY4108" fmla="*/ 1075153 h 1114920"/>
              <a:gd name="csX4109" fmla="*/ 710171 w 1728164"/>
              <a:gd name="csY4109" fmla="*/ 1075313 h 1114920"/>
              <a:gd name="csX4110" fmla="*/ 710349 w 1728164"/>
              <a:gd name="csY4110" fmla="*/ 1075482 h 1114920"/>
              <a:gd name="csX4111" fmla="*/ 710518 w 1728164"/>
              <a:gd name="csY4111" fmla="*/ 1075642 h 1114920"/>
              <a:gd name="csX4112" fmla="*/ 710696 w 1728164"/>
              <a:gd name="csY4112" fmla="*/ 1075803 h 1114920"/>
              <a:gd name="csX4113" fmla="*/ 710865 w 1728164"/>
              <a:gd name="csY4113" fmla="*/ 1075963 h 1114920"/>
              <a:gd name="csX4114" fmla="*/ 711034 w 1728164"/>
              <a:gd name="csY4114" fmla="*/ 1076132 h 1114920"/>
              <a:gd name="csX4115" fmla="*/ 711212 w 1728164"/>
              <a:gd name="csY4115" fmla="*/ 1076292 h 1114920"/>
              <a:gd name="csX4116" fmla="*/ 711381 w 1728164"/>
              <a:gd name="csY4116" fmla="*/ 1076452 h 1114920"/>
              <a:gd name="csX4117" fmla="*/ 711559 w 1728164"/>
              <a:gd name="csY4117" fmla="*/ 1076612 h 1114920"/>
              <a:gd name="csX4118" fmla="*/ 711728 w 1728164"/>
              <a:gd name="csY4118" fmla="*/ 1076772 h 1114920"/>
              <a:gd name="csX4119" fmla="*/ 711906 w 1728164"/>
              <a:gd name="csY4119" fmla="*/ 1076924 h 1114920"/>
              <a:gd name="csX4120" fmla="*/ 712075 w 1728164"/>
              <a:gd name="csY4120" fmla="*/ 1077084 h 1114920"/>
              <a:gd name="csX4121" fmla="*/ 712244 w 1728164"/>
              <a:gd name="csY4121" fmla="*/ 1077244 h 1114920"/>
              <a:gd name="csX4122" fmla="*/ 712422 w 1728164"/>
              <a:gd name="csY4122" fmla="*/ 1077395 h 1114920"/>
              <a:gd name="csX4123" fmla="*/ 712591 w 1728164"/>
              <a:gd name="csY4123" fmla="*/ 1077555 h 1114920"/>
              <a:gd name="csX4124" fmla="*/ 712768 w 1728164"/>
              <a:gd name="csY4124" fmla="*/ 1077715 h 1114920"/>
              <a:gd name="csX4125" fmla="*/ 712937 w 1728164"/>
              <a:gd name="csY4125" fmla="*/ 1077867 h 1114920"/>
              <a:gd name="csX4126" fmla="*/ 713115 w 1728164"/>
              <a:gd name="csY4126" fmla="*/ 1078018 h 1114920"/>
              <a:gd name="csX4127" fmla="*/ 713284 w 1728164"/>
              <a:gd name="csY4127" fmla="*/ 1078178 h 1114920"/>
              <a:gd name="csX4128" fmla="*/ 713454 w 1728164"/>
              <a:gd name="csY4128" fmla="*/ 1078329 h 1114920"/>
              <a:gd name="csX4129" fmla="*/ 713631 w 1728164"/>
              <a:gd name="csY4129" fmla="*/ 1078480 h 1114920"/>
              <a:gd name="csX4130" fmla="*/ 713801 w 1728164"/>
              <a:gd name="csY4130" fmla="*/ 1078632 h 1114920"/>
              <a:gd name="csX4131" fmla="*/ 713978 w 1728164"/>
              <a:gd name="csY4131" fmla="*/ 1078783 h 1114920"/>
              <a:gd name="csX4132" fmla="*/ 714147 w 1728164"/>
              <a:gd name="csY4132" fmla="*/ 1078934 h 1114920"/>
              <a:gd name="csX4133" fmla="*/ 714325 w 1728164"/>
              <a:gd name="csY4133" fmla="*/ 1079085 h 1114920"/>
              <a:gd name="csX4134" fmla="*/ 714494 w 1728164"/>
              <a:gd name="csY4134" fmla="*/ 1079237 h 1114920"/>
              <a:gd name="csX4135" fmla="*/ 714663 w 1728164"/>
              <a:gd name="csY4135" fmla="*/ 1079388 h 1114920"/>
              <a:gd name="csX4136" fmla="*/ 714841 w 1728164"/>
              <a:gd name="csY4136" fmla="*/ 1079539 h 1114920"/>
              <a:gd name="csX4137" fmla="*/ 715010 w 1728164"/>
              <a:gd name="csY4137" fmla="*/ 1079681 h 1114920"/>
              <a:gd name="csX4138" fmla="*/ 715188 w 1728164"/>
              <a:gd name="csY4138" fmla="*/ 1079833 h 1114920"/>
              <a:gd name="csX4139" fmla="*/ 715357 w 1728164"/>
              <a:gd name="csY4139" fmla="*/ 1079984 h 1114920"/>
              <a:gd name="csX4140" fmla="*/ 715535 w 1728164"/>
              <a:gd name="csY4140" fmla="*/ 1080126 h 1114920"/>
              <a:gd name="csX4141" fmla="*/ 715704 w 1728164"/>
              <a:gd name="csY4141" fmla="*/ 1080277 h 1114920"/>
              <a:gd name="csX4142" fmla="*/ 715873 w 1728164"/>
              <a:gd name="csY4142" fmla="*/ 1080420 h 1114920"/>
              <a:gd name="csX4143" fmla="*/ 716051 w 1728164"/>
              <a:gd name="csY4143" fmla="*/ 1080571 h 1114920"/>
              <a:gd name="csX4144" fmla="*/ 716220 w 1728164"/>
              <a:gd name="csY4144" fmla="*/ 1080713 h 1114920"/>
              <a:gd name="csX4145" fmla="*/ 716398 w 1728164"/>
              <a:gd name="csY4145" fmla="*/ 1080856 h 1114920"/>
              <a:gd name="csX4146" fmla="*/ 716567 w 1728164"/>
              <a:gd name="csY4146" fmla="*/ 1080998 h 1114920"/>
              <a:gd name="csX4147" fmla="*/ 716745 w 1728164"/>
              <a:gd name="csY4147" fmla="*/ 1081140 h 1114920"/>
              <a:gd name="csX4148" fmla="*/ 716914 w 1728164"/>
              <a:gd name="csY4148" fmla="*/ 1081283 h 1114920"/>
              <a:gd name="csX4149" fmla="*/ 717083 w 1728164"/>
              <a:gd name="csY4149" fmla="*/ 1081425 h 1114920"/>
              <a:gd name="csX4150" fmla="*/ 717261 w 1728164"/>
              <a:gd name="csY4150" fmla="*/ 1081567 h 1114920"/>
              <a:gd name="csX4151" fmla="*/ 717430 w 1728164"/>
              <a:gd name="csY4151" fmla="*/ 1081710 h 1114920"/>
              <a:gd name="csX4152" fmla="*/ 717608 w 1728164"/>
              <a:gd name="csY4152" fmla="*/ 1081852 h 1114920"/>
              <a:gd name="csX4153" fmla="*/ 717777 w 1728164"/>
              <a:gd name="csY4153" fmla="*/ 1081995 h 1114920"/>
              <a:gd name="csX4154" fmla="*/ 717955 w 1728164"/>
              <a:gd name="csY4154" fmla="*/ 1082137 h 1114920"/>
              <a:gd name="csX4155" fmla="*/ 718124 w 1728164"/>
              <a:gd name="csY4155" fmla="*/ 1082270 h 1114920"/>
              <a:gd name="csX4156" fmla="*/ 718293 w 1728164"/>
              <a:gd name="csY4156" fmla="*/ 1082413 h 1114920"/>
              <a:gd name="csX4157" fmla="*/ 718471 w 1728164"/>
              <a:gd name="csY4157" fmla="*/ 1082546 h 1114920"/>
              <a:gd name="csX4158" fmla="*/ 718640 w 1728164"/>
              <a:gd name="csY4158" fmla="*/ 1082688 h 1114920"/>
              <a:gd name="csX4159" fmla="*/ 718818 w 1728164"/>
              <a:gd name="csY4159" fmla="*/ 1082822 h 1114920"/>
              <a:gd name="csX4160" fmla="*/ 718987 w 1728164"/>
              <a:gd name="csY4160" fmla="*/ 1082964 h 1114920"/>
              <a:gd name="csX4161" fmla="*/ 719165 w 1728164"/>
              <a:gd name="csY4161" fmla="*/ 1083098 h 1114920"/>
              <a:gd name="csX4162" fmla="*/ 719334 w 1728164"/>
              <a:gd name="csY4162" fmla="*/ 1083231 h 1114920"/>
              <a:gd name="csX4163" fmla="*/ 719503 w 1728164"/>
              <a:gd name="csY4163" fmla="*/ 1083365 h 1114920"/>
              <a:gd name="csX4164" fmla="*/ 719681 w 1728164"/>
              <a:gd name="csY4164" fmla="*/ 1083507 h 1114920"/>
              <a:gd name="csX4165" fmla="*/ 719850 w 1728164"/>
              <a:gd name="csY4165" fmla="*/ 1083640 h 1114920"/>
              <a:gd name="csX4166" fmla="*/ 720028 w 1728164"/>
              <a:gd name="csY4166" fmla="*/ 1083774 h 1114920"/>
              <a:gd name="csX4167" fmla="*/ 720197 w 1728164"/>
              <a:gd name="csY4167" fmla="*/ 1083907 h 1114920"/>
              <a:gd name="csX4168" fmla="*/ 720375 w 1728164"/>
              <a:gd name="csY4168" fmla="*/ 1084041 h 1114920"/>
              <a:gd name="csX4169" fmla="*/ 720544 w 1728164"/>
              <a:gd name="csY4169" fmla="*/ 1084165 h 1114920"/>
              <a:gd name="csX4170" fmla="*/ 720713 w 1728164"/>
              <a:gd name="csY4170" fmla="*/ 1084299 h 1114920"/>
              <a:gd name="csX4171" fmla="*/ 720891 w 1728164"/>
              <a:gd name="csY4171" fmla="*/ 1084432 h 1114920"/>
              <a:gd name="csX4172" fmla="*/ 721060 w 1728164"/>
              <a:gd name="csY4172" fmla="*/ 1084566 h 1114920"/>
              <a:gd name="csX4173" fmla="*/ 721238 w 1728164"/>
              <a:gd name="csY4173" fmla="*/ 1084690 h 1114920"/>
              <a:gd name="csX4174" fmla="*/ 721407 w 1728164"/>
              <a:gd name="csY4174" fmla="*/ 1084824 h 1114920"/>
              <a:gd name="csX4175" fmla="*/ 721585 w 1728164"/>
              <a:gd name="csY4175" fmla="*/ 1084948 h 1114920"/>
              <a:gd name="csX4176" fmla="*/ 721754 w 1728164"/>
              <a:gd name="csY4176" fmla="*/ 1085082 h 1114920"/>
              <a:gd name="csX4177" fmla="*/ 721923 w 1728164"/>
              <a:gd name="csY4177" fmla="*/ 1085206 h 1114920"/>
              <a:gd name="csX4178" fmla="*/ 722101 w 1728164"/>
              <a:gd name="csY4178" fmla="*/ 1085340 h 1114920"/>
              <a:gd name="csX4179" fmla="*/ 722270 w 1728164"/>
              <a:gd name="csY4179" fmla="*/ 1085464 h 1114920"/>
              <a:gd name="csX4180" fmla="*/ 722448 w 1728164"/>
              <a:gd name="csY4180" fmla="*/ 1085589 h 1114920"/>
              <a:gd name="csX4181" fmla="*/ 722617 w 1728164"/>
              <a:gd name="csY4181" fmla="*/ 1085722 h 1114920"/>
              <a:gd name="csX4182" fmla="*/ 722795 w 1728164"/>
              <a:gd name="csY4182" fmla="*/ 1085847 h 1114920"/>
              <a:gd name="csX4183" fmla="*/ 722964 w 1728164"/>
              <a:gd name="csY4183" fmla="*/ 1085971 h 1114920"/>
              <a:gd name="csX4184" fmla="*/ 723133 w 1728164"/>
              <a:gd name="csY4184" fmla="*/ 1086096 h 1114920"/>
              <a:gd name="csX4185" fmla="*/ 723311 w 1728164"/>
              <a:gd name="csY4185" fmla="*/ 1086220 h 1114920"/>
              <a:gd name="csX4186" fmla="*/ 723480 w 1728164"/>
              <a:gd name="csY4186" fmla="*/ 1086345 h 1114920"/>
              <a:gd name="csX4187" fmla="*/ 723658 w 1728164"/>
              <a:gd name="csY4187" fmla="*/ 1086469 h 1114920"/>
              <a:gd name="csX4188" fmla="*/ 723827 w 1728164"/>
              <a:gd name="csY4188" fmla="*/ 1086594 h 1114920"/>
              <a:gd name="csX4189" fmla="*/ 724005 w 1728164"/>
              <a:gd name="csY4189" fmla="*/ 1086719 h 1114920"/>
              <a:gd name="csX4190" fmla="*/ 724174 w 1728164"/>
              <a:gd name="csY4190" fmla="*/ 1086834 h 1114920"/>
              <a:gd name="csX4191" fmla="*/ 724343 w 1728164"/>
              <a:gd name="csY4191" fmla="*/ 1086959 h 1114920"/>
              <a:gd name="csX4192" fmla="*/ 724521 w 1728164"/>
              <a:gd name="csY4192" fmla="*/ 1087083 h 1114920"/>
              <a:gd name="csX4193" fmla="*/ 724690 w 1728164"/>
              <a:gd name="csY4193" fmla="*/ 1087199 h 1114920"/>
              <a:gd name="csX4194" fmla="*/ 724868 w 1728164"/>
              <a:gd name="csY4194" fmla="*/ 1087324 h 1114920"/>
              <a:gd name="csX4195" fmla="*/ 725037 w 1728164"/>
              <a:gd name="csY4195" fmla="*/ 1087439 h 1114920"/>
              <a:gd name="csX4196" fmla="*/ 725215 w 1728164"/>
              <a:gd name="csY4196" fmla="*/ 1087564 h 1114920"/>
              <a:gd name="csX4197" fmla="*/ 725384 w 1728164"/>
              <a:gd name="csY4197" fmla="*/ 1087679 h 1114920"/>
              <a:gd name="csX4198" fmla="*/ 725553 w 1728164"/>
              <a:gd name="csY4198" fmla="*/ 1087795 h 1114920"/>
              <a:gd name="csX4199" fmla="*/ 725731 w 1728164"/>
              <a:gd name="csY4199" fmla="*/ 1087919 h 1114920"/>
              <a:gd name="csX4200" fmla="*/ 725900 w 1728164"/>
              <a:gd name="csY4200" fmla="*/ 1088035 h 1114920"/>
              <a:gd name="csX4201" fmla="*/ 726078 w 1728164"/>
              <a:gd name="csY4201" fmla="*/ 1088151 h 1114920"/>
              <a:gd name="csX4202" fmla="*/ 726247 w 1728164"/>
              <a:gd name="csY4202" fmla="*/ 1088266 h 1114920"/>
              <a:gd name="csX4203" fmla="*/ 726425 w 1728164"/>
              <a:gd name="csY4203" fmla="*/ 1088382 h 1114920"/>
              <a:gd name="csX4204" fmla="*/ 726594 w 1728164"/>
              <a:gd name="csY4204" fmla="*/ 1088498 h 1114920"/>
              <a:gd name="csX4205" fmla="*/ 726763 w 1728164"/>
              <a:gd name="csY4205" fmla="*/ 1088613 h 1114920"/>
              <a:gd name="csX4206" fmla="*/ 726941 w 1728164"/>
              <a:gd name="csY4206" fmla="*/ 1088729 h 1114920"/>
              <a:gd name="csX4207" fmla="*/ 727110 w 1728164"/>
              <a:gd name="csY4207" fmla="*/ 1088845 h 1114920"/>
              <a:gd name="csX4208" fmla="*/ 727287 w 1728164"/>
              <a:gd name="csY4208" fmla="*/ 1088960 h 1114920"/>
              <a:gd name="csX4209" fmla="*/ 727457 w 1728164"/>
              <a:gd name="csY4209" fmla="*/ 1089076 h 1114920"/>
              <a:gd name="csX4210" fmla="*/ 727634 w 1728164"/>
              <a:gd name="csY4210" fmla="*/ 1089192 h 1114920"/>
              <a:gd name="csX4211" fmla="*/ 727804 w 1728164"/>
              <a:gd name="csY4211" fmla="*/ 1089298 h 1114920"/>
              <a:gd name="csX4212" fmla="*/ 727972 w 1728164"/>
              <a:gd name="csY4212" fmla="*/ 1089414 h 1114920"/>
              <a:gd name="csX4213" fmla="*/ 728150 w 1728164"/>
              <a:gd name="csY4213" fmla="*/ 1089530 h 1114920"/>
              <a:gd name="csX4214" fmla="*/ 728319 w 1728164"/>
              <a:gd name="csY4214" fmla="*/ 1089637 h 1114920"/>
              <a:gd name="csX4215" fmla="*/ 728497 w 1728164"/>
              <a:gd name="csY4215" fmla="*/ 1089752 h 1114920"/>
              <a:gd name="csX4216" fmla="*/ 728666 w 1728164"/>
              <a:gd name="csY4216" fmla="*/ 1089859 h 1114920"/>
              <a:gd name="csX4217" fmla="*/ 728835 w 1728164"/>
              <a:gd name="csY4217" fmla="*/ 1089975 h 1114920"/>
              <a:gd name="csX4218" fmla="*/ 729013 w 1728164"/>
              <a:gd name="csY4218" fmla="*/ 1090081 h 1114920"/>
              <a:gd name="csX4219" fmla="*/ 729182 w 1728164"/>
              <a:gd name="csY4219" fmla="*/ 1090188 h 1114920"/>
              <a:gd name="csX4220" fmla="*/ 729360 w 1728164"/>
              <a:gd name="csY4220" fmla="*/ 1090304 h 1114920"/>
              <a:gd name="csX4221" fmla="*/ 729529 w 1728164"/>
              <a:gd name="csY4221" fmla="*/ 1090411 h 1114920"/>
              <a:gd name="csX4222" fmla="*/ 729707 w 1728164"/>
              <a:gd name="csY4222" fmla="*/ 1090517 h 1114920"/>
              <a:gd name="csX4223" fmla="*/ 729876 w 1728164"/>
              <a:gd name="csY4223" fmla="*/ 1090624 h 1114920"/>
              <a:gd name="csX4224" fmla="*/ 730045 w 1728164"/>
              <a:gd name="csY4224" fmla="*/ 1090731 h 1114920"/>
              <a:gd name="csX4225" fmla="*/ 730223 w 1728164"/>
              <a:gd name="csY4225" fmla="*/ 1090838 h 1114920"/>
              <a:gd name="csX4226" fmla="*/ 730392 w 1728164"/>
              <a:gd name="csY4226" fmla="*/ 1090944 h 1114920"/>
              <a:gd name="csX4227" fmla="*/ 730570 w 1728164"/>
              <a:gd name="csY4227" fmla="*/ 1091051 h 1114920"/>
              <a:gd name="csX4228" fmla="*/ 730739 w 1728164"/>
              <a:gd name="csY4228" fmla="*/ 1091158 h 1114920"/>
              <a:gd name="csX4229" fmla="*/ 730917 w 1728164"/>
              <a:gd name="csY4229" fmla="*/ 1091265 h 1114920"/>
              <a:gd name="csX4230" fmla="*/ 731086 w 1728164"/>
              <a:gd name="csY4230" fmla="*/ 1091371 h 1114920"/>
              <a:gd name="csX4231" fmla="*/ 731255 w 1728164"/>
              <a:gd name="csY4231" fmla="*/ 1091469 h 1114920"/>
              <a:gd name="csX4232" fmla="*/ 731433 w 1728164"/>
              <a:gd name="csY4232" fmla="*/ 1091576 h 1114920"/>
              <a:gd name="csX4233" fmla="*/ 731602 w 1728164"/>
              <a:gd name="csY4233" fmla="*/ 1091683 h 1114920"/>
              <a:gd name="csX4234" fmla="*/ 731780 w 1728164"/>
              <a:gd name="csY4234" fmla="*/ 1091781 h 1114920"/>
              <a:gd name="csX4235" fmla="*/ 731949 w 1728164"/>
              <a:gd name="csY4235" fmla="*/ 1091887 h 1114920"/>
              <a:gd name="csX4236" fmla="*/ 732127 w 1728164"/>
              <a:gd name="csY4236" fmla="*/ 1091994 h 1114920"/>
              <a:gd name="csX4237" fmla="*/ 732296 w 1728164"/>
              <a:gd name="csY4237" fmla="*/ 1092092 h 1114920"/>
              <a:gd name="csX4238" fmla="*/ 732465 w 1728164"/>
              <a:gd name="csY4238" fmla="*/ 1092190 h 1114920"/>
              <a:gd name="csX4239" fmla="*/ 732643 w 1728164"/>
              <a:gd name="csY4239" fmla="*/ 1092297 h 1114920"/>
              <a:gd name="csX4240" fmla="*/ 732812 w 1728164"/>
              <a:gd name="csY4240" fmla="*/ 1092394 h 1114920"/>
              <a:gd name="csX4241" fmla="*/ 732990 w 1728164"/>
              <a:gd name="csY4241" fmla="*/ 1092501 h 1114920"/>
              <a:gd name="csX4242" fmla="*/ 733159 w 1728164"/>
              <a:gd name="csY4242" fmla="*/ 1092599 h 1114920"/>
              <a:gd name="csX4243" fmla="*/ 733337 w 1728164"/>
              <a:gd name="csY4243" fmla="*/ 1092697 h 1114920"/>
              <a:gd name="csX4244" fmla="*/ 733506 w 1728164"/>
              <a:gd name="csY4244" fmla="*/ 1092795 h 1114920"/>
              <a:gd name="csX4245" fmla="*/ 733675 w 1728164"/>
              <a:gd name="csY4245" fmla="*/ 1092893 h 1114920"/>
              <a:gd name="csX4246" fmla="*/ 733853 w 1728164"/>
              <a:gd name="csY4246" fmla="*/ 1092991 h 1114920"/>
              <a:gd name="csX4247" fmla="*/ 734022 w 1728164"/>
              <a:gd name="csY4247" fmla="*/ 1093088 h 1114920"/>
              <a:gd name="csX4248" fmla="*/ 734200 w 1728164"/>
              <a:gd name="csY4248" fmla="*/ 1093186 h 1114920"/>
              <a:gd name="csX4249" fmla="*/ 734369 w 1728164"/>
              <a:gd name="csY4249" fmla="*/ 1093284 h 1114920"/>
              <a:gd name="csX4250" fmla="*/ 734547 w 1728164"/>
              <a:gd name="csY4250" fmla="*/ 1093382 h 1114920"/>
              <a:gd name="csX4251" fmla="*/ 734716 w 1728164"/>
              <a:gd name="csY4251" fmla="*/ 1093480 h 1114920"/>
              <a:gd name="csX4252" fmla="*/ 734885 w 1728164"/>
              <a:gd name="csY4252" fmla="*/ 1093578 h 1114920"/>
              <a:gd name="csX4253" fmla="*/ 735063 w 1728164"/>
              <a:gd name="csY4253" fmla="*/ 1093676 h 1114920"/>
              <a:gd name="csX4254" fmla="*/ 735232 w 1728164"/>
              <a:gd name="csY4254" fmla="*/ 1093773 h 1114920"/>
              <a:gd name="csX4255" fmla="*/ 735410 w 1728164"/>
              <a:gd name="csY4255" fmla="*/ 1093862 h 1114920"/>
              <a:gd name="csX4256" fmla="*/ 735579 w 1728164"/>
              <a:gd name="csY4256" fmla="*/ 1093960 h 1114920"/>
              <a:gd name="csX4257" fmla="*/ 735757 w 1728164"/>
              <a:gd name="csY4257" fmla="*/ 1094058 h 1114920"/>
              <a:gd name="csX4258" fmla="*/ 735926 w 1728164"/>
              <a:gd name="csY4258" fmla="*/ 1094147 h 1114920"/>
              <a:gd name="csX4259" fmla="*/ 736095 w 1728164"/>
              <a:gd name="csY4259" fmla="*/ 1094245 h 1114920"/>
              <a:gd name="csX4260" fmla="*/ 736273 w 1728164"/>
              <a:gd name="csY4260" fmla="*/ 1094334 h 1114920"/>
              <a:gd name="csX4261" fmla="*/ 736442 w 1728164"/>
              <a:gd name="csY4261" fmla="*/ 1094432 h 1114920"/>
              <a:gd name="csX4262" fmla="*/ 736620 w 1728164"/>
              <a:gd name="csY4262" fmla="*/ 1094521 h 1114920"/>
              <a:gd name="csX4263" fmla="*/ 736789 w 1728164"/>
              <a:gd name="csY4263" fmla="*/ 1094610 h 1114920"/>
              <a:gd name="csX4264" fmla="*/ 736967 w 1728164"/>
              <a:gd name="csY4264" fmla="*/ 1094707 h 1114920"/>
              <a:gd name="csX4265" fmla="*/ 737136 w 1728164"/>
              <a:gd name="csY4265" fmla="*/ 1094796 h 1114920"/>
              <a:gd name="csX4266" fmla="*/ 737305 w 1728164"/>
              <a:gd name="csY4266" fmla="*/ 1094885 h 1114920"/>
              <a:gd name="csX4267" fmla="*/ 737483 w 1728164"/>
              <a:gd name="csY4267" fmla="*/ 1094983 h 1114920"/>
              <a:gd name="csX4268" fmla="*/ 737652 w 1728164"/>
              <a:gd name="csY4268" fmla="*/ 1095072 h 1114920"/>
              <a:gd name="csX4269" fmla="*/ 737830 w 1728164"/>
              <a:gd name="csY4269" fmla="*/ 1095161 h 1114920"/>
              <a:gd name="csX4270" fmla="*/ 737999 w 1728164"/>
              <a:gd name="csY4270" fmla="*/ 1095250 h 1114920"/>
              <a:gd name="csX4271" fmla="*/ 738177 w 1728164"/>
              <a:gd name="csY4271" fmla="*/ 1095339 h 1114920"/>
              <a:gd name="csX4272" fmla="*/ 738346 w 1728164"/>
              <a:gd name="csY4272" fmla="*/ 1095428 h 1114920"/>
              <a:gd name="csX4273" fmla="*/ 738515 w 1728164"/>
              <a:gd name="csY4273" fmla="*/ 1095517 h 1114920"/>
              <a:gd name="csX4274" fmla="*/ 738693 w 1728164"/>
              <a:gd name="csY4274" fmla="*/ 1095606 h 1114920"/>
              <a:gd name="csX4275" fmla="*/ 738862 w 1728164"/>
              <a:gd name="csY4275" fmla="*/ 1095695 h 1114920"/>
              <a:gd name="csX4276" fmla="*/ 739040 w 1728164"/>
              <a:gd name="csY4276" fmla="*/ 1095784 h 1114920"/>
              <a:gd name="csX4277" fmla="*/ 739209 w 1728164"/>
              <a:gd name="csY4277" fmla="*/ 1095864 h 1114920"/>
              <a:gd name="csX4278" fmla="*/ 739387 w 1728164"/>
              <a:gd name="csY4278" fmla="*/ 1095953 h 1114920"/>
              <a:gd name="csX4279" fmla="*/ 739556 w 1728164"/>
              <a:gd name="csY4279" fmla="*/ 1096042 h 1114920"/>
              <a:gd name="csX4280" fmla="*/ 739725 w 1728164"/>
              <a:gd name="csY4280" fmla="*/ 1096131 h 1114920"/>
              <a:gd name="csX4281" fmla="*/ 739903 w 1728164"/>
              <a:gd name="csY4281" fmla="*/ 1096211 h 1114920"/>
              <a:gd name="csX4282" fmla="*/ 740072 w 1728164"/>
              <a:gd name="csY4282" fmla="*/ 1096300 h 1114920"/>
              <a:gd name="csX4283" fmla="*/ 740250 w 1728164"/>
              <a:gd name="csY4283" fmla="*/ 1096380 h 1114920"/>
              <a:gd name="csX4284" fmla="*/ 740419 w 1728164"/>
              <a:gd name="csY4284" fmla="*/ 1096469 h 1114920"/>
              <a:gd name="csX4285" fmla="*/ 740597 w 1728164"/>
              <a:gd name="csY4285" fmla="*/ 1096558 h 1114920"/>
              <a:gd name="csX4286" fmla="*/ 740766 w 1728164"/>
              <a:gd name="csY4286" fmla="*/ 1096638 h 1114920"/>
              <a:gd name="csX4287" fmla="*/ 740935 w 1728164"/>
              <a:gd name="csY4287" fmla="*/ 1096718 h 1114920"/>
              <a:gd name="csX4288" fmla="*/ 741113 w 1728164"/>
              <a:gd name="csY4288" fmla="*/ 1096807 h 1114920"/>
              <a:gd name="csX4289" fmla="*/ 741282 w 1728164"/>
              <a:gd name="csY4289" fmla="*/ 1096887 h 1114920"/>
              <a:gd name="csX4290" fmla="*/ 741460 w 1728164"/>
              <a:gd name="csY4290" fmla="*/ 1096967 h 1114920"/>
              <a:gd name="csX4291" fmla="*/ 741629 w 1728164"/>
              <a:gd name="csY4291" fmla="*/ 1097056 h 1114920"/>
              <a:gd name="csX4292" fmla="*/ 741807 w 1728164"/>
              <a:gd name="csY4292" fmla="*/ 1097136 h 1114920"/>
              <a:gd name="csX4293" fmla="*/ 741975 w 1728164"/>
              <a:gd name="csY4293" fmla="*/ 1097216 h 1114920"/>
              <a:gd name="csX4294" fmla="*/ 742145 w 1728164"/>
              <a:gd name="csY4294" fmla="*/ 1097296 h 1114920"/>
              <a:gd name="csX4295" fmla="*/ 742322 w 1728164"/>
              <a:gd name="csY4295" fmla="*/ 1097376 h 1114920"/>
              <a:gd name="csX4296" fmla="*/ 742492 w 1728164"/>
              <a:gd name="csY4296" fmla="*/ 1097465 h 1114920"/>
              <a:gd name="csX4297" fmla="*/ 742669 w 1728164"/>
              <a:gd name="csY4297" fmla="*/ 1097546 h 1114920"/>
              <a:gd name="csX4298" fmla="*/ 742839 w 1728164"/>
              <a:gd name="csY4298" fmla="*/ 1097626 h 1114920"/>
              <a:gd name="csX4299" fmla="*/ 743016 w 1728164"/>
              <a:gd name="csY4299" fmla="*/ 1097706 h 1114920"/>
              <a:gd name="csX4300" fmla="*/ 743185 w 1728164"/>
              <a:gd name="csY4300" fmla="*/ 1097777 h 1114920"/>
              <a:gd name="csX4301" fmla="*/ 743354 w 1728164"/>
              <a:gd name="csY4301" fmla="*/ 1097857 h 1114920"/>
              <a:gd name="csX4302" fmla="*/ 743532 w 1728164"/>
              <a:gd name="csY4302" fmla="*/ 1097937 h 1114920"/>
              <a:gd name="csX4303" fmla="*/ 743701 w 1728164"/>
              <a:gd name="csY4303" fmla="*/ 1098017 h 1114920"/>
              <a:gd name="csX4304" fmla="*/ 743879 w 1728164"/>
              <a:gd name="csY4304" fmla="*/ 1098097 h 1114920"/>
              <a:gd name="csX4305" fmla="*/ 744048 w 1728164"/>
              <a:gd name="csY4305" fmla="*/ 1098177 h 1114920"/>
              <a:gd name="csX4306" fmla="*/ 744226 w 1728164"/>
              <a:gd name="csY4306" fmla="*/ 1098248 h 1114920"/>
              <a:gd name="csX4307" fmla="*/ 744395 w 1728164"/>
              <a:gd name="csY4307" fmla="*/ 1098328 h 1114920"/>
              <a:gd name="csX4308" fmla="*/ 744564 w 1728164"/>
              <a:gd name="csY4308" fmla="*/ 1098408 h 1114920"/>
              <a:gd name="csX4309" fmla="*/ 744742 w 1728164"/>
              <a:gd name="csY4309" fmla="*/ 1098480 h 1114920"/>
              <a:gd name="csX4310" fmla="*/ 744911 w 1728164"/>
              <a:gd name="csY4310" fmla="*/ 1098560 h 1114920"/>
              <a:gd name="csX4311" fmla="*/ 745089 w 1728164"/>
              <a:gd name="csY4311" fmla="*/ 1098631 h 1114920"/>
              <a:gd name="csX4312" fmla="*/ 745258 w 1728164"/>
              <a:gd name="csY4312" fmla="*/ 1098711 h 1114920"/>
              <a:gd name="csX4313" fmla="*/ 745436 w 1728164"/>
              <a:gd name="csY4313" fmla="*/ 1098782 h 1114920"/>
              <a:gd name="csX4314" fmla="*/ 745605 w 1728164"/>
              <a:gd name="csY4314" fmla="*/ 1098862 h 1114920"/>
              <a:gd name="csX4315" fmla="*/ 745774 w 1728164"/>
              <a:gd name="csY4315" fmla="*/ 1098933 h 1114920"/>
              <a:gd name="csX4316" fmla="*/ 745952 w 1728164"/>
              <a:gd name="csY4316" fmla="*/ 1099013 h 1114920"/>
              <a:gd name="csX4317" fmla="*/ 746121 w 1728164"/>
              <a:gd name="csY4317" fmla="*/ 1099085 h 1114920"/>
              <a:gd name="csX4318" fmla="*/ 746299 w 1728164"/>
              <a:gd name="csY4318" fmla="*/ 1099156 h 1114920"/>
              <a:gd name="csX4319" fmla="*/ 746468 w 1728164"/>
              <a:gd name="csY4319" fmla="*/ 1099236 h 1114920"/>
              <a:gd name="csX4320" fmla="*/ 746646 w 1728164"/>
              <a:gd name="csY4320" fmla="*/ 1099307 h 1114920"/>
              <a:gd name="csX4321" fmla="*/ 746815 w 1728164"/>
              <a:gd name="csY4321" fmla="*/ 1099378 h 1114920"/>
              <a:gd name="csX4322" fmla="*/ 746984 w 1728164"/>
              <a:gd name="csY4322" fmla="*/ 1099449 h 1114920"/>
              <a:gd name="csX4323" fmla="*/ 747162 w 1728164"/>
              <a:gd name="csY4323" fmla="*/ 1099521 h 1114920"/>
              <a:gd name="csX4324" fmla="*/ 747331 w 1728164"/>
              <a:gd name="csY4324" fmla="*/ 1099592 h 1114920"/>
              <a:gd name="csX4325" fmla="*/ 747509 w 1728164"/>
              <a:gd name="csY4325" fmla="*/ 1099663 h 1114920"/>
              <a:gd name="csX4326" fmla="*/ 747678 w 1728164"/>
              <a:gd name="csY4326" fmla="*/ 1099734 h 1114920"/>
              <a:gd name="csX4327" fmla="*/ 747847 w 1728164"/>
              <a:gd name="csY4327" fmla="*/ 1099805 h 1114920"/>
              <a:gd name="csX4328" fmla="*/ 748025 w 1728164"/>
              <a:gd name="csY4328" fmla="*/ 1099876 h 1114920"/>
              <a:gd name="csX4329" fmla="*/ 748194 w 1728164"/>
              <a:gd name="csY4329" fmla="*/ 1099948 h 1114920"/>
              <a:gd name="csX4330" fmla="*/ 748372 w 1728164"/>
              <a:gd name="csY4330" fmla="*/ 1100019 h 1114920"/>
              <a:gd name="csX4331" fmla="*/ 748541 w 1728164"/>
              <a:gd name="csY4331" fmla="*/ 1100090 h 1114920"/>
              <a:gd name="csX4332" fmla="*/ 748719 w 1728164"/>
              <a:gd name="csY4332" fmla="*/ 1100161 h 1114920"/>
              <a:gd name="csX4333" fmla="*/ 748888 w 1728164"/>
              <a:gd name="csY4333" fmla="*/ 1100232 h 1114920"/>
              <a:gd name="csX4334" fmla="*/ 749057 w 1728164"/>
              <a:gd name="csY4334" fmla="*/ 1100303 h 1114920"/>
              <a:gd name="csX4335" fmla="*/ 749235 w 1728164"/>
              <a:gd name="csY4335" fmla="*/ 1100366 h 1114920"/>
              <a:gd name="csX4336" fmla="*/ 749404 w 1728164"/>
              <a:gd name="csY4336" fmla="*/ 1100437 h 1114920"/>
              <a:gd name="csX4337" fmla="*/ 749582 w 1728164"/>
              <a:gd name="csY4337" fmla="*/ 1100508 h 1114920"/>
              <a:gd name="csX4338" fmla="*/ 749751 w 1728164"/>
              <a:gd name="csY4338" fmla="*/ 1100570 h 1114920"/>
              <a:gd name="csX4339" fmla="*/ 749929 w 1728164"/>
              <a:gd name="csY4339" fmla="*/ 1100641 h 1114920"/>
              <a:gd name="csX4340" fmla="*/ 750098 w 1728164"/>
              <a:gd name="csY4340" fmla="*/ 1100713 h 1114920"/>
              <a:gd name="csX4341" fmla="*/ 750267 w 1728164"/>
              <a:gd name="csY4341" fmla="*/ 1100775 h 1114920"/>
              <a:gd name="csX4342" fmla="*/ 750445 w 1728164"/>
              <a:gd name="csY4342" fmla="*/ 1100846 h 1114920"/>
              <a:gd name="csX4343" fmla="*/ 750614 w 1728164"/>
              <a:gd name="csY4343" fmla="*/ 1100908 h 1114920"/>
              <a:gd name="csX4344" fmla="*/ 750792 w 1728164"/>
              <a:gd name="csY4344" fmla="*/ 1100980 h 1114920"/>
              <a:gd name="csX4345" fmla="*/ 750961 w 1728164"/>
              <a:gd name="csY4345" fmla="*/ 1101042 h 1114920"/>
              <a:gd name="csX4346" fmla="*/ 751139 w 1728164"/>
              <a:gd name="csY4346" fmla="*/ 1101104 h 1114920"/>
              <a:gd name="csX4347" fmla="*/ 751308 w 1728164"/>
              <a:gd name="csY4347" fmla="*/ 1101175 h 1114920"/>
              <a:gd name="csX4348" fmla="*/ 751477 w 1728164"/>
              <a:gd name="csY4348" fmla="*/ 1101238 h 1114920"/>
              <a:gd name="csX4349" fmla="*/ 751655 w 1728164"/>
              <a:gd name="csY4349" fmla="*/ 1101300 h 1114920"/>
              <a:gd name="csX4350" fmla="*/ 751824 w 1728164"/>
              <a:gd name="csY4350" fmla="*/ 1101371 h 1114920"/>
              <a:gd name="csX4351" fmla="*/ 752002 w 1728164"/>
              <a:gd name="csY4351" fmla="*/ 1101433 h 1114920"/>
              <a:gd name="csX4352" fmla="*/ 752171 w 1728164"/>
              <a:gd name="csY4352" fmla="*/ 1101495 h 1114920"/>
              <a:gd name="csX4353" fmla="*/ 752349 w 1728164"/>
              <a:gd name="csY4353" fmla="*/ 1101558 h 1114920"/>
              <a:gd name="csX4354" fmla="*/ 752518 w 1728164"/>
              <a:gd name="csY4354" fmla="*/ 1101620 h 1114920"/>
              <a:gd name="csX4355" fmla="*/ 752687 w 1728164"/>
              <a:gd name="csY4355" fmla="*/ 1101682 h 1114920"/>
              <a:gd name="csX4356" fmla="*/ 752865 w 1728164"/>
              <a:gd name="csY4356" fmla="*/ 1101754 h 1114920"/>
              <a:gd name="csX4357" fmla="*/ 753034 w 1728164"/>
              <a:gd name="csY4357" fmla="*/ 1101816 h 1114920"/>
              <a:gd name="csX4358" fmla="*/ 753212 w 1728164"/>
              <a:gd name="csY4358" fmla="*/ 1101878 h 1114920"/>
              <a:gd name="csX4359" fmla="*/ 753381 w 1728164"/>
              <a:gd name="csY4359" fmla="*/ 1101940 h 1114920"/>
              <a:gd name="csX4360" fmla="*/ 753559 w 1728164"/>
              <a:gd name="csY4360" fmla="*/ 1102003 h 1114920"/>
              <a:gd name="csX4361" fmla="*/ 753728 w 1728164"/>
              <a:gd name="csY4361" fmla="*/ 1102056 h 1114920"/>
              <a:gd name="csX4362" fmla="*/ 753897 w 1728164"/>
              <a:gd name="csY4362" fmla="*/ 1102118 h 1114920"/>
              <a:gd name="csX4363" fmla="*/ 754075 w 1728164"/>
              <a:gd name="csY4363" fmla="*/ 1102181 h 1114920"/>
              <a:gd name="csX4364" fmla="*/ 754244 w 1728164"/>
              <a:gd name="csY4364" fmla="*/ 1102243 h 1114920"/>
              <a:gd name="csX4365" fmla="*/ 754422 w 1728164"/>
              <a:gd name="csY4365" fmla="*/ 1102305 h 1114920"/>
              <a:gd name="csX4366" fmla="*/ 754591 w 1728164"/>
              <a:gd name="csY4366" fmla="*/ 1102367 h 1114920"/>
              <a:gd name="csX4367" fmla="*/ 754769 w 1728164"/>
              <a:gd name="csY4367" fmla="*/ 1102421 h 1114920"/>
              <a:gd name="csX4368" fmla="*/ 754938 w 1728164"/>
              <a:gd name="csY4368" fmla="*/ 1102483 h 1114920"/>
              <a:gd name="csX4369" fmla="*/ 755107 w 1728164"/>
              <a:gd name="csY4369" fmla="*/ 1102545 h 1114920"/>
              <a:gd name="csX4370" fmla="*/ 755285 w 1728164"/>
              <a:gd name="csY4370" fmla="*/ 1102608 h 1114920"/>
              <a:gd name="csX4371" fmla="*/ 755454 w 1728164"/>
              <a:gd name="csY4371" fmla="*/ 1102661 h 1114920"/>
              <a:gd name="csX4372" fmla="*/ 755632 w 1728164"/>
              <a:gd name="csY4372" fmla="*/ 1102723 h 1114920"/>
              <a:gd name="csX4373" fmla="*/ 755801 w 1728164"/>
              <a:gd name="csY4373" fmla="*/ 1102777 h 1114920"/>
              <a:gd name="csX4374" fmla="*/ 755979 w 1728164"/>
              <a:gd name="csY4374" fmla="*/ 1102839 h 1114920"/>
              <a:gd name="csX4375" fmla="*/ 756148 w 1728164"/>
              <a:gd name="csY4375" fmla="*/ 1102901 h 1114920"/>
              <a:gd name="csX4376" fmla="*/ 756317 w 1728164"/>
              <a:gd name="csY4376" fmla="*/ 1102955 h 1114920"/>
              <a:gd name="csX4377" fmla="*/ 756495 w 1728164"/>
              <a:gd name="csY4377" fmla="*/ 1103017 h 1114920"/>
              <a:gd name="csX4378" fmla="*/ 756664 w 1728164"/>
              <a:gd name="csY4378" fmla="*/ 1103070 h 1114920"/>
              <a:gd name="csX4379" fmla="*/ 756842 w 1728164"/>
              <a:gd name="csY4379" fmla="*/ 1103124 h 1114920"/>
              <a:gd name="csX4380" fmla="*/ 757011 w 1728164"/>
              <a:gd name="csY4380" fmla="*/ 1103186 h 1114920"/>
              <a:gd name="csX4381" fmla="*/ 757189 w 1728164"/>
              <a:gd name="csY4381" fmla="*/ 1103239 h 1114920"/>
              <a:gd name="csX4382" fmla="*/ 757357 w 1728164"/>
              <a:gd name="csY4382" fmla="*/ 1103293 h 1114920"/>
              <a:gd name="csX4383" fmla="*/ 757526 w 1728164"/>
              <a:gd name="csY4383" fmla="*/ 1103355 h 1114920"/>
              <a:gd name="csX4384" fmla="*/ 757704 w 1728164"/>
              <a:gd name="csY4384" fmla="*/ 1103408 h 1114920"/>
              <a:gd name="csX4385" fmla="*/ 757873 w 1728164"/>
              <a:gd name="csY4385" fmla="*/ 1103462 h 1114920"/>
              <a:gd name="csX4386" fmla="*/ 758051 w 1728164"/>
              <a:gd name="csY4386" fmla="*/ 1103524 h 1114920"/>
              <a:gd name="csX4387" fmla="*/ 758220 w 1728164"/>
              <a:gd name="csY4387" fmla="*/ 1103577 h 1114920"/>
              <a:gd name="csX4388" fmla="*/ 758398 w 1728164"/>
              <a:gd name="csY4388" fmla="*/ 1103631 h 1114920"/>
              <a:gd name="csX4389" fmla="*/ 758567 w 1728164"/>
              <a:gd name="csY4389" fmla="*/ 1103684 h 1114920"/>
              <a:gd name="csX4390" fmla="*/ 758736 w 1728164"/>
              <a:gd name="csY4390" fmla="*/ 1103737 h 1114920"/>
              <a:gd name="csX4391" fmla="*/ 758914 w 1728164"/>
              <a:gd name="csY4391" fmla="*/ 1103791 h 1114920"/>
              <a:gd name="csX4392" fmla="*/ 759083 w 1728164"/>
              <a:gd name="csY4392" fmla="*/ 1103844 h 1114920"/>
              <a:gd name="csX4393" fmla="*/ 759261 w 1728164"/>
              <a:gd name="csY4393" fmla="*/ 1103898 h 1114920"/>
              <a:gd name="csX4394" fmla="*/ 759430 w 1728164"/>
              <a:gd name="csY4394" fmla="*/ 1103951 h 1114920"/>
              <a:gd name="csX4395" fmla="*/ 759608 w 1728164"/>
              <a:gd name="csY4395" fmla="*/ 1104004 h 1114920"/>
              <a:gd name="csX4396" fmla="*/ 759777 w 1728164"/>
              <a:gd name="csY4396" fmla="*/ 1104058 h 1114920"/>
              <a:gd name="csX4397" fmla="*/ 759946 w 1728164"/>
              <a:gd name="csY4397" fmla="*/ 1104111 h 1114920"/>
              <a:gd name="csX4398" fmla="*/ 760124 w 1728164"/>
              <a:gd name="csY4398" fmla="*/ 1104164 h 1114920"/>
              <a:gd name="csX4399" fmla="*/ 760293 w 1728164"/>
              <a:gd name="csY4399" fmla="*/ 1104218 h 1114920"/>
              <a:gd name="csX4400" fmla="*/ 760471 w 1728164"/>
              <a:gd name="csY4400" fmla="*/ 1104271 h 1114920"/>
              <a:gd name="csX4401" fmla="*/ 760640 w 1728164"/>
              <a:gd name="csY4401" fmla="*/ 1104325 h 1114920"/>
              <a:gd name="csX4402" fmla="*/ 760818 w 1728164"/>
              <a:gd name="csY4402" fmla="*/ 1104378 h 1114920"/>
              <a:gd name="csX4403" fmla="*/ 760987 w 1728164"/>
              <a:gd name="csY4403" fmla="*/ 1104422 h 1114920"/>
              <a:gd name="csX4404" fmla="*/ 761156 w 1728164"/>
              <a:gd name="csY4404" fmla="*/ 1104476 h 1114920"/>
              <a:gd name="csX4405" fmla="*/ 761334 w 1728164"/>
              <a:gd name="csY4405" fmla="*/ 1104529 h 1114920"/>
              <a:gd name="csX4406" fmla="*/ 761503 w 1728164"/>
              <a:gd name="csY4406" fmla="*/ 1104583 h 1114920"/>
              <a:gd name="csX4407" fmla="*/ 761681 w 1728164"/>
              <a:gd name="csY4407" fmla="*/ 1104627 h 1114920"/>
              <a:gd name="csX4408" fmla="*/ 761850 w 1728164"/>
              <a:gd name="csY4408" fmla="*/ 1104680 h 1114920"/>
              <a:gd name="csX4409" fmla="*/ 762028 w 1728164"/>
              <a:gd name="csY4409" fmla="*/ 1104734 h 1114920"/>
              <a:gd name="csX4410" fmla="*/ 762197 w 1728164"/>
              <a:gd name="csY4410" fmla="*/ 1104778 h 1114920"/>
              <a:gd name="csX4411" fmla="*/ 762366 w 1728164"/>
              <a:gd name="csY4411" fmla="*/ 1104832 h 1114920"/>
              <a:gd name="csX4412" fmla="*/ 762544 w 1728164"/>
              <a:gd name="csY4412" fmla="*/ 1104876 h 1114920"/>
              <a:gd name="csX4413" fmla="*/ 762713 w 1728164"/>
              <a:gd name="csY4413" fmla="*/ 1104930 h 1114920"/>
              <a:gd name="csX4414" fmla="*/ 762891 w 1728164"/>
              <a:gd name="csY4414" fmla="*/ 1104974 h 1114920"/>
              <a:gd name="csX4415" fmla="*/ 763060 w 1728164"/>
              <a:gd name="csY4415" fmla="*/ 1105027 h 1114920"/>
              <a:gd name="csX4416" fmla="*/ 763238 w 1728164"/>
              <a:gd name="csY4416" fmla="*/ 1105072 h 1114920"/>
              <a:gd name="csX4417" fmla="*/ 763407 w 1728164"/>
              <a:gd name="csY4417" fmla="*/ 1105125 h 1114920"/>
              <a:gd name="csX4418" fmla="*/ 763576 w 1728164"/>
              <a:gd name="csY4418" fmla="*/ 1105170 h 1114920"/>
              <a:gd name="csX4419" fmla="*/ 763754 w 1728164"/>
              <a:gd name="csY4419" fmla="*/ 1105223 h 1114920"/>
              <a:gd name="csX4420" fmla="*/ 763923 w 1728164"/>
              <a:gd name="csY4420" fmla="*/ 1105268 h 1114920"/>
              <a:gd name="csX4421" fmla="*/ 764101 w 1728164"/>
              <a:gd name="csY4421" fmla="*/ 1105312 h 1114920"/>
              <a:gd name="csX4422" fmla="*/ 764270 w 1728164"/>
              <a:gd name="csY4422" fmla="*/ 1105365 h 1114920"/>
              <a:gd name="csX4423" fmla="*/ 764448 w 1728164"/>
              <a:gd name="csY4423" fmla="*/ 1105410 h 1114920"/>
              <a:gd name="csX4424" fmla="*/ 764617 w 1728164"/>
              <a:gd name="csY4424" fmla="*/ 1105454 h 1114920"/>
              <a:gd name="csX4425" fmla="*/ 764786 w 1728164"/>
              <a:gd name="csY4425" fmla="*/ 1105508 h 1114920"/>
              <a:gd name="csX4426" fmla="*/ 764964 w 1728164"/>
              <a:gd name="csY4426" fmla="*/ 1105552 h 1114920"/>
              <a:gd name="csX4427" fmla="*/ 765133 w 1728164"/>
              <a:gd name="csY4427" fmla="*/ 1105597 h 1114920"/>
              <a:gd name="csX4428" fmla="*/ 765311 w 1728164"/>
              <a:gd name="csY4428" fmla="*/ 1105641 h 1114920"/>
              <a:gd name="csX4429" fmla="*/ 765480 w 1728164"/>
              <a:gd name="csY4429" fmla="*/ 1105686 h 1114920"/>
              <a:gd name="csX4430" fmla="*/ 765658 w 1728164"/>
              <a:gd name="csY4430" fmla="*/ 1105730 h 1114920"/>
              <a:gd name="csX4431" fmla="*/ 765827 w 1728164"/>
              <a:gd name="csY4431" fmla="*/ 1105784 h 1114920"/>
              <a:gd name="csX4432" fmla="*/ 765996 w 1728164"/>
              <a:gd name="csY4432" fmla="*/ 1105828 h 1114920"/>
              <a:gd name="csX4433" fmla="*/ 766174 w 1728164"/>
              <a:gd name="csY4433" fmla="*/ 1105873 h 1114920"/>
              <a:gd name="csX4434" fmla="*/ 766343 w 1728164"/>
              <a:gd name="csY4434" fmla="*/ 1105917 h 1114920"/>
              <a:gd name="csX4435" fmla="*/ 766521 w 1728164"/>
              <a:gd name="csY4435" fmla="*/ 1105962 h 1114920"/>
              <a:gd name="csX4436" fmla="*/ 766690 w 1728164"/>
              <a:gd name="csY4436" fmla="*/ 1106006 h 1114920"/>
              <a:gd name="csX4437" fmla="*/ 766859 w 1728164"/>
              <a:gd name="csY4437" fmla="*/ 1106050 h 1114920"/>
              <a:gd name="csX4438" fmla="*/ 767037 w 1728164"/>
              <a:gd name="csY4438" fmla="*/ 1106095 h 1114920"/>
              <a:gd name="csX4439" fmla="*/ 767206 w 1728164"/>
              <a:gd name="csY4439" fmla="*/ 1106139 h 1114920"/>
              <a:gd name="csX4440" fmla="*/ 767384 w 1728164"/>
              <a:gd name="csY4440" fmla="*/ 1106184 h 1114920"/>
              <a:gd name="csX4441" fmla="*/ 767553 w 1728164"/>
              <a:gd name="csY4441" fmla="*/ 1106228 h 1114920"/>
              <a:gd name="csX4442" fmla="*/ 767731 w 1728164"/>
              <a:gd name="csY4442" fmla="*/ 1106264 h 1114920"/>
              <a:gd name="csX4443" fmla="*/ 767900 w 1728164"/>
              <a:gd name="csY4443" fmla="*/ 1106309 h 1114920"/>
              <a:gd name="csX4444" fmla="*/ 768069 w 1728164"/>
              <a:gd name="csY4444" fmla="*/ 1106353 h 1114920"/>
              <a:gd name="csX4445" fmla="*/ 768247 w 1728164"/>
              <a:gd name="csY4445" fmla="*/ 1106397 h 1114920"/>
              <a:gd name="csX4446" fmla="*/ 768416 w 1728164"/>
              <a:gd name="csY4446" fmla="*/ 1106442 h 1114920"/>
              <a:gd name="csX4447" fmla="*/ 768594 w 1728164"/>
              <a:gd name="csY4447" fmla="*/ 1106477 h 1114920"/>
              <a:gd name="csX4448" fmla="*/ 768763 w 1728164"/>
              <a:gd name="csY4448" fmla="*/ 1106522 h 1114920"/>
              <a:gd name="csX4449" fmla="*/ 768941 w 1728164"/>
              <a:gd name="csY4449" fmla="*/ 1106567 h 1114920"/>
              <a:gd name="csX4450" fmla="*/ 769110 w 1728164"/>
              <a:gd name="csY4450" fmla="*/ 1106611 h 1114920"/>
              <a:gd name="csX4451" fmla="*/ 769279 w 1728164"/>
              <a:gd name="csY4451" fmla="*/ 1106647 h 1114920"/>
              <a:gd name="csX4452" fmla="*/ 769457 w 1728164"/>
              <a:gd name="csY4452" fmla="*/ 1106691 h 1114920"/>
              <a:gd name="csX4453" fmla="*/ 769626 w 1728164"/>
              <a:gd name="csY4453" fmla="*/ 1106736 h 1114920"/>
              <a:gd name="csX4454" fmla="*/ 769804 w 1728164"/>
              <a:gd name="csY4454" fmla="*/ 1106771 h 1114920"/>
              <a:gd name="csX4455" fmla="*/ 769973 w 1728164"/>
              <a:gd name="csY4455" fmla="*/ 1106816 h 1114920"/>
              <a:gd name="csX4456" fmla="*/ 770151 w 1728164"/>
              <a:gd name="csY4456" fmla="*/ 1106851 h 1114920"/>
              <a:gd name="csX4457" fmla="*/ 770320 w 1728164"/>
              <a:gd name="csY4457" fmla="*/ 1106896 h 1114920"/>
              <a:gd name="csX4458" fmla="*/ 770489 w 1728164"/>
              <a:gd name="csY4458" fmla="*/ 1106931 h 1114920"/>
              <a:gd name="csX4459" fmla="*/ 770667 w 1728164"/>
              <a:gd name="csY4459" fmla="*/ 1106976 h 1114920"/>
              <a:gd name="csX4460" fmla="*/ 770836 w 1728164"/>
              <a:gd name="csY4460" fmla="*/ 1107011 h 1114920"/>
              <a:gd name="csX4461" fmla="*/ 771014 w 1728164"/>
              <a:gd name="csY4461" fmla="*/ 1107056 h 1114920"/>
              <a:gd name="csX4462" fmla="*/ 771183 w 1728164"/>
              <a:gd name="csY4462" fmla="*/ 1107091 h 1114920"/>
              <a:gd name="csX4463" fmla="*/ 771361 w 1728164"/>
              <a:gd name="csY4463" fmla="*/ 1107136 h 1114920"/>
              <a:gd name="csX4464" fmla="*/ 771530 w 1728164"/>
              <a:gd name="csY4464" fmla="*/ 1107171 h 1114920"/>
              <a:gd name="csX4465" fmla="*/ 771699 w 1728164"/>
              <a:gd name="csY4465" fmla="*/ 1107216 h 1114920"/>
              <a:gd name="csX4466" fmla="*/ 771876 w 1728164"/>
              <a:gd name="csY4466" fmla="*/ 1107251 h 1114920"/>
              <a:gd name="csX4467" fmla="*/ 772046 w 1728164"/>
              <a:gd name="csY4467" fmla="*/ 1107287 h 1114920"/>
              <a:gd name="csX4468" fmla="*/ 772223 w 1728164"/>
              <a:gd name="csY4468" fmla="*/ 1107332 h 1114920"/>
              <a:gd name="csX4469" fmla="*/ 772393 w 1728164"/>
              <a:gd name="csY4469" fmla="*/ 1107367 h 1114920"/>
              <a:gd name="csX4470" fmla="*/ 772570 w 1728164"/>
              <a:gd name="csY4470" fmla="*/ 1107403 h 1114920"/>
              <a:gd name="csX4471" fmla="*/ 772739 w 1728164"/>
              <a:gd name="csY4471" fmla="*/ 1107438 h 1114920"/>
              <a:gd name="csX4472" fmla="*/ 772908 w 1728164"/>
              <a:gd name="csY4472" fmla="*/ 1107483 h 1114920"/>
              <a:gd name="csX4473" fmla="*/ 773086 w 1728164"/>
              <a:gd name="csY4473" fmla="*/ 1107518 h 1114920"/>
              <a:gd name="csX4474" fmla="*/ 773255 w 1728164"/>
              <a:gd name="csY4474" fmla="*/ 1107554 h 1114920"/>
              <a:gd name="csX4475" fmla="*/ 773433 w 1728164"/>
              <a:gd name="csY4475" fmla="*/ 1107590 h 1114920"/>
              <a:gd name="csX4476" fmla="*/ 773602 w 1728164"/>
              <a:gd name="csY4476" fmla="*/ 1107634 h 1114920"/>
              <a:gd name="csX4477" fmla="*/ 773780 w 1728164"/>
              <a:gd name="csY4477" fmla="*/ 1107670 h 1114920"/>
              <a:gd name="csX4478" fmla="*/ 773949 w 1728164"/>
              <a:gd name="csY4478" fmla="*/ 1107705 h 1114920"/>
              <a:gd name="csX4479" fmla="*/ 774118 w 1728164"/>
              <a:gd name="csY4479" fmla="*/ 1107741 h 1114920"/>
              <a:gd name="csX4480" fmla="*/ 774296 w 1728164"/>
              <a:gd name="csY4480" fmla="*/ 1107776 h 1114920"/>
              <a:gd name="csX4481" fmla="*/ 774465 w 1728164"/>
              <a:gd name="csY4481" fmla="*/ 1107812 h 1114920"/>
              <a:gd name="csX4482" fmla="*/ 774643 w 1728164"/>
              <a:gd name="csY4482" fmla="*/ 1107848 h 1114920"/>
              <a:gd name="csX4483" fmla="*/ 774812 w 1728164"/>
              <a:gd name="csY4483" fmla="*/ 1107883 h 1114920"/>
              <a:gd name="csX4484" fmla="*/ 774990 w 1728164"/>
              <a:gd name="csY4484" fmla="*/ 1107919 h 1114920"/>
              <a:gd name="csX4485" fmla="*/ 775159 w 1728164"/>
              <a:gd name="csY4485" fmla="*/ 1107954 h 1114920"/>
              <a:gd name="csX4486" fmla="*/ 775328 w 1728164"/>
              <a:gd name="csY4486" fmla="*/ 1107990 h 1114920"/>
              <a:gd name="csX4487" fmla="*/ 775506 w 1728164"/>
              <a:gd name="csY4487" fmla="*/ 1108026 h 1114920"/>
              <a:gd name="csX4488" fmla="*/ 775675 w 1728164"/>
              <a:gd name="csY4488" fmla="*/ 1108061 h 1114920"/>
              <a:gd name="csX4489" fmla="*/ 775853 w 1728164"/>
              <a:gd name="csY4489" fmla="*/ 1108097 h 1114920"/>
              <a:gd name="csX4490" fmla="*/ 776022 w 1728164"/>
              <a:gd name="csY4490" fmla="*/ 1108132 h 1114920"/>
              <a:gd name="csX4491" fmla="*/ 776200 w 1728164"/>
              <a:gd name="csY4491" fmla="*/ 1108168 h 1114920"/>
              <a:gd name="csX4492" fmla="*/ 776369 w 1728164"/>
              <a:gd name="csY4492" fmla="*/ 1108203 h 1114920"/>
              <a:gd name="csX4493" fmla="*/ 776538 w 1728164"/>
              <a:gd name="csY4493" fmla="*/ 1108239 h 1114920"/>
              <a:gd name="csX4494" fmla="*/ 776716 w 1728164"/>
              <a:gd name="csY4494" fmla="*/ 1108275 h 1114920"/>
              <a:gd name="csX4495" fmla="*/ 776885 w 1728164"/>
              <a:gd name="csY4495" fmla="*/ 1108301 h 1114920"/>
              <a:gd name="csX4496" fmla="*/ 777063 w 1728164"/>
              <a:gd name="csY4496" fmla="*/ 1108337 h 1114920"/>
              <a:gd name="csX4497" fmla="*/ 777232 w 1728164"/>
              <a:gd name="csY4497" fmla="*/ 1108372 h 1114920"/>
              <a:gd name="csX4498" fmla="*/ 777410 w 1728164"/>
              <a:gd name="csY4498" fmla="*/ 1108408 h 1114920"/>
              <a:gd name="csX4499" fmla="*/ 777579 w 1728164"/>
              <a:gd name="csY4499" fmla="*/ 1108435 h 1114920"/>
              <a:gd name="csX4500" fmla="*/ 777748 w 1728164"/>
              <a:gd name="csY4500" fmla="*/ 1108470 h 1114920"/>
              <a:gd name="csX4501" fmla="*/ 777926 w 1728164"/>
              <a:gd name="csY4501" fmla="*/ 1108506 h 1114920"/>
              <a:gd name="csX4502" fmla="*/ 778095 w 1728164"/>
              <a:gd name="csY4502" fmla="*/ 1108542 h 1114920"/>
              <a:gd name="csX4503" fmla="*/ 778273 w 1728164"/>
              <a:gd name="csY4503" fmla="*/ 1108568 h 1114920"/>
              <a:gd name="csX4504" fmla="*/ 778442 w 1728164"/>
              <a:gd name="csY4504" fmla="*/ 1108604 h 1114920"/>
              <a:gd name="csX4505" fmla="*/ 778620 w 1728164"/>
              <a:gd name="csY4505" fmla="*/ 1108639 h 1114920"/>
              <a:gd name="csX4506" fmla="*/ 778789 w 1728164"/>
              <a:gd name="csY4506" fmla="*/ 1108666 h 1114920"/>
              <a:gd name="csX4507" fmla="*/ 778958 w 1728164"/>
              <a:gd name="csY4507" fmla="*/ 1108702 h 1114920"/>
              <a:gd name="csX4508" fmla="*/ 779136 w 1728164"/>
              <a:gd name="csY4508" fmla="*/ 1108737 h 1114920"/>
              <a:gd name="csX4509" fmla="*/ 779305 w 1728164"/>
              <a:gd name="csY4509" fmla="*/ 1108764 h 1114920"/>
              <a:gd name="csX4510" fmla="*/ 779483 w 1728164"/>
              <a:gd name="csY4510" fmla="*/ 1108800 h 1114920"/>
              <a:gd name="csX4511" fmla="*/ 779652 w 1728164"/>
              <a:gd name="csY4511" fmla="*/ 1108826 h 1114920"/>
              <a:gd name="csX4512" fmla="*/ 779830 w 1728164"/>
              <a:gd name="csY4512" fmla="*/ 1108862 h 1114920"/>
              <a:gd name="csX4513" fmla="*/ 779999 w 1728164"/>
              <a:gd name="csY4513" fmla="*/ 1108888 h 1114920"/>
              <a:gd name="csX4514" fmla="*/ 780168 w 1728164"/>
              <a:gd name="csY4514" fmla="*/ 1108924 h 1114920"/>
              <a:gd name="csX4515" fmla="*/ 780346 w 1728164"/>
              <a:gd name="csY4515" fmla="*/ 1108951 h 1114920"/>
              <a:gd name="csX4516" fmla="*/ 780515 w 1728164"/>
              <a:gd name="csY4516" fmla="*/ 1108986 h 1114920"/>
              <a:gd name="csX4517" fmla="*/ 780693 w 1728164"/>
              <a:gd name="csY4517" fmla="*/ 1109013 h 1114920"/>
              <a:gd name="csX4518" fmla="*/ 780862 w 1728164"/>
              <a:gd name="csY4518" fmla="*/ 1109049 h 1114920"/>
              <a:gd name="csX4519" fmla="*/ 781040 w 1728164"/>
              <a:gd name="csY4519" fmla="*/ 1109075 h 1114920"/>
              <a:gd name="csX4520" fmla="*/ 781209 w 1728164"/>
              <a:gd name="csY4520" fmla="*/ 1109102 h 1114920"/>
              <a:gd name="csX4521" fmla="*/ 781378 w 1728164"/>
              <a:gd name="csY4521" fmla="*/ 1109138 h 1114920"/>
              <a:gd name="csX4522" fmla="*/ 781556 w 1728164"/>
              <a:gd name="csY4522" fmla="*/ 1109164 h 1114920"/>
              <a:gd name="csX4523" fmla="*/ 781725 w 1728164"/>
              <a:gd name="csY4523" fmla="*/ 1109200 h 1114920"/>
              <a:gd name="csX4524" fmla="*/ 781903 w 1728164"/>
              <a:gd name="csY4524" fmla="*/ 1109227 h 1114920"/>
              <a:gd name="csX4525" fmla="*/ 782072 w 1728164"/>
              <a:gd name="csY4525" fmla="*/ 1109253 h 1114920"/>
              <a:gd name="csX4526" fmla="*/ 782250 w 1728164"/>
              <a:gd name="csY4526" fmla="*/ 1109289 h 1114920"/>
              <a:gd name="csX4527" fmla="*/ 782419 w 1728164"/>
              <a:gd name="csY4527" fmla="*/ 1109316 h 1114920"/>
              <a:gd name="csX4528" fmla="*/ 782588 w 1728164"/>
              <a:gd name="csY4528" fmla="*/ 1109342 h 1114920"/>
              <a:gd name="csX4529" fmla="*/ 782766 w 1728164"/>
              <a:gd name="csY4529" fmla="*/ 1109369 h 1114920"/>
              <a:gd name="csX4530" fmla="*/ 782935 w 1728164"/>
              <a:gd name="csY4530" fmla="*/ 1109404 h 1114920"/>
              <a:gd name="csX4531" fmla="*/ 783113 w 1728164"/>
              <a:gd name="csY4531" fmla="*/ 1109431 h 1114920"/>
              <a:gd name="csX4532" fmla="*/ 783282 w 1728164"/>
              <a:gd name="csY4532" fmla="*/ 1109458 h 1114920"/>
              <a:gd name="csX4533" fmla="*/ 783460 w 1728164"/>
              <a:gd name="csY4533" fmla="*/ 1109484 h 1114920"/>
              <a:gd name="csX4534" fmla="*/ 783629 w 1728164"/>
              <a:gd name="csY4534" fmla="*/ 1109511 h 1114920"/>
              <a:gd name="csX4535" fmla="*/ 783798 w 1728164"/>
              <a:gd name="csY4535" fmla="*/ 1109547 h 1114920"/>
              <a:gd name="csX4536" fmla="*/ 783976 w 1728164"/>
              <a:gd name="csY4536" fmla="*/ 1109574 h 1114920"/>
              <a:gd name="csX4537" fmla="*/ 784145 w 1728164"/>
              <a:gd name="csY4537" fmla="*/ 1109600 h 1114920"/>
              <a:gd name="csX4538" fmla="*/ 784323 w 1728164"/>
              <a:gd name="csY4538" fmla="*/ 1109627 h 1114920"/>
              <a:gd name="csX4539" fmla="*/ 784492 w 1728164"/>
              <a:gd name="csY4539" fmla="*/ 1109654 h 1114920"/>
              <a:gd name="csX4540" fmla="*/ 784670 w 1728164"/>
              <a:gd name="csY4540" fmla="*/ 1109680 h 1114920"/>
              <a:gd name="csX4541" fmla="*/ 784839 w 1728164"/>
              <a:gd name="csY4541" fmla="*/ 1109707 h 1114920"/>
              <a:gd name="csX4542" fmla="*/ 785008 w 1728164"/>
              <a:gd name="csY4542" fmla="*/ 1109734 h 1114920"/>
              <a:gd name="csX4543" fmla="*/ 785186 w 1728164"/>
              <a:gd name="csY4543" fmla="*/ 1109760 h 1114920"/>
              <a:gd name="csX4544" fmla="*/ 785355 w 1728164"/>
              <a:gd name="csY4544" fmla="*/ 1109796 h 1114920"/>
              <a:gd name="csX4545" fmla="*/ 785533 w 1728164"/>
              <a:gd name="csY4545" fmla="*/ 1109823 h 1114920"/>
              <a:gd name="csX4546" fmla="*/ 785702 w 1728164"/>
              <a:gd name="csY4546" fmla="*/ 1109849 h 1114920"/>
              <a:gd name="csX4547" fmla="*/ 785871 w 1728164"/>
              <a:gd name="csY4547" fmla="*/ 1109876 h 1114920"/>
              <a:gd name="csX4548" fmla="*/ 786049 w 1728164"/>
              <a:gd name="csY4548" fmla="*/ 1109903 h 1114920"/>
              <a:gd name="csX4549" fmla="*/ 786218 w 1728164"/>
              <a:gd name="csY4549" fmla="*/ 1109920 h 1114920"/>
              <a:gd name="csX4550" fmla="*/ 786396 w 1728164"/>
              <a:gd name="csY4550" fmla="*/ 1109947 h 1114920"/>
              <a:gd name="csX4551" fmla="*/ 786565 w 1728164"/>
              <a:gd name="csY4551" fmla="*/ 1109974 h 1114920"/>
              <a:gd name="csX4552" fmla="*/ 786742 w 1728164"/>
              <a:gd name="csY4552" fmla="*/ 1110001 h 1114920"/>
              <a:gd name="csX4553" fmla="*/ 786911 w 1728164"/>
              <a:gd name="csY4553" fmla="*/ 1110027 h 1114920"/>
              <a:gd name="csX4554" fmla="*/ 787081 w 1728164"/>
              <a:gd name="csY4554" fmla="*/ 1110054 h 1114920"/>
              <a:gd name="csX4555" fmla="*/ 787258 w 1728164"/>
              <a:gd name="csY4555" fmla="*/ 1110081 h 1114920"/>
              <a:gd name="csX4556" fmla="*/ 787428 w 1728164"/>
              <a:gd name="csY4556" fmla="*/ 1110107 h 1114920"/>
              <a:gd name="csX4557" fmla="*/ 787605 w 1728164"/>
              <a:gd name="csY4557" fmla="*/ 1110134 h 1114920"/>
              <a:gd name="csX4558" fmla="*/ 787774 w 1728164"/>
              <a:gd name="csY4558" fmla="*/ 1110161 h 1114920"/>
              <a:gd name="csX4559" fmla="*/ 787952 w 1728164"/>
              <a:gd name="csY4559" fmla="*/ 1110178 h 1114920"/>
              <a:gd name="csX4560" fmla="*/ 788121 w 1728164"/>
              <a:gd name="csY4560" fmla="*/ 1110205 h 1114920"/>
              <a:gd name="csX4561" fmla="*/ 788290 w 1728164"/>
              <a:gd name="csY4561" fmla="*/ 1110232 h 1114920"/>
              <a:gd name="csX4562" fmla="*/ 788468 w 1728164"/>
              <a:gd name="csY4562" fmla="*/ 1110258 h 1114920"/>
              <a:gd name="csX4563" fmla="*/ 788637 w 1728164"/>
              <a:gd name="csY4563" fmla="*/ 1110285 h 1114920"/>
              <a:gd name="csX4564" fmla="*/ 788815 w 1728164"/>
              <a:gd name="csY4564" fmla="*/ 1110303 h 1114920"/>
              <a:gd name="csX4565" fmla="*/ 788984 w 1728164"/>
              <a:gd name="csY4565" fmla="*/ 1110330 h 1114920"/>
              <a:gd name="csX4566" fmla="*/ 789162 w 1728164"/>
              <a:gd name="csY4566" fmla="*/ 1110356 h 1114920"/>
              <a:gd name="csX4567" fmla="*/ 789331 w 1728164"/>
              <a:gd name="csY4567" fmla="*/ 1110383 h 1114920"/>
              <a:gd name="csX4568" fmla="*/ 789500 w 1728164"/>
              <a:gd name="csY4568" fmla="*/ 1110401 h 1114920"/>
              <a:gd name="csX4569" fmla="*/ 789678 w 1728164"/>
              <a:gd name="csY4569" fmla="*/ 1110428 h 1114920"/>
              <a:gd name="csX4570" fmla="*/ 789847 w 1728164"/>
              <a:gd name="csY4570" fmla="*/ 1110454 h 1114920"/>
              <a:gd name="csX4571" fmla="*/ 790025 w 1728164"/>
              <a:gd name="csY4571" fmla="*/ 1110472 h 1114920"/>
              <a:gd name="csX4572" fmla="*/ 790194 w 1728164"/>
              <a:gd name="csY4572" fmla="*/ 1110499 h 1114920"/>
              <a:gd name="csX4573" fmla="*/ 790372 w 1728164"/>
              <a:gd name="csY4573" fmla="*/ 1110525 h 1114920"/>
              <a:gd name="csX4574" fmla="*/ 790541 w 1728164"/>
              <a:gd name="csY4574" fmla="*/ 1110543 h 1114920"/>
              <a:gd name="csX4575" fmla="*/ 790710 w 1728164"/>
              <a:gd name="csY4575" fmla="*/ 1110570 h 1114920"/>
              <a:gd name="csX4576" fmla="*/ 790888 w 1728164"/>
              <a:gd name="csY4576" fmla="*/ 1110588 h 1114920"/>
              <a:gd name="csX4577" fmla="*/ 791057 w 1728164"/>
              <a:gd name="csY4577" fmla="*/ 1110614 h 1114920"/>
              <a:gd name="csX4578" fmla="*/ 791235 w 1728164"/>
              <a:gd name="csY4578" fmla="*/ 1110641 h 1114920"/>
              <a:gd name="csX4579" fmla="*/ 791404 w 1728164"/>
              <a:gd name="csY4579" fmla="*/ 1110659 h 1114920"/>
              <a:gd name="csX4580" fmla="*/ 791582 w 1728164"/>
              <a:gd name="csY4580" fmla="*/ 1110686 h 1114920"/>
              <a:gd name="csX4581" fmla="*/ 791751 w 1728164"/>
              <a:gd name="csY4581" fmla="*/ 1110703 h 1114920"/>
              <a:gd name="csX4582" fmla="*/ 791920 w 1728164"/>
              <a:gd name="csY4582" fmla="*/ 1110730 h 1114920"/>
              <a:gd name="csX4583" fmla="*/ 792098 w 1728164"/>
              <a:gd name="csY4583" fmla="*/ 1110748 h 1114920"/>
              <a:gd name="csX4584" fmla="*/ 792267 w 1728164"/>
              <a:gd name="csY4584" fmla="*/ 1110775 h 1114920"/>
              <a:gd name="csX4585" fmla="*/ 792445 w 1728164"/>
              <a:gd name="csY4585" fmla="*/ 1110792 h 1114920"/>
              <a:gd name="csX4586" fmla="*/ 792614 w 1728164"/>
              <a:gd name="csY4586" fmla="*/ 1110819 h 1114920"/>
              <a:gd name="csX4587" fmla="*/ 792792 w 1728164"/>
              <a:gd name="csY4587" fmla="*/ 1110837 h 1114920"/>
              <a:gd name="csX4588" fmla="*/ 792961 w 1728164"/>
              <a:gd name="csY4588" fmla="*/ 1110863 h 1114920"/>
              <a:gd name="csX4589" fmla="*/ 793130 w 1728164"/>
              <a:gd name="csY4589" fmla="*/ 1110881 h 1114920"/>
              <a:gd name="csX4590" fmla="*/ 793308 w 1728164"/>
              <a:gd name="csY4590" fmla="*/ 1110908 h 1114920"/>
              <a:gd name="csX4591" fmla="*/ 793477 w 1728164"/>
              <a:gd name="csY4591" fmla="*/ 1110926 h 1114920"/>
              <a:gd name="csX4592" fmla="*/ 793655 w 1728164"/>
              <a:gd name="csY4592" fmla="*/ 1110944 h 1114920"/>
              <a:gd name="csX4593" fmla="*/ 793824 w 1728164"/>
              <a:gd name="csY4593" fmla="*/ 1110970 h 1114920"/>
              <a:gd name="csX4594" fmla="*/ 794002 w 1728164"/>
              <a:gd name="csY4594" fmla="*/ 1110988 h 1114920"/>
              <a:gd name="csX4595" fmla="*/ 794171 w 1728164"/>
              <a:gd name="csY4595" fmla="*/ 1111015 h 1114920"/>
              <a:gd name="csX4596" fmla="*/ 794340 w 1728164"/>
              <a:gd name="csY4596" fmla="*/ 1111032 h 1114920"/>
              <a:gd name="csX4597" fmla="*/ 794518 w 1728164"/>
              <a:gd name="csY4597" fmla="*/ 1111050 h 1114920"/>
              <a:gd name="csX4598" fmla="*/ 794687 w 1728164"/>
              <a:gd name="csY4598" fmla="*/ 1111077 h 1114920"/>
              <a:gd name="csX4599" fmla="*/ 794865 w 1728164"/>
              <a:gd name="csY4599" fmla="*/ 1111095 h 1114920"/>
              <a:gd name="csX4600" fmla="*/ 795034 w 1728164"/>
              <a:gd name="csY4600" fmla="*/ 1111113 h 1114920"/>
              <a:gd name="csX4601" fmla="*/ 795212 w 1728164"/>
              <a:gd name="csY4601" fmla="*/ 1111139 h 1114920"/>
              <a:gd name="csX4602" fmla="*/ 795381 w 1728164"/>
              <a:gd name="csY4602" fmla="*/ 1111157 h 1114920"/>
              <a:gd name="csX4603" fmla="*/ 795550 w 1728164"/>
              <a:gd name="csY4603" fmla="*/ 1111175 h 1114920"/>
              <a:gd name="csX4604" fmla="*/ 795728 w 1728164"/>
              <a:gd name="csY4604" fmla="*/ 1111193 h 1114920"/>
              <a:gd name="csX4605" fmla="*/ 795897 w 1728164"/>
              <a:gd name="csY4605" fmla="*/ 1111219 h 1114920"/>
              <a:gd name="csX4606" fmla="*/ 796075 w 1728164"/>
              <a:gd name="csY4606" fmla="*/ 1111237 h 1114920"/>
              <a:gd name="csX4607" fmla="*/ 796244 w 1728164"/>
              <a:gd name="csY4607" fmla="*/ 1111255 h 1114920"/>
              <a:gd name="csX4608" fmla="*/ 796422 w 1728164"/>
              <a:gd name="csY4608" fmla="*/ 1111273 h 1114920"/>
              <a:gd name="csX4609" fmla="*/ 796591 w 1728164"/>
              <a:gd name="csY4609" fmla="*/ 1111299 h 1114920"/>
              <a:gd name="csX4610" fmla="*/ 796760 w 1728164"/>
              <a:gd name="csY4610" fmla="*/ 1111317 h 1114920"/>
              <a:gd name="csX4611" fmla="*/ 796938 w 1728164"/>
              <a:gd name="csY4611" fmla="*/ 1111335 h 1114920"/>
              <a:gd name="csX4612" fmla="*/ 797107 w 1728164"/>
              <a:gd name="csY4612" fmla="*/ 1111353 h 1114920"/>
              <a:gd name="csX4613" fmla="*/ 797285 w 1728164"/>
              <a:gd name="csY4613" fmla="*/ 1111371 h 1114920"/>
              <a:gd name="csX4614" fmla="*/ 797454 w 1728164"/>
              <a:gd name="csY4614" fmla="*/ 1111397 h 1114920"/>
              <a:gd name="csX4615" fmla="*/ 797632 w 1728164"/>
              <a:gd name="csY4615" fmla="*/ 1111415 h 1114920"/>
              <a:gd name="csX4616" fmla="*/ 797801 w 1728164"/>
              <a:gd name="csY4616" fmla="*/ 1111433 h 1114920"/>
              <a:gd name="csX4617" fmla="*/ 797970 w 1728164"/>
              <a:gd name="csY4617" fmla="*/ 1111451 h 1114920"/>
              <a:gd name="csX4618" fmla="*/ 798148 w 1728164"/>
              <a:gd name="csY4618" fmla="*/ 1111468 h 1114920"/>
              <a:gd name="csX4619" fmla="*/ 798317 w 1728164"/>
              <a:gd name="csY4619" fmla="*/ 1111486 h 1114920"/>
              <a:gd name="csX4620" fmla="*/ 798495 w 1728164"/>
              <a:gd name="csY4620" fmla="*/ 1111504 h 1114920"/>
              <a:gd name="csX4621" fmla="*/ 798664 w 1728164"/>
              <a:gd name="csY4621" fmla="*/ 1111522 h 1114920"/>
              <a:gd name="csX4622" fmla="*/ 798842 w 1728164"/>
              <a:gd name="csY4622" fmla="*/ 1111540 h 1114920"/>
              <a:gd name="csX4623" fmla="*/ 799011 w 1728164"/>
              <a:gd name="csY4623" fmla="*/ 1111566 h 1114920"/>
              <a:gd name="csX4624" fmla="*/ 799180 w 1728164"/>
              <a:gd name="csY4624" fmla="*/ 1111584 h 1114920"/>
              <a:gd name="csX4625" fmla="*/ 799358 w 1728164"/>
              <a:gd name="csY4625" fmla="*/ 1111602 h 1114920"/>
              <a:gd name="csX4626" fmla="*/ 799527 w 1728164"/>
              <a:gd name="csY4626" fmla="*/ 1111620 h 1114920"/>
              <a:gd name="csX4627" fmla="*/ 799705 w 1728164"/>
              <a:gd name="csY4627" fmla="*/ 1111637 h 1114920"/>
              <a:gd name="csX4628" fmla="*/ 799874 w 1728164"/>
              <a:gd name="csY4628" fmla="*/ 1111655 h 1114920"/>
              <a:gd name="csX4629" fmla="*/ 800052 w 1728164"/>
              <a:gd name="csY4629" fmla="*/ 1111673 h 1114920"/>
              <a:gd name="csX4630" fmla="*/ 800221 w 1728164"/>
              <a:gd name="csY4630" fmla="*/ 1111691 h 1114920"/>
              <a:gd name="csX4631" fmla="*/ 800390 w 1728164"/>
              <a:gd name="csY4631" fmla="*/ 1111709 h 1114920"/>
              <a:gd name="csX4632" fmla="*/ 800568 w 1728164"/>
              <a:gd name="csY4632" fmla="*/ 1111726 h 1114920"/>
              <a:gd name="csX4633" fmla="*/ 800737 w 1728164"/>
              <a:gd name="csY4633" fmla="*/ 1111744 h 1114920"/>
              <a:gd name="csX4634" fmla="*/ 800914 w 1728164"/>
              <a:gd name="csY4634" fmla="*/ 1111762 h 1114920"/>
              <a:gd name="csX4635" fmla="*/ 801084 w 1728164"/>
              <a:gd name="csY4635" fmla="*/ 1111780 h 1114920"/>
              <a:gd name="csX4636" fmla="*/ 801261 w 1728164"/>
              <a:gd name="csY4636" fmla="*/ 1111798 h 1114920"/>
              <a:gd name="csX4637" fmla="*/ 801431 w 1728164"/>
              <a:gd name="csY4637" fmla="*/ 1111807 h 1114920"/>
              <a:gd name="csX4638" fmla="*/ 801600 w 1728164"/>
              <a:gd name="csY4638" fmla="*/ 1111824 h 1114920"/>
              <a:gd name="csX4639" fmla="*/ 801778 w 1728164"/>
              <a:gd name="csY4639" fmla="*/ 1111842 h 1114920"/>
              <a:gd name="csX4640" fmla="*/ 801946 w 1728164"/>
              <a:gd name="csY4640" fmla="*/ 1111860 h 1114920"/>
              <a:gd name="csX4641" fmla="*/ 802124 w 1728164"/>
              <a:gd name="csY4641" fmla="*/ 1111878 h 1114920"/>
              <a:gd name="csX4642" fmla="*/ 802293 w 1728164"/>
              <a:gd name="csY4642" fmla="*/ 1111895 h 1114920"/>
              <a:gd name="csX4643" fmla="*/ 802471 w 1728164"/>
              <a:gd name="csY4643" fmla="*/ 1111913 h 1114920"/>
              <a:gd name="csX4644" fmla="*/ 802640 w 1728164"/>
              <a:gd name="csY4644" fmla="*/ 1111931 h 1114920"/>
              <a:gd name="csX4645" fmla="*/ 802809 w 1728164"/>
              <a:gd name="csY4645" fmla="*/ 1111949 h 1114920"/>
              <a:gd name="csX4646" fmla="*/ 802987 w 1728164"/>
              <a:gd name="csY4646" fmla="*/ 1111958 h 1114920"/>
              <a:gd name="csX4647" fmla="*/ 803156 w 1728164"/>
              <a:gd name="csY4647" fmla="*/ 1111976 h 1114920"/>
              <a:gd name="csX4648" fmla="*/ 803334 w 1728164"/>
              <a:gd name="csY4648" fmla="*/ 1111993 h 1114920"/>
              <a:gd name="csX4649" fmla="*/ 803503 w 1728164"/>
              <a:gd name="csY4649" fmla="*/ 1112011 h 1114920"/>
              <a:gd name="csX4650" fmla="*/ 803681 w 1728164"/>
              <a:gd name="csY4650" fmla="*/ 1112029 h 1114920"/>
              <a:gd name="csX4651" fmla="*/ 803850 w 1728164"/>
              <a:gd name="csY4651" fmla="*/ 1112038 h 1114920"/>
              <a:gd name="csX4652" fmla="*/ 804019 w 1728164"/>
              <a:gd name="csY4652" fmla="*/ 1112056 h 1114920"/>
              <a:gd name="csX4653" fmla="*/ 804197 w 1728164"/>
              <a:gd name="csY4653" fmla="*/ 1112073 h 1114920"/>
              <a:gd name="csX4654" fmla="*/ 804366 w 1728164"/>
              <a:gd name="csY4654" fmla="*/ 1112091 h 1114920"/>
              <a:gd name="csX4655" fmla="*/ 804544 w 1728164"/>
              <a:gd name="csY4655" fmla="*/ 1112109 h 1114920"/>
              <a:gd name="csX4656" fmla="*/ 804713 w 1728164"/>
              <a:gd name="csY4656" fmla="*/ 1112118 h 1114920"/>
              <a:gd name="csX4657" fmla="*/ 804882 w 1728164"/>
              <a:gd name="csY4657" fmla="*/ 1112136 h 1114920"/>
              <a:gd name="csX4658" fmla="*/ 805060 w 1728164"/>
              <a:gd name="csY4658" fmla="*/ 1112153 h 1114920"/>
              <a:gd name="csX4659" fmla="*/ 805229 w 1728164"/>
              <a:gd name="csY4659" fmla="*/ 1112162 h 1114920"/>
              <a:gd name="csX4660" fmla="*/ 805407 w 1728164"/>
              <a:gd name="csY4660" fmla="*/ 1112180 h 1114920"/>
              <a:gd name="csX4661" fmla="*/ 805576 w 1728164"/>
              <a:gd name="csY4661" fmla="*/ 1112198 h 1114920"/>
              <a:gd name="csX4662" fmla="*/ 805754 w 1728164"/>
              <a:gd name="csY4662" fmla="*/ 1112216 h 1114920"/>
              <a:gd name="csX4663" fmla="*/ 805923 w 1728164"/>
              <a:gd name="csY4663" fmla="*/ 1112225 h 1114920"/>
              <a:gd name="csX4664" fmla="*/ 806092 w 1728164"/>
              <a:gd name="csY4664" fmla="*/ 1112242 h 1114920"/>
              <a:gd name="csX4665" fmla="*/ 806270 w 1728164"/>
              <a:gd name="csY4665" fmla="*/ 1112260 h 1114920"/>
              <a:gd name="csX4666" fmla="*/ 806439 w 1728164"/>
              <a:gd name="csY4666" fmla="*/ 1112269 h 1114920"/>
              <a:gd name="csX4667" fmla="*/ 806617 w 1728164"/>
              <a:gd name="csY4667" fmla="*/ 1112287 h 1114920"/>
              <a:gd name="csX4668" fmla="*/ 806786 w 1728164"/>
              <a:gd name="csY4668" fmla="*/ 1112305 h 1114920"/>
              <a:gd name="csX4669" fmla="*/ 806964 w 1728164"/>
              <a:gd name="csY4669" fmla="*/ 1112314 h 1114920"/>
              <a:gd name="csX4670" fmla="*/ 807133 w 1728164"/>
              <a:gd name="csY4670" fmla="*/ 1112331 h 1114920"/>
              <a:gd name="csX4671" fmla="*/ 807302 w 1728164"/>
              <a:gd name="csY4671" fmla="*/ 1112340 h 1114920"/>
              <a:gd name="csX4672" fmla="*/ 807480 w 1728164"/>
              <a:gd name="csY4672" fmla="*/ 1112358 h 1114920"/>
              <a:gd name="csX4673" fmla="*/ 807649 w 1728164"/>
              <a:gd name="csY4673" fmla="*/ 1112376 h 1114920"/>
              <a:gd name="csX4674" fmla="*/ 807827 w 1728164"/>
              <a:gd name="csY4674" fmla="*/ 1112385 h 1114920"/>
              <a:gd name="csX4675" fmla="*/ 807996 w 1728164"/>
              <a:gd name="csY4675" fmla="*/ 1112403 h 1114920"/>
              <a:gd name="csX4676" fmla="*/ 808174 w 1728164"/>
              <a:gd name="csY4676" fmla="*/ 1112411 h 1114920"/>
              <a:gd name="csX4677" fmla="*/ 808343 w 1728164"/>
              <a:gd name="csY4677" fmla="*/ 1112429 h 1114920"/>
              <a:gd name="csX4678" fmla="*/ 808512 w 1728164"/>
              <a:gd name="csY4678" fmla="*/ 1112447 h 1114920"/>
              <a:gd name="csX4679" fmla="*/ 808690 w 1728164"/>
              <a:gd name="csY4679" fmla="*/ 1112456 h 1114920"/>
              <a:gd name="csX4680" fmla="*/ 808859 w 1728164"/>
              <a:gd name="csY4680" fmla="*/ 1112474 h 1114920"/>
              <a:gd name="csX4681" fmla="*/ 809037 w 1728164"/>
              <a:gd name="csY4681" fmla="*/ 1112483 h 1114920"/>
              <a:gd name="csX4682" fmla="*/ 809206 w 1728164"/>
              <a:gd name="csY4682" fmla="*/ 1112500 h 1114920"/>
              <a:gd name="csX4683" fmla="*/ 809384 w 1728164"/>
              <a:gd name="csY4683" fmla="*/ 1112509 h 1114920"/>
              <a:gd name="csX4684" fmla="*/ 809553 w 1728164"/>
              <a:gd name="csY4684" fmla="*/ 1112527 h 1114920"/>
              <a:gd name="csX4685" fmla="*/ 809722 w 1728164"/>
              <a:gd name="csY4685" fmla="*/ 1112536 h 1114920"/>
              <a:gd name="csX4686" fmla="*/ 809900 w 1728164"/>
              <a:gd name="csY4686" fmla="*/ 1112554 h 1114920"/>
              <a:gd name="csX4687" fmla="*/ 810069 w 1728164"/>
              <a:gd name="csY4687" fmla="*/ 1112563 h 1114920"/>
              <a:gd name="csX4688" fmla="*/ 810247 w 1728164"/>
              <a:gd name="csY4688" fmla="*/ 1112581 h 1114920"/>
              <a:gd name="csX4689" fmla="*/ 810416 w 1728164"/>
              <a:gd name="csY4689" fmla="*/ 1112589 h 1114920"/>
              <a:gd name="csX4690" fmla="*/ 810594 w 1728164"/>
              <a:gd name="csY4690" fmla="*/ 1112607 h 1114920"/>
              <a:gd name="csX4691" fmla="*/ 810763 w 1728164"/>
              <a:gd name="csY4691" fmla="*/ 1112616 h 1114920"/>
              <a:gd name="csX4692" fmla="*/ 810932 w 1728164"/>
              <a:gd name="csY4692" fmla="*/ 1112634 h 1114920"/>
              <a:gd name="csX4693" fmla="*/ 811110 w 1728164"/>
              <a:gd name="csY4693" fmla="*/ 1112643 h 1114920"/>
              <a:gd name="csX4694" fmla="*/ 811279 w 1728164"/>
              <a:gd name="csY4694" fmla="*/ 1112661 h 1114920"/>
              <a:gd name="csX4695" fmla="*/ 811457 w 1728164"/>
              <a:gd name="csY4695" fmla="*/ 1112669 h 1114920"/>
              <a:gd name="csX4696" fmla="*/ 811626 w 1728164"/>
              <a:gd name="csY4696" fmla="*/ 1112678 h 1114920"/>
              <a:gd name="csX4697" fmla="*/ 811804 w 1728164"/>
              <a:gd name="csY4697" fmla="*/ 1112696 h 1114920"/>
              <a:gd name="csX4698" fmla="*/ 811973 w 1728164"/>
              <a:gd name="csY4698" fmla="*/ 1112705 h 1114920"/>
              <a:gd name="csX4699" fmla="*/ 812142 w 1728164"/>
              <a:gd name="csY4699" fmla="*/ 1112723 h 1114920"/>
              <a:gd name="csX4700" fmla="*/ 812320 w 1728164"/>
              <a:gd name="csY4700" fmla="*/ 1112732 h 1114920"/>
              <a:gd name="csX4701" fmla="*/ 812489 w 1728164"/>
              <a:gd name="csY4701" fmla="*/ 1112741 h 1114920"/>
              <a:gd name="csX4702" fmla="*/ 812667 w 1728164"/>
              <a:gd name="csY4702" fmla="*/ 1112758 h 1114920"/>
              <a:gd name="csX4703" fmla="*/ 812836 w 1728164"/>
              <a:gd name="csY4703" fmla="*/ 1112767 h 1114920"/>
              <a:gd name="csX4704" fmla="*/ 813014 w 1728164"/>
              <a:gd name="csY4704" fmla="*/ 1112785 h 1114920"/>
              <a:gd name="csX4705" fmla="*/ 813183 w 1728164"/>
              <a:gd name="csY4705" fmla="*/ 1112794 h 1114920"/>
              <a:gd name="csX4706" fmla="*/ 813352 w 1728164"/>
              <a:gd name="csY4706" fmla="*/ 1112803 h 1114920"/>
              <a:gd name="csX4707" fmla="*/ 813530 w 1728164"/>
              <a:gd name="csY4707" fmla="*/ 1112821 h 1114920"/>
              <a:gd name="csX4708" fmla="*/ 813699 w 1728164"/>
              <a:gd name="csY4708" fmla="*/ 1112830 h 1114920"/>
              <a:gd name="csX4709" fmla="*/ 813877 w 1728164"/>
              <a:gd name="csY4709" fmla="*/ 1112838 h 1114920"/>
              <a:gd name="csX4710" fmla="*/ 814046 w 1728164"/>
              <a:gd name="csY4710" fmla="*/ 1112856 h 1114920"/>
              <a:gd name="csX4711" fmla="*/ 814224 w 1728164"/>
              <a:gd name="csY4711" fmla="*/ 1112865 h 1114920"/>
              <a:gd name="csX4712" fmla="*/ 814393 w 1728164"/>
              <a:gd name="csY4712" fmla="*/ 1112874 h 1114920"/>
              <a:gd name="csX4713" fmla="*/ 814562 w 1728164"/>
              <a:gd name="csY4713" fmla="*/ 1112892 h 1114920"/>
              <a:gd name="csX4714" fmla="*/ 814740 w 1728164"/>
              <a:gd name="csY4714" fmla="*/ 1112901 h 1114920"/>
              <a:gd name="csX4715" fmla="*/ 814909 w 1728164"/>
              <a:gd name="csY4715" fmla="*/ 1112910 h 1114920"/>
              <a:gd name="csX4716" fmla="*/ 815087 w 1728164"/>
              <a:gd name="csY4716" fmla="*/ 1112919 h 1114920"/>
              <a:gd name="csX4717" fmla="*/ 815256 w 1728164"/>
              <a:gd name="csY4717" fmla="*/ 1112936 h 1114920"/>
              <a:gd name="csX4718" fmla="*/ 815434 w 1728164"/>
              <a:gd name="csY4718" fmla="*/ 1112945 h 1114920"/>
              <a:gd name="csX4719" fmla="*/ 815603 w 1728164"/>
              <a:gd name="csY4719" fmla="*/ 1112954 h 1114920"/>
              <a:gd name="csX4720" fmla="*/ 815772 w 1728164"/>
              <a:gd name="csY4720" fmla="*/ 1112972 h 1114920"/>
              <a:gd name="csX4721" fmla="*/ 815950 w 1728164"/>
              <a:gd name="csY4721" fmla="*/ 1112981 h 1114920"/>
              <a:gd name="csX4722" fmla="*/ 816119 w 1728164"/>
              <a:gd name="csY4722" fmla="*/ 1112990 h 1114920"/>
              <a:gd name="csX4723" fmla="*/ 816296 w 1728164"/>
              <a:gd name="csY4723" fmla="*/ 1112999 h 1114920"/>
              <a:gd name="csX4724" fmla="*/ 816465 w 1728164"/>
              <a:gd name="csY4724" fmla="*/ 1113008 h 1114920"/>
              <a:gd name="csX4725" fmla="*/ 816643 w 1728164"/>
              <a:gd name="csY4725" fmla="*/ 1113025 h 1114920"/>
              <a:gd name="csX4726" fmla="*/ 816812 w 1728164"/>
              <a:gd name="csY4726" fmla="*/ 1113034 h 1114920"/>
              <a:gd name="csX4727" fmla="*/ 816982 w 1728164"/>
              <a:gd name="csY4727" fmla="*/ 1113043 h 1114920"/>
              <a:gd name="csX4728" fmla="*/ 817159 w 1728164"/>
              <a:gd name="csY4728" fmla="*/ 1113052 h 1114920"/>
              <a:gd name="csX4729" fmla="*/ 817328 w 1728164"/>
              <a:gd name="csY4729" fmla="*/ 1113070 h 1114920"/>
              <a:gd name="csX4730" fmla="*/ 817506 w 1728164"/>
              <a:gd name="csY4730" fmla="*/ 1113079 h 1114920"/>
              <a:gd name="csX4731" fmla="*/ 817675 w 1728164"/>
              <a:gd name="csY4731" fmla="*/ 1113088 h 1114920"/>
              <a:gd name="csX4732" fmla="*/ 817853 w 1728164"/>
              <a:gd name="csY4732" fmla="*/ 1113096 h 1114920"/>
              <a:gd name="csX4733" fmla="*/ 818022 w 1728164"/>
              <a:gd name="csY4733" fmla="*/ 1113105 h 1114920"/>
              <a:gd name="csX4734" fmla="*/ 818191 w 1728164"/>
              <a:gd name="csY4734" fmla="*/ 1113114 h 1114920"/>
              <a:gd name="csX4735" fmla="*/ 818369 w 1728164"/>
              <a:gd name="csY4735" fmla="*/ 1113132 h 1114920"/>
              <a:gd name="csX4736" fmla="*/ 818538 w 1728164"/>
              <a:gd name="csY4736" fmla="*/ 1113141 h 1114920"/>
              <a:gd name="csX4737" fmla="*/ 818716 w 1728164"/>
              <a:gd name="csY4737" fmla="*/ 1113150 h 1114920"/>
              <a:gd name="csX4738" fmla="*/ 818885 w 1728164"/>
              <a:gd name="csY4738" fmla="*/ 1113159 h 1114920"/>
              <a:gd name="csX4739" fmla="*/ 819063 w 1728164"/>
              <a:gd name="csY4739" fmla="*/ 1113168 h 1114920"/>
              <a:gd name="csX4740" fmla="*/ 819232 w 1728164"/>
              <a:gd name="csY4740" fmla="*/ 1113177 h 1114920"/>
              <a:gd name="csX4741" fmla="*/ 819401 w 1728164"/>
              <a:gd name="csY4741" fmla="*/ 1113185 h 1114920"/>
              <a:gd name="csX4742" fmla="*/ 819579 w 1728164"/>
              <a:gd name="csY4742" fmla="*/ 1113203 h 1114920"/>
              <a:gd name="csX4743" fmla="*/ 819748 w 1728164"/>
              <a:gd name="csY4743" fmla="*/ 1113212 h 1114920"/>
              <a:gd name="csX4744" fmla="*/ 819926 w 1728164"/>
              <a:gd name="csY4744" fmla="*/ 1113221 h 1114920"/>
              <a:gd name="csX4745" fmla="*/ 820095 w 1728164"/>
              <a:gd name="csY4745" fmla="*/ 1113230 h 1114920"/>
              <a:gd name="csX4746" fmla="*/ 820273 w 1728164"/>
              <a:gd name="csY4746" fmla="*/ 1113239 h 1114920"/>
              <a:gd name="csX4747" fmla="*/ 820442 w 1728164"/>
              <a:gd name="csY4747" fmla="*/ 1113248 h 1114920"/>
              <a:gd name="csX4748" fmla="*/ 820611 w 1728164"/>
              <a:gd name="csY4748" fmla="*/ 1113257 h 1114920"/>
              <a:gd name="csX4749" fmla="*/ 820789 w 1728164"/>
              <a:gd name="csY4749" fmla="*/ 1113265 h 1114920"/>
              <a:gd name="csX4750" fmla="*/ 820958 w 1728164"/>
              <a:gd name="csY4750" fmla="*/ 1113274 h 1114920"/>
              <a:gd name="csX4751" fmla="*/ 821136 w 1728164"/>
              <a:gd name="csY4751" fmla="*/ 1113283 h 1114920"/>
              <a:gd name="csX4752" fmla="*/ 821305 w 1728164"/>
              <a:gd name="csY4752" fmla="*/ 1113292 h 1114920"/>
              <a:gd name="csX4753" fmla="*/ 821483 w 1728164"/>
              <a:gd name="csY4753" fmla="*/ 1113310 h 1114920"/>
              <a:gd name="csX4754" fmla="*/ 821652 w 1728164"/>
              <a:gd name="csY4754" fmla="*/ 1113319 h 1114920"/>
              <a:gd name="csX4755" fmla="*/ 821821 w 1728164"/>
              <a:gd name="csY4755" fmla="*/ 1113328 h 1114920"/>
              <a:gd name="csX4756" fmla="*/ 821999 w 1728164"/>
              <a:gd name="csY4756" fmla="*/ 1113337 h 1114920"/>
              <a:gd name="csX4757" fmla="*/ 822168 w 1728164"/>
              <a:gd name="csY4757" fmla="*/ 1113346 h 1114920"/>
              <a:gd name="csX4758" fmla="*/ 822346 w 1728164"/>
              <a:gd name="csY4758" fmla="*/ 1113355 h 1114920"/>
              <a:gd name="csX4759" fmla="*/ 822515 w 1728164"/>
              <a:gd name="csY4759" fmla="*/ 1113363 h 1114920"/>
              <a:gd name="csX4760" fmla="*/ 822693 w 1728164"/>
              <a:gd name="csY4760" fmla="*/ 1113372 h 1114920"/>
              <a:gd name="csX4761" fmla="*/ 822862 w 1728164"/>
              <a:gd name="csY4761" fmla="*/ 1113381 h 1114920"/>
              <a:gd name="csX4762" fmla="*/ 823031 w 1728164"/>
              <a:gd name="csY4762" fmla="*/ 1113390 h 1114920"/>
              <a:gd name="csX4763" fmla="*/ 823209 w 1728164"/>
              <a:gd name="csY4763" fmla="*/ 1113399 h 1114920"/>
              <a:gd name="csX4764" fmla="*/ 823378 w 1728164"/>
              <a:gd name="csY4764" fmla="*/ 1113408 h 1114920"/>
              <a:gd name="csX4765" fmla="*/ 823556 w 1728164"/>
              <a:gd name="csY4765" fmla="*/ 1113417 h 1114920"/>
              <a:gd name="csX4766" fmla="*/ 823725 w 1728164"/>
              <a:gd name="csY4766" fmla="*/ 1113426 h 1114920"/>
              <a:gd name="csX4767" fmla="*/ 823894 w 1728164"/>
              <a:gd name="csY4767" fmla="*/ 1113435 h 1114920"/>
              <a:gd name="csX4768" fmla="*/ 824072 w 1728164"/>
              <a:gd name="csY4768" fmla="*/ 1113443 h 1114920"/>
              <a:gd name="csX4769" fmla="*/ 824241 w 1728164"/>
              <a:gd name="csY4769" fmla="*/ 1113452 h 1114920"/>
              <a:gd name="csX4770" fmla="*/ 824419 w 1728164"/>
              <a:gd name="csY4770" fmla="*/ 1113461 h 1114920"/>
              <a:gd name="csX4771" fmla="*/ 824588 w 1728164"/>
              <a:gd name="csY4771" fmla="*/ 1113470 h 1114920"/>
              <a:gd name="csX4772" fmla="*/ 824766 w 1728164"/>
              <a:gd name="csY4772" fmla="*/ 1113479 h 1114920"/>
              <a:gd name="csX4773" fmla="*/ 824935 w 1728164"/>
              <a:gd name="csY4773" fmla="*/ 1113479 h 1114920"/>
              <a:gd name="csX4774" fmla="*/ 825104 w 1728164"/>
              <a:gd name="csY4774" fmla="*/ 1113488 h 1114920"/>
              <a:gd name="csX4775" fmla="*/ 825282 w 1728164"/>
              <a:gd name="csY4775" fmla="*/ 1113497 h 1114920"/>
              <a:gd name="csX4776" fmla="*/ 825451 w 1728164"/>
              <a:gd name="csY4776" fmla="*/ 1113506 h 1114920"/>
              <a:gd name="csX4777" fmla="*/ 825629 w 1728164"/>
              <a:gd name="csY4777" fmla="*/ 1113515 h 1114920"/>
              <a:gd name="csX4778" fmla="*/ 825798 w 1728164"/>
              <a:gd name="csY4778" fmla="*/ 1113524 h 1114920"/>
              <a:gd name="csX4779" fmla="*/ 825976 w 1728164"/>
              <a:gd name="csY4779" fmla="*/ 1113532 h 1114920"/>
              <a:gd name="csX4780" fmla="*/ 826145 w 1728164"/>
              <a:gd name="csY4780" fmla="*/ 1113541 h 1114920"/>
              <a:gd name="csX4781" fmla="*/ 826314 w 1728164"/>
              <a:gd name="csY4781" fmla="*/ 1113550 h 1114920"/>
              <a:gd name="csX4782" fmla="*/ 826492 w 1728164"/>
              <a:gd name="csY4782" fmla="*/ 1113559 h 1114920"/>
              <a:gd name="csX4783" fmla="*/ 826661 w 1728164"/>
              <a:gd name="csY4783" fmla="*/ 1113568 h 1114920"/>
              <a:gd name="csX4784" fmla="*/ 826839 w 1728164"/>
              <a:gd name="csY4784" fmla="*/ 1113577 h 1114920"/>
              <a:gd name="csX4785" fmla="*/ 827008 w 1728164"/>
              <a:gd name="csY4785" fmla="*/ 1113577 h 1114920"/>
              <a:gd name="csX4786" fmla="*/ 827186 w 1728164"/>
              <a:gd name="csY4786" fmla="*/ 1113586 h 1114920"/>
              <a:gd name="csX4787" fmla="*/ 827355 w 1728164"/>
              <a:gd name="csY4787" fmla="*/ 1113595 h 1114920"/>
              <a:gd name="csX4788" fmla="*/ 827524 w 1728164"/>
              <a:gd name="csY4788" fmla="*/ 1113604 h 1114920"/>
              <a:gd name="csX4789" fmla="*/ 827702 w 1728164"/>
              <a:gd name="csY4789" fmla="*/ 1113612 h 1114920"/>
              <a:gd name="csX4790" fmla="*/ 827871 w 1728164"/>
              <a:gd name="csY4790" fmla="*/ 1113621 h 1114920"/>
              <a:gd name="csX4791" fmla="*/ 828049 w 1728164"/>
              <a:gd name="csY4791" fmla="*/ 1113630 h 1114920"/>
              <a:gd name="csX4792" fmla="*/ 828218 w 1728164"/>
              <a:gd name="csY4792" fmla="*/ 1113639 h 1114920"/>
              <a:gd name="csX4793" fmla="*/ 828396 w 1728164"/>
              <a:gd name="csY4793" fmla="*/ 1113639 h 1114920"/>
              <a:gd name="csX4794" fmla="*/ 828565 w 1728164"/>
              <a:gd name="csY4794" fmla="*/ 1113648 h 1114920"/>
              <a:gd name="csX4795" fmla="*/ 828734 w 1728164"/>
              <a:gd name="csY4795" fmla="*/ 1113657 h 1114920"/>
              <a:gd name="csX4796" fmla="*/ 828912 w 1728164"/>
              <a:gd name="csY4796" fmla="*/ 1113666 h 1114920"/>
              <a:gd name="csX4797" fmla="*/ 829081 w 1728164"/>
              <a:gd name="csY4797" fmla="*/ 1113675 h 1114920"/>
              <a:gd name="csX4798" fmla="*/ 829259 w 1728164"/>
              <a:gd name="csY4798" fmla="*/ 1113684 h 1114920"/>
              <a:gd name="csX4799" fmla="*/ 829428 w 1728164"/>
              <a:gd name="csY4799" fmla="*/ 1113684 h 1114920"/>
              <a:gd name="csX4800" fmla="*/ 829606 w 1728164"/>
              <a:gd name="csY4800" fmla="*/ 1113693 h 1114920"/>
              <a:gd name="csX4801" fmla="*/ 829775 w 1728164"/>
              <a:gd name="csY4801" fmla="*/ 1113701 h 1114920"/>
              <a:gd name="csX4802" fmla="*/ 829944 w 1728164"/>
              <a:gd name="csY4802" fmla="*/ 1113710 h 1114920"/>
              <a:gd name="csX4803" fmla="*/ 830122 w 1728164"/>
              <a:gd name="csY4803" fmla="*/ 1113719 h 1114920"/>
              <a:gd name="csX4804" fmla="*/ 830291 w 1728164"/>
              <a:gd name="csY4804" fmla="*/ 1113719 h 1114920"/>
              <a:gd name="csX4805" fmla="*/ 830469 w 1728164"/>
              <a:gd name="csY4805" fmla="*/ 1113728 h 1114920"/>
              <a:gd name="csX4806" fmla="*/ 830638 w 1728164"/>
              <a:gd name="csY4806" fmla="*/ 1113737 h 1114920"/>
              <a:gd name="csX4807" fmla="*/ 830815 w 1728164"/>
              <a:gd name="csY4807" fmla="*/ 1113746 h 1114920"/>
              <a:gd name="csX4808" fmla="*/ 830985 w 1728164"/>
              <a:gd name="csY4808" fmla="*/ 1113755 h 1114920"/>
              <a:gd name="csX4809" fmla="*/ 831154 w 1728164"/>
              <a:gd name="csY4809" fmla="*/ 1113755 h 1114920"/>
              <a:gd name="csX4810" fmla="*/ 831332 w 1728164"/>
              <a:gd name="csY4810" fmla="*/ 1113764 h 1114920"/>
              <a:gd name="csX4811" fmla="*/ 831500 w 1728164"/>
              <a:gd name="csY4811" fmla="*/ 1113773 h 1114920"/>
              <a:gd name="csX4812" fmla="*/ 831678 w 1728164"/>
              <a:gd name="csY4812" fmla="*/ 1113782 h 1114920"/>
              <a:gd name="csX4813" fmla="*/ 831847 w 1728164"/>
              <a:gd name="csY4813" fmla="*/ 1113782 h 1114920"/>
              <a:gd name="csX4814" fmla="*/ 832025 w 1728164"/>
              <a:gd name="csY4814" fmla="*/ 1113790 h 1114920"/>
              <a:gd name="csX4815" fmla="*/ 832194 w 1728164"/>
              <a:gd name="csY4815" fmla="*/ 1113799 h 1114920"/>
              <a:gd name="csX4816" fmla="*/ 832364 w 1728164"/>
              <a:gd name="csY4816" fmla="*/ 1113808 h 1114920"/>
              <a:gd name="csX4817" fmla="*/ 832541 w 1728164"/>
              <a:gd name="csY4817" fmla="*/ 1113808 h 1114920"/>
              <a:gd name="csX4818" fmla="*/ 832710 w 1728164"/>
              <a:gd name="csY4818" fmla="*/ 1113817 h 1114920"/>
              <a:gd name="csX4819" fmla="*/ 832888 w 1728164"/>
              <a:gd name="csY4819" fmla="*/ 1113826 h 1114920"/>
              <a:gd name="csX4820" fmla="*/ 833057 w 1728164"/>
              <a:gd name="csY4820" fmla="*/ 1113835 h 1114920"/>
              <a:gd name="csX4821" fmla="*/ 833235 w 1728164"/>
              <a:gd name="csY4821" fmla="*/ 1113835 h 1114920"/>
              <a:gd name="csX4822" fmla="*/ 833404 w 1728164"/>
              <a:gd name="csY4822" fmla="*/ 1113844 h 1114920"/>
              <a:gd name="csX4823" fmla="*/ 833573 w 1728164"/>
              <a:gd name="csY4823" fmla="*/ 1113853 h 1114920"/>
              <a:gd name="csX4824" fmla="*/ 833751 w 1728164"/>
              <a:gd name="csY4824" fmla="*/ 1113862 h 1114920"/>
              <a:gd name="csX4825" fmla="*/ 833920 w 1728164"/>
              <a:gd name="csY4825" fmla="*/ 1113862 h 1114920"/>
              <a:gd name="csX4826" fmla="*/ 834098 w 1728164"/>
              <a:gd name="csY4826" fmla="*/ 1113870 h 1114920"/>
              <a:gd name="csX4827" fmla="*/ 834267 w 1728164"/>
              <a:gd name="csY4827" fmla="*/ 1113879 h 1114920"/>
              <a:gd name="csX4828" fmla="*/ 834445 w 1728164"/>
              <a:gd name="csY4828" fmla="*/ 1113879 h 1114920"/>
              <a:gd name="csX4829" fmla="*/ 834614 w 1728164"/>
              <a:gd name="csY4829" fmla="*/ 1113888 h 1114920"/>
              <a:gd name="csX4830" fmla="*/ 834783 w 1728164"/>
              <a:gd name="csY4830" fmla="*/ 1113897 h 1114920"/>
              <a:gd name="csX4831" fmla="*/ 834961 w 1728164"/>
              <a:gd name="csY4831" fmla="*/ 1113906 h 1114920"/>
              <a:gd name="csX4832" fmla="*/ 835130 w 1728164"/>
              <a:gd name="csY4832" fmla="*/ 1113906 h 1114920"/>
              <a:gd name="csX4833" fmla="*/ 835308 w 1728164"/>
              <a:gd name="csY4833" fmla="*/ 1113915 h 1114920"/>
              <a:gd name="csX4834" fmla="*/ 835477 w 1728164"/>
              <a:gd name="csY4834" fmla="*/ 1113924 h 1114920"/>
              <a:gd name="csX4835" fmla="*/ 835655 w 1728164"/>
              <a:gd name="csY4835" fmla="*/ 1113924 h 1114920"/>
              <a:gd name="csX4836" fmla="*/ 835824 w 1728164"/>
              <a:gd name="csY4836" fmla="*/ 1113933 h 1114920"/>
              <a:gd name="csX4837" fmla="*/ 835993 w 1728164"/>
              <a:gd name="csY4837" fmla="*/ 1113942 h 1114920"/>
              <a:gd name="csX4838" fmla="*/ 836171 w 1728164"/>
              <a:gd name="csY4838" fmla="*/ 1113942 h 1114920"/>
              <a:gd name="csX4839" fmla="*/ 836340 w 1728164"/>
              <a:gd name="csY4839" fmla="*/ 1113951 h 1114920"/>
              <a:gd name="csX4840" fmla="*/ 836518 w 1728164"/>
              <a:gd name="csY4840" fmla="*/ 1113959 h 1114920"/>
              <a:gd name="csX4841" fmla="*/ 836687 w 1728164"/>
              <a:gd name="csY4841" fmla="*/ 1113959 h 1114920"/>
              <a:gd name="csX4842" fmla="*/ 836865 w 1728164"/>
              <a:gd name="csY4842" fmla="*/ 1113968 h 1114920"/>
              <a:gd name="csX4843" fmla="*/ 837034 w 1728164"/>
              <a:gd name="csY4843" fmla="*/ 1113968 h 1114920"/>
              <a:gd name="csX4844" fmla="*/ 837203 w 1728164"/>
              <a:gd name="csY4844" fmla="*/ 1113977 h 1114920"/>
              <a:gd name="csX4845" fmla="*/ 837381 w 1728164"/>
              <a:gd name="csY4845" fmla="*/ 1113986 h 1114920"/>
              <a:gd name="csX4846" fmla="*/ 837550 w 1728164"/>
              <a:gd name="csY4846" fmla="*/ 1113986 h 1114920"/>
              <a:gd name="csX4847" fmla="*/ 837728 w 1728164"/>
              <a:gd name="csY4847" fmla="*/ 1113995 h 1114920"/>
              <a:gd name="csX4848" fmla="*/ 837897 w 1728164"/>
              <a:gd name="csY4848" fmla="*/ 1114004 h 1114920"/>
              <a:gd name="csX4849" fmla="*/ 838075 w 1728164"/>
              <a:gd name="csY4849" fmla="*/ 1114004 h 1114920"/>
              <a:gd name="csX4850" fmla="*/ 838244 w 1728164"/>
              <a:gd name="csY4850" fmla="*/ 1114013 h 1114920"/>
              <a:gd name="csX4851" fmla="*/ 838413 w 1728164"/>
              <a:gd name="csY4851" fmla="*/ 1114022 h 1114920"/>
              <a:gd name="csX4852" fmla="*/ 838591 w 1728164"/>
              <a:gd name="csY4852" fmla="*/ 1114022 h 1114920"/>
              <a:gd name="csX4853" fmla="*/ 838760 w 1728164"/>
              <a:gd name="csY4853" fmla="*/ 1114031 h 1114920"/>
              <a:gd name="csX4854" fmla="*/ 838938 w 1728164"/>
              <a:gd name="csY4854" fmla="*/ 1114031 h 1114920"/>
              <a:gd name="csX4855" fmla="*/ 839107 w 1728164"/>
              <a:gd name="csY4855" fmla="*/ 1114039 h 1114920"/>
              <a:gd name="csX4856" fmla="*/ 839285 w 1728164"/>
              <a:gd name="csY4856" fmla="*/ 1114048 h 1114920"/>
              <a:gd name="csX4857" fmla="*/ 839454 w 1728164"/>
              <a:gd name="csY4857" fmla="*/ 1114048 h 1114920"/>
              <a:gd name="csX4858" fmla="*/ 839623 w 1728164"/>
              <a:gd name="csY4858" fmla="*/ 1114057 h 1114920"/>
              <a:gd name="csX4859" fmla="*/ 839801 w 1728164"/>
              <a:gd name="csY4859" fmla="*/ 1114057 h 1114920"/>
              <a:gd name="csX4860" fmla="*/ 839970 w 1728164"/>
              <a:gd name="csY4860" fmla="*/ 1114066 h 1114920"/>
              <a:gd name="csX4861" fmla="*/ 840148 w 1728164"/>
              <a:gd name="csY4861" fmla="*/ 1114075 h 1114920"/>
              <a:gd name="csX4862" fmla="*/ 840317 w 1728164"/>
              <a:gd name="csY4862" fmla="*/ 1114075 h 1114920"/>
              <a:gd name="csX4863" fmla="*/ 840495 w 1728164"/>
              <a:gd name="csY4863" fmla="*/ 1114084 h 1114920"/>
              <a:gd name="csX4864" fmla="*/ 840664 w 1728164"/>
              <a:gd name="csY4864" fmla="*/ 1114084 h 1114920"/>
              <a:gd name="csX4865" fmla="*/ 840833 w 1728164"/>
              <a:gd name="csY4865" fmla="*/ 1114093 h 1114920"/>
              <a:gd name="csX4866" fmla="*/ 841011 w 1728164"/>
              <a:gd name="csY4866" fmla="*/ 1114093 h 1114920"/>
              <a:gd name="csX4867" fmla="*/ 841180 w 1728164"/>
              <a:gd name="csY4867" fmla="*/ 1114102 h 1114920"/>
              <a:gd name="csX4868" fmla="*/ 841358 w 1728164"/>
              <a:gd name="csY4868" fmla="*/ 1114111 h 1114920"/>
              <a:gd name="csX4869" fmla="*/ 841527 w 1728164"/>
              <a:gd name="csY4869" fmla="*/ 1114111 h 1114920"/>
              <a:gd name="csX4870" fmla="*/ 841705 w 1728164"/>
              <a:gd name="csY4870" fmla="*/ 1114120 h 1114920"/>
              <a:gd name="csX4871" fmla="*/ 841874 w 1728164"/>
              <a:gd name="csY4871" fmla="*/ 1114120 h 1114920"/>
              <a:gd name="csX4872" fmla="*/ 842043 w 1728164"/>
              <a:gd name="csY4872" fmla="*/ 1114129 h 1114920"/>
              <a:gd name="csX4873" fmla="*/ 842221 w 1728164"/>
              <a:gd name="csY4873" fmla="*/ 1114129 h 1114920"/>
              <a:gd name="csX4874" fmla="*/ 842390 w 1728164"/>
              <a:gd name="csY4874" fmla="*/ 1114137 h 1114920"/>
              <a:gd name="csX4875" fmla="*/ 842568 w 1728164"/>
              <a:gd name="csY4875" fmla="*/ 1114137 h 1114920"/>
              <a:gd name="csX4876" fmla="*/ 842737 w 1728164"/>
              <a:gd name="csY4876" fmla="*/ 1114146 h 1114920"/>
              <a:gd name="csX4877" fmla="*/ 842906 w 1728164"/>
              <a:gd name="csY4877" fmla="*/ 1114146 h 1114920"/>
              <a:gd name="csX4878" fmla="*/ 843084 w 1728164"/>
              <a:gd name="csY4878" fmla="*/ 1114155 h 1114920"/>
              <a:gd name="csX4879" fmla="*/ 843253 w 1728164"/>
              <a:gd name="csY4879" fmla="*/ 1114155 h 1114920"/>
              <a:gd name="csX4880" fmla="*/ 843431 w 1728164"/>
              <a:gd name="csY4880" fmla="*/ 1114164 h 1114920"/>
              <a:gd name="csX4881" fmla="*/ 843600 w 1728164"/>
              <a:gd name="csY4881" fmla="*/ 1114173 h 1114920"/>
              <a:gd name="csX4882" fmla="*/ 843778 w 1728164"/>
              <a:gd name="csY4882" fmla="*/ 1114173 h 1114920"/>
              <a:gd name="csX4883" fmla="*/ 843947 w 1728164"/>
              <a:gd name="csY4883" fmla="*/ 1114182 h 1114920"/>
              <a:gd name="csX4884" fmla="*/ 844116 w 1728164"/>
              <a:gd name="csY4884" fmla="*/ 1114182 h 1114920"/>
              <a:gd name="csX4885" fmla="*/ 844294 w 1728164"/>
              <a:gd name="csY4885" fmla="*/ 1114191 h 1114920"/>
              <a:gd name="csX4886" fmla="*/ 844463 w 1728164"/>
              <a:gd name="csY4886" fmla="*/ 1114191 h 1114920"/>
              <a:gd name="csX4887" fmla="*/ 844641 w 1728164"/>
              <a:gd name="csY4887" fmla="*/ 1114200 h 1114920"/>
              <a:gd name="csX4888" fmla="*/ 844810 w 1728164"/>
              <a:gd name="csY4888" fmla="*/ 1114200 h 1114920"/>
              <a:gd name="csX4889" fmla="*/ 844988 w 1728164"/>
              <a:gd name="csY4889" fmla="*/ 1114209 h 1114920"/>
              <a:gd name="csX4890" fmla="*/ 845157 w 1728164"/>
              <a:gd name="csY4890" fmla="*/ 1114209 h 1114920"/>
              <a:gd name="csX4891" fmla="*/ 845326 w 1728164"/>
              <a:gd name="csY4891" fmla="*/ 1114217 h 1114920"/>
              <a:gd name="csX4892" fmla="*/ 845503 w 1728164"/>
              <a:gd name="csY4892" fmla="*/ 1114217 h 1114920"/>
              <a:gd name="csX4893" fmla="*/ 845673 w 1728164"/>
              <a:gd name="csY4893" fmla="*/ 1114226 h 1114920"/>
              <a:gd name="csX4894" fmla="*/ 845850 w 1728164"/>
              <a:gd name="csY4894" fmla="*/ 1114226 h 1114920"/>
              <a:gd name="csX4895" fmla="*/ 846020 w 1728164"/>
              <a:gd name="csY4895" fmla="*/ 1114226 h 1114920"/>
              <a:gd name="csX4896" fmla="*/ 846197 w 1728164"/>
              <a:gd name="csY4896" fmla="*/ 1114235 h 1114920"/>
              <a:gd name="csX4897" fmla="*/ 846367 w 1728164"/>
              <a:gd name="csY4897" fmla="*/ 1114235 h 1114920"/>
              <a:gd name="csX4898" fmla="*/ 846536 w 1728164"/>
              <a:gd name="csY4898" fmla="*/ 1114244 h 1114920"/>
              <a:gd name="csX4899" fmla="*/ 846713 w 1728164"/>
              <a:gd name="csY4899" fmla="*/ 1114244 h 1114920"/>
              <a:gd name="csX4900" fmla="*/ 846882 w 1728164"/>
              <a:gd name="csY4900" fmla="*/ 1114253 h 1114920"/>
              <a:gd name="csX4901" fmla="*/ 847060 w 1728164"/>
              <a:gd name="csY4901" fmla="*/ 1114253 h 1114920"/>
              <a:gd name="csX4902" fmla="*/ 847229 w 1728164"/>
              <a:gd name="csY4902" fmla="*/ 1114262 h 1114920"/>
              <a:gd name="csX4903" fmla="*/ 847407 w 1728164"/>
              <a:gd name="csY4903" fmla="*/ 1114262 h 1114920"/>
              <a:gd name="csX4904" fmla="*/ 847576 w 1728164"/>
              <a:gd name="csY4904" fmla="*/ 1114271 h 1114920"/>
              <a:gd name="csX4905" fmla="*/ 847745 w 1728164"/>
              <a:gd name="csY4905" fmla="*/ 1114271 h 1114920"/>
              <a:gd name="csX4906" fmla="*/ 847923 w 1728164"/>
              <a:gd name="csY4906" fmla="*/ 1114280 h 1114920"/>
              <a:gd name="csX4907" fmla="*/ 848092 w 1728164"/>
              <a:gd name="csY4907" fmla="*/ 1114280 h 1114920"/>
              <a:gd name="csX4908" fmla="*/ 848270 w 1728164"/>
              <a:gd name="csY4908" fmla="*/ 1114280 h 1114920"/>
              <a:gd name="csX4909" fmla="*/ 848439 w 1728164"/>
              <a:gd name="csY4909" fmla="*/ 1114289 h 1114920"/>
              <a:gd name="csX4910" fmla="*/ 848617 w 1728164"/>
              <a:gd name="csY4910" fmla="*/ 1114289 h 1114920"/>
              <a:gd name="csX4911" fmla="*/ 848786 w 1728164"/>
              <a:gd name="csY4911" fmla="*/ 1114297 h 1114920"/>
              <a:gd name="csX4912" fmla="*/ 848955 w 1728164"/>
              <a:gd name="csY4912" fmla="*/ 1114297 h 1114920"/>
              <a:gd name="csX4913" fmla="*/ 849133 w 1728164"/>
              <a:gd name="csY4913" fmla="*/ 1114306 h 1114920"/>
              <a:gd name="csX4914" fmla="*/ 849302 w 1728164"/>
              <a:gd name="csY4914" fmla="*/ 1114306 h 1114920"/>
              <a:gd name="csX4915" fmla="*/ 849480 w 1728164"/>
              <a:gd name="csY4915" fmla="*/ 1114315 h 1114920"/>
              <a:gd name="csX4916" fmla="*/ 849649 w 1728164"/>
              <a:gd name="csY4916" fmla="*/ 1114315 h 1114920"/>
              <a:gd name="csX4917" fmla="*/ 849827 w 1728164"/>
              <a:gd name="csY4917" fmla="*/ 1114315 h 1114920"/>
              <a:gd name="csX4918" fmla="*/ 849996 w 1728164"/>
              <a:gd name="csY4918" fmla="*/ 1114324 h 1114920"/>
              <a:gd name="csX4919" fmla="*/ 850165 w 1728164"/>
              <a:gd name="csY4919" fmla="*/ 1114324 h 1114920"/>
              <a:gd name="csX4920" fmla="*/ 850343 w 1728164"/>
              <a:gd name="csY4920" fmla="*/ 1114333 h 1114920"/>
              <a:gd name="csX4921" fmla="*/ 850512 w 1728164"/>
              <a:gd name="csY4921" fmla="*/ 1114333 h 1114920"/>
              <a:gd name="csX4922" fmla="*/ 850690 w 1728164"/>
              <a:gd name="csY4922" fmla="*/ 1114333 h 1114920"/>
              <a:gd name="csX4923" fmla="*/ 850859 w 1728164"/>
              <a:gd name="csY4923" fmla="*/ 1114342 h 1114920"/>
              <a:gd name="csX4924" fmla="*/ 851037 w 1728164"/>
              <a:gd name="csY4924" fmla="*/ 1114342 h 1114920"/>
              <a:gd name="csX4925" fmla="*/ 851206 w 1728164"/>
              <a:gd name="csY4925" fmla="*/ 1114351 h 1114920"/>
              <a:gd name="csX4926" fmla="*/ 851375 w 1728164"/>
              <a:gd name="csY4926" fmla="*/ 1114351 h 1114920"/>
              <a:gd name="csX4927" fmla="*/ 851553 w 1728164"/>
              <a:gd name="csY4927" fmla="*/ 1114351 h 1114920"/>
              <a:gd name="csX4928" fmla="*/ 851722 w 1728164"/>
              <a:gd name="csY4928" fmla="*/ 1114360 h 1114920"/>
              <a:gd name="csX4929" fmla="*/ 851900 w 1728164"/>
              <a:gd name="csY4929" fmla="*/ 1114360 h 1114920"/>
              <a:gd name="csX4930" fmla="*/ 852069 w 1728164"/>
              <a:gd name="csY4930" fmla="*/ 1114369 h 1114920"/>
              <a:gd name="csX4931" fmla="*/ 852247 w 1728164"/>
              <a:gd name="csY4931" fmla="*/ 1114369 h 1114920"/>
              <a:gd name="csX4932" fmla="*/ 852416 w 1728164"/>
              <a:gd name="csY4932" fmla="*/ 1114369 h 1114920"/>
              <a:gd name="csX4933" fmla="*/ 852585 w 1728164"/>
              <a:gd name="csY4933" fmla="*/ 1114378 h 1114920"/>
              <a:gd name="csX4934" fmla="*/ 852763 w 1728164"/>
              <a:gd name="csY4934" fmla="*/ 1114378 h 1114920"/>
              <a:gd name="csX4935" fmla="*/ 852932 w 1728164"/>
              <a:gd name="csY4935" fmla="*/ 1114386 h 1114920"/>
              <a:gd name="csX4936" fmla="*/ 853110 w 1728164"/>
              <a:gd name="csY4936" fmla="*/ 1114386 h 1114920"/>
              <a:gd name="csX4937" fmla="*/ 853279 w 1728164"/>
              <a:gd name="csY4937" fmla="*/ 1114386 h 1114920"/>
              <a:gd name="csX4938" fmla="*/ 853457 w 1728164"/>
              <a:gd name="csY4938" fmla="*/ 1114395 h 1114920"/>
              <a:gd name="csX4939" fmla="*/ 853626 w 1728164"/>
              <a:gd name="csY4939" fmla="*/ 1114395 h 1114920"/>
              <a:gd name="csX4940" fmla="*/ 853795 w 1728164"/>
              <a:gd name="csY4940" fmla="*/ 1114395 h 1114920"/>
              <a:gd name="csX4941" fmla="*/ 853973 w 1728164"/>
              <a:gd name="csY4941" fmla="*/ 1114404 h 1114920"/>
              <a:gd name="csX4942" fmla="*/ 854142 w 1728164"/>
              <a:gd name="csY4942" fmla="*/ 1114404 h 1114920"/>
              <a:gd name="csX4943" fmla="*/ 854320 w 1728164"/>
              <a:gd name="csY4943" fmla="*/ 1114413 h 1114920"/>
              <a:gd name="csX4944" fmla="*/ 854489 w 1728164"/>
              <a:gd name="csY4944" fmla="*/ 1114413 h 1114920"/>
              <a:gd name="csX4945" fmla="*/ 854667 w 1728164"/>
              <a:gd name="csY4945" fmla="*/ 1114413 h 1114920"/>
              <a:gd name="csX4946" fmla="*/ 854836 w 1728164"/>
              <a:gd name="csY4946" fmla="*/ 1114422 h 1114920"/>
              <a:gd name="csX4947" fmla="*/ 855005 w 1728164"/>
              <a:gd name="csY4947" fmla="*/ 1114422 h 1114920"/>
              <a:gd name="csX4948" fmla="*/ 855183 w 1728164"/>
              <a:gd name="csY4948" fmla="*/ 1114422 h 1114920"/>
              <a:gd name="csX4949" fmla="*/ 855352 w 1728164"/>
              <a:gd name="csY4949" fmla="*/ 1114431 h 1114920"/>
              <a:gd name="csX4950" fmla="*/ 855530 w 1728164"/>
              <a:gd name="csY4950" fmla="*/ 1114431 h 1114920"/>
              <a:gd name="csX4951" fmla="*/ 855699 w 1728164"/>
              <a:gd name="csY4951" fmla="*/ 1114431 h 1114920"/>
              <a:gd name="csX4952" fmla="*/ 855877 w 1728164"/>
              <a:gd name="csY4952" fmla="*/ 1114440 h 1114920"/>
              <a:gd name="csX4953" fmla="*/ 856046 w 1728164"/>
              <a:gd name="csY4953" fmla="*/ 1114440 h 1114920"/>
              <a:gd name="csX4954" fmla="*/ 856215 w 1728164"/>
              <a:gd name="csY4954" fmla="*/ 1114440 h 1114920"/>
              <a:gd name="csX4955" fmla="*/ 856393 w 1728164"/>
              <a:gd name="csY4955" fmla="*/ 1114449 h 1114920"/>
              <a:gd name="csX4956" fmla="*/ 856562 w 1728164"/>
              <a:gd name="csY4956" fmla="*/ 1114449 h 1114920"/>
              <a:gd name="csX4957" fmla="*/ 856740 w 1728164"/>
              <a:gd name="csY4957" fmla="*/ 1114449 h 1114920"/>
              <a:gd name="csX4958" fmla="*/ 856909 w 1728164"/>
              <a:gd name="csY4958" fmla="*/ 1114458 h 1114920"/>
              <a:gd name="csX4959" fmla="*/ 857087 w 1728164"/>
              <a:gd name="csY4959" fmla="*/ 1114458 h 1114920"/>
              <a:gd name="csX4960" fmla="*/ 857256 w 1728164"/>
              <a:gd name="csY4960" fmla="*/ 1114458 h 1114920"/>
              <a:gd name="csX4961" fmla="*/ 857425 w 1728164"/>
              <a:gd name="csY4961" fmla="*/ 1114467 h 1114920"/>
              <a:gd name="csX4962" fmla="*/ 857603 w 1728164"/>
              <a:gd name="csY4962" fmla="*/ 1114467 h 1114920"/>
              <a:gd name="csX4963" fmla="*/ 857772 w 1728164"/>
              <a:gd name="csY4963" fmla="*/ 1114467 h 1114920"/>
              <a:gd name="csX4964" fmla="*/ 857950 w 1728164"/>
              <a:gd name="csY4964" fmla="*/ 1114475 h 1114920"/>
              <a:gd name="csX4965" fmla="*/ 858119 w 1728164"/>
              <a:gd name="csY4965" fmla="*/ 1114475 h 1114920"/>
              <a:gd name="csX4966" fmla="*/ 858297 w 1728164"/>
              <a:gd name="csY4966" fmla="*/ 1114475 h 1114920"/>
              <a:gd name="csX4967" fmla="*/ 858466 w 1728164"/>
              <a:gd name="csY4967" fmla="*/ 1114484 h 1114920"/>
              <a:gd name="csX4968" fmla="*/ 858635 w 1728164"/>
              <a:gd name="csY4968" fmla="*/ 1114484 h 1114920"/>
              <a:gd name="csX4969" fmla="*/ 858813 w 1728164"/>
              <a:gd name="csY4969" fmla="*/ 1114484 h 1114920"/>
              <a:gd name="csX4970" fmla="*/ 858982 w 1728164"/>
              <a:gd name="csY4970" fmla="*/ 1114493 h 1114920"/>
              <a:gd name="csX4971" fmla="*/ 859160 w 1728164"/>
              <a:gd name="csY4971" fmla="*/ 1114493 h 1114920"/>
              <a:gd name="csX4972" fmla="*/ 859329 w 1728164"/>
              <a:gd name="csY4972" fmla="*/ 1114493 h 1114920"/>
              <a:gd name="csX4973" fmla="*/ 859506 w 1728164"/>
              <a:gd name="csY4973" fmla="*/ 1114502 h 1114920"/>
              <a:gd name="csX4974" fmla="*/ 859676 w 1728164"/>
              <a:gd name="csY4974" fmla="*/ 1114502 h 1114920"/>
              <a:gd name="csX4975" fmla="*/ 859845 w 1728164"/>
              <a:gd name="csY4975" fmla="*/ 1114502 h 1114920"/>
              <a:gd name="csX4976" fmla="*/ 860023 w 1728164"/>
              <a:gd name="csY4976" fmla="*/ 1114502 h 1114920"/>
              <a:gd name="csX4977" fmla="*/ 860192 w 1728164"/>
              <a:gd name="csY4977" fmla="*/ 1114511 h 1114920"/>
              <a:gd name="csX4978" fmla="*/ 860370 w 1728164"/>
              <a:gd name="csY4978" fmla="*/ 1114511 h 1114920"/>
              <a:gd name="csX4979" fmla="*/ 860539 w 1728164"/>
              <a:gd name="csY4979" fmla="*/ 1114511 h 1114920"/>
              <a:gd name="csX4980" fmla="*/ 860717 w 1728164"/>
              <a:gd name="csY4980" fmla="*/ 1114520 h 1114920"/>
              <a:gd name="csX4981" fmla="*/ 860885 w 1728164"/>
              <a:gd name="csY4981" fmla="*/ 1114520 h 1114920"/>
              <a:gd name="csX4982" fmla="*/ 861055 w 1728164"/>
              <a:gd name="csY4982" fmla="*/ 1114520 h 1114920"/>
              <a:gd name="csX4983" fmla="*/ 861232 w 1728164"/>
              <a:gd name="csY4983" fmla="*/ 1114520 h 1114920"/>
              <a:gd name="csX4984" fmla="*/ 861401 w 1728164"/>
              <a:gd name="csY4984" fmla="*/ 1114529 h 1114920"/>
              <a:gd name="csX4985" fmla="*/ 861579 w 1728164"/>
              <a:gd name="csY4985" fmla="*/ 1114529 h 1114920"/>
              <a:gd name="csX4986" fmla="*/ 861748 w 1728164"/>
              <a:gd name="csY4986" fmla="*/ 1114529 h 1114920"/>
              <a:gd name="csX4987" fmla="*/ 861917 w 1728164"/>
              <a:gd name="csY4987" fmla="*/ 1114538 h 1114920"/>
              <a:gd name="csX4988" fmla="*/ 862095 w 1728164"/>
              <a:gd name="csY4988" fmla="*/ 1114538 h 1114920"/>
              <a:gd name="csX4989" fmla="*/ 862264 w 1728164"/>
              <a:gd name="csY4989" fmla="*/ 1114538 h 1114920"/>
              <a:gd name="csX4990" fmla="*/ 862442 w 1728164"/>
              <a:gd name="csY4990" fmla="*/ 1114538 h 1114920"/>
              <a:gd name="csX4991" fmla="*/ 862611 w 1728164"/>
              <a:gd name="csY4991" fmla="*/ 1114547 h 1114920"/>
              <a:gd name="csX4992" fmla="*/ 862789 w 1728164"/>
              <a:gd name="csY4992" fmla="*/ 1114547 h 1114920"/>
              <a:gd name="csX4993" fmla="*/ 862958 w 1728164"/>
              <a:gd name="csY4993" fmla="*/ 1114547 h 1114920"/>
              <a:gd name="csX4994" fmla="*/ 863127 w 1728164"/>
              <a:gd name="csY4994" fmla="*/ 1114556 h 1114920"/>
              <a:gd name="csX4995" fmla="*/ 863305 w 1728164"/>
              <a:gd name="csY4995" fmla="*/ 1114556 h 1114920"/>
              <a:gd name="csX4996" fmla="*/ 863474 w 1728164"/>
              <a:gd name="csY4996" fmla="*/ 1114556 h 1114920"/>
              <a:gd name="csX4997" fmla="*/ 863652 w 1728164"/>
              <a:gd name="csY4997" fmla="*/ 1114556 h 1114920"/>
              <a:gd name="csX4998" fmla="*/ 863821 w 1728164"/>
              <a:gd name="csY4998" fmla="*/ 1114564 h 1114920"/>
              <a:gd name="csX4999" fmla="*/ 863999 w 1728164"/>
              <a:gd name="csY4999" fmla="*/ 1114564 h 1114920"/>
              <a:gd name="csX5000" fmla="*/ 864168 w 1728164"/>
              <a:gd name="csY5000" fmla="*/ 1114564 h 1114920"/>
              <a:gd name="csX5001" fmla="*/ 864337 w 1728164"/>
              <a:gd name="csY5001" fmla="*/ 1114564 h 1114920"/>
              <a:gd name="csX5002" fmla="*/ 864515 w 1728164"/>
              <a:gd name="csY5002" fmla="*/ 1114573 h 1114920"/>
              <a:gd name="csX5003" fmla="*/ 864684 w 1728164"/>
              <a:gd name="csY5003" fmla="*/ 1114573 h 1114920"/>
              <a:gd name="csX5004" fmla="*/ 864862 w 1728164"/>
              <a:gd name="csY5004" fmla="*/ 1114573 h 1114920"/>
              <a:gd name="csX5005" fmla="*/ 865031 w 1728164"/>
              <a:gd name="csY5005" fmla="*/ 1114573 h 1114920"/>
              <a:gd name="csX5006" fmla="*/ 865209 w 1728164"/>
              <a:gd name="csY5006" fmla="*/ 1114582 h 1114920"/>
              <a:gd name="csX5007" fmla="*/ 865378 w 1728164"/>
              <a:gd name="csY5007" fmla="*/ 1114582 h 1114920"/>
              <a:gd name="csX5008" fmla="*/ 865547 w 1728164"/>
              <a:gd name="csY5008" fmla="*/ 1114582 h 1114920"/>
              <a:gd name="csX5009" fmla="*/ 865725 w 1728164"/>
              <a:gd name="csY5009" fmla="*/ 1114582 h 1114920"/>
              <a:gd name="csX5010" fmla="*/ 865894 w 1728164"/>
              <a:gd name="csY5010" fmla="*/ 1114591 h 1114920"/>
              <a:gd name="csX5011" fmla="*/ 866072 w 1728164"/>
              <a:gd name="csY5011" fmla="*/ 1114591 h 1114920"/>
              <a:gd name="csX5012" fmla="*/ 866241 w 1728164"/>
              <a:gd name="csY5012" fmla="*/ 1114591 h 1114920"/>
              <a:gd name="csX5013" fmla="*/ 866419 w 1728164"/>
              <a:gd name="csY5013" fmla="*/ 1114591 h 1114920"/>
              <a:gd name="csX5014" fmla="*/ 866588 w 1728164"/>
              <a:gd name="csY5014" fmla="*/ 1114600 h 1114920"/>
              <a:gd name="csX5015" fmla="*/ 866757 w 1728164"/>
              <a:gd name="csY5015" fmla="*/ 1114600 h 1114920"/>
              <a:gd name="csX5016" fmla="*/ 866935 w 1728164"/>
              <a:gd name="csY5016" fmla="*/ 1114600 h 1114920"/>
              <a:gd name="csX5017" fmla="*/ 867104 w 1728164"/>
              <a:gd name="csY5017" fmla="*/ 1114600 h 1114920"/>
              <a:gd name="csX5018" fmla="*/ 867282 w 1728164"/>
              <a:gd name="csY5018" fmla="*/ 1114609 h 1114920"/>
              <a:gd name="csX5019" fmla="*/ 867451 w 1728164"/>
              <a:gd name="csY5019" fmla="*/ 1114609 h 1114920"/>
              <a:gd name="csX5020" fmla="*/ 867629 w 1728164"/>
              <a:gd name="csY5020" fmla="*/ 1114609 h 1114920"/>
              <a:gd name="csX5021" fmla="*/ 867798 w 1728164"/>
              <a:gd name="csY5021" fmla="*/ 1114609 h 1114920"/>
              <a:gd name="csX5022" fmla="*/ 867967 w 1728164"/>
              <a:gd name="csY5022" fmla="*/ 1114609 h 1114920"/>
              <a:gd name="csX5023" fmla="*/ 868145 w 1728164"/>
              <a:gd name="csY5023" fmla="*/ 1114618 h 1114920"/>
              <a:gd name="csX5024" fmla="*/ 868314 w 1728164"/>
              <a:gd name="csY5024" fmla="*/ 1114618 h 1114920"/>
              <a:gd name="csX5025" fmla="*/ 868492 w 1728164"/>
              <a:gd name="csY5025" fmla="*/ 1114618 h 1114920"/>
              <a:gd name="csX5026" fmla="*/ 868661 w 1728164"/>
              <a:gd name="csY5026" fmla="*/ 1114618 h 1114920"/>
              <a:gd name="csX5027" fmla="*/ 868839 w 1728164"/>
              <a:gd name="csY5027" fmla="*/ 1114627 h 1114920"/>
              <a:gd name="csX5028" fmla="*/ 869008 w 1728164"/>
              <a:gd name="csY5028" fmla="*/ 1114627 h 1114920"/>
              <a:gd name="csX5029" fmla="*/ 869177 w 1728164"/>
              <a:gd name="csY5029" fmla="*/ 1114627 h 1114920"/>
              <a:gd name="csX5030" fmla="*/ 869355 w 1728164"/>
              <a:gd name="csY5030" fmla="*/ 1114627 h 1114920"/>
              <a:gd name="csX5031" fmla="*/ 869524 w 1728164"/>
              <a:gd name="csY5031" fmla="*/ 1114627 h 1114920"/>
              <a:gd name="csX5032" fmla="*/ 869702 w 1728164"/>
              <a:gd name="csY5032" fmla="*/ 1114636 h 1114920"/>
              <a:gd name="csX5033" fmla="*/ 869871 w 1728164"/>
              <a:gd name="csY5033" fmla="*/ 1114636 h 1114920"/>
              <a:gd name="csX5034" fmla="*/ 870049 w 1728164"/>
              <a:gd name="csY5034" fmla="*/ 1114636 h 1114920"/>
              <a:gd name="csX5035" fmla="*/ 870218 w 1728164"/>
              <a:gd name="csY5035" fmla="*/ 1114636 h 1114920"/>
              <a:gd name="csX5036" fmla="*/ 870387 w 1728164"/>
              <a:gd name="csY5036" fmla="*/ 1114636 h 1114920"/>
              <a:gd name="csX5037" fmla="*/ 870565 w 1728164"/>
              <a:gd name="csY5037" fmla="*/ 1114644 h 1114920"/>
              <a:gd name="csX5038" fmla="*/ 870734 w 1728164"/>
              <a:gd name="csY5038" fmla="*/ 1114644 h 1114920"/>
              <a:gd name="csX5039" fmla="*/ 870912 w 1728164"/>
              <a:gd name="csY5039" fmla="*/ 1114644 h 1114920"/>
              <a:gd name="csX5040" fmla="*/ 871081 w 1728164"/>
              <a:gd name="csY5040" fmla="*/ 1114644 h 1114920"/>
              <a:gd name="csX5041" fmla="*/ 871259 w 1728164"/>
              <a:gd name="csY5041" fmla="*/ 1114644 h 1114920"/>
              <a:gd name="csX5042" fmla="*/ 871428 w 1728164"/>
              <a:gd name="csY5042" fmla="*/ 1114653 h 1114920"/>
              <a:gd name="csX5043" fmla="*/ 871597 w 1728164"/>
              <a:gd name="csY5043" fmla="*/ 1114653 h 1114920"/>
              <a:gd name="csX5044" fmla="*/ 871775 w 1728164"/>
              <a:gd name="csY5044" fmla="*/ 1114653 h 1114920"/>
              <a:gd name="csX5045" fmla="*/ 871944 w 1728164"/>
              <a:gd name="csY5045" fmla="*/ 1114653 h 1114920"/>
              <a:gd name="csX5046" fmla="*/ 872122 w 1728164"/>
              <a:gd name="csY5046" fmla="*/ 1114653 h 1114920"/>
              <a:gd name="csX5047" fmla="*/ 872291 w 1728164"/>
              <a:gd name="csY5047" fmla="*/ 1114662 h 1114920"/>
              <a:gd name="csX5048" fmla="*/ 872469 w 1728164"/>
              <a:gd name="csY5048" fmla="*/ 1114662 h 1114920"/>
              <a:gd name="csX5049" fmla="*/ 872638 w 1728164"/>
              <a:gd name="csY5049" fmla="*/ 1114662 h 1114920"/>
              <a:gd name="csX5050" fmla="*/ 872807 w 1728164"/>
              <a:gd name="csY5050" fmla="*/ 1114662 h 1114920"/>
              <a:gd name="csX5051" fmla="*/ 872985 w 1728164"/>
              <a:gd name="csY5051" fmla="*/ 1114662 h 1114920"/>
              <a:gd name="csX5052" fmla="*/ 873154 w 1728164"/>
              <a:gd name="csY5052" fmla="*/ 1114671 h 1114920"/>
              <a:gd name="csX5053" fmla="*/ 873332 w 1728164"/>
              <a:gd name="csY5053" fmla="*/ 1114671 h 1114920"/>
              <a:gd name="csX5054" fmla="*/ 873501 w 1728164"/>
              <a:gd name="csY5054" fmla="*/ 1114671 h 1114920"/>
              <a:gd name="csX5055" fmla="*/ 873679 w 1728164"/>
              <a:gd name="csY5055" fmla="*/ 1114671 h 1114920"/>
              <a:gd name="csX5056" fmla="*/ 873848 w 1728164"/>
              <a:gd name="csY5056" fmla="*/ 1114671 h 1114920"/>
              <a:gd name="csX5057" fmla="*/ 874017 w 1728164"/>
              <a:gd name="csY5057" fmla="*/ 1114680 h 1114920"/>
              <a:gd name="csX5058" fmla="*/ 874195 w 1728164"/>
              <a:gd name="csY5058" fmla="*/ 1114680 h 1114920"/>
              <a:gd name="csX5059" fmla="*/ 874364 w 1728164"/>
              <a:gd name="csY5059" fmla="*/ 1114680 h 1114920"/>
              <a:gd name="csX5060" fmla="*/ 874542 w 1728164"/>
              <a:gd name="csY5060" fmla="*/ 1114680 h 1114920"/>
              <a:gd name="csX5061" fmla="*/ 874711 w 1728164"/>
              <a:gd name="csY5061" fmla="*/ 1114680 h 1114920"/>
              <a:gd name="csX5062" fmla="*/ 874888 w 1728164"/>
              <a:gd name="csY5062" fmla="*/ 1114680 h 1114920"/>
              <a:gd name="csX5063" fmla="*/ 875058 w 1728164"/>
              <a:gd name="csY5063" fmla="*/ 1114689 h 1114920"/>
              <a:gd name="csX5064" fmla="*/ 875227 w 1728164"/>
              <a:gd name="csY5064" fmla="*/ 1114689 h 1114920"/>
              <a:gd name="csX5065" fmla="*/ 875404 w 1728164"/>
              <a:gd name="csY5065" fmla="*/ 1114689 h 1114920"/>
              <a:gd name="csX5066" fmla="*/ 875574 w 1728164"/>
              <a:gd name="csY5066" fmla="*/ 1114689 h 1114920"/>
              <a:gd name="csX5067" fmla="*/ 875751 w 1728164"/>
              <a:gd name="csY5067" fmla="*/ 1114689 h 1114920"/>
              <a:gd name="csX5068" fmla="*/ 875921 w 1728164"/>
              <a:gd name="csY5068" fmla="*/ 1114698 h 1114920"/>
              <a:gd name="csX5069" fmla="*/ 876098 w 1728164"/>
              <a:gd name="csY5069" fmla="*/ 1114698 h 1114920"/>
              <a:gd name="csX5070" fmla="*/ 876267 w 1728164"/>
              <a:gd name="csY5070" fmla="*/ 1114698 h 1114920"/>
              <a:gd name="csX5071" fmla="*/ 876436 w 1728164"/>
              <a:gd name="csY5071" fmla="*/ 1114698 h 1114920"/>
              <a:gd name="csX5072" fmla="*/ 876614 w 1728164"/>
              <a:gd name="csY5072" fmla="*/ 1114698 h 1114920"/>
              <a:gd name="csX5073" fmla="*/ 876783 w 1728164"/>
              <a:gd name="csY5073" fmla="*/ 1114698 h 1114920"/>
              <a:gd name="csX5074" fmla="*/ 876961 w 1728164"/>
              <a:gd name="csY5074" fmla="*/ 1114707 h 1114920"/>
              <a:gd name="csX5075" fmla="*/ 877130 w 1728164"/>
              <a:gd name="csY5075" fmla="*/ 1114707 h 1114920"/>
              <a:gd name="csX5076" fmla="*/ 877308 w 1728164"/>
              <a:gd name="csY5076" fmla="*/ 1114707 h 1114920"/>
              <a:gd name="csX5077" fmla="*/ 877477 w 1728164"/>
              <a:gd name="csY5077" fmla="*/ 1114707 h 1114920"/>
              <a:gd name="csX5078" fmla="*/ 877646 w 1728164"/>
              <a:gd name="csY5078" fmla="*/ 1114707 h 1114920"/>
              <a:gd name="csX5079" fmla="*/ 877824 w 1728164"/>
              <a:gd name="csY5079" fmla="*/ 1114707 h 1114920"/>
              <a:gd name="csX5080" fmla="*/ 877993 w 1728164"/>
              <a:gd name="csY5080" fmla="*/ 1114707 h 1114920"/>
              <a:gd name="csX5081" fmla="*/ 878171 w 1728164"/>
              <a:gd name="csY5081" fmla="*/ 1114716 h 1114920"/>
              <a:gd name="csX5082" fmla="*/ 878340 w 1728164"/>
              <a:gd name="csY5082" fmla="*/ 1114716 h 1114920"/>
              <a:gd name="csX5083" fmla="*/ 878518 w 1728164"/>
              <a:gd name="csY5083" fmla="*/ 1114716 h 1114920"/>
              <a:gd name="csX5084" fmla="*/ 878687 w 1728164"/>
              <a:gd name="csY5084" fmla="*/ 1114716 h 1114920"/>
              <a:gd name="csX5085" fmla="*/ 878856 w 1728164"/>
              <a:gd name="csY5085" fmla="*/ 1114716 h 1114920"/>
              <a:gd name="csX5086" fmla="*/ 879034 w 1728164"/>
              <a:gd name="csY5086" fmla="*/ 1114716 h 1114920"/>
              <a:gd name="csX5087" fmla="*/ 879203 w 1728164"/>
              <a:gd name="csY5087" fmla="*/ 1114725 h 1114920"/>
              <a:gd name="csX5088" fmla="*/ 879381 w 1728164"/>
              <a:gd name="csY5088" fmla="*/ 1114725 h 1114920"/>
              <a:gd name="csX5089" fmla="*/ 879550 w 1728164"/>
              <a:gd name="csY5089" fmla="*/ 1114725 h 1114920"/>
              <a:gd name="csX5090" fmla="*/ 879728 w 1728164"/>
              <a:gd name="csY5090" fmla="*/ 1114725 h 1114920"/>
              <a:gd name="csX5091" fmla="*/ 879897 w 1728164"/>
              <a:gd name="csY5091" fmla="*/ 1114725 h 1114920"/>
              <a:gd name="csX5092" fmla="*/ 880066 w 1728164"/>
              <a:gd name="csY5092" fmla="*/ 1114725 h 1114920"/>
              <a:gd name="csX5093" fmla="*/ 880244 w 1728164"/>
              <a:gd name="csY5093" fmla="*/ 1114725 h 1114920"/>
              <a:gd name="csX5094" fmla="*/ 880413 w 1728164"/>
              <a:gd name="csY5094" fmla="*/ 1114733 h 1114920"/>
              <a:gd name="csX5095" fmla="*/ 880591 w 1728164"/>
              <a:gd name="csY5095" fmla="*/ 1114733 h 1114920"/>
              <a:gd name="csX5096" fmla="*/ 880760 w 1728164"/>
              <a:gd name="csY5096" fmla="*/ 1114733 h 1114920"/>
              <a:gd name="csX5097" fmla="*/ 880929 w 1728164"/>
              <a:gd name="csY5097" fmla="*/ 1114733 h 1114920"/>
              <a:gd name="csX5098" fmla="*/ 881107 w 1728164"/>
              <a:gd name="csY5098" fmla="*/ 1114733 h 1114920"/>
              <a:gd name="csX5099" fmla="*/ 881276 w 1728164"/>
              <a:gd name="csY5099" fmla="*/ 1114733 h 1114920"/>
              <a:gd name="csX5100" fmla="*/ 881454 w 1728164"/>
              <a:gd name="csY5100" fmla="*/ 1114733 h 1114920"/>
              <a:gd name="csX5101" fmla="*/ 881623 w 1728164"/>
              <a:gd name="csY5101" fmla="*/ 1114742 h 1114920"/>
              <a:gd name="csX5102" fmla="*/ 881801 w 1728164"/>
              <a:gd name="csY5102" fmla="*/ 1114742 h 1114920"/>
              <a:gd name="csX5103" fmla="*/ 881970 w 1728164"/>
              <a:gd name="csY5103" fmla="*/ 1114742 h 1114920"/>
              <a:gd name="csX5104" fmla="*/ 882139 w 1728164"/>
              <a:gd name="csY5104" fmla="*/ 1114742 h 1114920"/>
              <a:gd name="csX5105" fmla="*/ 882317 w 1728164"/>
              <a:gd name="csY5105" fmla="*/ 1114742 h 1114920"/>
              <a:gd name="csX5106" fmla="*/ 882486 w 1728164"/>
              <a:gd name="csY5106" fmla="*/ 1114742 h 1114920"/>
              <a:gd name="csX5107" fmla="*/ 882664 w 1728164"/>
              <a:gd name="csY5107" fmla="*/ 1114742 h 1114920"/>
              <a:gd name="csX5108" fmla="*/ 882833 w 1728164"/>
              <a:gd name="csY5108" fmla="*/ 1114751 h 1114920"/>
              <a:gd name="csX5109" fmla="*/ 883011 w 1728164"/>
              <a:gd name="csY5109" fmla="*/ 1114751 h 1114920"/>
              <a:gd name="csX5110" fmla="*/ 883180 w 1728164"/>
              <a:gd name="csY5110" fmla="*/ 1114751 h 1114920"/>
              <a:gd name="csX5111" fmla="*/ 883349 w 1728164"/>
              <a:gd name="csY5111" fmla="*/ 1114751 h 1114920"/>
              <a:gd name="csX5112" fmla="*/ 883527 w 1728164"/>
              <a:gd name="csY5112" fmla="*/ 1114751 h 1114920"/>
              <a:gd name="csX5113" fmla="*/ 883696 w 1728164"/>
              <a:gd name="csY5113" fmla="*/ 1114751 h 1114920"/>
              <a:gd name="csX5114" fmla="*/ 883874 w 1728164"/>
              <a:gd name="csY5114" fmla="*/ 1114751 h 1114920"/>
              <a:gd name="csX5115" fmla="*/ 884043 w 1728164"/>
              <a:gd name="csY5115" fmla="*/ 1114751 h 1114920"/>
              <a:gd name="csX5116" fmla="*/ 884221 w 1728164"/>
              <a:gd name="csY5116" fmla="*/ 1114760 h 1114920"/>
              <a:gd name="csX5117" fmla="*/ 884390 w 1728164"/>
              <a:gd name="csY5117" fmla="*/ 1114760 h 1114920"/>
              <a:gd name="csX5118" fmla="*/ 884559 w 1728164"/>
              <a:gd name="csY5118" fmla="*/ 1114760 h 1114920"/>
              <a:gd name="csX5119" fmla="*/ 884737 w 1728164"/>
              <a:gd name="csY5119" fmla="*/ 1114760 h 1114920"/>
              <a:gd name="csX5120" fmla="*/ 884906 w 1728164"/>
              <a:gd name="csY5120" fmla="*/ 1114760 h 1114920"/>
              <a:gd name="csX5121" fmla="*/ 885084 w 1728164"/>
              <a:gd name="csY5121" fmla="*/ 1114760 h 1114920"/>
              <a:gd name="csX5122" fmla="*/ 885253 w 1728164"/>
              <a:gd name="csY5122" fmla="*/ 1114760 h 1114920"/>
              <a:gd name="csX5123" fmla="*/ 885431 w 1728164"/>
              <a:gd name="csY5123" fmla="*/ 1114760 h 1114920"/>
              <a:gd name="csX5124" fmla="*/ 885600 w 1728164"/>
              <a:gd name="csY5124" fmla="*/ 1114769 h 1114920"/>
              <a:gd name="csX5125" fmla="*/ 885769 w 1728164"/>
              <a:gd name="csY5125" fmla="*/ 1114769 h 1114920"/>
              <a:gd name="csX5126" fmla="*/ 885947 w 1728164"/>
              <a:gd name="csY5126" fmla="*/ 1114769 h 1114920"/>
              <a:gd name="csX5127" fmla="*/ 886116 w 1728164"/>
              <a:gd name="csY5127" fmla="*/ 1114769 h 1114920"/>
              <a:gd name="csX5128" fmla="*/ 886294 w 1728164"/>
              <a:gd name="csY5128" fmla="*/ 1114769 h 1114920"/>
              <a:gd name="csX5129" fmla="*/ 886463 w 1728164"/>
              <a:gd name="csY5129" fmla="*/ 1114769 h 1114920"/>
              <a:gd name="csX5130" fmla="*/ 886641 w 1728164"/>
              <a:gd name="csY5130" fmla="*/ 1114769 h 1114920"/>
              <a:gd name="csX5131" fmla="*/ 886810 w 1728164"/>
              <a:gd name="csY5131" fmla="*/ 1114769 h 1114920"/>
              <a:gd name="csX5132" fmla="*/ 886979 w 1728164"/>
              <a:gd name="csY5132" fmla="*/ 1114769 h 1114920"/>
              <a:gd name="csX5133" fmla="*/ 887157 w 1728164"/>
              <a:gd name="csY5133" fmla="*/ 1114778 h 1114920"/>
              <a:gd name="csX5134" fmla="*/ 887326 w 1728164"/>
              <a:gd name="csY5134" fmla="*/ 1114778 h 1114920"/>
              <a:gd name="csX5135" fmla="*/ 887504 w 1728164"/>
              <a:gd name="csY5135" fmla="*/ 1114778 h 1114920"/>
              <a:gd name="csX5136" fmla="*/ 887673 w 1728164"/>
              <a:gd name="csY5136" fmla="*/ 1114778 h 1114920"/>
              <a:gd name="csX5137" fmla="*/ 887851 w 1728164"/>
              <a:gd name="csY5137" fmla="*/ 1114778 h 1114920"/>
              <a:gd name="csX5138" fmla="*/ 888020 w 1728164"/>
              <a:gd name="csY5138" fmla="*/ 1114778 h 1114920"/>
              <a:gd name="csX5139" fmla="*/ 888189 w 1728164"/>
              <a:gd name="csY5139" fmla="*/ 1114778 h 1114920"/>
              <a:gd name="csX5140" fmla="*/ 888367 w 1728164"/>
              <a:gd name="csY5140" fmla="*/ 1114778 h 1114920"/>
              <a:gd name="csX5141" fmla="*/ 888536 w 1728164"/>
              <a:gd name="csY5141" fmla="*/ 1114778 h 1114920"/>
              <a:gd name="csX5142" fmla="*/ 888714 w 1728164"/>
              <a:gd name="csY5142" fmla="*/ 1114787 h 1114920"/>
              <a:gd name="csX5143" fmla="*/ 888883 w 1728164"/>
              <a:gd name="csY5143" fmla="*/ 1114787 h 1114920"/>
              <a:gd name="csX5144" fmla="*/ 889061 w 1728164"/>
              <a:gd name="csY5144" fmla="*/ 1114787 h 1114920"/>
              <a:gd name="csX5145" fmla="*/ 889230 w 1728164"/>
              <a:gd name="csY5145" fmla="*/ 1114787 h 1114920"/>
              <a:gd name="csX5146" fmla="*/ 889399 w 1728164"/>
              <a:gd name="csY5146" fmla="*/ 1114787 h 1114920"/>
              <a:gd name="csX5147" fmla="*/ 889577 w 1728164"/>
              <a:gd name="csY5147" fmla="*/ 1114787 h 1114920"/>
              <a:gd name="csX5148" fmla="*/ 889746 w 1728164"/>
              <a:gd name="csY5148" fmla="*/ 1114787 h 1114920"/>
              <a:gd name="csX5149" fmla="*/ 889924 w 1728164"/>
              <a:gd name="csY5149" fmla="*/ 1114787 h 1114920"/>
              <a:gd name="csX5150" fmla="*/ 890092 w 1728164"/>
              <a:gd name="csY5150" fmla="*/ 1114787 h 1114920"/>
              <a:gd name="csX5151" fmla="*/ 890270 w 1728164"/>
              <a:gd name="csY5151" fmla="*/ 1114796 h 1114920"/>
              <a:gd name="csX5152" fmla="*/ 890439 w 1728164"/>
              <a:gd name="csY5152" fmla="*/ 1114796 h 1114920"/>
              <a:gd name="csX5153" fmla="*/ 890609 w 1728164"/>
              <a:gd name="csY5153" fmla="*/ 1114796 h 1114920"/>
              <a:gd name="csX5154" fmla="*/ 890786 w 1728164"/>
              <a:gd name="csY5154" fmla="*/ 1114796 h 1114920"/>
              <a:gd name="csX5155" fmla="*/ 890956 w 1728164"/>
              <a:gd name="csY5155" fmla="*/ 1114796 h 1114920"/>
              <a:gd name="csX5156" fmla="*/ 891133 w 1728164"/>
              <a:gd name="csY5156" fmla="*/ 1114796 h 1114920"/>
              <a:gd name="csX5157" fmla="*/ 891303 w 1728164"/>
              <a:gd name="csY5157" fmla="*/ 1114796 h 1114920"/>
              <a:gd name="csX5158" fmla="*/ 891480 w 1728164"/>
              <a:gd name="csY5158" fmla="*/ 1114796 h 1114920"/>
              <a:gd name="csX5159" fmla="*/ 891649 w 1728164"/>
              <a:gd name="csY5159" fmla="*/ 1114796 h 1114920"/>
              <a:gd name="csX5160" fmla="*/ 891818 w 1728164"/>
              <a:gd name="csY5160" fmla="*/ 1114796 h 1114920"/>
              <a:gd name="csX5161" fmla="*/ 891996 w 1728164"/>
              <a:gd name="csY5161" fmla="*/ 1114805 h 1114920"/>
              <a:gd name="csX5162" fmla="*/ 892165 w 1728164"/>
              <a:gd name="csY5162" fmla="*/ 1114805 h 1114920"/>
              <a:gd name="csX5163" fmla="*/ 892343 w 1728164"/>
              <a:gd name="csY5163" fmla="*/ 1114805 h 1114920"/>
              <a:gd name="csX5164" fmla="*/ 892512 w 1728164"/>
              <a:gd name="csY5164" fmla="*/ 1114805 h 1114920"/>
              <a:gd name="csX5165" fmla="*/ 892690 w 1728164"/>
              <a:gd name="csY5165" fmla="*/ 1114805 h 1114920"/>
              <a:gd name="csX5166" fmla="*/ 892859 w 1728164"/>
              <a:gd name="csY5166" fmla="*/ 1114805 h 1114920"/>
              <a:gd name="csX5167" fmla="*/ 893028 w 1728164"/>
              <a:gd name="csY5167" fmla="*/ 1114805 h 1114920"/>
              <a:gd name="csX5168" fmla="*/ 893206 w 1728164"/>
              <a:gd name="csY5168" fmla="*/ 1114805 h 1114920"/>
              <a:gd name="csX5169" fmla="*/ 893375 w 1728164"/>
              <a:gd name="csY5169" fmla="*/ 1114805 h 1114920"/>
              <a:gd name="csX5170" fmla="*/ 893553 w 1728164"/>
              <a:gd name="csY5170" fmla="*/ 1114805 h 1114920"/>
              <a:gd name="csX5171" fmla="*/ 893722 w 1728164"/>
              <a:gd name="csY5171" fmla="*/ 1114805 h 1114920"/>
              <a:gd name="csX5172" fmla="*/ 893900 w 1728164"/>
              <a:gd name="csY5172" fmla="*/ 1114813 h 1114920"/>
              <a:gd name="csX5173" fmla="*/ 894069 w 1728164"/>
              <a:gd name="csY5173" fmla="*/ 1114813 h 1114920"/>
              <a:gd name="csX5174" fmla="*/ 894238 w 1728164"/>
              <a:gd name="csY5174" fmla="*/ 1114813 h 1114920"/>
              <a:gd name="csX5175" fmla="*/ 894416 w 1728164"/>
              <a:gd name="csY5175" fmla="*/ 1114813 h 1114920"/>
              <a:gd name="csX5176" fmla="*/ 894585 w 1728164"/>
              <a:gd name="csY5176" fmla="*/ 1114813 h 1114920"/>
              <a:gd name="csX5177" fmla="*/ 894763 w 1728164"/>
              <a:gd name="csY5177" fmla="*/ 1114813 h 1114920"/>
              <a:gd name="csX5178" fmla="*/ 894932 w 1728164"/>
              <a:gd name="csY5178" fmla="*/ 1114813 h 1114920"/>
              <a:gd name="csX5179" fmla="*/ 895110 w 1728164"/>
              <a:gd name="csY5179" fmla="*/ 1114813 h 1114920"/>
              <a:gd name="csX5180" fmla="*/ 895279 w 1728164"/>
              <a:gd name="csY5180" fmla="*/ 1114813 h 1114920"/>
              <a:gd name="csX5181" fmla="*/ 895448 w 1728164"/>
              <a:gd name="csY5181" fmla="*/ 1114813 h 1114920"/>
              <a:gd name="csX5182" fmla="*/ 895626 w 1728164"/>
              <a:gd name="csY5182" fmla="*/ 1114813 h 1114920"/>
              <a:gd name="csX5183" fmla="*/ 895795 w 1728164"/>
              <a:gd name="csY5183" fmla="*/ 1114813 h 1114920"/>
              <a:gd name="csX5184" fmla="*/ 895973 w 1728164"/>
              <a:gd name="csY5184" fmla="*/ 1114822 h 1114920"/>
              <a:gd name="csX5185" fmla="*/ 896142 w 1728164"/>
              <a:gd name="csY5185" fmla="*/ 1114822 h 1114920"/>
              <a:gd name="csX5186" fmla="*/ 896320 w 1728164"/>
              <a:gd name="csY5186" fmla="*/ 1114822 h 1114920"/>
              <a:gd name="csX5187" fmla="*/ 896489 w 1728164"/>
              <a:gd name="csY5187" fmla="*/ 1114822 h 1114920"/>
              <a:gd name="csX5188" fmla="*/ 896658 w 1728164"/>
              <a:gd name="csY5188" fmla="*/ 1114822 h 1114920"/>
              <a:gd name="csX5189" fmla="*/ 896836 w 1728164"/>
              <a:gd name="csY5189" fmla="*/ 1114822 h 1114920"/>
              <a:gd name="csX5190" fmla="*/ 897005 w 1728164"/>
              <a:gd name="csY5190" fmla="*/ 1114822 h 1114920"/>
              <a:gd name="csX5191" fmla="*/ 897183 w 1728164"/>
              <a:gd name="csY5191" fmla="*/ 1114822 h 1114920"/>
              <a:gd name="csX5192" fmla="*/ 897352 w 1728164"/>
              <a:gd name="csY5192" fmla="*/ 1114822 h 1114920"/>
              <a:gd name="csX5193" fmla="*/ 897530 w 1728164"/>
              <a:gd name="csY5193" fmla="*/ 1114822 h 1114920"/>
              <a:gd name="csX5194" fmla="*/ 897699 w 1728164"/>
              <a:gd name="csY5194" fmla="*/ 1114822 h 1114920"/>
              <a:gd name="csX5195" fmla="*/ 897868 w 1728164"/>
              <a:gd name="csY5195" fmla="*/ 1114822 h 1114920"/>
              <a:gd name="csX5196" fmla="*/ 898046 w 1728164"/>
              <a:gd name="csY5196" fmla="*/ 1114822 h 1114920"/>
              <a:gd name="csX5197" fmla="*/ 898215 w 1728164"/>
              <a:gd name="csY5197" fmla="*/ 1114831 h 1114920"/>
              <a:gd name="csX5198" fmla="*/ 898393 w 1728164"/>
              <a:gd name="csY5198" fmla="*/ 1114831 h 1114920"/>
              <a:gd name="csX5199" fmla="*/ 898562 w 1728164"/>
              <a:gd name="csY5199" fmla="*/ 1114831 h 1114920"/>
              <a:gd name="csX5200" fmla="*/ 898740 w 1728164"/>
              <a:gd name="csY5200" fmla="*/ 1114831 h 1114920"/>
              <a:gd name="csX5201" fmla="*/ 898909 w 1728164"/>
              <a:gd name="csY5201" fmla="*/ 1114831 h 1114920"/>
              <a:gd name="csX5202" fmla="*/ 899078 w 1728164"/>
              <a:gd name="csY5202" fmla="*/ 1114831 h 1114920"/>
              <a:gd name="csX5203" fmla="*/ 899256 w 1728164"/>
              <a:gd name="csY5203" fmla="*/ 1114831 h 1114920"/>
              <a:gd name="csX5204" fmla="*/ 899425 w 1728164"/>
              <a:gd name="csY5204" fmla="*/ 1114831 h 1114920"/>
              <a:gd name="csX5205" fmla="*/ 899603 w 1728164"/>
              <a:gd name="csY5205" fmla="*/ 1114831 h 1114920"/>
              <a:gd name="csX5206" fmla="*/ 899772 w 1728164"/>
              <a:gd name="csY5206" fmla="*/ 1114831 h 1114920"/>
              <a:gd name="csX5207" fmla="*/ 899941 w 1728164"/>
              <a:gd name="csY5207" fmla="*/ 1114831 h 1114920"/>
              <a:gd name="csX5208" fmla="*/ 900119 w 1728164"/>
              <a:gd name="csY5208" fmla="*/ 1114831 h 1114920"/>
              <a:gd name="csX5209" fmla="*/ 900288 w 1728164"/>
              <a:gd name="csY5209" fmla="*/ 1114831 h 1114920"/>
              <a:gd name="csX5210" fmla="*/ 900466 w 1728164"/>
              <a:gd name="csY5210" fmla="*/ 1114831 h 1114920"/>
              <a:gd name="csX5211" fmla="*/ 900635 w 1728164"/>
              <a:gd name="csY5211" fmla="*/ 1114840 h 1114920"/>
              <a:gd name="csX5212" fmla="*/ 900813 w 1728164"/>
              <a:gd name="csY5212" fmla="*/ 1114840 h 1114920"/>
              <a:gd name="csX5213" fmla="*/ 900982 w 1728164"/>
              <a:gd name="csY5213" fmla="*/ 1114840 h 1114920"/>
              <a:gd name="csX5214" fmla="*/ 901151 w 1728164"/>
              <a:gd name="csY5214" fmla="*/ 1114840 h 1114920"/>
              <a:gd name="csX5215" fmla="*/ 901329 w 1728164"/>
              <a:gd name="csY5215" fmla="*/ 1114840 h 1114920"/>
              <a:gd name="csX5216" fmla="*/ 901498 w 1728164"/>
              <a:gd name="csY5216" fmla="*/ 1114840 h 1114920"/>
              <a:gd name="csX5217" fmla="*/ 901676 w 1728164"/>
              <a:gd name="csY5217" fmla="*/ 1114840 h 1114920"/>
              <a:gd name="csX5218" fmla="*/ 901845 w 1728164"/>
              <a:gd name="csY5218" fmla="*/ 1114840 h 1114920"/>
              <a:gd name="csX5219" fmla="*/ 902023 w 1728164"/>
              <a:gd name="csY5219" fmla="*/ 1114840 h 1114920"/>
              <a:gd name="csX5220" fmla="*/ 902192 w 1728164"/>
              <a:gd name="csY5220" fmla="*/ 1114840 h 1114920"/>
              <a:gd name="csX5221" fmla="*/ 902361 w 1728164"/>
              <a:gd name="csY5221" fmla="*/ 1114840 h 1114920"/>
              <a:gd name="csX5222" fmla="*/ 902539 w 1728164"/>
              <a:gd name="csY5222" fmla="*/ 1114840 h 1114920"/>
              <a:gd name="csX5223" fmla="*/ 902708 w 1728164"/>
              <a:gd name="csY5223" fmla="*/ 1114840 h 1114920"/>
              <a:gd name="csX5224" fmla="*/ 902886 w 1728164"/>
              <a:gd name="csY5224" fmla="*/ 1114840 h 1114920"/>
              <a:gd name="csX5225" fmla="*/ 903055 w 1728164"/>
              <a:gd name="csY5225" fmla="*/ 1114840 h 1114920"/>
              <a:gd name="csX5226" fmla="*/ 903233 w 1728164"/>
              <a:gd name="csY5226" fmla="*/ 1114849 h 1114920"/>
              <a:gd name="csX5227" fmla="*/ 903402 w 1728164"/>
              <a:gd name="csY5227" fmla="*/ 1114849 h 1114920"/>
              <a:gd name="csX5228" fmla="*/ 903571 w 1728164"/>
              <a:gd name="csY5228" fmla="*/ 1114849 h 1114920"/>
              <a:gd name="csX5229" fmla="*/ 903749 w 1728164"/>
              <a:gd name="csY5229" fmla="*/ 1114849 h 1114920"/>
              <a:gd name="csX5230" fmla="*/ 903918 w 1728164"/>
              <a:gd name="csY5230" fmla="*/ 1114849 h 1114920"/>
              <a:gd name="csX5231" fmla="*/ 904095 w 1728164"/>
              <a:gd name="csY5231" fmla="*/ 1114849 h 1114920"/>
              <a:gd name="csX5232" fmla="*/ 904265 w 1728164"/>
              <a:gd name="csY5232" fmla="*/ 1114849 h 1114920"/>
              <a:gd name="csX5233" fmla="*/ 904442 w 1728164"/>
              <a:gd name="csY5233" fmla="*/ 1114849 h 1114920"/>
              <a:gd name="csX5234" fmla="*/ 904612 w 1728164"/>
              <a:gd name="csY5234" fmla="*/ 1114849 h 1114920"/>
              <a:gd name="csX5235" fmla="*/ 904781 w 1728164"/>
              <a:gd name="csY5235" fmla="*/ 1114849 h 1114920"/>
              <a:gd name="csX5236" fmla="*/ 904959 w 1728164"/>
              <a:gd name="csY5236" fmla="*/ 1114849 h 1114920"/>
              <a:gd name="csX5237" fmla="*/ 905128 w 1728164"/>
              <a:gd name="csY5237" fmla="*/ 1114849 h 1114920"/>
              <a:gd name="csX5238" fmla="*/ 905306 w 1728164"/>
              <a:gd name="csY5238" fmla="*/ 1114849 h 1114920"/>
              <a:gd name="csX5239" fmla="*/ 905474 w 1728164"/>
              <a:gd name="csY5239" fmla="*/ 1114849 h 1114920"/>
              <a:gd name="csX5240" fmla="*/ 905652 w 1728164"/>
              <a:gd name="csY5240" fmla="*/ 1114849 h 1114920"/>
              <a:gd name="csX5241" fmla="*/ 905821 w 1728164"/>
              <a:gd name="csY5241" fmla="*/ 1114849 h 1114920"/>
              <a:gd name="csX5242" fmla="*/ 905990 w 1728164"/>
              <a:gd name="csY5242" fmla="*/ 1114849 h 1114920"/>
              <a:gd name="csX5243" fmla="*/ 906168 w 1728164"/>
              <a:gd name="csY5243" fmla="*/ 1114858 h 1114920"/>
              <a:gd name="csX5244" fmla="*/ 906337 w 1728164"/>
              <a:gd name="csY5244" fmla="*/ 1114858 h 1114920"/>
              <a:gd name="csX5245" fmla="*/ 906515 w 1728164"/>
              <a:gd name="csY5245" fmla="*/ 1114858 h 1114920"/>
              <a:gd name="csX5246" fmla="*/ 906684 w 1728164"/>
              <a:gd name="csY5246" fmla="*/ 1114858 h 1114920"/>
              <a:gd name="csX5247" fmla="*/ 906862 w 1728164"/>
              <a:gd name="csY5247" fmla="*/ 1114858 h 1114920"/>
              <a:gd name="csX5248" fmla="*/ 907031 w 1728164"/>
              <a:gd name="csY5248" fmla="*/ 1114858 h 1114920"/>
              <a:gd name="csX5249" fmla="*/ 907200 w 1728164"/>
              <a:gd name="csY5249" fmla="*/ 1114858 h 1114920"/>
              <a:gd name="csX5250" fmla="*/ 907378 w 1728164"/>
              <a:gd name="csY5250" fmla="*/ 1114858 h 1114920"/>
              <a:gd name="csX5251" fmla="*/ 907547 w 1728164"/>
              <a:gd name="csY5251" fmla="*/ 1114858 h 1114920"/>
              <a:gd name="csX5252" fmla="*/ 907725 w 1728164"/>
              <a:gd name="csY5252" fmla="*/ 1114858 h 1114920"/>
              <a:gd name="csX5253" fmla="*/ 907894 w 1728164"/>
              <a:gd name="csY5253" fmla="*/ 1114858 h 1114920"/>
              <a:gd name="csX5254" fmla="*/ 908072 w 1728164"/>
              <a:gd name="csY5254" fmla="*/ 1114858 h 1114920"/>
              <a:gd name="csX5255" fmla="*/ 908241 w 1728164"/>
              <a:gd name="csY5255" fmla="*/ 1114858 h 1114920"/>
              <a:gd name="csX5256" fmla="*/ 908410 w 1728164"/>
              <a:gd name="csY5256" fmla="*/ 1114858 h 1114920"/>
              <a:gd name="csX5257" fmla="*/ 908588 w 1728164"/>
              <a:gd name="csY5257" fmla="*/ 1114858 h 1114920"/>
              <a:gd name="csX5258" fmla="*/ 908757 w 1728164"/>
              <a:gd name="csY5258" fmla="*/ 1114858 h 1114920"/>
              <a:gd name="csX5259" fmla="*/ 908935 w 1728164"/>
              <a:gd name="csY5259" fmla="*/ 1114858 h 1114920"/>
              <a:gd name="csX5260" fmla="*/ 909104 w 1728164"/>
              <a:gd name="csY5260" fmla="*/ 1114858 h 1114920"/>
              <a:gd name="csX5261" fmla="*/ 909282 w 1728164"/>
              <a:gd name="csY5261" fmla="*/ 1114858 h 1114920"/>
              <a:gd name="csX5262" fmla="*/ 909451 w 1728164"/>
              <a:gd name="csY5262" fmla="*/ 1114858 h 1114920"/>
              <a:gd name="csX5263" fmla="*/ 909620 w 1728164"/>
              <a:gd name="csY5263" fmla="*/ 1114867 h 1114920"/>
              <a:gd name="csX5264" fmla="*/ 909798 w 1728164"/>
              <a:gd name="csY5264" fmla="*/ 1114867 h 1114920"/>
              <a:gd name="csX5265" fmla="*/ 909967 w 1728164"/>
              <a:gd name="csY5265" fmla="*/ 1114867 h 1114920"/>
              <a:gd name="csX5266" fmla="*/ 910145 w 1728164"/>
              <a:gd name="csY5266" fmla="*/ 1114867 h 1114920"/>
              <a:gd name="csX5267" fmla="*/ 910314 w 1728164"/>
              <a:gd name="csY5267" fmla="*/ 1114867 h 1114920"/>
              <a:gd name="csX5268" fmla="*/ 910492 w 1728164"/>
              <a:gd name="csY5268" fmla="*/ 1114867 h 1114920"/>
              <a:gd name="csX5269" fmla="*/ 910661 w 1728164"/>
              <a:gd name="csY5269" fmla="*/ 1114867 h 1114920"/>
              <a:gd name="csX5270" fmla="*/ 910830 w 1728164"/>
              <a:gd name="csY5270" fmla="*/ 1114867 h 1114920"/>
              <a:gd name="csX5271" fmla="*/ 911008 w 1728164"/>
              <a:gd name="csY5271" fmla="*/ 1114867 h 1114920"/>
              <a:gd name="csX5272" fmla="*/ 911177 w 1728164"/>
              <a:gd name="csY5272" fmla="*/ 1114867 h 1114920"/>
              <a:gd name="csX5273" fmla="*/ 911355 w 1728164"/>
              <a:gd name="csY5273" fmla="*/ 1114867 h 1114920"/>
              <a:gd name="csX5274" fmla="*/ 911524 w 1728164"/>
              <a:gd name="csY5274" fmla="*/ 1114867 h 1114920"/>
              <a:gd name="csX5275" fmla="*/ 911702 w 1728164"/>
              <a:gd name="csY5275" fmla="*/ 1114867 h 1114920"/>
              <a:gd name="csX5276" fmla="*/ 911871 w 1728164"/>
              <a:gd name="csY5276" fmla="*/ 1114867 h 1114920"/>
              <a:gd name="csX5277" fmla="*/ 912040 w 1728164"/>
              <a:gd name="csY5277" fmla="*/ 1114867 h 1114920"/>
              <a:gd name="csX5278" fmla="*/ 912218 w 1728164"/>
              <a:gd name="csY5278" fmla="*/ 1114867 h 1114920"/>
              <a:gd name="csX5279" fmla="*/ 912387 w 1728164"/>
              <a:gd name="csY5279" fmla="*/ 1114867 h 1114920"/>
              <a:gd name="csX5280" fmla="*/ 912565 w 1728164"/>
              <a:gd name="csY5280" fmla="*/ 1114867 h 1114920"/>
              <a:gd name="csX5281" fmla="*/ 912734 w 1728164"/>
              <a:gd name="csY5281" fmla="*/ 1114867 h 1114920"/>
              <a:gd name="csX5282" fmla="*/ 912912 w 1728164"/>
              <a:gd name="csY5282" fmla="*/ 1114867 h 1114920"/>
              <a:gd name="csX5283" fmla="*/ 913081 w 1728164"/>
              <a:gd name="csY5283" fmla="*/ 1114867 h 1114920"/>
              <a:gd name="csX5284" fmla="*/ 913250 w 1728164"/>
              <a:gd name="csY5284" fmla="*/ 1114867 h 1114920"/>
              <a:gd name="csX5285" fmla="*/ 913428 w 1728164"/>
              <a:gd name="csY5285" fmla="*/ 1114876 h 1114920"/>
              <a:gd name="csX5286" fmla="*/ 913597 w 1728164"/>
              <a:gd name="csY5286" fmla="*/ 1114876 h 1114920"/>
              <a:gd name="csX5287" fmla="*/ 913775 w 1728164"/>
              <a:gd name="csY5287" fmla="*/ 1114876 h 1114920"/>
              <a:gd name="csX5288" fmla="*/ 913944 w 1728164"/>
              <a:gd name="csY5288" fmla="*/ 1114876 h 1114920"/>
              <a:gd name="csX5289" fmla="*/ 914122 w 1728164"/>
              <a:gd name="csY5289" fmla="*/ 1114876 h 1114920"/>
              <a:gd name="csX5290" fmla="*/ 914291 w 1728164"/>
              <a:gd name="csY5290" fmla="*/ 1114876 h 1114920"/>
              <a:gd name="csX5291" fmla="*/ 914460 w 1728164"/>
              <a:gd name="csY5291" fmla="*/ 1114876 h 1114920"/>
              <a:gd name="csX5292" fmla="*/ 914638 w 1728164"/>
              <a:gd name="csY5292" fmla="*/ 1114876 h 1114920"/>
              <a:gd name="csX5293" fmla="*/ 914807 w 1728164"/>
              <a:gd name="csY5293" fmla="*/ 1114876 h 1114920"/>
              <a:gd name="csX5294" fmla="*/ 914985 w 1728164"/>
              <a:gd name="csY5294" fmla="*/ 1114876 h 1114920"/>
              <a:gd name="csX5295" fmla="*/ 915154 w 1728164"/>
              <a:gd name="csY5295" fmla="*/ 1114876 h 1114920"/>
              <a:gd name="csX5296" fmla="*/ 915332 w 1728164"/>
              <a:gd name="csY5296" fmla="*/ 1114876 h 1114920"/>
              <a:gd name="csX5297" fmla="*/ 915501 w 1728164"/>
              <a:gd name="csY5297" fmla="*/ 1114876 h 1114920"/>
              <a:gd name="csX5298" fmla="*/ 915670 w 1728164"/>
              <a:gd name="csY5298" fmla="*/ 1114876 h 1114920"/>
              <a:gd name="csX5299" fmla="*/ 915848 w 1728164"/>
              <a:gd name="csY5299" fmla="*/ 1114876 h 1114920"/>
              <a:gd name="csX5300" fmla="*/ 916017 w 1728164"/>
              <a:gd name="csY5300" fmla="*/ 1114876 h 1114920"/>
              <a:gd name="csX5301" fmla="*/ 916195 w 1728164"/>
              <a:gd name="csY5301" fmla="*/ 1114876 h 1114920"/>
              <a:gd name="csX5302" fmla="*/ 916364 w 1728164"/>
              <a:gd name="csY5302" fmla="*/ 1114876 h 1114920"/>
              <a:gd name="csX5303" fmla="*/ 916542 w 1728164"/>
              <a:gd name="csY5303" fmla="*/ 1114876 h 1114920"/>
              <a:gd name="csX5304" fmla="*/ 916711 w 1728164"/>
              <a:gd name="csY5304" fmla="*/ 1114876 h 1114920"/>
              <a:gd name="csX5305" fmla="*/ 916880 w 1728164"/>
              <a:gd name="csY5305" fmla="*/ 1114876 h 1114920"/>
              <a:gd name="csX5306" fmla="*/ 917058 w 1728164"/>
              <a:gd name="csY5306" fmla="*/ 1114876 h 1114920"/>
              <a:gd name="csX5307" fmla="*/ 917227 w 1728164"/>
              <a:gd name="csY5307" fmla="*/ 1114876 h 1114920"/>
              <a:gd name="csX5308" fmla="*/ 917405 w 1728164"/>
              <a:gd name="csY5308" fmla="*/ 1114876 h 1114920"/>
              <a:gd name="csX5309" fmla="*/ 917574 w 1728164"/>
              <a:gd name="csY5309" fmla="*/ 1114876 h 1114920"/>
              <a:gd name="csX5310" fmla="*/ 917752 w 1728164"/>
              <a:gd name="csY5310" fmla="*/ 1114876 h 1114920"/>
              <a:gd name="csX5311" fmla="*/ 917921 w 1728164"/>
              <a:gd name="csY5311" fmla="*/ 1114885 h 1114920"/>
              <a:gd name="csX5312" fmla="*/ 918090 w 1728164"/>
              <a:gd name="csY5312" fmla="*/ 1114885 h 1114920"/>
              <a:gd name="csX5313" fmla="*/ 918268 w 1728164"/>
              <a:gd name="csY5313" fmla="*/ 1114885 h 1114920"/>
              <a:gd name="csX5314" fmla="*/ 918437 w 1728164"/>
              <a:gd name="csY5314" fmla="*/ 1114885 h 1114920"/>
              <a:gd name="csX5315" fmla="*/ 918615 w 1728164"/>
              <a:gd name="csY5315" fmla="*/ 1114885 h 1114920"/>
              <a:gd name="csX5316" fmla="*/ 918784 w 1728164"/>
              <a:gd name="csY5316" fmla="*/ 1114885 h 1114920"/>
              <a:gd name="csX5317" fmla="*/ 918953 w 1728164"/>
              <a:gd name="csY5317" fmla="*/ 1114885 h 1114920"/>
              <a:gd name="csX5318" fmla="*/ 919131 w 1728164"/>
              <a:gd name="csY5318" fmla="*/ 1114885 h 1114920"/>
              <a:gd name="csX5319" fmla="*/ 919300 w 1728164"/>
              <a:gd name="csY5319" fmla="*/ 1114885 h 1114920"/>
              <a:gd name="csX5320" fmla="*/ 919477 w 1728164"/>
              <a:gd name="csY5320" fmla="*/ 1114885 h 1114920"/>
              <a:gd name="csX5321" fmla="*/ 919647 w 1728164"/>
              <a:gd name="csY5321" fmla="*/ 1114885 h 1114920"/>
              <a:gd name="csX5322" fmla="*/ 919824 w 1728164"/>
              <a:gd name="csY5322" fmla="*/ 1114885 h 1114920"/>
              <a:gd name="csX5323" fmla="*/ 919994 w 1728164"/>
              <a:gd name="csY5323" fmla="*/ 1114885 h 1114920"/>
              <a:gd name="csX5324" fmla="*/ 920163 w 1728164"/>
              <a:gd name="csY5324" fmla="*/ 1114885 h 1114920"/>
              <a:gd name="csX5325" fmla="*/ 920340 w 1728164"/>
              <a:gd name="csY5325" fmla="*/ 1114885 h 1114920"/>
              <a:gd name="csX5326" fmla="*/ 920510 w 1728164"/>
              <a:gd name="csY5326" fmla="*/ 1114885 h 1114920"/>
              <a:gd name="csX5327" fmla="*/ 920687 w 1728164"/>
              <a:gd name="csY5327" fmla="*/ 1114885 h 1114920"/>
              <a:gd name="csX5328" fmla="*/ 920856 w 1728164"/>
              <a:gd name="csY5328" fmla="*/ 1114885 h 1114920"/>
              <a:gd name="csX5329" fmla="*/ 921034 w 1728164"/>
              <a:gd name="csY5329" fmla="*/ 1114885 h 1114920"/>
              <a:gd name="csX5330" fmla="*/ 921203 w 1728164"/>
              <a:gd name="csY5330" fmla="*/ 1114885 h 1114920"/>
              <a:gd name="csX5331" fmla="*/ 921372 w 1728164"/>
              <a:gd name="csY5331" fmla="*/ 1114885 h 1114920"/>
              <a:gd name="csX5332" fmla="*/ 921550 w 1728164"/>
              <a:gd name="csY5332" fmla="*/ 1114885 h 1114920"/>
              <a:gd name="csX5333" fmla="*/ 921719 w 1728164"/>
              <a:gd name="csY5333" fmla="*/ 1114885 h 1114920"/>
              <a:gd name="csX5334" fmla="*/ 921897 w 1728164"/>
              <a:gd name="csY5334" fmla="*/ 1114885 h 1114920"/>
              <a:gd name="csX5335" fmla="*/ 922066 w 1728164"/>
              <a:gd name="csY5335" fmla="*/ 1114885 h 1114920"/>
              <a:gd name="csX5336" fmla="*/ 922244 w 1728164"/>
              <a:gd name="csY5336" fmla="*/ 1114885 h 1114920"/>
              <a:gd name="csX5337" fmla="*/ 922413 w 1728164"/>
              <a:gd name="csY5337" fmla="*/ 1114885 h 1114920"/>
              <a:gd name="csX5338" fmla="*/ 922582 w 1728164"/>
              <a:gd name="csY5338" fmla="*/ 1114885 h 1114920"/>
              <a:gd name="csX5339" fmla="*/ 922760 w 1728164"/>
              <a:gd name="csY5339" fmla="*/ 1114885 h 1114920"/>
              <a:gd name="csX5340" fmla="*/ 922929 w 1728164"/>
              <a:gd name="csY5340" fmla="*/ 1114885 h 1114920"/>
              <a:gd name="csX5341" fmla="*/ 923107 w 1728164"/>
              <a:gd name="csY5341" fmla="*/ 1114885 h 1114920"/>
              <a:gd name="csX5342" fmla="*/ 923276 w 1728164"/>
              <a:gd name="csY5342" fmla="*/ 1114885 h 1114920"/>
              <a:gd name="csX5343" fmla="*/ 923454 w 1728164"/>
              <a:gd name="csY5343" fmla="*/ 1114894 h 1114920"/>
              <a:gd name="csX5344" fmla="*/ 923623 w 1728164"/>
              <a:gd name="csY5344" fmla="*/ 1114894 h 1114920"/>
              <a:gd name="csX5345" fmla="*/ 923792 w 1728164"/>
              <a:gd name="csY5345" fmla="*/ 1114894 h 1114920"/>
              <a:gd name="csX5346" fmla="*/ 923970 w 1728164"/>
              <a:gd name="csY5346" fmla="*/ 1114894 h 1114920"/>
              <a:gd name="csX5347" fmla="*/ 924139 w 1728164"/>
              <a:gd name="csY5347" fmla="*/ 1114894 h 1114920"/>
              <a:gd name="csX5348" fmla="*/ 924317 w 1728164"/>
              <a:gd name="csY5348" fmla="*/ 1114894 h 1114920"/>
              <a:gd name="csX5349" fmla="*/ 924486 w 1728164"/>
              <a:gd name="csY5349" fmla="*/ 1114894 h 1114920"/>
              <a:gd name="csX5350" fmla="*/ 924664 w 1728164"/>
              <a:gd name="csY5350" fmla="*/ 1114894 h 1114920"/>
              <a:gd name="csX5351" fmla="*/ 924833 w 1728164"/>
              <a:gd name="csY5351" fmla="*/ 1114894 h 1114920"/>
              <a:gd name="csX5352" fmla="*/ 925002 w 1728164"/>
              <a:gd name="csY5352" fmla="*/ 1114894 h 1114920"/>
              <a:gd name="csX5353" fmla="*/ 925180 w 1728164"/>
              <a:gd name="csY5353" fmla="*/ 1114894 h 1114920"/>
              <a:gd name="csX5354" fmla="*/ 925349 w 1728164"/>
              <a:gd name="csY5354" fmla="*/ 1114894 h 1114920"/>
              <a:gd name="csX5355" fmla="*/ 925527 w 1728164"/>
              <a:gd name="csY5355" fmla="*/ 1114894 h 1114920"/>
              <a:gd name="csX5356" fmla="*/ 925696 w 1728164"/>
              <a:gd name="csY5356" fmla="*/ 1114894 h 1114920"/>
              <a:gd name="csX5357" fmla="*/ 925874 w 1728164"/>
              <a:gd name="csY5357" fmla="*/ 1114894 h 1114920"/>
              <a:gd name="csX5358" fmla="*/ 926043 w 1728164"/>
              <a:gd name="csY5358" fmla="*/ 1114894 h 1114920"/>
              <a:gd name="csX5359" fmla="*/ 926212 w 1728164"/>
              <a:gd name="csY5359" fmla="*/ 1114894 h 1114920"/>
              <a:gd name="csX5360" fmla="*/ 926390 w 1728164"/>
              <a:gd name="csY5360" fmla="*/ 1114894 h 1114920"/>
              <a:gd name="csX5361" fmla="*/ 926559 w 1728164"/>
              <a:gd name="csY5361" fmla="*/ 1114894 h 1114920"/>
              <a:gd name="csX5362" fmla="*/ 926737 w 1728164"/>
              <a:gd name="csY5362" fmla="*/ 1114894 h 1114920"/>
              <a:gd name="csX5363" fmla="*/ 926906 w 1728164"/>
              <a:gd name="csY5363" fmla="*/ 1114894 h 1114920"/>
              <a:gd name="csX5364" fmla="*/ 927084 w 1728164"/>
              <a:gd name="csY5364" fmla="*/ 1114894 h 1114920"/>
              <a:gd name="csX5365" fmla="*/ 927253 w 1728164"/>
              <a:gd name="csY5365" fmla="*/ 1114894 h 1114920"/>
              <a:gd name="csX5366" fmla="*/ 927422 w 1728164"/>
              <a:gd name="csY5366" fmla="*/ 1114894 h 1114920"/>
              <a:gd name="csX5367" fmla="*/ 927600 w 1728164"/>
              <a:gd name="csY5367" fmla="*/ 1114894 h 1114920"/>
              <a:gd name="csX5368" fmla="*/ 927769 w 1728164"/>
              <a:gd name="csY5368" fmla="*/ 1114894 h 1114920"/>
              <a:gd name="csX5369" fmla="*/ 927947 w 1728164"/>
              <a:gd name="csY5369" fmla="*/ 1114894 h 1114920"/>
              <a:gd name="csX5370" fmla="*/ 928116 w 1728164"/>
              <a:gd name="csY5370" fmla="*/ 1114894 h 1114920"/>
              <a:gd name="csX5371" fmla="*/ 928294 w 1728164"/>
              <a:gd name="csY5371" fmla="*/ 1114894 h 1114920"/>
              <a:gd name="csX5372" fmla="*/ 928463 w 1728164"/>
              <a:gd name="csY5372" fmla="*/ 1114894 h 1114920"/>
              <a:gd name="csX5373" fmla="*/ 928632 w 1728164"/>
              <a:gd name="csY5373" fmla="*/ 1114894 h 1114920"/>
              <a:gd name="csX5374" fmla="*/ 928810 w 1728164"/>
              <a:gd name="csY5374" fmla="*/ 1114894 h 1114920"/>
              <a:gd name="csX5375" fmla="*/ 928979 w 1728164"/>
              <a:gd name="csY5375" fmla="*/ 1114894 h 1114920"/>
              <a:gd name="csX5376" fmla="*/ 929157 w 1728164"/>
              <a:gd name="csY5376" fmla="*/ 1114894 h 1114920"/>
              <a:gd name="csX5377" fmla="*/ 929326 w 1728164"/>
              <a:gd name="csY5377" fmla="*/ 1114894 h 1114920"/>
              <a:gd name="csX5378" fmla="*/ 929504 w 1728164"/>
              <a:gd name="csY5378" fmla="*/ 1114894 h 1114920"/>
              <a:gd name="csX5379" fmla="*/ 929673 w 1728164"/>
              <a:gd name="csY5379" fmla="*/ 1114894 h 1114920"/>
              <a:gd name="csX5380" fmla="*/ 929842 w 1728164"/>
              <a:gd name="csY5380" fmla="*/ 1114894 h 1114920"/>
              <a:gd name="csX5381" fmla="*/ 930020 w 1728164"/>
              <a:gd name="csY5381" fmla="*/ 1114894 h 1114920"/>
              <a:gd name="csX5382" fmla="*/ 930189 w 1728164"/>
              <a:gd name="csY5382" fmla="*/ 1114894 h 1114920"/>
              <a:gd name="csX5383" fmla="*/ 930367 w 1728164"/>
              <a:gd name="csY5383" fmla="*/ 1114894 h 1114920"/>
              <a:gd name="csX5384" fmla="*/ 930536 w 1728164"/>
              <a:gd name="csY5384" fmla="*/ 1114894 h 1114920"/>
              <a:gd name="csX5385" fmla="*/ 930714 w 1728164"/>
              <a:gd name="csY5385" fmla="*/ 1114903 h 1114920"/>
              <a:gd name="csX5386" fmla="*/ 930883 w 1728164"/>
              <a:gd name="csY5386" fmla="*/ 1114903 h 1114920"/>
              <a:gd name="csX5387" fmla="*/ 931052 w 1728164"/>
              <a:gd name="csY5387" fmla="*/ 1114903 h 1114920"/>
              <a:gd name="csX5388" fmla="*/ 931230 w 1728164"/>
              <a:gd name="csY5388" fmla="*/ 1114903 h 1114920"/>
              <a:gd name="csX5389" fmla="*/ 931399 w 1728164"/>
              <a:gd name="csY5389" fmla="*/ 1114903 h 1114920"/>
              <a:gd name="csX5390" fmla="*/ 931577 w 1728164"/>
              <a:gd name="csY5390" fmla="*/ 1114903 h 1114920"/>
              <a:gd name="csX5391" fmla="*/ 931746 w 1728164"/>
              <a:gd name="csY5391" fmla="*/ 1114903 h 1114920"/>
              <a:gd name="csX5392" fmla="*/ 931924 w 1728164"/>
              <a:gd name="csY5392" fmla="*/ 1114903 h 1114920"/>
              <a:gd name="csX5393" fmla="*/ 932093 w 1728164"/>
              <a:gd name="csY5393" fmla="*/ 1114903 h 1114920"/>
              <a:gd name="csX5394" fmla="*/ 932262 w 1728164"/>
              <a:gd name="csY5394" fmla="*/ 1114903 h 1114920"/>
              <a:gd name="csX5395" fmla="*/ 932440 w 1728164"/>
              <a:gd name="csY5395" fmla="*/ 1114903 h 1114920"/>
              <a:gd name="csX5396" fmla="*/ 932609 w 1728164"/>
              <a:gd name="csY5396" fmla="*/ 1114903 h 1114920"/>
              <a:gd name="csX5397" fmla="*/ 932787 w 1728164"/>
              <a:gd name="csY5397" fmla="*/ 1114903 h 1114920"/>
              <a:gd name="csX5398" fmla="*/ 932956 w 1728164"/>
              <a:gd name="csY5398" fmla="*/ 1114903 h 1114920"/>
              <a:gd name="csX5399" fmla="*/ 933134 w 1728164"/>
              <a:gd name="csY5399" fmla="*/ 1114903 h 1114920"/>
              <a:gd name="csX5400" fmla="*/ 933303 w 1728164"/>
              <a:gd name="csY5400" fmla="*/ 1114903 h 1114920"/>
              <a:gd name="csX5401" fmla="*/ 933472 w 1728164"/>
              <a:gd name="csY5401" fmla="*/ 1114903 h 1114920"/>
              <a:gd name="csX5402" fmla="*/ 933650 w 1728164"/>
              <a:gd name="csY5402" fmla="*/ 1114903 h 1114920"/>
              <a:gd name="csX5403" fmla="*/ 933819 w 1728164"/>
              <a:gd name="csY5403" fmla="*/ 1114903 h 1114920"/>
              <a:gd name="csX5404" fmla="*/ 933997 w 1728164"/>
              <a:gd name="csY5404" fmla="*/ 1114903 h 1114920"/>
              <a:gd name="csX5405" fmla="*/ 934166 w 1728164"/>
              <a:gd name="csY5405" fmla="*/ 1114903 h 1114920"/>
              <a:gd name="csX5406" fmla="*/ 934343 w 1728164"/>
              <a:gd name="csY5406" fmla="*/ 1114903 h 1114920"/>
              <a:gd name="csX5407" fmla="*/ 934513 w 1728164"/>
              <a:gd name="csY5407" fmla="*/ 1114903 h 1114920"/>
              <a:gd name="csX5408" fmla="*/ 934681 w 1728164"/>
              <a:gd name="csY5408" fmla="*/ 1114903 h 1114920"/>
              <a:gd name="csX5409" fmla="*/ 934859 w 1728164"/>
              <a:gd name="csY5409" fmla="*/ 1114903 h 1114920"/>
              <a:gd name="csX5410" fmla="*/ 935028 w 1728164"/>
              <a:gd name="csY5410" fmla="*/ 1114903 h 1114920"/>
              <a:gd name="csX5411" fmla="*/ 935206 w 1728164"/>
              <a:gd name="csY5411" fmla="*/ 1114903 h 1114920"/>
              <a:gd name="csX5412" fmla="*/ 935375 w 1728164"/>
              <a:gd name="csY5412" fmla="*/ 1114903 h 1114920"/>
              <a:gd name="csX5413" fmla="*/ 935553 w 1728164"/>
              <a:gd name="csY5413" fmla="*/ 1114903 h 1114920"/>
              <a:gd name="csX5414" fmla="*/ 935722 w 1728164"/>
              <a:gd name="csY5414" fmla="*/ 1114903 h 1114920"/>
              <a:gd name="csX5415" fmla="*/ 935892 w 1728164"/>
              <a:gd name="csY5415" fmla="*/ 1114903 h 1114920"/>
              <a:gd name="csX5416" fmla="*/ 936069 w 1728164"/>
              <a:gd name="csY5416" fmla="*/ 1114903 h 1114920"/>
              <a:gd name="csX5417" fmla="*/ 936238 w 1728164"/>
              <a:gd name="csY5417" fmla="*/ 1114903 h 1114920"/>
              <a:gd name="csX5418" fmla="*/ 936416 w 1728164"/>
              <a:gd name="csY5418" fmla="*/ 1114903 h 1114920"/>
              <a:gd name="csX5419" fmla="*/ 936585 w 1728164"/>
              <a:gd name="csY5419" fmla="*/ 1114903 h 1114920"/>
              <a:gd name="csX5420" fmla="*/ 936763 w 1728164"/>
              <a:gd name="csY5420" fmla="*/ 1114903 h 1114920"/>
              <a:gd name="csX5421" fmla="*/ 936932 w 1728164"/>
              <a:gd name="csY5421" fmla="*/ 1114903 h 1114920"/>
              <a:gd name="csX5422" fmla="*/ 937101 w 1728164"/>
              <a:gd name="csY5422" fmla="*/ 1114903 h 1114920"/>
              <a:gd name="csX5423" fmla="*/ 937279 w 1728164"/>
              <a:gd name="csY5423" fmla="*/ 1114903 h 1114920"/>
              <a:gd name="csX5424" fmla="*/ 937448 w 1728164"/>
              <a:gd name="csY5424" fmla="*/ 1114903 h 1114920"/>
              <a:gd name="csX5425" fmla="*/ 937626 w 1728164"/>
              <a:gd name="csY5425" fmla="*/ 1114903 h 1114920"/>
              <a:gd name="csX5426" fmla="*/ 937795 w 1728164"/>
              <a:gd name="csY5426" fmla="*/ 1114903 h 1114920"/>
              <a:gd name="csX5427" fmla="*/ 937964 w 1728164"/>
              <a:gd name="csY5427" fmla="*/ 1114903 h 1114920"/>
              <a:gd name="csX5428" fmla="*/ 938142 w 1728164"/>
              <a:gd name="csY5428" fmla="*/ 1114903 h 1114920"/>
              <a:gd name="csX5429" fmla="*/ 938311 w 1728164"/>
              <a:gd name="csY5429" fmla="*/ 1114903 h 1114920"/>
              <a:gd name="csX5430" fmla="*/ 938489 w 1728164"/>
              <a:gd name="csY5430" fmla="*/ 1114903 h 1114920"/>
              <a:gd name="csX5431" fmla="*/ 938658 w 1728164"/>
              <a:gd name="csY5431" fmla="*/ 1114903 h 1114920"/>
              <a:gd name="csX5432" fmla="*/ 938836 w 1728164"/>
              <a:gd name="csY5432" fmla="*/ 1114903 h 1114920"/>
              <a:gd name="csX5433" fmla="*/ 939005 w 1728164"/>
              <a:gd name="csY5433" fmla="*/ 1114903 h 1114920"/>
              <a:gd name="csX5434" fmla="*/ 939174 w 1728164"/>
              <a:gd name="csY5434" fmla="*/ 1114903 h 1114920"/>
              <a:gd name="csX5435" fmla="*/ 939352 w 1728164"/>
              <a:gd name="csY5435" fmla="*/ 1114903 h 1114920"/>
              <a:gd name="csX5436" fmla="*/ 939521 w 1728164"/>
              <a:gd name="csY5436" fmla="*/ 1114903 h 1114920"/>
              <a:gd name="csX5437" fmla="*/ 939699 w 1728164"/>
              <a:gd name="csY5437" fmla="*/ 1114903 h 1114920"/>
              <a:gd name="csX5438" fmla="*/ 939868 w 1728164"/>
              <a:gd name="csY5438" fmla="*/ 1114903 h 1114920"/>
              <a:gd name="csX5439" fmla="*/ 940046 w 1728164"/>
              <a:gd name="csY5439" fmla="*/ 1114903 h 1114920"/>
              <a:gd name="csX5440" fmla="*/ 940215 w 1728164"/>
              <a:gd name="csY5440" fmla="*/ 1114903 h 1114920"/>
              <a:gd name="csX5441" fmla="*/ 940384 w 1728164"/>
              <a:gd name="csY5441" fmla="*/ 1114903 h 1114920"/>
              <a:gd name="csX5442" fmla="*/ 940562 w 1728164"/>
              <a:gd name="csY5442" fmla="*/ 1114903 h 1114920"/>
              <a:gd name="csX5443" fmla="*/ 940731 w 1728164"/>
              <a:gd name="csY5443" fmla="*/ 1114911 h 1114920"/>
              <a:gd name="csX5444" fmla="*/ 940909 w 1728164"/>
              <a:gd name="csY5444" fmla="*/ 1114911 h 1114920"/>
              <a:gd name="csX5445" fmla="*/ 941078 w 1728164"/>
              <a:gd name="csY5445" fmla="*/ 1114911 h 1114920"/>
              <a:gd name="csX5446" fmla="*/ 941256 w 1728164"/>
              <a:gd name="csY5446" fmla="*/ 1114911 h 1114920"/>
              <a:gd name="csX5447" fmla="*/ 941425 w 1728164"/>
              <a:gd name="csY5447" fmla="*/ 1114911 h 1114920"/>
              <a:gd name="csX5448" fmla="*/ 941594 w 1728164"/>
              <a:gd name="csY5448" fmla="*/ 1114911 h 1114920"/>
              <a:gd name="csX5449" fmla="*/ 941772 w 1728164"/>
              <a:gd name="csY5449" fmla="*/ 1114911 h 1114920"/>
              <a:gd name="csX5450" fmla="*/ 941941 w 1728164"/>
              <a:gd name="csY5450" fmla="*/ 1114911 h 1114920"/>
              <a:gd name="csX5451" fmla="*/ 942119 w 1728164"/>
              <a:gd name="csY5451" fmla="*/ 1114911 h 1114920"/>
              <a:gd name="csX5452" fmla="*/ 942288 w 1728164"/>
              <a:gd name="csY5452" fmla="*/ 1114911 h 1114920"/>
              <a:gd name="csX5453" fmla="*/ 942466 w 1728164"/>
              <a:gd name="csY5453" fmla="*/ 1114911 h 1114920"/>
              <a:gd name="csX5454" fmla="*/ 942635 w 1728164"/>
              <a:gd name="csY5454" fmla="*/ 1114911 h 1114920"/>
              <a:gd name="csX5455" fmla="*/ 942804 w 1728164"/>
              <a:gd name="csY5455" fmla="*/ 1114911 h 1114920"/>
              <a:gd name="csX5456" fmla="*/ 942982 w 1728164"/>
              <a:gd name="csY5456" fmla="*/ 1114911 h 1114920"/>
              <a:gd name="csX5457" fmla="*/ 943151 w 1728164"/>
              <a:gd name="csY5457" fmla="*/ 1114911 h 1114920"/>
              <a:gd name="csX5458" fmla="*/ 943329 w 1728164"/>
              <a:gd name="csY5458" fmla="*/ 1114911 h 1114920"/>
              <a:gd name="csX5459" fmla="*/ 943498 w 1728164"/>
              <a:gd name="csY5459" fmla="*/ 1114911 h 1114920"/>
              <a:gd name="csX5460" fmla="*/ 943676 w 1728164"/>
              <a:gd name="csY5460" fmla="*/ 1114911 h 1114920"/>
              <a:gd name="csX5461" fmla="*/ 943845 w 1728164"/>
              <a:gd name="csY5461" fmla="*/ 1114911 h 1114920"/>
              <a:gd name="csX5462" fmla="*/ 944014 w 1728164"/>
              <a:gd name="csY5462" fmla="*/ 1114911 h 1114920"/>
              <a:gd name="csX5463" fmla="*/ 944192 w 1728164"/>
              <a:gd name="csY5463" fmla="*/ 1114911 h 1114920"/>
              <a:gd name="csX5464" fmla="*/ 944361 w 1728164"/>
              <a:gd name="csY5464" fmla="*/ 1114911 h 1114920"/>
              <a:gd name="csX5465" fmla="*/ 944539 w 1728164"/>
              <a:gd name="csY5465" fmla="*/ 1114911 h 1114920"/>
              <a:gd name="csX5466" fmla="*/ 944708 w 1728164"/>
              <a:gd name="csY5466" fmla="*/ 1114911 h 1114920"/>
              <a:gd name="csX5467" fmla="*/ 944886 w 1728164"/>
              <a:gd name="csY5467" fmla="*/ 1114911 h 1114920"/>
              <a:gd name="csX5468" fmla="*/ 945055 w 1728164"/>
              <a:gd name="csY5468" fmla="*/ 1114911 h 1114920"/>
              <a:gd name="csX5469" fmla="*/ 945224 w 1728164"/>
              <a:gd name="csY5469" fmla="*/ 1114911 h 1114920"/>
              <a:gd name="csX5470" fmla="*/ 945402 w 1728164"/>
              <a:gd name="csY5470" fmla="*/ 1114911 h 1114920"/>
              <a:gd name="csX5471" fmla="*/ 945571 w 1728164"/>
              <a:gd name="csY5471" fmla="*/ 1114911 h 1114920"/>
              <a:gd name="csX5472" fmla="*/ 945749 w 1728164"/>
              <a:gd name="csY5472" fmla="*/ 1114911 h 1114920"/>
              <a:gd name="csX5473" fmla="*/ 945918 w 1728164"/>
              <a:gd name="csY5473" fmla="*/ 1114911 h 1114920"/>
              <a:gd name="csX5474" fmla="*/ 946096 w 1728164"/>
              <a:gd name="csY5474" fmla="*/ 1114911 h 1114920"/>
              <a:gd name="csX5475" fmla="*/ 946265 w 1728164"/>
              <a:gd name="csY5475" fmla="*/ 1114911 h 1114920"/>
              <a:gd name="csX5476" fmla="*/ 946434 w 1728164"/>
              <a:gd name="csY5476" fmla="*/ 1114911 h 1114920"/>
              <a:gd name="csX5477" fmla="*/ 946612 w 1728164"/>
              <a:gd name="csY5477" fmla="*/ 1114911 h 1114920"/>
              <a:gd name="csX5478" fmla="*/ 946781 w 1728164"/>
              <a:gd name="csY5478" fmla="*/ 1114911 h 1114920"/>
              <a:gd name="csX5479" fmla="*/ 946959 w 1728164"/>
              <a:gd name="csY5479" fmla="*/ 1114911 h 1114920"/>
              <a:gd name="csX5480" fmla="*/ 947128 w 1728164"/>
              <a:gd name="csY5480" fmla="*/ 1114911 h 1114920"/>
              <a:gd name="csX5481" fmla="*/ 947306 w 1728164"/>
              <a:gd name="csY5481" fmla="*/ 1114911 h 1114920"/>
              <a:gd name="csX5482" fmla="*/ 947475 w 1728164"/>
              <a:gd name="csY5482" fmla="*/ 1114911 h 1114920"/>
              <a:gd name="csX5483" fmla="*/ 947644 w 1728164"/>
              <a:gd name="csY5483" fmla="*/ 1114911 h 1114920"/>
              <a:gd name="csX5484" fmla="*/ 947822 w 1728164"/>
              <a:gd name="csY5484" fmla="*/ 1114911 h 1114920"/>
              <a:gd name="csX5485" fmla="*/ 947991 w 1728164"/>
              <a:gd name="csY5485" fmla="*/ 1114911 h 1114920"/>
              <a:gd name="csX5486" fmla="*/ 948169 w 1728164"/>
              <a:gd name="csY5486" fmla="*/ 1114911 h 1114920"/>
              <a:gd name="csX5487" fmla="*/ 948338 w 1728164"/>
              <a:gd name="csY5487" fmla="*/ 1114911 h 1114920"/>
              <a:gd name="csX5488" fmla="*/ 948516 w 1728164"/>
              <a:gd name="csY5488" fmla="*/ 1114911 h 1114920"/>
              <a:gd name="csX5489" fmla="*/ 948685 w 1728164"/>
              <a:gd name="csY5489" fmla="*/ 1114911 h 1114920"/>
              <a:gd name="csX5490" fmla="*/ 948854 w 1728164"/>
              <a:gd name="csY5490" fmla="*/ 1114911 h 1114920"/>
              <a:gd name="csX5491" fmla="*/ 949031 w 1728164"/>
              <a:gd name="csY5491" fmla="*/ 1114911 h 1114920"/>
              <a:gd name="csX5492" fmla="*/ 949201 w 1728164"/>
              <a:gd name="csY5492" fmla="*/ 1114911 h 1114920"/>
              <a:gd name="csX5493" fmla="*/ 949378 w 1728164"/>
              <a:gd name="csY5493" fmla="*/ 1114911 h 1114920"/>
              <a:gd name="csX5494" fmla="*/ 949548 w 1728164"/>
              <a:gd name="csY5494" fmla="*/ 1114911 h 1114920"/>
              <a:gd name="csX5495" fmla="*/ 949725 w 1728164"/>
              <a:gd name="csY5495" fmla="*/ 1114911 h 1114920"/>
              <a:gd name="csX5496" fmla="*/ 949895 w 1728164"/>
              <a:gd name="csY5496" fmla="*/ 1114911 h 1114920"/>
              <a:gd name="csX5497" fmla="*/ 950063 w 1728164"/>
              <a:gd name="csY5497" fmla="*/ 1114911 h 1114920"/>
              <a:gd name="csX5498" fmla="*/ 950241 w 1728164"/>
              <a:gd name="csY5498" fmla="*/ 1114911 h 1114920"/>
              <a:gd name="csX5499" fmla="*/ 950410 w 1728164"/>
              <a:gd name="csY5499" fmla="*/ 1114911 h 1114920"/>
              <a:gd name="csX5500" fmla="*/ 950588 w 1728164"/>
              <a:gd name="csY5500" fmla="*/ 1114911 h 1114920"/>
              <a:gd name="csX5501" fmla="*/ 950757 w 1728164"/>
              <a:gd name="csY5501" fmla="*/ 1114911 h 1114920"/>
              <a:gd name="csX5502" fmla="*/ 950935 w 1728164"/>
              <a:gd name="csY5502" fmla="*/ 1114911 h 1114920"/>
              <a:gd name="csX5503" fmla="*/ 951104 w 1728164"/>
              <a:gd name="csY5503" fmla="*/ 1114911 h 1114920"/>
              <a:gd name="csX5504" fmla="*/ 951273 w 1728164"/>
              <a:gd name="csY5504" fmla="*/ 1114911 h 1114920"/>
              <a:gd name="csX5505" fmla="*/ 951451 w 1728164"/>
              <a:gd name="csY5505" fmla="*/ 1114911 h 1114920"/>
              <a:gd name="csX5506" fmla="*/ 951620 w 1728164"/>
              <a:gd name="csY5506" fmla="*/ 1114911 h 1114920"/>
              <a:gd name="csX5507" fmla="*/ 951798 w 1728164"/>
              <a:gd name="csY5507" fmla="*/ 1114911 h 1114920"/>
              <a:gd name="csX5508" fmla="*/ 951967 w 1728164"/>
              <a:gd name="csY5508" fmla="*/ 1114911 h 1114920"/>
              <a:gd name="csX5509" fmla="*/ 952145 w 1728164"/>
              <a:gd name="csY5509" fmla="*/ 1114911 h 1114920"/>
              <a:gd name="csX5510" fmla="*/ 952314 w 1728164"/>
              <a:gd name="csY5510" fmla="*/ 1114911 h 1114920"/>
              <a:gd name="csX5511" fmla="*/ 952483 w 1728164"/>
              <a:gd name="csY5511" fmla="*/ 1114911 h 1114920"/>
              <a:gd name="csX5512" fmla="*/ 952661 w 1728164"/>
              <a:gd name="csY5512" fmla="*/ 1114911 h 1114920"/>
              <a:gd name="csX5513" fmla="*/ 952830 w 1728164"/>
              <a:gd name="csY5513" fmla="*/ 1114911 h 1114920"/>
              <a:gd name="csX5514" fmla="*/ 953008 w 1728164"/>
              <a:gd name="csY5514" fmla="*/ 1114911 h 1114920"/>
              <a:gd name="csX5515" fmla="*/ 953177 w 1728164"/>
              <a:gd name="csY5515" fmla="*/ 1114911 h 1114920"/>
              <a:gd name="csX5516" fmla="*/ 953355 w 1728164"/>
              <a:gd name="csY5516" fmla="*/ 1114911 h 1114920"/>
              <a:gd name="csX5517" fmla="*/ 953524 w 1728164"/>
              <a:gd name="csY5517" fmla="*/ 1114911 h 1114920"/>
              <a:gd name="csX5518" fmla="*/ 953693 w 1728164"/>
              <a:gd name="csY5518" fmla="*/ 1114911 h 1114920"/>
              <a:gd name="csX5519" fmla="*/ 953871 w 1728164"/>
              <a:gd name="csY5519" fmla="*/ 1114911 h 1114920"/>
              <a:gd name="csX5520" fmla="*/ 954040 w 1728164"/>
              <a:gd name="csY5520" fmla="*/ 1114911 h 1114920"/>
              <a:gd name="csX5521" fmla="*/ 954218 w 1728164"/>
              <a:gd name="csY5521" fmla="*/ 1114911 h 1114920"/>
              <a:gd name="csX5522" fmla="*/ 954387 w 1728164"/>
              <a:gd name="csY5522" fmla="*/ 1114911 h 1114920"/>
              <a:gd name="csX5523" fmla="*/ 954565 w 1728164"/>
              <a:gd name="csY5523" fmla="*/ 1114911 h 1114920"/>
              <a:gd name="csX5524" fmla="*/ 954734 w 1728164"/>
              <a:gd name="csY5524" fmla="*/ 1114911 h 1114920"/>
              <a:gd name="csX5525" fmla="*/ 954903 w 1728164"/>
              <a:gd name="csY5525" fmla="*/ 1114911 h 1114920"/>
              <a:gd name="csX5526" fmla="*/ 955081 w 1728164"/>
              <a:gd name="csY5526" fmla="*/ 1114911 h 1114920"/>
              <a:gd name="csX5527" fmla="*/ 955250 w 1728164"/>
              <a:gd name="csY5527" fmla="*/ 1114911 h 1114920"/>
              <a:gd name="csX5528" fmla="*/ 955428 w 1728164"/>
              <a:gd name="csY5528" fmla="*/ 1114911 h 1114920"/>
              <a:gd name="csX5529" fmla="*/ 955597 w 1728164"/>
              <a:gd name="csY5529" fmla="*/ 1114911 h 1114920"/>
              <a:gd name="csX5530" fmla="*/ 955775 w 1728164"/>
              <a:gd name="csY5530" fmla="*/ 1114911 h 1114920"/>
              <a:gd name="csX5531" fmla="*/ 955944 w 1728164"/>
              <a:gd name="csY5531" fmla="*/ 1114911 h 1114920"/>
              <a:gd name="csX5532" fmla="*/ 956113 w 1728164"/>
              <a:gd name="csY5532" fmla="*/ 1114911 h 1114920"/>
              <a:gd name="csX5533" fmla="*/ 956291 w 1728164"/>
              <a:gd name="csY5533" fmla="*/ 1114911 h 1114920"/>
              <a:gd name="csX5534" fmla="*/ 956460 w 1728164"/>
              <a:gd name="csY5534" fmla="*/ 1114911 h 1114920"/>
              <a:gd name="csX5535" fmla="*/ 956638 w 1728164"/>
              <a:gd name="csY5535" fmla="*/ 1114911 h 1114920"/>
              <a:gd name="csX5536" fmla="*/ 956807 w 1728164"/>
              <a:gd name="csY5536" fmla="*/ 1114911 h 1114920"/>
              <a:gd name="csX5537" fmla="*/ 956976 w 1728164"/>
              <a:gd name="csY5537" fmla="*/ 1114911 h 1114920"/>
              <a:gd name="csX5538" fmla="*/ 957154 w 1728164"/>
              <a:gd name="csY5538" fmla="*/ 1114911 h 1114920"/>
              <a:gd name="csX5539" fmla="*/ 957323 w 1728164"/>
              <a:gd name="csY5539" fmla="*/ 1114911 h 1114920"/>
              <a:gd name="csX5540" fmla="*/ 957501 w 1728164"/>
              <a:gd name="csY5540" fmla="*/ 1114911 h 1114920"/>
              <a:gd name="csX5541" fmla="*/ 957670 w 1728164"/>
              <a:gd name="csY5541" fmla="*/ 1114911 h 1114920"/>
              <a:gd name="csX5542" fmla="*/ 957848 w 1728164"/>
              <a:gd name="csY5542" fmla="*/ 1114911 h 1114920"/>
              <a:gd name="csX5543" fmla="*/ 958017 w 1728164"/>
              <a:gd name="csY5543" fmla="*/ 1114911 h 1114920"/>
              <a:gd name="csX5544" fmla="*/ 958186 w 1728164"/>
              <a:gd name="csY5544" fmla="*/ 1114911 h 1114920"/>
              <a:gd name="csX5545" fmla="*/ 958364 w 1728164"/>
              <a:gd name="csY5545" fmla="*/ 1114911 h 1114920"/>
              <a:gd name="csX5546" fmla="*/ 958533 w 1728164"/>
              <a:gd name="csY5546" fmla="*/ 1114911 h 1114920"/>
              <a:gd name="csX5547" fmla="*/ 958711 w 1728164"/>
              <a:gd name="csY5547" fmla="*/ 1114920 h 1114920"/>
              <a:gd name="csX5548" fmla="*/ 958880 w 1728164"/>
              <a:gd name="csY5548" fmla="*/ 1114920 h 1114920"/>
              <a:gd name="csX5549" fmla="*/ 959058 w 1728164"/>
              <a:gd name="csY5549" fmla="*/ 1114920 h 1114920"/>
              <a:gd name="csX5550" fmla="*/ 959227 w 1728164"/>
              <a:gd name="csY5550" fmla="*/ 1114920 h 1114920"/>
              <a:gd name="csX5551" fmla="*/ 959396 w 1728164"/>
              <a:gd name="csY5551" fmla="*/ 1114920 h 1114920"/>
              <a:gd name="csX5552" fmla="*/ 959574 w 1728164"/>
              <a:gd name="csY5552" fmla="*/ 1114920 h 1114920"/>
              <a:gd name="csX5553" fmla="*/ 959743 w 1728164"/>
              <a:gd name="csY5553" fmla="*/ 1114920 h 1114920"/>
              <a:gd name="csX5554" fmla="*/ 959921 w 1728164"/>
              <a:gd name="csY5554" fmla="*/ 1114920 h 1114920"/>
              <a:gd name="csX5555" fmla="*/ 960090 w 1728164"/>
              <a:gd name="csY5555" fmla="*/ 1114920 h 1114920"/>
              <a:gd name="csX5556" fmla="*/ 960268 w 1728164"/>
              <a:gd name="csY5556" fmla="*/ 1114920 h 1114920"/>
              <a:gd name="csX5557" fmla="*/ 960437 w 1728164"/>
              <a:gd name="csY5557" fmla="*/ 1114920 h 1114920"/>
              <a:gd name="csX5558" fmla="*/ 960606 w 1728164"/>
              <a:gd name="csY5558" fmla="*/ 1114920 h 1114920"/>
              <a:gd name="csX5559" fmla="*/ 960784 w 1728164"/>
              <a:gd name="csY5559" fmla="*/ 1114920 h 1114920"/>
              <a:gd name="csX5560" fmla="*/ 960953 w 1728164"/>
              <a:gd name="csY5560" fmla="*/ 1114920 h 1114920"/>
              <a:gd name="csX5561" fmla="*/ 961131 w 1728164"/>
              <a:gd name="csY5561" fmla="*/ 1114920 h 1114920"/>
              <a:gd name="csX5562" fmla="*/ 961300 w 1728164"/>
              <a:gd name="csY5562" fmla="*/ 1114920 h 1114920"/>
              <a:gd name="csX5563" fmla="*/ 961478 w 1728164"/>
              <a:gd name="csY5563" fmla="*/ 1114920 h 1114920"/>
              <a:gd name="csX5564" fmla="*/ 961647 w 1728164"/>
              <a:gd name="csY5564" fmla="*/ 1114920 h 1114920"/>
              <a:gd name="csX5565" fmla="*/ 961816 w 1728164"/>
              <a:gd name="csY5565" fmla="*/ 1114920 h 1114920"/>
              <a:gd name="csX5566" fmla="*/ 961994 w 1728164"/>
              <a:gd name="csY5566" fmla="*/ 1114920 h 1114920"/>
              <a:gd name="csX5567" fmla="*/ 962163 w 1728164"/>
              <a:gd name="csY5567" fmla="*/ 1114920 h 1114920"/>
              <a:gd name="csX5568" fmla="*/ 962341 w 1728164"/>
              <a:gd name="csY5568" fmla="*/ 1114920 h 1114920"/>
              <a:gd name="csX5569" fmla="*/ 962510 w 1728164"/>
              <a:gd name="csY5569" fmla="*/ 1114920 h 1114920"/>
              <a:gd name="csX5570" fmla="*/ 962688 w 1728164"/>
              <a:gd name="csY5570" fmla="*/ 1114920 h 1114920"/>
              <a:gd name="csX5571" fmla="*/ 962857 w 1728164"/>
              <a:gd name="csY5571" fmla="*/ 1114920 h 1114920"/>
              <a:gd name="csX5572" fmla="*/ 963026 w 1728164"/>
              <a:gd name="csY5572" fmla="*/ 1114920 h 1114920"/>
              <a:gd name="csX5573" fmla="*/ 963204 w 1728164"/>
              <a:gd name="csY5573" fmla="*/ 1114920 h 1114920"/>
              <a:gd name="csX5574" fmla="*/ 963373 w 1728164"/>
              <a:gd name="csY5574" fmla="*/ 1114920 h 1114920"/>
              <a:gd name="csX5575" fmla="*/ 963551 w 1728164"/>
              <a:gd name="csY5575" fmla="*/ 1114920 h 1114920"/>
              <a:gd name="csX5576" fmla="*/ 963720 w 1728164"/>
              <a:gd name="csY5576" fmla="*/ 1114920 h 1114920"/>
              <a:gd name="csX5577" fmla="*/ 963898 w 1728164"/>
              <a:gd name="csY5577" fmla="*/ 1114920 h 1114920"/>
              <a:gd name="csX5578" fmla="*/ 964066 w 1728164"/>
              <a:gd name="csY5578" fmla="*/ 1114920 h 1114920"/>
              <a:gd name="csX5579" fmla="*/ 964236 w 1728164"/>
              <a:gd name="csY5579" fmla="*/ 1114920 h 1114920"/>
              <a:gd name="csX5580" fmla="*/ 964413 w 1728164"/>
              <a:gd name="csY5580" fmla="*/ 1114920 h 1114920"/>
              <a:gd name="csX5581" fmla="*/ 964583 w 1728164"/>
              <a:gd name="csY5581" fmla="*/ 1114920 h 1114920"/>
              <a:gd name="csX5582" fmla="*/ 964760 w 1728164"/>
              <a:gd name="csY5582" fmla="*/ 1114920 h 1114920"/>
              <a:gd name="csX5583" fmla="*/ 964929 w 1728164"/>
              <a:gd name="csY5583" fmla="*/ 1114920 h 1114920"/>
              <a:gd name="csX5584" fmla="*/ 965107 w 1728164"/>
              <a:gd name="csY5584" fmla="*/ 1114920 h 1114920"/>
              <a:gd name="csX5585" fmla="*/ 965276 w 1728164"/>
              <a:gd name="csY5585" fmla="*/ 1114920 h 1114920"/>
              <a:gd name="csX5586" fmla="*/ 965445 w 1728164"/>
              <a:gd name="csY5586" fmla="*/ 1114920 h 1114920"/>
              <a:gd name="csX5587" fmla="*/ 965623 w 1728164"/>
              <a:gd name="csY5587" fmla="*/ 1114920 h 1114920"/>
              <a:gd name="csX5588" fmla="*/ 965792 w 1728164"/>
              <a:gd name="csY5588" fmla="*/ 1114920 h 1114920"/>
              <a:gd name="csX5589" fmla="*/ 965970 w 1728164"/>
              <a:gd name="csY5589" fmla="*/ 1114920 h 1114920"/>
              <a:gd name="csX5590" fmla="*/ 966139 w 1728164"/>
              <a:gd name="csY5590" fmla="*/ 1114920 h 1114920"/>
              <a:gd name="csX5591" fmla="*/ 966317 w 1728164"/>
              <a:gd name="csY5591" fmla="*/ 1114920 h 1114920"/>
              <a:gd name="csX5592" fmla="*/ 966486 w 1728164"/>
              <a:gd name="csY5592" fmla="*/ 1114920 h 1114920"/>
              <a:gd name="csX5593" fmla="*/ 966655 w 1728164"/>
              <a:gd name="csY5593" fmla="*/ 1114920 h 1114920"/>
              <a:gd name="csX5594" fmla="*/ 966833 w 1728164"/>
              <a:gd name="csY5594" fmla="*/ 1114920 h 1114920"/>
              <a:gd name="csX5595" fmla="*/ 967002 w 1728164"/>
              <a:gd name="csY5595" fmla="*/ 1114920 h 1114920"/>
              <a:gd name="csX5596" fmla="*/ 967180 w 1728164"/>
              <a:gd name="csY5596" fmla="*/ 1114920 h 1114920"/>
              <a:gd name="csX5597" fmla="*/ 967349 w 1728164"/>
              <a:gd name="csY5597" fmla="*/ 1114920 h 1114920"/>
              <a:gd name="csX5598" fmla="*/ 967527 w 1728164"/>
              <a:gd name="csY5598" fmla="*/ 1114920 h 1114920"/>
              <a:gd name="csX5599" fmla="*/ 967696 w 1728164"/>
              <a:gd name="csY5599" fmla="*/ 1114920 h 1114920"/>
              <a:gd name="csX5600" fmla="*/ 967865 w 1728164"/>
              <a:gd name="csY5600" fmla="*/ 1114920 h 1114920"/>
              <a:gd name="csX5601" fmla="*/ 968043 w 1728164"/>
              <a:gd name="csY5601" fmla="*/ 1114920 h 1114920"/>
              <a:gd name="csX5602" fmla="*/ 968212 w 1728164"/>
              <a:gd name="csY5602" fmla="*/ 1114920 h 1114920"/>
              <a:gd name="csX5603" fmla="*/ 968390 w 1728164"/>
              <a:gd name="csY5603" fmla="*/ 1114920 h 1114920"/>
              <a:gd name="csX5604" fmla="*/ 968559 w 1728164"/>
              <a:gd name="csY5604" fmla="*/ 1114920 h 1114920"/>
              <a:gd name="csX5605" fmla="*/ 968737 w 1728164"/>
              <a:gd name="csY5605" fmla="*/ 1114920 h 1114920"/>
              <a:gd name="csX5606" fmla="*/ 968906 w 1728164"/>
              <a:gd name="csY5606" fmla="*/ 1114920 h 1114920"/>
              <a:gd name="csX5607" fmla="*/ 969075 w 1728164"/>
              <a:gd name="csY5607" fmla="*/ 1114920 h 1114920"/>
              <a:gd name="csX5608" fmla="*/ 969253 w 1728164"/>
              <a:gd name="csY5608" fmla="*/ 1114920 h 1114920"/>
              <a:gd name="csX5609" fmla="*/ 969422 w 1728164"/>
              <a:gd name="csY5609" fmla="*/ 1114920 h 1114920"/>
              <a:gd name="csX5610" fmla="*/ 969600 w 1728164"/>
              <a:gd name="csY5610" fmla="*/ 1114920 h 1114920"/>
              <a:gd name="csX5611" fmla="*/ 969769 w 1728164"/>
              <a:gd name="csY5611" fmla="*/ 1114920 h 1114920"/>
              <a:gd name="csX5612" fmla="*/ 969947 w 1728164"/>
              <a:gd name="csY5612" fmla="*/ 1114920 h 1114920"/>
              <a:gd name="csX5613" fmla="*/ 970116 w 1728164"/>
              <a:gd name="csY5613" fmla="*/ 1114920 h 1114920"/>
              <a:gd name="csX5614" fmla="*/ 970285 w 1728164"/>
              <a:gd name="csY5614" fmla="*/ 1114920 h 1114920"/>
              <a:gd name="csX5615" fmla="*/ 970463 w 1728164"/>
              <a:gd name="csY5615" fmla="*/ 1114920 h 1114920"/>
              <a:gd name="csX5616" fmla="*/ 970632 w 1728164"/>
              <a:gd name="csY5616" fmla="*/ 1114920 h 1114920"/>
              <a:gd name="csX5617" fmla="*/ 970810 w 1728164"/>
              <a:gd name="csY5617" fmla="*/ 1114920 h 1114920"/>
              <a:gd name="csX5618" fmla="*/ 970979 w 1728164"/>
              <a:gd name="csY5618" fmla="*/ 1114920 h 1114920"/>
              <a:gd name="csX5619" fmla="*/ 971157 w 1728164"/>
              <a:gd name="csY5619" fmla="*/ 1114920 h 1114920"/>
              <a:gd name="csX5620" fmla="*/ 971326 w 1728164"/>
              <a:gd name="csY5620" fmla="*/ 1114920 h 1114920"/>
              <a:gd name="csX5621" fmla="*/ 971495 w 1728164"/>
              <a:gd name="csY5621" fmla="*/ 1114920 h 1114920"/>
              <a:gd name="csX5622" fmla="*/ 971673 w 1728164"/>
              <a:gd name="csY5622" fmla="*/ 1114920 h 1114920"/>
              <a:gd name="csX5623" fmla="*/ 971842 w 1728164"/>
              <a:gd name="csY5623" fmla="*/ 1114920 h 1114920"/>
              <a:gd name="csX5624" fmla="*/ 972020 w 1728164"/>
              <a:gd name="csY5624" fmla="*/ 1114920 h 1114920"/>
              <a:gd name="csX5625" fmla="*/ 972189 w 1728164"/>
              <a:gd name="csY5625" fmla="*/ 1114920 h 1114920"/>
              <a:gd name="csX5626" fmla="*/ 972367 w 1728164"/>
              <a:gd name="csY5626" fmla="*/ 1114920 h 1114920"/>
              <a:gd name="csX5627" fmla="*/ 972536 w 1728164"/>
              <a:gd name="csY5627" fmla="*/ 1114920 h 1114920"/>
              <a:gd name="csX5628" fmla="*/ 972705 w 1728164"/>
              <a:gd name="csY5628" fmla="*/ 1114920 h 1114920"/>
              <a:gd name="csX5629" fmla="*/ 972883 w 1728164"/>
              <a:gd name="csY5629" fmla="*/ 1114920 h 1114920"/>
              <a:gd name="csX5630" fmla="*/ 973052 w 1728164"/>
              <a:gd name="csY5630" fmla="*/ 1114920 h 1114920"/>
              <a:gd name="csX5631" fmla="*/ 973230 w 1728164"/>
              <a:gd name="csY5631" fmla="*/ 1114920 h 1114920"/>
              <a:gd name="csX5632" fmla="*/ 973399 w 1728164"/>
              <a:gd name="csY5632" fmla="*/ 1114920 h 1114920"/>
              <a:gd name="csX5633" fmla="*/ 973577 w 1728164"/>
              <a:gd name="csY5633" fmla="*/ 1114920 h 1114920"/>
              <a:gd name="csX5634" fmla="*/ 973746 w 1728164"/>
              <a:gd name="csY5634" fmla="*/ 1114920 h 1114920"/>
              <a:gd name="csX5635" fmla="*/ 973915 w 1728164"/>
              <a:gd name="csY5635" fmla="*/ 1114920 h 1114920"/>
              <a:gd name="csX5636" fmla="*/ 974093 w 1728164"/>
              <a:gd name="csY5636" fmla="*/ 1114920 h 1114920"/>
              <a:gd name="csX5637" fmla="*/ 974262 w 1728164"/>
              <a:gd name="csY5637" fmla="*/ 1114920 h 1114920"/>
              <a:gd name="csX5638" fmla="*/ 974440 w 1728164"/>
              <a:gd name="csY5638" fmla="*/ 1114920 h 1114920"/>
              <a:gd name="csX5639" fmla="*/ 974609 w 1728164"/>
              <a:gd name="csY5639" fmla="*/ 1114920 h 1114920"/>
              <a:gd name="csX5640" fmla="*/ 974787 w 1728164"/>
              <a:gd name="csY5640" fmla="*/ 1114920 h 1114920"/>
              <a:gd name="csX5641" fmla="*/ 974956 w 1728164"/>
              <a:gd name="csY5641" fmla="*/ 1114920 h 1114920"/>
              <a:gd name="csX5642" fmla="*/ 975125 w 1728164"/>
              <a:gd name="csY5642" fmla="*/ 1114920 h 1114920"/>
              <a:gd name="csX5643" fmla="*/ 975303 w 1728164"/>
              <a:gd name="csY5643" fmla="*/ 1114920 h 1114920"/>
              <a:gd name="csX5644" fmla="*/ 975472 w 1728164"/>
              <a:gd name="csY5644" fmla="*/ 1114920 h 1114920"/>
              <a:gd name="csX5645" fmla="*/ 975650 w 1728164"/>
              <a:gd name="csY5645" fmla="*/ 1114920 h 1114920"/>
              <a:gd name="csX5646" fmla="*/ 975819 w 1728164"/>
              <a:gd name="csY5646" fmla="*/ 1114920 h 1114920"/>
              <a:gd name="csX5647" fmla="*/ 975988 w 1728164"/>
              <a:gd name="csY5647" fmla="*/ 1114920 h 1114920"/>
              <a:gd name="csX5648" fmla="*/ 976166 w 1728164"/>
              <a:gd name="csY5648" fmla="*/ 1114920 h 1114920"/>
              <a:gd name="csX5649" fmla="*/ 976335 w 1728164"/>
              <a:gd name="csY5649" fmla="*/ 1114920 h 1114920"/>
              <a:gd name="csX5650" fmla="*/ 976513 w 1728164"/>
              <a:gd name="csY5650" fmla="*/ 1114920 h 1114920"/>
              <a:gd name="csX5651" fmla="*/ 976682 w 1728164"/>
              <a:gd name="csY5651" fmla="*/ 1114920 h 1114920"/>
              <a:gd name="csX5652" fmla="*/ 976860 w 1728164"/>
              <a:gd name="csY5652" fmla="*/ 1114920 h 1114920"/>
              <a:gd name="csX5653" fmla="*/ 977029 w 1728164"/>
              <a:gd name="csY5653" fmla="*/ 1114920 h 1114920"/>
              <a:gd name="csX5654" fmla="*/ 977198 w 1728164"/>
              <a:gd name="csY5654" fmla="*/ 1114920 h 1114920"/>
              <a:gd name="csX5655" fmla="*/ 977376 w 1728164"/>
              <a:gd name="csY5655" fmla="*/ 1114920 h 1114920"/>
              <a:gd name="csX5656" fmla="*/ 977545 w 1728164"/>
              <a:gd name="csY5656" fmla="*/ 1114920 h 1114920"/>
              <a:gd name="csX5657" fmla="*/ 977723 w 1728164"/>
              <a:gd name="csY5657" fmla="*/ 1114920 h 1114920"/>
              <a:gd name="csX5658" fmla="*/ 977892 w 1728164"/>
              <a:gd name="csY5658" fmla="*/ 1114920 h 1114920"/>
              <a:gd name="csX5659" fmla="*/ 978069 w 1728164"/>
              <a:gd name="csY5659" fmla="*/ 1114920 h 1114920"/>
              <a:gd name="csX5660" fmla="*/ 978239 w 1728164"/>
              <a:gd name="csY5660" fmla="*/ 1114920 h 1114920"/>
              <a:gd name="csX5661" fmla="*/ 978408 w 1728164"/>
              <a:gd name="csY5661" fmla="*/ 1114920 h 1114920"/>
              <a:gd name="csX5662" fmla="*/ 978586 w 1728164"/>
              <a:gd name="csY5662" fmla="*/ 1114920 h 1114920"/>
              <a:gd name="csX5663" fmla="*/ 978755 w 1728164"/>
              <a:gd name="csY5663" fmla="*/ 1114920 h 1114920"/>
              <a:gd name="csX5664" fmla="*/ 978933 w 1728164"/>
              <a:gd name="csY5664" fmla="*/ 1114920 h 1114920"/>
              <a:gd name="csX5665" fmla="*/ 979102 w 1728164"/>
              <a:gd name="csY5665" fmla="*/ 1114920 h 1114920"/>
              <a:gd name="csX5666" fmla="*/ 979279 w 1728164"/>
              <a:gd name="csY5666" fmla="*/ 1114920 h 1114920"/>
              <a:gd name="csX5667" fmla="*/ 979448 w 1728164"/>
              <a:gd name="csY5667" fmla="*/ 1114920 h 1114920"/>
              <a:gd name="csX5668" fmla="*/ 979617 w 1728164"/>
              <a:gd name="csY5668" fmla="*/ 1114920 h 1114920"/>
              <a:gd name="csX5669" fmla="*/ 979795 w 1728164"/>
              <a:gd name="csY5669" fmla="*/ 1114920 h 1114920"/>
              <a:gd name="csX5670" fmla="*/ 979964 w 1728164"/>
              <a:gd name="csY5670" fmla="*/ 1114920 h 1114920"/>
              <a:gd name="csX5671" fmla="*/ 980142 w 1728164"/>
              <a:gd name="csY5671" fmla="*/ 1114920 h 1114920"/>
              <a:gd name="csX5672" fmla="*/ 980311 w 1728164"/>
              <a:gd name="csY5672" fmla="*/ 1114920 h 1114920"/>
              <a:gd name="csX5673" fmla="*/ 980489 w 1728164"/>
              <a:gd name="csY5673" fmla="*/ 1114920 h 1114920"/>
              <a:gd name="csX5674" fmla="*/ 980658 w 1728164"/>
              <a:gd name="csY5674" fmla="*/ 1114920 h 1114920"/>
              <a:gd name="csX5675" fmla="*/ 980827 w 1728164"/>
              <a:gd name="csY5675" fmla="*/ 1114920 h 1114920"/>
              <a:gd name="csX5676" fmla="*/ 981005 w 1728164"/>
              <a:gd name="csY5676" fmla="*/ 1114920 h 1114920"/>
              <a:gd name="csX5677" fmla="*/ 981174 w 1728164"/>
              <a:gd name="csY5677" fmla="*/ 1114920 h 1114920"/>
              <a:gd name="csX5678" fmla="*/ 981352 w 1728164"/>
              <a:gd name="csY5678" fmla="*/ 1114920 h 1114920"/>
              <a:gd name="csX5679" fmla="*/ 981521 w 1728164"/>
              <a:gd name="csY5679" fmla="*/ 1114920 h 1114920"/>
              <a:gd name="csX5680" fmla="*/ 981699 w 1728164"/>
              <a:gd name="csY5680" fmla="*/ 1114920 h 1114920"/>
              <a:gd name="csX5681" fmla="*/ 981868 w 1728164"/>
              <a:gd name="csY5681" fmla="*/ 1114920 h 1114920"/>
              <a:gd name="csX5682" fmla="*/ 982037 w 1728164"/>
              <a:gd name="csY5682" fmla="*/ 1114920 h 1114920"/>
              <a:gd name="csX5683" fmla="*/ 982215 w 1728164"/>
              <a:gd name="csY5683" fmla="*/ 1114920 h 1114920"/>
              <a:gd name="csX5684" fmla="*/ 982384 w 1728164"/>
              <a:gd name="csY5684" fmla="*/ 1114920 h 1114920"/>
              <a:gd name="csX5685" fmla="*/ 982562 w 1728164"/>
              <a:gd name="csY5685" fmla="*/ 1114920 h 1114920"/>
              <a:gd name="csX5686" fmla="*/ 982731 w 1728164"/>
              <a:gd name="csY5686" fmla="*/ 1114920 h 1114920"/>
              <a:gd name="csX5687" fmla="*/ 982909 w 1728164"/>
              <a:gd name="csY5687" fmla="*/ 1114920 h 1114920"/>
              <a:gd name="csX5688" fmla="*/ 983078 w 1728164"/>
              <a:gd name="csY5688" fmla="*/ 1114920 h 1114920"/>
              <a:gd name="csX5689" fmla="*/ 983247 w 1728164"/>
              <a:gd name="csY5689" fmla="*/ 1114920 h 1114920"/>
              <a:gd name="csX5690" fmla="*/ 983425 w 1728164"/>
              <a:gd name="csY5690" fmla="*/ 1114920 h 1114920"/>
              <a:gd name="csX5691" fmla="*/ 983594 w 1728164"/>
              <a:gd name="csY5691" fmla="*/ 1114920 h 1114920"/>
              <a:gd name="csX5692" fmla="*/ 983772 w 1728164"/>
              <a:gd name="csY5692" fmla="*/ 1114920 h 1114920"/>
              <a:gd name="csX5693" fmla="*/ 983941 w 1728164"/>
              <a:gd name="csY5693" fmla="*/ 1114920 h 1114920"/>
              <a:gd name="csX5694" fmla="*/ 984119 w 1728164"/>
              <a:gd name="csY5694" fmla="*/ 1114920 h 1114920"/>
              <a:gd name="csX5695" fmla="*/ 984288 w 1728164"/>
              <a:gd name="csY5695" fmla="*/ 1114920 h 1114920"/>
              <a:gd name="csX5696" fmla="*/ 984457 w 1728164"/>
              <a:gd name="csY5696" fmla="*/ 1114920 h 1114920"/>
              <a:gd name="csX5697" fmla="*/ 984635 w 1728164"/>
              <a:gd name="csY5697" fmla="*/ 1114920 h 1114920"/>
              <a:gd name="csX5698" fmla="*/ 984804 w 1728164"/>
              <a:gd name="csY5698" fmla="*/ 1114920 h 1114920"/>
              <a:gd name="csX5699" fmla="*/ 984982 w 1728164"/>
              <a:gd name="csY5699" fmla="*/ 1114920 h 1114920"/>
              <a:gd name="csX5700" fmla="*/ 985151 w 1728164"/>
              <a:gd name="csY5700" fmla="*/ 1114920 h 1114920"/>
              <a:gd name="csX5701" fmla="*/ 985329 w 1728164"/>
              <a:gd name="csY5701" fmla="*/ 1114920 h 1114920"/>
              <a:gd name="csX5702" fmla="*/ 985498 w 1728164"/>
              <a:gd name="csY5702" fmla="*/ 1114920 h 1114920"/>
              <a:gd name="csX5703" fmla="*/ 985667 w 1728164"/>
              <a:gd name="csY5703" fmla="*/ 1114920 h 1114920"/>
              <a:gd name="csX5704" fmla="*/ 985845 w 1728164"/>
              <a:gd name="csY5704" fmla="*/ 1114920 h 1114920"/>
              <a:gd name="csX5705" fmla="*/ 986014 w 1728164"/>
              <a:gd name="csY5705" fmla="*/ 1114920 h 1114920"/>
              <a:gd name="csX5706" fmla="*/ 986192 w 1728164"/>
              <a:gd name="csY5706" fmla="*/ 1114920 h 1114920"/>
              <a:gd name="csX5707" fmla="*/ 986361 w 1728164"/>
              <a:gd name="csY5707" fmla="*/ 1114920 h 1114920"/>
              <a:gd name="csX5708" fmla="*/ 986539 w 1728164"/>
              <a:gd name="csY5708" fmla="*/ 1114920 h 1114920"/>
              <a:gd name="csX5709" fmla="*/ 986708 w 1728164"/>
              <a:gd name="csY5709" fmla="*/ 1114920 h 1114920"/>
              <a:gd name="csX5710" fmla="*/ 986877 w 1728164"/>
              <a:gd name="csY5710" fmla="*/ 1114920 h 1114920"/>
              <a:gd name="csX5711" fmla="*/ 987055 w 1728164"/>
              <a:gd name="csY5711" fmla="*/ 1114920 h 1114920"/>
              <a:gd name="csX5712" fmla="*/ 987224 w 1728164"/>
              <a:gd name="csY5712" fmla="*/ 1114920 h 1114920"/>
              <a:gd name="csX5713" fmla="*/ 987402 w 1728164"/>
              <a:gd name="csY5713" fmla="*/ 1114920 h 1114920"/>
              <a:gd name="csX5714" fmla="*/ 987571 w 1728164"/>
              <a:gd name="csY5714" fmla="*/ 1114920 h 1114920"/>
              <a:gd name="csX5715" fmla="*/ 987749 w 1728164"/>
              <a:gd name="csY5715" fmla="*/ 1114920 h 1114920"/>
              <a:gd name="csX5716" fmla="*/ 987918 w 1728164"/>
              <a:gd name="csY5716" fmla="*/ 1114920 h 1114920"/>
              <a:gd name="csX5717" fmla="*/ 988087 w 1728164"/>
              <a:gd name="csY5717" fmla="*/ 1114920 h 1114920"/>
              <a:gd name="csX5718" fmla="*/ 988265 w 1728164"/>
              <a:gd name="csY5718" fmla="*/ 1114920 h 1114920"/>
              <a:gd name="csX5719" fmla="*/ 988434 w 1728164"/>
              <a:gd name="csY5719" fmla="*/ 1114920 h 1114920"/>
              <a:gd name="csX5720" fmla="*/ 988612 w 1728164"/>
              <a:gd name="csY5720" fmla="*/ 1114920 h 1114920"/>
              <a:gd name="csX5721" fmla="*/ 988781 w 1728164"/>
              <a:gd name="csY5721" fmla="*/ 1114920 h 1114920"/>
              <a:gd name="csX5722" fmla="*/ 988959 w 1728164"/>
              <a:gd name="csY5722" fmla="*/ 1114920 h 1114920"/>
              <a:gd name="csX5723" fmla="*/ 989128 w 1728164"/>
              <a:gd name="csY5723" fmla="*/ 1114920 h 1114920"/>
              <a:gd name="csX5724" fmla="*/ 989297 w 1728164"/>
              <a:gd name="csY5724" fmla="*/ 1114920 h 1114920"/>
              <a:gd name="csX5725" fmla="*/ 989475 w 1728164"/>
              <a:gd name="csY5725" fmla="*/ 1114920 h 1114920"/>
              <a:gd name="csX5726" fmla="*/ 989644 w 1728164"/>
              <a:gd name="csY5726" fmla="*/ 1114920 h 1114920"/>
              <a:gd name="csX5727" fmla="*/ 989822 w 1728164"/>
              <a:gd name="csY5727" fmla="*/ 1114920 h 1114920"/>
              <a:gd name="csX5728" fmla="*/ 989991 w 1728164"/>
              <a:gd name="csY5728" fmla="*/ 1114920 h 1114920"/>
              <a:gd name="csX5729" fmla="*/ 990169 w 1728164"/>
              <a:gd name="csY5729" fmla="*/ 1114920 h 1114920"/>
              <a:gd name="csX5730" fmla="*/ 990338 w 1728164"/>
              <a:gd name="csY5730" fmla="*/ 1114920 h 1114920"/>
              <a:gd name="csX5731" fmla="*/ 990507 w 1728164"/>
              <a:gd name="csY5731" fmla="*/ 1114920 h 1114920"/>
              <a:gd name="csX5732" fmla="*/ 990685 w 1728164"/>
              <a:gd name="csY5732" fmla="*/ 1114920 h 1114920"/>
              <a:gd name="csX5733" fmla="*/ 990854 w 1728164"/>
              <a:gd name="csY5733" fmla="*/ 1114920 h 1114920"/>
              <a:gd name="csX5734" fmla="*/ 991032 w 1728164"/>
              <a:gd name="csY5734" fmla="*/ 1114920 h 1114920"/>
              <a:gd name="csX5735" fmla="*/ 991201 w 1728164"/>
              <a:gd name="csY5735" fmla="*/ 1114920 h 1114920"/>
              <a:gd name="csX5736" fmla="*/ 991379 w 1728164"/>
              <a:gd name="csY5736" fmla="*/ 1114920 h 1114920"/>
              <a:gd name="csX5737" fmla="*/ 991548 w 1728164"/>
              <a:gd name="csY5737" fmla="*/ 1114920 h 1114920"/>
              <a:gd name="csX5738" fmla="*/ 991717 w 1728164"/>
              <a:gd name="csY5738" fmla="*/ 1114920 h 1114920"/>
              <a:gd name="csX5739" fmla="*/ 991895 w 1728164"/>
              <a:gd name="csY5739" fmla="*/ 1114920 h 1114920"/>
              <a:gd name="csX5740" fmla="*/ 992064 w 1728164"/>
              <a:gd name="csY5740" fmla="*/ 1114920 h 1114920"/>
              <a:gd name="csX5741" fmla="*/ 992242 w 1728164"/>
              <a:gd name="csY5741" fmla="*/ 1114920 h 1114920"/>
              <a:gd name="csX5742" fmla="*/ 992411 w 1728164"/>
              <a:gd name="csY5742" fmla="*/ 1114920 h 1114920"/>
              <a:gd name="csX5743" fmla="*/ 992589 w 1728164"/>
              <a:gd name="csY5743" fmla="*/ 1114920 h 1114920"/>
              <a:gd name="csX5744" fmla="*/ 992758 w 1728164"/>
              <a:gd name="csY5744" fmla="*/ 1114920 h 1114920"/>
              <a:gd name="csX5745" fmla="*/ 992927 w 1728164"/>
              <a:gd name="csY5745" fmla="*/ 1114920 h 1114920"/>
              <a:gd name="csX5746" fmla="*/ 993105 w 1728164"/>
              <a:gd name="csY5746" fmla="*/ 1114920 h 1114920"/>
              <a:gd name="csX5747" fmla="*/ 993274 w 1728164"/>
              <a:gd name="csY5747" fmla="*/ 1114920 h 1114920"/>
              <a:gd name="csX5748" fmla="*/ 993451 w 1728164"/>
              <a:gd name="csY5748" fmla="*/ 1114920 h 1114920"/>
              <a:gd name="csX5749" fmla="*/ 993620 w 1728164"/>
              <a:gd name="csY5749" fmla="*/ 1114920 h 1114920"/>
              <a:gd name="csX5750" fmla="*/ 993798 w 1728164"/>
              <a:gd name="csY5750" fmla="*/ 1114920 h 1114920"/>
              <a:gd name="csX5751" fmla="*/ 993967 w 1728164"/>
              <a:gd name="csY5751" fmla="*/ 1114920 h 1114920"/>
              <a:gd name="csX5752" fmla="*/ 994137 w 1728164"/>
              <a:gd name="csY5752" fmla="*/ 1114920 h 1114920"/>
              <a:gd name="csX5753" fmla="*/ 994314 w 1728164"/>
              <a:gd name="csY5753" fmla="*/ 1114920 h 1114920"/>
              <a:gd name="csX5754" fmla="*/ 994484 w 1728164"/>
              <a:gd name="csY5754" fmla="*/ 1114920 h 1114920"/>
              <a:gd name="csX5755" fmla="*/ 994661 w 1728164"/>
              <a:gd name="csY5755" fmla="*/ 1114920 h 1114920"/>
              <a:gd name="csX5756" fmla="*/ 994830 w 1728164"/>
              <a:gd name="csY5756" fmla="*/ 1114920 h 1114920"/>
              <a:gd name="csX5757" fmla="*/ 994999 w 1728164"/>
              <a:gd name="csY5757" fmla="*/ 1114920 h 1114920"/>
              <a:gd name="csX5758" fmla="*/ 995177 w 1728164"/>
              <a:gd name="csY5758" fmla="*/ 1114920 h 1114920"/>
              <a:gd name="csX5759" fmla="*/ 995346 w 1728164"/>
              <a:gd name="csY5759" fmla="*/ 1114920 h 1114920"/>
              <a:gd name="csX5760" fmla="*/ 995524 w 1728164"/>
              <a:gd name="csY5760" fmla="*/ 1114920 h 1114920"/>
              <a:gd name="csX5761" fmla="*/ 995693 w 1728164"/>
              <a:gd name="csY5761" fmla="*/ 1114920 h 1114920"/>
              <a:gd name="csX5762" fmla="*/ 995871 w 1728164"/>
              <a:gd name="csY5762" fmla="*/ 1114920 h 1114920"/>
              <a:gd name="csX5763" fmla="*/ 996040 w 1728164"/>
              <a:gd name="csY5763" fmla="*/ 1114920 h 1114920"/>
              <a:gd name="csX5764" fmla="*/ 996209 w 1728164"/>
              <a:gd name="csY5764" fmla="*/ 1114920 h 1114920"/>
              <a:gd name="csX5765" fmla="*/ 996387 w 1728164"/>
              <a:gd name="csY5765" fmla="*/ 1114920 h 1114920"/>
              <a:gd name="csX5766" fmla="*/ 996556 w 1728164"/>
              <a:gd name="csY5766" fmla="*/ 1114920 h 1114920"/>
              <a:gd name="csX5767" fmla="*/ 996734 w 1728164"/>
              <a:gd name="csY5767" fmla="*/ 1114920 h 1114920"/>
              <a:gd name="csX5768" fmla="*/ 996903 w 1728164"/>
              <a:gd name="csY5768" fmla="*/ 1114920 h 1114920"/>
              <a:gd name="csX5769" fmla="*/ 997081 w 1728164"/>
              <a:gd name="csY5769" fmla="*/ 1114920 h 1114920"/>
              <a:gd name="csX5770" fmla="*/ 997250 w 1728164"/>
              <a:gd name="csY5770" fmla="*/ 1114920 h 1114920"/>
              <a:gd name="csX5771" fmla="*/ 997419 w 1728164"/>
              <a:gd name="csY5771" fmla="*/ 1114920 h 1114920"/>
              <a:gd name="csX5772" fmla="*/ 997597 w 1728164"/>
              <a:gd name="csY5772" fmla="*/ 1114920 h 1114920"/>
              <a:gd name="csX5773" fmla="*/ 997766 w 1728164"/>
              <a:gd name="csY5773" fmla="*/ 1114920 h 1114920"/>
              <a:gd name="csX5774" fmla="*/ 997944 w 1728164"/>
              <a:gd name="csY5774" fmla="*/ 1114920 h 1114920"/>
              <a:gd name="csX5775" fmla="*/ 998113 w 1728164"/>
              <a:gd name="csY5775" fmla="*/ 1114920 h 1114920"/>
              <a:gd name="csX5776" fmla="*/ 998291 w 1728164"/>
              <a:gd name="csY5776" fmla="*/ 1114920 h 1114920"/>
              <a:gd name="csX5777" fmla="*/ 998460 w 1728164"/>
              <a:gd name="csY5777" fmla="*/ 1114920 h 1114920"/>
              <a:gd name="csX5778" fmla="*/ 998629 w 1728164"/>
              <a:gd name="csY5778" fmla="*/ 1114920 h 1114920"/>
              <a:gd name="csX5779" fmla="*/ 998807 w 1728164"/>
              <a:gd name="csY5779" fmla="*/ 1114920 h 1114920"/>
              <a:gd name="csX5780" fmla="*/ 998976 w 1728164"/>
              <a:gd name="csY5780" fmla="*/ 1114920 h 1114920"/>
              <a:gd name="csX5781" fmla="*/ 999154 w 1728164"/>
              <a:gd name="csY5781" fmla="*/ 1114920 h 1114920"/>
              <a:gd name="csX5782" fmla="*/ 999323 w 1728164"/>
              <a:gd name="csY5782" fmla="*/ 1114920 h 1114920"/>
              <a:gd name="csX5783" fmla="*/ 999501 w 1728164"/>
              <a:gd name="csY5783" fmla="*/ 1114920 h 1114920"/>
              <a:gd name="csX5784" fmla="*/ 999670 w 1728164"/>
              <a:gd name="csY5784" fmla="*/ 1114920 h 1114920"/>
              <a:gd name="csX5785" fmla="*/ 999839 w 1728164"/>
              <a:gd name="csY5785" fmla="*/ 1114920 h 1114920"/>
              <a:gd name="csX5786" fmla="*/ 1000017 w 1728164"/>
              <a:gd name="csY5786" fmla="*/ 1114920 h 1114920"/>
              <a:gd name="csX5787" fmla="*/ 1000186 w 1728164"/>
              <a:gd name="csY5787" fmla="*/ 1114920 h 1114920"/>
              <a:gd name="csX5788" fmla="*/ 1000364 w 1728164"/>
              <a:gd name="csY5788" fmla="*/ 1114920 h 1114920"/>
              <a:gd name="csX5789" fmla="*/ 1000533 w 1728164"/>
              <a:gd name="csY5789" fmla="*/ 1114920 h 1114920"/>
              <a:gd name="csX5790" fmla="*/ 1000711 w 1728164"/>
              <a:gd name="csY5790" fmla="*/ 1114920 h 1114920"/>
              <a:gd name="csX5791" fmla="*/ 1000880 w 1728164"/>
              <a:gd name="csY5791" fmla="*/ 1114920 h 1114920"/>
              <a:gd name="csX5792" fmla="*/ 1001049 w 1728164"/>
              <a:gd name="csY5792" fmla="*/ 1114920 h 1114920"/>
              <a:gd name="csX5793" fmla="*/ 1001227 w 1728164"/>
              <a:gd name="csY5793" fmla="*/ 1114920 h 1114920"/>
              <a:gd name="csX5794" fmla="*/ 1001396 w 1728164"/>
              <a:gd name="csY5794" fmla="*/ 1114920 h 1114920"/>
              <a:gd name="csX5795" fmla="*/ 1001574 w 1728164"/>
              <a:gd name="csY5795" fmla="*/ 1114920 h 1114920"/>
              <a:gd name="csX5796" fmla="*/ 1001743 w 1728164"/>
              <a:gd name="csY5796" fmla="*/ 1114920 h 1114920"/>
              <a:gd name="csX5797" fmla="*/ 1001921 w 1728164"/>
              <a:gd name="csY5797" fmla="*/ 1114920 h 1114920"/>
              <a:gd name="csX5798" fmla="*/ 1002090 w 1728164"/>
              <a:gd name="csY5798" fmla="*/ 1114920 h 1114920"/>
              <a:gd name="csX5799" fmla="*/ 1002259 w 1728164"/>
              <a:gd name="csY5799" fmla="*/ 1114920 h 1114920"/>
              <a:gd name="csX5800" fmla="*/ 1002437 w 1728164"/>
              <a:gd name="csY5800" fmla="*/ 1114920 h 1114920"/>
              <a:gd name="csX5801" fmla="*/ 1002606 w 1728164"/>
              <a:gd name="csY5801" fmla="*/ 1114920 h 1114920"/>
              <a:gd name="csX5802" fmla="*/ 1002784 w 1728164"/>
              <a:gd name="csY5802" fmla="*/ 1114920 h 1114920"/>
              <a:gd name="csX5803" fmla="*/ 1002953 w 1728164"/>
              <a:gd name="csY5803" fmla="*/ 1114920 h 1114920"/>
              <a:gd name="csX5804" fmla="*/ 1003131 w 1728164"/>
              <a:gd name="csY5804" fmla="*/ 1114920 h 1114920"/>
              <a:gd name="csX5805" fmla="*/ 1003300 w 1728164"/>
              <a:gd name="csY5805" fmla="*/ 1114920 h 1114920"/>
              <a:gd name="csX5806" fmla="*/ 1003469 w 1728164"/>
              <a:gd name="csY5806" fmla="*/ 1114920 h 1114920"/>
              <a:gd name="csX5807" fmla="*/ 1003647 w 1728164"/>
              <a:gd name="csY5807" fmla="*/ 1114920 h 1114920"/>
              <a:gd name="csX5808" fmla="*/ 1003816 w 1728164"/>
              <a:gd name="csY5808" fmla="*/ 1114920 h 1114920"/>
              <a:gd name="csX5809" fmla="*/ 1003994 w 1728164"/>
              <a:gd name="csY5809" fmla="*/ 1114920 h 1114920"/>
              <a:gd name="csX5810" fmla="*/ 1004163 w 1728164"/>
              <a:gd name="csY5810" fmla="*/ 1114920 h 1114920"/>
              <a:gd name="csX5811" fmla="*/ 1004341 w 1728164"/>
              <a:gd name="csY5811" fmla="*/ 1114920 h 1114920"/>
              <a:gd name="csX5812" fmla="*/ 1004510 w 1728164"/>
              <a:gd name="csY5812" fmla="*/ 1114920 h 1114920"/>
              <a:gd name="csX5813" fmla="*/ 1004679 w 1728164"/>
              <a:gd name="csY5813" fmla="*/ 1114920 h 1114920"/>
              <a:gd name="csX5814" fmla="*/ 1004857 w 1728164"/>
              <a:gd name="csY5814" fmla="*/ 1114920 h 1114920"/>
              <a:gd name="csX5815" fmla="*/ 1005026 w 1728164"/>
              <a:gd name="csY5815" fmla="*/ 1114920 h 1114920"/>
              <a:gd name="csX5816" fmla="*/ 1005204 w 1728164"/>
              <a:gd name="csY5816" fmla="*/ 1114920 h 1114920"/>
              <a:gd name="csX5817" fmla="*/ 1005373 w 1728164"/>
              <a:gd name="csY5817" fmla="*/ 1114920 h 1114920"/>
              <a:gd name="csX5818" fmla="*/ 1005551 w 1728164"/>
              <a:gd name="csY5818" fmla="*/ 1114920 h 1114920"/>
              <a:gd name="csX5819" fmla="*/ 1005720 w 1728164"/>
              <a:gd name="csY5819" fmla="*/ 1114920 h 1114920"/>
              <a:gd name="csX5820" fmla="*/ 1005889 w 1728164"/>
              <a:gd name="csY5820" fmla="*/ 1114920 h 1114920"/>
              <a:gd name="csX5821" fmla="*/ 1006067 w 1728164"/>
              <a:gd name="csY5821" fmla="*/ 1114920 h 1114920"/>
              <a:gd name="csX5822" fmla="*/ 1006236 w 1728164"/>
              <a:gd name="csY5822" fmla="*/ 1114920 h 1114920"/>
              <a:gd name="csX5823" fmla="*/ 1006414 w 1728164"/>
              <a:gd name="csY5823" fmla="*/ 1114920 h 1114920"/>
              <a:gd name="csX5824" fmla="*/ 1006583 w 1728164"/>
              <a:gd name="csY5824" fmla="*/ 1114920 h 1114920"/>
              <a:gd name="csX5825" fmla="*/ 1006761 w 1728164"/>
              <a:gd name="csY5825" fmla="*/ 1114920 h 1114920"/>
              <a:gd name="csX5826" fmla="*/ 1006930 w 1728164"/>
              <a:gd name="csY5826" fmla="*/ 1114920 h 1114920"/>
              <a:gd name="csX5827" fmla="*/ 1007099 w 1728164"/>
              <a:gd name="csY5827" fmla="*/ 1114920 h 1114920"/>
              <a:gd name="csX5828" fmla="*/ 1007277 w 1728164"/>
              <a:gd name="csY5828" fmla="*/ 1114920 h 1114920"/>
              <a:gd name="csX5829" fmla="*/ 1007446 w 1728164"/>
              <a:gd name="csY5829" fmla="*/ 1114920 h 1114920"/>
              <a:gd name="csX5830" fmla="*/ 1007624 w 1728164"/>
              <a:gd name="csY5830" fmla="*/ 1114920 h 1114920"/>
              <a:gd name="csX5831" fmla="*/ 1007793 w 1728164"/>
              <a:gd name="csY5831" fmla="*/ 1114920 h 1114920"/>
              <a:gd name="csX5832" fmla="*/ 1007970 w 1728164"/>
              <a:gd name="csY5832" fmla="*/ 1114920 h 1114920"/>
              <a:gd name="csX5833" fmla="*/ 1008140 w 1728164"/>
              <a:gd name="csY5833" fmla="*/ 1114920 h 1114920"/>
              <a:gd name="csX5834" fmla="*/ 1008309 w 1728164"/>
              <a:gd name="csY5834" fmla="*/ 1114920 h 1114920"/>
              <a:gd name="csX5835" fmla="*/ 1008487 w 1728164"/>
              <a:gd name="csY5835" fmla="*/ 1114920 h 1114920"/>
              <a:gd name="csX5836" fmla="*/ 1008655 w 1728164"/>
              <a:gd name="csY5836" fmla="*/ 1114920 h 1114920"/>
              <a:gd name="csX5837" fmla="*/ 1008833 w 1728164"/>
              <a:gd name="csY5837" fmla="*/ 1114920 h 1114920"/>
              <a:gd name="csX5838" fmla="*/ 1009002 w 1728164"/>
              <a:gd name="csY5838" fmla="*/ 1114920 h 1114920"/>
              <a:gd name="csX5839" fmla="*/ 1009180 w 1728164"/>
              <a:gd name="csY5839" fmla="*/ 1114920 h 1114920"/>
              <a:gd name="csX5840" fmla="*/ 1009349 w 1728164"/>
              <a:gd name="csY5840" fmla="*/ 1114920 h 1114920"/>
              <a:gd name="csX5841" fmla="*/ 1009518 w 1728164"/>
              <a:gd name="csY5841" fmla="*/ 1114920 h 1114920"/>
              <a:gd name="csX5842" fmla="*/ 1009696 w 1728164"/>
              <a:gd name="csY5842" fmla="*/ 1114920 h 1114920"/>
              <a:gd name="csX5843" fmla="*/ 1009865 w 1728164"/>
              <a:gd name="csY5843" fmla="*/ 1114920 h 1114920"/>
              <a:gd name="csX5844" fmla="*/ 1010043 w 1728164"/>
              <a:gd name="csY5844" fmla="*/ 1114920 h 1114920"/>
              <a:gd name="csX5845" fmla="*/ 1010212 w 1728164"/>
              <a:gd name="csY5845" fmla="*/ 1114920 h 1114920"/>
              <a:gd name="csX5846" fmla="*/ 1010390 w 1728164"/>
              <a:gd name="csY5846" fmla="*/ 1114920 h 1114920"/>
              <a:gd name="csX5847" fmla="*/ 1010559 w 1728164"/>
              <a:gd name="csY5847" fmla="*/ 1114920 h 1114920"/>
              <a:gd name="csX5848" fmla="*/ 1010728 w 1728164"/>
              <a:gd name="csY5848" fmla="*/ 1114920 h 1114920"/>
              <a:gd name="csX5849" fmla="*/ 1010906 w 1728164"/>
              <a:gd name="csY5849" fmla="*/ 1114920 h 1114920"/>
              <a:gd name="csX5850" fmla="*/ 1011075 w 1728164"/>
              <a:gd name="csY5850" fmla="*/ 1114920 h 1114920"/>
              <a:gd name="csX5851" fmla="*/ 1011253 w 1728164"/>
              <a:gd name="csY5851" fmla="*/ 1114920 h 1114920"/>
              <a:gd name="csX5852" fmla="*/ 1011422 w 1728164"/>
              <a:gd name="csY5852" fmla="*/ 1114920 h 1114920"/>
              <a:gd name="csX5853" fmla="*/ 1011600 w 1728164"/>
              <a:gd name="csY5853" fmla="*/ 1114920 h 1114920"/>
              <a:gd name="csX5854" fmla="*/ 1011769 w 1728164"/>
              <a:gd name="csY5854" fmla="*/ 1114920 h 1114920"/>
              <a:gd name="csX5855" fmla="*/ 1011938 w 1728164"/>
              <a:gd name="csY5855" fmla="*/ 1114920 h 1114920"/>
              <a:gd name="csX5856" fmla="*/ 1012116 w 1728164"/>
              <a:gd name="csY5856" fmla="*/ 1114920 h 1114920"/>
              <a:gd name="csX5857" fmla="*/ 1012285 w 1728164"/>
              <a:gd name="csY5857" fmla="*/ 1114920 h 1114920"/>
              <a:gd name="csX5858" fmla="*/ 1012463 w 1728164"/>
              <a:gd name="csY5858" fmla="*/ 1114920 h 1114920"/>
              <a:gd name="csX5859" fmla="*/ 1012632 w 1728164"/>
              <a:gd name="csY5859" fmla="*/ 1114920 h 1114920"/>
              <a:gd name="csX5860" fmla="*/ 1012810 w 1728164"/>
              <a:gd name="csY5860" fmla="*/ 1114920 h 1114920"/>
              <a:gd name="csX5861" fmla="*/ 1012979 w 1728164"/>
              <a:gd name="csY5861" fmla="*/ 1114920 h 1114920"/>
              <a:gd name="csX5862" fmla="*/ 1013148 w 1728164"/>
              <a:gd name="csY5862" fmla="*/ 1114920 h 1114920"/>
              <a:gd name="csX5863" fmla="*/ 1013326 w 1728164"/>
              <a:gd name="csY5863" fmla="*/ 1114920 h 1114920"/>
              <a:gd name="csX5864" fmla="*/ 1013495 w 1728164"/>
              <a:gd name="csY5864" fmla="*/ 1114920 h 1114920"/>
              <a:gd name="csX5865" fmla="*/ 1013673 w 1728164"/>
              <a:gd name="csY5865" fmla="*/ 1114920 h 1114920"/>
              <a:gd name="csX5866" fmla="*/ 1013842 w 1728164"/>
              <a:gd name="csY5866" fmla="*/ 1114920 h 1114920"/>
              <a:gd name="csX5867" fmla="*/ 1014011 w 1728164"/>
              <a:gd name="csY5867" fmla="*/ 1114920 h 1114920"/>
              <a:gd name="csX5868" fmla="*/ 1014189 w 1728164"/>
              <a:gd name="csY5868" fmla="*/ 1114920 h 1114920"/>
              <a:gd name="csX5869" fmla="*/ 1014358 w 1728164"/>
              <a:gd name="csY5869" fmla="*/ 1114920 h 1114920"/>
              <a:gd name="csX5870" fmla="*/ 1014536 w 1728164"/>
              <a:gd name="csY5870" fmla="*/ 1114920 h 1114920"/>
              <a:gd name="csX5871" fmla="*/ 1014705 w 1728164"/>
              <a:gd name="csY5871" fmla="*/ 1114920 h 1114920"/>
              <a:gd name="csX5872" fmla="*/ 1014883 w 1728164"/>
              <a:gd name="csY5872" fmla="*/ 1114920 h 1114920"/>
              <a:gd name="csX5873" fmla="*/ 1015052 w 1728164"/>
              <a:gd name="csY5873" fmla="*/ 1114920 h 1114920"/>
              <a:gd name="csX5874" fmla="*/ 1015221 w 1728164"/>
              <a:gd name="csY5874" fmla="*/ 1114920 h 1114920"/>
              <a:gd name="csX5875" fmla="*/ 1015399 w 1728164"/>
              <a:gd name="csY5875" fmla="*/ 1114920 h 1114920"/>
              <a:gd name="csX5876" fmla="*/ 1015568 w 1728164"/>
              <a:gd name="csY5876" fmla="*/ 1114920 h 1114920"/>
              <a:gd name="csX5877" fmla="*/ 1015746 w 1728164"/>
              <a:gd name="csY5877" fmla="*/ 1114920 h 1114920"/>
              <a:gd name="csX5878" fmla="*/ 1015915 w 1728164"/>
              <a:gd name="csY5878" fmla="*/ 1114920 h 1114920"/>
              <a:gd name="csX5879" fmla="*/ 1016093 w 1728164"/>
              <a:gd name="csY5879" fmla="*/ 1114920 h 1114920"/>
              <a:gd name="csX5880" fmla="*/ 1016262 w 1728164"/>
              <a:gd name="csY5880" fmla="*/ 1114920 h 1114920"/>
              <a:gd name="csX5881" fmla="*/ 1016431 w 1728164"/>
              <a:gd name="csY5881" fmla="*/ 1114920 h 1114920"/>
              <a:gd name="csX5882" fmla="*/ 1016609 w 1728164"/>
              <a:gd name="csY5882" fmla="*/ 1114920 h 1114920"/>
              <a:gd name="csX5883" fmla="*/ 1016778 w 1728164"/>
              <a:gd name="csY5883" fmla="*/ 1114920 h 1114920"/>
              <a:gd name="csX5884" fmla="*/ 1016956 w 1728164"/>
              <a:gd name="csY5884" fmla="*/ 1114920 h 1114920"/>
              <a:gd name="csX5885" fmla="*/ 1017125 w 1728164"/>
              <a:gd name="csY5885" fmla="*/ 1114920 h 1114920"/>
              <a:gd name="csX5886" fmla="*/ 1017303 w 1728164"/>
              <a:gd name="csY5886" fmla="*/ 1114920 h 1114920"/>
              <a:gd name="csX5887" fmla="*/ 1017472 w 1728164"/>
              <a:gd name="csY5887" fmla="*/ 1114920 h 1114920"/>
              <a:gd name="csX5888" fmla="*/ 1017641 w 1728164"/>
              <a:gd name="csY5888" fmla="*/ 1114920 h 1114920"/>
              <a:gd name="csX5889" fmla="*/ 1017819 w 1728164"/>
              <a:gd name="csY5889" fmla="*/ 1114920 h 1114920"/>
              <a:gd name="csX5890" fmla="*/ 1017988 w 1728164"/>
              <a:gd name="csY5890" fmla="*/ 1114920 h 1114920"/>
              <a:gd name="csX5891" fmla="*/ 1018166 w 1728164"/>
              <a:gd name="csY5891" fmla="*/ 1114920 h 1114920"/>
              <a:gd name="csX5892" fmla="*/ 1018335 w 1728164"/>
              <a:gd name="csY5892" fmla="*/ 1114920 h 1114920"/>
              <a:gd name="csX5893" fmla="*/ 1018513 w 1728164"/>
              <a:gd name="csY5893" fmla="*/ 1114920 h 1114920"/>
              <a:gd name="csX5894" fmla="*/ 1018682 w 1728164"/>
              <a:gd name="csY5894" fmla="*/ 1114920 h 1114920"/>
              <a:gd name="csX5895" fmla="*/ 1018851 w 1728164"/>
              <a:gd name="csY5895" fmla="*/ 1114920 h 1114920"/>
              <a:gd name="csX5896" fmla="*/ 1019029 w 1728164"/>
              <a:gd name="csY5896" fmla="*/ 1114920 h 1114920"/>
              <a:gd name="csX5897" fmla="*/ 1019198 w 1728164"/>
              <a:gd name="csY5897" fmla="*/ 1114920 h 1114920"/>
              <a:gd name="csX5898" fmla="*/ 1019376 w 1728164"/>
              <a:gd name="csY5898" fmla="*/ 1114920 h 1114920"/>
              <a:gd name="csX5899" fmla="*/ 1019545 w 1728164"/>
              <a:gd name="csY5899" fmla="*/ 1114920 h 1114920"/>
              <a:gd name="csX5900" fmla="*/ 1019723 w 1728164"/>
              <a:gd name="csY5900" fmla="*/ 1114920 h 1114920"/>
              <a:gd name="csX5901" fmla="*/ 1019892 w 1728164"/>
              <a:gd name="csY5901" fmla="*/ 1114920 h 1114920"/>
              <a:gd name="csX5902" fmla="*/ 1020061 w 1728164"/>
              <a:gd name="csY5902" fmla="*/ 1114920 h 1114920"/>
              <a:gd name="csX5903" fmla="*/ 1020239 w 1728164"/>
              <a:gd name="csY5903" fmla="*/ 1114920 h 1114920"/>
              <a:gd name="csX5904" fmla="*/ 1020408 w 1728164"/>
              <a:gd name="csY5904" fmla="*/ 1114920 h 1114920"/>
              <a:gd name="csX5905" fmla="*/ 1020586 w 1728164"/>
              <a:gd name="csY5905" fmla="*/ 1114920 h 1114920"/>
              <a:gd name="csX5906" fmla="*/ 1020755 w 1728164"/>
              <a:gd name="csY5906" fmla="*/ 1114920 h 1114920"/>
              <a:gd name="csX5907" fmla="*/ 1020933 w 1728164"/>
              <a:gd name="csY5907" fmla="*/ 1114920 h 1114920"/>
              <a:gd name="csX5908" fmla="*/ 1021102 w 1728164"/>
              <a:gd name="csY5908" fmla="*/ 1114920 h 1114920"/>
              <a:gd name="csX5909" fmla="*/ 1021271 w 1728164"/>
              <a:gd name="csY5909" fmla="*/ 1114920 h 1114920"/>
              <a:gd name="csX5910" fmla="*/ 1021449 w 1728164"/>
              <a:gd name="csY5910" fmla="*/ 1114920 h 1114920"/>
              <a:gd name="csX5911" fmla="*/ 1021618 w 1728164"/>
              <a:gd name="csY5911" fmla="*/ 1114920 h 1114920"/>
              <a:gd name="csX5912" fmla="*/ 1021796 w 1728164"/>
              <a:gd name="csY5912" fmla="*/ 1114920 h 1114920"/>
              <a:gd name="csX5913" fmla="*/ 1021965 w 1728164"/>
              <a:gd name="csY5913" fmla="*/ 1114920 h 1114920"/>
              <a:gd name="csX5914" fmla="*/ 1022143 w 1728164"/>
              <a:gd name="csY5914" fmla="*/ 1114920 h 1114920"/>
              <a:gd name="csX5915" fmla="*/ 1022312 w 1728164"/>
              <a:gd name="csY5915" fmla="*/ 1114920 h 1114920"/>
              <a:gd name="csX5916" fmla="*/ 1022481 w 1728164"/>
              <a:gd name="csY5916" fmla="*/ 1114920 h 1114920"/>
              <a:gd name="csX5917" fmla="*/ 1022658 w 1728164"/>
              <a:gd name="csY5917" fmla="*/ 1114920 h 1114920"/>
              <a:gd name="csX5918" fmla="*/ 1022828 w 1728164"/>
              <a:gd name="csY5918" fmla="*/ 1114920 h 1114920"/>
              <a:gd name="csX5919" fmla="*/ 1023005 w 1728164"/>
              <a:gd name="csY5919" fmla="*/ 1114920 h 1114920"/>
              <a:gd name="csX5920" fmla="*/ 1023175 w 1728164"/>
              <a:gd name="csY5920" fmla="*/ 1114920 h 1114920"/>
              <a:gd name="csX5921" fmla="*/ 1023352 w 1728164"/>
              <a:gd name="csY5921" fmla="*/ 1114920 h 1114920"/>
              <a:gd name="csX5922" fmla="*/ 1023522 w 1728164"/>
              <a:gd name="csY5922" fmla="*/ 1114920 h 1114920"/>
              <a:gd name="csX5923" fmla="*/ 1023691 w 1728164"/>
              <a:gd name="csY5923" fmla="*/ 1114920 h 1114920"/>
              <a:gd name="csX5924" fmla="*/ 1023868 w 1728164"/>
              <a:gd name="csY5924" fmla="*/ 1114920 h 1114920"/>
              <a:gd name="csX5925" fmla="*/ 1024037 w 1728164"/>
              <a:gd name="csY5925" fmla="*/ 1114920 h 1114920"/>
              <a:gd name="csX5926" fmla="*/ 1024215 w 1728164"/>
              <a:gd name="csY5926" fmla="*/ 1114920 h 1114920"/>
              <a:gd name="csX5927" fmla="*/ 1024384 w 1728164"/>
              <a:gd name="csY5927" fmla="*/ 1114920 h 1114920"/>
              <a:gd name="csX5928" fmla="*/ 1024562 w 1728164"/>
              <a:gd name="csY5928" fmla="*/ 1114920 h 1114920"/>
              <a:gd name="csX5929" fmla="*/ 1024731 w 1728164"/>
              <a:gd name="csY5929" fmla="*/ 1114920 h 1114920"/>
              <a:gd name="csX5930" fmla="*/ 1024900 w 1728164"/>
              <a:gd name="csY5930" fmla="*/ 1114920 h 1114920"/>
              <a:gd name="csX5931" fmla="*/ 1025078 w 1728164"/>
              <a:gd name="csY5931" fmla="*/ 1114920 h 1114920"/>
              <a:gd name="csX5932" fmla="*/ 1025247 w 1728164"/>
              <a:gd name="csY5932" fmla="*/ 1114920 h 1114920"/>
              <a:gd name="csX5933" fmla="*/ 1025425 w 1728164"/>
              <a:gd name="csY5933" fmla="*/ 1114920 h 1114920"/>
              <a:gd name="csX5934" fmla="*/ 1025594 w 1728164"/>
              <a:gd name="csY5934" fmla="*/ 1114920 h 1114920"/>
              <a:gd name="csX5935" fmla="*/ 1025772 w 1728164"/>
              <a:gd name="csY5935" fmla="*/ 1114920 h 1114920"/>
              <a:gd name="csX5936" fmla="*/ 1025941 w 1728164"/>
              <a:gd name="csY5936" fmla="*/ 1114920 h 1114920"/>
              <a:gd name="csX5937" fmla="*/ 1026110 w 1728164"/>
              <a:gd name="csY5937" fmla="*/ 1114920 h 1114920"/>
              <a:gd name="csX5938" fmla="*/ 1026288 w 1728164"/>
              <a:gd name="csY5938" fmla="*/ 1114920 h 1114920"/>
              <a:gd name="csX5939" fmla="*/ 1026457 w 1728164"/>
              <a:gd name="csY5939" fmla="*/ 1114920 h 1114920"/>
              <a:gd name="csX5940" fmla="*/ 1026635 w 1728164"/>
              <a:gd name="csY5940" fmla="*/ 1114920 h 1114920"/>
              <a:gd name="csX5941" fmla="*/ 1026804 w 1728164"/>
              <a:gd name="csY5941" fmla="*/ 1114920 h 1114920"/>
              <a:gd name="csX5942" fmla="*/ 1026982 w 1728164"/>
              <a:gd name="csY5942" fmla="*/ 1114920 h 1114920"/>
              <a:gd name="csX5943" fmla="*/ 1027151 w 1728164"/>
              <a:gd name="csY5943" fmla="*/ 1114920 h 1114920"/>
              <a:gd name="csX5944" fmla="*/ 1027320 w 1728164"/>
              <a:gd name="csY5944" fmla="*/ 1114920 h 1114920"/>
              <a:gd name="csX5945" fmla="*/ 1027498 w 1728164"/>
              <a:gd name="csY5945" fmla="*/ 1114920 h 1114920"/>
              <a:gd name="csX5946" fmla="*/ 1027667 w 1728164"/>
              <a:gd name="csY5946" fmla="*/ 1114920 h 1114920"/>
              <a:gd name="csX5947" fmla="*/ 1027845 w 1728164"/>
              <a:gd name="csY5947" fmla="*/ 1114920 h 1114920"/>
              <a:gd name="csX5948" fmla="*/ 1028014 w 1728164"/>
              <a:gd name="csY5948" fmla="*/ 1114920 h 1114920"/>
              <a:gd name="csX5949" fmla="*/ 1028192 w 1728164"/>
              <a:gd name="csY5949" fmla="*/ 1114920 h 1114920"/>
              <a:gd name="csX5950" fmla="*/ 1028361 w 1728164"/>
              <a:gd name="csY5950" fmla="*/ 1114920 h 1114920"/>
              <a:gd name="csX5951" fmla="*/ 1028530 w 1728164"/>
              <a:gd name="csY5951" fmla="*/ 1114920 h 1114920"/>
              <a:gd name="csX5952" fmla="*/ 1028708 w 1728164"/>
              <a:gd name="csY5952" fmla="*/ 1114920 h 1114920"/>
              <a:gd name="csX5953" fmla="*/ 1028877 w 1728164"/>
              <a:gd name="csY5953" fmla="*/ 1114920 h 1114920"/>
              <a:gd name="csX5954" fmla="*/ 1029055 w 1728164"/>
              <a:gd name="csY5954" fmla="*/ 1114920 h 1114920"/>
              <a:gd name="csX5955" fmla="*/ 1029224 w 1728164"/>
              <a:gd name="csY5955" fmla="*/ 1114920 h 1114920"/>
              <a:gd name="csX5956" fmla="*/ 1029402 w 1728164"/>
              <a:gd name="csY5956" fmla="*/ 1114920 h 1114920"/>
              <a:gd name="csX5957" fmla="*/ 1029571 w 1728164"/>
              <a:gd name="csY5957" fmla="*/ 1114920 h 1114920"/>
              <a:gd name="csX5958" fmla="*/ 1029740 w 1728164"/>
              <a:gd name="csY5958" fmla="*/ 1114920 h 1114920"/>
              <a:gd name="csX5959" fmla="*/ 1029918 w 1728164"/>
              <a:gd name="csY5959" fmla="*/ 1114920 h 1114920"/>
              <a:gd name="csX5960" fmla="*/ 1030087 w 1728164"/>
              <a:gd name="csY5960" fmla="*/ 1114920 h 1114920"/>
              <a:gd name="csX5961" fmla="*/ 1030265 w 1728164"/>
              <a:gd name="csY5961" fmla="*/ 1114920 h 1114920"/>
              <a:gd name="csX5962" fmla="*/ 1030434 w 1728164"/>
              <a:gd name="csY5962" fmla="*/ 1114920 h 1114920"/>
              <a:gd name="csX5963" fmla="*/ 1030612 w 1728164"/>
              <a:gd name="csY5963" fmla="*/ 1114920 h 1114920"/>
              <a:gd name="csX5964" fmla="*/ 1030781 w 1728164"/>
              <a:gd name="csY5964" fmla="*/ 1114920 h 1114920"/>
              <a:gd name="csX5965" fmla="*/ 1030950 w 1728164"/>
              <a:gd name="csY5965" fmla="*/ 1114920 h 1114920"/>
              <a:gd name="csX5966" fmla="*/ 1031128 w 1728164"/>
              <a:gd name="csY5966" fmla="*/ 1114920 h 1114920"/>
              <a:gd name="csX5967" fmla="*/ 1031297 w 1728164"/>
              <a:gd name="csY5967" fmla="*/ 1114920 h 1114920"/>
              <a:gd name="csX5968" fmla="*/ 1031475 w 1728164"/>
              <a:gd name="csY5968" fmla="*/ 1114920 h 1114920"/>
              <a:gd name="csX5969" fmla="*/ 1031644 w 1728164"/>
              <a:gd name="csY5969" fmla="*/ 1114920 h 1114920"/>
              <a:gd name="csX5970" fmla="*/ 1031822 w 1728164"/>
              <a:gd name="csY5970" fmla="*/ 1114920 h 1114920"/>
              <a:gd name="csX5971" fmla="*/ 1031991 w 1728164"/>
              <a:gd name="csY5971" fmla="*/ 1114920 h 1114920"/>
              <a:gd name="csX5972" fmla="*/ 1032160 w 1728164"/>
              <a:gd name="csY5972" fmla="*/ 1114920 h 1114920"/>
              <a:gd name="csX5973" fmla="*/ 1032338 w 1728164"/>
              <a:gd name="csY5973" fmla="*/ 1114920 h 1114920"/>
              <a:gd name="csX5974" fmla="*/ 1032507 w 1728164"/>
              <a:gd name="csY5974" fmla="*/ 1114920 h 1114920"/>
              <a:gd name="csX5975" fmla="*/ 1032685 w 1728164"/>
              <a:gd name="csY5975" fmla="*/ 1114920 h 1114920"/>
              <a:gd name="csX5976" fmla="*/ 1032854 w 1728164"/>
              <a:gd name="csY5976" fmla="*/ 1114920 h 1114920"/>
              <a:gd name="csX5977" fmla="*/ 1033023 w 1728164"/>
              <a:gd name="csY5977" fmla="*/ 1114920 h 1114920"/>
              <a:gd name="csX5978" fmla="*/ 1033201 w 1728164"/>
              <a:gd name="csY5978" fmla="*/ 1114920 h 1114920"/>
              <a:gd name="csX5979" fmla="*/ 1033370 w 1728164"/>
              <a:gd name="csY5979" fmla="*/ 1114920 h 1114920"/>
              <a:gd name="csX5980" fmla="*/ 1033548 w 1728164"/>
              <a:gd name="csY5980" fmla="*/ 1114920 h 1114920"/>
              <a:gd name="csX5981" fmla="*/ 1033717 w 1728164"/>
              <a:gd name="csY5981" fmla="*/ 1114920 h 1114920"/>
              <a:gd name="csX5982" fmla="*/ 1033895 w 1728164"/>
              <a:gd name="csY5982" fmla="*/ 1114920 h 1114920"/>
              <a:gd name="csX5983" fmla="*/ 1034064 w 1728164"/>
              <a:gd name="csY5983" fmla="*/ 1114920 h 1114920"/>
              <a:gd name="csX5984" fmla="*/ 1034233 w 1728164"/>
              <a:gd name="csY5984" fmla="*/ 1114920 h 1114920"/>
              <a:gd name="csX5985" fmla="*/ 1034411 w 1728164"/>
              <a:gd name="csY5985" fmla="*/ 1114920 h 1114920"/>
              <a:gd name="csX5986" fmla="*/ 1034580 w 1728164"/>
              <a:gd name="csY5986" fmla="*/ 1114920 h 1114920"/>
              <a:gd name="csX5987" fmla="*/ 1034758 w 1728164"/>
              <a:gd name="csY5987" fmla="*/ 1114920 h 1114920"/>
              <a:gd name="csX5988" fmla="*/ 1034927 w 1728164"/>
              <a:gd name="csY5988" fmla="*/ 1114920 h 1114920"/>
              <a:gd name="csX5989" fmla="*/ 1035105 w 1728164"/>
              <a:gd name="csY5989" fmla="*/ 1114920 h 1114920"/>
              <a:gd name="csX5990" fmla="*/ 1035274 w 1728164"/>
              <a:gd name="csY5990" fmla="*/ 1114920 h 1114920"/>
              <a:gd name="csX5991" fmla="*/ 1035443 w 1728164"/>
              <a:gd name="csY5991" fmla="*/ 1114920 h 1114920"/>
              <a:gd name="csX5992" fmla="*/ 1035621 w 1728164"/>
              <a:gd name="csY5992" fmla="*/ 1114920 h 1114920"/>
              <a:gd name="csX5993" fmla="*/ 1035790 w 1728164"/>
              <a:gd name="csY5993" fmla="*/ 1114920 h 1114920"/>
              <a:gd name="csX5994" fmla="*/ 1035968 w 1728164"/>
              <a:gd name="csY5994" fmla="*/ 1114920 h 1114920"/>
              <a:gd name="csX5995" fmla="*/ 1036137 w 1728164"/>
              <a:gd name="csY5995" fmla="*/ 1114920 h 1114920"/>
              <a:gd name="csX5996" fmla="*/ 1036315 w 1728164"/>
              <a:gd name="csY5996" fmla="*/ 1114920 h 1114920"/>
              <a:gd name="csX5997" fmla="*/ 1036484 w 1728164"/>
              <a:gd name="csY5997" fmla="*/ 1114920 h 1114920"/>
              <a:gd name="csX5998" fmla="*/ 1036653 w 1728164"/>
              <a:gd name="csY5998" fmla="*/ 1114920 h 1114920"/>
              <a:gd name="csX5999" fmla="*/ 1036831 w 1728164"/>
              <a:gd name="csY5999" fmla="*/ 1114920 h 1114920"/>
              <a:gd name="csX6000" fmla="*/ 1037000 w 1728164"/>
              <a:gd name="csY6000" fmla="*/ 1114920 h 1114920"/>
              <a:gd name="csX6001" fmla="*/ 1037178 w 1728164"/>
              <a:gd name="csY6001" fmla="*/ 1114920 h 1114920"/>
              <a:gd name="csX6002" fmla="*/ 1037347 w 1728164"/>
              <a:gd name="csY6002" fmla="*/ 1114920 h 1114920"/>
              <a:gd name="csX6003" fmla="*/ 1037525 w 1728164"/>
              <a:gd name="csY6003" fmla="*/ 1114920 h 1114920"/>
              <a:gd name="csX6004" fmla="*/ 1037694 w 1728164"/>
              <a:gd name="csY6004" fmla="*/ 1114920 h 1114920"/>
              <a:gd name="csX6005" fmla="*/ 1037863 w 1728164"/>
              <a:gd name="csY6005" fmla="*/ 1114920 h 1114920"/>
              <a:gd name="csX6006" fmla="*/ 1038040 w 1728164"/>
              <a:gd name="csY6006" fmla="*/ 1114920 h 1114920"/>
              <a:gd name="csX6007" fmla="*/ 1038209 w 1728164"/>
              <a:gd name="csY6007" fmla="*/ 1114920 h 1114920"/>
              <a:gd name="csX6008" fmla="*/ 1038387 w 1728164"/>
              <a:gd name="csY6008" fmla="*/ 1114920 h 1114920"/>
              <a:gd name="csX6009" fmla="*/ 1038556 w 1728164"/>
              <a:gd name="csY6009" fmla="*/ 1114920 h 1114920"/>
              <a:gd name="csX6010" fmla="*/ 1038734 w 1728164"/>
              <a:gd name="csY6010" fmla="*/ 1114920 h 1114920"/>
              <a:gd name="csX6011" fmla="*/ 1038903 w 1728164"/>
              <a:gd name="csY6011" fmla="*/ 1114920 h 1114920"/>
              <a:gd name="csX6012" fmla="*/ 1039073 w 1728164"/>
              <a:gd name="csY6012" fmla="*/ 1114920 h 1114920"/>
              <a:gd name="csX6013" fmla="*/ 1039250 w 1728164"/>
              <a:gd name="csY6013" fmla="*/ 1114920 h 1114920"/>
              <a:gd name="csX6014" fmla="*/ 1039419 w 1728164"/>
              <a:gd name="csY6014" fmla="*/ 1114920 h 1114920"/>
              <a:gd name="csX6015" fmla="*/ 1039597 w 1728164"/>
              <a:gd name="csY6015" fmla="*/ 1114920 h 1114920"/>
              <a:gd name="csX6016" fmla="*/ 1039766 w 1728164"/>
              <a:gd name="csY6016" fmla="*/ 1114920 h 1114920"/>
              <a:gd name="csX6017" fmla="*/ 1039944 w 1728164"/>
              <a:gd name="csY6017" fmla="*/ 1114920 h 1114920"/>
              <a:gd name="csX6018" fmla="*/ 1040113 w 1728164"/>
              <a:gd name="csY6018" fmla="*/ 1114920 h 1114920"/>
              <a:gd name="csX6019" fmla="*/ 1040282 w 1728164"/>
              <a:gd name="csY6019" fmla="*/ 1114920 h 1114920"/>
              <a:gd name="csX6020" fmla="*/ 1040460 w 1728164"/>
              <a:gd name="csY6020" fmla="*/ 1114920 h 1114920"/>
              <a:gd name="csX6021" fmla="*/ 1040629 w 1728164"/>
              <a:gd name="csY6021" fmla="*/ 1114920 h 1114920"/>
              <a:gd name="csX6022" fmla="*/ 1040807 w 1728164"/>
              <a:gd name="csY6022" fmla="*/ 1114920 h 1114920"/>
              <a:gd name="csX6023" fmla="*/ 1040976 w 1728164"/>
              <a:gd name="csY6023" fmla="*/ 1114920 h 1114920"/>
              <a:gd name="csX6024" fmla="*/ 1041154 w 1728164"/>
              <a:gd name="csY6024" fmla="*/ 1114920 h 1114920"/>
              <a:gd name="csX6025" fmla="*/ 1041323 w 1728164"/>
              <a:gd name="csY6025" fmla="*/ 1114920 h 1114920"/>
              <a:gd name="csX6026" fmla="*/ 1041492 w 1728164"/>
              <a:gd name="csY6026" fmla="*/ 1114920 h 1114920"/>
              <a:gd name="csX6027" fmla="*/ 1041670 w 1728164"/>
              <a:gd name="csY6027" fmla="*/ 1114920 h 1114920"/>
              <a:gd name="csX6028" fmla="*/ 1041839 w 1728164"/>
              <a:gd name="csY6028" fmla="*/ 1114920 h 1114920"/>
              <a:gd name="csX6029" fmla="*/ 1042017 w 1728164"/>
              <a:gd name="csY6029" fmla="*/ 1114920 h 1114920"/>
              <a:gd name="csX6030" fmla="*/ 1042186 w 1728164"/>
              <a:gd name="csY6030" fmla="*/ 1114920 h 1114920"/>
              <a:gd name="csX6031" fmla="*/ 1042364 w 1728164"/>
              <a:gd name="csY6031" fmla="*/ 1114920 h 1114920"/>
              <a:gd name="csX6032" fmla="*/ 1042533 w 1728164"/>
              <a:gd name="csY6032" fmla="*/ 1114920 h 1114920"/>
              <a:gd name="csX6033" fmla="*/ 1042702 w 1728164"/>
              <a:gd name="csY6033" fmla="*/ 1114920 h 1114920"/>
              <a:gd name="csX6034" fmla="*/ 1042880 w 1728164"/>
              <a:gd name="csY6034" fmla="*/ 1114920 h 1114920"/>
              <a:gd name="csX6035" fmla="*/ 1043049 w 1728164"/>
              <a:gd name="csY6035" fmla="*/ 1114920 h 1114920"/>
              <a:gd name="csX6036" fmla="*/ 1043227 w 1728164"/>
              <a:gd name="csY6036" fmla="*/ 1114920 h 1114920"/>
              <a:gd name="csX6037" fmla="*/ 1043396 w 1728164"/>
              <a:gd name="csY6037" fmla="*/ 1114920 h 1114920"/>
              <a:gd name="csX6038" fmla="*/ 1043574 w 1728164"/>
              <a:gd name="csY6038" fmla="*/ 1114920 h 1114920"/>
              <a:gd name="csX6039" fmla="*/ 1043743 w 1728164"/>
              <a:gd name="csY6039" fmla="*/ 1114920 h 1114920"/>
              <a:gd name="csX6040" fmla="*/ 1043912 w 1728164"/>
              <a:gd name="csY6040" fmla="*/ 1114920 h 1114920"/>
              <a:gd name="csX6041" fmla="*/ 1044090 w 1728164"/>
              <a:gd name="csY6041" fmla="*/ 1114920 h 1114920"/>
              <a:gd name="csX6042" fmla="*/ 1044259 w 1728164"/>
              <a:gd name="csY6042" fmla="*/ 1114920 h 1114920"/>
              <a:gd name="csX6043" fmla="*/ 1044437 w 1728164"/>
              <a:gd name="csY6043" fmla="*/ 1114920 h 1114920"/>
              <a:gd name="csX6044" fmla="*/ 1044606 w 1728164"/>
              <a:gd name="csY6044" fmla="*/ 1114920 h 1114920"/>
              <a:gd name="csX6045" fmla="*/ 1044784 w 1728164"/>
              <a:gd name="csY6045" fmla="*/ 1114920 h 1114920"/>
              <a:gd name="csX6046" fmla="*/ 1044953 w 1728164"/>
              <a:gd name="csY6046" fmla="*/ 1114920 h 1114920"/>
              <a:gd name="csX6047" fmla="*/ 1045122 w 1728164"/>
              <a:gd name="csY6047" fmla="*/ 1114920 h 1114920"/>
              <a:gd name="csX6048" fmla="*/ 1045300 w 1728164"/>
              <a:gd name="csY6048" fmla="*/ 1114920 h 1114920"/>
              <a:gd name="csX6049" fmla="*/ 1045469 w 1728164"/>
              <a:gd name="csY6049" fmla="*/ 1114920 h 1114920"/>
              <a:gd name="csX6050" fmla="*/ 1045647 w 1728164"/>
              <a:gd name="csY6050" fmla="*/ 1114920 h 1114920"/>
              <a:gd name="csX6051" fmla="*/ 1045816 w 1728164"/>
              <a:gd name="csY6051" fmla="*/ 1114920 h 1114920"/>
              <a:gd name="csX6052" fmla="*/ 1045994 w 1728164"/>
              <a:gd name="csY6052" fmla="*/ 1114920 h 1114920"/>
              <a:gd name="csX6053" fmla="*/ 1046163 w 1728164"/>
              <a:gd name="csY6053" fmla="*/ 1114920 h 1114920"/>
              <a:gd name="csX6054" fmla="*/ 1046332 w 1728164"/>
              <a:gd name="csY6054" fmla="*/ 1114920 h 1114920"/>
              <a:gd name="csX6055" fmla="*/ 1046510 w 1728164"/>
              <a:gd name="csY6055" fmla="*/ 1114920 h 1114920"/>
              <a:gd name="csX6056" fmla="*/ 1046679 w 1728164"/>
              <a:gd name="csY6056" fmla="*/ 1114920 h 1114920"/>
              <a:gd name="csX6057" fmla="*/ 1046857 w 1728164"/>
              <a:gd name="csY6057" fmla="*/ 1114920 h 1114920"/>
              <a:gd name="csX6058" fmla="*/ 1047026 w 1728164"/>
              <a:gd name="csY6058" fmla="*/ 1114920 h 1114920"/>
              <a:gd name="csX6059" fmla="*/ 1047204 w 1728164"/>
              <a:gd name="csY6059" fmla="*/ 1114920 h 1114920"/>
              <a:gd name="csX6060" fmla="*/ 1047373 w 1728164"/>
              <a:gd name="csY6060" fmla="*/ 1114920 h 1114920"/>
              <a:gd name="csX6061" fmla="*/ 1047542 w 1728164"/>
              <a:gd name="csY6061" fmla="*/ 1114920 h 1114920"/>
              <a:gd name="csX6062" fmla="*/ 1047720 w 1728164"/>
              <a:gd name="csY6062" fmla="*/ 1114920 h 1114920"/>
              <a:gd name="csX6063" fmla="*/ 1047889 w 1728164"/>
              <a:gd name="csY6063" fmla="*/ 1114920 h 1114920"/>
              <a:gd name="csX6064" fmla="*/ 1048067 w 1728164"/>
              <a:gd name="csY6064" fmla="*/ 1114920 h 1114920"/>
              <a:gd name="csX6065" fmla="*/ 1048236 w 1728164"/>
              <a:gd name="csY6065" fmla="*/ 1114920 h 1114920"/>
              <a:gd name="csX6066" fmla="*/ 1048414 w 1728164"/>
              <a:gd name="csY6066" fmla="*/ 1114920 h 1114920"/>
              <a:gd name="csX6067" fmla="*/ 1048583 w 1728164"/>
              <a:gd name="csY6067" fmla="*/ 1114920 h 1114920"/>
              <a:gd name="csX6068" fmla="*/ 1048752 w 1728164"/>
              <a:gd name="csY6068" fmla="*/ 1114920 h 1114920"/>
              <a:gd name="csX6069" fmla="*/ 1048930 w 1728164"/>
              <a:gd name="csY6069" fmla="*/ 1114920 h 1114920"/>
              <a:gd name="csX6070" fmla="*/ 1049099 w 1728164"/>
              <a:gd name="csY6070" fmla="*/ 1114920 h 1114920"/>
              <a:gd name="csX6071" fmla="*/ 1049277 w 1728164"/>
              <a:gd name="csY6071" fmla="*/ 1114920 h 1114920"/>
              <a:gd name="csX6072" fmla="*/ 1049446 w 1728164"/>
              <a:gd name="csY6072" fmla="*/ 1114920 h 1114920"/>
              <a:gd name="csX6073" fmla="*/ 1049624 w 1728164"/>
              <a:gd name="csY6073" fmla="*/ 1114920 h 1114920"/>
              <a:gd name="csX6074" fmla="*/ 1049793 w 1728164"/>
              <a:gd name="csY6074" fmla="*/ 1114920 h 1114920"/>
              <a:gd name="csX6075" fmla="*/ 1049962 w 1728164"/>
              <a:gd name="csY6075" fmla="*/ 1114920 h 1114920"/>
              <a:gd name="csX6076" fmla="*/ 1050140 w 1728164"/>
              <a:gd name="csY6076" fmla="*/ 1114920 h 1114920"/>
              <a:gd name="csX6077" fmla="*/ 1050309 w 1728164"/>
              <a:gd name="csY6077" fmla="*/ 1114920 h 1114920"/>
              <a:gd name="csX6078" fmla="*/ 1050487 w 1728164"/>
              <a:gd name="csY6078" fmla="*/ 1114920 h 1114920"/>
              <a:gd name="csX6079" fmla="*/ 1050656 w 1728164"/>
              <a:gd name="csY6079" fmla="*/ 1114920 h 1114920"/>
              <a:gd name="csX6080" fmla="*/ 1050834 w 1728164"/>
              <a:gd name="csY6080" fmla="*/ 1114920 h 1114920"/>
              <a:gd name="csX6081" fmla="*/ 1051003 w 1728164"/>
              <a:gd name="csY6081" fmla="*/ 1114920 h 1114920"/>
              <a:gd name="csX6082" fmla="*/ 1051172 w 1728164"/>
              <a:gd name="csY6082" fmla="*/ 1114920 h 1114920"/>
              <a:gd name="csX6083" fmla="*/ 1051350 w 1728164"/>
              <a:gd name="csY6083" fmla="*/ 1114920 h 1114920"/>
              <a:gd name="csX6084" fmla="*/ 1051519 w 1728164"/>
              <a:gd name="csY6084" fmla="*/ 1114920 h 1114920"/>
              <a:gd name="csX6085" fmla="*/ 1051697 w 1728164"/>
              <a:gd name="csY6085" fmla="*/ 1114920 h 1114920"/>
              <a:gd name="csX6086" fmla="*/ 1051866 w 1728164"/>
              <a:gd name="csY6086" fmla="*/ 1114920 h 1114920"/>
              <a:gd name="csX6087" fmla="*/ 1052035 w 1728164"/>
              <a:gd name="csY6087" fmla="*/ 1114920 h 1114920"/>
              <a:gd name="csX6088" fmla="*/ 1052213 w 1728164"/>
              <a:gd name="csY6088" fmla="*/ 1114920 h 1114920"/>
              <a:gd name="csX6089" fmla="*/ 1052382 w 1728164"/>
              <a:gd name="csY6089" fmla="*/ 1114920 h 1114920"/>
              <a:gd name="csX6090" fmla="*/ 1052559 w 1728164"/>
              <a:gd name="csY6090" fmla="*/ 1114920 h 1114920"/>
              <a:gd name="csX6091" fmla="*/ 1052729 w 1728164"/>
              <a:gd name="csY6091" fmla="*/ 1114920 h 1114920"/>
              <a:gd name="csX6092" fmla="*/ 1052906 w 1728164"/>
              <a:gd name="csY6092" fmla="*/ 1114920 h 1114920"/>
              <a:gd name="csX6093" fmla="*/ 1053076 w 1728164"/>
              <a:gd name="csY6093" fmla="*/ 1114920 h 1114920"/>
              <a:gd name="csX6094" fmla="*/ 1053245 w 1728164"/>
              <a:gd name="csY6094" fmla="*/ 1114920 h 1114920"/>
              <a:gd name="csX6095" fmla="*/ 1053423 w 1728164"/>
              <a:gd name="csY6095" fmla="*/ 1114920 h 1114920"/>
              <a:gd name="csX6096" fmla="*/ 1053592 w 1728164"/>
              <a:gd name="csY6096" fmla="*/ 1114920 h 1114920"/>
              <a:gd name="csX6097" fmla="*/ 1053769 w 1728164"/>
              <a:gd name="csY6097" fmla="*/ 1114920 h 1114920"/>
              <a:gd name="csX6098" fmla="*/ 1053938 w 1728164"/>
              <a:gd name="csY6098" fmla="*/ 1114920 h 1114920"/>
              <a:gd name="csX6099" fmla="*/ 1054116 w 1728164"/>
              <a:gd name="csY6099" fmla="*/ 1114920 h 1114920"/>
              <a:gd name="csX6100" fmla="*/ 1054285 w 1728164"/>
              <a:gd name="csY6100" fmla="*/ 1114920 h 1114920"/>
              <a:gd name="csX6101" fmla="*/ 1054454 w 1728164"/>
              <a:gd name="csY6101" fmla="*/ 1114920 h 1114920"/>
              <a:gd name="csX6102" fmla="*/ 1054632 w 1728164"/>
              <a:gd name="csY6102" fmla="*/ 1114920 h 1114920"/>
              <a:gd name="csX6103" fmla="*/ 1054801 w 1728164"/>
              <a:gd name="csY6103" fmla="*/ 1114920 h 1114920"/>
              <a:gd name="csX6104" fmla="*/ 1054979 w 1728164"/>
              <a:gd name="csY6104" fmla="*/ 1114920 h 1114920"/>
              <a:gd name="csX6105" fmla="*/ 1055148 w 1728164"/>
              <a:gd name="csY6105" fmla="*/ 1114920 h 1114920"/>
              <a:gd name="csX6106" fmla="*/ 1055326 w 1728164"/>
              <a:gd name="csY6106" fmla="*/ 1114920 h 1114920"/>
              <a:gd name="csX6107" fmla="*/ 1055495 w 1728164"/>
              <a:gd name="csY6107" fmla="*/ 1114920 h 1114920"/>
              <a:gd name="csX6108" fmla="*/ 1055664 w 1728164"/>
              <a:gd name="csY6108" fmla="*/ 1114920 h 1114920"/>
              <a:gd name="csX6109" fmla="*/ 1055842 w 1728164"/>
              <a:gd name="csY6109" fmla="*/ 1114920 h 1114920"/>
              <a:gd name="csX6110" fmla="*/ 1056011 w 1728164"/>
              <a:gd name="csY6110" fmla="*/ 1114920 h 1114920"/>
              <a:gd name="csX6111" fmla="*/ 1056189 w 1728164"/>
              <a:gd name="csY6111" fmla="*/ 1114920 h 1114920"/>
              <a:gd name="csX6112" fmla="*/ 1056358 w 1728164"/>
              <a:gd name="csY6112" fmla="*/ 1114920 h 1114920"/>
              <a:gd name="csX6113" fmla="*/ 1056536 w 1728164"/>
              <a:gd name="csY6113" fmla="*/ 1114920 h 1114920"/>
              <a:gd name="csX6114" fmla="*/ 1056705 w 1728164"/>
              <a:gd name="csY6114" fmla="*/ 1114920 h 1114920"/>
              <a:gd name="csX6115" fmla="*/ 1056874 w 1728164"/>
              <a:gd name="csY6115" fmla="*/ 1114920 h 1114920"/>
              <a:gd name="csX6116" fmla="*/ 1057052 w 1728164"/>
              <a:gd name="csY6116" fmla="*/ 1114920 h 1114920"/>
              <a:gd name="csX6117" fmla="*/ 1057221 w 1728164"/>
              <a:gd name="csY6117" fmla="*/ 1114920 h 1114920"/>
              <a:gd name="csX6118" fmla="*/ 1057399 w 1728164"/>
              <a:gd name="csY6118" fmla="*/ 1114920 h 1114920"/>
              <a:gd name="csX6119" fmla="*/ 1057568 w 1728164"/>
              <a:gd name="csY6119" fmla="*/ 1114920 h 1114920"/>
              <a:gd name="csX6120" fmla="*/ 1057746 w 1728164"/>
              <a:gd name="csY6120" fmla="*/ 1114920 h 1114920"/>
              <a:gd name="csX6121" fmla="*/ 1057915 w 1728164"/>
              <a:gd name="csY6121" fmla="*/ 1114920 h 1114920"/>
              <a:gd name="csX6122" fmla="*/ 1058084 w 1728164"/>
              <a:gd name="csY6122" fmla="*/ 1114920 h 1114920"/>
              <a:gd name="csX6123" fmla="*/ 1058262 w 1728164"/>
              <a:gd name="csY6123" fmla="*/ 1114920 h 1114920"/>
              <a:gd name="csX6124" fmla="*/ 1058431 w 1728164"/>
              <a:gd name="csY6124" fmla="*/ 1114920 h 1114920"/>
              <a:gd name="csX6125" fmla="*/ 1058609 w 1728164"/>
              <a:gd name="csY6125" fmla="*/ 1114920 h 1114920"/>
              <a:gd name="csX6126" fmla="*/ 1058778 w 1728164"/>
              <a:gd name="csY6126" fmla="*/ 1114920 h 1114920"/>
              <a:gd name="csX6127" fmla="*/ 1058956 w 1728164"/>
              <a:gd name="csY6127" fmla="*/ 1114920 h 1114920"/>
              <a:gd name="csX6128" fmla="*/ 1059125 w 1728164"/>
              <a:gd name="csY6128" fmla="*/ 1114920 h 1114920"/>
              <a:gd name="csX6129" fmla="*/ 1059294 w 1728164"/>
              <a:gd name="csY6129" fmla="*/ 1114920 h 1114920"/>
              <a:gd name="csX6130" fmla="*/ 1059472 w 1728164"/>
              <a:gd name="csY6130" fmla="*/ 1114920 h 1114920"/>
              <a:gd name="csX6131" fmla="*/ 1059641 w 1728164"/>
              <a:gd name="csY6131" fmla="*/ 1114920 h 1114920"/>
              <a:gd name="csX6132" fmla="*/ 1059819 w 1728164"/>
              <a:gd name="csY6132" fmla="*/ 1114920 h 1114920"/>
              <a:gd name="csX6133" fmla="*/ 1059988 w 1728164"/>
              <a:gd name="csY6133" fmla="*/ 1114920 h 1114920"/>
              <a:gd name="csX6134" fmla="*/ 1060166 w 1728164"/>
              <a:gd name="csY6134" fmla="*/ 1114920 h 1114920"/>
              <a:gd name="csX6135" fmla="*/ 1060335 w 1728164"/>
              <a:gd name="csY6135" fmla="*/ 1114920 h 1114920"/>
              <a:gd name="csX6136" fmla="*/ 1060504 w 1728164"/>
              <a:gd name="csY6136" fmla="*/ 1114920 h 1114920"/>
              <a:gd name="csX6137" fmla="*/ 1060682 w 1728164"/>
              <a:gd name="csY6137" fmla="*/ 1114920 h 1114920"/>
              <a:gd name="csX6138" fmla="*/ 1060851 w 1728164"/>
              <a:gd name="csY6138" fmla="*/ 1114920 h 1114920"/>
              <a:gd name="csX6139" fmla="*/ 1061029 w 1728164"/>
              <a:gd name="csY6139" fmla="*/ 1114920 h 1114920"/>
              <a:gd name="csX6140" fmla="*/ 1061198 w 1728164"/>
              <a:gd name="csY6140" fmla="*/ 1114920 h 1114920"/>
              <a:gd name="csX6141" fmla="*/ 1061376 w 1728164"/>
              <a:gd name="csY6141" fmla="*/ 1114920 h 1114920"/>
              <a:gd name="csX6142" fmla="*/ 1061545 w 1728164"/>
              <a:gd name="csY6142" fmla="*/ 1114920 h 1114920"/>
              <a:gd name="csX6143" fmla="*/ 1061714 w 1728164"/>
              <a:gd name="csY6143" fmla="*/ 1114920 h 1114920"/>
              <a:gd name="csX6144" fmla="*/ 1061892 w 1728164"/>
              <a:gd name="csY6144" fmla="*/ 1114920 h 1114920"/>
              <a:gd name="csX6145" fmla="*/ 1062061 w 1728164"/>
              <a:gd name="csY6145" fmla="*/ 1114920 h 1114920"/>
              <a:gd name="csX6146" fmla="*/ 1062239 w 1728164"/>
              <a:gd name="csY6146" fmla="*/ 1114920 h 1114920"/>
              <a:gd name="csX6147" fmla="*/ 1062408 w 1728164"/>
              <a:gd name="csY6147" fmla="*/ 1114920 h 1114920"/>
              <a:gd name="csX6148" fmla="*/ 1062586 w 1728164"/>
              <a:gd name="csY6148" fmla="*/ 1114920 h 1114920"/>
              <a:gd name="csX6149" fmla="*/ 1062755 w 1728164"/>
              <a:gd name="csY6149" fmla="*/ 1114920 h 1114920"/>
              <a:gd name="csX6150" fmla="*/ 1062924 w 1728164"/>
              <a:gd name="csY6150" fmla="*/ 1114920 h 1114920"/>
              <a:gd name="csX6151" fmla="*/ 1063102 w 1728164"/>
              <a:gd name="csY6151" fmla="*/ 1114920 h 1114920"/>
              <a:gd name="csX6152" fmla="*/ 1063271 w 1728164"/>
              <a:gd name="csY6152" fmla="*/ 1114920 h 1114920"/>
              <a:gd name="csX6153" fmla="*/ 1063449 w 1728164"/>
              <a:gd name="csY6153" fmla="*/ 1114920 h 1114920"/>
              <a:gd name="csX6154" fmla="*/ 1063618 w 1728164"/>
              <a:gd name="csY6154" fmla="*/ 1114920 h 1114920"/>
              <a:gd name="csX6155" fmla="*/ 1063796 w 1728164"/>
              <a:gd name="csY6155" fmla="*/ 1114920 h 1114920"/>
              <a:gd name="csX6156" fmla="*/ 1063965 w 1728164"/>
              <a:gd name="csY6156" fmla="*/ 1114920 h 1114920"/>
              <a:gd name="csX6157" fmla="*/ 1064134 w 1728164"/>
              <a:gd name="csY6157" fmla="*/ 1114920 h 1114920"/>
              <a:gd name="csX6158" fmla="*/ 1064312 w 1728164"/>
              <a:gd name="csY6158" fmla="*/ 1114920 h 1114920"/>
              <a:gd name="csX6159" fmla="*/ 1064481 w 1728164"/>
              <a:gd name="csY6159" fmla="*/ 1114920 h 1114920"/>
              <a:gd name="csX6160" fmla="*/ 1064659 w 1728164"/>
              <a:gd name="csY6160" fmla="*/ 1114920 h 1114920"/>
              <a:gd name="csX6161" fmla="*/ 1064828 w 1728164"/>
              <a:gd name="csY6161" fmla="*/ 1114920 h 1114920"/>
              <a:gd name="csX6162" fmla="*/ 1065006 w 1728164"/>
              <a:gd name="csY6162" fmla="*/ 1114920 h 1114920"/>
              <a:gd name="csX6163" fmla="*/ 1065175 w 1728164"/>
              <a:gd name="csY6163" fmla="*/ 1114920 h 1114920"/>
              <a:gd name="csX6164" fmla="*/ 1065344 w 1728164"/>
              <a:gd name="csY6164" fmla="*/ 1114920 h 1114920"/>
              <a:gd name="csX6165" fmla="*/ 1065522 w 1728164"/>
              <a:gd name="csY6165" fmla="*/ 1114920 h 1114920"/>
              <a:gd name="csX6166" fmla="*/ 1065691 w 1728164"/>
              <a:gd name="csY6166" fmla="*/ 1114920 h 1114920"/>
              <a:gd name="csX6167" fmla="*/ 1065869 w 1728164"/>
              <a:gd name="csY6167" fmla="*/ 1114920 h 1114920"/>
              <a:gd name="csX6168" fmla="*/ 1066038 w 1728164"/>
              <a:gd name="csY6168" fmla="*/ 1114920 h 1114920"/>
              <a:gd name="csX6169" fmla="*/ 1066216 w 1728164"/>
              <a:gd name="csY6169" fmla="*/ 1114920 h 1114920"/>
              <a:gd name="csX6170" fmla="*/ 1066385 w 1728164"/>
              <a:gd name="csY6170" fmla="*/ 1114920 h 1114920"/>
              <a:gd name="csX6171" fmla="*/ 1066554 w 1728164"/>
              <a:gd name="csY6171" fmla="*/ 1114920 h 1114920"/>
              <a:gd name="csX6172" fmla="*/ 1066732 w 1728164"/>
              <a:gd name="csY6172" fmla="*/ 1114920 h 1114920"/>
              <a:gd name="csX6173" fmla="*/ 1066901 w 1728164"/>
              <a:gd name="csY6173" fmla="*/ 1114920 h 1114920"/>
              <a:gd name="csX6174" fmla="*/ 1067079 w 1728164"/>
              <a:gd name="csY6174" fmla="*/ 1114920 h 1114920"/>
              <a:gd name="csX6175" fmla="*/ 1067248 w 1728164"/>
              <a:gd name="csY6175" fmla="*/ 1114920 h 1114920"/>
              <a:gd name="csX6176" fmla="*/ 1067426 w 1728164"/>
              <a:gd name="csY6176" fmla="*/ 1114920 h 1114920"/>
              <a:gd name="csX6177" fmla="*/ 1067595 w 1728164"/>
              <a:gd name="csY6177" fmla="*/ 1114920 h 1114920"/>
              <a:gd name="csX6178" fmla="*/ 1067764 w 1728164"/>
              <a:gd name="csY6178" fmla="*/ 1114920 h 1114920"/>
              <a:gd name="csX6179" fmla="*/ 1067941 w 1728164"/>
              <a:gd name="csY6179" fmla="*/ 1114920 h 1114920"/>
              <a:gd name="csX6180" fmla="*/ 1068111 w 1728164"/>
              <a:gd name="csY6180" fmla="*/ 1114920 h 1114920"/>
              <a:gd name="csX6181" fmla="*/ 1068288 w 1728164"/>
              <a:gd name="csY6181" fmla="*/ 1114920 h 1114920"/>
              <a:gd name="csX6182" fmla="*/ 1068457 w 1728164"/>
              <a:gd name="csY6182" fmla="*/ 1114920 h 1114920"/>
              <a:gd name="csX6183" fmla="*/ 1068635 w 1728164"/>
              <a:gd name="csY6183" fmla="*/ 1114920 h 1114920"/>
              <a:gd name="csX6184" fmla="*/ 1068804 w 1728164"/>
              <a:gd name="csY6184" fmla="*/ 1114920 h 1114920"/>
              <a:gd name="csX6185" fmla="*/ 1068973 w 1728164"/>
              <a:gd name="csY6185" fmla="*/ 1114920 h 1114920"/>
              <a:gd name="csX6186" fmla="*/ 1069151 w 1728164"/>
              <a:gd name="csY6186" fmla="*/ 1114920 h 1114920"/>
              <a:gd name="csX6187" fmla="*/ 1069320 w 1728164"/>
              <a:gd name="csY6187" fmla="*/ 1114920 h 1114920"/>
              <a:gd name="csX6188" fmla="*/ 1069498 w 1728164"/>
              <a:gd name="csY6188" fmla="*/ 1114920 h 1114920"/>
              <a:gd name="csX6189" fmla="*/ 1069667 w 1728164"/>
              <a:gd name="csY6189" fmla="*/ 1114920 h 1114920"/>
              <a:gd name="csX6190" fmla="*/ 1069845 w 1728164"/>
              <a:gd name="csY6190" fmla="*/ 1114920 h 1114920"/>
              <a:gd name="csX6191" fmla="*/ 1070014 w 1728164"/>
              <a:gd name="csY6191" fmla="*/ 1114920 h 1114920"/>
              <a:gd name="csX6192" fmla="*/ 1070183 w 1728164"/>
              <a:gd name="csY6192" fmla="*/ 1114920 h 1114920"/>
              <a:gd name="csX6193" fmla="*/ 1070361 w 1728164"/>
              <a:gd name="csY6193" fmla="*/ 1114920 h 1114920"/>
              <a:gd name="csX6194" fmla="*/ 1070530 w 1728164"/>
              <a:gd name="csY6194" fmla="*/ 1114920 h 1114920"/>
              <a:gd name="csX6195" fmla="*/ 1070708 w 1728164"/>
              <a:gd name="csY6195" fmla="*/ 1114920 h 1114920"/>
              <a:gd name="csX6196" fmla="*/ 1070877 w 1728164"/>
              <a:gd name="csY6196" fmla="*/ 1114920 h 1114920"/>
              <a:gd name="csX6197" fmla="*/ 1071046 w 1728164"/>
              <a:gd name="csY6197" fmla="*/ 1114920 h 1114920"/>
              <a:gd name="csX6198" fmla="*/ 1071224 w 1728164"/>
              <a:gd name="csY6198" fmla="*/ 1114920 h 1114920"/>
              <a:gd name="csX6199" fmla="*/ 1071393 w 1728164"/>
              <a:gd name="csY6199" fmla="*/ 1114920 h 1114920"/>
              <a:gd name="csX6200" fmla="*/ 1071571 w 1728164"/>
              <a:gd name="csY6200" fmla="*/ 1114920 h 1114920"/>
              <a:gd name="csX6201" fmla="*/ 1071740 w 1728164"/>
              <a:gd name="csY6201" fmla="*/ 1114920 h 1114920"/>
              <a:gd name="csX6202" fmla="*/ 1071918 w 1728164"/>
              <a:gd name="csY6202" fmla="*/ 1114920 h 1114920"/>
              <a:gd name="csX6203" fmla="*/ 1072087 w 1728164"/>
              <a:gd name="csY6203" fmla="*/ 1114920 h 1114920"/>
              <a:gd name="csX6204" fmla="*/ 1072256 w 1728164"/>
              <a:gd name="csY6204" fmla="*/ 1114920 h 1114920"/>
              <a:gd name="csX6205" fmla="*/ 1072434 w 1728164"/>
              <a:gd name="csY6205" fmla="*/ 1114920 h 1114920"/>
              <a:gd name="csX6206" fmla="*/ 1072603 w 1728164"/>
              <a:gd name="csY6206" fmla="*/ 1114920 h 1114920"/>
              <a:gd name="csX6207" fmla="*/ 1072781 w 1728164"/>
              <a:gd name="csY6207" fmla="*/ 1114920 h 1114920"/>
              <a:gd name="csX6208" fmla="*/ 1072950 w 1728164"/>
              <a:gd name="csY6208" fmla="*/ 1114920 h 1114920"/>
              <a:gd name="csX6209" fmla="*/ 1073128 w 1728164"/>
              <a:gd name="csY6209" fmla="*/ 1114920 h 1114920"/>
              <a:gd name="csX6210" fmla="*/ 1073297 w 1728164"/>
              <a:gd name="csY6210" fmla="*/ 1114920 h 1114920"/>
              <a:gd name="csX6211" fmla="*/ 1073466 w 1728164"/>
              <a:gd name="csY6211" fmla="*/ 1114920 h 1114920"/>
              <a:gd name="csX6212" fmla="*/ 1073644 w 1728164"/>
              <a:gd name="csY6212" fmla="*/ 1114920 h 1114920"/>
              <a:gd name="csX6213" fmla="*/ 1073813 w 1728164"/>
              <a:gd name="csY6213" fmla="*/ 1114920 h 1114920"/>
              <a:gd name="csX6214" fmla="*/ 1073991 w 1728164"/>
              <a:gd name="csY6214" fmla="*/ 1114920 h 1114920"/>
              <a:gd name="csX6215" fmla="*/ 1074160 w 1728164"/>
              <a:gd name="csY6215" fmla="*/ 1114920 h 1114920"/>
              <a:gd name="csX6216" fmla="*/ 1074338 w 1728164"/>
              <a:gd name="csY6216" fmla="*/ 1114920 h 1114920"/>
              <a:gd name="csX6217" fmla="*/ 1074507 w 1728164"/>
              <a:gd name="csY6217" fmla="*/ 1114920 h 1114920"/>
              <a:gd name="csX6218" fmla="*/ 1074676 w 1728164"/>
              <a:gd name="csY6218" fmla="*/ 1114920 h 1114920"/>
              <a:gd name="csX6219" fmla="*/ 1074854 w 1728164"/>
              <a:gd name="csY6219" fmla="*/ 1114920 h 1114920"/>
              <a:gd name="csX6220" fmla="*/ 1075023 w 1728164"/>
              <a:gd name="csY6220" fmla="*/ 1114920 h 1114920"/>
              <a:gd name="csX6221" fmla="*/ 1075201 w 1728164"/>
              <a:gd name="csY6221" fmla="*/ 1114920 h 1114920"/>
              <a:gd name="csX6222" fmla="*/ 1075370 w 1728164"/>
              <a:gd name="csY6222" fmla="*/ 1114920 h 1114920"/>
              <a:gd name="csX6223" fmla="*/ 1075548 w 1728164"/>
              <a:gd name="csY6223" fmla="*/ 1114920 h 1114920"/>
              <a:gd name="csX6224" fmla="*/ 1075717 w 1728164"/>
              <a:gd name="csY6224" fmla="*/ 1114920 h 1114920"/>
              <a:gd name="csX6225" fmla="*/ 1075886 w 1728164"/>
              <a:gd name="csY6225" fmla="*/ 1114920 h 1114920"/>
              <a:gd name="csX6226" fmla="*/ 1076064 w 1728164"/>
              <a:gd name="csY6226" fmla="*/ 1114920 h 1114920"/>
              <a:gd name="csX6227" fmla="*/ 1076233 w 1728164"/>
              <a:gd name="csY6227" fmla="*/ 1114920 h 1114920"/>
              <a:gd name="csX6228" fmla="*/ 1076411 w 1728164"/>
              <a:gd name="csY6228" fmla="*/ 1114920 h 1114920"/>
              <a:gd name="csX6229" fmla="*/ 1076580 w 1728164"/>
              <a:gd name="csY6229" fmla="*/ 1114920 h 1114920"/>
              <a:gd name="csX6230" fmla="*/ 1076758 w 1728164"/>
              <a:gd name="csY6230" fmla="*/ 1114920 h 1114920"/>
              <a:gd name="csX6231" fmla="*/ 1076927 w 1728164"/>
              <a:gd name="csY6231" fmla="*/ 1114920 h 1114920"/>
              <a:gd name="csX6232" fmla="*/ 1077096 w 1728164"/>
              <a:gd name="csY6232" fmla="*/ 1114920 h 1114920"/>
              <a:gd name="csX6233" fmla="*/ 1077274 w 1728164"/>
              <a:gd name="csY6233" fmla="*/ 1114920 h 1114920"/>
              <a:gd name="csX6234" fmla="*/ 1077443 w 1728164"/>
              <a:gd name="csY6234" fmla="*/ 1114920 h 1114920"/>
              <a:gd name="csX6235" fmla="*/ 1077621 w 1728164"/>
              <a:gd name="csY6235" fmla="*/ 1114920 h 1114920"/>
              <a:gd name="csX6236" fmla="*/ 1077790 w 1728164"/>
              <a:gd name="csY6236" fmla="*/ 1114920 h 1114920"/>
              <a:gd name="csX6237" fmla="*/ 1077968 w 1728164"/>
              <a:gd name="csY6237" fmla="*/ 1114920 h 1114920"/>
              <a:gd name="csX6238" fmla="*/ 1078137 w 1728164"/>
              <a:gd name="csY6238" fmla="*/ 1114920 h 1114920"/>
              <a:gd name="csX6239" fmla="*/ 1078306 w 1728164"/>
              <a:gd name="csY6239" fmla="*/ 1114920 h 1114920"/>
              <a:gd name="csX6240" fmla="*/ 1078484 w 1728164"/>
              <a:gd name="csY6240" fmla="*/ 1114920 h 1114920"/>
              <a:gd name="csX6241" fmla="*/ 1078653 w 1728164"/>
              <a:gd name="csY6241" fmla="*/ 1114920 h 1114920"/>
              <a:gd name="csX6242" fmla="*/ 1078831 w 1728164"/>
              <a:gd name="csY6242" fmla="*/ 1114920 h 1114920"/>
              <a:gd name="csX6243" fmla="*/ 1079000 w 1728164"/>
              <a:gd name="csY6243" fmla="*/ 1114920 h 1114920"/>
              <a:gd name="csX6244" fmla="*/ 1079178 w 1728164"/>
              <a:gd name="csY6244" fmla="*/ 1114920 h 1114920"/>
              <a:gd name="csX6245" fmla="*/ 1079347 w 1728164"/>
              <a:gd name="csY6245" fmla="*/ 1114920 h 1114920"/>
              <a:gd name="csX6246" fmla="*/ 1079516 w 1728164"/>
              <a:gd name="csY6246" fmla="*/ 1114920 h 1114920"/>
              <a:gd name="csX6247" fmla="*/ 1079694 w 1728164"/>
              <a:gd name="csY6247" fmla="*/ 1114920 h 1114920"/>
              <a:gd name="csX6248" fmla="*/ 1079863 w 1728164"/>
              <a:gd name="csY6248" fmla="*/ 1114920 h 1114920"/>
              <a:gd name="csX6249" fmla="*/ 1080041 w 1728164"/>
              <a:gd name="csY6249" fmla="*/ 1114920 h 1114920"/>
              <a:gd name="csX6250" fmla="*/ 1080210 w 1728164"/>
              <a:gd name="csY6250" fmla="*/ 1114920 h 1114920"/>
              <a:gd name="csX6251" fmla="*/ 1080388 w 1728164"/>
              <a:gd name="csY6251" fmla="*/ 1114920 h 1114920"/>
              <a:gd name="csX6252" fmla="*/ 1080557 w 1728164"/>
              <a:gd name="csY6252" fmla="*/ 1114920 h 1114920"/>
              <a:gd name="csX6253" fmla="*/ 1080726 w 1728164"/>
              <a:gd name="csY6253" fmla="*/ 1114920 h 1114920"/>
              <a:gd name="csX6254" fmla="*/ 1080904 w 1728164"/>
              <a:gd name="csY6254" fmla="*/ 1114920 h 1114920"/>
              <a:gd name="csX6255" fmla="*/ 1081073 w 1728164"/>
              <a:gd name="csY6255" fmla="*/ 1114920 h 1114920"/>
              <a:gd name="csX6256" fmla="*/ 1081251 w 1728164"/>
              <a:gd name="csY6256" fmla="*/ 1114920 h 1114920"/>
              <a:gd name="csX6257" fmla="*/ 1081420 w 1728164"/>
              <a:gd name="csY6257" fmla="*/ 1114920 h 1114920"/>
              <a:gd name="csX6258" fmla="*/ 1081598 w 1728164"/>
              <a:gd name="csY6258" fmla="*/ 1114920 h 1114920"/>
              <a:gd name="csX6259" fmla="*/ 1081767 w 1728164"/>
              <a:gd name="csY6259" fmla="*/ 1114920 h 1114920"/>
              <a:gd name="csX6260" fmla="*/ 1081936 w 1728164"/>
              <a:gd name="csY6260" fmla="*/ 1114920 h 1114920"/>
              <a:gd name="csX6261" fmla="*/ 1082114 w 1728164"/>
              <a:gd name="csY6261" fmla="*/ 1114920 h 1114920"/>
              <a:gd name="csX6262" fmla="*/ 1082283 w 1728164"/>
              <a:gd name="csY6262" fmla="*/ 1114920 h 1114920"/>
              <a:gd name="csX6263" fmla="*/ 1082461 w 1728164"/>
              <a:gd name="csY6263" fmla="*/ 1114920 h 1114920"/>
              <a:gd name="csX6264" fmla="*/ 1082630 w 1728164"/>
              <a:gd name="csY6264" fmla="*/ 1114920 h 1114920"/>
              <a:gd name="csX6265" fmla="*/ 1082807 w 1728164"/>
              <a:gd name="csY6265" fmla="*/ 1114920 h 1114920"/>
              <a:gd name="csX6266" fmla="*/ 1082977 w 1728164"/>
              <a:gd name="csY6266" fmla="*/ 1114920 h 1114920"/>
              <a:gd name="csX6267" fmla="*/ 1083145 w 1728164"/>
              <a:gd name="csY6267" fmla="*/ 1114920 h 1114920"/>
              <a:gd name="csX6268" fmla="*/ 1083323 w 1728164"/>
              <a:gd name="csY6268" fmla="*/ 1114920 h 1114920"/>
              <a:gd name="csX6269" fmla="*/ 1083492 w 1728164"/>
              <a:gd name="csY6269" fmla="*/ 1114920 h 1114920"/>
              <a:gd name="csX6270" fmla="*/ 1083670 w 1728164"/>
              <a:gd name="csY6270" fmla="*/ 1114920 h 1114920"/>
              <a:gd name="csX6271" fmla="*/ 1083839 w 1728164"/>
              <a:gd name="csY6271" fmla="*/ 1114920 h 1114920"/>
              <a:gd name="csX6272" fmla="*/ 1084017 w 1728164"/>
              <a:gd name="csY6272" fmla="*/ 1114920 h 1114920"/>
              <a:gd name="csX6273" fmla="*/ 1084186 w 1728164"/>
              <a:gd name="csY6273" fmla="*/ 1114920 h 1114920"/>
              <a:gd name="csX6274" fmla="*/ 1084355 w 1728164"/>
              <a:gd name="csY6274" fmla="*/ 1114920 h 1114920"/>
              <a:gd name="csX6275" fmla="*/ 1084533 w 1728164"/>
              <a:gd name="csY6275" fmla="*/ 1114920 h 1114920"/>
              <a:gd name="csX6276" fmla="*/ 1084702 w 1728164"/>
              <a:gd name="csY6276" fmla="*/ 1114920 h 1114920"/>
              <a:gd name="csX6277" fmla="*/ 1084880 w 1728164"/>
              <a:gd name="csY6277" fmla="*/ 1114920 h 1114920"/>
              <a:gd name="csX6278" fmla="*/ 1085049 w 1728164"/>
              <a:gd name="csY6278" fmla="*/ 1114920 h 1114920"/>
              <a:gd name="csX6279" fmla="*/ 1085227 w 1728164"/>
              <a:gd name="csY6279" fmla="*/ 1114920 h 1114920"/>
              <a:gd name="csX6280" fmla="*/ 1085396 w 1728164"/>
              <a:gd name="csY6280" fmla="*/ 1114920 h 1114920"/>
              <a:gd name="csX6281" fmla="*/ 1085565 w 1728164"/>
              <a:gd name="csY6281" fmla="*/ 1114920 h 1114920"/>
              <a:gd name="csX6282" fmla="*/ 1085743 w 1728164"/>
              <a:gd name="csY6282" fmla="*/ 1114920 h 1114920"/>
              <a:gd name="csX6283" fmla="*/ 1085912 w 1728164"/>
              <a:gd name="csY6283" fmla="*/ 1114920 h 1114920"/>
              <a:gd name="csX6284" fmla="*/ 1086090 w 1728164"/>
              <a:gd name="csY6284" fmla="*/ 1114920 h 1114920"/>
              <a:gd name="csX6285" fmla="*/ 1086259 w 1728164"/>
              <a:gd name="csY6285" fmla="*/ 1114920 h 1114920"/>
              <a:gd name="csX6286" fmla="*/ 1086437 w 1728164"/>
              <a:gd name="csY6286" fmla="*/ 1114920 h 1114920"/>
              <a:gd name="csX6287" fmla="*/ 1086606 w 1728164"/>
              <a:gd name="csY6287" fmla="*/ 1114920 h 1114920"/>
              <a:gd name="csX6288" fmla="*/ 1086775 w 1728164"/>
              <a:gd name="csY6288" fmla="*/ 1114920 h 1114920"/>
              <a:gd name="csX6289" fmla="*/ 1086953 w 1728164"/>
              <a:gd name="csY6289" fmla="*/ 1114920 h 1114920"/>
              <a:gd name="csX6290" fmla="*/ 1087122 w 1728164"/>
              <a:gd name="csY6290" fmla="*/ 1114920 h 1114920"/>
              <a:gd name="csX6291" fmla="*/ 1087300 w 1728164"/>
              <a:gd name="csY6291" fmla="*/ 1114920 h 1114920"/>
              <a:gd name="csX6292" fmla="*/ 1087469 w 1728164"/>
              <a:gd name="csY6292" fmla="*/ 1114920 h 1114920"/>
              <a:gd name="csX6293" fmla="*/ 1087647 w 1728164"/>
              <a:gd name="csY6293" fmla="*/ 1114920 h 1114920"/>
              <a:gd name="csX6294" fmla="*/ 1087816 w 1728164"/>
              <a:gd name="csY6294" fmla="*/ 1114920 h 1114920"/>
              <a:gd name="csX6295" fmla="*/ 1087985 w 1728164"/>
              <a:gd name="csY6295" fmla="*/ 1114920 h 1114920"/>
              <a:gd name="csX6296" fmla="*/ 1088163 w 1728164"/>
              <a:gd name="csY6296" fmla="*/ 1114920 h 1114920"/>
              <a:gd name="csX6297" fmla="*/ 1088332 w 1728164"/>
              <a:gd name="csY6297" fmla="*/ 1114920 h 1114920"/>
              <a:gd name="csX6298" fmla="*/ 1088510 w 1728164"/>
              <a:gd name="csY6298" fmla="*/ 1114920 h 1114920"/>
              <a:gd name="csX6299" fmla="*/ 1088679 w 1728164"/>
              <a:gd name="csY6299" fmla="*/ 1114920 h 1114920"/>
              <a:gd name="csX6300" fmla="*/ 1088857 w 1728164"/>
              <a:gd name="csY6300" fmla="*/ 1114920 h 1114920"/>
              <a:gd name="csX6301" fmla="*/ 1089026 w 1728164"/>
              <a:gd name="csY6301" fmla="*/ 1114920 h 1114920"/>
              <a:gd name="csX6302" fmla="*/ 1089195 w 1728164"/>
              <a:gd name="csY6302" fmla="*/ 1114920 h 1114920"/>
              <a:gd name="csX6303" fmla="*/ 1089373 w 1728164"/>
              <a:gd name="csY6303" fmla="*/ 1114920 h 1114920"/>
              <a:gd name="csX6304" fmla="*/ 1089542 w 1728164"/>
              <a:gd name="csY6304" fmla="*/ 1114920 h 1114920"/>
              <a:gd name="csX6305" fmla="*/ 1089720 w 1728164"/>
              <a:gd name="csY6305" fmla="*/ 1114920 h 1114920"/>
              <a:gd name="csX6306" fmla="*/ 1089889 w 1728164"/>
              <a:gd name="csY6306" fmla="*/ 1114920 h 1114920"/>
              <a:gd name="csX6307" fmla="*/ 1090058 w 1728164"/>
              <a:gd name="csY6307" fmla="*/ 1114920 h 1114920"/>
              <a:gd name="csX6308" fmla="*/ 1090236 w 1728164"/>
              <a:gd name="csY6308" fmla="*/ 1114920 h 1114920"/>
              <a:gd name="csX6309" fmla="*/ 1090405 w 1728164"/>
              <a:gd name="csY6309" fmla="*/ 1114920 h 1114920"/>
              <a:gd name="csX6310" fmla="*/ 1090583 w 1728164"/>
              <a:gd name="csY6310" fmla="*/ 1114920 h 1114920"/>
              <a:gd name="csX6311" fmla="*/ 1090752 w 1728164"/>
              <a:gd name="csY6311" fmla="*/ 1114920 h 1114920"/>
              <a:gd name="csX6312" fmla="*/ 1090930 w 1728164"/>
              <a:gd name="csY6312" fmla="*/ 1114920 h 1114920"/>
              <a:gd name="csX6313" fmla="*/ 1091099 w 1728164"/>
              <a:gd name="csY6313" fmla="*/ 1114920 h 1114920"/>
              <a:gd name="csX6314" fmla="*/ 1091268 w 1728164"/>
              <a:gd name="csY6314" fmla="*/ 1114920 h 1114920"/>
              <a:gd name="csX6315" fmla="*/ 1091446 w 1728164"/>
              <a:gd name="csY6315" fmla="*/ 1114920 h 1114920"/>
              <a:gd name="csX6316" fmla="*/ 1091615 w 1728164"/>
              <a:gd name="csY6316" fmla="*/ 1114920 h 1114920"/>
              <a:gd name="csX6317" fmla="*/ 1091793 w 1728164"/>
              <a:gd name="csY6317" fmla="*/ 1114920 h 1114920"/>
              <a:gd name="csX6318" fmla="*/ 1091962 w 1728164"/>
              <a:gd name="csY6318" fmla="*/ 1114920 h 1114920"/>
              <a:gd name="csX6319" fmla="*/ 1092140 w 1728164"/>
              <a:gd name="csY6319" fmla="*/ 1114920 h 1114920"/>
              <a:gd name="csX6320" fmla="*/ 1092309 w 1728164"/>
              <a:gd name="csY6320" fmla="*/ 1114920 h 1114920"/>
              <a:gd name="csX6321" fmla="*/ 1092478 w 1728164"/>
              <a:gd name="csY6321" fmla="*/ 1114920 h 1114920"/>
              <a:gd name="csX6322" fmla="*/ 1092656 w 1728164"/>
              <a:gd name="csY6322" fmla="*/ 1114920 h 1114920"/>
              <a:gd name="csX6323" fmla="*/ 1092825 w 1728164"/>
              <a:gd name="csY6323" fmla="*/ 1114920 h 1114920"/>
              <a:gd name="csX6324" fmla="*/ 1093003 w 1728164"/>
              <a:gd name="csY6324" fmla="*/ 1114920 h 1114920"/>
              <a:gd name="csX6325" fmla="*/ 1093172 w 1728164"/>
              <a:gd name="csY6325" fmla="*/ 1114920 h 1114920"/>
              <a:gd name="csX6326" fmla="*/ 1093350 w 1728164"/>
              <a:gd name="csY6326" fmla="*/ 1114920 h 1114920"/>
              <a:gd name="csX6327" fmla="*/ 1093519 w 1728164"/>
              <a:gd name="csY6327" fmla="*/ 1114920 h 1114920"/>
              <a:gd name="csX6328" fmla="*/ 1093688 w 1728164"/>
              <a:gd name="csY6328" fmla="*/ 1114920 h 1114920"/>
              <a:gd name="csX6329" fmla="*/ 1093866 w 1728164"/>
              <a:gd name="csY6329" fmla="*/ 1114920 h 1114920"/>
              <a:gd name="csX6330" fmla="*/ 1094035 w 1728164"/>
              <a:gd name="csY6330" fmla="*/ 1114920 h 1114920"/>
              <a:gd name="csX6331" fmla="*/ 1094213 w 1728164"/>
              <a:gd name="csY6331" fmla="*/ 1114920 h 1114920"/>
              <a:gd name="csX6332" fmla="*/ 1094382 w 1728164"/>
              <a:gd name="csY6332" fmla="*/ 1114920 h 1114920"/>
              <a:gd name="csX6333" fmla="*/ 1094560 w 1728164"/>
              <a:gd name="csY6333" fmla="*/ 1114920 h 1114920"/>
              <a:gd name="csX6334" fmla="*/ 1094729 w 1728164"/>
              <a:gd name="csY6334" fmla="*/ 1114920 h 1114920"/>
              <a:gd name="csX6335" fmla="*/ 1094898 w 1728164"/>
              <a:gd name="csY6335" fmla="*/ 1114920 h 1114920"/>
              <a:gd name="csX6336" fmla="*/ 1095076 w 1728164"/>
              <a:gd name="csY6336" fmla="*/ 1114920 h 1114920"/>
              <a:gd name="csX6337" fmla="*/ 1095245 w 1728164"/>
              <a:gd name="csY6337" fmla="*/ 1114920 h 1114920"/>
              <a:gd name="csX6338" fmla="*/ 1095423 w 1728164"/>
              <a:gd name="csY6338" fmla="*/ 1114920 h 1114920"/>
              <a:gd name="csX6339" fmla="*/ 1095592 w 1728164"/>
              <a:gd name="csY6339" fmla="*/ 1114920 h 1114920"/>
              <a:gd name="csX6340" fmla="*/ 1095770 w 1728164"/>
              <a:gd name="csY6340" fmla="*/ 1114920 h 1114920"/>
              <a:gd name="csX6341" fmla="*/ 1095939 w 1728164"/>
              <a:gd name="csY6341" fmla="*/ 1114920 h 1114920"/>
              <a:gd name="csX6342" fmla="*/ 1096108 w 1728164"/>
              <a:gd name="csY6342" fmla="*/ 1114920 h 1114920"/>
              <a:gd name="csX6343" fmla="*/ 1096286 w 1728164"/>
              <a:gd name="csY6343" fmla="*/ 1114920 h 1114920"/>
              <a:gd name="csX6344" fmla="*/ 1096455 w 1728164"/>
              <a:gd name="csY6344" fmla="*/ 1114920 h 1114920"/>
              <a:gd name="csX6345" fmla="*/ 1096633 w 1728164"/>
              <a:gd name="csY6345" fmla="*/ 1114920 h 1114920"/>
              <a:gd name="csX6346" fmla="*/ 1096802 w 1728164"/>
              <a:gd name="csY6346" fmla="*/ 1114920 h 1114920"/>
              <a:gd name="csX6347" fmla="*/ 1096980 w 1728164"/>
              <a:gd name="csY6347" fmla="*/ 1114920 h 1114920"/>
              <a:gd name="csX6348" fmla="*/ 1097148 w 1728164"/>
              <a:gd name="csY6348" fmla="*/ 1114920 h 1114920"/>
              <a:gd name="csX6349" fmla="*/ 1097318 w 1728164"/>
              <a:gd name="csY6349" fmla="*/ 1114920 h 1114920"/>
              <a:gd name="csX6350" fmla="*/ 1097495 w 1728164"/>
              <a:gd name="csY6350" fmla="*/ 1114920 h 1114920"/>
              <a:gd name="csX6351" fmla="*/ 1097665 w 1728164"/>
              <a:gd name="csY6351" fmla="*/ 1114920 h 1114920"/>
              <a:gd name="csX6352" fmla="*/ 1097842 w 1728164"/>
              <a:gd name="csY6352" fmla="*/ 1114920 h 1114920"/>
              <a:gd name="csX6353" fmla="*/ 1098012 w 1728164"/>
              <a:gd name="csY6353" fmla="*/ 1114920 h 1114920"/>
              <a:gd name="csX6354" fmla="*/ 1098189 w 1728164"/>
              <a:gd name="csY6354" fmla="*/ 1114920 h 1114920"/>
              <a:gd name="csX6355" fmla="*/ 1098358 w 1728164"/>
              <a:gd name="csY6355" fmla="*/ 1114920 h 1114920"/>
              <a:gd name="csX6356" fmla="*/ 1098527 w 1728164"/>
              <a:gd name="csY6356" fmla="*/ 1114920 h 1114920"/>
              <a:gd name="csX6357" fmla="*/ 1098705 w 1728164"/>
              <a:gd name="csY6357" fmla="*/ 1114920 h 1114920"/>
              <a:gd name="csX6358" fmla="*/ 1098874 w 1728164"/>
              <a:gd name="csY6358" fmla="*/ 1114920 h 1114920"/>
              <a:gd name="csX6359" fmla="*/ 1099052 w 1728164"/>
              <a:gd name="csY6359" fmla="*/ 1114920 h 1114920"/>
              <a:gd name="csX6360" fmla="*/ 1099221 w 1728164"/>
              <a:gd name="csY6360" fmla="*/ 1114920 h 1114920"/>
              <a:gd name="csX6361" fmla="*/ 1099399 w 1728164"/>
              <a:gd name="csY6361" fmla="*/ 1114920 h 1114920"/>
              <a:gd name="csX6362" fmla="*/ 1099568 w 1728164"/>
              <a:gd name="csY6362" fmla="*/ 1114920 h 1114920"/>
              <a:gd name="csX6363" fmla="*/ 1099737 w 1728164"/>
              <a:gd name="csY6363" fmla="*/ 1114920 h 1114920"/>
              <a:gd name="csX6364" fmla="*/ 1099915 w 1728164"/>
              <a:gd name="csY6364" fmla="*/ 1114920 h 1114920"/>
              <a:gd name="csX6365" fmla="*/ 1100084 w 1728164"/>
              <a:gd name="csY6365" fmla="*/ 1114920 h 1114920"/>
              <a:gd name="csX6366" fmla="*/ 1100262 w 1728164"/>
              <a:gd name="csY6366" fmla="*/ 1114920 h 1114920"/>
              <a:gd name="csX6367" fmla="*/ 1100431 w 1728164"/>
              <a:gd name="csY6367" fmla="*/ 1114920 h 1114920"/>
              <a:gd name="csX6368" fmla="*/ 1100609 w 1728164"/>
              <a:gd name="csY6368" fmla="*/ 1114920 h 1114920"/>
              <a:gd name="csX6369" fmla="*/ 1100778 w 1728164"/>
              <a:gd name="csY6369" fmla="*/ 1114920 h 1114920"/>
              <a:gd name="csX6370" fmla="*/ 1100947 w 1728164"/>
              <a:gd name="csY6370" fmla="*/ 1114920 h 1114920"/>
              <a:gd name="csX6371" fmla="*/ 1101125 w 1728164"/>
              <a:gd name="csY6371" fmla="*/ 1114920 h 1114920"/>
              <a:gd name="csX6372" fmla="*/ 1101294 w 1728164"/>
              <a:gd name="csY6372" fmla="*/ 1114920 h 1114920"/>
              <a:gd name="csX6373" fmla="*/ 1101472 w 1728164"/>
              <a:gd name="csY6373" fmla="*/ 1114920 h 1114920"/>
              <a:gd name="csX6374" fmla="*/ 1101641 w 1728164"/>
              <a:gd name="csY6374" fmla="*/ 1114920 h 1114920"/>
              <a:gd name="csX6375" fmla="*/ 1101819 w 1728164"/>
              <a:gd name="csY6375" fmla="*/ 1114920 h 1114920"/>
              <a:gd name="csX6376" fmla="*/ 1101988 w 1728164"/>
              <a:gd name="csY6376" fmla="*/ 1114920 h 1114920"/>
              <a:gd name="csX6377" fmla="*/ 1102157 w 1728164"/>
              <a:gd name="csY6377" fmla="*/ 1114920 h 1114920"/>
              <a:gd name="csX6378" fmla="*/ 1102335 w 1728164"/>
              <a:gd name="csY6378" fmla="*/ 1114920 h 1114920"/>
              <a:gd name="csX6379" fmla="*/ 1102504 w 1728164"/>
              <a:gd name="csY6379" fmla="*/ 1114920 h 1114920"/>
              <a:gd name="csX6380" fmla="*/ 1102682 w 1728164"/>
              <a:gd name="csY6380" fmla="*/ 1114920 h 1114920"/>
              <a:gd name="csX6381" fmla="*/ 1102851 w 1728164"/>
              <a:gd name="csY6381" fmla="*/ 1114920 h 1114920"/>
              <a:gd name="csX6382" fmla="*/ 1103029 w 1728164"/>
              <a:gd name="csY6382" fmla="*/ 1114920 h 1114920"/>
              <a:gd name="csX6383" fmla="*/ 1103198 w 1728164"/>
              <a:gd name="csY6383" fmla="*/ 1114920 h 1114920"/>
              <a:gd name="csX6384" fmla="*/ 1103367 w 1728164"/>
              <a:gd name="csY6384" fmla="*/ 1114920 h 1114920"/>
              <a:gd name="csX6385" fmla="*/ 1103545 w 1728164"/>
              <a:gd name="csY6385" fmla="*/ 1114920 h 1114920"/>
              <a:gd name="csX6386" fmla="*/ 1103714 w 1728164"/>
              <a:gd name="csY6386" fmla="*/ 1114920 h 1114920"/>
              <a:gd name="csX6387" fmla="*/ 1103892 w 1728164"/>
              <a:gd name="csY6387" fmla="*/ 1114920 h 1114920"/>
              <a:gd name="csX6388" fmla="*/ 1104061 w 1728164"/>
              <a:gd name="csY6388" fmla="*/ 1114920 h 1114920"/>
              <a:gd name="csX6389" fmla="*/ 1104239 w 1728164"/>
              <a:gd name="csY6389" fmla="*/ 1114920 h 1114920"/>
              <a:gd name="csX6390" fmla="*/ 1104408 w 1728164"/>
              <a:gd name="csY6390" fmla="*/ 1114920 h 1114920"/>
              <a:gd name="csX6391" fmla="*/ 1104577 w 1728164"/>
              <a:gd name="csY6391" fmla="*/ 1114920 h 1114920"/>
              <a:gd name="csX6392" fmla="*/ 1104755 w 1728164"/>
              <a:gd name="csY6392" fmla="*/ 1114920 h 1114920"/>
              <a:gd name="csX6393" fmla="*/ 1104924 w 1728164"/>
              <a:gd name="csY6393" fmla="*/ 1114920 h 1114920"/>
              <a:gd name="csX6394" fmla="*/ 1105102 w 1728164"/>
              <a:gd name="csY6394" fmla="*/ 1114920 h 1114920"/>
              <a:gd name="csX6395" fmla="*/ 1105271 w 1728164"/>
              <a:gd name="csY6395" fmla="*/ 1114920 h 1114920"/>
              <a:gd name="csX6396" fmla="*/ 1105449 w 1728164"/>
              <a:gd name="csY6396" fmla="*/ 1114920 h 1114920"/>
              <a:gd name="csX6397" fmla="*/ 1105618 w 1728164"/>
              <a:gd name="csY6397" fmla="*/ 1114920 h 1114920"/>
              <a:gd name="csX6398" fmla="*/ 1105787 w 1728164"/>
              <a:gd name="csY6398" fmla="*/ 1114920 h 1114920"/>
              <a:gd name="csX6399" fmla="*/ 1105965 w 1728164"/>
              <a:gd name="csY6399" fmla="*/ 1114920 h 1114920"/>
              <a:gd name="csX6400" fmla="*/ 1106134 w 1728164"/>
              <a:gd name="csY6400" fmla="*/ 1114920 h 1114920"/>
              <a:gd name="csX6401" fmla="*/ 1106312 w 1728164"/>
              <a:gd name="csY6401" fmla="*/ 1114920 h 1114920"/>
              <a:gd name="csX6402" fmla="*/ 1106481 w 1728164"/>
              <a:gd name="csY6402" fmla="*/ 1114920 h 1114920"/>
              <a:gd name="csX6403" fmla="*/ 1106659 w 1728164"/>
              <a:gd name="csY6403" fmla="*/ 1114920 h 1114920"/>
              <a:gd name="csX6404" fmla="*/ 1106828 w 1728164"/>
              <a:gd name="csY6404" fmla="*/ 1114920 h 1114920"/>
              <a:gd name="csX6405" fmla="*/ 1106997 w 1728164"/>
              <a:gd name="csY6405" fmla="*/ 1114920 h 1114920"/>
              <a:gd name="csX6406" fmla="*/ 1107175 w 1728164"/>
              <a:gd name="csY6406" fmla="*/ 1114920 h 1114920"/>
              <a:gd name="csX6407" fmla="*/ 1107344 w 1728164"/>
              <a:gd name="csY6407" fmla="*/ 1114920 h 1114920"/>
              <a:gd name="csX6408" fmla="*/ 1107522 w 1728164"/>
              <a:gd name="csY6408" fmla="*/ 1114920 h 1114920"/>
              <a:gd name="csX6409" fmla="*/ 1107691 w 1728164"/>
              <a:gd name="csY6409" fmla="*/ 1114920 h 1114920"/>
              <a:gd name="csX6410" fmla="*/ 1107869 w 1728164"/>
              <a:gd name="csY6410" fmla="*/ 1114920 h 1114920"/>
              <a:gd name="csX6411" fmla="*/ 1108038 w 1728164"/>
              <a:gd name="csY6411" fmla="*/ 1114920 h 1114920"/>
              <a:gd name="csX6412" fmla="*/ 1108207 w 1728164"/>
              <a:gd name="csY6412" fmla="*/ 1114920 h 1114920"/>
              <a:gd name="csX6413" fmla="*/ 1108385 w 1728164"/>
              <a:gd name="csY6413" fmla="*/ 1114920 h 1114920"/>
              <a:gd name="csX6414" fmla="*/ 1108554 w 1728164"/>
              <a:gd name="csY6414" fmla="*/ 1114920 h 1114920"/>
              <a:gd name="csX6415" fmla="*/ 1108732 w 1728164"/>
              <a:gd name="csY6415" fmla="*/ 1114920 h 1114920"/>
              <a:gd name="csX6416" fmla="*/ 1108901 w 1728164"/>
              <a:gd name="csY6416" fmla="*/ 1114920 h 1114920"/>
              <a:gd name="csX6417" fmla="*/ 1109070 w 1728164"/>
              <a:gd name="csY6417" fmla="*/ 1114920 h 1114920"/>
              <a:gd name="csX6418" fmla="*/ 1109248 w 1728164"/>
              <a:gd name="csY6418" fmla="*/ 1114920 h 1114920"/>
              <a:gd name="csX6419" fmla="*/ 1109417 w 1728164"/>
              <a:gd name="csY6419" fmla="*/ 1114920 h 1114920"/>
              <a:gd name="csX6420" fmla="*/ 1109595 w 1728164"/>
              <a:gd name="csY6420" fmla="*/ 1114920 h 1114920"/>
              <a:gd name="csX6421" fmla="*/ 1109764 w 1728164"/>
              <a:gd name="csY6421" fmla="*/ 1114920 h 1114920"/>
              <a:gd name="csX6422" fmla="*/ 1109942 w 1728164"/>
              <a:gd name="csY6422" fmla="*/ 1114920 h 1114920"/>
              <a:gd name="csX6423" fmla="*/ 1110111 w 1728164"/>
              <a:gd name="csY6423" fmla="*/ 1114920 h 1114920"/>
              <a:gd name="csX6424" fmla="*/ 1110280 w 1728164"/>
              <a:gd name="csY6424" fmla="*/ 1114920 h 1114920"/>
              <a:gd name="csX6425" fmla="*/ 1110458 w 1728164"/>
              <a:gd name="csY6425" fmla="*/ 1114920 h 1114920"/>
              <a:gd name="csX6426" fmla="*/ 1110627 w 1728164"/>
              <a:gd name="csY6426" fmla="*/ 1114920 h 1114920"/>
              <a:gd name="csX6427" fmla="*/ 1110805 w 1728164"/>
              <a:gd name="csY6427" fmla="*/ 1114920 h 1114920"/>
              <a:gd name="csX6428" fmla="*/ 1110974 w 1728164"/>
              <a:gd name="csY6428" fmla="*/ 1114920 h 1114920"/>
              <a:gd name="csX6429" fmla="*/ 1111152 w 1728164"/>
              <a:gd name="csY6429" fmla="*/ 1114920 h 1114920"/>
              <a:gd name="csX6430" fmla="*/ 1111321 w 1728164"/>
              <a:gd name="csY6430" fmla="*/ 1114920 h 1114920"/>
              <a:gd name="csX6431" fmla="*/ 1111490 w 1728164"/>
              <a:gd name="csY6431" fmla="*/ 1114920 h 1114920"/>
              <a:gd name="csX6432" fmla="*/ 1111668 w 1728164"/>
              <a:gd name="csY6432" fmla="*/ 1114920 h 1114920"/>
              <a:gd name="csX6433" fmla="*/ 1111837 w 1728164"/>
              <a:gd name="csY6433" fmla="*/ 1114920 h 1114920"/>
              <a:gd name="csX6434" fmla="*/ 1112015 w 1728164"/>
              <a:gd name="csY6434" fmla="*/ 1114920 h 1114920"/>
              <a:gd name="csX6435" fmla="*/ 1112184 w 1728164"/>
              <a:gd name="csY6435" fmla="*/ 1114920 h 1114920"/>
              <a:gd name="csX6436" fmla="*/ 1112362 w 1728164"/>
              <a:gd name="csY6436" fmla="*/ 1114920 h 1114920"/>
              <a:gd name="csX6437" fmla="*/ 1112530 w 1728164"/>
              <a:gd name="csY6437" fmla="*/ 1114920 h 1114920"/>
              <a:gd name="csX6438" fmla="*/ 1112700 w 1728164"/>
              <a:gd name="csY6438" fmla="*/ 1114920 h 1114920"/>
              <a:gd name="csX6439" fmla="*/ 1112877 w 1728164"/>
              <a:gd name="csY6439" fmla="*/ 1114920 h 1114920"/>
              <a:gd name="csX6440" fmla="*/ 1113047 w 1728164"/>
              <a:gd name="csY6440" fmla="*/ 1114920 h 1114920"/>
              <a:gd name="csX6441" fmla="*/ 1113224 w 1728164"/>
              <a:gd name="csY6441" fmla="*/ 1114920 h 1114920"/>
              <a:gd name="csX6442" fmla="*/ 1113393 w 1728164"/>
              <a:gd name="csY6442" fmla="*/ 1114920 h 1114920"/>
              <a:gd name="csX6443" fmla="*/ 1113571 w 1728164"/>
              <a:gd name="csY6443" fmla="*/ 1114920 h 1114920"/>
              <a:gd name="csX6444" fmla="*/ 1113740 w 1728164"/>
              <a:gd name="csY6444" fmla="*/ 1114920 h 1114920"/>
              <a:gd name="csX6445" fmla="*/ 1113909 w 1728164"/>
              <a:gd name="csY6445" fmla="*/ 1114920 h 1114920"/>
              <a:gd name="csX6446" fmla="*/ 1114087 w 1728164"/>
              <a:gd name="csY6446" fmla="*/ 1114920 h 1114920"/>
              <a:gd name="csX6447" fmla="*/ 1114256 w 1728164"/>
              <a:gd name="csY6447" fmla="*/ 1114920 h 1114920"/>
              <a:gd name="csX6448" fmla="*/ 1114434 w 1728164"/>
              <a:gd name="csY6448" fmla="*/ 1114920 h 1114920"/>
              <a:gd name="csX6449" fmla="*/ 1114603 w 1728164"/>
              <a:gd name="csY6449" fmla="*/ 1114920 h 1114920"/>
              <a:gd name="csX6450" fmla="*/ 1114781 w 1728164"/>
              <a:gd name="csY6450" fmla="*/ 1114920 h 1114920"/>
              <a:gd name="csX6451" fmla="*/ 1114950 w 1728164"/>
              <a:gd name="csY6451" fmla="*/ 1114920 h 1114920"/>
              <a:gd name="csX6452" fmla="*/ 1115119 w 1728164"/>
              <a:gd name="csY6452" fmla="*/ 1114920 h 1114920"/>
              <a:gd name="csX6453" fmla="*/ 1115297 w 1728164"/>
              <a:gd name="csY6453" fmla="*/ 1114920 h 1114920"/>
              <a:gd name="csX6454" fmla="*/ 1115466 w 1728164"/>
              <a:gd name="csY6454" fmla="*/ 1114920 h 1114920"/>
              <a:gd name="csX6455" fmla="*/ 1115644 w 1728164"/>
              <a:gd name="csY6455" fmla="*/ 1114920 h 1114920"/>
              <a:gd name="csX6456" fmla="*/ 1115813 w 1728164"/>
              <a:gd name="csY6456" fmla="*/ 1114920 h 1114920"/>
              <a:gd name="csX6457" fmla="*/ 1115991 w 1728164"/>
              <a:gd name="csY6457" fmla="*/ 1114920 h 1114920"/>
              <a:gd name="csX6458" fmla="*/ 1116160 w 1728164"/>
              <a:gd name="csY6458" fmla="*/ 1114920 h 1114920"/>
              <a:gd name="csX6459" fmla="*/ 1116329 w 1728164"/>
              <a:gd name="csY6459" fmla="*/ 1114920 h 1114920"/>
              <a:gd name="csX6460" fmla="*/ 1116507 w 1728164"/>
              <a:gd name="csY6460" fmla="*/ 1114920 h 1114920"/>
              <a:gd name="csX6461" fmla="*/ 1116676 w 1728164"/>
              <a:gd name="csY6461" fmla="*/ 1114920 h 1114920"/>
              <a:gd name="csX6462" fmla="*/ 1116854 w 1728164"/>
              <a:gd name="csY6462" fmla="*/ 1114920 h 1114920"/>
              <a:gd name="csX6463" fmla="*/ 1117023 w 1728164"/>
              <a:gd name="csY6463" fmla="*/ 1114920 h 1114920"/>
              <a:gd name="csX6464" fmla="*/ 1117201 w 1728164"/>
              <a:gd name="csY6464" fmla="*/ 1114920 h 1114920"/>
              <a:gd name="csX6465" fmla="*/ 1117370 w 1728164"/>
              <a:gd name="csY6465" fmla="*/ 1114920 h 1114920"/>
              <a:gd name="csX6466" fmla="*/ 1117539 w 1728164"/>
              <a:gd name="csY6466" fmla="*/ 1114920 h 1114920"/>
              <a:gd name="csX6467" fmla="*/ 1117717 w 1728164"/>
              <a:gd name="csY6467" fmla="*/ 1114920 h 1114920"/>
              <a:gd name="csX6468" fmla="*/ 1117886 w 1728164"/>
              <a:gd name="csY6468" fmla="*/ 1114920 h 1114920"/>
              <a:gd name="csX6469" fmla="*/ 1118064 w 1728164"/>
              <a:gd name="csY6469" fmla="*/ 1114920 h 1114920"/>
              <a:gd name="csX6470" fmla="*/ 1118233 w 1728164"/>
              <a:gd name="csY6470" fmla="*/ 1114920 h 1114920"/>
              <a:gd name="csX6471" fmla="*/ 1118411 w 1728164"/>
              <a:gd name="csY6471" fmla="*/ 1114920 h 1114920"/>
              <a:gd name="csX6472" fmla="*/ 1118580 w 1728164"/>
              <a:gd name="csY6472" fmla="*/ 1114920 h 1114920"/>
              <a:gd name="csX6473" fmla="*/ 1118749 w 1728164"/>
              <a:gd name="csY6473" fmla="*/ 1114920 h 1114920"/>
              <a:gd name="csX6474" fmla="*/ 1118927 w 1728164"/>
              <a:gd name="csY6474" fmla="*/ 1114920 h 1114920"/>
              <a:gd name="csX6475" fmla="*/ 1119096 w 1728164"/>
              <a:gd name="csY6475" fmla="*/ 1114920 h 1114920"/>
              <a:gd name="csX6476" fmla="*/ 1119274 w 1728164"/>
              <a:gd name="csY6476" fmla="*/ 1114920 h 1114920"/>
              <a:gd name="csX6477" fmla="*/ 1119443 w 1728164"/>
              <a:gd name="csY6477" fmla="*/ 1114920 h 1114920"/>
              <a:gd name="csX6478" fmla="*/ 1119621 w 1728164"/>
              <a:gd name="csY6478" fmla="*/ 1114920 h 1114920"/>
              <a:gd name="csX6479" fmla="*/ 1119790 w 1728164"/>
              <a:gd name="csY6479" fmla="*/ 1114920 h 1114920"/>
              <a:gd name="csX6480" fmla="*/ 1119959 w 1728164"/>
              <a:gd name="csY6480" fmla="*/ 1114920 h 1114920"/>
              <a:gd name="csX6481" fmla="*/ 1120137 w 1728164"/>
              <a:gd name="csY6481" fmla="*/ 1114920 h 1114920"/>
              <a:gd name="csX6482" fmla="*/ 1120306 w 1728164"/>
              <a:gd name="csY6482" fmla="*/ 1114920 h 1114920"/>
              <a:gd name="csX6483" fmla="*/ 1120484 w 1728164"/>
              <a:gd name="csY6483" fmla="*/ 1114920 h 1114920"/>
              <a:gd name="csX6484" fmla="*/ 1120653 w 1728164"/>
              <a:gd name="csY6484" fmla="*/ 1114920 h 1114920"/>
              <a:gd name="csX6485" fmla="*/ 1120831 w 1728164"/>
              <a:gd name="csY6485" fmla="*/ 1114920 h 1114920"/>
              <a:gd name="csX6486" fmla="*/ 1121000 w 1728164"/>
              <a:gd name="csY6486" fmla="*/ 1114920 h 1114920"/>
              <a:gd name="csX6487" fmla="*/ 1121169 w 1728164"/>
              <a:gd name="csY6487" fmla="*/ 1114920 h 1114920"/>
              <a:gd name="csX6488" fmla="*/ 1121347 w 1728164"/>
              <a:gd name="csY6488" fmla="*/ 1114920 h 1114920"/>
              <a:gd name="csX6489" fmla="*/ 1121516 w 1728164"/>
              <a:gd name="csY6489" fmla="*/ 1114920 h 1114920"/>
              <a:gd name="csX6490" fmla="*/ 1121694 w 1728164"/>
              <a:gd name="csY6490" fmla="*/ 1114920 h 1114920"/>
              <a:gd name="csX6491" fmla="*/ 1121863 w 1728164"/>
              <a:gd name="csY6491" fmla="*/ 1114920 h 1114920"/>
              <a:gd name="csX6492" fmla="*/ 1122041 w 1728164"/>
              <a:gd name="csY6492" fmla="*/ 1114920 h 1114920"/>
              <a:gd name="csX6493" fmla="*/ 1122210 w 1728164"/>
              <a:gd name="csY6493" fmla="*/ 1114920 h 1114920"/>
              <a:gd name="csX6494" fmla="*/ 1122379 w 1728164"/>
              <a:gd name="csY6494" fmla="*/ 1114920 h 1114920"/>
              <a:gd name="csX6495" fmla="*/ 1122557 w 1728164"/>
              <a:gd name="csY6495" fmla="*/ 1114920 h 1114920"/>
              <a:gd name="csX6496" fmla="*/ 1122726 w 1728164"/>
              <a:gd name="csY6496" fmla="*/ 1114920 h 1114920"/>
              <a:gd name="csX6497" fmla="*/ 1122904 w 1728164"/>
              <a:gd name="csY6497" fmla="*/ 1114920 h 1114920"/>
              <a:gd name="csX6498" fmla="*/ 1123073 w 1728164"/>
              <a:gd name="csY6498" fmla="*/ 1114920 h 1114920"/>
              <a:gd name="csX6499" fmla="*/ 1123251 w 1728164"/>
              <a:gd name="csY6499" fmla="*/ 1114920 h 1114920"/>
              <a:gd name="csX6500" fmla="*/ 1123420 w 1728164"/>
              <a:gd name="csY6500" fmla="*/ 1114920 h 1114920"/>
              <a:gd name="csX6501" fmla="*/ 1123589 w 1728164"/>
              <a:gd name="csY6501" fmla="*/ 1114920 h 1114920"/>
              <a:gd name="csX6502" fmla="*/ 1123767 w 1728164"/>
              <a:gd name="csY6502" fmla="*/ 1114920 h 1114920"/>
              <a:gd name="csX6503" fmla="*/ 1123936 w 1728164"/>
              <a:gd name="csY6503" fmla="*/ 1114920 h 1114920"/>
              <a:gd name="csX6504" fmla="*/ 1124114 w 1728164"/>
              <a:gd name="csY6504" fmla="*/ 1114920 h 1114920"/>
              <a:gd name="csX6505" fmla="*/ 1124283 w 1728164"/>
              <a:gd name="csY6505" fmla="*/ 1114920 h 1114920"/>
              <a:gd name="csX6506" fmla="*/ 1124461 w 1728164"/>
              <a:gd name="csY6506" fmla="*/ 1114920 h 1114920"/>
              <a:gd name="csX6507" fmla="*/ 1124630 w 1728164"/>
              <a:gd name="csY6507" fmla="*/ 1114920 h 1114920"/>
              <a:gd name="csX6508" fmla="*/ 1124799 w 1728164"/>
              <a:gd name="csY6508" fmla="*/ 1114920 h 1114920"/>
              <a:gd name="csX6509" fmla="*/ 1124977 w 1728164"/>
              <a:gd name="csY6509" fmla="*/ 1114920 h 1114920"/>
              <a:gd name="csX6510" fmla="*/ 1125146 w 1728164"/>
              <a:gd name="csY6510" fmla="*/ 1114920 h 1114920"/>
              <a:gd name="csX6511" fmla="*/ 1125324 w 1728164"/>
              <a:gd name="csY6511" fmla="*/ 1114920 h 1114920"/>
              <a:gd name="csX6512" fmla="*/ 1125493 w 1728164"/>
              <a:gd name="csY6512" fmla="*/ 1114920 h 1114920"/>
              <a:gd name="csX6513" fmla="*/ 1125671 w 1728164"/>
              <a:gd name="csY6513" fmla="*/ 1114920 h 1114920"/>
              <a:gd name="csX6514" fmla="*/ 1125840 w 1728164"/>
              <a:gd name="csY6514" fmla="*/ 1114920 h 1114920"/>
              <a:gd name="csX6515" fmla="*/ 1126009 w 1728164"/>
              <a:gd name="csY6515" fmla="*/ 1114920 h 1114920"/>
              <a:gd name="csX6516" fmla="*/ 1126187 w 1728164"/>
              <a:gd name="csY6516" fmla="*/ 1114920 h 1114920"/>
              <a:gd name="csX6517" fmla="*/ 1126356 w 1728164"/>
              <a:gd name="csY6517" fmla="*/ 1114920 h 1114920"/>
              <a:gd name="csX6518" fmla="*/ 1126533 w 1728164"/>
              <a:gd name="csY6518" fmla="*/ 1114920 h 1114920"/>
              <a:gd name="csX6519" fmla="*/ 1126703 w 1728164"/>
              <a:gd name="csY6519" fmla="*/ 1114920 h 1114920"/>
              <a:gd name="csX6520" fmla="*/ 1126880 w 1728164"/>
              <a:gd name="csY6520" fmla="*/ 1114920 h 1114920"/>
              <a:gd name="csX6521" fmla="*/ 1127050 w 1728164"/>
              <a:gd name="csY6521" fmla="*/ 1114920 h 1114920"/>
              <a:gd name="csX6522" fmla="*/ 1127219 w 1728164"/>
              <a:gd name="csY6522" fmla="*/ 1114920 h 1114920"/>
              <a:gd name="csX6523" fmla="*/ 1127396 w 1728164"/>
              <a:gd name="csY6523" fmla="*/ 1114920 h 1114920"/>
              <a:gd name="csX6524" fmla="*/ 1127566 w 1728164"/>
              <a:gd name="csY6524" fmla="*/ 1114920 h 1114920"/>
              <a:gd name="csX6525" fmla="*/ 1127743 w 1728164"/>
              <a:gd name="csY6525" fmla="*/ 1114920 h 1114920"/>
              <a:gd name="csX6526" fmla="*/ 1127912 w 1728164"/>
              <a:gd name="csY6526" fmla="*/ 1114920 h 1114920"/>
              <a:gd name="csX6527" fmla="*/ 1128081 w 1728164"/>
              <a:gd name="csY6527" fmla="*/ 1114920 h 1114920"/>
              <a:gd name="csX6528" fmla="*/ 1128259 w 1728164"/>
              <a:gd name="csY6528" fmla="*/ 1114920 h 1114920"/>
              <a:gd name="csX6529" fmla="*/ 1128428 w 1728164"/>
              <a:gd name="csY6529" fmla="*/ 1114920 h 1114920"/>
              <a:gd name="csX6530" fmla="*/ 1128606 w 1728164"/>
              <a:gd name="csY6530" fmla="*/ 1114920 h 1114920"/>
              <a:gd name="csX6531" fmla="*/ 1128775 w 1728164"/>
              <a:gd name="csY6531" fmla="*/ 1114920 h 1114920"/>
              <a:gd name="csX6532" fmla="*/ 1128953 w 1728164"/>
              <a:gd name="csY6532" fmla="*/ 1114920 h 1114920"/>
              <a:gd name="csX6533" fmla="*/ 1129122 w 1728164"/>
              <a:gd name="csY6533" fmla="*/ 1114920 h 1114920"/>
              <a:gd name="csX6534" fmla="*/ 1129291 w 1728164"/>
              <a:gd name="csY6534" fmla="*/ 1114920 h 1114920"/>
              <a:gd name="csX6535" fmla="*/ 1129469 w 1728164"/>
              <a:gd name="csY6535" fmla="*/ 1114920 h 1114920"/>
              <a:gd name="csX6536" fmla="*/ 1129638 w 1728164"/>
              <a:gd name="csY6536" fmla="*/ 1114920 h 1114920"/>
              <a:gd name="csX6537" fmla="*/ 1129816 w 1728164"/>
              <a:gd name="csY6537" fmla="*/ 1114920 h 1114920"/>
              <a:gd name="csX6538" fmla="*/ 1129985 w 1728164"/>
              <a:gd name="csY6538" fmla="*/ 1114920 h 1114920"/>
              <a:gd name="csX6539" fmla="*/ 1130163 w 1728164"/>
              <a:gd name="csY6539" fmla="*/ 1114920 h 1114920"/>
              <a:gd name="csX6540" fmla="*/ 1130332 w 1728164"/>
              <a:gd name="csY6540" fmla="*/ 1114920 h 1114920"/>
              <a:gd name="csX6541" fmla="*/ 1130501 w 1728164"/>
              <a:gd name="csY6541" fmla="*/ 1114920 h 1114920"/>
              <a:gd name="csX6542" fmla="*/ 1130679 w 1728164"/>
              <a:gd name="csY6542" fmla="*/ 1114920 h 1114920"/>
              <a:gd name="csX6543" fmla="*/ 1130848 w 1728164"/>
              <a:gd name="csY6543" fmla="*/ 1114920 h 1114920"/>
              <a:gd name="csX6544" fmla="*/ 1131026 w 1728164"/>
              <a:gd name="csY6544" fmla="*/ 1114920 h 1114920"/>
              <a:gd name="csX6545" fmla="*/ 1131195 w 1728164"/>
              <a:gd name="csY6545" fmla="*/ 1114920 h 1114920"/>
              <a:gd name="csX6546" fmla="*/ 1131373 w 1728164"/>
              <a:gd name="csY6546" fmla="*/ 1114920 h 1114920"/>
              <a:gd name="csX6547" fmla="*/ 1131542 w 1728164"/>
              <a:gd name="csY6547" fmla="*/ 1114920 h 1114920"/>
              <a:gd name="csX6548" fmla="*/ 1131711 w 1728164"/>
              <a:gd name="csY6548" fmla="*/ 1114920 h 1114920"/>
              <a:gd name="csX6549" fmla="*/ 1131889 w 1728164"/>
              <a:gd name="csY6549" fmla="*/ 1114920 h 1114920"/>
              <a:gd name="csX6550" fmla="*/ 1132058 w 1728164"/>
              <a:gd name="csY6550" fmla="*/ 1114920 h 1114920"/>
              <a:gd name="csX6551" fmla="*/ 1132236 w 1728164"/>
              <a:gd name="csY6551" fmla="*/ 1114920 h 1114920"/>
              <a:gd name="csX6552" fmla="*/ 1132405 w 1728164"/>
              <a:gd name="csY6552" fmla="*/ 1114920 h 1114920"/>
              <a:gd name="csX6553" fmla="*/ 1132583 w 1728164"/>
              <a:gd name="csY6553" fmla="*/ 1114920 h 1114920"/>
              <a:gd name="csX6554" fmla="*/ 1132752 w 1728164"/>
              <a:gd name="csY6554" fmla="*/ 1114920 h 1114920"/>
              <a:gd name="csX6555" fmla="*/ 1132921 w 1728164"/>
              <a:gd name="csY6555" fmla="*/ 1114920 h 1114920"/>
              <a:gd name="csX6556" fmla="*/ 1133099 w 1728164"/>
              <a:gd name="csY6556" fmla="*/ 1114920 h 1114920"/>
              <a:gd name="csX6557" fmla="*/ 1133268 w 1728164"/>
              <a:gd name="csY6557" fmla="*/ 1114920 h 1114920"/>
              <a:gd name="csX6558" fmla="*/ 1133446 w 1728164"/>
              <a:gd name="csY6558" fmla="*/ 1114920 h 1114920"/>
              <a:gd name="csX6559" fmla="*/ 1133615 w 1728164"/>
              <a:gd name="csY6559" fmla="*/ 1114920 h 1114920"/>
              <a:gd name="csX6560" fmla="*/ 1133793 w 1728164"/>
              <a:gd name="csY6560" fmla="*/ 1114920 h 1114920"/>
              <a:gd name="csX6561" fmla="*/ 1133962 w 1728164"/>
              <a:gd name="csY6561" fmla="*/ 1114920 h 1114920"/>
              <a:gd name="csX6562" fmla="*/ 1134131 w 1728164"/>
              <a:gd name="csY6562" fmla="*/ 1114920 h 1114920"/>
              <a:gd name="csX6563" fmla="*/ 1134309 w 1728164"/>
              <a:gd name="csY6563" fmla="*/ 1114920 h 1114920"/>
              <a:gd name="csX6564" fmla="*/ 1134478 w 1728164"/>
              <a:gd name="csY6564" fmla="*/ 1114920 h 1114920"/>
              <a:gd name="csX6565" fmla="*/ 1134656 w 1728164"/>
              <a:gd name="csY6565" fmla="*/ 1114920 h 1114920"/>
              <a:gd name="csX6566" fmla="*/ 1134825 w 1728164"/>
              <a:gd name="csY6566" fmla="*/ 1114920 h 1114920"/>
              <a:gd name="csX6567" fmla="*/ 1135003 w 1728164"/>
              <a:gd name="csY6567" fmla="*/ 1114920 h 1114920"/>
              <a:gd name="csX6568" fmla="*/ 1135172 w 1728164"/>
              <a:gd name="csY6568" fmla="*/ 1114920 h 1114920"/>
              <a:gd name="csX6569" fmla="*/ 1135341 w 1728164"/>
              <a:gd name="csY6569" fmla="*/ 1114920 h 1114920"/>
              <a:gd name="csX6570" fmla="*/ 1135519 w 1728164"/>
              <a:gd name="csY6570" fmla="*/ 1114920 h 1114920"/>
              <a:gd name="csX6571" fmla="*/ 1135688 w 1728164"/>
              <a:gd name="csY6571" fmla="*/ 1114920 h 1114920"/>
              <a:gd name="csX6572" fmla="*/ 1135866 w 1728164"/>
              <a:gd name="csY6572" fmla="*/ 1114920 h 1114920"/>
              <a:gd name="csX6573" fmla="*/ 1136035 w 1728164"/>
              <a:gd name="csY6573" fmla="*/ 1114920 h 1114920"/>
              <a:gd name="csX6574" fmla="*/ 1136213 w 1728164"/>
              <a:gd name="csY6574" fmla="*/ 1114920 h 1114920"/>
              <a:gd name="csX6575" fmla="*/ 1136382 w 1728164"/>
              <a:gd name="csY6575" fmla="*/ 1114920 h 1114920"/>
              <a:gd name="csX6576" fmla="*/ 1136551 w 1728164"/>
              <a:gd name="csY6576" fmla="*/ 1114920 h 1114920"/>
              <a:gd name="csX6577" fmla="*/ 1136729 w 1728164"/>
              <a:gd name="csY6577" fmla="*/ 1114920 h 1114920"/>
              <a:gd name="csX6578" fmla="*/ 1136898 w 1728164"/>
              <a:gd name="csY6578" fmla="*/ 1114920 h 1114920"/>
              <a:gd name="csX6579" fmla="*/ 1137076 w 1728164"/>
              <a:gd name="csY6579" fmla="*/ 1114920 h 1114920"/>
              <a:gd name="csX6580" fmla="*/ 1137245 w 1728164"/>
              <a:gd name="csY6580" fmla="*/ 1114920 h 1114920"/>
              <a:gd name="csX6581" fmla="*/ 1137423 w 1728164"/>
              <a:gd name="csY6581" fmla="*/ 1114920 h 1114920"/>
              <a:gd name="csX6582" fmla="*/ 1137592 w 1728164"/>
              <a:gd name="csY6582" fmla="*/ 1114920 h 1114920"/>
              <a:gd name="csX6583" fmla="*/ 1137761 w 1728164"/>
              <a:gd name="csY6583" fmla="*/ 1114920 h 1114920"/>
              <a:gd name="csX6584" fmla="*/ 1137939 w 1728164"/>
              <a:gd name="csY6584" fmla="*/ 1114920 h 1114920"/>
              <a:gd name="csX6585" fmla="*/ 1138108 w 1728164"/>
              <a:gd name="csY6585" fmla="*/ 1114920 h 1114920"/>
              <a:gd name="csX6586" fmla="*/ 1138286 w 1728164"/>
              <a:gd name="csY6586" fmla="*/ 1114920 h 1114920"/>
              <a:gd name="csX6587" fmla="*/ 1138455 w 1728164"/>
              <a:gd name="csY6587" fmla="*/ 1114920 h 1114920"/>
              <a:gd name="csX6588" fmla="*/ 1138633 w 1728164"/>
              <a:gd name="csY6588" fmla="*/ 1114920 h 1114920"/>
              <a:gd name="csX6589" fmla="*/ 1138802 w 1728164"/>
              <a:gd name="csY6589" fmla="*/ 1114920 h 1114920"/>
              <a:gd name="csX6590" fmla="*/ 1138971 w 1728164"/>
              <a:gd name="csY6590" fmla="*/ 1114920 h 1114920"/>
              <a:gd name="csX6591" fmla="*/ 1139149 w 1728164"/>
              <a:gd name="csY6591" fmla="*/ 1114920 h 1114920"/>
              <a:gd name="csX6592" fmla="*/ 1139318 w 1728164"/>
              <a:gd name="csY6592" fmla="*/ 1114920 h 1114920"/>
              <a:gd name="csX6593" fmla="*/ 1139496 w 1728164"/>
              <a:gd name="csY6593" fmla="*/ 1114920 h 1114920"/>
              <a:gd name="csX6594" fmla="*/ 1139665 w 1728164"/>
              <a:gd name="csY6594" fmla="*/ 1114920 h 1114920"/>
              <a:gd name="csX6595" fmla="*/ 1139843 w 1728164"/>
              <a:gd name="csY6595" fmla="*/ 1114920 h 1114920"/>
              <a:gd name="csX6596" fmla="*/ 1140012 w 1728164"/>
              <a:gd name="csY6596" fmla="*/ 1114920 h 1114920"/>
              <a:gd name="csX6597" fmla="*/ 1140181 w 1728164"/>
              <a:gd name="csY6597" fmla="*/ 1114920 h 1114920"/>
              <a:gd name="csX6598" fmla="*/ 1140359 w 1728164"/>
              <a:gd name="csY6598" fmla="*/ 1114920 h 1114920"/>
              <a:gd name="csX6599" fmla="*/ 1140528 w 1728164"/>
              <a:gd name="csY6599" fmla="*/ 1114920 h 1114920"/>
              <a:gd name="csX6600" fmla="*/ 1140706 w 1728164"/>
              <a:gd name="csY6600" fmla="*/ 1114920 h 1114920"/>
              <a:gd name="csX6601" fmla="*/ 1140875 w 1728164"/>
              <a:gd name="csY6601" fmla="*/ 1114920 h 1114920"/>
              <a:gd name="csX6602" fmla="*/ 1141053 w 1728164"/>
              <a:gd name="csY6602" fmla="*/ 1114920 h 1114920"/>
              <a:gd name="csX6603" fmla="*/ 1141222 w 1728164"/>
              <a:gd name="csY6603" fmla="*/ 1114920 h 1114920"/>
              <a:gd name="csX6604" fmla="*/ 1141391 w 1728164"/>
              <a:gd name="csY6604" fmla="*/ 1114920 h 1114920"/>
              <a:gd name="csX6605" fmla="*/ 1141569 w 1728164"/>
              <a:gd name="csY6605" fmla="*/ 1114920 h 1114920"/>
              <a:gd name="csX6606" fmla="*/ 1141738 w 1728164"/>
              <a:gd name="csY6606" fmla="*/ 1114920 h 1114920"/>
              <a:gd name="csX6607" fmla="*/ 1141915 w 1728164"/>
              <a:gd name="csY6607" fmla="*/ 1114920 h 1114920"/>
              <a:gd name="csX6608" fmla="*/ 1142084 w 1728164"/>
              <a:gd name="csY6608" fmla="*/ 1114920 h 1114920"/>
              <a:gd name="csX6609" fmla="*/ 1142262 w 1728164"/>
              <a:gd name="csY6609" fmla="*/ 1114920 h 1114920"/>
              <a:gd name="csX6610" fmla="*/ 1142431 w 1728164"/>
              <a:gd name="csY6610" fmla="*/ 1114920 h 1114920"/>
              <a:gd name="csX6611" fmla="*/ 1142601 w 1728164"/>
              <a:gd name="csY6611" fmla="*/ 1114920 h 1114920"/>
              <a:gd name="csX6612" fmla="*/ 1142778 w 1728164"/>
              <a:gd name="csY6612" fmla="*/ 1114920 h 1114920"/>
              <a:gd name="csX6613" fmla="*/ 1142948 w 1728164"/>
              <a:gd name="csY6613" fmla="*/ 1114920 h 1114920"/>
              <a:gd name="csX6614" fmla="*/ 1143125 w 1728164"/>
              <a:gd name="csY6614" fmla="*/ 1114920 h 1114920"/>
              <a:gd name="csX6615" fmla="*/ 1143294 w 1728164"/>
              <a:gd name="csY6615" fmla="*/ 1114920 h 1114920"/>
              <a:gd name="csX6616" fmla="*/ 1143472 w 1728164"/>
              <a:gd name="csY6616" fmla="*/ 1114920 h 1114920"/>
              <a:gd name="csX6617" fmla="*/ 1143641 w 1728164"/>
              <a:gd name="csY6617" fmla="*/ 1114920 h 1114920"/>
              <a:gd name="csX6618" fmla="*/ 1143810 w 1728164"/>
              <a:gd name="csY6618" fmla="*/ 1114920 h 1114920"/>
              <a:gd name="csX6619" fmla="*/ 1143988 w 1728164"/>
              <a:gd name="csY6619" fmla="*/ 1114920 h 1114920"/>
              <a:gd name="csX6620" fmla="*/ 1144157 w 1728164"/>
              <a:gd name="csY6620" fmla="*/ 1114920 h 1114920"/>
              <a:gd name="csX6621" fmla="*/ 1144335 w 1728164"/>
              <a:gd name="csY6621" fmla="*/ 1114920 h 1114920"/>
              <a:gd name="csX6622" fmla="*/ 1144504 w 1728164"/>
              <a:gd name="csY6622" fmla="*/ 1114920 h 1114920"/>
              <a:gd name="csX6623" fmla="*/ 1144682 w 1728164"/>
              <a:gd name="csY6623" fmla="*/ 1114920 h 1114920"/>
              <a:gd name="csX6624" fmla="*/ 1144851 w 1728164"/>
              <a:gd name="csY6624" fmla="*/ 1114920 h 1114920"/>
              <a:gd name="csX6625" fmla="*/ 1145020 w 1728164"/>
              <a:gd name="csY6625" fmla="*/ 1114920 h 1114920"/>
              <a:gd name="csX6626" fmla="*/ 1145198 w 1728164"/>
              <a:gd name="csY6626" fmla="*/ 1114920 h 1114920"/>
              <a:gd name="csX6627" fmla="*/ 1145367 w 1728164"/>
              <a:gd name="csY6627" fmla="*/ 1114920 h 1114920"/>
              <a:gd name="csX6628" fmla="*/ 1145545 w 1728164"/>
              <a:gd name="csY6628" fmla="*/ 1114920 h 1114920"/>
              <a:gd name="csX6629" fmla="*/ 1145714 w 1728164"/>
              <a:gd name="csY6629" fmla="*/ 1114920 h 1114920"/>
              <a:gd name="csX6630" fmla="*/ 1145892 w 1728164"/>
              <a:gd name="csY6630" fmla="*/ 1114920 h 1114920"/>
              <a:gd name="csX6631" fmla="*/ 1146061 w 1728164"/>
              <a:gd name="csY6631" fmla="*/ 1114920 h 1114920"/>
              <a:gd name="csX6632" fmla="*/ 1146230 w 1728164"/>
              <a:gd name="csY6632" fmla="*/ 1114920 h 1114920"/>
              <a:gd name="csX6633" fmla="*/ 1146408 w 1728164"/>
              <a:gd name="csY6633" fmla="*/ 1114920 h 1114920"/>
              <a:gd name="csX6634" fmla="*/ 1146577 w 1728164"/>
              <a:gd name="csY6634" fmla="*/ 1114920 h 1114920"/>
              <a:gd name="csX6635" fmla="*/ 1146755 w 1728164"/>
              <a:gd name="csY6635" fmla="*/ 1114920 h 1114920"/>
              <a:gd name="csX6636" fmla="*/ 1146924 w 1728164"/>
              <a:gd name="csY6636" fmla="*/ 1114920 h 1114920"/>
              <a:gd name="csX6637" fmla="*/ 1147093 w 1728164"/>
              <a:gd name="csY6637" fmla="*/ 1114920 h 1114920"/>
              <a:gd name="csX6638" fmla="*/ 1147271 w 1728164"/>
              <a:gd name="csY6638" fmla="*/ 1114920 h 1114920"/>
              <a:gd name="csX6639" fmla="*/ 1147440 w 1728164"/>
              <a:gd name="csY6639" fmla="*/ 1114920 h 1114920"/>
              <a:gd name="csX6640" fmla="*/ 1147618 w 1728164"/>
              <a:gd name="csY6640" fmla="*/ 1114920 h 1114920"/>
              <a:gd name="csX6641" fmla="*/ 1147787 w 1728164"/>
              <a:gd name="csY6641" fmla="*/ 1114920 h 1114920"/>
              <a:gd name="csX6642" fmla="*/ 1147965 w 1728164"/>
              <a:gd name="csY6642" fmla="*/ 1114920 h 1114920"/>
              <a:gd name="csX6643" fmla="*/ 1148134 w 1728164"/>
              <a:gd name="csY6643" fmla="*/ 1114920 h 1114920"/>
              <a:gd name="csX6644" fmla="*/ 1148303 w 1728164"/>
              <a:gd name="csY6644" fmla="*/ 1114920 h 1114920"/>
              <a:gd name="csX6645" fmla="*/ 1148481 w 1728164"/>
              <a:gd name="csY6645" fmla="*/ 1114920 h 1114920"/>
              <a:gd name="csX6646" fmla="*/ 1148650 w 1728164"/>
              <a:gd name="csY6646" fmla="*/ 1114920 h 1114920"/>
              <a:gd name="csX6647" fmla="*/ 1148828 w 1728164"/>
              <a:gd name="csY6647" fmla="*/ 1114920 h 1114920"/>
              <a:gd name="csX6648" fmla="*/ 1148997 w 1728164"/>
              <a:gd name="csY6648" fmla="*/ 1114920 h 1114920"/>
              <a:gd name="csX6649" fmla="*/ 1149175 w 1728164"/>
              <a:gd name="csY6649" fmla="*/ 1114920 h 1114920"/>
              <a:gd name="csX6650" fmla="*/ 1149344 w 1728164"/>
              <a:gd name="csY6650" fmla="*/ 1114920 h 1114920"/>
              <a:gd name="csX6651" fmla="*/ 1149513 w 1728164"/>
              <a:gd name="csY6651" fmla="*/ 1114920 h 1114920"/>
              <a:gd name="csX6652" fmla="*/ 1149691 w 1728164"/>
              <a:gd name="csY6652" fmla="*/ 1114920 h 1114920"/>
              <a:gd name="csX6653" fmla="*/ 1149860 w 1728164"/>
              <a:gd name="csY6653" fmla="*/ 1114920 h 1114920"/>
              <a:gd name="csX6654" fmla="*/ 1150038 w 1728164"/>
              <a:gd name="csY6654" fmla="*/ 1114920 h 1114920"/>
              <a:gd name="csX6655" fmla="*/ 1150207 w 1728164"/>
              <a:gd name="csY6655" fmla="*/ 1114920 h 1114920"/>
              <a:gd name="csX6656" fmla="*/ 1150385 w 1728164"/>
              <a:gd name="csY6656" fmla="*/ 1114920 h 1114920"/>
              <a:gd name="csX6657" fmla="*/ 1150554 w 1728164"/>
              <a:gd name="csY6657" fmla="*/ 1114920 h 1114920"/>
              <a:gd name="csX6658" fmla="*/ 1150723 w 1728164"/>
              <a:gd name="csY6658" fmla="*/ 1114920 h 1114920"/>
              <a:gd name="csX6659" fmla="*/ 1150901 w 1728164"/>
              <a:gd name="csY6659" fmla="*/ 1114920 h 1114920"/>
              <a:gd name="csX6660" fmla="*/ 1151070 w 1728164"/>
              <a:gd name="csY6660" fmla="*/ 1114920 h 1114920"/>
              <a:gd name="csX6661" fmla="*/ 1151248 w 1728164"/>
              <a:gd name="csY6661" fmla="*/ 1114920 h 1114920"/>
              <a:gd name="csX6662" fmla="*/ 1151417 w 1728164"/>
              <a:gd name="csY6662" fmla="*/ 1114920 h 1114920"/>
              <a:gd name="csX6663" fmla="*/ 1151595 w 1728164"/>
              <a:gd name="csY6663" fmla="*/ 1114920 h 1114920"/>
              <a:gd name="csX6664" fmla="*/ 1151764 w 1728164"/>
              <a:gd name="csY6664" fmla="*/ 1114920 h 1114920"/>
              <a:gd name="csX6665" fmla="*/ 1151933 w 1728164"/>
              <a:gd name="csY6665" fmla="*/ 1114920 h 1114920"/>
              <a:gd name="csX6666" fmla="*/ 1152111 w 1728164"/>
              <a:gd name="csY6666" fmla="*/ 1114920 h 1114920"/>
              <a:gd name="csX6667" fmla="*/ 1152280 w 1728164"/>
              <a:gd name="csY6667" fmla="*/ 1114920 h 1114920"/>
              <a:gd name="csX6668" fmla="*/ 1152458 w 1728164"/>
              <a:gd name="csY6668" fmla="*/ 1114920 h 1114920"/>
              <a:gd name="csX6669" fmla="*/ 1152627 w 1728164"/>
              <a:gd name="csY6669" fmla="*/ 1114920 h 1114920"/>
              <a:gd name="csX6670" fmla="*/ 1152805 w 1728164"/>
              <a:gd name="csY6670" fmla="*/ 1114920 h 1114920"/>
              <a:gd name="csX6671" fmla="*/ 1152974 w 1728164"/>
              <a:gd name="csY6671" fmla="*/ 1114920 h 1114920"/>
              <a:gd name="csX6672" fmla="*/ 1153143 w 1728164"/>
              <a:gd name="csY6672" fmla="*/ 1114920 h 1114920"/>
              <a:gd name="csX6673" fmla="*/ 1153321 w 1728164"/>
              <a:gd name="csY6673" fmla="*/ 1114920 h 1114920"/>
              <a:gd name="csX6674" fmla="*/ 1153490 w 1728164"/>
              <a:gd name="csY6674" fmla="*/ 1114920 h 1114920"/>
              <a:gd name="csX6675" fmla="*/ 1153668 w 1728164"/>
              <a:gd name="csY6675" fmla="*/ 1114920 h 1114920"/>
              <a:gd name="csX6676" fmla="*/ 1153837 w 1728164"/>
              <a:gd name="csY6676" fmla="*/ 1114920 h 1114920"/>
              <a:gd name="csX6677" fmla="*/ 1154015 w 1728164"/>
              <a:gd name="csY6677" fmla="*/ 1114920 h 1114920"/>
              <a:gd name="csX6678" fmla="*/ 1154184 w 1728164"/>
              <a:gd name="csY6678" fmla="*/ 1114920 h 1114920"/>
              <a:gd name="csX6679" fmla="*/ 1154353 w 1728164"/>
              <a:gd name="csY6679" fmla="*/ 1114920 h 1114920"/>
              <a:gd name="csX6680" fmla="*/ 1154531 w 1728164"/>
              <a:gd name="csY6680" fmla="*/ 1114920 h 1114920"/>
              <a:gd name="csX6681" fmla="*/ 1154700 w 1728164"/>
              <a:gd name="csY6681" fmla="*/ 1114920 h 1114920"/>
              <a:gd name="csX6682" fmla="*/ 1154878 w 1728164"/>
              <a:gd name="csY6682" fmla="*/ 1114920 h 1114920"/>
              <a:gd name="csX6683" fmla="*/ 1155047 w 1728164"/>
              <a:gd name="csY6683" fmla="*/ 1114920 h 1114920"/>
              <a:gd name="csX6684" fmla="*/ 1155225 w 1728164"/>
              <a:gd name="csY6684" fmla="*/ 1114920 h 1114920"/>
              <a:gd name="csX6685" fmla="*/ 1155394 w 1728164"/>
              <a:gd name="csY6685" fmla="*/ 1114920 h 1114920"/>
              <a:gd name="csX6686" fmla="*/ 1155563 w 1728164"/>
              <a:gd name="csY6686" fmla="*/ 1114920 h 1114920"/>
              <a:gd name="csX6687" fmla="*/ 1155741 w 1728164"/>
              <a:gd name="csY6687" fmla="*/ 1114920 h 1114920"/>
              <a:gd name="csX6688" fmla="*/ 1155910 w 1728164"/>
              <a:gd name="csY6688" fmla="*/ 1114920 h 1114920"/>
              <a:gd name="csX6689" fmla="*/ 1156087 w 1728164"/>
              <a:gd name="csY6689" fmla="*/ 1114920 h 1114920"/>
              <a:gd name="csX6690" fmla="*/ 1156257 w 1728164"/>
              <a:gd name="csY6690" fmla="*/ 1114920 h 1114920"/>
              <a:gd name="csX6691" fmla="*/ 1156434 w 1728164"/>
              <a:gd name="csY6691" fmla="*/ 1114920 h 1114920"/>
              <a:gd name="csX6692" fmla="*/ 1156604 w 1728164"/>
              <a:gd name="csY6692" fmla="*/ 1114920 h 1114920"/>
              <a:gd name="csX6693" fmla="*/ 1156773 w 1728164"/>
              <a:gd name="csY6693" fmla="*/ 1114920 h 1114920"/>
              <a:gd name="csX6694" fmla="*/ 1156951 w 1728164"/>
              <a:gd name="csY6694" fmla="*/ 1114920 h 1114920"/>
              <a:gd name="csX6695" fmla="*/ 1157119 w 1728164"/>
              <a:gd name="csY6695" fmla="*/ 1114920 h 1114920"/>
              <a:gd name="csX6696" fmla="*/ 1157297 w 1728164"/>
              <a:gd name="csY6696" fmla="*/ 1114920 h 1114920"/>
              <a:gd name="csX6697" fmla="*/ 1157466 w 1728164"/>
              <a:gd name="csY6697" fmla="*/ 1114920 h 1114920"/>
              <a:gd name="csX6698" fmla="*/ 1157644 w 1728164"/>
              <a:gd name="csY6698" fmla="*/ 1114920 h 1114920"/>
              <a:gd name="csX6699" fmla="*/ 1157813 w 1728164"/>
              <a:gd name="csY6699" fmla="*/ 1114920 h 1114920"/>
              <a:gd name="csX6700" fmla="*/ 1157982 w 1728164"/>
              <a:gd name="csY6700" fmla="*/ 1114920 h 1114920"/>
              <a:gd name="csX6701" fmla="*/ 1158160 w 1728164"/>
              <a:gd name="csY6701" fmla="*/ 1114920 h 1114920"/>
              <a:gd name="csX6702" fmla="*/ 1158329 w 1728164"/>
              <a:gd name="csY6702" fmla="*/ 1114920 h 1114920"/>
              <a:gd name="csX6703" fmla="*/ 1158507 w 1728164"/>
              <a:gd name="csY6703" fmla="*/ 1114920 h 1114920"/>
              <a:gd name="csX6704" fmla="*/ 1158676 w 1728164"/>
              <a:gd name="csY6704" fmla="*/ 1114920 h 1114920"/>
              <a:gd name="csX6705" fmla="*/ 1158854 w 1728164"/>
              <a:gd name="csY6705" fmla="*/ 1114920 h 1114920"/>
              <a:gd name="csX6706" fmla="*/ 1159023 w 1728164"/>
              <a:gd name="csY6706" fmla="*/ 1114920 h 1114920"/>
              <a:gd name="csX6707" fmla="*/ 1159192 w 1728164"/>
              <a:gd name="csY6707" fmla="*/ 1114920 h 1114920"/>
              <a:gd name="csX6708" fmla="*/ 1159370 w 1728164"/>
              <a:gd name="csY6708" fmla="*/ 1114920 h 1114920"/>
              <a:gd name="csX6709" fmla="*/ 1159539 w 1728164"/>
              <a:gd name="csY6709" fmla="*/ 1114920 h 1114920"/>
              <a:gd name="csX6710" fmla="*/ 1159717 w 1728164"/>
              <a:gd name="csY6710" fmla="*/ 1114920 h 1114920"/>
              <a:gd name="csX6711" fmla="*/ 1159886 w 1728164"/>
              <a:gd name="csY6711" fmla="*/ 1114920 h 1114920"/>
              <a:gd name="csX6712" fmla="*/ 1160064 w 1728164"/>
              <a:gd name="csY6712" fmla="*/ 1114920 h 1114920"/>
              <a:gd name="csX6713" fmla="*/ 1160233 w 1728164"/>
              <a:gd name="csY6713" fmla="*/ 1114920 h 1114920"/>
              <a:gd name="csX6714" fmla="*/ 1160402 w 1728164"/>
              <a:gd name="csY6714" fmla="*/ 1114920 h 1114920"/>
              <a:gd name="csX6715" fmla="*/ 1160580 w 1728164"/>
              <a:gd name="csY6715" fmla="*/ 1114920 h 1114920"/>
              <a:gd name="csX6716" fmla="*/ 1160749 w 1728164"/>
              <a:gd name="csY6716" fmla="*/ 1114920 h 1114920"/>
              <a:gd name="csX6717" fmla="*/ 1160927 w 1728164"/>
              <a:gd name="csY6717" fmla="*/ 1114920 h 1114920"/>
              <a:gd name="csX6718" fmla="*/ 1161096 w 1728164"/>
              <a:gd name="csY6718" fmla="*/ 1114920 h 1114920"/>
              <a:gd name="csX6719" fmla="*/ 1161274 w 1728164"/>
              <a:gd name="csY6719" fmla="*/ 1114920 h 1114920"/>
              <a:gd name="csX6720" fmla="*/ 1161443 w 1728164"/>
              <a:gd name="csY6720" fmla="*/ 1114920 h 1114920"/>
              <a:gd name="csX6721" fmla="*/ 1161612 w 1728164"/>
              <a:gd name="csY6721" fmla="*/ 1114920 h 1114920"/>
              <a:gd name="csX6722" fmla="*/ 1161790 w 1728164"/>
              <a:gd name="csY6722" fmla="*/ 1114920 h 1114920"/>
              <a:gd name="csX6723" fmla="*/ 1161959 w 1728164"/>
              <a:gd name="csY6723" fmla="*/ 1114920 h 1114920"/>
              <a:gd name="csX6724" fmla="*/ 1162137 w 1728164"/>
              <a:gd name="csY6724" fmla="*/ 1114920 h 1114920"/>
              <a:gd name="csX6725" fmla="*/ 1162306 w 1728164"/>
              <a:gd name="csY6725" fmla="*/ 1114920 h 1114920"/>
              <a:gd name="csX6726" fmla="*/ 1162484 w 1728164"/>
              <a:gd name="csY6726" fmla="*/ 1114920 h 1114920"/>
              <a:gd name="csX6727" fmla="*/ 1162653 w 1728164"/>
              <a:gd name="csY6727" fmla="*/ 1114920 h 1114920"/>
              <a:gd name="csX6728" fmla="*/ 1162822 w 1728164"/>
              <a:gd name="csY6728" fmla="*/ 1114920 h 1114920"/>
              <a:gd name="csX6729" fmla="*/ 1163000 w 1728164"/>
              <a:gd name="csY6729" fmla="*/ 1114920 h 1114920"/>
              <a:gd name="csX6730" fmla="*/ 1163169 w 1728164"/>
              <a:gd name="csY6730" fmla="*/ 1114920 h 1114920"/>
              <a:gd name="csX6731" fmla="*/ 1163347 w 1728164"/>
              <a:gd name="csY6731" fmla="*/ 1114920 h 1114920"/>
              <a:gd name="csX6732" fmla="*/ 1163516 w 1728164"/>
              <a:gd name="csY6732" fmla="*/ 1114920 h 1114920"/>
              <a:gd name="csX6733" fmla="*/ 1163694 w 1728164"/>
              <a:gd name="csY6733" fmla="*/ 1114920 h 1114920"/>
              <a:gd name="csX6734" fmla="*/ 1163863 w 1728164"/>
              <a:gd name="csY6734" fmla="*/ 1114920 h 1114920"/>
              <a:gd name="csX6735" fmla="*/ 1164032 w 1728164"/>
              <a:gd name="csY6735" fmla="*/ 1114920 h 1114920"/>
              <a:gd name="csX6736" fmla="*/ 1164210 w 1728164"/>
              <a:gd name="csY6736" fmla="*/ 1114920 h 1114920"/>
              <a:gd name="csX6737" fmla="*/ 1164379 w 1728164"/>
              <a:gd name="csY6737" fmla="*/ 1114920 h 1114920"/>
              <a:gd name="csX6738" fmla="*/ 1164557 w 1728164"/>
              <a:gd name="csY6738" fmla="*/ 1114920 h 1114920"/>
              <a:gd name="csX6739" fmla="*/ 1164726 w 1728164"/>
              <a:gd name="csY6739" fmla="*/ 1114920 h 1114920"/>
              <a:gd name="csX6740" fmla="*/ 1164904 w 1728164"/>
              <a:gd name="csY6740" fmla="*/ 1114920 h 1114920"/>
              <a:gd name="csX6741" fmla="*/ 1165073 w 1728164"/>
              <a:gd name="csY6741" fmla="*/ 1114920 h 1114920"/>
              <a:gd name="csX6742" fmla="*/ 1165242 w 1728164"/>
              <a:gd name="csY6742" fmla="*/ 1114920 h 1114920"/>
              <a:gd name="csX6743" fmla="*/ 1165420 w 1728164"/>
              <a:gd name="csY6743" fmla="*/ 1114920 h 1114920"/>
              <a:gd name="csX6744" fmla="*/ 1165589 w 1728164"/>
              <a:gd name="csY6744" fmla="*/ 1114920 h 1114920"/>
              <a:gd name="csX6745" fmla="*/ 1165767 w 1728164"/>
              <a:gd name="csY6745" fmla="*/ 1114920 h 1114920"/>
              <a:gd name="csX6746" fmla="*/ 1165936 w 1728164"/>
              <a:gd name="csY6746" fmla="*/ 1114920 h 1114920"/>
              <a:gd name="csX6747" fmla="*/ 1166105 w 1728164"/>
              <a:gd name="csY6747" fmla="*/ 1114920 h 1114920"/>
              <a:gd name="csX6748" fmla="*/ 1166283 w 1728164"/>
              <a:gd name="csY6748" fmla="*/ 1114920 h 1114920"/>
              <a:gd name="csX6749" fmla="*/ 1166452 w 1728164"/>
              <a:gd name="csY6749" fmla="*/ 1114920 h 1114920"/>
              <a:gd name="csX6750" fmla="*/ 1166630 w 1728164"/>
              <a:gd name="csY6750" fmla="*/ 1114920 h 1114920"/>
              <a:gd name="csX6751" fmla="*/ 1166799 w 1728164"/>
              <a:gd name="csY6751" fmla="*/ 1114920 h 1114920"/>
              <a:gd name="csX6752" fmla="*/ 1166977 w 1728164"/>
              <a:gd name="csY6752" fmla="*/ 1114920 h 1114920"/>
              <a:gd name="csX6753" fmla="*/ 1167146 w 1728164"/>
              <a:gd name="csY6753" fmla="*/ 1114920 h 1114920"/>
              <a:gd name="csX6754" fmla="*/ 1167315 w 1728164"/>
              <a:gd name="csY6754" fmla="*/ 1114920 h 1114920"/>
              <a:gd name="csX6755" fmla="*/ 1167493 w 1728164"/>
              <a:gd name="csY6755" fmla="*/ 1114920 h 1114920"/>
              <a:gd name="csX6756" fmla="*/ 1167662 w 1728164"/>
              <a:gd name="csY6756" fmla="*/ 1114920 h 1114920"/>
              <a:gd name="csX6757" fmla="*/ 1167840 w 1728164"/>
              <a:gd name="csY6757" fmla="*/ 1114920 h 1114920"/>
              <a:gd name="csX6758" fmla="*/ 1168009 w 1728164"/>
              <a:gd name="csY6758" fmla="*/ 1114920 h 1114920"/>
              <a:gd name="csX6759" fmla="*/ 1168187 w 1728164"/>
              <a:gd name="csY6759" fmla="*/ 1114920 h 1114920"/>
              <a:gd name="csX6760" fmla="*/ 1168356 w 1728164"/>
              <a:gd name="csY6760" fmla="*/ 1114920 h 1114920"/>
              <a:gd name="csX6761" fmla="*/ 1168525 w 1728164"/>
              <a:gd name="csY6761" fmla="*/ 1114920 h 1114920"/>
              <a:gd name="csX6762" fmla="*/ 1168703 w 1728164"/>
              <a:gd name="csY6762" fmla="*/ 1114920 h 1114920"/>
              <a:gd name="csX6763" fmla="*/ 1168872 w 1728164"/>
              <a:gd name="csY6763" fmla="*/ 1114920 h 1114920"/>
              <a:gd name="csX6764" fmla="*/ 1169050 w 1728164"/>
              <a:gd name="csY6764" fmla="*/ 1114920 h 1114920"/>
              <a:gd name="csX6765" fmla="*/ 1169219 w 1728164"/>
              <a:gd name="csY6765" fmla="*/ 1114920 h 1114920"/>
              <a:gd name="csX6766" fmla="*/ 1169397 w 1728164"/>
              <a:gd name="csY6766" fmla="*/ 1114920 h 1114920"/>
              <a:gd name="csX6767" fmla="*/ 1169566 w 1728164"/>
              <a:gd name="csY6767" fmla="*/ 1114920 h 1114920"/>
              <a:gd name="csX6768" fmla="*/ 1169735 w 1728164"/>
              <a:gd name="csY6768" fmla="*/ 1114920 h 1114920"/>
              <a:gd name="csX6769" fmla="*/ 1169913 w 1728164"/>
              <a:gd name="csY6769" fmla="*/ 1114920 h 1114920"/>
              <a:gd name="csX6770" fmla="*/ 1170082 w 1728164"/>
              <a:gd name="csY6770" fmla="*/ 1114920 h 1114920"/>
              <a:gd name="csX6771" fmla="*/ 1170260 w 1728164"/>
              <a:gd name="csY6771" fmla="*/ 1114920 h 1114920"/>
              <a:gd name="csX6772" fmla="*/ 1170429 w 1728164"/>
              <a:gd name="csY6772" fmla="*/ 1114920 h 1114920"/>
              <a:gd name="csX6773" fmla="*/ 1170607 w 1728164"/>
              <a:gd name="csY6773" fmla="*/ 1114920 h 1114920"/>
              <a:gd name="csX6774" fmla="*/ 1170776 w 1728164"/>
              <a:gd name="csY6774" fmla="*/ 1114920 h 1114920"/>
              <a:gd name="csX6775" fmla="*/ 1170945 w 1728164"/>
              <a:gd name="csY6775" fmla="*/ 1114920 h 1114920"/>
              <a:gd name="csX6776" fmla="*/ 1171122 w 1728164"/>
              <a:gd name="csY6776" fmla="*/ 1114920 h 1114920"/>
              <a:gd name="csX6777" fmla="*/ 1171292 w 1728164"/>
              <a:gd name="csY6777" fmla="*/ 1114920 h 1114920"/>
              <a:gd name="csX6778" fmla="*/ 1171469 w 1728164"/>
              <a:gd name="csY6778" fmla="*/ 1114920 h 1114920"/>
              <a:gd name="csX6779" fmla="*/ 1171639 w 1728164"/>
              <a:gd name="csY6779" fmla="*/ 1114920 h 1114920"/>
              <a:gd name="csX6780" fmla="*/ 1171816 w 1728164"/>
              <a:gd name="csY6780" fmla="*/ 1114920 h 1114920"/>
              <a:gd name="csX6781" fmla="*/ 1171986 w 1728164"/>
              <a:gd name="csY6781" fmla="*/ 1114920 h 1114920"/>
              <a:gd name="csX6782" fmla="*/ 1172155 w 1728164"/>
              <a:gd name="csY6782" fmla="*/ 1114920 h 1114920"/>
              <a:gd name="csX6783" fmla="*/ 1172332 w 1728164"/>
              <a:gd name="csY6783" fmla="*/ 1114920 h 1114920"/>
              <a:gd name="csX6784" fmla="*/ 1172501 w 1728164"/>
              <a:gd name="csY6784" fmla="*/ 1114920 h 1114920"/>
              <a:gd name="csX6785" fmla="*/ 1172679 w 1728164"/>
              <a:gd name="csY6785" fmla="*/ 1114920 h 1114920"/>
              <a:gd name="csX6786" fmla="*/ 1172848 w 1728164"/>
              <a:gd name="csY6786" fmla="*/ 1114920 h 1114920"/>
              <a:gd name="csX6787" fmla="*/ 1173026 w 1728164"/>
              <a:gd name="csY6787" fmla="*/ 1114920 h 1114920"/>
              <a:gd name="csX6788" fmla="*/ 1173195 w 1728164"/>
              <a:gd name="csY6788" fmla="*/ 1114920 h 1114920"/>
              <a:gd name="csX6789" fmla="*/ 1173364 w 1728164"/>
              <a:gd name="csY6789" fmla="*/ 1114920 h 1114920"/>
              <a:gd name="csX6790" fmla="*/ 1173542 w 1728164"/>
              <a:gd name="csY6790" fmla="*/ 1114920 h 1114920"/>
              <a:gd name="csX6791" fmla="*/ 1173711 w 1728164"/>
              <a:gd name="csY6791" fmla="*/ 1114920 h 1114920"/>
              <a:gd name="csX6792" fmla="*/ 1173889 w 1728164"/>
              <a:gd name="csY6792" fmla="*/ 1114920 h 1114920"/>
              <a:gd name="csX6793" fmla="*/ 1174058 w 1728164"/>
              <a:gd name="csY6793" fmla="*/ 1114920 h 1114920"/>
              <a:gd name="csX6794" fmla="*/ 1174236 w 1728164"/>
              <a:gd name="csY6794" fmla="*/ 1114920 h 1114920"/>
              <a:gd name="csX6795" fmla="*/ 1174405 w 1728164"/>
              <a:gd name="csY6795" fmla="*/ 1114920 h 1114920"/>
              <a:gd name="csX6796" fmla="*/ 1174574 w 1728164"/>
              <a:gd name="csY6796" fmla="*/ 1114920 h 1114920"/>
              <a:gd name="csX6797" fmla="*/ 1174752 w 1728164"/>
              <a:gd name="csY6797" fmla="*/ 1114920 h 1114920"/>
              <a:gd name="csX6798" fmla="*/ 1174921 w 1728164"/>
              <a:gd name="csY6798" fmla="*/ 1114920 h 1114920"/>
              <a:gd name="csX6799" fmla="*/ 1175099 w 1728164"/>
              <a:gd name="csY6799" fmla="*/ 1114920 h 1114920"/>
              <a:gd name="csX6800" fmla="*/ 1175268 w 1728164"/>
              <a:gd name="csY6800" fmla="*/ 1114920 h 1114920"/>
              <a:gd name="csX6801" fmla="*/ 1175446 w 1728164"/>
              <a:gd name="csY6801" fmla="*/ 1114920 h 1114920"/>
              <a:gd name="csX6802" fmla="*/ 1175615 w 1728164"/>
              <a:gd name="csY6802" fmla="*/ 1114920 h 1114920"/>
              <a:gd name="csX6803" fmla="*/ 1175784 w 1728164"/>
              <a:gd name="csY6803" fmla="*/ 1114920 h 1114920"/>
              <a:gd name="csX6804" fmla="*/ 1175962 w 1728164"/>
              <a:gd name="csY6804" fmla="*/ 1114920 h 1114920"/>
              <a:gd name="csX6805" fmla="*/ 1176131 w 1728164"/>
              <a:gd name="csY6805" fmla="*/ 1114920 h 1114920"/>
              <a:gd name="csX6806" fmla="*/ 1176309 w 1728164"/>
              <a:gd name="csY6806" fmla="*/ 1114920 h 1114920"/>
              <a:gd name="csX6807" fmla="*/ 1176478 w 1728164"/>
              <a:gd name="csY6807" fmla="*/ 1114920 h 1114920"/>
              <a:gd name="csX6808" fmla="*/ 1176656 w 1728164"/>
              <a:gd name="csY6808" fmla="*/ 1114920 h 1114920"/>
              <a:gd name="csX6809" fmla="*/ 1176825 w 1728164"/>
              <a:gd name="csY6809" fmla="*/ 1114920 h 1114920"/>
              <a:gd name="csX6810" fmla="*/ 1176994 w 1728164"/>
              <a:gd name="csY6810" fmla="*/ 1114920 h 1114920"/>
              <a:gd name="csX6811" fmla="*/ 1177172 w 1728164"/>
              <a:gd name="csY6811" fmla="*/ 1114920 h 1114920"/>
              <a:gd name="csX6812" fmla="*/ 1177341 w 1728164"/>
              <a:gd name="csY6812" fmla="*/ 1114920 h 1114920"/>
              <a:gd name="csX6813" fmla="*/ 1177519 w 1728164"/>
              <a:gd name="csY6813" fmla="*/ 1114920 h 1114920"/>
              <a:gd name="csX6814" fmla="*/ 1177688 w 1728164"/>
              <a:gd name="csY6814" fmla="*/ 1114920 h 1114920"/>
              <a:gd name="csX6815" fmla="*/ 1177866 w 1728164"/>
              <a:gd name="csY6815" fmla="*/ 1114920 h 1114920"/>
              <a:gd name="csX6816" fmla="*/ 1178035 w 1728164"/>
              <a:gd name="csY6816" fmla="*/ 1114920 h 1114920"/>
              <a:gd name="csX6817" fmla="*/ 1178204 w 1728164"/>
              <a:gd name="csY6817" fmla="*/ 1114920 h 1114920"/>
              <a:gd name="csX6818" fmla="*/ 1178382 w 1728164"/>
              <a:gd name="csY6818" fmla="*/ 1114920 h 1114920"/>
              <a:gd name="csX6819" fmla="*/ 1178551 w 1728164"/>
              <a:gd name="csY6819" fmla="*/ 1114920 h 1114920"/>
              <a:gd name="csX6820" fmla="*/ 1178729 w 1728164"/>
              <a:gd name="csY6820" fmla="*/ 1114920 h 1114920"/>
              <a:gd name="csX6821" fmla="*/ 1178898 w 1728164"/>
              <a:gd name="csY6821" fmla="*/ 1114920 h 1114920"/>
              <a:gd name="csX6822" fmla="*/ 1179076 w 1728164"/>
              <a:gd name="csY6822" fmla="*/ 1114920 h 1114920"/>
              <a:gd name="csX6823" fmla="*/ 1179245 w 1728164"/>
              <a:gd name="csY6823" fmla="*/ 1114920 h 1114920"/>
              <a:gd name="csX6824" fmla="*/ 1179414 w 1728164"/>
              <a:gd name="csY6824" fmla="*/ 1114920 h 1114920"/>
              <a:gd name="csX6825" fmla="*/ 1179592 w 1728164"/>
              <a:gd name="csY6825" fmla="*/ 1114920 h 1114920"/>
              <a:gd name="csX6826" fmla="*/ 1179761 w 1728164"/>
              <a:gd name="csY6826" fmla="*/ 1114920 h 1114920"/>
              <a:gd name="csX6827" fmla="*/ 1179939 w 1728164"/>
              <a:gd name="csY6827" fmla="*/ 1114920 h 1114920"/>
              <a:gd name="csX6828" fmla="*/ 1180108 w 1728164"/>
              <a:gd name="csY6828" fmla="*/ 1114920 h 1114920"/>
              <a:gd name="csX6829" fmla="*/ 1180286 w 1728164"/>
              <a:gd name="csY6829" fmla="*/ 1114920 h 1114920"/>
              <a:gd name="csX6830" fmla="*/ 1180455 w 1728164"/>
              <a:gd name="csY6830" fmla="*/ 1114920 h 1114920"/>
              <a:gd name="csX6831" fmla="*/ 1180624 w 1728164"/>
              <a:gd name="csY6831" fmla="*/ 1114920 h 1114920"/>
              <a:gd name="csX6832" fmla="*/ 1180802 w 1728164"/>
              <a:gd name="csY6832" fmla="*/ 1114920 h 1114920"/>
              <a:gd name="csX6833" fmla="*/ 1180971 w 1728164"/>
              <a:gd name="csY6833" fmla="*/ 1114920 h 1114920"/>
              <a:gd name="csX6834" fmla="*/ 1181149 w 1728164"/>
              <a:gd name="csY6834" fmla="*/ 1114920 h 1114920"/>
              <a:gd name="csX6835" fmla="*/ 1181318 w 1728164"/>
              <a:gd name="csY6835" fmla="*/ 1114920 h 1114920"/>
              <a:gd name="csX6836" fmla="*/ 1181496 w 1728164"/>
              <a:gd name="csY6836" fmla="*/ 1114920 h 1114920"/>
              <a:gd name="csX6837" fmla="*/ 1181665 w 1728164"/>
              <a:gd name="csY6837" fmla="*/ 1114920 h 1114920"/>
              <a:gd name="csX6838" fmla="*/ 1181834 w 1728164"/>
              <a:gd name="csY6838" fmla="*/ 1114920 h 1114920"/>
              <a:gd name="csX6839" fmla="*/ 1182012 w 1728164"/>
              <a:gd name="csY6839" fmla="*/ 1114920 h 1114920"/>
              <a:gd name="csX6840" fmla="*/ 1182181 w 1728164"/>
              <a:gd name="csY6840" fmla="*/ 1114920 h 1114920"/>
              <a:gd name="csX6841" fmla="*/ 1182359 w 1728164"/>
              <a:gd name="csY6841" fmla="*/ 1114920 h 1114920"/>
              <a:gd name="csX6842" fmla="*/ 1182528 w 1728164"/>
              <a:gd name="csY6842" fmla="*/ 1114920 h 1114920"/>
              <a:gd name="csX6843" fmla="*/ 1182706 w 1728164"/>
              <a:gd name="csY6843" fmla="*/ 1114920 h 1114920"/>
              <a:gd name="csX6844" fmla="*/ 1182875 w 1728164"/>
              <a:gd name="csY6844" fmla="*/ 1114920 h 1114920"/>
              <a:gd name="csX6845" fmla="*/ 1183044 w 1728164"/>
              <a:gd name="csY6845" fmla="*/ 1114920 h 1114920"/>
              <a:gd name="csX6846" fmla="*/ 1183222 w 1728164"/>
              <a:gd name="csY6846" fmla="*/ 1114920 h 1114920"/>
              <a:gd name="csX6847" fmla="*/ 1183391 w 1728164"/>
              <a:gd name="csY6847" fmla="*/ 1114920 h 1114920"/>
              <a:gd name="csX6848" fmla="*/ 1183569 w 1728164"/>
              <a:gd name="csY6848" fmla="*/ 1114920 h 1114920"/>
              <a:gd name="csX6849" fmla="*/ 1183738 w 1728164"/>
              <a:gd name="csY6849" fmla="*/ 1114920 h 1114920"/>
              <a:gd name="csX6850" fmla="*/ 1183916 w 1728164"/>
              <a:gd name="csY6850" fmla="*/ 1114920 h 1114920"/>
              <a:gd name="csX6851" fmla="*/ 1184085 w 1728164"/>
              <a:gd name="csY6851" fmla="*/ 1114920 h 1114920"/>
              <a:gd name="csX6852" fmla="*/ 1184254 w 1728164"/>
              <a:gd name="csY6852" fmla="*/ 1114920 h 1114920"/>
              <a:gd name="csX6853" fmla="*/ 1184432 w 1728164"/>
              <a:gd name="csY6853" fmla="*/ 1114920 h 1114920"/>
              <a:gd name="csX6854" fmla="*/ 1184601 w 1728164"/>
              <a:gd name="csY6854" fmla="*/ 1114920 h 1114920"/>
              <a:gd name="csX6855" fmla="*/ 1184779 w 1728164"/>
              <a:gd name="csY6855" fmla="*/ 1114920 h 1114920"/>
              <a:gd name="csX6856" fmla="*/ 1184948 w 1728164"/>
              <a:gd name="csY6856" fmla="*/ 1114920 h 1114920"/>
              <a:gd name="csX6857" fmla="*/ 1185117 w 1728164"/>
              <a:gd name="csY6857" fmla="*/ 1114920 h 1114920"/>
              <a:gd name="csX6858" fmla="*/ 1185295 w 1728164"/>
              <a:gd name="csY6858" fmla="*/ 1114920 h 1114920"/>
              <a:gd name="csX6859" fmla="*/ 1185464 w 1728164"/>
              <a:gd name="csY6859" fmla="*/ 1114920 h 1114920"/>
              <a:gd name="csX6860" fmla="*/ 1185642 w 1728164"/>
              <a:gd name="csY6860" fmla="*/ 1114920 h 1114920"/>
              <a:gd name="csX6861" fmla="*/ 1185811 w 1728164"/>
              <a:gd name="csY6861" fmla="*/ 1114920 h 1114920"/>
              <a:gd name="csX6862" fmla="*/ 1185989 w 1728164"/>
              <a:gd name="csY6862" fmla="*/ 1114920 h 1114920"/>
              <a:gd name="csX6863" fmla="*/ 1186158 w 1728164"/>
              <a:gd name="csY6863" fmla="*/ 1114920 h 1114920"/>
              <a:gd name="csX6864" fmla="*/ 1186327 w 1728164"/>
              <a:gd name="csY6864" fmla="*/ 1114920 h 1114920"/>
              <a:gd name="csX6865" fmla="*/ 1186504 w 1728164"/>
              <a:gd name="csY6865" fmla="*/ 1114920 h 1114920"/>
              <a:gd name="csX6866" fmla="*/ 1186673 w 1728164"/>
              <a:gd name="csY6866" fmla="*/ 1114920 h 1114920"/>
              <a:gd name="csX6867" fmla="*/ 1186851 w 1728164"/>
              <a:gd name="csY6867" fmla="*/ 1114920 h 1114920"/>
              <a:gd name="csX6868" fmla="*/ 1187020 w 1728164"/>
              <a:gd name="csY6868" fmla="*/ 1114920 h 1114920"/>
              <a:gd name="csX6869" fmla="*/ 1187198 w 1728164"/>
              <a:gd name="csY6869" fmla="*/ 1114920 h 1114920"/>
              <a:gd name="csX6870" fmla="*/ 1187367 w 1728164"/>
              <a:gd name="csY6870" fmla="*/ 1114920 h 1114920"/>
              <a:gd name="csX6871" fmla="*/ 1187537 w 1728164"/>
              <a:gd name="csY6871" fmla="*/ 1114920 h 1114920"/>
              <a:gd name="csX6872" fmla="*/ 1187714 w 1728164"/>
              <a:gd name="csY6872" fmla="*/ 1114920 h 1114920"/>
              <a:gd name="csX6873" fmla="*/ 1187883 w 1728164"/>
              <a:gd name="csY6873" fmla="*/ 1114920 h 1114920"/>
              <a:gd name="csX6874" fmla="*/ 1188061 w 1728164"/>
              <a:gd name="csY6874" fmla="*/ 1114920 h 1114920"/>
              <a:gd name="csX6875" fmla="*/ 1188230 w 1728164"/>
              <a:gd name="csY6875" fmla="*/ 1114920 h 1114920"/>
              <a:gd name="csX6876" fmla="*/ 1188408 w 1728164"/>
              <a:gd name="csY6876" fmla="*/ 1114920 h 1114920"/>
              <a:gd name="csX6877" fmla="*/ 1188577 w 1728164"/>
              <a:gd name="csY6877" fmla="*/ 1114920 h 1114920"/>
              <a:gd name="csX6878" fmla="*/ 1188746 w 1728164"/>
              <a:gd name="csY6878" fmla="*/ 1114920 h 1114920"/>
              <a:gd name="csX6879" fmla="*/ 1188924 w 1728164"/>
              <a:gd name="csY6879" fmla="*/ 1114920 h 1114920"/>
              <a:gd name="csX6880" fmla="*/ 1189093 w 1728164"/>
              <a:gd name="csY6880" fmla="*/ 1114920 h 1114920"/>
              <a:gd name="csX6881" fmla="*/ 1189271 w 1728164"/>
              <a:gd name="csY6881" fmla="*/ 1114920 h 1114920"/>
              <a:gd name="csX6882" fmla="*/ 1189440 w 1728164"/>
              <a:gd name="csY6882" fmla="*/ 1114920 h 1114920"/>
              <a:gd name="csX6883" fmla="*/ 1189618 w 1728164"/>
              <a:gd name="csY6883" fmla="*/ 1114920 h 1114920"/>
              <a:gd name="csX6884" fmla="*/ 1189787 w 1728164"/>
              <a:gd name="csY6884" fmla="*/ 1114920 h 1114920"/>
              <a:gd name="csX6885" fmla="*/ 1189956 w 1728164"/>
              <a:gd name="csY6885" fmla="*/ 1114920 h 1114920"/>
              <a:gd name="csX6886" fmla="*/ 1190134 w 1728164"/>
              <a:gd name="csY6886" fmla="*/ 1114920 h 1114920"/>
              <a:gd name="csX6887" fmla="*/ 1190303 w 1728164"/>
              <a:gd name="csY6887" fmla="*/ 1114920 h 1114920"/>
              <a:gd name="csX6888" fmla="*/ 1190481 w 1728164"/>
              <a:gd name="csY6888" fmla="*/ 1114920 h 1114920"/>
              <a:gd name="csX6889" fmla="*/ 1190650 w 1728164"/>
              <a:gd name="csY6889" fmla="*/ 1114920 h 1114920"/>
              <a:gd name="csX6890" fmla="*/ 1190828 w 1728164"/>
              <a:gd name="csY6890" fmla="*/ 1114920 h 1114920"/>
              <a:gd name="csX6891" fmla="*/ 1190997 w 1728164"/>
              <a:gd name="csY6891" fmla="*/ 1114920 h 1114920"/>
              <a:gd name="csX6892" fmla="*/ 1191166 w 1728164"/>
              <a:gd name="csY6892" fmla="*/ 1114920 h 1114920"/>
              <a:gd name="csX6893" fmla="*/ 1191344 w 1728164"/>
              <a:gd name="csY6893" fmla="*/ 1114920 h 1114920"/>
              <a:gd name="csX6894" fmla="*/ 1191513 w 1728164"/>
              <a:gd name="csY6894" fmla="*/ 1114920 h 1114920"/>
              <a:gd name="csX6895" fmla="*/ 1191691 w 1728164"/>
              <a:gd name="csY6895" fmla="*/ 1114920 h 1114920"/>
              <a:gd name="csX6896" fmla="*/ 1191860 w 1728164"/>
              <a:gd name="csY6896" fmla="*/ 1114920 h 1114920"/>
              <a:gd name="csX6897" fmla="*/ 1192038 w 1728164"/>
              <a:gd name="csY6897" fmla="*/ 1114920 h 1114920"/>
              <a:gd name="csX6898" fmla="*/ 1192207 w 1728164"/>
              <a:gd name="csY6898" fmla="*/ 1114920 h 1114920"/>
              <a:gd name="csX6899" fmla="*/ 1192376 w 1728164"/>
              <a:gd name="csY6899" fmla="*/ 1114920 h 1114920"/>
              <a:gd name="csX6900" fmla="*/ 1192554 w 1728164"/>
              <a:gd name="csY6900" fmla="*/ 1114920 h 1114920"/>
              <a:gd name="csX6901" fmla="*/ 1192723 w 1728164"/>
              <a:gd name="csY6901" fmla="*/ 1114920 h 1114920"/>
              <a:gd name="csX6902" fmla="*/ 1192901 w 1728164"/>
              <a:gd name="csY6902" fmla="*/ 1114920 h 1114920"/>
              <a:gd name="csX6903" fmla="*/ 1193070 w 1728164"/>
              <a:gd name="csY6903" fmla="*/ 1114920 h 1114920"/>
              <a:gd name="csX6904" fmla="*/ 1193248 w 1728164"/>
              <a:gd name="csY6904" fmla="*/ 1114920 h 1114920"/>
              <a:gd name="csX6905" fmla="*/ 1193417 w 1728164"/>
              <a:gd name="csY6905" fmla="*/ 1114920 h 1114920"/>
              <a:gd name="csX6906" fmla="*/ 1193586 w 1728164"/>
              <a:gd name="csY6906" fmla="*/ 1114920 h 1114920"/>
              <a:gd name="csX6907" fmla="*/ 1193764 w 1728164"/>
              <a:gd name="csY6907" fmla="*/ 1114920 h 1114920"/>
              <a:gd name="csX6908" fmla="*/ 1193933 w 1728164"/>
              <a:gd name="csY6908" fmla="*/ 1114920 h 1114920"/>
              <a:gd name="csX6909" fmla="*/ 1194111 w 1728164"/>
              <a:gd name="csY6909" fmla="*/ 1114920 h 1114920"/>
              <a:gd name="csX6910" fmla="*/ 1194280 w 1728164"/>
              <a:gd name="csY6910" fmla="*/ 1114920 h 1114920"/>
              <a:gd name="csX6911" fmla="*/ 1194458 w 1728164"/>
              <a:gd name="csY6911" fmla="*/ 1114920 h 1114920"/>
              <a:gd name="csX6912" fmla="*/ 1194627 w 1728164"/>
              <a:gd name="csY6912" fmla="*/ 1114920 h 1114920"/>
              <a:gd name="csX6913" fmla="*/ 1194796 w 1728164"/>
              <a:gd name="csY6913" fmla="*/ 1114920 h 1114920"/>
              <a:gd name="csX6914" fmla="*/ 1194974 w 1728164"/>
              <a:gd name="csY6914" fmla="*/ 1114920 h 1114920"/>
              <a:gd name="csX6915" fmla="*/ 1195143 w 1728164"/>
              <a:gd name="csY6915" fmla="*/ 1114920 h 1114920"/>
              <a:gd name="csX6916" fmla="*/ 1195321 w 1728164"/>
              <a:gd name="csY6916" fmla="*/ 1114920 h 1114920"/>
              <a:gd name="csX6917" fmla="*/ 1195490 w 1728164"/>
              <a:gd name="csY6917" fmla="*/ 1114920 h 1114920"/>
              <a:gd name="csX6918" fmla="*/ 1195668 w 1728164"/>
              <a:gd name="csY6918" fmla="*/ 1114920 h 1114920"/>
              <a:gd name="csX6919" fmla="*/ 1195837 w 1728164"/>
              <a:gd name="csY6919" fmla="*/ 1114920 h 1114920"/>
              <a:gd name="csX6920" fmla="*/ 1196006 w 1728164"/>
              <a:gd name="csY6920" fmla="*/ 1114920 h 1114920"/>
              <a:gd name="csX6921" fmla="*/ 1196184 w 1728164"/>
              <a:gd name="csY6921" fmla="*/ 1114920 h 1114920"/>
              <a:gd name="csX6922" fmla="*/ 1196353 w 1728164"/>
              <a:gd name="csY6922" fmla="*/ 1114920 h 1114920"/>
              <a:gd name="csX6923" fmla="*/ 1196531 w 1728164"/>
              <a:gd name="csY6923" fmla="*/ 1114920 h 1114920"/>
              <a:gd name="csX6924" fmla="*/ 1196700 w 1728164"/>
              <a:gd name="csY6924" fmla="*/ 1114920 h 1114920"/>
              <a:gd name="csX6925" fmla="*/ 1196878 w 1728164"/>
              <a:gd name="csY6925" fmla="*/ 1114920 h 1114920"/>
              <a:gd name="csX6926" fmla="*/ 1197047 w 1728164"/>
              <a:gd name="csY6926" fmla="*/ 1114920 h 1114920"/>
              <a:gd name="csX6927" fmla="*/ 1197216 w 1728164"/>
              <a:gd name="csY6927" fmla="*/ 1114920 h 1114920"/>
              <a:gd name="csX6928" fmla="*/ 1197394 w 1728164"/>
              <a:gd name="csY6928" fmla="*/ 1114920 h 1114920"/>
              <a:gd name="csX6929" fmla="*/ 1197563 w 1728164"/>
              <a:gd name="csY6929" fmla="*/ 1114920 h 1114920"/>
              <a:gd name="csX6930" fmla="*/ 1197741 w 1728164"/>
              <a:gd name="csY6930" fmla="*/ 1114920 h 1114920"/>
              <a:gd name="csX6931" fmla="*/ 1197910 w 1728164"/>
              <a:gd name="csY6931" fmla="*/ 1114920 h 1114920"/>
              <a:gd name="csX6932" fmla="*/ 1198088 w 1728164"/>
              <a:gd name="csY6932" fmla="*/ 1114920 h 1114920"/>
              <a:gd name="csX6933" fmla="*/ 1198257 w 1728164"/>
              <a:gd name="csY6933" fmla="*/ 1114920 h 1114920"/>
              <a:gd name="csX6934" fmla="*/ 1198426 w 1728164"/>
              <a:gd name="csY6934" fmla="*/ 1114920 h 1114920"/>
              <a:gd name="csX6935" fmla="*/ 1198604 w 1728164"/>
              <a:gd name="csY6935" fmla="*/ 1114920 h 1114920"/>
              <a:gd name="csX6936" fmla="*/ 1198773 w 1728164"/>
              <a:gd name="csY6936" fmla="*/ 1114920 h 1114920"/>
              <a:gd name="csX6937" fmla="*/ 1198951 w 1728164"/>
              <a:gd name="csY6937" fmla="*/ 1114920 h 1114920"/>
              <a:gd name="csX6938" fmla="*/ 1199120 w 1728164"/>
              <a:gd name="csY6938" fmla="*/ 1114920 h 1114920"/>
              <a:gd name="csX6939" fmla="*/ 1199298 w 1728164"/>
              <a:gd name="csY6939" fmla="*/ 1114920 h 1114920"/>
              <a:gd name="csX6940" fmla="*/ 1199467 w 1728164"/>
              <a:gd name="csY6940" fmla="*/ 1114920 h 1114920"/>
              <a:gd name="csX6941" fmla="*/ 1199636 w 1728164"/>
              <a:gd name="csY6941" fmla="*/ 1114920 h 1114920"/>
              <a:gd name="csX6942" fmla="*/ 1199814 w 1728164"/>
              <a:gd name="csY6942" fmla="*/ 1114920 h 1114920"/>
              <a:gd name="csX6943" fmla="*/ 1199983 w 1728164"/>
              <a:gd name="csY6943" fmla="*/ 1114920 h 1114920"/>
              <a:gd name="csX6944" fmla="*/ 1200161 w 1728164"/>
              <a:gd name="csY6944" fmla="*/ 1114920 h 1114920"/>
              <a:gd name="csX6945" fmla="*/ 1200330 w 1728164"/>
              <a:gd name="csY6945" fmla="*/ 1114920 h 1114920"/>
              <a:gd name="csX6946" fmla="*/ 1200507 w 1728164"/>
              <a:gd name="csY6946" fmla="*/ 1114920 h 1114920"/>
              <a:gd name="csX6947" fmla="*/ 1200677 w 1728164"/>
              <a:gd name="csY6947" fmla="*/ 1114920 h 1114920"/>
              <a:gd name="csX6948" fmla="*/ 1200846 w 1728164"/>
              <a:gd name="csY6948" fmla="*/ 1114920 h 1114920"/>
              <a:gd name="csX6949" fmla="*/ 1201023 w 1728164"/>
              <a:gd name="csY6949" fmla="*/ 1114920 h 1114920"/>
              <a:gd name="csX6950" fmla="*/ 1201193 w 1728164"/>
              <a:gd name="csY6950" fmla="*/ 1114920 h 1114920"/>
              <a:gd name="csX6951" fmla="*/ 1201370 w 1728164"/>
              <a:gd name="csY6951" fmla="*/ 1114920 h 1114920"/>
              <a:gd name="csX6952" fmla="*/ 1201540 w 1728164"/>
              <a:gd name="csY6952" fmla="*/ 1114920 h 1114920"/>
              <a:gd name="csX6953" fmla="*/ 1201717 w 1728164"/>
              <a:gd name="csY6953" fmla="*/ 1114920 h 1114920"/>
              <a:gd name="csX6954" fmla="*/ 1201886 w 1728164"/>
              <a:gd name="csY6954" fmla="*/ 1114920 h 1114920"/>
              <a:gd name="csX6955" fmla="*/ 1202055 w 1728164"/>
              <a:gd name="csY6955" fmla="*/ 1114920 h 1114920"/>
              <a:gd name="csX6956" fmla="*/ 1202233 w 1728164"/>
              <a:gd name="csY6956" fmla="*/ 1114920 h 1114920"/>
              <a:gd name="csX6957" fmla="*/ 1202402 w 1728164"/>
              <a:gd name="csY6957" fmla="*/ 1114920 h 1114920"/>
              <a:gd name="csX6958" fmla="*/ 1202580 w 1728164"/>
              <a:gd name="csY6958" fmla="*/ 1114920 h 1114920"/>
              <a:gd name="csX6959" fmla="*/ 1202749 w 1728164"/>
              <a:gd name="csY6959" fmla="*/ 1114920 h 1114920"/>
              <a:gd name="csX6960" fmla="*/ 1202927 w 1728164"/>
              <a:gd name="csY6960" fmla="*/ 1114920 h 1114920"/>
              <a:gd name="csX6961" fmla="*/ 1203096 w 1728164"/>
              <a:gd name="csY6961" fmla="*/ 1114920 h 1114920"/>
              <a:gd name="csX6962" fmla="*/ 1203265 w 1728164"/>
              <a:gd name="csY6962" fmla="*/ 1114920 h 1114920"/>
              <a:gd name="csX6963" fmla="*/ 1203443 w 1728164"/>
              <a:gd name="csY6963" fmla="*/ 1114920 h 1114920"/>
              <a:gd name="csX6964" fmla="*/ 1203612 w 1728164"/>
              <a:gd name="csY6964" fmla="*/ 1114920 h 1114920"/>
              <a:gd name="csX6965" fmla="*/ 1203790 w 1728164"/>
              <a:gd name="csY6965" fmla="*/ 1114920 h 1114920"/>
              <a:gd name="csX6966" fmla="*/ 1203959 w 1728164"/>
              <a:gd name="csY6966" fmla="*/ 1114920 h 1114920"/>
              <a:gd name="csX6967" fmla="*/ 1204128 w 1728164"/>
              <a:gd name="csY6967" fmla="*/ 1114920 h 1114920"/>
              <a:gd name="csX6968" fmla="*/ 1204306 w 1728164"/>
              <a:gd name="csY6968" fmla="*/ 1114920 h 1114920"/>
              <a:gd name="csX6969" fmla="*/ 1204475 w 1728164"/>
              <a:gd name="csY6969" fmla="*/ 1114920 h 1114920"/>
              <a:gd name="csX6970" fmla="*/ 1204653 w 1728164"/>
              <a:gd name="csY6970" fmla="*/ 1114920 h 1114920"/>
              <a:gd name="csX6971" fmla="*/ 1204822 w 1728164"/>
              <a:gd name="csY6971" fmla="*/ 1114920 h 1114920"/>
              <a:gd name="csX6972" fmla="*/ 1205000 w 1728164"/>
              <a:gd name="csY6972" fmla="*/ 1114920 h 1114920"/>
              <a:gd name="csX6973" fmla="*/ 1205169 w 1728164"/>
              <a:gd name="csY6973" fmla="*/ 1114920 h 1114920"/>
              <a:gd name="csX6974" fmla="*/ 1205338 w 1728164"/>
              <a:gd name="csY6974" fmla="*/ 1114920 h 1114920"/>
              <a:gd name="csX6975" fmla="*/ 1205516 w 1728164"/>
              <a:gd name="csY6975" fmla="*/ 1114920 h 1114920"/>
              <a:gd name="csX6976" fmla="*/ 1205685 w 1728164"/>
              <a:gd name="csY6976" fmla="*/ 1114920 h 1114920"/>
              <a:gd name="csX6977" fmla="*/ 1205863 w 1728164"/>
              <a:gd name="csY6977" fmla="*/ 1114920 h 1114920"/>
              <a:gd name="csX6978" fmla="*/ 1206032 w 1728164"/>
              <a:gd name="csY6978" fmla="*/ 1114920 h 1114920"/>
              <a:gd name="csX6979" fmla="*/ 1206210 w 1728164"/>
              <a:gd name="csY6979" fmla="*/ 1114920 h 1114920"/>
              <a:gd name="csX6980" fmla="*/ 1206379 w 1728164"/>
              <a:gd name="csY6980" fmla="*/ 1114920 h 1114920"/>
              <a:gd name="csX6981" fmla="*/ 1206548 w 1728164"/>
              <a:gd name="csY6981" fmla="*/ 1114920 h 1114920"/>
              <a:gd name="csX6982" fmla="*/ 1206726 w 1728164"/>
              <a:gd name="csY6982" fmla="*/ 1114920 h 1114920"/>
              <a:gd name="csX6983" fmla="*/ 1206895 w 1728164"/>
              <a:gd name="csY6983" fmla="*/ 1114920 h 1114920"/>
              <a:gd name="csX6984" fmla="*/ 1207073 w 1728164"/>
              <a:gd name="csY6984" fmla="*/ 1114920 h 1114920"/>
              <a:gd name="csX6985" fmla="*/ 1207242 w 1728164"/>
              <a:gd name="csY6985" fmla="*/ 1114920 h 1114920"/>
              <a:gd name="csX6986" fmla="*/ 1207420 w 1728164"/>
              <a:gd name="csY6986" fmla="*/ 1114920 h 1114920"/>
              <a:gd name="csX6987" fmla="*/ 1207589 w 1728164"/>
              <a:gd name="csY6987" fmla="*/ 1114920 h 1114920"/>
              <a:gd name="csX6988" fmla="*/ 1207758 w 1728164"/>
              <a:gd name="csY6988" fmla="*/ 1114920 h 1114920"/>
              <a:gd name="csX6989" fmla="*/ 1207936 w 1728164"/>
              <a:gd name="csY6989" fmla="*/ 1114920 h 1114920"/>
              <a:gd name="csX6990" fmla="*/ 1208105 w 1728164"/>
              <a:gd name="csY6990" fmla="*/ 1114920 h 1114920"/>
              <a:gd name="csX6991" fmla="*/ 1208283 w 1728164"/>
              <a:gd name="csY6991" fmla="*/ 1114920 h 1114920"/>
              <a:gd name="csX6992" fmla="*/ 1208452 w 1728164"/>
              <a:gd name="csY6992" fmla="*/ 1114920 h 1114920"/>
              <a:gd name="csX6993" fmla="*/ 1208630 w 1728164"/>
              <a:gd name="csY6993" fmla="*/ 1114920 h 1114920"/>
              <a:gd name="csX6994" fmla="*/ 1208799 w 1728164"/>
              <a:gd name="csY6994" fmla="*/ 1114920 h 1114920"/>
              <a:gd name="csX6995" fmla="*/ 1208968 w 1728164"/>
              <a:gd name="csY6995" fmla="*/ 1114920 h 1114920"/>
              <a:gd name="csX6996" fmla="*/ 1209146 w 1728164"/>
              <a:gd name="csY6996" fmla="*/ 1114920 h 1114920"/>
              <a:gd name="csX6997" fmla="*/ 1209315 w 1728164"/>
              <a:gd name="csY6997" fmla="*/ 1114920 h 1114920"/>
              <a:gd name="csX6998" fmla="*/ 1209493 w 1728164"/>
              <a:gd name="csY6998" fmla="*/ 1114920 h 1114920"/>
              <a:gd name="csX6999" fmla="*/ 1209662 w 1728164"/>
              <a:gd name="csY6999" fmla="*/ 1114920 h 1114920"/>
              <a:gd name="csX7000" fmla="*/ 1209840 w 1728164"/>
              <a:gd name="csY7000" fmla="*/ 1114920 h 1114920"/>
              <a:gd name="csX7001" fmla="*/ 1210009 w 1728164"/>
              <a:gd name="csY7001" fmla="*/ 1114920 h 1114920"/>
              <a:gd name="csX7002" fmla="*/ 1210178 w 1728164"/>
              <a:gd name="csY7002" fmla="*/ 1114920 h 1114920"/>
              <a:gd name="csX7003" fmla="*/ 1210356 w 1728164"/>
              <a:gd name="csY7003" fmla="*/ 1114920 h 1114920"/>
              <a:gd name="csX7004" fmla="*/ 1210525 w 1728164"/>
              <a:gd name="csY7004" fmla="*/ 1114920 h 1114920"/>
              <a:gd name="csX7005" fmla="*/ 1210703 w 1728164"/>
              <a:gd name="csY7005" fmla="*/ 1114920 h 1114920"/>
              <a:gd name="csX7006" fmla="*/ 1210872 w 1728164"/>
              <a:gd name="csY7006" fmla="*/ 1114920 h 1114920"/>
              <a:gd name="csX7007" fmla="*/ 1211050 w 1728164"/>
              <a:gd name="csY7007" fmla="*/ 1114920 h 1114920"/>
              <a:gd name="csX7008" fmla="*/ 1211219 w 1728164"/>
              <a:gd name="csY7008" fmla="*/ 1114920 h 1114920"/>
              <a:gd name="csX7009" fmla="*/ 1211388 w 1728164"/>
              <a:gd name="csY7009" fmla="*/ 1114920 h 1114920"/>
              <a:gd name="csX7010" fmla="*/ 1211566 w 1728164"/>
              <a:gd name="csY7010" fmla="*/ 1114920 h 1114920"/>
              <a:gd name="csX7011" fmla="*/ 1211735 w 1728164"/>
              <a:gd name="csY7011" fmla="*/ 1114920 h 1114920"/>
              <a:gd name="csX7012" fmla="*/ 1211913 w 1728164"/>
              <a:gd name="csY7012" fmla="*/ 1114920 h 1114920"/>
              <a:gd name="csX7013" fmla="*/ 1212082 w 1728164"/>
              <a:gd name="csY7013" fmla="*/ 1114920 h 1114920"/>
              <a:gd name="csX7014" fmla="*/ 1212260 w 1728164"/>
              <a:gd name="csY7014" fmla="*/ 1114920 h 1114920"/>
              <a:gd name="csX7015" fmla="*/ 1212429 w 1728164"/>
              <a:gd name="csY7015" fmla="*/ 1114920 h 1114920"/>
              <a:gd name="csX7016" fmla="*/ 1212598 w 1728164"/>
              <a:gd name="csY7016" fmla="*/ 1114920 h 1114920"/>
              <a:gd name="csX7017" fmla="*/ 1212776 w 1728164"/>
              <a:gd name="csY7017" fmla="*/ 1114920 h 1114920"/>
              <a:gd name="csX7018" fmla="*/ 1212945 w 1728164"/>
              <a:gd name="csY7018" fmla="*/ 1114920 h 1114920"/>
              <a:gd name="csX7019" fmla="*/ 1213123 w 1728164"/>
              <a:gd name="csY7019" fmla="*/ 1114920 h 1114920"/>
              <a:gd name="csX7020" fmla="*/ 1213292 w 1728164"/>
              <a:gd name="csY7020" fmla="*/ 1114920 h 1114920"/>
              <a:gd name="csX7021" fmla="*/ 1213470 w 1728164"/>
              <a:gd name="csY7021" fmla="*/ 1114920 h 1114920"/>
              <a:gd name="csX7022" fmla="*/ 1213639 w 1728164"/>
              <a:gd name="csY7022" fmla="*/ 1114920 h 1114920"/>
              <a:gd name="csX7023" fmla="*/ 1213808 w 1728164"/>
              <a:gd name="csY7023" fmla="*/ 1114920 h 1114920"/>
              <a:gd name="csX7024" fmla="*/ 1213986 w 1728164"/>
              <a:gd name="csY7024" fmla="*/ 1114920 h 1114920"/>
              <a:gd name="csX7025" fmla="*/ 1214155 w 1728164"/>
              <a:gd name="csY7025" fmla="*/ 1114920 h 1114920"/>
              <a:gd name="csX7026" fmla="*/ 1214333 w 1728164"/>
              <a:gd name="csY7026" fmla="*/ 1114920 h 1114920"/>
              <a:gd name="csX7027" fmla="*/ 1214502 w 1728164"/>
              <a:gd name="csY7027" fmla="*/ 1114920 h 1114920"/>
              <a:gd name="csX7028" fmla="*/ 1214680 w 1728164"/>
              <a:gd name="csY7028" fmla="*/ 1114920 h 1114920"/>
              <a:gd name="csX7029" fmla="*/ 1214849 w 1728164"/>
              <a:gd name="csY7029" fmla="*/ 1114920 h 1114920"/>
              <a:gd name="csX7030" fmla="*/ 1215018 w 1728164"/>
              <a:gd name="csY7030" fmla="*/ 1114920 h 1114920"/>
              <a:gd name="csX7031" fmla="*/ 1215196 w 1728164"/>
              <a:gd name="csY7031" fmla="*/ 1114920 h 1114920"/>
              <a:gd name="csX7032" fmla="*/ 1215365 w 1728164"/>
              <a:gd name="csY7032" fmla="*/ 1114920 h 1114920"/>
              <a:gd name="csX7033" fmla="*/ 1215543 w 1728164"/>
              <a:gd name="csY7033" fmla="*/ 1114920 h 1114920"/>
              <a:gd name="csX7034" fmla="*/ 1215711 w 1728164"/>
              <a:gd name="csY7034" fmla="*/ 1114920 h 1114920"/>
              <a:gd name="csX7035" fmla="*/ 1215889 w 1728164"/>
              <a:gd name="csY7035" fmla="*/ 1114920 h 1114920"/>
              <a:gd name="csX7036" fmla="*/ 1216058 w 1728164"/>
              <a:gd name="csY7036" fmla="*/ 1114920 h 1114920"/>
              <a:gd name="csX7037" fmla="*/ 1216228 w 1728164"/>
              <a:gd name="csY7037" fmla="*/ 1114920 h 1114920"/>
              <a:gd name="csX7038" fmla="*/ 1216405 w 1728164"/>
              <a:gd name="csY7038" fmla="*/ 1114920 h 1114920"/>
              <a:gd name="csX7039" fmla="*/ 1216575 w 1728164"/>
              <a:gd name="csY7039" fmla="*/ 1114920 h 1114920"/>
              <a:gd name="csX7040" fmla="*/ 1216752 w 1728164"/>
              <a:gd name="csY7040" fmla="*/ 1114920 h 1114920"/>
              <a:gd name="csX7041" fmla="*/ 1216921 w 1728164"/>
              <a:gd name="csY7041" fmla="*/ 1114920 h 1114920"/>
              <a:gd name="csX7042" fmla="*/ 1217099 w 1728164"/>
              <a:gd name="csY7042" fmla="*/ 1114920 h 1114920"/>
              <a:gd name="csX7043" fmla="*/ 1217268 w 1728164"/>
              <a:gd name="csY7043" fmla="*/ 1114920 h 1114920"/>
              <a:gd name="csX7044" fmla="*/ 1217437 w 1728164"/>
              <a:gd name="csY7044" fmla="*/ 1114920 h 1114920"/>
              <a:gd name="csX7045" fmla="*/ 1217615 w 1728164"/>
              <a:gd name="csY7045" fmla="*/ 1114920 h 1114920"/>
              <a:gd name="csX7046" fmla="*/ 1217784 w 1728164"/>
              <a:gd name="csY7046" fmla="*/ 1114920 h 1114920"/>
              <a:gd name="csX7047" fmla="*/ 1217962 w 1728164"/>
              <a:gd name="csY7047" fmla="*/ 1114920 h 1114920"/>
              <a:gd name="csX7048" fmla="*/ 1218131 w 1728164"/>
              <a:gd name="csY7048" fmla="*/ 1114920 h 1114920"/>
              <a:gd name="csX7049" fmla="*/ 1218309 w 1728164"/>
              <a:gd name="csY7049" fmla="*/ 1114920 h 1114920"/>
              <a:gd name="csX7050" fmla="*/ 1218478 w 1728164"/>
              <a:gd name="csY7050" fmla="*/ 1114920 h 1114920"/>
              <a:gd name="csX7051" fmla="*/ 1218647 w 1728164"/>
              <a:gd name="csY7051" fmla="*/ 1114920 h 1114920"/>
              <a:gd name="csX7052" fmla="*/ 1218825 w 1728164"/>
              <a:gd name="csY7052" fmla="*/ 1114920 h 1114920"/>
              <a:gd name="csX7053" fmla="*/ 1218994 w 1728164"/>
              <a:gd name="csY7053" fmla="*/ 1114920 h 1114920"/>
              <a:gd name="csX7054" fmla="*/ 1219172 w 1728164"/>
              <a:gd name="csY7054" fmla="*/ 1114920 h 1114920"/>
              <a:gd name="csX7055" fmla="*/ 1219341 w 1728164"/>
              <a:gd name="csY7055" fmla="*/ 1114920 h 1114920"/>
              <a:gd name="csX7056" fmla="*/ 1219519 w 1728164"/>
              <a:gd name="csY7056" fmla="*/ 1114920 h 1114920"/>
              <a:gd name="csX7057" fmla="*/ 1219688 w 1728164"/>
              <a:gd name="csY7057" fmla="*/ 1114920 h 1114920"/>
              <a:gd name="csX7058" fmla="*/ 1219857 w 1728164"/>
              <a:gd name="csY7058" fmla="*/ 1114920 h 1114920"/>
              <a:gd name="csX7059" fmla="*/ 1220035 w 1728164"/>
              <a:gd name="csY7059" fmla="*/ 1114920 h 1114920"/>
              <a:gd name="csX7060" fmla="*/ 1220204 w 1728164"/>
              <a:gd name="csY7060" fmla="*/ 1114920 h 1114920"/>
              <a:gd name="csX7061" fmla="*/ 1220382 w 1728164"/>
              <a:gd name="csY7061" fmla="*/ 1114920 h 1114920"/>
              <a:gd name="csX7062" fmla="*/ 1220551 w 1728164"/>
              <a:gd name="csY7062" fmla="*/ 1114920 h 1114920"/>
              <a:gd name="csX7063" fmla="*/ 1220729 w 1728164"/>
              <a:gd name="csY7063" fmla="*/ 1114920 h 1114920"/>
              <a:gd name="csX7064" fmla="*/ 1220898 w 1728164"/>
              <a:gd name="csY7064" fmla="*/ 1114920 h 1114920"/>
              <a:gd name="csX7065" fmla="*/ 1221067 w 1728164"/>
              <a:gd name="csY7065" fmla="*/ 1114920 h 1114920"/>
              <a:gd name="csX7066" fmla="*/ 1221245 w 1728164"/>
              <a:gd name="csY7066" fmla="*/ 1114920 h 1114920"/>
              <a:gd name="csX7067" fmla="*/ 1221414 w 1728164"/>
              <a:gd name="csY7067" fmla="*/ 1114920 h 1114920"/>
              <a:gd name="csX7068" fmla="*/ 1221592 w 1728164"/>
              <a:gd name="csY7068" fmla="*/ 1114920 h 1114920"/>
              <a:gd name="csX7069" fmla="*/ 1221761 w 1728164"/>
              <a:gd name="csY7069" fmla="*/ 1114920 h 1114920"/>
              <a:gd name="csX7070" fmla="*/ 1221939 w 1728164"/>
              <a:gd name="csY7070" fmla="*/ 1114920 h 1114920"/>
              <a:gd name="csX7071" fmla="*/ 1222108 w 1728164"/>
              <a:gd name="csY7071" fmla="*/ 1114920 h 1114920"/>
              <a:gd name="csX7072" fmla="*/ 1222277 w 1728164"/>
              <a:gd name="csY7072" fmla="*/ 1114920 h 1114920"/>
              <a:gd name="csX7073" fmla="*/ 1222455 w 1728164"/>
              <a:gd name="csY7073" fmla="*/ 1114920 h 1114920"/>
              <a:gd name="csX7074" fmla="*/ 1222624 w 1728164"/>
              <a:gd name="csY7074" fmla="*/ 1114920 h 1114920"/>
              <a:gd name="csX7075" fmla="*/ 1222802 w 1728164"/>
              <a:gd name="csY7075" fmla="*/ 1114920 h 1114920"/>
              <a:gd name="csX7076" fmla="*/ 1222971 w 1728164"/>
              <a:gd name="csY7076" fmla="*/ 1114920 h 1114920"/>
              <a:gd name="csX7077" fmla="*/ 1223140 w 1728164"/>
              <a:gd name="csY7077" fmla="*/ 1114920 h 1114920"/>
              <a:gd name="csX7078" fmla="*/ 1223318 w 1728164"/>
              <a:gd name="csY7078" fmla="*/ 1114920 h 1114920"/>
              <a:gd name="csX7079" fmla="*/ 1223487 w 1728164"/>
              <a:gd name="csY7079" fmla="*/ 1114920 h 1114920"/>
              <a:gd name="csX7080" fmla="*/ 1223665 w 1728164"/>
              <a:gd name="csY7080" fmla="*/ 1114920 h 1114920"/>
              <a:gd name="csX7081" fmla="*/ 1223834 w 1728164"/>
              <a:gd name="csY7081" fmla="*/ 1114920 h 1114920"/>
              <a:gd name="csX7082" fmla="*/ 1224012 w 1728164"/>
              <a:gd name="csY7082" fmla="*/ 1114920 h 1114920"/>
              <a:gd name="csX7083" fmla="*/ 1224181 w 1728164"/>
              <a:gd name="csY7083" fmla="*/ 1114920 h 1114920"/>
              <a:gd name="csX7084" fmla="*/ 1224350 w 1728164"/>
              <a:gd name="csY7084" fmla="*/ 1114920 h 1114920"/>
              <a:gd name="csX7085" fmla="*/ 1224528 w 1728164"/>
              <a:gd name="csY7085" fmla="*/ 1114920 h 1114920"/>
              <a:gd name="csX7086" fmla="*/ 1224697 w 1728164"/>
              <a:gd name="csY7086" fmla="*/ 1114920 h 1114920"/>
              <a:gd name="csX7087" fmla="*/ 1224875 w 1728164"/>
              <a:gd name="csY7087" fmla="*/ 1114920 h 1114920"/>
              <a:gd name="csX7088" fmla="*/ 1225044 w 1728164"/>
              <a:gd name="csY7088" fmla="*/ 1114920 h 1114920"/>
              <a:gd name="csX7089" fmla="*/ 1225222 w 1728164"/>
              <a:gd name="csY7089" fmla="*/ 1114920 h 1114920"/>
              <a:gd name="csX7090" fmla="*/ 1225391 w 1728164"/>
              <a:gd name="csY7090" fmla="*/ 1114920 h 1114920"/>
              <a:gd name="csX7091" fmla="*/ 1225560 w 1728164"/>
              <a:gd name="csY7091" fmla="*/ 1114920 h 1114920"/>
              <a:gd name="csX7092" fmla="*/ 1225738 w 1728164"/>
              <a:gd name="csY7092" fmla="*/ 1114920 h 1114920"/>
              <a:gd name="csX7093" fmla="*/ 1225907 w 1728164"/>
              <a:gd name="csY7093" fmla="*/ 1114920 h 1114920"/>
              <a:gd name="csX7094" fmla="*/ 1226085 w 1728164"/>
              <a:gd name="csY7094" fmla="*/ 1114920 h 1114920"/>
              <a:gd name="csX7095" fmla="*/ 1226254 w 1728164"/>
              <a:gd name="csY7095" fmla="*/ 1114920 h 1114920"/>
              <a:gd name="csX7096" fmla="*/ 1226432 w 1728164"/>
              <a:gd name="csY7096" fmla="*/ 1114920 h 1114920"/>
              <a:gd name="csX7097" fmla="*/ 1226601 w 1728164"/>
              <a:gd name="csY7097" fmla="*/ 1114920 h 1114920"/>
              <a:gd name="csX7098" fmla="*/ 1226770 w 1728164"/>
              <a:gd name="csY7098" fmla="*/ 1114920 h 1114920"/>
              <a:gd name="csX7099" fmla="*/ 1226948 w 1728164"/>
              <a:gd name="csY7099" fmla="*/ 1114920 h 1114920"/>
              <a:gd name="csX7100" fmla="*/ 1227117 w 1728164"/>
              <a:gd name="csY7100" fmla="*/ 1114920 h 1114920"/>
              <a:gd name="csX7101" fmla="*/ 1227295 w 1728164"/>
              <a:gd name="csY7101" fmla="*/ 1114920 h 1114920"/>
              <a:gd name="csX7102" fmla="*/ 1227464 w 1728164"/>
              <a:gd name="csY7102" fmla="*/ 1114920 h 1114920"/>
              <a:gd name="csX7103" fmla="*/ 1227642 w 1728164"/>
              <a:gd name="csY7103" fmla="*/ 1114920 h 1114920"/>
              <a:gd name="csX7104" fmla="*/ 1227811 w 1728164"/>
              <a:gd name="csY7104" fmla="*/ 1114920 h 1114920"/>
              <a:gd name="csX7105" fmla="*/ 1227980 w 1728164"/>
              <a:gd name="csY7105" fmla="*/ 1114920 h 1114920"/>
              <a:gd name="csX7106" fmla="*/ 1228158 w 1728164"/>
              <a:gd name="csY7106" fmla="*/ 1114920 h 1114920"/>
              <a:gd name="csX7107" fmla="*/ 1228327 w 1728164"/>
              <a:gd name="csY7107" fmla="*/ 1114920 h 1114920"/>
              <a:gd name="csX7108" fmla="*/ 1228505 w 1728164"/>
              <a:gd name="csY7108" fmla="*/ 1114920 h 1114920"/>
              <a:gd name="csX7109" fmla="*/ 1228674 w 1728164"/>
              <a:gd name="csY7109" fmla="*/ 1114920 h 1114920"/>
              <a:gd name="csX7110" fmla="*/ 1228852 w 1728164"/>
              <a:gd name="csY7110" fmla="*/ 1114920 h 1114920"/>
              <a:gd name="csX7111" fmla="*/ 1229021 w 1728164"/>
              <a:gd name="csY7111" fmla="*/ 1114920 h 1114920"/>
              <a:gd name="csX7112" fmla="*/ 1229190 w 1728164"/>
              <a:gd name="csY7112" fmla="*/ 1114920 h 1114920"/>
              <a:gd name="csX7113" fmla="*/ 1229368 w 1728164"/>
              <a:gd name="csY7113" fmla="*/ 1114920 h 1114920"/>
              <a:gd name="csX7114" fmla="*/ 1229537 w 1728164"/>
              <a:gd name="csY7114" fmla="*/ 1114920 h 1114920"/>
              <a:gd name="csX7115" fmla="*/ 1229714 w 1728164"/>
              <a:gd name="csY7115" fmla="*/ 1114920 h 1114920"/>
              <a:gd name="csX7116" fmla="*/ 1229884 w 1728164"/>
              <a:gd name="csY7116" fmla="*/ 1114920 h 1114920"/>
              <a:gd name="csX7117" fmla="*/ 1230061 w 1728164"/>
              <a:gd name="csY7117" fmla="*/ 1114920 h 1114920"/>
              <a:gd name="csX7118" fmla="*/ 1230231 w 1728164"/>
              <a:gd name="csY7118" fmla="*/ 1114920 h 1114920"/>
              <a:gd name="csX7119" fmla="*/ 1230400 w 1728164"/>
              <a:gd name="csY7119" fmla="*/ 1114920 h 1114920"/>
              <a:gd name="csX7120" fmla="*/ 1230578 w 1728164"/>
              <a:gd name="csY7120" fmla="*/ 1114920 h 1114920"/>
              <a:gd name="csX7121" fmla="*/ 1230747 w 1728164"/>
              <a:gd name="csY7121" fmla="*/ 1114920 h 1114920"/>
              <a:gd name="csX7122" fmla="*/ 1230925 w 1728164"/>
              <a:gd name="csY7122" fmla="*/ 1114920 h 1114920"/>
              <a:gd name="csX7123" fmla="*/ 1231093 w 1728164"/>
              <a:gd name="csY7123" fmla="*/ 1114920 h 1114920"/>
              <a:gd name="csX7124" fmla="*/ 1231271 w 1728164"/>
              <a:gd name="csY7124" fmla="*/ 1114920 h 1114920"/>
              <a:gd name="csX7125" fmla="*/ 1231440 w 1728164"/>
              <a:gd name="csY7125" fmla="*/ 1114920 h 1114920"/>
              <a:gd name="csX7126" fmla="*/ 1231609 w 1728164"/>
              <a:gd name="csY7126" fmla="*/ 1114920 h 1114920"/>
              <a:gd name="csX7127" fmla="*/ 1231787 w 1728164"/>
              <a:gd name="csY7127" fmla="*/ 1114920 h 1114920"/>
              <a:gd name="csX7128" fmla="*/ 1231956 w 1728164"/>
              <a:gd name="csY7128" fmla="*/ 1114920 h 1114920"/>
              <a:gd name="csX7129" fmla="*/ 1232134 w 1728164"/>
              <a:gd name="csY7129" fmla="*/ 1114920 h 1114920"/>
              <a:gd name="csX7130" fmla="*/ 1232303 w 1728164"/>
              <a:gd name="csY7130" fmla="*/ 1114920 h 1114920"/>
              <a:gd name="csX7131" fmla="*/ 1232481 w 1728164"/>
              <a:gd name="csY7131" fmla="*/ 1114920 h 1114920"/>
              <a:gd name="csX7132" fmla="*/ 1232650 w 1728164"/>
              <a:gd name="csY7132" fmla="*/ 1114920 h 1114920"/>
              <a:gd name="csX7133" fmla="*/ 1232819 w 1728164"/>
              <a:gd name="csY7133" fmla="*/ 1114920 h 1114920"/>
              <a:gd name="csX7134" fmla="*/ 1232997 w 1728164"/>
              <a:gd name="csY7134" fmla="*/ 1114920 h 1114920"/>
              <a:gd name="csX7135" fmla="*/ 1233166 w 1728164"/>
              <a:gd name="csY7135" fmla="*/ 1114920 h 1114920"/>
              <a:gd name="csX7136" fmla="*/ 1233344 w 1728164"/>
              <a:gd name="csY7136" fmla="*/ 1114920 h 1114920"/>
              <a:gd name="csX7137" fmla="*/ 1233513 w 1728164"/>
              <a:gd name="csY7137" fmla="*/ 1114920 h 1114920"/>
              <a:gd name="csX7138" fmla="*/ 1233691 w 1728164"/>
              <a:gd name="csY7138" fmla="*/ 1114920 h 1114920"/>
              <a:gd name="csX7139" fmla="*/ 1233860 w 1728164"/>
              <a:gd name="csY7139" fmla="*/ 1114920 h 1114920"/>
              <a:gd name="csX7140" fmla="*/ 1234029 w 1728164"/>
              <a:gd name="csY7140" fmla="*/ 1114920 h 1114920"/>
              <a:gd name="csX7141" fmla="*/ 1234207 w 1728164"/>
              <a:gd name="csY7141" fmla="*/ 1114920 h 1114920"/>
              <a:gd name="csX7142" fmla="*/ 1234376 w 1728164"/>
              <a:gd name="csY7142" fmla="*/ 1114920 h 1114920"/>
              <a:gd name="csX7143" fmla="*/ 1234554 w 1728164"/>
              <a:gd name="csY7143" fmla="*/ 1114920 h 1114920"/>
              <a:gd name="csX7144" fmla="*/ 1234723 w 1728164"/>
              <a:gd name="csY7144" fmla="*/ 1114920 h 1114920"/>
              <a:gd name="csX7145" fmla="*/ 1234901 w 1728164"/>
              <a:gd name="csY7145" fmla="*/ 1114920 h 1114920"/>
              <a:gd name="csX7146" fmla="*/ 1235070 w 1728164"/>
              <a:gd name="csY7146" fmla="*/ 1114920 h 1114920"/>
              <a:gd name="csX7147" fmla="*/ 1235239 w 1728164"/>
              <a:gd name="csY7147" fmla="*/ 1114920 h 1114920"/>
              <a:gd name="csX7148" fmla="*/ 1235417 w 1728164"/>
              <a:gd name="csY7148" fmla="*/ 1114920 h 1114920"/>
              <a:gd name="csX7149" fmla="*/ 1235586 w 1728164"/>
              <a:gd name="csY7149" fmla="*/ 1114920 h 1114920"/>
              <a:gd name="csX7150" fmla="*/ 1235764 w 1728164"/>
              <a:gd name="csY7150" fmla="*/ 1114920 h 1114920"/>
              <a:gd name="csX7151" fmla="*/ 1235933 w 1728164"/>
              <a:gd name="csY7151" fmla="*/ 1114920 h 1114920"/>
              <a:gd name="csX7152" fmla="*/ 1236111 w 1728164"/>
              <a:gd name="csY7152" fmla="*/ 1114920 h 1114920"/>
              <a:gd name="csX7153" fmla="*/ 1236280 w 1728164"/>
              <a:gd name="csY7153" fmla="*/ 1114920 h 1114920"/>
              <a:gd name="csX7154" fmla="*/ 1236449 w 1728164"/>
              <a:gd name="csY7154" fmla="*/ 1114920 h 1114920"/>
              <a:gd name="csX7155" fmla="*/ 1236627 w 1728164"/>
              <a:gd name="csY7155" fmla="*/ 1114920 h 1114920"/>
              <a:gd name="csX7156" fmla="*/ 1236796 w 1728164"/>
              <a:gd name="csY7156" fmla="*/ 1114920 h 1114920"/>
              <a:gd name="csX7157" fmla="*/ 1236974 w 1728164"/>
              <a:gd name="csY7157" fmla="*/ 1114920 h 1114920"/>
              <a:gd name="csX7158" fmla="*/ 1237143 w 1728164"/>
              <a:gd name="csY7158" fmla="*/ 1114920 h 1114920"/>
              <a:gd name="csX7159" fmla="*/ 1237321 w 1728164"/>
              <a:gd name="csY7159" fmla="*/ 1114920 h 1114920"/>
              <a:gd name="csX7160" fmla="*/ 1237490 w 1728164"/>
              <a:gd name="csY7160" fmla="*/ 1114920 h 1114920"/>
              <a:gd name="csX7161" fmla="*/ 1237659 w 1728164"/>
              <a:gd name="csY7161" fmla="*/ 1114920 h 1114920"/>
              <a:gd name="csX7162" fmla="*/ 1237837 w 1728164"/>
              <a:gd name="csY7162" fmla="*/ 1114920 h 1114920"/>
              <a:gd name="csX7163" fmla="*/ 1238006 w 1728164"/>
              <a:gd name="csY7163" fmla="*/ 1114920 h 1114920"/>
              <a:gd name="csX7164" fmla="*/ 1238184 w 1728164"/>
              <a:gd name="csY7164" fmla="*/ 1114920 h 1114920"/>
              <a:gd name="csX7165" fmla="*/ 1238353 w 1728164"/>
              <a:gd name="csY7165" fmla="*/ 1114920 h 1114920"/>
              <a:gd name="csX7166" fmla="*/ 1238531 w 1728164"/>
              <a:gd name="csY7166" fmla="*/ 1114920 h 1114920"/>
              <a:gd name="csX7167" fmla="*/ 1238700 w 1728164"/>
              <a:gd name="csY7167" fmla="*/ 1114920 h 1114920"/>
              <a:gd name="csX7168" fmla="*/ 1238869 w 1728164"/>
              <a:gd name="csY7168" fmla="*/ 1114920 h 1114920"/>
              <a:gd name="csX7169" fmla="*/ 1239047 w 1728164"/>
              <a:gd name="csY7169" fmla="*/ 1114920 h 1114920"/>
              <a:gd name="csX7170" fmla="*/ 1239216 w 1728164"/>
              <a:gd name="csY7170" fmla="*/ 1114920 h 1114920"/>
              <a:gd name="csX7171" fmla="*/ 1239394 w 1728164"/>
              <a:gd name="csY7171" fmla="*/ 1114920 h 1114920"/>
              <a:gd name="csX7172" fmla="*/ 1239563 w 1728164"/>
              <a:gd name="csY7172" fmla="*/ 1114920 h 1114920"/>
              <a:gd name="csX7173" fmla="*/ 1239741 w 1728164"/>
              <a:gd name="csY7173" fmla="*/ 1114920 h 1114920"/>
              <a:gd name="csX7174" fmla="*/ 1239910 w 1728164"/>
              <a:gd name="csY7174" fmla="*/ 1114920 h 1114920"/>
              <a:gd name="csX7175" fmla="*/ 1240079 w 1728164"/>
              <a:gd name="csY7175" fmla="*/ 1114920 h 1114920"/>
              <a:gd name="csX7176" fmla="*/ 1240257 w 1728164"/>
              <a:gd name="csY7176" fmla="*/ 1114920 h 1114920"/>
              <a:gd name="csX7177" fmla="*/ 1240426 w 1728164"/>
              <a:gd name="csY7177" fmla="*/ 1114920 h 1114920"/>
              <a:gd name="csX7178" fmla="*/ 1240604 w 1728164"/>
              <a:gd name="csY7178" fmla="*/ 1114920 h 1114920"/>
              <a:gd name="csX7179" fmla="*/ 1240773 w 1728164"/>
              <a:gd name="csY7179" fmla="*/ 1114920 h 1114920"/>
              <a:gd name="csX7180" fmla="*/ 1240951 w 1728164"/>
              <a:gd name="csY7180" fmla="*/ 1114920 h 1114920"/>
              <a:gd name="csX7181" fmla="*/ 1241120 w 1728164"/>
              <a:gd name="csY7181" fmla="*/ 1114920 h 1114920"/>
              <a:gd name="csX7182" fmla="*/ 1241289 w 1728164"/>
              <a:gd name="csY7182" fmla="*/ 1114920 h 1114920"/>
              <a:gd name="csX7183" fmla="*/ 1241467 w 1728164"/>
              <a:gd name="csY7183" fmla="*/ 1114920 h 1114920"/>
              <a:gd name="csX7184" fmla="*/ 1241636 w 1728164"/>
              <a:gd name="csY7184" fmla="*/ 1114920 h 1114920"/>
              <a:gd name="csX7185" fmla="*/ 1241814 w 1728164"/>
              <a:gd name="csY7185" fmla="*/ 1114920 h 1114920"/>
              <a:gd name="csX7186" fmla="*/ 1241983 w 1728164"/>
              <a:gd name="csY7186" fmla="*/ 1114920 h 1114920"/>
              <a:gd name="csX7187" fmla="*/ 1242152 w 1728164"/>
              <a:gd name="csY7187" fmla="*/ 1114920 h 1114920"/>
              <a:gd name="csX7188" fmla="*/ 1242330 w 1728164"/>
              <a:gd name="csY7188" fmla="*/ 1114920 h 1114920"/>
              <a:gd name="csX7189" fmla="*/ 1242499 w 1728164"/>
              <a:gd name="csY7189" fmla="*/ 1114920 h 1114920"/>
              <a:gd name="csX7190" fmla="*/ 1242677 w 1728164"/>
              <a:gd name="csY7190" fmla="*/ 1114920 h 1114920"/>
              <a:gd name="csX7191" fmla="*/ 1242846 w 1728164"/>
              <a:gd name="csY7191" fmla="*/ 1114920 h 1114920"/>
              <a:gd name="csX7192" fmla="*/ 1243024 w 1728164"/>
              <a:gd name="csY7192" fmla="*/ 1114920 h 1114920"/>
              <a:gd name="csX7193" fmla="*/ 1243193 w 1728164"/>
              <a:gd name="csY7193" fmla="*/ 1114920 h 1114920"/>
              <a:gd name="csX7194" fmla="*/ 1243362 w 1728164"/>
              <a:gd name="csY7194" fmla="*/ 1114920 h 1114920"/>
              <a:gd name="csX7195" fmla="*/ 1243540 w 1728164"/>
              <a:gd name="csY7195" fmla="*/ 1114920 h 1114920"/>
              <a:gd name="csX7196" fmla="*/ 1243709 w 1728164"/>
              <a:gd name="csY7196" fmla="*/ 1114920 h 1114920"/>
              <a:gd name="csX7197" fmla="*/ 1243887 w 1728164"/>
              <a:gd name="csY7197" fmla="*/ 1114920 h 1114920"/>
              <a:gd name="csX7198" fmla="*/ 1244056 w 1728164"/>
              <a:gd name="csY7198" fmla="*/ 1114920 h 1114920"/>
              <a:gd name="csX7199" fmla="*/ 1244234 w 1728164"/>
              <a:gd name="csY7199" fmla="*/ 1114920 h 1114920"/>
              <a:gd name="csX7200" fmla="*/ 1244403 w 1728164"/>
              <a:gd name="csY7200" fmla="*/ 1114920 h 1114920"/>
              <a:gd name="csX7201" fmla="*/ 1244572 w 1728164"/>
              <a:gd name="csY7201" fmla="*/ 1114920 h 1114920"/>
              <a:gd name="csX7202" fmla="*/ 1244750 w 1728164"/>
              <a:gd name="csY7202" fmla="*/ 1114920 h 1114920"/>
              <a:gd name="csX7203" fmla="*/ 1244919 w 1728164"/>
              <a:gd name="csY7203" fmla="*/ 1114920 h 1114920"/>
              <a:gd name="csX7204" fmla="*/ 1245096 w 1728164"/>
              <a:gd name="csY7204" fmla="*/ 1114920 h 1114920"/>
              <a:gd name="csX7205" fmla="*/ 1245266 w 1728164"/>
              <a:gd name="csY7205" fmla="*/ 1114920 h 1114920"/>
              <a:gd name="csX7206" fmla="*/ 1245443 w 1728164"/>
              <a:gd name="csY7206" fmla="*/ 1114920 h 1114920"/>
              <a:gd name="csX7207" fmla="*/ 1245612 w 1728164"/>
              <a:gd name="csY7207" fmla="*/ 1114920 h 1114920"/>
              <a:gd name="csX7208" fmla="*/ 1245782 w 1728164"/>
              <a:gd name="csY7208" fmla="*/ 1114920 h 1114920"/>
              <a:gd name="csX7209" fmla="*/ 1245959 w 1728164"/>
              <a:gd name="csY7209" fmla="*/ 1114920 h 1114920"/>
              <a:gd name="csX7210" fmla="*/ 1246129 w 1728164"/>
              <a:gd name="csY7210" fmla="*/ 1114920 h 1114920"/>
              <a:gd name="csX7211" fmla="*/ 1246306 w 1728164"/>
              <a:gd name="csY7211" fmla="*/ 1114920 h 1114920"/>
              <a:gd name="csX7212" fmla="*/ 1246475 w 1728164"/>
              <a:gd name="csY7212" fmla="*/ 1114920 h 1114920"/>
              <a:gd name="csX7213" fmla="*/ 1246653 w 1728164"/>
              <a:gd name="csY7213" fmla="*/ 1114920 h 1114920"/>
              <a:gd name="csX7214" fmla="*/ 1246822 w 1728164"/>
              <a:gd name="csY7214" fmla="*/ 1114920 h 1114920"/>
              <a:gd name="csX7215" fmla="*/ 1246991 w 1728164"/>
              <a:gd name="csY7215" fmla="*/ 1114920 h 1114920"/>
              <a:gd name="csX7216" fmla="*/ 1247169 w 1728164"/>
              <a:gd name="csY7216" fmla="*/ 1114920 h 1114920"/>
              <a:gd name="csX7217" fmla="*/ 1247338 w 1728164"/>
              <a:gd name="csY7217" fmla="*/ 1114920 h 1114920"/>
              <a:gd name="csX7218" fmla="*/ 1247516 w 1728164"/>
              <a:gd name="csY7218" fmla="*/ 1114920 h 1114920"/>
              <a:gd name="csX7219" fmla="*/ 1247685 w 1728164"/>
              <a:gd name="csY7219" fmla="*/ 1114920 h 1114920"/>
              <a:gd name="csX7220" fmla="*/ 1247863 w 1728164"/>
              <a:gd name="csY7220" fmla="*/ 1114920 h 1114920"/>
              <a:gd name="csX7221" fmla="*/ 1248032 w 1728164"/>
              <a:gd name="csY7221" fmla="*/ 1114920 h 1114920"/>
              <a:gd name="csX7222" fmla="*/ 1248201 w 1728164"/>
              <a:gd name="csY7222" fmla="*/ 1114920 h 1114920"/>
              <a:gd name="csX7223" fmla="*/ 1248379 w 1728164"/>
              <a:gd name="csY7223" fmla="*/ 1114920 h 1114920"/>
              <a:gd name="csX7224" fmla="*/ 1248548 w 1728164"/>
              <a:gd name="csY7224" fmla="*/ 1114920 h 1114920"/>
              <a:gd name="csX7225" fmla="*/ 1248726 w 1728164"/>
              <a:gd name="csY7225" fmla="*/ 1114920 h 1114920"/>
              <a:gd name="csX7226" fmla="*/ 1248895 w 1728164"/>
              <a:gd name="csY7226" fmla="*/ 1114920 h 1114920"/>
              <a:gd name="csX7227" fmla="*/ 1249073 w 1728164"/>
              <a:gd name="csY7227" fmla="*/ 1114920 h 1114920"/>
              <a:gd name="csX7228" fmla="*/ 1249242 w 1728164"/>
              <a:gd name="csY7228" fmla="*/ 1114920 h 1114920"/>
              <a:gd name="csX7229" fmla="*/ 1249411 w 1728164"/>
              <a:gd name="csY7229" fmla="*/ 1114920 h 1114920"/>
              <a:gd name="csX7230" fmla="*/ 1249589 w 1728164"/>
              <a:gd name="csY7230" fmla="*/ 1114920 h 1114920"/>
              <a:gd name="csX7231" fmla="*/ 1249758 w 1728164"/>
              <a:gd name="csY7231" fmla="*/ 1114920 h 1114920"/>
              <a:gd name="csX7232" fmla="*/ 1249936 w 1728164"/>
              <a:gd name="csY7232" fmla="*/ 1114920 h 1114920"/>
              <a:gd name="csX7233" fmla="*/ 1250105 w 1728164"/>
              <a:gd name="csY7233" fmla="*/ 1114920 h 1114920"/>
              <a:gd name="csX7234" fmla="*/ 1250283 w 1728164"/>
              <a:gd name="csY7234" fmla="*/ 1114920 h 1114920"/>
              <a:gd name="csX7235" fmla="*/ 1250452 w 1728164"/>
              <a:gd name="csY7235" fmla="*/ 1114920 h 1114920"/>
              <a:gd name="csX7236" fmla="*/ 1250621 w 1728164"/>
              <a:gd name="csY7236" fmla="*/ 1114920 h 1114920"/>
              <a:gd name="csX7237" fmla="*/ 1250799 w 1728164"/>
              <a:gd name="csY7237" fmla="*/ 1114920 h 1114920"/>
              <a:gd name="csX7238" fmla="*/ 1250968 w 1728164"/>
              <a:gd name="csY7238" fmla="*/ 1114920 h 1114920"/>
              <a:gd name="csX7239" fmla="*/ 1251146 w 1728164"/>
              <a:gd name="csY7239" fmla="*/ 1114920 h 1114920"/>
              <a:gd name="csX7240" fmla="*/ 1251315 w 1728164"/>
              <a:gd name="csY7240" fmla="*/ 1114920 h 1114920"/>
              <a:gd name="csX7241" fmla="*/ 1251493 w 1728164"/>
              <a:gd name="csY7241" fmla="*/ 1114920 h 1114920"/>
              <a:gd name="csX7242" fmla="*/ 1251662 w 1728164"/>
              <a:gd name="csY7242" fmla="*/ 1114920 h 1114920"/>
              <a:gd name="csX7243" fmla="*/ 1251831 w 1728164"/>
              <a:gd name="csY7243" fmla="*/ 1114920 h 1114920"/>
              <a:gd name="csX7244" fmla="*/ 1252009 w 1728164"/>
              <a:gd name="csY7244" fmla="*/ 1114920 h 1114920"/>
              <a:gd name="csX7245" fmla="*/ 1252178 w 1728164"/>
              <a:gd name="csY7245" fmla="*/ 1114920 h 1114920"/>
              <a:gd name="csX7246" fmla="*/ 1252356 w 1728164"/>
              <a:gd name="csY7246" fmla="*/ 1114920 h 1114920"/>
              <a:gd name="csX7247" fmla="*/ 1252525 w 1728164"/>
              <a:gd name="csY7247" fmla="*/ 1114920 h 1114920"/>
              <a:gd name="csX7248" fmla="*/ 1252703 w 1728164"/>
              <a:gd name="csY7248" fmla="*/ 1114920 h 1114920"/>
              <a:gd name="csX7249" fmla="*/ 1252872 w 1728164"/>
              <a:gd name="csY7249" fmla="*/ 1114920 h 1114920"/>
              <a:gd name="csX7250" fmla="*/ 1253041 w 1728164"/>
              <a:gd name="csY7250" fmla="*/ 1114920 h 1114920"/>
              <a:gd name="csX7251" fmla="*/ 1253219 w 1728164"/>
              <a:gd name="csY7251" fmla="*/ 1114920 h 1114920"/>
              <a:gd name="csX7252" fmla="*/ 1253388 w 1728164"/>
              <a:gd name="csY7252" fmla="*/ 1114920 h 1114920"/>
              <a:gd name="csX7253" fmla="*/ 1253566 w 1728164"/>
              <a:gd name="csY7253" fmla="*/ 1114920 h 1114920"/>
              <a:gd name="csX7254" fmla="*/ 1253735 w 1728164"/>
              <a:gd name="csY7254" fmla="*/ 1114920 h 1114920"/>
              <a:gd name="csX7255" fmla="*/ 1253913 w 1728164"/>
              <a:gd name="csY7255" fmla="*/ 1114920 h 1114920"/>
              <a:gd name="csX7256" fmla="*/ 1254082 w 1728164"/>
              <a:gd name="csY7256" fmla="*/ 1114920 h 1114920"/>
              <a:gd name="csX7257" fmla="*/ 1254251 w 1728164"/>
              <a:gd name="csY7257" fmla="*/ 1114920 h 1114920"/>
              <a:gd name="csX7258" fmla="*/ 1254429 w 1728164"/>
              <a:gd name="csY7258" fmla="*/ 1114920 h 1114920"/>
              <a:gd name="csX7259" fmla="*/ 1254598 w 1728164"/>
              <a:gd name="csY7259" fmla="*/ 1114920 h 1114920"/>
              <a:gd name="csX7260" fmla="*/ 1254776 w 1728164"/>
              <a:gd name="csY7260" fmla="*/ 1114920 h 1114920"/>
              <a:gd name="csX7261" fmla="*/ 1254945 w 1728164"/>
              <a:gd name="csY7261" fmla="*/ 1114920 h 1114920"/>
              <a:gd name="csX7262" fmla="*/ 1255123 w 1728164"/>
              <a:gd name="csY7262" fmla="*/ 1114920 h 1114920"/>
              <a:gd name="csX7263" fmla="*/ 1255292 w 1728164"/>
              <a:gd name="csY7263" fmla="*/ 1114920 h 1114920"/>
              <a:gd name="csX7264" fmla="*/ 1255461 w 1728164"/>
              <a:gd name="csY7264" fmla="*/ 1114920 h 1114920"/>
              <a:gd name="csX7265" fmla="*/ 1255639 w 1728164"/>
              <a:gd name="csY7265" fmla="*/ 1114920 h 1114920"/>
              <a:gd name="csX7266" fmla="*/ 1255808 w 1728164"/>
              <a:gd name="csY7266" fmla="*/ 1114920 h 1114920"/>
              <a:gd name="csX7267" fmla="*/ 1255986 w 1728164"/>
              <a:gd name="csY7267" fmla="*/ 1114920 h 1114920"/>
              <a:gd name="csX7268" fmla="*/ 1256155 w 1728164"/>
              <a:gd name="csY7268" fmla="*/ 1114920 h 1114920"/>
              <a:gd name="csX7269" fmla="*/ 1256333 w 1728164"/>
              <a:gd name="csY7269" fmla="*/ 1114920 h 1114920"/>
              <a:gd name="csX7270" fmla="*/ 1256502 w 1728164"/>
              <a:gd name="csY7270" fmla="*/ 1114920 h 1114920"/>
              <a:gd name="csX7271" fmla="*/ 1256671 w 1728164"/>
              <a:gd name="csY7271" fmla="*/ 1114920 h 1114920"/>
              <a:gd name="csX7272" fmla="*/ 1256849 w 1728164"/>
              <a:gd name="csY7272" fmla="*/ 1114920 h 1114920"/>
              <a:gd name="csX7273" fmla="*/ 1257018 w 1728164"/>
              <a:gd name="csY7273" fmla="*/ 1114920 h 1114920"/>
              <a:gd name="csX7274" fmla="*/ 1257196 w 1728164"/>
              <a:gd name="csY7274" fmla="*/ 1114920 h 1114920"/>
              <a:gd name="csX7275" fmla="*/ 1257365 w 1728164"/>
              <a:gd name="csY7275" fmla="*/ 1114920 h 1114920"/>
              <a:gd name="csX7276" fmla="*/ 1257543 w 1728164"/>
              <a:gd name="csY7276" fmla="*/ 1114920 h 1114920"/>
              <a:gd name="csX7277" fmla="*/ 1257712 w 1728164"/>
              <a:gd name="csY7277" fmla="*/ 1114920 h 1114920"/>
              <a:gd name="csX7278" fmla="*/ 1257881 w 1728164"/>
              <a:gd name="csY7278" fmla="*/ 1114920 h 1114920"/>
              <a:gd name="csX7279" fmla="*/ 1258059 w 1728164"/>
              <a:gd name="csY7279" fmla="*/ 1114920 h 1114920"/>
              <a:gd name="csX7280" fmla="*/ 1258228 w 1728164"/>
              <a:gd name="csY7280" fmla="*/ 1114920 h 1114920"/>
              <a:gd name="csX7281" fmla="*/ 1258406 w 1728164"/>
              <a:gd name="csY7281" fmla="*/ 1114920 h 1114920"/>
              <a:gd name="csX7282" fmla="*/ 1258575 w 1728164"/>
              <a:gd name="csY7282" fmla="*/ 1114920 h 1114920"/>
              <a:gd name="csX7283" fmla="*/ 1258753 w 1728164"/>
              <a:gd name="csY7283" fmla="*/ 1114920 h 1114920"/>
              <a:gd name="csX7284" fmla="*/ 1258922 w 1728164"/>
              <a:gd name="csY7284" fmla="*/ 1114920 h 1114920"/>
              <a:gd name="csX7285" fmla="*/ 1259091 w 1728164"/>
              <a:gd name="csY7285" fmla="*/ 1114920 h 1114920"/>
              <a:gd name="csX7286" fmla="*/ 1259269 w 1728164"/>
              <a:gd name="csY7286" fmla="*/ 1114920 h 1114920"/>
              <a:gd name="csX7287" fmla="*/ 1259438 w 1728164"/>
              <a:gd name="csY7287" fmla="*/ 1114920 h 1114920"/>
              <a:gd name="csX7288" fmla="*/ 1259616 w 1728164"/>
              <a:gd name="csY7288" fmla="*/ 1114920 h 1114920"/>
              <a:gd name="csX7289" fmla="*/ 1259785 w 1728164"/>
              <a:gd name="csY7289" fmla="*/ 1114920 h 1114920"/>
              <a:gd name="csX7290" fmla="*/ 1259962 w 1728164"/>
              <a:gd name="csY7290" fmla="*/ 1114920 h 1114920"/>
              <a:gd name="csX7291" fmla="*/ 1260132 w 1728164"/>
              <a:gd name="csY7291" fmla="*/ 1114920 h 1114920"/>
              <a:gd name="csX7292" fmla="*/ 1260300 w 1728164"/>
              <a:gd name="csY7292" fmla="*/ 1114920 h 1114920"/>
              <a:gd name="csX7293" fmla="*/ 1260478 w 1728164"/>
              <a:gd name="csY7293" fmla="*/ 1114920 h 1114920"/>
              <a:gd name="csX7294" fmla="*/ 1260647 w 1728164"/>
              <a:gd name="csY7294" fmla="*/ 1114920 h 1114920"/>
              <a:gd name="csX7295" fmla="*/ 1260825 w 1728164"/>
              <a:gd name="csY7295" fmla="*/ 1114920 h 1114920"/>
              <a:gd name="csX7296" fmla="*/ 1260994 w 1728164"/>
              <a:gd name="csY7296" fmla="*/ 1114920 h 1114920"/>
              <a:gd name="csX7297" fmla="*/ 1261164 w 1728164"/>
              <a:gd name="csY7297" fmla="*/ 1114920 h 1114920"/>
              <a:gd name="csX7298" fmla="*/ 1261341 w 1728164"/>
              <a:gd name="csY7298" fmla="*/ 1114920 h 1114920"/>
              <a:gd name="csX7299" fmla="*/ 1261510 w 1728164"/>
              <a:gd name="csY7299" fmla="*/ 1114920 h 1114920"/>
              <a:gd name="csX7300" fmla="*/ 1261688 w 1728164"/>
              <a:gd name="csY7300" fmla="*/ 1114920 h 1114920"/>
              <a:gd name="csX7301" fmla="*/ 1261857 w 1728164"/>
              <a:gd name="csY7301" fmla="*/ 1114920 h 1114920"/>
              <a:gd name="csX7302" fmla="*/ 1262035 w 1728164"/>
              <a:gd name="csY7302" fmla="*/ 1114920 h 1114920"/>
              <a:gd name="csX7303" fmla="*/ 1262204 w 1728164"/>
              <a:gd name="csY7303" fmla="*/ 1114920 h 1114920"/>
              <a:gd name="csX7304" fmla="*/ 1262373 w 1728164"/>
              <a:gd name="csY7304" fmla="*/ 1114920 h 1114920"/>
              <a:gd name="csX7305" fmla="*/ 1262551 w 1728164"/>
              <a:gd name="csY7305" fmla="*/ 1114920 h 1114920"/>
              <a:gd name="csX7306" fmla="*/ 1262720 w 1728164"/>
              <a:gd name="csY7306" fmla="*/ 1114920 h 1114920"/>
              <a:gd name="csX7307" fmla="*/ 1262898 w 1728164"/>
              <a:gd name="csY7307" fmla="*/ 1114920 h 1114920"/>
              <a:gd name="csX7308" fmla="*/ 1263067 w 1728164"/>
              <a:gd name="csY7308" fmla="*/ 1114920 h 1114920"/>
              <a:gd name="csX7309" fmla="*/ 1263245 w 1728164"/>
              <a:gd name="csY7309" fmla="*/ 1114920 h 1114920"/>
              <a:gd name="csX7310" fmla="*/ 1263414 w 1728164"/>
              <a:gd name="csY7310" fmla="*/ 1114920 h 1114920"/>
              <a:gd name="csX7311" fmla="*/ 1263583 w 1728164"/>
              <a:gd name="csY7311" fmla="*/ 1114920 h 1114920"/>
              <a:gd name="csX7312" fmla="*/ 1263761 w 1728164"/>
              <a:gd name="csY7312" fmla="*/ 1114920 h 1114920"/>
              <a:gd name="csX7313" fmla="*/ 1263930 w 1728164"/>
              <a:gd name="csY7313" fmla="*/ 1114920 h 1114920"/>
              <a:gd name="csX7314" fmla="*/ 1264108 w 1728164"/>
              <a:gd name="csY7314" fmla="*/ 1114920 h 1114920"/>
              <a:gd name="csX7315" fmla="*/ 1264277 w 1728164"/>
              <a:gd name="csY7315" fmla="*/ 1114920 h 1114920"/>
              <a:gd name="csX7316" fmla="*/ 1264455 w 1728164"/>
              <a:gd name="csY7316" fmla="*/ 1114920 h 1114920"/>
              <a:gd name="csX7317" fmla="*/ 1264624 w 1728164"/>
              <a:gd name="csY7317" fmla="*/ 1114920 h 1114920"/>
              <a:gd name="csX7318" fmla="*/ 1264793 w 1728164"/>
              <a:gd name="csY7318" fmla="*/ 1114920 h 1114920"/>
              <a:gd name="csX7319" fmla="*/ 1264971 w 1728164"/>
              <a:gd name="csY7319" fmla="*/ 1114920 h 1114920"/>
              <a:gd name="csX7320" fmla="*/ 1265140 w 1728164"/>
              <a:gd name="csY7320" fmla="*/ 1114920 h 1114920"/>
              <a:gd name="csX7321" fmla="*/ 1265318 w 1728164"/>
              <a:gd name="csY7321" fmla="*/ 1114920 h 1114920"/>
              <a:gd name="csX7322" fmla="*/ 1265487 w 1728164"/>
              <a:gd name="csY7322" fmla="*/ 1114920 h 1114920"/>
              <a:gd name="csX7323" fmla="*/ 1265665 w 1728164"/>
              <a:gd name="csY7323" fmla="*/ 1114920 h 1114920"/>
              <a:gd name="csX7324" fmla="*/ 1265834 w 1728164"/>
              <a:gd name="csY7324" fmla="*/ 1114920 h 1114920"/>
              <a:gd name="csX7325" fmla="*/ 1266003 w 1728164"/>
              <a:gd name="csY7325" fmla="*/ 1114920 h 1114920"/>
              <a:gd name="csX7326" fmla="*/ 1266181 w 1728164"/>
              <a:gd name="csY7326" fmla="*/ 1114920 h 1114920"/>
              <a:gd name="csX7327" fmla="*/ 1266350 w 1728164"/>
              <a:gd name="csY7327" fmla="*/ 1114920 h 1114920"/>
              <a:gd name="csX7328" fmla="*/ 1266528 w 1728164"/>
              <a:gd name="csY7328" fmla="*/ 1114920 h 1114920"/>
              <a:gd name="csX7329" fmla="*/ 1266697 w 1728164"/>
              <a:gd name="csY7329" fmla="*/ 1114920 h 1114920"/>
              <a:gd name="csX7330" fmla="*/ 1266875 w 1728164"/>
              <a:gd name="csY7330" fmla="*/ 1114920 h 1114920"/>
              <a:gd name="csX7331" fmla="*/ 1267044 w 1728164"/>
              <a:gd name="csY7331" fmla="*/ 1114920 h 1114920"/>
              <a:gd name="csX7332" fmla="*/ 1267213 w 1728164"/>
              <a:gd name="csY7332" fmla="*/ 1114920 h 1114920"/>
              <a:gd name="csX7333" fmla="*/ 1267391 w 1728164"/>
              <a:gd name="csY7333" fmla="*/ 1114920 h 1114920"/>
              <a:gd name="csX7334" fmla="*/ 1267560 w 1728164"/>
              <a:gd name="csY7334" fmla="*/ 1114920 h 1114920"/>
              <a:gd name="csX7335" fmla="*/ 1267738 w 1728164"/>
              <a:gd name="csY7335" fmla="*/ 1114920 h 1114920"/>
              <a:gd name="csX7336" fmla="*/ 1267907 w 1728164"/>
              <a:gd name="csY7336" fmla="*/ 1114920 h 1114920"/>
              <a:gd name="csX7337" fmla="*/ 1268085 w 1728164"/>
              <a:gd name="csY7337" fmla="*/ 1114920 h 1114920"/>
              <a:gd name="csX7338" fmla="*/ 1268254 w 1728164"/>
              <a:gd name="csY7338" fmla="*/ 1114920 h 1114920"/>
              <a:gd name="csX7339" fmla="*/ 1268423 w 1728164"/>
              <a:gd name="csY7339" fmla="*/ 1114920 h 1114920"/>
              <a:gd name="csX7340" fmla="*/ 1268601 w 1728164"/>
              <a:gd name="csY7340" fmla="*/ 1114920 h 1114920"/>
              <a:gd name="csX7341" fmla="*/ 1268770 w 1728164"/>
              <a:gd name="csY7341" fmla="*/ 1114920 h 1114920"/>
              <a:gd name="csX7342" fmla="*/ 1268948 w 1728164"/>
              <a:gd name="csY7342" fmla="*/ 1114920 h 1114920"/>
              <a:gd name="csX7343" fmla="*/ 1269117 w 1728164"/>
              <a:gd name="csY7343" fmla="*/ 1114920 h 1114920"/>
              <a:gd name="csX7344" fmla="*/ 1269295 w 1728164"/>
              <a:gd name="csY7344" fmla="*/ 1114920 h 1114920"/>
              <a:gd name="csX7345" fmla="*/ 1269464 w 1728164"/>
              <a:gd name="csY7345" fmla="*/ 1114920 h 1114920"/>
              <a:gd name="csX7346" fmla="*/ 1269633 w 1728164"/>
              <a:gd name="csY7346" fmla="*/ 1114920 h 1114920"/>
              <a:gd name="csX7347" fmla="*/ 1269811 w 1728164"/>
              <a:gd name="csY7347" fmla="*/ 1114920 h 1114920"/>
              <a:gd name="csX7348" fmla="*/ 1269980 w 1728164"/>
              <a:gd name="csY7348" fmla="*/ 1114920 h 1114920"/>
              <a:gd name="csX7349" fmla="*/ 1270158 w 1728164"/>
              <a:gd name="csY7349" fmla="*/ 1114920 h 1114920"/>
              <a:gd name="csX7350" fmla="*/ 1270327 w 1728164"/>
              <a:gd name="csY7350" fmla="*/ 1114920 h 1114920"/>
              <a:gd name="csX7351" fmla="*/ 1270505 w 1728164"/>
              <a:gd name="csY7351" fmla="*/ 1114920 h 1114920"/>
              <a:gd name="csX7352" fmla="*/ 1270674 w 1728164"/>
              <a:gd name="csY7352" fmla="*/ 1114920 h 1114920"/>
              <a:gd name="csX7353" fmla="*/ 1270843 w 1728164"/>
              <a:gd name="csY7353" fmla="*/ 1114920 h 1114920"/>
              <a:gd name="csX7354" fmla="*/ 1271021 w 1728164"/>
              <a:gd name="csY7354" fmla="*/ 1114920 h 1114920"/>
              <a:gd name="csX7355" fmla="*/ 1271190 w 1728164"/>
              <a:gd name="csY7355" fmla="*/ 1114920 h 1114920"/>
              <a:gd name="csX7356" fmla="*/ 1271368 w 1728164"/>
              <a:gd name="csY7356" fmla="*/ 1114920 h 1114920"/>
              <a:gd name="csX7357" fmla="*/ 1271537 w 1728164"/>
              <a:gd name="csY7357" fmla="*/ 1114920 h 1114920"/>
              <a:gd name="csX7358" fmla="*/ 1271715 w 1728164"/>
              <a:gd name="csY7358" fmla="*/ 1114920 h 1114920"/>
              <a:gd name="csX7359" fmla="*/ 1271884 w 1728164"/>
              <a:gd name="csY7359" fmla="*/ 1114920 h 1114920"/>
              <a:gd name="csX7360" fmla="*/ 1272053 w 1728164"/>
              <a:gd name="csY7360" fmla="*/ 1114920 h 1114920"/>
              <a:gd name="csX7361" fmla="*/ 1272231 w 1728164"/>
              <a:gd name="csY7361" fmla="*/ 1114920 h 1114920"/>
              <a:gd name="csX7362" fmla="*/ 1272400 w 1728164"/>
              <a:gd name="csY7362" fmla="*/ 1114920 h 1114920"/>
              <a:gd name="csX7363" fmla="*/ 1272578 w 1728164"/>
              <a:gd name="csY7363" fmla="*/ 1114920 h 1114920"/>
              <a:gd name="csX7364" fmla="*/ 1272747 w 1728164"/>
              <a:gd name="csY7364" fmla="*/ 1114920 h 1114920"/>
              <a:gd name="csX7365" fmla="*/ 1272925 w 1728164"/>
              <a:gd name="csY7365" fmla="*/ 1114920 h 1114920"/>
              <a:gd name="csX7366" fmla="*/ 1273094 w 1728164"/>
              <a:gd name="csY7366" fmla="*/ 1114920 h 1114920"/>
              <a:gd name="csX7367" fmla="*/ 1273263 w 1728164"/>
              <a:gd name="csY7367" fmla="*/ 1114920 h 1114920"/>
              <a:gd name="csX7368" fmla="*/ 1273441 w 1728164"/>
              <a:gd name="csY7368" fmla="*/ 1114920 h 1114920"/>
              <a:gd name="csX7369" fmla="*/ 1273610 w 1728164"/>
              <a:gd name="csY7369" fmla="*/ 1114920 h 1114920"/>
              <a:gd name="csX7370" fmla="*/ 1273788 w 1728164"/>
              <a:gd name="csY7370" fmla="*/ 1114920 h 1114920"/>
              <a:gd name="csX7371" fmla="*/ 1273957 w 1728164"/>
              <a:gd name="csY7371" fmla="*/ 1114920 h 1114920"/>
              <a:gd name="csX7372" fmla="*/ 1274135 w 1728164"/>
              <a:gd name="csY7372" fmla="*/ 1114920 h 1114920"/>
              <a:gd name="csX7373" fmla="*/ 1274304 w 1728164"/>
              <a:gd name="csY7373" fmla="*/ 1114920 h 1114920"/>
              <a:gd name="csX7374" fmla="*/ 1274473 w 1728164"/>
              <a:gd name="csY7374" fmla="*/ 1114920 h 1114920"/>
              <a:gd name="csX7375" fmla="*/ 1274650 w 1728164"/>
              <a:gd name="csY7375" fmla="*/ 1114920 h 1114920"/>
              <a:gd name="csX7376" fmla="*/ 1274820 w 1728164"/>
              <a:gd name="csY7376" fmla="*/ 1114920 h 1114920"/>
              <a:gd name="csX7377" fmla="*/ 1274997 w 1728164"/>
              <a:gd name="csY7377" fmla="*/ 1114920 h 1114920"/>
              <a:gd name="csX7378" fmla="*/ 1275167 w 1728164"/>
              <a:gd name="csY7378" fmla="*/ 1114920 h 1114920"/>
              <a:gd name="csX7379" fmla="*/ 1275344 w 1728164"/>
              <a:gd name="csY7379" fmla="*/ 1114920 h 1114920"/>
              <a:gd name="csX7380" fmla="*/ 1275514 w 1728164"/>
              <a:gd name="csY7380" fmla="*/ 1114920 h 1114920"/>
              <a:gd name="csX7381" fmla="*/ 1275682 w 1728164"/>
              <a:gd name="csY7381" fmla="*/ 1114920 h 1114920"/>
              <a:gd name="csX7382" fmla="*/ 1275860 w 1728164"/>
              <a:gd name="csY7382" fmla="*/ 1114920 h 1114920"/>
              <a:gd name="csX7383" fmla="*/ 1276029 w 1728164"/>
              <a:gd name="csY7383" fmla="*/ 1114920 h 1114920"/>
              <a:gd name="csX7384" fmla="*/ 1276207 w 1728164"/>
              <a:gd name="csY7384" fmla="*/ 1114920 h 1114920"/>
              <a:gd name="csX7385" fmla="*/ 1276376 w 1728164"/>
              <a:gd name="csY7385" fmla="*/ 1114920 h 1114920"/>
              <a:gd name="csX7386" fmla="*/ 1276554 w 1728164"/>
              <a:gd name="csY7386" fmla="*/ 1114920 h 1114920"/>
              <a:gd name="csX7387" fmla="*/ 1276723 w 1728164"/>
              <a:gd name="csY7387" fmla="*/ 1114920 h 1114920"/>
              <a:gd name="csX7388" fmla="*/ 1276892 w 1728164"/>
              <a:gd name="csY7388" fmla="*/ 1114920 h 1114920"/>
              <a:gd name="csX7389" fmla="*/ 1277070 w 1728164"/>
              <a:gd name="csY7389" fmla="*/ 1114920 h 1114920"/>
              <a:gd name="csX7390" fmla="*/ 1277239 w 1728164"/>
              <a:gd name="csY7390" fmla="*/ 1114920 h 1114920"/>
              <a:gd name="csX7391" fmla="*/ 1277417 w 1728164"/>
              <a:gd name="csY7391" fmla="*/ 1114920 h 1114920"/>
              <a:gd name="csX7392" fmla="*/ 1277586 w 1728164"/>
              <a:gd name="csY7392" fmla="*/ 1114920 h 1114920"/>
              <a:gd name="csX7393" fmla="*/ 1277764 w 1728164"/>
              <a:gd name="csY7393" fmla="*/ 1114920 h 1114920"/>
              <a:gd name="csX7394" fmla="*/ 1277933 w 1728164"/>
              <a:gd name="csY7394" fmla="*/ 1114920 h 1114920"/>
              <a:gd name="csX7395" fmla="*/ 1278102 w 1728164"/>
              <a:gd name="csY7395" fmla="*/ 1114920 h 1114920"/>
              <a:gd name="csX7396" fmla="*/ 1278280 w 1728164"/>
              <a:gd name="csY7396" fmla="*/ 1114920 h 1114920"/>
              <a:gd name="csX7397" fmla="*/ 1278449 w 1728164"/>
              <a:gd name="csY7397" fmla="*/ 1114920 h 1114920"/>
              <a:gd name="csX7398" fmla="*/ 1278627 w 1728164"/>
              <a:gd name="csY7398" fmla="*/ 1114920 h 1114920"/>
              <a:gd name="csX7399" fmla="*/ 1278796 w 1728164"/>
              <a:gd name="csY7399" fmla="*/ 1114920 h 1114920"/>
              <a:gd name="csX7400" fmla="*/ 1278974 w 1728164"/>
              <a:gd name="csY7400" fmla="*/ 1114920 h 1114920"/>
              <a:gd name="csX7401" fmla="*/ 1279143 w 1728164"/>
              <a:gd name="csY7401" fmla="*/ 1114920 h 1114920"/>
              <a:gd name="csX7402" fmla="*/ 1279312 w 1728164"/>
              <a:gd name="csY7402" fmla="*/ 1114920 h 1114920"/>
              <a:gd name="csX7403" fmla="*/ 1279490 w 1728164"/>
              <a:gd name="csY7403" fmla="*/ 1114920 h 1114920"/>
              <a:gd name="csX7404" fmla="*/ 1279659 w 1728164"/>
              <a:gd name="csY7404" fmla="*/ 1114920 h 1114920"/>
              <a:gd name="csX7405" fmla="*/ 1279837 w 1728164"/>
              <a:gd name="csY7405" fmla="*/ 1114920 h 1114920"/>
              <a:gd name="csX7406" fmla="*/ 1280006 w 1728164"/>
              <a:gd name="csY7406" fmla="*/ 1114920 h 1114920"/>
              <a:gd name="csX7407" fmla="*/ 1280175 w 1728164"/>
              <a:gd name="csY7407" fmla="*/ 1114920 h 1114920"/>
              <a:gd name="csX7408" fmla="*/ 1280353 w 1728164"/>
              <a:gd name="csY7408" fmla="*/ 1114920 h 1114920"/>
              <a:gd name="csX7409" fmla="*/ 1280522 w 1728164"/>
              <a:gd name="csY7409" fmla="*/ 1114920 h 1114920"/>
              <a:gd name="csX7410" fmla="*/ 1280700 w 1728164"/>
              <a:gd name="csY7410" fmla="*/ 1114920 h 1114920"/>
              <a:gd name="csX7411" fmla="*/ 1280869 w 1728164"/>
              <a:gd name="csY7411" fmla="*/ 1114920 h 1114920"/>
              <a:gd name="csX7412" fmla="*/ 1281047 w 1728164"/>
              <a:gd name="csY7412" fmla="*/ 1114920 h 1114920"/>
              <a:gd name="csX7413" fmla="*/ 1281216 w 1728164"/>
              <a:gd name="csY7413" fmla="*/ 1114920 h 1114920"/>
              <a:gd name="csX7414" fmla="*/ 1281385 w 1728164"/>
              <a:gd name="csY7414" fmla="*/ 1114920 h 1114920"/>
              <a:gd name="csX7415" fmla="*/ 1281563 w 1728164"/>
              <a:gd name="csY7415" fmla="*/ 1114920 h 1114920"/>
              <a:gd name="csX7416" fmla="*/ 1281732 w 1728164"/>
              <a:gd name="csY7416" fmla="*/ 1114920 h 1114920"/>
              <a:gd name="csX7417" fmla="*/ 1281910 w 1728164"/>
              <a:gd name="csY7417" fmla="*/ 1114920 h 1114920"/>
              <a:gd name="csX7418" fmla="*/ 1282079 w 1728164"/>
              <a:gd name="csY7418" fmla="*/ 1114920 h 1114920"/>
              <a:gd name="csX7419" fmla="*/ 1282257 w 1728164"/>
              <a:gd name="csY7419" fmla="*/ 1114920 h 1114920"/>
              <a:gd name="csX7420" fmla="*/ 1282426 w 1728164"/>
              <a:gd name="csY7420" fmla="*/ 1114920 h 1114920"/>
              <a:gd name="csX7421" fmla="*/ 1282595 w 1728164"/>
              <a:gd name="csY7421" fmla="*/ 1114920 h 1114920"/>
              <a:gd name="csX7422" fmla="*/ 1282773 w 1728164"/>
              <a:gd name="csY7422" fmla="*/ 1114920 h 1114920"/>
              <a:gd name="csX7423" fmla="*/ 1282942 w 1728164"/>
              <a:gd name="csY7423" fmla="*/ 1114920 h 1114920"/>
              <a:gd name="csX7424" fmla="*/ 1283120 w 1728164"/>
              <a:gd name="csY7424" fmla="*/ 1114920 h 1114920"/>
              <a:gd name="csX7425" fmla="*/ 1283289 w 1728164"/>
              <a:gd name="csY7425" fmla="*/ 1114920 h 1114920"/>
              <a:gd name="csX7426" fmla="*/ 1283467 w 1728164"/>
              <a:gd name="csY7426" fmla="*/ 1114920 h 1114920"/>
              <a:gd name="csX7427" fmla="*/ 1283636 w 1728164"/>
              <a:gd name="csY7427" fmla="*/ 1114920 h 1114920"/>
              <a:gd name="csX7428" fmla="*/ 1283805 w 1728164"/>
              <a:gd name="csY7428" fmla="*/ 1114920 h 1114920"/>
              <a:gd name="csX7429" fmla="*/ 1283983 w 1728164"/>
              <a:gd name="csY7429" fmla="*/ 1114920 h 1114920"/>
              <a:gd name="csX7430" fmla="*/ 1284152 w 1728164"/>
              <a:gd name="csY7430" fmla="*/ 1114920 h 1114920"/>
              <a:gd name="csX7431" fmla="*/ 1284330 w 1728164"/>
              <a:gd name="csY7431" fmla="*/ 1114920 h 1114920"/>
              <a:gd name="csX7432" fmla="*/ 1284499 w 1728164"/>
              <a:gd name="csY7432" fmla="*/ 1114920 h 1114920"/>
              <a:gd name="csX7433" fmla="*/ 1284677 w 1728164"/>
              <a:gd name="csY7433" fmla="*/ 1114920 h 1114920"/>
              <a:gd name="csX7434" fmla="*/ 1284846 w 1728164"/>
              <a:gd name="csY7434" fmla="*/ 1114920 h 1114920"/>
              <a:gd name="csX7435" fmla="*/ 1285015 w 1728164"/>
              <a:gd name="csY7435" fmla="*/ 1114920 h 1114920"/>
              <a:gd name="csX7436" fmla="*/ 1285193 w 1728164"/>
              <a:gd name="csY7436" fmla="*/ 1114920 h 1114920"/>
              <a:gd name="csX7437" fmla="*/ 1285362 w 1728164"/>
              <a:gd name="csY7437" fmla="*/ 1114920 h 1114920"/>
              <a:gd name="csX7438" fmla="*/ 1285540 w 1728164"/>
              <a:gd name="csY7438" fmla="*/ 1114920 h 1114920"/>
              <a:gd name="csX7439" fmla="*/ 1285709 w 1728164"/>
              <a:gd name="csY7439" fmla="*/ 1114920 h 1114920"/>
              <a:gd name="csX7440" fmla="*/ 1285887 w 1728164"/>
              <a:gd name="csY7440" fmla="*/ 1114920 h 1114920"/>
              <a:gd name="csX7441" fmla="*/ 1286056 w 1728164"/>
              <a:gd name="csY7441" fmla="*/ 1114920 h 1114920"/>
              <a:gd name="csX7442" fmla="*/ 1286225 w 1728164"/>
              <a:gd name="csY7442" fmla="*/ 1114920 h 1114920"/>
              <a:gd name="csX7443" fmla="*/ 1286403 w 1728164"/>
              <a:gd name="csY7443" fmla="*/ 1114920 h 1114920"/>
              <a:gd name="csX7444" fmla="*/ 1286572 w 1728164"/>
              <a:gd name="csY7444" fmla="*/ 1114920 h 1114920"/>
              <a:gd name="csX7445" fmla="*/ 1286750 w 1728164"/>
              <a:gd name="csY7445" fmla="*/ 1114920 h 1114920"/>
              <a:gd name="csX7446" fmla="*/ 1286919 w 1728164"/>
              <a:gd name="csY7446" fmla="*/ 1114920 h 1114920"/>
              <a:gd name="csX7447" fmla="*/ 1287097 w 1728164"/>
              <a:gd name="csY7447" fmla="*/ 1114920 h 1114920"/>
              <a:gd name="csX7448" fmla="*/ 1287266 w 1728164"/>
              <a:gd name="csY7448" fmla="*/ 1114920 h 1114920"/>
              <a:gd name="csX7449" fmla="*/ 1287435 w 1728164"/>
              <a:gd name="csY7449" fmla="*/ 1114920 h 1114920"/>
              <a:gd name="csX7450" fmla="*/ 1287613 w 1728164"/>
              <a:gd name="csY7450" fmla="*/ 1114920 h 1114920"/>
              <a:gd name="csX7451" fmla="*/ 1287782 w 1728164"/>
              <a:gd name="csY7451" fmla="*/ 1114920 h 1114920"/>
              <a:gd name="csX7452" fmla="*/ 1287960 w 1728164"/>
              <a:gd name="csY7452" fmla="*/ 1114920 h 1114920"/>
              <a:gd name="csX7453" fmla="*/ 1288129 w 1728164"/>
              <a:gd name="csY7453" fmla="*/ 1114920 h 1114920"/>
              <a:gd name="csX7454" fmla="*/ 1288307 w 1728164"/>
              <a:gd name="csY7454" fmla="*/ 1114920 h 1114920"/>
              <a:gd name="csX7455" fmla="*/ 1288476 w 1728164"/>
              <a:gd name="csY7455" fmla="*/ 1114920 h 1114920"/>
              <a:gd name="csX7456" fmla="*/ 1288645 w 1728164"/>
              <a:gd name="csY7456" fmla="*/ 1114920 h 1114920"/>
              <a:gd name="csX7457" fmla="*/ 1288823 w 1728164"/>
              <a:gd name="csY7457" fmla="*/ 1114920 h 1114920"/>
              <a:gd name="csX7458" fmla="*/ 1288992 w 1728164"/>
              <a:gd name="csY7458" fmla="*/ 1114920 h 1114920"/>
              <a:gd name="csX7459" fmla="*/ 1289170 w 1728164"/>
              <a:gd name="csY7459" fmla="*/ 1114920 h 1114920"/>
              <a:gd name="csX7460" fmla="*/ 1289339 w 1728164"/>
              <a:gd name="csY7460" fmla="*/ 1114920 h 1114920"/>
              <a:gd name="csX7461" fmla="*/ 1289517 w 1728164"/>
              <a:gd name="csY7461" fmla="*/ 1114920 h 1114920"/>
              <a:gd name="csX7462" fmla="*/ 1289685 w 1728164"/>
              <a:gd name="csY7462" fmla="*/ 1114920 h 1114920"/>
              <a:gd name="csX7463" fmla="*/ 1289855 w 1728164"/>
              <a:gd name="csY7463" fmla="*/ 1114920 h 1114920"/>
              <a:gd name="csX7464" fmla="*/ 1290032 w 1728164"/>
              <a:gd name="csY7464" fmla="*/ 1114920 h 1114920"/>
              <a:gd name="csX7465" fmla="*/ 1290201 w 1728164"/>
              <a:gd name="csY7465" fmla="*/ 1114920 h 1114920"/>
              <a:gd name="csX7466" fmla="*/ 1290379 w 1728164"/>
              <a:gd name="csY7466" fmla="*/ 1114920 h 1114920"/>
              <a:gd name="csX7467" fmla="*/ 1290548 w 1728164"/>
              <a:gd name="csY7467" fmla="*/ 1114920 h 1114920"/>
              <a:gd name="csX7468" fmla="*/ 1290726 w 1728164"/>
              <a:gd name="csY7468" fmla="*/ 1114920 h 1114920"/>
              <a:gd name="csX7469" fmla="*/ 1290895 w 1728164"/>
              <a:gd name="csY7469" fmla="*/ 1114920 h 1114920"/>
              <a:gd name="csX7470" fmla="*/ 1291064 w 1728164"/>
              <a:gd name="csY7470" fmla="*/ 1114920 h 1114920"/>
              <a:gd name="csX7471" fmla="*/ 1291242 w 1728164"/>
              <a:gd name="csY7471" fmla="*/ 1114920 h 1114920"/>
              <a:gd name="csX7472" fmla="*/ 1291411 w 1728164"/>
              <a:gd name="csY7472" fmla="*/ 1114920 h 1114920"/>
              <a:gd name="csX7473" fmla="*/ 1291589 w 1728164"/>
              <a:gd name="csY7473" fmla="*/ 1114920 h 1114920"/>
              <a:gd name="csX7474" fmla="*/ 1291758 w 1728164"/>
              <a:gd name="csY7474" fmla="*/ 1114920 h 1114920"/>
              <a:gd name="csX7475" fmla="*/ 1291936 w 1728164"/>
              <a:gd name="csY7475" fmla="*/ 1114920 h 1114920"/>
              <a:gd name="csX7476" fmla="*/ 1292105 w 1728164"/>
              <a:gd name="csY7476" fmla="*/ 1114920 h 1114920"/>
              <a:gd name="csX7477" fmla="*/ 1292274 w 1728164"/>
              <a:gd name="csY7477" fmla="*/ 1114920 h 1114920"/>
              <a:gd name="csX7478" fmla="*/ 1292452 w 1728164"/>
              <a:gd name="csY7478" fmla="*/ 1114920 h 1114920"/>
              <a:gd name="csX7479" fmla="*/ 1292621 w 1728164"/>
              <a:gd name="csY7479" fmla="*/ 1114920 h 1114920"/>
              <a:gd name="csX7480" fmla="*/ 1292799 w 1728164"/>
              <a:gd name="csY7480" fmla="*/ 1114920 h 1114920"/>
              <a:gd name="csX7481" fmla="*/ 1292968 w 1728164"/>
              <a:gd name="csY7481" fmla="*/ 1114920 h 1114920"/>
              <a:gd name="csX7482" fmla="*/ 1293146 w 1728164"/>
              <a:gd name="csY7482" fmla="*/ 1114920 h 1114920"/>
              <a:gd name="csX7483" fmla="*/ 1293315 w 1728164"/>
              <a:gd name="csY7483" fmla="*/ 1114920 h 1114920"/>
              <a:gd name="csX7484" fmla="*/ 1293484 w 1728164"/>
              <a:gd name="csY7484" fmla="*/ 1114920 h 1114920"/>
              <a:gd name="csX7485" fmla="*/ 1293662 w 1728164"/>
              <a:gd name="csY7485" fmla="*/ 1114920 h 1114920"/>
              <a:gd name="csX7486" fmla="*/ 1293831 w 1728164"/>
              <a:gd name="csY7486" fmla="*/ 1114920 h 1114920"/>
              <a:gd name="csX7487" fmla="*/ 1294009 w 1728164"/>
              <a:gd name="csY7487" fmla="*/ 1114920 h 1114920"/>
              <a:gd name="csX7488" fmla="*/ 1294178 w 1728164"/>
              <a:gd name="csY7488" fmla="*/ 1114920 h 1114920"/>
              <a:gd name="csX7489" fmla="*/ 1294356 w 1728164"/>
              <a:gd name="csY7489" fmla="*/ 1114920 h 1114920"/>
              <a:gd name="csX7490" fmla="*/ 1294525 w 1728164"/>
              <a:gd name="csY7490" fmla="*/ 1114920 h 1114920"/>
              <a:gd name="csX7491" fmla="*/ 1294694 w 1728164"/>
              <a:gd name="csY7491" fmla="*/ 1114920 h 1114920"/>
              <a:gd name="csX7492" fmla="*/ 1294872 w 1728164"/>
              <a:gd name="csY7492" fmla="*/ 1114920 h 1114920"/>
              <a:gd name="csX7493" fmla="*/ 1295041 w 1728164"/>
              <a:gd name="csY7493" fmla="*/ 1114920 h 1114920"/>
              <a:gd name="csX7494" fmla="*/ 1295219 w 1728164"/>
              <a:gd name="csY7494" fmla="*/ 1114920 h 1114920"/>
              <a:gd name="csX7495" fmla="*/ 1295388 w 1728164"/>
              <a:gd name="csY7495" fmla="*/ 1114920 h 1114920"/>
              <a:gd name="csX7496" fmla="*/ 1295566 w 1728164"/>
              <a:gd name="csY7496" fmla="*/ 1114920 h 1114920"/>
              <a:gd name="csX7497" fmla="*/ 1295735 w 1728164"/>
              <a:gd name="csY7497" fmla="*/ 1114920 h 1114920"/>
              <a:gd name="csX7498" fmla="*/ 1295904 w 1728164"/>
              <a:gd name="csY7498" fmla="*/ 1114920 h 1114920"/>
              <a:gd name="csX7499" fmla="*/ 1296082 w 1728164"/>
              <a:gd name="csY7499" fmla="*/ 1114920 h 1114920"/>
              <a:gd name="csX7500" fmla="*/ 1296251 w 1728164"/>
              <a:gd name="csY7500" fmla="*/ 1114920 h 1114920"/>
              <a:gd name="csX7501" fmla="*/ 1296429 w 1728164"/>
              <a:gd name="csY7501" fmla="*/ 1114920 h 1114920"/>
              <a:gd name="csX7502" fmla="*/ 1296598 w 1728164"/>
              <a:gd name="csY7502" fmla="*/ 1114920 h 1114920"/>
              <a:gd name="csX7503" fmla="*/ 1296776 w 1728164"/>
              <a:gd name="csY7503" fmla="*/ 1114920 h 1114920"/>
              <a:gd name="csX7504" fmla="*/ 1296945 w 1728164"/>
              <a:gd name="csY7504" fmla="*/ 1114920 h 1114920"/>
              <a:gd name="csX7505" fmla="*/ 1297114 w 1728164"/>
              <a:gd name="csY7505" fmla="*/ 1114920 h 1114920"/>
              <a:gd name="csX7506" fmla="*/ 1297292 w 1728164"/>
              <a:gd name="csY7506" fmla="*/ 1114920 h 1114920"/>
              <a:gd name="csX7507" fmla="*/ 1297461 w 1728164"/>
              <a:gd name="csY7507" fmla="*/ 1114920 h 1114920"/>
              <a:gd name="csX7508" fmla="*/ 1297639 w 1728164"/>
              <a:gd name="csY7508" fmla="*/ 1114920 h 1114920"/>
              <a:gd name="csX7509" fmla="*/ 1297808 w 1728164"/>
              <a:gd name="csY7509" fmla="*/ 1114920 h 1114920"/>
              <a:gd name="csX7510" fmla="*/ 1297986 w 1728164"/>
              <a:gd name="csY7510" fmla="*/ 1114920 h 1114920"/>
              <a:gd name="csX7511" fmla="*/ 1298155 w 1728164"/>
              <a:gd name="csY7511" fmla="*/ 1114920 h 1114920"/>
              <a:gd name="csX7512" fmla="*/ 1298324 w 1728164"/>
              <a:gd name="csY7512" fmla="*/ 1114920 h 1114920"/>
              <a:gd name="csX7513" fmla="*/ 1298502 w 1728164"/>
              <a:gd name="csY7513" fmla="*/ 1114920 h 1114920"/>
              <a:gd name="csX7514" fmla="*/ 1298671 w 1728164"/>
              <a:gd name="csY7514" fmla="*/ 1114920 h 1114920"/>
              <a:gd name="csX7515" fmla="*/ 1298849 w 1728164"/>
              <a:gd name="csY7515" fmla="*/ 1114920 h 1114920"/>
              <a:gd name="csX7516" fmla="*/ 1299018 w 1728164"/>
              <a:gd name="csY7516" fmla="*/ 1114920 h 1114920"/>
              <a:gd name="csX7517" fmla="*/ 1299187 w 1728164"/>
              <a:gd name="csY7517" fmla="*/ 1114920 h 1114920"/>
              <a:gd name="csX7518" fmla="*/ 1299365 w 1728164"/>
              <a:gd name="csY7518" fmla="*/ 1114920 h 1114920"/>
              <a:gd name="csX7519" fmla="*/ 1299534 w 1728164"/>
              <a:gd name="csY7519" fmla="*/ 1114920 h 1114920"/>
              <a:gd name="csX7520" fmla="*/ 1299712 w 1728164"/>
              <a:gd name="csY7520" fmla="*/ 1114920 h 1114920"/>
              <a:gd name="csX7521" fmla="*/ 1299881 w 1728164"/>
              <a:gd name="csY7521" fmla="*/ 1114920 h 1114920"/>
              <a:gd name="csX7522" fmla="*/ 1300059 w 1728164"/>
              <a:gd name="csY7522" fmla="*/ 1114920 h 1114920"/>
              <a:gd name="csX7523" fmla="*/ 1300228 w 1728164"/>
              <a:gd name="csY7523" fmla="*/ 1114920 h 1114920"/>
              <a:gd name="csX7524" fmla="*/ 1300397 w 1728164"/>
              <a:gd name="csY7524" fmla="*/ 1114920 h 1114920"/>
              <a:gd name="csX7525" fmla="*/ 1300575 w 1728164"/>
              <a:gd name="csY7525" fmla="*/ 1114920 h 1114920"/>
              <a:gd name="csX7526" fmla="*/ 1300744 w 1728164"/>
              <a:gd name="csY7526" fmla="*/ 1114920 h 1114920"/>
              <a:gd name="csX7527" fmla="*/ 1300922 w 1728164"/>
              <a:gd name="csY7527" fmla="*/ 1114920 h 1114920"/>
              <a:gd name="csX7528" fmla="*/ 1301091 w 1728164"/>
              <a:gd name="csY7528" fmla="*/ 1114920 h 1114920"/>
              <a:gd name="csX7529" fmla="*/ 1301269 w 1728164"/>
              <a:gd name="csY7529" fmla="*/ 1114920 h 1114920"/>
              <a:gd name="csX7530" fmla="*/ 1301438 w 1728164"/>
              <a:gd name="csY7530" fmla="*/ 1114920 h 1114920"/>
              <a:gd name="csX7531" fmla="*/ 1301607 w 1728164"/>
              <a:gd name="csY7531" fmla="*/ 1114920 h 1114920"/>
              <a:gd name="csX7532" fmla="*/ 1301785 w 1728164"/>
              <a:gd name="csY7532" fmla="*/ 1114920 h 1114920"/>
              <a:gd name="csX7533" fmla="*/ 1301954 w 1728164"/>
              <a:gd name="csY7533" fmla="*/ 1114920 h 1114920"/>
              <a:gd name="csX7534" fmla="*/ 1302132 w 1728164"/>
              <a:gd name="csY7534" fmla="*/ 1114920 h 1114920"/>
              <a:gd name="csX7535" fmla="*/ 1302301 w 1728164"/>
              <a:gd name="csY7535" fmla="*/ 1114920 h 1114920"/>
              <a:gd name="csX7536" fmla="*/ 1302479 w 1728164"/>
              <a:gd name="csY7536" fmla="*/ 1114920 h 1114920"/>
              <a:gd name="csX7537" fmla="*/ 1302648 w 1728164"/>
              <a:gd name="csY7537" fmla="*/ 1114920 h 1114920"/>
              <a:gd name="csX7538" fmla="*/ 1302817 w 1728164"/>
              <a:gd name="csY7538" fmla="*/ 1114920 h 1114920"/>
              <a:gd name="csX7539" fmla="*/ 1302995 w 1728164"/>
              <a:gd name="csY7539" fmla="*/ 1114920 h 1114920"/>
              <a:gd name="csX7540" fmla="*/ 1303164 w 1728164"/>
              <a:gd name="csY7540" fmla="*/ 1114920 h 1114920"/>
              <a:gd name="csX7541" fmla="*/ 1303342 w 1728164"/>
              <a:gd name="csY7541" fmla="*/ 1114920 h 1114920"/>
              <a:gd name="csX7542" fmla="*/ 1303511 w 1728164"/>
              <a:gd name="csY7542" fmla="*/ 1114920 h 1114920"/>
              <a:gd name="csX7543" fmla="*/ 1303689 w 1728164"/>
              <a:gd name="csY7543" fmla="*/ 1114920 h 1114920"/>
              <a:gd name="csX7544" fmla="*/ 1303858 w 1728164"/>
              <a:gd name="csY7544" fmla="*/ 1114920 h 1114920"/>
              <a:gd name="csX7545" fmla="*/ 1304027 w 1728164"/>
              <a:gd name="csY7545" fmla="*/ 1114920 h 1114920"/>
              <a:gd name="csX7546" fmla="*/ 1304205 w 1728164"/>
              <a:gd name="csY7546" fmla="*/ 1114920 h 1114920"/>
              <a:gd name="csX7547" fmla="*/ 1304374 w 1728164"/>
              <a:gd name="csY7547" fmla="*/ 1114920 h 1114920"/>
              <a:gd name="csX7548" fmla="*/ 1304551 w 1728164"/>
              <a:gd name="csY7548" fmla="*/ 1114920 h 1114920"/>
              <a:gd name="csX7549" fmla="*/ 1304721 w 1728164"/>
              <a:gd name="csY7549" fmla="*/ 1114920 h 1114920"/>
              <a:gd name="csX7550" fmla="*/ 1304898 w 1728164"/>
              <a:gd name="csY7550" fmla="*/ 1114920 h 1114920"/>
              <a:gd name="csX7551" fmla="*/ 1305067 w 1728164"/>
              <a:gd name="csY7551" fmla="*/ 1114920 h 1114920"/>
              <a:gd name="csX7552" fmla="*/ 1305236 w 1728164"/>
              <a:gd name="csY7552" fmla="*/ 1114920 h 1114920"/>
              <a:gd name="csX7553" fmla="*/ 1305414 w 1728164"/>
              <a:gd name="csY7553" fmla="*/ 1114920 h 1114920"/>
              <a:gd name="csX7554" fmla="*/ 1305583 w 1728164"/>
              <a:gd name="csY7554" fmla="*/ 1114920 h 1114920"/>
              <a:gd name="csX7555" fmla="*/ 1305761 w 1728164"/>
              <a:gd name="csY7555" fmla="*/ 1114920 h 1114920"/>
              <a:gd name="csX7556" fmla="*/ 1305930 w 1728164"/>
              <a:gd name="csY7556" fmla="*/ 1114920 h 1114920"/>
              <a:gd name="csX7557" fmla="*/ 1306108 w 1728164"/>
              <a:gd name="csY7557" fmla="*/ 1114920 h 1114920"/>
              <a:gd name="csX7558" fmla="*/ 1306277 w 1728164"/>
              <a:gd name="csY7558" fmla="*/ 1114920 h 1114920"/>
              <a:gd name="csX7559" fmla="*/ 1306446 w 1728164"/>
              <a:gd name="csY7559" fmla="*/ 1114920 h 1114920"/>
              <a:gd name="csX7560" fmla="*/ 1306624 w 1728164"/>
              <a:gd name="csY7560" fmla="*/ 1114920 h 1114920"/>
              <a:gd name="csX7561" fmla="*/ 1306793 w 1728164"/>
              <a:gd name="csY7561" fmla="*/ 1114920 h 1114920"/>
              <a:gd name="csX7562" fmla="*/ 1306971 w 1728164"/>
              <a:gd name="csY7562" fmla="*/ 1114920 h 1114920"/>
              <a:gd name="csX7563" fmla="*/ 1307140 w 1728164"/>
              <a:gd name="csY7563" fmla="*/ 1114920 h 1114920"/>
              <a:gd name="csX7564" fmla="*/ 1307318 w 1728164"/>
              <a:gd name="csY7564" fmla="*/ 1114920 h 1114920"/>
              <a:gd name="csX7565" fmla="*/ 1307487 w 1728164"/>
              <a:gd name="csY7565" fmla="*/ 1114920 h 1114920"/>
              <a:gd name="csX7566" fmla="*/ 1307656 w 1728164"/>
              <a:gd name="csY7566" fmla="*/ 1114920 h 1114920"/>
              <a:gd name="csX7567" fmla="*/ 1307834 w 1728164"/>
              <a:gd name="csY7567" fmla="*/ 1114920 h 1114920"/>
              <a:gd name="csX7568" fmla="*/ 1308003 w 1728164"/>
              <a:gd name="csY7568" fmla="*/ 1114920 h 1114920"/>
              <a:gd name="csX7569" fmla="*/ 1308181 w 1728164"/>
              <a:gd name="csY7569" fmla="*/ 1114920 h 1114920"/>
              <a:gd name="csX7570" fmla="*/ 1308350 w 1728164"/>
              <a:gd name="csY7570" fmla="*/ 1114920 h 1114920"/>
              <a:gd name="csX7571" fmla="*/ 1308528 w 1728164"/>
              <a:gd name="csY7571" fmla="*/ 1114920 h 1114920"/>
              <a:gd name="csX7572" fmla="*/ 1308697 w 1728164"/>
              <a:gd name="csY7572" fmla="*/ 1114920 h 1114920"/>
              <a:gd name="csX7573" fmla="*/ 1308866 w 1728164"/>
              <a:gd name="csY7573" fmla="*/ 1114920 h 1114920"/>
              <a:gd name="csX7574" fmla="*/ 1309044 w 1728164"/>
              <a:gd name="csY7574" fmla="*/ 1114920 h 1114920"/>
              <a:gd name="csX7575" fmla="*/ 1309213 w 1728164"/>
              <a:gd name="csY7575" fmla="*/ 1114920 h 1114920"/>
              <a:gd name="csX7576" fmla="*/ 1309391 w 1728164"/>
              <a:gd name="csY7576" fmla="*/ 1114920 h 1114920"/>
              <a:gd name="csX7577" fmla="*/ 1309560 w 1728164"/>
              <a:gd name="csY7577" fmla="*/ 1114920 h 1114920"/>
              <a:gd name="csX7578" fmla="*/ 1309738 w 1728164"/>
              <a:gd name="csY7578" fmla="*/ 1114920 h 1114920"/>
              <a:gd name="csX7579" fmla="*/ 1309907 w 1728164"/>
              <a:gd name="csY7579" fmla="*/ 1114920 h 1114920"/>
              <a:gd name="csX7580" fmla="*/ 1310076 w 1728164"/>
              <a:gd name="csY7580" fmla="*/ 1114920 h 1114920"/>
              <a:gd name="csX7581" fmla="*/ 1310254 w 1728164"/>
              <a:gd name="csY7581" fmla="*/ 1114920 h 1114920"/>
              <a:gd name="csX7582" fmla="*/ 1310423 w 1728164"/>
              <a:gd name="csY7582" fmla="*/ 1114920 h 1114920"/>
              <a:gd name="csX7583" fmla="*/ 1310601 w 1728164"/>
              <a:gd name="csY7583" fmla="*/ 1114920 h 1114920"/>
              <a:gd name="csX7584" fmla="*/ 1310770 w 1728164"/>
              <a:gd name="csY7584" fmla="*/ 1114920 h 1114920"/>
              <a:gd name="csX7585" fmla="*/ 1310948 w 1728164"/>
              <a:gd name="csY7585" fmla="*/ 1114920 h 1114920"/>
              <a:gd name="csX7586" fmla="*/ 1311117 w 1728164"/>
              <a:gd name="csY7586" fmla="*/ 1114920 h 1114920"/>
              <a:gd name="csX7587" fmla="*/ 1311286 w 1728164"/>
              <a:gd name="csY7587" fmla="*/ 1114920 h 1114920"/>
              <a:gd name="csX7588" fmla="*/ 1311464 w 1728164"/>
              <a:gd name="csY7588" fmla="*/ 1114920 h 1114920"/>
              <a:gd name="csX7589" fmla="*/ 1311633 w 1728164"/>
              <a:gd name="csY7589" fmla="*/ 1114920 h 1114920"/>
              <a:gd name="csX7590" fmla="*/ 1311811 w 1728164"/>
              <a:gd name="csY7590" fmla="*/ 1114920 h 1114920"/>
              <a:gd name="csX7591" fmla="*/ 1311980 w 1728164"/>
              <a:gd name="csY7591" fmla="*/ 1114920 h 1114920"/>
              <a:gd name="csX7592" fmla="*/ 1312158 w 1728164"/>
              <a:gd name="csY7592" fmla="*/ 1114920 h 1114920"/>
              <a:gd name="csX7593" fmla="*/ 1312327 w 1728164"/>
              <a:gd name="csY7593" fmla="*/ 1114920 h 1114920"/>
              <a:gd name="csX7594" fmla="*/ 1312496 w 1728164"/>
              <a:gd name="csY7594" fmla="*/ 1114920 h 1114920"/>
              <a:gd name="csX7595" fmla="*/ 1312674 w 1728164"/>
              <a:gd name="csY7595" fmla="*/ 1114920 h 1114920"/>
              <a:gd name="csX7596" fmla="*/ 1312843 w 1728164"/>
              <a:gd name="csY7596" fmla="*/ 1114920 h 1114920"/>
              <a:gd name="csX7597" fmla="*/ 1313021 w 1728164"/>
              <a:gd name="csY7597" fmla="*/ 1114920 h 1114920"/>
              <a:gd name="csX7598" fmla="*/ 1313190 w 1728164"/>
              <a:gd name="csY7598" fmla="*/ 1114920 h 1114920"/>
              <a:gd name="csX7599" fmla="*/ 1313368 w 1728164"/>
              <a:gd name="csY7599" fmla="*/ 1114920 h 1114920"/>
              <a:gd name="csX7600" fmla="*/ 1313537 w 1728164"/>
              <a:gd name="csY7600" fmla="*/ 1114920 h 1114920"/>
              <a:gd name="csX7601" fmla="*/ 1313706 w 1728164"/>
              <a:gd name="csY7601" fmla="*/ 1114920 h 1114920"/>
              <a:gd name="csX7602" fmla="*/ 1313884 w 1728164"/>
              <a:gd name="csY7602" fmla="*/ 1114920 h 1114920"/>
              <a:gd name="csX7603" fmla="*/ 1314053 w 1728164"/>
              <a:gd name="csY7603" fmla="*/ 1114920 h 1114920"/>
              <a:gd name="csX7604" fmla="*/ 1314231 w 1728164"/>
              <a:gd name="csY7604" fmla="*/ 1114920 h 1114920"/>
              <a:gd name="csX7605" fmla="*/ 1314400 w 1728164"/>
              <a:gd name="csY7605" fmla="*/ 1114920 h 1114920"/>
              <a:gd name="csX7606" fmla="*/ 1314578 w 1728164"/>
              <a:gd name="csY7606" fmla="*/ 1114920 h 1114920"/>
              <a:gd name="csX7607" fmla="*/ 1314747 w 1728164"/>
              <a:gd name="csY7607" fmla="*/ 1114920 h 1114920"/>
              <a:gd name="csX7608" fmla="*/ 1314916 w 1728164"/>
              <a:gd name="csY7608" fmla="*/ 1114920 h 1114920"/>
              <a:gd name="csX7609" fmla="*/ 1315094 w 1728164"/>
              <a:gd name="csY7609" fmla="*/ 1114920 h 1114920"/>
              <a:gd name="csX7610" fmla="*/ 1315263 w 1728164"/>
              <a:gd name="csY7610" fmla="*/ 1114920 h 1114920"/>
              <a:gd name="csX7611" fmla="*/ 1315441 w 1728164"/>
              <a:gd name="csY7611" fmla="*/ 1114920 h 1114920"/>
              <a:gd name="csX7612" fmla="*/ 1315610 w 1728164"/>
              <a:gd name="csY7612" fmla="*/ 1114920 h 1114920"/>
              <a:gd name="csX7613" fmla="*/ 1315788 w 1728164"/>
              <a:gd name="csY7613" fmla="*/ 1114920 h 1114920"/>
              <a:gd name="csX7614" fmla="*/ 1315957 w 1728164"/>
              <a:gd name="csY7614" fmla="*/ 1114920 h 1114920"/>
              <a:gd name="csX7615" fmla="*/ 1316126 w 1728164"/>
              <a:gd name="csY7615" fmla="*/ 1114920 h 1114920"/>
              <a:gd name="csX7616" fmla="*/ 1316304 w 1728164"/>
              <a:gd name="csY7616" fmla="*/ 1114920 h 1114920"/>
              <a:gd name="csX7617" fmla="*/ 1316473 w 1728164"/>
              <a:gd name="csY7617" fmla="*/ 1114920 h 1114920"/>
              <a:gd name="csX7618" fmla="*/ 1316651 w 1728164"/>
              <a:gd name="csY7618" fmla="*/ 1114920 h 1114920"/>
              <a:gd name="csX7619" fmla="*/ 1316820 w 1728164"/>
              <a:gd name="csY7619" fmla="*/ 1114920 h 1114920"/>
              <a:gd name="csX7620" fmla="*/ 1316998 w 1728164"/>
              <a:gd name="csY7620" fmla="*/ 1114920 h 1114920"/>
              <a:gd name="csX7621" fmla="*/ 1317167 w 1728164"/>
              <a:gd name="csY7621" fmla="*/ 1114920 h 1114920"/>
              <a:gd name="csX7622" fmla="*/ 1317336 w 1728164"/>
              <a:gd name="csY7622" fmla="*/ 1114920 h 1114920"/>
              <a:gd name="csX7623" fmla="*/ 1317514 w 1728164"/>
              <a:gd name="csY7623" fmla="*/ 1114920 h 1114920"/>
              <a:gd name="csX7624" fmla="*/ 1317683 w 1728164"/>
              <a:gd name="csY7624" fmla="*/ 1114920 h 1114920"/>
              <a:gd name="csX7625" fmla="*/ 1317861 w 1728164"/>
              <a:gd name="csY7625" fmla="*/ 1114920 h 1114920"/>
              <a:gd name="csX7626" fmla="*/ 1318030 w 1728164"/>
              <a:gd name="csY7626" fmla="*/ 1114920 h 1114920"/>
              <a:gd name="csX7627" fmla="*/ 1318199 w 1728164"/>
              <a:gd name="csY7627" fmla="*/ 1114920 h 1114920"/>
              <a:gd name="csX7628" fmla="*/ 1318377 w 1728164"/>
              <a:gd name="csY7628" fmla="*/ 1114920 h 1114920"/>
              <a:gd name="csX7629" fmla="*/ 1318546 w 1728164"/>
              <a:gd name="csY7629" fmla="*/ 1114920 h 1114920"/>
              <a:gd name="csX7630" fmla="*/ 1318724 w 1728164"/>
              <a:gd name="csY7630" fmla="*/ 1114920 h 1114920"/>
              <a:gd name="csX7631" fmla="*/ 1318893 w 1728164"/>
              <a:gd name="csY7631" fmla="*/ 1114920 h 1114920"/>
              <a:gd name="csX7632" fmla="*/ 1319070 w 1728164"/>
              <a:gd name="csY7632" fmla="*/ 1114920 h 1114920"/>
              <a:gd name="csX7633" fmla="*/ 1319239 w 1728164"/>
              <a:gd name="csY7633" fmla="*/ 1114920 h 1114920"/>
              <a:gd name="csX7634" fmla="*/ 1319409 w 1728164"/>
              <a:gd name="csY7634" fmla="*/ 1114920 h 1114920"/>
              <a:gd name="csX7635" fmla="*/ 1319586 w 1728164"/>
              <a:gd name="csY7635" fmla="*/ 1114920 h 1114920"/>
              <a:gd name="csX7636" fmla="*/ 1319756 w 1728164"/>
              <a:gd name="csY7636" fmla="*/ 1114920 h 1114920"/>
              <a:gd name="csX7637" fmla="*/ 1319933 w 1728164"/>
              <a:gd name="csY7637" fmla="*/ 1114920 h 1114920"/>
              <a:gd name="csX7638" fmla="*/ 1320103 w 1728164"/>
              <a:gd name="csY7638" fmla="*/ 1114920 h 1114920"/>
              <a:gd name="csX7639" fmla="*/ 1320280 w 1728164"/>
              <a:gd name="csY7639" fmla="*/ 1114920 h 1114920"/>
              <a:gd name="csX7640" fmla="*/ 1320449 w 1728164"/>
              <a:gd name="csY7640" fmla="*/ 1114920 h 1114920"/>
              <a:gd name="csX7641" fmla="*/ 1320618 w 1728164"/>
              <a:gd name="csY7641" fmla="*/ 1114920 h 1114920"/>
              <a:gd name="csX7642" fmla="*/ 1320796 w 1728164"/>
              <a:gd name="csY7642" fmla="*/ 1114920 h 1114920"/>
              <a:gd name="csX7643" fmla="*/ 1320965 w 1728164"/>
              <a:gd name="csY7643" fmla="*/ 1114920 h 1114920"/>
              <a:gd name="csX7644" fmla="*/ 1321143 w 1728164"/>
              <a:gd name="csY7644" fmla="*/ 1114920 h 1114920"/>
              <a:gd name="csX7645" fmla="*/ 1321312 w 1728164"/>
              <a:gd name="csY7645" fmla="*/ 1114920 h 1114920"/>
              <a:gd name="csX7646" fmla="*/ 1321490 w 1728164"/>
              <a:gd name="csY7646" fmla="*/ 1114920 h 1114920"/>
              <a:gd name="csX7647" fmla="*/ 1321659 w 1728164"/>
              <a:gd name="csY7647" fmla="*/ 1114920 h 1114920"/>
              <a:gd name="csX7648" fmla="*/ 1321828 w 1728164"/>
              <a:gd name="csY7648" fmla="*/ 1114920 h 1114920"/>
              <a:gd name="csX7649" fmla="*/ 1322006 w 1728164"/>
              <a:gd name="csY7649" fmla="*/ 1114920 h 1114920"/>
              <a:gd name="csX7650" fmla="*/ 1322175 w 1728164"/>
              <a:gd name="csY7650" fmla="*/ 1114920 h 1114920"/>
              <a:gd name="csX7651" fmla="*/ 1322353 w 1728164"/>
              <a:gd name="csY7651" fmla="*/ 1114920 h 1114920"/>
              <a:gd name="csX7652" fmla="*/ 1322522 w 1728164"/>
              <a:gd name="csY7652" fmla="*/ 1114920 h 1114920"/>
              <a:gd name="csX7653" fmla="*/ 1322700 w 1728164"/>
              <a:gd name="csY7653" fmla="*/ 1114920 h 1114920"/>
              <a:gd name="csX7654" fmla="*/ 1322869 w 1728164"/>
              <a:gd name="csY7654" fmla="*/ 1114920 h 1114920"/>
              <a:gd name="csX7655" fmla="*/ 1323038 w 1728164"/>
              <a:gd name="csY7655" fmla="*/ 1114920 h 1114920"/>
              <a:gd name="csX7656" fmla="*/ 1323216 w 1728164"/>
              <a:gd name="csY7656" fmla="*/ 1114920 h 1114920"/>
              <a:gd name="csX7657" fmla="*/ 1323385 w 1728164"/>
              <a:gd name="csY7657" fmla="*/ 1114920 h 1114920"/>
              <a:gd name="csX7658" fmla="*/ 1323563 w 1728164"/>
              <a:gd name="csY7658" fmla="*/ 1114920 h 1114920"/>
              <a:gd name="csX7659" fmla="*/ 1323732 w 1728164"/>
              <a:gd name="csY7659" fmla="*/ 1114920 h 1114920"/>
              <a:gd name="csX7660" fmla="*/ 1323910 w 1728164"/>
              <a:gd name="csY7660" fmla="*/ 1114920 h 1114920"/>
              <a:gd name="csX7661" fmla="*/ 1324079 w 1728164"/>
              <a:gd name="csY7661" fmla="*/ 1114920 h 1114920"/>
              <a:gd name="csX7662" fmla="*/ 1324248 w 1728164"/>
              <a:gd name="csY7662" fmla="*/ 1114920 h 1114920"/>
              <a:gd name="csX7663" fmla="*/ 1324426 w 1728164"/>
              <a:gd name="csY7663" fmla="*/ 1114920 h 1114920"/>
              <a:gd name="csX7664" fmla="*/ 1324595 w 1728164"/>
              <a:gd name="csY7664" fmla="*/ 1114920 h 1114920"/>
              <a:gd name="csX7665" fmla="*/ 1324773 w 1728164"/>
              <a:gd name="csY7665" fmla="*/ 1114920 h 1114920"/>
              <a:gd name="csX7666" fmla="*/ 1324942 w 1728164"/>
              <a:gd name="csY7666" fmla="*/ 1114920 h 1114920"/>
              <a:gd name="csX7667" fmla="*/ 1325120 w 1728164"/>
              <a:gd name="csY7667" fmla="*/ 1114920 h 1114920"/>
              <a:gd name="csX7668" fmla="*/ 1325289 w 1728164"/>
              <a:gd name="csY7668" fmla="*/ 1114920 h 1114920"/>
              <a:gd name="csX7669" fmla="*/ 1325458 w 1728164"/>
              <a:gd name="csY7669" fmla="*/ 1114920 h 1114920"/>
              <a:gd name="csX7670" fmla="*/ 1325636 w 1728164"/>
              <a:gd name="csY7670" fmla="*/ 1114920 h 1114920"/>
              <a:gd name="csX7671" fmla="*/ 1325805 w 1728164"/>
              <a:gd name="csY7671" fmla="*/ 1114920 h 1114920"/>
              <a:gd name="csX7672" fmla="*/ 1325983 w 1728164"/>
              <a:gd name="csY7672" fmla="*/ 1114920 h 1114920"/>
              <a:gd name="csX7673" fmla="*/ 1326152 w 1728164"/>
              <a:gd name="csY7673" fmla="*/ 1114920 h 1114920"/>
              <a:gd name="csX7674" fmla="*/ 1326330 w 1728164"/>
              <a:gd name="csY7674" fmla="*/ 1114920 h 1114920"/>
              <a:gd name="csX7675" fmla="*/ 1326499 w 1728164"/>
              <a:gd name="csY7675" fmla="*/ 1114920 h 1114920"/>
              <a:gd name="csX7676" fmla="*/ 1326668 w 1728164"/>
              <a:gd name="csY7676" fmla="*/ 1114920 h 1114920"/>
              <a:gd name="csX7677" fmla="*/ 1326846 w 1728164"/>
              <a:gd name="csY7677" fmla="*/ 1114920 h 1114920"/>
              <a:gd name="csX7678" fmla="*/ 1327015 w 1728164"/>
              <a:gd name="csY7678" fmla="*/ 1114920 h 1114920"/>
              <a:gd name="csX7679" fmla="*/ 1327193 w 1728164"/>
              <a:gd name="csY7679" fmla="*/ 1114920 h 1114920"/>
              <a:gd name="csX7680" fmla="*/ 1327362 w 1728164"/>
              <a:gd name="csY7680" fmla="*/ 1114920 h 1114920"/>
              <a:gd name="csX7681" fmla="*/ 1327540 w 1728164"/>
              <a:gd name="csY7681" fmla="*/ 1114920 h 1114920"/>
              <a:gd name="csX7682" fmla="*/ 1327709 w 1728164"/>
              <a:gd name="csY7682" fmla="*/ 1114920 h 1114920"/>
              <a:gd name="csX7683" fmla="*/ 1327878 w 1728164"/>
              <a:gd name="csY7683" fmla="*/ 1114920 h 1114920"/>
              <a:gd name="csX7684" fmla="*/ 1328056 w 1728164"/>
              <a:gd name="csY7684" fmla="*/ 1114920 h 1114920"/>
              <a:gd name="csX7685" fmla="*/ 1328225 w 1728164"/>
              <a:gd name="csY7685" fmla="*/ 1114920 h 1114920"/>
              <a:gd name="csX7686" fmla="*/ 1328403 w 1728164"/>
              <a:gd name="csY7686" fmla="*/ 1114920 h 1114920"/>
              <a:gd name="csX7687" fmla="*/ 1328572 w 1728164"/>
              <a:gd name="csY7687" fmla="*/ 1114920 h 1114920"/>
              <a:gd name="csX7688" fmla="*/ 1328750 w 1728164"/>
              <a:gd name="csY7688" fmla="*/ 1114920 h 1114920"/>
              <a:gd name="csX7689" fmla="*/ 1328919 w 1728164"/>
              <a:gd name="csY7689" fmla="*/ 1114920 h 1114920"/>
              <a:gd name="csX7690" fmla="*/ 1329088 w 1728164"/>
              <a:gd name="csY7690" fmla="*/ 1114920 h 1114920"/>
              <a:gd name="csX7691" fmla="*/ 1329266 w 1728164"/>
              <a:gd name="csY7691" fmla="*/ 1114920 h 1114920"/>
              <a:gd name="csX7692" fmla="*/ 1329435 w 1728164"/>
              <a:gd name="csY7692" fmla="*/ 1114920 h 1114920"/>
              <a:gd name="csX7693" fmla="*/ 1329613 w 1728164"/>
              <a:gd name="csY7693" fmla="*/ 1114920 h 1114920"/>
              <a:gd name="csX7694" fmla="*/ 1329782 w 1728164"/>
              <a:gd name="csY7694" fmla="*/ 1114920 h 1114920"/>
              <a:gd name="csX7695" fmla="*/ 1329960 w 1728164"/>
              <a:gd name="csY7695" fmla="*/ 1114920 h 1114920"/>
              <a:gd name="csX7696" fmla="*/ 1330129 w 1728164"/>
              <a:gd name="csY7696" fmla="*/ 1114920 h 1114920"/>
              <a:gd name="csX7697" fmla="*/ 1330298 w 1728164"/>
              <a:gd name="csY7697" fmla="*/ 1114920 h 1114920"/>
              <a:gd name="csX7698" fmla="*/ 1330476 w 1728164"/>
              <a:gd name="csY7698" fmla="*/ 1114920 h 1114920"/>
              <a:gd name="csX7699" fmla="*/ 1330645 w 1728164"/>
              <a:gd name="csY7699" fmla="*/ 1114920 h 1114920"/>
              <a:gd name="csX7700" fmla="*/ 1330823 w 1728164"/>
              <a:gd name="csY7700" fmla="*/ 1114920 h 1114920"/>
              <a:gd name="csX7701" fmla="*/ 1330992 w 1728164"/>
              <a:gd name="csY7701" fmla="*/ 1114920 h 1114920"/>
              <a:gd name="csX7702" fmla="*/ 1331170 w 1728164"/>
              <a:gd name="csY7702" fmla="*/ 1114920 h 1114920"/>
              <a:gd name="csX7703" fmla="*/ 1331339 w 1728164"/>
              <a:gd name="csY7703" fmla="*/ 1114920 h 1114920"/>
              <a:gd name="csX7704" fmla="*/ 1331508 w 1728164"/>
              <a:gd name="csY7704" fmla="*/ 1114920 h 1114920"/>
              <a:gd name="csX7705" fmla="*/ 1331686 w 1728164"/>
              <a:gd name="csY7705" fmla="*/ 1114920 h 1114920"/>
              <a:gd name="csX7706" fmla="*/ 1331855 w 1728164"/>
              <a:gd name="csY7706" fmla="*/ 1114920 h 1114920"/>
              <a:gd name="csX7707" fmla="*/ 1332033 w 1728164"/>
              <a:gd name="csY7707" fmla="*/ 1114920 h 1114920"/>
              <a:gd name="csX7708" fmla="*/ 1332202 w 1728164"/>
              <a:gd name="csY7708" fmla="*/ 1114920 h 1114920"/>
              <a:gd name="csX7709" fmla="*/ 1332380 w 1728164"/>
              <a:gd name="csY7709" fmla="*/ 1114920 h 1114920"/>
              <a:gd name="csX7710" fmla="*/ 1332549 w 1728164"/>
              <a:gd name="csY7710" fmla="*/ 1114920 h 1114920"/>
              <a:gd name="csX7711" fmla="*/ 1332718 w 1728164"/>
              <a:gd name="csY7711" fmla="*/ 1114920 h 1114920"/>
              <a:gd name="csX7712" fmla="*/ 1332896 w 1728164"/>
              <a:gd name="csY7712" fmla="*/ 1114920 h 1114920"/>
              <a:gd name="csX7713" fmla="*/ 1333065 w 1728164"/>
              <a:gd name="csY7713" fmla="*/ 1114920 h 1114920"/>
              <a:gd name="csX7714" fmla="*/ 1333242 w 1728164"/>
              <a:gd name="csY7714" fmla="*/ 1114920 h 1114920"/>
              <a:gd name="csX7715" fmla="*/ 1333412 w 1728164"/>
              <a:gd name="csY7715" fmla="*/ 1114920 h 1114920"/>
              <a:gd name="csX7716" fmla="*/ 1333589 w 1728164"/>
              <a:gd name="csY7716" fmla="*/ 1114920 h 1114920"/>
              <a:gd name="csX7717" fmla="*/ 1333759 w 1728164"/>
              <a:gd name="csY7717" fmla="*/ 1114920 h 1114920"/>
              <a:gd name="csX7718" fmla="*/ 1333928 w 1728164"/>
              <a:gd name="csY7718" fmla="*/ 1114920 h 1114920"/>
              <a:gd name="csX7719" fmla="*/ 1334106 w 1728164"/>
              <a:gd name="csY7719" fmla="*/ 1114920 h 1114920"/>
              <a:gd name="csX7720" fmla="*/ 1334275 w 1728164"/>
              <a:gd name="csY7720" fmla="*/ 1114920 h 1114920"/>
              <a:gd name="csX7721" fmla="*/ 1334452 w 1728164"/>
              <a:gd name="csY7721" fmla="*/ 1114920 h 1114920"/>
              <a:gd name="csX7722" fmla="*/ 1334621 w 1728164"/>
              <a:gd name="csY7722" fmla="*/ 1114920 h 1114920"/>
              <a:gd name="csX7723" fmla="*/ 1334799 w 1728164"/>
              <a:gd name="csY7723" fmla="*/ 1114920 h 1114920"/>
              <a:gd name="csX7724" fmla="*/ 1334968 w 1728164"/>
              <a:gd name="csY7724" fmla="*/ 1114920 h 1114920"/>
              <a:gd name="csX7725" fmla="*/ 1335137 w 1728164"/>
              <a:gd name="csY7725" fmla="*/ 1114920 h 1114920"/>
              <a:gd name="csX7726" fmla="*/ 1335315 w 1728164"/>
              <a:gd name="csY7726" fmla="*/ 1114920 h 1114920"/>
              <a:gd name="csX7727" fmla="*/ 1335484 w 1728164"/>
              <a:gd name="csY7727" fmla="*/ 1114920 h 1114920"/>
              <a:gd name="csX7728" fmla="*/ 1335662 w 1728164"/>
              <a:gd name="csY7728" fmla="*/ 1114920 h 1114920"/>
              <a:gd name="csX7729" fmla="*/ 1335831 w 1728164"/>
              <a:gd name="csY7729" fmla="*/ 1114920 h 1114920"/>
              <a:gd name="csX7730" fmla="*/ 1336009 w 1728164"/>
              <a:gd name="csY7730" fmla="*/ 1114920 h 1114920"/>
              <a:gd name="csX7731" fmla="*/ 1336178 w 1728164"/>
              <a:gd name="csY7731" fmla="*/ 1114920 h 1114920"/>
              <a:gd name="csX7732" fmla="*/ 1336347 w 1728164"/>
              <a:gd name="csY7732" fmla="*/ 1114920 h 1114920"/>
              <a:gd name="csX7733" fmla="*/ 1336525 w 1728164"/>
              <a:gd name="csY7733" fmla="*/ 1114920 h 1114920"/>
              <a:gd name="csX7734" fmla="*/ 1336694 w 1728164"/>
              <a:gd name="csY7734" fmla="*/ 1114920 h 1114920"/>
              <a:gd name="csX7735" fmla="*/ 1336872 w 1728164"/>
              <a:gd name="csY7735" fmla="*/ 1114920 h 1114920"/>
              <a:gd name="csX7736" fmla="*/ 1337041 w 1728164"/>
              <a:gd name="csY7736" fmla="*/ 1114920 h 1114920"/>
              <a:gd name="csX7737" fmla="*/ 1337210 w 1728164"/>
              <a:gd name="csY7737" fmla="*/ 1114920 h 1114920"/>
              <a:gd name="csX7738" fmla="*/ 1337388 w 1728164"/>
              <a:gd name="csY7738" fmla="*/ 1114920 h 1114920"/>
              <a:gd name="csX7739" fmla="*/ 1337557 w 1728164"/>
              <a:gd name="csY7739" fmla="*/ 1114920 h 1114920"/>
              <a:gd name="csX7740" fmla="*/ 1337735 w 1728164"/>
              <a:gd name="csY7740" fmla="*/ 1114920 h 1114920"/>
              <a:gd name="csX7741" fmla="*/ 1337904 w 1728164"/>
              <a:gd name="csY7741" fmla="*/ 1114920 h 1114920"/>
              <a:gd name="csX7742" fmla="*/ 1338082 w 1728164"/>
              <a:gd name="csY7742" fmla="*/ 1114920 h 1114920"/>
              <a:gd name="csX7743" fmla="*/ 1338251 w 1728164"/>
              <a:gd name="csY7743" fmla="*/ 1114920 h 1114920"/>
              <a:gd name="csX7744" fmla="*/ 1338420 w 1728164"/>
              <a:gd name="csY7744" fmla="*/ 1114920 h 1114920"/>
              <a:gd name="csX7745" fmla="*/ 1338598 w 1728164"/>
              <a:gd name="csY7745" fmla="*/ 1114920 h 1114920"/>
              <a:gd name="csX7746" fmla="*/ 1338767 w 1728164"/>
              <a:gd name="csY7746" fmla="*/ 1114920 h 1114920"/>
              <a:gd name="csX7747" fmla="*/ 1338945 w 1728164"/>
              <a:gd name="csY7747" fmla="*/ 1114920 h 1114920"/>
              <a:gd name="csX7748" fmla="*/ 1339114 w 1728164"/>
              <a:gd name="csY7748" fmla="*/ 1114920 h 1114920"/>
              <a:gd name="csX7749" fmla="*/ 1339292 w 1728164"/>
              <a:gd name="csY7749" fmla="*/ 1114920 h 1114920"/>
              <a:gd name="csX7750" fmla="*/ 1339461 w 1728164"/>
              <a:gd name="csY7750" fmla="*/ 1114920 h 1114920"/>
              <a:gd name="csX7751" fmla="*/ 1339630 w 1728164"/>
              <a:gd name="csY7751" fmla="*/ 1114920 h 1114920"/>
              <a:gd name="csX7752" fmla="*/ 1339808 w 1728164"/>
              <a:gd name="csY7752" fmla="*/ 1114920 h 1114920"/>
              <a:gd name="csX7753" fmla="*/ 1339977 w 1728164"/>
              <a:gd name="csY7753" fmla="*/ 1114920 h 1114920"/>
              <a:gd name="csX7754" fmla="*/ 1340155 w 1728164"/>
              <a:gd name="csY7754" fmla="*/ 1114920 h 1114920"/>
              <a:gd name="csX7755" fmla="*/ 1340324 w 1728164"/>
              <a:gd name="csY7755" fmla="*/ 1114920 h 1114920"/>
              <a:gd name="csX7756" fmla="*/ 1340502 w 1728164"/>
              <a:gd name="csY7756" fmla="*/ 1114920 h 1114920"/>
              <a:gd name="csX7757" fmla="*/ 1340671 w 1728164"/>
              <a:gd name="csY7757" fmla="*/ 1114920 h 1114920"/>
              <a:gd name="csX7758" fmla="*/ 1340840 w 1728164"/>
              <a:gd name="csY7758" fmla="*/ 1114920 h 1114920"/>
              <a:gd name="csX7759" fmla="*/ 1341018 w 1728164"/>
              <a:gd name="csY7759" fmla="*/ 1114920 h 1114920"/>
              <a:gd name="csX7760" fmla="*/ 1341187 w 1728164"/>
              <a:gd name="csY7760" fmla="*/ 1114920 h 1114920"/>
              <a:gd name="csX7761" fmla="*/ 1341365 w 1728164"/>
              <a:gd name="csY7761" fmla="*/ 1114920 h 1114920"/>
              <a:gd name="csX7762" fmla="*/ 1341534 w 1728164"/>
              <a:gd name="csY7762" fmla="*/ 1114920 h 1114920"/>
              <a:gd name="csX7763" fmla="*/ 1341712 w 1728164"/>
              <a:gd name="csY7763" fmla="*/ 1114920 h 1114920"/>
              <a:gd name="csX7764" fmla="*/ 1341881 w 1728164"/>
              <a:gd name="csY7764" fmla="*/ 1114920 h 1114920"/>
              <a:gd name="csX7765" fmla="*/ 1342050 w 1728164"/>
              <a:gd name="csY7765" fmla="*/ 1114920 h 1114920"/>
              <a:gd name="csX7766" fmla="*/ 1342228 w 1728164"/>
              <a:gd name="csY7766" fmla="*/ 1114920 h 1114920"/>
              <a:gd name="csX7767" fmla="*/ 1342397 w 1728164"/>
              <a:gd name="csY7767" fmla="*/ 1114920 h 1114920"/>
              <a:gd name="csX7768" fmla="*/ 1342575 w 1728164"/>
              <a:gd name="csY7768" fmla="*/ 1114920 h 1114920"/>
              <a:gd name="csX7769" fmla="*/ 1342744 w 1728164"/>
              <a:gd name="csY7769" fmla="*/ 1114920 h 1114920"/>
              <a:gd name="csX7770" fmla="*/ 1342922 w 1728164"/>
              <a:gd name="csY7770" fmla="*/ 1114920 h 1114920"/>
              <a:gd name="csX7771" fmla="*/ 1343091 w 1728164"/>
              <a:gd name="csY7771" fmla="*/ 1114920 h 1114920"/>
              <a:gd name="csX7772" fmla="*/ 1343260 w 1728164"/>
              <a:gd name="csY7772" fmla="*/ 1114920 h 1114920"/>
              <a:gd name="csX7773" fmla="*/ 1343438 w 1728164"/>
              <a:gd name="csY7773" fmla="*/ 1114920 h 1114920"/>
              <a:gd name="csX7774" fmla="*/ 1343607 w 1728164"/>
              <a:gd name="csY7774" fmla="*/ 1114920 h 1114920"/>
              <a:gd name="csX7775" fmla="*/ 1343785 w 1728164"/>
              <a:gd name="csY7775" fmla="*/ 1114920 h 1114920"/>
              <a:gd name="csX7776" fmla="*/ 1343954 w 1728164"/>
              <a:gd name="csY7776" fmla="*/ 1114920 h 1114920"/>
              <a:gd name="csX7777" fmla="*/ 1344132 w 1728164"/>
              <a:gd name="csY7777" fmla="*/ 1114920 h 1114920"/>
              <a:gd name="csX7778" fmla="*/ 1344301 w 1728164"/>
              <a:gd name="csY7778" fmla="*/ 1114920 h 1114920"/>
              <a:gd name="csX7779" fmla="*/ 1344470 w 1728164"/>
              <a:gd name="csY7779" fmla="*/ 1114920 h 1114920"/>
              <a:gd name="csX7780" fmla="*/ 1344648 w 1728164"/>
              <a:gd name="csY7780" fmla="*/ 1114920 h 1114920"/>
              <a:gd name="csX7781" fmla="*/ 1344817 w 1728164"/>
              <a:gd name="csY7781" fmla="*/ 1114920 h 1114920"/>
              <a:gd name="csX7782" fmla="*/ 1344995 w 1728164"/>
              <a:gd name="csY7782" fmla="*/ 1114920 h 1114920"/>
              <a:gd name="csX7783" fmla="*/ 1345164 w 1728164"/>
              <a:gd name="csY7783" fmla="*/ 1114920 h 1114920"/>
              <a:gd name="csX7784" fmla="*/ 1345342 w 1728164"/>
              <a:gd name="csY7784" fmla="*/ 1114920 h 1114920"/>
              <a:gd name="csX7785" fmla="*/ 1345511 w 1728164"/>
              <a:gd name="csY7785" fmla="*/ 1114920 h 1114920"/>
              <a:gd name="csX7786" fmla="*/ 1345680 w 1728164"/>
              <a:gd name="csY7786" fmla="*/ 1114920 h 1114920"/>
              <a:gd name="csX7787" fmla="*/ 1345858 w 1728164"/>
              <a:gd name="csY7787" fmla="*/ 1114920 h 1114920"/>
              <a:gd name="csX7788" fmla="*/ 1346027 w 1728164"/>
              <a:gd name="csY7788" fmla="*/ 1114920 h 1114920"/>
              <a:gd name="csX7789" fmla="*/ 1346205 w 1728164"/>
              <a:gd name="csY7789" fmla="*/ 1114920 h 1114920"/>
              <a:gd name="csX7790" fmla="*/ 1346374 w 1728164"/>
              <a:gd name="csY7790" fmla="*/ 1114920 h 1114920"/>
              <a:gd name="csX7791" fmla="*/ 1346552 w 1728164"/>
              <a:gd name="csY7791" fmla="*/ 1114920 h 1114920"/>
              <a:gd name="csX7792" fmla="*/ 1346721 w 1728164"/>
              <a:gd name="csY7792" fmla="*/ 1114920 h 1114920"/>
              <a:gd name="csX7793" fmla="*/ 1346890 w 1728164"/>
              <a:gd name="csY7793" fmla="*/ 1114920 h 1114920"/>
              <a:gd name="csX7794" fmla="*/ 1347068 w 1728164"/>
              <a:gd name="csY7794" fmla="*/ 1114920 h 1114920"/>
              <a:gd name="csX7795" fmla="*/ 1347237 w 1728164"/>
              <a:gd name="csY7795" fmla="*/ 1114920 h 1114920"/>
              <a:gd name="csX7796" fmla="*/ 1347415 w 1728164"/>
              <a:gd name="csY7796" fmla="*/ 1114920 h 1114920"/>
              <a:gd name="csX7797" fmla="*/ 1347584 w 1728164"/>
              <a:gd name="csY7797" fmla="*/ 1114920 h 1114920"/>
              <a:gd name="csX7798" fmla="*/ 1347762 w 1728164"/>
              <a:gd name="csY7798" fmla="*/ 1114920 h 1114920"/>
              <a:gd name="csX7799" fmla="*/ 1347931 w 1728164"/>
              <a:gd name="csY7799" fmla="*/ 1114920 h 1114920"/>
              <a:gd name="csX7800" fmla="*/ 1348100 w 1728164"/>
              <a:gd name="csY7800" fmla="*/ 1114920 h 1114920"/>
              <a:gd name="csX7801" fmla="*/ 1348278 w 1728164"/>
              <a:gd name="csY7801" fmla="*/ 1114920 h 1114920"/>
              <a:gd name="csX7802" fmla="*/ 1348447 w 1728164"/>
              <a:gd name="csY7802" fmla="*/ 1114920 h 1114920"/>
              <a:gd name="csX7803" fmla="*/ 1348624 w 1728164"/>
              <a:gd name="csY7803" fmla="*/ 1114920 h 1114920"/>
              <a:gd name="csX7804" fmla="*/ 1348794 w 1728164"/>
              <a:gd name="csY7804" fmla="*/ 1114920 h 1114920"/>
              <a:gd name="csX7805" fmla="*/ 1348971 w 1728164"/>
              <a:gd name="csY7805" fmla="*/ 1114920 h 1114920"/>
              <a:gd name="csX7806" fmla="*/ 1349140 w 1728164"/>
              <a:gd name="csY7806" fmla="*/ 1114920 h 1114920"/>
              <a:gd name="csX7807" fmla="*/ 1349310 w 1728164"/>
              <a:gd name="csY7807" fmla="*/ 1114920 h 1114920"/>
              <a:gd name="csX7808" fmla="*/ 1349487 w 1728164"/>
              <a:gd name="csY7808" fmla="*/ 1114920 h 1114920"/>
              <a:gd name="csX7809" fmla="*/ 1349656 w 1728164"/>
              <a:gd name="csY7809" fmla="*/ 1114920 h 1114920"/>
              <a:gd name="csX7810" fmla="*/ 1349834 w 1728164"/>
              <a:gd name="csY7810" fmla="*/ 1114920 h 1114920"/>
              <a:gd name="csX7811" fmla="*/ 1350003 w 1728164"/>
              <a:gd name="csY7811" fmla="*/ 1114920 h 1114920"/>
              <a:gd name="csX7812" fmla="*/ 1350181 w 1728164"/>
              <a:gd name="csY7812" fmla="*/ 1114920 h 1114920"/>
              <a:gd name="csX7813" fmla="*/ 1350350 w 1728164"/>
              <a:gd name="csY7813" fmla="*/ 1114920 h 1114920"/>
              <a:gd name="csX7814" fmla="*/ 1350519 w 1728164"/>
              <a:gd name="csY7814" fmla="*/ 1114920 h 1114920"/>
              <a:gd name="csX7815" fmla="*/ 1350697 w 1728164"/>
              <a:gd name="csY7815" fmla="*/ 1114920 h 1114920"/>
              <a:gd name="csX7816" fmla="*/ 1350866 w 1728164"/>
              <a:gd name="csY7816" fmla="*/ 1114920 h 1114920"/>
              <a:gd name="csX7817" fmla="*/ 1351044 w 1728164"/>
              <a:gd name="csY7817" fmla="*/ 1114920 h 1114920"/>
              <a:gd name="csX7818" fmla="*/ 1351213 w 1728164"/>
              <a:gd name="csY7818" fmla="*/ 1114920 h 1114920"/>
              <a:gd name="csX7819" fmla="*/ 1351391 w 1728164"/>
              <a:gd name="csY7819" fmla="*/ 1114920 h 1114920"/>
              <a:gd name="csX7820" fmla="*/ 1351560 w 1728164"/>
              <a:gd name="csY7820" fmla="*/ 1114920 h 1114920"/>
              <a:gd name="csX7821" fmla="*/ 1351729 w 1728164"/>
              <a:gd name="csY7821" fmla="*/ 1114920 h 1114920"/>
              <a:gd name="csX7822" fmla="*/ 1351907 w 1728164"/>
              <a:gd name="csY7822" fmla="*/ 1114920 h 1114920"/>
              <a:gd name="csX7823" fmla="*/ 1352076 w 1728164"/>
              <a:gd name="csY7823" fmla="*/ 1114920 h 1114920"/>
              <a:gd name="csX7824" fmla="*/ 1352254 w 1728164"/>
              <a:gd name="csY7824" fmla="*/ 1114920 h 1114920"/>
              <a:gd name="csX7825" fmla="*/ 1352423 w 1728164"/>
              <a:gd name="csY7825" fmla="*/ 1114920 h 1114920"/>
              <a:gd name="csX7826" fmla="*/ 1352601 w 1728164"/>
              <a:gd name="csY7826" fmla="*/ 1114920 h 1114920"/>
              <a:gd name="csX7827" fmla="*/ 1352770 w 1728164"/>
              <a:gd name="csY7827" fmla="*/ 1114920 h 1114920"/>
              <a:gd name="csX7828" fmla="*/ 1352939 w 1728164"/>
              <a:gd name="csY7828" fmla="*/ 1114920 h 1114920"/>
              <a:gd name="csX7829" fmla="*/ 1353117 w 1728164"/>
              <a:gd name="csY7829" fmla="*/ 1114920 h 1114920"/>
              <a:gd name="csX7830" fmla="*/ 1353286 w 1728164"/>
              <a:gd name="csY7830" fmla="*/ 1114920 h 1114920"/>
              <a:gd name="csX7831" fmla="*/ 1353464 w 1728164"/>
              <a:gd name="csY7831" fmla="*/ 1114920 h 1114920"/>
              <a:gd name="csX7832" fmla="*/ 1353633 w 1728164"/>
              <a:gd name="csY7832" fmla="*/ 1114920 h 1114920"/>
              <a:gd name="csX7833" fmla="*/ 1353811 w 1728164"/>
              <a:gd name="csY7833" fmla="*/ 1114920 h 1114920"/>
              <a:gd name="csX7834" fmla="*/ 1353980 w 1728164"/>
              <a:gd name="csY7834" fmla="*/ 1114920 h 1114920"/>
              <a:gd name="csX7835" fmla="*/ 1354149 w 1728164"/>
              <a:gd name="csY7835" fmla="*/ 1114920 h 1114920"/>
              <a:gd name="csX7836" fmla="*/ 1354327 w 1728164"/>
              <a:gd name="csY7836" fmla="*/ 1114920 h 1114920"/>
              <a:gd name="csX7837" fmla="*/ 1354496 w 1728164"/>
              <a:gd name="csY7837" fmla="*/ 1114920 h 1114920"/>
              <a:gd name="csX7838" fmla="*/ 1354674 w 1728164"/>
              <a:gd name="csY7838" fmla="*/ 1114920 h 1114920"/>
              <a:gd name="csX7839" fmla="*/ 1354843 w 1728164"/>
              <a:gd name="csY7839" fmla="*/ 1114920 h 1114920"/>
              <a:gd name="csX7840" fmla="*/ 1355021 w 1728164"/>
              <a:gd name="csY7840" fmla="*/ 1114920 h 1114920"/>
              <a:gd name="csX7841" fmla="*/ 1355190 w 1728164"/>
              <a:gd name="csY7841" fmla="*/ 1114920 h 1114920"/>
              <a:gd name="csX7842" fmla="*/ 1355359 w 1728164"/>
              <a:gd name="csY7842" fmla="*/ 1114920 h 1114920"/>
              <a:gd name="csX7843" fmla="*/ 1355537 w 1728164"/>
              <a:gd name="csY7843" fmla="*/ 1114920 h 1114920"/>
              <a:gd name="csX7844" fmla="*/ 1355706 w 1728164"/>
              <a:gd name="csY7844" fmla="*/ 1114920 h 1114920"/>
              <a:gd name="csX7845" fmla="*/ 1355884 w 1728164"/>
              <a:gd name="csY7845" fmla="*/ 1114920 h 1114920"/>
              <a:gd name="csX7846" fmla="*/ 1356053 w 1728164"/>
              <a:gd name="csY7846" fmla="*/ 1114920 h 1114920"/>
              <a:gd name="csX7847" fmla="*/ 1356222 w 1728164"/>
              <a:gd name="csY7847" fmla="*/ 1114920 h 1114920"/>
              <a:gd name="csX7848" fmla="*/ 1356400 w 1728164"/>
              <a:gd name="csY7848" fmla="*/ 1114920 h 1114920"/>
              <a:gd name="csX7849" fmla="*/ 1356569 w 1728164"/>
              <a:gd name="csY7849" fmla="*/ 1114920 h 1114920"/>
              <a:gd name="csX7850" fmla="*/ 1356747 w 1728164"/>
              <a:gd name="csY7850" fmla="*/ 1114920 h 1114920"/>
              <a:gd name="csX7851" fmla="*/ 1356916 w 1728164"/>
              <a:gd name="csY7851" fmla="*/ 1114920 h 1114920"/>
              <a:gd name="csX7852" fmla="*/ 1357094 w 1728164"/>
              <a:gd name="csY7852" fmla="*/ 1114920 h 1114920"/>
              <a:gd name="csX7853" fmla="*/ 1357263 w 1728164"/>
              <a:gd name="csY7853" fmla="*/ 1114920 h 1114920"/>
              <a:gd name="csX7854" fmla="*/ 1357432 w 1728164"/>
              <a:gd name="csY7854" fmla="*/ 1114920 h 1114920"/>
              <a:gd name="csX7855" fmla="*/ 1357610 w 1728164"/>
              <a:gd name="csY7855" fmla="*/ 1114920 h 1114920"/>
              <a:gd name="csX7856" fmla="*/ 1357779 w 1728164"/>
              <a:gd name="csY7856" fmla="*/ 1114920 h 1114920"/>
              <a:gd name="csX7857" fmla="*/ 1357957 w 1728164"/>
              <a:gd name="csY7857" fmla="*/ 1114920 h 1114920"/>
              <a:gd name="csX7858" fmla="*/ 1358126 w 1728164"/>
              <a:gd name="csY7858" fmla="*/ 1114920 h 1114920"/>
              <a:gd name="csX7859" fmla="*/ 1358304 w 1728164"/>
              <a:gd name="csY7859" fmla="*/ 1114920 h 1114920"/>
              <a:gd name="csX7860" fmla="*/ 1358473 w 1728164"/>
              <a:gd name="csY7860" fmla="*/ 1114920 h 1114920"/>
              <a:gd name="csX7861" fmla="*/ 1358642 w 1728164"/>
              <a:gd name="csY7861" fmla="*/ 1114920 h 1114920"/>
              <a:gd name="csX7862" fmla="*/ 1358820 w 1728164"/>
              <a:gd name="csY7862" fmla="*/ 1114920 h 1114920"/>
              <a:gd name="csX7863" fmla="*/ 1358989 w 1728164"/>
              <a:gd name="csY7863" fmla="*/ 1114920 h 1114920"/>
              <a:gd name="csX7864" fmla="*/ 1359167 w 1728164"/>
              <a:gd name="csY7864" fmla="*/ 1114920 h 1114920"/>
              <a:gd name="csX7865" fmla="*/ 1359336 w 1728164"/>
              <a:gd name="csY7865" fmla="*/ 1114920 h 1114920"/>
              <a:gd name="csX7866" fmla="*/ 1359514 w 1728164"/>
              <a:gd name="csY7866" fmla="*/ 1114920 h 1114920"/>
              <a:gd name="csX7867" fmla="*/ 1359683 w 1728164"/>
              <a:gd name="csY7867" fmla="*/ 1114920 h 1114920"/>
              <a:gd name="csX7868" fmla="*/ 1359852 w 1728164"/>
              <a:gd name="csY7868" fmla="*/ 1114920 h 1114920"/>
              <a:gd name="csX7869" fmla="*/ 1360030 w 1728164"/>
              <a:gd name="csY7869" fmla="*/ 1114920 h 1114920"/>
              <a:gd name="csX7870" fmla="*/ 1360199 w 1728164"/>
              <a:gd name="csY7870" fmla="*/ 1114920 h 1114920"/>
              <a:gd name="csX7871" fmla="*/ 1360377 w 1728164"/>
              <a:gd name="csY7871" fmla="*/ 1114920 h 1114920"/>
              <a:gd name="csX7872" fmla="*/ 1360546 w 1728164"/>
              <a:gd name="csY7872" fmla="*/ 1114920 h 1114920"/>
              <a:gd name="csX7873" fmla="*/ 1360724 w 1728164"/>
              <a:gd name="csY7873" fmla="*/ 1114920 h 1114920"/>
              <a:gd name="csX7874" fmla="*/ 1360893 w 1728164"/>
              <a:gd name="csY7874" fmla="*/ 1114920 h 1114920"/>
              <a:gd name="csX7875" fmla="*/ 1361062 w 1728164"/>
              <a:gd name="csY7875" fmla="*/ 1114920 h 1114920"/>
              <a:gd name="csX7876" fmla="*/ 1361240 w 1728164"/>
              <a:gd name="csY7876" fmla="*/ 1114920 h 1114920"/>
              <a:gd name="csX7877" fmla="*/ 1361409 w 1728164"/>
              <a:gd name="csY7877" fmla="*/ 1114920 h 1114920"/>
              <a:gd name="csX7878" fmla="*/ 1361587 w 1728164"/>
              <a:gd name="csY7878" fmla="*/ 1114920 h 1114920"/>
              <a:gd name="csX7879" fmla="*/ 1361756 w 1728164"/>
              <a:gd name="csY7879" fmla="*/ 1114920 h 1114920"/>
              <a:gd name="csX7880" fmla="*/ 1361934 w 1728164"/>
              <a:gd name="csY7880" fmla="*/ 1114920 h 1114920"/>
              <a:gd name="csX7881" fmla="*/ 1362103 w 1728164"/>
              <a:gd name="csY7881" fmla="*/ 1114920 h 1114920"/>
              <a:gd name="csX7882" fmla="*/ 1362272 w 1728164"/>
              <a:gd name="csY7882" fmla="*/ 1114920 h 1114920"/>
              <a:gd name="csX7883" fmla="*/ 1362450 w 1728164"/>
              <a:gd name="csY7883" fmla="*/ 1114920 h 1114920"/>
              <a:gd name="csX7884" fmla="*/ 1362619 w 1728164"/>
              <a:gd name="csY7884" fmla="*/ 1114920 h 1114920"/>
              <a:gd name="csX7885" fmla="*/ 1362797 w 1728164"/>
              <a:gd name="csY7885" fmla="*/ 1114920 h 1114920"/>
              <a:gd name="csX7886" fmla="*/ 1362966 w 1728164"/>
              <a:gd name="csY7886" fmla="*/ 1114920 h 1114920"/>
              <a:gd name="csX7887" fmla="*/ 1363144 w 1728164"/>
              <a:gd name="csY7887" fmla="*/ 1114920 h 1114920"/>
              <a:gd name="csX7888" fmla="*/ 1363313 w 1728164"/>
              <a:gd name="csY7888" fmla="*/ 1114920 h 1114920"/>
              <a:gd name="csX7889" fmla="*/ 1363482 w 1728164"/>
              <a:gd name="csY7889" fmla="*/ 1114920 h 1114920"/>
              <a:gd name="csX7890" fmla="*/ 1363660 w 1728164"/>
              <a:gd name="csY7890" fmla="*/ 1114920 h 1114920"/>
              <a:gd name="csX7891" fmla="*/ 1363828 w 1728164"/>
              <a:gd name="csY7891" fmla="*/ 1114920 h 1114920"/>
              <a:gd name="csX7892" fmla="*/ 1364006 w 1728164"/>
              <a:gd name="csY7892" fmla="*/ 1114920 h 1114920"/>
              <a:gd name="csX7893" fmla="*/ 1364175 w 1728164"/>
              <a:gd name="csY7893" fmla="*/ 1114920 h 1114920"/>
              <a:gd name="csX7894" fmla="*/ 1364353 w 1728164"/>
              <a:gd name="csY7894" fmla="*/ 1114920 h 1114920"/>
              <a:gd name="csX7895" fmla="*/ 1364522 w 1728164"/>
              <a:gd name="csY7895" fmla="*/ 1114920 h 1114920"/>
              <a:gd name="csX7896" fmla="*/ 1364692 w 1728164"/>
              <a:gd name="csY7896" fmla="*/ 1114920 h 1114920"/>
              <a:gd name="csX7897" fmla="*/ 1364869 w 1728164"/>
              <a:gd name="csY7897" fmla="*/ 1114920 h 1114920"/>
              <a:gd name="csX7898" fmla="*/ 1365038 w 1728164"/>
              <a:gd name="csY7898" fmla="*/ 1114920 h 1114920"/>
              <a:gd name="csX7899" fmla="*/ 1365216 w 1728164"/>
              <a:gd name="csY7899" fmla="*/ 1114920 h 1114920"/>
              <a:gd name="csX7900" fmla="*/ 1365385 w 1728164"/>
              <a:gd name="csY7900" fmla="*/ 1114920 h 1114920"/>
              <a:gd name="csX7901" fmla="*/ 1365563 w 1728164"/>
              <a:gd name="csY7901" fmla="*/ 1114920 h 1114920"/>
              <a:gd name="csX7902" fmla="*/ 1365732 w 1728164"/>
              <a:gd name="csY7902" fmla="*/ 1114920 h 1114920"/>
              <a:gd name="csX7903" fmla="*/ 1365901 w 1728164"/>
              <a:gd name="csY7903" fmla="*/ 1114920 h 1114920"/>
              <a:gd name="csX7904" fmla="*/ 1366079 w 1728164"/>
              <a:gd name="csY7904" fmla="*/ 1114920 h 1114920"/>
              <a:gd name="csX7905" fmla="*/ 1366248 w 1728164"/>
              <a:gd name="csY7905" fmla="*/ 1114920 h 1114920"/>
              <a:gd name="csX7906" fmla="*/ 1366426 w 1728164"/>
              <a:gd name="csY7906" fmla="*/ 1114920 h 1114920"/>
              <a:gd name="csX7907" fmla="*/ 1366595 w 1728164"/>
              <a:gd name="csY7907" fmla="*/ 1114920 h 1114920"/>
              <a:gd name="csX7908" fmla="*/ 1366773 w 1728164"/>
              <a:gd name="csY7908" fmla="*/ 1114920 h 1114920"/>
              <a:gd name="csX7909" fmla="*/ 1366942 w 1728164"/>
              <a:gd name="csY7909" fmla="*/ 1114920 h 1114920"/>
              <a:gd name="csX7910" fmla="*/ 1367111 w 1728164"/>
              <a:gd name="csY7910" fmla="*/ 1114920 h 1114920"/>
              <a:gd name="csX7911" fmla="*/ 1367289 w 1728164"/>
              <a:gd name="csY7911" fmla="*/ 1114920 h 1114920"/>
              <a:gd name="csX7912" fmla="*/ 1367458 w 1728164"/>
              <a:gd name="csY7912" fmla="*/ 1114920 h 1114920"/>
              <a:gd name="csX7913" fmla="*/ 1367636 w 1728164"/>
              <a:gd name="csY7913" fmla="*/ 1114920 h 1114920"/>
              <a:gd name="csX7914" fmla="*/ 1367805 w 1728164"/>
              <a:gd name="csY7914" fmla="*/ 1114920 h 1114920"/>
              <a:gd name="csX7915" fmla="*/ 1367983 w 1728164"/>
              <a:gd name="csY7915" fmla="*/ 1114920 h 1114920"/>
              <a:gd name="csX7916" fmla="*/ 1368152 w 1728164"/>
              <a:gd name="csY7916" fmla="*/ 1114920 h 1114920"/>
              <a:gd name="csX7917" fmla="*/ 1368321 w 1728164"/>
              <a:gd name="csY7917" fmla="*/ 1114920 h 1114920"/>
              <a:gd name="csX7918" fmla="*/ 1368499 w 1728164"/>
              <a:gd name="csY7918" fmla="*/ 1114920 h 1114920"/>
              <a:gd name="csX7919" fmla="*/ 1368668 w 1728164"/>
              <a:gd name="csY7919" fmla="*/ 1114920 h 1114920"/>
              <a:gd name="csX7920" fmla="*/ 1368846 w 1728164"/>
              <a:gd name="csY7920" fmla="*/ 1114920 h 1114920"/>
              <a:gd name="csX7921" fmla="*/ 1369015 w 1728164"/>
              <a:gd name="csY7921" fmla="*/ 1114920 h 1114920"/>
              <a:gd name="csX7922" fmla="*/ 1369193 w 1728164"/>
              <a:gd name="csY7922" fmla="*/ 1114920 h 1114920"/>
              <a:gd name="csX7923" fmla="*/ 1369362 w 1728164"/>
              <a:gd name="csY7923" fmla="*/ 1114920 h 1114920"/>
              <a:gd name="csX7924" fmla="*/ 1369531 w 1728164"/>
              <a:gd name="csY7924" fmla="*/ 1114920 h 1114920"/>
              <a:gd name="csX7925" fmla="*/ 1369709 w 1728164"/>
              <a:gd name="csY7925" fmla="*/ 1114920 h 1114920"/>
              <a:gd name="csX7926" fmla="*/ 1369878 w 1728164"/>
              <a:gd name="csY7926" fmla="*/ 1114920 h 1114920"/>
              <a:gd name="csX7927" fmla="*/ 1370056 w 1728164"/>
              <a:gd name="csY7927" fmla="*/ 1114920 h 1114920"/>
              <a:gd name="csX7928" fmla="*/ 1370225 w 1728164"/>
              <a:gd name="csY7928" fmla="*/ 1114920 h 1114920"/>
              <a:gd name="csX7929" fmla="*/ 1370403 w 1728164"/>
              <a:gd name="csY7929" fmla="*/ 1114920 h 1114920"/>
              <a:gd name="csX7930" fmla="*/ 1370572 w 1728164"/>
              <a:gd name="csY7930" fmla="*/ 1114920 h 1114920"/>
              <a:gd name="csX7931" fmla="*/ 1370741 w 1728164"/>
              <a:gd name="csY7931" fmla="*/ 1114920 h 1114920"/>
              <a:gd name="csX7932" fmla="*/ 1370919 w 1728164"/>
              <a:gd name="csY7932" fmla="*/ 1114920 h 1114920"/>
              <a:gd name="csX7933" fmla="*/ 1371088 w 1728164"/>
              <a:gd name="csY7933" fmla="*/ 1114920 h 1114920"/>
              <a:gd name="csX7934" fmla="*/ 1371266 w 1728164"/>
              <a:gd name="csY7934" fmla="*/ 1114920 h 1114920"/>
              <a:gd name="csX7935" fmla="*/ 1371435 w 1728164"/>
              <a:gd name="csY7935" fmla="*/ 1114920 h 1114920"/>
              <a:gd name="csX7936" fmla="*/ 1371613 w 1728164"/>
              <a:gd name="csY7936" fmla="*/ 1114920 h 1114920"/>
              <a:gd name="csX7937" fmla="*/ 1371782 w 1728164"/>
              <a:gd name="csY7937" fmla="*/ 1114920 h 1114920"/>
              <a:gd name="csX7938" fmla="*/ 1371951 w 1728164"/>
              <a:gd name="csY7938" fmla="*/ 1114920 h 1114920"/>
              <a:gd name="csX7939" fmla="*/ 1372129 w 1728164"/>
              <a:gd name="csY7939" fmla="*/ 1114920 h 1114920"/>
              <a:gd name="csX7940" fmla="*/ 1372298 w 1728164"/>
              <a:gd name="csY7940" fmla="*/ 1114920 h 1114920"/>
              <a:gd name="csX7941" fmla="*/ 1372476 w 1728164"/>
              <a:gd name="csY7941" fmla="*/ 1114920 h 1114920"/>
              <a:gd name="csX7942" fmla="*/ 1372645 w 1728164"/>
              <a:gd name="csY7942" fmla="*/ 1114920 h 1114920"/>
              <a:gd name="csX7943" fmla="*/ 1372823 w 1728164"/>
              <a:gd name="csY7943" fmla="*/ 1114920 h 1114920"/>
              <a:gd name="csX7944" fmla="*/ 1372992 w 1728164"/>
              <a:gd name="csY7944" fmla="*/ 1114920 h 1114920"/>
              <a:gd name="csX7945" fmla="*/ 1373161 w 1728164"/>
              <a:gd name="csY7945" fmla="*/ 1114920 h 1114920"/>
              <a:gd name="csX7946" fmla="*/ 1373339 w 1728164"/>
              <a:gd name="csY7946" fmla="*/ 1114920 h 1114920"/>
              <a:gd name="csX7947" fmla="*/ 1373508 w 1728164"/>
              <a:gd name="csY7947" fmla="*/ 1114920 h 1114920"/>
              <a:gd name="csX7948" fmla="*/ 1373686 w 1728164"/>
              <a:gd name="csY7948" fmla="*/ 1114920 h 1114920"/>
              <a:gd name="csX7949" fmla="*/ 1373855 w 1728164"/>
              <a:gd name="csY7949" fmla="*/ 1114920 h 1114920"/>
              <a:gd name="csX7950" fmla="*/ 1374033 w 1728164"/>
              <a:gd name="csY7950" fmla="*/ 1114920 h 1114920"/>
              <a:gd name="csX7951" fmla="*/ 1374202 w 1728164"/>
              <a:gd name="csY7951" fmla="*/ 1114920 h 1114920"/>
              <a:gd name="csX7952" fmla="*/ 1374371 w 1728164"/>
              <a:gd name="csY7952" fmla="*/ 1114920 h 1114920"/>
              <a:gd name="csX7953" fmla="*/ 1374549 w 1728164"/>
              <a:gd name="csY7953" fmla="*/ 1114920 h 1114920"/>
              <a:gd name="csX7954" fmla="*/ 1374718 w 1728164"/>
              <a:gd name="csY7954" fmla="*/ 1114920 h 1114920"/>
              <a:gd name="csX7955" fmla="*/ 1374896 w 1728164"/>
              <a:gd name="csY7955" fmla="*/ 1114920 h 1114920"/>
              <a:gd name="csX7956" fmla="*/ 1375065 w 1728164"/>
              <a:gd name="csY7956" fmla="*/ 1114920 h 1114920"/>
              <a:gd name="csX7957" fmla="*/ 1375234 w 1728164"/>
              <a:gd name="csY7957" fmla="*/ 1114920 h 1114920"/>
              <a:gd name="csX7958" fmla="*/ 1375412 w 1728164"/>
              <a:gd name="csY7958" fmla="*/ 1114920 h 1114920"/>
              <a:gd name="csX7959" fmla="*/ 1375581 w 1728164"/>
              <a:gd name="csY7959" fmla="*/ 1114920 h 1114920"/>
              <a:gd name="csX7960" fmla="*/ 1375759 w 1728164"/>
              <a:gd name="csY7960" fmla="*/ 1114920 h 1114920"/>
              <a:gd name="csX7961" fmla="*/ 1375928 w 1728164"/>
              <a:gd name="csY7961" fmla="*/ 1114920 h 1114920"/>
              <a:gd name="csX7962" fmla="*/ 1376106 w 1728164"/>
              <a:gd name="csY7962" fmla="*/ 1114920 h 1114920"/>
              <a:gd name="csX7963" fmla="*/ 1376275 w 1728164"/>
              <a:gd name="csY7963" fmla="*/ 1114920 h 1114920"/>
              <a:gd name="csX7964" fmla="*/ 1376444 w 1728164"/>
              <a:gd name="csY7964" fmla="*/ 1114920 h 1114920"/>
              <a:gd name="csX7965" fmla="*/ 1376622 w 1728164"/>
              <a:gd name="csY7965" fmla="*/ 1114920 h 1114920"/>
              <a:gd name="csX7966" fmla="*/ 1376791 w 1728164"/>
              <a:gd name="csY7966" fmla="*/ 1114920 h 1114920"/>
              <a:gd name="csX7967" fmla="*/ 1376969 w 1728164"/>
              <a:gd name="csY7967" fmla="*/ 1114920 h 1114920"/>
              <a:gd name="csX7968" fmla="*/ 1377138 w 1728164"/>
              <a:gd name="csY7968" fmla="*/ 1114920 h 1114920"/>
              <a:gd name="csX7969" fmla="*/ 1377316 w 1728164"/>
              <a:gd name="csY7969" fmla="*/ 1114920 h 1114920"/>
              <a:gd name="csX7970" fmla="*/ 1377485 w 1728164"/>
              <a:gd name="csY7970" fmla="*/ 1114920 h 1114920"/>
              <a:gd name="csX7971" fmla="*/ 1377654 w 1728164"/>
              <a:gd name="csY7971" fmla="*/ 1114920 h 1114920"/>
              <a:gd name="csX7972" fmla="*/ 1377831 w 1728164"/>
              <a:gd name="csY7972" fmla="*/ 1114920 h 1114920"/>
              <a:gd name="csX7973" fmla="*/ 1378001 w 1728164"/>
              <a:gd name="csY7973" fmla="*/ 1114920 h 1114920"/>
              <a:gd name="csX7974" fmla="*/ 1378178 w 1728164"/>
              <a:gd name="csY7974" fmla="*/ 1114920 h 1114920"/>
              <a:gd name="csX7975" fmla="*/ 1378348 w 1728164"/>
              <a:gd name="csY7975" fmla="*/ 1114920 h 1114920"/>
              <a:gd name="csX7976" fmla="*/ 1378525 w 1728164"/>
              <a:gd name="csY7976" fmla="*/ 1114920 h 1114920"/>
              <a:gd name="csX7977" fmla="*/ 1378695 w 1728164"/>
              <a:gd name="csY7977" fmla="*/ 1114920 h 1114920"/>
              <a:gd name="csX7978" fmla="*/ 1378864 w 1728164"/>
              <a:gd name="csY7978" fmla="*/ 1114920 h 1114920"/>
              <a:gd name="csX7979" fmla="*/ 1379041 w 1728164"/>
              <a:gd name="csY7979" fmla="*/ 1114920 h 1114920"/>
              <a:gd name="csX7980" fmla="*/ 1379210 w 1728164"/>
              <a:gd name="csY7980" fmla="*/ 1114920 h 1114920"/>
              <a:gd name="csX7981" fmla="*/ 1379388 w 1728164"/>
              <a:gd name="csY7981" fmla="*/ 1114920 h 1114920"/>
              <a:gd name="csX7982" fmla="*/ 1379557 w 1728164"/>
              <a:gd name="csY7982" fmla="*/ 1114920 h 1114920"/>
              <a:gd name="csX7983" fmla="*/ 1379735 w 1728164"/>
              <a:gd name="csY7983" fmla="*/ 1114920 h 1114920"/>
              <a:gd name="csX7984" fmla="*/ 1379904 w 1728164"/>
              <a:gd name="csY7984" fmla="*/ 1114920 h 1114920"/>
              <a:gd name="csX7985" fmla="*/ 1380073 w 1728164"/>
              <a:gd name="csY7985" fmla="*/ 1114920 h 1114920"/>
              <a:gd name="csX7986" fmla="*/ 1380251 w 1728164"/>
              <a:gd name="csY7986" fmla="*/ 1114920 h 1114920"/>
              <a:gd name="csX7987" fmla="*/ 1380420 w 1728164"/>
              <a:gd name="csY7987" fmla="*/ 1114920 h 1114920"/>
              <a:gd name="csX7988" fmla="*/ 1380598 w 1728164"/>
              <a:gd name="csY7988" fmla="*/ 1114920 h 1114920"/>
              <a:gd name="csX7989" fmla="*/ 1380767 w 1728164"/>
              <a:gd name="csY7989" fmla="*/ 1114920 h 1114920"/>
              <a:gd name="csX7990" fmla="*/ 1380945 w 1728164"/>
              <a:gd name="csY7990" fmla="*/ 1114920 h 1114920"/>
              <a:gd name="csX7991" fmla="*/ 1381114 w 1728164"/>
              <a:gd name="csY7991" fmla="*/ 1114920 h 1114920"/>
              <a:gd name="csX7992" fmla="*/ 1381283 w 1728164"/>
              <a:gd name="csY7992" fmla="*/ 1114920 h 1114920"/>
              <a:gd name="csX7993" fmla="*/ 1381461 w 1728164"/>
              <a:gd name="csY7993" fmla="*/ 1114920 h 1114920"/>
              <a:gd name="csX7994" fmla="*/ 1381630 w 1728164"/>
              <a:gd name="csY7994" fmla="*/ 1114920 h 1114920"/>
              <a:gd name="csX7995" fmla="*/ 1381808 w 1728164"/>
              <a:gd name="csY7995" fmla="*/ 1114920 h 1114920"/>
              <a:gd name="csX7996" fmla="*/ 1381977 w 1728164"/>
              <a:gd name="csY7996" fmla="*/ 1114920 h 1114920"/>
              <a:gd name="csX7997" fmla="*/ 1382155 w 1728164"/>
              <a:gd name="csY7997" fmla="*/ 1114920 h 1114920"/>
              <a:gd name="csX7998" fmla="*/ 1382324 w 1728164"/>
              <a:gd name="csY7998" fmla="*/ 1114920 h 1114920"/>
              <a:gd name="csX7999" fmla="*/ 1382493 w 1728164"/>
              <a:gd name="csY7999" fmla="*/ 1114920 h 1114920"/>
              <a:gd name="csX8000" fmla="*/ 1382671 w 1728164"/>
              <a:gd name="csY8000" fmla="*/ 1114920 h 1114920"/>
              <a:gd name="csX8001" fmla="*/ 1382840 w 1728164"/>
              <a:gd name="csY8001" fmla="*/ 1114920 h 1114920"/>
              <a:gd name="csX8002" fmla="*/ 1383018 w 1728164"/>
              <a:gd name="csY8002" fmla="*/ 1114920 h 1114920"/>
              <a:gd name="csX8003" fmla="*/ 1383187 w 1728164"/>
              <a:gd name="csY8003" fmla="*/ 1114920 h 1114920"/>
              <a:gd name="csX8004" fmla="*/ 1383365 w 1728164"/>
              <a:gd name="csY8004" fmla="*/ 1114920 h 1114920"/>
              <a:gd name="csX8005" fmla="*/ 1383534 w 1728164"/>
              <a:gd name="csY8005" fmla="*/ 1114920 h 1114920"/>
              <a:gd name="csX8006" fmla="*/ 1383703 w 1728164"/>
              <a:gd name="csY8006" fmla="*/ 1114920 h 1114920"/>
              <a:gd name="csX8007" fmla="*/ 1383881 w 1728164"/>
              <a:gd name="csY8007" fmla="*/ 1114920 h 1114920"/>
              <a:gd name="csX8008" fmla="*/ 1384050 w 1728164"/>
              <a:gd name="csY8008" fmla="*/ 1114920 h 1114920"/>
              <a:gd name="csX8009" fmla="*/ 1384228 w 1728164"/>
              <a:gd name="csY8009" fmla="*/ 1114920 h 1114920"/>
              <a:gd name="csX8010" fmla="*/ 1384397 w 1728164"/>
              <a:gd name="csY8010" fmla="*/ 1114920 h 1114920"/>
              <a:gd name="csX8011" fmla="*/ 1384575 w 1728164"/>
              <a:gd name="csY8011" fmla="*/ 1114920 h 1114920"/>
              <a:gd name="csX8012" fmla="*/ 1384744 w 1728164"/>
              <a:gd name="csY8012" fmla="*/ 1114920 h 1114920"/>
              <a:gd name="csX8013" fmla="*/ 1384913 w 1728164"/>
              <a:gd name="csY8013" fmla="*/ 1114920 h 1114920"/>
              <a:gd name="csX8014" fmla="*/ 1385091 w 1728164"/>
              <a:gd name="csY8014" fmla="*/ 1114920 h 1114920"/>
              <a:gd name="csX8015" fmla="*/ 1385260 w 1728164"/>
              <a:gd name="csY8015" fmla="*/ 1114920 h 1114920"/>
              <a:gd name="csX8016" fmla="*/ 1385438 w 1728164"/>
              <a:gd name="csY8016" fmla="*/ 1114920 h 1114920"/>
              <a:gd name="csX8017" fmla="*/ 1385607 w 1728164"/>
              <a:gd name="csY8017" fmla="*/ 1114920 h 1114920"/>
              <a:gd name="csX8018" fmla="*/ 1385785 w 1728164"/>
              <a:gd name="csY8018" fmla="*/ 1114920 h 1114920"/>
              <a:gd name="csX8019" fmla="*/ 1385954 w 1728164"/>
              <a:gd name="csY8019" fmla="*/ 1114920 h 1114920"/>
              <a:gd name="csX8020" fmla="*/ 1386123 w 1728164"/>
              <a:gd name="csY8020" fmla="*/ 1114920 h 1114920"/>
              <a:gd name="csX8021" fmla="*/ 1386301 w 1728164"/>
              <a:gd name="csY8021" fmla="*/ 1114920 h 1114920"/>
              <a:gd name="csX8022" fmla="*/ 1386470 w 1728164"/>
              <a:gd name="csY8022" fmla="*/ 1114920 h 1114920"/>
              <a:gd name="csX8023" fmla="*/ 1386648 w 1728164"/>
              <a:gd name="csY8023" fmla="*/ 1114920 h 1114920"/>
              <a:gd name="csX8024" fmla="*/ 1386817 w 1728164"/>
              <a:gd name="csY8024" fmla="*/ 1114920 h 1114920"/>
              <a:gd name="csX8025" fmla="*/ 1386995 w 1728164"/>
              <a:gd name="csY8025" fmla="*/ 1114920 h 1114920"/>
              <a:gd name="csX8026" fmla="*/ 1387164 w 1728164"/>
              <a:gd name="csY8026" fmla="*/ 1114920 h 1114920"/>
              <a:gd name="csX8027" fmla="*/ 1387333 w 1728164"/>
              <a:gd name="csY8027" fmla="*/ 1114920 h 1114920"/>
              <a:gd name="csX8028" fmla="*/ 1387511 w 1728164"/>
              <a:gd name="csY8028" fmla="*/ 1114920 h 1114920"/>
              <a:gd name="csX8029" fmla="*/ 1387680 w 1728164"/>
              <a:gd name="csY8029" fmla="*/ 1114920 h 1114920"/>
              <a:gd name="csX8030" fmla="*/ 1387858 w 1728164"/>
              <a:gd name="csY8030" fmla="*/ 1114920 h 1114920"/>
              <a:gd name="csX8031" fmla="*/ 1388027 w 1728164"/>
              <a:gd name="csY8031" fmla="*/ 1114920 h 1114920"/>
              <a:gd name="csX8032" fmla="*/ 1388205 w 1728164"/>
              <a:gd name="csY8032" fmla="*/ 1114920 h 1114920"/>
              <a:gd name="csX8033" fmla="*/ 1388374 w 1728164"/>
              <a:gd name="csY8033" fmla="*/ 1114920 h 1114920"/>
              <a:gd name="csX8034" fmla="*/ 1388543 w 1728164"/>
              <a:gd name="csY8034" fmla="*/ 1114920 h 1114920"/>
              <a:gd name="csX8035" fmla="*/ 1388721 w 1728164"/>
              <a:gd name="csY8035" fmla="*/ 1114920 h 1114920"/>
              <a:gd name="csX8036" fmla="*/ 1388890 w 1728164"/>
              <a:gd name="csY8036" fmla="*/ 1114920 h 1114920"/>
              <a:gd name="csX8037" fmla="*/ 1389068 w 1728164"/>
              <a:gd name="csY8037" fmla="*/ 1114920 h 1114920"/>
              <a:gd name="csX8038" fmla="*/ 1389237 w 1728164"/>
              <a:gd name="csY8038" fmla="*/ 1114920 h 1114920"/>
              <a:gd name="csX8039" fmla="*/ 1389415 w 1728164"/>
              <a:gd name="csY8039" fmla="*/ 1114920 h 1114920"/>
              <a:gd name="csX8040" fmla="*/ 1389584 w 1728164"/>
              <a:gd name="csY8040" fmla="*/ 1114920 h 1114920"/>
              <a:gd name="csX8041" fmla="*/ 1389753 w 1728164"/>
              <a:gd name="csY8041" fmla="*/ 1114920 h 1114920"/>
              <a:gd name="csX8042" fmla="*/ 1389931 w 1728164"/>
              <a:gd name="csY8042" fmla="*/ 1114920 h 1114920"/>
              <a:gd name="csX8043" fmla="*/ 1390100 w 1728164"/>
              <a:gd name="csY8043" fmla="*/ 1114920 h 1114920"/>
              <a:gd name="csX8044" fmla="*/ 1390278 w 1728164"/>
              <a:gd name="csY8044" fmla="*/ 1114920 h 1114920"/>
              <a:gd name="csX8045" fmla="*/ 1390447 w 1728164"/>
              <a:gd name="csY8045" fmla="*/ 1114920 h 1114920"/>
              <a:gd name="csX8046" fmla="*/ 1390625 w 1728164"/>
              <a:gd name="csY8046" fmla="*/ 1114920 h 1114920"/>
              <a:gd name="csX8047" fmla="*/ 1390794 w 1728164"/>
              <a:gd name="csY8047" fmla="*/ 1114920 h 1114920"/>
              <a:gd name="csX8048" fmla="*/ 1390963 w 1728164"/>
              <a:gd name="csY8048" fmla="*/ 1114920 h 1114920"/>
              <a:gd name="csX8049" fmla="*/ 1391141 w 1728164"/>
              <a:gd name="csY8049" fmla="*/ 1114920 h 1114920"/>
              <a:gd name="csX8050" fmla="*/ 1391310 w 1728164"/>
              <a:gd name="csY8050" fmla="*/ 1114920 h 1114920"/>
              <a:gd name="csX8051" fmla="*/ 1391488 w 1728164"/>
              <a:gd name="csY8051" fmla="*/ 1114920 h 1114920"/>
              <a:gd name="csX8052" fmla="*/ 1391657 w 1728164"/>
              <a:gd name="csY8052" fmla="*/ 1114920 h 1114920"/>
              <a:gd name="csX8053" fmla="*/ 1391835 w 1728164"/>
              <a:gd name="csY8053" fmla="*/ 1114920 h 1114920"/>
              <a:gd name="csX8054" fmla="*/ 1392004 w 1728164"/>
              <a:gd name="csY8054" fmla="*/ 1114920 h 1114920"/>
              <a:gd name="csX8055" fmla="*/ 1392173 w 1728164"/>
              <a:gd name="csY8055" fmla="*/ 1114920 h 1114920"/>
              <a:gd name="csX8056" fmla="*/ 1392351 w 1728164"/>
              <a:gd name="csY8056" fmla="*/ 1114920 h 1114920"/>
              <a:gd name="csX8057" fmla="*/ 1392520 w 1728164"/>
              <a:gd name="csY8057" fmla="*/ 1114920 h 1114920"/>
              <a:gd name="csX8058" fmla="*/ 1392698 w 1728164"/>
              <a:gd name="csY8058" fmla="*/ 1114920 h 1114920"/>
              <a:gd name="csX8059" fmla="*/ 1392867 w 1728164"/>
              <a:gd name="csY8059" fmla="*/ 1114920 h 1114920"/>
              <a:gd name="csX8060" fmla="*/ 1393045 w 1728164"/>
              <a:gd name="csY8060" fmla="*/ 1114920 h 1114920"/>
              <a:gd name="csX8061" fmla="*/ 1393213 w 1728164"/>
              <a:gd name="csY8061" fmla="*/ 1114920 h 1114920"/>
              <a:gd name="csX8062" fmla="*/ 1393383 w 1728164"/>
              <a:gd name="csY8062" fmla="*/ 1114920 h 1114920"/>
              <a:gd name="csX8063" fmla="*/ 1393560 w 1728164"/>
              <a:gd name="csY8063" fmla="*/ 1114920 h 1114920"/>
              <a:gd name="csX8064" fmla="*/ 1393730 w 1728164"/>
              <a:gd name="csY8064" fmla="*/ 1114920 h 1114920"/>
              <a:gd name="csX8065" fmla="*/ 1393907 w 1728164"/>
              <a:gd name="csY8065" fmla="*/ 1114920 h 1114920"/>
              <a:gd name="csX8066" fmla="*/ 1394076 w 1728164"/>
              <a:gd name="csY8066" fmla="*/ 1114920 h 1114920"/>
              <a:gd name="csX8067" fmla="*/ 1394246 w 1728164"/>
              <a:gd name="csY8067" fmla="*/ 1114920 h 1114920"/>
              <a:gd name="csX8068" fmla="*/ 1394423 w 1728164"/>
              <a:gd name="csY8068" fmla="*/ 1114920 h 1114920"/>
              <a:gd name="csX8069" fmla="*/ 1394592 w 1728164"/>
              <a:gd name="csY8069" fmla="*/ 1114920 h 1114920"/>
              <a:gd name="csX8070" fmla="*/ 1394770 w 1728164"/>
              <a:gd name="csY8070" fmla="*/ 1114920 h 1114920"/>
              <a:gd name="csX8071" fmla="*/ 1394939 w 1728164"/>
              <a:gd name="csY8071" fmla="*/ 1114920 h 1114920"/>
              <a:gd name="csX8072" fmla="*/ 1395117 w 1728164"/>
              <a:gd name="csY8072" fmla="*/ 1114920 h 1114920"/>
              <a:gd name="csX8073" fmla="*/ 1395286 w 1728164"/>
              <a:gd name="csY8073" fmla="*/ 1114920 h 1114920"/>
              <a:gd name="csX8074" fmla="*/ 1395455 w 1728164"/>
              <a:gd name="csY8074" fmla="*/ 1114920 h 1114920"/>
              <a:gd name="csX8075" fmla="*/ 1395633 w 1728164"/>
              <a:gd name="csY8075" fmla="*/ 1114920 h 1114920"/>
              <a:gd name="csX8076" fmla="*/ 1395802 w 1728164"/>
              <a:gd name="csY8076" fmla="*/ 1114920 h 1114920"/>
              <a:gd name="csX8077" fmla="*/ 1395980 w 1728164"/>
              <a:gd name="csY8077" fmla="*/ 1114920 h 1114920"/>
              <a:gd name="csX8078" fmla="*/ 1396149 w 1728164"/>
              <a:gd name="csY8078" fmla="*/ 1114920 h 1114920"/>
              <a:gd name="csX8079" fmla="*/ 1396327 w 1728164"/>
              <a:gd name="csY8079" fmla="*/ 1114920 h 1114920"/>
              <a:gd name="csX8080" fmla="*/ 1396496 w 1728164"/>
              <a:gd name="csY8080" fmla="*/ 1114920 h 1114920"/>
              <a:gd name="csX8081" fmla="*/ 1396665 w 1728164"/>
              <a:gd name="csY8081" fmla="*/ 1114920 h 1114920"/>
              <a:gd name="csX8082" fmla="*/ 1396843 w 1728164"/>
              <a:gd name="csY8082" fmla="*/ 1114920 h 1114920"/>
              <a:gd name="csX8083" fmla="*/ 1397012 w 1728164"/>
              <a:gd name="csY8083" fmla="*/ 1114920 h 1114920"/>
              <a:gd name="csX8084" fmla="*/ 1397190 w 1728164"/>
              <a:gd name="csY8084" fmla="*/ 1114920 h 1114920"/>
              <a:gd name="csX8085" fmla="*/ 1397359 w 1728164"/>
              <a:gd name="csY8085" fmla="*/ 1114920 h 1114920"/>
              <a:gd name="csX8086" fmla="*/ 1397537 w 1728164"/>
              <a:gd name="csY8086" fmla="*/ 1114920 h 1114920"/>
              <a:gd name="csX8087" fmla="*/ 1397706 w 1728164"/>
              <a:gd name="csY8087" fmla="*/ 1114920 h 1114920"/>
              <a:gd name="csX8088" fmla="*/ 1397875 w 1728164"/>
              <a:gd name="csY8088" fmla="*/ 1114920 h 1114920"/>
              <a:gd name="csX8089" fmla="*/ 1398053 w 1728164"/>
              <a:gd name="csY8089" fmla="*/ 1114920 h 1114920"/>
              <a:gd name="csX8090" fmla="*/ 1398222 w 1728164"/>
              <a:gd name="csY8090" fmla="*/ 1114920 h 1114920"/>
              <a:gd name="csX8091" fmla="*/ 1398400 w 1728164"/>
              <a:gd name="csY8091" fmla="*/ 1114920 h 1114920"/>
              <a:gd name="csX8092" fmla="*/ 1398569 w 1728164"/>
              <a:gd name="csY8092" fmla="*/ 1114920 h 1114920"/>
              <a:gd name="csX8093" fmla="*/ 1398747 w 1728164"/>
              <a:gd name="csY8093" fmla="*/ 1114920 h 1114920"/>
              <a:gd name="csX8094" fmla="*/ 1398916 w 1728164"/>
              <a:gd name="csY8094" fmla="*/ 1114920 h 1114920"/>
              <a:gd name="csX8095" fmla="*/ 1399085 w 1728164"/>
              <a:gd name="csY8095" fmla="*/ 1114920 h 1114920"/>
              <a:gd name="csX8096" fmla="*/ 1399263 w 1728164"/>
              <a:gd name="csY8096" fmla="*/ 1114920 h 1114920"/>
              <a:gd name="csX8097" fmla="*/ 1399432 w 1728164"/>
              <a:gd name="csY8097" fmla="*/ 1114920 h 1114920"/>
              <a:gd name="csX8098" fmla="*/ 1399610 w 1728164"/>
              <a:gd name="csY8098" fmla="*/ 1114920 h 1114920"/>
              <a:gd name="csX8099" fmla="*/ 1399779 w 1728164"/>
              <a:gd name="csY8099" fmla="*/ 1114920 h 1114920"/>
              <a:gd name="csX8100" fmla="*/ 1399957 w 1728164"/>
              <a:gd name="csY8100" fmla="*/ 1114920 h 1114920"/>
              <a:gd name="csX8101" fmla="*/ 1400126 w 1728164"/>
              <a:gd name="csY8101" fmla="*/ 1114920 h 1114920"/>
              <a:gd name="csX8102" fmla="*/ 1400295 w 1728164"/>
              <a:gd name="csY8102" fmla="*/ 1114920 h 1114920"/>
              <a:gd name="csX8103" fmla="*/ 1400473 w 1728164"/>
              <a:gd name="csY8103" fmla="*/ 1114920 h 1114920"/>
              <a:gd name="csX8104" fmla="*/ 1400642 w 1728164"/>
              <a:gd name="csY8104" fmla="*/ 1114920 h 1114920"/>
              <a:gd name="csX8105" fmla="*/ 1400820 w 1728164"/>
              <a:gd name="csY8105" fmla="*/ 1114920 h 1114920"/>
              <a:gd name="csX8106" fmla="*/ 1400989 w 1728164"/>
              <a:gd name="csY8106" fmla="*/ 1114920 h 1114920"/>
              <a:gd name="csX8107" fmla="*/ 1401167 w 1728164"/>
              <a:gd name="csY8107" fmla="*/ 1114920 h 1114920"/>
              <a:gd name="csX8108" fmla="*/ 1401336 w 1728164"/>
              <a:gd name="csY8108" fmla="*/ 1114920 h 1114920"/>
              <a:gd name="csX8109" fmla="*/ 1401505 w 1728164"/>
              <a:gd name="csY8109" fmla="*/ 1114920 h 1114920"/>
              <a:gd name="csX8110" fmla="*/ 1401683 w 1728164"/>
              <a:gd name="csY8110" fmla="*/ 1114920 h 1114920"/>
              <a:gd name="csX8111" fmla="*/ 1401852 w 1728164"/>
              <a:gd name="csY8111" fmla="*/ 1114920 h 1114920"/>
              <a:gd name="csX8112" fmla="*/ 1402030 w 1728164"/>
              <a:gd name="csY8112" fmla="*/ 1114920 h 1114920"/>
              <a:gd name="csX8113" fmla="*/ 1402199 w 1728164"/>
              <a:gd name="csY8113" fmla="*/ 1114920 h 1114920"/>
              <a:gd name="csX8114" fmla="*/ 1402377 w 1728164"/>
              <a:gd name="csY8114" fmla="*/ 1114920 h 1114920"/>
              <a:gd name="csX8115" fmla="*/ 1402546 w 1728164"/>
              <a:gd name="csY8115" fmla="*/ 1114920 h 1114920"/>
              <a:gd name="csX8116" fmla="*/ 1402715 w 1728164"/>
              <a:gd name="csY8116" fmla="*/ 1114920 h 1114920"/>
              <a:gd name="csX8117" fmla="*/ 1402893 w 1728164"/>
              <a:gd name="csY8117" fmla="*/ 1114920 h 1114920"/>
              <a:gd name="csX8118" fmla="*/ 1403062 w 1728164"/>
              <a:gd name="csY8118" fmla="*/ 1114920 h 1114920"/>
              <a:gd name="csX8119" fmla="*/ 1403240 w 1728164"/>
              <a:gd name="csY8119" fmla="*/ 1114920 h 1114920"/>
              <a:gd name="csX8120" fmla="*/ 1403409 w 1728164"/>
              <a:gd name="csY8120" fmla="*/ 1114920 h 1114920"/>
              <a:gd name="csX8121" fmla="*/ 1403587 w 1728164"/>
              <a:gd name="csY8121" fmla="*/ 1114920 h 1114920"/>
              <a:gd name="csX8122" fmla="*/ 1403756 w 1728164"/>
              <a:gd name="csY8122" fmla="*/ 1114920 h 1114920"/>
              <a:gd name="csX8123" fmla="*/ 1403925 w 1728164"/>
              <a:gd name="csY8123" fmla="*/ 1114920 h 1114920"/>
              <a:gd name="csX8124" fmla="*/ 1404103 w 1728164"/>
              <a:gd name="csY8124" fmla="*/ 1114920 h 1114920"/>
              <a:gd name="csX8125" fmla="*/ 1404272 w 1728164"/>
              <a:gd name="csY8125" fmla="*/ 1114920 h 1114920"/>
              <a:gd name="csX8126" fmla="*/ 1404450 w 1728164"/>
              <a:gd name="csY8126" fmla="*/ 1114920 h 1114920"/>
              <a:gd name="csX8127" fmla="*/ 1404619 w 1728164"/>
              <a:gd name="csY8127" fmla="*/ 1114920 h 1114920"/>
              <a:gd name="csX8128" fmla="*/ 1404797 w 1728164"/>
              <a:gd name="csY8128" fmla="*/ 1114920 h 1114920"/>
              <a:gd name="csX8129" fmla="*/ 1404966 w 1728164"/>
              <a:gd name="csY8129" fmla="*/ 1114920 h 1114920"/>
              <a:gd name="csX8130" fmla="*/ 1405135 w 1728164"/>
              <a:gd name="csY8130" fmla="*/ 1114920 h 1114920"/>
              <a:gd name="csX8131" fmla="*/ 1405313 w 1728164"/>
              <a:gd name="csY8131" fmla="*/ 1114920 h 1114920"/>
              <a:gd name="csX8132" fmla="*/ 1405482 w 1728164"/>
              <a:gd name="csY8132" fmla="*/ 1114920 h 1114920"/>
              <a:gd name="csX8133" fmla="*/ 1405660 w 1728164"/>
              <a:gd name="csY8133" fmla="*/ 1114920 h 1114920"/>
              <a:gd name="csX8134" fmla="*/ 1405829 w 1728164"/>
              <a:gd name="csY8134" fmla="*/ 1114920 h 1114920"/>
              <a:gd name="csX8135" fmla="*/ 1406007 w 1728164"/>
              <a:gd name="csY8135" fmla="*/ 1114920 h 1114920"/>
              <a:gd name="csX8136" fmla="*/ 1406176 w 1728164"/>
              <a:gd name="csY8136" fmla="*/ 1114920 h 1114920"/>
              <a:gd name="csX8137" fmla="*/ 1406345 w 1728164"/>
              <a:gd name="csY8137" fmla="*/ 1114920 h 1114920"/>
              <a:gd name="csX8138" fmla="*/ 1406523 w 1728164"/>
              <a:gd name="csY8138" fmla="*/ 1114920 h 1114920"/>
              <a:gd name="csX8139" fmla="*/ 1406692 w 1728164"/>
              <a:gd name="csY8139" fmla="*/ 1114920 h 1114920"/>
              <a:gd name="csX8140" fmla="*/ 1406870 w 1728164"/>
              <a:gd name="csY8140" fmla="*/ 1114920 h 1114920"/>
              <a:gd name="csX8141" fmla="*/ 1407039 w 1728164"/>
              <a:gd name="csY8141" fmla="*/ 1114920 h 1114920"/>
              <a:gd name="csX8142" fmla="*/ 1407216 w 1728164"/>
              <a:gd name="csY8142" fmla="*/ 1114920 h 1114920"/>
              <a:gd name="csX8143" fmla="*/ 1407386 w 1728164"/>
              <a:gd name="csY8143" fmla="*/ 1114920 h 1114920"/>
              <a:gd name="csX8144" fmla="*/ 1407555 w 1728164"/>
              <a:gd name="csY8144" fmla="*/ 1114920 h 1114920"/>
              <a:gd name="csX8145" fmla="*/ 1407733 w 1728164"/>
              <a:gd name="csY8145" fmla="*/ 1114920 h 1114920"/>
              <a:gd name="csX8146" fmla="*/ 1407902 w 1728164"/>
              <a:gd name="csY8146" fmla="*/ 1114920 h 1114920"/>
              <a:gd name="csX8147" fmla="*/ 1408079 w 1728164"/>
              <a:gd name="csY8147" fmla="*/ 1114920 h 1114920"/>
              <a:gd name="csX8148" fmla="*/ 1408249 w 1728164"/>
              <a:gd name="csY8148" fmla="*/ 1114920 h 1114920"/>
              <a:gd name="csX8149" fmla="*/ 1408426 w 1728164"/>
              <a:gd name="csY8149" fmla="*/ 1114920 h 1114920"/>
              <a:gd name="csX8150" fmla="*/ 1408595 w 1728164"/>
              <a:gd name="csY8150" fmla="*/ 1114920 h 1114920"/>
              <a:gd name="csX8151" fmla="*/ 1408764 w 1728164"/>
              <a:gd name="csY8151" fmla="*/ 1114920 h 1114920"/>
              <a:gd name="csX8152" fmla="*/ 1408942 w 1728164"/>
              <a:gd name="csY8152" fmla="*/ 1114920 h 1114920"/>
              <a:gd name="csX8153" fmla="*/ 1409111 w 1728164"/>
              <a:gd name="csY8153" fmla="*/ 1114920 h 1114920"/>
              <a:gd name="csX8154" fmla="*/ 1409289 w 1728164"/>
              <a:gd name="csY8154" fmla="*/ 1114920 h 1114920"/>
              <a:gd name="csX8155" fmla="*/ 1409458 w 1728164"/>
              <a:gd name="csY8155" fmla="*/ 1114920 h 1114920"/>
              <a:gd name="csX8156" fmla="*/ 1409636 w 1728164"/>
              <a:gd name="csY8156" fmla="*/ 1114920 h 1114920"/>
              <a:gd name="csX8157" fmla="*/ 1409805 w 1728164"/>
              <a:gd name="csY8157" fmla="*/ 1114920 h 1114920"/>
              <a:gd name="csX8158" fmla="*/ 1409974 w 1728164"/>
              <a:gd name="csY8158" fmla="*/ 1114920 h 1114920"/>
              <a:gd name="csX8159" fmla="*/ 1410152 w 1728164"/>
              <a:gd name="csY8159" fmla="*/ 1114920 h 1114920"/>
              <a:gd name="csX8160" fmla="*/ 1410321 w 1728164"/>
              <a:gd name="csY8160" fmla="*/ 1114920 h 1114920"/>
              <a:gd name="csX8161" fmla="*/ 1410499 w 1728164"/>
              <a:gd name="csY8161" fmla="*/ 1114920 h 1114920"/>
              <a:gd name="csX8162" fmla="*/ 1410668 w 1728164"/>
              <a:gd name="csY8162" fmla="*/ 1114920 h 1114920"/>
              <a:gd name="csX8163" fmla="*/ 1410846 w 1728164"/>
              <a:gd name="csY8163" fmla="*/ 1114920 h 1114920"/>
              <a:gd name="csX8164" fmla="*/ 1411015 w 1728164"/>
              <a:gd name="csY8164" fmla="*/ 1114920 h 1114920"/>
              <a:gd name="csX8165" fmla="*/ 1411184 w 1728164"/>
              <a:gd name="csY8165" fmla="*/ 1114920 h 1114920"/>
              <a:gd name="csX8166" fmla="*/ 1411362 w 1728164"/>
              <a:gd name="csY8166" fmla="*/ 1114920 h 1114920"/>
              <a:gd name="csX8167" fmla="*/ 1411531 w 1728164"/>
              <a:gd name="csY8167" fmla="*/ 1114920 h 1114920"/>
              <a:gd name="csX8168" fmla="*/ 1411709 w 1728164"/>
              <a:gd name="csY8168" fmla="*/ 1114920 h 1114920"/>
              <a:gd name="csX8169" fmla="*/ 1411878 w 1728164"/>
              <a:gd name="csY8169" fmla="*/ 1114920 h 1114920"/>
              <a:gd name="csX8170" fmla="*/ 1412056 w 1728164"/>
              <a:gd name="csY8170" fmla="*/ 1114920 h 1114920"/>
              <a:gd name="csX8171" fmla="*/ 1412225 w 1728164"/>
              <a:gd name="csY8171" fmla="*/ 1114920 h 1114920"/>
              <a:gd name="csX8172" fmla="*/ 1412394 w 1728164"/>
              <a:gd name="csY8172" fmla="*/ 1114920 h 1114920"/>
              <a:gd name="csX8173" fmla="*/ 1412572 w 1728164"/>
              <a:gd name="csY8173" fmla="*/ 1114920 h 1114920"/>
              <a:gd name="csX8174" fmla="*/ 1412741 w 1728164"/>
              <a:gd name="csY8174" fmla="*/ 1114920 h 1114920"/>
              <a:gd name="csX8175" fmla="*/ 1412919 w 1728164"/>
              <a:gd name="csY8175" fmla="*/ 1114920 h 1114920"/>
              <a:gd name="csX8176" fmla="*/ 1413088 w 1728164"/>
              <a:gd name="csY8176" fmla="*/ 1114920 h 1114920"/>
              <a:gd name="csX8177" fmla="*/ 1413257 w 1728164"/>
              <a:gd name="csY8177" fmla="*/ 1114920 h 1114920"/>
              <a:gd name="csX8178" fmla="*/ 1413435 w 1728164"/>
              <a:gd name="csY8178" fmla="*/ 1114920 h 1114920"/>
              <a:gd name="csX8179" fmla="*/ 1413604 w 1728164"/>
              <a:gd name="csY8179" fmla="*/ 1114920 h 1114920"/>
              <a:gd name="csX8180" fmla="*/ 1413782 w 1728164"/>
              <a:gd name="csY8180" fmla="*/ 1114920 h 1114920"/>
              <a:gd name="csX8181" fmla="*/ 1413951 w 1728164"/>
              <a:gd name="csY8181" fmla="*/ 1114920 h 1114920"/>
              <a:gd name="csX8182" fmla="*/ 1414129 w 1728164"/>
              <a:gd name="csY8182" fmla="*/ 1114920 h 1114920"/>
              <a:gd name="csX8183" fmla="*/ 1414298 w 1728164"/>
              <a:gd name="csY8183" fmla="*/ 1114920 h 1114920"/>
              <a:gd name="csX8184" fmla="*/ 1414467 w 1728164"/>
              <a:gd name="csY8184" fmla="*/ 1114920 h 1114920"/>
              <a:gd name="csX8185" fmla="*/ 1414645 w 1728164"/>
              <a:gd name="csY8185" fmla="*/ 1114920 h 1114920"/>
              <a:gd name="csX8186" fmla="*/ 1414814 w 1728164"/>
              <a:gd name="csY8186" fmla="*/ 1114920 h 1114920"/>
              <a:gd name="csX8187" fmla="*/ 1414992 w 1728164"/>
              <a:gd name="csY8187" fmla="*/ 1114920 h 1114920"/>
              <a:gd name="csX8188" fmla="*/ 1415161 w 1728164"/>
              <a:gd name="csY8188" fmla="*/ 1114920 h 1114920"/>
              <a:gd name="csX8189" fmla="*/ 1415339 w 1728164"/>
              <a:gd name="csY8189" fmla="*/ 1114920 h 1114920"/>
              <a:gd name="csX8190" fmla="*/ 1415508 w 1728164"/>
              <a:gd name="csY8190" fmla="*/ 1114920 h 1114920"/>
              <a:gd name="csX8191" fmla="*/ 1415677 w 1728164"/>
              <a:gd name="csY8191" fmla="*/ 1114920 h 1114920"/>
              <a:gd name="csX8192" fmla="*/ 1415855 w 1728164"/>
              <a:gd name="csY8192" fmla="*/ 1114920 h 1114920"/>
              <a:gd name="csX8193" fmla="*/ 1416024 w 1728164"/>
              <a:gd name="csY8193" fmla="*/ 1114920 h 1114920"/>
              <a:gd name="csX8194" fmla="*/ 1416202 w 1728164"/>
              <a:gd name="csY8194" fmla="*/ 1114920 h 1114920"/>
              <a:gd name="csX8195" fmla="*/ 1416371 w 1728164"/>
              <a:gd name="csY8195" fmla="*/ 1114920 h 1114920"/>
              <a:gd name="csX8196" fmla="*/ 1416549 w 1728164"/>
              <a:gd name="csY8196" fmla="*/ 1114920 h 1114920"/>
              <a:gd name="csX8197" fmla="*/ 1416718 w 1728164"/>
              <a:gd name="csY8197" fmla="*/ 1114920 h 1114920"/>
              <a:gd name="csX8198" fmla="*/ 1416887 w 1728164"/>
              <a:gd name="csY8198" fmla="*/ 1114920 h 1114920"/>
              <a:gd name="csX8199" fmla="*/ 1417065 w 1728164"/>
              <a:gd name="csY8199" fmla="*/ 1114920 h 1114920"/>
              <a:gd name="csX8200" fmla="*/ 1417234 w 1728164"/>
              <a:gd name="csY8200" fmla="*/ 1114920 h 1114920"/>
              <a:gd name="csX8201" fmla="*/ 1417412 w 1728164"/>
              <a:gd name="csY8201" fmla="*/ 1114920 h 1114920"/>
              <a:gd name="csX8202" fmla="*/ 1417581 w 1728164"/>
              <a:gd name="csY8202" fmla="*/ 1114920 h 1114920"/>
              <a:gd name="csX8203" fmla="*/ 1417759 w 1728164"/>
              <a:gd name="csY8203" fmla="*/ 1114920 h 1114920"/>
              <a:gd name="csX8204" fmla="*/ 1417928 w 1728164"/>
              <a:gd name="csY8204" fmla="*/ 1114920 h 1114920"/>
              <a:gd name="csX8205" fmla="*/ 1418097 w 1728164"/>
              <a:gd name="csY8205" fmla="*/ 1114920 h 1114920"/>
              <a:gd name="csX8206" fmla="*/ 1418275 w 1728164"/>
              <a:gd name="csY8206" fmla="*/ 1114920 h 1114920"/>
              <a:gd name="csX8207" fmla="*/ 1418444 w 1728164"/>
              <a:gd name="csY8207" fmla="*/ 1114920 h 1114920"/>
              <a:gd name="csX8208" fmla="*/ 1418622 w 1728164"/>
              <a:gd name="csY8208" fmla="*/ 1114920 h 1114920"/>
              <a:gd name="csX8209" fmla="*/ 1418791 w 1728164"/>
              <a:gd name="csY8209" fmla="*/ 1114920 h 1114920"/>
              <a:gd name="csX8210" fmla="*/ 1418969 w 1728164"/>
              <a:gd name="csY8210" fmla="*/ 1114920 h 1114920"/>
              <a:gd name="csX8211" fmla="*/ 1419138 w 1728164"/>
              <a:gd name="csY8211" fmla="*/ 1114920 h 1114920"/>
              <a:gd name="csX8212" fmla="*/ 1419307 w 1728164"/>
              <a:gd name="csY8212" fmla="*/ 1114920 h 1114920"/>
              <a:gd name="csX8213" fmla="*/ 1419485 w 1728164"/>
              <a:gd name="csY8213" fmla="*/ 1114920 h 1114920"/>
              <a:gd name="csX8214" fmla="*/ 1419654 w 1728164"/>
              <a:gd name="csY8214" fmla="*/ 1114920 h 1114920"/>
              <a:gd name="csX8215" fmla="*/ 1419832 w 1728164"/>
              <a:gd name="csY8215" fmla="*/ 1114920 h 1114920"/>
              <a:gd name="csX8216" fmla="*/ 1420001 w 1728164"/>
              <a:gd name="csY8216" fmla="*/ 1114920 h 1114920"/>
              <a:gd name="csX8217" fmla="*/ 1420179 w 1728164"/>
              <a:gd name="csY8217" fmla="*/ 1114920 h 1114920"/>
              <a:gd name="csX8218" fmla="*/ 1420348 w 1728164"/>
              <a:gd name="csY8218" fmla="*/ 1114920 h 1114920"/>
              <a:gd name="csX8219" fmla="*/ 1420517 w 1728164"/>
              <a:gd name="csY8219" fmla="*/ 1114920 h 1114920"/>
              <a:gd name="csX8220" fmla="*/ 1420695 w 1728164"/>
              <a:gd name="csY8220" fmla="*/ 1114920 h 1114920"/>
              <a:gd name="csX8221" fmla="*/ 1420864 w 1728164"/>
              <a:gd name="csY8221" fmla="*/ 1114920 h 1114920"/>
              <a:gd name="csX8222" fmla="*/ 1421042 w 1728164"/>
              <a:gd name="csY8222" fmla="*/ 1114920 h 1114920"/>
              <a:gd name="csX8223" fmla="*/ 1421211 w 1728164"/>
              <a:gd name="csY8223" fmla="*/ 1114920 h 1114920"/>
              <a:gd name="csX8224" fmla="*/ 1421389 w 1728164"/>
              <a:gd name="csY8224" fmla="*/ 1114920 h 1114920"/>
              <a:gd name="csX8225" fmla="*/ 1421558 w 1728164"/>
              <a:gd name="csY8225" fmla="*/ 1114920 h 1114920"/>
              <a:gd name="csX8226" fmla="*/ 1421727 w 1728164"/>
              <a:gd name="csY8226" fmla="*/ 1114920 h 1114920"/>
              <a:gd name="csX8227" fmla="*/ 1421905 w 1728164"/>
              <a:gd name="csY8227" fmla="*/ 1114920 h 1114920"/>
              <a:gd name="csX8228" fmla="*/ 1422074 w 1728164"/>
              <a:gd name="csY8228" fmla="*/ 1114920 h 1114920"/>
              <a:gd name="csX8229" fmla="*/ 1422252 w 1728164"/>
              <a:gd name="csY8229" fmla="*/ 1114920 h 1114920"/>
              <a:gd name="csX8230" fmla="*/ 1422421 w 1728164"/>
              <a:gd name="csY8230" fmla="*/ 1114920 h 1114920"/>
              <a:gd name="csX8231" fmla="*/ 1422598 w 1728164"/>
              <a:gd name="csY8231" fmla="*/ 1114920 h 1114920"/>
              <a:gd name="csX8232" fmla="*/ 1422767 w 1728164"/>
              <a:gd name="csY8232" fmla="*/ 1114920 h 1114920"/>
              <a:gd name="csX8233" fmla="*/ 1422937 w 1728164"/>
              <a:gd name="csY8233" fmla="*/ 1114920 h 1114920"/>
              <a:gd name="csX8234" fmla="*/ 1423114 w 1728164"/>
              <a:gd name="csY8234" fmla="*/ 1114920 h 1114920"/>
              <a:gd name="csX8235" fmla="*/ 1423284 w 1728164"/>
              <a:gd name="csY8235" fmla="*/ 1114920 h 1114920"/>
              <a:gd name="csX8236" fmla="*/ 1423461 w 1728164"/>
              <a:gd name="csY8236" fmla="*/ 1114920 h 1114920"/>
              <a:gd name="csX8237" fmla="*/ 1423631 w 1728164"/>
              <a:gd name="csY8237" fmla="*/ 1114920 h 1114920"/>
              <a:gd name="csX8238" fmla="*/ 1423808 w 1728164"/>
              <a:gd name="csY8238" fmla="*/ 1114920 h 1114920"/>
              <a:gd name="csX8239" fmla="*/ 1423977 w 1728164"/>
              <a:gd name="csY8239" fmla="*/ 1114920 h 1114920"/>
              <a:gd name="csX8240" fmla="*/ 1424146 w 1728164"/>
              <a:gd name="csY8240" fmla="*/ 1114920 h 1114920"/>
              <a:gd name="csX8241" fmla="*/ 1424324 w 1728164"/>
              <a:gd name="csY8241" fmla="*/ 1114920 h 1114920"/>
              <a:gd name="csX8242" fmla="*/ 1424493 w 1728164"/>
              <a:gd name="csY8242" fmla="*/ 1114920 h 1114920"/>
              <a:gd name="csX8243" fmla="*/ 1424671 w 1728164"/>
              <a:gd name="csY8243" fmla="*/ 1114920 h 1114920"/>
              <a:gd name="csX8244" fmla="*/ 1424840 w 1728164"/>
              <a:gd name="csY8244" fmla="*/ 1114920 h 1114920"/>
              <a:gd name="csX8245" fmla="*/ 1425018 w 1728164"/>
              <a:gd name="csY8245" fmla="*/ 1114920 h 1114920"/>
              <a:gd name="csX8246" fmla="*/ 1425187 w 1728164"/>
              <a:gd name="csY8246" fmla="*/ 1114920 h 1114920"/>
              <a:gd name="csX8247" fmla="*/ 1425356 w 1728164"/>
              <a:gd name="csY8247" fmla="*/ 1114920 h 1114920"/>
              <a:gd name="csX8248" fmla="*/ 1425534 w 1728164"/>
              <a:gd name="csY8248" fmla="*/ 1114920 h 1114920"/>
              <a:gd name="csX8249" fmla="*/ 1425703 w 1728164"/>
              <a:gd name="csY8249" fmla="*/ 1114920 h 1114920"/>
              <a:gd name="csX8250" fmla="*/ 1425881 w 1728164"/>
              <a:gd name="csY8250" fmla="*/ 1114920 h 1114920"/>
              <a:gd name="csX8251" fmla="*/ 1426050 w 1728164"/>
              <a:gd name="csY8251" fmla="*/ 1114920 h 1114920"/>
              <a:gd name="csX8252" fmla="*/ 1426228 w 1728164"/>
              <a:gd name="csY8252" fmla="*/ 1114920 h 1114920"/>
              <a:gd name="csX8253" fmla="*/ 1426397 w 1728164"/>
              <a:gd name="csY8253" fmla="*/ 1114920 h 1114920"/>
              <a:gd name="csX8254" fmla="*/ 1426566 w 1728164"/>
              <a:gd name="csY8254" fmla="*/ 1114920 h 1114920"/>
              <a:gd name="csX8255" fmla="*/ 1426744 w 1728164"/>
              <a:gd name="csY8255" fmla="*/ 1114920 h 1114920"/>
              <a:gd name="csX8256" fmla="*/ 1426913 w 1728164"/>
              <a:gd name="csY8256" fmla="*/ 1114920 h 1114920"/>
              <a:gd name="csX8257" fmla="*/ 1427091 w 1728164"/>
              <a:gd name="csY8257" fmla="*/ 1114920 h 1114920"/>
              <a:gd name="csX8258" fmla="*/ 1427260 w 1728164"/>
              <a:gd name="csY8258" fmla="*/ 1114920 h 1114920"/>
              <a:gd name="csX8259" fmla="*/ 1427438 w 1728164"/>
              <a:gd name="csY8259" fmla="*/ 1114920 h 1114920"/>
              <a:gd name="csX8260" fmla="*/ 1427607 w 1728164"/>
              <a:gd name="csY8260" fmla="*/ 1114920 h 1114920"/>
              <a:gd name="csX8261" fmla="*/ 1427776 w 1728164"/>
              <a:gd name="csY8261" fmla="*/ 1114920 h 1114920"/>
              <a:gd name="csX8262" fmla="*/ 1427954 w 1728164"/>
              <a:gd name="csY8262" fmla="*/ 1114920 h 1114920"/>
              <a:gd name="csX8263" fmla="*/ 1428123 w 1728164"/>
              <a:gd name="csY8263" fmla="*/ 1114920 h 1114920"/>
              <a:gd name="csX8264" fmla="*/ 1428301 w 1728164"/>
              <a:gd name="csY8264" fmla="*/ 1114920 h 1114920"/>
              <a:gd name="csX8265" fmla="*/ 1428470 w 1728164"/>
              <a:gd name="csY8265" fmla="*/ 1114920 h 1114920"/>
              <a:gd name="csX8266" fmla="*/ 1428648 w 1728164"/>
              <a:gd name="csY8266" fmla="*/ 1114920 h 1114920"/>
              <a:gd name="csX8267" fmla="*/ 1428817 w 1728164"/>
              <a:gd name="csY8267" fmla="*/ 1114920 h 1114920"/>
              <a:gd name="csX8268" fmla="*/ 1428986 w 1728164"/>
              <a:gd name="csY8268" fmla="*/ 1114920 h 1114920"/>
              <a:gd name="csX8269" fmla="*/ 1429164 w 1728164"/>
              <a:gd name="csY8269" fmla="*/ 1114920 h 1114920"/>
              <a:gd name="csX8270" fmla="*/ 1429333 w 1728164"/>
              <a:gd name="csY8270" fmla="*/ 1114920 h 1114920"/>
              <a:gd name="csX8271" fmla="*/ 1429511 w 1728164"/>
              <a:gd name="csY8271" fmla="*/ 1114920 h 1114920"/>
              <a:gd name="csX8272" fmla="*/ 1429680 w 1728164"/>
              <a:gd name="csY8272" fmla="*/ 1114920 h 1114920"/>
              <a:gd name="csX8273" fmla="*/ 1429858 w 1728164"/>
              <a:gd name="csY8273" fmla="*/ 1114920 h 1114920"/>
              <a:gd name="csX8274" fmla="*/ 1430027 w 1728164"/>
              <a:gd name="csY8274" fmla="*/ 1114920 h 1114920"/>
              <a:gd name="csX8275" fmla="*/ 1430196 w 1728164"/>
              <a:gd name="csY8275" fmla="*/ 1114920 h 1114920"/>
              <a:gd name="csX8276" fmla="*/ 1430374 w 1728164"/>
              <a:gd name="csY8276" fmla="*/ 1114920 h 1114920"/>
              <a:gd name="csX8277" fmla="*/ 1430543 w 1728164"/>
              <a:gd name="csY8277" fmla="*/ 1114920 h 1114920"/>
              <a:gd name="csX8278" fmla="*/ 1430721 w 1728164"/>
              <a:gd name="csY8278" fmla="*/ 1114920 h 1114920"/>
              <a:gd name="csX8279" fmla="*/ 1430890 w 1728164"/>
              <a:gd name="csY8279" fmla="*/ 1114920 h 1114920"/>
              <a:gd name="csX8280" fmla="*/ 1431068 w 1728164"/>
              <a:gd name="csY8280" fmla="*/ 1114920 h 1114920"/>
              <a:gd name="csX8281" fmla="*/ 1431237 w 1728164"/>
              <a:gd name="csY8281" fmla="*/ 1114920 h 1114920"/>
              <a:gd name="csX8282" fmla="*/ 1431406 w 1728164"/>
              <a:gd name="csY8282" fmla="*/ 1114920 h 1114920"/>
              <a:gd name="csX8283" fmla="*/ 1431584 w 1728164"/>
              <a:gd name="csY8283" fmla="*/ 1114920 h 1114920"/>
              <a:gd name="csX8284" fmla="*/ 1431753 w 1728164"/>
              <a:gd name="csY8284" fmla="*/ 1114920 h 1114920"/>
              <a:gd name="csX8285" fmla="*/ 1431931 w 1728164"/>
              <a:gd name="csY8285" fmla="*/ 1114920 h 1114920"/>
              <a:gd name="csX8286" fmla="*/ 1432100 w 1728164"/>
              <a:gd name="csY8286" fmla="*/ 1114920 h 1114920"/>
              <a:gd name="csX8287" fmla="*/ 1432269 w 1728164"/>
              <a:gd name="csY8287" fmla="*/ 1114920 h 1114920"/>
              <a:gd name="csX8288" fmla="*/ 1432447 w 1728164"/>
              <a:gd name="csY8288" fmla="*/ 1114920 h 1114920"/>
              <a:gd name="csX8289" fmla="*/ 1432616 w 1728164"/>
              <a:gd name="csY8289" fmla="*/ 1114920 h 1114920"/>
              <a:gd name="csX8290" fmla="*/ 1432794 w 1728164"/>
              <a:gd name="csY8290" fmla="*/ 1114920 h 1114920"/>
              <a:gd name="csX8291" fmla="*/ 1432963 w 1728164"/>
              <a:gd name="csY8291" fmla="*/ 1114920 h 1114920"/>
              <a:gd name="csX8292" fmla="*/ 1433141 w 1728164"/>
              <a:gd name="csY8292" fmla="*/ 1114920 h 1114920"/>
              <a:gd name="csX8293" fmla="*/ 1433310 w 1728164"/>
              <a:gd name="csY8293" fmla="*/ 1114920 h 1114920"/>
              <a:gd name="csX8294" fmla="*/ 1433479 w 1728164"/>
              <a:gd name="csY8294" fmla="*/ 1114920 h 1114920"/>
              <a:gd name="csX8295" fmla="*/ 1433657 w 1728164"/>
              <a:gd name="csY8295" fmla="*/ 1114920 h 1114920"/>
              <a:gd name="csX8296" fmla="*/ 1433826 w 1728164"/>
              <a:gd name="csY8296" fmla="*/ 1114920 h 1114920"/>
              <a:gd name="csX8297" fmla="*/ 1434004 w 1728164"/>
              <a:gd name="csY8297" fmla="*/ 1114920 h 1114920"/>
              <a:gd name="csX8298" fmla="*/ 1434173 w 1728164"/>
              <a:gd name="csY8298" fmla="*/ 1114920 h 1114920"/>
              <a:gd name="csX8299" fmla="*/ 1434351 w 1728164"/>
              <a:gd name="csY8299" fmla="*/ 1114920 h 1114920"/>
              <a:gd name="csX8300" fmla="*/ 1434520 w 1728164"/>
              <a:gd name="csY8300" fmla="*/ 1114920 h 1114920"/>
              <a:gd name="csX8301" fmla="*/ 1434689 w 1728164"/>
              <a:gd name="csY8301" fmla="*/ 1114920 h 1114920"/>
              <a:gd name="csX8302" fmla="*/ 1434867 w 1728164"/>
              <a:gd name="csY8302" fmla="*/ 1114920 h 1114920"/>
              <a:gd name="csX8303" fmla="*/ 1435036 w 1728164"/>
              <a:gd name="csY8303" fmla="*/ 1114920 h 1114920"/>
              <a:gd name="csX8304" fmla="*/ 1435214 w 1728164"/>
              <a:gd name="csY8304" fmla="*/ 1114920 h 1114920"/>
              <a:gd name="csX8305" fmla="*/ 1435383 w 1728164"/>
              <a:gd name="csY8305" fmla="*/ 1114920 h 1114920"/>
              <a:gd name="csX8306" fmla="*/ 1435561 w 1728164"/>
              <a:gd name="csY8306" fmla="*/ 1114920 h 1114920"/>
              <a:gd name="csX8307" fmla="*/ 1435730 w 1728164"/>
              <a:gd name="csY8307" fmla="*/ 1114920 h 1114920"/>
              <a:gd name="csX8308" fmla="*/ 1435899 w 1728164"/>
              <a:gd name="csY8308" fmla="*/ 1114920 h 1114920"/>
              <a:gd name="csX8309" fmla="*/ 1436077 w 1728164"/>
              <a:gd name="csY8309" fmla="*/ 1114920 h 1114920"/>
              <a:gd name="csX8310" fmla="*/ 1436246 w 1728164"/>
              <a:gd name="csY8310" fmla="*/ 1114920 h 1114920"/>
              <a:gd name="csX8311" fmla="*/ 1436424 w 1728164"/>
              <a:gd name="csY8311" fmla="*/ 1114920 h 1114920"/>
              <a:gd name="csX8312" fmla="*/ 1436593 w 1728164"/>
              <a:gd name="csY8312" fmla="*/ 1114920 h 1114920"/>
              <a:gd name="csX8313" fmla="*/ 1436770 w 1728164"/>
              <a:gd name="csY8313" fmla="*/ 1114920 h 1114920"/>
              <a:gd name="csX8314" fmla="*/ 1436940 w 1728164"/>
              <a:gd name="csY8314" fmla="*/ 1114920 h 1114920"/>
              <a:gd name="csX8315" fmla="*/ 1437109 w 1728164"/>
              <a:gd name="csY8315" fmla="*/ 1114920 h 1114920"/>
              <a:gd name="csX8316" fmla="*/ 1437287 w 1728164"/>
              <a:gd name="csY8316" fmla="*/ 1114920 h 1114920"/>
              <a:gd name="csX8317" fmla="*/ 1437456 w 1728164"/>
              <a:gd name="csY8317" fmla="*/ 1114920 h 1114920"/>
              <a:gd name="csX8318" fmla="*/ 1437634 w 1728164"/>
              <a:gd name="csY8318" fmla="*/ 1114920 h 1114920"/>
              <a:gd name="csX8319" fmla="*/ 1437802 w 1728164"/>
              <a:gd name="csY8319" fmla="*/ 1114920 h 1114920"/>
              <a:gd name="csX8320" fmla="*/ 1437980 w 1728164"/>
              <a:gd name="csY8320" fmla="*/ 1114920 h 1114920"/>
              <a:gd name="csX8321" fmla="*/ 1438149 w 1728164"/>
              <a:gd name="csY8321" fmla="*/ 1114920 h 1114920"/>
              <a:gd name="csX8322" fmla="*/ 1438319 w 1728164"/>
              <a:gd name="csY8322" fmla="*/ 1114920 h 1114920"/>
              <a:gd name="csX8323" fmla="*/ 1438496 w 1728164"/>
              <a:gd name="csY8323" fmla="*/ 1114920 h 1114920"/>
              <a:gd name="csX8324" fmla="*/ 1438665 w 1728164"/>
              <a:gd name="csY8324" fmla="*/ 1114920 h 1114920"/>
              <a:gd name="csX8325" fmla="*/ 1438843 w 1728164"/>
              <a:gd name="csY8325" fmla="*/ 1114920 h 1114920"/>
              <a:gd name="csX8326" fmla="*/ 1439012 w 1728164"/>
              <a:gd name="csY8326" fmla="*/ 1114920 h 1114920"/>
              <a:gd name="csX8327" fmla="*/ 1439190 w 1728164"/>
              <a:gd name="csY8327" fmla="*/ 1114920 h 1114920"/>
              <a:gd name="csX8328" fmla="*/ 1439359 w 1728164"/>
              <a:gd name="csY8328" fmla="*/ 1114920 h 1114920"/>
              <a:gd name="csX8329" fmla="*/ 1439528 w 1728164"/>
              <a:gd name="csY8329" fmla="*/ 1114920 h 1114920"/>
              <a:gd name="csX8330" fmla="*/ 1439706 w 1728164"/>
              <a:gd name="csY8330" fmla="*/ 1114920 h 1114920"/>
              <a:gd name="csX8331" fmla="*/ 1439875 w 1728164"/>
              <a:gd name="csY8331" fmla="*/ 1114920 h 1114920"/>
              <a:gd name="csX8332" fmla="*/ 1440053 w 1728164"/>
              <a:gd name="csY8332" fmla="*/ 1114920 h 1114920"/>
              <a:gd name="csX8333" fmla="*/ 1440222 w 1728164"/>
              <a:gd name="csY8333" fmla="*/ 1114920 h 1114920"/>
              <a:gd name="csX8334" fmla="*/ 1440400 w 1728164"/>
              <a:gd name="csY8334" fmla="*/ 1114920 h 1114920"/>
              <a:gd name="csX8335" fmla="*/ 1440569 w 1728164"/>
              <a:gd name="csY8335" fmla="*/ 1114920 h 1114920"/>
              <a:gd name="csX8336" fmla="*/ 1440738 w 1728164"/>
              <a:gd name="csY8336" fmla="*/ 1114920 h 1114920"/>
              <a:gd name="csX8337" fmla="*/ 1440916 w 1728164"/>
              <a:gd name="csY8337" fmla="*/ 1114920 h 1114920"/>
              <a:gd name="csX8338" fmla="*/ 1441085 w 1728164"/>
              <a:gd name="csY8338" fmla="*/ 1114920 h 1114920"/>
              <a:gd name="csX8339" fmla="*/ 1441263 w 1728164"/>
              <a:gd name="csY8339" fmla="*/ 1114920 h 1114920"/>
              <a:gd name="csX8340" fmla="*/ 1441432 w 1728164"/>
              <a:gd name="csY8340" fmla="*/ 1114920 h 1114920"/>
              <a:gd name="csX8341" fmla="*/ 1441610 w 1728164"/>
              <a:gd name="csY8341" fmla="*/ 1114920 h 1114920"/>
              <a:gd name="csX8342" fmla="*/ 1441779 w 1728164"/>
              <a:gd name="csY8342" fmla="*/ 1114920 h 1114920"/>
              <a:gd name="csX8343" fmla="*/ 1441948 w 1728164"/>
              <a:gd name="csY8343" fmla="*/ 1114920 h 1114920"/>
              <a:gd name="csX8344" fmla="*/ 1442126 w 1728164"/>
              <a:gd name="csY8344" fmla="*/ 1114920 h 1114920"/>
              <a:gd name="csX8345" fmla="*/ 1442295 w 1728164"/>
              <a:gd name="csY8345" fmla="*/ 1114920 h 1114920"/>
              <a:gd name="csX8346" fmla="*/ 1442473 w 1728164"/>
              <a:gd name="csY8346" fmla="*/ 1114920 h 1114920"/>
              <a:gd name="csX8347" fmla="*/ 1442642 w 1728164"/>
              <a:gd name="csY8347" fmla="*/ 1114920 h 1114920"/>
              <a:gd name="csX8348" fmla="*/ 1442820 w 1728164"/>
              <a:gd name="csY8348" fmla="*/ 1114920 h 1114920"/>
              <a:gd name="csX8349" fmla="*/ 1442989 w 1728164"/>
              <a:gd name="csY8349" fmla="*/ 1114920 h 1114920"/>
              <a:gd name="csX8350" fmla="*/ 1443158 w 1728164"/>
              <a:gd name="csY8350" fmla="*/ 1114920 h 1114920"/>
              <a:gd name="csX8351" fmla="*/ 1443336 w 1728164"/>
              <a:gd name="csY8351" fmla="*/ 1114920 h 1114920"/>
              <a:gd name="csX8352" fmla="*/ 1443505 w 1728164"/>
              <a:gd name="csY8352" fmla="*/ 1114920 h 1114920"/>
              <a:gd name="csX8353" fmla="*/ 1443683 w 1728164"/>
              <a:gd name="csY8353" fmla="*/ 1114920 h 1114920"/>
              <a:gd name="csX8354" fmla="*/ 1443852 w 1728164"/>
              <a:gd name="csY8354" fmla="*/ 1114920 h 1114920"/>
              <a:gd name="csX8355" fmla="*/ 1444030 w 1728164"/>
              <a:gd name="csY8355" fmla="*/ 1114920 h 1114920"/>
              <a:gd name="csX8356" fmla="*/ 1444199 w 1728164"/>
              <a:gd name="csY8356" fmla="*/ 1114920 h 1114920"/>
              <a:gd name="csX8357" fmla="*/ 1444368 w 1728164"/>
              <a:gd name="csY8357" fmla="*/ 1114920 h 1114920"/>
              <a:gd name="csX8358" fmla="*/ 1444546 w 1728164"/>
              <a:gd name="csY8358" fmla="*/ 1114920 h 1114920"/>
              <a:gd name="csX8359" fmla="*/ 1444715 w 1728164"/>
              <a:gd name="csY8359" fmla="*/ 1114920 h 1114920"/>
              <a:gd name="csX8360" fmla="*/ 1444893 w 1728164"/>
              <a:gd name="csY8360" fmla="*/ 1114920 h 1114920"/>
              <a:gd name="csX8361" fmla="*/ 1445062 w 1728164"/>
              <a:gd name="csY8361" fmla="*/ 1114920 h 1114920"/>
              <a:gd name="csX8362" fmla="*/ 1445240 w 1728164"/>
              <a:gd name="csY8362" fmla="*/ 1114920 h 1114920"/>
              <a:gd name="csX8363" fmla="*/ 1445409 w 1728164"/>
              <a:gd name="csY8363" fmla="*/ 1114920 h 1114920"/>
              <a:gd name="csX8364" fmla="*/ 1445578 w 1728164"/>
              <a:gd name="csY8364" fmla="*/ 1114920 h 1114920"/>
              <a:gd name="csX8365" fmla="*/ 1445756 w 1728164"/>
              <a:gd name="csY8365" fmla="*/ 1114920 h 1114920"/>
              <a:gd name="csX8366" fmla="*/ 1445925 w 1728164"/>
              <a:gd name="csY8366" fmla="*/ 1114920 h 1114920"/>
              <a:gd name="csX8367" fmla="*/ 1446103 w 1728164"/>
              <a:gd name="csY8367" fmla="*/ 1114920 h 1114920"/>
              <a:gd name="csX8368" fmla="*/ 1446272 w 1728164"/>
              <a:gd name="csY8368" fmla="*/ 1114920 h 1114920"/>
              <a:gd name="csX8369" fmla="*/ 1446450 w 1728164"/>
              <a:gd name="csY8369" fmla="*/ 1114920 h 1114920"/>
              <a:gd name="csX8370" fmla="*/ 1446619 w 1728164"/>
              <a:gd name="csY8370" fmla="*/ 1114920 h 1114920"/>
              <a:gd name="csX8371" fmla="*/ 1446788 w 1728164"/>
              <a:gd name="csY8371" fmla="*/ 1114920 h 1114920"/>
              <a:gd name="csX8372" fmla="*/ 1446966 w 1728164"/>
              <a:gd name="csY8372" fmla="*/ 1114920 h 1114920"/>
              <a:gd name="csX8373" fmla="*/ 1447135 w 1728164"/>
              <a:gd name="csY8373" fmla="*/ 1114920 h 1114920"/>
              <a:gd name="csX8374" fmla="*/ 1447313 w 1728164"/>
              <a:gd name="csY8374" fmla="*/ 1114920 h 1114920"/>
              <a:gd name="csX8375" fmla="*/ 1447482 w 1728164"/>
              <a:gd name="csY8375" fmla="*/ 1114920 h 1114920"/>
              <a:gd name="csX8376" fmla="*/ 1447660 w 1728164"/>
              <a:gd name="csY8376" fmla="*/ 1114920 h 1114920"/>
              <a:gd name="csX8377" fmla="*/ 1447829 w 1728164"/>
              <a:gd name="csY8377" fmla="*/ 1114920 h 1114920"/>
              <a:gd name="csX8378" fmla="*/ 1447998 w 1728164"/>
              <a:gd name="csY8378" fmla="*/ 1114920 h 1114920"/>
              <a:gd name="csX8379" fmla="*/ 1448176 w 1728164"/>
              <a:gd name="csY8379" fmla="*/ 1114920 h 1114920"/>
              <a:gd name="csX8380" fmla="*/ 1448345 w 1728164"/>
              <a:gd name="csY8380" fmla="*/ 1114920 h 1114920"/>
              <a:gd name="csX8381" fmla="*/ 1448523 w 1728164"/>
              <a:gd name="csY8381" fmla="*/ 1114920 h 1114920"/>
              <a:gd name="csX8382" fmla="*/ 1448692 w 1728164"/>
              <a:gd name="csY8382" fmla="*/ 1114920 h 1114920"/>
              <a:gd name="csX8383" fmla="*/ 1448870 w 1728164"/>
              <a:gd name="csY8383" fmla="*/ 1114920 h 1114920"/>
              <a:gd name="csX8384" fmla="*/ 1449039 w 1728164"/>
              <a:gd name="csY8384" fmla="*/ 1114920 h 1114920"/>
              <a:gd name="csX8385" fmla="*/ 1449208 w 1728164"/>
              <a:gd name="csY8385" fmla="*/ 1114920 h 1114920"/>
              <a:gd name="csX8386" fmla="*/ 1449386 w 1728164"/>
              <a:gd name="csY8386" fmla="*/ 1114920 h 1114920"/>
              <a:gd name="csX8387" fmla="*/ 1449555 w 1728164"/>
              <a:gd name="csY8387" fmla="*/ 1114920 h 1114920"/>
              <a:gd name="csX8388" fmla="*/ 1449733 w 1728164"/>
              <a:gd name="csY8388" fmla="*/ 1114920 h 1114920"/>
              <a:gd name="csX8389" fmla="*/ 1449902 w 1728164"/>
              <a:gd name="csY8389" fmla="*/ 1114920 h 1114920"/>
              <a:gd name="csX8390" fmla="*/ 1450080 w 1728164"/>
              <a:gd name="csY8390" fmla="*/ 1114920 h 1114920"/>
              <a:gd name="csX8391" fmla="*/ 1450249 w 1728164"/>
              <a:gd name="csY8391" fmla="*/ 1114920 h 1114920"/>
              <a:gd name="csX8392" fmla="*/ 1450418 w 1728164"/>
              <a:gd name="csY8392" fmla="*/ 1114920 h 1114920"/>
              <a:gd name="csX8393" fmla="*/ 1450596 w 1728164"/>
              <a:gd name="csY8393" fmla="*/ 1114920 h 1114920"/>
              <a:gd name="csX8394" fmla="*/ 1450765 w 1728164"/>
              <a:gd name="csY8394" fmla="*/ 1114920 h 1114920"/>
              <a:gd name="csX8395" fmla="*/ 1450943 w 1728164"/>
              <a:gd name="csY8395" fmla="*/ 1114920 h 1114920"/>
              <a:gd name="csX8396" fmla="*/ 1451112 w 1728164"/>
              <a:gd name="csY8396" fmla="*/ 1114920 h 1114920"/>
              <a:gd name="csX8397" fmla="*/ 1451281 w 1728164"/>
              <a:gd name="csY8397" fmla="*/ 1114920 h 1114920"/>
              <a:gd name="csX8398" fmla="*/ 1451459 w 1728164"/>
              <a:gd name="csY8398" fmla="*/ 1114920 h 1114920"/>
              <a:gd name="csX8399" fmla="*/ 1451628 w 1728164"/>
              <a:gd name="csY8399" fmla="*/ 1114920 h 1114920"/>
              <a:gd name="csX8400" fmla="*/ 1451805 w 1728164"/>
              <a:gd name="csY8400" fmla="*/ 1114920 h 1114920"/>
              <a:gd name="csX8401" fmla="*/ 1451975 w 1728164"/>
              <a:gd name="csY8401" fmla="*/ 1114920 h 1114920"/>
              <a:gd name="csX8402" fmla="*/ 1452152 w 1728164"/>
              <a:gd name="csY8402" fmla="*/ 1114920 h 1114920"/>
              <a:gd name="csX8403" fmla="*/ 1452322 w 1728164"/>
              <a:gd name="csY8403" fmla="*/ 1114920 h 1114920"/>
              <a:gd name="csX8404" fmla="*/ 1452491 w 1728164"/>
              <a:gd name="csY8404" fmla="*/ 1114920 h 1114920"/>
              <a:gd name="csX8405" fmla="*/ 1452669 w 1728164"/>
              <a:gd name="csY8405" fmla="*/ 1114920 h 1114920"/>
              <a:gd name="csX8406" fmla="*/ 1452838 w 1728164"/>
              <a:gd name="csY8406" fmla="*/ 1114920 h 1114920"/>
              <a:gd name="csX8407" fmla="*/ 1453015 w 1728164"/>
              <a:gd name="csY8407" fmla="*/ 1114920 h 1114920"/>
              <a:gd name="csX8408" fmla="*/ 1453184 w 1728164"/>
              <a:gd name="csY8408" fmla="*/ 1114920 h 1114920"/>
              <a:gd name="csX8409" fmla="*/ 1453362 w 1728164"/>
              <a:gd name="csY8409" fmla="*/ 1114920 h 1114920"/>
              <a:gd name="csX8410" fmla="*/ 1453531 w 1728164"/>
              <a:gd name="csY8410" fmla="*/ 1114920 h 1114920"/>
              <a:gd name="csX8411" fmla="*/ 1453700 w 1728164"/>
              <a:gd name="csY8411" fmla="*/ 1114920 h 1114920"/>
              <a:gd name="csX8412" fmla="*/ 1453878 w 1728164"/>
              <a:gd name="csY8412" fmla="*/ 1114920 h 1114920"/>
              <a:gd name="csX8413" fmla="*/ 1454047 w 1728164"/>
              <a:gd name="csY8413" fmla="*/ 1114920 h 1114920"/>
              <a:gd name="csX8414" fmla="*/ 1454225 w 1728164"/>
              <a:gd name="csY8414" fmla="*/ 1114920 h 1114920"/>
              <a:gd name="csX8415" fmla="*/ 1454394 w 1728164"/>
              <a:gd name="csY8415" fmla="*/ 1114920 h 1114920"/>
              <a:gd name="csX8416" fmla="*/ 1454572 w 1728164"/>
              <a:gd name="csY8416" fmla="*/ 1114920 h 1114920"/>
              <a:gd name="csX8417" fmla="*/ 1454741 w 1728164"/>
              <a:gd name="csY8417" fmla="*/ 1114920 h 1114920"/>
              <a:gd name="csX8418" fmla="*/ 1454910 w 1728164"/>
              <a:gd name="csY8418" fmla="*/ 1114920 h 1114920"/>
              <a:gd name="csX8419" fmla="*/ 1455088 w 1728164"/>
              <a:gd name="csY8419" fmla="*/ 1114920 h 1114920"/>
              <a:gd name="csX8420" fmla="*/ 1455257 w 1728164"/>
              <a:gd name="csY8420" fmla="*/ 1114920 h 1114920"/>
              <a:gd name="csX8421" fmla="*/ 1455435 w 1728164"/>
              <a:gd name="csY8421" fmla="*/ 1114920 h 1114920"/>
              <a:gd name="csX8422" fmla="*/ 1455604 w 1728164"/>
              <a:gd name="csY8422" fmla="*/ 1114920 h 1114920"/>
              <a:gd name="csX8423" fmla="*/ 1455782 w 1728164"/>
              <a:gd name="csY8423" fmla="*/ 1114920 h 1114920"/>
              <a:gd name="csX8424" fmla="*/ 1455951 w 1728164"/>
              <a:gd name="csY8424" fmla="*/ 1114920 h 1114920"/>
              <a:gd name="csX8425" fmla="*/ 1456120 w 1728164"/>
              <a:gd name="csY8425" fmla="*/ 1114920 h 1114920"/>
              <a:gd name="csX8426" fmla="*/ 1456298 w 1728164"/>
              <a:gd name="csY8426" fmla="*/ 1114920 h 1114920"/>
              <a:gd name="csX8427" fmla="*/ 1456467 w 1728164"/>
              <a:gd name="csY8427" fmla="*/ 1114920 h 1114920"/>
              <a:gd name="csX8428" fmla="*/ 1456645 w 1728164"/>
              <a:gd name="csY8428" fmla="*/ 1114920 h 1114920"/>
              <a:gd name="csX8429" fmla="*/ 1456814 w 1728164"/>
              <a:gd name="csY8429" fmla="*/ 1114920 h 1114920"/>
              <a:gd name="csX8430" fmla="*/ 1456992 w 1728164"/>
              <a:gd name="csY8430" fmla="*/ 1114920 h 1114920"/>
              <a:gd name="csX8431" fmla="*/ 1457161 w 1728164"/>
              <a:gd name="csY8431" fmla="*/ 1114920 h 1114920"/>
              <a:gd name="csX8432" fmla="*/ 1457330 w 1728164"/>
              <a:gd name="csY8432" fmla="*/ 1114920 h 1114920"/>
              <a:gd name="csX8433" fmla="*/ 1457508 w 1728164"/>
              <a:gd name="csY8433" fmla="*/ 1114920 h 1114920"/>
              <a:gd name="csX8434" fmla="*/ 1457677 w 1728164"/>
              <a:gd name="csY8434" fmla="*/ 1114920 h 1114920"/>
              <a:gd name="csX8435" fmla="*/ 1457855 w 1728164"/>
              <a:gd name="csY8435" fmla="*/ 1114920 h 1114920"/>
              <a:gd name="csX8436" fmla="*/ 1458024 w 1728164"/>
              <a:gd name="csY8436" fmla="*/ 1114920 h 1114920"/>
              <a:gd name="csX8437" fmla="*/ 1458202 w 1728164"/>
              <a:gd name="csY8437" fmla="*/ 1114920 h 1114920"/>
              <a:gd name="csX8438" fmla="*/ 1458371 w 1728164"/>
              <a:gd name="csY8438" fmla="*/ 1114920 h 1114920"/>
              <a:gd name="csX8439" fmla="*/ 1458540 w 1728164"/>
              <a:gd name="csY8439" fmla="*/ 1114920 h 1114920"/>
              <a:gd name="csX8440" fmla="*/ 1458718 w 1728164"/>
              <a:gd name="csY8440" fmla="*/ 1114920 h 1114920"/>
              <a:gd name="csX8441" fmla="*/ 1458887 w 1728164"/>
              <a:gd name="csY8441" fmla="*/ 1114920 h 1114920"/>
              <a:gd name="csX8442" fmla="*/ 1459065 w 1728164"/>
              <a:gd name="csY8442" fmla="*/ 1114920 h 1114920"/>
              <a:gd name="csX8443" fmla="*/ 1459234 w 1728164"/>
              <a:gd name="csY8443" fmla="*/ 1114920 h 1114920"/>
              <a:gd name="csX8444" fmla="*/ 1459412 w 1728164"/>
              <a:gd name="csY8444" fmla="*/ 1114920 h 1114920"/>
              <a:gd name="csX8445" fmla="*/ 1459581 w 1728164"/>
              <a:gd name="csY8445" fmla="*/ 1114920 h 1114920"/>
              <a:gd name="csX8446" fmla="*/ 1459750 w 1728164"/>
              <a:gd name="csY8446" fmla="*/ 1114920 h 1114920"/>
              <a:gd name="csX8447" fmla="*/ 1459928 w 1728164"/>
              <a:gd name="csY8447" fmla="*/ 1114920 h 1114920"/>
              <a:gd name="csX8448" fmla="*/ 1460097 w 1728164"/>
              <a:gd name="csY8448" fmla="*/ 1114920 h 1114920"/>
              <a:gd name="csX8449" fmla="*/ 1460275 w 1728164"/>
              <a:gd name="csY8449" fmla="*/ 1114920 h 1114920"/>
              <a:gd name="csX8450" fmla="*/ 1460444 w 1728164"/>
              <a:gd name="csY8450" fmla="*/ 1114920 h 1114920"/>
              <a:gd name="csX8451" fmla="*/ 1460622 w 1728164"/>
              <a:gd name="csY8451" fmla="*/ 1114920 h 1114920"/>
              <a:gd name="csX8452" fmla="*/ 1460791 w 1728164"/>
              <a:gd name="csY8452" fmla="*/ 1114920 h 1114920"/>
              <a:gd name="csX8453" fmla="*/ 1460960 w 1728164"/>
              <a:gd name="csY8453" fmla="*/ 1114920 h 1114920"/>
              <a:gd name="csX8454" fmla="*/ 1461138 w 1728164"/>
              <a:gd name="csY8454" fmla="*/ 1114920 h 1114920"/>
              <a:gd name="csX8455" fmla="*/ 1461307 w 1728164"/>
              <a:gd name="csY8455" fmla="*/ 1114920 h 1114920"/>
              <a:gd name="csX8456" fmla="*/ 1461485 w 1728164"/>
              <a:gd name="csY8456" fmla="*/ 1114920 h 1114920"/>
              <a:gd name="csX8457" fmla="*/ 1461654 w 1728164"/>
              <a:gd name="csY8457" fmla="*/ 1114920 h 1114920"/>
              <a:gd name="csX8458" fmla="*/ 1461832 w 1728164"/>
              <a:gd name="csY8458" fmla="*/ 1114920 h 1114920"/>
              <a:gd name="csX8459" fmla="*/ 1462001 w 1728164"/>
              <a:gd name="csY8459" fmla="*/ 1114920 h 1114920"/>
              <a:gd name="csX8460" fmla="*/ 1462170 w 1728164"/>
              <a:gd name="csY8460" fmla="*/ 1114920 h 1114920"/>
              <a:gd name="csX8461" fmla="*/ 1462348 w 1728164"/>
              <a:gd name="csY8461" fmla="*/ 1114920 h 1114920"/>
              <a:gd name="csX8462" fmla="*/ 1462517 w 1728164"/>
              <a:gd name="csY8462" fmla="*/ 1114920 h 1114920"/>
              <a:gd name="csX8463" fmla="*/ 1462695 w 1728164"/>
              <a:gd name="csY8463" fmla="*/ 1114920 h 1114920"/>
              <a:gd name="csX8464" fmla="*/ 1462864 w 1728164"/>
              <a:gd name="csY8464" fmla="*/ 1114920 h 1114920"/>
              <a:gd name="csX8465" fmla="*/ 1463042 w 1728164"/>
              <a:gd name="csY8465" fmla="*/ 1114920 h 1114920"/>
              <a:gd name="csX8466" fmla="*/ 1463211 w 1728164"/>
              <a:gd name="csY8466" fmla="*/ 1114920 h 1114920"/>
              <a:gd name="csX8467" fmla="*/ 1463380 w 1728164"/>
              <a:gd name="csY8467" fmla="*/ 1114920 h 1114920"/>
              <a:gd name="csX8468" fmla="*/ 1463558 w 1728164"/>
              <a:gd name="csY8468" fmla="*/ 1114920 h 1114920"/>
              <a:gd name="csX8469" fmla="*/ 1463727 w 1728164"/>
              <a:gd name="csY8469" fmla="*/ 1114920 h 1114920"/>
              <a:gd name="csX8470" fmla="*/ 1463905 w 1728164"/>
              <a:gd name="csY8470" fmla="*/ 1114920 h 1114920"/>
              <a:gd name="csX8471" fmla="*/ 1464074 w 1728164"/>
              <a:gd name="csY8471" fmla="*/ 1114920 h 1114920"/>
              <a:gd name="csX8472" fmla="*/ 1464252 w 1728164"/>
              <a:gd name="csY8472" fmla="*/ 1114920 h 1114920"/>
              <a:gd name="csX8473" fmla="*/ 1464421 w 1728164"/>
              <a:gd name="csY8473" fmla="*/ 1114920 h 1114920"/>
              <a:gd name="csX8474" fmla="*/ 1464590 w 1728164"/>
              <a:gd name="csY8474" fmla="*/ 1114920 h 1114920"/>
              <a:gd name="csX8475" fmla="*/ 1464768 w 1728164"/>
              <a:gd name="csY8475" fmla="*/ 1114920 h 1114920"/>
              <a:gd name="csX8476" fmla="*/ 1464937 w 1728164"/>
              <a:gd name="csY8476" fmla="*/ 1114920 h 1114920"/>
              <a:gd name="csX8477" fmla="*/ 1465115 w 1728164"/>
              <a:gd name="csY8477" fmla="*/ 1114920 h 1114920"/>
              <a:gd name="csX8478" fmla="*/ 1465284 w 1728164"/>
              <a:gd name="csY8478" fmla="*/ 1114920 h 1114920"/>
              <a:gd name="csX8479" fmla="*/ 1465462 w 1728164"/>
              <a:gd name="csY8479" fmla="*/ 1114920 h 1114920"/>
              <a:gd name="csX8480" fmla="*/ 1465631 w 1728164"/>
              <a:gd name="csY8480" fmla="*/ 1114920 h 1114920"/>
              <a:gd name="csX8481" fmla="*/ 1465800 w 1728164"/>
              <a:gd name="csY8481" fmla="*/ 1114920 h 1114920"/>
              <a:gd name="csX8482" fmla="*/ 1465978 w 1728164"/>
              <a:gd name="csY8482" fmla="*/ 1114920 h 1114920"/>
              <a:gd name="csX8483" fmla="*/ 1466147 w 1728164"/>
              <a:gd name="csY8483" fmla="*/ 1114920 h 1114920"/>
              <a:gd name="csX8484" fmla="*/ 1466325 w 1728164"/>
              <a:gd name="csY8484" fmla="*/ 1114920 h 1114920"/>
              <a:gd name="csX8485" fmla="*/ 1466494 w 1728164"/>
              <a:gd name="csY8485" fmla="*/ 1114920 h 1114920"/>
              <a:gd name="csX8486" fmla="*/ 1466672 w 1728164"/>
              <a:gd name="csY8486" fmla="*/ 1114920 h 1114920"/>
              <a:gd name="csX8487" fmla="*/ 1466841 w 1728164"/>
              <a:gd name="csY8487" fmla="*/ 1114920 h 1114920"/>
              <a:gd name="csX8488" fmla="*/ 1467010 w 1728164"/>
              <a:gd name="csY8488" fmla="*/ 1114920 h 1114920"/>
              <a:gd name="csX8489" fmla="*/ 1467187 w 1728164"/>
              <a:gd name="csY8489" fmla="*/ 1114920 h 1114920"/>
              <a:gd name="csX8490" fmla="*/ 1467356 w 1728164"/>
              <a:gd name="csY8490" fmla="*/ 1114920 h 1114920"/>
              <a:gd name="csX8491" fmla="*/ 1467534 w 1728164"/>
              <a:gd name="csY8491" fmla="*/ 1114920 h 1114920"/>
              <a:gd name="csX8492" fmla="*/ 1467703 w 1728164"/>
              <a:gd name="csY8492" fmla="*/ 1114920 h 1114920"/>
              <a:gd name="csX8493" fmla="*/ 1467881 w 1728164"/>
              <a:gd name="csY8493" fmla="*/ 1114920 h 1114920"/>
              <a:gd name="csX8494" fmla="*/ 1468050 w 1728164"/>
              <a:gd name="csY8494" fmla="*/ 1114920 h 1114920"/>
              <a:gd name="csX8495" fmla="*/ 1468220 w 1728164"/>
              <a:gd name="csY8495" fmla="*/ 1114920 h 1114920"/>
              <a:gd name="csX8496" fmla="*/ 1468397 w 1728164"/>
              <a:gd name="csY8496" fmla="*/ 1114920 h 1114920"/>
              <a:gd name="csX8497" fmla="*/ 1468566 w 1728164"/>
              <a:gd name="csY8497" fmla="*/ 1114920 h 1114920"/>
              <a:gd name="csX8498" fmla="*/ 1468744 w 1728164"/>
              <a:gd name="csY8498" fmla="*/ 1114920 h 1114920"/>
              <a:gd name="csX8499" fmla="*/ 1468913 w 1728164"/>
              <a:gd name="csY8499" fmla="*/ 1114920 h 1114920"/>
              <a:gd name="csX8500" fmla="*/ 1469091 w 1728164"/>
              <a:gd name="csY8500" fmla="*/ 1114920 h 1114920"/>
              <a:gd name="csX8501" fmla="*/ 1469260 w 1728164"/>
              <a:gd name="csY8501" fmla="*/ 1114920 h 1114920"/>
              <a:gd name="csX8502" fmla="*/ 1469429 w 1728164"/>
              <a:gd name="csY8502" fmla="*/ 1114920 h 1114920"/>
              <a:gd name="csX8503" fmla="*/ 1469607 w 1728164"/>
              <a:gd name="csY8503" fmla="*/ 1114920 h 1114920"/>
              <a:gd name="csX8504" fmla="*/ 1469776 w 1728164"/>
              <a:gd name="csY8504" fmla="*/ 1114920 h 1114920"/>
              <a:gd name="csX8505" fmla="*/ 1469954 w 1728164"/>
              <a:gd name="csY8505" fmla="*/ 1114920 h 1114920"/>
              <a:gd name="csX8506" fmla="*/ 1470123 w 1728164"/>
              <a:gd name="csY8506" fmla="*/ 1114920 h 1114920"/>
              <a:gd name="csX8507" fmla="*/ 1470292 w 1728164"/>
              <a:gd name="csY8507" fmla="*/ 1114920 h 1114920"/>
              <a:gd name="csX8508" fmla="*/ 1470470 w 1728164"/>
              <a:gd name="csY8508" fmla="*/ 1114920 h 1114920"/>
              <a:gd name="csX8509" fmla="*/ 1470639 w 1728164"/>
              <a:gd name="csY8509" fmla="*/ 1114920 h 1114920"/>
              <a:gd name="csX8510" fmla="*/ 1470817 w 1728164"/>
              <a:gd name="csY8510" fmla="*/ 1114920 h 1114920"/>
              <a:gd name="csX8511" fmla="*/ 1470986 w 1728164"/>
              <a:gd name="csY8511" fmla="*/ 1114920 h 1114920"/>
              <a:gd name="csX8512" fmla="*/ 1471164 w 1728164"/>
              <a:gd name="csY8512" fmla="*/ 1114920 h 1114920"/>
              <a:gd name="csX8513" fmla="*/ 1471333 w 1728164"/>
              <a:gd name="csY8513" fmla="*/ 1114920 h 1114920"/>
              <a:gd name="csX8514" fmla="*/ 1471502 w 1728164"/>
              <a:gd name="csY8514" fmla="*/ 1114920 h 1114920"/>
              <a:gd name="csX8515" fmla="*/ 1471680 w 1728164"/>
              <a:gd name="csY8515" fmla="*/ 1114920 h 1114920"/>
              <a:gd name="csX8516" fmla="*/ 1471849 w 1728164"/>
              <a:gd name="csY8516" fmla="*/ 1114920 h 1114920"/>
              <a:gd name="csX8517" fmla="*/ 1472027 w 1728164"/>
              <a:gd name="csY8517" fmla="*/ 1114920 h 1114920"/>
              <a:gd name="csX8518" fmla="*/ 1472196 w 1728164"/>
              <a:gd name="csY8518" fmla="*/ 1114920 h 1114920"/>
              <a:gd name="csX8519" fmla="*/ 1472374 w 1728164"/>
              <a:gd name="csY8519" fmla="*/ 1114920 h 1114920"/>
              <a:gd name="csX8520" fmla="*/ 1472543 w 1728164"/>
              <a:gd name="csY8520" fmla="*/ 1114920 h 1114920"/>
              <a:gd name="csX8521" fmla="*/ 1472712 w 1728164"/>
              <a:gd name="csY8521" fmla="*/ 1114920 h 1114920"/>
              <a:gd name="csX8522" fmla="*/ 1472890 w 1728164"/>
              <a:gd name="csY8522" fmla="*/ 1114920 h 1114920"/>
              <a:gd name="csX8523" fmla="*/ 1473059 w 1728164"/>
              <a:gd name="csY8523" fmla="*/ 1114920 h 1114920"/>
              <a:gd name="csX8524" fmla="*/ 1473237 w 1728164"/>
              <a:gd name="csY8524" fmla="*/ 1114920 h 1114920"/>
              <a:gd name="csX8525" fmla="*/ 1473406 w 1728164"/>
              <a:gd name="csY8525" fmla="*/ 1114920 h 1114920"/>
              <a:gd name="csX8526" fmla="*/ 1473584 w 1728164"/>
              <a:gd name="csY8526" fmla="*/ 1114920 h 1114920"/>
              <a:gd name="csX8527" fmla="*/ 1473753 w 1728164"/>
              <a:gd name="csY8527" fmla="*/ 1114920 h 1114920"/>
              <a:gd name="csX8528" fmla="*/ 1473922 w 1728164"/>
              <a:gd name="csY8528" fmla="*/ 1114920 h 1114920"/>
              <a:gd name="csX8529" fmla="*/ 1474100 w 1728164"/>
              <a:gd name="csY8529" fmla="*/ 1114920 h 1114920"/>
              <a:gd name="csX8530" fmla="*/ 1474269 w 1728164"/>
              <a:gd name="csY8530" fmla="*/ 1114920 h 1114920"/>
              <a:gd name="csX8531" fmla="*/ 1474447 w 1728164"/>
              <a:gd name="csY8531" fmla="*/ 1114920 h 1114920"/>
              <a:gd name="csX8532" fmla="*/ 1474616 w 1728164"/>
              <a:gd name="csY8532" fmla="*/ 1114920 h 1114920"/>
              <a:gd name="csX8533" fmla="*/ 1474794 w 1728164"/>
              <a:gd name="csY8533" fmla="*/ 1114920 h 1114920"/>
              <a:gd name="csX8534" fmla="*/ 1474963 w 1728164"/>
              <a:gd name="csY8534" fmla="*/ 1114920 h 1114920"/>
              <a:gd name="csX8535" fmla="*/ 1475132 w 1728164"/>
              <a:gd name="csY8535" fmla="*/ 1114920 h 1114920"/>
              <a:gd name="csX8536" fmla="*/ 1475310 w 1728164"/>
              <a:gd name="csY8536" fmla="*/ 1114920 h 1114920"/>
              <a:gd name="csX8537" fmla="*/ 1475479 w 1728164"/>
              <a:gd name="csY8537" fmla="*/ 1114920 h 1114920"/>
              <a:gd name="csX8538" fmla="*/ 1475657 w 1728164"/>
              <a:gd name="csY8538" fmla="*/ 1114920 h 1114920"/>
              <a:gd name="csX8539" fmla="*/ 1475826 w 1728164"/>
              <a:gd name="csY8539" fmla="*/ 1114920 h 1114920"/>
              <a:gd name="csX8540" fmla="*/ 1476004 w 1728164"/>
              <a:gd name="csY8540" fmla="*/ 1114920 h 1114920"/>
              <a:gd name="csX8541" fmla="*/ 1476173 w 1728164"/>
              <a:gd name="csY8541" fmla="*/ 1114920 h 1114920"/>
              <a:gd name="csX8542" fmla="*/ 1476342 w 1728164"/>
              <a:gd name="csY8542" fmla="*/ 1114920 h 1114920"/>
              <a:gd name="csX8543" fmla="*/ 1476520 w 1728164"/>
              <a:gd name="csY8543" fmla="*/ 1114920 h 1114920"/>
              <a:gd name="csX8544" fmla="*/ 1476689 w 1728164"/>
              <a:gd name="csY8544" fmla="*/ 1114920 h 1114920"/>
              <a:gd name="csX8545" fmla="*/ 1476867 w 1728164"/>
              <a:gd name="csY8545" fmla="*/ 1114920 h 1114920"/>
              <a:gd name="csX8546" fmla="*/ 1477036 w 1728164"/>
              <a:gd name="csY8546" fmla="*/ 1114920 h 1114920"/>
              <a:gd name="csX8547" fmla="*/ 1477214 w 1728164"/>
              <a:gd name="csY8547" fmla="*/ 1114920 h 1114920"/>
              <a:gd name="csX8548" fmla="*/ 1477383 w 1728164"/>
              <a:gd name="csY8548" fmla="*/ 1114920 h 1114920"/>
              <a:gd name="csX8549" fmla="*/ 1477552 w 1728164"/>
              <a:gd name="csY8549" fmla="*/ 1114920 h 1114920"/>
              <a:gd name="csX8550" fmla="*/ 1477730 w 1728164"/>
              <a:gd name="csY8550" fmla="*/ 1114920 h 1114920"/>
              <a:gd name="csX8551" fmla="*/ 1477899 w 1728164"/>
              <a:gd name="csY8551" fmla="*/ 1114920 h 1114920"/>
              <a:gd name="csX8552" fmla="*/ 1478077 w 1728164"/>
              <a:gd name="csY8552" fmla="*/ 1114920 h 1114920"/>
              <a:gd name="csX8553" fmla="*/ 1478246 w 1728164"/>
              <a:gd name="csY8553" fmla="*/ 1114920 h 1114920"/>
              <a:gd name="csX8554" fmla="*/ 1478424 w 1728164"/>
              <a:gd name="csY8554" fmla="*/ 1114920 h 1114920"/>
              <a:gd name="csX8555" fmla="*/ 1478593 w 1728164"/>
              <a:gd name="csY8555" fmla="*/ 1114920 h 1114920"/>
              <a:gd name="csX8556" fmla="*/ 1478762 w 1728164"/>
              <a:gd name="csY8556" fmla="*/ 1114920 h 1114920"/>
              <a:gd name="csX8557" fmla="*/ 1478940 w 1728164"/>
              <a:gd name="csY8557" fmla="*/ 1114920 h 1114920"/>
              <a:gd name="csX8558" fmla="*/ 1479109 w 1728164"/>
              <a:gd name="csY8558" fmla="*/ 1114920 h 1114920"/>
              <a:gd name="csX8559" fmla="*/ 1479287 w 1728164"/>
              <a:gd name="csY8559" fmla="*/ 1114920 h 1114920"/>
              <a:gd name="csX8560" fmla="*/ 1479456 w 1728164"/>
              <a:gd name="csY8560" fmla="*/ 1114920 h 1114920"/>
              <a:gd name="csX8561" fmla="*/ 1479634 w 1728164"/>
              <a:gd name="csY8561" fmla="*/ 1114920 h 1114920"/>
              <a:gd name="csX8562" fmla="*/ 1479803 w 1728164"/>
              <a:gd name="csY8562" fmla="*/ 1114920 h 1114920"/>
              <a:gd name="csX8563" fmla="*/ 1479972 w 1728164"/>
              <a:gd name="csY8563" fmla="*/ 1114920 h 1114920"/>
              <a:gd name="csX8564" fmla="*/ 1480150 w 1728164"/>
              <a:gd name="csY8564" fmla="*/ 1114920 h 1114920"/>
              <a:gd name="csX8565" fmla="*/ 1480319 w 1728164"/>
              <a:gd name="csY8565" fmla="*/ 1114920 h 1114920"/>
              <a:gd name="csX8566" fmla="*/ 1480497 w 1728164"/>
              <a:gd name="csY8566" fmla="*/ 1114920 h 1114920"/>
              <a:gd name="csX8567" fmla="*/ 1480666 w 1728164"/>
              <a:gd name="csY8567" fmla="*/ 1114920 h 1114920"/>
              <a:gd name="csX8568" fmla="*/ 1480844 w 1728164"/>
              <a:gd name="csY8568" fmla="*/ 1114920 h 1114920"/>
              <a:gd name="csX8569" fmla="*/ 1481013 w 1728164"/>
              <a:gd name="csY8569" fmla="*/ 1114920 h 1114920"/>
              <a:gd name="csX8570" fmla="*/ 1481182 w 1728164"/>
              <a:gd name="csY8570" fmla="*/ 1114920 h 1114920"/>
              <a:gd name="csX8571" fmla="*/ 1481360 w 1728164"/>
              <a:gd name="csY8571" fmla="*/ 1114920 h 1114920"/>
              <a:gd name="csX8572" fmla="*/ 1481529 w 1728164"/>
              <a:gd name="csY8572" fmla="*/ 1114920 h 1114920"/>
              <a:gd name="csX8573" fmla="*/ 1481706 w 1728164"/>
              <a:gd name="csY8573" fmla="*/ 1114920 h 1114920"/>
              <a:gd name="csX8574" fmla="*/ 1481876 w 1728164"/>
              <a:gd name="csY8574" fmla="*/ 1114920 h 1114920"/>
              <a:gd name="csX8575" fmla="*/ 1482053 w 1728164"/>
              <a:gd name="csY8575" fmla="*/ 1114920 h 1114920"/>
              <a:gd name="csX8576" fmla="*/ 1482223 w 1728164"/>
              <a:gd name="csY8576" fmla="*/ 1114920 h 1114920"/>
              <a:gd name="csX8577" fmla="*/ 1482391 w 1728164"/>
              <a:gd name="csY8577" fmla="*/ 1114920 h 1114920"/>
              <a:gd name="csX8578" fmla="*/ 1482569 w 1728164"/>
              <a:gd name="csY8578" fmla="*/ 1114920 h 1114920"/>
              <a:gd name="csX8579" fmla="*/ 1482738 w 1728164"/>
              <a:gd name="csY8579" fmla="*/ 1114920 h 1114920"/>
              <a:gd name="csX8580" fmla="*/ 1482916 w 1728164"/>
              <a:gd name="csY8580" fmla="*/ 1114920 h 1114920"/>
              <a:gd name="csX8581" fmla="*/ 1483085 w 1728164"/>
              <a:gd name="csY8581" fmla="*/ 1114920 h 1114920"/>
              <a:gd name="csX8582" fmla="*/ 1483263 w 1728164"/>
              <a:gd name="csY8582" fmla="*/ 1114920 h 1114920"/>
              <a:gd name="csX8583" fmla="*/ 1483432 w 1728164"/>
              <a:gd name="csY8583" fmla="*/ 1114920 h 1114920"/>
              <a:gd name="csX8584" fmla="*/ 1483601 w 1728164"/>
              <a:gd name="csY8584" fmla="*/ 1114920 h 1114920"/>
              <a:gd name="csX8585" fmla="*/ 1483779 w 1728164"/>
              <a:gd name="csY8585" fmla="*/ 1114920 h 1114920"/>
              <a:gd name="csX8586" fmla="*/ 1483948 w 1728164"/>
              <a:gd name="csY8586" fmla="*/ 1114920 h 1114920"/>
              <a:gd name="csX8587" fmla="*/ 1484126 w 1728164"/>
              <a:gd name="csY8587" fmla="*/ 1114920 h 1114920"/>
              <a:gd name="csX8588" fmla="*/ 1484295 w 1728164"/>
              <a:gd name="csY8588" fmla="*/ 1114920 h 1114920"/>
              <a:gd name="csX8589" fmla="*/ 1484473 w 1728164"/>
              <a:gd name="csY8589" fmla="*/ 1114920 h 1114920"/>
              <a:gd name="csX8590" fmla="*/ 1484642 w 1728164"/>
              <a:gd name="csY8590" fmla="*/ 1114920 h 1114920"/>
              <a:gd name="csX8591" fmla="*/ 1484811 w 1728164"/>
              <a:gd name="csY8591" fmla="*/ 1114920 h 1114920"/>
              <a:gd name="csX8592" fmla="*/ 1484989 w 1728164"/>
              <a:gd name="csY8592" fmla="*/ 1114920 h 1114920"/>
              <a:gd name="csX8593" fmla="*/ 1485158 w 1728164"/>
              <a:gd name="csY8593" fmla="*/ 1114920 h 1114920"/>
              <a:gd name="csX8594" fmla="*/ 1485336 w 1728164"/>
              <a:gd name="csY8594" fmla="*/ 1114920 h 1114920"/>
              <a:gd name="csX8595" fmla="*/ 1485505 w 1728164"/>
              <a:gd name="csY8595" fmla="*/ 1114920 h 1114920"/>
              <a:gd name="csX8596" fmla="*/ 1485683 w 1728164"/>
              <a:gd name="csY8596" fmla="*/ 1114920 h 1114920"/>
              <a:gd name="csX8597" fmla="*/ 1485852 w 1728164"/>
              <a:gd name="csY8597" fmla="*/ 1114920 h 1114920"/>
              <a:gd name="csX8598" fmla="*/ 1486021 w 1728164"/>
              <a:gd name="csY8598" fmla="*/ 1114920 h 1114920"/>
              <a:gd name="csX8599" fmla="*/ 1486199 w 1728164"/>
              <a:gd name="csY8599" fmla="*/ 1114920 h 1114920"/>
              <a:gd name="csX8600" fmla="*/ 1486368 w 1728164"/>
              <a:gd name="csY8600" fmla="*/ 1114920 h 1114920"/>
              <a:gd name="csX8601" fmla="*/ 1486546 w 1728164"/>
              <a:gd name="csY8601" fmla="*/ 1114920 h 1114920"/>
              <a:gd name="csX8602" fmla="*/ 1486715 w 1728164"/>
              <a:gd name="csY8602" fmla="*/ 1114920 h 1114920"/>
              <a:gd name="csX8603" fmla="*/ 1486893 w 1728164"/>
              <a:gd name="csY8603" fmla="*/ 1114920 h 1114920"/>
              <a:gd name="csX8604" fmla="*/ 1487062 w 1728164"/>
              <a:gd name="csY8604" fmla="*/ 1114920 h 1114920"/>
              <a:gd name="csX8605" fmla="*/ 1487231 w 1728164"/>
              <a:gd name="csY8605" fmla="*/ 1114920 h 1114920"/>
              <a:gd name="csX8606" fmla="*/ 1487409 w 1728164"/>
              <a:gd name="csY8606" fmla="*/ 1114920 h 1114920"/>
              <a:gd name="csX8607" fmla="*/ 1487578 w 1728164"/>
              <a:gd name="csY8607" fmla="*/ 1114920 h 1114920"/>
              <a:gd name="csX8608" fmla="*/ 1487756 w 1728164"/>
              <a:gd name="csY8608" fmla="*/ 1114920 h 1114920"/>
              <a:gd name="csX8609" fmla="*/ 1487925 w 1728164"/>
              <a:gd name="csY8609" fmla="*/ 1114920 h 1114920"/>
              <a:gd name="csX8610" fmla="*/ 1488103 w 1728164"/>
              <a:gd name="csY8610" fmla="*/ 1114920 h 1114920"/>
              <a:gd name="csX8611" fmla="*/ 1488272 w 1728164"/>
              <a:gd name="csY8611" fmla="*/ 1114920 h 1114920"/>
              <a:gd name="csX8612" fmla="*/ 1488441 w 1728164"/>
              <a:gd name="csY8612" fmla="*/ 1114920 h 1114920"/>
              <a:gd name="csX8613" fmla="*/ 1488619 w 1728164"/>
              <a:gd name="csY8613" fmla="*/ 1114920 h 1114920"/>
              <a:gd name="csX8614" fmla="*/ 1488788 w 1728164"/>
              <a:gd name="csY8614" fmla="*/ 1114920 h 1114920"/>
              <a:gd name="csX8615" fmla="*/ 1488966 w 1728164"/>
              <a:gd name="csY8615" fmla="*/ 1114920 h 1114920"/>
              <a:gd name="csX8616" fmla="*/ 1489135 w 1728164"/>
              <a:gd name="csY8616" fmla="*/ 1114920 h 1114920"/>
              <a:gd name="csX8617" fmla="*/ 1489304 w 1728164"/>
              <a:gd name="csY8617" fmla="*/ 1114920 h 1114920"/>
              <a:gd name="csX8618" fmla="*/ 1489482 w 1728164"/>
              <a:gd name="csY8618" fmla="*/ 1114920 h 1114920"/>
              <a:gd name="csX8619" fmla="*/ 1489651 w 1728164"/>
              <a:gd name="csY8619" fmla="*/ 1114920 h 1114920"/>
              <a:gd name="csX8620" fmla="*/ 1489829 w 1728164"/>
              <a:gd name="csY8620" fmla="*/ 1114920 h 1114920"/>
              <a:gd name="csX8621" fmla="*/ 1489998 w 1728164"/>
              <a:gd name="csY8621" fmla="*/ 1114920 h 1114920"/>
              <a:gd name="csX8622" fmla="*/ 1490176 w 1728164"/>
              <a:gd name="csY8622" fmla="*/ 1114920 h 1114920"/>
              <a:gd name="csX8623" fmla="*/ 1490345 w 1728164"/>
              <a:gd name="csY8623" fmla="*/ 1114920 h 1114920"/>
              <a:gd name="csX8624" fmla="*/ 1490514 w 1728164"/>
              <a:gd name="csY8624" fmla="*/ 1114920 h 1114920"/>
              <a:gd name="csX8625" fmla="*/ 1490692 w 1728164"/>
              <a:gd name="csY8625" fmla="*/ 1114920 h 1114920"/>
              <a:gd name="csX8626" fmla="*/ 1490861 w 1728164"/>
              <a:gd name="csY8626" fmla="*/ 1114920 h 1114920"/>
              <a:gd name="csX8627" fmla="*/ 1491039 w 1728164"/>
              <a:gd name="csY8627" fmla="*/ 1114920 h 1114920"/>
              <a:gd name="csX8628" fmla="*/ 1491208 w 1728164"/>
              <a:gd name="csY8628" fmla="*/ 1114920 h 1114920"/>
              <a:gd name="csX8629" fmla="*/ 1491386 w 1728164"/>
              <a:gd name="csY8629" fmla="*/ 1114920 h 1114920"/>
              <a:gd name="csX8630" fmla="*/ 1491555 w 1728164"/>
              <a:gd name="csY8630" fmla="*/ 1114920 h 1114920"/>
              <a:gd name="csX8631" fmla="*/ 1491724 w 1728164"/>
              <a:gd name="csY8631" fmla="*/ 1114920 h 1114920"/>
              <a:gd name="csX8632" fmla="*/ 1491902 w 1728164"/>
              <a:gd name="csY8632" fmla="*/ 1114920 h 1114920"/>
              <a:gd name="csX8633" fmla="*/ 1492071 w 1728164"/>
              <a:gd name="csY8633" fmla="*/ 1114920 h 1114920"/>
              <a:gd name="csX8634" fmla="*/ 1492249 w 1728164"/>
              <a:gd name="csY8634" fmla="*/ 1114920 h 1114920"/>
              <a:gd name="csX8635" fmla="*/ 1492418 w 1728164"/>
              <a:gd name="csY8635" fmla="*/ 1114920 h 1114920"/>
              <a:gd name="csX8636" fmla="*/ 1492596 w 1728164"/>
              <a:gd name="csY8636" fmla="*/ 1114920 h 1114920"/>
              <a:gd name="csX8637" fmla="*/ 1492765 w 1728164"/>
              <a:gd name="csY8637" fmla="*/ 1114920 h 1114920"/>
              <a:gd name="csX8638" fmla="*/ 1492934 w 1728164"/>
              <a:gd name="csY8638" fmla="*/ 1114920 h 1114920"/>
              <a:gd name="csX8639" fmla="*/ 1493112 w 1728164"/>
              <a:gd name="csY8639" fmla="*/ 1114920 h 1114920"/>
              <a:gd name="csX8640" fmla="*/ 1493281 w 1728164"/>
              <a:gd name="csY8640" fmla="*/ 1114920 h 1114920"/>
              <a:gd name="csX8641" fmla="*/ 1493459 w 1728164"/>
              <a:gd name="csY8641" fmla="*/ 1114920 h 1114920"/>
              <a:gd name="csX8642" fmla="*/ 1493628 w 1728164"/>
              <a:gd name="csY8642" fmla="*/ 1114920 h 1114920"/>
              <a:gd name="csX8643" fmla="*/ 1493806 w 1728164"/>
              <a:gd name="csY8643" fmla="*/ 1114920 h 1114920"/>
              <a:gd name="csX8644" fmla="*/ 1493975 w 1728164"/>
              <a:gd name="csY8644" fmla="*/ 1114920 h 1114920"/>
              <a:gd name="csX8645" fmla="*/ 1494144 w 1728164"/>
              <a:gd name="csY8645" fmla="*/ 1114920 h 1114920"/>
              <a:gd name="csX8646" fmla="*/ 1494322 w 1728164"/>
              <a:gd name="csY8646" fmla="*/ 1114920 h 1114920"/>
              <a:gd name="csX8647" fmla="*/ 1494491 w 1728164"/>
              <a:gd name="csY8647" fmla="*/ 1114920 h 1114920"/>
              <a:gd name="csX8648" fmla="*/ 1494669 w 1728164"/>
              <a:gd name="csY8648" fmla="*/ 1114920 h 1114920"/>
              <a:gd name="csX8649" fmla="*/ 1494838 w 1728164"/>
              <a:gd name="csY8649" fmla="*/ 1114920 h 1114920"/>
              <a:gd name="csX8650" fmla="*/ 1495016 w 1728164"/>
              <a:gd name="csY8650" fmla="*/ 1114920 h 1114920"/>
              <a:gd name="csX8651" fmla="*/ 1495185 w 1728164"/>
              <a:gd name="csY8651" fmla="*/ 1114920 h 1114920"/>
              <a:gd name="csX8652" fmla="*/ 1495354 w 1728164"/>
              <a:gd name="csY8652" fmla="*/ 1114920 h 1114920"/>
              <a:gd name="csX8653" fmla="*/ 1495532 w 1728164"/>
              <a:gd name="csY8653" fmla="*/ 1114920 h 1114920"/>
              <a:gd name="csX8654" fmla="*/ 1495701 w 1728164"/>
              <a:gd name="csY8654" fmla="*/ 1114920 h 1114920"/>
              <a:gd name="csX8655" fmla="*/ 1495879 w 1728164"/>
              <a:gd name="csY8655" fmla="*/ 1114920 h 1114920"/>
              <a:gd name="csX8656" fmla="*/ 1496048 w 1728164"/>
              <a:gd name="csY8656" fmla="*/ 1114920 h 1114920"/>
              <a:gd name="csX8657" fmla="*/ 1496226 w 1728164"/>
              <a:gd name="csY8657" fmla="*/ 1114920 h 1114920"/>
              <a:gd name="csX8658" fmla="*/ 1496394 w 1728164"/>
              <a:gd name="csY8658" fmla="*/ 1114920 h 1114920"/>
              <a:gd name="csX8659" fmla="*/ 1496564 w 1728164"/>
              <a:gd name="csY8659" fmla="*/ 1114920 h 1114920"/>
              <a:gd name="csX8660" fmla="*/ 1496741 w 1728164"/>
              <a:gd name="csY8660" fmla="*/ 1114920 h 1114920"/>
              <a:gd name="csX8661" fmla="*/ 1496911 w 1728164"/>
              <a:gd name="csY8661" fmla="*/ 1114920 h 1114920"/>
              <a:gd name="csX8662" fmla="*/ 1497088 w 1728164"/>
              <a:gd name="csY8662" fmla="*/ 1114920 h 1114920"/>
              <a:gd name="csX8663" fmla="*/ 1497258 w 1728164"/>
              <a:gd name="csY8663" fmla="*/ 1114920 h 1114920"/>
              <a:gd name="csX8664" fmla="*/ 1497435 w 1728164"/>
              <a:gd name="csY8664" fmla="*/ 1114920 h 1114920"/>
              <a:gd name="csX8665" fmla="*/ 1497604 w 1728164"/>
              <a:gd name="csY8665" fmla="*/ 1114920 h 1114920"/>
              <a:gd name="csX8666" fmla="*/ 1497773 w 1728164"/>
              <a:gd name="csY8666" fmla="*/ 1114920 h 1114920"/>
              <a:gd name="csX8667" fmla="*/ 1497951 w 1728164"/>
              <a:gd name="csY8667" fmla="*/ 1114920 h 1114920"/>
              <a:gd name="csX8668" fmla="*/ 1498120 w 1728164"/>
              <a:gd name="csY8668" fmla="*/ 1114920 h 1114920"/>
              <a:gd name="csX8669" fmla="*/ 1498298 w 1728164"/>
              <a:gd name="csY8669" fmla="*/ 1114920 h 1114920"/>
              <a:gd name="csX8670" fmla="*/ 1498467 w 1728164"/>
              <a:gd name="csY8670" fmla="*/ 1114920 h 1114920"/>
              <a:gd name="csX8671" fmla="*/ 1498645 w 1728164"/>
              <a:gd name="csY8671" fmla="*/ 1114920 h 1114920"/>
              <a:gd name="csX8672" fmla="*/ 1498814 w 1728164"/>
              <a:gd name="csY8672" fmla="*/ 1114920 h 1114920"/>
              <a:gd name="csX8673" fmla="*/ 1498983 w 1728164"/>
              <a:gd name="csY8673" fmla="*/ 1114920 h 1114920"/>
              <a:gd name="csX8674" fmla="*/ 1499161 w 1728164"/>
              <a:gd name="csY8674" fmla="*/ 1114920 h 1114920"/>
              <a:gd name="csX8675" fmla="*/ 1499330 w 1728164"/>
              <a:gd name="csY8675" fmla="*/ 1114920 h 1114920"/>
              <a:gd name="csX8676" fmla="*/ 1499508 w 1728164"/>
              <a:gd name="csY8676" fmla="*/ 1114920 h 1114920"/>
              <a:gd name="csX8677" fmla="*/ 1499677 w 1728164"/>
              <a:gd name="csY8677" fmla="*/ 1114920 h 1114920"/>
              <a:gd name="csX8678" fmla="*/ 1499855 w 1728164"/>
              <a:gd name="csY8678" fmla="*/ 1114920 h 1114920"/>
              <a:gd name="csX8679" fmla="*/ 1500024 w 1728164"/>
              <a:gd name="csY8679" fmla="*/ 1114920 h 1114920"/>
              <a:gd name="csX8680" fmla="*/ 1500193 w 1728164"/>
              <a:gd name="csY8680" fmla="*/ 1114920 h 1114920"/>
              <a:gd name="csX8681" fmla="*/ 1500371 w 1728164"/>
              <a:gd name="csY8681" fmla="*/ 1114920 h 1114920"/>
              <a:gd name="csX8682" fmla="*/ 1500540 w 1728164"/>
              <a:gd name="csY8682" fmla="*/ 1114920 h 1114920"/>
              <a:gd name="csX8683" fmla="*/ 1500718 w 1728164"/>
              <a:gd name="csY8683" fmla="*/ 1114920 h 1114920"/>
              <a:gd name="csX8684" fmla="*/ 1500887 w 1728164"/>
              <a:gd name="csY8684" fmla="*/ 1114920 h 1114920"/>
              <a:gd name="csX8685" fmla="*/ 1501065 w 1728164"/>
              <a:gd name="csY8685" fmla="*/ 1114920 h 1114920"/>
              <a:gd name="csX8686" fmla="*/ 1501234 w 1728164"/>
              <a:gd name="csY8686" fmla="*/ 1114920 h 1114920"/>
              <a:gd name="csX8687" fmla="*/ 1501403 w 1728164"/>
              <a:gd name="csY8687" fmla="*/ 1114920 h 1114920"/>
              <a:gd name="csX8688" fmla="*/ 1501581 w 1728164"/>
              <a:gd name="csY8688" fmla="*/ 1114920 h 1114920"/>
              <a:gd name="csX8689" fmla="*/ 1501750 w 1728164"/>
              <a:gd name="csY8689" fmla="*/ 1114920 h 1114920"/>
              <a:gd name="csX8690" fmla="*/ 1501928 w 1728164"/>
              <a:gd name="csY8690" fmla="*/ 1114920 h 1114920"/>
              <a:gd name="csX8691" fmla="*/ 1502097 w 1728164"/>
              <a:gd name="csY8691" fmla="*/ 1114920 h 1114920"/>
              <a:gd name="csX8692" fmla="*/ 1502275 w 1728164"/>
              <a:gd name="csY8692" fmla="*/ 1114920 h 1114920"/>
              <a:gd name="csX8693" fmla="*/ 1502444 w 1728164"/>
              <a:gd name="csY8693" fmla="*/ 1114920 h 1114920"/>
              <a:gd name="csX8694" fmla="*/ 1502613 w 1728164"/>
              <a:gd name="csY8694" fmla="*/ 1114920 h 1114920"/>
              <a:gd name="csX8695" fmla="*/ 1502791 w 1728164"/>
              <a:gd name="csY8695" fmla="*/ 1114920 h 1114920"/>
              <a:gd name="csX8696" fmla="*/ 1502960 w 1728164"/>
              <a:gd name="csY8696" fmla="*/ 1114920 h 1114920"/>
              <a:gd name="csX8697" fmla="*/ 1503138 w 1728164"/>
              <a:gd name="csY8697" fmla="*/ 1114920 h 1114920"/>
              <a:gd name="csX8698" fmla="*/ 1503307 w 1728164"/>
              <a:gd name="csY8698" fmla="*/ 1114920 h 1114920"/>
              <a:gd name="csX8699" fmla="*/ 1503485 w 1728164"/>
              <a:gd name="csY8699" fmla="*/ 1114920 h 1114920"/>
              <a:gd name="csX8700" fmla="*/ 1503654 w 1728164"/>
              <a:gd name="csY8700" fmla="*/ 1114920 h 1114920"/>
              <a:gd name="csX8701" fmla="*/ 1503823 w 1728164"/>
              <a:gd name="csY8701" fmla="*/ 1114920 h 1114920"/>
              <a:gd name="csX8702" fmla="*/ 1504001 w 1728164"/>
              <a:gd name="csY8702" fmla="*/ 1114920 h 1114920"/>
              <a:gd name="csX8703" fmla="*/ 1504170 w 1728164"/>
              <a:gd name="csY8703" fmla="*/ 1114920 h 1114920"/>
              <a:gd name="csX8704" fmla="*/ 1504348 w 1728164"/>
              <a:gd name="csY8704" fmla="*/ 1114920 h 1114920"/>
              <a:gd name="csX8705" fmla="*/ 1504517 w 1728164"/>
              <a:gd name="csY8705" fmla="*/ 1114920 h 1114920"/>
              <a:gd name="csX8706" fmla="*/ 1504695 w 1728164"/>
              <a:gd name="csY8706" fmla="*/ 1114920 h 1114920"/>
              <a:gd name="csX8707" fmla="*/ 1504864 w 1728164"/>
              <a:gd name="csY8707" fmla="*/ 1114920 h 1114920"/>
              <a:gd name="csX8708" fmla="*/ 1505033 w 1728164"/>
              <a:gd name="csY8708" fmla="*/ 1114920 h 1114920"/>
              <a:gd name="csX8709" fmla="*/ 1505211 w 1728164"/>
              <a:gd name="csY8709" fmla="*/ 1114920 h 1114920"/>
              <a:gd name="csX8710" fmla="*/ 1505380 w 1728164"/>
              <a:gd name="csY8710" fmla="*/ 1114920 h 1114920"/>
              <a:gd name="csX8711" fmla="*/ 1505558 w 1728164"/>
              <a:gd name="csY8711" fmla="*/ 1114920 h 1114920"/>
              <a:gd name="csX8712" fmla="*/ 1505727 w 1728164"/>
              <a:gd name="csY8712" fmla="*/ 1114920 h 1114920"/>
              <a:gd name="csX8713" fmla="*/ 1505905 w 1728164"/>
              <a:gd name="csY8713" fmla="*/ 1114920 h 1114920"/>
              <a:gd name="csX8714" fmla="*/ 1506074 w 1728164"/>
              <a:gd name="csY8714" fmla="*/ 1114920 h 1114920"/>
              <a:gd name="csX8715" fmla="*/ 1506243 w 1728164"/>
              <a:gd name="csY8715" fmla="*/ 1114920 h 1114920"/>
              <a:gd name="csX8716" fmla="*/ 1506421 w 1728164"/>
              <a:gd name="csY8716" fmla="*/ 1114920 h 1114920"/>
              <a:gd name="csX8717" fmla="*/ 1506590 w 1728164"/>
              <a:gd name="csY8717" fmla="*/ 1114920 h 1114920"/>
              <a:gd name="csX8718" fmla="*/ 1506768 w 1728164"/>
              <a:gd name="csY8718" fmla="*/ 1114920 h 1114920"/>
              <a:gd name="csX8719" fmla="*/ 1506937 w 1728164"/>
              <a:gd name="csY8719" fmla="*/ 1114920 h 1114920"/>
              <a:gd name="csX8720" fmla="*/ 1507115 w 1728164"/>
              <a:gd name="csY8720" fmla="*/ 1114920 h 1114920"/>
              <a:gd name="csX8721" fmla="*/ 1507284 w 1728164"/>
              <a:gd name="csY8721" fmla="*/ 1114920 h 1114920"/>
              <a:gd name="csX8722" fmla="*/ 1507453 w 1728164"/>
              <a:gd name="csY8722" fmla="*/ 1114920 h 1114920"/>
              <a:gd name="csX8723" fmla="*/ 1507631 w 1728164"/>
              <a:gd name="csY8723" fmla="*/ 1114920 h 1114920"/>
              <a:gd name="csX8724" fmla="*/ 1507800 w 1728164"/>
              <a:gd name="csY8724" fmla="*/ 1114920 h 1114920"/>
              <a:gd name="csX8725" fmla="*/ 1507978 w 1728164"/>
              <a:gd name="csY8725" fmla="*/ 1114920 h 1114920"/>
              <a:gd name="csX8726" fmla="*/ 1508147 w 1728164"/>
              <a:gd name="csY8726" fmla="*/ 1114920 h 1114920"/>
              <a:gd name="csX8727" fmla="*/ 1508316 w 1728164"/>
              <a:gd name="csY8727" fmla="*/ 1114920 h 1114920"/>
              <a:gd name="csX8728" fmla="*/ 1508494 w 1728164"/>
              <a:gd name="csY8728" fmla="*/ 1114920 h 1114920"/>
              <a:gd name="csX8729" fmla="*/ 1508663 w 1728164"/>
              <a:gd name="csY8729" fmla="*/ 1114920 h 1114920"/>
              <a:gd name="csX8730" fmla="*/ 1508841 w 1728164"/>
              <a:gd name="csY8730" fmla="*/ 1114920 h 1114920"/>
              <a:gd name="csX8731" fmla="*/ 1509010 w 1728164"/>
              <a:gd name="csY8731" fmla="*/ 1114920 h 1114920"/>
              <a:gd name="csX8732" fmla="*/ 1509188 w 1728164"/>
              <a:gd name="csY8732" fmla="*/ 1114920 h 1114920"/>
              <a:gd name="csX8733" fmla="*/ 1509357 w 1728164"/>
              <a:gd name="csY8733" fmla="*/ 1114920 h 1114920"/>
              <a:gd name="csX8734" fmla="*/ 1509526 w 1728164"/>
              <a:gd name="csY8734" fmla="*/ 1114920 h 1114920"/>
              <a:gd name="csX8735" fmla="*/ 1509704 w 1728164"/>
              <a:gd name="csY8735" fmla="*/ 1114920 h 1114920"/>
              <a:gd name="csX8736" fmla="*/ 1509873 w 1728164"/>
              <a:gd name="csY8736" fmla="*/ 1114920 h 1114920"/>
              <a:gd name="csX8737" fmla="*/ 1510051 w 1728164"/>
              <a:gd name="csY8737" fmla="*/ 1114920 h 1114920"/>
              <a:gd name="csX8738" fmla="*/ 1510220 w 1728164"/>
              <a:gd name="csY8738" fmla="*/ 1114920 h 1114920"/>
              <a:gd name="csX8739" fmla="*/ 1510397 w 1728164"/>
              <a:gd name="csY8739" fmla="*/ 1114920 h 1114920"/>
              <a:gd name="csX8740" fmla="*/ 1510566 w 1728164"/>
              <a:gd name="csY8740" fmla="*/ 1114920 h 1114920"/>
              <a:gd name="csX8741" fmla="*/ 1510736 w 1728164"/>
              <a:gd name="csY8741" fmla="*/ 1114920 h 1114920"/>
              <a:gd name="csX8742" fmla="*/ 1510914 w 1728164"/>
              <a:gd name="csY8742" fmla="*/ 1114920 h 1114920"/>
              <a:gd name="csX8743" fmla="*/ 1511083 w 1728164"/>
              <a:gd name="csY8743" fmla="*/ 1114920 h 1114920"/>
              <a:gd name="csX8744" fmla="*/ 1511260 w 1728164"/>
              <a:gd name="csY8744" fmla="*/ 1114920 h 1114920"/>
              <a:gd name="csX8745" fmla="*/ 1511430 w 1728164"/>
              <a:gd name="csY8745" fmla="*/ 1114920 h 1114920"/>
              <a:gd name="csX8746" fmla="*/ 1511608 w 1728164"/>
              <a:gd name="csY8746" fmla="*/ 1114920 h 1114920"/>
              <a:gd name="csX8747" fmla="*/ 1511776 w 1728164"/>
              <a:gd name="csY8747" fmla="*/ 1114920 h 1114920"/>
              <a:gd name="csX8748" fmla="*/ 1511945 w 1728164"/>
              <a:gd name="csY8748" fmla="*/ 1114920 h 1114920"/>
              <a:gd name="csX8749" fmla="*/ 1512123 w 1728164"/>
              <a:gd name="csY8749" fmla="*/ 1114920 h 1114920"/>
              <a:gd name="csX8750" fmla="*/ 1512293 w 1728164"/>
              <a:gd name="csY8750" fmla="*/ 1114920 h 1114920"/>
              <a:gd name="csX8751" fmla="*/ 1512470 w 1728164"/>
              <a:gd name="csY8751" fmla="*/ 1114920 h 1114920"/>
              <a:gd name="csX8752" fmla="*/ 1512639 w 1728164"/>
              <a:gd name="csY8752" fmla="*/ 1114920 h 1114920"/>
              <a:gd name="csX8753" fmla="*/ 1512817 w 1728164"/>
              <a:gd name="csY8753" fmla="*/ 1114920 h 1114920"/>
              <a:gd name="csX8754" fmla="*/ 1512987 w 1728164"/>
              <a:gd name="csY8754" fmla="*/ 1114920 h 1114920"/>
              <a:gd name="csX8755" fmla="*/ 1513155 w 1728164"/>
              <a:gd name="csY8755" fmla="*/ 1114920 h 1114920"/>
              <a:gd name="csX8756" fmla="*/ 1513333 w 1728164"/>
              <a:gd name="csY8756" fmla="*/ 1114920 h 1114920"/>
              <a:gd name="csX8757" fmla="*/ 1513502 w 1728164"/>
              <a:gd name="csY8757" fmla="*/ 1114920 h 1114920"/>
              <a:gd name="csX8758" fmla="*/ 1513680 w 1728164"/>
              <a:gd name="csY8758" fmla="*/ 1114920 h 1114920"/>
              <a:gd name="csX8759" fmla="*/ 1513849 w 1728164"/>
              <a:gd name="csY8759" fmla="*/ 1114920 h 1114920"/>
              <a:gd name="csX8760" fmla="*/ 1514027 w 1728164"/>
              <a:gd name="csY8760" fmla="*/ 1114920 h 1114920"/>
              <a:gd name="csX8761" fmla="*/ 1514196 w 1728164"/>
              <a:gd name="csY8761" fmla="*/ 1114920 h 1114920"/>
              <a:gd name="csX8762" fmla="*/ 1514365 w 1728164"/>
              <a:gd name="csY8762" fmla="*/ 1114920 h 1114920"/>
              <a:gd name="csX8763" fmla="*/ 1514543 w 1728164"/>
              <a:gd name="csY8763" fmla="*/ 1114920 h 1114920"/>
              <a:gd name="csX8764" fmla="*/ 1514712 w 1728164"/>
              <a:gd name="csY8764" fmla="*/ 1114920 h 1114920"/>
              <a:gd name="csX8765" fmla="*/ 1514890 w 1728164"/>
              <a:gd name="csY8765" fmla="*/ 1114920 h 1114920"/>
              <a:gd name="csX8766" fmla="*/ 1515059 w 1728164"/>
              <a:gd name="csY8766" fmla="*/ 1114920 h 1114920"/>
              <a:gd name="csX8767" fmla="*/ 1515237 w 1728164"/>
              <a:gd name="csY8767" fmla="*/ 1114920 h 1114920"/>
              <a:gd name="csX8768" fmla="*/ 1515406 w 1728164"/>
              <a:gd name="csY8768" fmla="*/ 1114920 h 1114920"/>
              <a:gd name="csX8769" fmla="*/ 1515575 w 1728164"/>
              <a:gd name="csY8769" fmla="*/ 1114920 h 1114920"/>
              <a:gd name="csX8770" fmla="*/ 1515753 w 1728164"/>
              <a:gd name="csY8770" fmla="*/ 1114920 h 1114920"/>
              <a:gd name="csX8771" fmla="*/ 1515922 w 1728164"/>
              <a:gd name="csY8771" fmla="*/ 1114920 h 1114920"/>
              <a:gd name="csX8772" fmla="*/ 1516100 w 1728164"/>
              <a:gd name="csY8772" fmla="*/ 1114920 h 1114920"/>
              <a:gd name="csX8773" fmla="*/ 1516269 w 1728164"/>
              <a:gd name="csY8773" fmla="*/ 1114920 h 1114920"/>
              <a:gd name="csX8774" fmla="*/ 1516447 w 1728164"/>
              <a:gd name="csY8774" fmla="*/ 1114920 h 1114920"/>
              <a:gd name="csX8775" fmla="*/ 1516616 w 1728164"/>
              <a:gd name="csY8775" fmla="*/ 1114920 h 1114920"/>
              <a:gd name="csX8776" fmla="*/ 1516785 w 1728164"/>
              <a:gd name="csY8776" fmla="*/ 1114920 h 1114920"/>
              <a:gd name="csX8777" fmla="*/ 1516963 w 1728164"/>
              <a:gd name="csY8777" fmla="*/ 1114920 h 1114920"/>
              <a:gd name="csX8778" fmla="*/ 1517132 w 1728164"/>
              <a:gd name="csY8778" fmla="*/ 1114920 h 1114920"/>
              <a:gd name="csX8779" fmla="*/ 1517310 w 1728164"/>
              <a:gd name="csY8779" fmla="*/ 1114920 h 1114920"/>
              <a:gd name="csX8780" fmla="*/ 1517479 w 1728164"/>
              <a:gd name="csY8780" fmla="*/ 1114920 h 1114920"/>
              <a:gd name="csX8781" fmla="*/ 1517657 w 1728164"/>
              <a:gd name="csY8781" fmla="*/ 1114920 h 1114920"/>
              <a:gd name="csX8782" fmla="*/ 1517826 w 1728164"/>
              <a:gd name="csY8782" fmla="*/ 1114920 h 1114920"/>
              <a:gd name="csX8783" fmla="*/ 1517995 w 1728164"/>
              <a:gd name="csY8783" fmla="*/ 1114920 h 1114920"/>
              <a:gd name="csX8784" fmla="*/ 1518173 w 1728164"/>
              <a:gd name="csY8784" fmla="*/ 1114920 h 1114920"/>
              <a:gd name="csX8785" fmla="*/ 1518342 w 1728164"/>
              <a:gd name="csY8785" fmla="*/ 1114920 h 1114920"/>
              <a:gd name="csX8786" fmla="*/ 1518520 w 1728164"/>
              <a:gd name="csY8786" fmla="*/ 1114920 h 1114920"/>
              <a:gd name="csX8787" fmla="*/ 1518689 w 1728164"/>
              <a:gd name="csY8787" fmla="*/ 1114920 h 1114920"/>
              <a:gd name="csX8788" fmla="*/ 1518867 w 1728164"/>
              <a:gd name="csY8788" fmla="*/ 1114920 h 1114920"/>
              <a:gd name="csX8789" fmla="*/ 1519036 w 1728164"/>
              <a:gd name="csY8789" fmla="*/ 1114920 h 1114920"/>
              <a:gd name="csX8790" fmla="*/ 1519205 w 1728164"/>
              <a:gd name="csY8790" fmla="*/ 1114920 h 1114920"/>
              <a:gd name="csX8791" fmla="*/ 1519383 w 1728164"/>
              <a:gd name="csY8791" fmla="*/ 1114920 h 1114920"/>
              <a:gd name="csX8792" fmla="*/ 1519552 w 1728164"/>
              <a:gd name="csY8792" fmla="*/ 1114920 h 1114920"/>
              <a:gd name="csX8793" fmla="*/ 1519730 w 1728164"/>
              <a:gd name="csY8793" fmla="*/ 1114920 h 1114920"/>
              <a:gd name="csX8794" fmla="*/ 1519899 w 1728164"/>
              <a:gd name="csY8794" fmla="*/ 1114920 h 1114920"/>
              <a:gd name="csX8795" fmla="*/ 1520077 w 1728164"/>
              <a:gd name="csY8795" fmla="*/ 1114920 h 1114920"/>
              <a:gd name="csX8796" fmla="*/ 1520246 w 1728164"/>
              <a:gd name="csY8796" fmla="*/ 1114920 h 1114920"/>
              <a:gd name="csX8797" fmla="*/ 1520415 w 1728164"/>
              <a:gd name="csY8797" fmla="*/ 1114920 h 1114920"/>
              <a:gd name="csX8798" fmla="*/ 1520593 w 1728164"/>
              <a:gd name="csY8798" fmla="*/ 1114920 h 1114920"/>
              <a:gd name="csX8799" fmla="*/ 1520762 w 1728164"/>
              <a:gd name="csY8799" fmla="*/ 1114920 h 1114920"/>
              <a:gd name="csX8800" fmla="*/ 1520940 w 1728164"/>
              <a:gd name="csY8800" fmla="*/ 1114920 h 1114920"/>
              <a:gd name="csX8801" fmla="*/ 1521109 w 1728164"/>
              <a:gd name="csY8801" fmla="*/ 1114920 h 1114920"/>
              <a:gd name="csX8802" fmla="*/ 1521287 w 1728164"/>
              <a:gd name="csY8802" fmla="*/ 1114920 h 1114920"/>
              <a:gd name="csX8803" fmla="*/ 1521456 w 1728164"/>
              <a:gd name="csY8803" fmla="*/ 1114920 h 1114920"/>
              <a:gd name="csX8804" fmla="*/ 1521625 w 1728164"/>
              <a:gd name="csY8804" fmla="*/ 1114920 h 1114920"/>
              <a:gd name="csX8805" fmla="*/ 1521803 w 1728164"/>
              <a:gd name="csY8805" fmla="*/ 1114920 h 1114920"/>
              <a:gd name="csX8806" fmla="*/ 1521972 w 1728164"/>
              <a:gd name="csY8806" fmla="*/ 1114920 h 1114920"/>
              <a:gd name="csX8807" fmla="*/ 1522150 w 1728164"/>
              <a:gd name="csY8807" fmla="*/ 1114920 h 1114920"/>
              <a:gd name="csX8808" fmla="*/ 1522319 w 1728164"/>
              <a:gd name="csY8808" fmla="*/ 1114920 h 1114920"/>
              <a:gd name="csX8809" fmla="*/ 1522497 w 1728164"/>
              <a:gd name="csY8809" fmla="*/ 1114920 h 1114920"/>
              <a:gd name="csX8810" fmla="*/ 1522666 w 1728164"/>
              <a:gd name="csY8810" fmla="*/ 1114920 h 1114920"/>
              <a:gd name="csX8811" fmla="*/ 1522835 w 1728164"/>
              <a:gd name="csY8811" fmla="*/ 1114920 h 1114920"/>
              <a:gd name="csX8812" fmla="*/ 1523013 w 1728164"/>
              <a:gd name="csY8812" fmla="*/ 1114920 h 1114920"/>
              <a:gd name="csX8813" fmla="*/ 1523182 w 1728164"/>
              <a:gd name="csY8813" fmla="*/ 1114920 h 1114920"/>
              <a:gd name="csX8814" fmla="*/ 1523360 w 1728164"/>
              <a:gd name="csY8814" fmla="*/ 1114920 h 1114920"/>
              <a:gd name="csX8815" fmla="*/ 1523529 w 1728164"/>
              <a:gd name="csY8815" fmla="*/ 1114920 h 1114920"/>
              <a:gd name="csX8816" fmla="*/ 1523707 w 1728164"/>
              <a:gd name="csY8816" fmla="*/ 1114920 h 1114920"/>
              <a:gd name="csX8817" fmla="*/ 1523876 w 1728164"/>
              <a:gd name="csY8817" fmla="*/ 1114920 h 1114920"/>
              <a:gd name="csX8818" fmla="*/ 1524045 w 1728164"/>
              <a:gd name="csY8818" fmla="*/ 1114920 h 1114920"/>
              <a:gd name="csX8819" fmla="*/ 1524223 w 1728164"/>
              <a:gd name="csY8819" fmla="*/ 1114920 h 1114920"/>
              <a:gd name="csX8820" fmla="*/ 1524392 w 1728164"/>
              <a:gd name="csY8820" fmla="*/ 1114920 h 1114920"/>
              <a:gd name="csX8821" fmla="*/ 1524569 w 1728164"/>
              <a:gd name="csY8821" fmla="*/ 1114920 h 1114920"/>
              <a:gd name="csX8822" fmla="*/ 1524739 w 1728164"/>
              <a:gd name="csY8822" fmla="*/ 1114920 h 1114920"/>
              <a:gd name="csX8823" fmla="*/ 1524917 w 1728164"/>
              <a:gd name="csY8823" fmla="*/ 1114920 h 1114920"/>
              <a:gd name="csX8824" fmla="*/ 1525086 w 1728164"/>
              <a:gd name="csY8824" fmla="*/ 1114920 h 1114920"/>
              <a:gd name="csX8825" fmla="*/ 1525255 w 1728164"/>
              <a:gd name="csY8825" fmla="*/ 1114920 h 1114920"/>
              <a:gd name="csX8826" fmla="*/ 1525433 w 1728164"/>
              <a:gd name="csY8826" fmla="*/ 1114920 h 1114920"/>
              <a:gd name="csX8827" fmla="*/ 1525602 w 1728164"/>
              <a:gd name="csY8827" fmla="*/ 1114920 h 1114920"/>
              <a:gd name="csX8828" fmla="*/ 1525779 w 1728164"/>
              <a:gd name="csY8828" fmla="*/ 1114920 h 1114920"/>
              <a:gd name="csX8829" fmla="*/ 1525948 w 1728164"/>
              <a:gd name="csY8829" fmla="*/ 1114920 h 1114920"/>
              <a:gd name="csX8830" fmla="*/ 1526126 w 1728164"/>
              <a:gd name="csY8830" fmla="*/ 1114920 h 1114920"/>
              <a:gd name="csX8831" fmla="*/ 1526296 w 1728164"/>
              <a:gd name="csY8831" fmla="*/ 1114920 h 1114920"/>
              <a:gd name="csX8832" fmla="*/ 1526465 w 1728164"/>
              <a:gd name="csY8832" fmla="*/ 1114920 h 1114920"/>
              <a:gd name="csX8833" fmla="*/ 1526642 w 1728164"/>
              <a:gd name="csY8833" fmla="*/ 1114920 h 1114920"/>
              <a:gd name="csX8834" fmla="*/ 1526811 w 1728164"/>
              <a:gd name="csY8834" fmla="*/ 1114920 h 1114920"/>
              <a:gd name="csX8835" fmla="*/ 1526990 w 1728164"/>
              <a:gd name="csY8835" fmla="*/ 1114920 h 1114920"/>
              <a:gd name="csX8836" fmla="*/ 1527158 w 1728164"/>
              <a:gd name="csY8836" fmla="*/ 1114920 h 1114920"/>
              <a:gd name="csX8837" fmla="*/ 1527327 w 1728164"/>
              <a:gd name="csY8837" fmla="*/ 1114920 h 1114920"/>
              <a:gd name="csX8838" fmla="*/ 1527505 w 1728164"/>
              <a:gd name="csY8838" fmla="*/ 1114920 h 1114920"/>
              <a:gd name="csX8839" fmla="*/ 1527675 w 1728164"/>
              <a:gd name="csY8839" fmla="*/ 1114920 h 1114920"/>
              <a:gd name="csX8840" fmla="*/ 1527852 w 1728164"/>
              <a:gd name="csY8840" fmla="*/ 1114920 h 1114920"/>
              <a:gd name="csX8841" fmla="*/ 1528021 w 1728164"/>
              <a:gd name="csY8841" fmla="*/ 1114920 h 1114920"/>
              <a:gd name="csX8842" fmla="*/ 1528199 w 1728164"/>
              <a:gd name="csY8842" fmla="*/ 1114920 h 1114920"/>
              <a:gd name="csX8843" fmla="*/ 1528368 w 1728164"/>
              <a:gd name="csY8843" fmla="*/ 1114920 h 1114920"/>
              <a:gd name="csX8844" fmla="*/ 1528537 w 1728164"/>
              <a:gd name="csY8844" fmla="*/ 1114920 h 1114920"/>
              <a:gd name="csX8845" fmla="*/ 1528715 w 1728164"/>
              <a:gd name="csY8845" fmla="*/ 1114920 h 1114920"/>
              <a:gd name="csX8846" fmla="*/ 1528884 w 1728164"/>
              <a:gd name="csY8846" fmla="*/ 1114920 h 1114920"/>
              <a:gd name="csX8847" fmla="*/ 1529062 w 1728164"/>
              <a:gd name="csY8847" fmla="*/ 1114920 h 1114920"/>
              <a:gd name="csX8848" fmla="*/ 1529231 w 1728164"/>
              <a:gd name="csY8848" fmla="*/ 1114920 h 1114920"/>
              <a:gd name="csX8849" fmla="*/ 1529409 w 1728164"/>
              <a:gd name="csY8849" fmla="*/ 1114920 h 1114920"/>
              <a:gd name="csX8850" fmla="*/ 1529578 w 1728164"/>
              <a:gd name="csY8850" fmla="*/ 1114920 h 1114920"/>
              <a:gd name="csX8851" fmla="*/ 1529747 w 1728164"/>
              <a:gd name="csY8851" fmla="*/ 1114920 h 1114920"/>
              <a:gd name="csX8852" fmla="*/ 1529925 w 1728164"/>
              <a:gd name="csY8852" fmla="*/ 1114920 h 1114920"/>
              <a:gd name="csX8853" fmla="*/ 1530094 w 1728164"/>
              <a:gd name="csY8853" fmla="*/ 1114920 h 1114920"/>
              <a:gd name="csX8854" fmla="*/ 1530272 w 1728164"/>
              <a:gd name="csY8854" fmla="*/ 1114920 h 1114920"/>
              <a:gd name="csX8855" fmla="*/ 1530441 w 1728164"/>
              <a:gd name="csY8855" fmla="*/ 1114920 h 1114920"/>
              <a:gd name="csX8856" fmla="*/ 1530619 w 1728164"/>
              <a:gd name="csY8856" fmla="*/ 1114920 h 1114920"/>
              <a:gd name="csX8857" fmla="*/ 1530788 w 1728164"/>
              <a:gd name="csY8857" fmla="*/ 1114920 h 1114920"/>
              <a:gd name="csX8858" fmla="*/ 1530957 w 1728164"/>
              <a:gd name="csY8858" fmla="*/ 1114920 h 1114920"/>
              <a:gd name="csX8859" fmla="*/ 1531135 w 1728164"/>
              <a:gd name="csY8859" fmla="*/ 1114920 h 1114920"/>
              <a:gd name="csX8860" fmla="*/ 1531304 w 1728164"/>
              <a:gd name="csY8860" fmla="*/ 1114920 h 1114920"/>
              <a:gd name="csX8861" fmla="*/ 1531482 w 1728164"/>
              <a:gd name="csY8861" fmla="*/ 1114920 h 1114920"/>
              <a:gd name="csX8862" fmla="*/ 1531651 w 1728164"/>
              <a:gd name="csY8862" fmla="*/ 1114920 h 1114920"/>
              <a:gd name="csX8863" fmla="*/ 1531829 w 1728164"/>
              <a:gd name="csY8863" fmla="*/ 1114920 h 1114920"/>
              <a:gd name="csX8864" fmla="*/ 1531998 w 1728164"/>
              <a:gd name="csY8864" fmla="*/ 1114920 h 1114920"/>
              <a:gd name="csX8865" fmla="*/ 1532167 w 1728164"/>
              <a:gd name="csY8865" fmla="*/ 1114920 h 1114920"/>
              <a:gd name="csX8866" fmla="*/ 1532345 w 1728164"/>
              <a:gd name="csY8866" fmla="*/ 1114920 h 1114920"/>
              <a:gd name="csX8867" fmla="*/ 1532514 w 1728164"/>
              <a:gd name="csY8867" fmla="*/ 1114920 h 1114920"/>
              <a:gd name="csX8868" fmla="*/ 1532692 w 1728164"/>
              <a:gd name="csY8868" fmla="*/ 1114920 h 1114920"/>
              <a:gd name="csX8869" fmla="*/ 1532861 w 1728164"/>
              <a:gd name="csY8869" fmla="*/ 1114920 h 1114920"/>
              <a:gd name="csX8870" fmla="*/ 1533039 w 1728164"/>
              <a:gd name="csY8870" fmla="*/ 1114920 h 1114920"/>
              <a:gd name="csX8871" fmla="*/ 1533208 w 1728164"/>
              <a:gd name="csY8871" fmla="*/ 1114920 h 1114920"/>
              <a:gd name="csX8872" fmla="*/ 1533377 w 1728164"/>
              <a:gd name="csY8872" fmla="*/ 1114920 h 1114920"/>
              <a:gd name="csX8873" fmla="*/ 1533555 w 1728164"/>
              <a:gd name="csY8873" fmla="*/ 1114920 h 1114920"/>
              <a:gd name="csX8874" fmla="*/ 1533724 w 1728164"/>
              <a:gd name="csY8874" fmla="*/ 1114920 h 1114920"/>
              <a:gd name="csX8875" fmla="*/ 1533902 w 1728164"/>
              <a:gd name="csY8875" fmla="*/ 1114920 h 1114920"/>
              <a:gd name="csX8876" fmla="*/ 1534071 w 1728164"/>
              <a:gd name="csY8876" fmla="*/ 1114920 h 1114920"/>
              <a:gd name="csX8877" fmla="*/ 1534249 w 1728164"/>
              <a:gd name="csY8877" fmla="*/ 1114920 h 1114920"/>
              <a:gd name="csX8878" fmla="*/ 1534418 w 1728164"/>
              <a:gd name="csY8878" fmla="*/ 1114920 h 1114920"/>
              <a:gd name="csX8879" fmla="*/ 1534587 w 1728164"/>
              <a:gd name="csY8879" fmla="*/ 1114920 h 1114920"/>
              <a:gd name="csX8880" fmla="*/ 1534765 w 1728164"/>
              <a:gd name="csY8880" fmla="*/ 1114920 h 1114920"/>
              <a:gd name="csX8881" fmla="*/ 1534934 w 1728164"/>
              <a:gd name="csY8881" fmla="*/ 1114920 h 1114920"/>
              <a:gd name="csX8882" fmla="*/ 1535112 w 1728164"/>
              <a:gd name="csY8882" fmla="*/ 1114920 h 1114920"/>
              <a:gd name="csX8883" fmla="*/ 1535281 w 1728164"/>
              <a:gd name="csY8883" fmla="*/ 1114920 h 1114920"/>
              <a:gd name="csX8884" fmla="*/ 1535459 w 1728164"/>
              <a:gd name="csY8884" fmla="*/ 1114920 h 1114920"/>
              <a:gd name="csX8885" fmla="*/ 1535628 w 1728164"/>
              <a:gd name="csY8885" fmla="*/ 1114920 h 1114920"/>
              <a:gd name="csX8886" fmla="*/ 1535797 w 1728164"/>
              <a:gd name="csY8886" fmla="*/ 1114920 h 1114920"/>
              <a:gd name="csX8887" fmla="*/ 1535975 w 1728164"/>
              <a:gd name="csY8887" fmla="*/ 1114920 h 1114920"/>
              <a:gd name="csX8888" fmla="*/ 1536144 w 1728164"/>
              <a:gd name="csY8888" fmla="*/ 1114920 h 1114920"/>
              <a:gd name="csX8889" fmla="*/ 1536322 w 1728164"/>
              <a:gd name="csY8889" fmla="*/ 1114920 h 1114920"/>
              <a:gd name="csX8890" fmla="*/ 1536491 w 1728164"/>
              <a:gd name="csY8890" fmla="*/ 1114920 h 1114920"/>
              <a:gd name="csX8891" fmla="*/ 1536669 w 1728164"/>
              <a:gd name="csY8891" fmla="*/ 1114920 h 1114920"/>
              <a:gd name="csX8892" fmla="*/ 1536838 w 1728164"/>
              <a:gd name="csY8892" fmla="*/ 1114920 h 1114920"/>
              <a:gd name="csX8893" fmla="*/ 1537007 w 1728164"/>
              <a:gd name="csY8893" fmla="*/ 1114920 h 1114920"/>
              <a:gd name="csX8894" fmla="*/ 1537185 w 1728164"/>
              <a:gd name="csY8894" fmla="*/ 1114920 h 1114920"/>
              <a:gd name="csX8895" fmla="*/ 1537354 w 1728164"/>
              <a:gd name="csY8895" fmla="*/ 1114920 h 1114920"/>
              <a:gd name="csX8896" fmla="*/ 1537532 w 1728164"/>
              <a:gd name="csY8896" fmla="*/ 1114920 h 1114920"/>
              <a:gd name="csX8897" fmla="*/ 1537701 w 1728164"/>
              <a:gd name="csY8897" fmla="*/ 1114920 h 1114920"/>
              <a:gd name="csX8898" fmla="*/ 1537879 w 1728164"/>
              <a:gd name="csY8898" fmla="*/ 1114920 h 1114920"/>
              <a:gd name="csX8899" fmla="*/ 1538048 w 1728164"/>
              <a:gd name="csY8899" fmla="*/ 1114920 h 1114920"/>
              <a:gd name="csX8900" fmla="*/ 1538217 w 1728164"/>
              <a:gd name="csY8900" fmla="*/ 1114920 h 1114920"/>
              <a:gd name="csX8901" fmla="*/ 1538395 w 1728164"/>
              <a:gd name="csY8901" fmla="*/ 1114920 h 1114920"/>
              <a:gd name="csX8902" fmla="*/ 1538564 w 1728164"/>
              <a:gd name="csY8902" fmla="*/ 1114920 h 1114920"/>
              <a:gd name="csX8903" fmla="*/ 1538742 w 1728164"/>
              <a:gd name="csY8903" fmla="*/ 1114920 h 1114920"/>
              <a:gd name="csX8904" fmla="*/ 1538911 w 1728164"/>
              <a:gd name="csY8904" fmla="*/ 1114920 h 1114920"/>
              <a:gd name="csX8905" fmla="*/ 1539089 w 1728164"/>
              <a:gd name="csY8905" fmla="*/ 1114920 h 1114920"/>
              <a:gd name="csX8906" fmla="*/ 1539258 w 1728164"/>
              <a:gd name="csY8906" fmla="*/ 1114920 h 1114920"/>
              <a:gd name="csX8907" fmla="*/ 1539427 w 1728164"/>
              <a:gd name="csY8907" fmla="*/ 1114920 h 1114920"/>
              <a:gd name="csX8908" fmla="*/ 1539605 w 1728164"/>
              <a:gd name="csY8908" fmla="*/ 1114920 h 1114920"/>
              <a:gd name="csX8909" fmla="*/ 1539774 w 1728164"/>
              <a:gd name="csY8909" fmla="*/ 1114920 h 1114920"/>
              <a:gd name="csX8910" fmla="*/ 1539951 w 1728164"/>
              <a:gd name="csY8910" fmla="*/ 1114920 h 1114920"/>
              <a:gd name="csX8911" fmla="*/ 1540121 w 1728164"/>
              <a:gd name="csY8911" fmla="*/ 1114920 h 1114920"/>
              <a:gd name="csX8912" fmla="*/ 1540299 w 1728164"/>
              <a:gd name="csY8912" fmla="*/ 1114920 h 1114920"/>
              <a:gd name="csX8913" fmla="*/ 1540468 w 1728164"/>
              <a:gd name="csY8913" fmla="*/ 1114920 h 1114920"/>
              <a:gd name="csX8914" fmla="*/ 1540637 w 1728164"/>
              <a:gd name="csY8914" fmla="*/ 1114920 h 1114920"/>
              <a:gd name="csX8915" fmla="*/ 1540814 w 1728164"/>
              <a:gd name="csY8915" fmla="*/ 1114920 h 1114920"/>
              <a:gd name="csX8916" fmla="*/ 1540984 w 1728164"/>
              <a:gd name="csY8916" fmla="*/ 1114920 h 1114920"/>
              <a:gd name="csX8917" fmla="*/ 1541161 w 1728164"/>
              <a:gd name="csY8917" fmla="*/ 1114920 h 1114920"/>
              <a:gd name="csX8918" fmla="*/ 1541330 w 1728164"/>
              <a:gd name="csY8918" fmla="*/ 1114920 h 1114920"/>
              <a:gd name="csX8919" fmla="*/ 1541508 w 1728164"/>
              <a:gd name="csY8919" fmla="*/ 1114920 h 1114920"/>
              <a:gd name="csX8920" fmla="*/ 1541678 w 1728164"/>
              <a:gd name="csY8920" fmla="*/ 1114920 h 1114920"/>
              <a:gd name="csX8921" fmla="*/ 1541847 w 1728164"/>
              <a:gd name="csY8921" fmla="*/ 1114920 h 1114920"/>
              <a:gd name="csX8922" fmla="*/ 1542024 w 1728164"/>
              <a:gd name="csY8922" fmla="*/ 1114920 h 1114920"/>
              <a:gd name="csX8923" fmla="*/ 1542193 w 1728164"/>
              <a:gd name="csY8923" fmla="*/ 1114920 h 1114920"/>
              <a:gd name="csX8924" fmla="*/ 1542371 w 1728164"/>
              <a:gd name="csY8924" fmla="*/ 1114920 h 1114920"/>
              <a:gd name="csX8925" fmla="*/ 1542540 w 1728164"/>
              <a:gd name="csY8925" fmla="*/ 1114920 h 1114920"/>
              <a:gd name="csX8926" fmla="*/ 1542718 w 1728164"/>
              <a:gd name="csY8926" fmla="*/ 1114920 h 1114920"/>
              <a:gd name="csX8927" fmla="*/ 1542887 w 1728164"/>
              <a:gd name="csY8927" fmla="*/ 1114920 h 1114920"/>
              <a:gd name="csX8928" fmla="*/ 1543056 w 1728164"/>
              <a:gd name="csY8928" fmla="*/ 1114920 h 1114920"/>
              <a:gd name="csX8929" fmla="*/ 1543234 w 1728164"/>
              <a:gd name="csY8929" fmla="*/ 1114920 h 1114920"/>
              <a:gd name="csX8930" fmla="*/ 1543403 w 1728164"/>
              <a:gd name="csY8930" fmla="*/ 1114920 h 1114920"/>
              <a:gd name="csX8931" fmla="*/ 1543581 w 1728164"/>
              <a:gd name="csY8931" fmla="*/ 1114920 h 1114920"/>
              <a:gd name="csX8932" fmla="*/ 1543750 w 1728164"/>
              <a:gd name="csY8932" fmla="*/ 1114920 h 1114920"/>
              <a:gd name="csX8933" fmla="*/ 1543928 w 1728164"/>
              <a:gd name="csY8933" fmla="*/ 1114920 h 1114920"/>
              <a:gd name="csX8934" fmla="*/ 1544097 w 1728164"/>
              <a:gd name="csY8934" fmla="*/ 1114920 h 1114920"/>
              <a:gd name="csX8935" fmla="*/ 1544266 w 1728164"/>
              <a:gd name="csY8935" fmla="*/ 1114920 h 1114920"/>
              <a:gd name="csX8936" fmla="*/ 1544444 w 1728164"/>
              <a:gd name="csY8936" fmla="*/ 1114920 h 1114920"/>
              <a:gd name="csX8937" fmla="*/ 1544613 w 1728164"/>
              <a:gd name="csY8937" fmla="*/ 1114920 h 1114920"/>
              <a:gd name="csX8938" fmla="*/ 1544791 w 1728164"/>
              <a:gd name="csY8938" fmla="*/ 1114920 h 1114920"/>
              <a:gd name="csX8939" fmla="*/ 1544960 w 1728164"/>
              <a:gd name="csY8939" fmla="*/ 1114920 h 1114920"/>
              <a:gd name="csX8940" fmla="*/ 1545138 w 1728164"/>
              <a:gd name="csY8940" fmla="*/ 1114920 h 1114920"/>
              <a:gd name="csX8941" fmla="*/ 1545307 w 1728164"/>
              <a:gd name="csY8941" fmla="*/ 1114920 h 1114920"/>
              <a:gd name="csX8942" fmla="*/ 1545476 w 1728164"/>
              <a:gd name="csY8942" fmla="*/ 1114920 h 1114920"/>
              <a:gd name="csX8943" fmla="*/ 1545654 w 1728164"/>
              <a:gd name="csY8943" fmla="*/ 1114920 h 1114920"/>
              <a:gd name="csX8944" fmla="*/ 1545823 w 1728164"/>
              <a:gd name="csY8944" fmla="*/ 1114920 h 1114920"/>
              <a:gd name="csX8945" fmla="*/ 1546001 w 1728164"/>
              <a:gd name="csY8945" fmla="*/ 1114920 h 1114920"/>
              <a:gd name="csX8946" fmla="*/ 1546170 w 1728164"/>
              <a:gd name="csY8946" fmla="*/ 1114920 h 1114920"/>
              <a:gd name="csX8947" fmla="*/ 1546339 w 1728164"/>
              <a:gd name="csY8947" fmla="*/ 1114920 h 1114920"/>
              <a:gd name="csX8948" fmla="*/ 1546517 w 1728164"/>
              <a:gd name="csY8948" fmla="*/ 1114920 h 1114920"/>
              <a:gd name="csX8949" fmla="*/ 1546686 w 1728164"/>
              <a:gd name="csY8949" fmla="*/ 1114920 h 1114920"/>
              <a:gd name="csX8950" fmla="*/ 1546864 w 1728164"/>
              <a:gd name="csY8950" fmla="*/ 1114920 h 1114920"/>
              <a:gd name="csX8951" fmla="*/ 1547033 w 1728164"/>
              <a:gd name="csY8951" fmla="*/ 1114920 h 1114920"/>
              <a:gd name="csX8952" fmla="*/ 1547211 w 1728164"/>
              <a:gd name="csY8952" fmla="*/ 1114920 h 1114920"/>
              <a:gd name="csX8953" fmla="*/ 1547380 w 1728164"/>
              <a:gd name="csY8953" fmla="*/ 1114920 h 1114920"/>
              <a:gd name="csX8954" fmla="*/ 1547549 w 1728164"/>
              <a:gd name="csY8954" fmla="*/ 1114920 h 1114920"/>
              <a:gd name="csX8955" fmla="*/ 1547727 w 1728164"/>
              <a:gd name="csY8955" fmla="*/ 1114920 h 1114920"/>
              <a:gd name="csX8956" fmla="*/ 1547896 w 1728164"/>
              <a:gd name="csY8956" fmla="*/ 1114920 h 1114920"/>
              <a:gd name="csX8957" fmla="*/ 1548074 w 1728164"/>
              <a:gd name="csY8957" fmla="*/ 1114920 h 1114920"/>
              <a:gd name="csX8958" fmla="*/ 1548243 w 1728164"/>
              <a:gd name="csY8958" fmla="*/ 1114920 h 1114920"/>
              <a:gd name="csX8959" fmla="*/ 1548421 w 1728164"/>
              <a:gd name="csY8959" fmla="*/ 1114920 h 1114920"/>
              <a:gd name="csX8960" fmla="*/ 1548590 w 1728164"/>
              <a:gd name="csY8960" fmla="*/ 1114920 h 1114920"/>
              <a:gd name="csX8961" fmla="*/ 1548759 w 1728164"/>
              <a:gd name="csY8961" fmla="*/ 1114920 h 1114920"/>
              <a:gd name="csX8962" fmla="*/ 1548937 w 1728164"/>
              <a:gd name="csY8962" fmla="*/ 1114920 h 1114920"/>
              <a:gd name="csX8963" fmla="*/ 1549106 w 1728164"/>
              <a:gd name="csY8963" fmla="*/ 1114920 h 1114920"/>
              <a:gd name="csX8964" fmla="*/ 1549284 w 1728164"/>
              <a:gd name="csY8964" fmla="*/ 1114920 h 1114920"/>
              <a:gd name="csX8965" fmla="*/ 1549453 w 1728164"/>
              <a:gd name="csY8965" fmla="*/ 1114920 h 1114920"/>
              <a:gd name="csX8966" fmla="*/ 1549631 w 1728164"/>
              <a:gd name="csY8966" fmla="*/ 1114920 h 1114920"/>
              <a:gd name="csX8967" fmla="*/ 1549800 w 1728164"/>
              <a:gd name="csY8967" fmla="*/ 1114920 h 1114920"/>
              <a:gd name="csX8968" fmla="*/ 1549969 w 1728164"/>
              <a:gd name="csY8968" fmla="*/ 1114920 h 1114920"/>
              <a:gd name="csX8969" fmla="*/ 1550147 w 1728164"/>
              <a:gd name="csY8969" fmla="*/ 1114920 h 1114920"/>
              <a:gd name="csX8970" fmla="*/ 1550316 w 1728164"/>
              <a:gd name="csY8970" fmla="*/ 1114920 h 1114920"/>
              <a:gd name="csX8971" fmla="*/ 1550494 w 1728164"/>
              <a:gd name="csY8971" fmla="*/ 1114920 h 1114920"/>
              <a:gd name="csX8972" fmla="*/ 1550663 w 1728164"/>
              <a:gd name="csY8972" fmla="*/ 1114920 h 1114920"/>
              <a:gd name="csX8973" fmla="*/ 1550841 w 1728164"/>
              <a:gd name="csY8973" fmla="*/ 1114920 h 1114920"/>
              <a:gd name="csX8974" fmla="*/ 1551010 w 1728164"/>
              <a:gd name="csY8974" fmla="*/ 1114920 h 1114920"/>
              <a:gd name="csX8975" fmla="*/ 1551179 w 1728164"/>
              <a:gd name="csY8975" fmla="*/ 1114920 h 1114920"/>
              <a:gd name="csX8976" fmla="*/ 1551357 w 1728164"/>
              <a:gd name="csY8976" fmla="*/ 1114920 h 1114920"/>
              <a:gd name="csX8977" fmla="*/ 1551526 w 1728164"/>
              <a:gd name="csY8977" fmla="*/ 1114920 h 1114920"/>
              <a:gd name="csX8978" fmla="*/ 1551704 w 1728164"/>
              <a:gd name="csY8978" fmla="*/ 1114920 h 1114920"/>
              <a:gd name="csX8979" fmla="*/ 1551873 w 1728164"/>
              <a:gd name="csY8979" fmla="*/ 1114920 h 1114920"/>
              <a:gd name="csX8980" fmla="*/ 1552051 w 1728164"/>
              <a:gd name="csY8980" fmla="*/ 1114920 h 1114920"/>
              <a:gd name="csX8981" fmla="*/ 1552220 w 1728164"/>
              <a:gd name="csY8981" fmla="*/ 1114920 h 1114920"/>
              <a:gd name="csX8982" fmla="*/ 1552389 w 1728164"/>
              <a:gd name="csY8982" fmla="*/ 1114920 h 1114920"/>
              <a:gd name="csX8983" fmla="*/ 1552567 w 1728164"/>
              <a:gd name="csY8983" fmla="*/ 1114920 h 1114920"/>
              <a:gd name="csX8984" fmla="*/ 1552736 w 1728164"/>
              <a:gd name="csY8984" fmla="*/ 1114920 h 1114920"/>
              <a:gd name="csX8985" fmla="*/ 1552914 w 1728164"/>
              <a:gd name="csY8985" fmla="*/ 1114920 h 1114920"/>
              <a:gd name="csX8986" fmla="*/ 1553083 w 1728164"/>
              <a:gd name="csY8986" fmla="*/ 1114920 h 1114920"/>
              <a:gd name="csX8987" fmla="*/ 1553261 w 1728164"/>
              <a:gd name="csY8987" fmla="*/ 1114920 h 1114920"/>
              <a:gd name="csX8988" fmla="*/ 1553430 w 1728164"/>
              <a:gd name="csY8988" fmla="*/ 1114920 h 1114920"/>
              <a:gd name="csX8989" fmla="*/ 1553599 w 1728164"/>
              <a:gd name="csY8989" fmla="*/ 1114920 h 1114920"/>
              <a:gd name="csX8990" fmla="*/ 1553777 w 1728164"/>
              <a:gd name="csY8990" fmla="*/ 1114920 h 1114920"/>
              <a:gd name="csX8991" fmla="*/ 1553946 w 1728164"/>
              <a:gd name="csY8991" fmla="*/ 1114920 h 1114920"/>
              <a:gd name="csX8992" fmla="*/ 1554124 w 1728164"/>
              <a:gd name="csY8992" fmla="*/ 1114920 h 1114920"/>
              <a:gd name="csX8993" fmla="*/ 1554293 w 1728164"/>
              <a:gd name="csY8993" fmla="*/ 1114920 h 1114920"/>
              <a:gd name="csX8994" fmla="*/ 1554471 w 1728164"/>
              <a:gd name="csY8994" fmla="*/ 1114920 h 1114920"/>
              <a:gd name="csX8995" fmla="*/ 1554640 w 1728164"/>
              <a:gd name="csY8995" fmla="*/ 1114920 h 1114920"/>
              <a:gd name="csX8996" fmla="*/ 1554809 w 1728164"/>
              <a:gd name="csY8996" fmla="*/ 1114920 h 1114920"/>
              <a:gd name="csX8997" fmla="*/ 1554987 w 1728164"/>
              <a:gd name="csY8997" fmla="*/ 1114920 h 1114920"/>
              <a:gd name="csX8998" fmla="*/ 1555156 w 1728164"/>
              <a:gd name="csY8998" fmla="*/ 1114920 h 1114920"/>
              <a:gd name="csX8999" fmla="*/ 1555333 w 1728164"/>
              <a:gd name="csY8999" fmla="*/ 1114920 h 1114920"/>
              <a:gd name="csX9000" fmla="*/ 1555502 w 1728164"/>
              <a:gd name="csY9000" fmla="*/ 1114920 h 1114920"/>
              <a:gd name="csX9001" fmla="*/ 1555681 w 1728164"/>
              <a:gd name="csY9001" fmla="*/ 1114920 h 1114920"/>
              <a:gd name="csX9002" fmla="*/ 1555850 w 1728164"/>
              <a:gd name="csY9002" fmla="*/ 1114920 h 1114920"/>
              <a:gd name="csX9003" fmla="*/ 1556019 w 1728164"/>
              <a:gd name="csY9003" fmla="*/ 1114920 h 1114920"/>
              <a:gd name="csX9004" fmla="*/ 1556196 w 1728164"/>
              <a:gd name="csY9004" fmla="*/ 1114920 h 1114920"/>
              <a:gd name="csX9005" fmla="*/ 1556366 w 1728164"/>
              <a:gd name="csY9005" fmla="*/ 1114920 h 1114920"/>
              <a:gd name="csX9006" fmla="*/ 1556543 w 1728164"/>
              <a:gd name="csY9006" fmla="*/ 1114920 h 1114920"/>
              <a:gd name="csX9007" fmla="*/ 1556712 w 1728164"/>
              <a:gd name="csY9007" fmla="*/ 1114920 h 1114920"/>
              <a:gd name="csX9008" fmla="*/ 1556890 w 1728164"/>
              <a:gd name="csY9008" fmla="*/ 1114920 h 1114920"/>
              <a:gd name="csX9009" fmla="*/ 1557059 w 1728164"/>
              <a:gd name="csY9009" fmla="*/ 1114920 h 1114920"/>
              <a:gd name="csX9010" fmla="*/ 1557229 w 1728164"/>
              <a:gd name="csY9010" fmla="*/ 1114920 h 1114920"/>
              <a:gd name="csX9011" fmla="*/ 1557406 w 1728164"/>
              <a:gd name="csY9011" fmla="*/ 1114920 h 1114920"/>
              <a:gd name="csX9012" fmla="*/ 1557575 w 1728164"/>
              <a:gd name="csY9012" fmla="*/ 1114920 h 1114920"/>
              <a:gd name="csX9013" fmla="*/ 1557753 w 1728164"/>
              <a:gd name="csY9013" fmla="*/ 1114920 h 1114920"/>
              <a:gd name="csX9014" fmla="*/ 1557922 w 1728164"/>
              <a:gd name="csY9014" fmla="*/ 1114920 h 1114920"/>
              <a:gd name="csX9015" fmla="*/ 1558100 w 1728164"/>
              <a:gd name="csY9015" fmla="*/ 1114920 h 1114920"/>
              <a:gd name="csX9016" fmla="*/ 1558269 w 1728164"/>
              <a:gd name="csY9016" fmla="*/ 1114920 h 1114920"/>
              <a:gd name="csX9017" fmla="*/ 1558438 w 1728164"/>
              <a:gd name="csY9017" fmla="*/ 1114920 h 1114920"/>
              <a:gd name="csX9018" fmla="*/ 1558616 w 1728164"/>
              <a:gd name="csY9018" fmla="*/ 1114920 h 1114920"/>
              <a:gd name="csX9019" fmla="*/ 1558785 w 1728164"/>
              <a:gd name="csY9019" fmla="*/ 1114920 h 1114920"/>
              <a:gd name="csX9020" fmla="*/ 1558963 w 1728164"/>
              <a:gd name="csY9020" fmla="*/ 1114920 h 1114920"/>
              <a:gd name="csX9021" fmla="*/ 1559132 w 1728164"/>
              <a:gd name="csY9021" fmla="*/ 1114920 h 1114920"/>
              <a:gd name="csX9022" fmla="*/ 1559310 w 1728164"/>
              <a:gd name="csY9022" fmla="*/ 1114920 h 1114920"/>
              <a:gd name="csX9023" fmla="*/ 1559479 w 1728164"/>
              <a:gd name="csY9023" fmla="*/ 1114920 h 1114920"/>
              <a:gd name="csX9024" fmla="*/ 1559648 w 1728164"/>
              <a:gd name="csY9024" fmla="*/ 1114920 h 1114920"/>
              <a:gd name="csX9025" fmla="*/ 1559826 w 1728164"/>
              <a:gd name="csY9025" fmla="*/ 1114920 h 1114920"/>
              <a:gd name="csX9026" fmla="*/ 1559995 w 1728164"/>
              <a:gd name="csY9026" fmla="*/ 1114920 h 1114920"/>
              <a:gd name="csX9027" fmla="*/ 1560173 w 1728164"/>
              <a:gd name="csY9027" fmla="*/ 1114920 h 1114920"/>
              <a:gd name="csX9028" fmla="*/ 1560342 w 1728164"/>
              <a:gd name="csY9028" fmla="*/ 1114920 h 1114920"/>
              <a:gd name="csX9029" fmla="*/ 1560520 w 1728164"/>
              <a:gd name="csY9029" fmla="*/ 1114920 h 1114920"/>
              <a:gd name="csX9030" fmla="*/ 1560689 w 1728164"/>
              <a:gd name="csY9030" fmla="*/ 1114920 h 1114920"/>
              <a:gd name="csX9031" fmla="*/ 1560858 w 1728164"/>
              <a:gd name="csY9031" fmla="*/ 1114920 h 1114920"/>
              <a:gd name="csX9032" fmla="*/ 1561036 w 1728164"/>
              <a:gd name="csY9032" fmla="*/ 1114920 h 1114920"/>
              <a:gd name="csX9033" fmla="*/ 1561205 w 1728164"/>
              <a:gd name="csY9033" fmla="*/ 1114920 h 1114920"/>
              <a:gd name="csX9034" fmla="*/ 1561383 w 1728164"/>
              <a:gd name="csY9034" fmla="*/ 1114920 h 1114920"/>
              <a:gd name="csX9035" fmla="*/ 1561552 w 1728164"/>
              <a:gd name="csY9035" fmla="*/ 1114920 h 1114920"/>
              <a:gd name="csX9036" fmla="*/ 1561730 w 1728164"/>
              <a:gd name="csY9036" fmla="*/ 1114920 h 1114920"/>
              <a:gd name="csX9037" fmla="*/ 1561899 w 1728164"/>
              <a:gd name="csY9037" fmla="*/ 1114920 h 1114920"/>
              <a:gd name="csX9038" fmla="*/ 1562068 w 1728164"/>
              <a:gd name="csY9038" fmla="*/ 1114920 h 1114920"/>
              <a:gd name="csX9039" fmla="*/ 1562246 w 1728164"/>
              <a:gd name="csY9039" fmla="*/ 1114920 h 1114920"/>
              <a:gd name="csX9040" fmla="*/ 1562415 w 1728164"/>
              <a:gd name="csY9040" fmla="*/ 1114920 h 1114920"/>
              <a:gd name="csX9041" fmla="*/ 1562593 w 1728164"/>
              <a:gd name="csY9041" fmla="*/ 1114920 h 1114920"/>
              <a:gd name="csX9042" fmla="*/ 1562762 w 1728164"/>
              <a:gd name="csY9042" fmla="*/ 1114920 h 1114920"/>
              <a:gd name="csX9043" fmla="*/ 1562940 w 1728164"/>
              <a:gd name="csY9043" fmla="*/ 1114920 h 1114920"/>
              <a:gd name="csX9044" fmla="*/ 1563109 w 1728164"/>
              <a:gd name="csY9044" fmla="*/ 1114920 h 1114920"/>
              <a:gd name="csX9045" fmla="*/ 1563278 w 1728164"/>
              <a:gd name="csY9045" fmla="*/ 1114920 h 1114920"/>
              <a:gd name="csX9046" fmla="*/ 1563456 w 1728164"/>
              <a:gd name="csY9046" fmla="*/ 1114920 h 1114920"/>
              <a:gd name="csX9047" fmla="*/ 1563625 w 1728164"/>
              <a:gd name="csY9047" fmla="*/ 1114920 h 1114920"/>
              <a:gd name="csX9048" fmla="*/ 1563803 w 1728164"/>
              <a:gd name="csY9048" fmla="*/ 1114920 h 1114920"/>
              <a:gd name="csX9049" fmla="*/ 1563972 w 1728164"/>
              <a:gd name="csY9049" fmla="*/ 1114920 h 1114920"/>
              <a:gd name="csX9050" fmla="*/ 1564150 w 1728164"/>
              <a:gd name="csY9050" fmla="*/ 1114920 h 1114920"/>
              <a:gd name="csX9051" fmla="*/ 1564319 w 1728164"/>
              <a:gd name="csY9051" fmla="*/ 1114920 h 1114920"/>
              <a:gd name="csX9052" fmla="*/ 1564488 w 1728164"/>
              <a:gd name="csY9052" fmla="*/ 1114920 h 1114920"/>
              <a:gd name="csX9053" fmla="*/ 1564666 w 1728164"/>
              <a:gd name="csY9053" fmla="*/ 1114920 h 1114920"/>
              <a:gd name="csX9054" fmla="*/ 1564835 w 1728164"/>
              <a:gd name="csY9054" fmla="*/ 1114920 h 1114920"/>
              <a:gd name="csX9055" fmla="*/ 1565013 w 1728164"/>
              <a:gd name="csY9055" fmla="*/ 1114920 h 1114920"/>
              <a:gd name="csX9056" fmla="*/ 1565182 w 1728164"/>
              <a:gd name="csY9056" fmla="*/ 1114920 h 1114920"/>
              <a:gd name="csX9057" fmla="*/ 1565351 w 1728164"/>
              <a:gd name="csY9057" fmla="*/ 1114920 h 1114920"/>
              <a:gd name="csX9058" fmla="*/ 1565529 w 1728164"/>
              <a:gd name="csY9058" fmla="*/ 1114920 h 1114920"/>
              <a:gd name="csX9059" fmla="*/ 1565698 w 1728164"/>
              <a:gd name="csY9059" fmla="*/ 1114920 h 1114920"/>
              <a:gd name="csX9060" fmla="*/ 1565876 w 1728164"/>
              <a:gd name="csY9060" fmla="*/ 1114920 h 1114920"/>
              <a:gd name="csX9061" fmla="*/ 1566045 w 1728164"/>
              <a:gd name="csY9061" fmla="*/ 1114920 h 1114920"/>
              <a:gd name="csX9062" fmla="*/ 1566223 w 1728164"/>
              <a:gd name="csY9062" fmla="*/ 1114920 h 1114920"/>
              <a:gd name="csX9063" fmla="*/ 1566392 w 1728164"/>
              <a:gd name="csY9063" fmla="*/ 1114920 h 1114920"/>
              <a:gd name="csX9064" fmla="*/ 1566561 w 1728164"/>
              <a:gd name="csY9064" fmla="*/ 1114920 h 1114920"/>
              <a:gd name="csX9065" fmla="*/ 1566739 w 1728164"/>
              <a:gd name="csY9065" fmla="*/ 1114920 h 1114920"/>
              <a:gd name="csX9066" fmla="*/ 1566908 w 1728164"/>
              <a:gd name="csY9066" fmla="*/ 1114920 h 1114920"/>
              <a:gd name="csX9067" fmla="*/ 1567086 w 1728164"/>
              <a:gd name="csY9067" fmla="*/ 1114920 h 1114920"/>
              <a:gd name="csX9068" fmla="*/ 1567255 w 1728164"/>
              <a:gd name="csY9068" fmla="*/ 1114920 h 1114920"/>
              <a:gd name="csX9069" fmla="*/ 1567433 w 1728164"/>
              <a:gd name="csY9069" fmla="*/ 1114920 h 1114920"/>
              <a:gd name="csX9070" fmla="*/ 1567602 w 1728164"/>
              <a:gd name="csY9070" fmla="*/ 1114920 h 1114920"/>
              <a:gd name="csX9071" fmla="*/ 1567771 w 1728164"/>
              <a:gd name="csY9071" fmla="*/ 1114920 h 1114920"/>
              <a:gd name="csX9072" fmla="*/ 1567949 w 1728164"/>
              <a:gd name="csY9072" fmla="*/ 1114920 h 1114920"/>
              <a:gd name="csX9073" fmla="*/ 1568118 w 1728164"/>
              <a:gd name="csY9073" fmla="*/ 1114920 h 1114920"/>
              <a:gd name="csX9074" fmla="*/ 1568296 w 1728164"/>
              <a:gd name="csY9074" fmla="*/ 1114920 h 1114920"/>
              <a:gd name="csX9075" fmla="*/ 1568465 w 1728164"/>
              <a:gd name="csY9075" fmla="*/ 1114920 h 1114920"/>
              <a:gd name="csX9076" fmla="*/ 1568643 w 1728164"/>
              <a:gd name="csY9076" fmla="*/ 1114920 h 1114920"/>
              <a:gd name="csX9077" fmla="*/ 1568812 w 1728164"/>
              <a:gd name="csY9077" fmla="*/ 1114920 h 1114920"/>
              <a:gd name="csX9078" fmla="*/ 1568981 w 1728164"/>
              <a:gd name="csY9078" fmla="*/ 1114920 h 1114920"/>
              <a:gd name="csX9079" fmla="*/ 1569159 w 1728164"/>
              <a:gd name="csY9079" fmla="*/ 1114920 h 1114920"/>
              <a:gd name="csX9080" fmla="*/ 1569328 w 1728164"/>
              <a:gd name="csY9080" fmla="*/ 1114920 h 1114920"/>
              <a:gd name="csX9081" fmla="*/ 1569505 w 1728164"/>
              <a:gd name="csY9081" fmla="*/ 1114920 h 1114920"/>
              <a:gd name="csX9082" fmla="*/ 1569675 w 1728164"/>
              <a:gd name="csY9082" fmla="*/ 1114920 h 1114920"/>
              <a:gd name="csX9083" fmla="*/ 1569853 w 1728164"/>
              <a:gd name="csY9083" fmla="*/ 1114920 h 1114920"/>
              <a:gd name="csX9084" fmla="*/ 1570022 w 1728164"/>
              <a:gd name="csY9084" fmla="*/ 1114920 h 1114920"/>
              <a:gd name="csX9085" fmla="*/ 1570191 w 1728164"/>
              <a:gd name="csY9085" fmla="*/ 1114920 h 1114920"/>
              <a:gd name="csX9086" fmla="*/ 1570369 w 1728164"/>
              <a:gd name="csY9086" fmla="*/ 1114920 h 1114920"/>
              <a:gd name="csX9087" fmla="*/ 1570538 w 1728164"/>
              <a:gd name="csY9087" fmla="*/ 1114920 h 1114920"/>
              <a:gd name="csX9088" fmla="*/ 1570715 w 1728164"/>
              <a:gd name="csY9088" fmla="*/ 1114920 h 1114920"/>
              <a:gd name="csX9089" fmla="*/ 1570884 w 1728164"/>
              <a:gd name="csY9089" fmla="*/ 1114920 h 1114920"/>
              <a:gd name="csX9090" fmla="*/ 1571062 w 1728164"/>
              <a:gd name="csY9090" fmla="*/ 1114920 h 1114920"/>
              <a:gd name="csX9091" fmla="*/ 1571232 w 1728164"/>
              <a:gd name="csY9091" fmla="*/ 1114920 h 1114920"/>
              <a:gd name="csX9092" fmla="*/ 1571401 w 1728164"/>
              <a:gd name="csY9092" fmla="*/ 1114920 h 1114920"/>
              <a:gd name="csX9093" fmla="*/ 1571578 w 1728164"/>
              <a:gd name="csY9093" fmla="*/ 1114920 h 1114920"/>
              <a:gd name="csX9094" fmla="*/ 1571747 w 1728164"/>
              <a:gd name="csY9094" fmla="*/ 1114920 h 1114920"/>
              <a:gd name="csX9095" fmla="*/ 1571925 w 1728164"/>
              <a:gd name="csY9095" fmla="*/ 1114920 h 1114920"/>
              <a:gd name="csX9096" fmla="*/ 1572094 w 1728164"/>
              <a:gd name="csY9096" fmla="*/ 1114920 h 1114920"/>
              <a:gd name="csX9097" fmla="*/ 1572272 w 1728164"/>
              <a:gd name="csY9097" fmla="*/ 1114920 h 1114920"/>
              <a:gd name="csX9098" fmla="*/ 1572441 w 1728164"/>
              <a:gd name="csY9098" fmla="*/ 1114920 h 1114920"/>
              <a:gd name="csX9099" fmla="*/ 1572610 w 1728164"/>
              <a:gd name="csY9099" fmla="*/ 1114920 h 1114920"/>
              <a:gd name="csX9100" fmla="*/ 1572788 w 1728164"/>
              <a:gd name="csY9100" fmla="*/ 1114920 h 1114920"/>
              <a:gd name="csX9101" fmla="*/ 1572957 w 1728164"/>
              <a:gd name="csY9101" fmla="*/ 1114920 h 1114920"/>
              <a:gd name="csX9102" fmla="*/ 1573135 w 1728164"/>
              <a:gd name="csY9102" fmla="*/ 1114920 h 1114920"/>
              <a:gd name="csX9103" fmla="*/ 1573304 w 1728164"/>
              <a:gd name="csY9103" fmla="*/ 1114920 h 1114920"/>
              <a:gd name="csX9104" fmla="*/ 1573482 w 1728164"/>
              <a:gd name="csY9104" fmla="*/ 1114920 h 1114920"/>
              <a:gd name="csX9105" fmla="*/ 1573651 w 1728164"/>
              <a:gd name="csY9105" fmla="*/ 1114920 h 1114920"/>
              <a:gd name="csX9106" fmla="*/ 1573820 w 1728164"/>
              <a:gd name="csY9106" fmla="*/ 1114920 h 1114920"/>
              <a:gd name="csX9107" fmla="*/ 1573998 w 1728164"/>
              <a:gd name="csY9107" fmla="*/ 1114920 h 1114920"/>
              <a:gd name="csX9108" fmla="*/ 1574167 w 1728164"/>
              <a:gd name="csY9108" fmla="*/ 1114920 h 1114920"/>
              <a:gd name="csX9109" fmla="*/ 1574345 w 1728164"/>
              <a:gd name="csY9109" fmla="*/ 1114920 h 1114920"/>
              <a:gd name="csX9110" fmla="*/ 1574514 w 1728164"/>
              <a:gd name="csY9110" fmla="*/ 1114920 h 1114920"/>
              <a:gd name="csX9111" fmla="*/ 1574692 w 1728164"/>
              <a:gd name="csY9111" fmla="*/ 1114920 h 1114920"/>
              <a:gd name="csX9112" fmla="*/ 1574861 w 1728164"/>
              <a:gd name="csY9112" fmla="*/ 1114920 h 1114920"/>
              <a:gd name="csX9113" fmla="*/ 1575030 w 1728164"/>
              <a:gd name="csY9113" fmla="*/ 1114920 h 1114920"/>
              <a:gd name="csX9114" fmla="*/ 1575208 w 1728164"/>
              <a:gd name="csY9114" fmla="*/ 1114920 h 1114920"/>
              <a:gd name="csX9115" fmla="*/ 1575377 w 1728164"/>
              <a:gd name="csY9115" fmla="*/ 1114920 h 1114920"/>
              <a:gd name="csX9116" fmla="*/ 1575555 w 1728164"/>
              <a:gd name="csY9116" fmla="*/ 1114920 h 1114920"/>
              <a:gd name="csX9117" fmla="*/ 1575724 w 1728164"/>
              <a:gd name="csY9117" fmla="*/ 1114920 h 1114920"/>
              <a:gd name="csX9118" fmla="*/ 1575902 w 1728164"/>
              <a:gd name="csY9118" fmla="*/ 1114920 h 1114920"/>
              <a:gd name="csX9119" fmla="*/ 1576071 w 1728164"/>
              <a:gd name="csY9119" fmla="*/ 1114920 h 1114920"/>
              <a:gd name="csX9120" fmla="*/ 1576240 w 1728164"/>
              <a:gd name="csY9120" fmla="*/ 1114920 h 1114920"/>
              <a:gd name="csX9121" fmla="*/ 1576418 w 1728164"/>
              <a:gd name="csY9121" fmla="*/ 1114920 h 1114920"/>
              <a:gd name="csX9122" fmla="*/ 1576587 w 1728164"/>
              <a:gd name="csY9122" fmla="*/ 1114920 h 1114920"/>
              <a:gd name="csX9123" fmla="*/ 1576765 w 1728164"/>
              <a:gd name="csY9123" fmla="*/ 1114920 h 1114920"/>
              <a:gd name="csX9124" fmla="*/ 1576934 w 1728164"/>
              <a:gd name="csY9124" fmla="*/ 1114920 h 1114920"/>
              <a:gd name="csX9125" fmla="*/ 1577112 w 1728164"/>
              <a:gd name="csY9125" fmla="*/ 1114920 h 1114920"/>
              <a:gd name="csX9126" fmla="*/ 1577281 w 1728164"/>
              <a:gd name="csY9126" fmla="*/ 1114920 h 1114920"/>
              <a:gd name="csX9127" fmla="*/ 1577450 w 1728164"/>
              <a:gd name="csY9127" fmla="*/ 1114920 h 1114920"/>
              <a:gd name="csX9128" fmla="*/ 1577628 w 1728164"/>
              <a:gd name="csY9128" fmla="*/ 1114920 h 1114920"/>
              <a:gd name="csX9129" fmla="*/ 1577797 w 1728164"/>
              <a:gd name="csY9129" fmla="*/ 1114920 h 1114920"/>
              <a:gd name="csX9130" fmla="*/ 1577975 w 1728164"/>
              <a:gd name="csY9130" fmla="*/ 1114920 h 1114920"/>
              <a:gd name="csX9131" fmla="*/ 1578144 w 1728164"/>
              <a:gd name="csY9131" fmla="*/ 1114920 h 1114920"/>
              <a:gd name="csX9132" fmla="*/ 1578322 w 1728164"/>
              <a:gd name="csY9132" fmla="*/ 1114920 h 1114920"/>
              <a:gd name="csX9133" fmla="*/ 1578491 w 1728164"/>
              <a:gd name="csY9133" fmla="*/ 1114920 h 1114920"/>
              <a:gd name="csX9134" fmla="*/ 1578660 w 1728164"/>
              <a:gd name="csY9134" fmla="*/ 1114920 h 1114920"/>
              <a:gd name="csX9135" fmla="*/ 1578838 w 1728164"/>
              <a:gd name="csY9135" fmla="*/ 1114920 h 1114920"/>
              <a:gd name="csX9136" fmla="*/ 1579007 w 1728164"/>
              <a:gd name="csY9136" fmla="*/ 1114920 h 1114920"/>
              <a:gd name="csX9137" fmla="*/ 1579185 w 1728164"/>
              <a:gd name="csY9137" fmla="*/ 1114920 h 1114920"/>
              <a:gd name="csX9138" fmla="*/ 1579354 w 1728164"/>
              <a:gd name="csY9138" fmla="*/ 1114920 h 1114920"/>
              <a:gd name="csX9139" fmla="*/ 1579532 w 1728164"/>
              <a:gd name="csY9139" fmla="*/ 1114920 h 1114920"/>
              <a:gd name="csX9140" fmla="*/ 1579701 w 1728164"/>
              <a:gd name="csY9140" fmla="*/ 1114920 h 1114920"/>
              <a:gd name="csX9141" fmla="*/ 1579870 w 1728164"/>
              <a:gd name="csY9141" fmla="*/ 1114920 h 1114920"/>
              <a:gd name="csX9142" fmla="*/ 1580048 w 1728164"/>
              <a:gd name="csY9142" fmla="*/ 1114920 h 1114920"/>
              <a:gd name="csX9143" fmla="*/ 1580217 w 1728164"/>
              <a:gd name="csY9143" fmla="*/ 1114920 h 1114920"/>
              <a:gd name="csX9144" fmla="*/ 1580395 w 1728164"/>
              <a:gd name="csY9144" fmla="*/ 1114920 h 1114920"/>
              <a:gd name="csX9145" fmla="*/ 1580564 w 1728164"/>
              <a:gd name="csY9145" fmla="*/ 1114920 h 1114920"/>
              <a:gd name="csX9146" fmla="*/ 1580742 w 1728164"/>
              <a:gd name="csY9146" fmla="*/ 1114920 h 1114920"/>
              <a:gd name="csX9147" fmla="*/ 1580911 w 1728164"/>
              <a:gd name="csY9147" fmla="*/ 1114920 h 1114920"/>
              <a:gd name="csX9148" fmla="*/ 1581080 w 1728164"/>
              <a:gd name="csY9148" fmla="*/ 1114920 h 1114920"/>
              <a:gd name="csX9149" fmla="*/ 1581258 w 1728164"/>
              <a:gd name="csY9149" fmla="*/ 1114920 h 1114920"/>
              <a:gd name="csX9150" fmla="*/ 1581427 w 1728164"/>
              <a:gd name="csY9150" fmla="*/ 1114920 h 1114920"/>
              <a:gd name="csX9151" fmla="*/ 1581605 w 1728164"/>
              <a:gd name="csY9151" fmla="*/ 1114920 h 1114920"/>
              <a:gd name="csX9152" fmla="*/ 1581774 w 1728164"/>
              <a:gd name="csY9152" fmla="*/ 1114920 h 1114920"/>
              <a:gd name="csX9153" fmla="*/ 1581952 w 1728164"/>
              <a:gd name="csY9153" fmla="*/ 1114920 h 1114920"/>
              <a:gd name="csX9154" fmla="*/ 1582121 w 1728164"/>
              <a:gd name="csY9154" fmla="*/ 1114920 h 1114920"/>
              <a:gd name="csX9155" fmla="*/ 1582290 w 1728164"/>
              <a:gd name="csY9155" fmla="*/ 1114920 h 1114920"/>
              <a:gd name="csX9156" fmla="*/ 1582468 w 1728164"/>
              <a:gd name="csY9156" fmla="*/ 1114920 h 1114920"/>
              <a:gd name="csX9157" fmla="*/ 1582637 w 1728164"/>
              <a:gd name="csY9157" fmla="*/ 1114920 h 1114920"/>
              <a:gd name="csX9158" fmla="*/ 1582815 w 1728164"/>
              <a:gd name="csY9158" fmla="*/ 1114920 h 1114920"/>
              <a:gd name="csX9159" fmla="*/ 1582984 w 1728164"/>
              <a:gd name="csY9159" fmla="*/ 1114920 h 1114920"/>
              <a:gd name="csX9160" fmla="*/ 1583162 w 1728164"/>
              <a:gd name="csY9160" fmla="*/ 1114920 h 1114920"/>
              <a:gd name="csX9161" fmla="*/ 1583331 w 1728164"/>
              <a:gd name="csY9161" fmla="*/ 1114920 h 1114920"/>
              <a:gd name="csX9162" fmla="*/ 1583500 w 1728164"/>
              <a:gd name="csY9162" fmla="*/ 1114920 h 1114920"/>
              <a:gd name="csX9163" fmla="*/ 1583678 w 1728164"/>
              <a:gd name="csY9163" fmla="*/ 1114920 h 1114920"/>
              <a:gd name="csX9164" fmla="*/ 1583847 w 1728164"/>
              <a:gd name="csY9164" fmla="*/ 1114920 h 1114920"/>
              <a:gd name="csX9165" fmla="*/ 1584025 w 1728164"/>
              <a:gd name="csY9165" fmla="*/ 1114920 h 1114920"/>
              <a:gd name="csX9166" fmla="*/ 1584194 w 1728164"/>
              <a:gd name="csY9166" fmla="*/ 1114920 h 1114920"/>
              <a:gd name="csX9167" fmla="*/ 1584363 w 1728164"/>
              <a:gd name="csY9167" fmla="*/ 1114920 h 1114920"/>
              <a:gd name="csX9168" fmla="*/ 1584541 w 1728164"/>
              <a:gd name="csY9168" fmla="*/ 1114920 h 1114920"/>
              <a:gd name="csX9169" fmla="*/ 1584710 w 1728164"/>
              <a:gd name="csY9169" fmla="*/ 1114920 h 1114920"/>
              <a:gd name="csX9170" fmla="*/ 1584887 w 1728164"/>
              <a:gd name="csY9170" fmla="*/ 1114920 h 1114920"/>
              <a:gd name="csX9171" fmla="*/ 1585057 w 1728164"/>
              <a:gd name="csY9171" fmla="*/ 1114920 h 1114920"/>
              <a:gd name="csX9172" fmla="*/ 1585235 w 1728164"/>
              <a:gd name="csY9172" fmla="*/ 1114920 h 1114920"/>
              <a:gd name="csX9173" fmla="*/ 1585404 w 1728164"/>
              <a:gd name="csY9173" fmla="*/ 1114920 h 1114920"/>
              <a:gd name="csX9174" fmla="*/ 1585572 w 1728164"/>
              <a:gd name="csY9174" fmla="*/ 1114920 h 1114920"/>
              <a:gd name="csX9175" fmla="*/ 1585750 w 1728164"/>
              <a:gd name="csY9175" fmla="*/ 1114920 h 1114920"/>
              <a:gd name="csX9176" fmla="*/ 1585920 w 1728164"/>
              <a:gd name="csY9176" fmla="*/ 1114920 h 1114920"/>
              <a:gd name="csX9177" fmla="*/ 1586097 w 1728164"/>
              <a:gd name="csY9177" fmla="*/ 1114920 h 1114920"/>
              <a:gd name="csX9178" fmla="*/ 1586266 w 1728164"/>
              <a:gd name="csY9178" fmla="*/ 1114920 h 1114920"/>
              <a:gd name="csX9179" fmla="*/ 1586444 w 1728164"/>
              <a:gd name="csY9179" fmla="*/ 1114920 h 1114920"/>
              <a:gd name="csX9180" fmla="*/ 1586614 w 1728164"/>
              <a:gd name="csY9180" fmla="*/ 1114920 h 1114920"/>
              <a:gd name="csX9181" fmla="*/ 1586783 w 1728164"/>
              <a:gd name="csY9181" fmla="*/ 1114920 h 1114920"/>
              <a:gd name="csX9182" fmla="*/ 1586960 w 1728164"/>
              <a:gd name="csY9182" fmla="*/ 1114920 h 1114920"/>
              <a:gd name="csX9183" fmla="*/ 1587129 w 1728164"/>
              <a:gd name="csY9183" fmla="*/ 1114920 h 1114920"/>
              <a:gd name="csX9184" fmla="*/ 1587307 w 1728164"/>
              <a:gd name="csY9184" fmla="*/ 1114920 h 1114920"/>
              <a:gd name="csX9185" fmla="*/ 1587476 w 1728164"/>
              <a:gd name="csY9185" fmla="*/ 1114920 h 1114920"/>
              <a:gd name="csX9186" fmla="*/ 1587654 w 1728164"/>
              <a:gd name="csY9186" fmla="*/ 1114920 h 1114920"/>
              <a:gd name="csX9187" fmla="*/ 1587823 w 1728164"/>
              <a:gd name="csY9187" fmla="*/ 1114920 h 1114920"/>
              <a:gd name="csX9188" fmla="*/ 1587992 w 1728164"/>
              <a:gd name="csY9188" fmla="*/ 1114920 h 1114920"/>
              <a:gd name="csX9189" fmla="*/ 1588170 w 1728164"/>
              <a:gd name="csY9189" fmla="*/ 1114920 h 1114920"/>
              <a:gd name="csX9190" fmla="*/ 1588339 w 1728164"/>
              <a:gd name="csY9190" fmla="*/ 1114920 h 1114920"/>
              <a:gd name="csX9191" fmla="*/ 1588517 w 1728164"/>
              <a:gd name="csY9191" fmla="*/ 1114920 h 1114920"/>
              <a:gd name="csX9192" fmla="*/ 1588686 w 1728164"/>
              <a:gd name="csY9192" fmla="*/ 1114920 h 1114920"/>
              <a:gd name="csX9193" fmla="*/ 1588864 w 1728164"/>
              <a:gd name="csY9193" fmla="*/ 1114920 h 1114920"/>
              <a:gd name="csX9194" fmla="*/ 1589033 w 1728164"/>
              <a:gd name="csY9194" fmla="*/ 1114920 h 1114920"/>
              <a:gd name="csX9195" fmla="*/ 1589202 w 1728164"/>
              <a:gd name="csY9195" fmla="*/ 1114920 h 1114920"/>
              <a:gd name="csX9196" fmla="*/ 1589380 w 1728164"/>
              <a:gd name="csY9196" fmla="*/ 1114920 h 1114920"/>
              <a:gd name="csX9197" fmla="*/ 1589549 w 1728164"/>
              <a:gd name="csY9197" fmla="*/ 1114920 h 1114920"/>
              <a:gd name="csX9198" fmla="*/ 1589727 w 1728164"/>
              <a:gd name="csY9198" fmla="*/ 1114920 h 1114920"/>
              <a:gd name="csX9199" fmla="*/ 1589896 w 1728164"/>
              <a:gd name="csY9199" fmla="*/ 1114920 h 1114920"/>
              <a:gd name="csX9200" fmla="*/ 1590074 w 1728164"/>
              <a:gd name="csY9200" fmla="*/ 1114920 h 1114920"/>
              <a:gd name="csX9201" fmla="*/ 1590243 w 1728164"/>
              <a:gd name="csY9201" fmla="*/ 1114920 h 1114920"/>
              <a:gd name="csX9202" fmla="*/ 1590412 w 1728164"/>
              <a:gd name="csY9202" fmla="*/ 1114920 h 1114920"/>
              <a:gd name="csX9203" fmla="*/ 1590590 w 1728164"/>
              <a:gd name="csY9203" fmla="*/ 1114920 h 1114920"/>
              <a:gd name="csX9204" fmla="*/ 1590759 w 1728164"/>
              <a:gd name="csY9204" fmla="*/ 1114920 h 1114920"/>
              <a:gd name="csX9205" fmla="*/ 1590937 w 1728164"/>
              <a:gd name="csY9205" fmla="*/ 1114920 h 1114920"/>
              <a:gd name="csX9206" fmla="*/ 1591106 w 1728164"/>
              <a:gd name="csY9206" fmla="*/ 1114920 h 1114920"/>
              <a:gd name="csX9207" fmla="*/ 1591284 w 1728164"/>
              <a:gd name="csY9207" fmla="*/ 1114920 h 1114920"/>
              <a:gd name="csX9208" fmla="*/ 1591453 w 1728164"/>
              <a:gd name="csY9208" fmla="*/ 1114920 h 1114920"/>
              <a:gd name="csX9209" fmla="*/ 1591622 w 1728164"/>
              <a:gd name="csY9209" fmla="*/ 1114920 h 1114920"/>
              <a:gd name="csX9210" fmla="*/ 1591800 w 1728164"/>
              <a:gd name="csY9210" fmla="*/ 1114920 h 1114920"/>
              <a:gd name="csX9211" fmla="*/ 1591969 w 1728164"/>
              <a:gd name="csY9211" fmla="*/ 1114920 h 1114920"/>
              <a:gd name="csX9212" fmla="*/ 1592147 w 1728164"/>
              <a:gd name="csY9212" fmla="*/ 1114920 h 1114920"/>
              <a:gd name="csX9213" fmla="*/ 1592316 w 1728164"/>
              <a:gd name="csY9213" fmla="*/ 1114920 h 1114920"/>
              <a:gd name="csX9214" fmla="*/ 1592494 w 1728164"/>
              <a:gd name="csY9214" fmla="*/ 1114920 h 1114920"/>
              <a:gd name="csX9215" fmla="*/ 1592663 w 1728164"/>
              <a:gd name="csY9215" fmla="*/ 1114920 h 1114920"/>
              <a:gd name="csX9216" fmla="*/ 1592832 w 1728164"/>
              <a:gd name="csY9216" fmla="*/ 1114920 h 1114920"/>
              <a:gd name="csX9217" fmla="*/ 1593010 w 1728164"/>
              <a:gd name="csY9217" fmla="*/ 1114920 h 1114920"/>
              <a:gd name="csX9218" fmla="*/ 1593179 w 1728164"/>
              <a:gd name="csY9218" fmla="*/ 1114920 h 1114920"/>
              <a:gd name="csX9219" fmla="*/ 1593357 w 1728164"/>
              <a:gd name="csY9219" fmla="*/ 1114920 h 1114920"/>
              <a:gd name="csX9220" fmla="*/ 1593526 w 1728164"/>
              <a:gd name="csY9220" fmla="*/ 1114920 h 1114920"/>
              <a:gd name="csX9221" fmla="*/ 1593704 w 1728164"/>
              <a:gd name="csY9221" fmla="*/ 1114920 h 1114920"/>
              <a:gd name="csX9222" fmla="*/ 1593873 w 1728164"/>
              <a:gd name="csY9222" fmla="*/ 1114920 h 1114920"/>
              <a:gd name="csX9223" fmla="*/ 1594042 w 1728164"/>
              <a:gd name="csY9223" fmla="*/ 1114920 h 1114920"/>
              <a:gd name="csX9224" fmla="*/ 1594220 w 1728164"/>
              <a:gd name="csY9224" fmla="*/ 1114920 h 1114920"/>
              <a:gd name="csX9225" fmla="*/ 1594389 w 1728164"/>
              <a:gd name="csY9225" fmla="*/ 1114920 h 1114920"/>
              <a:gd name="csX9226" fmla="*/ 1594567 w 1728164"/>
              <a:gd name="csY9226" fmla="*/ 1114920 h 1114920"/>
              <a:gd name="csX9227" fmla="*/ 1594736 w 1728164"/>
              <a:gd name="csY9227" fmla="*/ 1114920 h 1114920"/>
              <a:gd name="csX9228" fmla="*/ 1594914 w 1728164"/>
              <a:gd name="csY9228" fmla="*/ 1114920 h 1114920"/>
              <a:gd name="csX9229" fmla="*/ 1595083 w 1728164"/>
              <a:gd name="csY9229" fmla="*/ 1114920 h 1114920"/>
              <a:gd name="csX9230" fmla="*/ 1595252 w 1728164"/>
              <a:gd name="csY9230" fmla="*/ 1114920 h 1114920"/>
              <a:gd name="csX9231" fmla="*/ 1595430 w 1728164"/>
              <a:gd name="csY9231" fmla="*/ 1114920 h 1114920"/>
              <a:gd name="csX9232" fmla="*/ 1595599 w 1728164"/>
              <a:gd name="csY9232" fmla="*/ 1114920 h 1114920"/>
              <a:gd name="csX9233" fmla="*/ 1595777 w 1728164"/>
              <a:gd name="csY9233" fmla="*/ 1114920 h 1114920"/>
              <a:gd name="csX9234" fmla="*/ 1595946 w 1728164"/>
              <a:gd name="csY9234" fmla="*/ 1114920 h 1114920"/>
              <a:gd name="csX9235" fmla="*/ 1596124 w 1728164"/>
              <a:gd name="csY9235" fmla="*/ 1114920 h 1114920"/>
              <a:gd name="csX9236" fmla="*/ 1596293 w 1728164"/>
              <a:gd name="csY9236" fmla="*/ 1114920 h 1114920"/>
              <a:gd name="csX9237" fmla="*/ 1596462 w 1728164"/>
              <a:gd name="csY9237" fmla="*/ 1114920 h 1114920"/>
              <a:gd name="csX9238" fmla="*/ 1596640 w 1728164"/>
              <a:gd name="csY9238" fmla="*/ 1114920 h 1114920"/>
              <a:gd name="csX9239" fmla="*/ 1596809 w 1728164"/>
              <a:gd name="csY9239" fmla="*/ 1114920 h 1114920"/>
              <a:gd name="csX9240" fmla="*/ 1596987 w 1728164"/>
              <a:gd name="csY9240" fmla="*/ 1114920 h 1114920"/>
              <a:gd name="csX9241" fmla="*/ 1597156 w 1728164"/>
              <a:gd name="csY9241" fmla="*/ 1114920 h 1114920"/>
              <a:gd name="csX9242" fmla="*/ 1597334 w 1728164"/>
              <a:gd name="csY9242" fmla="*/ 1114920 h 1114920"/>
              <a:gd name="csX9243" fmla="*/ 1597503 w 1728164"/>
              <a:gd name="csY9243" fmla="*/ 1114920 h 1114920"/>
              <a:gd name="csX9244" fmla="*/ 1597672 w 1728164"/>
              <a:gd name="csY9244" fmla="*/ 1114920 h 1114920"/>
              <a:gd name="csX9245" fmla="*/ 1597850 w 1728164"/>
              <a:gd name="csY9245" fmla="*/ 1114920 h 1114920"/>
              <a:gd name="csX9246" fmla="*/ 1598019 w 1728164"/>
              <a:gd name="csY9246" fmla="*/ 1114920 h 1114920"/>
              <a:gd name="csX9247" fmla="*/ 1598197 w 1728164"/>
              <a:gd name="csY9247" fmla="*/ 1114920 h 1114920"/>
              <a:gd name="csX9248" fmla="*/ 1598366 w 1728164"/>
              <a:gd name="csY9248" fmla="*/ 1114920 h 1114920"/>
              <a:gd name="csX9249" fmla="*/ 1598544 w 1728164"/>
              <a:gd name="csY9249" fmla="*/ 1114920 h 1114920"/>
              <a:gd name="csX9250" fmla="*/ 1598713 w 1728164"/>
              <a:gd name="csY9250" fmla="*/ 1114920 h 1114920"/>
              <a:gd name="csX9251" fmla="*/ 1598882 w 1728164"/>
              <a:gd name="csY9251" fmla="*/ 1114920 h 1114920"/>
              <a:gd name="csX9252" fmla="*/ 1599060 w 1728164"/>
              <a:gd name="csY9252" fmla="*/ 1114920 h 1114920"/>
              <a:gd name="csX9253" fmla="*/ 1599229 w 1728164"/>
              <a:gd name="csY9253" fmla="*/ 1114920 h 1114920"/>
              <a:gd name="csX9254" fmla="*/ 1599407 w 1728164"/>
              <a:gd name="csY9254" fmla="*/ 1114920 h 1114920"/>
              <a:gd name="csX9255" fmla="*/ 1599576 w 1728164"/>
              <a:gd name="csY9255" fmla="*/ 1114920 h 1114920"/>
              <a:gd name="csX9256" fmla="*/ 1599753 w 1728164"/>
              <a:gd name="csY9256" fmla="*/ 1114920 h 1114920"/>
              <a:gd name="csX9257" fmla="*/ 1599923 w 1728164"/>
              <a:gd name="csY9257" fmla="*/ 1114920 h 1114920"/>
              <a:gd name="csX9258" fmla="*/ 1600092 w 1728164"/>
              <a:gd name="csY9258" fmla="*/ 1114920 h 1114920"/>
              <a:gd name="csX9259" fmla="*/ 1600269 w 1728164"/>
              <a:gd name="csY9259" fmla="*/ 1114920 h 1114920"/>
              <a:gd name="csX9260" fmla="*/ 1600438 w 1728164"/>
              <a:gd name="csY9260" fmla="*/ 1114920 h 1114920"/>
              <a:gd name="csX9261" fmla="*/ 1600617 w 1728164"/>
              <a:gd name="csY9261" fmla="*/ 1114920 h 1114920"/>
              <a:gd name="csX9262" fmla="*/ 1600786 w 1728164"/>
              <a:gd name="csY9262" fmla="*/ 1114920 h 1114920"/>
              <a:gd name="csX9263" fmla="*/ 1600963 w 1728164"/>
              <a:gd name="csY9263" fmla="*/ 1114920 h 1114920"/>
              <a:gd name="csX9264" fmla="*/ 1601132 w 1728164"/>
              <a:gd name="csY9264" fmla="*/ 1114920 h 1114920"/>
              <a:gd name="csX9265" fmla="*/ 1601301 w 1728164"/>
              <a:gd name="csY9265" fmla="*/ 1114920 h 1114920"/>
              <a:gd name="csX9266" fmla="*/ 1601479 w 1728164"/>
              <a:gd name="csY9266" fmla="*/ 1114920 h 1114920"/>
              <a:gd name="csX9267" fmla="*/ 1601648 w 1728164"/>
              <a:gd name="csY9267" fmla="*/ 1114920 h 1114920"/>
              <a:gd name="csX9268" fmla="*/ 1601826 w 1728164"/>
              <a:gd name="csY9268" fmla="*/ 1114920 h 1114920"/>
              <a:gd name="csX9269" fmla="*/ 1601995 w 1728164"/>
              <a:gd name="csY9269" fmla="*/ 1114920 h 1114920"/>
              <a:gd name="csX9270" fmla="*/ 1602173 w 1728164"/>
              <a:gd name="csY9270" fmla="*/ 1114920 h 1114920"/>
              <a:gd name="csX9271" fmla="*/ 1602342 w 1728164"/>
              <a:gd name="csY9271" fmla="*/ 1114920 h 1114920"/>
              <a:gd name="csX9272" fmla="*/ 1602511 w 1728164"/>
              <a:gd name="csY9272" fmla="*/ 1114920 h 1114920"/>
              <a:gd name="csX9273" fmla="*/ 1602689 w 1728164"/>
              <a:gd name="csY9273" fmla="*/ 1114920 h 1114920"/>
              <a:gd name="csX9274" fmla="*/ 1602858 w 1728164"/>
              <a:gd name="csY9274" fmla="*/ 1114920 h 1114920"/>
              <a:gd name="csX9275" fmla="*/ 1603036 w 1728164"/>
              <a:gd name="csY9275" fmla="*/ 1114920 h 1114920"/>
              <a:gd name="csX9276" fmla="*/ 1603205 w 1728164"/>
              <a:gd name="csY9276" fmla="*/ 1114920 h 1114920"/>
              <a:gd name="csX9277" fmla="*/ 1603374 w 1728164"/>
              <a:gd name="csY9277" fmla="*/ 1114920 h 1114920"/>
              <a:gd name="csX9278" fmla="*/ 1603552 w 1728164"/>
              <a:gd name="csY9278" fmla="*/ 1114920 h 1114920"/>
              <a:gd name="csX9279" fmla="*/ 1603721 w 1728164"/>
              <a:gd name="csY9279" fmla="*/ 1114920 h 1114920"/>
              <a:gd name="csX9280" fmla="*/ 1603899 w 1728164"/>
              <a:gd name="csY9280" fmla="*/ 1114920 h 1114920"/>
              <a:gd name="csX9281" fmla="*/ 1604068 w 1728164"/>
              <a:gd name="csY9281" fmla="*/ 1114920 h 1114920"/>
              <a:gd name="csX9282" fmla="*/ 1604246 w 1728164"/>
              <a:gd name="csY9282" fmla="*/ 1114920 h 1114920"/>
              <a:gd name="csX9283" fmla="*/ 1604415 w 1728164"/>
              <a:gd name="csY9283" fmla="*/ 1114920 h 1114920"/>
              <a:gd name="csX9284" fmla="*/ 1604584 w 1728164"/>
              <a:gd name="csY9284" fmla="*/ 1114920 h 1114920"/>
              <a:gd name="csX9285" fmla="*/ 1604762 w 1728164"/>
              <a:gd name="csY9285" fmla="*/ 1114920 h 1114920"/>
              <a:gd name="csX9286" fmla="*/ 1604931 w 1728164"/>
              <a:gd name="csY9286" fmla="*/ 1114920 h 1114920"/>
              <a:gd name="csX9287" fmla="*/ 1605109 w 1728164"/>
              <a:gd name="csY9287" fmla="*/ 1114920 h 1114920"/>
              <a:gd name="csX9288" fmla="*/ 1605278 w 1728164"/>
              <a:gd name="csY9288" fmla="*/ 1114920 h 1114920"/>
              <a:gd name="csX9289" fmla="*/ 1605456 w 1728164"/>
              <a:gd name="csY9289" fmla="*/ 1114920 h 1114920"/>
              <a:gd name="csX9290" fmla="*/ 1605625 w 1728164"/>
              <a:gd name="csY9290" fmla="*/ 1114920 h 1114920"/>
              <a:gd name="csX9291" fmla="*/ 1605794 w 1728164"/>
              <a:gd name="csY9291" fmla="*/ 1114920 h 1114920"/>
              <a:gd name="csX9292" fmla="*/ 1605972 w 1728164"/>
              <a:gd name="csY9292" fmla="*/ 1114920 h 1114920"/>
              <a:gd name="csX9293" fmla="*/ 1606141 w 1728164"/>
              <a:gd name="csY9293" fmla="*/ 1114920 h 1114920"/>
              <a:gd name="csX9294" fmla="*/ 1606319 w 1728164"/>
              <a:gd name="csY9294" fmla="*/ 1114920 h 1114920"/>
              <a:gd name="csX9295" fmla="*/ 1606488 w 1728164"/>
              <a:gd name="csY9295" fmla="*/ 1114920 h 1114920"/>
              <a:gd name="csX9296" fmla="*/ 1606666 w 1728164"/>
              <a:gd name="csY9296" fmla="*/ 1114920 h 1114920"/>
              <a:gd name="csX9297" fmla="*/ 1606835 w 1728164"/>
              <a:gd name="csY9297" fmla="*/ 1114920 h 1114920"/>
              <a:gd name="csX9298" fmla="*/ 1607004 w 1728164"/>
              <a:gd name="csY9298" fmla="*/ 1114920 h 1114920"/>
              <a:gd name="csX9299" fmla="*/ 1607182 w 1728164"/>
              <a:gd name="csY9299" fmla="*/ 1114920 h 1114920"/>
              <a:gd name="csX9300" fmla="*/ 1607351 w 1728164"/>
              <a:gd name="csY9300" fmla="*/ 1114920 h 1114920"/>
              <a:gd name="csX9301" fmla="*/ 1607529 w 1728164"/>
              <a:gd name="csY9301" fmla="*/ 1114920 h 1114920"/>
              <a:gd name="csX9302" fmla="*/ 1607698 w 1728164"/>
              <a:gd name="csY9302" fmla="*/ 1114920 h 1114920"/>
              <a:gd name="csX9303" fmla="*/ 1607876 w 1728164"/>
              <a:gd name="csY9303" fmla="*/ 1114920 h 1114920"/>
              <a:gd name="csX9304" fmla="*/ 1608045 w 1728164"/>
              <a:gd name="csY9304" fmla="*/ 1114920 h 1114920"/>
              <a:gd name="csX9305" fmla="*/ 1608214 w 1728164"/>
              <a:gd name="csY9305" fmla="*/ 1114920 h 1114920"/>
              <a:gd name="csX9306" fmla="*/ 1608392 w 1728164"/>
              <a:gd name="csY9306" fmla="*/ 1114920 h 1114920"/>
              <a:gd name="csX9307" fmla="*/ 1608561 w 1728164"/>
              <a:gd name="csY9307" fmla="*/ 1114920 h 1114920"/>
              <a:gd name="csX9308" fmla="*/ 1608739 w 1728164"/>
              <a:gd name="csY9308" fmla="*/ 1114920 h 1114920"/>
              <a:gd name="csX9309" fmla="*/ 1608908 w 1728164"/>
              <a:gd name="csY9309" fmla="*/ 1114920 h 1114920"/>
              <a:gd name="csX9310" fmla="*/ 1609086 w 1728164"/>
              <a:gd name="csY9310" fmla="*/ 1114920 h 1114920"/>
              <a:gd name="csX9311" fmla="*/ 1609255 w 1728164"/>
              <a:gd name="csY9311" fmla="*/ 1114920 h 1114920"/>
              <a:gd name="csX9312" fmla="*/ 1609424 w 1728164"/>
              <a:gd name="csY9312" fmla="*/ 1114920 h 1114920"/>
              <a:gd name="csX9313" fmla="*/ 1609602 w 1728164"/>
              <a:gd name="csY9313" fmla="*/ 1114920 h 1114920"/>
              <a:gd name="csX9314" fmla="*/ 1609771 w 1728164"/>
              <a:gd name="csY9314" fmla="*/ 1114920 h 1114920"/>
              <a:gd name="csX9315" fmla="*/ 1609949 w 1728164"/>
              <a:gd name="csY9315" fmla="*/ 1114920 h 1114920"/>
              <a:gd name="csX9316" fmla="*/ 1610118 w 1728164"/>
              <a:gd name="csY9316" fmla="*/ 1114920 h 1114920"/>
              <a:gd name="csX9317" fmla="*/ 1610296 w 1728164"/>
              <a:gd name="csY9317" fmla="*/ 1114920 h 1114920"/>
              <a:gd name="csX9318" fmla="*/ 1610465 w 1728164"/>
              <a:gd name="csY9318" fmla="*/ 1114920 h 1114920"/>
              <a:gd name="csX9319" fmla="*/ 1610634 w 1728164"/>
              <a:gd name="csY9319" fmla="*/ 1114920 h 1114920"/>
              <a:gd name="csX9320" fmla="*/ 1610812 w 1728164"/>
              <a:gd name="csY9320" fmla="*/ 1114920 h 1114920"/>
              <a:gd name="csX9321" fmla="*/ 1610981 w 1728164"/>
              <a:gd name="csY9321" fmla="*/ 1114920 h 1114920"/>
              <a:gd name="csX9322" fmla="*/ 1611159 w 1728164"/>
              <a:gd name="csY9322" fmla="*/ 1114920 h 1114920"/>
              <a:gd name="csX9323" fmla="*/ 1611328 w 1728164"/>
              <a:gd name="csY9323" fmla="*/ 1114920 h 1114920"/>
              <a:gd name="csX9324" fmla="*/ 1611506 w 1728164"/>
              <a:gd name="csY9324" fmla="*/ 1114920 h 1114920"/>
              <a:gd name="csX9325" fmla="*/ 1611675 w 1728164"/>
              <a:gd name="csY9325" fmla="*/ 1114920 h 1114920"/>
              <a:gd name="csX9326" fmla="*/ 1611844 w 1728164"/>
              <a:gd name="csY9326" fmla="*/ 1114920 h 1114920"/>
              <a:gd name="csX9327" fmla="*/ 1612022 w 1728164"/>
              <a:gd name="csY9327" fmla="*/ 1114920 h 1114920"/>
              <a:gd name="csX9328" fmla="*/ 1612191 w 1728164"/>
              <a:gd name="csY9328" fmla="*/ 1114920 h 1114920"/>
              <a:gd name="csX9329" fmla="*/ 1612369 w 1728164"/>
              <a:gd name="csY9329" fmla="*/ 1114920 h 1114920"/>
              <a:gd name="csX9330" fmla="*/ 1612538 w 1728164"/>
              <a:gd name="csY9330" fmla="*/ 1114920 h 1114920"/>
              <a:gd name="csX9331" fmla="*/ 1612716 w 1728164"/>
              <a:gd name="csY9331" fmla="*/ 1114920 h 1114920"/>
              <a:gd name="csX9332" fmla="*/ 1612885 w 1728164"/>
              <a:gd name="csY9332" fmla="*/ 1114920 h 1114920"/>
              <a:gd name="csX9333" fmla="*/ 1613054 w 1728164"/>
              <a:gd name="csY9333" fmla="*/ 1114920 h 1114920"/>
              <a:gd name="csX9334" fmla="*/ 1613232 w 1728164"/>
              <a:gd name="csY9334" fmla="*/ 1114920 h 1114920"/>
              <a:gd name="csX9335" fmla="*/ 1613401 w 1728164"/>
              <a:gd name="csY9335" fmla="*/ 1114920 h 1114920"/>
              <a:gd name="csX9336" fmla="*/ 1613579 w 1728164"/>
              <a:gd name="csY9336" fmla="*/ 1114920 h 1114920"/>
              <a:gd name="csX9337" fmla="*/ 1613748 w 1728164"/>
              <a:gd name="csY9337" fmla="*/ 1114920 h 1114920"/>
              <a:gd name="csX9338" fmla="*/ 1613926 w 1728164"/>
              <a:gd name="csY9338" fmla="*/ 1114920 h 1114920"/>
              <a:gd name="csX9339" fmla="*/ 1614095 w 1728164"/>
              <a:gd name="csY9339" fmla="*/ 1114920 h 1114920"/>
              <a:gd name="csX9340" fmla="*/ 1614264 w 1728164"/>
              <a:gd name="csY9340" fmla="*/ 1114920 h 1114920"/>
              <a:gd name="csX9341" fmla="*/ 1614441 w 1728164"/>
              <a:gd name="csY9341" fmla="*/ 1114920 h 1114920"/>
              <a:gd name="csX9342" fmla="*/ 1614611 w 1728164"/>
              <a:gd name="csY9342" fmla="*/ 1114920 h 1114920"/>
              <a:gd name="csX9343" fmla="*/ 1614789 w 1728164"/>
              <a:gd name="csY9343" fmla="*/ 1114920 h 1114920"/>
              <a:gd name="csX9344" fmla="*/ 1614957 w 1728164"/>
              <a:gd name="csY9344" fmla="*/ 1114920 h 1114920"/>
              <a:gd name="csX9345" fmla="*/ 1615135 w 1728164"/>
              <a:gd name="csY9345" fmla="*/ 1114920 h 1114920"/>
              <a:gd name="csX9346" fmla="*/ 1615305 w 1728164"/>
              <a:gd name="csY9346" fmla="*/ 1114920 h 1114920"/>
              <a:gd name="csX9347" fmla="*/ 1615474 w 1728164"/>
              <a:gd name="csY9347" fmla="*/ 1114920 h 1114920"/>
              <a:gd name="csX9348" fmla="*/ 1615651 w 1728164"/>
              <a:gd name="csY9348" fmla="*/ 1114920 h 1114920"/>
              <a:gd name="csX9349" fmla="*/ 1615820 w 1728164"/>
              <a:gd name="csY9349" fmla="*/ 1114920 h 1114920"/>
              <a:gd name="csX9350" fmla="*/ 1615998 w 1728164"/>
              <a:gd name="csY9350" fmla="*/ 1114920 h 1114920"/>
              <a:gd name="csX9351" fmla="*/ 1616168 w 1728164"/>
              <a:gd name="csY9351" fmla="*/ 1114920 h 1114920"/>
              <a:gd name="csX9352" fmla="*/ 1616345 w 1728164"/>
              <a:gd name="csY9352" fmla="*/ 1114920 h 1114920"/>
              <a:gd name="csX9353" fmla="*/ 1616514 w 1728164"/>
              <a:gd name="csY9353" fmla="*/ 1114920 h 1114920"/>
              <a:gd name="csX9354" fmla="*/ 1616683 w 1728164"/>
              <a:gd name="csY9354" fmla="*/ 1114920 h 1114920"/>
              <a:gd name="csX9355" fmla="*/ 1616861 w 1728164"/>
              <a:gd name="csY9355" fmla="*/ 1114920 h 1114920"/>
              <a:gd name="csX9356" fmla="*/ 1617030 w 1728164"/>
              <a:gd name="csY9356" fmla="*/ 1114920 h 1114920"/>
              <a:gd name="csX9357" fmla="*/ 1617208 w 1728164"/>
              <a:gd name="csY9357" fmla="*/ 1114920 h 1114920"/>
              <a:gd name="csX9358" fmla="*/ 1617377 w 1728164"/>
              <a:gd name="csY9358" fmla="*/ 1114920 h 1114920"/>
              <a:gd name="csX9359" fmla="*/ 1617555 w 1728164"/>
              <a:gd name="csY9359" fmla="*/ 1114920 h 1114920"/>
              <a:gd name="csX9360" fmla="*/ 1617724 w 1728164"/>
              <a:gd name="csY9360" fmla="*/ 1114920 h 1114920"/>
              <a:gd name="csX9361" fmla="*/ 1617893 w 1728164"/>
              <a:gd name="csY9361" fmla="*/ 1114920 h 1114920"/>
              <a:gd name="csX9362" fmla="*/ 1618071 w 1728164"/>
              <a:gd name="csY9362" fmla="*/ 1114920 h 1114920"/>
              <a:gd name="csX9363" fmla="*/ 1618240 w 1728164"/>
              <a:gd name="csY9363" fmla="*/ 1114920 h 1114920"/>
              <a:gd name="csX9364" fmla="*/ 1618418 w 1728164"/>
              <a:gd name="csY9364" fmla="*/ 1114920 h 1114920"/>
              <a:gd name="csX9365" fmla="*/ 1618587 w 1728164"/>
              <a:gd name="csY9365" fmla="*/ 1114920 h 1114920"/>
              <a:gd name="csX9366" fmla="*/ 1618765 w 1728164"/>
              <a:gd name="csY9366" fmla="*/ 1114920 h 1114920"/>
              <a:gd name="csX9367" fmla="*/ 1618934 w 1728164"/>
              <a:gd name="csY9367" fmla="*/ 1114920 h 1114920"/>
              <a:gd name="csX9368" fmla="*/ 1619103 w 1728164"/>
              <a:gd name="csY9368" fmla="*/ 1114920 h 1114920"/>
              <a:gd name="csX9369" fmla="*/ 1619281 w 1728164"/>
              <a:gd name="csY9369" fmla="*/ 1114920 h 1114920"/>
              <a:gd name="csX9370" fmla="*/ 1619450 w 1728164"/>
              <a:gd name="csY9370" fmla="*/ 1114920 h 1114920"/>
              <a:gd name="csX9371" fmla="*/ 1619628 w 1728164"/>
              <a:gd name="csY9371" fmla="*/ 1114920 h 1114920"/>
              <a:gd name="csX9372" fmla="*/ 1619797 w 1728164"/>
              <a:gd name="csY9372" fmla="*/ 1114920 h 1114920"/>
              <a:gd name="csX9373" fmla="*/ 1619975 w 1728164"/>
              <a:gd name="csY9373" fmla="*/ 1114920 h 1114920"/>
              <a:gd name="csX9374" fmla="*/ 1620144 w 1728164"/>
              <a:gd name="csY9374" fmla="*/ 1114920 h 1114920"/>
              <a:gd name="csX9375" fmla="*/ 1620313 w 1728164"/>
              <a:gd name="csY9375" fmla="*/ 1114920 h 1114920"/>
              <a:gd name="csX9376" fmla="*/ 1620491 w 1728164"/>
              <a:gd name="csY9376" fmla="*/ 1114920 h 1114920"/>
              <a:gd name="csX9377" fmla="*/ 1620660 w 1728164"/>
              <a:gd name="csY9377" fmla="*/ 1114920 h 1114920"/>
              <a:gd name="csX9378" fmla="*/ 1620838 w 1728164"/>
              <a:gd name="csY9378" fmla="*/ 1114920 h 1114920"/>
              <a:gd name="csX9379" fmla="*/ 1621007 w 1728164"/>
              <a:gd name="csY9379" fmla="*/ 1114920 h 1114920"/>
              <a:gd name="csX9380" fmla="*/ 1621185 w 1728164"/>
              <a:gd name="csY9380" fmla="*/ 1114920 h 1114920"/>
              <a:gd name="csX9381" fmla="*/ 1621354 w 1728164"/>
              <a:gd name="csY9381" fmla="*/ 1114920 h 1114920"/>
              <a:gd name="csX9382" fmla="*/ 1621523 w 1728164"/>
              <a:gd name="csY9382" fmla="*/ 1114920 h 1114920"/>
              <a:gd name="csX9383" fmla="*/ 1621701 w 1728164"/>
              <a:gd name="csY9383" fmla="*/ 1114920 h 1114920"/>
              <a:gd name="csX9384" fmla="*/ 1621870 w 1728164"/>
              <a:gd name="csY9384" fmla="*/ 1114920 h 1114920"/>
              <a:gd name="csX9385" fmla="*/ 1622048 w 1728164"/>
              <a:gd name="csY9385" fmla="*/ 1114920 h 1114920"/>
              <a:gd name="csX9386" fmla="*/ 1622217 w 1728164"/>
              <a:gd name="csY9386" fmla="*/ 1114920 h 1114920"/>
              <a:gd name="csX9387" fmla="*/ 1622386 w 1728164"/>
              <a:gd name="csY9387" fmla="*/ 1114920 h 1114920"/>
              <a:gd name="csX9388" fmla="*/ 1622564 w 1728164"/>
              <a:gd name="csY9388" fmla="*/ 1114920 h 1114920"/>
              <a:gd name="csX9389" fmla="*/ 1622733 w 1728164"/>
              <a:gd name="csY9389" fmla="*/ 1114920 h 1114920"/>
              <a:gd name="csX9390" fmla="*/ 1622911 w 1728164"/>
              <a:gd name="csY9390" fmla="*/ 1114920 h 1114920"/>
              <a:gd name="csX9391" fmla="*/ 1623080 w 1728164"/>
              <a:gd name="csY9391" fmla="*/ 1114920 h 1114920"/>
              <a:gd name="csX9392" fmla="*/ 1623258 w 1728164"/>
              <a:gd name="csY9392" fmla="*/ 1114920 h 1114920"/>
              <a:gd name="csX9393" fmla="*/ 1623427 w 1728164"/>
              <a:gd name="csY9393" fmla="*/ 1114920 h 1114920"/>
              <a:gd name="csX9394" fmla="*/ 1623596 w 1728164"/>
              <a:gd name="csY9394" fmla="*/ 1114920 h 1114920"/>
              <a:gd name="csX9395" fmla="*/ 1623774 w 1728164"/>
              <a:gd name="csY9395" fmla="*/ 1114920 h 1114920"/>
              <a:gd name="csX9396" fmla="*/ 1623943 w 1728164"/>
              <a:gd name="csY9396" fmla="*/ 1114920 h 1114920"/>
              <a:gd name="csX9397" fmla="*/ 1624121 w 1728164"/>
              <a:gd name="csY9397" fmla="*/ 1114920 h 1114920"/>
              <a:gd name="csX9398" fmla="*/ 1624290 w 1728164"/>
              <a:gd name="csY9398" fmla="*/ 1114920 h 1114920"/>
              <a:gd name="csX9399" fmla="*/ 1624468 w 1728164"/>
              <a:gd name="csY9399" fmla="*/ 1114920 h 1114920"/>
              <a:gd name="csX9400" fmla="*/ 1624637 w 1728164"/>
              <a:gd name="csY9400" fmla="*/ 1114920 h 1114920"/>
              <a:gd name="csX9401" fmla="*/ 1624806 w 1728164"/>
              <a:gd name="csY9401" fmla="*/ 1114920 h 1114920"/>
              <a:gd name="csX9402" fmla="*/ 1624984 w 1728164"/>
              <a:gd name="csY9402" fmla="*/ 1114920 h 1114920"/>
              <a:gd name="csX9403" fmla="*/ 1625153 w 1728164"/>
              <a:gd name="csY9403" fmla="*/ 1114920 h 1114920"/>
              <a:gd name="csX9404" fmla="*/ 1625331 w 1728164"/>
              <a:gd name="csY9404" fmla="*/ 1114920 h 1114920"/>
              <a:gd name="csX9405" fmla="*/ 1625500 w 1728164"/>
              <a:gd name="csY9405" fmla="*/ 1114920 h 1114920"/>
              <a:gd name="csX9406" fmla="*/ 1625678 w 1728164"/>
              <a:gd name="csY9406" fmla="*/ 1114920 h 1114920"/>
              <a:gd name="csX9407" fmla="*/ 1625847 w 1728164"/>
              <a:gd name="csY9407" fmla="*/ 1114920 h 1114920"/>
              <a:gd name="csX9408" fmla="*/ 1626016 w 1728164"/>
              <a:gd name="csY9408" fmla="*/ 1114920 h 1114920"/>
              <a:gd name="csX9409" fmla="*/ 1626194 w 1728164"/>
              <a:gd name="csY9409" fmla="*/ 1114920 h 1114920"/>
              <a:gd name="csX9410" fmla="*/ 1626363 w 1728164"/>
              <a:gd name="csY9410" fmla="*/ 1114920 h 1114920"/>
              <a:gd name="csX9411" fmla="*/ 1626541 w 1728164"/>
              <a:gd name="csY9411" fmla="*/ 1114920 h 1114920"/>
              <a:gd name="csX9412" fmla="*/ 1626710 w 1728164"/>
              <a:gd name="csY9412" fmla="*/ 1114920 h 1114920"/>
              <a:gd name="csX9413" fmla="*/ 1626888 w 1728164"/>
              <a:gd name="csY9413" fmla="*/ 1114920 h 1114920"/>
              <a:gd name="csX9414" fmla="*/ 1627057 w 1728164"/>
              <a:gd name="csY9414" fmla="*/ 1114920 h 1114920"/>
              <a:gd name="csX9415" fmla="*/ 1627226 w 1728164"/>
              <a:gd name="csY9415" fmla="*/ 1114920 h 1114920"/>
              <a:gd name="csX9416" fmla="*/ 1627404 w 1728164"/>
              <a:gd name="csY9416" fmla="*/ 1114920 h 1114920"/>
              <a:gd name="csX9417" fmla="*/ 1627573 w 1728164"/>
              <a:gd name="csY9417" fmla="*/ 1114920 h 1114920"/>
              <a:gd name="csX9418" fmla="*/ 1627751 w 1728164"/>
              <a:gd name="csY9418" fmla="*/ 1114920 h 1114920"/>
              <a:gd name="csX9419" fmla="*/ 1627920 w 1728164"/>
              <a:gd name="csY9419" fmla="*/ 1114920 h 1114920"/>
              <a:gd name="csX9420" fmla="*/ 1628098 w 1728164"/>
              <a:gd name="csY9420" fmla="*/ 1114920 h 1114920"/>
              <a:gd name="csX9421" fmla="*/ 1628267 w 1728164"/>
              <a:gd name="csY9421" fmla="*/ 1114920 h 1114920"/>
              <a:gd name="csX9422" fmla="*/ 1628436 w 1728164"/>
              <a:gd name="csY9422" fmla="*/ 1114920 h 1114920"/>
              <a:gd name="csX9423" fmla="*/ 1628614 w 1728164"/>
              <a:gd name="csY9423" fmla="*/ 1114920 h 1114920"/>
              <a:gd name="csX9424" fmla="*/ 1628783 w 1728164"/>
              <a:gd name="csY9424" fmla="*/ 1114920 h 1114920"/>
              <a:gd name="csX9425" fmla="*/ 1628961 w 1728164"/>
              <a:gd name="csY9425" fmla="*/ 1114920 h 1114920"/>
              <a:gd name="csX9426" fmla="*/ 1629129 w 1728164"/>
              <a:gd name="csY9426" fmla="*/ 1114920 h 1114920"/>
              <a:gd name="csX9427" fmla="*/ 1629308 w 1728164"/>
              <a:gd name="csY9427" fmla="*/ 1114920 h 1114920"/>
              <a:gd name="csX9428" fmla="*/ 1629477 w 1728164"/>
              <a:gd name="csY9428" fmla="*/ 1114920 h 1114920"/>
              <a:gd name="csX9429" fmla="*/ 1629646 w 1728164"/>
              <a:gd name="csY9429" fmla="*/ 1114920 h 1114920"/>
              <a:gd name="csX9430" fmla="*/ 1629823 w 1728164"/>
              <a:gd name="csY9430" fmla="*/ 1114920 h 1114920"/>
              <a:gd name="csX9431" fmla="*/ 1629992 w 1728164"/>
              <a:gd name="csY9431" fmla="*/ 1114920 h 1114920"/>
              <a:gd name="csX9432" fmla="*/ 1630171 w 1728164"/>
              <a:gd name="csY9432" fmla="*/ 1114920 h 1114920"/>
              <a:gd name="csX9433" fmla="*/ 1630339 w 1728164"/>
              <a:gd name="csY9433" fmla="*/ 1114920 h 1114920"/>
              <a:gd name="csX9434" fmla="*/ 1630517 w 1728164"/>
              <a:gd name="csY9434" fmla="*/ 1114920 h 1114920"/>
              <a:gd name="csX9435" fmla="*/ 1630686 w 1728164"/>
              <a:gd name="csY9435" fmla="*/ 1114920 h 1114920"/>
              <a:gd name="csX9436" fmla="*/ 1630856 w 1728164"/>
              <a:gd name="csY9436" fmla="*/ 1114920 h 1114920"/>
              <a:gd name="csX9437" fmla="*/ 1631033 w 1728164"/>
              <a:gd name="csY9437" fmla="*/ 1114920 h 1114920"/>
              <a:gd name="csX9438" fmla="*/ 1631202 w 1728164"/>
              <a:gd name="csY9438" fmla="*/ 1114920 h 1114920"/>
              <a:gd name="csX9439" fmla="*/ 1631380 w 1728164"/>
              <a:gd name="csY9439" fmla="*/ 1114920 h 1114920"/>
              <a:gd name="csX9440" fmla="*/ 1631549 w 1728164"/>
              <a:gd name="csY9440" fmla="*/ 1114920 h 1114920"/>
              <a:gd name="csX9441" fmla="*/ 1631727 w 1728164"/>
              <a:gd name="csY9441" fmla="*/ 1114920 h 1114920"/>
              <a:gd name="csX9442" fmla="*/ 1631896 w 1728164"/>
              <a:gd name="csY9442" fmla="*/ 1114920 h 1114920"/>
              <a:gd name="csX9443" fmla="*/ 1632065 w 1728164"/>
              <a:gd name="csY9443" fmla="*/ 1114920 h 1114920"/>
              <a:gd name="csX9444" fmla="*/ 1632243 w 1728164"/>
              <a:gd name="csY9444" fmla="*/ 1114920 h 1114920"/>
              <a:gd name="csX9445" fmla="*/ 1632412 w 1728164"/>
              <a:gd name="csY9445" fmla="*/ 1114920 h 1114920"/>
              <a:gd name="csX9446" fmla="*/ 1632590 w 1728164"/>
              <a:gd name="csY9446" fmla="*/ 1114920 h 1114920"/>
              <a:gd name="csX9447" fmla="*/ 1632759 w 1728164"/>
              <a:gd name="csY9447" fmla="*/ 1114920 h 1114920"/>
              <a:gd name="csX9448" fmla="*/ 1632937 w 1728164"/>
              <a:gd name="csY9448" fmla="*/ 1114920 h 1114920"/>
              <a:gd name="csX9449" fmla="*/ 1633106 w 1728164"/>
              <a:gd name="csY9449" fmla="*/ 1114920 h 1114920"/>
              <a:gd name="csX9450" fmla="*/ 1633275 w 1728164"/>
              <a:gd name="csY9450" fmla="*/ 1114920 h 1114920"/>
              <a:gd name="csX9451" fmla="*/ 1633453 w 1728164"/>
              <a:gd name="csY9451" fmla="*/ 1114920 h 1114920"/>
              <a:gd name="csX9452" fmla="*/ 1633622 w 1728164"/>
              <a:gd name="csY9452" fmla="*/ 1114920 h 1114920"/>
              <a:gd name="csX9453" fmla="*/ 1633800 w 1728164"/>
              <a:gd name="csY9453" fmla="*/ 1114920 h 1114920"/>
              <a:gd name="csX9454" fmla="*/ 1633969 w 1728164"/>
              <a:gd name="csY9454" fmla="*/ 1114920 h 1114920"/>
              <a:gd name="csX9455" fmla="*/ 1634147 w 1728164"/>
              <a:gd name="csY9455" fmla="*/ 1114920 h 1114920"/>
              <a:gd name="csX9456" fmla="*/ 1634316 w 1728164"/>
              <a:gd name="csY9456" fmla="*/ 1114920 h 1114920"/>
              <a:gd name="csX9457" fmla="*/ 1634485 w 1728164"/>
              <a:gd name="csY9457" fmla="*/ 1114920 h 1114920"/>
              <a:gd name="csX9458" fmla="*/ 1634663 w 1728164"/>
              <a:gd name="csY9458" fmla="*/ 1114920 h 1114920"/>
              <a:gd name="csX9459" fmla="*/ 1634832 w 1728164"/>
              <a:gd name="csY9459" fmla="*/ 1114920 h 1114920"/>
              <a:gd name="csX9460" fmla="*/ 1635010 w 1728164"/>
              <a:gd name="csY9460" fmla="*/ 1114920 h 1114920"/>
              <a:gd name="csX9461" fmla="*/ 1635179 w 1728164"/>
              <a:gd name="csY9461" fmla="*/ 1114920 h 1114920"/>
              <a:gd name="csX9462" fmla="*/ 1635357 w 1728164"/>
              <a:gd name="csY9462" fmla="*/ 1114920 h 1114920"/>
              <a:gd name="csX9463" fmla="*/ 1635526 w 1728164"/>
              <a:gd name="csY9463" fmla="*/ 1114920 h 1114920"/>
              <a:gd name="csX9464" fmla="*/ 1635695 w 1728164"/>
              <a:gd name="csY9464" fmla="*/ 1114920 h 1114920"/>
              <a:gd name="csX9465" fmla="*/ 1635873 w 1728164"/>
              <a:gd name="csY9465" fmla="*/ 1114920 h 1114920"/>
              <a:gd name="csX9466" fmla="*/ 1636042 w 1728164"/>
              <a:gd name="csY9466" fmla="*/ 1114920 h 1114920"/>
              <a:gd name="csX9467" fmla="*/ 1636220 w 1728164"/>
              <a:gd name="csY9467" fmla="*/ 1114920 h 1114920"/>
              <a:gd name="csX9468" fmla="*/ 1636389 w 1728164"/>
              <a:gd name="csY9468" fmla="*/ 1114920 h 1114920"/>
              <a:gd name="csX9469" fmla="*/ 1636567 w 1728164"/>
              <a:gd name="csY9469" fmla="*/ 1114920 h 1114920"/>
              <a:gd name="csX9470" fmla="*/ 1636736 w 1728164"/>
              <a:gd name="csY9470" fmla="*/ 1114920 h 1114920"/>
              <a:gd name="csX9471" fmla="*/ 1636905 w 1728164"/>
              <a:gd name="csY9471" fmla="*/ 1114920 h 1114920"/>
              <a:gd name="csX9472" fmla="*/ 1637083 w 1728164"/>
              <a:gd name="csY9472" fmla="*/ 1114920 h 1114920"/>
              <a:gd name="csX9473" fmla="*/ 1637252 w 1728164"/>
              <a:gd name="csY9473" fmla="*/ 1114920 h 1114920"/>
              <a:gd name="csX9474" fmla="*/ 1637430 w 1728164"/>
              <a:gd name="csY9474" fmla="*/ 1114920 h 1114920"/>
              <a:gd name="csX9475" fmla="*/ 1637599 w 1728164"/>
              <a:gd name="csY9475" fmla="*/ 1114920 h 1114920"/>
              <a:gd name="csX9476" fmla="*/ 1637777 w 1728164"/>
              <a:gd name="csY9476" fmla="*/ 1114920 h 1114920"/>
              <a:gd name="csX9477" fmla="*/ 1637946 w 1728164"/>
              <a:gd name="csY9477" fmla="*/ 1114920 h 1114920"/>
              <a:gd name="csX9478" fmla="*/ 1638115 w 1728164"/>
              <a:gd name="csY9478" fmla="*/ 1114920 h 1114920"/>
              <a:gd name="csX9479" fmla="*/ 1638293 w 1728164"/>
              <a:gd name="csY9479" fmla="*/ 1114920 h 1114920"/>
              <a:gd name="csX9480" fmla="*/ 1638462 w 1728164"/>
              <a:gd name="csY9480" fmla="*/ 1114920 h 1114920"/>
              <a:gd name="csX9481" fmla="*/ 1638640 w 1728164"/>
              <a:gd name="csY9481" fmla="*/ 1114920 h 1114920"/>
              <a:gd name="csX9482" fmla="*/ 1638809 w 1728164"/>
              <a:gd name="csY9482" fmla="*/ 1114920 h 1114920"/>
              <a:gd name="csX9483" fmla="*/ 1638987 w 1728164"/>
              <a:gd name="csY9483" fmla="*/ 1114920 h 1114920"/>
              <a:gd name="csX9484" fmla="*/ 1639156 w 1728164"/>
              <a:gd name="csY9484" fmla="*/ 1114920 h 1114920"/>
              <a:gd name="csX9485" fmla="*/ 1639325 w 1728164"/>
              <a:gd name="csY9485" fmla="*/ 1114920 h 1114920"/>
              <a:gd name="csX9486" fmla="*/ 1639503 w 1728164"/>
              <a:gd name="csY9486" fmla="*/ 1114920 h 1114920"/>
              <a:gd name="csX9487" fmla="*/ 1639672 w 1728164"/>
              <a:gd name="csY9487" fmla="*/ 1114920 h 1114920"/>
              <a:gd name="csX9488" fmla="*/ 1639850 w 1728164"/>
              <a:gd name="csY9488" fmla="*/ 1114920 h 1114920"/>
              <a:gd name="csX9489" fmla="*/ 1640019 w 1728164"/>
              <a:gd name="csY9489" fmla="*/ 1114920 h 1114920"/>
              <a:gd name="csX9490" fmla="*/ 1640197 w 1728164"/>
              <a:gd name="csY9490" fmla="*/ 1114920 h 1114920"/>
              <a:gd name="csX9491" fmla="*/ 1640366 w 1728164"/>
              <a:gd name="csY9491" fmla="*/ 1114920 h 1114920"/>
              <a:gd name="csX9492" fmla="*/ 1640535 w 1728164"/>
              <a:gd name="csY9492" fmla="*/ 1114920 h 1114920"/>
              <a:gd name="csX9493" fmla="*/ 1640713 w 1728164"/>
              <a:gd name="csY9493" fmla="*/ 1114920 h 1114920"/>
              <a:gd name="csX9494" fmla="*/ 1640882 w 1728164"/>
              <a:gd name="csY9494" fmla="*/ 1114920 h 1114920"/>
              <a:gd name="csX9495" fmla="*/ 1641060 w 1728164"/>
              <a:gd name="csY9495" fmla="*/ 1114920 h 1114920"/>
              <a:gd name="csX9496" fmla="*/ 1641229 w 1728164"/>
              <a:gd name="csY9496" fmla="*/ 1114920 h 1114920"/>
              <a:gd name="csX9497" fmla="*/ 1641407 w 1728164"/>
              <a:gd name="csY9497" fmla="*/ 1114920 h 1114920"/>
              <a:gd name="csX9498" fmla="*/ 1641576 w 1728164"/>
              <a:gd name="csY9498" fmla="*/ 1114920 h 1114920"/>
              <a:gd name="csX9499" fmla="*/ 1641745 w 1728164"/>
              <a:gd name="csY9499" fmla="*/ 1114920 h 1114920"/>
              <a:gd name="csX9500" fmla="*/ 1641923 w 1728164"/>
              <a:gd name="csY9500" fmla="*/ 1114920 h 1114920"/>
              <a:gd name="csX9501" fmla="*/ 1642092 w 1728164"/>
              <a:gd name="csY9501" fmla="*/ 1114920 h 1114920"/>
              <a:gd name="csX9502" fmla="*/ 1642270 w 1728164"/>
              <a:gd name="csY9502" fmla="*/ 1114920 h 1114920"/>
              <a:gd name="csX9503" fmla="*/ 1642439 w 1728164"/>
              <a:gd name="csY9503" fmla="*/ 1114920 h 1114920"/>
              <a:gd name="csX9504" fmla="*/ 1642608 w 1728164"/>
              <a:gd name="csY9504" fmla="*/ 1114920 h 1114920"/>
              <a:gd name="csX9505" fmla="*/ 1642786 w 1728164"/>
              <a:gd name="csY9505" fmla="*/ 1114920 h 1114920"/>
              <a:gd name="csX9506" fmla="*/ 1642955 w 1728164"/>
              <a:gd name="csY9506" fmla="*/ 1114920 h 1114920"/>
              <a:gd name="csX9507" fmla="*/ 1643132 w 1728164"/>
              <a:gd name="csY9507" fmla="*/ 1114920 h 1114920"/>
              <a:gd name="csX9508" fmla="*/ 1643302 w 1728164"/>
              <a:gd name="csY9508" fmla="*/ 1114920 h 1114920"/>
              <a:gd name="csX9509" fmla="*/ 1643480 w 1728164"/>
              <a:gd name="csY9509" fmla="*/ 1114920 h 1114920"/>
              <a:gd name="csX9510" fmla="*/ 1643649 w 1728164"/>
              <a:gd name="csY9510" fmla="*/ 1114920 h 1114920"/>
              <a:gd name="csX9511" fmla="*/ 1643818 w 1728164"/>
              <a:gd name="csY9511" fmla="*/ 1114920 h 1114920"/>
              <a:gd name="csX9512" fmla="*/ 1643996 w 1728164"/>
              <a:gd name="csY9512" fmla="*/ 1114920 h 1114920"/>
              <a:gd name="csX9513" fmla="*/ 1644165 w 1728164"/>
              <a:gd name="csY9513" fmla="*/ 1114920 h 1114920"/>
              <a:gd name="csX9514" fmla="*/ 1644342 w 1728164"/>
              <a:gd name="csY9514" fmla="*/ 1114920 h 1114920"/>
              <a:gd name="csX9515" fmla="*/ 1644511 w 1728164"/>
              <a:gd name="csY9515" fmla="*/ 1114920 h 1114920"/>
              <a:gd name="csX9516" fmla="*/ 1644689 w 1728164"/>
              <a:gd name="csY9516" fmla="*/ 1114920 h 1114920"/>
              <a:gd name="csX9517" fmla="*/ 1644859 w 1728164"/>
              <a:gd name="csY9517" fmla="*/ 1114920 h 1114920"/>
              <a:gd name="csX9518" fmla="*/ 1645028 w 1728164"/>
              <a:gd name="csY9518" fmla="*/ 1114920 h 1114920"/>
              <a:gd name="csX9519" fmla="*/ 1645205 w 1728164"/>
              <a:gd name="csY9519" fmla="*/ 1114920 h 1114920"/>
              <a:gd name="csX9520" fmla="*/ 1645374 w 1728164"/>
              <a:gd name="csY9520" fmla="*/ 1114920 h 1114920"/>
              <a:gd name="csX9521" fmla="*/ 1645553 w 1728164"/>
              <a:gd name="csY9521" fmla="*/ 1114920 h 1114920"/>
              <a:gd name="csX9522" fmla="*/ 1645721 w 1728164"/>
              <a:gd name="csY9522" fmla="*/ 1114920 h 1114920"/>
              <a:gd name="csX9523" fmla="*/ 1645899 w 1728164"/>
              <a:gd name="csY9523" fmla="*/ 1114920 h 1114920"/>
              <a:gd name="csX9524" fmla="*/ 1646068 w 1728164"/>
              <a:gd name="csY9524" fmla="*/ 1114920 h 1114920"/>
              <a:gd name="csX9525" fmla="*/ 1646237 w 1728164"/>
              <a:gd name="csY9525" fmla="*/ 1114920 h 1114920"/>
              <a:gd name="csX9526" fmla="*/ 1646415 w 1728164"/>
              <a:gd name="csY9526" fmla="*/ 1114920 h 1114920"/>
              <a:gd name="csX9527" fmla="*/ 1646584 w 1728164"/>
              <a:gd name="csY9527" fmla="*/ 1114920 h 1114920"/>
              <a:gd name="csX9528" fmla="*/ 1646762 w 1728164"/>
              <a:gd name="csY9528" fmla="*/ 1114920 h 1114920"/>
              <a:gd name="csX9529" fmla="*/ 1646931 w 1728164"/>
              <a:gd name="csY9529" fmla="*/ 1114920 h 1114920"/>
              <a:gd name="csX9530" fmla="*/ 1647109 w 1728164"/>
              <a:gd name="csY9530" fmla="*/ 1114920 h 1114920"/>
              <a:gd name="csX9531" fmla="*/ 1647278 w 1728164"/>
              <a:gd name="csY9531" fmla="*/ 1114920 h 1114920"/>
              <a:gd name="csX9532" fmla="*/ 1647447 w 1728164"/>
              <a:gd name="csY9532" fmla="*/ 1114920 h 1114920"/>
              <a:gd name="csX9533" fmla="*/ 1647625 w 1728164"/>
              <a:gd name="csY9533" fmla="*/ 1114920 h 1114920"/>
              <a:gd name="csX9534" fmla="*/ 1647794 w 1728164"/>
              <a:gd name="csY9534" fmla="*/ 1114920 h 1114920"/>
              <a:gd name="csX9535" fmla="*/ 1647972 w 1728164"/>
              <a:gd name="csY9535" fmla="*/ 1114920 h 1114920"/>
              <a:gd name="csX9536" fmla="*/ 1648141 w 1728164"/>
              <a:gd name="csY9536" fmla="*/ 1114920 h 1114920"/>
              <a:gd name="csX9537" fmla="*/ 1648319 w 1728164"/>
              <a:gd name="csY9537" fmla="*/ 1114920 h 1114920"/>
              <a:gd name="csX9538" fmla="*/ 1648488 w 1728164"/>
              <a:gd name="csY9538" fmla="*/ 1114920 h 1114920"/>
              <a:gd name="csX9539" fmla="*/ 1648657 w 1728164"/>
              <a:gd name="csY9539" fmla="*/ 1114920 h 1114920"/>
              <a:gd name="csX9540" fmla="*/ 1648835 w 1728164"/>
              <a:gd name="csY9540" fmla="*/ 1114920 h 1114920"/>
              <a:gd name="csX9541" fmla="*/ 1649004 w 1728164"/>
              <a:gd name="csY9541" fmla="*/ 1114920 h 1114920"/>
              <a:gd name="csX9542" fmla="*/ 1649182 w 1728164"/>
              <a:gd name="csY9542" fmla="*/ 1114920 h 1114920"/>
              <a:gd name="csX9543" fmla="*/ 1649351 w 1728164"/>
              <a:gd name="csY9543" fmla="*/ 1114920 h 1114920"/>
              <a:gd name="csX9544" fmla="*/ 1649529 w 1728164"/>
              <a:gd name="csY9544" fmla="*/ 1114920 h 1114920"/>
              <a:gd name="csX9545" fmla="*/ 1649698 w 1728164"/>
              <a:gd name="csY9545" fmla="*/ 1114920 h 1114920"/>
              <a:gd name="csX9546" fmla="*/ 1649867 w 1728164"/>
              <a:gd name="csY9546" fmla="*/ 1114920 h 1114920"/>
              <a:gd name="csX9547" fmla="*/ 1650045 w 1728164"/>
              <a:gd name="csY9547" fmla="*/ 1114920 h 1114920"/>
              <a:gd name="csX9548" fmla="*/ 1650214 w 1728164"/>
              <a:gd name="csY9548" fmla="*/ 1114920 h 1114920"/>
              <a:gd name="csX9549" fmla="*/ 1650392 w 1728164"/>
              <a:gd name="csY9549" fmla="*/ 1114920 h 1114920"/>
              <a:gd name="csX9550" fmla="*/ 1650561 w 1728164"/>
              <a:gd name="csY9550" fmla="*/ 1114920 h 1114920"/>
              <a:gd name="csX9551" fmla="*/ 1650739 w 1728164"/>
              <a:gd name="csY9551" fmla="*/ 1114920 h 1114920"/>
              <a:gd name="csX9552" fmla="*/ 1650908 w 1728164"/>
              <a:gd name="csY9552" fmla="*/ 1114920 h 1114920"/>
              <a:gd name="csX9553" fmla="*/ 1651077 w 1728164"/>
              <a:gd name="csY9553" fmla="*/ 1114920 h 1114920"/>
              <a:gd name="csX9554" fmla="*/ 1651255 w 1728164"/>
              <a:gd name="csY9554" fmla="*/ 1114920 h 1114920"/>
              <a:gd name="csX9555" fmla="*/ 1651424 w 1728164"/>
              <a:gd name="csY9555" fmla="*/ 1114920 h 1114920"/>
              <a:gd name="csX9556" fmla="*/ 1651602 w 1728164"/>
              <a:gd name="csY9556" fmla="*/ 1114920 h 1114920"/>
              <a:gd name="csX9557" fmla="*/ 1651771 w 1728164"/>
              <a:gd name="csY9557" fmla="*/ 1114920 h 1114920"/>
              <a:gd name="csX9558" fmla="*/ 1651949 w 1728164"/>
              <a:gd name="csY9558" fmla="*/ 1114920 h 1114920"/>
              <a:gd name="csX9559" fmla="*/ 1652118 w 1728164"/>
              <a:gd name="csY9559" fmla="*/ 1114920 h 1114920"/>
              <a:gd name="csX9560" fmla="*/ 1652287 w 1728164"/>
              <a:gd name="csY9560" fmla="*/ 1114920 h 1114920"/>
              <a:gd name="csX9561" fmla="*/ 1652465 w 1728164"/>
              <a:gd name="csY9561" fmla="*/ 1114920 h 1114920"/>
              <a:gd name="csX9562" fmla="*/ 1652634 w 1728164"/>
              <a:gd name="csY9562" fmla="*/ 1114920 h 1114920"/>
              <a:gd name="csX9563" fmla="*/ 1652812 w 1728164"/>
              <a:gd name="csY9563" fmla="*/ 1114920 h 1114920"/>
              <a:gd name="csX9564" fmla="*/ 1652981 w 1728164"/>
              <a:gd name="csY9564" fmla="*/ 1114920 h 1114920"/>
              <a:gd name="csX9565" fmla="*/ 1653159 w 1728164"/>
              <a:gd name="csY9565" fmla="*/ 1114920 h 1114920"/>
              <a:gd name="csX9566" fmla="*/ 1653328 w 1728164"/>
              <a:gd name="csY9566" fmla="*/ 1114920 h 1114920"/>
              <a:gd name="csX9567" fmla="*/ 1653497 w 1728164"/>
              <a:gd name="csY9567" fmla="*/ 1114920 h 1114920"/>
              <a:gd name="csX9568" fmla="*/ 1653675 w 1728164"/>
              <a:gd name="csY9568" fmla="*/ 1114920 h 1114920"/>
              <a:gd name="csX9569" fmla="*/ 1653844 w 1728164"/>
              <a:gd name="csY9569" fmla="*/ 1114920 h 1114920"/>
              <a:gd name="csX9570" fmla="*/ 1654022 w 1728164"/>
              <a:gd name="csY9570" fmla="*/ 1114920 h 1114920"/>
              <a:gd name="csX9571" fmla="*/ 1654191 w 1728164"/>
              <a:gd name="csY9571" fmla="*/ 1114920 h 1114920"/>
              <a:gd name="csX9572" fmla="*/ 1654369 w 1728164"/>
              <a:gd name="csY9572" fmla="*/ 1114920 h 1114920"/>
              <a:gd name="csX9573" fmla="*/ 1654538 w 1728164"/>
              <a:gd name="csY9573" fmla="*/ 1114920 h 1114920"/>
              <a:gd name="csX9574" fmla="*/ 1654707 w 1728164"/>
              <a:gd name="csY9574" fmla="*/ 1114920 h 1114920"/>
              <a:gd name="csX9575" fmla="*/ 1654885 w 1728164"/>
              <a:gd name="csY9575" fmla="*/ 1114920 h 1114920"/>
              <a:gd name="csX9576" fmla="*/ 1655054 w 1728164"/>
              <a:gd name="csY9576" fmla="*/ 1114920 h 1114920"/>
              <a:gd name="csX9577" fmla="*/ 1655232 w 1728164"/>
              <a:gd name="csY9577" fmla="*/ 1114920 h 1114920"/>
              <a:gd name="csX9578" fmla="*/ 1655401 w 1728164"/>
              <a:gd name="csY9578" fmla="*/ 1114920 h 1114920"/>
              <a:gd name="csX9579" fmla="*/ 1655579 w 1728164"/>
              <a:gd name="csY9579" fmla="*/ 1114920 h 1114920"/>
              <a:gd name="csX9580" fmla="*/ 1655748 w 1728164"/>
              <a:gd name="csY9580" fmla="*/ 1114920 h 1114920"/>
              <a:gd name="csX9581" fmla="*/ 1655917 w 1728164"/>
              <a:gd name="csY9581" fmla="*/ 1114920 h 1114920"/>
              <a:gd name="csX9582" fmla="*/ 1656095 w 1728164"/>
              <a:gd name="csY9582" fmla="*/ 1114920 h 1114920"/>
              <a:gd name="csX9583" fmla="*/ 1656264 w 1728164"/>
              <a:gd name="csY9583" fmla="*/ 1114920 h 1114920"/>
              <a:gd name="csX9584" fmla="*/ 1656442 w 1728164"/>
              <a:gd name="csY9584" fmla="*/ 1114920 h 1114920"/>
              <a:gd name="csX9585" fmla="*/ 1656611 w 1728164"/>
              <a:gd name="csY9585" fmla="*/ 1114920 h 1114920"/>
              <a:gd name="csX9586" fmla="*/ 1656789 w 1728164"/>
              <a:gd name="csY9586" fmla="*/ 1114920 h 1114920"/>
              <a:gd name="csX9587" fmla="*/ 1656958 w 1728164"/>
              <a:gd name="csY9587" fmla="*/ 1114920 h 1114920"/>
              <a:gd name="csX9588" fmla="*/ 1657127 w 1728164"/>
              <a:gd name="csY9588" fmla="*/ 1114920 h 1114920"/>
              <a:gd name="csX9589" fmla="*/ 1657305 w 1728164"/>
              <a:gd name="csY9589" fmla="*/ 1114920 h 1114920"/>
              <a:gd name="csX9590" fmla="*/ 1657474 w 1728164"/>
              <a:gd name="csY9590" fmla="*/ 1114920 h 1114920"/>
              <a:gd name="csX9591" fmla="*/ 1657652 w 1728164"/>
              <a:gd name="csY9591" fmla="*/ 1114920 h 1114920"/>
              <a:gd name="csX9592" fmla="*/ 1657821 w 1728164"/>
              <a:gd name="csY9592" fmla="*/ 1114920 h 1114920"/>
              <a:gd name="csX9593" fmla="*/ 1657999 w 1728164"/>
              <a:gd name="csY9593" fmla="*/ 1114920 h 1114920"/>
              <a:gd name="csX9594" fmla="*/ 1658168 w 1728164"/>
              <a:gd name="csY9594" fmla="*/ 1114920 h 1114920"/>
              <a:gd name="csX9595" fmla="*/ 1658337 w 1728164"/>
              <a:gd name="csY9595" fmla="*/ 1114920 h 1114920"/>
              <a:gd name="csX9596" fmla="*/ 1658514 w 1728164"/>
              <a:gd name="csY9596" fmla="*/ 1114920 h 1114920"/>
              <a:gd name="csX9597" fmla="*/ 1658683 w 1728164"/>
              <a:gd name="csY9597" fmla="*/ 1114920 h 1114920"/>
              <a:gd name="csX9598" fmla="*/ 1658862 w 1728164"/>
              <a:gd name="csY9598" fmla="*/ 1114920 h 1114920"/>
              <a:gd name="csX9599" fmla="*/ 1659031 w 1728164"/>
              <a:gd name="csY9599" fmla="*/ 1114920 h 1114920"/>
              <a:gd name="csX9600" fmla="*/ 1659208 w 1728164"/>
              <a:gd name="csY9600" fmla="*/ 1114920 h 1114920"/>
              <a:gd name="csX9601" fmla="*/ 1659377 w 1728164"/>
              <a:gd name="csY9601" fmla="*/ 1114920 h 1114920"/>
              <a:gd name="csX9602" fmla="*/ 1659547 w 1728164"/>
              <a:gd name="csY9602" fmla="*/ 1114920 h 1114920"/>
              <a:gd name="csX9603" fmla="*/ 1659724 w 1728164"/>
              <a:gd name="csY9603" fmla="*/ 1114920 h 1114920"/>
              <a:gd name="csX9604" fmla="*/ 1659893 w 1728164"/>
              <a:gd name="csY9604" fmla="*/ 1114920 h 1114920"/>
              <a:gd name="csX9605" fmla="*/ 1660071 w 1728164"/>
              <a:gd name="csY9605" fmla="*/ 1114920 h 1114920"/>
              <a:gd name="csX9606" fmla="*/ 1660240 w 1728164"/>
              <a:gd name="csY9606" fmla="*/ 1114920 h 1114920"/>
              <a:gd name="csX9607" fmla="*/ 1660418 w 1728164"/>
              <a:gd name="csY9607" fmla="*/ 1114920 h 1114920"/>
              <a:gd name="csX9608" fmla="*/ 1660587 w 1728164"/>
              <a:gd name="csY9608" fmla="*/ 1114920 h 1114920"/>
              <a:gd name="csX9609" fmla="*/ 1660756 w 1728164"/>
              <a:gd name="csY9609" fmla="*/ 1114920 h 1114920"/>
              <a:gd name="csX9610" fmla="*/ 1660934 w 1728164"/>
              <a:gd name="csY9610" fmla="*/ 1114920 h 1114920"/>
              <a:gd name="csX9611" fmla="*/ 1661103 w 1728164"/>
              <a:gd name="csY9611" fmla="*/ 1114920 h 1114920"/>
              <a:gd name="csX9612" fmla="*/ 1661281 w 1728164"/>
              <a:gd name="csY9612" fmla="*/ 1114920 h 1114920"/>
              <a:gd name="csX9613" fmla="*/ 1661450 w 1728164"/>
              <a:gd name="csY9613" fmla="*/ 1114920 h 1114920"/>
              <a:gd name="csX9614" fmla="*/ 1661619 w 1728164"/>
              <a:gd name="csY9614" fmla="*/ 1114920 h 1114920"/>
              <a:gd name="csX9615" fmla="*/ 1661797 w 1728164"/>
              <a:gd name="csY9615" fmla="*/ 1114920 h 1114920"/>
              <a:gd name="csX9616" fmla="*/ 1661966 w 1728164"/>
              <a:gd name="csY9616" fmla="*/ 1114920 h 1114920"/>
              <a:gd name="csX9617" fmla="*/ 1662144 w 1728164"/>
              <a:gd name="csY9617" fmla="*/ 1114920 h 1114920"/>
              <a:gd name="csX9618" fmla="*/ 1662313 w 1728164"/>
              <a:gd name="csY9618" fmla="*/ 1114920 h 1114920"/>
              <a:gd name="csX9619" fmla="*/ 1662491 w 1728164"/>
              <a:gd name="csY9619" fmla="*/ 1114920 h 1114920"/>
              <a:gd name="csX9620" fmla="*/ 1662660 w 1728164"/>
              <a:gd name="csY9620" fmla="*/ 1114920 h 1114920"/>
              <a:gd name="csX9621" fmla="*/ 1662829 w 1728164"/>
              <a:gd name="csY9621" fmla="*/ 1114920 h 1114920"/>
              <a:gd name="csX9622" fmla="*/ 1663007 w 1728164"/>
              <a:gd name="csY9622" fmla="*/ 1114920 h 1114920"/>
              <a:gd name="csX9623" fmla="*/ 1663176 w 1728164"/>
              <a:gd name="csY9623" fmla="*/ 1114920 h 1114920"/>
              <a:gd name="csX9624" fmla="*/ 1663354 w 1728164"/>
              <a:gd name="csY9624" fmla="*/ 1114920 h 1114920"/>
              <a:gd name="csX9625" fmla="*/ 1663523 w 1728164"/>
              <a:gd name="csY9625" fmla="*/ 1114920 h 1114920"/>
              <a:gd name="csX9626" fmla="*/ 1663701 w 1728164"/>
              <a:gd name="csY9626" fmla="*/ 1114920 h 1114920"/>
              <a:gd name="csX9627" fmla="*/ 1663870 w 1728164"/>
              <a:gd name="csY9627" fmla="*/ 1114920 h 1114920"/>
              <a:gd name="csX9628" fmla="*/ 1664039 w 1728164"/>
              <a:gd name="csY9628" fmla="*/ 1114920 h 1114920"/>
              <a:gd name="csX9629" fmla="*/ 1664217 w 1728164"/>
              <a:gd name="csY9629" fmla="*/ 1114920 h 1114920"/>
              <a:gd name="csX9630" fmla="*/ 1664386 w 1728164"/>
              <a:gd name="csY9630" fmla="*/ 1114920 h 1114920"/>
              <a:gd name="csX9631" fmla="*/ 1664564 w 1728164"/>
              <a:gd name="csY9631" fmla="*/ 1114920 h 1114920"/>
              <a:gd name="csX9632" fmla="*/ 1664733 w 1728164"/>
              <a:gd name="csY9632" fmla="*/ 1114920 h 1114920"/>
              <a:gd name="csX9633" fmla="*/ 1664911 w 1728164"/>
              <a:gd name="csY9633" fmla="*/ 1114920 h 1114920"/>
              <a:gd name="csX9634" fmla="*/ 1665080 w 1728164"/>
              <a:gd name="csY9634" fmla="*/ 1114920 h 1114920"/>
              <a:gd name="csX9635" fmla="*/ 1665249 w 1728164"/>
              <a:gd name="csY9635" fmla="*/ 1114920 h 1114920"/>
              <a:gd name="csX9636" fmla="*/ 1665427 w 1728164"/>
              <a:gd name="csY9636" fmla="*/ 1114920 h 1114920"/>
              <a:gd name="csX9637" fmla="*/ 1665596 w 1728164"/>
              <a:gd name="csY9637" fmla="*/ 1114920 h 1114920"/>
              <a:gd name="csX9638" fmla="*/ 1665774 w 1728164"/>
              <a:gd name="csY9638" fmla="*/ 1114920 h 1114920"/>
              <a:gd name="csX9639" fmla="*/ 1665943 w 1728164"/>
              <a:gd name="csY9639" fmla="*/ 1114920 h 1114920"/>
              <a:gd name="csX9640" fmla="*/ 1666121 w 1728164"/>
              <a:gd name="csY9640" fmla="*/ 1114920 h 1114920"/>
              <a:gd name="csX9641" fmla="*/ 1666290 w 1728164"/>
              <a:gd name="csY9641" fmla="*/ 1114920 h 1114920"/>
              <a:gd name="csX9642" fmla="*/ 1666459 w 1728164"/>
              <a:gd name="csY9642" fmla="*/ 1114920 h 1114920"/>
              <a:gd name="csX9643" fmla="*/ 1666637 w 1728164"/>
              <a:gd name="csY9643" fmla="*/ 1114920 h 1114920"/>
              <a:gd name="csX9644" fmla="*/ 1666806 w 1728164"/>
              <a:gd name="csY9644" fmla="*/ 1114920 h 1114920"/>
              <a:gd name="csX9645" fmla="*/ 1666984 w 1728164"/>
              <a:gd name="csY9645" fmla="*/ 1114920 h 1114920"/>
              <a:gd name="csX9646" fmla="*/ 1667153 w 1728164"/>
              <a:gd name="csY9646" fmla="*/ 1114920 h 1114920"/>
              <a:gd name="csX9647" fmla="*/ 1667331 w 1728164"/>
              <a:gd name="csY9647" fmla="*/ 1114920 h 1114920"/>
              <a:gd name="csX9648" fmla="*/ 1667500 w 1728164"/>
              <a:gd name="csY9648" fmla="*/ 1114920 h 1114920"/>
              <a:gd name="csX9649" fmla="*/ 1667669 w 1728164"/>
              <a:gd name="csY9649" fmla="*/ 1114920 h 1114920"/>
              <a:gd name="csX9650" fmla="*/ 1667847 w 1728164"/>
              <a:gd name="csY9650" fmla="*/ 1114920 h 1114920"/>
              <a:gd name="csX9651" fmla="*/ 1668016 w 1728164"/>
              <a:gd name="csY9651" fmla="*/ 1114920 h 1114920"/>
              <a:gd name="csX9652" fmla="*/ 1668194 w 1728164"/>
              <a:gd name="csY9652" fmla="*/ 1114920 h 1114920"/>
              <a:gd name="csX9653" fmla="*/ 1668363 w 1728164"/>
              <a:gd name="csY9653" fmla="*/ 1114920 h 1114920"/>
              <a:gd name="csX9654" fmla="*/ 1668541 w 1728164"/>
              <a:gd name="csY9654" fmla="*/ 1114920 h 1114920"/>
              <a:gd name="csX9655" fmla="*/ 1668710 w 1728164"/>
              <a:gd name="csY9655" fmla="*/ 1114920 h 1114920"/>
              <a:gd name="csX9656" fmla="*/ 1668879 w 1728164"/>
              <a:gd name="csY9656" fmla="*/ 1114920 h 1114920"/>
              <a:gd name="csX9657" fmla="*/ 1669057 w 1728164"/>
              <a:gd name="csY9657" fmla="*/ 1114920 h 1114920"/>
              <a:gd name="csX9658" fmla="*/ 1669226 w 1728164"/>
              <a:gd name="csY9658" fmla="*/ 1114920 h 1114920"/>
              <a:gd name="csX9659" fmla="*/ 1669404 w 1728164"/>
              <a:gd name="csY9659" fmla="*/ 1114920 h 1114920"/>
              <a:gd name="csX9660" fmla="*/ 1669573 w 1728164"/>
              <a:gd name="csY9660" fmla="*/ 1114920 h 1114920"/>
              <a:gd name="csX9661" fmla="*/ 1669751 w 1728164"/>
              <a:gd name="csY9661" fmla="*/ 1114920 h 1114920"/>
              <a:gd name="csX9662" fmla="*/ 1669920 w 1728164"/>
              <a:gd name="csY9662" fmla="*/ 1114920 h 1114920"/>
              <a:gd name="csX9663" fmla="*/ 1670089 w 1728164"/>
              <a:gd name="csY9663" fmla="*/ 1114920 h 1114920"/>
              <a:gd name="csX9664" fmla="*/ 1670267 w 1728164"/>
              <a:gd name="csY9664" fmla="*/ 1114920 h 1114920"/>
              <a:gd name="csX9665" fmla="*/ 1670436 w 1728164"/>
              <a:gd name="csY9665" fmla="*/ 1114920 h 1114920"/>
              <a:gd name="csX9666" fmla="*/ 1670614 w 1728164"/>
              <a:gd name="csY9666" fmla="*/ 1114920 h 1114920"/>
              <a:gd name="csX9667" fmla="*/ 1670783 w 1728164"/>
              <a:gd name="csY9667" fmla="*/ 1114920 h 1114920"/>
              <a:gd name="csX9668" fmla="*/ 1670961 w 1728164"/>
              <a:gd name="csY9668" fmla="*/ 1114920 h 1114920"/>
              <a:gd name="csX9669" fmla="*/ 1671130 w 1728164"/>
              <a:gd name="csY9669" fmla="*/ 1114920 h 1114920"/>
              <a:gd name="csX9670" fmla="*/ 1671299 w 1728164"/>
              <a:gd name="csY9670" fmla="*/ 1114920 h 1114920"/>
              <a:gd name="csX9671" fmla="*/ 1671477 w 1728164"/>
              <a:gd name="csY9671" fmla="*/ 1114920 h 1114920"/>
              <a:gd name="csX9672" fmla="*/ 1671646 w 1728164"/>
              <a:gd name="csY9672" fmla="*/ 1114920 h 1114920"/>
              <a:gd name="csX9673" fmla="*/ 1671824 w 1728164"/>
              <a:gd name="csY9673" fmla="*/ 1114920 h 1114920"/>
              <a:gd name="csX9674" fmla="*/ 1671993 w 1728164"/>
              <a:gd name="csY9674" fmla="*/ 1114920 h 1114920"/>
              <a:gd name="csX9675" fmla="*/ 1672171 w 1728164"/>
              <a:gd name="csY9675" fmla="*/ 1114920 h 1114920"/>
              <a:gd name="csX9676" fmla="*/ 1672340 w 1728164"/>
              <a:gd name="csY9676" fmla="*/ 1114920 h 1114920"/>
              <a:gd name="csX9677" fmla="*/ 1672509 w 1728164"/>
              <a:gd name="csY9677" fmla="*/ 1114920 h 1114920"/>
              <a:gd name="csX9678" fmla="*/ 1672687 w 1728164"/>
              <a:gd name="csY9678" fmla="*/ 1114920 h 1114920"/>
              <a:gd name="csX9679" fmla="*/ 1672856 w 1728164"/>
              <a:gd name="csY9679" fmla="*/ 1114920 h 1114920"/>
              <a:gd name="csX9680" fmla="*/ 1673034 w 1728164"/>
              <a:gd name="csY9680" fmla="*/ 1114920 h 1114920"/>
              <a:gd name="csX9681" fmla="*/ 1673203 w 1728164"/>
              <a:gd name="csY9681" fmla="*/ 1114920 h 1114920"/>
              <a:gd name="csX9682" fmla="*/ 1673380 w 1728164"/>
              <a:gd name="csY9682" fmla="*/ 1114920 h 1114920"/>
              <a:gd name="csX9683" fmla="*/ 1673550 w 1728164"/>
              <a:gd name="csY9683" fmla="*/ 1114920 h 1114920"/>
              <a:gd name="csX9684" fmla="*/ 1673719 w 1728164"/>
              <a:gd name="csY9684" fmla="*/ 1114920 h 1114920"/>
              <a:gd name="csX9685" fmla="*/ 1673896 w 1728164"/>
              <a:gd name="csY9685" fmla="*/ 1114920 h 1114920"/>
              <a:gd name="csX9686" fmla="*/ 1674065 w 1728164"/>
              <a:gd name="csY9686" fmla="*/ 1114920 h 1114920"/>
              <a:gd name="csX9687" fmla="*/ 1674244 w 1728164"/>
              <a:gd name="csY9687" fmla="*/ 1114920 h 1114920"/>
              <a:gd name="csX9688" fmla="*/ 1674413 w 1728164"/>
              <a:gd name="csY9688" fmla="*/ 1114920 h 1114920"/>
              <a:gd name="csX9689" fmla="*/ 1674590 w 1728164"/>
              <a:gd name="csY9689" fmla="*/ 1114920 h 1114920"/>
              <a:gd name="csX9690" fmla="*/ 1674759 w 1728164"/>
              <a:gd name="csY9690" fmla="*/ 1114920 h 1114920"/>
              <a:gd name="csX9691" fmla="*/ 1674928 w 1728164"/>
              <a:gd name="csY9691" fmla="*/ 1114920 h 1114920"/>
              <a:gd name="csX9692" fmla="*/ 1675106 w 1728164"/>
              <a:gd name="csY9692" fmla="*/ 1114920 h 1114920"/>
              <a:gd name="csX9693" fmla="*/ 1675275 w 1728164"/>
              <a:gd name="csY9693" fmla="*/ 1114920 h 1114920"/>
              <a:gd name="csX9694" fmla="*/ 1675453 w 1728164"/>
              <a:gd name="csY9694" fmla="*/ 1114920 h 1114920"/>
              <a:gd name="csX9695" fmla="*/ 1675622 w 1728164"/>
              <a:gd name="csY9695" fmla="*/ 1114920 h 1114920"/>
              <a:gd name="csX9696" fmla="*/ 1675800 w 1728164"/>
              <a:gd name="csY9696" fmla="*/ 1114920 h 1114920"/>
              <a:gd name="csX9697" fmla="*/ 1675969 w 1728164"/>
              <a:gd name="csY9697" fmla="*/ 1114920 h 1114920"/>
              <a:gd name="csX9698" fmla="*/ 1676138 w 1728164"/>
              <a:gd name="csY9698" fmla="*/ 1114920 h 1114920"/>
              <a:gd name="csX9699" fmla="*/ 1676316 w 1728164"/>
              <a:gd name="csY9699" fmla="*/ 1114920 h 1114920"/>
              <a:gd name="csX9700" fmla="*/ 1676485 w 1728164"/>
              <a:gd name="csY9700" fmla="*/ 1114920 h 1114920"/>
              <a:gd name="csX9701" fmla="*/ 1676663 w 1728164"/>
              <a:gd name="csY9701" fmla="*/ 1114920 h 1114920"/>
              <a:gd name="csX9702" fmla="*/ 1676832 w 1728164"/>
              <a:gd name="csY9702" fmla="*/ 1114920 h 1114920"/>
              <a:gd name="csX9703" fmla="*/ 1677010 w 1728164"/>
              <a:gd name="csY9703" fmla="*/ 1114920 h 1114920"/>
              <a:gd name="csX9704" fmla="*/ 1677179 w 1728164"/>
              <a:gd name="csY9704" fmla="*/ 1114920 h 1114920"/>
              <a:gd name="csX9705" fmla="*/ 1677348 w 1728164"/>
              <a:gd name="csY9705" fmla="*/ 1114920 h 1114920"/>
              <a:gd name="csX9706" fmla="*/ 1677526 w 1728164"/>
              <a:gd name="csY9706" fmla="*/ 1114920 h 1114920"/>
              <a:gd name="csX9707" fmla="*/ 1677695 w 1728164"/>
              <a:gd name="csY9707" fmla="*/ 1114920 h 1114920"/>
              <a:gd name="csX9708" fmla="*/ 1677873 w 1728164"/>
              <a:gd name="csY9708" fmla="*/ 1114920 h 1114920"/>
              <a:gd name="csX9709" fmla="*/ 1678042 w 1728164"/>
              <a:gd name="csY9709" fmla="*/ 1114920 h 1114920"/>
              <a:gd name="csX9710" fmla="*/ 1678220 w 1728164"/>
              <a:gd name="csY9710" fmla="*/ 1114920 h 1114920"/>
              <a:gd name="csX9711" fmla="*/ 1678389 w 1728164"/>
              <a:gd name="csY9711" fmla="*/ 1114920 h 1114920"/>
              <a:gd name="csX9712" fmla="*/ 1678558 w 1728164"/>
              <a:gd name="csY9712" fmla="*/ 1114920 h 1114920"/>
              <a:gd name="csX9713" fmla="*/ 1678736 w 1728164"/>
              <a:gd name="csY9713" fmla="*/ 1114920 h 1114920"/>
              <a:gd name="csX9714" fmla="*/ 1678905 w 1728164"/>
              <a:gd name="csY9714" fmla="*/ 1114920 h 1114920"/>
              <a:gd name="csX9715" fmla="*/ 1679083 w 1728164"/>
              <a:gd name="csY9715" fmla="*/ 1114920 h 1114920"/>
              <a:gd name="csX9716" fmla="*/ 1679252 w 1728164"/>
              <a:gd name="csY9716" fmla="*/ 1114920 h 1114920"/>
              <a:gd name="csX9717" fmla="*/ 1679430 w 1728164"/>
              <a:gd name="csY9717" fmla="*/ 1114920 h 1114920"/>
              <a:gd name="csX9718" fmla="*/ 1679599 w 1728164"/>
              <a:gd name="csY9718" fmla="*/ 1114920 h 1114920"/>
              <a:gd name="csX9719" fmla="*/ 1679768 w 1728164"/>
              <a:gd name="csY9719" fmla="*/ 1114920 h 1114920"/>
              <a:gd name="csX9720" fmla="*/ 1679946 w 1728164"/>
              <a:gd name="csY9720" fmla="*/ 1114920 h 1114920"/>
              <a:gd name="csX9721" fmla="*/ 1680115 w 1728164"/>
              <a:gd name="csY9721" fmla="*/ 1114920 h 1114920"/>
              <a:gd name="csX9722" fmla="*/ 1680293 w 1728164"/>
              <a:gd name="csY9722" fmla="*/ 1114920 h 1114920"/>
              <a:gd name="csX9723" fmla="*/ 1680462 w 1728164"/>
              <a:gd name="csY9723" fmla="*/ 1114920 h 1114920"/>
              <a:gd name="csX9724" fmla="*/ 1680631 w 1728164"/>
              <a:gd name="csY9724" fmla="*/ 1114920 h 1114920"/>
              <a:gd name="csX9725" fmla="*/ 1680809 w 1728164"/>
              <a:gd name="csY9725" fmla="*/ 1114920 h 1114920"/>
              <a:gd name="csX9726" fmla="*/ 1680978 w 1728164"/>
              <a:gd name="csY9726" fmla="*/ 1114920 h 1114920"/>
              <a:gd name="csX9727" fmla="*/ 1681156 w 1728164"/>
              <a:gd name="csY9727" fmla="*/ 1114920 h 1114920"/>
              <a:gd name="csX9728" fmla="*/ 1681325 w 1728164"/>
              <a:gd name="csY9728" fmla="*/ 1114920 h 1114920"/>
              <a:gd name="csX9729" fmla="*/ 1681503 w 1728164"/>
              <a:gd name="csY9729" fmla="*/ 1114920 h 1114920"/>
              <a:gd name="csX9730" fmla="*/ 1681672 w 1728164"/>
              <a:gd name="csY9730" fmla="*/ 1114920 h 1114920"/>
              <a:gd name="csX9731" fmla="*/ 1681841 w 1728164"/>
              <a:gd name="csY9731" fmla="*/ 1114920 h 1114920"/>
              <a:gd name="csX9732" fmla="*/ 1682019 w 1728164"/>
              <a:gd name="csY9732" fmla="*/ 1114920 h 1114920"/>
              <a:gd name="csX9733" fmla="*/ 1682188 w 1728164"/>
              <a:gd name="csY9733" fmla="*/ 1114920 h 1114920"/>
              <a:gd name="csX9734" fmla="*/ 1682366 w 1728164"/>
              <a:gd name="csY9734" fmla="*/ 1114920 h 1114920"/>
              <a:gd name="csX9735" fmla="*/ 1682535 w 1728164"/>
              <a:gd name="csY9735" fmla="*/ 1114920 h 1114920"/>
              <a:gd name="csX9736" fmla="*/ 1682713 w 1728164"/>
              <a:gd name="csY9736" fmla="*/ 1114920 h 1114920"/>
              <a:gd name="csX9737" fmla="*/ 1682882 w 1728164"/>
              <a:gd name="csY9737" fmla="*/ 1114920 h 1114920"/>
              <a:gd name="csX9738" fmla="*/ 1683051 w 1728164"/>
              <a:gd name="csY9738" fmla="*/ 1114920 h 1114920"/>
              <a:gd name="csX9739" fmla="*/ 1683229 w 1728164"/>
              <a:gd name="csY9739" fmla="*/ 1114920 h 1114920"/>
              <a:gd name="csX9740" fmla="*/ 1683398 w 1728164"/>
              <a:gd name="csY9740" fmla="*/ 1114920 h 1114920"/>
              <a:gd name="csX9741" fmla="*/ 1683576 w 1728164"/>
              <a:gd name="csY9741" fmla="*/ 1114920 h 1114920"/>
              <a:gd name="csX9742" fmla="*/ 1683745 w 1728164"/>
              <a:gd name="csY9742" fmla="*/ 1114920 h 1114920"/>
              <a:gd name="csX9743" fmla="*/ 1683923 w 1728164"/>
              <a:gd name="csY9743" fmla="*/ 1114920 h 1114920"/>
              <a:gd name="csX9744" fmla="*/ 1684092 w 1728164"/>
              <a:gd name="csY9744" fmla="*/ 1114920 h 1114920"/>
              <a:gd name="csX9745" fmla="*/ 1684261 w 1728164"/>
              <a:gd name="csY9745" fmla="*/ 1114920 h 1114920"/>
              <a:gd name="csX9746" fmla="*/ 1684439 w 1728164"/>
              <a:gd name="csY9746" fmla="*/ 1114920 h 1114920"/>
              <a:gd name="csX9747" fmla="*/ 1684608 w 1728164"/>
              <a:gd name="csY9747" fmla="*/ 1114920 h 1114920"/>
              <a:gd name="csX9748" fmla="*/ 1684786 w 1728164"/>
              <a:gd name="csY9748" fmla="*/ 1114920 h 1114920"/>
              <a:gd name="csX9749" fmla="*/ 1684955 w 1728164"/>
              <a:gd name="csY9749" fmla="*/ 1114920 h 1114920"/>
              <a:gd name="csX9750" fmla="*/ 1685133 w 1728164"/>
              <a:gd name="csY9750" fmla="*/ 1114920 h 1114920"/>
              <a:gd name="csX9751" fmla="*/ 1685302 w 1728164"/>
              <a:gd name="csY9751" fmla="*/ 1114920 h 1114920"/>
              <a:gd name="csX9752" fmla="*/ 1685471 w 1728164"/>
              <a:gd name="csY9752" fmla="*/ 1114920 h 1114920"/>
              <a:gd name="csX9753" fmla="*/ 1685649 w 1728164"/>
              <a:gd name="csY9753" fmla="*/ 1114920 h 1114920"/>
              <a:gd name="csX9754" fmla="*/ 1685818 w 1728164"/>
              <a:gd name="csY9754" fmla="*/ 1114920 h 1114920"/>
              <a:gd name="csX9755" fmla="*/ 1685996 w 1728164"/>
              <a:gd name="csY9755" fmla="*/ 1114920 h 1114920"/>
              <a:gd name="csX9756" fmla="*/ 1686165 w 1728164"/>
              <a:gd name="csY9756" fmla="*/ 1114920 h 1114920"/>
              <a:gd name="csX9757" fmla="*/ 1686343 w 1728164"/>
              <a:gd name="csY9757" fmla="*/ 1114920 h 1114920"/>
              <a:gd name="csX9758" fmla="*/ 1686512 w 1728164"/>
              <a:gd name="csY9758" fmla="*/ 1114920 h 1114920"/>
              <a:gd name="csX9759" fmla="*/ 1686681 w 1728164"/>
              <a:gd name="csY9759" fmla="*/ 1114920 h 1114920"/>
              <a:gd name="csX9760" fmla="*/ 1686859 w 1728164"/>
              <a:gd name="csY9760" fmla="*/ 1114920 h 1114920"/>
              <a:gd name="csX9761" fmla="*/ 1687028 w 1728164"/>
              <a:gd name="csY9761" fmla="*/ 1114920 h 1114920"/>
              <a:gd name="csX9762" fmla="*/ 1687206 w 1728164"/>
              <a:gd name="csY9762" fmla="*/ 1114920 h 1114920"/>
              <a:gd name="csX9763" fmla="*/ 1687375 w 1728164"/>
              <a:gd name="csY9763" fmla="*/ 1114920 h 1114920"/>
              <a:gd name="csX9764" fmla="*/ 1687553 w 1728164"/>
              <a:gd name="csY9764" fmla="*/ 1114920 h 1114920"/>
              <a:gd name="csX9765" fmla="*/ 1687722 w 1728164"/>
              <a:gd name="csY9765" fmla="*/ 1114920 h 1114920"/>
              <a:gd name="csX9766" fmla="*/ 1687891 w 1728164"/>
              <a:gd name="csY9766" fmla="*/ 1114920 h 1114920"/>
              <a:gd name="csX9767" fmla="*/ 1688068 w 1728164"/>
              <a:gd name="csY9767" fmla="*/ 1114920 h 1114920"/>
              <a:gd name="csX9768" fmla="*/ 1688238 w 1728164"/>
              <a:gd name="csY9768" fmla="*/ 1114920 h 1114920"/>
              <a:gd name="csX9769" fmla="*/ 1688416 w 1728164"/>
              <a:gd name="csY9769" fmla="*/ 1114920 h 1114920"/>
              <a:gd name="csX9770" fmla="*/ 1688585 w 1728164"/>
              <a:gd name="csY9770" fmla="*/ 1114920 h 1114920"/>
              <a:gd name="csX9771" fmla="*/ 1688762 w 1728164"/>
              <a:gd name="csY9771" fmla="*/ 1114920 h 1114920"/>
              <a:gd name="csX9772" fmla="*/ 1688931 w 1728164"/>
              <a:gd name="csY9772" fmla="*/ 1114920 h 1114920"/>
              <a:gd name="csX9773" fmla="*/ 1689101 w 1728164"/>
              <a:gd name="csY9773" fmla="*/ 1114920 h 1114920"/>
              <a:gd name="csX9774" fmla="*/ 1689278 w 1728164"/>
              <a:gd name="csY9774" fmla="*/ 1114920 h 1114920"/>
              <a:gd name="csX9775" fmla="*/ 1689447 w 1728164"/>
              <a:gd name="csY9775" fmla="*/ 1114920 h 1114920"/>
              <a:gd name="csX9776" fmla="*/ 1689625 w 1728164"/>
              <a:gd name="csY9776" fmla="*/ 1114920 h 1114920"/>
              <a:gd name="csX9777" fmla="*/ 1689795 w 1728164"/>
              <a:gd name="csY9777" fmla="*/ 1114920 h 1114920"/>
              <a:gd name="csX9778" fmla="*/ 1689972 w 1728164"/>
              <a:gd name="csY9778" fmla="*/ 1114920 h 1114920"/>
              <a:gd name="csX9779" fmla="*/ 1690141 w 1728164"/>
              <a:gd name="csY9779" fmla="*/ 1114920 h 1114920"/>
              <a:gd name="csX9780" fmla="*/ 1690310 w 1728164"/>
              <a:gd name="csY9780" fmla="*/ 1114920 h 1114920"/>
              <a:gd name="csX9781" fmla="*/ 1690488 w 1728164"/>
              <a:gd name="csY9781" fmla="*/ 1114920 h 1114920"/>
              <a:gd name="csX9782" fmla="*/ 1690657 w 1728164"/>
              <a:gd name="csY9782" fmla="*/ 1114920 h 1114920"/>
              <a:gd name="csX9783" fmla="*/ 1690835 w 1728164"/>
              <a:gd name="csY9783" fmla="*/ 1114920 h 1114920"/>
              <a:gd name="csX9784" fmla="*/ 1691004 w 1728164"/>
              <a:gd name="csY9784" fmla="*/ 1114920 h 1114920"/>
              <a:gd name="csX9785" fmla="*/ 1691182 w 1728164"/>
              <a:gd name="csY9785" fmla="*/ 1114920 h 1114920"/>
              <a:gd name="csX9786" fmla="*/ 1691351 w 1728164"/>
              <a:gd name="csY9786" fmla="*/ 1114920 h 1114920"/>
              <a:gd name="csX9787" fmla="*/ 1691520 w 1728164"/>
              <a:gd name="csY9787" fmla="*/ 1114920 h 1114920"/>
              <a:gd name="csX9788" fmla="*/ 1691698 w 1728164"/>
              <a:gd name="csY9788" fmla="*/ 1114920 h 1114920"/>
              <a:gd name="csX9789" fmla="*/ 1691867 w 1728164"/>
              <a:gd name="csY9789" fmla="*/ 1114920 h 1114920"/>
              <a:gd name="csX9790" fmla="*/ 1692045 w 1728164"/>
              <a:gd name="csY9790" fmla="*/ 1114920 h 1114920"/>
              <a:gd name="csX9791" fmla="*/ 1692214 w 1728164"/>
              <a:gd name="csY9791" fmla="*/ 1114920 h 1114920"/>
              <a:gd name="csX9792" fmla="*/ 1692392 w 1728164"/>
              <a:gd name="csY9792" fmla="*/ 1114920 h 1114920"/>
              <a:gd name="csX9793" fmla="*/ 1692561 w 1728164"/>
              <a:gd name="csY9793" fmla="*/ 1114920 h 1114920"/>
              <a:gd name="csX9794" fmla="*/ 1692730 w 1728164"/>
              <a:gd name="csY9794" fmla="*/ 1114920 h 1114920"/>
              <a:gd name="csX9795" fmla="*/ 1692908 w 1728164"/>
              <a:gd name="csY9795" fmla="*/ 1114920 h 1114920"/>
              <a:gd name="csX9796" fmla="*/ 1693077 w 1728164"/>
              <a:gd name="csY9796" fmla="*/ 1114920 h 1114920"/>
              <a:gd name="csX9797" fmla="*/ 1693255 w 1728164"/>
              <a:gd name="csY9797" fmla="*/ 1114920 h 1114920"/>
              <a:gd name="csX9798" fmla="*/ 1693424 w 1728164"/>
              <a:gd name="csY9798" fmla="*/ 1114920 h 1114920"/>
              <a:gd name="csX9799" fmla="*/ 1693602 w 1728164"/>
              <a:gd name="csY9799" fmla="*/ 1114920 h 1114920"/>
              <a:gd name="csX9800" fmla="*/ 1693771 w 1728164"/>
              <a:gd name="csY9800" fmla="*/ 1114920 h 1114920"/>
              <a:gd name="csX9801" fmla="*/ 1693940 w 1728164"/>
              <a:gd name="csY9801" fmla="*/ 1114920 h 1114920"/>
              <a:gd name="csX9802" fmla="*/ 1694118 w 1728164"/>
              <a:gd name="csY9802" fmla="*/ 1114920 h 1114920"/>
              <a:gd name="csX9803" fmla="*/ 1694287 w 1728164"/>
              <a:gd name="csY9803" fmla="*/ 1114920 h 1114920"/>
              <a:gd name="csX9804" fmla="*/ 1694465 w 1728164"/>
              <a:gd name="csY9804" fmla="*/ 1114920 h 1114920"/>
              <a:gd name="csX9805" fmla="*/ 1694634 w 1728164"/>
              <a:gd name="csY9805" fmla="*/ 1114920 h 1114920"/>
              <a:gd name="csX9806" fmla="*/ 1694812 w 1728164"/>
              <a:gd name="csY9806" fmla="*/ 1114920 h 1114920"/>
              <a:gd name="csX9807" fmla="*/ 1694981 w 1728164"/>
              <a:gd name="csY9807" fmla="*/ 1114920 h 1114920"/>
              <a:gd name="csX9808" fmla="*/ 1695150 w 1728164"/>
              <a:gd name="csY9808" fmla="*/ 1114920 h 1114920"/>
              <a:gd name="csX9809" fmla="*/ 1695328 w 1728164"/>
              <a:gd name="csY9809" fmla="*/ 1114920 h 1114920"/>
              <a:gd name="csX9810" fmla="*/ 1695497 w 1728164"/>
              <a:gd name="csY9810" fmla="*/ 1114920 h 1114920"/>
              <a:gd name="csX9811" fmla="*/ 1695675 w 1728164"/>
              <a:gd name="csY9811" fmla="*/ 1114920 h 1114920"/>
              <a:gd name="csX9812" fmla="*/ 1695844 w 1728164"/>
              <a:gd name="csY9812" fmla="*/ 1114920 h 1114920"/>
              <a:gd name="csX9813" fmla="*/ 1696022 w 1728164"/>
              <a:gd name="csY9813" fmla="*/ 1114920 h 1114920"/>
              <a:gd name="csX9814" fmla="*/ 1696191 w 1728164"/>
              <a:gd name="csY9814" fmla="*/ 1114920 h 1114920"/>
              <a:gd name="csX9815" fmla="*/ 1696360 w 1728164"/>
              <a:gd name="csY9815" fmla="*/ 1114920 h 1114920"/>
              <a:gd name="csX9816" fmla="*/ 1696538 w 1728164"/>
              <a:gd name="csY9816" fmla="*/ 1114920 h 1114920"/>
              <a:gd name="csX9817" fmla="*/ 1696707 w 1728164"/>
              <a:gd name="csY9817" fmla="*/ 1114920 h 1114920"/>
              <a:gd name="csX9818" fmla="*/ 1696885 w 1728164"/>
              <a:gd name="csY9818" fmla="*/ 1114920 h 1114920"/>
              <a:gd name="csX9819" fmla="*/ 1697054 w 1728164"/>
              <a:gd name="csY9819" fmla="*/ 1114920 h 1114920"/>
              <a:gd name="csX9820" fmla="*/ 1697232 w 1728164"/>
              <a:gd name="csY9820" fmla="*/ 1114920 h 1114920"/>
              <a:gd name="csX9821" fmla="*/ 1697401 w 1728164"/>
              <a:gd name="csY9821" fmla="*/ 1114920 h 1114920"/>
              <a:gd name="csX9822" fmla="*/ 1697570 w 1728164"/>
              <a:gd name="csY9822" fmla="*/ 1114920 h 1114920"/>
              <a:gd name="csX9823" fmla="*/ 1697748 w 1728164"/>
              <a:gd name="csY9823" fmla="*/ 1114920 h 1114920"/>
              <a:gd name="csX9824" fmla="*/ 1697917 w 1728164"/>
              <a:gd name="csY9824" fmla="*/ 1114920 h 1114920"/>
              <a:gd name="csX9825" fmla="*/ 1698095 w 1728164"/>
              <a:gd name="csY9825" fmla="*/ 1114920 h 1114920"/>
              <a:gd name="csX9826" fmla="*/ 1698264 w 1728164"/>
              <a:gd name="csY9826" fmla="*/ 1114920 h 1114920"/>
              <a:gd name="csX9827" fmla="*/ 1698442 w 1728164"/>
              <a:gd name="csY9827" fmla="*/ 1114920 h 1114920"/>
              <a:gd name="csX9828" fmla="*/ 1698611 w 1728164"/>
              <a:gd name="csY9828" fmla="*/ 1114920 h 1114920"/>
              <a:gd name="csX9829" fmla="*/ 1698780 w 1728164"/>
              <a:gd name="csY9829" fmla="*/ 1114920 h 1114920"/>
              <a:gd name="csX9830" fmla="*/ 1698958 w 1728164"/>
              <a:gd name="csY9830" fmla="*/ 1114920 h 1114920"/>
              <a:gd name="csX9831" fmla="*/ 1699127 w 1728164"/>
              <a:gd name="csY9831" fmla="*/ 1114920 h 1114920"/>
              <a:gd name="csX9832" fmla="*/ 1699305 w 1728164"/>
              <a:gd name="csY9832" fmla="*/ 1114920 h 1114920"/>
              <a:gd name="csX9833" fmla="*/ 1699474 w 1728164"/>
              <a:gd name="csY9833" fmla="*/ 1114920 h 1114920"/>
              <a:gd name="csX9834" fmla="*/ 1699643 w 1728164"/>
              <a:gd name="csY9834" fmla="*/ 1114920 h 1114920"/>
              <a:gd name="csX9835" fmla="*/ 1699821 w 1728164"/>
              <a:gd name="csY9835" fmla="*/ 1114920 h 1114920"/>
              <a:gd name="csX9836" fmla="*/ 1699990 w 1728164"/>
              <a:gd name="csY9836" fmla="*/ 1114920 h 1114920"/>
              <a:gd name="csX9837" fmla="*/ 1700168 w 1728164"/>
              <a:gd name="csY9837" fmla="*/ 1114920 h 1114920"/>
              <a:gd name="csX9838" fmla="*/ 1700337 w 1728164"/>
              <a:gd name="csY9838" fmla="*/ 1114920 h 1114920"/>
              <a:gd name="csX9839" fmla="*/ 1700515 w 1728164"/>
              <a:gd name="csY9839" fmla="*/ 1114920 h 1114920"/>
              <a:gd name="csX9840" fmla="*/ 1700684 w 1728164"/>
              <a:gd name="csY9840" fmla="*/ 1114920 h 1114920"/>
              <a:gd name="csX9841" fmla="*/ 1700853 w 1728164"/>
              <a:gd name="csY9841" fmla="*/ 1114920 h 1114920"/>
              <a:gd name="csX9842" fmla="*/ 1701031 w 1728164"/>
              <a:gd name="csY9842" fmla="*/ 1114920 h 1114920"/>
              <a:gd name="csX9843" fmla="*/ 1701200 w 1728164"/>
              <a:gd name="csY9843" fmla="*/ 1114920 h 1114920"/>
              <a:gd name="csX9844" fmla="*/ 1701378 w 1728164"/>
              <a:gd name="csY9844" fmla="*/ 1114920 h 1114920"/>
              <a:gd name="csX9845" fmla="*/ 1701547 w 1728164"/>
              <a:gd name="csY9845" fmla="*/ 1114920 h 1114920"/>
              <a:gd name="csX9846" fmla="*/ 1701725 w 1728164"/>
              <a:gd name="csY9846" fmla="*/ 1114920 h 1114920"/>
              <a:gd name="csX9847" fmla="*/ 1701894 w 1728164"/>
              <a:gd name="csY9847" fmla="*/ 1114920 h 1114920"/>
              <a:gd name="csX9848" fmla="*/ 1702063 w 1728164"/>
              <a:gd name="csY9848" fmla="*/ 1114920 h 1114920"/>
              <a:gd name="csX9849" fmla="*/ 1702241 w 1728164"/>
              <a:gd name="csY9849" fmla="*/ 1114920 h 1114920"/>
              <a:gd name="csX9850" fmla="*/ 1702410 w 1728164"/>
              <a:gd name="csY9850" fmla="*/ 1114920 h 1114920"/>
              <a:gd name="csX9851" fmla="*/ 1702588 w 1728164"/>
              <a:gd name="csY9851" fmla="*/ 1114920 h 1114920"/>
              <a:gd name="csX9852" fmla="*/ 1702757 w 1728164"/>
              <a:gd name="csY9852" fmla="*/ 1114920 h 1114920"/>
              <a:gd name="csX9853" fmla="*/ 1702935 w 1728164"/>
              <a:gd name="csY9853" fmla="*/ 1114920 h 1114920"/>
              <a:gd name="csX9854" fmla="*/ 1703104 w 1728164"/>
              <a:gd name="csY9854" fmla="*/ 1114920 h 1114920"/>
              <a:gd name="csX9855" fmla="*/ 1703273 w 1728164"/>
              <a:gd name="csY9855" fmla="*/ 1114920 h 1114920"/>
              <a:gd name="csX9856" fmla="*/ 1703450 w 1728164"/>
              <a:gd name="csY9856" fmla="*/ 1114920 h 1114920"/>
              <a:gd name="csX9857" fmla="*/ 1703619 w 1728164"/>
              <a:gd name="csY9857" fmla="*/ 1114920 h 1114920"/>
              <a:gd name="csX9858" fmla="*/ 1703798 w 1728164"/>
              <a:gd name="csY9858" fmla="*/ 1114920 h 1114920"/>
              <a:gd name="csX9859" fmla="*/ 1703967 w 1728164"/>
              <a:gd name="csY9859" fmla="*/ 1114920 h 1114920"/>
              <a:gd name="csX9860" fmla="*/ 1704144 w 1728164"/>
              <a:gd name="csY9860" fmla="*/ 1114920 h 1114920"/>
              <a:gd name="csX9861" fmla="*/ 1704313 w 1728164"/>
              <a:gd name="csY9861" fmla="*/ 1114920 h 1114920"/>
              <a:gd name="csX9862" fmla="*/ 1704483 w 1728164"/>
              <a:gd name="csY9862" fmla="*/ 1114920 h 1114920"/>
              <a:gd name="csX9863" fmla="*/ 1704660 w 1728164"/>
              <a:gd name="csY9863" fmla="*/ 1114920 h 1114920"/>
              <a:gd name="csX9864" fmla="*/ 1704829 w 1728164"/>
              <a:gd name="csY9864" fmla="*/ 1114920 h 1114920"/>
              <a:gd name="csX9865" fmla="*/ 1705007 w 1728164"/>
              <a:gd name="csY9865" fmla="*/ 1114920 h 1114920"/>
              <a:gd name="csX9866" fmla="*/ 1705176 w 1728164"/>
              <a:gd name="csY9866" fmla="*/ 1114920 h 1114920"/>
              <a:gd name="csX9867" fmla="*/ 1705354 w 1728164"/>
              <a:gd name="csY9867" fmla="*/ 1114920 h 1114920"/>
              <a:gd name="csX9868" fmla="*/ 1705523 w 1728164"/>
              <a:gd name="csY9868" fmla="*/ 1114920 h 1114920"/>
              <a:gd name="csX9869" fmla="*/ 1705692 w 1728164"/>
              <a:gd name="csY9869" fmla="*/ 1114920 h 1114920"/>
              <a:gd name="csX9870" fmla="*/ 1705870 w 1728164"/>
              <a:gd name="csY9870" fmla="*/ 1114920 h 1114920"/>
              <a:gd name="csX9871" fmla="*/ 1706039 w 1728164"/>
              <a:gd name="csY9871" fmla="*/ 1114920 h 1114920"/>
              <a:gd name="csX9872" fmla="*/ 1706217 w 1728164"/>
              <a:gd name="csY9872" fmla="*/ 1114920 h 1114920"/>
              <a:gd name="csX9873" fmla="*/ 1706386 w 1728164"/>
              <a:gd name="csY9873" fmla="*/ 1114920 h 1114920"/>
              <a:gd name="csX9874" fmla="*/ 1706564 w 1728164"/>
              <a:gd name="csY9874" fmla="*/ 1114920 h 1114920"/>
              <a:gd name="csX9875" fmla="*/ 1706733 w 1728164"/>
              <a:gd name="csY9875" fmla="*/ 1114920 h 1114920"/>
              <a:gd name="csX9876" fmla="*/ 1706902 w 1728164"/>
              <a:gd name="csY9876" fmla="*/ 1114920 h 1114920"/>
              <a:gd name="csX9877" fmla="*/ 1707080 w 1728164"/>
              <a:gd name="csY9877" fmla="*/ 1114920 h 1114920"/>
              <a:gd name="csX9878" fmla="*/ 1707249 w 1728164"/>
              <a:gd name="csY9878" fmla="*/ 1114920 h 1114920"/>
              <a:gd name="csX9879" fmla="*/ 1707427 w 1728164"/>
              <a:gd name="csY9879" fmla="*/ 1114920 h 1114920"/>
              <a:gd name="csX9880" fmla="*/ 1707596 w 1728164"/>
              <a:gd name="csY9880" fmla="*/ 1114920 h 1114920"/>
              <a:gd name="csX9881" fmla="*/ 1707774 w 1728164"/>
              <a:gd name="csY9881" fmla="*/ 1114920 h 1114920"/>
              <a:gd name="csX9882" fmla="*/ 1707943 w 1728164"/>
              <a:gd name="csY9882" fmla="*/ 1114920 h 1114920"/>
              <a:gd name="csX9883" fmla="*/ 1708112 w 1728164"/>
              <a:gd name="csY9883" fmla="*/ 1114920 h 1114920"/>
              <a:gd name="csX9884" fmla="*/ 1708290 w 1728164"/>
              <a:gd name="csY9884" fmla="*/ 1114920 h 1114920"/>
              <a:gd name="csX9885" fmla="*/ 1708459 w 1728164"/>
              <a:gd name="csY9885" fmla="*/ 1114920 h 1114920"/>
              <a:gd name="csX9886" fmla="*/ 1708637 w 1728164"/>
              <a:gd name="csY9886" fmla="*/ 1114920 h 1114920"/>
              <a:gd name="csX9887" fmla="*/ 1708806 w 1728164"/>
              <a:gd name="csY9887" fmla="*/ 1114920 h 1114920"/>
              <a:gd name="csX9888" fmla="*/ 1708984 w 1728164"/>
              <a:gd name="csY9888" fmla="*/ 1114920 h 1114920"/>
              <a:gd name="csX9889" fmla="*/ 1709153 w 1728164"/>
              <a:gd name="csY9889" fmla="*/ 1114920 h 1114920"/>
              <a:gd name="csX9890" fmla="*/ 1709322 w 1728164"/>
              <a:gd name="csY9890" fmla="*/ 1114920 h 1114920"/>
              <a:gd name="csX9891" fmla="*/ 1709500 w 1728164"/>
              <a:gd name="csY9891" fmla="*/ 1114920 h 1114920"/>
              <a:gd name="csX9892" fmla="*/ 1709669 w 1728164"/>
              <a:gd name="csY9892" fmla="*/ 1114920 h 1114920"/>
              <a:gd name="csX9893" fmla="*/ 1709847 w 1728164"/>
              <a:gd name="csY9893" fmla="*/ 1114920 h 1114920"/>
              <a:gd name="csX9894" fmla="*/ 1710016 w 1728164"/>
              <a:gd name="csY9894" fmla="*/ 1114920 h 1114920"/>
              <a:gd name="csX9895" fmla="*/ 1710194 w 1728164"/>
              <a:gd name="csY9895" fmla="*/ 1114920 h 1114920"/>
              <a:gd name="csX9896" fmla="*/ 1710363 w 1728164"/>
              <a:gd name="csY9896" fmla="*/ 1114920 h 1114920"/>
              <a:gd name="csX9897" fmla="*/ 1710532 w 1728164"/>
              <a:gd name="csY9897" fmla="*/ 1114920 h 1114920"/>
              <a:gd name="csX9898" fmla="*/ 1710710 w 1728164"/>
              <a:gd name="csY9898" fmla="*/ 1114920 h 1114920"/>
              <a:gd name="csX9899" fmla="*/ 1710879 w 1728164"/>
              <a:gd name="csY9899" fmla="*/ 1114920 h 1114920"/>
              <a:gd name="csX9900" fmla="*/ 1711057 w 1728164"/>
              <a:gd name="csY9900" fmla="*/ 1114920 h 1114920"/>
              <a:gd name="csX9901" fmla="*/ 1711226 w 1728164"/>
              <a:gd name="csY9901" fmla="*/ 1114920 h 1114920"/>
              <a:gd name="csX9902" fmla="*/ 1711404 w 1728164"/>
              <a:gd name="csY9902" fmla="*/ 1114920 h 1114920"/>
              <a:gd name="csX9903" fmla="*/ 1711573 w 1728164"/>
              <a:gd name="csY9903" fmla="*/ 1114920 h 1114920"/>
              <a:gd name="csX9904" fmla="*/ 1711742 w 1728164"/>
              <a:gd name="csY9904" fmla="*/ 1114920 h 1114920"/>
              <a:gd name="csX9905" fmla="*/ 1711920 w 1728164"/>
              <a:gd name="csY9905" fmla="*/ 1114920 h 1114920"/>
              <a:gd name="csX9906" fmla="*/ 1712089 w 1728164"/>
              <a:gd name="csY9906" fmla="*/ 1114920 h 1114920"/>
              <a:gd name="csX9907" fmla="*/ 1712267 w 1728164"/>
              <a:gd name="csY9907" fmla="*/ 1114920 h 1114920"/>
              <a:gd name="csX9908" fmla="*/ 1712436 w 1728164"/>
              <a:gd name="csY9908" fmla="*/ 1114920 h 1114920"/>
              <a:gd name="csX9909" fmla="*/ 1712614 w 1728164"/>
              <a:gd name="csY9909" fmla="*/ 1114920 h 1114920"/>
              <a:gd name="csX9910" fmla="*/ 1712783 w 1728164"/>
              <a:gd name="csY9910" fmla="*/ 1114920 h 1114920"/>
              <a:gd name="csX9911" fmla="*/ 1712952 w 1728164"/>
              <a:gd name="csY9911" fmla="*/ 1114920 h 1114920"/>
              <a:gd name="csX9912" fmla="*/ 1713130 w 1728164"/>
              <a:gd name="csY9912" fmla="*/ 1114920 h 1114920"/>
              <a:gd name="csX9913" fmla="*/ 1713299 w 1728164"/>
              <a:gd name="csY9913" fmla="*/ 1114920 h 1114920"/>
              <a:gd name="csX9914" fmla="*/ 1713477 w 1728164"/>
              <a:gd name="csY9914" fmla="*/ 1114920 h 1114920"/>
              <a:gd name="csX9915" fmla="*/ 1713646 w 1728164"/>
              <a:gd name="csY9915" fmla="*/ 1114920 h 1114920"/>
              <a:gd name="csX9916" fmla="*/ 1713824 w 1728164"/>
              <a:gd name="csY9916" fmla="*/ 1114920 h 1114920"/>
              <a:gd name="csX9917" fmla="*/ 1713993 w 1728164"/>
              <a:gd name="csY9917" fmla="*/ 1114920 h 1114920"/>
              <a:gd name="csX9918" fmla="*/ 1714162 w 1728164"/>
              <a:gd name="csY9918" fmla="*/ 1114920 h 1114920"/>
              <a:gd name="csX9919" fmla="*/ 1714340 w 1728164"/>
              <a:gd name="csY9919" fmla="*/ 1114920 h 1114920"/>
              <a:gd name="csX9920" fmla="*/ 1714509 w 1728164"/>
              <a:gd name="csY9920" fmla="*/ 1114920 h 1114920"/>
              <a:gd name="csX9921" fmla="*/ 1714687 w 1728164"/>
              <a:gd name="csY9921" fmla="*/ 1114920 h 1114920"/>
              <a:gd name="csX9922" fmla="*/ 1714856 w 1728164"/>
              <a:gd name="csY9922" fmla="*/ 1114920 h 1114920"/>
              <a:gd name="csX9923" fmla="*/ 1715034 w 1728164"/>
              <a:gd name="csY9923" fmla="*/ 1114920 h 1114920"/>
              <a:gd name="csX9924" fmla="*/ 1715203 w 1728164"/>
              <a:gd name="csY9924" fmla="*/ 1114920 h 1114920"/>
              <a:gd name="csX9925" fmla="*/ 1715372 w 1728164"/>
              <a:gd name="csY9925" fmla="*/ 1114920 h 1114920"/>
              <a:gd name="csX9926" fmla="*/ 1715550 w 1728164"/>
              <a:gd name="csY9926" fmla="*/ 1114920 h 1114920"/>
              <a:gd name="csX9927" fmla="*/ 1715719 w 1728164"/>
              <a:gd name="csY9927" fmla="*/ 1114920 h 1114920"/>
              <a:gd name="csX9928" fmla="*/ 1715897 w 1728164"/>
              <a:gd name="csY9928" fmla="*/ 1114920 h 1114920"/>
              <a:gd name="csX9929" fmla="*/ 1716066 w 1728164"/>
              <a:gd name="csY9929" fmla="*/ 1114920 h 1114920"/>
              <a:gd name="csX9930" fmla="*/ 1716244 w 1728164"/>
              <a:gd name="csY9930" fmla="*/ 1114920 h 1114920"/>
              <a:gd name="csX9931" fmla="*/ 1716413 w 1728164"/>
              <a:gd name="csY9931" fmla="*/ 1114920 h 1114920"/>
              <a:gd name="csX9932" fmla="*/ 1716582 w 1728164"/>
              <a:gd name="csY9932" fmla="*/ 1114920 h 1114920"/>
              <a:gd name="csX9933" fmla="*/ 1716760 w 1728164"/>
              <a:gd name="csY9933" fmla="*/ 1114920 h 1114920"/>
              <a:gd name="csX9934" fmla="*/ 1716929 w 1728164"/>
              <a:gd name="csY9934" fmla="*/ 1114920 h 1114920"/>
              <a:gd name="csX9935" fmla="*/ 1717107 w 1728164"/>
              <a:gd name="csY9935" fmla="*/ 1114920 h 1114920"/>
              <a:gd name="csX9936" fmla="*/ 1717276 w 1728164"/>
              <a:gd name="csY9936" fmla="*/ 1114920 h 1114920"/>
              <a:gd name="csX9937" fmla="*/ 1717453 w 1728164"/>
              <a:gd name="csY9937" fmla="*/ 1114920 h 1114920"/>
              <a:gd name="csX9938" fmla="*/ 1717622 w 1728164"/>
              <a:gd name="csY9938" fmla="*/ 1114920 h 1114920"/>
              <a:gd name="csX9939" fmla="*/ 1717792 w 1728164"/>
              <a:gd name="csY9939" fmla="*/ 1114920 h 1114920"/>
              <a:gd name="csX9940" fmla="*/ 1717970 w 1728164"/>
              <a:gd name="csY9940" fmla="*/ 1114920 h 1114920"/>
              <a:gd name="csX9941" fmla="*/ 1718139 w 1728164"/>
              <a:gd name="csY9941" fmla="*/ 1114920 h 1114920"/>
              <a:gd name="csX9942" fmla="*/ 1718316 w 1728164"/>
              <a:gd name="csY9942" fmla="*/ 1114920 h 1114920"/>
              <a:gd name="csX9943" fmla="*/ 1718486 w 1728164"/>
              <a:gd name="csY9943" fmla="*/ 1114920 h 1114920"/>
              <a:gd name="csX9944" fmla="*/ 1718655 w 1728164"/>
              <a:gd name="csY9944" fmla="*/ 1114920 h 1114920"/>
              <a:gd name="csX9945" fmla="*/ 1718832 w 1728164"/>
              <a:gd name="csY9945" fmla="*/ 1114920 h 1114920"/>
              <a:gd name="csX9946" fmla="*/ 1719001 w 1728164"/>
              <a:gd name="csY9946" fmla="*/ 1114920 h 1114920"/>
              <a:gd name="csX9947" fmla="*/ 1719179 w 1728164"/>
              <a:gd name="csY9947" fmla="*/ 1114920 h 1114920"/>
              <a:gd name="csX9948" fmla="*/ 1719349 w 1728164"/>
              <a:gd name="csY9948" fmla="*/ 1114920 h 1114920"/>
              <a:gd name="csX9949" fmla="*/ 1719526 w 1728164"/>
              <a:gd name="csY9949" fmla="*/ 1114920 h 1114920"/>
              <a:gd name="csX9950" fmla="*/ 1719695 w 1728164"/>
              <a:gd name="csY9950" fmla="*/ 1114920 h 1114920"/>
              <a:gd name="csX9951" fmla="*/ 1719864 w 1728164"/>
              <a:gd name="csY9951" fmla="*/ 1114920 h 1114920"/>
              <a:gd name="csX9952" fmla="*/ 1720042 w 1728164"/>
              <a:gd name="csY9952" fmla="*/ 1114920 h 1114920"/>
              <a:gd name="csX9953" fmla="*/ 1720211 w 1728164"/>
              <a:gd name="csY9953" fmla="*/ 1114920 h 1114920"/>
              <a:gd name="csX9954" fmla="*/ 1720389 w 1728164"/>
              <a:gd name="csY9954" fmla="*/ 1114920 h 1114920"/>
              <a:gd name="csX9955" fmla="*/ 1720558 w 1728164"/>
              <a:gd name="csY9955" fmla="*/ 1114920 h 1114920"/>
              <a:gd name="csX9956" fmla="*/ 1720736 w 1728164"/>
              <a:gd name="csY9956" fmla="*/ 1114920 h 1114920"/>
              <a:gd name="csX9957" fmla="*/ 1720905 w 1728164"/>
              <a:gd name="csY9957" fmla="*/ 1114920 h 1114920"/>
              <a:gd name="csX9958" fmla="*/ 1721074 w 1728164"/>
              <a:gd name="csY9958" fmla="*/ 1114920 h 1114920"/>
              <a:gd name="csX9959" fmla="*/ 1721252 w 1728164"/>
              <a:gd name="csY9959" fmla="*/ 1114920 h 1114920"/>
              <a:gd name="csX9960" fmla="*/ 1721421 w 1728164"/>
              <a:gd name="csY9960" fmla="*/ 1114920 h 1114920"/>
              <a:gd name="csX9961" fmla="*/ 1721599 w 1728164"/>
              <a:gd name="csY9961" fmla="*/ 1114920 h 1114920"/>
              <a:gd name="csX9962" fmla="*/ 1721768 w 1728164"/>
              <a:gd name="csY9962" fmla="*/ 1114920 h 1114920"/>
              <a:gd name="csX9963" fmla="*/ 1721946 w 1728164"/>
              <a:gd name="csY9963" fmla="*/ 1114920 h 1114920"/>
              <a:gd name="csX9964" fmla="*/ 1722115 w 1728164"/>
              <a:gd name="csY9964" fmla="*/ 1114920 h 1114920"/>
              <a:gd name="csX9965" fmla="*/ 1722284 w 1728164"/>
              <a:gd name="csY9965" fmla="*/ 1114920 h 1114920"/>
              <a:gd name="csX9966" fmla="*/ 1722462 w 1728164"/>
              <a:gd name="csY9966" fmla="*/ 1114920 h 1114920"/>
              <a:gd name="csX9967" fmla="*/ 1722631 w 1728164"/>
              <a:gd name="csY9967" fmla="*/ 1114920 h 1114920"/>
              <a:gd name="csX9968" fmla="*/ 1722809 w 1728164"/>
              <a:gd name="csY9968" fmla="*/ 1114920 h 1114920"/>
              <a:gd name="csX9969" fmla="*/ 1722978 w 1728164"/>
              <a:gd name="csY9969" fmla="*/ 1114920 h 1114920"/>
              <a:gd name="csX9970" fmla="*/ 1723156 w 1728164"/>
              <a:gd name="csY9970" fmla="*/ 1114920 h 1114920"/>
              <a:gd name="csX9971" fmla="*/ 1723325 w 1728164"/>
              <a:gd name="csY9971" fmla="*/ 1114920 h 1114920"/>
              <a:gd name="csX9972" fmla="*/ 1723494 w 1728164"/>
              <a:gd name="csY9972" fmla="*/ 1114920 h 1114920"/>
              <a:gd name="csX9973" fmla="*/ 1723672 w 1728164"/>
              <a:gd name="csY9973" fmla="*/ 1114920 h 1114920"/>
              <a:gd name="csX9974" fmla="*/ 1723841 w 1728164"/>
              <a:gd name="csY9974" fmla="*/ 1114920 h 1114920"/>
              <a:gd name="csX9975" fmla="*/ 1724019 w 1728164"/>
              <a:gd name="csY9975" fmla="*/ 1114920 h 1114920"/>
              <a:gd name="csX9976" fmla="*/ 1724188 w 1728164"/>
              <a:gd name="csY9976" fmla="*/ 1114920 h 1114920"/>
              <a:gd name="csX9977" fmla="*/ 1724366 w 1728164"/>
              <a:gd name="csY9977" fmla="*/ 1114920 h 1114920"/>
              <a:gd name="csX9978" fmla="*/ 1724535 w 1728164"/>
              <a:gd name="csY9978" fmla="*/ 1114920 h 1114920"/>
              <a:gd name="csX9979" fmla="*/ 1724704 w 1728164"/>
              <a:gd name="csY9979" fmla="*/ 1114920 h 1114920"/>
              <a:gd name="csX9980" fmla="*/ 1724882 w 1728164"/>
              <a:gd name="csY9980" fmla="*/ 1114920 h 1114920"/>
              <a:gd name="csX9981" fmla="*/ 1725051 w 1728164"/>
              <a:gd name="csY9981" fmla="*/ 1114920 h 1114920"/>
              <a:gd name="csX9982" fmla="*/ 1725229 w 1728164"/>
              <a:gd name="csY9982" fmla="*/ 1114920 h 1114920"/>
              <a:gd name="csX9983" fmla="*/ 1725398 w 1728164"/>
              <a:gd name="csY9983" fmla="*/ 1114920 h 1114920"/>
              <a:gd name="csX9984" fmla="*/ 1725576 w 1728164"/>
              <a:gd name="csY9984" fmla="*/ 1114920 h 1114920"/>
              <a:gd name="csX9985" fmla="*/ 1725745 w 1728164"/>
              <a:gd name="csY9985" fmla="*/ 1114920 h 1114920"/>
              <a:gd name="csX9986" fmla="*/ 1725914 w 1728164"/>
              <a:gd name="csY9986" fmla="*/ 1114920 h 1114920"/>
              <a:gd name="csX9987" fmla="*/ 1726092 w 1728164"/>
              <a:gd name="csY9987" fmla="*/ 1114920 h 1114920"/>
              <a:gd name="csX9988" fmla="*/ 1726261 w 1728164"/>
              <a:gd name="csY9988" fmla="*/ 1114920 h 1114920"/>
              <a:gd name="csX9989" fmla="*/ 1726439 w 1728164"/>
              <a:gd name="csY9989" fmla="*/ 1114920 h 1114920"/>
              <a:gd name="csX9990" fmla="*/ 1726608 w 1728164"/>
              <a:gd name="csY9990" fmla="*/ 1114920 h 1114920"/>
              <a:gd name="csX9991" fmla="*/ 1726786 w 1728164"/>
              <a:gd name="csY9991" fmla="*/ 1114920 h 1114920"/>
              <a:gd name="csX9992" fmla="*/ 1726955 w 1728164"/>
              <a:gd name="csY9992" fmla="*/ 1114920 h 1114920"/>
              <a:gd name="csX9993" fmla="*/ 1727124 w 1728164"/>
              <a:gd name="csY9993" fmla="*/ 1114920 h 1114920"/>
              <a:gd name="csX9994" fmla="*/ 1727302 w 1728164"/>
              <a:gd name="csY9994" fmla="*/ 1114920 h 1114920"/>
              <a:gd name="csX9995" fmla="*/ 1727471 w 1728164"/>
              <a:gd name="csY9995" fmla="*/ 1114920 h 1114920"/>
              <a:gd name="csX9996" fmla="*/ 1727649 w 1728164"/>
              <a:gd name="csY9996" fmla="*/ 1114920 h 1114920"/>
              <a:gd name="csX9997" fmla="*/ 1727818 w 1728164"/>
              <a:gd name="csY9997" fmla="*/ 1114920 h 1114920"/>
              <a:gd name="csX9998" fmla="*/ 1727996 w 1728164"/>
              <a:gd name="csY9998" fmla="*/ 1114920 h 1114920"/>
              <a:gd name="csX9999" fmla="*/ 1728165 w 1728164"/>
              <a:gd name="csY9999" fmla="*/ 1114920 h 11149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8164" h="1114920">
                <a:moveTo>
                  <a:pt x="0" y="1114547"/>
                </a:moveTo>
                <a:lnTo>
                  <a:pt x="173" y="1114547"/>
                </a:lnTo>
                <a:lnTo>
                  <a:pt x="345" y="1114547"/>
                </a:lnTo>
                <a:lnTo>
                  <a:pt x="519" y="1114538"/>
                </a:lnTo>
                <a:lnTo>
                  <a:pt x="691" y="1114538"/>
                </a:lnTo>
                <a:lnTo>
                  <a:pt x="864" y="1114538"/>
                </a:lnTo>
                <a:lnTo>
                  <a:pt x="1036" y="1114538"/>
                </a:lnTo>
                <a:lnTo>
                  <a:pt x="1210" y="1114529"/>
                </a:lnTo>
                <a:lnTo>
                  <a:pt x="1383" y="1114529"/>
                </a:lnTo>
                <a:lnTo>
                  <a:pt x="1555" y="1114529"/>
                </a:lnTo>
                <a:lnTo>
                  <a:pt x="1729" y="1114520"/>
                </a:lnTo>
                <a:lnTo>
                  <a:pt x="1901" y="1114520"/>
                </a:lnTo>
                <a:lnTo>
                  <a:pt x="2074" y="1114520"/>
                </a:lnTo>
                <a:lnTo>
                  <a:pt x="2246" y="1114520"/>
                </a:lnTo>
                <a:lnTo>
                  <a:pt x="2420" y="1114511"/>
                </a:lnTo>
                <a:lnTo>
                  <a:pt x="2592" y="1114511"/>
                </a:lnTo>
                <a:lnTo>
                  <a:pt x="2765" y="1114511"/>
                </a:lnTo>
                <a:lnTo>
                  <a:pt x="2938" y="1114502"/>
                </a:lnTo>
                <a:lnTo>
                  <a:pt x="3111" y="1114502"/>
                </a:lnTo>
                <a:lnTo>
                  <a:pt x="3284" y="1114502"/>
                </a:lnTo>
                <a:lnTo>
                  <a:pt x="3456" y="1114502"/>
                </a:lnTo>
                <a:lnTo>
                  <a:pt x="3630" y="1114493"/>
                </a:lnTo>
                <a:lnTo>
                  <a:pt x="3802" y="1114493"/>
                </a:lnTo>
                <a:lnTo>
                  <a:pt x="3975" y="1114493"/>
                </a:lnTo>
                <a:lnTo>
                  <a:pt x="4148" y="1114484"/>
                </a:lnTo>
                <a:lnTo>
                  <a:pt x="4321" y="1114484"/>
                </a:lnTo>
                <a:lnTo>
                  <a:pt x="4494" y="1114484"/>
                </a:lnTo>
                <a:lnTo>
                  <a:pt x="4666" y="1114475"/>
                </a:lnTo>
                <a:lnTo>
                  <a:pt x="4839" y="1114475"/>
                </a:lnTo>
                <a:lnTo>
                  <a:pt x="5012" y="1114475"/>
                </a:lnTo>
                <a:lnTo>
                  <a:pt x="5185" y="1114467"/>
                </a:lnTo>
                <a:lnTo>
                  <a:pt x="5357" y="1114467"/>
                </a:lnTo>
                <a:lnTo>
                  <a:pt x="5531" y="1114467"/>
                </a:lnTo>
                <a:lnTo>
                  <a:pt x="5704" y="1114458"/>
                </a:lnTo>
                <a:lnTo>
                  <a:pt x="5876" y="1114458"/>
                </a:lnTo>
                <a:lnTo>
                  <a:pt x="6049" y="1114458"/>
                </a:lnTo>
                <a:lnTo>
                  <a:pt x="6222" y="1114449"/>
                </a:lnTo>
                <a:lnTo>
                  <a:pt x="6395" y="1114449"/>
                </a:lnTo>
                <a:lnTo>
                  <a:pt x="6567" y="1114449"/>
                </a:lnTo>
                <a:lnTo>
                  <a:pt x="6740" y="1114440"/>
                </a:lnTo>
                <a:lnTo>
                  <a:pt x="6913" y="1114440"/>
                </a:lnTo>
                <a:lnTo>
                  <a:pt x="7086" y="1114440"/>
                </a:lnTo>
                <a:lnTo>
                  <a:pt x="7259" y="1114431"/>
                </a:lnTo>
                <a:lnTo>
                  <a:pt x="7432" y="1114431"/>
                </a:lnTo>
                <a:lnTo>
                  <a:pt x="7605" y="1114431"/>
                </a:lnTo>
                <a:lnTo>
                  <a:pt x="7777" y="1114422"/>
                </a:lnTo>
                <a:lnTo>
                  <a:pt x="7950" y="1114422"/>
                </a:lnTo>
                <a:lnTo>
                  <a:pt x="8123" y="1114422"/>
                </a:lnTo>
                <a:lnTo>
                  <a:pt x="8296" y="1114413"/>
                </a:lnTo>
                <a:lnTo>
                  <a:pt x="8469" y="1114413"/>
                </a:lnTo>
                <a:lnTo>
                  <a:pt x="8641" y="1114413"/>
                </a:lnTo>
                <a:lnTo>
                  <a:pt x="8815" y="1114404"/>
                </a:lnTo>
                <a:lnTo>
                  <a:pt x="8987" y="1114404"/>
                </a:lnTo>
                <a:lnTo>
                  <a:pt x="9160" y="1114395"/>
                </a:lnTo>
                <a:lnTo>
                  <a:pt x="9333" y="1114395"/>
                </a:lnTo>
                <a:lnTo>
                  <a:pt x="9506" y="1114395"/>
                </a:lnTo>
                <a:lnTo>
                  <a:pt x="9678" y="1114386"/>
                </a:lnTo>
                <a:lnTo>
                  <a:pt x="9851" y="1114386"/>
                </a:lnTo>
                <a:lnTo>
                  <a:pt x="10025" y="1114386"/>
                </a:lnTo>
                <a:lnTo>
                  <a:pt x="10197" y="1114378"/>
                </a:lnTo>
                <a:lnTo>
                  <a:pt x="10370" y="1114378"/>
                </a:lnTo>
                <a:lnTo>
                  <a:pt x="10542" y="1114369"/>
                </a:lnTo>
                <a:lnTo>
                  <a:pt x="10716" y="1114369"/>
                </a:lnTo>
                <a:lnTo>
                  <a:pt x="10888" y="1114369"/>
                </a:lnTo>
                <a:lnTo>
                  <a:pt x="11061" y="1114360"/>
                </a:lnTo>
                <a:lnTo>
                  <a:pt x="11234" y="1114360"/>
                </a:lnTo>
                <a:lnTo>
                  <a:pt x="11407" y="1114351"/>
                </a:lnTo>
                <a:lnTo>
                  <a:pt x="11580" y="1114351"/>
                </a:lnTo>
                <a:lnTo>
                  <a:pt x="11752" y="1114351"/>
                </a:lnTo>
                <a:lnTo>
                  <a:pt x="11926" y="1114342"/>
                </a:lnTo>
                <a:lnTo>
                  <a:pt x="12098" y="1114342"/>
                </a:lnTo>
                <a:lnTo>
                  <a:pt x="12271" y="1114333"/>
                </a:lnTo>
                <a:lnTo>
                  <a:pt x="12443" y="1114333"/>
                </a:lnTo>
                <a:lnTo>
                  <a:pt x="12617" y="1114333"/>
                </a:lnTo>
                <a:lnTo>
                  <a:pt x="12790" y="1114324"/>
                </a:lnTo>
                <a:lnTo>
                  <a:pt x="12962" y="1114324"/>
                </a:lnTo>
                <a:lnTo>
                  <a:pt x="13136" y="1114315"/>
                </a:lnTo>
                <a:lnTo>
                  <a:pt x="13308" y="1114315"/>
                </a:lnTo>
                <a:lnTo>
                  <a:pt x="13481" y="1114315"/>
                </a:lnTo>
                <a:lnTo>
                  <a:pt x="13653" y="1114306"/>
                </a:lnTo>
                <a:lnTo>
                  <a:pt x="13827" y="1114306"/>
                </a:lnTo>
                <a:lnTo>
                  <a:pt x="13999" y="1114297"/>
                </a:lnTo>
                <a:lnTo>
                  <a:pt x="14172" y="1114297"/>
                </a:lnTo>
                <a:lnTo>
                  <a:pt x="14345" y="1114289"/>
                </a:lnTo>
                <a:lnTo>
                  <a:pt x="14518" y="1114289"/>
                </a:lnTo>
                <a:lnTo>
                  <a:pt x="14691" y="1114280"/>
                </a:lnTo>
                <a:lnTo>
                  <a:pt x="14863" y="1114280"/>
                </a:lnTo>
                <a:lnTo>
                  <a:pt x="15037" y="1114280"/>
                </a:lnTo>
                <a:lnTo>
                  <a:pt x="15209" y="1114271"/>
                </a:lnTo>
                <a:lnTo>
                  <a:pt x="15382" y="1114271"/>
                </a:lnTo>
                <a:lnTo>
                  <a:pt x="15555" y="1114262"/>
                </a:lnTo>
                <a:lnTo>
                  <a:pt x="15728" y="1114262"/>
                </a:lnTo>
                <a:lnTo>
                  <a:pt x="15901" y="1114253"/>
                </a:lnTo>
                <a:lnTo>
                  <a:pt x="16073" y="1114253"/>
                </a:lnTo>
                <a:lnTo>
                  <a:pt x="16246" y="1114244"/>
                </a:lnTo>
                <a:lnTo>
                  <a:pt x="16419" y="1114244"/>
                </a:lnTo>
                <a:lnTo>
                  <a:pt x="16592" y="1114235"/>
                </a:lnTo>
                <a:lnTo>
                  <a:pt x="16764" y="1114235"/>
                </a:lnTo>
                <a:lnTo>
                  <a:pt x="16938" y="1114226"/>
                </a:lnTo>
                <a:lnTo>
                  <a:pt x="17111" y="1114226"/>
                </a:lnTo>
                <a:lnTo>
                  <a:pt x="17283" y="1114226"/>
                </a:lnTo>
                <a:lnTo>
                  <a:pt x="17456" y="1114217"/>
                </a:lnTo>
                <a:lnTo>
                  <a:pt x="17629" y="1114217"/>
                </a:lnTo>
                <a:lnTo>
                  <a:pt x="17802" y="1114209"/>
                </a:lnTo>
                <a:lnTo>
                  <a:pt x="17974" y="1114209"/>
                </a:lnTo>
                <a:lnTo>
                  <a:pt x="18147" y="1114200"/>
                </a:lnTo>
                <a:lnTo>
                  <a:pt x="18320" y="1114200"/>
                </a:lnTo>
                <a:lnTo>
                  <a:pt x="18493" y="1114191"/>
                </a:lnTo>
                <a:lnTo>
                  <a:pt x="18666" y="1114191"/>
                </a:lnTo>
                <a:lnTo>
                  <a:pt x="18839" y="1114182"/>
                </a:lnTo>
                <a:lnTo>
                  <a:pt x="19012" y="1114182"/>
                </a:lnTo>
                <a:lnTo>
                  <a:pt x="19184" y="1114173"/>
                </a:lnTo>
                <a:lnTo>
                  <a:pt x="19357" y="1114173"/>
                </a:lnTo>
                <a:lnTo>
                  <a:pt x="19530" y="1114164"/>
                </a:lnTo>
                <a:lnTo>
                  <a:pt x="19703" y="1114155"/>
                </a:lnTo>
                <a:lnTo>
                  <a:pt x="19876" y="1114155"/>
                </a:lnTo>
                <a:lnTo>
                  <a:pt x="20048" y="1114146"/>
                </a:lnTo>
                <a:lnTo>
                  <a:pt x="20222" y="1114146"/>
                </a:lnTo>
                <a:lnTo>
                  <a:pt x="20394" y="1114137"/>
                </a:lnTo>
                <a:lnTo>
                  <a:pt x="20567" y="1114137"/>
                </a:lnTo>
                <a:lnTo>
                  <a:pt x="20740" y="1114129"/>
                </a:lnTo>
                <a:lnTo>
                  <a:pt x="20913" y="1114129"/>
                </a:lnTo>
                <a:lnTo>
                  <a:pt x="21085" y="1114120"/>
                </a:lnTo>
                <a:lnTo>
                  <a:pt x="21258" y="1114120"/>
                </a:lnTo>
                <a:lnTo>
                  <a:pt x="21432" y="1114111"/>
                </a:lnTo>
                <a:lnTo>
                  <a:pt x="21604" y="1114111"/>
                </a:lnTo>
                <a:lnTo>
                  <a:pt x="21777" y="1114102"/>
                </a:lnTo>
                <a:lnTo>
                  <a:pt x="21949" y="1114093"/>
                </a:lnTo>
                <a:lnTo>
                  <a:pt x="22123" y="1114093"/>
                </a:lnTo>
                <a:lnTo>
                  <a:pt x="22295" y="1114084"/>
                </a:lnTo>
                <a:lnTo>
                  <a:pt x="22468" y="1114084"/>
                </a:lnTo>
                <a:lnTo>
                  <a:pt x="22641" y="1114075"/>
                </a:lnTo>
                <a:lnTo>
                  <a:pt x="22814" y="1114075"/>
                </a:lnTo>
                <a:lnTo>
                  <a:pt x="22987" y="1114066"/>
                </a:lnTo>
                <a:lnTo>
                  <a:pt x="23159" y="1114057"/>
                </a:lnTo>
                <a:lnTo>
                  <a:pt x="23333" y="1114057"/>
                </a:lnTo>
                <a:lnTo>
                  <a:pt x="23505" y="1114048"/>
                </a:lnTo>
                <a:lnTo>
                  <a:pt x="23678" y="1114048"/>
                </a:lnTo>
                <a:lnTo>
                  <a:pt x="23851" y="1114039"/>
                </a:lnTo>
                <a:lnTo>
                  <a:pt x="24024" y="1114031"/>
                </a:lnTo>
                <a:lnTo>
                  <a:pt x="24197" y="1114031"/>
                </a:lnTo>
                <a:lnTo>
                  <a:pt x="24369" y="1114022"/>
                </a:lnTo>
                <a:lnTo>
                  <a:pt x="24543" y="1114022"/>
                </a:lnTo>
                <a:lnTo>
                  <a:pt x="24715" y="1114013"/>
                </a:lnTo>
                <a:lnTo>
                  <a:pt x="24888" y="1114004"/>
                </a:lnTo>
                <a:lnTo>
                  <a:pt x="25060" y="1114004"/>
                </a:lnTo>
                <a:lnTo>
                  <a:pt x="25234" y="1113995"/>
                </a:lnTo>
                <a:lnTo>
                  <a:pt x="25406" y="1113986"/>
                </a:lnTo>
                <a:lnTo>
                  <a:pt x="25579" y="1113986"/>
                </a:lnTo>
                <a:lnTo>
                  <a:pt x="25752" y="1113977"/>
                </a:lnTo>
                <a:lnTo>
                  <a:pt x="25925" y="1113977"/>
                </a:lnTo>
                <a:lnTo>
                  <a:pt x="26098" y="1113968"/>
                </a:lnTo>
                <a:lnTo>
                  <a:pt x="26270" y="1113959"/>
                </a:lnTo>
                <a:lnTo>
                  <a:pt x="26444" y="1113959"/>
                </a:lnTo>
                <a:lnTo>
                  <a:pt x="26616" y="1113951"/>
                </a:lnTo>
                <a:lnTo>
                  <a:pt x="26789" y="1113942"/>
                </a:lnTo>
                <a:lnTo>
                  <a:pt x="26962" y="1113942"/>
                </a:lnTo>
                <a:lnTo>
                  <a:pt x="27135" y="1113933"/>
                </a:lnTo>
                <a:lnTo>
                  <a:pt x="27308" y="1113924"/>
                </a:lnTo>
                <a:lnTo>
                  <a:pt x="27480" y="1113924"/>
                </a:lnTo>
                <a:lnTo>
                  <a:pt x="27653" y="1113915"/>
                </a:lnTo>
                <a:lnTo>
                  <a:pt x="27826" y="1113906"/>
                </a:lnTo>
                <a:lnTo>
                  <a:pt x="27999" y="1113906"/>
                </a:lnTo>
                <a:lnTo>
                  <a:pt x="28172" y="1113897"/>
                </a:lnTo>
                <a:lnTo>
                  <a:pt x="28345" y="1113888"/>
                </a:lnTo>
                <a:lnTo>
                  <a:pt x="28518" y="1113879"/>
                </a:lnTo>
                <a:lnTo>
                  <a:pt x="28690" y="1113879"/>
                </a:lnTo>
                <a:lnTo>
                  <a:pt x="28863" y="1113870"/>
                </a:lnTo>
                <a:lnTo>
                  <a:pt x="29036" y="1113862"/>
                </a:lnTo>
                <a:lnTo>
                  <a:pt x="29209" y="1113862"/>
                </a:lnTo>
                <a:lnTo>
                  <a:pt x="29381" y="1113853"/>
                </a:lnTo>
                <a:lnTo>
                  <a:pt x="29554" y="1113844"/>
                </a:lnTo>
                <a:lnTo>
                  <a:pt x="29727" y="1113835"/>
                </a:lnTo>
                <a:lnTo>
                  <a:pt x="29900" y="1113835"/>
                </a:lnTo>
                <a:lnTo>
                  <a:pt x="30073" y="1113826"/>
                </a:lnTo>
                <a:lnTo>
                  <a:pt x="30246" y="1113817"/>
                </a:lnTo>
                <a:lnTo>
                  <a:pt x="30419" y="1113808"/>
                </a:lnTo>
                <a:lnTo>
                  <a:pt x="30591" y="1113808"/>
                </a:lnTo>
                <a:lnTo>
                  <a:pt x="30764" y="1113799"/>
                </a:lnTo>
                <a:lnTo>
                  <a:pt x="30937" y="1113790"/>
                </a:lnTo>
                <a:lnTo>
                  <a:pt x="31110" y="1113782"/>
                </a:lnTo>
                <a:lnTo>
                  <a:pt x="31283" y="1113782"/>
                </a:lnTo>
                <a:lnTo>
                  <a:pt x="31455" y="1113773"/>
                </a:lnTo>
                <a:lnTo>
                  <a:pt x="31629" y="1113764"/>
                </a:lnTo>
                <a:lnTo>
                  <a:pt x="31801" y="1113755"/>
                </a:lnTo>
                <a:lnTo>
                  <a:pt x="31974" y="1113755"/>
                </a:lnTo>
                <a:lnTo>
                  <a:pt x="32147" y="1113746"/>
                </a:lnTo>
                <a:lnTo>
                  <a:pt x="32320" y="1113737"/>
                </a:lnTo>
                <a:lnTo>
                  <a:pt x="32493" y="1113728"/>
                </a:lnTo>
                <a:lnTo>
                  <a:pt x="32665" y="1113719"/>
                </a:lnTo>
                <a:lnTo>
                  <a:pt x="32839" y="1113719"/>
                </a:lnTo>
                <a:lnTo>
                  <a:pt x="33011" y="1113710"/>
                </a:lnTo>
                <a:lnTo>
                  <a:pt x="33184" y="1113701"/>
                </a:lnTo>
                <a:lnTo>
                  <a:pt x="33356" y="1113693"/>
                </a:lnTo>
                <a:lnTo>
                  <a:pt x="33530" y="1113684"/>
                </a:lnTo>
                <a:lnTo>
                  <a:pt x="33702" y="1113684"/>
                </a:lnTo>
                <a:lnTo>
                  <a:pt x="33875" y="1113675"/>
                </a:lnTo>
                <a:lnTo>
                  <a:pt x="34048" y="1113666"/>
                </a:lnTo>
                <a:lnTo>
                  <a:pt x="34221" y="1113657"/>
                </a:lnTo>
                <a:lnTo>
                  <a:pt x="34394" y="1113648"/>
                </a:lnTo>
                <a:lnTo>
                  <a:pt x="34566" y="1113639"/>
                </a:lnTo>
                <a:lnTo>
                  <a:pt x="34740" y="1113639"/>
                </a:lnTo>
                <a:lnTo>
                  <a:pt x="34912" y="1113630"/>
                </a:lnTo>
                <a:lnTo>
                  <a:pt x="35085" y="1113621"/>
                </a:lnTo>
                <a:lnTo>
                  <a:pt x="35258" y="1113612"/>
                </a:lnTo>
                <a:lnTo>
                  <a:pt x="35431" y="1113604"/>
                </a:lnTo>
                <a:lnTo>
                  <a:pt x="35604" y="1113595"/>
                </a:lnTo>
                <a:lnTo>
                  <a:pt x="35776" y="1113586"/>
                </a:lnTo>
                <a:lnTo>
                  <a:pt x="35950" y="1113577"/>
                </a:lnTo>
                <a:lnTo>
                  <a:pt x="36122" y="1113577"/>
                </a:lnTo>
                <a:lnTo>
                  <a:pt x="36295" y="1113568"/>
                </a:lnTo>
                <a:lnTo>
                  <a:pt x="36467" y="1113559"/>
                </a:lnTo>
                <a:lnTo>
                  <a:pt x="36641" y="1113550"/>
                </a:lnTo>
                <a:lnTo>
                  <a:pt x="36814" y="1113541"/>
                </a:lnTo>
                <a:lnTo>
                  <a:pt x="36986" y="1113532"/>
                </a:lnTo>
                <a:lnTo>
                  <a:pt x="37159" y="1113524"/>
                </a:lnTo>
                <a:lnTo>
                  <a:pt x="37332" y="1113515"/>
                </a:lnTo>
                <a:lnTo>
                  <a:pt x="37505" y="1113506"/>
                </a:lnTo>
                <a:lnTo>
                  <a:pt x="37677" y="1113497"/>
                </a:lnTo>
                <a:lnTo>
                  <a:pt x="37851" y="1113488"/>
                </a:lnTo>
                <a:lnTo>
                  <a:pt x="38023" y="1113479"/>
                </a:lnTo>
                <a:lnTo>
                  <a:pt x="38196" y="1113479"/>
                </a:lnTo>
                <a:lnTo>
                  <a:pt x="38369" y="1113470"/>
                </a:lnTo>
                <a:lnTo>
                  <a:pt x="38542" y="1113461"/>
                </a:lnTo>
                <a:lnTo>
                  <a:pt x="38715" y="1113452"/>
                </a:lnTo>
                <a:lnTo>
                  <a:pt x="38887" y="1113443"/>
                </a:lnTo>
                <a:lnTo>
                  <a:pt x="39060" y="1113435"/>
                </a:lnTo>
                <a:lnTo>
                  <a:pt x="39233" y="1113426"/>
                </a:lnTo>
                <a:lnTo>
                  <a:pt x="39406" y="1113417"/>
                </a:lnTo>
                <a:lnTo>
                  <a:pt x="39579" y="1113408"/>
                </a:lnTo>
                <a:lnTo>
                  <a:pt x="39752" y="1113399"/>
                </a:lnTo>
                <a:lnTo>
                  <a:pt x="39925" y="1113390"/>
                </a:lnTo>
                <a:lnTo>
                  <a:pt x="40097" y="1113381"/>
                </a:lnTo>
                <a:lnTo>
                  <a:pt x="40270" y="1113372"/>
                </a:lnTo>
                <a:lnTo>
                  <a:pt x="40443" y="1113363"/>
                </a:lnTo>
                <a:lnTo>
                  <a:pt x="40616" y="1113355"/>
                </a:lnTo>
                <a:lnTo>
                  <a:pt x="40788" y="1113346"/>
                </a:lnTo>
                <a:lnTo>
                  <a:pt x="40961" y="1113337"/>
                </a:lnTo>
                <a:lnTo>
                  <a:pt x="41135" y="1113328"/>
                </a:lnTo>
                <a:lnTo>
                  <a:pt x="41307" y="1113319"/>
                </a:lnTo>
                <a:lnTo>
                  <a:pt x="41480" y="1113310"/>
                </a:lnTo>
                <a:lnTo>
                  <a:pt x="41653" y="1113292"/>
                </a:lnTo>
                <a:lnTo>
                  <a:pt x="41826" y="1113283"/>
                </a:lnTo>
                <a:lnTo>
                  <a:pt x="41998" y="1113274"/>
                </a:lnTo>
                <a:lnTo>
                  <a:pt x="42171" y="1113265"/>
                </a:lnTo>
                <a:lnTo>
                  <a:pt x="42344" y="1113257"/>
                </a:lnTo>
                <a:lnTo>
                  <a:pt x="42517" y="1113248"/>
                </a:lnTo>
                <a:lnTo>
                  <a:pt x="42690" y="1113239"/>
                </a:lnTo>
                <a:lnTo>
                  <a:pt x="42862" y="1113230"/>
                </a:lnTo>
                <a:lnTo>
                  <a:pt x="43036" y="1113221"/>
                </a:lnTo>
                <a:lnTo>
                  <a:pt x="43208" y="1113212"/>
                </a:lnTo>
                <a:lnTo>
                  <a:pt x="43381" y="1113203"/>
                </a:lnTo>
                <a:lnTo>
                  <a:pt x="43554" y="1113185"/>
                </a:lnTo>
                <a:lnTo>
                  <a:pt x="43727" y="1113177"/>
                </a:lnTo>
                <a:lnTo>
                  <a:pt x="43900" y="1113168"/>
                </a:lnTo>
                <a:lnTo>
                  <a:pt x="44072" y="1113159"/>
                </a:lnTo>
                <a:lnTo>
                  <a:pt x="44246" y="1113150"/>
                </a:lnTo>
                <a:lnTo>
                  <a:pt x="44418" y="1113141"/>
                </a:lnTo>
                <a:lnTo>
                  <a:pt x="44591" y="1113132"/>
                </a:lnTo>
                <a:lnTo>
                  <a:pt x="44763" y="1113114"/>
                </a:lnTo>
                <a:lnTo>
                  <a:pt x="44937" y="1113105"/>
                </a:lnTo>
                <a:lnTo>
                  <a:pt x="45109" y="1113096"/>
                </a:lnTo>
                <a:lnTo>
                  <a:pt x="45282" y="1113088"/>
                </a:lnTo>
                <a:lnTo>
                  <a:pt x="45456" y="1113079"/>
                </a:lnTo>
                <a:lnTo>
                  <a:pt x="45628" y="1113070"/>
                </a:lnTo>
                <a:lnTo>
                  <a:pt x="45801" y="1113052"/>
                </a:lnTo>
                <a:lnTo>
                  <a:pt x="45973" y="1113043"/>
                </a:lnTo>
                <a:lnTo>
                  <a:pt x="46147" y="1113034"/>
                </a:lnTo>
                <a:lnTo>
                  <a:pt x="46319" y="1113025"/>
                </a:lnTo>
                <a:lnTo>
                  <a:pt x="46492" y="1113016"/>
                </a:lnTo>
                <a:lnTo>
                  <a:pt x="46665" y="1112999"/>
                </a:lnTo>
                <a:lnTo>
                  <a:pt x="46838" y="1112990"/>
                </a:lnTo>
                <a:lnTo>
                  <a:pt x="47011" y="1112981"/>
                </a:lnTo>
                <a:lnTo>
                  <a:pt x="47183" y="1112972"/>
                </a:lnTo>
                <a:lnTo>
                  <a:pt x="47357" y="1112954"/>
                </a:lnTo>
                <a:lnTo>
                  <a:pt x="47529" y="1112945"/>
                </a:lnTo>
                <a:lnTo>
                  <a:pt x="47702" y="1112936"/>
                </a:lnTo>
                <a:lnTo>
                  <a:pt x="47874" y="1112919"/>
                </a:lnTo>
                <a:lnTo>
                  <a:pt x="48048" y="1112910"/>
                </a:lnTo>
                <a:lnTo>
                  <a:pt x="48221" y="1112901"/>
                </a:lnTo>
                <a:lnTo>
                  <a:pt x="48393" y="1112892"/>
                </a:lnTo>
                <a:lnTo>
                  <a:pt x="48566" y="1112874"/>
                </a:lnTo>
                <a:lnTo>
                  <a:pt x="48739" y="1112865"/>
                </a:lnTo>
                <a:lnTo>
                  <a:pt x="48912" y="1112856"/>
                </a:lnTo>
                <a:lnTo>
                  <a:pt x="49084" y="1112838"/>
                </a:lnTo>
                <a:lnTo>
                  <a:pt x="49258" y="1112830"/>
                </a:lnTo>
                <a:lnTo>
                  <a:pt x="49430" y="1112821"/>
                </a:lnTo>
                <a:lnTo>
                  <a:pt x="49603" y="1112803"/>
                </a:lnTo>
                <a:lnTo>
                  <a:pt x="49776" y="1112794"/>
                </a:lnTo>
                <a:lnTo>
                  <a:pt x="49949" y="1112785"/>
                </a:lnTo>
                <a:lnTo>
                  <a:pt x="50122" y="1112767"/>
                </a:lnTo>
                <a:lnTo>
                  <a:pt x="50294" y="1112758"/>
                </a:lnTo>
                <a:lnTo>
                  <a:pt x="50467" y="1112741"/>
                </a:lnTo>
                <a:lnTo>
                  <a:pt x="50640" y="1112732"/>
                </a:lnTo>
                <a:lnTo>
                  <a:pt x="50813" y="1112723"/>
                </a:lnTo>
                <a:lnTo>
                  <a:pt x="50986" y="1112705"/>
                </a:lnTo>
                <a:lnTo>
                  <a:pt x="51159" y="1112696"/>
                </a:lnTo>
                <a:lnTo>
                  <a:pt x="51332" y="1112678"/>
                </a:lnTo>
                <a:lnTo>
                  <a:pt x="51504" y="1112669"/>
                </a:lnTo>
                <a:lnTo>
                  <a:pt x="51677" y="1112661"/>
                </a:lnTo>
                <a:lnTo>
                  <a:pt x="51850" y="1112643"/>
                </a:lnTo>
                <a:lnTo>
                  <a:pt x="52023" y="1112634"/>
                </a:lnTo>
                <a:lnTo>
                  <a:pt x="52195" y="1112616"/>
                </a:lnTo>
                <a:lnTo>
                  <a:pt x="52368" y="1112607"/>
                </a:lnTo>
                <a:lnTo>
                  <a:pt x="52542" y="1112589"/>
                </a:lnTo>
                <a:lnTo>
                  <a:pt x="52714" y="1112581"/>
                </a:lnTo>
                <a:lnTo>
                  <a:pt x="52887" y="1112563"/>
                </a:lnTo>
                <a:lnTo>
                  <a:pt x="53060" y="1112554"/>
                </a:lnTo>
                <a:lnTo>
                  <a:pt x="53233" y="1112536"/>
                </a:lnTo>
                <a:lnTo>
                  <a:pt x="53405" y="1112527"/>
                </a:lnTo>
                <a:lnTo>
                  <a:pt x="53578" y="1112509"/>
                </a:lnTo>
                <a:lnTo>
                  <a:pt x="53751" y="1112500"/>
                </a:lnTo>
                <a:lnTo>
                  <a:pt x="53924" y="1112483"/>
                </a:lnTo>
                <a:lnTo>
                  <a:pt x="54097" y="1112474"/>
                </a:lnTo>
                <a:lnTo>
                  <a:pt x="54269" y="1112456"/>
                </a:lnTo>
                <a:lnTo>
                  <a:pt x="54443" y="1112447"/>
                </a:lnTo>
                <a:lnTo>
                  <a:pt x="54615" y="1112429"/>
                </a:lnTo>
                <a:lnTo>
                  <a:pt x="54788" y="1112411"/>
                </a:lnTo>
                <a:lnTo>
                  <a:pt x="54961" y="1112403"/>
                </a:lnTo>
                <a:lnTo>
                  <a:pt x="55134" y="1112385"/>
                </a:lnTo>
                <a:lnTo>
                  <a:pt x="55307" y="1112376"/>
                </a:lnTo>
                <a:lnTo>
                  <a:pt x="55479" y="1112358"/>
                </a:lnTo>
                <a:lnTo>
                  <a:pt x="55653" y="1112349"/>
                </a:lnTo>
                <a:lnTo>
                  <a:pt x="55825" y="1112331"/>
                </a:lnTo>
                <a:lnTo>
                  <a:pt x="55998" y="1112314"/>
                </a:lnTo>
                <a:lnTo>
                  <a:pt x="56170" y="1112305"/>
                </a:lnTo>
                <a:lnTo>
                  <a:pt x="56344" y="1112287"/>
                </a:lnTo>
                <a:lnTo>
                  <a:pt x="56516" y="1112269"/>
                </a:lnTo>
                <a:lnTo>
                  <a:pt x="56689" y="1112260"/>
                </a:lnTo>
                <a:lnTo>
                  <a:pt x="56863" y="1112242"/>
                </a:lnTo>
                <a:lnTo>
                  <a:pt x="57035" y="1112225"/>
                </a:lnTo>
                <a:lnTo>
                  <a:pt x="57208" y="1112216"/>
                </a:lnTo>
                <a:lnTo>
                  <a:pt x="57380" y="1112198"/>
                </a:lnTo>
                <a:lnTo>
                  <a:pt x="57554" y="1112180"/>
                </a:lnTo>
                <a:lnTo>
                  <a:pt x="57726" y="1112162"/>
                </a:lnTo>
                <a:lnTo>
                  <a:pt x="57899" y="1112153"/>
                </a:lnTo>
                <a:lnTo>
                  <a:pt x="58072" y="1112136"/>
                </a:lnTo>
                <a:lnTo>
                  <a:pt x="58245" y="1112118"/>
                </a:lnTo>
                <a:lnTo>
                  <a:pt x="58418" y="1112109"/>
                </a:lnTo>
                <a:lnTo>
                  <a:pt x="58590" y="1112091"/>
                </a:lnTo>
                <a:lnTo>
                  <a:pt x="58764" y="1112073"/>
                </a:lnTo>
                <a:lnTo>
                  <a:pt x="58936" y="1112056"/>
                </a:lnTo>
                <a:lnTo>
                  <a:pt x="59109" y="1112038"/>
                </a:lnTo>
                <a:lnTo>
                  <a:pt x="59282" y="1112029"/>
                </a:lnTo>
                <a:lnTo>
                  <a:pt x="59455" y="1112011"/>
                </a:lnTo>
                <a:lnTo>
                  <a:pt x="59628" y="1111993"/>
                </a:lnTo>
                <a:lnTo>
                  <a:pt x="59800" y="1111976"/>
                </a:lnTo>
                <a:lnTo>
                  <a:pt x="59973" y="1111958"/>
                </a:lnTo>
                <a:lnTo>
                  <a:pt x="60146" y="1111949"/>
                </a:lnTo>
                <a:lnTo>
                  <a:pt x="60319" y="1111931"/>
                </a:lnTo>
                <a:lnTo>
                  <a:pt x="60491" y="1111913"/>
                </a:lnTo>
                <a:lnTo>
                  <a:pt x="60665" y="1111895"/>
                </a:lnTo>
                <a:lnTo>
                  <a:pt x="60837" y="1111878"/>
                </a:lnTo>
                <a:lnTo>
                  <a:pt x="61010" y="1111860"/>
                </a:lnTo>
                <a:lnTo>
                  <a:pt x="61183" y="1111842"/>
                </a:lnTo>
                <a:lnTo>
                  <a:pt x="61356" y="1111824"/>
                </a:lnTo>
                <a:lnTo>
                  <a:pt x="61529" y="1111807"/>
                </a:lnTo>
                <a:lnTo>
                  <a:pt x="61701" y="1111798"/>
                </a:lnTo>
                <a:lnTo>
                  <a:pt x="61874" y="1111780"/>
                </a:lnTo>
                <a:lnTo>
                  <a:pt x="62047" y="1111762"/>
                </a:lnTo>
                <a:lnTo>
                  <a:pt x="62220" y="1111744"/>
                </a:lnTo>
                <a:lnTo>
                  <a:pt x="62393" y="1111726"/>
                </a:lnTo>
                <a:lnTo>
                  <a:pt x="62566" y="1111709"/>
                </a:lnTo>
                <a:lnTo>
                  <a:pt x="62739" y="1111691"/>
                </a:lnTo>
                <a:lnTo>
                  <a:pt x="62911" y="1111673"/>
                </a:lnTo>
                <a:lnTo>
                  <a:pt x="63084" y="1111655"/>
                </a:lnTo>
                <a:lnTo>
                  <a:pt x="63257" y="1111637"/>
                </a:lnTo>
                <a:lnTo>
                  <a:pt x="63430" y="1111620"/>
                </a:lnTo>
                <a:lnTo>
                  <a:pt x="63603" y="1111602"/>
                </a:lnTo>
                <a:lnTo>
                  <a:pt x="63775" y="1111584"/>
                </a:lnTo>
                <a:lnTo>
                  <a:pt x="63949" y="1111566"/>
                </a:lnTo>
                <a:lnTo>
                  <a:pt x="64121" y="1111540"/>
                </a:lnTo>
                <a:lnTo>
                  <a:pt x="64294" y="1111522"/>
                </a:lnTo>
                <a:lnTo>
                  <a:pt x="64467" y="1111504"/>
                </a:lnTo>
                <a:lnTo>
                  <a:pt x="64640" y="1111486"/>
                </a:lnTo>
                <a:lnTo>
                  <a:pt x="64812" y="1111468"/>
                </a:lnTo>
                <a:lnTo>
                  <a:pt x="64985" y="1111451"/>
                </a:lnTo>
                <a:lnTo>
                  <a:pt x="65158" y="1111433"/>
                </a:lnTo>
                <a:lnTo>
                  <a:pt x="65331" y="1111415"/>
                </a:lnTo>
                <a:lnTo>
                  <a:pt x="65504" y="1111397"/>
                </a:lnTo>
                <a:lnTo>
                  <a:pt x="65676" y="1111371"/>
                </a:lnTo>
                <a:lnTo>
                  <a:pt x="65850" y="1111353"/>
                </a:lnTo>
                <a:lnTo>
                  <a:pt x="66022" y="1111335"/>
                </a:lnTo>
                <a:lnTo>
                  <a:pt x="66195" y="1111317"/>
                </a:lnTo>
                <a:lnTo>
                  <a:pt x="66368" y="1111299"/>
                </a:lnTo>
                <a:lnTo>
                  <a:pt x="66541" y="1111273"/>
                </a:lnTo>
                <a:lnTo>
                  <a:pt x="66714" y="1111255"/>
                </a:lnTo>
                <a:lnTo>
                  <a:pt x="66886" y="1111237"/>
                </a:lnTo>
                <a:lnTo>
                  <a:pt x="67060" y="1111219"/>
                </a:lnTo>
                <a:lnTo>
                  <a:pt x="67232" y="1111193"/>
                </a:lnTo>
                <a:lnTo>
                  <a:pt x="67405" y="1111175"/>
                </a:lnTo>
                <a:lnTo>
                  <a:pt x="67577" y="1111157"/>
                </a:lnTo>
                <a:lnTo>
                  <a:pt x="67751" y="1111139"/>
                </a:lnTo>
                <a:lnTo>
                  <a:pt x="67924" y="1111113"/>
                </a:lnTo>
                <a:lnTo>
                  <a:pt x="68096" y="1111095"/>
                </a:lnTo>
                <a:lnTo>
                  <a:pt x="68270" y="1111077"/>
                </a:lnTo>
                <a:lnTo>
                  <a:pt x="68442" y="1111050"/>
                </a:lnTo>
                <a:lnTo>
                  <a:pt x="68615" y="1111032"/>
                </a:lnTo>
                <a:lnTo>
                  <a:pt x="68787" y="1111015"/>
                </a:lnTo>
                <a:lnTo>
                  <a:pt x="68961" y="1110988"/>
                </a:lnTo>
                <a:lnTo>
                  <a:pt x="69133" y="1110970"/>
                </a:lnTo>
                <a:lnTo>
                  <a:pt x="69306" y="1110944"/>
                </a:lnTo>
                <a:lnTo>
                  <a:pt x="69479" y="1110926"/>
                </a:lnTo>
                <a:lnTo>
                  <a:pt x="69652" y="1110908"/>
                </a:lnTo>
                <a:lnTo>
                  <a:pt x="69825" y="1110881"/>
                </a:lnTo>
                <a:lnTo>
                  <a:pt x="69997" y="1110863"/>
                </a:lnTo>
                <a:lnTo>
                  <a:pt x="70171" y="1110837"/>
                </a:lnTo>
                <a:lnTo>
                  <a:pt x="70343" y="1110819"/>
                </a:lnTo>
                <a:lnTo>
                  <a:pt x="70516" y="1110792"/>
                </a:lnTo>
                <a:lnTo>
                  <a:pt x="70689" y="1110775"/>
                </a:lnTo>
                <a:lnTo>
                  <a:pt x="70862" y="1110748"/>
                </a:lnTo>
                <a:lnTo>
                  <a:pt x="71035" y="1110730"/>
                </a:lnTo>
                <a:lnTo>
                  <a:pt x="71207" y="1110703"/>
                </a:lnTo>
                <a:lnTo>
                  <a:pt x="71380" y="1110686"/>
                </a:lnTo>
                <a:lnTo>
                  <a:pt x="71553" y="1110659"/>
                </a:lnTo>
                <a:lnTo>
                  <a:pt x="71726" y="1110641"/>
                </a:lnTo>
                <a:lnTo>
                  <a:pt x="71898" y="1110614"/>
                </a:lnTo>
                <a:lnTo>
                  <a:pt x="72072" y="1110588"/>
                </a:lnTo>
                <a:lnTo>
                  <a:pt x="72245" y="1110570"/>
                </a:lnTo>
                <a:lnTo>
                  <a:pt x="72417" y="1110543"/>
                </a:lnTo>
                <a:lnTo>
                  <a:pt x="72590" y="1110525"/>
                </a:lnTo>
                <a:lnTo>
                  <a:pt x="72763" y="1110499"/>
                </a:lnTo>
                <a:lnTo>
                  <a:pt x="72936" y="1110472"/>
                </a:lnTo>
                <a:lnTo>
                  <a:pt x="73108" y="1110454"/>
                </a:lnTo>
                <a:lnTo>
                  <a:pt x="73281" y="1110428"/>
                </a:lnTo>
                <a:lnTo>
                  <a:pt x="73454" y="1110401"/>
                </a:lnTo>
                <a:lnTo>
                  <a:pt x="73627" y="1110383"/>
                </a:lnTo>
                <a:lnTo>
                  <a:pt x="73800" y="1110356"/>
                </a:lnTo>
                <a:lnTo>
                  <a:pt x="73973" y="1110330"/>
                </a:lnTo>
                <a:lnTo>
                  <a:pt x="74146" y="1110303"/>
                </a:lnTo>
                <a:lnTo>
                  <a:pt x="74318" y="1110285"/>
                </a:lnTo>
                <a:lnTo>
                  <a:pt x="74491" y="1110258"/>
                </a:lnTo>
                <a:lnTo>
                  <a:pt x="74664" y="1110232"/>
                </a:lnTo>
                <a:lnTo>
                  <a:pt x="74837" y="1110205"/>
                </a:lnTo>
                <a:lnTo>
                  <a:pt x="75010" y="1110178"/>
                </a:lnTo>
                <a:lnTo>
                  <a:pt x="75182" y="1110161"/>
                </a:lnTo>
                <a:lnTo>
                  <a:pt x="75356" y="1110134"/>
                </a:lnTo>
                <a:lnTo>
                  <a:pt x="75528" y="1110107"/>
                </a:lnTo>
                <a:lnTo>
                  <a:pt x="75701" y="1110081"/>
                </a:lnTo>
                <a:lnTo>
                  <a:pt x="75874" y="1110054"/>
                </a:lnTo>
                <a:lnTo>
                  <a:pt x="76047" y="1110027"/>
                </a:lnTo>
                <a:lnTo>
                  <a:pt x="76219" y="1110001"/>
                </a:lnTo>
                <a:lnTo>
                  <a:pt x="76392" y="1109974"/>
                </a:lnTo>
                <a:lnTo>
                  <a:pt x="76566" y="1109947"/>
                </a:lnTo>
                <a:lnTo>
                  <a:pt x="76738" y="1109920"/>
                </a:lnTo>
                <a:lnTo>
                  <a:pt x="76911" y="1109903"/>
                </a:lnTo>
                <a:lnTo>
                  <a:pt x="77083" y="1109876"/>
                </a:lnTo>
                <a:lnTo>
                  <a:pt x="77257" y="1109849"/>
                </a:lnTo>
                <a:lnTo>
                  <a:pt x="77429" y="1109823"/>
                </a:lnTo>
                <a:lnTo>
                  <a:pt x="77602" y="1109796"/>
                </a:lnTo>
                <a:lnTo>
                  <a:pt x="77775" y="1109760"/>
                </a:lnTo>
                <a:lnTo>
                  <a:pt x="77948" y="1109734"/>
                </a:lnTo>
                <a:lnTo>
                  <a:pt x="78121" y="1109707"/>
                </a:lnTo>
                <a:lnTo>
                  <a:pt x="78293" y="1109680"/>
                </a:lnTo>
                <a:lnTo>
                  <a:pt x="78467" y="1109654"/>
                </a:lnTo>
                <a:lnTo>
                  <a:pt x="78639" y="1109627"/>
                </a:lnTo>
                <a:lnTo>
                  <a:pt x="78812" y="1109600"/>
                </a:lnTo>
                <a:lnTo>
                  <a:pt x="78984" y="1109574"/>
                </a:lnTo>
                <a:lnTo>
                  <a:pt x="79158" y="1109547"/>
                </a:lnTo>
                <a:lnTo>
                  <a:pt x="79331" y="1109511"/>
                </a:lnTo>
                <a:lnTo>
                  <a:pt x="79503" y="1109484"/>
                </a:lnTo>
                <a:lnTo>
                  <a:pt x="79677" y="1109458"/>
                </a:lnTo>
                <a:lnTo>
                  <a:pt x="79849" y="1109431"/>
                </a:lnTo>
                <a:lnTo>
                  <a:pt x="80022" y="1109404"/>
                </a:lnTo>
                <a:lnTo>
                  <a:pt x="80194" y="1109369"/>
                </a:lnTo>
                <a:lnTo>
                  <a:pt x="80368" y="1109342"/>
                </a:lnTo>
                <a:lnTo>
                  <a:pt x="80540" y="1109316"/>
                </a:lnTo>
                <a:lnTo>
                  <a:pt x="80713" y="1109289"/>
                </a:lnTo>
                <a:lnTo>
                  <a:pt x="80886" y="1109253"/>
                </a:lnTo>
                <a:lnTo>
                  <a:pt x="81059" y="1109227"/>
                </a:lnTo>
                <a:lnTo>
                  <a:pt x="81232" y="1109200"/>
                </a:lnTo>
                <a:lnTo>
                  <a:pt x="81404" y="1109164"/>
                </a:lnTo>
                <a:lnTo>
                  <a:pt x="81578" y="1109138"/>
                </a:lnTo>
                <a:lnTo>
                  <a:pt x="81750" y="1109102"/>
                </a:lnTo>
                <a:lnTo>
                  <a:pt x="81923" y="1109075"/>
                </a:lnTo>
                <a:lnTo>
                  <a:pt x="82096" y="1109049"/>
                </a:lnTo>
                <a:lnTo>
                  <a:pt x="82269" y="1109013"/>
                </a:lnTo>
                <a:lnTo>
                  <a:pt x="82442" y="1108986"/>
                </a:lnTo>
                <a:lnTo>
                  <a:pt x="82614" y="1108951"/>
                </a:lnTo>
                <a:lnTo>
                  <a:pt x="82787" y="1108924"/>
                </a:lnTo>
                <a:lnTo>
                  <a:pt x="82960" y="1108888"/>
                </a:lnTo>
                <a:lnTo>
                  <a:pt x="83133" y="1108862"/>
                </a:lnTo>
                <a:lnTo>
                  <a:pt x="83305" y="1108826"/>
                </a:lnTo>
                <a:lnTo>
                  <a:pt x="83479" y="1108800"/>
                </a:lnTo>
                <a:lnTo>
                  <a:pt x="83652" y="1108764"/>
                </a:lnTo>
                <a:lnTo>
                  <a:pt x="83824" y="1108737"/>
                </a:lnTo>
                <a:lnTo>
                  <a:pt x="83997" y="1108702"/>
                </a:lnTo>
                <a:lnTo>
                  <a:pt x="84170" y="1108666"/>
                </a:lnTo>
                <a:lnTo>
                  <a:pt x="84343" y="1108639"/>
                </a:lnTo>
                <a:lnTo>
                  <a:pt x="84515" y="1108604"/>
                </a:lnTo>
                <a:lnTo>
                  <a:pt x="84688" y="1108568"/>
                </a:lnTo>
                <a:lnTo>
                  <a:pt x="84861" y="1108542"/>
                </a:lnTo>
                <a:lnTo>
                  <a:pt x="85034" y="1108506"/>
                </a:lnTo>
                <a:lnTo>
                  <a:pt x="85207" y="1108470"/>
                </a:lnTo>
                <a:lnTo>
                  <a:pt x="85380" y="1108435"/>
                </a:lnTo>
                <a:lnTo>
                  <a:pt x="85553" y="1108408"/>
                </a:lnTo>
                <a:lnTo>
                  <a:pt x="85725" y="1108372"/>
                </a:lnTo>
                <a:lnTo>
                  <a:pt x="85898" y="1108337"/>
                </a:lnTo>
                <a:lnTo>
                  <a:pt x="86071" y="1108301"/>
                </a:lnTo>
                <a:lnTo>
                  <a:pt x="86244" y="1108275"/>
                </a:lnTo>
                <a:lnTo>
                  <a:pt x="86417" y="1108239"/>
                </a:lnTo>
                <a:lnTo>
                  <a:pt x="86589" y="1108203"/>
                </a:lnTo>
                <a:lnTo>
                  <a:pt x="86763" y="1108168"/>
                </a:lnTo>
                <a:lnTo>
                  <a:pt x="86935" y="1108132"/>
                </a:lnTo>
                <a:lnTo>
                  <a:pt x="87108" y="1108097"/>
                </a:lnTo>
                <a:lnTo>
                  <a:pt x="87281" y="1108061"/>
                </a:lnTo>
                <a:lnTo>
                  <a:pt x="87454" y="1108026"/>
                </a:lnTo>
                <a:lnTo>
                  <a:pt x="87626" y="1107990"/>
                </a:lnTo>
                <a:lnTo>
                  <a:pt x="87799" y="1107954"/>
                </a:lnTo>
                <a:lnTo>
                  <a:pt x="87973" y="1107919"/>
                </a:lnTo>
                <a:lnTo>
                  <a:pt x="88145" y="1107883"/>
                </a:lnTo>
                <a:lnTo>
                  <a:pt x="88318" y="1107848"/>
                </a:lnTo>
                <a:lnTo>
                  <a:pt x="88490" y="1107812"/>
                </a:lnTo>
                <a:lnTo>
                  <a:pt x="88664" y="1107776"/>
                </a:lnTo>
                <a:lnTo>
                  <a:pt x="88836" y="1107741"/>
                </a:lnTo>
                <a:lnTo>
                  <a:pt x="89009" y="1107705"/>
                </a:lnTo>
                <a:lnTo>
                  <a:pt x="89182" y="1107670"/>
                </a:lnTo>
                <a:lnTo>
                  <a:pt x="89355" y="1107634"/>
                </a:lnTo>
                <a:lnTo>
                  <a:pt x="89528" y="1107590"/>
                </a:lnTo>
                <a:lnTo>
                  <a:pt x="89700" y="1107554"/>
                </a:lnTo>
                <a:lnTo>
                  <a:pt x="89874" y="1107518"/>
                </a:lnTo>
                <a:lnTo>
                  <a:pt x="90046" y="1107483"/>
                </a:lnTo>
                <a:lnTo>
                  <a:pt x="90219" y="1107447"/>
                </a:lnTo>
                <a:lnTo>
                  <a:pt x="90391" y="1107403"/>
                </a:lnTo>
                <a:lnTo>
                  <a:pt x="90565" y="1107367"/>
                </a:lnTo>
                <a:lnTo>
                  <a:pt x="90738" y="1107332"/>
                </a:lnTo>
                <a:lnTo>
                  <a:pt x="90910" y="1107287"/>
                </a:lnTo>
                <a:lnTo>
                  <a:pt x="91084" y="1107251"/>
                </a:lnTo>
                <a:lnTo>
                  <a:pt x="91256" y="1107216"/>
                </a:lnTo>
                <a:lnTo>
                  <a:pt x="91429" y="1107171"/>
                </a:lnTo>
                <a:lnTo>
                  <a:pt x="91601" y="1107136"/>
                </a:lnTo>
                <a:lnTo>
                  <a:pt x="91775" y="1107091"/>
                </a:lnTo>
                <a:lnTo>
                  <a:pt x="91947" y="1107056"/>
                </a:lnTo>
                <a:lnTo>
                  <a:pt x="92120" y="1107011"/>
                </a:lnTo>
                <a:lnTo>
                  <a:pt x="92293" y="1106976"/>
                </a:lnTo>
                <a:lnTo>
                  <a:pt x="92466" y="1106931"/>
                </a:lnTo>
                <a:lnTo>
                  <a:pt x="92639" y="1106896"/>
                </a:lnTo>
                <a:lnTo>
                  <a:pt x="92811" y="1106851"/>
                </a:lnTo>
                <a:lnTo>
                  <a:pt x="92985" y="1106816"/>
                </a:lnTo>
                <a:lnTo>
                  <a:pt x="93157" y="1106771"/>
                </a:lnTo>
                <a:lnTo>
                  <a:pt x="93330" y="1106736"/>
                </a:lnTo>
                <a:lnTo>
                  <a:pt x="93503" y="1106691"/>
                </a:lnTo>
                <a:lnTo>
                  <a:pt x="93676" y="1106647"/>
                </a:lnTo>
                <a:lnTo>
                  <a:pt x="93849" y="1106611"/>
                </a:lnTo>
                <a:lnTo>
                  <a:pt x="94021" y="1106567"/>
                </a:lnTo>
                <a:lnTo>
                  <a:pt x="94194" y="1106522"/>
                </a:lnTo>
                <a:lnTo>
                  <a:pt x="94367" y="1106477"/>
                </a:lnTo>
                <a:lnTo>
                  <a:pt x="94540" y="1106442"/>
                </a:lnTo>
                <a:lnTo>
                  <a:pt x="94712" y="1106397"/>
                </a:lnTo>
                <a:lnTo>
                  <a:pt x="94886" y="1106353"/>
                </a:lnTo>
                <a:lnTo>
                  <a:pt x="95059" y="1106309"/>
                </a:lnTo>
                <a:lnTo>
                  <a:pt x="95231" y="1106264"/>
                </a:lnTo>
                <a:lnTo>
                  <a:pt x="95404" y="1106228"/>
                </a:lnTo>
                <a:lnTo>
                  <a:pt x="95577" y="1106184"/>
                </a:lnTo>
                <a:lnTo>
                  <a:pt x="95750" y="1106139"/>
                </a:lnTo>
                <a:lnTo>
                  <a:pt x="95922" y="1106095"/>
                </a:lnTo>
                <a:lnTo>
                  <a:pt x="96095" y="1106050"/>
                </a:lnTo>
                <a:lnTo>
                  <a:pt x="96269" y="1106006"/>
                </a:lnTo>
                <a:lnTo>
                  <a:pt x="96441" y="1105962"/>
                </a:lnTo>
                <a:lnTo>
                  <a:pt x="96614" y="1105917"/>
                </a:lnTo>
                <a:lnTo>
                  <a:pt x="96787" y="1105873"/>
                </a:lnTo>
                <a:lnTo>
                  <a:pt x="96960" y="1105828"/>
                </a:lnTo>
                <a:lnTo>
                  <a:pt x="97132" y="1105784"/>
                </a:lnTo>
                <a:lnTo>
                  <a:pt x="97305" y="1105739"/>
                </a:lnTo>
                <a:lnTo>
                  <a:pt x="97478" y="1105686"/>
                </a:lnTo>
                <a:lnTo>
                  <a:pt x="97651" y="1105641"/>
                </a:lnTo>
                <a:lnTo>
                  <a:pt x="97824" y="1105597"/>
                </a:lnTo>
                <a:lnTo>
                  <a:pt x="97996" y="1105552"/>
                </a:lnTo>
                <a:lnTo>
                  <a:pt x="98170" y="1105508"/>
                </a:lnTo>
                <a:lnTo>
                  <a:pt x="98342" y="1105454"/>
                </a:lnTo>
                <a:lnTo>
                  <a:pt x="98515" y="1105410"/>
                </a:lnTo>
                <a:lnTo>
                  <a:pt x="98688" y="1105365"/>
                </a:lnTo>
                <a:lnTo>
                  <a:pt x="98861" y="1105312"/>
                </a:lnTo>
                <a:lnTo>
                  <a:pt x="99034" y="1105268"/>
                </a:lnTo>
                <a:lnTo>
                  <a:pt x="99206" y="1105223"/>
                </a:lnTo>
                <a:lnTo>
                  <a:pt x="99380" y="1105170"/>
                </a:lnTo>
                <a:lnTo>
                  <a:pt x="99552" y="1105125"/>
                </a:lnTo>
                <a:lnTo>
                  <a:pt x="99725" y="1105072"/>
                </a:lnTo>
                <a:lnTo>
                  <a:pt x="99897" y="1105027"/>
                </a:lnTo>
                <a:lnTo>
                  <a:pt x="100071" y="1104983"/>
                </a:lnTo>
                <a:lnTo>
                  <a:pt x="100243" y="1104930"/>
                </a:lnTo>
                <a:lnTo>
                  <a:pt x="100416" y="1104876"/>
                </a:lnTo>
                <a:lnTo>
                  <a:pt x="100590" y="1104832"/>
                </a:lnTo>
                <a:lnTo>
                  <a:pt x="100762" y="1104778"/>
                </a:lnTo>
                <a:lnTo>
                  <a:pt x="100935" y="1104734"/>
                </a:lnTo>
                <a:lnTo>
                  <a:pt x="101107" y="1104680"/>
                </a:lnTo>
                <a:lnTo>
                  <a:pt x="101281" y="1104627"/>
                </a:lnTo>
                <a:lnTo>
                  <a:pt x="101453" y="1104583"/>
                </a:lnTo>
                <a:lnTo>
                  <a:pt x="101626" y="1104529"/>
                </a:lnTo>
                <a:lnTo>
                  <a:pt x="101799" y="1104476"/>
                </a:lnTo>
                <a:lnTo>
                  <a:pt x="101972" y="1104422"/>
                </a:lnTo>
                <a:lnTo>
                  <a:pt x="102145" y="1104378"/>
                </a:lnTo>
                <a:lnTo>
                  <a:pt x="102317" y="1104325"/>
                </a:lnTo>
                <a:lnTo>
                  <a:pt x="102491" y="1104271"/>
                </a:lnTo>
                <a:lnTo>
                  <a:pt x="102663" y="1104218"/>
                </a:lnTo>
                <a:lnTo>
                  <a:pt x="102836" y="1104164"/>
                </a:lnTo>
                <a:lnTo>
                  <a:pt x="103008" y="1104111"/>
                </a:lnTo>
                <a:lnTo>
                  <a:pt x="103182" y="1104058"/>
                </a:lnTo>
                <a:lnTo>
                  <a:pt x="103355" y="1104004"/>
                </a:lnTo>
                <a:lnTo>
                  <a:pt x="103527" y="1103951"/>
                </a:lnTo>
                <a:lnTo>
                  <a:pt x="103700" y="1103898"/>
                </a:lnTo>
                <a:lnTo>
                  <a:pt x="103873" y="1103844"/>
                </a:lnTo>
                <a:lnTo>
                  <a:pt x="104046" y="1103791"/>
                </a:lnTo>
                <a:lnTo>
                  <a:pt x="104218" y="1103737"/>
                </a:lnTo>
                <a:lnTo>
                  <a:pt x="104392" y="1103684"/>
                </a:lnTo>
                <a:lnTo>
                  <a:pt x="104564" y="1103631"/>
                </a:lnTo>
                <a:lnTo>
                  <a:pt x="104737" y="1103577"/>
                </a:lnTo>
                <a:lnTo>
                  <a:pt x="104910" y="1103524"/>
                </a:lnTo>
                <a:lnTo>
                  <a:pt x="105083" y="1103462"/>
                </a:lnTo>
                <a:lnTo>
                  <a:pt x="105256" y="1103408"/>
                </a:lnTo>
                <a:lnTo>
                  <a:pt x="105428" y="1103355"/>
                </a:lnTo>
                <a:lnTo>
                  <a:pt x="105601" y="1103301"/>
                </a:lnTo>
                <a:lnTo>
                  <a:pt x="105774" y="1103239"/>
                </a:lnTo>
                <a:lnTo>
                  <a:pt x="105947" y="1103186"/>
                </a:lnTo>
                <a:lnTo>
                  <a:pt x="106120" y="1103124"/>
                </a:lnTo>
                <a:lnTo>
                  <a:pt x="106293" y="1103070"/>
                </a:lnTo>
                <a:lnTo>
                  <a:pt x="106466" y="1103017"/>
                </a:lnTo>
                <a:lnTo>
                  <a:pt x="106638" y="1102955"/>
                </a:lnTo>
                <a:lnTo>
                  <a:pt x="106811" y="1102901"/>
                </a:lnTo>
                <a:lnTo>
                  <a:pt x="106984" y="1102839"/>
                </a:lnTo>
                <a:lnTo>
                  <a:pt x="107157" y="1102777"/>
                </a:lnTo>
                <a:lnTo>
                  <a:pt x="107329" y="1102723"/>
                </a:lnTo>
                <a:lnTo>
                  <a:pt x="107502" y="1102661"/>
                </a:lnTo>
                <a:lnTo>
                  <a:pt x="107676" y="1102608"/>
                </a:lnTo>
                <a:lnTo>
                  <a:pt x="107848" y="1102545"/>
                </a:lnTo>
                <a:lnTo>
                  <a:pt x="108021" y="1102483"/>
                </a:lnTo>
                <a:lnTo>
                  <a:pt x="108194" y="1102430"/>
                </a:lnTo>
                <a:lnTo>
                  <a:pt x="108367" y="1102367"/>
                </a:lnTo>
                <a:lnTo>
                  <a:pt x="108539" y="1102305"/>
                </a:lnTo>
                <a:lnTo>
                  <a:pt x="108712" y="1102243"/>
                </a:lnTo>
                <a:lnTo>
                  <a:pt x="108885" y="1102181"/>
                </a:lnTo>
                <a:lnTo>
                  <a:pt x="109058" y="1102118"/>
                </a:lnTo>
                <a:lnTo>
                  <a:pt x="109231" y="1102065"/>
                </a:lnTo>
                <a:lnTo>
                  <a:pt x="109403" y="1102003"/>
                </a:lnTo>
                <a:lnTo>
                  <a:pt x="109577" y="1101940"/>
                </a:lnTo>
                <a:lnTo>
                  <a:pt x="109749" y="1101878"/>
                </a:lnTo>
                <a:lnTo>
                  <a:pt x="109922" y="1101816"/>
                </a:lnTo>
                <a:lnTo>
                  <a:pt x="110095" y="1101754"/>
                </a:lnTo>
                <a:lnTo>
                  <a:pt x="110268" y="1101682"/>
                </a:lnTo>
                <a:lnTo>
                  <a:pt x="110441" y="1101620"/>
                </a:lnTo>
                <a:lnTo>
                  <a:pt x="110613" y="1101558"/>
                </a:lnTo>
                <a:lnTo>
                  <a:pt x="110787" y="1101495"/>
                </a:lnTo>
                <a:lnTo>
                  <a:pt x="110959" y="1101433"/>
                </a:lnTo>
                <a:lnTo>
                  <a:pt x="111132" y="1101371"/>
                </a:lnTo>
                <a:lnTo>
                  <a:pt x="111304" y="1101300"/>
                </a:lnTo>
                <a:lnTo>
                  <a:pt x="111478" y="1101238"/>
                </a:lnTo>
                <a:lnTo>
                  <a:pt x="111650" y="1101175"/>
                </a:lnTo>
                <a:lnTo>
                  <a:pt x="111823" y="1101104"/>
                </a:lnTo>
                <a:lnTo>
                  <a:pt x="111997" y="1101042"/>
                </a:lnTo>
                <a:lnTo>
                  <a:pt x="112169" y="1100980"/>
                </a:lnTo>
                <a:lnTo>
                  <a:pt x="112342" y="1100908"/>
                </a:lnTo>
                <a:lnTo>
                  <a:pt x="112514" y="1100846"/>
                </a:lnTo>
                <a:lnTo>
                  <a:pt x="112688" y="1100775"/>
                </a:lnTo>
                <a:lnTo>
                  <a:pt x="112860" y="1100713"/>
                </a:lnTo>
                <a:lnTo>
                  <a:pt x="113033" y="1100641"/>
                </a:lnTo>
                <a:lnTo>
                  <a:pt x="113206" y="1100570"/>
                </a:lnTo>
                <a:lnTo>
                  <a:pt x="113379" y="1100508"/>
                </a:lnTo>
                <a:lnTo>
                  <a:pt x="113552" y="1100437"/>
                </a:lnTo>
                <a:lnTo>
                  <a:pt x="113724" y="1100366"/>
                </a:lnTo>
                <a:lnTo>
                  <a:pt x="113898" y="1100303"/>
                </a:lnTo>
                <a:lnTo>
                  <a:pt x="114070" y="1100232"/>
                </a:lnTo>
                <a:lnTo>
                  <a:pt x="114243" y="1100161"/>
                </a:lnTo>
                <a:lnTo>
                  <a:pt x="114415" y="1100090"/>
                </a:lnTo>
                <a:lnTo>
                  <a:pt x="114589" y="1100019"/>
                </a:lnTo>
                <a:lnTo>
                  <a:pt x="114762" y="1099948"/>
                </a:lnTo>
                <a:lnTo>
                  <a:pt x="114934" y="1099876"/>
                </a:lnTo>
                <a:lnTo>
                  <a:pt x="115107" y="1099814"/>
                </a:lnTo>
                <a:lnTo>
                  <a:pt x="115280" y="1099743"/>
                </a:lnTo>
                <a:lnTo>
                  <a:pt x="115453" y="1099663"/>
                </a:lnTo>
                <a:lnTo>
                  <a:pt x="115625" y="1099592"/>
                </a:lnTo>
                <a:lnTo>
                  <a:pt x="115799" y="1099521"/>
                </a:lnTo>
                <a:lnTo>
                  <a:pt x="115971" y="1099449"/>
                </a:lnTo>
                <a:lnTo>
                  <a:pt x="116144" y="1099378"/>
                </a:lnTo>
                <a:lnTo>
                  <a:pt x="116317" y="1099307"/>
                </a:lnTo>
                <a:lnTo>
                  <a:pt x="116490" y="1099236"/>
                </a:lnTo>
                <a:lnTo>
                  <a:pt x="116663" y="1099156"/>
                </a:lnTo>
                <a:lnTo>
                  <a:pt x="116835" y="1099085"/>
                </a:lnTo>
                <a:lnTo>
                  <a:pt x="117008" y="1099013"/>
                </a:lnTo>
                <a:lnTo>
                  <a:pt x="117181" y="1098933"/>
                </a:lnTo>
                <a:lnTo>
                  <a:pt x="117354" y="1098862"/>
                </a:lnTo>
                <a:lnTo>
                  <a:pt x="117527" y="1098782"/>
                </a:lnTo>
                <a:lnTo>
                  <a:pt x="117700" y="1098711"/>
                </a:lnTo>
                <a:lnTo>
                  <a:pt x="117873" y="1098631"/>
                </a:lnTo>
                <a:lnTo>
                  <a:pt x="118045" y="1098560"/>
                </a:lnTo>
                <a:lnTo>
                  <a:pt x="118218" y="1098480"/>
                </a:lnTo>
                <a:lnTo>
                  <a:pt x="118391" y="1098408"/>
                </a:lnTo>
                <a:lnTo>
                  <a:pt x="118564" y="1098328"/>
                </a:lnTo>
                <a:lnTo>
                  <a:pt x="118736" y="1098248"/>
                </a:lnTo>
                <a:lnTo>
                  <a:pt x="118909" y="1098177"/>
                </a:lnTo>
                <a:lnTo>
                  <a:pt x="119083" y="1098097"/>
                </a:lnTo>
                <a:lnTo>
                  <a:pt x="119255" y="1098017"/>
                </a:lnTo>
                <a:lnTo>
                  <a:pt x="119428" y="1097937"/>
                </a:lnTo>
                <a:lnTo>
                  <a:pt x="119601" y="1097857"/>
                </a:lnTo>
                <a:lnTo>
                  <a:pt x="119774" y="1097786"/>
                </a:lnTo>
                <a:lnTo>
                  <a:pt x="119946" y="1097706"/>
                </a:lnTo>
                <a:lnTo>
                  <a:pt x="120119" y="1097626"/>
                </a:lnTo>
                <a:lnTo>
                  <a:pt x="120292" y="1097546"/>
                </a:lnTo>
                <a:lnTo>
                  <a:pt x="120465" y="1097465"/>
                </a:lnTo>
                <a:lnTo>
                  <a:pt x="120638" y="1097376"/>
                </a:lnTo>
                <a:lnTo>
                  <a:pt x="120810" y="1097296"/>
                </a:lnTo>
                <a:lnTo>
                  <a:pt x="120984" y="1097216"/>
                </a:lnTo>
                <a:lnTo>
                  <a:pt x="121156" y="1097136"/>
                </a:lnTo>
                <a:lnTo>
                  <a:pt x="121329" y="1097056"/>
                </a:lnTo>
                <a:lnTo>
                  <a:pt x="121502" y="1096967"/>
                </a:lnTo>
                <a:lnTo>
                  <a:pt x="121675" y="1096887"/>
                </a:lnTo>
                <a:lnTo>
                  <a:pt x="121848" y="1096807"/>
                </a:lnTo>
                <a:lnTo>
                  <a:pt x="122020" y="1096718"/>
                </a:lnTo>
                <a:lnTo>
                  <a:pt x="122194" y="1096638"/>
                </a:lnTo>
                <a:lnTo>
                  <a:pt x="122366" y="1096558"/>
                </a:lnTo>
                <a:lnTo>
                  <a:pt x="122539" y="1096469"/>
                </a:lnTo>
                <a:lnTo>
                  <a:pt x="122711" y="1096389"/>
                </a:lnTo>
                <a:lnTo>
                  <a:pt x="122885" y="1096300"/>
                </a:lnTo>
                <a:lnTo>
                  <a:pt x="123057" y="1096211"/>
                </a:lnTo>
                <a:lnTo>
                  <a:pt x="123230" y="1096131"/>
                </a:lnTo>
                <a:lnTo>
                  <a:pt x="123404" y="1096042"/>
                </a:lnTo>
                <a:lnTo>
                  <a:pt x="123576" y="1095953"/>
                </a:lnTo>
                <a:lnTo>
                  <a:pt x="123749" y="1095864"/>
                </a:lnTo>
                <a:lnTo>
                  <a:pt x="123921" y="1095784"/>
                </a:lnTo>
                <a:lnTo>
                  <a:pt x="124095" y="1095695"/>
                </a:lnTo>
                <a:lnTo>
                  <a:pt x="124267" y="1095606"/>
                </a:lnTo>
                <a:lnTo>
                  <a:pt x="124440" y="1095517"/>
                </a:lnTo>
                <a:lnTo>
                  <a:pt x="124613" y="1095428"/>
                </a:lnTo>
                <a:lnTo>
                  <a:pt x="124786" y="1095339"/>
                </a:lnTo>
                <a:lnTo>
                  <a:pt x="124959" y="1095250"/>
                </a:lnTo>
                <a:lnTo>
                  <a:pt x="125131" y="1095161"/>
                </a:lnTo>
                <a:lnTo>
                  <a:pt x="125305" y="1095072"/>
                </a:lnTo>
                <a:lnTo>
                  <a:pt x="125477" y="1094983"/>
                </a:lnTo>
                <a:lnTo>
                  <a:pt x="125650" y="1094885"/>
                </a:lnTo>
                <a:lnTo>
                  <a:pt x="125823" y="1094796"/>
                </a:lnTo>
                <a:lnTo>
                  <a:pt x="125996" y="1094707"/>
                </a:lnTo>
                <a:lnTo>
                  <a:pt x="126169" y="1094619"/>
                </a:lnTo>
                <a:lnTo>
                  <a:pt x="126341" y="1094521"/>
                </a:lnTo>
                <a:lnTo>
                  <a:pt x="126514" y="1094432"/>
                </a:lnTo>
                <a:lnTo>
                  <a:pt x="126687" y="1094334"/>
                </a:lnTo>
                <a:lnTo>
                  <a:pt x="126860" y="1094245"/>
                </a:lnTo>
                <a:lnTo>
                  <a:pt x="127032" y="1094147"/>
                </a:lnTo>
                <a:lnTo>
                  <a:pt x="127206" y="1094058"/>
                </a:lnTo>
                <a:lnTo>
                  <a:pt x="127378" y="1093960"/>
                </a:lnTo>
                <a:lnTo>
                  <a:pt x="127551" y="1093862"/>
                </a:lnTo>
                <a:lnTo>
                  <a:pt x="127724" y="1093773"/>
                </a:lnTo>
                <a:lnTo>
                  <a:pt x="127897" y="1093676"/>
                </a:lnTo>
                <a:lnTo>
                  <a:pt x="128070" y="1093578"/>
                </a:lnTo>
                <a:lnTo>
                  <a:pt x="128242" y="1093480"/>
                </a:lnTo>
                <a:lnTo>
                  <a:pt x="128415" y="1093382"/>
                </a:lnTo>
                <a:lnTo>
                  <a:pt x="128588" y="1093284"/>
                </a:lnTo>
                <a:lnTo>
                  <a:pt x="128761" y="1093195"/>
                </a:lnTo>
                <a:lnTo>
                  <a:pt x="128934" y="1093097"/>
                </a:lnTo>
                <a:lnTo>
                  <a:pt x="129107" y="1092991"/>
                </a:lnTo>
                <a:lnTo>
                  <a:pt x="129280" y="1092893"/>
                </a:lnTo>
                <a:lnTo>
                  <a:pt x="129452" y="1092795"/>
                </a:lnTo>
                <a:lnTo>
                  <a:pt x="129625" y="1092697"/>
                </a:lnTo>
                <a:lnTo>
                  <a:pt x="129798" y="1092599"/>
                </a:lnTo>
                <a:lnTo>
                  <a:pt x="129971" y="1092501"/>
                </a:lnTo>
                <a:lnTo>
                  <a:pt x="130144" y="1092394"/>
                </a:lnTo>
                <a:lnTo>
                  <a:pt x="130316" y="1092297"/>
                </a:lnTo>
                <a:lnTo>
                  <a:pt x="130490" y="1092190"/>
                </a:lnTo>
                <a:lnTo>
                  <a:pt x="130662" y="1092092"/>
                </a:lnTo>
                <a:lnTo>
                  <a:pt x="130835" y="1091994"/>
                </a:lnTo>
                <a:lnTo>
                  <a:pt x="131008" y="1091887"/>
                </a:lnTo>
                <a:lnTo>
                  <a:pt x="131181" y="1091781"/>
                </a:lnTo>
                <a:lnTo>
                  <a:pt x="131353" y="1091683"/>
                </a:lnTo>
                <a:lnTo>
                  <a:pt x="131526" y="1091576"/>
                </a:lnTo>
                <a:lnTo>
                  <a:pt x="131700" y="1091469"/>
                </a:lnTo>
                <a:lnTo>
                  <a:pt x="131872" y="1091371"/>
                </a:lnTo>
                <a:lnTo>
                  <a:pt x="132045" y="1091265"/>
                </a:lnTo>
                <a:lnTo>
                  <a:pt x="132217" y="1091158"/>
                </a:lnTo>
                <a:lnTo>
                  <a:pt x="132391" y="1091051"/>
                </a:lnTo>
                <a:lnTo>
                  <a:pt x="132563" y="1090944"/>
                </a:lnTo>
                <a:lnTo>
                  <a:pt x="132736" y="1090838"/>
                </a:lnTo>
                <a:lnTo>
                  <a:pt x="132909" y="1090731"/>
                </a:lnTo>
                <a:lnTo>
                  <a:pt x="133082" y="1090624"/>
                </a:lnTo>
                <a:lnTo>
                  <a:pt x="133255" y="1090517"/>
                </a:lnTo>
                <a:lnTo>
                  <a:pt x="133427" y="1090411"/>
                </a:lnTo>
                <a:lnTo>
                  <a:pt x="133601" y="1090304"/>
                </a:lnTo>
                <a:lnTo>
                  <a:pt x="133773" y="1090188"/>
                </a:lnTo>
                <a:lnTo>
                  <a:pt x="133946" y="1090081"/>
                </a:lnTo>
                <a:lnTo>
                  <a:pt x="134118" y="1089975"/>
                </a:lnTo>
                <a:lnTo>
                  <a:pt x="134292" y="1089859"/>
                </a:lnTo>
                <a:lnTo>
                  <a:pt x="134465" y="1089752"/>
                </a:lnTo>
                <a:lnTo>
                  <a:pt x="134637" y="1089637"/>
                </a:lnTo>
                <a:lnTo>
                  <a:pt x="134811" y="1089530"/>
                </a:lnTo>
                <a:lnTo>
                  <a:pt x="134983" y="1089414"/>
                </a:lnTo>
                <a:lnTo>
                  <a:pt x="135156" y="1089298"/>
                </a:lnTo>
                <a:lnTo>
                  <a:pt x="135328" y="1089192"/>
                </a:lnTo>
                <a:lnTo>
                  <a:pt x="135502" y="1089076"/>
                </a:lnTo>
                <a:lnTo>
                  <a:pt x="135674" y="1088960"/>
                </a:lnTo>
                <a:lnTo>
                  <a:pt x="135847" y="1088845"/>
                </a:lnTo>
                <a:lnTo>
                  <a:pt x="136020" y="1088729"/>
                </a:lnTo>
                <a:lnTo>
                  <a:pt x="136193" y="1088613"/>
                </a:lnTo>
                <a:lnTo>
                  <a:pt x="136366" y="1088498"/>
                </a:lnTo>
                <a:lnTo>
                  <a:pt x="136538" y="1088382"/>
                </a:lnTo>
                <a:lnTo>
                  <a:pt x="136712" y="1088266"/>
                </a:lnTo>
                <a:lnTo>
                  <a:pt x="136884" y="1088151"/>
                </a:lnTo>
                <a:lnTo>
                  <a:pt x="137057" y="1088035"/>
                </a:lnTo>
                <a:lnTo>
                  <a:pt x="137230" y="1087919"/>
                </a:lnTo>
                <a:lnTo>
                  <a:pt x="137403" y="1087795"/>
                </a:lnTo>
                <a:lnTo>
                  <a:pt x="137576" y="1087679"/>
                </a:lnTo>
                <a:lnTo>
                  <a:pt x="137748" y="1087564"/>
                </a:lnTo>
                <a:lnTo>
                  <a:pt x="137921" y="1087439"/>
                </a:lnTo>
                <a:lnTo>
                  <a:pt x="138094" y="1087324"/>
                </a:lnTo>
                <a:lnTo>
                  <a:pt x="138267" y="1087199"/>
                </a:lnTo>
                <a:lnTo>
                  <a:pt x="138439" y="1087083"/>
                </a:lnTo>
                <a:lnTo>
                  <a:pt x="138613" y="1086959"/>
                </a:lnTo>
                <a:lnTo>
                  <a:pt x="138786" y="1086834"/>
                </a:lnTo>
                <a:lnTo>
                  <a:pt x="138958" y="1086719"/>
                </a:lnTo>
                <a:lnTo>
                  <a:pt x="139131" y="1086594"/>
                </a:lnTo>
                <a:lnTo>
                  <a:pt x="139304" y="1086469"/>
                </a:lnTo>
                <a:lnTo>
                  <a:pt x="139477" y="1086345"/>
                </a:lnTo>
                <a:lnTo>
                  <a:pt x="139649" y="1086220"/>
                </a:lnTo>
                <a:lnTo>
                  <a:pt x="139822" y="1086096"/>
                </a:lnTo>
                <a:lnTo>
                  <a:pt x="139995" y="1085971"/>
                </a:lnTo>
                <a:lnTo>
                  <a:pt x="140168" y="1085847"/>
                </a:lnTo>
                <a:lnTo>
                  <a:pt x="140341" y="1085722"/>
                </a:lnTo>
                <a:lnTo>
                  <a:pt x="140514" y="1085589"/>
                </a:lnTo>
                <a:lnTo>
                  <a:pt x="140687" y="1085464"/>
                </a:lnTo>
                <a:lnTo>
                  <a:pt x="140859" y="1085340"/>
                </a:lnTo>
                <a:lnTo>
                  <a:pt x="141032" y="1085206"/>
                </a:lnTo>
                <a:lnTo>
                  <a:pt x="141205" y="1085082"/>
                </a:lnTo>
                <a:lnTo>
                  <a:pt x="141378" y="1084957"/>
                </a:lnTo>
                <a:lnTo>
                  <a:pt x="141551" y="1084824"/>
                </a:lnTo>
                <a:lnTo>
                  <a:pt x="141723" y="1084690"/>
                </a:lnTo>
                <a:lnTo>
                  <a:pt x="141897" y="1084566"/>
                </a:lnTo>
                <a:lnTo>
                  <a:pt x="142069" y="1084432"/>
                </a:lnTo>
                <a:lnTo>
                  <a:pt x="142242" y="1084299"/>
                </a:lnTo>
                <a:lnTo>
                  <a:pt x="142415" y="1084165"/>
                </a:lnTo>
                <a:lnTo>
                  <a:pt x="142588" y="1084041"/>
                </a:lnTo>
                <a:lnTo>
                  <a:pt x="142760" y="1083907"/>
                </a:lnTo>
                <a:lnTo>
                  <a:pt x="142933" y="1083774"/>
                </a:lnTo>
                <a:lnTo>
                  <a:pt x="143107" y="1083640"/>
                </a:lnTo>
                <a:lnTo>
                  <a:pt x="143279" y="1083507"/>
                </a:lnTo>
                <a:lnTo>
                  <a:pt x="143452" y="1083365"/>
                </a:lnTo>
                <a:lnTo>
                  <a:pt x="143624" y="1083231"/>
                </a:lnTo>
                <a:lnTo>
                  <a:pt x="143798" y="1083098"/>
                </a:lnTo>
                <a:lnTo>
                  <a:pt x="143970" y="1082964"/>
                </a:lnTo>
                <a:lnTo>
                  <a:pt x="144143" y="1082822"/>
                </a:lnTo>
                <a:lnTo>
                  <a:pt x="144316" y="1082688"/>
                </a:lnTo>
                <a:lnTo>
                  <a:pt x="144489" y="1082546"/>
                </a:lnTo>
                <a:lnTo>
                  <a:pt x="144662" y="1082413"/>
                </a:lnTo>
                <a:lnTo>
                  <a:pt x="144834" y="1082270"/>
                </a:lnTo>
                <a:lnTo>
                  <a:pt x="145008" y="1082137"/>
                </a:lnTo>
                <a:lnTo>
                  <a:pt x="145180" y="1081995"/>
                </a:lnTo>
                <a:lnTo>
                  <a:pt x="145353" y="1081852"/>
                </a:lnTo>
                <a:lnTo>
                  <a:pt x="145525" y="1081710"/>
                </a:lnTo>
                <a:lnTo>
                  <a:pt x="145699" y="1081567"/>
                </a:lnTo>
                <a:lnTo>
                  <a:pt x="145872" y="1081425"/>
                </a:lnTo>
                <a:lnTo>
                  <a:pt x="146044" y="1081283"/>
                </a:lnTo>
                <a:lnTo>
                  <a:pt x="146218" y="1081140"/>
                </a:lnTo>
                <a:lnTo>
                  <a:pt x="146390" y="1080998"/>
                </a:lnTo>
                <a:lnTo>
                  <a:pt x="146563" y="1080856"/>
                </a:lnTo>
                <a:lnTo>
                  <a:pt x="146735" y="1080713"/>
                </a:lnTo>
                <a:lnTo>
                  <a:pt x="146909" y="1080571"/>
                </a:lnTo>
                <a:lnTo>
                  <a:pt x="147081" y="1080420"/>
                </a:lnTo>
                <a:lnTo>
                  <a:pt x="147254" y="1080277"/>
                </a:lnTo>
                <a:lnTo>
                  <a:pt x="147427" y="1080126"/>
                </a:lnTo>
                <a:lnTo>
                  <a:pt x="147600" y="1079984"/>
                </a:lnTo>
                <a:lnTo>
                  <a:pt x="147773" y="1079833"/>
                </a:lnTo>
                <a:lnTo>
                  <a:pt x="147945" y="1079690"/>
                </a:lnTo>
                <a:lnTo>
                  <a:pt x="148119" y="1079539"/>
                </a:lnTo>
                <a:lnTo>
                  <a:pt x="148291" y="1079388"/>
                </a:lnTo>
                <a:lnTo>
                  <a:pt x="148464" y="1079237"/>
                </a:lnTo>
                <a:lnTo>
                  <a:pt x="148637" y="1079085"/>
                </a:lnTo>
                <a:lnTo>
                  <a:pt x="148810" y="1078934"/>
                </a:lnTo>
                <a:lnTo>
                  <a:pt x="148983" y="1078783"/>
                </a:lnTo>
                <a:lnTo>
                  <a:pt x="149155" y="1078632"/>
                </a:lnTo>
                <a:lnTo>
                  <a:pt x="149328" y="1078480"/>
                </a:lnTo>
                <a:lnTo>
                  <a:pt x="149501" y="1078329"/>
                </a:lnTo>
                <a:lnTo>
                  <a:pt x="149674" y="1078178"/>
                </a:lnTo>
                <a:lnTo>
                  <a:pt x="149846" y="1078018"/>
                </a:lnTo>
                <a:lnTo>
                  <a:pt x="150020" y="1077867"/>
                </a:lnTo>
                <a:lnTo>
                  <a:pt x="150193" y="1077715"/>
                </a:lnTo>
                <a:lnTo>
                  <a:pt x="150365" y="1077555"/>
                </a:lnTo>
                <a:lnTo>
                  <a:pt x="150538" y="1077404"/>
                </a:lnTo>
                <a:lnTo>
                  <a:pt x="150711" y="1077244"/>
                </a:lnTo>
                <a:lnTo>
                  <a:pt x="150884" y="1077084"/>
                </a:lnTo>
                <a:lnTo>
                  <a:pt x="151056" y="1076924"/>
                </a:lnTo>
                <a:lnTo>
                  <a:pt x="151229" y="1076772"/>
                </a:lnTo>
                <a:lnTo>
                  <a:pt x="151402" y="1076612"/>
                </a:lnTo>
                <a:lnTo>
                  <a:pt x="151575" y="1076452"/>
                </a:lnTo>
                <a:lnTo>
                  <a:pt x="151748" y="1076292"/>
                </a:lnTo>
                <a:lnTo>
                  <a:pt x="151921" y="1076132"/>
                </a:lnTo>
                <a:lnTo>
                  <a:pt x="152094" y="1075972"/>
                </a:lnTo>
                <a:lnTo>
                  <a:pt x="152266" y="1075803"/>
                </a:lnTo>
                <a:lnTo>
                  <a:pt x="152439" y="1075642"/>
                </a:lnTo>
                <a:lnTo>
                  <a:pt x="152612" y="1075482"/>
                </a:lnTo>
                <a:lnTo>
                  <a:pt x="152785" y="1075313"/>
                </a:lnTo>
                <a:lnTo>
                  <a:pt x="152958" y="1075153"/>
                </a:lnTo>
                <a:lnTo>
                  <a:pt x="153130" y="1074984"/>
                </a:lnTo>
                <a:lnTo>
                  <a:pt x="153304" y="1074824"/>
                </a:lnTo>
                <a:lnTo>
                  <a:pt x="153476" y="1074655"/>
                </a:lnTo>
                <a:lnTo>
                  <a:pt x="153649" y="1074486"/>
                </a:lnTo>
                <a:lnTo>
                  <a:pt x="153822" y="1074326"/>
                </a:lnTo>
                <a:lnTo>
                  <a:pt x="153995" y="1074157"/>
                </a:lnTo>
                <a:lnTo>
                  <a:pt x="154167" y="1073988"/>
                </a:lnTo>
                <a:lnTo>
                  <a:pt x="154340" y="1073819"/>
                </a:lnTo>
                <a:lnTo>
                  <a:pt x="154514" y="1073650"/>
                </a:lnTo>
                <a:lnTo>
                  <a:pt x="154686" y="1073481"/>
                </a:lnTo>
                <a:lnTo>
                  <a:pt x="154859" y="1073303"/>
                </a:lnTo>
                <a:lnTo>
                  <a:pt x="155031" y="1073134"/>
                </a:lnTo>
                <a:lnTo>
                  <a:pt x="155205" y="1072965"/>
                </a:lnTo>
                <a:lnTo>
                  <a:pt x="155377" y="1072796"/>
                </a:lnTo>
                <a:lnTo>
                  <a:pt x="155550" y="1072618"/>
                </a:lnTo>
                <a:lnTo>
                  <a:pt x="155723" y="1072449"/>
                </a:lnTo>
                <a:lnTo>
                  <a:pt x="155896" y="1072271"/>
                </a:lnTo>
                <a:lnTo>
                  <a:pt x="156069" y="1072093"/>
                </a:lnTo>
                <a:lnTo>
                  <a:pt x="156241" y="1071924"/>
                </a:lnTo>
                <a:lnTo>
                  <a:pt x="156415" y="1071746"/>
                </a:lnTo>
                <a:lnTo>
                  <a:pt x="156587" y="1071568"/>
                </a:lnTo>
                <a:lnTo>
                  <a:pt x="156760" y="1071390"/>
                </a:lnTo>
                <a:lnTo>
                  <a:pt x="156933" y="1071212"/>
                </a:lnTo>
                <a:lnTo>
                  <a:pt x="157106" y="1071034"/>
                </a:lnTo>
                <a:lnTo>
                  <a:pt x="157279" y="1070856"/>
                </a:lnTo>
                <a:lnTo>
                  <a:pt x="157451" y="1070678"/>
                </a:lnTo>
                <a:lnTo>
                  <a:pt x="157625" y="1070491"/>
                </a:lnTo>
                <a:lnTo>
                  <a:pt x="157797" y="1070313"/>
                </a:lnTo>
                <a:lnTo>
                  <a:pt x="157970" y="1070127"/>
                </a:lnTo>
                <a:lnTo>
                  <a:pt x="158142" y="1069949"/>
                </a:lnTo>
                <a:lnTo>
                  <a:pt x="158316" y="1069762"/>
                </a:lnTo>
                <a:lnTo>
                  <a:pt x="158488" y="1069584"/>
                </a:lnTo>
                <a:lnTo>
                  <a:pt x="158661" y="1069397"/>
                </a:lnTo>
                <a:lnTo>
                  <a:pt x="158834" y="1069210"/>
                </a:lnTo>
                <a:lnTo>
                  <a:pt x="159007" y="1069023"/>
                </a:lnTo>
                <a:lnTo>
                  <a:pt x="159180" y="1068846"/>
                </a:lnTo>
                <a:lnTo>
                  <a:pt x="159352" y="1068659"/>
                </a:lnTo>
                <a:lnTo>
                  <a:pt x="159526" y="1068472"/>
                </a:lnTo>
                <a:lnTo>
                  <a:pt x="159698" y="1068276"/>
                </a:lnTo>
                <a:lnTo>
                  <a:pt x="159871" y="1068089"/>
                </a:lnTo>
                <a:lnTo>
                  <a:pt x="160044" y="1067902"/>
                </a:lnTo>
                <a:lnTo>
                  <a:pt x="160217" y="1067716"/>
                </a:lnTo>
                <a:lnTo>
                  <a:pt x="160390" y="1067520"/>
                </a:lnTo>
                <a:lnTo>
                  <a:pt x="160562" y="1067333"/>
                </a:lnTo>
                <a:lnTo>
                  <a:pt x="160735" y="1067137"/>
                </a:lnTo>
                <a:lnTo>
                  <a:pt x="160908" y="1066942"/>
                </a:lnTo>
                <a:lnTo>
                  <a:pt x="161081" y="1066755"/>
                </a:lnTo>
                <a:lnTo>
                  <a:pt x="161254" y="1066559"/>
                </a:lnTo>
                <a:lnTo>
                  <a:pt x="161427" y="1066363"/>
                </a:lnTo>
                <a:lnTo>
                  <a:pt x="161600" y="1066168"/>
                </a:lnTo>
                <a:lnTo>
                  <a:pt x="161772" y="1065972"/>
                </a:lnTo>
                <a:lnTo>
                  <a:pt x="161945" y="1065776"/>
                </a:lnTo>
                <a:lnTo>
                  <a:pt x="162118" y="1065581"/>
                </a:lnTo>
                <a:lnTo>
                  <a:pt x="162291" y="1065385"/>
                </a:lnTo>
                <a:lnTo>
                  <a:pt x="162463" y="1065180"/>
                </a:lnTo>
                <a:lnTo>
                  <a:pt x="162636" y="1064985"/>
                </a:lnTo>
                <a:lnTo>
                  <a:pt x="162810" y="1064789"/>
                </a:lnTo>
                <a:lnTo>
                  <a:pt x="162982" y="1064584"/>
                </a:lnTo>
                <a:lnTo>
                  <a:pt x="163155" y="1064380"/>
                </a:lnTo>
                <a:lnTo>
                  <a:pt x="163328" y="1064184"/>
                </a:lnTo>
                <a:lnTo>
                  <a:pt x="163501" y="1063979"/>
                </a:lnTo>
                <a:lnTo>
                  <a:pt x="163673" y="1063775"/>
                </a:lnTo>
                <a:lnTo>
                  <a:pt x="163846" y="1063570"/>
                </a:lnTo>
                <a:lnTo>
                  <a:pt x="164019" y="1063365"/>
                </a:lnTo>
                <a:lnTo>
                  <a:pt x="164192" y="1063161"/>
                </a:lnTo>
                <a:lnTo>
                  <a:pt x="164365" y="1062956"/>
                </a:lnTo>
                <a:lnTo>
                  <a:pt x="164537" y="1062752"/>
                </a:lnTo>
                <a:lnTo>
                  <a:pt x="164711" y="1062547"/>
                </a:lnTo>
                <a:lnTo>
                  <a:pt x="164883" y="1062333"/>
                </a:lnTo>
                <a:lnTo>
                  <a:pt x="165056" y="1062129"/>
                </a:lnTo>
                <a:lnTo>
                  <a:pt x="165229" y="1061915"/>
                </a:lnTo>
                <a:lnTo>
                  <a:pt x="165402" y="1061711"/>
                </a:lnTo>
                <a:lnTo>
                  <a:pt x="165575" y="1061497"/>
                </a:lnTo>
                <a:lnTo>
                  <a:pt x="165747" y="1061284"/>
                </a:lnTo>
                <a:lnTo>
                  <a:pt x="165921" y="1061070"/>
                </a:lnTo>
                <a:lnTo>
                  <a:pt x="166093" y="1060857"/>
                </a:lnTo>
                <a:lnTo>
                  <a:pt x="166266" y="1060643"/>
                </a:lnTo>
                <a:lnTo>
                  <a:pt x="166438" y="1060430"/>
                </a:lnTo>
                <a:lnTo>
                  <a:pt x="166612" y="1060216"/>
                </a:lnTo>
                <a:lnTo>
                  <a:pt x="166784" y="1060002"/>
                </a:lnTo>
                <a:lnTo>
                  <a:pt x="166957" y="1059789"/>
                </a:lnTo>
                <a:lnTo>
                  <a:pt x="167131" y="1059567"/>
                </a:lnTo>
                <a:lnTo>
                  <a:pt x="167303" y="1059353"/>
                </a:lnTo>
                <a:lnTo>
                  <a:pt x="167476" y="1059131"/>
                </a:lnTo>
                <a:lnTo>
                  <a:pt x="167648" y="1058917"/>
                </a:lnTo>
                <a:lnTo>
                  <a:pt x="167822" y="1058695"/>
                </a:lnTo>
                <a:lnTo>
                  <a:pt x="167994" y="1058472"/>
                </a:lnTo>
                <a:lnTo>
                  <a:pt x="168167" y="1058250"/>
                </a:lnTo>
                <a:lnTo>
                  <a:pt x="168340" y="1058027"/>
                </a:lnTo>
                <a:lnTo>
                  <a:pt x="168513" y="1057805"/>
                </a:lnTo>
                <a:lnTo>
                  <a:pt x="168686" y="1057583"/>
                </a:lnTo>
                <a:lnTo>
                  <a:pt x="168858" y="1057360"/>
                </a:lnTo>
                <a:lnTo>
                  <a:pt x="169032" y="1057138"/>
                </a:lnTo>
                <a:lnTo>
                  <a:pt x="169204" y="1056906"/>
                </a:lnTo>
                <a:lnTo>
                  <a:pt x="169377" y="1056684"/>
                </a:lnTo>
                <a:lnTo>
                  <a:pt x="169549" y="1056453"/>
                </a:lnTo>
                <a:lnTo>
                  <a:pt x="169723" y="1056230"/>
                </a:lnTo>
                <a:lnTo>
                  <a:pt x="169896" y="1055999"/>
                </a:lnTo>
                <a:lnTo>
                  <a:pt x="170068" y="1055768"/>
                </a:lnTo>
                <a:lnTo>
                  <a:pt x="170241" y="1055537"/>
                </a:lnTo>
                <a:lnTo>
                  <a:pt x="170414" y="1055305"/>
                </a:lnTo>
                <a:lnTo>
                  <a:pt x="170587" y="1055074"/>
                </a:lnTo>
                <a:lnTo>
                  <a:pt x="170759" y="1054843"/>
                </a:lnTo>
                <a:lnTo>
                  <a:pt x="170933" y="1054611"/>
                </a:lnTo>
                <a:lnTo>
                  <a:pt x="171105" y="1054380"/>
                </a:lnTo>
                <a:lnTo>
                  <a:pt x="171278" y="1054149"/>
                </a:lnTo>
                <a:lnTo>
                  <a:pt x="171451" y="1053908"/>
                </a:lnTo>
                <a:lnTo>
                  <a:pt x="171624" y="1053677"/>
                </a:lnTo>
                <a:lnTo>
                  <a:pt x="171797" y="1053437"/>
                </a:lnTo>
                <a:lnTo>
                  <a:pt x="171969" y="1053197"/>
                </a:lnTo>
                <a:lnTo>
                  <a:pt x="172142" y="1052957"/>
                </a:lnTo>
                <a:lnTo>
                  <a:pt x="172315" y="1052725"/>
                </a:lnTo>
                <a:lnTo>
                  <a:pt x="172488" y="1052485"/>
                </a:lnTo>
                <a:lnTo>
                  <a:pt x="172661" y="1052245"/>
                </a:lnTo>
                <a:lnTo>
                  <a:pt x="172834" y="1051996"/>
                </a:lnTo>
                <a:lnTo>
                  <a:pt x="173007" y="1051756"/>
                </a:lnTo>
                <a:lnTo>
                  <a:pt x="173179" y="1051515"/>
                </a:lnTo>
                <a:lnTo>
                  <a:pt x="173352" y="1051275"/>
                </a:lnTo>
                <a:lnTo>
                  <a:pt x="173525" y="1051026"/>
                </a:lnTo>
                <a:lnTo>
                  <a:pt x="173698" y="1050786"/>
                </a:lnTo>
                <a:lnTo>
                  <a:pt x="173870" y="1050537"/>
                </a:lnTo>
                <a:lnTo>
                  <a:pt x="174043" y="1050288"/>
                </a:lnTo>
                <a:lnTo>
                  <a:pt x="174217" y="1050038"/>
                </a:lnTo>
                <a:lnTo>
                  <a:pt x="174389" y="1049789"/>
                </a:lnTo>
                <a:lnTo>
                  <a:pt x="174562" y="1049540"/>
                </a:lnTo>
                <a:lnTo>
                  <a:pt x="174735" y="1049291"/>
                </a:lnTo>
                <a:lnTo>
                  <a:pt x="174908" y="1049042"/>
                </a:lnTo>
                <a:lnTo>
                  <a:pt x="175080" y="1048793"/>
                </a:lnTo>
                <a:lnTo>
                  <a:pt x="175253" y="1048535"/>
                </a:lnTo>
                <a:lnTo>
                  <a:pt x="175426" y="1048286"/>
                </a:lnTo>
                <a:lnTo>
                  <a:pt x="175599" y="1048037"/>
                </a:lnTo>
                <a:lnTo>
                  <a:pt x="175772" y="1047779"/>
                </a:lnTo>
                <a:lnTo>
                  <a:pt x="175944" y="1047521"/>
                </a:lnTo>
                <a:lnTo>
                  <a:pt x="176118" y="1047263"/>
                </a:lnTo>
                <a:lnTo>
                  <a:pt x="176290" y="1047005"/>
                </a:lnTo>
                <a:lnTo>
                  <a:pt x="176463" y="1046756"/>
                </a:lnTo>
                <a:lnTo>
                  <a:pt x="176636" y="1046489"/>
                </a:lnTo>
                <a:lnTo>
                  <a:pt x="176809" y="1046231"/>
                </a:lnTo>
                <a:lnTo>
                  <a:pt x="176982" y="1045973"/>
                </a:lnTo>
                <a:lnTo>
                  <a:pt x="177154" y="1045715"/>
                </a:lnTo>
                <a:lnTo>
                  <a:pt x="177328" y="1045448"/>
                </a:lnTo>
                <a:lnTo>
                  <a:pt x="177500" y="1045190"/>
                </a:lnTo>
                <a:lnTo>
                  <a:pt x="177673" y="1044923"/>
                </a:lnTo>
                <a:lnTo>
                  <a:pt x="177845" y="1044656"/>
                </a:lnTo>
                <a:lnTo>
                  <a:pt x="178019" y="1044398"/>
                </a:lnTo>
                <a:lnTo>
                  <a:pt x="178191" y="1044131"/>
                </a:lnTo>
                <a:lnTo>
                  <a:pt x="178364" y="1043864"/>
                </a:lnTo>
                <a:lnTo>
                  <a:pt x="178538" y="1043597"/>
                </a:lnTo>
                <a:lnTo>
                  <a:pt x="178710" y="1043322"/>
                </a:lnTo>
                <a:lnTo>
                  <a:pt x="178883" y="1043055"/>
                </a:lnTo>
                <a:lnTo>
                  <a:pt x="179055" y="1042788"/>
                </a:lnTo>
                <a:lnTo>
                  <a:pt x="179229" y="1042512"/>
                </a:lnTo>
                <a:lnTo>
                  <a:pt x="179401" y="1042245"/>
                </a:lnTo>
                <a:lnTo>
                  <a:pt x="179574" y="1041969"/>
                </a:lnTo>
                <a:lnTo>
                  <a:pt x="179747" y="1041702"/>
                </a:lnTo>
                <a:lnTo>
                  <a:pt x="179920" y="1041427"/>
                </a:lnTo>
                <a:lnTo>
                  <a:pt x="180093" y="1041151"/>
                </a:lnTo>
                <a:lnTo>
                  <a:pt x="180265" y="1040875"/>
                </a:lnTo>
                <a:lnTo>
                  <a:pt x="180439" y="1040599"/>
                </a:lnTo>
                <a:lnTo>
                  <a:pt x="180611" y="1040315"/>
                </a:lnTo>
                <a:lnTo>
                  <a:pt x="180784" y="1040039"/>
                </a:lnTo>
                <a:lnTo>
                  <a:pt x="180956" y="1039763"/>
                </a:lnTo>
                <a:lnTo>
                  <a:pt x="181130" y="1039478"/>
                </a:lnTo>
                <a:lnTo>
                  <a:pt x="181303" y="1039202"/>
                </a:lnTo>
                <a:lnTo>
                  <a:pt x="181475" y="1038918"/>
                </a:lnTo>
                <a:lnTo>
                  <a:pt x="181648" y="1038633"/>
                </a:lnTo>
                <a:lnTo>
                  <a:pt x="181821" y="1038348"/>
                </a:lnTo>
                <a:lnTo>
                  <a:pt x="181994" y="1038064"/>
                </a:lnTo>
                <a:lnTo>
                  <a:pt x="182166" y="1037779"/>
                </a:lnTo>
                <a:lnTo>
                  <a:pt x="182340" y="1037494"/>
                </a:lnTo>
                <a:lnTo>
                  <a:pt x="182512" y="1037210"/>
                </a:lnTo>
                <a:lnTo>
                  <a:pt x="182685" y="1036925"/>
                </a:lnTo>
                <a:lnTo>
                  <a:pt x="182858" y="1036632"/>
                </a:lnTo>
                <a:lnTo>
                  <a:pt x="183031" y="1036347"/>
                </a:lnTo>
                <a:lnTo>
                  <a:pt x="183204" y="1036053"/>
                </a:lnTo>
                <a:lnTo>
                  <a:pt x="183376" y="1035760"/>
                </a:lnTo>
                <a:lnTo>
                  <a:pt x="183549" y="1035466"/>
                </a:lnTo>
                <a:lnTo>
                  <a:pt x="183722" y="1035172"/>
                </a:lnTo>
                <a:lnTo>
                  <a:pt x="183895" y="1034879"/>
                </a:lnTo>
                <a:lnTo>
                  <a:pt x="184068" y="1034585"/>
                </a:lnTo>
                <a:lnTo>
                  <a:pt x="184241" y="1034292"/>
                </a:lnTo>
                <a:lnTo>
                  <a:pt x="184414" y="1033998"/>
                </a:lnTo>
                <a:lnTo>
                  <a:pt x="184586" y="1033696"/>
                </a:lnTo>
                <a:lnTo>
                  <a:pt x="184759" y="1033402"/>
                </a:lnTo>
                <a:lnTo>
                  <a:pt x="184932" y="1033100"/>
                </a:lnTo>
                <a:lnTo>
                  <a:pt x="185105" y="1032797"/>
                </a:lnTo>
                <a:lnTo>
                  <a:pt x="185277" y="1032504"/>
                </a:lnTo>
                <a:lnTo>
                  <a:pt x="185450" y="1032201"/>
                </a:lnTo>
                <a:lnTo>
                  <a:pt x="185624" y="1031899"/>
                </a:lnTo>
                <a:lnTo>
                  <a:pt x="185796" y="1031587"/>
                </a:lnTo>
                <a:lnTo>
                  <a:pt x="185969" y="1031285"/>
                </a:lnTo>
                <a:lnTo>
                  <a:pt x="186142" y="1030982"/>
                </a:lnTo>
                <a:lnTo>
                  <a:pt x="186315" y="1030671"/>
                </a:lnTo>
                <a:lnTo>
                  <a:pt x="186487" y="1030368"/>
                </a:lnTo>
                <a:lnTo>
                  <a:pt x="186660" y="1030057"/>
                </a:lnTo>
                <a:lnTo>
                  <a:pt x="186833" y="1029754"/>
                </a:lnTo>
                <a:lnTo>
                  <a:pt x="187006" y="1029443"/>
                </a:lnTo>
                <a:lnTo>
                  <a:pt x="187179" y="1029132"/>
                </a:lnTo>
                <a:lnTo>
                  <a:pt x="187351" y="1028820"/>
                </a:lnTo>
                <a:lnTo>
                  <a:pt x="187525" y="1028509"/>
                </a:lnTo>
                <a:lnTo>
                  <a:pt x="187697" y="1028189"/>
                </a:lnTo>
                <a:lnTo>
                  <a:pt x="187870" y="1027877"/>
                </a:lnTo>
                <a:lnTo>
                  <a:pt x="188043" y="1027557"/>
                </a:lnTo>
                <a:lnTo>
                  <a:pt x="188216" y="1027246"/>
                </a:lnTo>
                <a:lnTo>
                  <a:pt x="188389" y="1026925"/>
                </a:lnTo>
                <a:lnTo>
                  <a:pt x="188561" y="1026614"/>
                </a:lnTo>
                <a:lnTo>
                  <a:pt x="188735" y="1026294"/>
                </a:lnTo>
                <a:lnTo>
                  <a:pt x="188907" y="1025973"/>
                </a:lnTo>
                <a:lnTo>
                  <a:pt x="189080" y="1025653"/>
                </a:lnTo>
                <a:lnTo>
                  <a:pt x="189252" y="1025324"/>
                </a:lnTo>
                <a:lnTo>
                  <a:pt x="189426" y="1025004"/>
                </a:lnTo>
                <a:lnTo>
                  <a:pt x="189599" y="1024684"/>
                </a:lnTo>
                <a:lnTo>
                  <a:pt x="189771" y="1024354"/>
                </a:lnTo>
                <a:lnTo>
                  <a:pt x="189945" y="1024034"/>
                </a:lnTo>
                <a:lnTo>
                  <a:pt x="190117" y="1023705"/>
                </a:lnTo>
                <a:lnTo>
                  <a:pt x="190290" y="1023376"/>
                </a:lnTo>
                <a:lnTo>
                  <a:pt x="190462" y="1023047"/>
                </a:lnTo>
                <a:lnTo>
                  <a:pt x="190636" y="1022717"/>
                </a:lnTo>
                <a:lnTo>
                  <a:pt x="190808" y="1022388"/>
                </a:lnTo>
                <a:lnTo>
                  <a:pt x="190981" y="1022059"/>
                </a:lnTo>
                <a:lnTo>
                  <a:pt x="191154" y="1021721"/>
                </a:lnTo>
                <a:lnTo>
                  <a:pt x="191327" y="1021392"/>
                </a:lnTo>
                <a:lnTo>
                  <a:pt x="191500" y="1021054"/>
                </a:lnTo>
                <a:lnTo>
                  <a:pt x="191672" y="1020725"/>
                </a:lnTo>
                <a:lnTo>
                  <a:pt x="191846" y="1020387"/>
                </a:lnTo>
                <a:lnTo>
                  <a:pt x="192018" y="1020049"/>
                </a:lnTo>
                <a:lnTo>
                  <a:pt x="192191" y="1019710"/>
                </a:lnTo>
                <a:lnTo>
                  <a:pt x="192364" y="1019372"/>
                </a:lnTo>
                <a:lnTo>
                  <a:pt x="192537" y="1019034"/>
                </a:lnTo>
                <a:lnTo>
                  <a:pt x="192710" y="1018696"/>
                </a:lnTo>
                <a:lnTo>
                  <a:pt x="192882" y="1018349"/>
                </a:lnTo>
                <a:lnTo>
                  <a:pt x="193055" y="1018011"/>
                </a:lnTo>
                <a:lnTo>
                  <a:pt x="193228" y="1017664"/>
                </a:lnTo>
                <a:lnTo>
                  <a:pt x="193401" y="1017317"/>
                </a:lnTo>
                <a:lnTo>
                  <a:pt x="193573" y="1016970"/>
                </a:lnTo>
                <a:lnTo>
                  <a:pt x="193747" y="1016623"/>
                </a:lnTo>
                <a:lnTo>
                  <a:pt x="193920" y="1016276"/>
                </a:lnTo>
                <a:lnTo>
                  <a:pt x="194092" y="1015929"/>
                </a:lnTo>
                <a:lnTo>
                  <a:pt x="194265" y="1015582"/>
                </a:lnTo>
                <a:lnTo>
                  <a:pt x="194438" y="1015227"/>
                </a:lnTo>
                <a:lnTo>
                  <a:pt x="194611" y="1014880"/>
                </a:lnTo>
                <a:lnTo>
                  <a:pt x="194783" y="1014524"/>
                </a:lnTo>
                <a:lnTo>
                  <a:pt x="194956" y="1014177"/>
                </a:lnTo>
                <a:lnTo>
                  <a:pt x="195129" y="1013821"/>
                </a:lnTo>
                <a:lnTo>
                  <a:pt x="195302" y="1013465"/>
                </a:lnTo>
                <a:lnTo>
                  <a:pt x="195475" y="1013109"/>
                </a:lnTo>
                <a:lnTo>
                  <a:pt x="195648" y="1012753"/>
                </a:lnTo>
                <a:lnTo>
                  <a:pt x="195821" y="1012389"/>
                </a:lnTo>
                <a:lnTo>
                  <a:pt x="195993" y="1012033"/>
                </a:lnTo>
                <a:lnTo>
                  <a:pt x="196166" y="1011668"/>
                </a:lnTo>
                <a:lnTo>
                  <a:pt x="196339" y="1011312"/>
                </a:lnTo>
                <a:lnTo>
                  <a:pt x="196512" y="1010947"/>
                </a:lnTo>
                <a:lnTo>
                  <a:pt x="196685" y="1010583"/>
                </a:lnTo>
                <a:lnTo>
                  <a:pt x="196857" y="1010218"/>
                </a:lnTo>
                <a:lnTo>
                  <a:pt x="197031" y="1009853"/>
                </a:lnTo>
                <a:lnTo>
                  <a:pt x="197203" y="1009488"/>
                </a:lnTo>
                <a:lnTo>
                  <a:pt x="197376" y="1009124"/>
                </a:lnTo>
                <a:lnTo>
                  <a:pt x="197549" y="1008750"/>
                </a:lnTo>
                <a:lnTo>
                  <a:pt x="197722" y="1008385"/>
                </a:lnTo>
                <a:lnTo>
                  <a:pt x="197894" y="1008012"/>
                </a:lnTo>
                <a:lnTo>
                  <a:pt x="198067" y="1007638"/>
                </a:lnTo>
                <a:lnTo>
                  <a:pt x="198241" y="1007273"/>
                </a:lnTo>
                <a:lnTo>
                  <a:pt x="198413" y="1006900"/>
                </a:lnTo>
                <a:lnTo>
                  <a:pt x="198586" y="1006517"/>
                </a:lnTo>
                <a:lnTo>
                  <a:pt x="198758" y="1006143"/>
                </a:lnTo>
                <a:lnTo>
                  <a:pt x="198932" y="1005770"/>
                </a:lnTo>
                <a:lnTo>
                  <a:pt x="199104" y="1005387"/>
                </a:lnTo>
                <a:lnTo>
                  <a:pt x="199277" y="1005014"/>
                </a:lnTo>
                <a:lnTo>
                  <a:pt x="199450" y="1004631"/>
                </a:lnTo>
                <a:lnTo>
                  <a:pt x="199623" y="1004248"/>
                </a:lnTo>
                <a:lnTo>
                  <a:pt x="199796" y="1003875"/>
                </a:lnTo>
                <a:lnTo>
                  <a:pt x="199968" y="1003492"/>
                </a:lnTo>
                <a:lnTo>
                  <a:pt x="200142" y="1003101"/>
                </a:lnTo>
                <a:lnTo>
                  <a:pt x="200314" y="1002718"/>
                </a:lnTo>
                <a:lnTo>
                  <a:pt x="200487" y="1002336"/>
                </a:lnTo>
                <a:lnTo>
                  <a:pt x="200659" y="1001944"/>
                </a:lnTo>
                <a:lnTo>
                  <a:pt x="200833" y="1001562"/>
                </a:lnTo>
                <a:lnTo>
                  <a:pt x="201006" y="1001170"/>
                </a:lnTo>
                <a:lnTo>
                  <a:pt x="201178" y="1000779"/>
                </a:lnTo>
                <a:lnTo>
                  <a:pt x="201352" y="1000387"/>
                </a:lnTo>
                <a:lnTo>
                  <a:pt x="201524" y="999996"/>
                </a:lnTo>
                <a:lnTo>
                  <a:pt x="201697" y="999604"/>
                </a:lnTo>
                <a:lnTo>
                  <a:pt x="201869" y="999213"/>
                </a:lnTo>
                <a:lnTo>
                  <a:pt x="202043" y="998813"/>
                </a:lnTo>
                <a:lnTo>
                  <a:pt x="202215" y="998421"/>
                </a:lnTo>
                <a:lnTo>
                  <a:pt x="202388" y="998021"/>
                </a:lnTo>
                <a:lnTo>
                  <a:pt x="202561" y="997621"/>
                </a:lnTo>
                <a:lnTo>
                  <a:pt x="202734" y="997220"/>
                </a:lnTo>
                <a:lnTo>
                  <a:pt x="202907" y="996820"/>
                </a:lnTo>
                <a:lnTo>
                  <a:pt x="203079" y="996420"/>
                </a:lnTo>
                <a:lnTo>
                  <a:pt x="203253" y="996019"/>
                </a:lnTo>
                <a:lnTo>
                  <a:pt x="203425" y="995619"/>
                </a:lnTo>
                <a:lnTo>
                  <a:pt x="203598" y="995210"/>
                </a:lnTo>
                <a:lnTo>
                  <a:pt x="203771" y="994809"/>
                </a:lnTo>
                <a:lnTo>
                  <a:pt x="203944" y="994400"/>
                </a:lnTo>
                <a:lnTo>
                  <a:pt x="204117" y="993991"/>
                </a:lnTo>
                <a:lnTo>
                  <a:pt x="204289" y="993582"/>
                </a:lnTo>
                <a:lnTo>
                  <a:pt x="204462" y="993172"/>
                </a:lnTo>
                <a:lnTo>
                  <a:pt x="204635" y="992763"/>
                </a:lnTo>
                <a:lnTo>
                  <a:pt x="204808" y="992345"/>
                </a:lnTo>
                <a:lnTo>
                  <a:pt x="204980" y="991936"/>
                </a:lnTo>
                <a:lnTo>
                  <a:pt x="205154" y="991518"/>
                </a:lnTo>
                <a:lnTo>
                  <a:pt x="205327" y="991108"/>
                </a:lnTo>
                <a:lnTo>
                  <a:pt x="205499" y="990690"/>
                </a:lnTo>
                <a:lnTo>
                  <a:pt x="205672" y="990272"/>
                </a:lnTo>
                <a:lnTo>
                  <a:pt x="205845" y="989854"/>
                </a:lnTo>
                <a:lnTo>
                  <a:pt x="206018" y="989436"/>
                </a:lnTo>
                <a:lnTo>
                  <a:pt x="206190" y="989009"/>
                </a:lnTo>
                <a:lnTo>
                  <a:pt x="206363" y="988591"/>
                </a:lnTo>
                <a:lnTo>
                  <a:pt x="206536" y="988164"/>
                </a:lnTo>
                <a:lnTo>
                  <a:pt x="206709" y="987745"/>
                </a:lnTo>
                <a:lnTo>
                  <a:pt x="206882" y="987318"/>
                </a:lnTo>
                <a:lnTo>
                  <a:pt x="207055" y="986891"/>
                </a:lnTo>
                <a:lnTo>
                  <a:pt x="207228" y="986464"/>
                </a:lnTo>
                <a:lnTo>
                  <a:pt x="207400" y="986037"/>
                </a:lnTo>
                <a:lnTo>
                  <a:pt x="207573" y="985610"/>
                </a:lnTo>
                <a:lnTo>
                  <a:pt x="207746" y="985174"/>
                </a:lnTo>
                <a:lnTo>
                  <a:pt x="207919" y="984747"/>
                </a:lnTo>
                <a:lnTo>
                  <a:pt x="208092" y="984311"/>
                </a:lnTo>
                <a:lnTo>
                  <a:pt x="208264" y="983876"/>
                </a:lnTo>
                <a:lnTo>
                  <a:pt x="208438" y="983440"/>
                </a:lnTo>
                <a:lnTo>
                  <a:pt x="208610" y="983004"/>
                </a:lnTo>
                <a:lnTo>
                  <a:pt x="208783" y="982568"/>
                </a:lnTo>
                <a:lnTo>
                  <a:pt x="208956" y="982132"/>
                </a:lnTo>
                <a:lnTo>
                  <a:pt x="209129" y="981696"/>
                </a:lnTo>
                <a:lnTo>
                  <a:pt x="209301" y="981251"/>
                </a:lnTo>
                <a:lnTo>
                  <a:pt x="209474" y="980806"/>
                </a:lnTo>
                <a:lnTo>
                  <a:pt x="209648" y="980370"/>
                </a:lnTo>
                <a:lnTo>
                  <a:pt x="209820" y="979925"/>
                </a:lnTo>
                <a:lnTo>
                  <a:pt x="209993" y="979481"/>
                </a:lnTo>
                <a:lnTo>
                  <a:pt x="210165" y="979036"/>
                </a:lnTo>
                <a:lnTo>
                  <a:pt x="210339" y="978582"/>
                </a:lnTo>
                <a:lnTo>
                  <a:pt x="210511" y="978137"/>
                </a:lnTo>
                <a:lnTo>
                  <a:pt x="210684" y="977684"/>
                </a:lnTo>
                <a:lnTo>
                  <a:pt x="210857" y="977239"/>
                </a:lnTo>
                <a:lnTo>
                  <a:pt x="211030" y="976785"/>
                </a:lnTo>
                <a:lnTo>
                  <a:pt x="211203" y="976331"/>
                </a:lnTo>
                <a:lnTo>
                  <a:pt x="211375" y="975878"/>
                </a:lnTo>
                <a:lnTo>
                  <a:pt x="211549" y="975424"/>
                </a:lnTo>
                <a:lnTo>
                  <a:pt x="211721" y="974961"/>
                </a:lnTo>
                <a:lnTo>
                  <a:pt x="211894" y="974508"/>
                </a:lnTo>
                <a:lnTo>
                  <a:pt x="212066" y="974054"/>
                </a:lnTo>
                <a:lnTo>
                  <a:pt x="212240" y="973591"/>
                </a:lnTo>
                <a:lnTo>
                  <a:pt x="212413" y="973129"/>
                </a:lnTo>
                <a:lnTo>
                  <a:pt x="212585" y="972666"/>
                </a:lnTo>
                <a:lnTo>
                  <a:pt x="212759" y="972203"/>
                </a:lnTo>
                <a:lnTo>
                  <a:pt x="212931" y="971741"/>
                </a:lnTo>
                <a:lnTo>
                  <a:pt x="213104" y="971278"/>
                </a:lnTo>
                <a:lnTo>
                  <a:pt x="213276" y="970807"/>
                </a:lnTo>
                <a:lnTo>
                  <a:pt x="213450" y="970344"/>
                </a:lnTo>
                <a:lnTo>
                  <a:pt x="213622" y="969873"/>
                </a:lnTo>
                <a:lnTo>
                  <a:pt x="213795" y="969401"/>
                </a:lnTo>
                <a:lnTo>
                  <a:pt x="213968" y="968929"/>
                </a:lnTo>
                <a:lnTo>
                  <a:pt x="214141" y="968458"/>
                </a:lnTo>
                <a:lnTo>
                  <a:pt x="214314" y="967986"/>
                </a:lnTo>
                <a:lnTo>
                  <a:pt x="214486" y="967506"/>
                </a:lnTo>
                <a:lnTo>
                  <a:pt x="214660" y="967035"/>
                </a:lnTo>
                <a:lnTo>
                  <a:pt x="214832" y="966554"/>
                </a:lnTo>
                <a:lnTo>
                  <a:pt x="215005" y="966083"/>
                </a:lnTo>
                <a:lnTo>
                  <a:pt x="215178" y="965602"/>
                </a:lnTo>
                <a:lnTo>
                  <a:pt x="215351" y="965122"/>
                </a:lnTo>
                <a:lnTo>
                  <a:pt x="215524" y="964641"/>
                </a:lnTo>
                <a:lnTo>
                  <a:pt x="215696" y="964152"/>
                </a:lnTo>
                <a:lnTo>
                  <a:pt x="215869" y="963672"/>
                </a:lnTo>
                <a:lnTo>
                  <a:pt x="216042" y="963191"/>
                </a:lnTo>
                <a:lnTo>
                  <a:pt x="216215" y="962702"/>
                </a:lnTo>
                <a:lnTo>
                  <a:pt x="216388" y="962213"/>
                </a:lnTo>
                <a:lnTo>
                  <a:pt x="216561" y="961723"/>
                </a:lnTo>
                <a:lnTo>
                  <a:pt x="216734" y="961234"/>
                </a:lnTo>
                <a:lnTo>
                  <a:pt x="216906" y="960745"/>
                </a:lnTo>
                <a:lnTo>
                  <a:pt x="217079" y="960255"/>
                </a:lnTo>
                <a:lnTo>
                  <a:pt x="217252" y="959757"/>
                </a:lnTo>
                <a:lnTo>
                  <a:pt x="217425" y="959268"/>
                </a:lnTo>
                <a:lnTo>
                  <a:pt x="217597" y="958770"/>
                </a:lnTo>
                <a:lnTo>
                  <a:pt x="217770" y="958272"/>
                </a:lnTo>
                <a:lnTo>
                  <a:pt x="217943" y="957773"/>
                </a:lnTo>
                <a:lnTo>
                  <a:pt x="218116" y="957275"/>
                </a:lnTo>
                <a:lnTo>
                  <a:pt x="218289" y="956777"/>
                </a:lnTo>
                <a:lnTo>
                  <a:pt x="218462" y="956279"/>
                </a:lnTo>
                <a:lnTo>
                  <a:pt x="218635" y="955772"/>
                </a:lnTo>
                <a:lnTo>
                  <a:pt x="218807" y="955265"/>
                </a:lnTo>
                <a:lnTo>
                  <a:pt x="218980" y="954766"/>
                </a:lnTo>
                <a:lnTo>
                  <a:pt x="219153" y="954259"/>
                </a:lnTo>
                <a:lnTo>
                  <a:pt x="219326" y="953752"/>
                </a:lnTo>
                <a:lnTo>
                  <a:pt x="219499" y="953245"/>
                </a:lnTo>
                <a:lnTo>
                  <a:pt x="219671" y="952729"/>
                </a:lnTo>
                <a:lnTo>
                  <a:pt x="219845" y="952222"/>
                </a:lnTo>
                <a:lnTo>
                  <a:pt x="220017" y="951706"/>
                </a:lnTo>
                <a:lnTo>
                  <a:pt x="220190" y="951199"/>
                </a:lnTo>
                <a:lnTo>
                  <a:pt x="220363" y="950683"/>
                </a:lnTo>
                <a:lnTo>
                  <a:pt x="220536" y="950167"/>
                </a:lnTo>
                <a:lnTo>
                  <a:pt x="220709" y="949651"/>
                </a:lnTo>
                <a:lnTo>
                  <a:pt x="220881" y="949135"/>
                </a:lnTo>
                <a:lnTo>
                  <a:pt x="221055" y="948610"/>
                </a:lnTo>
                <a:lnTo>
                  <a:pt x="221227" y="948094"/>
                </a:lnTo>
                <a:lnTo>
                  <a:pt x="221400" y="947569"/>
                </a:lnTo>
                <a:lnTo>
                  <a:pt x="221572" y="947044"/>
                </a:lnTo>
                <a:lnTo>
                  <a:pt x="221746" y="946519"/>
                </a:lnTo>
                <a:lnTo>
                  <a:pt x="221918" y="945994"/>
                </a:lnTo>
                <a:lnTo>
                  <a:pt x="222091" y="945470"/>
                </a:lnTo>
                <a:lnTo>
                  <a:pt x="222264" y="944945"/>
                </a:lnTo>
                <a:lnTo>
                  <a:pt x="222437" y="944411"/>
                </a:lnTo>
                <a:lnTo>
                  <a:pt x="222610" y="943886"/>
                </a:lnTo>
                <a:lnTo>
                  <a:pt x="222782" y="943352"/>
                </a:lnTo>
                <a:lnTo>
                  <a:pt x="222956" y="942818"/>
                </a:lnTo>
                <a:lnTo>
                  <a:pt x="223128" y="942285"/>
                </a:lnTo>
                <a:lnTo>
                  <a:pt x="223301" y="941751"/>
                </a:lnTo>
                <a:lnTo>
                  <a:pt x="223473" y="941217"/>
                </a:lnTo>
                <a:lnTo>
                  <a:pt x="223647" y="940683"/>
                </a:lnTo>
                <a:lnTo>
                  <a:pt x="223820" y="940141"/>
                </a:lnTo>
                <a:lnTo>
                  <a:pt x="223992" y="939598"/>
                </a:lnTo>
                <a:lnTo>
                  <a:pt x="224166" y="939064"/>
                </a:lnTo>
                <a:lnTo>
                  <a:pt x="224338" y="938521"/>
                </a:lnTo>
                <a:lnTo>
                  <a:pt x="224511" y="937979"/>
                </a:lnTo>
                <a:lnTo>
                  <a:pt x="224683" y="937427"/>
                </a:lnTo>
                <a:lnTo>
                  <a:pt x="224857" y="936884"/>
                </a:lnTo>
                <a:lnTo>
                  <a:pt x="225030" y="936333"/>
                </a:lnTo>
                <a:lnTo>
                  <a:pt x="225202" y="935790"/>
                </a:lnTo>
                <a:lnTo>
                  <a:pt x="225375" y="935239"/>
                </a:lnTo>
                <a:lnTo>
                  <a:pt x="225548" y="934687"/>
                </a:lnTo>
                <a:lnTo>
                  <a:pt x="225721" y="934135"/>
                </a:lnTo>
                <a:lnTo>
                  <a:pt x="225893" y="933584"/>
                </a:lnTo>
                <a:lnTo>
                  <a:pt x="226067" y="933032"/>
                </a:lnTo>
                <a:lnTo>
                  <a:pt x="226239" y="932472"/>
                </a:lnTo>
                <a:lnTo>
                  <a:pt x="226412" y="931920"/>
                </a:lnTo>
                <a:lnTo>
                  <a:pt x="226585" y="931360"/>
                </a:lnTo>
                <a:lnTo>
                  <a:pt x="226758" y="930799"/>
                </a:lnTo>
                <a:lnTo>
                  <a:pt x="226931" y="930239"/>
                </a:lnTo>
                <a:lnTo>
                  <a:pt x="227103" y="929678"/>
                </a:lnTo>
                <a:lnTo>
                  <a:pt x="227276" y="929118"/>
                </a:lnTo>
                <a:lnTo>
                  <a:pt x="227449" y="928548"/>
                </a:lnTo>
                <a:lnTo>
                  <a:pt x="227622" y="927988"/>
                </a:lnTo>
                <a:lnTo>
                  <a:pt x="227794" y="927419"/>
                </a:lnTo>
                <a:lnTo>
                  <a:pt x="227968" y="926849"/>
                </a:lnTo>
                <a:lnTo>
                  <a:pt x="228141" y="926280"/>
                </a:lnTo>
                <a:lnTo>
                  <a:pt x="228313" y="925711"/>
                </a:lnTo>
                <a:lnTo>
                  <a:pt x="228486" y="925141"/>
                </a:lnTo>
                <a:lnTo>
                  <a:pt x="228659" y="924563"/>
                </a:lnTo>
                <a:lnTo>
                  <a:pt x="228832" y="923993"/>
                </a:lnTo>
                <a:lnTo>
                  <a:pt x="229004" y="923415"/>
                </a:lnTo>
                <a:lnTo>
                  <a:pt x="229177" y="922837"/>
                </a:lnTo>
                <a:lnTo>
                  <a:pt x="229351" y="922259"/>
                </a:lnTo>
                <a:lnTo>
                  <a:pt x="229523" y="921680"/>
                </a:lnTo>
                <a:lnTo>
                  <a:pt x="229696" y="921102"/>
                </a:lnTo>
                <a:lnTo>
                  <a:pt x="229869" y="920524"/>
                </a:lnTo>
                <a:lnTo>
                  <a:pt x="230042" y="919937"/>
                </a:lnTo>
                <a:lnTo>
                  <a:pt x="230214" y="919358"/>
                </a:lnTo>
                <a:lnTo>
                  <a:pt x="230387" y="918771"/>
                </a:lnTo>
                <a:lnTo>
                  <a:pt x="230560" y="918184"/>
                </a:lnTo>
                <a:lnTo>
                  <a:pt x="230733" y="917597"/>
                </a:lnTo>
                <a:lnTo>
                  <a:pt x="230906" y="917010"/>
                </a:lnTo>
                <a:lnTo>
                  <a:pt x="231078" y="916414"/>
                </a:lnTo>
                <a:lnTo>
                  <a:pt x="231252" y="915827"/>
                </a:lnTo>
                <a:lnTo>
                  <a:pt x="231424" y="915230"/>
                </a:lnTo>
                <a:lnTo>
                  <a:pt x="231597" y="914634"/>
                </a:lnTo>
                <a:lnTo>
                  <a:pt x="231770" y="914038"/>
                </a:lnTo>
                <a:lnTo>
                  <a:pt x="231943" y="913442"/>
                </a:lnTo>
                <a:lnTo>
                  <a:pt x="232115" y="912846"/>
                </a:lnTo>
                <a:lnTo>
                  <a:pt x="232288" y="912250"/>
                </a:lnTo>
                <a:lnTo>
                  <a:pt x="232462" y="911645"/>
                </a:lnTo>
                <a:lnTo>
                  <a:pt x="232634" y="911049"/>
                </a:lnTo>
                <a:lnTo>
                  <a:pt x="232807" y="910444"/>
                </a:lnTo>
                <a:lnTo>
                  <a:pt x="232979" y="909839"/>
                </a:lnTo>
                <a:lnTo>
                  <a:pt x="233153" y="909234"/>
                </a:lnTo>
                <a:lnTo>
                  <a:pt x="233325" y="908629"/>
                </a:lnTo>
                <a:lnTo>
                  <a:pt x="233498" y="908024"/>
                </a:lnTo>
                <a:lnTo>
                  <a:pt x="233672" y="907411"/>
                </a:lnTo>
                <a:lnTo>
                  <a:pt x="233844" y="906806"/>
                </a:lnTo>
                <a:lnTo>
                  <a:pt x="234017" y="906192"/>
                </a:lnTo>
                <a:lnTo>
                  <a:pt x="234189" y="905578"/>
                </a:lnTo>
                <a:lnTo>
                  <a:pt x="234363" y="904964"/>
                </a:lnTo>
                <a:lnTo>
                  <a:pt x="234535" y="904350"/>
                </a:lnTo>
                <a:lnTo>
                  <a:pt x="234708" y="903727"/>
                </a:lnTo>
                <a:lnTo>
                  <a:pt x="234881" y="903114"/>
                </a:lnTo>
                <a:lnTo>
                  <a:pt x="235054" y="902491"/>
                </a:lnTo>
                <a:lnTo>
                  <a:pt x="235227" y="901877"/>
                </a:lnTo>
                <a:lnTo>
                  <a:pt x="235399" y="901254"/>
                </a:lnTo>
                <a:lnTo>
                  <a:pt x="235573" y="900631"/>
                </a:lnTo>
                <a:lnTo>
                  <a:pt x="235745" y="900009"/>
                </a:lnTo>
                <a:lnTo>
                  <a:pt x="235918" y="899377"/>
                </a:lnTo>
                <a:lnTo>
                  <a:pt x="236090" y="898754"/>
                </a:lnTo>
                <a:lnTo>
                  <a:pt x="236264" y="898123"/>
                </a:lnTo>
                <a:lnTo>
                  <a:pt x="236436" y="897491"/>
                </a:lnTo>
                <a:lnTo>
                  <a:pt x="236609" y="896868"/>
                </a:lnTo>
                <a:lnTo>
                  <a:pt x="236782" y="896237"/>
                </a:lnTo>
                <a:lnTo>
                  <a:pt x="236955" y="895596"/>
                </a:lnTo>
                <a:lnTo>
                  <a:pt x="237128" y="894964"/>
                </a:lnTo>
                <a:lnTo>
                  <a:pt x="237300" y="894333"/>
                </a:lnTo>
                <a:lnTo>
                  <a:pt x="237474" y="893692"/>
                </a:lnTo>
                <a:lnTo>
                  <a:pt x="237646" y="893052"/>
                </a:lnTo>
                <a:lnTo>
                  <a:pt x="237819" y="892411"/>
                </a:lnTo>
                <a:lnTo>
                  <a:pt x="237992" y="891771"/>
                </a:lnTo>
                <a:lnTo>
                  <a:pt x="238165" y="891130"/>
                </a:lnTo>
                <a:lnTo>
                  <a:pt x="238338" y="890490"/>
                </a:lnTo>
                <a:lnTo>
                  <a:pt x="238510" y="889849"/>
                </a:lnTo>
                <a:lnTo>
                  <a:pt x="238683" y="889199"/>
                </a:lnTo>
                <a:lnTo>
                  <a:pt x="238856" y="888550"/>
                </a:lnTo>
                <a:lnTo>
                  <a:pt x="239029" y="887901"/>
                </a:lnTo>
                <a:lnTo>
                  <a:pt x="239202" y="887251"/>
                </a:lnTo>
                <a:lnTo>
                  <a:pt x="239375" y="886602"/>
                </a:lnTo>
                <a:lnTo>
                  <a:pt x="239548" y="885952"/>
                </a:lnTo>
                <a:lnTo>
                  <a:pt x="239720" y="885294"/>
                </a:lnTo>
                <a:lnTo>
                  <a:pt x="239893" y="884644"/>
                </a:lnTo>
                <a:lnTo>
                  <a:pt x="240066" y="883986"/>
                </a:lnTo>
                <a:lnTo>
                  <a:pt x="240239" y="883328"/>
                </a:lnTo>
                <a:lnTo>
                  <a:pt x="240411" y="882670"/>
                </a:lnTo>
                <a:lnTo>
                  <a:pt x="240584" y="882011"/>
                </a:lnTo>
                <a:lnTo>
                  <a:pt x="240757" y="881353"/>
                </a:lnTo>
                <a:lnTo>
                  <a:pt x="240930" y="880686"/>
                </a:lnTo>
                <a:lnTo>
                  <a:pt x="241103" y="880027"/>
                </a:lnTo>
                <a:lnTo>
                  <a:pt x="241276" y="879360"/>
                </a:lnTo>
                <a:lnTo>
                  <a:pt x="241449" y="878693"/>
                </a:lnTo>
                <a:lnTo>
                  <a:pt x="241621" y="878026"/>
                </a:lnTo>
                <a:lnTo>
                  <a:pt x="241794" y="877358"/>
                </a:lnTo>
                <a:lnTo>
                  <a:pt x="241967" y="876691"/>
                </a:lnTo>
                <a:lnTo>
                  <a:pt x="242140" y="876015"/>
                </a:lnTo>
                <a:lnTo>
                  <a:pt x="242313" y="875348"/>
                </a:lnTo>
                <a:lnTo>
                  <a:pt x="242485" y="874672"/>
                </a:lnTo>
                <a:lnTo>
                  <a:pt x="242659" y="873995"/>
                </a:lnTo>
                <a:lnTo>
                  <a:pt x="242831" y="873319"/>
                </a:lnTo>
                <a:lnTo>
                  <a:pt x="243004" y="872643"/>
                </a:lnTo>
                <a:lnTo>
                  <a:pt x="243177" y="871958"/>
                </a:lnTo>
                <a:lnTo>
                  <a:pt x="243350" y="871282"/>
                </a:lnTo>
                <a:lnTo>
                  <a:pt x="243523" y="870597"/>
                </a:lnTo>
                <a:lnTo>
                  <a:pt x="243695" y="869921"/>
                </a:lnTo>
                <a:lnTo>
                  <a:pt x="243869" y="869236"/>
                </a:lnTo>
                <a:lnTo>
                  <a:pt x="244041" y="868551"/>
                </a:lnTo>
                <a:lnTo>
                  <a:pt x="244214" y="867866"/>
                </a:lnTo>
                <a:lnTo>
                  <a:pt x="244386" y="867172"/>
                </a:lnTo>
                <a:lnTo>
                  <a:pt x="244560" y="866487"/>
                </a:lnTo>
                <a:lnTo>
                  <a:pt x="244732" y="865793"/>
                </a:lnTo>
                <a:lnTo>
                  <a:pt x="244905" y="865099"/>
                </a:lnTo>
                <a:lnTo>
                  <a:pt x="245079" y="864414"/>
                </a:lnTo>
                <a:lnTo>
                  <a:pt x="245251" y="863711"/>
                </a:lnTo>
                <a:lnTo>
                  <a:pt x="245424" y="863017"/>
                </a:lnTo>
                <a:lnTo>
                  <a:pt x="245596" y="862323"/>
                </a:lnTo>
                <a:lnTo>
                  <a:pt x="245770" y="861629"/>
                </a:lnTo>
                <a:lnTo>
                  <a:pt x="245942" y="860927"/>
                </a:lnTo>
                <a:lnTo>
                  <a:pt x="246115" y="860224"/>
                </a:lnTo>
                <a:lnTo>
                  <a:pt x="246288" y="859521"/>
                </a:lnTo>
                <a:lnTo>
                  <a:pt x="246461" y="858818"/>
                </a:lnTo>
                <a:lnTo>
                  <a:pt x="246634" y="858115"/>
                </a:lnTo>
                <a:lnTo>
                  <a:pt x="246806" y="857412"/>
                </a:lnTo>
                <a:lnTo>
                  <a:pt x="246980" y="856701"/>
                </a:lnTo>
                <a:lnTo>
                  <a:pt x="247152" y="855998"/>
                </a:lnTo>
                <a:lnTo>
                  <a:pt x="247325" y="855286"/>
                </a:lnTo>
                <a:lnTo>
                  <a:pt x="247497" y="854575"/>
                </a:lnTo>
                <a:lnTo>
                  <a:pt x="247671" y="853863"/>
                </a:lnTo>
                <a:lnTo>
                  <a:pt x="247844" y="853151"/>
                </a:lnTo>
                <a:lnTo>
                  <a:pt x="248016" y="852430"/>
                </a:lnTo>
                <a:lnTo>
                  <a:pt x="248189" y="851719"/>
                </a:lnTo>
                <a:lnTo>
                  <a:pt x="248362" y="850998"/>
                </a:lnTo>
                <a:lnTo>
                  <a:pt x="248535" y="850286"/>
                </a:lnTo>
                <a:lnTo>
                  <a:pt x="248707" y="849566"/>
                </a:lnTo>
                <a:lnTo>
                  <a:pt x="248881" y="848845"/>
                </a:lnTo>
                <a:lnTo>
                  <a:pt x="249053" y="848116"/>
                </a:lnTo>
                <a:lnTo>
                  <a:pt x="249226" y="847395"/>
                </a:lnTo>
                <a:lnTo>
                  <a:pt x="249399" y="846675"/>
                </a:lnTo>
                <a:lnTo>
                  <a:pt x="249572" y="845945"/>
                </a:lnTo>
                <a:lnTo>
                  <a:pt x="249745" y="845215"/>
                </a:lnTo>
                <a:lnTo>
                  <a:pt x="249917" y="844486"/>
                </a:lnTo>
                <a:lnTo>
                  <a:pt x="250090" y="843756"/>
                </a:lnTo>
                <a:lnTo>
                  <a:pt x="250263" y="843027"/>
                </a:lnTo>
                <a:lnTo>
                  <a:pt x="250436" y="842297"/>
                </a:lnTo>
                <a:lnTo>
                  <a:pt x="250609" y="841559"/>
                </a:lnTo>
                <a:lnTo>
                  <a:pt x="250782" y="840829"/>
                </a:lnTo>
                <a:lnTo>
                  <a:pt x="250955" y="840091"/>
                </a:lnTo>
                <a:lnTo>
                  <a:pt x="251127" y="839353"/>
                </a:lnTo>
                <a:lnTo>
                  <a:pt x="251300" y="838614"/>
                </a:lnTo>
                <a:lnTo>
                  <a:pt x="251473" y="837876"/>
                </a:lnTo>
                <a:lnTo>
                  <a:pt x="251646" y="837129"/>
                </a:lnTo>
                <a:lnTo>
                  <a:pt x="251818" y="836390"/>
                </a:lnTo>
                <a:lnTo>
                  <a:pt x="251991" y="835643"/>
                </a:lnTo>
                <a:lnTo>
                  <a:pt x="252165" y="834904"/>
                </a:lnTo>
                <a:lnTo>
                  <a:pt x="252337" y="834157"/>
                </a:lnTo>
                <a:lnTo>
                  <a:pt x="252510" y="833410"/>
                </a:lnTo>
                <a:lnTo>
                  <a:pt x="252683" y="832654"/>
                </a:lnTo>
                <a:lnTo>
                  <a:pt x="252856" y="831906"/>
                </a:lnTo>
                <a:lnTo>
                  <a:pt x="253028" y="831159"/>
                </a:lnTo>
                <a:lnTo>
                  <a:pt x="253201" y="830403"/>
                </a:lnTo>
                <a:lnTo>
                  <a:pt x="253374" y="829647"/>
                </a:lnTo>
                <a:lnTo>
                  <a:pt x="253547" y="828890"/>
                </a:lnTo>
                <a:lnTo>
                  <a:pt x="253720" y="828134"/>
                </a:lnTo>
                <a:lnTo>
                  <a:pt x="253892" y="827378"/>
                </a:lnTo>
                <a:lnTo>
                  <a:pt x="254066" y="826622"/>
                </a:lnTo>
                <a:lnTo>
                  <a:pt x="254238" y="825857"/>
                </a:lnTo>
                <a:lnTo>
                  <a:pt x="254411" y="825101"/>
                </a:lnTo>
                <a:lnTo>
                  <a:pt x="254584" y="824335"/>
                </a:lnTo>
                <a:lnTo>
                  <a:pt x="254757" y="823570"/>
                </a:lnTo>
                <a:lnTo>
                  <a:pt x="254930" y="822805"/>
                </a:lnTo>
                <a:lnTo>
                  <a:pt x="255102" y="822040"/>
                </a:lnTo>
                <a:lnTo>
                  <a:pt x="255276" y="821266"/>
                </a:lnTo>
                <a:lnTo>
                  <a:pt x="255448" y="820501"/>
                </a:lnTo>
                <a:lnTo>
                  <a:pt x="255621" y="819727"/>
                </a:lnTo>
                <a:lnTo>
                  <a:pt x="255793" y="818962"/>
                </a:lnTo>
                <a:lnTo>
                  <a:pt x="255967" y="818188"/>
                </a:lnTo>
                <a:lnTo>
                  <a:pt x="256139" y="817414"/>
                </a:lnTo>
                <a:lnTo>
                  <a:pt x="256312" y="816640"/>
                </a:lnTo>
                <a:lnTo>
                  <a:pt x="256486" y="815857"/>
                </a:lnTo>
                <a:lnTo>
                  <a:pt x="256658" y="815083"/>
                </a:lnTo>
                <a:lnTo>
                  <a:pt x="256831" y="814300"/>
                </a:lnTo>
                <a:lnTo>
                  <a:pt x="257003" y="813522"/>
                </a:lnTo>
                <a:lnTo>
                  <a:pt x="257177" y="812740"/>
                </a:lnTo>
                <a:lnTo>
                  <a:pt x="257349" y="811957"/>
                </a:lnTo>
                <a:lnTo>
                  <a:pt x="257522" y="811173"/>
                </a:lnTo>
                <a:lnTo>
                  <a:pt x="257695" y="810388"/>
                </a:lnTo>
                <a:lnTo>
                  <a:pt x="257868" y="809601"/>
                </a:lnTo>
                <a:lnTo>
                  <a:pt x="258041" y="808813"/>
                </a:lnTo>
                <a:lnTo>
                  <a:pt x="258213" y="808024"/>
                </a:lnTo>
                <a:lnTo>
                  <a:pt x="258387" y="807233"/>
                </a:lnTo>
                <a:lnTo>
                  <a:pt x="258559" y="806441"/>
                </a:lnTo>
                <a:lnTo>
                  <a:pt x="258732" y="805648"/>
                </a:lnTo>
                <a:lnTo>
                  <a:pt x="258904" y="804854"/>
                </a:lnTo>
                <a:lnTo>
                  <a:pt x="259078" y="804059"/>
                </a:lnTo>
                <a:lnTo>
                  <a:pt x="259251" y="803262"/>
                </a:lnTo>
                <a:lnTo>
                  <a:pt x="259423" y="802464"/>
                </a:lnTo>
                <a:lnTo>
                  <a:pt x="259596" y="801666"/>
                </a:lnTo>
                <a:lnTo>
                  <a:pt x="259769" y="800865"/>
                </a:lnTo>
                <a:lnTo>
                  <a:pt x="259942" y="800063"/>
                </a:lnTo>
                <a:lnTo>
                  <a:pt x="260114" y="799260"/>
                </a:lnTo>
                <a:lnTo>
                  <a:pt x="260288" y="798457"/>
                </a:lnTo>
                <a:lnTo>
                  <a:pt x="260460" y="797651"/>
                </a:lnTo>
                <a:lnTo>
                  <a:pt x="260633" y="796845"/>
                </a:lnTo>
                <a:lnTo>
                  <a:pt x="260806" y="796037"/>
                </a:lnTo>
                <a:lnTo>
                  <a:pt x="260979" y="795227"/>
                </a:lnTo>
                <a:lnTo>
                  <a:pt x="261152" y="794418"/>
                </a:lnTo>
                <a:lnTo>
                  <a:pt x="261324" y="793605"/>
                </a:lnTo>
                <a:lnTo>
                  <a:pt x="261497" y="792793"/>
                </a:lnTo>
                <a:lnTo>
                  <a:pt x="261670" y="791979"/>
                </a:lnTo>
                <a:lnTo>
                  <a:pt x="261843" y="791164"/>
                </a:lnTo>
                <a:lnTo>
                  <a:pt x="262016" y="790347"/>
                </a:lnTo>
                <a:lnTo>
                  <a:pt x="262189" y="789530"/>
                </a:lnTo>
                <a:lnTo>
                  <a:pt x="262362" y="788711"/>
                </a:lnTo>
                <a:lnTo>
                  <a:pt x="262534" y="787891"/>
                </a:lnTo>
                <a:lnTo>
                  <a:pt x="262707" y="787070"/>
                </a:lnTo>
                <a:lnTo>
                  <a:pt x="262880" y="786247"/>
                </a:lnTo>
                <a:lnTo>
                  <a:pt x="263053" y="785423"/>
                </a:lnTo>
                <a:lnTo>
                  <a:pt x="263225" y="784599"/>
                </a:lnTo>
                <a:lnTo>
                  <a:pt x="263398" y="783772"/>
                </a:lnTo>
                <a:lnTo>
                  <a:pt x="263572" y="782946"/>
                </a:lnTo>
                <a:lnTo>
                  <a:pt x="263744" y="782116"/>
                </a:lnTo>
                <a:lnTo>
                  <a:pt x="263917" y="781286"/>
                </a:lnTo>
                <a:lnTo>
                  <a:pt x="264090" y="780456"/>
                </a:lnTo>
                <a:lnTo>
                  <a:pt x="264263" y="779624"/>
                </a:lnTo>
                <a:lnTo>
                  <a:pt x="264435" y="778790"/>
                </a:lnTo>
                <a:lnTo>
                  <a:pt x="264608" y="777956"/>
                </a:lnTo>
                <a:lnTo>
                  <a:pt x="264782" y="777120"/>
                </a:lnTo>
                <a:lnTo>
                  <a:pt x="264954" y="776283"/>
                </a:lnTo>
                <a:lnTo>
                  <a:pt x="265127" y="775445"/>
                </a:lnTo>
                <a:lnTo>
                  <a:pt x="265299" y="774605"/>
                </a:lnTo>
                <a:lnTo>
                  <a:pt x="265473" y="773765"/>
                </a:lnTo>
                <a:lnTo>
                  <a:pt x="265645" y="772923"/>
                </a:lnTo>
                <a:lnTo>
                  <a:pt x="265818" y="772080"/>
                </a:lnTo>
                <a:lnTo>
                  <a:pt x="265991" y="771235"/>
                </a:lnTo>
                <a:lnTo>
                  <a:pt x="266164" y="770390"/>
                </a:lnTo>
                <a:lnTo>
                  <a:pt x="266337" y="769543"/>
                </a:lnTo>
                <a:lnTo>
                  <a:pt x="266509" y="768695"/>
                </a:lnTo>
                <a:lnTo>
                  <a:pt x="266683" y="767847"/>
                </a:lnTo>
                <a:lnTo>
                  <a:pt x="266855" y="766997"/>
                </a:lnTo>
                <a:lnTo>
                  <a:pt x="267028" y="766146"/>
                </a:lnTo>
                <a:lnTo>
                  <a:pt x="267200" y="765292"/>
                </a:lnTo>
                <a:lnTo>
                  <a:pt x="267374" y="764439"/>
                </a:lnTo>
                <a:lnTo>
                  <a:pt x="267547" y="763584"/>
                </a:lnTo>
                <a:lnTo>
                  <a:pt x="267719" y="762728"/>
                </a:lnTo>
                <a:lnTo>
                  <a:pt x="267893" y="761871"/>
                </a:lnTo>
                <a:lnTo>
                  <a:pt x="268065" y="761012"/>
                </a:lnTo>
                <a:lnTo>
                  <a:pt x="268238" y="760153"/>
                </a:lnTo>
                <a:lnTo>
                  <a:pt x="268410" y="759292"/>
                </a:lnTo>
                <a:lnTo>
                  <a:pt x="268584" y="758430"/>
                </a:lnTo>
                <a:lnTo>
                  <a:pt x="268756" y="757567"/>
                </a:lnTo>
                <a:lnTo>
                  <a:pt x="268929" y="756702"/>
                </a:lnTo>
                <a:lnTo>
                  <a:pt x="269102" y="755837"/>
                </a:lnTo>
                <a:lnTo>
                  <a:pt x="269275" y="754970"/>
                </a:lnTo>
                <a:lnTo>
                  <a:pt x="269448" y="754102"/>
                </a:lnTo>
                <a:lnTo>
                  <a:pt x="269620" y="753233"/>
                </a:lnTo>
                <a:lnTo>
                  <a:pt x="269794" y="752363"/>
                </a:lnTo>
                <a:lnTo>
                  <a:pt x="269966" y="751492"/>
                </a:lnTo>
                <a:lnTo>
                  <a:pt x="270139" y="750620"/>
                </a:lnTo>
                <a:lnTo>
                  <a:pt x="270312" y="749746"/>
                </a:lnTo>
                <a:lnTo>
                  <a:pt x="270485" y="748871"/>
                </a:lnTo>
                <a:lnTo>
                  <a:pt x="270658" y="747995"/>
                </a:lnTo>
                <a:lnTo>
                  <a:pt x="270830" y="747118"/>
                </a:lnTo>
                <a:lnTo>
                  <a:pt x="271003" y="746240"/>
                </a:lnTo>
                <a:lnTo>
                  <a:pt x="271176" y="745361"/>
                </a:lnTo>
                <a:lnTo>
                  <a:pt x="271349" y="744480"/>
                </a:lnTo>
                <a:lnTo>
                  <a:pt x="271521" y="743598"/>
                </a:lnTo>
                <a:lnTo>
                  <a:pt x="271695" y="742716"/>
                </a:lnTo>
                <a:lnTo>
                  <a:pt x="271868" y="741832"/>
                </a:lnTo>
                <a:lnTo>
                  <a:pt x="272040" y="740946"/>
                </a:lnTo>
                <a:lnTo>
                  <a:pt x="272213" y="740060"/>
                </a:lnTo>
                <a:lnTo>
                  <a:pt x="272386" y="739172"/>
                </a:lnTo>
                <a:lnTo>
                  <a:pt x="272559" y="738285"/>
                </a:lnTo>
                <a:lnTo>
                  <a:pt x="272731" y="737395"/>
                </a:lnTo>
                <a:lnTo>
                  <a:pt x="272904" y="736504"/>
                </a:lnTo>
                <a:lnTo>
                  <a:pt x="273077" y="735612"/>
                </a:lnTo>
                <a:lnTo>
                  <a:pt x="273250" y="734719"/>
                </a:lnTo>
                <a:lnTo>
                  <a:pt x="273423" y="733825"/>
                </a:lnTo>
                <a:lnTo>
                  <a:pt x="273596" y="732930"/>
                </a:lnTo>
                <a:lnTo>
                  <a:pt x="273769" y="732033"/>
                </a:lnTo>
                <a:lnTo>
                  <a:pt x="273941" y="731135"/>
                </a:lnTo>
                <a:lnTo>
                  <a:pt x="274114" y="730237"/>
                </a:lnTo>
                <a:lnTo>
                  <a:pt x="274287" y="729337"/>
                </a:lnTo>
                <a:lnTo>
                  <a:pt x="274460" y="728436"/>
                </a:lnTo>
                <a:lnTo>
                  <a:pt x="274633" y="727535"/>
                </a:lnTo>
                <a:lnTo>
                  <a:pt x="274805" y="726631"/>
                </a:lnTo>
                <a:lnTo>
                  <a:pt x="274979" y="725727"/>
                </a:lnTo>
                <a:lnTo>
                  <a:pt x="275151" y="724822"/>
                </a:lnTo>
                <a:lnTo>
                  <a:pt x="275324" y="723916"/>
                </a:lnTo>
                <a:lnTo>
                  <a:pt x="275497" y="723008"/>
                </a:lnTo>
                <a:lnTo>
                  <a:pt x="275670" y="722099"/>
                </a:lnTo>
                <a:lnTo>
                  <a:pt x="275842" y="721190"/>
                </a:lnTo>
                <a:lnTo>
                  <a:pt x="276015" y="720279"/>
                </a:lnTo>
                <a:lnTo>
                  <a:pt x="276189" y="719367"/>
                </a:lnTo>
                <a:lnTo>
                  <a:pt x="276361" y="718454"/>
                </a:lnTo>
                <a:lnTo>
                  <a:pt x="276534" y="717541"/>
                </a:lnTo>
                <a:lnTo>
                  <a:pt x="276706" y="716625"/>
                </a:lnTo>
                <a:lnTo>
                  <a:pt x="276880" y="715709"/>
                </a:lnTo>
                <a:lnTo>
                  <a:pt x="277052" y="714792"/>
                </a:lnTo>
                <a:lnTo>
                  <a:pt x="277225" y="713874"/>
                </a:lnTo>
                <a:lnTo>
                  <a:pt x="277398" y="712954"/>
                </a:lnTo>
                <a:lnTo>
                  <a:pt x="277571" y="712034"/>
                </a:lnTo>
                <a:lnTo>
                  <a:pt x="277744" y="711112"/>
                </a:lnTo>
                <a:lnTo>
                  <a:pt x="277916" y="710190"/>
                </a:lnTo>
                <a:lnTo>
                  <a:pt x="278090" y="709265"/>
                </a:lnTo>
                <a:lnTo>
                  <a:pt x="278262" y="708341"/>
                </a:lnTo>
                <a:lnTo>
                  <a:pt x="278435" y="707415"/>
                </a:lnTo>
                <a:lnTo>
                  <a:pt x="278607" y="706488"/>
                </a:lnTo>
                <a:lnTo>
                  <a:pt x="278781" y="705560"/>
                </a:lnTo>
                <a:lnTo>
                  <a:pt x="278954" y="704631"/>
                </a:lnTo>
                <a:lnTo>
                  <a:pt x="279126" y="703701"/>
                </a:lnTo>
                <a:lnTo>
                  <a:pt x="279300" y="702770"/>
                </a:lnTo>
                <a:lnTo>
                  <a:pt x="279472" y="701838"/>
                </a:lnTo>
                <a:lnTo>
                  <a:pt x="279645" y="700904"/>
                </a:lnTo>
                <a:lnTo>
                  <a:pt x="279817" y="699970"/>
                </a:lnTo>
                <a:lnTo>
                  <a:pt x="279991" y="699035"/>
                </a:lnTo>
                <a:lnTo>
                  <a:pt x="280163" y="698098"/>
                </a:lnTo>
                <a:lnTo>
                  <a:pt x="280336" y="697162"/>
                </a:lnTo>
                <a:lnTo>
                  <a:pt x="280509" y="696223"/>
                </a:lnTo>
                <a:lnTo>
                  <a:pt x="280682" y="695284"/>
                </a:lnTo>
                <a:lnTo>
                  <a:pt x="280855" y="694343"/>
                </a:lnTo>
                <a:lnTo>
                  <a:pt x="281027" y="693402"/>
                </a:lnTo>
                <a:lnTo>
                  <a:pt x="281201" y="692459"/>
                </a:lnTo>
                <a:lnTo>
                  <a:pt x="281373" y="691516"/>
                </a:lnTo>
                <a:lnTo>
                  <a:pt x="281546" y="690571"/>
                </a:lnTo>
                <a:lnTo>
                  <a:pt x="281719" y="689625"/>
                </a:lnTo>
                <a:lnTo>
                  <a:pt x="281892" y="688679"/>
                </a:lnTo>
                <a:lnTo>
                  <a:pt x="282065" y="687731"/>
                </a:lnTo>
                <a:lnTo>
                  <a:pt x="282237" y="686783"/>
                </a:lnTo>
                <a:lnTo>
                  <a:pt x="282410" y="685833"/>
                </a:lnTo>
                <a:lnTo>
                  <a:pt x="282583" y="684883"/>
                </a:lnTo>
                <a:lnTo>
                  <a:pt x="282756" y="683931"/>
                </a:lnTo>
                <a:lnTo>
                  <a:pt x="282928" y="682979"/>
                </a:lnTo>
                <a:lnTo>
                  <a:pt x="283102" y="682025"/>
                </a:lnTo>
                <a:lnTo>
                  <a:pt x="283275" y="681071"/>
                </a:lnTo>
                <a:lnTo>
                  <a:pt x="283447" y="680115"/>
                </a:lnTo>
                <a:lnTo>
                  <a:pt x="283620" y="679158"/>
                </a:lnTo>
                <a:lnTo>
                  <a:pt x="283793" y="678201"/>
                </a:lnTo>
                <a:lnTo>
                  <a:pt x="283966" y="677242"/>
                </a:lnTo>
                <a:lnTo>
                  <a:pt x="284138" y="676283"/>
                </a:lnTo>
                <a:lnTo>
                  <a:pt x="284311" y="675323"/>
                </a:lnTo>
                <a:lnTo>
                  <a:pt x="284484" y="674361"/>
                </a:lnTo>
                <a:lnTo>
                  <a:pt x="284657" y="673398"/>
                </a:lnTo>
                <a:lnTo>
                  <a:pt x="284830" y="672435"/>
                </a:lnTo>
                <a:lnTo>
                  <a:pt x="285003" y="671470"/>
                </a:lnTo>
                <a:lnTo>
                  <a:pt x="285176" y="670505"/>
                </a:lnTo>
                <a:lnTo>
                  <a:pt x="285348" y="669539"/>
                </a:lnTo>
                <a:lnTo>
                  <a:pt x="285521" y="668572"/>
                </a:lnTo>
                <a:lnTo>
                  <a:pt x="285694" y="667604"/>
                </a:lnTo>
                <a:lnTo>
                  <a:pt x="285867" y="666634"/>
                </a:lnTo>
                <a:lnTo>
                  <a:pt x="286040" y="665665"/>
                </a:lnTo>
                <a:lnTo>
                  <a:pt x="286212" y="664694"/>
                </a:lnTo>
                <a:lnTo>
                  <a:pt x="286386" y="663722"/>
                </a:lnTo>
                <a:lnTo>
                  <a:pt x="286558" y="662749"/>
                </a:lnTo>
                <a:lnTo>
                  <a:pt x="286731" y="661775"/>
                </a:lnTo>
                <a:lnTo>
                  <a:pt x="286904" y="660800"/>
                </a:lnTo>
                <a:lnTo>
                  <a:pt x="287077" y="659825"/>
                </a:lnTo>
                <a:lnTo>
                  <a:pt x="287249" y="658848"/>
                </a:lnTo>
                <a:lnTo>
                  <a:pt x="287422" y="657870"/>
                </a:lnTo>
                <a:lnTo>
                  <a:pt x="287596" y="656892"/>
                </a:lnTo>
                <a:lnTo>
                  <a:pt x="287768" y="655912"/>
                </a:lnTo>
                <a:lnTo>
                  <a:pt x="287941" y="654933"/>
                </a:lnTo>
                <a:lnTo>
                  <a:pt x="288113" y="653952"/>
                </a:lnTo>
                <a:lnTo>
                  <a:pt x="288287" y="652969"/>
                </a:lnTo>
                <a:lnTo>
                  <a:pt x="288459" y="651986"/>
                </a:lnTo>
                <a:lnTo>
                  <a:pt x="288632" y="651002"/>
                </a:lnTo>
                <a:lnTo>
                  <a:pt x="288806" y="650018"/>
                </a:lnTo>
                <a:lnTo>
                  <a:pt x="288978" y="649032"/>
                </a:lnTo>
                <a:lnTo>
                  <a:pt x="289151" y="648045"/>
                </a:lnTo>
                <a:lnTo>
                  <a:pt x="289323" y="647058"/>
                </a:lnTo>
                <a:lnTo>
                  <a:pt x="289497" y="646069"/>
                </a:lnTo>
                <a:lnTo>
                  <a:pt x="289669" y="645080"/>
                </a:lnTo>
                <a:lnTo>
                  <a:pt x="289842" y="644090"/>
                </a:lnTo>
                <a:lnTo>
                  <a:pt x="290014" y="643099"/>
                </a:lnTo>
                <a:lnTo>
                  <a:pt x="290188" y="642108"/>
                </a:lnTo>
                <a:lnTo>
                  <a:pt x="290361" y="641115"/>
                </a:lnTo>
                <a:lnTo>
                  <a:pt x="290533" y="640121"/>
                </a:lnTo>
                <a:lnTo>
                  <a:pt x="290707" y="639127"/>
                </a:lnTo>
                <a:lnTo>
                  <a:pt x="290879" y="638131"/>
                </a:lnTo>
                <a:lnTo>
                  <a:pt x="291052" y="637135"/>
                </a:lnTo>
                <a:lnTo>
                  <a:pt x="291224" y="636138"/>
                </a:lnTo>
                <a:lnTo>
                  <a:pt x="291398" y="635140"/>
                </a:lnTo>
                <a:lnTo>
                  <a:pt x="291570" y="634142"/>
                </a:lnTo>
                <a:lnTo>
                  <a:pt x="291743" y="633142"/>
                </a:lnTo>
                <a:lnTo>
                  <a:pt x="291916" y="632142"/>
                </a:lnTo>
                <a:lnTo>
                  <a:pt x="292089" y="631140"/>
                </a:lnTo>
                <a:lnTo>
                  <a:pt x="292262" y="630138"/>
                </a:lnTo>
                <a:lnTo>
                  <a:pt x="292434" y="629136"/>
                </a:lnTo>
                <a:lnTo>
                  <a:pt x="292608" y="628131"/>
                </a:lnTo>
                <a:lnTo>
                  <a:pt x="292780" y="627127"/>
                </a:lnTo>
                <a:lnTo>
                  <a:pt x="292953" y="626122"/>
                </a:lnTo>
                <a:lnTo>
                  <a:pt x="293126" y="625115"/>
                </a:lnTo>
                <a:lnTo>
                  <a:pt x="293299" y="624108"/>
                </a:lnTo>
                <a:lnTo>
                  <a:pt x="293472" y="623101"/>
                </a:lnTo>
                <a:lnTo>
                  <a:pt x="293644" y="622092"/>
                </a:lnTo>
                <a:lnTo>
                  <a:pt x="293817" y="621083"/>
                </a:lnTo>
                <a:lnTo>
                  <a:pt x="293990" y="620073"/>
                </a:lnTo>
                <a:lnTo>
                  <a:pt x="294163" y="619061"/>
                </a:lnTo>
                <a:lnTo>
                  <a:pt x="294336" y="618050"/>
                </a:lnTo>
                <a:lnTo>
                  <a:pt x="294509" y="617038"/>
                </a:lnTo>
                <a:lnTo>
                  <a:pt x="294682" y="616024"/>
                </a:lnTo>
                <a:lnTo>
                  <a:pt x="294854" y="615010"/>
                </a:lnTo>
                <a:lnTo>
                  <a:pt x="295027" y="613995"/>
                </a:lnTo>
                <a:lnTo>
                  <a:pt x="295200" y="612980"/>
                </a:lnTo>
                <a:lnTo>
                  <a:pt x="295373" y="611963"/>
                </a:lnTo>
                <a:lnTo>
                  <a:pt x="295545" y="610946"/>
                </a:lnTo>
                <a:lnTo>
                  <a:pt x="295718" y="609928"/>
                </a:lnTo>
                <a:lnTo>
                  <a:pt x="295891" y="608909"/>
                </a:lnTo>
                <a:lnTo>
                  <a:pt x="296064" y="607889"/>
                </a:lnTo>
                <a:lnTo>
                  <a:pt x="296237" y="606870"/>
                </a:lnTo>
                <a:lnTo>
                  <a:pt x="296410" y="605848"/>
                </a:lnTo>
                <a:lnTo>
                  <a:pt x="296583" y="604827"/>
                </a:lnTo>
                <a:lnTo>
                  <a:pt x="296755" y="603804"/>
                </a:lnTo>
                <a:lnTo>
                  <a:pt x="296928" y="602781"/>
                </a:lnTo>
                <a:lnTo>
                  <a:pt x="297101" y="601757"/>
                </a:lnTo>
                <a:lnTo>
                  <a:pt x="297274" y="600733"/>
                </a:lnTo>
                <a:lnTo>
                  <a:pt x="297447" y="599707"/>
                </a:lnTo>
                <a:lnTo>
                  <a:pt x="297619" y="598681"/>
                </a:lnTo>
                <a:lnTo>
                  <a:pt x="297793" y="597655"/>
                </a:lnTo>
                <a:lnTo>
                  <a:pt x="297965" y="596627"/>
                </a:lnTo>
                <a:lnTo>
                  <a:pt x="298138" y="595599"/>
                </a:lnTo>
                <a:lnTo>
                  <a:pt x="298311" y="594570"/>
                </a:lnTo>
                <a:lnTo>
                  <a:pt x="298484" y="593540"/>
                </a:lnTo>
                <a:lnTo>
                  <a:pt x="298657" y="592510"/>
                </a:lnTo>
                <a:lnTo>
                  <a:pt x="298829" y="591479"/>
                </a:lnTo>
                <a:lnTo>
                  <a:pt x="299003" y="590447"/>
                </a:lnTo>
                <a:lnTo>
                  <a:pt x="299175" y="589415"/>
                </a:lnTo>
                <a:lnTo>
                  <a:pt x="299348" y="588382"/>
                </a:lnTo>
                <a:lnTo>
                  <a:pt x="299520" y="587348"/>
                </a:lnTo>
                <a:lnTo>
                  <a:pt x="299694" y="586314"/>
                </a:lnTo>
                <a:lnTo>
                  <a:pt x="299866" y="585278"/>
                </a:lnTo>
                <a:lnTo>
                  <a:pt x="300039" y="584243"/>
                </a:lnTo>
                <a:lnTo>
                  <a:pt x="300212" y="583206"/>
                </a:lnTo>
                <a:lnTo>
                  <a:pt x="300385" y="582170"/>
                </a:lnTo>
                <a:lnTo>
                  <a:pt x="300558" y="581131"/>
                </a:lnTo>
                <a:lnTo>
                  <a:pt x="300730" y="580093"/>
                </a:lnTo>
                <a:lnTo>
                  <a:pt x="300904" y="579054"/>
                </a:lnTo>
                <a:lnTo>
                  <a:pt x="301076" y="578015"/>
                </a:lnTo>
                <a:lnTo>
                  <a:pt x="301249" y="576974"/>
                </a:lnTo>
                <a:lnTo>
                  <a:pt x="301422" y="575933"/>
                </a:lnTo>
                <a:lnTo>
                  <a:pt x="301595" y="574891"/>
                </a:lnTo>
                <a:lnTo>
                  <a:pt x="301768" y="573850"/>
                </a:lnTo>
                <a:lnTo>
                  <a:pt x="301940" y="572807"/>
                </a:lnTo>
                <a:lnTo>
                  <a:pt x="302114" y="571764"/>
                </a:lnTo>
                <a:lnTo>
                  <a:pt x="302286" y="570720"/>
                </a:lnTo>
                <a:lnTo>
                  <a:pt x="302459" y="569675"/>
                </a:lnTo>
                <a:lnTo>
                  <a:pt x="302631" y="568629"/>
                </a:lnTo>
                <a:lnTo>
                  <a:pt x="302805" y="567584"/>
                </a:lnTo>
                <a:lnTo>
                  <a:pt x="302978" y="566538"/>
                </a:lnTo>
                <a:lnTo>
                  <a:pt x="303150" y="565491"/>
                </a:lnTo>
                <a:lnTo>
                  <a:pt x="303323" y="564443"/>
                </a:lnTo>
                <a:lnTo>
                  <a:pt x="303496" y="563395"/>
                </a:lnTo>
                <a:lnTo>
                  <a:pt x="303669" y="562346"/>
                </a:lnTo>
                <a:lnTo>
                  <a:pt x="303841" y="561297"/>
                </a:lnTo>
                <a:lnTo>
                  <a:pt x="304015" y="560247"/>
                </a:lnTo>
                <a:lnTo>
                  <a:pt x="304187" y="559196"/>
                </a:lnTo>
                <a:lnTo>
                  <a:pt x="304360" y="558146"/>
                </a:lnTo>
                <a:lnTo>
                  <a:pt x="304533" y="557094"/>
                </a:lnTo>
                <a:lnTo>
                  <a:pt x="304706" y="556042"/>
                </a:lnTo>
                <a:lnTo>
                  <a:pt x="304879" y="554989"/>
                </a:lnTo>
                <a:lnTo>
                  <a:pt x="305051" y="553936"/>
                </a:lnTo>
                <a:lnTo>
                  <a:pt x="305224" y="552882"/>
                </a:lnTo>
                <a:lnTo>
                  <a:pt x="305397" y="551827"/>
                </a:lnTo>
                <a:lnTo>
                  <a:pt x="305570" y="550773"/>
                </a:lnTo>
                <a:lnTo>
                  <a:pt x="305743" y="549717"/>
                </a:lnTo>
                <a:lnTo>
                  <a:pt x="305916" y="548662"/>
                </a:lnTo>
                <a:lnTo>
                  <a:pt x="306089" y="547605"/>
                </a:lnTo>
                <a:lnTo>
                  <a:pt x="306261" y="546548"/>
                </a:lnTo>
                <a:lnTo>
                  <a:pt x="306434" y="545491"/>
                </a:lnTo>
                <a:lnTo>
                  <a:pt x="306607" y="544434"/>
                </a:lnTo>
                <a:lnTo>
                  <a:pt x="306780" y="543375"/>
                </a:lnTo>
                <a:lnTo>
                  <a:pt x="306952" y="542316"/>
                </a:lnTo>
                <a:lnTo>
                  <a:pt x="307125" y="541257"/>
                </a:lnTo>
                <a:lnTo>
                  <a:pt x="307299" y="540197"/>
                </a:lnTo>
                <a:lnTo>
                  <a:pt x="307471" y="539137"/>
                </a:lnTo>
                <a:lnTo>
                  <a:pt x="307644" y="538075"/>
                </a:lnTo>
                <a:lnTo>
                  <a:pt x="307817" y="537014"/>
                </a:lnTo>
                <a:lnTo>
                  <a:pt x="307990" y="535953"/>
                </a:lnTo>
                <a:lnTo>
                  <a:pt x="308162" y="534890"/>
                </a:lnTo>
                <a:lnTo>
                  <a:pt x="308335" y="533827"/>
                </a:lnTo>
                <a:lnTo>
                  <a:pt x="308508" y="532764"/>
                </a:lnTo>
                <a:lnTo>
                  <a:pt x="308681" y="531701"/>
                </a:lnTo>
                <a:lnTo>
                  <a:pt x="308854" y="530637"/>
                </a:lnTo>
                <a:lnTo>
                  <a:pt x="309026" y="529573"/>
                </a:lnTo>
                <a:lnTo>
                  <a:pt x="309200" y="528508"/>
                </a:lnTo>
                <a:lnTo>
                  <a:pt x="309372" y="527442"/>
                </a:lnTo>
                <a:lnTo>
                  <a:pt x="309545" y="526376"/>
                </a:lnTo>
                <a:lnTo>
                  <a:pt x="309718" y="525311"/>
                </a:lnTo>
                <a:lnTo>
                  <a:pt x="309891" y="524244"/>
                </a:lnTo>
                <a:lnTo>
                  <a:pt x="310064" y="523177"/>
                </a:lnTo>
                <a:lnTo>
                  <a:pt x="310236" y="522110"/>
                </a:lnTo>
                <a:lnTo>
                  <a:pt x="310410" y="521042"/>
                </a:lnTo>
                <a:lnTo>
                  <a:pt x="310582" y="519974"/>
                </a:lnTo>
                <a:lnTo>
                  <a:pt x="310755" y="518905"/>
                </a:lnTo>
                <a:lnTo>
                  <a:pt x="310927" y="517836"/>
                </a:lnTo>
                <a:lnTo>
                  <a:pt x="311101" y="516766"/>
                </a:lnTo>
                <a:lnTo>
                  <a:pt x="311273" y="515697"/>
                </a:lnTo>
                <a:lnTo>
                  <a:pt x="311446" y="514627"/>
                </a:lnTo>
                <a:lnTo>
                  <a:pt x="311620" y="513557"/>
                </a:lnTo>
                <a:lnTo>
                  <a:pt x="311792" y="512486"/>
                </a:lnTo>
                <a:lnTo>
                  <a:pt x="311965" y="511414"/>
                </a:lnTo>
                <a:lnTo>
                  <a:pt x="312137" y="510343"/>
                </a:lnTo>
                <a:lnTo>
                  <a:pt x="312311" y="509271"/>
                </a:lnTo>
                <a:lnTo>
                  <a:pt x="312483" y="508198"/>
                </a:lnTo>
                <a:lnTo>
                  <a:pt x="312656" y="507126"/>
                </a:lnTo>
                <a:lnTo>
                  <a:pt x="312829" y="506053"/>
                </a:lnTo>
                <a:lnTo>
                  <a:pt x="313002" y="504980"/>
                </a:lnTo>
                <a:lnTo>
                  <a:pt x="313175" y="503907"/>
                </a:lnTo>
                <a:lnTo>
                  <a:pt x="313347" y="502833"/>
                </a:lnTo>
                <a:lnTo>
                  <a:pt x="313521" y="501758"/>
                </a:lnTo>
                <a:lnTo>
                  <a:pt x="313693" y="500684"/>
                </a:lnTo>
                <a:lnTo>
                  <a:pt x="313866" y="499609"/>
                </a:lnTo>
                <a:lnTo>
                  <a:pt x="314038" y="498534"/>
                </a:lnTo>
                <a:lnTo>
                  <a:pt x="314212" y="497459"/>
                </a:lnTo>
                <a:lnTo>
                  <a:pt x="314385" y="496383"/>
                </a:lnTo>
                <a:lnTo>
                  <a:pt x="314557" y="495307"/>
                </a:lnTo>
                <a:lnTo>
                  <a:pt x="314730" y="494231"/>
                </a:lnTo>
                <a:lnTo>
                  <a:pt x="314903" y="493154"/>
                </a:lnTo>
                <a:lnTo>
                  <a:pt x="315076" y="492078"/>
                </a:lnTo>
                <a:lnTo>
                  <a:pt x="315248" y="491001"/>
                </a:lnTo>
                <a:lnTo>
                  <a:pt x="315422" y="489923"/>
                </a:lnTo>
                <a:lnTo>
                  <a:pt x="315594" y="488846"/>
                </a:lnTo>
                <a:lnTo>
                  <a:pt x="315767" y="487768"/>
                </a:lnTo>
                <a:lnTo>
                  <a:pt x="315940" y="486690"/>
                </a:lnTo>
                <a:lnTo>
                  <a:pt x="316113" y="485612"/>
                </a:lnTo>
                <a:lnTo>
                  <a:pt x="316286" y="484533"/>
                </a:lnTo>
                <a:lnTo>
                  <a:pt x="316458" y="483455"/>
                </a:lnTo>
                <a:lnTo>
                  <a:pt x="316631" y="482376"/>
                </a:lnTo>
                <a:lnTo>
                  <a:pt x="316804" y="481296"/>
                </a:lnTo>
                <a:lnTo>
                  <a:pt x="316977" y="480217"/>
                </a:lnTo>
                <a:lnTo>
                  <a:pt x="317150" y="479137"/>
                </a:lnTo>
                <a:lnTo>
                  <a:pt x="317323" y="478058"/>
                </a:lnTo>
                <a:lnTo>
                  <a:pt x="317496" y="476978"/>
                </a:lnTo>
                <a:lnTo>
                  <a:pt x="317668" y="475897"/>
                </a:lnTo>
                <a:lnTo>
                  <a:pt x="317841" y="474817"/>
                </a:lnTo>
                <a:lnTo>
                  <a:pt x="318014" y="473736"/>
                </a:lnTo>
                <a:lnTo>
                  <a:pt x="318187" y="472656"/>
                </a:lnTo>
                <a:lnTo>
                  <a:pt x="318359" y="471575"/>
                </a:lnTo>
                <a:lnTo>
                  <a:pt x="318532" y="470494"/>
                </a:lnTo>
                <a:lnTo>
                  <a:pt x="318706" y="469412"/>
                </a:lnTo>
                <a:lnTo>
                  <a:pt x="318878" y="468332"/>
                </a:lnTo>
                <a:lnTo>
                  <a:pt x="319051" y="467250"/>
                </a:lnTo>
                <a:lnTo>
                  <a:pt x="319224" y="466168"/>
                </a:lnTo>
                <a:lnTo>
                  <a:pt x="319397" y="465086"/>
                </a:lnTo>
                <a:lnTo>
                  <a:pt x="319569" y="464004"/>
                </a:lnTo>
                <a:lnTo>
                  <a:pt x="319742" y="462923"/>
                </a:lnTo>
                <a:lnTo>
                  <a:pt x="319915" y="461840"/>
                </a:lnTo>
                <a:lnTo>
                  <a:pt x="320088" y="460758"/>
                </a:lnTo>
                <a:lnTo>
                  <a:pt x="320261" y="459675"/>
                </a:lnTo>
                <a:lnTo>
                  <a:pt x="320433" y="458593"/>
                </a:lnTo>
                <a:lnTo>
                  <a:pt x="320607" y="457511"/>
                </a:lnTo>
                <a:lnTo>
                  <a:pt x="320779" y="456428"/>
                </a:lnTo>
                <a:lnTo>
                  <a:pt x="320952" y="455345"/>
                </a:lnTo>
                <a:lnTo>
                  <a:pt x="321125" y="454262"/>
                </a:lnTo>
                <a:lnTo>
                  <a:pt x="321298" y="453179"/>
                </a:lnTo>
                <a:lnTo>
                  <a:pt x="321471" y="452096"/>
                </a:lnTo>
                <a:lnTo>
                  <a:pt x="321643" y="451013"/>
                </a:lnTo>
                <a:lnTo>
                  <a:pt x="321817" y="449930"/>
                </a:lnTo>
                <a:lnTo>
                  <a:pt x="321989" y="448847"/>
                </a:lnTo>
                <a:lnTo>
                  <a:pt x="322162" y="447763"/>
                </a:lnTo>
                <a:lnTo>
                  <a:pt x="322334" y="446680"/>
                </a:lnTo>
                <a:lnTo>
                  <a:pt x="322508" y="445597"/>
                </a:lnTo>
                <a:lnTo>
                  <a:pt x="322680" y="444513"/>
                </a:lnTo>
                <a:lnTo>
                  <a:pt x="322853" y="443430"/>
                </a:lnTo>
                <a:lnTo>
                  <a:pt x="323027" y="442346"/>
                </a:lnTo>
                <a:lnTo>
                  <a:pt x="323199" y="441263"/>
                </a:lnTo>
                <a:lnTo>
                  <a:pt x="323372" y="440180"/>
                </a:lnTo>
                <a:lnTo>
                  <a:pt x="323544" y="439096"/>
                </a:lnTo>
                <a:lnTo>
                  <a:pt x="323718" y="438012"/>
                </a:lnTo>
                <a:lnTo>
                  <a:pt x="323890" y="436929"/>
                </a:lnTo>
                <a:lnTo>
                  <a:pt x="324063" y="435845"/>
                </a:lnTo>
                <a:lnTo>
                  <a:pt x="324236" y="434762"/>
                </a:lnTo>
                <a:lnTo>
                  <a:pt x="324409" y="433678"/>
                </a:lnTo>
                <a:lnTo>
                  <a:pt x="324582" y="432595"/>
                </a:lnTo>
                <a:lnTo>
                  <a:pt x="324754" y="431512"/>
                </a:lnTo>
                <a:lnTo>
                  <a:pt x="324928" y="430428"/>
                </a:lnTo>
                <a:lnTo>
                  <a:pt x="325100" y="429345"/>
                </a:lnTo>
                <a:lnTo>
                  <a:pt x="325273" y="428262"/>
                </a:lnTo>
                <a:lnTo>
                  <a:pt x="325446" y="427178"/>
                </a:lnTo>
                <a:lnTo>
                  <a:pt x="325619" y="426096"/>
                </a:lnTo>
                <a:lnTo>
                  <a:pt x="325792" y="425012"/>
                </a:lnTo>
                <a:lnTo>
                  <a:pt x="325964" y="423929"/>
                </a:lnTo>
                <a:lnTo>
                  <a:pt x="326137" y="422847"/>
                </a:lnTo>
                <a:lnTo>
                  <a:pt x="326310" y="421764"/>
                </a:lnTo>
                <a:lnTo>
                  <a:pt x="326483" y="420680"/>
                </a:lnTo>
                <a:lnTo>
                  <a:pt x="326655" y="419598"/>
                </a:lnTo>
                <a:lnTo>
                  <a:pt x="326829" y="418516"/>
                </a:lnTo>
                <a:lnTo>
                  <a:pt x="327001" y="417433"/>
                </a:lnTo>
                <a:lnTo>
                  <a:pt x="327174" y="416350"/>
                </a:lnTo>
                <a:lnTo>
                  <a:pt x="327347" y="415269"/>
                </a:lnTo>
                <a:lnTo>
                  <a:pt x="327520" y="414186"/>
                </a:lnTo>
                <a:lnTo>
                  <a:pt x="327693" y="413104"/>
                </a:lnTo>
                <a:lnTo>
                  <a:pt x="327865" y="412022"/>
                </a:lnTo>
                <a:lnTo>
                  <a:pt x="328038" y="410941"/>
                </a:lnTo>
                <a:lnTo>
                  <a:pt x="328211" y="409860"/>
                </a:lnTo>
                <a:lnTo>
                  <a:pt x="328384" y="408778"/>
                </a:lnTo>
                <a:lnTo>
                  <a:pt x="328557" y="407697"/>
                </a:lnTo>
                <a:lnTo>
                  <a:pt x="328730" y="406615"/>
                </a:lnTo>
                <a:lnTo>
                  <a:pt x="328903" y="405534"/>
                </a:lnTo>
                <a:lnTo>
                  <a:pt x="329075" y="404454"/>
                </a:lnTo>
                <a:lnTo>
                  <a:pt x="329248" y="403373"/>
                </a:lnTo>
                <a:lnTo>
                  <a:pt x="329421" y="402293"/>
                </a:lnTo>
                <a:lnTo>
                  <a:pt x="329594" y="401212"/>
                </a:lnTo>
                <a:lnTo>
                  <a:pt x="329767" y="400132"/>
                </a:lnTo>
                <a:lnTo>
                  <a:pt x="329939" y="399053"/>
                </a:lnTo>
                <a:lnTo>
                  <a:pt x="330113" y="397973"/>
                </a:lnTo>
                <a:lnTo>
                  <a:pt x="330285" y="396894"/>
                </a:lnTo>
                <a:lnTo>
                  <a:pt x="330458" y="395815"/>
                </a:lnTo>
                <a:lnTo>
                  <a:pt x="330631" y="394736"/>
                </a:lnTo>
                <a:lnTo>
                  <a:pt x="330804" y="393657"/>
                </a:lnTo>
                <a:lnTo>
                  <a:pt x="330976" y="392578"/>
                </a:lnTo>
                <a:lnTo>
                  <a:pt x="331149" y="391500"/>
                </a:lnTo>
                <a:lnTo>
                  <a:pt x="331322" y="390423"/>
                </a:lnTo>
                <a:lnTo>
                  <a:pt x="331495" y="389344"/>
                </a:lnTo>
                <a:lnTo>
                  <a:pt x="331668" y="388267"/>
                </a:lnTo>
                <a:lnTo>
                  <a:pt x="331840" y="387191"/>
                </a:lnTo>
                <a:lnTo>
                  <a:pt x="332014" y="386113"/>
                </a:lnTo>
                <a:lnTo>
                  <a:pt x="332186" y="385037"/>
                </a:lnTo>
                <a:lnTo>
                  <a:pt x="332359" y="383960"/>
                </a:lnTo>
                <a:lnTo>
                  <a:pt x="332532" y="382885"/>
                </a:lnTo>
                <a:lnTo>
                  <a:pt x="332705" y="381808"/>
                </a:lnTo>
                <a:lnTo>
                  <a:pt x="332878" y="380734"/>
                </a:lnTo>
                <a:lnTo>
                  <a:pt x="333050" y="379658"/>
                </a:lnTo>
                <a:lnTo>
                  <a:pt x="333224" y="378583"/>
                </a:lnTo>
                <a:lnTo>
                  <a:pt x="333396" y="377509"/>
                </a:lnTo>
                <a:lnTo>
                  <a:pt x="333569" y="376435"/>
                </a:lnTo>
                <a:lnTo>
                  <a:pt x="333741" y="375361"/>
                </a:lnTo>
                <a:lnTo>
                  <a:pt x="333915" y="374287"/>
                </a:lnTo>
                <a:lnTo>
                  <a:pt x="334088" y="373214"/>
                </a:lnTo>
                <a:lnTo>
                  <a:pt x="334260" y="372141"/>
                </a:lnTo>
                <a:lnTo>
                  <a:pt x="334434" y="371069"/>
                </a:lnTo>
                <a:lnTo>
                  <a:pt x="334606" y="369996"/>
                </a:lnTo>
                <a:lnTo>
                  <a:pt x="334779" y="368925"/>
                </a:lnTo>
                <a:lnTo>
                  <a:pt x="334951" y="367854"/>
                </a:lnTo>
                <a:lnTo>
                  <a:pt x="335125" y="366783"/>
                </a:lnTo>
                <a:lnTo>
                  <a:pt x="335297" y="365713"/>
                </a:lnTo>
                <a:lnTo>
                  <a:pt x="335470" y="364643"/>
                </a:lnTo>
                <a:lnTo>
                  <a:pt x="335643" y="363572"/>
                </a:lnTo>
                <a:lnTo>
                  <a:pt x="335816" y="362503"/>
                </a:lnTo>
                <a:lnTo>
                  <a:pt x="335989" y="361434"/>
                </a:lnTo>
                <a:lnTo>
                  <a:pt x="336161" y="360366"/>
                </a:lnTo>
                <a:lnTo>
                  <a:pt x="336335" y="359298"/>
                </a:lnTo>
                <a:lnTo>
                  <a:pt x="336507" y="358230"/>
                </a:lnTo>
                <a:lnTo>
                  <a:pt x="336680" y="357162"/>
                </a:lnTo>
                <a:lnTo>
                  <a:pt x="336853" y="356096"/>
                </a:lnTo>
                <a:lnTo>
                  <a:pt x="337026" y="355030"/>
                </a:lnTo>
                <a:lnTo>
                  <a:pt x="337199" y="353963"/>
                </a:lnTo>
                <a:lnTo>
                  <a:pt x="337371" y="352898"/>
                </a:lnTo>
                <a:lnTo>
                  <a:pt x="337544" y="351833"/>
                </a:lnTo>
                <a:lnTo>
                  <a:pt x="337717" y="350769"/>
                </a:lnTo>
                <a:lnTo>
                  <a:pt x="337890" y="349705"/>
                </a:lnTo>
                <a:lnTo>
                  <a:pt x="338062" y="348641"/>
                </a:lnTo>
                <a:lnTo>
                  <a:pt x="338236" y="347578"/>
                </a:lnTo>
                <a:lnTo>
                  <a:pt x="338409" y="346516"/>
                </a:lnTo>
                <a:lnTo>
                  <a:pt x="338581" y="345454"/>
                </a:lnTo>
                <a:lnTo>
                  <a:pt x="338754" y="344392"/>
                </a:lnTo>
                <a:lnTo>
                  <a:pt x="338927" y="343331"/>
                </a:lnTo>
                <a:lnTo>
                  <a:pt x="339100" y="342271"/>
                </a:lnTo>
                <a:lnTo>
                  <a:pt x="339272" y="341211"/>
                </a:lnTo>
                <a:lnTo>
                  <a:pt x="339445" y="340152"/>
                </a:lnTo>
                <a:lnTo>
                  <a:pt x="339618" y="339093"/>
                </a:lnTo>
                <a:lnTo>
                  <a:pt x="339791" y="338034"/>
                </a:lnTo>
                <a:lnTo>
                  <a:pt x="339964" y="336976"/>
                </a:lnTo>
                <a:lnTo>
                  <a:pt x="340137" y="335919"/>
                </a:lnTo>
                <a:lnTo>
                  <a:pt x="340310" y="334863"/>
                </a:lnTo>
                <a:lnTo>
                  <a:pt x="340482" y="333807"/>
                </a:lnTo>
                <a:lnTo>
                  <a:pt x="340655" y="332751"/>
                </a:lnTo>
                <a:lnTo>
                  <a:pt x="340828" y="331696"/>
                </a:lnTo>
                <a:lnTo>
                  <a:pt x="341001" y="330642"/>
                </a:lnTo>
                <a:lnTo>
                  <a:pt x="341174" y="329588"/>
                </a:lnTo>
                <a:lnTo>
                  <a:pt x="341346" y="328535"/>
                </a:lnTo>
                <a:lnTo>
                  <a:pt x="341520" y="327483"/>
                </a:lnTo>
                <a:lnTo>
                  <a:pt x="341692" y="326431"/>
                </a:lnTo>
                <a:lnTo>
                  <a:pt x="341865" y="325380"/>
                </a:lnTo>
                <a:lnTo>
                  <a:pt x="342038" y="324329"/>
                </a:lnTo>
                <a:lnTo>
                  <a:pt x="342211" y="323279"/>
                </a:lnTo>
                <a:lnTo>
                  <a:pt x="342383" y="322230"/>
                </a:lnTo>
                <a:lnTo>
                  <a:pt x="342556" y="321181"/>
                </a:lnTo>
                <a:lnTo>
                  <a:pt x="342730" y="320133"/>
                </a:lnTo>
                <a:lnTo>
                  <a:pt x="342902" y="319086"/>
                </a:lnTo>
                <a:lnTo>
                  <a:pt x="343075" y="318038"/>
                </a:lnTo>
                <a:lnTo>
                  <a:pt x="343247" y="316992"/>
                </a:lnTo>
                <a:lnTo>
                  <a:pt x="343421" y="315947"/>
                </a:lnTo>
                <a:lnTo>
                  <a:pt x="343593" y="314902"/>
                </a:lnTo>
                <a:lnTo>
                  <a:pt x="343766" y="313858"/>
                </a:lnTo>
                <a:lnTo>
                  <a:pt x="343939" y="312815"/>
                </a:lnTo>
                <a:lnTo>
                  <a:pt x="344112" y="311773"/>
                </a:lnTo>
                <a:lnTo>
                  <a:pt x="344285" y="310730"/>
                </a:lnTo>
                <a:lnTo>
                  <a:pt x="344457" y="309689"/>
                </a:lnTo>
                <a:lnTo>
                  <a:pt x="344631" y="308649"/>
                </a:lnTo>
                <a:lnTo>
                  <a:pt x="344803" y="307609"/>
                </a:lnTo>
                <a:lnTo>
                  <a:pt x="344976" y="306570"/>
                </a:lnTo>
                <a:lnTo>
                  <a:pt x="345148" y="305532"/>
                </a:lnTo>
                <a:lnTo>
                  <a:pt x="345322" y="304495"/>
                </a:lnTo>
                <a:lnTo>
                  <a:pt x="345495" y="303457"/>
                </a:lnTo>
                <a:lnTo>
                  <a:pt x="345667" y="302422"/>
                </a:lnTo>
                <a:lnTo>
                  <a:pt x="345841" y="301386"/>
                </a:lnTo>
                <a:lnTo>
                  <a:pt x="346013" y="300351"/>
                </a:lnTo>
                <a:lnTo>
                  <a:pt x="346186" y="299319"/>
                </a:lnTo>
                <a:lnTo>
                  <a:pt x="346358" y="298285"/>
                </a:lnTo>
                <a:lnTo>
                  <a:pt x="346532" y="297253"/>
                </a:lnTo>
                <a:lnTo>
                  <a:pt x="346704" y="296222"/>
                </a:lnTo>
                <a:lnTo>
                  <a:pt x="346877" y="295192"/>
                </a:lnTo>
                <a:lnTo>
                  <a:pt x="347050" y="294161"/>
                </a:lnTo>
                <a:lnTo>
                  <a:pt x="347223" y="293133"/>
                </a:lnTo>
                <a:lnTo>
                  <a:pt x="347396" y="292104"/>
                </a:lnTo>
                <a:lnTo>
                  <a:pt x="347568" y="291078"/>
                </a:lnTo>
                <a:lnTo>
                  <a:pt x="347742" y="290051"/>
                </a:lnTo>
                <a:lnTo>
                  <a:pt x="347914" y="289025"/>
                </a:lnTo>
                <a:lnTo>
                  <a:pt x="348087" y="288001"/>
                </a:lnTo>
                <a:lnTo>
                  <a:pt x="348260" y="286977"/>
                </a:lnTo>
                <a:lnTo>
                  <a:pt x="348433" y="285954"/>
                </a:lnTo>
                <a:lnTo>
                  <a:pt x="348606" y="284932"/>
                </a:lnTo>
                <a:lnTo>
                  <a:pt x="348778" y="283911"/>
                </a:lnTo>
                <a:lnTo>
                  <a:pt x="348951" y="282890"/>
                </a:lnTo>
                <a:lnTo>
                  <a:pt x="349124" y="281871"/>
                </a:lnTo>
                <a:lnTo>
                  <a:pt x="349297" y="280852"/>
                </a:lnTo>
                <a:lnTo>
                  <a:pt x="349469" y="279834"/>
                </a:lnTo>
                <a:lnTo>
                  <a:pt x="349643" y="278818"/>
                </a:lnTo>
                <a:lnTo>
                  <a:pt x="349816" y="277802"/>
                </a:lnTo>
                <a:lnTo>
                  <a:pt x="349988" y="276787"/>
                </a:lnTo>
                <a:lnTo>
                  <a:pt x="350161" y="275772"/>
                </a:lnTo>
                <a:lnTo>
                  <a:pt x="350334" y="274760"/>
                </a:lnTo>
                <a:lnTo>
                  <a:pt x="350507" y="273748"/>
                </a:lnTo>
                <a:lnTo>
                  <a:pt x="350679" y="272736"/>
                </a:lnTo>
                <a:lnTo>
                  <a:pt x="350852" y="271726"/>
                </a:lnTo>
                <a:lnTo>
                  <a:pt x="351025" y="270717"/>
                </a:lnTo>
                <a:lnTo>
                  <a:pt x="351198" y="269709"/>
                </a:lnTo>
                <a:lnTo>
                  <a:pt x="351371" y="268701"/>
                </a:lnTo>
                <a:lnTo>
                  <a:pt x="351544" y="267694"/>
                </a:lnTo>
                <a:lnTo>
                  <a:pt x="351717" y="266689"/>
                </a:lnTo>
                <a:lnTo>
                  <a:pt x="351889" y="265685"/>
                </a:lnTo>
                <a:lnTo>
                  <a:pt x="352062" y="264681"/>
                </a:lnTo>
                <a:lnTo>
                  <a:pt x="352235" y="263679"/>
                </a:lnTo>
                <a:lnTo>
                  <a:pt x="352408" y="262677"/>
                </a:lnTo>
                <a:lnTo>
                  <a:pt x="352581" y="261677"/>
                </a:lnTo>
                <a:lnTo>
                  <a:pt x="352753" y="260677"/>
                </a:lnTo>
                <a:lnTo>
                  <a:pt x="352927" y="259679"/>
                </a:lnTo>
                <a:lnTo>
                  <a:pt x="353099" y="258681"/>
                </a:lnTo>
                <a:lnTo>
                  <a:pt x="353272" y="257685"/>
                </a:lnTo>
                <a:lnTo>
                  <a:pt x="353445" y="256689"/>
                </a:lnTo>
                <a:lnTo>
                  <a:pt x="353618" y="255696"/>
                </a:lnTo>
                <a:lnTo>
                  <a:pt x="353790" y="254702"/>
                </a:lnTo>
                <a:lnTo>
                  <a:pt x="353963" y="253710"/>
                </a:lnTo>
                <a:lnTo>
                  <a:pt x="354137" y="252719"/>
                </a:lnTo>
                <a:lnTo>
                  <a:pt x="354309" y="251729"/>
                </a:lnTo>
                <a:lnTo>
                  <a:pt x="354482" y="250740"/>
                </a:lnTo>
                <a:lnTo>
                  <a:pt x="354654" y="249753"/>
                </a:lnTo>
                <a:lnTo>
                  <a:pt x="354828" y="248765"/>
                </a:lnTo>
                <a:lnTo>
                  <a:pt x="355000" y="247781"/>
                </a:lnTo>
                <a:lnTo>
                  <a:pt x="355173" y="246796"/>
                </a:lnTo>
                <a:lnTo>
                  <a:pt x="355346" y="245813"/>
                </a:lnTo>
                <a:lnTo>
                  <a:pt x="355519" y="244830"/>
                </a:lnTo>
                <a:lnTo>
                  <a:pt x="355692" y="243849"/>
                </a:lnTo>
                <a:lnTo>
                  <a:pt x="355864" y="242869"/>
                </a:lnTo>
                <a:lnTo>
                  <a:pt x="356038" y="241890"/>
                </a:lnTo>
                <a:lnTo>
                  <a:pt x="356210" y="240912"/>
                </a:lnTo>
                <a:lnTo>
                  <a:pt x="356383" y="239936"/>
                </a:lnTo>
                <a:lnTo>
                  <a:pt x="356556" y="238961"/>
                </a:lnTo>
                <a:lnTo>
                  <a:pt x="356729" y="237986"/>
                </a:lnTo>
                <a:lnTo>
                  <a:pt x="356902" y="237013"/>
                </a:lnTo>
                <a:lnTo>
                  <a:pt x="357074" y="236041"/>
                </a:lnTo>
                <a:lnTo>
                  <a:pt x="357248" y="235070"/>
                </a:lnTo>
                <a:lnTo>
                  <a:pt x="357420" y="234100"/>
                </a:lnTo>
                <a:lnTo>
                  <a:pt x="357593" y="233133"/>
                </a:lnTo>
                <a:lnTo>
                  <a:pt x="357765" y="232165"/>
                </a:lnTo>
                <a:lnTo>
                  <a:pt x="357939" y="231199"/>
                </a:lnTo>
                <a:lnTo>
                  <a:pt x="358111" y="230235"/>
                </a:lnTo>
                <a:lnTo>
                  <a:pt x="358284" y="229271"/>
                </a:lnTo>
                <a:lnTo>
                  <a:pt x="358457" y="228309"/>
                </a:lnTo>
                <a:lnTo>
                  <a:pt x="358630" y="227348"/>
                </a:lnTo>
                <a:lnTo>
                  <a:pt x="358803" y="226388"/>
                </a:lnTo>
                <a:lnTo>
                  <a:pt x="358975" y="225429"/>
                </a:lnTo>
                <a:lnTo>
                  <a:pt x="359149" y="224472"/>
                </a:lnTo>
                <a:lnTo>
                  <a:pt x="359321" y="223516"/>
                </a:lnTo>
                <a:lnTo>
                  <a:pt x="359494" y="222561"/>
                </a:lnTo>
                <a:lnTo>
                  <a:pt x="359667" y="221608"/>
                </a:lnTo>
                <a:lnTo>
                  <a:pt x="359840" y="220655"/>
                </a:lnTo>
                <a:lnTo>
                  <a:pt x="360013" y="219704"/>
                </a:lnTo>
                <a:lnTo>
                  <a:pt x="360185" y="218755"/>
                </a:lnTo>
                <a:lnTo>
                  <a:pt x="360358" y="217807"/>
                </a:lnTo>
                <a:lnTo>
                  <a:pt x="360531" y="216859"/>
                </a:lnTo>
                <a:lnTo>
                  <a:pt x="360704" y="215913"/>
                </a:lnTo>
                <a:lnTo>
                  <a:pt x="360877" y="214970"/>
                </a:lnTo>
                <a:lnTo>
                  <a:pt x="361050" y="214027"/>
                </a:lnTo>
                <a:lnTo>
                  <a:pt x="361223" y="213084"/>
                </a:lnTo>
                <a:lnTo>
                  <a:pt x="361395" y="212144"/>
                </a:lnTo>
                <a:lnTo>
                  <a:pt x="361568" y="211205"/>
                </a:lnTo>
                <a:lnTo>
                  <a:pt x="361741" y="210267"/>
                </a:lnTo>
                <a:lnTo>
                  <a:pt x="361914" y="209331"/>
                </a:lnTo>
                <a:lnTo>
                  <a:pt x="362086" y="208396"/>
                </a:lnTo>
                <a:lnTo>
                  <a:pt x="362259" y="207462"/>
                </a:lnTo>
                <a:lnTo>
                  <a:pt x="362432" y="206530"/>
                </a:lnTo>
                <a:lnTo>
                  <a:pt x="362605" y="205599"/>
                </a:lnTo>
                <a:lnTo>
                  <a:pt x="362778" y="204669"/>
                </a:lnTo>
                <a:lnTo>
                  <a:pt x="362951" y="203740"/>
                </a:lnTo>
                <a:lnTo>
                  <a:pt x="363124" y="202814"/>
                </a:lnTo>
                <a:lnTo>
                  <a:pt x="363296" y="201889"/>
                </a:lnTo>
                <a:lnTo>
                  <a:pt x="363469" y="200965"/>
                </a:lnTo>
                <a:lnTo>
                  <a:pt x="363642" y="200042"/>
                </a:lnTo>
                <a:lnTo>
                  <a:pt x="363815" y="199121"/>
                </a:lnTo>
                <a:lnTo>
                  <a:pt x="363988" y="198202"/>
                </a:lnTo>
                <a:lnTo>
                  <a:pt x="364160" y="197283"/>
                </a:lnTo>
                <a:lnTo>
                  <a:pt x="364334" y="196366"/>
                </a:lnTo>
                <a:lnTo>
                  <a:pt x="364506" y="195451"/>
                </a:lnTo>
                <a:lnTo>
                  <a:pt x="364679" y="194537"/>
                </a:lnTo>
                <a:lnTo>
                  <a:pt x="364852" y="193624"/>
                </a:lnTo>
                <a:lnTo>
                  <a:pt x="365025" y="192713"/>
                </a:lnTo>
                <a:lnTo>
                  <a:pt x="365198" y="191804"/>
                </a:lnTo>
                <a:lnTo>
                  <a:pt x="365370" y="190896"/>
                </a:lnTo>
                <a:lnTo>
                  <a:pt x="365544" y="189989"/>
                </a:lnTo>
                <a:lnTo>
                  <a:pt x="365716" y="189084"/>
                </a:lnTo>
                <a:lnTo>
                  <a:pt x="365889" y="188181"/>
                </a:lnTo>
                <a:lnTo>
                  <a:pt x="366061" y="187278"/>
                </a:lnTo>
                <a:lnTo>
                  <a:pt x="366235" y="186377"/>
                </a:lnTo>
                <a:lnTo>
                  <a:pt x="366407" y="185479"/>
                </a:lnTo>
                <a:lnTo>
                  <a:pt x="366580" y="184581"/>
                </a:lnTo>
                <a:lnTo>
                  <a:pt x="366753" y="183685"/>
                </a:lnTo>
                <a:lnTo>
                  <a:pt x="366926" y="182790"/>
                </a:lnTo>
                <a:lnTo>
                  <a:pt x="367099" y="181897"/>
                </a:lnTo>
                <a:lnTo>
                  <a:pt x="367271" y="181006"/>
                </a:lnTo>
                <a:lnTo>
                  <a:pt x="367445" y="180116"/>
                </a:lnTo>
                <a:lnTo>
                  <a:pt x="367617" y="179227"/>
                </a:lnTo>
                <a:lnTo>
                  <a:pt x="367790" y="178341"/>
                </a:lnTo>
                <a:lnTo>
                  <a:pt x="367963" y="177455"/>
                </a:lnTo>
                <a:lnTo>
                  <a:pt x="368136" y="176572"/>
                </a:lnTo>
                <a:lnTo>
                  <a:pt x="368309" y="175690"/>
                </a:lnTo>
                <a:lnTo>
                  <a:pt x="368481" y="174809"/>
                </a:lnTo>
                <a:lnTo>
                  <a:pt x="368655" y="173930"/>
                </a:lnTo>
                <a:lnTo>
                  <a:pt x="368827" y="173053"/>
                </a:lnTo>
                <a:lnTo>
                  <a:pt x="369000" y="172178"/>
                </a:lnTo>
                <a:lnTo>
                  <a:pt x="369172" y="171303"/>
                </a:lnTo>
                <a:lnTo>
                  <a:pt x="369346" y="170430"/>
                </a:lnTo>
                <a:lnTo>
                  <a:pt x="369519" y="169559"/>
                </a:lnTo>
                <a:lnTo>
                  <a:pt x="369691" y="168690"/>
                </a:lnTo>
                <a:lnTo>
                  <a:pt x="369864" y="167823"/>
                </a:lnTo>
                <a:lnTo>
                  <a:pt x="370037" y="166957"/>
                </a:lnTo>
                <a:lnTo>
                  <a:pt x="370210" y="166092"/>
                </a:lnTo>
                <a:lnTo>
                  <a:pt x="370382" y="165230"/>
                </a:lnTo>
                <a:lnTo>
                  <a:pt x="370556" y="164369"/>
                </a:lnTo>
                <a:lnTo>
                  <a:pt x="370728" y="163510"/>
                </a:lnTo>
                <a:lnTo>
                  <a:pt x="370901" y="162652"/>
                </a:lnTo>
                <a:lnTo>
                  <a:pt x="371074" y="161795"/>
                </a:lnTo>
                <a:lnTo>
                  <a:pt x="371247" y="160941"/>
                </a:lnTo>
                <a:lnTo>
                  <a:pt x="371420" y="160089"/>
                </a:lnTo>
                <a:lnTo>
                  <a:pt x="371592" y="159238"/>
                </a:lnTo>
                <a:lnTo>
                  <a:pt x="371765" y="158389"/>
                </a:lnTo>
                <a:lnTo>
                  <a:pt x="371938" y="157541"/>
                </a:lnTo>
                <a:lnTo>
                  <a:pt x="372111" y="156695"/>
                </a:lnTo>
                <a:lnTo>
                  <a:pt x="372284" y="155851"/>
                </a:lnTo>
                <a:lnTo>
                  <a:pt x="372457" y="155008"/>
                </a:lnTo>
                <a:lnTo>
                  <a:pt x="372630" y="154168"/>
                </a:lnTo>
                <a:lnTo>
                  <a:pt x="372802" y="153329"/>
                </a:lnTo>
                <a:lnTo>
                  <a:pt x="372975" y="152492"/>
                </a:lnTo>
                <a:lnTo>
                  <a:pt x="373148" y="151656"/>
                </a:lnTo>
                <a:lnTo>
                  <a:pt x="373321" y="150823"/>
                </a:lnTo>
                <a:lnTo>
                  <a:pt x="373493" y="149991"/>
                </a:lnTo>
                <a:lnTo>
                  <a:pt x="373666" y="149161"/>
                </a:lnTo>
                <a:lnTo>
                  <a:pt x="373840" y="148332"/>
                </a:lnTo>
                <a:lnTo>
                  <a:pt x="374012" y="147505"/>
                </a:lnTo>
                <a:lnTo>
                  <a:pt x="374185" y="146680"/>
                </a:lnTo>
                <a:lnTo>
                  <a:pt x="374358" y="145857"/>
                </a:lnTo>
                <a:lnTo>
                  <a:pt x="374531" y="145036"/>
                </a:lnTo>
                <a:lnTo>
                  <a:pt x="374703" y="144217"/>
                </a:lnTo>
                <a:lnTo>
                  <a:pt x="374876" y="143399"/>
                </a:lnTo>
                <a:lnTo>
                  <a:pt x="375049" y="142583"/>
                </a:lnTo>
                <a:lnTo>
                  <a:pt x="375222" y="141769"/>
                </a:lnTo>
                <a:lnTo>
                  <a:pt x="375395" y="140956"/>
                </a:lnTo>
                <a:lnTo>
                  <a:pt x="375567" y="140146"/>
                </a:lnTo>
                <a:lnTo>
                  <a:pt x="375741" y="139337"/>
                </a:lnTo>
                <a:lnTo>
                  <a:pt x="375913" y="138530"/>
                </a:lnTo>
                <a:lnTo>
                  <a:pt x="376086" y="137726"/>
                </a:lnTo>
                <a:lnTo>
                  <a:pt x="376259" y="136923"/>
                </a:lnTo>
                <a:lnTo>
                  <a:pt x="376432" y="136121"/>
                </a:lnTo>
                <a:lnTo>
                  <a:pt x="376605" y="135322"/>
                </a:lnTo>
                <a:lnTo>
                  <a:pt x="376777" y="134524"/>
                </a:lnTo>
                <a:lnTo>
                  <a:pt x="376951" y="133729"/>
                </a:lnTo>
                <a:lnTo>
                  <a:pt x="377123" y="132935"/>
                </a:lnTo>
                <a:lnTo>
                  <a:pt x="377296" y="132143"/>
                </a:lnTo>
                <a:lnTo>
                  <a:pt x="377468" y="131353"/>
                </a:lnTo>
                <a:lnTo>
                  <a:pt x="377642" y="130565"/>
                </a:lnTo>
                <a:lnTo>
                  <a:pt x="377814" y="129779"/>
                </a:lnTo>
                <a:lnTo>
                  <a:pt x="377987" y="128994"/>
                </a:lnTo>
                <a:lnTo>
                  <a:pt x="378161" y="128212"/>
                </a:lnTo>
                <a:lnTo>
                  <a:pt x="378333" y="127431"/>
                </a:lnTo>
                <a:lnTo>
                  <a:pt x="378506" y="126653"/>
                </a:lnTo>
                <a:lnTo>
                  <a:pt x="378678" y="125876"/>
                </a:lnTo>
                <a:lnTo>
                  <a:pt x="378852" y="125101"/>
                </a:lnTo>
                <a:lnTo>
                  <a:pt x="379024" y="124329"/>
                </a:lnTo>
                <a:lnTo>
                  <a:pt x="379197" y="123558"/>
                </a:lnTo>
                <a:lnTo>
                  <a:pt x="379370" y="122789"/>
                </a:lnTo>
                <a:lnTo>
                  <a:pt x="379543" y="122022"/>
                </a:lnTo>
                <a:lnTo>
                  <a:pt x="379716" y="121257"/>
                </a:lnTo>
                <a:lnTo>
                  <a:pt x="379888" y="120494"/>
                </a:lnTo>
                <a:lnTo>
                  <a:pt x="380062" y="119733"/>
                </a:lnTo>
                <a:lnTo>
                  <a:pt x="380234" y="118974"/>
                </a:lnTo>
                <a:lnTo>
                  <a:pt x="380407" y="118217"/>
                </a:lnTo>
                <a:lnTo>
                  <a:pt x="380579" y="117462"/>
                </a:lnTo>
                <a:lnTo>
                  <a:pt x="380753" y="116708"/>
                </a:lnTo>
                <a:lnTo>
                  <a:pt x="380926" y="115957"/>
                </a:lnTo>
                <a:lnTo>
                  <a:pt x="381098" y="115208"/>
                </a:lnTo>
                <a:lnTo>
                  <a:pt x="381271" y="114461"/>
                </a:lnTo>
                <a:lnTo>
                  <a:pt x="381444" y="113716"/>
                </a:lnTo>
                <a:lnTo>
                  <a:pt x="381617" y="112973"/>
                </a:lnTo>
                <a:lnTo>
                  <a:pt x="381789" y="112232"/>
                </a:lnTo>
                <a:lnTo>
                  <a:pt x="381963" y="111493"/>
                </a:lnTo>
                <a:lnTo>
                  <a:pt x="382135" y="110756"/>
                </a:lnTo>
                <a:lnTo>
                  <a:pt x="382308" y="110021"/>
                </a:lnTo>
                <a:lnTo>
                  <a:pt x="382481" y="109288"/>
                </a:lnTo>
                <a:lnTo>
                  <a:pt x="382654" y="108557"/>
                </a:lnTo>
                <a:lnTo>
                  <a:pt x="382827" y="107829"/>
                </a:lnTo>
                <a:lnTo>
                  <a:pt x="382999" y="107102"/>
                </a:lnTo>
                <a:lnTo>
                  <a:pt x="383172" y="106377"/>
                </a:lnTo>
                <a:lnTo>
                  <a:pt x="383345" y="105654"/>
                </a:lnTo>
                <a:lnTo>
                  <a:pt x="383518" y="104934"/>
                </a:lnTo>
                <a:lnTo>
                  <a:pt x="383691" y="104215"/>
                </a:lnTo>
                <a:lnTo>
                  <a:pt x="383864" y="103499"/>
                </a:lnTo>
                <a:lnTo>
                  <a:pt x="384037" y="102784"/>
                </a:lnTo>
                <a:lnTo>
                  <a:pt x="384209" y="102073"/>
                </a:lnTo>
                <a:lnTo>
                  <a:pt x="384382" y="101362"/>
                </a:lnTo>
                <a:lnTo>
                  <a:pt x="384555" y="100655"/>
                </a:lnTo>
                <a:lnTo>
                  <a:pt x="384728" y="99948"/>
                </a:lnTo>
                <a:lnTo>
                  <a:pt x="384900" y="99245"/>
                </a:lnTo>
                <a:lnTo>
                  <a:pt x="385073" y="98543"/>
                </a:lnTo>
                <a:lnTo>
                  <a:pt x="385247" y="97843"/>
                </a:lnTo>
                <a:lnTo>
                  <a:pt x="385419" y="97146"/>
                </a:lnTo>
                <a:lnTo>
                  <a:pt x="385592" y="96451"/>
                </a:lnTo>
                <a:lnTo>
                  <a:pt x="385765" y="95758"/>
                </a:lnTo>
                <a:lnTo>
                  <a:pt x="385938" y="95067"/>
                </a:lnTo>
                <a:lnTo>
                  <a:pt x="386110" y="94378"/>
                </a:lnTo>
                <a:lnTo>
                  <a:pt x="386283" y="93691"/>
                </a:lnTo>
                <a:lnTo>
                  <a:pt x="386456" y="93006"/>
                </a:lnTo>
                <a:lnTo>
                  <a:pt x="386629" y="92324"/>
                </a:lnTo>
                <a:lnTo>
                  <a:pt x="386802" y="91644"/>
                </a:lnTo>
                <a:lnTo>
                  <a:pt x="386974" y="90966"/>
                </a:lnTo>
                <a:lnTo>
                  <a:pt x="387148" y="90290"/>
                </a:lnTo>
                <a:lnTo>
                  <a:pt x="387320" y="89617"/>
                </a:lnTo>
                <a:lnTo>
                  <a:pt x="387493" y="88945"/>
                </a:lnTo>
                <a:lnTo>
                  <a:pt x="387666" y="88276"/>
                </a:lnTo>
                <a:lnTo>
                  <a:pt x="387839" y="87609"/>
                </a:lnTo>
                <a:lnTo>
                  <a:pt x="388012" y="86944"/>
                </a:lnTo>
                <a:lnTo>
                  <a:pt x="388184" y="86282"/>
                </a:lnTo>
                <a:lnTo>
                  <a:pt x="388358" y="85621"/>
                </a:lnTo>
                <a:lnTo>
                  <a:pt x="388530" y="84963"/>
                </a:lnTo>
                <a:lnTo>
                  <a:pt x="388703" y="84307"/>
                </a:lnTo>
                <a:lnTo>
                  <a:pt x="388875" y="83654"/>
                </a:lnTo>
                <a:lnTo>
                  <a:pt x="389049" y="83002"/>
                </a:lnTo>
                <a:lnTo>
                  <a:pt x="389221" y="82353"/>
                </a:lnTo>
                <a:lnTo>
                  <a:pt x="389394" y="81706"/>
                </a:lnTo>
                <a:lnTo>
                  <a:pt x="389568" y="81061"/>
                </a:lnTo>
                <a:lnTo>
                  <a:pt x="389740" y="80419"/>
                </a:lnTo>
                <a:lnTo>
                  <a:pt x="389913" y="79778"/>
                </a:lnTo>
                <a:lnTo>
                  <a:pt x="390085" y="79140"/>
                </a:lnTo>
                <a:lnTo>
                  <a:pt x="390259" y="78504"/>
                </a:lnTo>
                <a:lnTo>
                  <a:pt x="390431" y="77871"/>
                </a:lnTo>
                <a:lnTo>
                  <a:pt x="390604" y="77240"/>
                </a:lnTo>
                <a:lnTo>
                  <a:pt x="390777" y="76611"/>
                </a:lnTo>
                <a:lnTo>
                  <a:pt x="390950" y="75985"/>
                </a:lnTo>
                <a:lnTo>
                  <a:pt x="391123" y="75360"/>
                </a:lnTo>
                <a:lnTo>
                  <a:pt x="391295" y="74738"/>
                </a:lnTo>
                <a:lnTo>
                  <a:pt x="391469" y="74118"/>
                </a:lnTo>
                <a:lnTo>
                  <a:pt x="391641" y="73501"/>
                </a:lnTo>
                <a:lnTo>
                  <a:pt x="391814" y="72886"/>
                </a:lnTo>
                <a:lnTo>
                  <a:pt x="391987" y="72273"/>
                </a:lnTo>
                <a:lnTo>
                  <a:pt x="392160" y="71663"/>
                </a:lnTo>
                <a:lnTo>
                  <a:pt x="392333" y="71054"/>
                </a:lnTo>
                <a:lnTo>
                  <a:pt x="392505" y="70449"/>
                </a:lnTo>
                <a:lnTo>
                  <a:pt x="392678" y="69845"/>
                </a:lnTo>
                <a:lnTo>
                  <a:pt x="392851" y="69244"/>
                </a:lnTo>
                <a:lnTo>
                  <a:pt x="393024" y="68645"/>
                </a:lnTo>
                <a:lnTo>
                  <a:pt x="393196" y="68049"/>
                </a:lnTo>
                <a:lnTo>
                  <a:pt x="393370" y="67455"/>
                </a:lnTo>
                <a:lnTo>
                  <a:pt x="393543" y="66863"/>
                </a:lnTo>
                <a:lnTo>
                  <a:pt x="393715" y="66273"/>
                </a:lnTo>
                <a:lnTo>
                  <a:pt x="393888" y="65686"/>
                </a:lnTo>
                <a:lnTo>
                  <a:pt x="394061" y="65102"/>
                </a:lnTo>
                <a:lnTo>
                  <a:pt x="394234" y="64520"/>
                </a:lnTo>
                <a:lnTo>
                  <a:pt x="394406" y="63940"/>
                </a:lnTo>
                <a:lnTo>
                  <a:pt x="394579" y="63362"/>
                </a:lnTo>
                <a:lnTo>
                  <a:pt x="394752" y="62787"/>
                </a:lnTo>
                <a:lnTo>
                  <a:pt x="394925" y="62214"/>
                </a:lnTo>
                <a:lnTo>
                  <a:pt x="395098" y="61644"/>
                </a:lnTo>
                <a:lnTo>
                  <a:pt x="395271" y="61076"/>
                </a:lnTo>
                <a:lnTo>
                  <a:pt x="395444" y="60510"/>
                </a:lnTo>
                <a:lnTo>
                  <a:pt x="395616" y="59947"/>
                </a:lnTo>
                <a:lnTo>
                  <a:pt x="395789" y="59387"/>
                </a:lnTo>
                <a:lnTo>
                  <a:pt x="395962" y="58828"/>
                </a:lnTo>
                <a:lnTo>
                  <a:pt x="396135" y="58272"/>
                </a:lnTo>
                <a:lnTo>
                  <a:pt x="396308" y="57719"/>
                </a:lnTo>
                <a:lnTo>
                  <a:pt x="396480" y="57167"/>
                </a:lnTo>
                <a:lnTo>
                  <a:pt x="396654" y="56619"/>
                </a:lnTo>
                <a:lnTo>
                  <a:pt x="396826" y="56073"/>
                </a:lnTo>
                <a:lnTo>
                  <a:pt x="396999" y="55528"/>
                </a:lnTo>
                <a:lnTo>
                  <a:pt x="397172" y="54987"/>
                </a:lnTo>
                <a:lnTo>
                  <a:pt x="397345" y="54448"/>
                </a:lnTo>
                <a:lnTo>
                  <a:pt x="397517" y="53912"/>
                </a:lnTo>
                <a:lnTo>
                  <a:pt x="397690" y="53378"/>
                </a:lnTo>
                <a:lnTo>
                  <a:pt x="397864" y="52846"/>
                </a:lnTo>
                <a:lnTo>
                  <a:pt x="398036" y="52318"/>
                </a:lnTo>
                <a:lnTo>
                  <a:pt x="398209" y="51791"/>
                </a:lnTo>
                <a:lnTo>
                  <a:pt x="398381" y="51267"/>
                </a:lnTo>
                <a:lnTo>
                  <a:pt x="398555" y="50745"/>
                </a:lnTo>
                <a:lnTo>
                  <a:pt x="398727" y="50226"/>
                </a:lnTo>
                <a:lnTo>
                  <a:pt x="398900" y="49709"/>
                </a:lnTo>
                <a:lnTo>
                  <a:pt x="399073" y="49195"/>
                </a:lnTo>
                <a:lnTo>
                  <a:pt x="399246" y="48683"/>
                </a:lnTo>
                <a:lnTo>
                  <a:pt x="399419" y="48174"/>
                </a:lnTo>
                <a:lnTo>
                  <a:pt x="399591" y="47666"/>
                </a:lnTo>
                <a:lnTo>
                  <a:pt x="399765" y="47163"/>
                </a:lnTo>
                <a:lnTo>
                  <a:pt x="399937" y="46661"/>
                </a:lnTo>
                <a:lnTo>
                  <a:pt x="400110" y="46162"/>
                </a:lnTo>
                <a:lnTo>
                  <a:pt x="400282" y="45665"/>
                </a:lnTo>
                <a:lnTo>
                  <a:pt x="400456" y="45171"/>
                </a:lnTo>
                <a:lnTo>
                  <a:pt x="400629" y="44679"/>
                </a:lnTo>
                <a:lnTo>
                  <a:pt x="400801" y="44190"/>
                </a:lnTo>
                <a:lnTo>
                  <a:pt x="400975" y="43703"/>
                </a:lnTo>
                <a:lnTo>
                  <a:pt x="401147" y="43219"/>
                </a:lnTo>
                <a:lnTo>
                  <a:pt x="401320" y="42738"/>
                </a:lnTo>
                <a:lnTo>
                  <a:pt x="401492" y="42258"/>
                </a:lnTo>
                <a:lnTo>
                  <a:pt x="401666" y="41782"/>
                </a:lnTo>
                <a:lnTo>
                  <a:pt x="401838" y="41308"/>
                </a:lnTo>
                <a:lnTo>
                  <a:pt x="402011" y="40837"/>
                </a:lnTo>
                <a:lnTo>
                  <a:pt x="402184" y="40368"/>
                </a:lnTo>
                <a:lnTo>
                  <a:pt x="402357" y="39902"/>
                </a:lnTo>
                <a:lnTo>
                  <a:pt x="402530" y="39437"/>
                </a:lnTo>
                <a:lnTo>
                  <a:pt x="402702" y="38976"/>
                </a:lnTo>
                <a:lnTo>
                  <a:pt x="402876" y="38518"/>
                </a:lnTo>
                <a:lnTo>
                  <a:pt x="403048" y="38062"/>
                </a:lnTo>
                <a:lnTo>
                  <a:pt x="403221" y="37608"/>
                </a:lnTo>
                <a:lnTo>
                  <a:pt x="403394" y="37157"/>
                </a:lnTo>
                <a:lnTo>
                  <a:pt x="403567" y="36709"/>
                </a:lnTo>
                <a:lnTo>
                  <a:pt x="403740" y="36263"/>
                </a:lnTo>
                <a:lnTo>
                  <a:pt x="403912" y="35820"/>
                </a:lnTo>
                <a:lnTo>
                  <a:pt x="404085" y="35380"/>
                </a:lnTo>
                <a:lnTo>
                  <a:pt x="404258" y="34942"/>
                </a:lnTo>
                <a:lnTo>
                  <a:pt x="404431" y="34506"/>
                </a:lnTo>
                <a:lnTo>
                  <a:pt x="404603" y="34074"/>
                </a:lnTo>
                <a:lnTo>
                  <a:pt x="404777" y="33643"/>
                </a:lnTo>
                <a:lnTo>
                  <a:pt x="404950" y="33216"/>
                </a:lnTo>
                <a:lnTo>
                  <a:pt x="405122" y="32791"/>
                </a:lnTo>
                <a:lnTo>
                  <a:pt x="405295" y="32368"/>
                </a:lnTo>
                <a:lnTo>
                  <a:pt x="405468" y="31949"/>
                </a:lnTo>
                <a:lnTo>
                  <a:pt x="405641" y="31532"/>
                </a:lnTo>
                <a:lnTo>
                  <a:pt x="405813" y="31117"/>
                </a:lnTo>
                <a:lnTo>
                  <a:pt x="405986" y="30705"/>
                </a:lnTo>
                <a:lnTo>
                  <a:pt x="406159" y="30296"/>
                </a:lnTo>
                <a:lnTo>
                  <a:pt x="406332" y="29890"/>
                </a:lnTo>
                <a:lnTo>
                  <a:pt x="406505" y="29486"/>
                </a:lnTo>
                <a:lnTo>
                  <a:pt x="406678" y="29084"/>
                </a:lnTo>
                <a:lnTo>
                  <a:pt x="406851" y="28685"/>
                </a:lnTo>
                <a:lnTo>
                  <a:pt x="407023" y="28289"/>
                </a:lnTo>
                <a:lnTo>
                  <a:pt x="407196" y="27896"/>
                </a:lnTo>
                <a:lnTo>
                  <a:pt x="407369" y="27505"/>
                </a:lnTo>
                <a:lnTo>
                  <a:pt x="407542" y="27117"/>
                </a:lnTo>
                <a:lnTo>
                  <a:pt x="407715" y="26731"/>
                </a:lnTo>
                <a:lnTo>
                  <a:pt x="407887" y="26349"/>
                </a:lnTo>
                <a:lnTo>
                  <a:pt x="408061" y="25969"/>
                </a:lnTo>
                <a:lnTo>
                  <a:pt x="408233" y="25591"/>
                </a:lnTo>
                <a:lnTo>
                  <a:pt x="408406" y="25216"/>
                </a:lnTo>
                <a:lnTo>
                  <a:pt x="408579" y="24844"/>
                </a:lnTo>
                <a:lnTo>
                  <a:pt x="408752" y="24475"/>
                </a:lnTo>
                <a:lnTo>
                  <a:pt x="408924" y="24108"/>
                </a:lnTo>
                <a:lnTo>
                  <a:pt x="409097" y="23744"/>
                </a:lnTo>
                <a:lnTo>
                  <a:pt x="409271" y="23383"/>
                </a:lnTo>
                <a:lnTo>
                  <a:pt x="409443" y="23023"/>
                </a:lnTo>
                <a:lnTo>
                  <a:pt x="409616" y="22667"/>
                </a:lnTo>
                <a:lnTo>
                  <a:pt x="409788" y="22314"/>
                </a:lnTo>
                <a:lnTo>
                  <a:pt x="409962" y="21964"/>
                </a:lnTo>
                <a:lnTo>
                  <a:pt x="410134" y="21616"/>
                </a:lnTo>
                <a:lnTo>
                  <a:pt x="410307" y="21271"/>
                </a:lnTo>
                <a:lnTo>
                  <a:pt x="410480" y="20928"/>
                </a:lnTo>
                <a:lnTo>
                  <a:pt x="410653" y="20587"/>
                </a:lnTo>
                <a:lnTo>
                  <a:pt x="410826" y="20250"/>
                </a:lnTo>
                <a:lnTo>
                  <a:pt x="410998" y="19917"/>
                </a:lnTo>
                <a:lnTo>
                  <a:pt x="411172" y="19585"/>
                </a:lnTo>
                <a:lnTo>
                  <a:pt x="411344" y="19256"/>
                </a:lnTo>
                <a:lnTo>
                  <a:pt x="411517" y="18929"/>
                </a:lnTo>
                <a:lnTo>
                  <a:pt x="411689" y="18605"/>
                </a:lnTo>
                <a:lnTo>
                  <a:pt x="411863" y="18284"/>
                </a:lnTo>
                <a:lnTo>
                  <a:pt x="412036" y="17967"/>
                </a:lnTo>
                <a:lnTo>
                  <a:pt x="412208" y="17651"/>
                </a:lnTo>
                <a:lnTo>
                  <a:pt x="412382" y="17338"/>
                </a:lnTo>
                <a:lnTo>
                  <a:pt x="412554" y="17028"/>
                </a:lnTo>
                <a:lnTo>
                  <a:pt x="412727" y="16721"/>
                </a:lnTo>
                <a:lnTo>
                  <a:pt x="412899" y="16417"/>
                </a:lnTo>
                <a:lnTo>
                  <a:pt x="413073" y="16114"/>
                </a:lnTo>
                <a:lnTo>
                  <a:pt x="413245" y="15815"/>
                </a:lnTo>
                <a:lnTo>
                  <a:pt x="413418" y="15519"/>
                </a:lnTo>
                <a:lnTo>
                  <a:pt x="413591" y="15226"/>
                </a:lnTo>
                <a:lnTo>
                  <a:pt x="413764" y="14935"/>
                </a:lnTo>
                <a:lnTo>
                  <a:pt x="413937" y="14646"/>
                </a:lnTo>
                <a:lnTo>
                  <a:pt x="414109" y="14362"/>
                </a:lnTo>
                <a:lnTo>
                  <a:pt x="414283" y="14079"/>
                </a:lnTo>
                <a:lnTo>
                  <a:pt x="414455" y="13799"/>
                </a:lnTo>
                <a:lnTo>
                  <a:pt x="414628" y="13522"/>
                </a:lnTo>
                <a:lnTo>
                  <a:pt x="414801" y="13248"/>
                </a:lnTo>
                <a:lnTo>
                  <a:pt x="414974" y="12976"/>
                </a:lnTo>
                <a:lnTo>
                  <a:pt x="415147" y="12707"/>
                </a:lnTo>
                <a:lnTo>
                  <a:pt x="415319" y="12441"/>
                </a:lnTo>
                <a:lnTo>
                  <a:pt x="415492" y="12178"/>
                </a:lnTo>
                <a:lnTo>
                  <a:pt x="415665" y="11918"/>
                </a:lnTo>
                <a:lnTo>
                  <a:pt x="415838" y="11660"/>
                </a:lnTo>
                <a:lnTo>
                  <a:pt x="416010" y="11405"/>
                </a:lnTo>
                <a:lnTo>
                  <a:pt x="416184" y="11153"/>
                </a:lnTo>
                <a:lnTo>
                  <a:pt x="416357" y="10903"/>
                </a:lnTo>
                <a:lnTo>
                  <a:pt x="416529" y="10657"/>
                </a:lnTo>
                <a:lnTo>
                  <a:pt x="416702" y="10413"/>
                </a:lnTo>
                <a:lnTo>
                  <a:pt x="416875" y="10172"/>
                </a:lnTo>
                <a:lnTo>
                  <a:pt x="417048" y="9934"/>
                </a:lnTo>
                <a:lnTo>
                  <a:pt x="417220" y="9698"/>
                </a:lnTo>
                <a:lnTo>
                  <a:pt x="417393" y="9465"/>
                </a:lnTo>
                <a:lnTo>
                  <a:pt x="417566" y="9236"/>
                </a:lnTo>
                <a:lnTo>
                  <a:pt x="417739" y="9008"/>
                </a:lnTo>
                <a:lnTo>
                  <a:pt x="417912" y="8784"/>
                </a:lnTo>
                <a:lnTo>
                  <a:pt x="418085" y="8563"/>
                </a:lnTo>
                <a:lnTo>
                  <a:pt x="418258" y="8344"/>
                </a:lnTo>
                <a:lnTo>
                  <a:pt x="418430" y="8128"/>
                </a:lnTo>
                <a:lnTo>
                  <a:pt x="418603" y="7915"/>
                </a:lnTo>
                <a:lnTo>
                  <a:pt x="418776" y="7705"/>
                </a:lnTo>
                <a:lnTo>
                  <a:pt x="418949" y="7497"/>
                </a:lnTo>
                <a:lnTo>
                  <a:pt x="419122" y="7292"/>
                </a:lnTo>
                <a:lnTo>
                  <a:pt x="419294" y="7090"/>
                </a:lnTo>
                <a:lnTo>
                  <a:pt x="419468" y="6891"/>
                </a:lnTo>
                <a:lnTo>
                  <a:pt x="419640" y="6695"/>
                </a:lnTo>
                <a:lnTo>
                  <a:pt x="419813" y="6501"/>
                </a:lnTo>
                <a:lnTo>
                  <a:pt x="419986" y="6311"/>
                </a:lnTo>
                <a:lnTo>
                  <a:pt x="420159" y="6123"/>
                </a:lnTo>
                <a:lnTo>
                  <a:pt x="420332" y="5938"/>
                </a:lnTo>
                <a:lnTo>
                  <a:pt x="420504" y="5756"/>
                </a:lnTo>
                <a:lnTo>
                  <a:pt x="420678" y="5576"/>
                </a:lnTo>
                <a:lnTo>
                  <a:pt x="420850" y="5400"/>
                </a:lnTo>
                <a:lnTo>
                  <a:pt x="421023" y="5226"/>
                </a:lnTo>
                <a:lnTo>
                  <a:pt x="421195" y="5055"/>
                </a:lnTo>
                <a:lnTo>
                  <a:pt x="421369" y="4887"/>
                </a:lnTo>
                <a:lnTo>
                  <a:pt x="421541" y="4722"/>
                </a:lnTo>
                <a:lnTo>
                  <a:pt x="421714" y="4559"/>
                </a:lnTo>
                <a:lnTo>
                  <a:pt x="421887" y="4399"/>
                </a:lnTo>
                <a:lnTo>
                  <a:pt x="422060" y="4243"/>
                </a:lnTo>
                <a:lnTo>
                  <a:pt x="422233" y="4089"/>
                </a:lnTo>
                <a:lnTo>
                  <a:pt x="422405" y="3937"/>
                </a:lnTo>
                <a:lnTo>
                  <a:pt x="422579" y="3789"/>
                </a:lnTo>
                <a:lnTo>
                  <a:pt x="422751" y="3644"/>
                </a:lnTo>
                <a:lnTo>
                  <a:pt x="422924" y="3501"/>
                </a:lnTo>
                <a:lnTo>
                  <a:pt x="423097" y="3361"/>
                </a:lnTo>
                <a:lnTo>
                  <a:pt x="423270" y="3224"/>
                </a:lnTo>
                <a:lnTo>
                  <a:pt x="423443" y="3090"/>
                </a:lnTo>
                <a:lnTo>
                  <a:pt x="423615" y="2959"/>
                </a:lnTo>
                <a:lnTo>
                  <a:pt x="423789" y="2830"/>
                </a:lnTo>
                <a:lnTo>
                  <a:pt x="423961" y="2705"/>
                </a:lnTo>
                <a:lnTo>
                  <a:pt x="424134" y="2582"/>
                </a:lnTo>
                <a:lnTo>
                  <a:pt x="424306" y="2462"/>
                </a:lnTo>
                <a:lnTo>
                  <a:pt x="424480" y="2345"/>
                </a:lnTo>
                <a:lnTo>
                  <a:pt x="424653" y="2231"/>
                </a:lnTo>
                <a:lnTo>
                  <a:pt x="424825" y="2119"/>
                </a:lnTo>
                <a:lnTo>
                  <a:pt x="424998" y="2011"/>
                </a:lnTo>
                <a:lnTo>
                  <a:pt x="425171" y="1905"/>
                </a:lnTo>
                <a:lnTo>
                  <a:pt x="425344" y="1802"/>
                </a:lnTo>
                <a:lnTo>
                  <a:pt x="425516" y="1702"/>
                </a:lnTo>
                <a:lnTo>
                  <a:pt x="425690" y="1605"/>
                </a:lnTo>
                <a:lnTo>
                  <a:pt x="425862" y="1510"/>
                </a:lnTo>
                <a:lnTo>
                  <a:pt x="426035" y="1419"/>
                </a:lnTo>
                <a:lnTo>
                  <a:pt x="426208" y="1330"/>
                </a:lnTo>
                <a:lnTo>
                  <a:pt x="426381" y="1245"/>
                </a:lnTo>
                <a:lnTo>
                  <a:pt x="426554" y="1162"/>
                </a:lnTo>
                <a:lnTo>
                  <a:pt x="426726" y="1082"/>
                </a:lnTo>
                <a:lnTo>
                  <a:pt x="426899" y="1004"/>
                </a:lnTo>
                <a:lnTo>
                  <a:pt x="427072" y="930"/>
                </a:lnTo>
                <a:lnTo>
                  <a:pt x="427245" y="858"/>
                </a:lnTo>
                <a:lnTo>
                  <a:pt x="427418" y="790"/>
                </a:lnTo>
                <a:lnTo>
                  <a:pt x="427591" y="724"/>
                </a:lnTo>
                <a:lnTo>
                  <a:pt x="427764" y="661"/>
                </a:lnTo>
                <a:lnTo>
                  <a:pt x="427936" y="601"/>
                </a:lnTo>
                <a:lnTo>
                  <a:pt x="428109" y="544"/>
                </a:lnTo>
                <a:lnTo>
                  <a:pt x="428282" y="489"/>
                </a:lnTo>
                <a:lnTo>
                  <a:pt x="428455" y="438"/>
                </a:lnTo>
                <a:lnTo>
                  <a:pt x="428627" y="389"/>
                </a:lnTo>
                <a:lnTo>
                  <a:pt x="428800" y="343"/>
                </a:lnTo>
                <a:lnTo>
                  <a:pt x="428974" y="301"/>
                </a:lnTo>
                <a:lnTo>
                  <a:pt x="429146" y="260"/>
                </a:lnTo>
                <a:lnTo>
                  <a:pt x="429319" y="223"/>
                </a:lnTo>
                <a:lnTo>
                  <a:pt x="429492" y="189"/>
                </a:lnTo>
                <a:lnTo>
                  <a:pt x="429665" y="157"/>
                </a:lnTo>
                <a:lnTo>
                  <a:pt x="429837" y="129"/>
                </a:lnTo>
                <a:lnTo>
                  <a:pt x="430010" y="103"/>
                </a:lnTo>
                <a:lnTo>
                  <a:pt x="430183" y="80"/>
                </a:lnTo>
                <a:lnTo>
                  <a:pt x="430356" y="60"/>
                </a:lnTo>
                <a:lnTo>
                  <a:pt x="430529" y="43"/>
                </a:lnTo>
                <a:lnTo>
                  <a:pt x="430701" y="29"/>
                </a:lnTo>
                <a:lnTo>
                  <a:pt x="430875" y="17"/>
                </a:lnTo>
                <a:lnTo>
                  <a:pt x="431047" y="9"/>
                </a:lnTo>
                <a:lnTo>
                  <a:pt x="431220" y="3"/>
                </a:lnTo>
                <a:lnTo>
                  <a:pt x="431393" y="0"/>
                </a:lnTo>
                <a:lnTo>
                  <a:pt x="431566" y="0"/>
                </a:lnTo>
                <a:lnTo>
                  <a:pt x="431739" y="3"/>
                </a:lnTo>
                <a:lnTo>
                  <a:pt x="431911" y="9"/>
                </a:lnTo>
                <a:lnTo>
                  <a:pt x="432085" y="17"/>
                </a:lnTo>
                <a:lnTo>
                  <a:pt x="432257" y="29"/>
                </a:lnTo>
                <a:lnTo>
                  <a:pt x="432430" y="43"/>
                </a:lnTo>
                <a:lnTo>
                  <a:pt x="432602" y="60"/>
                </a:lnTo>
                <a:lnTo>
                  <a:pt x="432776" y="80"/>
                </a:lnTo>
                <a:lnTo>
                  <a:pt x="432948" y="103"/>
                </a:lnTo>
                <a:lnTo>
                  <a:pt x="433121" y="129"/>
                </a:lnTo>
                <a:lnTo>
                  <a:pt x="433295" y="157"/>
                </a:lnTo>
                <a:lnTo>
                  <a:pt x="433467" y="189"/>
                </a:lnTo>
                <a:lnTo>
                  <a:pt x="433640" y="223"/>
                </a:lnTo>
                <a:lnTo>
                  <a:pt x="433812" y="260"/>
                </a:lnTo>
                <a:lnTo>
                  <a:pt x="433986" y="300"/>
                </a:lnTo>
                <a:lnTo>
                  <a:pt x="434158" y="343"/>
                </a:lnTo>
                <a:lnTo>
                  <a:pt x="434331" y="389"/>
                </a:lnTo>
                <a:lnTo>
                  <a:pt x="434504" y="438"/>
                </a:lnTo>
                <a:lnTo>
                  <a:pt x="434677" y="489"/>
                </a:lnTo>
                <a:lnTo>
                  <a:pt x="434850" y="544"/>
                </a:lnTo>
                <a:lnTo>
                  <a:pt x="435022" y="601"/>
                </a:lnTo>
                <a:lnTo>
                  <a:pt x="435196" y="661"/>
                </a:lnTo>
                <a:lnTo>
                  <a:pt x="435368" y="724"/>
                </a:lnTo>
                <a:lnTo>
                  <a:pt x="435541" y="790"/>
                </a:lnTo>
                <a:lnTo>
                  <a:pt x="435713" y="858"/>
                </a:lnTo>
                <a:lnTo>
                  <a:pt x="435887" y="930"/>
                </a:lnTo>
                <a:lnTo>
                  <a:pt x="436060" y="1004"/>
                </a:lnTo>
                <a:lnTo>
                  <a:pt x="436232" y="1081"/>
                </a:lnTo>
                <a:lnTo>
                  <a:pt x="436405" y="1161"/>
                </a:lnTo>
                <a:lnTo>
                  <a:pt x="436578" y="1244"/>
                </a:lnTo>
                <a:lnTo>
                  <a:pt x="436751" y="1330"/>
                </a:lnTo>
                <a:lnTo>
                  <a:pt x="436923" y="1419"/>
                </a:lnTo>
                <a:lnTo>
                  <a:pt x="437097" y="1510"/>
                </a:lnTo>
                <a:lnTo>
                  <a:pt x="437269" y="1604"/>
                </a:lnTo>
                <a:lnTo>
                  <a:pt x="437442" y="1701"/>
                </a:lnTo>
                <a:lnTo>
                  <a:pt x="437615" y="1802"/>
                </a:lnTo>
                <a:lnTo>
                  <a:pt x="437788" y="1904"/>
                </a:lnTo>
                <a:lnTo>
                  <a:pt x="437961" y="2010"/>
                </a:lnTo>
                <a:lnTo>
                  <a:pt x="438133" y="2119"/>
                </a:lnTo>
                <a:lnTo>
                  <a:pt x="438306" y="2230"/>
                </a:lnTo>
                <a:lnTo>
                  <a:pt x="438479" y="2344"/>
                </a:lnTo>
                <a:lnTo>
                  <a:pt x="438652" y="2461"/>
                </a:lnTo>
                <a:lnTo>
                  <a:pt x="438825" y="2581"/>
                </a:lnTo>
                <a:lnTo>
                  <a:pt x="438998" y="2704"/>
                </a:lnTo>
                <a:lnTo>
                  <a:pt x="439171" y="2830"/>
                </a:lnTo>
                <a:lnTo>
                  <a:pt x="439343" y="2958"/>
                </a:lnTo>
                <a:lnTo>
                  <a:pt x="439516" y="3089"/>
                </a:lnTo>
                <a:lnTo>
                  <a:pt x="439689" y="3224"/>
                </a:lnTo>
                <a:lnTo>
                  <a:pt x="439862" y="3361"/>
                </a:lnTo>
                <a:lnTo>
                  <a:pt x="440034" y="3500"/>
                </a:lnTo>
                <a:lnTo>
                  <a:pt x="440207" y="3643"/>
                </a:lnTo>
                <a:lnTo>
                  <a:pt x="440381" y="3788"/>
                </a:lnTo>
                <a:lnTo>
                  <a:pt x="440553" y="3937"/>
                </a:lnTo>
                <a:lnTo>
                  <a:pt x="440726" y="4088"/>
                </a:lnTo>
                <a:lnTo>
                  <a:pt x="440899" y="4242"/>
                </a:lnTo>
                <a:lnTo>
                  <a:pt x="441072" y="4399"/>
                </a:lnTo>
                <a:lnTo>
                  <a:pt x="441244" y="4558"/>
                </a:lnTo>
                <a:lnTo>
                  <a:pt x="441417" y="4721"/>
                </a:lnTo>
                <a:lnTo>
                  <a:pt x="441590" y="4886"/>
                </a:lnTo>
                <a:lnTo>
                  <a:pt x="441763" y="5054"/>
                </a:lnTo>
                <a:lnTo>
                  <a:pt x="441936" y="5225"/>
                </a:lnTo>
                <a:lnTo>
                  <a:pt x="442108" y="5399"/>
                </a:lnTo>
                <a:lnTo>
                  <a:pt x="442282" y="5575"/>
                </a:lnTo>
                <a:lnTo>
                  <a:pt x="442454" y="5755"/>
                </a:lnTo>
                <a:lnTo>
                  <a:pt x="442627" y="5937"/>
                </a:lnTo>
                <a:lnTo>
                  <a:pt x="442800" y="6122"/>
                </a:lnTo>
                <a:lnTo>
                  <a:pt x="442973" y="6310"/>
                </a:lnTo>
                <a:lnTo>
                  <a:pt x="443146" y="6501"/>
                </a:lnTo>
                <a:lnTo>
                  <a:pt x="443318" y="6694"/>
                </a:lnTo>
                <a:lnTo>
                  <a:pt x="443492" y="6890"/>
                </a:lnTo>
                <a:lnTo>
                  <a:pt x="443664" y="7089"/>
                </a:lnTo>
                <a:lnTo>
                  <a:pt x="443837" y="7291"/>
                </a:lnTo>
                <a:lnTo>
                  <a:pt x="444009" y="7496"/>
                </a:lnTo>
                <a:lnTo>
                  <a:pt x="444183" y="7704"/>
                </a:lnTo>
                <a:lnTo>
                  <a:pt x="444355" y="7914"/>
                </a:lnTo>
                <a:lnTo>
                  <a:pt x="444528" y="8127"/>
                </a:lnTo>
                <a:lnTo>
                  <a:pt x="444702" y="8343"/>
                </a:lnTo>
                <a:lnTo>
                  <a:pt x="444874" y="8562"/>
                </a:lnTo>
                <a:lnTo>
                  <a:pt x="445047" y="8783"/>
                </a:lnTo>
                <a:lnTo>
                  <a:pt x="445219" y="9007"/>
                </a:lnTo>
                <a:lnTo>
                  <a:pt x="445393" y="9235"/>
                </a:lnTo>
                <a:lnTo>
                  <a:pt x="445565" y="9464"/>
                </a:lnTo>
                <a:lnTo>
                  <a:pt x="445738" y="9697"/>
                </a:lnTo>
                <a:lnTo>
                  <a:pt x="445911" y="9933"/>
                </a:lnTo>
                <a:lnTo>
                  <a:pt x="446084" y="10171"/>
                </a:lnTo>
                <a:lnTo>
                  <a:pt x="446257" y="10412"/>
                </a:lnTo>
                <a:lnTo>
                  <a:pt x="446429" y="10656"/>
                </a:lnTo>
                <a:lnTo>
                  <a:pt x="446603" y="10902"/>
                </a:lnTo>
                <a:lnTo>
                  <a:pt x="446775" y="11152"/>
                </a:lnTo>
                <a:lnTo>
                  <a:pt x="446948" y="11404"/>
                </a:lnTo>
                <a:lnTo>
                  <a:pt x="447121" y="11659"/>
                </a:lnTo>
                <a:lnTo>
                  <a:pt x="447294" y="11916"/>
                </a:lnTo>
                <a:lnTo>
                  <a:pt x="447467" y="12177"/>
                </a:lnTo>
                <a:lnTo>
                  <a:pt x="447639" y="12440"/>
                </a:lnTo>
                <a:lnTo>
                  <a:pt x="447812" y="12706"/>
                </a:lnTo>
                <a:lnTo>
                  <a:pt x="447985" y="12975"/>
                </a:lnTo>
                <a:lnTo>
                  <a:pt x="448158" y="13246"/>
                </a:lnTo>
                <a:lnTo>
                  <a:pt x="448330" y="13521"/>
                </a:lnTo>
                <a:lnTo>
                  <a:pt x="448504" y="13798"/>
                </a:lnTo>
                <a:lnTo>
                  <a:pt x="448676" y="14078"/>
                </a:lnTo>
                <a:lnTo>
                  <a:pt x="448849" y="14360"/>
                </a:lnTo>
                <a:lnTo>
                  <a:pt x="449022" y="14646"/>
                </a:lnTo>
                <a:lnTo>
                  <a:pt x="449195" y="14934"/>
                </a:lnTo>
                <a:lnTo>
                  <a:pt x="449368" y="15225"/>
                </a:lnTo>
                <a:lnTo>
                  <a:pt x="449540" y="15518"/>
                </a:lnTo>
                <a:lnTo>
                  <a:pt x="449713" y="15815"/>
                </a:lnTo>
                <a:lnTo>
                  <a:pt x="449886" y="16113"/>
                </a:lnTo>
                <a:lnTo>
                  <a:pt x="450059" y="16415"/>
                </a:lnTo>
                <a:lnTo>
                  <a:pt x="450232" y="16719"/>
                </a:lnTo>
                <a:lnTo>
                  <a:pt x="450405" y="17027"/>
                </a:lnTo>
                <a:lnTo>
                  <a:pt x="450578" y="17337"/>
                </a:lnTo>
                <a:lnTo>
                  <a:pt x="450750" y="17650"/>
                </a:lnTo>
                <a:lnTo>
                  <a:pt x="450923" y="17965"/>
                </a:lnTo>
                <a:lnTo>
                  <a:pt x="451096" y="18283"/>
                </a:lnTo>
                <a:lnTo>
                  <a:pt x="451269" y="18604"/>
                </a:lnTo>
                <a:lnTo>
                  <a:pt x="451442" y="18927"/>
                </a:lnTo>
                <a:lnTo>
                  <a:pt x="451614" y="19254"/>
                </a:lnTo>
                <a:lnTo>
                  <a:pt x="451788" y="19583"/>
                </a:lnTo>
                <a:lnTo>
                  <a:pt x="451960" y="19915"/>
                </a:lnTo>
                <a:lnTo>
                  <a:pt x="452133" y="20249"/>
                </a:lnTo>
                <a:lnTo>
                  <a:pt x="452306" y="20587"/>
                </a:lnTo>
                <a:lnTo>
                  <a:pt x="452479" y="20926"/>
                </a:lnTo>
                <a:lnTo>
                  <a:pt x="452651" y="21269"/>
                </a:lnTo>
                <a:lnTo>
                  <a:pt x="452824" y="21614"/>
                </a:lnTo>
                <a:lnTo>
                  <a:pt x="452997" y="21962"/>
                </a:lnTo>
                <a:lnTo>
                  <a:pt x="453170" y="22312"/>
                </a:lnTo>
                <a:lnTo>
                  <a:pt x="453343" y="22667"/>
                </a:lnTo>
                <a:lnTo>
                  <a:pt x="453515" y="23022"/>
                </a:lnTo>
                <a:lnTo>
                  <a:pt x="453689" y="23381"/>
                </a:lnTo>
                <a:lnTo>
                  <a:pt x="453861" y="23742"/>
                </a:lnTo>
                <a:lnTo>
                  <a:pt x="454034" y="24106"/>
                </a:lnTo>
                <a:lnTo>
                  <a:pt x="454207" y="24473"/>
                </a:lnTo>
                <a:lnTo>
                  <a:pt x="454380" y="24843"/>
                </a:lnTo>
                <a:lnTo>
                  <a:pt x="454553" y="25214"/>
                </a:lnTo>
                <a:lnTo>
                  <a:pt x="454725" y="25590"/>
                </a:lnTo>
                <a:lnTo>
                  <a:pt x="454899" y="25967"/>
                </a:lnTo>
                <a:lnTo>
                  <a:pt x="455071" y="26347"/>
                </a:lnTo>
                <a:lnTo>
                  <a:pt x="455244" y="26730"/>
                </a:lnTo>
                <a:lnTo>
                  <a:pt x="455416" y="27116"/>
                </a:lnTo>
                <a:lnTo>
                  <a:pt x="455590" y="27504"/>
                </a:lnTo>
                <a:lnTo>
                  <a:pt x="455763" y="27894"/>
                </a:lnTo>
                <a:lnTo>
                  <a:pt x="455935" y="28287"/>
                </a:lnTo>
                <a:lnTo>
                  <a:pt x="456109" y="28683"/>
                </a:lnTo>
                <a:lnTo>
                  <a:pt x="456281" y="29083"/>
                </a:lnTo>
                <a:lnTo>
                  <a:pt x="456454" y="29484"/>
                </a:lnTo>
                <a:lnTo>
                  <a:pt x="456626" y="29888"/>
                </a:lnTo>
                <a:lnTo>
                  <a:pt x="456800" y="30294"/>
                </a:lnTo>
                <a:lnTo>
                  <a:pt x="456972" y="30704"/>
                </a:lnTo>
                <a:lnTo>
                  <a:pt x="457145" y="31116"/>
                </a:lnTo>
                <a:lnTo>
                  <a:pt x="457318" y="31530"/>
                </a:lnTo>
                <a:lnTo>
                  <a:pt x="457491" y="31947"/>
                </a:lnTo>
                <a:lnTo>
                  <a:pt x="457664" y="32366"/>
                </a:lnTo>
                <a:lnTo>
                  <a:pt x="457836" y="32789"/>
                </a:lnTo>
                <a:lnTo>
                  <a:pt x="458010" y="33214"/>
                </a:lnTo>
                <a:lnTo>
                  <a:pt x="458182" y="33641"/>
                </a:lnTo>
                <a:lnTo>
                  <a:pt x="458355" y="34072"/>
                </a:lnTo>
                <a:lnTo>
                  <a:pt x="458527" y="34504"/>
                </a:lnTo>
                <a:lnTo>
                  <a:pt x="458701" y="34940"/>
                </a:lnTo>
                <a:lnTo>
                  <a:pt x="458874" y="35378"/>
                </a:lnTo>
                <a:lnTo>
                  <a:pt x="459046" y="35818"/>
                </a:lnTo>
                <a:lnTo>
                  <a:pt x="459219" y="36261"/>
                </a:lnTo>
                <a:lnTo>
                  <a:pt x="459392" y="36707"/>
                </a:lnTo>
                <a:lnTo>
                  <a:pt x="459565" y="37155"/>
                </a:lnTo>
                <a:lnTo>
                  <a:pt x="459737" y="37606"/>
                </a:lnTo>
                <a:lnTo>
                  <a:pt x="459911" y="38060"/>
                </a:lnTo>
                <a:lnTo>
                  <a:pt x="460084" y="38516"/>
                </a:lnTo>
                <a:lnTo>
                  <a:pt x="460256" y="38975"/>
                </a:lnTo>
                <a:lnTo>
                  <a:pt x="460429" y="39435"/>
                </a:lnTo>
                <a:lnTo>
                  <a:pt x="460602" y="39899"/>
                </a:lnTo>
                <a:lnTo>
                  <a:pt x="460775" y="40366"/>
                </a:lnTo>
                <a:lnTo>
                  <a:pt x="460947" y="40835"/>
                </a:lnTo>
                <a:lnTo>
                  <a:pt x="461120" y="41306"/>
                </a:lnTo>
                <a:lnTo>
                  <a:pt x="461293" y="41780"/>
                </a:lnTo>
                <a:lnTo>
                  <a:pt x="461466" y="42257"/>
                </a:lnTo>
                <a:lnTo>
                  <a:pt x="461639" y="42735"/>
                </a:lnTo>
                <a:lnTo>
                  <a:pt x="461812" y="43217"/>
                </a:lnTo>
                <a:lnTo>
                  <a:pt x="461985" y="43701"/>
                </a:lnTo>
                <a:lnTo>
                  <a:pt x="462157" y="44188"/>
                </a:lnTo>
                <a:lnTo>
                  <a:pt x="462330" y="44677"/>
                </a:lnTo>
                <a:lnTo>
                  <a:pt x="462503" y="45168"/>
                </a:lnTo>
                <a:lnTo>
                  <a:pt x="462676" y="45663"/>
                </a:lnTo>
                <a:lnTo>
                  <a:pt x="462848" y="46159"/>
                </a:lnTo>
                <a:lnTo>
                  <a:pt x="463021" y="46659"/>
                </a:lnTo>
                <a:lnTo>
                  <a:pt x="463195" y="47160"/>
                </a:lnTo>
                <a:lnTo>
                  <a:pt x="463367" y="47665"/>
                </a:lnTo>
                <a:lnTo>
                  <a:pt x="463540" y="48172"/>
                </a:lnTo>
                <a:lnTo>
                  <a:pt x="463713" y="48681"/>
                </a:lnTo>
                <a:lnTo>
                  <a:pt x="463886" y="49192"/>
                </a:lnTo>
                <a:lnTo>
                  <a:pt x="464058" y="49706"/>
                </a:lnTo>
                <a:lnTo>
                  <a:pt x="464231" y="50223"/>
                </a:lnTo>
                <a:lnTo>
                  <a:pt x="464405" y="50743"/>
                </a:lnTo>
                <a:lnTo>
                  <a:pt x="464577" y="51264"/>
                </a:lnTo>
                <a:lnTo>
                  <a:pt x="464750" y="51788"/>
                </a:lnTo>
                <a:lnTo>
                  <a:pt x="464922" y="52315"/>
                </a:lnTo>
                <a:lnTo>
                  <a:pt x="465096" y="52844"/>
                </a:lnTo>
                <a:lnTo>
                  <a:pt x="465268" y="53375"/>
                </a:lnTo>
                <a:lnTo>
                  <a:pt x="465441" y="53910"/>
                </a:lnTo>
                <a:lnTo>
                  <a:pt x="465614" y="54446"/>
                </a:lnTo>
                <a:lnTo>
                  <a:pt x="465787" y="54985"/>
                </a:lnTo>
                <a:lnTo>
                  <a:pt x="465960" y="55526"/>
                </a:lnTo>
                <a:lnTo>
                  <a:pt x="466132" y="56070"/>
                </a:lnTo>
                <a:lnTo>
                  <a:pt x="466306" y="56616"/>
                </a:lnTo>
                <a:lnTo>
                  <a:pt x="466478" y="57165"/>
                </a:lnTo>
                <a:lnTo>
                  <a:pt x="466651" y="57716"/>
                </a:lnTo>
                <a:lnTo>
                  <a:pt x="466823" y="58269"/>
                </a:lnTo>
                <a:lnTo>
                  <a:pt x="466997" y="58825"/>
                </a:lnTo>
                <a:lnTo>
                  <a:pt x="467169" y="59384"/>
                </a:lnTo>
                <a:lnTo>
                  <a:pt x="467342" y="59944"/>
                </a:lnTo>
                <a:lnTo>
                  <a:pt x="467516" y="60508"/>
                </a:lnTo>
                <a:lnTo>
                  <a:pt x="467688" y="61073"/>
                </a:lnTo>
                <a:lnTo>
                  <a:pt x="467861" y="61641"/>
                </a:lnTo>
                <a:lnTo>
                  <a:pt x="468033" y="62211"/>
                </a:lnTo>
                <a:lnTo>
                  <a:pt x="468207" y="62784"/>
                </a:lnTo>
                <a:lnTo>
                  <a:pt x="468379" y="63360"/>
                </a:lnTo>
                <a:lnTo>
                  <a:pt x="468552" y="63937"/>
                </a:lnTo>
                <a:lnTo>
                  <a:pt x="468725" y="64517"/>
                </a:lnTo>
                <a:lnTo>
                  <a:pt x="468898" y="65099"/>
                </a:lnTo>
                <a:lnTo>
                  <a:pt x="469071" y="65684"/>
                </a:lnTo>
                <a:lnTo>
                  <a:pt x="469243" y="66271"/>
                </a:lnTo>
                <a:lnTo>
                  <a:pt x="469417" y="66861"/>
                </a:lnTo>
                <a:lnTo>
                  <a:pt x="469589" y="67452"/>
                </a:lnTo>
                <a:lnTo>
                  <a:pt x="469762" y="68046"/>
                </a:lnTo>
                <a:lnTo>
                  <a:pt x="469935" y="68643"/>
                </a:lnTo>
                <a:lnTo>
                  <a:pt x="470108" y="69241"/>
                </a:lnTo>
                <a:lnTo>
                  <a:pt x="470281" y="69843"/>
                </a:lnTo>
                <a:lnTo>
                  <a:pt x="470453" y="70446"/>
                </a:lnTo>
                <a:lnTo>
                  <a:pt x="470626" y="71052"/>
                </a:lnTo>
                <a:lnTo>
                  <a:pt x="470799" y="71660"/>
                </a:lnTo>
                <a:lnTo>
                  <a:pt x="470972" y="72270"/>
                </a:lnTo>
                <a:lnTo>
                  <a:pt x="471144" y="72883"/>
                </a:lnTo>
                <a:lnTo>
                  <a:pt x="471318" y="73498"/>
                </a:lnTo>
                <a:lnTo>
                  <a:pt x="471490" y="74116"/>
                </a:lnTo>
                <a:lnTo>
                  <a:pt x="471663" y="74736"/>
                </a:lnTo>
                <a:lnTo>
                  <a:pt x="471836" y="75358"/>
                </a:lnTo>
                <a:lnTo>
                  <a:pt x="472009" y="75982"/>
                </a:lnTo>
                <a:lnTo>
                  <a:pt x="472182" y="76608"/>
                </a:lnTo>
                <a:lnTo>
                  <a:pt x="472354" y="77237"/>
                </a:lnTo>
                <a:lnTo>
                  <a:pt x="472527" y="77868"/>
                </a:lnTo>
                <a:lnTo>
                  <a:pt x="472700" y="78502"/>
                </a:lnTo>
                <a:lnTo>
                  <a:pt x="472873" y="79138"/>
                </a:lnTo>
                <a:lnTo>
                  <a:pt x="473046" y="79776"/>
                </a:lnTo>
                <a:lnTo>
                  <a:pt x="473219" y="80416"/>
                </a:lnTo>
                <a:lnTo>
                  <a:pt x="473392" y="81058"/>
                </a:lnTo>
                <a:lnTo>
                  <a:pt x="473564" y="81703"/>
                </a:lnTo>
                <a:lnTo>
                  <a:pt x="473737" y="82350"/>
                </a:lnTo>
                <a:lnTo>
                  <a:pt x="473910" y="83000"/>
                </a:lnTo>
                <a:lnTo>
                  <a:pt x="474083" y="83651"/>
                </a:lnTo>
                <a:lnTo>
                  <a:pt x="474256" y="84305"/>
                </a:lnTo>
                <a:lnTo>
                  <a:pt x="474428" y="84960"/>
                </a:lnTo>
                <a:lnTo>
                  <a:pt x="474602" y="85619"/>
                </a:lnTo>
                <a:lnTo>
                  <a:pt x="474774" y="86279"/>
                </a:lnTo>
                <a:lnTo>
                  <a:pt x="474947" y="86942"/>
                </a:lnTo>
                <a:lnTo>
                  <a:pt x="475120" y="87606"/>
                </a:lnTo>
                <a:lnTo>
                  <a:pt x="475293" y="88273"/>
                </a:lnTo>
                <a:lnTo>
                  <a:pt x="475465" y="88942"/>
                </a:lnTo>
                <a:lnTo>
                  <a:pt x="475638" y="89614"/>
                </a:lnTo>
                <a:lnTo>
                  <a:pt x="475812" y="90288"/>
                </a:lnTo>
                <a:lnTo>
                  <a:pt x="475984" y="90964"/>
                </a:lnTo>
                <a:lnTo>
                  <a:pt x="476157" y="91642"/>
                </a:lnTo>
                <a:lnTo>
                  <a:pt x="476329" y="92321"/>
                </a:lnTo>
                <a:lnTo>
                  <a:pt x="476503" y="93004"/>
                </a:lnTo>
                <a:lnTo>
                  <a:pt x="476675" y="93689"/>
                </a:lnTo>
                <a:lnTo>
                  <a:pt x="476848" y="94375"/>
                </a:lnTo>
                <a:lnTo>
                  <a:pt x="477021" y="95064"/>
                </a:lnTo>
                <a:lnTo>
                  <a:pt x="477194" y="95754"/>
                </a:lnTo>
                <a:lnTo>
                  <a:pt x="477367" y="96447"/>
                </a:lnTo>
                <a:lnTo>
                  <a:pt x="477539" y="97143"/>
                </a:lnTo>
                <a:lnTo>
                  <a:pt x="477713" y="97841"/>
                </a:lnTo>
                <a:lnTo>
                  <a:pt x="477885" y="98540"/>
                </a:lnTo>
                <a:lnTo>
                  <a:pt x="478058" y="99242"/>
                </a:lnTo>
                <a:lnTo>
                  <a:pt x="478230" y="99946"/>
                </a:lnTo>
                <a:lnTo>
                  <a:pt x="478404" y="100651"/>
                </a:lnTo>
                <a:lnTo>
                  <a:pt x="478577" y="101359"/>
                </a:lnTo>
                <a:lnTo>
                  <a:pt x="478749" y="102069"/>
                </a:lnTo>
                <a:lnTo>
                  <a:pt x="478923" y="102782"/>
                </a:lnTo>
                <a:lnTo>
                  <a:pt x="479095" y="103496"/>
                </a:lnTo>
                <a:lnTo>
                  <a:pt x="479268" y="104212"/>
                </a:lnTo>
                <a:lnTo>
                  <a:pt x="479440" y="104930"/>
                </a:lnTo>
                <a:lnTo>
                  <a:pt x="479614" y="105651"/>
                </a:lnTo>
                <a:lnTo>
                  <a:pt x="479786" y="106374"/>
                </a:lnTo>
                <a:lnTo>
                  <a:pt x="479959" y="107098"/>
                </a:lnTo>
                <a:lnTo>
                  <a:pt x="480132" y="107825"/>
                </a:lnTo>
                <a:lnTo>
                  <a:pt x="480305" y="108554"/>
                </a:lnTo>
                <a:lnTo>
                  <a:pt x="480478" y="109285"/>
                </a:lnTo>
                <a:lnTo>
                  <a:pt x="480650" y="110018"/>
                </a:lnTo>
                <a:lnTo>
                  <a:pt x="480824" y="110753"/>
                </a:lnTo>
                <a:lnTo>
                  <a:pt x="480996" y="111490"/>
                </a:lnTo>
                <a:lnTo>
                  <a:pt x="481169" y="112229"/>
                </a:lnTo>
                <a:lnTo>
                  <a:pt x="481342" y="112970"/>
                </a:lnTo>
                <a:lnTo>
                  <a:pt x="481515" y="113713"/>
                </a:lnTo>
                <a:lnTo>
                  <a:pt x="481688" y="114458"/>
                </a:lnTo>
                <a:lnTo>
                  <a:pt x="481860" y="115205"/>
                </a:lnTo>
                <a:lnTo>
                  <a:pt x="482033" y="115954"/>
                </a:lnTo>
                <a:lnTo>
                  <a:pt x="482206" y="116706"/>
                </a:lnTo>
                <a:lnTo>
                  <a:pt x="482379" y="117458"/>
                </a:lnTo>
                <a:lnTo>
                  <a:pt x="482551" y="118214"/>
                </a:lnTo>
                <a:lnTo>
                  <a:pt x="482725" y="118971"/>
                </a:lnTo>
                <a:lnTo>
                  <a:pt x="482898" y="119729"/>
                </a:lnTo>
                <a:lnTo>
                  <a:pt x="483070" y="120491"/>
                </a:lnTo>
                <a:lnTo>
                  <a:pt x="483243" y="121253"/>
                </a:lnTo>
                <a:lnTo>
                  <a:pt x="483416" y="122019"/>
                </a:lnTo>
                <a:lnTo>
                  <a:pt x="483589" y="122785"/>
                </a:lnTo>
                <a:lnTo>
                  <a:pt x="483761" y="123555"/>
                </a:lnTo>
                <a:lnTo>
                  <a:pt x="483934" y="124325"/>
                </a:lnTo>
                <a:lnTo>
                  <a:pt x="484107" y="125099"/>
                </a:lnTo>
                <a:lnTo>
                  <a:pt x="484280" y="125873"/>
                </a:lnTo>
                <a:lnTo>
                  <a:pt x="484453" y="126649"/>
                </a:lnTo>
                <a:lnTo>
                  <a:pt x="484626" y="127428"/>
                </a:lnTo>
                <a:lnTo>
                  <a:pt x="484799" y="128209"/>
                </a:lnTo>
                <a:lnTo>
                  <a:pt x="484971" y="128991"/>
                </a:lnTo>
                <a:lnTo>
                  <a:pt x="485144" y="129775"/>
                </a:lnTo>
                <a:lnTo>
                  <a:pt x="485317" y="130562"/>
                </a:lnTo>
                <a:lnTo>
                  <a:pt x="485490" y="131350"/>
                </a:lnTo>
                <a:lnTo>
                  <a:pt x="485663" y="132140"/>
                </a:lnTo>
                <a:lnTo>
                  <a:pt x="485835" y="132932"/>
                </a:lnTo>
                <a:lnTo>
                  <a:pt x="486009" y="133725"/>
                </a:lnTo>
                <a:lnTo>
                  <a:pt x="486181" y="134521"/>
                </a:lnTo>
                <a:lnTo>
                  <a:pt x="486354" y="135319"/>
                </a:lnTo>
                <a:lnTo>
                  <a:pt x="486527" y="136118"/>
                </a:lnTo>
                <a:lnTo>
                  <a:pt x="486700" y="136919"/>
                </a:lnTo>
                <a:lnTo>
                  <a:pt x="486872" y="137723"/>
                </a:lnTo>
                <a:lnTo>
                  <a:pt x="487045" y="138527"/>
                </a:lnTo>
                <a:lnTo>
                  <a:pt x="487219" y="139334"/>
                </a:lnTo>
                <a:lnTo>
                  <a:pt x="487391" y="140142"/>
                </a:lnTo>
                <a:lnTo>
                  <a:pt x="487564" y="140953"/>
                </a:lnTo>
                <a:lnTo>
                  <a:pt x="487736" y="141765"/>
                </a:lnTo>
                <a:lnTo>
                  <a:pt x="487910" y="142579"/>
                </a:lnTo>
                <a:lnTo>
                  <a:pt x="488082" y="143395"/>
                </a:lnTo>
                <a:lnTo>
                  <a:pt x="488255" y="144213"/>
                </a:lnTo>
                <a:lnTo>
                  <a:pt x="488428" y="145033"/>
                </a:lnTo>
                <a:lnTo>
                  <a:pt x="488601" y="145854"/>
                </a:lnTo>
                <a:lnTo>
                  <a:pt x="488774" y="146677"/>
                </a:lnTo>
                <a:lnTo>
                  <a:pt x="488946" y="147502"/>
                </a:lnTo>
                <a:lnTo>
                  <a:pt x="489120" y="148328"/>
                </a:lnTo>
                <a:lnTo>
                  <a:pt x="489292" y="149157"/>
                </a:lnTo>
                <a:lnTo>
                  <a:pt x="489465" y="149987"/>
                </a:lnTo>
                <a:lnTo>
                  <a:pt x="489637" y="150819"/>
                </a:lnTo>
                <a:lnTo>
                  <a:pt x="489811" y="151653"/>
                </a:lnTo>
                <a:lnTo>
                  <a:pt x="489984" y="152488"/>
                </a:lnTo>
                <a:lnTo>
                  <a:pt x="490156" y="153325"/>
                </a:lnTo>
                <a:lnTo>
                  <a:pt x="490330" y="154164"/>
                </a:lnTo>
                <a:lnTo>
                  <a:pt x="490502" y="155005"/>
                </a:lnTo>
                <a:lnTo>
                  <a:pt x="490675" y="155847"/>
                </a:lnTo>
                <a:lnTo>
                  <a:pt x="490847" y="156692"/>
                </a:lnTo>
                <a:lnTo>
                  <a:pt x="491021" y="157538"/>
                </a:lnTo>
                <a:lnTo>
                  <a:pt x="491193" y="158385"/>
                </a:lnTo>
                <a:lnTo>
                  <a:pt x="491366" y="159234"/>
                </a:lnTo>
                <a:lnTo>
                  <a:pt x="491539" y="160086"/>
                </a:lnTo>
                <a:lnTo>
                  <a:pt x="491712" y="160938"/>
                </a:lnTo>
                <a:lnTo>
                  <a:pt x="491885" y="161792"/>
                </a:lnTo>
                <a:lnTo>
                  <a:pt x="492057" y="162649"/>
                </a:lnTo>
                <a:lnTo>
                  <a:pt x="492231" y="163506"/>
                </a:lnTo>
                <a:lnTo>
                  <a:pt x="492403" y="164366"/>
                </a:lnTo>
                <a:lnTo>
                  <a:pt x="492576" y="165226"/>
                </a:lnTo>
                <a:lnTo>
                  <a:pt x="492749" y="166089"/>
                </a:lnTo>
                <a:lnTo>
                  <a:pt x="492922" y="166954"/>
                </a:lnTo>
                <a:lnTo>
                  <a:pt x="493095" y="167819"/>
                </a:lnTo>
                <a:lnTo>
                  <a:pt x="493267" y="168687"/>
                </a:lnTo>
                <a:lnTo>
                  <a:pt x="493440" y="169556"/>
                </a:lnTo>
                <a:lnTo>
                  <a:pt x="493613" y="170427"/>
                </a:lnTo>
                <a:lnTo>
                  <a:pt x="493786" y="171300"/>
                </a:lnTo>
                <a:lnTo>
                  <a:pt x="493958" y="172173"/>
                </a:lnTo>
                <a:lnTo>
                  <a:pt x="494132" y="173049"/>
                </a:lnTo>
                <a:lnTo>
                  <a:pt x="494305" y="173927"/>
                </a:lnTo>
                <a:lnTo>
                  <a:pt x="494477" y="174806"/>
                </a:lnTo>
                <a:lnTo>
                  <a:pt x="494650" y="175686"/>
                </a:lnTo>
                <a:lnTo>
                  <a:pt x="494823" y="176568"/>
                </a:lnTo>
                <a:lnTo>
                  <a:pt x="494996" y="177451"/>
                </a:lnTo>
                <a:lnTo>
                  <a:pt x="495168" y="178337"/>
                </a:lnTo>
                <a:lnTo>
                  <a:pt x="495341" y="179224"/>
                </a:lnTo>
                <a:lnTo>
                  <a:pt x="495514" y="180112"/>
                </a:lnTo>
                <a:lnTo>
                  <a:pt x="495687" y="181002"/>
                </a:lnTo>
                <a:lnTo>
                  <a:pt x="495860" y="181893"/>
                </a:lnTo>
                <a:lnTo>
                  <a:pt x="496033" y="182787"/>
                </a:lnTo>
                <a:lnTo>
                  <a:pt x="496206" y="183681"/>
                </a:lnTo>
                <a:lnTo>
                  <a:pt x="496378" y="184577"/>
                </a:lnTo>
                <a:lnTo>
                  <a:pt x="496551" y="185474"/>
                </a:lnTo>
                <a:lnTo>
                  <a:pt x="496724" y="186374"/>
                </a:lnTo>
                <a:lnTo>
                  <a:pt x="496897" y="187274"/>
                </a:lnTo>
                <a:lnTo>
                  <a:pt x="497070" y="188176"/>
                </a:lnTo>
                <a:lnTo>
                  <a:pt x="497242" y="189080"/>
                </a:lnTo>
                <a:lnTo>
                  <a:pt x="497416" y="189985"/>
                </a:lnTo>
                <a:lnTo>
                  <a:pt x="497588" y="190891"/>
                </a:lnTo>
                <a:lnTo>
                  <a:pt x="497761" y="191800"/>
                </a:lnTo>
                <a:lnTo>
                  <a:pt x="497934" y="192710"/>
                </a:lnTo>
                <a:lnTo>
                  <a:pt x="498107" y="193621"/>
                </a:lnTo>
                <a:lnTo>
                  <a:pt x="498279" y="194533"/>
                </a:lnTo>
                <a:lnTo>
                  <a:pt x="498452" y="195447"/>
                </a:lnTo>
                <a:lnTo>
                  <a:pt x="498626" y="196363"/>
                </a:lnTo>
                <a:lnTo>
                  <a:pt x="498798" y="197279"/>
                </a:lnTo>
                <a:lnTo>
                  <a:pt x="498971" y="198197"/>
                </a:lnTo>
                <a:lnTo>
                  <a:pt x="499143" y="199117"/>
                </a:lnTo>
                <a:lnTo>
                  <a:pt x="499317" y="200038"/>
                </a:lnTo>
                <a:lnTo>
                  <a:pt x="499489" y="200960"/>
                </a:lnTo>
                <a:lnTo>
                  <a:pt x="499662" y="201885"/>
                </a:lnTo>
                <a:lnTo>
                  <a:pt x="499835" y="202810"/>
                </a:lnTo>
                <a:lnTo>
                  <a:pt x="500008" y="203737"/>
                </a:lnTo>
                <a:lnTo>
                  <a:pt x="500181" y="204665"/>
                </a:lnTo>
                <a:lnTo>
                  <a:pt x="500353" y="205594"/>
                </a:lnTo>
                <a:lnTo>
                  <a:pt x="500527" y="206526"/>
                </a:lnTo>
                <a:lnTo>
                  <a:pt x="500699" y="207458"/>
                </a:lnTo>
                <a:lnTo>
                  <a:pt x="500872" y="208392"/>
                </a:lnTo>
                <a:lnTo>
                  <a:pt x="501045" y="209327"/>
                </a:lnTo>
                <a:lnTo>
                  <a:pt x="501218" y="210263"/>
                </a:lnTo>
                <a:lnTo>
                  <a:pt x="501391" y="211201"/>
                </a:lnTo>
                <a:lnTo>
                  <a:pt x="501563" y="212140"/>
                </a:lnTo>
                <a:lnTo>
                  <a:pt x="501737" y="213080"/>
                </a:lnTo>
                <a:lnTo>
                  <a:pt x="501909" y="214022"/>
                </a:lnTo>
                <a:lnTo>
                  <a:pt x="502082" y="214965"/>
                </a:lnTo>
                <a:lnTo>
                  <a:pt x="502254" y="215910"/>
                </a:lnTo>
                <a:lnTo>
                  <a:pt x="502428" y="216856"/>
                </a:lnTo>
                <a:lnTo>
                  <a:pt x="502601" y="217802"/>
                </a:lnTo>
                <a:lnTo>
                  <a:pt x="502773" y="218751"/>
                </a:lnTo>
                <a:lnTo>
                  <a:pt x="502946" y="219701"/>
                </a:lnTo>
                <a:lnTo>
                  <a:pt x="503119" y="220652"/>
                </a:lnTo>
                <a:lnTo>
                  <a:pt x="503292" y="221604"/>
                </a:lnTo>
                <a:lnTo>
                  <a:pt x="503464" y="222557"/>
                </a:lnTo>
                <a:lnTo>
                  <a:pt x="503638" y="223512"/>
                </a:lnTo>
                <a:lnTo>
                  <a:pt x="503810" y="224468"/>
                </a:lnTo>
                <a:lnTo>
                  <a:pt x="503983" y="225426"/>
                </a:lnTo>
                <a:lnTo>
                  <a:pt x="504156" y="226384"/>
                </a:lnTo>
                <a:lnTo>
                  <a:pt x="504329" y="227344"/>
                </a:lnTo>
                <a:lnTo>
                  <a:pt x="504502" y="228304"/>
                </a:lnTo>
                <a:lnTo>
                  <a:pt x="504674" y="229267"/>
                </a:lnTo>
                <a:lnTo>
                  <a:pt x="504847" y="230231"/>
                </a:lnTo>
                <a:lnTo>
                  <a:pt x="505020" y="231195"/>
                </a:lnTo>
                <a:lnTo>
                  <a:pt x="505193" y="232161"/>
                </a:lnTo>
                <a:lnTo>
                  <a:pt x="505366" y="233128"/>
                </a:lnTo>
                <a:lnTo>
                  <a:pt x="505539" y="234097"/>
                </a:lnTo>
                <a:lnTo>
                  <a:pt x="505712" y="235066"/>
                </a:lnTo>
                <a:lnTo>
                  <a:pt x="505884" y="236037"/>
                </a:lnTo>
                <a:lnTo>
                  <a:pt x="506057" y="237009"/>
                </a:lnTo>
                <a:lnTo>
                  <a:pt x="506230" y="237982"/>
                </a:lnTo>
                <a:lnTo>
                  <a:pt x="506403" y="238956"/>
                </a:lnTo>
                <a:lnTo>
                  <a:pt x="506575" y="239931"/>
                </a:lnTo>
                <a:lnTo>
                  <a:pt x="506748" y="240908"/>
                </a:lnTo>
                <a:lnTo>
                  <a:pt x="506922" y="241886"/>
                </a:lnTo>
                <a:lnTo>
                  <a:pt x="507094" y="242864"/>
                </a:lnTo>
                <a:lnTo>
                  <a:pt x="507267" y="243845"/>
                </a:lnTo>
                <a:lnTo>
                  <a:pt x="507440" y="244826"/>
                </a:lnTo>
                <a:lnTo>
                  <a:pt x="507613" y="245808"/>
                </a:lnTo>
                <a:lnTo>
                  <a:pt x="507785" y="246791"/>
                </a:lnTo>
                <a:lnTo>
                  <a:pt x="507958" y="247776"/>
                </a:lnTo>
                <a:lnTo>
                  <a:pt x="508131" y="248762"/>
                </a:lnTo>
                <a:lnTo>
                  <a:pt x="508304" y="249748"/>
                </a:lnTo>
                <a:lnTo>
                  <a:pt x="508477" y="250736"/>
                </a:lnTo>
                <a:lnTo>
                  <a:pt x="508649" y="251725"/>
                </a:lnTo>
                <a:lnTo>
                  <a:pt x="508823" y="252715"/>
                </a:lnTo>
                <a:lnTo>
                  <a:pt x="508995" y="253706"/>
                </a:lnTo>
                <a:lnTo>
                  <a:pt x="509168" y="254698"/>
                </a:lnTo>
                <a:lnTo>
                  <a:pt x="509341" y="255691"/>
                </a:lnTo>
                <a:lnTo>
                  <a:pt x="509514" y="256686"/>
                </a:lnTo>
                <a:lnTo>
                  <a:pt x="509687" y="257681"/>
                </a:lnTo>
                <a:lnTo>
                  <a:pt x="509859" y="258677"/>
                </a:lnTo>
                <a:lnTo>
                  <a:pt x="510033" y="259674"/>
                </a:lnTo>
                <a:lnTo>
                  <a:pt x="510205" y="260673"/>
                </a:lnTo>
                <a:lnTo>
                  <a:pt x="510378" y="261672"/>
                </a:lnTo>
                <a:lnTo>
                  <a:pt x="510550" y="262672"/>
                </a:lnTo>
                <a:lnTo>
                  <a:pt x="510724" y="263674"/>
                </a:lnTo>
                <a:lnTo>
                  <a:pt x="510896" y="264677"/>
                </a:lnTo>
                <a:lnTo>
                  <a:pt x="511069" y="265680"/>
                </a:lnTo>
                <a:lnTo>
                  <a:pt x="511243" y="266685"/>
                </a:lnTo>
                <a:lnTo>
                  <a:pt x="511415" y="267690"/>
                </a:lnTo>
                <a:lnTo>
                  <a:pt x="511588" y="268696"/>
                </a:lnTo>
                <a:lnTo>
                  <a:pt x="511760" y="269704"/>
                </a:lnTo>
                <a:lnTo>
                  <a:pt x="511934" y="270712"/>
                </a:lnTo>
                <a:lnTo>
                  <a:pt x="512106" y="271722"/>
                </a:lnTo>
                <a:lnTo>
                  <a:pt x="512279" y="272732"/>
                </a:lnTo>
                <a:lnTo>
                  <a:pt x="512452" y="273743"/>
                </a:lnTo>
                <a:lnTo>
                  <a:pt x="512625" y="274755"/>
                </a:lnTo>
                <a:lnTo>
                  <a:pt x="512798" y="275768"/>
                </a:lnTo>
                <a:lnTo>
                  <a:pt x="512970" y="276782"/>
                </a:lnTo>
                <a:lnTo>
                  <a:pt x="513144" y="277797"/>
                </a:lnTo>
                <a:lnTo>
                  <a:pt x="513316" y="278813"/>
                </a:lnTo>
                <a:lnTo>
                  <a:pt x="513489" y="279830"/>
                </a:lnTo>
                <a:lnTo>
                  <a:pt x="513661" y="280848"/>
                </a:lnTo>
                <a:lnTo>
                  <a:pt x="513835" y="281866"/>
                </a:lnTo>
                <a:lnTo>
                  <a:pt x="514008" y="282886"/>
                </a:lnTo>
                <a:lnTo>
                  <a:pt x="514180" y="283906"/>
                </a:lnTo>
                <a:lnTo>
                  <a:pt x="514353" y="284928"/>
                </a:lnTo>
                <a:lnTo>
                  <a:pt x="514526" y="285950"/>
                </a:lnTo>
                <a:lnTo>
                  <a:pt x="514699" y="286972"/>
                </a:lnTo>
                <a:lnTo>
                  <a:pt x="514871" y="287996"/>
                </a:lnTo>
                <a:lnTo>
                  <a:pt x="515045" y="289021"/>
                </a:lnTo>
                <a:lnTo>
                  <a:pt x="515217" y="290047"/>
                </a:lnTo>
                <a:lnTo>
                  <a:pt x="515390" y="291073"/>
                </a:lnTo>
                <a:lnTo>
                  <a:pt x="515563" y="292100"/>
                </a:lnTo>
                <a:lnTo>
                  <a:pt x="515736" y="293128"/>
                </a:lnTo>
                <a:lnTo>
                  <a:pt x="515909" y="294157"/>
                </a:lnTo>
                <a:lnTo>
                  <a:pt x="516081" y="295187"/>
                </a:lnTo>
                <a:lnTo>
                  <a:pt x="516254" y="296217"/>
                </a:lnTo>
                <a:lnTo>
                  <a:pt x="516427" y="297248"/>
                </a:lnTo>
                <a:lnTo>
                  <a:pt x="516600" y="298280"/>
                </a:lnTo>
                <a:lnTo>
                  <a:pt x="516773" y="299313"/>
                </a:lnTo>
                <a:lnTo>
                  <a:pt x="516946" y="300347"/>
                </a:lnTo>
                <a:lnTo>
                  <a:pt x="517119" y="301382"/>
                </a:lnTo>
                <a:lnTo>
                  <a:pt x="517291" y="302417"/>
                </a:lnTo>
                <a:lnTo>
                  <a:pt x="517464" y="303453"/>
                </a:lnTo>
                <a:lnTo>
                  <a:pt x="517637" y="304490"/>
                </a:lnTo>
                <a:lnTo>
                  <a:pt x="517810" y="305527"/>
                </a:lnTo>
                <a:lnTo>
                  <a:pt x="517982" y="306566"/>
                </a:lnTo>
                <a:lnTo>
                  <a:pt x="518155" y="307605"/>
                </a:lnTo>
                <a:lnTo>
                  <a:pt x="518329" y="308645"/>
                </a:lnTo>
                <a:lnTo>
                  <a:pt x="518501" y="309685"/>
                </a:lnTo>
                <a:lnTo>
                  <a:pt x="518674" y="310726"/>
                </a:lnTo>
                <a:lnTo>
                  <a:pt x="518847" y="311768"/>
                </a:lnTo>
                <a:lnTo>
                  <a:pt x="519020" y="312811"/>
                </a:lnTo>
                <a:lnTo>
                  <a:pt x="519192" y="313854"/>
                </a:lnTo>
                <a:lnTo>
                  <a:pt x="519365" y="314898"/>
                </a:lnTo>
                <a:lnTo>
                  <a:pt x="519538" y="315942"/>
                </a:lnTo>
                <a:lnTo>
                  <a:pt x="519711" y="316988"/>
                </a:lnTo>
                <a:lnTo>
                  <a:pt x="519884" y="318034"/>
                </a:lnTo>
                <a:lnTo>
                  <a:pt x="520056" y="319081"/>
                </a:lnTo>
                <a:lnTo>
                  <a:pt x="520230" y="320128"/>
                </a:lnTo>
                <a:lnTo>
                  <a:pt x="520402" y="321176"/>
                </a:lnTo>
                <a:lnTo>
                  <a:pt x="520575" y="322225"/>
                </a:lnTo>
                <a:lnTo>
                  <a:pt x="520748" y="323274"/>
                </a:lnTo>
                <a:lnTo>
                  <a:pt x="520921" y="324324"/>
                </a:lnTo>
                <a:lnTo>
                  <a:pt x="521094" y="325374"/>
                </a:lnTo>
                <a:lnTo>
                  <a:pt x="521266" y="326426"/>
                </a:lnTo>
                <a:lnTo>
                  <a:pt x="521440" y="327478"/>
                </a:lnTo>
                <a:lnTo>
                  <a:pt x="521612" y="328531"/>
                </a:lnTo>
                <a:lnTo>
                  <a:pt x="521785" y="329583"/>
                </a:lnTo>
                <a:lnTo>
                  <a:pt x="521957" y="330638"/>
                </a:lnTo>
                <a:lnTo>
                  <a:pt x="522131" y="331692"/>
                </a:lnTo>
                <a:lnTo>
                  <a:pt x="522303" y="332747"/>
                </a:lnTo>
                <a:lnTo>
                  <a:pt x="522476" y="333802"/>
                </a:lnTo>
                <a:lnTo>
                  <a:pt x="522650" y="334858"/>
                </a:lnTo>
                <a:lnTo>
                  <a:pt x="522822" y="335915"/>
                </a:lnTo>
                <a:lnTo>
                  <a:pt x="522995" y="336972"/>
                </a:lnTo>
                <a:lnTo>
                  <a:pt x="523167" y="338030"/>
                </a:lnTo>
                <a:lnTo>
                  <a:pt x="523341" y="339088"/>
                </a:lnTo>
                <a:lnTo>
                  <a:pt x="523513" y="340147"/>
                </a:lnTo>
                <a:lnTo>
                  <a:pt x="523686" y="341207"/>
                </a:lnTo>
                <a:lnTo>
                  <a:pt x="523859" y="342266"/>
                </a:lnTo>
                <a:lnTo>
                  <a:pt x="524032" y="343327"/>
                </a:lnTo>
                <a:lnTo>
                  <a:pt x="524205" y="344388"/>
                </a:lnTo>
                <a:lnTo>
                  <a:pt x="524377" y="345449"/>
                </a:lnTo>
                <a:lnTo>
                  <a:pt x="524551" y="346512"/>
                </a:lnTo>
                <a:lnTo>
                  <a:pt x="524723" y="347574"/>
                </a:lnTo>
                <a:lnTo>
                  <a:pt x="524896" y="348637"/>
                </a:lnTo>
                <a:lnTo>
                  <a:pt x="525068" y="349700"/>
                </a:lnTo>
                <a:lnTo>
                  <a:pt x="525242" y="350764"/>
                </a:lnTo>
                <a:lnTo>
                  <a:pt x="525415" y="351829"/>
                </a:lnTo>
                <a:lnTo>
                  <a:pt x="525587" y="352894"/>
                </a:lnTo>
                <a:lnTo>
                  <a:pt x="525760" y="353959"/>
                </a:lnTo>
                <a:lnTo>
                  <a:pt x="525933" y="355025"/>
                </a:lnTo>
                <a:lnTo>
                  <a:pt x="526106" y="356091"/>
                </a:lnTo>
                <a:lnTo>
                  <a:pt x="526278" y="357158"/>
                </a:lnTo>
                <a:lnTo>
                  <a:pt x="526452" y="358226"/>
                </a:lnTo>
                <a:lnTo>
                  <a:pt x="526625" y="359293"/>
                </a:lnTo>
                <a:lnTo>
                  <a:pt x="526797" y="360361"/>
                </a:lnTo>
                <a:lnTo>
                  <a:pt x="526970" y="361429"/>
                </a:lnTo>
                <a:lnTo>
                  <a:pt x="527143" y="362498"/>
                </a:lnTo>
                <a:lnTo>
                  <a:pt x="527316" y="363568"/>
                </a:lnTo>
                <a:lnTo>
                  <a:pt x="527488" y="364637"/>
                </a:lnTo>
                <a:lnTo>
                  <a:pt x="527661" y="365707"/>
                </a:lnTo>
                <a:lnTo>
                  <a:pt x="527834" y="366779"/>
                </a:lnTo>
                <a:lnTo>
                  <a:pt x="528007" y="367849"/>
                </a:lnTo>
                <a:lnTo>
                  <a:pt x="528180" y="368921"/>
                </a:lnTo>
                <a:lnTo>
                  <a:pt x="528353" y="369992"/>
                </a:lnTo>
                <a:lnTo>
                  <a:pt x="528526" y="371064"/>
                </a:lnTo>
                <a:lnTo>
                  <a:pt x="528698" y="372137"/>
                </a:lnTo>
                <a:lnTo>
                  <a:pt x="528871" y="373210"/>
                </a:lnTo>
                <a:lnTo>
                  <a:pt x="529044" y="374283"/>
                </a:lnTo>
                <a:lnTo>
                  <a:pt x="529217" y="375357"/>
                </a:lnTo>
                <a:lnTo>
                  <a:pt x="529390" y="376430"/>
                </a:lnTo>
                <a:lnTo>
                  <a:pt x="529562" y="377504"/>
                </a:lnTo>
                <a:lnTo>
                  <a:pt x="529736" y="378579"/>
                </a:lnTo>
                <a:lnTo>
                  <a:pt x="529908" y="379654"/>
                </a:lnTo>
                <a:lnTo>
                  <a:pt x="530081" y="380728"/>
                </a:lnTo>
                <a:lnTo>
                  <a:pt x="530254" y="381804"/>
                </a:lnTo>
                <a:lnTo>
                  <a:pt x="530427" y="382879"/>
                </a:lnTo>
                <a:lnTo>
                  <a:pt x="530599" y="383956"/>
                </a:lnTo>
                <a:lnTo>
                  <a:pt x="530772" y="385032"/>
                </a:lnTo>
                <a:lnTo>
                  <a:pt x="530946" y="386109"/>
                </a:lnTo>
                <a:lnTo>
                  <a:pt x="531118" y="387185"/>
                </a:lnTo>
                <a:lnTo>
                  <a:pt x="531291" y="388263"/>
                </a:lnTo>
                <a:lnTo>
                  <a:pt x="531463" y="389340"/>
                </a:lnTo>
                <a:lnTo>
                  <a:pt x="531637" y="390418"/>
                </a:lnTo>
                <a:lnTo>
                  <a:pt x="531809" y="391496"/>
                </a:lnTo>
                <a:lnTo>
                  <a:pt x="531982" y="392574"/>
                </a:lnTo>
                <a:lnTo>
                  <a:pt x="532155" y="393652"/>
                </a:lnTo>
                <a:lnTo>
                  <a:pt x="532328" y="394731"/>
                </a:lnTo>
                <a:lnTo>
                  <a:pt x="532501" y="395810"/>
                </a:lnTo>
                <a:lnTo>
                  <a:pt x="532673" y="396889"/>
                </a:lnTo>
                <a:lnTo>
                  <a:pt x="532847" y="397969"/>
                </a:lnTo>
                <a:lnTo>
                  <a:pt x="533019" y="399048"/>
                </a:lnTo>
                <a:lnTo>
                  <a:pt x="533192" y="400128"/>
                </a:lnTo>
                <a:lnTo>
                  <a:pt x="533364" y="401208"/>
                </a:lnTo>
                <a:lnTo>
                  <a:pt x="533538" y="402288"/>
                </a:lnTo>
                <a:lnTo>
                  <a:pt x="533711" y="403369"/>
                </a:lnTo>
                <a:lnTo>
                  <a:pt x="533883" y="404449"/>
                </a:lnTo>
                <a:lnTo>
                  <a:pt x="534057" y="405530"/>
                </a:lnTo>
                <a:lnTo>
                  <a:pt x="534229" y="406611"/>
                </a:lnTo>
                <a:lnTo>
                  <a:pt x="534402" y="407692"/>
                </a:lnTo>
                <a:lnTo>
                  <a:pt x="534574" y="408773"/>
                </a:lnTo>
                <a:lnTo>
                  <a:pt x="534748" y="409854"/>
                </a:lnTo>
                <a:lnTo>
                  <a:pt x="534920" y="410936"/>
                </a:lnTo>
                <a:lnTo>
                  <a:pt x="535093" y="412018"/>
                </a:lnTo>
                <a:lnTo>
                  <a:pt x="535266" y="413100"/>
                </a:lnTo>
                <a:lnTo>
                  <a:pt x="535439" y="414182"/>
                </a:lnTo>
                <a:lnTo>
                  <a:pt x="535612" y="415264"/>
                </a:lnTo>
                <a:lnTo>
                  <a:pt x="535784" y="416346"/>
                </a:lnTo>
                <a:lnTo>
                  <a:pt x="535958" y="417429"/>
                </a:lnTo>
                <a:lnTo>
                  <a:pt x="536130" y="418511"/>
                </a:lnTo>
                <a:lnTo>
                  <a:pt x="536303" y="419593"/>
                </a:lnTo>
                <a:lnTo>
                  <a:pt x="536476" y="420676"/>
                </a:lnTo>
                <a:lnTo>
                  <a:pt x="536649" y="421759"/>
                </a:lnTo>
                <a:lnTo>
                  <a:pt x="536822" y="422841"/>
                </a:lnTo>
                <a:lnTo>
                  <a:pt x="536994" y="423925"/>
                </a:lnTo>
                <a:lnTo>
                  <a:pt x="537167" y="425008"/>
                </a:lnTo>
                <a:lnTo>
                  <a:pt x="537340" y="426090"/>
                </a:lnTo>
                <a:lnTo>
                  <a:pt x="537513" y="427174"/>
                </a:lnTo>
                <a:lnTo>
                  <a:pt x="537685" y="428258"/>
                </a:lnTo>
                <a:lnTo>
                  <a:pt x="537859" y="429340"/>
                </a:lnTo>
                <a:lnTo>
                  <a:pt x="538032" y="430424"/>
                </a:lnTo>
                <a:lnTo>
                  <a:pt x="538204" y="431507"/>
                </a:lnTo>
                <a:lnTo>
                  <a:pt x="538377" y="432590"/>
                </a:lnTo>
                <a:lnTo>
                  <a:pt x="538550" y="433674"/>
                </a:lnTo>
                <a:lnTo>
                  <a:pt x="538723" y="434757"/>
                </a:lnTo>
                <a:lnTo>
                  <a:pt x="538895" y="435841"/>
                </a:lnTo>
                <a:lnTo>
                  <a:pt x="539068" y="436924"/>
                </a:lnTo>
                <a:lnTo>
                  <a:pt x="539241" y="438008"/>
                </a:lnTo>
                <a:lnTo>
                  <a:pt x="539414" y="439092"/>
                </a:lnTo>
                <a:lnTo>
                  <a:pt x="539587" y="440174"/>
                </a:lnTo>
                <a:lnTo>
                  <a:pt x="539760" y="441258"/>
                </a:lnTo>
                <a:lnTo>
                  <a:pt x="539933" y="442341"/>
                </a:lnTo>
                <a:lnTo>
                  <a:pt x="540105" y="443425"/>
                </a:lnTo>
                <a:lnTo>
                  <a:pt x="540278" y="444509"/>
                </a:lnTo>
                <a:lnTo>
                  <a:pt x="540451" y="445592"/>
                </a:lnTo>
                <a:lnTo>
                  <a:pt x="540624" y="446675"/>
                </a:lnTo>
                <a:lnTo>
                  <a:pt x="540797" y="447759"/>
                </a:lnTo>
                <a:lnTo>
                  <a:pt x="540969" y="448842"/>
                </a:lnTo>
                <a:lnTo>
                  <a:pt x="541143" y="449925"/>
                </a:lnTo>
                <a:lnTo>
                  <a:pt x="541315" y="451008"/>
                </a:lnTo>
                <a:lnTo>
                  <a:pt x="541488" y="452091"/>
                </a:lnTo>
                <a:lnTo>
                  <a:pt x="541661" y="453175"/>
                </a:lnTo>
                <a:lnTo>
                  <a:pt x="541834" y="454257"/>
                </a:lnTo>
                <a:lnTo>
                  <a:pt x="542006" y="455340"/>
                </a:lnTo>
                <a:lnTo>
                  <a:pt x="542179" y="456423"/>
                </a:lnTo>
                <a:lnTo>
                  <a:pt x="542353" y="457505"/>
                </a:lnTo>
                <a:lnTo>
                  <a:pt x="542525" y="458588"/>
                </a:lnTo>
                <a:lnTo>
                  <a:pt x="542698" y="459671"/>
                </a:lnTo>
                <a:lnTo>
                  <a:pt x="542870" y="460754"/>
                </a:lnTo>
                <a:lnTo>
                  <a:pt x="543044" y="461835"/>
                </a:lnTo>
                <a:lnTo>
                  <a:pt x="543216" y="462918"/>
                </a:lnTo>
                <a:lnTo>
                  <a:pt x="543389" y="464000"/>
                </a:lnTo>
                <a:lnTo>
                  <a:pt x="543562" y="465082"/>
                </a:lnTo>
                <a:lnTo>
                  <a:pt x="543735" y="466163"/>
                </a:lnTo>
                <a:lnTo>
                  <a:pt x="543908" y="467245"/>
                </a:lnTo>
                <a:lnTo>
                  <a:pt x="544080" y="468327"/>
                </a:lnTo>
                <a:lnTo>
                  <a:pt x="544254" y="469408"/>
                </a:lnTo>
                <a:lnTo>
                  <a:pt x="544426" y="470489"/>
                </a:lnTo>
                <a:lnTo>
                  <a:pt x="544599" y="471570"/>
                </a:lnTo>
                <a:lnTo>
                  <a:pt x="544771" y="472651"/>
                </a:lnTo>
                <a:lnTo>
                  <a:pt x="544945" y="473732"/>
                </a:lnTo>
                <a:lnTo>
                  <a:pt x="545118" y="474813"/>
                </a:lnTo>
                <a:lnTo>
                  <a:pt x="545290" y="475893"/>
                </a:lnTo>
                <a:lnTo>
                  <a:pt x="545464" y="476973"/>
                </a:lnTo>
                <a:lnTo>
                  <a:pt x="545636" y="478053"/>
                </a:lnTo>
                <a:lnTo>
                  <a:pt x="545809" y="479133"/>
                </a:lnTo>
                <a:lnTo>
                  <a:pt x="545981" y="480213"/>
                </a:lnTo>
                <a:lnTo>
                  <a:pt x="546155" y="481292"/>
                </a:lnTo>
                <a:lnTo>
                  <a:pt x="546328" y="482371"/>
                </a:lnTo>
                <a:lnTo>
                  <a:pt x="546500" y="483450"/>
                </a:lnTo>
                <a:lnTo>
                  <a:pt x="546673" y="484528"/>
                </a:lnTo>
                <a:lnTo>
                  <a:pt x="546846" y="485607"/>
                </a:lnTo>
                <a:lnTo>
                  <a:pt x="547019" y="486685"/>
                </a:lnTo>
                <a:lnTo>
                  <a:pt x="547191" y="487763"/>
                </a:lnTo>
                <a:lnTo>
                  <a:pt x="547365" y="488841"/>
                </a:lnTo>
                <a:lnTo>
                  <a:pt x="547537" y="489919"/>
                </a:lnTo>
                <a:lnTo>
                  <a:pt x="547710" y="490996"/>
                </a:lnTo>
                <a:lnTo>
                  <a:pt x="547883" y="492073"/>
                </a:lnTo>
                <a:lnTo>
                  <a:pt x="548056" y="493150"/>
                </a:lnTo>
                <a:lnTo>
                  <a:pt x="548229" y="494226"/>
                </a:lnTo>
                <a:lnTo>
                  <a:pt x="548401" y="495303"/>
                </a:lnTo>
                <a:lnTo>
                  <a:pt x="548574" y="496379"/>
                </a:lnTo>
                <a:lnTo>
                  <a:pt x="548747" y="497454"/>
                </a:lnTo>
                <a:lnTo>
                  <a:pt x="548920" y="498530"/>
                </a:lnTo>
                <a:lnTo>
                  <a:pt x="549092" y="499604"/>
                </a:lnTo>
                <a:lnTo>
                  <a:pt x="549266" y="500679"/>
                </a:lnTo>
                <a:lnTo>
                  <a:pt x="549439" y="501754"/>
                </a:lnTo>
                <a:lnTo>
                  <a:pt x="549611" y="502828"/>
                </a:lnTo>
                <a:lnTo>
                  <a:pt x="549784" y="503902"/>
                </a:lnTo>
                <a:lnTo>
                  <a:pt x="549957" y="504975"/>
                </a:lnTo>
                <a:lnTo>
                  <a:pt x="550130" y="506049"/>
                </a:lnTo>
                <a:lnTo>
                  <a:pt x="550302" y="507122"/>
                </a:lnTo>
                <a:lnTo>
                  <a:pt x="550475" y="508194"/>
                </a:lnTo>
                <a:lnTo>
                  <a:pt x="550649" y="509266"/>
                </a:lnTo>
                <a:lnTo>
                  <a:pt x="550821" y="510338"/>
                </a:lnTo>
                <a:lnTo>
                  <a:pt x="550994" y="511410"/>
                </a:lnTo>
                <a:lnTo>
                  <a:pt x="551167" y="512481"/>
                </a:lnTo>
                <a:lnTo>
                  <a:pt x="551340" y="513551"/>
                </a:lnTo>
                <a:lnTo>
                  <a:pt x="551512" y="514622"/>
                </a:lnTo>
                <a:lnTo>
                  <a:pt x="551685" y="515693"/>
                </a:lnTo>
                <a:lnTo>
                  <a:pt x="551858" y="516762"/>
                </a:lnTo>
                <a:lnTo>
                  <a:pt x="552031" y="517831"/>
                </a:lnTo>
                <a:lnTo>
                  <a:pt x="552204" y="518901"/>
                </a:lnTo>
                <a:lnTo>
                  <a:pt x="552376" y="519969"/>
                </a:lnTo>
                <a:lnTo>
                  <a:pt x="552550" y="521037"/>
                </a:lnTo>
                <a:lnTo>
                  <a:pt x="552722" y="522105"/>
                </a:lnTo>
                <a:lnTo>
                  <a:pt x="552895" y="523172"/>
                </a:lnTo>
                <a:lnTo>
                  <a:pt x="553068" y="524240"/>
                </a:lnTo>
                <a:lnTo>
                  <a:pt x="553241" y="525306"/>
                </a:lnTo>
                <a:lnTo>
                  <a:pt x="553413" y="526372"/>
                </a:lnTo>
                <a:lnTo>
                  <a:pt x="553586" y="527438"/>
                </a:lnTo>
                <a:lnTo>
                  <a:pt x="553760" y="528503"/>
                </a:lnTo>
                <a:lnTo>
                  <a:pt x="553932" y="529568"/>
                </a:lnTo>
                <a:lnTo>
                  <a:pt x="554105" y="530633"/>
                </a:lnTo>
                <a:lnTo>
                  <a:pt x="554277" y="531697"/>
                </a:lnTo>
                <a:lnTo>
                  <a:pt x="554451" y="532760"/>
                </a:lnTo>
                <a:lnTo>
                  <a:pt x="554623" y="533823"/>
                </a:lnTo>
                <a:lnTo>
                  <a:pt x="554796" y="534886"/>
                </a:lnTo>
                <a:lnTo>
                  <a:pt x="554970" y="535948"/>
                </a:lnTo>
                <a:lnTo>
                  <a:pt x="555142" y="537010"/>
                </a:lnTo>
                <a:lnTo>
                  <a:pt x="555315" y="538071"/>
                </a:lnTo>
                <a:lnTo>
                  <a:pt x="555487" y="539132"/>
                </a:lnTo>
                <a:lnTo>
                  <a:pt x="555661" y="540192"/>
                </a:lnTo>
                <a:lnTo>
                  <a:pt x="555833" y="541252"/>
                </a:lnTo>
                <a:lnTo>
                  <a:pt x="556006" y="542312"/>
                </a:lnTo>
                <a:lnTo>
                  <a:pt x="556179" y="543370"/>
                </a:lnTo>
                <a:lnTo>
                  <a:pt x="556352" y="544428"/>
                </a:lnTo>
                <a:lnTo>
                  <a:pt x="556525" y="545487"/>
                </a:lnTo>
                <a:lnTo>
                  <a:pt x="556697" y="546544"/>
                </a:lnTo>
                <a:lnTo>
                  <a:pt x="556871" y="547601"/>
                </a:lnTo>
                <a:lnTo>
                  <a:pt x="557043" y="548658"/>
                </a:lnTo>
                <a:lnTo>
                  <a:pt x="557216" y="549713"/>
                </a:lnTo>
                <a:lnTo>
                  <a:pt x="557388" y="550769"/>
                </a:lnTo>
                <a:lnTo>
                  <a:pt x="557562" y="551823"/>
                </a:lnTo>
                <a:lnTo>
                  <a:pt x="557734" y="552877"/>
                </a:lnTo>
                <a:lnTo>
                  <a:pt x="557907" y="553931"/>
                </a:lnTo>
                <a:lnTo>
                  <a:pt x="558080" y="554985"/>
                </a:lnTo>
                <a:lnTo>
                  <a:pt x="558253" y="556037"/>
                </a:lnTo>
                <a:lnTo>
                  <a:pt x="558426" y="557089"/>
                </a:lnTo>
                <a:lnTo>
                  <a:pt x="558598" y="558140"/>
                </a:lnTo>
                <a:lnTo>
                  <a:pt x="558772" y="559192"/>
                </a:lnTo>
                <a:lnTo>
                  <a:pt x="558944" y="560243"/>
                </a:lnTo>
                <a:lnTo>
                  <a:pt x="559117" y="561292"/>
                </a:lnTo>
                <a:lnTo>
                  <a:pt x="559290" y="562341"/>
                </a:lnTo>
                <a:lnTo>
                  <a:pt x="559463" y="563390"/>
                </a:lnTo>
                <a:lnTo>
                  <a:pt x="559636" y="564438"/>
                </a:lnTo>
                <a:lnTo>
                  <a:pt x="559808" y="565486"/>
                </a:lnTo>
                <a:lnTo>
                  <a:pt x="559981" y="566533"/>
                </a:lnTo>
                <a:lnTo>
                  <a:pt x="560154" y="567579"/>
                </a:lnTo>
                <a:lnTo>
                  <a:pt x="560327" y="568625"/>
                </a:lnTo>
                <a:lnTo>
                  <a:pt x="560500" y="569670"/>
                </a:lnTo>
                <a:lnTo>
                  <a:pt x="560673" y="570715"/>
                </a:lnTo>
                <a:lnTo>
                  <a:pt x="560846" y="571759"/>
                </a:lnTo>
                <a:lnTo>
                  <a:pt x="561018" y="572803"/>
                </a:lnTo>
                <a:lnTo>
                  <a:pt x="561191" y="573845"/>
                </a:lnTo>
                <a:lnTo>
                  <a:pt x="561364" y="574887"/>
                </a:lnTo>
                <a:lnTo>
                  <a:pt x="561537" y="575929"/>
                </a:lnTo>
                <a:lnTo>
                  <a:pt x="561709" y="576970"/>
                </a:lnTo>
                <a:lnTo>
                  <a:pt x="561882" y="578010"/>
                </a:lnTo>
                <a:lnTo>
                  <a:pt x="562055" y="579050"/>
                </a:lnTo>
                <a:lnTo>
                  <a:pt x="562228" y="580089"/>
                </a:lnTo>
                <a:lnTo>
                  <a:pt x="562401" y="581127"/>
                </a:lnTo>
                <a:lnTo>
                  <a:pt x="562574" y="582165"/>
                </a:lnTo>
                <a:lnTo>
                  <a:pt x="562747" y="583202"/>
                </a:lnTo>
                <a:lnTo>
                  <a:pt x="562919" y="584238"/>
                </a:lnTo>
                <a:lnTo>
                  <a:pt x="563092" y="585274"/>
                </a:lnTo>
                <a:lnTo>
                  <a:pt x="563265" y="586309"/>
                </a:lnTo>
                <a:lnTo>
                  <a:pt x="563438" y="587344"/>
                </a:lnTo>
                <a:lnTo>
                  <a:pt x="563611" y="588378"/>
                </a:lnTo>
                <a:lnTo>
                  <a:pt x="563783" y="589410"/>
                </a:lnTo>
                <a:lnTo>
                  <a:pt x="563957" y="590442"/>
                </a:lnTo>
                <a:lnTo>
                  <a:pt x="564129" y="591474"/>
                </a:lnTo>
                <a:lnTo>
                  <a:pt x="564302" y="592506"/>
                </a:lnTo>
                <a:lnTo>
                  <a:pt x="564475" y="593536"/>
                </a:lnTo>
                <a:lnTo>
                  <a:pt x="564648" y="594565"/>
                </a:lnTo>
                <a:lnTo>
                  <a:pt x="564821" y="595594"/>
                </a:lnTo>
                <a:lnTo>
                  <a:pt x="564993" y="596623"/>
                </a:lnTo>
                <a:lnTo>
                  <a:pt x="565167" y="597650"/>
                </a:lnTo>
                <a:lnTo>
                  <a:pt x="565339" y="598677"/>
                </a:lnTo>
                <a:lnTo>
                  <a:pt x="565512" y="599703"/>
                </a:lnTo>
                <a:lnTo>
                  <a:pt x="565685" y="600729"/>
                </a:lnTo>
                <a:lnTo>
                  <a:pt x="565858" y="601753"/>
                </a:lnTo>
                <a:lnTo>
                  <a:pt x="566030" y="602777"/>
                </a:lnTo>
                <a:lnTo>
                  <a:pt x="566203" y="603800"/>
                </a:lnTo>
                <a:lnTo>
                  <a:pt x="566376" y="604823"/>
                </a:lnTo>
                <a:lnTo>
                  <a:pt x="566549" y="605844"/>
                </a:lnTo>
                <a:lnTo>
                  <a:pt x="566722" y="606865"/>
                </a:lnTo>
                <a:lnTo>
                  <a:pt x="566894" y="607885"/>
                </a:lnTo>
                <a:lnTo>
                  <a:pt x="567068" y="608904"/>
                </a:lnTo>
                <a:lnTo>
                  <a:pt x="567240" y="609924"/>
                </a:lnTo>
                <a:lnTo>
                  <a:pt x="567413" y="610942"/>
                </a:lnTo>
                <a:lnTo>
                  <a:pt x="567586" y="611959"/>
                </a:lnTo>
                <a:lnTo>
                  <a:pt x="567759" y="612975"/>
                </a:lnTo>
                <a:lnTo>
                  <a:pt x="567932" y="613990"/>
                </a:lnTo>
                <a:lnTo>
                  <a:pt x="568104" y="615006"/>
                </a:lnTo>
                <a:lnTo>
                  <a:pt x="568278" y="616020"/>
                </a:lnTo>
                <a:lnTo>
                  <a:pt x="568450" y="617033"/>
                </a:lnTo>
                <a:lnTo>
                  <a:pt x="568623" y="618046"/>
                </a:lnTo>
                <a:lnTo>
                  <a:pt x="568795" y="619057"/>
                </a:lnTo>
                <a:lnTo>
                  <a:pt x="568969" y="620069"/>
                </a:lnTo>
                <a:lnTo>
                  <a:pt x="569142" y="621078"/>
                </a:lnTo>
                <a:lnTo>
                  <a:pt x="569314" y="622088"/>
                </a:lnTo>
                <a:lnTo>
                  <a:pt x="569488" y="623097"/>
                </a:lnTo>
                <a:lnTo>
                  <a:pt x="569660" y="624104"/>
                </a:lnTo>
                <a:lnTo>
                  <a:pt x="569833" y="625111"/>
                </a:lnTo>
                <a:lnTo>
                  <a:pt x="570005" y="626117"/>
                </a:lnTo>
                <a:lnTo>
                  <a:pt x="570179" y="627123"/>
                </a:lnTo>
                <a:lnTo>
                  <a:pt x="570351" y="628127"/>
                </a:lnTo>
                <a:lnTo>
                  <a:pt x="570524" y="629131"/>
                </a:lnTo>
                <a:lnTo>
                  <a:pt x="570697" y="630134"/>
                </a:lnTo>
                <a:lnTo>
                  <a:pt x="570870" y="631136"/>
                </a:lnTo>
                <a:lnTo>
                  <a:pt x="571043" y="632137"/>
                </a:lnTo>
                <a:lnTo>
                  <a:pt x="571215" y="633137"/>
                </a:lnTo>
                <a:lnTo>
                  <a:pt x="571389" y="634137"/>
                </a:lnTo>
                <a:lnTo>
                  <a:pt x="571561" y="635136"/>
                </a:lnTo>
                <a:lnTo>
                  <a:pt x="571734" y="636134"/>
                </a:lnTo>
                <a:lnTo>
                  <a:pt x="571907" y="637131"/>
                </a:lnTo>
                <a:lnTo>
                  <a:pt x="572080" y="638127"/>
                </a:lnTo>
                <a:lnTo>
                  <a:pt x="572253" y="639122"/>
                </a:lnTo>
                <a:lnTo>
                  <a:pt x="572425" y="640117"/>
                </a:lnTo>
                <a:lnTo>
                  <a:pt x="572598" y="641110"/>
                </a:lnTo>
                <a:lnTo>
                  <a:pt x="572771" y="642103"/>
                </a:lnTo>
                <a:lnTo>
                  <a:pt x="572944" y="643095"/>
                </a:lnTo>
                <a:lnTo>
                  <a:pt x="573116" y="644086"/>
                </a:lnTo>
                <a:lnTo>
                  <a:pt x="573290" y="645076"/>
                </a:lnTo>
                <a:lnTo>
                  <a:pt x="573463" y="646065"/>
                </a:lnTo>
                <a:lnTo>
                  <a:pt x="573635" y="647053"/>
                </a:lnTo>
                <a:lnTo>
                  <a:pt x="573808" y="648041"/>
                </a:lnTo>
                <a:lnTo>
                  <a:pt x="573981" y="649027"/>
                </a:lnTo>
                <a:lnTo>
                  <a:pt x="574154" y="650013"/>
                </a:lnTo>
                <a:lnTo>
                  <a:pt x="574326" y="650998"/>
                </a:lnTo>
                <a:lnTo>
                  <a:pt x="574499" y="651982"/>
                </a:lnTo>
                <a:lnTo>
                  <a:pt x="574672" y="652965"/>
                </a:lnTo>
                <a:lnTo>
                  <a:pt x="574845" y="653947"/>
                </a:lnTo>
                <a:lnTo>
                  <a:pt x="575018" y="654928"/>
                </a:lnTo>
                <a:lnTo>
                  <a:pt x="575191" y="655909"/>
                </a:lnTo>
                <a:lnTo>
                  <a:pt x="575364" y="656888"/>
                </a:lnTo>
                <a:lnTo>
                  <a:pt x="575536" y="657866"/>
                </a:lnTo>
                <a:lnTo>
                  <a:pt x="575709" y="658844"/>
                </a:lnTo>
                <a:lnTo>
                  <a:pt x="575882" y="659821"/>
                </a:lnTo>
                <a:lnTo>
                  <a:pt x="576055" y="660796"/>
                </a:lnTo>
                <a:lnTo>
                  <a:pt x="576228" y="661771"/>
                </a:lnTo>
                <a:lnTo>
                  <a:pt x="576400" y="662745"/>
                </a:lnTo>
                <a:lnTo>
                  <a:pt x="576573" y="663717"/>
                </a:lnTo>
                <a:lnTo>
                  <a:pt x="576742" y="664690"/>
                </a:lnTo>
                <a:lnTo>
                  <a:pt x="576920" y="665660"/>
                </a:lnTo>
                <a:lnTo>
                  <a:pt x="577089" y="666631"/>
                </a:lnTo>
                <a:lnTo>
                  <a:pt x="577267" y="667600"/>
                </a:lnTo>
                <a:lnTo>
                  <a:pt x="577436" y="668568"/>
                </a:lnTo>
                <a:lnTo>
                  <a:pt x="577614" y="669535"/>
                </a:lnTo>
                <a:lnTo>
                  <a:pt x="577783" y="670502"/>
                </a:lnTo>
                <a:lnTo>
                  <a:pt x="577952" y="671467"/>
                </a:lnTo>
                <a:lnTo>
                  <a:pt x="578130" y="672431"/>
                </a:lnTo>
                <a:lnTo>
                  <a:pt x="578299" y="673394"/>
                </a:lnTo>
                <a:lnTo>
                  <a:pt x="578477" y="674356"/>
                </a:lnTo>
                <a:lnTo>
                  <a:pt x="578646" y="675318"/>
                </a:lnTo>
                <a:lnTo>
                  <a:pt x="578824" y="676279"/>
                </a:lnTo>
                <a:lnTo>
                  <a:pt x="578993" y="677238"/>
                </a:lnTo>
                <a:lnTo>
                  <a:pt x="579162" y="678197"/>
                </a:lnTo>
                <a:lnTo>
                  <a:pt x="579340" y="679154"/>
                </a:lnTo>
                <a:lnTo>
                  <a:pt x="579509" y="680111"/>
                </a:lnTo>
                <a:lnTo>
                  <a:pt x="579686" y="681066"/>
                </a:lnTo>
                <a:lnTo>
                  <a:pt x="579856" y="682021"/>
                </a:lnTo>
                <a:lnTo>
                  <a:pt x="580033" y="682974"/>
                </a:lnTo>
                <a:lnTo>
                  <a:pt x="580202" y="683927"/>
                </a:lnTo>
                <a:lnTo>
                  <a:pt x="580372" y="684878"/>
                </a:lnTo>
                <a:lnTo>
                  <a:pt x="580549" y="685829"/>
                </a:lnTo>
                <a:lnTo>
                  <a:pt x="580718" y="686779"/>
                </a:lnTo>
                <a:lnTo>
                  <a:pt x="580896" y="687728"/>
                </a:lnTo>
                <a:lnTo>
                  <a:pt x="581065" y="688675"/>
                </a:lnTo>
                <a:lnTo>
                  <a:pt x="581243" y="689622"/>
                </a:lnTo>
                <a:lnTo>
                  <a:pt x="581412" y="690567"/>
                </a:lnTo>
                <a:lnTo>
                  <a:pt x="581581" y="691511"/>
                </a:lnTo>
                <a:lnTo>
                  <a:pt x="581759" y="692455"/>
                </a:lnTo>
                <a:lnTo>
                  <a:pt x="581928" y="693398"/>
                </a:lnTo>
                <a:lnTo>
                  <a:pt x="582106" y="694339"/>
                </a:lnTo>
                <a:lnTo>
                  <a:pt x="582275" y="695280"/>
                </a:lnTo>
                <a:lnTo>
                  <a:pt x="582453" y="696219"/>
                </a:lnTo>
                <a:lnTo>
                  <a:pt x="582622" y="697157"/>
                </a:lnTo>
                <a:lnTo>
                  <a:pt x="582791" y="698095"/>
                </a:lnTo>
                <a:lnTo>
                  <a:pt x="582969" y="699031"/>
                </a:lnTo>
                <a:lnTo>
                  <a:pt x="583138" y="699967"/>
                </a:lnTo>
                <a:lnTo>
                  <a:pt x="583316" y="700901"/>
                </a:lnTo>
                <a:lnTo>
                  <a:pt x="583485" y="701834"/>
                </a:lnTo>
                <a:lnTo>
                  <a:pt x="583663" y="702766"/>
                </a:lnTo>
                <a:lnTo>
                  <a:pt x="583832" y="703697"/>
                </a:lnTo>
                <a:lnTo>
                  <a:pt x="584001" y="704628"/>
                </a:lnTo>
                <a:lnTo>
                  <a:pt x="584179" y="705556"/>
                </a:lnTo>
                <a:lnTo>
                  <a:pt x="584348" y="706484"/>
                </a:lnTo>
                <a:lnTo>
                  <a:pt x="584526" y="707411"/>
                </a:lnTo>
                <a:lnTo>
                  <a:pt x="584695" y="708337"/>
                </a:lnTo>
                <a:lnTo>
                  <a:pt x="584873" y="709262"/>
                </a:lnTo>
                <a:lnTo>
                  <a:pt x="585042" y="710185"/>
                </a:lnTo>
                <a:lnTo>
                  <a:pt x="585211" y="711108"/>
                </a:lnTo>
                <a:lnTo>
                  <a:pt x="585389" y="712029"/>
                </a:lnTo>
                <a:lnTo>
                  <a:pt x="585558" y="712950"/>
                </a:lnTo>
                <a:lnTo>
                  <a:pt x="585736" y="713869"/>
                </a:lnTo>
                <a:lnTo>
                  <a:pt x="585905" y="714788"/>
                </a:lnTo>
                <a:lnTo>
                  <a:pt x="586083" y="715705"/>
                </a:lnTo>
                <a:lnTo>
                  <a:pt x="586252" y="716622"/>
                </a:lnTo>
                <a:lnTo>
                  <a:pt x="586421" y="717536"/>
                </a:lnTo>
                <a:lnTo>
                  <a:pt x="586599" y="718451"/>
                </a:lnTo>
                <a:lnTo>
                  <a:pt x="586768" y="719364"/>
                </a:lnTo>
                <a:lnTo>
                  <a:pt x="586946" y="720275"/>
                </a:lnTo>
                <a:lnTo>
                  <a:pt x="587115" y="721187"/>
                </a:lnTo>
                <a:lnTo>
                  <a:pt x="587293" y="722096"/>
                </a:lnTo>
                <a:lnTo>
                  <a:pt x="587462" y="723004"/>
                </a:lnTo>
                <a:lnTo>
                  <a:pt x="587631" y="723911"/>
                </a:lnTo>
                <a:lnTo>
                  <a:pt x="587809" y="724818"/>
                </a:lnTo>
                <a:lnTo>
                  <a:pt x="587978" y="725724"/>
                </a:lnTo>
                <a:lnTo>
                  <a:pt x="588156" y="726628"/>
                </a:lnTo>
                <a:lnTo>
                  <a:pt x="588325" y="727531"/>
                </a:lnTo>
                <a:lnTo>
                  <a:pt x="588503" y="728433"/>
                </a:lnTo>
                <a:lnTo>
                  <a:pt x="588672" y="729334"/>
                </a:lnTo>
                <a:lnTo>
                  <a:pt x="588841" y="730233"/>
                </a:lnTo>
                <a:lnTo>
                  <a:pt x="589019" y="731132"/>
                </a:lnTo>
                <a:lnTo>
                  <a:pt x="589188" y="732029"/>
                </a:lnTo>
                <a:lnTo>
                  <a:pt x="589366" y="732925"/>
                </a:lnTo>
                <a:lnTo>
                  <a:pt x="589535" y="733821"/>
                </a:lnTo>
                <a:lnTo>
                  <a:pt x="589713" y="734715"/>
                </a:lnTo>
                <a:lnTo>
                  <a:pt x="589882" y="735609"/>
                </a:lnTo>
                <a:lnTo>
                  <a:pt x="590051" y="736500"/>
                </a:lnTo>
                <a:lnTo>
                  <a:pt x="590229" y="737390"/>
                </a:lnTo>
                <a:lnTo>
                  <a:pt x="590398" y="738280"/>
                </a:lnTo>
                <a:lnTo>
                  <a:pt x="590576" y="739169"/>
                </a:lnTo>
                <a:lnTo>
                  <a:pt x="590745" y="740057"/>
                </a:lnTo>
                <a:lnTo>
                  <a:pt x="590923" y="740943"/>
                </a:lnTo>
                <a:lnTo>
                  <a:pt x="591092" y="741828"/>
                </a:lnTo>
                <a:lnTo>
                  <a:pt x="591261" y="742711"/>
                </a:lnTo>
                <a:lnTo>
                  <a:pt x="591439" y="743595"/>
                </a:lnTo>
                <a:lnTo>
                  <a:pt x="591608" y="744476"/>
                </a:lnTo>
                <a:lnTo>
                  <a:pt x="591786" y="745356"/>
                </a:lnTo>
                <a:lnTo>
                  <a:pt x="591955" y="746236"/>
                </a:lnTo>
                <a:lnTo>
                  <a:pt x="592133" y="747114"/>
                </a:lnTo>
                <a:lnTo>
                  <a:pt x="592302" y="747992"/>
                </a:lnTo>
                <a:lnTo>
                  <a:pt x="592471" y="748867"/>
                </a:lnTo>
                <a:lnTo>
                  <a:pt x="592649" y="749742"/>
                </a:lnTo>
                <a:lnTo>
                  <a:pt x="592818" y="750616"/>
                </a:lnTo>
                <a:lnTo>
                  <a:pt x="592996" y="751488"/>
                </a:lnTo>
                <a:lnTo>
                  <a:pt x="593165" y="752360"/>
                </a:lnTo>
                <a:lnTo>
                  <a:pt x="593343" y="753230"/>
                </a:lnTo>
                <a:lnTo>
                  <a:pt x="593512" y="754099"/>
                </a:lnTo>
                <a:lnTo>
                  <a:pt x="593681" y="754966"/>
                </a:lnTo>
                <a:lnTo>
                  <a:pt x="593859" y="755833"/>
                </a:lnTo>
                <a:lnTo>
                  <a:pt x="594028" y="756698"/>
                </a:lnTo>
                <a:lnTo>
                  <a:pt x="594205" y="757563"/>
                </a:lnTo>
                <a:lnTo>
                  <a:pt x="594375" y="758426"/>
                </a:lnTo>
                <a:lnTo>
                  <a:pt x="594552" y="759288"/>
                </a:lnTo>
                <a:lnTo>
                  <a:pt x="594721" y="760148"/>
                </a:lnTo>
                <a:lnTo>
                  <a:pt x="594891" y="761009"/>
                </a:lnTo>
                <a:lnTo>
                  <a:pt x="595068" y="761867"/>
                </a:lnTo>
                <a:lnTo>
                  <a:pt x="595238" y="762724"/>
                </a:lnTo>
                <a:lnTo>
                  <a:pt x="595415" y="763581"/>
                </a:lnTo>
                <a:lnTo>
                  <a:pt x="595584" y="764435"/>
                </a:lnTo>
                <a:lnTo>
                  <a:pt x="595753" y="765289"/>
                </a:lnTo>
                <a:lnTo>
                  <a:pt x="595931" y="766141"/>
                </a:lnTo>
                <a:lnTo>
                  <a:pt x="596100" y="766993"/>
                </a:lnTo>
                <a:lnTo>
                  <a:pt x="596278" y="767843"/>
                </a:lnTo>
                <a:lnTo>
                  <a:pt x="596447" y="768692"/>
                </a:lnTo>
                <a:lnTo>
                  <a:pt x="596625" y="769540"/>
                </a:lnTo>
                <a:lnTo>
                  <a:pt x="596794" y="770387"/>
                </a:lnTo>
                <a:lnTo>
                  <a:pt x="596963" y="771232"/>
                </a:lnTo>
                <a:lnTo>
                  <a:pt x="597141" y="772076"/>
                </a:lnTo>
                <a:lnTo>
                  <a:pt x="597310" y="772919"/>
                </a:lnTo>
                <a:lnTo>
                  <a:pt x="597488" y="773761"/>
                </a:lnTo>
                <a:lnTo>
                  <a:pt x="597657" y="774602"/>
                </a:lnTo>
                <a:lnTo>
                  <a:pt x="597835" y="775441"/>
                </a:lnTo>
                <a:lnTo>
                  <a:pt x="598004" y="776280"/>
                </a:lnTo>
                <a:lnTo>
                  <a:pt x="598173" y="777116"/>
                </a:lnTo>
                <a:lnTo>
                  <a:pt x="598351" y="777952"/>
                </a:lnTo>
                <a:lnTo>
                  <a:pt x="598520" y="778787"/>
                </a:lnTo>
                <a:lnTo>
                  <a:pt x="598698" y="779620"/>
                </a:lnTo>
                <a:lnTo>
                  <a:pt x="598867" y="780452"/>
                </a:lnTo>
                <a:lnTo>
                  <a:pt x="599045" y="781283"/>
                </a:lnTo>
                <a:lnTo>
                  <a:pt x="599214" y="782113"/>
                </a:lnTo>
                <a:lnTo>
                  <a:pt x="599383" y="782941"/>
                </a:lnTo>
                <a:lnTo>
                  <a:pt x="599561" y="783769"/>
                </a:lnTo>
                <a:lnTo>
                  <a:pt x="599730" y="784595"/>
                </a:lnTo>
                <a:lnTo>
                  <a:pt x="599908" y="785420"/>
                </a:lnTo>
                <a:lnTo>
                  <a:pt x="600077" y="786244"/>
                </a:lnTo>
                <a:lnTo>
                  <a:pt x="600255" y="787066"/>
                </a:lnTo>
                <a:lnTo>
                  <a:pt x="600424" y="787888"/>
                </a:lnTo>
                <a:lnTo>
                  <a:pt x="600593" y="788708"/>
                </a:lnTo>
                <a:lnTo>
                  <a:pt x="600771" y="789526"/>
                </a:lnTo>
                <a:lnTo>
                  <a:pt x="600940" y="790344"/>
                </a:lnTo>
                <a:lnTo>
                  <a:pt x="601118" y="791161"/>
                </a:lnTo>
                <a:lnTo>
                  <a:pt x="601287" y="791976"/>
                </a:lnTo>
                <a:lnTo>
                  <a:pt x="601465" y="792790"/>
                </a:lnTo>
                <a:lnTo>
                  <a:pt x="601634" y="793602"/>
                </a:lnTo>
                <a:lnTo>
                  <a:pt x="601803" y="794414"/>
                </a:lnTo>
                <a:lnTo>
                  <a:pt x="601981" y="795224"/>
                </a:lnTo>
                <a:lnTo>
                  <a:pt x="602150" y="796033"/>
                </a:lnTo>
                <a:lnTo>
                  <a:pt x="602328" y="796841"/>
                </a:lnTo>
                <a:lnTo>
                  <a:pt x="602497" y="797647"/>
                </a:lnTo>
                <a:lnTo>
                  <a:pt x="602675" y="798453"/>
                </a:lnTo>
                <a:lnTo>
                  <a:pt x="602844" y="799256"/>
                </a:lnTo>
                <a:lnTo>
                  <a:pt x="603013" y="800060"/>
                </a:lnTo>
                <a:lnTo>
                  <a:pt x="603191" y="800861"/>
                </a:lnTo>
                <a:lnTo>
                  <a:pt x="603360" y="801662"/>
                </a:lnTo>
                <a:lnTo>
                  <a:pt x="603538" y="802461"/>
                </a:lnTo>
                <a:lnTo>
                  <a:pt x="603707" y="803259"/>
                </a:lnTo>
                <a:lnTo>
                  <a:pt x="603885" y="804055"/>
                </a:lnTo>
                <a:lnTo>
                  <a:pt x="604054" y="804850"/>
                </a:lnTo>
                <a:lnTo>
                  <a:pt x="604223" y="805645"/>
                </a:lnTo>
                <a:lnTo>
                  <a:pt x="604401" y="806438"/>
                </a:lnTo>
                <a:lnTo>
                  <a:pt x="604570" y="807229"/>
                </a:lnTo>
                <a:lnTo>
                  <a:pt x="604748" y="808020"/>
                </a:lnTo>
                <a:lnTo>
                  <a:pt x="604917" y="808809"/>
                </a:lnTo>
                <a:lnTo>
                  <a:pt x="605095" y="809598"/>
                </a:lnTo>
                <a:lnTo>
                  <a:pt x="605264" y="810384"/>
                </a:lnTo>
                <a:lnTo>
                  <a:pt x="605433" y="811170"/>
                </a:lnTo>
                <a:lnTo>
                  <a:pt x="605611" y="811953"/>
                </a:lnTo>
                <a:lnTo>
                  <a:pt x="605780" y="812737"/>
                </a:lnTo>
                <a:lnTo>
                  <a:pt x="605958" y="813518"/>
                </a:lnTo>
                <a:lnTo>
                  <a:pt x="606127" y="814300"/>
                </a:lnTo>
                <a:lnTo>
                  <a:pt x="606305" y="815074"/>
                </a:lnTo>
                <a:lnTo>
                  <a:pt x="606474" y="815857"/>
                </a:lnTo>
                <a:lnTo>
                  <a:pt x="606643" y="816631"/>
                </a:lnTo>
                <a:lnTo>
                  <a:pt x="606821" y="817405"/>
                </a:lnTo>
                <a:lnTo>
                  <a:pt x="606990" y="818179"/>
                </a:lnTo>
                <a:lnTo>
                  <a:pt x="607168" y="818953"/>
                </a:lnTo>
                <a:lnTo>
                  <a:pt x="607337" y="819727"/>
                </a:lnTo>
                <a:lnTo>
                  <a:pt x="607515" y="820501"/>
                </a:lnTo>
                <a:lnTo>
                  <a:pt x="607684" y="821266"/>
                </a:lnTo>
                <a:lnTo>
                  <a:pt x="607853" y="822031"/>
                </a:lnTo>
                <a:lnTo>
                  <a:pt x="608031" y="822805"/>
                </a:lnTo>
                <a:lnTo>
                  <a:pt x="608200" y="823570"/>
                </a:lnTo>
                <a:lnTo>
                  <a:pt x="608378" y="824335"/>
                </a:lnTo>
                <a:lnTo>
                  <a:pt x="608547" y="825092"/>
                </a:lnTo>
                <a:lnTo>
                  <a:pt x="608725" y="825857"/>
                </a:lnTo>
                <a:lnTo>
                  <a:pt x="608894" y="826613"/>
                </a:lnTo>
                <a:lnTo>
                  <a:pt x="609063" y="827378"/>
                </a:lnTo>
                <a:lnTo>
                  <a:pt x="609241" y="828134"/>
                </a:lnTo>
                <a:lnTo>
                  <a:pt x="609409" y="828890"/>
                </a:lnTo>
                <a:lnTo>
                  <a:pt x="609587" y="829647"/>
                </a:lnTo>
                <a:lnTo>
                  <a:pt x="609756" y="830403"/>
                </a:lnTo>
                <a:lnTo>
                  <a:pt x="609934" y="831150"/>
                </a:lnTo>
                <a:lnTo>
                  <a:pt x="610103" y="831906"/>
                </a:lnTo>
                <a:lnTo>
                  <a:pt x="610273" y="832654"/>
                </a:lnTo>
                <a:lnTo>
                  <a:pt x="610450" y="833401"/>
                </a:lnTo>
                <a:lnTo>
                  <a:pt x="610620" y="834148"/>
                </a:lnTo>
                <a:lnTo>
                  <a:pt x="610797" y="834896"/>
                </a:lnTo>
                <a:lnTo>
                  <a:pt x="610966" y="835643"/>
                </a:lnTo>
                <a:lnTo>
                  <a:pt x="611144" y="836390"/>
                </a:lnTo>
                <a:lnTo>
                  <a:pt x="611313" y="837129"/>
                </a:lnTo>
                <a:lnTo>
                  <a:pt x="611482" y="837867"/>
                </a:lnTo>
                <a:lnTo>
                  <a:pt x="611660" y="838614"/>
                </a:lnTo>
                <a:lnTo>
                  <a:pt x="611829" y="839353"/>
                </a:lnTo>
                <a:lnTo>
                  <a:pt x="612007" y="840082"/>
                </a:lnTo>
                <a:lnTo>
                  <a:pt x="612176" y="840821"/>
                </a:lnTo>
                <a:lnTo>
                  <a:pt x="612354" y="841559"/>
                </a:lnTo>
                <a:lnTo>
                  <a:pt x="612523" y="842289"/>
                </a:lnTo>
                <a:lnTo>
                  <a:pt x="612692" y="843027"/>
                </a:lnTo>
                <a:lnTo>
                  <a:pt x="612870" y="843756"/>
                </a:lnTo>
                <a:lnTo>
                  <a:pt x="613039" y="844486"/>
                </a:lnTo>
                <a:lnTo>
                  <a:pt x="613217" y="845215"/>
                </a:lnTo>
                <a:lnTo>
                  <a:pt x="613386" y="845945"/>
                </a:lnTo>
                <a:lnTo>
                  <a:pt x="613564" y="846666"/>
                </a:lnTo>
                <a:lnTo>
                  <a:pt x="613733" y="847395"/>
                </a:lnTo>
                <a:lnTo>
                  <a:pt x="613902" y="848116"/>
                </a:lnTo>
                <a:lnTo>
                  <a:pt x="614080" y="848836"/>
                </a:lnTo>
                <a:lnTo>
                  <a:pt x="614249" y="849557"/>
                </a:lnTo>
                <a:lnTo>
                  <a:pt x="614427" y="850278"/>
                </a:lnTo>
                <a:lnTo>
                  <a:pt x="614596" y="850998"/>
                </a:lnTo>
                <a:lnTo>
                  <a:pt x="614765" y="851719"/>
                </a:lnTo>
                <a:lnTo>
                  <a:pt x="614943" y="852430"/>
                </a:lnTo>
                <a:lnTo>
                  <a:pt x="615112" y="853142"/>
                </a:lnTo>
                <a:lnTo>
                  <a:pt x="615290" y="853863"/>
                </a:lnTo>
                <a:lnTo>
                  <a:pt x="615459" y="854575"/>
                </a:lnTo>
                <a:lnTo>
                  <a:pt x="615637" y="855286"/>
                </a:lnTo>
                <a:lnTo>
                  <a:pt x="615806" y="855989"/>
                </a:lnTo>
                <a:lnTo>
                  <a:pt x="615975" y="856701"/>
                </a:lnTo>
                <a:lnTo>
                  <a:pt x="616153" y="857404"/>
                </a:lnTo>
                <a:lnTo>
                  <a:pt x="616322" y="858115"/>
                </a:lnTo>
                <a:lnTo>
                  <a:pt x="616500" y="858818"/>
                </a:lnTo>
                <a:lnTo>
                  <a:pt x="616669" y="859521"/>
                </a:lnTo>
                <a:lnTo>
                  <a:pt x="616847" y="860224"/>
                </a:lnTo>
                <a:lnTo>
                  <a:pt x="617016" y="860927"/>
                </a:lnTo>
                <a:lnTo>
                  <a:pt x="617185" y="861620"/>
                </a:lnTo>
                <a:lnTo>
                  <a:pt x="617363" y="862323"/>
                </a:lnTo>
                <a:lnTo>
                  <a:pt x="617532" y="863017"/>
                </a:lnTo>
                <a:lnTo>
                  <a:pt x="617710" y="863711"/>
                </a:lnTo>
                <a:lnTo>
                  <a:pt x="617879" y="864405"/>
                </a:lnTo>
                <a:lnTo>
                  <a:pt x="618057" y="865099"/>
                </a:lnTo>
                <a:lnTo>
                  <a:pt x="618226" y="865793"/>
                </a:lnTo>
                <a:lnTo>
                  <a:pt x="618395" y="866478"/>
                </a:lnTo>
                <a:lnTo>
                  <a:pt x="618573" y="867172"/>
                </a:lnTo>
                <a:lnTo>
                  <a:pt x="618742" y="867857"/>
                </a:lnTo>
                <a:lnTo>
                  <a:pt x="618920" y="868542"/>
                </a:lnTo>
                <a:lnTo>
                  <a:pt x="619089" y="869227"/>
                </a:lnTo>
                <a:lnTo>
                  <a:pt x="619267" y="869912"/>
                </a:lnTo>
                <a:lnTo>
                  <a:pt x="619436" y="870597"/>
                </a:lnTo>
                <a:lnTo>
                  <a:pt x="619605" y="871282"/>
                </a:lnTo>
                <a:lnTo>
                  <a:pt x="619783" y="871958"/>
                </a:lnTo>
                <a:lnTo>
                  <a:pt x="619952" y="872634"/>
                </a:lnTo>
                <a:lnTo>
                  <a:pt x="620130" y="873319"/>
                </a:lnTo>
                <a:lnTo>
                  <a:pt x="620299" y="873995"/>
                </a:lnTo>
                <a:lnTo>
                  <a:pt x="620477" y="874663"/>
                </a:lnTo>
                <a:lnTo>
                  <a:pt x="620646" y="875339"/>
                </a:lnTo>
                <a:lnTo>
                  <a:pt x="620815" y="876015"/>
                </a:lnTo>
                <a:lnTo>
                  <a:pt x="620993" y="876682"/>
                </a:lnTo>
                <a:lnTo>
                  <a:pt x="621162" y="877358"/>
                </a:lnTo>
                <a:lnTo>
                  <a:pt x="621340" y="878026"/>
                </a:lnTo>
                <a:lnTo>
                  <a:pt x="621509" y="878693"/>
                </a:lnTo>
                <a:lnTo>
                  <a:pt x="621687" y="879360"/>
                </a:lnTo>
                <a:lnTo>
                  <a:pt x="621856" y="880018"/>
                </a:lnTo>
                <a:lnTo>
                  <a:pt x="622025" y="880686"/>
                </a:lnTo>
                <a:lnTo>
                  <a:pt x="622203" y="881344"/>
                </a:lnTo>
                <a:lnTo>
                  <a:pt x="622372" y="882011"/>
                </a:lnTo>
                <a:lnTo>
                  <a:pt x="622550" y="882670"/>
                </a:lnTo>
                <a:lnTo>
                  <a:pt x="622719" y="883328"/>
                </a:lnTo>
                <a:lnTo>
                  <a:pt x="622897" y="883986"/>
                </a:lnTo>
                <a:lnTo>
                  <a:pt x="623066" y="884644"/>
                </a:lnTo>
                <a:lnTo>
                  <a:pt x="623235" y="885294"/>
                </a:lnTo>
                <a:lnTo>
                  <a:pt x="623412" y="885952"/>
                </a:lnTo>
                <a:lnTo>
                  <a:pt x="623582" y="886602"/>
                </a:lnTo>
                <a:lnTo>
                  <a:pt x="623759" y="887251"/>
                </a:lnTo>
                <a:lnTo>
                  <a:pt x="623929" y="887901"/>
                </a:lnTo>
                <a:lnTo>
                  <a:pt x="624106" y="888550"/>
                </a:lnTo>
                <a:lnTo>
                  <a:pt x="624276" y="889199"/>
                </a:lnTo>
                <a:lnTo>
                  <a:pt x="624445" y="889840"/>
                </a:lnTo>
                <a:lnTo>
                  <a:pt x="624623" y="890490"/>
                </a:lnTo>
                <a:lnTo>
                  <a:pt x="624791" y="891130"/>
                </a:lnTo>
                <a:lnTo>
                  <a:pt x="624969" y="891771"/>
                </a:lnTo>
                <a:lnTo>
                  <a:pt x="625138" y="892411"/>
                </a:lnTo>
                <a:lnTo>
                  <a:pt x="625316" y="893052"/>
                </a:lnTo>
                <a:lnTo>
                  <a:pt x="625485" y="893692"/>
                </a:lnTo>
                <a:lnTo>
                  <a:pt x="625654" y="894324"/>
                </a:lnTo>
                <a:lnTo>
                  <a:pt x="625832" y="894964"/>
                </a:lnTo>
                <a:lnTo>
                  <a:pt x="626001" y="895596"/>
                </a:lnTo>
                <a:lnTo>
                  <a:pt x="626179" y="896228"/>
                </a:lnTo>
                <a:lnTo>
                  <a:pt x="626348" y="896859"/>
                </a:lnTo>
                <a:lnTo>
                  <a:pt x="626526" y="897491"/>
                </a:lnTo>
                <a:lnTo>
                  <a:pt x="626695" y="898123"/>
                </a:lnTo>
                <a:lnTo>
                  <a:pt x="626864" y="898745"/>
                </a:lnTo>
                <a:lnTo>
                  <a:pt x="627042" y="899377"/>
                </a:lnTo>
                <a:lnTo>
                  <a:pt x="627211" y="900000"/>
                </a:lnTo>
                <a:lnTo>
                  <a:pt x="627389" y="900623"/>
                </a:lnTo>
                <a:lnTo>
                  <a:pt x="627558" y="901245"/>
                </a:lnTo>
                <a:lnTo>
                  <a:pt x="627736" y="901868"/>
                </a:lnTo>
                <a:lnTo>
                  <a:pt x="627905" y="902491"/>
                </a:lnTo>
                <a:lnTo>
                  <a:pt x="628074" y="903114"/>
                </a:lnTo>
                <a:lnTo>
                  <a:pt x="628252" y="903727"/>
                </a:lnTo>
                <a:lnTo>
                  <a:pt x="628421" y="904341"/>
                </a:lnTo>
                <a:lnTo>
                  <a:pt x="628599" y="904964"/>
                </a:lnTo>
                <a:lnTo>
                  <a:pt x="628768" y="905578"/>
                </a:lnTo>
                <a:lnTo>
                  <a:pt x="628946" y="906183"/>
                </a:lnTo>
                <a:lnTo>
                  <a:pt x="629115" y="906797"/>
                </a:lnTo>
                <a:lnTo>
                  <a:pt x="629284" y="907411"/>
                </a:lnTo>
                <a:lnTo>
                  <a:pt x="629462" y="908015"/>
                </a:lnTo>
                <a:lnTo>
                  <a:pt x="629631" y="908629"/>
                </a:lnTo>
                <a:lnTo>
                  <a:pt x="629809" y="909234"/>
                </a:lnTo>
                <a:lnTo>
                  <a:pt x="629978" y="909839"/>
                </a:lnTo>
                <a:lnTo>
                  <a:pt x="630156" y="910444"/>
                </a:lnTo>
                <a:lnTo>
                  <a:pt x="630325" y="911040"/>
                </a:lnTo>
                <a:lnTo>
                  <a:pt x="630494" y="911645"/>
                </a:lnTo>
                <a:lnTo>
                  <a:pt x="630672" y="912250"/>
                </a:lnTo>
                <a:lnTo>
                  <a:pt x="630841" y="912846"/>
                </a:lnTo>
                <a:lnTo>
                  <a:pt x="631019" y="913442"/>
                </a:lnTo>
                <a:lnTo>
                  <a:pt x="631188" y="914038"/>
                </a:lnTo>
                <a:lnTo>
                  <a:pt x="631366" y="914634"/>
                </a:lnTo>
                <a:lnTo>
                  <a:pt x="631535" y="915230"/>
                </a:lnTo>
                <a:lnTo>
                  <a:pt x="631704" y="915818"/>
                </a:lnTo>
                <a:lnTo>
                  <a:pt x="631882" y="916414"/>
                </a:lnTo>
                <a:lnTo>
                  <a:pt x="632051" y="917001"/>
                </a:lnTo>
                <a:lnTo>
                  <a:pt x="632229" y="917597"/>
                </a:lnTo>
                <a:lnTo>
                  <a:pt x="632398" y="918184"/>
                </a:lnTo>
                <a:lnTo>
                  <a:pt x="632576" y="918771"/>
                </a:lnTo>
                <a:lnTo>
                  <a:pt x="632745" y="919350"/>
                </a:lnTo>
                <a:lnTo>
                  <a:pt x="632914" y="919937"/>
                </a:lnTo>
                <a:lnTo>
                  <a:pt x="633092" y="920515"/>
                </a:lnTo>
                <a:lnTo>
                  <a:pt x="633261" y="921102"/>
                </a:lnTo>
                <a:lnTo>
                  <a:pt x="633439" y="921680"/>
                </a:lnTo>
                <a:lnTo>
                  <a:pt x="633608" y="922259"/>
                </a:lnTo>
                <a:lnTo>
                  <a:pt x="633777" y="922837"/>
                </a:lnTo>
                <a:lnTo>
                  <a:pt x="633955" y="923415"/>
                </a:lnTo>
                <a:lnTo>
                  <a:pt x="634124" y="923993"/>
                </a:lnTo>
                <a:lnTo>
                  <a:pt x="634302" y="924563"/>
                </a:lnTo>
                <a:lnTo>
                  <a:pt x="634471" y="925132"/>
                </a:lnTo>
                <a:lnTo>
                  <a:pt x="634649" y="925711"/>
                </a:lnTo>
                <a:lnTo>
                  <a:pt x="634818" y="926280"/>
                </a:lnTo>
                <a:lnTo>
                  <a:pt x="634987" y="926849"/>
                </a:lnTo>
                <a:lnTo>
                  <a:pt x="635165" y="927419"/>
                </a:lnTo>
                <a:lnTo>
                  <a:pt x="635334" y="927979"/>
                </a:lnTo>
                <a:lnTo>
                  <a:pt x="635512" y="928548"/>
                </a:lnTo>
                <a:lnTo>
                  <a:pt x="635681" y="929109"/>
                </a:lnTo>
                <a:lnTo>
                  <a:pt x="635859" y="929678"/>
                </a:lnTo>
                <a:lnTo>
                  <a:pt x="636028" y="930239"/>
                </a:lnTo>
                <a:lnTo>
                  <a:pt x="636197" y="930799"/>
                </a:lnTo>
                <a:lnTo>
                  <a:pt x="636375" y="931360"/>
                </a:lnTo>
                <a:lnTo>
                  <a:pt x="636544" y="931911"/>
                </a:lnTo>
                <a:lnTo>
                  <a:pt x="636722" y="932472"/>
                </a:lnTo>
                <a:lnTo>
                  <a:pt x="636891" y="933023"/>
                </a:lnTo>
                <a:lnTo>
                  <a:pt x="637069" y="933584"/>
                </a:lnTo>
                <a:lnTo>
                  <a:pt x="637238" y="934135"/>
                </a:lnTo>
                <a:lnTo>
                  <a:pt x="637407" y="934687"/>
                </a:lnTo>
                <a:lnTo>
                  <a:pt x="637585" y="935239"/>
                </a:lnTo>
                <a:lnTo>
                  <a:pt x="637754" y="935790"/>
                </a:lnTo>
                <a:lnTo>
                  <a:pt x="637932" y="936333"/>
                </a:lnTo>
                <a:lnTo>
                  <a:pt x="638101" y="936884"/>
                </a:lnTo>
                <a:lnTo>
                  <a:pt x="638279" y="937427"/>
                </a:lnTo>
                <a:lnTo>
                  <a:pt x="638448" y="937970"/>
                </a:lnTo>
                <a:lnTo>
                  <a:pt x="638617" y="938513"/>
                </a:lnTo>
                <a:lnTo>
                  <a:pt x="638794" y="939055"/>
                </a:lnTo>
                <a:lnTo>
                  <a:pt x="638964" y="939598"/>
                </a:lnTo>
                <a:lnTo>
                  <a:pt x="639141" y="940141"/>
                </a:lnTo>
                <a:lnTo>
                  <a:pt x="639311" y="940674"/>
                </a:lnTo>
                <a:lnTo>
                  <a:pt x="639488" y="941217"/>
                </a:lnTo>
                <a:lnTo>
                  <a:pt x="639657" y="941751"/>
                </a:lnTo>
                <a:lnTo>
                  <a:pt x="639827" y="942285"/>
                </a:lnTo>
                <a:lnTo>
                  <a:pt x="640004" y="942818"/>
                </a:lnTo>
                <a:lnTo>
                  <a:pt x="640173" y="943352"/>
                </a:lnTo>
                <a:lnTo>
                  <a:pt x="640351" y="943886"/>
                </a:lnTo>
                <a:lnTo>
                  <a:pt x="640520" y="944411"/>
                </a:lnTo>
                <a:lnTo>
                  <a:pt x="640698" y="944945"/>
                </a:lnTo>
                <a:lnTo>
                  <a:pt x="640867" y="945470"/>
                </a:lnTo>
                <a:lnTo>
                  <a:pt x="641036" y="945994"/>
                </a:lnTo>
                <a:lnTo>
                  <a:pt x="641214" y="946519"/>
                </a:lnTo>
                <a:lnTo>
                  <a:pt x="641383" y="947044"/>
                </a:lnTo>
                <a:lnTo>
                  <a:pt x="641561" y="947569"/>
                </a:lnTo>
                <a:lnTo>
                  <a:pt x="641730" y="948085"/>
                </a:lnTo>
                <a:lnTo>
                  <a:pt x="641908" y="948610"/>
                </a:lnTo>
                <a:lnTo>
                  <a:pt x="642077" y="949126"/>
                </a:lnTo>
                <a:lnTo>
                  <a:pt x="642246" y="949651"/>
                </a:lnTo>
                <a:lnTo>
                  <a:pt x="642424" y="950167"/>
                </a:lnTo>
                <a:lnTo>
                  <a:pt x="642593" y="950683"/>
                </a:lnTo>
                <a:lnTo>
                  <a:pt x="642771" y="951190"/>
                </a:lnTo>
                <a:lnTo>
                  <a:pt x="642940" y="951706"/>
                </a:lnTo>
                <a:lnTo>
                  <a:pt x="643118" y="952222"/>
                </a:lnTo>
                <a:lnTo>
                  <a:pt x="643287" y="952729"/>
                </a:lnTo>
                <a:lnTo>
                  <a:pt x="643456" y="953236"/>
                </a:lnTo>
                <a:lnTo>
                  <a:pt x="643634" y="953752"/>
                </a:lnTo>
                <a:lnTo>
                  <a:pt x="643803" y="954259"/>
                </a:lnTo>
                <a:lnTo>
                  <a:pt x="643981" y="954757"/>
                </a:lnTo>
                <a:lnTo>
                  <a:pt x="644150" y="955265"/>
                </a:lnTo>
                <a:lnTo>
                  <a:pt x="644328" y="955772"/>
                </a:lnTo>
                <a:lnTo>
                  <a:pt x="644497" y="956270"/>
                </a:lnTo>
                <a:lnTo>
                  <a:pt x="644666" y="956777"/>
                </a:lnTo>
                <a:lnTo>
                  <a:pt x="644844" y="957275"/>
                </a:lnTo>
                <a:lnTo>
                  <a:pt x="645013" y="957773"/>
                </a:lnTo>
                <a:lnTo>
                  <a:pt x="645191" y="958272"/>
                </a:lnTo>
                <a:lnTo>
                  <a:pt x="645360" y="958770"/>
                </a:lnTo>
                <a:lnTo>
                  <a:pt x="645538" y="959259"/>
                </a:lnTo>
                <a:lnTo>
                  <a:pt x="645707" y="959757"/>
                </a:lnTo>
                <a:lnTo>
                  <a:pt x="645876" y="960247"/>
                </a:lnTo>
                <a:lnTo>
                  <a:pt x="646054" y="960745"/>
                </a:lnTo>
                <a:lnTo>
                  <a:pt x="646223" y="961234"/>
                </a:lnTo>
                <a:lnTo>
                  <a:pt x="646401" y="961723"/>
                </a:lnTo>
                <a:lnTo>
                  <a:pt x="646570" y="962213"/>
                </a:lnTo>
                <a:lnTo>
                  <a:pt x="646748" y="962702"/>
                </a:lnTo>
                <a:lnTo>
                  <a:pt x="646917" y="963182"/>
                </a:lnTo>
                <a:lnTo>
                  <a:pt x="647086" y="963672"/>
                </a:lnTo>
                <a:lnTo>
                  <a:pt x="647264" y="964152"/>
                </a:lnTo>
                <a:lnTo>
                  <a:pt x="647433" y="964633"/>
                </a:lnTo>
                <a:lnTo>
                  <a:pt x="647611" y="965122"/>
                </a:lnTo>
                <a:lnTo>
                  <a:pt x="647780" y="965602"/>
                </a:lnTo>
                <a:lnTo>
                  <a:pt x="647958" y="966074"/>
                </a:lnTo>
                <a:lnTo>
                  <a:pt x="648127" y="966554"/>
                </a:lnTo>
                <a:lnTo>
                  <a:pt x="648296" y="967035"/>
                </a:lnTo>
                <a:lnTo>
                  <a:pt x="648474" y="967506"/>
                </a:lnTo>
                <a:lnTo>
                  <a:pt x="648643" y="967986"/>
                </a:lnTo>
                <a:lnTo>
                  <a:pt x="648821" y="968458"/>
                </a:lnTo>
                <a:lnTo>
                  <a:pt x="648990" y="968929"/>
                </a:lnTo>
                <a:lnTo>
                  <a:pt x="649168" y="969401"/>
                </a:lnTo>
                <a:lnTo>
                  <a:pt x="649337" y="969873"/>
                </a:lnTo>
                <a:lnTo>
                  <a:pt x="649506" y="970335"/>
                </a:lnTo>
                <a:lnTo>
                  <a:pt x="649684" y="970807"/>
                </a:lnTo>
                <a:lnTo>
                  <a:pt x="649853" y="971269"/>
                </a:lnTo>
                <a:lnTo>
                  <a:pt x="650031" y="971741"/>
                </a:lnTo>
                <a:lnTo>
                  <a:pt x="650200" y="972203"/>
                </a:lnTo>
                <a:lnTo>
                  <a:pt x="650378" y="972666"/>
                </a:lnTo>
                <a:lnTo>
                  <a:pt x="650547" y="973129"/>
                </a:lnTo>
                <a:lnTo>
                  <a:pt x="650716" y="973591"/>
                </a:lnTo>
                <a:lnTo>
                  <a:pt x="650894" y="974045"/>
                </a:lnTo>
                <a:lnTo>
                  <a:pt x="651063" y="974508"/>
                </a:lnTo>
                <a:lnTo>
                  <a:pt x="651241" y="974961"/>
                </a:lnTo>
                <a:lnTo>
                  <a:pt x="651410" y="975424"/>
                </a:lnTo>
                <a:lnTo>
                  <a:pt x="651588" y="975878"/>
                </a:lnTo>
                <a:lnTo>
                  <a:pt x="651757" y="976331"/>
                </a:lnTo>
                <a:lnTo>
                  <a:pt x="651926" y="976785"/>
                </a:lnTo>
                <a:lnTo>
                  <a:pt x="652104" y="977230"/>
                </a:lnTo>
                <a:lnTo>
                  <a:pt x="652273" y="977684"/>
                </a:lnTo>
                <a:lnTo>
                  <a:pt x="652451" y="978137"/>
                </a:lnTo>
                <a:lnTo>
                  <a:pt x="652620" y="978582"/>
                </a:lnTo>
                <a:lnTo>
                  <a:pt x="652789" y="979027"/>
                </a:lnTo>
                <a:lnTo>
                  <a:pt x="652967" y="979472"/>
                </a:lnTo>
                <a:lnTo>
                  <a:pt x="653136" y="979917"/>
                </a:lnTo>
                <a:lnTo>
                  <a:pt x="653314" y="980361"/>
                </a:lnTo>
                <a:lnTo>
                  <a:pt x="653483" y="980806"/>
                </a:lnTo>
                <a:lnTo>
                  <a:pt x="653660" y="981251"/>
                </a:lnTo>
                <a:lnTo>
                  <a:pt x="653830" y="981687"/>
                </a:lnTo>
                <a:lnTo>
                  <a:pt x="653998" y="982132"/>
                </a:lnTo>
                <a:lnTo>
                  <a:pt x="654176" y="982568"/>
                </a:lnTo>
                <a:lnTo>
                  <a:pt x="654345" y="983004"/>
                </a:lnTo>
                <a:lnTo>
                  <a:pt x="654523" y="983440"/>
                </a:lnTo>
                <a:lnTo>
                  <a:pt x="654692" y="983876"/>
                </a:lnTo>
                <a:lnTo>
                  <a:pt x="654870" y="984311"/>
                </a:lnTo>
                <a:lnTo>
                  <a:pt x="655039" y="984738"/>
                </a:lnTo>
                <a:lnTo>
                  <a:pt x="655209" y="985174"/>
                </a:lnTo>
                <a:lnTo>
                  <a:pt x="655386" y="985601"/>
                </a:lnTo>
                <a:lnTo>
                  <a:pt x="655555" y="986037"/>
                </a:lnTo>
                <a:lnTo>
                  <a:pt x="655733" y="986464"/>
                </a:lnTo>
                <a:lnTo>
                  <a:pt x="655902" y="986891"/>
                </a:lnTo>
                <a:lnTo>
                  <a:pt x="656080" y="987318"/>
                </a:lnTo>
                <a:lnTo>
                  <a:pt x="656249" y="987745"/>
                </a:lnTo>
                <a:lnTo>
                  <a:pt x="656418" y="988164"/>
                </a:lnTo>
                <a:lnTo>
                  <a:pt x="656596" y="988591"/>
                </a:lnTo>
                <a:lnTo>
                  <a:pt x="656765" y="989009"/>
                </a:lnTo>
                <a:lnTo>
                  <a:pt x="656943" y="989436"/>
                </a:lnTo>
                <a:lnTo>
                  <a:pt x="657112" y="989854"/>
                </a:lnTo>
                <a:lnTo>
                  <a:pt x="657290" y="990272"/>
                </a:lnTo>
                <a:lnTo>
                  <a:pt x="657459" y="990690"/>
                </a:lnTo>
                <a:lnTo>
                  <a:pt x="657628" y="991099"/>
                </a:lnTo>
                <a:lnTo>
                  <a:pt x="657806" y="991518"/>
                </a:lnTo>
                <a:lnTo>
                  <a:pt x="657975" y="991936"/>
                </a:lnTo>
                <a:lnTo>
                  <a:pt x="658153" y="992345"/>
                </a:lnTo>
                <a:lnTo>
                  <a:pt x="658322" y="992763"/>
                </a:lnTo>
                <a:lnTo>
                  <a:pt x="658500" y="993172"/>
                </a:lnTo>
                <a:lnTo>
                  <a:pt x="658669" y="993582"/>
                </a:lnTo>
                <a:lnTo>
                  <a:pt x="658838" y="993991"/>
                </a:lnTo>
                <a:lnTo>
                  <a:pt x="659016" y="994400"/>
                </a:lnTo>
                <a:lnTo>
                  <a:pt x="659185" y="994800"/>
                </a:lnTo>
                <a:lnTo>
                  <a:pt x="659363" y="995210"/>
                </a:lnTo>
                <a:lnTo>
                  <a:pt x="659532" y="995610"/>
                </a:lnTo>
                <a:lnTo>
                  <a:pt x="659710" y="996019"/>
                </a:lnTo>
                <a:lnTo>
                  <a:pt x="659879" y="996420"/>
                </a:lnTo>
                <a:lnTo>
                  <a:pt x="660048" y="996820"/>
                </a:lnTo>
                <a:lnTo>
                  <a:pt x="660226" y="997220"/>
                </a:lnTo>
                <a:lnTo>
                  <a:pt x="660395" y="997621"/>
                </a:lnTo>
                <a:lnTo>
                  <a:pt x="660573" y="998021"/>
                </a:lnTo>
                <a:lnTo>
                  <a:pt x="660742" y="998421"/>
                </a:lnTo>
                <a:lnTo>
                  <a:pt x="660920" y="998813"/>
                </a:lnTo>
                <a:lnTo>
                  <a:pt x="661089" y="999213"/>
                </a:lnTo>
                <a:lnTo>
                  <a:pt x="661258" y="999604"/>
                </a:lnTo>
                <a:lnTo>
                  <a:pt x="661436" y="999996"/>
                </a:lnTo>
                <a:lnTo>
                  <a:pt x="661605" y="1000387"/>
                </a:lnTo>
                <a:lnTo>
                  <a:pt x="661783" y="1000779"/>
                </a:lnTo>
                <a:lnTo>
                  <a:pt x="661952" y="1001170"/>
                </a:lnTo>
                <a:lnTo>
                  <a:pt x="662130" y="1001562"/>
                </a:lnTo>
                <a:lnTo>
                  <a:pt x="662299" y="1001944"/>
                </a:lnTo>
                <a:lnTo>
                  <a:pt x="662468" y="1002336"/>
                </a:lnTo>
                <a:lnTo>
                  <a:pt x="662646" y="1002718"/>
                </a:lnTo>
                <a:lnTo>
                  <a:pt x="662815" y="1003101"/>
                </a:lnTo>
                <a:lnTo>
                  <a:pt x="662993" y="1003483"/>
                </a:lnTo>
                <a:lnTo>
                  <a:pt x="663162" y="1003866"/>
                </a:lnTo>
                <a:lnTo>
                  <a:pt x="663340" y="1004248"/>
                </a:lnTo>
                <a:lnTo>
                  <a:pt x="663509" y="1004631"/>
                </a:lnTo>
                <a:lnTo>
                  <a:pt x="663678" y="1005014"/>
                </a:lnTo>
                <a:lnTo>
                  <a:pt x="663856" y="1005387"/>
                </a:lnTo>
                <a:lnTo>
                  <a:pt x="664025" y="1005770"/>
                </a:lnTo>
                <a:lnTo>
                  <a:pt x="664203" y="1006143"/>
                </a:lnTo>
                <a:lnTo>
                  <a:pt x="664372" y="1006517"/>
                </a:lnTo>
                <a:lnTo>
                  <a:pt x="664550" y="1006891"/>
                </a:lnTo>
                <a:lnTo>
                  <a:pt x="664719" y="1007264"/>
                </a:lnTo>
                <a:lnTo>
                  <a:pt x="664888" y="1007638"/>
                </a:lnTo>
                <a:lnTo>
                  <a:pt x="665066" y="1008012"/>
                </a:lnTo>
                <a:lnTo>
                  <a:pt x="665235" y="1008385"/>
                </a:lnTo>
                <a:lnTo>
                  <a:pt x="665413" y="1008750"/>
                </a:lnTo>
                <a:lnTo>
                  <a:pt x="665582" y="1009124"/>
                </a:lnTo>
                <a:lnTo>
                  <a:pt x="665760" y="1009488"/>
                </a:lnTo>
                <a:lnTo>
                  <a:pt x="665929" y="1009853"/>
                </a:lnTo>
                <a:lnTo>
                  <a:pt x="666098" y="1010218"/>
                </a:lnTo>
                <a:lnTo>
                  <a:pt x="666276" y="1010583"/>
                </a:lnTo>
                <a:lnTo>
                  <a:pt x="666445" y="1010947"/>
                </a:lnTo>
                <a:lnTo>
                  <a:pt x="666623" y="1011312"/>
                </a:lnTo>
                <a:lnTo>
                  <a:pt x="666792" y="1011668"/>
                </a:lnTo>
                <a:lnTo>
                  <a:pt x="666970" y="1012033"/>
                </a:lnTo>
                <a:lnTo>
                  <a:pt x="667139" y="1012389"/>
                </a:lnTo>
                <a:lnTo>
                  <a:pt x="667308" y="1012744"/>
                </a:lnTo>
                <a:lnTo>
                  <a:pt x="667486" y="1013109"/>
                </a:lnTo>
                <a:lnTo>
                  <a:pt x="667655" y="1013465"/>
                </a:lnTo>
                <a:lnTo>
                  <a:pt x="667833" y="1013821"/>
                </a:lnTo>
                <a:lnTo>
                  <a:pt x="668002" y="1014168"/>
                </a:lnTo>
                <a:lnTo>
                  <a:pt x="668179" y="1014524"/>
                </a:lnTo>
                <a:lnTo>
                  <a:pt x="668348" y="1014880"/>
                </a:lnTo>
                <a:lnTo>
                  <a:pt x="668518" y="1015227"/>
                </a:lnTo>
                <a:lnTo>
                  <a:pt x="668695" y="1015582"/>
                </a:lnTo>
                <a:lnTo>
                  <a:pt x="668865" y="1015929"/>
                </a:lnTo>
                <a:lnTo>
                  <a:pt x="669042" y="1016276"/>
                </a:lnTo>
                <a:lnTo>
                  <a:pt x="669212" y="1016623"/>
                </a:lnTo>
                <a:lnTo>
                  <a:pt x="669389" y="1016970"/>
                </a:lnTo>
                <a:lnTo>
                  <a:pt x="669558" y="1017317"/>
                </a:lnTo>
                <a:lnTo>
                  <a:pt x="669727" y="1017664"/>
                </a:lnTo>
                <a:lnTo>
                  <a:pt x="669905" y="1018002"/>
                </a:lnTo>
                <a:lnTo>
                  <a:pt x="670074" y="1018349"/>
                </a:lnTo>
                <a:lnTo>
                  <a:pt x="670252" y="1018687"/>
                </a:lnTo>
                <a:lnTo>
                  <a:pt x="670421" y="1019034"/>
                </a:lnTo>
                <a:lnTo>
                  <a:pt x="670599" y="1019372"/>
                </a:lnTo>
                <a:lnTo>
                  <a:pt x="670768" y="1019710"/>
                </a:lnTo>
                <a:lnTo>
                  <a:pt x="670937" y="1020049"/>
                </a:lnTo>
                <a:lnTo>
                  <a:pt x="671115" y="1020387"/>
                </a:lnTo>
                <a:lnTo>
                  <a:pt x="671284" y="1020725"/>
                </a:lnTo>
                <a:lnTo>
                  <a:pt x="671462" y="1021054"/>
                </a:lnTo>
                <a:lnTo>
                  <a:pt x="671631" y="1021392"/>
                </a:lnTo>
                <a:lnTo>
                  <a:pt x="671800" y="1021721"/>
                </a:lnTo>
                <a:lnTo>
                  <a:pt x="671978" y="1022059"/>
                </a:lnTo>
                <a:lnTo>
                  <a:pt x="672147" y="1022388"/>
                </a:lnTo>
                <a:lnTo>
                  <a:pt x="672325" y="1022717"/>
                </a:lnTo>
                <a:lnTo>
                  <a:pt x="672494" y="1023047"/>
                </a:lnTo>
                <a:lnTo>
                  <a:pt x="672672" y="1023376"/>
                </a:lnTo>
                <a:lnTo>
                  <a:pt x="672841" y="1023705"/>
                </a:lnTo>
                <a:lnTo>
                  <a:pt x="673010" y="1024025"/>
                </a:lnTo>
                <a:lnTo>
                  <a:pt x="673188" y="1024354"/>
                </a:lnTo>
                <a:lnTo>
                  <a:pt x="673357" y="1024684"/>
                </a:lnTo>
                <a:lnTo>
                  <a:pt x="673535" y="1025004"/>
                </a:lnTo>
                <a:lnTo>
                  <a:pt x="673704" y="1025324"/>
                </a:lnTo>
                <a:lnTo>
                  <a:pt x="673882" y="1025644"/>
                </a:lnTo>
                <a:lnTo>
                  <a:pt x="674051" y="1025973"/>
                </a:lnTo>
                <a:lnTo>
                  <a:pt x="674220" y="1026285"/>
                </a:lnTo>
                <a:lnTo>
                  <a:pt x="674398" y="1026605"/>
                </a:lnTo>
                <a:lnTo>
                  <a:pt x="674567" y="1026925"/>
                </a:lnTo>
                <a:lnTo>
                  <a:pt x="674745" y="1027246"/>
                </a:lnTo>
                <a:lnTo>
                  <a:pt x="674914" y="1027557"/>
                </a:lnTo>
                <a:lnTo>
                  <a:pt x="675092" y="1027877"/>
                </a:lnTo>
                <a:lnTo>
                  <a:pt x="675261" y="1028189"/>
                </a:lnTo>
                <a:lnTo>
                  <a:pt x="675430" y="1028500"/>
                </a:lnTo>
                <a:lnTo>
                  <a:pt x="675608" y="1028820"/>
                </a:lnTo>
                <a:lnTo>
                  <a:pt x="675777" y="1029132"/>
                </a:lnTo>
                <a:lnTo>
                  <a:pt x="675955" y="1029443"/>
                </a:lnTo>
                <a:lnTo>
                  <a:pt x="676124" y="1029746"/>
                </a:lnTo>
                <a:lnTo>
                  <a:pt x="676302" y="1030057"/>
                </a:lnTo>
                <a:lnTo>
                  <a:pt x="676471" y="1030368"/>
                </a:lnTo>
                <a:lnTo>
                  <a:pt x="676640" y="1030671"/>
                </a:lnTo>
                <a:lnTo>
                  <a:pt x="676818" y="1030982"/>
                </a:lnTo>
                <a:lnTo>
                  <a:pt x="676987" y="1031285"/>
                </a:lnTo>
                <a:lnTo>
                  <a:pt x="677165" y="1031587"/>
                </a:lnTo>
                <a:lnTo>
                  <a:pt x="677334" y="1031890"/>
                </a:lnTo>
                <a:lnTo>
                  <a:pt x="677512" y="1032192"/>
                </a:lnTo>
                <a:lnTo>
                  <a:pt x="677681" y="1032495"/>
                </a:lnTo>
                <a:lnTo>
                  <a:pt x="677850" y="1032797"/>
                </a:lnTo>
                <a:lnTo>
                  <a:pt x="678028" y="1033100"/>
                </a:lnTo>
                <a:lnTo>
                  <a:pt x="678197" y="1033402"/>
                </a:lnTo>
                <a:lnTo>
                  <a:pt x="678375" y="1033696"/>
                </a:lnTo>
                <a:lnTo>
                  <a:pt x="678544" y="1033998"/>
                </a:lnTo>
                <a:lnTo>
                  <a:pt x="678722" y="1034292"/>
                </a:lnTo>
                <a:lnTo>
                  <a:pt x="678891" y="1034585"/>
                </a:lnTo>
                <a:lnTo>
                  <a:pt x="679060" y="1034879"/>
                </a:lnTo>
                <a:lnTo>
                  <a:pt x="679238" y="1035172"/>
                </a:lnTo>
                <a:lnTo>
                  <a:pt x="679407" y="1035466"/>
                </a:lnTo>
                <a:lnTo>
                  <a:pt x="679585" y="1035760"/>
                </a:lnTo>
                <a:lnTo>
                  <a:pt x="679754" y="1036053"/>
                </a:lnTo>
                <a:lnTo>
                  <a:pt x="679932" y="1036338"/>
                </a:lnTo>
                <a:lnTo>
                  <a:pt x="680101" y="1036632"/>
                </a:lnTo>
                <a:lnTo>
                  <a:pt x="680270" y="1036916"/>
                </a:lnTo>
                <a:lnTo>
                  <a:pt x="680448" y="1037210"/>
                </a:lnTo>
                <a:lnTo>
                  <a:pt x="680617" y="1037494"/>
                </a:lnTo>
                <a:lnTo>
                  <a:pt x="680795" y="1037779"/>
                </a:lnTo>
                <a:lnTo>
                  <a:pt x="680964" y="1038064"/>
                </a:lnTo>
                <a:lnTo>
                  <a:pt x="681142" y="1038348"/>
                </a:lnTo>
                <a:lnTo>
                  <a:pt x="681311" y="1038633"/>
                </a:lnTo>
                <a:lnTo>
                  <a:pt x="681480" y="1038918"/>
                </a:lnTo>
                <a:lnTo>
                  <a:pt x="681658" y="1039202"/>
                </a:lnTo>
                <a:lnTo>
                  <a:pt x="681827" y="1039478"/>
                </a:lnTo>
                <a:lnTo>
                  <a:pt x="682005" y="1039763"/>
                </a:lnTo>
                <a:lnTo>
                  <a:pt x="682174" y="1040039"/>
                </a:lnTo>
                <a:lnTo>
                  <a:pt x="682351" y="1040315"/>
                </a:lnTo>
                <a:lnTo>
                  <a:pt x="682521" y="1040599"/>
                </a:lnTo>
                <a:lnTo>
                  <a:pt x="682690" y="1040875"/>
                </a:lnTo>
                <a:lnTo>
                  <a:pt x="682868" y="1041151"/>
                </a:lnTo>
                <a:lnTo>
                  <a:pt x="683037" y="1041427"/>
                </a:lnTo>
                <a:lnTo>
                  <a:pt x="683215" y="1041694"/>
                </a:lnTo>
                <a:lnTo>
                  <a:pt x="683383" y="1041969"/>
                </a:lnTo>
                <a:lnTo>
                  <a:pt x="683561" y="1042245"/>
                </a:lnTo>
                <a:lnTo>
                  <a:pt x="683730" y="1042512"/>
                </a:lnTo>
                <a:lnTo>
                  <a:pt x="683900" y="1042788"/>
                </a:lnTo>
                <a:lnTo>
                  <a:pt x="684077" y="1043055"/>
                </a:lnTo>
                <a:lnTo>
                  <a:pt x="684246" y="1043322"/>
                </a:lnTo>
                <a:lnTo>
                  <a:pt x="684424" y="1043597"/>
                </a:lnTo>
                <a:lnTo>
                  <a:pt x="684593" y="1043864"/>
                </a:lnTo>
                <a:lnTo>
                  <a:pt x="684771" y="1044131"/>
                </a:lnTo>
                <a:lnTo>
                  <a:pt x="684940" y="1044389"/>
                </a:lnTo>
                <a:lnTo>
                  <a:pt x="685109" y="1044656"/>
                </a:lnTo>
                <a:lnTo>
                  <a:pt x="685287" y="1044923"/>
                </a:lnTo>
                <a:lnTo>
                  <a:pt x="685456" y="1045190"/>
                </a:lnTo>
                <a:lnTo>
                  <a:pt x="685634" y="1045448"/>
                </a:lnTo>
                <a:lnTo>
                  <a:pt x="685803" y="1045715"/>
                </a:lnTo>
                <a:lnTo>
                  <a:pt x="685981" y="1045973"/>
                </a:lnTo>
                <a:lnTo>
                  <a:pt x="686150" y="1046231"/>
                </a:lnTo>
                <a:lnTo>
                  <a:pt x="686319" y="1046489"/>
                </a:lnTo>
                <a:lnTo>
                  <a:pt x="686497" y="1046747"/>
                </a:lnTo>
                <a:lnTo>
                  <a:pt x="686666" y="1047005"/>
                </a:lnTo>
                <a:lnTo>
                  <a:pt x="686844" y="1047263"/>
                </a:lnTo>
                <a:lnTo>
                  <a:pt x="687013" y="1047521"/>
                </a:lnTo>
                <a:lnTo>
                  <a:pt x="687191" y="1047779"/>
                </a:lnTo>
                <a:lnTo>
                  <a:pt x="687360" y="1048028"/>
                </a:lnTo>
                <a:lnTo>
                  <a:pt x="687529" y="1048286"/>
                </a:lnTo>
                <a:lnTo>
                  <a:pt x="687707" y="1048535"/>
                </a:lnTo>
                <a:lnTo>
                  <a:pt x="687876" y="1048793"/>
                </a:lnTo>
                <a:lnTo>
                  <a:pt x="688054" y="1049042"/>
                </a:lnTo>
                <a:lnTo>
                  <a:pt x="688223" y="1049291"/>
                </a:lnTo>
                <a:lnTo>
                  <a:pt x="688401" y="1049540"/>
                </a:lnTo>
                <a:lnTo>
                  <a:pt x="688570" y="1049789"/>
                </a:lnTo>
                <a:lnTo>
                  <a:pt x="688739" y="1050038"/>
                </a:lnTo>
                <a:lnTo>
                  <a:pt x="688917" y="1050288"/>
                </a:lnTo>
                <a:lnTo>
                  <a:pt x="689086" y="1050537"/>
                </a:lnTo>
                <a:lnTo>
                  <a:pt x="689264" y="1050777"/>
                </a:lnTo>
                <a:lnTo>
                  <a:pt x="689433" y="1051026"/>
                </a:lnTo>
                <a:lnTo>
                  <a:pt x="689611" y="1051266"/>
                </a:lnTo>
                <a:lnTo>
                  <a:pt x="689780" y="1051515"/>
                </a:lnTo>
                <a:lnTo>
                  <a:pt x="689949" y="1051756"/>
                </a:lnTo>
                <a:lnTo>
                  <a:pt x="690127" y="1051996"/>
                </a:lnTo>
                <a:lnTo>
                  <a:pt x="690296" y="1052236"/>
                </a:lnTo>
                <a:lnTo>
                  <a:pt x="690474" y="1052485"/>
                </a:lnTo>
                <a:lnTo>
                  <a:pt x="690643" y="1052716"/>
                </a:lnTo>
                <a:lnTo>
                  <a:pt x="690812" y="1052957"/>
                </a:lnTo>
                <a:lnTo>
                  <a:pt x="690990" y="1053197"/>
                </a:lnTo>
                <a:lnTo>
                  <a:pt x="691159" y="1053437"/>
                </a:lnTo>
                <a:lnTo>
                  <a:pt x="691337" y="1053668"/>
                </a:lnTo>
                <a:lnTo>
                  <a:pt x="691506" y="1053908"/>
                </a:lnTo>
                <a:lnTo>
                  <a:pt x="691684" y="1054140"/>
                </a:lnTo>
                <a:lnTo>
                  <a:pt x="691853" y="1054380"/>
                </a:lnTo>
                <a:lnTo>
                  <a:pt x="692022" y="1054611"/>
                </a:lnTo>
                <a:lnTo>
                  <a:pt x="692200" y="1054843"/>
                </a:lnTo>
                <a:lnTo>
                  <a:pt x="692369" y="1055074"/>
                </a:lnTo>
                <a:lnTo>
                  <a:pt x="692547" y="1055305"/>
                </a:lnTo>
                <a:lnTo>
                  <a:pt x="692716" y="1055537"/>
                </a:lnTo>
                <a:lnTo>
                  <a:pt x="692894" y="1055768"/>
                </a:lnTo>
                <a:lnTo>
                  <a:pt x="693063" y="1055999"/>
                </a:lnTo>
                <a:lnTo>
                  <a:pt x="693232" y="1056230"/>
                </a:lnTo>
                <a:lnTo>
                  <a:pt x="693410" y="1056453"/>
                </a:lnTo>
                <a:lnTo>
                  <a:pt x="693579" y="1056684"/>
                </a:lnTo>
                <a:lnTo>
                  <a:pt x="693757" y="1056906"/>
                </a:lnTo>
                <a:lnTo>
                  <a:pt x="693926" y="1057138"/>
                </a:lnTo>
                <a:lnTo>
                  <a:pt x="694104" y="1057360"/>
                </a:lnTo>
                <a:lnTo>
                  <a:pt x="694273" y="1057583"/>
                </a:lnTo>
                <a:lnTo>
                  <a:pt x="694442" y="1057805"/>
                </a:lnTo>
                <a:lnTo>
                  <a:pt x="694620" y="1058027"/>
                </a:lnTo>
                <a:lnTo>
                  <a:pt x="694789" y="1058250"/>
                </a:lnTo>
                <a:lnTo>
                  <a:pt x="694967" y="1058472"/>
                </a:lnTo>
                <a:lnTo>
                  <a:pt x="695136" y="1058695"/>
                </a:lnTo>
                <a:lnTo>
                  <a:pt x="695314" y="1058917"/>
                </a:lnTo>
                <a:lnTo>
                  <a:pt x="695483" y="1059131"/>
                </a:lnTo>
                <a:lnTo>
                  <a:pt x="695652" y="1059353"/>
                </a:lnTo>
                <a:lnTo>
                  <a:pt x="695830" y="1059567"/>
                </a:lnTo>
                <a:lnTo>
                  <a:pt x="695999" y="1059789"/>
                </a:lnTo>
                <a:lnTo>
                  <a:pt x="696177" y="1060002"/>
                </a:lnTo>
                <a:lnTo>
                  <a:pt x="696346" y="1060216"/>
                </a:lnTo>
                <a:lnTo>
                  <a:pt x="696524" y="1060430"/>
                </a:lnTo>
                <a:lnTo>
                  <a:pt x="696693" y="1060643"/>
                </a:lnTo>
                <a:lnTo>
                  <a:pt x="696862" y="1060857"/>
                </a:lnTo>
                <a:lnTo>
                  <a:pt x="697040" y="1061070"/>
                </a:lnTo>
                <a:lnTo>
                  <a:pt x="697209" y="1061284"/>
                </a:lnTo>
                <a:lnTo>
                  <a:pt x="697386" y="1061497"/>
                </a:lnTo>
                <a:lnTo>
                  <a:pt x="697556" y="1061711"/>
                </a:lnTo>
                <a:lnTo>
                  <a:pt x="697733" y="1061915"/>
                </a:lnTo>
                <a:lnTo>
                  <a:pt x="697903" y="1062129"/>
                </a:lnTo>
                <a:lnTo>
                  <a:pt x="698072" y="1062333"/>
                </a:lnTo>
                <a:lnTo>
                  <a:pt x="698250" y="1062547"/>
                </a:lnTo>
                <a:lnTo>
                  <a:pt x="698419" y="1062752"/>
                </a:lnTo>
                <a:lnTo>
                  <a:pt x="698596" y="1062956"/>
                </a:lnTo>
                <a:lnTo>
                  <a:pt x="698765" y="1063161"/>
                </a:lnTo>
                <a:lnTo>
                  <a:pt x="698943" y="1063365"/>
                </a:lnTo>
                <a:lnTo>
                  <a:pt x="699112" y="1063570"/>
                </a:lnTo>
                <a:lnTo>
                  <a:pt x="699281" y="1063775"/>
                </a:lnTo>
                <a:lnTo>
                  <a:pt x="699459" y="1063979"/>
                </a:lnTo>
                <a:lnTo>
                  <a:pt x="699628" y="1064184"/>
                </a:lnTo>
                <a:lnTo>
                  <a:pt x="699806" y="1064380"/>
                </a:lnTo>
                <a:lnTo>
                  <a:pt x="699975" y="1064584"/>
                </a:lnTo>
                <a:lnTo>
                  <a:pt x="700153" y="1064789"/>
                </a:lnTo>
                <a:lnTo>
                  <a:pt x="700322" y="1064985"/>
                </a:lnTo>
                <a:lnTo>
                  <a:pt x="700491" y="1065180"/>
                </a:lnTo>
                <a:lnTo>
                  <a:pt x="700669" y="1065385"/>
                </a:lnTo>
                <a:lnTo>
                  <a:pt x="700838" y="1065581"/>
                </a:lnTo>
                <a:lnTo>
                  <a:pt x="701016" y="1065776"/>
                </a:lnTo>
                <a:lnTo>
                  <a:pt x="701185" y="1065972"/>
                </a:lnTo>
                <a:lnTo>
                  <a:pt x="701363" y="1066168"/>
                </a:lnTo>
                <a:lnTo>
                  <a:pt x="701532" y="1066363"/>
                </a:lnTo>
                <a:lnTo>
                  <a:pt x="701701" y="1066559"/>
                </a:lnTo>
                <a:lnTo>
                  <a:pt x="701879" y="1066755"/>
                </a:lnTo>
                <a:lnTo>
                  <a:pt x="702048" y="1066942"/>
                </a:lnTo>
                <a:lnTo>
                  <a:pt x="702226" y="1067137"/>
                </a:lnTo>
                <a:lnTo>
                  <a:pt x="702395" y="1067333"/>
                </a:lnTo>
                <a:lnTo>
                  <a:pt x="702573" y="1067520"/>
                </a:lnTo>
                <a:lnTo>
                  <a:pt x="702742" y="1067707"/>
                </a:lnTo>
                <a:lnTo>
                  <a:pt x="702911" y="1067902"/>
                </a:lnTo>
                <a:lnTo>
                  <a:pt x="703089" y="1068089"/>
                </a:lnTo>
                <a:lnTo>
                  <a:pt x="703258" y="1068276"/>
                </a:lnTo>
                <a:lnTo>
                  <a:pt x="703436" y="1068463"/>
                </a:lnTo>
                <a:lnTo>
                  <a:pt x="703605" y="1068659"/>
                </a:lnTo>
                <a:lnTo>
                  <a:pt x="703783" y="1068837"/>
                </a:lnTo>
                <a:lnTo>
                  <a:pt x="703952" y="1069023"/>
                </a:lnTo>
                <a:lnTo>
                  <a:pt x="704121" y="1069210"/>
                </a:lnTo>
                <a:lnTo>
                  <a:pt x="704299" y="1069397"/>
                </a:lnTo>
                <a:lnTo>
                  <a:pt x="704468" y="1069584"/>
                </a:lnTo>
                <a:lnTo>
                  <a:pt x="704646" y="1069762"/>
                </a:lnTo>
                <a:lnTo>
                  <a:pt x="704815" y="1069949"/>
                </a:lnTo>
                <a:lnTo>
                  <a:pt x="704993" y="1070127"/>
                </a:lnTo>
                <a:lnTo>
                  <a:pt x="705162" y="1070313"/>
                </a:lnTo>
                <a:lnTo>
                  <a:pt x="705331" y="1070491"/>
                </a:lnTo>
                <a:lnTo>
                  <a:pt x="705509" y="1070669"/>
                </a:lnTo>
                <a:lnTo>
                  <a:pt x="705678" y="1070856"/>
                </a:lnTo>
                <a:lnTo>
                  <a:pt x="705856" y="1071034"/>
                </a:lnTo>
                <a:lnTo>
                  <a:pt x="706025" y="1071212"/>
                </a:lnTo>
                <a:lnTo>
                  <a:pt x="706203" y="1071390"/>
                </a:lnTo>
                <a:lnTo>
                  <a:pt x="706372" y="1071568"/>
                </a:lnTo>
                <a:lnTo>
                  <a:pt x="706541" y="1071746"/>
                </a:lnTo>
                <a:lnTo>
                  <a:pt x="706719" y="1071915"/>
                </a:lnTo>
                <a:lnTo>
                  <a:pt x="706888" y="1072093"/>
                </a:lnTo>
                <a:lnTo>
                  <a:pt x="707066" y="1072271"/>
                </a:lnTo>
                <a:lnTo>
                  <a:pt x="707235" y="1072440"/>
                </a:lnTo>
                <a:lnTo>
                  <a:pt x="707413" y="1072618"/>
                </a:lnTo>
                <a:lnTo>
                  <a:pt x="707582" y="1072787"/>
                </a:lnTo>
                <a:lnTo>
                  <a:pt x="707751" y="1072965"/>
                </a:lnTo>
                <a:lnTo>
                  <a:pt x="707929" y="1073134"/>
                </a:lnTo>
                <a:lnTo>
                  <a:pt x="708098" y="1073303"/>
                </a:lnTo>
                <a:lnTo>
                  <a:pt x="708276" y="1073481"/>
                </a:lnTo>
                <a:lnTo>
                  <a:pt x="708445" y="1073650"/>
                </a:lnTo>
                <a:lnTo>
                  <a:pt x="708623" y="1073819"/>
                </a:lnTo>
                <a:lnTo>
                  <a:pt x="708792" y="1073988"/>
                </a:lnTo>
                <a:lnTo>
                  <a:pt x="708961" y="1074157"/>
                </a:lnTo>
                <a:lnTo>
                  <a:pt x="709139" y="1074326"/>
                </a:lnTo>
                <a:lnTo>
                  <a:pt x="709308" y="1074486"/>
                </a:lnTo>
                <a:lnTo>
                  <a:pt x="709486" y="1074655"/>
                </a:lnTo>
                <a:lnTo>
                  <a:pt x="709655" y="1074824"/>
                </a:lnTo>
                <a:lnTo>
                  <a:pt x="709824" y="1074984"/>
                </a:lnTo>
                <a:lnTo>
                  <a:pt x="710002" y="1075153"/>
                </a:lnTo>
                <a:lnTo>
                  <a:pt x="710171" y="1075313"/>
                </a:lnTo>
                <a:lnTo>
                  <a:pt x="710349" y="1075482"/>
                </a:lnTo>
                <a:lnTo>
                  <a:pt x="710518" y="1075642"/>
                </a:lnTo>
                <a:lnTo>
                  <a:pt x="710696" y="1075803"/>
                </a:lnTo>
                <a:lnTo>
                  <a:pt x="710865" y="1075963"/>
                </a:lnTo>
                <a:lnTo>
                  <a:pt x="711034" y="1076132"/>
                </a:lnTo>
                <a:lnTo>
                  <a:pt x="711212" y="1076292"/>
                </a:lnTo>
                <a:lnTo>
                  <a:pt x="711381" y="1076452"/>
                </a:lnTo>
                <a:lnTo>
                  <a:pt x="711559" y="1076612"/>
                </a:lnTo>
                <a:lnTo>
                  <a:pt x="711728" y="1076772"/>
                </a:lnTo>
                <a:lnTo>
                  <a:pt x="711906" y="1076924"/>
                </a:lnTo>
                <a:lnTo>
                  <a:pt x="712075" y="1077084"/>
                </a:lnTo>
                <a:lnTo>
                  <a:pt x="712244" y="1077244"/>
                </a:lnTo>
                <a:lnTo>
                  <a:pt x="712422" y="1077395"/>
                </a:lnTo>
                <a:lnTo>
                  <a:pt x="712591" y="1077555"/>
                </a:lnTo>
                <a:lnTo>
                  <a:pt x="712768" y="1077715"/>
                </a:lnTo>
                <a:lnTo>
                  <a:pt x="712937" y="1077867"/>
                </a:lnTo>
                <a:lnTo>
                  <a:pt x="713115" y="1078018"/>
                </a:lnTo>
                <a:lnTo>
                  <a:pt x="713284" y="1078178"/>
                </a:lnTo>
                <a:lnTo>
                  <a:pt x="713454" y="1078329"/>
                </a:lnTo>
                <a:lnTo>
                  <a:pt x="713631" y="1078480"/>
                </a:lnTo>
                <a:lnTo>
                  <a:pt x="713801" y="1078632"/>
                </a:lnTo>
                <a:lnTo>
                  <a:pt x="713978" y="1078783"/>
                </a:lnTo>
                <a:lnTo>
                  <a:pt x="714147" y="1078934"/>
                </a:lnTo>
                <a:lnTo>
                  <a:pt x="714325" y="1079085"/>
                </a:lnTo>
                <a:lnTo>
                  <a:pt x="714494" y="1079237"/>
                </a:lnTo>
                <a:lnTo>
                  <a:pt x="714663" y="1079388"/>
                </a:lnTo>
                <a:lnTo>
                  <a:pt x="714841" y="1079539"/>
                </a:lnTo>
                <a:lnTo>
                  <a:pt x="715010" y="1079681"/>
                </a:lnTo>
                <a:lnTo>
                  <a:pt x="715188" y="1079833"/>
                </a:lnTo>
                <a:lnTo>
                  <a:pt x="715357" y="1079984"/>
                </a:lnTo>
                <a:lnTo>
                  <a:pt x="715535" y="1080126"/>
                </a:lnTo>
                <a:lnTo>
                  <a:pt x="715704" y="1080277"/>
                </a:lnTo>
                <a:lnTo>
                  <a:pt x="715873" y="1080420"/>
                </a:lnTo>
                <a:lnTo>
                  <a:pt x="716051" y="1080571"/>
                </a:lnTo>
                <a:lnTo>
                  <a:pt x="716220" y="1080713"/>
                </a:lnTo>
                <a:lnTo>
                  <a:pt x="716398" y="1080856"/>
                </a:lnTo>
                <a:lnTo>
                  <a:pt x="716567" y="1080998"/>
                </a:lnTo>
                <a:lnTo>
                  <a:pt x="716745" y="1081140"/>
                </a:lnTo>
                <a:lnTo>
                  <a:pt x="716914" y="1081283"/>
                </a:lnTo>
                <a:lnTo>
                  <a:pt x="717083" y="1081425"/>
                </a:lnTo>
                <a:lnTo>
                  <a:pt x="717261" y="1081567"/>
                </a:lnTo>
                <a:lnTo>
                  <a:pt x="717430" y="1081710"/>
                </a:lnTo>
                <a:lnTo>
                  <a:pt x="717608" y="1081852"/>
                </a:lnTo>
                <a:lnTo>
                  <a:pt x="717777" y="1081995"/>
                </a:lnTo>
                <a:lnTo>
                  <a:pt x="717955" y="1082137"/>
                </a:lnTo>
                <a:lnTo>
                  <a:pt x="718124" y="1082270"/>
                </a:lnTo>
                <a:lnTo>
                  <a:pt x="718293" y="1082413"/>
                </a:lnTo>
                <a:lnTo>
                  <a:pt x="718471" y="1082546"/>
                </a:lnTo>
                <a:lnTo>
                  <a:pt x="718640" y="1082688"/>
                </a:lnTo>
                <a:lnTo>
                  <a:pt x="718818" y="1082822"/>
                </a:lnTo>
                <a:lnTo>
                  <a:pt x="718987" y="1082964"/>
                </a:lnTo>
                <a:lnTo>
                  <a:pt x="719165" y="1083098"/>
                </a:lnTo>
                <a:lnTo>
                  <a:pt x="719334" y="1083231"/>
                </a:lnTo>
                <a:lnTo>
                  <a:pt x="719503" y="1083365"/>
                </a:lnTo>
                <a:lnTo>
                  <a:pt x="719681" y="1083507"/>
                </a:lnTo>
                <a:lnTo>
                  <a:pt x="719850" y="1083640"/>
                </a:lnTo>
                <a:lnTo>
                  <a:pt x="720028" y="1083774"/>
                </a:lnTo>
                <a:lnTo>
                  <a:pt x="720197" y="1083907"/>
                </a:lnTo>
                <a:lnTo>
                  <a:pt x="720375" y="1084041"/>
                </a:lnTo>
                <a:lnTo>
                  <a:pt x="720544" y="1084165"/>
                </a:lnTo>
                <a:lnTo>
                  <a:pt x="720713" y="1084299"/>
                </a:lnTo>
                <a:lnTo>
                  <a:pt x="720891" y="1084432"/>
                </a:lnTo>
                <a:lnTo>
                  <a:pt x="721060" y="1084566"/>
                </a:lnTo>
                <a:lnTo>
                  <a:pt x="721238" y="1084690"/>
                </a:lnTo>
                <a:lnTo>
                  <a:pt x="721407" y="1084824"/>
                </a:lnTo>
                <a:lnTo>
                  <a:pt x="721585" y="1084948"/>
                </a:lnTo>
                <a:lnTo>
                  <a:pt x="721754" y="1085082"/>
                </a:lnTo>
                <a:lnTo>
                  <a:pt x="721923" y="1085206"/>
                </a:lnTo>
                <a:lnTo>
                  <a:pt x="722101" y="1085340"/>
                </a:lnTo>
                <a:lnTo>
                  <a:pt x="722270" y="1085464"/>
                </a:lnTo>
                <a:lnTo>
                  <a:pt x="722448" y="1085589"/>
                </a:lnTo>
                <a:lnTo>
                  <a:pt x="722617" y="1085722"/>
                </a:lnTo>
                <a:lnTo>
                  <a:pt x="722795" y="1085847"/>
                </a:lnTo>
                <a:lnTo>
                  <a:pt x="722964" y="1085971"/>
                </a:lnTo>
                <a:lnTo>
                  <a:pt x="723133" y="1086096"/>
                </a:lnTo>
                <a:lnTo>
                  <a:pt x="723311" y="1086220"/>
                </a:lnTo>
                <a:lnTo>
                  <a:pt x="723480" y="1086345"/>
                </a:lnTo>
                <a:lnTo>
                  <a:pt x="723658" y="1086469"/>
                </a:lnTo>
                <a:lnTo>
                  <a:pt x="723827" y="1086594"/>
                </a:lnTo>
                <a:lnTo>
                  <a:pt x="724005" y="1086719"/>
                </a:lnTo>
                <a:lnTo>
                  <a:pt x="724174" y="1086834"/>
                </a:lnTo>
                <a:lnTo>
                  <a:pt x="724343" y="1086959"/>
                </a:lnTo>
                <a:lnTo>
                  <a:pt x="724521" y="1087083"/>
                </a:lnTo>
                <a:lnTo>
                  <a:pt x="724690" y="1087199"/>
                </a:lnTo>
                <a:lnTo>
                  <a:pt x="724868" y="1087324"/>
                </a:lnTo>
                <a:lnTo>
                  <a:pt x="725037" y="1087439"/>
                </a:lnTo>
                <a:lnTo>
                  <a:pt x="725215" y="1087564"/>
                </a:lnTo>
                <a:lnTo>
                  <a:pt x="725384" y="1087679"/>
                </a:lnTo>
                <a:lnTo>
                  <a:pt x="725553" y="1087795"/>
                </a:lnTo>
                <a:lnTo>
                  <a:pt x="725731" y="1087919"/>
                </a:lnTo>
                <a:lnTo>
                  <a:pt x="725900" y="1088035"/>
                </a:lnTo>
                <a:lnTo>
                  <a:pt x="726078" y="1088151"/>
                </a:lnTo>
                <a:lnTo>
                  <a:pt x="726247" y="1088266"/>
                </a:lnTo>
                <a:lnTo>
                  <a:pt x="726425" y="1088382"/>
                </a:lnTo>
                <a:lnTo>
                  <a:pt x="726594" y="1088498"/>
                </a:lnTo>
                <a:lnTo>
                  <a:pt x="726763" y="1088613"/>
                </a:lnTo>
                <a:lnTo>
                  <a:pt x="726941" y="1088729"/>
                </a:lnTo>
                <a:lnTo>
                  <a:pt x="727110" y="1088845"/>
                </a:lnTo>
                <a:lnTo>
                  <a:pt x="727287" y="1088960"/>
                </a:lnTo>
                <a:lnTo>
                  <a:pt x="727457" y="1089076"/>
                </a:lnTo>
                <a:lnTo>
                  <a:pt x="727634" y="1089192"/>
                </a:lnTo>
                <a:lnTo>
                  <a:pt x="727804" y="1089298"/>
                </a:lnTo>
                <a:lnTo>
                  <a:pt x="727972" y="1089414"/>
                </a:lnTo>
                <a:lnTo>
                  <a:pt x="728150" y="1089530"/>
                </a:lnTo>
                <a:lnTo>
                  <a:pt x="728319" y="1089637"/>
                </a:lnTo>
                <a:lnTo>
                  <a:pt x="728497" y="1089752"/>
                </a:lnTo>
                <a:lnTo>
                  <a:pt x="728666" y="1089859"/>
                </a:lnTo>
                <a:lnTo>
                  <a:pt x="728835" y="1089975"/>
                </a:lnTo>
                <a:lnTo>
                  <a:pt x="729013" y="1090081"/>
                </a:lnTo>
                <a:lnTo>
                  <a:pt x="729182" y="1090188"/>
                </a:lnTo>
                <a:lnTo>
                  <a:pt x="729360" y="1090304"/>
                </a:lnTo>
                <a:lnTo>
                  <a:pt x="729529" y="1090411"/>
                </a:lnTo>
                <a:lnTo>
                  <a:pt x="729707" y="1090517"/>
                </a:lnTo>
                <a:lnTo>
                  <a:pt x="729876" y="1090624"/>
                </a:lnTo>
                <a:lnTo>
                  <a:pt x="730045" y="1090731"/>
                </a:lnTo>
                <a:lnTo>
                  <a:pt x="730223" y="1090838"/>
                </a:lnTo>
                <a:lnTo>
                  <a:pt x="730392" y="1090944"/>
                </a:lnTo>
                <a:lnTo>
                  <a:pt x="730570" y="1091051"/>
                </a:lnTo>
                <a:lnTo>
                  <a:pt x="730739" y="1091158"/>
                </a:lnTo>
                <a:lnTo>
                  <a:pt x="730917" y="1091265"/>
                </a:lnTo>
                <a:lnTo>
                  <a:pt x="731086" y="1091371"/>
                </a:lnTo>
                <a:lnTo>
                  <a:pt x="731255" y="1091469"/>
                </a:lnTo>
                <a:lnTo>
                  <a:pt x="731433" y="1091576"/>
                </a:lnTo>
                <a:lnTo>
                  <a:pt x="731602" y="1091683"/>
                </a:lnTo>
                <a:lnTo>
                  <a:pt x="731780" y="1091781"/>
                </a:lnTo>
                <a:lnTo>
                  <a:pt x="731949" y="1091887"/>
                </a:lnTo>
                <a:lnTo>
                  <a:pt x="732127" y="1091994"/>
                </a:lnTo>
                <a:lnTo>
                  <a:pt x="732296" y="1092092"/>
                </a:lnTo>
                <a:lnTo>
                  <a:pt x="732465" y="1092190"/>
                </a:lnTo>
                <a:lnTo>
                  <a:pt x="732643" y="1092297"/>
                </a:lnTo>
                <a:lnTo>
                  <a:pt x="732812" y="1092394"/>
                </a:lnTo>
                <a:lnTo>
                  <a:pt x="732990" y="1092501"/>
                </a:lnTo>
                <a:lnTo>
                  <a:pt x="733159" y="1092599"/>
                </a:lnTo>
                <a:lnTo>
                  <a:pt x="733337" y="1092697"/>
                </a:lnTo>
                <a:lnTo>
                  <a:pt x="733506" y="1092795"/>
                </a:lnTo>
                <a:lnTo>
                  <a:pt x="733675" y="1092893"/>
                </a:lnTo>
                <a:lnTo>
                  <a:pt x="733853" y="1092991"/>
                </a:lnTo>
                <a:lnTo>
                  <a:pt x="734022" y="1093088"/>
                </a:lnTo>
                <a:lnTo>
                  <a:pt x="734200" y="1093186"/>
                </a:lnTo>
                <a:lnTo>
                  <a:pt x="734369" y="1093284"/>
                </a:lnTo>
                <a:lnTo>
                  <a:pt x="734547" y="1093382"/>
                </a:lnTo>
                <a:lnTo>
                  <a:pt x="734716" y="1093480"/>
                </a:lnTo>
                <a:lnTo>
                  <a:pt x="734885" y="1093578"/>
                </a:lnTo>
                <a:lnTo>
                  <a:pt x="735063" y="1093676"/>
                </a:lnTo>
                <a:lnTo>
                  <a:pt x="735232" y="1093773"/>
                </a:lnTo>
                <a:lnTo>
                  <a:pt x="735410" y="1093862"/>
                </a:lnTo>
                <a:lnTo>
                  <a:pt x="735579" y="1093960"/>
                </a:lnTo>
                <a:lnTo>
                  <a:pt x="735757" y="1094058"/>
                </a:lnTo>
                <a:lnTo>
                  <a:pt x="735926" y="1094147"/>
                </a:lnTo>
                <a:lnTo>
                  <a:pt x="736095" y="1094245"/>
                </a:lnTo>
                <a:lnTo>
                  <a:pt x="736273" y="1094334"/>
                </a:lnTo>
                <a:lnTo>
                  <a:pt x="736442" y="1094432"/>
                </a:lnTo>
                <a:lnTo>
                  <a:pt x="736620" y="1094521"/>
                </a:lnTo>
                <a:lnTo>
                  <a:pt x="736789" y="1094610"/>
                </a:lnTo>
                <a:lnTo>
                  <a:pt x="736967" y="1094707"/>
                </a:lnTo>
                <a:lnTo>
                  <a:pt x="737136" y="1094796"/>
                </a:lnTo>
                <a:lnTo>
                  <a:pt x="737305" y="1094885"/>
                </a:lnTo>
                <a:lnTo>
                  <a:pt x="737483" y="1094983"/>
                </a:lnTo>
                <a:lnTo>
                  <a:pt x="737652" y="1095072"/>
                </a:lnTo>
                <a:lnTo>
                  <a:pt x="737830" y="1095161"/>
                </a:lnTo>
                <a:lnTo>
                  <a:pt x="737999" y="1095250"/>
                </a:lnTo>
                <a:lnTo>
                  <a:pt x="738177" y="1095339"/>
                </a:lnTo>
                <a:lnTo>
                  <a:pt x="738346" y="1095428"/>
                </a:lnTo>
                <a:lnTo>
                  <a:pt x="738515" y="1095517"/>
                </a:lnTo>
                <a:lnTo>
                  <a:pt x="738693" y="1095606"/>
                </a:lnTo>
                <a:lnTo>
                  <a:pt x="738862" y="1095695"/>
                </a:lnTo>
                <a:lnTo>
                  <a:pt x="739040" y="1095784"/>
                </a:lnTo>
                <a:lnTo>
                  <a:pt x="739209" y="1095864"/>
                </a:lnTo>
                <a:lnTo>
                  <a:pt x="739387" y="1095953"/>
                </a:lnTo>
                <a:lnTo>
                  <a:pt x="739556" y="1096042"/>
                </a:lnTo>
                <a:lnTo>
                  <a:pt x="739725" y="1096131"/>
                </a:lnTo>
                <a:lnTo>
                  <a:pt x="739903" y="1096211"/>
                </a:lnTo>
                <a:lnTo>
                  <a:pt x="740072" y="1096300"/>
                </a:lnTo>
                <a:lnTo>
                  <a:pt x="740250" y="1096380"/>
                </a:lnTo>
                <a:lnTo>
                  <a:pt x="740419" y="1096469"/>
                </a:lnTo>
                <a:lnTo>
                  <a:pt x="740597" y="1096558"/>
                </a:lnTo>
                <a:lnTo>
                  <a:pt x="740766" y="1096638"/>
                </a:lnTo>
                <a:lnTo>
                  <a:pt x="740935" y="1096718"/>
                </a:lnTo>
                <a:lnTo>
                  <a:pt x="741113" y="1096807"/>
                </a:lnTo>
                <a:lnTo>
                  <a:pt x="741282" y="1096887"/>
                </a:lnTo>
                <a:lnTo>
                  <a:pt x="741460" y="1096967"/>
                </a:lnTo>
                <a:lnTo>
                  <a:pt x="741629" y="1097056"/>
                </a:lnTo>
                <a:lnTo>
                  <a:pt x="741807" y="1097136"/>
                </a:lnTo>
                <a:lnTo>
                  <a:pt x="741975" y="1097216"/>
                </a:lnTo>
                <a:lnTo>
                  <a:pt x="742145" y="1097296"/>
                </a:lnTo>
                <a:lnTo>
                  <a:pt x="742322" y="1097376"/>
                </a:lnTo>
                <a:lnTo>
                  <a:pt x="742492" y="1097465"/>
                </a:lnTo>
                <a:lnTo>
                  <a:pt x="742669" y="1097546"/>
                </a:lnTo>
                <a:lnTo>
                  <a:pt x="742839" y="1097626"/>
                </a:lnTo>
                <a:lnTo>
                  <a:pt x="743016" y="1097706"/>
                </a:lnTo>
                <a:lnTo>
                  <a:pt x="743185" y="1097777"/>
                </a:lnTo>
                <a:lnTo>
                  <a:pt x="743354" y="1097857"/>
                </a:lnTo>
                <a:lnTo>
                  <a:pt x="743532" y="1097937"/>
                </a:lnTo>
                <a:lnTo>
                  <a:pt x="743701" y="1098017"/>
                </a:lnTo>
                <a:lnTo>
                  <a:pt x="743879" y="1098097"/>
                </a:lnTo>
                <a:lnTo>
                  <a:pt x="744048" y="1098177"/>
                </a:lnTo>
                <a:lnTo>
                  <a:pt x="744226" y="1098248"/>
                </a:lnTo>
                <a:lnTo>
                  <a:pt x="744395" y="1098328"/>
                </a:lnTo>
                <a:lnTo>
                  <a:pt x="744564" y="1098408"/>
                </a:lnTo>
                <a:lnTo>
                  <a:pt x="744742" y="1098480"/>
                </a:lnTo>
                <a:lnTo>
                  <a:pt x="744911" y="1098560"/>
                </a:lnTo>
                <a:lnTo>
                  <a:pt x="745089" y="1098631"/>
                </a:lnTo>
                <a:lnTo>
                  <a:pt x="745258" y="1098711"/>
                </a:lnTo>
                <a:lnTo>
                  <a:pt x="745436" y="1098782"/>
                </a:lnTo>
                <a:lnTo>
                  <a:pt x="745605" y="1098862"/>
                </a:lnTo>
                <a:lnTo>
                  <a:pt x="745774" y="1098933"/>
                </a:lnTo>
                <a:lnTo>
                  <a:pt x="745952" y="1099013"/>
                </a:lnTo>
                <a:lnTo>
                  <a:pt x="746121" y="1099085"/>
                </a:lnTo>
                <a:lnTo>
                  <a:pt x="746299" y="1099156"/>
                </a:lnTo>
                <a:lnTo>
                  <a:pt x="746468" y="1099236"/>
                </a:lnTo>
                <a:lnTo>
                  <a:pt x="746646" y="1099307"/>
                </a:lnTo>
                <a:lnTo>
                  <a:pt x="746815" y="1099378"/>
                </a:lnTo>
                <a:lnTo>
                  <a:pt x="746984" y="1099449"/>
                </a:lnTo>
                <a:lnTo>
                  <a:pt x="747162" y="1099521"/>
                </a:lnTo>
                <a:lnTo>
                  <a:pt x="747331" y="1099592"/>
                </a:lnTo>
                <a:lnTo>
                  <a:pt x="747509" y="1099663"/>
                </a:lnTo>
                <a:lnTo>
                  <a:pt x="747678" y="1099734"/>
                </a:lnTo>
                <a:lnTo>
                  <a:pt x="747847" y="1099805"/>
                </a:lnTo>
                <a:lnTo>
                  <a:pt x="748025" y="1099876"/>
                </a:lnTo>
                <a:lnTo>
                  <a:pt x="748194" y="1099948"/>
                </a:lnTo>
                <a:lnTo>
                  <a:pt x="748372" y="1100019"/>
                </a:lnTo>
                <a:lnTo>
                  <a:pt x="748541" y="1100090"/>
                </a:lnTo>
                <a:lnTo>
                  <a:pt x="748719" y="1100161"/>
                </a:lnTo>
                <a:lnTo>
                  <a:pt x="748888" y="1100232"/>
                </a:lnTo>
                <a:lnTo>
                  <a:pt x="749057" y="1100303"/>
                </a:lnTo>
                <a:lnTo>
                  <a:pt x="749235" y="1100366"/>
                </a:lnTo>
                <a:lnTo>
                  <a:pt x="749404" y="1100437"/>
                </a:lnTo>
                <a:lnTo>
                  <a:pt x="749582" y="1100508"/>
                </a:lnTo>
                <a:lnTo>
                  <a:pt x="749751" y="1100570"/>
                </a:lnTo>
                <a:lnTo>
                  <a:pt x="749929" y="1100641"/>
                </a:lnTo>
                <a:lnTo>
                  <a:pt x="750098" y="1100713"/>
                </a:lnTo>
                <a:lnTo>
                  <a:pt x="750267" y="1100775"/>
                </a:lnTo>
                <a:lnTo>
                  <a:pt x="750445" y="1100846"/>
                </a:lnTo>
                <a:lnTo>
                  <a:pt x="750614" y="1100908"/>
                </a:lnTo>
                <a:lnTo>
                  <a:pt x="750792" y="1100980"/>
                </a:lnTo>
                <a:lnTo>
                  <a:pt x="750961" y="1101042"/>
                </a:lnTo>
                <a:lnTo>
                  <a:pt x="751139" y="1101104"/>
                </a:lnTo>
                <a:lnTo>
                  <a:pt x="751308" y="1101175"/>
                </a:lnTo>
                <a:lnTo>
                  <a:pt x="751477" y="1101238"/>
                </a:lnTo>
                <a:lnTo>
                  <a:pt x="751655" y="1101300"/>
                </a:lnTo>
                <a:lnTo>
                  <a:pt x="751824" y="1101371"/>
                </a:lnTo>
                <a:lnTo>
                  <a:pt x="752002" y="1101433"/>
                </a:lnTo>
                <a:lnTo>
                  <a:pt x="752171" y="1101495"/>
                </a:lnTo>
                <a:lnTo>
                  <a:pt x="752349" y="1101558"/>
                </a:lnTo>
                <a:lnTo>
                  <a:pt x="752518" y="1101620"/>
                </a:lnTo>
                <a:lnTo>
                  <a:pt x="752687" y="1101682"/>
                </a:lnTo>
                <a:lnTo>
                  <a:pt x="752865" y="1101754"/>
                </a:lnTo>
                <a:lnTo>
                  <a:pt x="753034" y="1101816"/>
                </a:lnTo>
                <a:lnTo>
                  <a:pt x="753212" y="1101878"/>
                </a:lnTo>
                <a:lnTo>
                  <a:pt x="753381" y="1101940"/>
                </a:lnTo>
                <a:lnTo>
                  <a:pt x="753559" y="1102003"/>
                </a:lnTo>
                <a:lnTo>
                  <a:pt x="753728" y="1102056"/>
                </a:lnTo>
                <a:lnTo>
                  <a:pt x="753897" y="1102118"/>
                </a:lnTo>
                <a:lnTo>
                  <a:pt x="754075" y="1102181"/>
                </a:lnTo>
                <a:lnTo>
                  <a:pt x="754244" y="1102243"/>
                </a:lnTo>
                <a:lnTo>
                  <a:pt x="754422" y="1102305"/>
                </a:lnTo>
                <a:lnTo>
                  <a:pt x="754591" y="1102367"/>
                </a:lnTo>
                <a:lnTo>
                  <a:pt x="754769" y="1102421"/>
                </a:lnTo>
                <a:lnTo>
                  <a:pt x="754938" y="1102483"/>
                </a:lnTo>
                <a:lnTo>
                  <a:pt x="755107" y="1102545"/>
                </a:lnTo>
                <a:lnTo>
                  <a:pt x="755285" y="1102608"/>
                </a:lnTo>
                <a:lnTo>
                  <a:pt x="755454" y="1102661"/>
                </a:lnTo>
                <a:lnTo>
                  <a:pt x="755632" y="1102723"/>
                </a:lnTo>
                <a:lnTo>
                  <a:pt x="755801" y="1102777"/>
                </a:lnTo>
                <a:lnTo>
                  <a:pt x="755979" y="1102839"/>
                </a:lnTo>
                <a:lnTo>
                  <a:pt x="756148" y="1102901"/>
                </a:lnTo>
                <a:lnTo>
                  <a:pt x="756317" y="1102955"/>
                </a:lnTo>
                <a:lnTo>
                  <a:pt x="756495" y="1103017"/>
                </a:lnTo>
                <a:lnTo>
                  <a:pt x="756664" y="1103070"/>
                </a:lnTo>
                <a:lnTo>
                  <a:pt x="756842" y="1103124"/>
                </a:lnTo>
                <a:lnTo>
                  <a:pt x="757011" y="1103186"/>
                </a:lnTo>
                <a:lnTo>
                  <a:pt x="757189" y="1103239"/>
                </a:lnTo>
                <a:lnTo>
                  <a:pt x="757357" y="1103293"/>
                </a:lnTo>
                <a:lnTo>
                  <a:pt x="757526" y="1103355"/>
                </a:lnTo>
                <a:lnTo>
                  <a:pt x="757704" y="1103408"/>
                </a:lnTo>
                <a:lnTo>
                  <a:pt x="757873" y="1103462"/>
                </a:lnTo>
                <a:lnTo>
                  <a:pt x="758051" y="1103524"/>
                </a:lnTo>
                <a:lnTo>
                  <a:pt x="758220" y="1103577"/>
                </a:lnTo>
                <a:lnTo>
                  <a:pt x="758398" y="1103631"/>
                </a:lnTo>
                <a:lnTo>
                  <a:pt x="758567" y="1103684"/>
                </a:lnTo>
                <a:lnTo>
                  <a:pt x="758736" y="1103737"/>
                </a:lnTo>
                <a:lnTo>
                  <a:pt x="758914" y="1103791"/>
                </a:lnTo>
                <a:lnTo>
                  <a:pt x="759083" y="1103844"/>
                </a:lnTo>
                <a:lnTo>
                  <a:pt x="759261" y="1103898"/>
                </a:lnTo>
                <a:lnTo>
                  <a:pt x="759430" y="1103951"/>
                </a:lnTo>
                <a:lnTo>
                  <a:pt x="759608" y="1104004"/>
                </a:lnTo>
                <a:lnTo>
                  <a:pt x="759777" y="1104058"/>
                </a:lnTo>
                <a:lnTo>
                  <a:pt x="759946" y="1104111"/>
                </a:lnTo>
                <a:lnTo>
                  <a:pt x="760124" y="1104164"/>
                </a:lnTo>
                <a:lnTo>
                  <a:pt x="760293" y="1104218"/>
                </a:lnTo>
                <a:lnTo>
                  <a:pt x="760471" y="1104271"/>
                </a:lnTo>
                <a:lnTo>
                  <a:pt x="760640" y="1104325"/>
                </a:lnTo>
                <a:lnTo>
                  <a:pt x="760818" y="1104378"/>
                </a:lnTo>
                <a:lnTo>
                  <a:pt x="760987" y="1104422"/>
                </a:lnTo>
                <a:lnTo>
                  <a:pt x="761156" y="1104476"/>
                </a:lnTo>
                <a:lnTo>
                  <a:pt x="761334" y="1104529"/>
                </a:lnTo>
                <a:lnTo>
                  <a:pt x="761503" y="1104583"/>
                </a:lnTo>
                <a:lnTo>
                  <a:pt x="761681" y="1104627"/>
                </a:lnTo>
                <a:lnTo>
                  <a:pt x="761850" y="1104680"/>
                </a:lnTo>
                <a:lnTo>
                  <a:pt x="762028" y="1104734"/>
                </a:lnTo>
                <a:lnTo>
                  <a:pt x="762197" y="1104778"/>
                </a:lnTo>
                <a:lnTo>
                  <a:pt x="762366" y="1104832"/>
                </a:lnTo>
                <a:lnTo>
                  <a:pt x="762544" y="1104876"/>
                </a:lnTo>
                <a:lnTo>
                  <a:pt x="762713" y="1104930"/>
                </a:lnTo>
                <a:lnTo>
                  <a:pt x="762891" y="1104974"/>
                </a:lnTo>
                <a:lnTo>
                  <a:pt x="763060" y="1105027"/>
                </a:lnTo>
                <a:lnTo>
                  <a:pt x="763238" y="1105072"/>
                </a:lnTo>
                <a:lnTo>
                  <a:pt x="763407" y="1105125"/>
                </a:lnTo>
                <a:lnTo>
                  <a:pt x="763576" y="1105170"/>
                </a:lnTo>
                <a:lnTo>
                  <a:pt x="763754" y="1105223"/>
                </a:lnTo>
                <a:lnTo>
                  <a:pt x="763923" y="1105268"/>
                </a:lnTo>
                <a:lnTo>
                  <a:pt x="764101" y="1105312"/>
                </a:lnTo>
                <a:lnTo>
                  <a:pt x="764270" y="1105365"/>
                </a:lnTo>
                <a:lnTo>
                  <a:pt x="764448" y="1105410"/>
                </a:lnTo>
                <a:lnTo>
                  <a:pt x="764617" y="1105454"/>
                </a:lnTo>
                <a:lnTo>
                  <a:pt x="764786" y="1105508"/>
                </a:lnTo>
                <a:lnTo>
                  <a:pt x="764964" y="1105552"/>
                </a:lnTo>
                <a:lnTo>
                  <a:pt x="765133" y="1105597"/>
                </a:lnTo>
                <a:lnTo>
                  <a:pt x="765311" y="1105641"/>
                </a:lnTo>
                <a:lnTo>
                  <a:pt x="765480" y="1105686"/>
                </a:lnTo>
                <a:lnTo>
                  <a:pt x="765658" y="1105730"/>
                </a:lnTo>
                <a:lnTo>
                  <a:pt x="765827" y="1105784"/>
                </a:lnTo>
                <a:lnTo>
                  <a:pt x="765996" y="1105828"/>
                </a:lnTo>
                <a:lnTo>
                  <a:pt x="766174" y="1105873"/>
                </a:lnTo>
                <a:lnTo>
                  <a:pt x="766343" y="1105917"/>
                </a:lnTo>
                <a:lnTo>
                  <a:pt x="766521" y="1105962"/>
                </a:lnTo>
                <a:lnTo>
                  <a:pt x="766690" y="1106006"/>
                </a:lnTo>
                <a:lnTo>
                  <a:pt x="766859" y="1106050"/>
                </a:lnTo>
                <a:lnTo>
                  <a:pt x="767037" y="1106095"/>
                </a:lnTo>
                <a:lnTo>
                  <a:pt x="767206" y="1106139"/>
                </a:lnTo>
                <a:lnTo>
                  <a:pt x="767384" y="1106184"/>
                </a:lnTo>
                <a:lnTo>
                  <a:pt x="767553" y="1106228"/>
                </a:lnTo>
                <a:lnTo>
                  <a:pt x="767731" y="1106264"/>
                </a:lnTo>
                <a:lnTo>
                  <a:pt x="767900" y="1106309"/>
                </a:lnTo>
                <a:lnTo>
                  <a:pt x="768069" y="1106353"/>
                </a:lnTo>
                <a:lnTo>
                  <a:pt x="768247" y="1106397"/>
                </a:lnTo>
                <a:lnTo>
                  <a:pt x="768416" y="1106442"/>
                </a:lnTo>
                <a:lnTo>
                  <a:pt x="768594" y="1106477"/>
                </a:lnTo>
                <a:lnTo>
                  <a:pt x="768763" y="1106522"/>
                </a:lnTo>
                <a:lnTo>
                  <a:pt x="768941" y="1106567"/>
                </a:lnTo>
                <a:lnTo>
                  <a:pt x="769110" y="1106611"/>
                </a:lnTo>
                <a:lnTo>
                  <a:pt x="769279" y="1106647"/>
                </a:lnTo>
                <a:lnTo>
                  <a:pt x="769457" y="1106691"/>
                </a:lnTo>
                <a:lnTo>
                  <a:pt x="769626" y="1106736"/>
                </a:lnTo>
                <a:lnTo>
                  <a:pt x="769804" y="1106771"/>
                </a:lnTo>
                <a:lnTo>
                  <a:pt x="769973" y="1106816"/>
                </a:lnTo>
                <a:lnTo>
                  <a:pt x="770151" y="1106851"/>
                </a:lnTo>
                <a:lnTo>
                  <a:pt x="770320" y="1106896"/>
                </a:lnTo>
                <a:lnTo>
                  <a:pt x="770489" y="1106931"/>
                </a:lnTo>
                <a:lnTo>
                  <a:pt x="770667" y="1106976"/>
                </a:lnTo>
                <a:lnTo>
                  <a:pt x="770836" y="1107011"/>
                </a:lnTo>
                <a:lnTo>
                  <a:pt x="771014" y="1107056"/>
                </a:lnTo>
                <a:lnTo>
                  <a:pt x="771183" y="1107091"/>
                </a:lnTo>
                <a:lnTo>
                  <a:pt x="771361" y="1107136"/>
                </a:lnTo>
                <a:lnTo>
                  <a:pt x="771530" y="1107171"/>
                </a:lnTo>
                <a:lnTo>
                  <a:pt x="771699" y="1107216"/>
                </a:lnTo>
                <a:lnTo>
                  <a:pt x="771876" y="1107251"/>
                </a:lnTo>
                <a:lnTo>
                  <a:pt x="772046" y="1107287"/>
                </a:lnTo>
                <a:lnTo>
                  <a:pt x="772223" y="1107332"/>
                </a:lnTo>
                <a:lnTo>
                  <a:pt x="772393" y="1107367"/>
                </a:lnTo>
                <a:lnTo>
                  <a:pt x="772570" y="1107403"/>
                </a:lnTo>
                <a:lnTo>
                  <a:pt x="772739" y="1107438"/>
                </a:lnTo>
                <a:lnTo>
                  <a:pt x="772908" y="1107483"/>
                </a:lnTo>
                <a:lnTo>
                  <a:pt x="773086" y="1107518"/>
                </a:lnTo>
                <a:lnTo>
                  <a:pt x="773255" y="1107554"/>
                </a:lnTo>
                <a:lnTo>
                  <a:pt x="773433" y="1107590"/>
                </a:lnTo>
                <a:lnTo>
                  <a:pt x="773602" y="1107634"/>
                </a:lnTo>
                <a:lnTo>
                  <a:pt x="773780" y="1107670"/>
                </a:lnTo>
                <a:lnTo>
                  <a:pt x="773949" y="1107705"/>
                </a:lnTo>
                <a:lnTo>
                  <a:pt x="774118" y="1107741"/>
                </a:lnTo>
                <a:lnTo>
                  <a:pt x="774296" y="1107776"/>
                </a:lnTo>
                <a:lnTo>
                  <a:pt x="774465" y="1107812"/>
                </a:lnTo>
                <a:lnTo>
                  <a:pt x="774643" y="1107848"/>
                </a:lnTo>
                <a:lnTo>
                  <a:pt x="774812" y="1107883"/>
                </a:lnTo>
                <a:lnTo>
                  <a:pt x="774990" y="1107919"/>
                </a:lnTo>
                <a:lnTo>
                  <a:pt x="775159" y="1107954"/>
                </a:lnTo>
                <a:lnTo>
                  <a:pt x="775328" y="1107990"/>
                </a:lnTo>
                <a:lnTo>
                  <a:pt x="775506" y="1108026"/>
                </a:lnTo>
                <a:lnTo>
                  <a:pt x="775675" y="1108061"/>
                </a:lnTo>
                <a:lnTo>
                  <a:pt x="775853" y="1108097"/>
                </a:lnTo>
                <a:lnTo>
                  <a:pt x="776022" y="1108132"/>
                </a:lnTo>
                <a:lnTo>
                  <a:pt x="776200" y="1108168"/>
                </a:lnTo>
                <a:lnTo>
                  <a:pt x="776369" y="1108203"/>
                </a:lnTo>
                <a:lnTo>
                  <a:pt x="776538" y="1108239"/>
                </a:lnTo>
                <a:lnTo>
                  <a:pt x="776716" y="1108275"/>
                </a:lnTo>
                <a:lnTo>
                  <a:pt x="776885" y="1108301"/>
                </a:lnTo>
                <a:lnTo>
                  <a:pt x="777063" y="1108337"/>
                </a:lnTo>
                <a:lnTo>
                  <a:pt x="777232" y="1108372"/>
                </a:lnTo>
                <a:lnTo>
                  <a:pt x="777410" y="1108408"/>
                </a:lnTo>
                <a:lnTo>
                  <a:pt x="777579" y="1108435"/>
                </a:lnTo>
                <a:lnTo>
                  <a:pt x="777748" y="1108470"/>
                </a:lnTo>
                <a:lnTo>
                  <a:pt x="777926" y="1108506"/>
                </a:lnTo>
                <a:lnTo>
                  <a:pt x="778095" y="1108542"/>
                </a:lnTo>
                <a:lnTo>
                  <a:pt x="778273" y="1108568"/>
                </a:lnTo>
                <a:lnTo>
                  <a:pt x="778442" y="1108604"/>
                </a:lnTo>
                <a:lnTo>
                  <a:pt x="778620" y="1108639"/>
                </a:lnTo>
                <a:lnTo>
                  <a:pt x="778789" y="1108666"/>
                </a:lnTo>
                <a:lnTo>
                  <a:pt x="778958" y="1108702"/>
                </a:lnTo>
                <a:lnTo>
                  <a:pt x="779136" y="1108737"/>
                </a:lnTo>
                <a:lnTo>
                  <a:pt x="779305" y="1108764"/>
                </a:lnTo>
                <a:lnTo>
                  <a:pt x="779483" y="1108800"/>
                </a:lnTo>
                <a:lnTo>
                  <a:pt x="779652" y="1108826"/>
                </a:lnTo>
                <a:lnTo>
                  <a:pt x="779830" y="1108862"/>
                </a:lnTo>
                <a:lnTo>
                  <a:pt x="779999" y="1108888"/>
                </a:lnTo>
                <a:lnTo>
                  <a:pt x="780168" y="1108924"/>
                </a:lnTo>
                <a:lnTo>
                  <a:pt x="780346" y="1108951"/>
                </a:lnTo>
                <a:lnTo>
                  <a:pt x="780515" y="1108986"/>
                </a:lnTo>
                <a:lnTo>
                  <a:pt x="780693" y="1109013"/>
                </a:lnTo>
                <a:lnTo>
                  <a:pt x="780862" y="1109049"/>
                </a:lnTo>
                <a:lnTo>
                  <a:pt x="781040" y="1109075"/>
                </a:lnTo>
                <a:lnTo>
                  <a:pt x="781209" y="1109102"/>
                </a:lnTo>
                <a:lnTo>
                  <a:pt x="781378" y="1109138"/>
                </a:lnTo>
                <a:lnTo>
                  <a:pt x="781556" y="1109164"/>
                </a:lnTo>
                <a:lnTo>
                  <a:pt x="781725" y="1109200"/>
                </a:lnTo>
                <a:lnTo>
                  <a:pt x="781903" y="1109227"/>
                </a:lnTo>
                <a:lnTo>
                  <a:pt x="782072" y="1109253"/>
                </a:lnTo>
                <a:lnTo>
                  <a:pt x="782250" y="1109289"/>
                </a:lnTo>
                <a:lnTo>
                  <a:pt x="782419" y="1109316"/>
                </a:lnTo>
                <a:lnTo>
                  <a:pt x="782588" y="1109342"/>
                </a:lnTo>
                <a:lnTo>
                  <a:pt x="782766" y="1109369"/>
                </a:lnTo>
                <a:lnTo>
                  <a:pt x="782935" y="1109404"/>
                </a:lnTo>
                <a:lnTo>
                  <a:pt x="783113" y="1109431"/>
                </a:lnTo>
                <a:lnTo>
                  <a:pt x="783282" y="1109458"/>
                </a:lnTo>
                <a:lnTo>
                  <a:pt x="783460" y="1109484"/>
                </a:lnTo>
                <a:lnTo>
                  <a:pt x="783629" y="1109511"/>
                </a:lnTo>
                <a:lnTo>
                  <a:pt x="783798" y="1109547"/>
                </a:lnTo>
                <a:lnTo>
                  <a:pt x="783976" y="1109574"/>
                </a:lnTo>
                <a:lnTo>
                  <a:pt x="784145" y="1109600"/>
                </a:lnTo>
                <a:lnTo>
                  <a:pt x="784323" y="1109627"/>
                </a:lnTo>
                <a:lnTo>
                  <a:pt x="784492" y="1109654"/>
                </a:lnTo>
                <a:lnTo>
                  <a:pt x="784670" y="1109680"/>
                </a:lnTo>
                <a:lnTo>
                  <a:pt x="784839" y="1109707"/>
                </a:lnTo>
                <a:lnTo>
                  <a:pt x="785008" y="1109734"/>
                </a:lnTo>
                <a:lnTo>
                  <a:pt x="785186" y="1109760"/>
                </a:lnTo>
                <a:lnTo>
                  <a:pt x="785355" y="1109796"/>
                </a:lnTo>
                <a:lnTo>
                  <a:pt x="785533" y="1109823"/>
                </a:lnTo>
                <a:lnTo>
                  <a:pt x="785702" y="1109849"/>
                </a:lnTo>
                <a:lnTo>
                  <a:pt x="785871" y="1109876"/>
                </a:lnTo>
                <a:lnTo>
                  <a:pt x="786049" y="1109903"/>
                </a:lnTo>
                <a:lnTo>
                  <a:pt x="786218" y="1109920"/>
                </a:lnTo>
                <a:lnTo>
                  <a:pt x="786396" y="1109947"/>
                </a:lnTo>
                <a:lnTo>
                  <a:pt x="786565" y="1109974"/>
                </a:lnTo>
                <a:lnTo>
                  <a:pt x="786742" y="1110001"/>
                </a:lnTo>
                <a:lnTo>
                  <a:pt x="786911" y="1110027"/>
                </a:lnTo>
                <a:lnTo>
                  <a:pt x="787081" y="1110054"/>
                </a:lnTo>
                <a:lnTo>
                  <a:pt x="787258" y="1110081"/>
                </a:lnTo>
                <a:lnTo>
                  <a:pt x="787428" y="1110107"/>
                </a:lnTo>
                <a:lnTo>
                  <a:pt x="787605" y="1110134"/>
                </a:lnTo>
                <a:lnTo>
                  <a:pt x="787774" y="1110161"/>
                </a:lnTo>
                <a:lnTo>
                  <a:pt x="787952" y="1110178"/>
                </a:lnTo>
                <a:lnTo>
                  <a:pt x="788121" y="1110205"/>
                </a:lnTo>
                <a:lnTo>
                  <a:pt x="788290" y="1110232"/>
                </a:lnTo>
                <a:lnTo>
                  <a:pt x="788468" y="1110258"/>
                </a:lnTo>
                <a:lnTo>
                  <a:pt x="788637" y="1110285"/>
                </a:lnTo>
                <a:lnTo>
                  <a:pt x="788815" y="1110303"/>
                </a:lnTo>
                <a:lnTo>
                  <a:pt x="788984" y="1110330"/>
                </a:lnTo>
                <a:lnTo>
                  <a:pt x="789162" y="1110356"/>
                </a:lnTo>
                <a:lnTo>
                  <a:pt x="789331" y="1110383"/>
                </a:lnTo>
                <a:lnTo>
                  <a:pt x="789500" y="1110401"/>
                </a:lnTo>
                <a:lnTo>
                  <a:pt x="789678" y="1110428"/>
                </a:lnTo>
                <a:lnTo>
                  <a:pt x="789847" y="1110454"/>
                </a:lnTo>
                <a:lnTo>
                  <a:pt x="790025" y="1110472"/>
                </a:lnTo>
                <a:lnTo>
                  <a:pt x="790194" y="1110499"/>
                </a:lnTo>
                <a:lnTo>
                  <a:pt x="790372" y="1110525"/>
                </a:lnTo>
                <a:lnTo>
                  <a:pt x="790541" y="1110543"/>
                </a:lnTo>
                <a:lnTo>
                  <a:pt x="790710" y="1110570"/>
                </a:lnTo>
                <a:lnTo>
                  <a:pt x="790888" y="1110588"/>
                </a:lnTo>
                <a:lnTo>
                  <a:pt x="791057" y="1110614"/>
                </a:lnTo>
                <a:lnTo>
                  <a:pt x="791235" y="1110641"/>
                </a:lnTo>
                <a:lnTo>
                  <a:pt x="791404" y="1110659"/>
                </a:lnTo>
                <a:lnTo>
                  <a:pt x="791582" y="1110686"/>
                </a:lnTo>
                <a:lnTo>
                  <a:pt x="791751" y="1110703"/>
                </a:lnTo>
                <a:lnTo>
                  <a:pt x="791920" y="1110730"/>
                </a:lnTo>
                <a:lnTo>
                  <a:pt x="792098" y="1110748"/>
                </a:lnTo>
                <a:lnTo>
                  <a:pt x="792267" y="1110775"/>
                </a:lnTo>
                <a:lnTo>
                  <a:pt x="792445" y="1110792"/>
                </a:lnTo>
                <a:lnTo>
                  <a:pt x="792614" y="1110819"/>
                </a:lnTo>
                <a:lnTo>
                  <a:pt x="792792" y="1110837"/>
                </a:lnTo>
                <a:lnTo>
                  <a:pt x="792961" y="1110863"/>
                </a:lnTo>
                <a:lnTo>
                  <a:pt x="793130" y="1110881"/>
                </a:lnTo>
                <a:lnTo>
                  <a:pt x="793308" y="1110908"/>
                </a:lnTo>
                <a:lnTo>
                  <a:pt x="793477" y="1110926"/>
                </a:lnTo>
                <a:lnTo>
                  <a:pt x="793655" y="1110944"/>
                </a:lnTo>
                <a:lnTo>
                  <a:pt x="793824" y="1110970"/>
                </a:lnTo>
                <a:lnTo>
                  <a:pt x="794002" y="1110988"/>
                </a:lnTo>
                <a:lnTo>
                  <a:pt x="794171" y="1111015"/>
                </a:lnTo>
                <a:lnTo>
                  <a:pt x="794340" y="1111032"/>
                </a:lnTo>
                <a:lnTo>
                  <a:pt x="794518" y="1111050"/>
                </a:lnTo>
                <a:lnTo>
                  <a:pt x="794687" y="1111077"/>
                </a:lnTo>
                <a:lnTo>
                  <a:pt x="794865" y="1111095"/>
                </a:lnTo>
                <a:lnTo>
                  <a:pt x="795034" y="1111113"/>
                </a:lnTo>
                <a:lnTo>
                  <a:pt x="795212" y="1111139"/>
                </a:lnTo>
                <a:lnTo>
                  <a:pt x="795381" y="1111157"/>
                </a:lnTo>
                <a:lnTo>
                  <a:pt x="795550" y="1111175"/>
                </a:lnTo>
                <a:lnTo>
                  <a:pt x="795728" y="1111193"/>
                </a:lnTo>
                <a:lnTo>
                  <a:pt x="795897" y="1111219"/>
                </a:lnTo>
                <a:lnTo>
                  <a:pt x="796075" y="1111237"/>
                </a:lnTo>
                <a:lnTo>
                  <a:pt x="796244" y="1111255"/>
                </a:lnTo>
                <a:lnTo>
                  <a:pt x="796422" y="1111273"/>
                </a:lnTo>
                <a:lnTo>
                  <a:pt x="796591" y="1111299"/>
                </a:lnTo>
                <a:lnTo>
                  <a:pt x="796760" y="1111317"/>
                </a:lnTo>
                <a:lnTo>
                  <a:pt x="796938" y="1111335"/>
                </a:lnTo>
                <a:lnTo>
                  <a:pt x="797107" y="1111353"/>
                </a:lnTo>
                <a:lnTo>
                  <a:pt x="797285" y="1111371"/>
                </a:lnTo>
                <a:lnTo>
                  <a:pt x="797454" y="1111397"/>
                </a:lnTo>
                <a:lnTo>
                  <a:pt x="797632" y="1111415"/>
                </a:lnTo>
                <a:lnTo>
                  <a:pt x="797801" y="1111433"/>
                </a:lnTo>
                <a:lnTo>
                  <a:pt x="797970" y="1111451"/>
                </a:lnTo>
                <a:lnTo>
                  <a:pt x="798148" y="1111468"/>
                </a:lnTo>
                <a:lnTo>
                  <a:pt x="798317" y="1111486"/>
                </a:lnTo>
                <a:lnTo>
                  <a:pt x="798495" y="1111504"/>
                </a:lnTo>
                <a:lnTo>
                  <a:pt x="798664" y="1111522"/>
                </a:lnTo>
                <a:lnTo>
                  <a:pt x="798842" y="1111540"/>
                </a:lnTo>
                <a:lnTo>
                  <a:pt x="799011" y="1111566"/>
                </a:lnTo>
                <a:lnTo>
                  <a:pt x="799180" y="1111584"/>
                </a:lnTo>
                <a:lnTo>
                  <a:pt x="799358" y="1111602"/>
                </a:lnTo>
                <a:lnTo>
                  <a:pt x="799527" y="1111620"/>
                </a:lnTo>
                <a:lnTo>
                  <a:pt x="799705" y="1111637"/>
                </a:lnTo>
                <a:lnTo>
                  <a:pt x="799874" y="1111655"/>
                </a:lnTo>
                <a:lnTo>
                  <a:pt x="800052" y="1111673"/>
                </a:lnTo>
                <a:lnTo>
                  <a:pt x="800221" y="1111691"/>
                </a:lnTo>
                <a:lnTo>
                  <a:pt x="800390" y="1111709"/>
                </a:lnTo>
                <a:lnTo>
                  <a:pt x="800568" y="1111726"/>
                </a:lnTo>
                <a:lnTo>
                  <a:pt x="800737" y="1111744"/>
                </a:lnTo>
                <a:lnTo>
                  <a:pt x="800914" y="1111762"/>
                </a:lnTo>
                <a:lnTo>
                  <a:pt x="801084" y="1111780"/>
                </a:lnTo>
                <a:lnTo>
                  <a:pt x="801261" y="1111798"/>
                </a:lnTo>
                <a:lnTo>
                  <a:pt x="801431" y="1111807"/>
                </a:lnTo>
                <a:lnTo>
                  <a:pt x="801600" y="1111824"/>
                </a:lnTo>
                <a:lnTo>
                  <a:pt x="801778" y="1111842"/>
                </a:lnTo>
                <a:lnTo>
                  <a:pt x="801946" y="1111860"/>
                </a:lnTo>
                <a:lnTo>
                  <a:pt x="802124" y="1111878"/>
                </a:lnTo>
                <a:lnTo>
                  <a:pt x="802293" y="1111895"/>
                </a:lnTo>
                <a:lnTo>
                  <a:pt x="802471" y="1111913"/>
                </a:lnTo>
                <a:lnTo>
                  <a:pt x="802640" y="1111931"/>
                </a:lnTo>
                <a:lnTo>
                  <a:pt x="802809" y="1111949"/>
                </a:lnTo>
                <a:lnTo>
                  <a:pt x="802987" y="1111958"/>
                </a:lnTo>
                <a:lnTo>
                  <a:pt x="803156" y="1111976"/>
                </a:lnTo>
                <a:lnTo>
                  <a:pt x="803334" y="1111993"/>
                </a:lnTo>
                <a:lnTo>
                  <a:pt x="803503" y="1112011"/>
                </a:lnTo>
                <a:lnTo>
                  <a:pt x="803681" y="1112029"/>
                </a:lnTo>
                <a:lnTo>
                  <a:pt x="803850" y="1112038"/>
                </a:lnTo>
                <a:lnTo>
                  <a:pt x="804019" y="1112056"/>
                </a:lnTo>
                <a:lnTo>
                  <a:pt x="804197" y="1112073"/>
                </a:lnTo>
                <a:lnTo>
                  <a:pt x="804366" y="1112091"/>
                </a:lnTo>
                <a:lnTo>
                  <a:pt x="804544" y="1112109"/>
                </a:lnTo>
                <a:lnTo>
                  <a:pt x="804713" y="1112118"/>
                </a:lnTo>
                <a:lnTo>
                  <a:pt x="804882" y="1112136"/>
                </a:lnTo>
                <a:lnTo>
                  <a:pt x="805060" y="1112153"/>
                </a:lnTo>
                <a:lnTo>
                  <a:pt x="805229" y="1112162"/>
                </a:lnTo>
                <a:lnTo>
                  <a:pt x="805407" y="1112180"/>
                </a:lnTo>
                <a:lnTo>
                  <a:pt x="805576" y="1112198"/>
                </a:lnTo>
                <a:lnTo>
                  <a:pt x="805754" y="1112216"/>
                </a:lnTo>
                <a:lnTo>
                  <a:pt x="805923" y="1112225"/>
                </a:lnTo>
                <a:lnTo>
                  <a:pt x="806092" y="1112242"/>
                </a:lnTo>
                <a:lnTo>
                  <a:pt x="806270" y="1112260"/>
                </a:lnTo>
                <a:lnTo>
                  <a:pt x="806439" y="1112269"/>
                </a:lnTo>
                <a:lnTo>
                  <a:pt x="806617" y="1112287"/>
                </a:lnTo>
                <a:lnTo>
                  <a:pt x="806786" y="1112305"/>
                </a:lnTo>
                <a:lnTo>
                  <a:pt x="806964" y="1112314"/>
                </a:lnTo>
                <a:lnTo>
                  <a:pt x="807133" y="1112331"/>
                </a:lnTo>
                <a:lnTo>
                  <a:pt x="807302" y="1112340"/>
                </a:lnTo>
                <a:lnTo>
                  <a:pt x="807480" y="1112358"/>
                </a:lnTo>
                <a:lnTo>
                  <a:pt x="807649" y="1112376"/>
                </a:lnTo>
                <a:lnTo>
                  <a:pt x="807827" y="1112385"/>
                </a:lnTo>
                <a:lnTo>
                  <a:pt x="807996" y="1112403"/>
                </a:lnTo>
                <a:lnTo>
                  <a:pt x="808174" y="1112411"/>
                </a:lnTo>
                <a:lnTo>
                  <a:pt x="808343" y="1112429"/>
                </a:lnTo>
                <a:lnTo>
                  <a:pt x="808512" y="1112447"/>
                </a:lnTo>
                <a:lnTo>
                  <a:pt x="808690" y="1112456"/>
                </a:lnTo>
                <a:lnTo>
                  <a:pt x="808859" y="1112474"/>
                </a:lnTo>
                <a:lnTo>
                  <a:pt x="809037" y="1112483"/>
                </a:lnTo>
                <a:lnTo>
                  <a:pt x="809206" y="1112500"/>
                </a:lnTo>
                <a:lnTo>
                  <a:pt x="809384" y="1112509"/>
                </a:lnTo>
                <a:lnTo>
                  <a:pt x="809553" y="1112527"/>
                </a:lnTo>
                <a:lnTo>
                  <a:pt x="809722" y="1112536"/>
                </a:lnTo>
                <a:lnTo>
                  <a:pt x="809900" y="1112554"/>
                </a:lnTo>
                <a:lnTo>
                  <a:pt x="810069" y="1112563"/>
                </a:lnTo>
                <a:lnTo>
                  <a:pt x="810247" y="1112581"/>
                </a:lnTo>
                <a:lnTo>
                  <a:pt x="810416" y="1112589"/>
                </a:lnTo>
                <a:lnTo>
                  <a:pt x="810594" y="1112607"/>
                </a:lnTo>
                <a:lnTo>
                  <a:pt x="810763" y="1112616"/>
                </a:lnTo>
                <a:lnTo>
                  <a:pt x="810932" y="1112634"/>
                </a:lnTo>
                <a:lnTo>
                  <a:pt x="811110" y="1112643"/>
                </a:lnTo>
                <a:lnTo>
                  <a:pt x="811279" y="1112661"/>
                </a:lnTo>
                <a:lnTo>
                  <a:pt x="811457" y="1112669"/>
                </a:lnTo>
                <a:lnTo>
                  <a:pt x="811626" y="1112678"/>
                </a:lnTo>
                <a:lnTo>
                  <a:pt x="811804" y="1112696"/>
                </a:lnTo>
                <a:lnTo>
                  <a:pt x="811973" y="1112705"/>
                </a:lnTo>
                <a:lnTo>
                  <a:pt x="812142" y="1112723"/>
                </a:lnTo>
                <a:lnTo>
                  <a:pt x="812320" y="1112732"/>
                </a:lnTo>
                <a:lnTo>
                  <a:pt x="812489" y="1112741"/>
                </a:lnTo>
                <a:lnTo>
                  <a:pt x="812667" y="1112758"/>
                </a:lnTo>
                <a:lnTo>
                  <a:pt x="812836" y="1112767"/>
                </a:lnTo>
                <a:lnTo>
                  <a:pt x="813014" y="1112785"/>
                </a:lnTo>
                <a:lnTo>
                  <a:pt x="813183" y="1112794"/>
                </a:lnTo>
                <a:lnTo>
                  <a:pt x="813352" y="1112803"/>
                </a:lnTo>
                <a:lnTo>
                  <a:pt x="813530" y="1112821"/>
                </a:lnTo>
                <a:lnTo>
                  <a:pt x="813699" y="1112830"/>
                </a:lnTo>
                <a:lnTo>
                  <a:pt x="813877" y="1112838"/>
                </a:lnTo>
                <a:lnTo>
                  <a:pt x="814046" y="1112856"/>
                </a:lnTo>
                <a:lnTo>
                  <a:pt x="814224" y="1112865"/>
                </a:lnTo>
                <a:lnTo>
                  <a:pt x="814393" y="1112874"/>
                </a:lnTo>
                <a:lnTo>
                  <a:pt x="814562" y="1112892"/>
                </a:lnTo>
                <a:lnTo>
                  <a:pt x="814740" y="1112901"/>
                </a:lnTo>
                <a:lnTo>
                  <a:pt x="814909" y="1112910"/>
                </a:lnTo>
                <a:lnTo>
                  <a:pt x="815087" y="1112919"/>
                </a:lnTo>
                <a:lnTo>
                  <a:pt x="815256" y="1112936"/>
                </a:lnTo>
                <a:lnTo>
                  <a:pt x="815434" y="1112945"/>
                </a:lnTo>
                <a:lnTo>
                  <a:pt x="815603" y="1112954"/>
                </a:lnTo>
                <a:lnTo>
                  <a:pt x="815772" y="1112972"/>
                </a:lnTo>
                <a:lnTo>
                  <a:pt x="815950" y="1112981"/>
                </a:lnTo>
                <a:lnTo>
                  <a:pt x="816119" y="1112990"/>
                </a:lnTo>
                <a:lnTo>
                  <a:pt x="816296" y="1112999"/>
                </a:lnTo>
                <a:lnTo>
                  <a:pt x="816465" y="1113008"/>
                </a:lnTo>
                <a:lnTo>
                  <a:pt x="816643" y="1113025"/>
                </a:lnTo>
                <a:lnTo>
                  <a:pt x="816812" y="1113034"/>
                </a:lnTo>
                <a:lnTo>
                  <a:pt x="816982" y="1113043"/>
                </a:lnTo>
                <a:lnTo>
                  <a:pt x="817159" y="1113052"/>
                </a:lnTo>
                <a:lnTo>
                  <a:pt x="817328" y="1113070"/>
                </a:lnTo>
                <a:lnTo>
                  <a:pt x="817506" y="1113079"/>
                </a:lnTo>
                <a:lnTo>
                  <a:pt x="817675" y="1113088"/>
                </a:lnTo>
                <a:lnTo>
                  <a:pt x="817853" y="1113096"/>
                </a:lnTo>
                <a:lnTo>
                  <a:pt x="818022" y="1113105"/>
                </a:lnTo>
                <a:lnTo>
                  <a:pt x="818191" y="1113114"/>
                </a:lnTo>
                <a:lnTo>
                  <a:pt x="818369" y="1113132"/>
                </a:lnTo>
                <a:lnTo>
                  <a:pt x="818538" y="1113141"/>
                </a:lnTo>
                <a:lnTo>
                  <a:pt x="818716" y="1113150"/>
                </a:lnTo>
                <a:lnTo>
                  <a:pt x="818885" y="1113159"/>
                </a:lnTo>
                <a:lnTo>
                  <a:pt x="819063" y="1113168"/>
                </a:lnTo>
                <a:lnTo>
                  <a:pt x="819232" y="1113177"/>
                </a:lnTo>
                <a:lnTo>
                  <a:pt x="819401" y="1113185"/>
                </a:lnTo>
                <a:lnTo>
                  <a:pt x="819579" y="1113203"/>
                </a:lnTo>
                <a:lnTo>
                  <a:pt x="819748" y="1113212"/>
                </a:lnTo>
                <a:lnTo>
                  <a:pt x="819926" y="1113221"/>
                </a:lnTo>
                <a:lnTo>
                  <a:pt x="820095" y="1113230"/>
                </a:lnTo>
                <a:lnTo>
                  <a:pt x="820273" y="1113239"/>
                </a:lnTo>
                <a:lnTo>
                  <a:pt x="820442" y="1113248"/>
                </a:lnTo>
                <a:lnTo>
                  <a:pt x="820611" y="1113257"/>
                </a:lnTo>
                <a:lnTo>
                  <a:pt x="820789" y="1113265"/>
                </a:lnTo>
                <a:lnTo>
                  <a:pt x="820958" y="1113274"/>
                </a:lnTo>
                <a:lnTo>
                  <a:pt x="821136" y="1113283"/>
                </a:lnTo>
                <a:lnTo>
                  <a:pt x="821305" y="1113292"/>
                </a:lnTo>
                <a:lnTo>
                  <a:pt x="821483" y="1113310"/>
                </a:lnTo>
                <a:lnTo>
                  <a:pt x="821652" y="1113319"/>
                </a:lnTo>
                <a:lnTo>
                  <a:pt x="821821" y="1113328"/>
                </a:lnTo>
                <a:lnTo>
                  <a:pt x="821999" y="1113337"/>
                </a:lnTo>
                <a:lnTo>
                  <a:pt x="822168" y="1113346"/>
                </a:lnTo>
                <a:lnTo>
                  <a:pt x="822346" y="1113355"/>
                </a:lnTo>
                <a:lnTo>
                  <a:pt x="822515" y="1113363"/>
                </a:lnTo>
                <a:lnTo>
                  <a:pt x="822693" y="1113372"/>
                </a:lnTo>
                <a:lnTo>
                  <a:pt x="822862" y="1113381"/>
                </a:lnTo>
                <a:lnTo>
                  <a:pt x="823031" y="1113390"/>
                </a:lnTo>
                <a:lnTo>
                  <a:pt x="823209" y="1113399"/>
                </a:lnTo>
                <a:lnTo>
                  <a:pt x="823378" y="1113408"/>
                </a:lnTo>
                <a:lnTo>
                  <a:pt x="823556" y="1113417"/>
                </a:lnTo>
                <a:lnTo>
                  <a:pt x="823725" y="1113426"/>
                </a:lnTo>
                <a:lnTo>
                  <a:pt x="823894" y="1113435"/>
                </a:lnTo>
                <a:lnTo>
                  <a:pt x="824072" y="1113443"/>
                </a:lnTo>
                <a:lnTo>
                  <a:pt x="824241" y="1113452"/>
                </a:lnTo>
                <a:lnTo>
                  <a:pt x="824419" y="1113461"/>
                </a:lnTo>
                <a:lnTo>
                  <a:pt x="824588" y="1113470"/>
                </a:lnTo>
                <a:lnTo>
                  <a:pt x="824766" y="1113479"/>
                </a:lnTo>
                <a:lnTo>
                  <a:pt x="824935" y="1113479"/>
                </a:lnTo>
                <a:lnTo>
                  <a:pt x="825104" y="1113488"/>
                </a:lnTo>
                <a:lnTo>
                  <a:pt x="825282" y="1113497"/>
                </a:lnTo>
                <a:lnTo>
                  <a:pt x="825451" y="1113506"/>
                </a:lnTo>
                <a:lnTo>
                  <a:pt x="825629" y="1113515"/>
                </a:lnTo>
                <a:lnTo>
                  <a:pt x="825798" y="1113524"/>
                </a:lnTo>
                <a:lnTo>
                  <a:pt x="825976" y="1113532"/>
                </a:lnTo>
                <a:lnTo>
                  <a:pt x="826145" y="1113541"/>
                </a:lnTo>
                <a:lnTo>
                  <a:pt x="826314" y="1113550"/>
                </a:lnTo>
                <a:lnTo>
                  <a:pt x="826492" y="1113559"/>
                </a:lnTo>
                <a:lnTo>
                  <a:pt x="826661" y="1113568"/>
                </a:lnTo>
                <a:lnTo>
                  <a:pt x="826839" y="1113577"/>
                </a:lnTo>
                <a:lnTo>
                  <a:pt x="827008" y="1113577"/>
                </a:lnTo>
                <a:lnTo>
                  <a:pt x="827186" y="1113586"/>
                </a:lnTo>
                <a:lnTo>
                  <a:pt x="827355" y="1113595"/>
                </a:lnTo>
                <a:lnTo>
                  <a:pt x="827524" y="1113604"/>
                </a:lnTo>
                <a:lnTo>
                  <a:pt x="827702" y="1113612"/>
                </a:lnTo>
                <a:lnTo>
                  <a:pt x="827871" y="1113621"/>
                </a:lnTo>
                <a:lnTo>
                  <a:pt x="828049" y="1113630"/>
                </a:lnTo>
                <a:lnTo>
                  <a:pt x="828218" y="1113639"/>
                </a:lnTo>
                <a:lnTo>
                  <a:pt x="828396" y="1113639"/>
                </a:lnTo>
                <a:lnTo>
                  <a:pt x="828565" y="1113648"/>
                </a:lnTo>
                <a:lnTo>
                  <a:pt x="828734" y="1113657"/>
                </a:lnTo>
                <a:lnTo>
                  <a:pt x="828912" y="1113666"/>
                </a:lnTo>
                <a:lnTo>
                  <a:pt x="829081" y="1113675"/>
                </a:lnTo>
                <a:lnTo>
                  <a:pt x="829259" y="1113684"/>
                </a:lnTo>
                <a:lnTo>
                  <a:pt x="829428" y="1113684"/>
                </a:lnTo>
                <a:lnTo>
                  <a:pt x="829606" y="1113693"/>
                </a:lnTo>
                <a:lnTo>
                  <a:pt x="829775" y="1113701"/>
                </a:lnTo>
                <a:lnTo>
                  <a:pt x="829944" y="1113710"/>
                </a:lnTo>
                <a:lnTo>
                  <a:pt x="830122" y="1113719"/>
                </a:lnTo>
                <a:lnTo>
                  <a:pt x="830291" y="1113719"/>
                </a:lnTo>
                <a:lnTo>
                  <a:pt x="830469" y="1113728"/>
                </a:lnTo>
                <a:lnTo>
                  <a:pt x="830638" y="1113737"/>
                </a:lnTo>
                <a:lnTo>
                  <a:pt x="830815" y="1113746"/>
                </a:lnTo>
                <a:lnTo>
                  <a:pt x="830985" y="1113755"/>
                </a:lnTo>
                <a:lnTo>
                  <a:pt x="831154" y="1113755"/>
                </a:lnTo>
                <a:lnTo>
                  <a:pt x="831332" y="1113764"/>
                </a:lnTo>
                <a:lnTo>
                  <a:pt x="831500" y="1113773"/>
                </a:lnTo>
                <a:lnTo>
                  <a:pt x="831678" y="1113782"/>
                </a:lnTo>
                <a:lnTo>
                  <a:pt x="831847" y="1113782"/>
                </a:lnTo>
                <a:lnTo>
                  <a:pt x="832025" y="1113790"/>
                </a:lnTo>
                <a:lnTo>
                  <a:pt x="832194" y="1113799"/>
                </a:lnTo>
                <a:lnTo>
                  <a:pt x="832364" y="1113808"/>
                </a:lnTo>
                <a:lnTo>
                  <a:pt x="832541" y="1113808"/>
                </a:lnTo>
                <a:lnTo>
                  <a:pt x="832710" y="1113817"/>
                </a:lnTo>
                <a:lnTo>
                  <a:pt x="832888" y="1113826"/>
                </a:lnTo>
                <a:lnTo>
                  <a:pt x="833057" y="1113835"/>
                </a:lnTo>
                <a:lnTo>
                  <a:pt x="833235" y="1113835"/>
                </a:lnTo>
                <a:lnTo>
                  <a:pt x="833404" y="1113844"/>
                </a:lnTo>
                <a:lnTo>
                  <a:pt x="833573" y="1113853"/>
                </a:lnTo>
                <a:lnTo>
                  <a:pt x="833751" y="1113862"/>
                </a:lnTo>
                <a:lnTo>
                  <a:pt x="833920" y="1113862"/>
                </a:lnTo>
                <a:lnTo>
                  <a:pt x="834098" y="1113870"/>
                </a:lnTo>
                <a:lnTo>
                  <a:pt x="834267" y="1113879"/>
                </a:lnTo>
                <a:lnTo>
                  <a:pt x="834445" y="1113879"/>
                </a:lnTo>
                <a:lnTo>
                  <a:pt x="834614" y="1113888"/>
                </a:lnTo>
                <a:lnTo>
                  <a:pt x="834783" y="1113897"/>
                </a:lnTo>
                <a:lnTo>
                  <a:pt x="834961" y="1113906"/>
                </a:lnTo>
                <a:lnTo>
                  <a:pt x="835130" y="1113906"/>
                </a:lnTo>
                <a:lnTo>
                  <a:pt x="835308" y="1113915"/>
                </a:lnTo>
                <a:lnTo>
                  <a:pt x="835477" y="1113924"/>
                </a:lnTo>
                <a:lnTo>
                  <a:pt x="835655" y="1113924"/>
                </a:lnTo>
                <a:lnTo>
                  <a:pt x="835824" y="1113933"/>
                </a:lnTo>
                <a:lnTo>
                  <a:pt x="835993" y="1113942"/>
                </a:lnTo>
                <a:lnTo>
                  <a:pt x="836171" y="1113942"/>
                </a:lnTo>
                <a:lnTo>
                  <a:pt x="836340" y="1113951"/>
                </a:lnTo>
                <a:lnTo>
                  <a:pt x="836518" y="1113959"/>
                </a:lnTo>
                <a:lnTo>
                  <a:pt x="836687" y="1113959"/>
                </a:lnTo>
                <a:lnTo>
                  <a:pt x="836865" y="1113968"/>
                </a:lnTo>
                <a:lnTo>
                  <a:pt x="837034" y="1113968"/>
                </a:lnTo>
                <a:lnTo>
                  <a:pt x="837203" y="1113977"/>
                </a:lnTo>
                <a:lnTo>
                  <a:pt x="837381" y="1113986"/>
                </a:lnTo>
                <a:lnTo>
                  <a:pt x="837550" y="1113986"/>
                </a:lnTo>
                <a:lnTo>
                  <a:pt x="837728" y="1113995"/>
                </a:lnTo>
                <a:lnTo>
                  <a:pt x="837897" y="1114004"/>
                </a:lnTo>
                <a:lnTo>
                  <a:pt x="838075" y="1114004"/>
                </a:lnTo>
                <a:lnTo>
                  <a:pt x="838244" y="1114013"/>
                </a:lnTo>
                <a:lnTo>
                  <a:pt x="838413" y="1114022"/>
                </a:lnTo>
                <a:lnTo>
                  <a:pt x="838591" y="1114022"/>
                </a:lnTo>
                <a:lnTo>
                  <a:pt x="838760" y="1114031"/>
                </a:lnTo>
                <a:lnTo>
                  <a:pt x="838938" y="1114031"/>
                </a:lnTo>
                <a:lnTo>
                  <a:pt x="839107" y="1114039"/>
                </a:lnTo>
                <a:lnTo>
                  <a:pt x="839285" y="1114048"/>
                </a:lnTo>
                <a:lnTo>
                  <a:pt x="839454" y="1114048"/>
                </a:lnTo>
                <a:lnTo>
                  <a:pt x="839623" y="1114057"/>
                </a:lnTo>
                <a:lnTo>
                  <a:pt x="839801" y="1114057"/>
                </a:lnTo>
                <a:lnTo>
                  <a:pt x="839970" y="1114066"/>
                </a:lnTo>
                <a:lnTo>
                  <a:pt x="840148" y="1114075"/>
                </a:lnTo>
                <a:lnTo>
                  <a:pt x="840317" y="1114075"/>
                </a:lnTo>
                <a:lnTo>
                  <a:pt x="840495" y="1114084"/>
                </a:lnTo>
                <a:lnTo>
                  <a:pt x="840664" y="1114084"/>
                </a:lnTo>
                <a:lnTo>
                  <a:pt x="840833" y="1114093"/>
                </a:lnTo>
                <a:lnTo>
                  <a:pt x="841011" y="1114093"/>
                </a:lnTo>
                <a:lnTo>
                  <a:pt x="841180" y="1114102"/>
                </a:lnTo>
                <a:lnTo>
                  <a:pt x="841358" y="1114111"/>
                </a:lnTo>
                <a:lnTo>
                  <a:pt x="841527" y="1114111"/>
                </a:lnTo>
                <a:lnTo>
                  <a:pt x="841705" y="1114120"/>
                </a:lnTo>
                <a:lnTo>
                  <a:pt x="841874" y="1114120"/>
                </a:lnTo>
                <a:lnTo>
                  <a:pt x="842043" y="1114129"/>
                </a:lnTo>
                <a:lnTo>
                  <a:pt x="842221" y="1114129"/>
                </a:lnTo>
                <a:lnTo>
                  <a:pt x="842390" y="1114137"/>
                </a:lnTo>
                <a:lnTo>
                  <a:pt x="842568" y="1114137"/>
                </a:lnTo>
                <a:lnTo>
                  <a:pt x="842737" y="1114146"/>
                </a:lnTo>
                <a:lnTo>
                  <a:pt x="842906" y="1114146"/>
                </a:lnTo>
                <a:lnTo>
                  <a:pt x="843084" y="1114155"/>
                </a:lnTo>
                <a:lnTo>
                  <a:pt x="843253" y="1114155"/>
                </a:lnTo>
                <a:lnTo>
                  <a:pt x="843431" y="1114164"/>
                </a:lnTo>
                <a:lnTo>
                  <a:pt x="843600" y="1114173"/>
                </a:lnTo>
                <a:lnTo>
                  <a:pt x="843778" y="1114173"/>
                </a:lnTo>
                <a:lnTo>
                  <a:pt x="843947" y="1114182"/>
                </a:lnTo>
                <a:lnTo>
                  <a:pt x="844116" y="1114182"/>
                </a:lnTo>
                <a:lnTo>
                  <a:pt x="844294" y="1114191"/>
                </a:lnTo>
                <a:lnTo>
                  <a:pt x="844463" y="1114191"/>
                </a:lnTo>
                <a:lnTo>
                  <a:pt x="844641" y="1114200"/>
                </a:lnTo>
                <a:lnTo>
                  <a:pt x="844810" y="1114200"/>
                </a:lnTo>
                <a:lnTo>
                  <a:pt x="844988" y="1114209"/>
                </a:lnTo>
                <a:lnTo>
                  <a:pt x="845157" y="1114209"/>
                </a:lnTo>
                <a:lnTo>
                  <a:pt x="845326" y="1114217"/>
                </a:lnTo>
                <a:lnTo>
                  <a:pt x="845503" y="1114217"/>
                </a:lnTo>
                <a:lnTo>
                  <a:pt x="845673" y="1114226"/>
                </a:lnTo>
                <a:lnTo>
                  <a:pt x="845850" y="1114226"/>
                </a:lnTo>
                <a:lnTo>
                  <a:pt x="846020" y="1114226"/>
                </a:lnTo>
                <a:lnTo>
                  <a:pt x="846197" y="1114235"/>
                </a:lnTo>
                <a:lnTo>
                  <a:pt x="846367" y="1114235"/>
                </a:lnTo>
                <a:lnTo>
                  <a:pt x="846536" y="1114244"/>
                </a:lnTo>
                <a:lnTo>
                  <a:pt x="846713" y="1114244"/>
                </a:lnTo>
                <a:lnTo>
                  <a:pt x="846882" y="1114253"/>
                </a:lnTo>
                <a:lnTo>
                  <a:pt x="847060" y="1114253"/>
                </a:lnTo>
                <a:lnTo>
                  <a:pt x="847229" y="1114262"/>
                </a:lnTo>
                <a:lnTo>
                  <a:pt x="847407" y="1114262"/>
                </a:lnTo>
                <a:lnTo>
                  <a:pt x="847576" y="1114271"/>
                </a:lnTo>
                <a:lnTo>
                  <a:pt x="847745" y="1114271"/>
                </a:lnTo>
                <a:lnTo>
                  <a:pt x="847923" y="1114280"/>
                </a:lnTo>
                <a:lnTo>
                  <a:pt x="848092" y="1114280"/>
                </a:lnTo>
                <a:lnTo>
                  <a:pt x="848270" y="1114280"/>
                </a:lnTo>
                <a:lnTo>
                  <a:pt x="848439" y="1114289"/>
                </a:lnTo>
                <a:lnTo>
                  <a:pt x="848617" y="1114289"/>
                </a:lnTo>
                <a:lnTo>
                  <a:pt x="848786" y="1114297"/>
                </a:lnTo>
                <a:lnTo>
                  <a:pt x="848955" y="1114297"/>
                </a:lnTo>
                <a:lnTo>
                  <a:pt x="849133" y="1114306"/>
                </a:lnTo>
                <a:lnTo>
                  <a:pt x="849302" y="1114306"/>
                </a:lnTo>
                <a:lnTo>
                  <a:pt x="849480" y="1114315"/>
                </a:lnTo>
                <a:lnTo>
                  <a:pt x="849649" y="1114315"/>
                </a:lnTo>
                <a:lnTo>
                  <a:pt x="849827" y="1114315"/>
                </a:lnTo>
                <a:lnTo>
                  <a:pt x="849996" y="1114324"/>
                </a:lnTo>
                <a:lnTo>
                  <a:pt x="850165" y="1114324"/>
                </a:lnTo>
                <a:lnTo>
                  <a:pt x="850343" y="1114333"/>
                </a:lnTo>
                <a:lnTo>
                  <a:pt x="850512" y="1114333"/>
                </a:lnTo>
                <a:lnTo>
                  <a:pt x="850690" y="1114333"/>
                </a:lnTo>
                <a:lnTo>
                  <a:pt x="850859" y="1114342"/>
                </a:lnTo>
                <a:lnTo>
                  <a:pt x="851037" y="1114342"/>
                </a:lnTo>
                <a:lnTo>
                  <a:pt x="851206" y="1114351"/>
                </a:lnTo>
                <a:lnTo>
                  <a:pt x="851375" y="1114351"/>
                </a:lnTo>
                <a:lnTo>
                  <a:pt x="851553" y="1114351"/>
                </a:lnTo>
                <a:lnTo>
                  <a:pt x="851722" y="1114360"/>
                </a:lnTo>
                <a:lnTo>
                  <a:pt x="851900" y="1114360"/>
                </a:lnTo>
                <a:lnTo>
                  <a:pt x="852069" y="1114369"/>
                </a:lnTo>
                <a:lnTo>
                  <a:pt x="852247" y="1114369"/>
                </a:lnTo>
                <a:lnTo>
                  <a:pt x="852416" y="1114369"/>
                </a:lnTo>
                <a:lnTo>
                  <a:pt x="852585" y="1114378"/>
                </a:lnTo>
                <a:lnTo>
                  <a:pt x="852763" y="1114378"/>
                </a:lnTo>
                <a:lnTo>
                  <a:pt x="852932" y="1114386"/>
                </a:lnTo>
                <a:lnTo>
                  <a:pt x="853110" y="1114386"/>
                </a:lnTo>
                <a:lnTo>
                  <a:pt x="853279" y="1114386"/>
                </a:lnTo>
                <a:lnTo>
                  <a:pt x="853457" y="1114395"/>
                </a:lnTo>
                <a:lnTo>
                  <a:pt x="853626" y="1114395"/>
                </a:lnTo>
                <a:lnTo>
                  <a:pt x="853795" y="1114395"/>
                </a:lnTo>
                <a:lnTo>
                  <a:pt x="853973" y="1114404"/>
                </a:lnTo>
                <a:lnTo>
                  <a:pt x="854142" y="1114404"/>
                </a:lnTo>
                <a:lnTo>
                  <a:pt x="854320" y="1114413"/>
                </a:lnTo>
                <a:lnTo>
                  <a:pt x="854489" y="1114413"/>
                </a:lnTo>
                <a:lnTo>
                  <a:pt x="854667" y="1114413"/>
                </a:lnTo>
                <a:lnTo>
                  <a:pt x="854836" y="1114422"/>
                </a:lnTo>
                <a:lnTo>
                  <a:pt x="855005" y="1114422"/>
                </a:lnTo>
                <a:lnTo>
                  <a:pt x="855183" y="1114422"/>
                </a:lnTo>
                <a:lnTo>
                  <a:pt x="855352" y="1114431"/>
                </a:lnTo>
                <a:lnTo>
                  <a:pt x="855530" y="1114431"/>
                </a:lnTo>
                <a:lnTo>
                  <a:pt x="855699" y="1114431"/>
                </a:lnTo>
                <a:lnTo>
                  <a:pt x="855877" y="1114440"/>
                </a:lnTo>
                <a:lnTo>
                  <a:pt x="856046" y="1114440"/>
                </a:lnTo>
                <a:lnTo>
                  <a:pt x="856215" y="1114440"/>
                </a:lnTo>
                <a:lnTo>
                  <a:pt x="856393" y="1114449"/>
                </a:lnTo>
                <a:lnTo>
                  <a:pt x="856562" y="1114449"/>
                </a:lnTo>
                <a:lnTo>
                  <a:pt x="856740" y="1114449"/>
                </a:lnTo>
                <a:lnTo>
                  <a:pt x="856909" y="1114458"/>
                </a:lnTo>
                <a:lnTo>
                  <a:pt x="857087" y="1114458"/>
                </a:lnTo>
                <a:lnTo>
                  <a:pt x="857256" y="1114458"/>
                </a:lnTo>
                <a:lnTo>
                  <a:pt x="857425" y="1114467"/>
                </a:lnTo>
                <a:lnTo>
                  <a:pt x="857603" y="1114467"/>
                </a:lnTo>
                <a:lnTo>
                  <a:pt x="857772" y="1114467"/>
                </a:lnTo>
                <a:lnTo>
                  <a:pt x="857950" y="1114475"/>
                </a:lnTo>
                <a:lnTo>
                  <a:pt x="858119" y="1114475"/>
                </a:lnTo>
                <a:lnTo>
                  <a:pt x="858297" y="1114475"/>
                </a:lnTo>
                <a:lnTo>
                  <a:pt x="858466" y="1114484"/>
                </a:lnTo>
                <a:lnTo>
                  <a:pt x="858635" y="1114484"/>
                </a:lnTo>
                <a:lnTo>
                  <a:pt x="858813" y="1114484"/>
                </a:lnTo>
                <a:lnTo>
                  <a:pt x="858982" y="1114493"/>
                </a:lnTo>
                <a:lnTo>
                  <a:pt x="859160" y="1114493"/>
                </a:lnTo>
                <a:lnTo>
                  <a:pt x="859329" y="1114493"/>
                </a:lnTo>
                <a:lnTo>
                  <a:pt x="859506" y="1114502"/>
                </a:lnTo>
                <a:lnTo>
                  <a:pt x="859676" y="1114502"/>
                </a:lnTo>
                <a:lnTo>
                  <a:pt x="859845" y="1114502"/>
                </a:lnTo>
                <a:lnTo>
                  <a:pt x="860023" y="1114502"/>
                </a:lnTo>
                <a:lnTo>
                  <a:pt x="860192" y="1114511"/>
                </a:lnTo>
                <a:lnTo>
                  <a:pt x="860370" y="1114511"/>
                </a:lnTo>
                <a:lnTo>
                  <a:pt x="860539" y="1114511"/>
                </a:lnTo>
                <a:lnTo>
                  <a:pt x="860717" y="1114520"/>
                </a:lnTo>
                <a:lnTo>
                  <a:pt x="860885" y="1114520"/>
                </a:lnTo>
                <a:lnTo>
                  <a:pt x="861055" y="1114520"/>
                </a:lnTo>
                <a:lnTo>
                  <a:pt x="861232" y="1114520"/>
                </a:lnTo>
                <a:lnTo>
                  <a:pt x="861401" y="1114529"/>
                </a:lnTo>
                <a:lnTo>
                  <a:pt x="861579" y="1114529"/>
                </a:lnTo>
                <a:lnTo>
                  <a:pt x="861748" y="1114529"/>
                </a:lnTo>
                <a:lnTo>
                  <a:pt x="861917" y="1114538"/>
                </a:lnTo>
                <a:lnTo>
                  <a:pt x="862095" y="1114538"/>
                </a:lnTo>
                <a:lnTo>
                  <a:pt x="862264" y="1114538"/>
                </a:lnTo>
                <a:lnTo>
                  <a:pt x="862442" y="1114538"/>
                </a:lnTo>
                <a:lnTo>
                  <a:pt x="862611" y="1114547"/>
                </a:lnTo>
                <a:lnTo>
                  <a:pt x="862789" y="1114547"/>
                </a:lnTo>
                <a:lnTo>
                  <a:pt x="862958" y="1114547"/>
                </a:lnTo>
                <a:lnTo>
                  <a:pt x="863127" y="1114556"/>
                </a:lnTo>
                <a:lnTo>
                  <a:pt x="863305" y="1114556"/>
                </a:lnTo>
                <a:lnTo>
                  <a:pt x="863474" y="1114556"/>
                </a:lnTo>
                <a:lnTo>
                  <a:pt x="863652" y="1114556"/>
                </a:lnTo>
                <a:lnTo>
                  <a:pt x="863821" y="1114564"/>
                </a:lnTo>
                <a:lnTo>
                  <a:pt x="863999" y="1114564"/>
                </a:lnTo>
                <a:lnTo>
                  <a:pt x="864168" y="1114564"/>
                </a:lnTo>
                <a:lnTo>
                  <a:pt x="864337" y="1114564"/>
                </a:lnTo>
                <a:lnTo>
                  <a:pt x="864515" y="1114573"/>
                </a:lnTo>
                <a:lnTo>
                  <a:pt x="864684" y="1114573"/>
                </a:lnTo>
                <a:lnTo>
                  <a:pt x="864862" y="1114573"/>
                </a:lnTo>
                <a:lnTo>
                  <a:pt x="865031" y="1114573"/>
                </a:lnTo>
                <a:lnTo>
                  <a:pt x="865209" y="1114582"/>
                </a:lnTo>
                <a:lnTo>
                  <a:pt x="865378" y="1114582"/>
                </a:lnTo>
                <a:lnTo>
                  <a:pt x="865547" y="1114582"/>
                </a:lnTo>
                <a:lnTo>
                  <a:pt x="865725" y="1114582"/>
                </a:lnTo>
                <a:lnTo>
                  <a:pt x="865894" y="1114591"/>
                </a:lnTo>
                <a:lnTo>
                  <a:pt x="866072" y="1114591"/>
                </a:lnTo>
                <a:lnTo>
                  <a:pt x="866241" y="1114591"/>
                </a:lnTo>
                <a:lnTo>
                  <a:pt x="866419" y="1114591"/>
                </a:lnTo>
                <a:lnTo>
                  <a:pt x="866588" y="1114600"/>
                </a:lnTo>
                <a:lnTo>
                  <a:pt x="866757" y="1114600"/>
                </a:lnTo>
                <a:lnTo>
                  <a:pt x="866935" y="1114600"/>
                </a:lnTo>
                <a:lnTo>
                  <a:pt x="867104" y="1114600"/>
                </a:lnTo>
                <a:lnTo>
                  <a:pt x="867282" y="1114609"/>
                </a:lnTo>
                <a:lnTo>
                  <a:pt x="867451" y="1114609"/>
                </a:lnTo>
                <a:lnTo>
                  <a:pt x="867629" y="1114609"/>
                </a:lnTo>
                <a:lnTo>
                  <a:pt x="867798" y="1114609"/>
                </a:lnTo>
                <a:lnTo>
                  <a:pt x="867967" y="1114609"/>
                </a:lnTo>
                <a:lnTo>
                  <a:pt x="868145" y="1114618"/>
                </a:lnTo>
                <a:lnTo>
                  <a:pt x="868314" y="1114618"/>
                </a:lnTo>
                <a:lnTo>
                  <a:pt x="868492" y="1114618"/>
                </a:lnTo>
                <a:lnTo>
                  <a:pt x="868661" y="1114618"/>
                </a:lnTo>
                <a:lnTo>
                  <a:pt x="868839" y="1114627"/>
                </a:lnTo>
                <a:lnTo>
                  <a:pt x="869008" y="1114627"/>
                </a:lnTo>
                <a:lnTo>
                  <a:pt x="869177" y="1114627"/>
                </a:lnTo>
                <a:lnTo>
                  <a:pt x="869355" y="1114627"/>
                </a:lnTo>
                <a:lnTo>
                  <a:pt x="869524" y="1114627"/>
                </a:lnTo>
                <a:lnTo>
                  <a:pt x="869702" y="1114636"/>
                </a:lnTo>
                <a:lnTo>
                  <a:pt x="869871" y="1114636"/>
                </a:lnTo>
                <a:lnTo>
                  <a:pt x="870049" y="1114636"/>
                </a:lnTo>
                <a:lnTo>
                  <a:pt x="870218" y="1114636"/>
                </a:lnTo>
                <a:lnTo>
                  <a:pt x="870387" y="1114636"/>
                </a:lnTo>
                <a:lnTo>
                  <a:pt x="870565" y="1114644"/>
                </a:lnTo>
                <a:lnTo>
                  <a:pt x="870734" y="1114644"/>
                </a:lnTo>
                <a:lnTo>
                  <a:pt x="870912" y="1114644"/>
                </a:lnTo>
                <a:lnTo>
                  <a:pt x="871081" y="1114644"/>
                </a:lnTo>
                <a:lnTo>
                  <a:pt x="871259" y="1114644"/>
                </a:lnTo>
                <a:lnTo>
                  <a:pt x="871428" y="1114653"/>
                </a:lnTo>
                <a:lnTo>
                  <a:pt x="871597" y="1114653"/>
                </a:lnTo>
                <a:lnTo>
                  <a:pt x="871775" y="1114653"/>
                </a:lnTo>
                <a:lnTo>
                  <a:pt x="871944" y="1114653"/>
                </a:lnTo>
                <a:lnTo>
                  <a:pt x="872122" y="1114653"/>
                </a:lnTo>
                <a:lnTo>
                  <a:pt x="872291" y="1114662"/>
                </a:lnTo>
                <a:lnTo>
                  <a:pt x="872469" y="1114662"/>
                </a:lnTo>
                <a:lnTo>
                  <a:pt x="872638" y="1114662"/>
                </a:lnTo>
                <a:lnTo>
                  <a:pt x="872807" y="1114662"/>
                </a:lnTo>
                <a:lnTo>
                  <a:pt x="872985" y="1114662"/>
                </a:lnTo>
                <a:lnTo>
                  <a:pt x="873154" y="1114671"/>
                </a:lnTo>
                <a:lnTo>
                  <a:pt x="873332" y="1114671"/>
                </a:lnTo>
                <a:lnTo>
                  <a:pt x="873501" y="1114671"/>
                </a:lnTo>
                <a:lnTo>
                  <a:pt x="873679" y="1114671"/>
                </a:lnTo>
                <a:lnTo>
                  <a:pt x="873848" y="1114671"/>
                </a:lnTo>
                <a:lnTo>
                  <a:pt x="874017" y="1114680"/>
                </a:lnTo>
                <a:lnTo>
                  <a:pt x="874195" y="1114680"/>
                </a:lnTo>
                <a:lnTo>
                  <a:pt x="874364" y="1114680"/>
                </a:lnTo>
                <a:lnTo>
                  <a:pt x="874542" y="1114680"/>
                </a:lnTo>
                <a:lnTo>
                  <a:pt x="874711" y="1114680"/>
                </a:lnTo>
                <a:lnTo>
                  <a:pt x="874888" y="1114680"/>
                </a:lnTo>
                <a:lnTo>
                  <a:pt x="875058" y="1114689"/>
                </a:lnTo>
                <a:lnTo>
                  <a:pt x="875227" y="1114689"/>
                </a:lnTo>
                <a:lnTo>
                  <a:pt x="875404" y="1114689"/>
                </a:lnTo>
                <a:lnTo>
                  <a:pt x="875574" y="1114689"/>
                </a:lnTo>
                <a:lnTo>
                  <a:pt x="875751" y="1114689"/>
                </a:lnTo>
                <a:lnTo>
                  <a:pt x="875921" y="1114698"/>
                </a:lnTo>
                <a:lnTo>
                  <a:pt x="876098" y="1114698"/>
                </a:lnTo>
                <a:lnTo>
                  <a:pt x="876267" y="1114698"/>
                </a:lnTo>
                <a:lnTo>
                  <a:pt x="876436" y="1114698"/>
                </a:lnTo>
                <a:lnTo>
                  <a:pt x="876614" y="1114698"/>
                </a:lnTo>
                <a:lnTo>
                  <a:pt x="876783" y="1114698"/>
                </a:lnTo>
                <a:lnTo>
                  <a:pt x="876961" y="1114707"/>
                </a:lnTo>
                <a:lnTo>
                  <a:pt x="877130" y="1114707"/>
                </a:lnTo>
                <a:lnTo>
                  <a:pt x="877308" y="1114707"/>
                </a:lnTo>
                <a:lnTo>
                  <a:pt x="877477" y="1114707"/>
                </a:lnTo>
                <a:lnTo>
                  <a:pt x="877646" y="1114707"/>
                </a:lnTo>
                <a:lnTo>
                  <a:pt x="877824" y="1114707"/>
                </a:lnTo>
                <a:lnTo>
                  <a:pt x="877993" y="1114707"/>
                </a:lnTo>
                <a:lnTo>
                  <a:pt x="878171" y="1114716"/>
                </a:lnTo>
                <a:lnTo>
                  <a:pt x="878340" y="1114716"/>
                </a:lnTo>
                <a:lnTo>
                  <a:pt x="878518" y="1114716"/>
                </a:lnTo>
                <a:lnTo>
                  <a:pt x="878687" y="1114716"/>
                </a:lnTo>
                <a:lnTo>
                  <a:pt x="878856" y="1114716"/>
                </a:lnTo>
                <a:lnTo>
                  <a:pt x="879034" y="1114716"/>
                </a:lnTo>
                <a:lnTo>
                  <a:pt x="879203" y="1114725"/>
                </a:lnTo>
                <a:lnTo>
                  <a:pt x="879381" y="1114725"/>
                </a:lnTo>
                <a:lnTo>
                  <a:pt x="879550" y="1114725"/>
                </a:lnTo>
                <a:lnTo>
                  <a:pt x="879728" y="1114725"/>
                </a:lnTo>
                <a:lnTo>
                  <a:pt x="879897" y="1114725"/>
                </a:lnTo>
                <a:lnTo>
                  <a:pt x="880066" y="1114725"/>
                </a:lnTo>
                <a:lnTo>
                  <a:pt x="880244" y="1114725"/>
                </a:lnTo>
                <a:lnTo>
                  <a:pt x="880413" y="1114733"/>
                </a:lnTo>
                <a:lnTo>
                  <a:pt x="880591" y="1114733"/>
                </a:lnTo>
                <a:lnTo>
                  <a:pt x="880760" y="1114733"/>
                </a:lnTo>
                <a:lnTo>
                  <a:pt x="880929" y="1114733"/>
                </a:lnTo>
                <a:lnTo>
                  <a:pt x="881107" y="1114733"/>
                </a:lnTo>
                <a:lnTo>
                  <a:pt x="881276" y="1114733"/>
                </a:lnTo>
                <a:lnTo>
                  <a:pt x="881454" y="1114733"/>
                </a:lnTo>
                <a:lnTo>
                  <a:pt x="881623" y="1114742"/>
                </a:lnTo>
                <a:lnTo>
                  <a:pt x="881801" y="1114742"/>
                </a:lnTo>
                <a:lnTo>
                  <a:pt x="881970" y="1114742"/>
                </a:lnTo>
                <a:lnTo>
                  <a:pt x="882139" y="1114742"/>
                </a:lnTo>
                <a:lnTo>
                  <a:pt x="882317" y="1114742"/>
                </a:lnTo>
                <a:lnTo>
                  <a:pt x="882486" y="1114742"/>
                </a:lnTo>
                <a:lnTo>
                  <a:pt x="882664" y="1114742"/>
                </a:lnTo>
                <a:lnTo>
                  <a:pt x="882833" y="1114751"/>
                </a:lnTo>
                <a:lnTo>
                  <a:pt x="883011" y="1114751"/>
                </a:lnTo>
                <a:lnTo>
                  <a:pt x="883180" y="1114751"/>
                </a:lnTo>
                <a:lnTo>
                  <a:pt x="883349" y="1114751"/>
                </a:lnTo>
                <a:lnTo>
                  <a:pt x="883527" y="1114751"/>
                </a:lnTo>
                <a:lnTo>
                  <a:pt x="883696" y="1114751"/>
                </a:lnTo>
                <a:lnTo>
                  <a:pt x="883874" y="1114751"/>
                </a:lnTo>
                <a:lnTo>
                  <a:pt x="884043" y="1114751"/>
                </a:lnTo>
                <a:lnTo>
                  <a:pt x="884221" y="1114760"/>
                </a:lnTo>
                <a:lnTo>
                  <a:pt x="884390" y="1114760"/>
                </a:lnTo>
                <a:lnTo>
                  <a:pt x="884559" y="1114760"/>
                </a:lnTo>
                <a:lnTo>
                  <a:pt x="884737" y="1114760"/>
                </a:lnTo>
                <a:lnTo>
                  <a:pt x="884906" y="1114760"/>
                </a:lnTo>
                <a:lnTo>
                  <a:pt x="885084" y="1114760"/>
                </a:lnTo>
                <a:lnTo>
                  <a:pt x="885253" y="1114760"/>
                </a:lnTo>
                <a:lnTo>
                  <a:pt x="885431" y="1114760"/>
                </a:lnTo>
                <a:lnTo>
                  <a:pt x="885600" y="1114769"/>
                </a:lnTo>
                <a:lnTo>
                  <a:pt x="885769" y="1114769"/>
                </a:lnTo>
                <a:lnTo>
                  <a:pt x="885947" y="1114769"/>
                </a:lnTo>
                <a:lnTo>
                  <a:pt x="886116" y="1114769"/>
                </a:lnTo>
                <a:lnTo>
                  <a:pt x="886294" y="1114769"/>
                </a:lnTo>
                <a:lnTo>
                  <a:pt x="886463" y="1114769"/>
                </a:lnTo>
                <a:lnTo>
                  <a:pt x="886641" y="1114769"/>
                </a:lnTo>
                <a:lnTo>
                  <a:pt x="886810" y="1114769"/>
                </a:lnTo>
                <a:lnTo>
                  <a:pt x="886979" y="1114769"/>
                </a:lnTo>
                <a:lnTo>
                  <a:pt x="887157" y="1114778"/>
                </a:lnTo>
                <a:lnTo>
                  <a:pt x="887326" y="1114778"/>
                </a:lnTo>
                <a:lnTo>
                  <a:pt x="887504" y="1114778"/>
                </a:lnTo>
                <a:lnTo>
                  <a:pt x="887673" y="1114778"/>
                </a:lnTo>
                <a:lnTo>
                  <a:pt x="887851" y="1114778"/>
                </a:lnTo>
                <a:lnTo>
                  <a:pt x="888020" y="1114778"/>
                </a:lnTo>
                <a:lnTo>
                  <a:pt x="888189" y="1114778"/>
                </a:lnTo>
                <a:lnTo>
                  <a:pt x="888367" y="1114778"/>
                </a:lnTo>
                <a:lnTo>
                  <a:pt x="888536" y="1114778"/>
                </a:lnTo>
                <a:lnTo>
                  <a:pt x="888714" y="1114787"/>
                </a:lnTo>
                <a:lnTo>
                  <a:pt x="888883" y="1114787"/>
                </a:lnTo>
                <a:lnTo>
                  <a:pt x="889061" y="1114787"/>
                </a:lnTo>
                <a:lnTo>
                  <a:pt x="889230" y="1114787"/>
                </a:lnTo>
                <a:lnTo>
                  <a:pt x="889399" y="1114787"/>
                </a:lnTo>
                <a:lnTo>
                  <a:pt x="889577" y="1114787"/>
                </a:lnTo>
                <a:lnTo>
                  <a:pt x="889746" y="1114787"/>
                </a:lnTo>
                <a:lnTo>
                  <a:pt x="889924" y="1114787"/>
                </a:lnTo>
                <a:lnTo>
                  <a:pt x="890092" y="1114787"/>
                </a:lnTo>
                <a:lnTo>
                  <a:pt x="890270" y="1114796"/>
                </a:lnTo>
                <a:lnTo>
                  <a:pt x="890439" y="1114796"/>
                </a:lnTo>
                <a:lnTo>
                  <a:pt x="890609" y="1114796"/>
                </a:lnTo>
                <a:lnTo>
                  <a:pt x="890786" y="1114796"/>
                </a:lnTo>
                <a:lnTo>
                  <a:pt x="890956" y="1114796"/>
                </a:lnTo>
                <a:lnTo>
                  <a:pt x="891133" y="1114796"/>
                </a:lnTo>
                <a:lnTo>
                  <a:pt x="891303" y="1114796"/>
                </a:lnTo>
                <a:lnTo>
                  <a:pt x="891480" y="1114796"/>
                </a:lnTo>
                <a:lnTo>
                  <a:pt x="891649" y="1114796"/>
                </a:lnTo>
                <a:lnTo>
                  <a:pt x="891818" y="1114796"/>
                </a:lnTo>
                <a:lnTo>
                  <a:pt x="891996" y="1114805"/>
                </a:lnTo>
                <a:lnTo>
                  <a:pt x="892165" y="1114805"/>
                </a:lnTo>
                <a:lnTo>
                  <a:pt x="892343" y="1114805"/>
                </a:lnTo>
                <a:lnTo>
                  <a:pt x="892512" y="1114805"/>
                </a:lnTo>
                <a:lnTo>
                  <a:pt x="892690" y="1114805"/>
                </a:lnTo>
                <a:lnTo>
                  <a:pt x="892859" y="1114805"/>
                </a:lnTo>
                <a:lnTo>
                  <a:pt x="893028" y="1114805"/>
                </a:lnTo>
                <a:lnTo>
                  <a:pt x="893206" y="1114805"/>
                </a:lnTo>
                <a:lnTo>
                  <a:pt x="893375" y="1114805"/>
                </a:lnTo>
                <a:lnTo>
                  <a:pt x="893553" y="1114805"/>
                </a:lnTo>
                <a:lnTo>
                  <a:pt x="893722" y="1114805"/>
                </a:lnTo>
                <a:lnTo>
                  <a:pt x="893900" y="1114813"/>
                </a:lnTo>
                <a:lnTo>
                  <a:pt x="894069" y="1114813"/>
                </a:lnTo>
                <a:lnTo>
                  <a:pt x="894238" y="1114813"/>
                </a:lnTo>
                <a:lnTo>
                  <a:pt x="894416" y="1114813"/>
                </a:lnTo>
                <a:lnTo>
                  <a:pt x="894585" y="1114813"/>
                </a:lnTo>
                <a:lnTo>
                  <a:pt x="894763" y="1114813"/>
                </a:lnTo>
                <a:lnTo>
                  <a:pt x="894932" y="1114813"/>
                </a:lnTo>
                <a:lnTo>
                  <a:pt x="895110" y="1114813"/>
                </a:lnTo>
                <a:lnTo>
                  <a:pt x="895279" y="1114813"/>
                </a:lnTo>
                <a:lnTo>
                  <a:pt x="895448" y="1114813"/>
                </a:lnTo>
                <a:lnTo>
                  <a:pt x="895626" y="1114813"/>
                </a:lnTo>
                <a:lnTo>
                  <a:pt x="895795" y="1114813"/>
                </a:lnTo>
                <a:lnTo>
                  <a:pt x="895973" y="1114822"/>
                </a:lnTo>
                <a:lnTo>
                  <a:pt x="896142" y="1114822"/>
                </a:lnTo>
                <a:lnTo>
                  <a:pt x="896320" y="1114822"/>
                </a:lnTo>
                <a:lnTo>
                  <a:pt x="896489" y="1114822"/>
                </a:lnTo>
                <a:lnTo>
                  <a:pt x="896658" y="1114822"/>
                </a:lnTo>
                <a:lnTo>
                  <a:pt x="896836" y="1114822"/>
                </a:lnTo>
                <a:lnTo>
                  <a:pt x="897005" y="1114822"/>
                </a:lnTo>
                <a:lnTo>
                  <a:pt x="897183" y="1114822"/>
                </a:lnTo>
                <a:lnTo>
                  <a:pt x="897352" y="1114822"/>
                </a:lnTo>
                <a:lnTo>
                  <a:pt x="897530" y="1114822"/>
                </a:lnTo>
                <a:lnTo>
                  <a:pt x="897699" y="1114822"/>
                </a:lnTo>
                <a:lnTo>
                  <a:pt x="897868" y="1114822"/>
                </a:lnTo>
                <a:lnTo>
                  <a:pt x="898046" y="1114822"/>
                </a:lnTo>
                <a:lnTo>
                  <a:pt x="898215" y="1114831"/>
                </a:lnTo>
                <a:lnTo>
                  <a:pt x="898393" y="1114831"/>
                </a:lnTo>
                <a:lnTo>
                  <a:pt x="898562" y="1114831"/>
                </a:lnTo>
                <a:lnTo>
                  <a:pt x="898740" y="1114831"/>
                </a:lnTo>
                <a:lnTo>
                  <a:pt x="898909" y="1114831"/>
                </a:lnTo>
                <a:lnTo>
                  <a:pt x="899078" y="1114831"/>
                </a:lnTo>
                <a:lnTo>
                  <a:pt x="899256" y="1114831"/>
                </a:lnTo>
                <a:lnTo>
                  <a:pt x="899425" y="1114831"/>
                </a:lnTo>
                <a:lnTo>
                  <a:pt x="899603" y="1114831"/>
                </a:lnTo>
                <a:lnTo>
                  <a:pt x="899772" y="1114831"/>
                </a:lnTo>
                <a:lnTo>
                  <a:pt x="899941" y="1114831"/>
                </a:lnTo>
                <a:lnTo>
                  <a:pt x="900119" y="1114831"/>
                </a:lnTo>
                <a:lnTo>
                  <a:pt x="900288" y="1114831"/>
                </a:lnTo>
                <a:lnTo>
                  <a:pt x="900466" y="1114831"/>
                </a:lnTo>
                <a:lnTo>
                  <a:pt x="900635" y="1114840"/>
                </a:lnTo>
                <a:lnTo>
                  <a:pt x="900813" y="1114840"/>
                </a:lnTo>
                <a:lnTo>
                  <a:pt x="900982" y="1114840"/>
                </a:lnTo>
                <a:lnTo>
                  <a:pt x="901151" y="1114840"/>
                </a:lnTo>
                <a:lnTo>
                  <a:pt x="901329" y="1114840"/>
                </a:lnTo>
                <a:lnTo>
                  <a:pt x="901498" y="1114840"/>
                </a:lnTo>
                <a:lnTo>
                  <a:pt x="901676" y="1114840"/>
                </a:lnTo>
                <a:lnTo>
                  <a:pt x="901845" y="1114840"/>
                </a:lnTo>
                <a:lnTo>
                  <a:pt x="902023" y="1114840"/>
                </a:lnTo>
                <a:lnTo>
                  <a:pt x="902192" y="1114840"/>
                </a:lnTo>
                <a:lnTo>
                  <a:pt x="902361" y="1114840"/>
                </a:lnTo>
                <a:lnTo>
                  <a:pt x="902539" y="1114840"/>
                </a:lnTo>
                <a:lnTo>
                  <a:pt x="902708" y="1114840"/>
                </a:lnTo>
                <a:lnTo>
                  <a:pt x="902886" y="1114840"/>
                </a:lnTo>
                <a:lnTo>
                  <a:pt x="903055" y="1114840"/>
                </a:lnTo>
                <a:lnTo>
                  <a:pt x="903233" y="1114849"/>
                </a:lnTo>
                <a:lnTo>
                  <a:pt x="903402" y="1114849"/>
                </a:lnTo>
                <a:lnTo>
                  <a:pt x="903571" y="1114849"/>
                </a:lnTo>
                <a:lnTo>
                  <a:pt x="903749" y="1114849"/>
                </a:lnTo>
                <a:lnTo>
                  <a:pt x="903918" y="1114849"/>
                </a:lnTo>
                <a:lnTo>
                  <a:pt x="904095" y="1114849"/>
                </a:lnTo>
                <a:lnTo>
                  <a:pt x="904265" y="1114849"/>
                </a:lnTo>
                <a:lnTo>
                  <a:pt x="904442" y="1114849"/>
                </a:lnTo>
                <a:lnTo>
                  <a:pt x="904612" y="1114849"/>
                </a:lnTo>
                <a:lnTo>
                  <a:pt x="904781" y="1114849"/>
                </a:lnTo>
                <a:lnTo>
                  <a:pt x="904959" y="1114849"/>
                </a:lnTo>
                <a:lnTo>
                  <a:pt x="905128" y="1114849"/>
                </a:lnTo>
                <a:lnTo>
                  <a:pt x="905306" y="1114849"/>
                </a:lnTo>
                <a:lnTo>
                  <a:pt x="905474" y="1114849"/>
                </a:lnTo>
                <a:lnTo>
                  <a:pt x="905652" y="1114849"/>
                </a:lnTo>
                <a:lnTo>
                  <a:pt x="905821" y="1114849"/>
                </a:lnTo>
                <a:lnTo>
                  <a:pt x="905990" y="1114849"/>
                </a:lnTo>
                <a:lnTo>
                  <a:pt x="906168" y="1114858"/>
                </a:lnTo>
                <a:lnTo>
                  <a:pt x="906337" y="1114858"/>
                </a:lnTo>
                <a:lnTo>
                  <a:pt x="906515" y="1114858"/>
                </a:lnTo>
                <a:lnTo>
                  <a:pt x="906684" y="1114858"/>
                </a:lnTo>
                <a:lnTo>
                  <a:pt x="906862" y="1114858"/>
                </a:lnTo>
                <a:lnTo>
                  <a:pt x="907031" y="1114858"/>
                </a:lnTo>
                <a:lnTo>
                  <a:pt x="907200" y="1114858"/>
                </a:lnTo>
                <a:lnTo>
                  <a:pt x="907378" y="1114858"/>
                </a:lnTo>
                <a:lnTo>
                  <a:pt x="907547" y="1114858"/>
                </a:lnTo>
                <a:lnTo>
                  <a:pt x="907725" y="1114858"/>
                </a:lnTo>
                <a:lnTo>
                  <a:pt x="907894" y="1114858"/>
                </a:lnTo>
                <a:lnTo>
                  <a:pt x="908072" y="1114858"/>
                </a:lnTo>
                <a:lnTo>
                  <a:pt x="908241" y="1114858"/>
                </a:lnTo>
                <a:lnTo>
                  <a:pt x="908410" y="1114858"/>
                </a:lnTo>
                <a:lnTo>
                  <a:pt x="908588" y="1114858"/>
                </a:lnTo>
                <a:lnTo>
                  <a:pt x="908757" y="1114858"/>
                </a:lnTo>
                <a:lnTo>
                  <a:pt x="908935" y="1114858"/>
                </a:lnTo>
                <a:lnTo>
                  <a:pt x="909104" y="1114858"/>
                </a:lnTo>
                <a:lnTo>
                  <a:pt x="909282" y="1114858"/>
                </a:lnTo>
                <a:lnTo>
                  <a:pt x="909451" y="1114858"/>
                </a:lnTo>
                <a:lnTo>
                  <a:pt x="909620" y="1114867"/>
                </a:lnTo>
                <a:lnTo>
                  <a:pt x="909798" y="1114867"/>
                </a:lnTo>
                <a:lnTo>
                  <a:pt x="909967" y="1114867"/>
                </a:lnTo>
                <a:lnTo>
                  <a:pt x="910145" y="1114867"/>
                </a:lnTo>
                <a:lnTo>
                  <a:pt x="910314" y="1114867"/>
                </a:lnTo>
                <a:lnTo>
                  <a:pt x="910492" y="1114867"/>
                </a:lnTo>
                <a:lnTo>
                  <a:pt x="910661" y="1114867"/>
                </a:lnTo>
                <a:lnTo>
                  <a:pt x="910830" y="1114867"/>
                </a:lnTo>
                <a:lnTo>
                  <a:pt x="911008" y="1114867"/>
                </a:lnTo>
                <a:lnTo>
                  <a:pt x="911177" y="1114867"/>
                </a:lnTo>
                <a:lnTo>
                  <a:pt x="911355" y="1114867"/>
                </a:lnTo>
                <a:lnTo>
                  <a:pt x="911524" y="1114867"/>
                </a:lnTo>
                <a:lnTo>
                  <a:pt x="911702" y="1114867"/>
                </a:lnTo>
                <a:lnTo>
                  <a:pt x="911871" y="1114867"/>
                </a:lnTo>
                <a:lnTo>
                  <a:pt x="912040" y="1114867"/>
                </a:lnTo>
                <a:lnTo>
                  <a:pt x="912218" y="1114867"/>
                </a:lnTo>
                <a:lnTo>
                  <a:pt x="912387" y="1114867"/>
                </a:lnTo>
                <a:lnTo>
                  <a:pt x="912565" y="1114867"/>
                </a:lnTo>
                <a:lnTo>
                  <a:pt x="912734" y="1114867"/>
                </a:lnTo>
                <a:lnTo>
                  <a:pt x="912912" y="1114867"/>
                </a:lnTo>
                <a:lnTo>
                  <a:pt x="913081" y="1114867"/>
                </a:lnTo>
                <a:lnTo>
                  <a:pt x="913250" y="1114867"/>
                </a:lnTo>
                <a:lnTo>
                  <a:pt x="913428" y="1114876"/>
                </a:lnTo>
                <a:lnTo>
                  <a:pt x="913597" y="1114876"/>
                </a:lnTo>
                <a:lnTo>
                  <a:pt x="913775" y="1114876"/>
                </a:lnTo>
                <a:lnTo>
                  <a:pt x="913944" y="1114876"/>
                </a:lnTo>
                <a:lnTo>
                  <a:pt x="914122" y="1114876"/>
                </a:lnTo>
                <a:lnTo>
                  <a:pt x="914291" y="1114876"/>
                </a:lnTo>
                <a:lnTo>
                  <a:pt x="914460" y="1114876"/>
                </a:lnTo>
                <a:lnTo>
                  <a:pt x="914638" y="1114876"/>
                </a:lnTo>
                <a:lnTo>
                  <a:pt x="914807" y="1114876"/>
                </a:lnTo>
                <a:lnTo>
                  <a:pt x="914985" y="1114876"/>
                </a:lnTo>
                <a:lnTo>
                  <a:pt x="915154" y="1114876"/>
                </a:lnTo>
                <a:lnTo>
                  <a:pt x="915332" y="1114876"/>
                </a:lnTo>
                <a:lnTo>
                  <a:pt x="915501" y="1114876"/>
                </a:lnTo>
                <a:lnTo>
                  <a:pt x="915670" y="1114876"/>
                </a:lnTo>
                <a:lnTo>
                  <a:pt x="915848" y="1114876"/>
                </a:lnTo>
                <a:lnTo>
                  <a:pt x="916017" y="1114876"/>
                </a:lnTo>
                <a:lnTo>
                  <a:pt x="916195" y="1114876"/>
                </a:lnTo>
                <a:lnTo>
                  <a:pt x="916364" y="1114876"/>
                </a:lnTo>
                <a:lnTo>
                  <a:pt x="916542" y="1114876"/>
                </a:lnTo>
                <a:lnTo>
                  <a:pt x="916711" y="1114876"/>
                </a:lnTo>
                <a:lnTo>
                  <a:pt x="916880" y="1114876"/>
                </a:lnTo>
                <a:lnTo>
                  <a:pt x="917058" y="1114876"/>
                </a:lnTo>
                <a:lnTo>
                  <a:pt x="917227" y="1114876"/>
                </a:lnTo>
                <a:lnTo>
                  <a:pt x="917405" y="1114876"/>
                </a:lnTo>
                <a:lnTo>
                  <a:pt x="917574" y="1114876"/>
                </a:lnTo>
                <a:lnTo>
                  <a:pt x="917752" y="1114876"/>
                </a:lnTo>
                <a:lnTo>
                  <a:pt x="917921" y="1114885"/>
                </a:lnTo>
                <a:lnTo>
                  <a:pt x="918090" y="1114885"/>
                </a:lnTo>
                <a:lnTo>
                  <a:pt x="918268" y="1114885"/>
                </a:lnTo>
                <a:lnTo>
                  <a:pt x="918437" y="1114885"/>
                </a:lnTo>
                <a:lnTo>
                  <a:pt x="918615" y="1114885"/>
                </a:lnTo>
                <a:lnTo>
                  <a:pt x="918784" y="1114885"/>
                </a:lnTo>
                <a:lnTo>
                  <a:pt x="918953" y="1114885"/>
                </a:lnTo>
                <a:lnTo>
                  <a:pt x="919131" y="1114885"/>
                </a:lnTo>
                <a:lnTo>
                  <a:pt x="919300" y="1114885"/>
                </a:lnTo>
                <a:lnTo>
                  <a:pt x="919477" y="1114885"/>
                </a:lnTo>
                <a:lnTo>
                  <a:pt x="919647" y="1114885"/>
                </a:lnTo>
                <a:lnTo>
                  <a:pt x="919824" y="1114885"/>
                </a:lnTo>
                <a:lnTo>
                  <a:pt x="919994" y="1114885"/>
                </a:lnTo>
                <a:lnTo>
                  <a:pt x="920163" y="1114885"/>
                </a:lnTo>
                <a:lnTo>
                  <a:pt x="920340" y="1114885"/>
                </a:lnTo>
                <a:lnTo>
                  <a:pt x="920510" y="1114885"/>
                </a:lnTo>
                <a:lnTo>
                  <a:pt x="920687" y="1114885"/>
                </a:lnTo>
                <a:lnTo>
                  <a:pt x="920856" y="1114885"/>
                </a:lnTo>
                <a:lnTo>
                  <a:pt x="921034" y="1114885"/>
                </a:lnTo>
                <a:lnTo>
                  <a:pt x="921203" y="1114885"/>
                </a:lnTo>
                <a:lnTo>
                  <a:pt x="921372" y="1114885"/>
                </a:lnTo>
                <a:lnTo>
                  <a:pt x="921550" y="1114885"/>
                </a:lnTo>
                <a:lnTo>
                  <a:pt x="921719" y="1114885"/>
                </a:lnTo>
                <a:lnTo>
                  <a:pt x="921897" y="1114885"/>
                </a:lnTo>
                <a:lnTo>
                  <a:pt x="922066" y="1114885"/>
                </a:lnTo>
                <a:lnTo>
                  <a:pt x="922244" y="1114885"/>
                </a:lnTo>
                <a:lnTo>
                  <a:pt x="922413" y="1114885"/>
                </a:lnTo>
                <a:lnTo>
                  <a:pt x="922582" y="1114885"/>
                </a:lnTo>
                <a:lnTo>
                  <a:pt x="922760" y="1114885"/>
                </a:lnTo>
                <a:lnTo>
                  <a:pt x="922929" y="1114885"/>
                </a:lnTo>
                <a:lnTo>
                  <a:pt x="923107" y="1114885"/>
                </a:lnTo>
                <a:lnTo>
                  <a:pt x="923276" y="1114885"/>
                </a:lnTo>
                <a:lnTo>
                  <a:pt x="923454" y="1114894"/>
                </a:lnTo>
                <a:lnTo>
                  <a:pt x="923623" y="1114894"/>
                </a:lnTo>
                <a:lnTo>
                  <a:pt x="923792" y="1114894"/>
                </a:lnTo>
                <a:lnTo>
                  <a:pt x="923970" y="1114894"/>
                </a:lnTo>
                <a:lnTo>
                  <a:pt x="924139" y="1114894"/>
                </a:lnTo>
                <a:lnTo>
                  <a:pt x="924317" y="1114894"/>
                </a:lnTo>
                <a:lnTo>
                  <a:pt x="924486" y="1114894"/>
                </a:lnTo>
                <a:lnTo>
                  <a:pt x="924664" y="1114894"/>
                </a:lnTo>
                <a:lnTo>
                  <a:pt x="924833" y="1114894"/>
                </a:lnTo>
                <a:lnTo>
                  <a:pt x="925002" y="1114894"/>
                </a:lnTo>
                <a:lnTo>
                  <a:pt x="925180" y="1114894"/>
                </a:lnTo>
                <a:lnTo>
                  <a:pt x="925349" y="1114894"/>
                </a:lnTo>
                <a:lnTo>
                  <a:pt x="925527" y="1114894"/>
                </a:lnTo>
                <a:lnTo>
                  <a:pt x="925696" y="1114894"/>
                </a:lnTo>
                <a:lnTo>
                  <a:pt x="925874" y="1114894"/>
                </a:lnTo>
                <a:lnTo>
                  <a:pt x="926043" y="1114894"/>
                </a:lnTo>
                <a:lnTo>
                  <a:pt x="926212" y="1114894"/>
                </a:lnTo>
                <a:lnTo>
                  <a:pt x="926390" y="1114894"/>
                </a:lnTo>
                <a:lnTo>
                  <a:pt x="926559" y="1114894"/>
                </a:lnTo>
                <a:lnTo>
                  <a:pt x="926737" y="1114894"/>
                </a:lnTo>
                <a:lnTo>
                  <a:pt x="926906" y="1114894"/>
                </a:lnTo>
                <a:lnTo>
                  <a:pt x="927084" y="1114894"/>
                </a:lnTo>
                <a:lnTo>
                  <a:pt x="927253" y="1114894"/>
                </a:lnTo>
                <a:lnTo>
                  <a:pt x="927422" y="1114894"/>
                </a:lnTo>
                <a:lnTo>
                  <a:pt x="927600" y="1114894"/>
                </a:lnTo>
                <a:lnTo>
                  <a:pt x="927769" y="1114894"/>
                </a:lnTo>
                <a:lnTo>
                  <a:pt x="927947" y="1114894"/>
                </a:lnTo>
                <a:lnTo>
                  <a:pt x="928116" y="1114894"/>
                </a:lnTo>
                <a:lnTo>
                  <a:pt x="928294" y="1114894"/>
                </a:lnTo>
                <a:lnTo>
                  <a:pt x="928463" y="1114894"/>
                </a:lnTo>
                <a:lnTo>
                  <a:pt x="928632" y="1114894"/>
                </a:lnTo>
                <a:lnTo>
                  <a:pt x="928810" y="1114894"/>
                </a:lnTo>
                <a:lnTo>
                  <a:pt x="928979" y="1114894"/>
                </a:lnTo>
                <a:lnTo>
                  <a:pt x="929157" y="1114894"/>
                </a:lnTo>
                <a:lnTo>
                  <a:pt x="929326" y="1114894"/>
                </a:lnTo>
                <a:lnTo>
                  <a:pt x="929504" y="1114894"/>
                </a:lnTo>
                <a:lnTo>
                  <a:pt x="929673" y="1114894"/>
                </a:lnTo>
                <a:lnTo>
                  <a:pt x="929842" y="1114894"/>
                </a:lnTo>
                <a:lnTo>
                  <a:pt x="930020" y="1114894"/>
                </a:lnTo>
                <a:lnTo>
                  <a:pt x="930189" y="1114894"/>
                </a:lnTo>
                <a:lnTo>
                  <a:pt x="930367" y="1114894"/>
                </a:lnTo>
                <a:lnTo>
                  <a:pt x="930536" y="1114894"/>
                </a:lnTo>
                <a:lnTo>
                  <a:pt x="930714" y="1114903"/>
                </a:lnTo>
                <a:lnTo>
                  <a:pt x="930883" y="1114903"/>
                </a:lnTo>
                <a:lnTo>
                  <a:pt x="931052" y="1114903"/>
                </a:lnTo>
                <a:lnTo>
                  <a:pt x="931230" y="1114903"/>
                </a:lnTo>
                <a:lnTo>
                  <a:pt x="931399" y="1114903"/>
                </a:lnTo>
                <a:lnTo>
                  <a:pt x="931577" y="1114903"/>
                </a:lnTo>
                <a:lnTo>
                  <a:pt x="931746" y="1114903"/>
                </a:lnTo>
                <a:lnTo>
                  <a:pt x="931924" y="1114903"/>
                </a:lnTo>
                <a:lnTo>
                  <a:pt x="932093" y="1114903"/>
                </a:lnTo>
                <a:lnTo>
                  <a:pt x="932262" y="1114903"/>
                </a:lnTo>
                <a:lnTo>
                  <a:pt x="932440" y="1114903"/>
                </a:lnTo>
                <a:lnTo>
                  <a:pt x="932609" y="1114903"/>
                </a:lnTo>
                <a:lnTo>
                  <a:pt x="932787" y="1114903"/>
                </a:lnTo>
                <a:lnTo>
                  <a:pt x="932956" y="1114903"/>
                </a:lnTo>
                <a:lnTo>
                  <a:pt x="933134" y="1114903"/>
                </a:lnTo>
                <a:lnTo>
                  <a:pt x="933303" y="1114903"/>
                </a:lnTo>
                <a:lnTo>
                  <a:pt x="933472" y="1114903"/>
                </a:lnTo>
                <a:lnTo>
                  <a:pt x="933650" y="1114903"/>
                </a:lnTo>
                <a:lnTo>
                  <a:pt x="933819" y="1114903"/>
                </a:lnTo>
                <a:lnTo>
                  <a:pt x="933997" y="1114903"/>
                </a:lnTo>
                <a:lnTo>
                  <a:pt x="934166" y="1114903"/>
                </a:lnTo>
                <a:lnTo>
                  <a:pt x="934343" y="1114903"/>
                </a:lnTo>
                <a:lnTo>
                  <a:pt x="934513" y="1114903"/>
                </a:lnTo>
                <a:lnTo>
                  <a:pt x="934681" y="1114903"/>
                </a:lnTo>
                <a:lnTo>
                  <a:pt x="934859" y="1114903"/>
                </a:lnTo>
                <a:lnTo>
                  <a:pt x="935028" y="1114903"/>
                </a:lnTo>
                <a:lnTo>
                  <a:pt x="935206" y="1114903"/>
                </a:lnTo>
                <a:lnTo>
                  <a:pt x="935375" y="1114903"/>
                </a:lnTo>
                <a:lnTo>
                  <a:pt x="935553" y="1114903"/>
                </a:lnTo>
                <a:lnTo>
                  <a:pt x="935722" y="1114903"/>
                </a:lnTo>
                <a:lnTo>
                  <a:pt x="935892" y="1114903"/>
                </a:lnTo>
                <a:lnTo>
                  <a:pt x="936069" y="1114903"/>
                </a:lnTo>
                <a:lnTo>
                  <a:pt x="936238" y="1114903"/>
                </a:lnTo>
                <a:lnTo>
                  <a:pt x="936416" y="1114903"/>
                </a:lnTo>
                <a:lnTo>
                  <a:pt x="936585" y="1114903"/>
                </a:lnTo>
                <a:lnTo>
                  <a:pt x="936763" y="1114903"/>
                </a:lnTo>
                <a:lnTo>
                  <a:pt x="936932" y="1114903"/>
                </a:lnTo>
                <a:lnTo>
                  <a:pt x="937101" y="1114903"/>
                </a:lnTo>
                <a:lnTo>
                  <a:pt x="937279" y="1114903"/>
                </a:lnTo>
                <a:lnTo>
                  <a:pt x="937448" y="1114903"/>
                </a:lnTo>
                <a:lnTo>
                  <a:pt x="937626" y="1114903"/>
                </a:lnTo>
                <a:lnTo>
                  <a:pt x="937795" y="1114903"/>
                </a:lnTo>
                <a:lnTo>
                  <a:pt x="937964" y="1114903"/>
                </a:lnTo>
                <a:lnTo>
                  <a:pt x="938142" y="1114903"/>
                </a:lnTo>
                <a:lnTo>
                  <a:pt x="938311" y="1114903"/>
                </a:lnTo>
                <a:lnTo>
                  <a:pt x="938489" y="1114903"/>
                </a:lnTo>
                <a:lnTo>
                  <a:pt x="938658" y="1114903"/>
                </a:lnTo>
                <a:lnTo>
                  <a:pt x="938836" y="1114903"/>
                </a:lnTo>
                <a:lnTo>
                  <a:pt x="939005" y="1114903"/>
                </a:lnTo>
                <a:lnTo>
                  <a:pt x="939174" y="1114903"/>
                </a:lnTo>
                <a:lnTo>
                  <a:pt x="939352" y="1114903"/>
                </a:lnTo>
                <a:lnTo>
                  <a:pt x="939521" y="1114903"/>
                </a:lnTo>
                <a:lnTo>
                  <a:pt x="939699" y="1114903"/>
                </a:lnTo>
                <a:lnTo>
                  <a:pt x="939868" y="1114903"/>
                </a:lnTo>
                <a:lnTo>
                  <a:pt x="940046" y="1114903"/>
                </a:lnTo>
                <a:lnTo>
                  <a:pt x="940215" y="1114903"/>
                </a:lnTo>
                <a:lnTo>
                  <a:pt x="940384" y="1114903"/>
                </a:lnTo>
                <a:lnTo>
                  <a:pt x="940562" y="1114903"/>
                </a:lnTo>
                <a:lnTo>
                  <a:pt x="940731" y="1114911"/>
                </a:lnTo>
                <a:lnTo>
                  <a:pt x="940909" y="1114911"/>
                </a:lnTo>
                <a:lnTo>
                  <a:pt x="941078" y="1114911"/>
                </a:lnTo>
                <a:lnTo>
                  <a:pt x="941256" y="1114911"/>
                </a:lnTo>
                <a:lnTo>
                  <a:pt x="941425" y="1114911"/>
                </a:lnTo>
                <a:lnTo>
                  <a:pt x="941594" y="1114911"/>
                </a:lnTo>
                <a:lnTo>
                  <a:pt x="941772" y="1114911"/>
                </a:lnTo>
                <a:lnTo>
                  <a:pt x="941941" y="1114911"/>
                </a:lnTo>
                <a:lnTo>
                  <a:pt x="942119" y="1114911"/>
                </a:lnTo>
                <a:lnTo>
                  <a:pt x="942288" y="1114911"/>
                </a:lnTo>
                <a:lnTo>
                  <a:pt x="942466" y="1114911"/>
                </a:lnTo>
                <a:lnTo>
                  <a:pt x="942635" y="1114911"/>
                </a:lnTo>
                <a:lnTo>
                  <a:pt x="942804" y="1114911"/>
                </a:lnTo>
                <a:lnTo>
                  <a:pt x="942982" y="1114911"/>
                </a:lnTo>
                <a:lnTo>
                  <a:pt x="943151" y="1114911"/>
                </a:lnTo>
                <a:lnTo>
                  <a:pt x="943329" y="1114911"/>
                </a:lnTo>
                <a:lnTo>
                  <a:pt x="943498" y="1114911"/>
                </a:lnTo>
                <a:lnTo>
                  <a:pt x="943676" y="1114911"/>
                </a:lnTo>
                <a:lnTo>
                  <a:pt x="943845" y="1114911"/>
                </a:lnTo>
                <a:lnTo>
                  <a:pt x="944014" y="1114911"/>
                </a:lnTo>
                <a:lnTo>
                  <a:pt x="944192" y="1114911"/>
                </a:lnTo>
                <a:lnTo>
                  <a:pt x="944361" y="1114911"/>
                </a:lnTo>
                <a:lnTo>
                  <a:pt x="944539" y="1114911"/>
                </a:lnTo>
                <a:lnTo>
                  <a:pt x="944708" y="1114911"/>
                </a:lnTo>
                <a:lnTo>
                  <a:pt x="944886" y="1114911"/>
                </a:lnTo>
                <a:lnTo>
                  <a:pt x="945055" y="1114911"/>
                </a:lnTo>
                <a:lnTo>
                  <a:pt x="945224" y="1114911"/>
                </a:lnTo>
                <a:lnTo>
                  <a:pt x="945402" y="1114911"/>
                </a:lnTo>
                <a:lnTo>
                  <a:pt x="945571" y="1114911"/>
                </a:lnTo>
                <a:lnTo>
                  <a:pt x="945749" y="1114911"/>
                </a:lnTo>
                <a:lnTo>
                  <a:pt x="945918" y="1114911"/>
                </a:lnTo>
                <a:lnTo>
                  <a:pt x="946096" y="1114911"/>
                </a:lnTo>
                <a:lnTo>
                  <a:pt x="946265" y="1114911"/>
                </a:lnTo>
                <a:lnTo>
                  <a:pt x="946434" y="1114911"/>
                </a:lnTo>
                <a:lnTo>
                  <a:pt x="946612" y="1114911"/>
                </a:lnTo>
                <a:lnTo>
                  <a:pt x="946781" y="1114911"/>
                </a:lnTo>
                <a:lnTo>
                  <a:pt x="946959" y="1114911"/>
                </a:lnTo>
                <a:lnTo>
                  <a:pt x="947128" y="1114911"/>
                </a:lnTo>
                <a:lnTo>
                  <a:pt x="947306" y="1114911"/>
                </a:lnTo>
                <a:lnTo>
                  <a:pt x="947475" y="1114911"/>
                </a:lnTo>
                <a:lnTo>
                  <a:pt x="947644" y="1114911"/>
                </a:lnTo>
                <a:lnTo>
                  <a:pt x="947822" y="1114911"/>
                </a:lnTo>
                <a:lnTo>
                  <a:pt x="947991" y="1114911"/>
                </a:lnTo>
                <a:lnTo>
                  <a:pt x="948169" y="1114911"/>
                </a:lnTo>
                <a:lnTo>
                  <a:pt x="948338" y="1114911"/>
                </a:lnTo>
                <a:lnTo>
                  <a:pt x="948516" y="1114911"/>
                </a:lnTo>
                <a:lnTo>
                  <a:pt x="948685" y="1114911"/>
                </a:lnTo>
                <a:lnTo>
                  <a:pt x="948854" y="1114911"/>
                </a:lnTo>
                <a:lnTo>
                  <a:pt x="949031" y="1114911"/>
                </a:lnTo>
                <a:lnTo>
                  <a:pt x="949201" y="1114911"/>
                </a:lnTo>
                <a:lnTo>
                  <a:pt x="949378" y="1114911"/>
                </a:lnTo>
                <a:lnTo>
                  <a:pt x="949548" y="1114911"/>
                </a:lnTo>
                <a:lnTo>
                  <a:pt x="949725" y="1114911"/>
                </a:lnTo>
                <a:lnTo>
                  <a:pt x="949895" y="1114911"/>
                </a:lnTo>
                <a:lnTo>
                  <a:pt x="950063" y="1114911"/>
                </a:lnTo>
                <a:lnTo>
                  <a:pt x="950241" y="1114911"/>
                </a:lnTo>
                <a:lnTo>
                  <a:pt x="950410" y="1114911"/>
                </a:lnTo>
                <a:lnTo>
                  <a:pt x="950588" y="1114911"/>
                </a:lnTo>
                <a:lnTo>
                  <a:pt x="950757" y="1114911"/>
                </a:lnTo>
                <a:lnTo>
                  <a:pt x="950935" y="1114911"/>
                </a:lnTo>
                <a:lnTo>
                  <a:pt x="951104" y="1114911"/>
                </a:lnTo>
                <a:lnTo>
                  <a:pt x="951273" y="1114911"/>
                </a:lnTo>
                <a:lnTo>
                  <a:pt x="951451" y="1114911"/>
                </a:lnTo>
                <a:lnTo>
                  <a:pt x="951620" y="1114911"/>
                </a:lnTo>
                <a:lnTo>
                  <a:pt x="951798" y="1114911"/>
                </a:lnTo>
                <a:lnTo>
                  <a:pt x="951967" y="1114911"/>
                </a:lnTo>
                <a:lnTo>
                  <a:pt x="952145" y="1114911"/>
                </a:lnTo>
                <a:lnTo>
                  <a:pt x="952314" y="1114911"/>
                </a:lnTo>
                <a:lnTo>
                  <a:pt x="952483" y="1114911"/>
                </a:lnTo>
                <a:lnTo>
                  <a:pt x="952661" y="1114911"/>
                </a:lnTo>
                <a:lnTo>
                  <a:pt x="952830" y="1114911"/>
                </a:lnTo>
                <a:lnTo>
                  <a:pt x="953008" y="1114911"/>
                </a:lnTo>
                <a:lnTo>
                  <a:pt x="953177" y="1114911"/>
                </a:lnTo>
                <a:lnTo>
                  <a:pt x="953355" y="1114911"/>
                </a:lnTo>
                <a:lnTo>
                  <a:pt x="953524" y="1114911"/>
                </a:lnTo>
                <a:lnTo>
                  <a:pt x="953693" y="1114911"/>
                </a:lnTo>
                <a:lnTo>
                  <a:pt x="953871" y="1114911"/>
                </a:lnTo>
                <a:lnTo>
                  <a:pt x="954040" y="1114911"/>
                </a:lnTo>
                <a:lnTo>
                  <a:pt x="954218" y="1114911"/>
                </a:lnTo>
                <a:lnTo>
                  <a:pt x="954387" y="1114911"/>
                </a:lnTo>
                <a:lnTo>
                  <a:pt x="954565" y="1114911"/>
                </a:lnTo>
                <a:lnTo>
                  <a:pt x="954734" y="1114911"/>
                </a:lnTo>
                <a:lnTo>
                  <a:pt x="954903" y="1114911"/>
                </a:lnTo>
                <a:lnTo>
                  <a:pt x="955081" y="1114911"/>
                </a:lnTo>
                <a:lnTo>
                  <a:pt x="955250" y="1114911"/>
                </a:lnTo>
                <a:lnTo>
                  <a:pt x="955428" y="1114911"/>
                </a:lnTo>
                <a:lnTo>
                  <a:pt x="955597" y="1114911"/>
                </a:lnTo>
                <a:lnTo>
                  <a:pt x="955775" y="1114911"/>
                </a:lnTo>
                <a:lnTo>
                  <a:pt x="955944" y="1114911"/>
                </a:lnTo>
                <a:lnTo>
                  <a:pt x="956113" y="1114911"/>
                </a:lnTo>
                <a:lnTo>
                  <a:pt x="956291" y="1114911"/>
                </a:lnTo>
                <a:lnTo>
                  <a:pt x="956460" y="1114911"/>
                </a:lnTo>
                <a:lnTo>
                  <a:pt x="956638" y="1114911"/>
                </a:lnTo>
                <a:lnTo>
                  <a:pt x="956807" y="1114911"/>
                </a:lnTo>
                <a:lnTo>
                  <a:pt x="956976" y="1114911"/>
                </a:lnTo>
                <a:lnTo>
                  <a:pt x="957154" y="1114911"/>
                </a:lnTo>
                <a:lnTo>
                  <a:pt x="957323" y="1114911"/>
                </a:lnTo>
                <a:lnTo>
                  <a:pt x="957501" y="1114911"/>
                </a:lnTo>
                <a:lnTo>
                  <a:pt x="957670" y="1114911"/>
                </a:lnTo>
                <a:lnTo>
                  <a:pt x="957848" y="1114911"/>
                </a:lnTo>
                <a:lnTo>
                  <a:pt x="958017" y="1114911"/>
                </a:lnTo>
                <a:lnTo>
                  <a:pt x="958186" y="1114911"/>
                </a:lnTo>
                <a:lnTo>
                  <a:pt x="958364" y="1114911"/>
                </a:lnTo>
                <a:lnTo>
                  <a:pt x="958533" y="1114911"/>
                </a:lnTo>
                <a:lnTo>
                  <a:pt x="958711" y="1114920"/>
                </a:lnTo>
                <a:lnTo>
                  <a:pt x="958880" y="1114920"/>
                </a:lnTo>
                <a:lnTo>
                  <a:pt x="959058" y="1114920"/>
                </a:lnTo>
                <a:lnTo>
                  <a:pt x="959227" y="1114920"/>
                </a:lnTo>
                <a:lnTo>
                  <a:pt x="959396" y="1114920"/>
                </a:lnTo>
                <a:lnTo>
                  <a:pt x="959574" y="1114920"/>
                </a:lnTo>
                <a:lnTo>
                  <a:pt x="959743" y="1114920"/>
                </a:lnTo>
                <a:lnTo>
                  <a:pt x="959921" y="1114920"/>
                </a:lnTo>
                <a:lnTo>
                  <a:pt x="960090" y="1114920"/>
                </a:lnTo>
                <a:lnTo>
                  <a:pt x="960268" y="1114920"/>
                </a:lnTo>
                <a:lnTo>
                  <a:pt x="960437" y="1114920"/>
                </a:lnTo>
                <a:lnTo>
                  <a:pt x="960606" y="1114920"/>
                </a:lnTo>
                <a:lnTo>
                  <a:pt x="960784" y="1114920"/>
                </a:lnTo>
                <a:lnTo>
                  <a:pt x="960953" y="1114920"/>
                </a:lnTo>
                <a:lnTo>
                  <a:pt x="961131" y="1114920"/>
                </a:lnTo>
                <a:lnTo>
                  <a:pt x="961300" y="1114920"/>
                </a:lnTo>
                <a:lnTo>
                  <a:pt x="961478" y="1114920"/>
                </a:lnTo>
                <a:lnTo>
                  <a:pt x="961647" y="1114920"/>
                </a:lnTo>
                <a:lnTo>
                  <a:pt x="961816" y="1114920"/>
                </a:lnTo>
                <a:lnTo>
                  <a:pt x="961994" y="1114920"/>
                </a:lnTo>
                <a:lnTo>
                  <a:pt x="962163" y="1114920"/>
                </a:lnTo>
                <a:lnTo>
                  <a:pt x="962341" y="1114920"/>
                </a:lnTo>
                <a:lnTo>
                  <a:pt x="962510" y="1114920"/>
                </a:lnTo>
                <a:lnTo>
                  <a:pt x="962688" y="1114920"/>
                </a:lnTo>
                <a:lnTo>
                  <a:pt x="962857" y="1114920"/>
                </a:lnTo>
                <a:lnTo>
                  <a:pt x="963026" y="1114920"/>
                </a:lnTo>
                <a:lnTo>
                  <a:pt x="963204" y="1114920"/>
                </a:lnTo>
                <a:lnTo>
                  <a:pt x="963373" y="1114920"/>
                </a:lnTo>
                <a:lnTo>
                  <a:pt x="963551" y="1114920"/>
                </a:lnTo>
                <a:lnTo>
                  <a:pt x="963720" y="1114920"/>
                </a:lnTo>
                <a:lnTo>
                  <a:pt x="963898" y="1114920"/>
                </a:lnTo>
                <a:lnTo>
                  <a:pt x="964066" y="1114920"/>
                </a:lnTo>
                <a:lnTo>
                  <a:pt x="964236" y="1114920"/>
                </a:lnTo>
                <a:lnTo>
                  <a:pt x="964413" y="1114920"/>
                </a:lnTo>
                <a:lnTo>
                  <a:pt x="964583" y="1114920"/>
                </a:lnTo>
                <a:lnTo>
                  <a:pt x="964760" y="1114920"/>
                </a:lnTo>
                <a:lnTo>
                  <a:pt x="964929" y="1114920"/>
                </a:lnTo>
                <a:lnTo>
                  <a:pt x="965107" y="1114920"/>
                </a:lnTo>
                <a:lnTo>
                  <a:pt x="965276" y="1114920"/>
                </a:lnTo>
                <a:lnTo>
                  <a:pt x="965445" y="1114920"/>
                </a:lnTo>
                <a:lnTo>
                  <a:pt x="965623" y="1114920"/>
                </a:lnTo>
                <a:lnTo>
                  <a:pt x="965792" y="1114920"/>
                </a:lnTo>
                <a:lnTo>
                  <a:pt x="965970" y="1114920"/>
                </a:lnTo>
                <a:lnTo>
                  <a:pt x="966139" y="1114920"/>
                </a:lnTo>
                <a:lnTo>
                  <a:pt x="966317" y="1114920"/>
                </a:lnTo>
                <a:lnTo>
                  <a:pt x="966486" y="1114920"/>
                </a:lnTo>
                <a:lnTo>
                  <a:pt x="966655" y="1114920"/>
                </a:lnTo>
                <a:lnTo>
                  <a:pt x="966833" y="1114920"/>
                </a:lnTo>
                <a:lnTo>
                  <a:pt x="967002" y="1114920"/>
                </a:lnTo>
                <a:lnTo>
                  <a:pt x="967180" y="1114920"/>
                </a:lnTo>
                <a:lnTo>
                  <a:pt x="967349" y="1114920"/>
                </a:lnTo>
                <a:lnTo>
                  <a:pt x="967527" y="1114920"/>
                </a:lnTo>
                <a:lnTo>
                  <a:pt x="967696" y="1114920"/>
                </a:lnTo>
                <a:lnTo>
                  <a:pt x="967865" y="1114920"/>
                </a:lnTo>
                <a:lnTo>
                  <a:pt x="968043" y="1114920"/>
                </a:lnTo>
                <a:lnTo>
                  <a:pt x="968212" y="1114920"/>
                </a:lnTo>
                <a:lnTo>
                  <a:pt x="968390" y="1114920"/>
                </a:lnTo>
                <a:lnTo>
                  <a:pt x="968559" y="1114920"/>
                </a:lnTo>
                <a:lnTo>
                  <a:pt x="968737" y="1114920"/>
                </a:lnTo>
                <a:lnTo>
                  <a:pt x="968906" y="1114920"/>
                </a:lnTo>
                <a:lnTo>
                  <a:pt x="969075" y="1114920"/>
                </a:lnTo>
                <a:lnTo>
                  <a:pt x="969253" y="1114920"/>
                </a:lnTo>
                <a:lnTo>
                  <a:pt x="969422" y="1114920"/>
                </a:lnTo>
                <a:lnTo>
                  <a:pt x="969600" y="1114920"/>
                </a:lnTo>
                <a:lnTo>
                  <a:pt x="969769" y="1114920"/>
                </a:lnTo>
                <a:lnTo>
                  <a:pt x="969947" y="1114920"/>
                </a:lnTo>
                <a:lnTo>
                  <a:pt x="970116" y="1114920"/>
                </a:lnTo>
                <a:lnTo>
                  <a:pt x="970285" y="1114920"/>
                </a:lnTo>
                <a:lnTo>
                  <a:pt x="970463" y="1114920"/>
                </a:lnTo>
                <a:lnTo>
                  <a:pt x="970632" y="1114920"/>
                </a:lnTo>
                <a:lnTo>
                  <a:pt x="970810" y="1114920"/>
                </a:lnTo>
                <a:lnTo>
                  <a:pt x="970979" y="1114920"/>
                </a:lnTo>
                <a:lnTo>
                  <a:pt x="971157" y="1114920"/>
                </a:lnTo>
                <a:lnTo>
                  <a:pt x="971326" y="1114920"/>
                </a:lnTo>
                <a:lnTo>
                  <a:pt x="971495" y="1114920"/>
                </a:lnTo>
                <a:lnTo>
                  <a:pt x="971673" y="1114920"/>
                </a:lnTo>
                <a:lnTo>
                  <a:pt x="971842" y="1114920"/>
                </a:lnTo>
                <a:lnTo>
                  <a:pt x="972020" y="1114920"/>
                </a:lnTo>
                <a:lnTo>
                  <a:pt x="972189" y="1114920"/>
                </a:lnTo>
                <a:lnTo>
                  <a:pt x="972367" y="1114920"/>
                </a:lnTo>
                <a:lnTo>
                  <a:pt x="972536" y="1114920"/>
                </a:lnTo>
                <a:lnTo>
                  <a:pt x="972705" y="1114920"/>
                </a:lnTo>
                <a:lnTo>
                  <a:pt x="972883" y="1114920"/>
                </a:lnTo>
                <a:lnTo>
                  <a:pt x="973052" y="1114920"/>
                </a:lnTo>
                <a:lnTo>
                  <a:pt x="973230" y="1114920"/>
                </a:lnTo>
                <a:lnTo>
                  <a:pt x="973399" y="1114920"/>
                </a:lnTo>
                <a:lnTo>
                  <a:pt x="973577" y="1114920"/>
                </a:lnTo>
                <a:lnTo>
                  <a:pt x="973746" y="1114920"/>
                </a:lnTo>
                <a:lnTo>
                  <a:pt x="973915" y="1114920"/>
                </a:lnTo>
                <a:lnTo>
                  <a:pt x="974093" y="1114920"/>
                </a:lnTo>
                <a:lnTo>
                  <a:pt x="974262" y="1114920"/>
                </a:lnTo>
                <a:lnTo>
                  <a:pt x="974440" y="1114920"/>
                </a:lnTo>
                <a:lnTo>
                  <a:pt x="974609" y="1114920"/>
                </a:lnTo>
                <a:lnTo>
                  <a:pt x="974787" y="1114920"/>
                </a:lnTo>
                <a:lnTo>
                  <a:pt x="974956" y="1114920"/>
                </a:lnTo>
                <a:lnTo>
                  <a:pt x="975125" y="1114920"/>
                </a:lnTo>
                <a:lnTo>
                  <a:pt x="975303" y="1114920"/>
                </a:lnTo>
                <a:lnTo>
                  <a:pt x="975472" y="1114920"/>
                </a:lnTo>
                <a:lnTo>
                  <a:pt x="975650" y="1114920"/>
                </a:lnTo>
                <a:lnTo>
                  <a:pt x="975819" y="1114920"/>
                </a:lnTo>
                <a:lnTo>
                  <a:pt x="975988" y="1114920"/>
                </a:lnTo>
                <a:lnTo>
                  <a:pt x="976166" y="1114920"/>
                </a:lnTo>
                <a:lnTo>
                  <a:pt x="976335" y="1114920"/>
                </a:lnTo>
                <a:lnTo>
                  <a:pt x="976513" y="1114920"/>
                </a:lnTo>
                <a:lnTo>
                  <a:pt x="976682" y="1114920"/>
                </a:lnTo>
                <a:lnTo>
                  <a:pt x="976860" y="1114920"/>
                </a:lnTo>
                <a:lnTo>
                  <a:pt x="977029" y="1114920"/>
                </a:lnTo>
                <a:lnTo>
                  <a:pt x="977198" y="1114920"/>
                </a:lnTo>
                <a:lnTo>
                  <a:pt x="977376" y="1114920"/>
                </a:lnTo>
                <a:lnTo>
                  <a:pt x="977545" y="1114920"/>
                </a:lnTo>
                <a:lnTo>
                  <a:pt x="977723" y="1114920"/>
                </a:lnTo>
                <a:lnTo>
                  <a:pt x="977892" y="1114920"/>
                </a:lnTo>
                <a:lnTo>
                  <a:pt x="978069" y="1114920"/>
                </a:lnTo>
                <a:lnTo>
                  <a:pt x="978239" y="1114920"/>
                </a:lnTo>
                <a:lnTo>
                  <a:pt x="978408" y="1114920"/>
                </a:lnTo>
                <a:lnTo>
                  <a:pt x="978586" y="1114920"/>
                </a:lnTo>
                <a:lnTo>
                  <a:pt x="978755" y="1114920"/>
                </a:lnTo>
                <a:lnTo>
                  <a:pt x="978933" y="1114920"/>
                </a:lnTo>
                <a:lnTo>
                  <a:pt x="979102" y="1114920"/>
                </a:lnTo>
                <a:lnTo>
                  <a:pt x="979279" y="1114920"/>
                </a:lnTo>
                <a:lnTo>
                  <a:pt x="979448" y="1114920"/>
                </a:lnTo>
                <a:lnTo>
                  <a:pt x="979617" y="1114920"/>
                </a:lnTo>
                <a:lnTo>
                  <a:pt x="979795" y="1114920"/>
                </a:lnTo>
                <a:lnTo>
                  <a:pt x="979964" y="1114920"/>
                </a:lnTo>
                <a:lnTo>
                  <a:pt x="980142" y="1114920"/>
                </a:lnTo>
                <a:lnTo>
                  <a:pt x="980311" y="1114920"/>
                </a:lnTo>
                <a:lnTo>
                  <a:pt x="980489" y="1114920"/>
                </a:lnTo>
                <a:lnTo>
                  <a:pt x="980658" y="1114920"/>
                </a:lnTo>
                <a:lnTo>
                  <a:pt x="980827" y="1114920"/>
                </a:lnTo>
                <a:lnTo>
                  <a:pt x="981005" y="1114920"/>
                </a:lnTo>
                <a:lnTo>
                  <a:pt x="981174" y="1114920"/>
                </a:lnTo>
                <a:lnTo>
                  <a:pt x="981352" y="1114920"/>
                </a:lnTo>
                <a:lnTo>
                  <a:pt x="981521" y="1114920"/>
                </a:lnTo>
                <a:lnTo>
                  <a:pt x="981699" y="1114920"/>
                </a:lnTo>
                <a:lnTo>
                  <a:pt x="981868" y="1114920"/>
                </a:lnTo>
                <a:lnTo>
                  <a:pt x="982037" y="1114920"/>
                </a:lnTo>
                <a:lnTo>
                  <a:pt x="982215" y="1114920"/>
                </a:lnTo>
                <a:lnTo>
                  <a:pt x="982384" y="1114920"/>
                </a:lnTo>
                <a:lnTo>
                  <a:pt x="982562" y="1114920"/>
                </a:lnTo>
                <a:lnTo>
                  <a:pt x="982731" y="1114920"/>
                </a:lnTo>
                <a:lnTo>
                  <a:pt x="982909" y="1114920"/>
                </a:lnTo>
                <a:lnTo>
                  <a:pt x="983078" y="1114920"/>
                </a:lnTo>
                <a:lnTo>
                  <a:pt x="983247" y="1114920"/>
                </a:lnTo>
                <a:lnTo>
                  <a:pt x="983425" y="1114920"/>
                </a:lnTo>
                <a:lnTo>
                  <a:pt x="983594" y="1114920"/>
                </a:lnTo>
                <a:lnTo>
                  <a:pt x="983772" y="1114920"/>
                </a:lnTo>
                <a:lnTo>
                  <a:pt x="983941" y="1114920"/>
                </a:lnTo>
                <a:lnTo>
                  <a:pt x="984119" y="1114920"/>
                </a:lnTo>
                <a:lnTo>
                  <a:pt x="984288" y="1114920"/>
                </a:lnTo>
                <a:lnTo>
                  <a:pt x="984457" y="1114920"/>
                </a:lnTo>
                <a:lnTo>
                  <a:pt x="984635" y="1114920"/>
                </a:lnTo>
                <a:lnTo>
                  <a:pt x="984804" y="1114920"/>
                </a:lnTo>
                <a:lnTo>
                  <a:pt x="984982" y="1114920"/>
                </a:lnTo>
                <a:lnTo>
                  <a:pt x="985151" y="1114920"/>
                </a:lnTo>
                <a:lnTo>
                  <a:pt x="985329" y="1114920"/>
                </a:lnTo>
                <a:lnTo>
                  <a:pt x="985498" y="1114920"/>
                </a:lnTo>
                <a:lnTo>
                  <a:pt x="985667" y="1114920"/>
                </a:lnTo>
                <a:lnTo>
                  <a:pt x="985845" y="1114920"/>
                </a:lnTo>
                <a:lnTo>
                  <a:pt x="986014" y="1114920"/>
                </a:lnTo>
                <a:lnTo>
                  <a:pt x="986192" y="1114920"/>
                </a:lnTo>
                <a:lnTo>
                  <a:pt x="986361" y="1114920"/>
                </a:lnTo>
                <a:lnTo>
                  <a:pt x="986539" y="1114920"/>
                </a:lnTo>
                <a:lnTo>
                  <a:pt x="986708" y="1114920"/>
                </a:lnTo>
                <a:lnTo>
                  <a:pt x="986877" y="1114920"/>
                </a:lnTo>
                <a:lnTo>
                  <a:pt x="987055" y="1114920"/>
                </a:lnTo>
                <a:lnTo>
                  <a:pt x="987224" y="1114920"/>
                </a:lnTo>
                <a:lnTo>
                  <a:pt x="987402" y="1114920"/>
                </a:lnTo>
                <a:lnTo>
                  <a:pt x="987571" y="1114920"/>
                </a:lnTo>
                <a:lnTo>
                  <a:pt x="987749" y="1114920"/>
                </a:lnTo>
                <a:lnTo>
                  <a:pt x="987918" y="1114920"/>
                </a:lnTo>
                <a:lnTo>
                  <a:pt x="988087" y="1114920"/>
                </a:lnTo>
                <a:lnTo>
                  <a:pt x="988265" y="1114920"/>
                </a:lnTo>
                <a:lnTo>
                  <a:pt x="988434" y="1114920"/>
                </a:lnTo>
                <a:lnTo>
                  <a:pt x="988612" y="1114920"/>
                </a:lnTo>
                <a:lnTo>
                  <a:pt x="988781" y="1114920"/>
                </a:lnTo>
                <a:lnTo>
                  <a:pt x="988959" y="1114920"/>
                </a:lnTo>
                <a:lnTo>
                  <a:pt x="989128" y="1114920"/>
                </a:lnTo>
                <a:lnTo>
                  <a:pt x="989297" y="1114920"/>
                </a:lnTo>
                <a:lnTo>
                  <a:pt x="989475" y="1114920"/>
                </a:lnTo>
                <a:lnTo>
                  <a:pt x="989644" y="1114920"/>
                </a:lnTo>
                <a:lnTo>
                  <a:pt x="989822" y="1114920"/>
                </a:lnTo>
                <a:lnTo>
                  <a:pt x="989991" y="1114920"/>
                </a:lnTo>
                <a:lnTo>
                  <a:pt x="990169" y="1114920"/>
                </a:lnTo>
                <a:lnTo>
                  <a:pt x="990338" y="1114920"/>
                </a:lnTo>
                <a:lnTo>
                  <a:pt x="990507" y="1114920"/>
                </a:lnTo>
                <a:lnTo>
                  <a:pt x="990685" y="1114920"/>
                </a:lnTo>
                <a:lnTo>
                  <a:pt x="990854" y="1114920"/>
                </a:lnTo>
                <a:lnTo>
                  <a:pt x="991032" y="1114920"/>
                </a:lnTo>
                <a:lnTo>
                  <a:pt x="991201" y="1114920"/>
                </a:lnTo>
                <a:lnTo>
                  <a:pt x="991379" y="1114920"/>
                </a:lnTo>
                <a:lnTo>
                  <a:pt x="991548" y="1114920"/>
                </a:lnTo>
                <a:lnTo>
                  <a:pt x="991717" y="1114920"/>
                </a:lnTo>
                <a:lnTo>
                  <a:pt x="991895" y="1114920"/>
                </a:lnTo>
                <a:lnTo>
                  <a:pt x="992064" y="1114920"/>
                </a:lnTo>
                <a:lnTo>
                  <a:pt x="992242" y="1114920"/>
                </a:lnTo>
                <a:lnTo>
                  <a:pt x="992411" y="1114920"/>
                </a:lnTo>
                <a:lnTo>
                  <a:pt x="992589" y="1114920"/>
                </a:lnTo>
                <a:lnTo>
                  <a:pt x="992758" y="1114920"/>
                </a:lnTo>
                <a:lnTo>
                  <a:pt x="992927" y="1114920"/>
                </a:lnTo>
                <a:lnTo>
                  <a:pt x="993105" y="1114920"/>
                </a:lnTo>
                <a:lnTo>
                  <a:pt x="993274" y="1114920"/>
                </a:lnTo>
                <a:lnTo>
                  <a:pt x="993451" y="1114920"/>
                </a:lnTo>
                <a:lnTo>
                  <a:pt x="993620" y="1114920"/>
                </a:lnTo>
                <a:lnTo>
                  <a:pt x="993798" y="1114920"/>
                </a:lnTo>
                <a:lnTo>
                  <a:pt x="993967" y="1114920"/>
                </a:lnTo>
                <a:lnTo>
                  <a:pt x="994137" y="1114920"/>
                </a:lnTo>
                <a:lnTo>
                  <a:pt x="994314" y="1114920"/>
                </a:lnTo>
                <a:lnTo>
                  <a:pt x="994484" y="1114920"/>
                </a:lnTo>
                <a:lnTo>
                  <a:pt x="994661" y="1114920"/>
                </a:lnTo>
                <a:lnTo>
                  <a:pt x="994830" y="1114920"/>
                </a:lnTo>
                <a:lnTo>
                  <a:pt x="994999" y="1114920"/>
                </a:lnTo>
                <a:lnTo>
                  <a:pt x="995177" y="1114920"/>
                </a:lnTo>
                <a:lnTo>
                  <a:pt x="995346" y="1114920"/>
                </a:lnTo>
                <a:lnTo>
                  <a:pt x="995524" y="1114920"/>
                </a:lnTo>
                <a:lnTo>
                  <a:pt x="995693" y="1114920"/>
                </a:lnTo>
                <a:lnTo>
                  <a:pt x="995871" y="1114920"/>
                </a:lnTo>
                <a:lnTo>
                  <a:pt x="996040" y="1114920"/>
                </a:lnTo>
                <a:lnTo>
                  <a:pt x="996209" y="1114920"/>
                </a:lnTo>
                <a:lnTo>
                  <a:pt x="996387" y="1114920"/>
                </a:lnTo>
                <a:lnTo>
                  <a:pt x="996556" y="1114920"/>
                </a:lnTo>
                <a:lnTo>
                  <a:pt x="996734" y="1114920"/>
                </a:lnTo>
                <a:lnTo>
                  <a:pt x="996903" y="1114920"/>
                </a:lnTo>
                <a:lnTo>
                  <a:pt x="997081" y="1114920"/>
                </a:lnTo>
                <a:lnTo>
                  <a:pt x="997250" y="1114920"/>
                </a:lnTo>
                <a:lnTo>
                  <a:pt x="997419" y="1114920"/>
                </a:lnTo>
                <a:lnTo>
                  <a:pt x="997597" y="1114920"/>
                </a:lnTo>
                <a:lnTo>
                  <a:pt x="997766" y="1114920"/>
                </a:lnTo>
                <a:lnTo>
                  <a:pt x="997944" y="1114920"/>
                </a:lnTo>
                <a:lnTo>
                  <a:pt x="998113" y="1114920"/>
                </a:lnTo>
                <a:lnTo>
                  <a:pt x="998291" y="1114920"/>
                </a:lnTo>
                <a:lnTo>
                  <a:pt x="998460" y="1114920"/>
                </a:lnTo>
                <a:lnTo>
                  <a:pt x="998629" y="1114920"/>
                </a:lnTo>
                <a:lnTo>
                  <a:pt x="998807" y="1114920"/>
                </a:lnTo>
                <a:lnTo>
                  <a:pt x="998976" y="1114920"/>
                </a:lnTo>
                <a:lnTo>
                  <a:pt x="999154" y="1114920"/>
                </a:lnTo>
                <a:lnTo>
                  <a:pt x="999323" y="1114920"/>
                </a:lnTo>
                <a:lnTo>
                  <a:pt x="999501" y="1114920"/>
                </a:lnTo>
                <a:lnTo>
                  <a:pt x="999670" y="1114920"/>
                </a:lnTo>
                <a:lnTo>
                  <a:pt x="999839" y="1114920"/>
                </a:lnTo>
                <a:lnTo>
                  <a:pt x="1000017" y="1114920"/>
                </a:lnTo>
                <a:lnTo>
                  <a:pt x="1000186" y="1114920"/>
                </a:lnTo>
                <a:lnTo>
                  <a:pt x="1000364" y="1114920"/>
                </a:lnTo>
                <a:lnTo>
                  <a:pt x="1000533" y="1114920"/>
                </a:lnTo>
                <a:lnTo>
                  <a:pt x="1000711" y="1114920"/>
                </a:lnTo>
                <a:lnTo>
                  <a:pt x="1000880" y="1114920"/>
                </a:lnTo>
                <a:lnTo>
                  <a:pt x="1001049" y="1114920"/>
                </a:lnTo>
                <a:lnTo>
                  <a:pt x="1001227" y="1114920"/>
                </a:lnTo>
                <a:lnTo>
                  <a:pt x="1001396" y="1114920"/>
                </a:lnTo>
                <a:lnTo>
                  <a:pt x="1001574" y="1114920"/>
                </a:lnTo>
                <a:lnTo>
                  <a:pt x="1001743" y="1114920"/>
                </a:lnTo>
                <a:lnTo>
                  <a:pt x="1001921" y="1114920"/>
                </a:lnTo>
                <a:lnTo>
                  <a:pt x="1002090" y="1114920"/>
                </a:lnTo>
                <a:lnTo>
                  <a:pt x="1002259" y="1114920"/>
                </a:lnTo>
                <a:lnTo>
                  <a:pt x="1002437" y="1114920"/>
                </a:lnTo>
                <a:lnTo>
                  <a:pt x="1002606" y="1114920"/>
                </a:lnTo>
                <a:lnTo>
                  <a:pt x="1002784" y="1114920"/>
                </a:lnTo>
                <a:lnTo>
                  <a:pt x="1002953" y="1114920"/>
                </a:lnTo>
                <a:lnTo>
                  <a:pt x="1003131" y="1114920"/>
                </a:lnTo>
                <a:lnTo>
                  <a:pt x="1003300" y="1114920"/>
                </a:lnTo>
                <a:lnTo>
                  <a:pt x="1003469" y="1114920"/>
                </a:lnTo>
                <a:lnTo>
                  <a:pt x="1003647" y="1114920"/>
                </a:lnTo>
                <a:lnTo>
                  <a:pt x="1003816" y="1114920"/>
                </a:lnTo>
                <a:lnTo>
                  <a:pt x="1003994" y="1114920"/>
                </a:lnTo>
                <a:lnTo>
                  <a:pt x="1004163" y="1114920"/>
                </a:lnTo>
                <a:lnTo>
                  <a:pt x="1004341" y="1114920"/>
                </a:lnTo>
                <a:lnTo>
                  <a:pt x="1004510" y="1114920"/>
                </a:lnTo>
                <a:lnTo>
                  <a:pt x="1004679" y="1114920"/>
                </a:lnTo>
                <a:lnTo>
                  <a:pt x="1004857" y="1114920"/>
                </a:lnTo>
                <a:lnTo>
                  <a:pt x="1005026" y="1114920"/>
                </a:lnTo>
                <a:lnTo>
                  <a:pt x="1005204" y="1114920"/>
                </a:lnTo>
                <a:lnTo>
                  <a:pt x="1005373" y="1114920"/>
                </a:lnTo>
                <a:lnTo>
                  <a:pt x="1005551" y="1114920"/>
                </a:lnTo>
                <a:lnTo>
                  <a:pt x="1005720" y="1114920"/>
                </a:lnTo>
                <a:lnTo>
                  <a:pt x="1005889" y="1114920"/>
                </a:lnTo>
                <a:lnTo>
                  <a:pt x="1006067" y="1114920"/>
                </a:lnTo>
                <a:lnTo>
                  <a:pt x="1006236" y="1114920"/>
                </a:lnTo>
                <a:lnTo>
                  <a:pt x="1006414" y="1114920"/>
                </a:lnTo>
                <a:lnTo>
                  <a:pt x="1006583" y="1114920"/>
                </a:lnTo>
                <a:lnTo>
                  <a:pt x="1006761" y="1114920"/>
                </a:lnTo>
                <a:lnTo>
                  <a:pt x="1006930" y="1114920"/>
                </a:lnTo>
                <a:lnTo>
                  <a:pt x="1007099" y="1114920"/>
                </a:lnTo>
                <a:lnTo>
                  <a:pt x="1007277" y="1114920"/>
                </a:lnTo>
                <a:lnTo>
                  <a:pt x="1007446" y="1114920"/>
                </a:lnTo>
                <a:lnTo>
                  <a:pt x="1007624" y="1114920"/>
                </a:lnTo>
                <a:lnTo>
                  <a:pt x="1007793" y="1114920"/>
                </a:lnTo>
                <a:lnTo>
                  <a:pt x="1007970" y="1114920"/>
                </a:lnTo>
                <a:lnTo>
                  <a:pt x="1008140" y="1114920"/>
                </a:lnTo>
                <a:lnTo>
                  <a:pt x="1008309" y="1114920"/>
                </a:lnTo>
                <a:lnTo>
                  <a:pt x="1008487" y="1114920"/>
                </a:lnTo>
                <a:lnTo>
                  <a:pt x="1008655" y="1114920"/>
                </a:lnTo>
                <a:lnTo>
                  <a:pt x="1008833" y="1114920"/>
                </a:lnTo>
                <a:lnTo>
                  <a:pt x="1009002" y="1114920"/>
                </a:lnTo>
                <a:lnTo>
                  <a:pt x="1009180" y="1114920"/>
                </a:lnTo>
                <a:lnTo>
                  <a:pt x="1009349" y="1114920"/>
                </a:lnTo>
                <a:lnTo>
                  <a:pt x="1009518" y="1114920"/>
                </a:lnTo>
                <a:lnTo>
                  <a:pt x="1009696" y="1114920"/>
                </a:lnTo>
                <a:lnTo>
                  <a:pt x="1009865" y="1114920"/>
                </a:lnTo>
                <a:lnTo>
                  <a:pt x="1010043" y="1114920"/>
                </a:lnTo>
                <a:lnTo>
                  <a:pt x="1010212" y="1114920"/>
                </a:lnTo>
                <a:lnTo>
                  <a:pt x="1010390" y="1114920"/>
                </a:lnTo>
                <a:lnTo>
                  <a:pt x="1010559" y="1114920"/>
                </a:lnTo>
                <a:lnTo>
                  <a:pt x="1010728" y="1114920"/>
                </a:lnTo>
                <a:lnTo>
                  <a:pt x="1010906" y="1114920"/>
                </a:lnTo>
                <a:lnTo>
                  <a:pt x="1011075" y="1114920"/>
                </a:lnTo>
                <a:lnTo>
                  <a:pt x="1011253" y="1114920"/>
                </a:lnTo>
                <a:lnTo>
                  <a:pt x="1011422" y="1114920"/>
                </a:lnTo>
                <a:lnTo>
                  <a:pt x="1011600" y="1114920"/>
                </a:lnTo>
                <a:lnTo>
                  <a:pt x="1011769" y="1114920"/>
                </a:lnTo>
                <a:lnTo>
                  <a:pt x="1011938" y="1114920"/>
                </a:lnTo>
                <a:lnTo>
                  <a:pt x="1012116" y="1114920"/>
                </a:lnTo>
                <a:lnTo>
                  <a:pt x="1012285" y="1114920"/>
                </a:lnTo>
                <a:lnTo>
                  <a:pt x="1012463" y="1114920"/>
                </a:lnTo>
                <a:lnTo>
                  <a:pt x="1012632" y="1114920"/>
                </a:lnTo>
                <a:lnTo>
                  <a:pt x="1012810" y="1114920"/>
                </a:lnTo>
                <a:lnTo>
                  <a:pt x="1012979" y="1114920"/>
                </a:lnTo>
                <a:lnTo>
                  <a:pt x="1013148" y="1114920"/>
                </a:lnTo>
                <a:lnTo>
                  <a:pt x="1013326" y="1114920"/>
                </a:lnTo>
                <a:lnTo>
                  <a:pt x="1013495" y="1114920"/>
                </a:lnTo>
                <a:lnTo>
                  <a:pt x="1013673" y="1114920"/>
                </a:lnTo>
                <a:lnTo>
                  <a:pt x="1013842" y="1114920"/>
                </a:lnTo>
                <a:lnTo>
                  <a:pt x="1014011" y="1114920"/>
                </a:lnTo>
                <a:lnTo>
                  <a:pt x="1014189" y="1114920"/>
                </a:lnTo>
                <a:lnTo>
                  <a:pt x="1014358" y="1114920"/>
                </a:lnTo>
                <a:lnTo>
                  <a:pt x="1014536" y="1114920"/>
                </a:lnTo>
                <a:lnTo>
                  <a:pt x="1014705" y="1114920"/>
                </a:lnTo>
                <a:lnTo>
                  <a:pt x="1014883" y="1114920"/>
                </a:lnTo>
                <a:lnTo>
                  <a:pt x="1015052" y="1114920"/>
                </a:lnTo>
                <a:lnTo>
                  <a:pt x="1015221" y="1114920"/>
                </a:lnTo>
                <a:lnTo>
                  <a:pt x="1015399" y="1114920"/>
                </a:lnTo>
                <a:lnTo>
                  <a:pt x="1015568" y="1114920"/>
                </a:lnTo>
                <a:lnTo>
                  <a:pt x="1015746" y="1114920"/>
                </a:lnTo>
                <a:lnTo>
                  <a:pt x="1015915" y="1114920"/>
                </a:lnTo>
                <a:lnTo>
                  <a:pt x="1016093" y="1114920"/>
                </a:lnTo>
                <a:lnTo>
                  <a:pt x="1016262" y="1114920"/>
                </a:lnTo>
                <a:lnTo>
                  <a:pt x="1016431" y="1114920"/>
                </a:lnTo>
                <a:lnTo>
                  <a:pt x="1016609" y="1114920"/>
                </a:lnTo>
                <a:lnTo>
                  <a:pt x="1016778" y="1114920"/>
                </a:lnTo>
                <a:lnTo>
                  <a:pt x="1016956" y="1114920"/>
                </a:lnTo>
                <a:lnTo>
                  <a:pt x="1017125" y="1114920"/>
                </a:lnTo>
                <a:lnTo>
                  <a:pt x="1017303" y="1114920"/>
                </a:lnTo>
                <a:lnTo>
                  <a:pt x="1017472" y="1114920"/>
                </a:lnTo>
                <a:lnTo>
                  <a:pt x="1017641" y="1114920"/>
                </a:lnTo>
                <a:lnTo>
                  <a:pt x="1017819" y="1114920"/>
                </a:lnTo>
                <a:lnTo>
                  <a:pt x="1017988" y="1114920"/>
                </a:lnTo>
                <a:lnTo>
                  <a:pt x="1018166" y="1114920"/>
                </a:lnTo>
                <a:lnTo>
                  <a:pt x="1018335" y="1114920"/>
                </a:lnTo>
                <a:lnTo>
                  <a:pt x="1018513" y="1114920"/>
                </a:lnTo>
                <a:lnTo>
                  <a:pt x="1018682" y="1114920"/>
                </a:lnTo>
                <a:lnTo>
                  <a:pt x="1018851" y="1114920"/>
                </a:lnTo>
                <a:lnTo>
                  <a:pt x="1019029" y="1114920"/>
                </a:lnTo>
                <a:lnTo>
                  <a:pt x="1019198" y="1114920"/>
                </a:lnTo>
                <a:lnTo>
                  <a:pt x="1019376" y="1114920"/>
                </a:lnTo>
                <a:lnTo>
                  <a:pt x="1019545" y="1114920"/>
                </a:lnTo>
                <a:lnTo>
                  <a:pt x="1019723" y="1114920"/>
                </a:lnTo>
                <a:lnTo>
                  <a:pt x="1019892" y="1114920"/>
                </a:lnTo>
                <a:lnTo>
                  <a:pt x="1020061" y="1114920"/>
                </a:lnTo>
                <a:lnTo>
                  <a:pt x="1020239" y="1114920"/>
                </a:lnTo>
                <a:lnTo>
                  <a:pt x="1020408" y="1114920"/>
                </a:lnTo>
                <a:lnTo>
                  <a:pt x="1020586" y="1114920"/>
                </a:lnTo>
                <a:lnTo>
                  <a:pt x="1020755" y="1114920"/>
                </a:lnTo>
                <a:lnTo>
                  <a:pt x="1020933" y="1114920"/>
                </a:lnTo>
                <a:lnTo>
                  <a:pt x="1021102" y="1114920"/>
                </a:lnTo>
                <a:lnTo>
                  <a:pt x="1021271" y="1114920"/>
                </a:lnTo>
                <a:lnTo>
                  <a:pt x="1021449" y="1114920"/>
                </a:lnTo>
                <a:lnTo>
                  <a:pt x="1021618" y="1114920"/>
                </a:lnTo>
                <a:lnTo>
                  <a:pt x="1021796" y="1114920"/>
                </a:lnTo>
                <a:lnTo>
                  <a:pt x="1021965" y="1114920"/>
                </a:lnTo>
                <a:lnTo>
                  <a:pt x="1022143" y="1114920"/>
                </a:lnTo>
                <a:lnTo>
                  <a:pt x="1022312" y="1114920"/>
                </a:lnTo>
                <a:lnTo>
                  <a:pt x="1022481" y="1114920"/>
                </a:lnTo>
                <a:lnTo>
                  <a:pt x="1022658" y="1114920"/>
                </a:lnTo>
                <a:lnTo>
                  <a:pt x="1022828" y="1114920"/>
                </a:lnTo>
                <a:lnTo>
                  <a:pt x="1023005" y="1114920"/>
                </a:lnTo>
                <a:lnTo>
                  <a:pt x="1023175" y="1114920"/>
                </a:lnTo>
                <a:lnTo>
                  <a:pt x="1023352" y="1114920"/>
                </a:lnTo>
                <a:lnTo>
                  <a:pt x="1023522" y="1114920"/>
                </a:lnTo>
                <a:lnTo>
                  <a:pt x="1023691" y="1114920"/>
                </a:lnTo>
                <a:lnTo>
                  <a:pt x="1023868" y="1114920"/>
                </a:lnTo>
                <a:lnTo>
                  <a:pt x="1024037" y="1114920"/>
                </a:lnTo>
                <a:lnTo>
                  <a:pt x="1024215" y="1114920"/>
                </a:lnTo>
                <a:lnTo>
                  <a:pt x="1024384" y="1114920"/>
                </a:lnTo>
                <a:lnTo>
                  <a:pt x="1024562" y="1114920"/>
                </a:lnTo>
                <a:lnTo>
                  <a:pt x="1024731" y="1114920"/>
                </a:lnTo>
                <a:lnTo>
                  <a:pt x="1024900" y="1114920"/>
                </a:lnTo>
                <a:lnTo>
                  <a:pt x="1025078" y="1114920"/>
                </a:lnTo>
                <a:lnTo>
                  <a:pt x="1025247" y="1114920"/>
                </a:lnTo>
                <a:lnTo>
                  <a:pt x="1025425" y="1114920"/>
                </a:lnTo>
                <a:lnTo>
                  <a:pt x="1025594" y="1114920"/>
                </a:lnTo>
                <a:lnTo>
                  <a:pt x="1025772" y="1114920"/>
                </a:lnTo>
                <a:lnTo>
                  <a:pt x="1025941" y="1114920"/>
                </a:lnTo>
                <a:lnTo>
                  <a:pt x="1026110" y="1114920"/>
                </a:lnTo>
                <a:lnTo>
                  <a:pt x="1026288" y="1114920"/>
                </a:lnTo>
                <a:lnTo>
                  <a:pt x="1026457" y="1114920"/>
                </a:lnTo>
                <a:lnTo>
                  <a:pt x="1026635" y="1114920"/>
                </a:lnTo>
                <a:lnTo>
                  <a:pt x="1026804" y="1114920"/>
                </a:lnTo>
                <a:lnTo>
                  <a:pt x="1026982" y="1114920"/>
                </a:lnTo>
                <a:lnTo>
                  <a:pt x="1027151" y="1114920"/>
                </a:lnTo>
                <a:lnTo>
                  <a:pt x="1027320" y="1114920"/>
                </a:lnTo>
                <a:lnTo>
                  <a:pt x="1027498" y="1114920"/>
                </a:lnTo>
                <a:lnTo>
                  <a:pt x="1027667" y="1114920"/>
                </a:lnTo>
                <a:lnTo>
                  <a:pt x="1027845" y="1114920"/>
                </a:lnTo>
                <a:lnTo>
                  <a:pt x="1028014" y="1114920"/>
                </a:lnTo>
                <a:lnTo>
                  <a:pt x="1028192" y="1114920"/>
                </a:lnTo>
                <a:lnTo>
                  <a:pt x="1028361" y="1114920"/>
                </a:lnTo>
                <a:lnTo>
                  <a:pt x="1028530" y="1114920"/>
                </a:lnTo>
                <a:lnTo>
                  <a:pt x="1028708" y="1114920"/>
                </a:lnTo>
                <a:lnTo>
                  <a:pt x="1028877" y="1114920"/>
                </a:lnTo>
                <a:lnTo>
                  <a:pt x="1029055" y="1114920"/>
                </a:lnTo>
                <a:lnTo>
                  <a:pt x="1029224" y="1114920"/>
                </a:lnTo>
                <a:lnTo>
                  <a:pt x="1029402" y="1114920"/>
                </a:lnTo>
                <a:lnTo>
                  <a:pt x="1029571" y="1114920"/>
                </a:lnTo>
                <a:lnTo>
                  <a:pt x="1029740" y="1114920"/>
                </a:lnTo>
                <a:lnTo>
                  <a:pt x="1029918" y="1114920"/>
                </a:lnTo>
                <a:lnTo>
                  <a:pt x="1030087" y="1114920"/>
                </a:lnTo>
                <a:lnTo>
                  <a:pt x="1030265" y="1114920"/>
                </a:lnTo>
                <a:lnTo>
                  <a:pt x="1030434" y="1114920"/>
                </a:lnTo>
                <a:lnTo>
                  <a:pt x="1030612" y="1114920"/>
                </a:lnTo>
                <a:lnTo>
                  <a:pt x="1030781" y="1114920"/>
                </a:lnTo>
                <a:lnTo>
                  <a:pt x="1030950" y="1114920"/>
                </a:lnTo>
                <a:lnTo>
                  <a:pt x="1031128" y="1114920"/>
                </a:lnTo>
                <a:lnTo>
                  <a:pt x="1031297" y="1114920"/>
                </a:lnTo>
                <a:lnTo>
                  <a:pt x="1031475" y="1114920"/>
                </a:lnTo>
                <a:lnTo>
                  <a:pt x="1031644" y="1114920"/>
                </a:lnTo>
                <a:lnTo>
                  <a:pt x="1031822" y="1114920"/>
                </a:lnTo>
                <a:lnTo>
                  <a:pt x="1031991" y="1114920"/>
                </a:lnTo>
                <a:lnTo>
                  <a:pt x="1032160" y="1114920"/>
                </a:lnTo>
                <a:lnTo>
                  <a:pt x="1032338" y="1114920"/>
                </a:lnTo>
                <a:lnTo>
                  <a:pt x="1032507" y="1114920"/>
                </a:lnTo>
                <a:lnTo>
                  <a:pt x="1032685" y="1114920"/>
                </a:lnTo>
                <a:lnTo>
                  <a:pt x="1032854" y="1114920"/>
                </a:lnTo>
                <a:lnTo>
                  <a:pt x="1033023" y="1114920"/>
                </a:lnTo>
                <a:lnTo>
                  <a:pt x="1033201" y="1114920"/>
                </a:lnTo>
                <a:lnTo>
                  <a:pt x="1033370" y="1114920"/>
                </a:lnTo>
                <a:lnTo>
                  <a:pt x="1033548" y="1114920"/>
                </a:lnTo>
                <a:lnTo>
                  <a:pt x="1033717" y="1114920"/>
                </a:lnTo>
                <a:lnTo>
                  <a:pt x="1033895" y="1114920"/>
                </a:lnTo>
                <a:lnTo>
                  <a:pt x="1034064" y="1114920"/>
                </a:lnTo>
                <a:lnTo>
                  <a:pt x="1034233" y="1114920"/>
                </a:lnTo>
                <a:lnTo>
                  <a:pt x="1034411" y="1114920"/>
                </a:lnTo>
                <a:lnTo>
                  <a:pt x="1034580" y="1114920"/>
                </a:lnTo>
                <a:lnTo>
                  <a:pt x="1034758" y="1114920"/>
                </a:lnTo>
                <a:lnTo>
                  <a:pt x="1034927" y="1114920"/>
                </a:lnTo>
                <a:lnTo>
                  <a:pt x="1035105" y="1114920"/>
                </a:lnTo>
                <a:lnTo>
                  <a:pt x="1035274" y="1114920"/>
                </a:lnTo>
                <a:lnTo>
                  <a:pt x="1035443" y="1114920"/>
                </a:lnTo>
                <a:lnTo>
                  <a:pt x="1035621" y="1114920"/>
                </a:lnTo>
                <a:lnTo>
                  <a:pt x="1035790" y="1114920"/>
                </a:lnTo>
                <a:lnTo>
                  <a:pt x="1035968" y="1114920"/>
                </a:lnTo>
                <a:lnTo>
                  <a:pt x="1036137" y="1114920"/>
                </a:lnTo>
                <a:lnTo>
                  <a:pt x="1036315" y="1114920"/>
                </a:lnTo>
                <a:lnTo>
                  <a:pt x="1036484" y="1114920"/>
                </a:lnTo>
                <a:lnTo>
                  <a:pt x="1036653" y="1114920"/>
                </a:lnTo>
                <a:lnTo>
                  <a:pt x="1036831" y="1114920"/>
                </a:lnTo>
                <a:lnTo>
                  <a:pt x="1037000" y="1114920"/>
                </a:lnTo>
                <a:lnTo>
                  <a:pt x="1037178" y="1114920"/>
                </a:lnTo>
                <a:lnTo>
                  <a:pt x="1037347" y="1114920"/>
                </a:lnTo>
                <a:lnTo>
                  <a:pt x="1037525" y="1114920"/>
                </a:lnTo>
                <a:lnTo>
                  <a:pt x="1037694" y="1114920"/>
                </a:lnTo>
                <a:lnTo>
                  <a:pt x="1037863" y="1114920"/>
                </a:lnTo>
                <a:lnTo>
                  <a:pt x="1038040" y="1114920"/>
                </a:lnTo>
                <a:lnTo>
                  <a:pt x="1038209" y="1114920"/>
                </a:lnTo>
                <a:lnTo>
                  <a:pt x="1038387" y="1114920"/>
                </a:lnTo>
                <a:lnTo>
                  <a:pt x="1038556" y="1114920"/>
                </a:lnTo>
                <a:lnTo>
                  <a:pt x="1038734" y="1114920"/>
                </a:lnTo>
                <a:lnTo>
                  <a:pt x="1038903" y="1114920"/>
                </a:lnTo>
                <a:lnTo>
                  <a:pt x="1039073" y="1114920"/>
                </a:lnTo>
                <a:lnTo>
                  <a:pt x="1039250" y="1114920"/>
                </a:lnTo>
                <a:lnTo>
                  <a:pt x="1039419" y="1114920"/>
                </a:lnTo>
                <a:lnTo>
                  <a:pt x="1039597" y="1114920"/>
                </a:lnTo>
                <a:lnTo>
                  <a:pt x="1039766" y="1114920"/>
                </a:lnTo>
                <a:lnTo>
                  <a:pt x="1039944" y="1114920"/>
                </a:lnTo>
                <a:lnTo>
                  <a:pt x="1040113" y="1114920"/>
                </a:lnTo>
                <a:lnTo>
                  <a:pt x="1040282" y="1114920"/>
                </a:lnTo>
                <a:lnTo>
                  <a:pt x="1040460" y="1114920"/>
                </a:lnTo>
                <a:lnTo>
                  <a:pt x="1040629" y="1114920"/>
                </a:lnTo>
                <a:lnTo>
                  <a:pt x="1040807" y="1114920"/>
                </a:lnTo>
                <a:lnTo>
                  <a:pt x="1040976" y="1114920"/>
                </a:lnTo>
                <a:lnTo>
                  <a:pt x="1041154" y="1114920"/>
                </a:lnTo>
                <a:lnTo>
                  <a:pt x="1041323" y="1114920"/>
                </a:lnTo>
                <a:lnTo>
                  <a:pt x="1041492" y="1114920"/>
                </a:lnTo>
                <a:lnTo>
                  <a:pt x="1041670" y="1114920"/>
                </a:lnTo>
                <a:lnTo>
                  <a:pt x="1041839" y="1114920"/>
                </a:lnTo>
                <a:lnTo>
                  <a:pt x="1042017" y="1114920"/>
                </a:lnTo>
                <a:lnTo>
                  <a:pt x="1042186" y="1114920"/>
                </a:lnTo>
                <a:lnTo>
                  <a:pt x="1042364" y="1114920"/>
                </a:lnTo>
                <a:lnTo>
                  <a:pt x="1042533" y="1114920"/>
                </a:lnTo>
                <a:lnTo>
                  <a:pt x="1042702" y="1114920"/>
                </a:lnTo>
                <a:lnTo>
                  <a:pt x="1042880" y="1114920"/>
                </a:lnTo>
                <a:lnTo>
                  <a:pt x="1043049" y="1114920"/>
                </a:lnTo>
                <a:lnTo>
                  <a:pt x="1043227" y="1114920"/>
                </a:lnTo>
                <a:lnTo>
                  <a:pt x="1043396" y="1114920"/>
                </a:lnTo>
                <a:lnTo>
                  <a:pt x="1043574" y="1114920"/>
                </a:lnTo>
                <a:lnTo>
                  <a:pt x="1043743" y="1114920"/>
                </a:lnTo>
                <a:lnTo>
                  <a:pt x="1043912" y="1114920"/>
                </a:lnTo>
                <a:lnTo>
                  <a:pt x="1044090" y="1114920"/>
                </a:lnTo>
                <a:lnTo>
                  <a:pt x="1044259" y="1114920"/>
                </a:lnTo>
                <a:lnTo>
                  <a:pt x="1044437" y="1114920"/>
                </a:lnTo>
                <a:lnTo>
                  <a:pt x="1044606" y="1114920"/>
                </a:lnTo>
                <a:lnTo>
                  <a:pt x="1044784" y="1114920"/>
                </a:lnTo>
                <a:lnTo>
                  <a:pt x="1044953" y="1114920"/>
                </a:lnTo>
                <a:lnTo>
                  <a:pt x="1045122" y="1114920"/>
                </a:lnTo>
                <a:lnTo>
                  <a:pt x="1045300" y="1114920"/>
                </a:lnTo>
                <a:lnTo>
                  <a:pt x="1045469" y="1114920"/>
                </a:lnTo>
                <a:lnTo>
                  <a:pt x="1045647" y="1114920"/>
                </a:lnTo>
                <a:lnTo>
                  <a:pt x="1045816" y="1114920"/>
                </a:lnTo>
                <a:lnTo>
                  <a:pt x="1045994" y="1114920"/>
                </a:lnTo>
                <a:lnTo>
                  <a:pt x="1046163" y="1114920"/>
                </a:lnTo>
                <a:lnTo>
                  <a:pt x="1046332" y="1114920"/>
                </a:lnTo>
                <a:lnTo>
                  <a:pt x="1046510" y="1114920"/>
                </a:lnTo>
                <a:lnTo>
                  <a:pt x="1046679" y="1114920"/>
                </a:lnTo>
                <a:lnTo>
                  <a:pt x="1046857" y="1114920"/>
                </a:lnTo>
                <a:lnTo>
                  <a:pt x="1047026" y="1114920"/>
                </a:lnTo>
                <a:lnTo>
                  <a:pt x="1047204" y="1114920"/>
                </a:lnTo>
                <a:lnTo>
                  <a:pt x="1047373" y="1114920"/>
                </a:lnTo>
                <a:lnTo>
                  <a:pt x="1047542" y="1114920"/>
                </a:lnTo>
                <a:lnTo>
                  <a:pt x="1047720" y="1114920"/>
                </a:lnTo>
                <a:lnTo>
                  <a:pt x="1047889" y="1114920"/>
                </a:lnTo>
                <a:lnTo>
                  <a:pt x="1048067" y="1114920"/>
                </a:lnTo>
                <a:lnTo>
                  <a:pt x="1048236" y="1114920"/>
                </a:lnTo>
                <a:lnTo>
                  <a:pt x="1048414" y="1114920"/>
                </a:lnTo>
                <a:lnTo>
                  <a:pt x="1048583" y="1114920"/>
                </a:lnTo>
                <a:lnTo>
                  <a:pt x="1048752" y="1114920"/>
                </a:lnTo>
                <a:lnTo>
                  <a:pt x="1048930" y="1114920"/>
                </a:lnTo>
                <a:lnTo>
                  <a:pt x="1049099" y="1114920"/>
                </a:lnTo>
                <a:lnTo>
                  <a:pt x="1049277" y="1114920"/>
                </a:lnTo>
                <a:lnTo>
                  <a:pt x="1049446" y="1114920"/>
                </a:lnTo>
                <a:lnTo>
                  <a:pt x="1049624" y="1114920"/>
                </a:lnTo>
                <a:lnTo>
                  <a:pt x="1049793" y="1114920"/>
                </a:lnTo>
                <a:lnTo>
                  <a:pt x="1049962" y="1114920"/>
                </a:lnTo>
                <a:lnTo>
                  <a:pt x="1050140" y="1114920"/>
                </a:lnTo>
                <a:lnTo>
                  <a:pt x="1050309" y="1114920"/>
                </a:lnTo>
                <a:lnTo>
                  <a:pt x="1050487" y="1114920"/>
                </a:lnTo>
                <a:lnTo>
                  <a:pt x="1050656" y="1114920"/>
                </a:lnTo>
                <a:lnTo>
                  <a:pt x="1050834" y="1114920"/>
                </a:lnTo>
                <a:lnTo>
                  <a:pt x="1051003" y="1114920"/>
                </a:lnTo>
                <a:lnTo>
                  <a:pt x="1051172" y="1114920"/>
                </a:lnTo>
                <a:lnTo>
                  <a:pt x="1051350" y="1114920"/>
                </a:lnTo>
                <a:lnTo>
                  <a:pt x="1051519" y="1114920"/>
                </a:lnTo>
                <a:lnTo>
                  <a:pt x="1051697" y="1114920"/>
                </a:lnTo>
                <a:lnTo>
                  <a:pt x="1051866" y="1114920"/>
                </a:lnTo>
                <a:lnTo>
                  <a:pt x="1052035" y="1114920"/>
                </a:lnTo>
                <a:lnTo>
                  <a:pt x="1052213" y="1114920"/>
                </a:lnTo>
                <a:lnTo>
                  <a:pt x="1052382" y="1114920"/>
                </a:lnTo>
                <a:lnTo>
                  <a:pt x="1052559" y="1114920"/>
                </a:lnTo>
                <a:lnTo>
                  <a:pt x="1052729" y="1114920"/>
                </a:lnTo>
                <a:lnTo>
                  <a:pt x="1052906" y="1114920"/>
                </a:lnTo>
                <a:lnTo>
                  <a:pt x="1053076" y="1114920"/>
                </a:lnTo>
                <a:lnTo>
                  <a:pt x="1053245" y="1114920"/>
                </a:lnTo>
                <a:lnTo>
                  <a:pt x="1053423" y="1114920"/>
                </a:lnTo>
                <a:lnTo>
                  <a:pt x="1053592" y="1114920"/>
                </a:lnTo>
                <a:lnTo>
                  <a:pt x="1053769" y="1114920"/>
                </a:lnTo>
                <a:lnTo>
                  <a:pt x="1053938" y="1114920"/>
                </a:lnTo>
                <a:lnTo>
                  <a:pt x="1054116" y="1114920"/>
                </a:lnTo>
                <a:lnTo>
                  <a:pt x="1054285" y="1114920"/>
                </a:lnTo>
                <a:lnTo>
                  <a:pt x="1054454" y="1114920"/>
                </a:lnTo>
                <a:lnTo>
                  <a:pt x="1054632" y="1114920"/>
                </a:lnTo>
                <a:lnTo>
                  <a:pt x="1054801" y="1114920"/>
                </a:lnTo>
                <a:lnTo>
                  <a:pt x="1054979" y="1114920"/>
                </a:lnTo>
                <a:lnTo>
                  <a:pt x="1055148" y="1114920"/>
                </a:lnTo>
                <a:lnTo>
                  <a:pt x="1055326" y="1114920"/>
                </a:lnTo>
                <a:lnTo>
                  <a:pt x="1055495" y="1114920"/>
                </a:lnTo>
                <a:lnTo>
                  <a:pt x="1055664" y="1114920"/>
                </a:lnTo>
                <a:lnTo>
                  <a:pt x="1055842" y="1114920"/>
                </a:lnTo>
                <a:lnTo>
                  <a:pt x="1056011" y="1114920"/>
                </a:lnTo>
                <a:lnTo>
                  <a:pt x="1056189" y="1114920"/>
                </a:lnTo>
                <a:lnTo>
                  <a:pt x="1056358" y="1114920"/>
                </a:lnTo>
                <a:lnTo>
                  <a:pt x="1056536" y="1114920"/>
                </a:lnTo>
                <a:lnTo>
                  <a:pt x="1056705" y="1114920"/>
                </a:lnTo>
                <a:lnTo>
                  <a:pt x="1056874" y="1114920"/>
                </a:lnTo>
                <a:lnTo>
                  <a:pt x="1057052" y="1114920"/>
                </a:lnTo>
                <a:lnTo>
                  <a:pt x="1057221" y="1114920"/>
                </a:lnTo>
                <a:lnTo>
                  <a:pt x="1057399" y="1114920"/>
                </a:lnTo>
                <a:lnTo>
                  <a:pt x="1057568" y="1114920"/>
                </a:lnTo>
                <a:lnTo>
                  <a:pt x="1057746" y="1114920"/>
                </a:lnTo>
                <a:lnTo>
                  <a:pt x="1057915" y="1114920"/>
                </a:lnTo>
                <a:lnTo>
                  <a:pt x="1058084" y="1114920"/>
                </a:lnTo>
                <a:lnTo>
                  <a:pt x="1058262" y="1114920"/>
                </a:lnTo>
                <a:lnTo>
                  <a:pt x="1058431" y="1114920"/>
                </a:lnTo>
                <a:lnTo>
                  <a:pt x="1058609" y="1114920"/>
                </a:lnTo>
                <a:lnTo>
                  <a:pt x="1058778" y="1114920"/>
                </a:lnTo>
                <a:lnTo>
                  <a:pt x="1058956" y="1114920"/>
                </a:lnTo>
                <a:lnTo>
                  <a:pt x="1059125" y="1114920"/>
                </a:lnTo>
                <a:lnTo>
                  <a:pt x="1059294" y="1114920"/>
                </a:lnTo>
                <a:lnTo>
                  <a:pt x="1059472" y="1114920"/>
                </a:lnTo>
                <a:lnTo>
                  <a:pt x="1059641" y="1114920"/>
                </a:lnTo>
                <a:lnTo>
                  <a:pt x="1059819" y="1114920"/>
                </a:lnTo>
                <a:lnTo>
                  <a:pt x="1059988" y="1114920"/>
                </a:lnTo>
                <a:lnTo>
                  <a:pt x="1060166" y="1114920"/>
                </a:lnTo>
                <a:lnTo>
                  <a:pt x="1060335" y="1114920"/>
                </a:lnTo>
                <a:lnTo>
                  <a:pt x="1060504" y="1114920"/>
                </a:lnTo>
                <a:lnTo>
                  <a:pt x="1060682" y="1114920"/>
                </a:lnTo>
                <a:lnTo>
                  <a:pt x="1060851" y="1114920"/>
                </a:lnTo>
                <a:lnTo>
                  <a:pt x="1061029" y="1114920"/>
                </a:lnTo>
                <a:lnTo>
                  <a:pt x="1061198" y="1114920"/>
                </a:lnTo>
                <a:lnTo>
                  <a:pt x="1061376" y="1114920"/>
                </a:lnTo>
                <a:lnTo>
                  <a:pt x="1061545" y="1114920"/>
                </a:lnTo>
                <a:lnTo>
                  <a:pt x="1061714" y="1114920"/>
                </a:lnTo>
                <a:lnTo>
                  <a:pt x="1061892" y="1114920"/>
                </a:lnTo>
                <a:lnTo>
                  <a:pt x="1062061" y="1114920"/>
                </a:lnTo>
                <a:lnTo>
                  <a:pt x="1062239" y="1114920"/>
                </a:lnTo>
                <a:lnTo>
                  <a:pt x="1062408" y="1114920"/>
                </a:lnTo>
                <a:lnTo>
                  <a:pt x="1062586" y="1114920"/>
                </a:lnTo>
                <a:lnTo>
                  <a:pt x="1062755" y="1114920"/>
                </a:lnTo>
                <a:lnTo>
                  <a:pt x="1062924" y="1114920"/>
                </a:lnTo>
                <a:lnTo>
                  <a:pt x="1063102" y="1114920"/>
                </a:lnTo>
                <a:lnTo>
                  <a:pt x="1063271" y="1114920"/>
                </a:lnTo>
                <a:lnTo>
                  <a:pt x="1063449" y="1114920"/>
                </a:lnTo>
                <a:lnTo>
                  <a:pt x="1063618" y="1114920"/>
                </a:lnTo>
                <a:lnTo>
                  <a:pt x="1063796" y="1114920"/>
                </a:lnTo>
                <a:lnTo>
                  <a:pt x="1063965" y="1114920"/>
                </a:lnTo>
                <a:lnTo>
                  <a:pt x="1064134" y="1114920"/>
                </a:lnTo>
                <a:lnTo>
                  <a:pt x="1064312" y="1114920"/>
                </a:lnTo>
                <a:lnTo>
                  <a:pt x="1064481" y="1114920"/>
                </a:lnTo>
                <a:lnTo>
                  <a:pt x="1064659" y="1114920"/>
                </a:lnTo>
                <a:lnTo>
                  <a:pt x="1064828" y="1114920"/>
                </a:lnTo>
                <a:lnTo>
                  <a:pt x="1065006" y="1114920"/>
                </a:lnTo>
                <a:lnTo>
                  <a:pt x="1065175" y="1114920"/>
                </a:lnTo>
                <a:lnTo>
                  <a:pt x="1065344" y="1114920"/>
                </a:lnTo>
                <a:lnTo>
                  <a:pt x="1065522" y="1114920"/>
                </a:lnTo>
                <a:lnTo>
                  <a:pt x="1065691" y="1114920"/>
                </a:lnTo>
                <a:lnTo>
                  <a:pt x="1065869" y="1114920"/>
                </a:lnTo>
                <a:lnTo>
                  <a:pt x="1066038" y="1114920"/>
                </a:lnTo>
                <a:lnTo>
                  <a:pt x="1066216" y="1114920"/>
                </a:lnTo>
                <a:lnTo>
                  <a:pt x="1066385" y="1114920"/>
                </a:lnTo>
                <a:lnTo>
                  <a:pt x="1066554" y="1114920"/>
                </a:lnTo>
                <a:lnTo>
                  <a:pt x="1066732" y="1114920"/>
                </a:lnTo>
                <a:lnTo>
                  <a:pt x="1066901" y="1114920"/>
                </a:lnTo>
                <a:lnTo>
                  <a:pt x="1067079" y="1114920"/>
                </a:lnTo>
                <a:lnTo>
                  <a:pt x="1067248" y="1114920"/>
                </a:lnTo>
                <a:lnTo>
                  <a:pt x="1067426" y="1114920"/>
                </a:lnTo>
                <a:lnTo>
                  <a:pt x="1067595" y="1114920"/>
                </a:lnTo>
                <a:lnTo>
                  <a:pt x="1067764" y="1114920"/>
                </a:lnTo>
                <a:lnTo>
                  <a:pt x="1067941" y="1114920"/>
                </a:lnTo>
                <a:lnTo>
                  <a:pt x="1068111" y="1114920"/>
                </a:lnTo>
                <a:lnTo>
                  <a:pt x="1068288" y="1114920"/>
                </a:lnTo>
                <a:lnTo>
                  <a:pt x="1068457" y="1114920"/>
                </a:lnTo>
                <a:lnTo>
                  <a:pt x="1068635" y="1114920"/>
                </a:lnTo>
                <a:lnTo>
                  <a:pt x="1068804" y="1114920"/>
                </a:lnTo>
                <a:lnTo>
                  <a:pt x="1068973" y="1114920"/>
                </a:lnTo>
                <a:lnTo>
                  <a:pt x="1069151" y="1114920"/>
                </a:lnTo>
                <a:lnTo>
                  <a:pt x="1069320" y="1114920"/>
                </a:lnTo>
                <a:lnTo>
                  <a:pt x="1069498" y="1114920"/>
                </a:lnTo>
                <a:lnTo>
                  <a:pt x="1069667" y="1114920"/>
                </a:lnTo>
                <a:lnTo>
                  <a:pt x="1069845" y="1114920"/>
                </a:lnTo>
                <a:lnTo>
                  <a:pt x="1070014" y="1114920"/>
                </a:lnTo>
                <a:lnTo>
                  <a:pt x="1070183" y="1114920"/>
                </a:lnTo>
                <a:lnTo>
                  <a:pt x="1070361" y="1114920"/>
                </a:lnTo>
                <a:lnTo>
                  <a:pt x="1070530" y="1114920"/>
                </a:lnTo>
                <a:lnTo>
                  <a:pt x="1070708" y="1114920"/>
                </a:lnTo>
                <a:lnTo>
                  <a:pt x="1070877" y="1114920"/>
                </a:lnTo>
                <a:lnTo>
                  <a:pt x="1071046" y="1114920"/>
                </a:lnTo>
                <a:lnTo>
                  <a:pt x="1071224" y="1114920"/>
                </a:lnTo>
                <a:lnTo>
                  <a:pt x="1071393" y="1114920"/>
                </a:lnTo>
                <a:lnTo>
                  <a:pt x="1071571" y="1114920"/>
                </a:lnTo>
                <a:lnTo>
                  <a:pt x="1071740" y="1114920"/>
                </a:lnTo>
                <a:lnTo>
                  <a:pt x="1071918" y="1114920"/>
                </a:lnTo>
                <a:lnTo>
                  <a:pt x="1072087" y="1114920"/>
                </a:lnTo>
                <a:lnTo>
                  <a:pt x="1072256" y="1114920"/>
                </a:lnTo>
                <a:lnTo>
                  <a:pt x="1072434" y="1114920"/>
                </a:lnTo>
                <a:lnTo>
                  <a:pt x="1072603" y="1114920"/>
                </a:lnTo>
                <a:lnTo>
                  <a:pt x="1072781" y="1114920"/>
                </a:lnTo>
                <a:lnTo>
                  <a:pt x="1072950" y="1114920"/>
                </a:lnTo>
                <a:lnTo>
                  <a:pt x="1073128" y="1114920"/>
                </a:lnTo>
                <a:lnTo>
                  <a:pt x="1073297" y="1114920"/>
                </a:lnTo>
                <a:lnTo>
                  <a:pt x="1073466" y="1114920"/>
                </a:lnTo>
                <a:lnTo>
                  <a:pt x="1073644" y="1114920"/>
                </a:lnTo>
                <a:lnTo>
                  <a:pt x="1073813" y="1114920"/>
                </a:lnTo>
                <a:lnTo>
                  <a:pt x="1073991" y="1114920"/>
                </a:lnTo>
                <a:lnTo>
                  <a:pt x="1074160" y="1114920"/>
                </a:lnTo>
                <a:lnTo>
                  <a:pt x="1074338" y="1114920"/>
                </a:lnTo>
                <a:lnTo>
                  <a:pt x="1074507" y="1114920"/>
                </a:lnTo>
                <a:lnTo>
                  <a:pt x="1074676" y="1114920"/>
                </a:lnTo>
                <a:lnTo>
                  <a:pt x="1074854" y="1114920"/>
                </a:lnTo>
                <a:lnTo>
                  <a:pt x="1075023" y="1114920"/>
                </a:lnTo>
                <a:lnTo>
                  <a:pt x="1075201" y="1114920"/>
                </a:lnTo>
                <a:lnTo>
                  <a:pt x="1075370" y="1114920"/>
                </a:lnTo>
                <a:lnTo>
                  <a:pt x="1075548" y="1114920"/>
                </a:lnTo>
                <a:lnTo>
                  <a:pt x="1075717" y="1114920"/>
                </a:lnTo>
                <a:lnTo>
                  <a:pt x="1075886" y="1114920"/>
                </a:lnTo>
                <a:lnTo>
                  <a:pt x="1076064" y="1114920"/>
                </a:lnTo>
                <a:lnTo>
                  <a:pt x="1076233" y="1114920"/>
                </a:lnTo>
                <a:lnTo>
                  <a:pt x="1076411" y="1114920"/>
                </a:lnTo>
                <a:lnTo>
                  <a:pt x="1076580" y="1114920"/>
                </a:lnTo>
                <a:lnTo>
                  <a:pt x="1076758" y="1114920"/>
                </a:lnTo>
                <a:lnTo>
                  <a:pt x="1076927" y="1114920"/>
                </a:lnTo>
                <a:lnTo>
                  <a:pt x="1077096" y="1114920"/>
                </a:lnTo>
                <a:lnTo>
                  <a:pt x="1077274" y="1114920"/>
                </a:lnTo>
                <a:lnTo>
                  <a:pt x="1077443" y="1114920"/>
                </a:lnTo>
                <a:lnTo>
                  <a:pt x="1077621" y="1114920"/>
                </a:lnTo>
                <a:lnTo>
                  <a:pt x="1077790" y="1114920"/>
                </a:lnTo>
                <a:lnTo>
                  <a:pt x="1077968" y="1114920"/>
                </a:lnTo>
                <a:lnTo>
                  <a:pt x="1078137" y="1114920"/>
                </a:lnTo>
                <a:lnTo>
                  <a:pt x="1078306" y="1114920"/>
                </a:lnTo>
                <a:lnTo>
                  <a:pt x="1078484" y="1114920"/>
                </a:lnTo>
                <a:lnTo>
                  <a:pt x="1078653" y="1114920"/>
                </a:lnTo>
                <a:lnTo>
                  <a:pt x="1078831" y="1114920"/>
                </a:lnTo>
                <a:lnTo>
                  <a:pt x="1079000" y="1114920"/>
                </a:lnTo>
                <a:lnTo>
                  <a:pt x="1079178" y="1114920"/>
                </a:lnTo>
                <a:lnTo>
                  <a:pt x="1079347" y="1114920"/>
                </a:lnTo>
                <a:lnTo>
                  <a:pt x="1079516" y="1114920"/>
                </a:lnTo>
                <a:lnTo>
                  <a:pt x="1079694" y="1114920"/>
                </a:lnTo>
                <a:lnTo>
                  <a:pt x="1079863" y="1114920"/>
                </a:lnTo>
                <a:lnTo>
                  <a:pt x="1080041" y="1114920"/>
                </a:lnTo>
                <a:lnTo>
                  <a:pt x="1080210" y="1114920"/>
                </a:lnTo>
                <a:lnTo>
                  <a:pt x="1080388" y="1114920"/>
                </a:lnTo>
                <a:lnTo>
                  <a:pt x="1080557" y="1114920"/>
                </a:lnTo>
                <a:lnTo>
                  <a:pt x="1080726" y="1114920"/>
                </a:lnTo>
                <a:lnTo>
                  <a:pt x="1080904" y="1114920"/>
                </a:lnTo>
                <a:lnTo>
                  <a:pt x="1081073" y="1114920"/>
                </a:lnTo>
                <a:lnTo>
                  <a:pt x="1081251" y="1114920"/>
                </a:lnTo>
                <a:lnTo>
                  <a:pt x="1081420" y="1114920"/>
                </a:lnTo>
                <a:lnTo>
                  <a:pt x="1081598" y="1114920"/>
                </a:lnTo>
                <a:lnTo>
                  <a:pt x="1081767" y="1114920"/>
                </a:lnTo>
                <a:lnTo>
                  <a:pt x="1081936" y="1114920"/>
                </a:lnTo>
                <a:lnTo>
                  <a:pt x="1082114" y="1114920"/>
                </a:lnTo>
                <a:lnTo>
                  <a:pt x="1082283" y="1114920"/>
                </a:lnTo>
                <a:lnTo>
                  <a:pt x="1082461" y="1114920"/>
                </a:lnTo>
                <a:lnTo>
                  <a:pt x="1082630" y="1114920"/>
                </a:lnTo>
                <a:lnTo>
                  <a:pt x="1082807" y="1114920"/>
                </a:lnTo>
                <a:lnTo>
                  <a:pt x="1082977" y="1114920"/>
                </a:lnTo>
                <a:lnTo>
                  <a:pt x="1083145" y="1114920"/>
                </a:lnTo>
                <a:lnTo>
                  <a:pt x="1083323" y="1114920"/>
                </a:lnTo>
                <a:lnTo>
                  <a:pt x="1083492" y="1114920"/>
                </a:lnTo>
                <a:lnTo>
                  <a:pt x="1083670" y="1114920"/>
                </a:lnTo>
                <a:lnTo>
                  <a:pt x="1083839" y="1114920"/>
                </a:lnTo>
                <a:lnTo>
                  <a:pt x="1084017" y="1114920"/>
                </a:lnTo>
                <a:lnTo>
                  <a:pt x="1084186" y="1114920"/>
                </a:lnTo>
                <a:lnTo>
                  <a:pt x="1084355" y="1114920"/>
                </a:lnTo>
                <a:lnTo>
                  <a:pt x="1084533" y="1114920"/>
                </a:lnTo>
                <a:lnTo>
                  <a:pt x="1084702" y="1114920"/>
                </a:lnTo>
                <a:lnTo>
                  <a:pt x="1084880" y="1114920"/>
                </a:lnTo>
                <a:lnTo>
                  <a:pt x="1085049" y="1114920"/>
                </a:lnTo>
                <a:lnTo>
                  <a:pt x="1085227" y="1114920"/>
                </a:lnTo>
                <a:lnTo>
                  <a:pt x="1085396" y="1114920"/>
                </a:lnTo>
                <a:lnTo>
                  <a:pt x="1085565" y="1114920"/>
                </a:lnTo>
                <a:lnTo>
                  <a:pt x="1085743" y="1114920"/>
                </a:lnTo>
                <a:lnTo>
                  <a:pt x="1085912" y="1114920"/>
                </a:lnTo>
                <a:lnTo>
                  <a:pt x="1086090" y="1114920"/>
                </a:lnTo>
                <a:lnTo>
                  <a:pt x="1086259" y="1114920"/>
                </a:lnTo>
                <a:lnTo>
                  <a:pt x="1086437" y="1114920"/>
                </a:lnTo>
                <a:lnTo>
                  <a:pt x="1086606" y="1114920"/>
                </a:lnTo>
                <a:lnTo>
                  <a:pt x="1086775" y="1114920"/>
                </a:lnTo>
                <a:lnTo>
                  <a:pt x="1086953" y="1114920"/>
                </a:lnTo>
                <a:lnTo>
                  <a:pt x="1087122" y="1114920"/>
                </a:lnTo>
                <a:lnTo>
                  <a:pt x="1087300" y="1114920"/>
                </a:lnTo>
                <a:lnTo>
                  <a:pt x="1087469" y="1114920"/>
                </a:lnTo>
                <a:lnTo>
                  <a:pt x="1087647" y="1114920"/>
                </a:lnTo>
                <a:lnTo>
                  <a:pt x="1087816" y="1114920"/>
                </a:lnTo>
                <a:lnTo>
                  <a:pt x="1087985" y="1114920"/>
                </a:lnTo>
                <a:lnTo>
                  <a:pt x="1088163" y="1114920"/>
                </a:lnTo>
                <a:lnTo>
                  <a:pt x="1088332" y="1114920"/>
                </a:lnTo>
                <a:lnTo>
                  <a:pt x="1088510" y="1114920"/>
                </a:lnTo>
                <a:lnTo>
                  <a:pt x="1088679" y="1114920"/>
                </a:lnTo>
                <a:lnTo>
                  <a:pt x="1088857" y="1114920"/>
                </a:lnTo>
                <a:lnTo>
                  <a:pt x="1089026" y="1114920"/>
                </a:lnTo>
                <a:lnTo>
                  <a:pt x="1089195" y="1114920"/>
                </a:lnTo>
                <a:lnTo>
                  <a:pt x="1089373" y="1114920"/>
                </a:lnTo>
                <a:lnTo>
                  <a:pt x="1089542" y="1114920"/>
                </a:lnTo>
                <a:lnTo>
                  <a:pt x="1089720" y="1114920"/>
                </a:lnTo>
                <a:lnTo>
                  <a:pt x="1089889" y="1114920"/>
                </a:lnTo>
                <a:lnTo>
                  <a:pt x="1090058" y="1114920"/>
                </a:lnTo>
                <a:lnTo>
                  <a:pt x="1090236" y="1114920"/>
                </a:lnTo>
                <a:lnTo>
                  <a:pt x="1090405" y="1114920"/>
                </a:lnTo>
                <a:lnTo>
                  <a:pt x="1090583" y="1114920"/>
                </a:lnTo>
                <a:lnTo>
                  <a:pt x="1090752" y="1114920"/>
                </a:lnTo>
                <a:lnTo>
                  <a:pt x="1090930" y="1114920"/>
                </a:lnTo>
                <a:lnTo>
                  <a:pt x="1091099" y="1114920"/>
                </a:lnTo>
                <a:lnTo>
                  <a:pt x="1091268" y="1114920"/>
                </a:lnTo>
                <a:lnTo>
                  <a:pt x="1091446" y="1114920"/>
                </a:lnTo>
                <a:lnTo>
                  <a:pt x="1091615" y="1114920"/>
                </a:lnTo>
                <a:lnTo>
                  <a:pt x="1091793" y="1114920"/>
                </a:lnTo>
                <a:lnTo>
                  <a:pt x="1091962" y="1114920"/>
                </a:lnTo>
                <a:lnTo>
                  <a:pt x="1092140" y="1114920"/>
                </a:lnTo>
                <a:lnTo>
                  <a:pt x="1092309" y="1114920"/>
                </a:lnTo>
                <a:lnTo>
                  <a:pt x="1092478" y="1114920"/>
                </a:lnTo>
                <a:lnTo>
                  <a:pt x="1092656" y="1114920"/>
                </a:lnTo>
                <a:lnTo>
                  <a:pt x="1092825" y="1114920"/>
                </a:lnTo>
                <a:lnTo>
                  <a:pt x="1093003" y="1114920"/>
                </a:lnTo>
                <a:lnTo>
                  <a:pt x="1093172" y="1114920"/>
                </a:lnTo>
                <a:lnTo>
                  <a:pt x="1093350" y="1114920"/>
                </a:lnTo>
                <a:lnTo>
                  <a:pt x="1093519" y="1114920"/>
                </a:lnTo>
                <a:lnTo>
                  <a:pt x="1093688" y="1114920"/>
                </a:lnTo>
                <a:lnTo>
                  <a:pt x="1093866" y="1114920"/>
                </a:lnTo>
                <a:lnTo>
                  <a:pt x="1094035" y="1114920"/>
                </a:lnTo>
                <a:lnTo>
                  <a:pt x="1094213" y="1114920"/>
                </a:lnTo>
                <a:lnTo>
                  <a:pt x="1094382" y="1114920"/>
                </a:lnTo>
                <a:lnTo>
                  <a:pt x="1094560" y="1114920"/>
                </a:lnTo>
                <a:lnTo>
                  <a:pt x="1094729" y="1114920"/>
                </a:lnTo>
                <a:lnTo>
                  <a:pt x="1094898" y="1114920"/>
                </a:lnTo>
                <a:lnTo>
                  <a:pt x="1095076" y="1114920"/>
                </a:lnTo>
                <a:lnTo>
                  <a:pt x="1095245" y="1114920"/>
                </a:lnTo>
                <a:lnTo>
                  <a:pt x="1095423" y="1114920"/>
                </a:lnTo>
                <a:lnTo>
                  <a:pt x="1095592" y="1114920"/>
                </a:lnTo>
                <a:lnTo>
                  <a:pt x="1095770" y="1114920"/>
                </a:lnTo>
                <a:lnTo>
                  <a:pt x="1095939" y="1114920"/>
                </a:lnTo>
                <a:lnTo>
                  <a:pt x="1096108" y="1114920"/>
                </a:lnTo>
                <a:lnTo>
                  <a:pt x="1096286" y="1114920"/>
                </a:lnTo>
                <a:lnTo>
                  <a:pt x="1096455" y="1114920"/>
                </a:lnTo>
                <a:lnTo>
                  <a:pt x="1096633" y="1114920"/>
                </a:lnTo>
                <a:lnTo>
                  <a:pt x="1096802" y="1114920"/>
                </a:lnTo>
                <a:lnTo>
                  <a:pt x="1096980" y="1114920"/>
                </a:lnTo>
                <a:lnTo>
                  <a:pt x="1097148" y="1114920"/>
                </a:lnTo>
                <a:lnTo>
                  <a:pt x="1097318" y="1114920"/>
                </a:lnTo>
                <a:lnTo>
                  <a:pt x="1097495" y="1114920"/>
                </a:lnTo>
                <a:lnTo>
                  <a:pt x="1097665" y="1114920"/>
                </a:lnTo>
                <a:lnTo>
                  <a:pt x="1097842" y="1114920"/>
                </a:lnTo>
                <a:lnTo>
                  <a:pt x="1098012" y="1114920"/>
                </a:lnTo>
                <a:lnTo>
                  <a:pt x="1098189" y="1114920"/>
                </a:lnTo>
                <a:lnTo>
                  <a:pt x="1098358" y="1114920"/>
                </a:lnTo>
                <a:lnTo>
                  <a:pt x="1098527" y="1114920"/>
                </a:lnTo>
                <a:lnTo>
                  <a:pt x="1098705" y="1114920"/>
                </a:lnTo>
                <a:lnTo>
                  <a:pt x="1098874" y="1114920"/>
                </a:lnTo>
                <a:lnTo>
                  <a:pt x="1099052" y="1114920"/>
                </a:lnTo>
                <a:lnTo>
                  <a:pt x="1099221" y="1114920"/>
                </a:lnTo>
                <a:lnTo>
                  <a:pt x="1099399" y="1114920"/>
                </a:lnTo>
                <a:lnTo>
                  <a:pt x="1099568" y="1114920"/>
                </a:lnTo>
                <a:lnTo>
                  <a:pt x="1099737" y="1114920"/>
                </a:lnTo>
                <a:lnTo>
                  <a:pt x="1099915" y="1114920"/>
                </a:lnTo>
                <a:lnTo>
                  <a:pt x="1100084" y="1114920"/>
                </a:lnTo>
                <a:lnTo>
                  <a:pt x="1100262" y="1114920"/>
                </a:lnTo>
                <a:lnTo>
                  <a:pt x="1100431" y="1114920"/>
                </a:lnTo>
                <a:lnTo>
                  <a:pt x="1100609" y="1114920"/>
                </a:lnTo>
                <a:lnTo>
                  <a:pt x="1100778" y="1114920"/>
                </a:lnTo>
                <a:lnTo>
                  <a:pt x="1100947" y="1114920"/>
                </a:lnTo>
                <a:lnTo>
                  <a:pt x="1101125" y="1114920"/>
                </a:lnTo>
                <a:lnTo>
                  <a:pt x="1101294" y="1114920"/>
                </a:lnTo>
                <a:lnTo>
                  <a:pt x="1101472" y="1114920"/>
                </a:lnTo>
                <a:lnTo>
                  <a:pt x="1101641" y="1114920"/>
                </a:lnTo>
                <a:lnTo>
                  <a:pt x="1101819" y="1114920"/>
                </a:lnTo>
                <a:lnTo>
                  <a:pt x="1101988" y="1114920"/>
                </a:lnTo>
                <a:lnTo>
                  <a:pt x="1102157" y="1114920"/>
                </a:lnTo>
                <a:lnTo>
                  <a:pt x="1102335" y="1114920"/>
                </a:lnTo>
                <a:lnTo>
                  <a:pt x="1102504" y="1114920"/>
                </a:lnTo>
                <a:lnTo>
                  <a:pt x="1102682" y="1114920"/>
                </a:lnTo>
                <a:lnTo>
                  <a:pt x="1102851" y="1114920"/>
                </a:lnTo>
                <a:lnTo>
                  <a:pt x="1103029" y="1114920"/>
                </a:lnTo>
                <a:lnTo>
                  <a:pt x="1103198" y="1114920"/>
                </a:lnTo>
                <a:lnTo>
                  <a:pt x="1103367" y="1114920"/>
                </a:lnTo>
                <a:lnTo>
                  <a:pt x="1103545" y="1114920"/>
                </a:lnTo>
                <a:lnTo>
                  <a:pt x="1103714" y="1114920"/>
                </a:lnTo>
                <a:lnTo>
                  <a:pt x="1103892" y="1114920"/>
                </a:lnTo>
                <a:lnTo>
                  <a:pt x="1104061" y="1114920"/>
                </a:lnTo>
                <a:lnTo>
                  <a:pt x="1104239" y="1114920"/>
                </a:lnTo>
                <a:lnTo>
                  <a:pt x="1104408" y="1114920"/>
                </a:lnTo>
                <a:lnTo>
                  <a:pt x="1104577" y="1114920"/>
                </a:lnTo>
                <a:lnTo>
                  <a:pt x="1104755" y="1114920"/>
                </a:lnTo>
                <a:lnTo>
                  <a:pt x="1104924" y="1114920"/>
                </a:lnTo>
                <a:lnTo>
                  <a:pt x="1105102" y="1114920"/>
                </a:lnTo>
                <a:lnTo>
                  <a:pt x="1105271" y="1114920"/>
                </a:lnTo>
                <a:lnTo>
                  <a:pt x="1105449" y="1114920"/>
                </a:lnTo>
                <a:lnTo>
                  <a:pt x="1105618" y="1114920"/>
                </a:lnTo>
                <a:lnTo>
                  <a:pt x="1105787" y="1114920"/>
                </a:lnTo>
                <a:lnTo>
                  <a:pt x="1105965" y="1114920"/>
                </a:lnTo>
                <a:lnTo>
                  <a:pt x="1106134" y="1114920"/>
                </a:lnTo>
                <a:lnTo>
                  <a:pt x="1106312" y="1114920"/>
                </a:lnTo>
                <a:lnTo>
                  <a:pt x="1106481" y="1114920"/>
                </a:lnTo>
                <a:lnTo>
                  <a:pt x="1106659" y="1114920"/>
                </a:lnTo>
                <a:lnTo>
                  <a:pt x="1106828" y="1114920"/>
                </a:lnTo>
                <a:lnTo>
                  <a:pt x="1106997" y="1114920"/>
                </a:lnTo>
                <a:lnTo>
                  <a:pt x="1107175" y="1114920"/>
                </a:lnTo>
                <a:lnTo>
                  <a:pt x="1107344" y="1114920"/>
                </a:lnTo>
                <a:lnTo>
                  <a:pt x="1107522" y="1114920"/>
                </a:lnTo>
                <a:lnTo>
                  <a:pt x="1107691" y="1114920"/>
                </a:lnTo>
                <a:lnTo>
                  <a:pt x="1107869" y="1114920"/>
                </a:lnTo>
                <a:lnTo>
                  <a:pt x="1108038" y="1114920"/>
                </a:lnTo>
                <a:lnTo>
                  <a:pt x="1108207" y="1114920"/>
                </a:lnTo>
                <a:lnTo>
                  <a:pt x="1108385" y="1114920"/>
                </a:lnTo>
                <a:lnTo>
                  <a:pt x="1108554" y="1114920"/>
                </a:lnTo>
                <a:lnTo>
                  <a:pt x="1108732" y="1114920"/>
                </a:lnTo>
                <a:lnTo>
                  <a:pt x="1108901" y="1114920"/>
                </a:lnTo>
                <a:lnTo>
                  <a:pt x="1109070" y="1114920"/>
                </a:lnTo>
                <a:lnTo>
                  <a:pt x="1109248" y="1114920"/>
                </a:lnTo>
                <a:lnTo>
                  <a:pt x="1109417" y="1114920"/>
                </a:lnTo>
                <a:lnTo>
                  <a:pt x="1109595" y="1114920"/>
                </a:lnTo>
                <a:lnTo>
                  <a:pt x="1109764" y="1114920"/>
                </a:lnTo>
                <a:lnTo>
                  <a:pt x="1109942" y="1114920"/>
                </a:lnTo>
                <a:lnTo>
                  <a:pt x="1110111" y="1114920"/>
                </a:lnTo>
                <a:lnTo>
                  <a:pt x="1110280" y="1114920"/>
                </a:lnTo>
                <a:lnTo>
                  <a:pt x="1110458" y="1114920"/>
                </a:lnTo>
                <a:lnTo>
                  <a:pt x="1110627" y="1114920"/>
                </a:lnTo>
                <a:lnTo>
                  <a:pt x="1110805" y="1114920"/>
                </a:lnTo>
                <a:lnTo>
                  <a:pt x="1110974" y="1114920"/>
                </a:lnTo>
                <a:lnTo>
                  <a:pt x="1111152" y="1114920"/>
                </a:lnTo>
                <a:lnTo>
                  <a:pt x="1111321" y="1114920"/>
                </a:lnTo>
                <a:lnTo>
                  <a:pt x="1111490" y="1114920"/>
                </a:lnTo>
                <a:lnTo>
                  <a:pt x="1111668" y="1114920"/>
                </a:lnTo>
                <a:lnTo>
                  <a:pt x="1111837" y="1114920"/>
                </a:lnTo>
                <a:lnTo>
                  <a:pt x="1112015" y="1114920"/>
                </a:lnTo>
                <a:lnTo>
                  <a:pt x="1112184" y="1114920"/>
                </a:lnTo>
                <a:lnTo>
                  <a:pt x="1112362" y="1114920"/>
                </a:lnTo>
                <a:lnTo>
                  <a:pt x="1112530" y="1114920"/>
                </a:lnTo>
                <a:lnTo>
                  <a:pt x="1112700" y="1114920"/>
                </a:lnTo>
                <a:lnTo>
                  <a:pt x="1112877" y="1114920"/>
                </a:lnTo>
                <a:lnTo>
                  <a:pt x="1113047" y="1114920"/>
                </a:lnTo>
                <a:lnTo>
                  <a:pt x="1113224" y="1114920"/>
                </a:lnTo>
                <a:lnTo>
                  <a:pt x="1113393" y="1114920"/>
                </a:lnTo>
                <a:lnTo>
                  <a:pt x="1113571" y="1114920"/>
                </a:lnTo>
                <a:lnTo>
                  <a:pt x="1113740" y="1114920"/>
                </a:lnTo>
                <a:lnTo>
                  <a:pt x="1113909" y="1114920"/>
                </a:lnTo>
                <a:lnTo>
                  <a:pt x="1114087" y="1114920"/>
                </a:lnTo>
                <a:lnTo>
                  <a:pt x="1114256" y="1114920"/>
                </a:lnTo>
                <a:lnTo>
                  <a:pt x="1114434" y="1114920"/>
                </a:lnTo>
                <a:lnTo>
                  <a:pt x="1114603" y="1114920"/>
                </a:lnTo>
                <a:lnTo>
                  <a:pt x="1114781" y="1114920"/>
                </a:lnTo>
                <a:lnTo>
                  <a:pt x="1114950" y="1114920"/>
                </a:lnTo>
                <a:lnTo>
                  <a:pt x="1115119" y="1114920"/>
                </a:lnTo>
                <a:lnTo>
                  <a:pt x="1115297" y="1114920"/>
                </a:lnTo>
                <a:lnTo>
                  <a:pt x="1115466" y="1114920"/>
                </a:lnTo>
                <a:lnTo>
                  <a:pt x="1115644" y="1114920"/>
                </a:lnTo>
                <a:lnTo>
                  <a:pt x="1115813" y="1114920"/>
                </a:lnTo>
                <a:lnTo>
                  <a:pt x="1115991" y="1114920"/>
                </a:lnTo>
                <a:lnTo>
                  <a:pt x="1116160" y="1114920"/>
                </a:lnTo>
                <a:lnTo>
                  <a:pt x="1116329" y="1114920"/>
                </a:lnTo>
                <a:lnTo>
                  <a:pt x="1116507" y="1114920"/>
                </a:lnTo>
                <a:lnTo>
                  <a:pt x="1116676" y="1114920"/>
                </a:lnTo>
                <a:lnTo>
                  <a:pt x="1116854" y="1114920"/>
                </a:lnTo>
                <a:lnTo>
                  <a:pt x="1117023" y="1114920"/>
                </a:lnTo>
                <a:lnTo>
                  <a:pt x="1117201" y="1114920"/>
                </a:lnTo>
                <a:lnTo>
                  <a:pt x="1117370" y="1114920"/>
                </a:lnTo>
                <a:lnTo>
                  <a:pt x="1117539" y="1114920"/>
                </a:lnTo>
                <a:lnTo>
                  <a:pt x="1117717" y="1114920"/>
                </a:lnTo>
                <a:lnTo>
                  <a:pt x="1117886" y="1114920"/>
                </a:lnTo>
                <a:lnTo>
                  <a:pt x="1118064" y="1114920"/>
                </a:lnTo>
                <a:lnTo>
                  <a:pt x="1118233" y="1114920"/>
                </a:lnTo>
                <a:lnTo>
                  <a:pt x="1118411" y="1114920"/>
                </a:lnTo>
                <a:lnTo>
                  <a:pt x="1118580" y="1114920"/>
                </a:lnTo>
                <a:lnTo>
                  <a:pt x="1118749" y="1114920"/>
                </a:lnTo>
                <a:lnTo>
                  <a:pt x="1118927" y="1114920"/>
                </a:lnTo>
                <a:lnTo>
                  <a:pt x="1119096" y="1114920"/>
                </a:lnTo>
                <a:lnTo>
                  <a:pt x="1119274" y="1114920"/>
                </a:lnTo>
                <a:lnTo>
                  <a:pt x="1119443" y="1114920"/>
                </a:lnTo>
                <a:lnTo>
                  <a:pt x="1119621" y="1114920"/>
                </a:lnTo>
                <a:lnTo>
                  <a:pt x="1119790" y="1114920"/>
                </a:lnTo>
                <a:lnTo>
                  <a:pt x="1119959" y="1114920"/>
                </a:lnTo>
                <a:lnTo>
                  <a:pt x="1120137" y="1114920"/>
                </a:lnTo>
                <a:lnTo>
                  <a:pt x="1120306" y="1114920"/>
                </a:lnTo>
                <a:lnTo>
                  <a:pt x="1120484" y="1114920"/>
                </a:lnTo>
                <a:lnTo>
                  <a:pt x="1120653" y="1114920"/>
                </a:lnTo>
                <a:lnTo>
                  <a:pt x="1120831" y="1114920"/>
                </a:lnTo>
                <a:lnTo>
                  <a:pt x="1121000" y="1114920"/>
                </a:lnTo>
                <a:lnTo>
                  <a:pt x="1121169" y="1114920"/>
                </a:lnTo>
                <a:lnTo>
                  <a:pt x="1121347" y="1114920"/>
                </a:lnTo>
                <a:lnTo>
                  <a:pt x="1121516" y="1114920"/>
                </a:lnTo>
                <a:lnTo>
                  <a:pt x="1121694" y="1114920"/>
                </a:lnTo>
                <a:lnTo>
                  <a:pt x="1121863" y="1114920"/>
                </a:lnTo>
                <a:lnTo>
                  <a:pt x="1122041" y="1114920"/>
                </a:lnTo>
                <a:lnTo>
                  <a:pt x="1122210" y="1114920"/>
                </a:lnTo>
                <a:lnTo>
                  <a:pt x="1122379" y="1114920"/>
                </a:lnTo>
                <a:lnTo>
                  <a:pt x="1122557" y="1114920"/>
                </a:lnTo>
                <a:lnTo>
                  <a:pt x="1122726" y="1114920"/>
                </a:lnTo>
                <a:lnTo>
                  <a:pt x="1122904" y="1114920"/>
                </a:lnTo>
                <a:lnTo>
                  <a:pt x="1123073" y="1114920"/>
                </a:lnTo>
                <a:lnTo>
                  <a:pt x="1123251" y="1114920"/>
                </a:lnTo>
                <a:lnTo>
                  <a:pt x="1123420" y="1114920"/>
                </a:lnTo>
                <a:lnTo>
                  <a:pt x="1123589" y="1114920"/>
                </a:lnTo>
                <a:lnTo>
                  <a:pt x="1123767" y="1114920"/>
                </a:lnTo>
                <a:lnTo>
                  <a:pt x="1123936" y="1114920"/>
                </a:lnTo>
                <a:lnTo>
                  <a:pt x="1124114" y="1114920"/>
                </a:lnTo>
                <a:lnTo>
                  <a:pt x="1124283" y="1114920"/>
                </a:lnTo>
                <a:lnTo>
                  <a:pt x="1124461" y="1114920"/>
                </a:lnTo>
                <a:lnTo>
                  <a:pt x="1124630" y="1114920"/>
                </a:lnTo>
                <a:lnTo>
                  <a:pt x="1124799" y="1114920"/>
                </a:lnTo>
                <a:lnTo>
                  <a:pt x="1124977" y="1114920"/>
                </a:lnTo>
                <a:lnTo>
                  <a:pt x="1125146" y="1114920"/>
                </a:lnTo>
                <a:lnTo>
                  <a:pt x="1125324" y="1114920"/>
                </a:lnTo>
                <a:lnTo>
                  <a:pt x="1125493" y="1114920"/>
                </a:lnTo>
                <a:lnTo>
                  <a:pt x="1125671" y="1114920"/>
                </a:lnTo>
                <a:lnTo>
                  <a:pt x="1125840" y="1114920"/>
                </a:lnTo>
                <a:lnTo>
                  <a:pt x="1126009" y="1114920"/>
                </a:lnTo>
                <a:lnTo>
                  <a:pt x="1126187" y="1114920"/>
                </a:lnTo>
                <a:lnTo>
                  <a:pt x="1126356" y="1114920"/>
                </a:lnTo>
                <a:lnTo>
                  <a:pt x="1126533" y="1114920"/>
                </a:lnTo>
                <a:lnTo>
                  <a:pt x="1126703" y="1114920"/>
                </a:lnTo>
                <a:lnTo>
                  <a:pt x="1126880" y="1114920"/>
                </a:lnTo>
                <a:lnTo>
                  <a:pt x="1127050" y="1114920"/>
                </a:lnTo>
                <a:lnTo>
                  <a:pt x="1127219" y="1114920"/>
                </a:lnTo>
                <a:lnTo>
                  <a:pt x="1127396" y="1114920"/>
                </a:lnTo>
                <a:lnTo>
                  <a:pt x="1127566" y="1114920"/>
                </a:lnTo>
                <a:lnTo>
                  <a:pt x="1127743" y="1114920"/>
                </a:lnTo>
                <a:lnTo>
                  <a:pt x="1127912" y="1114920"/>
                </a:lnTo>
                <a:lnTo>
                  <a:pt x="1128081" y="1114920"/>
                </a:lnTo>
                <a:lnTo>
                  <a:pt x="1128259" y="1114920"/>
                </a:lnTo>
                <a:lnTo>
                  <a:pt x="1128428" y="1114920"/>
                </a:lnTo>
                <a:lnTo>
                  <a:pt x="1128606" y="1114920"/>
                </a:lnTo>
                <a:lnTo>
                  <a:pt x="1128775" y="1114920"/>
                </a:lnTo>
                <a:lnTo>
                  <a:pt x="1128953" y="1114920"/>
                </a:lnTo>
                <a:lnTo>
                  <a:pt x="1129122" y="1114920"/>
                </a:lnTo>
                <a:lnTo>
                  <a:pt x="1129291" y="1114920"/>
                </a:lnTo>
                <a:lnTo>
                  <a:pt x="1129469" y="1114920"/>
                </a:lnTo>
                <a:lnTo>
                  <a:pt x="1129638" y="1114920"/>
                </a:lnTo>
                <a:lnTo>
                  <a:pt x="1129816" y="1114920"/>
                </a:lnTo>
                <a:lnTo>
                  <a:pt x="1129985" y="1114920"/>
                </a:lnTo>
                <a:lnTo>
                  <a:pt x="1130163" y="1114920"/>
                </a:lnTo>
                <a:lnTo>
                  <a:pt x="1130332" y="1114920"/>
                </a:lnTo>
                <a:lnTo>
                  <a:pt x="1130501" y="1114920"/>
                </a:lnTo>
                <a:lnTo>
                  <a:pt x="1130679" y="1114920"/>
                </a:lnTo>
                <a:lnTo>
                  <a:pt x="1130848" y="1114920"/>
                </a:lnTo>
                <a:lnTo>
                  <a:pt x="1131026" y="1114920"/>
                </a:lnTo>
                <a:lnTo>
                  <a:pt x="1131195" y="1114920"/>
                </a:lnTo>
                <a:lnTo>
                  <a:pt x="1131373" y="1114920"/>
                </a:lnTo>
                <a:lnTo>
                  <a:pt x="1131542" y="1114920"/>
                </a:lnTo>
                <a:lnTo>
                  <a:pt x="1131711" y="1114920"/>
                </a:lnTo>
                <a:lnTo>
                  <a:pt x="1131889" y="1114920"/>
                </a:lnTo>
                <a:lnTo>
                  <a:pt x="1132058" y="1114920"/>
                </a:lnTo>
                <a:lnTo>
                  <a:pt x="1132236" y="1114920"/>
                </a:lnTo>
                <a:lnTo>
                  <a:pt x="1132405" y="1114920"/>
                </a:lnTo>
                <a:lnTo>
                  <a:pt x="1132583" y="1114920"/>
                </a:lnTo>
                <a:lnTo>
                  <a:pt x="1132752" y="1114920"/>
                </a:lnTo>
                <a:lnTo>
                  <a:pt x="1132921" y="1114920"/>
                </a:lnTo>
                <a:lnTo>
                  <a:pt x="1133099" y="1114920"/>
                </a:lnTo>
                <a:lnTo>
                  <a:pt x="1133268" y="1114920"/>
                </a:lnTo>
                <a:lnTo>
                  <a:pt x="1133446" y="1114920"/>
                </a:lnTo>
                <a:lnTo>
                  <a:pt x="1133615" y="1114920"/>
                </a:lnTo>
                <a:lnTo>
                  <a:pt x="1133793" y="1114920"/>
                </a:lnTo>
                <a:lnTo>
                  <a:pt x="1133962" y="1114920"/>
                </a:lnTo>
                <a:lnTo>
                  <a:pt x="1134131" y="1114920"/>
                </a:lnTo>
                <a:lnTo>
                  <a:pt x="1134309" y="1114920"/>
                </a:lnTo>
                <a:lnTo>
                  <a:pt x="1134478" y="1114920"/>
                </a:lnTo>
                <a:lnTo>
                  <a:pt x="1134656" y="1114920"/>
                </a:lnTo>
                <a:lnTo>
                  <a:pt x="1134825" y="1114920"/>
                </a:lnTo>
                <a:lnTo>
                  <a:pt x="1135003" y="1114920"/>
                </a:lnTo>
                <a:lnTo>
                  <a:pt x="1135172" y="1114920"/>
                </a:lnTo>
                <a:lnTo>
                  <a:pt x="1135341" y="1114920"/>
                </a:lnTo>
                <a:lnTo>
                  <a:pt x="1135519" y="1114920"/>
                </a:lnTo>
                <a:lnTo>
                  <a:pt x="1135688" y="1114920"/>
                </a:lnTo>
                <a:lnTo>
                  <a:pt x="1135866" y="1114920"/>
                </a:lnTo>
                <a:lnTo>
                  <a:pt x="1136035" y="1114920"/>
                </a:lnTo>
                <a:lnTo>
                  <a:pt x="1136213" y="1114920"/>
                </a:lnTo>
                <a:lnTo>
                  <a:pt x="1136382" y="1114920"/>
                </a:lnTo>
                <a:lnTo>
                  <a:pt x="1136551" y="1114920"/>
                </a:lnTo>
                <a:lnTo>
                  <a:pt x="1136729" y="1114920"/>
                </a:lnTo>
                <a:lnTo>
                  <a:pt x="1136898" y="1114920"/>
                </a:lnTo>
                <a:lnTo>
                  <a:pt x="1137076" y="1114920"/>
                </a:lnTo>
                <a:lnTo>
                  <a:pt x="1137245" y="1114920"/>
                </a:lnTo>
                <a:lnTo>
                  <a:pt x="1137423" y="1114920"/>
                </a:lnTo>
                <a:lnTo>
                  <a:pt x="1137592" y="1114920"/>
                </a:lnTo>
                <a:lnTo>
                  <a:pt x="1137761" y="1114920"/>
                </a:lnTo>
                <a:lnTo>
                  <a:pt x="1137939" y="1114920"/>
                </a:lnTo>
                <a:lnTo>
                  <a:pt x="1138108" y="1114920"/>
                </a:lnTo>
                <a:lnTo>
                  <a:pt x="1138286" y="1114920"/>
                </a:lnTo>
                <a:lnTo>
                  <a:pt x="1138455" y="1114920"/>
                </a:lnTo>
                <a:lnTo>
                  <a:pt x="1138633" y="1114920"/>
                </a:lnTo>
                <a:lnTo>
                  <a:pt x="1138802" y="1114920"/>
                </a:lnTo>
                <a:lnTo>
                  <a:pt x="1138971" y="1114920"/>
                </a:lnTo>
                <a:lnTo>
                  <a:pt x="1139149" y="1114920"/>
                </a:lnTo>
                <a:lnTo>
                  <a:pt x="1139318" y="1114920"/>
                </a:lnTo>
                <a:lnTo>
                  <a:pt x="1139496" y="1114920"/>
                </a:lnTo>
                <a:lnTo>
                  <a:pt x="1139665" y="1114920"/>
                </a:lnTo>
                <a:lnTo>
                  <a:pt x="1139843" y="1114920"/>
                </a:lnTo>
                <a:lnTo>
                  <a:pt x="1140012" y="1114920"/>
                </a:lnTo>
                <a:lnTo>
                  <a:pt x="1140181" y="1114920"/>
                </a:lnTo>
                <a:lnTo>
                  <a:pt x="1140359" y="1114920"/>
                </a:lnTo>
                <a:lnTo>
                  <a:pt x="1140528" y="1114920"/>
                </a:lnTo>
                <a:lnTo>
                  <a:pt x="1140706" y="1114920"/>
                </a:lnTo>
                <a:lnTo>
                  <a:pt x="1140875" y="1114920"/>
                </a:lnTo>
                <a:lnTo>
                  <a:pt x="1141053" y="1114920"/>
                </a:lnTo>
                <a:lnTo>
                  <a:pt x="1141222" y="1114920"/>
                </a:lnTo>
                <a:lnTo>
                  <a:pt x="1141391" y="1114920"/>
                </a:lnTo>
                <a:lnTo>
                  <a:pt x="1141569" y="1114920"/>
                </a:lnTo>
                <a:lnTo>
                  <a:pt x="1141738" y="1114920"/>
                </a:lnTo>
                <a:lnTo>
                  <a:pt x="1141915" y="1114920"/>
                </a:lnTo>
                <a:lnTo>
                  <a:pt x="1142084" y="1114920"/>
                </a:lnTo>
                <a:lnTo>
                  <a:pt x="1142262" y="1114920"/>
                </a:lnTo>
                <a:lnTo>
                  <a:pt x="1142431" y="1114920"/>
                </a:lnTo>
                <a:lnTo>
                  <a:pt x="1142601" y="1114920"/>
                </a:lnTo>
                <a:lnTo>
                  <a:pt x="1142778" y="1114920"/>
                </a:lnTo>
                <a:lnTo>
                  <a:pt x="1142948" y="1114920"/>
                </a:lnTo>
                <a:lnTo>
                  <a:pt x="1143125" y="1114920"/>
                </a:lnTo>
                <a:lnTo>
                  <a:pt x="1143294" y="1114920"/>
                </a:lnTo>
                <a:lnTo>
                  <a:pt x="1143472" y="1114920"/>
                </a:lnTo>
                <a:lnTo>
                  <a:pt x="1143641" y="1114920"/>
                </a:lnTo>
                <a:lnTo>
                  <a:pt x="1143810" y="1114920"/>
                </a:lnTo>
                <a:lnTo>
                  <a:pt x="1143988" y="1114920"/>
                </a:lnTo>
                <a:lnTo>
                  <a:pt x="1144157" y="1114920"/>
                </a:lnTo>
                <a:lnTo>
                  <a:pt x="1144335" y="1114920"/>
                </a:lnTo>
                <a:lnTo>
                  <a:pt x="1144504" y="1114920"/>
                </a:lnTo>
                <a:lnTo>
                  <a:pt x="1144682" y="1114920"/>
                </a:lnTo>
                <a:lnTo>
                  <a:pt x="1144851" y="1114920"/>
                </a:lnTo>
                <a:lnTo>
                  <a:pt x="1145020" y="1114920"/>
                </a:lnTo>
                <a:lnTo>
                  <a:pt x="1145198" y="1114920"/>
                </a:lnTo>
                <a:lnTo>
                  <a:pt x="1145367" y="1114920"/>
                </a:lnTo>
                <a:lnTo>
                  <a:pt x="1145545" y="1114920"/>
                </a:lnTo>
                <a:lnTo>
                  <a:pt x="1145714" y="1114920"/>
                </a:lnTo>
                <a:lnTo>
                  <a:pt x="1145892" y="1114920"/>
                </a:lnTo>
                <a:lnTo>
                  <a:pt x="1146061" y="1114920"/>
                </a:lnTo>
                <a:lnTo>
                  <a:pt x="1146230" y="1114920"/>
                </a:lnTo>
                <a:lnTo>
                  <a:pt x="1146408" y="1114920"/>
                </a:lnTo>
                <a:lnTo>
                  <a:pt x="1146577" y="1114920"/>
                </a:lnTo>
                <a:lnTo>
                  <a:pt x="1146755" y="1114920"/>
                </a:lnTo>
                <a:lnTo>
                  <a:pt x="1146924" y="1114920"/>
                </a:lnTo>
                <a:lnTo>
                  <a:pt x="1147093" y="1114920"/>
                </a:lnTo>
                <a:lnTo>
                  <a:pt x="1147271" y="1114920"/>
                </a:lnTo>
                <a:lnTo>
                  <a:pt x="1147440" y="1114920"/>
                </a:lnTo>
                <a:lnTo>
                  <a:pt x="1147618" y="1114920"/>
                </a:lnTo>
                <a:lnTo>
                  <a:pt x="1147787" y="1114920"/>
                </a:lnTo>
                <a:lnTo>
                  <a:pt x="1147965" y="1114920"/>
                </a:lnTo>
                <a:lnTo>
                  <a:pt x="1148134" y="1114920"/>
                </a:lnTo>
                <a:lnTo>
                  <a:pt x="1148303" y="1114920"/>
                </a:lnTo>
                <a:lnTo>
                  <a:pt x="1148481" y="1114920"/>
                </a:lnTo>
                <a:lnTo>
                  <a:pt x="1148650" y="1114920"/>
                </a:lnTo>
                <a:lnTo>
                  <a:pt x="1148828" y="1114920"/>
                </a:lnTo>
                <a:lnTo>
                  <a:pt x="1148997" y="1114920"/>
                </a:lnTo>
                <a:lnTo>
                  <a:pt x="1149175" y="1114920"/>
                </a:lnTo>
                <a:lnTo>
                  <a:pt x="1149344" y="1114920"/>
                </a:lnTo>
                <a:lnTo>
                  <a:pt x="1149513" y="1114920"/>
                </a:lnTo>
                <a:lnTo>
                  <a:pt x="1149691" y="1114920"/>
                </a:lnTo>
                <a:lnTo>
                  <a:pt x="1149860" y="1114920"/>
                </a:lnTo>
                <a:lnTo>
                  <a:pt x="1150038" y="1114920"/>
                </a:lnTo>
                <a:lnTo>
                  <a:pt x="1150207" y="1114920"/>
                </a:lnTo>
                <a:lnTo>
                  <a:pt x="1150385" y="1114920"/>
                </a:lnTo>
                <a:lnTo>
                  <a:pt x="1150554" y="1114920"/>
                </a:lnTo>
                <a:lnTo>
                  <a:pt x="1150723" y="1114920"/>
                </a:lnTo>
                <a:lnTo>
                  <a:pt x="1150901" y="1114920"/>
                </a:lnTo>
                <a:lnTo>
                  <a:pt x="1151070" y="1114920"/>
                </a:lnTo>
                <a:lnTo>
                  <a:pt x="1151248" y="1114920"/>
                </a:lnTo>
                <a:lnTo>
                  <a:pt x="1151417" y="1114920"/>
                </a:lnTo>
                <a:lnTo>
                  <a:pt x="1151595" y="1114920"/>
                </a:lnTo>
                <a:lnTo>
                  <a:pt x="1151764" y="1114920"/>
                </a:lnTo>
                <a:lnTo>
                  <a:pt x="1151933" y="1114920"/>
                </a:lnTo>
                <a:lnTo>
                  <a:pt x="1152111" y="1114920"/>
                </a:lnTo>
                <a:lnTo>
                  <a:pt x="1152280" y="1114920"/>
                </a:lnTo>
                <a:lnTo>
                  <a:pt x="1152458" y="1114920"/>
                </a:lnTo>
                <a:lnTo>
                  <a:pt x="1152627" y="1114920"/>
                </a:lnTo>
                <a:lnTo>
                  <a:pt x="1152805" y="1114920"/>
                </a:lnTo>
                <a:lnTo>
                  <a:pt x="1152974" y="1114920"/>
                </a:lnTo>
                <a:lnTo>
                  <a:pt x="1153143" y="1114920"/>
                </a:lnTo>
                <a:lnTo>
                  <a:pt x="1153321" y="1114920"/>
                </a:lnTo>
                <a:lnTo>
                  <a:pt x="1153490" y="1114920"/>
                </a:lnTo>
                <a:lnTo>
                  <a:pt x="1153668" y="1114920"/>
                </a:lnTo>
                <a:lnTo>
                  <a:pt x="1153837" y="1114920"/>
                </a:lnTo>
                <a:lnTo>
                  <a:pt x="1154015" y="1114920"/>
                </a:lnTo>
                <a:lnTo>
                  <a:pt x="1154184" y="1114920"/>
                </a:lnTo>
                <a:lnTo>
                  <a:pt x="1154353" y="1114920"/>
                </a:lnTo>
                <a:lnTo>
                  <a:pt x="1154531" y="1114920"/>
                </a:lnTo>
                <a:lnTo>
                  <a:pt x="1154700" y="1114920"/>
                </a:lnTo>
                <a:lnTo>
                  <a:pt x="1154878" y="1114920"/>
                </a:lnTo>
                <a:lnTo>
                  <a:pt x="1155047" y="1114920"/>
                </a:lnTo>
                <a:lnTo>
                  <a:pt x="1155225" y="1114920"/>
                </a:lnTo>
                <a:lnTo>
                  <a:pt x="1155394" y="1114920"/>
                </a:lnTo>
                <a:lnTo>
                  <a:pt x="1155563" y="1114920"/>
                </a:lnTo>
                <a:lnTo>
                  <a:pt x="1155741" y="1114920"/>
                </a:lnTo>
                <a:lnTo>
                  <a:pt x="1155910" y="1114920"/>
                </a:lnTo>
                <a:lnTo>
                  <a:pt x="1156087" y="1114920"/>
                </a:lnTo>
                <a:lnTo>
                  <a:pt x="1156257" y="1114920"/>
                </a:lnTo>
                <a:lnTo>
                  <a:pt x="1156434" y="1114920"/>
                </a:lnTo>
                <a:lnTo>
                  <a:pt x="1156604" y="1114920"/>
                </a:lnTo>
                <a:lnTo>
                  <a:pt x="1156773" y="1114920"/>
                </a:lnTo>
                <a:lnTo>
                  <a:pt x="1156951" y="1114920"/>
                </a:lnTo>
                <a:lnTo>
                  <a:pt x="1157119" y="1114920"/>
                </a:lnTo>
                <a:lnTo>
                  <a:pt x="1157297" y="1114920"/>
                </a:lnTo>
                <a:lnTo>
                  <a:pt x="1157466" y="1114920"/>
                </a:lnTo>
                <a:lnTo>
                  <a:pt x="1157644" y="1114920"/>
                </a:lnTo>
                <a:lnTo>
                  <a:pt x="1157813" y="1114920"/>
                </a:lnTo>
                <a:lnTo>
                  <a:pt x="1157982" y="1114920"/>
                </a:lnTo>
                <a:lnTo>
                  <a:pt x="1158160" y="1114920"/>
                </a:lnTo>
                <a:lnTo>
                  <a:pt x="1158329" y="1114920"/>
                </a:lnTo>
                <a:lnTo>
                  <a:pt x="1158507" y="1114920"/>
                </a:lnTo>
                <a:lnTo>
                  <a:pt x="1158676" y="1114920"/>
                </a:lnTo>
                <a:lnTo>
                  <a:pt x="1158854" y="1114920"/>
                </a:lnTo>
                <a:lnTo>
                  <a:pt x="1159023" y="1114920"/>
                </a:lnTo>
                <a:lnTo>
                  <a:pt x="1159192" y="1114920"/>
                </a:lnTo>
                <a:lnTo>
                  <a:pt x="1159370" y="1114920"/>
                </a:lnTo>
                <a:lnTo>
                  <a:pt x="1159539" y="1114920"/>
                </a:lnTo>
                <a:lnTo>
                  <a:pt x="1159717" y="1114920"/>
                </a:lnTo>
                <a:lnTo>
                  <a:pt x="1159886" y="1114920"/>
                </a:lnTo>
                <a:lnTo>
                  <a:pt x="1160064" y="1114920"/>
                </a:lnTo>
                <a:lnTo>
                  <a:pt x="1160233" y="1114920"/>
                </a:lnTo>
                <a:lnTo>
                  <a:pt x="1160402" y="1114920"/>
                </a:lnTo>
                <a:lnTo>
                  <a:pt x="1160580" y="1114920"/>
                </a:lnTo>
                <a:lnTo>
                  <a:pt x="1160749" y="1114920"/>
                </a:lnTo>
                <a:lnTo>
                  <a:pt x="1160927" y="1114920"/>
                </a:lnTo>
                <a:lnTo>
                  <a:pt x="1161096" y="1114920"/>
                </a:lnTo>
                <a:lnTo>
                  <a:pt x="1161274" y="1114920"/>
                </a:lnTo>
                <a:lnTo>
                  <a:pt x="1161443" y="1114920"/>
                </a:lnTo>
                <a:lnTo>
                  <a:pt x="1161612" y="1114920"/>
                </a:lnTo>
                <a:lnTo>
                  <a:pt x="1161790" y="1114920"/>
                </a:lnTo>
                <a:lnTo>
                  <a:pt x="1161959" y="1114920"/>
                </a:lnTo>
                <a:lnTo>
                  <a:pt x="1162137" y="1114920"/>
                </a:lnTo>
                <a:lnTo>
                  <a:pt x="1162306" y="1114920"/>
                </a:lnTo>
                <a:lnTo>
                  <a:pt x="1162484" y="1114920"/>
                </a:lnTo>
                <a:lnTo>
                  <a:pt x="1162653" y="1114920"/>
                </a:lnTo>
                <a:lnTo>
                  <a:pt x="1162822" y="1114920"/>
                </a:lnTo>
                <a:lnTo>
                  <a:pt x="1163000" y="1114920"/>
                </a:lnTo>
                <a:lnTo>
                  <a:pt x="1163169" y="1114920"/>
                </a:lnTo>
                <a:lnTo>
                  <a:pt x="1163347" y="1114920"/>
                </a:lnTo>
                <a:lnTo>
                  <a:pt x="1163516" y="1114920"/>
                </a:lnTo>
                <a:lnTo>
                  <a:pt x="1163694" y="1114920"/>
                </a:lnTo>
                <a:lnTo>
                  <a:pt x="1163863" y="1114920"/>
                </a:lnTo>
                <a:lnTo>
                  <a:pt x="1164032" y="1114920"/>
                </a:lnTo>
                <a:lnTo>
                  <a:pt x="1164210" y="1114920"/>
                </a:lnTo>
                <a:lnTo>
                  <a:pt x="1164379" y="1114920"/>
                </a:lnTo>
                <a:lnTo>
                  <a:pt x="1164557" y="1114920"/>
                </a:lnTo>
                <a:lnTo>
                  <a:pt x="1164726" y="1114920"/>
                </a:lnTo>
                <a:lnTo>
                  <a:pt x="1164904" y="1114920"/>
                </a:lnTo>
                <a:lnTo>
                  <a:pt x="1165073" y="1114920"/>
                </a:lnTo>
                <a:lnTo>
                  <a:pt x="1165242" y="1114920"/>
                </a:lnTo>
                <a:lnTo>
                  <a:pt x="1165420" y="1114920"/>
                </a:lnTo>
                <a:lnTo>
                  <a:pt x="1165589" y="1114920"/>
                </a:lnTo>
                <a:lnTo>
                  <a:pt x="1165767" y="1114920"/>
                </a:lnTo>
                <a:lnTo>
                  <a:pt x="1165936" y="1114920"/>
                </a:lnTo>
                <a:lnTo>
                  <a:pt x="1166105" y="1114920"/>
                </a:lnTo>
                <a:lnTo>
                  <a:pt x="1166283" y="1114920"/>
                </a:lnTo>
                <a:lnTo>
                  <a:pt x="1166452" y="1114920"/>
                </a:lnTo>
                <a:lnTo>
                  <a:pt x="1166630" y="1114920"/>
                </a:lnTo>
                <a:lnTo>
                  <a:pt x="1166799" y="1114920"/>
                </a:lnTo>
                <a:lnTo>
                  <a:pt x="1166977" y="1114920"/>
                </a:lnTo>
                <a:lnTo>
                  <a:pt x="1167146" y="1114920"/>
                </a:lnTo>
                <a:lnTo>
                  <a:pt x="1167315" y="1114920"/>
                </a:lnTo>
                <a:lnTo>
                  <a:pt x="1167493" y="1114920"/>
                </a:lnTo>
                <a:lnTo>
                  <a:pt x="1167662" y="1114920"/>
                </a:lnTo>
                <a:lnTo>
                  <a:pt x="1167840" y="1114920"/>
                </a:lnTo>
                <a:lnTo>
                  <a:pt x="1168009" y="1114920"/>
                </a:lnTo>
                <a:lnTo>
                  <a:pt x="1168187" y="1114920"/>
                </a:lnTo>
                <a:lnTo>
                  <a:pt x="1168356" y="1114920"/>
                </a:lnTo>
                <a:lnTo>
                  <a:pt x="1168525" y="1114920"/>
                </a:lnTo>
                <a:lnTo>
                  <a:pt x="1168703" y="1114920"/>
                </a:lnTo>
                <a:lnTo>
                  <a:pt x="1168872" y="1114920"/>
                </a:lnTo>
                <a:lnTo>
                  <a:pt x="1169050" y="1114920"/>
                </a:lnTo>
                <a:lnTo>
                  <a:pt x="1169219" y="1114920"/>
                </a:lnTo>
                <a:lnTo>
                  <a:pt x="1169397" y="1114920"/>
                </a:lnTo>
                <a:lnTo>
                  <a:pt x="1169566" y="1114920"/>
                </a:lnTo>
                <a:lnTo>
                  <a:pt x="1169735" y="1114920"/>
                </a:lnTo>
                <a:lnTo>
                  <a:pt x="1169913" y="1114920"/>
                </a:lnTo>
                <a:lnTo>
                  <a:pt x="1170082" y="1114920"/>
                </a:lnTo>
                <a:lnTo>
                  <a:pt x="1170260" y="1114920"/>
                </a:lnTo>
                <a:lnTo>
                  <a:pt x="1170429" y="1114920"/>
                </a:lnTo>
                <a:lnTo>
                  <a:pt x="1170607" y="1114920"/>
                </a:lnTo>
                <a:lnTo>
                  <a:pt x="1170776" y="1114920"/>
                </a:lnTo>
                <a:lnTo>
                  <a:pt x="1170945" y="1114920"/>
                </a:lnTo>
                <a:lnTo>
                  <a:pt x="1171122" y="1114920"/>
                </a:lnTo>
                <a:lnTo>
                  <a:pt x="1171292" y="1114920"/>
                </a:lnTo>
                <a:lnTo>
                  <a:pt x="1171469" y="1114920"/>
                </a:lnTo>
                <a:lnTo>
                  <a:pt x="1171639" y="1114920"/>
                </a:lnTo>
                <a:lnTo>
                  <a:pt x="1171816" y="1114920"/>
                </a:lnTo>
                <a:lnTo>
                  <a:pt x="1171986" y="1114920"/>
                </a:lnTo>
                <a:lnTo>
                  <a:pt x="1172155" y="1114920"/>
                </a:lnTo>
                <a:lnTo>
                  <a:pt x="1172332" y="1114920"/>
                </a:lnTo>
                <a:lnTo>
                  <a:pt x="1172501" y="1114920"/>
                </a:lnTo>
                <a:lnTo>
                  <a:pt x="1172679" y="1114920"/>
                </a:lnTo>
                <a:lnTo>
                  <a:pt x="1172848" y="1114920"/>
                </a:lnTo>
                <a:lnTo>
                  <a:pt x="1173026" y="1114920"/>
                </a:lnTo>
                <a:lnTo>
                  <a:pt x="1173195" y="1114920"/>
                </a:lnTo>
                <a:lnTo>
                  <a:pt x="1173364" y="1114920"/>
                </a:lnTo>
                <a:lnTo>
                  <a:pt x="1173542" y="1114920"/>
                </a:lnTo>
                <a:lnTo>
                  <a:pt x="1173711" y="1114920"/>
                </a:lnTo>
                <a:lnTo>
                  <a:pt x="1173889" y="1114920"/>
                </a:lnTo>
                <a:lnTo>
                  <a:pt x="1174058" y="1114920"/>
                </a:lnTo>
                <a:lnTo>
                  <a:pt x="1174236" y="1114920"/>
                </a:lnTo>
                <a:lnTo>
                  <a:pt x="1174405" y="1114920"/>
                </a:lnTo>
                <a:lnTo>
                  <a:pt x="1174574" y="1114920"/>
                </a:lnTo>
                <a:lnTo>
                  <a:pt x="1174752" y="1114920"/>
                </a:lnTo>
                <a:lnTo>
                  <a:pt x="1174921" y="1114920"/>
                </a:lnTo>
                <a:lnTo>
                  <a:pt x="1175099" y="1114920"/>
                </a:lnTo>
                <a:lnTo>
                  <a:pt x="1175268" y="1114920"/>
                </a:lnTo>
                <a:lnTo>
                  <a:pt x="1175446" y="1114920"/>
                </a:lnTo>
                <a:lnTo>
                  <a:pt x="1175615" y="1114920"/>
                </a:lnTo>
                <a:lnTo>
                  <a:pt x="1175784" y="1114920"/>
                </a:lnTo>
                <a:lnTo>
                  <a:pt x="1175962" y="1114920"/>
                </a:lnTo>
                <a:lnTo>
                  <a:pt x="1176131" y="1114920"/>
                </a:lnTo>
                <a:lnTo>
                  <a:pt x="1176309" y="1114920"/>
                </a:lnTo>
                <a:lnTo>
                  <a:pt x="1176478" y="1114920"/>
                </a:lnTo>
                <a:lnTo>
                  <a:pt x="1176656" y="1114920"/>
                </a:lnTo>
                <a:lnTo>
                  <a:pt x="1176825" y="1114920"/>
                </a:lnTo>
                <a:lnTo>
                  <a:pt x="1176994" y="1114920"/>
                </a:lnTo>
                <a:lnTo>
                  <a:pt x="1177172" y="1114920"/>
                </a:lnTo>
                <a:lnTo>
                  <a:pt x="1177341" y="1114920"/>
                </a:lnTo>
                <a:lnTo>
                  <a:pt x="1177519" y="1114920"/>
                </a:lnTo>
                <a:lnTo>
                  <a:pt x="1177688" y="1114920"/>
                </a:lnTo>
                <a:lnTo>
                  <a:pt x="1177866" y="1114920"/>
                </a:lnTo>
                <a:lnTo>
                  <a:pt x="1178035" y="1114920"/>
                </a:lnTo>
                <a:lnTo>
                  <a:pt x="1178204" y="1114920"/>
                </a:lnTo>
                <a:lnTo>
                  <a:pt x="1178382" y="1114920"/>
                </a:lnTo>
                <a:lnTo>
                  <a:pt x="1178551" y="1114920"/>
                </a:lnTo>
                <a:lnTo>
                  <a:pt x="1178729" y="1114920"/>
                </a:lnTo>
                <a:lnTo>
                  <a:pt x="1178898" y="1114920"/>
                </a:lnTo>
                <a:lnTo>
                  <a:pt x="1179076" y="1114920"/>
                </a:lnTo>
                <a:lnTo>
                  <a:pt x="1179245" y="1114920"/>
                </a:lnTo>
                <a:lnTo>
                  <a:pt x="1179414" y="1114920"/>
                </a:lnTo>
                <a:lnTo>
                  <a:pt x="1179592" y="1114920"/>
                </a:lnTo>
                <a:lnTo>
                  <a:pt x="1179761" y="1114920"/>
                </a:lnTo>
                <a:lnTo>
                  <a:pt x="1179939" y="1114920"/>
                </a:lnTo>
                <a:lnTo>
                  <a:pt x="1180108" y="1114920"/>
                </a:lnTo>
                <a:lnTo>
                  <a:pt x="1180286" y="1114920"/>
                </a:lnTo>
                <a:lnTo>
                  <a:pt x="1180455" y="1114920"/>
                </a:lnTo>
                <a:lnTo>
                  <a:pt x="1180624" y="1114920"/>
                </a:lnTo>
                <a:lnTo>
                  <a:pt x="1180802" y="1114920"/>
                </a:lnTo>
                <a:lnTo>
                  <a:pt x="1180971" y="1114920"/>
                </a:lnTo>
                <a:lnTo>
                  <a:pt x="1181149" y="1114920"/>
                </a:lnTo>
                <a:lnTo>
                  <a:pt x="1181318" y="1114920"/>
                </a:lnTo>
                <a:lnTo>
                  <a:pt x="1181496" y="1114920"/>
                </a:lnTo>
                <a:lnTo>
                  <a:pt x="1181665" y="1114920"/>
                </a:lnTo>
                <a:lnTo>
                  <a:pt x="1181834" y="1114920"/>
                </a:lnTo>
                <a:lnTo>
                  <a:pt x="1182012" y="1114920"/>
                </a:lnTo>
                <a:lnTo>
                  <a:pt x="1182181" y="1114920"/>
                </a:lnTo>
                <a:lnTo>
                  <a:pt x="1182359" y="1114920"/>
                </a:lnTo>
                <a:lnTo>
                  <a:pt x="1182528" y="1114920"/>
                </a:lnTo>
                <a:lnTo>
                  <a:pt x="1182706" y="1114920"/>
                </a:lnTo>
                <a:lnTo>
                  <a:pt x="1182875" y="1114920"/>
                </a:lnTo>
                <a:lnTo>
                  <a:pt x="1183044" y="1114920"/>
                </a:lnTo>
                <a:lnTo>
                  <a:pt x="1183222" y="1114920"/>
                </a:lnTo>
                <a:lnTo>
                  <a:pt x="1183391" y="1114920"/>
                </a:lnTo>
                <a:lnTo>
                  <a:pt x="1183569" y="1114920"/>
                </a:lnTo>
                <a:lnTo>
                  <a:pt x="1183738" y="1114920"/>
                </a:lnTo>
                <a:lnTo>
                  <a:pt x="1183916" y="1114920"/>
                </a:lnTo>
                <a:lnTo>
                  <a:pt x="1184085" y="1114920"/>
                </a:lnTo>
                <a:lnTo>
                  <a:pt x="1184254" y="1114920"/>
                </a:lnTo>
                <a:lnTo>
                  <a:pt x="1184432" y="1114920"/>
                </a:lnTo>
                <a:lnTo>
                  <a:pt x="1184601" y="1114920"/>
                </a:lnTo>
                <a:lnTo>
                  <a:pt x="1184779" y="1114920"/>
                </a:lnTo>
                <a:lnTo>
                  <a:pt x="1184948" y="1114920"/>
                </a:lnTo>
                <a:lnTo>
                  <a:pt x="1185117" y="1114920"/>
                </a:lnTo>
                <a:lnTo>
                  <a:pt x="1185295" y="1114920"/>
                </a:lnTo>
                <a:lnTo>
                  <a:pt x="1185464" y="1114920"/>
                </a:lnTo>
                <a:lnTo>
                  <a:pt x="1185642" y="1114920"/>
                </a:lnTo>
                <a:lnTo>
                  <a:pt x="1185811" y="1114920"/>
                </a:lnTo>
                <a:lnTo>
                  <a:pt x="1185989" y="1114920"/>
                </a:lnTo>
                <a:lnTo>
                  <a:pt x="1186158" y="1114920"/>
                </a:lnTo>
                <a:lnTo>
                  <a:pt x="1186327" y="1114920"/>
                </a:lnTo>
                <a:lnTo>
                  <a:pt x="1186504" y="1114920"/>
                </a:lnTo>
                <a:lnTo>
                  <a:pt x="1186673" y="1114920"/>
                </a:lnTo>
                <a:lnTo>
                  <a:pt x="1186851" y="1114920"/>
                </a:lnTo>
                <a:lnTo>
                  <a:pt x="1187020" y="1114920"/>
                </a:lnTo>
                <a:lnTo>
                  <a:pt x="1187198" y="1114920"/>
                </a:lnTo>
                <a:lnTo>
                  <a:pt x="1187367" y="1114920"/>
                </a:lnTo>
                <a:lnTo>
                  <a:pt x="1187537" y="1114920"/>
                </a:lnTo>
                <a:lnTo>
                  <a:pt x="1187714" y="1114920"/>
                </a:lnTo>
                <a:lnTo>
                  <a:pt x="1187883" y="1114920"/>
                </a:lnTo>
                <a:lnTo>
                  <a:pt x="1188061" y="1114920"/>
                </a:lnTo>
                <a:lnTo>
                  <a:pt x="1188230" y="1114920"/>
                </a:lnTo>
                <a:lnTo>
                  <a:pt x="1188408" y="1114920"/>
                </a:lnTo>
                <a:lnTo>
                  <a:pt x="1188577" y="1114920"/>
                </a:lnTo>
                <a:lnTo>
                  <a:pt x="1188746" y="1114920"/>
                </a:lnTo>
                <a:lnTo>
                  <a:pt x="1188924" y="1114920"/>
                </a:lnTo>
                <a:lnTo>
                  <a:pt x="1189093" y="1114920"/>
                </a:lnTo>
                <a:lnTo>
                  <a:pt x="1189271" y="1114920"/>
                </a:lnTo>
                <a:lnTo>
                  <a:pt x="1189440" y="1114920"/>
                </a:lnTo>
                <a:lnTo>
                  <a:pt x="1189618" y="1114920"/>
                </a:lnTo>
                <a:lnTo>
                  <a:pt x="1189787" y="1114920"/>
                </a:lnTo>
                <a:lnTo>
                  <a:pt x="1189956" y="1114920"/>
                </a:lnTo>
                <a:lnTo>
                  <a:pt x="1190134" y="1114920"/>
                </a:lnTo>
                <a:lnTo>
                  <a:pt x="1190303" y="1114920"/>
                </a:lnTo>
                <a:lnTo>
                  <a:pt x="1190481" y="1114920"/>
                </a:lnTo>
                <a:lnTo>
                  <a:pt x="1190650" y="1114920"/>
                </a:lnTo>
                <a:lnTo>
                  <a:pt x="1190828" y="1114920"/>
                </a:lnTo>
                <a:lnTo>
                  <a:pt x="1190997" y="1114920"/>
                </a:lnTo>
                <a:lnTo>
                  <a:pt x="1191166" y="1114920"/>
                </a:lnTo>
                <a:lnTo>
                  <a:pt x="1191344" y="1114920"/>
                </a:lnTo>
                <a:lnTo>
                  <a:pt x="1191513" y="1114920"/>
                </a:lnTo>
                <a:lnTo>
                  <a:pt x="1191691" y="1114920"/>
                </a:lnTo>
                <a:lnTo>
                  <a:pt x="1191860" y="1114920"/>
                </a:lnTo>
                <a:lnTo>
                  <a:pt x="1192038" y="1114920"/>
                </a:lnTo>
                <a:lnTo>
                  <a:pt x="1192207" y="1114920"/>
                </a:lnTo>
                <a:lnTo>
                  <a:pt x="1192376" y="1114920"/>
                </a:lnTo>
                <a:lnTo>
                  <a:pt x="1192554" y="1114920"/>
                </a:lnTo>
                <a:lnTo>
                  <a:pt x="1192723" y="1114920"/>
                </a:lnTo>
                <a:lnTo>
                  <a:pt x="1192901" y="1114920"/>
                </a:lnTo>
                <a:lnTo>
                  <a:pt x="1193070" y="1114920"/>
                </a:lnTo>
                <a:lnTo>
                  <a:pt x="1193248" y="1114920"/>
                </a:lnTo>
                <a:lnTo>
                  <a:pt x="1193417" y="1114920"/>
                </a:lnTo>
                <a:lnTo>
                  <a:pt x="1193586" y="1114920"/>
                </a:lnTo>
                <a:lnTo>
                  <a:pt x="1193764" y="1114920"/>
                </a:lnTo>
                <a:lnTo>
                  <a:pt x="1193933" y="1114920"/>
                </a:lnTo>
                <a:lnTo>
                  <a:pt x="1194111" y="1114920"/>
                </a:lnTo>
                <a:lnTo>
                  <a:pt x="1194280" y="1114920"/>
                </a:lnTo>
                <a:lnTo>
                  <a:pt x="1194458" y="1114920"/>
                </a:lnTo>
                <a:lnTo>
                  <a:pt x="1194627" y="1114920"/>
                </a:lnTo>
                <a:lnTo>
                  <a:pt x="1194796" y="1114920"/>
                </a:lnTo>
                <a:lnTo>
                  <a:pt x="1194974" y="1114920"/>
                </a:lnTo>
                <a:lnTo>
                  <a:pt x="1195143" y="1114920"/>
                </a:lnTo>
                <a:lnTo>
                  <a:pt x="1195321" y="1114920"/>
                </a:lnTo>
                <a:lnTo>
                  <a:pt x="1195490" y="1114920"/>
                </a:lnTo>
                <a:lnTo>
                  <a:pt x="1195668" y="1114920"/>
                </a:lnTo>
                <a:lnTo>
                  <a:pt x="1195837" y="1114920"/>
                </a:lnTo>
                <a:lnTo>
                  <a:pt x="1196006" y="1114920"/>
                </a:lnTo>
                <a:lnTo>
                  <a:pt x="1196184" y="1114920"/>
                </a:lnTo>
                <a:lnTo>
                  <a:pt x="1196353" y="1114920"/>
                </a:lnTo>
                <a:lnTo>
                  <a:pt x="1196531" y="1114920"/>
                </a:lnTo>
                <a:lnTo>
                  <a:pt x="1196700" y="1114920"/>
                </a:lnTo>
                <a:lnTo>
                  <a:pt x="1196878" y="1114920"/>
                </a:lnTo>
                <a:lnTo>
                  <a:pt x="1197047" y="1114920"/>
                </a:lnTo>
                <a:lnTo>
                  <a:pt x="1197216" y="1114920"/>
                </a:lnTo>
                <a:lnTo>
                  <a:pt x="1197394" y="1114920"/>
                </a:lnTo>
                <a:lnTo>
                  <a:pt x="1197563" y="1114920"/>
                </a:lnTo>
                <a:lnTo>
                  <a:pt x="1197741" y="1114920"/>
                </a:lnTo>
                <a:lnTo>
                  <a:pt x="1197910" y="1114920"/>
                </a:lnTo>
                <a:lnTo>
                  <a:pt x="1198088" y="1114920"/>
                </a:lnTo>
                <a:lnTo>
                  <a:pt x="1198257" y="1114920"/>
                </a:lnTo>
                <a:lnTo>
                  <a:pt x="1198426" y="1114920"/>
                </a:lnTo>
                <a:lnTo>
                  <a:pt x="1198604" y="1114920"/>
                </a:lnTo>
                <a:lnTo>
                  <a:pt x="1198773" y="1114920"/>
                </a:lnTo>
                <a:lnTo>
                  <a:pt x="1198951" y="1114920"/>
                </a:lnTo>
                <a:lnTo>
                  <a:pt x="1199120" y="1114920"/>
                </a:lnTo>
                <a:lnTo>
                  <a:pt x="1199298" y="1114920"/>
                </a:lnTo>
                <a:lnTo>
                  <a:pt x="1199467" y="1114920"/>
                </a:lnTo>
                <a:lnTo>
                  <a:pt x="1199636" y="1114920"/>
                </a:lnTo>
                <a:lnTo>
                  <a:pt x="1199814" y="1114920"/>
                </a:lnTo>
                <a:lnTo>
                  <a:pt x="1199983" y="1114920"/>
                </a:lnTo>
                <a:lnTo>
                  <a:pt x="1200161" y="1114920"/>
                </a:lnTo>
                <a:lnTo>
                  <a:pt x="1200330" y="1114920"/>
                </a:lnTo>
                <a:lnTo>
                  <a:pt x="1200507" y="1114920"/>
                </a:lnTo>
                <a:lnTo>
                  <a:pt x="1200677" y="1114920"/>
                </a:lnTo>
                <a:lnTo>
                  <a:pt x="1200846" y="1114920"/>
                </a:lnTo>
                <a:lnTo>
                  <a:pt x="1201023" y="1114920"/>
                </a:lnTo>
                <a:lnTo>
                  <a:pt x="1201193" y="1114920"/>
                </a:lnTo>
                <a:lnTo>
                  <a:pt x="1201370" y="1114920"/>
                </a:lnTo>
                <a:lnTo>
                  <a:pt x="1201540" y="1114920"/>
                </a:lnTo>
                <a:lnTo>
                  <a:pt x="1201717" y="1114920"/>
                </a:lnTo>
                <a:lnTo>
                  <a:pt x="1201886" y="1114920"/>
                </a:lnTo>
                <a:lnTo>
                  <a:pt x="1202055" y="1114920"/>
                </a:lnTo>
                <a:lnTo>
                  <a:pt x="1202233" y="1114920"/>
                </a:lnTo>
                <a:lnTo>
                  <a:pt x="1202402" y="1114920"/>
                </a:lnTo>
                <a:lnTo>
                  <a:pt x="1202580" y="1114920"/>
                </a:lnTo>
                <a:lnTo>
                  <a:pt x="1202749" y="1114920"/>
                </a:lnTo>
                <a:lnTo>
                  <a:pt x="1202927" y="1114920"/>
                </a:lnTo>
                <a:lnTo>
                  <a:pt x="1203096" y="1114920"/>
                </a:lnTo>
                <a:lnTo>
                  <a:pt x="1203265" y="1114920"/>
                </a:lnTo>
                <a:lnTo>
                  <a:pt x="1203443" y="1114920"/>
                </a:lnTo>
                <a:lnTo>
                  <a:pt x="1203612" y="1114920"/>
                </a:lnTo>
                <a:lnTo>
                  <a:pt x="1203790" y="1114920"/>
                </a:lnTo>
                <a:lnTo>
                  <a:pt x="1203959" y="1114920"/>
                </a:lnTo>
                <a:lnTo>
                  <a:pt x="1204128" y="1114920"/>
                </a:lnTo>
                <a:lnTo>
                  <a:pt x="1204306" y="1114920"/>
                </a:lnTo>
                <a:lnTo>
                  <a:pt x="1204475" y="1114920"/>
                </a:lnTo>
                <a:lnTo>
                  <a:pt x="1204653" y="1114920"/>
                </a:lnTo>
                <a:lnTo>
                  <a:pt x="1204822" y="1114920"/>
                </a:lnTo>
                <a:lnTo>
                  <a:pt x="1205000" y="1114920"/>
                </a:lnTo>
                <a:lnTo>
                  <a:pt x="1205169" y="1114920"/>
                </a:lnTo>
                <a:lnTo>
                  <a:pt x="1205338" y="1114920"/>
                </a:lnTo>
                <a:lnTo>
                  <a:pt x="1205516" y="1114920"/>
                </a:lnTo>
                <a:lnTo>
                  <a:pt x="1205685" y="1114920"/>
                </a:lnTo>
                <a:lnTo>
                  <a:pt x="1205863" y="1114920"/>
                </a:lnTo>
                <a:lnTo>
                  <a:pt x="1206032" y="1114920"/>
                </a:lnTo>
                <a:lnTo>
                  <a:pt x="1206210" y="1114920"/>
                </a:lnTo>
                <a:lnTo>
                  <a:pt x="1206379" y="1114920"/>
                </a:lnTo>
                <a:lnTo>
                  <a:pt x="1206548" y="1114920"/>
                </a:lnTo>
                <a:lnTo>
                  <a:pt x="1206726" y="1114920"/>
                </a:lnTo>
                <a:lnTo>
                  <a:pt x="1206895" y="1114920"/>
                </a:lnTo>
                <a:lnTo>
                  <a:pt x="1207073" y="1114920"/>
                </a:lnTo>
                <a:lnTo>
                  <a:pt x="1207242" y="1114920"/>
                </a:lnTo>
                <a:lnTo>
                  <a:pt x="1207420" y="1114920"/>
                </a:lnTo>
                <a:lnTo>
                  <a:pt x="1207589" y="1114920"/>
                </a:lnTo>
                <a:lnTo>
                  <a:pt x="1207758" y="1114920"/>
                </a:lnTo>
                <a:lnTo>
                  <a:pt x="1207936" y="1114920"/>
                </a:lnTo>
                <a:lnTo>
                  <a:pt x="1208105" y="1114920"/>
                </a:lnTo>
                <a:lnTo>
                  <a:pt x="1208283" y="1114920"/>
                </a:lnTo>
                <a:lnTo>
                  <a:pt x="1208452" y="1114920"/>
                </a:lnTo>
                <a:lnTo>
                  <a:pt x="1208630" y="1114920"/>
                </a:lnTo>
                <a:lnTo>
                  <a:pt x="1208799" y="1114920"/>
                </a:lnTo>
                <a:lnTo>
                  <a:pt x="1208968" y="1114920"/>
                </a:lnTo>
                <a:lnTo>
                  <a:pt x="1209146" y="1114920"/>
                </a:lnTo>
                <a:lnTo>
                  <a:pt x="1209315" y="1114920"/>
                </a:lnTo>
                <a:lnTo>
                  <a:pt x="1209493" y="1114920"/>
                </a:lnTo>
                <a:lnTo>
                  <a:pt x="1209662" y="1114920"/>
                </a:lnTo>
                <a:lnTo>
                  <a:pt x="1209840" y="1114920"/>
                </a:lnTo>
                <a:lnTo>
                  <a:pt x="1210009" y="1114920"/>
                </a:lnTo>
                <a:lnTo>
                  <a:pt x="1210178" y="1114920"/>
                </a:lnTo>
                <a:lnTo>
                  <a:pt x="1210356" y="1114920"/>
                </a:lnTo>
                <a:lnTo>
                  <a:pt x="1210525" y="1114920"/>
                </a:lnTo>
                <a:lnTo>
                  <a:pt x="1210703" y="1114920"/>
                </a:lnTo>
                <a:lnTo>
                  <a:pt x="1210872" y="1114920"/>
                </a:lnTo>
                <a:lnTo>
                  <a:pt x="1211050" y="1114920"/>
                </a:lnTo>
                <a:lnTo>
                  <a:pt x="1211219" y="1114920"/>
                </a:lnTo>
                <a:lnTo>
                  <a:pt x="1211388" y="1114920"/>
                </a:lnTo>
                <a:lnTo>
                  <a:pt x="1211566" y="1114920"/>
                </a:lnTo>
                <a:lnTo>
                  <a:pt x="1211735" y="1114920"/>
                </a:lnTo>
                <a:lnTo>
                  <a:pt x="1211913" y="1114920"/>
                </a:lnTo>
                <a:lnTo>
                  <a:pt x="1212082" y="1114920"/>
                </a:lnTo>
                <a:lnTo>
                  <a:pt x="1212260" y="1114920"/>
                </a:lnTo>
                <a:lnTo>
                  <a:pt x="1212429" y="1114920"/>
                </a:lnTo>
                <a:lnTo>
                  <a:pt x="1212598" y="1114920"/>
                </a:lnTo>
                <a:lnTo>
                  <a:pt x="1212776" y="1114920"/>
                </a:lnTo>
                <a:lnTo>
                  <a:pt x="1212945" y="1114920"/>
                </a:lnTo>
                <a:lnTo>
                  <a:pt x="1213123" y="1114920"/>
                </a:lnTo>
                <a:lnTo>
                  <a:pt x="1213292" y="1114920"/>
                </a:lnTo>
                <a:lnTo>
                  <a:pt x="1213470" y="1114920"/>
                </a:lnTo>
                <a:lnTo>
                  <a:pt x="1213639" y="1114920"/>
                </a:lnTo>
                <a:lnTo>
                  <a:pt x="1213808" y="1114920"/>
                </a:lnTo>
                <a:lnTo>
                  <a:pt x="1213986" y="1114920"/>
                </a:lnTo>
                <a:lnTo>
                  <a:pt x="1214155" y="1114920"/>
                </a:lnTo>
                <a:lnTo>
                  <a:pt x="1214333" y="1114920"/>
                </a:lnTo>
                <a:lnTo>
                  <a:pt x="1214502" y="1114920"/>
                </a:lnTo>
                <a:lnTo>
                  <a:pt x="1214680" y="1114920"/>
                </a:lnTo>
                <a:lnTo>
                  <a:pt x="1214849" y="1114920"/>
                </a:lnTo>
                <a:lnTo>
                  <a:pt x="1215018" y="1114920"/>
                </a:lnTo>
                <a:lnTo>
                  <a:pt x="1215196" y="1114920"/>
                </a:lnTo>
                <a:lnTo>
                  <a:pt x="1215365" y="1114920"/>
                </a:lnTo>
                <a:lnTo>
                  <a:pt x="1215543" y="1114920"/>
                </a:lnTo>
                <a:lnTo>
                  <a:pt x="1215711" y="1114920"/>
                </a:lnTo>
                <a:lnTo>
                  <a:pt x="1215889" y="1114920"/>
                </a:lnTo>
                <a:lnTo>
                  <a:pt x="1216058" y="1114920"/>
                </a:lnTo>
                <a:lnTo>
                  <a:pt x="1216228" y="1114920"/>
                </a:lnTo>
                <a:lnTo>
                  <a:pt x="1216405" y="1114920"/>
                </a:lnTo>
                <a:lnTo>
                  <a:pt x="1216575" y="1114920"/>
                </a:lnTo>
                <a:lnTo>
                  <a:pt x="1216752" y="1114920"/>
                </a:lnTo>
                <a:lnTo>
                  <a:pt x="1216921" y="1114920"/>
                </a:lnTo>
                <a:lnTo>
                  <a:pt x="1217099" y="1114920"/>
                </a:lnTo>
                <a:lnTo>
                  <a:pt x="1217268" y="1114920"/>
                </a:lnTo>
                <a:lnTo>
                  <a:pt x="1217437" y="1114920"/>
                </a:lnTo>
                <a:lnTo>
                  <a:pt x="1217615" y="1114920"/>
                </a:lnTo>
                <a:lnTo>
                  <a:pt x="1217784" y="1114920"/>
                </a:lnTo>
                <a:lnTo>
                  <a:pt x="1217962" y="1114920"/>
                </a:lnTo>
                <a:lnTo>
                  <a:pt x="1218131" y="1114920"/>
                </a:lnTo>
                <a:lnTo>
                  <a:pt x="1218309" y="1114920"/>
                </a:lnTo>
                <a:lnTo>
                  <a:pt x="1218478" y="1114920"/>
                </a:lnTo>
                <a:lnTo>
                  <a:pt x="1218647" y="1114920"/>
                </a:lnTo>
                <a:lnTo>
                  <a:pt x="1218825" y="1114920"/>
                </a:lnTo>
                <a:lnTo>
                  <a:pt x="1218994" y="1114920"/>
                </a:lnTo>
                <a:lnTo>
                  <a:pt x="1219172" y="1114920"/>
                </a:lnTo>
                <a:lnTo>
                  <a:pt x="1219341" y="1114920"/>
                </a:lnTo>
                <a:lnTo>
                  <a:pt x="1219519" y="1114920"/>
                </a:lnTo>
                <a:lnTo>
                  <a:pt x="1219688" y="1114920"/>
                </a:lnTo>
                <a:lnTo>
                  <a:pt x="1219857" y="1114920"/>
                </a:lnTo>
                <a:lnTo>
                  <a:pt x="1220035" y="1114920"/>
                </a:lnTo>
                <a:lnTo>
                  <a:pt x="1220204" y="1114920"/>
                </a:lnTo>
                <a:lnTo>
                  <a:pt x="1220382" y="1114920"/>
                </a:lnTo>
                <a:lnTo>
                  <a:pt x="1220551" y="1114920"/>
                </a:lnTo>
                <a:lnTo>
                  <a:pt x="1220729" y="1114920"/>
                </a:lnTo>
                <a:lnTo>
                  <a:pt x="1220898" y="1114920"/>
                </a:lnTo>
                <a:lnTo>
                  <a:pt x="1221067" y="1114920"/>
                </a:lnTo>
                <a:lnTo>
                  <a:pt x="1221245" y="1114920"/>
                </a:lnTo>
                <a:lnTo>
                  <a:pt x="1221414" y="1114920"/>
                </a:lnTo>
                <a:lnTo>
                  <a:pt x="1221592" y="1114920"/>
                </a:lnTo>
                <a:lnTo>
                  <a:pt x="1221761" y="1114920"/>
                </a:lnTo>
                <a:lnTo>
                  <a:pt x="1221939" y="1114920"/>
                </a:lnTo>
                <a:lnTo>
                  <a:pt x="1222108" y="1114920"/>
                </a:lnTo>
                <a:lnTo>
                  <a:pt x="1222277" y="1114920"/>
                </a:lnTo>
                <a:lnTo>
                  <a:pt x="1222455" y="1114920"/>
                </a:lnTo>
                <a:lnTo>
                  <a:pt x="1222624" y="1114920"/>
                </a:lnTo>
                <a:lnTo>
                  <a:pt x="1222802" y="1114920"/>
                </a:lnTo>
                <a:lnTo>
                  <a:pt x="1222971" y="1114920"/>
                </a:lnTo>
                <a:lnTo>
                  <a:pt x="1223140" y="1114920"/>
                </a:lnTo>
                <a:lnTo>
                  <a:pt x="1223318" y="1114920"/>
                </a:lnTo>
                <a:lnTo>
                  <a:pt x="1223487" y="1114920"/>
                </a:lnTo>
                <a:lnTo>
                  <a:pt x="1223665" y="1114920"/>
                </a:lnTo>
                <a:lnTo>
                  <a:pt x="1223834" y="1114920"/>
                </a:lnTo>
                <a:lnTo>
                  <a:pt x="1224012" y="1114920"/>
                </a:lnTo>
                <a:lnTo>
                  <a:pt x="1224181" y="1114920"/>
                </a:lnTo>
                <a:lnTo>
                  <a:pt x="1224350" y="1114920"/>
                </a:lnTo>
                <a:lnTo>
                  <a:pt x="1224528" y="1114920"/>
                </a:lnTo>
                <a:lnTo>
                  <a:pt x="1224697" y="1114920"/>
                </a:lnTo>
                <a:lnTo>
                  <a:pt x="1224875" y="1114920"/>
                </a:lnTo>
                <a:lnTo>
                  <a:pt x="1225044" y="1114920"/>
                </a:lnTo>
                <a:lnTo>
                  <a:pt x="1225222" y="1114920"/>
                </a:lnTo>
                <a:lnTo>
                  <a:pt x="1225391" y="1114920"/>
                </a:lnTo>
                <a:lnTo>
                  <a:pt x="1225560" y="1114920"/>
                </a:lnTo>
                <a:lnTo>
                  <a:pt x="1225738" y="1114920"/>
                </a:lnTo>
                <a:lnTo>
                  <a:pt x="1225907" y="1114920"/>
                </a:lnTo>
                <a:lnTo>
                  <a:pt x="1226085" y="1114920"/>
                </a:lnTo>
                <a:lnTo>
                  <a:pt x="1226254" y="1114920"/>
                </a:lnTo>
                <a:lnTo>
                  <a:pt x="1226432" y="1114920"/>
                </a:lnTo>
                <a:lnTo>
                  <a:pt x="1226601" y="1114920"/>
                </a:lnTo>
                <a:lnTo>
                  <a:pt x="1226770" y="1114920"/>
                </a:lnTo>
                <a:lnTo>
                  <a:pt x="1226948" y="1114920"/>
                </a:lnTo>
                <a:lnTo>
                  <a:pt x="1227117" y="1114920"/>
                </a:lnTo>
                <a:lnTo>
                  <a:pt x="1227295" y="1114920"/>
                </a:lnTo>
                <a:lnTo>
                  <a:pt x="1227464" y="1114920"/>
                </a:lnTo>
                <a:lnTo>
                  <a:pt x="1227642" y="1114920"/>
                </a:lnTo>
                <a:lnTo>
                  <a:pt x="1227811" y="1114920"/>
                </a:lnTo>
                <a:lnTo>
                  <a:pt x="1227980" y="1114920"/>
                </a:lnTo>
                <a:lnTo>
                  <a:pt x="1228158" y="1114920"/>
                </a:lnTo>
                <a:lnTo>
                  <a:pt x="1228327" y="1114920"/>
                </a:lnTo>
                <a:lnTo>
                  <a:pt x="1228505" y="1114920"/>
                </a:lnTo>
                <a:lnTo>
                  <a:pt x="1228674" y="1114920"/>
                </a:lnTo>
                <a:lnTo>
                  <a:pt x="1228852" y="1114920"/>
                </a:lnTo>
                <a:lnTo>
                  <a:pt x="1229021" y="1114920"/>
                </a:lnTo>
                <a:lnTo>
                  <a:pt x="1229190" y="1114920"/>
                </a:lnTo>
                <a:lnTo>
                  <a:pt x="1229368" y="1114920"/>
                </a:lnTo>
                <a:lnTo>
                  <a:pt x="1229537" y="1114920"/>
                </a:lnTo>
                <a:lnTo>
                  <a:pt x="1229714" y="1114920"/>
                </a:lnTo>
                <a:lnTo>
                  <a:pt x="1229884" y="1114920"/>
                </a:lnTo>
                <a:lnTo>
                  <a:pt x="1230061" y="1114920"/>
                </a:lnTo>
                <a:lnTo>
                  <a:pt x="1230231" y="1114920"/>
                </a:lnTo>
                <a:lnTo>
                  <a:pt x="1230400" y="1114920"/>
                </a:lnTo>
                <a:lnTo>
                  <a:pt x="1230578" y="1114920"/>
                </a:lnTo>
                <a:lnTo>
                  <a:pt x="1230747" y="1114920"/>
                </a:lnTo>
                <a:lnTo>
                  <a:pt x="1230925" y="1114920"/>
                </a:lnTo>
                <a:lnTo>
                  <a:pt x="1231093" y="1114920"/>
                </a:lnTo>
                <a:lnTo>
                  <a:pt x="1231271" y="1114920"/>
                </a:lnTo>
                <a:lnTo>
                  <a:pt x="1231440" y="1114920"/>
                </a:lnTo>
                <a:lnTo>
                  <a:pt x="1231609" y="1114920"/>
                </a:lnTo>
                <a:lnTo>
                  <a:pt x="1231787" y="1114920"/>
                </a:lnTo>
                <a:lnTo>
                  <a:pt x="1231956" y="1114920"/>
                </a:lnTo>
                <a:lnTo>
                  <a:pt x="1232134" y="1114920"/>
                </a:lnTo>
                <a:lnTo>
                  <a:pt x="1232303" y="1114920"/>
                </a:lnTo>
                <a:lnTo>
                  <a:pt x="1232481" y="1114920"/>
                </a:lnTo>
                <a:lnTo>
                  <a:pt x="1232650" y="1114920"/>
                </a:lnTo>
                <a:lnTo>
                  <a:pt x="1232819" y="1114920"/>
                </a:lnTo>
                <a:lnTo>
                  <a:pt x="1232997" y="1114920"/>
                </a:lnTo>
                <a:lnTo>
                  <a:pt x="1233166" y="1114920"/>
                </a:lnTo>
                <a:lnTo>
                  <a:pt x="1233344" y="1114920"/>
                </a:lnTo>
                <a:lnTo>
                  <a:pt x="1233513" y="1114920"/>
                </a:lnTo>
                <a:lnTo>
                  <a:pt x="1233691" y="1114920"/>
                </a:lnTo>
                <a:lnTo>
                  <a:pt x="1233860" y="1114920"/>
                </a:lnTo>
                <a:lnTo>
                  <a:pt x="1234029" y="1114920"/>
                </a:lnTo>
                <a:lnTo>
                  <a:pt x="1234207" y="1114920"/>
                </a:lnTo>
                <a:lnTo>
                  <a:pt x="1234376" y="1114920"/>
                </a:lnTo>
                <a:lnTo>
                  <a:pt x="1234554" y="1114920"/>
                </a:lnTo>
                <a:lnTo>
                  <a:pt x="1234723" y="1114920"/>
                </a:lnTo>
                <a:lnTo>
                  <a:pt x="1234901" y="1114920"/>
                </a:lnTo>
                <a:lnTo>
                  <a:pt x="1235070" y="1114920"/>
                </a:lnTo>
                <a:lnTo>
                  <a:pt x="1235239" y="1114920"/>
                </a:lnTo>
                <a:lnTo>
                  <a:pt x="1235417" y="1114920"/>
                </a:lnTo>
                <a:lnTo>
                  <a:pt x="1235586" y="1114920"/>
                </a:lnTo>
                <a:lnTo>
                  <a:pt x="1235764" y="1114920"/>
                </a:lnTo>
                <a:lnTo>
                  <a:pt x="1235933" y="1114920"/>
                </a:lnTo>
                <a:lnTo>
                  <a:pt x="1236111" y="1114920"/>
                </a:lnTo>
                <a:lnTo>
                  <a:pt x="1236280" y="1114920"/>
                </a:lnTo>
                <a:lnTo>
                  <a:pt x="1236449" y="1114920"/>
                </a:lnTo>
                <a:lnTo>
                  <a:pt x="1236627" y="1114920"/>
                </a:lnTo>
                <a:lnTo>
                  <a:pt x="1236796" y="1114920"/>
                </a:lnTo>
                <a:lnTo>
                  <a:pt x="1236974" y="1114920"/>
                </a:lnTo>
                <a:lnTo>
                  <a:pt x="1237143" y="1114920"/>
                </a:lnTo>
                <a:lnTo>
                  <a:pt x="1237321" y="1114920"/>
                </a:lnTo>
                <a:lnTo>
                  <a:pt x="1237490" y="1114920"/>
                </a:lnTo>
                <a:lnTo>
                  <a:pt x="1237659" y="1114920"/>
                </a:lnTo>
                <a:lnTo>
                  <a:pt x="1237837" y="1114920"/>
                </a:lnTo>
                <a:lnTo>
                  <a:pt x="1238006" y="1114920"/>
                </a:lnTo>
                <a:lnTo>
                  <a:pt x="1238184" y="1114920"/>
                </a:lnTo>
                <a:lnTo>
                  <a:pt x="1238353" y="1114920"/>
                </a:lnTo>
                <a:lnTo>
                  <a:pt x="1238531" y="1114920"/>
                </a:lnTo>
                <a:lnTo>
                  <a:pt x="1238700" y="1114920"/>
                </a:lnTo>
                <a:lnTo>
                  <a:pt x="1238869" y="1114920"/>
                </a:lnTo>
                <a:lnTo>
                  <a:pt x="1239047" y="1114920"/>
                </a:lnTo>
                <a:lnTo>
                  <a:pt x="1239216" y="1114920"/>
                </a:lnTo>
                <a:lnTo>
                  <a:pt x="1239394" y="1114920"/>
                </a:lnTo>
                <a:lnTo>
                  <a:pt x="1239563" y="1114920"/>
                </a:lnTo>
                <a:lnTo>
                  <a:pt x="1239741" y="1114920"/>
                </a:lnTo>
                <a:lnTo>
                  <a:pt x="1239910" y="1114920"/>
                </a:lnTo>
                <a:lnTo>
                  <a:pt x="1240079" y="1114920"/>
                </a:lnTo>
                <a:lnTo>
                  <a:pt x="1240257" y="1114920"/>
                </a:lnTo>
                <a:lnTo>
                  <a:pt x="1240426" y="1114920"/>
                </a:lnTo>
                <a:lnTo>
                  <a:pt x="1240604" y="1114920"/>
                </a:lnTo>
                <a:lnTo>
                  <a:pt x="1240773" y="1114920"/>
                </a:lnTo>
                <a:lnTo>
                  <a:pt x="1240951" y="1114920"/>
                </a:lnTo>
                <a:lnTo>
                  <a:pt x="1241120" y="1114920"/>
                </a:lnTo>
                <a:lnTo>
                  <a:pt x="1241289" y="1114920"/>
                </a:lnTo>
                <a:lnTo>
                  <a:pt x="1241467" y="1114920"/>
                </a:lnTo>
                <a:lnTo>
                  <a:pt x="1241636" y="1114920"/>
                </a:lnTo>
                <a:lnTo>
                  <a:pt x="1241814" y="1114920"/>
                </a:lnTo>
                <a:lnTo>
                  <a:pt x="1241983" y="1114920"/>
                </a:lnTo>
                <a:lnTo>
                  <a:pt x="1242152" y="1114920"/>
                </a:lnTo>
                <a:lnTo>
                  <a:pt x="1242330" y="1114920"/>
                </a:lnTo>
                <a:lnTo>
                  <a:pt x="1242499" y="1114920"/>
                </a:lnTo>
                <a:lnTo>
                  <a:pt x="1242677" y="1114920"/>
                </a:lnTo>
                <a:lnTo>
                  <a:pt x="1242846" y="1114920"/>
                </a:lnTo>
                <a:lnTo>
                  <a:pt x="1243024" y="1114920"/>
                </a:lnTo>
                <a:lnTo>
                  <a:pt x="1243193" y="1114920"/>
                </a:lnTo>
                <a:lnTo>
                  <a:pt x="1243362" y="1114920"/>
                </a:lnTo>
                <a:lnTo>
                  <a:pt x="1243540" y="1114920"/>
                </a:lnTo>
                <a:lnTo>
                  <a:pt x="1243709" y="1114920"/>
                </a:lnTo>
                <a:lnTo>
                  <a:pt x="1243887" y="1114920"/>
                </a:lnTo>
                <a:lnTo>
                  <a:pt x="1244056" y="1114920"/>
                </a:lnTo>
                <a:lnTo>
                  <a:pt x="1244234" y="1114920"/>
                </a:lnTo>
                <a:lnTo>
                  <a:pt x="1244403" y="1114920"/>
                </a:lnTo>
                <a:lnTo>
                  <a:pt x="1244572" y="1114920"/>
                </a:lnTo>
                <a:lnTo>
                  <a:pt x="1244750" y="1114920"/>
                </a:lnTo>
                <a:lnTo>
                  <a:pt x="1244919" y="1114920"/>
                </a:lnTo>
                <a:lnTo>
                  <a:pt x="1245096" y="1114920"/>
                </a:lnTo>
                <a:lnTo>
                  <a:pt x="1245266" y="1114920"/>
                </a:lnTo>
                <a:lnTo>
                  <a:pt x="1245443" y="1114920"/>
                </a:lnTo>
                <a:lnTo>
                  <a:pt x="1245612" y="1114920"/>
                </a:lnTo>
                <a:lnTo>
                  <a:pt x="1245782" y="1114920"/>
                </a:lnTo>
                <a:lnTo>
                  <a:pt x="1245959" y="1114920"/>
                </a:lnTo>
                <a:lnTo>
                  <a:pt x="1246129" y="1114920"/>
                </a:lnTo>
                <a:lnTo>
                  <a:pt x="1246306" y="1114920"/>
                </a:lnTo>
                <a:lnTo>
                  <a:pt x="1246475" y="1114920"/>
                </a:lnTo>
                <a:lnTo>
                  <a:pt x="1246653" y="1114920"/>
                </a:lnTo>
                <a:lnTo>
                  <a:pt x="1246822" y="1114920"/>
                </a:lnTo>
                <a:lnTo>
                  <a:pt x="1246991" y="1114920"/>
                </a:lnTo>
                <a:lnTo>
                  <a:pt x="1247169" y="1114920"/>
                </a:lnTo>
                <a:lnTo>
                  <a:pt x="1247338" y="1114920"/>
                </a:lnTo>
                <a:lnTo>
                  <a:pt x="1247516" y="1114920"/>
                </a:lnTo>
                <a:lnTo>
                  <a:pt x="1247685" y="1114920"/>
                </a:lnTo>
                <a:lnTo>
                  <a:pt x="1247863" y="1114920"/>
                </a:lnTo>
                <a:lnTo>
                  <a:pt x="1248032" y="1114920"/>
                </a:lnTo>
                <a:lnTo>
                  <a:pt x="1248201" y="1114920"/>
                </a:lnTo>
                <a:lnTo>
                  <a:pt x="1248379" y="1114920"/>
                </a:lnTo>
                <a:lnTo>
                  <a:pt x="1248548" y="1114920"/>
                </a:lnTo>
                <a:lnTo>
                  <a:pt x="1248726" y="1114920"/>
                </a:lnTo>
                <a:lnTo>
                  <a:pt x="1248895" y="1114920"/>
                </a:lnTo>
                <a:lnTo>
                  <a:pt x="1249073" y="1114920"/>
                </a:lnTo>
                <a:lnTo>
                  <a:pt x="1249242" y="1114920"/>
                </a:lnTo>
                <a:lnTo>
                  <a:pt x="1249411" y="1114920"/>
                </a:lnTo>
                <a:lnTo>
                  <a:pt x="1249589" y="1114920"/>
                </a:lnTo>
                <a:lnTo>
                  <a:pt x="1249758" y="1114920"/>
                </a:lnTo>
                <a:lnTo>
                  <a:pt x="1249936" y="1114920"/>
                </a:lnTo>
                <a:lnTo>
                  <a:pt x="1250105" y="1114920"/>
                </a:lnTo>
                <a:lnTo>
                  <a:pt x="1250283" y="1114920"/>
                </a:lnTo>
                <a:lnTo>
                  <a:pt x="1250452" y="1114920"/>
                </a:lnTo>
                <a:lnTo>
                  <a:pt x="1250621" y="1114920"/>
                </a:lnTo>
                <a:lnTo>
                  <a:pt x="1250799" y="1114920"/>
                </a:lnTo>
                <a:lnTo>
                  <a:pt x="1250968" y="1114920"/>
                </a:lnTo>
                <a:lnTo>
                  <a:pt x="1251146" y="1114920"/>
                </a:lnTo>
                <a:lnTo>
                  <a:pt x="1251315" y="1114920"/>
                </a:lnTo>
                <a:lnTo>
                  <a:pt x="1251493" y="1114920"/>
                </a:lnTo>
                <a:lnTo>
                  <a:pt x="1251662" y="1114920"/>
                </a:lnTo>
                <a:lnTo>
                  <a:pt x="1251831" y="1114920"/>
                </a:lnTo>
                <a:lnTo>
                  <a:pt x="1252009" y="1114920"/>
                </a:lnTo>
                <a:lnTo>
                  <a:pt x="1252178" y="1114920"/>
                </a:lnTo>
                <a:lnTo>
                  <a:pt x="1252356" y="1114920"/>
                </a:lnTo>
                <a:lnTo>
                  <a:pt x="1252525" y="1114920"/>
                </a:lnTo>
                <a:lnTo>
                  <a:pt x="1252703" y="1114920"/>
                </a:lnTo>
                <a:lnTo>
                  <a:pt x="1252872" y="1114920"/>
                </a:lnTo>
                <a:lnTo>
                  <a:pt x="1253041" y="1114920"/>
                </a:lnTo>
                <a:lnTo>
                  <a:pt x="1253219" y="1114920"/>
                </a:lnTo>
                <a:lnTo>
                  <a:pt x="1253388" y="1114920"/>
                </a:lnTo>
                <a:lnTo>
                  <a:pt x="1253566" y="1114920"/>
                </a:lnTo>
                <a:lnTo>
                  <a:pt x="1253735" y="1114920"/>
                </a:lnTo>
                <a:lnTo>
                  <a:pt x="1253913" y="1114920"/>
                </a:lnTo>
                <a:lnTo>
                  <a:pt x="1254082" y="1114920"/>
                </a:lnTo>
                <a:lnTo>
                  <a:pt x="1254251" y="1114920"/>
                </a:lnTo>
                <a:lnTo>
                  <a:pt x="1254429" y="1114920"/>
                </a:lnTo>
                <a:lnTo>
                  <a:pt x="1254598" y="1114920"/>
                </a:lnTo>
                <a:lnTo>
                  <a:pt x="1254776" y="1114920"/>
                </a:lnTo>
                <a:lnTo>
                  <a:pt x="1254945" y="1114920"/>
                </a:lnTo>
                <a:lnTo>
                  <a:pt x="1255123" y="1114920"/>
                </a:lnTo>
                <a:lnTo>
                  <a:pt x="1255292" y="1114920"/>
                </a:lnTo>
                <a:lnTo>
                  <a:pt x="1255461" y="1114920"/>
                </a:lnTo>
                <a:lnTo>
                  <a:pt x="1255639" y="1114920"/>
                </a:lnTo>
                <a:lnTo>
                  <a:pt x="1255808" y="1114920"/>
                </a:lnTo>
                <a:lnTo>
                  <a:pt x="1255986" y="1114920"/>
                </a:lnTo>
                <a:lnTo>
                  <a:pt x="1256155" y="1114920"/>
                </a:lnTo>
                <a:lnTo>
                  <a:pt x="1256333" y="1114920"/>
                </a:lnTo>
                <a:lnTo>
                  <a:pt x="1256502" y="1114920"/>
                </a:lnTo>
                <a:lnTo>
                  <a:pt x="1256671" y="1114920"/>
                </a:lnTo>
                <a:lnTo>
                  <a:pt x="1256849" y="1114920"/>
                </a:lnTo>
                <a:lnTo>
                  <a:pt x="1257018" y="1114920"/>
                </a:lnTo>
                <a:lnTo>
                  <a:pt x="1257196" y="1114920"/>
                </a:lnTo>
                <a:lnTo>
                  <a:pt x="1257365" y="1114920"/>
                </a:lnTo>
                <a:lnTo>
                  <a:pt x="1257543" y="1114920"/>
                </a:lnTo>
                <a:lnTo>
                  <a:pt x="1257712" y="1114920"/>
                </a:lnTo>
                <a:lnTo>
                  <a:pt x="1257881" y="1114920"/>
                </a:lnTo>
                <a:lnTo>
                  <a:pt x="1258059" y="1114920"/>
                </a:lnTo>
                <a:lnTo>
                  <a:pt x="1258228" y="1114920"/>
                </a:lnTo>
                <a:lnTo>
                  <a:pt x="1258406" y="1114920"/>
                </a:lnTo>
                <a:lnTo>
                  <a:pt x="1258575" y="1114920"/>
                </a:lnTo>
                <a:lnTo>
                  <a:pt x="1258753" y="1114920"/>
                </a:lnTo>
                <a:lnTo>
                  <a:pt x="1258922" y="1114920"/>
                </a:lnTo>
                <a:lnTo>
                  <a:pt x="1259091" y="1114920"/>
                </a:lnTo>
                <a:lnTo>
                  <a:pt x="1259269" y="1114920"/>
                </a:lnTo>
                <a:lnTo>
                  <a:pt x="1259438" y="1114920"/>
                </a:lnTo>
                <a:lnTo>
                  <a:pt x="1259616" y="1114920"/>
                </a:lnTo>
                <a:lnTo>
                  <a:pt x="1259785" y="1114920"/>
                </a:lnTo>
                <a:lnTo>
                  <a:pt x="1259962" y="1114920"/>
                </a:lnTo>
                <a:lnTo>
                  <a:pt x="1260132" y="1114920"/>
                </a:lnTo>
                <a:lnTo>
                  <a:pt x="1260300" y="1114920"/>
                </a:lnTo>
                <a:lnTo>
                  <a:pt x="1260478" y="1114920"/>
                </a:lnTo>
                <a:lnTo>
                  <a:pt x="1260647" y="1114920"/>
                </a:lnTo>
                <a:lnTo>
                  <a:pt x="1260825" y="1114920"/>
                </a:lnTo>
                <a:lnTo>
                  <a:pt x="1260994" y="1114920"/>
                </a:lnTo>
                <a:lnTo>
                  <a:pt x="1261164" y="1114920"/>
                </a:lnTo>
                <a:lnTo>
                  <a:pt x="1261341" y="1114920"/>
                </a:lnTo>
                <a:lnTo>
                  <a:pt x="1261510" y="1114920"/>
                </a:lnTo>
                <a:lnTo>
                  <a:pt x="1261688" y="1114920"/>
                </a:lnTo>
                <a:lnTo>
                  <a:pt x="1261857" y="1114920"/>
                </a:lnTo>
                <a:lnTo>
                  <a:pt x="1262035" y="1114920"/>
                </a:lnTo>
                <a:lnTo>
                  <a:pt x="1262204" y="1114920"/>
                </a:lnTo>
                <a:lnTo>
                  <a:pt x="1262373" y="1114920"/>
                </a:lnTo>
                <a:lnTo>
                  <a:pt x="1262551" y="1114920"/>
                </a:lnTo>
                <a:lnTo>
                  <a:pt x="1262720" y="1114920"/>
                </a:lnTo>
                <a:lnTo>
                  <a:pt x="1262898" y="1114920"/>
                </a:lnTo>
                <a:lnTo>
                  <a:pt x="1263067" y="1114920"/>
                </a:lnTo>
                <a:lnTo>
                  <a:pt x="1263245" y="1114920"/>
                </a:lnTo>
                <a:lnTo>
                  <a:pt x="1263414" y="1114920"/>
                </a:lnTo>
                <a:lnTo>
                  <a:pt x="1263583" y="1114920"/>
                </a:lnTo>
                <a:lnTo>
                  <a:pt x="1263761" y="1114920"/>
                </a:lnTo>
                <a:lnTo>
                  <a:pt x="1263930" y="1114920"/>
                </a:lnTo>
                <a:lnTo>
                  <a:pt x="1264108" y="1114920"/>
                </a:lnTo>
                <a:lnTo>
                  <a:pt x="1264277" y="1114920"/>
                </a:lnTo>
                <a:lnTo>
                  <a:pt x="1264455" y="1114920"/>
                </a:lnTo>
                <a:lnTo>
                  <a:pt x="1264624" y="1114920"/>
                </a:lnTo>
                <a:lnTo>
                  <a:pt x="1264793" y="1114920"/>
                </a:lnTo>
                <a:lnTo>
                  <a:pt x="1264971" y="1114920"/>
                </a:lnTo>
                <a:lnTo>
                  <a:pt x="1265140" y="1114920"/>
                </a:lnTo>
                <a:lnTo>
                  <a:pt x="1265318" y="1114920"/>
                </a:lnTo>
                <a:lnTo>
                  <a:pt x="1265487" y="1114920"/>
                </a:lnTo>
                <a:lnTo>
                  <a:pt x="1265665" y="1114920"/>
                </a:lnTo>
                <a:lnTo>
                  <a:pt x="1265834" y="1114920"/>
                </a:lnTo>
                <a:lnTo>
                  <a:pt x="1266003" y="1114920"/>
                </a:lnTo>
                <a:lnTo>
                  <a:pt x="1266181" y="1114920"/>
                </a:lnTo>
                <a:lnTo>
                  <a:pt x="1266350" y="1114920"/>
                </a:lnTo>
                <a:lnTo>
                  <a:pt x="1266528" y="1114920"/>
                </a:lnTo>
                <a:lnTo>
                  <a:pt x="1266697" y="1114920"/>
                </a:lnTo>
                <a:lnTo>
                  <a:pt x="1266875" y="1114920"/>
                </a:lnTo>
                <a:lnTo>
                  <a:pt x="1267044" y="1114920"/>
                </a:lnTo>
                <a:lnTo>
                  <a:pt x="1267213" y="1114920"/>
                </a:lnTo>
                <a:lnTo>
                  <a:pt x="1267391" y="1114920"/>
                </a:lnTo>
                <a:lnTo>
                  <a:pt x="1267560" y="1114920"/>
                </a:lnTo>
                <a:lnTo>
                  <a:pt x="1267738" y="1114920"/>
                </a:lnTo>
                <a:lnTo>
                  <a:pt x="1267907" y="1114920"/>
                </a:lnTo>
                <a:lnTo>
                  <a:pt x="1268085" y="1114920"/>
                </a:lnTo>
                <a:lnTo>
                  <a:pt x="1268254" y="1114920"/>
                </a:lnTo>
                <a:lnTo>
                  <a:pt x="1268423" y="1114920"/>
                </a:lnTo>
                <a:lnTo>
                  <a:pt x="1268601" y="1114920"/>
                </a:lnTo>
                <a:lnTo>
                  <a:pt x="1268770" y="1114920"/>
                </a:lnTo>
                <a:lnTo>
                  <a:pt x="1268948" y="1114920"/>
                </a:lnTo>
                <a:lnTo>
                  <a:pt x="1269117" y="1114920"/>
                </a:lnTo>
                <a:lnTo>
                  <a:pt x="1269295" y="1114920"/>
                </a:lnTo>
                <a:lnTo>
                  <a:pt x="1269464" y="1114920"/>
                </a:lnTo>
                <a:lnTo>
                  <a:pt x="1269633" y="1114920"/>
                </a:lnTo>
                <a:lnTo>
                  <a:pt x="1269811" y="1114920"/>
                </a:lnTo>
                <a:lnTo>
                  <a:pt x="1269980" y="1114920"/>
                </a:lnTo>
                <a:lnTo>
                  <a:pt x="1270158" y="1114920"/>
                </a:lnTo>
                <a:lnTo>
                  <a:pt x="1270327" y="1114920"/>
                </a:lnTo>
                <a:lnTo>
                  <a:pt x="1270505" y="1114920"/>
                </a:lnTo>
                <a:lnTo>
                  <a:pt x="1270674" y="1114920"/>
                </a:lnTo>
                <a:lnTo>
                  <a:pt x="1270843" y="1114920"/>
                </a:lnTo>
                <a:lnTo>
                  <a:pt x="1271021" y="1114920"/>
                </a:lnTo>
                <a:lnTo>
                  <a:pt x="1271190" y="1114920"/>
                </a:lnTo>
                <a:lnTo>
                  <a:pt x="1271368" y="1114920"/>
                </a:lnTo>
                <a:lnTo>
                  <a:pt x="1271537" y="1114920"/>
                </a:lnTo>
                <a:lnTo>
                  <a:pt x="1271715" y="1114920"/>
                </a:lnTo>
                <a:lnTo>
                  <a:pt x="1271884" y="1114920"/>
                </a:lnTo>
                <a:lnTo>
                  <a:pt x="1272053" y="1114920"/>
                </a:lnTo>
                <a:lnTo>
                  <a:pt x="1272231" y="1114920"/>
                </a:lnTo>
                <a:lnTo>
                  <a:pt x="1272400" y="1114920"/>
                </a:lnTo>
                <a:lnTo>
                  <a:pt x="1272578" y="1114920"/>
                </a:lnTo>
                <a:lnTo>
                  <a:pt x="1272747" y="1114920"/>
                </a:lnTo>
                <a:lnTo>
                  <a:pt x="1272925" y="1114920"/>
                </a:lnTo>
                <a:lnTo>
                  <a:pt x="1273094" y="1114920"/>
                </a:lnTo>
                <a:lnTo>
                  <a:pt x="1273263" y="1114920"/>
                </a:lnTo>
                <a:lnTo>
                  <a:pt x="1273441" y="1114920"/>
                </a:lnTo>
                <a:lnTo>
                  <a:pt x="1273610" y="1114920"/>
                </a:lnTo>
                <a:lnTo>
                  <a:pt x="1273788" y="1114920"/>
                </a:lnTo>
                <a:lnTo>
                  <a:pt x="1273957" y="1114920"/>
                </a:lnTo>
                <a:lnTo>
                  <a:pt x="1274135" y="1114920"/>
                </a:lnTo>
                <a:lnTo>
                  <a:pt x="1274304" y="1114920"/>
                </a:lnTo>
                <a:lnTo>
                  <a:pt x="1274473" y="1114920"/>
                </a:lnTo>
                <a:lnTo>
                  <a:pt x="1274650" y="1114920"/>
                </a:lnTo>
                <a:lnTo>
                  <a:pt x="1274820" y="1114920"/>
                </a:lnTo>
                <a:lnTo>
                  <a:pt x="1274997" y="1114920"/>
                </a:lnTo>
                <a:lnTo>
                  <a:pt x="1275167" y="1114920"/>
                </a:lnTo>
                <a:lnTo>
                  <a:pt x="1275344" y="1114920"/>
                </a:lnTo>
                <a:lnTo>
                  <a:pt x="1275514" y="1114920"/>
                </a:lnTo>
                <a:lnTo>
                  <a:pt x="1275682" y="1114920"/>
                </a:lnTo>
                <a:lnTo>
                  <a:pt x="1275860" y="1114920"/>
                </a:lnTo>
                <a:lnTo>
                  <a:pt x="1276029" y="1114920"/>
                </a:lnTo>
                <a:lnTo>
                  <a:pt x="1276207" y="1114920"/>
                </a:lnTo>
                <a:lnTo>
                  <a:pt x="1276376" y="1114920"/>
                </a:lnTo>
                <a:lnTo>
                  <a:pt x="1276554" y="1114920"/>
                </a:lnTo>
                <a:lnTo>
                  <a:pt x="1276723" y="1114920"/>
                </a:lnTo>
                <a:lnTo>
                  <a:pt x="1276892" y="1114920"/>
                </a:lnTo>
                <a:lnTo>
                  <a:pt x="1277070" y="1114920"/>
                </a:lnTo>
                <a:lnTo>
                  <a:pt x="1277239" y="1114920"/>
                </a:lnTo>
                <a:lnTo>
                  <a:pt x="1277417" y="1114920"/>
                </a:lnTo>
                <a:lnTo>
                  <a:pt x="1277586" y="1114920"/>
                </a:lnTo>
                <a:lnTo>
                  <a:pt x="1277764" y="1114920"/>
                </a:lnTo>
                <a:lnTo>
                  <a:pt x="1277933" y="1114920"/>
                </a:lnTo>
                <a:lnTo>
                  <a:pt x="1278102" y="1114920"/>
                </a:lnTo>
                <a:lnTo>
                  <a:pt x="1278280" y="1114920"/>
                </a:lnTo>
                <a:lnTo>
                  <a:pt x="1278449" y="1114920"/>
                </a:lnTo>
                <a:lnTo>
                  <a:pt x="1278627" y="1114920"/>
                </a:lnTo>
                <a:lnTo>
                  <a:pt x="1278796" y="1114920"/>
                </a:lnTo>
                <a:lnTo>
                  <a:pt x="1278974" y="1114920"/>
                </a:lnTo>
                <a:lnTo>
                  <a:pt x="1279143" y="1114920"/>
                </a:lnTo>
                <a:lnTo>
                  <a:pt x="1279312" y="1114920"/>
                </a:lnTo>
                <a:lnTo>
                  <a:pt x="1279490" y="1114920"/>
                </a:lnTo>
                <a:lnTo>
                  <a:pt x="1279659" y="1114920"/>
                </a:lnTo>
                <a:lnTo>
                  <a:pt x="1279837" y="1114920"/>
                </a:lnTo>
                <a:lnTo>
                  <a:pt x="1280006" y="1114920"/>
                </a:lnTo>
                <a:lnTo>
                  <a:pt x="1280175" y="1114920"/>
                </a:lnTo>
                <a:lnTo>
                  <a:pt x="1280353" y="1114920"/>
                </a:lnTo>
                <a:lnTo>
                  <a:pt x="1280522" y="1114920"/>
                </a:lnTo>
                <a:lnTo>
                  <a:pt x="1280700" y="1114920"/>
                </a:lnTo>
                <a:lnTo>
                  <a:pt x="1280869" y="1114920"/>
                </a:lnTo>
                <a:lnTo>
                  <a:pt x="1281047" y="1114920"/>
                </a:lnTo>
                <a:lnTo>
                  <a:pt x="1281216" y="1114920"/>
                </a:lnTo>
                <a:lnTo>
                  <a:pt x="1281385" y="1114920"/>
                </a:lnTo>
                <a:lnTo>
                  <a:pt x="1281563" y="1114920"/>
                </a:lnTo>
                <a:lnTo>
                  <a:pt x="1281732" y="1114920"/>
                </a:lnTo>
                <a:lnTo>
                  <a:pt x="1281910" y="1114920"/>
                </a:lnTo>
                <a:lnTo>
                  <a:pt x="1282079" y="1114920"/>
                </a:lnTo>
                <a:lnTo>
                  <a:pt x="1282257" y="1114920"/>
                </a:lnTo>
                <a:lnTo>
                  <a:pt x="1282426" y="1114920"/>
                </a:lnTo>
                <a:lnTo>
                  <a:pt x="1282595" y="1114920"/>
                </a:lnTo>
                <a:lnTo>
                  <a:pt x="1282773" y="1114920"/>
                </a:lnTo>
                <a:lnTo>
                  <a:pt x="1282942" y="1114920"/>
                </a:lnTo>
                <a:lnTo>
                  <a:pt x="1283120" y="1114920"/>
                </a:lnTo>
                <a:lnTo>
                  <a:pt x="1283289" y="1114920"/>
                </a:lnTo>
                <a:lnTo>
                  <a:pt x="1283467" y="1114920"/>
                </a:lnTo>
                <a:lnTo>
                  <a:pt x="1283636" y="1114920"/>
                </a:lnTo>
                <a:lnTo>
                  <a:pt x="1283805" y="1114920"/>
                </a:lnTo>
                <a:lnTo>
                  <a:pt x="1283983" y="1114920"/>
                </a:lnTo>
                <a:lnTo>
                  <a:pt x="1284152" y="1114920"/>
                </a:lnTo>
                <a:lnTo>
                  <a:pt x="1284330" y="1114920"/>
                </a:lnTo>
                <a:lnTo>
                  <a:pt x="1284499" y="1114920"/>
                </a:lnTo>
                <a:lnTo>
                  <a:pt x="1284677" y="1114920"/>
                </a:lnTo>
                <a:lnTo>
                  <a:pt x="1284846" y="1114920"/>
                </a:lnTo>
                <a:lnTo>
                  <a:pt x="1285015" y="1114920"/>
                </a:lnTo>
                <a:lnTo>
                  <a:pt x="1285193" y="1114920"/>
                </a:lnTo>
                <a:lnTo>
                  <a:pt x="1285362" y="1114920"/>
                </a:lnTo>
                <a:lnTo>
                  <a:pt x="1285540" y="1114920"/>
                </a:lnTo>
                <a:lnTo>
                  <a:pt x="1285709" y="1114920"/>
                </a:lnTo>
                <a:lnTo>
                  <a:pt x="1285887" y="1114920"/>
                </a:lnTo>
                <a:lnTo>
                  <a:pt x="1286056" y="1114920"/>
                </a:lnTo>
                <a:lnTo>
                  <a:pt x="1286225" y="1114920"/>
                </a:lnTo>
                <a:lnTo>
                  <a:pt x="1286403" y="1114920"/>
                </a:lnTo>
                <a:lnTo>
                  <a:pt x="1286572" y="1114920"/>
                </a:lnTo>
                <a:lnTo>
                  <a:pt x="1286750" y="1114920"/>
                </a:lnTo>
                <a:lnTo>
                  <a:pt x="1286919" y="1114920"/>
                </a:lnTo>
                <a:lnTo>
                  <a:pt x="1287097" y="1114920"/>
                </a:lnTo>
                <a:lnTo>
                  <a:pt x="1287266" y="1114920"/>
                </a:lnTo>
                <a:lnTo>
                  <a:pt x="1287435" y="1114920"/>
                </a:lnTo>
                <a:lnTo>
                  <a:pt x="1287613" y="1114920"/>
                </a:lnTo>
                <a:lnTo>
                  <a:pt x="1287782" y="1114920"/>
                </a:lnTo>
                <a:lnTo>
                  <a:pt x="1287960" y="1114920"/>
                </a:lnTo>
                <a:lnTo>
                  <a:pt x="1288129" y="1114920"/>
                </a:lnTo>
                <a:lnTo>
                  <a:pt x="1288307" y="1114920"/>
                </a:lnTo>
                <a:lnTo>
                  <a:pt x="1288476" y="1114920"/>
                </a:lnTo>
                <a:lnTo>
                  <a:pt x="1288645" y="1114920"/>
                </a:lnTo>
                <a:lnTo>
                  <a:pt x="1288823" y="1114920"/>
                </a:lnTo>
                <a:lnTo>
                  <a:pt x="1288992" y="1114920"/>
                </a:lnTo>
                <a:lnTo>
                  <a:pt x="1289170" y="1114920"/>
                </a:lnTo>
                <a:lnTo>
                  <a:pt x="1289339" y="1114920"/>
                </a:lnTo>
                <a:lnTo>
                  <a:pt x="1289517" y="1114920"/>
                </a:lnTo>
                <a:lnTo>
                  <a:pt x="1289685" y="1114920"/>
                </a:lnTo>
                <a:lnTo>
                  <a:pt x="1289855" y="1114920"/>
                </a:lnTo>
                <a:lnTo>
                  <a:pt x="1290032" y="1114920"/>
                </a:lnTo>
                <a:lnTo>
                  <a:pt x="1290201" y="1114920"/>
                </a:lnTo>
                <a:lnTo>
                  <a:pt x="1290379" y="1114920"/>
                </a:lnTo>
                <a:lnTo>
                  <a:pt x="1290548" y="1114920"/>
                </a:lnTo>
                <a:lnTo>
                  <a:pt x="1290726" y="1114920"/>
                </a:lnTo>
                <a:lnTo>
                  <a:pt x="1290895" y="1114920"/>
                </a:lnTo>
                <a:lnTo>
                  <a:pt x="1291064" y="1114920"/>
                </a:lnTo>
                <a:lnTo>
                  <a:pt x="1291242" y="1114920"/>
                </a:lnTo>
                <a:lnTo>
                  <a:pt x="1291411" y="1114920"/>
                </a:lnTo>
                <a:lnTo>
                  <a:pt x="1291589" y="1114920"/>
                </a:lnTo>
                <a:lnTo>
                  <a:pt x="1291758" y="1114920"/>
                </a:lnTo>
                <a:lnTo>
                  <a:pt x="1291936" y="1114920"/>
                </a:lnTo>
                <a:lnTo>
                  <a:pt x="1292105" y="1114920"/>
                </a:lnTo>
                <a:lnTo>
                  <a:pt x="1292274" y="1114920"/>
                </a:lnTo>
                <a:lnTo>
                  <a:pt x="1292452" y="1114920"/>
                </a:lnTo>
                <a:lnTo>
                  <a:pt x="1292621" y="1114920"/>
                </a:lnTo>
                <a:lnTo>
                  <a:pt x="1292799" y="1114920"/>
                </a:lnTo>
                <a:lnTo>
                  <a:pt x="1292968" y="1114920"/>
                </a:lnTo>
                <a:lnTo>
                  <a:pt x="1293146" y="1114920"/>
                </a:lnTo>
                <a:lnTo>
                  <a:pt x="1293315" y="1114920"/>
                </a:lnTo>
                <a:lnTo>
                  <a:pt x="1293484" y="1114920"/>
                </a:lnTo>
                <a:lnTo>
                  <a:pt x="1293662" y="1114920"/>
                </a:lnTo>
                <a:lnTo>
                  <a:pt x="1293831" y="1114920"/>
                </a:lnTo>
                <a:lnTo>
                  <a:pt x="1294009" y="1114920"/>
                </a:lnTo>
                <a:lnTo>
                  <a:pt x="1294178" y="1114920"/>
                </a:lnTo>
                <a:lnTo>
                  <a:pt x="1294356" y="1114920"/>
                </a:lnTo>
                <a:lnTo>
                  <a:pt x="1294525" y="1114920"/>
                </a:lnTo>
                <a:lnTo>
                  <a:pt x="1294694" y="1114920"/>
                </a:lnTo>
                <a:lnTo>
                  <a:pt x="1294872" y="1114920"/>
                </a:lnTo>
                <a:lnTo>
                  <a:pt x="1295041" y="1114920"/>
                </a:lnTo>
                <a:lnTo>
                  <a:pt x="1295219" y="1114920"/>
                </a:lnTo>
                <a:lnTo>
                  <a:pt x="1295388" y="1114920"/>
                </a:lnTo>
                <a:lnTo>
                  <a:pt x="1295566" y="1114920"/>
                </a:lnTo>
                <a:lnTo>
                  <a:pt x="1295735" y="1114920"/>
                </a:lnTo>
                <a:lnTo>
                  <a:pt x="1295904" y="1114920"/>
                </a:lnTo>
                <a:lnTo>
                  <a:pt x="1296082" y="1114920"/>
                </a:lnTo>
                <a:lnTo>
                  <a:pt x="1296251" y="1114920"/>
                </a:lnTo>
                <a:lnTo>
                  <a:pt x="1296429" y="1114920"/>
                </a:lnTo>
                <a:lnTo>
                  <a:pt x="1296598" y="1114920"/>
                </a:lnTo>
                <a:lnTo>
                  <a:pt x="1296776" y="1114920"/>
                </a:lnTo>
                <a:lnTo>
                  <a:pt x="1296945" y="1114920"/>
                </a:lnTo>
                <a:lnTo>
                  <a:pt x="1297114" y="1114920"/>
                </a:lnTo>
                <a:lnTo>
                  <a:pt x="1297292" y="1114920"/>
                </a:lnTo>
                <a:lnTo>
                  <a:pt x="1297461" y="1114920"/>
                </a:lnTo>
                <a:lnTo>
                  <a:pt x="1297639" y="1114920"/>
                </a:lnTo>
                <a:lnTo>
                  <a:pt x="1297808" y="1114920"/>
                </a:lnTo>
                <a:lnTo>
                  <a:pt x="1297986" y="1114920"/>
                </a:lnTo>
                <a:lnTo>
                  <a:pt x="1298155" y="1114920"/>
                </a:lnTo>
                <a:lnTo>
                  <a:pt x="1298324" y="1114920"/>
                </a:lnTo>
                <a:lnTo>
                  <a:pt x="1298502" y="1114920"/>
                </a:lnTo>
                <a:lnTo>
                  <a:pt x="1298671" y="1114920"/>
                </a:lnTo>
                <a:lnTo>
                  <a:pt x="1298849" y="1114920"/>
                </a:lnTo>
                <a:lnTo>
                  <a:pt x="1299018" y="1114920"/>
                </a:lnTo>
                <a:lnTo>
                  <a:pt x="1299187" y="1114920"/>
                </a:lnTo>
                <a:lnTo>
                  <a:pt x="1299365" y="1114920"/>
                </a:lnTo>
                <a:lnTo>
                  <a:pt x="1299534" y="1114920"/>
                </a:lnTo>
                <a:lnTo>
                  <a:pt x="1299712" y="1114920"/>
                </a:lnTo>
                <a:lnTo>
                  <a:pt x="1299881" y="1114920"/>
                </a:lnTo>
                <a:lnTo>
                  <a:pt x="1300059" y="1114920"/>
                </a:lnTo>
                <a:lnTo>
                  <a:pt x="1300228" y="1114920"/>
                </a:lnTo>
                <a:lnTo>
                  <a:pt x="1300397" y="1114920"/>
                </a:lnTo>
                <a:lnTo>
                  <a:pt x="1300575" y="1114920"/>
                </a:lnTo>
                <a:lnTo>
                  <a:pt x="1300744" y="1114920"/>
                </a:lnTo>
                <a:lnTo>
                  <a:pt x="1300922" y="1114920"/>
                </a:lnTo>
                <a:lnTo>
                  <a:pt x="1301091" y="1114920"/>
                </a:lnTo>
                <a:lnTo>
                  <a:pt x="1301269" y="1114920"/>
                </a:lnTo>
                <a:lnTo>
                  <a:pt x="1301438" y="1114920"/>
                </a:lnTo>
                <a:lnTo>
                  <a:pt x="1301607" y="1114920"/>
                </a:lnTo>
                <a:lnTo>
                  <a:pt x="1301785" y="1114920"/>
                </a:lnTo>
                <a:lnTo>
                  <a:pt x="1301954" y="1114920"/>
                </a:lnTo>
                <a:lnTo>
                  <a:pt x="1302132" y="1114920"/>
                </a:lnTo>
                <a:lnTo>
                  <a:pt x="1302301" y="1114920"/>
                </a:lnTo>
                <a:lnTo>
                  <a:pt x="1302479" y="1114920"/>
                </a:lnTo>
                <a:lnTo>
                  <a:pt x="1302648" y="1114920"/>
                </a:lnTo>
                <a:lnTo>
                  <a:pt x="1302817" y="1114920"/>
                </a:lnTo>
                <a:lnTo>
                  <a:pt x="1302995" y="1114920"/>
                </a:lnTo>
                <a:lnTo>
                  <a:pt x="1303164" y="1114920"/>
                </a:lnTo>
                <a:lnTo>
                  <a:pt x="1303342" y="1114920"/>
                </a:lnTo>
                <a:lnTo>
                  <a:pt x="1303511" y="1114920"/>
                </a:lnTo>
                <a:lnTo>
                  <a:pt x="1303689" y="1114920"/>
                </a:lnTo>
                <a:lnTo>
                  <a:pt x="1303858" y="1114920"/>
                </a:lnTo>
                <a:lnTo>
                  <a:pt x="1304027" y="1114920"/>
                </a:lnTo>
                <a:lnTo>
                  <a:pt x="1304205" y="1114920"/>
                </a:lnTo>
                <a:lnTo>
                  <a:pt x="1304374" y="1114920"/>
                </a:lnTo>
                <a:lnTo>
                  <a:pt x="1304551" y="1114920"/>
                </a:lnTo>
                <a:lnTo>
                  <a:pt x="1304721" y="1114920"/>
                </a:lnTo>
                <a:lnTo>
                  <a:pt x="1304898" y="1114920"/>
                </a:lnTo>
                <a:lnTo>
                  <a:pt x="1305067" y="1114920"/>
                </a:lnTo>
                <a:lnTo>
                  <a:pt x="1305236" y="1114920"/>
                </a:lnTo>
                <a:lnTo>
                  <a:pt x="1305414" y="1114920"/>
                </a:lnTo>
                <a:lnTo>
                  <a:pt x="1305583" y="1114920"/>
                </a:lnTo>
                <a:lnTo>
                  <a:pt x="1305761" y="1114920"/>
                </a:lnTo>
                <a:lnTo>
                  <a:pt x="1305930" y="1114920"/>
                </a:lnTo>
                <a:lnTo>
                  <a:pt x="1306108" y="1114920"/>
                </a:lnTo>
                <a:lnTo>
                  <a:pt x="1306277" y="1114920"/>
                </a:lnTo>
                <a:lnTo>
                  <a:pt x="1306446" y="1114920"/>
                </a:lnTo>
                <a:lnTo>
                  <a:pt x="1306624" y="1114920"/>
                </a:lnTo>
                <a:lnTo>
                  <a:pt x="1306793" y="1114920"/>
                </a:lnTo>
                <a:lnTo>
                  <a:pt x="1306971" y="1114920"/>
                </a:lnTo>
                <a:lnTo>
                  <a:pt x="1307140" y="1114920"/>
                </a:lnTo>
                <a:lnTo>
                  <a:pt x="1307318" y="1114920"/>
                </a:lnTo>
                <a:lnTo>
                  <a:pt x="1307487" y="1114920"/>
                </a:lnTo>
                <a:lnTo>
                  <a:pt x="1307656" y="1114920"/>
                </a:lnTo>
                <a:lnTo>
                  <a:pt x="1307834" y="1114920"/>
                </a:lnTo>
                <a:lnTo>
                  <a:pt x="1308003" y="1114920"/>
                </a:lnTo>
                <a:lnTo>
                  <a:pt x="1308181" y="1114920"/>
                </a:lnTo>
                <a:lnTo>
                  <a:pt x="1308350" y="1114920"/>
                </a:lnTo>
                <a:lnTo>
                  <a:pt x="1308528" y="1114920"/>
                </a:lnTo>
                <a:lnTo>
                  <a:pt x="1308697" y="1114920"/>
                </a:lnTo>
                <a:lnTo>
                  <a:pt x="1308866" y="1114920"/>
                </a:lnTo>
                <a:lnTo>
                  <a:pt x="1309044" y="1114920"/>
                </a:lnTo>
                <a:lnTo>
                  <a:pt x="1309213" y="1114920"/>
                </a:lnTo>
                <a:lnTo>
                  <a:pt x="1309391" y="1114920"/>
                </a:lnTo>
                <a:lnTo>
                  <a:pt x="1309560" y="1114920"/>
                </a:lnTo>
                <a:lnTo>
                  <a:pt x="1309738" y="1114920"/>
                </a:lnTo>
                <a:lnTo>
                  <a:pt x="1309907" y="1114920"/>
                </a:lnTo>
                <a:lnTo>
                  <a:pt x="1310076" y="1114920"/>
                </a:lnTo>
                <a:lnTo>
                  <a:pt x="1310254" y="1114920"/>
                </a:lnTo>
                <a:lnTo>
                  <a:pt x="1310423" y="1114920"/>
                </a:lnTo>
                <a:lnTo>
                  <a:pt x="1310601" y="1114920"/>
                </a:lnTo>
                <a:lnTo>
                  <a:pt x="1310770" y="1114920"/>
                </a:lnTo>
                <a:lnTo>
                  <a:pt x="1310948" y="1114920"/>
                </a:lnTo>
                <a:lnTo>
                  <a:pt x="1311117" y="1114920"/>
                </a:lnTo>
                <a:lnTo>
                  <a:pt x="1311286" y="1114920"/>
                </a:lnTo>
                <a:lnTo>
                  <a:pt x="1311464" y="1114920"/>
                </a:lnTo>
                <a:lnTo>
                  <a:pt x="1311633" y="1114920"/>
                </a:lnTo>
                <a:lnTo>
                  <a:pt x="1311811" y="1114920"/>
                </a:lnTo>
                <a:lnTo>
                  <a:pt x="1311980" y="1114920"/>
                </a:lnTo>
                <a:lnTo>
                  <a:pt x="1312158" y="1114920"/>
                </a:lnTo>
                <a:lnTo>
                  <a:pt x="1312327" y="1114920"/>
                </a:lnTo>
                <a:lnTo>
                  <a:pt x="1312496" y="1114920"/>
                </a:lnTo>
                <a:lnTo>
                  <a:pt x="1312674" y="1114920"/>
                </a:lnTo>
                <a:lnTo>
                  <a:pt x="1312843" y="1114920"/>
                </a:lnTo>
                <a:lnTo>
                  <a:pt x="1313021" y="1114920"/>
                </a:lnTo>
                <a:lnTo>
                  <a:pt x="1313190" y="1114920"/>
                </a:lnTo>
                <a:lnTo>
                  <a:pt x="1313368" y="1114920"/>
                </a:lnTo>
                <a:lnTo>
                  <a:pt x="1313537" y="1114920"/>
                </a:lnTo>
                <a:lnTo>
                  <a:pt x="1313706" y="1114920"/>
                </a:lnTo>
                <a:lnTo>
                  <a:pt x="1313884" y="1114920"/>
                </a:lnTo>
                <a:lnTo>
                  <a:pt x="1314053" y="1114920"/>
                </a:lnTo>
                <a:lnTo>
                  <a:pt x="1314231" y="1114920"/>
                </a:lnTo>
                <a:lnTo>
                  <a:pt x="1314400" y="1114920"/>
                </a:lnTo>
                <a:lnTo>
                  <a:pt x="1314578" y="1114920"/>
                </a:lnTo>
                <a:lnTo>
                  <a:pt x="1314747" y="1114920"/>
                </a:lnTo>
                <a:lnTo>
                  <a:pt x="1314916" y="1114920"/>
                </a:lnTo>
                <a:lnTo>
                  <a:pt x="1315094" y="1114920"/>
                </a:lnTo>
                <a:lnTo>
                  <a:pt x="1315263" y="1114920"/>
                </a:lnTo>
                <a:lnTo>
                  <a:pt x="1315441" y="1114920"/>
                </a:lnTo>
                <a:lnTo>
                  <a:pt x="1315610" y="1114920"/>
                </a:lnTo>
                <a:lnTo>
                  <a:pt x="1315788" y="1114920"/>
                </a:lnTo>
                <a:lnTo>
                  <a:pt x="1315957" y="1114920"/>
                </a:lnTo>
                <a:lnTo>
                  <a:pt x="1316126" y="1114920"/>
                </a:lnTo>
                <a:lnTo>
                  <a:pt x="1316304" y="1114920"/>
                </a:lnTo>
                <a:lnTo>
                  <a:pt x="1316473" y="1114920"/>
                </a:lnTo>
                <a:lnTo>
                  <a:pt x="1316651" y="1114920"/>
                </a:lnTo>
                <a:lnTo>
                  <a:pt x="1316820" y="1114920"/>
                </a:lnTo>
                <a:lnTo>
                  <a:pt x="1316998" y="1114920"/>
                </a:lnTo>
                <a:lnTo>
                  <a:pt x="1317167" y="1114920"/>
                </a:lnTo>
                <a:lnTo>
                  <a:pt x="1317336" y="1114920"/>
                </a:lnTo>
                <a:lnTo>
                  <a:pt x="1317514" y="1114920"/>
                </a:lnTo>
                <a:lnTo>
                  <a:pt x="1317683" y="1114920"/>
                </a:lnTo>
                <a:lnTo>
                  <a:pt x="1317861" y="1114920"/>
                </a:lnTo>
                <a:lnTo>
                  <a:pt x="1318030" y="1114920"/>
                </a:lnTo>
                <a:lnTo>
                  <a:pt x="1318199" y="1114920"/>
                </a:lnTo>
                <a:lnTo>
                  <a:pt x="1318377" y="1114920"/>
                </a:lnTo>
                <a:lnTo>
                  <a:pt x="1318546" y="1114920"/>
                </a:lnTo>
                <a:lnTo>
                  <a:pt x="1318724" y="1114920"/>
                </a:lnTo>
                <a:lnTo>
                  <a:pt x="1318893" y="1114920"/>
                </a:lnTo>
                <a:lnTo>
                  <a:pt x="1319070" y="1114920"/>
                </a:lnTo>
                <a:lnTo>
                  <a:pt x="1319239" y="1114920"/>
                </a:lnTo>
                <a:lnTo>
                  <a:pt x="1319409" y="1114920"/>
                </a:lnTo>
                <a:lnTo>
                  <a:pt x="1319586" y="1114920"/>
                </a:lnTo>
                <a:lnTo>
                  <a:pt x="1319756" y="1114920"/>
                </a:lnTo>
                <a:lnTo>
                  <a:pt x="1319933" y="1114920"/>
                </a:lnTo>
                <a:lnTo>
                  <a:pt x="1320103" y="1114920"/>
                </a:lnTo>
                <a:lnTo>
                  <a:pt x="1320280" y="1114920"/>
                </a:lnTo>
                <a:lnTo>
                  <a:pt x="1320449" y="1114920"/>
                </a:lnTo>
                <a:lnTo>
                  <a:pt x="1320618" y="1114920"/>
                </a:lnTo>
                <a:lnTo>
                  <a:pt x="1320796" y="1114920"/>
                </a:lnTo>
                <a:lnTo>
                  <a:pt x="1320965" y="1114920"/>
                </a:lnTo>
                <a:lnTo>
                  <a:pt x="1321143" y="1114920"/>
                </a:lnTo>
                <a:lnTo>
                  <a:pt x="1321312" y="1114920"/>
                </a:lnTo>
                <a:lnTo>
                  <a:pt x="1321490" y="1114920"/>
                </a:lnTo>
                <a:lnTo>
                  <a:pt x="1321659" y="1114920"/>
                </a:lnTo>
                <a:lnTo>
                  <a:pt x="1321828" y="1114920"/>
                </a:lnTo>
                <a:lnTo>
                  <a:pt x="1322006" y="1114920"/>
                </a:lnTo>
                <a:lnTo>
                  <a:pt x="1322175" y="1114920"/>
                </a:lnTo>
                <a:lnTo>
                  <a:pt x="1322353" y="1114920"/>
                </a:lnTo>
                <a:lnTo>
                  <a:pt x="1322522" y="1114920"/>
                </a:lnTo>
                <a:lnTo>
                  <a:pt x="1322700" y="1114920"/>
                </a:lnTo>
                <a:lnTo>
                  <a:pt x="1322869" y="1114920"/>
                </a:lnTo>
                <a:lnTo>
                  <a:pt x="1323038" y="1114920"/>
                </a:lnTo>
                <a:lnTo>
                  <a:pt x="1323216" y="1114920"/>
                </a:lnTo>
                <a:lnTo>
                  <a:pt x="1323385" y="1114920"/>
                </a:lnTo>
                <a:lnTo>
                  <a:pt x="1323563" y="1114920"/>
                </a:lnTo>
                <a:lnTo>
                  <a:pt x="1323732" y="1114920"/>
                </a:lnTo>
                <a:lnTo>
                  <a:pt x="1323910" y="1114920"/>
                </a:lnTo>
                <a:lnTo>
                  <a:pt x="1324079" y="1114920"/>
                </a:lnTo>
                <a:lnTo>
                  <a:pt x="1324248" y="1114920"/>
                </a:lnTo>
                <a:lnTo>
                  <a:pt x="1324426" y="1114920"/>
                </a:lnTo>
                <a:lnTo>
                  <a:pt x="1324595" y="1114920"/>
                </a:lnTo>
                <a:lnTo>
                  <a:pt x="1324773" y="1114920"/>
                </a:lnTo>
                <a:lnTo>
                  <a:pt x="1324942" y="1114920"/>
                </a:lnTo>
                <a:lnTo>
                  <a:pt x="1325120" y="1114920"/>
                </a:lnTo>
                <a:lnTo>
                  <a:pt x="1325289" y="1114920"/>
                </a:lnTo>
                <a:lnTo>
                  <a:pt x="1325458" y="1114920"/>
                </a:lnTo>
                <a:lnTo>
                  <a:pt x="1325636" y="1114920"/>
                </a:lnTo>
                <a:lnTo>
                  <a:pt x="1325805" y="1114920"/>
                </a:lnTo>
                <a:lnTo>
                  <a:pt x="1325983" y="1114920"/>
                </a:lnTo>
                <a:lnTo>
                  <a:pt x="1326152" y="1114920"/>
                </a:lnTo>
                <a:lnTo>
                  <a:pt x="1326330" y="1114920"/>
                </a:lnTo>
                <a:lnTo>
                  <a:pt x="1326499" y="1114920"/>
                </a:lnTo>
                <a:lnTo>
                  <a:pt x="1326668" y="1114920"/>
                </a:lnTo>
                <a:lnTo>
                  <a:pt x="1326846" y="1114920"/>
                </a:lnTo>
                <a:lnTo>
                  <a:pt x="1327015" y="1114920"/>
                </a:lnTo>
                <a:lnTo>
                  <a:pt x="1327193" y="1114920"/>
                </a:lnTo>
                <a:lnTo>
                  <a:pt x="1327362" y="1114920"/>
                </a:lnTo>
                <a:lnTo>
                  <a:pt x="1327540" y="1114920"/>
                </a:lnTo>
                <a:lnTo>
                  <a:pt x="1327709" y="1114920"/>
                </a:lnTo>
                <a:lnTo>
                  <a:pt x="1327878" y="1114920"/>
                </a:lnTo>
                <a:lnTo>
                  <a:pt x="1328056" y="1114920"/>
                </a:lnTo>
                <a:lnTo>
                  <a:pt x="1328225" y="1114920"/>
                </a:lnTo>
                <a:lnTo>
                  <a:pt x="1328403" y="1114920"/>
                </a:lnTo>
                <a:lnTo>
                  <a:pt x="1328572" y="1114920"/>
                </a:lnTo>
                <a:lnTo>
                  <a:pt x="1328750" y="1114920"/>
                </a:lnTo>
                <a:lnTo>
                  <a:pt x="1328919" y="1114920"/>
                </a:lnTo>
                <a:lnTo>
                  <a:pt x="1329088" y="1114920"/>
                </a:lnTo>
                <a:lnTo>
                  <a:pt x="1329266" y="1114920"/>
                </a:lnTo>
                <a:lnTo>
                  <a:pt x="1329435" y="1114920"/>
                </a:lnTo>
                <a:lnTo>
                  <a:pt x="1329613" y="1114920"/>
                </a:lnTo>
                <a:lnTo>
                  <a:pt x="1329782" y="1114920"/>
                </a:lnTo>
                <a:lnTo>
                  <a:pt x="1329960" y="1114920"/>
                </a:lnTo>
                <a:lnTo>
                  <a:pt x="1330129" y="1114920"/>
                </a:lnTo>
                <a:lnTo>
                  <a:pt x="1330298" y="1114920"/>
                </a:lnTo>
                <a:lnTo>
                  <a:pt x="1330476" y="1114920"/>
                </a:lnTo>
                <a:lnTo>
                  <a:pt x="1330645" y="1114920"/>
                </a:lnTo>
                <a:lnTo>
                  <a:pt x="1330823" y="1114920"/>
                </a:lnTo>
                <a:lnTo>
                  <a:pt x="1330992" y="1114920"/>
                </a:lnTo>
                <a:lnTo>
                  <a:pt x="1331170" y="1114920"/>
                </a:lnTo>
                <a:lnTo>
                  <a:pt x="1331339" y="1114920"/>
                </a:lnTo>
                <a:lnTo>
                  <a:pt x="1331508" y="1114920"/>
                </a:lnTo>
                <a:lnTo>
                  <a:pt x="1331686" y="1114920"/>
                </a:lnTo>
                <a:lnTo>
                  <a:pt x="1331855" y="1114920"/>
                </a:lnTo>
                <a:lnTo>
                  <a:pt x="1332033" y="1114920"/>
                </a:lnTo>
                <a:lnTo>
                  <a:pt x="1332202" y="1114920"/>
                </a:lnTo>
                <a:lnTo>
                  <a:pt x="1332380" y="1114920"/>
                </a:lnTo>
                <a:lnTo>
                  <a:pt x="1332549" y="1114920"/>
                </a:lnTo>
                <a:lnTo>
                  <a:pt x="1332718" y="1114920"/>
                </a:lnTo>
                <a:lnTo>
                  <a:pt x="1332896" y="1114920"/>
                </a:lnTo>
                <a:lnTo>
                  <a:pt x="1333065" y="1114920"/>
                </a:lnTo>
                <a:lnTo>
                  <a:pt x="1333242" y="1114920"/>
                </a:lnTo>
                <a:lnTo>
                  <a:pt x="1333412" y="1114920"/>
                </a:lnTo>
                <a:lnTo>
                  <a:pt x="1333589" y="1114920"/>
                </a:lnTo>
                <a:lnTo>
                  <a:pt x="1333759" y="1114920"/>
                </a:lnTo>
                <a:lnTo>
                  <a:pt x="1333928" y="1114920"/>
                </a:lnTo>
                <a:lnTo>
                  <a:pt x="1334106" y="1114920"/>
                </a:lnTo>
                <a:lnTo>
                  <a:pt x="1334275" y="1114920"/>
                </a:lnTo>
                <a:lnTo>
                  <a:pt x="1334452" y="1114920"/>
                </a:lnTo>
                <a:lnTo>
                  <a:pt x="1334621" y="1114920"/>
                </a:lnTo>
                <a:lnTo>
                  <a:pt x="1334799" y="1114920"/>
                </a:lnTo>
                <a:lnTo>
                  <a:pt x="1334968" y="1114920"/>
                </a:lnTo>
                <a:lnTo>
                  <a:pt x="1335137" y="1114920"/>
                </a:lnTo>
                <a:lnTo>
                  <a:pt x="1335315" y="1114920"/>
                </a:lnTo>
                <a:lnTo>
                  <a:pt x="1335484" y="1114920"/>
                </a:lnTo>
                <a:lnTo>
                  <a:pt x="1335662" y="1114920"/>
                </a:lnTo>
                <a:lnTo>
                  <a:pt x="1335831" y="1114920"/>
                </a:lnTo>
                <a:lnTo>
                  <a:pt x="1336009" y="1114920"/>
                </a:lnTo>
                <a:lnTo>
                  <a:pt x="1336178" y="1114920"/>
                </a:lnTo>
                <a:lnTo>
                  <a:pt x="1336347" y="1114920"/>
                </a:lnTo>
                <a:lnTo>
                  <a:pt x="1336525" y="1114920"/>
                </a:lnTo>
                <a:lnTo>
                  <a:pt x="1336694" y="1114920"/>
                </a:lnTo>
                <a:lnTo>
                  <a:pt x="1336872" y="1114920"/>
                </a:lnTo>
                <a:lnTo>
                  <a:pt x="1337041" y="1114920"/>
                </a:lnTo>
                <a:lnTo>
                  <a:pt x="1337210" y="1114920"/>
                </a:lnTo>
                <a:lnTo>
                  <a:pt x="1337388" y="1114920"/>
                </a:lnTo>
                <a:lnTo>
                  <a:pt x="1337557" y="1114920"/>
                </a:lnTo>
                <a:lnTo>
                  <a:pt x="1337735" y="1114920"/>
                </a:lnTo>
                <a:lnTo>
                  <a:pt x="1337904" y="1114920"/>
                </a:lnTo>
                <a:lnTo>
                  <a:pt x="1338082" y="1114920"/>
                </a:lnTo>
                <a:lnTo>
                  <a:pt x="1338251" y="1114920"/>
                </a:lnTo>
                <a:lnTo>
                  <a:pt x="1338420" y="1114920"/>
                </a:lnTo>
                <a:lnTo>
                  <a:pt x="1338598" y="1114920"/>
                </a:lnTo>
                <a:lnTo>
                  <a:pt x="1338767" y="1114920"/>
                </a:lnTo>
                <a:lnTo>
                  <a:pt x="1338945" y="1114920"/>
                </a:lnTo>
                <a:lnTo>
                  <a:pt x="1339114" y="1114920"/>
                </a:lnTo>
                <a:lnTo>
                  <a:pt x="1339292" y="1114920"/>
                </a:lnTo>
                <a:lnTo>
                  <a:pt x="1339461" y="1114920"/>
                </a:lnTo>
                <a:lnTo>
                  <a:pt x="1339630" y="1114920"/>
                </a:lnTo>
                <a:lnTo>
                  <a:pt x="1339808" y="1114920"/>
                </a:lnTo>
                <a:lnTo>
                  <a:pt x="1339977" y="1114920"/>
                </a:lnTo>
                <a:lnTo>
                  <a:pt x="1340155" y="1114920"/>
                </a:lnTo>
                <a:lnTo>
                  <a:pt x="1340324" y="1114920"/>
                </a:lnTo>
                <a:lnTo>
                  <a:pt x="1340502" y="1114920"/>
                </a:lnTo>
                <a:lnTo>
                  <a:pt x="1340671" y="1114920"/>
                </a:lnTo>
                <a:lnTo>
                  <a:pt x="1340840" y="1114920"/>
                </a:lnTo>
                <a:lnTo>
                  <a:pt x="1341018" y="1114920"/>
                </a:lnTo>
                <a:lnTo>
                  <a:pt x="1341187" y="1114920"/>
                </a:lnTo>
                <a:lnTo>
                  <a:pt x="1341365" y="1114920"/>
                </a:lnTo>
                <a:lnTo>
                  <a:pt x="1341534" y="1114920"/>
                </a:lnTo>
                <a:lnTo>
                  <a:pt x="1341712" y="1114920"/>
                </a:lnTo>
                <a:lnTo>
                  <a:pt x="1341881" y="1114920"/>
                </a:lnTo>
                <a:lnTo>
                  <a:pt x="1342050" y="1114920"/>
                </a:lnTo>
                <a:lnTo>
                  <a:pt x="1342228" y="1114920"/>
                </a:lnTo>
                <a:lnTo>
                  <a:pt x="1342397" y="1114920"/>
                </a:lnTo>
                <a:lnTo>
                  <a:pt x="1342575" y="1114920"/>
                </a:lnTo>
                <a:lnTo>
                  <a:pt x="1342744" y="1114920"/>
                </a:lnTo>
                <a:lnTo>
                  <a:pt x="1342922" y="1114920"/>
                </a:lnTo>
                <a:lnTo>
                  <a:pt x="1343091" y="1114920"/>
                </a:lnTo>
                <a:lnTo>
                  <a:pt x="1343260" y="1114920"/>
                </a:lnTo>
                <a:lnTo>
                  <a:pt x="1343438" y="1114920"/>
                </a:lnTo>
                <a:lnTo>
                  <a:pt x="1343607" y="1114920"/>
                </a:lnTo>
                <a:lnTo>
                  <a:pt x="1343785" y="1114920"/>
                </a:lnTo>
                <a:lnTo>
                  <a:pt x="1343954" y="1114920"/>
                </a:lnTo>
                <a:lnTo>
                  <a:pt x="1344132" y="1114920"/>
                </a:lnTo>
                <a:lnTo>
                  <a:pt x="1344301" y="1114920"/>
                </a:lnTo>
                <a:lnTo>
                  <a:pt x="1344470" y="1114920"/>
                </a:lnTo>
                <a:lnTo>
                  <a:pt x="1344648" y="1114920"/>
                </a:lnTo>
                <a:lnTo>
                  <a:pt x="1344817" y="1114920"/>
                </a:lnTo>
                <a:lnTo>
                  <a:pt x="1344995" y="1114920"/>
                </a:lnTo>
                <a:lnTo>
                  <a:pt x="1345164" y="1114920"/>
                </a:lnTo>
                <a:lnTo>
                  <a:pt x="1345342" y="1114920"/>
                </a:lnTo>
                <a:lnTo>
                  <a:pt x="1345511" y="1114920"/>
                </a:lnTo>
                <a:lnTo>
                  <a:pt x="1345680" y="1114920"/>
                </a:lnTo>
                <a:lnTo>
                  <a:pt x="1345858" y="1114920"/>
                </a:lnTo>
                <a:lnTo>
                  <a:pt x="1346027" y="1114920"/>
                </a:lnTo>
                <a:lnTo>
                  <a:pt x="1346205" y="1114920"/>
                </a:lnTo>
                <a:lnTo>
                  <a:pt x="1346374" y="1114920"/>
                </a:lnTo>
                <a:lnTo>
                  <a:pt x="1346552" y="1114920"/>
                </a:lnTo>
                <a:lnTo>
                  <a:pt x="1346721" y="1114920"/>
                </a:lnTo>
                <a:lnTo>
                  <a:pt x="1346890" y="1114920"/>
                </a:lnTo>
                <a:lnTo>
                  <a:pt x="1347068" y="1114920"/>
                </a:lnTo>
                <a:lnTo>
                  <a:pt x="1347237" y="1114920"/>
                </a:lnTo>
                <a:lnTo>
                  <a:pt x="1347415" y="1114920"/>
                </a:lnTo>
                <a:lnTo>
                  <a:pt x="1347584" y="1114920"/>
                </a:lnTo>
                <a:lnTo>
                  <a:pt x="1347762" y="1114920"/>
                </a:lnTo>
                <a:lnTo>
                  <a:pt x="1347931" y="1114920"/>
                </a:lnTo>
                <a:lnTo>
                  <a:pt x="1348100" y="1114920"/>
                </a:lnTo>
                <a:lnTo>
                  <a:pt x="1348278" y="1114920"/>
                </a:lnTo>
                <a:lnTo>
                  <a:pt x="1348447" y="1114920"/>
                </a:lnTo>
                <a:lnTo>
                  <a:pt x="1348624" y="1114920"/>
                </a:lnTo>
                <a:lnTo>
                  <a:pt x="1348794" y="1114920"/>
                </a:lnTo>
                <a:lnTo>
                  <a:pt x="1348971" y="1114920"/>
                </a:lnTo>
                <a:lnTo>
                  <a:pt x="1349140" y="1114920"/>
                </a:lnTo>
                <a:lnTo>
                  <a:pt x="1349310" y="1114920"/>
                </a:lnTo>
                <a:lnTo>
                  <a:pt x="1349487" y="1114920"/>
                </a:lnTo>
                <a:lnTo>
                  <a:pt x="1349656" y="1114920"/>
                </a:lnTo>
                <a:lnTo>
                  <a:pt x="1349834" y="1114920"/>
                </a:lnTo>
                <a:lnTo>
                  <a:pt x="1350003" y="1114920"/>
                </a:lnTo>
                <a:lnTo>
                  <a:pt x="1350181" y="1114920"/>
                </a:lnTo>
                <a:lnTo>
                  <a:pt x="1350350" y="1114920"/>
                </a:lnTo>
                <a:lnTo>
                  <a:pt x="1350519" y="1114920"/>
                </a:lnTo>
                <a:lnTo>
                  <a:pt x="1350697" y="1114920"/>
                </a:lnTo>
                <a:lnTo>
                  <a:pt x="1350866" y="1114920"/>
                </a:lnTo>
                <a:lnTo>
                  <a:pt x="1351044" y="1114920"/>
                </a:lnTo>
                <a:lnTo>
                  <a:pt x="1351213" y="1114920"/>
                </a:lnTo>
                <a:lnTo>
                  <a:pt x="1351391" y="1114920"/>
                </a:lnTo>
                <a:lnTo>
                  <a:pt x="1351560" y="1114920"/>
                </a:lnTo>
                <a:lnTo>
                  <a:pt x="1351729" y="1114920"/>
                </a:lnTo>
                <a:lnTo>
                  <a:pt x="1351907" y="1114920"/>
                </a:lnTo>
                <a:lnTo>
                  <a:pt x="1352076" y="1114920"/>
                </a:lnTo>
                <a:lnTo>
                  <a:pt x="1352254" y="1114920"/>
                </a:lnTo>
                <a:lnTo>
                  <a:pt x="1352423" y="1114920"/>
                </a:lnTo>
                <a:lnTo>
                  <a:pt x="1352601" y="1114920"/>
                </a:lnTo>
                <a:lnTo>
                  <a:pt x="1352770" y="1114920"/>
                </a:lnTo>
                <a:lnTo>
                  <a:pt x="1352939" y="1114920"/>
                </a:lnTo>
                <a:lnTo>
                  <a:pt x="1353117" y="1114920"/>
                </a:lnTo>
                <a:lnTo>
                  <a:pt x="1353286" y="1114920"/>
                </a:lnTo>
                <a:lnTo>
                  <a:pt x="1353464" y="1114920"/>
                </a:lnTo>
                <a:lnTo>
                  <a:pt x="1353633" y="1114920"/>
                </a:lnTo>
                <a:lnTo>
                  <a:pt x="1353811" y="1114920"/>
                </a:lnTo>
                <a:lnTo>
                  <a:pt x="1353980" y="1114920"/>
                </a:lnTo>
                <a:lnTo>
                  <a:pt x="1354149" y="1114920"/>
                </a:lnTo>
                <a:lnTo>
                  <a:pt x="1354327" y="1114920"/>
                </a:lnTo>
                <a:lnTo>
                  <a:pt x="1354496" y="1114920"/>
                </a:lnTo>
                <a:lnTo>
                  <a:pt x="1354674" y="1114920"/>
                </a:lnTo>
                <a:lnTo>
                  <a:pt x="1354843" y="1114920"/>
                </a:lnTo>
                <a:lnTo>
                  <a:pt x="1355021" y="1114920"/>
                </a:lnTo>
                <a:lnTo>
                  <a:pt x="1355190" y="1114920"/>
                </a:lnTo>
                <a:lnTo>
                  <a:pt x="1355359" y="1114920"/>
                </a:lnTo>
                <a:lnTo>
                  <a:pt x="1355537" y="1114920"/>
                </a:lnTo>
                <a:lnTo>
                  <a:pt x="1355706" y="1114920"/>
                </a:lnTo>
                <a:lnTo>
                  <a:pt x="1355884" y="1114920"/>
                </a:lnTo>
                <a:lnTo>
                  <a:pt x="1356053" y="1114920"/>
                </a:lnTo>
                <a:lnTo>
                  <a:pt x="1356222" y="1114920"/>
                </a:lnTo>
                <a:lnTo>
                  <a:pt x="1356400" y="1114920"/>
                </a:lnTo>
                <a:lnTo>
                  <a:pt x="1356569" y="1114920"/>
                </a:lnTo>
                <a:lnTo>
                  <a:pt x="1356747" y="1114920"/>
                </a:lnTo>
                <a:lnTo>
                  <a:pt x="1356916" y="1114920"/>
                </a:lnTo>
                <a:lnTo>
                  <a:pt x="1357094" y="1114920"/>
                </a:lnTo>
                <a:lnTo>
                  <a:pt x="1357263" y="1114920"/>
                </a:lnTo>
                <a:lnTo>
                  <a:pt x="1357432" y="1114920"/>
                </a:lnTo>
                <a:lnTo>
                  <a:pt x="1357610" y="1114920"/>
                </a:lnTo>
                <a:lnTo>
                  <a:pt x="1357779" y="1114920"/>
                </a:lnTo>
                <a:lnTo>
                  <a:pt x="1357957" y="1114920"/>
                </a:lnTo>
                <a:lnTo>
                  <a:pt x="1358126" y="1114920"/>
                </a:lnTo>
                <a:lnTo>
                  <a:pt x="1358304" y="1114920"/>
                </a:lnTo>
                <a:lnTo>
                  <a:pt x="1358473" y="1114920"/>
                </a:lnTo>
                <a:lnTo>
                  <a:pt x="1358642" y="1114920"/>
                </a:lnTo>
                <a:lnTo>
                  <a:pt x="1358820" y="1114920"/>
                </a:lnTo>
                <a:lnTo>
                  <a:pt x="1358989" y="1114920"/>
                </a:lnTo>
                <a:lnTo>
                  <a:pt x="1359167" y="1114920"/>
                </a:lnTo>
                <a:lnTo>
                  <a:pt x="1359336" y="1114920"/>
                </a:lnTo>
                <a:lnTo>
                  <a:pt x="1359514" y="1114920"/>
                </a:lnTo>
                <a:lnTo>
                  <a:pt x="1359683" y="1114920"/>
                </a:lnTo>
                <a:lnTo>
                  <a:pt x="1359852" y="1114920"/>
                </a:lnTo>
                <a:lnTo>
                  <a:pt x="1360030" y="1114920"/>
                </a:lnTo>
                <a:lnTo>
                  <a:pt x="1360199" y="1114920"/>
                </a:lnTo>
                <a:lnTo>
                  <a:pt x="1360377" y="1114920"/>
                </a:lnTo>
                <a:lnTo>
                  <a:pt x="1360546" y="1114920"/>
                </a:lnTo>
                <a:lnTo>
                  <a:pt x="1360724" y="1114920"/>
                </a:lnTo>
                <a:lnTo>
                  <a:pt x="1360893" y="1114920"/>
                </a:lnTo>
                <a:lnTo>
                  <a:pt x="1361062" y="1114920"/>
                </a:lnTo>
                <a:lnTo>
                  <a:pt x="1361240" y="1114920"/>
                </a:lnTo>
                <a:lnTo>
                  <a:pt x="1361409" y="1114920"/>
                </a:lnTo>
                <a:lnTo>
                  <a:pt x="1361587" y="1114920"/>
                </a:lnTo>
                <a:lnTo>
                  <a:pt x="1361756" y="1114920"/>
                </a:lnTo>
                <a:lnTo>
                  <a:pt x="1361934" y="1114920"/>
                </a:lnTo>
                <a:lnTo>
                  <a:pt x="1362103" y="1114920"/>
                </a:lnTo>
                <a:lnTo>
                  <a:pt x="1362272" y="1114920"/>
                </a:lnTo>
                <a:lnTo>
                  <a:pt x="1362450" y="1114920"/>
                </a:lnTo>
                <a:lnTo>
                  <a:pt x="1362619" y="1114920"/>
                </a:lnTo>
                <a:lnTo>
                  <a:pt x="1362797" y="1114920"/>
                </a:lnTo>
                <a:lnTo>
                  <a:pt x="1362966" y="1114920"/>
                </a:lnTo>
                <a:lnTo>
                  <a:pt x="1363144" y="1114920"/>
                </a:lnTo>
                <a:lnTo>
                  <a:pt x="1363313" y="1114920"/>
                </a:lnTo>
                <a:lnTo>
                  <a:pt x="1363482" y="1114920"/>
                </a:lnTo>
                <a:lnTo>
                  <a:pt x="1363660" y="1114920"/>
                </a:lnTo>
                <a:lnTo>
                  <a:pt x="1363828" y="1114920"/>
                </a:lnTo>
                <a:lnTo>
                  <a:pt x="1364006" y="1114920"/>
                </a:lnTo>
                <a:lnTo>
                  <a:pt x="1364175" y="1114920"/>
                </a:lnTo>
                <a:lnTo>
                  <a:pt x="1364353" y="1114920"/>
                </a:lnTo>
                <a:lnTo>
                  <a:pt x="1364522" y="1114920"/>
                </a:lnTo>
                <a:lnTo>
                  <a:pt x="1364692" y="1114920"/>
                </a:lnTo>
                <a:lnTo>
                  <a:pt x="1364869" y="1114920"/>
                </a:lnTo>
                <a:lnTo>
                  <a:pt x="1365038" y="1114920"/>
                </a:lnTo>
                <a:lnTo>
                  <a:pt x="1365216" y="1114920"/>
                </a:lnTo>
                <a:lnTo>
                  <a:pt x="1365385" y="1114920"/>
                </a:lnTo>
                <a:lnTo>
                  <a:pt x="1365563" y="1114920"/>
                </a:lnTo>
                <a:lnTo>
                  <a:pt x="1365732" y="1114920"/>
                </a:lnTo>
                <a:lnTo>
                  <a:pt x="1365901" y="1114920"/>
                </a:lnTo>
                <a:lnTo>
                  <a:pt x="1366079" y="1114920"/>
                </a:lnTo>
                <a:lnTo>
                  <a:pt x="1366248" y="1114920"/>
                </a:lnTo>
                <a:lnTo>
                  <a:pt x="1366426" y="1114920"/>
                </a:lnTo>
                <a:lnTo>
                  <a:pt x="1366595" y="1114920"/>
                </a:lnTo>
                <a:lnTo>
                  <a:pt x="1366773" y="1114920"/>
                </a:lnTo>
                <a:lnTo>
                  <a:pt x="1366942" y="1114920"/>
                </a:lnTo>
                <a:lnTo>
                  <a:pt x="1367111" y="1114920"/>
                </a:lnTo>
                <a:lnTo>
                  <a:pt x="1367289" y="1114920"/>
                </a:lnTo>
                <a:lnTo>
                  <a:pt x="1367458" y="1114920"/>
                </a:lnTo>
                <a:lnTo>
                  <a:pt x="1367636" y="1114920"/>
                </a:lnTo>
                <a:lnTo>
                  <a:pt x="1367805" y="1114920"/>
                </a:lnTo>
                <a:lnTo>
                  <a:pt x="1367983" y="1114920"/>
                </a:lnTo>
                <a:lnTo>
                  <a:pt x="1368152" y="1114920"/>
                </a:lnTo>
                <a:lnTo>
                  <a:pt x="1368321" y="1114920"/>
                </a:lnTo>
                <a:lnTo>
                  <a:pt x="1368499" y="1114920"/>
                </a:lnTo>
                <a:lnTo>
                  <a:pt x="1368668" y="1114920"/>
                </a:lnTo>
                <a:lnTo>
                  <a:pt x="1368846" y="1114920"/>
                </a:lnTo>
                <a:lnTo>
                  <a:pt x="1369015" y="1114920"/>
                </a:lnTo>
                <a:lnTo>
                  <a:pt x="1369193" y="1114920"/>
                </a:lnTo>
                <a:lnTo>
                  <a:pt x="1369362" y="1114920"/>
                </a:lnTo>
                <a:lnTo>
                  <a:pt x="1369531" y="1114920"/>
                </a:lnTo>
                <a:lnTo>
                  <a:pt x="1369709" y="1114920"/>
                </a:lnTo>
                <a:lnTo>
                  <a:pt x="1369878" y="1114920"/>
                </a:lnTo>
                <a:lnTo>
                  <a:pt x="1370056" y="1114920"/>
                </a:lnTo>
                <a:lnTo>
                  <a:pt x="1370225" y="1114920"/>
                </a:lnTo>
                <a:lnTo>
                  <a:pt x="1370403" y="1114920"/>
                </a:lnTo>
                <a:lnTo>
                  <a:pt x="1370572" y="1114920"/>
                </a:lnTo>
                <a:lnTo>
                  <a:pt x="1370741" y="1114920"/>
                </a:lnTo>
                <a:lnTo>
                  <a:pt x="1370919" y="1114920"/>
                </a:lnTo>
                <a:lnTo>
                  <a:pt x="1371088" y="1114920"/>
                </a:lnTo>
                <a:lnTo>
                  <a:pt x="1371266" y="1114920"/>
                </a:lnTo>
                <a:lnTo>
                  <a:pt x="1371435" y="1114920"/>
                </a:lnTo>
                <a:lnTo>
                  <a:pt x="1371613" y="1114920"/>
                </a:lnTo>
                <a:lnTo>
                  <a:pt x="1371782" y="1114920"/>
                </a:lnTo>
                <a:lnTo>
                  <a:pt x="1371951" y="1114920"/>
                </a:lnTo>
                <a:lnTo>
                  <a:pt x="1372129" y="1114920"/>
                </a:lnTo>
                <a:lnTo>
                  <a:pt x="1372298" y="1114920"/>
                </a:lnTo>
                <a:lnTo>
                  <a:pt x="1372476" y="1114920"/>
                </a:lnTo>
                <a:lnTo>
                  <a:pt x="1372645" y="1114920"/>
                </a:lnTo>
                <a:lnTo>
                  <a:pt x="1372823" y="1114920"/>
                </a:lnTo>
                <a:lnTo>
                  <a:pt x="1372992" y="1114920"/>
                </a:lnTo>
                <a:lnTo>
                  <a:pt x="1373161" y="1114920"/>
                </a:lnTo>
                <a:lnTo>
                  <a:pt x="1373339" y="1114920"/>
                </a:lnTo>
                <a:lnTo>
                  <a:pt x="1373508" y="1114920"/>
                </a:lnTo>
                <a:lnTo>
                  <a:pt x="1373686" y="1114920"/>
                </a:lnTo>
                <a:lnTo>
                  <a:pt x="1373855" y="1114920"/>
                </a:lnTo>
                <a:lnTo>
                  <a:pt x="1374033" y="1114920"/>
                </a:lnTo>
                <a:lnTo>
                  <a:pt x="1374202" y="1114920"/>
                </a:lnTo>
                <a:lnTo>
                  <a:pt x="1374371" y="1114920"/>
                </a:lnTo>
                <a:lnTo>
                  <a:pt x="1374549" y="1114920"/>
                </a:lnTo>
                <a:lnTo>
                  <a:pt x="1374718" y="1114920"/>
                </a:lnTo>
                <a:lnTo>
                  <a:pt x="1374896" y="1114920"/>
                </a:lnTo>
                <a:lnTo>
                  <a:pt x="1375065" y="1114920"/>
                </a:lnTo>
                <a:lnTo>
                  <a:pt x="1375234" y="1114920"/>
                </a:lnTo>
                <a:lnTo>
                  <a:pt x="1375412" y="1114920"/>
                </a:lnTo>
                <a:lnTo>
                  <a:pt x="1375581" y="1114920"/>
                </a:lnTo>
                <a:lnTo>
                  <a:pt x="1375759" y="1114920"/>
                </a:lnTo>
                <a:lnTo>
                  <a:pt x="1375928" y="1114920"/>
                </a:lnTo>
                <a:lnTo>
                  <a:pt x="1376106" y="1114920"/>
                </a:lnTo>
                <a:lnTo>
                  <a:pt x="1376275" y="1114920"/>
                </a:lnTo>
                <a:lnTo>
                  <a:pt x="1376444" y="1114920"/>
                </a:lnTo>
                <a:lnTo>
                  <a:pt x="1376622" y="1114920"/>
                </a:lnTo>
                <a:lnTo>
                  <a:pt x="1376791" y="1114920"/>
                </a:lnTo>
                <a:lnTo>
                  <a:pt x="1376969" y="1114920"/>
                </a:lnTo>
                <a:lnTo>
                  <a:pt x="1377138" y="1114920"/>
                </a:lnTo>
                <a:lnTo>
                  <a:pt x="1377316" y="1114920"/>
                </a:lnTo>
                <a:lnTo>
                  <a:pt x="1377485" y="1114920"/>
                </a:lnTo>
                <a:lnTo>
                  <a:pt x="1377654" y="1114920"/>
                </a:lnTo>
                <a:lnTo>
                  <a:pt x="1377831" y="1114920"/>
                </a:lnTo>
                <a:lnTo>
                  <a:pt x="1378001" y="1114920"/>
                </a:lnTo>
                <a:lnTo>
                  <a:pt x="1378178" y="1114920"/>
                </a:lnTo>
                <a:lnTo>
                  <a:pt x="1378348" y="1114920"/>
                </a:lnTo>
                <a:lnTo>
                  <a:pt x="1378525" y="1114920"/>
                </a:lnTo>
                <a:lnTo>
                  <a:pt x="1378695" y="1114920"/>
                </a:lnTo>
                <a:lnTo>
                  <a:pt x="1378864" y="1114920"/>
                </a:lnTo>
                <a:lnTo>
                  <a:pt x="1379041" y="1114920"/>
                </a:lnTo>
                <a:lnTo>
                  <a:pt x="1379210" y="1114920"/>
                </a:lnTo>
                <a:lnTo>
                  <a:pt x="1379388" y="1114920"/>
                </a:lnTo>
                <a:lnTo>
                  <a:pt x="1379557" y="1114920"/>
                </a:lnTo>
                <a:lnTo>
                  <a:pt x="1379735" y="1114920"/>
                </a:lnTo>
                <a:lnTo>
                  <a:pt x="1379904" y="1114920"/>
                </a:lnTo>
                <a:lnTo>
                  <a:pt x="1380073" y="1114920"/>
                </a:lnTo>
                <a:lnTo>
                  <a:pt x="1380251" y="1114920"/>
                </a:lnTo>
                <a:lnTo>
                  <a:pt x="1380420" y="1114920"/>
                </a:lnTo>
                <a:lnTo>
                  <a:pt x="1380598" y="1114920"/>
                </a:lnTo>
                <a:lnTo>
                  <a:pt x="1380767" y="1114920"/>
                </a:lnTo>
                <a:lnTo>
                  <a:pt x="1380945" y="1114920"/>
                </a:lnTo>
                <a:lnTo>
                  <a:pt x="1381114" y="1114920"/>
                </a:lnTo>
                <a:lnTo>
                  <a:pt x="1381283" y="1114920"/>
                </a:lnTo>
                <a:lnTo>
                  <a:pt x="1381461" y="1114920"/>
                </a:lnTo>
                <a:lnTo>
                  <a:pt x="1381630" y="1114920"/>
                </a:lnTo>
                <a:lnTo>
                  <a:pt x="1381808" y="1114920"/>
                </a:lnTo>
                <a:lnTo>
                  <a:pt x="1381977" y="1114920"/>
                </a:lnTo>
                <a:lnTo>
                  <a:pt x="1382155" y="1114920"/>
                </a:lnTo>
                <a:lnTo>
                  <a:pt x="1382324" y="1114920"/>
                </a:lnTo>
                <a:lnTo>
                  <a:pt x="1382493" y="1114920"/>
                </a:lnTo>
                <a:lnTo>
                  <a:pt x="1382671" y="1114920"/>
                </a:lnTo>
                <a:lnTo>
                  <a:pt x="1382840" y="1114920"/>
                </a:lnTo>
                <a:lnTo>
                  <a:pt x="1383018" y="1114920"/>
                </a:lnTo>
                <a:lnTo>
                  <a:pt x="1383187" y="1114920"/>
                </a:lnTo>
                <a:lnTo>
                  <a:pt x="1383365" y="1114920"/>
                </a:lnTo>
                <a:lnTo>
                  <a:pt x="1383534" y="1114920"/>
                </a:lnTo>
                <a:lnTo>
                  <a:pt x="1383703" y="1114920"/>
                </a:lnTo>
                <a:lnTo>
                  <a:pt x="1383881" y="1114920"/>
                </a:lnTo>
                <a:lnTo>
                  <a:pt x="1384050" y="1114920"/>
                </a:lnTo>
                <a:lnTo>
                  <a:pt x="1384228" y="1114920"/>
                </a:lnTo>
                <a:lnTo>
                  <a:pt x="1384397" y="1114920"/>
                </a:lnTo>
                <a:lnTo>
                  <a:pt x="1384575" y="1114920"/>
                </a:lnTo>
                <a:lnTo>
                  <a:pt x="1384744" y="1114920"/>
                </a:lnTo>
                <a:lnTo>
                  <a:pt x="1384913" y="1114920"/>
                </a:lnTo>
                <a:lnTo>
                  <a:pt x="1385091" y="1114920"/>
                </a:lnTo>
                <a:lnTo>
                  <a:pt x="1385260" y="1114920"/>
                </a:lnTo>
                <a:lnTo>
                  <a:pt x="1385438" y="1114920"/>
                </a:lnTo>
                <a:lnTo>
                  <a:pt x="1385607" y="1114920"/>
                </a:lnTo>
                <a:lnTo>
                  <a:pt x="1385785" y="1114920"/>
                </a:lnTo>
                <a:lnTo>
                  <a:pt x="1385954" y="1114920"/>
                </a:lnTo>
                <a:lnTo>
                  <a:pt x="1386123" y="1114920"/>
                </a:lnTo>
                <a:lnTo>
                  <a:pt x="1386301" y="1114920"/>
                </a:lnTo>
                <a:lnTo>
                  <a:pt x="1386470" y="1114920"/>
                </a:lnTo>
                <a:lnTo>
                  <a:pt x="1386648" y="1114920"/>
                </a:lnTo>
                <a:lnTo>
                  <a:pt x="1386817" y="1114920"/>
                </a:lnTo>
                <a:lnTo>
                  <a:pt x="1386995" y="1114920"/>
                </a:lnTo>
                <a:lnTo>
                  <a:pt x="1387164" y="1114920"/>
                </a:lnTo>
                <a:lnTo>
                  <a:pt x="1387333" y="1114920"/>
                </a:lnTo>
                <a:lnTo>
                  <a:pt x="1387511" y="1114920"/>
                </a:lnTo>
                <a:lnTo>
                  <a:pt x="1387680" y="1114920"/>
                </a:lnTo>
                <a:lnTo>
                  <a:pt x="1387858" y="1114920"/>
                </a:lnTo>
                <a:lnTo>
                  <a:pt x="1388027" y="1114920"/>
                </a:lnTo>
                <a:lnTo>
                  <a:pt x="1388205" y="1114920"/>
                </a:lnTo>
                <a:lnTo>
                  <a:pt x="1388374" y="1114920"/>
                </a:lnTo>
                <a:lnTo>
                  <a:pt x="1388543" y="1114920"/>
                </a:lnTo>
                <a:lnTo>
                  <a:pt x="1388721" y="1114920"/>
                </a:lnTo>
                <a:lnTo>
                  <a:pt x="1388890" y="1114920"/>
                </a:lnTo>
                <a:lnTo>
                  <a:pt x="1389068" y="1114920"/>
                </a:lnTo>
                <a:lnTo>
                  <a:pt x="1389237" y="1114920"/>
                </a:lnTo>
                <a:lnTo>
                  <a:pt x="1389415" y="1114920"/>
                </a:lnTo>
                <a:lnTo>
                  <a:pt x="1389584" y="1114920"/>
                </a:lnTo>
                <a:lnTo>
                  <a:pt x="1389753" y="1114920"/>
                </a:lnTo>
                <a:lnTo>
                  <a:pt x="1389931" y="1114920"/>
                </a:lnTo>
                <a:lnTo>
                  <a:pt x="1390100" y="1114920"/>
                </a:lnTo>
                <a:lnTo>
                  <a:pt x="1390278" y="1114920"/>
                </a:lnTo>
                <a:lnTo>
                  <a:pt x="1390447" y="1114920"/>
                </a:lnTo>
                <a:lnTo>
                  <a:pt x="1390625" y="1114920"/>
                </a:lnTo>
                <a:lnTo>
                  <a:pt x="1390794" y="1114920"/>
                </a:lnTo>
                <a:lnTo>
                  <a:pt x="1390963" y="1114920"/>
                </a:lnTo>
                <a:lnTo>
                  <a:pt x="1391141" y="1114920"/>
                </a:lnTo>
                <a:lnTo>
                  <a:pt x="1391310" y="1114920"/>
                </a:lnTo>
                <a:lnTo>
                  <a:pt x="1391488" y="1114920"/>
                </a:lnTo>
                <a:lnTo>
                  <a:pt x="1391657" y="1114920"/>
                </a:lnTo>
                <a:lnTo>
                  <a:pt x="1391835" y="1114920"/>
                </a:lnTo>
                <a:lnTo>
                  <a:pt x="1392004" y="1114920"/>
                </a:lnTo>
                <a:lnTo>
                  <a:pt x="1392173" y="1114920"/>
                </a:lnTo>
                <a:lnTo>
                  <a:pt x="1392351" y="1114920"/>
                </a:lnTo>
                <a:lnTo>
                  <a:pt x="1392520" y="1114920"/>
                </a:lnTo>
                <a:lnTo>
                  <a:pt x="1392698" y="1114920"/>
                </a:lnTo>
                <a:lnTo>
                  <a:pt x="1392867" y="1114920"/>
                </a:lnTo>
                <a:lnTo>
                  <a:pt x="1393045" y="1114920"/>
                </a:lnTo>
                <a:lnTo>
                  <a:pt x="1393213" y="1114920"/>
                </a:lnTo>
                <a:lnTo>
                  <a:pt x="1393383" y="1114920"/>
                </a:lnTo>
                <a:lnTo>
                  <a:pt x="1393560" y="1114920"/>
                </a:lnTo>
                <a:lnTo>
                  <a:pt x="1393730" y="1114920"/>
                </a:lnTo>
                <a:lnTo>
                  <a:pt x="1393907" y="1114920"/>
                </a:lnTo>
                <a:lnTo>
                  <a:pt x="1394076" y="1114920"/>
                </a:lnTo>
                <a:lnTo>
                  <a:pt x="1394246" y="1114920"/>
                </a:lnTo>
                <a:lnTo>
                  <a:pt x="1394423" y="1114920"/>
                </a:lnTo>
                <a:lnTo>
                  <a:pt x="1394592" y="1114920"/>
                </a:lnTo>
                <a:lnTo>
                  <a:pt x="1394770" y="1114920"/>
                </a:lnTo>
                <a:lnTo>
                  <a:pt x="1394939" y="1114920"/>
                </a:lnTo>
                <a:lnTo>
                  <a:pt x="1395117" y="1114920"/>
                </a:lnTo>
                <a:lnTo>
                  <a:pt x="1395286" y="1114920"/>
                </a:lnTo>
                <a:lnTo>
                  <a:pt x="1395455" y="1114920"/>
                </a:lnTo>
                <a:lnTo>
                  <a:pt x="1395633" y="1114920"/>
                </a:lnTo>
                <a:lnTo>
                  <a:pt x="1395802" y="1114920"/>
                </a:lnTo>
                <a:lnTo>
                  <a:pt x="1395980" y="1114920"/>
                </a:lnTo>
                <a:lnTo>
                  <a:pt x="1396149" y="1114920"/>
                </a:lnTo>
                <a:lnTo>
                  <a:pt x="1396327" y="1114920"/>
                </a:lnTo>
                <a:lnTo>
                  <a:pt x="1396496" y="1114920"/>
                </a:lnTo>
                <a:lnTo>
                  <a:pt x="1396665" y="1114920"/>
                </a:lnTo>
                <a:lnTo>
                  <a:pt x="1396843" y="1114920"/>
                </a:lnTo>
                <a:lnTo>
                  <a:pt x="1397012" y="1114920"/>
                </a:lnTo>
                <a:lnTo>
                  <a:pt x="1397190" y="1114920"/>
                </a:lnTo>
                <a:lnTo>
                  <a:pt x="1397359" y="1114920"/>
                </a:lnTo>
                <a:lnTo>
                  <a:pt x="1397537" y="1114920"/>
                </a:lnTo>
                <a:lnTo>
                  <a:pt x="1397706" y="1114920"/>
                </a:lnTo>
                <a:lnTo>
                  <a:pt x="1397875" y="1114920"/>
                </a:lnTo>
                <a:lnTo>
                  <a:pt x="1398053" y="1114920"/>
                </a:lnTo>
                <a:lnTo>
                  <a:pt x="1398222" y="1114920"/>
                </a:lnTo>
                <a:lnTo>
                  <a:pt x="1398400" y="1114920"/>
                </a:lnTo>
                <a:lnTo>
                  <a:pt x="1398569" y="1114920"/>
                </a:lnTo>
                <a:lnTo>
                  <a:pt x="1398747" y="1114920"/>
                </a:lnTo>
                <a:lnTo>
                  <a:pt x="1398916" y="1114920"/>
                </a:lnTo>
                <a:lnTo>
                  <a:pt x="1399085" y="1114920"/>
                </a:lnTo>
                <a:lnTo>
                  <a:pt x="1399263" y="1114920"/>
                </a:lnTo>
                <a:lnTo>
                  <a:pt x="1399432" y="1114920"/>
                </a:lnTo>
                <a:lnTo>
                  <a:pt x="1399610" y="1114920"/>
                </a:lnTo>
                <a:lnTo>
                  <a:pt x="1399779" y="1114920"/>
                </a:lnTo>
                <a:lnTo>
                  <a:pt x="1399957" y="1114920"/>
                </a:lnTo>
                <a:lnTo>
                  <a:pt x="1400126" y="1114920"/>
                </a:lnTo>
                <a:lnTo>
                  <a:pt x="1400295" y="1114920"/>
                </a:lnTo>
                <a:lnTo>
                  <a:pt x="1400473" y="1114920"/>
                </a:lnTo>
                <a:lnTo>
                  <a:pt x="1400642" y="1114920"/>
                </a:lnTo>
                <a:lnTo>
                  <a:pt x="1400820" y="1114920"/>
                </a:lnTo>
                <a:lnTo>
                  <a:pt x="1400989" y="1114920"/>
                </a:lnTo>
                <a:lnTo>
                  <a:pt x="1401167" y="1114920"/>
                </a:lnTo>
                <a:lnTo>
                  <a:pt x="1401336" y="1114920"/>
                </a:lnTo>
                <a:lnTo>
                  <a:pt x="1401505" y="1114920"/>
                </a:lnTo>
                <a:lnTo>
                  <a:pt x="1401683" y="1114920"/>
                </a:lnTo>
                <a:lnTo>
                  <a:pt x="1401852" y="1114920"/>
                </a:lnTo>
                <a:lnTo>
                  <a:pt x="1402030" y="1114920"/>
                </a:lnTo>
                <a:lnTo>
                  <a:pt x="1402199" y="1114920"/>
                </a:lnTo>
                <a:lnTo>
                  <a:pt x="1402377" y="1114920"/>
                </a:lnTo>
                <a:lnTo>
                  <a:pt x="1402546" y="1114920"/>
                </a:lnTo>
                <a:lnTo>
                  <a:pt x="1402715" y="1114920"/>
                </a:lnTo>
                <a:lnTo>
                  <a:pt x="1402893" y="1114920"/>
                </a:lnTo>
                <a:lnTo>
                  <a:pt x="1403062" y="1114920"/>
                </a:lnTo>
                <a:lnTo>
                  <a:pt x="1403240" y="1114920"/>
                </a:lnTo>
                <a:lnTo>
                  <a:pt x="1403409" y="1114920"/>
                </a:lnTo>
                <a:lnTo>
                  <a:pt x="1403587" y="1114920"/>
                </a:lnTo>
                <a:lnTo>
                  <a:pt x="1403756" y="1114920"/>
                </a:lnTo>
                <a:lnTo>
                  <a:pt x="1403925" y="1114920"/>
                </a:lnTo>
                <a:lnTo>
                  <a:pt x="1404103" y="1114920"/>
                </a:lnTo>
                <a:lnTo>
                  <a:pt x="1404272" y="1114920"/>
                </a:lnTo>
                <a:lnTo>
                  <a:pt x="1404450" y="1114920"/>
                </a:lnTo>
                <a:lnTo>
                  <a:pt x="1404619" y="1114920"/>
                </a:lnTo>
                <a:lnTo>
                  <a:pt x="1404797" y="1114920"/>
                </a:lnTo>
                <a:lnTo>
                  <a:pt x="1404966" y="1114920"/>
                </a:lnTo>
                <a:lnTo>
                  <a:pt x="1405135" y="1114920"/>
                </a:lnTo>
                <a:lnTo>
                  <a:pt x="1405313" y="1114920"/>
                </a:lnTo>
                <a:lnTo>
                  <a:pt x="1405482" y="1114920"/>
                </a:lnTo>
                <a:lnTo>
                  <a:pt x="1405660" y="1114920"/>
                </a:lnTo>
                <a:lnTo>
                  <a:pt x="1405829" y="1114920"/>
                </a:lnTo>
                <a:lnTo>
                  <a:pt x="1406007" y="1114920"/>
                </a:lnTo>
                <a:lnTo>
                  <a:pt x="1406176" y="1114920"/>
                </a:lnTo>
                <a:lnTo>
                  <a:pt x="1406345" y="1114920"/>
                </a:lnTo>
                <a:lnTo>
                  <a:pt x="1406523" y="1114920"/>
                </a:lnTo>
                <a:lnTo>
                  <a:pt x="1406692" y="1114920"/>
                </a:lnTo>
                <a:lnTo>
                  <a:pt x="1406870" y="1114920"/>
                </a:lnTo>
                <a:lnTo>
                  <a:pt x="1407039" y="1114920"/>
                </a:lnTo>
                <a:lnTo>
                  <a:pt x="1407216" y="1114920"/>
                </a:lnTo>
                <a:lnTo>
                  <a:pt x="1407386" y="1114920"/>
                </a:lnTo>
                <a:lnTo>
                  <a:pt x="1407555" y="1114920"/>
                </a:lnTo>
                <a:lnTo>
                  <a:pt x="1407733" y="1114920"/>
                </a:lnTo>
                <a:lnTo>
                  <a:pt x="1407902" y="1114920"/>
                </a:lnTo>
                <a:lnTo>
                  <a:pt x="1408079" y="1114920"/>
                </a:lnTo>
                <a:lnTo>
                  <a:pt x="1408249" y="1114920"/>
                </a:lnTo>
                <a:lnTo>
                  <a:pt x="1408426" y="1114920"/>
                </a:lnTo>
                <a:lnTo>
                  <a:pt x="1408595" y="1114920"/>
                </a:lnTo>
                <a:lnTo>
                  <a:pt x="1408764" y="1114920"/>
                </a:lnTo>
                <a:lnTo>
                  <a:pt x="1408942" y="1114920"/>
                </a:lnTo>
                <a:lnTo>
                  <a:pt x="1409111" y="1114920"/>
                </a:lnTo>
                <a:lnTo>
                  <a:pt x="1409289" y="1114920"/>
                </a:lnTo>
                <a:lnTo>
                  <a:pt x="1409458" y="1114920"/>
                </a:lnTo>
                <a:lnTo>
                  <a:pt x="1409636" y="1114920"/>
                </a:lnTo>
                <a:lnTo>
                  <a:pt x="1409805" y="1114920"/>
                </a:lnTo>
                <a:lnTo>
                  <a:pt x="1409974" y="1114920"/>
                </a:lnTo>
                <a:lnTo>
                  <a:pt x="1410152" y="1114920"/>
                </a:lnTo>
                <a:lnTo>
                  <a:pt x="1410321" y="1114920"/>
                </a:lnTo>
                <a:lnTo>
                  <a:pt x="1410499" y="1114920"/>
                </a:lnTo>
                <a:lnTo>
                  <a:pt x="1410668" y="1114920"/>
                </a:lnTo>
                <a:lnTo>
                  <a:pt x="1410846" y="1114920"/>
                </a:lnTo>
                <a:lnTo>
                  <a:pt x="1411015" y="1114920"/>
                </a:lnTo>
                <a:lnTo>
                  <a:pt x="1411184" y="1114920"/>
                </a:lnTo>
                <a:lnTo>
                  <a:pt x="1411362" y="1114920"/>
                </a:lnTo>
                <a:lnTo>
                  <a:pt x="1411531" y="1114920"/>
                </a:lnTo>
                <a:lnTo>
                  <a:pt x="1411709" y="1114920"/>
                </a:lnTo>
                <a:lnTo>
                  <a:pt x="1411878" y="1114920"/>
                </a:lnTo>
                <a:lnTo>
                  <a:pt x="1412056" y="1114920"/>
                </a:lnTo>
                <a:lnTo>
                  <a:pt x="1412225" y="1114920"/>
                </a:lnTo>
                <a:lnTo>
                  <a:pt x="1412394" y="1114920"/>
                </a:lnTo>
                <a:lnTo>
                  <a:pt x="1412572" y="1114920"/>
                </a:lnTo>
                <a:lnTo>
                  <a:pt x="1412741" y="1114920"/>
                </a:lnTo>
                <a:lnTo>
                  <a:pt x="1412919" y="1114920"/>
                </a:lnTo>
                <a:lnTo>
                  <a:pt x="1413088" y="1114920"/>
                </a:lnTo>
                <a:lnTo>
                  <a:pt x="1413257" y="1114920"/>
                </a:lnTo>
                <a:lnTo>
                  <a:pt x="1413435" y="1114920"/>
                </a:lnTo>
                <a:lnTo>
                  <a:pt x="1413604" y="1114920"/>
                </a:lnTo>
                <a:lnTo>
                  <a:pt x="1413782" y="1114920"/>
                </a:lnTo>
                <a:lnTo>
                  <a:pt x="1413951" y="1114920"/>
                </a:lnTo>
                <a:lnTo>
                  <a:pt x="1414129" y="1114920"/>
                </a:lnTo>
                <a:lnTo>
                  <a:pt x="1414298" y="1114920"/>
                </a:lnTo>
                <a:lnTo>
                  <a:pt x="1414467" y="1114920"/>
                </a:lnTo>
                <a:lnTo>
                  <a:pt x="1414645" y="1114920"/>
                </a:lnTo>
                <a:lnTo>
                  <a:pt x="1414814" y="1114920"/>
                </a:lnTo>
                <a:lnTo>
                  <a:pt x="1414992" y="1114920"/>
                </a:lnTo>
                <a:lnTo>
                  <a:pt x="1415161" y="1114920"/>
                </a:lnTo>
                <a:lnTo>
                  <a:pt x="1415339" y="1114920"/>
                </a:lnTo>
                <a:lnTo>
                  <a:pt x="1415508" y="1114920"/>
                </a:lnTo>
                <a:lnTo>
                  <a:pt x="1415677" y="1114920"/>
                </a:lnTo>
                <a:lnTo>
                  <a:pt x="1415855" y="1114920"/>
                </a:lnTo>
                <a:lnTo>
                  <a:pt x="1416024" y="1114920"/>
                </a:lnTo>
                <a:lnTo>
                  <a:pt x="1416202" y="1114920"/>
                </a:lnTo>
                <a:lnTo>
                  <a:pt x="1416371" y="1114920"/>
                </a:lnTo>
                <a:lnTo>
                  <a:pt x="1416549" y="1114920"/>
                </a:lnTo>
                <a:lnTo>
                  <a:pt x="1416718" y="1114920"/>
                </a:lnTo>
                <a:lnTo>
                  <a:pt x="1416887" y="1114920"/>
                </a:lnTo>
                <a:lnTo>
                  <a:pt x="1417065" y="1114920"/>
                </a:lnTo>
                <a:lnTo>
                  <a:pt x="1417234" y="1114920"/>
                </a:lnTo>
                <a:lnTo>
                  <a:pt x="1417412" y="1114920"/>
                </a:lnTo>
                <a:lnTo>
                  <a:pt x="1417581" y="1114920"/>
                </a:lnTo>
                <a:lnTo>
                  <a:pt x="1417759" y="1114920"/>
                </a:lnTo>
                <a:lnTo>
                  <a:pt x="1417928" y="1114920"/>
                </a:lnTo>
                <a:lnTo>
                  <a:pt x="1418097" y="1114920"/>
                </a:lnTo>
                <a:lnTo>
                  <a:pt x="1418275" y="1114920"/>
                </a:lnTo>
                <a:lnTo>
                  <a:pt x="1418444" y="1114920"/>
                </a:lnTo>
                <a:lnTo>
                  <a:pt x="1418622" y="1114920"/>
                </a:lnTo>
                <a:lnTo>
                  <a:pt x="1418791" y="1114920"/>
                </a:lnTo>
                <a:lnTo>
                  <a:pt x="1418969" y="1114920"/>
                </a:lnTo>
                <a:lnTo>
                  <a:pt x="1419138" y="1114920"/>
                </a:lnTo>
                <a:lnTo>
                  <a:pt x="1419307" y="1114920"/>
                </a:lnTo>
                <a:lnTo>
                  <a:pt x="1419485" y="1114920"/>
                </a:lnTo>
                <a:lnTo>
                  <a:pt x="1419654" y="1114920"/>
                </a:lnTo>
                <a:lnTo>
                  <a:pt x="1419832" y="1114920"/>
                </a:lnTo>
                <a:lnTo>
                  <a:pt x="1420001" y="1114920"/>
                </a:lnTo>
                <a:lnTo>
                  <a:pt x="1420179" y="1114920"/>
                </a:lnTo>
                <a:lnTo>
                  <a:pt x="1420348" y="1114920"/>
                </a:lnTo>
                <a:lnTo>
                  <a:pt x="1420517" y="1114920"/>
                </a:lnTo>
                <a:lnTo>
                  <a:pt x="1420695" y="1114920"/>
                </a:lnTo>
                <a:lnTo>
                  <a:pt x="1420864" y="1114920"/>
                </a:lnTo>
                <a:lnTo>
                  <a:pt x="1421042" y="1114920"/>
                </a:lnTo>
                <a:lnTo>
                  <a:pt x="1421211" y="1114920"/>
                </a:lnTo>
                <a:lnTo>
                  <a:pt x="1421389" y="1114920"/>
                </a:lnTo>
                <a:lnTo>
                  <a:pt x="1421558" y="1114920"/>
                </a:lnTo>
                <a:lnTo>
                  <a:pt x="1421727" y="1114920"/>
                </a:lnTo>
                <a:lnTo>
                  <a:pt x="1421905" y="1114920"/>
                </a:lnTo>
                <a:lnTo>
                  <a:pt x="1422074" y="1114920"/>
                </a:lnTo>
                <a:lnTo>
                  <a:pt x="1422252" y="1114920"/>
                </a:lnTo>
                <a:lnTo>
                  <a:pt x="1422421" y="1114920"/>
                </a:lnTo>
                <a:lnTo>
                  <a:pt x="1422598" y="1114920"/>
                </a:lnTo>
                <a:lnTo>
                  <a:pt x="1422767" y="1114920"/>
                </a:lnTo>
                <a:lnTo>
                  <a:pt x="1422937" y="1114920"/>
                </a:lnTo>
                <a:lnTo>
                  <a:pt x="1423114" y="1114920"/>
                </a:lnTo>
                <a:lnTo>
                  <a:pt x="1423284" y="1114920"/>
                </a:lnTo>
                <a:lnTo>
                  <a:pt x="1423461" y="1114920"/>
                </a:lnTo>
                <a:lnTo>
                  <a:pt x="1423631" y="1114920"/>
                </a:lnTo>
                <a:lnTo>
                  <a:pt x="1423808" y="1114920"/>
                </a:lnTo>
                <a:lnTo>
                  <a:pt x="1423977" y="1114920"/>
                </a:lnTo>
                <a:lnTo>
                  <a:pt x="1424146" y="1114920"/>
                </a:lnTo>
                <a:lnTo>
                  <a:pt x="1424324" y="1114920"/>
                </a:lnTo>
                <a:lnTo>
                  <a:pt x="1424493" y="1114920"/>
                </a:lnTo>
                <a:lnTo>
                  <a:pt x="1424671" y="1114920"/>
                </a:lnTo>
                <a:lnTo>
                  <a:pt x="1424840" y="1114920"/>
                </a:lnTo>
                <a:lnTo>
                  <a:pt x="1425018" y="1114920"/>
                </a:lnTo>
                <a:lnTo>
                  <a:pt x="1425187" y="1114920"/>
                </a:lnTo>
                <a:lnTo>
                  <a:pt x="1425356" y="1114920"/>
                </a:lnTo>
                <a:lnTo>
                  <a:pt x="1425534" y="1114920"/>
                </a:lnTo>
                <a:lnTo>
                  <a:pt x="1425703" y="1114920"/>
                </a:lnTo>
                <a:lnTo>
                  <a:pt x="1425881" y="1114920"/>
                </a:lnTo>
                <a:lnTo>
                  <a:pt x="1426050" y="1114920"/>
                </a:lnTo>
                <a:lnTo>
                  <a:pt x="1426228" y="1114920"/>
                </a:lnTo>
                <a:lnTo>
                  <a:pt x="1426397" y="1114920"/>
                </a:lnTo>
                <a:lnTo>
                  <a:pt x="1426566" y="1114920"/>
                </a:lnTo>
                <a:lnTo>
                  <a:pt x="1426744" y="1114920"/>
                </a:lnTo>
                <a:lnTo>
                  <a:pt x="1426913" y="1114920"/>
                </a:lnTo>
                <a:lnTo>
                  <a:pt x="1427091" y="1114920"/>
                </a:lnTo>
                <a:lnTo>
                  <a:pt x="1427260" y="1114920"/>
                </a:lnTo>
                <a:lnTo>
                  <a:pt x="1427438" y="1114920"/>
                </a:lnTo>
                <a:lnTo>
                  <a:pt x="1427607" y="1114920"/>
                </a:lnTo>
                <a:lnTo>
                  <a:pt x="1427776" y="1114920"/>
                </a:lnTo>
                <a:lnTo>
                  <a:pt x="1427954" y="1114920"/>
                </a:lnTo>
                <a:lnTo>
                  <a:pt x="1428123" y="1114920"/>
                </a:lnTo>
                <a:lnTo>
                  <a:pt x="1428301" y="1114920"/>
                </a:lnTo>
                <a:lnTo>
                  <a:pt x="1428470" y="1114920"/>
                </a:lnTo>
                <a:lnTo>
                  <a:pt x="1428648" y="1114920"/>
                </a:lnTo>
                <a:lnTo>
                  <a:pt x="1428817" y="1114920"/>
                </a:lnTo>
                <a:lnTo>
                  <a:pt x="1428986" y="1114920"/>
                </a:lnTo>
                <a:lnTo>
                  <a:pt x="1429164" y="1114920"/>
                </a:lnTo>
                <a:lnTo>
                  <a:pt x="1429333" y="1114920"/>
                </a:lnTo>
                <a:lnTo>
                  <a:pt x="1429511" y="1114920"/>
                </a:lnTo>
                <a:lnTo>
                  <a:pt x="1429680" y="1114920"/>
                </a:lnTo>
                <a:lnTo>
                  <a:pt x="1429858" y="1114920"/>
                </a:lnTo>
                <a:lnTo>
                  <a:pt x="1430027" y="1114920"/>
                </a:lnTo>
                <a:lnTo>
                  <a:pt x="1430196" y="1114920"/>
                </a:lnTo>
                <a:lnTo>
                  <a:pt x="1430374" y="1114920"/>
                </a:lnTo>
                <a:lnTo>
                  <a:pt x="1430543" y="1114920"/>
                </a:lnTo>
                <a:lnTo>
                  <a:pt x="1430721" y="1114920"/>
                </a:lnTo>
                <a:lnTo>
                  <a:pt x="1430890" y="1114920"/>
                </a:lnTo>
                <a:lnTo>
                  <a:pt x="1431068" y="1114920"/>
                </a:lnTo>
                <a:lnTo>
                  <a:pt x="1431237" y="1114920"/>
                </a:lnTo>
                <a:lnTo>
                  <a:pt x="1431406" y="1114920"/>
                </a:lnTo>
                <a:lnTo>
                  <a:pt x="1431584" y="1114920"/>
                </a:lnTo>
                <a:lnTo>
                  <a:pt x="1431753" y="1114920"/>
                </a:lnTo>
                <a:lnTo>
                  <a:pt x="1431931" y="1114920"/>
                </a:lnTo>
                <a:lnTo>
                  <a:pt x="1432100" y="1114920"/>
                </a:lnTo>
                <a:lnTo>
                  <a:pt x="1432269" y="1114920"/>
                </a:lnTo>
                <a:lnTo>
                  <a:pt x="1432447" y="1114920"/>
                </a:lnTo>
                <a:lnTo>
                  <a:pt x="1432616" y="1114920"/>
                </a:lnTo>
                <a:lnTo>
                  <a:pt x="1432794" y="1114920"/>
                </a:lnTo>
                <a:lnTo>
                  <a:pt x="1432963" y="1114920"/>
                </a:lnTo>
                <a:lnTo>
                  <a:pt x="1433141" y="1114920"/>
                </a:lnTo>
                <a:lnTo>
                  <a:pt x="1433310" y="1114920"/>
                </a:lnTo>
                <a:lnTo>
                  <a:pt x="1433479" y="1114920"/>
                </a:lnTo>
                <a:lnTo>
                  <a:pt x="1433657" y="1114920"/>
                </a:lnTo>
                <a:lnTo>
                  <a:pt x="1433826" y="1114920"/>
                </a:lnTo>
                <a:lnTo>
                  <a:pt x="1434004" y="1114920"/>
                </a:lnTo>
                <a:lnTo>
                  <a:pt x="1434173" y="1114920"/>
                </a:lnTo>
                <a:lnTo>
                  <a:pt x="1434351" y="1114920"/>
                </a:lnTo>
                <a:lnTo>
                  <a:pt x="1434520" y="1114920"/>
                </a:lnTo>
                <a:lnTo>
                  <a:pt x="1434689" y="1114920"/>
                </a:lnTo>
                <a:lnTo>
                  <a:pt x="1434867" y="1114920"/>
                </a:lnTo>
                <a:lnTo>
                  <a:pt x="1435036" y="1114920"/>
                </a:lnTo>
                <a:lnTo>
                  <a:pt x="1435214" y="1114920"/>
                </a:lnTo>
                <a:lnTo>
                  <a:pt x="1435383" y="1114920"/>
                </a:lnTo>
                <a:lnTo>
                  <a:pt x="1435561" y="1114920"/>
                </a:lnTo>
                <a:lnTo>
                  <a:pt x="1435730" y="1114920"/>
                </a:lnTo>
                <a:lnTo>
                  <a:pt x="1435899" y="1114920"/>
                </a:lnTo>
                <a:lnTo>
                  <a:pt x="1436077" y="1114920"/>
                </a:lnTo>
                <a:lnTo>
                  <a:pt x="1436246" y="1114920"/>
                </a:lnTo>
                <a:lnTo>
                  <a:pt x="1436424" y="1114920"/>
                </a:lnTo>
                <a:lnTo>
                  <a:pt x="1436593" y="1114920"/>
                </a:lnTo>
                <a:lnTo>
                  <a:pt x="1436770" y="1114920"/>
                </a:lnTo>
                <a:lnTo>
                  <a:pt x="1436940" y="1114920"/>
                </a:lnTo>
                <a:lnTo>
                  <a:pt x="1437109" y="1114920"/>
                </a:lnTo>
                <a:lnTo>
                  <a:pt x="1437287" y="1114920"/>
                </a:lnTo>
                <a:lnTo>
                  <a:pt x="1437456" y="1114920"/>
                </a:lnTo>
                <a:lnTo>
                  <a:pt x="1437634" y="1114920"/>
                </a:lnTo>
                <a:lnTo>
                  <a:pt x="1437802" y="1114920"/>
                </a:lnTo>
                <a:lnTo>
                  <a:pt x="1437980" y="1114920"/>
                </a:lnTo>
                <a:lnTo>
                  <a:pt x="1438149" y="1114920"/>
                </a:lnTo>
                <a:lnTo>
                  <a:pt x="1438319" y="1114920"/>
                </a:lnTo>
                <a:lnTo>
                  <a:pt x="1438496" y="1114920"/>
                </a:lnTo>
                <a:lnTo>
                  <a:pt x="1438665" y="1114920"/>
                </a:lnTo>
                <a:lnTo>
                  <a:pt x="1438843" y="1114920"/>
                </a:lnTo>
                <a:lnTo>
                  <a:pt x="1439012" y="1114920"/>
                </a:lnTo>
                <a:lnTo>
                  <a:pt x="1439190" y="1114920"/>
                </a:lnTo>
                <a:lnTo>
                  <a:pt x="1439359" y="1114920"/>
                </a:lnTo>
                <a:lnTo>
                  <a:pt x="1439528" y="1114920"/>
                </a:lnTo>
                <a:lnTo>
                  <a:pt x="1439706" y="1114920"/>
                </a:lnTo>
                <a:lnTo>
                  <a:pt x="1439875" y="1114920"/>
                </a:lnTo>
                <a:lnTo>
                  <a:pt x="1440053" y="1114920"/>
                </a:lnTo>
                <a:lnTo>
                  <a:pt x="1440222" y="1114920"/>
                </a:lnTo>
                <a:lnTo>
                  <a:pt x="1440400" y="1114920"/>
                </a:lnTo>
                <a:lnTo>
                  <a:pt x="1440569" y="1114920"/>
                </a:lnTo>
                <a:lnTo>
                  <a:pt x="1440738" y="1114920"/>
                </a:lnTo>
                <a:lnTo>
                  <a:pt x="1440916" y="1114920"/>
                </a:lnTo>
                <a:lnTo>
                  <a:pt x="1441085" y="1114920"/>
                </a:lnTo>
                <a:lnTo>
                  <a:pt x="1441263" y="1114920"/>
                </a:lnTo>
                <a:lnTo>
                  <a:pt x="1441432" y="1114920"/>
                </a:lnTo>
                <a:lnTo>
                  <a:pt x="1441610" y="1114920"/>
                </a:lnTo>
                <a:lnTo>
                  <a:pt x="1441779" y="1114920"/>
                </a:lnTo>
                <a:lnTo>
                  <a:pt x="1441948" y="1114920"/>
                </a:lnTo>
                <a:lnTo>
                  <a:pt x="1442126" y="1114920"/>
                </a:lnTo>
                <a:lnTo>
                  <a:pt x="1442295" y="1114920"/>
                </a:lnTo>
                <a:lnTo>
                  <a:pt x="1442473" y="1114920"/>
                </a:lnTo>
                <a:lnTo>
                  <a:pt x="1442642" y="1114920"/>
                </a:lnTo>
                <a:lnTo>
                  <a:pt x="1442820" y="1114920"/>
                </a:lnTo>
                <a:lnTo>
                  <a:pt x="1442989" y="1114920"/>
                </a:lnTo>
                <a:lnTo>
                  <a:pt x="1443158" y="1114920"/>
                </a:lnTo>
                <a:lnTo>
                  <a:pt x="1443336" y="1114920"/>
                </a:lnTo>
                <a:lnTo>
                  <a:pt x="1443505" y="1114920"/>
                </a:lnTo>
                <a:lnTo>
                  <a:pt x="1443683" y="1114920"/>
                </a:lnTo>
                <a:lnTo>
                  <a:pt x="1443852" y="1114920"/>
                </a:lnTo>
                <a:lnTo>
                  <a:pt x="1444030" y="1114920"/>
                </a:lnTo>
                <a:lnTo>
                  <a:pt x="1444199" y="1114920"/>
                </a:lnTo>
                <a:lnTo>
                  <a:pt x="1444368" y="1114920"/>
                </a:lnTo>
                <a:lnTo>
                  <a:pt x="1444546" y="1114920"/>
                </a:lnTo>
                <a:lnTo>
                  <a:pt x="1444715" y="1114920"/>
                </a:lnTo>
                <a:lnTo>
                  <a:pt x="1444893" y="1114920"/>
                </a:lnTo>
                <a:lnTo>
                  <a:pt x="1445062" y="1114920"/>
                </a:lnTo>
                <a:lnTo>
                  <a:pt x="1445240" y="1114920"/>
                </a:lnTo>
                <a:lnTo>
                  <a:pt x="1445409" y="1114920"/>
                </a:lnTo>
                <a:lnTo>
                  <a:pt x="1445578" y="1114920"/>
                </a:lnTo>
                <a:lnTo>
                  <a:pt x="1445756" y="1114920"/>
                </a:lnTo>
                <a:lnTo>
                  <a:pt x="1445925" y="1114920"/>
                </a:lnTo>
                <a:lnTo>
                  <a:pt x="1446103" y="1114920"/>
                </a:lnTo>
                <a:lnTo>
                  <a:pt x="1446272" y="1114920"/>
                </a:lnTo>
                <a:lnTo>
                  <a:pt x="1446450" y="1114920"/>
                </a:lnTo>
                <a:lnTo>
                  <a:pt x="1446619" y="1114920"/>
                </a:lnTo>
                <a:lnTo>
                  <a:pt x="1446788" y="1114920"/>
                </a:lnTo>
                <a:lnTo>
                  <a:pt x="1446966" y="1114920"/>
                </a:lnTo>
                <a:lnTo>
                  <a:pt x="1447135" y="1114920"/>
                </a:lnTo>
                <a:lnTo>
                  <a:pt x="1447313" y="1114920"/>
                </a:lnTo>
                <a:lnTo>
                  <a:pt x="1447482" y="1114920"/>
                </a:lnTo>
                <a:lnTo>
                  <a:pt x="1447660" y="1114920"/>
                </a:lnTo>
                <a:lnTo>
                  <a:pt x="1447829" y="1114920"/>
                </a:lnTo>
                <a:lnTo>
                  <a:pt x="1447998" y="1114920"/>
                </a:lnTo>
                <a:lnTo>
                  <a:pt x="1448176" y="1114920"/>
                </a:lnTo>
                <a:lnTo>
                  <a:pt x="1448345" y="1114920"/>
                </a:lnTo>
                <a:lnTo>
                  <a:pt x="1448523" y="1114920"/>
                </a:lnTo>
                <a:lnTo>
                  <a:pt x="1448692" y="1114920"/>
                </a:lnTo>
                <a:lnTo>
                  <a:pt x="1448870" y="1114920"/>
                </a:lnTo>
                <a:lnTo>
                  <a:pt x="1449039" y="1114920"/>
                </a:lnTo>
                <a:lnTo>
                  <a:pt x="1449208" y="1114920"/>
                </a:lnTo>
                <a:lnTo>
                  <a:pt x="1449386" y="1114920"/>
                </a:lnTo>
                <a:lnTo>
                  <a:pt x="1449555" y="1114920"/>
                </a:lnTo>
                <a:lnTo>
                  <a:pt x="1449733" y="1114920"/>
                </a:lnTo>
                <a:lnTo>
                  <a:pt x="1449902" y="1114920"/>
                </a:lnTo>
                <a:lnTo>
                  <a:pt x="1450080" y="1114920"/>
                </a:lnTo>
                <a:lnTo>
                  <a:pt x="1450249" y="1114920"/>
                </a:lnTo>
                <a:lnTo>
                  <a:pt x="1450418" y="1114920"/>
                </a:lnTo>
                <a:lnTo>
                  <a:pt x="1450596" y="1114920"/>
                </a:lnTo>
                <a:lnTo>
                  <a:pt x="1450765" y="1114920"/>
                </a:lnTo>
                <a:lnTo>
                  <a:pt x="1450943" y="1114920"/>
                </a:lnTo>
                <a:lnTo>
                  <a:pt x="1451112" y="1114920"/>
                </a:lnTo>
                <a:lnTo>
                  <a:pt x="1451281" y="1114920"/>
                </a:lnTo>
                <a:lnTo>
                  <a:pt x="1451459" y="1114920"/>
                </a:lnTo>
                <a:lnTo>
                  <a:pt x="1451628" y="1114920"/>
                </a:lnTo>
                <a:lnTo>
                  <a:pt x="1451805" y="1114920"/>
                </a:lnTo>
                <a:lnTo>
                  <a:pt x="1451975" y="1114920"/>
                </a:lnTo>
                <a:lnTo>
                  <a:pt x="1452152" y="1114920"/>
                </a:lnTo>
                <a:lnTo>
                  <a:pt x="1452322" y="1114920"/>
                </a:lnTo>
                <a:lnTo>
                  <a:pt x="1452491" y="1114920"/>
                </a:lnTo>
                <a:lnTo>
                  <a:pt x="1452669" y="1114920"/>
                </a:lnTo>
                <a:lnTo>
                  <a:pt x="1452838" y="1114920"/>
                </a:lnTo>
                <a:lnTo>
                  <a:pt x="1453015" y="1114920"/>
                </a:lnTo>
                <a:lnTo>
                  <a:pt x="1453184" y="1114920"/>
                </a:lnTo>
                <a:lnTo>
                  <a:pt x="1453362" y="1114920"/>
                </a:lnTo>
                <a:lnTo>
                  <a:pt x="1453531" y="1114920"/>
                </a:lnTo>
                <a:lnTo>
                  <a:pt x="1453700" y="1114920"/>
                </a:lnTo>
                <a:lnTo>
                  <a:pt x="1453878" y="1114920"/>
                </a:lnTo>
                <a:lnTo>
                  <a:pt x="1454047" y="1114920"/>
                </a:lnTo>
                <a:lnTo>
                  <a:pt x="1454225" y="1114920"/>
                </a:lnTo>
                <a:lnTo>
                  <a:pt x="1454394" y="1114920"/>
                </a:lnTo>
                <a:lnTo>
                  <a:pt x="1454572" y="1114920"/>
                </a:lnTo>
                <a:lnTo>
                  <a:pt x="1454741" y="1114920"/>
                </a:lnTo>
                <a:lnTo>
                  <a:pt x="1454910" y="1114920"/>
                </a:lnTo>
                <a:lnTo>
                  <a:pt x="1455088" y="1114920"/>
                </a:lnTo>
                <a:lnTo>
                  <a:pt x="1455257" y="1114920"/>
                </a:lnTo>
                <a:lnTo>
                  <a:pt x="1455435" y="1114920"/>
                </a:lnTo>
                <a:lnTo>
                  <a:pt x="1455604" y="1114920"/>
                </a:lnTo>
                <a:lnTo>
                  <a:pt x="1455782" y="1114920"/>
                </a:lnTo>
                <a:lnTo>
                  <a:pt x="1455951" y="1114920"/>
                </a:lnTo>
                <a:lnTo>
                  <a:pt x="1456120" y="1114920"/>
                </a:lnTo>
                <a:lnTo>
                  <a:pt x="1456298" y="1114920"/>
                </a:lnTo>
                <a:lnTo>
                  <a:pt x="1456467" y="1114920"/>
                </a:lnTo>
                <a:lnTo>
                  <a:pt x="1456645" y="1114920"/>
                </a:lnTo>
                <a:lnTo>
                  <a:pt x="1456814" y="1114920"/>
                </a:lnTo>
                <a:lnTo>
                  <a:pt x="1456992" y="1114920"/>
                </a:lnTo>
                <a:lnTo>
                  <a:pt x="1457161" y="1114920"/>
                </a:lnTo>
                <a:lnTo>
                  <a:pt x="1457330" y="1114920"/>
                </a:lnTo>
                <a:lnTo>
                  <a:pt x="1457508" y="1114920"/>
                </a:lnTo>
                <a:lnTo>
                  <a:pt x="1457677" y="1114920"/>
                </a:lnTo>
                <a:lnTo>
                  <a:pt x="1457855" y="1114920"/>
                </a:lnTo>
                <a:lnTo>
                  <a:pt x="1458024" y="1114920"/>
                </a:lnTo>
                <a:lnTo>
                  <a:pt x="1458202" y="1114920"/>
                </a:lnTo>
                <a:lnTo>
                  <a:pt x="1458371" y="1114920"/>
                </a:lnTo>
                <a:lnTo>
                  <a:pt x="1458540" y="1114920"/>
                </a:lnTo>
                <a:lnTo>
                  <a:pt x="1458718" y="1114920"/>
                </a:lnTo>
                <a:lnTo>
                  <a:pt x="1458887" y="1114920"/>
                </a:lnTo>
                <a:lnTo>
                  <a:pt x="1459065" y="1114920"/>
                </a:lnTo>
                <a:lnTo>
                  <a:pt x="1459234" y="1114920"/>
                </a:lnTo>
                <a:lnTo>
                  <a:pt x="1459412" y="1114920"/>
                </a:lnTo>
                <a:lnTo>
                  <a:pt x="1459581" y="1114920"/>
                </a:lnTo>
                <a:lnTo>
                  <a:pt x="1459750" y="1114920"/>
                </a:lnTo>
                <a:lnTo>
                  <a:pt x="1459928" y="1114920"/>
                </a:lnTo>
                <a:lnTo>
                  <a:pt x="1460097" y="1114920"/>
                </a:lnTo>
                <a:lnTo>
                  <a:pt x="1460275" y="1114920"/>
                </a:lnTo>
                <a:lnTo>
                  <a:pt x="1460444" y="1114920"/>
                </a:lnTo>
                <a:lnTo>
                  <a:pt x="1460622" y="1114920"/>
                </a:lnTo>
                <a:lnTo>
                  <a:pt x="1460791" y="1114920"/>
                </a:lnTo>
                <a:lnTo>
                  <a:pt x="1460960" y="1114920"/>
                </a:lnTo>
                <a:lnTo>
                  <a:pt x="1461138" y="1114920"/>
                </a:lnTo>
                <a:lnTo>
                  <a:pt x="1461307" y="1114920"/>
                </a:lnTo>
                <a:lnTo>
                  <a:pt x="1461485" y="1114920"/>
                </a:lnTo>
                <a:lnTo>
                  <a:pt x="1461654" y="1114920"/>
                </a:lnTo>
                <a:lnTo>
                  <a:pt x="1461832" y="1114920"/>
                </a:lnTo>
                <a:lnTo>
                  <a:pt x="1462001" y="1114920"/>
                </a:lnTo>
                <a:lnTo>
                  <a:pt x="1462170" y="1114920"/>
                </a:lnTo>
                <a:lnTo>
                  <a:pt x="1462348" y="1114920"/>
                </a:lnTo>
                <a:lnTo>
                  <a:pt x="1462517" y="1114920"/>
                </a:lnTo>
                <a:lnTo>
                  <a:pt x="1462695" y="1114920"/>
                </a:lnTo>
                <a:lnTo>
                  <a:pt x="1462864" y="1114920"/>
                </a:lnTo>
                <a:lnTo>
                  <a:pt x="1463042" y="1114920"/>
                </a:lnTo>
                <a:lnTo>
                  <a:pt x="1463211" y="1114920"/>
                </a:lnTo>
                <a:lnTo>
                  <a:pt x="1463380" y="1114920"/>
                </a:lnTo>
                <a:lnTo>
                  <a:pt x="1463558" y="1114920"/>
                </a:lnTo>
                <a:lnTo>
                  <a:pt x="1463727" y="1114920"/>
                </a:lnTo>
                <a:lnTo>
                  <a:pt x="1463905" y="1114920"/>
                </a:lnTo>
                <a:lnTo>
                  <a:pt x="1464074" y="1114920"/>
                </a:lnTo>
                <a:lnTo>
                  <a:pt x="1464252" y="1114920"/>
                </a:lnTo>
                <a:lnTo>
                  <a:pt x="1464421" y="1114920"/>
                </a:lnTo>
                <a:lnTo>
                  <a:pt x="1464590" y="1114920"/>
                </a:lnTo>
                <a:lnTo>
                  <a:pt x="1464768" y="1114920"/>
                </a:lnTo>
                <a:lnTo>
                  <a:pt x="1464937" y="1114920"/>
                </a:lnTo>
                <a:lnTo>
                  <a:pt x="1465115" y="1114920"/>
                </a:lnTo>
                <a:lnTo>
                  <a:pt x="1465284" y="1114920"/>
                </a:lnTo>
                <a:lnTo>
                  <a:pt x="1465462" y="1114920"/>
                </a:lnTo>
                <a:lnTo>
                  <a:pt x="1465631" y="1114920"/>
                </a:lnTo>
                <a:lnTo>
                  <a:pt x="1465800" y="1114920"/>
                </a:lnTo>
                <a:lnTo>
                  <a:pt x="1465978" y="1114920"/>
                </a:lnTo>
                <a:lnTo>
                  <a:pt x="1466147" y="1114920"/>
                </a:lnTo>
                <a:lnTo>
                  <a:pt x="1466325" y="1114920"/>
                </a:lnTo>
                <a:lnTo>
                  <a:pt x="1466494" y="1114920"/>
                </a:lnTo>
                <a:lnTo>
                  <a:pt x="1466672" y="1114920"/>
                </a:lnTo>
                <a:lnTo>
                  <a:pt x="1466841" y="1114920"/>
                </a:lnTo>
                <a:lnTo>
                  <a:pt x="1467010" y="1114920"/>
                </a:lnTo>
                <a:lnTo>
                  <a:pt x="1467187" y="1114920"/>
                </a:lnTo>
                <a:lnTo>
                  <a:pt x="1467356" y="1114920"/>
                </a:lnTo>
                <a:lnTo>
                  <a:pt x="1467534" y="1114920"/>
                </a:lnTo>
                <a:lnTo>
                  <a:pt x="1467703" y="1114920"/>
                </a:lnTo>
                <a:lnTo>
                  <a:pt x="1467881" y="1114920"/>
                </a:lnTo>
                <a:lnTo>
                  <a:pt x="1468050" y="1114920"/>
                </a:lnTo>
                <a:lnTo>
                  <a:pt x="1468220" y="1114920"/>
                </a:lnTo>
                <a:lnTo>
                  <a:pt x="1468397" y="1114920"/>
                </a:lnTo>
                <a:lnTo>
                  <a:pt x="1468566" y="1114920"/>
                </a:lnTo>
                <a:lnTo>
                  <a:pt x="1468744" y="1114920"/>
                </a:lnTo>
                <a:lnTo>
                  <a:pt x="1468913" y="1114920"/>
                </a:lnTo>
                <a:lnTo>
                  <a:pt x="1469091" y="1114920"/>
                </a:lnTo>
                <a:lnTo>
                  <a:pt x="1469260" y="1114920"/>
                </a:lnTo>
                <a:lnTo>
                  <a:pt x="1469429" y="1114920"/>
                </a:lnTo>
                <a:lnTo>
                  <a:pt x="1469607" y="1114920"/>
                </a:lnTo>
                <a:lnTo>
                  <a:pt x="1469776" y="1114920"/>
                </a:lnTo>
                <a:lnTo>
                  <a:pt x="1469954" y="1114920"/>
                </a:lnTo>
                <a:lnTo>
                  <a:pt x="1470123" y="1114920"/>
                </a:lnTo>
                <a:lnTo>
                  <a:pt x="1470292" y="1114920"/>
                </a:lnTo>
                <a:lnTo>
                  <a:pt x="1470470" y="1114920"/>
                </a:lnTo>
                <a:lnTo>
                  <a:pt x="1470639" y="1114920"/>
                </a:lnTo>
                <a:lnTo>
                  <a:pt x="1470817" y="1114920"/>
                </a:lnTo>
                <a:lnTo>
                  <a:pt x="1470986" y="1114920"/>
                </a:lnTo>
                <a:lnTo>
                  <a:pt x="1471164" y="1114920"/>
                </a:lnTo>
                <a:lnTo>
                  <a:pt x="1471333" y="1114920"/>
                </a:lnTo>
                <a:lnTo>
                  <a:pt x="1471502" y="1114920"/>
                </a:lnTo>
                <a:lnTo>
                  <a:pt x="1471680" y="1114920"/>
                </a:lnTo>
                <a:lnTo>
                  <a:pt x="1471849" y="1114920"/>
                </a:lnTo>
                <a:lnTo>
                  <a:pt x="1472027" y="1114920"/>
                </a:lnTo>
                <a:lnTo>
                  <a:pt x="1472196" y="1114920"/>
                </a:lnTo>
                <a:lnTo>
                  <a:pt x="1472374" y="1114920"/>
                </a:lnTo>
                <a:lnTo>
                  <a:pt x="1472543" y="1114920"/>
                </a:lnTo>
                <a:lnTo>
                  <a:pt x="1472712" y="1114920"/>
                </a:lnTo>
                <a:lnTo>
                  <a:pt x="1472890" y="1114920"/>
                </a:lnTo>
                <a:lnTo>
                  <a:pt x="1473059" y="1114920"/>
                </a:lnTo>
                <a:lnTo>
                  <a:pt x="1473237" y="1114920"/>
                </a:lnTo>
                <a:lnTo>
                  <a:pt x="1473406" y="1114920"/>
                </a:lnTo>
                <a:lnTo>
                  <a:pt x="1473584" y="1114920"/>
                </a:lnTo>
                <a:lnTo>
                  <a:pt x="1473753" y="1114920"/>
                </a:lnTo>
                <a:lnTo>
                  <a:pt x="1473922" y="1114920"/>
                </a:lnTo>
                <a:lnTo>
                  <a:pt x="1474100" y="1114920"/>
                </a:lnTo>
                <a:lnTo>
                  <a:pt x="1474269" y="1114920"/>
                </a:lnTo>
                <a:lnTo>
                  <a:pt x="1474447" y="1114920"/>
                </a:lnTo>
                <a:lnTo>
                  <a:pt x="1474616" y="1114920"/>
                </a:lnTo>
                <a:lnTo>
                  <a:pt x="1474794" y="1114920"/>
                </a:lnTo>
                <a:lnTo>
                  <a:pt x="1474963" y="1114920"/>
                </a:lnTo>
                <a:lnTo>
                  <a:pt x="1475132" y="1114920"/>
                </a:lnTo>
                <a:lnTo>
                  <a:pt x="1475310" y="1114920"/>
                </a:lnTo>
                <a:lnTo>
                  <a:pt x="1475479" y="1114920"/>
                </a:lnTo>
                <a:lnTo>
                  <a:pt x="1475657" y="1114920"/>
                </a:lnTo>
                <a:lnTo>
                  <a:pt x="1475826" y="1114920"/>
                </a:lnTo>
                <a:lnTo>
                  <a:pt x="1476004" y="1114920"/>
                </a:lnTo>
                <a:lnTo>
                  <a:pt x="1476173" y="1114920"/>
                </a:lnTo>
                <a:lnTo>
                  <a:pt x="1476342" y="1114920"/>
                </a:lnTo>
                <a:lnTo>
                  <a:pt x="1476520" y="1114920"/>
                </a:lnTo>
                <a:lnTo>
                  <a:pt x="1476689" y="1114920"/>
                </a:lnTo>
                <a:lnTo>
                  <a:pt x="1476867" y="1114920"/>
                </a:lnTo>
                <a:lnTo>
                  <a:pt x="1477036" y="1114920"/>
                </a:lnTo>
                <a:lnTo>
                  <a:pt x="1477214" y="1114920"/>
                </a:lnTo>
                <a:lnTo>
                  <a:pt x="1477383" y="1114920"/>
                </a:lnTo>
                <a:lnTo>
                  <a:pt x="1477552" y="1114920"/>
                </a:lnTo>
                <a:lnTo>
                  <a:pt x="1477730" y="1114920"/>
                </a:lnTo>
                <a:lnTo>
                  <a:pt x="1477899" y="1114920"/>
                </a:lnTo>
                <a:lnTo>
                  <a:pt x="1478077" y="1114920"/>
                </a:lnTo>
                <a:lnTo>
                  <a:pt x="1478246" y="1114920"/>
                </a:lnTo>
                <a:lnTo>
                  <a:pt x="1478424" y="1114920"/>
                </a:lnTo>
                <a:lnTo>
                  <a:pt x="1478593" y="1114920"/>
                </a:lnTo>
                <a:lnTo>
                  <a:pt x="1478762" y="1114920"/>
                </a:lnTo>
                <a:lnTo>
                  <a:pt x="1478940" y="1114920"/>
                </a:lnTo>
                <a:lnTo>
                  <a:pt x="1479109" y="1114920"/>
                </a:lnTo>
                <a:lnTo>
                  <a:pt x="1479287" y="1114920"/>
                </a:lnTo>
                <a:lnTo>
                  <a:pt x="1479456" y="1114920"/>
                </a:lnTo>
                <a:lnTo>
                  <a:pt x="1479634" y="1114920"/>
                </a:lnTo>
                <a:lnTo>
                  <a:pt x="1479803" y="1114920"/>
                </a:lnTo>
                <a:lnTo>
                  <a:pt x="1479972" y="1114920"/>
                </a:lnTo>
                <a:lnTo>
                  <a:pt x="1480150" y="1114920"/>
                </a:lnTo>
                <a:lnTo>
                  <a:pt x="1480319" y="1114920"/>
                </a:lnTo>
                <a:lnTo>
                  <a:pt x="1480497" y="1114920"/>
                </a:lnTo>
                <a:lnTo>
                  <a:pt x="1480666" y="1114920"/>
                </a:lnTo>
                <a:lnTo>
                  <a:pt x="1480844" y="1114920"/>
                </a:lnTo>
                <a:lnTo>
                  <a:pt x="1481013" y="1114920"/>
                </a:lnTo>
                <a:lnTo>
                  <a:pt x="1481182" y="1114920"/>
                </a:lnTo>
                <a:lnTo>
                  <a:pt x="1481360" y="1114920"/>
                </a:lnTo>
                <a:lnTo>
                  <a:pt x="1481529" y="1114920"/>
                </a:lnTo>
                <a:lnTo>
                  <a:pt x="1481706" y="1114920"/>
                </a:lnTo>
                <a:lnTo>
                  <a:pt x="1481876" y="1114920"/>
                </a:lnTo>
                <a:lnTo>
                  <a:pt x="1482053" y="1114920"/>
                </a:lnTo>
                <a:lnTo>
                  <a:pt x="1482223" y="1114920"/>
                </a:lnTo>
                <a:lnTo>
                  <a:pt x="1482391" y="1114920"/>
                </a:lnTo>
                <a:lnTo>
                  <a:pt x="1482569" y="1114920"/>
                </a:lnTo>
                <a:lnTo>
                  <a:pt x="1482738" y="1114920"/>
                </a:lnTo>
                <a:lnTo>
                  <a:pt x="1482916" y="1114920"/>
                </a:lnTo>
                <a:lnTo>
                  <a:pt x="1483085" y="1114920"/>
                </a:lnTo>
                <a:lnTo>
                  <a:pt x="1483263" y="1114920"/>
                </a:lnTo>
                <a:lnTo>
                  <a:pt x="1483432" y="1114920"/>
                </a:lnTo>
                <a:lnTo>
                  <a:pt x="1483601" y="1114920"/>
                </a:lnTo>
                <a:lnTo>
                  <a:pt x="1483779" y="1114920"/>
                </a:lnTo>
                <a:lnTo>
                  <a:pt x="1483948" y="1114920"/>
                </a:lnTo>
                <a:lnTo>
                  <a:pt x="1484126" y="1114920"/>
                </a:lnTo>
                <a:lnTo>
                  <a:pt x="1484295" y="1114920"/>
                </a:lnTo>
                <a:lnTo>
                  <a:pt x="1484473" y="1114920"/>
                </a:lnTo>
                <a:lnTo>
                  <a:pt x="1484642" y="1114920"/>
                </a:lnTo>
                <a:lnTo>
                  <a:pt x="1484811" y="1114920"/>
                </a:lnTo>
                <a:lnTo>
                  <a:pt x="1484989" y="1114920"/>
                </a:lnTo>
                <a:lnTo>
                  <a:pt x="1485158" y="1114920"/>
                </a:lnTo>
                <a:lnTo>
                  <a:pt x="1485336" y="1114920"/>
                </a:lnTo>
                <a:lnTo>
                  <a:pt x="1485505" y="1114920"/>
                </a:lnTo>
                <a:lnTo>
                  <a:pt x="1485683" y="1114920"/>
                </a:lnTo>
                <a:lnTo>
                  <a:pt x="1485852" y="1114920"/>
                </a:lnTo>
                <a:lnTo>
                  <a:pt x="1486021" y="1114920"/>
                </a:lnTo>
                <a:lnTo>
                  <a:pt x="1486199" y="1114920"/>
                </a:lnTo>
                <a:lnTo>
                  <a:pt x="1486368" y="1114920"/>
                </a:lnTo>
                <a:lnTo>
                  <a:pt x="1486546" y="1114920"/>
                </a:lnTo>
                <a:lnTo>
                  <a:pt x="1486715" y="1114920"/>
                </a:lnTo>
                <a:lnTo>
                  <a:pt x="1486893" y="1114920"/>
                </a:lnTo>
                <a:lnTo>
                  <a:pt x="1487062" y="1114920"/>
                </a:lnTo>
                <a:lnTo>
                  <a:pt x="1487231" y="1114920"/>
                </a:lnTo>
                <a:lnTo>
                  <a:pt x="1487409" y="1114920"/>
                </a:lnTo>
                <a:lnTo>
                  <a:pt x="1487578" y="1114920"/>
                </a:lnTo>
                <a:lnTo>
                  <a:pt x="1487756" y="1114920"/>
                </a:lnTo>
                <a:lnTo>
                  <a:pt x="1487925" y="1114920"/>
                </a:lnTo>
                <a:lnTo>
                  <a:pt x="1488103" y="1114920"/>
                </a:lnTo>
                <a:lnTo>
                  <a:pt x="1488272" y="1114920"/>
                </a:lnTo>
                <a:lnTo>
                  <a:pt x="1488441" y="1114920"/>
                </a:lnTo>
                <a:lnTo>
                  <a:pt x="1488619" y="1114920"/>
                </a:lnTo>
                <a:lnTo>
                  <a:pt x="1488788" y="1114920"/>
                </a:lnTo>
                <a:lnTo>
                  <a:pt x="1488966" y="1114920"/>
                </a:lnTo>
                <a:lnTo>
                  <a:pt x="1489135" y="1114920"/>
                </a:lnTo>
                <a:lnTo>
                  <a:pt x="1489304" y="1114920"/>
                </a:lnTo>
                <a:lnTo>
                  <a:pt x="1489482" y="1114920"/>
                </a:lnTo>
                <a:lnTo>
                  <a:pt x="1489651" y="1114920"/>
                </a:lnTo>
                <a:lnTo>
                  <a:pt x="1489829" y="1114920"/>
                </a:lnTo>
                <a:lnTo>
                  <a:pt x="1489998" y="1114920"/>
                </a:lnTo>
                <a:lnTo>
                  <a:pt x="1490176" y="1114920"/>
                </a:lnTo>
                <a:lnTo>
                  <a:pt x="1490345" y="1114920"/>
                </a:lnTo>
                <a:lnTo>
                  <a:pt x="1490514" y="1114920"/>
                </a:lnTo>
                <a:lnTo>
                  <a:pt x="1490692" y="1114920"/>
                </a:lnTo>
                <a:lnTo>
                  <a:pt x="1490861" y="1114920"/>
                </a:lnTo>
                <a:lnTo>
                  <a:pt x="1491039" y="1114920"/>
                </a:lnTo>
                <a:lnTo>
                  <a:pt x="1491208" y="1114920"/>
                </a:lnTo>
                <a:lnTo>
                  <a:pt x="1491386" y="1114920"/>
                </a:lnTo>
                <a:lnTo>
                  <a:pt x="1491555" y="1114920"/>
                </a:lnTo>
                <a:lnTo>
                  <a:pt x="1491724" y="1114920"/>
                </a:lnTo>
                <a:lnTo>
                  <a:pt x="1491902" y="1114920"/>
                </a:lnTo>
                <a:lnTo>
                  <a:pt x="1492071" y="1114920"/>
                </a:lnTo>
                <a:lnTo>
                  <a:pt x="1492249" y="1114920"/>
                </a:lnTo>
                <a:lnTo>
                  <a:pt x="1492418" y="1114920"/>
                </a:lnTo>
                <a:lnTo>
                  <a:pt x="1492596" y="1114920"/>
                </a:lnTo>
                <a:lnTo>
                  <a:pt x="1492765" y="1114920"/>
                </a:lnTo>
                <a:lnTo>
                  <a:pt x="1492934" y="1114920"/>
                </a:lnTo>
                <a:lnTo>
                  <a:pt x="1493112" y="1114920"/>
                </a:lnTo>
                <a:lnTo>
                  <a:pt x="1493281" y="1114920"/>
                </a:lnTo>
                <a:lnTo>
                  <a:pt x="1493459" y="1114920"/>
                </a:lnTo>
                <a:lnTo>
                  <a:pt x="1493628" y="1114920"/>
                </a:lnTo>
                <a:lnTo>
                  <a:pt x="1493806" y="1114920"/>
                </a:lnTo>
                <a:lnTo>
                  <a:pt x="1493975" y="1114920"/>
                </a:lnTo>
                <a:lnTo>
                  <a:pt x="1494144" y="1114920"/>
                </a:lnTo>
                <a:lnTo>
                  <a:pt x="1494322" y="1114920"/>
                </a:lnTo>
                <a:lnTo>
                  <a:pt x="1494491" y="1114920"/>
                </a:lnTo>
                <a:lnTo>
                  <a:pt x="1494669" y="1114920"/>
                </a:lnTo>
                <a:lnTo>
                  <a:pt x="1494838" y="1114920"/>
                </a:lnTo>
                <a:lnTo>
                  <a:pt x="1495016" y="1114920"/>
                </a:lnTo>
                <a:lnTo>
                  <a:pt x="1495185" y="1114920"/>
                </a:lnTo>
                <a:lnTo>
                  <a:pt x="1495354" y="1114920"/>
                </a:lnTo>
                <a:lnTo>
                  <a:pt x="1495532" y="1114920"/>
                </a:lnTo>
                <a:lnTo>
                  <a:pt x="1495701" y="1114920"/>
                </a:lnTo>
                <a:lnTo>
                  <a:pt x="1495879" y="1114920"/>
                </a:lnTo>
                <a:lnTo>
                  <a:pt x="1496048" y="1114920"/>
                </a:lnTo>
                <a:lnTo>
                  <a:pt x="1496226" y="1114920"/>
                </a:lnTo>
                <a:lnTo>
                  <a:pt x="1496394" y="1114920"/>
                </a:lnTo>
                <a:lnTo>
                  <a:pt x="1496564" y="1114920"/>
                </a:lnTo>
                <a:lnTo>
                  <a:pt x="1496741" y="1114920"/>
                </a:lnTo>
                <a:lnTo>
                  <a:pt x="1496911" y="1114920"/>
                </a:lnTo>
                <a:lnTo>
                  <a:pt x="1497088" y="1114920"/>
                </a:lnTo>
                <a:lnTo>
                  <a:pt x="1497258" y="1114920"/>
                </a:lnTo>
                <a:lnTo>
                  <a:pt x="1497435" y="1114920"/>
                </a:lnTo>
                <a:lnTo>
                  <a:pt x="1497604" y="1114920"/>
                </a:lnTo>
                <a:lnTo>
                  <a:pt x="1497773" y="1114920"/>
                </a:lnTo>
                <a:lnTo>
                  <a:pt x="1497951" y="1114920"/>
                </a:lnTo>
                <a:lnTo>
                  <a:pt x="1498120" y="1114920"/>
                </a:lnTo>
                <a:lnTo>
                  <a:pt x="1498298" y="1114920"/>
                </a:lnTo>
                <a:lnTo>
                  <a:pt x="1498467" y="1114920"/>
                </a:lnTo>
                <a:lnTo>
                  <a:pt x="1498645" y="1114920"/>
                </a:lnTo>
                <a:lnTo>
                  <a:pt x="1498814" y="1114920"/>
                </a:lnTo>
                <a:lnTo>
                  <a:pt x="1498983" y="1114920"/>
                </a:lnTo>
                <a:lnTo>
                  <a:pt x="1499161" y="1114920"/>
                </a:lnTo>
                <a:lnTo>
                  <a:pt x="1499330" y="1114920"/>
                </a:lnTo>
                <a:lnTo>
                  <a:pt x="1499508" y="1114920"/>
                </a:lnTo>
                <a:lnTo>
                  <a:pt x="1499677" y="1114920"/>
                </a:lnTo>
                <a:lnTo>
                  <a:pt x="1499855" y="1114920"/>
                </a:lnTo>
                <a:lnTo>
                  <a:pt x="1500024" y="1114920"/>
                </a:lnTo>
                <a:lnTo>
                  <a:pt x="1500193" y="1114920"/>
                </a:lnTo>
                <a:lnTo>
                  <a:pt x="1500371" y="1114920"/>
                </a:lnTo>
                <a:lnTo>
                  <a:pt x="1500540" y="1114920"/>
                </a:lnTo>
                <a:lnTo>
                  <a:pt x="1500718" y="1114920"/>
                </a:lnTo>
                <a:lnTo>
                  <a:pt x="1500887" y="1114920"/>
                </a:lnTo>
                <a:lnTo>
                  <a:pt x="1501065" y="1114920"/>
                </a:lnTo>
                <a:lnTo>
                  <a:pt x="1501234" y="1114920"/>
                </a:lnTo>
                <a:lnTo>
                  <a:pt x="1501403" y="1114920"/>
                </a:lnTo>
                <a:lnTo>
                  <a:pt x="1501581" y="1114920"/>
                </a:lnTo>
                <a:lnTo>
                  <a:pt x="1501750" y="1114920"/>
                </a:lnTo>
                <a:lnTo>
                  <a:pt x="1501928" y="1114920"/>
                </a:lnTo>
                <a:lnTo>
                  <a:pt x="1502097" y="1114920"/>
                </a:lnTo>
                <a:lnTo>
                  <a:pt x="1502275" y="1114920"/>
                </a:lnTo>
                <a:lnTo>
                  <a:pt x="1502444" y="1114920"/>
                </a:lnTo>
                <a:lnTo>
                  <a:pt x="1502613" y="1114920"/>
                </a:lnTo>
                <a:lnTo>
                  <a:pt x="1502791" y="1114920"/>
                </a:lnTo>
                <a:lnTo>
                  <a:pt x="1502960" y="1114920"/>
                </a:lnTo>
                <a:lnTo>
                  <a:pt x="1503138" y="1114920"/>
                </a:lnTo>
                <a:lnTo>
                  <a:pt x="1503307" y="1114920"/>
                </a:lnTo>
                <a:lnTo>
                  <a:pt x="1503485" y="1114920"/>
                </a:lnTo>
                <a:lnTo>
                  <a:pt x="1503654" y="1114920"/>
                </a:lnTo>
                <a:lnTo>
                  <a:pt x="1503823" y="1114920"/>
                </a:lnTo>
                <a:lnTo>
                  <a:pt x="1504001" y="1114920"/>
                </a:lnTo>
                <a:lnTo>
                  <a:pt x="1504170" y="1114920"/>
                </a:lnTo>
                <a:lnTo>
                  <a:pt x="1504348" y="1114920"/>
                </a:lnTo>
                <a:lnTo>
                  <a:pt x="1504517" y="1114920"/>
                </a:lnTo>
                <a:lnTo>
                  <a:pt x="1504695" y="1114920"/>
                </a:lnTo>
                <a:lnTo>
                  <a:pt x="1504864" y="1114920"/>
                </a:lnTo>
                <a:lnTo>
                  <a:pt x="1505033" y="1114920"/>
                </a:lnTo>
                <a:lnTo>
                  <a:pt x="1505211" y="1114920"/>
                </a:lnTo>
                <a:lnTo>
                  <a:pt x="1505380" y="1114920"/>
                </a:lnTo>
                <a:lnTo>
                  <a:pt x="1505558" y="1114920"/>
                </a:lnTo>
                <a:lnTo>
                  <a:pt x="1505727" y="1114920"/>
                </a:lnTo>
                <a:lnTo>
                  <a:pt x="1505905" y="1114920"/>
                </a:lnTo>
                <a:lnTo>
                  <a:pt x="1506074" y="1114920"/>
                </a:lnTo>
                <a:lnTo>
                  <a:pt x="1506243" y="1114920"/>
                </a:lnTo>
                <a:lnTo>
                  <a:pt x="1506421" y="1114920"/>
                </a:lnTo>
                <a:lnTo>
                  <a:pt x="1506590" y="1114920"/>
                </a:lnTo>
                <a:lnTo>
                  <a:pt x="1506768" y="1114920"/>
                </a:lnTo>
                <a:lnTo>
                  <a:pt x="1506937" y="1114920"/>
                </a:lnTo>
                <a:lnTo>
                  <a:pt x="1507115" y="1114920"/>
                </a:lnTo>
                <a:lnTo>
                  <a:pt x="1507284" y="1114920"/>
                </a:lnTo>
                <a:lnTo>
                  <a:pt x="1507453" y="1114920"/>
                </a:lnTo>
                <a:lnTo>
                  <a:pt x="1507631" y="1114920"/>
                </a:lnTo>
                <a:lnTo>
                  <a:pt x="1507800" y="1114920"/>
                </a:lnTo>
                <a:lnTo>
                  <a:pt x="1507978" y="1114920"/>
                </a:lnTo>
                <a:lnTo>
                  <a:pt x="1508147" y="1114920"/>
                </a:lnTo>
                <a:lnTo>
                  <a:pt x="1508316" y="1114920"/>
                </a:lnTo>
                <a:lnTo>
                  <a:pt x="1508494" y="1114920"/>
                </a:lnTo>
                <a:lnTo>
                  <a:pt x="1508663" y="1114920"/>
                </a:lnTo>
                <a:lnTo>
                  <a:pt x="1508841" y="1114920"/>
                </a:lnTo>
                <a:lnTo>
                  <a:pt x="1509010" y="1114920"/>
                </a:lnTo>
                <a:lnTo>
                  <a:pt x="1509188" y="1114920"/>
                </a:lnTo>
                <a:lnTo>
                  <a:pt x="1509357" y="1114920"/>
                </a:lnTo>
                <a:lnTo>
                  <a:pt x="1509526" y="1114920"/>
                </a:lnTo>
                <a:lnTo>
                  <a:pt x="1509704" y="1114920"/>
                </a:lnTo>
                <a:lnTo>
                  <a:pt x="1509873" y="1114920"/>
                </a:lnTo>
                <a:lnTo>
                  <a:pt x="1510051" y="1114920"/>
                </a:lnTo>
                <a:lnTo>
                  <a:pt x="1510220" y="1114920"/>
                </a:lnTo>
                <a:lnTo>
                  <a:pt x="1510397" y="1114920"/>
                </a:lnTo>
                <a:lnTo>
                  <a:pt x="1510566" y="1114920"/>
                </a:lnTo>
                <a:lnTo>
                  <a:pt x="1510736" y="1114920"/>
                </a:lnTo>
                <a:lnTo>
                  <a:pt x="1510914" y="1114920"/>
                </a:lnTo>
                <a:lnTo>
                  <a:pt x="1511083" y="1114920"/>
                </a:lnTo>
                <a:lnTo>
                  <a:pt x="1511260" y="1114920"/>
                </a:lnTo>
                <a:lnTo>
                  <a:pt x="1511430" y="1114920"/>
                </a:lnTo>
                <a:lnTo>
                  <a:pt x="1511608" y="1114920"/>
                </a:lnTo>
                <a:lnTo>
                  <a:pt x="1511776" y="1114920"/>
                </a:lnTo>
                <a:lnTo>
                  <a:pt x="1511945" y="1114920"/>
                </a:lnTo>
                <a:lnTo>
                  <a:pt x="1512123" y="1114920"/>
                </a:lnTo>
                <a:lnTo>
                  <a:pt x="1512293" y="1114920"/>
                </a:lnTo>
                <a:lnTo>
                  <a:pt x="1512470" y="1114920"/>
                </a:lnTo>
                <a:lnTo>
                  <a:pt x="1512639" y="1114920"/>
                </a:lnTo>
                <a:lnTo>
                  <a:pt x="1512817" y="1114920"/>
                </a:lnTo>
                <a:lnTo>
                  <a:pt x="1512987" y="1114920"/>
                </a:lnTo>
                <a:lnTo>
                  <a:pt x="1513155" y="1114920"/>
                </a:lnTo>
                <a:lnTo>
                  <a:pt x="1513333" y="1114920"/>
                </a:lnTo>
                <a:lnTo>
                  <a:pt x="1513502" y="1114920"/>
                </a:lnTo>
                <a:lnTo>
                  <a:pt x="1513680" y="1114920"/>
                </a:lnTo>
                <a:lnTo>
                  <a:pt x="1513849" y="1114920"/>
                </a:lnTo>
                <a:lnTo>
                  <a:pt x="1514027" y="1114920"/>
                </a:lnTo>
                <a:lnTo>
                  <a:pt x="1514196" y="1114920"/>
                </a:lnTo>
                <a:lnTo>
                  <a:pt x="1514365" y="1114920"/>
                </a:lnTo>
                <a:lnTo>
                  <a:pt x="1514543" y="1114920"/>
                </a:lnTo>
                <a:lnTo>
                  <a:pt x="1514712" y="1114920"/>
                </a:lnTo>
                <a:lnTo>
                  <a:pt x="1514890" y="1114920"/>
                </a:lnTo>
                <a:lnTo>
                  <a:pt x="1515059" y="1114920"/>
                </a:lnTo>
                <a:lnTo>
                  <a:pt x="1515237" y="1114920"/>
                </a:lnTo>
                <a:lnTo>
                  <a:pt x="1515406" y="1114920"/>
                </a:lnTo>
                <a:lnTo>
                  <a:pt x="1515575" y="1114920"/>
                </a:lnTo>
                <a:lnTo>
                  <a:pt x="1515753" y="1114920"/>
                </a:lnTo>
                <a:lnTo>
                  <a:pt x="1515922" y="1114920"/>
                </a:lnTo>
                <a:lnTo>
                  <a:pt x="1516100" y="1114920"/>
                </a:lnTo>
                <a:lnTo>
                  <a:pt x="1516269" y="1114920"/>
                </a:lnTo>
                <a:lnTo>
                  <a:pt x="1516447" y="1114920"/>
                </a:lnTo>
                <a:lnTo>
                  <a:pt x="1516616" y="1114920"/>
                </a:lnTo>
                <a:lnTo>
                  <a:pt x="1516785" y="1114920"/>
                </a:lnTo>
                <a:lnTo>
                  <a:pt x="1516963" y="1114920"/>
                </a:lnTo>
                <a:lnTo>
                  <a:pt x="1517132" y="1114920"/>
                </a:lnTo>
                <a:lnTo>
                  <a:pt x="1517310" y="1114920"/>
                </a:lnTo>
                <a:lnTo>
                  <a:pt x="1517479" y="1114920"/>
                </a:lnTo>
                <a:lnTo>
                  <a:pt x="1517657" y="1114920"/>
                </a:lnTo>
                <a:lnTo>
                  <a:pt x="1517826" y="1114920"/>
                </a:lnTo>
                <a:lnTo>
                  <a:pt x="1517995" y="1114920"/>
                </a:lnTo>
                <a:lnTo>
                  <a:pt x="1518173" y="1114920"/>
                </a:lnTo>
                <a:lnTo>
                  <a:pt x="1518342" y="1114920"/>
                </a:lnTo>
                <a:lnTo>
                  <a:pt x="1518520" y="1114920"/>
                </a:lnTo>
                <a:lnTo>
                  <a:pt x="1518689" y="1114920"/>
                </a:lnTo>
                <a:lnTo>
                  <a:pt x="1518867" y="1114920"/>
                </a:lnTo>
                <a:lnTo>
                  <a:pt x="1519036" y="1114920"/>
                </a:lnTo>
                <a:lnTo>
                  <a:pt x="1519205" y="1114920"/>
                </a:lnTo>
                <a:lnTo>
                  <a:pt x="1519383" y="1114920"/>
                </a:lnTo>
                <a:lnTo>
                  <a:pt x="1519552" y="1114920"/>
                </a:lnTo>
                <a:lnTo>
                  <a:pt x="1519730" y="1114920"/>
                </a:lnTo>
                <a:lnTo>
                  <a:pt x="1519899" y="1114920"/>
                </a:lnTo>
                <a:lnTo>
                  <a:pt x="1520077" y="1114920"/>
                </a:lnTo>
                <a:lnTo>
                  <a:pt x="1520246" y="1114920"/>
                </a:lnTo>
                <a:lnTo>
                  <a:pt x="1520415" y="1114920"/>
                </a:lnTo>
                <a:lnTo>
                  <a:pt x="1520593" y="1114920"/>
                </a:lnTo>
                <a:lnTo>
                  <a:pt x="1520762" y="1114920"/>
                </a:lnTo>
                <a:lnTo>
                  <a:pt x="1520940" y="1114920"/>
                </a:lnTo>
                <a:lnTo>
                  <a:pt x="1521109" y="1114920"/>
                </a:lnTo>
                <a:lnTo>
                  <a:pt x="1521287" y="1114920"/>
                </a:lnTo>
                <a:lnTo>
                  <a:pt x="1521456" y="1114920"/>
                </a:lnTo>
                <a:lnTo>
                  <a:pt x="1521625" y="1114920"/>
                </a:lnTo>
                <a:lnTo>
                  <a:pt x="1521803" y="1114920"/>
                </a:lnTo>
                <a:lnTo>
                  <a:pt x="1521972" y="1114920"/>
                </a:lnTo>
                <a:lnTo>
                  <a:pt x="1522150" y="1114920"/>
                </a:lnTo>
                <a:lnTo>
                  <a:pt x="1522319" y="1114920"/>
                </a:lnTo>
                <a:lnTo>
                  <a:pt x="1522497" y="1114920"/>
                </a:lnTo>
                <a:lnTo>
                  <a:pt x="1522666" y="1114920"/>
                </a:lnTo>
                <a:lnTo>
                  <a:pt x="1522835" y="1114920"/>
                </a:lnTo>
                <a:lnTo>
                  <a:pt x="1523013" y="1114920"/>
                </a:lnTo>
                <a:lnTo>
                  <a:pt x="1523182" y="1114920"/>
                </a:lnTo>
                <a:lnTo>
                  <a:pt x="1523360" y="1114920"/>
                </a:lnTo>
                <a:lnTo>
                  <a:pt x="1523529" y="1114920"/>
                </a:lnTo>
                <a:lnTo>
                  <a:pt x="1523707" y="1114920"/>
                </a:lnTo>
                <a:lnTo>
                  <a:pt x="1523876" y="1114920"/>
                </a:lnTo>
                <a:lnTo>
                  <a:pt x="1524045" y="1114920"/>
                </a:lnTo>
                <a:lnTo>
                  <a:pt x="1524223" y="1114920"/>
                </a:lnTo>
                <a:lnTo>
                  <a:pt x="1524392" y="1114920"/>
                </a:lnTo>
                <a:lnTo>
                  <a:pt x="1524569" y="1114920"/>
                </a:lnTo>
                <a:lnTo>
                  <a:pt x="1524739" y="1114920"/>
                </a:lnTo>
                <a:lnTo>
                  <a:pt x="1524917" y="1114920"/>
                </a:lnTo>
                <a:lnTo>
                  <a:pt x="1525086" y="1114920"/>
                </a:lnTo>
                <a:lnTo>
                  <a:pt x="1525255" y="1114920"/>
                </a:lnTo>
                <a:lnTo>
                  <a:pt x="1525433" y="1114920"/>
                </a:lnTo>
                <a:lnTo>
                  <a:pt x="1525602" y="1114920"/>
                </a:lnTo>
                <a:lnTo>
                  <a:pt x="1525779" y="1114920"/>
                </a:lnTo>
                <a:lnTo>
                  <a:pt x="1525948" y="1114920"/>
                </a:lnTo>
                <a:lnTo>
                  <a:pt x="1526126" y="1114920"/>
                </a:lnTo>
                <a:lnTo>
                  <a:pt x="1526296" y="1114920"/>
                </a:lnTo>
                <a:lnTo>
                  <a:pt x="1526465" y="1114920"/>
                </a:lnTo>
                <a:lnTo>
                  <a:pt x="1526642" y="1114920"/>
                </a:lnTo>
                <a:lnTo>
                  <a:pt x="1526811" y="1114920"/>
                </a:lnTo>
                <a:lnTo>
                  <a:pt x="1526990" y="1114920"/>
                </a:lnTo>
                <a:lnTo>
                  <a:pt x="1527158" y="1114920"/>
                </a:lnTo>
                <a:lnTo>
                  <a:pt x="1527327" y="1114920"/>
                </a:lnTo>
                <a:lnTo>
                  <a:pt x="1527505" y="1114920"/>
                </a:lnTo>
                <a:lnTo>
                  <a:pt x="1527675" y="1114920"/>
                </a:lnTo>
                <a:lnTo>
                  <a:pt x="1527852" y="1114920"/>
                </a:lnTo>
                <a:lnTo>
                  <a:pt x="1528021" y="1114920"/>
                </a:lnTo>
                <a:lnTo>
                  <a:pt x="1528199" y="1114920"/>
                </a:lnTo>
                <a:lnTo>
                  <a:pt x="1528368" y="1114920"/>
                </a:lnTo>
                <a:lnTo>
                  <a:pt x="1528537" y="1114920"/>
                </a:lnTo>
                <a:lnTo>
                  <a:pt x="1528715" y="1114920"/>
                </a:lnTo>
                <a:lnTo>
                  <a:pt x="1528884" y="1114920"/>
                </a:lnTo>
                <a:lnTo>
                  <a:pt x="1529062" y="1114920"/>
                </a:lnTo>
                <a:lnTo>
                  <a:pt x="1529231" y="1114920"/>
                </a:lnTo>
                <a:lnTo>
                  <a:pt x="1529409" y="1114920"/>
                </a:lnTo>
                <a:lnTo>
                  <a:pt x="1529578" y="1114920"/>
                </a:lnTo>
                <a:lnTo>
                  <a:pt x="1529747" y="1114920"/>
                </a:lnTo>
                <a:lnTo>
                  <a:pt x="1529925" y="1114920"/>
                </a:lnTo>
                <a:lnTo>
                  <a:pt x="1530094" y="1114920"/>
                </a:lnTo>
                <a:lnTo>
                  <a:pt x="1530272" y="1114920"/>
                </a:lnTo>
                <a:lnTo>
                  <a:pt x="1530441" y="1114920"/>
                </a:lnTo>
                <a:lnTo>
                  <a:pt x="1530619" y="1114920"/>
                </a:lnTo>
                <a:lnTo>
                  <a:pt x="1530788" y="1114920"/>
                </a:lnTo>
                <a:lnTo>
                  <a:pt x="1530957" y="1114920"/>
                </a:lnTo>
                <a:lnTo>
                  <a:pt x="1531135" y="1114920"/>
                </a:lnTo>
                <a:lnTo>
                  <a:pt x="1531304" y="1114920"/>
                </a:lnTo>
                <a:lnTo>
                  <a:pt x="1531482" y="1114920"/>
                </a:lnTo>
                <a:lnTo>
                  <a:pt x="1531651" y="1114920"/>
                </a:lnTo>
                <a:lnTo>
                  <a:pt x="1531829" y="1114920"/>
                </a:lnTo>
                <a:lnTo>
                  <a:pt x="1531998" y="1114920"/>
                </a:lnTo>
                <a:lnTo>
                  <a:pt x="1532167" y="1114920"/>
                </a:lnTo>
                <a:lnTo>
                  <a:pt x="1532345" y="1114920"/>
                </a:lnTo>
                <a:lnTo>
                  <a:pt x="1532514" y="1114920"/>
                </a:lnTo>
                <a:lnTo>
                  <a:pt x="1532692" y="1114920"/>
                </a:lnTo>
                <a:lnTo>
                  <a:pt x="1532861" y="1114920"/>
                </a:lnTo>
                <a:lnTo>
                  <a:pt x="1533039" y="1114920"/>
                </a:lnTo>
                <a:lnTo>
                  <a:pt x="1533208" y="1114920"/>
                </a:lnTo>
                <a:lnTo>
                  <a:pt x="1533377" y="1114920"/>
                </a:lnTo>
                <a:lnTo>
                  <a:pt x="1533555" y="1114920"/>
                </a:lnTo>
                <a:lnTo>
                  <a:pt x="1533724" y="1114920"/>
                </a:lnTo>
                <a:lnTo>
                  <a:pt x="1533902" y="1114920"/>
                </a:lnTo>
                <a:lnTo>
                  <a:pt x="1534071" y="1114920"/>
                </a:lnTo>
                <a:lnTo>
                  <a:pt x="1534249" y="1114920"/>
                </a:lnTo>
                <a:lnTo>
                  <a:pt x="1534418" y="1114920"/>
                </a:lnTo>
                <a:lnTo>
                  <a:pt x="1534587" y="1114920"/>
                </a:lnTo>
                <a:lnTo>
                  <a:pt x="1534765" y="1114920"/>
                </a:lnTo>
                <a:lnTo>
                  <a:pt x="1534934" y="1114920"/>
                </a:lnTo>
                <a:lnTo>
                  <a:pt x="1535112" y="1114920"/>
                </a:lnTo>
                <a:lnTo>
                  <a:pt x="1535281" y="1114920"/>
                </a:lnTo>
                <a:lnTo>
                  <a:pt x="1535459" y="1114920"/>
                </a:lnTo>
                <a:lnTo>
                  <a:pt x="1535628" y="1114920"/>
                </a:lnTo>
                <a:lnTo>
                  <a:pt x="1535797" y="1114920"/>
                </a:lnTo>
                <a:lnTo>
                  <a:pt x="1535975" y="1114920"/>
                </a:lnTo>
                <a:lnTo>
                  <a:pt x="1536144" y="1114920"/>
                </a:lnTo>
                <a:lnTo>
                  <a:pt x="1536322" y="1114920"/>
                </a:lnTo>
                <a:lnTo>
                  <a:pt x="1536491" y="1114920"/>
                </a:lnTo>
                <a:lnTo>
                  <a:pt x="1536669" y="1114920"/>
                </a:lnTo>
                <a:lnTo>
                  <a:pt x="1536838" y="1114920"/>
                </a:lnTo>
                <a:lnTo>
                  <a:pt x="1537007" y="1114920"/>
                </a:lnTo>
                <a:lnTo>
                  <a:pt x="1537185" y="1114920"/>
                </a:lnTo>
                <a:lnTo>
                  <a:pt x="1537354" y="1114920"/>
                </a:lnTo>
                <a:lnTo>
                  <a:pt x="1537532" y="1114920"/>
                </a:lnTo>
                <a:lnTo>
                  <a:pt x="1537701" y="1114920"/>
                </a:lnTo>
                <a:lnTo>
                  <a:pt x="1537879" y="1114920"/>
                </a:lnTo>
                <a:lnTo>
                  <a:pt x="1538048" y="1114920"/>
                </a:lnTo>
                <a:lnTo>
                  <a:pt x="1538217" y="1114920"/>
                </a:lnTo>
                <a:lnTo>
                  <a:pt x="1538395" y="1114920"/>
                </a:lnTo>
                <a:lnTo>
                  <a:pt x="1538564" y="1114920"/>
                </a:lnTo>
                <a:lnTo>
                  <a:pt x="1538742" y="1114920"/>
                </a:lnTo>
                <a:lnTo>
                  <a:pt x="1538911" y="1114920"/>
                </a:lnTo>
                <a:lnTo>
                  <a:pt x="1539089" y="1114920"/>
                </a:lnTo>
                <a:lnTo>
                  <a:pt x="1539258" y="1114920"/>
                </a:lnTo>
                <a:lnTo>
                  <a:pt x="1539427" y="1114920"/>
                </a:lnTo>
                <a:lnTo>
                  <a:pt x="1539605" y="1114920"/>
                </a:lnTo>
                <a:lnTo>
                  <a:pt x="1539774" y="1114920"/>
                </a:lnTo>
                <a:lnTo>
                  <a:pt x="1539951" y="1114920"/>
                </a:lnTo>
                <a:lnTo>
                  <a:pt x="1540121" y="1114920"/>
                </a:lnTo>
                <a:lnTo>
                  <a:pt x="1540299" y="1114920"/>
                </a:lnTo>
                <a:lnTo>
                  <a:pt x="1540468" y="1114920"/>
                </a:lnTo>
                <a:lnTo>
                  <a:pt x="1540637" y="1114920"/>
                </a:lnTo>
                <a:lnTo>
                  <a:pt x="1540814" y="1114920"/>
                </a:lnTo>
                <a:lnTo>
                  <a:pt x="1540984" y="1114920"/>
                </a:lnTo>
                <a:lnTo>
                  <a:pt x="1541161" y="1114920"/>
                </a:lnTo>
                <a:lnTo>
                  <a:pt x="1541330" y="1114920"/>
                </a:lnTo>
                <a:lnTo>
                  <a:pt x="1541508" y="1114920"/>
                </a:lnTo>
                <a:lnTo>
                  <a:pt x="1541678" y="1114920"/>
                </a:lnTo>
                <a:lnTo>
                  <a:pt x="1541847" y="1114920"/>
                </a:lnTo>
                <a:lnTo>
                  <a:pt x="1542024" y="1114920"/>
                </a:lnTo>
                <a:lnTo>
                  <a:pt x="1542193" y="1114920"/>
                </a:lnTo>
                <a:lnTo>
                  <a:pt x="1542371" y="1114920"/>
                </a:lnTo>
                <a:lnTo>
                  <a:pt x="1542540" y="1114920"/>
                </a:lnTo>
                <a:lnTo>
                  <a:pt x="1542718" y="1114920"/>
                </a:lnTo>
                <a:lnTo>
                  <a:pt x="1542887" y="1114920"/>
                </a:lnTo>
                <a:lnTo>
                  <a:pt x="1543056" y="1114920"/>
                </a:lnTo>
                <a:lnTo>
                  <a:pt x="1543234" y="1114920"/>
                </a:lnTo>
                <a:lnTo>
                  <a:pt x="1543403" y="1114920"/>
                </a:lnTo>
                <a:lnTo>
                  <a:pt x="1543581" y="1114920"/>
                </a:lnTo>
                <a:lnTo>
                  <a:pt x="1543750" y="1114920"/>
                </a:lnTo>
                <a:lnTo>
                  <a:pt x="1543928" y="1114920"/>
                </a:lnTo>
                <a:lnTo>
                  <a:pt x="1544097" y="1114920"/>
                </a:lnTo>
                <a:lnTo>
                  <a:pt x="1544266" y="1114920"/>
                </a:lnTo>
                <a:lnTo>
                  <a:pt x="1544444" y="1114920"/>
                </a:lnTo>
                <a:lnTo>
                  <a:pt x="1544613" y="1114920"/>
                </a:lnTo>
                <a:lnTo>
                  <a:pt x="1544791" y="1114920"/>
                </a:lnTo>
                <a:lnTo>
                  <a:pt x="1544960" y="1114920"/>
                </a:lnTo>
                <a:lnTo>
                  <a:pt x="1545138" y="1114920"/>
                </a:lnTo>
                <a:lnTo>
                  <a:pt x="1545307" y="1114920"/>
                </a:lnTo>
                <a:lnTo>
                  <a:pt x="1545476" y="1114920"/>
                </a:lnTo>
                <a:lnTo>
                  <a:pt x="1545654" y="1114920"/>
                </a:lnTo>
                <a:lnTo>
                  <a:pt x="1545823" y="1114920"/>
                </a:lnTo>
                <a:lnTo>
                  <a:pt x="1546001" y="1114920"/>
                </a:lnTo>
                <a:lnTo>
                  <a:pt x="1546170" y="1114920"/>
                </a:lnTo>
                <a:lnTo>
                  <a:pt x="1546339" y="1114920"/>
                </a:lnTo>
                <a:lnTo>
                  <a:pt x="1546517" y="1114920"/>
                </a:lnTo>
                <a:lnTo>
                  <a:pt x="1546686" y="1114920"/>
                </a:lnTo>
                <a:lnTo>
                  <a:pt x="1546864" y="1114920"/>
                </a:lnTo>
                <a:lnTo>
                  <a:pt x="1547033" y="1114920"/>
                </a:lnTo>
                <a:lnTo>
                  <a:pt x="1547211" y="1114920"/>
                </a:lnTo>
                <a:lnTo>
                  <a:pt x="1547380" y="1114920"/>
                </a:lnTo>
                <a:lnTo>
                  <a:pt x="1547549" y="1114920"/>
                </a:lnTo>
                <a:lnTo>
                  <a:pt x="1547727" y="1114920"/>
                </a:lnTo>
                <a:lnTo>
                  <a:pt x="1547896" y="1114920"/>
                </a:lnTo>
                <a:lnTo>
                  <a:pt x="1548074" y="1114920"/>
                </a:lnTo>
                <a:lnTo>
                  <a:pt x="1548243" y="1114920"/>
                </a:lnTo>
                <a:lnTo>
                  <a:pt x="1548421" y="1114920"/>
                </a:lnTo>
                <a:lnTo>
                  <a:pt x="1548590" y="1114920"/>
                </a:lnTo>
                <a:lnTo>
                  <a:pt x="1548759" y="1114920"/>
                </a:lnTo>
                <a:lnTo>
                  <a:pt x="1548937" y="1114920"/>
                </a:lnTo>
                <a:lnTo>
                  <a:pt x="1549106" y="1114920"/>
                </a:lnTo>
                <a:lnTo>
                  <a:pt x="1549284" y="1114920"/>
                </a:lnTo>
                <a:lnTo>
                  <a:pt x="1549453" y="1114920"/>
                </a:lnTo>
                <a:lnTo>
                  <a:pt x="1549631" y="1114920"/>
                </a:lnTo>
                <a:lnTo>
                  <a:pt x="1549800" y="1114920"/>
                </a:lnTo>
                <a:lnTo>
                  <a:pt x="1549969" y="1114920"/>
                </a:lnTo>
                <a:lnTo>
                  <a:pt x="1550147" y="1114920"/>
                </a:lnTo>
                <a:lnTo>
                  <a:pt x="1550316" y="1114920"/>
                </a:lnTo>
                <a:lnTo>
                  <a:pt x="1550494" y="1114920"/>
                </a:lnTo>
                <a:lnTo>
                  <a:pt x="1550663" y="1114920"/>
                </a:lnTo>
                <a:lnTo>
                  <a:pt x="1550841" y="1114920"/>
                </a:lnTo>
                <a:lnTo>
                  <a:pt x="1551010" y="1114920"/>
                </a:lnTo>
                <a:lnTo>
                  <a:pt x="1551179" y="1114920"/>
                </a:lnTo>
                <a:lnTo>
                  <a:pt x="1551357" y="1114920"/>
                </a:lnTo>
                <a:lnTo>
                  <a:pt x="1551526" y="1114920"/>
                </a:lnTo>
                <a:lnTo>
                  <a:pt x="1551704" y="1114920"/>
                </a:lnTo>
                <a:lnTo>
                  <a:pt x="1551873" y="1114920"/>
                </a:lnTo>
                <a:lnTo>
                  <a:pt x="1552051" y="1114920"/>
                </a:lnTo>
                <a:lnTo>
                  <a:pt x="1552220" y="1114920"/>
                </a:lnTo>
                <a:lnTo>
                  <a:pt x="1552389" y="1114920"/>
                </a:lnTo>
                <a:lnTo>
                  <a:pt x="1552567" y="1114920"/>
                </a:lnTo>
                <a:lnTo>
                  <a:pt x="1552736" y="1114920"/>
                </a:lnTo>
                <a:lnTo>
                  <a:pt x="1552914" y="1114920"/>
                </a:lnTo>
                <a:lnTo>
                  <a:pt x="1553083" y="1114920"/>
                </a:lnTo>
                <a:lnTo>
                  <a:pt x="1553261" y="1114920"/>
                </a:lnTo>
                <a:lnTo>
                  <a:pt x="1553430" y="1114920"/>
                </a:lnTo>
                <a:lnTo>
                  <a:pt x="1553599" y="1114920"/>
                </a:lnTo>
                <a:lnTo>
                  <a:pt x="1553777" y="1114920"/>
                </a:lnTo>
                <a:lnTo>
                  <a:pt x="1553946" y="1114920"/>
                </a:lnTo>
                <a:lnTo>
                  <a:pt x="1554124" y="1114920"/>
                </a:lnTo>
                <a:lnTo>
                  <a:pt x="1554293" y="1114920"/>
                </a:lnTo>
                <a:lnTo>
                  <a:pt x="1554471" y="1114920"/>
                </a:lnTo>
                <a:lnTo>
                  <a:pt x="1554640" y="1114920"/>
                </a:lnTo>
                <a:lnTo>
                  <a:pt x="1554809" y="1114920"/>
                </a:lnTo>
                <a:lnTo>
                  <a:pt x="1554987" y="1114920"/>
                </a:lnTo>
                <a:lnTo>
                  <a:pt x="1555156" y="1114920"/>
                </a:lnTo>
                <a:lnTo>
                  <a:pt x="1555333" y="1114920"/>
                </a:lnTo>
                <a:lnTo>
                  <a:pt x="1555502" y="1114920"/>
                </a:lnTo>
                <a:lnTo>
                  <a:pt x="1555681" y="1114920"/>
                </a:lnTo>
                <a:lnTo>
                  <a:pt x="1555850" y="1114920"/>
                </a:lnTo>
                <a:lnTo>
                  <a:pt x="1556019" y="1114920"/>
                </a:lnTo>
                <a:lnTo>
                  <a:pt x="1556196" y="1114920"/>
                </a:lnTo>
                <a:lnTo>
                  <a:pt x="1556366" y="1114920"/>
                </a:lnTo>
                <a:lnTo>
                  <a:pt x="1556543" y="1114920"/>
                </a:lnTo>
                <a:lnTo>
                  <a:pt x="1556712" y="1114920"/>
                </a:lnTo>
                <a:lnTo>
                  <a:pt x="1556890" y="1114920"/>
                </a:lnTo>
                <a:lnTo>
                  <a:pt x="1557059" y="1114920"/>
                </a:lnTo>
                <a:lnTo>
                  <a:pt x="1557229" y="1114920"/>
                </a:lnTo>
                <a:lnTo>
                  <a:pt x="1557406" y="1114920"/>
                </a:lnTo>
                <a:lnTo>
                  <a:pt x="1557575" y="1114920"/>
                </a:lnTo>
                <a:lnTo>
                  <a:pt x="1557753" y="1114920"/>
                </a:lnTo>
                <a:lnTo>
                  <a:pt x="1557922" y="1114920"/>
                </a:lnTo>
                <a:lnTo>
                  <a:pt x="1558100" y="1114920"/>
                </a:lnTo>
                <a:lnTo>
                  <a:pt x="1558269" y="1114920"/>
                </a:lnTo>
                <a:lnTo>
                  <a:pt x="1558438" y="1114920"/>
                </a:lnTo>
                <a:lnTo>
                  <a:pt x="1558616" y="1114920"/>
                </a:lnTo>
                <a:lnTo>
                  <a:pt x="1558785" y="1114920"/>
                </a:lnTo>
                <a:lnTo>
                  <a:pt x="1558963" y="1114920"/>
                </a:lnTo>
                <a:lnTo>
                  <a:pt x="1559132" y="1114920"/>
                </a:lnTo>
                <a:lnTo>
                  <a:pt x="1559310" y="1114920"/>
                </a:lnTo>
                <a:lnTo>
                  <a:pt x="1559479" y="1114920"/>
                </a:lnTo>
                <a:lnTo>
                  <a:pt x="1559648" y="1114920"/>
                </a:lnTo>
                <a:lnTo>
                  <a:pt x="1559826" y="1114920"/>
                </a:lnTo>
                <a:lnTo>
                  <a:pt x="1559995" y="1114920"/>
                </a:lnTo>
                <a:lnTo>
                  <a:pt x="1560173" y="1114920"/>
                </a:lnTo>
                <a:lnTo>
                  <a:pt x="1560342" y="1114920"/>
                </a:lnTo>
                <a:lnTo>
                  <a:pt x="1560520" y="1114920"/>
                </a:lnTo>
                <a:lnTo>
                  <a:pt x="1560689" y="1114920"/>
                </a:lnTo>
                <a:lnTo>
                  <a:pt x="1560858" y="1114920"/>
                </a:lnTo>
                <a:lnTo>
                  <a:pt x="1561036" y="1114920"/>
                </a:lnTo>
                <a:lnTo>
                  <a:pt x="1561205" y="1114920"/>
                </a:lnTo>
                <a:lnTo>
                  <a:pt x="1561383" y="1114920"/>
                </a:lnTo>
                <a:lnTo>
                  <a:pt x="1561552" y="1114920"/>
                </a:lnTo>
                <a:lnTo>
                  <a:pt x="1561730" y="1114920"/>
                </a:lnTo>
                <a:lnTo>
                  <a:pt x="1561899" y="1114920"/>
                </a:lnTo>
                <a:lnTo>
                  <a:pt x="1562068" y="1114920"/>
                </a:lnTo>
                <a:lnTo>
                  <a:pt x="1562246" y="1114920"/>
                </a:lnTo>
                <a:lnTo>
                  <a:pt x="1562415" y="1114920"/>
                </a:lnTo>
                <a:lnTo>
                  <a:pt x="1562593" y="1114920"/>
                </a:lnTo>
                <a:lnTo>
                  <a:pt x="1562762" y="1114920"/>
                </a:lnTo>
                <a:lnTo>
                  <a:pt x="1562940" y="1114920"/>
                </a:lnTo>
                <a:lnTo>
                  <a:pt x="1563109" y="1114920"/>
                </a:lnTo>
                <a:lnTo>
                  <a:pt x="1563278" y="1114920"/>
                </a:lnTo>
                <a:lnTo>
                  <a:pt x="1563456" y="1114920"/>
                </a:lnTo>
                <a:lnTo>
                  <a:pt x="1563625" y="1114920"/>
                </a:lnTo>
                <a:lnTo>
                  <a:pt x="1563803" y="1114920"/>
                </a:lnTo>
                <a:lnTo>
                  <a:pt x="1563972" y="1114920"/>
                </a:lnTo>
                <a:lnTo>
                  <a:pt x="1564150" y="1114920"/>
                </a:lnTo>
                <a:lnTo>
                  <a:pt x="1564319" y="1114920"/>
                </a:lnTo>
                <a:lnTo>
                  <a:pt x="1564488" y="1114920"/>
                </a:lnTo>
                <a:lnTo>
                  <a:pt x="1564666" y="1114920"/>
                </a:lnTo>
                <a:lnTo>
                  <a:pt x="1564835" y="1114920"/>
                </a:lnTo>
                <a:lnTo>
                  <a:pt x="1565013" y="1114920"/>
                </a:lnTo>
                <a:lnTo>
                  <a:pt x="1565182" y="1114920"/>
                </a:lnTo>
                <a:lnTo>
                  <a:pt x="1565351" y="1114920"/>
                </a:lnTo>
                <a:lnTo>
                  <a:pt x="1565529" y="1114920"/>
                </a:lnTo>
                <a:lnTo>
                  <a:pt x="1565698" y="1114920"/>
                </a:lnTo>
                <a:lnTo>
                  <a:pt x="1565876" y="1114920"/>
                </a:lnTo>
                <a:lnTo>
                  <a:pt x="1566045" y="1114920"/>
                </a:lnTo>
                <a:lnTo>
                  <a:pt x="1566223" y="1114920"/>
                </a:lnTo>
                <a:lnTo>
                  <a:pt x="1566392" y="1114920"/>
                </a:lnTo>
                <a:lnTo>
                  <a:pt x="1566561" y="1114920"/>
                </a:lnTo>
                <a:lnTo>
                  <a:pt x="1566739" y="1114920"/>
                </a:lnTo>
                <a:lnTo>
                  <a:pt x="1566908" y="1114920"/>
                </a:lnTo>
                <a:lnTo>
                  <a:pt x="1567086" y="1114920"/>
                </a:lnTo>
                <a:lnTo>
                  <a:pt x="1567255" y="1114920"/>
                </a:lnTo>
                <a:lnTo>
                  <a:pt x="1567433" y="1114920"/>
                </a:lnTo>
                <a:lnTo>
                  <a:pt x="1567602" y="1114920"/>
                </a:lnTo>
                <a:lnTo>
                  <a:pt x="1567771" y="1114920"/>
                </a:lnTo>
                <a:lnTo>
                  <a:pt x="1567949" y="1114920"/>
                </a:lnTo>
                <a:lnTo>
                  <a:pt x="1568118" y="1114920"/>
                </a:lnTo>
                <a:lnTo>
                  <a:pt x="1568296" y="1114920"/>
                </a:lnTo>
                <a:lnTo>
                  <a:pt x="1568465" y="1114920"/>
                </a:lnTo>
                <a:lnTo>
                  <a:pt x="1568643" y="1114920"/>
                </a:lnTo>
                <a:lnTo>
                  <a:pt x="1568812" y="1114920"/>
                </a:lnTo>
                <a:lnTo>
                  <a:pt x="1568981" y="1114920"/>
                </a:lnTo>
                <a:lnTo>
                  <a:pt x="1569159" y="1114920"/>
                </a:lnTo>
                <a:lnTo>
                  <a:pt x="1569328" y="1114920"/>
                </a:lnTo>
                <a:lnTo>
                  <a:pt x="1569505" y="1114920"/>
                </a:lnTo>
                <a:lnTo>
                  <a:pt x="1569675" y="1114920"/>
                </a:lnTo>
                <a:lnTo>
                  <a:pt x="1569853" y="1114920"/>
                </a:lnTo>
                <a:lnTo>
                  <a:pt x="1570022" y="1114920"/>
                </a:lnTo>
                <a:lnTo>
                  <a:pt x="1570191" y="1114920"/>
                </a:lnTo>
                <a:lnTo>
                  <a:pt x="1570369" y="1114920"/>
                </a:lnTo>
                <a:lnTo>
                  <a:pt x="1570538" y="1114920"/>
                </a:lnTo>
                <a:lnTo>
                  <a:pt x="1570715" y="1114920"/>
                </a:lnTo>
                <a:lnTo>
                  <a:pt x="1570884" y="1114920"/>
                </a:lnTo>
                <a:lnTo>
                  <a:pt x="1571062" y="1114920"/>
                </a:lnTo>
                <a:lnTo>
                  <a:pt x="1571232" y="1114920"/>
                </a:lnTo>
                <a:lnTo>
                  <a:pt x="1571401" y="1114920"/>
                </a:lnTo>
                <a:lnTo>
                  <a:pt x="1571578" y="1114920"/>
                </a:lnTo>
                <a:lnTo>
                  <a:pt x="1571747" y="1114920"/>
                </a:lnTo>
                <a:lnTo>
                  <a:pt x="1571925" y="1114920"/>
                </a:lnTo>
                <a:lnTo>
                  <a:pt x="1572094" y="1114920"/>
                </a:lnTo>
                <a:lnTo>
                  <a:pt x="1572272" y="1114920"/>
                </a:lnTo>
                <a:lnTo>
                  <a:pt x="1572441" y="1114920"/>
                </a:lnTo>
                <a:lnTo>
                  <a:pt x="1572610" y="1114920"/>
                </a:lnTo>
                <a:lnTo>
                  <a:pt x="1572788" y="1114920"/>
                </a:lnTo>
                <a:lnTo>
                  <a:pt x="1572957" y="1114920"/>
                </a:lnTo>
                <a:lnTo>
                  <a:pt x="1573135" y="1114920"/>
                </a:lnTo>
                <a:lnTo>
                  <a:pt x="1573304" y="1114920"/>
                </a:lnTo>
                <a:lnTo>
                  <a:pt x="1573482" y="1114920"/>
                </a:lnTo>
                <a:lnTo>
                  <a:pt x="1573651" y="1114920"/>
                </a:lnTo>
                <a:lnTo>
                  <a:pt x="1573820" y="1114920"/>
                </a:lnTo>
                <a:lnTo>
                  <a:pt x="1573998" y="1114920"/>
                </a:lnTo>
                <a:lnTo>
                  <a:pt x="1574167" y="1114920"/>
                </a:lnTo>
                <a:lnTo>
                  <a:pt x="1574345" y="1114920"/>
                </a:lnTo>
                <a:lnTo>
                  <a:pt x="1574514" y="1114920"/>
                </a:lnTo>
                <a:lnTo>
                  <a:pt x="1574692" y="1114920"/>
                </a:lnTo>
                <a:lnTo>
                  <a:pt x="1574861" y="1114920"/>
                </a:lnTo>
                <a:lnTo>
                  <a:pt x="1575030" y="1114920"/>
                </a:lnTo>
                <a:lnTo>
                  <a:pt x="1575208" y="1114920"/>
                </a:lnTo>
                <a:lnTo>
                  <a:pt x="1575377" y="1114920"/>
                </a:lnTo>
                <a:lnTo>
                  <a:pt x="1575555" y="1114920"/>
                </a:lnTo>
                <a:lnTo>
                  <a:pt x="1575724" y="1114920"/>
                </a:lnTo>
                <a:lnTo>
                  <a:pt x="1575902" y="1114920"/>
                </a:lnTo>
                <a:lnTo>
                  <a:pt x="1576071" y="1114920"/>
                </a:lnTo>
                <a:lnTo>
                  <a:pt x="1576240" y="1114920"/>
                </a:lnTo>
                <a:lnTo>
                  <a:pt x="1576418" y="1114920"/>
                </a:lnTo>
                <a:lnTo>
                  <a:pt x="1576587" y="1114920"/>
                </a:lnTo>
                <a:lnTo>
                  <a:pt x="1576765" y="1114920"/>
                </a:lnTo>
                <a:lnTo>
                  <a:pt x="1576934" y="1114920"/>
                </a:lnTo>
                <a:lnTo>
                  <a:pt x="1577112" y="1114920"/>
                </a:lnTo>
                <a:lnTo>
                  <a:pt x="1577281" y="1114920"/>
                </a:lnTo>
                <a:lnTo>
                  <a:pt x="1577450" y="1114920"/>
                </a:lnTo>
                <a:lnTo>
                  <a:pt x="1577628" y="1114920"/>
                </a:lnTo>
                <a:lnTo>
                  <a:pt x="1577797" y="1114920"/>
                </a:lnTo>
                <a:lnTo>
                  <a:pt x="1577975" y="1114920"/>
                </a:lnTo>
                <a:lnTo>
                  <a:pt x="1578144" y="1114920"/>
                </a:lnTo>
                <a:lnTo>
                  <a:pt x="1578322" y="1114920"/>
                </a:lnTo>
                <a:lnTo>
                  <a:pt x="1578491" y="1114920"/>
                </a:lnTo>
                <a:lnTo>
                  <a:pt x="1578660" y="1114920"/>
                </a:lnTo>
                <a:lnTo>
                  <a:pt x="1578838" y="1114920"/>
                </a:lnTo>
                <a:lnTo>
                  <a:pt x="1579007" y="1114920"/>
                </a:lnTo>
                <a:lnTo>
                  <a:pt x="1579185" y="1114920"/>
                </a:lnTo>
                <a:lnTo>
                  <a:pt x="1579354" y="1114920"/>
                </a:lnTo>
                <a:lnTo>
                  <a:pt x="1579532" y="1114920"/>
                </a:lnTo>
                <a:lnTo>
                  <a:pt x="1579701" y="1114920"/>
                </a:lnTo>
                <a:lnTo>
                  <a:pt x="1579870" y="1114920"/>
                </a:lnTo>
                <a:lnTo>
                  <a:pt x="1580048" y="1114920"/>
                </a:lnTo>
                <a:lnTo>
                  <a:pt x="1580217" y="1114920"/>
                </a:lnTo>
                <a:lnTo>
                  <a:pt x="1580395" y="1114920"/>
                </a:lnTo>
                <a:lnTo>
                  <a:pt x="1580564" y="1114920"/>
                </a:lnTo>
                <a:lnTo>
                  <a:pt x="1580742" y="1114920"/>
                </a:lnTo>
                <a:lnTo>
                  <a:pt x="1580911" y="1114920"/>
                </a:lnTo>
                <a:lnTo>
                  <a:pt x="1581080" y="1114920"/>
                </a:lnTo>
                <a:lnTo>
                  <a:pt x="1581258" y="1114920"/>
                </a:lnTo>
                <a:lnTo>
                  <a:pt x="1581427" y="1114920"/>
                </a:lnTo>
                <a:lnTo>
                  <a:pt x="1581605" y="1114920"/>
                </a:lnTo>
                <a:lnTo>
                  <a:pt x="1581774" y="1114920"/>
                </a:lnTo>
                <a:lnTo>
                  <a:pt x="1581952" y="1114920"/>
                </a:lnTo>
                <a:lnTo>
                  <a:pt x="1582121" y="1114920"/>
                </a:lnTo>
                <a:lnTo>
                  <a:pt x="1582290" y="1114920"/>
                </a:lnTo>
                <a:lnTo>
                  <a:pt x="1582468" y="1114920"/>
                </a:lnTo>
                <a:lnTo>
                  <a:pt x="1582637" y="1114920"/>
                </a:lnTo>
                <a:lnTo>
                  <a:pt x="1582815" y="1114920"/>
                </a:lnTo>
                <a:lnTo>
                  <a:pt x="1582984" y="1114920"/>
                </a:lnTo>
                <a:lnTo>
                  <a:pt x="1583162" y="1114920"/>
                </a:lnTo>
                <a:lnTo>
                  <a:pt x="1583331" y="1114920"/>
                </a:lnTo>
                <a:lnTo>
                  <a:pt x="1583500" y="1114920"/>
                </a:lnTo>
                <a:lnTo>
                  <a:pt x="1583678" y="1114920"/>
                </a:lnTo>
                <a:lnTo>
                  <a:pt x="1583847" y="1114920"/>
                </a:lnTo>
                <a:lnTo>
                  <a:pt x="1584025" y="1114920"/>
                </a:lnTo>
                <a:lnTo>
                  <a:pt x="1584194" y="1114920"/>
                </a:lnTo>
                <a:lnTo>
                  <a:pt x="1584363" y="1114920"/>
                </a:lnTo>
                <a:lnTo>
                  <a:pt x="1584541" y="1114920"/>
                </a:lnTo>
                <a:lnTo>
                  <a:pt x="1584710" y="1114920"/>
                </a:lnTo>
                <a:lnTo>
                  <a:pt x="1584887" y="1114920"/>
                </a:lnTo>
                <a:lnTo>
                  <a:pt x="1585057" y="1114920"/>
                </a:lnTo>
                <a:lnTo>
                  <a:pt x="1585235" y="1114920"/>
                </a:lnTo>
                <a:lnTo>
                  <a:pt x="1585404" y="1114920"/>
                </a:lnTo>
                <a:lnTo>
                  <a:pt x="1585572" y="1114920"/>
                </a:lnTo>
                <a:lnTo>
                  <a:pt x="1585750" y="1114920"/>
                </a:lnTo>
                <a:lnTo>
                  <a:pt x="1585920" y="1114920"/>
                </a:lnTo>
                <a:lnTo>
                  <a:pt x="1586097" y="1114920"/>
                </a:lnTo>
                <a:lnTo>
                  <a:pt x="1586266" y="1114920"/>
                </a:lnTo>
                <a:lnTo>
                  <a:pt x="1586444" y="1114920"/>
                </a:lnTo>
                <a:lnTo>
                  <a:pt x="1586614" y="1114920"/>
                </a:lnTo>
                <a:lnTo>
                  <a:pt x="1586783" y="1114920"/>
                </a:lnTo>
                <a:lnTo>
                  <a:pt x="1586960" y="1114920"/>
                </a:lnTo>
                <a:lnTo>
                  <a:pt x="1587129" y="1114920"/>
                </a:lnTo>
                <a:lnTo>
                  <a:pt x="1587307" y="1114920"/>
                </a:lnTo>
                <a:lnTo>
                  <a:pt x="1587476" y="1114920"/>
                </a:lnTo>
                <a:lnTo>
                  <a:pt x="1587654" y="1114920"/>
                </a:lnTo>
                <a:lnTo>
                  <a:pt x="1587823" y="1114920"/>
                </a:lnTo>
                <a:lnTo>
                  <a:pt x="1587992" y="1114920"/>
                </a:lnTo>
                <a:lnTo>
                  <a:pt x="1588170" y="1114920"/>
                </a:lnTo>
                <a:lnTo>
                  <a:pt x="1588339" y="1114920"/>
                </a:lnTo>
                <a:lnTo>
                  <a:pt x="1588517" y="1114920"/>
                </a:lnTo>
                <a:lnTo>
                  <a:pt x="1588686" y="1114920"/>
                </a:lnTo>
                <a:lnTo>
                  <a:pt x="1588864" y="1114920"/>
                </a:lnTo>
                <a:lnTo>
                  <a:pt x="1589033" y="1114920"/>
                </a:lnTo>
                <a:lnTo>
                  <a:pt x="1589202" y="1114920"/>
                </a:lnTo>
                <a:lnTo>
                  <a:pt x="1589380" y="1114920"/>
                </a:lnTo>
                <a:lnTo>
                  <a:pt x="1589549" y="1114920"/>
                </a:lnTo>
                <a:lnTo>
                  <a:pt x="1589727" y="1114920"/>
                </a:lnTo>
                <a:lnTo>
                  <a:pt x="1589896" y="1114920"/>
                </a:lnTo>
                <a:lnTo>
                  <a:pt x="1590074" y="1114920"/>
                </a:lnTo>
                <a:lnTo>
                  <a:pt x="1590243" y="1114920"/>
                </a:lnTo>
                <a:lnTo>
                  <a:pt x="1590412" y="1114920"/>
                </a:lnTo>
                <a:lnTo>
                  <a:pt x="1590590" y="1114920"/>
                </a:lnTo>
                <a:lnTo>
                  <a:pt x="1590759" y="1114920"/>
                </a:lnTo>
                <a:lnTo>
                  <a:pt x="1590937" y="1114920"/>
                </a:lnTo>
                <a:lnTo>
                  <a:pt x="1591106" y="1114920"/>
                </a:lnTo>
                <a:lnTo>
                  <a:pt x="1591284" y="1114920"/>
                </a:lnTo>
                <a:lnTo>
                  <a:pt x="1591453" y="1114920"/>
                </a:lnTo>
                <a:lnTo>
                  <a:pt x="1591622" y="1114920"/>
                </a:lnTo>
                <a:lnTo>
                  <a:pt x="1591800" y="1114920"/>
                </a:lnTo>
                <a:lnTo>
                  <a:pt x="1591969" y="1114920"/>
                </a:lnTo>
                <a:lnTo>
                  <a:pt x="1592147" y="1114920"/>
                </a:lnTo>
                <a:lnTo>
                  <a:pt x="1592316" y="1114920"/>
                </a:lnTo>
                <a:lnTo>
                  <a:pt x="1592494" y="1114920"/>
                </a:lnTo>
                <a:lnTo>
                  <a:pt x="1592663" y="1114920"/>
                </a:lnTo>
                <a:lnTo>
                  <a:pt x="1592832" y="1114920"/>
                </a:lnTo>
                <a:lnTo>
                  <a:pt x="1593010" y="1114920"/>
                </a:lnTo>
                <a:lnTo>
                  <a:pt x="1593179" y="1114920"/>
                </a:lnTo>
                <a:lnTo>
                  <a:pt x="1593357" y="1114920"/>
                </a:lnTo>
                <a:lnTo>
                  <a:pt x="1593526" y="1114920"/>
                </a:lnTo>
                <a:lnTo>
                  <a:pt x="1593704" y="1114920"/>
                </a:lnTo>
                <a:lnTo>
                  <a:pt x="1593873" y="1114920"/>
                </a:lnTo>
                <a:lnTo>
                  <a:pt x="1594042" y="1114920"/>
                </a:lnTo>
                <a:lnTo>
                  <a:pt x="1594220" y="1114920"/>
                </a:lnTo>
                <a:lnTo>
                  <a:pt x="1594389" y="1114920"/>
                </a:lnTo>
                <a:lnTo>
                  <a:pt x="1594567" y="1114920"/>
                </a:lnTo>
                <a:lnTo>
                  <a:pt x="1594736" y="1114920"/>
                </a:lnTo>
                <a:lnTo>
                  <a:pt x="1594914" y="1114920"/>
                </a:lnTo>
                <a:lnTo>
                  <a:pt x="1595083" y="1114920"/>
                </a:lnTo>
                <a:lnTo>
                  <a:pt x="1595252" y="1114920"/>
                </a:lnTo>
                <a:lnTo>
                  <a:pt x="1595430" y="1114920"/>
                </a:lnTo>
                <a:lnTo>
                  <a:pt x="1595599" y="1114920"/>
                </a:lnTo>
                <a:lnTo>
                  <a:pt x="1595777" y="1114920"/>
                </a:lnTo>
                <a:lnTo>
                  <a:pt x="1595946" y="1114920"/>
                </a:lnTo>
                <a:lnTo>
                  <a:pt x="1596124" y="1114920"/>
                </a:lnTo>
                <a:lnTo>
                  <a:pt x="1596293" y="1114920"/>
                </a:lnTo>
                <a:lnTo>
                  <a:pt x="1596462" y="1114920"/>
                </a:lnTo>
                <a:lnTo>
                  <a:pt x="1596640" y="1114920"/>
                </a:lnTo>
                <a:lnTo>
                  <a:pt x="1596809" y="1114920"/>
                </a:lnTo>
                <a:lnTo>
                  <a:pt x="1596987" y="1114920"/>
                </a:lnTo>
                <a:lnTo>
                  <a:pt x="1597156" y="1114920"/>
                </a:lnTo>
                <a:lnTo>
                  <a:pt x="1597334" y="1114920"/>
                </a:lnTo>
                <a:lnTo>
                  <a:pt x="1597503" y="1114920"/>
                </a:lnTo>
                <a:lnTo>
                  <a:pt x="1597672" y="1114920"/>
                </a:lnTo>
                <a:lnTo>
                  <a:pt x="1597850" y="1114920"/>
                </a:lnTo>
                <a:lnTo>
                  <a:pt x="1598019" y="1114920"/>
                </a:lnTo>
                <a:lnTo>
                  <a:pt x="1598197" y="1114920"/>
                </a:lnTo>
                <a:lnTo>
                  <a:pt x="1598366" y="1114920"/>
                </a:lnTo>
                <a:lnTo>
                  <a:pt x="1598544" y="1114920"/>
                </a:lnTo>
                <a:lnTo>
                  <a:pt x="1598713" y="1114920"/>
                </a:lnTo>
                <a:lnTo>
                  <a:pt x="1598882" y="1114920"/>
                </a:lnTo>
                <a:lnTo>
                  <a:pt x="1599060" y="1114920"/>
                </a:lnTo>
                <a:lnTo>
                  <a:pt x="1599229" y="1114920"/>
                </a:lnTo>
                <a:lnTo>
                  <a:pt x="1599407" y="1114920"/>
                </a:lnTo>
                <a:lnTo>
                  <a:pt x="1599576" y="1114920"/>
                </a:lnTo>
                <a:lnTo>
                  <a:pt x="1599753" y="1114920"/>
                </a:lnTo>
                <a:lnTo>
                  <a:pt x="1599923" y="1114920"/>
                </a:lnTo>
                <a:lnTo>
                  <a:pt x="1600092" y="1114920"/>
                </a:lnTo>
                <a:lnTo>
                  <a:pt x="1600269" y="1114920"/>
                </a:lnTo>
                <a:lnTo>
                  <a:pt x="1600438" y="1114920"/>
                </a:lnTo>
                <a:lnTo>
                  <a:pt x="1600617" y="1114920"/>
                </a:lnTo>
                <a:lnTo>
                  <a:pt x="1600786" y="1114920"/>
                </a:lnTo>
                <a:lnTo>
                  <a:pt x="1600963" y="1114920"/>
                </a:lnTo>
                <a:lnTo>
                  <a:pt x="1601132" y="1114920"/>
                </a:lnTo>
                <a:lnTo>
                  <a:pt x="1601301" y="1114920"/>
                </a:lnTo>
                <a:lnTo>
                  <a:pt x="1601479" y="1114920"/>
                </a:lnTo>
                <a:lnTo>
                  <a:pt x="1601648" y="1114920"/>
                </a:lnTo>
                <a:lnTo>
                  <a:pt x="1601826" y="1114920"/>
                </a:lnTo>
                <a:lnTo>
                  <a:pt x="1601995" y="1114920"/>
                </a:lnTo>
                <a:lnTo>
                  <a:pt x="1602173" y="1114920"/>
                </a:lnTo>
                <a:lnTo>
                  <a:pt x="1602342" y="1114920"/>
                </a:lnTo>
                <a:lnTo>
                  <a:pt x="1602511" y="1114920"/>
                </a:lnTo>
                <a:lnTo>
                  <a:pt x="1602689" y="1114920"/>
                </a:lnTo>
                <a:lnTo>
                  <a:pt x="1602858" y="1114920"/>
                </a:lnTo>
                <a:lnTo>
                  <a:pt x="1603036" y="1114920"/>
                </a:lnTo>
                <a:lnTo>
                  <a:pt x="1603205" y="1114920"/>
                </a:lnTo>
                <a:lnTo>
                  <a:pt x="1603374" y="1114920"/>
                </a:lnTo>
                <a:lnTo>
                  <a:pt x="1603552" y="1114920"/>
                </a:lnTo>
                <a:lnTo>
                  <a:pt x="1603721" y="1114920"/>
                </a:lnTo>
                <a:lnTo>
                  <a:pt x="1603899" y="1114920"/>
                </a:lnTo>
                <a:lnTo>
                  <a:pt x="1604068" y="1114920"/>
                </a:lnTo>
                <a:lnTo>
                  <a:pt x="1604246" y="1114920"/>
                </a:lnTo>
                <a:lnTo>
                  <a:pt x="1604415" y="1114920"/>
                </a:lnTo>
                <a:lnTo>
                  <a:pt x="1604584" y="1114920"/>
                </a:lnTo>
                <a:lnTo>
                  <a:pt x="1604762" y="1114920"/>
                </a:lnTo>
                <a:lnTo>
                  <a:pt x="1604931" y="1114920"/>
                </a:lnTo>
                <a:lnTo>
                  <a:pt x="1605109" y="1114920"/>
                </a:lnTo>
                <a:lnTo>
                  <a:pt x="1605278" y="1114920"/>
                </a:lnTo>
                <a:lnTo>
                  <a:pt x="1605456" y="1114920"/>
                </a:lnTo>
                <a:lnTo>
                  <a:pt x="1605625" y="1114920"/>
                </a:lnTo>
                <a:lnTo>
                  <a:pt x="1605794" y="1114920"/>
                </a:lnTo>
                <a:lnTo>
                  <a:pt x="1605972" y="1114920"/>
                </a:lnTo>
                <a:lnTo>
                  <a:pt x="1606141" y="1114920"/>
                </a:lnTo>
                <a:lnTo>
                  <a:pt x="1606319" y="1114920"/>
                </a:lnTo>
                <a:lnTo>
                  <a:pt x="1606488" y="1114920"/>
                </a:lnTo>
                <a:lnTo>
                  <a:pt x="1606666" y="1114920"/>
                </a:lnTo>
                <a:lnTo>
                  <a:pt x="1606835" y="1114920"/>
                </a:lnTo>
                <a:lnTo>
                  <a:pt x="1607004" y="1114920"/>
                </a:lnTo>
                <a:lnTo>
                  <a:pt x="1607182" y="1114920"/>
                </a:lnTo>
                <a:lnTo>
                  <a:pt x="1607351" y="1114920"/>
                </a:lnTo>
                <a:lnTo>
                  <a:pt x="1607529" y="1114920"/>
                </a:lnTo>
                <a:lnTo>
                  <a:pt x="1607698" y="1114920"/>
                </a:lnTo>
                <a:lnTo>
                  <a:pt x="1607876" y="1114920"/>
                </a:lnTo>
                <a:lnTo>
                  <a:pt x="1608045" y="1114920"/>
                </a:lnTo>
                <a:lnTo>
                  <a:pt x="1608214" y="1114920"/>
                </a:lnTo>
                <a:lnTo>
                  <a:pt x="1608392" y="1114920"/>
                </a:lnTo>
                <a:lnTo>
                  <a:pt x="1608561" y="1114920"/>
                </a:lnTo>
                <a:lnTo>
                  <a:pt x="1608739" y="1114920"/>
                </a:lnTo>
                <a:lnTo>
                  <a:pt x="1608908" y="1114920"/>
                </a:lnTo>
                <a:lnTo>
                  <a:pt x="1609086" y="1114920"/>
                </a:lnTo>
                <a:lnTo>
                  <a:pt x="1609255" y="1114920"/>
                </a:lnTo>
                <a:lnTo>
                  <a:pt x="1609424" y="1114920"/>
                </a:lnTo>
                <a:lnTo>
                  <a:pt x="1609602" y="1114920"/>
                </a:lnTo>
                <a:lnTo>
                  <a:pt x="1609771" y="1114920"/>
                </a:lnTo>
                <a:lnTo>
                  <a:pt x="1609949" y="1114920"/>
                </a:lnTo>
                <a:lnTo>
                  <a:pt x="1610118" y="1114920"/>
                </a:lnTo>
                <a:lnTo>
                  <a:pt x="1610296" y="1114920"/>
                </a:lnTo>
                <a:lnTo>
                  <a:pt x="1610465" y="1114920"/>
                </a:lnTo>
                <a:lnTo>
                  <a:pt x="1610634" y="1114920"/>
                </a:lnTo>
                <a:lnTo>
                  <a:pt x="1610812" y="1114920"/>
                </a:lnTo>
                <a:lnTo>
                  <a:pt x="1610981" y="1114920"/>
                </a:lnTo>
                <a:lnTo>
                  <a:pt x="1611159" y="1114920"/>
                </a:lnTo>
                <a:lnTo>
                  <a:pt x="1611328" y="1114920"/>
                </a:lnTo>
                <a:lnTo>
                  <a:pt x="1611506" y="1114920"/>
                </a:lnTo>
                <a:lnTo>
                  <a:pt x="1611675" y="1114920"/>
                </a:lnTo>
                <a:lnTo>
                  <a:pt x="1611844" y="1114920"/>
                </a:lnTo>
                <a:lnTo>
                  <a:pt x="1612022" y="1114920"/>
                </a:lnTo>
                <a:lnTo>
                  <a:pt x="1612191" y="1114920"/>
                </a:lnTo>
                <a:lnTo>
                  <a:pt x="1612369" y="1114920"/>
                </a:lnTo>
                <a:lnTo>
                  <a:pt x="1612538" y="1114920"/>
                </a:lnTo>
                <a:lnTo>
                  <a:pt x="1612716" y="1114920"/>
                </a:lnTo>
                <a:lnTo>
                  <a:pt x="1612885" y="1114920"/>
                </a:lnTo>
                <a:lnTo>
                  <a:pt x="1613054" y="1114920"/>
                </a:lnTo>
                <a:lnTo>
                  <a:pt x="1613232" y="1114920"/>
                </a:lnTo>
                <a:lnTo>
                  <a:pt x="1613401" y="1114920"/>
                </a:lnTo>
                <a:lnTo>
                  <a:pt x="1613579" y="1114920"/>
                </a:lnTo>
                <a:lnTo>
                  <a:pt x="1613748" y="1114920"/>
                </a:lnTo>
                <a:lnTo>
                  <a:pt x="1613926" y="1114920"/>
                </a:lnTo>
                <a:lnTo>
                  <a:pt x="1614095" y="1114920"/>
                </a:lnTo>
                <a:lnTo>
                  <a:pt x="1614264" y="1114920"/>
                </a:lnTo>
                <a:lnTo>
                  <a:pt x="1614441" y="1114920"/>
                </a:lnTo>
                <a:lnTo>
                  <a:pt x="1614611" y="1114920"/>
                </a:lnTo>
                <a:lnTo>
                  <a:pt x="1614789" y="1114920"/>
                </a:lnTo>
                <a:lnTo>
                  <a:pt x="1614957" y="1114920"/>
                </a:lnTo>
                <a:lnTo>
                  <a:pt x="1615135" y="1114920"/>
                </a:lnTo>
                <a:lnTo>
                  <a:pt x="1615305" y="1114920"/>
                </a:lnTo>
                <a:lnTo>
                  <a:pt x="1615474" y="1114920"/>
                </a:lnTo>
                <a:lnTo>
                  <a:pt x="1615651" y="1114920"/>
                </a:lnTo>
                <a:lnTo>
                  <a:pt x="1615820" y="1114920"/>
                </a:lnTo>
                <a:lnTo>
                  <a:pt x="1615998" y="1114920"/>
                </a:lnTo>
                <a:lnTo>
                  <a:pt x="1616168" y="1114920"/>
                </a:lnTo>
                <a:lnTo>
                  <a:pt x="1616345" y="1114920"/>
                </a:lnTo>
                <a:lnTo>
                  <a:pt x="1616514" y="1114920"/>
                </a:lnTo>
                <a:lnTo>
                  <a:pt x="1616683" y="1114920"/>
                </a:lnTo>
                <a:lnTo>
                  <a:pt x="1616861" y="1114920"/>
                </a:lnTo>
                <a:lnTo>
                  <a:pt x="1617030" y="1114920"/>
                </a:lnTo>
                <a:lnTo>
                  <a:pt x="1617208" y="1114920"/>
                </a:lnTo>
                <a:lnTo>
                  <a:pt x="1617377" y="1114920"/>
                </a:lnTo>
                <a:lnTo>
                  <a:pt x="1617555" y="1114920"/>
                </a:lnTo>
                <a:lnTo>
                  <a:pt x="1617724" y="1114920"/>
                </a:lnTo>
                <a:lnTo>
                  <a:pt x="1617893" y="1114920"/>
                </a:lnTo>
                <a:lnTo>
                  <a:pt x="1618071" y="1114920"/>
                </a:lnTo>
                <a:lnTo>
                  <a:pt x="1618240" y="1114920"/>
                </a:lnTo>
                <a:lnTo>
                  <a:pt x="1618418" y="1114920"/>
                </a:lnTo>
                <a:lnTo>
                  <a:pt x="1618587" y="1114920"/>
                </a:lnTo>
                <a:lnTo>
                  <a:pt x="1618765" y="1114920"/>
                </a:lnTo>
                <a:lnTo>
                  <a:pt x="1618934" y="1114920"/>
                </a:lnTo>
                <a:lnTo>
                  <a:pt x="1619103" y="1114920"/>
                </a:lnTo>
                <a:lnTo>
                  <a:pt x="1619281" y="1114920"/>
                </a:lnTo>
                <a:lnTo>
                  <a:pt x="1619450" y="1114920"/>
                </a:lnTo>
                <a:lnTo>
                  <a:pt x="1619628" y="1114920"/>
                </a:lnTo>
                <a:lnTo>
                  <a:pt x="1619797" y="1114920"/>
                </a:lnTo>
                <a:lnTo>
                  <a:pt x="1619975" y="1114920"/>
                </a:lnTo>
                <a:lnTo>
                  <a:pt x="1620144" y="1114920"/>
                </a:lnTo>
                <a:lnTo>
                  <a:pt x="1620313" y="1114920"/>
                </a:lnTo>
                <a:lnTo>
                  <a:pt x="1620491" y="1114920"/>
                </a:lnTo>
                <a:lnTo>
                  <a:pt x="1620660" y="1114920"/>
                </a:lnTo>
                <a:lnTo>
                  <a:pt x="1620838" y="1114920"/>
                </a:lnTo>
                <a:lnTo>
                  <a:pt x="1621007" y="1114920"/>
                </a:lnTo>
                <a:lnTo>
                  <a:pt x="1621185" y="1114920"/>
                </a:lnTo>
                <a:lnTo>
                  <a:pt x="1621354" y="1114920"/>
                </a:lnTo>
                <a:lnTo>
                  <a:pt x="1621523" y="1114920"/>
                </a:lnTo>
                <a:lnTo>
                  <a:pt x="1621701" y="1114920"/>
                </a:lnTo>
                <a:lnTo>
                  <a:pt x="1621870" y="1114920"/>
                </a:lnTo>
                <a:lnTo>
                  <a:pt x="1622048" y="1114920"/>
                </a:lnTo>
                <a:lnTo>
                  <a:pt x="1622217" y="1114920"/>
                </a:lnTo>
                <a:lnTo>
                  <a:pt x="1622386" y="1114920"/>
                </a:lnTo>
                <a:lnTo>
                  <a:pt x="1622564" y="1114920"/>
                </a:lnTo>
                <a:lnTo>
                  <a:pt x="1622733" y="1114920"/>
                </a:lnTo>
                <a:lnTo>
                  <a:pt x="1622911" y="1114920"/>
                </a:lnTo>
                <a:lnTo>
                  <a:pt x="1623080" y="1114920"/>
                </a:lnTo>
                <a:lnTo>
                  <a:pt x="1623258" y="1114920"/>
                </a:lnTo>
                <a:lnTo>
                  <a:pt x="1623427" y="1114920"/>
                </a:lnTo>
                <a:lnTo>
                  <a:pt x="1623596" y="1114920"/>
                </a:lnTo>
                <a:lnTo>
                  <a:pt x="1623774" y="1114920"/>
                </a:lnTo>
                <a:lnTo>
                  <a:pt x="1623943" y="1114920"/>
                </a:lnTo>
                <a:lnTo>
                  <a:pt x="1624121" y="1114920"/>
                </a:lnTo>
                <a:lnTo>
                  <a:pt x="1624290" y="1114920"/>
                </a:lnTo>
                <a:lnTo>
                  <a:pt x="1624468" y="1114920"/>
                </a:lnTo>
                <a:lnTo>
                  <a:pt x="1624637" y="1114920"/>
                </a:lnTo>
                <a:lnTo>
                  <a:pt x="1624806" y="1114920"/>
                </a:lnTo>
                <a:lnTo>
                  <a:pt x="1624984" y="1114920"/>
                </a:lnTo>
                <a:lnTo>
                  <a:pt x="1625153" y="1114920"/>
                </a:lnTo>
                <a:lnTo>
                  <a:pt x="1625331" y="1114920"/>
                </a:lnTo>
                <a:lnTo>
                  <a:pt x="1625500" y="1114920"/>
                </a:lnTo>
                <a:lnTo>
                  <a:pt x="1625678" y="1114920"/>
                </a:lnTo>
                <a:lnTo>
                  <a:pt x="1625847" y="1114920"/>
                </a:lnTo>
                <a:lnTo>
                  <a:pt x="1626016" y="1114920"/>
                </a:lnTo>
                <a:lnTo>
                  <a:pt x="1626194" y="1114920"/>
                </a:lnTo>
                <a:lnTo>
                  <a:pt x="1626363" y="1114920"/>
                </a:lnTo>
                <a:lnTo>
                  <a:pt x="1626541" y="1114920"/>
                </a:lnTo>
                <a:lnTo>
                  <a:pt x="1626710" y="1114920"/>
                </a:lnTo>
                <a:lnTo>
                  <a:pt x="1626888" y="1114920"/>
                </a:lnTo>
                <a:lnTo>
                  <a:pt x="1627057" y="1114920"/>
                </a:lnTo>
                <a:lnTo>
                  <a:pt x="1627226" y="1114920"/>
                </a:lnTo>
                <a:lnTo>
                  <a:pt x="1627404" y="1114920"/>
                </a:lnTo>
                <a:lnTo>
                  <a:pt x="1627573" y="1114920"/>
                </a:lnTo>
                <a:lnTo>
                  <a:pt x="1627751" y="1114920"/>
                </a:lnTo>
                <a:lnTo>
                  <a:pt x="1627920" y="1114920"/>
                </a:lnTo>
                <a:lnTo>
                  <a:pt x="1628098" y="1114920"/>
                </a:lnTo>
                <a:lnTo>
                  <a:pt x="1628267" y="1114920"/>
                </a:lnTo>
                <a:lnTo>
                  <a:pt x="1628436" y="1114920"/>
                </a:lnTo>
                <a:lnTo>
                  <a:pt x="1628614" y="1114920"/>
                </a:lnTo>
                <a:lnTo>
                  <a:pt x="1628783" y="1114920"/>
                </a:lnTo>
                <a:lnTo>
                  <a:pt x="1628961" y="1114920"/>
                </a:lnTo>
                <a:lnTo>
                  <a:pt x="1629129" y="1114920"/>
                </a:lnTo>
                <a:lnTo>
                  <a:pt x="1629308" y="1114920"/>
                </a:lnTo>
                <a:lnTo>
                  <a:pt x="1629477" y="1114920"/>
                </a:lnTo>
                <a:lnTo>
                  <a:pt x="1629646" y="1114920"/>
                </a:lnTo>
                <a:lnTo>
                  <a:pt x="1629823" y="1114920"/>
                </a:lnTo>
                <a:lnTo>
                  <a:pt x="1629992" y="1114920"/>
                </a:lnTo>
                <a:lnTo>
                  <a:pt x="1630171" y="1114920"/>
                </a:lnTo>
                <a:lnTo>
                  <a:pt x="1630339" y="1114920"/>
                </a:lnTo>
                <a:lnTo>
                  <a:pt x="1630517" y="1114920"/>
                </a:lnTo>
                <a:lnTo>
                  <a:pt x="1630686" y="1114920"/>
                </a:lnTo>
                <a:lnTo>
                  <a:pt x="1630856" y="1114920"/>
                </a:lnTo>
                <a:lnTo>
                  <a:pt x="1631033" y="1114920"/>
                </a:lnTo>
                <a:lnTo>
                  <a:pt x="1631202" y="1114920"/>
                </a:lnTo>
                <a:lnTo>
                  <a:pt x="1631380" y="1114920"/>
                </a:lnTo>
                <a:lnTo>
                  <a:pt x="1631549" y="1114920"/>
                </a:lnTo>
                <a:lnTo>
                  <a:pt x="1631727" y="1114920"/>
                </a:lnTo>
                <a:lnTo>
                  <a:pt x="1631896" y="1114920"/>
                </a:lnTo>
                <a:lnTo>
                  <a:pt x="1632065" y="1114920"/>
                </a:lnTo>
                <a:lnTo>
                  <a:pt x="1632243" y="1114920"/>
                </a:lnTo>
                <a:lnTo>
                  <a:pt x="1632412" y="1114920"/>
                </a:lnTo>
                <a:lnTo>
                  <a:pt x="1632590" y="1114920"/>
                </a:lnTo>
                <a:lnTo>
                  <a:pt x="1632759" y="1114920"/>
                </a:lnTo>
                <a:lnTo>
                  <a:pt x="1632937" y="1114920"/>
                </a:lnTo>
                <a:lnTo>
                  <a:pt x="1633106" y="1114920"/>
                </a:lnTo>
                <a:lnTo>
                  <a:pt x="1633275" y="1114920"/>
                </a:lnTo>
                <a:lnTo>
                  <a:pt x="1633453" y="1114920"/>
                </a:lnTo>
                <a:lnTo>
                  <a:pt x="1633622" y="1114920"/>
                </a:lnTo>
                <a:lnTo>
                  <a:pt x="1633800" y="1114920"/>
                </a:lnTo>
                <a:lnTo>
                  <a:pt x="1633969" y="1114920"/>
                </a:lnTo>
                <a:lnTo>
                  <a:pt x="1634147" y="1114920"/>
                </a:lnTo>
                <a:lnTo>
                  <a:pt x="1634316" y="1114920"/>
                </a:lnTo>
                <a:lnTo>
                  <a:pt x="1634485" y="1114920"/>
                </a:lnTo>
                <a:lnTo>
                  <a:pt x="1634663" y="1114920"/>
                </a:lnTo>
                <a:lnTo>
                  <a:pt x="1634832" y="1114920"/>
                </a:lnTo>
                <a:lnTo>
                  <a:pt x="1635010" y="1114920"/>
                </a:lnTo>
                <a:lnTo>
                  <a:pt x="1635179" y="1114920"/>
                </a:lnTo>
                <a:lnTo>
                  <a:pt x="1635357" y="1114920"/>
                </a:lnTo>
                <a:lnTo>
                  <a:pt x="1635526" y="1114920"/>
                </a:lnTo>
                <a:lnTo>
                  <a:pt x="1635695" y="1114920"/>
                </a:lnTo>
                <a:lnTo>
                  <a:pt x="1635873" y="1114920"/>
                </a:lnTo>
                <a:lnTo>
                  <a:pt x="1636042" y="1114920"/>
                </a:lnTo>
                <a:lnTo>
                  <a:pt x="1636220" y="1114920"/>
                </a:lnTo>
                <a:lnTo>
                  <a:pt x="1636389" y="1114920"/>
                </a:lnTo>
                <a:lnTo>
                  <a:pt x="1636567" y="1114920"/>
                </a:lnTo>
                <a:lnTo>
                  <a:pt x="1636736" y="1114920"/>
                </a:lnTo>
                <a:lnTo>
                  <a:pt x="1636905" y="1114920"/>
                </a:lnTo>
                <a:lnTo>
                  <a:pt x="1637083" y="1114920"/>
                </a:lnTo>
                <a:lnTo>
                  <a:pt x="1637252" y="1114920"/>
                </a:lnTo>
                <a:lnTo>
                  <a:pt x="1637430" y="1114920"/>
                </a:lnTo>
                <a:lnTo>
                  <a:pt x="1637599" y="1114920"/>
                </a:lnTo>
                <a:lnTo>
                  <a:pt x="1637777" y="1114920"/>
                </a:lnTo>
                <a:lnTo>
                  <a:pt x="1637946" y="1114920"/>
                </a:lnTo>
                <a:lnTo>
                  <a:pt x="1638115" y="1114920"/>
                </a:lnTo>
                <a:lnTo>
                  <a:pt x="1638293" y="1114920"/>
                </a:lnTo>
                <a:lnTo>
                  <a:pt x="1638462" y="1114920"/>
                </a:lnTo>
                <a:lnTo>
                  <a:pt x="1638640" y="1114920"/>
                </a:lnTo>
                <a:lnTo>
                  <a:pt x="1638809" y="1114920"/>
                </a:lnTo>
                <a:lnTo>
                  <a:pt x="1638987" y="1114920"/>
                </a:lnTo>
                <a:lnTo>
                  <a:pt x="1639156" y="1114920"/>
                </a:lnTo>
                <a:lnTo>
                  <a:pt x="1639325" y="1114920"/>
                </a:lnTo>
                <a:lnTo>
                  <a:pt x="1639503" y="1114920"/>
                </a:lnTo>
                <a:lnTo>
                  <a:pt x="1639672" y="1114920"/>
                </a:lnTo>
                <a:lnTo>
                  <a:pt x="1639850" y="1114920"/>
                </a:lnTo>
                <a:lnTo>
                  <a:pt x="1640019" y="1114920"/>
                </a:lnTo>
                <a:lnTo>
                  <a:pt x="1640197" y="1114920"/>
                </a:lnTo>
                <a:lnTo>
                  <a:pt x="1640366" y="1114920"/>
                </a:lnTo>
                <a:lnTo>
                  <a:pt x="1640535" y="1114920"/>
                </a:lnTo>
                <a:lnTo>
                  <a:pt x="1640713" y="1114920"/>
                </a:lnTo>
                <a:lnTo>
                  <a:pt x="1640882" y="1114920"/>
                </a:lnTo>
                <a:lnTo>
                  <a:pt x="1641060" y="1114920"/>
                </a:lnTo>
                <a:lnTo>
                  <a:pt x="1641229" y="1114920"/>
                </a:lnTo>
                <a:lnTo>
                  <a:pt x="1641407" y="1114920"/>
                </a:lnTo>
                <a:lnTo>
                  <a:pt x="1641576" y="1114920"/>
                </a:lnTo>
                <a:lnTo>
                  <a:pt x="1641745" y="1114920"/>
                </a:lnTo>
                <a:lnTo>
                  <a:pt x="1641923" y="1114920"/>
                </a:lnTo>
                <a:lnTo>
                  <a:pt x="1642092" y="1114920"/>
                </a:lnTo>
                <a:lnTo>
                  <a:pt x="1642270" y="1114920"/>
                </a:lnTo>
                <a:lnTo>
                  <a:pt x="1642439" y="1114920"/>
                </a:lnTo>
                <a:lnTo>
                  <a:pt x="1642608" y="1114920"/>
                </a:lnTo>
                <a:lnTo>
                  <a:pt x="1642786" y="1114920"/>
                </a:lnTo>
                <a:lnTo>
                  <a:pt x="1642955" y="1114920"/>
                </a:lnTo>
                <a:lnTo>
                  <a:pt x="1643132" y="1114920"/>
                </a:lnTo>
                <a:lnTo>
                  <a:pt x="1643302" y="1114920"/>
                </a:lnTo>
                <a:lnTo>
                  <a:pt x="1643480" y="1114920"/>
                </a:lnTo>
                <a:lnTo>
                  <a:pt x="1643649" y="1114920"/>
                </a:lnTo>
                <a:lnTo>
                  <a:pt x="1643818" y="1114920"/>
                </a:lnTo>
                <a:lnTo>
                  <a:pt x="1643996" y="1114920"/>
                </a:lnTo>
                <a:lnTo>
                  <a:pt x="1644165" y="1114920"/>
                </a:lnTo>
                <a:lnTo>
                  <a:pt x="1644342" y="1114920"/>
                </a:lnTo>
                <a:lnTo>
                  <a:pt x="1644511" y="1114920"/>
                </a:lnTo>
                <a:lnTo>
                  <a:pt x="1644689" y="1114920"/>
                </a:lnTo>
                <a:lnTo>
                  <a:pt x="1644859" y="1114920"/>
                </a:lnTo>
                <a:lnTo>
                  <a:pt x="1645028" y="1114920"/>
                </a:lnTo>
                <a:lnTo>
                  <a:pt x="1645205" y="1114920"/>
                </a:lnTo>
                <a:lnTo>
                  <a:pt x="1645374" y="1114920"/>
                </a:lnTo>
                <a:lnTo>
                  <a:pt x="1645553" y="1114920"/>
                </a:lnTo>
                <a:lnTo>
                  <a:pt x="1645721" y="1114920"/>
                </a:lnTo>
                <a:lnTo>
                  <a:pt x="1645899" y="1114920"/>
                </a:lnTo>
                <a:lnTo>
                  <a:pt x="1646068" y="1114920"/>
                </a:lnTo>
                <a:lnTo>
                  <a:pt x="1646237" y="1114920"/>
                </a:lnTo>
                <a:lnTo>
                  <a:pt x="1646415" y="1114920"/>
                </a:lnTo>
                <a:lnTo>
                  <a:pt x="1646584" y="1114920"/>
                </a:lnTo>
                <a:lnTo>
                  <a:pt x="1646762" y="1114920"/>
                </a:lnTo>
                <a:lnTo>
                  <a:pt x="1646931" y="1114920"/>
                </a:lnTo>
                <a:lnTo>
                  <a:pt x="1647109" y="1114920"/>
                </a:lnTo>
                <a:lnTo>
                  <a:pt x="1647278" y="1114920"/>
                </a:lnTo>
                <a:lnTo>
                  <a:pt x="1647447" y="1114920"/>
                </a:lnTo>
                <a:lnTo>
                  <a:pt x="1647625" y="1114920"/>
                </a:lnTo>
                <a:lnTo>
                  <a:pt x="1647794" y="1114920"/>
                </a:lnTo>
                <a:lnTo>
                  <a:pt x="1647972" y="1114920"/>
                </a:lnTo>
                <a:lnTo>
                  <a:pt x="1648141" y="1114920"/>
                </a:lnTo>
                <a:lnTo>
                  <a:pt x="1648319" y="1114920"/>
                </a:lnTo>
                <a:lnTo>
                  <a:pt x="1648488" y="1114920"/>
                </a:lnTo>
                <a:lnTo>
                  <a:pt x="1648657" y="1114920"/>
                </a:lnTo>
                <a:lnTo>
                  <a:pt x="1648835" y="1114920"/>
                </a:lnTo>
                <a:lnTo>
                  <a:pt x="1649004" y="1114920"/>
                </a:lnTo>
                <a:lnTo>
                  <a:pt x="1649182" y="1114920"/>
                </a:lnTo>
                <a:lnTo>
                  <a:pt x="1649351" y="1114920"/>
                </a:lnTo>
                <a:lnTo>
                  <a:pt x="1649529" y="1114920"/>
                </a:lnTo>
                <a:lnTo>
                  <a:pt x="1649698" y="1114920"/>
                </a:lnTo>
                <a:lnTo>
                  <a:pt x="1649867" y="1114920"/>
                </a:lnTo>
                <a:lnTo>
                  <a:pt x="1650045" y="1114920"/>
                </a:lnTo>
                <a:lnTo>
                  <a:pt x="1650214" y="1114920"/>
                </a:lnTo>
                <a:lnTo>
                  <a:pt x="1650392" y="1114920"/>
                </a:lnTo>
                <a:lnTo>
                  <a:pt x="1650561" y="1114920"/>
                </a:lnTo>
                <a:lnTo>
                  <a:pt x="1650739" y="1114920"/>
                </a:lnTo>
                <a:lnTo>
                  <a:pt x="1650908" y="1114920"/>
                </a:lnTo>
                <a:lnTo>
                  <a:pt x="1651077" y="1114920"/>
                </a:lnTo>
                <a:lnTo>
                  <a:pt x="1651255" y="1114920"/>
                </a:lnTo>
                <a:lnTo>
                  <a:pt x="1651424" y="1114920"/>
                </a:lnTo>
                <a:lnTo>
                  <a:pt x="1651602" y="1114920"/>
                </a:lnTo>
                <a:lnTo>
                  <a:pt x="1651771" y="1114920"/>
                </a:lnTo>
                <a:lnTo>
                  <a:pt x="1651949" y="1114920"/>
                </a:lnTo>
                <a:lnTo>
                  <a:pt x="1652118" y="1114920"/>
                </a:lnTo>
                <a:lnTo>
                  <a:pt x="1652287" y="1114920"/>
                </a:lnTo>
                <a:lnTo>
                  <a:pt x="1652465" y="1114920"/>
                </a:lnTo>
                <a:lnTo>
                  <a:pt x="1652634" y="1114920"/>
                </a:lnTo>
                <a:lnTo>
                  <a:pt x="1652812" y="1114920"/>
                </a:lnTo>
                <a:lnTo>
                  <a:pt x="1652981" y="1114920"/>
                </a:lnTo>
                <a:lnTo>
                  <a:pt x="1653159" y="1114920"/>
                </a:lnTo>
                <a:lnTo>
                  <a:pt x="1653328" y="1114920"/>
                </a:lnTo>
                <a:lnTo>
                  <a:pt x="1653497" y="1114920"/>
                </a:lnTo>
                <a:lnTo>
                  <a:pt x="1653675" y="1114920"/>
                </a:lnTo>
                <a:lnTo>
                  <a:pt x="1653844" y="1114920"/>
                </a:lnTo>
                <a:lnTo>
                  <a:pt x="1654022" y="1114920"/>
                </a:lnTo>
                <a:lnTo>
                  <a:pt x="1654191" y="1114920"/>
                </a:lnTo>
                <a:lnTo>
                  <a:pt x="1654369" y="1114920"/>
                </a:lnTo>
                <a:lnTo>
                  <a:pt x="1654538" y="1114920"/>
                </a:lnTo>
                <a:lnTo>
                  <a:pt x="1654707" y="1114920"/>
                </a:lnTo>
                <a:lnTo>
                  <a:pt x="1654885" y="1114920"/>
                </a:lnTo>
                <a:lnTo>
                  <a:pt x="1655054" y="1114920"/>
                </a:lnTo>
                <a:lnTo>
                  <a:pt x="1655232" y="1114920"/>
                </a:lnTo>
                <a:lnTo>
                  <a:pt x="1655401" y="1114920"/>
                </a:lnTo>
                <a:lnTo>
                  <a:pt x="1655579" y="1114920"/>
                </a:lnTo>
                <a:lnTo>
                  <a:pt x="1655748" y="1114920"/>
                </a:lnTo>
                <a:lnTo>
                  <a:pt x="1655917" y="1114920"/>
                </a:lnTo>
                <a:lnTo>
                  <a:pt x="1656095" y="1114920"/>
                </a:lnTo>
                <a:lnTo>
                  <a:pt x="1656264" y="1114920"/>
                </a:lnTo>
                <a:lnTo>
                  <a:pt x="1656442" y="1114920"/>
                </a:lnTo>
                <a:lnTo>
                  <a:pt x="1656611" y="1114920"/>
                </a:lnTo>
                <a:lnTo>
                  <a:pt x="1656789" y="1114920"/>
                </a:lnTo>
                <a:lnTo>
                  <a:pt x="1656958" y="1114920"/>
                </a:lnTo>
                <a:lnTo>
                  <a:pt x="1657127" y="1114920"/>
                </a:lnTo>
                <a:lnTo>
                  <a:pt x="1657305" y="1114920"/>
                </a:lnTo>
                <a:lnTo>
                  <a:pt x="1657474" y="1114920"/>
                </a:lnTo>
                <a:lnTo>
                  <a:pt x="1657652" y="1114920"/>
                </a:lnTo>
                <a:lnTo>
                  <a:pt x="1657821" y="1114920"/>
                </a:lnTo>
                <a:lnTo>
                  <a:pt x="1657999" y="1114920"/>
                </a:lnTo>
                <a:lnTo>
                  <a:pt x="1658168" y="1114920"/>
                </a:lnTo>
                <a:lnTo>
                  <a:pt x="1658337" y="1114920"/>
                </a:lnTo>
                <a:lnTo>
                  <a:pt x="1658514" y="1114920"/>
                </a:lnTo>
                <a:lnTo>
                  <a:pt x="1658683" y="1114920"/>
                </a:lnTo>
                <a:lnTo>
                  <a:pt x="1658862" y="1114920"/>
                </a:lnTo>
                <a:lnTo>
                  <a:pt x="1659031" y="1114920"/>
                </a:lnTo>
                <a:lnTo>
                  <a:pt x="1659208" y="1114920"/>
                </a:lnTo>
                <a:lnTo>
                  <a:pt x="1659377" y="1114920"/>
                </a:lnTo>
                <a:lnTo>
                  <a:pt x="1659547" y="1114920"/>
                </a:lnTo>
                <a:lnTo>
                  <a:pt x="1659724" y="1114920"/>
                </a:lnTo>
                <a:lnTo>
                  <a:pt x="1659893" y="1114920"/>
                </a:lnTo>
                <a:lnTo>
                  <a:pt x="1660071" y="1114920"/>
                </a:lnTo>
                <a:lnTo>
                  <a:pt x="1660240" y="1114920"/>
                </a:lnTo>
                <a:lnTo>
                  <a:pt x="1660418" y="1114920"/>
                </a:lnTo>
                <a:lnTo>
                  <a:pt x="1660587" y="1114920"/>
                </a:lnTo>
                <a:lnTo>
                  <a:pt x="1660756" y="1114920"/>
                </a:lnTo>
                <a:lnTo>
                  <a:pt x="1660934" y="1114920"/>
                </a:lnTo>
                <a:lnTo>
                  <a:pt x="1661103" y="1114920"/>
                </a:lnTo>
                <a:lnTo>
                  <a:pt x="1661281" y="1114920"/>
                </a:lnTo>
                <a:lnTo>
                  <a:pt x="1661450" y="1114920"/>
                </a:lnTo>
                <a:lnTo>
                  <a:pt x="1661619" y="1114920"/>
                </a:lnTo>
                <a:lnTo>
                  <a:pt x="1661797" y="1114920"/>
                </a:lnTo>
                <a:lnTo>
                  <a:pt x="1661966" y="1114920"/>
                </a:lnTo>
                <a:lnTo>
                  <a:pt x="1662144" y="1114920"/>
                </a:lnTo>
                <a:lnTo>
                  <a:pt x="1662313" y="1114920"/>
                </a:lnTo>
                <a:lnTo>
                  <a:pt x="1662491" y="1114920"/>
                </a:lnTo>
                <a:lnTo>
                  <a:pt x="1662660" y="1114920"/>
                </a:lnTo>
                <a:lnTo>
                  <a:pt x="1662829" y="1114920"/>
                </a:lnTo>
                <a:lnTo>
                  <a:pt x="1663007" y="1114920"/>
                </a:lnTo>
                <a:lnTo>
                  <a:pt x="1663176" y="1114920"/>
                </a:lnTo>
                <a:lnTo>
                  <a:pt x="1663354" y="1114920"/>
                </a:lnTo>
                <a:lnTo>
                  <a:pt x="1663523" y="1114920"/>
                </a:lnTo>
                <a:lnTo>
                  <a:pt x="1663701" y="1114920"/>
                </a:lnTo>
                <a:lnTo>
                  <a:pt x="1663870" y="1114920"/>
                </a:lnTo>
                <a:lnTo>
                  <a:pt x="1664039" y="1114920"/>
                </a:lnTo>
                <a:lnTo>
                  <a:pt x="1664217" y="1114920"/>
                </a:lnTo>
                <a:lnTo>
                  <a:pt x="1664386" y="1114920"/>
                </a:lnTo>
                <a:lnTo>
                  <a:pt x="1664564" y="1114920"/>
                </a:lnTo>
                <a:lnTo>
                  <a:pt x="1664733" y="1114920"/>
                </a:lnTo>
                <a:lnTo>
                  <a:pt x="1664911" y="1114920"/>
                </a:lnTo>
                <a:lnTo>
                  <a:pt x="1665080" y="1114920"/>
                </a:lnTo>
                <a:lnTo>
                  <a:pt x="1665249" y="1114920"/>
                </a:lnTo>
                <a:lnTo>
                  <a:pt x="1665427" y="1114920"/>
                </a:lnTo>
                <a:lnTo>
                  <a:pt x="1665596" y="1114920"/>
                </a:lnTo>
                <a:lnTo>
                  <a:pt x="1665774" y="1114920"/>
                </a:lnTo>
                <a:lnTo>
                  <a:pt x="1665943" y="1114920"/>
                </a:lnTo>
                <a:lnTo>
                  <a:pt x="1666121" y="1114920"/>
                </a:lnTo>
                <a:lnTo>
                  <a:pt x="1666290" y="1114920"/>
                </a:lnTo>
                <a:lnTo>
                  <a:pt x="1666459" y="1114920"/>
                </a:lnTo>
                <a:lnTo>
                  <a:pt x="1666637" y="1114920"/>
                </a:lnTo>
                <a:lnTo>
                  <a:pt x="1666806" y="1114920"/>
                </a:lnTo>
                <a:lnTo>
                  <a:pt x="1666984" y="1114920"/>
                </a:lnTo>
                <a:lnTo>
                  <a:pt x="1667153" y="1114920"/>
                </a:lnTo>
                <a:lnTo>
                  <a:pt x="1667331" y="1114920"/>
                </a:lnTo>
                <a:lnTo>
                  <a:pt x="1667500" y="1114920"/>
                </a:lnTo>
                <a:lnTo>
                  <a:pt x="1667669" y="1114920"/>
                </a:lnTo>
                <a:lnTo>
                  <a:pt x="1667847" y="1114920"/>
                </a:lnTo>
                <a:lnTo>
                  <a:pt x="1668016" y="1114920"/>
                </a:lnTo>
                <a:lnTo>
                  <a:pt x="1668194" y="1114920"/>
                </a:lnTo>
                <a:lnTo>
                  <a:pt x="1668363" y="1114920"/>
                </a:lnTo>
                <a:lnTo>
                  <a:pt x="1668541" y="1114920"/>
                </a:lnTo>
                <a:lnTo>
                  <a:pt x="1668710" y="1114920"/>
                </a:lnTo>
                <a:lnTo>
                  <a:pt x="1668879" y="1114920"/>
                </a:lnTo>
                <a:lnTo>
                  <a:pt x="1669057" y="1114920"/>
                </a:lnTo>
                <a:lnTo>
                  <a:pt x="1669226" y="1114920"/>
                </a:lnTo>
                <a:lnTo>
                  <a:pt x="1669404" y="1114920"/>
                </a:lnTo>
                <a:lnTo>
                  <a:pt x="1669573" y="1114920"/>
                </a:lnTo>
                <a:lnTo>
                  <a:pt x="1669751" y="1114920"/>
                </a:lnTo>
                <a:lnTo>
                  <a:pt x="1669920" y="1114920"/>
                </a:lnTo>
                <a:lnTo>
                  <a:pt x="1670089" y="1114920"/>
                </a:lnTo>
                <a:lnTo>
                  <a:pt x="1670267" y="1114920"/>
                </a:lnTo>
                <a:lnTo>
                  <a:pt x="1670436" y="1114920"/>
                </a:lnTo>
                <a:lnTo>
                  <a:pt x="1670614" y="1114920"/>
                </a:lnTo>
                <a:lnTo>
                  <a:pt x="1670783" y="1114920"/>
                </a:lnTo>
                <a:lnTo>
                  <a:pt x="1670961" y="1114920"/>
                </a:lnTo>
                <a:lnTo>
                  <a:pt x="1671130" y="1114920"/>
                </a:lnTo>
                <a:lnTo>
                  <a:pt x="1671299" y="1114920"/>
                </a:lnTo>
                <a:lnTo>
                  <a:pt x="1671477" y="1114920"/>
                </a:lnTo>
                <a:lnTo>
                  <a:pt x="1671646" y="1114920"/>
                </a:lnTo>
                <a:lnTo>
                  <a:pt x="1671824" y="1114920"/>
                </a:lnTo>
                <a:lnTo>
                  <a:pt x="1671993" y="1114920"/>
                </a:lnTo>
                <a:lnTo>
                  <a:pt x="1672171" y="1114920"/>
                </a:lnTo>
                <a:lnTo>
                  <a:pt x="1672340" y="1114920"/>
                </a:lnTo>
                <a:lnTo>
                  <a:pt x="1672509" y="1114920"/>
                </a:lnTo>
                <a:lnTo>
                  <a:pt x="1672687" y="1114920"/>
                </a:lnTo>
                <a:lnTo>
                  <a:pt x="1672856" y="1114920"/>
                </a:lnTo>
                <a:lnTo>
                  <a:pt x="1673034" y="1114920"/>
                </a:lnTo>
                <a:lnTo>
                  <a:pt x="1673203" y="1114920"/>
                </a:lnTo>
                <a:lnTo>
                  <a:pt x="1673380" y="1114920"/>
                </a:lnTo>
                <a:lnTo>
                  <a:pt x="1673550" y="1114920"/>
                </a:lnTo>
                <a:lnTo>
                  <a:pt x="1673719" y="1114920"/>
                </a:lnTo>
                <a:lnTo>
                  <a:pt x="1673896" y="1114920"/>
                </a:lnTo>
                <a:lnTo>
                  <a:pt x="1674065" y="1114920"/>
                </a:lnTo>
                <a:lnTo>
                  <a:pt x="1674244" y="1114920"/>
                </a:lnTo>
                <a:lnTo>
                  <a:pt x="1674413" y="1114920"/>
                </a:lnTo>
                <a:lnTo>
                  <a:pt x="1674590" y="1114920"/>
                </a:lnTo>
                <a:lnTo>
                  <a:pt x="1674759" y="1114920"/>
                </a:lnTo>
                <a:lnTo>
                  <a:pt x="1674928" y="1114920"/>
                </a:lnTo>
                <a:lnTo>
                  <a:pt x="1675106" y="1114920"/>
                </a:lnTo>
                <a:lnTo>
                  <a:pt x="1675275" y="1114920"/>
                </a:lnTo>
                <a:lnTo>
                  <a:pt x="1675453" y="1114920"/>
                </a:lnTo>
                <a:lnTo>
                  <a:pt x="1675622" y="1114920"/>
                </a:lnTo>
                <a:lnTo>
                  <a:pt x="1675800" y="1114920"/>
                </a:lnTo>
                <a:lnTo>
                  <a:pt x="1675969" y="1114920"/>
                </a:lnTo>
                <a:lnTo>
                  <a:pt x="1676138" y="1114920"/>
                </a:lnTo>
                <a:lnTo>
                  <a:pt x="1676316" y="1114920"/>
                </a:lnTo>
                <a:lnTo>
                  <a:pt x="1676485" y="1114920"/>
                </a:lnTo>
                <a:lnTo>
                  <a:pt x="1676663" y="1114920"/>
                </a:lnTo>
                <a:lnTo>
                  <a:pt x="1676832" y="1114920"/>
                </a:lnTo>
                <a:lnTo>
                  <a:pt x="1677010" y="1114920"/>
                </a:lnTo>
                <a:lnTo>
                  <a:pt x="1677179" y="1114920"/>
                </a:lnTo>
                <a:lnTo>
                  <a:pt x="1677348" y="1114920"/>
                </a:lnTo>
                <a:lnTo>
                  <a:pt x="1677526" y="1114920"/>
                </a:lnTo>
                <a:lnTo>
                  <a:pt x="1677695" y="1114920"/>
                </a:lnTo>
                <a:lnTo>
                  <a:pt x="1677873" y="1114920"/>
                </a:lnTo>
                <a:lnTo>
                  <a:pt x="1678042" y="1114920"/>
                </a:lnTo>
                <a:lnTo>
                  <a:pt x="1678220" y="1114920"/>
                </a:lnTo>
                <a:lnTo>
                  <a:pt x="1678389" y="1114920"/>
                </a:lnTo>
                <a:lnTo>
                  <a:pt x="1678558" y="1114920"/>
                </a:lnTo>
                <a:lnTo>
                  <a:pt x="1678736" y="1114920"/>
                </a:lnTo>
                <a:lnTo>
                  <a:pt x="1678905" y="1114920"/>
                </a:lnTo>
                <a:lnTo>
                  <a:pt x="1679083" y="1114920"/>
                </a:lnTo>
                <a:lnTo>
                  <a:pt x="1679252" y="1114920"/>
                </a:lnTo>
                <a:lnTo>
                  <a:pt x="1679430" y="1114920"/>
                </a:lnTo>
                <a:lnTo>
                  <a:pt x="1679599" y="1114920"/>
                </a:lnTo>
                <a:lnTo>
                  <a:pt x="1679768" y="1114920"/>
                </a:lnTo>
                <a:lnTo>
                  <a:pt x="1679946" y="1114920"/>
                </a:lnTo>
                <a:lnTo>
                  <a:pt x="1680115" y="1114920"/>
                </a:lnTo>
                <a:lnTo>
                  <a:pt x="1680293" y="1114920"/>
                </a:lnTo>
                <a:lnTo>
                  <a:pt x="1680462" y="1114920"/>
                </a:lnTo>
                <a:lnTo>
                  <a:pt x="1680631" y="1114920"/>
                </a:lnTo>
                <a:lnTo>
                  <a:pt x="1680809" y="1114920"/>
                </a:lnTo>
                <a:lnTo>
                  <a:pt x="1680978" y="1114920"/>
                </a:lnTo>
                <a:lnTo>
                  <a:pt x="1681156" y="1114920"/>
                </a:lnTo>
                <a:lnTo>
                  <a:pt x="1681325" y="1114920"/>
                </a:lnTo>
                <a:lnTo>
                  <a:pt x="1681503" y="1114920"/>
                </a:lnTo>
                <a:lnTo>
                  <a:pt x="1681672" y="1114920"/>
                </a:lnTo>
                <a:lnTo>
                  <a:pt x="1681841" y="1114920"/>
                </a:lnTo>
                <a:lnTo>
                  <a:pt x="1682019" y="1114920"/>
                </a:lnTo>
                <a:lnTo>
                  <a:pt x="1682188" y="1114920"/>
                </a:lnTo>
                <a:lnTo>
                  <a:pt x="1682366" y="1114920"/>
                </a:lnTo>
                <a:lnTo>
                  <a:pt x="1682535" y="1114920"/>
                </a:lnTo>
                <a:lnTo>
                  <a:pt x="1682713" y="1114920"/>
                </a:lnTo>
                <a:lnTo>
                  <a:pt x="1682882" y="1114920"/>
                </a:lnTo>
                <a:lnTo>
                  <a:pt x="1683051" y="1114920"/>
                </a:lnTo>
                <a:lnTo>
                  <a:pt x="1683229" y="1114920"/>
                </a:lnTo>
                <a:lnTo>
                  <a:pt x="1683398" y="1114920"/>
                </a:lnTo>
                <a:lnTo>
                  <a:pt x="1683576" y="1114920"/>
                </a:lnTo>
                <a:lnTo>
                  <a:pt x="1683745" y="1114920"/>
                </a:lnTo>
                <a:lnTo>
                  <a:pt x="1683923" y="1114920"/>
                </a:lnTo>
                <a:lnTo>
                  <a:pt x="1684092" y="1114920"/>
                </a:lnTo>
                <a:lnTo>
                  <a:pt x="1684261" y="1114920"/>
                </a:lnTo>
                <a:lnTo>
                  <a:pt x="1684439" y="1114920"/>
                </a:lnTo>
                <a:lnTo>
                  <a:pt x="1684608" y="1114920"/>
                </a:lnTo>
                <a:lnTo>
                  <a:pt x="1684786" y="1114920"/>
                </a:lnTo>
                <a:lnTo>
                  <a:pt x="1684955" y="1114920"/>
                </a:lnTo>
                <a:lnTo>
                  <a:pt x="1685133" y="1114920"/>
                </a:lnTo>
                <a:lnTo>
                  <a:pt x="1685302" y="1114920"/>
                </a:lnTo>
                <a:lnTo>
                  <a:pt x="1685471" y="1114920"/>
                </a:lnTo>
                <a:lnTo>
                  <a:pt x="1685649" y="1114920"/>
                </a:lnTo>
                <a:lnTo>
                  <a:pt x="1685818" y="1114920"/>
                </a:lnTo>
                <a:lnTo>
                  <a:pt x="1685996" y="1114920"/>
                </a:lnTo>
                <a:lnTo>
                  <a:pt x="1686165" y="1114920"/>
                </a:lnTo>
                <a:lnTo>
                  <a:pt x="1686343" y="1114920"/>
                </a:lnTo>
                <a:lnTo>
                  <a:pt x="1686512" y="1114920"/>
                </a:lnTo>
                <a:lnTo>
                  <a:pt x="1686681" y="1114920"/>
                </a:lnTo>
                <a:lnTo>
                  <a:pt x="1686859" y="1114920"/>
                </a:lnTo>
                <a:lnTo>
                  <a:pt x="1687028" y="1114920"/>
                </a:lnTo>
                <a:lnTo>
                  <a:pt x="1687206" y="1114920"/>
                </a:lnTo>
                <a:lnTo>
                  <a:pt x="1687375" y="1114920"/>
                </a:lnTo>
                <a:lnTo>
                  <a:pt x="1687553" y="1114920"/>
                </a:lnTo>
                <a:lnTo>
                  <a:pt x="1687722" y="1114920"/>
                </a:lnTo>
                <a:lnTo>
                  <a:pt x="1687891" y="1114920"/>
                </a:lnTo>
                <a:lnTo>
                  <a:pt x="1688068" y="1114920"/>
                </a:lnTo>
                <a:lnTo>
                  <a:pt x="1688238" y="1114920"/>
                </a:lnTo>
                <a:lnTo>
                  <a:pt x="1688416" y="1114920"/>
                </a:lnTo>
                <a:lnTo>
                  <a:pt x="1688585" y="1114920"/>
                </a:lnTo>
                <a:lnTo>
                  <a:pt x="1688762" y="1114920"/>
                </a:lnTo>
                <a:lnTo>
                  <a:pt x="1688931" y="1114920"/>
                </a:lnTo>
                <a:lnTo>
                  <a:pt x="1689101" y="1114920"/>
                </a:lnTo>
                <a:lnTo>
                  <a:pt x="1689278" y="1114920"/>
                </a:lnTo>
                <a:lnTo>
                  <a:pt x="1689447" y="1114920"/>
                </a:lnTo>
                <a:lnTo>
                  <a:pt x="1689625" y="1114920"/>
                </a:lnTo>
                <a:lnTo>
                  <a:pt x="1689795" y="1114920"/>
                </a:lnTo>
                <a:lnTo>
                  <a:pt x="1689972" y="1114920"/>
                </a:lnTo>
                <a:lnTo>
                  <a:pt x="1690141" y="1114920"/>
                </a:lnTo>
                <a:lnTo>
                  <a:pt x="1690310" y="1114920"/>
                </a:lnTo>
                <a:lnTo>
                  <a:pt x="1690488" y="1114920"/>
                </a:lnTo>
                <a:lnTo>
                  <a:pt x="1690657" y="1114920"/>
                </a:lnTo>
                <a:lnTo>
                  <a:pt x="1690835" y="1114920"/>
                </a:lnTo>
                <a:lnTo>
                  <a:pt x="1691004" y="1114920"/>
                </a:lnTo>
                <a:lnTo>
                  <a:pt x="1691182" y="1114920"/>
                </a:lnTo>
                <a:lnTo>
                  <a:pt x="1691351" y="1114920"/>
                </a:lnTo>
                <a:lnTo>
                  <a:pt x="1691520" y="1114920"/>
                </a:lnTo>
                <a:lnTo>
                  <a:pt x="1691698" y="1114920"/>
                </a:lnTo>
                <a:lnTo>
                  <a:pt x="1691867" y="1114920"/>
                </a:lnTo>
                <a:lnTo>
                  <a:pt x="1692045" y="1114920"/>
                </a:lnTo>
                <a:lnTo>
                  <a:pt x="1692214" y="1114920"/>
                </a:lnTo>
                <a:lnTo>
                  <a:pt x="1692392" y="1114920"/>
                </a:lnTo>
                <a:lnTo>
                  <a:pt x="1692561" y="1114920"/>
                </a:lnTo>
                <a:lnTo>
                  <a:pt x="1692730" y="1114920"/>
                </a:lnTo>
                <a:lnTo>
                  <a:pt x="1692908" y="1114920"/>
                </a:lnTo>
                <a:lnTo>
                  <a:pt x="1693077" y="1114920"/>
                </a:lnTo>
                <a:lnTo>
                  <a:pt x="1693255" y="1114920"/>
                </a:lnTo>
                <a:lnTo>
                  <a:pt x="1693424" y="1114920"/>
                </a:lnTo>
                <a:lnTo>
                  <a:pt x="1693602" y="1114920"/>
                </a:lnTo>
                <a:lnTo>
                  <a:pt x="1693771" y="1114920"/>
                </a:lnTo>
                <a:lnTo>
                  <a:pt x="1693940" y="1114920"/>
                </a:lnTo>
                <a:lnTo>
                  <a:pt x="1694118" y="1114920"/>
                </a:lnTo>
                <a:lnTo>
                  <a:pt x="1694287" y="1114920"/>
                </a:lnTo>
                <a:lnTo>
                  <a:pt x="1694465" y="1114920"/>
                </a:lnTo>
                <a:lnTo>
                  <a:pt x="1694634" y="1114920"/>
                </a:lnTo>
                <a:lnTo>
                  <a:pt x="1694812" y="1114920"/>
                </a:lnTo>
                <a:lnTo>
                  <a:pt x="1694981" y="1114920"/>
                </a:lnTo>
                <a:lnTo>
                  <a:pt x="1695150" y="1114920"/>
                </a:lnTo>
                <a:lnTo>
                  <a:pt x="1695328" y="1114920"/>
                </a:lnTo>
                <a:lnTo>
                  <a:pt x="1695497" y="1114920"/>
                </a:lnTo>
                <a:lnTo>
                  <a:pt x="1695675" y="1114920"/>
                </a:lnTo>
                <a:lnTo>
                  <a:pt x="1695844" y="1114920"/>
                </a:lnTo>
                <a:lnTo>
                  <a:pt x="1696022" y="1114920"/>
                </a:lnTo>
                <a:lnTo>
                  <a:pt x="1696191" y="1114920"/>
                </a:lnTo>
                <a:lnTo>
                  <a:pt x="1696360" y="1114920"/>
                </a:lnTo>
                <a:lnTo>
                  <a:pt x="1696538" y="1114920"/>
                </a:lnTo>
                <a:lnTo>
                  <a:pt x="1696707" y="1114920"/>
                </a:lnTo>
                <a:lnTo>
                  <a:pt x="1696885" y="1114920"/>
                </a:lnTo>
                <a:lnTo>
                  <a:pt x="1697054" y="1114920"/>
                </a:lnTo>
                <a:lnTo>
                  <a:pt x="1697232" y="1114920"/>
                </a:lnTo>
                <a:lnTo>
                  <a:pt x="1697401" y="1114920"/>
                </a:lnTo>
                <a:lnTo>
                  <a:pt x="1697570" y="1114920"/>
                </a:lnTo>
                <a:lnTo>
                  <a:pt x="1697748" y="1114920"/>
                </a:lnTo>
                <a:lnTo>
                  <a:pt x="1697917" y="1114920"/>
                </a:lnTo>
                <a:lnTo>
                  <a:pt x="1698095" y="1114920"/>
                </a:lnTo>
                <a:lnTo>
                  <a:pt x="1698264" y="1114920"/>
                </a:lnTo>
                <a:lnTo>
                  <a:pt x="1698442" y="1114920"/>
                </a:lnTo>
                <a:lnTo>
                  <a:pt x="1698611" y="1114920"/>
                </a:lnTo>
                <a:lnTo>
                  <a:pt x="1698780" y="1114920"/>
                </a:lnTo>
                <a:lnTo>
                  <a:pt x="1698958" y="1114920"/>
                </a:lnTo>
                <a:lnTo>
                  <a:pt x="1699127" y="1114920"/>
                </a:lnTo>
                <a:lnTo>
                  <a:pt x="1699305" y="1114920"/>
                </a:lnTo>
                <a:lnTo>
                  <a:pt x="1699474" y="1114920"/>
                </a:lnTo>
                <a:lnTo>
                  <a:pt x="1699643" y="1114920"/>
                </a:lnTo>
                <a:lnTo>
                  <a:pt x="1699821" y="1114920"/>
                </a:lnTo>
                <a:lnTo>
                  <a:pt x="1699990" y="1114920"/>
                </a:lnTo>
                <a:lnTo>
                  <a:pt x="1700168" y="1114920"/>
                </a:lnTo>
                <a:lnTo>
                  <a:pt x="1700337" y="1114920"/>
                </a:lnTo>
                <a:lnTo>
                  <a:pt x="1700515" y="1114920"/>
                </a:lnTo>
                <a:lnTo>
                  <a:pt x="1700684" y="1114920"/>
                </a:lnTo>
                <a:lnTo>
                  <a:pt x="1700853" y="1114920"/>
                </a:lnTo>
                <a:lnTo>
                  <a:pt x="1701031" y="1114920"/>
                </a:lnTo>
                <a:lnTo>
                  <a:pt x="1701200" y="1114920"/>
                </a:lnTo>
                <a:lnTo>
                  <a:pt x="1701378" y="1114920"/>
                </a:lnTo>
                <a:lnTo>
                  <a:pt x="1701547" y="1114920"/>
                </a:lnTo>
                <a:lnTo>
                  <a:pt x="1701725" y="1114920"/>
                </a:lnTo>
                <a:lnTo>
                  <a:pt x="1701894" y="1114920"/>
                </a:lnTo>
                <a:lnTo>
                  <a:pt x="1702063" y="1114920"/>
                </a:lnTo>
                <a:lnTo>
                  <a:pt x="1702241" y="1114920"/>
                </a:lnTo>
                <a:lnTo>
                  <a:pt x="1702410" y="1114920"/>
                </a:lnTo>
                <a:lnTo>
                  <a:pt x="1702588" y="1114920"/>
                </a:lnTo>
                <a:lnTo>
                  <a:pt x="1702757" y="1114920"/>
                </a:lnTo>
                <a:lnTo>
                  <a:pt x="1702935" y="1114920"/>
                </a:lnTo>
                <a:lnTo>
                  <a:pt x="1703104" y="1114920"/>
                </a:lnTo>
                <a:lnTo>
                  <a:pt x="1703273" y="1114920"/>
                </a:lnTo>
                <a:lnTo>
                  <a:pt x="1703450" y="1114920"/>
                </a:lnTo>
                <a:lnTo>
                  <a:pt x="1703619" y="1114920"/>
                </a:lnTo>
                <a:lnTo>
                  <a:pt x="1703798" y="1114920"/>
                </a:lnTo>
                <a:lnTo>
                  <a:pt x="1703967" y="1114920"/>
                </a:lnTo>
                <a:lnTo>
                  <a:pt x="1704144" y="1114920"/>
                </a:lnTo>
                <a:lnTo>
                  <a:pt x="1704313" y="1114920"/>
                </a:lnTo>
                <a:lnTo>
                  <a:pt x="1704483" y="1114920"/>
                </a:lnTo>
                <a:lnTo>
                  <a:pt x="1704660" y="1114920"/>
                </a:lnTo>
                <a:lnTo>
                  <a:pt x="1704829" y="1114920"/>
                </a:lnTo>
                <a:lnTo>
                  <a:pt x="1705007" y="1114920"/>
                </a:lnTo>
                <a:lnTo>
                  <a:pt x="1705176" y="1114920"/>
                </a:lnTo>
                <a:lnTo>
                  <a:pt x="1705354" y="1114920"/>
                </a:lnTo>
                <a:lnTo>
                  <a:pt x="1705523" y="1114920"/>
                </a:lnTo>
                <a:lnTo>
                  <a:pt x="1705692" y="1114920"/>
                </a:lnTo>
                <a:lnTo>
                  <a:pt x="1705870" y="1114920"/>
                </a:lnTo>
                <a:lnTo>
                  <a:pt x="1706039" y="1114920"/>
                </a:lnTo>
                <a:lnTo>
                  <a:pt x="1706217" y="1114920"/>
                </a:lnTo>
                <a:lnTo>
                  <a:pt x="1706386" y="1114920"/>
                </a:lnTo>
                <a:lnTo>
                  <a:pt x="1706564" y="1114920"/>
                </a:lnTo>
                <a:lnTo>
                  <a:pt x="1706733" y="1114920"/>
                </a:lnTo>
                <a:lnTo>
                  <a:pt x="1706902" y="1114920"/>
                </a:lnTo>
                <a:lnTo>
                  <a:pt x="1707080" y="1114920"/>
                </a:lnTo>
                <a:lnTo>
                  <a:pt x="1707249" y="1114920"/>
                </a:lnTo>
                <a:lnTo>
                  <a:pt x="1707427" y="1114920"/>
                </a:lnTo>
                <a:lnTo>
                  <a:pt x="1707596" y="1114920"/>
                </a:lnTo>
                <a:lnTo>
                  <a:pt x="1707774" y="1114920"/>
                </a:lnTo>
                <a:lnTo>
                  <a:pt x="1707943" y="1114920"/>
                </a:lnTo>
                <a:lnTo>
                  <a:pt x="1708112" y="1114920"/>
                </a:lnTo>
                <a:lnTo>
                  <a:pt x="1708290" y="1114920"/>
                </a:lnTo>
                <a:lnTo>
                  <a:pt x="1708459" y="1114920"/>
                </a:lnTo>
                <a:lnTo>
                  <a:pt x="1708637" y="1114920"/>
                </a:lnTo>
                <a:lnTo>
                  <a:pt x="1708806" y="1114920"/>
                </a:lnTo>
                <a:lnTo>
                  <a:pt x="1708984" y="1114920"/>
                </a:lnTo>
                <a:lnTo>
                  <a:pt x="1709153" y="1114920"/>
                </a:lnTo>
                <a:lnTo>
                  <a:pt x="1709322" y="1114920"/>
                </a:lnTo>
                <a:lnTo>
                  <a:pt x="1709500" y="1114920"/>
                </a:lnTo>
                <a:lnTo>
                  <a:pt x="1709669" y="1114920"/>
                </a:lnTo>
                <a:lnTo>
                  <a:pt x="1709847" y="1114920"/>
                </a:lnTo>
                <a:lnTo>
                  <a:pt x="1710016" y="1114920"/>
                </a:lnTo>
                <a:lnTo>
                  <a:pt x="1710194" y="1114920"/>
                </a:lnTo>
                <a:lnTo>
                  <a:pt x="1710363" y="1114920"/>
                </a:lnTo>
                <a:lnTo>
                  <a:pt x="1710532" y="1114920"/>
                </a:lnTo>
                <a:lnTo>
                  <a:pt x="1710710" y="1114920"/>
                </a:lnTo>
                <a:lnTo>
                  <a:pt x="1710879" y="1114920"/>
                </a:lnTo>
                <a:lnTo>
                  <a:pt x="1711057" y="1114920"/>
                </a:lnTo>
                <a:lnTo>
                  <a:pt x="1711226" y="1114920"/>
                </a:lnTo>
                <a:lnTo>
                  <a:pt x="1711404" y="1114920"/>
                </a:lnTo>
                <a:lnTo>
                  <a:pt x="1711573" y="1114920"/>
                </a:lnTo>
                <a:lnTo>
                  <a:pt x="1711742" y="1114920"/>
                </a:lnTo>
                <a:lnTo>
                  <a:pt x="1711920" y="1114920"/>
                </a:lnTo>
                <a:lnTo>
                  <a:pt x="1712089" y="1114920"/>
                </a:lnTo>
                <a:lnTo>
                  <a:pt x="1712267" y="1114920"/>
                </a:lnTo>
                <a:lnTo>
                  <a:pt x="1712436" y="1114920"/>
                </a:lnTo>
                <a:lnTo>
                  <a:pt x="1712614" y="1114920"/>
                </a:lnTo>
                <a:lnTo>
                  <a:pt x="1712783" y="1114920"/>
                </a:lnTo>
                <a:lnTo>
                  <a:pt x="1712952" y="1114920"/>
                </a:lnTo>
                <a:lnTo>
                  <a:pt x="1713130" y="1114920"/>
                </a:lnTo>
                <a:lnTo>
                  <a:pt x="1713299" y="1114920"/>
                </a:lnTo>
                <a:lnTo>
                  <a:pt x="1713477" y="1114920"/>
                </a:lnTo>
                <a:lnTo>
                  <a:pt x="1713646" y="1114920"/>
                </a:lnTo>
                <a:lnTo>
                  <a:pt x="1713824" y="1114920"/>
                </a:lnTo>
                <a:lnTo>
                  <a:pt x="1713993" y="1114920"/>
                </a:lnTo>
                <a:lnTo>
                  <a:pt x="1714162" y="1114920"/>
                </a:lnTo>
                <a:lnTo>
                  <a:pt x="1714340" y="1114920"/>
                </a:lnTo>
                <a:lnTo>
                  <a:pt x="1714509" y="1114920"/>
                </a:lnTo>
                <a:lnTo>
                  <a:pt x="1714687" y="1114920"/>
                </a:lnTo>
                <a:lnTo>
                  <a:pt x="1714856" y="1114920"/>
                </a:lnTo>
                <a:lnTo>
                  <a:pt x="1715034" y="1114920"/>
                </a:lnTo>
                <a:lnTo>
                  <a:pt x="1715203" y="1114920"/>
                </a:lnTo>
                <a:lnTo>
                  <a:pt x="1715372" y="1114920"/>
                </a:lnTo>
                <a:lnTo>
                  <a:pt x="1715550" y="1114920"/>
                </a:lnTo>
                <a:lnTo>
                  <a:pt x="1715719" y="1114920"/>
                </a:lnTo>
                <a:lnTo>
                  <a:pt x="1715897" y="1114920"/>
                </a:lnTo>
                <a:lnTo>
                  <a:pt x="1716066" y="1114920"/>
                </a:lnTo>
                <a:lnTo>
                  <a:pt x="1716244" y="1114920"/>
                </a:lnTo>
                <a:lnTo>
                  <a:pt x="1716413" y="1114920"/>
                </a:lnTo>
                <a:lnTo>
                  <a:pt x="1716582" y="1114920"/>
                </a:lnTo>
                <a:lnTo>
                  <a:pt x="1716760" y="1114920"/>
                </a:lnTo>
                <a:lnTo>
                  <a:pt x="1716929" y="1114920"/>
                </a:lnTo>
                <a:lnTo>
                  <a:pt x="1717107" y="1114920"/>
                </a:lnTo>
                <a:lnTo>
                  <a:pt x="1717276" y="1114920"/>
                </a:lnTo>
                <a:lnTo>
                  <a:pt x="1717453" y="1114920"/>
                </a:lnTo>
                <a:lnTo>
                  <a:pt x="1717622" y="1114920"/>
                </a:lnTo>
                <a:lnTo>
                  <a:pt x="1717792" y="1114920"/>
                </a:lnTo>
                <a:lnTo>
                  <a:pt x="1717970" y="1114920"/>
                </a:lnTo>
                <a:lnTo>
                  <a:pt x="1718139" y="1114920"/>
                </a:lnTo>
                <a:lnTo>
                  <a:pt x="1718316" y="1114920"/>
                </a:lnTo>
                <a:lnTo>
                  <a:pt x="1718486" y="1114920"/>
                </a:lnTo>
                <a:lnTo>
                  <a:pt x="1718655" y="1114920"/>
                </a:lnTo>
                <a:lnTo>
                  <a:pt x="1718832" y="1114920"/>
                </a:lnTo>
                <a:lnTo>
                  <a:pt x="1719001" y="1114920"/>
                </a:lnTo>
                <a:lnTo>
                  <a:pt x="1719179" y="1114920"/>
                </a:lnTo>
                <a:lnTo>
                  <a:pt x="1719349" y="1114920"/>
                </a:lnTo>
                <a:lnTo>
                  <a:pt x="1719526" y="1114920"/>
                </a:lnTo>
                <a:lnTo>
                  <a:pt x="1719695" y="1114920"/>
                </a:lnTo>
                <a:lnTo>
                  <a:pt x="1719864" y="1114920"/>
                </a:lnTo>
                <a:lnTo>
                  <a:pt x="1720042" y="1114920"/>
                </a:lnTo>
                <a:lnTo>
                  <a:pt x="1720211" y="1114920"/>
                </a:lnTo>
                <a:lnTo>
                  <a:pt x="1720389" y="1114920"/>
                </a:lnTo>
                <a:lnTo>
                  <a:pt x="1720558" y="1114920"/>
                </a:lnTo>
                <a:lnTo>
                  <a:pt x="1720736" y="1114920"/>
                </a:lnTo>
                <a:lnTo>
                  <a:pt x="1720905" y="1114920"/>
                </a:lnTo>
                <a:lnTo>
                  <a:pt x="1721074" y="1114920"/>
                </a:lnTo>
                <a:lnTo>
                  <a:pt x="1721252" y="1114920"/>
                </a:lnTo>
                <a:lnTo>
                  <a:pt x="1721421" y="1114920"/>
                </a:lnTo>
                <a:lnTo>
                  <a:pt x="1721599" y="1114920"/>
                </a:lnTo>
                <a:lnTo>
                  <a:pt x="1721768" y="1114920"/>
                </a:lnTo>
                <a:lnTo>
                  <a:pt x="1721946" y="1114920"/>
                </a:lnTo>
                <a:lnTo>
                  <a:pt x="1722115" y="1114920"/>
                </a:lnTo>
                <a:lnTo>
                  <a:pt x="1722284" y="1114920"/>
                </a:lnTo>
                <a:lnTo>
                  <a:pt x="1722462" y="1114920"/>
                </a:lnTo>
                <a:lnTo>
                  <a:pt x="1722631" y="1114920"/>
                </a:lnTo>
                <a:lnTo>
                  <a:pt x="1722809" y="1114920"/>
                </a:lnTo>
                <a:lnTo>
                  <a:pt x="1722978" y="1114920"/>
                </a:lnTo>
                <a:lnTo>
                  <a:pt x="1723156" y="1114920"/>
                </a:lnTo>
                <a:lnTo>
                  <a:pt x="1723325" y="1114920"/>
                </a:lnTo>
                <a:lnTo>
                  <a:pt x="1723494" y="1114920"/>
                </a:lnTo>
                <a:lnTo>
                  <a:pt x="1723672" y="1114920"/>
                </a:lnTo>
                <a:lnTo>
                  <a:pt x="1723841" y="1114920"/>
                </a:lnTo>
                <a:lnTo>
                  <a:pt x="1724019" y="1114920"/>
                </a:lnTo>
                <a:lnTo>
                  <a:pt x="1724188" y="1114920"/>
                </a:lnTo>
                <a:lnTo>
                  <a:pt x="1724366" y="1114920"/>
                </a:lnTo>
                <a:lnTo>
                  <a:pt x="1724535" y="1114920"/>
                </a:lnTo>
                <a:lnTo>
                  <a:pt x="1724704" y="1114920"/>
                </a:lnTo>
                <a:lnTo>
                  <a:pt x="1724882" y="1114920"/>
                </a:lnTo>
                <a:lnTo>
                  <a:pt x="1725051" y="1114920"/>
                </a:lnTo>
                <a:lnTo>
                  <a:pt x="1725229" y="1114920"/>
                </a:lnTo>
                <a:lnTo>
                  <a:pt x="1725398" y="1114920"/>
                </a:lnTo>
                <a:lnTo>
                  <a:pt x="1725576" y="1114920"/>
                </a:lnTo>
                <a:lnTo>
                  <a:pt x="1725745" y="1114920"/>
                </a:lnTo>
                <a:lnTo>
                  <a:pt x="1725914" y="1114920"/>
                </a:lnTo>
                <a:lnTo>
                  <a:pt x="1726092" y="1114920"/>
                </a:lnTo>
                <a:lnTo>
                  <a:pt x="1726261" y="1114920"/>
                </a:lnTo>
                <a:lnTo>
                  <a:pt x="1726439" y="1114920"/>
                </a:lnTo>
                <a:lnTo>
                  <a:pt x="1726608" y="1114920"/>
                </a:lnTo>
                <a:lnTo>
                  <a:pt x="1726786" y="1114920"/>
                </a:lnTo>
                <a:lnTo>
                  <a:pt x="1726955" y="1114920"/>
                </a:lnTo>
                <a:lnTo>
                  <a:pt x="1727124" y="1114920"/>
                </a:lnTo>
                <a:lnTo>
                  <a:pt x="1727302" y="1114920"/>
                </a:lnTo>
                <a:lnTo>
                  <a:pt x="1727471" y="1114920"/>
                </a:lnTo>
                <a:lnTo>
                  <a:pt x="1727649" y="1114920"/>
                </a:lnTo>
                <a:lnTo>
                  <a:pt x="1727818" y="1114920"/>
                </a:lnTo>
                <a:lnTo>
                  <a:pt x="1727996" y="1114920"/>
                </a:lnTo>
                <a:lnTo>
                  <a:pt x="1728165" y="1114920"/>
                </a:lnTo>
              </a:path>
            </a:pathLst>
          </a:custGeom>
          <a:noFill/>
          <a:ln w="19050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511" name="Group 510">
            <a:extLst>
              <a:ext uri="{FF2B5EF4-FFF2-40B4-BE49-F238E27FC236}">
                <a16:creationId xmlns:a16="http://schemas.microsoft.com/office/drawing/2014/main" id="{E0FE911B-5E22-3210-8326-1217329E5B44}"/>
              </a:ext>
            </a:extLst>
          </p:cNvPr>
          <p:cNvGrpSpPr/>
          <p:nvPr/>
        </p:nvGrpSpPr>
        <p:grpSpPr>
          <a:xfrm>
            <a:off x="5285287" y="3693491"/>
            <a:ext cx="787638" cy="228411"/>
            <a:chOff x="3888878" y="3747246"/>
            <a:chExt cx="787638" cy="228411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2F2A136C-F5F3-2E12-004E-186360771BB9}"/>
                </a:ext>
              </a:extLst>
            </p:cNvPr>
            <p:cNvSpPr/>
            <p:nvPr/>
          </p:nvSpPr>
          <p:spPr>
            <a:xfrm>
              <a:off x="3888878" y="3747246"/>
              <a:ext cx="787638" cy="228411"/>
            </a:xfrm>
            <a:custGeom>
              <a:avLst/>
              <a:gdLst>
                <a:gd name="csX0" fmla="*/ 0 w 787638"/>
                <a:gd name="csY0" fmla="*/ 228411 h 228411"/>
                <a:gd name="csX1" fmla="*/ 787638 w 787638"/>
                <a:gd name="csY1" fmla="*/ 228411 h 228411"/>
                <a:gd name="csX2" fmla="*/ 787638 w 787638"/>
                <a:gd name="csY2" fmla="*/ 0 h 228411"/>
                <a:gd name="csX3" fmla="*/ 0 w 787638"/>
                <a:gd name="csY3" fmla="*/ 0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7638" h="228411">
                  <a:moveTo>
                    <a:pt x="0" y="228411"/>
                  </a:moveTo>
                  <a:lnTo>
                    <a:pt x="787638" y="228411"/>
                  </a:lnTo>
                  <a:lnTo>
                    <a:pt x="787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655AEDE0-B3DC-D373-E6BA-48C43503E2A9}"/>
                </a:ext>
              </a:extLst>
            </p:cNvPr>
            <p:cNvSpPr/>
            <p:nvPr/>
          </p:nvSpPr>
          <p:spPr>
            <a:xfrm>
              <a:off x="3888878" y="3747246"/>
              <a:ext cx="787638" cy="228411"/>
            </a:xfrm>
            <a:custGeom>
              <a:avLst/>
              <a:gdLst>
                <a:gd name="csX0" fmla="*/ 0 w 787638"/>
                <a:gd name="csY0" fmla="*/ 228411 h 228411"/>
                <a:gd name="csX1" fmla="*/ 787638 w 787638"/>
                <a:gd name="csY1" fmla="*/ 228411 h 228411"/>
                <a:gd name="csX2" fmla="*/ 787638 w 787638"/>
                <a:gd name="csY2" fmla="*/ 0 h 228411"/>
                <a:gd name="csX3" fmla="*/ 0 w 787638"/>
                <a:gd name="csY3" fmla="*/ 0 h 228411"/>
                <a:gd name="csX4" fmla="*/ 0 w 787638"/>
                <a:gd name="csY4" fmla="*/ 228411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7638" h="228411">
                  <a:moveTo>
                    <a:pt x="0" y="228411"/>
                  </a:moveTo>
                  <a:lnTo>
                    <a:pt x="787638" y="228411"/>
                  </a:lnTo>
                  <a:lnTo>
                    <a:pt x="787638" y="0"/>
                  </a:lnTo>
                  <a:lnTo>
                    <a:pt x="0" y="0"/>
                  </a:lnTo>
                  <a:lnTo>
                    <a:pt x="0" y="228411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CF597AE1-73C1-B7BF-2417-8EDB299E9EF2}"/>
              </a:ext>
            </a:extLst>
          </p:cNvPr>
          <p:cNvGrpSpPr/>
          <p:nvPr/>
        </p:nvGrpSpPr>
        <p:grpSpPr>
          <a:xfrm>
            <a:off x="5305642" y="3731104"/>
            <a:ext cx="737196" cy="76683"/>
            <a:chOff x="3909233" y="3784859"/>
            <a:chExt cx="737196" cy="76683"/>
          </a:xfrm>
        </p:grpSpPr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64DD7A8B-073B-3535-D242-36ED896FCFF5}"/>
                </a:ext>
              </a:extLst>
            </p:cNvPr>
            <p:cNvSpPr/>
            <p:nvPr/>
          </p:nvSpPr>
          <p:spPr>
            <a:xfrm>
              <a:off x="3909233" y="3823383"/>
              <a:ext cx="122121" cy="889"/>
            </a:xfrm>
            <a:custGeom>
              <a:avLst/>
              <a:gdLst>
                <a:gd name="csX0" fmla="*/ 0 w 122121"/>
                <a:gd name="csY0" fmla="*/ 0 h 889"/>
                <a:gd name="csX1" fmla="*/ 122122 w 12212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121" h="889">
                  <a:moveTo>
                    <a:pt x="0" y="0"/>
                  </a:moveTo>
                  <a:lnTo>
                    <a:pt x="122122" y="0"/>
                  </a:lnTo>
                </a:path>
              </a:pathLst>
            </a:custGeom>
            <a:noFill/>
            <a:ln w="1600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3838D4D8-DF78-D6B9-5FAA-A78D09ABE518}"/>
                </a:ext>
              </a:extLst>
            </p:cNvPr>
            <p:cNvSpPr/>
            <p:nvPr/>
          </p:nvSpPr>
          <p:spPr>
            <a:xfrm>
              <a:off x="4051710" y="3804582"/>
              <a:ext cx="52453" cy="29005"/>
            </a:xfrm>
            <a:custGeom>
              <a:avLst/>
              <a:gdLst>
                <a:gd name="csX0" fmla="*/ 52453 w 52453"/>
                <a:gd name="csY0" fmla="*/ 19128 h 29005"/>
                <a:gd name="csX1" fmla="*/ 52169 w 52453"/>
                <a:gd name="csY1" fmla="*/ 20348 h 29005"/>
                <a:gd name="csX2" fmla="*/ 51199 w 52453"/>
                <a:gd name="csY2" fmla="*/ 22817 h 29005"/>
                <a:gd name="csX3" fmla="*/ 49607 w 52453"/>
                <a:gd name="csY3" fmla="*/ 25692 h 29005"/>
                <a:gd name="csX4" fmla="*/ 47196 w 52453"/>
                <a:gd name="csY4" fmla="*/ 28036 h 29005"/>
                <a:gd name="csX5" fmla="*/ 44046 w 52453"/>
                <a:gd name="csY5" fmla="*/ 29006 h 29005"/>
                <a:gd name="csX6" fmla="*/ 40292 w 52453"/>
                <a:gd name="csY6" fmla="*/ 27505 h 29005"/>
                <a:gd name="csX7" fmla="*/ 38789 w 52453"/>
                <a:gd name="csY7" fmla="*/ 23754 h 29005"/>
                <a:gd name="csX8" fmla="*/ 39634 w 52453"/>
                <a:gd name="csY8" fmla="*/ 20223 h 29005"/>
                <a:gd name="csX9" fmla="*/ 43601 w 52453"/>
                <a:gd name="csY9" fmla="*/ 5876 h 29005"/>
                <a:gd name="csX10" fmla="*/ 40132 w 52453"/>
                <a:gd name="csY10" fmla="*/ 1407 h 29005"/>
                <a:gd name="csX11" fmla="*/ 36386 w 52453"/>
                <a:gd name="csY11" fmla="*/ 2219 h 29005"/>
                <a:gd name="csX12" fmla="*/ 33451 w 52453"/>
                <a:gd name="csY12" fmla="*/ 4156 h 29005"/>
                <a:gd name="csX13" fmla="*/ 31387 w 52453"/>
                <a:gd name="csY13" fmla="*/ 6564 h 29005"/>
                <a:gd name="csX14" fmla="*/ 30070 w 52453"/>
                <a:gd name="csY14" fmla="*/ 8689 h 29005"/>
                <a:gd name="csX15" fmla="*/ 29598 w 52453"/>
                <a:gd name="csY15" fmla="*/ 9908 h 29005"/>
                <a:gd name="csX16" fmla="*/ 25755 w 52453"/>
                <a:gd name="csY16" fmla="*/ 25349 h 29005"/>
                <a:gd name="csX17" fmla="*/ 25230 w 52453"/>
                <a:gd name="csY17" fmla="*/ 27286 h 29005"/>
                <a:gd name="csX18" fmla="*/ 24412 w 52453"/>
                <a:gd name="csY18" fmla="*/ 28443 h 29005"/>
                <a:gd name="csX19" fmla="*/ 22882 w 52453"/>
                <a:gd name="csY19" fmla="*/ 29006 h 29005"/>
                <a:gd name="csX20" fmla="*/ 21538 w 52453"/>
                <a:gd name="csY20" fmla="*/ 28537 h 29005"/>
                <a:gd name="csX21" fmla="*/ 21005 w 52453"/>
                <a:gd name="csY21" fmla="*/ 27255 h 29005"/>
                <a:gd name="csX22" fmla="*/ 21165 w 52453"/>
                <a:gd name="csY22" fmla="*/ 26474 h 29005"/>
                <a:gd name="csX23" fmla="*/ 21538 w 52453"/>
                <a:gd name="csY23" fmla="*/ 24911 h 29005"/>
                <a:gd name="csX24" fmla="*/ 21850 w 52453"/>
                <a:gd name="csY24" fmla="*/ 23473 h 29005"/>
                <a:gd name="csX25" fmla="*/ 23131 w 52453"/>
                <a:gd name="csY25" fmla="*/ 18628 h 29005"/>
                <a:gd name="csX26" fmla="*/ 24910 w 52453"/>
                <a:gd name="csY26" fmla="*/ 11189 h 29005"/>
                <a:gd name="csX27" fmla="*/ 25880 w 52453"/>
                <a:gd name="csY27" fmla="*/ 5876 h 29005"/>
                <a:gd name="csX28" fmla="*/ 22410 w 52453"/>
                <a:gd name="csY28" fmla="*/ 1407 h 29005"/>
                <a:gd name="csX29" fmla="*/ 19065 w 52453"/>
                <a:gd name="csY29" fmla="*/ 2062 h 29005"/>
                <a:gd name="csX30" fmla="*/ 16378 w 52453"/>
                <a:gd name="csY30" fmla="*/ 3563 h 29005"/>
                <a:gd name="csX31" fmla="*/ 14288 w 52453"/>
                <a:gd name="csY31" fmla="*/ 5657 h 29005"/>
                <a:gd name="csX32" fmla="*/ 12820 w 52453"/>
                <a:gd name="csY32" fmla="*/ 7657 h 29005"/>
                <a:gd name="csX33" fmla="*/ 11975 w 52453"/>
                <a:gd name="csY33" fmla="*/ 9220 h 29005"/>
                <a:gd name="csX34" fmla="*/ 11165 w 52453"/>
                <a:gd name="csY34" fmla="*/ 12409 h 29005"/>
                <a:gd name="csX35" fmla="*/ 10071 w 52453"/>
                <a:gd name="csY35" fmla="*/ 16691 h 29005"/>
                <a:gd name="csX36" fmla="*/ 8665 w 52453"/>
                <a:gd name="csY36" fmla="*/ 22473 h 29005"/>
                <a:gd name="csX37" fmla="*/ 7437 w 52453"/>
                <a:gd name="csY37" fmla="*/ 27193 h 29005"/>
                <a:gd name="csX38" fmla="*/ 6441 w 52453"/>
                <a:gd name="csY38" fmla="*/ 28537 h 29005"/>
                <a:gd name="csX39" fmla="*/ 5062 w 52453"/>
                <a:gd name="csY39" fmla="*/ 29006 h 29005"/>
                <a:gd name="csX40" fmla="*/ 3754 w 52453"/>
                <a:gd name="csY40" fmla="*/ 28537 h 29005"/>
                <a:gd name="csX41" fmla="*/ 3221 w 52453"/>
                <a:gd name="csY41" fmla="*/ 27255 h 29005"/>
                <a:gd name="csX42" fmla="*/ 3318 w 52453"/>
                <a:gd name="csY42" fmla="*/ 26662 h 29005"/>
                <a:gd name="csX43" fmla="*/ 3567 w 52453"/>
                <a:gd name="csY43" fmla="*/ 25536 h 29005"/>
                <a:gd name="csX44" fmla="*/ 3781 w 52453"/>
                <a:gd name="csY44" fmla="*/ 24504 h 29005"/>
                <a:gd name="csX45" fmla="*/ 7509 w 52453"/>
                <a:gd name="csY45" fmla="*/ 9720 h 29005"/>
                <a:gd name="csX46" fmla="*/ 8345 w 52453"/>
                <a:gd name="csY46" fmla="*/ 6188 h 29005"/>
                <a:gd name="csX47" fmla="*/ 8532 w 52453"/>
                <a:gd name="csY47" fmla="*/ 4344 h 29005"/>
                <a:gd name="csX48" fmla="*/ 6539 w 52453"/>
                <a:gd name="csY48" fmla="*/ 1407 h 29005"/>
                <a:gd name="csX49" fmla="*/ 3843 w 52453"/>
                <a:gd name="csY49" fmla="*/ 3344 h 29005"/>
                <a:gd name="csX50" fmla="*/ 1877 w 52453"/>
                <a:gd name="csY50" fmla="*/ 9033 h 29005"/>
                <a:gd name="csX51" fmla="*/ 1406 w 52453"/>
                <a:gd name="csY51" fmla="*/ 10283 h 29005"/>
                <a:gd name="csX52" fmla="*/ 783 w 52453"/>
                <a:gd name="csY52" fmla="*/ 10501 h 29005"/>
                <a:gd name="csX53" fmla="*/ 0 w 52453"/>
                <a:gd name="csY53" fmla="*/ 9846 h 29005"/>
                <a:gd name="csX54" fmla="*/ 249 w 52453"/>
                <a:gd name="csY54" fmla="*/ 8689 h 29005"/>
                <a:gd name="csX55" fmla="*/ 970 w 52453"/>
                <a:gd name="csY55" fmla="*/ 6188 h 29005"/>
                <a:gd name="csX56" fmla="*/ 2002 w 52453"/>
                <a:gd name="csY56" fmla="*/ 3656 h 29005"/>
                <a:gd name="csX57" fmla="*/ 2598 w 52453"/>
                <a:gd name="csY57" fmla="*/ 2563 h 29005"/>
                <a:gd name="csX58" fmla="*/ 3443 w 52453"/>
                <a:gd name="csY58" fmla="*/ 1438 h 29005"/>
                <a:gd name="csX59" fmla="*/ 4849 w 52453"/>
                <a:gd name="csY59" fmla="*/ 375 h 29005"/>
                <a:gd name="csX60" fmla="*/ 6726 w 52453"/>
                <a:gd name="csY60" fmla="*/ 0 h 29005"/>
                <a:gd name="csX61" fmla="*/ 10693 w 52453"/>
                <a:gd name="csY61" fmla="*/ 1469 h 29005"/>
                <a:gd name="csX62" fmla="*/ 12633 w 52453"/>
                <a:gd name="csY62" fmla="*/ 5563 h 29005"/>
                <a:gd name="csX63" fmla="*/ 22597 w 52453"/>
                <a:gd name="csY63" fmla="*/ 0 h 29005"/>
                <a:gd name="csX64" fmla="*/ 27855 w 52453"/>
                <a:gd name="csY64" fmla="*/ 1657 h 29005"/>
                <a:gd name="csX65" fmla="*/ 29919 w 52453"/>
                <a:gd name="csY65" fmla="*/ 6188 h 29005"/>
                <a:gd name="csX66" fmla="*/ 40354 w 52453"/>
                <a:gd name="csY66" fmla="*/ 0 h 29005"/>
                <a:gd name="csX67" fmla="*/ 45790 w 52453"/>
                <a:gd name="csY67" fmla="*/ 1843 h 29005"/>
                <a:gd name="csX68" fmla="*/ 47703 w 52453"/>
                <a:gd name="csY68" fmla="*/ 6845 h 29005"/>
                <a:gd name="csX69" fmla="*/ 46858 w 52453"/>
                <a:gd name="csY69" fmla="*/ 11658 h 29005"/>
                <a:gd name="csX70" fmla="*/ 45452 w 52453"/>
                <a:gd name="csY70" fmla="*/ 16346 h 29005"/>
                <a:gd name="csX71" fmla="*/ 43797 w 52453"/>
                <a:gd name="csY71" fmla="*/ 20910 h 29005"/>
                <a:gd name="csX72" fmla="*/ 42641 w 52453"/>
                <a:gd name="csY72" fmla="*/ 25473 h 29005"/>
                <a:gd name="csX73" fmla="*/ 43014 w 52453"/>
                <a:gd name="csY73" fmla="*/ 27067 h 29005"/>
                <a:gd name="csX74" fmla="*/ 44198 w 52453"/>
                <a:gd name="csY74" fmla="*/ 27567 h 29005"/>
                <a:gd name="csX75" fmla="*/ 46546 w 52453"/>
                <a:gd name="csY75" fmla="*/ 26849 h 29005"/>
                <a:gd name="csX76" fmla="*/ 48423 w 52453"/>
                <a:gd name="csY76" fmla="*/ 24880 h 29005"/>
                <a:gd name="csX77" fmla="*/ 49767 w 52453"/>
                <a:gd name="csY77" fmla="*/ 22379 h 29005"/>
                <a:gd name="csX78" fmla="*/ 50701 w 52453"/>
                <a:gd name="csY78" fmla="*/ 19660 h 29005"/>
                <a:gd name="csX79" fmla="*/ 51074 w 52453"/>
                <a:gd name="csY79" fmla="*/ 18691 h 29005"/>
                <a:gd name="csX80" fmla="*/ 51671 w 52453"/>
                <a:gd name="csY80" fmla="*/ 18504 h 29005"/>
                <a:gd name="csX81" fmla="*/ 52453 w 52453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53" h="29005">
                  <a:moveTo>
                    <a:pt x="52453" y="19128"/>
                  </a:moveTo>
                  <a:cubicBezTo>
                    <a:pt x="52453" y="19295"/>
                    <a:pt x="52359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9" y="24776"/>
                    <a:pt x="49607" y="25692"/>
                  </a:cubicBezTo>
                  <a:cubicBezTo>
                    <a:pt x="49002" y="26588"/>
                    <a:pt x="48198" y="27370"/>
                    <a:pt x="47196" y="28036"/>
                  </a:cubicBezTo>
                  <a:cubicBezTo>
                    <a:pt x="46217" y="28683"/>
                    <a:pt x="45167" y="29006"/>
                    <a:pt x="44046" y="29006"/>
                  </a:cubicBezTo>
                  <a:cubicBezTo>
                    <a:pt x="42546" y="29006"/>
                    <a:pt x="41294" y="28506"/>
                    <a:pt x="40292" y="27505"/>
                  </a:cubicBezTo>
                  <a:cubicBezTo>
                    <a:pt x="39290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1" y="8397"/>
                    <a:pt x="43601" y="5876"/>
                  </a:cubicBezTo>
                  <a:cubicBezTo>
                    <a:pt x="43601" y="2896"/>
                    <a:pt x="42445" y="1407"/>
                    <a:pt x="40132" y="1407"/>
                  </a:cubicBezTo>
                  <a:cubicBezTo>
                    <a:pt x="38821" y="1407"/>
                    <a:pt x="37573" y="1677"/>
                    <a:pt x="36386" y="2219"/>
                  </a:cubicBezTo>
                  <a:cubicBezTo>
                    <a:pt x="35200" y="2761"/>
                    <a:pt x="34222" y="3407"/>
                    <a:pt x="33451" y="4156"/>
                  </a:cubicBezTo>
                  <a:cubicBezTo>
                    <a:pt x="32680" y="4907"/>
                    <a:pt x="31992" y="5709"/>
                    <a:pt x="31387" y="6564"/>
                  </a:cubicBezTo>
                  <a:cubicBezTo>
                    <a:pt x="30782" y="7418"/>
                    <a:pt x="30343" y="8126"/>
                    <a:pt x="30070" y="8689"/>
                  </a:cubicBezTo>
                  <a:cubicBezTo>
                    <a:pt x="29821" y="9251"/>
                    <a:pt x="29664" y="9658"/>
                    <a:pt x="29598" y="9908"/>
                  </a:cubicBezTo>
                  <a:lnTo>
                    <a:pt x="25755" y="25349"/>
                  </a:lnTo>
                  <a:cubicBezTo>
                    <a:pt x="25548" y="26224"/>
                    <a:pt x="25373" y="26870"/>
                    <a:pt x="25230" y="27286"/>
                  </a:cubicBezTo>
                  <a:cubicBezTo>
                    <a:pt x="25082" y="27703"/>
                    <a:pt x="24809" y="28089"/>
                    <a:pt x="24412" y="28443"/>
                  </a:cubicBezTo>
                  <a:cubicBezTo>
                    <a:pt x="24014" y="28818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7"/>
                    <a:pt x="21005" y="27255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6"/>
                    <a:pt x="21390" y="25515"/>
                    <a:pt x="21538" y="24911"/>
                  </a:cubicBezTo>
                  <a:cubicBezTo>
                    <a:pt x="21687" y="24307"/>
                    <a:pt x="21790" y="23827"/>
                    <a:pt x="21850" y="23473"/>
                  </a:cubicBezTo>
                  <a:cubicBezTo>
                    <a:pt x="22603" y="20639"/>
                    <a:pt x="23030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52" y="7116"/>
                    <a:pt x="12820" y="7657"/>
                  </a:cubicBezTo>
                  <a:cubicBezTo>
                    <a:pt x="12505" y="8179"/>
                    <a:pt x="12224" y="8700"/>
                    <a:pt x="11975" y="9220"/>
                  </a:cubicBezTo>
                  <a:lnTo>
                    <a:pt x="11165" y="12409"/>
                  </a:lnTo>
                  <a:cubicBezTo>
                    <a:pt x="11040" y="12992"/>
                    <a:pt x="10676" y="14419"/>
                    <a:pt x="10071" y="16691"/>
                  </a:cubicBezTo>
                  <a:lnTo>
                    <a:pt x="8665" y="22473"/>
                  </a:lnTo>
                  <a:cubicBezTo>
                    <a:pt x="7995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84" y="28850"/>
                    <a:pt x="5525" y="29006"/>
                    <a:pt x="5062" y="29006"/>
                  </a:cubicBezTo>
                  <a:cubicBezTo>
                    <a:pt x="4546" y="29006"/>
                    <a:pt x="4110" y="28850"/>
                    <a:pt x="3754" y="28537"/>
                  </a:cubicBezTo>
                  <a:cubicBezTo>
                    <a:pt x="3398" y="28225"/>
                    <a:pt x="3221" y="27797"/>
                    <a:pt x="3221" y="27255"/>
                  </a:cubicBezTo>
                  <a:cubicBezTo>
                    <a:pt x="3221" y="27172"/>
                    <a:pt x="3253" y="26974"/>
                    <a:pt x="3318" y="26662"/>
                  </a:cubicBezTo>
                  <a:cubicBezTo>
                    <a:pt x="3378" y="26349"/>
                    <a:pt x="3461" y="25974"/>
                    <a:pt x="3567" y="25536"/>
                  </a:cubicBezTo>
                  <a:cubicBezTo>
                    <a:pt x="3668" y="25099"/>
                    <a:pt x="3739" y="24755"/>
                    <a:pt x="3781" y="24504"/>
                  </a:cubicBezTo>
                  <a:lnTo>
                    <a:pt x="7509" y="9720"/>
                  </a:lnTo>
                  <a:cubicBezTo>
                    <a:pt x="7965" y="7929"/>
                    <a:pt x="8244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7" y="1407"/>
                    <a:pt x="6539" y="1407"/>
                  </a:cubicBezTo>
                  <a:cubicBezTo>
                    <a:pt x="5454" y="1407"/>
                    <a:pt x="4555" y="2052"/>
                    <a:pt x="3843" y="3344"/>
                  </a:cubicBezTo>
                  <a:cubicBezTo>
                    <a:pt x="3137" y="4636"/>
                    <a:pt x="2482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305" y="10429"/>
                    <a:pt x="1097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21" y="8022"/>
                    <a:pt x="661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8" y="2854"/>
                    <a:pt x="2598" y="2563"/>
                  </a:cubicBezTo>
                  <a:cubicBezTo>
                    <a:pt x="2788" y="2271"/>
                    <a:pt x="3069" y="1896"/>
                    <a:pt x="3443" y="1438"/>
                  </a:cubicBezTo>
                  <a:cubicBezTo>
                    <a:pt x="3817" y="979"/>
                    <a:pt x="4285" y="625"/>
                    <a:pt x="4849" y="375"/>
                  </a:cubicBezTo>
                  <a:cubicBezTo>
                    <a:pt x="5412" y="125"/>
                    <a:pt x="6038" y="0"/>
                    <a:pt x="6726" y="0"/>
                  </a:cubicBezTo>
                  <a:cubicBezTo>
                    <a:pt x="8244" y="0"/>
                    <a:pt x="9567" y="490"/>
                    <a:pt x="10693" y="1469"/>
                  </a:cubicBezTo>
                  <a:cubicBezTo>
                    <a:pt x="11838" y="2448"/>
                    <a:pt x="12485" y="3813"/>
                    <a:pt x="12633" y="5563"/>
                  </a:cubicBezTo>
                  <a:cubicBezTo>
                    <a:pt x="15403" y="1854"/>
                    <a:pt x="18724" y="0"/>
                    <a:pt x="22597" y="0"/>
                  </a:cubicBezTo>
                  <a:cubicBezTo>
                    <a:pt x="24785" y="0"/>
                    <a:pt x="26538" y="552"/>
                    <a:pt x="27855" y="1657"/>
                  </a:cubicBezTo>
                  <a:cubicBezTo>
                    <a:pt x="29082" y="2719"/>
                    <a:pt x="29770" y="4229"/>
                    <a:pt x="29919" y="6188"/>
                  </a:cubicBezTo>
                  <a:cubicBezTo>
                    <a:pt x="32789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65" y="3052"/>
                    <a:pt x="47703" y="4719"/>
                    <a:pt x="47703" y="6845"/>
                  </a:cubicBezTo>
                  <a:cubicBezTo>
                    <a:pt x="47703" y="7949"/>
                    <a:pt x="47421" y="9554"/>
                    <a:pt x="46858" y="11658"/>
                  </a:cubicBezTo>
                  <a:cubicBezTo>
                    <a:pt x="46294" y="13742"/>
                    <a:pt x="45826" y="15305"/>
                    <a:pt x="45452" y="16346"/>
                  </a:cubicBezTo>
                  <a:cubicBezTo>
                    <a:pt x="45078" y="17388"/>
                    <a:pt x="44527" y="18910"/>
                    <a:pt x="43797" y="20910"/>
                  </a:cubicBezTo>
                  <a:cubicBezTo>
                    <a:pt x="43026" y="22827"/>
                    <a:pt x="42641" y="24348"/>
                    <a:pt x="42641" y="25473"/>
                  </a:cubicBezTo>
                  <a:cubicBezTo>
                    <a:pt x="42641" y="26203"/>
                    <a:pt x="42765" y="26734"/>
                    <a:pt x="43014" y="27067"/>
                  </a:cubicBezTo>
                  <a:cubicBezTo>
                    <a:pt x="43263" y="27401"/>
                    <a:pt x="43658" y="27567"/>
                    <a:pt x="44198" y="27567"/>
                  </a:cubicBezTo>
                  <a:cubicBezTo>
                    <a:pt x="45034" y="27567"/>
                    <a:pt x="45817" y="27328"/>
                    <a:pt x="46546" y="26849"/>
                  </a:cubicBezTo>
                  <a:cubicBezTo>
                    <a:pt x="47276" y="26349"/>
                    <a:pt x="47901" y="25692"/>
                    <a:pt x="48423" y="24880"/>
                  </a:cubicBezTo>
                  <a:cubicBezTo>
                    <a:pt x="48963" y="24047"/>
                    <a:pt x="49411" y="23213"/>
                    <a:pt x="49767" y="22379"/>
                  </a:cubicBezTo>
                  <a:cubicBezTo>
                    <a:pt x="50117" y="21525"/>
                    <a:pt x="50428" y="20619"/>
                    <a:pt x="50701" y="19660"/>
                  </a:cubicBezTo>
                  <a:cubicBezTo>
                    <a:pt x="50867" y="19139"/>
                    <a:pt x="50991" y="18816"/>
                    <a:pt x="51074" y="18691"/>
                  </a:cubicBezTo>
                  <a:cubicBezTo>
                    <a:pt x="51181" y="18566"/>
                    <a:pt x="51380" y="18504"/>
                    <a:pt x="51671" y="18504"/>
                  </a:cubicBezTo>
                  <a:cubicBezTo>
                    <a:pt x="52192" y="18504"/>
                    <a:pt x="52453" y="18712"/>
                    <a:pt x="52453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BA262666-1C2B-BED5-5BF3-785D19558869}"/>
                </a:ext>
              </a:extLst>
            </p:cNvPr>
            <p:cNvSpPr/>
            <p:nvPr/>
          </p:nvSpPr>
          <p:spPr>
            <a:xfrm>
              <a:off x="4110489" y="3820759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92 w 22338"/>
                <a:gd name="csY2" fmla="*/ 5776 h 40783"/>
                <a:gd name="csX3" fmla="*/ 18709 w 22338"/>
                <a:gd name="csY3" fmla="*/ 5361 h 40783"/>
                <a:gd name="csX4" fmla="*/ 18229 w 22338"/>
                <a:gd name="csY4" fmla="*/ 4223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51 w 22338"/>
                <a:gd name="csY7" fmla="*/ 985 h 40783"/>
                <a:gd name="csX8" fmla="*/ 17197 w 22338"/>
                <a:gd name="csY8" fmla="*/ 1423 h 40783"/>
                <a:gd name="csX9" fmla="*/ 16352 w 22338"/>
                <a:gd name="csY9" fmla="*/ 2517 h 40783"/>
                <a:gd name="csX10" fmla="*/ 15275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36 w 22338"/>
                <a:gd name="csY14" fmla="*/ 12297 h 40783"/>
                <a:gd name="csX15" fmla="*/ 19083 w 22338"/>
                <a:gd name="csY15" fmla="*/ 12427 h 40783"/>
                <a:gd name="csX16" fmla="*/ 19261 w 22338"/>
                <a:gd name="csY16" fmla="*/ 12778 h 40783"/>
                <a:gd name="csX17" fmla="*/ 18976 w 22338"/>
                <a:gd name="csY17" fmla="*/ 13544 h 40783"/>
                <a:gd name="csX18" fmla="*/ 17926 w 22338"/>
                <a:gd name="csY18" fmla="*/ 13675 h 40783"/>
                <a:gd name="csX19" fmla="*/ 14074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84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65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55 w 22338"/>
                <a:gd name="csY31" fmla="*/ 35008 h 40783"/>
                <a:gd name="csX32" fmla="*/ 3612 w 22338"/>
                <a:gd name="csY32" fmla="*/ 35423 h 40783"/>
                <a:gd name="csX33" fmla="*/ 4119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46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73 w 22338"/>
                <a:gd name="csY44" fmla="*/ 34504 h 40783"/>
                <a:gd name="csX45" fmla="*/ 7402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57 w 22338"/>
                <a:gd name="csY49" fmla="*/ 13653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28 w 22338"/>
                <a:gd name="csY52" fmla="*/ 12537 h 40783"/>
                <a:gd name="csX53" fmla="*/ 7446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85 w 22338"/>
                <a:gd name="csY57" fmla="*/ 2582 h 40783"/>
                <a:gd name="csX58" fmla="*/ 15560 w 22338"/>
                <a:gd name="csY58" fmla="*/ 941 h 40783"/>
                <a:gd name="csX59" fmla="*/ 17072 w 22338"/>
                <a:gd name="csY59" fmla="*/ 219 h 40783"/>
                <a:gd name="csX60" fmla="*/ 18451 w 22338"/>
                <a:gd name="csY60" fmla="*/ 0 h 40783"/>
                <a:gd name="csX61" fmla="*/ 21165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82" y="5529"/>
                    <a:pt x="20521" y="5776"/>
                    <a:pt x="19892" y="5776"/>
                  </a:cubicBezTo>
                  <a:cubicBezTo>
                    <a:pt x="19442" y="5776"/>
                    <a:pt x="19047" y="5638"/>
                    <a:pt x="18709" y="5361"/>
                  </a:cubicBezTo>
                  <a:cubicBezTo>
                    <a:pt x="18389" y="5083"/>
                    <a:pt x="18229" y="4704"/>
                    <a:pt x="18229" y="4223"/>
                  </a:cubicBezTo>
                  <a:cubicBezTo>
                    <a:pt x="18229" y="3727"/>
                    <a:pt x="18419" y="3217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3" y="985"/>
                    <a:pt x="18451" y="985"/>
                  </a:cubicBezTo>
                  <a:cubicBezTo>
                    <a:pt x="17995" y="985"/>
                    <a:pt x="17576" y="1131"/>
                    <a:pt x="17197" y="1423"/>
                  </a:cubicBezTo>
                  <a:cubicBezTo>
                    <a:pt x="16835" y="1700"/>
                    <a:pt x="16553" y="2064"/>
                    <a:pt x="16352" y="2517"/>
                  </a:cubicBezTo>
                  <a:cubicBezTo>
                    <a:pt x="16132" y="2984"/>
                    <a:pt x="15773" y="4537"/>
                    <a:pt x="15275" y="7177"/>
                  </a:cubicBezTo>
                  <a:cubicBezTo>
                    <a:pt x="15115" y="8037"/>
                    <a:pt x="14961" y="8883"/>
                    <a:pt x="14813" y="9715"/>
                  </a:cubicBezTo>
                  <a:cubicBezTo>
                    <a:pt x="14670" y="10546"/>
                    <a:pt x="14510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9" y="12282"/>
                    <a:pt x="18736" y="12297"/>
                  </a:cubicBezTo>
                  <a:cubicBezTo>
                    <a:pt x="18866" y="12311"/>
                    <a:pt x="18982" y="12355"/>
                    <a:pt x="19083" y="12427"/>
                  </a:cubicBezTo>
                  <a:cubicBezTo>
                    <a:pt x="19202" y="12500"/>
                    <a:pt x="19261" y="12617"/>
                    <a:pt x="19261" y="12778"/>
                  </a:cubicBezTo>
                  <a:cubicBezTo>
                    <a:pt x="19261" y="13187"/>
                    <a:pt x="19166" y="13442"/>
                    <a:pt x="18976" y="13544"/>
                  </a:cubicBezTo>
                  <a:cubicBezTo>
                    <a:pt x="18798" y="13631"/>
                    <a:pt x="18448" y="13675"/>
                    <a:pt x="17926" y="13675"/>
                  </a:cubicBezTo>
                  <a:lnTo>
                    <a:pt x="14074" y="13675"/>
                  </a:lnTo>
                  <a:lnTo>
                    <a:pt x="11379" y="27874"/>
                  </a:lnTo>
                  <a:cubicBezTo>
                    <a:pt x="11337" y="28152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12" y="34446"/>
                    <a:pt x="9288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5" y="38764"/>
                    <a:pt x="6984" y="39231"/>
                  </a:cubicBezTo>
                  <a:cubicBezTo>
                    <a:pt x="6563" y="39697"/>
                    <a:pt x="6073" y="40069"/>
                    <a:pt x="5516" y="40346"/>
                  </a:cubicBezTo>
                  <a:cubicBezTo>
                    <a:pt x="4964" y="40638"/>
                    <a:pt x="4395" y="40784"/>
                    <a:pt x="3808" y="40784"/>
                  </a:cubicBezTo>
                  <a:cubicBezTo>
                    <a:pt x="2817" y="40784"/>
                    <a:pt x="1936" y="40507"/>
                    <a:pt x="1165" y="39952"/>
                  </a:cubicBezTo>
                  <a:cubicBezTo>
                    <a:pt x="388" y="39398"/>
                    <a:pt x="0" y="38647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7" y="35008"/>
                    <a:pt x="2455" y="35008"/>
                  </a:cubicBezTo>
                  <a:cubicBezTo>
                    <a:pt x="2906" y="35008"/>
                    <a:pt x="3292" y="35146"/>
                    <a:pt x="3612" y="35423"/>
                  </a:cubicBezTo>
                  <a:cubicBezTo>
                    <a:pt x="3950" y="35701"/>
                    <a:pt x="4119" y="36080"/>
                    <a:pt x="4119" y="36561"/>
                  </a:cubicBezTo>
                  <a:cubicBezTo>
                    <a:pt x="4119" y="36765"/>
                    <a:pt x="4081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1"/>
                    <a:pt x="2126" y="38961"/>
                    <a:pt x="1646" y="38990"/>
                  </a:cubicBezTo>
                  <a:cubicBezTo>
                    <a:pt x="2215" y="39529"/>
                    <a:pt x="2936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9" y="39522"/>
                    <a:pt x="5074" y="39340"/>
                    <a:pt x="5276" y="39077"/>
                  </a:cubicBezTo>
                  <a:cubicBezTo>
                    <a:pt x="5495" y="38815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24" y="35620"/>
                    <a:pt x="6942" y="35131"/>
                    <a:pt x="7073" y="34504"/>
                  </a:cubicBezTo>
                  <a:cubicBezTo>
                    <a:pt x="7215" y="33877"/>
                    <a:pt x="7325" y="33374"/>
                    <a:pt x="7402" y="32994"/>
                  </a:cubicBezTo>
                  <a:cubicBezTo>
                    <a:pt x="7473" y="32630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500" y="13668"/>
                    <a:pt x="7357" y="13653"/>
                  </a:cubicBezTo>
                  <a:cubicBezTo>
                    <a:pt x="7227" y="13639"/>
                    <a:pt x="7108" y="13595"/>
                    <a:pt x="7002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10" y="12654"/>
                    <a:pt x="7028" y="12537"/>
                  </a:cubicBezTo>
                  <a:cubicBezTo>
                    <a:pt x="7159" y="12406"/>
                    <a:pt x="7298" y="12333"/>
                    <a:pt x="7446" y="12318"/>
                  </a:cubicBezTo>
                  <a:cubicBezTo>
                    <a:pt x="7589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83" y="1838"/>
                    <a:pt x="15008" y="1291"/>
                    <a:pt x="15560" y="941"/>
                  </a:cubicBezTo>
                  <a:cubicBezTo>
                    <a:pt x="16111" y="591"/>
                    <a:pt x="16616" y="351"/>
                    <a:pt x="17072" y="219"/>
                  </a:cubicBezTo>
                  <a:cubicBezTo>
                    <a:pt x="17535" y="73"/>
                    <a:pt x="17995" y="0"/>
                    <a:pt x="18451" y="0"/>
                  </a:cubicBezTo>
                  <a:cubicBezTo>
                    <a:pt x="19471" y="0"/>
                    <a:pt x="20376" y="277"/>
                    <a:pt x="21165" y="832"/>
                  </a:cubicBezTo>
                  <a:cubicBezTo>
                    <a:pt x="21948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2668EB37-B608-A185-AC34-7E49B54D31F6}"/>
                </a:ext>
              </a:extLst>
            </p:cNvPr>
            <p:cNvSpPr/>
            <p:nvPr/>
          </p:nvSpPr>
          <p:spPr>
            <a:xfrm>
              <a:off x="4144660" y="3829512"/>
              <a:ext cx="39642" cy="23279"/>
            </a:xfrm>
            <a:custGeom>
              <a:avLst/>
              <a:gdLst>
                <a:gd name="csX0" fmla="*/ 39251 w 39642"/>
                <a:gd name="csY0" fmla="*/ 11049 h 23279"/>
                <a:gd name="csX1" fmla="*/ 39643 w 39642"/>
                <a:gd name="csY1" fmla="*/ 11639 h 23279"/>
                <a:gd name="csX2" fmla="*/ 39251 w 39642"/>
                <a:gd name="csY2" fmla="*/ 12231 h 23279"/>
                <a:gd name="csX3" fmla="*/ 33104 w 39642"/>
                <a:gd name="csY3" fmla="*/ 16891 h 23279"/>
                <a:gd name="csX4" fmla="*/ 30497 w 39642"/>
                <a:gd name="csY4" fmla="*/ 22579 h 23279"/>
                <a:gd name="csX5" fmla="*/ 30195 w 39642"/>
                <a:gd name="csY5" fmla="*/ 23083 h 23279"/>
                <a:gd name="csX6" fmla="*/ 29625 w 39642"/>
                <a:gd name="csY6" fmla="*/ 23279 h 23279"/>
                <a:gd name="csX7" fmla="*/ 28985 w 39642"/>
                <a:gd name="csY7" fmla="*/ 23017 h 23279"/>
                <a:gd name="csX8" fmla="*/ 28727 w 39642"/>
                <a:gd name="csY8" fmla="*/ 22405 h 23279"/>
                <a:gd name="csX9" fmla="*/ 28744 w 39642"/>
                <a:gd name="csY9" fmla="*/ 22317 h 23279"/>
                <a:gd name="csX10" fmla="*/ 28771 w 39642"/>
                <a:gd name="csY10" fmla="*/ 22207 h 23279"/>
                <a:gd name="csX11" fmla="*/ 31725 w 39642"/>
                <a:gd name="csY11" fmla="*/ 15753 h 23279"/>
                <a:gd name="csX12" fmla="*/ 35221 w 39642"/>
                <a:gd name="csY12" fmla="*/ 12537 h 23279"/>
                <a:gd name="csX13" fmla="*/ 899 w 39642"/>
                <a:gd name="csY13" fmla="*/ 12537 h 23279"/>
                <a:gd name="csX14" fmla="*/ 258 w 39642"/>
                <a:gd name="csY14" fmla="*/ 12274 h 23279"/>
                <a:gd name="csX15" fmla="*/ 0 w 39642"/>
                <a:gd name="csY15" fmla="*/ 11639 h 23279"/>
                <a:gd name="csX16" fmla="*/ 258 w 39642"/>
                <a:gd name="csY16" fmla="*/ 11005 h 23279"/>
                <a:gd name="csX17" fmla="*/ 899 w 39642"/>
                <a:gd name="csY17" fmla="*/ 10742 h 23279"/>
                <a:gd name="csX18" fmla="*/ 35221 w 39642"/>
                <a:gd name="csY18" fmla="*/ 10742 h 23279"/>
                <a:gd name="csX19" fmla="*/ 31725 w 39642"/>
                <a:gd name="csY19" fmla="*/ 7526 h 23279"/>
                <a:gd name="csX20" fmla="*/ 28771 w 39642"/>
                <a:gd name="csY20" fmla="*/ 1072 h 23279"/>
                <a:gd name="csX21" fmla="*/ 28744 w 39642"/>
                <a:gd name="csY21" fmla="*/ 984 h 23279"/>
                <a:gd name="csX22" fmla="*/ 28727 w 39642"/>
                <a:gd name="csY22" fmla="*/ 875 h 23279"/>
                <a:gd name="csX23" fmla="*/ 28985 w 39642"/>
                <a:gd name="csY23" fmla="*/ 262 h 23279"/>
                <a:gd name="csX24" fmla="*/ 29625 w 39642"/>
                <a:gd name="csY24" fmla="*/ 0 h 23279"/>
                <a:gd name="csX25" fmla="*/ 30195 w 39642"/>
                <a:gd name="csY25" fmla="*/ 197 h 23279"/>
                <a:gd name="csX26" fmla="*/ 30497 w 39642"/>
                <a:gd name="csY26" fmla="*/ 700 h 23279"/>
                <a:gd name="csX27" fmla="*/ 33104 w 39642"/>
                <a:gd name="csY27" fmla="*/ 6389 h 23279"/>
                <a:gd name="csX28" fmla="*/ 39251 w 39642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79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39"/>
                  </a:cubicBezTo>
                  <a:cubicBezTo>
                    <a:pt x="39643" y="11931"/>
                    <a:pt x="39512" y="12128"/>
                    <a:pt x="39251" y="12231"/>
                  </a:cubicBezTo>
                  <a:cubicBezTo>
                    <a:pt x="37063" y="12960"/>
                    <a:pt x="35013" y="14513"/>
                    <a:pt x="33104" y="16891"/>
                  </a:cubicBezTo>
                  <a:cubicBezTo>
                    <a:pt x="31746" y="18656"/>
                    <a:pt x="30877" y="20552"/>
                    <a:pt x="30497" y="22579"/>
                  </a:cubicBezTo>
                  <a:cubicBezTo>
                    <a:pt x="30455" y="22784"/>
                    <a:pt x="30355" y="22952"/>
                    <a:pt x="30195" y="23083"/>
                  </a:cubicBezTo>
                  <a:cubicBezTo>
                    <a:pt x="30034" y="23214"/>
                    <a:pt x="29845" y="23279"/>
                    <a:pt x="29625" y="23279"/>
                  </a:cubicBezTo>
                  <a:cubicBezTo>
                    <a:pt x="29376" y="23279"/>
                    <a:pt x="29162" y="23192"/>
                    <a:pt x="28985" y="23017"/>
                  </a:cubicBezTo>
                  <a:cubicBezTo>
                    <a:pt x="28813" y="22857"/>
                    <a:pt x="28727" y="22653"/>
                    <a:pt x="28727" y="22405"/>
                  </a:cubicBezTo>
                  <a:cubicBezTo>
                    <a:pt x="28727" y="22390"/>
                    <a:pt x="28733" y="22361"/>
                    <a:pt x="28744" y="22317"/>
                  </a:cubicBezTo>
                  <a:cubicBezTo>
                    <a:pt x="28762" y="22259"/>
                    <a:pt x="28771" y="22222"/>
                    <a:pt x="28771" y="22207"/>
                  </a:cubicBezTo>
                  <a:cubicBezTo>
                    <a:pt x="29210" y="19844"/>
                    <a:pt x="30195" y="17693"/>
                    <a:pt x="31725" y="15753"/>
                  </a:cubicBezTo>
                  <a:cubicBezTo>
                    <a:pt x="32686" y="14528"/>
                    <a:pt x="33851" y="13456"/>
                    <a:pt x="35221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39"/>
                  </a:cubicBezTo>
                  <a:cubicBezTo>
                    <a:pt x="0" y="11391"/>
                    <a:pt x="86" y="11180"/>
                    <a:pt x="258" y="11005"/>
                  </a:cubicBezTo>
                  <a:cubicBezTo>
                    <a:pt x="436" y="10830"/>
                    <a:pt x="649" y="10742"/>
                    <a:pt x="899" y="10742"/>
                  </a:cubicBezTo>
                  <a:lnTo>
                    <a:pt x="35221" y="10742"/>
                  </a:lnTo>
                  <a:cubicBezTo>
                    <a:pt x="33851" y="9824"/>
                    <a:pt x="32686" y="8752"/>
                    <a:pt x="31725" y="7526"/>
                  </a:cubicBezTo>
                  <a:cubicBezTo>
                    <a:pt x="30195" y="5586"/>
                    <a:pt x="29210" y="3435"/>
                    <a:pt x="28771" y="1072"/>
                  </a:cubicBezTo>
                  <a:cubicBezTo>
                    <a:pt x="28771" y="1057"/>
                    <a:pt x="28762" y="1028"/>
                    <a:pt x="28744" y="984"/>
                  </a:cubicBezTo>
                  <a:cubicBezTo>
                    <a:pt x="28733" y="926"/>
                    <a:pt x="28727" y="889"/>
                    <a:pt x="28727" y="875"/>
                  </a:cubicBezTo>
                  <a:cubicBezTo>
                    <a:pt x="28727" y="627"/>
                    <a:pt x="28813" y="423"/>
                    <a:pt x="28985" y="262"/>
                  </a:cubicBezTo>
                  <a:cubicBezTo>
                    <a:pt x="29162" y="87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5" y="496"/>
                    <a:pt x="30497" y="700"/>
                  </a:cubicBezTo>
                  <a:cubicBezTo>
                    <a:pt x="30877" y="2727"/>
                    <a:pt x="31746" y="4623"/>
                    <a:pt x="33104" y="6389"/>
                  </a:cubicBezTo>
                  <a:cubicBezTo>
                    <a:pt x="35013" y="8766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55BA1A8F-22C4-88AB-B37F-D6C9662F79B8}"/>
                </a:ext>
              </a:extLst>
            </p:cNvPr>
            <p:cNvSpPr/>
            <p:nvPr/>
          </p:nvSpPr>
          <p:spPr>
            <a:xfrm>
              <a:off x="4201473" y="3821744"/>
              <a:ext cx="36929" cy="30609"/>
            </a:xfrm>
            <a:custGeom>
              <a:avLst/>
              <a:gdLst>
                <a:gd name="csX0" fmla="*/ 36929 w 36929"/>
                <a:gd name="csY0" fmla="*/ 504 h 30609"/>
                <a:gd name="csX1" fmla="*/ 36778 w 36929"/>
                <a:gd name="csY1" fmla="*/ 1116 h 30609"/>
                <a:gd name="csX2" fmla="*/ 36493 w 36929"/>
                <a:gd name="csY2" fmla="*/ 1357 h 30609"/>
                <a:gd name="csX3" fmla="*/ 35942 w 36929"/>
                <a:gd name="csY3" fmla="*/ 1400 h 30609"/>
                <a:gd name="csX4" fmla="*/ 30257 w 36929"/>
                <a:gd name="csY4" fmla="*/ 3676 h 30609"/>
                <a:gd name="csX5" fmla="*/ 28024 w 36929"/>
                <a:gd name="csY5" fmla="*/ 5929 h 30609"/>
                <a:gd name="csX6" fmla="*/ 24350 w 36929"/>
                <a:gd name="csY6" fmla="*/ 9912 h 30609"/>
                <a:gd name="csX7" fmla="*/ 21067 w 36929"/>
                <a:gd name="csY7" fmla="*/ 13412 h 30609"/>
                <a:gd name="csX8" fmla="*/ 26841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3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9 h 30609"/>
                <a:gd name="csX19" fmla="*/ 31022 w 36929"/>
                <a:gd name="csY19" fmla="*/ 30588 h 30609"/>
                <a:gd name="csX20" fmla="*/ 30648 w 36929"/>
                <a:gd name="csY20" fmla="*/ 30609 h 30609"/>
                <a:gd name="csX21" fmla="*/ 28157 w 36929"/>
                <a:gd name="csY21" fmla="*/ 30544 h 30609"/>
                <a:gd name="csX22" fmla="*/ 25684 w 36929"/>
                <a:gd name="csY22" fmla="*/ 30478 h 30609"/>
                <a:gd name="csX23" fmla="*/ 20044 w 36929"/>
                <a:gd name="csY23" fmla="*/ 30609 h 30609"/>
                <a:gd name="csX24" fmla="*/ 19359 w 36929"/>
                <a:gd name="csY24" fmla="*/ 30063 h 30609"/>
                <a:gd name="csX25" fmla="*/ 19403 w 36929"/>
                <a:gd name="csY25" fmla="*/ 29625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8 h 30609"/>
                <a:gd name="csX31" fmla="*/ 22864 w 36929"/>
                <a:gd name="csY31" fmla="*/ 27918 h 30609"/>
                <a:gd name="csX32" fmla="*/ 22641 w 36929"/>
                <a:gd name="csY32" fmla="*/ 27284 h 30609"/>
                <a:gd name="csX33" fmla="*/ 18113 w 36929"/>
                <a:gd name="csY33" fmla="*/ 16585 h 30609"/>
                <a:gd name="csX34" fmla="*/ 14065 w 36929"/>
                <a:gd name="csY34" fmla="*/ 20982 h 30609"/>
                <a:gd name="csX35" fmla="*/ 9492 w 36929"/>
                <a:gd name="csY35" fmla="*/ 25817 h 30609"/>
                <a:gd name="csX36" fmla="*/ 8291 w 36929"/>
                <a:gd name="csY36" fmla="*/ 27831 h 30609"/>
                <a:gd name="csX37" fmla="*/ 10080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8 h 30609"/>
                <a:gd name="csX41" fmla="*/ 9822 w 36929"/>
                <a:gd name="csY41" fmla="*/ 30609 h 30609"/>
                <a:gd name="csX42" fmla="*/ 7304 w 36929"/>
                <a:gd name="csY42" fmla="*/ 30544 h 30609"/>
                <a:gd name="csX43" fmla="*/ 4786 w 36929"/>
                <a:gd name="csY43" fmla="*/ 30478 h 30609"/>
                <a:gd name="csX44" fmla="*/ 2669 w 36929"/>
                <a:gd name="csY44" fmla="*/ 30544 h 30609"/>
                <a:gd name="csX45" fmla="*/ 587 w 36929"/>
                <a:gd name="csY45" fmla="*/ 30609 h 30609"/>
                <a:gd name="csX46" fmla="*/ 169 w 36929"/>
                <a:gd name="csY46" fmla="*/ 30478 h 30609"/>
                <a:gd name="csX47" fmla="*/ 18 w 36929"/>
                <a:gd name="csY47" fmla="*/ 30216 h 30609"/>
                <a:gd name="csX48" fmla="*/ 0 w 36929"/>
                <a:gd name="csY48" fmla="*/ 30106 h 30609"/>
                <a:gd name="csX49" fmla="*/ 44 w 36929"/>
                <a:gd name="csY49" fmla="*/ 29625 h 30609"/>
                <a:gd name="csX50" fmla="*/ 285 w 36929"/>
                <a:gd name="csY50" fmla="*/ 29363 h 30609"/>
                <a:gd name="csX51" fmla="*/ 569 w 36929"/>
                <a:gd name="csY51" fmla="*/ 29275 h 30609"/>
                <a:gd name="csX52" fmla="*/ 979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3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13 w 36929"/>
                <a:gd name="csY58" fmla="*/ 2823 h 30609"/>
                <a:gd name="csX59" fmla="*/ 11859 w 36929"/>
                <a:gd name="csY59" fmla="*/ 2013 h 30609"/>
                <a:gd name="csX60" fmla="*/ 10960 w 36929"/>
                <a:gd name="csY60" fmla="*/ 1576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7 h 30609"/>
                <a:gd name="csX64" fmla="*/ 7936 w 36929"/>
                <a:gd name="csY64" fmla="*/ 897 h 30609"/>
                <a:gd name="csX65" fmla="*/ 8096 w 36929"/>
                <a:gd name="csY65" fmla="*/ 285 h 30609"/>
                <a:gd name="csX66" fmla="*/ 8398 w 36929"/>
                <a:gd name="csY66" fmla="*/ 44 h 30609"/>
                <a:gd name="csX67" fmla="*/ 8745 w 36929"/>
                <a:gd name="csY67" fmla="*/ 0 h 30609"/>
                <a:gd name="csX68" fmla="*/ 11245 w 36929"/>
                <a:gd name="csY68" fmla="*/ 66 h 30609"/>
                <a:gd name="csX69" fmla="*/ 13763 w 36929"/>
                <a:gd name="csY69" fmla="*/ 132 h 30609"/>
                <a:gd name="csX70" fmla="*/ 16583 w 36929"/>
                <a:gd name="csY70" fmla="*/ 66 h 30609"/>
                <a:gd name="csX71" fmla="*/ 19403 w 36929"/>
                <a:gd name="csY71" fmla="*/ 0 h 30609"/>
                <a:gd name="csX72" fmla="*/ 20079 w 36929"/>
                <a:gd name="csY72" fmla="*/ 547 h 30609"/>
                <a:gd name="csX73" fmla="*/ 19928 w 36929"/>
                <a:gd name="csY73" fmla="*/ 1094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8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7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41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5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6 h 30609"/>
                <a:gd name="csX89" fmla="*/ 32143 w 36929"/>
                <a:gd name="csY89" fmla="*/ 132 h 30609"/>
                <a:gd name="csX90" fmla="*/ 34260 w 36929"/>
                <a:gd name="csY90" fmla="*/ 66 h 30609"/>
                <a:gd name="csX91" fmla="*/ 36342 w 36929"/>
                <a:gd name="csY91" fmla="*/ 0 h 30609"/>
                <a:gd name="csX92" fmla="*/ 36751 w 36929"/>
                <a:gd name="csY92" fmla="*/ 132 h 30609"/>
                <a:gd name="csX93" fmla="*/ 36911 w 36929"/>
                <a:gd name="csY93" fmla="*/ 372 h 30609"/>
                <a:gd name="csX94" fmla="*/ 36929 w 36929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4"/>
                  </a:moveTo>
                  <a:cubicBezTo>
                    <a:pt x="36929" y="766"/>
                    <a:pt x="36879" y="970"/>
                    <a:pt x="36778" y="1116"/>
                  </a:cubicBezTo>
                  <a:cubicBezTo>
                    <a:pt x="36689" y="1247"/>
                    <a:pt x="36594" y="1328"/>
                    <a:pt x="36493" y="1357"/>
                  </a:cubicBezTo>
                  <a:cubicBezTo>
                    <a:pt x="36392" y="1371"/>
                    <a:pt x="36209" y="1385"/>
                    <a:pt x="35942" y="1400"/>
                  </a:cubicBezTo>
                  <a:cubicBezTo>
                    <a:pt x="33860" y="1502"/>
                    <a:pt x="31965" y="2261"/>
                    <a:pt x="30257" y="3676"/>
                  </a:cubicBezTo>
                  <a:cubicBezTo>
                    <a:pt x="29836" y="4041"/>
                    <a:pt x="29091" y="4792"/>
                    <a:pt x="28024" y="5929"/>
                  </a:cubicBezTo>
                  <a:cubicBezTo>
                    <a:pt x="26974" y="7067"/>
                    <a:pt x="25749" y="8394"/>
                    <a:pt x="24350" y="9912"/>
                  </a:cubicBezTo>
                  <a:cubicBezTo>
                    <a:pt x="22962" y="11429"/>
                    <a:pt x="21867" y="12596"/>
                    <a:pt x="21067" y="13412"/>
                  </a:cubicBezTo>
                  <a:lnTo>
                    <a:pt x="26841" y="27240"/>
                  </a:lnTo>
                  <a:cubicBezTo>
                    <a:pt x="27001" y="27605"/>
                    <a:pt x="27110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1"/>
                    <a:pt x="27798" y="28845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1" y="29158"/>
                    <a:pt x="29112" y="29195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3"/>
                  </a:cubicBezTo>
                  <a:cubicBezTo>
                    <a:pt x="31155" y="29253"/>
                    <a:pt x="31250" y="29297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9"/>
                    <a:pt x="31446" y="30223"/>
                    <a:pt x="31333" y="30369"/>
                  </a:cubicBezTo>
                  <a:cubicBezTo>
                    <a:pt x="31227" y="30500"/>
                    <a:pt x="31123" y="30573"/>
                    <a:pt x="31022" y="30588"/>
                  </a:cubicBezTo>
                  <a:cubicBezTo>
                    <a:pt x="30933" y="30602"/>
                    <a:pt x="30808" y="30609"/>
                    <a:pt x="30648" y="30609"/>
                  </a:cubicBezTo>
                  <a:cubicBezTo>
                    <a:pt x="30269" y="30609"/>
                    <a:pt x="29438" y="30587"/>
                    <a:pt x="28157" y="30544"/>
                  </a:cubicBezTo>
                  <a:cubicBezTo>
                    <a:pt x="26876" y="30500"/>
                    <a:pt x="26052" y="30478"/>
                    <a:pt x="25684" y="30478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3"/>
                  </a:cubicBezTo>
                  <a:cubicBezTo>
                    <a:pt x="19359" y="29873"/>
                    <a:pt x="19373" y="29727"/>
                    <a:pt x="19403" y="29625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6"/>
                    <a:pt x="19812" y="29289"/>
                    <a:pt x="19884" y="29275"/>
                  </a:cubicBezTo>
                  <a:cubicBezTo>
                    <a:pt x="19961" y="29260"/>
                    <a:pt x="20085" y="29246"/>
                    <a:pt x="20257" y="29231"/>
                  </a:cubicBezTo>
                  <a:cubicBezTo>
                    <a:pt x="20797" y="29173"/>
                    <a:pt x="21271" y="29064"/>
                    <a:pt x="21681" y="28903"/>
                  </a:cubicBezTo>
                  <a:cubicBezTo>
                    <a:pt x="22102" y="28728"/>
                    <a:pt x="22401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41" y="27284"/>
                  </a:lnTo>
                  <a:lnTo>
                    <a:pt x="18113" y="16585"/>
                  </a:lnTo>
                  <a:lnTo>
                    <a:pt x="14065" y="20982"/>
                  </a:lnTo>
                  <a:lnTo>
                    <a:pt x="9492" y="25817"/>
                  </a:lnTo>
                  <a:cubicBezTo>
                    <a:pt x="8692" y="26678"/>
                    <a:pt x="8291" y="27349"/>
                    <a:pt x="8291" y="27831"/>
                  </a:cubicBezTo>
                  <a:cubicBezTo>
                    <a:pt x="8291" y="28633"/>
                    <a:pt x="8888" y="29100"/>
                    <a:pt x="10080" y="29231"/>
                  </a:cubicBezTo>
                  <a:cubicBezTo>
                    <a:pt x="10447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2" y="30478"/>
                    <a:pt x="10252" y="30559"/>
                    <a:pt x="10151" y="30588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4"/>
                  </a:cubicBezTo>
                  <a:cubicBezTo>
                    <a:pt x="6183" y="30500"/>
                    <a:pt x="5344" y="30478"/>
                    <a:pt x="4786" y="30478"/>
                  </a:cubicBezTo>
                  <a:cubicBezTo>
                    <a:pt x="4324" y="30478"/>
                    <a:pt x="3618" y="30500"/>
                    <a:pt x="2669" y="30544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6" y="30566"/>
                    <a:pt x="169" y="30478"/>
                  </a:cubicBezTo>
                  <a:cubicBezTo>
                    <a:pt x="68" y="30391"/>
                    <a:pt x="18" y="30303"/>
                    <a:pt x="18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4" y="29625"/>
                  </a:cubicBezTo>
                  <a:cubicBezTo>
                    <a:pt x="86" y="29508"/>
                    <a:pt x="166" y="29421"/>
                    <a:pt x="285" y="29363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5" y="29246"/>
                    <a:pt x="979" y="29231"/>
                  </a:cubicBezTo>
                  <a:cubicBezTo>
                    <a:pt x="2218" y="29158"/>
                    <a:pt x="3366" y="28881"/>
                    <a:pt x="4422" y="28399"/>
                  </a:cubicBezTo>
                  <a:cubicBezTo>
                    <a:pt x="5483" y="27918"/>
                    <a:pt x="6533" y="27116"/>
                    <a:pt x="7571" y="25993"/>
                  </a:cubicBezTo>
                  <a:cubicBezTo>
                    <a:pt x="7654" y="25920"/>
                    <a:pt x="7749" y="25840"/>
                    <a:pt x="7856" y="25753"/>
                  </a:cubicBezTo>
                  <a:cubicBezTo>
                    <a:pt x="7968" y="25665"/>
                    <a:pt x="8069" y="25584"/>
                    <a:pt x="8158" y="25511"/>
                  </a:cubicBezTo>
                  <a:lnTo>
                    <a:pt x="17615" y="15337"/>
                  </a:lnTo>
                  <a:lnTo>
                    <a:pt x="12313" y="2823"/>
                  </a:lnTo>
                  <a:cubicBezTo>
                    <a:pt x="12152" y="2443"/>
                    <a:pt x="12001" y="2173"/>
                    <a:pt x="11859" y="2013"/>
                  </a:cubicBezTo>
                  <a:cubicBezTo>
                    <a:pt x="11711" y="1838"/>
                    <a:pt x="11411" y="1692"/>
                    <a:pt x="10960" y="1576"/>
                  </a:cubicBezTo>
                  <a:cubicBezTo>
                    <a:pt x="10510" y="1459"/>
                    <a:pt x="9845" y="1400"/>
                    <a:pt x="8968" y="1400"/>
                  </a:cubicBezTo>
                  <a:cubicBezTo>
                    <a:pt x="8718" y="1400"/>
                    <a:pt x="8538" y="1393"/>
                    <a:pt x="8425" y="1378"/>
                  </a:cubicBezTo>
                  <a:cubicBezTo>
                    <a:pt x="8306" y="1364"/>
                    <a:pt x="8197" y="1320"/>
                    <a:pt x="8096" y="1247"/>
                  </a:cubicBezTo>
                  <a:cubicBezTo>
                    <a:pt x="7989" y="1174"/>
                    <a:pt x="7936" y="1057"/>
                    <a:pt x="7936" y="897"/>
                  </a:cubicBezTo>
                  <a:cubicBezTo>
                    <a:pt x="7936" y="620"/>
                    <a:pt x="7989" y="416"/>
                    <a:pt x="8096" y="285"/>
                  </a:cubicBezTo>
                  <a:cubicBezTo>
                    <a:pt x="8208" y="139"/>
                    <a:pt x="8309" y="58"/>
                    <a:pt x="8398" y="44"/>
                  </a:cubicBezTo>
                  <a:cubicBezTo>
                    <a:pt x="8499" y="15"/>
                    <a:pt x="8615" y="0"/>
                    <a:pt x="8745" y="0"/>
                  </a:cubicBezTo>
                  <a:cubicBezTo>
                    <a:pt x="9113" y="0"/>
                    <a:pt x="9946" y="22"/>
                    <a:pt x="11245" y="66"/>
                  </a:cubicBezTo>
                  <a:cubicBezTo>
                    <a:pt x="12544" y="110"/>
                    <a:pt x="13383" y="132"/>
                    <a:pt x="13763" y="132"/>
                  </a:cubicBezTo>
                  <a:cubicBezTo>
                    <a:pt x="14385" y="132"/>
                    <a:pt x="15326" y="110"/>
                    <a:pt x="16583" y="66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54" y="0"/>
                    <a:pt x="20079" y="182"/>
                    <a:pt x="20079" y="547"/>
                  </a:cubicBezTo>
                  <a:cubicBezTo>
                    <a:pt x="20079" y="780"/>
                    <a:pt x="20029" y="963"/>
                    <a:pt x="19928" y="1094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8"/>
                    <a:pt x="16538" y="2589"/>
                    <a:pt x="16538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39" y="1531"/>
                    <a:pt x="26841" y="1400"/>
                  </a:cubicBezTo>
                  <a:cubicBezTo>
                    <a:pt x="26479" y="1342"/>
                    <a:pt x="26298" y="1174"/>
                    <a:pt x="26298" y="897"/>
                  </a:cubicBezTo>
                  <a:cubicBezTo>
                    <a:pt x="26298" y="620"/>
                    <a:pt x="26357" y="416"/>
                    <a:pt x="26476" y="285"/>
                  </a:cubicBezTo>
                  <a:cubicBezTo>
                    <a:pt x="26588" y="139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46" y="110"/>
                    <a:pt x="31585" y="132"/>
                    <a:pt x="32143" y="132"/>
                  </a:cubicBezTo>
                  <a:cubicBezTo>
                    <a:pt x="32606" y="132"/>
                    <a:pt x="33311" y="110"/>
                    <a:pt x="34260" y="66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0" y="44"/>
                    <a:pt x="36751" y="132"/>
                  </a:cubicBezTo>
                  <a:cubicBezTo>
                    <a:pt x="36858" y="205"/>
                    <a:pt x="36911" y="285"/>
                    <a:pt x="36911" y="372"/>
                  </a:cubicBezTo>
                  <a:lnTo>
                    <a:pt x="36929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9842C5E2-740D-900B-7081-815D59355A12}"/>
                </a:ext>
              </a:extLst>
            </p:cNvPr>
            <p:cNvSpPr/>
            <p:nvPr/>
          </p:nvSpPr>
          <p:spPr>
            <a:xfrm>
              <a:off x="4245030" y="3784859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9 w 14848"/>
                <a:gd name="csY1" fmla="*/ 12472 h 64013"/>
                <a:gd name="csX2" fmla="*/ 8158 w 14848"/>
                <a:gd name="csY2" fmla="*/ 5752 h 64013"/>
                <a:gd name="csX3" fmla="*/ 12161 w 14848"/>
                <a:gd name="csY3" fmla="*/ 1344 h 64013"/>
                <a:gd name="csX4" fmla="*/ 14199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28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9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26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6" y="18285"/>
                    <a:pt x="4039" y="12472"/>
                  </a:cubicBezTo>
                  <a:cubicBezTo>
                    <a:pt x="5184" y="10034"/>
                    <a:pt x="6557" y="7794"/>
                    <a:pt x="8158" y="5752"/>
                  </a:cubicBezTo>
                  <a:cubicBezTo>
                    <a:pt x="9765" y="3710"/>
                    <a:pt x="11100" y="2240"/>
                    <a:pt x="12161" y="1344"/>
                  </a:cubicBezTo>
                  <a:cubicBezTo>
                    <a:pt x="13223" y="448"/>
                    <a:pt x="13902" y="0"/>
                    <a:pt x="14199" y="0"/>
                  </a:cubicBezTo>
                  <a:cubicBezTo>
                    <a:pt x="14614" y="0"/>
                    <a:pt x="14830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9" y="8721"/>
                    <a:pt x="3704" y="18816"/>
                    <a:pt x="3728" y="32007"/>
                  </a:cubicBezTo>
                  <a:cubicBezTo>
                    <a:pt x="3728" y="45239"/>
                    <a:pt x="7070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32" y="64014"/>
                    <a:pt x="14199" y="64014"/>
                  </a:cubicBezTo>
                  <a:cubicBezTo>
                    <a:pt x="13902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4"/>
                    <a:pt x="5370" y="54376"/>
                    <a:pt x="4226" y="51980"/>
                  </a:cubicBezTo>
                  <a:cubicBezTo>
                    <a:pt x="1409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C62197AF-7A91-CC28-22C0-839A9048160F}"/>
                </a:ext>
              </a:extLst>
            </p:cNvPr>
            <p:cNvSpPr/>
            <p:nvPr/>
          </p:nvSpPr>
          <p:spPr>
            <a:xfrm>
              <a:off x="4264744" y="3804582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1 w 31884"/>
                <a:gd name="csY1" fmla="*/ 6969 h 29005"/>
                <a:gd name="csX2" fmla="*/ 28442 w 31884"/>
                <a:gd name="csY2" fmla="*/ 7939 h 29005"/>
                <a:gd name="csX3" fmla="*/ 26636 w 31884"/>
                <a:gd name="csY3" fmla="*/ 7251 h 29005"/>
                <a:gd name="csX4" fmla="*/ 26004 w 31884"/>
                <a:gd name="csY4" fmla="*/ 5688 h 29005"/>
                <a:gd name="csX5" fmla="*/ 26885 w 31884"/>
                <a:gd name="csY5" fmla="*/ 3469 h 29005"/>
                <a:gd name="csX6" fmla="*/ 29074 w 31884"/>
                <a:gd name="csY6" fmla="*/ 2219 h 29005"/>
                <a:gd name="csX7" fmla="*/ 25880 w 31884"/>
                <a:gd name="csY7" fmla="*/ 1407 h 29005"/>
                <a:gd name="csX8" fmla="*/ 23540 w 31884"/>
                <a:gd name="csY8" fmla="*/ 2062 h 29005"/>
                <a:gd name="csX9" fmla="*/ 21823 w 31884"/>
                <a:gd name="csY9" fmla="*/ 3563 h 29005"/>
                <a:gd name="csX10" fmla="*/ 20631 w 31884"/>
                <a:gd name="csY10" fmla="*/ 5626 h 29005"/>
                <a:gd name="csX11" fmla="*/ 19884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2 h 29005"/>
                <a:gd name="csX14" fmla="*/ 16289 w 31884"/>
                <a:gd name="csY14" fmla="*/ 23348 h 29005"/>
                <a:gd name="csX15" fmla="*/ 17161 w 31884"/>
                <a:gd name="csY15" fmla="*/ 26380 h 29005"/>
                <a:gd name="csX16" fmla="*/ 19786 w 31884"/>
                <a:gd name="csY16" fmla="*/ 27567 h 29005"/>
                <a:gd name="csX17" fmla="*/ 21254 w 31884"/>
                <a:gd name="csY17" fmla="*/ 27381 h 29005"/>
                <a:gd name="csX18" fmla="*/ 23042 w 31884"/>
                <a:gd name="csY18" fmla="*/ 26599 h 29005"/>
                <a:gd name="csX19" fmla="*/ 24972 w 31884"/>
                <a:gd name="csY19" fmla="*/ 25130 h 29005"/>
                <a:gd name="csX20" fmla="*/ 26823 w 31884"/>
                <a:gd name="csY20" fmla="*/ 22692 h 29005"/>
                <a:gd name="csX21" fmla="*/ 28317 w 31884"/>
                <a:gd name="csY21" fmla="*/ 19191 h 29005"/>
                <a:gd name="csX22" fmla="*/ 29136 w 31884"/>
                <a:gd name="csY22" fmla="*/ 18504 h 29005"/>
                <a:gd name="csX23" fmla="*/ 29919 w 31884"/>
                <a:gd name="csY23" fmla="*/ 19128 h 29005"/>
                <a:gd name="csX24" fmla="*/ 29474 w 31884"/>
                <a:gd name="csY24" fmla="*/ 20785 h 29005"/>
                <a:gd name="csX25" fmla="*/ 28166 w 31884"/>
                <a:gd name="csY25" fmla="*/ 23317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95 w 31884"/>
                <a:gd name="csY29" fmla="*/ 27567 h 29005"/>
                <a:gd name="csX30" fmla="*/ 12757 w 31884"/>
                <a:gd name="csY30" fmla="*/ 24130 h 29005"/>
                <a:gd name="csX31" fmla="*/ 12384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18 w 31884"/>
                <a:gd name="csY34" fmla="*/ 28505 h 29005"/>
                <a:gd name="csX35" fmla="*/ 6032 w 31884"/>
                <a:gd name="csY35" fmla="*/ 29006 h 29005"/>
                <a:gd name="csX36" fmla="*/ 3194 w 31884"/>
                <a:gd name="csY36" fmla="*/ 28568 h 29005"/>
                <a:gd name="csX37" fmla="*/ 943 w 31884"/>
                <a:gd name="csY37" fmla="*/ 27131 h 29005"/>
                <a:gd name="csX38" fmla="*/ 0 w 31884"/>
                <a:gd name="csY38" fmla="*/ 24754 h 29005"/>
                <a:gd name="csX39" fmla="*/ 1032 w 31884"/>
                <a:gd name="csY39" fmla="*/ 22160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5 h 29005"/>
                <a:gd name="csX45" fmla="*/ 6094 w 31884"/>
                <a:gd name="csY45" fmla="*/ 27567 h 29005"/>
                <a:gd name="csX46" fmla="*/ 9786 w 31884"/>
                <a:gd name="csY46" fmla="*/ 25755 h 29005"/>
                <a:gd name="csX47" fmla="*/ 12188 w 31884"/>
                <a:gd name="csY47" fmla="*/ 20910 h 29005"/>
                <a:gd name="csX48" fmla="*/ 14884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69 h 29005"/>
                <a:gd name="csX51" fmla="*/ 14350 w 31884"/>
                <a:gd name="csY51" fmla="*/ 2156 h 29005"/>
                <a:gd name="csX52" fmla="*/ 13256 w 31884"/>
                <a:gd name="csY52" fmla="*/ 1562 h 29005"/>
                <a:gd name="csX53" fmla="*/ 12188 w 31884"/>
                <a:gd name="csY53" fmla="*/ 1407 h 29005"/>
                <a:gd name="csX54" fmla="*/ 10195 w 31884"/>
                <a:gd name="csY54" fmla="*/ 1781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1 h 29005"/>
                <a:gd name="csX59" fmla="*/ 2002 w 31884"/>
                <a:gd name="csY59" fmla="*/ 9846 h 29005"/>
                <a:gd name="csX60" fmla="*/ 2411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76 w 31884"/>
                <a:gd name="csY65" fmla="*/ 187 h 29005"/>
                <a:gd name="csX66" fmla="*/ 15818 w 31884"/>
                <a:gd name="csY66" fmla="*/ 812 h 29005"/>
                <a:gd name="csX67" fmla="*/ 17757 w 31884"/>
                <a:gd name="csY67" fmla="*/ 2312 h 29005"/>
                <a:gd name="csX68" fmla="*/ 19225 w 31884"/>
                <a:gd name="csY68" fmla="*/ 4844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8 w 31884"/>
                <a:gd name="csY73" fmla="*/ 343 h 29005"/>
                <a:gd name="csX74" fmla="*/ 30791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6"/>
                    <a:pt x="31520" y="6303"/>
                    <a:pt x="30791" y="6969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51" y="7710"/>
                    <a:pt x="26636" y="7251"/>
                  </a:cubicBezTo>
                  <a:cubicBezTo>
                    <a:pt x="26215" y="6793"/>
                    <a:pt x="26004" y="6272"/>
                    <a:pt x="26004" y="5688"/>
                  </a:cubicBezTo>
                  <a:cubicBezTo>
                    <a:pt x="26004" y="4897"/>
                    <a:pt x="26298" y="4157"/>
                    <a:pt x="26885" y="3469"/>
                  </a:cubicBezTo>
                  <a:cubicBezTo>
                    <a:pt x="27466" y="2781"/>
                    <a:pt x="28196" y="2365"/>
                    <a:pt x="29074" y="2219"/>
                  </a:cubicBezTo>
                  <a:cubicBezTo>
                    <a:pt x="28220" y="1677"/>
                    <a:pt x="27155" y="1407"/>
                    <a:pt x="25880" y="1407"/>
                  </a:cubicBezTo>
                  <a:cubicBezTo>
                    <a:pt x="25049" y="1407"/>
                    <a:pt x="24270" y="1625"/>
                    <a:pt x="23540" y="2062"/>
                  </a:cubicBezTo>
                  <a:cubicBezTo>
                    <a:pt x="22828" y="2500"/>
                    <a:pt x="22256" y="3000"/>
                    <a:pt x="21823" y="3563"/>
                  </a:cubicBezTo>
                  <a:cubicBezTo>
                    <a:pt x="21402" y="4125"/>
                    <a:pt x="21005" y="4813"/>
                    <a:pt x="20631" y="5626"/>
                  </a:cubicBezTo>
                  <a:cubicBezTo>
                    <a:pt x="20275" y="6418"/>
                    <a:pt x="20026" y="7053"/>
                    <a:pt x="19884" y="7533"/>
                  </a:cubicBezTo>
                  <a:cubicBezTo>
                    <a:pt x="19759" y="7991"/>
                    <a:pt x="19643" y="8470"/>
                    <a:pt x="19537" y="8970"/>
                  </a:cubicBezTo>
                  <a:lnTo>
                    <a:pt x="17348" y="17722"/>
                  </a:lnTo>
                  <a:cubicBezTo>
                    <a:pt x="16642" y="20493"/>
                    <a:pt x="16289" y="22369"/>
                    <a:pt x="16289" y="23348"/>
                  </a:cubicBezTo>
                  <a:cubicBezTo>
                    <a:pt x="16289" y="24557"/>
                    <a:pt x="16580" y="25567"/>
                    <a:pt x="17161" y="26380"/>
                  </a:cubicBezTo>
                  <a:cubicBezTo>
                    <a:pt x="17743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6" y="27235"/>
                    <a:pt x="22372" y="26974"/>
                    <a:pt x="23042" y="26599"/>
                  </a:cubicBezTo>
                  <a:cubicBezTo>
                    <a:pt x="23730" y="26203"/>
                    <a:pt x="24373" y="25713"/>
                    <a:pt x="24972" y="25130"/>
                  </a:cubicBezTo>
                  <a:cubicBezTo>
                    <a:pt x="25601" y="24525"/>
                    <a:pt x="26218" y="23713"/>
                    <a:pt x="26823" y="22692"/>
                  </a:cubicBezTo>
                  <a:cubicBezTo>
                    <a:pt x="27428" y="21671"/>
                    <a:pt x="27926" y="20504"/>
                    <a:pt x="28317" y="19191"/>
                  </a:cubicBezTo>
                  <a:cubicBezTo>
                    <a:pt x="28442" y="18733"/>
                    <a:pt x="28715" y="18504"/>
                    <a:pt x="29136" y="18504"/>
                  </a:cubicBezTo>
                  <a:cubicBezTo>
                    <a:pt x="29658" y="18504"/>
                    <a:pt x="29919" y="18712"/>
                    <a:pt x="29919" y="19128"/>
                  </a:cubicBezTo>
                  <a:cubicBezTo>
                    <a:pt x="29919" y="19483"/>
                    <a:pt x="29770" y="20035"/>
                    <a:pt x="29474" y="20785"/>
                  </a:cubicBezTo>
                  <a:cubicBezTo>
                    <a:pt x="29207" y="21514"/>
                    <a:pt x="28771" y="22358"/>
                    <a:pt x="28166" y="23317"/>
                  </a:cubicBezTo>
                  <a:cubicBezTo>
                    <a:pt x="27579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81" y="28526"/>
                    <a:pt x="15195" y="27567"/>
                  </a:cubicBezTo>
                  <a:cubicBezTo>
                    <a:pt x="14003" y="26609"/>
                    <a:pt x="13190" y="25463"/>
                    <a:pt x="12757" y="24130"/>
                  </a:cubicBezTo>
                  <a:cubicBezTo>
                    <a:pt x="12651" y="24317"/>
                    <a:pt x="12526" y="24536"/>
                    <a:pt x="12384" y="24786"/>
                  </a:cubicBezTo>
                  <a:cubicBezTo>
                    <a:pt x="12236" y="25036"/>
                    <a:pt x="11942" y="25442"/>
                    <a:pt x="11503" y="26005"/>
                  </a:cubicBezTo>
                  <a:cubicBezTo>
                    <a:pt x="11088" y="26547"/>
                    <a:pt x="10640" y="27026"/>
                    <a:pt x="10160" y="27443"/>
                  </a:cubicBezTo>
                  <a:cubicBezTo>
                    <a:pt x="9679" y="27838"/>
                    <a:pt x="9065" y="28193"/>
                    <a:pt x="8318" y="28505"/>
                  </a:cubicBezTo>
                  <a:cubicBezTo>
                    <a:pt x="7589" y="28839"/>
                    <a:pt x="6827" y="29006"/>
                    <a:pt x="6032" y="29006"/>
                  </a:cubicBezTo>
                  <a:cubicBezTo>
                    <a:pt x="5035" y="29006"/>
                    <a:pt x="4089" y="28860"/>
                    <a:pt x="3194" y="28568"/>
                  </a:cubicBezTo>
                  <a:cubicBezTo>
                    <a:pt x="2316" y="28276"/>
                    <a:pt x="1566" y="27797"/>
                    <a:pt x="943" y="27131"/>
                  </a:cubicBezTo>
                  <a:cubicBezTo>
                    <a:pt x="314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44" y="21431"/>
                    <a:pt x="2577" y="21067"/>
                    <a:pt x="3532" y="21067"/>
                  </a:cubicBezTo>
                  <a:cubicBezTo>
                    <a:pt x="4137" y="21067"/>
                    <a:pt x="4680" y="21244"/>
                    <a:pt x="5160" y="21598"/>
                  </a:cubicBezTo>
                  <a:cubicBezTo>
                    <a:pt x="5658" y="21952"/>
                    <a:pt x="5907" y="22515"/>
                    <a:pt x="5907" y="23286"/>
                  </a:cubicBezTo>
                  <a:cubicBezTo>
                    <a:pt x="5907" y="24140"/>
                    <a:pt x="5617" y="24890"/>
                    <a:pt x="5035" y="25536"/>
                  </a:cubicBezTo>
                  <a:cubicBezTo>
                    <a:pt x="4448" y="26182"/>
                    <a:pt x="3740" y="26589"/>
                    <a:pt x="2909" y="26755"/>
                  </a:cubicBezTo>
                  <a:cubicBezTo>
                    <a:pt x="3763" y="27297"/>
                    <a:pt x="4825" y="27567"/>
                    <a:pt x="6094" y="27567"/>
                  </a:cubicBezTo>
                  <a:cubicBezTo>
                    <a:pt x="7470" y="27567"/>
                    <a:pt x="8701" y="26963"/>
                    <a:pt x="9786" y="25755"/>
                  </a:cubicBezTo>
                  <a:cubicBezTo>
                    <a:pt x="10871" y="24546"/>
                    <a:pt x="11672" y="22931"/>
                    <a:pt x="12188" y="20910"/>
                  </a:cubicBezTo>
                  <a:cubicBezTo>
                    <a:pt x="13481" y="16055"/>
                    <a:pt x="14380" y="12544"/>
                    <a:pt x="14884" y="10377"/>
                  </a:cubicBezTo>
                  <a:cubicBezTo>
                    <a:pt x="15382" y="8189"/>
                    <a:pt x="15631" y="6626"/>
                    <a:pt x="15631" y="5688"/>
                  </a:cubicBezTo>
                  <a:cubicBezTo>
                    <a:pt x="15631" y="4813"/>
                    <a:pt x="15515" y="4073"/>
                    <a:pt x="15284" y="3469"/>
                  </a:cubicBezTo>
                  <a:cubicBezTo>
                    <a:pt x="15059" y="2865"/>
                    <a:pt x="14747" y="2428"/>
                    <a:pt x="14350" y="2156"/>
                  </a:cubicBezTo>
                  <a:cubicBezTo>
                    <a:pt x="13976" y="1865"/>
                    <a:pt x="13612" y="1667"/>
                    <a:pt x="13256" y="1562"/>
                  </a:cubicBezTo>
                  <a:cubicBezTo>
                    <a:pt x="12924" y="1458"/>
                    <a:pt x="12568" y="1407"/>
                    <a:pt x="12188" y="1407"/>
                  </a:cubicBezTo>
                  <a:cubicBezTo>
                    <a:pt x="11565" y="1407"/>
                    <a:pt x="10901" y="1531"/>
                    <a:pt x="10195" y="1781"/>
                  </a:cubicBezTo>
                  <a:cubicBezTo>
                    <a:pt x="9507" y="2031"/>
                    <a:pt x="8745" y="2448"/>
                    <a:pt x="7909" y="3032"/>
                  </a:cubicBezTo>
                  <a:cubicBezTo>
                    <a:pt x="7096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93" y="10262"/>
                    <a:pt x="3212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8" y="8949"/>
                    <a:pt x="2411" y="8220"/>
                  </a:cubicBezTo>
                  <a:cubicBezTo>
                    <a:pt x="2702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7" y="2177"/>
                    <a:pt x="7547" y="1458"/>
                    <a:pt x="8692" y="875"/>
                  </a:cubicBezTo>
                  <a:cubicBezTo>
                    <a:pt x="9860" y="291"/>
                    <a:pt x="11067" y="0"/>
                    <a:pt x="12313" y="0"/>
                  </a:cubicBezTo>
                  <a:cubicBezTo>
                    <a:pt x="12876" y="0"/>
                    <a:pt x="13431" y="62"/>
                    <a:pt x="13976" y="187"/>
                  </a:cubicBezTo>
                  <a:cubicBezTo>
                    <a:pt x="14540" y="291"/>
                    <a:pt x="15154" y="500"/>
                    <a:pt x="15818" y="812"/>
                  </a:cubicBezTo>
                  <a:cubicBezTo>
                    <a:pt x="16506" y="1125"/>
                    <a:pt x="17152" y="1625"/>
                    <a:pt x="17757" y="2312"/>
                  </a:cubicBezTo>
                  <a:cubicBezTo>
                    <a:pt x="18362" y="3000"/>
                    <a:pt x="18852" y="3844"/>
                    <a:pt x="19225" y="4844"/>
                  </a:cubicBezTo>
                  <a:cubicBezTo>
                    <a:pt x="19474" y="4365"/>
                    <a:pt x="19765" y="3896"/>
                    <a:pt x="20097" y="3438"/>
                  </a:cubicBezTo>
                  <a:cubicBezTo>
                    <a:pt x="20453" y="2979"/>
                    <a:pt x="20901" y="2469"/>
                    <a:pt x="21440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7" y="177"/>
                    <a:pt x="25070" y="0"/>
                    <a:pt x="25942" y="0"/>
                  </a:cubicBezTo>
                  <a:cubicBezTo>
                    <a:pt x="26796" y="0"/>
                    <a:pt x="27641" y="114"/>
                    <a:pt x="28478" y="343"/>
                  </a:cubicBezTo>
                  <a:cubicBezTo>
                    <a:pt x="29308" y="552"/>
                    <a:pt x="30079" y="1000"/>
                    <a:pt x="30791" y="1688"/>
                  </a:cubicBezTo>
                  <a:cubicBezTo>
                    <a:pt x="31520" y="2354"/>
                    <a:pt x="31885" y="3198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ACDD8E45-0C5F-4A96-5FDC-468C02D25B07}"/>
                </a:ext>
              </a:extLst>
            </p:cNvPr>
            <p:cNvSpPr/>
            <p:nvPr/>
          </p:nvSpPr>
          <p:spPr>
            <a:xfrm>
              <a:off x="4302794" y="3784859"/>
              <a:ext cx="14839" cy="64013"/>
            </a:xfrm>
            <a:custGeom>
              <a:avLst/>
              <a:gdLst>
                <a:gd name="csX0" fmla="*/ 0 w 14839"/>
                <a:gd name="csY0" fmla="*/ 63388 h 64013"/>
                <a:gd name="csX1" fmla="*/ 809 w 14839"/>
                <a:gd name="csY1" fmla="*/ 62295 h 64013"/>
                <a:gd name="csX2" fmla="*/ 11121 w 14839"/>
                <a:gd name="csY2" fmla="*/ 32007 h 64013"/>
                <a:gd name="csX3" fmla="*/ 1219 w 14839"/>
                <a:gd name="csY3" fmla="*/ 2125 h 64013"/>
                <a:gd name="csX4" fmla="*/ 0 w 14839"/>
                <a:gd name="csY4" fmla="*/ 625 h 64013"/>
                <a:gd name="csX5" fmla="*/ 623 w 14839"/>
                <a:gd name="csY5" fmla="*/ 0 h 64013"/>
                <a:gd name="csX6" fmla="*/ 2589 w 14839"/>
                <a:gd name="csY6" fmla="*/ 1282 h 64013"/>
                <a:gd name="csX7" fmla="*/ 6494 w 14839"/>
                <a:gd name="csY7" fmla="*/ 5502 h 64013"/>
                <a:gd name="csX8" fmla="*/ 10622 w 14839"/>
                <a:gd name="csY8" fmla="*/ 12034 h 64013"/>
                <a:gd name="csX9" fmla="*/ 14839 w 14839"/>
                <a:gd name="csY9" fmla="*/ 32007 h 64013"/>
                <a:gd name="csX10" fmla="*/ 10809 w 14839"/>
                <a:gd name="csY10" fmla="*/ 51542 h 64013"/>
                <a:gd name="csX11" fmla="*/ 6681 w 14839"/>
                <a:gd name="csY11" fmla="*/ 58262 h 64013"/>
                <a:gd name="csX12" fmla="*/ 2687 w 14839"/>
                <a:gd name="csY12" fmla="*/ 62669 h 64013"/>
                <a:gd name="csX13" fmla="*/ 623 w 14839"/>
                <a:gd name="csY13" fmla="*/ 64014 h 64013"/>
                <a:gd name="csX14" fmla="*/ 0 w 14839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39" h="64013">
                  <a:moveTo>
                    <a:pt x="0" y="63388"/>
                  </a:moveTo>
                  <a:cubicBezTo>
                    <a:pt x="0" y="63180"/>
                    <a:pt x="270" y="62815"/>
                    <a:pt x="809" y="62295"/>
                  </a:cubicBezTo>
                  <a:cubicBezTo>
                    <a:pt x="7684" y="55293"/>
                    <a:pt x="11121" y="45197"/>
                    <a:pt x="11121" y="32007"/>
                  </a:cubicBezTo>
                  <a:cubicBezTo>
                    <a:pt x="11121" y="18775"/>
                    <a:pt x="7820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3" y="0"/>
                    <a:pt x="1569" y="427"/>
                    <a:pt x="2589" y="1282"/>
                  </a:cubicBezTo>
                  <a:cubicBezTo>
                    <a:pt x="3633" y="2136"/>
                    <a:pt x="4935" y="3543"/>
                    <a:pt x="6494" y="5502"/>
                  </a:cubicBezTo>
                  <a:cubicBezTo>
                    <a:pt x="8078" y="7460"/>
                    <a:pt x="9454" y="9638"/>
                    <a:pt x="10622" y="12034"/>
                  </a:cubicBezTo>
                  <a:cubicBezTo>
                    <a:pt x="13434" y="17848"/>
                    <a:pt x="14839" y="24505"/>
                    <a:pt x="14839" y="32007"/>
                  </a:cubicBezTo>
                  <a:cubicBezTo>
                    <a:pt x="14839" y="39216"/>
                    <a:pt x="13496" y="45728"/>
                    <a:pt x="10809" y="51542"/>
                  </a:cubicBezTo>
                  <a:cubicBezTo>
                    <a:pt x="9664" y="53980"/>
                    <a:pt x="8289" y="56220"/>
                    <a:pt x="6681" y="58262"/>
                  </a:cubicBezTo>
                  <a:cubicBezTo>
                    <a:pt x="5080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1B8544AB-A98E-990D-0770-BE6F80CF1DCB}"/>
                </a:ext>
              </a:extLst>
            </p:cNvPr>
            <p:cNvSpPr/>
            <p:nvPr/>
          </p:nvSpPr>
          <p:spPr>
            <a:xfrm>
              <a:off x="4345133" y="3813459"/>
              <a:ext cx="6779" cy="6813"/>
            </a:xfrm>
            <a:custGeom>
              <a:avLst/>
              <a:gdLst>
                <a:gd name="csX0" fmla="*/ 5783 w 6779"/>
                <a:gd name="csY0" fmla="*/ 1031 h 6813"/>
                <a:gd name="csX1" fmla="*/ 6779 w 6779"/>
                <a:gd name="csY1" fmla="*/ 3406 h 6813"/>
                <a:gd name="csX2" fmla="*/ 5783 w 6779"/>
                <a:gd name="csY2" fmla="*/ 5813 h 6813"/>
                <a:gd name="csX3" fmla="*/ 3407 w 6779"/>
                <a:gd name="csY3" fmla="*/ 6814 h 6813"/>
                <a:gd name="csX4" fmla="*/ 996 w 6779"/>
                <a:gd name="csY4" fmla="*/ 5813 h 6813"/>
                <a:gd name="csX5" fmla="*/ 0 w 6779"/>
                <a:gd name="csY5" fmla="*/ 3406 h 6813"/>
                <a:gd name="csX6" fmla="*/ 996 w 6779"/>
                <a:gd name="csY6" fmla="*/ 1031 h 6813"/>
                <a:gd name="csX7" fmla="*/ 3407 w 6779"/>
                <a:gd name="csY7" fmla="*/ 0 h 6813"/>
                <a:gd name="csX8" fmla="*/ 5783 w 6779"/>
                <a:gd name="csY8" fmla="*/ 1031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779" h="6813">
                  <a:moveTo>
                    <a:pt x="5783" y="1031"/>
                  </a:moveTo>
                  <a:cubicBezTo>
                    <a:pt x="6447" y="1698"/>
                    <a:pt x="6779" y="2490"/>
                    <a:pt x="6779" y="3406"/>
                  </a:cubicBezTo>
                  <a:cubicBezTo>
                    <a:pt x="6779" y="4323"/>
                    <a:pt x="6447" y="5126"/>
                    <a:pt x="5783" y="5813"/>
                  </a:cubicBezTo>
                  <a:cubicBezTo>
                    <a:pt x="5113" y="6480"/>
                    <a:pt x="4321" y="6814"/>
                    <a:pt x="3407" y="6814"/>
                  </a:cubicBezTo>
                  <a:cubicBezTo>
                    <a:pt x="2488" y="6814"/>
                    <a:pt x="1684" y="6480"/>
                    <a:pt x="996" y="5813"/>
                  </a:cubicBezTo>
                  <a:cubicBezTo>
                    <a:pt x="332" y="5126"/>
                    <a:pt x="0" y="4323"/>
                    <a:pt x="0" y="3406"/>
                  </a:cubicBezTo>
                  <a:cubicBezTo>
                    <a:pt x="0" y="2490"/>
                    <a:pt x="332" y="1698"/>
                    <a:pt x="996" y="1031"/>
                  </a:cubicBezTo>
                  <a:cubicBezTo>
                    <a:pt x="1684" y="344"/>
                    <a:pt x="2488" y="0"/>
                    <a:pt x="3407" y="0"/>
                  </a:cubicBezTo>
                  <a:cubicBezTo>
                    <a:pt x="4321" y="0"/>
                    <a:pt x="5113" y="344"/>
                    <a:pt x="5783" y="1031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FA225C61-8C67-8433-05AF-2DEE6FF18F22}"/>
                </a:ext>
              </a:extLst>
            </p:cNvPr>
            <p:cNvSpPr/>
            <p:nvPr/>
          </p:nvSpPr>
          <p:spPr>
            <a:xfrm>
              <a:off x="4380505" y="3804582"/>
              <a:ext cx="52444" cy="29005"/>
            </a:xfrm>
            <a:custGeom>
              <a:avLst/>
              <a:gdLst>
                <a:gd name="csX0" fmla="*/ 52445 w 52444"/>
                <a:gd name="csY0" fmla="*/ 19128 h 29005"/>
                <a:gd name="csX1" fmla="*/ 52169 w 52444"/>
                <a:gd name="csY1" fmla="*/ 20348 h 29005"/>
                <a:gd name="csX2" fmla="*/ 51199 w 52444"/>
                <a:gd name="csY2" fmla="*/ 22817 h 29005"/>
                <a:gd name="csX3" fmla="*/ 49607 w 52444"/>
                <a:gd name="csY3" fmla="*/ 25692 h 29005"/>
                <a:gd name="csX4" fmla="*/ 47196 w 52444"/>
                <a:gd name="csY4" fmla="*/ 28036 h 29005"/>
                <a:gd name="csX5" fmla="*/ 44037 w 52444"/>
                <a:gd name="csY5" fmla="*/ 29006 h 29005"/>
                <a:gd name="csX6" fmla="*/ 40292 w 52444"/>
                <a:gd name="csY6" fmla="*/ 27505 h 29005"/>
                <a:gd name="csX7" fmla="*/ 38789 w 52444"/>
                <a:gd name="csY7" fmla="*/ 23754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19 h 29005"/>
                <a:gd name="csX12" fmla="*/ 33442 w 52444"/>
                <a:gd name="csY12" fmla="*/ 4156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49 h 29005"/>
                <a:gd name="csX17" fmla="*/ 25221 w 52444"/>
                <a:gd name="csY17" fmla="*/ 27286 h 29005"/>
                <a:gd name="csX18" fmla="*/ 24412 w 52444"/>
                <a:gd name="csY18" fmla="*/ 28443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5 h 29005"/>
                <a:gd name="csX22" fmla="*/ 21156 w 52444"/>
                <a:gd name="csY22" fmla="*/ 26474 h 29005"/>
                <a:gd name="csX23" fmla="*/ 21538 w 52444"/>
                <a:gd name="csY23" fmla="*/ 24911 h 29005"/>
                <a:gd name="csX24" fmla="*/ 21850 w 52444"/>
                <a:gd name="csY24" fmla="*/ 23473 h 29005"/>
                <a:gd name="csX25" fmla="*/ 23131 w 52444"/>
                <a:gd name="csY25" fmla="*/ 18628 h 29005"/>
                <a:gd name="csX26" fmla="*/ 24910 w 52444"/>
                <a:gd name="csY26" fmla="*/ 11189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2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7 h 29005"/>
                <a:gd name="csX33" fmla="*/ 11966 w 52444"/>
                <a:gd name="csY33" fmla="*/ 9220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5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4 h 29005"/>
                <a:gd name="csX45" fmla="*/ 7500 w 52444"/>
                <a:gd name="csY45" fmla="*/ 9720 h 29005"/>
                <a:gd name="csX46" fmla="*/ 8345 w 52444"/>
                <a:gd name="csY46" fmla="*/ 6188 h 29005"/>
                <a:gd name="csX47" fmla="*/ 8532 w 52444"/>
                <a:gd name="csY47" fmla="*/ 4344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1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8 h 29005"/>
                <a:gd name="csX56" fmla="*/ 2002 w 52444"/>
                <a:gd name="csY56" fmla="*/ 3656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3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8 h 29005"/>
                <a:gd name="csX66" fmla="*/ 40354 w 52444"/>
                <a:gd name="csY66" fmla="*/ 0 h 29005"/>
                <a:gd name="csX67" fmla="*/ 45790 w 52444"/>
                <a:gd name="csY67" fmla="*/ 1843 h 29005"/>
                <a:gd name="csX68" fmla="*/ 47694 w 52444"/>
                <a:gd name="csY68" fmla="*/ 6845 h 29005"/>
                <a:gd name="csX69" fmla="*/ 46849 w 52444"/>
                <a:gd name="csY69" fmla="*/ 11658 h 29005"/>
                <a:gd name="csX70" fmla="*/ 45443 w 52444"/>
                <a:gd name="csY70" fmla="*/ 16346 h 29005"/>
                <a:gd name="csX71" fmla="*/ 43788 w 52444"/>
                <a:gd name="csY71" fmla="*/ 20910 h 29005"/>
                <a:gd name="csX72" fmla="*/ 42632 w 52444"/>
                <a:gd name="csY72" fmla="*/ 25473 h 29005"/>
                <a:gd name="csX73" fmla="*/ 43005 w 52444"/>
                <a:gd name="csY73" fmla="*/ 27067 h 29005"/>
                <a:gd name="csX74" fmla="*/ 44198 w 52444"/>
                <a:gd name="csY74" fmla="*/ 27567 h 29005"/>
                <a:gd name="csX75" fmla="*/ 46537 w 52444"/>
                <a:gd name="csY75" fmla="*/ 26849 h 29005"/>
                <a:gd name="csX76" fmla="*/ 48415 w 52444"/>
                <a:gd name="csY76" fmla="*/ 24880 h 29005"/>
                <a:gd name="csX77" fmla="*/ 49758 w 52444"/>
                <a:gd name="csY77" fmla="*/ 22379 h 29005"/>
                <a:gd name="csX78" fmla="*/ 50701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8"/>
                  </a:moveTo>
                  <a:cubicBezTo>
                    <a:pt x="52445" y="19295"/>
                    <a:pt x="52353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9" y="24776"/>
                    <a:pt x="49607" y="25692"/>
                  </a:cubicBezTo>
                  <a:cubicBezTo>
                    <a:pt x="49002" y="26588"/>
                    <a:pt x="48198" y="27370"/>
                    <a:pt x="47196" y="28036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5"/>
                  </a:cubicBezTo>
                  <a:cubicBezTo>
                    <a:pt x="39290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7"/>
                    <a:pt x="36378" y="2219"/>
                  </a:cubicBezTo>
                  <a:cubicBezTo>
                    <a:pt x="35191" y="2761"/>
                    <a:pt x="34213" y="3407"/>
                    <a:pt x="33442" y="4156"/>
                  </a:cubicBezTo>
                  <a:cubicBezTo>
                    <a:pt x="32671" y="4907"/>
                    <a:pt x="31983" y="5709"/>
                    <a:pt x="31378" y="6564"/>
                  </a:cubicBezTo>
                  <a:cubicBezTo>
                    <a:pt x="30773" y="7418"/>
                    <a:pt x="30337" y="8126"/>
                    <a:pt x="30070" y="8689"/>
                  </a:cubicBezTo>
                  <a:cubicBezTo>
                    <a:pt x="29821" y="9251"/>
                    <a:pt x="29664" y="9658"/>
                    <a:pt x="29599" y="9908"/>
                  </a:cubicBezTo>
                  <a:lnTo>
                    <a:pt x="25755" y="25349"/>
                  </a:lnTo>
                  <a:cubicBezTo>
                    <a:pt x="25548" y="26224"/>
                    <a:pt x="25370" y="26870"/>
                    <a:pt x="25221" y="27286"/>
                  </a:cubicBezTo>
                  <a:cubicBezTo>
                    <a:pt x="25079" y="27703"/>
                    <a:pt x="24809" y="28089"/>
                    <a:pt x="24412" y="28443"/>
                  </a:cubicBezTo>
                  <a:cubicBezTo>
                    <a:pt x="24014" y="28818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7"/>
                    <a:pt x="21005" y="27255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6"/>
                    <a:pt x="21390" y="25515"/>
                    <a:pt x="21538" y="24911"/>
                  </a:cubicBezTo>
                  <a:cubicBezTo>
                    <a:pt x="21681" y="24307"/>
                    <a:pt x="21784" y="23827"/>
                    <a:pt x="21850" y="23473"/>
                  </a:cubicBezTo>
                  <a:cubicBezTo>
                    <a:pt x="22597" y="20639"/>
                    <a:pt x="23024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8" y="6449"/>
                    <a:pt x="13149" y="7116"/>
                    <a:pt x="12811" y="7657"/>
                  </a:cubicBezTo>
                  <a:cubicBezTo>
                    <a:pt x="12502" y="8179"/>
                    <a:pt x="12221" y="8700"/>
                    <a:pt x="11966" y="9220"/>
                  </a:cubicBezTo>
                  <a:lnTo>
                    <a:pt x="11156" y="12409"/>
                  </a:lnTo>
                  <a:cubicBezTo>
                    <a:pt x="11032" y="12992"/>
                    <a:pt x="10667" y="14419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5" y="28225"/>
                    <a:pt x="3221" y="27797"/>
                    <a:pt x="3221" y="27255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5"/>
                    <a:pt x="3781" y="24504"/>
                  </a:cubicBezTo>
                  <a:lnTo>
                    <a:pt x="7500" y="9720"/>
                  </a:lnTo>
                  <a:cubicBezTo>
                    <a:pt x="7956" y="7929"/>
                    <a:pt x="8238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7" y="4636"/>
                    <a:pt x="2482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299" y="10429"/>
                    <a:pt x="1091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15" y="8022"/>
                    <a:pt x="655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5" y="2854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14" y="979"/>
                    <a:pt x="4282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8"/>
                    <a:pt x="12482" y="3813"/>
                    <a:pt x="12624" y="5563"/>
                  </a:cubicBezTo>
                  <a:cubicBezTo>
                    <a:pt x="15400" y="1854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29"/>
                    <a:pt x="29910" y="6188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59" y="3052"/>
                    <a:pt x="47694" y="4719"/>
                    <a:pt x="47694" y="6845"/>
                  </a:cubicBezTo>
                  <a:cubicBezTo>
                    <a:pt x="47694" y="7949"/>
                    <a:pt x="47412" y="9554"/>
                    <a:pt x="46849" y="11658"/>
                  </a:cubicBezTo>
                  <a:cubicBezTo>
                    <a:pt x="46291" y="13742"/>
                    <a:pt x="45823" y="15305"/>
                    <a:pt x="45443" y="16346"/>
                  </a:cubicBezTo>
                  <a:cubicBezTo>
                    <a:pt x="45069" y="17388"/>
                    <a:pt x="44518" y="18910"/>
                    <a:pt x="43788" y="20910"/>
                  </a:cubicBezTo>
                  <a:cubicBezTo>
                    <a:pt x="43017" y="22827"/>
                    <a:pt x="42632" y="24348"/>
                    <a:pt x="42632" y="25473"/>
                  </a:cubicBezTo>
                  <a:cubicBezTo>
                    <a:pt x="42632" y="26203"/>
                    <a:pt x="42756" y="26734"/>
                    <a:pt x="43005" y="27067"/>
                  </a:cubicBezTo>
                  <a:cubicBezTo>
                    <a:pt x="43255" y="27401"/>
                    <a:pt x="43652" y="27567"/>
                    <a:pt x="44198" y="27567"/>
                  </a:cubicBezTo>
                  <a:cubicBezTo>
                    <a:pt x="45028" y="27567"/>
                    <a:pt x="45808" y="27328"/>
                    <a:pt x="46537" y="26849"/>
                  </a:cubicBezTo>
                  <a:cubicBezTo>
                    <a:pt x="47267" y="26349"/>
                    <a:pt x="47893" y="25692"/>
                    <a:pt x="48415" y="24880"/>
                  </a:cubicBezTo>
                  <a:cubicBezTo>
                    <a:pt x="48954" y="24047"/>
                    <a:pt x="49402" y="23213"/>
                    <a:pt x="49758" y="22379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39"/>
                    <a:pt x="50991" y="18816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5C4DC8C1-747F-080D-39FB-C0DD42E20BD5}"/>
                </a:ext>
              </a:extLst>
            </p:cNvPr>
            <p:cNvSpPr/>
            <p:nvPr/>
          </p:nvSpPr>
          <p:spPr>
            <a:xfrm>
              <a:off x="4439284" y="3821744"/>
              <a:ext cx="36929" cy="30609"/>
            </a:xfrm>
            <a:custGeom>
              <a:avLst/>
              <a:gdLst>
                <a:gd name="csX0" fmla="*/ 36929 w 36929"/>
                <a:gd name="csY0" fmla="*/ 504 h 30609"/>
                <a:gd name="csX1" fmla="*/ 36778 w 36929"/>
                <a:gd name="csY1" fmla="*/ 1116 h 30609"/>
                <a:gd name="csX2" fmla="*/ 36493 w 36929"/>
                <a:gd name="csY2" fmla="*/ 1357 h 30609"/>
                <a:gd name="csX3" fmla="*/ 35951 w 36929"/>
                <a:gd name="csY3" fmla="*/ 1400 h 30609"/>
                <a:gd name="csX4" fmla="*/ 30257 w 36929"/>
                <a:gd name="csY4" fmla="*/ 3676 h 30609"/>
                <a:gd name="csX5" fmla="*/ 28024 w 36929"/>
                <a:gd name="csY5" fmla="*/ 5929 h 30609"/>
                <a:gd name="csX6" fmla="*/ 24350 w 36929"/>
                <a:gd name="csY6" fmla="*/ 9912 h 30609"/>
                <a:gd name="csX7" fmla="*/ 21067 w 36929"/>
                <a:gd name="csY7" fmla="*/ 13412 h 30609"/>
                <a:gd name="csX8" fmla="*/ 26850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3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9 h 30609"/>
                <a:gd name="csX19" fmla="*/ 31022 w 36929"/>
                <a:gd name="csY19" fmla="*/ 30588 h 30609"/>
                <a:gd name="csX20" fmla="*/ 30648 w 36929"/>
                <a:gd name="csY20" fmla="*/ 30609 h 30609"/>
                <a:gd name="csX21" fmla="*/ 28157 w 36929"/>
                <a:gd name="csY21" fmla="*/ 30544 h 30609"/>
                <a:gd name="csX22" fmla="*/ 25684 w 36929"/>
                <a:gd name="csY22" fmla="*/ 30478 h 30609"/>
                <a:gd name="csX23" fmla="*/ 20044 w 36929"/>
                <a:gd name="csY23" fmla="*/ 30609 h 30609"/>
                <a:gd name="csX24" fmla="*/ 19359 w 36929"/>
                <a:gd name="csY24" fmla="*/ 30063 h 30609"/>
                <a:gd name="csX25" fmla="*/ 19403 w 36929"/>
                <a:gd name="csY25" fmla="*/ 29625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8 h 30609"/>
                <a:gd name="csX31" fmla="*/ 22864 w 36929"/>
                <a:gd name="csY31" fmla="*/ 27918 h 30609"/>
                <a:gd name="csX32" fmla="*/ 22642 w 36929"/>
                <a:gd name="csY32" fmla="*/ 27284 h 30609"/>
                <a:gd name="csX33" fmla="*/ 18113 w 36929"/>
                <a:gd name="csY33" fmla="*/ 16585 h 30609"/>
                <a:gd name="csX34" fmla="*/ 14065 w 36929"/>
                <a:gd name="csY34" fmla="*/ 20982 h 30609"/>
                <a:gd name="csX35" fmla="*/ 9493 w 36929"/>
                <a:gd name="csY35" fmla="*/ 25817 h 30609"/>
                <a:gd name="csX36" fmla="*/ 8292 w 36929"/>
                <a:gd name="csY36" fmla="*/ 27831 h 30609"/>
                <a:gd name="csX37" fmla="*/ 10089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8 h 30609"/>
                <a:gd name="csX41" fmla="*/ 9822 w 36929"/>
                <a:gd name="csY41" fmla="*/ 30609 h 30609"/>
                <a:gd name="csX42" fmla="*/ 7304 w 36929"/>
                <a:gd name="csY42" fmla="*/ 30544 h 30609"/>
                <a:gd name="csX43" fmla="*/ 4795 w 36929"/>
                <a:gd name="csY43" fmla="*/ 30478 h 30609"/>
                <a:gd name="csX44" fmla="*/ 2669 w 36929"/>
                <a:gd name="csY44" fmla="*/ 30544 h 30609"/>
                <a:gd name="csX45" fmla="*/ 587 w 36929"/>
                <a:gd name="csY45" fmla="*/ 30609 h 30609"/>
                <a:gd name="csX46" fmla="*/ 178 w 36929"/>
                <a:gd name="csY46" fmla="*/ 30478 h 30609"/>
                <a:gd name="csX47" fmla="*/ 18 w 36929"/>
                <a:gd name="csY47" fmla="*/ 30216 h 30609"/>
                <a:gd name="csX48" fmla="*/ 0 w 36929"/>
                <a:gd name="csY48" fmla="*/ 30106 h 30609"/>
                <a:gd name="csX49" fmla="*/ 45 w 36929"/>
                <a:gd name="csY49" fmla="*/ 29625 h 30609"/>
                <a:gd name="csX50" fmla="*/ 285 w 36929"/>
                <a:gd name="csY50" fmla="*/ 29363 h 30609"/>
                <a:gd name="csX51" fmla="*/ 569 w 36929"/>
                <a:gd name="csY51" fmla="*/ 29275 h 30609"/>
                <a:gd name="csX52" fmla="*/ 987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3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22 w 36929"/>
                <a:gd name="csY58" fmla="*/ 2823 h 30609"/>
                <a:gd name="csX59" fmla="*/ 11859 w 36929"/>
                <a:gd name="csY59" fmla="*/ 2013 h 30609"/>
                <a:gd name="csX60" fmla="*/ 10960 w 36929"/>
                <a:gd name="csY60" fmla="*/ 1576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7 h 30609"/>
                <a:gd name="csX64" fmla="*/ 7945 w 36929"/>
                <a:gd name="csY64" fmla="*/ 897 h 30609"/>
                <a:gd name="csX65" fmla="*/ 8096 w 36929"/>
                <a:gd name="csY65" fmla="*/ 285 h 30609"/>
                <a:gd name="csX66" fmla="*/ 8398 w 36929"/>
                <a:gd name="csY66" fmla="*/ 44 h 30609"/>
                <a:gd name="csX67" fmla="*/ 8754 w 36929"/>
                <a:gd name="csY67" fmla="*/ 0 h 30609"/>
                <a:gd name="csX68" fmla="*/ 11245 w 36929"/>
                <a:gd name="csY68" fmla="*/ 66 h 30609"/>
                <a:gd name="csX69" fmla="*/ 13763 w 36929"/>
                <a:gd name="csY69" fmla="*/ 132 h 30609"/>
                <a:gd name="csX70" fmla="*/ 16583 w 36929"/>
                <a:gd name="csY70" fmla="*/ 66 h 30609"/>
                <a:gd name="csX71" fmla="*/ 19403 w 36929"/>
                <a:gd name="csY71" fmla="*/ 0 h 30609"/>
                <a:gd name="csX72" fmla="*/ 20088 w 36929"/>
                <a:gd name="csY72" fmla="*/ 547 h 30609"/>
                <a:gd name="csX73" fmla="*/ 19928 w 36929"/>
                <a:gd name="csY73" fmla="*/ 1094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9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7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50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5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6 h 30609"/>
                <a:gd name="csX89" fmla="*/ 32143 w 36929"/>
                <a:gd name="csY89" fmla="*/ 132 h 30609"/>
                <a:gd name="csX90" fmla="*/ 34260 w 36929"/>
                <a:gd name="csY90" fmla="*/ 66 h 30609"/>
                <a:gd name="csX91" fmla="*/ 36342 w 36929"/>
                <a:gd name="csY91" fmla="*/ 0 h 30609"/>
                <a:gd name="csX92" fmla="*/ 36760 w 36929"/>
                <a:gd name="csY92" fmla="*/ 132 h 30609"/>
                <a:gd name="csX93" fmla="*/ 36911 w 36929"/>
                <a:gd name="csY93" fmla="*/ 372 h 30609"/>
                <a:gd name="csX94" fmla="*/ 36929 w 36929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4"/>
                  </a:moveTo>
                  <a:cubicBezTo>
                    <a:pt x="36929" y="766"/>
                    <a:pt x="36879" y="970"/>
                    <a:pt x="36778" y="1116"/>
                  </a:cubicBezTo>
                  <a:cubicBezTo>
                    <a:pt x="36689" y="1247"/>
                    <a:pt x="36594" y="1328"/>
                    <a:pt x="36493" y="1357"/>
                  </a:cubicBezTo>
                  <a:cubicBezTo>
                    <a:pt x="36392" y="1371"/>
                    <a:pt x="36212" y="1385"/>
                    <a:pt x="35951" y="1400"/>
                  </a:cubicBezTo>
                  <a:cubicBezTo>
                    <a:pt x="33863" y="1502"/>
                    <a:pt x="31965" y="2261"/>
                    <a:pt x="30257" y="3676"/>
                  </a:cubicBezTo>
                  <a:cubicBezTo>
                    <a:pt x="29836" y="4041"/>
                    <a:pt x="29091" y="4792"/>
                    <a:pt x="28024" y="5929"/>
                  </a:cubicBezTo>
                  <a:cubicBezTo>
                    <a:pt x="26974" y="7067"/>
                    <a:pt x="25749" y="8394"/>
                    <a:pt x="24350" y="9912"/>
                  </a:cubicBezTo>
                  <a:cubicBezTo>
                    <a:pt x="22968" y="11429"/>
                    <a:pt x="21873" y="12596"/>
                    <a:pt x="21067" y="13412"/>
                  </a:cubicBezTo>
                  <a:lnTo>
                    <a:pt x="26850" y="27240"/>
                  </a:lnTo>
                  <a:cubicBezTo>
                    <a:pt x="27010" y="27605"/>
                    <a:pt x="27116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1"/>
                    <a:pt x="27799" y="28845"/>
                    <a:pt x="27917" y="28903"/>
                  </a:cubicBezTo>
                  <a:cubicBezTo>
                    <a:pt x="28048" y="28961"/>
                    <a:pt x="28252" y="29026"/>
                    <a:pt x="28531" y="29099"/>
                  </a:cubicBezTo>
                  <a:cubicBezTo>
                    <a:pt x="28822" y="29158"/>
                    <a:pt x="29112" y="29195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3"/>
                  </a:cubicBezTo>
                  <a:cubicBezTo>
                    <a:pt x="31155" y="29253"/>
                    <a:pt x="31250" y="29297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9"/>
                    <a:pt x="31446" y="30223"/>
                    <a:pt x="31333" y="30369"/>
                  </a:cubicBezTo>
                  <a:cubicBezTo>
                    <a:pt x="31232" y="30500"/>
                    <a:pt x="31129" y="30573"/>
                    <a:pt x="31022" y="30588"/>
                  </a:cubicBezTo>
                  <a:cubicBezTo>
                    <a:pt x="30939" y="30602"/>
                    <a:pt x="30814" y="30609"/>
                    <a:pt x="30648" y="30609"/>
                  </a:cubicBezTo>
                  <a:cubicBezTo>
                    <a:pt x="30275" y="30609"/>
                    <a:pt x="29444" y="30587"/>
                    <a:pt x="28157" y="30544"/>
                  </a:cubicBezTo>
                  <a:cubicBezTo>
                    <a:pt x="26876" y="30500"/>
                    <a:pt x="26052" y="30478"/>
                    <a:pt x="25684" y="30478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3"/>
                  </a:cubicBezTo>
                  <a:cubicBezTo>
                    <a:pt x="19359" y="29873"/>
                    <a:pt x="19374" y="29727"/>
                    <a:pt x="19403" y="29625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6"/>
                    <a:pt x="19812" y="29289"/>
                    <a:pt x="19884" y="29275"/>
                  </a:cubicBezTo>
                  <a:cubicBezTo>
                    <a:pt x="19961" y="29260"/>
                    <a:pt x="20085" y="29246"/>
                    <a:pt x="20257" y="29231"/>
                  </a:cubicBezTo>
                  <a:cubicBezTo>
                    <a:pt x="20797" y="29173"/>
                    <a:pt x="21271" y="29064"/>
                    <a:pt x="21681" y="28903"/>
                  </a:cubicBezTo>
                  <a:cubicBezTo>
                    <a:pt x="22102" y="28728"/>
                    <a:pt x="22401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42" y="27284"/>
                  </a:lnTo>
                  <a:lnTo>
                    <a:pt x="18113" y="16585"/>
                  </a:lnTo>
                  <a:lnTo>
                    <a:pt x="14065" y="20982"/>
                  </a:lnTo>
                  <a:lnTo>
                    <a:pt x="9493" y="25817"/>
                  </a:lnTo>
                  <a:cubicBezTo>
                    <a:pt x="8692" y="26678"/>
                    <a:pt x="8292" y="27349"/>
                    <a:pt x="8292" y="27831"/>
                  </a:cubicBezTo>
                  <a:cubicBezTo>
                    <a:pt x="8292" y="28633"/>
                    <a:pt x="8891" y="29100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3" y="30478"/>
                    <a:pt x="10252" y="30559"/>
                    <a:pt x="10151" y="30588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4"/>
                  </a:cubicBezTo>
                  <a:cubicBezTo>
                    <a:pt x="6183" y="30500"/>
                    <a:pt x="5347" y="30478"/>
                    <a:pt x="4795" y="30478"/>
                  </a:cubicBezTo>
                  <a:cubicBezTo>
                    <a:pt x="4327" y="30478"/>
                    <a:pt x="3618" y="30500"/>
                    <a:pt x="2669" y="30544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9" y="30566"/>
                    <a:pt x="178" y="30478"/>
                  </a:cubicBezTo>
                  <a:cubicBezTo>
                    <a:pt x="71" y="30391"/>
                    <a:pt x="18" y="30303"/>
                    <a:pt x="18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5"/>
                  </a:cubicBezTo>
                  <a:cubicBezTo>
                    <a:pt x="86" y="29508"/>
                    <a:pt x="166" y="29421"/>
                    <a:pt x="285" y="29363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6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3" y="27918"/>
                    <a:pt x="6533" y="27116"/>
                    <a:pt x="7571" y="25993"/>
                  </a:cubicBezTo>
                  <a:cubicBezTo>
                    <a:pt x="7660" y="25920"/>
                    <a:pt x="7755" y="25840"/>
                    <a:pt x="7856" y="25753"/>
                  </a:cubicBezTo>
                  <a:cubicBezTo>
                    <a:pt x="7974" y="25665"/>
                    <a:pt x="8075" y="25584"/>
                    <a:pt x="8158" y="25511"/>
                  </a:cubicBezTo>
                  <a:lnTo>
                    <a:pt x="17615" y="15337"/>
                  </a:lnTo>
                  <a:lnTo>
                    <a:pt x="12322" y="2823"/>
                  </a:lnTo>
                  <a:cubicBezTo>
                    <a:pt x="12156" y="2443"/>
                    <a:pt x="12001" y="2173"/>
                    <a:pt x="11859" y="2013"/>
                  </a:cubicBezTo>
                  <a:cubicBezTo>
                    <a:pt x="11711" y="1838"/>
                    <a:pt x="11411" y="1692"/>
                    <a:pt x="10960" y="1576"/>
                  </a:cubicBezTo>
                  <a:cubicBezTo>
                    <a:pt x="10510" y="1459"/>
                    <a:pt x="9845" y="1400"/>
                    <a:pt x="8968" y="1400"/>
                  </a:cubicBezTo>
                  <a:cubicBezTo>
                    <a:pt x="8719" y="1400"/>
                    <a:pt x="8538" y="1393"/>
                    <a:pt x="8425" y="1378"/>
                  </a:cubicBezTo>
                  <a:cubicBezTo>
                    <a:pt x="8306" y="1364"/>
                    <a:pt x="8197" y="1320"/>
                    <a:pt x="8096" y="1247"/>
                  </a:cubicBezTo>
                  <a:cubicBezTo>
                    <a:pt x="7995" y="1174"/>
                    <a:pt x="7945" y="1057"/>
                    <a:pt x="7945" y="897"/>
                  </a:cubicBezTo>
                  <a:cubicBezTo>
                    <a:pt x="7945" y="620"/>
                    <a:pt x="7995" y="416"/>
                    <a:pt x="8096" y="285"/>
                  </a:cubicBezTo>
                  <a:cubicBezTo>
                    <a:pt x="8214" y="139"/>
                    <a:pt x="8315" y="58"/>
                    <a:pt x="8398" y="44"/>
                  </a:cubicBezTo>
                  <a:cubicBezTo>
                    <a:pt x="8505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6"/>
                  </a:cubicBezTo>
                  <a:cubicBezTo>
                    <a:pt x="12544" y="110"/>
                    <a:pt x="13383" y="132"/>
                    <a:pt x="13763" y="132"/>
                  </a:cubicBezTo>
                  <a:cubicBezTo>
                    <a:pt x="14392" y="132"/>
                    <a:pt x="15332" y="110"/>
                    <a:pt x="16583" y="66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60" y="0"/>
                    <a:pt x="20088" y="182"/>
                    <a:pt x="20088" y="547"/>
                  </a:cubicBezTo>
                  <a:cubicBezTo>
                    <a:pt x="20088" y="780"/>
                    <a:pt x="20035" y="963"/>
                    <a:pt x="19928" y="1094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8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50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6"/>
                    <a:pt x="26476" y="285"/>
                  </a:cubicBezTo>
                  <a:cubicBezTo>
                    <a:pt x="26589" y="139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46" y="110"/>
                    <a:pt x="31585" y="132"/>
                    <a:pt x="32143" y="132"/>
                  </a:cubicBezTo>
                  <a:cubicBezTo>
                    <a:pt x="32606" y="132"/>
                    <a:pt x="33311" y="110"/>
                    <a:pt x="34260" y="66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3" y="44"/>
                    <a:pt x="36760" y="132"/>
                  </a:cubicBezTo>
                  <a:cubicBezTo>
                    <a:pt x="36861" y="205"/>
                    <a:pt x="36911" y="285"/>
                    <a:pt x="36911" y="372"/>
                  </a:cubicBezTo>
                  <a:lnTo>
                    <a:pt x="36929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F3D9FCB1-8003-8B99-6BA7-DACDC4E7D925}"/>
                </a:ext>
              </a:extLst>
            </p:cNvPr>
            <p:cNvSpPr/>
            <p:nvPr/>
          </p:nvSpPr>
          <p:spPr>
            <a:xfrm>
              <a:off x="4488445" y="3829512"/>
              <a:ext cx="39642" cy="23279"/>
            </a:xfrm>
            <a:custGeom>
              <a:avLst/>
              <a:gdLst>
                <a:gd name="csX0" fmla="*/ 39251 w 39642"/>
                <a:gd name="csY0" fmla="*/ 11049 h 23279"/>
                <a:gd name="csX1" fmla="*/ 39643 w 39642"/>
                <a:gd name="csY1" fmla="*/ 11639 h 23279"/>
                <a:gd name="csX2" fmla="*/ 39251 w 39642"/>
                <a:gd name="csY2" fmla="*/ 12231 h 23279"/>
                <a:gd name="csX3" fmla="*/ 33104 w 39642"/>
                <a:gd name="csY3" fmla="*/ 16891 h 23279"/>
                <a:gd name="csX4" fmla="*/ 30497 w 39642"/>
                <a:gd name="csY4" fmla="*/ 22579 h 23279"/>
                <a:gd name="csX5" fmla="*/ 30195 w 39642"/>
                <a:gd name="csY5" fmla="*/ 23083 h 23279"/>
                <a:gd name="csX6" fmla="*/ 29625 w 39642"/>
                <a:gd name="csY6" fmla="*/ 23279 h 23279"/>
                <a:gd name="csX7" fmla="*/ 28994 w 39642"/>
                <a:gd name="csY7" fmla="*/ 23017 h 23279"/>
                <a:gd name="csX8" fmla="*/ 28727 w 39642"/>
                <a:gd name="csY8" fmla="*/ 22405 h 23279"/>
                <a:gd name="csX9" fmla="*/ 28753 w 39642"/>
                <a:gd name="csY9" fmla="*/ 22317 h 23279"/>
                <a:gd name="csX10" fmla="*/ 28771 w 39642"/>
                <a:gd name="csY10" fmla="*/ 22207 h 23279"/>
                <a:gd name="csX11" fmla="*/ 31725 w 39642"/>
                <a:gd name="csY11" fmla="*/ 15753 h 23279"/>
                <a:gd name="csX12" fmla="*/ 35230 w 39642"/>
                <a:gd name="csY12" fmla="*/ 12537 h 23279"/>
                <a:gd name="csX13" fmla="*/ 899 w 39642"/>
                <a:gd name="csY13" fmla="*/ 12537 h 23279"/>
                <a:gd name="csX14" fmla="*/ 258 w 39642"/>
                <a:gd name="csY14" fmla="*/ 12274 h 23279"/>
                <a:gd name="csX15" fmla="*/ 0 w 39642"/>
                <a:gd name="csY15" fmla="*/ 11639 h 23279"/>
                <a:gd name="csX16" fmla="*/ 258 w 39642"/>
                <a:gd name="csY16" fmla="*/ 11005 h 23279"/>
                <a:gd name="csX17" fmla="*/ 899 w 39642"/>
                <a:gd name="csY17" fmla="*/ 10742 h 23279"/>
                <a:gd name="csX18" fmla="*/ 35230 w 39642"/>
                <a:gd name="csY18" fmla="*/ 10742 h 23279"/>
                <a:gd name="csX19" fmla="*/ 31725 w 39642"/>
                <a:gd name="csY19" fmla="*/ 7526 h 23279"/>
                <a:gd name="csX20" fmla="*/ 28771 w 39642"/>
                <a:gd name="csY20" fmla="*/ 1072 h 23279"/>
                <a:gd name="csX21" fmla="*/ 28753 w 39642"/>
                <a:gd name="csY21" fmla="*/ 984 h 23279"/>
                <a:gd name="csX22" fmla="*/ 28727 w 39642"/>
                <a:gd name="csY22" fmla="*/ 875 h 23279"/>
                <a:gd name="csX23" fmla="*/ 28994 w 39642"/>
                <a:gd name="csY23" fmla="*/ 262 h 23279"/>
                <a:gd name="csX24" fmla="*/ 29625 w 39642"/>
                <a:gd name="csY24" fmla="*/ 0 h 23279"/>
                <a:gd name="csX25" fmla="*/ 30195 w 39642"/>
                <a:gd name="csY25" fmla="*/ 197 h 23279"/>
                <a:gd name="csX26" fmla="*/ 30497 w 39642"/>
                <a:gd name="csY26" fmla="*/ 700 h 23279"/>
                <a:gd name="csX27" fmla="*/ 33104 w 39642"/>
                <a:gd name="csY27" fmla="*/ 6389 h 23279"/>
                <a:gd name="csX28" fmla="*/ 39251 w 39642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79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39"/>
                  </a:cubicBezTo>
                  <a:cubicBezTo>
                    <a:pt x="39643" y="11931"/>
                    <a:pt x="39512" y="12128"/>
                    <a:pt x="39251" y="12231"/>
                  </a:cubicBezTo>
                  <a:cubicBezTo>
                    <a:pt x="37063" y="12960"/>
                    <a:pt x="35013" y="14513"/>
                    <a:pt x="33104" y="16891"/>
                  </a:cubicBezTo>
                  <a:cubicBezTo>
                    <a:pt x="31746" y="18656"/>
                    <a:pt x="30877" y="20552"/>
                    <a:pt x="30497" y="22579"/>
                  </a:cubicBezTo>
                  <a:cubicBezTo>
                    <a:pt x="30456" y="22784"/>
                    <a:pt x="30355" y="22952"/>
                    <a:pt x="30195" y="23083"/>
                  </a:cubicBezTo>
                  <a:cubicBezTo>
                    <a:pt x="30034" y="23214"/>
                    <a:pt x="29845" y="23279"/>
                    <a:pt x="29625" y="23279"/>
                  </a:cubicBezTo>
                  <a:cubicBezTo>
                    <a:pt x="29376" y="23279"/>
                    <a:pt x="29166" y="23192"/>
                    <a:pt x="28994" y="23017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7"/>
                  </a:cubicBezTo>
                  <a:cubicBezTo>
                    <a:pt x="28765" y="22259"/>
                    <a:pt x="28771" y="22222"/>
                    <a:pt x="28771" y="22207"/>
                  </a:cubicBezTo>
                  <a:cubicBezTo>
                    <a:pt x="29210" y="19844"/>
                    <a:pt x="30195" y="17693"/>
                    <a:pt x="31725" y="15753"/>
                  </a:cubicBezTo>
                  <a:cubicBezTo>
                    <a:pt x="32686" y="14528"/>
                    <a:pt x="33854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39"/>
                  </a:cubicBezTo>
                  <a:cubicBezTo>
                    <a:pt x="0" y="11391"/>
                    <a:pt x="86" y="11180"/>
                    <a:pt x="258" y="11005"/>
                  </a:cubicBezTo>
                  <a:cubicBezTo>
                    <a:pt x="436" y="10830"/>
                    <a:pt x="649" y="10742"/>
                    <a:pt x="899" y="10742"/>
                  </a:cubicBezTo>
                  <a:lnTo>
                    <a:pt x="35230" y="10742"/>
                  </a:lnTo>
                  <a:cubicBezTo>
                    <a:pt x="33854" y="9824"/>
                    <a:pt x="32686" y="8752"/>
                    <a:pt x="31725" y="7526"/>
                  </a:cubicBezTo>
                  <a:cubicBezTo>
                    <a:pt x="30195" y="5586"/>
                    <a:pt x="29210" y="3435"/>
                    <a:pt x="28771" y="1072"/>
                  </a:cubicBezTo>
                  <a:cubicBezTo>
                    <a:pt x="28771" y="1057"/>
                    <a:pt x="28765" y="1028"/>
                    <a:pt x="28753" y="984"/>
                  </a:cubicBezTo>
                  <a:cubicBezTo>
                    <a:pt x="28736" y="926"/>
                    <a:pt x="28727" y="889"/>
                    <a:pt x="28727" y="875"/>
                  </a:cubicBezTo>
                  <a:cubicBezTo>
                    <a:pt x="28727" y="627"/>
                    <a:pt x="28816" y="423"/>
                    <a:pt x="28994" y="262"/>
                  </a:cubicBezTo>
                  <a:cubicBezTo>
                    <a:pt x="29166" y="87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6" y="496"/>
                    <a:pt x="30497" y="700"/>
                  </a:cubicBezTo>
                  <a:cubicBezTo>
                    <a:pt x="30877" y="2727"/>
                    <a:pt x="31746" y="4623"/>
                    <a:pt x="33104" y="6389"/>
                  </a:cubicBezTo>
                  <a:cubicBezTo>
                    <a:pt x="35013" y="8766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A3CCE552-9D7F-5F42-6FE4-F5294F5FC21A}"/>
                </a:ext>
              </a:extLst>
            </p:cNvPr>
            <p:cNvSpPr/>
            <p:nvPr/>
          </p:nvSpPr>
          <p:spPr>
            <a:xfrm>
              <a:off x="4545258" y="3820759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83 w 22338"/>
                <a:gd name="csY2" fmla="*/ 5776 h 40783"/>
                <a:gd name="csX3" fmla="*/ 18709 w 22338"/>
                <a:gd name="csY3" fmla="*/ 5361 h 40783"/>
                <a:gd name="csX4" fmla="*/ 18229 w 22338"/>
                <a:gd name="csY4" fmla="*/ 4223 h 40783"/>
                <a:gd name="csX5" fmla="*/ 18789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3 h 40783"/>
                <a:gd name="csX9" fmla="*/ 16343 w 22338"/>
                <a:gd name="csY9" fmla="*/ 2517 h 40783"/>
                <a:gd name="csX10" fmla="*/ 15275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7 h 40783"/>
                <a:gd name="csX15" fmla="*/ 19074 w 22338"/>
                <a:gd name="csY15" fmla="*/ 12427 h 40783"/>
                <a:gd name="csX16" fmla="*/ 19252 w 22338"/>
                <a:gd name="csY16" fmla="*/ 12778 h 40783"/>
                <a:gd name="csX17" fmla="*/ 18967 w 22338"/>
                <a:gd name="csY17" fmla="*/ 13544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75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3 h 40783"/>
                <a:gd name="csX50" fmla="*/ 7001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76 w 22338"/>
                <a:gd name="csY57" fmla="*/ 2582 h 40783"/>
                <a:gd name="csX58" fmla="*/ 15551 w 22338"/>
                <a:gd name="csY58" fmla="*/ 941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76" y="5529"/>
                    <a:pt x="20512" y="5776"/>
                    <a:pt x="19883" y="5776"/>
                  </a:cubicBezTo>
                  <a:cubicBezTo>
                    <a:pt x="19433" y="5776"/>
                    <a:pt x="19041" y="5638"/>
                    <a:pt x="18709" y="5361"/>
                  </a:cubicBezTo>
                  <a:cubicBezTo>
                    <a:pt x="18389" y="5083"/>
                    <a:pt x="18229" y="4704"/>
                    <a:pt x="18229" y="4223"/>
                  </a:cubicBezTo>
                  <a:cubicBezTo>
                    <a:pt x="18229" y="3727"/>
                    <a:pt x="18416" y="3217"/>
                    <a:pt x="18789" y="2691"/>
                  </a:cubicBezTo>
                  <a:cubicBezTo>
                    <a:pt x="19169" y="2166"/>
                    <a:pt x="19792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1"/>
                    <a:pt x="17197" y="1423"/>
                  </a:cubicBezTo>
                  <a:cubicBezTo>
                    <a:pt x="16829" y="1700"/>
                    <a:pt x="16544" y="2064"/>
                    <a:pt x="16343" y="2517"/>
                  </a:cubicBezTo>
                  <a:cubicBezTo>
                    <a:pt x="16123" y="2984"/>
                    <a:pt x="15767" y="4537"/>
                    <a:pt x="15275" y="7177"/>
                  </a:cubicBezTo>
                  <a:cubicBezTo>
                    <a:pt x="15109" y="8037"/>
                    <a:pt x="14955" y="8883"/>
                    <a:pt x="14813" y="9715"/>
                  </a:cubicBezTo>
                  <a:cubicBezTo>
                    <a:pt x="14664" y="10546"/>
                    <a:pt x="14504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7"/>
                  </a:cubicBezTo>
                  <a:cubicBezTo>
                    <a:pt x="18857" y="12311"/>
                    <a:pt x="18973" y="12355"/>
                    <a:pt x="19074" y="12427"/>
                  </a:cubicBezTo>
                  <a:cubicBezTo>
                    <a:pt x="19193" y="12500"/>
                    <a:pt x="19252" y="12617"/>
                    <a:pt x="19252" y="12778"/>
                  </a:cubicBezTo>
                  <a:cubicBezTo>
                    <a:pt x="19252" y="13187"/>
                    <a:pt x="19157" y="13442"/>
                    <a:pt x="18967" y="13544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2"/>
                    <a:pt x="11212" y="28728"/>
                    <a:pt x="11023" y="29603"/>
                  </a:cubicBezTo>
                  <a:cubicBezTo>
                    <a:pt x="10851" y="30464"/>
                    <a:pt x="10554" y="31601"/>
                    <a:pt x="10133" y="33017"/>
                  </a:cubicBezTo>
                  <a:cubicBezTo>
                    <a:pt x="9706" y="34446"/>
                    <a:pt x="9282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2" y="38764"/>
                    <a:pt x="6975" y="39231"/>
                  </a:cubicBezTo>
                  <a:cubicBezTo>
                    <a:pt x="6554" y="39697"/>
                    <a:pt x="6067" y="40069"/>
                    <a:pt x="5516" y="40346"/>
                  </a:cubicBezTo>
                  <a:cubicBezTo>
                    <a:pt x="4958" y="40638"/>
                    <a:pt x="4389" y="40784"/>
                    <a:pt x="3808" y="40784"/>
                  </a:cubicBezTo>
                  <a:cubicBezTo>
                    <a:pt x="2817" y="40784"/>
                    <a:pt x="1934" y="40507"/>
                    <a:pt x="1156" y="39952"/>
                  </a:cubicBezTo>
                  <a:cubicBezTo>
                    <a:pt x="385" y="39398"/>
                    <a:pt x="0" y="38647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1"/>
                    <a:pt x="4110" y="36080"/>
                    <a:pt x="4110" y="36561"/>
                  </a:cubicBezTo>
                  <a:cubicBezTo>
                    <a:pt x="4110" y="36765"/>
                    <a:pt x="4074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35" y="38851"/>
                    <a:pt x="2117" y="38961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47" y="39741"/>
                    <a:pt x="4590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5"/>
                    <a:pt x="5679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5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7"/>
                    <a:pt x="7322" y="33374"/>
                    <a:pt x="7393" y="32994"/>
                  </a:cubicBezTo>
                  <a:cubicBezTo>
                    <a:pt x="7464" y="32630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8"/>
                    <a:pt x="7348" y="13653"/>
                  </a:cubicBezTo>
                  <a:cubicBezTo>
                    <a:pt x="7218" y="13639"/>
                    <a:pt x="7102" y="13595"/>
                    <a:pt x="7001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06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1"/>
                  </a:cubicBezTo>
                  <a:cubicBezTo>
                    <a:pt x="16109" y="591"/>
                    <a:pt x="16613" y="351"/>
                    <a:pt x="17063" y="219"/>
                  </a:cubicBezTo>
                  <a:cubicBezTo>
                    <a:pt x="17532" y="73"/>
                    <a:pt x="17991" y="0"/>
                    <a:pt x="18442" y="0"/>
                  </a:cubicBezTo>
                  <a:cubicBezTo>
                    <a:pt x="19463" y="0"/>
                    <a:pt x="20367" y="277"/>
                    <a:pt x="21156" y="832"/>
                  </a:cubicBezTo>
                  <a:cubicBezTo>
                    <a:pt x="21944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E67D9BDB-78B1-1572-03A2-0793FF6AE1BB}"/>
                </a:ext>
              </a:extLst>
            </p:cNvPr>
            <p:cNvSpPr/>
            <p:nvPr/>
          </p:nvSpPr>
          <p:spPr>
            <a:xfrm>
              <a:off x="4573825" y="3784859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2 h 64013"/>
                <a:gd name="csX2" fmla="*/ 8158 w 14848"/>
                <a:gd name="csY2" fmla="*/ 5752 h 64013"/>
                <a:gd name="csX3" fmla="*/ 12162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3" y="18285"/>
                    <a:pt x="4030" y="12472"/>
                  </a:cubicBezTo>
                  <a:cubicBezTo>
                    <a:pt x="5175" y="10034"/>
                    <a:pt x="6551" y="7794"/>
                    <a:pt x="8158" y="5752"/>
                  </a:cubicBezTo>
                  <a:cubicBezTo>
                    <a:pt x="9765" y="3710"/>
                    <a:pt x="11100" y="2240"/>
                    <a:pt x="12162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9" y="8721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4"/>
                    <a:pt x="5368" y="54376"/>
                    <a:pt x="4217" y="51980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88FB7E18-5F72-066D-AA7A-9B11917E9CD7}"/>
                </a:ext>
              </a:extLst>
            </p:cNvPr>
            <p:cNvSpPr/>
            <p:nvPr/>
          </p:nvSpPr>
          <p:spPr>
            <a:xfrm>
              <a:off x="4593539" y="3804582"/>
              <a:ext cx="31875" cy="29005"/>
            </a:xfrm>
            <a:custGeom>
              <a:avLst/>
              <a:gdLst>
                <a:gd name="csX0" fmla="*/ 31876 w 31875"/>
                <a:gd name="csY0" fmla="*/ 4220 h 29005"/>
                <a:gd name="csX1" fmla="*/ 30782 w 31875"/>
                <a:gd name="csY1" fmla="*/ 6969 h 29005"/>
                <a:gd name="csX2" fmla="*/ 28442 w 31875"/>
                <a:gd name="csY2" fmla="*/ 7939 h 29005"/>
                <a:gd name="csX3" fmla="*/ 26627 w 31875"/>
                <a:gd name="csY3" fmla="*/ 7251 h 29005"/>
                <a:gd name="csX4" fmla="*/ 26004 w 31875"/>
                <a:gd name="csY4" fmla="*/ 5688 h 29005"/>
                <a:gd name="csX5" fmla="*/ 26876 w 31875"/>
                <a:gd name="csY5" fmla="*/ 3469 h 29005"/>
                <a:gd name="csX6" fmla="*/ 29065 w 31875"/>
                <a:gd name="csY6" fmla="*/ 2219 h 29005"/>
                <a:gd name="csX7" fmla="*/ 25880 w 31875"/>
                <a:gd name="csY7" fmla="*/ 1407 h 29005"/>
                <a:gd name="csX8" fmla="*/ 23531 w 31875"/>
                <a:gd name="csY8" fmla="*/ 2062 h 29005"/>
                <a:gd name="csX9" fmla="*/ 21814 w 31875"/>
                <a:gd name="csY9" fmla="*/ 3563 h 29005"/>
                <a:gd name="csX10" fmla="*/ 20631 w 31875"/>
                <a:gd name="csY10" fmla="*/ 5626 h 29005"/>
                <a:gd name="csX11" fmla="*/ 19875 w 31875"/>
                <a:gd name="csY11" fmla="*/ 7533 h 29005"/>
                <a:gd name="csX12" fmla="*/ 19537 w 31875"/>
                <a:gd name="csY12" fmla="*/ 8970 h 29005"/>
                <a:gd name="csX13" fmla="*/ 17348 w 31875"/>
                <a:gd name="csY13" fmla="*/ 17722 h 29005"/>
                <a:gd name="csX14" fmla="*/ 16280 w 31875"/>
                <a:gd name="csY14" fmla="*/ 23348 h 29005"/>
                <a:gd name="csX15" fmla="*/ 17161 w 31875"/>
                <a:gd name="csY15" fmla="*/ 26380 h 29005"/>
                <a:gd name="csX16" fmla="*/ 19786 w 31875"/>
                <a:gd name="csY16" fmla="*/ 27567 h 29005"/>
                <a:gd name="csX17" fmla="*/ 21254 w 31875"/>
                <a:gd name="csY17" fmla="*/ 27381 h 29005"/>
                <a:gd name="csX18" fmla="*/ 23033 w 31875"/>
                <a:gd name="csY18" fmla="*/ 26599 h 29005"/>
                <a:gd name="csX19" fmla="*/ 24972 w 31875"/>
                <a:gd name="csY19" fmla="*/ 25130 h 29005"/>
                <a:gd name="csX20" fmla="*/ 26814 w 31875"/>
                <a:gd name="csY20" fmla="*/ 22692 h 29005"/>
                <a:gd name="csX21" fmla="*/ 28317 w 31875"/>
                <a:gd name="csY21" fmla="*/ 19191 h 29005"/>
                <a:gd name="csX22" fmla="*/ 29127 w 31875"/>
                <a:gd name="csY22" fmla="*/ 18504 h 29005"/>
                <a:gd name="csX23" fmla="*/ 29910 w 31875"/>
                <a:gd name="csY23" fmla="*/ 19128 h 29005"/>
                <a:gd name="csX24" fmla="*/ 29474 w 31875"/>
                <a:gd name="csY24" fmla="*/ 20785 h 29005"/>
                <a:gd name="csX25" fmla="*/ 28157 w 31875"/>
                <a:gd name="csY25" fmla="*/ 23317 h 29005"/>
                <a:gd name="csX26" fmla="*/ 26129 w 31875"/>
                <a:gd name="csY26" fmla="*/ 26005 h 29005"/>
                <a:gd name="csX27" fmla="*/ 23255 w 31875"/>
                <a:gd name="csY27" fmla="*/ 28131 h 29005"/>
                <a:gd name="csX28" fmla="*/ 19661 w 31875"/>
                <a:gd name="csY28" fmla="*/ 29006 h 29005"/>
                <a:gd name="csX29" fmla="*/ 15186 w 31875"/>
                <a:gd name="csY29" fmla="*/ 27567 h 29005"/>
                <a:gd name="csX30" fmla="*/ 12748 w 31875"/>
                <a:gd name="csY30" fmla="*/ 24130 h 29005"/>
                <a:gd name="csX31" fmla="*/ 12375 w 31875"/>
                <a:gd name="csY31" fmla="*/ 24786 h 29005"/>
                <a:gd name="csX32" fmla="*/ 11503 w 31875"/>
                <a:gd name="csY32" fmla="*/ 26005 h 29005"/>
                <a:gd name="csX33" fmla="*/ 10160 w 31875"/>
                <a:gd name="csY33" fmla="*/ 27443 h 29005"/>
                <a:gd name="csX34" fmla="*/ 8309 w 31875"/>
                <a:gd name="csY34" fmla="*/ 28505 h 29005"/>
                <a:gd name="csX35" fmla="*/ 6032 w 31875"/>
                <a:gd name="csY35" fmla="*/ 29006 h 29005"/>
                <a:gd name="csX36" fmla="*/ 3185 w 31875"/>
                <a:gd name="csY36" fmla="*/ 28568 h 29005"/>
                <a:gd name="csX37" fmla="*/ 934 w 31875"/>
                <a:gd name="csY37" fmla="*/ 27131 h 29005"/>
                <a:gd name="csX38" fmla="*/ 0 w 31875"/>
                <a:gd name="csY38" fmla="*/ 24754 h 29005"/>
                <a:gd name="csX39" fmla="*/ 1032 w 31875"/>
                <a:gd name="csY39" fmla="*/ 22160 h 29005"/>
                <a:gd name="csX40" fmla="*/ 3532 w 31875"/>
                <a:gd name="csY40" fmla="*/ 21067 h 29005"/>
                <a:gd name="csX41" fmla="*/ 5151 w 31875"/>
                <a:gd name="csY41" fmla="*/ 21598 h 29005"/>
                <a:gd name="csX42" fmla="*/ 5907 w 31875"/>
                <a:gd name="csY42" fmla="*/ 23286 h 29005"/>
                <a:gd name="csX43" fmla="*/ 5026 w 31875"/>
                <a:gd name="csY43" fmla="*/ 25536 h 29005"/>
                <a:gd name="csX44" fmla="*/ 2909 w 31875"/>
                <a:gd name="csY44" fmla="*/ 26755 h 29005"/>
                <a:gd name="csX45" fmla="*/ 6094 w 31875"/>
                <a:gd name="csY45" fmla="*/ 27567 h 29005"/>
                <a:gd name="csX46" fmla="*/ 9777 w 31875"/>
                <a:gd name="csY46" fmla="*/ 25755 h 29005"/>
                <a:gd name="csX47" fmla="*/ 12188 w 31875"/>
                <a:gd name="csY47" fmla="*/ 20910 h 29005"/>
                <a:gd name="csX48" fmla="*/ 14875 w 31875"/>
                <a:gd name="csY48" fmla="*/ 10377 h 29005"/>
                <a:gd name="csX49" fmla="*/ 15622 w 31875"/>
                <a:gd name="csY49" fmla="*/ 5688 h 29005"/>
                <a:gd name="csX50" fmla="*/ 15284 w 31875"/>
                <a:gd name="csY50" fmla="*/ 3469 h 29005"/>
                <a:gd name="csX51" fmla="*/ 14341 w 31875"/>
                <a:gd name="csY51" fmla="*/ 2156 h 29005"/>
                <a:gd name="csX52" fmla="*/ 13247 w 31875"/>
                <a:gd name="csY52" fmla="*/ 1562 h 29005"/>
                <a:gd name="csX53" fmla="*/ 12188 w 31875"/>
                <a:gd name="csY53" fmla="*/ 1407 h 29005"/>
                <a:gd name="csX54" fmla="*/ 10186 w 31875"/>
                <a:gd name="csY54" fmla="*/ 1781 h 29005"/>
                <a:gd name="csX55" fmla="*/ 7909 w 31875"/>
                <a:gd name="csY55" fmla="*/ 3032 h 29005"/>
                <a:gd name="csX56" fmla="*/ 5534 w 31875"/>
                <a:gd name="csY56" fmla="*/ 5626 h 29005"/>
                <a:gd name="csX57" fmla="*/ 3594 w 31875"/>
                <a:gd name="csY57" fmla="*/ 9783 h 29005"/>
                <a:gd name="csX58" fmla="*/ 2749 w 31875"/>
                <a:gd name="csY58" fmla="*/ 10501 h 29005"/>
                <a:gd name="csX59" fmla="*/ 2002 w 31875"/>
                <a:gd name="csY59" fmla="*/ 9846 h 29005"/>
                <a:gd name="csX60" fmla="*/ 2402 w 31875"/>
                <a:gd name="csY60" fmla="*/ 8220 h 29005"/>
                <a:gd name="csX61" fmla="*/ 3719 w 31875"/>
                <a:gd name="csY61" fmla="*/ 5688 h 29005"/>
                <a:gd name="csX62" fmla="*/ 5783 w 31875"/>
                <a:gd name="csY62" fmla="*/ 3032 h 29005"/>
                <a:gd name="csX63" fmla="*/ 8683 w 31875"/>
                <a:gd name="csY63" fmla="*/ 875 h 29005"/>
                <a:gd name="csX64" fmla="*/ 12313 w 31875"/>
                <a:gd name="csY64" fmla="*/ 0 h 29005"/>
                <a:gd name="csX65" fmla="*/ 13967 w 31875"/>
                <a:gd name="csY65" fmla="*/ 187 h 29005"/>
                <a:gd name="csX66" fmla="*/ 15818 w 31875"/>
                <a:gd name="csY66" fmla="*/ 812 h 29005"/>
                <a:gd name="csX67" fmla="*/ 17748 w 31875"/>
                <a:gd name="csY67" fmla="*/ 2312 h 29005"/>
                <a:gd name="csX68" fmla="*/ 19216 w 31875"/>
                <a:gd name="csY68" fmla="*/ 4844 h 29005"/>
                <a:gd name="csX69" fmla="*/ 20097 w 31875"/>
                <a:gd name="csY69" fmla="*/ 3438 h 29005"/>
                <a:gd name="csX70" fmla="*/ 21440 w 31875"/>
                <a:gd name="csY70" fmla="*/ 1907 h 29005"/>
                <a:gd name="csX71" fmla="*/ 23442 w 31875"/>
                <a:gd name="csY71" fmla="*/ 531 h 29005"/>
                <a:gd name="csX72" fmla="*/ 25942 w 31875"/>
                <a:gd name="csY72" fmla="*/ 0 h 29005"/>
                <a:gd name="csX73" fmla="*/ 28469 w 31875"/>
                <a:gd name="csY73" fmla="*/ 343 h 29005"/>
                <a:gd name="csX74" fmla="*/ 30782 w 31875"/>
                <a:gd name="csY74" fmla="*/ 1688 h 29005"/>
                <a:gd name="csX75" fmla="*/ 31876 w 31875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5" h="29005">
                  <a:moveTo>
                    <a:pt x="31876" y="4220"/>
                  </a:moveTo>
                  <a:cubicBezTo>
                    <a:pt x="31876" y="5386"/>
                    <a:pt x="31511" y="6303"/>
                    <a:pt x="30782" y="6969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69"/>
                  </a:cubicBezTo>
                  <a:cubicBezTo>
                    <a:pt x="27463" y="2781"/>
                    <a:pt x="28193" y="2365"/>
                    <a:pt x="29065" y="2219"/>
                  </a:cubicBezTo>
                  <a:cubicBezTo>
                    <a:pt x="28211" y="1677"/>
                    <a:pt x="27149" y="1407"/>
                    <a:pt x="25880" y="1407"/>
                  </a:cubicBezTo>
                  <a:cubicBezTo>
                    <a:pt x="25043" y="1407"/>
                    <a:pt x="24261" y="1625"/>
                    <a:pt x="23531" y="2062"/>
                  </a:cubicBezTo>
                  <a:cubicBezTo>
                    <a:pt x="22825" y="2500"/>
                    <a:pt x="22253" y="3000"/>
                    <a:pt x="21814" y="3563"/>
                  </a:cubicBezTo>
                  <a:cubicBezTo>
                    <a:pt x="21399" y="4125"/>
                    <a:pt x="21004" y="4813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2"/>
                  </a:lnTo>
                  <a:cubicBezTo>
                    <a:pt x="16636" y="20493"/>
                    <a:pt x="16280" y="22369"/>
                    <a:pt x="16280" y="23348"/>
                  </a:cubicBezTo>
                  <a:cubicBezTo>
                    <a:pt x="16280" y="24557"/>
                    <a:pt x="16574" y="25567"/>
                    <a:pt x="17161" y="26380"/>
                  </a:cubicBezTo>
                  <a:cubicBezTo>
                    <a:pt x="17742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3"/>
                    <a:pt x="24972" y="25130"/>
                  </a:cubicBezTo>
                  <a:cubicBezTo>
                    <a:pt x="25595" y="24525"/>
                    <a:pt x="26209" y="23713"/>
                    <a:pt x="26814" y="22692"/>
                  </a:cubicBezTo>
                  <a:cubicBezTo>
                    <a:pt x="27419" y="21671"/>
                    <a:pt x="27920" y="20504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8"/>
                  </a:cubicBezTo>
                  <a:cubicBezTo>
                    <a:pt x="29910" y="19483"/>
                    <a:pt x="29764" y="20035"/>
                    <a:pt x="29474" y="20785"/>
                  </a:cubicBezTo>
                  <a:cubicBezTo>
                    <a:pt x="29201" y="21514"/>
                    <a:pt x="28762" y="22358"/>
                    <a:pt x="28157" y="23317"/>
                  </a:cubicBezTo>
                  <a:cubicBezTo>
                    <a:pt x="27576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70" y="29006"/>
                    <a:pt x="16378" y="28526"/>
                    <a:pt x="15186" y="27567"/>
                  </a:cubicBezTo>
                  <a:cubicBezTo>
                    <a:pt x="14000" y="26609"/>
                    <a:pt x="13187" y="25463"/>
                    <a:pt x="12748" y="24130"/>
                  </a:cubicBezTo>
                  <a:cubicBezTo>
                    <a:pt x="12648" y="24317"/>
                    <a:pt x="12523" y="24536"/>
                    <a:pt x="12375" y="24786"/>
                  </a:cubicBezTo>
                  <a:cubicBezTo>
                    <a:pt x="12227" y="25036"/>
                    <a:pt x="11936" y="25442"/>
                    <a:pt x="11503" y="26005"/>
                  </a:cubicBezTo>
                  <a:cubicBezTo>
                    <a:pt x="11082" y="26547"/>
                    <a:pt x="10634" y="27026"/>
                    <a:pt x="10160" y="27443"/>
                  </a:cubicBezTo>
                  <a:cubicBezTo>
                    <a:pt x="9679" y="27838"/>
                    <a:pt x="9062" y="28193"/>
                    <a:pt x="8309" y="28505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38" y="21431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2"/>
                    <a:pt x="5907" y="22515"/>
                    <a:pt x="5907" y="23286"/>
                  </a:cubicBezTo>
                  <a:cubicBezTo>
                    <a:pt x="5907" y="24140"/>
                    <a:pt x="5613" y="24890"/>
                    <a:pt x="5026" y="25536"/>
                  </a:cubicBezTo>
                  <a:cubicBezTo>
                    <a:pt x="4445" y="26182"/>
                    <a:pt x="3739" y="26589"/>
                    <a:pt x="2909" y="26755"/>
                  </a:cubicBezTo>
                  <a:cubicBezTo>
                    <a:pt x="3763" y="27297"/>
                    <a:pt x="4825" y="27567"/>
                    <a:pt x="6094" y="27567"/>
                  </a:cubicBezTo>
                  <a:cubicBezTo>
                    <a:pt x="7470" y="27567"/>
                    <a:pt x="8698" y="26963"/>
                    <a:pt x="9777" y="25755"/>
                  </a:cubicBezTo>
                  <a:cubicBezTo>
                    <a:pt x="10863" y="24546"/>
                    <a:pt x="11666" y="22931"/>
                    <a:pt x="12188" y="20910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3"/>
                    <a:pt x="15509" y="4073"/>
                    <a:pt x="15284" y="3469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7" y="1865"/>
                    <a:pt x="13602" y="1667"/>
                    <a:pt x="13247" y="1562"/>
                  </a:cubicBezTo>
                  <a:cubicBezTo>
                    <a:pt x="12915" y="1458"/>
                    <a:pt x="12562" y="1407"/>
                    <a:pt x="12188" y="1407"/>
                  </a:cubicBezTo>
                  <a:cubicBezTo>
                    <a:pt x="11565" y="1407"/>
                    <a:pt x="10898" y="1531"/>
                    <a:pt x="10186" y="1781"/>
                  </a:cubicBezTo>
                  <a:cubicBezTo>
                    <a:pt x="9498" y="2031"/>
                    <a:pt x="8739" y="2448"/>
                    <a:pt x="7909" y="3032"/>
                  </a:cubicBezTo>
                  <a:cubicBezTo>
                    <a:pt x="7096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87" y="10262"/>
                    <a:pt x="3206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5" y="8949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7"/>
                    <a:pt x="7538" y="1458"/>
                    <a:pt x="8683" y="875"/>
                  </a:cubicBezTo>
                  <a:cubicBezTo>
                    <a:pt x="9851" y="291"/>
                    <a:pt x="11061" y="0"/>
                    <a:pt x="12313" y="0"/>
                  </a:cubicBezTo>
                  <a:cubicBezTo>
                    <a:pt x="12876" y="0"/>
                    <a:pt x="13428" y="62"/>
                    <a:pt x="13967" y="187"/>
                  </a:cubicBezTo>
                  <a:cubicBezTo>
                    <a:pt x="14531" y="291"/>
                    <a:pt x="15148" y="500"/>
                    <a:pt x="15818" y="812"/>
                  </a:cubicBezTo>
                  <a:cubicBezTo>
                    <a:pt x="16500" y="1125"/>
                    <a:pt x="17143" y="1625"/>
                    <a:pt x="17748" y="2312"/>
                  </a:cubicBezTo>
                  <a:cubicBezTo>
                    <a:pt x="18353" y="3000"/>
                    <a:pt x="18843" y="3844"/>
                    <a:pt x="19216" y="4844"/>
                  </a:cubicBezTo>
                  <a:cubicBezTo>
                    <a:pt x="19471" y="4365"/>
                    <a:pt x="19765" y="3896"/>
                    <a:pt x="20097" y="3438"/>
                  </a:cubicBezTo>
                  <a:cubicBezTo>
                    <a:pt x="20453" y="2979"/>
                    <a:pt x="20901" y="2469"/>
                    <a:pt x="21440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4"/>
                    <a:pt x="28469" y="343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4"/>
                    <a:pt x="31876" y="3198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B56D83D3-8124-F971-857E-327172865883}"/>
                </a:ext>
              </a:extLst>
            </p:cNvPr>
            <p:cNvSpPr/>
            <p:nvPr/>
          </p:nvSpPr>
          <p:spPr>
            <a:xfrm>
              <a:off x="4631581" y="3784859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8 w 14848"/>
                <a:gd name="csY1" fmla="*/ 62295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2 h 64013"/>
                <a:gd name="csX7" fmla="*/ 6503 w 14848"/>
                <a:gd name="csY7" fmla="*/ 5502 h 64013"/>
                <a:gd name="csX8" fmla="*/ 10631 w 14848"/>
                <a:gd name="csY8" fmla="*/ 12034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8" y="62295"/>
                  </a:cubicBezTo>
                  <a:cubicBezTo>
                    <a:pt x="7692" y="55293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7" y="0"/>
                    <a:pt x="623" y="0"/>
                  </a:cubicBezTo>
                  <a:cubicBezTo>
                    <a:pt x="919" y="0"/>
                    <a:pt x="1578" y="427"/>
                    <a:pt x="2598" y="1282"/>
                  </a:cubicBezTo>
                  <a:cubicBezTo>
                    <a:pt x="3636" y="2136"/>
                    <a:pt x="4937" y="3543"/>
                    <a:pt x="6503" y="5502"/>
                  </a:cubicBezTo>
                  <a:cubicBezTo>
                    <a:pt x="8087" y="7460"/>
                    <a:pt x="9463" y="9638"/>
                    <a:pt x="10631" y="12034"/>
                  </a:cubicBezTo>
                  <a:cubicBezTo>
                    <a:pt x="13442" y="17848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3" y="53980"/>
                    <a:pt x="8297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7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14EB0906-42E7-B8BF-90A4-B593D4D860BD}"/>
              </a:ext>
            </a:extLst>
          </p:cNvPr>
          <p:cNvGrpSpPr/>
          <p:nvPr/>
        </p:nvGrpSpPr>
        <p:grpSpPr>
          <a:xfrm>
            <a:off x="5305642" y="3807241"/>
            <a:ext cx="737196" cy="76684"/>
            <a:chOff x="3909233" y="3860996"/>
            <a:chExt cx="737196" cy="76684"/>
          </a:xfrm>
        </p:grpSpPr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CE48C1CC-7575-B17C-425B-F76D5D27743F}"/>
                </a:ext>
              </a:extLst>
            </p:cNvPr>
            <p:cNvSpPr/>
            <p:nvPr/>
          </p:nvSpPr>
          <p:spPr>
            <a:xfrm>
              <a:off x="3909233" y="3899521"/>
              <a:ext cx="122121" cy="889"/>
            </a:xfrm>
            <a:custGeom>
              <a:avLst/>
              <a:gdLst>
                <a:gd name="csX0" fmla="*/ 0 w 122121"/>
                <a:gd name="csY0" fmla="*/ 0 h 889"/>
                <a:gd name="csX1" fmla="*/ 122122 w 12212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121" h="889">
                  <a:moveTo>
                    <a:pt x="0" y="0"/>
                  </a:moveTo>
                  <a:lnTo>
                    <a:pt x="122122" y="0"/>
                  </a:lnTo>
                </a:path>
              </a:pathLst>
            </a:custGeom>
            <a:noFill/>
            <a:ln w="16002" cap="rnd">
              <a:solidFill>
                <a:srgbClr val="00B05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78DE3140-601F-CA95-B5DF-4BE0423843D3}"/>
                </a:ext>
              </a:extLst>
            </p:cNvPr>
            <p:cNvSpPr/>
            <p:nvPr/>
          </p:nvSpPr>
          <p:spPr>
            <a:xfrm>
              <a:off x="4074004" y="3867327"/>
              <a:ext cx="16298" cy="6586"/>
            </a:xfrm>
            <a:custGeom>
              <a:avLst/>
              <a:gdLst>
                <a:gd name="csX0" fmla="*/ 16298 w 16298"/>
                <a:gd name="csY0" fmla="*/ 5689 h 6586"/>
                <a:gd name="csX1" fmla="*/ 15756 w 16298"/>
                <a:gd name="csY1" fmla="*/ 6586 h 6586"/>
                <a:gd name="csX2" fmla="*/ 8140 w 16298"/>
                <a:gd name="csY2" fmla="*/ 2779 h 6586"/>
                <a:gd name="csX3" fmla="*/ 525 w 16298"/>
                <a:gd name="csY3" fmla="*/ 6586 h 6586"/>
                <a:gd name="csX4" fmla="*/ 0 w 16298"/>
                <a:gd name="csY4" fmla="*/ 5689 h 6586"/>
                <a:gd name="csX5" fmla="*/ 8140 w 16298"/>
                <a:gd name="csY5" fmla="*/ 0 h 6586"/>
                <a:gd name="csX6" fmla="*/ 16298 w 16298"/>
                <a:gd name="csY6" fmla="*/ 5689 h 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298" h="6586">
                  <a:moveTo>
                    <a:pt x="16298" y="5689"/>
                  </a:moveTo>
                  <a:lnTo>
                    <a:pt x="15756" y="6586"/>
                  </a:lnTo>
                  <a:cubicBezTo>
                    <a:pt x="13496" y="5609"/>
                    <a:pt x="10957" y="4340"/>
                    <a:pt x="8140" y="2779"/>
                  </a:cubicBezTo>
                  <a:cubicBezTo>
                    <a:pt x="5323" y="4340"/>
                    <a:pt x="2785" y="5609"/>
                    <a:pt x="525" y="6586"/>
                  </a:cubicBezTo>
                  <a:lnTo>
                    <a:pt x="0" y="5689"/>
                  </a:lnTo>
                  <a:cubicBezTo>
                    <a:pt x="2467" y="3545"/>
                    <a:pt x="5181" y="1648"/>
                    <a:pt x="8140" y="0"/>
                  </a:cubicBezTo>
                  <a:cubicBezTo>
                    <a:pt x="11129" y="1663"/>
                    <a:pt x="13849" y="3559"/>
                    <a:pt x="16298" y="568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4" name="Freeform 493">
              <a:extLst>
                <a:ext uri="{FF2B5EF4-FFF2-40B4-BE49-F238E27FC236}">
                  <a16:creationId xmlns:a16="http://schemas.microsoft.com/office/drawing/2014/main" id="{453AFC83-0E13-E174-FCF6-7950F6346E95}"/>
                </a:ext>
              </a:extLst>
            </p:cNvPr>
            <p:cNvSpPr/>
            <p:nvPr/>
          </p:nvSpPr>
          <p:spPr>
            <a:xfrm>
              <a:off x="4051710" y="3880719"/>
              <a:ext cx="52453" cy="29005"/>
            </a:xfrm>
            <a:custGeom>
              <a:avLst/>
              <a:gdLst>
                <a:gd name="csX0" fmla="*/ 52453 w 52453"/>
                <a:gd name="csY0" fmla="*/ 19129 h 29005"/>
                <a:gd name="csX1" fmla="*/ 52169 w 52453"/>
                <a:gd name="csY1" fmla="*/ 20348 h 29005"/>
                <a:gd name="csX2" fmla="*/ 51199 w 52453"/>
                <a:gd name="csY2" fmla="*/ 22818 h 29005"/>
                <a:gd name="csX3" fmla="*/ 49607 w 52453"/>
                <a:gd name="csY3" fmla="*/ 25693 h 29005"/>
                <a:gd name="csX4" fmla="*/ 47196 w 52453"/>
                <a:gd name="csY4" fmla="*/ 28037 h 29005"/>
                <a:gd name="csX5" fmla="*/ 44046 w 52453"/>
                <a:gd name="csY5" fmla="*/ 29006 h 29005"/>
                <a:gd name="csX6" fmla="*/ 40292 w 52453"/>
                <a:gd name="csY6" fmla="*/ 27506 h 29005"/>
                <a:gd name="csX7" fmla="*/ 38789 w 52453"/>
                <a:gd name="csY7" fmla="*/ 23755 h 29005"/>
                <a:gd name="csX8" fmla="*/ 39634 w 52453"/>
                <a:gd name="csY8" fmla="*/ 20223 h 29005"/>
                <a:gd name="csX9" fmla="*/ 43601 w 52453"/>
                <a:gd name="csY9" fmla="*/ 5876 h 29005"/>
                <a:gd name="csX10" fmla="*/ 40132 w 52453"/>
                <a:gd name="csY10" fmla="*/ 1407 h 29005"/>
                <a:gd name="csX11" fmla="*/ 36386 w 52453"/>
                <a:gd name="csY11" fmla="*/ 2220 h 29005"/>
                <a:gd name="csX12" fmla="*/ 33451 w 52453"/>
                <a:gd name="csY12" fmla="*/ 4157 h 29005"/>
                <a:gd name="csX13" fmla="*/ 31387 w 52453"/>
                <a:gd name="csY13" fmla="*/ 6564 h 29005"/>
                <a:gd name="csX14" fmla="*/ 30070 w 52453"/>
                <a:gd name="csY14" fmla="*/ 8689 h 29005"/>
                <a:gd name="csX15" fmla="*/ 29598 w 52453"/>
                <a:gd name="csY15" fmla="*/ 9908 h 29005"/>
                <a:gd name="csX16" fmla="*/ 25755 w 52453"/>
                <a:gd name="csY16" fmla="*/ 25350 h 29005"/>
                <a:gd name="csX17" fmla="*/ 25230 w 52453"/>
                <a:gd name="csY17" fmla="*/ 27287 h 29005"/>
                <a:gd name="csX18" fmla="*/ 24412 w 52453"/>
                <a:gd name="csY18" fmla="*/ 28444 h 29005"/>
                <a:gd name="csX19" fmla="*/ 22882 w 52453"/>
                <a:gd name="csY19" fmla="*/ 29006 h 29005"/>
                <a:gd name="csX20" fmla="*/ 21538 w 52453"/>
                <a:gd name="csY20" fmla="*/ 28537 h 29005"/>
                <a:gd name="csX21" fmla="*/ 21005 w 52453"/>
                <a:gd name="csY21" fmla="*/ 27256 h 29005"/>
                <a:gd name="csX22" fmla="*/ 21165 w 52453"/>
                <a:gd name="csY22" fmla="*/ 26474 h 29005"/>
                <a:gd name="csX23" fmla="*/ 21538 w 52453"/>
                <a:gd name="csY23" fmla="*/ 24912 h 29005"/>
                <a:gd name="csX24" fmla="*/ 21850 w 52453"/>
                <a:gd name="csY24" fmla="*/ 23474 h 29005"/>
                <a:gd name="csX25" fmla="*/ 23131 w 52453"/>
                <a:gd name="csY25" fmla="*/ 18629 h 29005"/>
                <a:gd name="csX26" fmla="*/ 24910 w 52453"/>
                <a:gd name="csY26" fmla="*/ 11190 h 29005"/>
                <a:gd name="csX27" fmla="*/ 25880 w 52453"/>
                <a:gd name="csY27" fmla="*/ 5876 h 29005"/>
                <a:gd name="csX28" fmla="*/ 22410 w 52453"/>
                <a:gd name="csY28" fmla="*/ 1407 h 29005"/>
                <a:gd name="csX29" fmla="*/ 19065 w 52453"/>
                <a:gd name="csY29" fmla="*/ 2063 h 29005"/>
                <a:gd name="csX30" fmla="*/ 16378 w 52453"/>
                <a:gd name="csY30" fmla="*/ 3563 h 29005"/>
                <a:gd name="csX31" fmla="*/ 14288 w 52453"/>
                <a:gd name="csY31" fmla="*/ 5657 h 29005"/>
                <a:gd name="csX32" fmla="*/ 12820 w 52453"/>
                <a:gd name="csY32" fmla="*/ 7658 h 29005"/>
                <a:gd name="csX33" fmla="*/ 11975 w 52453"/>
                <a:gd name="csY33" fmla="*/ 9221 h 29005"/>
                <a:gd name="csX34" fmla="*/ 11165 w 52453"/>
                <a:gd name="csY34" fmla="*/ 12409 h 29005"/>
                <a:gd name="csX35" fmla="*/ 10071 w 52453"/>
                <a:gd name="csY35" fmla="*/ 16691 h 29005"/>
                <a:gd name="csX36" fmla="*/ 8665 w 52453"/>
                <a:gd name="csY36" fmla="*/ 22473 h 29005"/>
                <a:gd name="csX37" fmla="*/ 7437 w 52453"/>
                <a:gd name="csY37" fmla="*/ 27193 h 29005"/>
                <a:gd name="csX38" fmla="*/ 6441 w 52453"/>
                <a:gd name="csY38" fmla="*/ 28537 h 29005"/>
                <a:gd name="csX39" fmla="*/ 5062 w 52453"/>
                <a:gd name="csY39" fmla="*/ 29006 h 29005"/>
                <a:gd name="csX40" fmla="*/ 3754 w 52453"/>
                <a:gd name="csY40" fmla="*/ 28537 h 29005"/>
                <a:gd name="csX41" fmla="*/ 3221 w 52453"/>
                <a:gd name="csY41" fmla="*/ 27256 h 29005"/>
                <a:gd name="csX42" fmla="*/ 3318 w 52453"/>
                <a:gd name="csY42" fmla="*/ 26662 h 29005"/>
                <a:gd name="csX43" fmla="*/ 3567 w 52453"/>
                <a:gd name="csY43" fmla="*/ 25536 h 29005"/>
                <a:gd name="csX44" fmla="*/ 3781 w 52453"/>
                <a:gd name="csY44" fmla="*/ 24505 h 29005"/>
                <a:gd name="csX45" fmla="*/ 7509 w 52453"/>
                <a:gd name="csY45" fmla="*/ 9721 h 29005"/>
                <a:gd name="csX46" fmla="*/ 8345 w 52453"/>
                <a:gd name="csY46" fmla="*/ 6189 h 29005"/>
                <a:gd name="csX47" fmla="*/ 8532 w 52453"/>
                <a:gd name="csY47" fmla="*/ 4345 h 29005"/>
                <a:gd name="csX48" fmla="*/ 6539 w 52453"/>
                <a:gd name="csY48" fmla="*/ 1407 h 29005"/>
                <a:gd name="csX49" fmla="*/ 3843 w 52453"/>
                <a:gd name="csY49" fmla="*/ 3344 h 29005"/>
                <a:gd name="csX50" fmla="*/ 1877 w 52453"/>
                <a:gd name="csY50" fmla="*/ 9033 h 29005"/>
                <a:gd name="csX51" fmla="*/ 1406 w 52453"/>
                <a:gd name="csY51" fmla="*/ 10283 h 29005"/>
                <a:gd name="csX52" fmla="*/ 783 w 52453"/>
                <a:gd name="csY52" fmla="*/ 10502 h 29005"/>
                <a:gd name="csX53" fmla="*/ 0 w 52453"/>
                <a:gd name="csY53" fmla="*/ 9846 h 29005"/>
                <a:gd name="csX54" fmla="*/ 249 w 52453"/>
                <a:gd name="csY54" fmla="*/ 8689 h 29005"/>
                <a:gd name="csX55" fmla="*/ 970 w 52453"/>
                <a:gd name="csY55" fmla="*/ 6189 h 29005"/>
                <a:gd name="csX56" fmla="*/ 2002 w 52453"/>
                <a:gd name="csY56" fmla="*/ 3657 h 29005"/>
                <a:gd name="csX57" fmla="*/ 2598 w 52453"/>
                <a:gd name="csY57" fmla="*/ 2563 h 29005"/>
                <a:gd name="csX58" fmla="*/ 3443 w 52453"/>
                <a:gd name="csY58" fmla="*/ 1438 h 29005"/>
                <a:gd name="csX59" fmla="*/ 4849 w 52453"/>
                <a:gd name="csY59" fmla="*/ 375 h 29005"/>
                <a:gd name="csX60" fmla="*/ 6726 w 52453"/>
                <a:gd name="csY60" fmla="*/ 0 h 29005"/>
                <a:gd name="csX61" fmla="*/ 10693 w 52453"/>
                <a:gd name="csY61" fmla="*/ 1469 h 29005"/>
                <a:gd name="csX62" fmla="*/ 12633 w 52453"/>
                <a:gd name="csY62" fmla="*/ 5564 h 29005"/>
                <a:gd name="csX63" fmla="*/ 22597 w 52453"/>
                <a:gd name="csY63" fmla="*/ 0 h 29005"/>
                <a:gd name="csX64" fmla="*/ 27855 w 52453"/>
                <a:gd name="csY64" fmla="*/ 1657 h 29005"/>
                <a:gd name="csX65" fmla="*/ 29919 w 52453"/>
                <a:gd name="csY65" fmla="*/ 6189 h 29005"/>
                <a:gd name="csX66" fmla="*/ 40354 w 52453"/>
                <a:gd name="csY66" fmla="*/ 0 h 29005"/>
                <a:gd name="csX67" fmla="*/ 45790 w 52453"/>
                <a:gd name="csY67" fmla="*/ 1844 h 29005"/>
                <a:gd name="csX68" fmla="*/ 47703 w 52453"/>
                <a:gd name="csY68" fmla="*/ 6845 h 29005"/>
                <a:gd name="csX69" fmla="*/ 46858 w 52453"/>
                <a:gd name="csY69" fmla="*/ 11659 h 29005"/>
                <a:gd name="csX70" fmla="*/ 45452 w 52453"/>
                <a:gd name="csY70" fmla="*/ 16347 h 29005"/>
                <a:gd name="csX71" fmla="*/ 43797 w 52453"/>
                <a:gd name="csY71" fmla="*/ 20911 h 29005"/>
                <a:gd name="csX72" fmla="*/ 42641 w 52453"/>
                <a:gd name="csY72" fmla="*/ 25474 h 29005"/>
                <a:gd name="csX73" fmla="*/ 43014 w 52453"/>
                <a:gd name="csY73" fmla="*/ 27068 h 29005"/>
                <a:gd name="csX74" fmla="*/ 44198 w 52453"/>
                <a:gd name="csY74" fmla="*/ 27568 h 29005"/>
                <a:gd name="csX75" fmla="*/ 46546 w 52453"/>
                <a:gd name="csY75" fmla="*/ 26849 h 29005"/>
                <a:gd name="csX76" fmla="*/ 48423 w 52453"/>
                <a:gd name="csY76" fmla="*/ 24881 h 29005"/>
                <a:gd name="csX77" fmla="*/ 49767 w 52453"/>
                <a:gd name="csY77" fmla="*/ 22380 h 29005"/>
                <a:gd name="csX78" fmla="*/ 50701 w 52453"/>
                <a:gd name="csY78" fmla="*/ 19660 h 29005"/>
                <a:gd name="csX79" fmla="*/ 51074 w 52453"/>
                <a:gd name="csY79" fmla="*/ 18691 h 29005"/>
                <a:gd name="csX80" fmla="*/ 51671 w 52453"/>
                <a:gd name="csY80" fmla="*/ 18504 h 29005"/>
                <a:gd name="csX81" fmla="*/ 52453 w 52453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53" h="29005">
                  <a:moveTo>
                    <a:pt x="52453" y="19129"/>
                  </a:moveTo>
                  <a:cubicBezTo>
                    <a:pt x="52453" y="19296"/>
                    <a:pt x="52359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9" y="24776"/>
                    <a:pt x="49607" y="25693"/>
                  </a:cubicBezTo>
                  <a:cubicBezTo>
                    <a:pt x="49002" y="26589"/>
                    <a:pt x="48198" y="27371"/>
                    <a:pt x="47196" y="28037"/>
                  </a:cubicBezTo>
                  <a:cubicBezTo>
                    <a:pt x="46217" y="28683"/>
                    <a:pt x="45167" y="29006"/>
                    <a:pt x="44046" y="29006"/>
                  </a:cubicBezTo>
                  <a:cubicBezTo>
                    <a:pt x="42546" y="29006"/>
                    <a:pt x="41294" y="28506"/>
                    <a:pt x="40292" y="27506"/>
                  </a:cubicBezTo>
                  <a:cubicBezTo>
                    <a:pt x="39290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1" y="8397"/>
                    <a:pt x="43601" y="5876"/>
                  </a:cubicBezTo>
                  <a:cubicBezTo>
                    <a:pt x="43601" y="2896"/>
                    <a:pt x="42445" y="1407"/>
                    <a:pt x="40132" y="1407"/>
                  </a:cubicBezTo>
                  <a:cubicBezTo>
                    <a:pt x="38821" y="1407"/>
                    <a:pt x="37573" y="1678"/>
                    <a:pt x="36386" y="2220"/>
                  </a:cubicBezTo>
                  <a:cubicBezTo>
                    <a:pt x="35200" y="2761"/>
                    <a:pt x="34222" y="3407"/>
                    <a:pt x="33451" y="4157"/>
                  </a:cubicBezTo>
                  <a:cubicBezTo>
                    <a:pt x="32680" y="4908"/>
                    <a:pt x="31992" y="5710"/>
                    <a:pt x="31387" y="6564"/>
                  </a:cubicBezTo>
                  <a:cubicBezTo>
                    <a:pt x="30782" y="7418"/>
                    <a:pt x="30343" y="8127"/>
                    <a:pt x="30070" y="8689"/>
                  </a:cubicBezTo>
                  <a:cubicBezTo>
                    <a:pt x="29821" y="9252"/>
                    <a:pt x="29664" y="9658"/>
                    <a:pt x="29598" y="9908"/>
                  </a:cubicBezTo>
                  <a:lnTo>
                    <a:pt x="25755" y="25350"/>
                  </a:lnTo>
                  <a:cubicBezTo>
                    <a:pt x="25548" y="26224"/>
                    <a:pt x="25373" y="26870"/>
                    <a:pt x="25230" y="27287"/>
                  </a:cubicBezTo>
                  <a:cubicBezTo>
                    <a:pt x="25082" y="27704"/>
                    <a:pt x="24809" y="28089"/>
                    <a:pt x="24412" y="28444"/>
                  </a:cubicBezTo>
                  <a:cubicBezTo>
                    <a:pt x="24014" y="28819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8"/>
                    <a:pt x="21005" y="27256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7"/>
                    <a:pt x="21390" y="25516"/>
                    <a:pt x="21538" y="24912"/>
                  </a:cubicBezTo>
                  <a:cubicBezTo>
                    <a:pt x="21687" y="24307"/>
                    <a:pt x="21790" y="23828"/>
                    <a:pt x="21850" y="23474"/>
                  </a:cubicBezTo>
                  <a:cubicBezTo>
                    <a:pt x="22603" y="20640"/>
                    <a:pt x="23030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52" y="7116"/>
                    <a:pt x="12820" y="7658"/>
                  </a:cubicBezTo>
                  <a:cubicBezTo>
                    <a:pt x="12505" y="8179"/>
                    <a:pt x="12224" y="8700"/>
                    <a:pt x="11975" y="9221"/>
                  </a:cubicBezTo>
                  <a:lnTo>
                    <a:pt x="11165" y="12409"/>
                  </a:lnTo>
                  <a:cubicBezTo>
                    <a:pt x="11040" y="12992"/>
                    <a:pt x="10676" y="14420"/>
                    <a:pt x="10071" y="16691"/>
                  </a:cubicBezTo>
                  <a:lnTo>
                    <a:pt x="8665" y="22473"/>
                  </a:lnTo>
                  <a:cubicBezTo>
                    <a:pt x="7995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84" y="28850"/>
                    <a:pt x="5525" y="29006"/>
                    <a:pt x="5062" y="29006"/>
                  </a:cubicBezTo>
                  <a:cubicBezTo>
                    <a:pt x="4546" y="29006"/>
                    <a:pt x="4110" y="28850"/>
                    <a:pt x="3754" y="28537"/>
                  </a:cubicBezTo>
                  <a:cubicBezTo>
                    <a:pt x="3398" y="28225"/>
                    <a:pt x="3221" y="27798"/>
                    <a:pt x="3221" y="27256"/>
                  </a:cubicBezTo>
                  <a:cubicBezTo>
                    <a:pt x="3221" y="27172"/>
                    <a:pt x="3253" y="26974"/>
                    <a:pt x="3318" y="26662"/>
                  </a:cubicBezTo>
                  <a:cubicBezTo>
                    <a:pt x="3378" y="26349"/>
                    <a:pt x="3461" y="25974"/>
                    <a:pt x="3567" y="25536"/>
                  </a:cubicBezTo>
                  <a:cubicBezTo>
                    <a:pt x="3668" y="25099"/>
                    <a:pt x="3739" y="24756"/>
                    <a:pt x="3781" y="24505"/>
                  </a:cubicBezTo>
                  <a:lnTo>
                    <a:pt x="7509" y="9721"/>
                  </a:lnTo>
                  <a:cubicBezTo>
                    <a:pt x="7965" y="7929"/>
                    <a:pt x="8244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7" y="1407"/>
                    <a:pt x="6539" y="1407"/>
                  </a:cubicBezTo>
                  <a:cubicBezTo>
                    <a:pt x="5454" y="1407"/>
                    <a:pt x="4555" y="2052"/>
                    <a:pt x="3843" y="3344"/>
                  </a:cubicBezTo>
                  <a:cubicBezTo>
                    <a:pt x="3137" y="4637"/>
                    <a:pt x="2482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305" y="10429"/>
                    <a:pt x="1097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21" y="8023"/>
                    <a:pt x="661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8" y="2855"/>
                    <a:pt x="2598" y="2563"/>
                  </a:cubicBezTo>
                  <a:cubicBezTo>
                    <a:pt x="2788" y="2271"/>
                    <a:pt x="3069" y="1896"/>
                    <a:pt x="3443" y="1438"/>
                  </a:cubicBezTo>
                  <a:cubicBezTo>
                    <a:pt x="3817" y="979"/>
                    <a:pt x="4285" y="625"/>
                    <a:pt x="4849" y="375"/>
                  </a:cubicBezTo>
                  <a:cubicBezTo>
                    <a:pt x="5412" y="125"/>
                    <a:pt x="6038" y="0"/>
                    <a:pt x="6726" y="0"/>
                  </a:cubicBezTo>
                  <a:cubicBezTo>
                    <a:pt x="8244" y="0"/>
                    <a:pt x="9567" y="490"/>
                    <a:pt x="10693" y="1469"/>
                  </a:cubicBezTo>
                  <a:cubicBezTo>
                    <a:pt x="11838" y="2449"/>
                    <a:pt x="12485" y="3814"/>
                    <a:pt x="12633" y="5564"/>
                  </a:cubicBezTo>
                  <a:cubicBezTo>
                    <a:pt x="15403" y="1855"/>
                    <a:pt x="18724" y="0"/>
                    <a:pt x="22597" y="0"/>
                  </a:cubicBezTo>
                  <a:cubicBezTo>
                    <a:pt x="24785" y="0"/>
                    <a:pt x="26538" y="552"/>
                    <a:pt x="27855" y="1657"/>
                  </a:cubicBezTo>
                  <a:cubicBezTo>
                    <a:pt x="29082" y="2719"/>
                    <a:pt x="29770" y="4230"/>
                    <a:pt x="29919" y="6189"/>
                  </a:cubicBezTo>
                  <a:cubicBezTo>
                    <a:pt x="32789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65" y="3053"/>
                    <a:pt x="47703" y="4720"/>
                    <a:pt x="47703" y="6845"/>
                  </a:cubicBezTo>
                  <a:cubicBezTo>
                    <a:pt x="47703" y="7949"/>
                    <a:pt x="47421" y="9554"/>
                    <a:pt x="46858" y="11659"/>
                  </a:cubicBezTo>
                  <a:cubicBezTo>
                    <a:pt x="46294" y="13742"/>
                    <a:pt x="45826" y="15305"/>
                    <a:pt x="45452" y="16347"/>
                  </a:cubicBezTo>
                  <a:cubicBezTo>
                    <a:pt x="45078" y="17389"/>
                    <a:pt x="44527" y="18911"/>
                    <a:pt x="43797" y="20911"/>
                  </a:cubicBezTo>
                  <a:cubicBezTo>
                    <a:pt x="43026" y="22828"/>
                    <a:pt x="42641" y="24349"/>
                    <a:pt x="42641" y="25474"/>
                  </a:cubicBezTo>
                  <a:cubicBezTo>
                    <a:pt x="42641" y="26204"/>
                    <a:pt x="42765" y="26735"/>
                    <a:pt x="43014" y="27068"/>
                  </a:cubicBezTo>
                  <a:cubicBezTo>
                    <a:pt x="43263" y="27402"/>
                    <a:pt x="43658" y="27568"/>
                    <a:pt x="44198" y="27568"/>
                  </a:cubicBezTo>
                  <a:cubicBezTo>
                    <a:pt x="45034" y="27568"/>
                    <a:pt x="45817" y="27329"/>
                    <a:pt x="46546" y="26849"/>
                  </a:cubicBezTo>
                  <a:cubicBezTo>
                    <a:pt x="47276" y="26350"/>
                    <a:pt x="47901" y="25693"/>
                    <a:pt x="48423" y="24881"/>
                  </a:cubicBezTo>
                  <a:cubicBezTo>
                    <a:pt x="48963" y="24047"/>
                    <a:pt x="49411" y="23213"/>
                    <a:pt x="49767" y="22380"/>
                  </a:cubicBezTo>
                  <a:cubicBezTo>
                    <a:pt x="50117" y="21525"/>
                    <a:pt x="50428" y="20619"/>
                    <a:pt x="50701" y="19660"/>
                  </a:cubicBezTo>
                  <a:cubicBezTo>
                    <a:pt x="50867" y="19140"/>
                    <a:pt x="50991" y="18817"/>
                    <a:pt x="51074" y="18691"/>
                  </a:cubicBezTo>
                  <a:cubicBezTo>
                    <a:pt x="51181" y="18566"/>
                    <a:pt x="51380" y="18504"/>
                    <a:pt x="51671" y="18504"/>
                  </a:cubicBezTo>
                  <a:cubicBezTo>
                    <a:pt x="52192" y="18504"/>
                    <a:pt x="52453" y="18712"/>
                    <a:pt x="52453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A9E6FCE5-E338-CB0F-822F-55E6E3889160}"/>
                </a:ext>
              </a:extLst>
            </p:cNvPr>
            <p:cNvSpPr/>
            <p:nvPr/>
          </p:nvSpPr>
          <p:spPr>
            <a:xfrm>
              <a:off x="4110489" y="389689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92 w 22338"/>
                <a:gd name="csY2" fmla="*/ 5776 h 40783"/>
                <a:gd name="csX3" fmla="*/ 18709 w 22338"/>
                <a:gd name="csY3" fmla="*/ 5360 h 40783"/>
                <a:gd name="csX4" fmla="*/ 18229 w 22338"/>
                <a:gd name="csY4" fmla="*/ 4222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51 w 22338"/>
                <a:gd name="csY7" fmla="*/ 985 h 40783"/>
                <a:gd name="csX8" fmla="*/ 17197 w 22338"/>
                <a:gd name="csY8" fmla="*/ 1422 h 40783"/>
                <a:gd name="csX9" fmla="*/ 16352 w 22338"/>
                <a:gd name="csY9" fmla="*/ 2516 h 40783"/>
                <a:gd name="csX10" fmla="*/ 15275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36 w 22338"/>
                <a:gd name="csY14" fmla="*/ 12296 h 40783"/>
                <a:gd name="csX15" fmla="*/ 19083 w 22338"/>
                <a:gd name="csY15" fmla="*/ 12427 h 40783"/>
                <a:gd name="csX16" fmla="*/ 19261 w 22338"/>
                <a:gd name="csY16" fmla="*/ 12777 h 40783"/>
                <a:gd name="csX17" fmla="*/ 18976 w 22338"/>
                <a:gd name="csY17" fmla="*/ 13543 h 40783"/>
                <a:gd name="csX18" fmla="*/ 17926 w 22338"/>
                <a:gd name="csY18" fmla="*/ 13675 h 40783"/>
                <a:gd name="csX19" fmla="*/ 14074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84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65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55 w 22338"/>
                <a:gd name="csY31" fmla="*/ 35008 h 40783"/>
                <a:gd name="csX32" fmla="*/ 3612 w 22338"/>
                <a:gd name="csY32" fmla="*/ 35423 h 40783"/>
                <a:gd name="csX33" fmla="*/ 4119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46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73 w 22338"/>
                <a:gd name="csY44" fmla="*/ 34504 h 40783"/>
                <a:gd name="csX45" fmla="*/ 7402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57 w 22338"/>
                <a:gd name="csY49" fmla="*/ 13652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28 w 22338"/>
                <a:gd name="csY52" fmla="*/ 12537 h 40783"/>
                <a:gd name="csX53" fmla="*/ 7446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85 w 22338"/>
                <a:gd name="csY57" fmla="*/ 2582 h 40783"/>
                <a:gd name="csX58" fmla="*/ 15560 w 22338"/>
                <a:gd name="csY58" fmla="*/ 940 h 40783"/>
                <a:gd name="csX59" fmla="*/ 17072 w 22338"/>
                <a:gd name="csY59" fmla="*/ 219 h 40783"/>
                <a:gd name="csX60" fmla="*/ 18451 w 22338"/>
                <a:gd name="csY60" fmla="*/ 0 h 40783"/>
                <a:gd name="csX61" fmla="*/ 21165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82" y="5528"/>
                    <a:pt x="20521" y="5776"/>
                    <a:pt x="19892" y="5776"/>
                  </a:cubicBezTo>
                  <a:cubicBezTo>
                    <a:pt x="19442" y="5776"/>
                    <a:pt x="19047" y="5638"/>
                    <a:pt x="18709" y="5360"/>
                  </a:cubicBezTo>
                  <a:cubicBezTo>
                    <a:pt x="18389" y="5083"/>
                    <a:pt x="18229" y="4704"/>
                    <a:pt x="18229" y="4222"/>
                  </a:cubicBezTo>
                  <a:cubicBezTo>
                    <a:pt x="18229" y="3726"/>
                    <a:pt x="18419" y="3216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3" y="985"/>
                    <a:pt x="18451" y="985"/>
                  </a:cubicBezTo>
                  <a:cubicBezTo>
                    <a:pt x="17995" y="985"/>
                    <a:pt x="17576" y="1130"/>
                    <a:pt x="17197" y="1422"/>
                  </a:cubicBezTo>
                  <a:cubicBezTo>
                    <a:pt x="16835" y="1699"/>
                    <a:pt x="16553" y="2064"/>
                    <a:pt x="16352" y="2516"/>
                  </a:cubicBezTo>
                  <a:cubicBezTo>
                    <a:pt x="16132" y="2983"/>
                    <a:pt x="15773" y="4536"/>
                    <a:pt x="15275" y="7177"/>
                  </a:cubicBezTo>
                  <a:cubicBezTo>
                    <a:pt x="15115" y="8037"/>
                    <a:pt x="14961" y="8883"/>
                    <a:pt x="14813" y="9714"/>
                  </a:cubicBezTo>
                  <a:cubicBezTo>
                    <a:pt x="14670" y="10546"/>
                    <a:pt x="14510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9" y="12282"/>
                    <a:pt x="18736" y="12296"/>
                  </a:cubicBezTo>
                  <a:cubicBezTo>
                    <a:pt x="18866" y="12311"/>
                    <a:pt x="18982" y="12354"/>
                    <a:pt x="19083" y="12427"/>
                  </a:cubicBezTo>
                  <a:cubicBezTo>
                    <a:pt x="19202" y="12500"/>
                    <a:pt x="19261" y="12617"/>
                    <a:pt x="19261" y="12777"/>
                  </a:cubicBezTo>
                  <a:cubicBezTo>
                    <a:pt x="19261" y="13186"/>
                    <a:pt x="19166" y="13441"/>
                    <a:pt x="18976" y="13543"/>
                  </a:cubicBezTo>
                  <a:cubicBezTo>
                    <a:pt x="18798" y="13631"/>
                    <a:pt x="18448" y="13675"/>
                    <a:pt x="17926" y="13675"/>
                  </a:cubicBezTo>
                  <a:lnTo>
                    <a:pt x="14074" y="13675"/>
                  </a:lnTo>
                  <a:lnTo>
                    <a:pt x="11379" y="27874"/>
                  </a:lnTo>
                  <a:cubicBezTo>
                    <a:pt x="11337" y="28151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12" y="34446"/>
                    <a:pt x="9288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5" y="38763"/>
                    <a:pt x="6984" y="39230"/>
                  </a:cubicBezTo>
                  <a:cubicBezTo>
                    <a:pt x="6563" y="39697"/>
                    <a:pt x="6073" y="40068"/>
                    <a:pt x="5516" y="40345"/>
                  </a:cubicBezTo>
                  <a:cubicBezTo>
                    <a:pt x="4964" y="40637"/>
                    <a:pt x="4395" y="40783"/>
                    <a:pt x="3808" y="40783"/>
                  </a:cubicBezTo>
                  <a:cubicBezTo>
                    <a:pt x="2817" y="40783"/>
                    <a:pt x="1936" y="40506"/>
                    <a:pt x="1165" y="39952"/>
                  </a:cubicBezTo>
                  <a:cubicBezTo>
                    <a:pt x="388" y="39398"/>
                    <a:pt x="0" y="38646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7" y="35008"/>
                    <a:pt x="2455" y="35008"/>
                  </a:cubicBezTo>
                  <a:cubicBezTo>
                    <a:pt x="2906" y="35008"/>
                    <a:pt x="3292" y="35146"/>
                    <a:pt x="3612" y="35423"/>
                  </a:cubicBezTo>
                  <a:cubicBezTo>
                    <a:pt x="3950" y="35700"/>
                    <a:pt x="4119" y="36079"/>
                    <a:pt x="4119" y="36561"/>
                  </a:cubicBezTo>
                  <a:cubicBezTo>
                    <a:pt x="4119" y="36765"/>
                    <a:pt x="4081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0"/>
                    <a:pt x="2126" y="38960"/>
                    <a:pt x="1646" y="38990"/>
                  </a:cubicBezTo>
                  <a:cubicBezTo>
                    <a:pt x="2215" y="39529"/>
                    <a:pt x="2936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9" y="39522"/>
                    <a:pt x="5074" y="39340"/>
                    <a:pt x="5276" y="39077"/>
                  </a:cubicBezTo>
                  <a:cubicBezTo>
                    <a:pt x="5495" y="38814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24" y="35620"/>
                    <a:pt x="6942" y="35131"/>
                    <a:pt x="7073" y="34504"/>
                  </a:cubicBezTo>
                  <a:cubicBezTo>
                    <a:pt x="7215" y="33876"/>
                    <a:pt x="7325" y="33373"/>
                    <a:pt x="7402" y="32994"/>
                  </a:cubicBezTo>
                  <a:cubicBezTo>
                    <a:pt x="7473" y="32629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500" y="13667"/>
                    <a:pt x="7357" y="13652"/>
                  </a:cubicBezTo>
                  <a:cubicBezTo>
                    <a:pt x="7227" y="13638"/>
                    <a:pt x="7108" y="13595"/>
                    <a:pt x="7002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10" y="12654"/>
                    <a:pt x="7028" y="12537"/>
                  </a:cubicBezTo>
                  <a:cubicBezTo>
                    <a:pt x="7159" y="12406"/>
                    <a:pt x="7298" y="12333"/>
                    <a:pt x="7446" y="12318"/>
                  </a:cubicBezTo>
                  <a:cubicBezTo>
                    <a:pt x="7589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83" y="1838"/>
                    <a:pt x="15008" y="1291"/>
                    <a:pt x="15560" y="940"/>
                  </a:cubicBezTo>
                  <a:cubicBezTo>
                    <a:pt x="16111" y="590"/>
                    <a:pt x="16616" y="350"/>
                    <a:pt x="17072" y="219"/>
                  </a:cubicBezTo>
                  <a:cubicBezTo>
                    <a:pt x="17535" y="73"/>
                    <a:pt x="17995" y="0"/>
                    <a:pt x="18451" y="0"/>
                  </a:cubicBezTo>
                  <a:cubicBezTo>
                    <a:pt x="19471" y="0"/>
                    <a:pt x="20376" y="277"/>
                    <a:pt x="21165" y="831"/>
                  </a:cubicBezTo>
                  <a:cubicBezTo>
                    <a:pt x="21948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6" name="Freeform 495">
              <a:extLst>
                <a:ext uri="{FF2B5EF4-FFF2-40B4-BE49-F238E27FC236}">
                  <a16:creationId xmlns:a16="http://schemas.microsoft.com/office/drawing/2014/main" id="{82A2FCBB-1870-0579-969B-42DFD7767EF0}"/>
                </a:ext>
              </a:extLst>
            </p:cNvPr>
            <p:cNvSpPr/>
            <p:nvPr/>
          </p:nvSpPr>
          <p:spPr>
            <a:xfrm>
              <a:off x="4144660" y="3905648"/>
              <a:ext cx="39642" cy="23280"/>
            </a:xfrm>
            <a:custGeom>
              <a:avLst/>
              <a:gdLst>
                <a:gd name="csX0" fmla="*/ 39251 w 39642"/>
                <a:gd name="csY0" fmla="*/ 11049 h 23280"/>
                <a:gd name="csX1" fmla="*/ 39643 w 39642"/>
                <a:gd name="csY1" fmla="*/ 11640 h 23280"/>
                <a:gd name="csX2" fmla="*/ 39251 w 39642"/>
                <a:gd name="csY2" fmla="*/ 12231 h 23280"/>
                <a:gd name="csX3" fmla="*/ 33104 w 39642"/>
                <a:gd name="csY3" fmla="*/ 16892 h 23280"/>
                <a:gd name="csX4" fmla="*/ 30497 w 39642"/>
                <a:gd name="csY4" fmla="*/ 22580 h 23280"/>
                <a:gd name="csX5" fmla="*/ 30195 w 39642"/>
                <a:gd name="csY5" fmla="*/ 23083 h 23280"/>
                <a:gd name="csX6" fmla="*/ 29625 w 39642"/>
                <a:gd name="csY6" fmla="*/ 23280 h 23280"/>
                <a:gd name="csX7" fmla="*/ 28985 w 39642"/>
                <a:gd name="csY7" fmla="*/ 23018 h 23280"/>
                <a:gd name="csX8" fmla="*/ 28727 w 39642"/>
                <a:gd name="csY8" fmla="*/ 22405 h 23280"/>
                <a:gd name="csX9" fmla="*/ 28744 w 39642"/>
                <a:gd name="csY9" fmla="*/ 22318 h 23280"/>
                <a:gd name="csX10" fmla="*/ 28771 w 39642"/>
                <a:gd name="csY10" fmla="*/ 22208 h 23280"/>
                <a:gd name="csX11" fmla="*/ 31725 w 39642"/>
                <a:gd name="csY11" fmla="*/ 15754 h 23280"/>
                <a:gd name="csX12" fmla="*/ 35221 w 39642"/>
                <a:gd name="csY12" fmla="*/ 12537 h 23280"/>
                <a:gd name="csX13" fmla="*/ 899 w 39642"/>
                <a:gd name="csY13" fmla="*/ 12537 h 23280"/>
                <a:gd name="csX14" fmla="*/ 258 w 39642"/>
                <a:gd name="csY14" fmla="*/ 12274 h 23280"/>
                <a:gd name="csX15" fmla="*/ 0 w 39642"/>
                <a:gd name="csY15" fmla="*/ 11640 h 23280"/>
                <a:gd name="csX16" fmla="*/ 258 w 39642"/>
                <a:gd name="csY16" fmla="*/ 11006 h 23280"/>
                <a:gd name="csX17" fmla="*/ 899 w 39642"/>
                <a:gd name="csY17" fmla="*/ 10743 h 23280"/>
                <a:gd name="csX18" fmla="*/ 35221 w 39642"/>
                <a:gd name="csY18" fmla="*/ 10743 h 23280"/>
                <a:gd name="csX19" fmla="*/ 31725 w 39642"/>
                <a:gd name="csY19" fmla="*/ 7526 h 23280"/>
                <a:gd name="csX20" fmla="*/ 28771 w 39642"/>
                <a:gd name="csY20" fmla="*/ 1072 h 23280"/>
                <a:gd name="csX21" fmla="*/ 28744 w 39642"/>
                <a:gd name="csY21" fmla="*/ 985 h 23280"/>
                <a:gd name="csX22" fmla="*/ 28727 w 39642"/>
                <a:gd name="csY22" fmla="*/ 875 h 23280"/>
                <a:gd name="csX23" fmla="*/ 28985 w 39642"/>
                <a:gd name="csY23" fmla="*/ 262 h 23280"/>
                <a:gd name="csX24" fmla="*/ 29625 w 39642"/>
                <a:gd name="csY24" fmla="*/ 0 h 23280"/>
                <a:gd name="csX25" fmla="*/ 30195 w 39642"/>
                <a:gd name="csY25" fmla="*/ 198 h 23280"/>
                <a:gd name="csX26" fmla="*/ 30497 w 39642"/>
                <a:gd name="csY26" fmla="*/ 700 h 23280"/>
                <a:gd name="csX27" fmla="*/ 33104 w 39642"/>
                <a:gd name="csY27" fmla="*/ 6389 h 23280"/>
                <a:gd name="csX28" fmla="*/ 39251 w 39642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80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40"/>
                  </a:cubicBezTo>
                  <a:cubicBezTo>
                    <a:pt x="39643" y="11932"/>
                    <a:pt x="39512" y="12129"/>
                    <a:pt x="39251" y="12231"/>
                  </a:cubicBezTo>
                  <a:cubicBezTo>
                    <a:pt x="37063" y="12960"/>
                    <a:pt x="35013" y="14514"/>
                    <a:pt x="33104" y="16892"/>
                  </a:cubicBezTo>
                  <a:cubicBezTo>
                    <a:pt x="31746" y="18656"/>
                    <a:pt x="30877" y="20552"/>
                    <a:pt x="30497" y="22580"/>
                  </a:cubicBezTo>
                  <a:cubicBezTo>
                    <a:pt x="30455" y="22784"/>
                    <a:pt x="30355" y="22952"/>
                    <a:pt x="30195" y="23083"/>
                  </a:cubicBezTo>
                  <a:cubicBezTo>
                    <a:pt x="30034" y="23214"/>
                    <a:pt x="29845" y="23280"/>
                    <a:pt x="29625" y="23280"/>
                  </a:cubicBezTo>
                  <a:cubicBezTo>
                    <a:pt x="29376" y="23280"/>
                    <a:pt x="29162" y="23193"/>
                    <a:pt x="28985" y="23018"/>
                  </a:cubicBezTo>
                  <a:cubicBezTo>
                    <a:pt x="28813" y="22857"/>
                    <a:pt x="28727" y="22653"/>
                    <a:pt x="28727" y="22405"/>
                  </a:cubicBezTo>
                  <a:cubicBezTo>
                    <a:pt x="28727" y="22390"/>
                    <a:pt x="28733" y="22361"/>
                    <a:pt x="28744" y="22318"/>
                  </a:cubicBezTo>
                  <a:cubicBezTo>
                    <a:pt x="28762" y="22259"/>
                    <a:pt x="28771" y="22222"/>
                    <a:pt x="28771" y="22208"/>
                  </a:cubicBezTo>
                  <a:cubicBezTo>
                    <a:pt x="29210" y="19845"/>
                    <a:pt x="30195" y="17694"/>
                    <a:pt x="31725" y="15754"/>
                  </a:cubicBezTo>
                  <a:cubicBezTo>
                    <a:pt x="32686" y="14529"/>
                    <a:pt x="33851" y="13456"/>
                    <a:pt x="35221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40"/>
                  </a:cubicBezTo>
                  <a:cubicBezTo>
                    <a:pt x="0" y="11392"/>
                    <a:pt x="86" y="11181"/>
                    <a:pt x="258" y="11006"/>
                  </a:cubicBezTo>
                  <a:cubicBezTo>
                    <a:pt x="436" y="10831"/>
                    <a:pt x="649" y="10743"/>
                    <a:pt x="899" y="10743"/>
                  </a:cubicBezTo>
                  <a:lnTo>
                    <a:pt x="35221" y="10743"/>
                  </a:lnTo>
                  <a:cubicBezTo>
                    <a:pt x="33851" y="9824"/>
                    <a:pt x="32686" y="8752"/>
                    <a:pt x="31725" y="7526"/>
                  </a:cubicBezTo>
                  <a:cubicBezTo>
                    <a:pt x="30195" y="5587"/>
                    <a:pt x="29210" y="3436"/>
                    <a:pt x="28771" y="1072"/>
                  </a:cubicBezTo>
                  <a:cubicBezTo>
                    <a:pt x="28771" y="1058"/>
                    <a:pt x="28762" y="1029"/>
                    <a:pt x="28744" y="985"/>
                  </a:cubicBezTo>
                  <a:cubicBezTo>
                    <a:pt x="28733" y="927"/>
                    <a:pt x="28727" y="890"/>
                    <a:pt x="28727" y="875"/>
                  </a:cubicBezTo>
                  <a:cubicBezTo>
                    <a:pt x="28727" y="628"/>
                    <a:pt x="28813" y="423"/>
                    <a:pt x="28985" y="262"/>
                  </a:cubicBezTo>
                  <a:cubicBezTo>
                    <a:pt x="29162" y="88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5" y="496"/>
                    <a:pt x="30497" y="700"/>
                  </a:cubicBezTo>
                  <a:cubicBezTo>
                    <a:pt x="30877" y="2728"/>
                    <a:pt x="31746" y="4624"/>
                    <a:pt x="33104" y="6389"/>
                  </a:cubicBezTo>
                  <a:cubicBezTo>
                    <a:pt x="35013" y="8767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7" name="Freeform 496">
              <a:extLst>
                <a:ext uri="{FF2B5EF4-FFF2-40B4-BE49-F238E27FC236}">
                  <a16:creationId xmlns:a16="http://schemas.microsoft.com/office/drawing/2014/main" id="{82846D73-063E-6970-7650-4DA8474A992B}"/>
                </a:ext>
              </a:extLst>
            </p:cNvPr>
            <p:cNvSpPr/>
            <p:nvPr/>
          </p:nvSpPr>
          <p:spPr>
            <a:xfrm>
              <a:off x="4201473" y="3897882"/>
              <a:ext cx="36929" cy="30609"/>
            </a:xfrm>
            <a:custGeom>
              <a:avLst/>
              <a:gdLst>
                <a:gd name="csX0" fmla="*/ 36929 w 36929"/>
                <a:gd name="csY0" fmla="*/ 503 h 30609"/>
                <a:gd name="csX1" fmla="*/ 36778 w 36929"/>
                <a:gd name="csY1" fmla="*/ 1116 h 30609"/>
                <a:gd name="csX2" fmla="*/ 36493 w 36929"/>
                <a:gd name="csY2" fmla="*/ 1356 h 30609"/>
                <a:gd name="csX3" fmla="*/ 35942 w 36929"/>
                <a:gd name="csY3" fmla="*/ 1400 h 30609"/>
                <a:gd name="csX4" fmla="*/ 30257 w 36929"/>
                <a:gd name="csY4" fmla="*/ 3675 h 30609"/>
                <a:gd name="csX5" fmla="*/ 28024 w 36929"/>
                <a:gd name="csY5" fmla="*/ 5929 h 30609"/>
                <a:gd name="csX6" fmla="*/ 24350 w 36929"/>
                <a:gd name="csY6" fmla="*/ 9911 h 30609"/>
                <a:gd name="csX7" fmla="*/ 21067 w 36929"/>
                <a:gd name="csY7" fmla="*/ 13411 h 30609"/>
                <a:gd name="csX8" fmla="*/ 26841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2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8 h 30609"/>
                <a:gd name="csX19" fmla="*/ 31022 w 36929"/>
                <a:gd name="csY19" fmla="*/ 30587 h 30609"/>
                <a:gd name="csX20" fmla="*/ 30648 w 36929"/>
                <a:gd name="csY20" fmla="*/ 30609 h 30609"/>
                <a:gd name="csX21" fmla="*/ 28157 w 36929"/>
                <a:gd name="csY21" fmla="*/ 30543 h 30609"/>
                <a:gd name="csX22" fmla="*/ 25684 w 36929"/>
                <a:gd name="csY22" fmla="*/ 30477 h 30609"/>
                <a:gd name="csX23" fmla="*/ 20044 w 36929"/>
                <a:gd name="csY23" fmla="*/ 30609 h 30609"/>
                <a:gd name="csX24" fmla="*/ 19359 w 36929"/>
                <a:gd name="csY24" fmla="*/ 30062 h 30609"/>
                <a:gd name="csX25" fmla="*/ 19403 w 36929"/>
                <a:gd name="csY25" fmla="*/ 29624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7 h 30609"/>
                <a:gd name="csX31" fmla="*/ 22864 w 36929"/>
                <a:gd name="csY31" fmla="*/ 27918 h 30609"/>
                <a:gd name="csX32" fmla="*/ 22641 w 36929"/>
                <a:gd name="csY32" fmla="*/ 27284 h 30609"/>
                <a:gd name="csX33" fmla="*/ 18113 w 36929"/>
                <a:gd name="csY33" fmla="*/ 16584 h 30609"/>
                <a:gd name="csX34" fmla="*/ 14065 w 36929"/>
                <a:gd name="csY34" fmla="*/ 20982 h 30609"/>
                <a:gd name="csX35" fmla="*/ 9492 w 36929"/>
                <a:gd name="csY35" fmla="*/ 25817 h 30609"/>
                <a:gd name="csX36" fmla="*/ 8291 w 36929"/>
                <a:gd name="csY36" fmla="*/ 27831 h 30609"/>
                <a:gd name="csX37" fmla="*/ 10080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7 h 30609"/>
                <a:gd name="csX41" fmla="*/ 9822 w 36929"/>
                <a:gd name="csY41" fmla="*/ 30609 h 30609"/>
                <a:gd name="csX42" fmla="*/ 7304 w 36929"/>
                <a:gd name="csY42" fmla="*/ 30543 h 30609"/>
                <a:gd name="csX43" fmla="*/ 4786 w 36929"/>
                <a:gd name="csY43" fmla="*/ 30477 h 30609"/>
                <a:gd name="csX44" fmla="*/ 2669 w 36929"/>
                <a:gd name="csY44" fmla="*/ 30543 h 30609"/>
                <a:gd name="csX45" fmla="*/ 587 w 36929"/>
                <a:gd name="csY45" fmla="*/ 30609 h 30609"/>
                <a:gd name="csX46" fmla="*/ 169 w 36929"/>
                <a:gd name="csY46" fmla="*/ 30477 h 30609"/>
                <a:gd name="csX47" fmla="*/ 18 w 36929"/>
                <a:gd name="csY47" fmla="*/ 30215 h 30609"/>
                <a:gd name="csX48" fmla="*/ 0 w 36929"/>
                <a:gd name="csY48" fmla="*/ 30106 h 30609"/>
                <a:gd name="csX49" fmla="*/ 44 w 36929"/>
                <a:gd name="csY49" fmla="*/ 29624 h 30609"/>
                <a:gd name="csX50" fmla="*/ 285 w 36929"/>
                <a:gd name="csY50" fmla="*/ 29362 h 30609"/>
                <a:gd name="csX51" fmla="*/ 569 w 36929"/>
                <a:gd name="csY51" fmla="*/ 29275 h 30609"/>
                <a:gd name="csX52" fmla="*/ 979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2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13 w 36929"/>
                <a:gd name="csY58" fmla="*/ 2822 h 30609"/>
                <a:gd name="csX59" fmla="*/ 11859 w 36929"/>
                <a:gd name="csY59" fmla="*/ 2012 h 30609"/>
                <a:gd name="csX60" fmla="*/ 10960 w 36929"/>
                <a:gd name="csY60" fmla="*/ 1575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6 h 30609"/>
                <a:gd name="csX64" fmla="*/ 7936 w 36929"/>
                <a:gd name="csY64" fmla="*/ 897 h 30609"/>
                <a:gd name="csX65" fmla="*/ 8096 w 36929"/>
                <a:gd name="csY65" fmla="*/ 284 h 30609"/>
                <a:gd name="csX66" fmla="*/ 8398 w 36929"/>
                <a:gd name="csY66" fmla="*/ 44 h 30609"/>
                <a:gd name="csX67" fmla="*/ 8745 w 36929"/>
                <a:gd name="csY67" fmla="*/ 0 h 30609"/>
                <a:gd name="csX68" fmla="*/ 11245 w 36929"/>
                <a:gd name="csY68" fmla="*/ 65 h 30609"/>
                <a:gd name="csX69" fmla="*/ 13763 w 36929"/>
                <a:gd name="csY69" fmla="*/ 131 h 30609"/>
                <a:gd name="csX70" fmla="*/ 16583 w 36929"/>
                <a:gd name="csY70" fmla="*/ 65 h 30609"/>
                <a:gd name="csX71" fmla="*/ 19403 w 36929"/>
                <a:gd name="csY71" fmla="*/ 0 h 30609"/>
                <a:gd name="csX72" fmla="*/ 20079 w 36929"/>
                <a:gd name="csY72" fmla="*/ 546 h 30609"/>
                <a:gd name="csX73" fmla="*/ 19928 w 36929"/>
                <a:gd name="csY73" fmla="*/ 1093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8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6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41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4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5 h 30609"/>
                <a:gd name="csX89" fmla="*/ 32143 w 36929"/>
                <a:gd name="csY89" fmla="*/ 131 h 30609"/>
                <a:gd name="csX90" fmla="*/ 34260 w 36929"/>
                <a:gd name="csY90" fmla="*/ 65 h 30609"/>
                <a:gd name="csX91" fmla="*/ 36342 w 36929"/>
                <a:gd name="csY91" fmla="*/ 0 h 30609"/>
                <a:gd name="csX92" fmla="*/ 36751 w 36929"/>
                <a:gd name="csY92" fmla="*/ 131 h 30609"/>
                <a:gd name="csX93" fmla="*/ 36911 w 36929"/>
                <a:gd name="csY93" fmla="*/ 372 h 30609"/>
                <a:gd name="csX94" fmla="*/ 36929 w 36929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3"/>
                  </a:moveTo>
                  <a:cubicBezTo>
                    <a:pt x="36929" y="765"/>
                    <a:pt x="36879" y="970"/>
                    <a:pt x="36778" y="1116"/>
                  </a:cubicBezTo>
                  <a:cubicBezTo>
                    <a:pt x="36689" y="1247"/>
                    <a:pt x="36594" y="1327"/>
                    <a:pt x="36493" y="1356"/>
                  </a:cubicBezTo>
                  <a:cubicBezTo>
                    <a:pt x="36392" y="1371"/>
                    <a:pt x="36209" y="1385"/>
                    <a:pt x="35942" y="1400"/>
                  </a:cubicBezTo>
                  <a:cubicBezTo>
                    <a:pt x="33860" y="1502"/>
                    <a:pt x="31965" y="2261"/>
                    <a:pt x="30257" y="3675"/>
                  </a:cubicBezTo>
                  <a:cubicBezTo>
                    <a:pt x="29836" y="4040"/>
                    <a:pt x="29091" y="4791"/>
                    <a:pt x="28024" y="5929"/>
                  </a:cubicBezTo>
                  <a:cubicBezTo>
                    <a:pt x="26974" y="7067"/>
                    <a:pt x="25749" y="8394"/>
                    <a:pt x="24350" y="9911"/>
                  </a:cubicBezTo>
                  <a:cubicBezTo>
                    <a:pt x="22962" y="11428"/>
                    <a:pt x="21867" y="12595"/>
                    <a:pt x="21067" y="13411"/>
                  </a:cubicBezTo>
                  <a:lnTo>
                    <a:pt x="26841" y="27240"/>
                  </a:lnTo>
                  <a:cubicBezTo>
                    <a:pt x="27001" y="27604"/>
                    <a:pt x="27110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0"/>
                    <a:pt x="27798" y="28844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1" y="29158"/>
                    <a:pt x="29112" y="29194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2"/>
                  </a:cubicBezTo>
                  <a:cubicBezTo>
                    <a:pt x="31155" y="29252"/>
                    <a:pt x="31250" y="29296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8"/>
                    <a:pt x="31446" y="30222"/>
                    <a:pt x="31333" y="30368"/>
                  </a:cubicBezTo>
                  <a:cubicBezTo>
                    <a:pt x="31227" y="30500"/>
                    <a:pt x="31123" y="30573"/>
                    <a:pt x="31022" y="30587"/>
                  </a:cubicBezTo>
                  <a:cubicBezTo>
                    <a:pt x="30933" y="30602"/>
                    <a:pt x="30808" y="30609"/>
                    <a:pt x="30648" y="30609"/>
                  </a:cubicBezTo>
                  <a:cubicBezTo>
                    <a:pt x="30269" y="30609"/>
                    <a:pt x="29438" y="30587"/>
                    <a:pt x="28157" y="30543"/>
                  </a:cubicBezTo>
                  <a:cubicBezTo>
                    <a:pt x="26876" y="30499"/>
                    <a:pt x="26052" y="30477"/>
                    <a:pt x="25684" y="30477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2"/>
                  </a:cubicBezTo>
                  <a:cubicBezTo>
                    <a:pt x="19359" y="29872"/>
                    <a:pt x="19373" y="29726"/>
                    <a:pt x="19403" y="29624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5"/>
                    <a:pt x="19812" y="29289"/>
                    <a:pt x="19884" y="29275"/>
                  </a:cubicBezTo>
                  <a:cubicBezTo>
                    <a:pt x="19961" y="29260"/>
                    <a:pt x="20085" y="29245"/>
                    <a:pt x="20257" y="29231"/>
                  </a:cubicBezTo>
                  <a:cubicBezTo>
                    <a:pt x="20797" y="29172"/>
                    <a:pt x="21271" y="29063"/>
                    <a:pt x="21681" y="28903"/>
                  </a:cubicBezTo>
                  <a:cubicBezTo>
                    <a:pt x="22102" y="28728"/>
                    <a:pt x="22401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41" y="27284"/>
                  </a:lnTo>
                  <a:lnTo>
                    <a:pt x="18113" y="16584"/>
                  </a:lnTo>
                  <a:lnTo>
                    <a:pt x="14065" y="20982"/>
                  </a:lnTo>
                  <a:lnTo>
                    <a:pt x="9492" y="25817"/>
                  </a:lnTo>
                  <a:cubicBezTo>
                    <a:pt x="8692" y="26678"/>
                    <a:pt x="8291" y="27349"/>
                    <a:pt x="8291" y="27831"/>
                  </a:cubicBezTo>
                  <a:cubicBezTo>
                    <a:pt x="8291" y="28633"/>
                    <a:pt x="8888" y="29099"/>
                    <a:pt x="10080" y="29231"/>
                  </a:cubicBezTo>
                  <a:cubicBezTo>
                    <a:pt x="10447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2" y="30478"/>
                    <a:pt x="10252" y="30558"/>
                    <a:pt x="10151" y="30587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3"/>
                  </a:cubicBezTo>
                  <a:cubicBezTo>
                    <a:pt x="6183" y="30499"/>
                    <a:pt x="5344" y="30477"/>
                    <a:pt x="4786" y="30477"/>
                  </a:cubicBezTo>
                  <a:cubicBezTo>
                    <a:pt x="4324" y="30477"/>
                    <a:pt x="3618" y="30499"/>
                    <a:pt x="2669" y="30543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6" y="30565"/>
                    <a:pt x="169" y="30477"/>
                  </a:cubicBezTo>
                  <a:cubicBezTo>
                    <a:pt x="68" y="30390"/>
                    <a:pt x="18" y="30303"/>
                    <a:pt x="18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4" y="29624"/>
                  </a:cubicBezTo>
                  <a:cubicBezTo>
                    <a:pt x="86" y="29508"/>
                    <a:pt x="166" y="29421"/>
                    <a:pt x="285" y="29362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5" y="29245"/>
                    <a:pt x="979" y="29231"/>
                  </a:cubicBezTo>
                  <a:cubicBezTo>
                    <a:pt x="2218" y="29158"/>
                    <a:pt x="3366" y="28881"/>
                    <a:pt x="4422" y="28399"/>
                  </a:cubicBezTo>
                  <a:cubicBezTo>
                    <a:pt x="5483" y="27918"/>
                    <a:pt x="6533" y="27115"/>
                    <a:pt x="7571" y="25993"/>
                  </a:cubicBezTo>
                  <a:cubicBezTo>
                    <a:pt x="7654" y="25920"/>
                    <a:pt x="7749" y="25839"/>
                    <a:pt x="7856" y="25752"/>
                  </a:cubicBezTo>
                  <a:cubicBezTo>
                    <a:pt x="7968" y="25664"/>
                    <a:pt x="8069" y="25584"/>
                    <a:pt x="8158" y="25511"/>
                  </a:cubicBezTo>
                  <a:lnTo>
                    <a:pt x="17615" y="15337"/>
                  </a:lnTo>
                  <a:lnTo>
                    <a:pt x="12313" y="2822"/>
                  </a:lnTo>
                  <a:cubicBezTo>
                    <a:pt x="12152" y="2443"/>
                    <a:pt x="12001" y="2173"/>
                    <a:pt x="11859" y="2012"/>
                  </a:cubicBezTo>
                  <a:cubicBezTo>
                    <a:pt x="11711" y="1837"/>
                    <a:pt x="11411" y="1692"/>
                    <a:pt x="10960" y="1575"/>
                  </a:cubicBezTo>
                  <a:cubicBezTo>
                    <a:pt x="10510" y="1458"/>
                    <a:pt x="9845" y="1400"/>
                    <a:pt x="8968" y="1400"/>
                  </a:cubicBezTo>
                  <a:cubicBezTo>
                    <a:pt x="8718" y="1400"/>
                    <a:pt x="8538" y="1393"/>
                    <a:pt x="8425" y="1378"/>
                  </a:cubicBezTo>
                  <a:cubicBezTo>
                    <a:pt x="8306" y="1363"/>
                    <a:pt x="8197" y="1319"/>
                    <a:pt x="8096" y="1246"/>
                  </a:cubicBezTo>
                  <a:cubicBezTo>
                    <a:pt x="7989" y="1173"/>
                    <a:pt x="7936" y="1057"/>
                    <a:pt x="7936" y="897"/>
                  </a:cubicBezTo>
                  <a:cubicBezTo>
                    <a:pt x="7936" y="620"/>
                    <a:pt x="7989" y="415"/>
                    <a:pt x="8096" y="284"/>
                  </a:cubicBezTo>
                  <a:cubicBezTo>
                    <a:pt x="8208" y="138"/>
                    <a:pt x="8309" y="58"/>
                    <a:pt x="8398" y="44"/>
                  </a:cubicBezTo>
                  <a:cubicBezTo>
                    <a:pt x="8499" y="15"/>
                    <a:pt x="8615" y="0"/>
                    <a:pt x="8745" y="0"/>
                  </a:cubicBezTo>
                  <a:cubicBezTo>
                    <a:pt x="9113" y="0"/>
                    <a:pt x="9946" y="22"/>
                    <a:pt x="11245" y="65"/>
                  </a:cubicBezTo>
                  <a:cubicBezTo>
                    <a:pt x="12544" y="109"/>
                    <a:pt x="13383" y="131"/>
                    <a:pt x="13763" y="131"/>
                  </a:cubicBezTo>
                  <a:cubicBezTo>
                    <a:pt x="14385" y="131"/>
                    <a:pt x="15326" y="109"/>
                    <a:pt x="16583" y="65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54" y="0"/>
                    <a:pt x="20079" y="182"/>
                    <a:pt x="20079" y="546"/>
                  </a:cubicBezTo>
                  <a:cubicBezTo>
                    <a:pt x="20079" y="780"/>
                    <a:pt x="20029" y="962"/>
                    <a:pt x="19928" y="1093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7"/>
                    <a:pt x="16538" y="2589"/>
                    <a:pt x="16538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39" y="1531"/>
                    <a:pt x="26841" y="1400"/>
                  </a:cubicBezTo>
                  <a:cubicBezTo>
                    <a:pt x="26479" y="1342"/>
                    <a:pt x="26298" y="1174"/>
                    <a:pt x="26298" y="897"/>
                  </a:cubicBezTo>
                  <a:cubicBezTo>
                    <a:pt x="26298" y="620"/>
                    <a:pt x="26357" y="415"/>
                    <a:pt x="26476" y="284"/>
                  </a:cubicBezTo>
                  <a:cubicBezTo>
                    <a:pt x="26588" y="138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46" y="109"/>
                    <a:pt x="31585" y="131"/>
                    <a:pt x="32143" y="131"/>
                  </a:cubicBezTo>
                  <a:cubicBezTo>
                    <a:pt x="32606" y="131"/>
                    <a:pt x="33311" y="109"/>
                    <a:pt x="34260" y="65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0" y="44"/>
                    <a:pt x="36751" y="131"/>
                  </a:cubicBezTo>
                  <a:cubicBezTo>
                    <a:pt x="36858" y="204"/>
                    <a:pt x="36911" y="284"/>
                    <a:pt x="36911" y="372"/>
                  </a:cubicBezTo>
                  <a:lnTo>
                    <a:pt x="36929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43CAADF1-7F6F-6E5E-50A8-85953F564135}"/>
                </a:ext>
              </a:extLst>
            </p:cNvPr>
            <p:cNvSpPr/>
            <p:nvPr/>
          </p:nvSpPr>
          <p:spPr>
            <a:xfrm>
              <a:off x="4245030" y="3860996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9 w 14848"/>
                <a:gd name="csY1" fmla="*/ 12471 h 64013"/>
                <a:gd name="csX2" fmla="*/ 8158 w 14848"/>
                <a:gd name="csY2" fmla="*/ 5751 h 64013"/>
                <a:gd name="csX3" fmla="*/ 12161 w 14848"/>
                <a:gd name="csY3" fmla="*/ 1344 h 64013"/>
                <a:gd name="csX4" fmla="*/ 14199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28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9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26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6" y="18285"/>
                    <a:pt x="4039" y="12471"/>
                  </a:cubicBezTo>
                  <a:cubicBezTo>
                    <a:pt x="5184" y="10033"/>
                    <a:pt x="6557" y="7793"/>
                    <a:pt x="8158" y="5751"/>
                  </a:cubicBezTo>
                  <a:cubicBezTo>
                    <a:pt x="9765" y="3709"/>
                    <a:pt x="11100" y="2240"/>
                    <a:pt x="12161" y="1344"/>
                  </a:cubicBezTo>
                  <a:cubicBezTo>
                    <a:pt x="13223" y="448"/>
                    <a:pt x="13902" y="0"/>
                    <a:pt x="14199" y="0"/>
                  </a:cubicBezTo>
                  <a:cubicBezTo>
                    <a:pt x="14614" y="0"/>
                    <a:pt x="14830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9" y="8720"/>
                    <a:pt x="3704" y="18816"/>
                    <a:pt x="3728" y="32007"/>
                  </a:cubicBezTo>
                  <a:cubicBezTo>
                    <a:pt x="3728" y="45239"/>
                    <a:pt x="7070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32" y="64014"/>
                    <a:pt x="14199" y="64014"/>
                  </a:cubicBezTo>
                  <a:cubicBezTo>
                    <a:pt x="13902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3"/>
                    <a:pt x="5370" y="54375"/>
                    <a:pt x="4226" y="51979"/>
                  </a:cubicBezTo>
                  <a:cubicBezTo>
                    <a:pt x="1409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A78BFE61-43AD-F57F-1515-7D7831AC784B}"/>
                </a:ext>
              </a:extLst>
            </p:cNvPr>
            <p:cNvSpPr/>
            <p:nvPr/>
          </p:nvSpPr>
          <p:spPr>
            <a:xfrm>
              <a:off x="4264744" y="3880719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1 w 31884"/>
                <a:gd name="csY1" fmla="*/ 6970 h 29005"/>
                <a:gd name="csX2" fmla="*/ 28442 w 31884"/>
                <a:gd name="csY2" fmla="*/ 7939 h 29005"/>
                <a:gd name="csX3" fmla="*/ 26636 w 31884"/>
                <a:gd name="csY3" fmla="*/ 7251 h 29005"/>
                <a:gd name="csX4" fmla="*/ 26004 w 31884"/>
                <a:gd name="csY4" fmla="*/ 5688 h 29005"/>
                <a:gd name="csX5" fmla="*/ 26885 w 31884"/>
                <a:gd name="csY5" fmla="*/ 3470 h 29005"/>
                <a:gd name="csX6" fmla="*/ 29074 w 31884"/>
                <a:gd name="csY6" fmla="*/ 2220 h 29005"/>
                <a:gd name="csX7" fmla="*/ 25880 w 31884"/>
                <a:gd name="csY7" fmla="*/ 1407 h 29005"/>
                <a:gd name="csX8" fmla="*/ 23540 w 31884"/>
                <a:gd name="csY8" fmla="*/ 2063 h 29005"/>
                <a:gd name="csX9" fmla="*/ 21823 w 31884"/>
                <a:gd name="csY9" fmla="*/ 3563 h 29005"/>
                <a:gd name="csX10" fmla="*/ 20631 w 31884"/>
                <a:gd name="csY10" fmla="*/ 5626 h 29005"/>
                <a:gd name="csX11" fmla="*/ 19884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3 h 29005"/>
                <a:gd name="csX14" fmla="*/ 16289 w 31884"/>
                <a:gd name="csY14" fmla="*/ 23349 h 29005"/>
                <a:gd name="csX15" fmla="*/ 17161 w 31884"/>
                <a:gd name="csY15" fmla="*/ 26381 h 29005"/>
                <a:gd name="csX16" fmla="*/ 19786 w 31884"/>
                <a:gd name="csY16" fmla="*/ 27568 h 29005"/>
                <a:gd name="csX17" fmla="*/ 21254 w 31884"/>
                <a:gd name="csY17" fmla="*/ 27381 h 29005"/>
                <a:gd name="csX18" fmla="*/ 23042 w 31884"/>
                <a:gd name="csY18" fmla="*/ 26599 h 29005"/>
                <a:gd name="csX19" fmla="*/ 24972 w 31884"/>
                <a:gd name="csY19" fmla="*/ 25131 h 29005"/>
                <a:gd name="csX20" fmla="*/ 26823 w 31884"/>
                <a:gd name="csY20" fmla="*/ 22692 h 29005"/>
                <a:gd name="csX21" fmla="*/ 28317 w 31884"/>
                <a:gd name="csY21" fmla="*/ 19191 h 29005"/>
                <a:gd name="csX22" fmla="*/ 29136 w 31884"/>
                <a:gd name="csY22" fmla="*/ 18504 h 29005"/>
                <a:gd name="csX23" fmla="*/ 29919 w 31884"/>
                <a:gd name="csY23" fmla="*/ 19129 h 29005"/>
                <a:gd name="csX24" fmla="*/ 29474 w 31884"/>
                <a:gd name="csY24" fmla="*/ 20786 h 29005"/>
                <a:gd name="csX25" fmla="*/ 28166 w 31884"/>
                <a:gd name="csY25" fmla="*/ 23318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95 w 31884"/>
                <a:gd name="csY29" fmla="*/ 27568 h 29005"/>
                <a:gd name="csX30" fmla="*/ 12757 w 31884"/>
                <a:gd name="csY30" fmla="*/ 24130 h 29005"/>
                <a:gd name="csX31" fmla="*/ 12384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18 w 31884"/>
                <a:gd name="csY34" fmla="*/ 28506 h 29005"/>
                <a:gd name="csX35" fmla="*/ 6032 w 31884"/>
                <a:gd name="csY35" fmla="*/ 29006 h 29005"/>
                <a:gd name="csX36" fmla="*/ 3194 w 31884"/>
                <a:gd name="csY36" fmla="*/ 28568 h 29005"/>
                <a:gd name="csX37" fmla="*/ 943 w 31884"/>
                <a:gd name="csY37" fmla="*/ 27131 h 29005"/>
                <a:gd name="csX38" fmla="*/ 0 w 31884"/>
                <a:gd name="csY38" fmla="*/ 24755 h 29005"/>
                <a:gd name="csX39" fmla="*/ 1032 w 31884"/>
                <a:gd name="csY39" fmla="*/ 22161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6 h 29005"/>
                <a:gd name="csX45" fmla="*/ 6094 w 31884"/>
                <a:gd name="csY45" fmla="*/ 27568 h 29005"/>
                <a:gd name="csX46" fmla="*/ 9786 w 31884"/>
                <a:gd name="csY46" fmla="*/ 25755 h 29005"/>
                <a:gd name="csX47" fmla="*/ 12188 w 31884"/>
                <a:gd name="csY47" fmla="*/ 20911 h 29005"/>
                <a:gd name="csX48" fmla="*/ 14884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70 h 29005"/>
                <a:gd name="csX51" fmla="*/ 14350 w 31884"/>
                <a:gd name="csY51" fmla="*/ 2156 h 29005"/>
                <a:gd name="csX52" fmla="*/ 13256 w 31884"/>
                <a:gd name="csY52" fmla="*/ 1563 h 29005"/>
                <a:gd name="csX53" fmla="*/ 12188 w 31884"/>
                <a:gd name="csY53" fmla="*/ 1407 h 29005"/>
                <a:gd name="csX54" fmla="*/ 10195 w 31884"/>
                <a:gd name="csY54" fmla="*/ 1782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2 h 29005"/>
                <a:gd name="csX59" fmla="*/ 2002 w 31884"/>
                <a:gd name="csY59" fmla="*/ 9846 h 29005"/>
                <a:gd name="csX60" fmla="*/ 2411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76 w 31884"/>
                <a:gd name="csY65" fmla="*/ 188 h 29005"/>
                <a:gd name="csX66" fmla="*/ 15818 w 31884"/>
                <a:gd name="csY66" fmla="*/ 813 h 29005"/>
                <a:gd name="csX67" fmla="*/ 17757 w 31884"/>
                <a:gd name="csY67" fmla="*/ 2313 h 29005"/>
                <a:gd name="csX68" fmla="*/ 19225 w 31884"/>
                <a:gd name="csY68" fmla="*/ 4845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8 w 31884"/>
                <a:gd name="csY73" fmla="*/ 344 h 29005"/>
                <a:gd name="csX74" fmla="*/ 30791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7"/>
                    <a:pt x="31520" y="6304"/>
                    <a:pt x="30791" y="6970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51" y="7710"/>
                    <a:pt x="26636" y="7251"/>
                  </a:cubicBezTo>
                  <a:cubicBezTo>
                    <a:pt x="26215" y="6793"/>
                    <a:pt x="26004" y="6272"/>
                    <a:pt x="26004" y="5688"/>
                  </a:cubicBezTo>
                  <a:cubicBezTo>
                    <a:pt x="26004" y="4897"/>
                    <a:pt x="26298" y="4157"/>
                    <a:pt x="26885" y="3470"/>
                  </a:cubicBezTo>
                  <a:cubicBezTo>
                    <a:pt x="27466" y="2782"/>
                    <a:pt x="28196" y="2366"/>
                    <a:pt x="29074" y="2220"/>
                  </a:cubicBezTo>
                  <a:cubicBezTo>
                    <a:pt x="28220" y="1678"/>
                    <a:pt x="27155" y="1407"/>
                    <a:pt x="25880" y="1407"/>
                  </a:cubicBezTo>
                  <a:cubicBezTo>
                    <a:pt x="25049" y="1407"/>
                    <a:pt x="24270" y="1625"/>
                    <a:pt x="23540" y="2063"/>
                  </a:cubicBezTo>
                  <a:cubicBezTo>
                    <a:pt x="22828" y="2501"/>
                    <a:pt x="22256" y="3001"/>
                    <a:pt x="21823" y="3563"/>
                  </a:cubicBezTo>
                  <a:cubicBezTo>
                    <a:pt x="21402" y="4126"/>
                    <a:pt x="21005" y="4814"/>
                    <a:pt x="20631" y="5626"/>
                  </a:cubicBezTo>
                  <a:cubicBezTo>
                    <a:pt x="20275" y="6418"/>
                    <a:pt x="20026" y="7053"/>
                    <a:pt x="19884" y="7533"/>
                  </a:cubicBezTo>
                  <a:cubicBezTo>
                    <a:pt x="19759" y="7991"/>
                    <a:pt x="19643" y="8470"/>
                    <a:pt x="19537" y="8970"/>
                  </a:cubicBezTo>
                  <a:lnTo>
                    <a:pt x="17348" y="17723"/>
                  </a:lnTo>
                  <a:cubicBezTo>
                    <a:pt x="16642" y="20494"/>
                    <a:pt x="16289" y="22370"/>
                    <a:pt x="16289" y="23349"/>
                  </a:cubicBezTo>
                  <a:cubicBezTo>
                    <a:pt x="16289" y="24557"/>
                    <a:pt x="16580" y="25568"/>
                    <a:pt x="17161" y="26381"/>
                  </a:cubicBezTo>
                  <a:cubicBezTo>
                    <a:pt x="17743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6" y="27235"/>
                    <a:pt x="22372" y="26974"/>
                    <a:pt x="23042" y="26599"/>
                  </a:cubicBezTo>
                  <a:cubicBezTo>
                    <a:pt x="23730" y="26203"/>
                    <a:pt x="24373" y="25714"/>
                    <a:pt x="24972" y="25131"/>
                  </a:cubicBezTo>
                  <a:cubicBezTo>
                    <a:pt x="25601" y="24526"/>
                    <a:pt x="26218" y="23714"/>
                    <a:pt x="26823" y="22692"/>
                  </a:cubicBezTo>
                  <a:cubicBezTo>
                    <a:pt x="27428" y="21671"/>
                    <a:pt x="27926" y="20505"/>
                    <a:pt x="28317" y="19191"/>
                  </a:cubicBezTo>
                  <a:cubicBezTo>
                    <a:pt x="28442" y="18733"/>
                    <a:pt x="28715" y="18504"/>
                    <a:pt x="29136" y="18504"/>
                  </a:cubicBezTo>
                  <a:cubicBezTo>
                    <a:pt x="29658" y="18504"/>
                    <a:pt x="29919" y="18712"/>
                    <a:pt x="29919" y="19129"/>
                  </a:cubicBezTo>
                  <a:cubicBezTo>
                    <a:pt x="29919" y="19483"/>
                    <a:pt x="29770" y="20035"/>
                    <a:pt x="29474" y="20786"/>
                  </a:cubicBezTo>
                  <a:cubicBezTo>
                    <a:pt x="29207" y="21515"/>
                    <a:pt x="28771" y="22359"/>
                    <a:pt x="28166" y="23318"/>
                  </a:cubicBezTo>
                  <a:cubicBezTo>
                    <a:pt x="27579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81" y="28527"/>
                    <a:pt x="15195" y="27568"/>
                  </a:cubicBezTo>
                  <a:cubicBezTo>
                    <a:pt x="14003" y="26610"/>
                    <a:pt x="13190" y="25464"/>
                    <a:pt x="12757" y="24130"/>
                  </a:cubicBezTo>
                  <a:cubicBezTo>
                    <a:pt x="12651" y="24318"/>
                    <a:pt x="12526" y="24537"/>
                    <a:pt x="12384" y="24786"/>
                  </a:cubicBezTo>
                  <a:cubicBezTo>
                    <a:pt x="12236" y="25037"/>
                    <a:pt x="11942" y="25443"/>
                    <a:pt x="11503" y="26005"/>
                  </a:cubicBezTo>
                  <a:cubicBezTo>
                    <a:pt x="11088" y="26547"/>
                    <a:pt x="10640" y="27027"/>
                    <a:pt x="10160" y="27443"/>
                  </a:cubicBezTo>
                  <a:cubicBezTo>
                    <a:pt x="9679" y="27839"/>
                    <a:pt x="9065" y="28193"/>
                    <a:pt x="8318" y="28506"/>
                  </a:cubicBezTo>
                  <a:cubicBezTo>
                    <a:pt x="7589" y="28839"/>
                    <a:pt x="6827" y="29006"/>
                    <a:pt x="6032" y="29006"/>
                  </a:cubicBezTo>
                  <a:cubicBezTo>
                    <a:pt x="5035" y="29006"/>
                    <a:pt x="4089" y="28860"/>
                    <a:pt x="3194" y="28568"/>
                  </a:cubicBezTo>
                  <a:cubicBezTo>
                    <a:pt x="2316" y="28276"/>
                    <a:pt x="1566" y="27797"/>
                    <a:pt x="943" y="27131"/>
                  </a:cubicBezTo>
                  <a:cubicBezTo>
                    <a:pt x="314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44" y="21432"/>
                    <a:pt x="2577" y="21067"/>
                    <a:pt x="3532" y="21067"/>
                  </a:cubicBezTo>
                  <a:cubicBezTo>
                    <a:pt x="4137" y="21067"/>
                    <a:pt x="4680" y="21244"/>
                    <a:pt x="5160" y="21598"/>
                  </a:cubicBezTo>
                  <a:cubicBezTo>
                    <a:pt x="5658" y="21953"/>
                    <a:pt x="5907" y="22515"/>
                    <a:pt x="5907" y="23286"/>
                  </a:cubicBezTo>
                  <a:cubicBezTo>
                    <a:pt x="5907" y="24141"/>
                    <a:pt x="5617" y="24890"/>
                    <a:pt x="5035" y="25536"/>
                  </a:cubicBezTo>
                  <a:cubicBezTo>
                    <a:pt x="4448" y="26182"/>
                    <a:pt x="3740" y="26589"/>
                    <a:pt x="2909" y="26756"/>
                  </a:cubicBezTo>
                  <a:cubicBezTo>
                    <a:pt x="3763" y="27298"/>
                    <a:pt x="4825" y="27568"/>
                    <a:pt x="6094" y="27568"/>
                  </a:cubicBezTo>
                  <a:cubicBezTo>
                    <a:pt x="7470" y="27568"/>
                    <a:pt x="8701" y="26964"/>
                    <a:pt x="9786" y="25755"/>
                  </a:cubicBezTo>
                  <a:cubicBezTo>
                    <a:pt x="10871" y="24547"/>
                    <a:pt x="11672" y="22932"/>
                    <a:pt x="12188" y="20911"/>
                  </a:cubicBezTo>
                  <a:cubicBezTo>
                    <a:pt x="13481" y="16055"/>
                    <a:pt x="14380" y="12544"/>
                    <a:pt x="14884" y="10377"/>
                  </a:cubicBezTo>
                  <a:cubicBezTo>
                    <a:pt x="15382" y="8189"/>
                    <a:pt x="15631" y="6626"/>
                    <a:pt x="15631" y="5688"/>
                  </a:cubicBezTo>
                  <a:cubicBezTo>
                    <a:pt x="15631" y="4814"/>
                    <a:pt x="15515" y="4074"/>
                    <a:pt x="15284" y="3470"/>
                  </a:cubicBezTo>
                  <a:cubicBezTo>
                    <a:pt x="15059" y="2865"/>
                    <a:pt x="14747" y="2428"/>
                    <a:pt x="14350" y="2156"/>
                  </a:cubicBezTo>
                  <a:cubicBezTo>
                    <a:pt x="13976" y="1865"/>
                    <a:pt x="13612" y="1667"/>
                    <a:pt x="13256" y="1563"/>
                  </a:cubicBezTo>
                  <a:cubicBezTo>
                    <a:pt x="12924" y="1459"/>
                    <a:pt x="12568" y="1407"/>
                    <a:pt x="12188" y="1407"/>
                  </a:cubicBezTo>
                  <a:cubicBezTo>
                    <a:pt x="11565" y="1407"/>
                    <a:pt x="10901" y="1532"/>
                    <a:pt x="10195" y="1782"/>
                  </a:cubicBezTo>
                  <a:cubicBezTo>
                    <a:pt x="9507" y="2032"/>
                    <a:pt x="8745" y="2448"/>
                    <a:pt x="7909" y="3032"/>
                  </a:cubicBezTo>
                  <a:cubicBezTo>
                    <a:pt x="7096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93" y="10263"/>
                    <a:pt x="3212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8" y="8950"/>
                    <a:pt x="2411" y="8220"/>
                  </a:cubicBezTo>
                  <a:cubicBezTo>
                    <a:pt x="2702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7" y="2178"/>
                    <a:pt x="7547" y="1459"/>
                    <a:pt x="8692" y="875"/>
                  </a:cubicBezTo>
                  <a:cubicBezTo>
                    <a:pt x="9860" y="292"/>
                    <a:pt x="11067" y="0"/>
                    <a:pt x="12313" y="0"/>
                  </a:cubicBezTo>
                  <a:cubicBezTo>
                    <a:pt x="12876" y="0"/>
                    <a:pt x="13431" y="63"/>
                    <a:pt x="13976" y="188"/>
                  </a:cubicBezTo>
                  <a:cubicBezTo>
                    <a:pt x="14540" y="292"/>
                    <a:pt x="15154" y="501"/>
                    <a:pt x="15818" y="813"/>
                  </a:cubicBezTo>
                  <a:cubicBezTo>
                    <a:pt x="16506" y="1126"/>
                    <a:pt x="17152" y="1626"/>
                    <a:pt x="17757" y="2313"/>
                  </a:cubicBezTo>
                  <a:cubicBezTo>
                    <a:pt x="18362" y="3000"/>
                    <a:pt x="18852" y="3844"/>
                    <a:pt x="19225" y="4845"/>
                  </a:cubicBezTo>
                  <a:cubicBezTo>
                    <a:pt x="19474" y="4366"/>
                    <a:pt x="19765" y="3897"/>
                    <a:pt x="20097" y="3438"/>
                  </a:cubicBezTo>
                  <a:cubicBezTo>
                    <a:pt x="20453" y="2980"/>
                    <a:pt x="20901" y="2469"/>
                    <a:pt x="21440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7" y="177"/>
                    <a:pt x="25070" y="0"/>
                    <a:pt x="25942" y="0"/>
                  </a:cubicBezTo>
                  <a:cubicBezTo>
                    <a:pt x="26796" y="0"/>
                    <a:pt x="27641" y="115"/>
                    <a:pt x="28478" y="344"/>
                  </a:cubicBezTo>
                  <a:cubicBezTo>
                    <a:pt x="29308" y="552"/>
                    <a:pt x="30079" y="1000"/>
                    <a:pt x="30791" y="1688"/>
                  </a:cubicBezTo>
                  <a:cubicBezTo>
                    <a:pt x="31520" y="2355"/>
                    <a:pt x="31885" y="3199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90E2066B-EB65-3493-5EB1-DEC7E5C8EC5F}"/>
                </a:ext>
              </a:extLst>
            </p:cNvPr>
            <p:cNvSpPr/>
            <p:nvPr/>
          </p:nvSpPr>
          <p:spPr>
            <a:xfrm>
              <a:off x="4302794" y="3860996"/>
              <a:ext cx="14839" cy="64013"/>
            </a:xfrm>
            <a:custGeom>
              <a:avLst/>
              <a:gdLst>
                <a:gd name="csX0" fmla="*/ 0 w 14839"/>
                <a:gd name="csY0" fmla="*/ 63388 h 64013"/>
                <a:gd name="csX1" fmla="*/ 809 w 14839"/>
                <a:gd name="csY1" fmla="*/ 62294 h 64013"/>
                <a:gd name="csX2" fmla="*/ 11121 w 14839"/>
                <a:gd name="csY2" fmla="*/ 32007 h 64013"/>
                <a:gd name="csX3" fmla="*/ 1219 w 14839"/>
                <a:gd name="csY3" fmla="*/ 2125 h 64013"/>
                <a:gd name="csX4" fmla="*/ 0 w 14839"/>
                <a:gd name="csY4" fmla="*/ 625 h 64013"/>
                <a:gd name="csX5" fmla="*/ 623 w 14839"/>
                <a:gd name="csY5" fmla="*/ 0 h 64013"/>
                <a:gd name="csX6" fmla="*/ 2589 w 14839"/>
                <a:gd name="csY6" fmla="*/ 1281 h 64013"/>
                <a:gd name="csX7" fmla="*/ 6494 w 14839"/>
                <a:gd name="csY7" fmla="*/ 5501 h 64013"/>
                <a:gd name="csX8" fmla="*/ 10622 w 14839"/>
                <a:gd name="csY8" fmla="*/ 12033 h 64013"/>
                <a:gd name="csX9" fmla="*/ 14839 w 14839"/>
                <a:gd name="csY9" fmla="*/ 32007 h 64013"/>
                <a:gd name="csX10" fmla="*/ 10809 w 14839"/>
                <a:gd name="csY10" fmla="*/ 51542 h 64013"/>
                <a:gd name="csX11" fmla="*/ 6681 w 14839"/>
                <a:gd name="csY11" fmla="*/ 58262 h 64013"/>
                <a:gd name="csX12" fmla="*/ 2687 w 14839"/>
                <a:gd name="csY12" fmla="*/ 62669 h 64013"/>
                <a:gd name="csX13" fmla="*/ 623 w 14839"/>
                <a:gd name="csY13" fmla="*/ 64014 h 64013"/>
                <a:gd name="csX14" fmla="*/ 0 w 14839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39" h="64013">
                  <a:moveTo>
                    <a:pt x="0" y="63388"/>
                  </a:moveTo>
                  <a:cubicBezTo>
                    <a:pt x="0" y="63180"/>
                    <a:pt x="270" y="62815"/>
                    <a:pt x="809" y="62294"/>
                  </a:cubicBezTo>
                  <a:cubicBezTo>
                    <a:pt x="7684" y="55292"/>
                    <a:pt x="11121" y="45197"/>
                    <a:pt x="11121" y="32007"/>
                  </a:cubicBezTo>
                  <a:cubicBezTo>
                    <a:pt x="11121" y="18775"/>
                    <a:pt x="7820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3" y="0"/>
                    <a:pt x="1569" y="427"/>
                    <a:pt x="2589" y="1281"/>
                  </a:cubicBezTo>
                  <a:cubicBezTo>
                    <a:pt x="3633" y="2136"/>
                    <a:pt x="4935" y="3542"/>
                    <a:pt x="6494" y="5501"/>
                  </a:cubicBezTo>
                  <a:cubicBezTo>
                    <a:pt x="8078" y="7460"/>
                    <a:pt x="9454" y="9637"/>
                    <a:pt x="10622" y="12033"/>
                  </a:cubicBezTo>
                  <a:cubicBezTo>
                    <a:pt x="13434" y="17847"/>
                    <a:pt x="14839" y="24505"/>
                    <a:pt x="14839" y="32007"/>
                  </a:cubicBezTo>
                  <a:cubicBezTo>
                    <a:pt x="14839" y="39216"/>
                    <a:pt x="13496" y="45728"/>
                    <a:pt x="10809" y="51542"/>
                  </a:cubicBezTo>
                  <a:cubicBezTo>
                    <a:pt x="9664" y="53980"/>
                    <a:pt x="8289" y="56220"/>
                    <a:pt x="6681" y="58262"/>
                  </a:cubicBezTo>
                  <a:cubicBezTo>
                    <a:pt x="5080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64261976-9F4B-99A6-0E89-2E4D3E02B0BF}"/>
                </a:ext>
              </a:extLst>
            </p:cNvPr>
            <p:cNvSpPr/>
            <p:nvPr/>
          </p:nvSpPr>
          <p:spPr>
            <a:xfrm>
              <a:off x="4345133" y="3889596"/>
              <a:ext cx="6779" cy="6813"/>
            </a:xfrm>
            <a:custGeom>
              <a:avLst/>
              <a:gdLst>
                <a:gd name="csX0" fmla="*/ 5783 w 6779"/>
                <a:gd name="csY0" fmla="*/ 1031 h 6813"/>
                <a:gd name="csX1" fmla="*/ 6779 w 6779"/>
                <a:gd name="csY1" fmla="*/ 3407 h 6813"/>
                <a:gd name="csX2" fmla="*/ 5783 w 6779"/>
                <a:gd name="csY2" fmla="*/ 5814 h 6813"/>
                <a:gd name="csX3" fmla="*/ 3407 w 6779"/>
                <a:gd name="csY3" fmla="*/ 6814 h 6813"/>
                <a:gd name="csX4" fmla="*/ 996 w 6779"/>
                <a:gd name="csY4" fmla="*/ 5814 h 6813"/>
                <a:gd name="csX5" fmla="*/ 0 w 6779"/>
                <a:gd name="csY5" fmla="*/ 3407 h 6813"/>
                <a:gd name="csX6" fmla="*/ 996 w 6779"/>
                <a:gd name="csY6" fmla="*/ 1031 h 6813"/>
                <a:gd name="csX7" fmla="*/ 3407 w 6779"/>
                <a:gd name="csY7" fmla="*/ 0 h 6813"/>
                <a:gd name="csX8" fmla="*/ 5783 w 6779"/>
                <a:gd name="csY8" fmla="*/ 1031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779" h="6813">
                  <a:moveTo>
                    <a:pt x="5783" y="1031"/>
                  </a:moveTo>
                  <a:cubicBezTo>
                    <a:pt x="6447" y="1698"/>
                    <a:pt x="6779" y="2490"/>
                    <a:pt x="6779" y="3407"/>
                  </a:cubicBezTo>
                  <a:cubicBezTo>
                    <a:pt x="6779" y="4324"/>
                    <a:pt x="6447" y="5126"/>
                    <a:pt x="5783" y="5814"/>
                  </a:cubicBezTo>
                  <a:cubicBezTo>
                    <a:pt x="5113" y="6480"/>
                    <a:pt x="4321" y="6814"/>
                    <a:pt x="3407" y="6814"/>
                  </a:cubicBezTo>
                  <a:cubicBezTo>
                    <a:pt x="2488" y="6814"/>
                    <a:pt x="1684" y="6480"/>
                    <a:pt x="996" y="5814"/>
                  </a:cubicBezTo>
                  <a:cubicBezTo>
                    <a:pt x="332" y="5126"/>
                    <a:pt x="0" y="4324"/>
                    <a:pt x="0" y="3407"/>
                  </a:cubicBezTo>
                  <a:cubicBezTo>
                    <a:pt x="0" y="2490"/>
                    <a:pt x="332" y="1698"/>
                    <a:pt x="996" y="1031"/>
                  </a:cubicBezTo>
                  <a:cubicBezTo>
                    <a:pt x="1684" y="344"/>
                    <a:pt x="2488" y="0"/>
                    <a:pt x="3407" y="0"/>
                  </a:cubicBezTo>
                  <a:cubicBezTo>
                    <a:pt x="4321" y="0"/>
                    <a:pt x="5113" y="344"/>
                    <a:pt x="5783" y="1031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C8710C47-FE30-AB8C-52B9-A8EB565227D7}"/>
                </a:ext>
              </a:extLst>
            </p:cNvPr>
            <p:cNvSpPr/>
            <p:nvPr/>
          </p:nvSpPr>
          <p:spPr>
            <a:xfrm>
              <a:off x="4380505" y="3880719"/>
              <a:ext cx="52444" cy="29005"/>
            </a:xfrm>
            <a:custGeom>
              <a:avLst/>
              <a:gdLst>
                <a:gd name="csX0" fmla="*/ 52445 w 52444"/>
                <a:gd name="csY0" fmla="*/ 19129 h 29005"/>
                <a:gd name="csX1" fmla="*/ 52169 w 52444"/>
                <a:gd name="csY1" fmla="*/ 20348 h 29005"/>
                <a:gd name="csX2" fmla="*/ 51199 w 52444"/>
                <a:gd name="csY2" fmla="*/ 22818 h 29005"/>
                <a:gd name="csX3" fmla="*/ 49607 w 52444"/>
                <a:gd name="csY3" fmla="*/ 25693 h 29005"/>
                <a:gd name="csX4" fmla="*/ 47196 w 52444"/>
                <a:gd name="csY4" fmla="*/ 28037 h 29005"/>
                <a:gd name="csX5" fmla="*/ 44037 w 52444"/>
                <a:gd name="csY5" fmla="*/ 29006 h 29005"/>
                <a:gd name="csX6" fmla="*/ 40292 w 52444"/>
                <a:gd name="csY6" fmla="*/ 27506 h 29005"/>
                <a:gd name="csX7" fmla="*/ 38789 w 52444"/>
                <a:gd name="csY7" fmla="*/ 23755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20 h 29005"/>
                <a:gd name="csX12" fmla="*/ 33442 w 52444"/>
                <a:gd name="csY12" fmla="*/ 4157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50 h 29005"/>
                <a:gd name="csX17" fmla="*/ 25221 w 52444"/>
                <a:gd name="csY17" fmla="*/ 27287 h 29005"/>
                <a:gd name="csX18" fmla="*/ 24412 w 52444"/>
                <a:gd name="csY18" fmla="*/ 28444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6 h 29005"/>
                <a:gd name="csX22" fmla="*/ 21156 w 52444"/>
                <a:gd name="csY22" fmla="*/ 26474 h 29005"/>
                <a:gd name="csX23" fmla="*/ 21538 w 52444"/>
                <a:gd name="csY23" fmla="*/ 24912 h 29005"/>
                <a:gd name="csX24" fmla="*/ 21850 w 52444"/>
                <a:gd name="csY24" fmla="*/ 23474 h 29005"/>
                <a:gd name="csX25" fmla="*/ 23131 w 52444"/>
                <a:gd name="csY25" fmla="*/ 18629 h 29005"/>
                <a:gd name="csX26" fmla="*/ 24910 w 52444"/>
                <a:gd name="csY26" fmla="*/ 11190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3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8 h 29005"/>
                <a:gd name="csX33" fmla="*/ 11966 w 52444"/>
                <a:gd name="csY33" fmla="*/ 9221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6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5 h 29005"/>
                <a:gd name="csX45" fmla="*/ 7500 w 52444"/>
                <a:gd name="csY45" fmla="*/ 9721 h 29005"/>
                <a:gd name="csX46" fmla="*/ 8345 w 52444"/>
                <a:gd name="csY46" fmla="*/ 6189 h 29005"/>
                <a:gd name="csX47" fmla="*/ 8532 w 52444"/>
                <a:gd name="csY47" fmla="*/ 4345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2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9 h 29005"/>
                <a:gd name="csX56" fmla="*/ 2002 w 52444"/>
                <a:gd name="csY56" fmla="*/ 3657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4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9 h 29005"/>
                <a:gd name="csX66" fmla="*/ 40354 w 52444"/>
                <a:gd name="csY66" fmla="*/ 0 h 29005"/>
                <a:gd name="csX67" fmla="*/ 45790 w 52444"/>
                <a:gd name="csY67" fmla="*/ 1844 h 29005"/>
                <a:gd name="csX68" fmla="*/ 47694 w 52444"/>
                <a:gd name="csY68" fmla="*/ 6845 h 29005"/>
                <a:gd name="csX69" fmla="*/ 46849 w 52444"/>
                <a:gd name="csY69" fmla="*/ 11659 h 29005"/>
                <a:gd name="csX70" fmla="*/ 45443 w 52444"/>
                <a:gd name="csY70" fmla="*/ 16347 h 29005"/>
                <a:gd name="csX71" fmla="*/ 43788 w 52444"/>
                <a:gd name="csY71" fmla="*/ 20911 h 29005"/>
                <a:gd name="csX72" fmla="*/ 42632 w 52444"/>
                <a:gd name="csY72" fmla="*/ 25474 h 29005"/>
                <a:gd name="csX73" fmla="*/ 43005 w 52444"/>
                <a:gd name="csY73" fmla="*/ 27068 h 29005"/>
                <a:gd name="csX74" fmla="*/ 44198 w 52444"/>
                <a:gd name="csY74" fmla="*/ 27568 h 29005"/>
                <a:gd name="csX75" fmla="*/ 46537 w 52444"/>
                <a:gd name="csY75" fmla="*/ 26849 h 29005"/>
                <a:gd name="csX76" fmla="*/ 48415 w 52444"/>
                <a:gd name="csY76" fmla="*/ 24881 h 29005"/>
                <a:gd name="csX77" fmla="*/ 49758 w 52444"/>
                <a:gd name="csY77" fmla="*/ 22380 h 29005"/>
                <a:gd name="csX78" fmla="*/ 50701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9"/>
                  </a:moveTo>
                  <a:cubicBezTo>
                    <a:pt x="52445" y="19296"/>
                    <a:pt x="52353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9" y="24776"/>
                    <a:pt x="49607" y="25693"/>
                  </a:cubicBezTo>
                  <a:cubicBezTo>
                    <a:pt x="49002" y="26589"/>
                    <a:pt x="48198" y="27371"/>
                    <a:pt x="47196" y="28037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6"/>
                  </a:cubicBezTo>
                  <a:cubicBezTo>
                    <a:pt x="39290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8"/>
                    <a:pt x="36378" y="2220"/>
                  </a:cubicBezTo>
                  <a:cubicBezTo>
                    <a:pt x="35191" y="2761"/>
                    <a:pt x="34213" y="3407"/>
                    <a:pt x="33442" y="4157"/>
                  </a:cubicBezTo>
                  <a:cubicBezTo>
                    <a:pt x="32671" y="4908"/>
                    <a:pt x="31983" y="5710"/>
                    <a:pt x="31378" y="6564"/>
                  </a:cubicBezTo>
                  <a:cubicBezTo>
                    <a:pt x="30773" y="7418"/>
                    <a:pt x="30337" y="8127"/>
                    <a:pt x="30070" y="8689"/>
                  </a:cubicBezTo>
                  <a:cubicBezTo>
                    <a:pt x="29821" y="9252"/>
                    <a:pt x="29664" y="9658"/>
                    <a:pt x="29599" y="9908"/>
                  </a:cubicBezTo>
                  <a:lnTo>
                    <a:pt x="25755" y="25350"/>
                  </a:lnTo>
                  <a:cubicBezTo>
                    <a:pt x="25548" y="26224"/>
                    <a:pt x="25370" y="26870"/>
                    <a:pt x="25221" y="27287"/>
                  </a:cubicBezTo>
                  <a:cubicBezTo>
                    <a:pt x="25079" y="27704"/>
                    <a:pt x="24809" y="28089"/>
                    <a:pt x="24412" y="28444"/>
                  </a:cubicBezTo>
                  <a:cubicBezTo>
                    <a:pt x="24014" y="28819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8"/>
                    <a:pt x="21005" y="27256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7"/>
                    <a:pt x="21390" y="25516"/>
                    <a:pt x="21538" y="24912"/>
                  </a:cubicBezTo>
                  <a:cubicBezTo>
                    <a:pt x="21681" y="24307"/>
                    <a:pt x="21784" y="23828"/>
                    <a:pt x="21850" y="23474"/>
                  </a:cubicBezTo>
                  <a:cubicBezTo>
                    <a:pt x="22597" y="20640"/>
                    <a:pt x="23024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8" y="6449"/>
                    <a:pt x="13149" y="7116"/>
                    <a:pt x="12811" y="7658"/>
                  </a:cubicBezTo>
                  <a:cubicBezTo>
                    <a:pt x="12502" y="8179"/>
                    <a:pt x="12221" y="8700"/>
                    <a:pt x="11966" y="9221"/>
                  </a:cubicBezTo>
                  <a:lnTo>
                    <a:pt x="11156" y="12409"/>
                  </a:lnTo>
                  <a:cubicBezTo>
                    <a:pt x="11032" y="12992"/>
                    <a:pt x="10667" y="14420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5" y="28225"/>
                    <a:pt x="3221" y="27798"/>
                    <a:pt x="3221" y="27256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6"/>
                    <a:pt x="3781" y="24505"/>
                  </a:cubicBezTo>
                  <a:lnTo>
                    <a:pt x="7500" y="9721"/>
                  </a:lnTo>
                  <a:cubicBezTo>
                    <a:pt x="7956" y="7929"/>
                    <a:pt x="8238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7" y="4637"/>
                    <a:pt x="2482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299" y="10429"/>
                    <a:pt x="1091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15" y="8023"/>
                    <a:pt x="655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5" y="2855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14" y="979"/>
                    <a:pt x="4282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9"/>
                    <a:pt x="12482" y="3814"/>
                    <a:pt x="12624" y="5564"/>
                  </a:cubicBezTo>
                  <a:cubicBezTo>
                    <a:pt x="15400" y="1855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30"/>
                    <a:pt x="29910" y="6189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59" y="3053"/>
                    <a:pt x="47694" y="4720"/>
                    <a:pt x="47694" y="6845"/>
                  </a:cubicBezTo>
                  <a:cubicBezTo>
                    <a:pt x="47694" y="7949"/>
                    <a:pt x="47412" y="9554"/>
                    <a:pt x="46849" y="11659"/>
                  </a:cubicBezTo>
                  <a:cubicBezTo>
                    <a:pt x="46291" y="13742"/>
                    <a:pt x="45823" y="15305"/>
                    <a:pt x="45443" y="16347"/>
                  </a:cubicBezTo>
                  <a:cubicBezTo>
                    <a:pt x="45069" y="17389"/>
                    <a:pt x="44518" y="18911"/>
                    <a:pt x="43788" y="20911"/>
                  </a:cubicBezTo>
                  <a:cubicBezTo>
                    <a:pt x="43017" y="22828"/>
                    <a:pt x="42632" y="24349"/>
                    <a:pt x="42632" y="25474"/>
                  </a:cubicBezTo>
                  <a:cubicBezTo>
                    <a:pt x="42632" y="26204"/>
                    <a:pt x="42756" y="26735"/>
                    <a:pt x="43005" y="27068"/>
                  </a:cubicBezTo>
                  <a:cubicBezTo>
                    <a:pt x="43255" y="27402"/>
                    <a:pt x="43652" y="27568"/>
                    <a:pt x="44198" y="27568"/>
                  </a:cubicBezTo>
                  <a:cubicBezTo>
                    <a:pt x="45028" y="27568"/>
                    <a:pt x="45808" y="27329"/>
                    <a:pt x="46537" y="26849"/>
                  </a:cubicBezTo>
                  <a:cubicBezTo>
                    <a:pt x="47267" y="26350"/>
                    <a:pt x="47893" y="25693"/>
                    <a:pt x="48415" y="24881"/>
                  </a:cubicBezTo>
                  <a:cubicBezTo>
                    <a:pt x="48954" y="24047"/>
                    <a:pt x="49402" y="23213"/>
                    <a:pt x="49758" y="22380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40"/>
                    <a:pt x="50991" y="18817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44F32BD4-D783-B8FD-0CDB-EAA608B24B72}"/>
                </a:ext>
              </a:extLst>
            </p:cNvPr>
            <p:cNvSpPr/>
            <p:nvPr/>
          </p:nvSpPr>
          <p:spPr>
            <a:xfrm>
              <a:off x="4439284" y="3897882"/>
              <a:ext cx="36929" cy="30609"/>
            </a:xfrm>
            <a:custGeom>
              <a:avLst/>
              <a:gdLst>
                <a:gd name="csX0" fmla="*/ 36929 w 36929"/>
                <a:gd name="csY0" fmla="*/ 503 h 30609"/>
                <a:gd name="csX1" fmla="*/ 36778 w 36929"/>
                <a:gd name="csY1" fmla="*/ 1116 h 30609"/>
                <a:gd name="csX2" fmla="*/ 36493 w 36929"/>
                <a:gd name="csY2" fmla="*/ 1356 h 30609"/>
                <a:gd name="csX3" fmla="*/ 35951 w 36929"/>
                <a:gd name="csY3" fmla="*/ 1400 h 30609"/>
                <a:gd name="csX4" fmla="*/ 30257 w 36929"/>
                <a:gd name="csY4" fmla="*/ 3675 h 30609"/>
                <a:gd name="csX5" fmla="*/ 28024 w 36929"/>
                <a:gd name="csY5" fmla="*/ 5929 h 30609"/>
                <a:gd name="csX6" fmla="*/ 24350 w 36929"/>
                <a:gd name="csY6" fmla="*/ 9911 h 30609"/>
                <a:gd name="csX7" fmla="*/ 21067 w 36929"/>
                <a:gd name="csY7" fmla="*/ 13411 h 30609"/>
                <a:gd name="csX8" fmla="*/ 26850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2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8 h 30609"/>
                <a:gd name="csX19" fmla="*/ 31022 w 36929"/>
                <a:gd name="csY19" fmla="*/ 30587 h 30609"/>
                <a:gd name="csX20" fmla="*/ 30648 w 36929"/>
                <a:gd name="csY20" fmla="*/ 30609 h 30609"/>
                <a:gd name="csX21" fmla="*/ 28157 w 36929"/>
                <a:gd name="csY21" fmla="*/ 30543 h 30609"/>
                <a:gd name="csX22" fmla="*/ 25684 w 36929"/>
                <a:gd name="csY22" fmla="*/ 30477 h 30609"/>
                <a:gd name="csX23" fmla="*/ 20044 w 36929"/>
                <a:gd name="csY23" fmla="*/ 30609 h 30609"/>
                <a:gd name="csX24" fmla="*/ 19359 w 36929"/>
                <a:gd name="csY24" fmla="*/ 30062 h 30609"/>
                <a:gd name="csX25" fmla="*/ 19403 w 36929"/>
                <a:gd name="csY25" fmla="*/ 29624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7 h 30609"/>
                <a:gd name="csX31" fmla="*/ 22864 w 36929"/>
                <a:gd name="csY31" fmla="*/ 27918 h 30609"/>
                <a:gd name="csX32" fmla="*/ 22642 w 36929"/>
                <a:gd name="csY32" fmla="*/ 27284 h 30609"/>
                <a:gd name="csX33" fmla="*/ 18113 w 36929"/>
                <a:gd name="csY33" fmla="*/ 16584 h 30609"/>
                <a:gd name="csX34" fmla="*/ 14065 w 36929"/>
                <a:gd name="csY34" fmla="*/ 20982 h 30609"/>
                <a:gd name="csX35" fmla="*/ 9493 w 36929"/>
                <a:gd name="csY35" fmla="*/ 25817 h 30609"/>
                <a:gd name="csX36" fmla="*/ 8292 w 36929"/>
                <a:gd name="csY36" fmla="*/ 27831 h 30609"/>
                <a:gd name="csX37" fmla="*/ 10089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7 h 30609"/>
                <a:gd name="csX41" fmla="*/ 9822 w 36929"/>
                <a:gd name="csY41" fmla="*/ 30609 h 30609"/>
                <a:gd name="csX42" fmla="*/ 7304 w 36929"/>
                <a:gd name="csY42" fmla="*/ 30543 h 30609"/>
                <a:gd name="csX43" fmla="*/ 4795 w 36929"/>
                <a:gd name="csY43" fmla="*/ 30477 h 30609"/>
                <a:gd name="csX44" fmla="*/ 2669 w 36929"/>
                <a:gd name="csY44" fmla="*/ 30543 h 30609"/>
                <a:gd name="csX45" fmla="*/ 587 w 36929"/>
                <a:gd name="csY45" fmla="*/ 30609 h 30609"/>
                <a:gd name="csX46" fmla="*/ 178 w 36929"/>
                <a:gd name="csY46" fmla="*/ 30477 h 30609"/>
                <a:gd name="csX47" fmla="*/ 18 w 36929"/>
                <a:gd name="csY47" fmla="*/ 30215 h 30609"/>
                <a:gd name="csX48" fmla="*/ 0 w 36929"/>
                <a:gd name="csY48" fmla="*/ 30106 h 30609"/>
                <a:gd name="csX49" fmla="*/ 45 w 36929"/>
                <a:gd name="csY49" fmla="*/ 29624 h 30609"/>
                <a:gd name="csX50" fmla="*/ 285 w 36929"/>
                <a:gd name="csY50" fmla="*/ 29362 h 30609"/>
                <a:gd name="csX51" fmla="*/ 569 w 36929"/>
                <a:gd name="csY51" fmla="*/ 29275 h 30609"/>
                <a:gd name="csX52" fmla="*/ 987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2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22 w 36929"/>
                <a:gd name="csY58" fmla="*/ 2822 h 30609"/>
                <a:gd name="csX59" fmla="*/ 11859 w 36929"/>
                <a:gd name="csY59" fmla="*/ 2012 h 30609"/>
                <a:gd name="csX60" fmla="*/ 10960 w 36929"/>
                <a:gd name="csY60" fmla="*/ 1575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6 h 30609"/>
                <a:gd name="csX64" fmla="*/ 7945 w 36929"/>
                <a:gd name="csY64" fmla="*/ 897 h 30609"/>
                <a:gd name="csX65" fmla="*/ 8096 w 36929"/>
                <a:gd name="csY65" fmla="*/ 284 h 30609"/>
                <a:gd name="csX66" fmla="*/ 8398 w 36929"/>
                <a:gd name="csY66" fmla="*/ 44 h 30609"/>
                <a:gd name="csX67" fmla="*/ 8754 w 36929"/>
                <a:gd name="csY67" fmla="*/ 0 h 30609"/>
                <a:gd name="csX68" fmla="*/ 11245 w 36929"/>
                <a:gd name="csY68" fmla="*/ 65 h 30609"/>
                <a:gd name="csX69" fmla="*/ 13763 w 36929"/>
                <a:gd name="csY69" fmla="*/ 131 h 30609"/>
                <a:gd name="csX70" fmla="*/ 16583 w 36929"/>
                <a:gd name="csY70" fmla="*/ 65 h 30609"/>
                <a:gd name="csX71" fmla="*/ 19403 w 36929"/>
                <a:gd name="csY71" fmla="*/ 0 h 30609"/>
                <a:gd name="csX72" fmla="*/ 20088 w 36929"/>
                <a:gd name="csY72" fmla="*/ 546 h 30609"/>
                <a:gd name="csX73" fmla="*/ 19928 w 36929"/>
                <a:gd name="csY73" fmla="*/ 1093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9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6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50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4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5 h 30609"/>
                <a:gd name="csX89" fmla="*/ 32143 w 36929"/>
                <a:gd name="csY89" fmla="*/ 131 h 30609"/>
                <a:gd name="csX90" fmla="*/ 34260 w 36929"/>
                <a:gd name="csY90" fmla="*/ 65 h 30609"/>
                <a:gd name="csX91" fmla="*/ 36342 w 36929"/>
                <a:gd name="csY91" fmla="*/ 0 h 30609"/>
                <a:gd name="csX92" fmla="*/ 36760 w 36929"/>
                <a:gd name="csY92" fmla="*/ 131 h 30609"/>
                <a:gd name="csX93" fmla="*/ 36911 w 36929"/>
                <a:gd name="csY93" fmla="*/ 372 h 30609"/>
                <a:gd name="csX94" fmla="*/ 36929 w 36929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3"/>
                  </a:moveTo>
                  <a:cubicBezTo>
                    <a:pt x="36929" y="765"/>
                    <a:pt x="36879" y="970"/>
                    <a:pt x="36778" y="1116"/>
                  </a:cubicBezTo>
                  <a:cubicBezTo>
                    <a:pt x="36689" y="1247"/>
                    <a:pt x="36594" y="1327"/>
                    <a:pt x="36493" y="1356"/>
                  </a:cubicBezTo>
                  <a:cubicBezTo>
                    <a:pt x="36392" y="1371"/>
                    <a:pt x="36212" y="1385"/>
                    <a:pt x="35951" y="1400"/>
                  </a:cubicBezTo>
                  <a:cubicBezTo>
                    <a:pt x="33863" y="1502"/>
                    <a:pt x="31965" y="2261"/>
                    <a:pt x="30257" y="3675"/>
                  </a:cubicBezTo>
                  <a:cubicBezTo>
                    <a:pt x="29836" y="4040"/>
                    <a:pt x="29091" y="4791"/>
                    <a:pt x="28024" y="5929"/>
                  </a:cubicBezTo>
                  <a:cubicBezTo>
                    <a:pt x="26974" y="7067"/>
                    <a:pt x="25749" y="8394"/>
                    <a:pt x="24350" y="9911"/>
                  </a:cubicBezTo>
                  <a:cubicBezTo>
                    <a:pt x="22968" y="11428"/>
                    <a:pt x="21873" y="12595"/>
                    <a:pt x="21067" y="13411"/>
                  </a:cubicBezTo>
                  <a:lnTo>
                    <a:pt x="26850" y="27240"/>
                  </a:lnTo>
                  <a:cubicBezTo>
                    <a:pt x="27010" y="27604"/>
                    <a:pt x="27116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0"/>
                    <a:pt x="27799" y="28844"/>
                    <a:pt x="27917" y="28903"/>
                  </a:cubicBezTo>
                  <a:cubicBezTo>
                    <a:pt x="28048" y="28961"/>
                    <a:pt x="28252" y="29026"/>
                    <a:pt x="28531" y="29099"/>
                  </a:cubicBezTo>
                  <a:cubicBezTo>
                    <a:pt x="28822" y="29158"/>
                    <a:pt x="29112" y="29194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2"/>
                  </a:cubicBezTo>
                  <a:cubicBezTo>
                    <a:pt x="31155" y="29252"/>
                    <a:pt x="31250" y="29296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8"/>
                    <a:pt x="31446" y="30222"/>
                    <a:pt x="31333" y="30368"/>
                  </a:cubicBezTo>
                  <a:cubicBezTo>
                    <a:pt x="31232" y="30500"/>
                    <a:pt x="31129" y="30573"/>
                    <a:pt x="31022" y="30587"/>
                  </a:cubicBezTo>
                  <a:cubicBezTo>
                    <a:pt x="30939" y="30602"/>
                    <a:pt x="30814" y="30609"/>
                    <a:pt x="30648" y="30609"/>
                  </a:cubicBezTo>
                  <a:cubicBezTo>
                    <a:pt x="30275" y="30609"/>
                    <a:pt x="29444" y="30587"/>
                    <a:pt x="28157" y="30543"/>
                  </a:cubicBezTo>
                  <a:cubicBezTo>
                    <a:pt x="26876" y="30499"/>
                    <a:pt x="26052" y="30477"/>
                    <a:pt x="25684" y="30477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2"/>
                  </a:cubicBezTo>
                  <a:cubicBezTo>
                    <a:pt x="19359" y="29872"/>
                    <a:pt x="19374" y="29726"/>
                    <a:pt x="19403" y="29624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5"/>
                    <a:pt x="19812" y="29289"/>
                    <a:pt x="19884" y="29275"/>
                  </a:cubicBezTo>
                  <a:cubicBezTo>
                    <a:pt x="19961" y="29260"/>
                    <a:pt x="20085" y="29245"/>
                    <a:pt x="20257" y="29231"/>
                  </a:cubicBezTo>
                  <a:cubicBezTo>
                    <a:pt x="20797" y="29172"/>
                    <a:pt x="21271" y="29063"/>
                    <a:pt x="21681" y="28903"/>
                  </a:cubicBezTo>
                  <a:cubicBezTo>
                    <a:pt x="22102" y="28728"/>
                    <a:pt x="22401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42" y="27284"/>
                  </a:lnTo>
                  <a:lnTo>
                    <a:pt x="18113" y="16584"/>
                  </a:lnTo>
                  <a:lnTo>
                    <a:pt x="14065" y="20982"/>
                  </a:lnTo>
                  <a:lnTo>
                    <a:pt x="9493" y="25817"/>
                  </a:lnTo>
                  <a:cubicBezTo>
                    <a:pt x="8692" y="26678"/>
                    <a:pt x="8292" y="27349"/>
                    <a:pt x="8292" y="27831"/>
                  </a:cubicBezTo>
                  <a:cubicBezTo>
                    <a:pt x="8292" y="28633"/>
                    <a:pt x="8891" y="29099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3" y="30478"/>
                    <a:pt x="10252" y="30558"/>
                    <a:pt x="10151" y="30587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3"/>
                  </a:cubicBezTo>
                  <a:cubicBezTo>
                    <a:pt x="6183" y="30499"/>
                    <a:pt x="5347" y="30477"/>
                    <a:pt x="4795" y="30477"/>
                  </a:cubicBezTo>
                  <a:cubicBezTo>
                    <a:pt x="4327" y="30477"/>
                    <a:pt x="3618" y="30499"/>
                    <a:pt x="2669" y="30543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9" y="30565"/>
                    <a:pt x="178" y="30477"/>
                  </a:cubicBezTo>
                  <a:cubicBezTo>
                    <a:pt x="71" y="30390"/>
                    <a:pt x="18" y="30303"/>
                    <a:pt x="18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4"/>
                  </a:cubicBezTo>
                  <a:cubicBezTo>
                    <a:pt x="86" y="29508"/>
                    <a:pt x="166" y="29421"/>
                    <a:pt x="285" y="29362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5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3" y="27918"/>
                    <a:pt x="6533" y="27115"/>
                    <a:pt x="7571" y="25993"/>
                  </a:cubicBezTo>
                  <a:cubicBezTo>
                    <a:pt x="7660" y="25920"/>
                    <a:pt x="7755" y="25839"/>
                    <a:pt x="7856" y="25752"/>
                  </a:cubicBezTo>
                  <a:cubicBezTo>
                    <a:pt x="7974" y="25664"/>
                    <a:pt x="8075" y="25584"/>
                    <a:pt x="8158" y="25511"/>
                  </a:cubicBezTo>
                  <a:lnTo>
                    <a:pt x="17615" y="15337"/>
                  </a:lnTo>
                  <a:lnTo>
                    <a:pt x="12322" y="2822"/>
                  </a:lnTo>
                  <a:cubicBezTo>
                    <a:pt x="12156" y="2443"/>
                    <a:pt x="12001" y="2173"/>
                    <a:pt x="11859" y="2012"/>
                  </a:cubicBezTo>
                  <a:cubicBezTo>
                    <a:pt x="11711" y="1837"/>
                    <a:pt x="11411" y="1692"/>
                    <a:pt x="10960" y="1575"/>
                  </a:cubicBezTo>
                  <a:cubicBezTo>
                    <a:pt x="10510" y="1458"/>
                    <a:pt x="9845" y="1400"/>
                    <a:pt x="8968" y="1400"/>
                  </a:cubicBezTo>
                  <a:cubicBezTo>
                    <a:pt x="8719" y="1400"/>
                    <a:pt x="8538" y="1393"/>
                    <a:pt x="8425" y="1378"/>
                  </a:cubicBezTo>
                  <a:cubicBezTo>
                    <a:pt x="8306" y="1363"/>
                    <a:pt x="8197" y="1319"/>
                    <a:pt x="8096" y="1246"/>
                  </a:cubicBezTo>
                  <a:cubicBezTo>
                    <a:pt x="7995" y="1173"/>
                    <a:pt x="7945" y="1057"/>
                    <a:pt x="7945" y="897"/>
                  </a:cubicBezTo>
                  <a:cubicBezTo>
                    <a:pt x="7945" y="620"/>
                    <a:pt x="7995" y="415"/>
                    <a:pt x="8096" y="284"/>
                  </a:cubicBezTo>
                  <a:cubicBezTo>
                    <a:pt x="8214" y="138"/>
                    <a:pt x="8315" y="58"/>
                    <a:pt x="8398" y="44"/>
                  </a:cubicBezTo>
                  <a:cubicBezTo>
                    <a:pt x="8505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5"/>
                  </a:cubicBezTo>
                  <a:cubicBezTo>
                    <a:pt x="12544" y="109"/>
                    <a:pt x="13383" y="131"/>
                    <a:pt x="13763" y="131"/>
                  </a:cubicBezTo>
                  <a:cubicBezTo>
                    <a:pt x="14392" y="131"/>
                    <a:pt x="15332" y="109"/>
                    <a:pt x="16583" y="65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60" y="0"/>
                    <a:pt x="20088" y="182"/>
                    <a:pt x="20088" y="546"/>
                  </a:cubicBezTo>
                  <a:cubicBezTo>
                    <a:pt x="20088" y="780"/>
                    <a:pt x="20035" y="962"/>
                    <a:pt x="19928" y="1093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7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50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5"/>
                    <a:pt x="26476" y="284"/>
                  </a:cubicBezTo>
                  <a:cubicBezTo>
                    <a:pt x="26589" y="138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46" y="109"/>
                    <a:pt x="31585" y="131"/>
                    <a:pt x="32143" y="131"/>
                  </a:cubicBezTo>
                  <a:cubicBezTo>
                    <a:pt x="32606" y="131"/>
                    <a:pt x="33311" y="109"/>
                    <a:pt x="34260" y="65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3" y="44"/>
                    <a:pt x="36760" y="131"/>
                  </a:cubicBezTo>
                  <a:cubicBezTo>
                    <a:pt x="36861" y="204"/>
                    <a:pt x="36911" y="284"/>
                    <a:pt x="36911" y="372"/>
                  </a:cubicBezTo>
                  <a:lnTo>
                    <a:pt x="36929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0BF1DE76-7BE3-45C7-2161-F84CA0C6C06C}"/>
                </a:ext>
              </a:extLst>
            </p:cNvPr>
            <p:cNvSpPr/>
            <p:nvPr/>
          </p:nvSpPr>
          <p:spPr>
            <a:xfrm>
              <a:off x="4488445" y="3905648"/>
              <a:ext cx="39642" cy="23280"/>
            </a:xfrm>
            <a:custGeom>
              <a:avLst/>
              <a:gdLst>
                <a:gd name="csX0" fmla="*/ 39251 w 39642"/>
                <a:gd name="csY0" fmla="*/ 11049 h 23280"/>
                <a:gd name="csX1" fmla="*/ 39643 w 39642"/>
                <a:gd name="csY1" fmla="*/ 11640 h 23280"/>
                <a:gd name="csX2" fmla="*/ 39251 w 39642"/>
                <a:gd name="csY2" fmla="*/ 12231 h 23280"/>
                <a:gd name="csX3" fmla="*/ 33104 w 39642"/>
                <a:gd name="csY3" fmla="*/ 16892 h 23280"/>
                <a:gd name="csX4" fmla="*/ 30497 w 39642"/>
                <a:gd name="csY4" fmla="*/ 22580 h 23280"/>
                <a:gd name="csX5" fmla="*/ 30195 w 39642"/>
                <a:gd name="csY5" fmla="*/ 23083 h 23280"/>
                <a:gd name="csX6" fmla="*/ 29625 w 39642"/>
                <a:gd name="csY6" fmla="*/ 23280 h 23280"/>
                <a:gd name="csX7" fmla="*/ 28994 w 39642"/>
                <a:gd name="csY7" fmla="*/ 23018 h 23280"/>
                <a:gd name="csX8" fmla="*/ 28727 w 39642"/>
                <a:gd name="csY8" fmla="*/ 22405 h 23280"/>
                <a:gd name="csX9" fmla="*/ 28753 w 39642"/>
                <a:gd name="csY9" fmla="*/ 22318 h 23280"/>
                <a:gd name="csX10" fmla="*/ 28771 w 39642"/>
                <a:gd name="csY10" fmla="*/ 22208 h 23280"/>
                <a:gd name="csX11" fmla="*/ 31725 w 39642"/>
                <a:gd name="csY11" fmla="*/ 15754 h 23280"/>
                <a:gd name="csX12" fmla="*/ 35230 w 39642"/>
                <a:gd name="csY12" fmla="*/ 12537 h 23280"/>
                <a:gd name="csX13" fmla="*/ 899 w 39642"/>
                <a:gd name="csY13" fmla="*/ 12537 h 23280"/>
                <a:gd name="csX14" fmla="*/ 258 w 39642"/>
                <a:gd name="csY14" fmla="*/ 12274 h 23280"/>
                <a:gd name="csX15" fmla="*/ 0 w 39642"/>
                <a:gd name="csY15" fmla="*/ 11640 h 23280"/>
                <a:gd name="csX16" fmla="*/ 258 w 39642"/>
                <a:gd name="csY16" fmla="*/ 11006 h 23280"/>
                <a:gd name="csX17" fmla="*/ 899 w 39642"/>
                <a:gd name="csY17" fmla="*/ 10743 h 23280"/>
                <a:gd name="csX18" fmla="*/ 35230 w 39642"/>
                <a:gd name="csY18" fmla="*/ 10743 h 23280"/>
                <a:gd name="csX19" fmla="*/ 31725 w 39642"/>
                <a:gd name="csY19" fmla="*/ 7526 h 23280"/>
                <a:gd name="csX20" fmla="*/ 28771 w 39642"/>
                <a:gd name="csY20" fmla="*/ 1072 h 23280"/>
                <a:gd name="csX21" fmla="*/ 28753 w 39642"/>
                <a:gd name="csY21" fmla="*/ 985 h 23280"/>
                <a:gd name="csX22" fmla="*/ 28727 w 39642"/>
                <a:gd name="csY22" fmla="*/ 875 h 23280"/>
                <a:gd name="csX23" fmla="*/ 28994 w 39642"/>
                <a:gd name="csY23" fmla="*/ 262 h 23280"/>
                <a:gd name="csX24" fmla="*/ 29625 w 39642"/>
                <a:gd name="csY24" fmla="*/ 0 h 23280"/>
                <a:gd name="csX25" fmla="*/ 30195 w 39642"/>
                <a:gd name="csY25" fmla="*/ 198 h 23280"/>
                <a:gd name="csX26" fmla="*/ 30497 w 39642"/>
                <a:gd name="csY26" fmla="*/ 700 h 23280"/>
                <a:gd name="csX27" fmla="*/ 33104 w 39642"/>
                <a:gd name="csY27" fmla="*/ 6389 h 23280"/>
                <a:gd name="csX28" fmla="*/ 39251 w 39642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80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40"/>
                  </a:cubicBezTo>
                  <a:cubicBezTo>
                    <a:pt x="39643" y="11932"/>
                    <a:pt x="39512" y="12129"/>
                    <a:pt x="39251" y="12231"/>
                  </a:cubicBezTo>
                  <a:cubicBezTo>
                    <a:pt x="37063" y="12960"/>
                    <a:pt x="35013" y="14514"/>
                    <a:pt x="33104" y="16892"/>
                  </a:cubicBezTo>
                  <a:cubicBezTo>
                    <a:pt x="31746" y="18656"/>
                    <a:pt x="30877" y="20552"/>
                    <a:pt x="30497" y="22580"/>
                  </a:cubicBezTo>
                  <a:cubicBezTo>
                    <a:pt x="30456" y="22784"/>
                    <a:pt x="30355" y="22952"/>
                    <a:pt x="30195" y="23083"/>
                  </a:cubicBezTo>
                  <a:cubicBezTo>
                    <a:pt x="30034" y="23214"/>
                    <a:pt x="29845" y="23280"/>
                    <a:pt x="29625" y="23280"/>
                  </a:cubicBezTo>
                  <a:cubicBezTo>
                    <a:pt x="29376" y="23280"/>
                    <a:pt x="29166" y="23193"/>
                    <a:pt x="28994" y="23018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8"/>
                  </a:cubicBezTo>
                  <a:cubicBezTo>
                    <a:pt x="28765" y="22259"/>
                    <a:pt x="28771" y="22222"/>
                    <a:pt x="28771" y="22208"/>
                  </a:cubicBezTo>
                  <a:cubicBezTo>
                    <a:pt x="29210" y="19845"/>
                    <a:pt x="30195" y="17694"/>
                    <a:pt x="31725" y="15754"/>
                  </a:cubicBezTo>
                  <a:cubicBezTo>
                    <a:pt x="32686" y="14529"/>
                    <a:pt x="33854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40"/>
                  </a:cubicBezTo>
                  <a:cubicBezTo>
                    <a:pt x="0" y="11392"/>
                    <a:pt x="86" y="11181"/>
                    <a:pt x="258" y="11006"/>
                  </a:cubicBezTo>
                  <a:cubicBezTo>
                    <a:pt x="436" y="10831"/>
                    <a:pt x="649" y="10743"/>
                    <a:pt x="899" y="10743"/>
                  </a:cubicBezTo>
                  <a:lnTo>
                    <a:pt x="35230" y="10743"/>
                  </a:lnTo>
                  <a:cubicBezTo>
                    <a:pt x="33854" y="9824"/>
                    <a:pt x="32686" y="8752"/>
                    <a:pt x="31725" y="7526"/>
                  </a:cubicBezTo>
                  <a:cubicBezTo>
                    <a:pt x="30195" y="5587"/>
                    <a:pt x="29210" y="3436"/>
                    <a:pt x="28771" y="1072"/>
                  </a:cubicBezTo>
                  <a:cubicBezTo>
                    <a:pt x="28771" y="1058"/>
                    <a:pt x="28765" y="1029"/>
                    <a:pt x="28753" y="985"/>
                  </a:cubicBezTo>
                  <a:cubicBezTo>
                    <a:pt x="28736" y="927"/>
                    <a:pt x="28727" y="890"/>
                    <a:pt x="28727" y="875"/>
                  </a:cubicBezTo>
                  <a:cubicBezTo>
                    <a:pt x="28727" y="628"/>
                    <a:pt x="28816" y="423"/>
                    <a:pt x="28994" y="262"/>
                  </a:cubicBezTo>
                  <a:cubicBezTo>
                    <a:pt x="29166" y="88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6" y="496"/>
                    <a:pt x="30497" y="700"/>
                  </a:cubicBezTo>
                  <a:cubicBezTo>
                    <a:pt x="30877" y="2728"/>
                    <a:pt x="31746" y="4624"/>
                    <a:pt x="33104" y="6389"/>
                  </a:cubicBezTo>
                  <a:cubicBezTo>
                    <a:pt x="35013" y="8767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F9265DE0-C930-1B4A-0303-C0A11C3D45D9}"/>
                </a:ext>
              </a:extLst>
            </p:cNvPr>
            <p:cNvSpPr/>
            <p:nvPr/>
          </p:nvSpPr>
          <p:spPr>
            <a:xfrm>
              <a:off x="4545258" y="389689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83 w 22338"/>
                <a:gd name="csY2" fmla="*/ 5776 h 40783"/>
                <a:gd name="csX3" fmla="*/ 18709 w 22338"/>
                <a:gd name="csY3" fmla="*/ 5360 h 40783"/>
                <a:gd name="csX4" fmla="*/ 18229 w 22338"/>
                <a:gd name="csY4" fmla="*/ 4222 h 40783"/>
                <a:gd name="csX5" fmla="*/ 18789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2 h 40783"/>
                <a:gd name="csX9" fmla="*/ 16343 w 22338"/>
                <a:gd name="csY9" fmla="*/ 2516 h 40783"/>
                <a:gd name="csX10" fmla="*/ 15275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6 h 40783"/>
                <a:gd name="csX15" fmla="*/ 19074 w 22338"/>
                <a:gd name="csY15" fmla="*/ 12427 h 40783"/>
                <a:gd name="csX16" fmla="*/ 19252 w 22338"/>
                <a:gd name="csY16" fmla="*/ 12777 h 40783"/>
                <a:gd name="csX17" fmla="*/ 18967 w 22338"/>
                <a:gd name="csY17" fmla="*/ 13543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75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2 h 40783"/>
                <a:gd name="csX50" fmla="*/ 7001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76 w 22338"/>
                <a:gd name="csY57" fmla="*/ 2582 h 40783"/>
                <a:gd name="csX58" fmla="*/ 15551 w 22338"/>
                <a:gd name="csY58" fmla="*/ 940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76" y="5528"/>
                    <a:pt x="20512" y="5776"/>
                    <a:pt x="19883" y="5776"/>
                  </a:cubicBezTo>
                  <a:cubicBezTo>
                    <a:pt x="19433" y="5776"/>
                    <a:pt x="19041" y="5638"/>
                    <a:pt x="18709" y="5360"/>
                  </a:cubicBezTo>
                  <a:cubicBezTo>
                    <a:pt x="18389" y="5083"/>
                    <a:pt x="18229" y="4704"/>
                    <a:pt x="18229" y="4222"/>
                  </a:cubicBezTo>
                  <a:cubicBezTo>
                    <a:pt x="18229" y="3726"/>
                    <a:pt x="18416" y="3216"/>
                    <a:pt x="18789" y="2691"/>
                  </a:cubicBezTo>
                  <a:cubicBezTo>
                    <a:pt x="19169" y="2166"/>
                    <a:pt x="19792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0"/>
                    <a:pt x="17197" y="1422"/>
                  </a:cubicBezTo>
                  <a:cubicBezTo>
                    <a:pt x="16829" y="1699"/>
                    <a:pt x="16544" y="2064"/>
                    <a:pt x="16343" y="2516"/>
                  </a:cubicBezTo>
                  <a:cubicBezTo>
                    <a:pt x="16123" y="2983"/>
                    <a:pt x="15767" y="4536"/>
                    <a:pt x="15275" y="7177"/>
                  </a:cubicBezTo>
                  <a:cubicBezTo>
                    <a:pt x="15109" y="8037"/>
                    <a:pt x="14955" y="8883"/>
                    <a:pt x="14813" y="9714"/>
                  </a:cubicBezTo>
                  <a:cubicBezTo>
                    <a:pt x="14664" y="10546"/>
                    <a:pt x="14504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6"/>
                  </a:cubicBezTo>
                  <a:cubicBezTo>
                    <a:pt x="18857" y="12311"/>
                    <a:pt x="18973" y="12354"/>
                    <a:pt x="19074" y="12427"/>
                  </a:cubicBezTo>
                  <a:cubicBezTo>
                    <a:pt x="19193" y="12500"/>
                    <a:pt x="19252" y="12617"/>
                    <a:pt x="19252" y="12777"/>
                  </a:cubicBezTo>
                  <a:cubicBezTo>
                    <a:pt x="19252" y="13186"/>
                    <a:pt x="19157" y="13441"/>
                    <a:pt x="18967" y="13543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1"/>
                    <a:pt x="11212" y="28728"/>
                    <a:pt x="11023" y="29603"/>
                  </a:cubicBezTo>
                  <a:cubicBezTo>
                    <a:pt x="10851" y="30464"/>
                    <a:pt x="10554" y="31601"/>
                    <a:pt x="10133" y="33017"/>
                  </a:cubicBezTo>
                  <a:cubicBezTo>
                    <a:pt x="9706" y="34446"/>
                    <a:pt x="9282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2" y="38763"/>
                    <a:pt x="6975" y="39230"/>
                  </a:cubicBezTo>
                  <a:cubicBezTo>
                    <a:pt x="6554" y="39697"/>
                    <a:pt x="6067" y="40068"/>
                    <a:pt x="5516" y="40345"/>
                  </a:cubicBezTo>
                  <a:cubicBezTo>
                    <a:pt x="4958" y="40637"/>
                    <a:pt x="4389" y="40783"/>
                    <a:pt x="3808" y="40783"/>
                  </a:cubicBezTo>
                  <a:cubicBezTo>
                    <a:pt x="2817" y="40783"/>
                    <a:pt x="1934" y="40506"/>
                    <a:pt x="1156" y="39952"/>
                  </a:cubicBezTo>
                  <a:cubicBezTo>
                    <a:pt x="385" y="39398"/>
                    <a:pt x="0" y="38646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0"/>
                    <a:pt x="4110" y="36079"/>
                    <a:pt x="4110" y="36561"/>
                  </a:cubicBezTo>
                  <a:cubicBezTo>
                    <a:pt x="4110" y="36765"/>
                    <a:pt x="4074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35" y="38850"/>
                    <a:pt x="2117" y="38960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47" y="39741"/>
                    <a:pt x="4590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4"/>
                    <a:pt x="5679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5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6"/>
                    <a:pt x="7322" y="33373"/>
                    <a:pt x="7393" y="32994"/>
                  </a:cubicBezTo>
                  <a:cubicBezTo>
                    <a:pt x="7464" y="32629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7"/>
                    <a:pt x="7348" y="13652"/>
                  </a:cubicBezTo>
                  <a:cubicBezTo>
                    <a:pt x="7218" y="13638"/>
                    <a:pt x="7102" y="13595"/>
                    <a:pt x="7001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06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0"/>
                  </a:cubicBezTo>
                  <a:cubicBezTo>
                    <a:pt x="16109" y="590"/>
                    <a:pt x="16613" y="350"/>
                    <a:pt x="17063" y="219"/>
                  </a:cubicBezTo>
                  <a:cubicBezTo>
                    <a:pt x="17532" y="73"/>
                    <a:pt x="17991" y="0"/>
                    <a:pt x="18442" y="0"/>
                  </a:cubicBezTo>
                  <a:cubicBezTo>
                    <a:pt x="19463" y="0"/>
                    <a:pt x="20367" y="277"/>
                    <a:pt x="21156" y="831"/>
                  </a:cubicBezTo>
                  <a:cubicBezTo>
                    <a:pt x="21944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4494ACD3-046A-19AE-0653-7DB4F708FE02}"/>
                </a:ext>
              </a:extLst>
            </p:cNvPr>
            <p:cNvSpPr/>
            <p:nvPr/>
          </p:nvSpPr>
          <p:spPr>
            <a:xfrm>
              <a:off x="4573825" y="3860996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1 h 64013"/>
                <a:gd name="csX2" fmla="*/ 8158 w 14848"/>
                <a:gd name="csY2" fmla="*/ 5751 h 64013"/>
                <a:gd name="csX3" fmla="*/ 12162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3" y="18285"/>
                    <a:pt x="4030" y="12471"/>
                  </a:cubicBezTo>
                  <a:cubicBezTo>
                    <a:pt x="5175" y="10033"/>
                    <a:pt x="6551" y="7793"/>
                    <a:pt x="8158" y="5751"/>
                  </a:cubicBezTo>
                  <a:cubicBezTo>
                    <a:pt x="9765" y="3709"/>
                    <a:pt x="11100" y="2240"/>
                    <a:pt x="12162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9" y="8720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3"/>
                    <a:pt x="5368" y="54375"/>
                    <a:pt x="4217" y="51979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4A98D219-5E26-9E02-7F6D-8161791D0D2B}"/>
                </a:ext>
              </a:extLst>
            </p:cNvPr>
            <p:cNvSpPr/>
            <p:nvPr/>
          </p:nvSpPr>
          <p:spPr>
            <a:xfrm>
              <a:off x="4593539" y="3880719"/>
              <a:ext cx="31875" cy="29005"/>
            </a:xfrm>
            <a:custGeom>
              <a:avLst/>
              <a:gdLst>
                <a:gd name="csX0" fmla="*/ 31876 w 31875"/>
                <a:gd name="csY0" fmla="*/ 4220 h 29005"/>
                <a:gd name="csX1" fmla="*/ 30782 w 31875"/>
                <a:gd name="csY1" fmla="*/ 6970 h 29005"/>
                <a:gd name="csX2" fmla="*/ 28442 w 31875"/>
                <a:gd name="csY2" fmla="*/ 7939 h 29005"/>
                <a:gd name="csX3" fmla="*/ 26627 w 31875"/>
                <a:gd name="csY3" fmla="*/ 7251 h 29005"/>
                <a:gd name="csX4" fmla="*/ 26004 w 31875"/>
                <a:gd name="csY4" fmla="*/ 5688 h 29005"/>
                <a:gd name="csX5" fmla="*/ 26876 w 31875"/>
                <a:gd name="csY5" fmla="*/ 3470 h 29005"/>
                <a:gd name="csX6" fmla="*/ 29065 w 31875"/>
                <a:gd name="csY6" fmla="*/ 2220 h 29005"/>
                <a:gd name="csX7" fmla="*/ 25880 w 31875"/>
                <a:gd name="csY7" fmla="*/ 1407 h 29005"/>
                <a:gd name="csX8" fmla="*/ 23531 w 31875"/>
                <a:gd name="csY8" fmla="*/ 2063 h 29005"/>
                <a:gd name="csX9" fmla="*/ 21814 w 31875"/>
                <a:gd name="csY9" fmla="*/ 3563 h 29005"/>
                <a:gd name="csX10" fmla="*/ 20631 w 31875"/>
                <a:gd name="csY10" fmla="*/ 5626 h 29005"/>
                <a:gd name="csX11" fmla="*/ 19875 w 31875"/>
                <a:gd name="csY11" fmla="*/ 7533 h 29005"/>
                <a:gd name="csX12" fmla="*/ 19537 w 31875"/>
                <a:gd name="csY12" fmla="*/ 8970 h 29005"/>
                <a:gd name="csX13" fmla="*/ 17348 w 31875"/>
                <a:gd name="csY13" fmla="*/ 17723 h 29005"/>
                <a:gd name="csX14" fmla="*/ 16280 w 31875"/>
                <a:gd name="csY14" fmla="*/ 23349 h 29005"/>
                <a:gd name="csX15" fmla="*/ 17161 w 31875"/>
                <a:gd name="csY15" fmla="*/ 26381 h 29005"/>
                <a:gd name="csX16" fmla="*/ 19786 w 31875"/>
                <a:gd name="csY16" fmla="*/ 27568 h 29005"/>
                <a:gd name="csX17" fmla="*/ 21254 w 31875"/>
                <a:gd name="csY17" fmla="*/ 27381 h 29005"/>
                <a:gd name="csX18" fmla="*/ 23033 w 31875"/>
                <a:gd name="csY18" fmla="*/ 26599 h 29005"/>
                <a:gd name="csX19" fmla="*/ 24972 w 31875"/>
                <a:gd name="csY19" fmla="*/ 25131 h 29005"/>
                <a:gd name="csX20" fmla="*/ 26814 w 31875"/>
                <a:gd name="csY20" fmla="*/ 22692 h 29005"/>
                <a:gd name="csX21" fmla="*/ 28317 w 31875"/>
                <a:gd name="csY21" fmla="*/ 19191 h 29005"/>
                <a:gd name="csX22" fmla="*/ 29127 w 31875"/>
                <a:gd name="csY22" fmla="*/ 18504 h 29005"/>
                <a:gd name="csX23" fmla="*/ 29910 w 31875"/>
                <a:gd name="csY23" fmla="*/ 19129 h 29005"/>
                <a:gd name="csX24" fmla="*/ 29474 w 31875"/>
                <a:gd name="csY24" fmla="*/ 20786 h 29005"/>
                <a:gd name="csX25" fmla="*/ 28157 w 31875"/>
                <a:gd name="csY25" fmla="*/ 23318 h 29005"/>
                <a:gd name="csX26" fmla="*/ 26129 w 31875"/>
                <a:gd name="csY26" fmla="*/ 26005 h 29005"/>
                <a:gd name="csX27" fmla="*/ 23255 w 31875"/>
                <a:gd name="csY27" fmla="*/ 28131 h 29005"/>
                <a:gd name="csX28" fmla="*/ 19661 w 31875"/>
                <a:gd name="csY28" fmla="*/ 29006 h 29005"/>
                <a:gd name="csX29" fmla="*/ 15186 w 31875"/>
                <a:gd name="csY29" fmla="*/ 27568 h 29005"/>
                <a:gd name="csX30" fmla="*/ 12748 w 31875"/>
                <a:gd name="csY30" fmla="*/ 24130 h 29005"/>
                <a:gd name="csX31" fmla="*/ 12375 w 31875"/>
                <a:gd name="csY31" fmla="*/ 24786 h 29005"/>
                <a:gd name="csX32" fmla="*/ 11503 w 31875"/>
                <a:gd name="csY32" fmla="*/ 26005 h 29005"/>
                <a:gd name="csX33" fmla="*/ 10160 w 31875"/>
                <a:gd name="csY33" fmla="*/ 27443 h 29005"/>
                <a:gd name="csX34" fmla="*/ 8309 w 31875"/>
                <a:gd name="csY34" fmla="*/ 28506 h 29005"/>
                <a:gd name="csX35" fmla="*/ 6032 w 31875"/>
                <a:gd name="csY35" fmla="*/ 29006 h 29005"/>
                <a:gd name="csX36" fmla="*/ 3185 w 31875"/>
                <a:gd name="csY36" fmla="*/ 28568 h 29005"/>
                <a:gd name="csX37" fmla="*/ 934 w 31875"/>
                <a:gd name="csY37" fmla="*/ 27131 h 29005"/>
                <a:gd name="csX38" fmla="*/ 0 w 31875"/>
                <a:gd name="csY38" fmla="*/ 24755 h 29005"/>
                <a:gd name="csX39" fmla="*/ 1032 w 31875"/>
                <a:gd name="csY39" fmla="*/ 22161 h 29005"/>
                <a:gd name="csX40" fmla="*/ 3532 w 31875"/>
                <a:gd name="csY40" fmla="*/ 21067 h 29005"/>
                <a:gd name="csX41" fmla="*/ 5151 w 31875"/>
                <a:gd name="csY41" fmla="*/ 21598 h 29005"/>
                <a:gd name="csX42" fmla="*/ 5907 w 31875"/>
                <a:gd name="csY42" fmla="*/ 23286 h 29005"/>
                <a:gd name="csX43" fmla="*/ 5026 w 31875"/>
                <a:gd name="csY43" fmla="*/ 25536 h 29005"/>
                <a:gd name="csX44" fmla="*/ 2909 w 31875"/>
                <a:gd name="csY44" fmla="*/ 26756 h 29005"/>
                <a:gd name="csX45" fmla="*/ 6094 w 31875"/>
                <a:gd name="csY45" fmla="*/ 27568 h 29005"/>
                <a:gd name="csX46" fmla="*/ 9777 w 31875"/>
                <a:gd name="csY46" fmla="*/ 25755 h 29005"/>
                <a:gd name="csX47" fmla="*/ 12188 w 31875"/>
                <a:gd name="csY47" fmla="*/ 20911 h 29005"/>
                <a:gd name="csX48" fmla="*/ 14875 w 31875"/>
                <a:gd name="csY48" fmla="*/ 10377 h 29005"/>
                <a:gd name="csX49" fmla="*/ 15622 w 31875"/>
                <a:gd name="csY49" fmla="*/ 5688 h 29005"/>
                <a:gd name="csX50" fmla="*/ 15284 w 31875"/>
                <a:gd name="csY50" fmla="*/ 3470 h 29005"/>
                <a:gd name="csX51" fmla="*/ 14341 w 31875"/>
                <a:gd name="csY51" fmla="*/ 2156 h 29005"/>
                <a:gd name="csX52" fmla="*/ 13247 w 31875"/>
                <a:gd name="csY52" fmla="*/ 1563 h 29005"/>
                <a:gd name="csX53" fmla="*/ 12188 w 31875"/>
                <a:gd name="csY53" fmla="*/ 1407 h 29005"/>
                <a:gd name="csX54" fmla="*/ 10186 w 31875"/>
                <a:gd name="csY54" fmla="*/ 1782 h 29005"/>
                <a:gd name="csX55" fmla="*/ 7909 w 31875"/>
                <a:gd name="csY55" fmla="*/ 3032 h 29005"/>
                <a:gd name="csX56" fmla="*/ 5534 w 31875"/>
                <a:gd name="csY56" fmla="*/ 5626 h 29005"/>
                <a:gd name="csX57" fmla="*/ 3594 w 31875"/>
                <a:gd name="csY57" fmla="*/ 9783 h 29005"/>
                <a:gd name="csX58" fmla="*/ 2749 w 31875"/>
                <a:gd name="csY58" fmla="*/ 10502 h 29005"/>
                <a:gd name="csX59" fmla="*/ 2002 w 31875"/>
                <a:gd name="csY59" fmla="*/ 9846 h 29005"/>
                <a:gd name="csX60" fmla="*/ 2402 w 31875"/>
                <a:gd name="csY60" fmla="*/ 8220 h 29005"/>
                <a:gd name="csX61" fmla="*/ 3719 w 31875"/>
                <a:gd name="csY61" fmla="*/ 5688 h 29005"/>
                <a:gd name="csX62" fmla="*/ 5783 w 31875"/>
                <a:gd name="csY62" fmla="*/ 3032 h 29005"/>
                <a:gd name="csX63" fmla="*/ 8683 w 31875"/>
                <a:gd name="csY63" fmla="*/ 875 h 29005"/>
                <a:gd name="csX64" fmla="*/ 12313 w 31875"/>
                <a:gd name="csY64" fmla="*/ 0 h 29005"/>
                <a:gd name="csX65" fmla="*/ 13967 w 31875"/>
                <a:gd name="csY65" fmla="*/ 188 h 29005"/>
                <a:gd name="csX66" fmla="*/ 15818 w 31875"/>
                <a:gd name="csY66" fmla="*/ 813 h 29005"/>
                <a:gd name="csX67" fmla="*/ 17748 w 31875"/>
                <a:gd name="csY67" fmla="*/ 2313 h 29005"/>
                <a:gd name="csX68" fmla="*/ 19216 w 31875"/>
                <a:gd name="csY68" fmla="*/ 4845 h 29005"/>
                <a:gd name="csX69" fmla="*/ 20097 w 31875"/>
                <a:gd name="csY69" fmla="*/ 3438 h 29005"/>
                <a:gd name="csX70" fmla="*/ 21440 w 31875"/>
                <a:gd name="csY70" fmla="*/ 1907 h 29005"/>
                <a:gd name="csX71" fmla="*/ 23442 w 31875"/>
                <a:gd name="csY71" fmla="*/ 531 h 29005"/>
                <a:gd name="csX72" fmla="*/ 25942 w 31875"/>
                <a:gd name="csY72" fmla="*/ 0 h 29005"/>
                <a:gd name="csX73" fmla="*/ 28469 w 31875"/>
                <a:gd name="csY73" fmla="*/ 344 h 29005"/>
                <a:gd name="csX74" fmla="*/ 30782 w 31875"/>
                <a:gd name="csY74" fmla="*/ 1688 h 29005"/>
                <a:gd name="csX75" fmla="*/ 31876 w 31875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5" h="29005">
                  <a:moveTo>
                    <a:pt x="31876" y="4220"/>
                  </a:moveTo>
                  <a:cubicBezTo>
                    <a:pt x="31876" y="5387"/>
                    <a:pt x="31511" y="6304"/>
                    <a:pt x="30782" y="6970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70"/>
                  </a:cubicBezTo>
                  <a:cubicBezTo>
                    <a:pt x="27463" y="2782"/>
                    <a:pt x="28193" y="2366"/>
                    <a:pt x="29065" y="2220"/>
                  </a:cubicBezTo>
                  <a:cubicBezTo>
                    <a:pt x="28211" y="1678"/>
                    <a:pt x="27149" y="1407"/>
                    <a:pt x="25880" y="1407"/>
                  </a:cubicBezTo>
                  <a:cubicBezTo>
                    <a:pt x="25043" y="1407"/>
                    <a:pt x="24261" y="1625"/>
                    <a:pt x="23531" y="2063"/>
                  </a:cubicBezTo>
                  <a:cubicBezTo>
                    <a:pt x="22825" y="2501"/>
                    <a:pt x="22253" y="3001"/>
                    <a:pt x="21814" y="3563"/>
                  </a:cubicBezTo>
                  <a:cubicBezTo>
                    <a:pt x="21399" y="4126"/>
                    <a:pt x="21004" y="4814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3"/>
                  </a:lnTo>
                  <a:cubicBezTo>
                    <a:pt x="16636" y="20494"/>
                    <a:pt x="16280" y="22370"/>
                    <a:pt x="16280" y="23349"/>
                  </a:cubicBezTo>
                  <a:cubicBezTo>
                    <a:pt x="16280" y="24557"/>
                    <a:pt x="16574" y="25568"/>
                    <a:pt x="17161" y="26381"/>
                  </a:cubicBezTo>
                  <a:cubicBezTo>
                    <a:pt x="17742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4"/>
                    <a:pt x="24972" y="25131"/>
                  </a:cubicBezTo>
                  <a:cubicBezTo>
                    <a:pt x="25595" y="24526"/>
                    <a:pt x="26209" y="23714"/>
                    <a:pt x="26814" y="22692"/>
                  </a:cubicBezTo>
                  <a:cubicBezTo>
                    <a:pt x="27419" y="21671"/>
                    <a:pt x="27920" y="20505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9"/>
                  </a:cubicBezTo>
                  <a:cubicBezTo>
                    <a:pt x="29910" y="19483"/>
                    <a:pt x="29764" y="20035"/>
                    <a:pt x="29474" y="20786"/>
                  </a:cubicBezTo>
                  <a:cubicBezTo>
                    <a:pt x="29201" y="21515"/>
                    <a:pt x="28762" y="22359"/>
                    <a:pt x="28157" y="23318"/>
                  </a:cubicBezTo>
                  <a:cubicBezTo>
                    <a:pt x="27576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70" y="29006"/>
                    <a:pt x="16378" y="28527"/>
                    <a:pt x="15186" y="27568"/>
                  </a:cubicBezTo>
                  <a:cubicBezTo>
                    <a:pt x="14000" y="26610"/>
                    <a:pt x="13187" y="25464"/>
                    <a:pt x="12748" y="24130"/>
                  </a:cubicBezTo>
                  <a:cubicBezTo>
                    <a:pt x="12648" y="24318"/>
                    <a:pt x="12523" y="24537"/>
                    <a:pt x="12375" y="24786"/>
                  </a:cubicBezTo>
                  <a:cubicBezTo>
                    <a:pt x="12227" y="25037"/>
                    <a:pt x="11936" y="25443"/>
                    <a:pt x="11503" y="26005"/>
                  </a:cubicBezTo>
                  <a:cubicBezTo>
                    <a:pt x="11082" y="26547"/>
                    <a:pt x="10634" y="27027"/>
                    <a:pt x="10160" y="27443"/>
                  </a:cubicBezTo>
                  <a:cubicBezTo>
                    <a:pt x="9679" y="27839"/>
                    <a:pt x="9062" y="28193"/>
                    <a:pt x="8309" y="28506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38" y="21432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3"/>
                    <a:pt x="5907" y="22515"/>
                    <a:pt x="5907" y="23286"/>
                  </a:cubicBezTo>
                  <a:cubicBezTo>
                    <a:pt x="5907" y="24141"/>
                    <a:pt x="5613" y="24890"/>
                    <a:pt x="5026" y="25536"/>
                  </a:cubicBezTo>
                  <a:cubicBezTo>
                    <a:pt x="4445" y="26182"/>
                    <a:pt x="3739" y="26589"/>
                    <a:pt x="2909" y="26756"/>
                  </a:cubicBezTo>
                  <a:cubicBezTo>
                    <a:pt x="3763" y="27298"/>
                    <a:pt x="4825" y="27568"/>
                    <a:pt x="6094" y="27568"/>
                  </a:cubicBezTo>
                  <a:cubicBezTo>
                    <a:pt x="7470" y="27568"/>
                    <a:pt x="8698" y="26964"/>
                    <a:pt x="9777" y="25755"/>
                  </a:cubicBezTo>
                  <a:cubicBezTo>
                    <a:pt x="10863" y="24547"/>
                    <a:pt x="11666" y="22932"/>
                    <a:pt x="12188" y="20911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4"/>
                    <a:pt x="15509" y="4074"/>
                    <a:pt x="15284" y="3470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7" y="1865"/>
                    <a:pt x="13602" y="1667"/>
                    <a:pt x="13247" y="1563"/>
                  </a:cubicBezTo>
                  <a:cubicBezTo>
                    <a:pt x="12915" y="1459"/>
                    <a:pt x="12562" y="1407"/>
                    <a:pt x="12188" y="1407"/>
                  </a:cubicBezTo>
                  <a:cubicBezTo>
                    <a:pt x="11565" y="1407"/>
                    <a:pt x="10898" y="1532"/>
                    <a:pt x="10186" y="1782"/>
                  </a:cubicBezTo>
                  <a:cubicBezTo>
                    <a:pt x="9498" y="2032"/>
                    <a:pt x="8739" y="2448"/>
                    <a:pt x="7909" y="3032"/>
                  </a:cubicBezTo>
                  <a:cubicBezTo>
                    <a:pt x="7096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87" y="10263"/>
                    <a:pt x="3206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5" y="8950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8"/>
                    <a:pt x="7538" y="1459"/>
                    <a:pt x="8683" y="875"/>
                  </a:cubicBezTo>
                  <a:cubicBezTo>
                    <a:pt x="9851" y="292"/>
                    <a:pt x="11061" y="0"/>
                    <a:pt x="12313" y="0"/>
                  </a:cubicBezTo>
                  <a:cubicBezTo>
                    <a:pt x="12876" y="0"/>
                    <a:pt x="13428" y="63"/>
                    <a:pt x="13967" y="188"/>
                  </a:cubicBezTo>
                  <a:cubicBezTo>
                    <a:pt x="14531" y="292"/>
                    <a:pt x="15148" y="501"/>
                    <a:pt x="15818" y="813"/>
                  </a:cubicBezTo>
                  <a:cubicBezTo>
                    <a:pt x="16500" y="1126"/>
                    <a:pt x="17143" y="1626"/>
                    <a:pt x="17748" y="2313"/>
                  </a:cubicBezTo>
                  <a:cubicBezTo>
                    <a:pt x="18353" y="3000"/>
                    <a:pt x="18843" y="3844"/>
                    <a:pt x="19216" y="4845"/>
                  </a:cubicBezTo>
                  <a:cubicBezTo>
                    <a:pt x="19471" y="4366"/>
                    <a:pt x="19765" y="3897"/>
                    <a:pt x="20097" y="3438"/>
                  </a:cubicBezTo>
                  <a:cubicBezTo>
                    <a:pt x="20453" y="2980"/>
                    <a:pt x="20901" y="2469"/>
                    <a:pt x="21440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5"/>
                    <a:pt x="28469" y="344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5"/>
                    <a:pt x="31876" y="3199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D5B3E6D9-6D81-2C51-D15D-ABE17E3CD075}"/>
                </a:ext>
              </a:extLst>
            </p:cNvPr>
            <p:cNvSpPr/>
            <p:nvPr/>
          </p:nvSpPr>
          <p:spPr>
            <a:xfrm>
              <a:off x="4631581" y="3860996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8 w 14848"/>
                <a:gd name="csY1" fmla="*/ 62294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1 h 64013"/>
                <a:gd name="csX7" fmla="*/ 6503 w 14848"/>
                <a:gd name="csY7" fmla="*/ 5501 h 64013"/>
                <a:gd name="csX8" fmla="*/ 10631 w 14848"/>
                <a:gd name="csY8" fmla="*/ 12033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8" y="62294"/>
                  </a:cubicBezTo>
                  <a:cubicBezTo>
                    <a:pt x="7692" y="55292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7" y="0"/>
                    <a:pt x="623" y="0"/>
                  </a:cubicBezTo>
                  <a:cubicBezTo>
                    <a:pt x="919" y="0"/>
                    <a:pt x="1578" y="427"/>
                    <a:pt x="2598" y="1281"/>
                  </a:cubicBezTo>
                  <a:cubicBezTo>
                    <a:pt x="3636" y="2136"/>
                    <a:pt x="4937" y="3542"/>
                    <a:pt x="6503" y="5501"/>
                  </a:cubicBezTo>
                  <a:cubicBezTo>
                    <a:pt x="8087" y="7460"/>
                    <a:pt x="9463" y="9637"/>
                    <a:pt x="10631" y="12033"/>
                  </a:cubicBezTo>
                  <a:cubicBezTo>
                    <a:pt x="13442" y="17847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3" y="53980"/>
                    <a:pt x="8297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7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2289955-A906-2E54-E18A-EA3B5E0D5B54}"/>
              </a:ext>
            </a:extLst>
          </p:cNvPr>
          <p:cNvGrpSpPr/>
          <p:nvPr/>
        </p:nvGrpSpPr>
        <p:grpSpPr>
          <a:xfrm>
            <a:off x="759811" y="3612067"/>
            <a:ext cx="2135148" cy="1423432"/>
            <a:chOff x="180983" y="3665822"/>
            <a:chExt cx="2135148" cy="1423432"/>
          </a:xfrm>
        </p:grpSpPr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845772DC-8682-5E0A-79D9-D56B4B206199}"/>
                </a:ext>
              </a:extLst>
            </p:cNvPr>
            <p:cNvSpPr/>
            <p:nvPr/>
          </p:nvSpPr>
          <p:spPr>
            <a:xfrm>
              <a:off x="180983" y="3665822"/>
              <a:ext cx="2135148" cy="1423432"/>
            </a:xfrm>
            <a:custGeom>
              <a:avLst/>
              <a:gdLst>
                <a:gd name="csX0" fmla="*/ 0 w 2135148"/>
                <a:gd name="csY0" fmla="*/ 1423432 h 1423432"/>
                <a:gd name="csX1" fmla="*/ 2135148 w 2135148"/>
                <a:gd name="csY1" fmla="*/ 1423432 h 1423432"/>
                <a:gd name="csX2" fmla="*/ 2135148 w 2135148"/>
                <a:gd name="csY2" fmla="*/ 0 h 1423432"/>
                <a:gd name="csX3" fmla="*/ 0 w 2135148"/>
                <a:gd name="csY3" fmla="*/ 0 h 1423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5148" h="1423432">
                  <a:moveTo>
                    <a:pt x="0" y="1423432"/>
                  </a:moveTo>
                  <a:lnTo>
                    <a:pt x="2135148" y="1423432"/>
                  </a:lnTo>
                  <a:lnTo>
                    <a:pt x="2135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24C928EE-29C4-5DF7-698C-01B595FD3533}"/>
                </a:ext>
              </a:extLst>
            </p:cNvPr>
            <p:cNvSpPr/>
            <p:nvPr/>
          </p:nvSpPr>
          <p:spPr>
            <a:xfrm>
              <a:off x="448429" y="3707852"/>
              <a:ext cx="1825674" cy="1181818"/>
            </a:xfrm>
            <a:custGeom>
              <a:avLst/>
              <a:gdLst>
                <a:gd name="csX0" fmla="*/ 0 w 1825674"/>
                <a:gd name="csY0" fmla="*/ 1181819 h 1181818"/>
                <a:gd name="csX1" fmla="*/ 1825674 w 1825674"/>
                <a:gd name="csY1" fmla="*/ 1181819 h 1181818"/>
                <a:gd name="csX2" fmla="*/ 1825674 w 1825674"/>
                <a:gd name="csY2" fmla="*/ 0 h 1181818"/>
                <a:gd name="csX3" fmla="*/ 0 w 1825674"/>
                <a:gd name="csY3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25674" h="1181818">
                  <a:moveTo>
                    <a:pt x="0" y="1181819"/>
                  </a:moveTo>
                  <a:lnTo>
                    <a:pt x="1825674" y="1181819"/>
                  </a:lnTo>
                  <a:lnTo>
                    <a:pt x="18256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5E8C5416-057C-EAA3-E31E-AEA7AB3AC3F9}"/>
                </a:ext>
              </a:extLst>
            </p:cNvPr>
            <p:cNvSpPr/>
            <p:nvPr/>
          </p:nvSpPr>
          <p:spPr>
            <a:xfrm>
              <a:off x="607745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9F185C07-950C-D7F8-6391-66DAD400BF06}"/>
                </a:ext>
              </a:extLst>
            </p:cNvPr>
            <p:cNvSpPr/>
            <p:nvPr/>
          </p:nvSpPr>
          <p:spPr>
            <a:xfrm>
              <a:off x="1145971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B0A9A746-B9A1-30DA-D382-43C9110B7573}"/>
                </a:ext>
              </a:extLst>
            </p:cNvPr>
            <p:cNvSpPr/>
            <p:nvPr/>
          </p:nvSpPr>
          <p:spPr>
            <a:xfrm>
              <a:off x="1684198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603866D9-768F-75AC-3231-90865A115F3D}"/>
                </a:ext>
              </a:extLst>
            </p:cNvPr>
            <p:cNvSpPr/>
            <p:nvPr/>
          </p:nvSpPr>
          <p:spPr>
            <a:xfrm>
              <a:off x="2222433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7F549E5C-3A82-ED18-F9B8-70A71053993B}"/>
                </a:ext>
              </a:extLst>
            </p:cNvPr>
            <p:cNvSpPr/>
            <p:nvPr/>
          </p:nvSpPr>
          <p:spPr>
            <a:xfrm>
              <a:off x="448429" y="4856220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131CD5BE-6AAE-9AE7-C1B4-516747053C4C}"/>
                </a:ext>
              </a:extLst>
            </p:cNvPr>
            <p:cNvSpPr/>
            <p:nvPr/>
          </p:nvSpPr>
          <p:spPr>
            <a:xfrm>
              <a:off x="448429" y="4576756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F78B809E-26E5-AEDC-62F9-1B86459F2C1A}"/>
                </a:ext>
              </a:extLst>
            </p:cNvPr>
            <p:cNvSpPr/>
            <p:nvPr/>
          </p:nvSpPr>
          <p:spPr>
            <a:xfrm>
              <a:off x="448429" y="4297283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42D6CB75-548E-E21E-5250-7B57F2FDE2B5}"/>
                </a:ext>
              </a:extLst>
            </p:cNvPr>
            <p:cNvSpPr/>
            <p:nvPr/>
          </p:nvSpPr>
          <p:spPr>
            <a:xfrm>
              <a:off x="448429" y="4017812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012FBF0C-6482-8010-A1ED-0C0128C44617}"/>
                </a:ext>
              </a:extLst>
            </p:cNvPr>
            <p:cNvSpPr/>
            <p:nvPr/>
          </p:nvSpPr>
          <p:spPr>
            <a:xfrm>
              <a:off x="448429" y="3738342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F22A5768-B917-2483-FB59-4DEAD7E9BB5B}"/>
                </a:ext>
              </a:extLst>
            </p:cNvPr>
            <p:cNvSpPr/>
            <p:nvPr/>
          </p:nvSpPr>
          <p:spPr>
            <a:xfrm>
              <a:off x="448429" y="4889671"/>
              <a:ext cx="1825674" cy="889"/>
            </a:xfrm>
            <a:custGeom>
              <a:avLst/>
              <a:gdLst>
                <a:gd name="csX0" fmla="*/ 0 w 1825674"/>
                <a:gd name="csY0" fmla="*/ 0 h 889"/>
                <a:gd name="csX1" fmla="*/ 1825674 w 1825674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5674" h="889">
                  <a:moveTo>
                    <a:pt x="0" y="0"/>
                  </a:moveTo>
                  <a:lnTo>
                    <a:pt x="1825674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316575BB-959E-E561-9204-B693BA1EE20E}"/>
                </a:ext>
              </a:extLst>
            </p:cNvPr>
            <p:cNvSpPr/>
            <p:nvPr/>
          </p:nvSpPr>
          <p:spPr>
            <a:xfrm>
              <a:off x="607745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E27EF22A-D5C2-3FBD-118B-B00EEE0C11D2}"/>
                </a:ext>
              </a:extLst>
            </p:cNvPr>
            <p:cNvSpPr/>
            <p:nvPr/>
          </p:nvSpPr>
          <p:spPr>
            <a:xfrm>
              <a:off x="1145971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CBB49D17-D920-54E7-E082-2AC714F3474F}"/>
                </a:ext>
              </a:extLst>
            </p:cNvPr>
            <p:cNvSpPr/>
            <p:nvPr/>
          </p:nvSpPr>
          <p:spPr>
            <a:xfrm>
              <a:off x="1684198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54D3D3E9-A596-C177-D3CA-360626ECAFDD}"/>
                </a:ext>
              </a:extLst>
            </p:cNvPr>
            <p:cNvSpPr/>
            <p:nvPr/>
          </p:nvSpPr>
          <p:spPr>
            <a:xfrm>
              <a:off x="2222433" y="4872856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625AB5F0-2571-1948-4F7A-DF55A4EECC91}"/>
                </a:ext>
              </a:extLst>
            </p:cNvPr>
            <p:cNvSpPr/>
            <p:nvPr/>
          </p:nvSpPr>
          <p:spPr>
            <a:xfrm>
              <a:off x="536227" y="4947809"/>
              <a:ext cx="46201" cy="6129"/>
            </a:xfrm>
            <a:custGeom>
              <a:avLst/>
              <a:gdLst>
                <a:gd name="csX0" fmla="*/ 0 w 46201"/>
                <a:gd name="csY0" fmla="*/ 0 h 6129"/>
                <a:gd name="csX1" fmla="*/ 46201 w 46201"/>
                <a:gd name="csY1" fmla="*/ 0 h 6129"/>
                <a:gd name="csX2" fmla="*/ 46201 w 46201"/>
                <a:gd name="csY2" fmla="*/ 6130 h 6129"/>
                <a:gd name="csX3" fmla="*/ 0 w 46201"/>
                <a:gd name="csY3" fmla="*/ 6130 h 6129"/>
                <a:gd name="csX4" fmla="*/ 0 w 46201"/>
                <a:gd name="csY4" fmla="*/ 0 h 6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201" h="6129">
                  <a:moveTo>
                    <a:pt x="0" y="0"/>
                  </a:moveTo>
                  <a:lnTo>
                    <a:pt x="46201" y="0"/>
                  </a:lnTo>
                  <a:lnTo>
                    <a:pt x="46201" y="6130"/>
                  </a:lnTo>
                  <a:lnTo>
                    <a:pt x="0" y="6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21726FCD-E4E7-21C6-E990-02A31EAB2A81}"/>
                </a:ext>
              </a:extLst>
            </p:cNvPr>
            <p:cNvSpPr/>
            <p:nvPr/>
          </p:nvSpPr>
          <p:spPr>
            <a:xfrm>
              <a:off x="595654" y="4919233"/>
              <a:ext cx="34165" cy="54775"/>
            </a:xfrm>
            <a:custGeom>
              <a:avLst/>
              <a:gdLst>
                <a:gd name="csX0" fmla="*/ 8758 w 34165"/>
                <a:gd name="csY0" fmla="*/ 48646 h 54775"/>
                <a:gd name="csX1" fmla="*/ 34165 w 34165"/>
                <a:gd name="csY1" fmla="*/ 48646 h 54775"/>
                <a:gd name="csX2" fmla="*/ 34165 w 34165"/>
                <a:gd name="csY2" fmla="*/ 54775 h 54775"/>
                <a:gd name="csX3" fmla="*/ 0 w 34165"/>
                <a:gd name="csY3" fmla="*/ 54775 h 54775"/>
                <a:gd name="csX4" fmla="*/ 0 w 34165"/>
                <a:gd name="csY4" fmla="*/ 48646 h 54775"/>
                <a:gd name="csX5" fmla="*/ 11281 w 34165"/>
                <a:gd name="csY5" fmla="*/ 37152 h 54775"/>
                <a:gd name="csX6" fmla="*/ 20290 w 34165"/>
                <a:gd name="csY6" fmla="*/ 27819 h 54775"/>
                <a:gd name="csX7" fmla="*/ 25156 w 34165"/>
                <a:gd name="csY7" fmla="*/ 21191 h 54775"/>
                <a:gd name="csX8" fmla="*/ 26560 w 34165"/>
                <a:gd name="csY8" fmla="*/ 15818 h 54775"/>
                <a:gd name="csX9" fmla="*/ 23534 w 34165"/>
                <a:gd name="csY9" fmla="*/ 8825 h 54775"/>
                <a:gd name="csX10" fmla="*/ 15713 w 34165"/>
                <a:gd name="csY10" fmla="*/ 6121 h 54775"/>
                <a:gd name="csX11" fmla="*/ 8469 w 34165"/>
                <a:gd name="csY11" fmla="*/ 7313 h 54775"/>
                <a:gd name="csX12" fmla="*/ 360 w 34165"/>
                <a:gd name="csY12" fmla="*/ 10916 h 54775"/>
                <a:gd name="csX13" fmla="*/ 360 w 34165"/>
                <a:gd name="csY13" fmla="*/ 3567 h 54775"/>
                <a:gd name="csX14" fmla="*/ 8577 w 34165"/>
                <a:gd name="csY14" fmla="*/ 899 h 54775"/>
                <a:gd name="csX15" fmla="*/ 15569 w 34165"/>
                <a:gd name="csY15" fmla="*/ 0 h 54775"/>
                <a:gd name="csX16" fmla="*/ 28903 w 34165"/>
                <a:gd name="csY16" fmla="*/ 4181 h 54775"/>
                <a:gd name="csX17" fmla="*/ 33877 w 34165"/>
                <a:gd name="csY17" fmla="*/ 15346 h 54775"/>
                <a:gd name="csX18" fmla="*/ 32615 w 34165"/>
                <a:gd name="csY18" fmla="*/ 21654 h 54775"/>
                <a:gd name="csX19" fmla="*/ 28110 w 34165"/>
                <a:gd name="csY19" fmla="*/ 28647 h 54775"/>
                <a:gd name="csX20" fmla="*/ 22380 w 34165"/>
                <a:gd name="csY20" fmla="*/ 34705 h 54775"/>
                <a:gd name="csX21" fmla="*/ 8758 w 34165"/>
                <a:gd name="csY21" fmla="*/ 48646 h 54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5" h="54775">
                  <a:moveTo>
                    <a:pt x="8758" y="48646"/>
                  </a:moveTo>
                  <a:lnTo>
                    <a:pt x="34165" y="48646"/>
                  </a:lnTo>
                  <a:lnTo>
                    <a:pt x="34165" y="54775"/>
                  </a:lnTo>
                  <a:lnTo>
                    <a:pt x="0" y="54775"/>
                  </a:lnTo>
                  <a:lnTo>
                    <a:pt x="0" y="48646"/>
                  </a:lnTo>
                  <a:cubicBezTo>
                    <a:pt x="2763" y="45787"/>
                    <a:pt x="6523" y="41956"/>
                    <a:pt x="11281" y="37152"/>
                  </a:cubicBezTo>
                  <a:cubicBezTo>
                    <a:pt x="16062" y="32324"/>
                    <a:pt x="19065" y="29213"/>
                    <a:pt x="20290" y="27819"/>
                  </a:cubicBezTo>
                  <a:cubicBezTo>
                    <a:pt x="22620" y="25198"/>
                    <a:pt x="24242" y="22988"/>
                    <a:pt x="25156" y="21191"/>
                  </a:cubicBezTo>
                  <a:cubicBezTo>
                    <a:pt x="26092" y="19365"/>
                    <a:pt x="26560" y="17573"/>
                    <a:pt x="26560" y="15818"/>
                  </a:cubicBezTo>
                  <a:cubicBezTo>
                    <a:pt x="26560" y="12959"/>
                    <a:pt x="25551" y="10628"/>
                    <a:pt x="23534" y="8825"/>
                  </a:cubicBezTo>
                  <a:cubicBezTo>
                    <a:pt x="21539" y="7022"/>
                    <a:pt x="18932" y="6121"/>
                    <a:pt x="15713" y="6121"/>
                  </a:cubicBezTo>
                  <a:cubicBezTo>
                    <a:pt x="13431" y="6121"/>
                    <a:pt x="11016" y="6518"/>
                    <a:pt x="8469" y="7313"/>
                  </a:cubicBezTo>
                  <a:cubicBezTo>
                    <a:pt x="5946" y="8108"/>
                    <a:pt x="3243" y="9309"/>
                    <a:pt x="360" y="10916"/>
                  </a:cubicBezTo>
                  <a:lnTo>
                    <a:pt x="360" y="3567"/>
                  </a:lnTo>
                  <a:cubicBezTo>
                    <a:pt x="3291" y="2387"/>
                    <a:pt x="6030" y="1498"/>
                    <a:pt x="8577" y="899"/>
                  </a:cubicBezTo>
                  <a:cubicBezTo>
                    <a:pt x="11124" y="300"/>
                    <a:pt x="13454" y="0"/>
                    <a:pt x="15569" y="0"/>
                  </a:cubicBezTo>
                  <a:cubicBezTo>
                    <a:pt x="21143" y="0"/>
                    <a:pt x="25587" y="1394"/>
                    <a:pt x="28903" y="4181"/>
                  </a:cubicBezTo>
                  <a:cubicBezTo>
                    <a:pt x="32219" y="6963"/>
                    <a:pt x="33877" y="10685"/>
                    <a:pt x="33877" y="15346"/>
                  </a:cubicBezTo>
                  <a:cubicBezTo>
                    <a:pt x="33877" y="17559"/>
                    <a:pt x="33456" y="19661"/>
                    <a:pt x="32615" y="21654"/>
                  </a:cubicBezTo>
                  <a:cubicBezTo>
                    <a:pt x="31799" y="23623"/>
                    <a:pt x="30297" y="25954"/>
                    <a:pt x="28110" y="28647"/>
                  </a:cubicBezTo>
                  <a:cubicBezTo>
                    <a:pt x="27510" y="29346"/>
                    <a:pt x="25600" y="31366"/>
                    <a:pt x="22380" y="34705"/>
                  </a:cubicBezTo>
                  <a:cubicBezTo>
                    <a:pt x="19161" y="38020"/>
                    <a:pt x="14620" y="42667"/>
                    <a:pt x="8758" y="4864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194E3453-8273-4524-0BBD-DE67DDB5B98F}"/>
                </a:ext>
              </a:extLst>
            </p:cNvPr>
            <p:cNvSpPr/>
            <p:nvPr/>
          </p:nvSpPr>
          <p:spPr>
            <a:xfrm>
              <a:off x="642072" y="4919233"/>
              <a:ext cx="37191" cy="55816"/>
            </a:xfrm>
            <a:custGeom>
              <a:avLst/>
              <a:gdLst>
                <a:gd name="csX0" fmla="*/ 18596 w 37191"/>
                <a:gd name="csY0" fmla="*/ 5765 h 55816"/>
                <a:gd name="csX1" fmla="*/ 10127 w 37191"/>
                <a:gd name="csY1" fmla="*/ 11316 h 55816"/>
                <a:gd name="csX2" fmla="*/ 7316 w 37191"/>
                <a:gd name="csY2" fmla="*/ 27926 h 55816"/>
                <a:gd name="csX3" fmla="*/ 10127 w 37191"/>
                <a:gd name="csY3" fmla="*/ 44544 h 55816"/>
                <a:gd name="csX4" fmla="*/ 18596 w 37191"/>
                <a:gd name="csY4" fmla="*/ 50051 h 55816"/>
                <a:gd name="csX5" fmla="*/ 27065 w 37191"/>
                <a:gd name="csY5" fmla="*/ 44544 h 55816"/>
                <a:gd name="csX6" fmla="*/ 29912 w 37191"/>
                <a:gd name="csY6" fmla="*/ 27926 h 55816"/>
                <a:gd name="csX7" fmla="*/ 27065 w 37191"/>
                <a:gd name="csY7" fmla="*/ 11316 h 55816"/>
                <a:gd name="csX8" fmla="*/ 18596 w 37191"/>
                <a:gd name="csY8" fmla="*/ 5765 h 55816"/>
                <a:gd name="csX9" fmla="*/ 18596 w 37191"/>
                <a:gd name="csY9" fmla="*/ 0 h 55816"/>
                <a:gd name="csX10" fmla="*/ 32398 w 37191"/>
                <a:gd name="csY10" fmla="*/ 7170 h 55816"/>
                <a:gd name="csX11" fmla="*/ 37192 w 37191"/>
                <a:gd name="csY11" fmla="*/ 27926 h 55816"/>
                <a:gd name="csX12" fmla="*/ 32398 w 37191"/>
                <a:gd name="csY12" fmla="*/ 48681 h 55816"/>
                <a:gd name="csX13" fmla="*/ 18596 w 37191"/>
                <a:gd name="csY13" fmla="*/ 55816 h 55816"/>
                <a:gd name="csX14" fmla="*/ 4757 w 37191"/>
                <a:gd name="csY14" fmla="*/ 48681 h 55816"/>
                <a:gd name="csX15" fmla="*/ 0 w 37191"/>
                <a:gd name="csY15" fmla="*/ 27926 h 55816"/>
                <a:gd name="csX16" fmla="*/ 4757 w 37191"/>
                <a:gd name="csY16" fmla="*/ 7170 h 55816"/>
                <a:gd name="csX17" fmla="*/ 18596 w 37191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16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88"/>
                    <a:pt x="7316" y="20524"/>
                    <a:pt x="7316" y="27926"/>
                  </a:cubicBezTo>
                  <a:cubicBezTo>
                    <a:pt x="7316" y="35304"/>
                    <a:pt x="8253" y="40844"/>
                    <a:pt x="10127" y="44544"/>
                  </a:cubicBezTo>
                  <a:cubicBezTo>
                    <a:pt x="12025" y="48216"/>
                    <a:pt x="14848" y="50051"/>
                    <a:pt x="18596" y="50051"/>
                  </a:cubicBezTo>
                  <a:cubicBezTo>
                    <a:pt x="22368" y="50051"/>
                    <a:pt x="25191" y="48216"/>
                    <a:pt x="27065" y="44544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24"/>
                    <a:pt x="28963" y="14988"/>
                    <a:pt x="27065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8" y="7170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2"/>
                    <a:pt x="35594" y="43901"/>
                    <a:pt x="32398" y="48681"/>
                  </a:cubicBezTo>
                  <a:cubicBezTo>
                    <a:pt x="29227" y="53438"/>
                    <a:pt x="24626" y="55816"/>
                    <a:pt x="18596" y="55816"/>
                  </a:cubicBezTo>
                  <a:cubicBezTo>
                    <a:pt x="12566" y="55816"/>
                    <a:pt x="7953" y="53438"/>
                    <a:pt x="4757" y="48681"/>
                  </a:cubicBezTo>
                  <a:cubicBezTo>
                    <a:pt x="1586" y="43901"/>
                    <a:pt x="0" y="36982"/>
                    <a:pt x="0" y="27926"/>
                  </a:cubicBezTo>
                  <a:cubicBezTo>
                    <a:pt x="0" y="18846"/>
                    <a:pt x="1586" y="11927"/>
                    <a:pt x="4757" y="7170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383940F0-7261-DAE4-FB89-98A17C15093A}"/>
                </a:ext>
              </a:extLst>
            </p:cNvPr>
            <p:cNvSpPr/>
            <p:nvPr/>
          </p:nvSpPr>
          <p:spPr>
            <a:xfrm>
              <a:off x="1074453" y="4947809"/>
              <a:ext cx="46199" cy="6129"/>
            </a:xfrm>
            <a:custGeom>
              <a:avLst/>
              <a:gdLst>
                <a:gd name="csX0" fmla="*/ 0 w 46199"/>
                <a:gd name="csY0" fmla="*/ 0 h 6129"/>
                <a:gd name="csX1" fmla="*/ 46199 w 46199"/>
                <a:gd name="csY1" fmla="*/ 0 h 6129"/>
                <a:gd name="csX2" fmla="*/ 46199 w 46199"/>
                <a:gd name="csY2" fmla="*/ 6130 h 6129"/>
                <a:gd name="csX3" fmla="*/ 0 w 46199"/>
                <a:gd name="csY3" fmla="*/ 6130 h 6129"/>
                <a:gd name="csX4" fmla="*/ 0 w 46199"/>
                <a:gd name="csY4" fmla="*/ 0 h 6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199" h="6129">
                  <a:moveTo>
                    <a:pt x="0" y="0"/>
                  </a:moveTo>
                  <a:lnTo>
                    <a:pt x="46199" y="0"/>
                  </a:lnTo>
                  <a:lnTo>
                    <a:pt x="46199" y="6130"/>
                  </a:lnTo>
                  <a:lnTo>
                    <a:pt x="0" y="6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3683A0F9-CF2D-54C0-3B15-3BF5263ABA90}"/>
                </a:ext>
              </a:extLst>
            </p:cNvPr>
            <p:cNvSpPr/>
            <p:nvPr/>
          </p:nvSpPr>
          <p:spPr>
            <a:xfrm>
              <a:off x="1136586" y="4920203"/>
              <a:ext cx="32036" cy="53805"/>
            </a:xfrm>
            <a:custGeom>
              <a:avLst/>
              <a:gdLst>
                <a:gd name="csX0" fmla="*/ 1041 w 32036"/>
                <a:gd name="csY0" fmla="*/ 47676 h 53805"/>
                <a:gd name="csX1" fmla="*/ 12935 w 32036"/>
                <a:gd name="csY1" fmla="*/ 47676 h 53805"/>
                <a:gd name="csX2" fmla="*/ 12935 w 32036"/>
                <a:gd name="csY2" fmla="*/ 6628 h 53805"/>
                <a:gd name="csX3" fmla="*/ 0 w 32036"/>
                <a:gd name="csY3" fmla="*/ 9226 h 53805"/>
                <a:gd name="csX4" fmla="*/ 0 w 32036"/>
                <a:gd name="csY4" fmla="*/ 2598 h 53805"/>
                <a:gd name="csX5" fmla="*/ 12864 w 32036"/>
                <a:gd name="csY5" fmla="*/ 0 h 53805"/>
                <a:gd name="csX6" fmla="*/ 20142 w 32036"/>
                <a:gd name="csY6" fmla="*/ 0 h 53805"/>
                <a:gd name="csX7" fmla="*/ 20142 w 32036"/>
                <a:gd name="csY7" fmla="*/ 47676 h 53805"/>
                <a:gd name="csX8" fmla="*/ 32036 w 32036"/>
                <a:gd name="csY8" fmla="*/ 47676 h 53805"/>
                <a:gd name="csX9" fmla="*/ 32036 w 32036"/>
                <a:gd name="csY9" fmla="*/ 53806 h 53805"/>
                <a:gd name="csX10" fmla="*/ 1041 w 32036"/>
                <a:gd name="csY10" fmla="*/ 53806 h 53805"/>
                <a:gd name="csX11" fmla="*/ 1041 w 32036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6" h="53805">
                  <a:moveTo>
                    <a:pt x="1041" y="47676"/>
                  </a:moveTo>
                  <a:lnTo>
                    <a:pt x="12935" y="47676"/>
                  </a:lnTo>
                  <a:lnTo>
                    <a:pt x="12935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4" y="0"/>
                  </a:lnTo>
                  <a:lnTo>
                    <a:pt x="20142" y="0"/>
                  </a:lnTo>
                  <a:lnTo>
                    <a:pt x="20142" y="47676"/>
                  </a:lnTo>
                  <a:lnTo>
                    <a:pt x="32036" y="47676"/>
                  </a:lnTo>
                  <a:lnTo>
                    <a:pt x="32036" y="53806"/>
                  </a:lnTo>
                  <a:lnTo>
                    <a:pt x="1041" y="53806"/>
                  </a:lnTo>
                  <a:lnTo>
                    <a:pt x="1041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04EC1F99-7EC1-6DE4-BDBA-9E9E9DE03252}"/>
                </a:ext>
              </a:extLst>
            </p:cNvPr>
            <p:cNvSpPr/>
            <p:nvPr/>
          </p:nvSpPr>
          <p:spPr>
            <a:xfrm>
              <a:off x="1180303" y="4919233"/>
              <a:ext cx="37187" cy="55816"/>
            </a:xfrm>
            <a:custGeom>
              <a:avLst/>
              <a:gdLst>
                <a:gd name="csX0" fmla="*/ 18594 w 37187"/>
                <a:gd name="csY0" fmla="*/ 5765 h 55816"/>
                <a:gd name="csX1" fmla="*/ 10124 w 37187"/>
                <a:gd name="csY1" fmla="*/ 11316 h 55816"/>
                <a:gd name="csX2" fmla="*/ 7313 w 37187"/>
                <a:gd name="csY2" fmla="*/ 27926 h 55816"/>
                <a:gd name="csX3" fmla="*/ 10124 w 37187"/>
                <a:gd name="csY3" fmla="*/ 44544 h 55816"/>
                <a:gd name="csX4" fmla="*/ 18594 w 37187"/>
                <a:gd name="csY4" fmla="*/ 50051 h 55816"/>
                <a:gd name="csX5" fmla="*/ 27063 w 37187"/>
                <a:gd name="csY5" fmla="*/ 44544 h 55816"/>
                <a:gd name="csX6" fmla="*/ 29910 w 37187"/>
                <a:gd name="csY6" fmla="*/ 27926 h 55816"/>
                <a:gd name="csX7" fmla="*/ 27063 w 37187"/>
                <a:gd name="csY7" fmla="*/ 11316 h 55816"/>
                <a:gd name="csX8" fmla="*/ 18594 w 37187"/>
                <a:gd name="csY8" fmla="*/ 5765 h 55816"/>
                <a:gd name="csX9" fmla="*/ 18594 w 37187"/>
                <a:gd name="csY9" fmla="*/ 0 h 55816"/>
                <a:gd name="csX10" fmla="*/ 32392 w 37187"/>
                <a:gd name="csY10" fmla="*/ 7170 h 55816"/>
                <a:gd name="csX11" fmla="*/ 37187 w 37187"/>
                <a:gd name="csY11" fmla="*/ 27926 h 55816"/>
                <a:gd name="csX12" fmla="*/ 32392 w 37187"/>
                <a:gd name="csY12" fmla="*/ 48681 h 55816"/>
                <a:gd name="csX13" fmla="*/ 18594 w 37187"/>
                <a:gd name="csY13" fmla="*/ 55816 h 55816"/>
                <a:gd name="csX14" fmla="*/ 4751 w 37187"/>
                <a:gd name="csY14" fmla="*/ 48681 h 55816"/>
                <a:gd name="csX15" fmla="*/ 0 w 37187"/>
                <a:gd name="csY15" fmla="*/ 27926 h 55816"/>
                <a:gd name="csX16" fmla="*/ 4751 w 37187"/>
                <a:gd name="csY16" fmla="*/ 7170 h 55816"/>
                <a:gd name="csX17" fmla="*/ 18594 w 37187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87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5" y="2390"/>
                    <a:pt x="32392" y="7170"/>
                  </a:cubicBezTo>
                  <a:cubicBezTo>
                    <a:pt x="35589" y="11927"/>
                    <a:pt x="37187" y="18846"/>
                    <a:pt x="37187" y="27926"/>
                  </a:cubicBezTo>
                  <a:cubicBezTo>
                    <a:pt x="37187" y="36982"/>
                    <a:pt x="35589" y="43901"/>
                    <a:pt x="32392" y="48681"/>
                  </a:cubicBezTo>
                  <a:cubicBezTo>
                    <a:pt x="29225" y="53438"/>
                    <a:pt x="24625" y="55816"/>
                    <a:pt x="18594" y="55816"/>
                  </a:cubicBezTo>
                  <a:cubicBezTo>
                    <a:pt x="12562" y="55816"/>
                    <a:pt x="7948" y="53438"/>
                    <a:pt x="4751" y="48681"/>
                  </a:cubicBezTo>
                  <a:cubicBezTo>
                    <a:pt x="1584" y="43901"/>
                    <a:pt x="0" y="36982"/>
                    <a:pt x="0" y="27926"/>
                  </a:cubicBezTo>
                  <a:cubicBezTo>
                    <a:pt x="0" y="18846"/>
                    <a:pt x="1584" y="11927"/>
                    <a:pt x="4751" y="7170"/>
                  </a:cubicBezTo>
                  <a:cubicBezTo>
                    <a:pt x="7948" y="2390"/>
                    <a:pt x="12562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069E5159-21AA-DCE4-E1F4-E16A04A05484}"/>
                </a:ext>
              </a:extLst>
            </p:cNvPr>
            <p:cNvSpPr/>
            <p:nvPr/>
          </p:nvSpPr>
          <p:spPr>
            <a:xfrm>
              <a:off x="1665604" y="4919233"/>
              <a:ext cx="37196" cy="55816"/>
            </a:xfrm>
            <a:custGeom>
              <a:avLst/>
              <a:gdLst>
                <a:gd name="csX0" fmla="*/ 18594 w 37196"/>
                <a:gd name="csY0" fmla="*/ 5765 h 55816"/>
                <a:gd name="csX1" fmla="*/ 10124 w 37196"/>
                <a:gd name="csY1" fmla="*/ 11316 h 55816"/>
                <a:gd name="csX2" fmla="*/ 7322 w 37196"/>
                <a:gd name="csY2" fmla="*/ 27926 h 55816"/>
                <a:gd name="csX3" fmla="*/ 10124 w 37196"/>
                <a:gd name="csY3" fmla="*/ 44544 h 55816"/>
                <a:gd name="csX4" fmla="*/ 18594 w 37196"/>
                <a:gd name="csY4" fmla="*/ 50051 h 55816"/>
                <a:gd name="csX5" fmla="*/ 27063 w 37196"/>
                <a:gd name="csY5" fmla="*/ 44544 h 55816"/>
                <a:gd name="csX6" fmla="*/ 29910 w 37196"/>
                <a:gd name="csY6" fmla="*/ 27926 h 55816"/>
                <a:gd name="csX7" fmla="*/ 27063 w 37196"/>
                <a:gd name="csY7" fmla="*/ 11316 h 55816"/>
                <a:gd name="csX8" fmla="*/ 18594 w 37196"/>
                <a:gd name="csY8" fmla="*/ 5765 h 55816"/>
                <a:gd name="csX9" fmla="*/ 18594 w 37196"/>
                <a:gd name="csY9" fmla="*/ 0 h 55816"/>
                <a:gd name="csX10" fmla="*/ 32401 w 37196"/>
                <a:gd name="csY10" fmla="*/ 7170 h 55816"/>
                <a:gd name="csX11" fmla="*/ 37196 w 37196"/>
                <a:gd name="csY11" fmla="*/ 27926 h 55816"/>
                <a:gd name="csX12" fmla="*/ 32401 w 37196"/>
                <a:gd name="csY12" fmla="*/ 48681 h 55816"/>
                <a:gd name="csX13" fmla="*/ 18594 w 37196"/>
                <a:gd name="csY13" fmla="*/ 55816 h 55816"/>
                <a:gd name="csX14" fmla="*/ 4760 w 37196"/>
                <a:gd name="csY14" fmla="*/ 48681 h 55816"/>
                <a:gd name="csX15" fmla="*/ 0 w 37196"/>
                <a:gd name="csY15" fmla="*/ 27926 h 55816"/>
                <a:gd name="csX16" fmla="*/ 4760 w 37196"/>
                <a:gd name="csY16" fmla="*/ 7170 h 55816"/>
                <a:gd name="csX17" fmla="*/ 18594 w 37196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6" h="55816">
                  <a:moveTo>
                    <a:pt x="18594" y="5765"/>
                  </a:moveTo>
                  <a:cubicBezTo>
                    <a:pt x="14851" y="5765"/>
                    <a:pt x="12028" y="7615"/>
                    <a:pt x="10124" y="11316"/>
                  </a:cubicBezTo>
                  <a:cubicBezTo>
                    <a:pt x="8256" y="14988"/>
                    <a:pt x="7322" y="20524"/>
                    <a:pt x="7322" y="27926"/>
                  </a:cubicBezTo>
                  <a:cubicBezTo>
                    <a:pt x="7322" y="35304"/>
                    <a:pt x="8256" y="40844"/>
                    <a:pt x="10124" y="44544"/>
                  </a:cubicBezTo>
                  <a:cubicBezTo>
                    <a:pt x="12028" y="48216"/>
                    <a:pt x="14851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8" y="2390"/>
                    <a:pt x="32401" y="7170"/>
                  </a:cubicBezTo>
                  <a:cubicBezTo>
                    <a:pt x="35598" y="11927"/>
                    <a:pt x="37196" y="18846"/>
                    <a:pt x="37196" y="27926"/>
                  </a:cubicBezTo>
                  <a:cubicBezTo>
                    <a:pt x="37196" y="36982"/>
                    <a:pt x="35598" y="43901"/>
                    <a:pt x="32401" y="48681"/>
                  </a:cubicBezTo>
                  <a:cubicBezTo>
                    <a:pt x="29228" y="53438"/>
                    <a:pt x="24625" y="55816"/>
                    <a:pt x="18594" y="55816"/>
                  </a:cubicBezTo>
                  <a:cubicBezTo>
                    <a:pt x="12568" y="55816"/>
                    <a:pt x="7956" y="53438"/>
                    <a:pt x="4760" y="48681"/>
                  </a:cubicBezTo>
                  <a:cubicBezTo>
                    <a:pt x="1587" y="43901"/>
                    <a:pt x="0" y="36982"/>
                    <a:pt x="0" y="27926"/>
                  </a:cubicBezTo>
                  <a:cubicBezTo>
                    <a:pt x="0" y="18846"/>
                    <a:pt x="1587" y="11927"/>
                    <a:pt x="4760" y="7170"/>
                  </a:cubicBezTo>
                  <a:cubicBezTo>
                    <a:pt x="7956" y="2390"/>
                    <a:pt x="12568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BBE3935F-5FBE-B832-14EF-19D203C5951B}"/>
                </a:ext>
              </a:extLst>
            </p:cNvPr>
            <p:cNvSpPr/>
            <p:nvPr/>
          </p:nvSpPr>
          <p:spPr>
            <a:xfrm>
              <a:off x="2181981" y="4920203"/>
              <a:ext cx="32036" cy="53805"/>
            </a:xfrm>
            <a:custGeom>
              <a:avLst/>
              <a:gdLst>
                <a:gd name="csX0" fmla="*/ 1041 w 32036"/>
                <a:gd name="csY0" fmla="*/ 47676 h 53805"/>
                <a:gd name="csX1" fmla="*/ 12935 w 32036"/>
                <a:gd name="csY1" fmla="*/ 47676 h 53805"/>
                <a:gd name="csX2" fmla="*/ 12935 w 32036"/>
                <a:gd name="csY2" fmla="*/ 6628 h 53805"/>
                <a:gd name="csX3" fmla="*/ 0 w 32036"/>
                <a:gd name="csY3" fmla="*/ 9226 h 53805"/>
                <a:gd name="csX4" fmla="*/ 0 w 32036"/>
                <a:gd name="csY4" fmla="*/ 2598 h 53805"/>
                <a:gd name="csX5" fmla="*/ 12864 w 32036"/>
                <a:gd name="csY5" fmla="*/ 0 h 53805"/>
                <a:gd name="csX6" fmla="*/ 20142 w 32036"/>
                <a:gd name="csY6" fmla="*/ 0 h 53805"/>
                <a:gd name="csX7" fmla="*/ 20142 w 32036"/>
                <a:gd name="csY7" fmla="*/ 47676 h 53805"/>
                <a:gd name="csX8" fmla="*/ 32036 w 32036"/>
                <a:gd name="csY8" fmla="*/ 47676 h 53805"/>
                <a:gd name="csX9" fmla="*/ 32036 w 32036"/>
                <a:gd name="csY9" fmla="*/ 53806 h 53805"/>
                <a:gd name="csX10" fmla="*/ 1041 w 32036"/>
                <a:gd name="csY10" fmla="*/ 53806 h 53805"/>
                <a:gd name="csX11" fmla="*/ 1041 w 32036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6" h="53805">
                  <a:moveTo>
                    <a:pt x="1041" y="47676"/>
                  </a:moveTo>
                  <a:lnTo>
                    <a:pt x="12935" y="47676"/>
                  </a:lnTo>
                  <a:lnTo>
                    <a:pt x="12935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4" y="0"/>
                  </a:lnTo>
                  <a:lnTo>
                    <a:pt x="20142" y="0"/>
                  </a:lnTo>
                  <a:lnTo>
                    <a:pt x="20142" y="47676"/>
                  </a:lnTo>
                  <a:lnTo>
                    <a:pt x="32036" y="47676"/>
                  </a:lnTo>
                  <a:lnTo>
                    <a:pt x="32036" y="53806"/>
                  </a:lnTo>
                  <a:lnTo>
                    <a:pt x="1041" y="53806"/>
                  </a:lnTo>
                  <a:lnTo>
                    <a:pt x="1041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2B203521-F123-9F36-4660-36991A2F98D4}"/>
                </a:ext>
              </a:extLst>
            </p:cNvPr>
            <p:cNvSpPr/>
            <p:nvPr/>
          </p:nvSpPr>
          <p:spPr>
            <a:xfrm>
              <a:off x="2225689" y="4919233"/>
              <a:ext cx="37195" cy="55816"/>
            </a:xfrm>
            <a:custGeom>
              <a:avLst/>
              <a:gdLst>
                <a:gd name="csX0" fmla="*/ 18602 w 37195"/>
                <a:gd name="csY0" fmla="*/ 5765 h 55816"/>
                <a:gd name="csX1" fmla="*/ 10133 w 37195"/>
                <a:gd name="csY1" fmla="*/ 11316 h 55816"/>
                <a:gd name="csX2" fmla="*/ 7322 w 37195"/>
                <a:gd name="csY2" fmla="*/ 27926 h 55816"/>
                <a:gd name="csX3" fmla="*/ 10133 w 37195"/>
                <a:gd name="csY3" fmla="*/ 44544 h 55816"/>
                <a:gd name="csX4" fmla="*/ 18602 w 37195"/>
                <a:gd name="csY4" fmla="*/ 50051 h 55816"/>
                <a:gd name="csX5" fmla="*/ 27072 w 37195"/>
                <a:gd name="csY5" fmla="*/ 44544 h 55816"/>
                <a:gd name="csX6" fmla="*/ 29919 w 37195"/>
                <a:gd name="csY6" fmla="*/ 27926 h 55816"/>
                <a:gd name="csX7" fmla="*/ 27072 w 37195"/>
                <a:gd name="csY7" fmla="*/ 11316 h 55816"/>
                <a:gd name="csX8" fmla="*/ 18602 w 37195"/>
                <a:gd name="csY8" fmla="*/ 5765 h 55816"/>
                <a:gd name="csX9" fmla="*/ 18602 w 37195"/>
                <a:gd name="csY9" fmla="*/ 0 h 55816"/>
                <a:gd name="csX10" fmla="*/ 32401 w 37195"/>
                <a:gd name="csY10" fmla="*/ 7170 h 55816"/>
                <a:gd name="csX11" fmla="*/ 37196 w 37195"/>
                <a:gd name="csY11" fmla="*/ 27926 h 55816"/>
                <a:gd name="csX12" fmla="*/ 32401 w 37195"/>
                <a:gd name="csY12" fmla="*/ 48681 h 55816"/>
                <a:gd name="csX13" fmla="*/ 18602 w 37195"/>
                <a:gd name="csY13" fmla="*/ 55816 h 55816"/>
                <a:gd name="csX14" fmla="*/ 4759 w 37195"/>
                <a:gd name="csY14" fmla="*/ 48681 h 55816"/>
                <a:gd name="csX15" fmla="*/ 0 w 37195"/>
                <a:gd name="csY15" fmla="*/ 27926 h 55816"/>
                <a:gd name="csX16" fmla="*/ 4759 w 37195"/>
                <a:gd name="csY16" fmla="*/ 7170 h 55816"/>
                <a:gd name="csX17" fmla="*/ 18602 w 37195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5" h="55816">
                  <a:moveTo>
                    <a:pt x="18602" y="5765"/>
                  </a:moveTo>
                  <a:cubicBezTo>
                    <a:pt x="14854" y="5765"/>
                    <a:pt x="12031" y="7615"/>
                    <a:pt x="10133" y="11316"/>
                  </a:cubicBezTo>
                  <a:cubicBezTo>
                    <a:pt x="8259" y="14988"/>
                    <a:pt x="7322" y="20524"/>
                    <a:pt x="7322" y="27926"/>
                  </a:cubicBezTo>
                  <a:cubicBezTo>
                    <a:pt x="7322" y="35304"/>
                    <a:pt x="8259" y="40844"/>
                    <a:pt x="10133" y="44544"/>
                  </a:cubicBezTo>
                  <a:cubicBezTo>
                    <a:pt x="12031" y="48216"/>
                    <a:pt x="14854" y="50051"/>
                    <a:pt x="18602" y="50051"/>
                  </a:cubicBezTo>
                  <a:cubicBezTo>
                    <a:pt x="22374" y="50051"/>
                    <a:pt x="25198" y="48216"/>
                    <a:pt x="27072" y="44544"/>
                  </a:cubicBezTo>
                  <a:cubicBezTo>
                    <a:pt x="28970" y="40844"/>
                    <a:pt x="29919" y="35304"/>
                    <a:pt x="29919" y="27926"/>
                  </a:cubicBezTo>
                  <a:cubicBezTo>
                    <a:pt x="29919" y="20524"/>
                    <a:pt x="28970" y="14988"/>
                    <a:pt x="27072" y="11316"/>
                  </a:cubicBezTo>
                  <a:cubicBezTo>
                    <a:pt x="25198" y="7615"/>
                    <a:pt x="22374" y="5765"/>
                    <a:pt x="18602" y="5765"/>
                  </a:cubicBezTo>
                  <a:moveTo>
                    <a:pt x="18602" y="0"/>
                  </a:moveTo>
                  <a:cubicBezTo>
                    <a:pt x="24628" y="0"/>
                    <a:pt x="29228" y="2390"/>
                    <a:pt x="32401" y="7170"/>
                  </a:cubicBezTo>
                  <a:cubicBezTo>
                    <a:pt x="35598" y="11927"/>
                    <a:pt x="37196" y="18846"/>
                    <a:pt x="37196" y="27926"/>
                  </a:cubicBezTo>
                  <a:cubicBezTo>
                    <a:pt x="37196" y="36982"/>
                    <a:pt x="35598" y="43901"/>
                    <a:pt x="32401" y="48681"/>
                  </a:cubicBezTo>
                  <a:cubicBezTo>
                    <a:pt x="29228" y="53438"/>
                    <a:pt x="24628" y="55816"/>
                    <a:pt x="18602" y="55816"/>
                  </a:cubicBezTo>
                  <a:cubicBezTo>
                    <a:pt x="12571" y="55816"/>
                    <a:pt x="7956" y="53438"/>
                    <a:pt x="4759" y="48681"/>
                  </a:cubicBezTo>
                  <a:cubicBezTo>
                    <a:pt x="1586" y="43901"/>
                    <a:pt x="0" y="36982"/>
                    <a:pt x="0" y="27926"/>
                  </a:cubicBezTo>
                  <a:cubicBezTo>
                    <a:pt x="0" y="18846"/>
                    <a:pt x="1586" y="11927"/>
                    <a:pt x="4759" y="7170"/>
                  </a:cubicBezTo>
                  <a:cubicBezTo>
                    <a:pt x="7956" y="2390"/>
                    <a:pt x="12571" y="0"/>
                    <a:pt x="18602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6D488121-6E82-41C2-455F-6917022A9070}"/>
                </a:ext>
              </a:extLst>
            </p:cNvPr>
            <p:cNvSpPr/>
            <p:nvPr/>
          </p:nvSpPr>
          <p:spPr>
            <a:xfrm>
              <a:off x="1337103" y="5019790"/>
              <a:ext cx="42507" cy="38672"/>
            </a:xfrm>
            <a:custGeom>
              <a:avLst/>
              <a:gdLst>
                <a:gd name="csX0" fmla="*/ 42507 w 42507"/>
                <a:gd name="csY0" fmla="*/ 5623 h 38672"/>
                <a:gd name="csX1" fmla="*/ 41048 w 42507"/>
                <a:gd name="csY1" fmla="*/ 9288 h 38672"/>
                <a:gd name="csX2" fmla="*/ 37917 w 42507"/>
                <a:gd name="csY2" fmla="*/ 10587 h 38672"/>
                <a:gd name="csX3" fmla="*/ 35506 w 42507"/>
                <a:gd name="csY3" fmla="*/ 9670 h 38672"/>
                <a:gd name="csX4" fmla="*/ 34669 w 42507"/>
                <a:gd name="csY4" fmla="*/ 7580 h 38672"/>
                <a:gd name="csX5" fmla="*/ 35835 w 42507"/>
                <a:gd name="csY5" fmla="*/ 4626 h 38672"/>
                <a:gd name="csX6" fmla="*/ 38753 w 42507"/>
                <a:gd name="csY6" fmla="*/ 2954 h 38672"/>
                <a:gd name="csX7" fmla="*/ 34500 w 42507"/>
                <a:gd name="csY7" fmla="*/ 1877 h 38672"/>
                <a:gd name="csX8" fmla="*/ 31378 w 42507"/>
                <a:gd name="csY8" fmla="*/ 2749 h 38672"/>
                <a:gd name="csX9" fmla="*/ 29082 w 42507"/>
                <a:gd name="csY9" fmla="*/ 4751 h 38672"/>
                <a:gd name="csX10" fmla="*/ 27499 w 42507"/>
                <a:gd name="csY10" fmla="*/ 7500 h 38672"/>
                <a:gd name="csX11" fmla="*/ 26502 w 42507"/>
                <a:gd name="csY11" fmla="*/ 10044 h 38672"/>
                <a:gd name="csX12" fmla="*/ 26040 w 42507"/>
                <a:gd name="csY12" fmla="*/ 11957 h 38672"/>
                <a:gd name="csX13" fmla="*/ 23122 w 42507"/>
                <a:gd name="csY13" fmla="*/ 23629 h 38672"/>
                <a:gd name="csX14" fmla="*/ 21707 w 42507"/>
                <a:gd name="csY14" fmla="*/ 31129 h 38672"/>
                <a:gd name="csX15" fmla="*/ 22873 w 42507"/>
                <a:gd name="csY15" fmla="*/ 35176 h 38672"/>
                <a:gd name="csX16" fmla="*/ 26378 w 42507"/>
                <a:gd name="csY16" fmla="*/ 36760 h 38672"/>
                <a:gd name="csX17" fmla="*/ 28335 w 42507"/>
                <a:gd name="csY17" fmla="*/ 36502 h 38672"/>
                <a:gd name="csX18" fmla="*/ 30711 w 42507"/>
                <a:gd name="csY18" fmla="*/ 35461 h 38672"/>
                <a:gd name="csX19" fmla="*/ 33290 w 42507"/>
                <a:gd name="csY19" fmla="*/ 33504 h 38672"/>
                <a:gd name="csX20" fmla="*/ 35755 w 42507"/>
                <a:gd name="csY20" fmla="*/ 30257 h 38672"/>
                <a:gd name="csX21" fmla="*/ 37756 w 42507"/>
                <a:gd name="csY21" fmla="*/ 25586 h 38672"/>
                <a:gd name="csX22" fmla="*/ 38833 w 42507"/>
                <a:gd name="csY22" fmla="*/ 24670 h 38672"/>
                <a:gd name="csX23" fmla="*/ 39883 w 42507"/>
                <a:gd name="csY23" fmla="*/ 25506 h 38672"/>
                <a:gd name="csX24" fmla="*/ 39296 w 42507"/>
                <a:gd name="csY24" fmla="*/ 27712 h 38672"/>
                <a:gd name="csX25" fmla="*/ 37543 w 42507"/>
                <a:gd name="csY25" fmla="*/ 31084 h 38672"/>
                <a:gd name="csX26" fmla="*/ 34838 w 42507"/>
                <a:gd name="csY26" fmla="*/ 34669 h 38672"/>
                <a:gd name="csX27" fmla="*/ 31004 w 42507"/>
                <a:gd name="csY27" fmla="*/ 37507 h 38672"/>
                <a:gd name="csX28" fmla="*/ 26209 w 42507"/>
                <a:gd name="csY28" fmla="*/ 38673 h 38672"/>
                <a:gd name="csX29" fmla="*/ 20248 w 42507"/>
                <a:gd name="csY29" fmla="*/ 36760 h 38672"/>
                <a:gd name="csX30" fmla="*/ 17001 w 42507"/>
                <a:gd name="csY30" fmla="*/ 32169 h 38672"/>
                <a:gd name="csX31" fmla="*/ 16503 w 42507"/>
                <a:gd name="csY31" fmla="*/ 33050 h 38672"/>
                <a:gd name="csX32" fmla="*/ 15329 w 42507"/>
                <a:gd name="csY32" fmla="*/ 34669 h 38672"/>
                <a:gd name="csX33" fmla="*/ 13540 w 42507"/>
                <a:gd name="csY33" fmla="*/ 36591 h 38672"/>
                <a:gd name="csX34" fmla="*/ 11085 w 42507"/>
                <a:gd name="csY34" fmla="*/ 38006 h 38672"/>
                <a:gd name="csX35" fmla="*/ 8042 w 42507"/>
                <a:gd name="csY35" fmla="*/ 38673 h 38672"/>
                <a:gd name="csX36" fmla="*/ 4244 w 42507"/>
                <a:gd name="csY36" fmla="*/ 38086 h 38672"/>
                <a:gd name="csX37" fmla="*/ 1246 w 42507"/>
                <a:gd name="csY37" fmla="*/ 36173 h 38672"/>
                <a:gd name="csX38" fmla="*/ 0 w 42507"/>
                <a:gd name="csY38" fmla="*/ 33006 h 38672"/>
                <a:gd name="csX39" fmla="*/ 1370 w 42507"/>
                <a:gd name="csY39" fmla="*/ 29545 h 38672"/>
                <a:gd name="csX40" fmla="*/ 4706 w 42507"/>
                <a:gd name="csY40" fmla="*/ 28086 h 38672"/>
                <a:gd name="csX41" fmla="*/ 6868 w 42507"/>
                <a:gd name="csY41" fmla="*/ 28798 h 38672"/>
                <a:gd name="csX42" fmla="*/ 7873 w 42507"/>
                <a:gd name="csY42" fmla="*/ 31049 h 38672"/>
                <a:gd name="csX43" fmla="*/ 6708 w 42507"/>
                <a:gd name="csY43" fmla="*/ 34047 h 38672"/>
                <a:gd name="csX44" fmla="*/ 3870 w 42507"/>
                <a:gd name="csY44" fmla="*/ 35675 h 38672"/>
                <a:gd name="csX45" fmla="*/ 8122 w 42507"/>
                <a:gd name="csY45" fmla="*/ 36760 h 38672"/>
                <a:gd name="csX46" fmla="*/ 13042 w 42507"/>
                <a:gd name="csY46" fmla="*/ 34340 h 38672"/>
                <a:gd name="csX47" fmla="*/ 16245 w 42507"/>
                <a:gd name="csY47" fmla="*/ 27881 h 38672"/>
                <a:gd name="csX48" fmla="*/ 19830 w 42507"/>
                <a:gd name="csY48" fmla="*/ 13834 h 38672"/>
                <a:gd name="csX49" fmla="*/ 20835 w 42507"/>
                <a:gd name="csY49" fmla="*/ 7580 h 38672"/>
                <a:gd name="csX50" fmla="*/ 20373 w 42507"/>
                <a:gd name="csY50" fmla="*/ 4626 h 38672"/>
                <a:gd name="csX51" fmla="*/ 19127 w 42507"/>
                <a:gd name="csY51" fmla="*/ 2874 h 38672"/>
                <a:gd name="csX52" fmla="*/ 17668 w 42507"/>
                <a:gd name="csY52" fmla="*/ 2082 h 38672"/>
                <a:gd name="csX53" fmla="*/ 16245 w 42507"/>
                <a:gd name="csY53" fmla="*/ 1877 h 38672"/>
                <a:gd name="csX54" fmla="*/ 13585 w 42507"/>
                <a:gd name="csY54" fmla="*/ 2375 h 38672"/>
                <a:gd name="csX55" fmla="*/ 10542 w 42507"/>
                <a:gd name="csY55" fmla="*/ 4039 h 38672"/>
                <a:gd name="csX56" fmla="*/ 7375 w 42507"/>
                <a:gd name="csY56" fmla="*/ 7500 h 38672"/>
                <a:gd name="csX57" fmla="*/ 4786 w 42507"/>
                <a:gd name="csY57" fmla="*/ 13042 h 38672"/>
                <a:gd name="csX58" fmla="*/ 3665 w 42507"/>
                <a:gd name="csY58" fmla="*/ 14003 h 38672"/>
                <a:gd name="csX59" fmla="*/ 2660 w 42507"/>
                <a:gd name="csY59" fmla="*/ 13122 h 38672"/>
                <a:gd name="csX60" fmla="*/ 3203 w 42507"/>
                <a:gd name="csY60" fmla="*/ 10960 h 38672"/>
                <a:gd name="csX61" fmla="*/ 4955 w 42507"/>
                <a:gd name="csY61" fmla="*/ 7580 h 38672"/>
                <a:gd name="csX62" fmla="*/ 7704 w 42507"/>
                <a:gd name="csY62" fmla="*/ 4039 h 38672"/>
                <a:gd name="csX63" fmla="*/ 11583 w 42507"/>
                <a:gd name="csY63" fmla="*/ 1165 h 38672"/>
                <a:gd name="csX64" fmla="*/ 16414 w 42507"/>
                <a:gd name="csY64" fmla="*/ 0 h 38672"/>
                <a:gd name="csX65" fmla="*/ 18620 w 42507"/>
                <a:gd name="csY65" fmla="*/ 249 h 38672"/>
                <a:gd name="csX66" fmla="*/ 21085 w 42507"/>
                <a:gd name="csY66" fmla="*/ 1085 h 38672"/>
                <a:gd name="csX67" fmla="*/ 23665 w 42507"/>
                <a:gd name="csY67" fmla="*/ 3078 h 38672"/>
                <a:gd name="csX68" fmla="*/ 25622 w 42507"/>
                <a:gd name="csY68" fmla="*/ 6459 h 38672"/>
                <a:gd name="csX69" fmla="*/ 26796 w 42507"/>
                <a:gd name="csY69" fmla="*/ 4582 h 38672"/>
                <a:gd name="csX70" fmla="*/ 28584 w 42507"/>
                <a:gd name="csY70" fmla="*/ 2544 h 38672"/>
                <a:gd name="csX71" fmla="*/ 31253 w 42507"/>
                <a:gd name="csY71" fmla="*/ 703 h 38672"/>
                <a:gd name="csX72" fmla="*/ 34589 w 42507"/>
                <a:gd name="csY72" fmla="*/ 0 h 38672"/>
                <a:gd name="csX73" fmla="*/ 37961 w 42507"/>
                <a:gd name="csY73" fmla="*/ 454 h 38672"/>
                <a:gd name="csX74" fmla="*/ 41048 w 42507"/>
                <a:gd name="csY74" fmla="*/ 2251 h 38672"/>
                <a:gd name="csX75" fmla="*/ 42507 w 42507"/>
                <a:gd name="csY75" fmla="*/ 5623 h 38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507" h="38672">
                  <a:moveTo>
                    <a:pt x="42507" y="5623"/>
                  </a:moveTo>
                  <a:cubicBezTo>
                    <a:pt x="42507" y="7182"/>
                    <a:pt x="42021" y="8404"/>
                    <a:pt x="41048" y="9288"/>
                  </a:cubicBezTo>
                  <a:cubicBezTo>
                    <a:pt x="40076" y="10154"/>
                    <a:pt x="39032" y="10587"/>
                    <a:pt x="37917" y="10587"/>
                  </a:cubicBezTo>
                  <a:cubicBezTo>
                    <a:pt x="36861" y="10587"/>
                    <a:pt x="36057" y="10281"/>
                    <a:pt x="35506" y="9670"/>
                  </a:cubicBezTo>
                  <a:cubicBezTo>
                    <a:pt x="34948" y="9060"/>
                    <a:pt x="34669" y="8363"/>
                    <a:pt x="34669" y="7580"/>
                  </a:cubicBezTo>
                  <a:cubicBezTo>
                    <a:pt x="34669" y="6524"/>
                    <a:pt x="35058" y="5539"/>
                    <a:pt x="35835" y="4626"/>
                  </a:cubicBezTo>
                  <a:cubicBezTo>
                    <a:pt x="36612" y="3707"/>
                    <a:pt x="37584" y="3149"/>
                    <a:pt x="38753" y="2954"/>
                  </a:cubicBezTo>
                  <a:cubicBezTo>
                    <a:pt x="37614" y="2236"/>
                    <a:pt x="36197" y="1877"/>
                    <a:pt x="34500" y="1877"/>
                  </a:cubicBezTo>
                  <a:cubicBezTo>
                    <a:pt x="33391" y="1877"/>
                    <a:pt x="32350" y="2168"/>
                    <a:pt x="31378" y="2749"/>
                  </a:cubicBezTo>
                  <a:cubicBezTo>
                    <a:pt x="30435" y="3330"/>
                    <a:pt x="29670" y="3997"/>
                    <a:pt x="29082" y="4751"/>
                  </a:cubicBezTo>
                  <a:cubicBezTo>
                    <a:pt x="28531" y="5498"/>
                    <a:pt x="28003" y="6414"/>
                    <a:pt x="27499" y="7500"/>
                  </a:cubicBezTo>
                  <a:cubicBezTo>
                    <a:pt x="27030" y="8555"/>
                    <a:pt x="26698" y="9404"/>
                    <a:pt x="26502" y="10044"/>
                  </a:cubicBezTo>
                  <a:cubicBezTo>
                    <a:pt x="26336" y="10655"/>
                    <a:pt x="26182" y="11292"/>
                    <a:pt x="26040" y="11957"/>
                  </a:cubicBezTo>
                  <a:lnTo>
                    <a:pt x="23122" y="23629"/>
                  </a:lnTo>
                  <a:cubicBezTo>
                    <a:pt x="22179" y="27324"/>
                    <a:pt x="21707" y="29824"/>
                    <a:pt x="21707" y="31129"/>
                  </a:cubicBezTo>
                  <a:cubicBezTo>
                    <a:pt x="21707" y="32742"/>
                    <a:pt x="22096" y="34091"/>
                    <a:pt x="22873" y="35176"/>
                  </a:cubicBezTo>
                  <a:cubicBezTo>
                    <a:pt x="23650" y="36232"/>
                    <a:pt x="24818" y="36760"/>
                    <a:pt x="26378" y="36760"/>
                  </a:cubicBezTo>
                  <a:cubicBezTo>
                    <a:pt x="26989" y="36760"/>
                    <a:pt x="27641" y="36674"/>
                    <a:pt x="28335" y="36502"/>
                  </a:cubicBezTo>
                  <a:cubicBezTo>
                    <a:pt x="29029" y="36312"/>
                    <a:pt x="29821" y="35965"/>
                    <a:pt x="30711" y="35461"/>
                  </a:cubicBezTo>
                  <a:cubicBezTo>
                    <a:pt x="31630" y="34933"/>
                    <a:pt x="32490" y="34281"/>
                    <a:pt x="33290" y="33504"/>
                  </a:cubicBezTo>
                  <a:cubicBezTo>
                    <a:pt x="34127" y="32697"/>
                    <a:pt x="34948" y="31615"/>
                    <a:pt x="35755" y="30257"/>
                  </a:cubicBezTo>
                  <a:cubicBezTo>
                    <a:pt x="36561" y="28893"/>
                    <a:pt x="37229" y="27336"/>
                    <a:pt x="37756" y="25586"/>
                  </a:cubicBezTo>
                  <a:cubicBezTo>
                    <a:pt x="37923" y="24975"/>
                    <a:pt x="38281" y="24670"/>
                    <a:pt x="38833" y="24670"/>
                  </a:cubicBezTo>
                  <a:cubicBezTo>
                    <a:pt x="39533" y="24670"/>
                    <a:pt x="39883" y="24949"/>
                    <a:pt x="39883" y="25506"/>
                  </a:cubicBezTo>
                  <a:cubicBezTo>
                    <a:pt x="39883" y="25975"/>
                    <a:pt x="39687" y="26710"/>
                    <a:pt x="39296" y="27712"/>
                  </a:cubicBezTo>
                  <a:cubicBezTo>
                    <a:pt x="38934" y="28685"/>
                    <a:pt x="38350" y="29809"/>
                    <a:pt x="37543" y="31084"/>
                  </a:cubicBezTo>
                  <a:cubicBezTo>
                    <a:pt x="36766" y="32336"/>
                    <a:pt x="35865" y="33531"/>
                    <a:pt x="34838" y="34669"/>
                  </a:cubicBezTo>
                  <a:cubicBezTo>
                    <a:pt x="33807" y="35784"/>
                    <a:pt x="32528" y="36730"/>
                    <a:pt x="31004" y="37507"/>
                  </a:cubicBezTo>
                  <a:cubicBezTo>
                    <a:pt x="29474" y="38284"/>
                    <a:pt x="27875" y="38673"/>
                    <a:pt x="26209" y="38673"/>
                  </a:cubicBezTo>
                  <a:cubicBezTo>
                    <a:pt x="23819" y="38673"/>
                    <a:pt x="21832" y="38035"/>
                    <a:pt x="20248" y="36760"/>
                  </a:cubicBezTo>
                  <a:cubicBezTo>
                    <a:pt x="18665" y="35479"/>
                    <a:pt x="17582" y="33949"/>
                    <a:pt x="17001" y="32169"/>
                  </a:cubicBezTo>
                  <a:cubicBezTo>
                    <a:pt x="16859" y="32419"/>
                    <a:pt x="16693" y="32712"/>
                    <a:pt x="16503" y="33050"/>
                  </a:cubicBezTo>
                  <a:cubicBezTo>
                    <a:pt x="16307" y="33382"/>
                    <a:pt x="15916" y="33922"/>
                    <a:pt x="15329" y="34669"/>
                  </a:cubicBezTo>
                  <a:cubicBezTo>
                    <a:pt x="14777" y="35393"/>
                    <a:pt x="14181" y="36034"/>
                    <a:pt x="13540" y="36591"/>
                  </a:cubicBezTo>
                  <a:cubicBezTo>
                    <a:pt x="12900" y="37119"/>
                    <a:pt x="12081" y="37590"/>
                    <a:pt x="11085" y="38006"/>
                  </a:cubicBezTo>
                  <a:cubicBezTo>
                    <a:pt x="10112" y="38450"/>
                    <a:pt x="9098" y="38673"/>
                    <a:pt x="8042" y="38673"/>
                  </a:cubicBezTo>
                  <a:cubicBezTo>
                    <a:pt x="6708" y="38673"/>
                    <a:pt x="5442" y="38477"/>
                    <a:pt x="4244" y="38086"/>
                  </a:cubicBezTo>
                  <a:cubicBezTo>
                    <a:pt x="3081" y="37700"/>
                    <a:pt x="2082" y="37063"/>
                    <a:pt x="1246" y="36173"/>
                  </a:cubicBezTo>
                  <a:cubicBezTo>
                    <a:pt x="415" y="35283"/>
                    <a:pt x="0" y="34228"/>
                    <a:pt x="0" y="33006"/>
                  </a:cubicBezTo>
                  <a:cubicBezTo>
                    <a:pt x="0" y="31642"/>
                    <a:pt x="457" y="30488"/>
                    <a:pt x="1370" y="29545"/>
                  </a:cubicBezTo>
                  <a:cubicBezTo>
                    <a:pt x="2313" y="28572"/>
                    <a:pt x="3425" y="28086"/>
                    <a:pt x="4706" y="28086"/>
                  </a:cubicBezTo>
                  <a:cubicBezTo>
                    <a:pt x="5513" y="28086"/>
                    <a:pt x="6233" y="28323"/>
                    <a:pt x="6868" y="28798"/>
                  </a:cubicBezTo>
                  <a:cubicBezTo>
                    <a:pt x="7538" y="29266"/>
                    <a:pt x="7873" y="30017"/>
                    <a:pt x="7873" y="31049"/>
                  </a:cubicBezTo>
                  <a:cubicBezTo>
                    <a:pt x="7873" y="32187"/>
                    <a:pt x="7485" y="33187"/>
                    <a:pt x="6708" y="34047"/>
                  </a:cubicBezTo>
                  <a:cubicBezTo>
                    <a:pt x="5931" y="34907"/>
                    <a:pt x="4985" y="35449"/>
                    <a:pt x="3870" y="35675"/>
                  </a:cubicBezTo>
                  <a:cubicBezTo>
                    <a:pt x="5009" y="36398"/>
                    <a:pt x="6426" y="36760"/>
                    <a:pt x="8122" y="36760"/>
                  </a:cubicBezTo>
                  <a:cubicBezTo>
                    <a:pt x="9955" y="36760"/>
                    <a:pt x="11595" y="35954"/>
                    <a:pt x="13042" y="34340"/>
                  </a:cubicBezTo>
                  <a:cubicBezTo>
                    <a:pt x="14483" y="32727"/>
                    <a:pt x="15551" y="30574"/>
                    <a:pt x="16245" y="27881"/>
                  </a:cubicBezTo>
                  <a:cubicBezTo>
                    <a:pt x="17971" y="21405"/>
                    <a:pt x="19166" y="16722"/>
                    <a:pt x="19830" y="13834"/>
                  </a:cubicBezTo>
                  <a:cubicBezTo>
                    <a:pt x="20500" y="10916"/>
                    <a:pt x="20835" y="8831"/>
                    <a:pt x="20835" y="7580"/>
                  </a:cubicBezTo>
                  <a:cubicBezTo>
                    <a:pt x="20835" y="6417"/>
                    <a:pt x="20681" y="5433"/>
                    <a:pt x="20373" y="4626"/>
                  </a:cubicBezTo>
                  <a:cubicBezTo>
                    <a:pt x="20070" y="3820"/>
                    <a:pt x="19655" y="3235"/>
                    <a:pt x="19127" y="2874"/>
                  </a:cubicBezTo>
                  <a:cubicBezTo>
                    <a:pt x="18623" y="2482"/>
                    <a:pt x="18137" y="2218"/>
                    <a:pt x="17668" y="2082"/>
                  </a:cubicBezTo>
                  <a:cubicBezTo>
                    <a:pt x="17224" y="1945"/>
                    <a:pt x="16749" y="1877"/>
                    <a:pt x="16245" y="1877"/>
                  </a:cubicBezTo>
                  <a:cubicBezTo>
                    <a:pt x="15415" y="1877"/>
                    <a:pt x="14528" y="2043"/>
                    <a:pt x="13585" y="2375"/>
                  </a:cubicBezTo>
                  <a:cubicBezTo>
                    <a:pt x="12666" y="2707"/>
                    <a:pt x="11651" y="3262"/>
                    <a:pt x="10542" y="4039"/>
                  </a:cubicBezTo>
                  <a:cubicBezTo>
                    <a:pt x="9457" y="4792"/>
                    <a:pt x="8401" y="5946"/>
                    <a:pt x="7375" y="7500"/>
                  </a:cubicBezTo>
                  <a:cubicBezTo>
                    <a:pt x="6343" y="9054"/>
                    <a:pt x="5480" y="10901"/>
                    <a:pt x="4786" y="13042"/>
                  </a:cubicBezTo>
                  <a:cubicBezTo>
                    <a:pt x="4650" y="13683"/>
                    <a:pt x="4276" y="14003"/>
                    <a:pt x="3665" y="14003"/>
                  </a:cubicBezTo>
                  <a:cubicBezTo>
                    <a:pt x="2995" y="13973"/>
                    <a:pt x="2660" y="13680"/>
                    <a:pt x="2660" y="13122"/>
                  </a:cubicBezTo>
                  <a:cubicBezTo>
                    <a:pt x="2660" y="12654"/>
                    <a:pt x="2841" y="11933"/>
                    <a:pt x="3203" y="10960"/>
                  </a:cubicBezTo>
                  <a:cubicBezTo>
                    <a:pt x="3594" y="9958"/>
                    <a:pt x="4178" y="8831"/>
                    <a:pt x="4955" y="7580"/>
                  </a:cubicBezTo>
                  <a:cubicBezTo>
                    <a:pt x="5762" y="6334"/>
                    <a:pt x="6678" y="5154"/>
                    <a:pt x="7704" y="4039"/>
                  </a:cubicBezTo>
                  <a:cubicBezTo>
                    <a:pt x="8760" y="2900"/>
                    <a:pt x="10053" y="1942"/>
                    <a:pt x="11583" y="1165"/>
                  </a:cubicBezTo>
                  <a:cubicBezTo>
                    <a:pt x="13137" y="388"/>
                    <a:pt x="14747" y="0"/>
                    <a:pt x="16414" y="0"/>
                  </a:cubicBezTo>
                  <a:cubicBezTo>
                    <a:pt x="17167" y="0"/>
                    <a:pt x="17903" y="83"/>
                    <a:pt x="18620" y="249"/>
                  </a:cubicBezTo>
                  <a:cubicBezTo>
                    <a:pt x="19373" y="385"/>
                    <a:pt x="20195" y="664"/>
                    <a:pt x="21085" y="1085"/>
                  </a:cubicBezTo>
                  <a:cubicBezTo>
                    <a:pt x="21998" y="1501"/>
                    <a:pt x="22858" y="2165"/>
                    <a:pt x="23665" y="3078"/>
                  </a:cubicBezTo>
                  <a:cubicBezTo>
                    <a:pt x="24471" y="3997"/>
                    <a:pt x="25124" y="5124"/>
                    <a:pt x="25622" y="6459"/>
                  </a:cubicBezTo>
                  <a:cubicBezTo>
                    <a:pt x="25960" y="5818"/>
                    <a:pt x="26351" y="5193"/>
                    <a:pt x="26796" y="4582"/>
                  </a:cubicBezTo>
                  <a:cubicBezTo>
                    <a:pt x="27265" y="3971"/>
                    <a:pt x="27861" y="3292"/>
                    <a:pt x="28584" y="2544"/>
                  </a:cubicBezTo>
                  <a:cubicBezTo>
                    <a:pt x="29338" y="1761"/>
                    <a:pt x="30227" y="1148"/>
                    <a:pt x="31253" y="703"/>
                  </a:cubicBezTo>
                  <a:cubicBezTo>
                    <a:pt x="32309" y="234"/>
                    <a:pt x="33421" y="0"/>
                    <a:pt x="34589" y="0"/>
                  </a:cubicBezTo>
                  <a:cubicBezTo>
                    <a:pt x="35728" y="0"/>
                    <a:pt x="36852" y="151"/>
                    <a:pt x="37961" y="454"/>
                  </a:cubicBezTo>
                  <a:cubicBezTo>
                    <a:pt x="39070" y="733"/>
                    <a:pt x="40099" y="1331"/>
                    <a:pt x="41048" y="2251"/>
                  </a:cubicBezTo>
                  <a:cubicBezTo>
                    <a:pt x="42021" y="3140"/>
                    <a:pt x="42507" y="4264"/>
                    <a:pt x="42507" y="5623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42AF9CC9-EFF1-6B54-A362-673D54445C9A}"/>
                </a:ext>
              </a:extLst>
            </p:cNvPr>
            <p:cNvSpPr/>
            <p:nvPr/>
          </p:nvSpPr>
          <p:spPr>
            <a:xfrm>
              <a:off x="448429" y="3707852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7DFEA68B-2035-FF28-E126-D81D309E1028}"/>
                </a:ext>
              </a:extLst>
            </p:cNvPr>
            <p:cNvSpPr/>
            <p:nvPr/>
          </p:nvSpPr>
          <p:spPr>
            <a:xfrm>
              <a:off x="448429" y="4856220"/>
              <a:ext cx="16812" cy="889"/>
            </a:xfrm>
            <a:custGeom>
              <a:avLst/>
              <a:gdLst>
                <a:gd name="csX0" fmla="*/ 0 w 16812"/>
                <a:gd name="csY0" fmla="*/ 0 h 889"/>
                <a:gd name="csX1" fmla="*/ 16812 w 168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2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0F9EE92E-7594-9D0D-3870-9902874232F5}"/>
                </a:ext>
              </a:extLst>
            </p:cNvPr>
            <p:cNvSpPr/>
            <p:nvPr/>
          </p:nvSpPr>
          <p:spPr>
            <a:xfrm>
              <a:off x="448429" y="4576756"/>
              <a:ext cx="16812" cy="889"/>
            </a:xfrm>
            <a:custGeom>
              <a:avLst/>
              <a:gdLst>
                <a:gd name="csX0" fmla="*/ 0 w 16812"/>
                <a:gd name="csY0" fmla="*/ 0 h 889"/>
                <a:gd name="csX1" fmla="*/ 16812 w 168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2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7B115D09-FD37-D477-4190-C68514033C95}"/>
                </a:ext>
              </a:extLst>
            </p:cNvPr>
            <p:cNvSpPr/>
            <p:nvPr/>
          </p:nvSpPr>
          <p:spPr>
            <a:xfrm>
              <a:off x="448429" y="4297283"/>
              <a:ext cx="16812" cy="889"/>
            </a:xfrm>
            <a:custGeom>
              <a:avLst/>
              <a:gdLst>
                <a:gd name="csX0" fmla="*/ 0 w 16812"/>
                <a:gd name="csY0" fmla="*/ 0 h 889"/>
                <a:gd name="csX1" fmla="*/ 16812 w 168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2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002256A5-400F-4087-E06F-EA5AB09C1A92}"/>
                </a:ext>
              </a:extLst>
            </p:cNvPr>
            <p:cNvSpPr/>
            <p:nvPr/>
          </p:nvSpPr>
          <p:spPr>
            <a:xfrm>
              <a:off x="448429" y="4017812"/>
              <a:ext cx="16812" cy="889"/>
            </a:xfrm>
            <a:custGeom>
              <a:avLst/>
              <a:gdLst>
                <a:gd name="csX0" fmla="*/ 0 w 16812"/>
                <a:gd name="csY0" fmla="*/ 0 h 889"/>
                <a:gd name="csX1" fmla="*/ 16812 w 168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2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3DE7EC3A-C5BE-2068-2710-23C860168875}"/>
                </a:ext>
              </a:extLst>
            </p:cNvPr>
            <p:cNvSpPr/>
            <p:nvPr/>
          </p:nvSpPr>
          <p:spPr>
            <a:xfrm>
              <a:off x="448429" y="3738342"/>
              <a:ext cx="16812" cy="889"/>
            </a:xfrm>
            <a:custGeom>
              <a:avLst/>
              <a:gdLst>
                <a:gd name="csX0" fmla="*/ 0 w 16812"/>
                <a:gd name="csY0" fmla="*/ 0 h 889"/>
                <a:gd name="csX1" fmla="*/ 16812 w 168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2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7A0BA844-288F-A843-D34E-D08E95EEC527}"/>
                </a:ext>
              </a:extLst>
            </p:cNvPr>
            <p:cNvSpPr/>
            <p:nvPr/>
          </p:nvSpPr>
          <p:spPr>
            <a:xfrm>
              <a:off x="308791" y="4828347"/>
              <a:ext cx="37192" cy="55825"/>
            </a:xfrm>
            <a:custGeom>
              <a:avLst/>
              <a:gdLst>
                <a:gd name="csX0" fmla="*/ 18596 w 37192"/>
                <a:gd name="csY0" fmla="*/ 5765 h 55825"/>
                <a:gd name="csX1" fmla="*/ 10127 w 37192"/>
                <a:gd name="csY1" fmla="*/ 11316 h 55825"/>
                <a:gd name="csX2" fmla="*/ 7316 w 37192"/>
                <a:gd name="csY2" fmla="*/ 27926 h 55825"/>
                <a:gd name="csX3" fmla="*/ 10127 w 37192"/>
                <a:gd name="csY3" fmla="*/ 44545 h 55825"/>
                <a:gd name="csX4" fmla="*/ 18596 w 37192"/>
                <a:gd name="csY4" fmla="*/ 50060 h 55825"/>
                <a:gd name="csX5" fmla="*/ 27066 w 37192"/>
                <a:gd name="csY5" fmla="*/ 44545 h 55825"/>
                <a:gd name="csX6" fmla="*/ 29913 w 37192"/>
                <a:gd name="csY6" fmla="*/ 27926 h 55825"/>
                <a:gd name="csX7" fmla="*/ 27066 w 37192"/>
                <a:gd name="csY7" fmla="*/ 11316 h 55825"/>
                <a:gd name="csX8" fmla="*/ 18596 w 37192"/>
                <a:gd name="csY8" fmla="*/ 5765 h 55825"/>
                <a:gd name="csX9" fmla="*/ 18596 w 37192"/>
                <a:gd name="csY9" fmla="*/ 0 h 55825"/>
                <a:gd name="csX10" fmla="*/ 32399 w 37192"/>
                <a:gd name="csY10" fmla="*/ 7171 h 55825"/>
                <a:gd name="csX11" fmla="*/ 37193 w 37192"/>
                <a:gd name="csY11" fmla="*/ 27926 h 55825"/>
                <a:gd name="csX12" fmla="*/ 32399 w 37192"/>
                <a:gd name="csY12" fmla="*/ 48690 h 55825"/>
                <a:gd name="csX13" fmla="*/ 18596 w 37192"/>
                <a:gd name="csY13" fmla="*/ 55825 h 55825"/>
                <a:gd name="csX14" fmla="*/ 4757 w 37192"/>
                <a:gd name="csY14" fmla="*/ 48690 h 55825"/>
                <a:gd name="csX15" fmla="*/ 0 w 37192"/>
                <a:gd name="csY15" fmla="*/ 27926 h 55825"/>
                <a:gd name="csX16" fmla="*/ 4757 w 37192"/>
                <a:gd name="csY16" fmla="*/ 7171 h 55825"/>
                <a:gd name="csX17" fmla="*/ 18596 w 37192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2" h="55825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6" y="50060"/>
                  </a:cubicBezTo>
                  <a:cubicBezTo>
                    <a:pt x="22368" y="50060"/>
                    <a:pt x="25191" y="48222"/>
                    <a:pt x="27066" y="44545"/>
                  </a:cubicBezTo>
                  <a:cubicBezTo>
                    <a:pt x="28964" y="40844"/>
                    <a:pt x="29913" y="35304"/>
                    <a:pt x="29913" y="27926"/>
                  </a:cubicBezTo>
                  <a:cubicBezTo>
                    <a:pt x="29913" y="20530"/>
                    <a:pt x="28964" y="14994"/>
                    <a:pt x="27066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5" y="11927"/>
                    <a:pt x="37193" y="18846"/>
                    <a:pt x="37193" y="27926"/>
                  </a:cubicBezTo>
                  <a:cubicBezTo>
                    <a:pt x="37193" y="36988"/>
                    <a:pt x="35595" y="43910"/>
                    <a:pt x="32399" y="48690"/>
                  </a:cubicBezTo>
                  <a:cubicBezTo>
                    <a:pt x="29228" y="53447"/>
                    <a:pt x="24627" y="55825"/>
                    <a:pt x="18596" y="55825"/>
                  </a:cubicBezTo>
                  <a:cubicBezTo>
                    <a:pt x="12566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103A43AA-04E8-0391-1FD1-74F0D3C85CF4}"/>
                </a:ext>
              </a:extLst>
            </p:cNvPr>
            <p:cNvSpPr/>
            <p:nvPr/>
          </p:nvSpPr>
          <p:spPr>
            <a:xfrm>
              <a:off x="358776" y="4873968"/>
              <a:ext cx="7604" cy="9154"/>
            </a:xfrm>
            <a:custGeom>
              <a:avLst/>
              <a:gdLst>
                <a:gd name="csX0" fmla="*/ 0 w 7604"/>
                <a:gd name="csY0" fmla="*/ 0 h 9154"/>
                <a:gd name="csX1" fmla="*/ 7605 w 7604"/>
                <a:gd name="csY1" fmla="*/ 0 h 9154"/>
                <a:gd name="csX2" fmla="*/ 7605 w 7604"/>
                <a:gd name="csY2" fmla="*/ 9154 h 9154"/>
                <a:gd name="csX3" fmla="*/ 0 w 7604"/>
                <a:gd name="csY3" fmla="*/ 9154 h 9154"/>
                <a:gd name="csX4" fmla="*/ 0 w 7604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4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2AFBB9C7-9178-7B19-D80B-2E564FA7EF1F}"/>
                </a:ext>
              </a:extLst>
            </p:cNvPr>
            <p:cNvSpPr/>
            <p:nvPr/>
          </p:nvSpPr>
          <p:spPr>
            <a:xfrm>
              <a:off x="379211" y="4828347"/>
              <a:ext cx="37191" cy="55825"/>
            </a:xfrm>
            <a:custGeom>
              <a:avLst/>
              <a:gdLst>
                <a:gd name="csX0" fmla="*/ 18596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6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6 w 37191"/>
                <a:gd name="csY8" fmla="*/ 5765 h 55825"/>
                <a:gd name="csX9" fmla="*/ 18596 w 37191"/>
                <a:gd name="csY9" fmla="*/ 0 h 55825"/>
                <a:gd name="csX10" fmla="*/ 32399 w 37191"/>
                <a:gd name="csY10" fmla="*/ 7171 h 55825"/>
                <a:gd name="csX11" fmla="*/ 37192 w 37191"/>
                <a:gd name="csY11" fmla="*/ 27926 h 55825"/>
                <a:gd name="csX12" fmla="*/ 32399 w 37191"/>
                <a:gd name="csY12" fmla="*/ 48690 h 55825"/>
                <a:gd name="csX13" fmla="*/ 18596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6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6" y="50060"/>
                  </a:cubicBezTo>
                  <a:cubicBezTo>
                    <a:pt x="22368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9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9" y="48690"/>
                  </a:cubicBezTo>
                  <a:cubicBezTo>
                    <a:pt x="29227" y="53447"/>
                    <a:pt x="24626" y="55825"/>
                    <a:pt x="18596" y="55825"/>
                  </a:cubicBezTo>
                  <a:cubicBezTo>
                    <a:pt x="12566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78BF54B1-DD3F-3C77-7FD0-3E6AE42B8B9C}"/>
                </a:ext>
              </a:extLst>
            </p:cNvPr>
            <p:cNvSpPr/>
            <p:nvPr/>
          </p:nvSpPr>
          <p:spPr>
            <a:xfrm>
              <a:off x="310701" y="4548877"/>
              <a:ext cx="37192" cy="55822"/>
            </a:xfrm>
            <a:custGeom>
              <a:avLst/>
              <a:gdLst>
                <a:gd name="csX0" fmla="*/ 18596 w 37192"/>
                <a:gd name="csY0" fmla="*/ 5766 h 55822"/>
                <a:gd name="csX1" fmla="*/ 10127 w 37192"/>
                <a:gd name="csY1" fmla="*/ 11314 h 55822"/>
                <a:gd name="csX2" fmla="*/ 7316 w 37192"/>
                <a:gd name="csY2" fmla="*/ 27932 h 55822"/>
                <a:gd name="csX3" fmla="*/ 10127 w 37192"/>
                <a:gd name="csY3" fmla="*/ 44542 h 55822"/>
                <a:gd name="csX4" fmla="*/ 18596 w 37192"/>
                <a:gd name="csY4" fmla="*/ 50058 h 55822"/>
                <a:gd name="csX5" fmla="*/ 27066 w 37192"/>
                <a:gd name="csY5" fmla="*/ 44542 h 55822"/>
                <a:gd name="csX6" fmla="*/ 29913 w 37192"/>
                <a:gd name="csY6" fmla="*/ 27932 h 55822"/>
                <a:gd name="csX7" fmla="*/ 27066 w 37192"/>
                <a:gd name="csY7" fmla="*/ 11314 h 55822"/>
                <a:gd name="csX8" fmla="*/ 18596 w 37192"/>
                <a:gd name="csY8" fmla="*/ 5766 h 55822"/>
                <a:gd name="csX9" fmla="*/ 18596 w 37192"/>
                <a:gd name="csY9" fmla="*/ 0 h 55822"/>
                <a:gd name="csX10" fmla="*/ 32399 w 37192"/>
                <a:gd name="csY10" fmla="*/ 7168 h 55822"/>
                <a:gd name="csX11" fmla="*/ 37193 w 37192"/>
                <a:gd name="csY11" fmla="*/ 27932 h 55822"/>
                <a:gd name="csX12" fmla="*/ 32399 w 37192"/>
                <a:gd name="csY12" fmla="*/ 48688 h 55822"/>
                <a:gd name="csX13" fmla="*/ 18596 w 37192"/>
                <a:gd name="csY13" fmla="*/ 55823 h 55822"/>
                <a:gd name="csX14" fmla="*/ 4757 w 37192"/>
                <a:gd name="csY14" fmla="*/ 48688 h 55822"/>
                <a:gd name="csX15" fmla="*/ 0 w 37192"/>
                <a:gd name="csY15" fmla="*/ 27932 h 55822"/>
                <a:gd name="csX16" fmla="*/ 4757 w 37192"/>
                <a:gd name="csY16" fmla="*/ 7168 h 55822"/>
                <a:gd name="csX17" fmla="*/ 18596 w 37192"/>
                <a:gd name="csY17" fmla="*/ 0 h 55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2" h="55822">
                  <a:moveTo>
                    <a:pt x="18596" y="5766"/>
                  </a:moveTo>
                  <a:cubicBezTo>
                    <a:pt x="14848" y="5766"/>
                    <a:pt x="12025" y="7615"/>
                    <a:pt x="10127" y="11314"/>
                  </a:cubicBezTo>
                  <a:cubicBezTo>
                    <a:pt x="8253" y="14991"/>
                    <a:pt x="7316" y="20530"/>
                    <a:pt x="7316" y="27932"/>
                  </a:cubicBezTo>
                  <a:cubicBezTo>
                    <a:pt x="7316" y="35304"/>
                    <a:pt x="8253" y="40841"/>
                    <a:pt x="10127" y="44542"/>
                  </a:cubicBezTo>
                  <a:cubicBezTo>
                    <a:pt x="12025" y="48219"/>
                    <a:pt x="14848" y="50058"/>
                    <a:pt x="18596" y="50058"/>
                  </a:cubicBezTo>
                  <a:cubicBezTo>
                    <a:pt x="22368" y="50058"/>
                    <a:pt x="25191" y="48219"/>
                    <a:pt x="27066" y="44542"/>
                  </a:cubicBezTo>
                  <a:cubicBezTo>
                    <a:pt x="28964" y="40841"/>
                    <a:pt x="29913" y="35304"/>
                    <a:pt x="29913" y="27932"/>
                  </a:cubicBezTo>
                  <a:cubicBezTo>
                    <a:pt x="29913" y="20530"/>
                    <a:pt x="28964" y="14991"/>
                    <a:pt x="27066" y="11314"/>
                  </a:cubicBezTo>
                  <a:cubicBezTo>
                    <a:pt x="25191" y="7615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7" y="0"/>
                    <a:pt x="29228" y="2389"/>
                    <a:pt x="32399" y="7168"/>
                  </a:cubicBezTo>
                  <a:cubicBezTo>
                    <a:pt x="35595" y="11925"/>
                    <a:pt x="37193" y="18846"/>
                    <a:pt x="37193" y="27932"/>
                  </a:cubicBezTo>
                  <a:cubicBezTo>
                    <a:pt x="37193" y="36989"/>
                    <a:pt x="35595" y="43907"/>
                    <a:pt x="32399" y="48688"/>
                  </a:cubicBezTo>
                  <a:cubicBezTo>
                    <a:pt x="29228" y="53444"/>
                    <a:pt x="24627" y="55823"/>
                    <a:pt x="18596" y="55823"/>
                  </a:cubicBezTo>
                  <a:cubicBezTo>
                    <a:pt x="12566" y="55823"/>
                    <a:pt x="7953" y="53444"/>
                    <a:pt x="4757" y="48688"/>
                  </a:cubicBezTo>
                  <a:cubicBezTo>
                    <a:pt x="1586" y="43907"/>
                    <a:pt x="0" y="36989"/>
                    <a:pt x="0" y="27932"/>
                  </a:cubicBezTo>
                  <a:cubicBezTo>
                    <a:pt x="0" y="18846"/>
                    <a:pt x="1586" y="11924"/>
                    <a:pt x="4757" y="7168"/>
                  </a:cubicBezTo>
                  <a:cubicBezTo>
                    <a:pt x="7953" y="2389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1A0D666F-A0D2-88E5-FCDC-B5DB7E841BBE}"/>
                </a:ext>
              </a:extLst>
            </p:cNvPr>
            <p:cNvSpPr/>
            <p:nvPr/>
          </p:nvSpPr>
          <p:spPr>
            <a:xfrm>
              <a:off x="360686" y="4594504"/>
              <a:ext cx="7604" cy="9154"/>
            </a:xfrm>
            <a:custGeom>
              <a:avLst/>
              <a:gdLst>
                <a:gd name="csX0" fmla="*/ 0 w 7604"/>
                <a:gd name="csY0" fmla="*/ 0 h 9154"/>
                <a:gd name="csX1" fmla="*/ 7605 w 7604"/>
                <a:gd name="csY1" fmla="*/ 0 h 9154"/>
                <a:gd name="csX2" fmla="*/ 7605 w 7604"/>
                <a:gd name="csY2" fmla="*/ 9154 h 9154"/>
                <a:gd name="csX3" fmla="*/ 0 w 7604"/>
                <a:gd name="csY3" fmla="*/ 9154 h 9154"/>
                <a:gd name="csX4" fmla="*/ 0 w 7604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4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27106B53-7679-55F7-191D-C694CB69965C}"/>
                </a:ext>
              </a:extLst>
            </p:cNvPr>
            <p:cNvSpPr/>
            <p:nvPr/>
          </p:nvSpPr>
          <p:spPr>
            <a:xfrm>
              <a:off x="384364" y="4549849"/>
              <a:ext cx="32037" cy="53809"/>
            </a:xfrm>
            <a:custGeom>
              <a:avLst/>
              <a:gdLst>
                <a:gd name="csX0" fmla="*/ 1045 w 32037"/>
                <a:gd name="csY0" fmla="*/ 47680 h 53809"/>
                <a:gd name="csX1" fmla="*/ 12938 w 32037"/>
                <a:gd name="csY1" fmla="*/ 47680 h 53809"/>
                <a:gd name="csX2" fmla="*/ 12938 w 32037"/>
                <a:gd name="csY2" fmla="*/ 6631 h 53809"/>
                <a:gd name="csX3" fmla="*/ 0 w 32037"/>
                <a:gd name="csY3" fmla="*/ 9229 h 53809"/>
                <a:gd name="csX4" fmla="*/ 0 w 32037"/>
                <a:gd name="csY4" fmla="*/ 2595 h 53809"/>
                <a:gd name="csX5" fmla="*/ 12865 w 32037"/>
                <a:gd name="csY5" fmla="*/ 0 h 53809"/>
                <a:gd name="csX6" fmla="*/ 20145 w 32037"/>
                <a:gd name="csY6" fmla="*/ 0 h 53809"/>
                <a:gd name="csX7" fmla="*/ 20145 w 32037"/>
                <a:gd name="csY7" fmla="*/ 47680 h 53809"/>
                <a:gd name="csX8" fmla="*/ 32038 w 32037"/>
                <a:gd name="csY8" fmla="*/ 47680 h 53809"/>
                <a:gd name="csX9" fmla="*/ 32038 w 32037"/>
                <a:gd name="csY9" fmla="*/ 53809 h 53809"/>
                <a:gd name="csX10" fmla="*/ 1045 w 32037"/>
                <a:gd name="csY10" fmla="*/ 53809 h 53809"/>
                <a:gd name="csX11" fmla="*/ 1045 w 32037"/>
                <a:gd name="csY11" fmla="*/ 47680 h 53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7" h="53809">
                  <a:moveTo>
                    <a:pt x="1045" y="47680"/>
                  </a:moveTo>
                  <a:lnTo>
                    <a:pt x="12938" y="47680"/>
                  </a:lnTo>
                  <a:lnTo>
                    <a:pt x="12938" y="6631"/>
                  </a:lnTo>
                  <a:lnTo>
                    <a:pt x="0" y="9229"/>
                  </a:lnTo>
                  <a:lnTo>
                    <a:pt x="0" y="2595"/>
                  </a:lnTo>
                  <a:lnTo>
                    <a:pt x="12865" y="0"/>
                  </a:lnTo>
                  <a:lnTo>
                    <a:pt x="20145" y="0"/>
                  </a:lnTo>
                  <a:lnTo>
                    <a:pt x="20145" y="47680"/>
                  </a:lnTo>
                  <a:lnTo>
                    <a:pt x="32038" y="47680"/>
                  </a:lnTo>
                  <a:lnTo>
                    <a:pt x="32038" y="53809"/>
                  </a:lnTo>
                  <a:lnTo>
                    <a:pt x="1045" y="53809"/>
                  </a:lnTo>
                  <a:lnTo>
                    <a:pt x="1045" y="4768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88A78608-DEC4-490D-B123-BE4C41ED2EDF}"/>
                </a:ext>
              </a:extLst>
            </p:cNvPr>
            <p:cNvSpPr/>
            <p:nvPr/>
          </p:nvSpPr>
          <p:spPr>
            <a:xfrm>
              <a:off x="311277" y="4269406"/>
              <a:ext cx="37192" cy="55824"/>
            </a:xfrm>
            <a:custGeom>
              <a:avLst/>
              <a:gdLst>
                <a:gd name="csX0" fmla="*/ 18596 w 37192"/>
                <a:gd name="csY0" fmla="*/ 5767 h 55824"/>
                <a:gd name="csX1" fmla="*/ 10127 w 37192"/>
                <a:gd name="csY1" fmla="*/ 11316 h 55824"/>
                <a:gd name="csX2" fmla="*/ 7316 w 37192"/>
                <a:gd name="csY2" fmla="*/ 27930 h 55824"/>
                <a:gd name="csX3" fmla="*/ 10127 w 37192"/>
                <a:gd name="csY3" fmla="*/ 44544 h 55824"/>
                <a:gd name="csX4" fmla="*/ 18596 w 37192"/>
                <a:gd name="csY4" fmla="*/ 50058 h 55824"/>
                <a:gd name="csX5" fmla="*/ 27066 w 37192"/>
                <a:gd name="csY5" fmla="*/ 44544 h 55824"/>
                <a:gd name="csX6" fmla="*/ 29913 w 37192"/>
                <a:gd name="csY6" fmla="*/ 27930 h 55824"/>
                <a:gd name="csX7" fmla="*/ 27066 w 37192"/>
                <a:gd name="csY7" fmla="*/ 11316 h 55824"/>
                <a:gd name="csX8" fmla="*/ 18596 w 37192"/>
                <a:gd name="csY8" fmla="*/ 5767 h 55824"/>
                <a:gd name="csX9" fmla="*/ 18596 w 37192"/>
                <a:gd name="csY9" fmla="*/ 0 h 55824"/>
                <a:gd name="csX10" fmla="*/ 32399 w 37192"/>
                <a:gd name="csY10" fmla="*/ 7171 h 55824"/>
                <a:gd name="csX11" fmla="*/ 37193 w 37192"/>
                <a:gd name="csY11" fmla="*/ 27930 h 55824"/>
                <a:gd name="csX12" fmla="*/ 32399 w 37192"/>
                <a:gd name="csY12" fmla="*/ 48689 h 55824"/>
                <a:gd name="csX13" fmla="*/ 18596 w 37192"/>
                <a:gd name="csY13" fmla="*/ 55824 h 55824"/>
                <a:gd name="csX14" fmla="*/ 4758 w 37192"/>
                <a:gd name="csY14" fmla="*/ 48689 h 55824"/>
                <a:gd name="csX15" fmla="*/ 0 w 37192"/>
                <a:gd name="csY15" fmla="*/ 27930 h 55824"/>
                <a:gd name="csX16" fmla="*/ 4758 w 37192"/>
                <a:gd name="csY16" fmla="*/ 7171 h 55824"/>
                <a:gd name="csX17" fmla="*/ 18596 w 37192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2" h="55824">
                  <a:moveTo>
                    <a:pt x="18596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6" y="44544"/>
                  </a:cubicBezTo>
                  <a:cubicBezTo>
                    <a:pt x="28964" y="40844"/>
                    <a:pt x="29913" y="35306"/>
                    <a:pt x="29913" y="27930"/>
                  </a:cubicBezTo>
                  <a:cubicBezTo>
                    <a:pt x="29913" y="20530"/>
                    <a:pt x="28964" y="14992"/>
                    <a:pt x="27066" y="11316"/>
                  </a:cubicBezTo>
                  <a:cubicBezTo>
                    <a:pt x="25191" y="7617"/>
                    <a:pt x="22368" y="5767"/>
                    <a:pt x="18596" y="5767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5" y="11929"/>
                    <a:pt x="37193" y="18848"/>
                    <a:pt x="37193" y="27930"/>
                  </a:cubicBezTo>
                  <a:cubicBezTo>
                    <a:pt x="37193" y="36988"/>
                    <a:pt x="35595" y="43907"/>
                    <a:pt x="32399" y="48689"/>
                  </a:cubicBezTo>
                  <a:cubicBezTo>
                    <a:pt x="29228" y="53446"/>
                    <a:pt x="24627" y="55824"/>
                    <a:pt x="18596" y="55824"/>
                  </a:cubicBezTo>
                  <a:cubicBezTo>
                    <a:pt x="12566" y="55824"/>
                    <a:pt x="7953" y="53446"/>
                    <a:pt x="4758" y="48689"/>
                  </a:cubicBezTo>
                  <a:cubicBezTo>
                    <a:pt x="1586" y="43907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8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FDD4F803-85BC-0A12-D977-529BA3D1781A}"/>
                </a:ext>
              </a:extLst>
            </p:cNvPr>
            <p:cNvSpPr/>
            <p:nvPr/>
          </p:nvSpPr>
          <p:spPr>
            <a:xfrm>
              <a:off x="361263" y="4315032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00EB0BFE-79E9-DB4A-AB34-7A4F1EE5452E}"/>
                </a:ext>
              </a:extLst>
            </p:cNvPr>
            <p:cNvSpPr/>
            <p:nvPr/>
          </p:nvSpPr>
          <p:spPr>
            <a:xfrm>
              <a:off x="382238" y="4269406"/>
              <a:ext cx="34164" cy="54779"/>
            </a:xfrm>
            <a:custGeom>
              <a:avLst/>
              <a:gdLst>
                <a:gd name="csX0" fmla="*/ 8757 w 34164"/>
                <a:gd name="csY0" fmla="*/ 48652 h 54779"/>
                <a:gd name="csX1" fmla="*/ 34164 w 34164"/>
                <a:gd name="csY1" fmla="*/ 48652 h 54779"/>
                <a:gd name="csX2" fmla="*/ 34164 w 34164"/>
                <a:gd name="csY2" fmla="*/ 54779 h 54779"/>
                <a:gd name="csX3" fmla="*/ 0 w 34164"/>
                <a:gd name="csY3" fmla="*/ 54779 h 54779"/>
                <a:gd name="csX4" fmla="*/ 0 w 34164"/>
                <a:gd name="csY4" fmla="*/ 48652 h 54779"/>
                <a:gd name="csX5" fmla="*/ 11280 w 34164"/>
                <a:gd name="csY5" fmla="*/ 37156 h 54779"/>
                <a:gd name="csX6" fmla="*/ 20289 w 34164"/>
                <a:gd name="csY6" fmla="*/ 27822 h 54779"/>
                <a:gd name="csX7" fmla="*/ 25155 w 34164"/>
                <a:gd name="csY7" fmla="*/ 21190 h 54779"/>
                <a:gd name="csX8" fmla="*/ 26560 w 34164"/>
                <a:gd name="csY8" fmla="*/ 15821 h 54779"/>
                <a:gd name="csX9" fmla="*/ 23533 w 34164"/>
                <a:gd name="csY9" fmla="*/ 8830 h 54779"/>
                <a:gd name="csX10" fmla="*/ 15713 w 34164"/>
                <a:gd name="csY10" fmla="*/ 6127 h 54779"/>
                <a:gd name="csX11" fmla="*/ 8469 w 34164"/>
                <a:gd name="csY11" fmla="*/ 7316 h 54779"/>
                <a:gd name="csX12" fmla="*/ 360 w 34164"/>
                <a:gd name="csY12" fmla="*/ 10919 h 54779"/>
                <a:gd name="csX13" fmla="*/ 360 w 34164"/>
                <a:gd name="csY13" fmla="*/ 3567 h 54779"/>
                <a:gd name="csX14" fmla="*/ 8577 w 34164"/>
                <a:gd name="csY14" fmla="*/ 901 h 54779"/>
                <a:gd name="csX15" fmla="*/ 15569 w 34164"/>
                <a:gd name="csY15" fmla="*/ 0 h 54779"/>
                <a:gd name="csX16" fmla="*/ 28903 w 34164"/>
                <a:gd name="csY16" fmla="*/ 4180 h 54779"/>
                <a:gd name="csX17" fmla="*/ 33876 w 34164"/>
                <a:gd name="csY17" fmla="*/ 15353 h 54779"/>
                <a:gd name="csX18" fmla="*/ 32614 w 34164"/>
                <a:gd name="csY18" fmla="*/ 21659 h 54779"/>
                <a:gd name="csX19" fmla="*/ 28110 w 34164"/>
                <a:gd name="csY19" fmla="*/ 28651 h 54779"/>
                <a:gd name="csX20" fmla="*/ 22380 w 34164"/>
                <a:gd name="csY20" fmla="*/ 34705 h 54779"/>
                <a:gd name="csX21" fmla="*/ 8757 w 34164"/>
                <a:gd name="csY21" fmla="*/ 48652 h 54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4" h="54779">
                  <a:moveTo>
                    <a:pt x="8757" y="48652"/>
                  </a:moveTo>
                  <a:lnTo>
                    <a:pt x="34164" y="48652"/>
                  </a:lnTo>
                  <a:lnTo>
                    <a:pt x="34164" y="54779"/>
                  </a:lnTo>
                  <a:lnTo>
                    <a:pt x="0" y="54779"/>
                  </a:lnTo>
                  <a:lnTo>
                    <a:pt x="0" y="48652"/>
                  </a:lnTo>
                  <a:cubicBezTo>
                    <a:pt x="2763" y="45793"/>
                    <a:pt x="6523" y="41961"/>
                    <a:pt x="11280" y="37156"/>
                  </a:cubicBezTo>
                  <a:cubicBezTo>
                    <a:pt x="16061" y="32327"/>
                    <a:pt x="19064" y="29216"/>
                    <a:pt x="20289" y="27822"/>
                  </a:cubicBezTo>
                  <a:cubicBezTo>
                    <a:pt x="22620" y="25203"/>
                    <a:pt x="24242" y="22993"/>
                    <a:pt x="25155" y="21190"/>
                  </a:cubicBezTo>
                  <a:cubicBezTo>
                    <a:pt x="26092" y="19365"/>
                    <a:pt x="26560" y="17575"/>
                    <a:pt x="26560" y="15821"/>
                  </a:cubicBezTo>
                  <a:cubicBezTo>
                    <a:pt x="26560" y="12962"/>
                    <a:pt x="25551" y="10632"/>
                    <a:pt x="23533" y="8830"/>
                  </a:cubicBezTo>
                  <a:cubicBezTo>
                    <a:pt x="21539" y="7028"/>
                    <a:pt x="18932" y="6127"/>
                    <a:pt x="15713" y="6127"/>
                  </a:cubicBezTo>
                  <a:cubicBezTo>
                    <a:pt x="13430" y="6127"/>
                    <a:pt x="11015" y="6523"/>
                    <a:pt x="8469" y="7316"/>
                  </a:cubicBezTo>
                  <a:cubicBezTo>
                    <a:pt x="5946" y="8109"/>
                    <a:pt x="3243" y="9310"/>
                    <a:pt x="360" y="10919"/>
                  </a:cubicBezTo>
                  <a:lnTo>
                    <a:pt x="360" y="3567"/>
                  </a:lnTo>
                  <a:cubicBezTo>
                    <a:pt x="3291" y="2391"/>
                    <a:pt x="6030" y="1502"/>
                    <a:pt x="8577" y="901"/>
                  </a:cubicBezTo>
                  <a:cubicBezTo>
                    <a:pt x="11124" y="300"/>
                    <a:pt x="13454" y="0"/>
                    <a:pt x="15569" y="0"/>
                  </a:cubicBezTo>
                  <a:cubicBezTo>
                    <a:pt x="21143" y="0"/>
                    <a:pt x="25587" y="1393"/>
                    <a:pt x="28903" y="4180"/>
                  </a:cubicBezTo>
                  <a:cubicBezTo>
                    <a:pt x="32218" y="6967"/>
                    <a:pt x="33876" y="10691"/>
                    <a:pt x="33876" y="15353"/>
                  </a:cubicBezTo>
                  <a:cubicBezTo>
                    <a:pt x="33876" y="17563"/>
                    <a:pt x="33455" y="19665"/>
                    <a:pt x="32614" y="21659"/>
                  </a:cubicBezTo>
                  <a:cubicBezTo>
                    <a:pt x="31798" y="23630"/>
                    <a:pt x="30296" y="25960"/>
                    <a:pt x="28110" y="28651"/>
                  </a:cubicBezTo>
                  <a:cubicBezTo>
                    <a:pt x="27509" y="29348"/>
                    <a:pt x="25599" y="31366"/>
                    <a:pt x="22380" y="34705"/>
                  </a:cubicBezTo>
                  <a:cubicBezTo>
                    <a:pt x="19161" y="38021"/>
                    <a:pt x="14620" y="42670"/>
                    <a:pt x="8757" y="48652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E134D19-3E56-2791-F108-277D6A0C2D97}"/>
                </a:ext>
              </a:extLst>
            </p:cNvPr>
            <p:cNvSpPr/>
            <p:nvPr/>
          </p:nvSpPr>
          <p:spPr>
            <a:xfrm>
              <a:off x="309800" y="3989936"/>
              <a:ext cx="37191" cy="55824"/>
            </a:xfrm>
            <a:custGeom>
              <a:avLst/>
              <a:gdLst>
                <a:gd name="csX0" fmla="*/ 18595 w 37191"/>
                <a:gd name="csY0" fmla="*/ 5767 h 55824"/>
                <a:gd name="csX1" fmla="*/ 10127 w 37191"/>
                <a:gd name="csY1" fmla="*/ 11316 h 55824"/>
                <a:gd name="csX2" fmla="*/ 7316 w 37191"/>
                <a:gd name="csY2" fmla="*/ 27930 h 55824"/>
                <a:gd name="csX3" fmla="*/ 10127 w 37191"/>
                <a:gd name="csY3" fmla="*/ 44545 h 55824"/>
                <a:gd name="csX4" fmla="*/ 18595 w 37191"/>
                <a:gd name="csY4" fmla="*/ 50058 h 55824"/>
                <a:gd name="csX5" fmla="*/ 27065 w 37191"/>
                <a:gd name="csY5" fmla="*/ 44545 h 55824"/>
                <a:gd name="csX6" fmla="*/ 29912 w 37191"/>
                <a:gd name="csY6" fmla="*/ 27930 h 55824"/>
                <a:gd name="csX7" fmla="*/ 27065 w 37191"/>
                <a:gd name="csY7" fmla="*/ 11316 h 55824"/>
                <a:gd name="csX8" fmla="*/ 18595 w 37191"/>
                <a:gd name="csY8" fmla="*/ 5767 h 55824"/>
                <a:gd name="csX9" fmla="*/ 18595 w 37191"/>
                <a:gd name="csY9" fmla="*/ 0 h 55824"/>
                <a:gd name="csX10" fmla="*/ 32398 w 37191"/>
                <a:gd name="csY10" fmla="*/ 7172 h 55824"/>
                <a:gd name="csX11" fmla="*/ 37192 w 37191"/>
                <a:gd name="csY11" fmla="*/ 27930 h 55824"/>
                <a:gd name="csX12" fmla="*/ 32398 w 37191"/>
                <a:gd name="csY12" fmla="*/ 48688 h 55824"/>
                <a:gd name="csX13" fmla="*/ 18595 w 37191"/>
                <a:gd name="csY13" fmla="*/ 55824 h 55824"/>
                <a:gd name="csX14" fmla="*/ 4757 w 37191"/>
                <a:gd name="csY14" fmla="*/ 48688 h 55824"/>
                <a:gd name="csX15" fmla="*/ 0 w 37191"/>
                <a:gd name="csY15" fmla="*/ 27930 h 55824"/>
                <a:gd name="csX16" fmla="*/ 4757 w 37191"/>
                <a:gd name="csY16" fmla="*/ 7172 h 55824"/>
                <a:gd name="csX17" fmla="*/ 18595 w 37191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4">
                  <a:moveTo>
                    <a:pt x="18595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5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5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7"/>
                    <a:pt x="22367" y="5767"/>
                    <a:pt x="18595" y="5767"/>
                  </a:cubicBezTo>
                  <a:moveTo>
                    <a:pt x="18595" y="0"/>
                  </a:moveTo>
                  <a:cubicBezTo>
                    <a:pt x="24626" y="0"/>
                    <a:pt x="29227" y="2391"/>
                    <a:pt x="32398" y="7172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8"/>
                    <a:pt x="32398" y="48688"/>
                  </a:cubicBezTo>
                  <a:cubicBezTo>
                    <a:pt x="29227" y="53446"/>
                    <a:pt x="24626" y="55824"/>
                    <a:pt x="18595" y="55824"/>
                  </a:cubicBezTo>
                  <a:cubicBezTo>
                    <a:pt x="12565" y="55824"/>
                    <a:pt x="7952" y="53446"/>
                    <a:pt x="4757" y="48688"/>
                  </a:cubicBezTo>
                  <a:cubicBezTo>
                    <a:pt x="1586" y="43908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2"/>
                  </a:cubicBezTo>
                  <a:cubicBezTo>
                    <a:pt x="7952" y="2391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A93ABCB1-DF7B-5A7C-AF48-9EA9A2EC21D6}"/>
                </a:ext>
              </a:extLst>
            </p:cNvPr>
            <p:cNvSpPr/>
            <p:nvPr/>
          </p:nvSpPr>
          <p:spPr>
            <a:xfrm>
              <a:off x="359786" y="4035562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9117E4CF-229B-525F-0BD4-D7FF1DF50F4A}"/>
                </a:ext>
              </a:extLst>
            </p:cNvPr>
            <p:cNvSpPr/>
            <p:nvPr/>
          </p:nvSpPr>
          <p:spPr>
            <a:xfrm>
              <a:off x="380976" y="3989936"/>
              <a:ext cx="35425" cy="55824"/>
            </a:xfrm>
            <a:custGeom>
              <a:avLst/>
              <a:gdLst>
                <a:gd name="csX0" fmla="*/ 24326 w 35425"/>
                <a:gd name="csY0" fmla="*/ 25768 h 55824"/>
                <a:gd name="csX1" fmla="*/ 32471 w 35425"/>
                <a:gd name="csY1" fmla="*/ 30417 h 55824"/>
                <a:gd name="csX2" fmla="*/ 35426 w 35425"/>
                <a:gd name="csY2" fmla="*/ 39138 h 55824"/>
                <a:gd name="csX3" fmla="*/ 29948 w 35425"/>
                <a:gd name="csY3" fmla="*/ 51463 h 55824"/>
                <a:gd name="csX4" fmla="*/ 14379 w 35425"/>
                <a:gd name="csY4" fmla="*/ 55824 h 55824"/>
                <a:gd name="csX5" fmla="*/ 7388 w 35425"/>
                <a:gd name="csY5" fmla="*/ 55139 h 55824"/>
                <a:gd name="csX6" fmla="*/ 0 w 35425"/>
                <a:gd name="csY6" fmla="*/ 53157 h 55824"/>
                <a:gd name="csX7" fmla="*/ 0 w 35425"/>
                <a:gd name="csY7" fmla="*/ 46130 h 55824"/>
                <a:gd name="csX8" fmla="*/ 6631 w 35425"/>
                <a:gd name="csY8" fmla="*/ 48797 h 55824"/>
                <a:gd name="csX9" fmla="*/ 14163 w 35425"/>
                <a:gd name="csY9" fmla="*/ 49697 h 55824"/>
                <a:gd name="csX10" fmla="*/ 24578 w 35425"/>
                <a:gd name="csY10" fmla="*/ 46995 h 55824"/>
                <a:gd name="csX11" fmla="*/ 28182 w 35425"/>
                <a:gd name="csY11" fmla="*/ 39138 h 55824"/>
                <a:gd name="csX12" fmla="*/ 24831 w 35425"/>
                <a:gd name="csY12" fmla="*/ 31714 h 55824"/>
                <a:gd name="csX13" fmla="*/ 15569 w 35425"/>
                <a:gd name="csY13" fmla="*/ 29011 h 55824"/>
                <a:gd name="csX14" fmla="*/ 9298 w 35425"/>
                <a:gd name="csY14" fmla="*/ 29011 h 55824"/>
                <a:gd name="csX15" fmla="*/ 9298 w 35425"/>
                <a:gd name="csY15" fmla="*/ 23029 h 55824"/>
                <a:gd name="csX16" fmla="*/ 15857 w 35425"/>
                <a:gd name="csY16" fmla="*/ 23029 h 55824"/>
                <a:gd name="csX17" fmla="*/ 24074 w 35425"/>
                <a:gd name="csY17" fmla="*/ 20903 h 55824"/>
                <a:gd name="csX18" fmla="*/ 26921 w 35425"/>
                <a:gd name="csY18" fmla="*/ 14704 h 55824"/>
                <a:gd name="csX19" fmla="*/ 23965 w 35425"/>
                <a:gd name="csY19" fmla="*/ 8362 h 55824"/>
                <a:gd name="csX20" fmla="*/ 15569 w 35425"/>
                <a:gd name="csY20" fmla="*/ 6127 h 55824"/>
                <a:gd name="csX21" fmla="*/ 9154 w 35425"/>
                <a:gd name="csY21" fmla="*/ 6776 h 55824"/>
                <a:gd name="csX22" fmla="*/ 1622 w 35425"/>
                <a:gd name="csY22" fmla="*/ 8794 h 55824"/>
                <a:gd name="csX23" fmla="*/ 1622 w 35425"/>
                <a:gd name="csY23" fmla="*/ 2307 h 55824"/>
                <a:gd name="csX24" fmla="*/ 9370 w 35425"/>
                <a:gd name="csY24" fmla="*/ 577 h 55824"/>
                <a:gd name="csX25" fmla="*/ 16217 w 35425"/>
                <a:gd name="csY25" fmla="*/ 0 h 55824"/>
                <a:gd name="csX26" fmla="*/ 29335 w 35425"/>
                <a:gd name="csY26" fmla="*/ 3785 h 55824"/>
                <a:gd name="csX27" fmla="*/ 34164 w 35425"/>
                <a:gd name="csY27" fmla="*/ 13947 h 55824"/>
                <a:gd name="csX28" fmla="*/ 31606 w 35425"/>
                <a:gd name="csY28" fmla="*/ 21515 h 55824"/>
                <a:gd name="csX29" fmla="*/ 24326 w 35425"/>
                <a:gd name="csY29" fmla="*/ 25768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425" h="55824">
                  <a:moveTo>
                    <a:pt x="24326" y="25768"/>
                  </a:moveTo>
                  <a:cubicBezTo>
                    <a:pt x="27810" y="26513"/>
                    <a:pt x="30525" y="28062"/>
                    <a:pt x="32471" y="30417"/>
                  </a:cubicBezTo>
                  <a:cubicBezTo>
                    <a:pt x="34441" y="32772"/>
                    <a:pt x="35426" y="35679"/>
                    <a:pt x="35426" y="39138"/>
                  </a:cubicBezTo>
                  <a:cubicBezTo>
                    <a:pt x="35426" y="44448"/>
                    <a:pt x="33600" y="48557"/>
                    <a:pt x="29948" y="51463"/>
                  </a:cubicBezTo>
                  <a:cubicBezTo>
                    <a:pt x="26296" y="54371"/>
                    <a:pt x="21107" y="55824"/>
                    <a:pt x="14379" y="55824"/>
                  </a:cubicBezTo>
                  <a:cubicBezTo>
                    <a:pt x="12121" y="55824"/>
                    <a:pt x="9790" y="55596"/>
                    <a:pt x="7388" y="55139"/>
                  </a:cubicBezTo>
                  <a:cubicBezTo>
                    <a:pt x="5009" y="54707"/>
                    <a:pt x="2547" y="54046"/>
                    <a:pt x="0" y="53157"/>
                  </a:cubicBezTo>
                  <a:lnTo>
                    <a:pt x="0" y="46130"/>
                  </a:lnTo>
                  <a:cubicBezTo>
                    <a:pt x="2018" y="47307"/>
                    <a:pt x="4229" y="48196"/>
                    <a:pt x="6631" y="48797"/>
                  </a:cubicBezTo>
                  <a:cubicBezTo>
                    <a:pt x="9033" y="49397"/>
                    <a:pt x="11544" y="49697"/>
                    <a:pt x="14163" y="49697"/>
                  </a:cubicBezTo>
                  <a:cubicBezTo>
                    <a:pt x="18728" y="49697"/>
                    <a:pt x="22200" y="48796"/>
                    <a:pt x="24578" y="46995"/>
                  </a:cubicBezTo>
                  <a:cubicBezTo>
                    <a:pt x="26981" y="45193"/>
                    <a:pt x="28182" y="42574"/>
                    <a:pt x="28182" y="39138"/>
                  </a:cubicBezTo>
                  <a:cubicBezTo>
                    <a:pt x="28182" y="35967"/>
                    <a:pt x="27065" y="33492"/>
                    <a:pt x="24831" y="31714"/>
                  </a:cubicBezTo>
                  <a:cubicBezTo>
                    <a:pt x="22620" y="29912"/>
                    <a:pt x="19533" y="29011"/>
                    <a:pt x="15569" y="29011"/>
                  </a:cubicBezTo>
                  <a:lnTo>
                    <a:pt x="9298" y="29011"/>
                  </a:lnTo>
                  <a:lnTo>
                    <a:pt x="9298" y="23029"/>
                  </a:lnTo>
                  <a:lnTo>
                    <a:pt x="15857" y="23029"/>
                  </a:lnTo>
                  <a:cubicBezTo>
                    <a:pt x="19437" y="23029"/>
                    <a:pt x="22176" y="22321"/>
                    <a:pt x="24074" y="20903"/>
                  </a:cubicBezTo>
                  <a:cubicBezTo>
                    <a:pt x="25972" y="19461"/>
                    <a:pt x="26921" y="17395"/>
                    <a:pt x="26921" y="14704"/>
                  </a:cubicBezTo>
                  <a:cubicBezTo>
                    <a:pt x="26921" y="11941"/>
                    <a:pt x="25936" y="9827"/>
                    <a:pt x="23965" y="8362"/>
                  </a:cubicBezTo>
                  <a:cubicBezTo>
                    <a:pt x="22019" y="6872"/>
                    <a:pt x="19220" y="6127"/>
                    <a:pt x="15569" y="6127"/>
                  </a:cubicBezTo>
                  <a:cubicBezTo>
                    <a:pt x="13575" y="6127"/>
                    <a:pt x="11436" y="6343"/>
                    <a:pt x="9154" y="6776"/>
                  </a:cubicBezTo>
                  <a:cubicBezTo>
                    <a:pt x="6871" y="7208"/>
                    <a:pt x="4361" y="7881"/>
                    <a:pt x="1622" y="8794"/>
                  </a:cubicBezTo>
                  <a:lnTo>
                    <a:pt x="1622" y="2307"/>
                  </a:lnTo>
                  <a:cubicBezTo>
                    <a:pt x="4384" y="1538"/>
                    <a:pt x="6967" y="962"/>
                    <a:pt x="9370" y="577"/>
                  </a:cubicBezTo>
                  <a:cubicBezTo>
                    <a:pt x="11797" y="192"/>
                    <a:pt x="14079" y="0"/>
                    <a:pt x="16217" y="0"/>
                  </a:cubicBezTo>
                  <a:cubicBezTo>
                    <a:pt x="21743" y="0"/>
                    <a:pt x="26116" y="1262"/>
                    <a:pt x="29335" y="3785"/>
                  </a:cubicBezTo>
                  <a:cubicBezTo>
                    <a:pt x="32554" y="6283"/>
                    <a:pt x="34164" y="9671"/>
                    <a:pt x="34164" y="13947"/>
                  </a:cubicBezTo>
                  <a:cubicBezTo>
                    <a:pt x="34164" y="16927"/>
                    <a:pt x="33311" y="19449"/>
                    <a:pt x="31606" y="21515"/>
                  </a:cubicBezTo>
                  <a:cubicBezTo>
                    <a:pt x="29900" y="23558"/>
                    <a:pt x="27473" y="24975"/>
                    <a:pt x="24326" y="257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1C2452AE-F277-A4BE-9E66-CBAF583C7C56}"/>
                </a:ext>
              </a:extLst>
            </p:cNvPr>
            <p:cNvSpPr/>
            <p:nvPr/>
          </p:nvSpPr>
          <p:spPr>
            <a:xfrm>
              <a:off x="308034" y="3710466"/>
              <a:ext cx="37191" cy="55823"/>
            </a:xfrm>
            <a:custGeom>
              <a:avLst/>
              <a:gdLst>
                <a:gd name="csX0" fmla="*/ 18595 w 37191"/>
                <a:gd name="csY0" fmla="*/ 5766 h 55823"/>
                <a:gd name="csX1" fmla="*/ 10127 w 37191"/>
                <a:gd name="csY1" fmla="*/ 11316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5 w 37191"/>
                <a:gd name="csY4" fmla="*/ 50058 h 55823"/>
                <a:gd name="csX5" fmla="*/ 27065 w 37191"/>
                <a:gd name="csY5" fmla="*/ 44544 h 55823"/>
                <a:gd name="csX6" fmla="*/ 29912 w 37191"/>
                <a:gd name="csY6" fmla="*/ 27930 h 55823"/>
                <a:gd name="csX7" fmla="*/ 27065 w 37191"/>
                <a:gd name="csY7" fmla="*/ 11316 h 55823"/>
                <a:gd name="csX8" fmla="*/ 18595 w 37191"/>
                <a:gd name="csY8" fmla="*/ 5766 h 55823"/>
                <a:gd name="csX9" fmla="*/ 18595 w 37191"/>
                <a:gd name="csY9" fmla="*/ 0 h 55823"/>
                <a:gd name="csX10" fmla="*/ 32398 w 37191"/>
                <a:gd name="csY10" fmla="*/ 7172 h 55823"/>
                <a:gd name="csX11" fmla="*/ 37192 w 37191"/>
                <a:gd name="csY11" fmla="*/ 27930 h 55823"/>
                <a:gd name="csX12" fmla="*/ 32398 w 37191"/>
                <a:gd name="csY12" fmla="*/ 48688 h 55823"/>
                <a:gd name="csX13" fmla="*/ 18595 w 37191"/>
                <a:gd name="csY13" fmla="*/ 55824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2 h 55823"/>
                <a:gd name="csX17" fmla="*/ 18595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5" y="5766"/>
                  </a:moveTo>
                  <a:cubicBezTo>
                    <a:pt x="14848" y="5766"/>
                    <a:pt x="12025" y="7616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6"/>
                    <a:pt x="22367" y="5766"/>
                    <a:pt x="18595" y="5766"/>
                  </a:cubicBezTo>
                  <a:moveTo>
                    <a:pt x="18595" y="0"/>
                  </a:moveTo>
                  <a:cubicBezTo>
                    <a:pt x="24626" y="0"/>
                    <a:pt x="29227" y="2391"/>
                    <a:pt x="32398" y="7172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7"/>
                    <a:pt x="32398" y="48688"/>
                  </a:cubicBezTo>
                  <a:cubicBezTo>
                    <a:pt x="29227" y="53445"/>
                    <a:pt x="24626" y="55824"/>
                    <a:pt x="18595" y="55824"/>
                  </a:cubicBezTo>
                  <a:cubicBezTo>
                    <a:pt x="12565" y="55824"/>
                    <a:pt x="7953" y="53445"/>
                    <a:pt x="4757" y="48688"/>
                  </a:cubicBezTo>
                  <a:cubicBezTo>
                    <a:pt x="1586" y="43907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2"/>
                  </a:cubicBezTo>
                  <a:cubicBezTo>
                    <a:pt x="7953" y="2391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4DE80B91-C9D2-03BC-8B64-B8118873EA84}"/>
                </a:ext>
              </a:extLst>
            </p:cNvPr>
            <p:cNvSpPr/>
            <p:nvPr/>
          </p:nvSpPr>
          <p:spPr>
            <a:xfrm>
              <a:off x="358020" y="3756091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F64BB66D-2589-2F52-4A58-C8C1AFDE1D16}"/>
                </a:ext>
              </a:extLst>
            </p:cNvPr>
            <p:cNvSpPr/>
            <p:nvPr/>
          </p:nvSpPr>
          <p:spPr>
            <a:xfrm>
              <a:off x="377192" y="3711439"/>
              <a:ext cx="39210" cy="53805"/>
            </a:xfrm>
            <a:custGeom>
              <a:avLst/>
              <a:gdLst>
                <a:gd name="csX0" fmla="*/ 24291 w 39210"/>
                <a:gd name="csY0" fmla="*/ 6343 h 53805"/>
                <a:gd name="csX1" fmla="*/ 5911 w 39210"/>
                <a:gd name="csY1" fmla="*/ 35066 h 53805"/>
                <a:gd name="csX2" fmla="*/ 24291 w 39210"/>
                <a:gd name="csY2" fmla="*/ 35066 h 53805"/>
                <a:gd name="csX3" fmla="*/ 24291 w 39210"/>
                <a:gd name="csY3" fmla="*/ 6343 h 53805"/>
                <a:gd name="csX4" fmla="*/ 22381 w 39210"/>
                <a:gd name="csY4" fmla="*/ 0 h 53805"/>
                <a:gd name="csX5" fmla="*/ 31534 w 39210"/>
                <a:gd name="csY5" fmla="*/ 0 h 53805"/>
                <a:gd name="csX6" fmla="*/ 31534 w 39210"/>
                <a:gd name="csY6" fmla="*/ 35066 h 53805"/>
                <a:gd name="csX7" fmla="*/ 39210 w 39210"/>
                <a:gd name="csY7" fmla="*/ 35066 h 53805"/>
                <a:gd name="csX8" fmla="*/ 39210 w 39210"/>
                <a:gd name="csY8" fmla="*/ 41120 h 53805"/>
                <a:gd name="csX9" fmla="*/ 31534 w 39210"/>
                <a:gd name="csY9" fmla="*/ 41120 h 53805"/>
                <a:gd name="csX10" fmla="*/ 31534 w 39210"/>
                <a:gd name="csY10" fmla="*/ 53805 h 53805"/>
                <a:gd name="csX11" fmla="*/ 24291 w 39210"/>
                <a:gd name="csY11" fmla="*/ 53805 h 53805"/>
                <a:gd name="csX12" fmla="*/ 24291 w 39210"/>
                <a:gd name="csY12" fmla="*/ 41120 h 53805"/>
                <a:gd name="csX13" fmla="*/ 0 w 39210"/>
                <a:gd name="csY13" fmla="*/ 41120 h 53805"/>
                <a:gd name="csX14" fmla="*/ 0 w 39210"/>
                <a:gd name="csY14" fmla="*/ 34093 h 53805"/>
                <a:gd name="csX15" fmla="*/ 22381 w 39210"/>
                <a:gd name="csY15" fmla="*/ 0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210" h="53805">
                  <a:moveTo>
                    <a:pt x="24291" y="6343"/>
                  </a:moveTo>
                  <a:lnTo>
                    <a:pt x="5911" y="35066"/>
                  </a:lnTo>
                  <a:lnTo>
                    <a:pt x="24291" y="35066"/>
                  </a:lnTo>
                  <a:lnTo>
                    <a:pt x="24291" y="6343"/>
                  </a:lnTo>
                  <a:moveTo>
                    <a:pt x="22381" y="0"/>
                  </a:moveTo>
                  <a:lnTo>
                    <a:pt x="31534" y="0"/>
                  </a:lnTo>
                  <a:lnTo>
                    <a:pt x="31534" y="35066"/>
                  </a:lnTo>
                  <a:lnTo>
                    <a:pt x="39210" y="35066"/>
                  </a:lnTo>
                  <a:lnTo>
                    <a:pt x="39210" y="41120"/>
                  </a:lnTo>
                  <a:lnTo>
                    <a:pt x="31534" y="41120"/>
                  </a:lnTo>
                  <a:lnTo>
                    <a:pt x="31534" y="53805"/>
                  </a:lnTo>
                  <a:lnTo>
                    <a:pt x="24291" y="53805"/>
                  </a:lnTo>
                  <a:lnTo>
                    <a:pt x="24291" y="41120"/>
                  </a:lnTo>
                  <a:lnTo>
                    <a:pt x="0" y="41120"/>
                  </a:lnTo>
                  <a:lnTo>
                    <a:pt x="0" y="34093"/>
                  </a:lnTo>
                  <a:lnTo>
                    <a:pt x="22381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8BA6152B-5855-503C-0C9C-6A25BFEF7C3E}"/>
                </a:ext>
              </a:extLst>
            </p:cNvPr>
            <p:cNvSpPr/>
            <p:nvPr/>
          </p:nvSpPr>
          <p:spPr>
            <a:xfrm>
              <a:off x="210328" y="4412590"/>
              <a:ext cx="38674" cy="69930"/>
            </a:xfrm>
            <a:custGeom>
              <a:avLst/>
              <a:gdLst>
                <a:gd name="csX0" fmla="*/ 25505 w 38674"/>
                <a:gd name="csY0" fmla="*/ 0 h 69930"/>
                <a:gd name="csX1" fmla="*/ 27131 w 38674"/>
                <a:gd name="csY1" fmla="*/ 375 h 69930"/>
                <a:gd name="csX2" fmla="*/ 30423 w 38674"/>
                <a:gd name="csY2" fmla="*/ 1666 h 69930"/>
                <a:gd name="csX3" fmla="*/ 34257 w 38674"/>
                <a:gd name="csY3" fmla="*/ 3792 h 69930"/>
                <a:gd name="csX4" fmla="*/ 37383 w 38674"/>
                <a:gd name="csY4" fmla="*/ 7001 h 69930"/>
                <a:gd name="csX5" fmla="*/ 38675 w 38674"/>
                <a:gd name="csY5" fmla="*/ 11210 h 69930"/>
                <a:gd name="csX6" fmla="*/ 36674 w 38674"/>
                <a:gd name="csY6" fmla="*/ 16211 h 69930"/>
                <a:gd name="csX7" fmla="*/ 31673 w 38674"/>
                <a:gd name="csY7" fmla="*/ 18212 h 69930"/>
                <a:gd name="csX8" fmla="*/ 26964 w 38674"/>
                <a:gd name="csY8" fmla="*/ 17087 h 69930"/>
                <a:gd name="csX9" fmla="*/ 7835 w 38674"/>
                <a:gd name="csY9" fmla="*/ 11794 h 69930"/>
                <a:gd name="csX10" fmla="*/ 1875 w 38674"/>
                <a:gd name="csY10" fmla="*/ 16419 h 69930"/>
                <a:gd name="csX11" fmla="*/ 2959 w 38674"/>
                <a:gd name="csY11" fmla="*/ 21421 h 69930"/>
                <a:gd name="csX12" fmla="*/ 5543 w 38674"/>
                <a:gd name="csY12" fmla="*/ 25338 h 69930"/>
                <a:gd name="csX13" fmla="*/ 8752 w 38674"/>
                <a:gd name="csY13" fmla="*/ 28089 h 69930"/>
                <a:gd name="csX14" fmla="*/ 11586 w 38674"/>
                <a:gd name="csY14" fmla="*/ 29839 h 69930"/>
                <a:gd name="csX15" fmla="*/ 13211 w 38674"/>
                <a:gd name="csY15" fmla="*/ 30464 h 69930"/>
                <a:gd name="csX16" fmla="*/ 33799 w 38674"/>
                <a:gd name="csY16" fmla="*/ 35590 h 69930"/>
                <a:gd name="csX17" fmla="*/ 36383 w 38674"/>
                <a:gd name="csY17" fmla="*/ 36298 h 69930"/>
                <a:gd name="csX18" fmla="*/ 37925 w 38674"/>
                <a:gd name="csY18" fmla="*/ 37382 h 69930"/>
                <a:gd name="csX19" fmla="*/ 38675 w 38674"/>
                <a:gd name="csY19" fmla="*/ 39425 h 69930"/>
                <a:gd name="csX20" fmla="*/ 38050 w 38674"/>
                <a:gd name="csY20" fmla="*/ 41216 h 69930"/>
                <a:gd name="csX21" fmla="*/ 36341 w 38674"/>
                <a:gd name="csY21" fmla="*/ 41925 h 69930"/>
                <a:gd name="csX22" fmla="*/ 35299 w 38674"/>
                <a:gd name="csY22" fmla="*/ 41716 h 69930"/>
                <a:gd name="csX23" fmla="*/ 33215 w 38674"/>
                <a:gd name="csY23" fmla="*/ 41216 h 69930"/>
                <a:gd name="csX24" fmla="*/ 31298 w 38674"/>
                <a:gd name="csY24" fmla="*/ 40800 h 69930"/>
                <a:gd name="csX25" fmla="*/ 24839 w 38674"/>
                <a:gd name="csY25" fmla="*/ 39091 h 69930"/>
                <a:gd name="csX26" fmla="*/ 14920 w 38674"/>
                <a:gd name="csY26" fmla="*/ 36716 h 69930"/>
                <a:gd name="csX27" fmla="*/ 7835 w 38674"/>
                <a:gd name="csY27" fmla="*/ 35424 h 69930"/>
                <a:gd name="csX28" fmla="*/ 1875 w 38674"/>
                <a:gd name="csY28" fmla="*/ 40049 h 69930"/>
                <a:gd name="csX29" fmla="*/ 2751 w 38674"/>
                <a:gd name="csY29" fmla="*/ 44509 h 69930"/>
                <a:gd name="csX30" fmla="*/ 4751 w 38674"/>
                <a:gd name="csY30" fmla="*/ 48093 h 69930"/>
                <a:gd name="csX31" fmla="*/ 7543 w 38674"/>
                <a:gd name="csY31" fmla="*/ 50885 h 69930"/>
                <a:gd name="csX32" fmla="*/ 10210 w 38674"/>
                <a:gd name="csY32" fmla="*/ 52844 h 69930"/>
                <a:gd name="csX33" fmla="*/ 12294 w 38674"/>
                <a:gd name="csY33" fmla="*/ 53969 h 69930"/>
                <a:gd name="csX34" fmla="*/ 16545 w 38674"/>
                <a:gd name="csY34" fmla="*/ 55053 h 69930"/>
                <a:gd name="csX35" fmla="*/ 22255 w 38674"/>
                <a:gd name="csY35" fmla="*/ 56511 h 69930"/>
                <a:gd name="csX36" fmla="*/ 29965 w 38674"/>
                <a:gd name="csY36" fmla="*/ 58387 h 69930"/>
                <a:gd name="csX37" fmla="*/ 36258 w 38674"/>
                <a:gd name="csY37" fmla="*/ 60012 h 69930"/>
                <a:gd name="csX38" fmla="*/ 38050 w 38674"/>
                <a:gd name="csY38" fmla="*/ 61345 h 69930"/>
                <a:gd name="csX39" fmla="*/ 38675 w 38674"/>
                <a:gd name="csY39" fmla="*/ 63179 h 69930"/>
                <a:gd name="csX40" fmla="*/ 38050 w 38674"/>
                <a:gd name="csY40" fmla="*/ 64930 h 69930"/>
                <a:gd name="csX41" fmla="*/ 36341 w 38674"/>
                <a:gd name="csY41" fmla="*/ 65638 h 69930"/>
                <a:gd name="csX42" fmla="*/ 35549 w 38674"/>
                <a:gd name="csY42" fmla="*/ 65513 h 69930"/>
                <a:gd name="csX43" fmla="*/ 34049 w 38674"/>
                <a:gd name="csY43" fmla="*/ 65180 h 69930"/>
                <a:gd name="csX44" fmla="*/ 32673 w 38674"/>
                <a:gd name="csY44" fmla="*/ 64888 h 69930"/>
                <a:gd name="csX45" fmla="*/ 12961 w 38674"/>
                <a:gd name="csY45" fmla="*/ 59928 h 69930"/>
                <a:gd name="csX46" fmla="*/ 8252 w 38674"/>
                <a:gd name="csY46" fmla="*/ 58804 h 69930"/>
                <a:gd name="csX47" fmla="*/ 5793 w 38674"/>
                <a:gd name="csY47" fmla="*/ 58554 h 69930"/>
                <a:gd name="csX48" fmla="*/ 1875 w 38674"/>
                <a:gd name="csY48" fmla="*/ 61221 h 69930"/>
                <a:gd name="csX49" fmla="*/ 4459 w 38674"/>
                <a:gd name="csY49" fmla="*/ 64804 h 69930"/>
                <a:gd name="csX50" fmla="*/ 12044 w 38674"/>
                <a:gd name="csY50" fmla="*/ 67431 h 69930"/>
                <a:gd name="csX51" fmla="*/ 13711 w 38674"/>
                <a:gd name="csY51" fmla="*/ 68055 h 69930"/>
                <a:gd name="csX52" fmla="*/ 14003 w 38674"/>
                <a:gd name="csY52" fmla="*/ 68889 h 69930"/>
                <a:gd name="csX53" fmla="*/ 13128 w 38674"/>
                <a:gd name="csY53" fmla="*/ 69931 h 69930"/>
                <a:gd name="csX54" fmla="*/ 11586 w 38674"/>
                <a:gd name="csY54" fmla="*/ 69597 h 69930"/>
                <a:gd name="csX55" fmla="*/ 8252 w 38674"/>
                <a:gd name="csY55" fmla="*/ 68639 h 69930"/>
                <a:gd name="csX56" fmla="*/ 4876 w 38674"/>
                <a:gd name="csY56" fmla="*/ 67263 h 69930"/>
                <a:gd name="csX57" fmla="*/ 3417 w 38674"/>
                <a:gd name="csY57" fmla="*/ 66472 h 69930"/>
                <a:gd name="csX58" fmla="*/ 1917 w 38674"/>
                <a:gd name="csY58" fmla="*/ 65346 h 69930"/>
                <a:gd name="csX59" fmla="*/ 500 w 38674"/>
                <a:gd name="csY59" fmla="*/ 63471 h 69930"/>
                <a:gd name="csX60" fmla="*/ 0 w 38674"/>
                <a:gd name="csY60" fmla="*/ 60971 h 69930"/>
                <a:gd name="csX61" fmla="*/ 1959 w 38674"/>
                <a:gd name="csY61" fmla="*/ 55678 h 69930"/>
                <a:gd name="csX62" fmla="*/ 7418 w 38674"/>
                <a:gd name="csY62" fmla="*/ 53094 h 69930"/>
                <a:gd name="csX63" fmla="*/ 0 w 38674"/>
                <a:gd name="csY63" fmla="*/ 39799 h 69930"/>
                <a:gd name="csX64" fmla="*/ 2209 w 38674"/>
                <a:gd name="csY64" fmla="*/ 32798 h 69930"/>
                <a:gd name="csX65" fmla="*/ 8252 w 38674"/>
                <a:gd name="csY65" fmla="*/ 30048 h 69930"/>
                <a:gd name="csX66" fmla="*/ 0 w 38674"/>
                <a:gd name="csY66" fmla="*/ 16128 h 69930"/>
                <a:gd name="csX67" fmla="*/ 2459 w 38674"/>
                <a:gd name="csY67" fmla="*/ 8876 h 69930"/>
                <a:gd name="csX68" fmla="*/ 9127 w 38674"/>
                <a:gd name="csY68" fmla="*/ 6334 h 69930"/>
                <a:gd name="csX69" fmla="*/ 15545 w 38674"/>
                <a:gd name="csY69" fmla="*/ 7460 h 69930"/>
                <a:gd name="csX70" fmla="*/ 21796 w 38674"/>
                <a:gd name="csY70" fmla="*/ 9335 h 69930"/>
                <a:gd name="csX71" fmla="*/ 27881 w 38674"/>
                <a:gd name="csY71" fmla="*/ 11544 h 69930"/>
                <a:gd name="csX72" fmla="*/ 33965 w 38674"/>
                <a:gd name="csY72" fmla="*/ 13086 h 69930"/>
                <a:gd name="csX73" fmla="*/ 36091 w 38674"/>
                <a:gd name="csY73" fmla="*/ 12586 h 69930"/>
                <a:gd name="csX74" fmla="*/ 36758 w 38674"/>
                <a:gd name="csY74" fmla="*/ 11002 h 69930"/>
                <a:gd name="csX75" fmla="*/ 35799 w 38674"/>
                <a:gd name="csY75" fmla="*/ 7876 h 69930"/>
                <a:gd name="csX76" fmla="*/ 33174 w 38674"/>
                <a:gd name="csY76" fmla="*/ 5376 h 69930"/>
                <a:gd name="csX77" fmla="*/ 29840 w 38674"/>
                <a:gd name="csY77" fmla="*/ 3584 h 69930"/>
                <a:gd name="csX78" fmla="*/ 26214 w 38674"/>
                <a:gd name="csY78" fmla="*/ 2334 h 69930"/>
                <a:gd name="csX79" fmla="*/ 24922 w 38674"/>
                <a:gd name="csY79" fmla="*/ 1834 h 69930"/>
                <a:gd name="csX80" fmla="*/ 24672 w 38674"/>
                <a:gd name="csY80" fmla="*/ 1042 h 69930"/>
                <a:gd name="csX81" fmla="*/ 25505 w 38674"/>
                <a:gd name="csY81" fmla="*/ 0 h 69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8674" h="69930">
                  <a:moveTo>
                    <a:pt x="25505" y="0"/>
                  </a:moveTo>
                  <a:cubicBezTo>
                    <a:pt x="25728" y="0"/>
                    <a:pt x="26269" y="125"/>
                    <a:pt x="27131" y="375"/>
                  </a:cubicBezTo>
                  <a:cubicBezTo>
                    <a:pt x="27992" y="625"/>
                    <a:pt x="29089" y="1055"/>
                    <a:pt x="30423" y="1666"/>
                  </a:cubicBezTo>
                  <a:cubicBezTo>
                    <a:pt x="31757" y="2250"/>
                    <a:pt x="33035" y="2958"/>
                    <a:pt x="34257" y="3792"/>
                  </a:cubicBezTo>
                  <a:cubicBezTo>
                    <a:pt x="35452" y="4598"/>
                    <a:pt x="36494" y="5667"/>
                    <a:pt x="37383" y="7001"/>
                  </a:cubicBezTo>
                  <a:cubicBezTo>
                    <a:pt x="38244" y="8307"/>
                    <a:pt x="38675" y="9710"/>
                    <a:pt x="38675" y="11210"/>
                  </a:cubicBezTo>
                  <a:cubicBezTo>
                    <a:pt x="38675" y="13211"/>
                    <a:pt x="38008" y="14878"/>
                    <a:pt x="36674" y="16211"/>
                  </a:cubicBezTo>
                  <a:cubicBezTo>
                    <a:pt x="35341" y="17545"/>
                    <a:pt x="33674" y="18212"/>
                    <a:pt x="31673" y="18212"/>
                  </a:cubicBezTo>
                  <a:cubicBezTo>
                    <a:pt x="30590" y="18212"/>
                    <a:pt x="29020" y="17837"/>
                    <a:pt x="26964" y="17087"/>
                  </a:cubicBezTo>
                  <a:cubicBezTo>
                    <a:pt x="17573" y="13558"/>
                    <a:pt x="11197" y="11794"/>
                    <a:pt x="7835" y="11794"/>
                  </a:cubicBezTo>
                  <a:cubicBezTo>
                    <a:pt x="3862" y="11794"/>
                    <a:pt x="1875" y="13336"/>
                    <a:pt x="1875" y="16419"/>
                  </a:cubicBezTo>
                  <a:cubicBezTo>
                    <a:pt x="1875" y="18170"/>
                    <a:pt x="2237" y="19837"/>
                    <a:pt x="2959" y="21421"/>
                  </a:cubicBezTo>
                  <a:cubicBezTo>
                    <a:pt x="3681" y="23004"/>
                    <a:pt x="4543" y="24310"/>
                    <a:pt x="5543" y="25338"/>
                  </a:cubicBezTo>
                  <a:cubicBezTo>
                    <a:pt x="6543" y="26366"/>
                    <a:pt x="7613" y="27283"/>
                    <a:pt x="8752" y="28089"/>
                  </a:cubicBezTo>
                  <a:cubicBezTo>
                    <a:pt x="9891" y="28894"/>
                    <a:pt x="10836" y="29477"/>
                    <a:pt x="11586" y="29839"/>
                  </a:cubicBezTo>
                  <a:cubicBezTo>
                    <a:pt x="12336" y="30173"/>
                    <a:pt x="12878" y="30381"/>
                    <a:pt x="13211" y="30464"/>
                  </a:cubicBezTo>
                  <a:lnTo>
                    <a:pt x="33799" y="35590"/>
                  </a:lnTo>
                  <a:cubicBezTo>
                    <a:pt x="34966" y="35868"/>
                    <a:pt x="35827" y="36104"/>
                    <a:pt x="36383" y="36298"/>
                  </a:cubicBezTo>
                  <a:cubicBezTo>
                    <a:pt x="36938" y="36493"/>
                    <a:pt x="37452" y="36854"/>
                    <a:pt x="37925" y="37382"/>
                  </a:cubicBezTo>
                  <a:cubicBezTo>
                    <a:pt x="38425" y="37910"/>
                    <a:pt x="38675" y="38591"/>
                    <a:pt x="38675" y="39425"/>
                  </a:cubicBezTo>
                  <a:cubicBezTo>
                    <a:pt x="38675" y="40119"/>
                    <a:pt x="38466" y="40716"/>
                    <a:pt x="38050" y="41216"/>
                  </a:cubicBezTo>
                  <a:cubicBezTo>
                    <a:pt x="37633" y="41688"/>
                    <a:pt x="37063" y="41925"/>
                    <a:pt x="36341" y="41925"/>
                  </a:cubicBezTo>
                  <a:cubicBezTo>
                    <a:pt x="36230" y="41925"/>
                    <a:pt x="35883" y="41855"/>
                    <a:pt x="35299" y="41716"/>
                  </a:cubicBezTo>
                  <a:cubicBezTo>
                    <a:pt x="34716" y="41578"/>
                    <a:pt x="34021" y="41411"/>
                    <a:pt x="33215" y="41216"/>
                  </a:cubicBezTo>
                  <a:cubicBezTo>
                    <a:pt x="32410" y="41022"/>
                    <a:pt x="31771" y="40883"/>
                    <a:pt x="31298" y="40800"/>
                  </a:cubicBezTo>
                  <a:cubicBezTo>
                    <a:pt x="27520" y="39799"/>
                    <a:pt x="25366" y="39230"/>
                    <a:pt x="24839" y="39091"/>
                  </a:cubicBezTo>
                  <a:lnTo>
                    <a:pt x="14920" y="36716"/>
                  </a:lnTo>
                  <a:cubicBezTo>
                    <a:pt x="11641" y="35854"/>
                    <a:pt x="9280" y="35424"/>
                    <a:pt x="7835" y="35424"/>
                  </a:cubicBezTo>
                  <a:cubicBezTo>
                    <a:pt x="3862" y="35424"/>
                    <a:pt x="1875" y="36966"/>
                    <a:pt x="1875" y="40049"/>
                  </a:cubicBezTo>
                  <a:cubicBezTo>
                    <a:pt x="1875" y="41578"/>
                    <a:pt x="2167" y="43064"/>
                    <a:pt x="2751" y="44509"/>
                  </a:cubicBezTo>
                  <a:cubicBezTo>
                    <a:pt x="3306" y="45926"/>
                    <a:pt x="3973" y="47121"/>
                    <a:pt x="4751" y="48093"/>
                  </a:cubicBezTo>
                  <a:cubicBezTo>
                    <a:pt x="5529" y="49065"/>
                    <a:pt x="6460" y="49996"/>
                    <a:pt x="7543" y="50885"/>
                  </a:cubicBezTo>
                  <a:cubicBezTo>
                    <a:pt x="8599" y="51746"/>
                    <a:pt x="9488" y="52399"/>
                    <a:pt x="10210" y="52844"/>
                  </a:cubicBezTo>
                  <a:cubicBezTo>
                    <a:pt x="10905" y="53261"/>
                    <a:pt x="11600" y="53636"/>
                    <a:pt x="12294" y="53969"/>
                  </a:cubicBezTo>
                  <a:lnTo>
                    <a:pt x="16545" y="55053"/>
                  </a:lnTo>
                  <a:cubicBezTo>
                    <a:pt x="17323" y="55220"/>
                    <a:pt x="19226" y="55706"/>
                    <a:pt x="22255" y="56511"/>
                  </a:cubicBezTo>
                  <a:lnTo>
                    <a:pt x="29965" y="58387"/>
                  </a:lnTo>
                  <a:cubicBezTo>
                    <a:pt x="33799" y="59276"/>
                    <a:pt x="35896" y="59817"/>
                    <a:pt x="36258" y="60012"/>
                  </a:cubicBezTo>
                  <a:cubicBezTo>
                    <a:pt x="37036" y="60290"/>
                    <a:pt x="37633" y="60735"/>
                    <a:pt x="38050" y="61345"/>
                  </a:cubicBezTo>
                  <a:cubicBezTo>
                    <a:pt x="38466" y="61957"/>
                    <a:pt x="38675" y="62568"/>
                    <a:pt x="38675" y="63179"/>
                  </a:cubicBezTo>
                  <a:cubicBezTo>
                    <a:pt x="38675" y="63874"/>
                    <a:pt x="38466" y="64458"/>
                    <a:pt x="38050" y="64930"/>
                  </a:cubicBezTo>
                  <a:cubicBezTo>
                    <a:pt x="37633" y="65402"/>
                    <a:pt x="37063" y="65638"/>
                    <a:pt x="36341" y="65638"/>
                  </a:cubicBezTo>
                  <a:cubicBezTo>
                    <a:pt x="36230" y="65638"/>
                    <a:pt x="35966" y="65596"/>
                    <a:pt x="35549" y="65513"/>
                  </a:cubicBezTo>
                  <a:cubicBezTo>
                    <a:pt x="35132" y="65430"/>
                    <a:pt x="34632" y="65319"/>
                    <a:pt x="34049" y="65180"/>
                  </a:cubicBezTo>
                  <a:cubicBezTo>
                    <a:pt x="33465" y="65041"/>
                    <a:pt x="33007" y="64944"/>
                    <a:pt x="32673" y="64888"/>
                  </a:cubicBezTo>
                  <a:lnTo>
                    <a:pt x="12961" y="59928"/>
                  </a:lnTo>
                  <a:cubicBezTo>
                    <a:pt x="10572" y="59317"/>
                    <a:pt x="9002" y="58943"/>
                    <a:pt x="8252" y="58804"/>
                  </a:cubicBezTo>
                  <a:cubicBezTo>
                    <a:pt x="7474" y="58637"/>
                    <a:pt x="6654" y="58554"/>
                    <a:pt x="5793" y="58554"/>
                  </a:cubicBezTo>
                  <a:cubicBezTo>
                    <a:pt x="3181" y="58554"/>
                    <a:pt x="1875" y="59443"/>
                    <a:pt x="1875" y="61221"/>
                  </a:cubicBezTo>
                  <a:cubicBezTo>
                    <a:pt x="1875" y="62666"/>
                    <a:pt x="2737" y="63860"/>
                    <a:pt x="4459" y="64804"/>
                  </a:cubicBezTo>
                  <a:cubicBezTo>
                    <a:pt x="6182" y="65749"/>
                    <a:pt x="8710" y="66625"/>
                    <a:pt x="12044" y="67431"/>
                  </a:cubicBezTo>
                  <a:cubicBezTo>
                    <a:pt x="12961" y="67680"/>
                    <a:pt x="13517" y="67889"/>
                    <a:pt x="13711" y="68055"/>
                  </a:cubicBezTo>
                  <a:cubicBezTo>
                    <a:pt x="13906" y="68194"/>
                    <a:pt x="14003" y="68472"/>
                    <a:pt x="14003" y="68889"/>
                  </a:cubicBezTo>
                  <a:cubicBezTo>
                    <a:pt x="13975" y="69583"/>
                    <a:pt x="13683" y="69931"/>
                    <a:pt x="13128" y="69931"/>
                  </a:cubicBezTo>
                  <a:cubicBezTo>
                    <a:pt x="12989" y="69931"/>
                    <a:pt x="12475" y="69819"/>
                    <a:pt x="11586" y="69597"/>
                  </a:cubicBezTo>
                  <a:cubicBezTo>
                    <a:pt x="10697" y="69375"/>
                    <a:pt x="9585" y="69056"/>
                    <a:pt x="8252" y="68639"/>
                  </a:cubicBezTo>
                  <a:cubicBezTo>
                    <a:pt x="6890" y="68195"/>
                    <a:pt x="5765" y="67736"/>
                    <a:pt x="4876" y="67263"/>
                  </a:cubicBezTo>
                  <a:cubicBezTo>
                    <a:pt x="4293" y="66986"/>
                    <a:pt x="3806" y="66722"/>
                    <a:pt x="3417" y="66472"/>
                  </a:cubicBezTo>
                  <a:cubicBezTo>
                    <a:pt x="3028" y="66222"/>
                    <a:pt x="2528" y="65847"/>
                    <a:pt x="1917" y="65346"/>
                  </a:cubicBezTo>
                  <a:cubicBezTo>
                    <a:pt x="1306" y="64846"/>
                    <a:pt x="834" y="64221"/>
                    <a:pt x="500" y="63471"/>
                  </a:cubicBezTo>
                  <a:cubicBezTo>
                    <a:pt x="167" y="62721"/>
                    <a:pt x="0" y="61887"/>
                    <a:pt x="0" y="60971"/>
                  </a:cubicBezTo>
                  <a:cubicBezTo>
                    <a:pt x="0" y="58943"/>
                    <a:pt x="653" y="57178"/>
                    <a:pt x="1959" y="55678"/>
                  </a:cubicBezTo>
                  <a:cubicBezTo>
                    <a:pt x="3265" y="54150"/>
                    <a:pt x="5084" y="53289"/>
                    <a:pt x="7418" y="53094"/>
                  </a:cubicBezTo>
                  <a:cubicBezTo>
                    <a:pt x="2473" y="49399"/>
                    <a:pt x="0" y="44967"/>
                    <a:pt x="0" y="39799"/>
                  </a:cubicBezTo>
                  <a:cubicBezTo>
                    <a:pt x="0" y="36882"/>
                    <a:pt x="736" y="34548"/>
                    <a:pt x="2209" y="32798"/>
                  </a:cubicBezTo>
                  <a:cubicBezTo>
                    <a:pt x="3626" y="31159"/>
                    <a:pt x="5640" y="30242"/>
                    <a:pt x="8252" y="30048"/>
                  </a:cubicBezTo>
                  <a:cubicBezTo>
                    <a:pt x="2751" y="26213"/>
                    <a:pt x="0" y="21574"/>
                    <a:pt x="0" y="16128"/>
                  </a:cubicBezTo>
                  <a:cubicBezTo>
                    <a:pt x="0" y="12989"/>
                    <a:pt x="820" y="10571"/>
                    <a:pt x="2459" y="8876"/>
                  </a:cubicBezTo>
                  <a:cubicBezTo>
                    <a:pt x="4070" y="7182"/>
                    <a:pt x="6293" y="6334"/>
                    <a:pt x="9127" y="6334"/>
                  </a:cubicBezTo>
                  <a:cubicBezTo>
                    <a:pt x="10600" y="6334"/>
                    <a:pt x="12739" y="6709"/>
                    <a:pt x="15545" y="7460"/>
                  </a:cubicBezTo>
                  <a:cubicBezTo>
                    <a:pt x="18323" y="8210"/>
                    <a:pt x="20407" y="8835"/>
                    <a:pt x="21796" y="9335"/>
                  </a:cubicBezTo>
                  <a:cubicBezTo>
                    <a:pt x="23185" y="9835"/>
                    <a:pt x="25214" y="10571"/>
                    <a:pt x="27881" y="11544"/>
                  </a:cubicBezTo>
                  <a:cubicBezTo>
                    <a:pt x="30437" y="12572"/>
                    <a:pt x="32465" y="13086"/>
                    <a:pt x="33965" y="13086"/>
                  </a:cubicBezTo>
                  <a:cubicBezTo>
                    <a:pt x="34938" y="13086"/>
                    <a:pt x="35646" y="12919"/>
                    <a:pt x="36091" y="12586"/>
                  </a:cubicBezTo>
                  <a:cubicBezTo>
                    <a:pt x="36535" y="12252"/>
                    <a:pt x="36758" y="11725"/>
                    <a:pt x="36758" y="11002"/>
                  </a:cubicBezTo>
                  <a:cubicBezTo>
                    <a:pt x="36758" y="9891"/>
                    <a:pt x="36438" y="8849"/>
                    <a:pt x="35799" y="7876"/>
                  </a:cubicBezTo>
                  <a:cubicBezTo>
                    <a:pt x="35132" y="6904"/>
                    <a:pt x="34257" y="6071"/>
                    <a:pt x="33174" y="5376"/>
                  </a:cubicBezTo>
                  <a:cubicBezTo>
                    <a:pt x="32062" y="4654"/>
                    <a:pt x="30951" y="4056"/>
                    <a:pt x="29840" y="3584"/>
                  </a:cubicBezTo>
                  <a:cubicBezTo>
                    <a:pt x="28700" y="3111"/>
                    <a:pt x="27492" y="2695"/>
                    <a:pt x="26214" y="2334"/>
                  </a:cubicBezTo>
                  <a:cubicBezTo>
                    <a:pt x="25519" y="2111"/>
                    <a:pt x="25089" y="1944"/>
                    <a:pt x="24922" y="1834"/>
                  </a:cubicBezTo>
                  <a:cubicBezTo>
                    <a:pt x="24755" y="1694"/>
                    <a:pt x="24672" y="1430"/>
                    <a:pt x="24672" y="1042"/>
                  </a:cubicBezTo>
                  <a:cubicBezTo>
                    <a:pt x="24672" y="347"/>
                    <a:pt x="24950" y="0"/>
                    <a:pt x="2550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52404E6F-15FD-81A7-092F-88BF91517BC0}"/>
                </a:ext>
              </a:extLst>
            </p:cNvPr>
            <p:cNvSpPr/>
            <p:nvPr/>
          </p:nvSpPr>
          <p:spPr>
            <a:xfrm>
              <a:off x="231899" y="4374372"/>
              <a:ext cx="54378" cy="29786"/>
            </a:xfrm>
            <a:custGeom>
              <a:avLst/>
              <a:gdLst>
                <a:gd name="csX0" fmla="*/ 4113 w 54378"/>
                <a:gd name="csY0" fmla="*/ 0 h 29786"/>
                <a:gd name="csX1" fmla="*/ 6710 w 54378"/>
                <a:gd name="csY1" fmla="*/ 1021 h 29786"/>
                <a:gd name="csX2" fmla="*/ 7702 w 54378"/>
                <a:gd name="csY2" fmla="*/ 3268 h 29786"/>
                <a:gd name="csX3" fmla="*/ 7147 w 54378"/>
                <a:gd name="csY3" fmla="*/ 4843 h 29786"/>
                <a:gd name="csX4" fmla="*/ 5630 w 54378"/>
                <a:gd name="csY4" fmla="*/ 5485 h 29786"/>
                <a:gd name="csX5" fmla="*/ 3588 w 54378"/>
                <a:gd name="csY5" fmla="*/ 4727 h 29786"/>
                <a:gd name="csX6" fmla="*/ 2392 w 54378"/>
                <a:gd name="csY6" fmla="*/ 2246 h 29786"/>
                <a:gd name="csX7" fmla="*/ 1313 w 54378"/>
                <a:gd name="csY7" fmla="*/ 5193 h 29786"/>
                <a:gd name="csX8" fmla="*/ 1896 w 54378"/>
                <a:gd name="csY8" fmla="*/ 6856 h 29786"/>
                <a:gd name="csX9" fmla="*/ 3355 w 54378"/>
                <a:gd name="csY9" fmla="*/ 7993 h 29786"/>
                <a:gd name="csX10" fmla="*/ 9569 w 54378"/>
                <a:gd name="csY10" fmla="*/ 9423 h 29786"/>
                <a:gd name="csX11" fmla="*/ 12953 w 54378"/>
                <a:gd name="csY11" fmla="*/ 10036 h 29786"/>
                <a:gd name="csX12" fmla="*/ 16366 w 54378"/>
                <a:gd name="csY12" fmla="*/ 10677 h 29786"/>
                <a:gd name="csX13" fmla="*/ 16366 w 54378"/>
                <a:gd name="csY13" fmla="*/ 5719 h 29786"/>
                <a:gd name="csX14" fmla="*/ 16395 w 54378"/>
                <a:gd name="csY14" fmla="*/ 4814 h 29786"/>
                <a:gd name="csX15" fmla="*/ 16570 w 54378"/>
                <a:gd name="csY15" fmla="*/ 4347 h 29786"/>
                <a:gd name="csX16" fmla="*/ 17037 w 54378"/>
                <a:gd name="csY16" fmla="*/ 4114 h 29786"/>
                <a:gd name="csX17" fmla="*/ 18058 w 54378"/>
                <a:gd name="csY17" fmla="*/ 4493 h 29786"/>
                <a:gd name="csX18" fmla="*/ 18233 w 54378"/>
                <a:gd name="csY18" fmla="*/ 5893 h 29786"/>
                <a:gd name="csX19" fmla="*/ 18233 w 54378"/>
                <a:gd name="csY19" fmla="*/ 11028 h 29786"/>
                <a:gd name="csX20" fmla="*/ 37166 w 54378"/>
                <a:gd name="csY20" fmla="*/ 14616 h 29786"/>
                <a:gd name="csX21" fmla="*/ 39470 w 54378"/>
                <a:gd name="csY21" fmla="*/ 15083 h 29786"/>
                <a:gd name="csX22" fmla="*/ 44022 w 54378"/>
                <a:gd name="csY22" fmla="*/ 16279 h 29786"/>
                <a:gd name="csX23" fmla="*/ 48572 w 54378"/>
                <a:gd name="csY23" fmla="*/ 17971 h 29786"/>
                <a:gd name="csX24" fmla="*/ 50440 w 54378"/>
                <a:gd name="csY24" fmla="*/ 19050 h 29786"/>
                <a:gd name="csX25" fmla="*/ 52306 w 54378"/>
                <a:gd name="csY25" fmla="*/ 20480 h 29786"/>
                <a:gd name="csX26" fmla="*/ 53795 w 54378"/>
                <a:gd name="csY26" fmla="*/ 22434 h 29786"/>
                <a:gd name="csX27" fmla="*/ 54378 w 54378"/>
                <a:gd name="csY27" fmla="*/ 24710 h 29786"/>
                <a:gd name="csX28" fmla="*/ 53270 w 54378"/>
                <a:gd name="csY28" fmla="*/ 28240 h 29786"/>
                <a:gd name="csX29" fmla="*/ 50265 w 54378"/>
                <a:gd name="csY29" fmla="*/ 29786 h 29786"/>
                <a:gd name="csX30" fmla="*/ 47669 w 54378"/>
                <a:gd name="csY30" fmla="*/ 28794 h 29786"/>
                <a:gd name="csX31" fmla="*/ 46677 w 54378"/>
                <a:gd name="csY31" fmla="*/ 26519 h 29786"/>
                <a:gd name="csX32" fmla="*/ 47231 w 54378"/>
                <a:gd name="csY32" fmla="*/ 24972 h 29786"/>
                <a:gd name="csX33" fmla="*/ 48748 w 54378"/>
                <a:gd name="csY33" fmla="*/ 24302 h 29786"/>
                <a:gd name="csX34" fmla="*/ 49623 w 54378"/>
                <a:gd name="csY34" fmla="*/ 24447 h 29786"/>
                <a:gd name="csX35" fmla="*/ 50615 w 54378"/>
                <a:gd name="csY35" fmla="*/ 24914 h 29786"/>
                <a:gd name="csX36" fmla="*/ 51548 w 54378"/>
                <a:gd name="csY36" fmla="*/ 25935 h 29786"/>
                <a:gd name="csX37" fmla="*/ 51986 w 54378"/>
                <a:gd name="csY37" fmla="*/ 27598 h 29786"/>
                <a:gd name="csX38" fmla="*/ 53065 w 54378"/>
                <a:gd name="csY38" fmla="*/ 24710 h 29786"/>
                <a:gd name="csX39" fmla="*/ 52832 w 54378"/>
                <a:gd name="csY39" fmla="*/ 23659 h 29786"/>
                <a:gd name="csX40" fmla="*/ 52103 w 54378"/>
                <a:gd name="csY40" fmla="*/ 22755 h 29786"/>
                <a:gd name="csX41" fmla="*/ 51052 w 54378"/>
                <a:gd name="csY41" fmla="*/ 21996 h 29786"/>
                <a:gd name="csX42" fmla="*/ 49594 w 54378"/>
                <a:gd name="csY42" fmla="*/ 21355 h 29786"/>
                <a:gd name="csX43" fmla="*/ 47960 w 54378"/>
                <a:gd name="csY43" fmla="*/ 20830 h 29786"/>
                <a:gd name="csX44" fmla="*/ 46006 w 54378"/>
                <a:gd name="csY44" fmla="*/ 20363 h 29786"/>
                <a:gd name="csX45" fmla="*/ 43993 w 54378"/>
                <a:gd name="csY45" fmla="*/ 19925 h 29786"/>
                <a:gd name="csX46" fmla="*/ 41833 w 54378"/>
                <a:gd name="csY46" fmla="*/ 19517 h 29786"/>
                <a:gd name="csX47" fmla="*/ 18233 w 54378"/>
                <a:gd name="csY47" fmla="*/ 15054 h 29786"/>
                <a:gd name="csX48" fmla="*/ 18233 w 54378"/>
                <a:gd name="csY48" fmla="*/ 18992 h 29786"/>
                <a:gd name="csX49" fmla="*/ 18204 w 54378"/>
                <a:gd name="csY49" fmla="*/ 19984 h 29786"/>
                <a:gd name="csX50" fmla="*/ 18029 w 54378"/>
                <a:gd name="csY50" fmla="*/ 20450 h 29786"/>
                <a:gd name="csX51" fmla="*/ 17504 w 54378"/>
                <a:gd name="csY51" fmla="*/ 20655 h 29786"/>
                <a:gd name="csX52" fmla="*/ 16716 w 54378"/>
                <a:gd name="csY52" fmla="*/ 20421 h 29786"/>
                <a:gd name="csX53" fmla="*/ 16424 w 54378"/>
                <a:gd name="csY53" fmla="*/ 19867 h 29786"/>
                <a:gd name="csX54" fmla="*/ 16366 w 54378"/>
                <a:gd name="csY54" fmla="*/ 18876 h 29786"/>
                <a:gd name="csX55" fmla="*/ 16366 w 54378"/>
                <a:gd name="csY55" fmla="*/ 14733 h 29786"/>
                <a:gd name="csX56" fmla="*/ 7001 w 54378"/>
                <a:gd name="csY56" fmla="*/ 12778 h 29786"/>
                <a:gd name="csX57" fmla="*/ 3442 w 54378"/>
                <a:gd name="csY57" fmla="*/ 11145 h 29786"/>
                <a:gd name="csX58" fmla="*/ 1254 w 54378"/>
                <a:gd name="csY58" fmla="*/ 9044 h 29786"/>
                <a:gd name="csX59" fmla="*/ 292 w 54378"/>
                <a:gd name="csY59" fmla="*/ 7031 h 29786"/>
                <a:gd name="csX60" fmla="*/ 0 w 54378"/>
                <a:gd name="csY60" fmla="*/ 5193 h 29786"/>
                <a:gd name="csX61" fmla="*/ 1108 w 54378"/>
                <a:gd name="csY61" fmla="*/ 1576 h 29786"/>
                <a:gd name="csX62" fmla="*/ 4113 w 54378"/>
                <a:gd name="csY62" fmla="*/ 0 h 29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4378" h="29786">
                  <a:moveTo>
                    <a:pt x="4113" y="0"/>
                  </a:moveTo>
                  <a:cubicBezTo>
                    <a:pt x="5183" y="0"/>
                    <a:pt x="6048" y="340"/>
                    <a:pt x="6710" y="1021"/>
                  </a:cubicBezTo>
                  <a:cubicBezTo>
                    <a:pt x="7371" y="1683"/>
                    <a:pt x="7702" y="2431"/>
                    <a:pt x="7702" y="3268"/>
                  </a:cubicBezTo>
                  <a:cubicBezTo>
                    <a:pt x="7702" y="3871"/>
                    <a:pt x="7517" y="4396"/>
                    <a:pt x="7147" y="4843"/>
                  </a:cubicBezTo>
                  <a:cubicBezTo>
                    <a:pt x="6778" y="5271"/>
                    <a:pt x="6272" y="5485"/>
                    <a:pt x="5630" y="5485"/>
                  </a:cubicBezTo>
                  <a:cubicBezTo>
                    <a:pt x="4969" y="5485"/>
                    <a:pt x="4288" y="5232"/>
                    <a:pt x="3588" y="4727"/>
                  </a:cubicBezTo>
                  <a:cubicBezTo>
                    <a:pt x="2888" y="4221"/>
                    <a:pt x="2489" y="3394"/>
                    <a:pt x="2392" y="2246"/>
                  </a:cubicBezTo>
                  <a:cubicBezTo>
                    <a:pt x="1673" y="3005"/>
                    <a:pt x="1313" y="3987"/>
                    <a:pt x="1313" y="5193"/>
                  </a:cubicBezTo>
                  <a:cubicBezTo>
                    <a:pt x="1313" y="5796"/>
                    <a:pt x="1507" y="6350"/>
                    <a:pt x="1896" y="6856"/>
                  </a:cubicBezTo>
                  <a:cubicBezTo>
                    <a:pt x="2266" y="7342"/>
                    <a:pt x="2752" y="7721"/>
                    <a:pt x="3355" y="7993"/>
                  </a:cubicBezTo>
                  <a:cubicBezTo>
                    <a:pt x="3977" y="8285"/>
                    <a:pt x="6048" y="8762"/>
                    <a:pt x="9569" y="9423"/>
                  </a:cubicBezTo>
                  <a:cubicBezTo>
                    <a:pt x="10716" y="9637"/>
                    <a:pt x="11844" y="9842"/>
                    <a:pt x="12953" y="10036"/>
                  </a:cubicBezTo>
                  <a:cubicBezTo>
                    <a:pt x="14061" y="10231"/>
                    <a:pt x="15199" y="10444"/>
                    <a:pt x="16366" y="10677"/>
                  </a:cubicBezTo>
                  <a:lnTo>
                    <a:pt x="16366" y="5719"/>
                  </a:lnTo>
                  <a:cubicBezTo>
                    <a:pt x="16366" y="5290"/>
                    <a:pt x="16376" y="4989"/>
                    <a:pt x="16395" y="4814"/>
                  </a:cubicBezTo>
                  <a:cubicBezTo>
                    <a:pt x="16414" y="4639"/>
                    <a:pt x="16473" y="4483"/>
                    <a:pt x="16570" y="4347"/>
                  </a:cubicBezTo>
                  <a:cubicBezTo>
                    <a:pt x="16667" y="4191"/>
                    <a:pt x="16823" y="4114"/>
                    <a:pt x="17037" y="4114"/>
                  </a:cubicBezTo>
                  <a:cubicBezTo>
                    <a:pt x="17581" y="4114"/>
                    <a:pt x="17922" y="4240"/>
                    <a:pt x="18058" y="4493"/>
                  </a:cubicBezTo>
                  <a:cubicBezTo>
                    <a:pt x="18175" y="4726"/>
                    <a:pt x="18233" y="5193"/>
                    <a:pt x="18233" y="5893"/>
                  </a:cubicBezTo>
                  <a:lnTo>
                    <a:pt x="18233" y="11028"/>
                  </a:lnTo>
                  <a:lnTo>
                    <a:pt x="37166" y="14616"/>
                  </a:lnTo>
                  <a:cubicBezTo>
                    <a:pt x="37536" y="14674"/>
                    <a:pt x="38304" y="14830"/>
                    <a:pt x="39470" y="15083"/>
                  </a:cubicBezTo>
                  <a:cubicBezTo>
                    <a:pt x="40618" y="15316"/>
                    <a:pt x="42135" y="15715"/>
                    <a:pt x="44022" y="16279"/>
                  </a:cubicBezTo>
                  <a:cubicBezTo>
                    <a:pt x="45927" y="16843"/>
                    <a:pt x="47444" y="17407"/>
                    <a:pt x="48572" y="17971"/>
                  </a:cubicBezTo>
                  <a:cubicBezTo>
                    <a:pt x="49214" y="18282"/>
                    <a:pt x="49837" y="18642"/>
                    <a:pt x="50440" y="19050"/>
                  </a:cubicBezTo>
                  <a:cubicBezTo>
                    <a:pt x="51062" y="19439"/>
                    <a:pt x="51684" y="19916"/>
                    <a:pt x="52306" y="20480"/>
                  </a:cubicBezTo>
                  <a:cubicBezTo>
                    <a:pt x="52929" y="21044"/>
                    <a:pt x="53425" y="21695"/>
                    <a:pt x="53795" y="22434"/>
                  </a:cubicBezTo>
                  <a:cubicBezTo>
                    <a:pt x="54184" y="23173"/>
                    <a:pt x="54378" y="23932"/>
                    <a:pt x="54378" y="24710"/>
                  </a:cubicBezTo>
                  <a:cubicBezTo>
                    <a:pt x="54378" y="26032"/>
                    <a:pt x="54009" y="27209"/>
                    <a:pt x="53270" y="28240"/>
                  </a:cubicBezTo>
                  <a:cubicBezTo>
                    <a:pt x="52531" y="29271"/>
                    <a:pt x="51529" y="29786"/>
                    <a:pt x="50265" y="29786"/>
                  </a:cubicBezTo>
                  <a:cubicBezTo>
                    <a:pt x="49195" y="29786"/>
                    <a:pt x="48330" y="29456"/>
                    <a:pt x="47669" y="28794"/>
                  </a:cubicBezTo>
                  <a:cubicBezTo>
                    <a:pt x="47007" y="28113"/>
                    <a:pt x="46677" y="27355"/>
                    <a:pt x="46677" y="26519"/>
                  </a:cubicBezTo>
                  <a:cubicBezTo>
                    <a:pt x="46677" y="25915"/>
                    <a:pt x="46861" y="25400"/>
                    <a:pt x="47231" y="24972"/>
                  </a:cubicBezTo>
                  <a:cubicBezTo>
                    <a:pt x="47600" y="24525"/>
                    <a:pt x="48106" y="24302"/>
                    <a:pt x="48748" y="24302"/>
                  </a:cubicBezTo>
                  <a:cubicBezTo>
                    <a:pt x="49020" y="24302"/>
                    <a:pt x="49312" y="24350"/>
                    <a:pt x="49623" y="24447"/>
                  </a:cubicBezTo>
                  <a:cubicBezTo>
                    <a:pt x="49934" y="24545"/>
                    <a:pt x="50265" y="24700"/>
                    <a:pt x="50615" y="24914"/>
                  </a:cubicBezTo>
                  <a:cubicBezTo>
                    <a:pt x="50985" y="25128"/>
                    <a:pt x="51296" y="25468"/>
                    <a:pt x="51548" y="25935"/>
                  </a:cubicBezTo>
                  <a:cubicBezTo>
                    <a:pt x="51801" y="26402"/>
                    <a:pt x="51947" y="26956"/>
                    <a:pt x="51986" y="27598"/>
                  </a:cubicBezTo>
                  <a:cubicBezTo>
                    <a:pt x="52705" y="26839"/>
                    <a:pt x="53065" y="25876"/>
                    <a:pt x="53065" y="24710"/>
                  </a:cubicBezTo>
                  <a:cubicBezTo>
                    <a:pt x="53065" y="24340"/>
                    <a:pt x="52987" y="23990"/>
                    <a:pt x="52832" y="23659"/>
                  </a:cubicBezTo>
                  <a:cubicBezTo>
                    <a:pt x="52696" y="23329"/>
                    <a:pt x="52452" y="23028"/>
                    <a:pt x="52103" y="22755"/>
                  </a:cubicBezTo>
                  <a:cubicBezTo>
                    <a:pt x="51753" y="22464"/>
                    <a:pt x="51402" y="22211"/>
                    <a:pt x="51052" y="21996"/>
                  </a:cubicBezTo>
                  <a:cubicBezTo>
                    <a:pt x="50721" y="21782"/>
                    <a:pt x="50235" y="21569"/>
                    <a:pt x="49594" y="21355"/>
                  </a:cubicBezTo>
                  <a:cubicBezTo>
                    <a:pt x="48972" y="21141"/>
                    <a:pt x="48427" y="20966"/>
                    <a:pt x="47960" y="20830"/>
                  </a:cubicBezTo>
                  <a:cubicBezTo>
                    <a:pt x="47494" y="20694"/>
                    <a:pt x="46842" y="20538"/>
                    <a:pt x="46006" y="20363"/>
                  </a:cubicBezTo>
                  <a:cubicBezTo>
                    <a:pt x="45170" y="20169"/>
                    <a:pt x="44498" y="20023"/>
                    <a:pt x="43993" y="19925"/>
                  </a:cubicBezTo>
                  <a:cubicBezTo>
                    <a:pt x="43506" y="19828"/>
                    <a:pt x="42786" y="19692"/>
                    <a:pt x="41833" y="19517"/>
                  </a:cubicBezTo>
                  <a:lnTo>
                    <a:pt x="18233" y="15054"/>
                  </a:lnTo>
                  <a:lnTo>
                    <a:pt x="18233" y="18992"/>
                  </a:lnTo>
                  <a:cubicBezTo>
                    <a:pt x="18233" y="19459"/>
                    <a:pt x="18223" y="19790"/>
                    <a:pt x="18204" y="19984"/>
                  </a:cubicBezTo>
                  <a:cubicBezTo>
                    <a:pt x="18184" y="20159"/>
                    <a:pt x="18126" y="20314"/>
                    <a:pt x="18029" y="20450"/>
                  </a:cubicBezTo>
                  <a:cubicBezTo>
                    <a:pt x="17912" y="20587"/>
                    <a:pt x="17737" y="20655"/>
                    <a:pt x="17504" y="20655"/>
                  </a:cubicBezTo>
                  <a:cubicBezTo>
                    <a:pt x="17134" y="20655"/>
                    <a:pt x="16872" y="20577"/>
                    <a:pt x="16716" y="20421"/>
                  </a:cubicBezTo>
                  <a:cubicBezTo>
                    <a:pt x="16541" y="20246"/>
                    <a:pt x="16444" y="20061"/>
                    <a:pt x="16424" y="19867"/>
                  </a:cubicBezTo>
                  <a:cubicBezTo>
                    <a:pt x="16385" y="19673"/>
                    <a:pt x="16366" y="19342"/>
                    <a:pt x="16366" y="18876"/>
                  </a:cubicBezTo>
                  <a:lnTo>
                    <a:pt x="16366" y="14733"/>
                  </a:lnTo>
                  <a:cubicBezTo>
                    <a:pt x="11445" y="13799"/>
                    <a:pt x="8324" y="13147"/>
                    <a:pt x="7001" y="12778"/>
                  </a:cubicBezTo>
                  <a:cubicBezTo>
                    <a:pt x="5601" y="12350"/>
                    <a:pt x="4415" y="11806"/>
                    <a:pt x="3442" y="11145"/>
                  </a:cubicBezTo>
                  <a:cubicBezTo>
                    <a:pt x="2450" y="10483"/>
                    <a:pt x="1721" y="9783"/>
                    <a:pt x="1254" y="9044"/>
                  </a:cubicBezTo>
                  <a:cubicBezTo>
                    <a:pt x="788" y="8305"/>
                    <a:pt x="467" y="7634"/>
                    <a:pt x="292" y="7031"/>
                  </a:cubicBezTo>
                  <a:cubicBezTo>
                    <a:pt x="97" y="6409"/>
                    <a:pt x="0" y="5796"/>
                    <a:pt x="0" y="5193"/>
                  </a:cubicBezTo>
                  <a:cubicBezTo>
                    <a:pt x="0" y="3832"/>
                    <a:pt x="370" y="2626"/>
                    <a:pt x="1108" y="1576"/>
                  </a:cubicBezTo>
                  <a:cubicBezTo>
                    <a:pt x="1828" y="525"/>
                    <a:pt x="2830" y="0"/>
                    <a:pt x="4113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BA1B8F9B-0077-FC6D-BAC4-01A80FBCA749}"/>
                </a:ext>
              </a:extLst>
            </p:cNvPr>
            <p:cNvSpPr/>
            <p:nvPr/>
          </p:nvSpPr>
          <p:spPr>
            <a:xfrm>
              <a:off x="243568" y="4305744"/>
              <a:ext cx="31039" cy="52860"/>
            </a:xfrm>
            <a:custGeom>
              <a:avLst/>
              <a:gdLst>
                <a:gd name="csX0" fmla="*/ 14732 w 31039"/>
                <a:gd name="csY0" fmla="*/ 525 h 52860"/>
                <a:gd name="csX1" fmla="*/ 15520 w 31039"/>
                <a:gd name="csY1" fmla="*/ 0 h 52860"/>
                <a:gd name="csX2" fmla="*/ 16308 w 31039"/>
                <a:gd name="csY2" fmla="*/ 525 h 52860"/>
                <a:gd name="csX3" fmla="*/ 22521 w 31039"/>
                <a:gd name="csY3" fmla="*/ 8723 h 52860"/>
                <a:gd name="csX4" fmla="*/ 30106 w 31039"/>
                <a:gd name="csY4" fmla="*/ 12194 h 52860"/>
                <a:gd name="csX5" fmla="*/ 30777 w 31039"/>
                <a:gd name="csY5" fmla="*/ 12603 h 52860"/>
                <a:gd name="csX6" fmla="*/ 31040 w 31039"/>
                <a:gd name="csY6" fmla="*/ 13362 h 52860"/>
                <a:gd name="csX7" fmla="*/ 30690 w 31039"/>
                <a:gd name="csY7" fmla="*/ 14208 h 52860"/>
                <a:gd name="csX8" fmla="*/ 29873 w 31039"/>
                <a:gd name="csY8" fmla="*/ 14557 h 52860"/>
                <a:gd name="csX9" fmla="*/ 29756 w 31039"/>
                <a:gd name="csY9" fmla="*/ 14528 h 52860"/>
                <a:gd name="csX10" fmla="*/ 29610 w 31039"/>
                <a:gd name="csY10" fmla="*/ 14499 h 52860"/>
                <a:gd name="csX11" fmla="*/ 21004 w 31039"/>
                <a:gd name="csY11" fmla="*/ 10561 h 52860"/>
                <a:gd name="csX12" fmla="*/ 16716 w 31039"/>
                <a:gd name="csY12" fmla="*/ 5893 h 52860"/>
                <a:gd name="csX13" fmla="*/ 16716 w 31039"/>
                <a:gd name="csY13" fmla="*/ 51665 h 52860"/>
                <a:gd name="csX14" fmla="*/ 16366 w 31039"/>
                <a:gd name="csY14" fmla="*/ 52511 h 52860"/>
                <a:gd name="csX15" fmla="*/ 15520 w 31039"/>
                <a:gd name="csY15" fmla="*/ 52861 h 52860"/>
                <a:gd name="csX16" fmla="*/ 14674 w 31039"/>
                <a:gd name="csY16" fmla="*/ 52511 h 52860"/>
                <a:gd name="csX17" fmla="*/ 14324 w 31039"/>
                <a:gd name="csY17" fmla="*/ 51665 h 52860"/>
                <a:gd name="csX18" fmla="*/ 14324 w 31039"/>
                <a:gd name="csY18" fmla="*/ 5893 h 52860"/>
                <a:gd name="csX19" fmla="*/ 10035 w 31039"/>
                <a:gd name="csY19" fmla="*/ 10561 h 52860"/>
                <a:gd name="csX20" fmla="*/ 1429 w 31039"/>
                <a:gd name="csY20" fmla="*/ 14499 h 52860"/>
                <a:gd name="csX21" fmla="*/ 1313 w 31039"/>
                <a:gd name="csY21" fmla="*/ 14528 h 52860"/>
                <a:gd name="csX22" fmla="*/ 1167 w 31039"/>
                <a:gd name="csY22" fmla="*/ 14557 h 52860"/>
                <a:gd name="csX23" fmla="*/ 350 w 31039"/>
                <a:gd name="csY23" fmla="*/ 14208 h 52860"/>
                <a:gd name="csX24" fmla="*/ 0 w 31039"/>
                <a:gd name="csY24" fmla="*/ 13362 h 52860"/>
                <a:gd name="csX25" fmla="*/ 263 w 31039"/>
                <a:gd name="csY25" fmla="*/ 12603 h 52860"/>
                <a:gd name="csX26" fmla="*/ 934 w 31039"/>
                <a:gd name="csY26" fmla="*/ 12194 h 52860"/>
                <a:gd name="csX27" fmla="*/ 8518 w 31039"/>
                <a:gd name="csY27" fmla="*/ 8723 h 52860"/>
                <a:gd name="csX28" fmla="*/ 14732 w 31039"/>
                <a:gd name="csY28" fmla="*/ 525 h 52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1039" h="52860">
                  <a:moveTo>
                    <a:pt x="14732" y="525"/>
                  </a:moveTo>
                  <a:cubicBezTo>
                    <a:pt x="14868" y="175"/>
                    <a:pt x="15131" y="0"/>
                    <a:pt x="15520" y="0"/>
                  </a:cubicBezTo>
                  <a:cubicBezTo>
                    <a:pt x="15909" y="0"/>
                    <a:pt x="16171" y="175"/>
                    <a:pt x="16308" y="525"/>
                  </a:cubicBezTo>
                  <a:cubicBezTo>
                    <a:pt x="17280" y="3442"/>
                    <a:pt x="19351" y="6175"/>
                    <a:pt x="22521" y="8723"/>
                  </a:cubicBezTo>
                  <a:cubicBezTo>
                    <a:pt x="24875" y="10531"/>
                    <a:pt x="27403" y="11688"/>
                    <a:pt x="30106" y="12194"/>
                  </a:cubicBezTo>
                  <a:cubicBezTo>
                    <a:pt x="30379" y="12252"/>
                    <a:pt x="30602" y="12389"/>
                    <a:pt x="30777" y="12603"/>
                  </a:cubicBezTo>
                  <a:cubicBezTo>
                    <a:pt x="30952" y="12817"/>
                    <a:pt x="31040" y="13070"/>
                    <a:pt x="31040" y="13362"/>
                  </a:cubicBezTo>
                  <a:cubicBezTo>
                    <a:pt x="31040" y="13692"/>
                    <a:pt x="30923" y="13974"/>
                    <a:pt x="30690" y="14208"/>
                  </a:cubicBezTo>
                  <a:cubicBezTo>
                    <a:pt x="30476" y="14441"/>
                    <a:pt x="30203" y="14557"/>
                    <a:pt x="29873" y="14557"/>
                  </a:cubicBezTo>
                  <a:cubicBezTo>
                    <a:pt x="29854" y="14557"/>
                    <a:pt x="29815" y="14547"/>
                    <a:pt x="29756" y="14528"/>
                  </a:cubicBezTo>
                  <a:cubicBezTo>
                    <a:pt x="29678" y="14509"/>
                    <a:pt x="29630" y="14499"/>
                    <a:pt x="29610" y="14499"/>
                  </a:cubicBezTo>
                  <a:cubicBezTo>
                    <a:pt x="26460" y="13916"/>
                    <a:pt x="23591" y="12603"/>
                    <a:pt x="21004" y="10561"/>
                  </a:cubicBezTo>
                  <a:cubicBezTo>
                    <a:pt x="19371" y="9277"/>
                    <a:pt x="17941" y="7721"/>
                    <a:pt x="16716" y="5893"/>
                  </a:cubicBezTo>
                  <a:lnTo>
                    <a:pt x="16716" y="51665"/>
                  </a:lnTo>
                  <a:cubicBezTo>
                    <a:pt x="16716" y="51996"/>
                    <a:pt x="16599" y="52278"/>
                    <a:pt x="16366" y="52511"/>
                  </a:cubicBezTo>
                  <a:cubicBezTo>
                    <a:pt x="16133" y="52744"/>
                    <a:pt x="15851" y="52861"/>
                    <a:pt x="15520" y="52861"/>
                  </a:cubicBezTo>
                  <a:cubicBezTo>
                    <a:pt x="15189" y="52861"/>
                    <a:pt x="14907" y="52744"/>
                    <a:pt x="14674" y="52511"/>
                  </a:cubicBezTo>
                  <a:cubicBezTo>
                    <a:pt x="14441" y="52278"/>
                    <a:pt x="14324" y="51996"/>
                    <a:pt x="14324" y="51665"/>
                  </a:cubicBezTo>
                  <a:lnTo>
                    <a:pt x="14324" y="5893"/>
                  </a:lnTo>
                  <a:cubicBezTo>
                    <a:pt x="13099" y="7721"/>
                    <a:pt x="11669" y="9277"/>
                    <a:pt x="10035" y="10561"/>
                  </a:cubicBezTo>
                  <a:cubicBezTo>
                    <a:pt x="7449" y="12603"/>
                    <a:pt x="4580" y="13916"/>
                    <a:pt x="1429" y="14499"/>
                  </a:cubicBezTo>
                  <a:cubicBezTo>
                    <a:pt x="1410" y="14499"/>
                    <a:pt x="1371" y="14509"/>
                    <a:pt x="1313" y="14528"/>
                  </a:cubicBezTo>
                  <a:cubicBezTo>
                    <a:pt x="1235" y="14547"/>
                    <a:pt x="1186" y="14557"/>
                    <a:pt x="1167" y="14557"/>
                  </a:cubicBezTo>
                  <a:cubicBezTo>
                    <a:pt x="836" y="14557"/>
                    <a:pt x="564" y="14441"/>
                    <a:pt x="350" y="14208"/>
                  </a:cubicBezTo>
                  <a:cubicBezTo>
                    <a:pt x="117" y="13974"/>
                    <a:pt x="0" y="13692"/>
                    <a:pt x="0" y="13362"/>
                  </a:cubicBezTo>
                  <a:cubicBezTo>
                    <a:pt x="0" y="13070"/>
                    <a:pt x="88" y="12817"/>
                    <a:pt x="263" y="12603"/>
                  </a:cubicBezTo>
                  <a:cubicBezTo>
                    <a:pt x="438" y="12389"/>
                    <a:pt x="661" y="12252"/>
                    <a:pt x="934" y="12194"/>
                  </a:cubicBezTo>
                  <a:cubicBezTo>
                    <a:pt x="3637" y="11688"/>
                    <a:pt x="6165" y="10531"/>
                    <a:pt x="8518" y="8723"/>
                  </a:cubicBezTo>
                  <a:cubicBezTo>
                    <a:pt x="11689" y="6175"/>
                    <a:pt x="13760" y="3442"/>
                    <a:pt x="14732" y="52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4AD962AD-6D3F-1340-25E3-45C7A1EFC0A7}"/>
                </a:ext>
              </a:extLst>
            </p:cNvPr>
            <p:cNvSpPr/>
            <p:nvPr/>
          </p:nvSpPr>
          <p:spPr>
            <a:xfrm>
              <a:off x="233212" y="4233617"/>
              <a:ext cx="40812" cy="49243"/>
            </a:xfrm>
            <a:custGeom>
              <a:avLst/>
              <a:gdLst>
                <a:gd name="csX0" fmla="*/ 671 w 40812"/>
                <a:gd name="csY0" fmla="*/ 0 h 49243"/>
                <a:gd name="csX1" fmla="*/ 1488 w 40812"/>
                <a:gd name="csY1" fmla="*/ 204 h 49243"/>
                <a:gd name="csX2" fmla="*/ 1809 w 40812"/>
                <a:gd name="csY2" fmla="*/ 583 h 49243"/>
                <a:gd name="csX3" fmla="*/ 1867 w 40812"/>
                <a:gd name="csY3" fmla="*/ 1312 h 49243"/>
                <a:gd name="csX4" fmla="*/ 4901 w 40812"/>
                <a:gd name="csY4" fmla="*/ 8897 h 49243"/>
                <a:gd name="csX5" fmla="*/ 7906 w 40812"/>
                <a:gd name="csY5" fmla="*/ 11873 h 49243"/>
                <a:gd name="csX6" fmla="*/ 13215 w 40812"/>
                <a:gd name="csY6" fmla="*/ 16774 h 49243"/>
                <a:gd name="csX7" fmla="*/ 17883 w 40812"/>
                <a:gd name="csY7" fmla="*/ 21150 h 49243"/>
                <a:gd name="csX8" fmla="*/ 36320 w 40812"/>
                <a:gd name="csY8" fmla="*/ 13448 h 49243"/>
                <a:gd name="csX9" fmla="*/ 37370 w 40812"/>
                <a:gd name="csY9" fmla="*/ 13011 h 49243"/>
                <a:gd name="csX10" fmla="*/ 38041 w 40812"/>
                <a:gd name="csY10" fmla="*/ 12573 h 49243"/>
                <a:gd name="csX11" fmla="*/ 38538 w 40812"/>
                <a:gd name="csY11" fmla="*/ 12019 h 49243"/>
                <a:gd name="csX12" fmla="*/ 38800 w 40812"/>
                <a:gd name="csY12" fmla="*/ 11202 h 49243"/>
                <a:gd name="csX13" fmla="*/ 38946 w 40812"/>
                <a:gd name="csY13" fmla="*/ 10035 h 49243"/>
                <a:gd name="csX14" fmla="*/ 38974 w 40812"/>
                <a:gd name="csY14" fmla="*/ 8314 h 49243"/>
                <a:gd name="csX15" fmla="*/ 39004 w 40812"/>
                <a:gd name="csY15" fmla="*/ 7818 h 49243"/>
                <a:gd name="csX16" fmla="*/ 39179 w 40812"/>
                <a:gd name="csY16" fmla="*/ 7438 h 49243"/>
                <a:gd name="csX17" fmla="*/ 39675 w 40812"/>
                <a:gd name="csY17" fmla="*/ 7235 h 49243"/>
                <a:gd name="csX18" fmla="*/ 40492 w 40812"/>
                <a:gd name="csY18" fmla="*/ 7468 h 49243"/>
                <a:gd name="csX19" fmla="*/ 40783 w 40812"/>
                <a:gd name="csY19" fmla="*/ 7876 h 49243"/>
                <a:gd name="csX20" fmla="*/ 40812 w 40812"/>
                <a:gd name="csY20" fmla="*/ 8372 h 49243"/>
                <a:gd name="csX21" fmla="*/ 40725 w 40812"/>
                <a:gd name="csY21" fmla="*/ 11698 h 49243"/>
                <a:gd name="csX22" fmla="*/ 40638 w 40812"/>
                <a:gd name="csY22" fmla="*/ 14994 h 49243"/>
                <a:gd name="csX23" fmla="*/ 40812 w 40812"/>
                <a:gd name="csY23" fmla="*/ 22521 h 49243"/>
                <a:gd name="csX24" fmla="*/ 40083 w 40812"/>
                <a:gd name="csY24" fmla="*/ 23425 h 49243"/>
                <a:gd name="csX25" fmla="*/ 39500 w 40812"/>
                <a:gd name="csY25" fmla="*/ 23367 h 49243"/>
                <a:gd name="csX26" fmla="*/ 39179 w 40812"/>
                <a:gd name="csY26" fmla="*/ 23076 h 49243"/>
                <a:gd name="csX27" fmla="*/ 39033 w 40812"/>
                <a:gd name="csY27" fmla="*/ 22725 h 49243"/>
                <a:gd name="csX28" fmla="*/ 38974 w 40812"/>
                <a:gd name="csY28" fmla="*/ 22230 h 49243"/>
                <a:gd name="csX29" fmla="*/ 38538 w 40812"/>
                <a:gd name="csY29" fmla="*/ 20333 h 49243"/>
                <a:gd name="csX30" fmla="*/ 37837 w 40812"/>
                <a:gd name="csY30" fmla="*/ 19137 h 49243"/>
                <a:gd name="csX31" fmla="*/ 37224 w 40812"/>
                <a:gd name="csY31" fmla="*/ 18758 h 49243"/>
                <a:gd name="csX32" fmla="*/ 36378 w 40812"/>
                <a:gd name="csY32" fmla="*/ 19049 h 49243"/>
                <a:gd name="csX33" fmla="*/ 22113 w 40812"/>
                <a:gd name="csY33" fmla="*/ 25088 h 49243"/>
                <a:gd name="csX34" fmla="*/ 27977 w 40812"/>
                <a:gd name="csY34" fmla="*/ 30485 h 49243"/>
                <a:gd name="csX35" fmla="*/ 34424 w 40812"/>
                <a:gd name="csY35" fmla="*/ 36582 h 49243"/>
                <a:gd name="csX36" fmla="*/ 37108 w 40812"/>
                <a:gd name="csY36" fmla="*/ 38187 h 49243"/>
                <a:gd name="csX37" fmla="*/ 38974 w 40812"/>
                <a:gd name="csY37" fmla="*/ 35795 h 49243"/>
                <a:gd name="csX38" fmla="*/ 39617 w 40812"/>
                <a:gd name="csY38" fmla="*/ 35065 h 49243"/>
                <a:gd name="csX39" fmla="*/ 40463 w 40812"/>
                <a:gd name="csY39" fmla="*/ 35298 h 49243"/>
                <a:gd name="csX40" fmla="*/ 40783 w 40812"/>
                <a:gd name="csY40" fmla="*/ 35707 h 49243"/>
                <a:gd name="csX41" fmla="*/ 40812 w 40812"/>
                <a:gd name="csY41" fmla="*/ 36144 h 49243"/>
                <a:gd name="csX42" fmla="*/ 40725 w 40812"/>
                <a:gd name="csY42" fmla="*/ 39499 h 49243"/>
                <a:gd name="csX43" fmla="*/ 40638 w 40812"/>
                <a:gd name="csY43" fmla="*/ 42854 h 49243"/>
                <a:gd name="csX44" fmla="*/ 40725 w 40812"/>
                <a:gd name="csY44" fmla="*/ 45684 h 49243"/>
                <a:gd name="csX45" fmla="*/ 40812 w 40812"/>
                <a:gd name="csY45" fmla="*/ 48455 h 49243"/>
                <a:gd name="csX46" fmla="*/ 40638 w 40812"/>
                <a:gd name="csY46" fmla="*/ 49010 h 49243"/>
                <a:gd name="csX47" fmla="*/ 40287 w 40812"/>
                <a:gd name="csY47" fmla="*/ 49214 h 49243"/>
                <a:gd name="csX48" fmla="*/ 40142 w 40812"/>
                <a:gd name="csY48" fmla="*/ 49244 h 49243"/>
                <a:gd name="csX49" fmla="*/ 39500 w 40812"/>
                <a:gd name="csY49" fmla="*/ 49185 h 49243"/>
                <a:gd name="csX50" fmla="*/ 39150 w 40812"/>
                <a:gd name="csY50" fmla="*/ 48864 h 49243"/>
                <a:gd name="csX51" fmla="*/ 39033 w 40812"/>
                <a:gd name="csY51" fmla="*/ 48485 h 49243"/>
                <a:gd name="csX52" fmla="*/ 38974 w 40812"/>
                <a:gd name="csY52" fmla="*/ 47931 h 49243"/>
                <a:gd name="csX53" fmla="*/ 37866 w 40812"/>
                <a:gd name="csY53" fmla="*/ 43351 h 49243"/>
                <a:gd name="csX54" fmla="*/ 34657 w 40812"/>
                <a:gd name="csY54" fmla="*/ 39150 h 49243"/>
                <a:gd name="csX55" fmla="*/ 34336 w 40812"/>
                <a:gd name="csY55" fmla="*/ 38770 h 49243"/>
                <a:gd name="csX56" fmla="*/ 34015 w 40812"/>
                <a:gd name="csY56" fmla="*/ 38361 h 49243"/>
                <a:gd name="csX57" fmla="*/ 20450 w 40812"/>
                <a:gd name="csY57" fmla="*/ 25759 h 49243"/>
                <a:gd name="csX58" fmla="*/ 3763 w 40812"/>
                <a:gd name="csY58" fmla="*/ 32819 h 49243"/>
                <a:gd name="csX59" fmla="*/ 2684 w 40812"/>
                <a:gd name="csY59" fmla="*/ 33432 h 49243"/>
                <a:gd name="csX60" fmla="*/ 2100 w 40812"/>
                <a:gd name="csY60" fmla="*/ 34628 h 49243"/>
                <a:gd name="csX61" fmla="*/ 1867 w 40812"/>
                <a:gd name="csY61" fmla="*/ 37282 h 49243"/>
                <a:gd name="csX62" fmla="*/ 1838 w 40812"/>
                <a:gd name="csY62" fmla="*/ 38012 h 49243"/>
                <a:gd name="csX63" fmla="*/ 1663 w 40812"/>
                <a:gd name="csY63" fmla="*/ 38450 h 49243"/>
                <a:gd name="csX64" fmla="*/ 1196 w 40812"/>
                <a:gd name="csY64" fmla="*/ 38653 h 49243"/>
                <a:gd name="csX65" fmla="*/ 379 w 40812"/>
                <a:gd name="csY65" fmla="*/ 38450 h 49243"/>
                <a:gd name="csX66" fmla="*/ 58 w 40812"/>
                <a:gd name="csY66" fmla="*/ 38041 h 49243"/>
                <a:gd name="csX67" fmla="*/ 0 w 40812"/>
                <a:gd name="csY67" fmla="*/ 37574 h 49243"/>
                <a:gd name="csX68" fmla="*/ 87 w 40812"/>
                <a:gd name="csY68" fmla="*/ 34249 h 49243"/>
                <a:gd name="csX69" fmla="*/ 175 w 40812"/>
                <a:gd name="csY69" fmla="*/ 30894 h 49243"/>
                <a:gd name="csX70" fmla="*/ 87 w 40812"/>
                <a:gd name="csY70" fmla="*/ 27131 h 49243"/>
                <a:gd name="csX71" fmla="*/ 0 w 40812"/>
                <a:gd name="csY71" fmla="*/ 23367 h 49243"/>
                <a:gd name="csX72" fmla="*/ 729 w 40812"/>
                <a:gd name="csY72" fmla="*/ 22463 h 49243"/>
                <a:gd name="csX73" fmla="*/ 1459 w 40812"/>
                <a:gd name="csY73" fmla="*/ 22667 h 49243"/>
                <a:gd name="csX74" fmla="*/ 1779 w 40812"/>
                <a:gd name="csY74" fmla="*/ 23076 h 49243"/>
                <a:gd name="csX75" fmla="*/ 1867 w 40812"/>
                <a:gd name="csY75" fmla="*/ 23658 h 49243"/>
                <a:gd name="csX76" fmla="*/ 2363 w 40812"/>
                <a:gd name="csY76" fmla="*/ 25672 h 49243"/>
                <a:gd name="csX77" fmla="*/ 3063 w 40812"/>
                <a:gd name="csY77" fmla="*/ 26868 h 49243"/>
                <a:gd name="csX78" fmla="*/ 3588 w 40812"/>
                <a:gd name="csY78" fmla="*/ 27188 h 49243"/>
                <a:gd name="csX79" fmla="*/ 4376 w 40812"/>
                <a:gd name="csY79" fmla="*/ 26897 h 49243"/>
                <a:gd name="csX80" fmla="*/ 16249 w 40812"/>
                <a:gd name="csY80" fmla="*/ 21879 h 49243"/>
                <a:gd name="csX81" fmla="*/ 5864 w 40812"/>
                <a:gd name="csY81" fmla="*/ 12193 h 49243"/>
                <a:gd name="csX82" fmla="*/ 3705 w 40812"/>
                <a:gd name="csY82" fmla="*/ 11057 h 49243"/>
                <a:gd name="csX83" fmla="*/ 1867 w 40812"/>
                <a:gd name="csY83" fmla="*/ 13448 h 49243"/>
                <a:gd name="csX84" fmla="*/ 1196 w 40812"/>
                <a:gd name="csY84" fmla="*/ 14177 h 49243"/>
                <a:gd name="csX85" fmla="*/ 379 w 40812"/>
                <a:gd name="csY85" fmla="*/ 13944 h 49243"/>
                <a:gd name="csX86" fmla="*/ 58 w 40812"/>
                <a:gd name="csY86" fmla="*/ 13536 h 49243"/>
                <a:gd name="csX87" fmla="*/ 0 w 40812"/>
                <a:gd name="csY87" fmla="*/ 13040 h 49243"/>
                <a:gd name="csX88" fmla="*/ 87 w 40812"/>
                <a:gd name="csY88" fmla="*/ 9743 h 49243"/>
                <a:gd name="csX89" fmla="*/ 175 w 40812"/>
                <a:gd name="csY89" fmla="*/ 6389 h 49243"/>
                <a:gd name="csX90" fmla="*/ 87 w 40812"/>
                <a:gd name="csY90" fmla="*/ 3559 h 49243"/>
                <a:gd name="csX91" fmla="*/ 0 w 40812"/>
                <a:gd name="csY91" fmla="*/ 787 h 49243"/>
                <a:gd name="csX92" fmla="*/ 175 w 40812"/>
                <a:gd name="csY92" fmla="*/ 233 h 49243"/>
                <a:gd name="csX93" fmla="*/ 496 w 40812"/>
                <a:gd name="csY93" fmla="*/ 28 h 49243"/>
                <a:gd name="csX94" fmla="*/ 671 w 40812"/>
                <a:gd name="csY94" fmla="*/ 0 h 49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0812" h="49243">
                  <a:moveTo>
                    <a:pt x="671" y="0"/>
                  </a:moveTo>
                  <a:cubicBezTo>
                    <a:pt x="1021" y="0"/>
                    <a:pt x="1293" y="68"/>
                    <a:pt x="1488" y="204"/>
                  </a:cubicBezTo>
                  <a:cubicBezTo>
                    <a:pt x="1663" y="321"/>
                    <a:pt x="1770" y="447"/>
                    <a:pt x="1809" y="583"/>
                  </a:cubicBezTo>
                  <a:cubicBezTo>
                    <a:pt x="1828" y="719"/>
                    <a:pt x="1848" y="962"/>
                    <a:pt x="1867" y="1312"/>
                  </a:cubicBezTo>
                  <a:cubicBezTo>
                    <a:pt x="2003" y="4093"/>
                    <a:pt x="3015" y="6622"/>
                    <a:pt x="4901" y="8897"/>
                  </a:cubicBezTo>
                  <a:cubicBezTo>
                    <a:pt x="5387" y="9461"/>
                    <a:pt x="6389" y="10453"/>
                    <a:pt x="7906" y="11873"/>
                  </a:cubicBezTo>
                  <a:cubicBezTo>
                    <a:pt x="9423" y="13273"/>
                    <a:pt x="11193" y="14907"/>
                    <a:pt x="13215" y="16774"/>
                  </a:cubicBezTo>
                  <a:cubicBezTo>
                    <a:pt x="15238" y="18622"/>
                    <a:pt x="16794" y="20080"/>
                    <a:pt x="17883" y="21150"/>
                  </a:cubicBezTo>
                  <a:lnTo>
                    <a:pt x="36320" y="13448"/>
                  </a:lnTo>
                  <a:cubicBezTo>
                    <a:pt x="36806" y="13234"/>
                    <a:pt x="37156" y="13089"/>
                    <a:pt x="37370" y="13011"/>
                  </a:cubicBezTo>
                  <a:cubicBezTo>
                    <a:pt x="37565" y="12914"/>
                    <a:pt x="37788" y="12768"/>
                    <a:pt x="38041" y="12573"/>
                  </a:cubicBezTo>
                  <a:cubicBezTo>
                    <a:pt x="38294" y="12359"/>
                    <a:pt x="38459" y="12175"/>
                    <a:pt x="38538" y="12019"/>
                  </a:cubicBezTo>
                  <a:cubicBezTo>
                    <a:pt x="38615" y="11844"/>
                    <a:pt x="38703" y="11572"/>
                    <a:pt x="38800" y="11202"/>
                  </a:cubicBezTo>
                  <a:cubicBezTo>
                    <a:pt x="38878" y="10813"/>
                    <a:pt x="38926" y="10424"/>
                    <a:pt x="38946" y="10035"/>
                  </a:cubicBezTo>
                  <a:cubicBezTo>
                    <a:pt x="38946" y="9627"/>
                    <a:pt x="38955" y="9053"/>
                    <a:pt x="38974" y="8314"/>
                  </a:cubicBezTo>
                  <a:cubicBezTo>
                    <a:pt x="38974" y="8081"/>
                    <a:pt x="38984" y="7915"/>
                    <a:pt x="39004" y="7818"/>
                  </a:cubicBezTo>
                  <a:cubicBezTo>
                    <a:pt x="39004" y="7701"/>
                    <a:pt x="39062" y="7575"/>
                    <a:pt x="39179" y="7438"/>
                  </a:cubicBezTo>
                  <a:cubicBezTo>
                    <a:pt x="39276" y="7303"/>
                    <a:pt x="39441" y="7235"/>
                    <a:pt x="39675" y="7235"/>
                  </a:cubicBezTo>
                  <a:cubicBezTo>
                    <a:pt x="40025" y="7235"/>
                    <a:pt x="40298" y="7312"/>
                    <a:pt x="40492" y="7468"/>
                  </a:cubicBezTo>
                  <a:cubicBezTo>
                    <a:pt x="40667" y="7604"/>
                    <a:pt x="40764" y="7740"/>
                    <a:pt x="40783" y="7876"/>
                  </a:cubicBezTo>
                  <a:cubicBezTo>
                    <a:pt x="40803" y="7993"/>
                    <a:pt x="40812" y="8158"/>
                    <a:pt x="40812" y="8372"/>
                  </a:cubicBezTo>
                  <a:cubicBezTo>
                    <a:pt x="40812" y="8878"/>
                    <a:pt x="40783" y="9986"/>
                    <a:pt x="40725" y="11698"/>
                  </a:cubicBezTo>
                  <a:cubicBezTo>
                    <a:pt x="40667" y="13410"/>
                    <a:pt x="40638" y="14508"/>
                    <a:pt x="40638" y="14994"/>
                  </a:cubicBezTo>
                  <a:lnTo>
                    <a:pt x="40812" y="22521"/>
                  </a:lnTo>
                  <a:cubicBezTo>
                    <a:pt x="40812" y="23124"/>
                    <a:pt x="40569" y="23425"/>
                    <a:pt x="40083" y="23425"/>
                  </a:cubicBezTo>
                  <a:cubicBezTo>
                    <a:pt x="39830" y="23425"/>
                    <a:pt x="39636" y="23406"/>
                    <a:pt x="39500" y="23367"/>
                  </a:cubicBezTo>
                  <a:cubicBezTo>
                    <a:pt x="39344" y="23309"/>
                    <a:pt x="39237" y="23211"/>
                    <a:pt x="39179" y="23076"/>
                  </a:cubicBezTo>
                  <a:cubicBezTo>
                    <a:pt x="39101" y="22939"/>
                    <a:pt x="39053" y="22822"/>
                    <a:pt x="39033" y="22725"/>
                  </a:cubicBezTo>
                  <a:cubicBezTo>
                    <a:pt x="39014" y="22628"/>
                    <a:pt x="38994" y="22463"/>
                    <a:pt x="38974" y="22230"/>
                  </a:cubicBezTo>
                  <a:cubicBezTo>
                    <a:pt x="38897" y="21510"/>
                    <a:pt x="38751" y="20877"/>
                    <a:pt x="38538" y="20333"/>
                  </a:cubicBezTo>
                  <a:cubicBezTo>
                    <a:pt x="38304" y="19769"/>
                    <a:pt x="38070" y="19370"/>
                    <a:pt x="37837" y="19137"/>
                  </a:cubicBezTo>
                  <a:cubicBezTo>
                    <a:pt x="37604" y="18884"/>
                    <a:pt x="37399" y="18758"/>
                    <a:pt x="37224" y="18758"/>
                  </a:cubicBezTo>
                  <a:lnTo>
                    <a:pt x="36378" y="19049"/>
                  </a:lnTo>
                  <a:lnTo>
                    <a:pt x="22113" y="25088"/>
                  </a:lnTo>
                  <a:lnTo>
                    <a:pt x="27977" y="30485"/>
                  </a:lnTo>
                  <a:lnTo>
                    <a:pt x="34424" y="36582"/>
                  </a:lnTo>
                  <a:cubicBezTo>
                    <a:pt x="35571" y="37652"/>
                    <a:pt x="36466" y="38187"/>
                    <a:pt x="37108" y="38187"/>
                  </a:cubicBezTo>
                  <a:cubicBezTo>
                    <a:pt x="38177" y="38187"/>
                    <a:pt x="38799" y="37390"/>
                    <a:pt x="38974" y="35795"/>
                  </a:cubicBezTo>
                  <a:cubicBezTo>
                    <a:pt x="39014" y="35309"/>
                    <a:pt x="39228" y="35065"/>
                    <a:pt x="39617" y="35065"/>
                  </a:cubicBezTo>
                  <a:cubicBezTo>
                    <a:pt x="39986" y="35065"/>
                    <a:pt x="40268" y="35143"/>
                    <a:pt x="40463" y="35298"/>
                  </a:cubicBezTo>
                  <a:cubicBezTo>
                    <a:pt x="40638" y="35435"/>
                    <a:pt x="40744" y="35571"/>
                    <a:pt x="40783" y="35707"/>
                  </a:cubicBezTo>
                  <a:cubicBezTo>
                    <a:pt x="40803" y="35824"/>
                    <a:pt x="40812" y="35970"/>
                    <a:pt x="40812" y="36144"/>
                  </a:cubicBezTo>
                  <a:cubicBezTo>
                    <a:pt x="40812" y="36865"/>
                    <a:pt x="40783" y="37983"/>
                    <a:pt x="40725" y="39499"/>
                  </a:cubicBezTo>
                  <a:cubicBezTo>
                    <a:pt x="40667" y="40997"/>
                    <a:pt x="40638" y="42115"/>
                    <a:pt x="40638" y="42854"/>
                  </a:cubicBezTo>
                  <a:cubicBezTo>
                    <a:pt x="40638" y="43477"/>
                    <a:pt x="40667" y="44420"/>
                    <a:pt x="40725" y="45684"/>
                  </a:cubicBezTo>
                  <a:cubicBezTo>
                    <a:pt x="40783" y="46948"/>
                    <a:pt x="40812" y="47872"/>
                    <a:pt x="40812" y="48455"/>
                  </a:cubicBezTo>
                  <a:cubicBezTo>
                    <a:pt x="40812" y="48689"/>
                    <a:pt x="40754" y="48874"/>
                    <a:pt x="40638" y="49010"/>
                  </a:cubicBezTo>
                  <a:cubicBezTo>
                    <a:pt x="40521" y="49146"/>
                    <a:pt x="40404" y="49214"/>
                    <a:pt x="40287" y="49214"/>
                  </a:cubicBezTo>
                  <a:lnTo>
                    <a:pt x="40142" y="49244"/>
                  </a:lnTo>
                  <a:cubicBezTo>
                    <a:pt x="39869" y="49244"/>
                    <a:pt x="39656" y="49224"/>
                    <a:pt x="39500" y="49185"/>
                  </a:cubicBezTo>
                  <a:cubicBezTo>
                    <a:pt x="39344" y="49127"/>
                    <a:pt x="39227" y="49020"/>
                    <a:pt x="39150" y="48864"/>
                  </a:cubicBezTo>
                  <a:cubicBezTo>
                    <a:pt x="39072" y="48689"/>
                    <a:pt x="39033" y="48562"/>
                    <a:pt x="39033" y="48485"/>
                  </a:cubicBezTo>
                  <a:cubicBezTo>
                    <a:pt x="39014" y="48407"/>
                    <a:pt x="38994" y="48222"/>
                    <a:pt x="38974" y="47931"/>
                  </a:cubicBezTo>
                  <a:cubicBezTo>
                    <a:pt x="38877" y="46278"/>
                    <a:pt x="38508" y="44751"/>
                    <a:pt x="37866" y="43351"/>
                  </a:cubicBezTo>
                  <a:cubicBezTo>
                    <a:pt x="37224" y="41931"/>
                    <a:pt x="36155" y="40530"/>
                    <a:pt x="34657" y="39150"/>
                  </a:cubicBezTo>
                  <a:cubicBezTo>
                    <a:pt x="34560" y="39033"/>
                    <a:pt x="34453" y="38906"/>
                    <a:pt x="34336" y="38770"/>
                  </a:cubicBezTo>
                  <a:cubicBezTo>
                    <a:pt x="34220" y="38614"/>
                    <a:pt x="34113" y="38478"/>
                    <a:pt x="34015" y="38361"/>
                  </a:cubicBezTo>
                  <a:lnTo>
                    <a:pt x="20450" y="25759"/>
                  </a:lnTo>
                  <a:lnTo>
                    <a:pt x="3763" y="32819"/>
                  </a:lnTo>
                  <a:cubicBezTo>
                    <a:pt x="3258" y="33033"/>
                    <a:pt x="2898" y="33237"/>
                    <a:pt x="2684" y="33432"/>
                  </a:cubicBezTo>
                  <a:cubicBezTo>
                    <a:pt x="2450" y="33627"/>
                    <a:pt x="2256" y="34025"/>
                    <a:pt x="2100" y="34628"/>
                  </a:cubicBezTo>
                  <a:cubicBezTo>
                    <a:pt x="1945" y="35231"/>
                    <a:pt x="1867" y="36116"/>
                    <a:pt x="1867" y="37282"/>
                  </a:cubicBezTo>
                  <a:cubicBezTo>
                    <a:pt x="1867" y="37613"/>
                    <a:pt x="1857" y="37857"/>
                    <a:pt x="1838" y="38012"/>
                  </a:cubicBezTo>
                  <a:cubicBezTo>
                    <a:pt x="1818" y="38167"/>
                    <a:pt x="1760" y="38313"/>
                    <a:pt x="1663" y="38450"/>
                  </a:cubicBezTo>
                  <a:cubicBezTo>
                    <a:pt x="1566" y="38585"/>
                    <a:pt x="1410" y="38653"/>
                    <a:pt x="1196" y="38653"/>
                  </a:cubicBezTo>
                  <a:cubicBezTo>
                    <a:pt x="827" y="38653"/>
                    <a:pt x="554" y="38585"/>
                    <a:pt x="379" y="38450"/>
                  </a:cubicBezTo>
                  <a:cubicBezTo>
                    <a:pt x="185" y="38294"/>
                    <a:pt x="78" y="38157"/>
                    <a:pt x="58" y="38041"/>
                  </a:cubicBezTo>
                  <a:cubicBezTo>
                    <a:pt x="19" y="37905"/>
                    <a:pt x="0" y="37749"/>
                    <a:pt x="0" y="37574"/>
                  </a:cubicBezTo>
                  <a:cubicBezTo>
                    <a:pt x="0" y="37088"/>
                    <a:pt x="29" y="35979"/>
                    <a:pt x="87" y="34249"/>
                  </a:cubicBezTo>
                  <a:cubicBezTo>
                    <a:pt x="146" y="32517"/>
                    <a:pt x="175" y="31399"/>
                    <a:pt x="175" y="30894"/>
                  </a:cubicBezTo>
                  <a:cubicBezTo>
                    <a:pt x="175" y="30058"/>
                    <a:pt x="146" y="28803"/>
                    <a:pt x="87" y="27131"/>
                  </a:cubicBezTo>
                  <a:cubicBezTo>
                    <a:pt x="29" y="25439"/>
                    <a:pt x="0" y="24184"/>
                    <a:pt x="0" y="23367"/>
                  </a:cubicBezTo>
                  <a:cubicBezTo>
                    <a:pt x="0" y="22764"/>
                    <a:pt x="243" y="22463"/>
                    <a:pt x="729" y="22463"/>
                  </a:cubicBezTo>
                  <a:cubicBezTo>
                    <a:pt x="1040" y="22463"/>
                    <a:pt x="1284" y="22531"/>
                    <a:pt x="1459" y="22667"/>
                  </a:cubicBezTo>
                  <a:cubicBezTo>
                    <a:pt x="1634" y="22803"/>
                    <a:pt x="1741" y="22939"/>
                    <a:pt x="1779" y="23076"/>
                  </a:cubicBezTo>
                  <a:cubicBezTo>
                    <a:pt x="1818" y="23211"/>
                    <a:pt x="1848" y="23406"/>
                    <a:pt x="1867" y="23658"/>
                  </a:cubicBezTo>
                  <a:cubicBezTo>
                    <a:pt x="1945" y="24417"/>
                    <a:pt x="2110" y="25088"/>
                    <a:pt x="2363" y="25672"/>
                  </a:cubicBezTo>
                  <a:cubicBezTo>
                    <a:pt x="2596" y="26236"/>
                    <a:pt x="2830" y="26635"/>
                    <a:pt x="3063" y="26868"/>
                  </a:cubicBezTo>
                  <a:cubicBezTo>
                    <a:pt x="3277" y="27082"/>
                    <a:pt x="3452" y="27188"/>
                    <a:pt x="3588" y="27188"/>
                  </a:cubicBezTo>
                  <a:lnTo>
                    <a:pt x="4376" y="26897"/>
                  </a:lnTo>
                  <a:lnTo>
                    <a:pt x="16249" y="21879"/>
                  </a:lnTo>
                  <a:lnTo>
                    <a:pt x="5864" y="12193"/>
                  </a:lnTo>
                  <a:cubicBezTo>
                    <a:pt x="5008" y="11436"/>
                    <a:pt x="4288" y="11057"/>
                    <a:pt x="3705" y="11057"/>
                  </a:cubicBezTo>
                  <a:cubicBezTo>
                    <a:pt x="2655" y="11057"/>
                    <a:pt x="2042" y="11854"/>
                    <a:pt x="1867" y="13448"/>
                  </a:cubicBezTo>
                  <a:cubicBezTo>
                    <a:pt x="1789" y="13934"/>
                    <a:pt x="1566" y="14177"/>
                    <a:pt x="1196" y="14177"/>
                  </a:cubicBezTo>
                  <a:cubicBezTo>
                    <a:pt x="827" y="14177"/>
                    <a:pt x="554" y="14100"/>
                    <a:pt x="379" y="13944"/>
                  </a:cubicBezTo>
                  <a:cubicBezTo>
                    <a:pt x="185" y="13789"/>
                    <a:pt x="78" y="13653"/>
                    <a:pt x="58" y="13536"/>
                  </a:cubicBezTo>
                  <a:cubicBezTo>
                    <a:pt x="19" y="13400"/>
                    <a:pt x="0" y="13234"/>
                    <a:pt x="0" y="13040"/>
                  </a:cubicBezTo>
                  <a:cubicBezTo>
                    <a:pt x="0" y="12320"/>
                    <a:pt x="29" y="11221"/>
                    <a:pt x="87" y="9743"/>
                  </a:cubicBezTo>
                  <a:cubicBezTo>
                    <a:pt x="146" y="8246"/>
                    <a:pt x="175" y="7128"/>
                    <a:pt x="175" y="6389"/>
                  </a:cubicBezTo>
                  <a:cubicBezTo>
                    <a:pt x="175" y="5766"/>
                    <a:pt x="146" y="4823"/>
                    <a:pt x="87" y="3559"/>
                  </a:cubicBezTo>
                  <a:cubicBezTo>
                    <a:pt x="29" y="2295"/>
                    <a:pt x="0" y="1371"/>
                    <a:pt x="0" y="787"/>
                  </a:cubicBezTo>
                  <a:cubicBezTo>
                    <a:pt x="0" y="554"/>
                    <a:pt x="58" y="370"/>
                    <a:pt x="175" y="233"/>
                  </a:cubicBezTo>
                  <a:cubicBezTo>
                    <a:pt x="272" y="97"/>
                    <a:pt x="379" y="28"/>
                    <a:pt x="496" y="28"/>
                  </a:cubicBez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33485B8B-AD4E-EE55-A11B-3233EA1D3FFA}"/>
                </a:ext>
              </a:extLst>
            </p:cNvPr>
            <p:cNvSpPr/>
            <p:nvPr/>
          </p:nvSpPr>
          <p:spPr>
            <a:xfrm>
              <a:off x="184031" y="4204982"/>
              <a:ext cx="85351" cy="19796"/>
            </a:xfrm>
            <a:custGeom>
              <a:avLst/>
              <a:gdLst>
                <a:gd name="csX0" fmla="*/ 42676 w 85351"/>
                <a:gd name="csY0" fmla="*/ 19796 h 19796"/>
                <a:gd name="csX1" fmla="*/ 16628 w 85351"/>
                <a:gd name="csY1" fmla="*/ 14420 h 19796"/>
                <a:gd name="csX2" fmla="*/ 7668 w 85351"/>
                <a:gd name="csY2" fmla="*/ 8919 h 19796"/>
                <a:gd name="csX3" fmla="*/ 1792 w 85351"/>
                <a:gd name="csY3" fmla="*/ 3584 h 19796"/>
                <a:gd name="csX4" fmla="*/ 0 w 85351"/>
                <a:gd name="csY4" fmla="*/ 875 h 19796"/>
                <a:gd name="csX5" fmla="*/ 834 w 85351"/>
                <a:gd name="csY5" fmla="*/ 0 h 19796"/>
                <a:gd name="csX6" fmla="*/ 2292 w 85351"/>
                <a:gd name="csY6" fmla="*/ 1125 h 19796"/>
                <a:gd name="csX7" fmla="*/ 42676 w 85351"/>
                <a:gd name="csY7" fmla="*/ 14837 h 19796"/>
                <a:gd name="csX8" fmla="*/ 82600 w 85351"/>
                <a:gd name="csY8" fmla="*/ 1459 h 19796"/>
                <a:gd name="csX9" fmla="*/ 84518 w 85351"/>
                <a:gd name="csY9" fmla="*/ 0 h 19796"/>
                <a:gd name="csX10" fmla="*/ 85351 w 85351"/>
                <a:gd name="csY10" fmla="*/ 875 h 19796"/>
                <a:gd name="csX11" fmla="*/ 83642 w 85351"/>
                <a:gd name="csY11" fmla="*/ 3501 h 19796"/>
                <a:gd name="csX12" fmla="*/ 78016 w 85351"/>
                <a:gd name="csY12" fmla="*/ 8711 h 19796"/>
                <a:gd name="csX13" fmla="*/ 69306 w 85351"/>
                <a:gd name="csY13" fmla="*/ 14170 h 19796"/>
                <a:gd name="csX14" fmla="*/ 42676 w 85351"/>
                <a:gd name="csY14" fmla="*/ 19796 h 19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6">
                  <a:moveTo>
                    <a:pt x="42676" y="19796"/>
                  </a:moveTo>
                  <a:cubicBezTo>
                    <a:pt x="33062" y="19796"/>
                    <a:pt x="24380" y="18004"/>
                    <a:pt x="16628" y="14420"/>
                  </a:cubicBezTo>
                  <a:cubicBezTo>
                    <a:pt x="13378" y="12892"/>
                    <a:pt x="10391" y="11058"/>
                    <a:pt x="7668" y="8919"/>
                  </a:cubicBezTo>
                  <a:cubicBezTo>
                    <a:pt x="4945" y="6779"/>
                    <a:pt x="2987" y="5001"/>
                    <a:pt x="1792" y="3584"/>
                  </a:cubicBezTo>
                  <a:cubicBezTo>
                    <a:pt x="597" y="2167"/>
                    <a:pt x="0" y="1264"/>
                    <a:pt x="0" y="875"/>
                  </a:cubicBezTo>
                  <a:cubicBezTo>
                    <a:pt x="0" y="320"/>
                    <a:pt x="278" y="28"/>
                    <a:pt x="834" y="0"/>
                  </a:cubicBezTo>
                  <a:cubicBezTo>
                    <a:pt x="1111" y="0"/>
                    <a:pt x="1598" y="375"/>
                    <a:pt x="2292" y="1125"/>
                  </a:cubicBezTo>
                  <a:cubicBezTo>
                    <a:pt x="11627" y="10294"/>
                    <a:pt x="25089" y="14865"/>
                    <a:pt x="42676" y="14837"/>
                  </a:cubicBezTo>
                  <a:cubicBezTo>
                    <a:pt x="60318" y="14837"/>
                    <a:pt x="73626" y="10377"/>
                    <a:pt x="82600" y="1459"/>
                  </a:cubicBezTo>
                  <a:cubicBezTo>
                    <a:pt x="83573" y="486"/>
                    <a:pt x="84212" y="0"/>
                    <a:pt x="84518" y="0"/>
                  </a:cubicBezTo>
                  <a:cubicBezTo>
                    <a:pt x="85073" y="0"/>
                    <a:pt x="85351" y="292"/>
                    <a:pt x="85351" y="875"/>
                  </a:cubicBezTo>
                  <a:cubicBezTo>
                    <a:pt x="85351" y="1264"/>
                    <a:pt x="84782" y="2140"/>
                    <a:pt x="83642" y="3501"/>
                  </a:cubicBezTo>
                  <a:cubicBezTo>
                    <a:pt x="82503" y="4863"/>
                    <a:pt x="80628" y="6599"/>
                    <a:pt x="78016" y="8711"/>
                  </a:cubicBezTo>
                  <a:cubicBezTo>
                    <a:pt x="75405" y="10822"/>
                    <a:pt x="72501" y="12642"/>
                    <a:pt x="69306" y="14170"/>
                  </a:cubicBezTo>
                  <a:cubicBezTo>
                    <a:pt x="61554" y="17921"/>
                    <a:pt x="52678" y="19796"/>
                    <a:pt x="42676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AAD4BF5C-6078-3988-AFFB-BDF5DEB78AB0}"/>
                </a:ext>
              </a:extLst>
            </p:cNvPr>
            <p:cNvSpPr/>
            <p:nvPr/>
          </p:nvSpPr>
          <p:spPr>
            <a:xfrm>
              <a:off x="210328" y="4155988"/>
              <a:ext cx="38674" cy="42509"/>
            </a:xfrm>
            <a:custGeom>
              <a:avLst/>
              <a:gdLst>
                <a:gd name="csX0" fmla="*/ 5626 w 38674"/>
                <a:gd name="csY0" fmla="*/ 0 h 42509"/>
                <a:gd name="csX1" fmla="*/ 9294 w 38674"/>
                <a:gd name="csY1" fmla="*/ 1458 h 42509"/>
                <a:gd name="csX2" fmla="*/ 10586 w 38674"/>
                <a:gd name="csY2" fmla="*/ 4584 h 42509"/>
                <a:gd name="csX3" fmla="*/ 9669 w 38674"/>
                <a:gd name="csY3" fmla="*/ 7002 h 42509"/>
                <a:gd name="csX4" fmla="*/ 7585 w 38674"/>
                <a:gd name="csY4" fmla="*/ 7835 h 42509"/>
                <a:gd name="csX5" fmla="*/ 4626 w 38674"/>
                <a:gd name="csY5" fmla="*/ 6668 h 42509"/>
                <a:gd name="csX6" fmla="*/ 2959 w 38674"/>
                <a:gd name="csY6" fmla="*/ 3751 h 42509"/>
                <a:gd name="csX7" fmla="*/ 1875 w 38674"/>
                <a:gd name="csY7" fmla="*/ 8001 h 42509"/>
                <a:gd name="csX8" fmla="*/ 2751 w 38674"/>
                <a:gd name="csY8" fmla="*/ 11127 h 42509"/>
                <a:gd name="csX9" fmla="*/ 4751 w 38674"/>
                <a:gd name="csY9" fmla="*/ 13419 h 42509"/>
                <a:gd name="csX10" fmla="*/ 7502 w 38674"/>
                <a:gd name="csY10" fmla="*/ 15003 h 42509"/>
                <a:gd name="csX11" fmla="*/ 10044 w 38674"/>
                <a:gd name="csY11" fmla="*/ 16003 h 42509"/>
                <a:gd name="csX12" fmla="*/ 11961 w 38674"/>
                <a:gd name="csY12" fmla="*/ 16462 h 42509"/>
                <a:gd name="csX13" fmla="*/ 23630 w 38674"/>
                <a:gd name="csY13" fmla="*/ 19379 h 42509"/>
                <a:gd name="csX14" fmla="*/ 31132 w 38674"/>
                <a:gd name="csY14" fmla="*/ 20795 h 42509"/>
                <a:gd name="csX15" fmla="*/ 35174 w 38674"/>
                <a:gd name="csY15" fmla="*/ 19629 h 42509"/>
                <a:gd name="csX16" fmla="*/ 36758 w 38674"/>
                <a:gd name="csY16" fmla="*/ 16128 h 42509"/>
                <a:gd name="csX17" fmla="*/ 36508 w 38674"/>
                <a:gd name="csY17" fmla="*/ 14169 h 42509"/>
                <a:gd name="csX18" fmla="*/ 35466 w 38674"/>
                <a:gd name="csY18" fmla="*/ 11794 h 42509"/>
                <a:gd name="csX19" fmla="*/ 33507 w 38674"/>
                <a:gd name="csY19" fmla="*/ 9211 h 42509"/>
                <a:gd name="csX20" fmla="*/ 30256 w 38674"/>
                <a:gd name="csY20" fmla="*/ 6752 h 42509"/>
                <a:gd name="csX21" fmla="*/ 25589 w 38674"/>
                <a:gd name="csY21" fmla="*/ 4751 h 42509"/>
                <a:gd name="csX22" fmla="*/ 24672 w 38674"/>
                <a:gd name="csY22" fmla="*/ 3667 h 42509"/>
                <a:gd name="csX23" fmla="*/ 25505 w 38674"/>
                <a:gd name="csY23" fmla="*/ 2625 h 42509"/>
                <a:gd name="csX24" fmla="*/ 27714 w 38674"/>
                <a:gd name="csY24" fmla="*/ 3209 h 42509"/>
                <a:gd name="csX25" fmla="*/ 31090 w 38674"/>
                <a:gd name="csY25" fmla="*/ 4959 h 42509"/>
                <a:gd name="csX26" fmla="*/ 34674 w 38674"/>
                <a:gd name="csY26" fmla="*/ 7668 h 42509"/>
                <a:gd name="csX27" fmla="*/ 37508 w 38674"/>
                <a:gd name="csY27" fmla="*/ 11502 h 42509"/>
                <a:gd name="csX28" fmla="*/ 38675 w 38674"/>
                <a:gd name="csY28" fmla="*/ 16295 h 42509"/>
                <a:gd name="csX29" fmla="*/ 36758 w 38674"/>
                <a:gd name="csY29" fmla="*/ 22254 h 42509"/>
                <a:gd name="csX30" fmla="*/ 32173 w 38674"/>
                <a:gd name="csY30" fmla="*/ 25505 h 42509"/>
                <a:gd name="csX31" fmla="*/ 33049 w 38674"/>
                <a:gd name="csY31" fmla="*/ 26005 h 42509"/>
                <a:gd name="csX32" fmla="*/ 34674 w 38674"/>
                <a:gd name="csY32" fmla="*/ 27172 h 42509"/>
                <a:gd name="csX33" fmla="*/ 36591 w 38674"/>
                <a:gd name="csY33" fmla="*/ 28964 h 42509"/>
                <a:gd name="csX34" fmla="*/ 38008 w 38674"/>
                <a:gd name="csY34" fmla="*/ 31423 h 42509"/>
                <a:gd name="csX35" fmla="*/ 38675 w 38674"/>
                <a:gd name="csY35" fmla="*/ 34466 h 42509"/>
                <a:gd name="csX36" fmla="*/ 38091 w 38674"/>
                <a:gd name="csY36" fmla="*/ 38257 h 42509"/>
                <a:gd name="csX37" fmla="*/ 36174 w 38674"/>
                <a:gd name="csY37" fmla="*/ 41258 h 42509"/>
                <a:gd name="csX38" fmla="*/ 33007 w 38674"/>
                <a:gd name="csY38" fmla="*/ 42509 h 42509"/>
                <a:gd name="csX39" fmla="*/ 29548 w 38674"/>
                <a:gd name="csY39" fmla="*/ 41134 h 42509"/>
                <a:gd name="csX40" fmla="*/ 28089 w 38674"/>
                <a:gd name="csY40" fmla="*/ 37799 h 42509"/>
                <a:gd name="csX41" fmla="*/ 28798 w 38674"/>
                <a:gd name="csY41" fmla="*/ 35632 h 42509"/>
                <a:gd name="csX42" fmla="*/ 31048 w 38674"/>
                <a:gd name="csY42" fmla="*/ 34632 h 42509"/>
                <a:gd name="csX43" fmla="*/ 34049 w 38674"/>
                <a:gd name="csY43" fmla="*/ 35799 h 42509"/>
                <a:gd name="csX44" fmla="*/ 35674 w 38674"/>
                <a:gd name="csY44" fmla="*/ 38633 h 42509"/>
                <a:gd name="csX45" fmla="*/ 36758 w 38674"/>
                <a:gd name="csY45" fmla="*/ 34382 h 42509"/>
                <a:gd name="csX46" fmla="*/ 34340 w 38674"/>
                <a:gd name="csY46" fmla="*/ 29464 h 42509"/>
                <a:gd name="csX47" fmla="*/ 27881 w 38674"/>
                <a:gd name="csY47" fmla="*/ 26255 h 42509"/>
                <a:gd name="csX48" fmla="*/ 13836 w 38674"/>
                <a:gd name="csY48" fmla="*/ 22671 h 42509"/>
                <a:gd name="csX49" fmla="*/ 7585 w 38674"/>
                <a:gd name="csY49" fmla="*/ 21671 h 42509"/>
                <a:gd name="csX50" fmla="*/ 4626 w 38674"/>
                <a:gd name="csY50" fmla="*/ 22129 h 42509"/>
                <a:gd name="csX51" fmla="*/ 2876 w 38674"/>
                <a:gd name="csY51" fmla="*/ 23380 h 42509"/>
                <a:gd name="csX52" fmla="*/ 2084 w 38674"/>
                <a:gd name="csY52" fmla="*/ 24838 h 42509"/>
                <a:gd name="csX53" fmla="*/ 1875 w 38674"/>
                <a:gd name="csY53" fmla="*/ 26255 h 42509"/>
                <a:gd name="csX54" fmla="*/ 2376 w 38674"/>
                <a:gd name="csY54" fmla="*/ 28922 h 42509"/>
                <a:gd name="csX55" fmla="*/ 4043 w 38674"/>
                <a:gd name="csY55" fmla="*/ 31965 h 42509"/>
                <a:gd name="csX56" fmla="*/ 7502 w 38674"/>
                <a:gd name="csY56" fmla="*/ 35132 h 42509"/>
                <a:gd name="csX57" fmla="*/ 13044 w 38674"/>
                <a:gd name="csY57" fmla="*/ 37716 h 42509"/>
                <a:gd name="csX58" fmla="*/ 14003 w 38674"/>
                <a:gd name="csY58" fmla="*/ 38841 h 42509"/>
                <a:gd name="csX59" fmla="*/ 13128 w 38674"/>
                <a:gd name="csY59" fmla="*/ 39841 h 42509"/>
                <a:gd name="csX60" fmla="*/ 10961 w 38674"/>
                <a:gd name="csY60" fmla="*/ 39300 h 42509"/>
                <a:gd name="csX61" fmla="*/ 7585 w 38674"/>
                <a:gd name="csY61" fmla="*/ 37549 h 42509"/>
                <a:gd name="csX62" fmla="*/ 4043 w 38674"/>
                <a:gd name="csY62" fmla="*/ 34798 h 42509"/>
                <a:gd name="csX63" fmla="*/ 1167 w 38674"/>
                <a:gd name="csY63" fmla="*/ 30923 h 42509"/>
                <a:gd name="csX64" fmla="*/ 0 w 38674"/>
                <a:gd name="csY64" fmla="*/ 26089 h 42509"/>
                <a:gd name="csX65" fmla="*/ 250 w 38674"/>
                <a:gd name="csY65" fmla="*/ 23880 h 42509"/>
                <a:gd name="csX66" fmla="*/ 1084 w 38674"/>
                <a:gd name="csY66" fmla="*/ 21421 h 42509"/>
                <a:gd name="csX67" fmla="*/ 3084 w 38674"/>
                <a:gd name="csY67" fmla="*/ 18837 h 42509"/>
                <a:gd name="csX68" fmla="*/ 6460 w 38674"/>
                <a:gd name="csY68" fmla="*/ 16878 h 42509"/>
                <a:gd name="csX69" fmla="*/ 4584 w 38674"/>
                <a:gd name="csY69" fmla="*/ 15711 h 42509"/>
                <a:gd name="csX70" fmla="*/ 2542 w 38674"/>
                <a:gd name="csY70" fmla="*/ 13919 h 42509"/>
                <a:gd name="csX71" fmla="*/ 709 w 38674"/>
                <a:gd name="csY71" fmla="*/ 11252 h 42509"/>
                <a:gd name="csX72" fmla="*/ 0 w 38674"/>
                <a:gd name="csY72" fmla="*/ 7918 h 42509"/>
                <a:gd name="csX73" fmla="*/ 458 w 38674"/>
                <a:gd name="csY73" fmla="*/ 4543 h 42509"/>
                <a:gd name="csX74" fmla="*/ 2251 w 38674"/>
                <a:gd name="csY74" fmla="*/ 1458 h 42509"/>
                <a:gd name="csX75" fmla="*/ 5626 w 38674"/>
                <a:gd name="csY75" fmla="*/ 0 h 42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674" h="42509">
                  <a:moveTo>
                    <a:pt x="5626" y="0"/>
                  </a:moveTo>
                  <a:cubicBezTo>
                    <a:pt x="7182" y="0"/>
                    <a:pt x="8405" y="486"/>
                    <a:pt x="9294" y="1458"/>
                  </a:cubicBezTo>
                  <a:cubicBezTo>
                    <a:pt x="10155" y="2431"/>
                    <a:pt x="10586" y="3473"/>
                    <a:pt x="10586" y="4584"/>
                  </a:cubicBezTo>
                  <a:cubicBezTo>
                    <a:pt x="10586" y="5640"/>
                    <a:pt x="10280" y="6446"/>
                    <a:pt x="9669" y="7002"/>
                  </a:cubicBezTo>
                  <a:cubicBezTo>
                    <a:pt x="9058" y="7557"/>
                    <a:pt x="8363" y="7835"/>
                    <a:pt x="7585" y="7835"/>
                  </a:cubicBezTo>
                  <a:cubicBezTo>
                    <a:pt x="6529" y="7835"/>
                    <a:pt x="5543" y="7446"/>
                    <a:pt x="4626" y="6668"/>
                  </a:cubicBezTo>
                  <a:cubicBezTo>
                    <a:pt x="3709" y="5890"/>
                    <a:pt x="3153" y="4917"/>
                    <a:pt x="2959" y="3751"/>
                  </a:cubicBezTo>
                  <a:cubicBezTo>
                    <a:pt x="2237" y="4890"/>
                    <a:pt x="1875" y="6306"/>
                    <a:pt x="1875" y="8001"/>
                  </a:cubicBezTo>
                  <a:cubicBezTo>
                    <a:pt x="1875" y="9113"/>
                    <a:pt x="2167" y="10155"/>
                    <a:pt x="2751" y="11127"/>
                  </a:cubicBezTo>
                  <a:cubicBezTo>
                    <a:pt x="3334" y="12072"/>
                    <a:pt x="4001" y="12836"/>
                    <a:pt x="4751" y="13419"/>
                  </a:cubicBezTo>
                  <a:cubicBezTo>
                    <a:pt x="5501" y="13975"/>
                    <a:pt x="6418" y="14503"/>
                    <a:pt x="7502" y="15003"/>
                  </a:cubicBezTo>
                  <a:cubicBezTo>
                    <a:pt x="8557" y="15475"/>
                    <a:pt x="9405" y="15808"/>
                    <a:pt x="10044" y="16003"/>
                  </a:cubicBezTo>
                  <a:cubicBezTo>
                    <a:pt x="10655" y="16170"/>
                    <a:pt x="11294" y="16323"/>
                    <a:pt x="11961" y="16462"/>
                  </a:cubicBezTo>
                  <a:lnTo>
                    <a:pt x="23630" y="19379"/>
                  </a:lnTo>
                  <a:cubicBezTo>
                    <a:pt x="27325" y="20323"/>
                    <a:pt x="29826" y="20795"/>
                    <a:pt x="31132" y="20795"/>
                  </a:cubicBezTo>
                  <a:cubicBezTo>
                    <a:pt x="32743" y="20795"/>
                    <a:pt x="34090" y="20407"/>
                    <a:pt x="35174" y="19629"/>
                  </a:cubicBezTo>
                  <a:cubicBezTo>
                    <a:pt x="36230" y="18851"/>
                    <a:pt x="36758" y="17684"/>
                    <a:pt x="36758" y="16128"/>
                  </a:cubicBezTo>
                  <a:cubicBezTo>
                    <a:pt x="36758" y="15517"/>
                    <a:pt x="36674" y="14864"/>
                    <a:pt x="36508" y="14169"/>
                  </a:cubicBezTo>
                  <a:cubicBezTo>
                    <a:pt x="36313" y="13475"/>
                    <a:pt x="35966" y="12683"/>
                    <a:pt x="35466" y="11794"/>
                  </a:cubicBezTo>
                  <a:cubicBezTo>
                    <a:pt x="34938" y="10877"/>
                    <a:pt x="34285" y="10016"/>
                    <a:pt x="33507" y="9211"/>
                  </a:cubicBezTo>
                  <a:cubicBezTo>
                    <a:pt x="32701" y="8377"/>
                    <a:pt x="31618" y="7557"/>
                    <a:pt x="30256" y="6752"/>
                  </a:cubicBezTo>
                  <a:cubicBezTo>
                    <a:pt x="28895" y="5945"/>
                    <a:pt x="27339" y="5279"/>
                    <a:pt x="25589" y="4751"/>
                  </a:cubicBezTo>
                  <a:cubicBezTo>
                    <a:pt x="24977" y="4584"/>
                    <a:pt x="24672" y="4223"/>
                    <a:pt x="24672" y="3667"/>
                  </a:cubicBezTo>
                  <a:cubicBezTo>
                    <a:pt x="24672" y="2973"/>
                    <a:pt x="24950" y="2625"/>
                    <a:pt x="25505" y="2625"/>
                  </a:cubicBezTo>
                  <a:cubicBezTo>
                    <a:pt x="25978" y="2625"/>
                    <a:pt x="26714" y="2820"/>
                    <a:pt x="27714" y="3209"/>
                  </a:cubicBezTo>
                  <a:cubicBezTo>
                    <a:pt x="28687" y="3570"/>
                    <a:pt x="29812" y="4153"/>
                    <a:pt x="31090" y="4959"/>
                  </a:cubicBezTo>
                  <a:cubicBezTo>
                    <a:pt x="32340" y="5737"/>
                    <a:pt x="33535" y="6640"/>
                    <a:pt x="34674" y="7668"/>
                  </a:cubicBezTo>
                  <a:cubicBezTo>
                    <a:pt x="35785" y="8696"/>
                    <a:pt x="36730" y="9974"/>
                    <a:pt x="37508" y="11502"/>
                  </a:cubicBezTo>
                  <a:cubicBezTo>
                    <a:pt x="38286" y="13030"/>
                    <a:pt x="38675" y="14628"/>
                    <a:pt x="38675" y="16295"/>
                  </a:cubicBezTo>
                  <a:cubicBezTo>
                    <a:pt x="38675" y="18684"/>
                    <a:pt x="38036" y="20671"/>
                    <a:pt x="36758" y="22254"/>
                  </a:cubicBezTo>
                  <a:cubicBezTo>
                    <a:pt x="35480" y="23838"/>
                    <a:pt x="33952" y="24922"/>
                    <a:pt x="32173" y="25505"/>
                  </a:cubicBezTo>
                  <a:cubicBezTo>
                    <a:pt x="32423" y="25644"/>
                    <a:pt x="32715" y="25811"/>
                    <a:pt x="33049" y="26005"/>
                  </a:cubicBezTo>
                  <a:cubicBezTo>
                    <a:pt x="33382" y="26200"/>
                    <a:pt x="33924" y="26589"/>
                    <a:pt x="34674" y="27172"/>
                  </a:cubicBezTo>
                  <a:cubicBezTo>
                    <a:pt x="35396" y="27728"/>
                    <a:pt x="36035" y="28325"/>
                    <a:pt x="36591" y="28964"/>
                  </a:cubicBezTo>
                  <a:cubicBezTo>
                    <a:pt x="37119" y="29603"/>
                    <a:pt x="37591" y="30423"/>
                    <a:pt x="38008" y="31423"/>
                  </a:cubicBezTo>
                  <a:cubicBezTo>
                    <a:pt x="38452" y="32395"/>
                    <a:pt x="38675" y="33409"/>
                    <a:pt x="38675" y="34466"/>
                  </a:cubicBezTo>
                  <a:cubicBezTo>
                    <a:pt x="38675" y="35799"/>
                    <a:pt x="38480" y="37063"/>
                    <a:pt x="38091" y="38257"/>
                  </a:cubicBezTo>
                  <a:cubicBezTo>
                    <a:pt x="37702" y="39425"/>
                    <a:pt x="37063" y="40425"/>
                    <a:pt x="36174" y="41258"/>
                  </a:cubicBezTo>
                  <a:cubicBezTo>
                    <a:pt x="35285" y="42092"/>
                    <a:pt x="34229" y="42509"/>
                    <a:pt x="33007" y="42509"/>
                  </a:cubicBezTo>
                  <a:cubicBezTo>
                    <a:pt x="31646" y="42509"/>
                    <a:pt x="30492" y="42051"/>
                    <a:pt x="29548" y="41134"/>
                  </a:cubicBezTo>
                  <a:cubicBezTo>
                    <a:pt x="28575" y="40189"/>
                    <a:pt x="28089" y="39077"/>
                    <a:pt x="28089" y="37799"/>
                  </a:cubicBezTo>
                  <a:cubicBezTo>
                    <a:pt x="28089" y="36994"/>
                    <a:pt x="28325" y="36271"/>
                    <a:pt x="28798" y="35632"/>
                  </a:cubicBezTo>
                  <a:cubicBezTo>
                    <a:pt x="29270" y="34965"/>
                    <a:pt x="30020" y="34632"/>
                    <a:pt x="31048" y="34632"/>
                  </a:cubicBezTo>
                  <a:cubicBezTo>
                    <a:pt x="32187" y="34632"/>
                    <a:pt x="33187" y="35021"/>
                    <a:pt x="34049" y="35799"/>
                  </a:cubicBezTo>
                  <a:cubicBezTo>
                    <a:pt x="34910" y="36577"/>
                    <a:pt x="35452" y="37521"/>
                    <a:pt x="35674" y="38633"/>
                  </a:cubicBezTo>
                  <a:cubicBezTo>
                    <a:pt x="36396" y="37494"/>
                    <a:pt x="36758" y="36077"/>
                    <a:pt x="36758" y="34382"/>
                  </a:cubicBezTo>
                  <a:cubicBezTo>
                    <a:pt x="36758" y="32548"/>
                    <a:pt x="35952" y="30909"/>
                    <a:pt x="34340" y="29464"/>
                  </a:cubicBezTo>
                  <a:cubicBezTo>
                    <a:pt x="32729" y="28019"/>
                    <a:pt x="30576" y="26950"/>
                    <a:pt x="27881" y="26255"/>
                  </a:cubicBezTo>
                  <a:cubicBezTo>
                    <a:pt x="21407" y="24533"/>
                    <a:pt x="16726" y="23338"/>
                    <a:pt x="13836" y="22671"/>
                  </a:cubicBezTo>
                  <a:cubicBezTo>
                    <a:pt x="10919" y="22004"/>
                    <a:pt x="8835" y="21671"/>
                    <a:pt x="7585" y="21671"/>
                  </a:cubicBezTo>
                  <a:cubicBezTo>
                    <a:pt x="6418" y="21671"/>
                    <a:pt x="5432" y="21824"/>
                    <a:pt x="4626" y="22129"/>
                  </a:cubicBezTo>
                  <a:cubicBezTo>
                    <a:pt x="3820" y="22435"/>
                    <a:pt x="3237" y="22852"/>
                    <a:pt x="2876" y="23380"/>
                  </a:cubicBezTo>
                  <a:cubicBezTo>
                    <a:pt x="2487" y="23880"/>
                    <a:pt x="2223" y="24366"/>
                    <a:pt x="2084" y="24838"/>
                  </a:cubicBezTo>
                  <a:cubicBezTo>
                    <a:pt x="1945" y="25283"/>
                    <a:pt x="1875" y="25755"/>
                    <a:pt x="1875" y="26255"/>
                  </a:cubicBezTo>
                  <a:cubicBezTo>
                    <a:pt x="1875" y="27089"/>
                    <a:pt x="2042" y="27978"/>
                    <a:pt x="2376" y="28922"/>
                  </a:cubicBezTo>
                  <a:cubicBezTo>
                    <a:pt x="2709" y="29839"/>
                    <a:pt x="3265" y="30853"/>
                    <a:pt x="4043" y="31965"/>
                  </a:cubicBezTo>
                  <a:cubicBezTo>
                    <a:pt x="4793" y="33049"/>
                    <a:pt x="5946" y="34104"/>
                    <a:pt x="7502" y="35132"/>
                  </a:cubicBezTo>
                  <a:cubicBezTo>
                    <a:pt x="9057" y="36160"/>
                    <a:pt x="10905" y="37021"/>
                    <a:pt x="13044" y="37716"/>
                  </a:cubicBezTo>
                  <a:cubicBezTo>
                    <a:pt x="13683" y="37855"/>
                    <a:pt x="14003" y="38230"/>
                    <a:pt x="14003" y="38841"/>
                  </a:cubicBezTo>
                  <a:cubicBezTo>
                    <a:pt x="13975" y="39508"/>
                    <a:pt x="13683" y="39841"/>
                    <a:pt x="13128" y="39841"/>
                  </a:cubicBezTo>
                  <a:cubicBezTo>
                    <a:pt x="12655" y="39841"/>
                    <a:pt x="11933" y="39661"/>
                    <a:pt x="10961" y="39300"/>
                  </a:cubicBezTo>
                  <a:cubicBezTo>
                    <a:pt x="9960" y="38911"/>
                    <a:pt x="8835" y="38327"/>
                    <a:pt x="7585" y="37549"/>
                  </a:cubicBezTo>
                  <a:cubicBezTo>
                    <a:pt x="6335" y="36744"/>
                    <a:pt x="5154" y="35827"/>
                    <a:pt x="4043" y="34798"/>
                  </a:cubicBezTo>
                  <a:cubicBezTo>
                    <a:pt x="2903" y="33743"/>
                    <a:pt x="1945" y="32451"/>
                    <a:pt x="1167" y="30923"/>
                  </a:cubicBezTo>
                  <a:cubicBezTo>
                    <a:pt x="389" y="29367"/>
                    <a:pt x="0" y="27755"/>
                    <a:pt x="0" y="26089"/>
                  </a:cubicBezTo>
                  <a:cubicBezTo>
                    <a:pt x="0" y="25339"/>
                    <a:pt x="83" y="24602"/>
                    <a:pt x="250" y="23880"/>
                  </a:cubicBezTo>
                  <a:cubicBezTo>
                    <a:pt x="389" y="23130"/>
                    <a:pt x="667" y="22310"/>
                    <a:pt x="1084" y="21421"/>
                  </a:cubicBezTo>
                  <a:cubicBezTo>
                    <a:pt x="1500" y="20504"/>
                    <a:pt x="2167" y="19643"/>
                    <a:pt x="3084" y="18837"/>
                  </a:cubicBezTo>
                  <a:cubicBezTo>
                    <a:pt x="4001" y="18031"/>
                    <a:pt x="5126" y="17378"/>
                    <a:pt x="6460" y="16878"/>
                  </a:cubicBezTo>
                  <a:cubicBezTo>
                    <a:pt x="5821" y="16545"/>
                    <a:pt x="5196" y="16156"/>
                    <a:pt x="4584" y="15711"/>
                  </a:cubicBezTo>
                  <a:cubicBezTo>
                    <a:pt x="3973" y="15239"/>
                    <a:pt x="3292" y="14642"/>
                    <a:pt x="2542" y="13919"/>
                  </a:cubicBezTo>
                  <a:cubicBezTo>
                    <a:pt x="1764" y="13169"/>
                    <a:pt x="1153" y="12280"/>
                    <a:pt x="709" y="11252"/>
                  </a:cubicBezTo>
                  <a:cubicBezTo>
                    <a:pt x="236" y="10197"/>
                    <a:pt x="0" y="9085"/>
                    <a:pt x="0" y="7918"/>
                  </a:cubicBezTo>
                  <a:cubicBezTo>
                    <a:pt x="0" y="6779"/>
                    <a:pt x="153" y="5654"/>
                    <a:pt x="458" y="4543"/>
                  </a:cubicBezTo>
                  <a:cubicBezTo>
                    <a:pt x="736" y="3431"/>
                    <a:pt x="1334" y="2403"/>
                    <a:pt x="2251" y="1458"/>
                  </a:cubicBezTo>
                  <a:cubicBezTo>
                    <a:pt x="3140" y="486"/>
                    <a:pt x="4265" y="0"/>
                    <a:pt x="562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1FBF43A3-FDA4-7997-E4C9-689BE314E104}"/>
                </a:ext>
              </a:extLst>
            </p:cNvPr>
            <p:cNvSpPr/>
            <p:nvPr/>
          </p:nvSpPr>
          <p:spPr>
            <a:xfrm>
              <a:off x="184031" y="4127977"/>
              <a:ext cx="85351" cy="19796"/>
            </a:xfrm>
            <a:custGeom>
              <a:avLst/>
              <a:gdLst>
                <a:gd name="csX0" fmla="*/ 84518 w 85351"/>
                <a:gd name="csY0" fmla="*/ 19796 h 19796"/>
                <a:gd name="csX1" fmla="*/ 83059 w 85351"/>
                <a:gd name="csY1" fmla="*/ 18713 h 19796"/>
                <a:gd name="csX2" fmla="*/ 42676 w 85351"/>
                <a:gd name="csY2" fmla="*/ 4960 h 19796"/>
                <a:gd name="csX3" fmla="*/ 2834 w 85351"/>
                <a:gd name="csY3" fmla="*/ 18171 h 19796"/>
                <a:gd name="csX4" fmla="*/ 834 w 85351"/>
                <a:gd name="csY4" fmla="*/ 19796 h 19796"/>
                <a:gd name="csX5" fmla="*/ 0 w 85351"/>
                <a:gd name="csY5" fmla="*/ 18963 h 19796"/>
                <a:gd name="csX6" fmla="*/ 1709 w 85351"/>
                <a:gd name="csY6" fmla="*/ 16337 h 19796"/>
                <a:gd name="csX7" fmla="*/ 7335 w 85351"/>
                <a:gd name="csY7" fmla="*/ 11128 h 19796"/>
                <a:gd name="csX8" fmla="*/ 16045 w 85351"/>
                <a:gd name="csY8" fmla="*/ 5627 h 19796"/>
                <a:gd name="csX9" fmla="*/ 42676 w 85351"/>
                <a:gd name="csY9" fmla="*/ 0 h 19796"/>
                <a:gd name="csX10" fmla="*/ 68723 w 85351"/>
                <a:gd name="csY10" fmla="*/ 5376 h 19796"/>
                <a:gd name="csX11" fmla="*/ 77683 w 85351"/>
                <a:gd name="csY11" fmla="*/ 10878 h 19796"/>
                <a:gd name="csX12" fmla="*/ 83559 w 85351"/>
                <a:gd name="csY12" fmla="*/ 16212 h 19796"/>
                <a:gd name="csX13" fmla="*/ 85351 w 85351"/>
                <a:gd name="csY13" fmla="*/ 18963 h 19796"/>
                <a:gd name="csX14" fmla="*/ 84518 w 85351"/>
                <a:gd name="csY14" fmla="*/ 19796 h 19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6">
                  <a:moveTo>
                    <a:pt x="84518" y="19796"/>
                  </a:moveTo>
                  <a:cubicBezTo>
                    <a:pt x="84240" y="19796"/>
                    <a:pt x="83754" y="19435"/>
                    <a:pt x="83059" y="18713"/>
                  </a:cubicBezTo>
                  <a:cubicBezTo>
                    <a:pt x="73724" y="9544"/>
                    <a:pt x="60263" y="4960"/>
                    <a:pt x="42676" y="4960"/>
                  </a:cubicBezTo>
                  <a:cubicBezTo>
                    <a:pt x="25033" y="4960"/>
                    <a:pt x="11752" y="9364"/>
                    <a:pt x="2834" y="18171"/>
                  </a:cubicBezTo>
                  <a:cubicBezTo>
                    <a:pt x="1806" y="19255"/>
                    <a:pt x="1139" y="19796"/>
                    <a:pt x="834" y="19796"/>
                  </a:cubicBezTo>
                  <a:cubicBezTo>
                    <a:pt x="278" y="19796"/>
                    <a:pt x="0" y="19519"/>
                    <a:pt x="0" y="18963"/>
                  </a:cubicBezTo>
                  <a:cubicBezTo>
                    <a:pt x="0" y="18574"/>
                    <a:pt x="570" y="17699"/>
                    <a:pt x="1709" y="16337"/>
                  </a:cubicBezTo>
                  <a:cubicBezTo>
                    <a:pt x="2848" y="14948"/>
                    <a:pt x="4723" y="13211"/>
                    <a:pt x="7335" y="11128"/>
                  </a:cubicBezTo>
                  <a:cubicBezTo>
                    <a:pt x="9946" y="9016"/>
                    <a:pt x="12850" y="7183"/>
                    <a:pt x="16045" y="5627"/>
                  </a:cubicBezTo>
                  <a:cubicBezTo>
                    <a:pt x="23797" y="1876"/>
                    <a:pt x="32673" y="0"/>
                    <a:pt x="42676" y="0"/>
                  </a:cubicBezTo>
                  <a:cubicBezTo>
                    <a:pt x="52289" y="0"/>
                    <a:pt x="60971" y="1792"/>
                    <a:pt x="68723" y="5376"/>
                  </a:cubicBezTo>
                  <a:cubicBezTo>
                    <a:pt x="71973" y="6905"/>
                    <a:pt x="74960" y="8738"/>
                    <a:pt x="77683" y="10878"/>
                  </a:cubicBezTo>
                  <a:cubicBezTo>
                    <a:pt x="80406" y="13017"/>
                    <a:pt x="82364" y="14795"/>
                    <a:pt x="83559" y="16212"/>
                  </a:cubicBezTo>
                  <a:cubicBezTo>
                    <a:pt x="84754" y="17629"/>
                    <a:pt x="85351" y="18546"/>
                    <a:pt x="85351" y="18963"/>
                  </a:cubicBezTo>
                  <a:cubicBezTo>
                    <a:pt x="85351" y="19519"/>
                    <a:pt x="85073" y="19796"/>
                    <a:pt x="84518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386" name="Freeform 385">
            <a:extLst>
              <a:ext uri="{FF2B5EF4-FFF2-40B4-BE49-F238E27FC236}">
                <a16:creationId xmlns:a16="http://schemas.microsoft.com/office/drawing/2014/main" id="{C8854EBE-EC0C-9681-97E3-8B472E2AB072}"/>
              </a:ext>
            </a:extLst>
          </p:cNvPr>
          <p:cNvSpPr/>
          <p:nvPr/>
        </p:nvSpPr>
        <p:spPr>
          <a:xfrm>
            <a:off x="1078928" y="4271131"/>
            <a:ext cx="1722333" cy="531334"/>
          </a:xfrm>
          <a:custGeom>
            <a:avLst/>
            <a:gdLst>
              <a:gd name="csX0" fmla="*/ 0 w 1722333"/>
              <a:gd name="csY0" fmla="*/ 521459 h 531334"/>
              <a:gd name="csX1" fmla="*/ 172 w 1722333"/>
              <a:gd name="csY1" fmla="*/ 521459 h 531334"/>
              <a:gd name="csX2" fmla="*/ 344 w 1722333"/>
              <a:gd name="csY2" fmla="*/ 521450 h 531334"/>
              <a:gd name="csX3" fmla="*/ 516 w 1722333"/>
              <a:gd name="csY3" fmla="*/ 521450 h 531334"/>
              <a:gd name="csX4" fmla="*/ 689 w 1722333"/>
              <a:gd name="csY4" fmla="*/ 521450 h 531334"/>
              <a:gd name="csX5" fmla="*/ 861 w 1722333"/>
              <a:gd name="csY5" fmla="*/ 521441 h 531334"/>
              <a:gd name="csX6" fmla="*/ 1033 w 1722333"/>
              <a:gd name="csY6" fmla="*/ 521441 h 531334"/>
              <a:gd name="csX7" fmla="*/ 1205 w 1722333"/>
              <a:gd name="csY7" fmla="*/ 521441 h 531334"/>
              <a:gd name="csX8" fmla="*/ 1377 w 1722333"/>
              <a:gd name="csY8" fmla="*/ 521433 h 531334"/>
              <a:gd name="csX9" fmla="*/ 1550 w 1722333"/>
              <a:gd name="csY9" fmla="*/ 521433 h 531334"/>
              <a:gd name="csX10" fmla="*/ 1722 w 1722333"/>
              <a:gd name="csY10" fmla="*/ 521433 h 531334"/>
              <a:gd name="csX11" fmla="*/ 1894 w 1722333"/>
              <a:gd name="csY11" fmla="*/ 521424 h 531334"/>
              <a:gd name="csX12" fmla="*/ 2067 w 1722333"/>
              <a:gd name="csY12" fmla="*/ 521424 h 531334"/>
              <a:gd name="csX13" fmla="*/ 2239 w 1722333"/>
              <a:gd name="csY13" fmla="*/ 521424 h 531334"/>
              <a:gd name="csX14" fmla="*/ 2411 w 1722333"/>
              <a:gd name="csY14" fmla="*/ 521415 h 531334"/>
              <a:gd name="csX15" fmla="*/ 2584 w 1722333"/>
              <a:gd name="csY15" fmla="*/ 521415 h 531334"/>
              <a:gd name="csX16" fmla="*/ 2755 w 1722333"/>
              <a:gd name="csY16" fmla="*/ 521415 h 531334"/>
              <a:gd name="csX17" fmla="*/ 2928 w 1722333"/>
              <a:gd name="csY17" fmla="*/ 521406 h 531334"/>
              <a:gd name="csX18" fmla="*/ 3100 w 1722333"/>
              <a:gd name="csY18" fmla="*/ 521406 h 531334"/>
              <a:gd name="csX19" fmla="*/ 3272 w 1722333"/>
              <a:gd name="csY19" fmla="*/ 521406 h 531334"/>
              <a:gd name="csX20" fmla="*/ 3445 w 1722333"/>
              <a:gd name="csY20" fmla="*/ 521397 h 531334"/>
              <a:gd name="csX21" fmla="*/ 3617 w 1722333"/>
              <a:gd name="csY21" fmla="*/ 521397 h 531334"/>
              <a:gd name="csX22" fmla="*/ 3789 w 1722333"/>
              <a:gd name="csY22" fmla="*/ 521397 h 531334"/>
              <a:gd name="csX23" fmla="*/ 3962 w 1722333"/>
              <a:gd name="csY23" fmla="*/ 521388 h 531334"/>
              <a:gd name="csX24" fmla="*/ 4133 w 1722333"/>
              <a:gd name="csY24" fmla="*/ 521388 h 531334"/>
              <a:gd name="csX25" fmla="*/ 4306 w 1722333"/>
              <a:gd name="csY25" fmla="*/ 521388 h 531334"/>
              <a:gd name="csX26" fmla="*/ 4478 w 1722333"/>
              <a:gd name="csY26" fmla="*/ 521379 h 531334"/>
              <a:gd name="csX27" fmla="*/ 4650 w 1722333"/>
              <a:gd name="csY27" fmla="*/ 521379 h 531334"/>
              <a:gd name="csX28" fmla="*/ 4823 w 1722333"/>
              <a:gd name="csY28" fmla="*/ 521379 h 531334"/>
              <a:gd name="csX29" fmla="*/ 4994 w 1722333"/>
              <a:gd name="csY29" fmla="*/ 521379 h 531334"/>
              <a:gd name="csX30" fmla="*/ 5167 w 1722333"/>
              <a:gd name="csY30" fmla="*/ 521370 h 531334"/>
              <a:gd name="csX31" fmla="*/ 5340 w 1722333"/>
              <a:gd name="csY31" fmla="*/ 521370 h 531334"/>
              <a:gd name="csX32" fmla="*/ 5511 w 1722333"/>
              <a:gd name="csY32" fmla="*/ 521370 h 531334"/>
              <a:gd name="csX33" fmla="*/ 5684 w 1722333"/>
              <a:gd name="csY33" fmla="*/ 521361 h 531334"/>
              <a:gd name="csX34" fmla="*/ 5857 w 1722333"/>
              <a:gd name="csY34" fmla="*/ 521361 h 531334"/>
              <a:gd name="csX35" fmla="*/ 6028 w 1722333"/>
              <a:gd name="csY35" fmla="*/ 521361 h 531334"/>
              <a:gd name="csX36" fmla="*/ 6201 w 1722333"/>
              <a:gd name="csY36" fmla="*/ 521352 h 531334"/>
              <a:gd name="csX37" fmla="*/ 6373 w 1722333"/>
              <a:gd name="csY37" fmla="*/ 521352 h 531334"/>
              <a:gd name="csX38" fmla="*/ 6545 w 1722333"/>
              <a:gd name="csY38" fmla="*/ 521352 h 531334"/>
              <a:gd name="csX39" fmla="*/ 6718 w 1722333"/>
              <a:gd name="csY39" fmla="*/ 521343 h 531334"/>
              <a:gd name="csX40" fmla="*/ 6889 w 1722333"/>
              <a:gd name="csY40" fmla="*/ 521343 h 531334"/>
              <a:gd name="csX41" fmla="*/ 7062 w 1722333"/>
              <a:gd name="csY41" fmla="*/ 521343 h 531334"/>
              <a:gd name="csX42" fmla="*/ 7234 w 1722333"/>
              <a:gd name="csY42" fmla="*/ 521335 h 531334"/>
              <a:gd name="csX43" fmla="*/ 7406 w 1722333"/>
              <a:gd name="csY43" fmla="*/ 521335 h 531334"/>
              <a:gd name="csX44" fmla="*/ 7579 w 1722333"/>
              <a:gd name="csY44" fmla="*/ 521335 h 531334"/>
              <a:gd name="csX45" fmla="*/ 7751 w 1722333"/>
              <a:gd name="csY45" fmla="*/ 521326 h 531334"/>
              <a:gd name="csX46" fmla="*/ 7923 w 1722333"/>
              <a:gd name="csY46" fmla="*/ 521326 h 531334"/>
              <a:gd name="csX47" fmla="*/ 8096 w 1722333"/>
              <a:gd name="csY47" fmla="*/ 521326 h 531334"/>
              <a:gd name="csX48" fmla="*/ 8267 w 1722333"/>
              <a:gd name="csY48" fmla="*/ 521317 h 531334"/>
              <a:gd name="csX49" fmla="*/ 8440 w 1722333"/>
              <a:gd name="csY49" fmla="*/ 521317 h 531334"/>
              <a:gd name="csX50" fmla="*/ 8612 w 1722333"/>
              <a:gd name="csY50" fmla="*/ 521317 h 531334"/>
              <a:gd name="csX51" fmla="*/ 8784 w 1722333"/>
              <a:gd name="csY51" fmla="*/ 521308 h 531334"/>
              <a:gd name="csX52" fmla="*/ 8957 w 1722333"/>
              <a:gd name="csY52" fmla="*/ 521308 h 531334"/>
              <a:gd name="csX53" fmla="*/ 9129 w 1722333"/>
              <a:gd name="csY53" fmla="*/ 521308 h 531334"/>
              <a:gd name="csX54" fmla="*/ 9301 w 1722333"/>
              <a:gd name="csY54" fmla="*/ 521299 h 531334"/>
              <a:gd name="csX55" fmla="*/ 9473 w 1722333"/>
              <a:gd name="csY55" fmla="*/ 521299 h 531334"/>
              <a:gd name="csX56" fmla="*/ 9646 w 1722333"/>
              <a:gd name="csY56" fmla="*/ 521299 h 531334"/>
              <a:gd name="csX57" fmla="*/ 9818 w 1722333"/>
              <a:gd name="csY57" fmla="*/ 521290 h 531334"/>
              <a:gd name="csX58" fmla="*/ 9990 w 1722333"/>
              <a:gd name="csY58" fmla="*/ 521290 h 531334"/>
              <a:gd name="csX59" fmla="*/ 10162 w 1722333"/>
              <a:gd name="csY59" fmla="*/ 521290 h 531334"/>
              <a:gd name="csX60" fmla="*/ 10335 w 1722333"/>
              <a:gd name="csY60" fmla="*/ 521281 h 531334"/>
              <a:gd name="csX61" fmla="*/ 10507 w 1722333"/>
              <a:gd name="csY61" fmla="*/ 521281 h 531334"/>
              <a:gd name="csX62" fmla="*/ 10679 w 1722333"/>
              <a:gd name="csY62" fmla="*/ 521281 h 531334"/>
              <a:gd name="csX63" fmla="*/ 10851 w 1722333"/>
              <a:gd name="csY63" fmla="*/ 521272 h 531334"/>
              <a:gd name="csX64" fmla="*/ 11024 w 1722333"/>
              <a:gd name="csY64" fmla="*/ 521272 h 531334"/>
              <a:gd name="csX65" fmla="*/ 11196 w 1722333"/>
              <a:gd name="csY65" fmla="*/ 521272 h 531334"/>
              <a:gd name="csX66" fmla="*/ 11368 w 1722333"/>
              <a:gd name="csY66" fmla="*/ 521263 h 531334"/>
              <a:gd name="csX67" fmla="*/ 11540 w 1722333"/>
              <a:gd name="csY67" fmla="*/ 521263 h 531334"/>
              <a:gd name="csX68" fmla="*/ 11713 w 1722333"/>
              <a:gd name="csY68" fmla="*/ 521263 h 531334"/>
              <a:gd name="csX69" fmla="*/ 11885 w 1722333"/>
              <a:gd name="csY69" fmla="*/ 521255 h 531334"/>
              <a:gd name="csX70" fmla="*/ 12057 w 1722333"/>
              <a:gd name="csY70" fmla="*/ 521255 h 531334"/>
              <a:gd name="csX71" fmla="*/ 12229 w 1722333"/>
              <a:gd name="csY71" fmla="*/ 521255 h 531334"/>
              <a:gd name="csX72" fmla="*/ 12402 w 1722333"/>
              <a:gd name="csY72" fmla="*/ 521246 h 531334"/>
              <a:gd name="csX73" fmla="*/ 12574 w 1722333"/>
              <a:gd name="csY73" fmla="*/ 521246 h 531334"/>
              <a:gd name="csX74" fmla="*/ 12746 w 1722333"/>
              <a:gd name="csY74" fmla="*/ 521246 h 531334"/>
              <a:gd name="csX75" fmla="*/ 12919 w 1722333"/>
              <a:gd name="csY75" fmla="*/ 521237 h 531334"/>
              <a:gd name="csX76" fmla="*/ 13090 w 1722333"/>
              <a:gd name="csY76" fmla="*/ 521237 h 531334"/>
              <a:gd name="csX77" fmla="*/ 13263 w 1722333"/>
              <a:gd name="csY77" fmla="*/ 521237 h 531334"/>
              <a:gd name="csX78" fmla="*/ 13435 w 1722333"/>
              <a:gd name="csY78" fmla="*/ 521228 h 531334"/>
              <a:gd name="csX79" fmla="*/ 13607 w 1722333"/>
              <a:gd name="csY79" fmla="*/ 521228 h 531334"/>
              <a:gd name="csX80" fmla="*/ 13780 w 1722333"/>
              <a:gd name="csY80" fmla="*/ 521228 h 531334"/>
              <a:gd name="csX81" fmla="*/ 13952 w 1722333"/>
              <a:gd name="csY81" fmla="*/ 521219 h 531334"/>
              <a:gd name="csX82" fmla="*/ 14124 w 1722333"/>
              <a:gd name="csY82" fmla="*/ 521219 h 531334"/>
              <a:gd name="csX83" fmla="*/ 14297 w 1722333"/>
              <a:gd name="csY83" fmla="*/ 521219 h 531334"/>
              <a:gd name="csX84" fmla="*/ 14468 w 1722333"/>
              <a:gd name="csY84" fmla="*/ 521210 h 531334"/>
              <a:gd name="csX85" fmla="*/ 14641 w 1722333"/>
              <a:gd name="csY85" fmla="*/ 521210 h 531334"/>
              <a:gd name="csX86" fmla="*/ 14813 w 1722333"/>
              <a:gd name="csY86" fmla="*/ 521210 h 531334"/>
              <a:gd name="csX87" fmla="*/ 14985 w 1722333"/>
              <a:gd name="csY87" fmla="*/ 521201 h 531334"/>
              <a:gd name="csX88" fmla="*/ 15158 w 1722333"/>
              <a:gd name="csY88" fmla="*/ 521201 h 531334"/>
              <a:gd name="csX89" fmla="*/ 15329 w 1722333"/>
              <a:gd name="csY89" fmla="*/ 521201 h 531334"/>
              <a:gd name="csX90" fmla="*/ 15502 w 1722333"/>
              <a:gd name="csY90" fmla="*/ 521192 h 531334"/>
              <a:gd name="csX91" fmla="*/ 15675 w 1722333"/>
              <a:gd name="csY91" fmla="*/ 521192 h 531334"/>
              <a:gd name="csX92" fmla="*/ 15846 w 1722333"/>
              <a:gd name="csY92" fmla="*/ 521192 h 531334"/>
              <a:gd name="csX93" fmla="*/ 16019 w 1722333"/>
              <a:gd name="csY93" fmla="*/ 521183 h 531334"/>
              <a:gd name="csX94" fmla="*/ 16192 w 1722333"/>
              <a:gd name="csY94" fmla="*/ 521183 h 531334"/>
              <a:gd name="csX95" fmla="*/ 16363 w 1722333"/>
              <a:gd name="csY95" fmla="*/ 521183 h 531334"/>
              <a:gd name="csX96" fmla="*/ 16536 w 1722333"/>
              <a:gd name="csY96" fmla="*/ 521175 h 531334"/>
              <a:gd name="csX97" fmla="*/ 16708 w 1722333"/>
              <a:gd name="csY97" fmla="*/ 521175 h 531334"/>
              <a:gd name="csX98" fmla="*/ 16880 w 1722333"/>
              <a:gd name="csY98" fmla="*/ 521175 h 531334"/>
              <a:gd name="csX99" fmla="*/ 17053 w 1722333"/>
              <a:gd name="csY99" fmla="*/ 521166 h 531334"/>
              <a:gd name="csX100" fmla="*/ 17224 w 1722333"/>
              <a:gd name="csY100" fmla="*/ 521166 h 531334"/>
              <a:gd name="csX101" fmla="*/ 17397 w 1722333"/>
              <a:gd name="csY101" fmla="*/ 521166 h 531334"/>
              <a:gd name="csX102" fmla="*/ 17569 w 1722333"/>
              <a:gd name="csY102" fmla="*/ 521157 h 531334"/>
              <a:gd name="csX103" fmla="*/ 17741 w 1722333"/>
              <a:gd name="csY103" fmla="*/ 521157 h 531334"/>
              <a:gd name="csX104" fmla="*/ 17914 w 1722333"/>
              <a:gd name="csY104" fmla="*/ 521157 h 531334"/>
              <a:gd name="csX105" fmla="*/ 18086 w 1722333"/>
              <a:gd name="csY105" fmla="*/ 521148 h 531334"/>
              <a:gd name="csX106" fmla="*/ 18258 w 1722333"/>
              <a:gd name="csY106" fmla="*/ 521148 h 531334"/>
              <a:gd name="csX107" fmla="*/ 18431 w 1722333"/>
              <a:gd name="csY107" fmla="*/ 521148 h 531334"/>
              <a:gd name="csX108" fmla="*/ 18602 w 1722333"/>
              <a:gd name="csY108" fmla="*/ 521139 h 531334"/>
              <a:gd name="csX109" fmla="*/ 18775 w 1722333"/>
              <a:gd name="csY109" fmla="*/ 521139 h 531334"/>
              <a:gd name="csX110" fmla="*/ 18947 w 1722333"/>
              <a:gd name="csY110" fmla="*/ 521139 h 531334"/>
              <a:gd name="csX111" fmla="*/ 19119 w 1722333"/>
              <a:gd name="csY111" fmla="*/ 521130 h 531334"/>
              <a:gd name="csX112" fmla="*/ 19292 w 1722333"/>
              <a:gd name="csY112" fmla="*/ 521130 h 531334"/>
              <a:gd name="csX113" fmla="*/ 19464 w 1722333"/>
              <a:gd name="csY113" fmla="*/ 521130 h 531334"/>
              <a:gd name="csX114" fmla="*/ 19636 w 1722333"/>
              <a:gd name="csY114" fmla="*/ 521121 h 531334"/>
              <a:gd name="csX115" fmla="*/ 19808 w 1722333"/>
              <a:gd name="csY115" fmla="*/ 521121 h 531334"/>
              <a:gd name="csX116" fmla="*/ 19981 w 1722333"/>
              <a:gd name="csY116" fmla="*/ 521121 h 531334"/>
              <a:gd name="csX117" fmla="*/ 20153 w 1722333"/>
              <a:gd name="csY117" fmla="*/ 521112 h 531334"/>
              <a:gd name="csX118" fmla="*/ 20325 w 1722333"/>
              <a:gd name="csY118" fmla="*/ 521112 h 531334"/>
              <a:gd name="csX119" fmla="*/ 20497 w 1722333"/>
              <a:gd name="csY119" fmla="*/ 521112 h 531334"/>
              <a:gd name="csX120" fmla="*/ 20670 w 1722333"/>
              <a:gd name="csY120" fmla="*/ 521103 h 531334"/>
              <a:gd name="csX121" fmla="*/ 20842 w 1722333"/>
              <a:gd name="csY121" fmla="*/ 521103 h 531334"/>
              <a:gd name="csX122" fmla="*/ 21014 w 1722333"/>
              <a:gd name="csY122" fmla="*/ 521103 h 531334"/>
              <a:gd name="csX123" fmla="*/ 21186 w 1722333"/>
              <a:gd name="csY123" fmla="*/ 521094 h 531334"/>
              <a:gd name="csX124" fmla="*/ 21359 w 1722333"/>
              <a:gd name="csY124" fmla="*/ 521094 h 531334"/>
              <a:gd name="csX125" fmla="*/ 21531 w 1722333"/>
              <a:gd name="csY125" fmla="*/ 521094 h 531334"/>
              <a:gd name="csX126" fmla="*/ 21703 w 1722333"/>
              <a:gd name="csY126" fmla="*/ 521086 h 531334"/>
              <a:gd name="csX127" fmla="*/ 21875 w 1722333"/>
              <a:gd name="csY127" fmla="*/ 521086 h 531334"/>
              <a:gd name="csX128" fmla="*/ 22048 w 1722333"/>
              <a:gd name="csY128" fmla="*/ 521086 h 531334"/>
              <a:gd name="csX129" fmla="*/ 22220 w 1722333"/>
              <a:gd name="csY129" fmla="*/ 521077 h 531334"/>
              <a:gd name="csX130" fmla="*/ 22392 w 1722333"/>
              <a:gd name="csY130" fmla="*/ 521077 h 531334"/>
              <a:gd name="csX131" fmla="*/ 22564 w 1722333"/>
              <a:gd name="csY131" fmla="*/ 521077 h 531334"/>
              <a:gd name="csX132" fmla="*/ 22737 w 1722333"/>
              <a:gd name="csY132" fmla="*/ 521068 h 531334"/>
              <a:gd name="csX133" fmla="*/ 22909 w 1722333"/>
              <a:gd name="csY133" fmla="*/ 521068 h 531334"/>
              <a:gd name="csX134" fmla="*/ 23081 w 1722333"/>
              <a:gd name="csY134" fmla="*/ 521068 h 531334"/>
              <a:gd name="csX135" fmla="*/ 23254 w 1722333"/>
              <a:gd name="csY135" fmla="*/ 521059 h 531334"/>
              <a:gd name="csX136" fmla="*/ 23425 w 1722333"/>
              <a:gd name="csY136" fmla="*/ 521059 h 531334"/>
              <a:gd name="csX137" fmla="*/ 23598 w 1722333"/>
              <a:gd name="csY137" fmla="*/ 521059 h 531334"/>
              <a:gd name="csX138" fmla="*/ 23770 w 1722333"/>
              <a:gd name="csY138" fmla="*/ 521050 h 531334"/>
              <a:gd name="csX139" fmla="*/ 23942 w 1722333"/>
              <a:gd name="csY139" fmla="*/ 521050 h 531334"/>
              <a:gd name="csX140" fmla="*/ 24115 w 1722333"/>
              <a:gd name="csY140" fmla="*/ 521050 h 531334"/>
              <a:gd name="csX141" fmla="*/ 24287 w 1722333"/>
              <a:gd name="csY141" fmla="*/ 521041 h 531334"/>
              <a:gd name="csX142" fmla="*/ 24459 w 1722333"/>
              <a:gd name="csY142" fmla="*/ 521041 h 531334"/>
              <a:gd name="csX143" fmla="*/ 24632 w 1722333"/>
              <a:gd name="csY143" fmla="*/ 521041 h 531334"/>
              <a:gd name="csX144" fmla="*/ 24803 w 1722333"/>
              <a:gd name="csY144" fmla="*/ 521032 h 531334"/>
              <a:gd name="csX145" fmla="*/ 24976 w 1722333"/>
              <a:gd name="csY145" fmla="*/ 521032 h 531334"/>
              <a:gd name="csX146" fmla="*/ 25148 w 1722333"/>
              <a:gd name="csY146" fmla="*/ 521032 h 531334"/>
              <a:gd name="csX147" fmla="*/ 25320 w 1722333"/>
              <a:gd name="csY147" fmla="*/ 521023 h 531334"/>
              <a:gd name="csX148" fmla="*/ 25493 w 1722333"/>
              <a:gd name="csY148" fmla="*/ 521023 h 531334"/>
              <a:gd name="csX149" fmla="*/ 25664 w 1722333"/>
              <a:gd name="csY149" fmla="*/ 521023 h 531334"/>
              <a:gd name="csX150" fmla="*/ 25837 w 1722333"/>
              <a:gd name="csY150" fmla="*/ 521014 h 531334"/>
              <a:gd name="csX151" fmla="*/ 26010 w 1722333"/>
              <a:gd name="csY151" fmla="*/ 521014 h 531334"/>
              <a:gd name="csX152" fmla="*/ 26181 w 1722333"/>
              <a:gd name="csY152" fmla="*/ 521014 h 531334"/>
              <a:gd name="csX153" fmla="*/ 26354 w 1722333"/>
              <a:gd name="csY153" fmla="*/ 521005 h 531334"/>
              <a:gd name="csX154" fmla="*/ 26527 w 1722333"/>
              <a:gd name="csY154" fmla="*/ 521005 h 531334"/>
              <a:gd name="csX155" fmla="*/ 26698 w 1722333"/>
              <a:gd name="csY155" fmla="*/ 521005 h 531334"/>
              <a:gd name="csX156" fmla="*/ 26871 w 1722333"/>
              <a:gd name="csY156" fmla="*/ 520997 h 531334"/>
              <a:gd name="csX157" fmla="*/ 27043 w 1722333"/>
              <a:gd name="csY157" fmla="*/ 520997 h 531334"/>
              <a:gd name="csX158" fmla="*/ 27215 w 1722333"/>
              <a:gd name="csY158" fmla="*/ 520997 h 531334"/>
              <a:gd name="csX159" fmla="*/ 27388 w 1722333"/>
              <a:gd name="csY159" fmla="*/ 520988 h 531334"/>
              <a:gd name="csX160" fmla="*/ 27559 w 1722333"/>
              <a:gd name="csY160" fmla="*/ 520988 h 531334"/>
              <a:gd name="csX161" fmla="*/ 27732 w 1722333"/>
              <a:gd name="csY161" fmla="*/ 520979 h 531334"/>
              <a:gd name="csX162" fmla="*/ 27904 w 1722333"/>
              <a:gd name="csY162" fmla="*/ 520979 h 531334"/>
              <a:gd name="csX163" fmla="*/ 28076 w 1722333"/>
              <a:gd name="csY163" fmla="*/ 520979 h 531334"/>
              <a:gd name="csX164" fmla="*/ 28249 w 1722333"/>
              <a:gd name="csY164" fmla="*/ 520970 h 531334"/>
              <a:gd name="csX165" fmla="*/ 28421 w 1722333"/>
              <a:gd name="csY165" fmla="*/ 520970 h 531334"/>
              <a:gd name="csX166" fmla="*/ 28593 w 1722333"/>
              <a:gd name="csY166" fmla="*/ 520970 h 531334"/>
              <a:gd name="csX167" fmla="*/ 28766 w 1722333"/>
              <a:gd name="csY167" fmla="*/ 520961 h 531334"/>
              <a:gd name="csX168" fmla="*/ 28937 w 1722333"/>
              <a:gd name="csY168" fmla="*/ 520961 h 531334"/>
              <a:gd name="csX169" fmla="*/ 29110 w 1722333"/>
              <a:gd name="csY169" fmla="*/ 520961 h 531334"/>
              <a:gd name="csX170" fmla="*/ 29282 w 1722333"/>
              <a:gd name="csY170" fmla="*/ 520952 h 531334"/>
              <a:gd name="csX171" fmla="*/ 29454 w 1722333"/>
              <a:gd name="csY171" fmla="*/ 520952 h 531334"/>
              <a:gd name="csX172" fmla="*/ 29627 w 1722333"/>
              <a:gd name="csY172" fmla="*/ 520952 h 531334"/>
              <a:gd name="csX173" fmla="*/ 29799 w 1722333"/>
              <a:gd name="csY173" fmla="*/ 520943 h 531334"/>
              <a:gd name="csX174" fmla="*/ 29971 w 1722333"/>
              <a:gd name="csY174" fmla="*/ 520943 h 531334"/>
              <a:gd name="csX175" fmla="*/ 30144 w 1722333"/>
              <a:gd name="csY175" fmla="*/ 520943 h 531334"/>
              <a:gd name="csX176" fmla="*/ 30316 w 1722333"/>
              <a:gd name="csY176" fmla="*/ 520934 h 531334"/>
              <a:gd name="csX177" fmla="*/ 30488 w 1722333"/>
              <a:gd name="csY177" fmla="*/ 520934 h 531334"/>
              <a:gd name="csX178" fmla="*/ 30660 w 1722333"/>
              <a:gd name="csY178" fmla="*/ 520934 h 531334"/>
              <a:gd name="csX179" fmla="*/ 30832 w 1722333"/>
              <a:gd name="csY179" fmla="*/ 520925 h 531334"/>
              <a:gd name="csX180" fmla="*/ 31005 w 1722333"/>
              <a:gd name="csY180" fmla="*/ 520925 h 531334"/>
              <a:gd name="csX181" fmla="*/ 31177 w 1722333"/>
              <a:gd name="csY181" fmla="*/ 520925 h 531334"/>
              <a:gd name="csX182" fmla="*/ 31349 w 1722333"/>
              <a:gd name="csY182" fmla="*/ 520916 h 531334"/>
              <a:gd name="csX183" fmla="*/ 31521 w 1722333"/>
              <a:gd name="csY183" fmla="*/ 520916 h 531334"/>
              <a:gd name="csX184" fmla="*/ 31694 w 1722333"/>
              <a:gd name="csY184" fmla="*/ 520916 h 531334"/>
              <a:gd name="csX185" fmla="*/ 31866 w 1722333"/>
              <a:gd name="csY185" fmla="*/ 520908 h 531334"/>
              <a:gd name="csX186" fmla="*/ 32038 w 1722333"/>
              <a:gd name="csY186" fmla="*/ 520908 h 531334"/>
              <a:gd name="csX187" fmla="*/ 32210 w 1722333"/>
              <a:gd name="csY187" fmla="*/ 520899 h 531334"/>
              <a:gd name="csX188" fmla="*/ 32383 w 1722333"/>
              <a:gd name="csY188" fmla="*/ 520899 h 531334"/>
              <a:gd name="csX189" fmla="*/ 32555 w 1722333"/>
              <a:gd name="csY189" fmla="*/ 520899 h 531334"/>
              <a:gd name="csX190" fmla="*/ 32727 w 1722333"/>
              <a:gd name="csY190" fmla="*/ 520890 h 531334"/>
              <a:gd name="csX191" fmla="*/ 32899 w 1722333"/>
              <a:gd name="csY191" fmla="*/ 520890 h 531334"/>
              <a:gd name="csX192" fmla="*/ 33072 w 1722333"/>
              <a:gd name="csY192" fmla="*/ 520890 h 531334"/>
              <a:gd name="csX193" fmla="*/ 33244 w 1722333"/>
              <a:gd name="csY193" fmla="*/ 520881 h 531334"/>
              <a:gd name="csX194" fmla="*/ 33416 w 1722333"/>
              <a:gd name="csY194" fmla="*/ 520881 h 531334"/>
              <a:gd name="csX195" fmla="*/ 33589 w 1722333"/>
              <a:gd name="csY195" fmla="*/ 520881 h 531334"/>
              <a:gd name="csX196" fmla="*/ 33760 w 1722333"/>
              <a:gd name="csY196" fmla="*/ 520872 h 531334"/>
              <a:gd name="csX197" fmla="*/ 33933 w 1722333"/>
              <a:gd name="csY197" fmla="*/ 520872 h 531334"/>
              <a:gd name="csX198" fmla="*/ 34105 w 1722333"/>
              <a:gd name="csY198" fmla="*/ 520872 h 531334"/>
              <a:gd name="csX199" fmla="*/ 34277 w 1722333"/>
              <a:gd name="csY199" fmla="*/ 520863 h 531334"/>
              <a:gd name="csX200" fmla="*/ 34450 w 1722333"/>
              <a:gd name="csY200" fmla="*/ 520863 h 531334"/>
              <a:gd name="csX201" fmla="*/ 34622 w 1722333"/>
              <a:gd name="csY201" fmla="*/ 520863 h 531334"/>
              <a:gd name="csX202" fmla="*/ 34794 w 1722333"/>
              <a:gd name="csY202" fmla="*/ 520854 h 531334"/>
              <a:gd name="csX203" fmla="*/ 34967 w 1722333"/>
              <a:gd name="csY203" fmla="*/ 520854 h 531334"/>
              <a:gd name="csX204" fmla="*/ 35138 w 1722333"/>
              <a:gd name="csY204" fmla="*/ 520854 h 531334"/>
              <a:gd name="csX205" fmla="*/ 35311 w 1722333"/>
              <a:gd name="csY205" fmla="*/ 520845 h 531334"/>
              <a:gd name="csX206" fmla="*/ 35484 w 1722333"/>
              <a:gd name="csY206" fmla="*/ 520845 h 531334"/>
              <a:gd name="csX207" fmla="*/ 35655 w 1722333"/>
              <a:gd name="csY207" fmla="*/ 520845 h 531334"/>
              <a:gd name="csX208" fmla="*/ 35828 w 1722333"/>
              <a:gd name="csY208" fmla="*/ 520836 h 531334"/>
              <a:gd name="csX209" fmla="*/ 35999 w 1722333"/>
              <a:gd name="csY209" fmla="*/ 520836 h 531334"/>
              <a:gd name="csX210" fmla="*/ 36172 w 1722333"/>
              <a:gd name="csY210" fmla="*/ 520828 h 531334"/>
              <a:gd name="csX211" fmla="*/ 36345 w 1722333"/>
              <a:gd name="csY211" fmla="*/ 520828 h 531334"/>
              <a:gd name="csX212" fmla="*/ 36516 w 1722333"/>
              <a:gd name="csY212" fmla="*/ 520828 h 531334"/>
              <a:gd name="csX213" fmla="*/ 36689 w 1722333"/>
              <a:gd name="csY213" fmla="*/ 520819 h 531334"/>
              <a:gd name="csX214" fmla="*/ 36862 w 1722333"/>
              <a:gd name="csY214" fmla="*/ 520819 h 531334"/>
              <a:gd name="csX215" fmla="*/ 37033 w 1722333"/>
              <a:gd name="csY215" fmla="*/ 520819 h 531334"/>
              <a:gd name="csX216" fmla="*/ 37206 w 1722333"/>
              <a:gd name="csY216" fmla="*/ 520810 h 531334"/>
              <a:gd name="csX217" fmla="*/ 37378 w 1722333"/>
              <a:gd name="csY217" fmla="*/ 520810 h 531334"/>
              <a:gd name="csX218" fmla="*/ 37550 w 1722333"/>
              <a:gd name="csY218" fmla="*/ 520810 h 531334"/>
              <a:gd name="csX219" fmla="*/ 37723 w 1722333"/>
              <a:gd name="csY219" fmla="*/ 520801 h 531334"/>
              <a:gd name="csX220" fmla="*/ 37894 w 1722333"/>
              <a:gd name="csY220" fmla="*/ 520801 h 531334"/>
              <a:gd name="csX221" fmla="*/ 38067 w 1722333"/>
              <a:gd name="csY221" fmla="*/ 520801 h 531334"/>
              <a:gd name="csX222" fmla="*/ 38240 w 1722333"/>
              <a:gd name="csY222" fmla="*/ 520792 h 531334"/>
              <a:gd name="csX223" fmla="*/ 38411 w 1722333"/>
              <a:gd name="csY223" fmla="*/ 520792 h 531334"/>
              <a:gd name="csX224" fmla="*/ 38584 w 1722333"/>
              <a:gd name="csY224" fmla="*/ 520792 h 531334"/>
              <a:gd name="csX225" fmla="*/ 38756 w 1722333"/>
              <a:gd name="csY225" fmla="*/ 520783 h 531334"/>
              <a:gd name="csX226" fmla="*/ 38928 w 1722333"/>
              <a:gd name="csY226" fmla="*/ 520783 h 531334"/>
              <a:gd name="csX227" fmla="*/ 39101 w 1722333"/>
              <a:gd name="csY227" fmla="*/ 520774 h 531334"/>
              <a:gd name="csX228" fmla="*/ 39273 w 1722333"/>
              <a:gd name="csY228" fmla="*/ 520774 h 531334"/>
              <a:gd name="csX229" fmla="*/ 39445 w 1722333"/>
              <a:gd name="csY229" fmla="*/ 520774 h 531334"/>
              <a:gd name="csX230" fmla="*/ 39617 w 1722333"/>
              <a:gd name="csY230" fmla="*/ 520765 h 531334"/>
              <a:gd name="csX231" fmla="*/ 39789 w 1722333"/>
              <a:gd name="csY231" fmla="*/ 520765 h 531334"/>
              <a:gd name="csX232" fmla="*/ 39962 w 1722333"/>
              <a:gd name="csY232" fmla="*/ 520765 h 531334"/>
              <a:gd name="csX233" fmla="*/ 40134 w 1722333"/>
              <a:gd name="csY233" fmla="*/ 520756 h 531334"/>
              <a:gd name="csX234" fmla="*/ 40306 w 1722333"/>
              <a:gd name="csY234" fmla="*/ 520756 h 531334"/>
              <a:gd name="csX235" fmla="*/ 40479 w 1722333"/>
              <a:gd name="csY235" fmla="*/ 520756 h 531334"/>
              <a:gd name="csX236" fmla="*/ 40651 w 1722333"/>
              <a:gd name="csY236" fmla="*/ 520748 h 531334"/>
              <a:gd name="csX237" fmla="*/ 40823 w 1722333"/>
              <a:gd name="csY237" fmla="*/ 520748 h 531334"/>
              <a:gd name="csX238" fmla="*/ 40995 w 1722333"/>
              <a:gd name="csY238" fmla="*/ 520748 h 531334"/>
              <a:gd name="csX239" fmla="*/ 41167 w 1722333"/>
              <a:gd name="csY239" fmla="*/ 520739 h 531334"/>
              <a:gd name="csX240" fmla="*/ 41340 w 1722333"/>
              <a:gd name="csY240" fmla="*/ 520739 h 531334"/>
              <a:gd name="csX241" fmla="*/ 41512 w 1722333"/>
              <a:gd name="csY241" fmla="*/ 520739 h 531334"/>
              <a:gd name="csX242" fmla="*/ 41684 w 1722333"/>
              <a:gd name="csY242" fmla="*/ 520730 h 531334"/>
              <a:gd name="csX243" fmla="*/ 41856 w 1722333"/>
              <a:gd name="csY243" fmla="*/ 520730 h 531334"/>
              <a:gd name="csX244" fmla="*/ 42029 w 1722333"/>
              <a:gd name="csY244" fmla="*/ 520721 h 531334"/>
              <a:gd name="csX245" fmla="*/ 42201 w 1722333"/>
              <a:gd name="csY245" fmla="*/ 520721 h 531334"/>
              <a:gd name="csX246" fmla="*/ 42373 w 1722333"/>
              <a:gd name="csY246" fmla="*/ 520721 h 531334"/>
              <a:gd name="csX247" fmla="*/ 42545 w 1722333"/>
              <a:gd name="csY247" fmla="*/ 520712 h 531334"/>
              <a:gd name="csX248" fmla="*/ 42718 w 1722333"/>
              <a:gd name="csY248" fmla="*/ 520712 h 531334"/>
              <a:gd name="csX249" fmla="*/ 42890 w 1722333"/>
              <a:gd name="csY249" fmla="*/ 520712 h 531334"/>
              <a:gd name="csX250" fmla="*/ 43062 w 1722333"/>
              <a:gd name="csY250" fmla="*/ 520703 h 531334"/>
              <a:gd name="csX251" fmla="*/ 43234 w 1722333"/>
              <a:gd name="csY251" fmla="*/ 520703 h 531334"/>
              <a:gd name="csX252" fmla="*/ 43407 w 1722333"/>
              <a:gd name="csY252" fmla="*/ 520703 h 531334"/>
              <a:gd name="csX253" fmla="*/ 43579 w 1722333"/>
              <a:gd name="csY253" fmla="*/ 520694 h 531334"/>
              <a:gd name="csX254" fmla="*/ 43751 w 1722333"/>
              <a:gd name="csY254" fmla="*/ 520694 h 531334"/>
              <a:gd name="csX255" fmla="*/ 43924 w 1722333"/>
              <a:gd name="csY255" fmla="*/ 520694 h 531334"/>
              <a:gd name="csX256" fmla="*/ 44095 w 1722333"/>
              <a:gd name="csY256" fmla="*/ 520685 h 531334"/>
              <a:gd name="csX257" fmla="*/ 44268 w 1722333"/>
              <a:gd name="csY257" fmla="*/ 520685 h 531334"/>
              <a:gd name="csX258" fmla="*/ 44440 w 1722333"/>
              <a:gd name="csY258" fmla="*/ 520676 h 531334"/>
              <a:gd name="csX259" fmla="*/ 44612 w 1722333"/>
              <a:gd name="csY259" fmla="*/ 520676 h 531334"/>
              <a:gd name="csX260" fmla="*/ 44785 w 1722333"/>
              <a:gd name="csY260" fmla="*/ 520676 h 531334"/>
              <a:gd name="csX261" fmla="*/ 44957 w 1722333"/>
              <a:gd name="csY261" fmla="*/ 520667 h 531334"/>
              <a:gd name="csX262" fmla="*/ 45129 w 1722333"/>
              <a:gd name="csY262" fmla="*/ 520667 h 531334"/>
              <a:gd name="csX263" fmla="*/ 45302 w 1722333"/>
              <a:gd name="csY263" fmla="*/ 520667 h 531334"/>
              <a:gd name="csX264" fmla="*/ 45473 w 1722333"/>
              <a:gd name="csY264" fmla="*/ 520659 h 531334"/>
              <a:gd name="csX265" fmla="*/ 45646 w 1722333"/>
              <a:gd name="csY265" fmla="*/ 520659 h 531334"/>
              <a:gd name="csX266" fmla="*/ 45819 w 1722333"/>
              <a:gd name="csY266" fmla="*/ 520659 h 531334"/>
              <a:gd name="csX267" fmla="*/ 45990 w 1722333"/>
              <a:gd name="csY267" fmla="*/ 520650 h 531334"/>
              <a:gd name="csX268" fmla="*/ 46163 w 1722333"/>
              <a:gd name="csY268" fmla="*/ 520650 h 531334"/>
              <a:gd name="csX269" fmla="*/ 46334 w 1722333"/>
              <a:gd name="csY269" fmla="*/ 520650 h 531334"/>
              <a:gd name="csX270" fmla="*/ 46507 w 1722333"/>
              <a:gd name="csY270" fmla="*/ 520641 h 531334"/>
              <a:gd name="csX271" fmla="*/ 46680 w 1722333"/>
              <a:gd name="csY271" fmla="*/ 520641 h 531334"/>
              <a:gd name="csX272" fmla="*/ 46851 w 1722333"/>
              <a:gd name="csY272" fmla="*/ 520632 h 531334"/>
              <a:gd name="csX273" fmla="*/ 47024 w 1722333"/>
              <a:gd name="csY273" fmla="*/ 520632 h 531334"/>
              <a:gd name="csX274" fmla="*/ 47197 w 1722333"/>
              <a:gd name="csY274" fmla="*/ 520632 h 531334"/>
              <a:gd name="csX275" fmla="*/ 47368 w 1722333"/>
              <a:gd name="csY275" fmla="*/ 520623 h 531334"/>
              <a:gd name="csX276" fmla="*/ 47541 w 1722333"/>
              <a:gd name="csY276" fmla="*/ 520623 h 531334"/>
              <a:gd name="csX277" fmla="*/ 47713 w 1722333"/>
              <a:gd name="csY277" fmla="*/ 520623 h 531334"/>
              <a:gd name="csX278" fmla="*/ 47885 w 1722333"/>
              <a:gd name="csY278" fmla="*/ 520614 h 531334"/>
              <a:gd name="csX279" fmla="*/ 48058 w 1722333"/>
              <a:gd name="csY279" fmla="*/ 520614 h 531334"/>
              <a:gd name="csX280" fmla="*/ 48229 w 1722333"/>
              <a:gd name="csY280" fmla="*/ 520614 h 531334"/>
              <a:gd name="csX281" fmla="*/ 48402 w 1722333"/>
              <a:gd name="csY281" fmla="*/ 520605 h 531334"/>
              <a:gd name="csX282" fmla="*/ 48575 w 1722333"/>
              <a:gd name="csY282" fmla="*/ 520605 h 531334"/>
              <a:gd name="csX283" fmla="*/ 48746 w 1722333"/>
              <a:gd name="csY283" fmla="*/ 520596 h 531334"/>
              <a:gd name="csX284" fmla="*/ 48919 w 1722333"/>
              <a:gd name="csY284" fmla="*/ 520596 h 531334"/>
              <a:gd name="csX285" fmla="*/ 49091 w 1722333"/>
              <a:gd name="csY285" fmla="*/ 520596 h 531334"/>
              <a:gd name="csX286" fmla="*/ 49263 w 1722333"/>
              <a:gd name="csY286" fmla="*/ 520587 h 531334"/>
              <a:gd name="csX287" fmla="*/ 49436 w 1722333"/>
              <a:gd name="csY287" fmla="*/ 520587 h 531334"/>
              <a:gd name="csX288" fmla="*/ 49608 w 1722333"/>
              <a:gd name="csY288" fmla="*/ 520587 h 531334"/>
              <a:gd name="csX289" fmla="*/ 49780 w 1722333"/>
              <a:gd name="csY289" fmla="*/ 520578 h 531334"/>
              <a:gd name="csX290" fmla="*/ 49952 w 1722333"/>
              <a:gd name="csY290" fmla="*/ 520578 h 531334"/>
              <a:gd name="csX291" fmla="*/ 50124 w 1722333"/>
              <a:gd name="csY291" fmla="*/ 520578 h 531334"/>
              <a:gd name="csX292" fmla="*/ 50297 w 1722333"/>
              <a:gd name="csY292" fmla="*/ 520570 h 531334"/>
              <a:gd name="csX293" fmla="*/ 50469 w 1722333"/>
              <a:gd name="csY293" fmla="*/ 520570 h 531334"/>
              <a:gd name="csX294" fmla="*/ 50641 w 1722333"/>
              <a:gd name="csY294" fmla="*/ 520561 h 531334"/>
              <a:gd name="csX295" fmla="*/ 50814 w 1722333"/>
              <a:gd name="csY295" fmla="*/ 520561 h 531334"/>
              <a:gd name="csX296" fmla="*/ 50986 w 1722333"/>
              <a:gd name="csY296" fmla="*/ 520561 h 531334"/>
              <a:gd name="csX297" fmla="*/ 51158 w 1722333"/>
              <a:gd name="csY297" fmla="*/ 520552 h 531334"/>
              <a:gd name="csX298" fmla="*/ 51330 w 1722333"/>
              <a:gd name="csY298" fmla="*/ 520552 h 531334"/>
              <a:gd name="csX299" fmla="*/ 51502 w 1722333"/>
              <a:gd name="csY299" fmla="*/ 520552 h 531334"/>
              <a:gd name="csX300" fmla="*/ 51675 w 1722333"/>
              <a:gd name="csY300" fmla="*/ 520543 h 531334"/>
              <a:gd name="csX301" fmla="*/ 51847 w 1722333"/>
              <a:gd name="csY301" fmla="*/ 520543 h 531334"/>
              <a:gd name="csX302" fmla="*/ 52019 w 1722333"/>
              <a:gd name="csY302" fmla="*/ 520543 h 531334"/>
              <a:gd name="csX303" fmla="*/ 52191 w 1722333"/>
              <a:gd name="csY303" fmla="*/ 520534 h 531334"/>
              <a:gd name="csX304" fmla="*/ 52364 w 1722333"/>
              <a:gd name="csY304" fmla="*/ 520534 h 531334"/>
              <a:gd name="csX305" fmla="*/ 52536 w 1722333"/>
              <a:gd name="csY305" fmla="*/ 520525 h 531334"/>
              <a:gd name="csX306" fmla="*/ 52708 w 1722333"/>
              <a:gd name="csY306" fmla="*/ 520525 h 531334"/>
              <a:gd name="csX307" fmla="*/ 52881 w 1722333"/>
              <a:gd name="csY307" fmla="*/ 520525 h 531334"/>
              <a:gd name="csX308" fmla="*/ 53053 w 1722333"/>
              <a:gd name="csY308" fmla="*/ 520516 h 531334"/>
              <a:gd name="csX309" fmla="*/ 53225 w 1722333"/>
              <a:gd name="csY309" fmla="*/ 520516 h 531334"/>
              <a:gd name="csX310" fmla="*/ 53397 w 1722333"/>
              <a:gd name="csY310" fmla="*/ 520516 h 531334"/>
              <a:gd name="csX311" fmla="*/ 53569 w 1722333"/>
              <a:gd name="csY311" fmla="*/ 520507 h 531334"/>
              <a:gd name="csX312" fmla="*/ 53742 w 1722333"/>
              <a:gd name="csY312" fmla="*/ 520507 h 531334"/>
              <a:gd name="csX313" fmla="*/ 53914 w 1722333"/>
              <a:gd name="csY313" fmla="*/ 520498 h 531334"/>
              <a:gd name="csX314" fmla="*/ 54086 w 1722333"/>
              <a:gd name="csY314" fmla="*/ 520498 h 531334"/>
              <a:gd name="csX315" fmla="*/ 54259 w 1722333"/>
              <a:gd name="csY315" fmla="*/ 520498 h 531334"/>
              <a:gd name="csX316" fmla="*/ 54430 w 1722333"/>
              <a:gd name="csY316" fmla="*/ 520489 h 531334"/>
              <a:gd name="csX317" fmla="*/ 54603 w 1722333"/>
              <a:gd name="csY317" fmla="*/ 520489 h 531334"/>
              <a:gd name="csX318" fmla="*/ 54775 w 1722333"/>
              <a:gd name="csY318" fmla="*/ 520489 h 531334"/>
              <a:gd name="csX319" fmla="*/ 54947 w 1722333"/>
              <a:gd name="csY319" fmla="*/ 520481 h 531334"/>
              <a:gd name="csX320" fmla="*/ 55120 w 1722333"/>
              <a:gd name="csY320" fmla="*/ 520481 h 531334"/>
              <a:gd name="csX321" fmla="*/ 55292 w 1722333"/>
              <a:gd name="csY321" fmla="*/ 520481 h 531334"/>
              <a:gd name="csX322" fmla="*/ 55464 w 1722333"/>
              <a:gd name="csY322" fmla="*/ 520472 h 531334"/>
              <a:gd name="csX323" fmla="*/ 55637 w 1722333"/>
              <a:gd name="csY323" fmla="*/ 520472 h 531334"/>
              <a:gd name="csX324" fmla="*/ 55808 w 1722333"/>
              <a:gd name="csY324" fmla="*/ 520463 h 531334"/>
              <a:gd name="csX325" fmla="*/ 55981 w 1722333"/>
              <a:gd name="csY325" fmla="*/ 520463 h 531334"/>
              <a:gd name="csX326" fmla="*/ 56154 w 1722333"/>
              <a:gd name="csY326" fmla="*/ 520463 h 531334"/>
              <a:gd name="csX327" fmla="*/ 56325 w 1722333"/>
              <a:gd name="csY327" fmla="*/ 520454 h 531334"/>
              <a:gd name="csX328" fmla="*/ 56498 w 1722333"/>
              <a:gd name="csY328" fmla="*/ 520454 h 531334"/>
              <a:gd name="csX329" fmla="*/ 56670 w 1722333"/>
              <a:gd name="csY329" fmla="*/ 520454 h 531334"/>
              <a:gd name="csX330" fmla="*/ 56842 w 1722333"/>
              <a:gd name="csY330" fmla="*/ 520445 h 531334"/>
              <a:gd name="csX331" fmla="*/ 57015 w 1722333"/>
              <a:gd name="csY331" fmla="*/ 520445 h 531334"/>
              <a:gd name="csX332" fmla="*/ 57186 w 1722333"/>
              <a:gd name="csY332" fmla="*/ 520436 h 531334"/>
              <a:gd name="csX333" fmla="*/ 57359 w 1722333"/>
              <a:gd name="csY333" fmla="*/ 520436 h 531334"/>
              <a:gd name="csX334" fmla="*/ 57532 w 1722333"/>
              <a:gd name="csY334" fmla="*/ 520436 h 531334"/>
              <a:gd name="csX335" fmla="*/ 57703 w 1722333"/>
              <a:gd name="csY335" fmla="*/ 520427 h 531334"/>
              <a:gd name="csX336" fmla="*/ 57876 w 1722333"/>
              <a:gd name="csY336" fmla="*/ 520427 h 531334"/>
              <a:gd name="csX337" fmla="*/ 58048 w 1722333"/>
              <a:gd name="csY337" fmla="*/ 520427 h 531334"/>
              <a:gd name="csX338" fmla="*/ 58220 w 1722333"/>
              <a:gd name="csY338" fmla="*/ 520418 h 531334"/>
              <a:gd name="csX339" fmla="*/ 58393 w 1722333"/>
              <a:gd name="csY339" fmla="*/ 520418 h 531334"/>
              <a:gd name="csX340" fmla="*/ 58564 w 1722333"/>
              <a:gd name="csY340" fmla="*/ 520418 h 531334"/>
              <a:gd name="csX341" fmla="*/ 58737 w 1722333"/>
              <a:gd name="csY341" fmla="*/ 520409 h 531334"/>
              <a:gd name="csX342" fmla="*/ 58910 w 1722333"/>
              <a:gd name="csY342" fmla="*/ 520409 h 531334"/>
              <a:gd name="csX343" fmla="*/ 59081 w 1722333"/>
              <a:gd name="csY343" fmla="*/ 520401 h 531334"/>
              <a:gd name="csX344" fmla="*/ 59254 w 1722333"/>
              <a:gd name="csY344" fmla="*/ 520401 h 531334"/>
              <a:gd name="csX345" fmla="*/ 59426 w 1722333"/>
              <a:gd name="csY345" fmla="*/ 520401 h 531334"/>
              <a:gd name="csX346" fmla="*/ 59598 w 1722333"/>
              <a:gd name="csY346" fmla="*/ 520392 h 531334"/>
              <a:gd name="csX347" fmla="*/ 59771 w 1722333"/>
              <a:gd name="csY347" fmla="*/ 520392 h 531334"/>
              <a:gd name="csX348" fmla="*/ 59942 w 1722333"/>
              <a:gd name="csY348" fmla="*/ 520392 h 531334"/>
              <a:gd name="csX349" fmla="*/ 60115 w 1722333"/>
              <a:gd name="csY349" fmla="*/ 520383 h 531334"/>
              <a:gd name="csX350" fmla="*/ 60287 w 1722333"/>
              <a:gd name="csY350" fmla="*/ 520383 h 531334"/>
              <a:gd name="csX351" fmla="*/ 60459 w 1722333"/>
              <a:gd name="csY351" fmla="*/ 520374 h 531334"/>
              <a:gd name="csX352" fmla="*/ 60632 w 1722333"/>
              <a:gd name="csY352" fmla="*/ 520374 h 531334"/>
              <a:gd name="csX353" fmla="*/ 60804 w 1722333"/>
              <a:gd name="csY353" fmla="*/ 520374 h 531334"/>
              <a:gd name="csX354" fmla="*/ 60976 w 1722333"/>
              <a:gd name="csY354" fmla="*/ 520365 h 531334"/>
              <a:gd name="csX355" fmla="*/ 61149 w 1722333"/>
              <a:gd name="csY355" fmla="*/ 520365 h 531334"/>
              <a:gd name="csX356" fmla="*/ 61321 w 1722333"/>
              <a:gd name="csY356" fmla="*/ 520365 h 531334"/>
              <a:gd name="csX357" fmla="*/ 61493 w 1722333"/>
              <a:gd name="csY357" fmla="*/ 520356 h 531334"/>
              <a:gd name="csX358" fmla="*/ 61665 w 1722333"/>
              <a:gd name="csY358" fmla="*/ 520356 h 531334"/>
              <a:gd name="csX359" fmla="*/ 61837 w 1722333"/>
              <a:gd name="csY359" fmla="*/ 520347 h 531334"/>
              <a:gd name="csX360" fmla="*/ 62010 w 1722333"/>
              <a:gd name="csY360" fmla="*/ 520347 h 531334"/>
              <a:gd name="csX361" fmla="*/ 62182 w 1722333"/>
              <a:gd name="csY361" fmla="*/ 520347 h 531334"/>
              <a:gd name="csX362" fmla="*/ 62354 w 1722333"/>
              <a:gd name="csY362" fmla="*/ 520338 h 531334"/>
              <a:gd name="csX363" fmla="*/ 62526 w 1722333"/>
              <a:gd name="csY363" fmla="*/ 520338 h 531334"/>
              <a:gd name="csX364" fmla="*/ 62699 w 1722333"/>
              <a:gd name="csY364" fmla="*/ 520338 h 531334"/>
              <a:gd name="csX365" fmla="*/ 62871 w 1722333"/>
              <a:gd name="csY365" fmla="*/ 520329 h 531334"/>
              <a:gd name="csX366" fmla="*/ 63043 w 1722333"/>
              <a:gd name="csY366" fmla="*/ 520329 h 531334"/>
              <a:gd name="csX367" fmla="*/ 63216 w 1722333"/>
              <a:gd name="csY367" fmla="*/ 520320 h 531334"/>
              <a:gd name="csX368" fmla="*/ 63388 w 1722333"/>
              <a:gd name="csY368" fmla="*/ 520320 h 531334"/>
              <a:gd name="csX369" fmla="*/ 63560 w 1722333"/>
              <a:gd name="csY369" fmla="*/ 520320 h 531334"/>
              <a:gd name="csX370" fmla="*/ 63732 w 1722333"/>
              <a:gd name="csY370" fmla="*/ 520312 h 531334"/>
              <a:gd name="csX371" fmla="*/ 63904 w 1722333"/>
              <a:gd name="csY371" fmla="*/ 520312 h 531334"/>
              <a:gd name="csX372" fmla="*/ 64077 w 1722333"/>
              <a:gd name="csY372" fmla="*/ 520312 h 531334"/>
              <a:gd name="csX373" fmla="*/ 64249 w 1722333"/>
              <a:gd name="csY373" fmla="*/ 520303 h 531334"/>
              <a:gd name="csX374" fmla="*/ 64421 w 1722333"/>
              <a:gd name="csY374" fmla="*/ 520303 h 531334"/>
              <a:gd name="csX375" fmla="*/ 64594 w 1722333"/>
              <a:gd name="csY375" fmla="*/ 520294 h 531334"/>
              <a:gd name="csX376" fmla="*/ 64766 w 1722333"/>
              <a:gd name="csY376" fmla="*/ 520294 h 531334"/>
              <a:gd name="csX377" fmla="*/ 64938 w 1722333"/>
              <a:gd name="csY377" fmla="*/ 520294 h 531334"/>
              <a:gd name="csX378" fmla="*/ 65110 w 1722333"/>
              <a:gd name="csY378" fmla="*/ 520285 h 531334"/>
              <a:gd name="csX379" fmla="*/ 65282 w 1722333"/>
              <a:gd name="csY379" fmla="*/ 520285 h 531334"/>
              <a:gd name="csX380" fmla="*/ 65455 w 1722333"/>
              <a:gd name="csY380" fmla="*/ 520285 h 531334"/>
              <a:gd name="csX381" fmla="*/ 65627 w 1722333"/>
              <a:gd name="csY381" fmla="*/ 520276 h 531334"/>
              <a:gd name="csX382" fmla="*/ 65799 w 1722333"/>
              <a:gd name="csY382" fmla="*/ 520276 h 531334"/>
              <a:gd name="csX383" fmla="*/ 65972 w 1722333"/>
              <a:gd name="csY383" fmla="*/ 520267 h 531334"/>
              <a:gd name="csX384" fmla="*/ 66143 w 1722333"/>
              <a:gd name="csY384" fmla="*/ 520267 h 531334"/>
              <a:gd name="csX385" fmla="*/ 66316 w 1722333"/>
              <a:gd name="csY385" fmla="*/ 520267 h 531334"/>
              <a:gd name="csX386" fmla="*/ 66489 w 1722333"/>
              <a:gd name="csY386" fmla="*/ 520258 h 531334"/>
              <a:gd name="csX387" fmla="*/ 66660 w 1722333"/>
              <a:gd name="csY387" fmla="*/ 520258 h 531334"/>
              <a:gd name="csX388" fmla="*/ 66833 w 1722333"/>
              <a:gd name="csY388" fmla="*/ 520249 h 531334"/>
              <a:gd name="csX389" fmla="*/ 67005 w 1722333"/>
              <a:gd name="csY389" fmla="*/ 520249 h 531334"/>
              <a:gd name="csX390" fmla="*/ 67177 w 1722333"/>
              <a:gd name="csY390" fmla="*/ 520249 h 531334"/>
              <a:gd name="csX391" fmla="*/ 67350 w 1722333"/>
              <a:gd name="csY391" fmla="*/ 520240 h 531334"/>
              <a:gd name="csX392" fmla="*/ 67521 w 1722333"/>
              <a:gd name="csY392" fmla="*/ 520240 h 531334"/>
              <a:gd name="csX393" fmla="*/ 67694 w 1722333"/>
              <a:gd name="csY393" fmla="*/ 520240 h 531334"/>
              <a:gd name="csX394" fmla="*/ 67867 w 1722333"/>
              <a:gd name="csY394" fmla="*/ 520231 h 531334"/>
              <a:gd name="csX395" fmla="*/ 68038 w 1722333"/>
              <a:gd name="csY395" fmla="*/ 520231 h 531334"/>
              <a:gd name="csX396" fmla="*/ 68211 w 1722333"/>
              <a:gd name="csY396" fmla="*/ 520223 h 531334"/>
              <a:gd name="csX397" fmla="*/ 68383 w 1722333"/>
              <a:gd name="csY397" fmla="*/ 520223 h 531334"/>
              <a:gd name="csX398" fmla="*/ 68555 w 1722333"/>
              <a:gd name="csY398" fmla="*/ 520223 h 531334"/>
              <a:gd name="csX399" fmla="*/ 68728 w 1722333"/>
              <a:gd name="csY399" fmla="*/ 520214 h 531334"/>
              <a:gd name="csX400" fmla="*/ 68899 w 1722333"/>
              <a:gd name="csY400" fmla="*/ 520214 h 531334"/>
              <a:gd name="csX401" fmla="*/ 69072 w 1722333"/>
              <a:gd name="csY401" fmla="*/ 520214 h 531334"/>
              <a:gd name="csX402" fmla="*/ 69245 w 1722333"/>
              <a:gd name="csY402" fmla="*/ 520205 h 531334"/>
              <a:gd name="csX403" fmla="*/ 69416 w 1722333"/>
              <a:gd name="csY403" fmla="*/ 520205 h 531334"/>
              <a:gd name="csX404" fmla="*/ 69589 w 1722333"/>
              <a:gd name="csY404" fmla="*/ 520196 h 531334"/>
              <a:gd name="csX405" fmla="*/ 69761 w 1722333"/>
              <a:gd name="csY405" fmla="*/ 520196 h 531334"/>
              <a:gd name="csX406" fmla="*/ 69933 w 1722333"/>
              <a:gd name="csY406" fmla="*/ 520196 h 531334"/>
              <a:gd name="csX407" fmla="*/ 70106 w 1722333"/>
              <a:gd name="csY407" fmla="*/ 520187 h 531334"/>
              <a:gd name="csX408" fmla="*/ 70278 w 1722333"/>
              <a:gd name="csY408" fmla="*/ 520187 h 531334"/>
              <a:gd name="csX409" fmla="*/ 70450 w 1722333"/>
              <a:gd name="csY409" fmla="*/ 520178 h 531334"/>
              <a:gd name="csX410" fmla="*/ 70622 w 1722333"/>
              <a:gd name="csY410" fmla="*/ 520178 h 531334"/>
              <a:gd name="csX411" fmla="*/ 70794 w 1722333"/>
              <a:gd name="csY411" fmla="*/ 520178 h 531334"/>
              <a:gd name="csX412" fmla="*/ 70967 w 1722333"/>
              <a:gd name="csY412" fmla="*/ 520169 h 531334"/>
              <a:gd name="csX413" fmla="*/ 71139 w 1722333"/>
              <a:gd name="csY413" fmla="*/ 520169 h 531334"/>
              <a:gd name="csX414" fmla="*/ 71311 w 1722333"/>
              <a:gd name="csY414" fmla="*/ 520169 h 531334"/>
              <a:gd name="csX415" fmla="*/ 71484 w 1722333"/>
              <a:gd name="csY415" fmla="*/ 520160 h 531334"/>
              <a:gd name="csX416" fmla="*/ 71656 w 1722333"/>
              <a:gd name="csY416" fmla="*/ 520160 h 531334"/>
              <a:gd name="csX417" fmla="*/ 71828 w 1722333"/>
              <a:gd name="csY417" fmla="*/ 520151 h 531334"/>
              <a:gd name="csX418" fmla="*/ 72000 w 1722333"/>
              <a:gd name="csY418" fmla="*/ 520151 h 531334"/>
              <a:gd name="csX419" fmla="*/ 72172 w 1722333"/>
              <a:gd name="csY419" fmla="*/ 520151 h 531334"/>
              <a:gd name="csX420" fmla="*/ 72345 w 1722333"/>
              <a:gd name="csY420" fmla="*/ 520142 h 531334"/>
              <a:gd name="csX421" fmla="*/ 72517 w 1722333"/>
              <a:gd name="csY421" fmla="*/ 520142 h 531334"/>
              <a:gd name="csX422" fmla="*/ 72689 w 1722333"/>
              <a:gd name="csY422" fmla="*/ 520134 h 531334"/>
              <a:gd name="csX423" fmla="*/ 72861 w 1722333"/>
              <a:gd name="csY423" fmla="*/ 520134 h 531334"/>
              <a:gd name="csX424" fmla="*/ 73034 w 1722333"/>
              <a:gd name="csY424" fmla="*/ 520134 h 531334"/>
              <a:gd name="csX425" fmla="*/ 73206 w 1722333"/>
              <a:gd name="csY425" fmla="*/ 520125 h 531334"/>
              <a:gd name="csX426" fmla="*/ 73378 w 1722333"/>
              <a:gd name="csY426" fmla="*/ 520125 h 531334"/>
              <a:gd name="csX427" fmla="*/ 73551 w 1722333"/>
              <a:gd name="csY427" fmla="*/ 520125 h 531334"/>
              <a:gd name="csX428" fmla="*/ 73723 w 1722333"/>
              <a:gd name="csY428" fmla="*/ 520116 h 531334"/>
              <a:gd name="csX429" fmla="*/ 73895 w 1722333"/>
              <a:gd name="csY429" fmla="*/ 520116 h 531334"/>
              <a:gd name="csX430" fmla="*/ 74067 w 1722333"/>
              <a:gd name="csY430" fmla="*/ 520107 h 531334"/>
              <a:gd name="csX431" fmla="*/ 74239 w 1722333"/>
              <a:gd name="csY431" fmla="*/ 520107 h 531334"/>
              <a:gd name="csX432" fmla="*/ 74412 w 1722333"/>
              <a:gd name="csY432" fmla="*/ 520107 h 531334"/>
              <a:gd name="csX433" fmla="*/ 74584 w 1722333"/>
              <a:gd name="csY433" fmla="*/ 520098 h 531334"/>
              <a:gd name="csX434" fmla="*/ 74756 w 1722333"/>
              <a:gd name="csY434" fmla="*/ 520098 h 531334"/>
              <a:gd name="csX435" fmla="*/ 74929 w 1722333"/>
              <a:gd name="csY435" fmla="*/ 520089 h 531334"/>
              <a:gd name="csX436" fmla="*/ 75101 w 1722333"/>
              <a:gd name="csY436" fmla="*/ 520089 h 531334"/>
              <a:gd name="csX437" fmla="*/ 75273 w 1722333"/>
              <a:gd name="csY437" fmla="*/ 520089 h 531334"/>
              <a:gd name="csX438" fmla="*/ 75445 w 1722333"/>
              <a:gd name="csY438" fmla="*/ 520080 h 531334"/>
              <a:gd name="csX439" fmla="*/ 75617 w 1722333"/>
              <a:gd name="csY439" fmla="*/ 520080 h 531334"/>
              <a:gd name="csX440" fmla="*/ 75790 w 1722333"/>
              <a:gd name="csY440" fmla="*/ 520071 h 531334"/>
              <a:gd name="csX441" fmla="*/ 75962 w 1722333"/>
              <a:gd name="csY441" fmla="*/ 520071 h 531334"/>
              <a:gd name="csX442" fmla="*/ 76134 w 1722333"/>
              <a:gd name="csY442" fmla="*/ 520071 h 531334"/>
              <a:gd name="csX443" fmla="*/ 76307 w 1722333"/>
              <a:gd name="csY443" fmla="*/ 520062 h 531334"/>
              <a:gd name="csX444" fmla="*/ 76478 w 1722333"/>
              <a:gd name="csY444" fmla="*/ 520062 h 531334"/>
              <a:gd name="csX445" fmla="*/ 76651 w 1722333"/>
              <a:gd name="csY445" fmla="*/ 520062 h 531334"/>
              <a:gd name="csX446" fmla="*/ 76824 w 1722333"/>
              <a:gd name="csY446" fmla="*/ 520054 h 531334"/>
              <a:gd name="csX447" fmla="*/ 76995 w 1722333"/>
              <a:gd name="csY447" fmla="*/ 520054 h 531334"/>
              <a:gd name="csX448" fmla="*/ 77168 w 1722333"/>
              <a:gd name="csY448" fmla="*/ 520045 h 531334"/>
              <a:gd name="csX449" fmla="*/ 77340 w 1722333"/>
              <a:gd name="csY449" fmla="*/ 520045 h 531334"/>
              <a:gd name="csX450" fmla="*/ 77512 w 1722333"/>
              <a:gd name="csY450" fmla="*/ 520045 h 531334"/>
              <a:gd name="csX451" fmla="*/ 77685 w 1722333"/>
              <a:gd name="csY451" fmla="*/ 520036 h 531334"/>
              <a:gd name="csX452" fmla="*/ 77856 w 1722333"/>
              <a:gd name="csY452" fmla="*/ 520036 h 531334"/>
              <a:gd name="csX453" fmla="*/ 78029 w 1722333"/>
              <a:gd name="csY453" fmla="*/ 520027 h 531334"/>
              <a:gd name="csX454" fmla="*/ 78202 w 1722333"/>
              <a:gd name="csY454" fmla="*/ 520027 h 531334"/>
              <a:gd name="csX455" fmla="*/ 78373 w 1722333"/>
              <a:gd name="csY455" fmla="*/ 520027 h 531334"/>
              <a:gd name="csX456" fmla="*/ 78546 w 1722333"/>
              <a:gd name="csY456" fmla="*/ 520018 h 531334"/>
              <a:gd name="csX457" fmla="*/ 78718 w 1722333"/>
              <a:gd name="csY457" fmla="*/ 520018 h 531334"/>
              <a:gd name="csX458" fmla="*/ 78890 w 1722333"/>
              <a:gd name="csY458" fmla="*/ 520009 h 531334"/>
              <a:gd name="csX459" fmla="*/ 79063 w 1722333"/>
              <a:gd name="csY459" fmla="*/ 520009 h 531334"/>
              <a:gd name="csX460" fmla="*/ 79234 w 1722333"/>
              <a:gd name="csY460" fmla="*/ 520009 h 531334"/>
              <a:gd name="csX461" fmla="*/ 79407 w 1722333"/>
              <a:gd name="csY461" fmla="*/ 520000 h 531334"/>
              <a:gd name="csX462" fmla="*/ 79580 w 1722333"/>
              <a:gd name="csY462" fmla="*/ 520000 h 531334"/>
              <a:gd name="csX463" fmla="*/ 79751 w 1722333"/>
              <a:gd name="csY463" fmla="*/ 519991 h 531334"/>
              <a:gd name="csX464" fmla="*/ 79924 w 1722333"/>
              <a:gd name="csY464" fmla="*/ 519991 h 531334"/>
              <a:gd name="csX465" fmla="*/ 80096 w 1722333"/>
              <a:gd name="csY465" fmla="*/ 519991 h 531334"/>
              <a:gd name="csX466" fmla="*/ 80268 w 1722333"/>
              <a:gd name="csY466" fmla="*/ 519982 h 531334"/>
              <a:gd name="csX467" fmla="*/ 80441 w 1722333"/>
              <a:gd name="csY467" fmla="*/ 519982 h 531334"/>
              <a:gd name="csX468" fmla="*/ 80613 w 1722333"/>
              <a:gd name="csY468" fmla="*/ 519982 h 531334"/>
              <a:gd name="csX469" fmla="*/ 80785 w 1722333"/>
              <a:gd name="csY469" fmla="*/ 519974 h 531334"/>
              <a:gd name="csX470" fmla="*/ 80957 w 1722333"/>
              <a:gd name="csY470" fmla="*/ 519974 h 531334"/>
              <a:gd name="csX471" fmla="*/ 81129 w 1722333"/>
              <a:gd name="csY471" fmla="*/ 519965 h 531334"/>
              <a:gd name="csX472" fmla="*/ 81302 w 1722333"/>
              <a:gd name="csY472" fmla="*/ 519965 h 531334"/>
              <a:gd name="csX473" fmla="*/ 81474 w 1722333"/>
              <a:gd name="csY473" fmla="*/ 519965 h 531334"/>
              <a:gd name="csX474" fmla="*/ 81646 w 1722333"/>
              <a:gd name="csY474" fmla="*/ 519956 h 531334"/>
              <a:gd name="csX475" fmla="*/ 81819 w 1722333"/>
              <a:gd name="csY475" fmla="*/ 519956 h 531334"/>
              <a:gd name="csX476" fmla="*/ 81991 w 1722333"/>
              <a:gd name="csY476" fmla="*/ 519947 h 531334"/>
              <a:gd name="csX477" fmla="*/ 82163 w 1722333"/>
              <a:gd name="csY477" fmla="*/ 519947 h 531334"/>
              <a:gd name="csX478" fmla="*/ 82335 w 1722333"/>
              <a:gd name="csY478" fmla="*/ 519947 h 531334"/>
              <a:gd name="csX479" fmla="*/ 82507 w 1722333"/>
              <a:gd name="csY479" fmla="*/ 519938 h 531334"/>
              <a:gd name="csX480" fmla="*/ 82680 w 1722333"/>
              <a:gd name="csY480" fmla="*/ 519938 h 531334"/>
              <a:gd name="csX481" fmla="*/ 82852 w 1722333"/>
              <a:gd name="csY481" fmla="*/ 519929 h 531334"/>
              <a:gd name="csX482" fmla="*/ 83024 w 1722333"/>
              <a:gd name="csY482" fmla="*/ 519929 h 531334"/>
              <a:gd name="csX483" fmla="*/ 83197 w 1722333"/>
              <a:gd name="csY483" fmla="*/ 519929 h 531334"/>
              <a:gd name="csX484" fmla="*/ 83369 w 1722333"/>
              <a:gd name="csY484" fmla="*/ 519920 h 531334"/>
              <a:gd name="csX485" fmla="*/ 83541 w 1722333"/>
              <a:gd name="csY485" fmla="*/ 519920 h 531334"/>
              <a:gd name="csX486" fmla="*/ 83713 w 1722333"/>
              <a:gd name="csY486" fmla="*/ 519911 h 531334"/>
              <a:gd name="csX487" fmla="*/ 83886 w 1722333"/>
              <a:gd name="csY487" fmla="*/ 519911 h 531334"/>
              <a:gd name="csX488" fmla="*/ 84058 w 1722333"/>
              <a:gd name="csY488" fmla="*/ 519911 h 531334"/>
              <a:gd name="csX489" fmla="*/ 84230 w 1722333"/>
              <a:gd name="csY489" fmla="*/ 519902 h 531334"/>
              <a:gd name="csX490" fmla="*/ 84402 w 1722333"/>
              <a:gd name="csY490" fmla="*/ 519902 h 531334"/>
              <a:gd name="csX491" fmla="*/ 84574 w 1722333"/>
              <a:gd name="csY491" fmla="*/ 519893 h 531334"/>
              <a:gd name="csX492" fmla="*/ 84747 w 1722333"/>
              <a:gd name="csY492" fmla="*/ 519893 h 531334"/>
              <a:gd name="csX493" fmla="*/ 84919 w 1722333"/>
              <a:gd name="csY493" fmla="*/ 519893 h 531334"/>
              <a:gd name="csX494" fmla="*/ 85091 w 1722333"/>
              <a:gd name="csY494" fmla="*/ 519884 h 531334"/>
              <a:gd name="csX495" fmla="*/ 85264 w 1722333"/>
              <a:gd name="csY495" fmla="*/ 519884 h 531334"/>
              <a:gd name="csX496" fmla="*/ 85436 w 1722333"/>
              <a:gd name="csY496" fmla="*/ 519876 h 531334"/>
              <a:gd name="csX497" fmla="*/ 85608 w 1722333"/>
              <a:gd name="csY497" fmla="*/ 519876 h 531334"/>
              <a:gd name="csX498" fmla="*/ 85780 w 1722333"/>
              <a:gd name="csY498" fmla="*/ 519876 h 531334"/>
              <a:gd name="csX499" fmla="*/ 85952 w 1722333"/>
              <a:gd name="csY499" fmla="*/ 519867 h 531334"/>
              <a:gd name="csX500" fmla="*/ 86125 w 1722333"/>
              <a:gd name="csY500" fmla="*/ 519867 h 531334"/>
              <a:gd name="csX501" fmla="*/ 86297 w 1722333"/>
              <a:gd name="csY501" fmla="*/ 519858 h 531334"/>
              <a:gd name="csX502" fmla="*/ 86469 w 1722333"/>
              <a:gd name="csY502" fmla="*/ 519858 h 531334"/>
              <a:gd name="csX503" fmla="*/ 86642 w 1722333"/>
              <a:gd name="csY503" fmla="*/ 519858 h 531334"/>
              <a:gd name="csX504" fmla="*/ 86813 w 1722333"/>
              <a:gd name="csY504" fmla="*/ 519849 h 531334"/>
              <a:gd name="csX505" fmla="*/ 86986 w 1722333"/>
              <a:gd name="csY505" fmla="*/ 519849 h 531334"/>
              <a:gd name="csX506" fmla="*/ 87159 w 1722333"/>
              <a:gd name="csY506" fmla="*/ 519840 h 531334"/>
              <a:gd name="csX507" fmla="*/ 87330 w 1722333"/>
              <a:gd name="csY507" fmla="*/ 519840 h 531334"/>
              <a:gd name="csX508" fmla="*/ 87503 w 1722333"/>
              <a:gd name="csY508" fmla="*/ 519840 h 531334"/>
              <a:gd name="csX509" fmla="*/ 87675 w 1722333"/>
              <a:gd name="csY509" fmla="*/ 519831 h 531334"/>
              <a:gd name="csX510" fmla="*/ 87847 w 1722333"/>
              <a:gd name="csY510" fmla="*/ 519831 h 531334"/>
              <a:gd name="csX511" fmla="*/ 88020 w 1722333"/>
              <a:gd name="csY511" fmla="*/ 519822 h 531334"/>
              <a:gd name="csX512" fmla="*/ 88191 w 1722333"/>
              <a:gd name="csY512" fmla="*/ 519822 h 531334"/>
              <a:gd name="csX513" fmla="*/ 88364 w 1722333"/>
              <a:gd name="csY513" fmla="*/ 519822 h 531334"/>
              <a:gd name="csX514" fmla="*/ 88537 w 1722333"/>
              <a:gd name="csY514" fmla="*/ 519813 h 531334"/>
              <a:gd name="csX515" fmla="*/ 88708 w 1722333"/>
              <a:gd name="csY515" fmla="*/ 519813 h 531334"/>
              <a:gd name="csX516" fmla="*/ 88881 w 1722333"/>
              <a:gd name="csY516" fmla="*/ 519804 h 531334"/>
              <a:gd name="csX517" fmla="*/ 89053 w 1722333"/>
              <a:gd name="csY517" fmla="*/ 519804 h 531334"/>
              <a:gd name="csX518" fmla="*/ 89225 w 1722333"/>
              <a:gd name="csY518" fmla="*/ 519804 h 531334"/>
              <a:gd name="csX519" fmla="*/ 89398 w 1722333"/>
              <a:gd name="csY519" fmla="*/ 519796 h 531334"/>
              <a:gd name="csX520" fmla="*/ 89569 w 1722333"/>
              <a:gd name="csY520" fmla="*/ 519796 h 531334"/>
              <a:gd name="csX521" fmla="*/ 89742 w 1722333"/>
              <a:gd name="csY521" fmla="*/ 519787 h 531334"/>
              <a:gd name="csX522" fmla="*/ 89915 w 1722333"/>
              <a:gd name="csY522" fmla="*/ 519787 h 531334"/>
              <a:gd name="csX523" fmla="*/ 90086 w 1722333"/>
              <a:gd name="csY523" fmla="*/ 519787 h 531334"/>
              <a:gd name="csX524" fmla="*/ 90259 w 1722333"/>
              <a:gd name="csY524" fmla="*/ 519778 h 531334"/>
              <a:gd name="csX525" fmla="*/ 90431 w 1722333"/>
              <a:gd name="csY525" fmla="*/ 519778 h 531334"/>
              <a:gd name="csX526" fmla="*/ 90603 w 1722333"/>
              <a:gd name="csY526" fmla="*/ 519769 h 531334"/>
              <a:gd name="csX527" fmla="*/ 90776 w 1722333"/>
              <a:gd name="csY527" fmla="*/ 519769 h 531334"/>
              <a:gd name="csX528" fmla="*/ 90948 w 1722333"/>
              <a:gd name="csY528" fmla="*/ 519769 h 531334"/>
              <a:gd name="csX529" fmla="*/ 91120 w 1722333"/>
              <a:gd name="csY529" fmla="*/ 519760 h 531334"/>
              <a:gd name="csX530" fmla="*/ 91293 w 1722333"/>
              <a:gd name="csY530" fmla="*/ 519760 h 531334"/>
              <a:gd name="csX531" fmla="*/ 91464 w 1722333"/>
              <a:gd name="csY531" fmla="*/ 519751 h 531334"/>
              <a:gd name="csX532" fmla="*/ 91637 w 1722333"/>
              <a:gd name="csY532" fmla="*/ 519751 h 531334"/>
              <a:gd name="csX533" fmla="*/ 91809 w 1722333"/>
              <a:gd name="csY533" fmla="*/ 519751 h 531334"/>
              <a:gd name="csX534" fmla="*/ 91981 w 1722333"/>
              <a:gd name="csY534" fmla="*/ 519742 h 531334"/>
              <a:gd name="csX535" fmla="*/ 92154 w 1722333"/>
              <a:gd name="csY535" fmla="*/ 519742 h 531334"/>
              <a:gd name="csX536" fmla="*/ 92326 w 1722333"/>
              <a:gd name="csY536" fmla="*/ 519733 h 531334"/>
              <a:gd name="csX537" fmla="*/ 92498 w 1722333"/>
              <a:gd name="csY537" fmla="*/ 519733 h 531334"/>
              <a:gd name="csX538" fmla="*/ 92670 w 1722333"/>
              <a:gd name="csY538" fmla="*/ 519724 h 531334"/>
              <a:gd name="csX539" fmla="*/ 92842 w 1722333"/>
              <a:gd name="csY539" fmla="*/ 519724 h 531334"/>
              <a:gd name="csX540" fmla="*/ 93015 w 1722333"/>
              <a:gd name="csY540" fmla="*/ 519724 h 531334"/>
              <a:gd name="csX541" fmla="*/ 93187 w 1722333"/>
              <a:gd name="csY541" fmla="*/ 519715 h 531334"/>
              <a:gd name="csX542" fmla="*/ 93359 w 1722333"/>
              <a:gd name="csY542" fmla="*/ 519715 h 531334"/>
              <a:gd name="csX543" fmla="*/ 93532 w 1722333"/>
              <a:gd name="csY543" fmla="*/ 519707 h 531334"/>
              <a:gd name="csX544" fmla="*/ 93704 w 1722333"/>
              <a:gd name="csY544" fmla="*/ 519707 h 531334"/>
              <a:gd name="csX545" fmla="*/ 93876 w 1722333"/>
              <a:gd name="csY545" fmla="*/ 519707 h 531334"/>
              <a:gd name="csX546" fmla="*/ 94048 w 1722333"/>
              <a:gd name="csY546" fmla="*/ 519698 h 531334"/>
              <a:gd name="csX547" fmla="*/ 94221 w 1722333"/>
              <a:gd name="csY547" fmla="*/ 519698 h 531334"/>
              <a:gd name="csX548" fmla="*/ 94393 w 1722333"/>
              <a:gd name="csY548" fmla="*/ 519689 h 531334"/>
              <a:gd name="csX549" fmla="*/ 94565 w 1722333"/>
              <a:gd name="csY549" fmla="*/ 519689 h 531334"/>
              <a:gd name="csX550" fmla="*/ 94737 w 1722333"/>
              <a:gd name="csY550" fmla="*/ 519689 h 531334"/>
              <a:gd name="csX551" fmla="*/ 94909 w 1722333"/>
              <a:gd name="csY551" fmla="*/ 519680 h 531334"/>
              <a:gd name="csX552" fmla="*/ 95082 w 1722333"/>
              <a:gd name="csY552" fmla="*/ 519680 h 531334"/>
              <a:gd name="csX553" fmla="*/ 95254 w 1722333"/>
              <a:gd name="csY553" fmla="*/ 519671 h 531334"/>
              <a:gd name="csX554" fmla="*/ 95426 w 1722333"/>
              <a:gd name="csY554" fmla="*/ 519671 h 531334"/>
              <a:gd name="csX555" fmla="*/ 95599 w 1722333"/>
              <a:gd name="csY555" fmla="*/ 519671 h 531334"/>
              <a:gd name="csX556" fmla="*/ 95771 w 1722333"/>
              <a:gd name="csY556" fmla="*/ 519662 h 531334"/>
              <a:gd name="csX557" fmla="*/ 95943 w 1722333"/>
              <a:gd name="csY557" fmla="*/ 519662 h 531334"/>
              <a:gd name="csX558" fmla="*/ 96115 w 1722333"/>
              <a:gd name="csY558" fmla="*/ 519653 h 531334"/>
              <a:gd name="csX559" fmla="*/ 96287 w 1722333"/>
              <a:gd name="csY559" fmla="*/ 519653 h 531334"/>
              <a:gd name="csX560" fmla="*/ 96460 w 1722333"/>
              <a:gd name="csY560" fmla="*/ 519644 h 531334"/>
              <a:gd name="csX561" fmla="*/ 96632 w 1722333"/>
              <a:gd name="csY561" fmla="*/ 519644 h 531334"/>
              <a:gd name="csX562" fmla="*/ 96804 w 1722333"/>
              <a:gd name="csY562" fmla="*/ 519644 h 531334"/>
              <a:gd name="csX563" fmla="*/ 96977 w 1722333"/>
              <a:gd name="csY563" fmla="*/ 519635 h 531334"/>
              <a:gd name="csX564" fmla="*/ 97148 w 1722333"/>
              <a:gd name="csY564" fmla="*/ 519635 h 531334"/>
              <a:gd name="csX565" fmla="*/ 97321 w 1722333"/>
              <a:gd name="csY565" fmla="*/ 519627 h 531334"/>
              <a:gd name="csX566" fmla="*/ 97494 w 1722333"/>
              <a:gd name="csY566" fmla="*/ 519627 h 531334"/>
              <a:gd name="csX567" fmla="*/ 97665 w 1722333"/>
              <a:gd name="csY567" fmla="*/ 519627 h 531334"/>
              <a:gd name="csX568" fmla="*/ 97838 w 1722333"/>
              <a:gd name="csY568" fmla="*/ 519618 h 531334"/>
              <a:gd name="csX569" fmla="*/ 98010 w 1722333"/>
              <a:gd name="csY569" fmla="*/ 519618 h 531334"/>
              <a:gd name="csX570" fmla="*/ 98182 w 1722333"/>
              <a:gd name="csY570" fmla="*/ 519609 h 531334"/>
              <a:gd name="csX571" fmla="*/ 98355 w 1722333"/>
              <a:gd name="csY571" fmla="*/ 519609 h 531334"/>
              <a:gd name="csX572" fmla="*/ 98526 w 1722333"/>
              <a:gd name="csY572" fmla="*/ 519609 h 531334"/>
              <a:gd name="csX573" fmla="*/ 98699 w 1722333"/>
              <a:gd name="csY573" fmla="*/ 519600 h 531334"/>
              <a:gd name="csX574" fmla="*/ 98872 w 1722333"/>
              <a:gd name="csY574" fmla="*/ 519600 h 531334"/>
              <a:gd name="csX575" fmla="*/ 99043 w 1722333"/>
              <a:gd name="csY575" fmla="*/ 519591 h 531334"/>
              <a:gd name="csX576" fmla="*/ 99216 w 1722333"/>
              <a:gd name="csY576" fmla="*/ 519591 h 531334"/>
              <a:gd name="csX577" fmla="*/ 99388 w 1722333"/>
              <a:gd name="csY577" fmla="*/ 519582 h 531334"/>
              <a:gd name="csX578" fmla="*/ 99560 w 1722333"/>
              <a:gd name="csY578" fmla="*/ 519582 h 531334"/>
              <a:gd name="csX579" fmla="*/ 99733 w 1722333"/>
              <a:gd name="csY579" fmla="*/ 519582 h 531334"/>
              <a:gd name="csX580" fmla="*/ 99904 w 1722333"/>
              <a:gd name="csY580" fmla="*/ 519573 h 531334"/>
              <a:gd name="csX581" fmla="*/ 100077 w 1722333"/>
              <a:gd name="csY581" fmla="*/ 519573 h 531334"/>
              <a:gd name="csX582" fmla="*/ 100250 w 1722333"/>
              <a:gd name="csY582" fmla="*/ 519564 h 531334"/>
              <a:gd name="csX583" fmla="*/ 100421 w 1722333"/>
              <a:gd name="csY583" fmla="*/ 519564 h 531334"/>
              <a:gd name="csX584" fmla="*/ 100594 w 1722333"/>
              <a:gd name="csY584" fmla="*/ 519564 h 531334"/>
              <a:gd name="csX585" fmla="*/ 100766 w 1722333"/>
              <a:gd name="csY585" fmla="*/ 519555 h 531334"/>
              <a:gd name="csX586" fmla="*/ 100938 w 1722333"/>
              <a:gd name="csY586" fmla="*/ 519555 h 531334"/>
              <a:gd name="csX587" fmla="*/ 101111 w 1722333"/>
              <a:gd name="csY587" fmla="*/ 519547 h 531334"/>
              <a:gd name="csX588" fmla="*/ 101283 w 1722333"/>
              <a:gd name="csY588" fmla="*/ 519547 h 531334"/>
              <a:gd name="csX589" fmla="*/ 101455 w 1722333"/>
              <a:gd name="csY589" fmla="*/ 519538 h 531334"/>
              <a:gd name="csX590" fmla="*/ 101628 w 1722333"/>
              <a:gd name="csY590" fmla="*/ 519538 h 531334"/>
              <a:gd name="csX591" fmla="*/ 101799 w 1722333"/>
              <a:gd name="csY591" fmla="*/ 519538 h 531334"/>
              <a:gd name="csX592" fmla="*/ 101972 w 1722333"/>
              <a:gd name="csY592" fmla="*/ 519529 h 531334"/>
              <a:gd name="csX593" fmla="*/ 102144 w 1722333"/>
              <a:gd name="csY593" fmla="*/ 519529 h 531334"/>
              <a:gd name="csX594" fmla="*/ 102316 w 1722333"/>
              <a:gd name="csY594" fmla="*/ 519520 h 531334"/>
              <a:gd name="csX595" fmla="*/ 102489 w 1722333"/>
              <a:gd name="csY595" fmla="*/ 519520 h 531334"/>
              <a:gd name="csX596" fmla="*/ 102661 w 1722333"/>
              <a:gd name="csY596" fmla="*/ 519520 h 531334"/>
              <a:gd name="csX597" fmla="*/ 102833 w 1722333"/>
              <a:gd name="csY597" fmla="*/ 519511 h 531334"/>
              <a:gd name="csX598" fmla="*/ 103005 w 1722333"/>
              <a:gd name="csY598" fmla="*/ 519511 h 531334"/>
              <a:gd name="csX599" fmla="*/ 103177 w 1722333"/>
              <a:gd name="csY599" fmla="*/ 519502 h 531334"/>
              <a:gd name="csX600" fmla="*/ 103350 w 1722333"/>
              <a:gd name="csY600" fmla="*/ 519502 h 531334"/>
              <a:gd name="csX601" fmla="*/ 103522 w 1722333"/>
              <a:gd name="csY601" fmla="*/ 519493 h 531334"/>
              <a:gd name="csX602" fmla="*/ 103694 w 1722333"/>
              <a:gd name="csY602" fmla="*/ 519493 h 531334"/>
              <a:gd name="csX603" fmla="*/ 103867 w 1722333"/>
              <a:gd name="csY603" fmla="*/ 519493 h 531334"/>
              <a:gd name="csX604" fmla="*/ 104039 w 1722333"/>
              <a:gd name="csY604" fmla="*/ 519484 h 531334"/>
              <a:gd name="csX605" fmla="*/ 104211 w 1722333"/>
              <a:gd name="csY605" fmla="*/ 519484 h 531334"/>
              <a:gd name="csX606" fmla="*/ 104383 w 1722333"/>
              <a:gd name="csY606" fmla="*/ 519475 h 531334"/>
              <a:gd name="csX607" fmla="*/ 104556 w 1722333"/>
              <a:gd name="csY607" fmla="*/ 519475 h 531334"/>
              <a:gd name="csX608" fmla="*/ 104728 w 1722333"/>
              <a:gd name="csY608" fmla="*/ 519466 h 531334"/>
              <a:gd name="csX609" fmla="*/ 104900 w 1722333"/>
              <a:gd name="csY609" fmla="*/ 519466 h 531334"/>
              <a:gd name="csX610" fmla="*/ 105072 w 1722333"/>
              <a:gd name="csY610" fmla="*/ 519466 h 531334"/>
              <a:gd name="csX611" fmla="*/ 105244 w 1722333"/>
              <a:gd name="csY611" fmla="*/ 519457 h 531334"/>
              <a:gd name="csX612" fmla="*/ 105417 w 1722333"/>
              <a:gd name="csY612" fmla="*/ 519457 h 531334"/>
              <a:gd name="csX613" fmla="*/ 105589 w 1722333"/>
              <a:gd name="csY613" fmla="*/ 519449 h 531334"/>
              <a:gd name="csX614" fmla="*/ 105761 w 1722333"/>
              <a:gd name="csY614" fmla="*/ 519449 h 531334"/>
              <a:gd name="csX615" fmla="*/ 105934 w 1722333"/>
              <a:gd name="csY615" fmla="*/ 519449 h 531334"/>
              <a:gd name="csX616" fmla="*/ 106106 w 1722333"/>
              <a:gd name="csY616" fmla="*/ 519440 h 531334"/>
              <a:gd name="csX617" fmla="*/ 106278 w 1722333"/>
              <a:gd name="csY617" fmla="*/ 519440 h 531334"/>
              <a:gd name="csX618" fmla="*/ 106450 w 1722333"/>
              <a:gd name="csY618" fmla="*/ 519431 h 531334"/>
              <a:gd name="csX619" fmla="*/ 106622 w 1722333"/>
              <a:gd name="csY619" fmla="*/ 519431 h 531334"/>
              <a:gd name="csX620" fmla="*/ 106795 w 1722333"/>
              <a:gd name="csY620" fmla="*/ 519422 h 531334"/>
              <a:gd name="csX621" fmla="*/ 106967 w 1722333"/>
              <a:gd name="csY621" fmla="*/ 519422 h 531334"/>
              <a:gd name="csX622" fmla="*/ 107139 w 1722333"/>
              <a:gd name="csY622" fmla="*/ 519422 h 531334"/>
              <a:gd name="csX623" fmla="*/ 107312 w 1722333"/>
              <a:gd name="csY623" fmla="*/ 519413 h 531334"/>
              <a:gd name="csX624" fmla="*/ 107483 w 1722333"/>
              <a:gd name="csY624" fmla="*/ 519413 h 531334"/>
              <a:gd name="csX625" fmla="*/ 107656 w 1722333"/>
              <a:gd name="csY625" fmla="*/ 519404 h 531334"/>
              <a:gd name="csX626" fmla="*/ 107829 w 1722333"/>
              <a:gd name="csY626" fmla="*/ 519404 h 531334"/>
              <a:gd name="csX627" fmla="*/ 108000 w 1722333"/>
              <a:gd name="csY627" fmla="*/ 519395 h 531334"/>
              <a:gd name="csX628" fmla="*/ 108173 w 1722333"/>
              <a:gd name="csY628" fmla="*/ 519395 h 531334"/>
              <a:gd name="csX629" fmla="*/ 108345 w 1722333"/>
              <a:gd name="csY629" fmla="*/ 519395 h 531334"/>
              <a:gd name="csX630" fmla="*/ 108517 w 1722333"/>
              <a:gd name="csY630" fmla="*/ 519386 h 531334"/>
              <a:gd name="csX631" fmla="*/ 108690 w 1722333"/>
              <a:gd name="csY631" fmla="*/ 519386 h 531334"/>
              <a:gd name="csX632" fmla="*/ 108861 w 1722333"/>
              <a:gd name="csY632" fmla="*/ 519377 h 531334"/>
              <a:gd name="csX633" fmla="*/ 109034 w 1722333"/>
              <a:gd name="csY633" fmla="*/ 519377 h 531334"/>
              <a:gd name="csX634" fmla="*/ 109207 w 1722333"/>
              <a:gd name="csY634" fmla="*/ 519369 h 531334"/>
              <a:gd name="csX635" fmla="*/ 109378 w 1722333"/>
              <a:gd name="csY635" fmla="*/ 519369 h 531334"/>
              <a:gd name="csX636" fmla="*/ 109551 w 1722333"/>
              <a:gd name="csY636" fmla="*/ 519369 h 531334"/>
              <a:gd name="csX637" fmla="*/ 109723 w 1722333"/>
              <a:gd name="csY637" fmla="*/ 519360 h 531334"/>
              <a:gd name="csX638" fmla="*/ 109895 w 1722333"/>
              <a:gd name="csY638" fmla="*/ 519360 h 531334"/>
              <a:gd name="csX639" fmla="*/ 110068 w 1722333"/>
              <a:gd name="csY639" fmla="*/ 519351 h 531334"/>
              <a:gd name="csX640" fmla="*/ 110239 w 1722333"/>
              <a:gd name="csY640" fmla="*/ 519351 h 531334"/>
              <a:gd name="csX641" fmla="*/ 110412 w 1722333"/>
              <a:gd name="csY641" fmla="*/ 519351 h 531334"/>
              <a:gd name="csX642" fmla="*/ 110585 w 1722333"/>
              <a:gd name="csY642" fmla="*/ 519342 h 531334"/>
              <a:gd name="csX643" fmla="*/ 110756 w 1722333"/>
              <a:gd name="csY643" fmla="*/ 519342 h 531334"/>
              <a:gd name="csX644" fmla="*/ 110929 w 1722333"/>
              <a:gd name="csY644" fmla="*/ 519333 h 531334"/>
              <a:gd name="csX645" fmla="*/ 111101 w 1722333"/>
              <a:gd name="csY645" fmla="*/ 519333 h 531334"/>
              <a:gd name="csX646" fmla="*/ 111273 w 1722333"/>
              <a:gd name="csY646" fmla="*/ 519324 h 531334"/>
              <a:gd name="csX647" fmla="*/ 111446 w 1722333"/>
              <a:gd name="csY647" fmla="*/ 519324 h 531334"/>
              <a:gd name="csX648" fmla="*/ 111618 w 1722333"/>
              <a:gd name="csY648" fmla="*/ 519324 h 531334"/>
              <a:gd name="csX649" fmla="*/ 111790 w 1722333"/>
              <a:gd name="csY649" fmla="*/ 519315 h 531334"/>
              <a:gd name="csX650" fmla="*/ 111963 w 1722333"/>
              <a:gd name="csY650" fmla="*/ 519315 h 531334"/>
              <a:gd name="csX651" fmla="*/ 112134 w 1722333"/>
              <a:gd name="csY651" fmla="*/ 519306 h 531334"/>
              <a:gd name="csX652" fmla="*/ 112307 w 1722333"/>
              <a:gd name="csY652" fmla="*/ 519306 h 531334"/>
              <a:gd name="csX653" fmla="*/ 112479 w 1722333"/>
              <a:gd name="csY653" fmla="*/ 519297 h 531334"/>
              <a:gd name="csX654" fmla="*/ 112651 w 1722333"/>
              <a:gd name="csY654" fmla="*/ 519297 h 531334"/>
              <a:gd name="csX655" fmla="*/ 112824 w 1722333"/>
              <a:gd name="csY655" fmla="*/ 519297 h 531334"/>
              <a:gd name="csX656" fmla="*/ 112996 w 1722333"/>
              <a:gd name="csY656" fmla="*/ 519288 h 531334"/>
              <a:gd name="csX657" fmla="*/ 113168 w 1722333"/>
              <a:gd name="csY657" fmla="*/ 519288 h 531334"/>
              <a:gd name="csX658" fmla="*/ 113340 w 1722333"/>
              <a:gd name="csY658" fmla="*/ 519280 h 531334"/>
              <a:gd name="csX659" fmla="*/ 113512 w 1722333"/>
              <a:gd name="csY659" fmla="*/ 519280 h 531334"/>
              <a:gd name="csX660" fmla="*/ 113685 w 1722333"/>
              <a:gd name="csY660" fmla="*/ 519271 h 531334"/>
              <a:gd name="csX661" fmla="*/ 113857 w 1722333"/>
              <a:gd name="csY661" fmla="*/ 519271 h 531334"/>
              <a:gd name="csX662" fmla="*/ 114029 w 1722333"/>
              <a:gd name="csY662" fmla="*/ 519262 h 531334"/>
              <a:gd name="csX663" fmla="*/ 114202 w 1722333"/>
              <a:gd name="csY663" fmla="*/ 519262 h 531334"/>
              <a:gd name="csX664" fmla="*/ 114374 w 1722333"/>
              <a:gd name="csY664" fmla="*/ 519262 h 531334"/>
              <a:gd name="csX665" fmla="*/ 114546 w 1722333"/>
              <a:gd name="csY665" fmla="*/ 519253 h 531334"/>
              <a:gd name="csX666" fmla="*/ 114718 w 1722333"/>
              <a:gd name="csY666" fmla="*/ 519253 h 531334"/>
              <a:gd name="csX667" fmla="*/ 114891 w 1722333"/>
              <a:gd name="csY667" fmla="*/ 519244 h 531334"/>
              <a:gd name="csX668" fmla="*/ 115063 w 1722333"/>
              <a:gd name="csY668" fmla="*/ 519244 h 531334"/>
              <a:gd name="csX669" fmla="*/ 115235 w 1722333"/>
              <a:gd name="csY669" fmla="*/ 519235 h 531334"/>
              <a:gd name="csX670" fmla="*/ 115407 w 1722333"/>
              <a:gd name="csY670" fmla="*/ 519235 h 531334"/>
              <a:gd name="csX671" fmla="*/ 115579 w 1722333"/>
              <a:gd name="csY671" fmla="*/ 519235 h 531334"/>
              <a:gd name="csX672" fmla="*/ 115752 w 1722333"/>
              <a:gd name="csY672" fmla="*/ 519226 h 531334"/>
              <a:gd name="csX673" fmla="*/ 115924 w 1722333"/>
              <a:gd name="csY673" fmla="*/ 519226 h 531334"/>
              <a:gd name="csX674" fmla="*/ 116096 w 1722333"/>
              <a:gd name="csY674" fmla="*/ 519217 h 531334"/>
              <a:gd name="csX675" fmla="*/ 116269 w 1722333"/>
              <a:gd name="csY675" fmla="*/ 519217 h 531334"/>
              <a:gd name="csX676" fmla="*/ 116441 w 1722333"/>
              <a:gd name="csY676" fmla="*/ 519208 h 531334"/>
              <a:gd name="csX677" fmla="*/ 116613 w 1722333"/>
              <a:gd name="csY677" fmla="*/ 519208 h 531334"/>
              <a:gd name="csX678" fmla="*/ 116785 w 1722333"/>
              <a:gd name="csY678" fmla="*/ 519208 h 531334"/>
              <a:gd name="csX679" fmla="*/ 116957 w 1722333"/>
              <a:gd name="csY679" fmla="*/ 519200 h 531334"/>
              <a:gd name="csX680" fmla="*/ 117130 w 1722333"/>
              <a:gd name="csY680" fmla="*/ 519200 h 531334"/>
              <a:gd name="csX681" fmla="*/ 117302 w 1722333"/>
              <a:gd name="csY681" fmla="*/ 519191 h 531334"/>
              <a:gd name="csX682" fmla="*/ 117474 w 1722333"/>
              <a:gd name="csY682" fmla="*/ 519191 h 531334"/>
              <a:gd name="csX683" fmla="*/ 117647 w 1722333"/>
              <a:gd name="csY683" fmla="*/ 519182 h 531334"/>
              <a:gd name="csX684" fmla="*/ 117818 w 1722333"/>
              <a:gd name="csY684" fmla="*/ 519182 h 531334"/>
              <a:gd name="csX685" fmla="*/ 117991 w 1722333"/>
              <a:gd name="csY685" fmla="*/ 519182 h 531334"/>
              <a:gd name="csX686" fmla="*/ 118164 w 1722333"/>
              <a:gd name="csY686" fmla="*/ 519173 h 531334"/>
              <a:gd name="csX687" fmla="*/ 118335 w 1722333"/>
              <a:gd name="csY687" fmla="*/ 519173 h 531334"/>
              <a:gd name="csX688" fmla="*/ 118508 w 1722333"/>
              <a:gd name="csY688" fmla="*/ 519164 h 531334"/>
              <a:gd name="csX689" fmla="*/ 118680 w 1722333"/>
              <a:gd name="csY689" fmla="*/ 519164 h 531334"/>
              <a:gd name="csX690" fmla="*/ 118852 w 1722333"/>
              <a:gd name="csY690" fmla="*/ 519155 h 531334"/>
              <a:gd name="csX691" fmla="*/ 119025 w 1722333"/>
              <a:gd name="csY691" fmla="*/ 519155 h 531334"/>
              <a:gd name="csX692" fmla="*/ 119196 w 1722333"/>
              <a:gd name="csY692" fmla="*/ 519146 h 531334"/>
              <a:gd name="csX693" fmla="*/ 119369 w 1722333"/>
              <a:gd name="csY693" fmla="*/ 519146 h 531334"/>
              <a:gd name="csX694" fmla="*/ 119542 w 1722333"/>
              <a:gd name="csY694" fmla="*/ 519146 h 531334"/>
              <a:gd name="csX695" fmla="*/ 119713 w 1722333"/>
              <a:gd name="csY695" fmla="*/ 519137 h 531334"/>
              <a:gd name="csX696" fmla="*/ 119886 w 1722333"/>
              <a:gd name="csY696" fmla="*/ 519137 h 531334"/>
              <a:gd name="csX697" fmla="*/ 120059 w 1722333"/>
              <a:gd name="csY697" fmla="*/ 519128 h 531334"/>
              <a:gd name="csX698" fmla="*/ 120230 w 1722333"/>
              <a:gd name="csY698" fmla="*/ 519128 h 531334"/>
              <a:gd name="csX699" fmla="*/ 120403 w 1722333"/>
              <a:gd name="csY699" fmla="*/ 519119 h 531334"/>
              <a:gd name="csX700" fmla="*/ 120574 w 1722333"/>
              <a:gd name="csY700" fmla="*/ 519119 h 531334"/>
              <a:gd name="csX701" fmla="*/ 120747 w 1722333"/>
              <a:gd name="csY701" fmla="*/ 519110 h 531334"/>
              <a:gd name="csX702" fmla="*/ 120920 w 1722333"/>
              <a:gd name="csY702" fmla="*/ 519110 h 531334"/>
              <a:gd name="csX703" fmla="*/ 121091 w 1722333"/>
              <a:gd name="csY703" fmla="*/ 519110 h 531334"/>
              <a:gd name="csX704" fmla="*/ 121264 w 1722333"/>
              <a:gd name="csY704" fmla="*/ 519102 h 531334"/>
              <a:gd name="csX705" fmla="*/ 121436 w 1722333"/>
              <a:gd name="csY705" fmla="*/ 519102 h 531334"/>
              <a:gd name="csX706" fmla="*/ 121608 w 1722333"/>
              <a:gd name="csY706" fmla="*/ 519093 h 531334"/>
              <a:gd name="csX707" fmla="*/ 121781 w 1722333"/>
              <a:gd name="csY707" fmla="*/ 519093 h 531334"/>
              <a:gd name="csX708" fmla="*/ 121953 w 1722333"/>
              <a:gd name="csY708" fmla="*/ 519084 h 531334"/>
              <a:gd name="csX709" fmla="*/ 122125 w 1722333"/>
              <a:gd name="csY709" fmla="*/ 519084 h 531334"/>
              <a:gd name="csX710" fmla="*/ 122298 w 1722333"/>
              <a:gd name="csY710" fmla="*/ 519084 h 531334"/>
              <a:gd name="csX711" fmla="*/ 122469 w 1722333"/>
              <a:gd name="csY711" fmla="*/ 519075 h 531334"/>
              <a:gd name="csX712" fmla="*/ 122642 w 1722333"/>
              <a:gd name="csY712" fmla="*/ 519075 h 531334"/>
              <a:gd name="csX713" fmla="*/ 122814 w 1722333"/>
              <a:gd name="csY713" fmla="*/ 519066 h 531334"/>
              <a:gd name="csX714" fmla="*/ 122986 w 1722333"/>
              <a:gd name="csY714" fmla="*/ 519066 h 531334"/>
              <a:gd name="csX715" fmla="*/ 123159 w 1722333"/>
              <a:gd name="csY715" fmla="*/ 519057 h 531334"/>
              <a:gd name="csX716" fmla="*/ 123331 w 1722333"/>
              <a:gd name="csY716" fmla="*/ 519057 h 531334"/>
              <a:gd name="csX717" fmla="*/ 123503 w 1722333"/>
              <a:gd name="csY717" fmla="*/ 519048 h 531334"/>
              <a:gd name="csX718" fmla="*/ 123675 w 1722333"/>
              <a:gd name="csY718" fmla="*/ 519048 h 531334"/>
              <a:gd name="csX719" fmla="*/ 123847 w 1722333"/>
              <a:gd name="csY719" fmla="*/ 519048 h 531334"/>
              <a:gd name="csX720" fmla="*/ 124020 w 1722333"/>
              <a:gd name="csY720" fmla="*/ 519039 h 531334"/>
              <a:gd name="csX721" fmla="*/ 124192 w 1722333"/>
              <a:gd name="csY721" fmla="*/ 519039 h 531334"/>
              <a:gd name="csX722" fmla="*/ 124364 w 1722333"/>
              <a:gd name="csY722" fmla="*/ 519030 h 531334"/>
              <a:gd name="csX723" fmla="*/ 124537 w 1722333"/>
              <a:gd name="csY723" fmla="*/ 519030 h 531334"/>
              <a:gd name="csX724" fmla="*/ 124709 w 1722333"/>
              <a:gd name="csY724" fmla="*/ 519022 h 531334"/>
              <a:gd name="csX725" fmla="*/ 124881 w 1722333"/>
              <a:gd name="csY725" fmla="*/ 519022 h 531334"/>
              <a:gd name="csX726" fmla="*/ 125053 w 1722333"/>
              <a:gd name="csY726" fmla="*/ 519013 h 531334"/>
              <a:gd name="csX727" fmla="*/ 125226 w 1722333"/>
              <a:gd name="csY727" fmla="*/ 519013 h 531334"/>
              <a:gd name="csX728" fmla="*/ 125398 w 1722333"/>
              <a:gd name="csY728" fmla="*/ 519013 h 531334"/>
              <a:gd name="csX729" fmla="*/ 125570 w 1722333"/>
              <a:gd name="csY729" fmla="*/ 519004 h 531334"/>
              <a:gd name="csX730" fmla="*/ 125742 w 1722333"/>
              <a:gd name="csY730" fmla="*/ 519004 h 531334"/>
              <a:gd name="csX731" fmla="*/ 125914 w 1722333"/>
              <a:gd name="csY731" fmla="*/ 518995 h 531334"/>
              <a:gd name="csX732" fmla="*/ 126087 w 1722333"/>
              <a:gd name="csY732" fmla="*/ 518995 h 531334"/>
              <a:gd name="csX733" fmla="*/ 126259 w 1722333"/>
              <a:gd name="csY733" fmla="*/ 518986 h 531334"/>
              <a:gd name="csX734" fmla="*/ 126431 w 1722333"/>
              <a:gd name="csY734" fmla="*/ 518986 h 531334"/>
              <a:gd name="csX735" fmla="*/ 126604 w 1722333"/>
              <a:gd name="csY735" fmla="*/ 518977 h 531334"/>
              <a:gd name="csX736" fmla="*/ 126776 w 1722333"/>
              <a:gd name="csY736" fmla="*/ 518977 h 531334"/>
              <a:gd name="csX737" fmla="*/ 126948 w 1722333"/>
              <a:gd name="csY737" fmla="*/ 518977 h 531334"/>
              <a:gd name="csX738" fmla="*/ 127120 w 1722333"/>
              <a:gd name="csY738" fmla="*/ 518968 h 531334"/>
              <a:gd name="csX739" fmla="*/ 127292 w 1722333"/>
              <a:gd name="csY739" fmla="*/ 518968 h 531334"/>
              <a:gd name="csX740" fmla="*/ 127465 w 1722333"/>
              <a:gd name="csY740" fmla="*/ 518959 h 531334"/>
              <a:gd name="csX741" fmla="*/ 127637 w 1722333"/>
              <a:gd name="csY741" fmla="*/ 518959 h 531334"/>
              <a:gd name="csX742" fmla="*/ 127809 w 1722333"/>
              <a:gd name="csY742" fmla="*/ 518950 h 531334"/>
              <a:gd name="csX743" fmla="*/ 127982 w 1722333"/>
              <a:gd name="csY743" fmla="*/ 518950 h 531334"/>
              <a:gd name="csX744" fmla="*/ 128154 w 1722333"/>
              <a:gd name="csY744" fmla="*/ 518941 h 531334"/>
              <a:gd name="csX745" fmla="*/ 128326 w 1722333"/>
              <a:gd name="csY745" fmla="*/ 518941 h 531334"/>
              <a:gd name="csX746" fmla="*/ 128499 w 1722333"/>
              <a:gd name="csY746" fmla="*/ 518933 h 531334"/>
              <a:gd name="csX747" fmla="*/ 128670 w 1722333"/>
              <a:gd name="csY747" fmla="*/ 518933 h 531334"/>
              <a:gd name="csX748" fmla="*/ 128843 w 1722333"/>
              <a:gd name="csY748" fmla="*/ 518933 h 531334"/>
              <a:gd name="csX749" fmla="*/ 129015 w 1722333"/>
              <a:gd name="csY749" fmla="*/ 518924 h 531334"/>
              <a:gd name="csX750" fmla="*/ 129187 w 1722333"/>
              <a:gd name="csY750" fmla="*/ 518924 h 531334"/>
              <a:gd name="csX751" fmla="*/ 129360 w 1722333"/>
              <a:gd name="csY751" fmla="*/ 518915 h 531334"/>
              <a:gd name="csX752" fmla="*/ 129531 w 1722333"/>
              <a:gd name="csY752" fmla="*/ 518915 h 531334"/>
              <a:gd name="csX753" fmla="*/ 129704 w 1722333"/>
              <a:gd name="csY753" fmla="*/ 518906 h 531334"/>
              <a:gd name="csX754" fmla="*/ 129877 w 1722333"/>
              <a:gd name="csY754" fmla="*/ 518906 h 531334"/>
              <a:gd name="csX755" fmla="*/ 130048 w 1722333"/>
              <a:gd name="csY755" fmla="*/ 518897 h 531334"/>
              <a:gd name="csX756" fmla="*/ 130221 w 1722333"/>
              <a:gd name="csY756" fmla="*/ 518897 h 531334"/>
              <a:gd name="csX757" fmla="*/ 130393 w 1722333"/>
              <a:gd name="csY757" fmla="*/ 518897 h 531334"/>
              <a:gd name="csX758" fmla="*/ 130565 w 1722333"/>
              <a:gd name="csY758" fmla="*/ 518888 h 531334"/>
              <a:gd name="csX759" fmla="*/ 130738 w 1722333"/>
              <a:gd name="csY759" fmla="*/ 518888 h 531334"/>
              <a:gd name="csX760" fmla="*/ 130909 w 1722333"/>
              <a:gd name="csY760" fmla="*/ 518879 h 531334"/>
              <a:gd name="csX761" fmla="*/ 131082 w 1722333"/>
              <a:gd name="csY761" fmla="*/ 518879 h 531334"/>
              <a:gd name="csX762" fmla="*/ 131255 w 1722333"/>
              <a:gd name="csY762" fmla="*/ 518870 h 531334"/>
              <a:gd name="csX763" fmla="*/ 131426 w 1722333"/>
              <a:gd name="csY763" fmla="*/ 518870 h 531334"/>
              <a:gd name="csX764" fmla="*/ 131599 w 1722333"/>
              <a:gd name="csY764" fmla="*/ 518861 h 531334"/>
              <a:gd name="csX765" fmla="*/ 131771 w 1722333"/>
              <a:gd name="csY765" fmla="*/ 518861 h 531334"/>
              <a:gd name="csX766" fmla="*/ 131943 w 1722333"/>
              <a:gd name="csY766" fmla="*/ 518853 h 531334"/>
              <a:gd name="csX767" fmla="*/ 132116 w 1722333"/>
              <a:gd name="csY767" fmla="*/ 518853 h 531334"/>
              <a:gd name="csX768" fmla="*/ 132288 w 1722333"/>
              <a:gd name="csY768" fmla="*/ 518853 h 531334"/>
              <a:gd name="csX769" fmla="*/ 132460 w 1722333"/>
              <a:gd name="csY769" fmla="*/ 518844 h 531334"/>
              <a:gd name="csX770" fmla="*/ 132633 w 1722333"/>
              <a:gd name="csY770" fmla="*/ 518844 h 531334"/>
              <a:gd name="csX771" fmla="*/ 132804 w 1722333"/>
              <a:gd name="csY771" fmla="*/ 518835 h 531334"/>
              <a:gd name="csX772" fmla="*/ 132977 w 1722333"/>
              <a:gd name="csY772" fmla="*/ 518835 h 531334"/>
              <a:gd name="csX773" fmla="*/ 133149 w 1722333"/>
              <a:gd name="csY773" fmla="*/ 518826 h 531334"/>
              <a:gd name="csX774" fmla="*/ 133321 w 1722333"/>
              <a:gd name="csY774" fmla="*/ 518826 h 531334"/>
              <a:gd name="csX775" fmla="*/ 133494 w 1722333"/>
              <a:gd name="csY775" fmla="*/ 518817 h 531334"/>
              <a:gd name="csX776" fmla="*/ 133666 w 1722333"/>
              <a:gd name="csY776" fmla="*/ 518817 h 531334"/>
              <a:gd name="csX777" fmla="*/ 133838 w 1722333"/>
              <a:gd name="csY777" fmla="*/ 518808 h 531334"/>
              <a:gd name="csX778" fmla="*/ 134010 w 1722333"/>
              <a:gd name="csY778" fmla="*/ 518808 h 531334"/>
              <a:gd name="csX779" fmla="*/ 134182 w 1722333"/>
              <a:gd name="csY779" fmla="*/ 518808 h 531334"/>
              <a:gd name="csX780" fmla="*/ 134355 w 1722333"/>
              <a:gd name="csY780" fmla="*/ 518799 h 531334"/>
              <a:gd name="csX781" fmla="*/ 134527 w 1722333"/>
              <a:gd name="csY781" fmla="*/ 518799 h 531334"/>
              <a:gd name="csX782" fmla="*/ 134699 w 1722333"/>
              <a:gd name="csY782" fmla="*/ 518790 h 531334"/>
              <a:gd name="csX783" fmla="*/ 134872 w 1722333"/>
              <a:gd name="csY783" fmla="*/ 518790 h 531334"/>
              <a:gd name="csX784" fmla="*/ 135044 w 1722333"/>
              <a:gd name="csY784" fmla="*/ 518781 h 531334"/>
              <a:gd name="csX785" fmla="*/ 135216 w 1722333"/>
              <a:gd name="csY785" fmla="*/ 518781 h 531334"/>
              <a:gd name="csX786" fmla="*/ 135388 w 1722333"/>
              <a:gd name="csY786" fmla="*/ 518772 h 531334"/>
              <a:gd name="csX787" fmla="*/ 135561 w 1722333"/>
              <a:gd name="csY787" fmla="*/ 518772 h 531334"/>
              <a:gd name="csX788" fmla="*/ 135733 w 1722333"/>
              <a:gd name="csY788" fmla="*/ 518764 h 531334"/>
              <a:gd name="csX789" fmla="*/ 135905 w 1722333"/>
              <a:gd name="csY789" fmla="*/ 518764 h 531334"/>
              <a:gd name="csX790" fmla="*/ 136077 w 1722333"/>
              <a:gd name="csY790" fmla="*/ 518764 h 531334"/>
              <a:gd name="csX791" fmla="*/ 136250 w 1722333"/>
              <a:gd name="csY791" fmla="*/ 518755 h 531334"/>
              <a:gd name="csX792" fmla="*/ 136422 w 1722333"/>
              <a:gd name="csY792" fmla="*/ 518755 h 531334"/>
              <a:gd name="csX793" fmla="*/ 136594 w 1722333"/>
              <a:gd name="csY793" fmla="*/ 518746 h 531334"/>
              <a:gd name="csX794" fmla="*/ 136766 w 1722333"/>
              <a:gd name="csY794" fmla="*/ 518746 h 531334"/>
              <a:gd name="csX795" fmla="*/ 136939 w 1722333"/>
              <a:gd name="csY795" fmla="*/ 518737 h 531334"/>
              <a:gd name="csX796" fmla="*/ 137111 w 1722333"/>
              <a:gd name="csY796" fmla="*/ 518737 h 531334"/>
              <a:gd name="csX797" fmla="*/ 137283 w 1722333"/>
              <a:gd name="csY797" fmla="*/ 518728 h 531334"/>
              <a:gd name="csX798" fmla="*/ 137456 w 1722333"/>
              <a:gd name="csY798" fmla="*/ 518728 h 531334"/>
              <a:gd name="csX799" fmla="*/ 137627 w 1722333"/>
              <a:gd name="csY799" fmla="*/ 518719 h 531334"/>
              <a:gd name="csX800" fmla="*/ 137800 w 1722333"/>
              <a:gd name="csY800" fmla="*/ 518719 h 531334"/>
              <a:gd name="csX801" fmla="*/ 137972 w 1722333"/>
              <a:gd name="csY801" fmla="*/ 518710 h 531334"/>
              <a:gd name="csX802" fmla="*/ 138144 w 1722333"/>
              <a:gd name="csY802" fmla="*/ 518710 h 531334"/>
              <a:gd name="csX803" fmla="*/ 138317 w 1722333"/>
              <a:gd name="csY803" fmla="*/ 518710 h 531334"/>
              <a:gd name="csX804" fmla="*/ 138489 w 1722333"/>
              <a:gd name="csY804" fmla="*/ 518701 h 531334"/>
              <a:gd name="csX805" fmla="*/ 138661 w 1722333"/>
              <a:gd name="csY805" fmla="*/ 518701 h 531334"/>
              <a:gd name="csX806" fmla="*/ 138834 w 1722333"/>
              <a:gd name="csY806" fmla="*/ 518692 h 531334"/>
              <a:gd name="csX807" fmla="*/ 139005 w 1722333"/>
              <a:gd name="csY807" fmla="*/ 518692 h 531334"/>
              <a:gd name="csX808" fmla="*/ 139178 w 1722333"/>
              <a:gd name="csY808" fmla="*/ 518683 h 531334"/>
              <a:gd name="csX809" fmla="*/ 139350 w 1722333"/>
              <a:gd name="csY809" fmla="*/ 518683 h 531334"/>
              <a:gd name="csX810" fmla="*/ 139522 w 1722333"/>
              <a:gd name="csY810" fmla="*/ 518675 h 531334"/>
              <a:gd name="csX811" fmla="*/ 139695 w 1722333"/>
              <a:gd name="csY811" fmla="*/ 518675 h 531334"/>
              <a:gd name="csX812" fmla="*/ 139866 w 1722333"/>
              <a:gd name="csY812" fmla="*/ 518666 h 531334"/>
              <a:gd name="csX813" fmla="*/ 140039 w 1722333"/>
              <a:gd name="csY813" fmla="*/ 518666 h 531334"/>
              <a:gd name="csX814" fmla="*/ 140212 w 1722333"/>
              <a:gd name="csY814" fmla="*/ 518657 h 531334"/>
              <a:gd name="csX815" fmla="*/ 140383 w 1722333"/>
              <a:gd name="csY815" fmla="*/ 518657 h 531334"/>
              <a:gd name="csX816" fmla="*/ 140556 w 1722333"/>
              <a:gd name="csY816" fmla="*/ 518657 h 531334"/>
              <a:gd name="csX817" fmla="*/ 140729 w 1722333"/>
              <a:gd name="csY817" fmla="*/ 518648 h 531334"/>
              <a:gd name="csX818" fmla="*/ 140900 w 1722333"/>
              <a:gd name="csY818" fmla="*/ 518648 h 531334"/>
              <a:gd name="csX819" fmla="*/ 141073 w 1722333"/>
              <a:gd name="csY819" fmla="*/ 518639 h 531334"/>
              <a:gd name="csX820" fmla="*/ 141244 w 1722333"/>
              <a:gd name="csY820" fmla="*/ 518639 h 531334"/>
              <a:gd name="csX821" fmla="*/ 141417 w 1722333"/>
              <a:gd name="csY821" fmla="*/ 518630 h 531334"/>
              <a:gd name="csX822" fmla="*/ 141590 w 1722333"/>
              <a:gd name="csY822" fmla="*/ 518630 h 531334"/>
              <a:gd name="csX823" fmla="*/ 141761 w 1722333"/>
              <a:gd name="csY823" fmla="*/ 518621 h 531334"/>
              <a:gd name="csX824" fmla="*/ 141934 w 1722333"/>
              <a:gd name="csY824" fmla="*/ 518621 h 531334"/>
              <a:gd name="csX825" fmla="*/ 142106 w 1722333"/>
              <a:gd name="csY825" fmla="*/ 518612 h 531334"/>
              <a:gd name="csX826" fmla="*/ 142278 w 1722333"/>
              <a:gd name="csY826" fmla="*/ 518612 h 531334"/>
              <a:gd name="csX827" fmla="*/ 142451 w 1722333"/>
              <a:gd name="csY827" fmla="*/ 518603 h 531334"/>
              <a:gd name="csX828" fmla="*/ 142623 w 1722333"/>
              <a:gd name="csY828" fmla="*/ 518603 h 531334"/>
              <a:gd name="csX829" fmla="*/ 142795 w 1722333"/>
              <a:gd name="csY829" fmla="*/ 518595 h 531334"/>
              <a:gd name="csX830" fmla="*/ 142968 w 1722333"/>
              <a:gd name="csY830" fmla="*/ 518595 h 531334"/>
              <a:gd name="csX831" fmla="*/ 143139 w 1722333"/>
              <a:gd name="csY831" fmla="*/ 518595 h 531334"/>
              <a:gd name="csX832" fmla="*/ 143312 w 1722333"/>
              <a:gd name="csY832" fmla="*/ 518586 h 531334"/>
              <a:gd name="csX833" fmla="*/ 143484 w 1722333"/>
              <a:gd name="csY833" fmla="*/ 518586 h 531334"/>
              <a:gd name="csX834" fmla="*/ 143656 w 1722333"/>
              <a:gd name="csY834" fmla="*/ 518577 h 531334"/>
              <a:gd name="csX835" fmla="*/ 143829 w 1722333"/>
              <a:gd name="csY835" fmla="*/ 518577 h 531334"/>
              <a:gd name="csX836" fmla="*/ 144001 w 1722333"/>
              <a:gd name="csY836" fmla="*/ 518568 h 531334"/>
              <a:gd name="csX837" fmla="*/ 144173 w 1722333"/>
              <a:gd name="csY837" fmla="*/ 518568 h 531334"/>
              <a:gd name="csX838" fmla="*/ 144345 w 1722333"/>
              <a:gd name="csY838" fmla="*/ 518559 h 531334"/>
              <a:gd name="csX839" fmla="*/ 144518 w 1722333"/>
              <a:gd name="csY839" fmla="*/ 518559 h 531334"/>
              <a:gd name="csX840" fmla="*/ 144690 w 1722333"/>
              <a:gd name="csY840" fmla="*/ 518550 h 531334"/>
              <a:gd name="csX841" fmla="*/ 144862 w 1722333"/>
              <a:gd name="csY841" fmla="*/ 518550 h 531334"/>
              <a:gd name="csX842" fmla="*/ 145034 w 1722333"/>
              <a:gd name="csY842" fmla="*/ 518541 h 531334"/>
              <a:gd name="csX843" fmla="*/ 145207 w 1722333"/>
              <a:gd name="csY843" fmla="*/ 518541 h 531334"/>
              <a:gd name="csX844" fmla="*/ 145379 w 1722333"/>
              <a:gd name="csY844" fmla="*/ 518532 h 531334"/>
              <a:gd name="csX845" fmla="*/ 145551 w 1722333"/>
              <a:gd name="csY845" fmla="*/ 518532 h 531334"/>
              <a:gd name="csX846" fmla="*/ 145723 w 1722333"/>
              <a:gd name="csY846" fmla="*/ 518523 h 531334"/>
              <a:gd name="csX847" fmla="*/ 145896 w 1722333"/>
              <a:gd name="csY847" fmla="*/ 518523 h 531334"/>
              <a:gd name="csX848" fmla="*/ 146068 w 1722333"/>
              <a:gd name="csY848" fmla="*/ 518523 h 531334"/>
              <a:gd name="csX849" fmla="*/ 146240 w 1722333"/>
              <a:gd name="csY849" fmla="*/ 518514 h 531334"/>
              <a:gd name="csX850" fmla="*/ 146412 w 1722333"/>
              <a:gd name="csY850" fmla="*/ 518514 h 531334"/>
              <a:gd name="csX851" fmla="*/ 146585 w 1722333"/>
              <a:gd name="csY851" fmla="*/ 518506 h 531334"/>
              <a:gd name="csX852" fmla="*/ 146757 w 1722333"/>
              <a:gd name="csY852" fmla="*/ 518506 h 531334"/>
              <a:gd name="csX853" fmla="*/ 146929 w 1722333"/>
              <a:gd name="csY853" fmla="*/ 518497 h 531334"/>
              <a:gd name="csX854" fmla="*/ 147101 w 1722333"/>
              <a:gd name="csY854" fmla="*/ 518497 h 531334"/>
              <a:gd name="csX855" fmla="*/ 147274 w 1722333"/>
              <a:gd name="csY855" fmla="*/ 518488 h 531334"/>
              <a:gd name="csX856" fmla="*/ 147446 w 1722333"/>
              <a:gd name="csY856" fmla="*/ 518488 h 531334"/>
              <a:gd name="csX857" fmla="*/ 147618 w 1722333"/>
              <a:gd name="csY857" fmla="*/ 518479 h 531334"/>
              <a:gd name="csX858" fmla="*/ 147791 w 1722333"/>
              <a:gd name="csY858" fmla="*/ 518479 h 531334"/>
              <a:gd name="csX859" fmla="*/ 147962 w 1722333"/>
              <a:gd name="csY859" fmla="*/ 518470 h 531334"/>
              <a:gd name="csX860" fmla="*/ 148135 w 1722333"/>
              <a:gd name="csY860" fmla="*/ 518470 h 531334"/>
              <a:gd name="csX861" fmla="*/ 148307 w 1722333"/>
              <a:gd name="csY861" fmla="*/ 518461 h 531334"/>
              <a:gd name="csX862" fmla="*/ 148479 w 1722333"/>
              <a:gd name="csY862" fmla="*/ 518461 h 531334"/>
              <a:gd name="csX863" fmla="*/ 148652 w 1722333"/>
              <a:gd name="csY863" fmla="*/ 518452 h 531334"/>
              <a:gd name="csX864" fmla="*/ 148824 w 1722333"/>
              <a:gd name="csY864" fmla="*/ 518452 h 531334"/>
              <a:gd name="csX865" fmla="*/ 148996 w 1722333"/>
              <a:gd name="csY865" fmla="*/ 518443 h 531334"/>
              <a:gd name="csX866" fmla="*/ 149169 w 1722333"/>
              <a:gd name="csY866" fmla="*/ 518443 h 531334"/>
              <a:gd name="csX867" fmla="*/ 149340 w 1722333"/>
              <a:gd name="csY867" fmla="*/ 518443 h 531334"/>
              <a:gd name="csX868" fmla="*/ 149513 w 1722333"/>
              <a:gd name="csY868" fmla="*/ 518434 h 531334"/>
              <a:gd name="csX869" fmla="*/ 149685 w 1722333"/>
              <a:gd name="csY869" fmla="*/ 518434 h 531334"/>
              <a:gd name="csX870" fmla="*/ 149857 w 1722333"/>
              <a:gd name="csY870" fmla="*/ 518426 h 531334"/>
              <a:gd name="csX871" fmla="*/ 150030 w 1722333"/>
              <a:gd name="csY871" fmla="*/ 518426 h 531334"/>
              <a:gd name="csX872" fmla="*/ 150201 w 1722333"/>
              <a:gd name="csY872" fmla="*/ 518417 h 531334"/>
              <a:gd name="csX873" fmla="*/ 150374 w 1722333"/>
              <a:gd name="csY873" fmla="*/ 518417 h 531334"/>
              <a:gd name="csX874" fmla="*/ 150547 w 1722333"/>
              <a:gd name="csY874" fmla="*/ 518408 h 531334"/>
              <a:gd name="csX875" fmla="*/ 150718 w 1722333"/>
              <a:gd name="csY875" fmla="*/ 518408 h 531334"/>
              <a:gd name="csX876" fmla="*/ 150891 w 1722333"/>
              <a:gd name="csY876" fmla="*/ 518399 h 531334"/>
              <a:gd name="csX877" fmla="*/ 151064 w 1722333"/>
              <a:gd name="csY877" fmla="*/ 518399 h 531334"/>
              <a:gd name="csX878" fmla="*/ 151235 w 1722333"/>
              <a:gd name="csY878" fmla="*/ 518390 h 531334"/>
              <a:gd name="csX879" fmla="*/ 151408 w 1722333"/>
              <a:gd name="csY879" fmla="*/ 518390 h 531334"/>
              <a:gd name="csX880" fmla="*/ 151579 w 1722333"/>
              <a:gd name="csY880" fmla="*/ 518381 h 531334"/>
              <a:gd name="csX881" fmla="*/ 151752 w 1722333"/>
              <a:gd name="csY881" fmla="*/ 518381 h 531334"/>
              <a:gd name="csX882" fmla="*/ 151925 w 1722333"/>
              <a:gd name="csY882" fmla="*/ 518372 h 531334"/>
              <a:gd name="csX883" fmla="*/ 152096 w 1722333"/>
              <a:gd name="csY883" fmla="*/ 518372 h 531334"/>
              <a:gd name="csX884" fmla="*/ 152269 w 1722333"/>
              <a:gd name="csY884" fmla="*/ 518363 h 531334"/>
              <a:gd name="csX885" fmla="*/ 152441 w 1722333"/>
              <a:gd name="csY885" fmla="*/ 518363 h 531334"/>
              <a:gd name="csX886" fmla="*/ 152613 w 1722333"/>
              <a:gd name="csY886" fmla="*/ 518354 h 531334"/>
              <a:gd name="csX887" fmla="*/ 152786 w 1722333"/>
              <a:gd name="csY887" fmla="*/ 518354 h 531334"/>
              <a:gd name="csX888" fmla="*/ 152958 w 1722333"/>
              <a:gd name="csY888" fmla="*/ 518345 h 531334"/>
              <a:gd name="csX889" fmla="*/ 153130 w 1722333"/>
              <a:gd name="csY889" fmla="*/ 518345 h 531334"/>
              <a:gd name="csX890" fmla="*/ 153303 w 1722333"/>
              <a:gd name="csY890" fmla="*/ 518336 h 531334"/>
              <a:gd name="csX891" fmla="*/ 153474 w 1722333"/>
              <a:gd name="csY891" fmla="*/ 518336 h 531334"/>
              <a:gd name="csX892" fmla="*/ 153647 w 1722333"/>
              <a:gd name="csY892" fmla="*/ 518336 h 531334"/>
              <a:gd name="csX893" fmla="*/ 153819 w 1722333"/>
              <a:gd name="csY893" fmla="*/ 518328 h 531334"/>
              <a:gd name="csX894" fmla="*/ 153991 w 1722333"/>
              <a:gd name="csY894" fmla="*/ 518328 h 531334"/>
              <a:gd name="csX895" fmla="*/ 154164 w 1722333"/>
              <a:gd name="csY895" fmla="*/ 518319 h 531334"/>
              <a:gd name="csX896" fmla="*/ 154336 w 1722333"/>
              <a:gd name="csY896" fmla="*/ 518319 h 531334"/>
              <a:gd name="csX897" fmla="*/ 154508 w 1722333"/>
              <a:gd name="csY897" fmla="*/ 518310 h 531334"/>
              <a:gd name="csX898" fmla="*/ 154681 w 1722333"/>
              <a:gd name="csY898" fmla="*/ 518310 h 531334"/>
              <a:gd name="csX899" fmla="*/ 154853 w 1722333"/>
              <a:gd name="csY899" fmla="*/ 518301 h 531334"/>
              <a:gd name="csX900" fmla="*/ 155025 w 1722333"/>
              <a:gd name="csY900" fmla="*/ 518301 h 531334"/>
              <a:gd name="csX901" fmla="*/ 155197 w 1722333"/>
              <a:gd name="csY901" fmla="*/ 518292 h 531334"/>
              <a:gd name="csX902" fmla="*/ 155369 w 1722333"/>
              <a:gd name="csY902" fmla="*/ 518292 h 531334"/>
              <a:gd name="csX903" fmla="*/ 155542 w 1722333"/>
              <a:gd name="csY903" fmla="*/ 518283 h 531334"/>
              <a:gd name="csX904" fmla="*/ 155714 w 1722333"/>
              <a:gd name="csY904" fmla="*/ 518283 h 531334"/>
              <a:gd name="csX905" fmla="*/ 155886 w 1722333"/>
              <a:gd name="csY905" fmla="*/ 518274 h 531334"/>
              <a:gd name="csX906" fmla="*/ 156058 w 1722333"/>
              <a:gd name="csY906" fmla="*/ 518274 h 531334"/>
              <a:gd name="csX907" fmla="*/ 156231 w 1722333"/>
              <a:gd name="csY907" fmla="*/ 518265 h 531334"/>
              <a:gd name="csX908" fmla="*/ 156403 w 1722333"/>
              <a:gd name="csY908" fmla="*/ 518265 h 531334"/>
              <a:gd name="csX909" fmla="*/ 156575 w 1722333"/>
              <a:gd name="csY909" fmla="*/ 518256 h 531334"/>
              <a:gd name="csX910" fmla="*/ 156747 w 1722333"/>
              <a:gd name="csY910" fmla="*/ 518256 h 531334"/>
              <a:gd name="csX911" fmla="*/ 156920 w 1722333"/>
              <a:gd name="csY911" fmla="*/ 518248 h 531334"/>
              <a:gd name="csX912" fmla="*/ 157092 w 1722333"/>
              <a:gd name="csY912" fmla="*/ 518248 h 531334"/>
              <a:gd name="csX913" fmla="*/ 157264 w 1722333"/>
              <a:gd name="csY913" fmla="*/ 518239 h 531334"/>
              <a:gd name="csX914" fmla="*/ 157436 w 1722333"/>
              <a:gd name="csY914" fmla="*/ 518239 h 531334"/>
              <a:gd name="csX915" fmla="*/ 157609 w 1722333"/>
              <a:gd name="csY915" fmla="*/ 518230 h 531334"/>
              <a:gd name="csX916" fmla="*/ 157781 w 1722333"/>
              <a:gd name="csY916" fmla="*/ 518230 h 531334"/>
              <a:gd name="csX917" fmla="*/ 157953 w 1722333"/>
              <a:gd name="csY917" fmla="*/ 518221 h 531334"/>
              <a:gd name="csX918" fmla="*/ 158126 w 1722333"/>
              <a:gd name="csY918" fmla="*/ 518221 h 531334"/>
              <a:gd name="csX919" fmla="*/ 158297 w 1722333"/>
              <a:gd name="csY919" fmla="*/ 518212 h 531334"/>
              <a:gd name="csX920" fmla="*/ 158470 w 1722333"/>
              <a:gd name="csY920" fmla="*/ 518212 h 531334"/>
              <a:gd name="csX921" fmla="*/ 158642 w 1722333"/>
              <a:gd name="csY921" fmla="*/ 518203 h 531334"/>
              <a:gd name="csX922" fmla="*/ 158814 w 1722333"/>
              <a:gd name="csY922" fmla="*/ 518203 h 531334"/>
              <a:gd name="csX923" fmla="*/ 158987 w 1722333"/>
              <a:gd name="csY923" fmla="*/ 518194 h 531334"/>
              <a:gd name="csX924" fmla="*/ 159159 w 1722333"/>
              <a:gd name="csY924" fmla="*/ 518194 h 531334"/>
              <a:gd name="csX925" fmla="*/ 159331 w 1722333"/>
              <a:gd name="csY925" fmla="*/ 518185 h 531334"/>
              <a:gd name="csX926" fmla="*/ 159504 w 1722333"/>
              <a:gd name="csY926" fmla="*/ 518185 h 531334"/>
              <a:gd name="csX927" fmla="*/ 159675 w 1722333"/>
              <a:gd name="csY927" fmla="*/ 518185 h 531334"/>
              <a:gd name="csX928" fmla="*/ 159848 w 1722333"/>
              <a:gd name="csY928" fmla="*/ 518176 h 531334"/>
              <a:gd name="csX929" fmla="*/ 160020 w 1722333"/>
              <a:gd name="csY929" fmla="*/ 518176 h 531334"/>
              <a:gd name="csX930" fmla="*/ 160192 w 1722333"/>
              <a:gd name="csY930" fmla="*/ 518168 h 531334"/>
              <a:gd name="csX931" fmla="*/ 160365 w 1722333"/>
              <a:gd name="csY931" fmla="*/ 518168 h 531334"/>
              <a:gd name="csX932" fmla="*/ 160536 w 1722333"/>
              <a:gd name="csY932" fmla="*/ 518159 h 531334"/>
              <a:gd name="csX933" fmla="*/ 160709 w 1722333"/>
              <a:gd name="csY933" fmla="*/ 518159 h 531334"/>
              <a:gd name="csX934" fmla="*/ 160882 w 1722333"/>
              <a:gd name="csY934" fmla="*/ 518150 h 531334"/>
              <a:gd name="csX935" fmla="*/ 161053 w 1722333"/>
              <a:gd name="csY935" fmla="*/ 518150 h 531334"/>
              <a:gd name="csX936" fmla="*/ 161226 w 1722333"/>
              <a:gd name="csY936" fmla="*/ 518141 h 531334"/>
              <a:gd name="csX937" fmla="*/ 161398 w 1722333"/>
              <a:gd name="csY937" fmla="*/ 518141 h 531334"/>
              <a:gd name="csX938" fmla="*/ 161570 w 1722333"/>
              <a:gd name="csY938" fmla="*/ 518132 h 531334"/>
              <a:gd name="csX939" fmla="*/ 161743 w 1722333"/>
              <a:gd name="csY939" fmla="*/ 518132 h 531334"/>
              <a:gd name="csX940" fmla="*/ 161915 w 1722333"/>
              <a:gd name="csY940" fmla="*/ 518123 h 531334"/>
              <a:gd name="csX941" fmla="*/ 162087 w 1722333"/>
              <a:gd name="csY941" fmla="*/ 518123 h 531334"/>
              <a:gd name="csX942" fmla="*/ 162260 w 1722333"/>
              <a:gd name="csY942" fmla="*/ 518114 h 531334"/>
              <a:gd name="csX943" fmla="*/ 162431 w 1722333"/>
              <a:gd name="csY943" fmla="*/ 518114 h 531334"/>
              <a:gd name="csX944" fmla="*/ 162604 w 1722333"/>
              <a:gd name="csY944" fmla="*/ 518105 h 531334"/>
              <a:gd name="csX945" fmla="*/ 162777 w 1722333"/>
              <a:gd name="csY945" fmla="*/ 518105 h 531334"/>
              <a:gd name="csX946" fmla="*/ 162948 w 1722333"/>
              <a:gd name="csY946" fmla="*/ 518096 h 531334"/>
              <a:gd name="csX947" fmla="*/ 163121 w 1722333"/>
              <a:gd name="csY947" fmla="*/ 518096 h 531334"/>
              <a:gd name="csX948" fmla="*/ 163293 w 1722333"/>
              <a:gd name="csY948" fmla="*/ 518087 h 531334"/>
              <a:gd name="csX949" fmla="*/ 163465 w 1722333"/>
              <a:gd name="csY949" fmla="*/ 518087 h 531334"/>
              <a:gd name="csX950" fmla="*/ 163638 w 1722333"/>
              <a:gd name="csY950" fmla="*/ 518079 h 531334"/>
              <a:gd name="csX951" fmla="*/ 163809 w 1722333"/>
              <a:gd name="csY951" fmla="*/ 518079 h 531334"/>
              <a:gd name="csX952" fmla="*/ 163982 w 1722333"/>
              <a:gd name="csY952" fmla="*/ 518070 h 531334"/>
              <a:gd name="csX953" fmla="*/ 164154 w 1722333"/>
              <a:gd name="csY953" fmla="*/ 518070 h 531334"/>
              <a:gd name="csX954" fmla="*/ 164326 w 1722333"/>
              <a:gd name="csY954" fmla="*/ 518061 h 531334"/>
              <a:gd name="csX955" fmla="*/ 164499 w 1722333"/>
              <a:gd name="csY955" fmla="*/ 518061 h 531334"/>
              <a:gd name="csX956" fmla="*/ 164671 w 1722333"/>
              <a:gd name="csY956" fmla="*/ 518052 h 531334"/>
              <a:gd name="csX957" fmla="*/ 164843 w 1722333"/>
              <a:gd name="csY957" fmla="*/ 518052 h 531334"/>
              <a:gd name="csX958" fmla="*/ 165016 w 1722333"/>
              <a:gd name="csY958" fmla="*/ 518043 h 531334"/>
              <a:gd name="csX959" fmla="*/ 165188 w 1722333"/>
              <a:gd name="csY959" fmla="*/ 518043 h 531334"/>
              <a:gd name="csX960" fmla="*/ 165360 w 1722333"/>
              <a:gd name="csY960" fmla="*/ 518034 h 531334"/>
              <a:gd name="csX961" fmla="*/ 165532 w 1722333"/>
              <a:gd name="csY961" fmla="*/ 518034 h 531334"/>
              <a:gd name="csX962" fmla="*/ 165704 w 1722333"/>
              <a:gd name="csY962" fmla="*/ 518025 h 531334"/>
              <a:gd name="csX963" fmla="*/ 165877 w 1722333"/>
              <a:gd name="csY963" fmla="*/ 518025 h 531334"/>
              <a:gd name="csX964" fmla="*/ 166049 w 1722333"/>
              <a:gd name="csY964" fmla="*/ 518016 h 531334"/>
              <a:gd name="csX965" fmla="*/ 166221 w 1722333"/>
              <a:gd name="csY965" fmla="*/ 518016 h 531334"/>
              <a:gd name="csX966" fmla="*/ 166393 w 1722333"/>
              <a:gd name="csY966" fmla="*/ 518007 h 531334"/>
              <a:gd name="csX967" fmla="*/ 166566 w 1722333"/>
              <a:gd name="csY967" fmla="*/ 518007 h 531334"/>
              <a:gd name="csX968" fmla="*/ 166738 w 1722333"/>
              <a:gd name="csY968" fmla="*/ 517998 h 531334"/>
              <a:gd name="csX969" fmla="*/ 166910 w 1722333"/>
              <a:gd name="csY969" fmla="*/ 517998 h 531334"/>
              <a:gd name="csX970" fmla="*/ 167082 w 1722333"/>
              <a:gd name="csY970" fmla="*/ 517990 h 531334"/>
              <a:gd name="csX971" fmla="*/ 167255 w 1722333"/>
              <a:gd name="csY971" fmla="*/ 517990 h 531334"/>
              <a:gd name="csX972" fmla="*/ 167427 w 1722333"/>
              <a:gd name="csY972" fmla="*/ 517981 h 531334"/>
              <a:gd name="csX973" fmla="*/ 167599 w 1722333"/>
              <a:gd name="csY973" fmla="*/ 517981 h 531334"/>
              <a:gd name="csX974" fmla="*/ 167771 w 1722333"/>
              <a:gd name="csY974" fmla="*/ 517972 h 531334"/>
              <a:gd name="csX975" fmla="*/ 167944 w 1722333"/>
              <a:gd name="csY975" fmla="*/ 517972 h 531334"/>
              <a:gd name="csX976" fmla="*/ 168116 w 1722333"/>
              <a:gd name="csY976" fmla="*/ 517963 h 531334"/>
              <a:gd name="csX977" fmla="*/ 168288 w 1722333"/>
              <a:gd name="csY977" fmla="*/ 517963 h 531334"/>
              <a:gd name="csX978" fmla="*/ 168461 w 1722333"/>
              <a:gd name="csY978" fmla="*/ 517954 h 531334"/>
              <a:gd name="csX979" fmla="*/ 168632 w 1722333"/>
              <a:gd name="csY979" fmla="*/ 517954 h 531334"/>
              <a:gd name="csX980" fmla="*/ 168805 w 1722333"/>
              <a:gd name="csY980" fmla="*/ 517945 h 531334"/>
              <a:gd name="csX981" fmla="*/ 168977 w 1722333"/>
              <a:gd name="csY981" fmla="*/ 517945 h 531334"/>
              <a:gd name="csX982" fmla="*/ 169149 w 1722333"/>
              <a:gd name="csY982" fmla="*/ 517936 h 531334"/>
              <a:gd name="csX983" fmla="*/ 169322 w 1722333"/>
              <a:gd name="csY983" fmla="*/ 517936 h 531334"/>
              <a:gd name="csX984" fmla="*/ 169494 w 1722333"/>
              <a:gd name="csY984" fmla="*/ 517927 h 531334"/>
              <a:gd name="csX985" fmla="*/ 169666 w 1722333"/>
              <a:gd name="csY985" fmla="*/ 517927 h 531334"/>
              <a:gd name="csX986" fmla="*/ 169839 w 1722333"/>
              <a:gd name="csY986" fmla="*/ 517918 h 531334"/>
              <a:gd name="csX987" fmla="*/ 170010 w 1722333"/>
              <a:gd name="csY987" fmla="*/ 517918 h 531334"/>
              <a:gd name="csX988" fmla="*/ 170183 w 1722333"/>
              <a:gd name="csY988" fmla="*/ 517909 h 531334"/>
              <a:gd name="csX989" fmla="*/ 170355 w 1722333"/>
              <a:gd name="csY989" fmla="*/ 517909 h 531334"/>
              <a:gd name="csX990" fmla="*/ 170527 w 1722333"/>
              <a:gd name="csY990" fmla="*/ 517901 h 531334"/>
              <a:gd name="csX991" fmla="*/ 170700 w 1722333"/>
              <a:gd name="csY991" fmla="*/ 517901 h 531334"/>
              <a:gd name="csX992" fmla="*/ 170871 w 1722333"/>
              <a:gd name="csY992" fmla="*/ 517892 h 531334"/>
              <a:gd name="csX993" fmla="*/ 171044 w 1722333"/>
              <a:gd name="csY993" fmla="*/ 517892 h 531334"/>
              <a:gd name="csX994" fmla="*/ 171217 w 1722333"/>
              <a:gd name="csY994" fmla="*/ 517883 h 531334"/>
              <a:gd name="csX995" fmla="*/ 171388 w 1722333"/>
              <a:gd name="csY995" fmla="*/ 517883 h 531334"/>
              <a:gd name="csX996" fmla="*/ 171561 w 1722333"/>
              <a:gd name="csY996" fmla="*/ 517874 h 531334"/>
              <a:gd name="csX997" fmla="*/ 171734 w 1722333"/>
              <a:gd name="csY997" fmla="*/ 517874 h 531334"/>
              <a:gd name="csX998" fmla="*/ 171905 w 1722333"/>
              <a:gd name="csY998" fmla="*/ 517865 h 531334"/>
              <a:gd name="csX999" fmla="*/ 172078 w 1722333"/>
              <a:gd name="csY999" fmla="*/ 517865 h 531334"/>
              <a:gd name="csX1000" fmla="*/ 172250 w 1722333"/>
              <a:gd name="csY1000" fmla="*/ 517856 h 531334"/>
              <a:gd name="csX1001" fmla="*/ 172422 w 1722333"/>
              <a:gd name="csY1001" fmla="*/ 517856 h 531334"/>
              <a:gd name="csX1002" fmla="*/ 172595 w 1722333"/>
              <a:gd name="csY1002" fmla="*/ 517847 h 531334"/>
              <a:gd name="csX1003" fmla="*/ 172766 w 1722333"/>
              <a:gd name="csY1003" fmla="*/ 517838 h 531334"/>
              <a:gd name="csX1004" fmla="*/ 172939 w 1722333"/>
              <a:gd name="csY1004" fmla="*/ 517838 h 531334"/>
              <a:gd name="csX1005" fmla="*/ 173112 w 1722333"/>
              <a:gd name="csY1005" fmla="*/ 517829 h 531334"/>
              <a:gd name="csX1006" fmla="*/ 173283 w 1722333"/>
              <a:gd name="csY1006" fmla="*/ 517829 h 531334"/>
              <a:gd name="csX1007" fmla="*/ 173456 w 1722333"/>
              <a:gd name="csY1007" fmla="*/ 517821 h 531334"/>
              <a:gd name="csX1008" fmla="*/ 173628 w 1722333"/>
              <a:gd name="csY1008" fmla="*/ 517821 h 531334"/>
              <a:gd name="csX1009" fmla="*/ 173800 w 1722333"/>
              <a:gd name="csY1009" fmla="*/ 517812 h 531334"/>
              <a:gd name="csX1010" fmla="*/ 173973 w 1722333"/>
              <a:gd name="csY1010" fmla="*/ 517812 h 531334"/>
              <a:gd name="csX1011" fmla="*/ 174144 w 1722333"/>
              <a:gd name="csY1011" fmla="*/ 517803 h 531334"/>
              <a:gd name="csX1012" fmla="*/ 174317 w 1722333"/>
              <a:gd name="csY1012" fmla="*/ 517803 h 531334"/>
              <a:gd name="csX1013" fmla="*/ 174489 w 1722333"/>
              <a:gd name="csY1013" fmla="*/ 517794 h 531334"/>
              <a:gd name="csX1014" fmla="*/ 174661 w 1722333"/>
              <a:gd name="csY1014" fmla="*/ 517794 h 531334"/>
              <a:gd name="csX1015" fmla="*/ 174834 w 1722333"/>
              <a:gd name="csY1015" fmla="*/ 517785 h 531334"/>
              <a:gd name="csX1016" fmla="*/ 175006 w 1722333"/>
              <a:gd name="csY1016" fmla="*/ 517785 h 531334"/>
              <a:gd name="csX1017" fmla="*/ 175178 w 1722333"/>
              <a:gd name="csY1017" fmla="*/ 517776 h 531334"/>
              <a:gd name="csX1018" fmla="*/ 175351 w 1722333"/>
              <a:gd name="csY1018" fmla="*/ 517776 h 531334"/>
              <a:gd name="csX1019" fmla="*/ 175523 w 1722333"/>
              <a:gd name="csY1019" fmla="*/ 517767 h 531334"/>
              <a:gd name="csX1020" fmla="*/ 175695 w 1722333"/>
              <a:gd name="csY1020" fmla="*/ 517767 h 531334"/>
              <a:gd name="csX1021" fmla="*/ 175867 w 1722333"/>
              <a:gd name="csY1021" fmla="*/ 517758 h 531334"/>
              <a:gd name="csX1022" fmla="*/ 176039 w 1722333"/>
              <a:gd name="csY1022" fmla="*/ 517758 h 531334"/>
              <a:gd name="csX1023" fmla="*/ 176212 w 1722333"/>
              <a:gd name="csY1023" fmla="*/ 517749 h 531334"/>
              <a:gd name="csX1024" fmla="*/ 176384 w 1722333"/>
              <a:gd name="csY1024" fmla="*/ 517749 h 531334"/>
              <a:gd name="csX1025" fmla="*/ 176556 w 1722333"/>
              <a:gd name="csY1025" fmla="*/ 517741 h 531334"/>
              <a:gd name="csX1026" fmla="*/ 176728 w 1722333"/>
              <a:gd name="csY1026" fmla="*/ 517741 h 531334"/>
              <a:gd name="csX1027" fmla="*/ 176901 w 1722333"/>
              <a:gd name="csY1027" fmla="*/ 517732 h 531334"/>
              <a:gd name="csX1028" fmla="*/ 177073 w 1722333"/>
              <a:gd name="csY1028" fmla="*/ 517732 h 531334"/>
              <a:gd name="csX1029" fmla="*/ 177245 w 1722333"/>
              <a:gd name="csY1029" fmla="*/ 517723 h 531334"/>
              <a:gd name="csX1030" fmla="*/ 177417 w 1722333"/>
              <a:gd name="csY1030" fmla="*/ 517723 h 531334"/>
              <a:gd name="csX1031" fmla="*/ 177590 w 1722333"/>
              <a:gd name="csY1031" fmla="*/ 517714 h 531334"/>
              <a:gd name="csX1032" fmla="*/ 177762 w 1722333"/>
              <a:gd name="csY1032" fmla="*/ 517714 h 531334"/>
              <a:gd name="csX1033" fmla="*/ 177934 w 1722333"/>
              <a:gd name="csY1033" fmla="*/ 517705 h 531334"/>
              <a:gd name="csX1034" fmla="*/ 178106 w 1722333"/>
              <a:gd name="csY1034" fmla="*/ 517705 h 531334"/>
              <a:gd name="csX1035" fmla="*/ 178279 w 1722333"/>
              <a:gd name="csY1035" fmla="*/ 517696 h 531334"/>
              <a:gd name="csX1036" fmla="*/ 178451 w 1722333"/>
              <a:gd name="csY1036" fmla="*/ 517696 h 531334"/>
              <a:gd name="csX1037" fmla="*/ 178623 w 1722333"/>
              <a:gd name="csY1037" fmla="*/ 517687 h 531334"/>
              <a:gd name="csX1038" fmla="*/ 178796 w 1722333"/>
              <a:gd name="csY1038" fmla="*/ 517687 h 531334"/>
              <a:gd name="csX1039" fmla="*/ 178967 w 1722333"/>
              <a:gd name="csY1039" fmla="*/ 517678 h 531334"/>
              <a:gd name="csX1040" fmla="*/ 179140 w 1722333"/>
              <a:gd name="csY1040" fmla="*/ 517669 h 531334"/>
              <a:gd name="csX1041" fmla="*/ 179312 w 1722333"/>
              <a:gd name="csY1041" fmla="*/ 517669 h 531334"/>
              <a:gd name="csX1042" fmla="*/ 179484 w 1722333"/>
              <a:gd name="csY1042" fmla="*/ 517660 h 531334"/>
              <a:gd name="csX1043" fmla="*/ 179657 w 1722333"/>
              <a:gd name="csY1043" fmla="*/ 517660 h 531334"/>
              <a:gd name="csX1044" fmla="*/ 179829 w 1722333"/>
              <a:gd name="csY1044" fmla="*/ 517652 h 531334"/>
              <a:gd name="csX1045" fmla="*/ 180001 w 1722333"/>
              <a:gd name="csY1045" fmla="*/ 517652 h 531334"/>
              <a:gd name="csX1046" fmla="*/ 180174 w 1722333"/>
              <a:gd name="csY1046" fmla="*/ 517643 h 531334"/>
              <a:gd name="csX1047" fmla="*/ 180345 w 1722333"/>
              <a:gd name="csY1047" fmla="*/ 517643 h 531334"/>
              <a:gd name="csX1048" fmla="*/ 180518 w 1722333"/>
              <a:gd name="csY1048" fmla="*/ 517634 h 531334"/>
              <a:gd name="csX1049" fmla="*/ 180690 w 1722333"/>
              <a:gd name="csY1049" fmla="*/ 517634 h 531334"/>
              <a:gd name="csX1050" fmla="*/ 180862 w 1722333"/>
              <a:gd name="csY1050" fmla="*/ 517625 h 531334"/>
              <a:gd name="csX1051" fmla="*/ 181035 w 1722333"/>
              <a:gd name="csY1051" fmla="*/ 517625 h 531334"/>
              <a:gd name="csX1052" fmla="*/ 181207 w 1722333"/>
              <a:gd name="csY1052" fmla="*/ 517616 h 531334"/>
              <a:gd name="csX1053" fmla="*/ 181379 w 1722333"/>
              <a:gd name="csY1053" fmla="*/ 517616 h 531334"/>
              <a:gd name="csX1054" fmla="*/ 181552 w 1722333"/>
              <a:gd name="csY1054" fmla="*/ 517607 h 531334"/>
              <a:gd name="csX1055" fmla="*/ 181723 w 1722333"/>
              <a:gd name="csY1055" fmla="*/ 517607 h 531334"/>
              <a:gd name="csX1056" fmla="*/ 181896 w 1722333"/>
              <a:gd name="csY1056" fmla="*/ 517598 h 531334"/>
              <a:gd name="csX1057" fmla="*/ 182069 w 1722333"/>
              <a:gd name="csY1057" fmla="*/ 517598 h 531334"/>
              <a:gd name="csX1058" fmla="*/ 182240 w 1722333"/>
              <a:gd name="csY1058" fmla="*/ 517589 h 531334"/>
              <a:gd name="csX1059" fmla="*/ 182413 w 1722333"/>
              <a:gd name="csY1059" fmla="*/ 517589 h 531334"/>
              <a:gd name="csX1060" fmla="*/ 182585 w 1722333"/>
              <a:gd name="csY1060" fmla="*/ 517580 h 531334"/>
              <a:gd name="csX1061" fmla="*/ 182757 w 1722333"/>
              <a:gd name="csY1061" fmla="*/ 517580 h 531334"/>
              <a:gd name="csX1062" fmla="*/ 182930 w 1722333"/>
              <a:gd name="csY1062" fmla="*/ 517571 h 531334"/>
              <a:gd name="csX1063" fmla="*/ 183101 w 1722333"/>
              <a:gd name="csY1063" fmla="*/ 517563 h 531334"/>
              <a:gd name="csX1064" fmla="*/ 183274 w 1722333"/>
              <a:gd name="csY1064" fmla="*/ 517563 h 531334"/>
              <a:gd name="csX1065" fmla="*/ 183447 w 1722333"/>
              <a:gd name="csY1065" fmla="*/ 517554 h 531334"/>
              <a:gd name="csX1066" fmla="*/ 183618 w 1722333"/>
              <a:gd name="csY1066" fmla="*/ 517554 h 531334"/>
              <a:gd name="csX1067" fmla="*/ 183791 w 1722333"/>
              <a:gd name="csY1067" fmla="*/ 517545 h 531334"/>
              <a:gd name="csX1068" fmla="*/ 183963 w 1722333"/>
              <a:gd name="csY1068" fmla="*/ 517545 h 531334"/>
              <a:gd name="csX1069" fmla="*/ 184135 w 1722333"/>
              <a:gd name="csY1069" fmla="*/ 517536 h 531334"/>
              <a:gd name="csX1070" fmla="*/ 184308 w 1722333"/>
              <a:gd name="csY1070" fmla="*/ 517536 h 531334"/>
              <a:gd name="csX1071" fmla="*/ 184479 w 1722333"/>
              <a:gd name="csY1071" fmla="*/ 517527 h 531334"/>
              <a:gd name="csX1072" fmla="*/ 184652 w 1722333"/>
              <a:gd name="csY1072" fmla="*/ 517527 h 531334"/>
              <a:gd name="csX1073" fmla="*/ 184824 w 1722333"/>
              <a:gd name="csY1073" fmla="*/ 517518 h 531334"/>
              <a:gd name="csX1074" fmla="*/ 184996 w 1722333"/>
              <a:gd name="csY1074" fmla="*/ 517518 h 531334"/>
              <a:gd name="csX1075" fmla="*/ 185169 w 1722333"/>
              <a:gd name="csY1075" fmla="*/ 517509 h 531334"/>
              <a:gd name="csX1076" fmla="*/ 185341 w 1722333"/>
              <a:gd name="csY1076" fmla="*/ 517509 h 531334"/>
              <a:gd name="csX1077" fmla="*/ 185513 w 1722333"/>
              <a:gd name="csY1077" fmla="*/ 517500 h 531334"/>
              <a:gd name="csX1078" fmla="*/ 185686 w 1722333"/>
              <a:gd name="csY1078" fmla="*/ 517500 h 531334"/>
              <a:gd name="csX1079" fmla="*/ 185858 w 1722333"/>
              <a:gd name="csY1079" fmla="*/ 517491 h 531334"/>
              <a:gd name="csX1080" fmla="*/ 186030 w 1722333"/>
              <a:gd name="csY1080" fmla="*/ 517482 h 531334"/>
              <a:gd name="csX1081" fmla="*/ 186202 w 1722333"/>
              <a:gd name="csY1081" fmla="*/ 517482 h 531334"/>
              <a:gd name="csX1082" fmla="*/ 186374 w 1722333"/>
              <a:gd name="csY1082" fmla="*/ 517474 h 531334"/>
              <a:gd name="csX1083" fmla="*/ 186547 w 1722333"/>
              <a:gd name="csY1083" fmla="*/ 517474 h 531334"/>
              <a:gd name="csX1084" fmla="*/ 186719 w 1722333"/>
              <a:gd name="csY1084" fmla="*/ 517465 h 531334"/>
              <a:gd name="csX1085" fmla="*/ 186891 w 1722333"/>
              <a:gd name="csY1085" fmla="*/ 517465 h 531334"/>
              <a:gd name="csX1086" fmla="*/ 187063 w 1722333"/>
              <a:gd name="csY1086" fmla="*/ 517456 h 531334"/>
              <a:gd name="csX1087" fmla="*/ 187236 w 1722333"/>
              <a:gd name="csY1087" fmla="*/ 517456 h 531334"/>
              <a:gd name="csX1088" fmla="*/ 187408 w 1722333"/>
              <a:gd name="csY1088" fmla="*/ 517447 h 531334"/>
              <a:gd name="csX1089" fmla="*/ 187580 w 1722333"/>
              <a:gd name="csY1089" fmla="*/ 517447 h 531334"/>
              <a:gd name="csX1090" fmla="*/ 187752 w 1722333"/>
              <a:gd name="csY1090" fmla="*/ 517438 h 531334"/>
              <a:gd name="csX1091" fmla="*/ 187925 w 1722333"/>
              <a:gd name="csY1091" fmla="*/ 517438 h 531334"/>
              <a:gd name="csX1092" fmla="*/ 188097 w 1722333"/>
              <a:gd name="csY1092" fmla="*/ 517429 h 531334"/>
              <a:gd name="csX1093" fmla="*/ 188269 w 1722333"/>
              <a:gd name="csY1093" fmla="*/ 517429 h 531334"/>
              <a:gd name="csX1094" fmla="*/ 188441 w 1722333"/>
              <a:gd name="csY1094" fmla="*/ 517420 h 531334"/>
              <a:gd name="csX1095" fmla="*/ 188614 w 1722333"/>
              <a:gd name="csY1095" fmla="*/ 517420 h 531334"/>
              <a:gd name="csX1096" fmla="*/ 188786 w 1722333"/>
              <a:gd name="csY1096" fmla="*/ 517411 h 531334"/>
              <a:gd name="csX1097" fmla="*/ 188958 w 1722333"/>
              <a:gd name="csY1097" fmla="*/ 517402 h 531334"/>
              <a:gd name="csX1098" fmla="*/ 189131 w 1722333"/>
              <a:gd name="csY1098" fmla="*/ 517402 h 531334"/>
              <a:gd name="csX1099" fmla="*/ 189302 w 1722333"/>
              <a:gd name="csY1099" fmla="*/ 517394 h 531334"/>
              <a:gd name="csX1100" fmla="*/ 189475 w 1722333"/>
              <a:gd name="csY1100" fmla="*/ 517394 h 531334"/>
              <a:gd name="csX1101" fmla="*/ 189647 w 1722333"/>
              <a:gd name="csY1101" fmla="*/ 517385 h 531334"/>
              <a:gd name="csX1102" fmla="*/ 189819 w 1722333"/>
              <a:gd name="csY1102" fmla="*/ 517385 h 531334"/>
              <a:gd name="csX1103" fmla="*/ 189992 w 1722333"/>
              <a:gd name="csY1103" fmla="*/ 517376 h 531334"/>
              <a:gd name="csX1104" fmla="*/ 190164 w 1722333"/>
              <a:gd name="csY1104" fmla="*/ 517376 h 531334"/>
              <a:gd name="csX1105" fmla="*/ 190336 w 1722333"/>
              <a:gd name="csY1105" fmla="*/ 517367 h 531334"/>
              <a:gd name="csX1106" fmla="*/ 190509 w 1722333"/>
              <a:gd name="csY1106" fmla="*/ 517367 h 531334"/>
              <a:gd name="csX1107" fmla="*/ 190680 w 1722333"/>
              <a:gd name="csY1107" fmla="*/ 517358 h 531334"/>
              <a:gd name="csX1108" fmla="*/ 190853 w 1722333"/>
              <a:gd name="csY1108" fmla="*/ 517358 h 531334"/>
              <a:gd name="csX1109" fmla="*/ 191025 w 1722333"/>
              <a:gd name="csY1109" fmla="*/ 517349 h 531334"/>
              <a:gd name="csX1110" fmla="*/ 191197 w 1722333"/>
              <a:gd name="csY1110" fmla="*/ 517340 h 531334"/>
              <a:gd name="csX1111" fmla="*/ 191370 w 1722333"/>
              <a:gd name="csY1111" fmla="*/ 517340 h 531334"/>
              <a:gd name="csX1112" fmla="*/ 191542 w 1722333"/>
              <a:gd name="csY1112" fmla="*/ 517331 h 531334"/>
              <a:gd name="csX1113" fmla="*/ 191714 w 1722333"/>
              <a:gd name="csY1113" fmla="*/ 517331 h 531334"/>
              <a:gd name="csX1114" fmla="*/ 191887 w 1722333"/>
              <a:gd name="csY1114" fmla="*/ 517322 h 531334"/>
              <a:gd name="csX1115" fmla="*/ 192058 w 1722333"/>
              <a:gd name="csY1115" fmla="*/ 517322 h 531334"/>
              <a:gd name="csX1116" fmla="*/ 192231 w 1722333"/>
              <a:gd name="csY1116" fmla="*/ 517313 h 531334"/>
              <a:gd name="csX1117" fmla="*/ 192404 w 1722333"/>
              <a:gd name="csY1117" fmla="*/ 517313 h 531334"/>
              <a:gd name="csX1118" fmla="*/ 192575 w 1722333"/>
              <a:gd name="csY1118" fmla="*/ 517305 h 531334"/>
              <a:gd name="csX1119" fmla="*/ 192748 w 1722333"/>
              <a:gd name="csY1119" fmla="*/ 517305 h 531334"/>
              <a:gd name="csX1120" fmla="*/ 192920 w 1722333"/>
              <a:gd name="csY1120" fmla="*/ 517296 h 531334"/>
              <a:gd name="csX1121" fmla="*/ 193092 w 1722333"/>
              <a:gd name="csY1121" fmla="*/ 517296 h 531334"/>
              <a:gd name="csX1122" fmla="*/ 193265 w 1722333"/>
              <a:gd name="csY1122" fmla="*/ 517287 h 531334"/>
              <a:gd name="csX1123" fmla="*/ 193436 w 1722333"/>
              <a:gd name="csY1123" fmla="*/ 517278 h 531334"/>
              <a:gd name="csX1124" fmla="*/ 193609 w 1722333"/>
              <a:gd name="csY1124" fmla="*/ 517278 h 531334"/>
              <a:gd name="csX1125" fmla="*/ 193782 w 1722333"/>
              <a:gd name="csY1125" fmla="*/ 517269 h 531334"/>
              <a:gd name="csX1126" fmla="*/ 193953 w 1722333"/>
              <a:gd name="csY1126" fmla="*/ 517269 h 531334"/>
              <a:gd name="csX1127" fmla="*/ 194126 w 1722333"/>
              <a:gd name="csY1127" fmla="*/ 517260 h 531334"/>
              <a:gd name="csX1128" fmla="*/ 194298 w 1722333"/>
              <a:gd name="csY1128" fmla="*/ 517260 h 531334"/>
              <a:gd name="csX1129" fmla="*/ 194470 w 1722333"/>
              <a:gd name="csY1129" fmla="*/ 517251 h 531334"/>
              <a:gd name="csX1130" fmla="*/ 194643 w 1722333"/>
              <a:gd name="csY1130" fmla="*/ 517251 h 531334"/>
              <a:gd name="csX1131" fmla="*/ 194814 w 1722333"/>
              <a:gd name="csY1131" fmla="*/ 517242 h 531334"/>
              <a:gd name="csX1132" fmla="*/ 194987 w 1722333"/>
              <a:gd name="csY1132" fmla="*/ 517242 h 531334"/>
              <a:gd name="csX1133" fmla="*/ 195159 w 1722333"/>
              <a:gd name="csY1133" fmla="*/ 517233 h 531334"/>
              <a:gd name="csX1134" fmla="*/ 195331 w 1722333"/>
              <a:gd name="csY1134" fmla="*/ 517224 h 531334"/>
              <a:gd name="csX1135" fmla="*/ 195504 w 1722333"/>
              <a:gd name="csY1135" fmla="*/ 517224 h 531334"/>
              <a:gd name="csX1136" fmla="*/ 195676 w 1722333"/>
              <a:gd name="csY1136" fmla="*/ 517216 h 531334"/>
              <a:gd name="csX1137" fmla="*/ 195848 w 1722333"/>
              <a:gd name="csY1137" fmla="*/ 517216 h 531334"/>
              <a:gd name="csX1138" fmla="*/ 196021 w 1722333"/>
              <a:gd name="csY1138" fmla="*/ 517207 h 531334"/>
              <a:gd name="csX1139" fmla="*/ 196193 w 1722333"/>
              <a:gd name="csY1139" fmla="*/ 517207 h 531334"/>
              <a:gd name="csX1140" fmla="*/ 196365 w 1722333"/>
              <a:gd name="csY1140" fmla="*/ 517198 h 531334"/>
              <a:gd name="csX1141" fmla="*/ 196537 w 1722333"/>
              <a:gd name="csY1141" fmla="*/ 517198 h 531334"/>
              <a:gd name="csX1142" fmla="*/ 196709 w 1722333"/>
              <a:gd name="csY1142" fmla="*/ 517189 h 531334"/>
              <a:gd name="csX1143" fmla="*/ 196882 w 1722333"/>
              <a:gd name="csY1143" fmla="*/ 517189 h 531334"/>
              <a:gd name="csX1144" fmla="*/ 197054 w 1722333"/>
              <a:gd name="csY1144" fmla="*/ 517180 h 531334"/>
              <a:gd name="csX1145" fmla="*/ 197226 w 1722333"/>
              <a:gd name="csY1145" fmla="*/ 517171 h 531334"/>
              <a:gd name="csX1146" fmla="*/ 197398 w 1722333"/>
              <a:gd name="csY1146" fmla="*/ 517171 h 531334"/>
              <a:gd name="csX1147" fmla="*/ 197571 w 1722333"/>
              <a:gd name="csY1147" fmla="*/ 517162 h 531334"/>
              <a:gd name="csX1148" fmla="*/ 197743 w 1722333"/>
              <a:gd name="csY1148" fmla="*/ 517162 h 531334"/>
              <a:gd name="csX1149" fmla="*/ 197915 w 1722333"/>
              <a:gd name="csY1149" fmla="*/ 517153 h 531334"/>
              <a:gd name="csX1150" fmla="*/ 198087 w 1722333"/>
              <a:gd name="csY1150" fmla="*/ 517153 h 531334"/>
              <a:gd name="csX1151" fmla="*/ 198260 w 1722333"/>
              <a:gd name="csY1151" fmla="*/ 517144 h 531334"/>
              <a:gd name="csX1152" fmla="*/ 198432 w 1722333"/>
              <a:gd name="csY1152" fmla="*/ 517144 h 531334"/>
              <a:gd name="csX1153" fmla="*/ 198604 w 1722333"/>
              <a:gd name="csY1153" fmla="*/ 517135 h 531334"/>
              <a:gd name="csX1154" fmla="*/ 198776 w 1722333"/>
              <a:gd name="csY1154" fmla="*/ 517135 h 531334"/>
              <a:gd name="csX1155" fmla="*/ 198949 w 1722333"/>
              <a:gd name="csY1155" fmla="*/ 517127 h 531334"/>
              <a:gd name="csX1156" fmla="*/ 199121 w 1722333"/>
              <a:gd name="csY1156" fmla="*/ 517118 h 531334"/>
              <a:gd name="csX1157" fmla="*/ 199293 w 1722333"/>
              <a:gd name="csY1157" fmla="*/ 517118 h 531334"/>
              <a:gd name="csX1158" fmla="*/ 199466 w 1722333"/>
              <a:gd name="csY1158" fmla="*/ 517109 h 531334"/>
              <a:gd name="csX1159" fmla="*/ 199638 w 1722333"/>
              <a:gd name="csY1159" fmla="*/ 517109 h 531334"/>
              <a:gd name="csX1160" fmla="*/ 199810 w 1722333"/>
              <a:gd name="csY1160" fmla="*/ 517100 h 531334"/>
              <a:gd name="csX1161" fmla="*/ 199982 w 1722333"/>
              <a:gd name="csY1161" fmla="*/ 517100 h 531334"/>
              <a:gd name="csX1162" fmla="*/ 200154 w 1722333"/>
              <a:gd name="csY1162" fmla="*/ 517091 h 531334"/>
              <a:gd name="csX1163" fmla="*/ 200327 w 1722333"/>
              <a:gd name="csY1163" fmla="*/ 517091 h 531334"/>
              <a:gd name="csX1164" fmla="*/ 200499 w 1722333"/>
              <a:gd name="csY1164" fmla="*/ 517082 h 531334"/>
              <a:gd name="csX1165" fmla="*/ 200671 w 1722333"/>
              <a:gd name="csY1165" fmla="*/ 517073 h 531334"/>
              <a:gd name="csX1166" fmla="*/ 200844 w 1722333"/>
              <a:gd name="csY1166" fmla="*/ 517073 h 531334"/>
              <a:gd name="csX1167" fmla="*/ 201015 w 1722333"/>
              <a:gd name="csY1167" fmla="*/ 517064 h 531334"/>
              <a:gd name="csX1168" fmla="*/ 201188 w 1722333"/>
              <a:gd name="csY1168" fmla="*/ 517064 h 531334"/>
              <a:gd name="csX1169" fmla="*/ 201360 w 1722333"/>
              <a:gd name="csY1169" fmla="*/ 517055 h 531334"/>
              <a:gd name="csX1170" fmla="*/ 201532 w 1722333"/>
              <a:gd name="csY1170" fmla="*/ 517055 h 531334"/>
              <a:gd name="csX1171" fmla="*/ 201705 w 1722333"/>
              <a:gd name="csY1171" fmla="*/ 517047 h 531334"/>
              <a:gd name="csX1172" fmla="*/ 201877 w 1722333"/>
              <a:gd name="csY1172" fmla="*/ 517047 h 531334"/>
              <a:gd name="csX1173" fmla="*/ 202049 w 1722333"/>
              <a:gd name="csY1173" fmla="*/ 517038 h 531334"/>
              <a:gd name="csX1174" fmla="*/ 202222 w 1722333"/>
              <a:gd name="csY1174" fmla="*/ 517029 h 531334"/>
              <a:gd name="csX1175" fmla="*/ 202393 w 1722333"/>
              <a:gd name="csY1175" fmla="*/ 517029 h 531334"/>
              <a:gd name="csX1176" fmla="*/ 202566 w 1722333"/>
              <a:gd name="csY1176" fmla="*/ 517020 h 531334"/>
              <a:gd name="csX1177" fmla="*/ 202739 w 1722333"/>
              <a:gd name="csY1177" fmla="*/ 517020 h 531334"/>
              <a:gd name="csX1178" fmla="*/ 202910 w 1722333"/>
              <a:gd name="csY1178" fmla="*/ 517011 h 531334"/>
              <a:gd name="csX1179" fmla="*/ 203083 w 1722333"/>
              <a:gd name="csY1179" fmla="*/ 517011 h 531334"/>
              <a:gd name="csX1180" fmla="*/ 203255 w 1722333"/>
              <a:gd name="csY1180" fmla="*/ 517002 h 531334"/>
              <a:gd name="csX1181" fmla="*/ 203427 w 1722333"/>
              <a:gd name="csY1181" fmla="*/ 517002 h 531334"/>
              <a:gd name="csX1182" fmla="*/ 203600 w 1722333"/>
              <a:gd name="csY1182" fmla="*/ 516993 h 531334"/>
              <a:gd name="csX1183" fmla="*/ 203771 w 1722333"/>
              <a:gd name="csY1183" fmla="*/ 516984 h 531334"/>
              <a:gd name="csX1184" fmla="*/ 203944 w 1722333"/>
              <a:gd name="csY1184" fmla="*/ 516984 h 531334"/>
              <a:gd name="csX1185" fmla="*/ 204117 w 1722333"/>
              <a:gd name="csY1185" fmla="*/ 516975 h 531334"/>
              <a:gd name="csX1186" fmla="*/ 204288 w 1722333"/>
              <a:gd name="csY1186" fmla="*/ 516975 h 531334"/>
              <a:gd name="csX1187" fmla="*/ 204461 w 1722333"/>
              <a:gd name="csY1187" fmla="*/ 516967 h 531334"/>
              <a:gd name="csX1188" fmla="*/ 204633 w 1722333"/>
              <a:gd name="csY1188" fmla="*/ 516967 h 531334"/>
              <a:gd name="csX1189" fmla="*/ 204805 w 1722333"/>
              <a:gd name="csY1189" fmla="*/ 516958 h 531334"/>
              <a:gd name="csX1190" fmla="*/ 204978 w 1722333"/>
              <a:gd name="csY1190" fmla="*/ 516958 h 531334"/>
              <a:gd name="csX1191" fmla="*/ 205149 w 1722333"/>
              <a:gd name="csY1191" fmla="*/ 516949 h 531334"/>
              <a:gd name="csX1192" fmla="*/ 205322 w 1722333"/>
              <a:gd name="csY1192" fmla="*/ 516940 h 531334"/>
              <a:gd name="csX1193" fmla="*/ 205494 w 1722333"/>
              <a:gd name="csY1193" fmla="*/ 516940 h 531334"/>
              <a:gd name="csX1194" fmla="*/ 205666 w 1722333"/>
              <a:gd name="csY1194" fmla="*/ 516931 h 531334"/>
              <a:gd name="csX1195" fmla="*/ 205839 w 1722333"/>
              <a:gd name="csY1195" fmla="*/ 516931 h 531334"/>
              <a:gd name="csX1196" fmla="*/ 206011 w 1722333"/>
              <a:gd name="csY1196" fmla="*/ 516922 h 531334"/>
              <a:gd name="csX1197" fmla="*/ 206183 w 1722333"/>
              <a:gd name="csY1197" fmla="*/ 516922 h 531334"/>
              <a:gd name="csX1198" fmla="*/ 206356 w 1722333"/>
              <a:gd name="csY1198" fmla="*/ 516913 h 531334"/>
              <a:gd name="csX1199" fmla="*/ 206528 w 1722333"/>
              <a:gd name="csY1199" fmla="*/ 516904 h 531334"/>
              <a:gd name="csX1200" fmla="*/ 206700 w 1722333"/>
              <a:gd name="csY1200" fmla="*/ 516904 h 531334"/>
              <a:gd name="csX1201" fmla="*/ 206872 w 1722333"/>
              <a:gd name="csY1201" fmla="*/ 516895 h 531334"/>
              <a:gd name="csX1202" fmla="*/ 207044 w 1722333"/>
              <a:gd name="csY1202" fmla="*/ 516895 h 531334"/>
              <a:gd name="csX1203" fmla="*/ 207217 w 1722333"/>
              <a:gd name="csY1203" fmla="*/ 516886 h 531334"/>
              <a:gd name="csX1204" fmla="*/ 207389 w 1722333"/>
              <a:gd name="csY1204" fmla="*/ 516886 h 531334"/>
              <a:gd name="csX1205" fmla="*/ 207561 w 1722333"/>
              <a:gd name="csY1205" fmla="*/ 516878 h 531334"/>
              <a:gd name="csX1206" fmla="*/ 207734 w 1722333"/>
              <a:gd name="csY1206" fmla="*/ 516878 h 531334"/>
              <a:gd name="csX1207" fmla="*/ 207906 w 1722333"/>
              <a:gd name="csY1207" fmla="*/ 516869 h 531334"/>
              <a:gd name="csX1208" fmla="*/ 208078 w 1722333"/>
              <a:gd name="csY1208" fmla="*/ 516860 h 531334"/>
              <a:gd name="csX1209" fmla="*/ 208250 w 1722333"/>
              <a:gd name="csY1209" fmla="*/ 516860 h 531334"/>
              <a:gd name="csX1210" fmla="*/ 208423 w 1722333"/>
              <a:gd name="csY1210" fmla="*/ 516851 h 531334"/>
              <a:gd name="csX1211" fmla="*/ 208595 w 1722333"/>
              <a:gd name="csY1211" fmla="*/ 516851 h 531334"/>
              <a:gd name="csX1212" fmla="*/ 208767 w 1722333"/>
              <a:gd name="csY1212" fmla="*/ 516842 h 531334"/>
              <a:gd name="csX1213" fmla="*/ 208939 w 1722333"/>
              <a:gd name="csY1213" fmla="*/ 516842 h 531334"/>
              <a:gd name="csX1214" fmla="*/ 209111 w 1722333"/>
              <a:gd name="csY1214" fmla="*/ 516833 h 531334"/>
              <a:gd name="csX1215" fmla="*/ 209284 w 1722333"/>
              <a:gd name="csY1215" fmla="*/ 516824 h 531334"/>
              <a:gd name="csX1216" fmla="*/ 209456 w 1722333"/>
              <a:gd name="csY1216" fmla="*/ 516824 h 531334"/>
              <a:gd name="csX1217" fmla="*/ 209628 w 1722333"/>
              <a:gd name="csY1217" fmla="*/ 516815 h 531334"/>
              <a:gd name="csX1218" fmla="*/ 209801 w 1722333"/>
              <a:gd name="csY1218" fmla="*/ 516815 h 531334"/>
              <a:gd name="csX1219" fmla="*/ 209973 w 1722333"/>
              <a:gd name="csY1219" fmla="*/ 516806 h 531334"/>
              <a:gd name="csX1220" fmla="*/ 210145 w 1722333"/>
              <a:gd name="csY1220" fmla="*/ 516806 h 531334"/>
              <a:gd name="csX1221" fmla="*/ 210317 w 1722333"/>
              <a:gd name="csY1221" fmla="*/ 516797 h 531334"/>
              <a:gd name="csX1222" fmla="*/ 210489 w 1722333"/>
              <a:gd name="csY1222" fmla="*/ 516789 h 531334"/>
              <a:gd name="csX1223" fmla="*/ 210662 w 1722333"/>
              <a:gd name="csY1223" fmla="*/ 516789 h 531334"/>
              <a:gd name="csX1224" fmla="*/ 210834 w 1722333"/>
              <a:gd name="csY1224" fmla="*/ 516780 h 531334"/>
              <a:gd name="csX1225" fmla="*/ 211006 w 1722333"/>
              <a:gd name="csY1225" fmla="*/ 516780 h 531334"/>
              <a:gd name="csX1226" fmla="*/ 211179 w 1722333"/>
              <a:gd name="csY1226" fmla="*/ 516771 h 531334"/>
              <a:gd name="csX1227" fmla="*/ 211350 w 1722333"/>
              <a:gd name="csY1227" fmla="*/ 516771 h 531334"/>
              <a:gd name="csX1228" fmla="*/ 211523 w 1722333"/>
              <a:gd name="csY1228" fmla="*/ 516762 h 531334"/>
              <a:gd name="csX1229" fmla="*/ 211695 w 1722333"/>
              <a:gd name="csY1229" fmla="*/ 516753 h 531334"/>
              <a:gd name="csX1230" fmla="*/ 211867 w 1722333"/>
              <a:gd name="csY1230" fmla="*/ 516753 h 531334"/>
              <a:gd name="csX1231" fmla="*/ 212040 w 1722333"/>
              <a:gd name="csY1231" fmla="*/ 516744 h 531334"/>
              <a:gd name="csX1232" fmla="*/ 212212 w 1722333"/>
              <a:gd name="csY1232" fmla="*/ 516744 h 531334"/>
              <a:gd name="csX1233" fmla="*/ 212384 w 1722333"/>
              <a:gd name="csY1233" fmla="*/ 516735 h 531334"/>
              <a:gd name="csX1234" fmla="*/ 212557 w 1722333"/>
              <a:gd name="csY1234" fmla="*/ 516735 h 531334"/>
              <a:gd name="csX1235" fmla="*/ 212728 w 1722333"/>
              <a:gd name="csY1235" fmla="*/ 516726 h 531334"/>
              <a:gd name="csX1236" fmla="*/ 212901 w 1722333"/>
              <a:gd name="csY1236" fmla="*/ 516717 h 531334"/>
              <a:gd name="csX1237" fmla="*/ 213074 w 1722333"/>
              <a:gd name="csY1237" fmla="*/ 516717 h 531334"/>
              <a:gd name="csX1238" fmla="*/ 213245 w 1722333"/>
              <a:gd name="csY1238" fmla="*/ 516708 h 531334"/>
              <a:gd name="csX1239" fmla="*/ 213418 w 1722333"/>
              <a:gd name="csY1239" fmla="*/ 516708 h 531334"/>
              <a:gd name="csX1240" fmla="*/ 213590 w 1722333"/>
              <a:gd name="csY1240" fmla="*/ 516700 h 531334"/>
              <a:gd name="csX1241" fmla="*/ 213762 w 1722333"/>
              <a:gd name="csY1241" fmla="*/ 516700 h 531334"/>
              <a:gd name="csX1242" fmla="*/ 213935 w 1722333"/>
              <a:gd name="csY1242" fmla="*/ 516691 h 531334"/>
              <a:gd name="csX1243" fmla="*/ 214106 w 1722333"/>
              <a:gd name="csY1243" fmla="*/ 516682 h 531334"/>
              <a:gd name="csX1244" fmla="*/ 214279 w 1722333"/>
              <a:gd name="csY1244" fmla="*/ 516682 h 531334"/>
              <a:gd name="csX1245" fmla="*/ 214452 w 1722333"/>
              <a:gd name="csY1245" fmla="*/ 516673 h 531334"/>
              <a:gd name="csX1246" fmla="*/ 214623 w 1722333"/>
              <a:gd name="csY1246" fmla="*/ 516673 h 531334"/>
              <a:gd name="csX1247" fmla="*/ 214796 w 1722333"/>
              <a:gd name="csY1247" fmla="*/ 516664 h 531334"/>
              <a:gd name="csX1248" fmla="*/ 214968 w 1722333"/>
              <a:gd name="csY1248" fmla="*/ 516664 h 531334"/>
              <a:gd name="csX1249" fmla="*/ 215140 w 1722333"/>
              <a:gd name="csY1249" fmla="*/ 516655 h 531334"/>
              <a:gd name="csX1250" fmla="*/ 215313 w 1722333"/>
              <a:gd name="csY1250" fmla="*/ 516646 h 531334"/>
              <a:gd name="csX1251" fmla="*/ 215484 w 1722333"/>
              <a:gd name="csY1251" fmla="*/ 516646 h 531334"/>
              <a:gd name="csX1252" fmla="*/ 215657 w 1722333"/>
              <a:gd name="csY1252" fmla="*/ 516637 h 531334"/>
              <a:gd name="csX1253" fmla="*/ 215829 w 1722333"/>
              <a:gd name="csY1253" fmla="*/ 516637 h 531334"/>
              <a:gd name="csX1254" fmla="*/ 216001 w 1722333"/>
              <a:gd name="csY1254" fmla="*/ 516628 h 531334"/>
              <a:gd name="csX1255" fmla="*/ 216174 w 1722333"/>
              <a:gd name="csY1255" fmla="*/ 516620 h 531334"/>
              <a:gd name="csX1256" fmla="*/ 216346 w 1722333"/>
              <a:gd name="csY1256" fmla="*/ 516620 h 531334"/>
              <a:gd name="csX1257" fmla="*/ 216518 w 1722333"/>
              <a:gd name="csY1257" fmla="*/ 516611 h 531334"/>
              <a:gd name="csX1258" fmla="*/ 216691 w 1722333"/>
              <a:gd name="csY1258" fmla="*/ 516611 h 531334"/>
              <a:gd name="csX1259" fmla="*/ 216863 w 1722333"/>
              <a:gd name="csY1259" fmla="*/ 516602 h 531334"/>
              <a:gd name="csX1260" fmla="*/ 217035 w 1722333"/>
              <a:gd name="csY1260" fmla="*/ 516602 h 531334"/>
              <a:gd name="csX1261" fmla="*/ 217207 w 1722333"/>
              <a:gd name="csY1261" fmla="*/ 516593 h 531334"/>
              <a:gd name="csX1262" fmla="*/ 217379 w 1722333"/>
              <a:gd name="csY1262" fmla="*/ 516584 h 531334"/>
              <a:gd name="csX1263" fmla="*/ 217552 w 1722333"/>
              <a:gd name="csY1263" fmla="*/ 516584 h 531334"/>
              <a:gd name="csX1264" fmla="*/ 217724 w 1722333"/>
              <a:gd name="csY1264" fmla="*/ 516575 h 531334"/>
              <a:gd name="csX1265" fmla="*/ 217896 w 1722333"/>
              <a:gd name="csY1265" fmla="*/ 516575 h 531334"/>
              <a:gd name="csX1266" fmla="*/ 218069 w 1722333"/>
              <a:gd name="csY1266" fmla="*/ 516566 h 531334"/>
              <a:gd name="csX1267" fmla="*/ 218241 w 1722333"/>
              <a:gd name="csY1267" fmla="*/ 516566 h 531334"/>
              <a:gd name="csX1268" fmla="*/ 218413 w 1722333"/>
              <a:gd name="csY1268" fmla="*/ 516557 h 531334"/>
              <a:gd name="csX1269" fmla="*/ 218585 w 1722333"/>
              <a:gd name="csY1269" fmla="*/ 516548 h 531334"/>
              <a:gd name="csX1270" fmla="*/ 218757 w 1722333"/>
              <a:gd name="csY1270" fmla="*/ 516548 h 531334"/>
              <a:gd name="csX1271" fmla="*/ 218930 w 1722333"/>
              <a:gd name="csY1271" fmla="*/ 516540 h 531334"/>
              <a:gd name="csX1272" fmla="*/ 219102 w 1722333"/>
              <a:gd name="csY1272" fmla="*/ 516540 h 531334"/>
              <a:gd name="csX1273" fmla="*/ 219274 w 1722333"/>
              <a:gd name="csY1273" fmla="*/ 516531 h 531334"/>
              <a:gd name="csX1274" fmla="*/ 219446 w 1722333"/>
              <a:gd name="csY1274" fmla="*/ 516522 h 531334"/>
              <a:gd name="csX1275" fmla="*/ 219619 w 1722333"/>
              <a:gd name="csY1275" fmla="*/ 516522 h 531334"/>
              <a:gd name="csX1276" fmla="*/ 219791 w 1722333"/>
              <a:gd name="csY1276" fmla="*/ 516513 h 531334"/>
              <a:gd name="csX1277" fmla="*/ 219963 w 1722333"/>
              <a:gd name="csY1277" fmla="*/ 516513 h 531334"/>
              <a:gd name="csX1278" fmla="*/ 220136 w 1722333"/>
              <a:gd name="csY1278" fmla="*/ 516504 h 531334"/>
              <a:gd name="csX1279" fmla="*/ 220308 w 1722333"/>
              <a:gd name="csY1279" fmla="*/ 516495 h 531334"/>
              <a:gd name="csX1280" fmla="*/ 220480 w 1722333"/>
              <a:gd name="csY1280" fmla="*/ 516495 h 531334"/>
              <a:gd name="csX1281" fmla="*/ 220652 w 1722333"/>
              <a:gd name="csY1281" fmla="*/ 516486 h 531334"/>
              <a:gd name="csX1282" fmla="*/ 220824 w 1722333"/>
              <a:gd name="csY1282" fmla="*/ 516486 h 531334"/>
              <a:gd name="csX1283" fmla="*/ 220997 w 1722333"/>
              <a:gd name="csY1283" fmla="*/ 516477 h 531334"/>
              <a:gd name="csX1284" fmla="*/ 221169 w 1722333"/>
              <a:gd name="csY1284" fmla="*/ 516477 h 531334"/>
              <a:gd name="csX1285" fmla="*/ 221341 w 1722333"/>
              <a:gd name="csY1285" fmla="*/ 516468 h 531334"/>
              <a:gd name="csX1286" fmla="*/ 221514 w 1722333"/>
              <a:gd name="csY1286" fmla="*/ 516459 h 531334"/>
              <a:gd name="csX1287" fmla="*/ 221685 w 1722333"/>
              <a:gd name="csY1287" fmla="*/ 516459 h 531334"/>
              <a:gd name="csX1288" fmla="*/ 221858 w 1722333"/>
              <a:gd name="csY1288" fmla="*/ 516450 h 531334"/>
              <a:gd name="csX1289" fmla="*/ 222030 w 1722333"/>
              <a:gd name="csY1289" fmla="*/ 516450 h 531334"/>
              <a:gd name="csX1290" fmla="*/ 222202 w 1722333"/>
              <a:gd name="csY1290" fmla="*/ 516442 h 531334"/>
              <a:gd name="csX1291" fmla="*/ 222375 w 1722333"/>
              <a:gd name="csY1291" fmla="*/ 516433 h 531334"/>
              <a:gd name="csX1292" fmla="*/ 222547 w 1722333"/>
              <a:gd name="csY1292" fmla="*/ 516433 h 531334"/>
              <a:gd name="csX1293" fmla="*/ 222719 w 1722333"/>
              <a:gd name="csY1293" fmla="*/ 516424 h 531334"/>
              <a:gd name="csX1294" fmla="*/ 222892 w 1722333"/>
              <a:gd name="csY1294" fmla="*/ 516424 h 531334"/>
              <a:gd name="csX1295" fmla="*/ 223063 w 1722333"/>
              <a:gd name="csY1295" fmla="*/ 516415 h 531334"/>
              <a:gd name="csX1296" fmla="*/ 223236 w 1722333"/>
              <a:gd name="csY1296" fmla="*/ 516406 h 531334"/>
              <a:gd name="csX1297" fmla="*/ 223409 w 1722333"/>
              <a:gd name="csY1297" fmla="*/ 516406 h 531334"/>
              <a:gd name="csX1298" fmla="*/ 223580 w 1722333"/>
              <a:gd name="csY1298" fmla="*/ 516397 h 531334"/>
              <a:gd name="csX1299" fmla="*/ 223753 w 1722333"/>
              <a:gd name="csY1299" fmla="*/ 516397 h 531334"/>
              <a:gd name="csX1300" fmla="*/ 223925 w 1722333"/>
              <a:gd name="csY1300" fmla="*/ 516388 h 531334"/>
              <a:gd name="csX1301" fmla="*/ 224097 w 1722333"/>
              <a:gd name="csY1301" fmla="*/ 516388 h 531334"/>
              <a:gd name="csX1302" fmla="*/ 224270 w 1722333"/>
              <a:gd name="csY1302" fmla="*/ 516379 h 531334"/>
              <a:gd name="csX1303" fmla="*/ 224441 w 1722333"/>
              <a:gd name="csY1303" fmla="*/ 516370 h 531334"/>
              <a:gd name="csX1304" fmla="*/ 224614 w 1722333"/>
              <a:gd name="csY1304" fmla="*/ 516370 h 531334"/>
              <a:gd name="csX1305" fmla="*/ 224787 w 1722333"/>
              <a:gd name="csY1305" fmla="*/ 516362 h 531334"/>
              <a:gd name="csX1306" fmla="*/ 224958 w 1722333"/>
              <a:gd name="csY1306" fmla="*/ 516362 h 531334"/>
              <a:gd name="csX1307" fmla="*/ 225131 w 1722333"/>
              <a:gd name="csY1307" fmla="*/ 516353 h 531334"/>
              <a:gd name="csX1308" fmla="*/ 225303 w 1722333"/>
              <a:gd name="csY1308" fmla="*/ 516344 h 531334"/>
              <a:gd name="csX1309" fmla="*/ 225475 w 1722333"/>
              <a:gd name="csY1309" fmla="*/ 516344 h 531334"/>
              <a:gd name="csX1310" fmla="*/ 225648 w 1722333"/>
              <a:gd name="csY1310" fmla="*/ 516335 h 531334"/>
              <a:gd name="csX1311" fmla="*/ 225820 w 1722333"/>
              <a:gd name="csY1311" fmla="*/ 516335 h 531334"/>
              <a:gd name="csX1312" fmla="*/ 225992 w 1722333"/>
              <a:gd name="csY1312" fmla="*/ 516326 h 531334"/>
              <a:gd name="csX1313" fmla="*/ 226165 w 1722333"/>
              <a:gd name="csY1313" fmla="*/ 516317 h 531334"/>
              <a:gd name="csX1314" fmla="*/ 226336 w 1722333"/>
              <a:gd name="csY1314" fmla="*/ 516317 h 531334"/>
              <a:gd name="csX1315" fmla="*/ 226509 w 1722333"/>
              <a:gd name="csY1315" fmla="*/ 516308 h 531334"/>
              <a:gd name="csX1316" fmla="*/ 226681 w 1722333"/>
              <a:gd name="csY1316" fmla="*/ 516308 h 531334"/>
              <a:gd name="csX1317" fmla="*/ 226853 w 1722333"/>
              <a:gd name="csY1317" fmla="*/ 516299 h 531334"/>
              <a:gd name="csX1318" fmla="*/ 227026 w 1722333"/>
              <a:gd name="csY1318" fmla="*/ 516290 h 531334"/>
              <a:gd name="csX1319" fmla="*/ 227198 w 1722333"/>
              <a:gd name="csY1319" fmla="*/ 516290 h 531334"/>
              <a:gd name="csX1320" fmla="*/ 227370 w 1722333"/>
              <a:gd name="csY1320" fmla="*/ 516281 h 531334"/>
              <a:gd name="csX1321" fmla="*/ 227542 w 1722333"/>
              <a:gd name="csY1321" fmla="*/ 516281 h 531334"/>
              <a:gd name="csX1322" fmla="*/ 227714 w 1722333"/>
              <a:gd name="csY1322" fmla="*/ 516273 h 531334"/>
              <a:gd name="csX1323" fmla="*/ 227887 w 1722333"/>
              <a:gd name="csY1323" fmla="*/ 516264 h 531334"/>
              <a:gd name="csX1324" fmla="*/ 228059 w 1722333"/>
              <a:gd name="csY1324" fmla="*/ 516264 h 531334"/>
              <a:gd name="csX1325" fmla="*/ 228231 w 1722333"/>
              <a:gd name="csY1325" fmla="*/ 516255 h 531334"/>
              <a:gd name="csX1326" fmla="*/ 228404 w 1722333"/>
              <a:gd name="csY1326" fmla="*/ 516255 h 531334"/>
              <a:gd name="csX1327" fmla="*/ 228576 w 1722333"/>
              <a:gd name="csY1327" fmla="*/ 516246 h 531334"/>
              <a:gd name="csX1328" fmla="*/ 228748 w 1722333"/>
              <a:gd name="csY1328" fmla="*/ 516237 h 531334"/>
              <a:gd name="csX1329" fmla="*/ 228920 w 1722333"/>
              <a:gd name="csY1329" fmla="*/ 516237 h 531334"/>
              <a:gd name="csX1330" fmla="*/ 229092 w 1722333"/>
              <a:gd name="csY1330" fmla="*/ 516228 h 531334"/>
              <a:gd name="csX1331" fmla="*/ 229265 w 1722333"/>
              <a:gd name="csY1331" fmla="*/ 516228 h 531334"/>
              <a:gd name="csX1332" fmla="*/ 229437 w 1722333"/>
              <a:gd name="csY1332" fmla="*/ 516219 h 531334"/>
              <a:gd name="csX1333" fmla="*/ 229609 w 1722333"/>
              <a:gd name="csY1333" fmla="*/ 516210 h 531334"/>
              <a:gd name="csX1334" fmla="*/ 229781 w 1722333"/>
              <a:gd name="csY1334" fmla="*/ 516210 h 531334"/>
              <a:gd name="csX1335" fmla="*/ 229954 w 1722333"/>
              <a:gd name="csY1335" fmla="*/ 516201 h 531334"/>
              <a:gd name="csX1336" fmla="*/ 230126 w 1722333"/>
              <a:gd name="csY1336" fmla="*/ 516201 h 531334"/>
              <a:gd name="csX1337" fmla="*/ 230298 w 1722333"/>
              <a:gd name="csY1337" fmla="*/ 516193 h 531334"/>
              <a:gd name="csX1338" fmla="*/ 230471 w 1722333"/>
              <a:gd name="csY1338" fmla="*/ 516184 h 531334"/>
              <a:gd name="csX1339" fmla="*/ 230643 w 1722333"/>
              <a:gd name="csY1339" fmla="*/ 516184 h 531334"/>
              <a:gd name="csX1340" fmla="*/ 230815 w 1722333"/>
              <a:gd name="csY1340" fmla="*/ 516175 h 531334"/>
              <a:gd name="csX1341" fmla="*/ 230987 w 1722333"/>
              <a:gd name="csY1341" fmla="*/ 516175 h 531334"/>
              <a:gd name="csX1342" fmla="*/ 231159 w 1722333"/>
              <a:gd name="csY1342" fmla="*/ 516166 h 531334"/>
              <a:gd name="csX1343" fmla="*/ 231332 w 1722333"/>
              <a:gd name="csY1343" fmla="*/ 516157 h 531334"/>
              <a:gd name="csX1344" fmla="*/ 231504 w 1722333"/>
              <a:gd name="csY1344" fmla="*/ 516157 h 531334"/>
              <a:gd name="csX1345" fmla="*/ 231676 w 1722333"/>
              <a:gd name="csY1345" fmla="*/ 516148 h 531334"/>
              <a:gd name="csX1346" fmla="*/ 231849 w 1722333"/>
              <a:gd name="csY1346" fmla="*/ 516139 h 531334"/>
              <a:gd name="csX1347" fmla="*/ 232020 w 1722333"/>
              <a:gd name="csY1347" fmla="*/ 516139 h 531334"/>
              <a:gd name="csX1348" fmla="*/ 232193 w 1722333"/>
              <a:gd name="csY1348" fmla="*/ 516130 h 531334"/>
              <a:gd name="csX1349" fmla="*/ 232365 w 1722333"/>
              <a:gd name="csY1349" fmla="*/ 516130 h 531334"/>
              <a:gd name="csX1350" fmla="*/ 232537 w 1722333"/>
              <a:gd name="csY1350" fmla="*/ 516121 h 531334"/>
              <a:gd name="csX1351" fmla="*/ 232710 w 1722333"/>
              <a:gd name="csY1351" fmla="*/ 516112 h 531334"/>
              <a:gd name="csX1352" fmla="*/ 232882 w 1722333"/>
              <a:gd name="csY1352" fmla="*/ 516112 h 531334"/>
              <a:gd name="csX1353" fmla="*/ 233054 w 1722333"/>
              <a:gd name="csY1353" fmla="*/ 516103 h 531334"/>
              <a:gd name="csX1354" fmla="*/ 233227 w 1722333"/>
              <a:gd name="csY1354" fmla="*/ 516103 h 531334"/>
              <a:gd name="csX1355" fmla="*/ 233398 w 1722333"/>
              <a:gd name="csY1355" fmla="*/ 516095 h 531334"/>
              <a:gd name="csX1356" fmla="*/ 233571 w 1722333"/>
              <a:gd name="csY1356" fmla="*/ 516086 h 531334"/>
              <a:gd name="csX1357" fmla="*/ 233744 w 1722333"/>
              <a:gd name="csY1357" fmla="*/ 516086 h 531334"/>
              <a:gd name="csX1358" fmla="*/ 233915 w 1722333"/>
              <a:gd name="csY1358" fmla="*/ 516077 h 531334"/>
              <a:gd name="csX1359" fmla="*/ 234088 w 1722333"/>
              <a:gd name="csY1359" fmla="*/ 516077 h 531334"/>
              <a:gd name="csX1360" fmla="*/ 234260 w 1722333"/>
              <a:gd name="csY1360" fmla="*/ 516068 h 531334"/>
              <a:gd name="csX1361" fmla="*/ 234432 w 1722333"/>
              <a:gd name="csY1361" fmla="*/ 516059 h 531334"/>
              <a:gd name="csX1362" fmla="*/ 234605 w 1722333"/>
              <a:gd name="csY1362" fmla="*/ 516059 h 531334"/>
              <a:gd name="csX1363" fmla="*/ 234776 w 1722333"/>
              <a:gd name="csY1363" fmla="*/ 516050 h 531334"/>
              <a:gd name="csX1364" fmla="*/ 234949 w 1722333"/>
              <a:gd name="csY1364" fmla="*/ 516041 h 531334"/>
              <a:gd name="csX1365" fmla="*/ 235122 w 1722333"/>
              <a:gd name="csY1365" fmla="*/ 516041 h 531334"/>
              <a:gd name="csX1366" fmla="*/ 235293 w 1722333"/>
              <a:gd name="csY1366" fmla="*/ 516032 h 531334"/>
              <a:gd name="csX1367" fmla="*/ 235466 w 1722333"/>
              <a:gd name="csY1367" fmla="*/ 516032 h 531334"/>
              <a:gd name="csX1368" fmla="*/ 235638 w 1722333"/>
              <a:gd name="csY1368" fmla="*/ 516023 h 531334"/>
              <a:gd name="csX1369" fmla="*/ 235810 w 1722333"/>
              <a:gd name="csY1369" fmla="*/ 516015 h 531334"/>
              <a:gd name="csX1370" fmla="*/ 235983 w 1722333"/>
              <a:gd name="csY1370" fmla="*/ 516015 h 531334"/>
              <a:gd name="csX1371" fmla="*/ 236155 w 1722333"/>
              <a:gd name="csY1371" fmla="*/ 516006 h 531334"/>
              <a:gd name="csX1372" fmla="*/ 236327 w 1722333"/>
              <a:gd name="csY1372" fmla="*/ 516006 h 531334"/>
              <a:gd name="csX1373" fmla="*/ 236500 w 1722333"/>
              <a:gd name="csY1373" fmla="*/ 515997 h 531334"/>
              <a:gd name="csX1374" fmla="*/ 236671 w 1722333"/>
              <a:gd name="csY1374" fmla="*/ 515988 h 531334"/>
              <a:gd name="csX1375" fmla="*/ 236844 w 1722333"/>
              <a:gd name="csY1375" fmla="*/ 515988 h 531334"/>
              <a:gd name="csX1376" fmla="*/ 237016 w 1722333"/>
              <a:gd name="csY1376" fmla="*/ 515979 h 531334"/>
              <a:gd name="csX1377" fmla="*/ 237188 w 1722333"/>
              <a:gd name="csY1377" fmla="*/ 515970 h 531334"/>
              <a:gd name="csX1378" fmla="*/ 237361 w 1722333"/>
              <a:gd name="csY1378" fmla="*/ 515970 h 531334"/>
              <a:gd name="csX1379" fmla="*/ 237533 w 1722333"/>
              <a:gd name="csY1379" fmla="*/ 515961 h 531334"/>
              <a:gd name="csX1380" fmla="*/ 237705 w 1722333"/>
              <a:gd name="csY1380" fmla="*/ 515961 h 531334"/>
              <a:gd name="csX1381" fmla="*/ 237877 w 1722333"/>
              <a:gd name="csY1381" fmla="*/ 515952 h 531334"/>
              <a:gd name="csX1382" fmla="*/ 238049 w 1722333"/>
              <a:gd name="csY1382" fmla="*/ 515943 h 531334"/>
              <a:gd name="csX1383" fmla="*/ 238222 w 1722333"/>
              <a:gd name="csY1383" fmla="*/ 515943 h 531334"/>
              <a:gd name="csX1384" fmla="*/ 238394 w 1722333"/>
              <a:gd name="csY1384" fmla="*/ 515934 h 531334"/>
              <a:gd name="csX1385" fmla="*/ 238566 w 1722333"/>
              <a:gd name="csY1385" fmla="*/ 515934 h 531334"/>
              <a:gd name="csX1386" fmla="*/ 238739 w 1722333"/>
              <a:gd name="csY1386" fmla="*/ 515926 h 531334"/>
              <a:gd name="csX1387" fmla="*/ 238911 w 1722333"/>
              <a:gd name="csY1387" fmla="*/ 515917 h 531334"/>
              <a:gd name="csX1388" fmla="*/ 239083 w 1722333"/>
              <a:gd name="csY1388" fmla="*/ 515917 h 531334"/>
              <a:gd name="csX1389" fmla="*/ 239255 w 1722333"/>
              <a:gd name="csY1389" fmla="*/ 515908 h 531334"/>
              <a:gd name="csX1390" fmla="*/ 239427 w 1722333"/>
              <a:gd name="csY1390" fmla="*/ 515899 h 531334"/>
              <a:gd name="csX1391" fmla="*/ 239600 w 1722333"/>
              <a:gd name="csY1391" fmla="*/ 515899 h 531334"/>
              <a:gd name="csX1392" fmla="*/ 239772 w 1722333"/>
              <a:gd name="csY1392" fmla="*/ 515890 h 531334"/>
              <a:gd name="csX1393" fmla="*/ 239944 w 1722333"/>
              <a:gd name="csY1393" fmla="*/ 515890 h 531334"/>
              <a:gd name="csX1394" fmla="*/ 240116 w 1722333"/>
              <a:gd name="csY1394" fmla="*/ 515881 h 531334"/>
              <a:gd name="csX1395" fmla="*/ 240289 w 1722333"/>
              <a:gd name="csY1395" fmla="*/ 515872 h 531334"/>
              <a:gd name="csX1396" fmla="*/ 240461 w 1722333"/>
              <a:gd name="csY1396" fmla="*/ 515872 h 531334"/>
              <a:gd name="csX1397" fmla="*/ 240633 w 1722333"/>
              <a:gd name="csY1397" fmla="*/ 515863 h 531334"/>
              <a:gd name="csX1398" fmla="*/ 240806 w 1722333"/>
              <a:gd name="csY1398" fmla="*/ 515854 h 531334"/>
              <a:gd name="csX1399" fmla="*/ 240978 w 1722333"/>
              <a:gd name="csY1399" fmla="*/ 515854 h 531334"/>
              <a:gd name="csX1400" fmla="*/ 241150 w 1722333"/>
              <a:gd name="csY1400" fmla="*/ 515846 h 531334"/>
              <a:gd name="csX1401" fmla="*/ 241322 w 1722333"/>
              <a:gd name="csY1401" fmla="*/ 515846 h 531334"/>
              <a:gd name="csX1402" fmla="*/ 241494 w 1722333"/>
              <a:gd name="csY1402" fmla="*/ 515837 h 531334"/>
              <a:gd name="csX1403" fmla="*/ 241667 w 1722333"/>
              <a:gd name="csY1403" fmla="*/ 515828 h 531334"/>
              <a:gd name="csX1404" fmla="*/ 241839 w 1722333"/>
              <a:gd name="csY1404" fmla="*/ 515828 h 531334"/>
              <a:gd name="csX1405" fmla="*/ 242011 w 1722333"/>
              <a:gd name="csY1405" fmla="*/ 515819 h 531334"/>
              <a:gd name="csX1406" fmla="*/ 242184 w 1722333"/>
              <a:gd name="csY1406" fmla="*/ 515810 h 531334"/>
              <a:gd name="csX1407" fmla="*/ 242355 w 1722333"/>
              <a:gd name="csY1407" fmla="*/ 515810 h 531334"/>
              <a:gd name="csX1408" fmla="*/ 242528 w 1722333"/>
              <a:gd name="csY1408" fmla="*/ 515801 h 531334"/>
              <a:gd name="csX1409" fmla="*/ 242701 w 1722333"/>
              <a:gd name="csY1409" fmla="*/ 515801 h 531334"/>
              <a:gd name="csX1410" fmla="*/ 242872 w 1722333"/>
              <a:gd name="csY1410" fmla="*/ 515792 h 531334"/>
              <a:gd name="csX1411" fmla="*/ 243045 w 1722333"/>
              <a:gd name="csY1411" fmla="*/ 515783 h 531334"/>
              <a:gd name="csX1412" fmla="*/ 243217 w 1722333"/>
              <a:gd name="csY1412" fmla="*/ 515783 h 531334"/>
              <a:gd name="csX1413" fmla="*/ 243389 w 1722333"/>
              <a:gd name="csY1413" fmla="*/ 515774 h 531334"/>
              <a:gd name="csX1414" fmla="*/ 243562 w 1722333"/>
              <a:gd name="csY1414" fmla="*/ 515766 h 531334"/>
              <a:gd name="csX1415" fmla="*/ 243733 w 1722333"/>
              <a:gd name="csY1415" fmla="*/ 515766 h 531334"/>
              <a:gd name="csX1416" fmla="*/ 243906 w 1722333"/>
              <a:gd name="csY1416" fmla="*/ 515757 h 531334"/>
              <a:gd name="csX1417" fmla="*/ 244079 w 1722333"/>
              <a:gd name="csY1417" fmla="*/ 515748 h 531334"/>
              <a:gd name="csX1418" fmla="*/ 244250 w 1722333"/>
              <a:gd name="csY1418" fmla="*/ 515748 h 531334"/>
              <a:gd name="csX1419" fmla="*/ 244423 w 1722333"/>
              <a:gd name="csY1419" fmla="*/ 515739 h 531334"/>
              <a:gd name="csX1420" fmla="*/ 244595 w 1722333"/>
              <a:gd name="csY1420" fmla="*/ 515739 h 531334"/>
              <a:gd name="csX1421" fmla="*/ 244767 w 1722333"/>
              <a:gd name="csY1421" fmla="*/ 515730 h 531334"/>
              <a:gd name="csX1422" fmla="*/ 244940 w 1722333"/>
              <a:gd name="csY1422" fmla="*/ 515721 h 531334"/>
              <a:gd name="csX1423" fmla="*/ 245111 w 1722333"/>
              <a:gd name="csY1423" fmla="*/ 515721 h 531334"/>
              <a:gd name="csX1424" fmla="*/ 245284 w 1722333"/>
              <a:gd name="csY1424" fmla="*/ 515712 h 531334"/>
              <a:gd name="csX1425" fmla="*/ 245457 w 1722333"/>
              <a:gd name="csY1425" fmla="*/ 515703 h 531334"/>
              <a:gd name="csX1426" fmla="*/ 245628 w 1722333"/>
              <a:gd name="csY1426" fmla="*/ 515703 h 531334"/>
              <a:gd name="csX1427" fmla="*/ 245801 w 1722333"/>
              <a:gd name="csY1427" fmla="*/ 515694 h 531334"/>
              <a:gd name="csX1428" fmla="*/ 245973 w 1722333"/>
              <a:gd name="csY1428" fmla="*/ 515694 h 531334"/>
              <a:gd name="csX1429" fmla="*/ 246145 w 1722333"/>
              <a:gd name="csY1429" fmla="*/ 515685 h 531334"/>
              <a:gd name="csX1430" fmla="*/ 246318 w 1722333"/>
              <a:gd name="csY1430" fmla="*/ 515676 h 531334"/>
              <a:gd name="csX1431" fmla="*/ 246490 w 1722333"/>
              <a:gd name="csY1431" fmla="*/ 515676 h 531334"/>
              <a:gd name="csX1432" fmla="*/ 246662 w 1722333"/>
              <a:gd name="csY1432" fmla="*/ 515668 h 531334"/>
              <a:gd name="csX1433" fmla="*/ 246835 w 1722333"/>
              <a:gd name="csY1433" fmla="*/ 515659 h 531334"/>
              <a:gd name="csX1434" fmla="*/ 247006 w 1722333"/>
              <a:gd name="csY1434" fmla="*/ 515659 h 531334"/>
              <a:gd name="csX1435" fmla="*/ 247179 w 1722333"/>
              <a:gd name="csY1435" fmla="*/ 515650 h 531334"/>
              <a:gd name="csX1436" fmla="*/ 247351 w 1722333"/>
              <a:gd name="csY1436" fmla="*/ 515641 h 531334"/>
              <a:gd name="csX1437" fmla="*/ 247523 w 1722333"/>
              <a:gd name="csY1437" fmla="*/ 515641 h 531334"/>
              <a:gd name="csX1438" fmla="*/ 247696 w 1722333"/>
              <a:gd name="csY1438" fmla="*/ 515632 h 531334"/>
              <a:gd name="csX1439" fmla="*/ 247868 w 1722333"/>
              <a:gd name="csY1439" fmla="*/ 515623 h 531334"/>
              <a:gd name="csX1440" fmla="*/ 248040 w 1722333"/>
              <a:gd name="csY1440" fmla="*/ 515623 h 531334"/>
              <a:gd name="csX1441" fmla="*/ 248212 w 1722333"/>
              <a:gd name="csY1441" fmla="*/ 515614 h 531334"/>
              <a:gd name="csX1442" fmla="*/ 248384 w 1722333"/>
              <a:gd name="csY1442" fmla="*/ 515614 h 531334"/>
              <a:gd name="csX1443" fmla="*/ 248557 w 1722333"/>
              <a:gd name="csY1443" fmla="*/ 515605 h 531334"/>
              <a:gd name="csX1444" fmla="*/ 248729 w 1722333"/>
              <a:gd name="csY1444" fmla="*/ 515596 h 531334"/>
              <a:gd name="csX1445" fmla="*/ 248901 w 1722333"/>
              <a:gd name="csY1445" fmla="*/ 515596 h 531334"/>
              <a:gd name="csX1446" fmla="*/ 249074 w 1722333"/>
              <a:gd name="csY1446" fmla="*/ 515588 h 531334"/>
              <a:gd name="csX1447" fmla="*/ 249246 w 1722333"/>
              <a:gd name="csY1447" fmla="*/ 515579 h 531334"/>
              <a:gd name="csX1448" fmla="*/ 249418 w 1722333"/>
              <a:gd name="csY1448" fmla="*/ 515579 h 531334"/>
              <a:gd name="csX1449" fmla="*/ 249590 w 1722333"/>
              <a:gd name="csY1449" fmla="*/ 515570 h 531334"/>
              <a:gd name="csX1450" fmla="*/ 249762 w 1722333"/>
              <a:gd name="csY1450" fmla="*/ 515561 h 531334"/>
              <a:gd name="csX1451" fmla="*/ 249935 w 1722333"/>
              <a:gd name="csY1451" fmla="*/ 515561 h 531334"/>
              <a:gd name="csX1452" fmla="*/ 250107 w 1722333"/>
              <a:gd name="csY1452" fmla="*/ 515552 h 531334"/>
              <a:gd name="csX1453" fmla="*/ 250279 w 1722333"/>
              <a:gd name="csY1453" fmla="*/ 515552 h 531334"/>
              <a:gd name="csX1454" fmla="*/ 250451 w 1722333"/>
              <a:gd name="csY1454" fmla="*/ 515543 h 531334"/>
              <a:gd name="csX1455" fmla="*/ 250624 w 1722333"/>
              <a:gd name="csY1455" fmla="*/ 515534 h 531334"/>
              <a:gd name="csX1456" fmla="*/ 250796 w 1722333"/>
              <a:gd name="csY1456" fmla="*/ 515534 h 531334"/>
              <a:gd name="csX1457" fmla="*/ 250968 w 1722333"/>
              <a:gd name="csY1457" fmla="*/ 515525 h 531334"/>
              <a:gd name="csX1458" fmla="*/ 251141 w 1722333"/>
              <a:gd name="csY1458" fmla="*/ 515516 h 531334"/>
              <a:gd name="csX1459" fmla="*/ 251313 w 1722333"/>
              <a:gd name="csY1459" fmla="*/ 515516 h 531334"/>
              <a:gd name="csX1460" fmla="*/ 251485 w 1722333"/>
              <a:gd name="csY1460" fmla="*/ 515507 h 531334"/>
              <a:gd name="csX1461" fmla="*/ 251657 w 1722333"/>
              <a:gd name="csY1461" fmla="*/ 515499 h 531334"/>
              <a:gd name="csX1462" fmla="*/ 251829 w 1722333"/>
              <a:gd name="csY1462" fmla="*/ 515499 h 531334"/>
              <a:gd name="csX1463" fmla="*/ 252002 w 1722333"/>
              <a:gd name="csY1463" fmla="*/ 515490 h 531334"/>
              <a:gd name="csX1464" fmla="*/ 252174 w 1722333"/>
              <a:gd name="csY1464" fmla="*/ 515481 h 531334"/>
              <a:gd name="csX1465" fmla="*/ 252346 w 1722333"/>
              <a:gd name="csY1465" fmla="*/ 515481 h 531334"/>
              <a:gd name="csX1466" fmla="*/ 252519 w 1722333"/>
              <a:gd name="csY1466" fmla="*/ 515472 h 531334"/>
              <a:gd name="csX1467" fmla="*/ 252691 w 1722333"/>
              <a:gd name="csY1467" fmla="*/ 515463 h 531334"/>
              <a:gd name="csX1468" fmla="*/ 252863 w 1722333"/>
              <a:gd name="csY1468" fmla="*/ 515463 h 531334"/>
              <a:gd name="csX1469" fmla="*/ 253036 w 1722333"/>
              <a:gd name="csY1469" fmla="*/ 515454 h 531334"/>
              <a:gd name="csX1470" fmla="*/ 253207 w 1722333"/>
              <a:gd name="csY1470" fmla="*/ 515454 h 531334"/>
              <a:gd name="csX1471" fmla="*/ 253380 w 1722333"/>
              <a:gd name="csY1471" fmla="*/ 515445 h 531334"/>
              <a:gd name="csX1472" fmla="*/ 253552 w 1722333"/>
              <a:gd name="csY1472" fmla="*/ 515436 h 531334"/>
              <a:gd name="csX1473" fmla="*/ 253724 w 1722333"/>
              <a:gd name="csY1473" fmla="*/ 515436 h 531334"/>
              <a:gd name="csX1474" fmla="*/ 253897 w 1722333"/>
              <a:gd name="csY1474" fmla="*/ 515427 h 531334"/>
              <a:gd name="csX1475" fmla="*/ 254068 w 1722333"/>
              <a:gd name="csY1475" fmla="*/ 515419 h 531334"/>
              <a:gd name="csX1476" fmla="*/ 254241 w 1722333"/>
              <a:gd name="csY1476" fmla="*/ 515419 h 531334"/>
              <a:gd name="csX1477" fmla="*/ 254414 w 1722333"/>
              <a:gd name="csY1477" fmla="*/ 515410 h 531334"/>
              <a:gd name="csX1478" fmla="*/ 254585 w 1722333"/>
              <a:gd name="csY1478" fmla="*/ 515401 h 531334"/>
              <a:gd name="csX1479" fmla="*/ 254758 w 1722333"/>
              <a:gd name="csY1479" fmla="*/ 515401 h 531334"/>
              <a:gd name="csX1480" fmla="*/ 254930 w 1722333"/>
              <a:gd name="csY1480" fmla="*/ 515392 h 531334"/>
              <a:gd name="csX1481" fmla="*/ 255102 w 1722333"/>
              <a:gd name="csY1481" fmla="*/ 515383 h 531334"/>
              <a:gd name="csX1482" fmla="*/ 255275 w 1722333"/>
              <a:gd name="csY1482" fmla="*/ 515383 h 531334"/>
              <a:gd name="csX1483" fmla="*/ 255446 w 1722333"/>
              <a:gd name="csY1483" fmla="*/ 515374 h 531334"/>
              <a:gd name="csX1484" fmla="*/ 255619 w 1722333"/>
              <a:gd name="csY1484" fmla="*/ 515365 h 531334"/>
              <a:gd name="csX1485" fmla="*/ 255792 w 1722333"/>
              <a:gd name="csY1485" fmla="*/ 515365 h 531334"/>
              <a:gd name="csX1486" fmla="*/ 255963 w 1722333"/>
              <a:gd name="csY1486" fmla="*/ 515356 h 531334"/>
              <a:gd name="csX1487" fmla="*/ 256136 w 1722333"/>
              <a:gd name="csY1487" fmla="*/ 515347 h 531334"/>
              <a:gd name="csX1488" fmla="*/ 256308 w 1722333"/>
              <a:gd name="csY1488" fmla="*/ 515347 h 531334"/>
              <a:gd name="csX1489" fmla="*/ 256480 w 1722333"/>
              <a:gd name="csY1489" fmla="*/ 515338 h 531334"/>
              <a:gd name="csX1490" fmla="*/ 256653 w 1722333"/>
              <a:gd name="csY1490" fmla="*/ 515329 h 531334"/>
              <a:gd name="csX1491" fmla="*/ 256824 w 1722333"/>
              <a:gd name="csY1491" fmla="*/ 515329 h 531334"/>
              <a:gd name="csX1492" fmla="*/ 256997 w 1722333"/>
              <a:gd name="csY1492" fmla="*/ 515321 h 531334"/>
              <a:gd name="csX1493" fmla="*/ 257170 w 1722333"/>
              <a:gd name="csY1493" fmla="*/ 515312 h 531334"/>
              <a:gd name="csX1494" fmla="*/ 257341 w 1722333"/>
              <a:gd name="csY1494" fmla="*/ 515312 h 531334"/>
              <a:gd name="csX1495" fmla="*/ 257514 w 1722333"/>
              <a:gd name="csY1495" fmla="*/ 515303 h 531334"/>
              <a:gd name="csX1496" fmla="*/ 257686 w 1722333"/>
              <a:gd name="csY1496" fmla="*/ 515303 h 531334"/>
              <a:gd name="csX1497" fmla="*/ 257858 w 1722333"/>
              <a:gd name="csY1497" fmla="*/ 515294 h 531334"/>
              <a:gd name="csX1498" fmla="*/ 258031 w 1722333"/>
              <a:gd name="csY1498" fmla="*/ 515285 h 531334"/>
              <a:gd name="csX1499" fmla="*/ 258203 w 1722333"/>
              <a:gd name="csY1499" fmla="*/ 515285 h 531334"/>
              <a:gd name="csX1500" fmla="*/ 258375 w 1722333"/>
              <a:gd name="csY1500" fmla="*/ 515276 h 531334"/>
              <a:gd name="csX1501" fmla="*/ 258547 w 1722333"/>
              <a:gd name="csY1501" fmla="*/ 515267 h 531334"/>
              <a:gd name="csX1502" fmla="*/ 258719 w 1722333"/>
              <a:gd name="csY1502" fmla="*/ 515267 h 531334"/>
              <a:gd name="csX1503" fmla="*/ 258892 w 1722333"/>
              <a:gd name="csY1503" fmla="*/ 515258 h 531334"/>
              <a:gd name="csX1504" fmla="*/ 259064 w 1722333"/>
              <a:gd name="csY1504" fmla="*/ 515249 h 531334"/>
              <a:gd name="csX1505" fmla="*/ 259236 w 1722333"/>
              <a:gd name="csY1505" fmla="*/ 515249 h 531334"/>
              <a:gd name="csX1506" fmla="*/ 259409 w 1722333"/>
              <a:gd name="csY1506" fmla="*/ 515241 h 531334"/>
              <a:gd name="csX1507" fmla="*/ 259581 w 1722333"/>
              <a:gd name="csY1507" fmla="*/ 515232 h 531334"/>
              <a:gd name="csX1508" fmla="*/ 259753 w 1722333"/>
              <a:gd name="csY1508" fmla="*/ 515232 h 531334"/>
              <a:gd name="csX1509" fmla="*/ 259925 w 1722333"/>
              <a:gd name="csY1509" fmla="*/ 515223 h 531334"/>
              <a:gd name="csX1510" fmla="*/ 260098 w 1722333"/>
              <a:gd name="csY1510" fmla="*/ 515214 h 531334"/>
              <a:gd name="csX1511" fmla="*/ 260270 w 1722333"/>
              <a:gd name="csY1511" fmla="*/ 515214 h 531334"/>
              <a:gd name="csX1512" fmla="*/ 260442 w 1722333"/>
              <a:gd name="csY1512" fmla="*/ 515205 h 531334"/>
              <a:gd name="csX1513" fmla="*/ 260614 w 1722333"/>
              <a:gd name="csY1513" fmla="*/ 515196 h 531334"/>
              <a:gd name="csX1514" fmla="*/ 260787 w 1722333"/>
              <a:gd name="csY1514" fmla="*/ 515196 h 531334"/>
              <a:gd name="csX1515" fmla="*/ 260959 w 1722333"/>
              <a:gd name="csY1515" fmla="*/ 515187 h 531334"/>
              <a:gd name="csX1516" fmla="*/ 261131 w 1722333"/>
              <a:gd name="csY1516" fmla="*/ 515178 h 531334"/>
              <a:gd name="csX1517" fmla="*/ 261303 w 1722333"/>
              <a:gd name="csY1517" fmla="*/ 515178 h 531334"/>
              <a:gd name="csX1518" fmla="*/ 261476 w 1722333"/>
              <a:gd name="csY1518" fmla="*/ 515169 h 531334"/>
              <a:gd name="csX1519" fmla="*/ 261648 w 1722333"/>
              <a:gd name="csY1519" fmla="*/ 515161 h 531334"/>
              <a:gd name="csX1520" fmla="*/ 261820 w 1722333"/>
              <a:gd name="csY1520" fmla="*/ 515161 h 531334"/>
              <a:gd name="csX1521" fmla="*/ 261992 w 1722333"/>
              <a:gd name="csY1521" fmla="*/ 515152 h 531334"/>
              <a:gd name="csX1522" fmla="*/ 262164 w 1722333"/>
              <a:gd name="csY1522" fmla="*/ 515143 h 531334"/>
              <a:gd name="csX1523" fmla="*/ 262337 w 1722333"/>
              <a:gd name="csY1523" fmla="*/ 515143 h 531334"/>
              <a:gd name="csX1524" fmla="*/ 262509 w 1722333"/>
              <a:gd name="csY1524" fmla="*/ 515134 h 531334"/>
              <a:gd name="csX1525" fmla="*/ 262681 w 1722333"/>
              <a:gd name="csY1525" fmla="*/ 515125 h 531334"/>
              <a:gd name="csX1526" fmla="*/ 262854 w 1722333"/>
              <a:gd name="csY1526" fmla="*/ 515125 h 531334"/>
              <a:gd name="csX1527" fmla="*/ 263026 w 1722333"/>
              <a:gd name="csY1527" fmla="*/ 515116 h 531334"/>
              <a:gd name="csX1528" fmla="*/ 263198 w 1722333"/>
              <a:gd name="csY1528" fmla="*/ 515107 h 531334"/>
              <a:gd name="csX1529" fmla="*/ 263371 w 1722333"/>
              <a:gd name="csY1529" fmla="*/ 515107 h 531334"/>
              <a:gd name="csX1530" fmla="*/ 263542 w 1722333"/>
              <a:gd name="csY1530" fmla="*/ 515098 h 531334"/>
              <a:gd name="csX1531" fmla="*/ 263715 w 1722333"/>
              <a:gd name="csY1531" fmla="*/ 515089 h 531334"/>
              <a:gd name="csX1532" fmla="*/ 263887 w 1722333"/>
              <a:gd name="csY1532" fmla="*/ 515089 h 531334"/>
              <a:gd name="csX1533" fmla="*/ 264059 w 1722333"/>
              <a:gd name="csY1533" fmla="*/ 515080 h 531334"/>
              <a:gd name="csX1534" fmla="*/ 264232 w 1722333"/>
              <a:gd name="csY1534" fmla="*/ 515072 h 531334"/>
              <a:gd name="csX1535" fmla="*/ 264403 w 1722333"/>
              <a:gd name="csY1535" fmla="*/ 515072 h 531334"/>
              <a:gd name="csX1536" fmla="*/ 264576 w 1722333"/>
              <a:gd name="csY1536" fmla="*/ 515063 h 531334"/>
              <a:gd name="csX1537" fmla="*/ 264749 w 1722333"/>
              <a:gd name="csY1537" fmla="*/ 515054 h 531334"/>
              <a:gd name="csX1538" fmla="*/ 264920 w 1722333"/>
              <a:gd name="csY1538" fmla="*/ 515054 h 531334"/>
              <a:gd name="csX1539" fmla="*/ 265093 w 1722333"/>
              <a:gd name="csY1539" fmla="*/ 515045 h 531334"/>
              <a:gd name="csX1540" fmla="*/ 265265 w 1722333"/>
              <a:gd name="csY1540" fmla="*/ 515036 h 531334"/>
              <a:gd name="csX1541" fmla="*/ 265437 w 1722333"/>
              <a:gd name="csY1541" fmla="*/ 515027 h 531334"/>
              <a:gd name="csX1542" fmla="*/ 265610 w 1722333"/>
              <a:gd name="csY1542" fmla="*/ 515027 h 531334"/>
              <a:gd name="csX1543" fmla="*/ 265781 w 1722333"/>
              <a:gd name="csY1543" fmla="*/ 515018 h 531334"/>
              <a:gd name="csX1544" fmla="*/ 265954 w 1722333"/>
              <a:gd name="csY1544" fmla="*/ 515009 h 531334"/>
              <a:gd name="csX1545" fmla="*/ 266127 w 1722333"/>
              <a:gd name="csY1545" fmla="*/ 515009 h 531334"/>
              <a:gd name="csX1546" fmla="*/ 266298 w 1722333"/>
              <a:gd name="csY1546" fmla="*/ 515000 h 531334"/>
              <a:gd name="csX1547" fmla="*/ 266471 w 1722333"/>
              <a:gd name="csY1547" fmla="*/ 514991 h 531334"/>
              <a:gd name="csX1548" fmla="*/ 266643 w 1722333"/>
              <a:gd name="csY1548" fmla="*/ 514991 h 531334"/>
              <a:gd name="csX1549" fmla="*/ 266815 w 1722333"/>
              <a:gd name="csY1549" fmla="*/ 514983 h 531334"/>
              <a:gd name="csX1550" fmla="*/ 266988 w 1722333"/>
              <a:gd name="csY1550" fmla="*/ 514974 h 531334"/>
              <a:gd name="csX1551" fmla="*/ 267160 w 1722333"/>
              <a:gd name="csY1551" fmla="*/ 514974 h 531334"/>
              <a:gd name="csX1552" fmla="*/ 267332 w 1722333"/>
              <a:gd name="csY1552" fmla="*/ 514965 h 531334"/>
              <a:gd name="csX1553" fmla="*/ 267505 w 1722333"/>
              <a:gd name="csY1553" fmla="*/ 514956 h 531334"/>
              <a:gd name="csX1554" fmla="*/ 267676 w 1722333"/>
              <a:gd name="csY1554" fmla="*/ 514956 h 531334"/>
              <a:gd name="csX1555" fmla="*/ 267849 w 1722333"/>
              <a:gd name="csY1555" fmla="*/ 514947 h 531334"/>
              <a:gd name="csX1556" fmla="*/ 268021 w 1722333"/>
              <a:gd name="csY1556" fmla="*/ 514938 h 531334"/>
              <a:gd name="csX1557" fmla="*/ 268193 w 1722333"/>
              <a:gd name="csY1557" fmla="*/ 514938 h 531334"/>
              <a:gd name="csX1558" fmla="*/ 268366 w 1722333"/>
              <a:gd name="csY1558" fmla="*/ 514929 h 531334"/>
              <a:gd name="csX1559" fmla="*/ 268538 w 1722333"/>
              <a:gd name="csY1559" fmla="*/ 514920 h 531334"/>
              <a:gd name="csX1560" fmla="*/ 268710 w 1722333"/>
              <a:gd name="csY1560" fmla="*/ 514920 h 531334"/>
              <a:gd name="csX1561" fmla="*/ 268882 w 1722333"/>
              <a:gd name="csY1561" fmla="*/ 514911 h 531334"/>
              <a:gd name="csX1562" fmla="*/ 269054 w 1722333"/>
              <a:gd name="csY1562" fmla="*/ 514902 h 531334"/>
              <a:gd name="csX1563" fmla="*/ 269227 w 1722333"/>
              <a:gd name="csY1563" fmla="*/ 514902 h 531334"/>
              <a:gd name="csX1564" fmla="*/ 269399 w 1722333"/>
              <a:gd name="csY1564" fmla="*/ 514894 h 531334"/>
              <a:gd name="csX1565" fmla="*/ 269571 w 1722333"/>
              <a:gd name="csY1565" fmla="*/ 514885 h 531334"/>
              <a:gd name="csX1566" fmla="*/ 269744 w 1722333"/>
              <a:gd name="csY1566" fmla="*/ 514876 h 531334"/>
              <a:gd name="csX1567" fmla="*/ 269916 w 1722333"/>
              <a:gd name="csY1567" fmla="*/ 514876 h 531334"/>
              <a:gd name="csX1568" fmla="*/ 270088 w 1722333"/>
              <a:gd name="csY1568" fmla="*/ 514867 h 531334"/>
              <a:gd name="csX1569" fmla="*/ 270260 w 1722333"/>
              <a:gd name="csY1569" fmla="*/ 514858 h 531334"/>
              <a:gd name="csX1570" fmla="*/ 270433 w 1722333"/>
              <a:gd name="csY1570" fmla="*/ 514858 h 531334"/>
              <a:gd name="csX1571" fmla="*/ 270605 w 1722333"/>
              <a:gd name="csY1571" fmla="*/ 514849 h 531334"/>
              <a:gd name="csX1572" fmla="*/ 270777 w 1722333"/>
              <a:gd name="csY1572" fmla="*/ 514840 h 531334"/>
              <a:gd name="csX1573" fmla="*/ 270949 w 1722333"/>
              <a:gd name="csY1573" fmla="*/ 514840 h 531334"/>
              <a:gd name="csX1574" fmla="*/ 271122 w 1722333"/>
              <a:gd name="csY1574" fmla="*/ 514831 h 531334"/>
              <a:gd name="csX1575" fmla="*/ 271294 w 1722333"/>
              <a:gd name="csY1575" fmla="*/ 514822 h 531334"/>
              <a:gd name="csX1576" fmla="*/ 271466 w 1722333"/>
              <a:gd name="csY1576" fmla="*/ 514822 h 531334"/>
              <a:gd name="csX1577" fmla="*/ 271638 w 1722333"/>
              <a:gd name="csY1577" fmla="*/ 514814 h 531334"/>
              <a:gd name="csX1578" fmla="*/ 271811 w 1722333"/>
              <a:gd name="csY1578" fmla="*/ 514805 h 531334"/>
              <a:gd name="csX1579" fmla="*/ 271983 w 1722333"/>
              <a:gd name="csY1579" fmla="*/ 514805 h 531334"/>
              <a:gd name="csX1580" fmla="*/ 272155 w 1722333"/>
              <a:gd name="csY1580" fmla="*/ 514796 h 531334"/>
              <a:gd name="csX1581" fmla="*/ 272327 w 1722333"/>
              <a:gd name="csY1581" fmla="*/ 514787 h 531334"/>
              <a:gd name="csX1582" fmla="*/ 272499 w 1722333"/>
              <a:gd name="csY1582" fmla="*/ 514778 h 531334"/>
              <a:gd name="csX1583" fmla="*/ 272672 w 1722333"/>
              <a:gd name="csY1583" fmla="*/ 514778 h 531334"/>
              <a:gd name="csX1584" fmla="*/ 272844 w 1722333"/>
              <a:gd name="csY1584" fmla="*/ 514769 h 531334"/>
              <a:gd name="csX1585" fmla="*/ 273016 w 1722333"/>
              <a:gd name="csY1585" fmla="*/ 514760 h 531334"/>
              <a:gd name="csX1586" fmla="*/ 273189 w 1722333"/>
              <a:gd name="csY1586" fmla="*/ 514760 h 531334"/>
              <a:gd name="csX1587" fmla="*/ 273361 w 1722333"/>
              <a:gd name="csY1587" fmla="*/ 514751 h 531334"/>
              <a:gd name="csX1588" fmla="*/ 273533 w 1722333"/>
              <a:gd name="csY1588" fmla="*/ 514742 h 531334"/>
              <a:gd name="csX1589" fmla="*/ 273706 w 1722333"/>
              <a:gd name="csY1589" fmla="*/ 514742 h 531334"/>
              <a:gd name="csX1590" fmla="*/ 273877 w 1722333"/>
              <a:gd name="csY1590" fmla="*/ 514733 h 531334"/>
              <a:gd name="csX1591" fmla="*/ 274050 w 1722333"/>
              <a:gd name="csY1591" fmla="*/ 514725 h 531334"/>
              <a:gd name="csX1592" fmla="*/ 274222 w 1722333"/>
              <a:gd name="csY1592" fmla="*/ 514725 h 531334"/>
              <a:gd name="csX1593" fmla="*/ 274394 w 1722333"/>
              <a:gd name="csY1593" fmla="*/ 514716 h 531334"/>
              <a:gd name="csX1594" fmla="*/ 274567 w 1722333"/>
              <a:gd name="csY1594" fmla="*/ 514707 h 531334"/>
              <a:gd name="csX1595" fmla="*/ 274738 w 1722333"/>
              <a:gd name="csY1595" fmla="*/ 514698 h 531334"/>
              <a:gd name="csX1596" fmla="*/ 274911 w 1722333"/>
              <a:gd name="csY1596" fmla="*/ 514698 h 531334"/>
              <a:gd name="csX1597" fmla="*/ 275084 w 1722333"/>
              <a:gd name="csY1597" fmla="*/ 514689 h 531334"/>
              <a:gd name="csX1598" fmla="*/ 275255 w 1722333"/>
              <a:gd name="csY1598" fmla="*/ 514680 h 531334"/>
              <a:gd name="csX1599" fmla="*/ 275428 w 1722333"/>
              <a:gd name="csY1599" fmla="*/ 514680 h 531334"/>
              <a:gd name="csX1600" fmla="*/ 275600 w 1722333"/>
              <a:gd name="csY1600" fmla="*/ 514671 h 531334"/>
              <a:gd name="csX1601" fmla="*/ 275772 w 1722333"/>
              <a:gd name="csY1601" fmla="*/ 514662 h 531334"/>
              <a:gd name="csX1602" fmla="*/ 275945 w 1722333"/>
              <a:gd name="csY1602" fmla="*/ 514662 h 531334"/>
              <a:gd name="csX1603" fmla="*/ 276116 w 1722333"/>
              <a:gd name="csY1603" fmla="*/ 514653 h 531334"/>
              <a:gd name="csX1604" fmla="*/ 276289 w 1722333"/>
              <a:gd name="csY1604" fmla="*/ 514645 h 531334"/>
              <a:gd name="csX1605" fmla="*/ 276462 w 1722333"/>
              <a:gd name="csY1605" fmla="*/ 514636 h 531334"/>
              <a:gd name="csX1606" fmla="*/ 276633 w 1722333"/>
              <a:gd name="csY1606" fmla="*/ 514636 h 531334"/>
              <a:gd name="csX1607" fmla="*/ 276806 w 1722333"/>
              <a:gd name="csY1607" fmla="*/ 514627 h 531334"/>
              <a:gd name="csX1608" fmla="*/ 276978 w 1722333"/>
              <a:gd name="csY1608" fmla="*/ 514618 h 531334"/>
              <a:gd name="csX1609" fmla="*/ 277150 w 1722333"/>
              <a:gd name="csY1609" fmla="*/ 514618 h 531334"/>
              <a:gd name="csX1610" fmla="*/ 277323 w 1722333"/>
              <a:gd name="csY1610" fmla="*/ 514609 h 531334"/>
              <a:gd name="csX1611" fmla="*/ 277495 w 1722333"/>
              <a:gd name="csY1611" fmla="*/ 514600 h 531334"/>
              <a:gd name="csX1612" fmla="*/ 277667 w 1722333"/>
              <a:gd name="csY1612" fmla="*/ 514600 h 531334"/>
              <a:gd name="csX1613" fmla="*/ 277840 w 1722333"/>
              <a:gd name="csY1613" fmla="*/ 514591 h 531334"/>
              <a:gd name="csX1614" fmla="*/ 278011 w 1722333"/>
              <a:gd name="csY1614" fmla="*/ 514582 h 531334"/>
              <a:gd name="csX1615" fmla="*/ 278184 w 1722333"/>
              <a:gd name="csY1615" fmla="*/ 514573 h 531334"/>
              <a:gd name="csX1616" fmla="*/ 278356 w 1722333"/>
              <a:gd name="csY1616" fmla="*/ 514573 h 531334"/>
              <a:gd name="csX1617" fmla="*/ 278528 w 1722333"/>
              <a:gd name="csY1617" fmla="*/ 514564 h 531334"/>
              <a:gd name="csX1618" fmla="*/ 278701 w 1722333"/>
              <a:gd name="csY1618" fmla="*/ 514556 h 531334"/>
              <a:gd name="csX1619" fmla="*/ 278873 w 1722333"/>
              <a:gd name="csY1619" fmla="*/ 514556 h 531334"/>
              <a:gd name="csX1620" fmla="*/ 279045 w 1722333"/>
              <a:gd name="csY1620" fmla="*/ 514547 h 531334"/>
              <a:gd name="csX1621" fmla="*/ 279218 w 1722333"/>
              <a:gd name="csY1621" fmla="*/ 514538 h 531334"/>
              <a:gd name="csX1622" fmla="*/ 279389 w 1722333"/>
              <a:gd name="csY1622" fmla="*/ 514538 h 531334"/>
              <a:gd name="csX1623" fmla="*/ 279562 w 1722333"/>
              <a:gd name="csY1623" fmla="*/ 514529 h 531334"/>
              <a:gd name="csX1624" fmla="*/ 279734 w 1722333"/>
              <a:gd name="csY1624" fmla="*/ 514520 h 531334"/>
              <a:gd name="csX1625" fmla="*/ 279906 w 1722333"/>
              <a:gd name="csY1625" fmla="*/ 514511 h 531334"/>
              <a:gd name="csX1626" fmla="*/ 280079 w 1722333"/>
              <a:gd name="csY1626" fmla="*/ 514511 h 531334"/>
              <a:gd name="csX1627" fmla="*/ 280251 w 1722333"/>
              <a:gd name="csY1627" fmla="*/ 514502 h 531334"/>
              <a:gd name="csX1628" fmla="*/ 280423 w 1722333"/>
              <a:gd name="csY1628" fmla="*/ 514493 h 531334"/>
              <a:gd name="csX1629" fmla="*/ 280595 w 1722333"/>
              <a:gd name="csY1629" fmla="*/ 514493 h 531334"/>
              <a:gd name="csX1630" fmla="*/ 280768 w 1722333"/>
              <a:gd name="csY1630" fmla="*/ 514484 h 531334"/>
              <a:gd name="csX1631" fmla="*/ 280940 w 1722333"/>
              <a:gd name="csY1631" fmla="*/ 514475 h 531334"/>
              <a:gd name="csX1632" fmla="*/ 281112 w 1722333"/>
              <a:gd name="csY1632" fmla="*/ 514467 h 531334"/>
              <a:gd name="csX1633" fmla="*/ 281284 w 1722333"/>
              <a:gd name="csY1633" fmla="*/ 514467 h 531334"/>
              <a:gd name="csX1634" fmla="*/ 281457 w 1722333"/>
              <a:gd name="csY1634" fmla="*/ 514458 h 531334"/>
              <a:gd name="csX1635" fmla="*/ 281629 w 1722333"/>
              <a:gd name="csY1635" fmla="*/ 514449 h 531334"/>
              <a:gd name="csX1636" fmla="*/ 281801 w 1722333"/>
              <a:gd name="csY1636" fmla="*/ 514449 h 531334"/>
              <a:gd name="csX1637" fmla="*/ 281973 w 1722333"/>
              <a:gd name="csY1637" fmla="*/ 514440 h 531334"/>
              <a:gd name="csX1638" fmla="*/ 282146 w 1722333"/>
              <a:gd name="csY1638" fmla="*/ 514431 h 531334"/>
              <a:gd name="csX1639" fmla="*/ 282318 w 1722333"/>
              <a:gd name="csY1639" fmla="*/ 514422 h 531334"/>
              <a:gd name="csX1640" fmla="*/ 282490 w 1722333"/>
              <a:gd name="csY1640" fmla="*/ 514422 h 531334"/>
              <a:gd name="csX1641" fmla="*/ 282662 w 1722333"/>
              <a:gd name="csY1641" fmla="*/ 514413 h 531334"/>
              <a:gd name="csX1642" fmla="*/ 282834 w 1722333"/>
              <a:gd name="csY1642" fmla="*/ 514404 h 531334"/>
              <a:gd name="csX1643" fmla="*/ 283007 w 1722333"/>
              <a:gd name="csY1643" fmla="*/ 514404 h 531334"/>
              <a:gd name="csX1644" fmla="*/ 283179 w 1722333"/>
              <a:gd name="csY1644" fmla="*/ 514395 h 531334"/>
              <a:gd name="csX1645" fmla="*/ 283351 w 1722333"/>
              <a:gd name="csY1645" fmla="*/ 514387 h 531334"/>
              <a:gd name="csX1646" fmla="*/ 283524 w 1722333"/>
              <a:gd name="csY1646" fmla="*/ 514378 h 531334"/>
              <a:gd name="csX1647" fmla="*/ 283696 w 1722333"/>
              <a:gd name="csY1647" fmla="*/ 514378 h 531334"/>
              <a:gd name="csX1648" fmla="*/ 283868 w 1722333"/>
              <a:gd name="csY1648" fmla="*/ 514369 h 531334"/>
              <a:gd name="csX1649" fmla="*/ 284041 w 1722333"/>
              <a:gd name="csY1649" fmla="*/ 514360 h 531334"/>
              <a:gd name="csX1650" fmla="*/ 284212 w 1722333"/>
              <a:gd name="csY1650" fmla="*/ 514360 h 531334"/>
              <a:gd name="csX1651" fmla="*/ 284385 w 1722333"/>
              <a:gd name="csY1651" fmla="*/ 514351 h 531334"/>
              <a:gd name="csX1652" fmla="*/ 284557 w 1722333"/>
              <a:gd name="csY1652" fmla="*/ 514342 h 531334"/>
              <a:gd name="csX1653" fmla="*/ 284729 w 1722333"/>
              <a:gd name="csY1653" fmla="*/ 514333 h 531334"/>
              <a:gd name="csX1654" fmla="*/ 284902 w 1722333"/>
              <a:gd name="csY1654" fmla="*/ 514333 h 531334"/>
              <a:gd name="csX1655" fmla="*/ 285073 w 1722333"/>
              <a:gd name="csY1655" fmla="*/ 514324 h 531334"/>
              <a:gd name="csX1656" fmla="*/ 285246 w 1722333"/>
              <a:gd name="csY1656" fmla="*/ 514315 h 531334"/>
              <a:gd name="csX1657" fmla="*/ 285419 w 1722333"/>
              <a:gd name="csY1657" fmla="*/ 514315 h 531334"/>
              <a:gd name="csX1658" fmla="*/ 285590 w 1722333"/>
              <a:gd name="csY1658" fmla="*/ 514306 h 531334"/>
              <a:gd name="csX1659" fmla="*/ 285763 w 1722333"/>
              <a:gd name="csY1659" fmla="*/ 514298 h 531334"/>
              <a:gd name="csX1660" fmla="*/ 285935 w 1722333"/>
              <a:gd name="csY1660" fmla="*/ 514289 h 531334"/>
              <a:gd name="csX1661" fmla="*/ 286107 w 1722333"/>
              <a:gd name="csY1661" fmla="*/ 514289 h 531334"/>
              <a:gd name="csX1662" fmla="*/ 286280 w 1722333"/>
              <a:gd name="csY1662" fmla="*/ 514280 h 531334"/>
              <a:gd name="csX1663" fmla="*/ 286451 w 1722333"/>
              <a:gd name="csY1663" fmla="*/ 514271 h 531334"/>
              <a:gd name="csX1664" fmla="*/ 286624 w 1722333"/>
              <a:gd name="csY1664" fmla="*/ 514271 h 531334"/>
              <a:gd name="csX1665" fmla="*/ 286797 w 1722333"/>
              <a:gd name="csY1665" fmla="*/ 514262 h 531334"/>
              <a:gd name="csX1666" fmla="*/ 286968 w 1722333"/>
              <a:gd name="csY1666" fmla="*/ 514253 h 531334"/>
              <a:gd name="csX1667" fmla="*/ 287141 w 1722333"/>
              <a:gd name="csY1667" fmla="*/ 514244 h 531334"/>
              <a:gd name="csX1668" fmla="*/ 287313 w 1722333"/>
              <a:gd name="csY1668" fmla="*/ 514244 h 531334"/>
              <a:gd name="csX1669" fmla="*/ 287485 w 1722333"/>
              <a:gd name="csY1669" fmla="*/ 514235 h 531334"/>
              <a:gd name="csX1670" fmla="*/ 287658 w 1722333"/>
              <a:gd name="csY1670" fmla="*/ 514226 h 531334"/>
              <a:gd name="csX1671" fmla="*/ 287830 w 1722333"/>
              <a:gd name="csY1671" fmla="*/ 514217 h 531334"/>
              <a:gd name="csX1672" fmla="*/ 288002 w 1722333"/>
              <a:gd name="csY1672" fmla="*/ 514217 h 531334"/>
              <a:gd name="csX1673" fmla="*/ 288175 w 1722333"/>
              <a:gd name="csY1673" fmla="*/ 514209 h 531334"/>
              <a:gd name="csX1674" fmla="*/ 288346 w 1722333"/>
              <a:gd name="csY1674" fmla="*/ 514200 h 531334"/>
              <a:gd name="csX1675" fmla="*/ 288519 w 1722333"/>
              <a:gd name="csY1675" fmla="*/ 514200 h 531334"/>
              <a:gd name="csX1676" fmla="*/ 288691 w 1722333"/>
              <a:gd name="csY1676" fmla="*/ 514191 h 531334"/>
              <a:gd name="csX1677" fmla="*/ 288863 w 1722333"/>
              <a:gd name="csY1677" fmla="*/ 514182 h 531334"/>
              <a:gd name="csX1678" fmla="*/ 289036 w 1722333"/>
              <a:gd name="csY1678" fmla="*/ 514173 h 531334"/>
              <a:gd name="csX1679" fmla="*/ 289208 w 1722333"/>
              <a:gd name="csY1679" fmla="*/ 514173 h 531334"/>
              <a:gd name="csX1680" fmla="*/ 289380 w 1722333"/>
              <a:gd name="csY1680" fmla="*/ 514164 h 531334"/>
              <a:gd name="csX1681" fmla="*/ 289553 w 1722333"/>
              <a:gd name="csY1681" fmla="*/ 514155 h 531334"/>
              <a:gd name="csX1682" fmla="*/ 289724 w 1722333"/>
              <a:gd name="csY1682" fmla="*/ 514146 h 531334"/>
              <a:gd name="csX1683" fmla="*/ 289897 w 1722333"/>
              <a:gd name="csY1683" fmla="*/ 514146 h 531334"/>
              <a:gd name="csX1684" fmla="*/ 290069 w 1722333"/>
              <a:gd name="csY1684" fmla="*/ 514137 h 531334"/>
              <a:gd name="csX1685" fmla="*/ 290241 w 1722333"/>
              <a:gd name="csY1685" fmla="*/ 514128 h 531334"/>
              <a:gd name="csX1686" fmla="*/ 290414 w 1722333"/>
              <a:gd name="csY1686" fmla="*/ 514128 h 531334"/>
              <a:gd name="csX1687" fmla="*/ 290586 w 1722333"/>
              <a:gd name="csY1687" fmla="*/ 514120 h 531334"/>
              <a:gd name="csX1688" fmla="*/ 290758 w 1722333"/>
              <a:gd name="csY1688" fmla="*/ 514111 h 531334"/>
              <a:gd name="csX1689" fmla="*/ 290930 w 1722333"/>
              <a:gd name="csY1689" fmla="*/ 514102 h 531334"/>
              <a:gd name="csX1690" fmla="*/ 291103 w 1722333"/>
              <a:gd name="csY1690" fmla="*/ 514102 h 531334"/>
              <a:gd name="csX1691" fmla="*/ 291275 w 1722333"/>
              <a:gd name="csY1691" fmla="*/ 514093 h 531334"/>
              <a:gd name="csX1692" fmla="*/ 291447 w 1722333"/>
              <a:gd name="csY1692" fmla="*/ 514084 h 531334"/>
              <a:gd name="csX1693" fmla="*/ 291619 w 1722333"/>
              <a:gd name="csY1693" fmla="*/ 514075 h 531334"/>
              <a:gd name="csX1694" fmla="*/ 291792 w 1722333"/>
              <a:gd name="csY1694" fmla="*/ 514075 h 531334"/>
              <a:gd name="csX1695" fmla="*/ 291964 w 1722333"/>
              <a:gd name="csY1695" fmla="*/ 514066 h 531334"/>
              <a:gd name="csX1696" fmla="*/ 292136 w 1722333"/>
              <a:gd name="csY1696" fmla="*/ 514057 h 531334"/>
              <a:gd name="csX1697" fmla="*/ 292308 w 1722333"/>
              <a:gd name="csY1697" fmla="*/ 514048 h 531334"/>
              <a:gd name="csX1698" fmla="*/ 292481 w 1722333"/>
              <a:gd name="csY1698" fmla="*/ 514048 h 531334"/>
              <a:gd name="csX1699" fmla="*/ 292653 w 1722333"/>
              <a:gd name="csY1699" fmla="*/ 514040 h 531334"/>
              <a:gd name="csX1700" fmla="*/ 292825 w 1722333"/>
              <a:gd name="csY1700" fmla="*/ 514031 h 531334"/>
              <a:gd name="csX1701" fmla="*/ 292997 w 1722333"/>
              <a:gd name="csY1701" fmla="*/ 514022 h 531334"/>
              <a:gd name="csX1702" fmla="*/ 293169 w 1722333"/>
              <a:gd name="csY1702" fmla="*/ 514022 h 531334"/>
              <a:gd name="csX1703" fmla="*/ 293342 w 1722333"/>
              <a:gd name="csY1703" fmla="*/ 514013 h 531334"/>
              <a:gd name="csX1704" fmla="*/ 293514 w 1722333"/>
              <a:gd name="csY1704" fmla="*/ 514004 h 531334"/>
              <a:gd name="csX1705" fmla="*/ 293686 w 1722333"/>
              <a:gd name="csY1705" fmla="*/ 514004 h 531334"/>
              <a:gd name="csX1706" fmla="*/ 293859 w 1722333"/>
              <a:gd name="csY1706" fmla="*/ 513995 h 531334"/>
              <a:gd name="csX1707" fmla="*/ 294031 w 1722333"/>
              <a:gd name="csY1707" fmla="*/ 513986 h 531334"/>
              <a:gd name="csX1708" fmla="*/ 294203 w 1722333"/>
              <a:gd name="csY1708" fmla="*/ 513977 h 531334"/>
              <a:gd name="csX1709" fmla="*/ 294376 w 1722333"/>
              <a:gd name="csY1709" fmla="*/ 513977 h 531334"/>
              <a:gd name="csX1710" fmla="*/ 294547 w 1722333"/>
              <a:gd name="csY1710" fmla="*/ 513968 h 531334"/>
              <a:gd name="csX1711" fmla="*/ 294720 w 1722333"/>
              <a:gd name="csY1711" fmla="*/ 513960 h 531334"/>
              <a:gd name="csX1712" fmla="*/ 294892 w 1722333"/>
              <a:gd name="csY1712" fmla="*/ 513951 h 531334"/>
              <a:gd name="csX1713" fmla="*/ 295064 w 1722333"/>
              <a:gd name="csY1713" fmla="*/ 513951 h 531334"/>
              <a:gd name="csX1714" fmla="*/ 295237 w 1722333"/>
              <a:gd name="csY1714" fmla="*/ 513942 h 531334"/>
              <a:gd name="csX1715" fmla="*/ 295408 w 1722333"/>
              <a:gd name="csY1715" fmla="*/ 513933 h 531334"/>
              <a:gd name="csX1716" fmla="*/ 295581 w 1722333"/>
              <a:gd name="csY1716" fmla="*/ 513924 h 531334"/>
              <a:gd name="csX1717" fmla="*/ 295754 w 1722333"/>
              <a:gd name="csY1717" fmla="*/ 513924 h 531334"/>
              <a:gd name="csX1718" fmla="*/ 295925 w 1722333"/>
              <a:gd name="csY1718" fmla="*/ 513915 h 531334"/>
              <a:gd name="csX1719" fmla="*/ 296098 w 1722333"/>
              <a:gd name="csY1719" fmla="*/ 513906 h 531334"/>
              <a:gd name="csX1720" fmla="*/ 296271 w 1722333"/>
              <a:gd name="csY1720" fmla="*/ 513897 h 531334"/>
              <a:gd name="csX1721" fmla="*/ 296442 w 1722333"/>
              <a:gd name="csY1721" fmla="*/ 513897 h 531334"/>
              <a:gd name="csX1722" fmla="*/ 296615 w 1722333"/>
              <a:gd name="csY1722" fmla="*/ 513888 h 531334"/>
              <a:gd name="csX1723" fmla="*/ 296786 w 1722333"/>
              <a:gd name="csY1723" fmla="*/ 513879 h 531334"/>
              <a:gd name="csX1724" fmla="*/ 296959 w 1722333"/>
              <a:gd name="csY1724" fmla="*/ 513871 h 531334"/>
              <a:gd name="csX1725" fmla="*/ 297132 w 1722333"/>
              <a:gd name="csY1725" fmla="*/ 513871 h 531334"/>
              <a:gd name="csX1726" fmla="*/ 297303 w 1722333"/>
              <a:gd name="csY1726" fmla="*/ 513862 h 531334"/>
              <a:gd name="csX1727" fmla="*/ 297476 w 1722333"/>
              <a:gd name="csY1727" fmla="*/ 513853 h 531334"/>
              <a:gd name="csX1728" fmla="*/ 297649 w 1722333"/>
              <a:gd name="csY1728" fmla="*/ 513844 h 531334"/>
              <a:gd name="csX1729" fmla="*/ 297820 w 1722333"/>
              <a:gd name="csY1729" fmla="*/ 513844 h 531334"/>
              <a:gd name="csX1730" fmla="*/ 297993 w 1722333"/>
              <a:gd name="csY1730" fmla="*/ 513835 h 531334"/>
              <a:gd name="csX1731" fmla="*/ 298165 w 1722333"/>
              <a:gd name="csY1731" fmla="*/ 513826 h 531334"/>
              <a:gd name="csX1732" fmla="*/ 298337 w 1722333"/>
              <a:gd name="csY1732" fmla="*/ 513817 h 531334"/>
              <a:gd name="csX1733" fmla="*/ 298510 w 1722333"/>
              <a:gd name="csY1733" fmla="*/ 513817 h 531334"/>
              <a:gd name="csX1734" fmla="*/ 298681 w 1722333"/>
              <a:gd name="csY1734" fmla="*/ 513808 h 531334"/>
              <a:gd name="csX1735" fmla="*/ 298854 w 1722333"/>
              <a:gd name="csY1735" fmla="*/ 513799 h 531334"/>
              <a:gd name="csX1736" fmla="*/ 299026 w 1722333"/>
              <a:gd name="csY1736" fmla="*/ 513790 h 531334"/>
              <a:gd name="csX1737" fmla="*/ 299198 w 1722333"/>
              <a:gd name="csY1737" fmla="*/ 513790 h 531334"/>
              <a:gd name="csX1738" fmla="*/ 299371 w 1722333"/>
              <a:gd name="csY1738" fmla="*/ 513782 h 531334"/>
              <a:gd name="csX1739" fmla="*/ 299543 w 1722333"/>
              <a:gd name="csY1739" fmla="*/ 513773 h 531334"/>
              <a:gd name="csX1740" fmla="*/ 299715 w 1722333"/>
              <a:gd name="csY1740" fmla="*/ 513764 h 531334"/>
              <a:gd name="csX1741" fmla="*/ 299888 w 1722333"/>
              <a:gd name="csY1741" fmla="*/ 513764 h 531334"/>
              <a:gd name="csX1742" fmla="*/ 300059 w 1722333"/>
              <a:gd name="csY1742" fmla="*/ 513755 h 531334"/>
              <a:gd name="csX1743" fmla="*/ 300232 w 1722333"/>
              <a:gd name="csY1743" fmla="*/ 513746 h 531334"/>
              <a:gd name="csX1744" fmla="*/ 300404 w 1722333"/>
              <a:gd name="csY1744" fmla="*/ 513737 h 531334"/>
              <a:gd name="csX1745" fmla="*/ 300576 w 1722333"/>
              <a:gd name="csY1745" fmla="*/ 513737 h 531334"/>
              <a:gd name="csX1746" fmla="*/ 300749 w 1722333"/>
              <a:gd name="csY1746" fmla="*/ 513728 h 531334"/>
              <a:gd name="csX1747" fmla="*/ 300921 w 1722333"/>
              <a:gd name="csY1747" fmla="*/ 513719 h 531334"/>
              <a:gd name="csX1748" fmla="*/ 301093 w 1722333"/>
              <a:gd name="csY1748" fmla="*/ 513710 h 531334"/>
              <a:gd name="csX1749" fmla="*/ 301265 w 1722333"/>
              <a:gd name="csY1749" fmla="*/ 513710 h 531334"/>
              <a:gd name="csX1750" fmla="*/ 301438 w 1722333"/>
              <a:gd name="csY1750" fmla="*/ 513701 h 531334"/>
              <a:gd name="csX1751" fmla="*/ 301610 w 1722333"/>
              <a:gd name="csY1751" fmla="*/ 513693 h 531334"/>
              <a:gd name="csX1752" fmla="*/ 301782 w 1722333"/>
              <a:gd name="csY1752" fmla="*/ 513684 h 531334"/>
              <a:gd name="csX1753" fmla="*/ 301954 w 1722333"/>
              <a:gd name="csY1753" fmla="*/ 513684 h 531334"/>
              <a:gd name="csX1754" fmla="*/ 302127 w 1722333"/>
              <a:gd name="csY1754" fmla="*/ 513675 h 531334"/>
              <a:gd name="csX1755" fmla="*/ 302299 w 1722333"/>
              <a:gd name="csY1755" fmla="*/ 513666 h 531334"/>
              <a:gd name="csX1756" fmla="*/ 302471 w 1722333"/>
              <a:gd name="csY1756" fmla="*/ 513657 h 531334"/>
              <a:gd name="csX1757" fmla="*/ 302643 w 1722333"/>
              <a:gd name="csY1757" fmla="*/ 513648 h 531334"/>
              <a:gd name="csX1758" fmla="*/ 302816 w 1722333"/>
              <a:gd name="csY1758" fmla="*/ 513648 h 531334"/>
              <a:gd name="csX1759" fmla="*/ 302988 w 1722333"/>
              <a:gd name="csY1759" fmla="*/ 513639 h 531334"/>
              <a:gd name="csX1760" fmla="*/ 303160 w 1722333"/>
              <a:gd name="csY1760" fmla="*/ 513630 h 531334"/>
              <a:gd name="csX1761" fmla="*/ 303332 w 1722333"/>
              <a:gd name="csY1761" fmla="*/ 513621 h 531334"/>
              <a:gd name="csX1762" fmla="*/ 303504 w 1722333"/>
              <a:gd name="csY1762" fmla="*/ 513621 h 531334"/>
              <a:gd name="csX1763" fmla="*/ 303677 w 1722333"/>
              <a:gd name="csY1763" fmla="*/ 513613 h 531334"/>
              <a:gd name="csX1764" fmla="*/ 303849 w 1722333"/>
              <a:gd name="csY1764" fmla="*/ 513604 h 531334"/>
              <a:gd name="csX1765" fmla="*/ 304021 w 1722333"/>
              <a:gd name="csY1765" fmla="*/ 513595 h 531334"/>
              <a:gd name="csX1766" fmla="*/ 304194 w 1722333"/>
              <a:gd name="csY1766" fmla="*/ 513595 h 531334"/>
              <a:gd name="csX1767" fmla="*/ 304366 w 1722333"/>
              <a:gd name="csY1767" fmla="*/ 513586 h 531334"/>
              <a:gd name="csX1768" fmla="*/ 304538 w 1722333"/>
              <a:gd name="csY1768" fmla="*/ 513577 h 531334"/>
              <a:gd name="csX1769" fmla="*/ 304711 w 1722333"/>
              <a:gd name="csY1769" fmla="*/ 513568 h 531334"/>
              <a:gd name="csX1770" fmla="*/ 304882 w 1722333"/>
              <a:gd name="csY1770" fmla="*/ 513568 h 531334"/>
              <a:gd name="csX1771" fmla="*/ 305055 w 1722333"/>
              <a:gd name="csY1771" fmla="*/ 513559 h 531334"/>
              <a:gd name="csX1772" fmla="*/ 305227 w 1722333"/>
              <a:gd name="csY1772" fmla="*/ 513550 h 531334"/>
              <a:gd name="csX1773" fmla="*/ 305399 w 1722333"/>
              <a:gd name="csY1773" fmla="*/ 513541 h 531334"/>
              <a:gd name="csX1774" fmla="*/ 305572 w 1722333"/>
              <a:gd name="csY1774" fmla="*/ 513532 h 531334"/>
              <a:gd name="csX1775" fmla="*/ 305744 w 1722333"/>
              <a:gd name="csY1775" fmla="*/ 513532 h 531334"/>
              <a:gd name="csX1776" fmla="*/ 305916 w 1722333"/>
              <a:gd name="csY1776" fmla="*/ 513524 h 531334"/>
              <a:gd name="csX1777" fmla="*/ 306089 w 1722333"/>
              <a:gd name="csY1777" fmla="*/ 513515 h 531334"/>
              <a:gd name="csX1778" fmla="*/ 306260 w 1722333"/>
              <a:gd name="csY1778" fmla="*/ 513506 h 531334"/>
              <a:gd name="csX1779" fmla="*/ 306433 w 1722333"/>
              <a:gd name="csY1779" fmla="*/ 513506 h 531334"/>
              <a:gd name="csX1780" fmla="*/ 306606 w 1722333"/>
              <a:gd name="csY1780" fmla="*/ 513497 h 531334"/>
              <a:gd name="csX1781" fmla="*/ 306777 w 1722333"/>
              <a:gd name="csY1781" fmla="*/ 513488 h 531334"/>
              <a:gd name="csX1782" fmla="*/ 306950 w 1722333"/>
              <a:gd name="csY1782" fmla="*/ 513479 h 531334"/>
              <a:gd name="csX1783" fmla="*/ 307121 w 1722333"/>
              <a:gd name="csY1783" fmla="*/ 513479 h 531334"/>
              <a:gd name="csX1784" fmla="*/ 307294 w 1722333"/>
              <a:gd name="csY1784" fmla="*/ 513470 h 531334"/>
              <a:gd name="csX1785" fmla="*/ 307467 w 1722333"/>
              <a:gd name="csY1785" fmla="*/ 513461 h 531334"/>
              <a:gd name="csX1786" fmla="*/ 307638 w 1722333"/>
              <a:gd name="csY1786" fmla="*/ 513452 h 531334"/>
              <a:gd name="csX1787" fmla="*/ 307811 w 1722333"/>
              <a:gd name="csY1787" fmla="*/ 513443 h 531334"/>
              <a:gd name="csX1788" fmla="*/ 307984 w 1722333"/>
              <a:gd name="csY1788" fmla="*/ 513443 h 531334"/>
              <a:gd name="csX1789" fmla="*/ 308155 w 1722333"/>
              <a:gd name="csY1789" fmla="*/ 513435 h 531334"/>
              <a:gd name="csX1790" fmla="*/ 308328 w 1722333"/>
              <a:gd name="csY1790" fmla="*/ 513426 h 531334"/>
              <a:gd name="csX1791" fmla="*/ 308500 w 1722333"/>
              <a:gd name="csY1791" fmla="*/ 513417 h 531334"/>
              <a:gd name="csX1792" fmla="*/ 308672 w 1722333"/>
              <a:gd name="csY1792" fmla="*/ 513417 h 531334"/>
              <a:gd name="csX1793" fmla="*/ 308845 w 1722333"/>
              <a:gd name="csY1793" fmla="*/ 513408 h 531334"/>
              <a:gd name="csX1794" fmla="*/ 309016 w 1722333"/>
              <a:gd name="csY1794" fmla="*/ 513399 h 531334"/>
              <a:gd name="csX1795" fmla="*/ 309189 w 1722333"/>
              <a:gd name="csY1795" fmla="*/ 513390 h 531334"/>
              <a:gd name="csX1796" fmla="*/ 309361 w 1722333"/>
              <a:gd name="csY1796" fmla="*/ 513381 h 531334"/>
              <a:gd name="csX1797" fmla="*/ 309533 w 1722333"/>
              <a:gd name="csY1797" fmla="*/ 513381 h 531334"/>
              <a:gd name="csX1798" fmla="*/ 309706 w 1722333"/>
              <a:gd name="csY1798" fmla="*/ 513372 h 531334"/>
              <a:gd name="csX1799" fmla="*/ 309878 w 1722333"/>
              <a:gd name="csY1799" fmla="*/ 513363 h 531334"/>
              <a:gd name="csX1800" fmla="*/ 310050 w 1722333"/>
              <a:gd name="csY1800" fmla="*/ 513355 h 531334"/>
              <a:gd name="csX1801" fmla="*/ 310223 w 1722333"/>
              <a:gd name="csY1801" fmla="*/ 513355 h 531334"/>
              <a:gd name="csX1802" fmla="*/ 310394 w 1722333"/>
              <a:gd name="csY1802" fmla="*/ 513346 h 531334"/>
              <a:gd name="csX1803" fmla="*/ 310567 w 1722333"/>
              <a:gd name="csY1803" fmla="*/ 513337 h 531334"/>
              <a:gd name="csX1804" fmla="*/ 310739 w 1722333"/>
              <a:gd name="csY1804" fmla="*/ 513328 h 531334"/>
              <a:gd name="csX1805" fmla="*/ 310911 w 1722333"/>
              <a:gd name="csY1805" fmla="*/ 513319 h 531334"/>
              <a:gd name="csX1806" fmla="*/ 311084 w 1722333"/>
              <a:gd name="csY1806" fmla="*/ 513319 h 531334"/>
              <a:gd name="csX1807" fmla="*/ 311256 w 1722333"/>
              <a:gd name="csY1807" fmla="*/ 513310 h 531334"/>
              <a:gd name="csX1808" fmla="*/ 311428 w 1722333"/>
              <a:gd name="csY1808" fmla="*/ 513301 h 531334"/>
              <a:gd name="csX1809" fmla="*/ 311600 w 1722333"/>
              <a:gd name="csY1809" fmla="*/ 513292 h 531334"/>
              <a:gd name="csX1810" fmla="*/ 311773 w 1722333"/>
              <a:gd name="csY1810" fmla="*/ 513283 h 531334"/>
              <a:gd name="csX1811" fmla="*/ 311945 w 1722333"/>
              <a:gd name="csY1811" fmla="*/ 513283 h 531334"/>
              <a:gd name="csX1812" fmla="*/ 312117 w 1722333"/>
              <a:gd name="csY1812" fmla="*/ 513274 h 531334"/>
              <a:gd name="csX1813" fmla="*/ 312289 w 1722333"/>
              <a:gd name="csY1813" fmla="*/ 513266 h 531334"/>
              <a:gd name="csX1814" fmla="*/ 312462 w 1722333"/>
              <a:gd name="csY1814" fmla="*/ 513257 h 531334"/>
              <a:gd name="csX1815" fmla="*/ 312634 w 1722333"/>
              <a:gd name="csY1815" fmla="*/ 513257 h 531334"/>
              <a:gd name="csX1816" fmla="*/ 312806 w 1722333"/>
              <a:gd name="csY1816" fmla="*/ 513248 h 531334"/>
              <a:gd name="csX1817" fmla="*/ 312978 w 1722333"/>
              <a:gd name="csY1817" fmla="*/ 513239 h 531334"/>
              <a:gd name="csX1818" fmla="*/ 313151 w 1722333"/>
              <a:gd name="csY1818" fmla="*/ 513230 h 531334"/>
              <a:gd name="csX1819" fmla="*/ 313323 w 1722333"/>
              <a:gd name="csY1819" fmla="*/ 513221 h 531334"/>
              <a:gd name="csX1820" fmla="*/ 313495 w 1722333"/>
              <a:gd name="csY1820" fmla="*/ 513221 h 531334"/>
              <a:gd name="csX1821" fmla="*/ 313668 w 1722333"/>
              <a:gd name="csY1821" fmla="*/ 513212 h 531334"/>
              <a:gd name="csX1822" fmla="*/ 313839 w 1722333"/>
              <a:gd name="csY1822" fmla="*/ 513203 h 531334"/>
              <a:gd name="csX1823" fmla="*/ 314012 w 1722333"/>
              <a:gd name="csY1823" fmla="*/ 513194 h 531334"/>
              <a:gd name="csX1824" fmla="*/ 314184 w 1722333"/>
              <a:gd name="csY1824" fmla="*/ 513186 h 531334"/>
              <a:gd name="csX1825" fmla="*/ 314356 w 1722333"/>
              <a:gd name="csY1825" fmla="*/ 513186 h 531334"/>
              <a:gd name="csX1826" fmla="*/ 314529 w 1722333"/>
              <a:gd name="csY1826" fmla="*/ 513177 h 531334"/>
              <a:gd name="csX1827" fmla="*/ 314701 w 1722333"/>
              <a:gd name="csY1827" fmla="*/ 513168 h 531334"/>
              <a:gd name="csX1828" fmla="*/ 314873 w 1722333"/>
              <a:gd name="csY1828" fmla="*/ 513159 h 531334"/>
              <a:gd name="csX1829" fmla="*/ 315046 w 1722333"/>
              <a:gd name="csY1829" fmla="*/ 513150 h 531334"/>
              <a:gd name="csX1830" fmla="*/ 315217 w 1722333"/>
              <a:gd name="csY1830" fmla="*/ 513150 h 531334"/>
              <a:gd name="csX1831" fmla="*/ 315390 w 1722333"/>
              <a:gd name="csY1831" fmla="*/ 513141 h 531334"/>
              <a:gd name="csX1832" fmla="*/ 315562 w 1722333"/>
              <a:gd name="csY1832" fmla="*/ 513132 h 531334"/>
              <a:gd name="csX1833" fmla="*/ 315734 w 1722333"/>
              <a:gd name="csY1833" fmla="*/ 513123 h 531334"/>
              <a:gd name="csX1834" fmla="*/ 315907 w 1722333"/>
              <a:gd name="csY1834" fmla="*/ 513123 h 531334"/>
              <a:gd name="csX1835" fmla="*/ 316079 w 1722333"/>
              <a:gd name="csY1835" fmla="*/ 513114 h 531334"/>
              <a:gd name="csX1836" fmla="*/ 316251 w 1722333"/>
              <a:gd name="csY1836" fmla="*/ 513105 h 531334"/>
              <a:gd name="csX1837" fmla="*/ 316424 w 1722333"/>
              <a:gd name="csY1837" fmla="*/ 513097 h 531334"/>
              <a:gd name="csX1838" fmla="*/ 316595 w 1722333"/>
              <a:gd name="csY1838" fmla="*/ 513088 h 531334"/>
              <a:gd name="csX1839" fmla="*/ 316768 w 1722333"/>
              <a:gd name="csY1839" fmla="*/ 513088 h 531334"/>
              <a:gd name="csX1840" fmla="*/ 316940 w 1722333"/>
              <a:gd name="csY1840" fmla="*/ 513079 h 531334"/>
              <a:gd name="csX1841" fmla="*/ 317112 w 1722333"/>
              <a:gd name="csY1841" fmla="*/ 513070 h 531334"/>
              <a:gd name="csX1842" fmla="*/ 317285 w 1722333"/>
              <a:gd name="csY1842" fmla="*/ 513061 h 531334"/>
              <a:gd name="csX1843" fmla="*/ 317456 w 1722333"/>
              <a:gd name="csY1843" fmla="*/ 513052 h 531334"/>
              <a:gd name="csX1844" fmla="*/ 317629 w 1722333"/>
              <a:gd name="csY1844" fmla="*/ 513052 h 531334"/>
              <a:gd name="csX1845" fmla="*/ 317802 w 1722333"/>
              <a:gd name="csY1845" fmla="*/ 513043 h 531334"/>
              <a:gd name="csX1846" fmla="*/ 317973 w 1722333"/>
              <a:gd name="csY1846" fmla="*/ 513034 h 531334"/>
              <a:gd name="csX1847" fmla="*/ 318146 w 1722333"/>
              <a:gd name="csY1847" fmla="*/ 513025 h 531334"/>
              <a:gd name="csX1848" fmla="*/ 318319 w 1722333"/>
              <a:gd name="csY1848" fmla="*/ 513016 h 531334"/>
              <a:gd name="csX1849" fmla="*/ 318490 w 1722333"/>
              <a:gd name="csY1849" fmla="*/ 513016 h 531334"/>
              <a:gd name="csX1850" fmla="*/ 318663 w 1722333"/>
              <a:gd name="csY1850" fmla="*/ 513008 h 531334"/>
              <a:gd name="csX1851" fmla="*/ 318835 w 1722333"/>
              <a:gd name="csY1851" fmla="*/ 512999 h 531334"/>
              <a:gd name="csX1852" fmla="*/ 319007 w 1722333"/>
              <a:gd name="csY1852" fmla="*/ 512990 h 531334"/>
              <a:gd name="csX1853" fmla="*/ 319180 w 1722333"/>
              <a:gd name="csY1853" fmla="*/ 512981 h 531334"/>
              <a:gd name="csX1854" fmla="*/ 319351 w 1722333"/>
              <a:gd name="csY1854" fmla="*/ 512972 h 531334"/>
              <a:gd name="csX1855" fmla="*/ 319524 w 1722333"/>
              <a:gd name="csY1855" fmla="*/ 512972 h 531334"/>
              <a:gd name="csX1856" fmla="*/ 319696 w 1722333"/>
              <a:gd name="csY1856" fmla="*/ 512963 h 531334"/>
              <a:gd name="csX1857" fmla="*/ 319868 w 1722333"/>
              <a:gd name="csY1857" fmla="*/ 512954 h 531334"/>
              <a:gd name="csX1858" fmla="*/ 320041 w 1722333"/>
              <a:gd name="csY1858" fmla="*/ 512945 h 531334"/>
              <a:gd name="csX1859" fmla="*/ 320213 w 1722333"/>
              <a:gd name="csY1859" fmla="*/ 512936 h 531334"/>
              <a:gd name="csX1860" fmla="*/ 320385 w 1722333"/>
              <a:gd name="csY1860" fmla="*/ 512936 h 531334"/>
              <a:gd name="csX1861" fmla="*/ 320558 w 1722333"/>
              <a:gd name="csY1861" fmla="*/ 512927 h 531334"/>
              <a:gd name="csX1862" fmla="*/ 320729 w 1722333"/>
              <a:gd name="csY1862" fmla="*/ 512919 h 531334"/>
              <a:gd name="csX1863" fmla="*/ 320902 w 1722333"/>
              <a:gd name="csY1863" fmla="*/ 512910 h 531334"/>
              <a:gd name="csX1864" fmla="*/ 321074 w 1722333"/>
              <a:gd name="csY1864" fmla="*/ 512901 h 531334"/>
              <a:gd name="csX1865" fmla="*/ 321246 w 1722333"/>
              <a:gd name="csY1865" fmla="*/ 512901 h 531334"/>
              <a:gd name="csX1866" fmla="*/ 321419 w 1722333"/>
              <a:gd name="csY1866" fmla="*/ 512892 h 531334"/>
              <a:gd name="csX1867" fmla="*/ 321591 w 1722333"/>
              <a:gd name="csY1867" fmla="*/ 512883 h 531334"/>
              <a:gd name="csX1868" fmla="*/ 321763 w 1722333"/>
              <a:gd name="csY1868" fmla="*/ 512874 h 531334"/>
              <a:gd name="csX1869" fmla="*/ 321935 w 1722333"/>
              <a:gd name="csY1869" fmla="*/ 512865 h 531334"/>
              <a:gd name="csX1870" fmla="*/ 322108 w 1722333"/>
              <a:gd name="csY1870" fmla="*/ 512865 h 531334"/>
              <a:gd name="csX1871" fmla="*/ 322280 w 1722333"/>
              <a:gd name="csY1871" fmla="*/ 512856 h 531334"/>
              <a:gd name="csX1872" fmla="*/ 322452 w 1722333"/>
              <a:gd name="csY1872" fmla="*/ 512847 h 531334"/>
              <a:gd name="csX1873" fmla="*/ 322624 w 1722333"/>
              <a:gd name="csY1873" fmla="*/ 512839 h 531334"/>
              <a:gd name="csX1874" fmla="*/ 322797 w 1722333"/>
              <a:gd name="csY1874" fmla="*/ 512830 h 531334"/>
              <a:gd name="csX1875" fmla="*/ 322969 w 1722333"/>
              <a:gd name="csY1875" fmla="*/ 512821 h 531334"/>
              <a:gd name="csX1876" fmla="*/ 323141 w 1722333"/>
              <a:gd name="csY1876" fmla="*/ 512821 h 531334"/>
              <a:gd name="csX1877" fmla="*/ 323313 w 1722333"/>
              <a:gd name="csY1877" fmla="*/ 512812 h 531334"/>
              <a:gd name="csX1878" fmla="*/ 323486 w 1722333"/>
              <a:gd name="csY1878" fmla="*/ 512803 h 531334"/>
              <a:gd name="csX1879" fmla="*/ 323658 w 1722333"/>
              <a:gd name="csY1879" fmla="*/ 512794 h 531334"/>
              <a:gd name="csX1880" fmla="*/ 323830 w 1722333"/>
              <a:gd name="csY1880" fmla="*/ 512785 h 531334"/>
              <a:gd name="csX1881" fmla="*/ 324003 w 1722333"/>
              <a:gd name="csY1881" fmla="*/ 512785 h 531334"/>
              <a:gd name="csX1882" fmla="*/ 324175 w 1722333"/>
              <a:gd name="csY1882" fmla="*/ 512776 h 531334"/>
              <a:gd name="csX1883" fmla="*/ 324347 w 1722333"/>
              <a:gd name="csY1883" fmla="*/ 512767 h 531334"/>
              <a:gd name="csX1884" fmla="*/ 324519 w 1722333"/>
              <a:gd name="csY1884" fmla="*/ 512759 h 531334"/>
              <a:gd name="csX1885" fmla="*/ 324691 w 1722333"/>
              <a:gd name="csY1885" fmla="*/ 512750 h 531334"/>
              <a:gd name="csX1886" fmla="*/ 324864 w 1722333"/>
              <a:gd name="csY1886" fmla="*/ 512741 h 531334"/>
              <a:gd name="csX1887" fmla="*/ 325036 w 1722333"/>
              <a:gd name="csY1887" fmla="*/ 512741 h 531334"/>
              <a:gd name="csX1888" fmla="*/ 325208 w 1722333"/>
              <a:gd name="csY1888" fmla="*/ 512732 h 531334"/>
              <a:gd name="csX1889" fmla="*/ 325381 w 1722333"/>
              <a:gd name="csY1889" fmla="*/ 512723 h 531334"/>
              <a:gd name="csX1890" fmla="*/ 325552 w 1722333"/>
              <a:gd name="csY1890" fmla="*/ 512714 h 531334"/>
              <a:gd name="csX1891" fmla="*/ 325725 w 1722333"/>
              <a:gd name="csY1891" fmla="*/ 512705 h 531334"/>
              <a:gd name="csX1892" fmla="*/ 325897 w 1722333"/>
              <a:gd name="csY1892" fmla="*/ 512705 h 531334"/>
              <a:gd name="csX1893" fmla="*/ 326069 w 1722333"/>
              <a:gd name="csY1893" fmla="*/ 512696 h 531334"/>
              <a:gd name="csX1894" fmla="*/ 326242 w 1722333"/>
              <a:gd name="csY1894" fmla="*/ 512687 h 531334"/>
              <a:gd name="csX1895" fmla="*/ 326414 w 1722333"/>
              <a:gd name="csY1895" fmla="*/ 512678 h 531334"/>
              <a:gd name="csX1896" fmla="*/ 326586 w 1722333"/>
              <a:gd name="csY1896" fmla="*/ 512669 h 531334"/>
              <a:gd name="csX1897" fmla="*/ 326759 w 1722333"/>
              <a:gd name="csY1897" fmla="*/ 512661 h 531334"/>
              <a:gd name="csX1898" fmla="*/ 326930 w 1722333"/>
              <a:gd name="csY1898" fmla="*/ 512661 h 531334"/>
              <a:gd name="csX1899" fmla="*/ 327103 w 1722333"/>
              <a:gd name="csY1899" fmla="*/ 512652 h 531334"/>
              <a:gd name="csX1900" fmla="*/ 327275 w 1722333"/>
              <a:gd name="csY1900" fmla="*/ 512643 h 531334"/>
              <a:gd name="csX1901" fmla="*/ 327447 w 1722333"/>
              <a:gd name="csY1901" fmla="*/ 512634 h 531334"/>
              <a:gd name="csX1902" fmla="*/ 327620 w 1722333"/>
              <a:gd name="csY1902" fmla="*/ 512625 h 531334"/>
              <a:gd name="csX1903" fmla="*/ 327791 w 1722333"/>
              <a:gd name="csY1903" fmla="*/ 512616 h 531334"/>
              <a:gd name="csX1904" fmla="*/ 327964 w 1722333"/>
              <a:gd name="csY1904" fmla="*/ 512616 h 531334"/>
              <a:gd name="csX1905" fmla="*/ 328137 w 1722333"/>
              <a:gd name="csY1905" fmla="*/ 512607 h 531334"/>
              <a:gd name="csX1906" fmla="*/ 328308 w 1722333"/>
              <a:gd name="csY1906" fmla="*/ 512598 h 531334"/>
              <a:gd name="csX1907" fmla="*/ 328481 w 1722333"/>
              <a:gd name="csY1907" fmla="*/ 512589 h 531334"/>
              <a:gd name="csX1908" fmla="*/ 328654 w 1722333"/>
              <a:gd name="csY1908" fmla="*/ 512581 h 531334"/>
              <a:gd name="csX1909" fmla="*/ 328825 w 1722333"/>
              <a:gd name="csY1909" fmla="*/ 512572 h 531334"/>
              <a:gd name="csX1910" fmla="*/ 328998 w 1722333"/>
              <a:gd name="csY1910" fmla="*/ 512572 h 531334"/>
              <a:gd name="csX1911" fmla="*/ 329170 w 1722333"/>
              <a:gd name="csY1911" fmla="*/ 512563 h 531334"/>
              <a:gd name="csX1912" fmla="*/ 329342 w 1722333"/>
              <a:gd name="csY1912" fmla="*/ 512554 h 531334"/>
              <a:gd name="csX1913" fmla="*/ 329515 w 1722333"/>
              <a:gd name="csY1913" fmla="*/ 512545 h 531334"/>
              <a:gd name="csX1914" fmla="*/ 329686 w 1722333"/>
              <a:gd name="csY1914" fmla="*/ 512536 h 531334"/>
              <a:gd name="csX1915" fmla="*/ 329859 w 1722333"/>
              <a:gd name="csY1915" fmla="*/ 512527 h 531334"/>
              <a:gd name="csX1916" fmla="*/ 330031 w 1722333"/>
              <a:gd name="csY1916" fmla="*/ 512527 h 531334"/>
              <a:gd name="csX1917" fmla="*/ 330203 w 1722333"/>
              <a:gd name="csY1917" fmla="*/ 512518 h 531334"/>
              <a:gd name="csX1918" fmla="*/ 330376 w 1722333"/>
              <a:gd name="csY1918" fmla="*/ 512509 h 531334"/>
              <a:gd name="csX1919" fmla="*/ 330548 w 1722333"/>
              <a:gd name="csY1919" fmla="*/ 512500 h 531334"/>
              <a:gd name="csX1920" fmla="*/ 330720 w 1722333"/>
              <a:gd name="csY1920" fmla="*/ 512492 h 531334"/>
              <a:gd name="csX1921" fmla="*/ 330893 w 1722333"/>
              <a:gd name="csY1921" fmla="*/ 512483 h 531334"/>
              <a:gd name="csX1922" fmla="*/ 331065 w 1722333"/>
              <a:gd name="csY1922" fmla="*/ 512483 h 531334"/>
              <a:gd name="csX1923" fmla="*/ 331237 w 1722333"/>
              <a:gd name="csY1923" fmla="*/ 512474 h 531334"/>
              <a:gd name="csX1924" fmla="*/ 331409 w 1722333"/>
              <a:gd name="csY1924" fmla="*/ 512465 h 531334"/>
              <a:gd name="csX1925" fmla="*/ 331581 w 1722333"/>
              <a:gd name="csY1925" fmla="*/ 512456 h 531334"/>
              <a:gd name="csX1926" fmla="*/ 331754 w 1722333"/>
              <a:gd name="csY1926" fmla="*/ 512447 h 531334"/>
              <a:gd name="csX1927" fmla="*/ 331926 w 1722333"/>
              <a:gd name="csY1927" fmla="*/ 512438 h 531334"/>
              <a:gd name="csX1928" fmla="*/ 332098 w 1722333"/>
              <a:gd name="csY1928" fmla="*/ 512438 h 531334"/>
              <a:gd name="csX1929" fmla="*/ 332271 w 1722333"/>
              <a:gd name="csY1929" fmla="*/ 512429 h 531334"/>
              <a:gd name="csX1930" fmla="*/ 332443 w 1722333"/>
              <a:gd name="csY1930" fmla="*/ 512420 h 531334"/>
              <a:gd name="csX1931" fmla="*/ 332615 w 1722333"/>
              <a:gd name="csY1931" fmla="*/ 512412 h 531334"/>
              <a:gd name="csX1932" fmla="*/ 332787 w 1722333"/>
              <a:gd name="csY1932" fmla="*/ 512403 h 531334"/>
              <a:gd name="csX1933" fmla="*/ 332959 w 1722333"/>
              <a:gd name="csY1933" fmla="*/ 512394 h 531334"/>
              <a:gd name="csX1934" fmla="*/ 333132 w 1722333"/>
              <a:gd name="csY1934" fmla="*/ 512394 h 531334"/>
              <a:gd name="csX1935" fmla="*/ 333304 w 1722333"/>
              <a:gd name="csY1935" fmla="*/ 512385 h 531334"/>
              <a:gd name="csX1936" fmla="*/ 333476 w 1722333"/>
              <a:gd name="csY1936" fmla="*/ 512376 h 531334"/>
              <a:gd name="csX1937" fmla="*/ 333648 w 1722333"/>
              <a:gd name="csY1937" fmla="*/ 512367 h 531334"/>
              <a:gd name="csX1938" fmla="*/ 333821 w 1722333"/>
              <a:gd name="csY1938" fmla="*/ 512358 h 531334"/>
              <a:gd name="csX1939" fmla="*/ 333993 w 1722333"/>
              <a:gd name="csY1939" fmla="*/ 512349 h 531334"/>
              <a:gd name="csX1940" fmla="*/ 334165 w 1722333"/>
              <a:gd name="csY1940" fmla="*/ 512340 h 531334"/>
              <a:gd name="csX1941" fmla="*/ 334338 w 1722333"/>
              <a:gd name="csY1941" fmla="*/ 512340 h 531334"/>
              <a:gd name="csX1942" fmla="*/ 334510 w 1722333"/>
              <a:gd name="csY1942" fmla="*/ 512331 h 531334"/>
              <a:gd name="csX1943" fmla="*/ 334682 w 1722333"/>
              <a:gd name="csY1943" fmla="*/ 512322 h 531334"/>
              <a:gd name="csX1944" fmla="*/ 334854 w 1722333"/>
              <a:gd name="csY1944" fmla="*/ 512314 h 531334"/>
              <a:gd name="csX1945" fmla="*/ 335026 w 1722333"/>
              <a:gd name="csY1945" fmla="*/ 512305 h 531334"/>
              <a:gd name="csX1946" fmla="*/ 335199 w 1722333"/>
              <a:gd name="csY1946" fmla="*/ 512296 h 531334"/>
              <a:gd name="csX1947" fmla="*/ 335371 w 1722333"/>
              <a:gd name="csY1947" fmla="*/ 512287 h 531334"/>
              <a:gd name="csX1948" fmla="*/ 335543 w 1722333"/>
              <a:gd name="csY1948" fmla="*/ 512287 h 531334"/>
              <a:gd name="csX1949" fmla="*/ 335716 w 1722333"/>
              <a:gd name="csY1949" fmla="*/ 512278 h 531334"/>
              <a:gd name="csX1950" fmla="*/ 335887 w 1722333"/>
              <a:gd name="csY1950" fmla="*/ 512269 h 531334"/>
              <a:gd name="csX1951" fmla="*/ 336060 w 1722333"/>
              <a:gd name="csY1951" fmla="*/ 512260 h 531334"/>
              <a:gd name="csX1952" fmla="*/ 336232 w 1722333"/>
              <a:gd name="csY1952" fmla="*/ 512251 h 531334"/>
              <a:gd name="csX1953" fmla="*/ 336404 w 1722333"/>
              <a:gd name="csY1953" fmla="*/ 512242 h 531334"/>
              <a:gd name="csX1954" fmla="*/ 336577 w 1722333"/>
              <a:gd name="csY1954" fmla="*/ 512242 h 531334"/>
              <a:gd name="csX1955" fmla="*/ 336749 w 1722333"/>
              <a:gd name="csY1955" fmla="*/ 512234 h 531334"/>
              <a:gd name="csX1956" fmla="*/ 336921 w 1722333"/>
              <a:gd name="csY1956" fmla="*/ 512225 h 531334"/>
              <a:gd name="csX1957" fmla="*/ 337094 w 1722333"/>
              <a:gd name="csY1957" fmla="*/ 512216 h 531334"/>
              <a:gd name="csX1958" fmla="*/ 337265 w 1722333"/>
              <a:gd name="csY1958" fmla="*/ 512207 h 531334"/>
              <a:gd name="csX1959" fmla="*/ 337438 w 1722333"/>
              <a:gd name="csY1959" fmla="*/ 512198 h 531334"/>
              <a:gd name="csX1960" fmla="*/ 337610 w 1722333"/>
              <a:gd name="csY1960" fmla="*/ 512189 h 531334"/>
              <a:gd name="csX1961" fmla="*/ 337782 w 1722333"/>
              <a:gd name="csY1961" fmla="*/ 512189 h 531334"/>
              <a:gd name="csX1962" fmla="*/ 337955 w 1722333"/>
              <a:gd name="csY1962" fmla="*/ 512180 h 531334"/>
              <a:gd name="csX1963" fmla="*/ 338127 w 1722333"/>
              <a:gd name="csY1963" fmla="*/ 512171 h 531334"/>
              <a:gd name="csX1964" fmla="*/ 338299 w 1722333"/>
              <a:gd name="csY1964" fmla="*/ 512162 h 531334"/>
              <a:gd name="csX1965" fmla="*/ 338472 w 1722333"/>
              <a:gd name="csY1965" fmla="*/ 512154 h 531334"/>
              <a:gd name="csX1966" fmla="*/ 338643 w 1722333"/>
              <a:gd name="csY1966" fmla="*/ 512145 h 531334"/>
              <a:gd name="csX1967" fmla="*/ 338816 w 1722333"/>
              <a:gd name="csY1967" fmla="*/ 512136 h 531334"/>
              <a:gd name="csX1968" fmla="*/ 338989 w 1722333"/>
              <a:gd name="csY1968" fmla="*/ 512136 h 531334"/>
              <a:gd name="csX1969" fmla="*/ 339160 w 1722333"/>
              <a:gd name="csY1969" fmla="*/ 512127 h 531334"/>
              <a:gd name="csX1970" fmla="*/ 339333 w 1722333"/>
              <a:gd name="csY1970" fmla="*/ 512118 h 531334"/>
              <a:gd name="csX1971" fmla="*/ 339505 w 1722333"/>
              <a:gd name="csY1971" fmla="*/ 512109 h 531334"/>
              <a:gd name="csX1972" fmla="*/ 339677 w 1722333"/>
              <a:gd name="csY1972" fmla="*/ 512100 h 531334"/>
              <a:gd name="csX1973" fmla="*/ 339850 w 1722333"/>
              <a:gd name="csY1973" fmla="*/ 512091 h 531334"/>
              <a:gd name="csX1974" fmla="*/ 340021 w 1722333"/>
              <a:gd name="csY1974" fmla="*/ 512082 h 531334"/>
              <a:gd name="csX1975" fmla="*/ 340194 w 1722333"/>
              <a:gd name="csY1975" fmla="*/ 512073 h 531334"/>
              <a:gd name="csX1976" fmla="*/ 340366 w 1722333"/>
              <a:gd name="csY1976" fmla="*/ 512073 h 531334"/>
              <a:gd name="csX1977" fmla="*/ 340538 w 1722333"/>
              <a:gd name="csY1977" fmla="*/ 512065 h 531334"/>
              <a:gd name="csX1978" fmla="*/ 340711 w 1722333"/>
              <a:gd name="csY1978" fmla="*/ 512056 h 531334"/>
              <a:gd name="csX1979" fmla="*/ 340883 w 1722333"/>
              <a:gd name="csY1979" fmla="*/ 512047 h 531334"/>
              <a:gd name="csX1980" fmla="*/ 341055 w 1722333"/>
              <a:gd name="csY1980" fmla="*/ 512038 h 531334"/>
              <a:gd name="csX1981" fmla="*/ 341228 w 1722333"/>
              <a:gd name="csY1981" fmla="*/ 512029 h 531334"/>
              <a:gd name="csX1982" fmla="*/ 341400 w 1722333"/>
              <a:gd name="csY1982" fmla="*/ 512020 h 531334"/>
              <a:gd name="csX1983" fmla="*/ 341572 w 1722333"/>
              <a:gd name="csY1983" fmla="*/ 512020 h 531334"/>
              <a:gd name="csX1984" fmla="*/ 341744 w 1722333"/>
              <a:gd name="csY1984" fmla="*/ 512011 h 531334"/>
              <a:gd name="csX1985" fmla="*/ 341916 w 1722333"/>
              <a:gd name="csY1985" fmla="*/ 512002 h 531334"/>
              <a:gd name="csX1986" fmla="*/ 342089 w 1722333"/>
              <a:gd name="csY1986" fmla="*/ 511993 h 531334"/>
              <a:gd name="csX1987" fmla="*/ 342261 w 1722333"/>
              <a:gd name="csY1987" fmla="*/ 511985 h 531334"/>
              <a:gd name="csX1988" fmla="*/ 342433 w 1722333"/>
              <a:gd name="csY1988" fmla="*/ 511976 h 531334"/>
              <a:gd name="csX1989" fmla="*/ 342606 w 1722333"/>
              <a:gd name="csY1989" fmla="*/ 511967 h 531334"/>
              <a:gd name="csX1990" fmla="*/ 342778 w 1722333"/>
              <a:gd name="csY1990" fmla="*/ 511958 h 531334"/>
              <a:gd name="csX1991" fmla="*/ 342950 w 1722333"/>
              <a:gd name="csY1991" fmla="*/ 511958 h 531334"/>
              <a:gd name="csX1992" fmla="*/ 343122 w 1722333"/>
              <a:gd name="csY1992" fmla="*/ 511949 h 531334"/>
              <a:gd name="csX1993" fmla="*/ 343294 w 1722333"/>
              <a:gd name="csY1993" fmla="*/ 511940 h 531334"/>
              <a:gd name="csX1994" fmla="*/ 343467 w 1722333"/>
              <a:gd name="csY1994" fmla="*/ 511931 h 531334"/>
              <a:gd name="csX1995" fmla="*/ 343639 w 1722333"/>
              <a:gd name="csY1995" fmla="*/ 511922 h 531334"/>
              <a:gd name="csX1996" fmla="*/ 343811 w 1722333"/>
              <a:gd name="csY1996" fmla="*/ 511913 h 531334"/>
              <a:gd name="csX1997" fmla="*/ 343983 w 1722333"/>
              <a:gd name="csY1997" fmla="*/ 511904 h 531334"/>
              <a:gd name="csX1998" fmla="*/ 344156 w 1722333"/>
              <a:gd name="csY1998" fmla="*/ 511895 h 531334"/>
              <a:gd name="csX1999" fmla="*/ 344328 w 1722333"/>
              <a:gd name="csY1999" fmla="*/ 511895 h 531334"/>
              <a:gd name="csX2000" fmla="*/ 344500 w 1722333"/>
              <a:gd name="csY2000" fmla="*/ 511887 h 531334"/>
              <a:gd name="csX2001" fmla="*/ 344673 w 1722333"/>
              <a:gd name="csY2001" fmla="*/ 511878 h 531334"/>
              <a:gd name="csX2002" fmla="*/ 344845 w 1722333"/>
              <a:gd name="csY2002" fmla="*/ 511869 h 531334"/>
              <a:gd name="csX2003" fmla="*/ 345017 w 1722333"/>
              <a:gd name="csY2003" fmla="*/ 511860 h 531334"/>
              <a:gd name="csX2004" fmla="*/ 345189 w 1722333"/>
              <a:gd name="csY2004" fmla="*/ 511851 h 531334"/>
              <a:gd name="csX2005" fmla="*/ 345361 w 1722333"/>
              <a:gd name="csY2005" fmla="*/ 511842 h 531334"/>
              <a:gd name="csX2006" fmla="*/ 345534 w 1722333"/>
              <a:gd name="csY2006" fmla="*/ 511833 h 531334"/>
              <a:gd name="csX2007" fmla="*/ 345706 w 1722333"/>
              <a:gd name="csY2007" fmla="*/ 511833 h 531334"/>
              <a:gd name="csX2008" fmla="*/ 345878 w 1722333"/>
              <a:gd name="csY2008" fmla="*/ 511824 h 531334"/>
              <a:gd name="csX2009" fmla="*/ 346051 w 1722333"/>
              <a:gd name="csY2009" fmla="*/ 511815 h 531334"/>
              <a:gd name="csX2010" fmla="*/ 346222 w 1722333"/>
              <a:gd name="csY2010" fmla="*/ 511807 h 531334"/>
              <a:gd name="csX2011" fmla="*/ 346395 w 1722333"/>
              <a:gd name="csY2011" fmla="*/ 511798 h 531334"/>
              <a:gd name="csX2012" fmla="*/ 346567 w 1722333"/>
              <a:gd name="csY2012" fmla="*/ 511789 h 531334"/>
              <a:gd name="csX2013" fmla="*/ 346739 w 1722333"/>
              <a:gd name="csY2013" fmla="*/ 511780 h 531334"/>
              <a:gd name="csX2014" fmla="*/ 346912 w 1722333"/>
              <a:gd name="csY2014" fmla="*/ 511771 h 531334"/>
              <a:gd name="csX2015" fmla="*/ 347084 w 1722333"/>
              <a:gd name="csY2015" fmla="*/ 511762 h 531334"/>
              <a:gd name="csX2016" fmla="*/ 347256 w 1722333"/>
              <a:gd name="csY2016" fmla="*/ 511762 h 531334"/>
              <a:gd name="csX2017" fmla="*/ 347429 w 1722333"/>
              <a:gd name="csY2017" fmla="*/ 511753 h 531334"/>
              <a:gd name="csX2018" fmla="*/ 347600 w 1722333"/>
              <a:gd name="csY2018" fmla="*/ 511744 h 531334"/>
              <a:gd name="csX2019" fmla="*/ 347773 w 1722333"/>
              <a:gd name="csY2019" fmla="*/ 511735 h 531334"/>
              <a:gd name="csX2020" fmla="*/ 347946 w 1722333"/>
              <a:gd name="csY2020" fmla="*/ 511726 h 531334"/>
              <a:gd name="csX2021" fmla="*/ 348117 w 1722333"/>
              <a:gd name="csY2021" fmla="*/ 511718 h 531334"/>
              <a:gd name="csX2022" fmla="*/ 348290 w 1722333"/>
              <a:gd name="csY2022" fmla="*/ 511709 h 531334"/>
              <a:gd name="csX2023" fmla="*/ 348462 w 1722333"/>
              <a:gd name="csY2023" fmla="*/ 511700 h 531334"/>
              <a:gd name="csX2024" fmla="*/ 348634 w 1722333"/>
              <a:gd name="csY2024" fmla="*/ 511691 h 531334"/>
              <a:gd name="csX2025" fmla="*/ 348807 w 1722333"/>
              <a:gd name="csY2025" fmla="*/ 511691 h 531334"/>
              <a:gd name="csX2026" fmla="*/ 348978 w 1722333"/>
              <a:gd name="csY2026" fmla="*/ 511682 h 531334"/>
              <a:gd name="csX2027" fmla="*/ 349151 w 1722333"/>
              <a:gd name="csY2027" fmla="*/ 511673 h 531334"/>
              <a:gd name="csX2028" fmla="*/ 349324 w 1722333"/>
              <a:gd name="csY2028" fmla="*/ 511664 h 531334"/>
              <a:gd name="csX2029" fmla="*/ 349495 w 1722333"/>
              <a:gd name="csY2029" fmla="*/ 511655 h 531334"/>
              <a:gd name="csX2030" fmla="*/ 349668 w 1722333"/>
              <a:gd name="csY2030" fmla="*/ 511646 h 531334"/>
              <a:gd name="csX2031" fmla="*/ 349840 w 1722333"/>
              <a:gd name="csY2031" fmla="*/ 511638 h 531334"/>
              <a:gd name="csX2032" fmla="*/ 350012 w 1722333"/>
              <a:gd name="csY2032" fmla="*/ 511629 h 531334"/>
              <a:gd name="csX2033" fmla="*/ 350185 w 1722333"/>
              <a:gd name="csY2033" fmla="*/ 511620 h 531334"/>
              <a:gd name="csX2034" fmla="*/ 350356 w 1722333"/>
              <a:gd name="csY2034" fmla="*/ 511620 h 531334"/>
              <a:gd name="csX2035" fmla="*/ 350529 w 1722333"/>
              <a:gd name="csY2035" fmla="*/ 511611 h 531334"/>
              <a:gd name="csX2036" fmla="*/ 350702 w 1722333"/>
              <a:gd name="csY2036" fmla="*/ 511602 h 531334"/>
              <a:gd name="csX2037" fmla="*/ 350873 w 1722333"/>
              <a:gd name="csY2037" fmla="*/ 511593 h 531334"/>
              <a:gd name="csX2038" fmla="*/ 351046 w 1722333"/>
              <a:gd name="csY2038" fmla="*/ 511584 h 531334"/>
              <a:gd name="csX2039" fmla="*/ 351218 w 1722333"/>
              <a:gd name="csY2039" fmla="*/ 511575 h 531334"/>
              <a:gd name="csX2040" fmla="*/ 351390 w 1722333"/>
              <a:gd name="csY2040" fmla="*/ 511566 h 531334"/>
              <a:gd name="csX2041" fmla="*/ 351563 w 1722333"/>
              <a:gd name="csY2041" fmla="*/ 511557 h 531334"/>
              <a:gd name="csX2042" fmla="*/ 351735 w 1722333"/>
              <a:gd name="csY2042" fmla="*/ 511548 h 531334"/>
              <a:gd name="csX2043" fmla="*/ 351907 w 1722333"/>
              <a:gd name="csY2043" fmla="*/ 511540 h 531334"/>
              <a:gd name="csX2044" fmla="*/ 352079 w 1722333"/>
              <a:gd name="csY2044" fmla="*/ 511540 h 531334"/>
              <a:gd name="csX2045" fmla="*/ 352251 w 1722333"/>
              <a:gd name="csY2045" fmla="*/ 511531 h 531334"/>
              <a:gd name="csX2046" fmla="*/ 352424 w 1722333"/>
              <a:gd name="csY2046" fmla="*/ 511522 h 531334"/>
              <a:gd name="csX2047" fmla="*/ 352596 w 1722333"/>
              <a:gd name="csY2047" fmla="*/ 511513 h 531334"/>
              <a:gd name="csX2048" fmla="*/ 352768 w 1722333"/>
              <a:gd name="csY2048" fmla="*/ 511504 h 531334"/>
              <a:gd name="csX2049" fmla="*/ 352941 w 1722333"/>
              <a:gd name="csY2049" fmla="*/ 511495 h 531334"/>
              <a:gd name="csX2050" fmla="*/ 353113 w 1722333"/>
              <a:gd name="csY2050" fmla="*/ 511486 h 531334"/>
              <a:gd name="csX2051" fmla="*/ 353285 w 1722333"/>
              <a:gd name="csY2051" fmla="*/ 511477 h 531334"/>
              <a:gd name="csX2052" fmla="*/ 353457 w 1722333"/>
              <a:gd name="csY2052" fmla="*/ 511468 h 531334"/>
              <a:gd name="csX2053" fmla="*/ 353629 w 1722333"/>
              <a:gd name="csY2053" fmla="*/ 511460 h 531334"/>
              <a:gd name="csX2054" fmla="*/ 353802 w 1722333"/>
              <a:gd name="csY2054" fmla="*/ 511460 h 531334"/>
              <a:gd name="csX2055" fmla="*/ 353974 w 1722333"/>
              <a:gd name="csY2055" fmla="*/ 511451 h 531334"/>
              <a:gd name="csX2056" fmla="*/ 354146 w 1722333"/>
              <a:gd name="csY2056" fmla="*/ 511442 h 531334"/>
              <a:gd name="csX2057" fmla="*/ 354318 w 1722333"/>
              <a:gd name="csY2057" fmla="*/ 511433 h 531334"/>
              <a:gd name="csX2058" fmla="*/ 354491 w 1722333"/>
              <a:gd name="csY2058" fmla="*/ 511424 h 531334"/>
              <a:gd name="csX2059" fmla="*/ 354663 w 1722333"/>
              <a:gd name="csY2059" fmla="*/ 511415 h 531334"/>
              <a:gd name="csX2060" fmla="*/ 354835 w 1722333"/>
              <a:gd name="csY2060" fmla="*/ 511406 h 531334"/>
              <a:gd name="csX2061" fmla="*/ 355007 w 1722333"/>
              <a:gd name="csY2061" fmla="*/ 511397 h 531334"/>
              <a:gd name="csX2062" fmla="*/ 355180 w 1722333"/>
              <a:gd name="csY2062" fmla="*/ 511388 h 531334"/>
              <a:gd name="csX2063" fmla="*/ 355352 w 1722333"/>
              <a:gd name="csY2063" fmla="*/ 511380 h 531334"/>
              <a:gd name="csX2064" fmla="*/ 355524 w 1722333"/>
              <a:gd name="csY2064" fmla="*/ 511371 h 531334"/>
              <a:gd name="csX2065" fmla="*/ 355696 w 1722333"/>
              <a:gd name="csY2065" fmla="*/ 511371 h 531334"/>
              <a:gd name="csX2066" fmla="*/ 355869 w 1722333"/>
              <a:gd name="csY2066" fmla="*/ 511362 h 531334"/>
              <a:gd name="csX2067" fmla="*/ 356041 w 1722333"/>
              <a:gd name="csY2067" fmla="*/ 511353 h 531334"/>
              <a:gd name="csX2068" fmla="*/ 356213 w 1722333"/>
              <a:gd name="csY2068" fmla="*/ 511344 h 531334"/>
              <a:gd name="csX2069" fmla="*/ 356386 w 1722333"/>
              <a:gd name="csY2069" fmla="*/ 511335 h 531334"/>
              <a:gd name="csX2070" fmla="*/ 356557 w 1722333"/>
              <a:gd name="csY2070" fmla="*/ 511326 h 531334"/>
              <a:gd name="csX2071" fmla="*/ 356730 w 1722333"/>
              <a:gd name="csY2071" fmla="*/ 511317 h 531334"/>
              <a:gd name="csX2072" fmla="*/ 356902 w 1722333"/>
              <a:gd name="csY2072" fmla="*/ 511308 h 531334"/>
              <a:gd name="csX2073" fmla="*/ 357074 w 1722333"/>
              <a:gd name="csY2073" fmla="*/ 511299 h 531334"/>
              <a:gd name="csX2074" fmla="*/ 357247 w 1722333"/>
              <a:gd name="csY2074" fmla="*/ 511291 h 531334"/>
              <a:gd name="csX2075" fmla="*/ 357419 w 1722333"/>
              <a:gd name="csY2075" fmla="*/ 511282 h 531334"/>
              <a:gd name="csX2076" fmla="*/ 357591 w 1722333"/>
              <a:gd name="csY2076" fmla="*/ 511273 h 531334"/>
              <a:gd name="csX2077" fmla="*/ 357764 w 1722333"/>
              <a:gd name="csY2077" fmla="*/ 511273 h 531334"/>
              <a:gd name="csX2078" fmla="*/ 357935 w 1722333"/>
              <a:gd name="csY2078" fmla="*/ 511264 h 531334"/>
              <a:gd name="csX2079" fmla="*/ 358108 w 1722333"/>
              <a:gd name="csY2079" fmla="*/ 511255 h 531334"/>
              <a:gd name="csX2080" fmla="*/ 358281 w 1722333"/>
              <a:gd name="csY2080" fmla="*/ 511246 h 531334"/>
              <a:gd name="csX2081" fmla="*/ 358452 w 1722333"/>
              <a:gd name="csY2081" fmla="*/ 511237 h 531334"/>
              <a:gd name="csX2082" fmla="*/ 358625 w 1722333"/>
              <a:gd name="csY2082" fmla="*/ 511228 h 531334"/>
              <a:gd name="csX2083" fmla="*/ 358797 w 1722333"/>
              <a:gd name="csY2083" fmla="*/ 511219 h 531334"/>
              <a:gd name="csX2084" fmla="*/ 358969 w 1722333"/>
              <a:gd name="csY2084" fmla="*/ 511210 h 531334"/>
              <a:gd name="csX2085" fmla="*/ 359142 w 1722333"/>
              <a:gd name="csY2085" fmla="*/ 511202 h 531334"/>
              <a:gd name="csX2086" fmla="*/ 359313 w 1722333"/>
              <a:gd name="csY2086" fmla="*/ 511193 h 531334"/>
              <a:gd name="csX2087" fmla="*/ 359486 w 1722333"/>
              <a:gd name="csY2087" fmla="*/ 511184 h 531334"/>
              <a:gd name="csX2088" fmla="*/ 359659 w 1722333"/>
              <a:gd name="csY2088" fmla="*/ 511175 h 531334"/>
              <a:gd name="csX2089" fmla="*/ 359830 w 1722333"/>
              <a:gd name="csY2089" fmla="*/ 511166 h 531334"/>
              <a:gd name="csX2090" fmla="*/ 360003 w 1722333"/>
              <a:gd name="csY2090" fmla="*/ 511166 h 531334"/>
              <a:gd name="csX2091" fmla="*/ 360175 w 1722333"/>
              <a:gd name="csY2091" fmla="*/ 511157 h 531334"/>
              <a:gd name="csX2092" fmla="*/ 360347 w 1722333"/>
              <a:gd name="csY2092" fmla="*/ 511148 h 531334"/>
              <a:gd name="csX2093" fmla="*/ 360520 w 1722333"/>
              <a:gd name="csY2093" fmla="*/ 511139 h 531334"/>
              <a:gd name="csX2094" fmla="*/ 360691 w 1722333"/>
              <a:gd name="csY2094" fmla="*/ 511130 h 531334"/>
              <a:gd name="csX2095" fmla="*/ 360864 w 1722333"/>
              <a:gd name="csY2095" fmla="*/ 511121 h 531334"/>
              <a:gd name="csX2096" fmla="*/ 361037 w 1722333"/>
              <a:gd name="csY2096" fmla="*/ 511113 h 531334"/>
              <a:gd name="csX2097" fmla="*/ 361208 w 1722333"/>
              <a:gd name="csY2097" fmla="*/ 511104 h 531334"/>
              <a:gd name="csX2098" fmla="*/ 361381 w 1722333"/>
              <a:gd name="csY2098" fmla="*/ 511095 h 531334"/>
              <a:gd name="csX2099" fmla="*/ 361553 w 1722333"/>
              <a:gd name="csY2099" fmla="*/ 511086 h 531334"/>
              <a:gd name="csX2100" fmla="*/ 361725 w 1722333"/>
              <a:gd name="csY2100" fmla="*/ 511077 h 531334"/>
              <a:gd name="csX2101" fmla="*/ 361898 w 1722333"/>
              <a:gd name="csY2101" fmla="*/ 511068 h 531334"/>
              <a:gd name="csX2102" fmla="*/ 362070 w 1722333"/>
              <a:gd name="csY2102" fmla="*/ 511059 h 531334"/>
              <a:gd name="csX2103" fmla="*/ 362242 w 1722333"/>
              <a:gd name="csY2103" fmla="*/ 511050 h 531334"/>
              <a:gd name="csX2104" fmla="*/ 362414 w 1722333"/>
              <a:gd name="csY2104" fmla="*/ 511050 h 531334"/>
              <a:gd name="csX2105" fmla="*/ 362586 w 1722333"/>
              <a:gd name="csY2105" fmla="*/ 511041 h 531334"/>
              <a:gd name="csX2106" fmla="*/ 362759 w 1722333"/>
              <a:gd name="csY2106" fmla="*/ 511033 h 531334"/>
              <a:gd name="csX2107" fmla="*/ 362931 w 1722333"/>
              <a:gd name="csY2107" fmla="*/ 511024 h 531334"/>
              <a:gd name="csX2108" fmla="*/ 363103 w 1722333"/>
              <a:gd name="csY2108" fmla="*/ 511015 h 531334"/>
              <a:gd name="csX2109" fmla="*/ 363276 w 1722333"/>
              <a:gd name="csY2109" fmla="*/ 511006 h 531334"/>
              <a:gd name="csX2110" fmla="*/ 363448 w 1722333"/>
              <a:gd name="csY2110" fmla="*/ 510997 h 531334"/>
              <a:gd name="csX2111" fmla="*/ 363620 w 1722333"/>
              <a:gd name="csY2111" fmla="*/ 510988 h 531334"/>
              <a:gd name="csX2112" fmla="*/ 363792 w 1722333"/>
              <a:gd name="csY2112" fmla="*/ 510979 h 531334"/>
              <a:gd name="csX2113" fmla="*/ 363964 w 1722333"/>
              <a:gd name="csY2113" fmla="*/ 510970 h 531334"/>
              <a:gd name="csX2114" fmla="*/ 364137 w 1722333"/>
              <a:gd name="csY2114" fmla="*/ 510961 h 531334"/>
              <a:gd name="csX2115" fmla="*/ 364309 w 1722333"/>
              <a:gd name="csY2115" fmla="*/ 510953 h 531334"/>
              <a:gd name="csX2116" fmla="*/ 364481 w 1722333"/>
              <a:gd name="csY2116" fmla="*/ 510944 h 531334"/>
              <a:gd name="csX2117" fmla="*/ 364653 w 1722333"/>
              <a:gd name="csY2117" fmla="*/ 510935 h 531334"/>
              <a:gd name="csX2118" fmla="*/ 364826 w 1722333"/>
              <a:gd name="csY2118" fmla="*/ 510926 h 531334"/>
              <a:gd name="csX2119" fmla="*/ 364998 w 1722333"/>
              <a:gd name="csY2119" fmla="*/ 510917 h 531334"/>
              <a:gd name="csX2120" fmla="*/ 365170 w 1722333"/>
              <a:gd name="csY2120" fmla="*/ 510908 h 531334"/>
              <a:gd name="csX2121" fmla="*/ 365343 w 1722333"/>
              <a:gd name="csY2121" fmla="*/ 510908 h 531334"/>
              <a:gd name="csX2122" fmla="*/ 365515 w 1722333"/>
              <a:gd name="csY2122" fmla="*/ 510899 h 531334"/>
              <a:gd name="csX2123" fmla="*/ 365687 w 1722333"/>
              <a:gd name="csY2123" fmla="*/ 510890 h 531334"/>
              <a:gd name="csX2124" fmla="*/ 365859 w 1722333"/>
              <a:gd name="csY2124" fmla="*/ 510881 h 531334"/>
              <a:gd name="csX2125" fmla="*/ 366031 w 1722333"/>
              <a:gd name="csY2125" fmla="*/ 510872 h 531334"/>
              <a:gd name="csX2126" fmla="*/ 366204 w 1722333"/>
              <a:gd name="csY2126" fmla="*/ 510864 h 531334"/>
              <a:gd name="csX2127" fmla="*/ 366376 w 1722333"/>
              <a:gd name="csY2127" fmla="*/ 510855 h 531334"/>
              <a:gd name="csX2128" fmla="*/ 366548 w 1722333"/>
              <a:gd name="csY2128" fmla="*/ 510846 h 531334"/>
              <a:gd name="csX2129" fmla="*/ 366721 w 1722333"/>
              <a:gd name="csY2129" fmla="*/ 510837 h 531334"/>
              <a:gd name="csX2130" fmla="*/ 366892 w 1722333"/>
              <a:gd name="csY2130" fmla="*/ 510828 h 531334"/>
              <a:gd name="csX2131" fmla="*/ 367065 w 1722333"/>
              <a:gd name="csY2131" fmla="*/ 510819 h 531334"/>
              <a:gd name="csX2132" fmla="*/ 367237 w 1722333"/>
              <a:gd name="csY2132" fmla="*/ 510810 h 531334"/>
              <a:gd name="csX2133" fmla="*/ 367409 w 1722333"/>
              <a:gd name="csY2133" fmla="*/ 510801 h 531334"/>
              <a:gd name="csX2134" fmla="*/ 367582 w 1722333"/>
              <a:gd name="csY2134" fmla="*/ 510792 h 531334"/>
              <a:gd name="csX2135" fmla="*/ 367754 w 1722333"/>
              <a:gd name="csY2135" fmla="*/ 510783 h 531334"/>
              <a:gd name="csX2136" fmla="*/ 367926 w 1722333"/>
              <a:gd name="csY2136" fmla="*/ 510775 h 531334"/>
              <a:gd name="csX2137" fmla="*/ 368099 w 1722333"/>
              <a:gd name="csY2137" fmla="*/ 510766 h 531334"/>
              <a:gd name="csX2138" fmla="*/ 368270 w 1722333"/>
              <a:gd name="csY2138" fmla="*/ 510757 h 531334"/>
              <a:gd name="csX2139" fmla="*/ 368443 w 1722333"/>
              <a:gd name="csY2139" fmla="*/ 510748 h 531334"/>
              <a:gd name="csX2140" fmla="*/ 368616 w 1722333"/>
              <a:gd name="csY2140" fmla="*/ 510739 h 531334"/>
              <a:gd name="csX2141" fmla="*/ 368787 w 1722333"/>
              <a:gd name="csY2141" fmla="*/ 510739 h 531334"/>
              <a:gd name="csX2142" fmla="*/ 368960 w 1722333"/>
              <a:gd name="csY2142" fmla="*/ 510730 h 531334"/>
              <a:gd name="csX2143" fmla="*/ 369132 w 1722333"/>
              <a:gd name="csY2143" fmla="*/ 510721 h 531334"/>
              <a:gd name="csX2144" fmla="*/ 369304 w 1722333"/>
              <a:gd name="csY2144" fmla="*/ 510712 h 531334"/>
              <a:gd name="csX2145" fmla="*/ 369477 w 1722333"/>
              <a:gd name="csY2145" fmla="*/ 510703 h 531334"/>
              <a:gd name="csX2146" fmla="*/ 369648 w 1722333"/>
              <a:gd name="csY2146" fmla="*/ 510694 h 531334"/>
              <a:gd name="csX2147" fmla="*/ 369821 w 1722333"/>
              <a:gd name="csY2147" fmla="*/ 510686 h 531334"/>
              <a:gd name="csX2148" fmla="*/ 369994 w 1722333"/>
              <a:gd name="csY2148" fmla="*/ 510677 h 531334"/>
              <a:gd name="csX2149" fmla="*/ 370165 w 1722333"/>
              <a:gd name="csY2149" fmla="*/ 510668 h 531334"/>
              <a:gd name="csX2150" fmla="*/ 370338 w 1722333"/>
              <a:gd name="csY2150" fmla="*/ 510659 h 531334"/>
              <a:gd name="csX2151" fmla="*/ 370510 w 1722333"/>
              <a:gd name="csY2151" fmla="*/ 510650 h 531334"/>
              <a:gd name="csX2152" fmla="*/ 370682 w 1722333"/>
              <a:gd name="csY2152" fmla="*/ 510641 h 531334"/>
              <a:gd name="csX2153" fmla="*/ 370855 w 1722333"/>
              <a:gd name="csY2153" fmla="*/ 510632 h 531334"/>
              <a:gd name="csX2154" fmla="*/ 371026 w 1722333"/>
              <a:gd name="csY2154" fmla="*/ 510623 h 531334"/>
              <a:gd name="csX2155" fmla="*/ 371199 w 1722333"/>
              <a:gd name="csY2155" fmla="*/ 510614 h 531334"/>
              <a:gd name="csX2156" fmla="*/ 371372 w 1722333"/>
              <a:gd name="csY2156" fmla="*/ 510606 h 531334"/>
              <a:gd name="csX2157" fmla="*/ 371543 w 1722333"/>
              <a:gd name="csY2157" fmla="*/ 510597 h 531334"/>
              <a:gd name="csX2158" fmla="*/ 371716 w 1722333"/>
              <a:gd name="csY2158" fmla="*/ 510588 h 531334"/>
              <a:gd name="csX2159" fmla="*/ 371888 w 1722333"/>
              <a:gd name="csY2159" fmla="*/ 510579 h 531334"/>
              <a:gd name="csX2160" fmla="*/ 372060 w 1722333"/>
              <a:gd name="csY2160" fmla="*/ 510570 h 531334"/>
              <a:gd name="csX2161" fmla="*/ 372233 w 1722333"/>
              <a:gd name="csY2161" fmla="*/ 510561 h 531334"/>
              <a:gd name="csX2162" fmla="*/ 372405 w 1722333"/>
              <a:gd name="csY2162" fmla="*/ 510552 h 531334"/>
              <a:gd name="csX2163" fmla="*/ 372577 w 1722333"/>
              <a:gd name="csY2163" fmla="*/ 510543 h 531334"/>
              <a:gd name="csX2164" fmla="*/ 372749 w 1722333"/>
              <a:gd name="csY2164" fmla="*/ 510534 h 531334"/>
              <a:gd name="csX2165" fmla="*/ 372921 w 1722333"/>
              <a:gd name="csY2165" fmla="*/ 510525 h 531334"/>
              <a:gd name="csX2166" fmla="*/ 373094 w 1722333"/>
              <a:gd name="csY2166" fmla="*/ 510517 h 531334"/>
              <a:gd name="csX2167" fmla="*/ 373266 w 1722333"/>
              <a:gd name="csY2167" fmla="*/ 510508 h 531334"/>
              <a:gd name="csX2168" fmla="*/ 373438 w 1722333"/>
              <a:gd name="csY2168" fmla="*/ 510508 h 531334"/>
              <a:gd name="csX2169" fmla="*/ 373611 w 1722333"/>
              <a:gd name="csY2169" fmla="*/ 510499 h 531334"/>
              <a:gd name="csX2170" fmla="*/ 373783 w 1722333"/>
              <a:gd name="csY2170" fmla="*/ 510490 h 531334"/>
              <a:gd name="csX2171" fmla="*/ 373955 w 1722333"/>
              <a:gd name="csY2171" fmla="*/ 510481 h 531334"/>
              <a:gd name="csX2172" fmla="*/ 374127 w 1722333"/>
              <a:gd name="csY2172" fmla="*/ 510472 h 531334"/>
              <a:gd name="csX2173" fmla="*/ 374299 w 1722333"/>
              <a:gd name="csY2173" fmla="*/ 510463 h 531334"/>
              <a:gd name="csX2174" fmla="*/ 374472 w 1722333"/>
              <a:gd name="csY2174" fmla="*/ 510454 h 531334"/>
              <a:gd name="csX2175" fmla="*/ 374644 w 1722333"/>
              <a:gd name="csY2175" fmla="*/ 510445 h 531334"/>
              <a:gd name="csX2176" fmla="*/ 374816 w 1722333"/>
              <a:gd name="csY2176" fmla="*/ 510436 h 531334"/>
              <a:gd name="csX2177" fmla="*/ 374988 w 1722333"/>
              <a:gd name="csY2177" fmla="*/ 510428 h 531334"/>
              <a:gd name="csX2178" fmla="*/ 375161 w 1722333"/>
              <a:gd name="csY2178" fmla="*/ 510419 h 531334"/>
              <a:gd name="csX2179" fmla="*/ 375333 w 1722333"/>
              <a:gd name="csY2179" fmla="*/ 510410 h 531334"/>
              <a:gd name="csX2180" fmla="*/ 375505 w 1722333"/>
              <a:gd name="csY2180" fmla="*/ 510401 h 531334"/>
              <a:gd name="csX2181" fmla="*/ 375678 w 1722333"/>
              <a:gd name="csY2181" fmla="*/ 510392 h 531334"/>
              <a:gd name="csX2182" fmla="*/ 375850 w 1722333"/>
              <a:gd name="csY2182" fmla="*/ 510383 h 531334"/>
              <a:gd name="csX2183" fmla="*/ 376022 w 1722333"/>
              <a:gd name="csY2183" fmla="*/ 510374 h 531334"/>
              <a:gd name="csX2184" fmla="*/ 376194 w 1722333"/>
              <a:gd name="csY2184" fmla="*/ 510365 h 531334"/>
              <a:gd name="csX2185" fmla="*/ 376366 w 1722333"/>
              <a:gd name="csY2185" fmla="*/ 510356 h 531334"/>
              <a:gd name="csX2186" fmla="*/ 376539 w 1722333"/>
              <a:gd name="csY2186" fmla="*/ 510347 h 531334"/>
              <a:gd name="csX2187" fmla="*/ 376711 w 1722333"/>
              <a:gd name="csY2187" fmla="*/ 510339 h 531334"/>
              <a:gd name="csX2188" fmla="*/ 376883 w 1722333"/>
              <a:gd name="csY2188" fmla="*/ 510330 h 531334"/>
              <a:gd name="csX2189" fmla="*/ 377056 w 1722333"/>
              <a:gd name="csY2189" fmla="*/ 510321 h 531334"/>
              <a:gd name="csX2190" fmla="*/ 377228 w 1722333"/>
              <a:gd name="csY2190" fmla="*/ 510312 h 531334"/>
              <a:gd name="csX2191" fmla="*/ 377400 w 1722333"/>
              <a:gd name="csY2191" fmla="*/ 510303 h 531334"/>
              <a:gd name="csX2192" fmla="*/ 377572 w 1722333"/>
              <a:gd name="csY2192" fmla="*/ 510294 h 531334"/>
              <a:gd name="csX2193" fmla="*/ 377744 w 1722333"/>
              <a:gd name="csY2193" fmla="*/ 510285 h 531334"/>
              <a:gd name="csX2194" fmla="*/ 377917 w 1722333"/>
              <a:gd name="csY2194" fmla="*/ 510276 h 531334"/>
              <a:gd name="csX2195" fmla="*/ 378089 w 1722333"/>
              <a:gd name="csY2195" fmla="*/ 510267 h 531334"/>
              <a:gd name="csX2196" fmla="*/ 378261 w 1722333"/>
              <a:gd name="csY2196" fmla="*/ 510259 h 531334"/>
              <a:gd name="csX2197" fmla="*/ 378434 w 1722333"/>
              <a:gd name="csY2197" fmla="*/ 510250 h 531334"/>
              <a:gd name="csX2198" fmla="*/ 378605 w 1722333"/>
              <a:gd name="csY2198" fmla="*/ 510241 h 531334"/>
              <a:gd name="csX2199" fmla="*/ 378778 w 1722333"/>
              <a:gd name="csY2199" fmla="*/ 510232 h 531334"/>
              <a:gd name="csX2200" fmla="*/ 378951 w 1722333"/>
              <a:gd name="csY2200" fmla="*/ 510223 h 531334"/>
              <a:gd name="csX2201" fmla="*/ 379122 w 1722333"/>
              <a:gd name="csY2201" fmla="*/ 510214 h 531334"/>
              <a:gd name="csX2202" fmla="*/ 379295 w 1722333"/>
              <a:gd name="csY2202" fmla="*/ 510205 h 531334"/>
              <a:gd name="csX2203" fmla="*/ 379467 w 1722333"/>
              <a:gd name="csY2203" fmla="*/ 510196 h 531334"/>
              <a:gd name="csX2204" fmla="*/ 379639 w 1722333"/>
              <a:gd name="csY2204" fmla="*/ 510187 h 531334"/>
              <a:gd name="csX2205" fmla="*/ 379812 w 1722333"/>
              <a:gd name="csY2205" fmla="*/ 510179 h 531334"/>
              <a:gd name="csX2206" fmla="*/ 379983 w 1722333"/>
              <a:gd name="csY2206" fmla="*/ 510170 h 531334"/>
              <a:gd name="csX2207" fmla="*/ 380156 w 1722333"/>
              <a:gd name="csY2207" fmla="*/ 510161 h 531334"/>
              <a:gd name="csX2208" fmla="*/ 380329 w 1722333"/>
              <a:gd name="csY2208" fmla="*/ 510152 h 531334"/>
              <a:gd name="csX2209" fmla="*/ 380500 w 1722333"/>
              <a:gd name="csY2209" fmla="*/ 510143 h 531334"/>
              <a:gd name="csX2210" fmla="*/ 380673 w 1722333"/>
              <a:gd name="csY2210" fmla="*/ 510134 h 531334"/>
              <a:gd name="csX2211" fmla="*/ 380845 w 1722333"/>
              <a:gd name="csY2211" fmla="*/ 510125 h 531334"/>
              <a:gd name="csX2212" fmla="*/ 381017 w 1722333"/>
              <a:gd name="csY2212" fmla="*/ 510116 h 531334"/>
              <a:gd name="csX2213" fmla="*/ 381190 w 1722333"/>
              <a:gd name="csY2213" fmla="*/ 510107 h 531334"/>
              <a:gd name="csX2214" fmla="*/ 381361 w 1722333"/>
              <a:gd name="csY2214" fmla="*/ 510098 h 531334"/>
              <a:gd name="csX2215" fmla="*/ 381534 w 1722333"/>
              <a:gd name="csY2215" fmla="*/ 510090 h 531334"/>
              <a:gd name="csX2216" fmla="*/ 381707 w 1722333"/>
              <a:gd name="csY2216" fmla="*/ 510081 h 531334"/>
              <a:gd name="csX2217" fmla="*/ 381878 w 1722333"/>
              <a:gd name="csY2217" fmla="*/ 510072 h 531334"/>
              <a:gd name="csX2218" fmla="*/ 382051 w 1722333"/>
              <a:gd name="csY2218" fmla="*/ 510063 h 531334"/>
              <a:gd name="csX2219" fmla="*/ 382223 w 1722333"/>
              <a:gd name="csY2219" fmla="*/ 510054 h 531334"/>
              <a:gd name="csX2220" fmla="*/ 382395 w 1722333"/>
              <a:gd name="csY2220" fmla="*/ 510045 h 531334"/>
              <a:gd name="csX2221" fmla="*/ 382568 w 1722333"/>
              <a:gd name="csY2221" fmla="*/ 510036 h 531334"/>
              <a:gd name="csX2222" fmla="*/ 382740 w 1722333"/>
              <a:gd name="csY2222" fmla="*/ 510027 h 531334"/>
              <a:gd name="csX2223" fmla="*/ 382912 w 1722333"/>
              <a:gd name="csY2223" fmla="*/ 510018 h 531334"/>
              <a:gd name="csX2224" fmla="*/ 383084 w 1722333"/>
              <a:gd name="csY2224" fmla="*/ 510009 h 531334"/>
              <a:gd name="csX2225" fmla="*/ 383256 w 1722333"/>
              <a:gd name="csY2225" fmla="*/ 510001 h 531334"/>
              <a:gd name="csX2226" fmla="*/ 383429 w 1722333"/>
              <a:gd name="csY2226" fmla="*/ 509992 h 531334"/>
              <a:gd name="csX2227" fmla="*/ 383601 w 1722333"/>
              <a:gd name="csY2227" fmla="*/ 509983 h 531334"/>
              <a:gd name="csX2228" fmla="*/ 383773 w 1722333"/>
              <a:gd name="csY2228" fmla="*/ 509974 h 531334"/>
              <a:gd name="csX2229" fmla="*/ 383946 w 1722333"/>
              <a:gd name="csY2229" fmla="*/ 509965 h 531334"/>
              <a:gd name="csX2230" fmla="*/ 384118 w 1722333"/>
              <a:gd name="csY2230" fmla="*/ 509956 h 531334"/>
              <a:gd name="csX2231" fmla="*/ 384290 w 1722333"/>
              <a:gd name="csY2231" fmla="*/ 509947 h 531334"/>
              <a:gd name="csX2232" fmla="*/ 384462 w 1722333"/>
              <a:gd name="csY2232" fmla="*/ 509938 h 531334"/>
              <a:gd name="csX2233" fmla="*/ 384634 w 1722333"/>
              <a:gd name="csY2233" fmla="*/ 509929 h 531334"/>
              <a:gd name="csX2234" fmla="*/ 384807 w 1722333"/>
              <a:gd name="csY2234" fmla="*/ 509920 h 531334"/>
              <a:gd name="csX2235" fmla="*/ 384979 w 1722333"/>
              <a:gd name="csY2235" fmla="*/ 509912 h 531334"/>
              <a:gd name="csX2236" fmla="*/ 385151 w 1722333"/>
              <a:gd name="csY2236" fmla="*/ 509903 h 531334"/>
              <a:gd name="csX2237" fmla="*/ 385323 w 1722333"/>
              <a:gd name="csY2237" fmla="*/ 509894 h 531334"/>
              <a:gd name="csX2238" fmla="*/ 385496 w 1722333"/>
              <a:gd name="csY2238" fmla="*/ 509885 h 531334"/>
              <a:gd name="csX2239" fmla="*/ 385668 w 1722333"/>
              <a:gd name="csY2239" fmla="*/ 509876 h 531334"/>
              <a:gd name="csX2240" fmla="*/ 385840 w 1722333"/>
              <a:gd name="csY2240" fmla="*/ 509867 h 531334"/>
              <a:gd name="csX2241" fmla="*/ 386013 w 1722333"/>
              <a:gd name="csY2241" fmla="*/ 509858 h 531334"/>
              <a:gd name="csX2242" fmla="*/ 386185 w 1722333"/>
              <a:gd name="csY2242" fmla="*/ 509849 h 531334"/>
              <a:gd name="csX2243" fmla="*/ 386357 w 1722333"/>
              <a:gd name="csY2243" fmla="*/ 509840 h 531334"/>
              <a:gd name="csX2244" fmla="*/ 386529 w 1722333"/>
              <a:gd name="csY2244" fmla="*/ 509832 h 531334"/>
              <a:gd name="csX2245" fmla="*/ 386701 w 1722333"/>
              <a:gd name="csY2245" fmla="*/ 509823 h 531334"/>
              <a:gd name="csX2246" fmla="*/ 386874 w 1722333"/>
              <a:gd name="csY2246" fmla="*/ 509814 h 531334"/>
              <a:gd name="csX2247" fmla="*/ 387046 w 1722333"/>
              <a:gd name="csY2247" fmla="*/ 509805 h 531334"/>
              <a:gd name="csX2248" fmla="*/ 387218 w 1722333"/>
              <a:gd name="csY2248" fmla="*/ 509796 h 531334"/>
              <a:gd name="csX2249" fmla="*/ 387391 w 1722333"/>
              <a:gd name="csY2249" fmla="*/ 509787 h 531334"/>
              <a:gd name="csX2250" fmla="*/ 387563 w 1722333"/>
              <a:gd name="csY2250" fmla="*/ 509778 h 531334"/>
              <a:gd name="csX2251" fmla="*/ 387735 w 1722333"/>
              <a:gd name="csY2251" fmla="*/ 509769 h 531334"/>
              <a:gd name="csX2252" fmla="*/ 387907 w 1722333"/>
              <a:gd name="csY2252" fmla="*/ 509760 h 531334"/>
              <a:gd name="csX2253" fmla="*/ 388079 w 1722333"/>
              <a:gd name="csY2253" fmla="*/ 509752 h 531334"/>
              <a:gd name="csX2254" fmla="*/ 388252 w 1722333"/>
              <a:gd name="csY2254" fmla="*/ 509743 h 531334"/>
              <a:gd name="csX2255" fmla="*/ 388424 w 1722333"/>
              <a:gd name="csY2255" fmla="*/ 509734 h 531334"/>
              <a:gd name="csX2256" fmla="*/ 388596 w 1722333"/>
              <a:gd name="csY2256" fmla="*/ 509725 h 531334"/>
              <a:gd name="csX2257" fmla="*/ 388769 w 1722333"/>
              <a:gd name="csY2257" fmla="*/ 509716 h 531334"/>
              <a:gd name="csX2258" fmla="*/ 388940 w 1722333"/>
              <a:gd name="csY2258" fmla="*/ 509707 h 531334"/>
              <a:gd name="csX2259" fmla="*/ 389113 w 1722333"/>
              <a:gd name="csY2259" fmla="*/ 509698 h 531334"/>
              <a:gd name="csX2260" fmla="*/ 389286 w 1722333"/>
              <a:gd name="csY2260" fmla="*/ 509689 h 531334"/>
              <a:gd name="csX2261" fmla="*/ 389457 w 1722333"/>
              <a:gd name="csY2261" fmla="*/ 509680 h 531334"/>
              <a:gd name="csX2262" fmla="*/ 389630 w 1722333"/>
              <a:gd name="csY2262" fmla="*/ 509662 h 531334"/>
              <a:gd name="csX2263" fmla="*/ 389802 w 1722333"/>
              <a:gd name="csY2263" fmla="*/ 509654 h 531334"/>
              <a:gd name="csX2264" fmla="*/ 389974 w 1722333"/>
              <a:gd name="csY2264" fmla="*/ 509645 h 531334"/>
              <a:gd name="csX2265" fmla="*/ 390147 w 1722333"/>
              <a:gd name="csY2265" fmla="*/ 509636 h 531334"/>
              <a:gd name="csX2266" fmla="*/ 390318 w 1722333"/>
              <a:gd name="csY2266" fmla="*/ 509627 h 531334"/>
              <a:gd name="csX2267" fmla="*/ 390491 w 1722333"/>
              <a:gd name="csY2267" fmla="*/ 509618 h 531334"/>
              <a:gd name="csX2268" fmla="*/ 390664 w 1722333"/>
              <a:gd name="csY2268" fmla="*/ 509609 h 531334"/>
              <a:gd name="csX2269" fmla="*/ 390835 w 1722333"/>
              <a:gd name="csY2269" fmla="*/ 509600 h 531334"/>
              <a:gd name="csX2270" fmla="*/ 391008 w 1722333"/>
              <a:gd name="csY2270" fmla="*/ 509591 h 531334"/>
              <a:gd name="csX2271" fmla="*/ 391180 w 1722333"/>
              <a:gd name="csY2271" fmla="*/ 509582 h 531334"/>
              <a:gd name="csX2272" fmla="*/ 391352 w 1722333"/>
              <a:gd name="csY2272" fmla="*/ 509574 h 531334"/>
              <a:gd name="csX2273" fmla="*/ 391525 w 1722333"/>
              <a:gd name="csY2273" fmla="*/ 509565 h 531334"/>
              <a:gd name="csX2274" fmla="*/ 391696 w 1722333"/>
              <a:gd name="csY2274" fmla="*/ 509556 h 531334"/>
              <a:gd name="csX2275" fmla="*/ 391869 w 1722333"/>
              <a:gd name="csY2275" fmla="*/ 509547 h 531334"/>
              <a:gd name="csX2276" fmla="*/ 392042 w 1722333"/>
              <a:gd name="csY2276" fmla="*/ 509538 h 531334"/>
              <a:gd name="csX2277" fmla="*/ 392213 w 1722333"/>
              <a:gd name="csY2277" fmla="*/ 509529 h 531334"/>
              <a:gd name="csX2278" fmla="*/ 392386 w 1722333"/>
              <a:gd name="csY2278" fmla="*/ 509520 h 531334"/>
              <a:gd name="csX2279" fmla="*/ 392558 w 1722333"/>
              <a:gd name="csY2279" fmla="*/ 509511 h 531334"/>
              <a:gd name="csX2280" fmla="*/ 392730 w 1722333"/>
              <a:gd name="csY2280" fmla="*/ 509502 h 531334"/>
              <a:gd name="csX2281" fmla="*/ 392903 w 1722333"/>
              <a:gd name="csY2281" fmla="*/ 509493 h 531334"/>
              <a:gd name="csX2282" fmla="*/ 393075 w 1722333"/>
              <a:gd name="csY2282" fmla="*/ 509485 h 531334"/>
              <a:gd name="csX2283" fmla="*/ 393247 w 1722333"/>
              <a:gd name="csY2283" fmla="*/ 509476 h 531334"/>
              <a:gd name="csX2284" fmla="*/ 393419 w 1722333"/>
              <a:gd name="csY2284" fmla="*/ 509467 h 531334"/>
              <a:gd name="csX2285" fmla="*/ 393591 w 1722333"/>
              <a:gd name="csY2285" fmla="*/ 509458 h 531334"/>
              <a:gd name="csX2286" fmla="*/ 393764 w 1722333"/>
              <a:gd name="csY2286" fmla="*/ 509449 h 531334"/>
              <a:gd name="csX2287" fmla="*/ 393936 w 1722333"/>
              <a:gd name="csY2287" fmla="*/ 509440 h 531334"/>
              <a:gd name="csX2288" fmla="*/ 394108 w 1722333"/>
              <a:gd name="csY2288" fmla="*/ 509422 h 531334"/>
              <a:gd name="csX2289" fmla="*/ 394281 w 1722333"/>
              <a:gd name="csY2289" fmla="*/ 509413 h 531334"/>
              <a:gd name="csX2290" fmla="*/ 394453 w 1722333"/>
              <a:gd name="csY2290" fmla="*/ 509405 h 531334"/>
              <a:gd name="csX2291" fmla="*/ 394625 w 1722333"/>
              <a:gd name="csY2291" fmla="*/ 509396 h 531334"/>
              <a:gd name="csX2292" fmla="*/ 394797 w 1722333"/>
              <a:gd name="csY2292" fmla="*/ 509387 h 531334"/>
              <a:gd name="csX2293" fmla="*/ 394969 w 1722333"/>
              <a:gd name="csY2293" fmla="*/ 509378 h 531334"/>
              <a:gd name="csX2294" fmla="*/ 395142 w 1722333"/>
              <a:gd name="csY2294" fmla="*/ 509369 h 531334"/>
              <a:gd name="csX2295" fmla="*/ 395314 w 1722333"/>
              <a:gd name="csY2295" fmla="*/ 509360 h 531334"/>
              <a:gd name="csX2296" fmla="*/ 395486 w 1722333"/>
              <a:gd name="csY2296" fmla="*/ 509351 h 531334"/>
              <a:gd name="csX2297" fmla="*/ 395659 w 1722333"/>
              <a:gd name="csY2297" fmla="*/ 509342 h 531334"/>
              <a:gd name="csX2298" fmla="*/ 395831 w 1722333"/>
              <a:gd name="csY2298" fmla="*/ 509333 h 531334"/>
              <a:gd name="csX2299" fmla="*/ 396003 w 1722333"/>
              <a:gd name="csY2299" fmla="*/ 509324 h 531334"/>
              <a:gd name="csX2300" fmla="*/ 396175 w 1722333"/>
              <a:gd name="csY2300" fmla="*/ 509316 h 531334"/>
              <a:gd name="csX2301" fmla="*/ 396348 w 1722333"/>
              <a:gd name="csY2301" fmla="*/ 509307 h 531334"/>
              <a:gd name="csX2302" fmla="*/ 396520 w 1722333"/>
              <a:gd name="csY2302" fmla="*/ 509298 h 531334"/>
              <a:gd name="csX2303" fmla="*/ 396692 w 1722333"/>
              <a:gd name="csY2303" fmla="*/ 509289 h 531334"/>
              <a:gd name="csX2304" fmla="*/ 396864 w 1722333"/>
              <a:gd name="csY2304" fmla="*/ 509280 h 531334"/>
              <a:gd name="csX2305" fmla="*/ 397036 w 1722333"/>
              <a:gd name="csY2305" fmla="*/ 509271 h 531334"/>
              <a:gd name="csX2306" fmla="*/ 397209 w 1722333"/>
              <a:gd name="csY2306" fmla="*/ 509262 h 531334"/>
              <a:gd name="csX2307" fmla="*/ 397381 w 1722333"/>
              <a:gd name="csY2307" fmla="*/ 509244 h 531334"/>
              <a:gd name="csX2308" fmla="*/ 397553 w 1722333"/>
              <a:gd name="csY2308" fmla="*/ 509235 h 531334"/>
              <a:gd name="csX2309" fmla="*/ 397726 w 1722333"/>
              <a:gd name="csY2309" fmla="*/ 509227 h 531334"/>
              <a:gd name="csX2310" fmla="*/ 397898 w 1722333"/>
              <a:gd name="csY2310" fmla="*/ 509218 h 531334"/>
              <a:gd name="csX2311" fmla="*/ 398070 w 1722333"/>
              <a:gd name="csY2311" fmla="*/ 509209 h 531334"/>
              <a:gd name="csX2312" fmla="*/ 398242 w 1722333"/>
              <a:gd name="csY2312" fmla="*/ 509200 h 531334"/>
              <a:gd name="csX2313" fmla="*/ 398414 w 1722333"/>
              <a:gd name="csY2313" fmla="*/ 509191 h 531334"/>
              <a:gd name="csX2314" fmla="*/ 398587 w 1722333"/>
              <a:gd name="csY2314" fmla="*/ 509182 h 531334"/>
              <a:gd name="csX2315" fmla="*/ 398759 w 1722333"/>
              <a:gd name="csY2315" fmla="*/ 509173 h 531334"/>
              <a:gd name="csX2316" fmla="*/ 398931 w 1722333"/>
              <a:gd name="csY2316" fmla="*/ 509164 h 531334"/>
              <a:gd name="csX2317" fmla="*/ 399104 w 1722333"/>
              <a:gd name="csY2317" fmla="*/ 509155 h 531334"/>
              <a:gd name="csX2318" fmla="*/ 399275 w 1722333"/>
              <a:gd name="csY2318" fmla="*/ 509146 h 531334"/>
              <a:gd name="csX2319" fmla="*/ 399448 w 1722333"/>
              <a:gd name="csY2319" fmla="*/ 509138 h 531334"/>
              <a:gd name="csX2320" fmla="*/ 399621 w 1722333"/>
              <a:gd name="csY2320" fmla="*/ 509129 h 531334"/>
              <a:gd name="csX2321" fmla="*/ 399792 w 1722333"/>
              <a:gd name="csY2321" fmla="*/ 509120 h 531334"/>
              <a:gd name="csX2322" fmla="*/ 399965 w 1722333"/>
              <a:gd name="csY2322" fmla="*/ 509102 h 531334"/>
              <a:gd name="csX2323" fmla="*/ 400137 w 1722333"/>
              <a:gd name="csY2323" fmla="*/ 509093 h 531334"/>
              <a:gd name="csX2324" fmla="*/ 400309 w 1722333"/>
              <a:gd name="csY2324" fmla="*/ 509084 h 531334"/>
              <a:gd name="csX2325" fmla="*/ 400482 w 1722333"/>
              <a:gd name="csY2325" fmla="*/ 509075 h 531334"/>
              <a:gd name="csX2326" fmla="*/ 400653 w 1722333"/>
              <a:gd name="csY2326" fmla="*/ 509066 h 531334"/>
              <a:gd name="csX2327" fmla="*/ 400826 w 1722333"/>
              <a:gd name="csY2327" fmla="*/ 509058 h 531334"/>
              <a:gd name="csX2328" fmla="*/ 400999 w 1722333"/>
              <a:gd name="csY2328" fmla="*/ 509049 h 531334"/>
              <a:gd name="csX2329" fmla="*/ 401170 w 1722333"/>
              <a:gd name="csY2329" fmla="*/ 509040 h 531334"/>
              <a:gd name="csX2330" fmla="*/ 401343 w 1722333"/>
              <a:gd name="csY2330" fmla="*/ 509031 h 531334"/>
              <a:gd name="csX2331" fmla="*/ 401515 w 1722333"/>
              <a:gd name="csY2331" fmla="*/ 509022 h 531334"/>
              <a:gd name="csX2332" fmla="*/ 401687 w 1722333"/>
              <a:gd name="csY2332" fmla="*/ 509013 h 531334"/>
              <a:gd name="csX2333" fmla="*/ 401860 w 1722333"/>
              <a:gd name="csY2333" fmla="*/ 509004 h 531334"/>
              <a:gd name="csX2334" fmla="*/ 402032 w 1722333"/>
              <a:gd name="csY2334" fmla="*/ 508995 h 531334"/>
              <a:gd name="csX2335" fmla="*/ 402204 w 1722333"/>
              <a:gd name="csY2335" fmla="*/ 508986 h 531334"/>
              <a:gd name="csX2336" fmla="*/ 402377 w 1722333"/>
              <a:gd name="csY2336" fmla="*/ 508969 h 531334"/>
              <a:gd name="csX2337" fmla="*/ 402548 w 1722333"/>
              <a:gd name="csY2337" fmla="*/ 508960 h 531334"/>
              <a:gd name="csX2338" fmla="*/ 402721 w 1722333"/>
              <a:gd name="csY2338" fmla="*/ 508951 h 531334"/>
              <a:gd name="csX2339" fmla="*/ 402893 w 1722333"/>
              <a:gd name="csY2339" fmla="*/ 508942 h 531334"/>
              <a:gd name="csX2340" fmla="*/ 403065 w 1722333"/>
              <a:gd name="csY2340" fmla="*/ 508933 h 531334"/>
              <a:gd name="csX2341" fmla="*/ 403238 w 1722333"/>
              <a:gd name="csY2341" fmla="*/ 508924 h 531334"/>
              <a:gd name="csX2342" fmla="*/ 403410 w 1722333"/>
              <a:gd name="csY2342" fmla="*/ 508915 h 531334"/>
              <a:gd name="csX2343" fmla="*/ 403582 w 1722333"/>
              <a:gd name="csY2343" fmla="*/ 508906 h 531334"/>
              <a:gd name="csX2344" fmla="*/ 403755 w 1722333"/>
              <a:gd name="csY2344" fmla="*/ 508897 h 531334"/>
              <a:gd name="csX2345" fmla="*/ 403926 w 1722333"/>
              <a:gd name="csY2345" fmla="*/ 508888 h 531334"/>
              <a:gd name="csX2346" fmla="*/ 404099 w 1722333"/>
              <a:gd name="csY2346" fmla="*/ 508880 h 531334"/>
              <a:gd name="csX2347" fmla="*/ 404271 w 1722333"/>
              <a:gd name="csY2347" fmla="*/ 508871 h 531334"/>
              <a:gd name="csX2348" fmla="*/ 404443 w 1722333"/>
              <a:gd name="csY2348" fmla="*/ 508853 h 531334"/>
              <a:gd name="csX2349" fmla="*/ 404616 w 1722333"/>
              <a:gd name="csY2349" fmla="*/ 508844 h 531334"/>
              <a:gd name="csX2350" fmla="*/ 404788 w 1722333"/>
              <a:gd name="csY2350" fmla="*/ 508835 h 531334"/>
              <a:gd name="csX2351" fmla="*/ 404960 w 1722333"/>
              <a:gd name="csY2351" fmla="*/ 508826 h 531334"/>
              <a:gd name="csX2352" fmla="*/ 405132 w 1722333"/>
              <a:gd name="csY2352" fmla="*/ 508817 h 531334"/>
              <a:gd name="csX2353" fmla="*/ 405304 w 1722333"/>
              <a:gd name="csY2353" fmla="*/ 508808 h 531334"/>
              <a:gd name="csX2354" fmla="*/ 405477 w 1722333"/>
              <a:gd name="csY2354" fmla="*/ 508800 h 531334"/>
              <a:gd name="csX2355" fmla="*/ 405649 w 1722333"/>
              <a:gd name="csY2355" fmla="*/ 508791 h 531334"/>
              <a:gd name="csX2356" fmla="*/ 405821 w 1722333"/>
              <a:gd name="csY2356" fmla="*/ 508782 h 531334"/>
              <a:gd name="csX2357" fmla="*/ 405994 w 1722333"/>
              <a:gd name="csY2357" fmla="*/ 508773 h 531334"/>
              <a:gd name="csX2358" fmla="*/ 406166 w 1722333"/>
              <a:gd name="csY2358" fmla="*/ 508764 h 531334"/>
              <a:gd name="csX2359" fmla="*/ 406338 w 1722333"/>
              <a:gd name="csY2359" fmla="*/ 508746 h 531334"/>
              <a:gd name="csX2360" fmla="*/ 406510 w 1722333"/>
              <a:gd name="csY2360" fmla="*/ 508737 h 531334"/>
              <a:gd name="csX2361" fmla="*/ 406683 w 1722333"/>
              <a:gd name="csY2361" fmla="*/ 508728 h 531334"/>
              <a:gd name="csX2362" fmla="*/ 406855 w 1722333"/>
              <a:gd name="csY2362" fmla="*/ 508719 h 531334"/>
              <a:gd name="csX2363" fmla="*/ 407027 w 1722333"/>
              <a:gd name="csY2363" fmla="*/ 508711 h 531334"/>
              <a:gd name="csX2364" fmla="*/ 407199 w 1722333"/>
              <a:gd name="csY2364" fmla="*/ 508702 h 531334"/>
              <a:gd name="csX2365" fmla="*/ 407371 w 1722333"/>
              <a:gd name="csY2365" fmla="*/ 508693 h 531334"/>
              <a:gd name="csX2366" fmla="*/ 407544 w 1722333"/>
              <a:gd name="csY2366" fmla="*/ 508684 h 531334"/>
              <a:gd name="csX2367" fmla="*/ 407716 w 1722333"/>
              <a:gd name="csY2367" fmla="*/ 508675 h 531334"/>
              <a:gd name="csX2368" fmla="*/ 407888 w 1722333"/>
              <a:gd name="csY2368" fmla="*/ 508666 h 531334"/>
              <a:gd name="csX2369" fmla="*/ 408061 w 1722333"/>
              <a:gd name="csY2369" fmla="*/ 508648 h 531334"/>
              <a:gd name="csX2370" fmla="*/ 408233 w 1722333"/>
              <a:gd name="csY2370" fmla="*/ 508639 h 531334"/>
              <a:gd name="csX2371" fmla="*/ 408405 w 1722333"/>
              <a:gd name="csY2371" fmla="*/ 508631 h 531334"/>
              <a:gd name="csX2372" fmla="*/ 408577 w 1722333"/>
              <a:gd name="csY2372" fmla="*/ 508622 h 531334"/>
              <a:gd name="csX2373" fmla="*/ 408749 w 1722333"/>
              <a:gd name="csY2373" fmla="*/ 508613 h 531334"/>
              <a:gd name="csX2374" fmla="*/ 408922 w 1722333"/>
              <a:gd name="csY2374" fmla="*/ 508604 h 531334"/>
              <a:gd name="csX2375" fmla="*/ 409094 w 1722333"/>
              <a:gd name="csY2375" fmla="*/ 508595 h 531334"/>
              <a:gd name="csX2376" fmla="*/ 409266 w 1722333"/>
              <a:gd name="csY2376" fmla="*/ 508586 h 531334"/>
              <a:gd name="csX2377" fmla="*/ 409439 w 1722333"/>
              <a:gd name="csY2377" fmla="*/ 508577 h 531334"/>
              <a:gd name="csX2378" fmla="*/ 409610 w 1722333"/>
              <a:gd name="csY2378" fmla="*/ 508568 h 531334"/>
              <a:gd name="csX2379" fmla="*/ 409783 w 1722333"/>
              <a:gd name="csY2379" fmla="*/ 508550 h 531334"/>
              <a:gd name="csX2380" fmla="*/ 409956 w 1722333"/>
              <a:gd name="csY2380" fmla="*/ 508541 h 531334"/>
              <a:gd name="csX2381" fmla="*/ 410127 w 1722333"/>
              <a:gd name="csY2381" fmla="*/ 508533 h 531334"/>
              <a:gd name="csX2382" fmla="*/ 410300 w 1722333"/>
              <a:gd name="csY2382" fmla="*/ 508524 h 531334"/>
              <a:gd name="csX2383" fmla="*/ 410472 w 1722333"/>
              <a:gd name="csY2383" fmla="*/ 508515 h 531334"/>
              <a:gd name="csX2384" fmla="*/ 410644 w 1722333"/>
              <a:gd name="csY2384" fmla="*/ 508506 h 531334"/>
              <a:gd name="csX2385" fmla="*/ 410817 w 1722333"/>
              <a:gd name="csY2385" fmla="*/ 508497 h 531334"/>
              <a:gd name="csX2386" fmla="*/ 410988 w 1722333"/>
              <a:gd name="csY2386" fmla="*/ 508488 h 531334"/>
              <a:gd name="csX2387" fmla="*/ 411161 w 1722333"/>
              <a:gd name="csY2387" fmla="*/ 508479 h 531334"/>
              <a:gd name="csX2388" fmla="*/ 411334 w 1722333"/>
              <a:gd name="csY2388" fmla="*/ 508461 h 531334"/>
              <a:gd name="csX2389" fmla="*/ 411505 w 1722333"/>
              <a:gd name="csY2389" fmla="*/ 508453 h 531334"/>
              <a:gd name="csX2390" fmla="*/ 411678 w 1722333"/>
              <a:gd name="csY2390" fmla="*/ 508444 h 531334"/>
              <a:gd name="csX2391" fmla="*/ 411850 w 1722333"/>
              <a:gd name="csY2391" fmla="*/ 508435 h 531334"/>
              <a:gd name="csX2392" fmla="*/ 412022 w 1722333"/>
              <a:gd name="csY2392" fmla="*/ 508426 h 531334"/>
              <a:gd name="csX2393" fmla="*/ 412195 w 1722333"/>
              <a:gd name="csY2393" fmla="*/ 508417 h 531334"/>
              <a:gd name="csX2394" fmla="*/ 412366 w 1722333"/>
              <a:gd name="csY2394" fmla="*/ 508408 h 531334"/>
              <a:gd name="csX2395" fmla="*/ 412539 w 1722333"/>
              <a:gd name="csY2395" fmla="*/ 508399 h 531334"/>
              <a:gd name="csX2396" fmla="*/ 412712 w 1722333"/>
              <a:gd name="csY2396" fmla="*/ 508381 h 531334"/>
              <a:gd name="csX2397" fmla="*/ 412883 w 1722333"/>
              <a:gd name="csY2397" fmla="*/ 508373 h 531334"/>
              <a:gd name="csX2398" fmla="*/ 413056 w 1722333"/>
              <a:gd name="csY2398" fmla="*/ 508364 h 531334"/>
              <a:gd name="csX2399" fmla="*/ 413228 w 1722333"/>
              <a:gd name="csY2399" fmla="*/ 508355 h 531334"/>
              <a:gd name="csX2400" fmla="*/ 413400 w 1722333"/>
              <a:gd name="csY2400" fmla="*/ 508346 h 531334"/>
              <a:gd name="csX2401" fmla="*/ 413573 w 1722333"/>
              <a:gd name="csY2401" fmla="*/ 508337 h 531334"/>
              <a:gd name="csX2402" fmla="*/ 413745 w 1722333"/>
              <a:gd name="csY2402" fmla="*/ 508328 h 531334"/>
              <a:gd name="csX2403" fmla="*/ 413917 w 1722333"/>
              <a:gd name="csY2403" fmla="*/ 508319 h 531334"/>
              <a:gd name="csX2404" fmla="*/ 414090 w 1722333"/>
              <a:gd name="csY2404" fmla="*/ 508301 h 531334"/>
              <a:gd name="csX2405" fmla="*/ 414261 w 1722333"/>
              <a:gd name="csY2405" fmla="*/ 508292 h 531334"/>
              <a:gd name="csX2406" fmla="*/ 414434 w 1722333"/>
              <a:gd name="csY2406" fmla="*/ 508284 h 531334"/>
              <a:gd name="csX2407" fmla="*/ 414606 w 1722333"/>
              <a:gd name="csY2407" fmla="*/ 508275 h 531334"/>
              <a:gd name="csX2408" fmla="*/ 414778 w 1722333"/>
              <a:gd name="csY2408" fmla="*/ 508266 h 531334"/>
              <a:gd name="csX2409" fmla="*/ 414951 w 1722333"/>
              <a:gd name="csY2409" fmla="*/ 508257 h 531334"/>
              <a:gd name="csX2410" fmla="*/ 415123 w 1722333"/>
              <a:gd name="csY2410" fmla="*/ 508248 h 531334"/>
              <a:gd name="csX2411" fmla="*/ 415295 w 1722333"/>
              <a:gd name="csY2411" fmla="*/ 508239 h 531334"/>
              <a:gd name="csX2412" fmla="*/ 415467 w 1722333"/>
              <a:gd name="csY2412" fmla="*/ 508221 h 531334"/>
              <a:gd name="csX2413" fmla="*/ 415639 w 1722333"/>
              <a:gd name="csY2413" fmla="*/ 508212 h 531334"/>
              <a:gd name="csX2414" fmla="*/ 415812 w 1722333"/>
              <a:gd name="csY2414" fmla="*/ 508204 h 531334"/>
              <a:gd name="csX2415" fmla="*/ 415984 w 1722333"/>
              <a:gd name="csY2415" fmla="*/ 508195 h 531334"/>
              <a:gd name="csX2416" fmla="*/ 416156 w 1722333"/>
              <a:gd name="csY2416" fmla="*/ 508186 h 531334"/>
              <a:gd name="csX2417" fmla="*/ 416329 w 1722333"/>
              <a:gd name="csY2417" fmla="*/ 508177 h 531334"/>
              <a:gd name="csX2418" fmla="*/ 416501 w 1722333"/>
              <a:gd name="csY2418" fmla="*/ 508168 h 531334"/>
              <a:gd name="csX2419" fmla="*/ 416673 w 1722333"/>
              <a:gd name="csY2419" fmla="*/ 508150 h 531334"/>
              <a:gd name="csX2420" fmla="*/ 416845 w 1722333"/>
              <a:gd name="csY2420" fmla="*/ 508141 h 531334"/>
              <a:gd name="csX2421" fmla="*/ 417018 w 1722333"/>
              <a:gd name="csY2421" fmla="*/ 508132 h 531334"/>
              <a:gd name="csX2422" fmla="*/ 417190 w 1722333"/>
              <a:gd name="csY2422" fmla="*/ 508123 h 531334"/>
              <a:gd name="csX2423" fmla="*/ 417362 w 1722333"/>
              <a:gd name="csY2423" fmla="*/ 508114 h 531334"/>
              <a:gd name="csX2424" fmla="*/ 417534 w 1722333"/>
              <a:gd name="csY2424" fmla="*/ 508106 h 531334"/>
              <a:gd name="csX2425" fmla="*/ 417706 w 1722333"/>
              <a:gd name="csY2425" fmla="*/ 508097 h 531334"/>
              <a:gd name="csX2426" fmla="*/ 417879 w 1722333"/>
              <a:gd name="csY2426" fmla="*/ 508079 h 531334"/>
              <a:gd name="csX2427" fmla="*/ 418051 w 1722333"/>
              <a:gd name="csY2427" fmla="*/ 508070 h 531334"/>
              <a:gd name="csX2428" fmla="*/ 418223 w 1722333"/>
              <a:gd name="csY2428" fmla="*/ 508061 h 531334"/>
              <a:gd name="csX2429" fmla="*/ 418396 w 1722333"/>
              <a:gd name="csY2429" fmla="*/ 508052 h 531334"/>
              <a:gd name="csX2430" fmla="*/ 418568 w 1722333"/>
              <a:gd name="csY2430" fmla="*/ 508043 h 531334"/>
              <a:gd name="csX2431" fmla="*/ 418740 w 1722333"/>
              <a:gd name="csY2431" fmla="*/ 508034 h 531334"/>
              <a:gd name="csX2432" fmla="*/ 418913 w 1722333"/>
              <a:gd name="csY2432" fmla="*/ 508026 h 531334"/>
              <a:gd name="csX2433" fmla="*/ 419084 w 1722333"/>
              <a:gd name="csY2433" fmla="*/ 508008 h 531334"/>
              <a:gd name="csX2434" fmla="*/ 419257 w 1722333"/>
              <a:gd name="csY2434" fmla="*/ 507999 h 531334"/>
              <a:gd name="csX2435" fmla="*/ 419429 w 1722333"/>
              <a:gd name="csY2435" fmla="*/ 507990 h 531334"/>
              <a:gd name="csX2436" fmla="*/ 419601 w 1722333"/>
              <a:gd name="csY2436" fmla="*/ 507981 h 531334"/>
              <a:gd name="csX2437" fmla="*/ 419774 w 1722333"/>
              <a:gd name="csY2437" fmla="*/ 507972 h 531334"/>
              <a:gd name="csX2438" fmla="*/ 419945 w 1722333"/>
              <a:gd name="csY2438" fmla="*/ 507963 h 531334"/>
              <a:gd name="csX2439" fmla="*/ 420118 w 1722333"/>
              <a:gd name="csY2439" fmla="*/ 507954 h 531334"/>
              <a:gd name="csX2440" fmla="*/ 420291 w 1722333"/>
              <a:gd name="csY2440" fmla="*/ 507937 h 531334"/>
              <a:gd name="csX2441" fmla="*/ 420462 w 1722333"/>
              <a:gd name="csY2441" fmla="*/ 507928 h 531334"/>
              <a:gd name="csX2442" fmla="*/ 420635 w 1722333"/>
              <a:gd name="csY2442" fmla="*/ 507919 h 531334"/>
              <a:gd name="csX2443" fmla="*/ 420807 w 1722333"/>
              <a:gd name="csY2443" fmla="*/ 507910 h 531334"/>
              <a:gd name="csX2444" fmla="*/ 420979 w 1722333"/>
              <a:gd name="csY2444" fmla="*/ 507901 h 531334"/>
              <a:gd name="csX2445" fmla="*/ 421152 w 1722333"/>
              <a:gd name="csY2445" fmla="*/ 507892 h 531334"/>
              <a:gd name="csX2446" fmla="*/ 421323 w 1722333"/>
              <a:gd name="csY2446" fmla="*/ 507874 h 531334"/>
              <a:gd name="csX2447" fmla="*/ 421496 w 1722333"/>
              <a:gd name="csY2447" fmla="*/ 507865 h 531334"/>
              <a:gd name="csX2448" fmla="*/ 421669 w 1722333"/>
              <a:gd name="csY2448" fmla="*/ 507857 h 531334"/>
              <a:gd name="csX2449" fmla="*/ 421840 w 1722333"/>
              <a:gd name="csY2449" fmla="*/ 507848 h 531334"/>
              <a:gd name="csX2450" fmla="*/ 422013 w 1722333"/>
              <a:gd name="csY2450" fmla="*/ 507839 h 531334"/>
              <a:gd name="csX2451" fmla="*/ 422186 w 1722333"/>
              <a:gd name="csY2451" fmla="*/ 507830 h 531334"/>
              <a:gd name="csX2452" fmla="*/ 422357 w 1722333"/>
              <a:gd name="csY2452" fmla="*/ 507821 h 531334"/>
              <a:gd name="csX2453" fmla="*/ 422530 w 1722333"/>
              <a:gd name="csY2453" fmla="*/ 507803 h 531334"/>
              <a:gd name="csX2454" fmla="*/ 422701 w 1722333"/>
              <a:gd name="csY2454" fmla="*/ 507794 h 531334"/>
              <a:gd name="csX2455" fmla="*/ 422874 w 1722333"/>
              <a:gd name="csY2455" fmla="*/ 507785 h 531334"/>
              <a:gd name="csX2456" fmla="*/ 423047 w 1722333"/>
              <a:gd name="csY2456" fmla="*/ 507776 h 531334"/>
              <a:gd name="csX2457" fmla="*/ 423218 w 1722333"/>
              <a:gd name="csY2457" fmla="*/ 507768 h 531334"/>
              <a:gd name="csX2458" fmla="*/ 423391 w 1722333"/>
              <a:gd name="csY2458" fmla="*/ 507759 h 531334"/>
              <a:gd name="csX2459" fmla="*/ 423563 w 1722333"/>
              <a:gd name="csY2459" fmla="*/ 507741 h 531334"/>
              <a:gd name="csX2460" fmla="*/ 423735 w 1722333"/>
              <a:gd name="csY2460" fmla="*/ 507732 h 531334"/>
              <a:gd name="csX2461" fmla="*/ 423908 w 1722333"/>
              <a:gd name="csY2461" fmla="*/ 507723 h 531334"/>
              <a:gd name="csX2462" fmla="*/ 424080 w 1722333"/>
              <a:gd name="csY2462" fmla="*/ 507714 h 531334"/>
              <a:gd name="csX2463" fmla="*/ 424252 w 1722333"/>
              <a:gd name="csY2463" fmla="*/ 507705 h 531334"/>
              <a:gd name="csX2464" fmla="*/ 424425 w 1722333"/>
              <a:gd name="csY2464" fmla="*/ 507696 h 531334"/>
              <a:gd name="csX2465" fmla="*/ 424596 w 1722333"/>
              <a:gd name="csY2465" fmla="*/ 507679 h 531334"/>
              <a:gd name="csX2466" fmla="*/ 424769 w 1722333"/>
              <a:gd name="csY2466" fmla="*/ 507670 h 531334"/>
              <a:gd name="csX2467" fmla="*/ 424941 w 1722333"/>
              <a:gd name="csY2467" fmla="*/ 507661 h 531334"/>
              <a:gd name="csX2468" fmla="*/ 425113 w 1722333"/>
              <a:gd name="csY2468" fmla="*/ 507652 h 531334"/>
              <a:gd name="csX2469" fmla="*/ 425286 w 1722333"/>
              <a:gd name="csY2469" fmla="*/ 507643 h 531334"/>
              <a:gd name="csX2470" fmla="*/ 425458 w 1722333"/>
              <a:gd name="csY2470" fmla="*/ 507625 h 531334"/>
              <a:gd name="csX2471" fmla="*/ 425630 w 1722333"/>
              <a:gd name="csY2471" fmla="*/ 507616 h 531334"/>
              <a:gd name="csX2472" fmla="*/ 425802 w 1722333"/>
              <a:gd name="csY2472" fmla="*/ 507607 h 531334"/>
              <a:gd name="csX2473" fmla="*/ 425974 w 1722333"/>
              <a:gd name="csY2473" fmla="*/ 507599 h 531334"/>
              <a:gd name="csX2474" fmla="*/ 426147 w 1722333"/>
              <a:gd name="csY2474" fmla="*/ 507590 h 531334"/>
              <a:gd name="csX2475" fmla="*/ 426319 w 1722333"/>
              <a:gd name="csY2475" fmla="*/ 507581 h 531334"/>
              <a:gd name="csX2476" fmla="*/ 426491 w 1722333"/>
              <a:gd name="csY2476" fmla="*/ 507563 h 531334"/>
              <a:gd name="csX2477" fmla="*/ 426664 w 1722333"/>
              <a:gd name="csY2477" fmla="*/ 507554 h 531334"/>
              <a:gd name="csX2478" fmla="*/ 426836 w 1722333"/>
              <a:gd name="csY2478" fmla="*/ 507545 h 531334"/>
              <a:gd name="csX2479" fmla="*/ 427008 w 1722333"/>
              <a:gd name="csY2479" fmla="*/ 507536 h 531334"/>
              <a:gd name="csX2480" fmla="*/ 427180 w 1722333"/>
              <a:gd name="csY2480" fmla="*/ 507527 h 531334"/>
              <a:gd name="csX2481" fmla="*/ 427353 w 1722333"/>
              <a:gd name="csY2481" fmla="*/ 507510 h 531334"/>
              <a:gd name="csX2482" fmla="*/ 427525 w 1722333"/>
              <a:gd name="csY2482" fmla="*/ 507501 h 531334"/>
              <a:gd name="csX2483" fmla="*/ 427697 w 1722333"/>
              <a:gd name="csY2483" fmla="*/ 507492 h 531334"/>
              <a:gd name="csX2484" fmla="*/ 427869 w 1722333"/>
              <a:gd name="csY2484" fmla="*/ 507483 h 531334"/>
              <a:gd name="csX2485" fmla="*/ 428041 w 1722333"/>
              <a:gd name="csY2485" fmla="*/ 507474 h 531334"/>
              <a:gd name="csX2486" fmla="*/ 428214 w 1722333"/>
              <a:gd name="csY2486" fmla="*/ 507465 h 531334"/>
              <a:gd name="csX2487" fmla="*/ 428386 w 1722333"/>
              <a:gd name="csY2487" fmla="*/ 507447 h 531334"/>
              <a:gd name="csX2488" fmla="*/ 428558 w 1722333"/>
              <a:gd name="csY2488" fmla="*/ 507438 h 531334"/>
              <a:gd name="csX2489" fmla="*/ 428731 w 1722333"/>
              <a:gd name="csY2489" fmla="*/ 507429 h 531334"/>
              <a:gd name="csX2490" fmla="*/ 428903 w 1722333"/>
              <a:gd name="csY2490" fmla="*/ 507421 h 531334"/>
              <a:gd name="csX2491" fmla="*/ 429075 w 1722333"/>
              <a:gd name="csY2491" fmla="*/ 507412 h 531334"/>
              <a:gd name="csX2492" fmla="*/ 429248 w 1722333"/>
              <a:gd name="csY2492" fmla="*/ 507394 h 531334"/>
              <a:gd name="csX2493" fmla="*/ 429419 w 1722333"/>
              <a:gd name="csY2493" fmla="*/ 507385 h 531334"/>
              <a:gd name="csX2494" fmla="*/ 429592 w 1722333"/>
              <a:gd name="csY2494" fmla="*/ 507376 h 531334"/>
              <a:gd name="csX2495" fmla="*/ 429764 w 1722333"/>
              <a:gd name="csY2495" fmla="*/ 507367 h 531334"/>
              <a:gd name="csX2496" fmla="*/ 429936 w 1722333"/>
              <a:gd name="csY2496" fmla="*/ 507358 h 531334"/>
              <a:gd name="csX2497" fmla="*/ 430109 w 1722333"/>
              <a:gd name="csY2497" fmla="*/ 507340 h 531334"/>
              <a:gd name="csX2498" fmla="*/ 430281 w 1722333"/>
              <a:gd name="csY2498" fmla="*/ 507332 h 531334"/>
              <a:gd name="csX2499" fmla="*/ 430453 w 1722333"/>
              <a:gd name="csY2499" fmla="*/ 507323 h 531334"/>
              <a:gd name="csX2500" fmla="*/ 430626 w 1722333"/>
              <a:gd name="csY2500" fmla="*/ 507314 h 531334"/>
              <a:gd name="csX2501" fmla="*/ 430797 w 1722333"/>
              <a:gd name="csY2501" fmla="*/ 507305 h 531334"/>
              <a:gd name="csX2502" fmla="*/ 430970 w 1722333"/>
              <a:gd name="csY2502" fmla="*/ 507287 h 531334"/>
              <a:gd name="csX2503" fmla="*/ 431142 w 1722333"/>
              <a:gd name="csY2503" fmla="*/ 507278 h 531334"/>
              <a:gd name="csX2504" fmla="*/ 431314 w 1722333"/>
              <a:gd name="csY2504" fmla="*/ 507269 h 531334"/>
              <a:gd name="csX2505" fmla="*/ 431487 w 1722333"/>
              <a:gd name="csY2505" fmla="*/ 507260 h 531334"/>
              <a:gd name="csX2506" fmla="*/ 431658 w 1722333"/>
              <a:gd name="csY2506" fmla="*/ 507252 h 531334"/>
              <a:gd name="csX2507" fmla="*/ 431831 w 1722333"/>
              <a:gd name="csY2507" fmla="*/ 507234 h 531334"/>
              <a:gd name="csX2508" fmla="*/ 432004 w 1722333"/>
              <a:gd name="csY2508" fmla="*/ 507225 h 531334"/>
              <a:gd name="csX2509" fmla="*/ 432175 w 1722333"/>
              <a:gd name="csY2509" fmla="*/ 507216 h 531334"/>
              <a:gd name="csX2510" fmla="*/ 432348 w 1722333"/>
              <a:gd name="csY2510" fmla="*/ 507207 h 531334"/>
              <a:gd name="csX2511" fmla="*/ 432521 w 1722333"/>
              <a:gd name="csY2511" fmla="*/ 507198 h 531334"/>
              <a:gd name="csX2512" fmla="*/ 432692 w 1722333"/>
              <a:gd name="csY2512" fmla="*/ 507180 h 531334"/>
              <a:gd name="csX2513" fmla="*/ 432865 w 1722333"/>
              <a:gd name="csY2513" fmla="*/ 507172 h 531334"/>
              <a:gd name="csX2514" fmla="*/ 433036 w 1722333"/>
              <a:gd name="csY2514" fmla="*/ 507163 h 531334"/>
              <a:gd name="csX2515" fmla="*/ 433209 w 1722333"/>
              <a:gd name="csY2515" fmla="*/ 507154 h 531334"/>
              <a:gd name="csX2516" fmla="*/ 433382 w 1722333"/>
              <a:gd name="csY2516" fmla="*/ 507145 h 531334"/>
              <a:gd name="csX2517" fmla="*/ 433553 w 1722333"/>
              <a:gd name="csY2517" fmla="*/ 507127 h 531334"/>
              <a:gd name="csX2518" fmla="*/ 433726 w 1722333"/>
              <a:gd name="csY2518" fmla="*/ 507118 h 531334"/>
              <a:gd name="csX2519" fmla="*/ 433898 w 1722333"/>
              <a:gd name="csY2519" fmla="*/ 507109 h 531334"/>
              <a:gd name="csX2520" fmla="*/ 434070 w 1722333"/>
              <a:gd name="csY2520" fmla="*/ 507100 h 531334"/>
              <a:gd name="csX2521" fmla="*/ 434243 w 1722333"/>
              <a:gd name="csY2521" fmla="*/ 507083 h 531334"/>
              <a:gd name="csX2522" fmla="*/ 434415 w 1722333"/>
              <a:gd name="csY2522" fmla="*/ 507074 h 531334"/>
              <a:gd name="csX2523" fmla="*/ 434587 w 1722333"/>
              <a:gd name="csY2523" fmla="*/ 507065 h 531334"/>
              <a:gd name="csX2524" fmla="*/ 434760 w 1722333"/>
              <a:gd name="csY2524" fmla="*/ 507056 h 531334"/>
              <a:gd name="csX2525" fmla="*/ 434931 w 1722333"/>
              <a:gd name="csY2525" fmla="*/ 507047 h 531334"/>
              <a:gd name="csX2526" fmla="*/ 435104 w 1722333"/>
              <a:gd name="csY2526" fmla="*/ 507029 h 531334"/>
              <a:gd name="csX2527" fmla="*/ 435276 w 1722333"/>
              <a:gd name="csY2527" fmla="*/ 507020 h 531334"/>
              <a:gd name="csX2528" fmla="*/ 435448 w 1722333"/>
              <a:gd name="csY2528" fmla="*/ 507011 h 531334"/>
              <a:gd name="csX2529" fmla="*/ 435621 w 1722333"/>
              <a:gd name="csY2529" fmla="*/ 507002 h 531334"/>
              <a:gd name="csX2530" fmla="*/ 435793 w 1722333"/>
              <a:gd name="csY2530" fmla="*/ 506985 h 531334"/>
              <a:gd name="csX2531" fmla="*/ 435965 w 1722333"/>
              <a:gd name="csY2531" fmla="*/ 506976 h 531334"/>
              <a:gd name="csX2532" fmla="*/ 436137 w 1722333"/>
              <a:gd name="csY2532" fmla="*/ 506967 h 531334"/>
              <a:gd name="csX2533" fmla="*/ 436310 w 1722333"/>
              <a:gd name="csY2533" fmla="*/ 506958 h 531334"/>
              <a:gd name="csX2534" fmla="*/ 436482 w 1722333"/>
              <a:gd name="csY2534" fmla="*/ 506949 h 531334"/>
              <a:gd name="csX2535" fmla="*/ 436654 w 1722333"/>
              <a:gd name="csY2535" fmla="*/ 506931 h 531334"/>
              <a:gd name="csX2536" fmla="*/ 436826 w 1722333"/>
              <a:gd name="csY2536" fmla="*/ 506922 h 531334"/>
              <a:gd name="csX2537" fmla="*/ 436999 w 1722333"/>
              <a:gd name="csY2537" fmla="*/ 506913 h 531334"/>
              <a:gd name="csX2538" fmla="*/ 437171 w 1722333"/>
              <a:gd name="csY2538" fmla="*/ 506905 h 531334"/>
              <a:gd name="csX2539" fmla="*/ 437343 w 1722333"/>
              <a:gd name="csY2539" fmla="*/ 506887 h 531334"/>
              <a:gd name="csX2540" fmla="*/ 437515 w 1722333"/>
              <a:gd name="csY2540" fmla="*/ 506878 h 531334"/>
              <a:gd name="csX2541" fmla="*/ 437688 w 1722333"/>
              <a:gd name="csY2541" fmla="*/ 506869 h 531334"/>
              <a:gd name="csX2542" fmla="*/ 437860 w 1722333"/>
              <a:gd name="csY2542" fmla="*/ 506860 h 531334"/>
              <a:gd name="csX2543" fmla="*/ 438032 w 1722333"/>
              <a:gd name="csY2543" fmla="*/ 506842 h 531334"/>
              <a:gd name="csX2544" fmla="*/ 438204 w 1722333"/>
              <a:gd name="csY2544" fmla="*/ 506833 h 531334"/>
              <a:gd name="csX2545" fmla="*/ 438376 w 1722333"/>
              <a:gd name="csY2545" fmla="*/ 506825 h 531334"/>
              <a:gd name="csX2546" fmla="*/ 438549 w 1722333"/>
              <a:gd name="csY2546" fmla="*/ 506816 h 531334"/>
              <a:gd name="csX2547" fmla="*/ 438721 w 1722333"/>
              <a:gd name="csY2547" fmla="*/ 506807 h 531334"/>
              <a:gd name="csX2548" fmla="*/ 438893 w 1722333"/>
              <a:gd name="csY2548" fmla="*/ 506789 h 531334"/>
              <a:gd name="csX2549" fmla="*/ 439066 w 1722333"/>
              <a:gd name="csY2549" fmla="*/ 506780 h 531334"/>
              <a:gd name="csX2550" fmla="*/ 439238 w 1722333"/>
              <a:gd name="csY2550" fmla="*/ 506771 h 531334"/>
              <a:gd name="csX2551" fmla="*/ 439410 w 1722333"/>
              <a:gd name="csY2551" fmla="*/ 506762 h 531334"/>
              <a:gd name="csX2552" fmla="*/ 439583 w 1722333"/>
              <a:gd name="csY2552" fmla="*/ 506745 h 531334"/>
              <a:gd name="csX2553" fmla="*/ 439754 w 1722333"/>
              <a:gd name="csY2553" fmla="*/ 506736 h 531334"/>
              <a:gd name="csX2554" fmla="*/ 439927 w 1722333"/>
              <a:gd name="csY2554" fmla="*/ 506727 h 531334"/>
              <a:gd name="csX2555" fmla="*/ 440099 w 1722333"/>
              <a:gd name="csY2555" fmla="*/ 506718 h 531334"/>
              <a:gd name="csX2556" fmla="*/ 440271 w 1722333"/>
              <a:gd name="csY2556" fmla="*/ 506700 h 531334"/>
              <a:gd name="csX2557" fmla="*/ 440444 w 1722333"/>
              <a:gd name="csY2557" fmla="*/ 506691 h 531334"/>
              <a:gd name="csX2558" fmla="*/ 440616 w 1722333"/>
              <a:gd name="csY2558" fmla="*/ 506682 h 531334"/>
              <a:gd name="csX2559" fmla="*/ 440788 w 1722333"/>
              <a:gd name="csY2559" fmla="*/ 506673 h 531334"/>
              <a:gd name="csX2560" fmla="*/ 440961 w 1722333"/>
              <a:gd name="csY2560" fmla="*/ 506655 h 531334"/>
              <a:gd name="csX2561" fmla="*/ 441132 w 1722333"/>
              <a:gd name="csY2561" fmla="*/ 506647 h 531334"/>
              <a:gd name="csX2562" fmla="*/ 441305 w 1722333"/>
              <a:gd name="csY2562" fmla="*/ 506638 h 531334"/>
              <a:gd name="csX2563" fmla="*/ 441477 w 1722333"/>
              <a:gd name="csY2563" fmla="*/ 506629 h 531334"/>
              <a:gd name="csX2564" fmla="*/ 441649 w 1722333"/>
              <a:gd name="csY2564" fmla="*/ 506611 h 531334"/>
              <a:gd name="csX2565" fmla="*/ 441822 w 1722333"/>
              <a:gd name="csY2565" fmla="*/ 506602 h 531334"/>
              <a:gd name="csX2566" fmla="*/ 441993 w 1722333"/>
              <a:gd name="csY2566" fmla="*/ 506593 h 531334"/>
              <a:gd name="csX2567" fmla="*/ 442166 w 1722333"/>
              <a:gd name="csY2567" fmla="*/ 506584 h 531334"/>
              <a:gd name="csX2568" fmla="*/ 442339 w 1722333"/>
              <a:gd name="csY2568" fmla="*/ 506567 h 531334"/>
              <a:gd name="csX2569" fmla="*/ 442510 w 1722333"/>
              <a:gd name="csY2569" fmla="*/ 506558 h 531334"/>
              <a:gd name="csX2570" fmla="*/ 442683 w 1722333"/>
              <a:gd name="csY2570" fmla="*/ 506549 h 531334"/>
              <a:gd name="csX2571" fmla="*/ 442856 w 1722333"/>
              <a:gd name="csY2571" fmla="*/ 506540 h 531334"/>
              <a:gd name="csX2572" fmla="*/ 443027 w 1722333"/>
              <a:gd name="csY2572" fmla="*/ 506522 h 531334"/>
              <a:gd name="csX2573" fmla="*/ 443200 w 1722333"/>
              <a:gd name="csY2573" fmla="*/ 506513 h 531334"/>
              <a:gd name="csX2574" fmla="*/ 443371 w 1722333"/>
              <a:gd name="csY2574" fmla="*/ 506504 h 531334"/>
              <a:gd name="csX2575" fmla="*/ 443544 w 1722333"/>
              <a:gd name="csY2575" fmla="*/ 506495 h 531334"/>
              <a:gd name="csX2576" fmla="*/ 443717 w 1722333"/>
              <a:gd name="csY2576" fmla="*/ 506478 h 531334"/>
              <a:gd name="csX2577" fmla="*/ 443888 w 1722333"/>
              <a:gd name="csY2577" fmla="*/ 506469 h 531334"/>
              <a:gd name="csX2578" fmla="*/ 444061 w 1722333"/>
              <a:gd name="csY2578" fmla="*/ 506460 h 531334"/>
              <a:gd name="csX2579" fmla="*/ 444233 w 1722333"/>
              <a:gd name="csY2579" fmla="*/ 506451 h 531334"/>
              <a:gd name="csX2580" fmla="*/ 444405 w 1722333"/>
              <a:gd name="csY2580" fmla="*/ 506433 h 531334"/>
              <a:gd name="csX2581" fmla="*/ 444578 w 1722333"/>
              <a:gd name="csY2581" fmla="*/ 506424 h 531334"/>
              <a:gd name="csX2582" fmla="*/ 444750 w 1722333"/>
              <a:gd name="csY2582" fmla="*/ 506415 h 531334"/>
              <a:gd name="csX2583" fmla="*/ 444922 w 1722333"/>
              <a:gd name="csY2583" fmla="*/ 506398 h 531334"/>
              <a:gd name="csX2584" fmla="*/ 445095 w 1722333"/>
              <a:gd name="csY2584" fmla="*/ 506389 h 531334"/>
              <a:gd name="csX2585" fmla="*/ 445266 w 1722333"/>
              <a:gd name="csY2585" fmla="*/ 506380 h 531334"/>
              <a:gd name="csX2586" fmla="*/ 445439 w 1722333"/>
              <a:gd name="csY2586" fmla="*/ 506371 h 531334"/>
              <a:gd name="csX2587" fmla="*/ 445611 w 1722333"/>
              <a:gd name="csY2587" fmla="*/ 506353 h 531334"/>
              <a:gd name="csX2588" fmla="*/ 445783 w 1722333"/>
              <a:gd name="csY2588" fmla="*/ 506344 h 531334"/>
              <a:gd name="csX2589" fmla="*/ 445956 w 1722333"/>
              <a:gd name="csY2589" fmla="*/ 506335 h 531334"/>
              <a:gd name="csX2590" fmla="*/ 446128 w 1722333"/>
              <a:gd name="csY2590" fmla="*/ 506326 h 531334"/>
              <a:gd name="csX2591" fmla="*/ 446300 w 1722333"/>
              <a:gd name="csY2591" fmla="*/ 506309 h 531334"/>
              <a:gd name="csX2592" fmla="*/ 446472 w 1722333"/>
              <a:gd name="csY2592" fmla="*/ 506300 h 531334"/>
              <a:gd name="csX2593" fmla="*/ 446645 w 1722333"/>
              <a:gd name="csY2593" fmla="*/ 506291 h 531334"/>
              <a:gd name="csX2594" fmla="*/ 446817 w 1722333"/>
              <a:gd name="csY2594" fmla="*/ 506273 h 531334"/>
              <a:gd name="csX2595" fmla="*/ 446989 w 1722333"/>
              <a:gd name="csY2595" fmla="*/ 506264 h 531334"/>
              <a:gd name="csX2596" fmla="*/ 447161 w 1722333"/>
              <a:gd name="csY2596" fmla="*/ 506255 h 531334"/>
              <a:gd name="csX2597" fmla="*/ 447334 w 1722333"/>
              <a:gd name="csY2597" fmla="*/ 506246 h 531334"/>
              <a:gd name="csX2598" fmla="*/ 447506 w 1722333"/>
              <a:gd name="csY2598" fmla="*/ 506228 h 531334"/>
              <a:gd name="csX2599" fmla="*/ 447678 w 1722333"/>
              <a:gd name="csY2599" fmla="*/ 506220 h 531334"/>
              <a:gd name="csX2600" fmla="*/ 447850 w 1722333"/>
              <a:gd name="csY2600" fmla="*/ 506211 h 531334"/>
              <a:gd name="csX2601" fmla="*/ 448023 w 1722333"/>
              <a:gd name="csY2601" fmla="*/ 506202 h 531334"/>
              <a:gd name="csX2602" fmla="*/ 448195 w 1722333"/>
              <a:gd name="csY2602" fmla="*/ 506184 h 531334"/>
              <a:gd name="csX2603" fmla="*/ 448367 w 1722333"/>
              <a:gd name="csY2603" fmla="*/ 506175 h 531334"/>
              <a:gd name="csX2604" fmla="*/ 448539 w 1722333"/>
              <a:gd name="csY2604" fmla="*/ 506166 h 531334"/>
              <a:gd name="csX2605" fmla="*/ 448712 w 1722333"/>
              <a:gd name="csY2605" fmla="*/ 506148 h 531334"/>
              <a:gd name="csX2606" fmla="*/ 448884 w 1722333"/>
              <a:gd name="csY2606" fmla="*/ 506139 h 531334"/>
              <a:gd name="csX2607" fmla="*/ 449056 w 1722333"/>
              <a:gd name="csY2607" fmla="*/ 506131 h 531334"/>
              <a:gd name="csX2608" fmla="*/ 449228 w 1722333"/>
              <a:gd name="csY2608" fmla="*/ 506122 h 531334"/>
              <a:gd name="csX2609" fmla="*/ 449401 w 1722333"/>
              <a:gd name="csY2609" fmla="*/ 506104 h 531334"/>
              <a:gd name="csX2610" fmla="*/ 449573 w 1722333"/>
              <a:gd name="csY2610" fmla="*/ 506095 h 531334"/>
              <a:gd name="csX2611" fmla="*/ 449745 w 1722333"/>
              <a:gd name="csY2611" fmla="*/ 506086 h 531334"/>
              <a:gd name="csX2612" fmla="*/ 449918 w 1722333"/>
              <a:gd name="csY2612" fmla="*/ 506068 h 531334"/>
              <a:gd name="csX2613" fmla="*/ 450089 w 1722333"/>
              <a:gd name="csY2613" fmla="*/ 506059 h 531334"/>
              <a:gd name="csX2614" fmla="*/ 450262 w 1722333"/>
              <a:gd name="csY2614" fmla="*/ 506051 h 531334"/>
              <a:gd name="csX2615" fmla="*/ 450434 w 1722333"/>
              <a:gd name="csY2615" fmla="*/ 506033 h 531334"/>
              <a:gd name="csX2616" fmla="*/ 450606 w 1722333"/>
              <a:gd name="csY2616" fmla="*/ 506024 h 531334"/>
              <a:gd name="csX2617" fmla="*/ 450779 w 1722333"/>
              <a:gd name="csY2617" fmla="*/ 506015 h 531334"/>
              <a:gd name="csX2618" fmla="*/ 450951 w 1722333"/>
              <a:gd name="csY2618" fmla="*/ 506006 h 531334"/>
              <a:gd name="csX2619" fmla="*/ 451123 w 1722333"/>
              <a:gd name="csY2619" fmla="*/ 505988 h 531334"/>
              <a:gd name="csX2620" fmla="*/ 451296 w 1722333"/>
              <a:gd name="csY2620" fmla="*/ 505979 h 531334"/>
              <a:gd name="csX2621" fmla="*/ 451467 w 1722333"/>
              <a:gd name="csY2621" fmla="*/ 505971 h 531334"/>
              <a:gd name="csX2622" fmla="*/ 451640 w 1722333"/>
              <a:gd name="csY2622" fmla="*/ 505953 h 531334"/>
              <a:gd name="csX2623" fmla="*/ 451812 w 1722333"/>
              <a:gd name="csY2623" fmla="*/ 505944 h 531334"/>
              <a:gd name="csX2624" fmla="*/ 451984 w 1722333"/>
              <a:gd name="csY2624" fmla="*/ 505935 h 531334"/>
              <a:gd name="csX2625" fmla="*/ 452157 w 1722333"/>
              <a:gd name="csY2625" fmla="*/ 505917 h 531334"/>
              <a:gd name="csX2626" fmla="*/ 452328 w 1722333"/>
              <a:gd name="csY2626" fmla="*/ 505908 h 531334"/>
              <a:gd name="csX2627" fmla="*/ 452501 w 1722333"/>
              <a:gd name="csY2627" fmla="*/ 505899 h 531334"/>
              <a:gd name="csX2628" fmla="*/ 452674 w 1722333"/>
              <a:gd name="csY2628" fmla="*/ 505890 h 531334"/>
              <a:gd name="csX2629" fmla="*/ 452845 w 1722333"/>
              <a:gd name="csY2629" fmla="*/ 505873 h 531334"/>
              <a:gd name="csX2630" fmla="*/ 453018 w 1722333"/>
              <a:gd name="csY2630" fmla="*/ 505864 h 531334"/>
              <a:gd name="csX2631" fmla="*/ 453190 w 1722333"/>
              <a:gd name="csY2631" fmla="*/ 505855 h 531334"/>
              <a:gd name="csX2632" fmla="*/ 453362 w 1722333"/>
              <a:gd name="csY2632" fmla="*/ 505837 h 531334"/>
              <a:gd name="csX2633" fmla="*/ 453535 w 1722333"/>
              <a:gd name="csY2633" fmla="*/ 505828 h 531334"/>
              <a:gd name="csX2634" fmla="*/ 453707 w 1722333"/>
              <a:gd name="csY2634" fmla="*/ 505819 h 531334"/>
              <a:gd name="csX2635" fmla="*/ 453879 w 1722333"/>
              <a:gd name="csY2635" fmla="*/ 505801 h 531334"/>
              <a:gd name="csX2636" fmla="*/ 454052 w 1722333"/>
              <a:gd name="csY2636" fmla="*/ 505793 h 531334"/>
              <a:gd name="csX2637" fmla="*/ 454223 w 1722333"/>
              <a:gd name="csY2637" fmla="*/ 505784 h 531334"/>
              <a:gd name="csX2638" fmla="*/ 454396 w 1722333"/>
              <a:gd name="csY2638" fmla="*/ 505766 h 531334"/>
              <a:gd name="csX2639" fmla="*/ 454568 w 1722333"/>
              <a:gd name="csY2639" fmla="*/ 505757 h 531334"/>
              <a:gd name="csX2640" fmla="*/ 454740 w 1722333"/>
              <a:gd name="csY2640" fmla="*/ 505748 h 531334"/>
              <a:gd name="csX2641" fmla="*/ 454913 w 1722333"/>
              <a:gd name="csY2641" fmla="*/ 505739 h 531334"/>
              <a:gd name="csX2642" fmla="*/ 455085 w 1722333"/>
              <a:gd name="csY2642" fmla="*/ 505721 h 531334"/>
              <a:gd name="csX2643" fmla="*/ 455257 w 1722333"/>
              <a:gd name="csY2643" fmla="*/ 505712 h 531334"/>
              <a:gd name="csX2644" fmla="*/ 455430 w 1722333"/>
              <a:gd name="csY2644" fmla="*/ 505704 h 531334"/>
              <a:gd name="csX2645" fmla="*/ 455601 w 1722333"/>
              <a:gd name="csY2645" fmla="*/ 505686 h 531334"/>
              <a:gd name="csX2646" fmla="*/ 455774 w 1722333"/>
              <a:gd name="csY2646" fmla="*/ 505677 h 531334"/>
              <a:gd name="csX2647" fmla="*/ 455946 w 1722333"/>
              <a:gd name="csY2647" fmla="*/ 505668 h 531334"/>
              <a:gd name="csX2648" fmla="*/ 456118 w 1722333"/>
              <a:gd name="csY2648" fmla="*/ 505650 h 531334"/>
              <a:gd name="csX2649" fmla="*/ 456291 w 1722333"/>
              <a:gd name="csY2649" fmla="*/ 505641 h 531334"/>
              <a:gd name="csX2650" fmla="*/ 456463 w 1722333"/>
              <a:gd name="csY2650" fmla="*/ 505632 h 531334"/>
              <a:gd name="csX2651" fmla="*/ 456635 w 1722333"/>
              <a:gd name="csY2651" fmla="*/ 505615 h 531334"/>
              <a:gd name="csX2652" fmla="*/ 456808 w 1722333"/>
              <a:gd name="csY2652" fmla="*/ 505606 h 531334"/>
              <a:gd name="csX2653" fmla="*/ 456980 w 1722333"/>
              <a:gd name="csY2653" fmla="*/ 505597 h 531334"/>
              <a:gd name="csX2654" fmla="*/ 457152 w 1722333"/>
              <a:gd name="csY2654" fmla="*/ 505579 h 531334"/>
              <a:gd name="csX2655" fmla="*/ 457324 w 1722333"/>
              <a:gd name="csY2655" fmla="*/ 505570 h 531334"/>
              <a:gd name="csX2656" fmla="*/ 457496 w 1722333"/>
              <a:gd name="csY2656" fmla="*/ 505561 h 531334"/>
              <a:gd name="csX2657" fmla="*/ 457669 w 1722333"/>
              <a:gd name="csY2657" fmla="*/ 505543 h 531334"/>
              <a:gd name="csX2658" fmla="*/ 457841 w 1722333"/>
              <a:gd name="csY2658" fmla="*/ 505535 h 531334"/>
              <a:gd name="csX2659" fmla="*/ 458013 w 1722333"/>
              <a:gd name="csY2659" fmla="*/ 505526 h 531334"/>
              <a:gd name="csX2660" fmla="*/ 458185 w 1722333"/>
              <a:gd name="csY2660" fmla="*/ 505508 h 531334"/>
              <a:gd name="csX2661" fmla="*/ 458358 w 1722333"/>
              <a:gd name="csY2661" fmla="*/ 505499 h 531334"/>
              <a:gd name="csX2662" fmla="*/ 458530 w 1722333"/>
              <a:gd name="csY2662" fmla="*/ 505490 h 531334"/>
              <a:gd name="csX2663" fmla="*/ 458702 w 1722333"/>
              <a:gd name="csY2663" fmla="*/ 505472 h 531334"/>
              <a:gd name="csX2664" fmla="*/ 458874 w 1722333"/>
              <a:gd name="csY2664" fmla="*/ 505463 h 531334"/>
              <a:gd name="csX2665" fmla="*/ 459047 w 1722333"/>
              <a:gd name="csY2665" fmla="*/ 505454 h 531334"/>
              <a:gd name="csX2666" fmla="*/ 459219 w 1722333"/>
              <a:gd name="csY2666" fmla="*/ 505437 h 531334"/>
              <a:gd name="csX2667" fmla="*/ 459391 w 1722333"/>
              <a:gd name="csY2667" fmla="*/ 505428 h 531334"/>
              <a:gd name="csX2668" fmla="*/ 459563 w 1722333"/>
              <a:gd name="csY2668" fmla="*/ 505419 h 531334"/>
              <a:gd name="csX2669" fmla="*/ 459736 w 1722333"/>
              <a:gd name="csY2669" fmla="*/ 505401 h 531334"/>
              <a:gd name="csX2670" fmla="*/ 459908 w 1722333"/>
              <a:gd name="csY2670" fmla="*/ 505392 h 531334"/>
              <a:gd name="csX2671" fmla="*/ 460080 w 1722333"/>
              <a:gd name="csY2671" fmla="*/ 505383 h 531334"/>
              <a:gd name="csX2672" fmla="*/ 460253 w 1722333"/>
              <a:gd name="csY2672" fmla="*/ 505366 h 531334"/>
              <a:gd name="csX2673" fmla="*/ 460424 w 1722333"/>
              <a:gd name="csY2673" fmla="*/ 505357 h 531334"/>
              <a:gd name="csX2674" fmla="*/ 460597 w 1722333"/>
              <a:gd name="csY2674" fmla="*/ 505348 h 531334"/>
              <a:gd name="csX2675" fmla="*/ 460769 w 1722333"/>
              <a:gd name="csY2675" fmla="*/ 505330 h 531334"/>
              <a:gd name="csX2676" fmla="*/ 460941 w 1722333"/>
              <a:gd name="csY2676" fmla="*/ 505321 h 531334"/>
              <a:gd name="csX2677" fmla="*/ 461114 w 1722333"/>
              <a:gd name="csY2677" fmla="*/ 505312 h 531334"/>
              <a:gd name="csX2678" fmla="*/ 461286 w 1722333"/>
              <a:gd name="csY2678" fmla="*/ 505294 h 531334"/>
              <a:gd name="csX2679" fmla="*/ 461458 w 1722333"/>
              <a:gd name="csY2679" fmla="*/ 505285 h 531334"/>
              <a:gd name="csX2680" fmla="*/ 461631 w 1722333"/>
              <a:gd name="csY2680" fmla="*/ 505268 h 531334"/>
              <a:gd name="csX2681" fmla="*/ 461802 w 1722333"/>
              <a:gd name="csY2681" fmla="*/ 505259 h 531334"/>
              <a:gd name="csX2682" fmla="*/ 461975 w 1722333"/>
              <a:gd name="csY2682" fmla="*/ 505250 h 531334"/>
              <a:gd name="csX2683" fmla="*/ 462147 w 1722333"/>
              <a:gd name="csY2683" fmla="*/ 505232 h 531334"/>
              <a:gd name="csX2684" fmla="*/ 462319 w 1722333"/>
              <a:gd name="csY2684" fmla="*/ 505223 h 531334"/>
              <a:gd name="csX2685" fmla="*/ 462492 w 1722333"/>
              <a:gd name="csY2685" fmla="*/ 505214 h 531334"/>
              <a:gd name="csX2686" fmla="*/ 462663 w 1722333"/>
              <a:gd name="csY2686" fmla="*/ 505197 h 531334"/>
              <a:gd name="csX2687" fmla="*/ 462836 w 1722333"/>
              <a:gd name="csY2687" fmla="*/ 505188 h 531334"/>
              <a:gd name="csX2688" fmla="*/ 463009 w 1722333"/>
              <a:gd name="csY2688" fmla="*/ 505179 h 531334"/>
              <a:gd name="csX2689" fmla="*/ 463180 w 1722333"/>
              <a:gd name="csY2689" fmla="*/ 505161 h 531334"/>
              <a:gd name="csX2690" fmla="*/ 463353 w 1722333"/>
              <a:gd name="csY2690" fmla="*/ 505152 h 531334"/>
              <a:gd name="csX2691" fmla="*/ 463526 w 1722333"/>
              <a:gd name="csY2691" fmla="*/ 505143 h 531334"/>
              <a:gd name="csX2692" fmla="*/ 463697 w 1722333"/>
              <a:gd name="csY2692" fmla="*/ 505125 h 531334"/>
              <a:gd name="csX2693" fmla="*/ 463870 w 1722333"/>
              <a:gd name="csY2693" fmla="*/ 505116 h 531334"/>
              <a:gd name="csX2694" fmla="*/ 464042 w 1722333"/>
              <a:gd name="csY2694" fmla="*/ 505099 h 531334"/>
              <a:gd name="csX2695" fmla="*/ 464214 w 1722333"/>
              <a:gd name="csY2695" fmla="*/ 505090 h 531334"/>
              <a:gd name="csX2696" fmla="*/ 464387 w 1722333"/>
              <a:gd name="csY2696" fmla="*/ 505081 h 531334"/>
              <a:gd name="csX2697" fmla="*/ 464558 w 1722333"/>
              <a:gd name="csY2697" fmla="*/ 505063 h 531334"/>
              <a:gd name="csX2698" fmla="*/ 464731 w 1722333"/>
              <a:gd name="csY2698" fmla="*/ 505054 h 531334"/>
              <a:gd name="csX2699" fmla="*/ 464903 w 1722333"/>
              <a:gd name="csY2699" fmla="*/ 505045 h 531334"/>
              <a:gd name="csX2700" fmla="*/ 465075 w 1722333"/>
              <a:gd name="csY2700" fmla="*/ 505027 h 531334"/>
              <a:gd name="csX2701" fmla="*/ 465248 w 1722333"/>
              <a:gd name="csY2701" fmla="*/ 505019 h 531334"/>
              <a:gd name="csX2702" fmla="*/ 465420 w 1722333"/>
              <a:gd name="csY2702" fmla="*/ 505001 h 531334"/>
              <a:gd name="csX2703" fmla="*/ 465592 w 1722333"/>
              <a:gd name="csY2703" fmla="*/ 504992 h 531334"/>
              <a:gd name="csX2704" fmla="*/ 465765 w 1722333"/>
              <a:gd name="csY2704" fmla="*/ 504983 h 531334"/>
              <a:gd name="csX2705" fmla="*/ 465936 w 1722333"/>
              <a:gd name="csY2705" fmla="*/ 504965 h 531334"/>
              <a:gd name="csX2706" fmla="*/ 466109 w 1722333"/>
              <a:gd name="csY2706" fmla="*/ 504956 h 531334"/>
              <a:gd name="csX2707" fmla="*/ 466281 w 1722333"/>
              <a:gd name="csY2707" fmla="*/ 504947 h 531334"/>
              <a:gd name="csX2708" fmla="*/ 466453 w 1722333"/>
              <a:gd name="csY2708" fmla="*/ 504930 h 531334"/>
              <a:gd name="csX2709" fmla="*/ 466626 w 1722333"/>
              <a:gd name="csY2709" fmla="*/ 504921 h 531334"/>
              <a:gd name="csX2710" fmla="*/ 466798 w 1722333"/>
              <a:gd name="csY2710" fmla="*/ 504903 h 531334"/>
              <a:gd name="csX2711" fmla="*/ 466970 w 1722333"/>
              <a:gd name="csY2711" fmla="*/ 504894 h 531334"/>
              <a:gd name="csX2712" fmla="*/ 467143 w 1722333"/>
              <a:gd name="csY2712" fmla="*/ 504885 h 531334"/>
              <a:gd name="csX2713" fmla="*/ 467315 w 1722333"/>
              <a:gd name="csY2713" fmla="*/ 504867 h 531334"/>
              <a:gd name="csX2714" fmla="*/ 467487 w 1722333"/>
              <a:gd name="csY2714" fmla="*/ 504858 h 531334"/>
              <a:gd name="csX2715" fmla="*/ 467659 w 1722333"/>
              <a:gd name="csY2715" fmla="*/ 504850 h 531334"/>
              <a:gd name="csX2716" fmla="*/ 467831 w 1722333"/>
              <a:gd name="csY2716" fmla="*/ 504832 h 531334"/>
              <a:gd name="csX2717" fmla="*/ 468004 w 1722333"/>
              <a:gd name="csY2717" fmla="*/ 504823 h 531334"/>
              <a:gd name="csX2718" fmla="*/ 468176 w 1722333"/>
              <a:gd name="csY2718" fmla="*/ 504805 h 531334"/>
              <a:gd name="csX2719" fmla="*/ 468348 w 1722333"/>
              <a:gd name="csY2719" fmla="*/ 504796 h 531334"/>
              <a:gd name="csX2720" fmla="*/ 468520 w 1722333"/>
              <a:gd name="csY2720" fmla="*/ 504787 h 531334"/>
              <a:gd name="csX2721" fmla="*/ 468693 w 1722333"/>
              <a:gd name="csY2721" fmla="*/ 504769 h 531334"/>
              <a:gd name="csX2722" fmla="*/ 468865 w 1722333"/>
              <a:gd name="csY2722" fmla="*/ 504761 h 531334"/>
              <a:gd name="csX2723" fmla="*/ 469037 w 1722333"/>
              <a:gd name="csY2723" fmla="*/ 504743 h 531334"/>
              <a:gd name="csX2724" fmla="*/ 469209 w 1722333"/>
              <a:gd name="csY2724" fmla="*/ 504734 h 531334"/>
              <a:gd name="csX2725" fmla="*/ 469382 w 1722333"/>
              <a:gd name="csY2725" fmla="*/ 504725 h 531334"/>
              <a:gd name="csX2726" fmla="*/ 469554 w 1722333"/>
              <a:gd name="csY2726" fmla="*/ 504707 h 531334"/>
              <a:gd name="csX2727" fmla="*/ 469726 w 1722333"/>
              <a:gd name="csY2727" fmla="*/ 504698 h 531334"/>
              <a:gd name="csX2728" fmla="*/ 469898 w 1722333"/>
              <a:gd name="csY2728" fmla="*/ 504680 h 531334"/>
              <a:gd name="csX2729" fmla="*/ 470071 w 1722333"/>
              <a:gd name="csY2729" fmla="*/ 504672 h 531334"/>
              <a:gd name="csX2730" fmla="*/ 470243 w 1722333"/>
              <a:gd name="csY2730" fmla="*/ 504663 h 531334"/>
              <a:gd name="csX2731" fmla="*/ 470415 w 1722333"/>
              <a:gd name="csY2731" fmla="*/ 504645 h 531334"/>
              <a:gd name="csX2732" fmla="*/ 470588 w 1722333"/>
              <a:gd name="csY2732" fmla="*/ 504636 h 531334"/>
              <a:gd name="csX2733" fmla="*/ 470759 w 1722333"/>
              <a:gd name="csY2733" fmla="*/ 504618 h 531334"/>
              <a:gd name="csX2734" fmla="*/ 470932 w 1722333"/>
              <a:gd name="csY2734" fmla="*/ 504609 h 531334"/>
              <a:gd name="csX2735" fmla="*/ 471104 w 1722333"/>
              <a:gd name="csY2735" fmla="*/ 504600 h 531334"/>
              <a:gd name="csX2736" fmla="*/ 471276 w 1722333"/>
              <a:gd name="csY2736" fmla="*/ 504583 h 531334"/>
              <a:gd name="csX2737" fmla="*/ 471449 w 1722333"/>
              <a:gd name="csY2737" fmla="*/ 504574 h 531334"/>
              <a:gd name="csX2738" fmla="*/ 471621 w 1722333"/>
              <a:gd name="csY2738" fmla="*/ 504556 h 531334"/>
              <a:gd name="csX2739" fmla="*/ 471793 w 1722333"/>
              <a:gd name="csY2739" fmla="*/ 504547 h 531334"/>
              <a:gd name="csX2740" fmla="*/ 471966 w 1722333"/>
              <a:gd name="csY2740" fmla="*/ 504538 h 531334"/>
              <a:gd name="csX2741" fmla="*/ 472137 w 1722333"/>
              <a:gd name="csY2741" fmla="*/ 504520 h 531334"/>
              <a:gd name="csX2742" fmla="*/ 472310 w 1722333"/>
              <a:gd name="csY2742" fmla="*/ 504511 h 531334"/>
              <a:gd name="csX2743" fmla="*/ 472482 w 1722333"/>
              <a:gd name="csY2743" fmla="*/ 504494 h 531334"/>
              <a:gd name="csX2744" fmla="*/ 472654 w 1722333"/>
              <a:gd name="csY2744" fmla="*/ 504485 h 531334"/>
              <a:gd name="csX2745" fmla="*/ 472827 w 1722333"/>
              <a:gd name="csY2745" fmla="*/ 504476 h 531334"/>
              <a:gd name="csX2746" fmla="*/ 472998 w 1722333"/>
              <a:gd name="csY2746" fmla="*/ 504458 h 531334"/>
              <a:gd name="csX2747" fmla="*/ 473171 w 1722333"/>
              <a:gd name="csY2747" fmla="*/ 504449 h 531334"/>
              <a:gd name="csX2748" fmla="*/ 473344 w 1722333"/>
              <a:gd name="csY2748" fmla="*/ 504431 h 531334"/>
              <a:gd name="csX2749" fmla="*/ 473515 w 1722333"/>
              <a:gd name="csY2749" fmla="*/ 504423 h 531334"/>
              <a:gd name="csX2750" fmla="*/ 473688 w 1722333"/>
              <a:gd name="csY2750" fmla="*/ 504405 h 531334"/>
              <a:gd name="csX2751" fmla="*/ 473861 w 1722333"/>
              <a:gd name="csY2751" fmla="*/ 504396 h 531334"/>
              <a:gd name="csX2752" fmla="*/ 474032 w 1722333"/>
              <a:gd name="csY2752" fmla="*/ 504387 h 531334"/>
              <a:gd name="csX2753" fmla="*/ 474205 w 1722333"/>
              <a:gd name="csY2753" fmla="*/ 504369 h 531334"/>
              <a:gd name="csX2754" fmla="*/ 474377 w 1722333"/>
              <a:gd name="csY2754" fmla="*/ 504360 h 531334"/>
              <a:gd name="csX2755" fmla="*/ 474549 w 1722333"/>
              <a:gd name="csY2755" fmla="*/ 504342 h 531334"/>
              <a:gd name="csX2756" fmla="*/ 474722 w 1722333"/>
              <a:gd name="csY2756" fmla="*/ 504333 h 531334"/>
              <a:gd name="csX2757" fmla="*/ 474893 w 1722333"/>
              <a:gd name="csY2757" fmla="*/ 504316 h 531334"/>
              <a:gd name="csX2758" fmla="*/ 475066 w 1722333"/>
              <a:gd name="csY2758" fmla="*/ 504307 h 531334"/>
              <a:gd name="csX2759" fmla="*/ 475239 w 1722333"/>
              <a:gd name="csY2759" fmla="*/ 504298 h 531334"/>
              <a:gd name="csX2760" fmla="*/ 475410 w 1722333"/>
              <a:gd name="csY2760" fmla="*/ 504280 h 531334"/>
              <a:gd name="csX2761" fmla="*/ 475583 w 1722333"/>
              <a:gd name="csY2761" fmla="*/ 504271 h 531334"/>
              <a:gd name="csX2762" fmla="*/ 475755 w 1722333"/>
              <a:gd name="csY2762" fmla="*/ 504253 h 531334"/>
              <a:gd name="csX2763" fmla="*/ 475927 w 1722333"/>
              <a:gd name="csY2763" fmla="*/ 504245 h 531334"/>
              <a:gd name="csX2764" fmla="*/ 476100 w 1722333"/>
              <a:gd name="csY2764" fmla="*/ 504227 h 531334"/>
              <a:gd name="csX2765" fmla="*/ 476271 w 1722333"/>
              <a:gd name="csY2765" fmla="*/ 504218 h 531334"/>
              <a:gd name="csX2766" fmla="*/ 476444 w 1722333"/>
              <a:gd name="csY2766" fmla="*/ 504209 h 531334"/>
              <a:gd name="csX2767" fmla="*/ 476616 w 1722333"/>
              <a:gd name="csY2767" fmla="*/ 504191 h 531334"/>
              <a:gd name="csX2768" fmla="*/ 476788 w 1722333"/>
              <a:gd name="csY2768" fmla="*/ 504182 h 531334"/>
              <a:gd name="csX2769" fmla="*/ 476961 w 1722333"/>
              <a:gd name="csY2769" fmla="*/ 504165 h 531334"/>
              <a:gd name="csX2770" fmla="*/ 477133 w 1722333"/>
              <a:gd name="csY2770" fmla="*/ 504156 h 531334"/>
              <a:gd name="csX2771" fmla="*/ 477305 w 1722333"/>
              <a:gd name="csY2771" fmla="*/ 504138 h 531334"/>
              <a:gd name="csX2772" fmla="*/ 477478 w 1722333"/>
              <a:gd name="csY2772" fmla="*/ 504129 h 531334"/>
              <a:gd name="csX2773" fmla="*/ 477650 w 1722333"/>
              <a:gd name="csY2773" fmla="*/ 504120 h 531334"/>
              <a:gd name="csX2774" fmla="*/ 477822 w 1722333"/>
              <a:gd name="csY2774" fmla="*/ 504102 h 531334"/>
              <a:gd name="csX2775" fmla="*/ 477994 w 1722333"/>
              <a:gd name="csY2775" fmla="*/ 504093 h 531334"/>
              <a:gd name="csX2776" fmla="*/ 478166 w 1722333"/>
              <a:gd name="csY2776" fmla="*/ 504076 h 531334"/>
              <a:gd name="csX2777" fmla="*/ 478339 w 1722333"/>
              <a:gd name="csY2777" fmla="*/ 504067 h 531334"/>
              <a:gd name="csX2778" fmla="*/ 478511 w 1722333"/>
              <a:gd name="csY2778" fmla="*/ 504049 h 531334"/>
              <a:gd name="csX2779" fmla="*/ 478683 w 1722333"/>
              <a:gd name="csY2779" fmla="*/ 504040 h 531334"/>
              <a:gd name="csX2780" fmla="*/ 478855 w 1722333"/>
              <a:gd name="csY2780" fmla="*/ 504022 h 531334"/>
              <a:gd name="csX2781" fmla="*/ 479028 w 1722333"/>
              <a:gd name="csY2781" fmla="*/ 504013 h 531334"/>
              <a:gd name="csX2782" fmla="*/ 479200 w 1722333"/>
              <a:gd name="csY2782" fmla="*/ 504004 h 531334"/>
              <a:gd name="csX2783" fmla="*/ 479372 w 1722333"/>
              <a:gd name="csY2783" fmla="*/ 503987 h 531334"/>
              <a:gd name="csX2784" fmla="*/ 479544 w 1722333"/>
              <a:gd name="csY2784" fmla="*/ 503978 h 531334"/>
              <a:gd name="csX2785" fmla="*/ 479717 w 1722333"/>
              <a:gd name="csY2785" fmla="*/ 503960 h 531334"/>
              <a:gd name="csX2786" fmla="*/ 479889 w 1722333"/>
              <a:gd name="csY2786" fmla="*/ 503951 h 531334"/>
              <a:gd name="csX2787" fmla="*/ 480061 w 1722333"/>
              <a:gd name="csY2787" fmla="*/ 503933 h 531334"/>
              <a:gd name="csX2788" fmla="*/ 480233 w 1722333"/>
              <a:gd name="csY2788" fmla="*/ 503924 h 531334"/>
              <a:gd name="csX2789" fmla="*/ 480406 w 1722333"/>
              <a:gd name="csY2789" fmla="*/ 503906 h 531334"/>
              <a:gd name="csX2790" fmla="*/ 480578 w 1722333"/>
              <a:gd name="csY2790" fmla="*/ 503898 h 531334"/>
              <a:gd name="csX2791" fmla="*/ 480750 w 1722333"/>
              <a:gd name="csY2791" fmla="*/ 503880 h 531334"/>
              <a:gd name="csX2792" fmla="*/ 480923 w 1722333"/>
              <a:gd name="csY2792" fmla="*/ 503871 h 531334"/>
              <a:gd name="csX2793" fmla="*/ 481094 w 1722333"/>
              <a:gd name="csY2793" fmla="*/ 503853 h 531334"/>
              <a:gd name="csX2794" fmla="*/ 481267 w 1722333"/>
              <a:gd name="csY2794" fmla="*/ 503844 h 531334"/>
              <a:gd name="csX2795" fmla="*/ 481439 w 1722333"/>
              <a:gd name="csY2795" fmla="*/ 503835 h 531334"/>
              <a:gd name="csX2796" fmla="*/ 481611 w 1722333"/>
              <a:gd name="csY2796" fmla="*/ 503818 h 531334"/>
              <a:gd name="csX2797" fmla="*/ 481784 w 1722333"/>
              <a:gd name="csY2797" fmla="*/ 503809 h 531334"/>
              <a:gd name="csX2798" fmla="*/ 481956 w 1722333"/>
              <a:gd name="csY2798" fmla="*/ 503791 h 531334"/>
              <a:gd name="csX2799" fmla="*/ 482128 w 1722333"/>
              <a:gd name="csY2799" fmla="*/ 503782 h 531334"/>
              <a:gd name="csX2800" fmla="*/ 482301 w 1722333"/>
              <a:gd name="csY2800" fmla="*/ 503764 h 531334"/>
              <a:gd name="csX2801" fmla="*/ 482472 w 1722333"/>
              <a:gd name="csY2801" fmla="*/ 503755 h 531334"/>
              <a:gd name="csX2802" fmla="*/ 482645 w 1722333"/>
              <a:gd name="csY2802" fmla="*/ 503737 h 531334"/>
              <a:gd name="csX2803" fmla="*/ 482817 w 1722333"/>
              <a:gd name="csY2803" fmla="*/ 503729 h 531334"/>
              <a:gd name="csX2804" fmla="*/ 482989 w 1722333"/>
              <a:gd name="csY2804" fmla="*/ 503711 h 531334"/>
              <a:gd name="csX2805" fmla="*/ 483162 w 1722333"/>
              <a:gd name="csY2805" fmla="*/ 503702 h 531334"/>
              <a:gd name="csX2806" fmla="*/ 483333 w 1722333"/>
              <a:gd name="csY2806" fmla="*/ 503684 h 531334"/>
              <a:gd name="csX2807" fmla="*/ 483506 w 1722333"/>
              <a:gd name="csY2807" fmla="*/ 503675 h 531334"/>
              <a:gd name="csX2808" fmla="*/ 483679 w 1722333"/>
              <a:gd name="csY2808" fmla="*/ 503657 h 531334"/>
              <a:gd name="csX2809" fmla="*/ 483850 w 1722333"/>
              <a:gd name="csY2809" fmla="*/ 503648 h 531334"/>
              <a:gd name="csX2810" fmla="*/ 484023 w 1722333"/>
              <a:gd name="csY2810" fmla="*/ 503631 h 531334"/>
              <a:gd name="csX2811" fmla="*/ 484196 w 1722333"/>
              <a:gd name="csY2811" fmla="*/ 503622 h 531334"/>
              <a:gd name="csX2812" fmla="*/ 484367 w 1722333"/>
              <a:gd name="csY2812" fmla="*/ 503613 h 531334"/>
              <a:gd name="csX2813" fmla="*/ 484540 w 1722333"/>
              <a:gd name="csY2813" fmla="*/ 503595 h 531334"/>
              <a:gd name="csX2814" fmla="*/ 484712 w 1722333"/>
              <a:gd name="csY2814" fmla="*/ 503586 h 531334"/>
              <a:gd name="csX2815" fmla="*/ 484884 w 1722333"/>
              <a:gd name="csY2815" fmla="*/ 503568 h 531334"/>
              <a:gd name="csX2816" fmla="*/ 485057 w 1722333"/>
              <a:gd name="csY2816" fmla="*/ 503560 h 531334"/>
              <a:gd name="csX2817" fmla="*/ 485228 w 1722333"/>
              <a:gd name="csY2817" fmla="*/ 503542 h 531334"/>
              <a:gd name="csX2818" fmla="*/ 485401 w 1722333"/>
              <a:gd name="csY2818" fmla="*/ 503533 h 531334"/>
              <a:gd name="csX2819" fmla="*/ 485574 w 1722333"/>
              <a:gd name="csY2819" fmla="*/ 503515 h 531334"/>
              <a:gd name="csX2820" fmla="*/ 485745 w 1722333"/>
              <a:gd name="csY2820" fmla="*/ 503506 h 531334"/>
              <a:gd name="csX2821" fmla="*/ 485918 w 1722333"/>
              <a:gd name="csY2821" fmla="*/ 503488 h 531334"/>
              <a:gd name="csX2822" fmla="*/ 486090 w 1722333"/>
              <a:gd name="csY2822" fmla="*/ 503479 h 531334"/>
              <a:gd name="csX2823" fmla="*/ 486262 w 1722333"/>
              <a:gd name="csY2823" fmla="*/ 503462 h 531334"/>
              <a:gd name="csX2824" fmla="*/ 486435 w 1722333"/>
              <a:gd name="csY2824" fmla="*/ 503453 h 531334"/>
              <a:gd name="csX2825" fmla="*/ 486606 w 1722333"/>
              <a:gd name="csY2825" fmla="*/ 503435 h 531334"/>
              <a:gd name="csX2826" fmla="*/ 486779 w 1722333"/>
              <a:gd name="csY2826" fmla="*/ 503426 h 531334"/>
              <a:gd name="csX2827" fmla="*/ 486951 w 1722333"/>
              <a:gd name="csY2827" fmla="*/ 503408 h 531334"/>
              <a:gd name="csX2828" fmla="*/ 487123 w 1722333"/>
              <a:gd name="csY2828" fmla="*/ 503399 h 531334"/>
              <a:gd name="csX2829" fmla="*/ 487296 w 1722333"/>
              <a:gd name="csY2829" fmla="*/ 503382 h 531334"/>
              <a:gd name="csX2830" fmla="*/ 487468 w 1722333"/>
              <a:gd name="csY2830" fmla="*/ 503373 h 531334"/>
              <a:gd name="csX2831" fmla="*/ 487640 w 1722333"/>
              <a:gd name="csY2831" fmla="*/ 503355 h 531334"/>
              <a:gd name="csX2832" fmla="*/ 487813 w 1722333"/>
              <a:gd name="csY2832" fmla="*/ 503346 h 531334"/>
              <a:gd name="csX2833" fmla="*/ 487985 w 1722333"/>
              <a:gd name="csY2833" fmla="*/ 503328 h 531334"/>
              <a:gd name="csX2834" fmla="*/ 488157 w 1722333"/>
              <a:gd name="csY2834" fmla="*/ 503319 h 531334"/>
              <a:gd name="csX2835" fmla="*/ 488329 w 1722333"/>
              <a:gd name="csY2835" fmla="*/ 503302 h 531334"/>
              <a:gd name="csX2836" fmla="*/ 488501 w 1722333"/>
              <a:gd name="csY2836" fmla="*/ 503293 h 531334"/>
              <a:gd name="csX2837" fmla="*/ 488674 w 1722333"/>
              <a:gd name="csY2837" fmla="*/ 503275 h 531334"/>
              <a:gd name="csX2838" fmla="*/ 488846 w 1722333"/>
              <a:gd name="csY2838" fmla="*/ 503266 h 531334"/>
              <a:gd name="csX2839" fmla="*/ 489018 w 1722333"/>
              <a:gd name="csY2839" fmla="*/ 503248 h 531334"/>
              <a:gd name="csX2840" fmla="*/ 489190 w 1722333"/>
              <a:gd name="csY2840" fmla="*/ 503239 h 531334"/>
              <a:gd name="csX2841" fmla="*/ 489363 w 1722333"/>
              <a:gd name="csY2841" fmla="*/ 503221 h 531334"/>
              <a:gd name="csX2842" fmla="*/ 489535 w 1722333"/>
              <a:gd name="csY2842" fmla="*/ 503213 h 531334"/>
              <a:gd name="csX2843" fmla="*/ 489707 w 1722333"/>
              <a:gd name="csY2843" fmla="*/ 503195 h 531334"/>
              <a:gd name="csX2844" fmla="*/ 489879 w 1722333"/>
              <a:gd name="csY2844" fmla="*/ 503186 h 531334"/>
              <a:gd name="csX2845" fmla="*/ 490052 w 1722333"/>
              <a:gd name="csY2845" fmla="*/ 503168 h 531334"/>
              <a:gd name="csX2846" fmla="*/ 490224 w 1722333"/>
              <a:gd name="csY2846" fmla="*/ 503159 h 531334"/>
              <a:gd name="csX2847" fmla="*/ 490396 w 1722333"/>
              <a:gd name="csY2847" fmla="*/ 503141 h 531334"/>
              <a:gd name="csX2848" fmla="*/ 490568 w 1722333"/>
              <a:gd name="csY2848" fmla="*/ 503124 h 531334"/>
              <a:gd name="csX2849" fmla="*/ 490741 w 1722333"/>
              <a:gd name="csY2849" fmla="*/ 503115 h 531334"/>
              <a:gd name="csX2850" fmla="*/ 490913 w 1722333"/>
              <a:gd name="csY2850" fmla="*/ 503097 h 531334"/>
              <a:gd name="csX2851" fmla="*/ 491085 w 1722333"/>
              <a:gd name="csY2851" fmla="*/ 503088 h 531334"/>
              <a:gd name="csX2852" fmla="*/ 491258 w 1722333"/>
              <a:gd name="csY2852" fmla="*/ 503070 h 531334"/>
              <a:gd name="csX2853" fmla="*/ 491429 w 1722333"/>
              <a:gd name="csY2853" fmla="*/ 503061 h 531334"/>
              <a:gd name="csX2854" fmla="*/ 491602 w 1722333"/>
              <a:gd name="csY2854" fmla="*/ 503044 h 531334"/>
              <a:gd name="csX2855" fmla="*/ 491774 w 1722333"/>
              <a:gd name="csY2855" fmla="*/ 503035 h 531334"/>
              <a:gd name="csX2856" fmla="*/ 491946 w 1722333"/>
              <a:gd name="csY2856" fmla="*/ 503017 h 531334"/>
              <a:gd name="csX2857" fmla="*/ 492119 w 1722333"/>
              <a:gd name="csY2857" fmla="*/ 503008 h 531334"/>
              <a:gd name="csX2858" fmla="*/ 492291 w 1722333"/>
              <a:gd name="csY2858" fmla="*/ 502990 h 531334"/>
              <a:gd name="csX2859" fmla="*/ 492463 w 1722333"/>
              <a:gd name="csY2859" fmla="*/ 502981 h 531334"/>
              <a:gd name="csX2860" fmla="*/ 492636 w 1722333"/>
              <a:gd name="csY2860" fmla="*/ 502964 h 531334"/>
              <a:gd name="csX2861" fmla="*/ 492807 w 1722333"/>
              <a:gd name="csY2861" fmla="*/ 502955 h 531334"/>
              <a:gd name="csX2862" fmla="*/ 492980 w 1722333"/>
              <a:gd name="csY2862" fmla="*/ 502937 h 531334"/>
              <a:gd name="csX2863" fmla="*/ 493152 w 1722333"/>
              <a:gd name="csY2863" fmla="*/ 502928 h 531334"/>
              <a:gd name="csX2864" fmla="*/ 493324 w 1722333"/>
              <a:gd name="csY2864" fmla="*/ 502910 h 531334"/>
              <a:gd name="csX2865" fmla="*/ 493497 w 1722333"/>
              <a:gd name="csY2865" fmla="*/ 502892 h 531334"/>
              <a:gd name="csX2866" fmla="*/ 493669 w 1722333"/>
              <a:gd name="csY2866" fmla="*/ 502883 h 531334"/>
              <a:gd name="csX2867" fmla="*/ 493841 w 1722333"/>
              <a:gd name="csY2867" fmla="*/ 502866 h 531334"/>
              <a:gd name="csX2868" fmla="*/ 494014 w 1722333"/>
              <a:gd name="csY2868" fmla="*/ 502857 h 531334"/>
              <a:gd name="csX2869" fmla="*/ 494185 w 1722333"/>
              <a:gd name="csY2869" fmla="*/ 502839 h 531334"/>
              <a:gd name="csX2870" fmla="*/ 494358 w 1722333"/>
              <a:gd name="csY2870" fmla="*/ 502830 h 531334"/>
              <a:gd name="csX2871" fmla="*/ 494531 w 1722333"/>
              <a:gd name="csY2871" fmla="*/ 502812 h 531334"/>
              <a:gd name="csX2872" fmla="*/ 494702 w 1722333"/>
              <a:gd name="csY2872" fmla="*/ 502803 h 531334"/>
              <a:gd name="csX2873" fmla="*/ 494875 w 1722333"/>
              <a:gd name="csY2873" fmla="*/ 502786 h 531334"/>
              <a:gd name="csX2874" fmla="*/ 495047 w 1722333"/>
              <a:gd name="csY2874" fmla="*/ 502777 h 531334"/>
              <a:gd name="csX2875" fmla="*/ 495219 w 1722333"/>
              <a:gd name="csY2875" fmla="*/ 502759 h 531334"/>
              <a:gd name="csX2876" fmla="*/ 495392 w 1722333"/>
              <a:gd name="csY2876" fmla="*/ 502750 h 531334"/>
              <a:gd name="csX2877" fmla="*/ 495563 w 1722333"/>
              <a:gd name="csY2877" fmla="*/ 502732 h 531334"/>
              <a:gd name="csX2878" fmla="*/ 495736 w 1722333"/>
              <a:gd name="csY2878" fmla="*/ 502714 h 531334"/>
              <a:gd name="csX2879" fmla="*/ 495909 w 1722333"/>
              <a:gd name="csY2879" fmla="*/ 502705 h 531334"/>
              <a:gd name="csX2880" fmla="*/ 496080 w 1722333"/>
              <a:gd name="csY2880" fmla="*/ 502688 h 531334"/>
              <a:gd name="csX2881" fmla="*/ 496253 w 1722333"/>
              <a:gd name="csY2881" fmla="*/ 502679 h 531334"/>
              <a:gd name="csX2882" fmla="*/ 496425 w 1722333"/>
              <a:gd name="csY2882" fmla="*/ 502661 h 531334"/>
              <a:gd name="csX2883" fmla="*/ 496597 w 1722333"/>
              <a:gd name="csY2883" fmla="*/ 502652 h 531334"/>
              <a:gd name="csX2884" fmla="*/ 496770 w 1722333"/>
              <a:gd name="csY2884" fmla="*/ 502634 h 531334"/>
              <a:gd name="csX2885" fmla="*/ 496941 w 1722333"/>
              <a:gd name="csY2885" fmla="*/ 502625 h 531334"/>
              <a:gd name="csX2886" fmla="*/ 497114 w 1722333"/>
              <a:gd name="csY2886" fmla="*/ 502608 h 531334"/>
              <a:gd name="csX2887" fmla="*/ 497286 w 1722333"/>
              <a:gd name="csY2887" fmla="*/ 502590 h 531334"/>
              <a:gd name="csX2888" fmla="*/ 497458 w 1722333"/>
              <a:gd name="csY2888" fmla="*/ 502581 h 531334"/>
              <a:gd name="csX2889" fmla="*/ 497631 w 1722333"/>
              <a:gd name="csY2889" fmla="*/ 502563 h 531334"/>
              <a:gd name="csX2890" fmla="*/ 497803 w 1722333"/>
              <a:gd name="csY2890" fmla="*/ 502554 h 531334"/>
              <a:gd name="csX2891" fmla="*/ 497975 w 1722333"/>
              <a:gd name="csY2891" fmla="*/ 502536 h 531334"/>
              <a:gd name="csX2892" fmla="*/ 498148 w 1722333"/>
              <a:gd name="csY2892" fmla="*/ 502528 h 531334"/>
              <a:gd name="csX2893" fmla="*/ 498320 w 1722333"/>
              <a:gd name="csY2893" fmla="*/ 502510 h 531334"/>
              <a:gd name="csX2894" fmla="*/ 498492 w 1722333"/>
              <a:gd name="csY2894" fmla="*/ 502492 h 531334"/>
              <a:gd name="csX2895" fmla="*/ 498664 w 1722333"/>
              <a:gd name="csY2895" fmla="*/ 502483 h 531334"/>
              <a:gd name="csX2896" fmla="*/ 498836 w 1722333"/>
              <a:gd name="csY2896" fmla="*/ 502465 h 531334"/>
              <a:gd name="csX2897" fmla="*/ 499009 w 1722333"/>
              <a:gd name="csY2897" fmla="*/ 502456 h 531334"/>
              <a:gd name="csX2898" fmla="*/ 499181 w 1722333"/>
              <a:gd name="csY2898" fmla="*/ 502439 h 531334"/>
              <a:gd name="csX2899" fmla="*/ 499353 w 1722333"/>
              <a:gd name="csY2899" fmla="*/ 502430 h 531334"/>
              <a:gd name="csX2900" fmla="*/ 499525 w 1722333"/>
              <a:gd name="csY2900" fmla="*/ 502412 h 531334"/>
              <a:gd name="csX2901" fmla="*/ 499698 w 1722333"/>
              <a:gd name="csY2901" fmla="*/ 502394 h 531334"/>
              <a:gd name="csX2902" fmla="*/ 499870 w 1722333"/>
              <a:gd name="csY2902" fmla="*/ 502385 h 531334"/>
              <a:gd name="csX2903" fmla="*/ 500042 w 1722333"/>
              <a:gd name="csY2903" fmla="*/ 502367 h 531334"/>
              <a:gd name="csX2904" fmla="*/ 500215 w 1722333"/>
              <a:gd name="csY2904" fmla="*/ 502359 h 531334"/>
              <a:gd name="csX2905" fmla="*/ 500387 w 1722333"/>
              <a:gd name="csY2905" fmla="*/ 502341 h 531334"/>
              <a:gd name="csX2906" fmla="*/ 500559 w 1722333"/>
              <a:gd name="csY2906" fmla="*/ 502332 h 531334"/>
              <a:gd name="csX2907" fmla="*/ 500731 w 1722333"/>
              <a:gd name="csY2907" fmla="*/ 502314 h 531334"/>
              <a:gd name="csX2908" fmla="*/ 500903 w 1722333"/>
              <a:gd name="csY2908" fmla="*/ 502296 h 531334"/>
              <a:gd name="csX2909" fmla="*/ 501076 w 1722333"/>
              <a:gd name="csY2909" fmla="*/ 502287 h 531334"/>
              <a:gd name="csX2910" fmla="*/ 501248 w 1722333"/>
              <a:gd name="csY2910" fmla="*/ 502270 h 531334"/>
              <a:gd name="csX2911" fmla="*/ 501420 w 1722333"/>
              <a:gd name="csY2911" fmla="*/ 502261 h 531334"/>
              <a:gd name="csX2912" fmla="*/ 501593 w 1722333"/>
              <a:gd name="csY2912" fmla="*/ 502243 h 531334"/>
              <a:gd name="csX2913" fmla="*/ 501765 w 1722333"/>
              <a:gd name="csY2913" fmla="*/ 502225 h 531334"/>
              <a:gd name="csX2914" fmla="*/ 501937 w 1722333"/>
              <a:gd name="csY2914" fmla="*/ 502216 h 531334"/>
              <a:gd name="csX2915" fmla="*/ 502109 w 1722333"/>
              <a:gd name="csY2915" fmla="*/ 502198 h 531334"/>
              <a:gd name="csX2916" fmla="*/ 502281 w 1722333"/>
              <a:gd name="csY2916" fmla="*/ 502190 h 531334"/>
              <a:gd name="csX2917" fmla="*/ 502454 w 1722333"/>
              <a:gd name="csY2917" fmla="*/ 502172 h 531334"/>
              <a:gd name="csX2918" fmla="*/ 502626 w 1722333"/>
              <a:gd name="csY2918" fmla="*/ 502154 h 531334"/>
              <a:gd name="csX2919" fmla="*/ 502798 w 1722333"/>
              <a:gd name="csY2919" fmla="*/ 502145 h 531334"/>
              <a:gd name="csX2920" fmla="*/ 502971 w 1722333"/>
              <a:gd name="csY2920" fmla="*/ 502127 h 531334"/>
              <a:gd name="csX2921" fmla="*/ 503142 w 1722333"/>
              <a:gd name="csY2921" fmla="*/ 502118 h 531334"/>
              <a:gd name="csX2922" fmla="*/ 503315 w 1722333"/>
              <a:gd name="csY2922" fmla="*/ 502100 h 531334"/>
              <a:gd name="csX2923" fmla="*/ 503487 w 1722333"/>
              <a:gd name="csY2923" fmla="*/ 502083 h 531334"/>
              <a:gd name="csX2924" fmla="*/ 503659 w 1722333"/>
              <a:gd name="csY2924" fmla="*/ 502074 h 531334"/>
              <a:gd name="csX2925" fmla="*/ 503832 w 1722333"/>
              <a:gd name="csY2925" fmla="*/ 502056 h 531334"/>
              <a:gd name="csX2926" fmla="*/ 504004 w 1722333"/>
              <a:gd name="csY2926" fmla="*/ 502047 h 531334"/>
              <a:gd name="csX2927" fmla="*/ 504176 w 1722333"/>
              <a:gd name="csY2927" fmla="*/ 502029 h 531334"/>
              <a:gd name="csX2928" fmla="*/ 504349 w 1722333"/>
              <a:gd name="csY2928" fmla="*/ 502012 h 531334"/>
              <a:gd name="csX2929" fmla="*/ 504520 w 1722333"/>
              <a:gd name="csY2929" fmla="*/ 502003 h 531334"/>
              <a:gd name="csX2930" fmla="*/ 504693 w 1722333"/>
              <a:gd name="csY2930" fmla="*/ 501985 h 531334"/>
              <a:gd name="csX2931" fmla="*/ 504866 w 1722333"/>
              <a:gd name="csY2931" fmla="*/ 501976 h 531334"/>
              <a:gd name="csX2932" fmla="*/ 505037 w 1722333"/>
              <a:gd name="csY2932" fmla="*/ 501958 h 531334"/>
              <a:gd name="csX2933" fmla="*/ 505210 w 1722333"/>
              <a:gd name="csY2933" fmla="*/ 501940 h 531334"/>
              <a:gd name="csX2934" fmla="*/ 505382 w 1722333"/>
              <a:gd name="csY2934" fmla="*/ 501931 h 531334"/>
              <a:gd name="csX2935" fmla="*/ 505554 w 1722333"/>
              <a:gd name="csY2935" fmla="*/ 501914 h 531334"/>
              <a:gd name="csX2936" fmla="*/ 505727 w 1722333"/>
              <a:gd name="csY2936" fmla="*/ 501896 h 531334"/>
              <a:gd name="csX2937" fmla="*/ 505898 w 1722333"/>
              <a:gd name="csY2937" fmla="*/ 501887 h 531334"/>
              <a:gd name="csX2938" fmla="*/ 506071 w 1722333"/>
              <a:gd name="csY2938" fmla="*/ 501869 h 531334"/>
              <a:gd name="csX2939" fmla="*/ 506244 w 1722333"/>
              <a:gd name="csY2939" fmla="*/ 501860 h 531334"/>
              <a:gd name="csX2940" fmla="*/ 506415 w 1722333"/>
              <a:gd name="csY2940" fmla="*/ 501843 h 531334"/>
              <a:gd name="csX2941" fmla="*/ 506588 w 1722333"/>
              <a:gd name="csY2941" fmla="*/ 501825 h 531334"/>
              <a:gd name="csX2942" fmla="*/ 506760 w 1722333"/>
              <a:gd name="csY2942" fmla="*/ 501816 h 531334"/>
              <a:gd name="csX2943" fmla="*/ 506932 w 1722333"/>
              <a:gd name="csY2943" fmla="*/ 501798 h 531334"/>
              <a:gd name="csX2944" fmla="*/ 507105 w 1722333"/>
              <a:gd name="csY2944" fmla="*/ 501780 h 531334"/>
              <a:gd name="csX2945" fmla="*/ 507277 w 1722333"/>
              <a:gd name="csY2945" fmla="*/ 501771 h 531334"/>
              <a:gd name="csX2946" fmla="*/ 507449 w 1722333"/>
              <a:gd name="csY2946" fmla="*/ 501754 h 531334"/>
              <a:gd name="csX2947" fmla="*/ 507621 w 1722333"/>
              <a:gd name="csY2947" fmla="*/ 501745 h 531334"/>
              <a:gd name="csX2948" fmla="*/ 507793 w 1722333"/>
              <a:gd name="csY2948" fmla="*/ 501727 h 531334"/>
              <a:gd name="csX2949" fmla="*/ 507966 w 1722333"/>
              <a:gd name="csY2949" fmla="*/ 501709 h 531334"/>
              <a:gd name="csX2950" fmla="*/ 508138 w 1722333"/>
              <a:gd name="csY2950" fmla="*/ 501700 h 531334"/>
              <a:gd name="csX2951" fmla="*/ 508310 w 1722333"/>
              <a:gd name="csY2951" fmla="*/ 501682 h 531334"/>
              <a:gd name="csX2952" fmla="*/ 508483 w 1722333"/>
              <a:gd name="csY2952" fmla="*/ 501665 h 531334"/>
              <a:gd name="csX2953" fmla="*/ 508655 w 1722333"/>
              <a:gd name="csY2953" fmla="*/ 501656 h 531334"/>
              <a:gd name="csX2954" fmla="*/ 508827 w 1722333"/>
              <a:gd name="csY2954" fmla="*/ 501638 h 531334"/>
              <a:gd name="csX2955" fmla="*/ 508999 w 1722333"/>
              <a:gd name="csY2955" fmla="*/ 501629 h 531334"/>
              <a:gd name="csX2956" fmla="*/ 509171 w 1722333"/>
              <a:gd name="csY2956" fmla="*/ 501611 h 531334"/>
              <a:gd name="csX2957" fmla="*/ 509344 w 1722333"/>
              <a:gd name="csY2957" fmla="*/ 501593 h 531334"/>
              <a:gd name="csX2958" fmla="*/ 509516 w 1722333"/>
              <a:gd name="csY2958" fmla="*/ 501585 h 531334"/>
              <a:gd name="csX2959" fmla="*/ 509688 w 1722333"/>
              <a:gd name="csY2959" fmla="*/ 501567 h 531334"/>
              <a:gd name="csX2960" fmla="*/ 509860 w 1722333"/>
              <a:gd name="csY2960" fmla="*/ 501549 h 531334"/>
              <a:gd name="csX2961" fmla="*/ 510033 w 1722333"/>
              <a:gd name="csY2961" fmla="*/ 501540 h 531334"/>
              <a:gd name="csX2962" fmla="*/ 510205 w 1722333"/>
              <a:gd name="csY2962" fmla="*/ 501522 h 531334"/>
              <a:gd name="csX2963" fmla="*/ 510377 w 1722333"/>
              <a:gd name="csY2963" fmla="*/ 501504 h 531334"/>
              <a:gd name="csX2964" fmla="*/ 510549 w 1722333"/>
              <a:gd name="csY2964" fmla="*/ 501496 h 531334"/>
              <a:gd name="csX2965" fmla="*/ 510722 w 1722333"/>
              <a:gd name="csY2965" fmla="*/ 501478 h 531334"/>
              <a:gd name="csX2966" fmla="*/ 510894 w 1722333"/>
              <a:gd name="csY2966" fmla="*/ 501460 h 531334"/>
              <a:gd name="csX2967" fmla="*/ 511066 w 1722333"/>
              <a:gd name="csY2967" fmla="*/ 501451 h 531334"/>
              <a:gd name="csX2968" fmla="*/ 511238 w 1722333"/>
              <a:gd name="csY2968" fmla="*/ 501433 h 531334"/>
              <a:gd name="csX2969" fmla="*/ 511411 w 1722333"/>
              <a:gd name="csY2969" fmla="*/ 501416 h 531334"/>
              <a:gd name="csX2970" fmla="*/ 511583 w 1722333"/>
              <a:gd name="csY2970" fmla="*/ 501407 h 531334"/>
              <a:gd name="csX2971" fmla="*/ 511755 w 1722333"/>
              <a:gd name="csY2971" fmla="*/ 501389 h 531334"/>
              <a:gd name="csX2972" fmla="*/ 511928 w 1722333"/>
              <a:gd name="csY2972" fmla="*/ 501371 h 531334"/>
              <a:gd name="csX2973" fmla="*/ 512100 w 1722333"/>
              <a:gd name="csY2973" fmla="*/ 501362 h 531334"/>
              <a:gd name="csX2974" fmla="*/ 512272 w 1722333"/>
              <a:gd name="csY2974" fmla="*/ 501344 h 531334"/>
              <a:gd name="csX2975" fmla="*/ 512444 w 1722333"/>
              <a:gd name="csY2975" fmla="*/ 501326 h 531334"/>
              <a:gd name="csX2976" fmla="*/ 512616 w 1722333"/>
              <a:gd name="csY2976" fmla="*/ 501318 h 531334"/>
              <a:gd name="csX2977" fmla="*/ 512789 w 1722333"/>
              <a:gd name="csY2977" fmla="*/ 501300 h 531334"/>
              <a:gd name="csX2978" fmla="*/ 512961 w 1722333"/>
              <a:gd name="csY2978" fmla="*/ 501282 h 531334"/>
              <a:gd name="csX2979" fmla="*/ 513133 w 1722333"/>
              <a:gd name="csY2979" fmla="*/ 501273 h 531334"/>
              <a:gd name="csX2980" fmla="*/ 513306 w 1722333"/>
              <a:gd name="csY2980" fmla="*/ 501255 h 531334"/>
              <a:gd name="csX2981" fmla="*/ 513477 w 1722333"/>
              <a:gd name="csY2981" fmla="*/ 501238 h 531334"/>
              <a:gd name="csX2982" fmla="*/ 513650 w 1722333"/>
              <a:gd name="csY2982" fmla="*/ 501229 h 531334"/>
              <a:gd name="csX2983" fmla="*/ 513822 w 1722333"/>
              <a:gd name="csY2983" fmla="*/ 501211 h 531334"/>
              <a:gd name="csX2984" fmla="*/ 513994 w 1722333"/>
              <a:gd name="csY2984" fmla="*/ 501193 h 531334"/>
              <a:gd name="csX2985" fmla="*/ 514167 w 1722333"/>
              <a:gd name="csY2985" fmla="*/ 501184 h 531334"/>
              <a:gd name="csX2986" fmla="*/ 514339 w 1722333"/>
              <a:gd name="csY2986" fmla="*/ 501166 h 531334"/>
              <a:gd name="csX2987" fmla="*/ 514511 w 1722333"/>
              <a:gd name="csY2987" fmla="*/ 501149 h 531334"/>
              <a:gd name="csX2988" fmla="*/ 514684 w 1722333"/>
              <a:gd name="csY2988" fmla="*/ 501140 h 531334"/>
              <a:gd name="csX2989" fmla="*/ 514855 w 1722333"/>
              <a:gd name="csY2989" fmla="*/ 501122 h 531334"/>
              <a:gd name="csX2990" fmla="*/ 515028 w 1722333"/>
              <a:gd name="csY2990" fmla="*/ 501104 h 531334"/>
              <a:gd name="csX2991" fmla="*/ 515201 w 1722333"/>
              <a:gd name="csY2991" fmla="*/ 501095 h 531334"/>
              <a:gd name="csX2992" fmla="*/ 515372 w 1722333"/>
              <a:gd name="csY2992" fmla="*/ 501077 h 531334"/>
              <a:gd name="csX2993" fmla="*/ 515545 w 1722333"/>
              <a:gd name="csY2993" fmla="*/ 501060 h 531334"/>
              <a:gd name="csX2994" fmla="*/ 515717 w 1722333"/>
              <a:gd name="csY2994" fmla="*/ 501051 h 531334"/>
              <a:gd name="csX2995" fmla="*/ 515889 w 1722333"/>
              <a:gd name="csY2995" fmla="*/ 501033 h 531334"/>
              <a:gd name="csX2996" fmla="*/ 516062 w 1722333"/>
              <a:gd name="csY2996" fmla="*/ 501015 h 531334"/>
              <a:gd name="csX2997" fmla="*/ 516233 w 1722333"/>
              <a:gd name="csY2997" fmla="*/ 501006 h 531334"/>
              <a:gd name="csX2998" fmla="*/ 516406 w 1722333"/>
              <a:gd name="csY2998" fmla="*/ 500988 h 531334"/>
              <a:gd name="csX2999" fmla="*/ 516579 w 1722333"/>
              <a:gd name="csY2999" fmla="*/ 500971 h 531334"/>
              <a:gd name="csX3000" fmla="*/ 516750 w 1722333"/>
              <a:gd name="csY3000" fmla="*/ 500953 h 531334"/>
              <a:gd name="csX3001" fmla="*/ 516923 w 1722333"/>
              <a:gd name="csY3001" fmla="*/ 500944 h 531334"/>
              <a:gd name="csX3002" fmla="*/ 517095 w 1722333"/>
              <a:gd name="csY3002" fmla="*/ 500926 h 531334"/>
              <a:gd name="csX3003" fmla="*/ 517267 w 1722333"/>
              <a:gd name="csY3003" fmla="*/ 500908 h 531334"/>
              <a:gd name="csX3004" fmla="*/ 517440 w 1722333"/>
              <a:gd name="csY3004" fmla="*/ 500899 h 531334"/>
              <a:gd name="csX3005" fmla="*/ 517612 w 1722333"/>
              <a:gd name="csY3005" fmla="*/ 500882 h 531334"/>
              <a:gd name="csX3006" fmla="*/ 517784 w 1722333"/>
              <a:gd name="csY3006" fmla="*/ 500864 h 531334"/>
              <a:gd name="csX3007" fmla="*/ 517956 w 1722333"/>
              <a:gd name="csY3007" fmla="*/ 500855 h 531334"/>
              <a:gd name="csX3008" fmla="*/ 518128 w 1722333"/>
              <a:gd name="csY3008" fmla="*/ 500837 h 531334"/>
              <a:gd name="csX3009" fmla="*/ 518301 w 1722333"/>
              <a:gd name="csY3009" fmla="*/ 500819 h 531334"/>
              <a:gd name="csX3010" fmla="*/ 518473 w 1722333"/>
              <a:gd name="csY3010" fmla="*/ 500802 h 531334"/>
              <a:gd name="csX3011" fmla="*/ 518645 w 1722333"/>
              <a:gd name="csY3011" fmla="*/ 500793 h 531334"/>
              <a:gd name="csX3012" fmla="*/ 518818 w 1722333"/>
              <a:gd name="csY3012" fmla="*/ 500775 h 531334"/>
              <a:gd name="csX3013" fmla="*/ 518990 w 1722333"/>
              <a:gd name="csY3013" fmla="*/ 500757 h 531334"/>
              <a:gd name="csX3014" fmla="*/ 519162 w 1722333"/>
              <a:gd name="csY3014" fmla="*/ 500748 h 531334"/>
              <a:gd name="csX3015" fmla="*/ 519334 w 1722333"/>
              <a:gd name="csY3015" fmla="*/ 500730 h 531334"/>
              <a:gd name="csX3016" fmla="*/ 519506 w 1722333"/>
              <a:gd name="csY3016" fmla="*/ 500713 h 531334"/>
              <a:gd name="csX3017" fmla="*/ 519679 w 1722333"/>
              <a:gd name="csY3017" fmla="*/ 500704 h 531334"/>
              <a:gd name="csX3018" fmla="*/ 519851 w 1722333"/>
              <a:gd name="csY3018" fmla="*/ 500686 h 531334"/>
              <a:gd name="csX3019" fmla="*/ 520023 w 1722333"/>
              <a:gd name="csY3019" fmla="*/ 500668 h 531334"/>
              <a:gd name="csX3020" fmla="*/ 520196 w 1722333"/>
              <a:gd name="csY3020" fmla="*/ 500650 h 531334"/>
              <a:gd name="csX3021" fmla="*/ 520368 w 1722333"/>
              <a:gd name="csY3021" fmla="*/ 500642 h 531334"/>
              <a:gd name="csX3022" fmla="*/ 520540 w 1722333"/>
              <a:gd name="csY3022" fmla="*/ 500624 h 531334"/>
              <a:gd name="csX3023" fmla="*/ 520712 w 1722333"/>
              <a:gd name="csY3023" fmla="*/ 500606 h 531334"/>
              <a:gd name="csX3024" fmla="*/ 520884 w 1722333"/>
              <a:gd name="csY3024" fmla="*/ 500588 h 531334"/>
              <a:gd name="csX3025" fmla="*/ 521057 w 1722333"/>
              <a:gd name="csY3025" fmla="*/ 500579 h 531334"/>
              <a:gd name="csX3026" fmla="*/ 521229 w 1722333"/>
              <a:gd name="csY3026" fmla="*/ 500561 h 531334"/>
              <a:gd name="csX3027" fmla="*/ 521401 w 1722333"/>
              <a:gd name="csY3027" fmla="*/ 500544 h 531334"/>
              <a:gd name="csX3028" fmla="*/ 521573 w 1722333"/>
              <a:gd name="csY3028" fmla="*/ 500535 h 531334"/>
              <a:gd name="csX3029" fmla="*/ 521746 w 1722333"/>
              <a:gd name="csY3029" fmla="*/ 500517 h 531334"/>
              <a:gd name="csX3030" fmla="*/ 521918 w 1722333"/>
              <a:gd name="csY3030" fmla="*/ 500499 h 531334"/>
              <a:gd name="csX3031" fmla="*/ 522090 w 1722333"/>
              <a:gd name="csY3031" fmla="*/ 500481 h 531334"/>
              <a:gd name="csX3032" fmla="*/ 522263 w 1722333"/>
              <a:gd name="csY3032" fmla="*/ 500472 h 531334"/>
              <a:gd name="csX3033" fmla="*/ 522435 w 1722333"/>
              <a:gd name="csY3033" fmla="*/ 500455 h 531334"/>
              <a:gd name="csX3034" fmla="*/ 522607 w 1722333"/>
              <a:gd name="csY3034" fmla="*/ 500437 h 531334"/>
              <a:gd name="csX3035" fmla="*/ 522779 w 1722333"/>
              <a:gd name="csY3035" fmla="*/ 500419 h 531334"/>
              <a:gd name="csX3036" fmla="*/ 522951 w 1722333"/>
              <a:gd name="csY3036" fmla="*/ 500410 h 531334"/>
              <a:gd name="csX3037" fmla="*/ 523124 w 1722333"/>
              <a:gd name="csY3037" fmla="*/ 500392 h 531334"/>
              <a:gd name="csX3038" fmla="*/ 523296 w 1722333"/>
              <a:gd name="csY3038" fmla="*/ 500375 h 531334"/>
              <a:gd name="csX3039" fmla="*/ 523468 w 1722333"/>
              <a:gd name="csY3039" fmla="*/ 500357 h 531334"/>
              <a:gd name="csX3040" fmla="*/ 523641 w 1722333"/>
              <a:gd name="csY3040" fmla="*/ 500348 h 531334"/>
              <a:gd name="csX3041" fmla="*/ 523812 w 1722333"/>
              <a:gd name="csY3041" fmla="*/ 500330 h 531334"/>
              <a:gd name="csX3042" fmla="*/ 523985 w 1722333"/>
              <a:gd name="csY3042" fmla="*/ 500312 h 531334"/>
              <a:gd name="csX3043" fmla="*/ 524157 w 1722333"/>
              <a:gd name="csY3043" fmla="*/ 500295 h 531334"/>
              <a:gd name="csX3044" fmla="*/ 524329 w 1722333"/>
              <a:gd name="csY3044" fmla="*/ 500286 h 531334"/>
              <a:gd name="csX3045" fmla="*/ 524502 w 1722333"/>
              <a:gd name="csY3045" fmla="*/ 500268 h 531334"/>
              <a:gd name="csX3046" fmla="*/ 524674 w 1722333"/>
              <a:gd name="csY3046" fmla="*/ 500250 h 531334"/>
              <a:gd name="csX3047" fmla="*/ 524846 w 1722333"/>
              <a:gd name="csY3047" fmla="*/ 500232 h 531334"/>
              <a:gd name="csX3048" fmla="*/ 525019 w 1722333"/>
              <a:gd name="csY3048" fmla="*/ 500223 h 531334"/>
              <a:gd name="csX3049" fmla="*/ 525190 w 1722333"/>
              <a:gd name="csY3049" fmla="*/ 500206 h 531334"/>
              <a:gd name="csX3050" fmla="*/ 525363 w 1722333"/>
              <a:gd name="csY3050" fmla="*/ 500188 h 531334"/>
              <a:gd name="csX3051" fmla="*/ 525536 w 1722333"/>
              <a:gd name="csY3051" fmla="*/ 500170 h 531334"/>
              <a:gd name="csX3052" fmla="*/ 525707 w 1722333"/>
              <a:gd name="csY3052" fmla="*/ 500161 h 531334"/>
              <a:gd name="csX3053" fmla="*/ 525880 w 1722333"/>
              <a:gd name="csY3053" fmla="*/ 500143 h 531334"/>
              <a:gd name="csX3054" fmla="*/ 526052 w 1722333"/>
              <a:gd name="csY3054" fmla="*/ 500125 h 531334"/>
              <a:gd name="csX3055" fmla="*/ 526224 w 1722333"/>
              <a:gd name="csY3055" fmla="*/ 500108 h 531334"/>
              <a:gd name="csX3056" fmla="*/ 526397 w 1722333"/>
              <a:gd name="csY3056" fmla="*/ 500099 h 531334"/>
              <a:gd name="csX3057" fmla="*/ 526568 w 1722333"/>
              <a:gd name="csY3057" fmla="*/ 500081 h 531334"/>
              <a:gd name="csX3058" fmla="*/ 526741 w 1722333"/>
              <a:gd name="csY3058" fmla="*/ 500063 h 531334"/>
              <a:gd name="csX3059" fmla="*/ 526914 w 1722333"/>
              <a:gd name="csY3059" fmla="*/ 500045 h 531334"/>
              <a:gd name="csX3060" fmla="*/ 527085 w 1722333"/>
              <a:gd name="csY3060" fmla="*/ 500037 h 531334"/>
              <a:gd name="csX3061" fmla="*/ 527258 w 1722333"/>
              <a:gd name="csY3061" fmla="*/ 500019 h 531334"/>
              <a:gd name="csX3062" fmla="*/ 527430 w 1722333"/>
              <a:gd name="csY3062" fmla="*/ 500001 h 531334"/>
              <a:gd name="csX3063" fmla="*/ 527602 w 1722333"/>
              <a:gd name="csY3063" fmla="*/ 499983 h 531334"/>
              <a:gd name="csX3064" fmla="*/ 527775 w 1722333"/>
              <a:gd name="csY3064" fmla="*/ 499965 h 531334"/>
              <a:gd name="csX3065" fmla="*/ 527947 w 1722333"/>
              <a:gd name="csY3065" fmla="*/ 499957 h 531334"/>
              <a:gd name="csX3066" fmla="*/ 528119 w 1722333"/>
              <a:gd name="csY3066" fmla="*/ 499939 h 531334"/>
              <a:gd name="csX3067" fmla="*/ 528292 w 1722333"/>
              <a:gd name="csY3067" fmla="*/ 499921 h 531334"/>
              <a:gd name="csX3068" fmla="*/ 528463 w 1722333"/>
              <a:gd name="csY3068" fmla="*/ 499903 h 531334"/>
              <a:gd name="csX3069" fmla="*/ 528636 w 1722333"/>
              <a:gd name="csY3069" fmla="*/ 499894 h 531334"/>
              <a:gd name="csX3070" fmla="*/ 528808 w 1722333"/>
              <a:gd name="csY3070" fmla="*/ 499876 h 531334"/>
              <a:gd name="csX3071" fmla="*/ 528980 w 1722333"/>
              <a:gd name="csY3071" fmla="*/ 499859 h 531334"/>
              <a:gd name="csX3072" fmla="*/ 529153 w 1722333"/>
              <a:gd name="csY3072" fmla="*/ 499841 h 531334"/>
              <a:gd name="csX3073" fmla="*/ 529325 w 1722333"/>
              <a:gd name="csY3073" fmla="*/ 499823 h 531334"/>
              <a:gd name="csX3074" fmla="*/ 529497 w 1722333"/>
              <a:gd name="csY3074" fmla="*/ 499814 h 531334"/>
              <a:gd name="csX3075" fmla="*/ 529669 w 1722333"/>
              <a:gd name="csY3075" fmla="*/ 499796 h 531334"/>
              <a:gd name="csX3076" fmla="*/ 529841 w 1722333"/>
              <a:gd name="csY3076" fmla="*/ 499779 h 531334"/>
              <a:gd name="csX3077" fmla="*/ 530014 w 1722333"/>
              <a:gd name="csY3077" fmla="*/ 499761 h 531334"/>
              <a:gd name="csX3078" fmla="*/ 530186 w 1722333"/>
              <a:gd name="csY3078" fmla="*/ 499743 h 531334"/>
              <a:gd name="csX3079" fmla="*/ 530358 w 1722333"/>
              <a:gd name="csY3079" fmla="*/ 499734 h 531334"/>
              <a:gd name="csX3080" fmla="*/ 530531 w 1722333"/>
              <a:gd name="csY3080" fmla="*/ 499716 h 531334"/>
              <a:gd name="csX3081" fmla="*/ 530703 w 1722333"/>
              <a:gd name="csY3081" fmla="*/ 499698 h 531334"/>
              <a:gd name="csX3082" fmla="*/ 530875 w 1722333"/>
              <a:gd name="csY3082" fmla="*/ 499681 h 531334"/>
              <a:gd name="csX3083" fmla="*/ 531047 w 1722333"/>
              <a:gd name="csY3083" fmla="*/ 499663 h 531334"/>
              <a:gd name="csX3084" fmla="*/ 531220 w 1722333"/>
              <a:gd name="csY3084" fmla="*/ 499654 h 531334"/>
              <a:gd name="csX3085" fmla="*/ 531392 w 1722333"/>
              <a:gd name="csY3085" fmla="*/ 499636 h 531334"/>
              <a:gd name="csX3086" fmla="*/ 531564 w 1722333"/>
              <a:gd name="csY3086" fmla="*/ 499618 h 531334"/>
              <a:gd name="csX3087" fmla="*/ 531736 w 1722333"/>
              <a:gd name="csY3087" fmla="*/ 499601 h 531334"/>
              <a:gd name="csX3088" fmla="*/ 531908 w 1722333"/>
              <a:gd name="csY3088" fmla="*/ 499583 h 531334"/>
              <a:gd name="csX3089" fmla="*/ 532081 w 1722333"/>
              <a:gd name="csY3089" fmla="*/ 499574 h 531334"/>
              <a:gd name="csX3090" fmla="*/ 532253 w 1722333"/>
              <a:gd name="csY3090" fmla="*/ 499556 h 531334"/>
              <a:gd name="csX3091" fmla="*/ 532425 w 1722333"/>
              <a:gd name="csY3091" fmla="*/ 499538 h 531334"/>
              <a:gd name="csX3092" fmla="*/ 532598 w 1722333"/>
              <a:gd name="csY3092" fmla="*/ 499521 h 531334"/>
              <a:gd name="csX3093" fmla="*/ 532770 w 1722333"/>
              <a:gd name="csY3093" fmla="*/ 499503 h 531334"/>
              <a:gd name="csX3094" fmla="*/ 532942 w 1722333"/>
              <a:gd name="csY3094" fmla="*/ 499494 h 531334"/>
              <a:gd name="csX3095" fmla="*/ 533114 w 1722333"/>
              <a:gd name="csY3095" fmla="*/ 499476 h 531334"/>
              <a:gd name="csX3096" fmla="*/ 533286 w 1722333"/>
              <a:gd name="csY3096" fmla="*/ 499458 h 531334"/>
              <a:gd name="csX3097" fmla="*/ 533459 w 1722333"/>
              <a:gd name="csY3097" fmla="*/ 499440 h 531334"/>
              <a:gd name="csX3098" fmla="*/ 533631 w 1722333"/>
              <a:gd name="csY3098" fmla="*/ 499423 h 531334"/>
              <a:gd name="csX3099" fmla="*/ 533803 w 1722333"/>
              <a:gd name="csY3099" fmla="*/ 499405 h 531334"/>
              <a:gd name="csX3100" fmla="*/ 533976 w 1722333"/>
              <a:gd name="csY3100" fmla="*/ 499396 h 531334"/>
              <a:gd name="csX3101" fmla="*/ 534147 w 1722333"/>
              <a:gd name="csY3101" fmla="*/ 499378 h 531334"/>
              <a:gd name="csX3102" fmla="*/ 534320 w 1722333"/>
              <a:gd name="csY3102" fmla="*/ 499360 h 531334"/>
              <a:gd name="csX3103" fmla="*/ 534493 w 1722333"/>
              <a:gd name="csY3103" fmla="*/ 499343 h 531334"/>
              <a:gd name="csX3104" fmla="*/ 534664 w 1722333"/>
              <a:gd name="csY3104" fmla="*/ 499325 h 531334"/>
              <a:gd name="csX3105" fmla="*/ 534837 w 1722333"/>
              <a:gd name="csY3105" fmla="*/ 499316 h 531334"/>
              <a:gd name="csX3106" fmla="*/ 535009 w 1722333"/>
              <a:gd name="csY3106" fmla="*/ 499298 h 531334"/>
              <a:gd name="csX3107" fmla="*/ 535181 w 1722333"/>
              <a:gd name="csY3107" fmla="*/ 499280 h 531334"/>
              <a:gd name="csX3108" fmla="*/ 535354 w 1722333"/>
              <a:gd name="csY3108" fmla="*/ 499263 h 531334"/>
              <a:gd name="csX3109" fmla="*/ 535525 w 1722333"/>
              <a:gd name="csY3109" fmla="*/ 499245 h 531334"/>
              <a:gd name="csX3110" fmla="*/ 535698 w 1722333"/>
              <a:gd name="csY3110" fmla="*/ 499227 h 531334"/>
              <a:gd name="csX3111" fmla="*/ 535871 w 1722333"/>
              <a:gd name="csY3111" fmla="*/ 499218 h 531334"/>
              <a:gd name="csX3112" fmla="*/ 536042 w 1722333"/>
              <a:gd name="csY3112" fmla="*/ 499200 h 531334"/>
              <a:gd name="csX3113" fmla="*/ 536215 w 1722333"/>
              <a:gd name="csY3113" fmla="*/ 499183 h 531334"/>
              <a:gd name="csX3114" fmla="*/ 536387 w 1722333"/>
              <a:gd name="csY3114" fmla="*/ 499165 h 531334"/>
              <a:gd name="csX3115" fmla="*/ 536559 w 1722333"/>
              <a:gd name="csY3115" fmla="*/ 499147 h 531334"/>
              <a:gd name="csX3116" fmla="*/ 536732 w 1722333"/>
              <a:gd name="csY3116" fmla="*/ 499129 h 531334"/>
              <a:gd name="csX3117" fmla="*/ 536903 w 1722333"/>
              <a:gd name="csY3117" fmla="*/ 499111 h 531334"/>
              <a:gd name="csX3118" fmla="*/ 537076 w 1722333"/>
              <a:gd name="csY3118" fmla="*/ 499102 h 531334"/>
              <a:gd name="csX3119" fmla="*/ 537249 w 1722333"/>
              <a:gd name="csY3119" fmla="*/ 499085 h 531334"/>
              <a:gd name="csX3120" fmla="*/ 537420 w 1722333"/>
              <a:gd name="csY3120" fmla="*/ 499067 h 531334"/>
              <a:gd name="csX3121" fmla="*/ 537593 w 1722333"/>
              <a:gd name="csY3121" fmla="*/ 499049 h 531334"/>
              <a:gd name="csX3122" fmla="*/ 537765 w 1722333"/>
              <a:gd name="csY3122" fmla="*/ 499031 h 531334"/>
              <a:gd name="csX3123" fmla="*/ 537937 w 1722333"/>
              <a:gd name="csY3123" fmla="*/ 499013 h 531334"/>
              <a:gd name="csX3124" fmla="*/ 538110 w 1722333"/>
              <a:gd name="csY3124" fmla="*/ 499005 h 531334"/>
              <a:gd name="csX3125" fmla="*/ 538282 w 1722333"/>
              <a:gd name="csY3125" fmla="*/ 498987 h 531334"/>
              <a:gd name="csX3126" fmla="*/ 538454 w 1722333"/>
              <a:gd name="csY3126" fmla="*/ 498969 h 531334"/>
              <a:gd name="csX3127" fmla="*/ 538627 w 1722333"/>
              <a:gd name="csY3127" fmla="*/ 498951 h 531334"/>
              <a:gd name="csX3128" fmla="*/ 538798 w 1722333"/>
              <a:gd name="csY3128" fmla="*/ 498933 h 531334"/>
              <a:gd name="csX3129" fmla="*/ 538971 w 1722333"/>
              <a:gd name="csY3129" fmla="*/ 498916 h 531334"/>
              <a:gd name="csX3130" fmla="*/ 539143 w 1722333"/>
              <a:gd name="csY3130" fmla="*/ 498898 h 531334"/>
              <a:gd name="csX3131" fmla="*/ 539315 w 1722333"/>
              <a:gd name="csY3131" fmla="*/ 498880 h 531334"/>
              <a:gd name="csX3132" fmla="*/ 539488 w 1722333"/>
              <a:gd name="csY3132" fmla="*/ 498871 h 531334"/>
              <a:gd name="csX3133" fmla="*/ 539660 w 1722333"/>
              <a:gd name="csY3133" fmla="*/ 498853 h 531334"/>
              <a:gd name="csX3134" fmla="*/ 539832 w 1722333"/>
              <a:gd name="csY3134" fmla="*/ 498836 h 531334"/>
              <a:gd name="csX3135" fmla="*/ 540004 w 1722333"/>
              <a:gd name="csY3135" fmla="*/ 498818 h 531334"/>
              <a:gd name="csX3136" fmla="*/ 540176 w 1722333"/>
              <a:gd name="csY3136" fmla="*/ 498800 h 531334"/>
              <a:gd name="csX3137" fmla="*/ 540349 w 1722333"/>
              <a:gd name="csY3137" fmla="*/ 498782 h 531334"/>
              <a:gd name="csX3138" fmla="*/ 540521 w 1722333"/>
              <a:gd name="csY3138" fmla="*/ 498764 h 531334"/>
              <a:gd name="csX3139" fmla="*/ 540693 w 1722333"/>
              <a:gd name="csY3139" fmla="*/ 498747 h 531334"/>
              <a:gd name="csX3140" fmla="*/ 540866 w 1722333"/>
              <a:gd name="csY3140" fmla="*/ 498738 h 531334"/>
              <a:gd name="csX3141" fmla="*/ 541038 w 1722333"/>
              <a:gd name="csY3141" fmla="*/ 498720 h 531334"/>
              <a:gd name="csX3142" fmla="*/ 541210 w 1722333"/>
              <a:gd name="csY3142" fmla="*/ 498702 h 531334"/>
              <a:gd name="csX3143" fmla="*/ 541382 w 1722333"/>
              <a:gd name="csY3143" fmla="*/ 498684 h 531334"/>
              <a:gd name="csX3144" fmla="*/ 541555 w 1722333"/>
              <a:gd name="csY3144" fmla="*/ 498666 h 531334"/>
              <a:gd name="csX3145" fmla="*/ 541727 w 1722333"/>
              <a:gd name="csY3145" fmla="*/ 498649 h 531334"/>
              <a:gd name="csX3146" fmla="*/ 541899 w 1722333"/>
              <a:gd name="csY3146" fmla="*/ 498631 h 531334"/>
              <a:gd name="csX3147" fmla="*/ 542071 w 1722333"/>
              <a:gd name="csY3147" fmla="*/ 498613 h 531334"/>
              <a:gd name="csX3148" fmla="*/ 542243 w 1722333"/>
              <a:gd name="csY3148" fmla="*/ 498604 h 531334"/>
              <a:gd name="csX3149" fmla="*/ 542416 w 1722333"/>
              <a:gd name="csY3149" fmla="*/ 498586 h 531334"/>
              <a:gd name="csX3150" fmla="*/ 542588 w 1722333"/>
              <a:gd name="csY3150" fmla="*/ 498569 h 531334"/>
              <a:gd name="csX3151" fmla="*/ 542760 w 1722333"/>
              <a:gd name="csY3151" fmla="*/ 498551 h 531334"/>
              <a:gd name="csX3152" fmla="*/ 542933 w 1722333"/>
              <a:gd name="csY3152" fmla="*/ 498533 h 531334"/>
              <a:gd name="csX3153" fmla="*/ 543105 w 1722333"/>
              <a:gd name="csY3153" fmla="*/ 498515 h 531334"/>
              <a:gd name="csX3154" fmla="*/ 543277 w 1722333"/>
              <a:gd name="csY3154" fmla="*/ 498497 h 531334"/>
              <a:gd name="csX3155" fmla="*/ 543449 w 1722333"/>
              <a:gd name="csY3155" fmla="*/ 498480 h 531334"/>
              <a:gd name="csX3156" fmla="*/ 543621 w 1722333"/>
              <a:gd name="csY3156" fmla="*/ 498462 h 531334"/>
              <a:gd name="csX3157" fmla="*/ 543794 w 1722333"/>
              <a:gd name="csY3157" fmla="*/ 498444 h 531334"/>
              <a:gd name="csX3158" fmla="*/ 543966 w 1722333"/>
              <a:gd name="csY3158" fmla="*/ 498435 h 531334"/>
              <a:gd name="csX3159" fmla="*/ 544138 w 1722333"/>
              <a:gd name="csY3159" fmla="*/ 498417 h 531334"/>
              <a:gd name="csX3160" fmla="*/ 544311 w 1722333"/>
              <a:gd name="csY3160" fmla="*/ 498400 h 531334"/>
              <a:gd name="csX3161" fmla="*/ 544482 w 1722333"/>
              <a:gd name="csY3161" fmla="*/ 498382 h 531334"/>
              <a:gd name="csX3162" fmla="*/ 544655 w 1722333"/>
              <a:gd name="csY3162" fmla="*/ 498364 h 531334"/>
              <a:gd name="csX3163" fmla="*/ 544828 w 1722333"/>
              <a:gd name="csY3163" fmla="*/ 498346 h 531334"/>
              <a:gd name="csX3164" fmla="*/ 544999 w 1722333"/>
              <a:gd name="csY3164" fmla="*/ 498328 h 531334"/>
              <a:gd name="csX3165" fmla="*/ 545172 w 1722333"/>
              <a:gd name="csY3165" fmla="*/ 498311 h 531334"/>
              <a:gd name="csX3166" fmla="*/ 545344 w 1722333"/>
              <a:gd name="csY3166" fmla="*/ 498293 h 531334"/>
              <a:gd name="csX3167" fmla="*/ 545516 w 1722333"/>
              <a:gd name="csY3167" fmla="*/ 498275 h 531334"/>
              <a:gd name="csX3168" fmla="*/ 545689 w 1722333"/>
              <a:gd name="csY3168" fmla="*/ 498257 h 531334"/>
              <a:gd name="csX3169" fmla="*/ 545860 w 1722333"/>
              <a:gd name="csY3169" fmla="*/ 498248 h 531334"/>
              <a:gd name="csX3170" fmla="*/ 546033 w 1722333"/>
              <a:gd name="csY3170" fmla="*/ 498231 h 531334"/>
              <a:gd name="csX3171" fmla="*/ 546206 w 1722333"/>
              <a:gd name="csY3171" fmla="*/ 498213 h 531334"/>
              <a:gd name="csX3172" fmla="*/ 546377 w 1722333"/>
              <a:gd name="csY3172" fmla="*/ 498195 h 531334"/>
              <a:gd name="csX3173" fmla="*/ 546550 w 1722333"/>
              <a:gd name="csY3173" fmla="*/ 498177 h 531334"/>
              <a:gd name="csX3174" fmla="*/ 546722 w 1722333"/>
              <a:gd name="csY3174" fmla="*/ 498159 h 531334"/>
              <a:gd name="csX3175" fmla="*/ 546894 w 1722333"/>
              <a:gd name="csY3175" fmla="*/ 498142 h 531334"/>
              <a:gd name="csX3176" fmla="*/ 547067 w 1722333"/>
              <a:gd name="csY3176" fmla="*/ 498124 h 531334"/>
              <a:gd name="csX3177" fmla="*/ 547238 w 1722333"/>
              <a:gd name="csY3177" fmla="*/ 498106 h 531334"/>
              <a:gd name="csX3178" fmla="*/ 547411 w 1722333"/>
              <a:gd name="csY3178" fmla="*/ 498088 h 531334"/>
              <a:gd name="csX3179" fmla="*/ 547584 w 1722333"/>
              <a:gd name="csY3179" fmla="*/ 498070 h 531334"/>
              <a:gd name="csX3180" fmla="*/ 547755 w 1722333"/>
              <a:gd name="csY3180" fmla="*/ 498053 h 531334"/>
              <a:gd name="csX3181" fmla="*/ 547928 w 1722333"/>
              <a:gd name="csY3181" fmla="*/ 498035 h 531334"/>
              <a:gd name="csX3182" fmla="*/ 548100 w 1722333"/>
              <a:gd name="csY3182" fmla="*/ 498017 h 531334"/>
              <a:gd name="csX3183" fmla="*/ 548272 w 1722333"/>
              <a:gd name="csY3183" fmla="*/ 497999 h 531334"/>
              <a:gd name="csX3184" fmla="*/ 548445 w 1722333"/>
              <a:gd name="csY3184" fmla="*/ 497990 h 531334"/>
              <a:gd name="csX3185" fmla="*/ 548617 w 1722333"/>
              <a:gd name="csY3185" fmla="*/ 497973 h 531334"/>
              <a:gd name="csX3186" fmla="*/ 548789 w 1722333"/>
              <a:gd name="csY3186" fmla="*/ 497955 h 531334"/>
              <a:gd name="csX3187" fmla="*/ 548962 w 1722333"/>
              <a:gd name="csY3187" fmla="*/ 497937 h 531334"/>
              <a:gd name="csX3188" fmla="*/ 549133 w 1722333"/>
              <a:gd name="csY3188" fmla="*/ 497919 h 531334"/>
              <a:gd name="csX3189" fmla="*/ 549306 w 1722333"/>
              <a:gd name="csY3189" fmla="*/ 497901 h 531334"/>
              <a:gd name="csX3190" fmla="*/ 549478 w 1722333"/>
              <a:gd name="csY3190" fmla="*/ 497884 h 531334"/>
              <a:gd name="csX3191" fmla="*/ 549650 w 1722333"/>
              <a:gd name="csY3191" fmla="*/ 497866 h 531334"/>
              <a:gd name="csX3192" fmla="*/ 549823 w 1722333"/>
              <a:gd name="csY3192" fmla="*/ 497848 h 531334"/>
              <a:gd name="csX3193" fmla="*/ 549995 w 1722333"/>
              <a:gd name="csY3193" fmla="*/ 497830 h 531334"/>
              <a:gd name="csX3194" fmla="*/ 550167 w 1722333"/>
              <a:gd name="csY3194" fmla="*/ 497812 h 531334"/>
              <a:gd name="csX3195" fmla="*/ 550339 w 1722333"/>
              <a:gd name="csY3195" fmla="*/ 497795 h 531334"/>
              <a:gd name="csX3196" fmla="*/ 550511 w 1722333"/>
              <a:gd name="csY3196" fmla="*/ 497777 h 531334"/>
              <a:gd name="csX3197" fmla="*/ 550684 w 1722333"/>
              <a:gd name="csY3197" fmla="*/ 497759 h 531334"/>
              <a:gd name="csX3198" fmla="*/ 550856 w 1722333"/>
              <a:gd name="csY3198" fmla="*/ 497741 h 531334"/>
              <a:gd name="csX3199" fmla="*/ 551028 w 1722333"/>
              <a:gd name="csY3199" fmla="*/ 497723 h 531334"/>
              <a:gd name="csX3200" fmla="*/ 551201 w 1722333"/>
              <a:gd name="csY3200" fmla="*/ 497706 h 531334"/>
              <a:gd name="csX3201" fmla="*/ 551373 w 1722333"/>
              <a:gd name="csY3201" fmla="*/ 497688 h 531334"/>
              <a:gd name="csX3202" fmla="*/ 551545 w 1722333"/>
              <a:gd name="csY3202" fmla="*/ 497670 h 531334"/>
              <a:gd name="csX3203" fmla="*/ 551717 w 1722333"/>
              <a:gd name="csY3203" fmla="*/ 497652 h 531334"/>
              <a:gd name="csX3204" fmla="*/ 551890 w 1722333"/>
              <a:gd name="csY3204" fmla="*/ 497635 h 531334"/>
              <a:gd name="csX3205" fmla="*/ 552062 w 1722333"/>
              <a:gd name="csY3205" fmla="*/ 497617 h 531334"/>
              <a:gd name="csX3206" fmla="*/ 552234 w 1722333"/>
              <a:gd name="csY3206" fmla="*/ 497599 h 531334"/>
              <a:gd name="csX3207" fmla="*/ 552406 w 1722333"/>
              <a:gd name="csY3207" fmla="*/ 497581 h 531334"/>
              <a:gd name="csX3208" fmla="*/ 552578 w 1722333"/>
              <a:gd name="csY3208" fmla="*/ 497572 h 531334"/>
              <a:gd name="csX3209" fmla="*/ 552751 w 1722333"/>
              <a:gd name="csY3209" fmla="*/ 497554 h 531334"/>
              <a:gd name="csX3210" fmla="*/ 552923 w 1722333"/>
              <a:gd name="csY3210" fmla="*/ 497537 h 531334"/>
              <a:gd name="csX3211" fmla="*/ 553095 w 1722333"/>
              <a:gd name="csY3211" fmla="*/ 497519 h 531334"/>
              <a:gd name="csX3212" fmla="*/ 553268 w 1722333"/>
              <a:gd name="csY3212" fmla="*/ 497501 h 531334"/>
              <a:gd name="csX3213" fmla="*/ 553440 w 1722333"/>
              <a:gd name="csY3213" fmla="*/ 497483 h 531334"/>
              <a:gd name="csX3214" fmla="*/ 553612 w 1722333"/>
              <a:gd name="csY3214" fmla="*/ 497465 h 531334"/>
              <a:gd name="csX3215" fmla="*/ 553784 w 1722333"/>
              <a:gd name="csY3215" fmla="*/ 497448 h 531334"/>
              <a:gd name="csX3216" fmla="*/ 553956 w 1722333"/>
              <a:gd name="csY3216" fmla="*/ 497430 h 531334"/>
              <a:gd name="csX3217" fmla="*/ 554129 w 1722333"/>
              <a:gd name="csY3217" fmla="*/ 497412 h 531334"/>
              <a:gd name="csX3218" fmla="*/ 554301 w 1722333"/>
              <a:gd name="csY3218" fmla="*/ 497394 h 531334"/>
              <a:gd name="csX3219" fmla="*/ 554473 w 1722333"/>
              <a:gd name="csY3219" fmla="*/ 497377 h 531334"/>
              <a:gd name="csX3220" fmla="*/ 554646 w 1722333"/>
              <a:gd name="csY3220" fmla="*/ 497359 h 531334"/>
              <a:gd name="csX3221" fmla="*/ 554818 w 1722333"/>
              <a:gd name="csY3221" fmla="*/ 497341 h 531334"/>
              <a:gd name="csX3222" fmla="*/ 554990 w 1722333"/>
              <a:gd name="csY3222" fmla="*/ 497323 h 531334"/>
              <a:gd name="csX3223" fmla="*/ 555163 w 1722333"/>
              <a:gd name="csY3223" fmla="*/ 497305 h 531334"/>
              <a:gd name="csX3224" fmla="*/ 555334 w 1722333"/>
              <a:gd name="csY3224" fmla="*/ 497288 h 531334"/>
              <a:gd name="csX3225" fmla="*/ 555507 w 1722333"/>
              <a:gd name="csY3225" fmla="*/ 497270 h 531334"/>
              <a:gd name="csX3226" fmla="*/ 555679 w 1722333"/>
              <a:gd name="csY3226" fmla="*/ 497252 h 531334"/>
              <a:gd name="csX3227" fmla="*/ 555851 w 1722333"/>
              <a:gd name="csY3227" fmla="*/ 497234 h 531334"/>
              <a:gd name="csX3228" fmla="*/ 556024 w 1722333"/>
              <a:gd name="csY3228" fmla="*/ 497216 h 531334"/>
              <a:gd name="csX3229" fmla="*/ 556195 w 1722333"/>
              <a:gd name="csY3229" fmla="*/ 497199 h 531334"/>
              <a:gd name="csX3230" fmla="*/ 556368 w 1722333"/>
              <a:gd name="csY3230" fmla="*/ 497181 h 531334"/>
              <a:gd name="csX3231" fmla="*/ 556541 w 1722333"/>
              <a:gd name="csY3231" fmla="*/ 497163 h 531334"/>
              <a:gd name="csX3232" fmla="*/ 556712 w 1722333"/>
              <a:gd name="csY3232" fmla="*/ 497145 h 531334"/>
              <a:gd name="csX3233" fmla="*/ 556885 w 1722333"/>
              <a:gd name="csY3233" fmla="*/ 497127 h 531334"/>
              <a:gd name="csX3234" fmla="*/ 557057 w 1722333"/>
              <a:gd name="csY3234" fmla="*/ 497110 h 531334"/>
              <a:gd name="csX3235" fmla="*/ 557229 w 1722333"/>
              <a:gd name="csY3235" fmla="*/ 497092 h 531334"/>
              <a:gd name="csX3236" fmla="*/ 557402 w 1722333"/>
              <a:gd name="csY3236" fmla="*/ 497074 h 531334"/>
              <a:gd name="csX3237" fmla="*/ 557573 w 1722333"/>
              <a:gd name="csY3237" fmla="*/ 497047 h 531334"/>
              <a:gd name="csX3238" fmla="*/ 557746 w 1722333"/>
              <a:gd name="csY3238" fmla="*/ 497030 h 531334"/>
              <a:gd name="csX3239" fmla="*/ 557919 w 1722333"/>
              <a:gd name="csY3239" fmla="*/ 497012 h 531334"/>
              <a:gd name="csX3240" fmla="*/ 558090 w 1722333"/>
              <a:gd name="csY3240" fmla="*/ 496994 h 531334"/>
              <a:gd name="csX3241" fmla="*/ 558263 w 1722333"/>
              <a:gd name="csY3241" fmla="*/ 496976 h 531334"/>
              <a:gd name="csX3242" fmla="*/ 558435 w 1722333"/>
              <a:gd name="csY3242" fmla="*/ 496958 h 531334"/>
              <a:gd name="csX3243" fmla="*/ 558607 w 1722333"/>
              <a:gd name="csY3243" fmla="*/ 496941 h 531334"/>
              <a:gd name="csX3244" fmla="*/ 558780 w 1722333"/>
              <a:gd name="csY3244" fmla="*/ 496923 h 531334"/>
              <a:gd name="csX3245" fmla="*/ 558952 w 1722333"/>
              <a:gd name="csY3245" fmla="*/ 496905 h 531334"/>
              <a:gd name="csX3246" fmla="*/ 559124 w 1722333"/>
              <a:gd name="csY3246" fmla="*/ 496887 h 531334"/>
              <a:gd name="csX3247" fmla="*/ 559297 w 1722333"/>
              <a:gd name="csY3247" fmla="*/ 496869 h 531334"/>
              <a:gd name="csX3248" fmla="*/ 559468 w 1722333"/>
              <a:gd name="csY3248" fmla="*/ 496852 h 531334"/>
              <a:gd name="csX3249" fmla="*/ 559641 w 1722333"/>
              <a:gd name="csY3249" fmla="*/ 496834 h 531334"/>
              <a:gd name="csX3250" fmla="*/ 559813 w 1722333"/>
              <a:gd name="csY3250" fmla="*/ 496816 h 531334"/>
              <a:gd name="csX3251" fmla="*/ 559985 w 1722333"/>
              <a:gd name="csY3251" fmla="*/ 496798 h 531334"/>
              <a:gd name="csX3252" fmla="*/ 560158 w 1722333"/>
              <a:gd name="csY3252" fmla="*/ 496780 h 531334"/>
              <a:gd name="csX3253" fmla="*/ 560330 w 1722333"/>
              <a:gd name="csY3253" fmla="*/ 496763 h 531334"/>
              <a:gd name="csX3254" fmla="*/ 560502 w 1722333"/>
              <a:gd name="csY3254" fmla="*/ 496745 h 531334"/>
              <a:gd name="csX3255" fmla="*/ 560674 w 1722333"/>
              <a:gd name="csY3255" fmla="*/ 496727 h 531334"/>
              <a:gd name="csX3256" fmla="*/ 560846 w 1722333"/>
              <a:gd name="csY3256" fmla="*/ 496709 h 531334"/>
              <a:gd name="csX3257" fmla="*/ 561019 w 1722333"/>
              <a:gd name="csY3257" fmla="*/ 496691 h 531334"/>
              <a:gd name="csX3258" fmla="*/ 561191 w 1722333"/>
              <a:gd name="csY3258" fmla="*/ 496674 h 531334"/>
              <a:gd name="csX3259" fmla="*/ 561363 w 1722333"/>
              <a:gd name="csY3259" fmla="*/ 496656 h 531334"/>
              <a:gd name="csX3260" fmla="*/ 561536 w 1722333"/>
              <a:gd name="csY3260" fmla="*/ 496638 h 531334"/>
              <a:gd name="csX3261" fmla="*/ 561708 w 1722333"/>
              <a:gd name="csY3261" fmla="*/ 496620 h 531334"/>
              <a:gd name="csX3262" fmla="*/ 561880 w 1722333"/>
              <a:gd name="csY3262" fmla="*/ 496594 h 531334"/>
              <a:gd name="csX3263" fmla="*/ 562052 w 1722333"/>
              <a:gd name="csY3263" fmla="*/ 496576 h 531334"/>
              <a:gd name="csX3264" fmla="*/ 562225 w 1722333"/>
              <a:gd name="csY3264" fmla="*/ 496558 h 531334"/>
              <a:gd name="csX3265" fmla="*/ 562397 w 1722333"/>
              <a:gd name="csY3265" fmla="*/ 496540 h 531334"/>
              <a:gd name="csX3266" fmla="*/ 562569 w 1722333"/>
              <a:gd name="csY3266" fmla="*/ 496522 h 531334"/>
              <a:gd name="csX3267" fmla="*/ 562741 w 1722333"/>
              <a:gd name="csY3267" fmla="*/ 496505 h 531334"/>
              <a:gd name="csX3268" fmla="*/ 562913 w 1722333"/>
              <a:gd name="csY3268" fmla="*/ 496487 h 531334"/>
              <a:gd name="csX3269" fmla="*/ 563086 w 1722333"/>
              <a:gd name="csY3269" fmla="*/ 496469 h 531334"/>
              <a:gd name="csX3270" fmla="*/ 563258 w 1722333"/>
              <a:gd name="csY3270" fmla="*/ 496451 h 531334"/>
              <a:gd name="csX3271" fmla="*/ 563430 w 1722333"/>
              <a:gd name="csY3271" fmla="*/ 496433 h 531334"/>
              <a:gd name="csX3272" fmla="*/ 563603 w 1722333"/>
              <a:gd name="csY3272" fmla="*/ 496416 h 531334"/>
              <a:gd name="csX3273" fmla="*/ 563775 w 1722333"/>
              <a:gd name="csY3273" fmla="*/ 496398 h 531334"/>
              <a:gd name="csX3274" fmla="*/ 563947 w 1722333"/>
              <a:gd name="csY3274" fmla="*/ 496380 h 531334"/>
              <a:gd name="csX3275" fmla="*/ 564119 w 1722333"/>
              <a:gd name="csY3275" fmla="*/ 496362 h 531334"/>
              <a:gd name="csX3276" fmla="*/ 564291 w 1722333"/>
              <a:gd name="csY3276" fmla="*/ 496336 h 531334"/>
              <a:gd name="csX3277" fmla="*/ 564464 w 1722333"/>
              <a:gd name="csY3277" fmla="*/ 496318 h 531334"/>
              <a:gd name="csX3278" fmla="*/ 564636 w 1722333"/>
              <a:gd name="csY3278" fmla="*/ 496300 h 531334"/>
              <a:gd name="csX3279" fmla="*/ 564808 w 1722333"/>
              <a:gd name="csY3279" fmla="*/ 496282 h 531334"/>
              <a:gd name="csX3280" fmla="*/ 564981 w 1722333"/>
              <a:gd name="csY3280" fmla="*/ 496264 h 531334"/>
              <a:gd name="csX3281" fmla="*/ 565153 w 1722333"/>
              <a:gd name="csY3281" fmla="*/ 496247 h 531334"/>
              <a:gd name="csX3282" fmla="*/ 565325 w 1722333"/>
              <a:gd name="csY3282" fmla="*/ 496229 h 531334"/>
              <a:gd name="csX3283" fmla="*/ 565498 w 1722333"/>
              <a:gd name="csY3283" fmla="*/ 496211 h 531334"/>
              <a:gd name="csX3284" fmla="*/ 565669 w 1722333"/>
              <a:gd name="csY3284" fmla="*/ 496193 h 531334"/>
              <a:gd name="csX3285" fmla="*/ 565842 w 1722333"/>
              <a:gd name="csY3285" fmla="*/ 496176 h 531334"/>
              <a:gd name="csX3286" fmla="*/ 566014 w 1722333"/>
              <a:gd name="csY3286" fmla="*/ 496149 h 531334"/>
              <a:gd name="csX3287" fmla="*/ 566186 w 1722333"/>
              <a:gd name="csY3287" fmla="*/ 496131 h 531334"/>
              <a:gd name="csX3288" fmla="*/ 566359 w 1722333"/>
              <a:gd name="csY3288" fmla="*/ 496113 h 531334"/>
              <a:gd name="csX3289" fmla="*/ 566530 w 1722333"/>
              <a:gd name="csY3289" fmla="*/ 496095 h 531334"/>
              <a:gd name="csX3290" fmla="*/ 566703 w 1722333"/>
              <a:gd name="csY3290" fmla="*/ 496078 h 531334"/>
              <a:gd name="csX3291" fmla="*/ 566876 w 1722333"/>
              <a:gd name="csY3291" fmla="*/ 496060 h 531334"/>
              <a:gd name="csX3292" fmla="*/ 567047 w 1722333"/>
              <a:gd name="csY3292" fmla="*/ 496042 h 531334"/>
              <a:gd name="csX3293" fmla="*/ 567220 w 1722333"/>
              <a:gd name="csY3293" fmla="*/ 496024 h 531334"/>
              <a:gd name="csX3294" fmla="*/ 567392 w 1722333"/>
              <a:gd name="csY3294" fmla="*/ 496006 h 531334"/>
              <a:gd name="csX3295" fmla="*/ 567564 w 1722333"/>
              <a:gd name="csY3295" fmla="*/ 495989 h 531334"/>
              <a:gd name="csX3296" fmla="*/ 567737 w 1722333"/>
              <a:gd name="csY3296" fmla="*/ 495962 h 531334"/>
              <a:gd name="csX3297" fmla="*/ 567909 w 1722333"/>
              <a:gd name="csY3297" fmla="*/ 495944 h 531334"/>
              <a:gd name="csX3298" fmla="*/ 568081 w 1722333"/>
              <a:gd name="csY3298" fmla="*/ 495926 h 531334"/>
              <a:gd name="csX3299" fmla="*/ 568254 w 1722333"/>
              <a:gd name="csY3299" fmla="*/ 495909 h 531334"/>
              <a:gd name="csX3300" fmla="*/ 568425 w 1722333"/>
              <a:gd name="csY3300" fmla="*/ 495891 h 531334"/>
              <a:gd name="csX3301" fmla="*/ 568598 w 1722333"/>
              <a:gd name="csY3301" fmla="*/ 495873 h 531334"/>
              <a:gd name="csX3302" fmla="*/ 568770 w 1722333"/>
              <a:gd name="csY3302" fmla="*/ 495855 h 531334"/>
              <a:gd name="csX3303" fmla="*/ 568942 w 1722333"/>
              <a:gd name="csY3303" fmla="*/ 495837 h 531334"/>
              <a:gd name="csX3304" fmla="*/ 569115 w 1722333"/>
              <a:gd name="csY3304" fmla="*/ 495811 h 531334"/>
              <a:gd name="csX3305" fmla="*/ 569287 w 1722333"/>
              <a:gd name="csY3305" fmla="*/ 495793 h 531334"/>
              <a:gd name="csX3306" fmla="*/ 569459 w 1722333"/>
              <a:gd name="csY3306" fmla="*/ 495775 h 531334"/>
              <a:gd name="csX3307" fmla="*/ 569632 w 1722333"/>
              <a:gd name="csY3307" fmla="*/ 495757 h 531334"/>
              <a:gd name="csX3308" fmla="*/ 569803 w 1722333"/>
              <a:gd name="csY3308" fmla="*/ 495740 h 531334"/>
              <a:gd name="csX3309" fmla="*/ 569976 w 1722333"/>
              <a:gd name="csY3309" fmla="*/ 495722 h 531334"/>
              <a:gd name="csX3310" fmla="*/ 570148 w 1722333"/>
              <a:gd name="csY3310" fmla="*/ 495704 h 531334"/>
              <a:gd name="csX3311" fmla="*/ 570320 w 1722333"/>
              <a:gd name="csY3311" fmla="*/ 495677 h 531334"/>
              <a:gd name="csX3312" fmla="*/ 570493 w 1722333"/>
              <a:gd name="csY3312" fmla="*/ 495659 h 531334"/>
              <a:gd name="csX3313" fmla="*/ 570661 w 1722333"/>
              <a:gd name="csY3313" fmla="*/ 495642 h 531334"/>
              <a:gd name="csX3314" fmla="*/ 570839 w 1722333"/>
              <a:gd name="csY3314" fmla="*/ 495624 h 531334"/>
              <a:gd name="csX3315" fmla="*/ 571008 w 1722333"/>
              <a:gd name="csY3315" fmla="*/ 495606 h 531334"/>
              <a:gd name="csX3316" fmla="*/ 571186 w 1722333"/>
              <a:gd name="csY3316" fmla="*/ 495588 h 531334"/>
              <a:gd name="csX3317" fmla="*/ 571355 w 1722333"/>
              <a:gd name="csY3317" fmla="*/ 495571 h 531334"/>
              <a:gd name="csX3318" fmla="*/ 571524 w 1722333"/>
              <a:gd name="csY3318" fmla="*/ 495544 h 531334"/>
              <a:gd name="csX3319" fmla="*/ 571702 w 1722333"/>
              <a:gd name="csY3319" fmla="*/ 495526 h 531334"/>
              <a:gd name="csX3320" fmla="*/ 571871 w 1722333"/>
              <a:gd name="csY3320" fmla="*/ 495508 h 531334"/>
              <a:gd name="csX3321" fmla="*/ 572040 w 1722333"/>
              <a:gd name="csY3321" fmla="*/ 495490 h 531334"/>
              <a:gd name="csX3322" fmla="*/ 572218 w 1722333"/>
              <a:gd name="csY3322" fmla="*/ 495473 h 531334"/>
              <a:gd name="csX3323" fmla="*/ 572387 w 1722333"/>
              <a:gd name="csY3323" fmla="*/ 495455 h 531334"/>
              <a:gd name="csX3324" fmla="*/ 572556 w 1722333"/>
              <a:gd name="csY3324" fmla="*/ 495437 h 531334"/>
              <a:gd name="csX3325" fmla="*/ 572734 w 1722333"/>
              <a:gd name="csY3325" fmla="*/ 495410 h 531334"/>
              <a:gd name="csX3326" fmla="*/ 572903 w 1722333"/>
              <a:gd name="csY3326" fmla="*/ 495393 h 531334"/>
              <a:gd name="csX3327" fmla="*/ 573072 w 1722333"/>
              <a:gd name="csY3327" fmla="*/ 495375 h 531334"/>
              <a:gd name="csX3328" fmla="*/ 573250 w 1722333"/>
              <a:gd name="csY3328" fmla="*/ 495357 h 531334"/>
              <a:gd name="csX3329" fmla="*/ 573419 w 1722333"/>
              <a:gd name="csY3329" fmla="*/ 495339 h 531334"/>
              <a:gd name="csX3330" fmla="*/ 573597 w 1722333"/>
              <a:gd name="csY3330" fmla="*/ 495312 h 531334"/>
              <a:gd name="csX3331" fmla="*/ 573766 w 1722333"/>
              <a:gd name="csY3331" fmla="*/ 495295 h 531334"/>
              <a:gd name="csX3332" fmla="*/ 573935 w 1722333"/>
              <a:gd name="csY3332" fmla="*/ 495277 h 531334"/>
              <a:gd name="csX3333" fmla="*/ 574113 w 1722333"/>
              <a:gd name="csY3333" fmla="*/ 495259 h 531334"/>
              <a:gd name="csX3334" fmla="*/ 574282 w 1722333"/>
              <a:gd name="csY3334" fmla="*/ 495241 h 531334"/>
              <a:gd name="csX3335" fmla="*/ 574451 w 1722333"/>
              <a:gd name="csY3335" fmla="*/ 495224 h 531334"/>
              <a:gd name="csX3336" fmla="*/ 574629 w 1722333"/>
              <a:gd name="csY3336" fmla="*/ 495197 h 531334"/>
              <a:gd name="csX3337" fmla="*/ 574798 w 1722333"/>
              <a:gd name="csY3337" fmla="*/ 495179 h 531334"/>
              <a:gd name="csX3338" fmla="*/ 574967 w 1722333"/>
              <a:gd name="csY3338" fmla="*/ 495161 h 531334"/>
              <a:gd name="csX3339" fmla="*/ 575145 w 1722333"/>
              <a:gd name="csY3339" fmla="*/ 495143 h 531334"/>
              <a:gd name="csX3340" fmla="*/ 575314 w 1722333"/>
              <a:gd name="csY3340" fmla="*/ 495126 h 531334"/>
              <a:gd name="csX3341" fmla="*/ 575492 w 1722333"/>
              <a:gd name="csY3341" fmla="*/ 495099 h 531334"/>
              <a:gd name="csX3342" fmla="*/ 575661 w 1722333"/>
              <a:gd name="csY3342" fmla="*/ 495081 h 531334"/>
              <a:gd name="csX3343" fmla="*/ 575830 w 1722333"/>
              <a:gd name="csY3343" fmla="*/ 495063 h 531334"/>
              <a:gd name="csX3344" fmla="*/ 576008 w 1722333"/>
              <a:gd name="csY3344" fmla="*/ 495046 h 531334"/>
              <a:gd name="csX3345" fmla="*/ 576177 w 1722333"/>
              <a:gd name="csY3345" fmla="*/ 495028 h 531334"/>
              <a:gd name="csX3346" fmla="*/ 576346 w 1722333"/>
              <a:gd name="csY3346" fmla="*/ 495001 h 531334"/>
              <a:gd name="csX3347" fmla="*/ 576524 w 1722333"/>
              <a:gd name="csY3347" fmla="*/ 494983 h 531334"/>
              <a:gd name="csX3348" fmla="*/ 576693 w 1722333"/>
              <a:gd name="csY3348" fmla="*/ 494966 h 531334"/>
              <a:gd name="csX3349" fmla="*/ 576862 w 1722333"/>
              <a:gd name="csY3349" fmla="*/ 494948 h 531334"/>
              <a:gd name="csX3350" fmla="*/ 577040 w 1722333"/>
              <a:gd name="csY3350" fmla="*/ 494930 h 531334"/>
              <a:gd name="csX3351" fmla="*/ 577209 w 1722333"/>
              <a:gd name="csY3351" fmla="*/ 494903 h 531334"/>
              <a:gd name="csX3352" fmla="*/ 577387 w 1722333"/>
              <a:gd name="csY3352" fmla="*/ 494885 h 531334"/>
              <a:gd name="csX3353" fmla="*/ 577556 w 1722333"/>
              <a:gd name="csY3353" fmla="*/ 494868 h 531334"/>
              <a:gd name="csX3354" fmla="*/ 577725 w 1722333"/>
              <a:gd name="csY3354" fmla="*/ 494850 h 531334"/>
              <a:gd name="csX3355" fmla="*/ 577903 w 1722333"/>
              <a:gd name="csY3355" fmla="*/ 494832 h 531334"/>
              <a:gd name="csX3356" fmla="*/ 578072 w 1722333"/>
              <a:gd name="csY3356" fmla="*/ 494805 h 531334"/>
              <a:gd name="csX3357" fmla="*/ 578241 w 1722333"/>
              <a:gd name="csY3357" fmla="*/ 494788 h 531334"/>
              <a:gd name="csX3358" fmla="*/ 578419 w 1722333"/>
              <a:gd name="csY3358" fmla="*/ 494770 h 531334"/>
              <a:gd name="csX3359" fmla="*/ 578588 w 1722333"/>
              <a:gd name="csY3359" fmla="*/ 494752 h 531334"/>
              <a:gd name="csX3360" fmla="*/ 578757 w 1722333"/>
              <a:gd name="csY3360" fmla="*/ 494734 h 531334"/>
              <a:gd name="csX3361" fmla="*/ 578935 w 1722333"/>
              <a:gd name="csY3361" fmla="*/ 494708 h 531334"/>
              <a:gd name="csX3362" fmla="*/ 579104 w 1722333"/>
              <a:gd name="csY3362" fmla="*/ 494690 h 531334"/>
              <a:gd name="csX3363" fmla="*/ 579282 w 1722333"/>
              <a:gd name="csY3363" fmla="*/ 494672 h 531334"/>
              <a:gd name="csX3364" fmla="*/ 579451 w 1722333"/>
              <a:gd name="csY3364" fmla="*/ 494654 h 531334"/>
              <a:gd name="csX3365" fmla="*/ 579620 w 1722333"/>
              <a:gd name="csY3365" fmla="*/ 494628 h 531334"/>
              <a:gd name="csX3366" fmla="*/ 579798 w 1722333"/>
              <a:gd name="csY3366" fmla="*/ 494610 h 531334"/>
              <a:gd name="csX3367" fmla="*/ 579967 w 1722333"/>
              <a:gd name="csY3367" fmla="*/ 494592 h 531334"/>
              <a:gd name="csX3368" fmla="*/ 580136 w 1722333"/>
              <a:gd name="csY3368" fmla="*/ 494574 h 531334"/>
              <a:gd name="csX3369" fmla="*/ 580314 w 1722333"/>
              <a:gd name="csY3369" fmla="*/ 494547 h 531334"/>
              <a:gd name="csX3370" fmla="*/ 580483 w 1722333"/>
              <a:gd name="csY3370" fmla="*/ 494530 h 531334"/>
              <a:gd name="csX3371" fmla="*/ 580652 w 1722333"/>
              <a:gd name="csY3371" fmla="*/ 494512 h 531334"/>
              <a:gd name="csX3372" fmla="*/ 580830 w 1722333"/>
              <a:gd name="csY3372" fmla="*/ 494494 h 531334"/>
              <a:gd name="csX3373" fmla="*/ 580999 w 1722333"/>
              <a:gd name="csY3373" fmla="*/ 494467 h 531334"/>
              <a:gd name="csX3374" fmla="*/ 581168 w 1722333"/>
              <a:gd name="csY3374" fmla="*/ 494450 h 531334"/>
              <a:gd name="csX3375" fmla="*/ 581346 w 1722333"/>
              <a:gd name="csY3375" fmla="*/ 494432 h 531334"/>
              <a:gd name="csX3376" fmla="*/ 581515 w 1722333"/>
              <a:gd name="csY3376" fmla="*/ 494414 h 531334"/>
              <a:gd name="csX3377" fmla="*/ 581693 w 1722333"/>
              <a:gd name="csY3377" fmla="*/ 494387 h 531334"/>
              <a:gd name="csX3378" fmla="*/ 581862 w 1722333"/>
              <a:gd name="csY3378" fmla="*/ 494370 h 531334"/>
              <a:gd name="csX3379" fmla="*/ 582031 w 1722333"/>
              <a:gd name="csY3379" fmla="*/ 494352 h 531334"/>
              <a:gd name="csX3380" fmla="*/ 582209 w 1722333"/>
              <a:gd name="csY3380" fmla="*/ 494334 h 531334"/>
              <a:gd name="csX3381" fmla="*/ 582378 w 1722333"/>
              <a:gd name="csY3381" fmla="*/ 494307 h 531334"/>
              <a:gd name="csX3382" fmla="*/ 582547 w 1722333"/>
              <a:gd name="csY3382" fmla="*/ 494289 h 531334"/>
              <a:gd name="csX3383" fmla="*/ 582725 w 1722333"/>
              <a:gd name="csY3383" fmla="*/ 494272 h 531334"/>
              <a:gd name="csX3384" fmla="*/ 582894 w 1722333"/>
              <a:gd name="csY3384" fmla="*/ 494254 h 531334"/>
              <a:gd name="csX3385" fmla="*/ 583063 w 1722333"/>
              <a:gd name="csY3385" fmla="*/ 494227 h 531334"/>
              <a:gd name="csX3386" fmla="*/ 583241 w 1722333"/>
              <a:gd name="csY3386" fmla="*/ 494209 h 531334"/>
              <a:gd name="csX3387" fmla="*/ 583410 w 1722333"/>
              <a:gd name="csY3387" fmla="*/ 494192 h 531334"/>
              <a:gd name="csX3388" fmla="*/ 583588 w 1722333"/>
              <a:gd name="csY3388" fmla="*/ 494174 h 531334"/>
              <a:gd name="csX3389" fmla="*/ 583757 w 1722333"/>
              <a:gd name="csY3389" fmla="*/ 494147 h 531334"/>
              <a:gd name="csX3390" fmla="*/ 583926 w 1722333"/>
              <a:gd name="csY3390" fmla="*/ 494129 h 531334"/>
              <a:gd name="csX3391" fmla="*/ 584104 w 1722333"/>
              <a:gd name="csY3391" fmla="*/ 494111 h 531334"/>
              <a:gd name="csX3392" fmla="*/ 584273 w 1722333"/>
              <a:gd name="csY3392" fmla="*/ 494085 h 531334"/>
              <a:gd name="csX3393" fmla="*/ 584442 w 1722333"/>
              <a:gd name="csY3393" fmla="*/ 494067 h 531334"/>
              <a:gd name="csX3394" fmla="*/ 584620 w 1722333"/>
              <a:gd name="csY3394" fmla="*/ 494049 h 531334"/>
              <a:gd name="csX3395" fmla="*/ 584789 w 1722333"/>
              <a:gd name="csY3395" fmla="*/ 494031 h 531334"/>
              <a:gd name="csX3396" fmla="*/ 584958 w 1722333"/>
              <a:gd name="csY3396" fmla="*/ 494005 h 531334"/>
              <a:gd name="csX3397" fmla="*/ 585136 w 1722333"/>
              <a:gd name="csY3397" fmla="*/ 493987 h 531334"/>
              <a:gd name="csX3398" fmla="*/ 585305 w 1722333"/>
              <a:gd name="csY3398" fmla="*/ 493969 h 531334"/>
              <a:gd name="csX3399" fmla="*/ 585483 w 1722333"/>
              <a:gd name="csY3399" fmla="*/ 493942 h 531334"/>
              <a:gd name="csX3400" fmla="*/ 585652 w 1722333"/>
              <a:gd name="csY3400" fmla="*/ 493925 h 531334"/>
              <a:gd name="csX3401" fmla="*/ 585821 w 1722333"/>
              <a:gd name="csY3401" fmla="*/ 493907 h 531334"/>
              <a:gd name="csX3402" fmla="*/ 585999 w 1722333"/>
              <a:gd name="csY3402" fmla="*/ 493880 h 531334"/>
              <a:gd name="csX3403" fmla="*/ 586168 w 1722333"/>
              <a:gd name="csY3403" fmla="*/ 493862 h 531334"/>
              <a:gd name="csX3404" fmla="*/ 586337 w 1722333"/>
              <a:gd name="csY3404" fmla="*/ 493845 h 531334"/>
              <a:gd name="csX3405" fmla="*/ 586514 w 1722333"/>
              <a:gd name="csY3405" fmla="*/ 493827 h 531334"/>
              <a:gd name="csX3406" fmla="*/ 586684 w 1722333"/>
              <a:gd name="csY3406" fmla="*/ 493800 h 531334"/>
              <a:gd name="csX3407" fmla="*/ 586853 w 1722333"/>
              <a:gd name="csY3407" fmla="*/ 493782 h 531334"/>
              <a:gd name="csX3408" fmla="*/ 587030 w 1722333"/>
              <a:gd name="csY3408" fmla="*/ 493765 h 531334"/>
              <a:gd name="csX3409" fmla="*/ 587200 w 1722333"/>
              <a:gd name="csY3409" fmla="*/ 493738 h 531334"/>
              <a:gd name="csX3410" fmla="*/ 587377 w 1722333"/>
              <a:gd name="csY3410" fmla="*/ 493720 h 531334"/>
              <a:gd name="csX3411" fmla="*/ 587547 w 1722333"/>
              <a:gd name="csY3411" fmla="*/ 493702 h 531334"/>
              <a:gd name="csX3412" fmla="*/ 587716 w 1722333"/>
              <a:gd name="csY3412" fmla="*/ 493676 h 531334"/>
              <a:gd name="csX3413" fmla="*/ 587893 w 1722333"/>
              <a:gd name="csY3413" fmla="*/ 493658 h 531334"/>
              <a:gd name="csX3414" fmla="*/ 588063 w 1722333"/>
              <a:gd name="csY3414" fmla="*/ 493640 h 531334"/>
              <a:gd name="csX3415" fmla="*/ 588232 w 1722333"/>
              <a:gd name="csY3415" fmla="*/ 493613 h 531334"/>
              <a:gd name="csX3416" fmla="*/ 588409 w 1722333"/>
              <a:gd name="csY3416" fmla="*/ 493596 h 531334"/>
              <a:gd name="csX3417" fmla="*/ 588578 w 1722333"/>
              <a:gd name="csY3417" fmla="*/ 493578 h 531334"/>
              <a:gd name="csX3418" fmla="*/ 588748 w 1722333"/>
              <a:gd name="csY3418" fmla="*/ 493551 h 531334"/>
              <a:gd name="csX3419" fmla="*/ 588925 w 1722333"/>
              <a:gd name="csY3419" fmla="*/ 493533 h 531334"/>
              <a:gd name="csX3420" fmla="*/ 589094 w 1722333"/>
              <a:gd name="csY3420" fmla="*/ 493515 h 531334"/>
              <a:gd name="csX3421" fmla="*/ 589264 w 1722333"/>
              <a:gd name="csY3421" fmla="*/ 493489 h 531334"/>
              <a:gd name="csX3422" fmla="*/ 589441 w 1722333"/>
              <a:gd name="csY3422" fmla="*/ 493471 h 531334"/>
              <a:gd name="csX3423" fmla="*/ 589610 w 1722333"/>
              <a:gd name="csY3423" fmla="*/ 493453 h 531334"/>
              <a:gd name="csX3424" fmla="*/ 589788 w 1722333"/>
              <a:gd name="csY3424" fmla="*/ 493426 h 531334"/>
              <a:gd name="csX3425" fmla="*/ 589957 w 1722333"/>
              <a:gd name="csY3425" fmla="*/ 493409 h 531334"/>
              <a:gd name="csX3426" fmla="*/ 590126 w 1722333"/>
              <a:gd name="csY3426" fmla="*/ 493391 h 531334"/>
              <a:gd name="csX3427" fmla="*/ 590304 w 1722333"/>
              <a:gd name="csY3427" fmla="*/ 493364 h 531334"/>
              <a:gd name="csX3428" fmla="*/ 590473 w 1722333"/>
              <a:gd name="csY3428" fmla="*/ 493346 h 531334"/>
              <a:gd name="csX3429" fmla="*/ 590642 w 1722333"/>
              <a:gd name="csY3429" fmla="*/ 493329 h 531334"/>
              <a:gd name="csX3430" fmla="*/ 590820 w 1722333"/>
              <a:gd name="csY3430" fmla="*/ 493302 h 531334"/>
              <a:gd name="csX3431" fmla="*/ 590989 w 1722333"/>
              <a:gd name="csY3431" fmla="*/ 493284 h 531334"/>
              <a:gd name="csX3432" fmla="*/ 591158 w 1722333"/>
              <a:gd name="csY3432" fmla="*/ 493266 h 531334"/>
              <a:gd name="csX3433" fmla="*/ 591336 w 1722333"/>
              <a:gd name="csY3433" fmla="*/ 493240 h 531334"/>
              <a:gd name="csX3434" fmla="*/ 591505 w 1722333"/>
              <a:gd name="csY3434" fmla="*/ 493222 h 531334"/>
              <a:gd name="csX3435" fmla="*/ 591683 w 1722333"/>
              <a:gd name="csY3435" fmla="*/ 493204 h 531334"/>
              <a:gd name="csX3436" fmla="*/ 591852 w 1722333"/>
              <a:gd name="csY3436" fmla="*/ 493177 h 531334"/>
              <a:gd name="csX3437" fmla="*/ 592021 w 1722333"/>
              <a:gd name="csY3437" fmla="*/ 493160 h 531334"/>
              <a:gd name="csX3438" fmla="*/ 592199 w 1722333"/>
              <a:gd name="csY3438" fmla="*/ 493133 h 531334"/>
              <a:gd name="csX3439" fmla="*/ 592368 w 1722333"/>
              <a:gd name="csY3439" fmla="*/ 493115 h 531334"/>
              <a:gd name="csX3440" fmla="*/ 592537 w 1722333"/>
              <a:gd name="csY3440" fmla="*/ 493097 h 531334"/>
              <a:gd name="csX3441" fmla="*/ 592715 w 1722333"/>
              <a:gd name="csY3441" fmla="*/ 493071 h 531334"/>
              <a:gd name="csX3442" fmla="*/ 592884 w 1722333"/>
              <a:gd name="csY3442" fmla="*/ 493053 h 531334"/>
              <a:gd name="csX3443" fmla="*/ 593053 w 1722333"/>
              <a:gd name="csY3443" fmla="*/ 493035 h 531334"/>
              <a:gd name="csX3444" fmla="*/ 593231 w 1722333"/>
              <a:gd name="csY3444" fmla="*/ 493008 h 531334"/>
              <a:gd name="csX3445" fmla="*/ 593400 w 1722333"/>
              <a:gd name="csY3445" fmla="*/ 492991 h 531334"/>
              <a:gd name="csX3446" fmla="*/ 593578 w 1722333"/>
              <a:gd name="csY3446" fmla="*/ 492964 h 531334"/>
              <a:gd name="csX3447" fmla="*/ 593747 w 1722333"/>
              <a:gd name="csY3447" fmla="*/ 492946 h 531334"/>
              <a:gd name="csX3448" fmla="*/ 593916 w 1722333"/>
              <a:gd name="csY3448" fmla="*/ 492928 h 531334"/>
              <a:gd name="csX3449" fmla="*/ 594094 w 1722333"/>
              <a:gd name="csY3449" fmla="*/ 492902 h 531334"/>
              <a:gd name="csX3450" fmla="*/ 594263 w 1722333"/>
              <a:gd name="csY3450" fmla="*/ 492884 h 531334"/>
              <a:gd name="csX3451" fmla="*/ 594432 w 1722333"/>
              <a:gd name="csY3451" fmla="*/ 492866 h 531334"/>
              <a:gd name="csX3452" fmla="*/ 594610 w 1722333"/>
              <a:gd name="csY3452" fmla="*/ 492839 h 531334"/>
              <a:gd name="csX3453" fmla="*/ 594779 w 1722333"/>
              <a:gd name="csY3453" fmla="*/ 492822 h 531334"/>
              <a:gd name="csX3454" fmla="*/ 594948 w 1722333"/>
              <a:gd name="csY3454" fmla="*/ 492795 h 531334"/>
              <a:gd name="csX3455" fmla="*/ 595126 w 1722333"/>
              <a:gd name="csY3455" fmla="*/ 492777 h 531334"/>
              <a:gd name="csX3456" fmla="*/ 595295 w 1722333"/>
              <a:gd name="csY3456" fmla="*/ 492759 h 531334"/>
              <a:gd name="csX3457" fmla="*/ 595473 w 1722333"/>
              <a:gd name="csY3457" fmla="*/ 492733 h 531334"/>
              <a:gd name="csX3458" fmla="*/ 595642 w 1722333"/>
              <a:gd name="csY3458" fmla="*/ 492715 h 531334"/>
              <a:gd name="csX3459" fmla="*/ 595811 w 1722333"/>
              <a:gd name="csY3459" fmla="*/ 492688 h 531334"/>
              <a:gd name="csX3460" fmla="*/ 595989 w 1722333"/>
              <a:gd name="csY3460" fmla="*/ 492670 h 531334"/>
              <a:gd name="csX3461" fmla="*/ 596158 w 1722333"/>
              <a:gd name="csY3461" fmla="*/ 492652 h 531334"/>
              <a:gd name="csX3462" fmla="*/ 596327 w 1722333"/>
              <a:gd name="csY3462" fmla="*/ 492626 h 531334"/>
              <a:gd name="csX3463" fmla="*/ 596505 w 1722333"/>
              <a:gd name="csY3463" fmla="*/ 492608 h 531334"/>
              <a:gd name="csX3464" fmla="*/ 596674 w 1722333"/>
              <a:gd name="csY3464" fmla="*/ 492581 h 531334"/>
              <a:gd name="csX3465" fmla="*/ 596843 w 1722333"/>
              <a:gd name="csY3465" fmla="*/ 492564 h 531334"/>
              <a:gd name="csX3466" fmla="*/ 597021 w 1722333"/>
              <a:gd name="csY3466" fmla="*/ 492537 h 531334"/>
              <a:gd name="csX3467" fmla="*/ 597190 w 1722333"/>
              <a:gd name="csY3467" fmla="*/ 492519 h 531334"/>
              <a:gd name="csX3468" fmla="*/ 597359 w 1722333"/>
              <a:gd name="csY3468" fmla="*/ 492501 h 531334"/>
              <a:gd name="csX3469" fmla="*/ 597537 w 1722333"/>
              <a:gd name="csY3469" fmla="*/ 492475 h 531334"/>
              <a:gd name="csX3470" fmla="*/ 597706 w 1722333"/>
              <a:gd name="csY3470" fmla="*/ 492457 h 531334"/>
              <a:gd name="csX3471" fmla="*/ 597884 w 1722333"/>
              <a:gd name="csY3471" fmla="*/ 492430 h 531334"/>
              <a:gd name="csX3472" fmla="*/ 598053 w 1722333"/>
              <a:gd name="csY3472" fmla="*/ 492412 h 531334"/>
              <a:gd name="csX3473" fmla="*/ 598222 w 1722333"/>
              <a:gd name="csY3473" fmla="*/ 492386 h 531334"/>
              <a:gd name="csX3474" fmla="*/ 598400 w 1722333"/>
              <a:gd name="csY3474" fmla="*/ 492368 h 531334"/>
              <a:gd name="csX3475" fmla="*/ 598569 w 1722333"/>
              <a:gd name="csY3475" fmla="*/ 492350 h 531334"/>
              <a:gd name="csX3476" fmla="*/ 598738 w 1722333"/>
              <a:gd name="csY3476" fmla="*/ 492323 h 531334"/>
              <a:gd name="csX3477" fmla="*/ 598916 w 1722333"/>
              <a:gd name="csY3477" fmla="*/ 492305 h 531334"/>
              <a:gd name="csX3478" fmla="*/ 599085 w 1722333"/>
              <a:gd name="csY3478" fmla="*/ 492279 h 531334"/>
              <a:gd name="csX3479" fmla="*/ 599254 w 1722333"/>
              <a:gd name="csY3479" fmla="*/ 492261 h 531334"/>
              <a:gd name="csX3480" fmla="*/ 599432 w 1722333"/>
              <a:gd name="csY3480" fmla="*/ 492234 h 531334"/>
              <a:gd name="csX3481" fmla="*/ 599601 w 1722333"/>
              <a:gd name="csY3481" fmla="*/ 492217 h 531334"/>
              <a:gd name="csX3482" fmla="*/ 599779 w 1722333"/>
              <a:gd name="csY3482" fmla="*/ 492190 h 531334"/>
              <a:gd name="csX3483" fmla="*/ 599948 w 1722333"/>
              <a:gd name="csY3483" fmla="*/ 492172 h 531334"/>
              <a:gd name="csX3484" fmla="*/ 600117 w 1722333"/>
              <a:gd name="csY3484" fmla="*/ 492154 h 531334"/>
              <a:gd name="csX3485" fmla="*/ 600295 w 1722333"/>
              <a:gd name="csY3485" fmla="*/ 492128 h 531334"/>
              <a:gd name="csX3486" fmla="*/ 600464 w 1722333"/>
              <a:gd name="csY3486" fmla="*/ 492110 h 531334"/>
              <a:gd name="csX3487" fmla="*/ 600633 w 1722333"/>
              <a:gd name="csY3487" fmla="*/ 492083 h 531334"/>
              <a:gd name="csX3488" fmla="*/ 600811 w 1722333"/>
              <a:gd name="csY3488" fmla="*/ 492065 h 531334"/>
              <a:gd name="csX3489" fmla="*/ 600980 w 1722333"/>
              <a:gd name="csY3489" fmla="*/ 492039 h 531334"/>
              <a:gd name="csX3490" fmla="*/ 601149 w 1722333"/>
              <a:gd name="csY3490" fmla="*/ 492021 h 531334"/>
              <a:gd name="csX3491" fmla="*/ 601327 w 1722333"/>
              <a:gd name="csY3491" fmla="*/ 491994 h 531334"/>
              <a:gd name="csX3492" fmla="*/ 601496 w 1722333"/>
              <a:gd name="csY3492" fmla="*/ 491976 h 531334"/>
              <a:gd name="csX3493" fmla="*/ 601674 w 1722333"/>
              <a:gd name="csY3493" fmla="*/ 491950 h 531334"/>
              <a:gd name="csX3494" fmla="*/ 601843 w 1722333"/>
              <a:gd name="csY3494" fmla="*/ 491932 h 531334"/>
              <a:gd name="csX3495" fmla="*/ 602012 w 1722333"/>
              <a:gd name="csY3495" fmla="*/ 491905 h 531334"/>
              <a:gd name="csX3496" fmla="*/ 602190 w 1722333"/>
              <a:gd name="csY3496" fmla="*/ 491887 h 531334"/>
              <a:gd name="csX3497" fmla="*/ 602359 w 1722333"/>
              <a:gd name="csY3497" fmla="*/ 491861 h 531334"/>
              <a:gd name="csX3498" fmla="*/ 602528 w 1722333"/>
              <a:gd name="csY3498" fmla="*/ 491843 h 531334"/>
              <a:gd name="csX3499" fmla="*/ 602706 w 1722333"/>
              <a:gd name="csY3499" fmla="*/ 491825 h 531334"/>
              <a:gd name="csX3500" fmla="*/ 602875 w 1722333"/>
              <a:gd name="csY3500" fmla="*/ 491798 h 531334"/>
              <a:gd name="csX3501" fmla="*/ 603044 w 1722333"/>
              <a:gd name="csY3501" fmla="*/ 491781 h 531334"/>
              <a:gd name="csX3502" fmla="*/ 603222 w 1722333"/>
              <a:gd name="csY3502" fmla="*/ 491754 h 531334"/>
              <a:gd name="csX3503" fmla="*/ 603391 w 1722333"/>
              <a:gd name="csY3503" fmla="*/ 491736 h 531334"/>
              <a:gd name="csX3504" fmla="*/ 603569 w 1722333"/>
              <a:gd name="csY3504" fmla="*/ 491709 h 531334"/>
              <a:gd name="csX3505" fmla="*/ 603738 w 1722333"/>
              <a:gd name="csY3505" fmla="*/ 491692 h 531334"/>
              <a:gd name="csX3506" fmla="*/ 603907 w 1722333"/>
              <a:gd name="csY3506" fmla="*/ 491665 h 531334"/>
              <a:gd name="csX3507" fmla="*/ 604085 w 1722333"/>
              <a:gd name="csY3507" fmla="*/ 491647 h 531334"/>
              <a:gd name="csX3508" fmla="*/ 604254 w 1722333"/>
              <a:gd name="csY3508" fmla="*/ 491621 h 531334"/>
              <a:gd name="csX3509" fmla="*/ 604423 w 1722333"/>
              <a:gd name="csY3509" fmla="*/ 491603 h 531334"/>
              <a:gd name="csX3510" fmla="*/ 604601 w 1722333"/>
              <a:gd name="csY3510" fmla="*/ 491576 h 531334"/>
              <a:gd name="csX3511" fmla="*/ 604770 w 1722333"/>
              <a:gd name="csY3511" fmla="*/ 491558 h 531334"/>
              <a:gd name="csX3512" fmla="*/ 604939 w 1722333"/>
              <a:gd name="csY3512" fmla="*/ 491531 h 531334"/>
              <a:gd name="csX3513" fmla="*/ 605117 w 1722333"/>
              <a:gd name="csY3513" fmla="*/ 491505 h 531334"/>
              <a:gd name="csX3514" fmla="*/ 605286 w 1722333"/>
              <a:gd name="csY3514" fmla="*/ 491487 h 531334"/>
              <a:gd name="csX3515" fmla="*/ 605455 w 1722333"/>
              <a:gd name="csY3515" fmla="*/ 491460 h 531334"/>
              <a:gd name="csX3516" fmla="*/ 605633 w 1722333"/>
              <a:gd name="csY3516" fmla="*/ 491443 h 531334"/>
              <a:gd name="csX3517" fmla="*/ 605802 w 1722333"/>
              <a:gd name="csY3517" fmla="*/ 491416 h 531334"/>
              <a:gd name="csX3518" fmla="*/ 605980 w 1722333"/>
              <a:gd name="csY3518" fmla="*/ 491398 h 531334"/>
              <a:gd name="csX3519" fmla="*/ 606149 w 1722333"/>
              <a:gd name="csY3519" fmla="*/ 491371 h 531334"/>
              <a:gd name="csX3520" fmla="*/ 606318 w 1722333"/>
              <a:gd name="csY3520" fmla="*/ 491354 h 531334"/>
              <a:gd name="csX3521" fmla="*/ 606496 w 1722333"/>
              <a:gd name="csY3521" fmla="*/ 491327 h 531334"/>
              <a:gd name="csX3522" fmla="*/ 606665 w 1722333"/>
              <a:gd name="csY3522" fmla="*/ 491309 h 531334"/>
              <a:gd name="csX3523" fmla="*/ 606834 w 1722333"/>
              <a:gd name="csY3523" fmla="*/ 491282 h 531334"/>
              <a:gd name="csX3524" fmla="*/ 607012 w 1722333"/>
              <a:gd name="csY3524" fmla="*/ 491265 h 531334"/>
              <a:gd name="csX3525" fmla="*/ 607181 w 1722333"/>
              <a:gd name="csY3525" fmla="*/ 491238 h 531334"/>
              <a:gd name="csX3526" fmla="*/ 607350 w 1722333"/>
              <a:gd name="csY3526" fmla="*/ 491220 h 531334"/>
              <a:gd name="csX3527" fmla="*/ 607528 w 1722333"/>
              <a:gd name="csY3527" fmla="*/ 491193 h 531334"/>
              <a:gd name="csX3528" fmla="*/ 607697 w 1722333"/>
              <a:gd name="csY3528" fmla="*/ 491176 h 531334"/>
              <a:gd name="csX3529" fmla="*/ 607875 w 1722333"/>
              <a:gd name="csY3529" fmla="*/ 491149 h 531334"/>
              <a:gd name="csX3530" fmla="*/ 608044 w 1722333"/>
              <a:gd name="csY3530" fmla="*/ 491122 h 531334"/>
              <a:gd name="csX3531" fmla="*/ 608213 w 1722333"/>
              <a:gd name="csY3531" fmla="*/ 491104 h 531334"/>
              <a:gd name="csX3532" fmla="*/ 608391 w 1722333"/>
              <a:gd name="csY3532" fmla="*/ 491078 h 531334"/>
              <a:gd name="csX3533" fmla="*/ 608560 w 1722333"/>
              <a:gd name="csY3533" fmla="*/ 491060 h 531334"/>
              <a:gd name="csX3534" fmla="*/ 608729 w 1722333"/>
              <a:gd name="csY3534" fmla="*/ 491033 h 531334"/>
              <a:gd name="csX3535" fmla="*/ 608907 w 1722333"/>
              <a:gd name="csY3535" fmla="*/ 491016 h 531334"/>
              <a:gd name="csX3536" fmla="*/ 609076 w 1722333"/>
              <a:gd name="csY3536" fmla="*/ 490989 h 531334"/>
              <a:gd name="csX3537" fmla="*/ 609245 w 1722333"/>
              <a:gd name="csY3537" fmla="*/ 490971 h 531334"/>
              <a:gd name="csX3538" fmla="*/ 609423 w 1722333"/>
              <a:gd name="csY3538" fmla="*/ 490944 h 531334"/>
              <a:gd name="csX3539" fmla="*/ 609592 w 1722333"/>
              <a:gd name="csY3539" fmla="*/ 490918 h 531334"/>
              <a:gd name="csX3540" fmla="*/ 609770 w 1722333"/>
              <a:gd name="csY3540" fmla="*/ 490900 h 531334"/>
              <a:gd name="csX3541" fmla="*/ 609939 w 1722333"/>
              <a:gd name="csY3541" fmla="*/ 490873 h 531334"/>
              <a:gd name="csX3542" fmla="*/ 610108 w 1722333"/>
              <a:gd name="csY3542" fmla="*/ 490855 h 531334"/>
              <a:gd name="csX3543" fmla="*/ 610286 w 1722333"/>
              <a:gd name="csY3543" fmla="*/ 490829 h 531334"/>
              <a:gd name="csX3544" fmla="*/ 610455 w 1722333"/>
              <a:gd name="csY3544" fmla="*/ 490811 h 531334"/>
              <a:gd name="csX3545" fmla="*/ 610624 w 1722333"/>
              <a:gd name="csY3545" fmla="*/ 490784 h 531334"/>
              <a:gd name="csX3546" fmla="*/ 610802 w 1722333"/>
              <a:gd name="csY3546" fmla="*/ 490757 h 531334"/>
              <a:gd name="csX3547" fmla="*/ 610971 w 1722333"/>
              <a:gd name="csY3547" fmla="*/ 490740 h 531334"/>
              <a:gd name="csX3548" fmla="*/ 611140 w 1722333"/>
              <a:gd name="csY3548" fmla="*/ 490713 h 531334"/>
              <a:gd name="csX3549" fmla="*/ 611318 w 1722333"/>
              <a:gd name="csY3549" fmla="*/ 490695 h 531334"/>
              <a:gd name="csX3550" fmla="*/ 611487 w 1722333"/>
              <a:gd name="csY3550" fmla="*/ 490669 h 531334"/>
              <a:gd name="csX3551" fmla="*/ 611665 w 1722333"/>
              <a:gd name="csY3551" fmla="*/ 490642 h 531334"/>
              <a:gd name="csX3552" fmla="*/ 611834 w 1722333"/>
              <a:gd name="csY3552" fmla="*/ 490624 h 531334"/>
              <a:gd name="csX3553" fmla="*/ 612003 w 1722333"/>
              <a:gd name="csY3553" fmla="*/ 490597 h 531334"/>
              <a:gd name="csX3554" fmla="*/ 612181 w 1722333"/>
              <a:gd name="csY3554" fmla="*/ 490580 h 531334"/>
              <a:gd name="csX3555" fmla="*/ 612350 w 1722333"/>
              <a:gd name="csY3555" fmla="*/ 490553 h 531334"/>
              <a:gd name="csX3556" fmla="*/ 612519 w 1722333"/>
              <a:gd name="csY3556" fmla="*/ 490526 h 531334"/>
              <a:gd name="csX3557" fmla="*/ 612697 w 1722333"/>
              <a:gd name="csY3557" fmla="*/ 490508 h 531334"/>
              <a:gd name="csX3558" fmla="*/ 612866 w 1722333"/>
              <a:gd name="csY3558" fmla="*/ 490482 h 531334"/>
              <a:gd name="csX3559" fmla="*/ 613035 w 1722333"/>
              <a:gd name="csY3559" fmla="*/ 490464 h 531334"/>
              <a:gd name="csX3560" fmla="*/ 613213 w 1722333"/>
              <a:gd name="csY3560" fmla="*/ 490437 h 531334"/>
              <a:gd name="csX3561" fmla="*/ 613382 w 1722333"/>
              <a:gd name="csY3561" fmla="*/ 490411 h 531334"/>
              <a:gd name="csX3562" fmla="*/ 613551 w 1722333"/>
              <a:gd name="csY3562" fmla="*/ 490393 h 531334"/>
              <a:gd name="csX3563" fmla="*/ 613729 w 1722333"/>
              <a:gd name="csY3563" fmla="*/ 490366 h 531334"/>
              <a:gd name="csX3564" fmla="*/ 613898 w 1722333"/>
              <a:gd name="csY3564" fmla="*/ 490348 h 531334"/>
              <a:gd name="csX3565" fmla="*/ 614076 w 1722333"/>
              <a:gd name="csY3565" fmla="*/ 490322 h 531334"/>
              <a:gd name="csX3566" fmla="*/ 614245 w 1722333"/>
              <a:gd name="csY3566" fmla="*/ 490295 h 531334"/>
              <a:gd name="csX3567" fmla="*/ 614414 w 1722333"/>
              <a:gd name="csY3567" fmla="*/ 490277 h 531334"/>
              <a:gd name="csX3568" fmla="*/ 614592 w 1722333"/>
              <a:gd name="csY3568" fmla="*/ 490250 h 531334"/>
              <a:gd name="csX3569" fmla="*/ 614761 w 1722333"/>
              <a:gd name="csY3569" fmla="*/ 490224 h 531334"/>
              <a:gd name="csX3570" fmla="*/ 614930 w 1722333"/>
              <a:gd name="csY3570" fmla="*/ 490206 h 531334"/>
              <a:gd name="csX3571" fmla="*/ 615108 w 1722333"/>
              <a:gd name="csY3571" fmla="*/ 490179 h 531334"/>
              <a:gd name="csX3572" fmla="*/ 615277 w 1722333"/>
              <a:gd name="csY3572" fmla="*/ 490162 h 531334"/>
              <a:gd name="csX3573" fmla="*/ 615446 w 1722333"/>
              <a:gd name="csY3573" fmla="*/ 490135 h 531334"/>
              <a:gd name="csX3574" fmla="*/ 615624 w 1722333"/>
              <a:gd name="csY3574" fmla="*/ 490108 h 531334"/>
              <a:gd name="csX3575" fmla="*/ 615793 w 1722333"/>
              <a:gd name="csY3575" fmla="*/ 490090 h 531334"/>
              <a:gd name="csX3576" fmla="*/ 615971 w 1722333"/>
              <a:gd name="csY3576" fmla="*/ 490064 h 531334"/>
              <a:gd name="csX3577" fmla="*/ 616140 w 1722333"/>
              <a:gd name="csY3577" fmla="*/ 490037 h 531334"/>
              <a:gd name="csX3578" fmla="*/ 616309 w 1722333"/>
              <a:gd name="csY3578" fmla="*/ 490019 h 531334"/>
              <a:gd name="csX3579" fmla="*/ 616487 w 1722333"/>
              <a:gd name="csY3579" fmla="*/ 489992 h 531334"/>
              <a:gd name="csX3580" fmla="*/ 616656 w 1722333"/>
              <a:gd name="csY3580" fmla="*/ 489966 h 531334"/>
              <a:gd name="csX3581" fmla="*/ 616825 w 1722333"/>
              <a:gd name="csY3581" fmla="*/ 489948 h 531334"/>
              <a:gd name="csX3582" fmla="*/ 617003 w 1722333"/>
              <a:gd name="csY3582" fmla="*/ 489921 h 531334"/>
              <a:gd name="csX3583" fmla="*/ 617172 w 1722333"/>
              <a:gd name="csY3583" fmla="*/ 489895 h 531334"/>
              <a:gd name="csX3584" fmla="*/ 617341 w 1722333"/>
              <a:gd name="csY3584" fmla="*/ 489877 h 531334"/>
              <a:gd name="csX3585" fmla="*/ 617519 w 1722333"/>
              <a:gd name="csY3585" fmla="*/ 489850 h 531334"/>
              <a:gd name="csX3586" fmla="*/ 617688 w 1722333"/>
              <a:gd name="csY3586" fmla="*/ 489823 h 531334"/>
              <a:gd name="csX3587" fmla="*/ 617866 w 1722333"/>
              <a:gd name="csY3587" fmla="*/ 489806 h 531334"/>
              <a:gd name="csX3588" fmla="*/ 618035 w 1722333"/>
              <a:gd name="csY3588" fmla="*/ 489779 h 531334"/>
              <a:gd name="csX3589" fmla="*/ 618204 w 1722333"/>
              <a:gd name="csY3589" fmla="*/ 489752 h 531334"/>
              <a:gd name="csX3590" fmla="*/ 618382 w 1722333"/>
              <a:gd name="csY3590" fmla="*/ 489734 h 531334"/>
              <a:gd name="csX3591" fmla="*/ 618551 w 1722333"/>
              <a:gd name="csY3591" fmla="*/ 489708 h 531334"/>
              <a:gd name="csX3592" fmla="*/ 618720 w 1722333"/>
              <a:gd name="csY3592" fmla="*/ 489681 h 531334"/>
              <a:gd name="csX3593" fmla="*/ 618898 w 1722333"/>
              <a:gd name="csY3593" fmla="*/ 489663 h 531334"/>
              <a:gd name="csX3594" fmla="*/ 619067 w 1722333"/>
              <a:gd name="csY3594" fmla="*/ 489637 h 531334"/>
              <a:gd name="csX3595" fmla="*/ 619236 w 1722333"/>
              <a:gd name="csY3595" fmla="*/ 489610 h 531334"/>
              <a:gd name="csX3596" fmla="*/ 619414 w 1722333"/>
              <a:gd name="csY3596" fmla="*/ 489592 h 531334"/>
              <a:gd name="csX3597" fmla="*/ 619583 w 1722333"/>
              <a:gd name="csY3597" fmla="*/ 489565 h 531334"/>
              <a:gd name="csX3598" fmla="*/ 619761 w 1722333"/>
              <a:gd name="csY3598" fmla="*/ 489539 h 531334"/>
              <a:gd name="csX3599" fmla="*/ 619930 w 1722333"/>
              <a:gd name="csY3599" fmla="*/ 489512 h 531334"/>
              <a:gd name="csX3600" fmla="*/ 620099 w 1722333"/>
              <a:gd name="csY3600" fmla="*/ 489494 h 531334"/>
              <a:gd name="csX3601" fmla="*/ 620277 w 1722333"/>
              <a:gd name="csY3601" fmla="*/ 489468 h 531334"/>
              <a:gd name="csX3602" fmla="*/ 620446 w 1722333"/>
              <a:gd name="csY3602" fmla="*/ 489441 h 531334"/>
              <a:gd name="csX3603" fmla="*/ 620615 w 1722333"/>
              <a:gd name="csY3603" fmla="*/ 489423 h 531334"/>
              <a:gd name="csX3604" fmla="*/ 620793 w 1722333"/>
              <a:gd name="csY3604" fmla="*/ 489396 h 531334"/>
              <a:gd name="csX3605" fmla="*/ 620962 w 1722333"/>
              <a:gd name="csY3605" fmla="*/ 489370 h 531334"/>
              <a:gd name="csX3606" fmla="*/ 621131 w 1722333"/>
              <a:gd name="csY3606" fmla="*/ 489352 h 531334"/>
              <a:gd name="csX3607" fmla="*/ 621308 w 1722333"/>
              <a:gd name="csY3607" fmla="*/ 489325 h 531334"/>
              <a:gd name="csX3608" fmla="*/ 621478 w 1722333"/>
              <a:gd name="csY3608" fmla="*/ 489299 h 531334"/>
              <a:gd name="csX3609" fmla="*/ 621647 w 1722333"/>
              <a:gd name="csY3609" fmla="*/ 489272 h 531334"/>
              <a:gd name="csX3610" fmla="*/ 621825 w 1722333"/>
              <a:gd name="csY3610" fmla="*/ 489254 h 531334"/>
              <a:gd name="csX3611" fmla="*/ 621994 w 1722333"/>
              <a:gd name="csY3611" fmla="*/ 489227 h 531334"/>
              <a:gd name="csX3612" fmla="*/ 622172 w 1722333"/>
              <a:gd name="csY3612" fmla="*/ 489201 h 531334"/>
              <a:gd name="csX3613" fmla="*/ 622341 w 1722333"/>
              <a:gd name="csY3613" fmla="*/ 489174 h 531334"/>
              <a:gd name="csX3614" fmla="*/ 622510 w 1722333"/>
              <a:gd name="csY3614" fmla="*/ 489156 h 531334"/>
              <a:gd name="csX3615" fmla="*/ 622687 w 1722333"/>
              <a:gd name="csY3615" fmla="*/ 489129 h 531334"/>
              <a:gd name="csX3616" fmla="*/ 622856 w 1722333"/>
              <a:gd name="csY3616" fmla="*/ 489103 h 531334"/>
              <a:gd name="csX3617" fmla="*/ 623026 w 1722333"/>
              <a:gd name="csY3617" fmla="*/ 489085 h 531334"/>
              <a:gd name="csX3618" fmla="*/ 623203 w 1722333"/>
              <a:gd name="csY3618" fmla="*/ 489058 h 531334"/>
              <a:gd name="csX3619" fmla="*/ 623373 w 1722333"/>
              <a:gd name="csY3619" fmla="*/ 489032 h 531334"/>
              <a:gd name="csX3620" fmla="*/ 623542 w 1722333"/>
              <a:gd name="csY3620" fmla="*/ 489005 h 531334"/>
              <a:gd name="csX3621" fmla="*/ 623720 w 1722333"/>
              <a:gd name="csY3621" fmla="*/ 488987 h 531334"/>
              <a:gd name="csX3622" fmla="*/ 623888 w 1722333"/>
              <a:gd name="csY3622" fmla="*/ 488961 h 531334"/>
              <a:gd name="csX3623" fmla="*/ 624066 w 1722333"/>
              <a:gd name="csY3623" fmla="*/ 488934 h 531334"/>
              <a:gd name="csX3624" fmla="*/ 624235 w 1722333"/>
              <a:gd name="csY3624" fmla="*/ 488907 h 531334"/>
              <a:gd name="csX3625" fmla="*/ 624405 w 1722333"/>
              <a:gd name="csY3625" fmla="*/ 488889 h 531334"/>
              <a:gd name="csX3626" fmla="*/ 624582 w 1722333"/>
              <a:gd name="csY3626" fmla="*/ 488863 h 531334"/>
              <a:gd name="csX3627" fmla="*/ 624751 w 1722333"/>
              <a:gd name="csY3627" fmla="*/ 488836 h 531334"/>
              <a:gd name="csX3628" fmla="*/ 624921 w 1722333"/>
              <a:gd name="csY3628" fmla="*/ 488809 h 531334"/>
              <a:gd name="csX3629" fmla="*/ 625098 w 1722333"/>
              <a:gd name="csY3629" fmla="*/ 488783 h 531334"/>
              <a:gd name="csX3630" fmla="*/ 625267 w 1722333"/>
              <a:gd name="csY3630" fmla="*/ 488765 h 531334"/>
              <a:gd name="csX3631" fmla="*/ 625436 w 1722333"/>
              <a:gd name="csY3631" fmla="*/ 488738 h 531334"/>
              <a:gd name="csX3632" fmla="*/ 625614 w 1722333"/>
              <a:gd name="csY3632" fmla="*/ 488711 h 531334"/>
              <a:gd name="csX3633" fmla="*/ 625783 w 1722333"/>
              <a:gd name="csY3633" fmla="*/ 488685 h 531334"/>
              <a:gd name="csX3634" fmla="*/ 625961 w 1722333"/>
              <a:gd name="csY3634" fmla="*/ 488667 h 531334"/>
              <a:gd name="csX3635" fmla="*/ 626130 w 1722333"/>
              <a:gd name="csY3635" fmla="*/ 488640 h 531334"/>
              <a:gd name="csX3636" fmla="*/ 626299 w 1722333"/>
              <a:gd name="csY3636" fmla="*/ 488614 h 531334"/>
              <a:gd name="csX3637" fmla="*/ 626477 w 1722333"/>
              <a:gd name="csY3637" fmla="*/ 488587 h 531334"/>
              <a:gd name="csX3638" fmla="*/ 626646 w 1722333"/>
              <a:gd name="csY3638" fmla="*/ 488560 h 531334"/>
              <a:gd name="csX3639" fmla="*/ 626815 w 1722333"/>
              <a:gd name="csY3639" fmla="*/ 488542 h 531334"/>
              <a:gd name="csX3640" fmla="*/ 626993 w 1722333"/>
              <a:gd name="csY3640" fmla="*/ 488516 h 531334"/>
              <a:gd name="csX3641" fmla="*/ 627162 w 1722333"/>
              <a:gd name="csY3641" fmla="*/ 488489 h 531334"/>
              <a:gd name="csX3642" fmla="*/ 627331 w 1722333"/>
              <a:gd name="csY3642" fmla="*/ 488462 h 531334"/>
              <a:gd name="csX3643" fmla="*/ 627509 w 1722333"/>
              <a:gd name="csY3643" fmla="*/ 488444 h 531334"/>
              <a:gd name="csX3644" fmla="*/ 627678 w 1722333"/>
              <a:gd name="csY3644" fmla="*/ 488418 h 531334"/>
              <a:gd name="csX3645" fmla="*/ 627856 w 1722333"/>
              <a:gd name="csY3645" fmla="*/ 488391 h 531334"/>
              <a:gd name="csX3646" fmla="*/ 628025 w 1722333"/>
              <a:gd name="csY3646" fmla="*/ 488364 h 531334"/>
              <a:gd name="csX3647" fmla="*/ 628194 w 1722333"/>
              <a:gd name="csY3647" fmla="*/ 488338 h 531334"/>
              <a:gd name="csX3648" fmla="*/ 628372 w 1722333"/>
              <a:gd name="csY3648" fmla="*/ 488311 h 531334"/>
              <a:gd name="csX3649" fmla="*/ 628541 w 1722333"/>
              <a:gd name="csY3649" fmla="*/ 488293 h 531334"/>
              <a:gd name="csX3650" fmla="*/ 628710 w 1722333"/>
              <a:gd name="csY3650" fmla="*/ 488267 h 531334"/>
              <a:gd name="csX3651" fmla="*/ 628888 w 1722333"/>
              <a:gd name="csY3651" fmla="*/ 488240 h 531334"/>
              <a:gd name="csX3652" fmla="*/ 629057 w 1722333"/>
              <a:gd name="csY3652" fmla="*/ 488213 h 531334"/>
              <a:gd name="csX3653" fmla="*/ 629226 w 1722333"/>
              <a:gd name="csY3653" fmla="*/ 488187 h 531334"/>
              <a:gd name="csX3654" fmla="*/ 629404 w 1722333"/>
              <a:gd name="csY3654" fmla="*/ 488169 h 531334"/>
              <a:gd name="csX3655" fmla="*/ 629573 w 1722333"/>
              <a:gd name="csY3655" fmla="*/ 488142 h 531334"/>
              <a:gd name="csX3656" fmla="*/ 629742 w 1722333"/>
              <a:gd name="csY3656" fmla="*/ 488115 h 531334"/>
              <a:gd name="csX3657" fmla="*/ 629920 w 1722333"/>
              <a:gd name="csY3657" fmla="*/ 488089 h 531334"/>
              <a:gd name="csX3658" fmla="*/ 630089 w 1722333"/>
              <a:gd name="csY3658" fmla="*/ 488062 h 531334"/>
              <a:gd name="csX3659" fmla="*/ 630267 w 1722333"/>
              <a:gd name="csY3659" fmla="*/ 488035 h 531334"/>
              <a:gd name="csX3660" fmla="*/ 630436 w 1722333"/>
              <a:gd name="csY3660" fmla="*/ 488017 h 531334"/>
              <a:gd name="csX3661" fmla="*/ 630605 w 1722333"/>
              <a:gd name="csY3661" fmla="*/ 487991 h 531334"/>
              <a:gd name="csX3662" fmla="*/ 630783 w 1722333"/>
              <a:gd name="csY3662" fmla="*/ 487964 h 531334"/>
              <a:gd name="csX3663" fmla="*/ 630952 w 1722333"/>
              <a:gd name="csY3663" fmla="*/ 487937 h 531334"/>
              <a:gd name="csX3664" fmla="*/ 631121 w 1722333"/>
              <a:gd name="csY3664" fmla="*/ 487911 h 531334"/>
              <a:gd name="csX3665" fmla="*/ 631299 w 1722333"/>
              <a:gd name="csY3665" fmla="*/ 487884 h 531334"/>
              <a:gd name="csX3666" fmla="*/ 631468 w 1722333"/>
              <a:gd name="csY3666" fmla="*/ 487866 h 531334"/>
              <a:gd name="csX3667" fmla="*/ 631637 w 1722333"/>
              <a:gd name="csY3667" fmla="*/ 487840 h 531334"/>
              <a:gd name="csX3668" fmla="*/ 631815 w 1722333"/>
              <a:gd name="csY3668" fmla="*/ 487813 h 531334"/>
              <a:gd name="csX3669" fmla="*/ 631984 w 1722333"/>
              <a:gd name="csY3669" fmla="*/ 487786 h 531334"/>
              <a:gd name="csX3670" fmla="*/ 632162 w 1722333"/>
              <a:gd name="csY3670" fmla="*/ 487759 h 531334"/>
              <a:gd name="csX3671" fmla="*/ 632331 w 1722333"/>
              <a:gd name="csY3671" fmla="*/ 487733 h 531334"/>
              <a:gd name="csX3672" fmla="*/ 632500 w 1722333"/>
              <a:gd name="csY3672" fmla="*/ 487706 h 531334"/>
              <a:gd name="csX3673" fmla="*/ 632678 w 1722333"/>
              <a:gd name="csY3673" fmla="*/ 487679 h 531334"/>
              <a:gd name="csX3674" fmla="*/ 632847 w 1722333"/>
              <a:gd name="csY3674" fmla="*/ 487662 h 531334"/>
              <a:gd name="csX3675" fmla="*/ 633016 w 1722333"/>
              <a:gd name="csY3675" fmla="*/ 487635 h 531334"/>
              <a:gd name="csX3676" fmla="*/ 633194 w 1722333"/>
              <a:gd name="csY3676" fmla="*/ 487608 h 531334"/>
              <a:gd name="csX3677" fmla="*/ 633363 w 1722333"/>
              <a:gd name="csY3677" fmla="*/ 487582 h 531334"/>
              <a:gd name="csX3678" fmla="*/ 633532 w 1722333"/>
              <a:gd name="csY3678" fmla="*/ 487555 h 531334"/>
              <a:gd name="csX3679" fmla="*/ 633710 w 1722333"/>
              <a:gd name="csY3679" fmla="*/ 487528 h 531334"/>
              <a:gd name="csX3680" fmla="*/ 633879 w 1722333"/>
              <a:gd name="csY3680" fmla="*/ 487501 h 531334"/>
              <a:gd name="csX3681" fmla="*/ 634057 w 1722333"/>
              <a:gd name="csY3681" fmla="*/ 487475 h 531334"/>
              <a:gd name="csX3682" fmla="*/ 634226 w 1722333"/>
              <a:gd name="csY3682" fmla="*/ 487457 h 531334"/>
              <a:gd name="csX3683" fmla="*/ 634395 w 1722333"/>
              <a:gd name="csY3683" fmla="*/ 487430 h 531334"/>
              <a:gd name="csX3684" fmla="*/ 634573 w 1722333"/>
              <a:gd name="csY3684" fmla="*/ 487404 h 531334"/>
              <a:gd name="csX3685" fmla="*/ 634742 w 1722333"/>
              <a:gd name="csY3685" fmla="*/ 487377 h 531334"/>
              <a:gd name="csX3686" fmla="*/ 634911 w 1722333"/>
              <a:gd name="csY3686" fmla="*/ 487350 h 531334"/>
              <a:gd name="csX3687" fmla="*/ 635089 w 1722333"/>
              <a:gd name="csY3687" fmla="*/ 487323 h 531334"/>
              <a:gd name="csX3688" fmla="*/ 635258 w 1722333"/>
              <a:gd name="csY3688" fmla="*/ 487297 h 531334"/>
              <a:gd name="csX3689" fmla="*/ 635427 w 1722333"/>
              <a:gd name="csY3689" fmla="*/ 487270 h 531334"/>
              <a:gd name="csX3690" fmla="*/ 635605 w 1722333"/>
              <a:gd name="csY3690" fmla="*/ 487243 h 531334"/>
              <a:gd name="csX3691" fmla="*/ 635774 w 1722333"/>
              <a:gd name="csY3691" fmla="*/ 487217 h 531334"/>
              <a:gd name="csX3692" fmla="*/ 635952 w 1722333"/>
              <a:gd name="csY3692" fmla="*/ 487199 h 531334"/>
              <a:gd name="csX3693" fmla="*/ 636121 w 1722333"/>
              <a:gd name="csY3693" fmla="*/ 487172 h 531334"/>
              <a:gd name="csX3694" fmla="*/ 636290 w 1722333"/>
              <a:gd name="csY3694" fmla="*/ 487146 h 531334"/>
              <a:gd name="csX3695" fmla="*/ 636468 w 1722333"/>
              <a:gd name="csY3695" fmla="*/ 487119 h 531334"/>
              <a:gd name="csX3696" fmla="*/ 636637 w 1722333"/>
              <a:gd name="csY3696" fmla="*/ 487092 h 531334"/>
              <a:gd name="csX3697" fmla="*/ 636806 w 1722333"/>
              <a:gd name="csY3697" fmla="*/ 487066 h 531334"/>
              <a:gd name="csX3698" fmla="*/ 636984 w 1722333"/>
              <a:gd name="csY3698" fmla="*/ 487039 h 531334"/>
              <a:gd name="csX3699" fmla="*/ 637153 w 1722333"/>
              <a:gd name="csY3699" fmla="*/ 487012 h 531334"/>
              <a:gd name="csX3700" fmla="*/ 637322 w 1722333"/>
              <a:gd name="csY3700" fmla="*/ 486985 h 531334"/>
              <a:gd name="csX3701" fmla="*/ 637500 w 1722333"/>
              <a:gd name="csY3701" fmla="*/ 486959 h 531334"/>
              <a:gd name="csX3702" fmla="*/ 637669 w 1722333"/>
              <a:gd name="csY3702" fmla="*/ 486932 h 531334"/>
              <a:gd name="csX3703" fmla="*/ 637838 w 1722333"/>
              <a:gd name="csY3703" fmla="*/ 486905 h 531334"/>
              <a:gd name="csX3704" fmla="*/ 638016 w 1722333"/>
              <a:gd name="csY3704" fmla="*/ 486879 h 531334"/>
              <a:gd name="csX3705" fmla="*/ 638185 w 1722333"/>
              <a:gd name="csY3705" fmla="*/ 486852 h 531334"/>
              <a:gd name="csX3706" fmla="*/ 638363 w 1722333"/>
              <a:gd name="csY3706" fmla="*/ 486825 h 531334"/>
              <a:gd name="csX3707" fmla="*/ 638532 w 1722333"/>
              <a:gd name="csY3707" fmla="*/ 486799 h 531334"/>
              <a:gd name="csX3708" fmla="*/ 638701 w 1722333"/>
              <a:gd name="csY3708" fmla="*/ 486781 h 531334"/>
              <a:gd name="csX3709" fmla="*/ 638879 w 1722333"/>
              <a:gd name="csY3709" fmla="*/ 486754 h 531334"/>
              <a:gd name="csX3710" fmla="*/ 639048 w 1722333"/>
              <a:gd name="csY3710" fmla="*/ 486727 h 531334"/>
              <a:gd name="csX3711" fmla="*/ 639217 w 1722333"/>
              <a:gd name="csY3711" fmla="*/ 486701 h 531334"/>
              <a:gd name="csX3712" fmla="*/ 639395 w 1722333"/>
              <a:gd name="csY3712" fmla="*/ 486674 h 531334"/>
              <a:gd name="csX3713" fmla="*/ 639564 w 1722333"/>
              <a:gd name="csY3713" fmla="*/ 486647 h 531334"/>
              <a:gd name="csX3714" fmla="*/ 639733 w 1722333"/>
              <a:gd name="csY3714" fmla="*/ 486621 h 531334"/>
              <a:gd name="csX3715" fmla="*/ 639911 w 1722333"/>
              <a:gd name="csY3715" fmla="*/ 486594 h 531334"/>
              <a:gd name="csX3716" fmla="*/ 640080 w 1722333"/>
              <a:gd name="csY3716" fmla="*/ 486567 h 531334"/>
              <a:gd name="csX3717" fmla="*/ 640258 w 1722333"/>
              <a:gd name="csY3717" fmla="*/ 486541 h 531334"/>
              <a:gd name="csX3718" fmla="*/ 640427 w 1722333"/>
              <a:gd name="csY3718" fmla="*/ 486514 h 531334"/>
              <a:gd name="csX3719" fmla="*/ 640596 w 1722333"/>
              <a:gd name="csY3719" fmla="*/ 486487 h 531334"/>
              <a:gd name="csX3720" fmla="*/ 640774 w 1722333"/>
              <a:gd name="csY3720" fmla="*/ 486461 h 531334"/>
              <a:gd name="csX3721" fmla="*/ 640943 w 1722333"/>
              <a:gd name="csY3721" fmla="*/ 486434 h 531334"/>
              <a:gd name="csX3722" fmla="*/ 641112 w 1722333"/>
              <a:gd name="csY3722" fmla="*/ 486407 h 531334"/>
              <a:gd name="csX3723" fmla="*/ 641290 w 1722333"/>
              <a:gd name="csY3723" fmla="*/ 486381 h 531334"/>
              <a:gd name="csX3724" fmla="*/ 641459 w 1722333"/>
              <a:gd name="csY3724" fmla="*/ 486354 h 531334"/>
              <a:gd name="csX3725" fmla="*/ 641628 w 1722333"/>
              <a:gd name="csY3725" fmla="*/ 486327 h 531334"/>
              <a:gd name="csX3726" fmla="*/ 641806 w 1722333"/>
              <a:gd name="csY3726" fmla="*/ 486300 h 531334"/>
              <a:gd name="csX3727" fmla="*/ 641975 w 1722333"/>
              <a:gd name="csY3727" fmla="*/ 486274 h 531334"/>
              <a:gd name="csX3728" fmla="*/ 642153 w 1722333"/>
              <a:gd name="csY3728" fmla="*/ 486247 h 531334"/>
              <a:gd name="csX3729" fmla="*/ 642322 w 1722333"/>
              <a:gd name="csY3729" fmla="*/ 486220 h 531334"/>
              <a:gd name="csX3730" fmla="*/ 642491 w 1722333"/>
              <a:gd name="csY3730" fmla="*/ 486194 h 531334"/>
              <a:gd name="csX3731" fmla="*/ 642669 w 1722333"/>
              <a:gd name="csY3731" fmla="*/ 486167 h 531334"/>
              <a:gd name="csX3732" fmla="*/ 642838 w 1722333"/>
              <a:gd name="csY3732" fmla="*/ 486140 h 531334"/>
              <a:gd name="csX3733" fmla="*/ 643007 w 1722333"/>
              <a:gd name="csY3733" fmla="*/ 486114 h 531334"/>
              <a:gd name="csX3734" fmla="*/ 643185 w 1722333"/>
              <a:gd name="csY3734" fmla="*/ 486087 h 531334"/>
              <a:gd name="csX3735" fmla="*/ 643354 w 1722333"/>
              <a:gd name="csY3735" fmla="*/ 486060 h 531334"/>
              <a:gd name="csX3736" fmla="*/ 643523 w 1722333"/>
              <a:gd name="csY3736" fmla="*/ 486034 h 531334"/>
              <a:gd name="csX3737" fmla="*/ 643701 w 1722333"/>
              <a:gd name="csY3737" fmla="*/ 486007 h 531334"/>
              <a:gd name="csX3738" fmla="*/ 643870 w 1722333"/>
              <a:gd name="csY3738" fmla="*/ 485980 h 531334"/>
              <a:gd name="csX3739" fmla="*/ 644048 w 1722333"/>
              <a:gd name="csY3739" fmla="*/ 485954 h 531334"/>
              <a:gd name="csX3740" fmla="*/ 644217 w 1722333"/>
              <a:gd name="csY3740" fmla="*/ 485927 h 531334"/>
              <a:gd name="csX3741" fmla="*/ 644386 w 1722333"/>
              <a:gd name="csY3741" fmla="*/ 485900 h 531334"/>
              <a:gd name="csX3742" fmla="*/ 644564 w 1722333"/>
              <a:gd name="csY3742" fmla="*/ 485873 h 531334"/>
              <a:gd name="csX3743" fmla="*/ 644733 w 1722333"/>
              <a:gd name="csY3743" fmla="*/ 485838 h 531334"/>
              <a:gd name="csX3744" fmla="*/ 644902 w 1722333"/>
              <a:gd name="csY3744" fmla="*/ 485811 h 531334"/>
              <a:gd name="csX3745" fmla="*/ 645080 w 1722333"/>
              <a:gd name="csY3745" fmla="*/ 485784 h 531334"/>
              <a:gd name="csX3746" fmla="*/ 645249 w 1722333"/>
              <a:gd name="csY3746" fmla="*/ 485758 h 531334"/>
              <a:gd name="csX3747" fmla="*/ 645418 w 1722333"/>
              <a:gd name="csY3747" fmla="*/ 485731 h 531334"/>
              <a:gd name="csX3748" fmla="*/ 645596 w 1722333"/>
              <a:gd name="csY3748" fmla="*/ 485704 h 531334"/>
              <a:gd name="csX3749" fmla="*/ 645765 w 1722333"/>
              <a:gd name="csY3749" fmla="*/ 485678 h 531334"/>
              <a:gd name="csX3750" fmla="*/ 645934 w 1722333"/>
              <a:gd name="csY3750" fmla="*/ 485651 h 531334"/>
              <a:gd name="csX3751" fmla="*/ 646112 w 1722333"/>
              <a:gd name="csY3751" fmla="*/ 485624 h 531334"/>
              <a:gd name="csX3752" fmla="*/ 646281 w 1722333"/>
              <a:gd name="csY3752" fmla="*/ 485598 h 531334"/>
              <a:gd name="csX3753" fmla="*/ 646459 w 1722333"/>
              <a:gd name="csY3753" fmla="*/ 485571 h 531334"/>
              <a:gd name="csX3754" fmla="*/ 646628 w 1722333"/>
              <a:gd name="csY3754" fmla="*/ 485544 h 531334"/>
              <a:gd name="csX3755" fmla="*/ 646797 w 1722333"/>
              <a:gd name="csY3755" fmla="*/ 485518 h 531334"/>
              <a:gd name="csX3756" fmla="*/ 646975 w 1722333"/>
              <a:gd name="csY3756" fmla="*/ 485491 h 531334"/>
              <a:gd name="csX3757" fmla="*/ 647144 w 1722333"/>
              <a:gd name="csY3757" fmla="*/ 485464 h 531334"/>
              <a:gd name="csX3758" fmla="*/ 647313 w 1722333"/>
              <a:gd name="csY3758" fmla="*/ 485429 h 531334"/>
              <a:gd name="csX3759" fmla="*/ 647491 w 1722333"/>
              <a:gd name="csY3759" fmla="*/ 485402 h 531334"/>
              <a:gd name="csX3760" fmla="*/ 647660 w 1722333"/>
              <a:gd name="csY3760" fmla="*/ 485375 h 531334"/>
              <a:gd name="csX3761" fmla="*/ 647829 w 1722333"/>
              <a:gd name="csY3761" fmla="*/ 485348 h 531334"/>
              <a:gd name="csX3762" fmla="*/ 648007 w 1722333"/>
              <a:gd name="csY3762" fmla="*/ 485322 h 531334"/>
              <a:gd name="csX3763" fmla="*/ 648176 w 1722333"/>
              <a:gd name="csY3763" fmla="*/ 485295 h 531334"/>
              <a:gd name="csX3764" fmla="*/ 648354 w 1722333"/>
              <a:gd name="csY3764" fmla="*/ 485268 h 531334"/>
              <a:gd name="csX3765" fmla="*/ 648523 w 1722333"/>
              <a:gd name="csY3765" fmla="*/ 485242 h 531334"/>
              <a:gd name="csX3766" fmla="*/ 648692 w 1722333"/>
              <a:gd name="csY3766" fmla="*/ 485215 h 531334"/>
              <a:gd name="csX3767" fmla="*/ 648870 w 1722333"/>
              <a:gd name="csY3767" fmla="*/ 485188 h 531334"/>
              <a:gd name="csX3768" fmla="*/ 649039 w 1722333"/>
              <a:gd name="csY3768" fmla="*/ 485162 h 531334"/>
              <a:gd name="csX3769" fmla="*/ 649208 w 1722333"/>
              <a:gd name="csY3769" fmla="*/ 485126 h 531334"/>
              <a:gd name="csX3770" fmla="*/ 649386 w 1722333"/>
              <a:gd name="csY3770" fmla="*/ 485099 h 531334"/>
              <a:gd name="csX3771" fmla="*/ 649555 w 1722333"/>
              <a:gd name="csY3771" fmla="*/ 485073 h 531334"/>
              <a:gd name="csX3772" fmla="*/ 649724 w 1722333"/>
              <a:gd name="csY3772" fmla="*/ 485046 h 531334"/>
              <a:gd name="csX3773" fmla="*/ 649902 w 1722333"/>
              <a:gd name="csY3773" fmla="*/ 485019 h 531334"/>
              <a:gd name="csX3774" fmla="*/ 650071 w 1722333"/>
              <a:gd name="csY3774" fmla="*/ 484993 h 531334"/>
              <a:gd name="csX3775" fmla="*/ 650249 w 1722333"/>
              <a:gd name="csY3775" fmla="*/ 484966 h 531334"/>
              <a:gd name="csX3776" fmla="*/ 650418 w 1722333"/>
              <a:gd name="csY3776" fmla="*/ 484939 h 531334"/>
              <a:gd name="csX3777" fmla="*/ 650587 w 1722333"/>
              <a:gd name="csY3777" fmla="*/ 484904 h 531334"/>
              <a:gd name="csX3778" fmla="*/ 650765 w 1722333"/>
              <a:gd name="csY3778" fmla="*/ 484877 h 531334"/>
              <a:gd name="csX3779" fmla="*/ 650934 w 1722333"/>
              <a:gd name="csY3779" fmla="*/ 484850 h 531334"/>
              <a:gd name="csX3780" fmla="*/ 651103 w 1722333"/>
              <a:gd name="csY3780" fmla="*/ 484824 h 531334"/>
              <a:gd name="csX3781" fmla="*/ 651281 w 1722333"/>
              <a:gd name="csY3781" fmla="*/ 484797 h 531334"/>
              <a:gd name="csX3782" fmla="*/ 651450 w 1722333"/>
              <a:gd name="csY3782" fmla="*/ 484770 h 531334"/>
              <a:gd name="csX3783" fmla="*/ 651619 w 1722333"/>
              <a:gd name="csY3783" fmla="*/ 484743 h 531334"/>
              <a:gd name="csX3784" fmla="*/ 651797 w 1722333"/>
              <a:gd name="csY3784" fmla="*/ 484708 h 531334"/>
              <a:gd name="csX3785" fmla="*/ 651966 w 1722333"/>
              <a:gd name="csY3785" fmla="*/ 484681 h 531334"/>
              <a:gd name="csX3786" fmla="*/ 652144 w 1722333"/>
              <a:gd name="csY3786" fmla="*/ 484655 h 531334"/>
              <a:gd name="csX3787" fmla="*/ 652313 w 1722333"/>
              <a:gd name="csY3787" fmla="*/ 484628 h 531334"/>
              <a:gd name="csX3788" fmla="*/ 652482 w 1722333"/>
              <a:gd name="csY3788" fmla="*/ 484601 h 531334"/>
              <a:gd name="csX3789" fmla="*/ 652660 w 1722333"/>
              <a:gd name="csY3789" fmla="*/ 484575 h 531334"/>
              <a:gd name="csX3790" fmla="*/ 652829 w 1722333"/>
              <a:gd name="csY3790" fmla="*/ 484539 h 531334"/>
              <a:gd name="csX3791" fmla="*/ 652998 w 1722333"/>
              <a:gd name="csY3791" fmla="*/ 484512 h 531334"/>
              <a:gd name="csX3792" fmla="*/ 653176 w 1722333"/>
              <a:gd name="csY3792" fmla="*/ 484486 h 531334"/>
              <a:gd name="csX3793" fmla="*/ 653345 w 1722333"/>
              <a:gd name="csY3793" fmla="*/ 484459 h 531334"/>
              <a:gd name="csX3794" fmla="*/ 653514 w 1722333"/>
              <a:gd name="csY3794" fmla="*/ 484432 h 531334"/>
              <a:gd name="csX3795" fmla="*/ 653692 w 1722333"/>
              <a:gd name="csY3795" fmla="*/ 484406 h 531334"/>
              <a:gd name="csX3796" fmla="*/ 653861 w 1722333"/>
              <a:gd name="csY3796" fmla="*/ 484370 h 531334"/>
              <a:gd name="csX3797" fmla="*/ 654030 w 1722333"/>
              <a:gd name="csY3797" fmla="*/ 484343 h 531334"/>
              <a:gd name="csX3798" fmla="*/ 654208 w 1722333"/>
              <a:gd name="csY3798" fmla="*/ 484316 h 531334"/>
              <a:gd name="csX3799" fmla="*/ 654377 w 1722333"/>
              <a:gd name="csY3799" fmla="*/ 484290 h 531334"/>
              <a:gd name="csX3800" fmla="*/ 654555 w 1722333"/>
              <a:gd name="csY3800" fmla="*/ 484263 h 531334"/>
              <a:gd name="csX3801" fmla="*/ 654724 w 1722333"/>
              <a:gd name="csY3801" fmla="*/ 484228 h 531334"/>
              <a:gd name="csX3802" fmla="*/ 654893 w 1722333"/>
              <a:gd name="csY3802" fmla="*/ 484201 h 531334"/>
              <a:gd name="csX3803" fmla="*/ 655071 w 1722333"/>
              <a:gd name="csY3803" fmla="*/ 484174 h 531334"/>
              <a:gd name="csX3804" fmla="*/ 655240 w 1722333"/>
              <a:gd name="csY3804" fmla="*/ 484147 h 531334"/>
              <a:gd name="csX3805" fmla="*/ 655409 w 1722333"/>
              <a:gd name="csY3805" fmla="*/ 484121 h 531334"/>
              <a:gd name="csX3806" fmla="*/ 655587 w 1722333"/>
              <a:gd name="csY3806" fmla="*/ 484085 h 531334"/>
              <a:gd name="csX3807" fmla="*/ 655756 w 1722333"/>
              <a:gd name="csY3807" fmla="*/ 484059 h 531334"/>
              <a:gd name="csX3808" fmla="*/ 655925 w 1722333"/>
              <a:gd name="csY3808" fmla="*/ 484032 h 531334"/>
              <a:gd name="csX3809" fmla="*/ 656102 w 1722333"/>
              <a:gd name="csY3809" fmla="*/ 484005 h 531334"/>
              <a:gd name="csX3810" fmla="*/ 656272 w 1722333"/>
              <a:gd name="csY3810" fmla="*/ 483970 h 531334"/>
              <a:gd name="csX3811" fmla="*/ 656449 w 1722333"/>
              <a:gd name="csY3811" fmla="*/ 483943 h 531334"/>
              <a:gd name="csX3812" fmla="*/ 656619 w 1722333"/>
              <a:gd name="csY3812" fmla="*/ 483916 h 531334"/>
              <a:gd name="csX3813" fmla="*/ 656788 w 1722333"/>
              <a:gd name="csY3813" fmla="*/ 483889 h 531334"/>
              <a:gd name="csX3814" fmla="*/ 656966 w 1722333"/>
              <a:gd name="csY3814" fmla="*/ 483863 h 531334"/>
              <a:gd name="csX3815" fmla="*/ 657135 w 1722333"/>
              <a:gd name="csY3815" fmla="*/ 483827 h 531334"/>
              <a:gd name="csX3816" fmla="*/ 657304 w 1722333"/>
              <a:gd name="csY3816" fmla="*/ 483801 h 531334"/>
              <a:gd name="csX3817" fmla="*/ 657481 w 1722333"/>
              <a:gd name="csY3817" fmla="*/ 483774 h 531334"/>
              <a:gd name="csX3818" fmla="*/ 657651 w 1722333"/>
              <a:gd name="csY3818" fmla="*/ 483747 h 531334"/>
              <a:gd name="csX3819" fmla="*/ 657820 w 1722333"/>
              <a:gd name="csY3819" fmla="*/ 483712 h 531334"/>
              <a:gd name="csX3820" fmla="*/ 657997 w 1722333"/>
              <a:gd name="csY3820" fmla="*/ 483685 h 531334"/>
              <a:gd name="csX3821" fmla="*/ 658167 w 1722333"/>
              <a:gd name="csY3821" fmla="*/ 483658 h 531334"/>
              <a:gd name="csX3822" fmla="*/ 658344 w 1722333"/>
              <a:gd name="csY3822" fmla="*/ 483631 h 531334"/>
              <a:gd name="csX3823" fmla="*/ 658514 w 1722333"/>
              <a:gd name="csY3823" fmla="*/ 483596 h 531334"/>
              <a:gd name="csX3824" fmla="*/ 658682 w 1722333"/>
              <a:gd name="csY3824" fmla="*/ 483569 h 531334"/>
              <a:gd name="csX3825" fmla="*/ 658860 w 1722333"/>
              <a:gd name="csY3825" fmla="*/ 483542 h 531334"/>
              <a:gd name="csX3826" fmla="*/ 659029 w 1722333"/>
              <a:gd name="csY3826" fmla="*/ 483507 h 531334"/>
              <a:gd name="csX3827" fmla="*/ 659199 w 1722333"/>
              <a:gd name="csY3827" fmla="*/ 483480 h 531334"/>
              <a:gd name="csX3828" fmla="*/ 659376 w 1722333"/>
              <a:gd name="csY3828" fmla="*/ 483454 h 531334"/>
              <a:gd name="csX3829" fmla="*/ 659546 w 1722333"/>
              <a:gd name="csY3829" fmla="*/ 483427 h 531334"/>
              <a:gd name="csX3830" fmla="*/ 659715 w 1722333"/>
              <a:gd name="csY3830" fmla="*/ 483391 h 531334"/>
              <a:gd name="csX3831" fmla="*/ 659892 w 1722333"/>
              <a:gd name="csY3831" fmla="*/ 483365 h 531334"/>
              <a:gd name="csX3832" fmla="*/ 660061 w 1722333"/>
              <a:gd name="csY3832" fmla="*/ 483338 h 531334"/>
              <a:gd name="csX3833" fmla="*/ 660239 w 1722333"/>
              <a:gd name="csY3833" fmla="*/ 483302 h 531334"/>
              <a:gd name="csX3834" fmla="*/ 660408 w 1722333"/>
              <a:gd name="csY3834" fmla="*/ 483276 h 531334"/>
              <a:gd name="csX3835" fmla="*/ 660577 w 1722333"/>
              <a:gd name="csY3835" fmla="*/ 483249 h 531334"/>
              <a:gd name="csX3836" fmla="*/ 660755 w 1722333"/>
              <a:gd name="csY3836" fmla="*/ 483222 h 531334"/>
              <a:gd name="csX3837" fmla="*/ 660924 w 1722333"/>
              <a:gd name="csY3837" fmla="*/ 483187 h 531334"/>
              <a:gd name="csX3838" fmla="*/ 661093 w 1722333"/>
              <a:gd name="csY3838" fmla="*/ 483160 h 531334"/>
              <a:gd name="csX3839" fmla="*/ 661271 w 1722333"/>
              <a:gd name="csY3839" fmla="*/ 483133 h 531334"/>
              <a:gd name="csX3840" fmla="*/ 661440 w 1722333"/>
              <a:gd name="csY3840" fmla="*/ 483098 h 531334"/>
              <a:gd name="csX3841" fmla="*/ 661609 w 1722333"/>
              <a:gd name="csY3841" fmla="*/ 483071 h 531334"/>
              <a:gd name="csX3842" fmla="*/ 661787 w 1722333"/>
              <a:gd name="csY3842" fmla="*/ 483044 h 531334"/>
              <a:gd name="csX3843" fmla="*/ 661956 w 1722333"/>
              <a:gd name="csY3843" fmla="*/ 483009 h 531334"/>
              <a:gd name="csX3844" fmla="*/ 662125 w 1722333"/>
              <a:gd name="csY3844" fmla="*/ 482982 h 531334"/>
              <a:gd name="csX3845" fmla="*/ 662303 w 1722333"/>
              <a:gd name="csY3845" fmla="*/ 482955 h 531334"/>
              <a:gd name="csX3846" fmla="*/ 662472 w 1722333"/>
              <a:gd name="csY3846" fmla="*/ 482920 h 531334"/>
              <a:gd name="csX3847" fmla="*/ 662650 w 1722333"/>
              <a:gd name="csY3847" fmla="*/ 482893 h 531334"/>
              <a:gd name="csX3848" fmla="*/ 662819 w 1722333"/>
              <a:gd name="csY3848" fmla="*/ 482866 h 531334"/>
              <a:gd name="csX3849" fmla="*/ 662988 w 1722333"/>
              <a:gd name="csY3849" fmla="*/ 482831 h 531334"/>
              <a:gd name="csX3850" fmla="*/ 663166 w 1722333"/>
              <a:gd name="csY3850" fmla="*/ 482804 h 531334"/>
              <a:gd name="csX3851" fmla="*/ 663335 w 1722333"/>
              <a:gd name="csY3851" fmla="*/ 482777 h 531334"/>
              <a:gd name="csX3852" fmla="*/ 663504 w 1722333"/>
              <a:gd name="csY3852" fmla="*/ 482742 h 531334"/>
              <a:gd name="csX3853" fmla="*/ 663682 w 1722333"/>
              <a:gd name="csY3853" fmla="*/ 482715 h 531334"/>
              <a:gd name="csX3854" fmla="*/ 663851 w 1722333"/>
              <a:gd name="csY3854" fmla="*/ 482688 h 531334"/>
              <a:gd name="csX3855" fmla="*/ 664020 w 1722333"/>
              <a:gd name="csY3855" fmla="*/ 482653 h 531334"/>
              <a:gd name="csX3856" fmla="*/ 664198 w 1722333"/>
              <a:gd name="csY3856" fmla="*/ 482626 h 531334"/>
              <a:gd name="csX3857" fmla="*/ 664367 w 1722333"/>
              <a:gd name="csY3857" fmla="*/ 482600 h 531334"/>
              <a:gd name="csX3858" fmla="*/ 664545 w 1722333"/>
              <a:gd name="csY3858" fmla="*/ 482564 h 531334"/>
              <a:gd name="csX3859" fmla="*/ 664714 w 1722333"/>
              <a:gd name="csY3859" fmla="*/ 482537 h 531334"/>
              <a:gd name="csX3860" fmla="*/ 664883 w 1722333"/>
              <a:gd name="csY3860" fmla="*/ 482511 h 531334"/>
              <a:gd name="csX3861" fmla="*/ 665061 w 1722333"/>
              <a:gd name="csY3861" fmla="*/ 482475 h 531334"/>
              <a:gd name="csX3862" fmla="*/ 665230 w 1722333"/>
              <a:gd name="csY3862" fmla="*/ 482448 h 531334"/>
              <a:gd name="csX3863" fmla="*/ 665399 w 1722333"/>
              <a:gd name="csY3863" fmla="*/ 482413 h 531334"/>
              <a:gd name="csX3864" fmla="*/ 665577 w 1722333"/>
              <a:gd name="csY3864" fmla="*/ 482386 h 531334"/>
              <a:gd name="csX3865" fmla="*/ 665746 w 1722333"/>
              <a:gd name="csY3865" fmla="*/ 482359 h 531334"/>
              <a:gd name="csX3866" fmla="*/ 665915 w 1722333"/>
              <a:gd name="csY3866" fmla="*/ 482324 h 531334"/>
              <a:gd name="csX3867" fmla="*/ 666093 w 1722333"/>
              <a:gd name="csY3867" fmla="*/ 482297 h 531334"/>
              <a:gd name="csX3868" fmla="*/ 666262 w 1722333"/>
              <a:gd name="csY3868" fmla="*/ 482261 h 531334"/>
              <a:gd name="csX3869" fmla="*/ 666440 w 1722333"/>
              <a:gd name="csY3869" fmla="*/ 482235 h 531334"/>
              <a:gd name="csX3870" fmla="*/ 666609 w 1722333"/>
              <a:gd name="csY3870" fmla="*/ 482208 h 531334"/>
              <a:gd name="csX3871" fmla="*/ 666778 w 1722333"/>
              <a:gd name="csY3871" fmla="*/ 482173 h 531334"/>
              <a:gd name="csX3872" fmla="*/ 666956 w 1722333"/>
              <a:gd name="csY3872" fmla="*/ 482146 h 531334"/>
              <a:gd name="csX3873" fmla="*/ 667125 w 1722333"/>
              <a:gd name="csY3873" fmla="*/ 482110 h 531334"/>
              <a:gd name="csX3874" fmla="*/ 667294 w 1722333"/>
              <a:gd name="csY3874" fmla="*/ 482083 h 531334"/>
              <a:gd name="csX3875" fmla="*/ 667472 w 1722333"/>
              <a:gd name="csY3875" fmla="*/ 482057 h 531334"/>
              <a:gd name="csX3876" fmla="*/ 667641 w 1722333"/>
              <a:gd name="csY3876" fmla="*/ 482021 h 531334"/>
              <a:gd name="csX3877" fmla="*/ 667810 w 1722333"/>
              <a:gd name="csY3877" fmla="*/ 481995 h 531334"/>
              <a:gd name="csX3878" fmla="*/ 667988 w 1722333"/>
              <a:gd name="csY3878" fmla="*/ 481959 h 531334"/>
              <a:gd name="csX3879" fmla="*/ 668157 w 1722333"/>
              <a:gd name="csY3879" fmla="*/ 481932 h 531334"/>
              <a:gd name="csX3880" fmla="*/ 668335 w 1722333"/>
              <a:gd name="csY3880" fmla="*/ 481906 h 531334"/>
              <a:gd name="csX3881" fmla="*/ 668504 w 1722333"/>
              <a:gd name="csY3881" fmla="*/ 481870 h 531334"/>
              <a:gd name="csX3882" fmla="*/ 668673 w 1722333"/>
              <a:gd name="csY3882" fmla="*/ 481843 h 531334"/>
              <a:gd name="csX3883" fmla="*/ 668851 w 1722333"/>
              <a:gd name="csY3883" fmla="*/ 481808 h 531334"/>
              <a:gd name="csX3884" fmla="*/ 669020 w 1722333"/>
              <a:gd name="csY3884" fmla="*/ 481781 h 531334"/>
              <a:gd name="csX3885" fmla="*/ 669189 w 1722333"/>
              <a:gd name="csY3885" fmla="*/ 481745 h 531334"/>
              <a:gd name="csX3886" fmla="*/ 669367 w 1722333"/>
              <a:gd name="csY3886" fmla="*/ 481719 h 531334"/>
              <a:gd name="csX3887" fmla="*/ 669536 w 1722333"/>
              <a:gd name="csY3887" fmla="*/ 481683 h 531334"/>
              <a:gd name="csX3888" fmla="*/ 669705 w 1722333"/>
              <a:gd name="csY3888" fmla="*/ 481656 h 531334"/>
              <a:gd name="csX3889" fmla="*/ 669883 w 1722333"/>
              <a:gd name="csY3889" fmla="*/ 481630 h 531334"/>
              <a:gd name="csX3890" fmla="*/ 670052 w 1722333"/>
              <a:gd name="csY3890" fmla="*/ 481594 h 531334"/>
              <a:gd name="csX3891" fmla="*/ 670221 w 1722333"/>
              <a:gd name="csY3891" fmla="*/ 481568 h 531334"/>
              <a:gd name="csX3892" fmla="*/ 670399 w 1722333"/>
              <a:gd name="csY3892" fmla="*/ 481532 h 531334"/>
              <a:gd name="csX3893" fmla="*/ 670568 w 1722333"/>
              <a:gd name="csY3893" fmla="*/ 481505 h 531334"/>
              <a:gd name="csX3894" fmla="*/ 670746 w 1722333"/>
              <a:gd name="csY3894" fmla="*/ 481470 h 531334"/>
              <a:gd name="csX3895" fmla="*/ 670915 w 1722333"/>
              <a:gd name="csY3895" fmla="*/ 481443 h 531334"/>
              <a:gd name="csX3896" fmla="*/ 671084 w 1722333"/>
              <a:gd name="csY3896" fmla="*/ 481407 h 531334"/>
              <a:gd name="csX3897" fmla="*/ 671262 w 1722333"/>
              <a:gd name="csY3897" fmla="*/ 481381 h 531334"/>
              <a:gd name="csX3898" fmla="*/ 671431 w 1722333"/>
              <a:gd name="csY3898" fmla="*/ 481345 h 531334"/>
              <a:gd name="csX3899" fmla="*/ 671600 w 1722333"/>
              <a:gd name="csY3899" fmla="*/ 481318 h 531334"/>
              <a:gd name="csX3900" fmla="*/ 671778 w 1722333"/>
              <a:gd name="csY3900" fmla="*/ 481283 h 531334"/>
              <a:gd name="csX3901" fmla="*/ 671947 w 1722333"/>
              <a:gd name="csY3901" fmla="*/ 481256 h 531334"/>
              <a:gd name="csX3902" fmla="*/ 672116 w 1722333"/>
              <a:gd name="csY3902" fmla="*/ 481221 h 531334"/>
              <a:gd name="csX3903" fmla="*/ 672294 w 1722333"/>
              <a:gd name="csY3903" fmla="*/ 481194 h 531334"/>
              <a:gd name="csX3904" fmla="*/ 672463 w 1722333"/>
              <a:gd name="csY3904" fmla="*/ 481158 h 531334"/>
              <a:gd name="csX3905" fmla="*/ 672641 w 1722333"/>
              <a:gd name="csY3905" fmla="*/ 481132 h 531334"/>
              <a:gd name="csX3906" fmla="*/ 672810 w 1722333"/>
              <a:gd name="csY3906" fmla="*/ 481096 h 531334"/>
              <a:gd name="csX3907" fmla="*/ 672979 w 1722333"/>
              <a:gd name="csY3907" fmla="*/ 481069 h 531334"/>
              <a:gd name="csX3908" fmla="*/ 673157 w 1722333"/>
              <a:gd name="csY3908" fmla="*/ 481034 h 531334"/>
              <a:gd name="csX3909" fmla="*/ 673326 w 1722333"/>
              <a:gd name="csY3909" fmla="*/ 481007 h 531334"/>
              <a:gd name="csX3910" fmla="*/ 673495 w 1722333"/>
              <a:gd name="csY3910" fmla="*/ 480971 h 531334"/>
              <a:gd name="csX3911" fmla="*/ 673673 w 1722333"/>
              <a:gd name="csY3911" fmla="*/ 480945 h 531334"/>
              <a:gd name="csX3912" fmla="*/ 673842 w 1722333"/>
              <a:gd name="csY3912" fmla="*/ 480909 h 531334"/>
              <a:gd name="csX3913" fmla="*/ 674011 w 1722333"/>
              <a:gd name="csY3913" fmla="*/ 480882 h 531334"/>
              <a:gd name="csX3914" fmla="*/ 674189 w 1722333"/>
              <a:gd name="csY3914" fmla="*/ 480847 h 531334"/>
              <a:gd name="csX3915" fmla="*/ 674358 w 1722333"/>
              <a:gd name="csY3915" fmla="*/ 480820 h 531334"/>
              <a:gd name="csX3916" fmla="*/ 674536 w 1722333"/>
              <a:gd name="csY3916" fmla="*/ 480785 h 531334"/>
              <a:gd name="csX3917" fmla="*/ 674705 w 1722333"/>
              <a:gd name="csY3917" fmla="*/ 480758 h 531334"/>
              <a:gd name="csX3918" fmla="*/ 674874 w 1722333"/>
              <a:gd name="csY3918" fmla="*/ 480722 h 531334"/>
              <a:gd name="csX3919" fmla="*/ 675052 w 1722333"/>
              <a:gd name="csY3919" fmla="*/ 480687 h 531334"/>
              <a:gd name="csX3920" fmla="*/ 675221 w 1722333"/>
              <a:gd name="csY3920" fmla="*/ 480660 h 531334"/>
              <a:gd name="csX3921" fmla="*/ 675390 w 1722333"/>
              <a:gd name="csY3921" fmla="*/ 480625 h 531334"/>
              <a:gd name="csX3922" fmla="*/ 675568 w 1722333"/>
              <a:gd name="csY3922" fmla="*/ 480598 h 531334"/>
              <a:gd name="csX3923" fmla="*/ 675737 w 1722333"/>
              <a:gd name="csY3923" fmla="*/ 480562 h 531334"/>
              <a:gd name="csX3924" fmla="*/ 675906 w 1722333"/>
              <a:gd name="csY3924" fmla="*/ 480535 h 531334"/>
              <a:gd name="csX3925" fmla="*/ 676084 w 1722333"/>
              <a:gd name="csY3925" fmla="*/ 480500 h 531334"/>
              <a:gd name="csX3926" fmla="*/ 676253 w 1722333"/>
              <a:gd name="csY3926" fmla="*/ 480473 h 531334"/>
              <a:gd name="csX3927" fmla="*/ 676431 w 1722333"/>
              <a:gd name="csY3927" fmla="*/ 480438 h 531334"/>
              <a:gd name="csX3928" fmla="*/ 676600 w 1722333"/>
              <a:gd name="csY3928" fmla="*/ 480402 h 531334"/>
              <a:gd name="csX3929" fmla="*/ 676769 w 1722333"/>
              <a:gd name="csY3929" fmla="*/ 480375 h 531334"/>
              <a:gd name="csX3930" fmla="*/ 676947 w 1722333"/>
              <a:gd name="csY3930" fmla="*/ 480340 h 531334"/>
              <a:gd name="csX3931" fmla="*/ 677116 w 1722333"/>
              <a:gd name="csY3931" fmla="*/ 480313 h 531334"/>
              <a:gd name="csX3932" fmla="*/ 677285 w 1722333"/>
              <a:gd name="csY3932" fmla="*/ 480278 h 531334"/>
              <a:gd name="csX3933" fmla="*/ 677463 w 1722333"/>
              <a:gd name="csY3933" fmla="*/ 480242 h 531334"/>
              <a:gd name="csX3934" fmla="*/ 677632 w 1722333"/>
              <a:gd name="csY3934" fmla="*/ 480215 h 531334"/>
              <a:gd name="csX3935" fmla="*/ 677801 w 1722333"/>
              <a:gd name="csY3935" fmla="*/ 480180 h 531334"/>
              <a:gd name="csX3936" fmla="*/ 677979 w 1722333"/>
              <a:gd name="csY3936" fmla="*/ 480153 h 531334"/>
              <a:gd name="csX3937" fmla="*/ 678148 w 1722333"/>
              <a:gd name="csY3937" fmla="*/ 480117 h 531334"/>
              <a:gd name="csX3938" fmla="*/ 678317 w 1722333"/>
              <a:gd name="csY3938" fmla="*/ 480082 h 531334"/>
              <a:gd name="csX3939" fmla="*/ 678495 w 1722333"/>
              <a:gd name="csY3939" fmla="*/ 480055 h 531334"/>
              <a:gd name="csX3940" fmla="*/ 678664 w 1722333"/>
              <a:gd name="csY3940" fmla="*/ 480020 h 531334"/>
              <a:gd name="csX3941" fmla="*/ 678842 w 1722333"/>
              <a:gd name="csY3941" fmla="*/ 479993 h 531334"/>
              <a:gd name="csX3942" fmla="*/ 679011 w 1722333"/>
              <a:gd name="csY3942" fmla="*/ 479957 h 531334"/>
              <a:gd name="csX3943" fmla="*/ 679180 w 1722333"/>
              <a:gd name="csY3943" fmla="*/ 479922 h 531334"/>
              <a:gd name="csX3944" fmla="*/ 679358 w 1722333"/>
              <a:gd name="csY3944" fmla="*/ 479895 h 531334"/>
              <a:gd name="csX3945" fmla="*/ 679527 w 1722333"/>
              <a:gd name="csY3945" fmla="*/ 479859 h 531334"/>
              <a:gd name="csX3946" fmla="*/ 679696 w 1722333"/>
              <a:gd name="csY3946" fmla="*/ 479824 h 531334"/>
              <a:gd name="csX3947" fmla="*/ 679874 w 1722333"/>
              <a:gd name="csY3947" fmla="*/ 479797 h 531334"/>
              <a:gd name="csX3948" fmla="*/ 680043 w 1722333"/>
              <a:gd name="csY3948" fmla="*/ 479761 h 531334"/>
              <a:gd name="csX3949" fmla="*/ 680212 w 1722333"/>
              <a:gd name="csY3949" fmla="*/ 479735 h 531334"/>
              <a:gd name="csX3950" fmla="*/ 680390 w 1722333"/>
              <a:gd name="csY3950" fmla="*/ 479699 h 531334"/>
              <a:gd name="csX3951" fmla="*/ 680559 w 1722333"/>
              <a:gd name="csY3951" fmla="*/ 479664 h 531334"/>
              <a:gd name="csX3952" fmla="*/ 680737 w 1722333"/>
              <a:gd name="csY3952" fmla="*/ 479637 h 531334"/>
              <a:gd name="csX3953" fmla="*/ 680906 w 1722333"/>
              <a:gd name="csY3953" fmla="*/ 479601 h 531334"/>
              <a:gd name="csX3954" fmla="*/ 681075 w 1722333"/>
              <a:gd name="csY3954" fmla="*/ 479566 h 531334"/>
              <a:gd name="csX3955" fmla="*/ 681253 w 1722333"/>
              <a:gd name="csY3955" fmla="*/ 479539 h 531334"/>
              <a:gd name="csX3956" fmla="*/ 681422 w 1722333"/>
              <a:gd name="csY3956" fmla="*/ 479504 h 531334"/>
              <a:gd name="csX3957" fmla="*/ 681591 w 1722333"/>
              <a:gd name="csY3957" fmla="*/ 479468 h 531334"/>
              <a:gd name="csX3958" fmla="*/ 681769 w 1722333"/>
              <a:gd name="csY3958" fmla="*/ 479441 h 531334"/>
              <a:gd name="csX3959" fmla="*/ 681938 w 1722333"/>
              <a:gd name="csY3959" fmla="*/ 479406 h 531334"/>
              <a:gd name="csX3960" fmla="*/ 682107 w 1722333"/>
              <a:gd name="csY3960" fmla="*/ 479370 h 531334"/>
              <a:gd name="csX3961" fmla="*/ 682285 w 1722333"/>
              <a:gd name="csY3961" fmla="*/ 479343 h 531334"/>
              <a:gd name="csX3962" fmla="*/ 682454 w 1722333"/>
              <a:gd name="csY3962" fmla="*/ 479308 h 531334"/>
              <a:gd name="csX3963" fmla="*/ 682632 w 1722333"/>
              <a:gd name="csY3963" fmla="*/ 479272 h 531334"/>
              <a:gd name="csX3964" fmla="*/ 682801 w 1722333"/>
              <a:gd name="csY3964" fmla="*/ 479246 h 531334"/>
              <a:gd name="csX3965" fmla="*/ 682970 w 1722333"/>
              <a:gd name="csY3965" fmla="*/ 479210 h 531334"/>
              <a:gd name="csX3966" fmla="*/ 683148 w 1722333"/>
              <a:gd name="csY3966" fmla="*/ 479174 h 531334"/>
              <a:gd name="csX3967" fmla="*/ 683317 w 1722333"/>
              <a:gd name="csY3967" fmla="*/ 479139 h 531334"/>
              <a:gd name="csX3968" fmla="*/ 683486 w 1722333"/>
              <a:gd name="csY3968" fmla="*/ 479112 h 531334"/>
              <a:gd name="csX3969" fmla="*/ 683664 w 1722333"/>
              <a:gd name="csY3969" fmla="*/ 479076 h 531334"/>
              <a:gd name="csX3970" fmla="*/ 683833 w 1722333"/>
              <a:gd name="csY3970" fmla="*/ 479041 h 531334"/>
              <a:gd name="csX3971" fmla="*/ 684002 w 1722333"/>
              <a:gd name="csY3971" fmla="*/ 479014 h 531334"/>
              <a:gd name="csX3972" fmla="*/ 684180 w 1722333"/>
              <a:gd name="csY3972" fmla="*/ 478979 h 531334"/>
              <a:gd name="csX3973" fmla="*/ 684349 w 1722333"/>
              <a:gd name="csY3973" fmla="*/ 478943 h 531334"/>
              <a:gd name="csX3974" fmla="*/ 684527 w 1722333"/>
              <a:gd name="csY3974" fmla="*/ 478907 h 531334"/>
              <a:gd name="csX3975" fmla="*/ 684696 w 1722333"/>
              <a:gd name="csY3975" fmla="*/ 478881 h 531334"/>
              <a:gd name="csX3976" fmla="*/ 684865 w 1722333"/>
              <a:gd name="csY3976" fmla="*/ 478845 h 531334"/>
              <a:gd name="csX3977" fmla="*/ 685043 w 1722333"/>
              <a:gd name="csY3977" fmla="*/ 478810 h 531334"/>
              <a:gd name="csX3978" fmla="*/ 685212 w 1722333"/>
              <a:gd name="csY3978" fmla="*/ 478774 h 531334"/>
              <a:gd name="csX3979" fmla="*/ 685381 w 1722333"/>
              <a:gd name="csY3979" fmla="*/ 478747 h 531334"/>
              <a:gd name="csX3980" fmla="*/ 685559 w 1722333"/>
              <a:gd name="csY3980" fmla="*/ 478712 h 531334"/>
              <a:gd name="csX3981" fmla="*/ 685728 w 1722333"/>
              <a:gd name="csY3981" fmla="*/ 478676 h 531334"/>
              <a:gd name="csX3982" fmla="*/ 685897 w 1722333"/>
              <a:gd name="csY3982" fmla="*/ 478641 h 531334"/>
              <a:gd name="csX3983" fmla="*/ 686075 w 1722333"/>
              <a:gd name="csY3983" fmla="*/ 478614 h 531334"/>
              <a:gd name="csX3984" fmla="*/ 686244 w 1722333"/>
              <a:gd name="csY3984" fmla="*/ 478578 h 531334"/>
              <a:gd name="csX3985" fmla="*/ 686413 w 1722333"/>
              <a:gd name="csY3985" fmla="*/ 478543 h 531334"/>
              <a:gd name="csX3986" fmla="*/ 686591 w 1722333"/>
              <a:gd name="csY3986" fmla="*/ 478507 h 531334"/>
              <a:gd name="csX3987" fmla="*/ 686760 w 1722333"/>
              <a:gd name="csY3987" fmla="*/ 478480 h 531334"/>
              <a:gd name="csX3988" fmla="*/ 686938 w 1722333"/>
              <a:gd name="csY3988" fmla="*/ 478445 h 531334"/>
              <a:gd name="csX3989" fmla="*/ 687107 w 1722333"/>
              <a:gd name="csY3989" fmla="*/ 478409 h 531334"/>
              <a:gd name="csX3990" fmla="*/ 687276 w 1722333"/>
              <a:gd name="csY3990" fmla="*/ 478374 h 531334"/>
              <a:gd name="csX3991" fmla="*/ 687454 w 1722333"/>
              <a:gd name="csY3991" fmla="*/ 478347 h 531334"/>
              <a:gd name="csX3992" fmla="*/ 687623 w 1722333"/>
              <a:gd name="csY3992" fmla="*/ 478311 h 531334"/>
              <a:gd name="csX3993" fmla="*/ 687792 w 1722333"/>
              <a:gd name="csY3993" fmla="*/ 478276 h 531334"/>
              <a:gd name="csX3994" fmla="*/ 687970 w 1722333"/>
              <a:gd name="csY3994" fmla="*/ 478240 h 531334"/>
              <a:gd name="csX3995" fmla="*/ 688139 w 1722333"/>
              <a:gd name="csY3995" fmla="*/ 478205 h 531334"/>
              <a:gd name="csX3996" fmla="*/ 688308 w 1722333"/>
              <a:gd name="csY3996" fmla="*/ 478178 h 531334"/>
              <a:gd name="csX3997" fmla="*/ 688486 w 1722333"/>
              <a:gd name="csY3997" fmla="*/ 478142 h 531334"/>
              <a:gd name="csX3998" fmla="*/ 688655 w 1722333"/>
              <a:gd name="csY3998" fmla="*/ 478107 h 531334"/>
              <a:gd name="csX3999" fmla="*/ 688833 w 1722333"/>
              <a:gd name="csY3999" fmla="*/ 478071 h 531334"/>
              <a:gd name="csX4000" fmla="*/ 689002 w 1722333"/>
              <a:gd name="csY4000" fmla="*/ 478036 h 531334"/>
              <a:gd name="csX4001" fmla="*/ 689171 w 1722333"/>
              <a:gd name="csY4001" fmla="*/ 478009 h 531334"/>
              <a:gd name="csX4002" fmla="*/ 689349 w 1722333"/>
              <a:gd name="csY4002" fmla="*/ 477973 h 531334"/>
              <a:gd name="csX4003" fmla="*/ 689518 w 1722333"/>
              <a:gd name="csY4003" fmla="*/ 477938 h 531334"/>
              <a:gd name="csX4004" fmla="*/ 689687 w 1722333"/>
              <a:gd name="csY4004" fmla="*/ 477902 h 531334"/>
              <a:gd name="csX4005" fmla="*/ 689865 w 1722333"/>
              <a:gd name="csY4005" fmla="*/ 477867 h 531334"/>
              <a:gd name="csX4006" fmla="*/ 690034 w 1722333"/>
              <a:gd name="csY4006" fmla="*/ 477831 h 531334"/>
              <a:gd name="csX4007" fmla="*/ 690203 w 1722333"/>
              <a:gd name="csY4007" fmla="*/ 477804 h 531334"/>
              <a:gd name="csX4008" fmla="*/ 690381 w 1722333"/>
              <a:gd name="csY4008" fmla="*/ 477769 h 531334"/>
              <a:gd name="csX4009" fmla="*/ 690550 w 1722333"/>
              <a:gd name="csY4009" fmla="*/ 477733 h 531334"/>
              <a:gd name="csX4010" fmla="*/ 690728 w 1722333"/>
              <a:gd name="csY4010" fmla="*/ 477698 h 531334"/>
              <a:gd name="csX4011" fmla="*/ 690897 w 1722333"/>
              <a:gd name="csY4011" fmla="*/ 477662 h 531334"/>
              <a:gd name="csX4012" fmla="*/ 691066 w 1722333"/>
              <a:gd name="csY4012" fmla="*/ 477626 h 531334"/>
              <a:gd name="csX4013" fmla="*/ 691243 w 1722333"/>
              <a:gd name="csY4013" fmla="*/ 477591 h 531334"/>
              <a:gd name="csX4014" fmla="*/ 691413 w 1722333"/>
              <a:gd name="csY4014" fmla="*/ 477564 h 531334"/>
              <a:gd name="csX4015" fmla="*/ 691582 w 1722333"/>
              <a:gd name="csY4015" fmla="*/ 477528 h 531334"/>
              <a:gd name="csX4016" fmla="*/ 691760 w 1722333"/>
              <a:gd name="csY4016" fmla="*/ 477493 h 531334"/>
              <a:gd name="csX4017" fmla="*/ 691929 w 1722333"/>
              <a:gd name="csY4017" fmla="*/ 477457 h 531334"/>
              <a:gd name="csX4018" fmla="*/ 692098 w 1722333"/>
              <a:gd name="csY4018" fmla="*/ 477422 h 531334"/>
              <a:gd name="csX4019" fmla="*/ 692275 w 1722333"/>
              <a:gd name="csY4019" fmla="*/ 477386 h 531334"/>
              <a:gd name="csX4020" fmla="*/ 692445 w 1722333"/>
              <a:gd name="csY4020" fmla="*/ 477351 h 531334"/>
              <a:gd name="csX4021" fmla="*/ 692614 w 1722333"/>
              <a:gd name="csY4021" fmla="*/ 477315 h 531334"/>
              <a:gd name="csX4022" fmla="*/ 692792 w 1722333"/>
              <a:gd name="csY4022" fmla="*/ 477288 h 531334"/>
              <a:gd name="csX4023" fmla="*/ 692961 w 1722333"/>
              <a:gd name="csY4023" fmla="*/ 477253 h 531334"/>
              <a:gd name="csX4024" fmla="*/ 693138 w 1722333"/>
              <a:gd name="csY4024" fmla="*/ 477217 h 531334"/>
              <a:gd name="csX4025" fmla="*/ 693308 w 1722333"/>
              <a:gd name="csY4025" fmla="*/ 477182 h 531334"/>
              <a:gd name="csX4026" fmla="*/ 693476 w 1722333"/>
              <a:gd name="csY4026" fmla="*/ 477146 h 531334"/>
              <a:gd name="csX4027" fmla="*/ 693654 w 1722333"/>
              <a:gd name="csY4027" fmla="*/ 477110 h 531334"/>
              <a:gd name="csX4028" fmla="*/ 693823 w 1722333"/>
              <a:gd name="csY4028" fmla="*/ 477075 h 531334"/>
              <a:gd name="csX4029" fmla="*/ 693993 w 1722333"/>
              <a:gd name="csY4029" fmla="*/ 477039 h 531334"/>
              <a:gd name="csX4030" fmla="*/ 694170 w 1722333"/>
              <a:gd name="csY4030" fmla="*/ 477004 h 531334"/>
              <a:gd name="csX4031" fmla="*/ 694340 w 1722333"/>
              <a:gd name="csY4031" fmla="*/ 476968 h 531334"/>
              <a:gd name="csX4032" fmla="*/ 694509 w 1722333"/>
              <a:gd name="csY4032" fmla="*/ 476941 h 531334"/>
              <a:gd name="csX4033" fmla="*/ 694687 w 1722333"/>
              <a:gd name="csY4033" fmla="*/ 476906 h 531334"/>
              <a:gd name="csX4034" fmla="*/ 694855 w 1722333"/>
              <a:gd name="csY4034" fmla="*/ 476870 h 531334"/>
              <a:gd name="csX4035" fmla="*/ 695033 w 1722333"/>
              <a:gd name="csY4035" fmla="*/ 476835 h 531334"/>
              <a:gd name="csX4036" fmla="*/ 695202 w 1722333"/>
              <a:gd name="csY4036" fmla="*/ 476799 h 531334"/>
              <a:gd name="csX4037" fmla="*/ 695371 w 1722333"/>
              <a:gd name="csY4037" fmla="*/ 476763 h 531334"/>
              <a:gd name="csX4038" fmla="*/ 695549 w 1722333"/>
              <a:gd name="csY4038" fmla="*/ 476728 h 531334"/>
              <a:gd name="csX4039" fmla="*/ 695718 w 1722333"/>
              <a:gd name="csY4039" fmla="*/ 476692 h 531334"/>
              <a:gd name="csX4040" fmla="*/ 695888 w 1722333"/>
              <a:gd name="csY4040" fmla="*/ 476657 h 531334"/>
              <a:gd name="csX4041" fmla="*/ 696065 w 1722333"/>
              <a:gd name="csY4041" fmla="*/ 476621 h 531334"/>
              <a:gd name="csX4042" fmla="*/ 696234 w 1722333"/>
              <a:gd name="csY4042" fmla="*/ 476586 h 531334"/>
              <a:gd name="csX4043" fmla="*/ 696403 w 1722333"/>
              <a:gd name="csY4043" fmla="*/ 476550 h 531334"/>
              <a:gd name="csX4044" fmla="*/ 696581 w 1722333"/>
              <a:gd name="csY4044" fmla="*/ 476514 h 531334"/>
              <a:gd name="csX4045" fmla="*/ 696750 w 1722333"/>
              <a:gd name="csY4045" fmla="*/ 476479 h 531334"/>
              <a:gd name="csX4046" fmla="*/ 696928 w 1722333"/>
              <a:gd name="csY4046" fmla="*/ 476443 h 531334"/>
              <a:gd name="csX4047" fmla="*/ 697097 w 1722333"/>
              <a:gd name="csY4047" fmla="*/ 476408 h 531334"/>
              <a:gd name="csX4048" fmla="*/ 697266 w 1722333"/>
              <a:gd name="csY4048" fmla="*/ 476372 h 531334"/>
              <a:gd name="csX4049" fmla="*/ 697444 w 1722333"/>
              <a:gd name="csY4049" fmla="*/ 476336 h 531334"/>
              <a:gd name="csX4050" fmla="*/ 697613 w 1722333"/>
              <a:gd name="csY4050" fmla="*/ 476301 h 531334"/>
              <a:gd name="csX4051" fmla="*/ 697782 w 1722333"/>
              <a:gd name="csY4051" fmla="*/ 476265 h 531334"/>
              <a:gd name="csX4052" fmla="*/ 697960 w 1722333"/>
              <a:gd name="csY4052" fmla="*/ 476230 h 531334"/>
              <a:gd name="csX4053" fmla="*/ 698129 w 1722333"/>
              <a:gd name="csY4053" fmla="*/ 476194 h 531334"/>
              <a:gd name="csX4054" fmla="*/ 698298 w 1722333"/>
              <a:gd name="csY4054" fmla="*/ 476159 h 531334"/>
              <a:gd name="csX4055" fmla="*/ 698476 w 1722333"/>
              <a:gd name="csY4055" fmla="*/ 476123 h 531334"/>
              <a:gd name="csX4056" fmla="*/ 698645 w 1722333"/>
              <a:gd name="csY4056" fmla="*/ 476087 h 531334"/>
              <a:gd name="csX4057" fmla="*/ 698823 w 1722333"/>
              <a:gd name="csY4057" fmla="*/ 476052 h 531334"/>
              <a:gd name="csX4058" fmla="*/ 698992 w 1722333"/>
              <a:gd name="csY4058" fmla="*/ 476016 h 531334"/>
              <a:gd name="csX4059" fmla="*/ 699161 w 1722333"/>
              <a:gd name="csY4059" fmla="*/ 475981 h 531334"/>
              <a:gd name="csX4060" fmla="*/ 699339 w 1722333"/>
              <a:gd name="csY4060" fmla="*/ 475945 h 531334"/>
              <a:gd name="csX4061" fmla="*/ 699508 w 1722333"/>
              <a:gd name="csY4061" fmla="*/ 475909 h 531334"/>
              <a:gd name="csX4062" fmla="*/ 699677 w 1722333"/>
              <a:gd name="csY4062" fmla="*/ 475874 h 531334"/>
              <a:gd name="csX4063" fmla="*/ 699855 w 1722333"/>
              <a:gd name="csY4063" fmla="*/ 475838 h 531334"/>
              <a:gd name="csX4064" fmla="*/ 700024 w 1722333"/>
              <a:gd name="csY4064" fmla="*/ 475803 h 531334"/>
              <a:gd name="csX4065" fmla="*/ 700193 w 1722333"/>
              <a:gd name="csY4065" fmla="*/ 475767 h 531334"/>
              <a:gd name="csX4066" fmla="*/ 700371 w 1722333"/>
              <a:gd name="csY4066" fmla="*/ 475731 h 531334"/>
              <a:gd name="csX4067" fmla="*/ 700540 w 1722333"/>
              <a:gd name="csY4067" fmla="*/ 475696 h 531334"/>
              <a:gd name="csX4068" fmla="*/ 700709 w 1722333"/>
              <a:gd name="csY4068" fmla="*/ 475660 h 531334"/>
              <a:gd name="csX4069" fmla="*/ 700887 w 1722333"/>
              <a:gd name="csY4069" fmla="*/ 475625 h 531334"/>
              <a:gd name="csX4070" fmla="*/ 701056 w 1722333"/>
              <a:gd name="csY4070" fmla="*/ 475589 h 531334"/>
              <a:gd name="csX4071" fmla="*/ 701234 w 1722333"/>
              <a:gd name="csY4071" fmla="*/ 475553 h 531334"/>
              <a:gd name="csX4072" fmla="*/ 701403 w 1722333"/>
              <a:gd name="csY4072" fmla="*/ 475518 h 531334"/>
              <a:gd name="csX4073" fmla="*/ 701572 w 1722333"/>
              <a:gd name="csY4073" fmla="*/ 475473 h 531334"/>
              <a:gd name="csX4074" fmla="*/ 701750 w 1722333"/>
              <a:gd name="csY4074" fmla="*/ 475438 h 531334"/>
              <a:gd name="csX4075" fmla="*/ 701919 w 1722333"/>
              <a:gd name="csY4075" fmla="*/ 475402 h 531334"/>
              <a:gd name="csX4076" fmla="*/ 702088 w 1722333"/>
              <a:gd name="csY4076" fmla="*/ 475367 h 531334"/>
              <a:gd name="csX4077" fmla="*/ 702266 w 1722333"/>
              <a:gd name="csY4077" fmla="*/ 475331 h 531334"/>
              <a:gd name="csX4078" fmla="*/ 702435 w 1722333"/>
              <a:gd name="csY4078" fmla="*/ 475295 h 531334"/>
              <a:gd name="csX4079" fmla="*/ 702604 w 1722333"/>
              <a:gd name="csY4079" fmla="*/ 475260 h 531334"/>
              <a:gd name="csX4080" fmla="*/ 702782 w 1722333"/>
              <a:gd name="csY4080" fmla="*/ 475224 h 531334"/>
              <a:gd name="csX4081" fmla="*/ 702951 w 1722333"/>
              <a:gd name="csY4081" fmla="*/ 475189 h 531334"/>
              <a:gd name="csX4082" fmla="*/ 703129 w 1722333"/>
              <a:gd name="csY4082" fmla="*/ 475153 h 531334"/>
              <a:gd name="csX4083" fmla="*/ 703298 w 1722333"/>
              <a:gd name="csY4083" fmla="*/ 475118 h 531334"/>
              <a:gd name="csX4084" fmla="*/ 703467 w 1722333"/>
              <a:gd name="csY4084" fmla="*/ 475073 h 531334"/>
              <a:gd name="csX4085" fmla="*/ 703645 w 1722333"/>
              <a:gd name="csY4085" fmla="*/ 475038 h 531334"/>
              <a:gd name="csX4086" fmla="*/ 703814 w 1722333"/>
              <a:gd name="csY4086" fmla="*/ 475002 h 531334"/>
              <a:gd name="csX4087" fmla="*/ 703983 w 1722333"/>
              <a:gd name="csY4087" fmla="*/ 474966 h 531334"/>
              <a:gd name="csX4088" fmla="*/ 704161 w 1722333"/>
              <a:gd name="csY4088" fmla="*/ 474931 h 531334"/>
              <a:gd name="csX4089" fmla="*/ 704330 w 1722333"/>
              <a:gd name="csY4089" fmla="*/ 474895 h 531334"/>
              <a:gd name="csX4090" fmla="*/ 704499 w 1722333"/>
              <a:gd name="csY4090" fmla="*/ 474860 h 531334"/>
              <a:gd name="csX4091" fmla="*/ 704677 w 1722333"/>
              <a:gd name="csY4091" fmla="*/ 474824 h 531334"/>
              <a:gd name="csX4092" fmla="*/ 704846 w 1722333"/>
              <a:gd name="csY4092" fmla="*/ 474780 h 531334"/>
              <a:gd name="csX4093" fmla="*/ 705024 w 1722333"/>
              <a:gd name="csY4093" fmla="*/ 474744 h 531334"/>
              <a:gd name="csX4094" fmla="*/ 705193 w 1722333"/>
              <a:gd name="csY4094" fmla="*/ 474708 h 531334"/>
              <a:gd name="csX4095" fmla="*/ 705362 w 1722333"/>
              <a:gd name="csY4095" fmla="*/ 474673 h 531334"/>
              <a:gd name="csX4096" fmla="*/ 705540 w 1722333"/>
              <a:gd name="csY4096" fmla="*/ 474637 h 531334"/>
              <a:gd name="csX4097" fmla="*/ 705709 w 1722333"/>
              <a:gd name="csY4097" fmla="*/ 474602 h 531334"/>
              <a:gd name="csX4098" fmla="*/ 705878 w 1722333"/>
              <a:gd name="csY4098" fmla="*/ 474557 h 531334"/>
              <a:gd name="csX4099" fmla="*/ 706056 w 1722333"/>
              <a:gd name="csY4099" fmla="*/ 474521 h 531334"/>
              <a:gd name="csX4100" fmla="*/ 706225 w 1722333"/>
              <a:gd name="csY4100" fmla="*/ 474486 h 531334"/>
              <a:gd name="csX4101" fmla="*/ 706394 w 1722333"/>
              <a:gd name="csY4101" fmla="*/ 474450 h 531334"/>
              <a:gd name="csX4102" fmla="*/ 706572 w 1722333"/>
              <a:gd name="csY4102" fmla="*/ 474415 h 531334"/>
              <a:gd name="csX4103" fmla="*/ 706741 w 1722333"/>
              <a:gd name="csY4103" fmla="*/ 474379 h 531334"/>
              <a:gd name="csX4104" fmla="*/ 706919 w 1722333"/>
              <a:gd name="csY4104" fmla="*/ 474335 h 531334"/>
              <a:gd name="csX4105" fmla="*/ 707088 w 1722333"/>
              <a:gd name="csY4105" fmla="*/ 474299 h 531334"/>
              <a:gd name="csX4106" fmla="*/ 707257 w 1722333"/>
              <a:gd name="csY4106" fmla="*/ 474264 h 531334"/>
              <a:gd name="csX4107" fmla="*/ 707435 w 1722333"/>
              <a:gd name="csY4107" fmla="*/ 474228 h 531334"/>
              <a:gd name="csX4108" fmla="*/ 707604 w 1722333"/>
              <a:gd name="csY4108" fmla="*/ 474192 h 531334"/>
              <a:gd name="csX4109" fmla="*/ 707773 w 1722333"/>
              <a:gd name="csY4109" fmla="*/ 474148 h 531334"/>
              <a:gd name="csX4110" fmla="*/ 707951 w 1722333"/>
              <a:gd name="csY4110" fmla="*/ 474112 h 531334"/>
              <a:gd name="csX4111" fmla="*/ 708120 w 1722333"/>
              <a:gd name="csY4111" fmla="*/ 474077 h 531334"/>
              <a:gd name="csX4112" fmla="*/ 708289 w 1722333"/>
              <a:gd name="csY4112" fmla="*/ 474041 h 531334"/>
              <a:gd name="csX4113" fmla="*/ 708467 w 1722333"/>
              <a:gd name="csY4113" fmla="*/ 473997 h 531334"/>
              <a:gd name="csX4114" fmla="*/ 708636 w 1722333"/>
              <a:gd name="csY4114" fmla="*/ 473961 h 531334"/>
              <a:gd name="csX4115" fmla="*/ 708805 w 1722333"/>
              <a:gd name="csY4115" fmla="*/ 473925 h 531334"/>
              <a:gd name="csX4116" fmla="*/ 708983 w 1722333"/>
              <a:gd name="csY4116" fmla="*/ 473890 h 531334"/>
              <a:gd name="csX4117" fmla="*/ 709152 w 1722333"/>
              <a:gd name="csY4117" fmla="*/ 473854 h 531334"/>
              <a:gd name="csX4118" fmla="*/ 709330 w 1722333"/>
              <a:gd name="csY4118" fmla="*/ 473810 h 531334"/>
              <a:gd name="csX4119" fmla="*/ 709499 w 1722333"/>
              <a:gd name="csY4119" fmla="*/ 473774 h 531334"/>
              <a:gd name="csX4120" fmla="*/ 709668 w 1722333"/>
              <a:gd name="csY4120" fmla="*/ 473739 h 531334"/>
              <a:gd name="csX4121" fmla="*/ 709846 w 1722333"/>
              <a:gd name="csY4121" fmla="*/ 473703 h 531334"/>
              <a:gd name="csX4122" fmla="*/ 710015 w 1722333"/>
              <a:gd name="csY4122" fmla="*/ 473659 h 531334"/>
              <a:gd name="csX4123" fmla="*/ 710184 w 1722333"/>
              <a:gd name="csY4123" fmla="*/ 473623 h 531334"/>
              <a:gd name="csX4124" fmla="*/ 710362 w 1722333"/>
              <a:gd name="csY4124" fmla="*/ 473587 h 531334"/>
              <a:gd name="csX4125" fmla="*/ 710531 w 1722333"/>
              <a:gd name="csY4125" fmla="*/ 473543 h 531334"/>
              <a:gd name="csX4126" fmla="*/ 710700 w 1722333"/>
              <a:gd name="csY4126" fmla="*/ 473507 h 531334"/>
              <a:gd name="csX4127" fmla="*/ 710878 w 1722333"/>
              <a:gd name="csY4127" fmla="*/ 473472 h 531334"/>
              <a:gd name="csX4128" fmla="*/ 711047 w 1722333"/>
              <a:gd name="csY4128" fmla="*/ 473436 h 531334"/>
              <a:gd name="csX4129" fmla="*/ 711225 w 1722333"/>
              <a:gd name="csY4129" fmla="*/ 473392 h 531334"/>
              <a:gd name="csX4130" fmla="*/ 711394 w 1722333"/>
              <a:gd name="csY4130" fmla="*/ 473356 h 531334"/>
              <a:gd name="csX4131" fmla="*/ 711563 w 1722333"/>
              <a:gd name="csY4131" fmla="*/ 473320 h 531334"/>
              <a:gd name="csX4132" fmla="*/ 711741 w 1722333"/>
              <a:gd name="csY4132" fmla="*/ 473276 h 531334"/>
              <a:gd name="csX4133" fmla="*/ 711910 w 1722333"/>
              <a:gd name="csY4133" fmla="*/ 473240 h 531334"/>
              <a:gd name="csX4134" fmla="*/ 712079 w 1722333"/>
              <a:gd name="csY4134" fmla="*/ 473205 h 531334"/>
              <a:gd name="csX4135" fmla="*/ 712257 w 1722333"/>
              <a:gd name="csY4135" fmla="*/ 473169 h 531334"/>
              <a:gd name="csX4136" fmla="*/ 712426 w 1722333"/>
              <a:gd name="csY4136" fmla="*/ 473125 h 531334"/>
              <a:gd name="csX4137" fmla="*/ 712595 w 1722333"/>
              <a:gd name="csY4137" fmla="*/ 473089 h 531334"/>
              <a:gd name="csX4138" fmla="*/ 712773 w 1722333"/>
              <a:gd name="csY4138" fmla="*/ 473054 h 531334"/>
              <a:gd name="csX4139" fmla="*/ 712942 w 1722333"/>
              <a:gd name="csY4139" fmla="*/ 473009 h 531334"/>
              <a:gd name="csX4140" fmla="*/ 713120 w 1722333"/>
              <a:gd name="csY4140" fmla="*/ 472974 h 531334"/>
              <a:gd name="csX4141" fmla="*/ 713289 w 1722333"/>
              <a:gd name="csY4141" fmla="*/ 472938 h 531334"/>
              <a:gd name="csX4142" fmla="*/ 713458 w 1722333"/>
              <a:gd name="csY4142" fmla="*/ 472893 h 531334"/>
              <a:gd name="csX4143" fmla="*/ 713636 w 1722333"/>
              <a:gd name="csY4143" fmla="*/ 472858 h 531334"/>
              <a:gd name="csX4144" fmla="*/ 713805 w 1722333"/>
              <a:gd name="csY4144" fmla="*/ 472822 h 531334"/>
              <a:gd name="csX4145" fmla="*/ 713974 w 1722333"/>
              <a:gd name="csY4145" fmla="*/ 472778 h 531334"/>
              <a:gd name="csX4146" fmla="*/ 714152 w 1722333"/>
              <a:gd name="csY4146" fmla="*/ 472742 h 531334"/>
              <a:gd name="csX4147" fmla="*/ 714321 w 1722333"/>
              <a:gd name="csY4147" fmla="*/ 472698 h 531334"/>
              <a:gd name="csX4148" fmla="*/ 714490 w 1722333"/>
              <a:gd name="csY4148" fmla="*/ 472662 h 531334"/>
              <a:gd name="csX4149" fmla="*/ 714668 w 1722333"/>
              <a:gd name="csY4149" fmla="*/ 472627 h 531334"/>
              <a:gd name="csX4150" fmla="*/ 714837 w 1722333"/>
              <a:gd name="csY4150" fmla="*/ 472582 h 531334"/>
              <a:gd name="csX4151" fmla="*/ 715015 w 1722333"/>
              <a:gd name="csY4151" fmla="*/ 472546 h 531334"/>
              <a:gd name="csX4152" fmla="*/ 715184 w 1722333"/>
              <a:gd name="csY4152" fmla="*/ 472511 h 531334"/>
              <a:gd name="csX4153" fmla="*/ 715353 w 1722333"/>
              <a:gd name="csY4153" fmla="*/ 472466 h 531334"/>
              <a:gd name="csX4154" fmla="*/ 715531 w 1722333"/>
              <a:gd name="csY4154" fmla="*/ 472431 h 531334"/>
              <a:gd name="csX4155" fmla="*/ 715700 w 1722333"/>
              <a:gd name="csY4155" fmla="*/ 472386 h 531334"/>
              <a:gd name="csX4156" fmla="*/ 715869 w 1722333"/>
              <a:gd name="csY4156" fmla="*/ 472351 h 531334"/>
              <a:gd name="csX4157" fmla="*/ 716047 w 1722333"/>
              <a:gd name="csY4157" fmla="*/ 472315 h 531334"/>
              <a:gd name="csX4158" fmla="*/ 716216 w 1722333"/>
              <a:gd name="csY4158" fmla="*/ 472271 h 531334"/>
              <a:gd name="csX4159" fmla="*/ 716385 w 1722333"/>
              <a:gd name="csY4159" fmla="*/ 472235 h 531334"/>
              <a:gd name="csX4160" fmla="*/ 716563 w 1722333"/>
              <a:gd name="csY4160" fmla="*/ 472191 h 531334"/>
              <a:gd name="csX4161" fmla="*/ 716732 w 1722333"/>
              <a:gd name="csY4161" fmla="*/ 472155 h 531334"/>
              <a:gd name="csX4162" fmla="*/ 716901 w 1722333"/>
              <a:gd name="csY4162" fmla="*/ 472119 h 531334"/>
              <a:gd name="csX4163" fmla="*/ 717079 w 1722333"/>
              <a:gd name="csY4163" fmla="*/ 472075 h 531334"/>
              <a:gd name="csX4164" fmla="*/ 717248 w 1722333"/>
              <a:gd name="csY4164" fmla="*/ 472039 h 531334"/>
              <a:gd name="csX4165" fmla="*/ 717426 w 1722333"/>
              <a:gd name="csY4165" fmla="*/ 471995 h 531334"/>
              <a:gd name="csX4166" fmla="*/ 717595 w 1722333"/>
              <a:gd name="csY4166" fmla="*/ 471959 h 531334"/>
              <a:gd name="csX4167" fmla="*/ 717764 w 1722333"/>
              <a:gd name="csY4167" fmla="*/ 471915 h 531334"/>
              <a:gd name="csX4168" fmla="*/ 717942 w 1722333"/>
              <a:gd name="csY4168" fmla="*/ 471879 h 531334"/>
              <a:gd name="csX4169" fmla="*/ 718111 w 1722333"/>
              <a:gd name="csY4169" fmla="*/ 471844 h 531334"/>
              <a:gd name="csX4170" fmla="*/ 718280 w 1722333"/>
              <a:gd name="csY4170" fmla="*/ 471799 h 531334"/>
              <a:gd name="csX4171" fmla="*/ 718458 w 1722333"/>
              <a:gd name="csY4171" fmla="*/ 471764 h 531334"/>
              <a:gd name="csX4172" fmla="*/ 718627 w 1722333"/>
              <a:gd name="csY4172" fmla="*/ 471719 h 531334"/>
              <a:gd name="csX4173" fmla="*/ 718796 w 1722333"/>
              <a:gd name="csY4173" fmla="*/ 471684 h 531334"/>
              <a:gd name="csX4174" fmla="*/ 718974 w 1722333"/>
              <a:gd name="csY4174" fmla="*/ 471639 h 531334"/>
              <a:gd name="csX4175" fmla="*/ 719143 w 1722333"/>
              <a:gd name="csY4175" fmla="*/ 471604 h 531334"/>
              <a:gd name="csX4176" fmla="*/ 719321 w 1722333"/>
              <a:gd name="csY4176" fmla="*/ 471559 h 531334"/>
              <a:gd name="csX4177" fmla="*/ 719490 w 1722333"/>
              <a:gd name="csY4177" fmla="*/ 471523 h 531334"/>
              <a:gd name="csX4178" fmla="*/ 719659 w 1722333"/>
              <a:gd name="csY4178" fmla="*/ 471479 h 531334"/>
              <a:gd name="csX4179" fmla="*/ 719837 w 1722333"/>
              <a:gd name="csY4179" fmla="*/ 471443 h 531334"/>
              <a:gd name="csX4180" fmla="*/ 720006 w 1722333"/>
              <a:gd name="csY4180" fmla="*/ 471399 h 531334"/>
              <a:gd name="csX4181" fmla="*/ 720175 w 1722333"/>
              <a:gd name="csY4181" fmla="*/ 471363 h 531334"/>
              <a:gd name="csX4182" fmla="*/ 720353 w 1722333"/>
              <a:gd name="csY4182" fmla="*/ 471319 h 531334"/>
              <a:gd name="csX4183" fmla="*/ 720522 w 1722333"/>
              <a:gd name="csY4183" fmla="*/ 471283 h 531334"/>
              <a:gd name="csX4184" fmla="*/ 720691 w 1722333"/>
              <a:gd name="csY4184" fmla="*/ 471239 h 531334"/>
              <a:gd name="csX4185" fmla="*/ 720869 w 1722333"/>
              <a:gd name="csY4185" fmla="*/ 471203 h 531334"/>
              <a:gd name="csX4186" fmla="*/ 721038 w 1722333"/>
              <a:gd name="csY4186" fmla="*/ 471159 h 531334"/>
              <a:gd name="csX4187" fmla="*/ 721216 w 1722333"/>
              <a:gd name="csY4187" fmla="*/ 471123 h 531334"/>
              <a:gd name="csX4188" fmla="*/ 721385 w 1722333"/>
              <a:gd name="csY4188" fmla="*/ 471079 h 531334"/>
              <a:gd name="csX4189" fmla="*/ 721554 w 1722333"/>
              <a:gd name="csY4189" fmla="*/ 471043 h 531334"/>
              <a:gd name="csX4190" fmla="*/ 721732 w 1722333"/>
              <a:gd name="csY4190" fmla="*/ 470999 h 531334"/>
              <a:gd name="csX4191" fmla="*/ 721901 w 1722333"/>
              <a:gd name="csY4191" fmla="*/ 470963 h 531334"/>
              <a:gd name="csX4192" fmla="*/ 722070 w 1722333"/>
              <a:gd name="csY4192" fmla="*/ 470918 h 531334"/>
              <a:gd name="csX4193" fmla="*/ 722248 w 1722333"/>
              <a:gd name="csY4193" fmla="*/ 470883 h 531334"/>
              <a:gd name="csX4194" fmla="*/ 722417 w 1722333"/>
              <a:gd name="csY4194" fmla="*/ 470838 h 531334"/>
              <a:gd name="csX4195" fmla="*/ 722586 w 1722333"/>
              <a:gd name="csY4195" fmla="*/ 470794 h 531334"/>
              <a:gd name="csX4196" fmla="*/ 722764 w 1722333"/>
              <a:gd name="csY4196" fmla="*/ 470758 h 531334"/>
              <a:gd name="csX4197" fmla="*/ 722933 w 1722333"/>
              <a:gd name="csY4197" fmla="*/ 470714 h 531334"/>
              <a:gd name="csX4198" fmla="*/ 723111 w 1722333"/>
              <a:gd name="csY4198" fmla="*/ 470678 h 531334"/>
              <a:gd name="csX4199" fmla="*/ 723280 w 1722333"/>
              <a:gd name="csY4199" fmla="*/ 470634 h 531334"/>
              <a:gd name="csX4200" fmla="*/ 723449 w 1722333"/>
              <a:gd name="csY4200" fmla="*/ 470598 h 531334"/>
              <a:gd name="csX4201" fmla="*/ 723627 w 1722333"/>
              <a:gd name="csY4201" fmla="*/ 470554 h 531334"/>
              <a:gd name="csX4202" fmla="*/ 723796 w 1722333"/>
              <a:gd name="csY4202" fmla="*/ 470509 h 531334"/>
              <a:gd name="csX4203" fmla="*/ 723965 w 1722333"/>
              <a:gd name="csY4203" fmla="*/ 470474 h 531334"/>
              <a:gd name="csX4204" fmla="*/ 724143 w 1722333"/>
              <a:gd name="csY4204" fmla="*/ 470429 h 531334"/>
              <a:gd name="csX4205" fmla="*/ 724312 w 1722333"/>
              <a:gd name="csY4205" fmla="*/ 470394 h 531334"/>
              <a:gd name="csX4206" fmla="*/ 724481 w 1722333"/>
              <a:gd name="csY4206" fmla="*/ 470349 h 531334"/>
              <a:gd name="csX4207" fmla="*/ 724659 w 1722333"/>
              <a:gd name="csY4207" fmla="*/ 470305 h 531334"/>
              <a:gd name="csX4208" fmla="*/ 724828 w 1722333"/>
              <a:gd name="csY4208" fmla="*/ 470269 h 531334"/>
              <a:gd name="csX4209" fmla="*/ 724997 w 1722333"/>
              <a:gd name="csY4209" fmla="*/ 470225 h 531334"/>
              <a:gd name="csX4210" fmla="*/ 725175 w 1722333"/>
              <a:gd name="csY4210" fmla="*/ 470189 h 531334"/>
              <a:gd name="csX4211" fmla="*/ 725344 w 1722333"/>
              <a:gd name="csY4211" fmla="*/ 470144 h 531334"/>
              <a:gd name="csX4212" fmla="*/ 725522 w 1722333"/>
              <a:gd name="csY4212" fmla="*/ 470100 h 531334"/>
              <a:gd name="csX4213" fmla="*/ 725691 w 1722333"/>
              <a:gd name="csY4213" fmla="*/ 470064 h 531334"/>
              <a:gd name="csX4214" fmla="*/ 725860 w 1722333"/>
              <a:gd name="csY4214" fmla="*/ 470020 h 531334"/>
              <a:gd name="csX4215" fmla="*/ 726038 w 1722333"/>
              <a:gd name="csY4215" fmla="*/ 469975 h 531334"/>
              <a:gd name="csX4216" fmla="*/ 726207 w 1722333"/>
              <a:gd name="csY4216" fmla="*/ 469940 h 531334"/>
              <a:gd name="csX4217" fmla="*/ 726376 w 1722333"/>
              <a:gd name="csY4217" fmla="*/ 469895 h 531334"/>
              <a:gd name="csX4218" fmla="*/ 726554 w 1722333"/>
              <a:gd name="csY4218" fmla="*/ 469851 h 531334"/>
              <a:gd name="csX4219" fmla="*/ 726723 w 1722333"/>
              <a:gd name="csY4219" fmla="*/ 469815 h 531334"/>
              <a:gd name="csX4220" fmla="*/ 726892 w 1722333"/>
              <a:gd name="csY4220" fmla="*/ 469771 h 531334"/>
              <a:gd name="csX4221" fmla="*/ 727069 w 1722333"/>
              <a:gd name="csY4221" fmla="*/ 469726 h 531334"/>
              <a:gd name="csX4222" fmla="*/ 727239 w 1722333"/>
              <a:gd name="csY4222" fmla="*/ 469691 h 531334"/>
              <a:gd name="csX4223" fmla="*/ 727416 w 1722333"/>
              <a:gd name="csY4223" fmla="*/ 469646 h 531334"/>
              <a:gd name="csX4224" fmla="*/ 727586 w 1722333"/>
              <a:gd name="csY4224" fmla="*/ 469602 h 531334"/>
              <a:gd name="csX4225" fmla="*/ 727755 w 1722333"/>
              <a:gd name="csY4225" fmla="*/ 469566 h 531334"/>
              <a:gd name="csX4226" fmla="*/ 727933 w 1722333"/>
              <a:gd name="csY4226" fmla="*/ 469522 h 531334"/>
              <a:gd name="csX4227" fmla="*/ 728102 w 1722333"/>
              <a:gd name="csY4227" fmla="*/ 469477 h 531334"/>
              <a:gd name="csX4228" fmla="*/ 728271 w 1722333"/>
              <a:gd name="csY4228" fmla="*/ 469442 h 531334"/>
              <a:gd name="csX4229" fmla="*/ 728448 w 1722333"/>
              <a:gd name="csY4229" fmla="*/ 469397 h 531334"/>
              <a:gd name="csX4230" fmla="*/ 728617 w 1722333"/>
              <a:gd name="csY4230" fmla="*/ 469353 h 531334"/>
              <a:gd name="csX4231" fmla="*/ 728787 w 1722333"/>
              <a:gd name="csY4231" fmla="*/ 469308 h 531334"/>
              <a:gd name="csX4232" fmla="*/ 728964 w 1722333"/>
              <a:gd name="csY4232" fmla="*/ 469273 h 531334"/>
              <a:gd name="csX4233" fmla="*/ 729134 w 1722333"/>
              <a:gd name="csY4233" fmla="*/ 469228 h 531334"/>
              <a:gd name="csX4234" fmla="*/ 729311 w 1722333"/>
              <a:gd name="csY4234" fmla="*/ 469184 h 531334"/>
              <a:gd name="csX4235" fmla="*/ 729481 w 1722333"/>
              <a:gd name="csY4235" fmla="*/ 469148 h 531334"/>
              <a:gd name="csX4236" fmla="*/ 729649 w 1722333"/>
              <a:gd name="csY4236" fmla="*/ 469104 h 531334"/>
              <a:gd name="csX4237" fmla="*/ 729827 w 1722333"/>
              <a:gd name="csY4237" fmla="*/ 469059 h 531334"/>
              <a:gd name="csX4238" fmla="*/ 729996 w 1722333"/>
              <a:gd name="csY4238" fmla="*/ 469015 h 531334"/>
              <a:gd name="csX4239" fmla="*/ 730165 w 1722333"/>
              <a:gd name="csY4239" fmla="*/ 468979 h 531334"/>
              <a:gd name="csX4240" fmla="*/ 730343 w 1722333"/>
              <a:gd name="csY4240" fmla="*/ 468935 h 531334"/>
              <a:gd name="csX4241" fmla="*/ 730512 w 1722333"/>
              <a:gd name="csY4241" fmla="*/ 468890 h 531334"/>
              <a:gd name="csX4242" fmla="*/ 730682 w 1722333"/>
              <a:gd name="csY4242" fmla="*/ 468846 h 531334"/>
              <a:gd name="csX4243" fmla="*/ 730859 w 1722333"/>
              <a:gd name="csY4243" fmla="*/ 468810 h 531334"/>
              <a:gd name="csX4244" fmla="*/ 731028 w 1722333"/>
              <a:gd name="csY4244" fmla="*/ 468765 h 531334"/>
              <a:gd name="csX4245" fmla="*/ 731206 w 1722333"/>
              <a:gd name="csY4245" fmla="*/ 468721 h 531334"/>
              <a:gd name="csX4246" fmla="*/ 731375 w 1722333"/>
              <a:gd name="csY4246" fmla="*/ 468677 h 531334"/>
              <a:gd name="csX4247" fmla="*/ 731544 w 1722333"/>
              <a:gd name="csY4247" fmla="*/ 468632 h 531334"/>
              <a:gd name="csX4248" fmla="*/ 731722 w 1722333"/>
              <a:gd name="csY4248" fmla="*/ 468597 h 531334"/>
              <a:gd name="csX4249" fmla="*/ 731891 w 1722333"/>
              <a:gd name="csY4249" fmla="*/ 468552 h 531334"/>
              <a:gd name="csX4250" fmla="*/ 732060 w 1722333"/>
              <a:gd name="csY4250" fmla="*/ 468507 h 531334"/>
              <a:gd name="csX4251" fmla="*/ 732238 w 1722333"/>
              <a:gd name="csY4251" fmla="*/ 468463 h 531334"/>
              <a:gd name="csX4252" fmla="*/ 732407 w 1722333"/>
              <a:gd name="csY4252" fmla="*/ 468427 h 531334"/>
              <a:gd name="csX4253" fmla="*/ 732576 w 1722333"/>
              <a:gd name="csY4253" fmla="*/ 468383 h 531334"/>
              <a:gd name="csX4254" fmla="*/ 732754 w 1722333"/>
              <a:gd name="csY4254" fmla="*/ 468338 h 531334"/>
              <a:gd name="csX4255" fmla="*/ 732923 w 1722333"/>
              <a:gd name="csY4255" fmla="*/ 468294 h 531334"/>
              <a:gd name="csX4256" fmla="*/ 733092 w 1722333"/>
              <a:gd name="csY4256" fmla="*/ 468250 h 531334"/>
              <a:gd name="csX4257" fmla="*/ 733270 w 1722333"/>
              <a:gd name="csY4257" fmla="*/ 468205 h 531334"/>
              <a:gd name="csX4258" fmla="*/ 733439 w 1722333"/>
              <a:gd name="csY4258" fmla="*/ 468170 h 531334"/>
              <a:gd name="csX4259" fmla="*/ 733617 w 1722333"/>
              <a:gd name="csY4259" fmla="*/ 468125 h 531334"/>
              <a:gd name="csX4260" fmla="*/ 733786 w 1722333"/>
              <a:gd name="csY4260" fmla="*/ 468080 h 531334"/>
              <a:gd name="csX4261" fmla="*/ 733955 w 1722333"/>
              <a:gd name="csY4261" fmla="*/ 468036 h 531334"/>
              <a:gd name="csX4262" fmla="*/ 734133 w 1722333"/>
              <a:gd name="csY4262" fmla="*/ 467992 h 531334"/>
              <a:gd name="csX4263" fmla="*/ 734302 w 1722333"/>
              <a:gd name="csY4263" fmla="*/ 467947 h 531334"/>
              <a:gd name="csX4264" fmla="*/ 734471 w 1722333"/>
              <a:gd name="csY4264" fmla="*/ 467903 h 531334"/>
              <a:gd name="csX4265" fmla="*/ 734649 w 1722333"/>
              <a:gd name="csY4265" fmla="*/ 467867 h 531334"/>
              <a:gd name="csX4266" fmla="*/ 734818 w 1722333"/>
              <a:gd name="csY4266" fmla="*/ 467823 h 531334"/>
              <a:gd name="csX4267" fmla="*/ 734987 w 1722333"/>
              <a:gd name="csY4267" fmla="*/ 467778 h 531334"/>
              <a:gd name="csX4268" fmla="*/ 735165 w 1722333"/>
              <a:gd name="csY4268" fmla="*/ 467733 h 531334"/>
              <a:gd name="csX4269" fmla="*/ 735334 w 1722333"/>
              <a:gd name="csY4269" fmla="*/ 467689 h 531334"/>
              <a:gd name="csX4270" fmla="*/ 735512 w 1722333"/>
              <a:gd name="csY4270" fmla="*/ 467645 h 531334"/>
              <a:gd name="csX4271" fmla="*/ 735681 w 1722333"/>
              <a:gd name="csY4271" fmla="*/ 467600 h 531334"/>
              <a:gd name="csX4272" fmla="*/ 735850 w 1722333"/>
              <a:gd name="csY4272" fmla="*/ 467556 h 531334"/>
              <a:gd name="csX4273" fmla="*/ 736028 w 1722333"/>
              <a:gd name="csY4273" fmla="*/ 467520 h 531334"/>
              <a:gd name="csX4274" fmla="*/ 736197 w 1722333"/>
              <a:gd name="csY4274" fmla="*/ 467476 h 531334"/>
              <a:gd name="csX4275" fmla="*/ 736366 w 1722333"/>
              <a:gd name="csY4275" fmla="*/ 467431 h 531334"/>
              <a:gd name="csX4276" fmla="*/ 736544 w 1722333"/>
              <a:gd name="csY4276" fmla="*/ 467387 h 531334"/>
              <a:gd name="csX4277" fmla="*/ 736713 w 1722333"/>
              <a:gd name="csY4277" fmla="*/ 467342 h 531334"/>
              <a:gd name="csX4278" fmla="*/ 736882 w 1722333"/>
              <a:gd name="csY4278" fmla="*/ 467298 h 531334"/>
              <a:gd name="csX4279" fmla="*/ 737060 w 1722333"/>
              <a:gd name="csY4279" fmla="*/ 467253 h 531334"/>
              <a:gd name="csX4280" fmla="*/ 737229 w 1722333"/>
              <a:gd name="csY4280" fmla="*/ 467209 h 531334"/>
              <a:gd name="csX4281" fmla="*/ 737407 w 1722333"/>
              <a:gd name="csY4281" fmla="*/ 467164 h 531334"/>
              <a:gd name="csX4282" fmla="*/ 737576 w 1722333"/>
              <a:gd name="csY4282" fmla="*/ 467120 h 531334"/>
              <a:gd name="csX4283" fmla="*/ 737745 w 1722333"/>
              <a:gd name="csY4283" fmla="*/ 467075 h 531334"/>
              <a:gd name="csX4284" fmla="*/ 737923 w 1722333"/>
              <a:gd name="csY4284" fmla="*/ 467031 h 531334"/>
              <a:gd name="csX4285" fmla="*/ 738092 w 1722333"/>
              <a:gd name="csY4285" fmla="*/ 466986 h 531334"/>
              <a:gd name="csX4286" fmla="*/ 738261 w 1722333"/>
              <a:gd name="csY4286" fmla="*/ 466942 h 531334"/>
              <a:gd name="csX4287" fmla="*/ 738439 w 1722333"/>
              <a:gd name="csY4287" fmla="*/ 466897 h 531334"/>
              <a:gd name="csX4288" fmla="*/ 738608 w 1722333"/>
              <a:gd name="csY4288" fmla="*/ 466853 h 531334"/>
              <a:gd name="csX4289" fmla="*/ 738777 w 1722333"/>
              <a:gd name="csY4289" fmla="*/ 466817 h 531334"/>
              <a:gd name="csX4290" fmla="*/ 738955 w 1722333"/>
              <a:gd name="csY4290" fmla="*/ 466773 h 531334"/>
              <a:gd name="csX4291" fmla="*/ 739124 w 1722333"/>
              <a:gd name="csY4291" fmla="*/ 466728 h 531334"/>
              <a:gd name="csX4292" fmla="*/ 739302 w 1722333"/>
              <a:gd name="csY4292" fmla="*/ 466684 h 531334"/>
              <a:gd name="csX4293" fmla="*/ 739471 w 1722333"/>
              <a:gd name="csY4293" fmla="*/ 466639 h 531334"/>
              <a:gd name="csX4294" fmla="*/ 739640 w 1722333"/>
              <a:gd name="csY4294" fmla="*/ 466595 h 531334"/>
              <a:gd name="csX4295" fmla="*/ 739818 w 1722333"/>
              <a:gd name="csY4295" fmla="*/ 466550 h 531334"/>
              <a:gd name="csX4296" fmla="*/ 739987 w 1722333"/>
              <a:gd name="csY4296" fmla="*/ 466506 h 531334"/>
              <a:gd name="csX4297" fmla="*/ 740156 w 1722333"/>
              <a:gd name="csY4297" fmla="*/ 466461 h 531334"/>
              <a:gd name="csX4298" fmla="*/ 740334 w 1722333"/>
              <a:gd name="csY4298" fmla="*/ 466417 h 531334"/>
              <a:gd name="csX4299" fmla="*/ 740503 w 1722333"/>
              <a:gd name="csY4299" fmla="*/ 466364 h 531334"/>
              <a:gd name="csX4300" fmla="*/ 740672 w 1722333"/>
              <a:gd name="csY4300" fmla="*/ 466319 h 531334"/>
              <a:gd name="csX4301" fmla="*/ 740850 w 1722333"/>
              <a:gd name="csY4301" fmla="*/ 466275 h 531334"/>
              <a:gd name="csX4302" fmla="*/ 741019 w 1722333"/>
              <a:gd name="csY4302" fmla="*/ 466230 h 531334"/>
              <a:gd name="csX4303" fmla="*/ 741188 w 1722333"/>
              <a:gd name="csY4303" fmla="*/ 466186 h 531334"/>
              <a:gd name="csX4304" fmla="*/ 741366 w 1722333"/>
              <a:gd name="csY4304" fmla="*/ 466141 h 531334"/>
              <a:gd name="csX4305" fmla="*/ 741535 w 1722333"/>
              <a:gd name="csY4305" fmla="*/ 466097 h 531334"/>
              <a:gd name="csX4306" fmla="*/ 741713 w 1722333"/>
              <a:gd name="csY4306" fmla="*/ 466052 h 531334"/>
              <a:gd name="csX4307" fmla="*/ 741882 w 1722333"/>
              <a:gd name="csY4307" fmla="*/ 466008 h 531334"/>
              <a:gd name="csX4308" fmla="*/ 742051 w 1722333"/>
              <a:gd name="csY4308" fmla="*/ 465963 h 531334"/>
              <a:gd name="csX4309" fmla="*/ 742229 w 1722333"/>
              <a:gd name="csY4309" fmla="*/ 465919 h 531334"/>
              <a:gd name="csX4310" fmla="*/ 742398 w 1722333"/>
              <a:gd name="csY4310" fmla="*/ 465874 h 531334"/>
              <a:gd name="csX4311" fmla="*/ 742567 w 1722333"/>
              <a:gd name="csY4311" fmla="*/ 465830 h 531334"/>
              <a:gd name="csX4312" fmla="*/ 742745 w 1722333"/>
              <a:gd name="csY4312" fmla="*/ 465785 h 531334"/>
              <a:gd name="csX4313" fmla="*/ 742914 w 1722333"/>
              <a:gd name="csY4313" fmla="*/ 465741 h 531334"/>
              <a:gd name="csX4314" fmla="*/ 743083 w 1722333"/>
              <a:gd name="csY4314" fmla="*/ 465696 h 531334"/>
              <a:gd name="csX4315" fmla="*/ 743261 w 1722333"/>
              <a:gd name="csY4315" fmla="*/ 465643 h 531334"/>
              <a:gd name="csX4316" fmla="*/ 743430 w 1722333"/>
              <a:gd name="csY4316" fmla="*/ 465598 h 531334"/>
              <a:gd name="csX4317" fmla="*/ 743608 w 1722333"/>
              <a:gd name="csY4317" fmla="*/ 465554 h 531334"/>
              <a:gd name="csX4318" fmla="*/ 743777 w 1722333"/>
              <a:gd name="csY4318" fmla="*/ 465509 h 531334"/>
              <a:gd name="csX4319" fmla="*/ 743946 w 1722333"/>
              <a:gd name="csY4319" fmla="*/ 465465 h 531334"/>
              <a:gd name="csX4320" fmla="*/ 744124 w 1722333"/>
              <a:gd name="csY4320" fmla="*/ 465420 h 531334"/>
              <a:gd name="csX4321" fmla="*/ 744293 w 1722333"/>
              <a:gd name="csY4321" fmla="*/ 465376 h 531334"/>
              <a:gd name="csX4322" fmla="*/ 744462 w 1722333"/>
              <a:gd name="csY4322" fmla="*/ 465331 h 531334"/>
              <a:gd name="csX4323" fmla="*/ 744640 w 1722333"/>
              <a:gd name="csY4323" fmla="*/ 465287 h 531334"/>
              <a:gd name="csX4324" fmla="*/ 744809 w 1722333"/>
              <a:gd name="csY4324" fmla="*/ 465234 h 531334"/>
              <a:gd name="csX4325" fmla="*/ 744978 w 1722333"/>
              <a:gd name="csY4325" fmla="*/ 465189 h 531334"/>
              <a:gd name="csX4326" fmla="*/ 745156 w 1722333"/>
              <a:gd name="csY4326" fmla="*/ 465145 h 531334"/>
              <a:gd name="csX4327" fmla="*/ 745325 w 1722333"/>
              <a:gd name="csY4327" fmla="*/ 465100 h 531334"/>
              <a:gd name="csX4328" fmla="*/ 745503 w 1722333"/>
              <a:gd name="csY4328" fmla="*/ 465056 h 531334"/>
              <a:gd name="csX4329" fmla="*/ 745672 w 1722333"/>
              <a:gd name="csY4329" fmla="*/ 465011 h 531334"/>
              <a:gd name="csX4330" fmla="*/ 745841 w 1722333"/>
              <a:gd name="csY4330" fmla="*/ 464958 h 531334"/>
              <a:gd name="csX4331" fmla="*/ 746019 w 1722333"/>
              <a:gd name="csY4331" fmla="*/ 464913 h 531334"/>
              <a:gd name="csX4332" fmla="*/ 746188 w 1722333"/>
              <a:gd name="csY4332" fmla="*/ 464869 h 531334"/>
              <a:gd name="csX4333" fmla="*/ 746357 w 1722333"/>
              <a:gd name="csY4333" fmla="*/ 464824 h 531334"/>
              <a:gd name="csX4334" fmla="*/ 746535 w 1722333"/>
              <a:gd name="csY4334" fmla="*/ 464780 h 531334"/>
              <a:gd name="csX4335" fmla="*/ 746704 w 1722333"/>
              <a:gd name="csY4335" fmla="*/ 464735 h 531334"/>
              <a:gd name="csX4336" fmla="*/ 746873 w 1722333"/>
              <a:gd name="csY4336" fmla="*/ 464682 h 531334"/>
              <a:gd name="csX4337" fmla="*/ 747051 w 1722333"/>
              <a:gd name="csY4337" fmla="*/ 464638 h 531334"/>
              <a:gd name="csX4338" fmla="*/ 747220 w 1722333"/>
              <a:gd name="csY4338" fmla="*/ 464593 h 531334"/>
              <a:gd name="csX4339" fmla="*/ 747398 w 1722333"/>
              <a:gd name="csY4339" fmla="*/ 464549 h 531334"/>
              <a:gd name="csX4340" fmla="*/ 747567 w 1722333"/>
              <a:gd name="csY4340" fmla="*/ 464495 h 531334"/>
              <a:gd name="csX4341" fmla="*/ 747736 w 1722333"/>
              <a:gd name="csY4341" fmla="*/ 464451 h 531334"/>
              <a:gd name="csX4342" fmla="*/ 747914 w 1722333"/>
              <a:gd name="csY4342" fmla="*/ 464406 h 531334"/>
              <a:gd name="csX4343" fmla="*/ 748083 w 1722333"/>
              <a:gd name="csY4343" fmla="*/ 464362 h 531334"/>
              <a:gd name="csX4344" fmla="*/ 748252 w 1722333"/>
              <a:gd name="csY4344" fmla="*/ 464317 h 531334"/>
              <a:gd name="csX4345" fmla="*/ 748430 w 1722333"/>
              <a:gd name="csY4345" fmla="*/ 464264 h 531334"/>
              <a:gd name="csX4346" fmla="*/ 748599 w 1722333"/>
              <a:gd name="csY4346" fmla="*/ 464219 h 531334"/>
              <a:gd name="csX4347" fmla="*/ 748768 w 1722333"/>
              <a:gd name="csY4347" fmla="*/ 464175 h 531334"/>
              <a:gd name="csX4348" fmla="*/ 748946 w 1722333"/>
              <a:gd name="csY4348" fmla="*/ 464130 h 531334"/>
              <a:gd name="csX4349" fmla="*/ 749115 w 1722333"/>
              <a:gd name="csY4349" fmla="*/ 464077 h 531334"/>
              <a:gd name="csX4350" fmla="*/ 749284 w 1722333"/>
              <a:gd name="csY4350" fmla="*/ 464033 h 531334"/>
              <a:gd name="csX4351" fmla="*/ 749462 w 1722333"/>
              <a:gd name="csY4351" fmla="*/ 463988 h 531334"/>
              <a:gd name="csX4352" fmla="*/ 749631 w 1722333"/>
              <a:gd name="csY4352" fmla="*/ 463935 h 531334"/>
              <a:gd name="csX4353" fmla="*/ 749809 w 1722333"/>
              <a:gd name="csY4353" fmla="*/ 463890 h 531334"/>
              <a:gd name="csX4354" fmla="*/ 749978 w 1722333"/>
              <a:gd name="csY4354" fmla="*/ 463846 h 531334"/>
              <a:gd name="csX4355" fmla="*/ 750147 w 1722333"/>
              <a:gd name="csY4355" fmla="*/ 463801 h 531334"/>
              <a:gd name="csX4356" fmla="*/ 750325 w 1722333"/>
              <a:gd name="csY4356" fmla="*/ 463748 h 531334"/>
              <a:gd name="csX4357" fmla="*/ 750494 w 1722333"/>
              <a:gd name="csY4357" fmla="*/ 463703 h 531334"/>
              <a:gd name="csX4358" fmla="*/ 750663 w 1722333"/>
              <a:gd name="csY4358" fmla="*/ 463659 h 531334"/>
              <a:gd name="csX4359" fmla="*/ 750841 w 1722333"/>
              <a:gd name="csY4359" fmla="*/ 463606 h 531334"/>
              <a:gd name="csX4360" fmla="*/ 751010 w 1722333"/>
              <a:gd name="csY4360" fmla="*/ 463561 h 531334"/>
              <a:gd name="csX4361" fmla="*/ 751179 w 1722333"/>
              <a:gd name="csY4361" fmla="*/ 463517 h 531334"/>
              <a:gd name="csX4362" fmla="*/ 751357 w 1722333"/>
              <a:gd name="csY4362" fmla="*/ 463463 h 531334"/>
              <a:gd name="csX4363" fmla="*/ 751526 w 1722333"/>
              <a:gd name="csY4363" fmla="*/ 463419 h 531334"/>
              <a:gd name="csX4364" fmla="*/ 751704 w 1722333"/>
              <a:gd name="csY4364" fmla="*/ 463374 h 531334"/>
              <a:gd name="csX4365" fmla="*/ 751873 w 1722333"/>
              <a:gd name="csY4365" fmla="*/ 463321 h 531334"/>
              <a:gd name="csX4366" fmla="*/ 752042 w 1722333"/>
              <a:gd name="csY4366" fmla="*/ 463276 h 531334"/>
              <a:gd name="csX4367" fmla="*/ 752220 w 1722333"/>
              <a:gd name="csY4367" fmla="*/ 463232 h 531334"/>
              <a:gd name="csX4368" fmla="*/ 752389 w 1722333"/>
              <a:gd name="csY4368" fmla="*/ 463179 h 531334"/>
              <a:gd name="csX4369" fmla="*/ 752558 w 1722333"/>
              <a:gd name="csY4369" fmla="*/ 463134 h 531334"/>
              <a:gd name="csX4370" fmla="*/ 752736 w 1722333"/>
              <a:gd name="csY4370" fmla="*/ 463090 h 531334"/>
              <a:gd name="csX4371" fmla="*/ 752905 w 1722333"/>
              <a:gd name="csY4371" fmla="*/ 463036 h 531334"/>
              <a:gd name="csX4372" fmla="*/ 753074 w 1722333"/>
              <a:gd name="csY4372" fmla="*/ 462992 h 531334"/>
              <a:gd name="csX4373" fmla="*/ 753252 w 1722333"/>
              <a:gd name="csY4373" fmla="*/ 462938 h 531334"/>
              <a:gd name="csX4374" fmla="*/ 753421 w 1722333"/>
              <a:gd name="csY4374" fmla="*/ 462894 h 531334"/>
              <a:gd name="csX4375" fmla="*/ 753599 w 1722333"/>
              <a:gd name="csY4375" fmla="*/ 462849 h 531334"/>
              <a:gd name="csX4376" fmla="*/ 753768 w 1722333"/>
              <a:gd name="csY4376" fmla="*/ 462796 h 531334"/>
              <a:gd name="csX4377" fmla="*/ 753937 w 1722333"/>
              <a:gd name="csY4377" fmla="*/ 462751 h 531334"/>
              <a:gd name="csX4378" fmla="*/ 754115 w 1722333"/>
              <a:gd name="csY4378" fmla="*/ 462698 h 531334"/>
              <a:gd name="csX4379" fmla="*/ 754284 w 1722333"/>
              <a:gd name="csY4379" fmla="*/ 462654 h 531334"/>
              <a:gd name="csX4380" fmla="*/ 754453 w 1722333"/>
              <a:gd name="csY4380" fmla="*/ 462609 h 531334"/>
              <a:gd name="csX4381" fmla="*/ 754631 w 1722333"/>
              <a:gd name="csY4381" fmla="*/ 462556 h 531334"/>
              <a:gd name="csX4382" fmla="*/ 754800 w 1722333"/>
              <a:gd name="csY4382" fmla="*/ 462511 h 531334"/>
              <a:gd name="csX4383" fmla="*/ 754969 w 1722333"/>
              <a:gd name="csY4383" fmla="*/ 462458 h 531334"/>
              <a:gd name="csX4384" fmla="*/ 755147 w 1722333"/>
              <a:gd name="csY4384" fmla="*/ 462413 h 531334"/>
              <a:gd name="csX4385" fmla="*/ 755316 w 1722333"/>
              <a:gd name="csY4385" fmla="*/ 462360 h 531334"/>
              <a:gd name="csX4386" fmla="*/ 755494 w 1722333"/>
              <a:gd name="csY4386" fmla="*/ 462316 h 531334"/>
              <a:gd name="csX4387" fmla="*/ 755663 w 1722333"/>
              <a:gd name="csY4387" fmla="*/ 462262 h 531334"/>
              <a:gd name="csX4388" fmla="*/ 755832 w 1722333"/>
              <a:gd name="csY4388" fmla="*/ 462218 h 531334"/>
              <a:gd name="csX4389" fmla="*/ 756010 w 1722333"/>
              <a:gd name="csY4389" fmla="*/ 462173 h 531334"/>
              <a:gd name="csX4390" fmla="*/ 756179 w 1722333"/>
              <a:gd name="csY4390" fmla="*/ 462120 h 531334"/>
              <a:gd name="csX4391" fmla="*/ 756348 w 1722333"/>
              <a:gd name="csY4391" fmla="*/ 462075 h 531334"/>
              <a:gd name="csX4392" fmla="*/ 756526 w 1722333"/>
              <a:gd name="csY4392" fmla="*/ 462022 h 531334"/>
              <a:gd name="csX4393" fmla="*/ 756695 w 1722333"/>
              <a:gd name="csY4393" fmla="*/ 461978 h 531334"/>
              <a:gd name="csX4394" fmla="*/ 756864 w 1722333"/>
              <a:gd name="csY4394" fmla="*/ 461924 h 531334"/>
              <a:gd name="csX4395" fmla="*/ 757042 w 1722333"/>
              <a:gd name="csY4395" fmla="*/ 461880 h 531334"/>
              <a:gd name="csX4396" fmla="*/ 757211 w 1722333"/>
              <a:gd name="csY4396" fmla="*/ 461826 h 531334"/>
              <a:gd name="csX4397" fmla="*/ 757380 w 1722333"/>
              <a:gd name="csY4397" fmla="*/ 461782 h 531334"/>
              <a:gd name="csX4398" fmla="*/ 757558 w 1722333"/>
              <a:gd name="csY4398" fmla="*/ 461728 h 531334"/>
              <a:gd name="csX4399" fmla="*/ 757727 w 1722333"/>
              <a:gd name="csY4399" fmla="*/ 461684 h 531334"/>
              <a:gd name="csX4400" fmla="*/ 757905 w 1722333"/>
              <a:gd name="csY4400" fmla="*/ 461631 h 531334"/>
              <a:gd name="csX4401" fmla="*/ 758074 w 1722333"/>
              <a:gd name="csY4401" fmla="*/ 461586 h 531334"/>
              <a:gd name="csX4402" fmla="*/ 758243 w 1722333"/>
              <a:gd name="csY4402" fmla="*/ 461533 h 531334"/>
              <a:gd name="csX4403" fmla="*/ 758421 w 1722333"/>
              <a:gd name="csY4403" fmla="*/ 461479 h 531334"/>
              <a:gd name="csX4404" fmla="*/ 758590 w 1722333"/>
              <a:gd name="csY4404" fmla="*/ 461435 h 531334"/>
              <a:gd name="csX4405" fmla="*/ 758759 w 1722333"/>
              <a:gd name="csY4405" fmla="*/ 461382 h 531334"/>
              <a:gd name="csX4406" fmla="*/ 758937 w 1722333"/>
              <a:gd name="csY4406" fmla="*/ 461337 h 531334"/>
              <a:gd name="csX4407" fmla="*/ 759106 w 1722333"/>
              <a:gd name="csY4407" fmla="*/ 461284 h 531334"/>
              <a:gd name="csX4408" fmla="*/ 759275 w 1722333"/>
              <a:gd name="csY4408" fmla="*/ 461239 h 531334"/>
              <a:gd name="csX4409" fmla="*/ 759453 w 1722333"/>
              <a:gd name="csY4409" fmla="*/ 461186 h 531334"/>
              <a:gd name="csX4410" fmla="*/ 759622 w 1722333"/>
              <a:gd name="csY4410" fmla="*/ 461141 h 531334"/>
              <a:gd name="csX4411" fmla="*/ 759800 w 1722333"/>
              <a:gd name="csY4411" fmla="*/ 461088 h 531334"/>
              <a:gd name="csX4412" fmla="*/ 759969 w 1722333"/>
              <a:gd name="csY4412" fmla="*/ 461035 h 531334"/>
              <a:gd name="csX4413" fmla="*/ 760138 w 1722333"/>
              <a:gd name="csY4413" fmla="*/ 460990 h 531334"/>
              <a:gd name="csX4414" fmla="*/ 760316 w 1722333"/>
              <a:gd name="csY4414" fmla="*/ 460937 h 531334"/>
              <a:gd name="csX4415" fmla="*/ 760485 w 1722333"/>
              <a:gd name="csY4415" fmla="*/ 460892 h 531334"/>
              <a:gd name="csX4416" fmla="*/ 760654 w 1722333"/>
              <a:gd name="csY4416" fmla="*/ 460839 h 531334"/>
              <a:gd name="csX4417" fmla="*/ 760832 w 1722333"/>
              <a:gd name="csY4417" fmla="*/ 460785 h 531334"/>
              <a:gd name="csX4418" fmla="*/ 761001 w 1722333"/>
              <a:gd name="csY4418" fmla="*/ 460741 h 531334"/>
              <a:gd name="csX4419" fmla="*/ 761170 w 1722333"/>
              <a:gd name="csY4419" fmla="*/ 460688 h 531334"/>
              <a:gd name="csX4420" fmla="*/ 761348 w 1722333"/>
              <a:gd name="csY4420" fmla="*/ 460634 h 531334"/>
              <a:gd name="csX4421" fmla="*/ 761517 w 1722333"/>
              <a:gd name="csY4421" fmla="*/ 460590 h 531334"/>
              <a:gd name="csX4422" fmla="*/ 761695 w 1722333"/>
              <a:gd name="csY4422" fmla="*/ 460536 h 531334"/>
              <a:gd name="csX4423" fmla="*/ 761863 w 1722333"/>
              <a:gd name="csY4423" fmla="*/ 460492 h 531334"/>
              <a:gd name="csX4424" fmla="*/ 762033 w 1722333"/>
              <a:gd name="csY4424" fmla="*/ 460438 h 531334"/>
              <a:gd name="csX4425" fmla="*/ 762210 w 1722333"/>
              <a:gd name="csY4425" fmla="*/ 460385 h 531334"/>
              <a:gd name="csX4426" fmla="*/ 762380 w 1722333"/>
              <a:gd name="csY4426" fmla="*/ 460341 h 531334"/>
              <a:gd name="csX4427" fmla="*/ 762549 w 1722333"/>
              <a:gd name="csY4427" fmla="*/ 460287 h 531334"/>
              <a:gd name="csX4428" fmla="*/ 762727 w 1722333"/>
              <a:gd name="csY4428" fmla="*/ 460234 h 531334"/>
              <a:gd name="csX4429" fmla="*/ 762896 w 1722333"/>
              <a:gd name="csY4429" fmla="*/ 460189 h 531334"/>
              <a:gd name="csX4430" fmla="*/ 763065 w 1722333"/>
              <a:gd name="csY4430" fmla="*/ 460136 h 531334"/>
              <a:gd name="csX4431" fmla="*/ 763242 w 1722333"/>
              <a:gd name="csY4431" fmla="*/ 460083 h 531334"/>
              <a:gd name="csX4432" fmla="*/ 763412 w 1722333"/>
              <a:gd name="csY4432" fmla="*/ 460029 h 531334"/>
              <a:gd name="csX4433" fmla="*/ 763589 w 1722333"/>
              <a:gd name="csY4433" fmla="*/ 459985 h 531334"/>
              <a:gd name="csX4434" fmla="*/ 763758 w 1722333"/>
              <a:gd name="csY4434" fmla="*/ 459931 h 531334"/>
              <a:gd name="csX4435" fmla="*/ 763928 w 1722333"/>
              <a:gd name="csY4435" fmla="*/ 459878 h 531334"/>
              <a:gd name="csX4436" fmla="*/ 764105 w 1722333"/>
              <a:gd name="csY4436" fmla="*/ 459833 h 531334"/>
              <a:gd name="csX4437" fmla="*/ 764275 w 1722333"/>
              <a:gd name="csY4437" fmla="*/ 459780 h 531334"/>
              <a:gd name="csX4438" fmla="*/ 764443 w 1722333"/>
              <a:gd name="csY4438" fmla="*/ 459727 h 531334"/>
              <a:gd name="csX4439" fmla="*/ 764621 w 1722333"/>
              <a:gd name="csY4439" fmla="*/ 459673 h 531334"/>
              <a:gd name="csX4440" fmla="*/ 764790 w 1722333"/>
              <a:gd name="csY4440" fmla="*/ 459629 h 531334"/>
              <a:gd name="csX4441" fmla="*/ 764960 w 1722333"/>
              <a:gd name="csY4441" fmla="*/ 459576 h 531334"/>
              <a:gd name="csX4442" fmla="*/ 765137 w 1722333"/>
              <a:gd name="csY4442" fmla="*/ 459522 h 531334"/>
              <a:gd name="csX4443" fmla="*/ 765306 w 1722333"/>
              <a:gd name="csY4443" fmla="*/ 459469 h 531334"/>
              <a:gd name="csX4444" fmla="*/ 765476 w 1722333"/>
              <a:gd name="csY4444" fmla="*/ 459424 h 531334"/>
              <a:gd name="csX4445" fmla="*/ 765653 w 1722333"/>
              <a:gd name="csY4445" fmla="*/ 459371 h 531334"/>
              <a:gd name="csX4446" fmla="*/ 765822 w 1722333"/>
              <a:gd name="csY4446" fmla="*/ 459317 h 531334"/>
              <a:gd name="csX4447" fmla="*/ 766000 w 1722333"/>
              <a:gd name="csY4447" fmla="*/ 459264 h 531334"/>
              <a:gd name="csX4448" fmla="*/ 766169 w 1722333"/>
              <a:gd name="csY4448" fmla="*/ 459220 h 531334"/>
              <a:gd name="csX4449" fmla="*/ 766338 w 1722333"/>
              <a:gd name="csY4449" fmla="*/ 459166 h 531334"/>
              <a:gd name="csX4450" fmla="*/ 766516 w 1722333"/>
              <a:gd name="csY4450" fmla="*/ 459113 h 531334"/>
              <a:gd name="csX4451" fmla="*/ 766685 w 1722333"/>
              <a:gd name="csY4451" fmla="*/ 459059 h 531334"/>
              <a:gd name="csX4452" fmla="*/ 766855 w 1722333"/>
              <a:gd name="csY4452" fmla="*/ 459006 h 531334"/>
              <a:gd name="csX4453" fmla="*/ 767032 w 1722333"/>
              <a:gd name="csY4453" fmla="*/ 458962 h 531334"/>
              <a:gd name="csX4454" fmla="*/ 767201 w 1722333"/>
              <a:gd name="csY4454" fmla="*/ 458908 h 531334"/>
              <a:gd name="csX4455" fmla="*/ 767370 w 1722333"/>
              <a:gd name="csY4455" fmla="*/ 458855 h 531334"/>
              <a:gd name="csX4456" fmla="*/ 767548 w 1722333"/>
              <a:gd name="csY4456" fmla="*/ 458802 h 531334"/>
              <a:gd name="csX4457" fmla="*/ 767717 w 1722333"/>
              <a:gd name="csY4457" fmla="*/ 458748 h 531334"/>
              <a:gd name="csX4458" fmla="*/ 767895 w 1722333"/>
              <a:gd name="csY4458" fmla="*/ 458695 h 531334"/>
              <a:gd name="csX4459" fmla="*/ 768064 w 1722333"/>
              <a:gd name="csY4459" fmla="*/ 458650 h 531334"/>
              <a:gd name="csX4460" fmla="*/ 768233 w 1722333"/>
              <a:gd name="csY4460" fmla="*/ 458597 h 531334"/>
              <a:gd name="csX4461" fmla="*/ 768411 w 1722333"/>
              <a:gd name="csY4461" fmla="*/ 458543 h 531334"/>
              <a:gd name="csX4462" fmla="*/ 768580 w 1722333"/>
              <a:gd name="csY4462" fmla="*/ 458490 h 531334"/>
              <a:gd name="csX4463" fmla="*/ 768749 w 1722333"/>
              <a:gd name="csY4463" fmla="*/ 458437 h 531334"/>
              <a:gd name="csX4464" fmla="*/ 768927 w 1722333"/>
              <a:gd name="csY4464" fmla="*/ 458383 h 531334"/>
              <a:gd name="csX4465" fmla="*/ 769096 w 1722333"/>
              <a:gd name="csY4465" fmla="*/ 458330 h 531334"/>
              <a:gd name="csX4466" fmla="*/ 769265 w 1722333"/>
              <a:gd name="csY4466" fmla="*/ 458285 h 531334"/>
              <a:gd name="csX4467" fmla="*/ 769443 w 1722333"/>
              <a:gd name="csY4467" fmla="*/ 458232 h 531334"/>
              <a:gd name="csX4468" fmla="*/ 769612 w 1722333"/>
              <a:gd name="csY4468" fmla="*/ 458179 h 531334"/>
              <a:gd name="csX4469" fmla="*/ 769790 w 1722333"/>
              <a:gd name="csY4469" fmla="*/ 458125 h 531334"/>
              <a:gd name="csX4470" fmla="*/ 769959 w 1722333"/>
              <a:gd name="csY4470" fmla="*/ 458072 h 531334"/>
              <a:gd name="csX4471" fmla="*/ 770128 w 1722333"/>
              <a:gd name="csY4471" fmla="*/ 458019 h 531334"/>
              <a:gd name="csX4472" fmla="*/ 770306 w 1722333"/>
              <a:gd name="csY4472" fmla="*/ 457965 h 531334"/>
              <a:gd name="csX4473" fmla="*/ 770475 w 1722333"/>
              <a:gd name="csY4473" fmla="*/ 457912 h 531334"/>
              <a:gd name="csX4474" fmla="*/ 770644 w 1722333"/>
              <a:gd name="csY4474" fmla="*/ 457858 h 531334"/>
              <a:gd name="csX4475" fmla="*/ 770822 w 1722333"/>
              <a:gd name="csY4475" fmla="*/ 457805 h 531334"/>
              <a:gd name="csX4476" fmla="*/ 770991 w 1722333"/>
              <a:gd name="csY4476" fmla="*/ 457752 h 531334"/>
              <a:gd name="csX4477" fmla="*/ 771160 w 1722333"/>
              <a:gd name="csY4477" fmla="*/ 457698 h 531334"/>
              <a:gd name="csX4478" fmla="*/ 771338 w 1722333"/>
              <a:gd name="csY4478" fmla="*/ 457654 h 531334"/>
              <a:gd name="csX4479" fmla="*/ 771507 w 1722333"/>
              <a:gd name="csY4479" fmla="*/ 457601 h 531334"/>
              <a:gd name="csX4480" fmla="*/ 771685 w 1722333"/>
              <a:gd name="csY4480" fmla="*/ 457547 h 531334"/>
              <a:gd name="csX4481" fmla="*/ 771854 w 1722333"/>
              <a:gd name="csY4481" fmla="*/ 457494 h 531334"/>
              <a:gd name="csX4482" fmla="*/ 772023 w 1722333"/>
              <a:gd name="csY4482" fmla="*/ 457440 h 531334"/>
              <a:gd name="csX4483" fmla="*/ 772201 w 1722333"/>
              <a:gd name="csY4483" fmla="*/ 457387 h 531334"/>
              <a:gd name="csX4484" fmla="*/ 772370 w 1722333"/>
              <a:gd name="csY4484" fmla="*/ 457334 h 531334"/>
              <a:gd name="csX4485" fmla="*/ 772539 w 1722333"/>
              <a:gd name="csY4485" fmla="*/ 457280 h 531334"/>
              <a:gd name="csX4486" fmla="*/ 772717 w 1722333"/>
              <a:gd name="csY4486" fmla="*/ 457227 h 531334"/>
              <a:gd name="csX4487" fmla="*/ 772886 w 1722333"/>
              <a:gd name="csY4487" fmla="*/ 457173 h 531334"/>
              <a:gd name="csX4488" fmla="*/ 773055 w 1722333"/>
              <a:gd name="csY4488" fmla="*/ 457120 h 531334"/>
              <a:gd name="csX4489" fmla="*/ 773233 w 1722333"/>
              <a:gd name="csY4489" fmla="*/ 457067 h 531334"/>
              <a:gd name="csX4490" fmla="*/ 773402 w 1722333"/>
              <a:gd name="csY4490" fmla="*/ 457013 h 531334"/>
              <a:gd name="csX4491" fmla="*/ 773571 w 1722333"/>
              <a:gd name="csY4491" fmla="*/ 456960 h 531334"/>
              <a:gd name="csX4492" fmla="*/ 773749 w 1722333"/>
              <a:gd name="csY4492" fmla="*/ 456907 h 531334"/>
              <a:gd name="csX4493" fmla="*/ 773918 w 1722333"/>
              <a:gd name="csY4493" fmla="*/ 456853 h 531334"/>
              <a:gd name="csX4494" fmla="*/ 774096 w 1722333"/>
              <a:gd name="csY4494" fmla="*/ 456800 h 531334"/>
              <a:gd name="csX4495" fmla="*/ 774265 w 1722333"/>
              <a:gd name="csY4495" fmla="*/ 456737 h 531334"/>
              <a:gd name="csX4496" fmla="*/ 774434 w 1722333"/>
              <a:gd name="csY4496" fmla="*/ 456684 h 531334"/>
              <a:gd name="csX4497" fmla="*/ 774612 w 1722333"/>
              <a:gd name="csY4497" fmla="*/ 456631 h 531334"/>
              <a:gd name="csX4498" fmla="*/ 774781 w 1722333"/>
              <a:gd name="csY4498" fmla="*/ 456577 h 531334"/>
              <a:gd name="csX4499" fmla="*/ 774950 w 1722333"/>
              <a:gd name="csY4499" fmla="*/ 456524 h 531334"/>
              <a:gd name="csX4500" fmla="*/ 775128 w 1722333"/>
              <a:gd name="csY4500" fmla="*/ 456471 h 531334"/>
              <a:gd name="csX4501" fmla="*/ 775297 w 1722333"/>
              <a:gd name="csY4501" fmla="*/ 456417 h 531334"/>
              <a:gd name="csX4502" fmla="*/ 775466 w 1722333"/>
              <a:gd name="csY4502" fmla="*/ 456364 h 531334"/>
              <a:gd name="csX4503" fmla="*/ 775644 w 1722333"/>
              <a:gd name="csY4503" fmla="*/ 456310 h 531334"/>
              <a:gd name="csX4504" fmla="*/ 775813 w 1722333"/>
              <a:gd name="csY4504" fmla="*/ 456257 h 531334"/>
              <a:gd name="csX4505" fmla="*/ 775991 w 1722333"/>
              <a:gd name="csY4505" fmla="*/ 456204 h 531334"/>
              <a:gd name="csX4506" fmla="*/ 776160 w 1722333"/>
              <a:gd name="csY4506" fmla="*/ 456150 h 531334"/>
              <a:gd name="csX4507" fmla="*/ 776329 w 1722333"/>
              <a:gd name="csY4507" fmla="*/ 456088 h 531334"/>
              <a:gd name="csX4508" fmla="*/ 776507 w 1722333"/>
              <a:gd name="csY4508" fmla="*/ 456035 h 531334"/>
              <a:gd name="csX4509" fmla="*/ 776676 w 1722333"/>
              <a:gd name="csY4509" fmla="*/ 455981 h 531334"/>
              <a:gd name="csX4510" fmla="*/ 776845 w 1722333"/>
              <a:gd name="csY4510" fmla="*/ 455928 h 531334"/>
              <a:gd name="csX4511" fmla="*/ 777023 w 1722333"/>
              <a:gd name="csY4511" fmla="*/ 455875 h 531334"/>
              <a:gd name="csX4512" fmla="*/ 777192 w 1722333"/>
              <a:gd name="csY4512" fmla="*/ 455821 h 531334"/>
              <a:gd name="csX4513" fmla="*/ 777361 w 1722333"/>
              <a:gd name="csY4513" fmla="*/ 455768 h 531334"/>
              <a:gd name="csX4514" fmla="*/ 777539 w 1722333"/>
              <a:gd name="csY4514" fmla="*/ 455706 h 531334"/>
              <a:gd name="csX4515" fmla="*/ 777708 w 1722333"/>
              <a:gd name="csY4515" fmla="*/ 455652 h 531334"/>
              <a:gd name="csX4516" fmla="*/ 777886 w 1722333"/>
              <a:gd name="csY4516" fmla="*/ 455599 h 531334"/>
              <a:gd name="csX4517" fmla="*/ 778055 w 1722333"/>
              <a:gd name="csY4517" fmla="*/ 455545 h 531334"/>
              <a:gd name="csX4518" fmla="*/ 778224 w 1722333"/>
              <a:gd name="csY4518" fmla="*/ 455492 h 531334"/>
              <a:gd name="csX4519" fmla="*/ 778402 w 1722333"/>
              <a:gd name="csY4519" fmla="*/ 455439 h 531334"/>
              <a:gd name="csX4520" fmla="*/ 778571 w 1722333"/>
              <a:gd name="csY4520" fmla="*/ 455376 h 531334"/>
              <a:gd name="csX4521" fmla="*/ 778740 w 1722333"/>
              <a:gd name="csY4521" fmla="*/ 455323 h 531334"/>
              <a:gd name="csX4522" fmla="*/ 778918 w 1722333"/>
              <a:gd name="csY4522" fmla="*/ 455270 h 531334"/>
              <a:gd name="csX4523" fmla="*/ 779087 w 1722333"/>
              <a:gd name="csY4523" fmla="*/ 455216 h 531334"/>
              <a:gd name="csX4524" fmla="*/ 779256 w 1722333"/>
              <a:gd name="csY4524" fmla="*/ 455163 h 531334"/>
              <a:gd name="csX4525" fmla="*/ 779434 w 1722333"/>
              <a:gd name="csY4525" fmla="*/ 455101 h 531334"/>
              <a:gd name="csX4526" fmla="*/ 779603 w 1722333"/>
              <a:gd name="csY4526" fmla="*/ 455047 h 531334"/>
              <a:gd name="csX4527" fmla="*/ 779781 w 1722333"/>
              <a:gd name="csY4527" fmla="*/ 454994 h 531334"/>
              <a:gd name="csX4528" fmla="*/ 779950 w 1722333"/>
              <a:gd name="csY4528" fmla="*/ 454940 h 531334"/>
              <a:gd name="csX4529" fmla="*/ 780119 w 1722333"/>
              <a:gd name="csY4529" fmla="*/ 454878 h 531334"/>
              <a:gd name="csX4530" fmla="*/ 780297 w 1722333"/>
              <a:gd name="csY4530" fmla="*/ 454825 h 531334"/>
              <a:gd name="csX4531" fmla="*/ 780466 w 1722333"/>
              <a:gd name="csY4531" fmla="*/ 454771 h 531334"/>
              <a:gd name="csX4532" fmla="*/ 780635 w 1722333"/>
              <a:gd name="csY4532" fmla="*/ 454718 h 531334"/>
              <a:gd name="csX4533" fmla="*/ 780813 w 1722333"/>
              <a:gd name="csY4533" fmla="*/ 454656 h 531334"/>
              <a:gd name="csX4534" fmla="*/ 780982 w 1722333"/>
              <a:gd name="csY4534" fmla="*/ 454602 h 531334"/>
              <a:gd name="csX4535" fmla="*/ 781151 w 1722333"/>
              <a:gd name="csY4535" fmla="*/ 454549 h 531334"/>
              <a:gd name="csX4536" fmla="*/ 781329 w 1722333"/>
              <a:gd name="csY4536" fmla="*/ 454496 h 531334"/>
              <a:gd name="csX4537" fmla="*/ 781498 w 1722333"/>
              <a:gd name="csY4537" fmla="*/ 454433 h 531334"/>
              <a:gd name="csX4538" fmla="*/ 781667 w 1722333"/>
              <a:gd name="csY4538" fmla="*/ 454380 h 531334"/>
              <a:gd name="csX4539" fmla="*/ 781845 w 1722333"/>
              <a:gd name="csY4539" fmla="*/ 454327 h 531334"/>
              <a:gd name="csX4540" fmla="*/ 782014 w 1722333"/>
              <a:gd name="csY4540" fmla="*/ 454264 h 531334"/>
              <a:gd name="csX4541" fmla="*/ 782192 w 1722333"/>
              <a:gd name="csY4541" fmla="*/ 454211 h 531334"/>
              <a:gd name="csX4542" fmla="*/ 782361 w 1722333"/>
              <a:gd name="csY4542" fmla="*/ 454158 h 531334"/>
              <a:gd name="csX4543" fmla="*/ 782530 w 1722333"/>
              <a:gd name="csY4543" fmla="*/ 454095 h 531334"/>
              <a:gd name="csX4544" fmla="*/ 782708 w 1722333"/>
              <a:gd name="csY4544" fmla="*/ 454042 h 531334"/>
              <a:gd name="csX4545" fmla="*/ 782877 w 1722333"/>
              <a:gd name="csY4545" fmla="*/ 453989 h 531334"/>
              <a:gd name="csX4546" fmla="*/ 783046 w 1722333"/>
              <a:gd name="csY4546" fmla="*/ 453926 h 531334"/>
              <a:gd name="csX4547" fmla="*/ 783224 w 1722333"/>
              <a:gd name="csY4547" fmla="*/ 453873 h 531334"/>
              <a:gd name="csX4548" fmla="*/ 783393 w 1722333"/>
              <a:gd name="csY4548" fmla="*/ 453820 h 531334"/>
              <a:gd name="csX4549" fmla="*/ 783562 w 1722333"/>
              <a:gd name="csY4549" fmla="*/ 453757 h 531334"/>
              <a:gd name="csX4550" fmla="*/ 783740 w 1722333"/>
              <a:gd name="csY4550" fmla="*/ 453704 h 531334"/>
              <a:gd name="csX4551" fmla="*/ 783909 w 1722333"/>
              <a:gd name="csY4551" fmla="*/ 453642 h 531334"/>
              <a:gd name="csX4552" fmla="*/ 784087 w 1722333"/>
              <a:gd name="csY4552" fmla="*/ 453588 h 531334"/>
              <a:gd name="csX4553" fmla="*/ 784256 w 1722333"/>
              <a:gd name="csY4553" fmla="*/ 453535 h 531334"/>
              <a:gd name="csX4554" fmla="*/ 784425 w 1722333"/>
              <a:gd name="csY4554" fmla="*/ 453473 h 531334"/>
              <a:gd name="csX4555" fmla="*/ 784603 w 1722333"/>
              <a:gd name="csY4555" fmla="*/ 453419 h 531334"/>
              <a:gd name="csX4556" fmla="*/ 784772 w 1722333"/>
              <a:gd name="csY4556" fmla="*/ 453366 h 531334"/>
              <a:gd name="csX4557" fmla="*/ 784941 w 1722333"/>
              <a:gd name="csY4557" fmla="*/ 453303 h 531334"/>
              <a:gd name="csX4558" fmla="*/ 785119 w 1722333"/>
              <a:gd name="csY4558" fmla="*/ 453250 h 531334"/>
              <a:gd name="csX4559" fmla="*/ 785288 w 1722333"/>
              <a:gd name="csY4559" fmla="*/ 453188 h 531334"/>
              <a:gd name="csX4560" fmla="*/ 785457 w 1722333"/>
              <a:gd name="csY4560" fmla="*/ 453134 h 531334"/>
              <a:gd name="csX4561" fmla="*/ 785635 w 1722333"/>
              <a:gd name="csY4561" fmla="*/ 453072 h 531334"/>
              <a:gd name="csX4562" fmla="*/ 785804 w 1722333"/>
              <a:gd name="csY4562" fmla="*/ 453019 h 531334"/>
              <a:gd name="csX4563" fmla="*/ 785982 w 1722333"/>
              <a:gd name="csY4563" fmla="*/ 452956 h 531334"/>
              <a:gd name="csX4564" fmla="*/ 786151 w 1722333"/>
              <a:gd name="csY4564" fmla="*/ 452903 h 531334"/>
              <a:gd name="csX4565" fmla="*/ 786320 w 1722333"/>
              <a:gd name="csY4565" fmla="*/ 452850 h 531334"/>
              <a:gd name="csX4566" fmla="*/ 786498 w 1722333"/>
              <a:gd name="csY4566" fmla="*/ 452788 h 531334"/>
              <a:gd name="csX4567" fmla="*/ 786667 w 1722333"/>
              <a:gd name="csY4567" fmla="*/ 452734 h 531334"/>
              <a:gd name="csX4568" fmla="*/ 786836 w 1722333"/>
              <a:gd name="csY4568" fmla="*/ 452672 h 531334"/>
              <a:gd name="csX4569" fmla="*/ 787014 w 1722333"/>
              <a:gd name="csY4569" fmla="*/ 452618 h 531334"/>
              <a:gd name="csX4570" fmla="*/ 787183 w 1722333"/>
              <a:gd name="csY4570" fmla="*/ 452556 h 531334"/>
              <a:gd name="csX4571" fmla="*/ 787352 w 1722333"/>
              <a:gd name="csY4571" fmla="*/ 452503 h 531334"/>
              <a:gd name="csX4572" fmla="*/ 787530 w 1722333"/>
              <a:gd name="csY4572" fmla="*/ 452441 h 531334"/>
              <a:gd name="csX4573" fmla="*/ 787699 w 1722333"/>
              <a:gd name="csY4573" fmla="*/ 452387 h 531334"/>
              <a:gd name="csX4574" fmla="*/ 787877 w 1722333"/>
              <a:gd name="csY4574" fmla="*/ 452325 h 531334"/>
              <a:gd name="csX4575" fmla="*/ 788046 w 1722333"/>
              <a:gd name="csY4575" fmla="*/ 452271 h 531334"/>
              <a:gd name="csX4576" fmla="*/ 788215 w 1722333"/>
              <a:gd name="csY4576" fmla="*/ 452209 h 531334"/>
              <a:gd name="csX4577" fmla="*/ 788393 w 1722333"/>
              <a:gd name="csY4577" fmla="*/ 452156 h 531334"/>
              <a:gd name="csX4578" fmla="*/ 788562 w 1722333"/>
              <a:gd name="csY4578" fmla="*/ 452094 h 531334"/>
              <a:gd name="csX4579" fmla="*/ 788731 w 1722333"/>
              <a:gd name="csY4579" fmla="*/ 452031 h 531334"/>
              <a:gd name="csX4580" fmla="*/ 788909 w 1722333"/>
              <a:gd name="csY4580" fmla="*/ 451978 h 531334"/>
              <a:gd name="csX4581" fmla="*/ 789078 w 1722333"/>
              <a:gd name="csY4581" fmla="*/ 451916 h 531334"/>
              <a:gd name="csX4582" fmla="*/ 789247 w 1722333"/>
              <a:gd name="csY4582" fmla="*/ 451862 h 531334"/>
              <a:gd name="csX4583" fmla="*/ 789425 w 1722333"/>
              <a:gd name="csY4583" fmla="*/ 451800 h 531334"/>
              <a:gd name="csX4584" fmla="*/ 789594 w 1722333"/>
              <a:gd name="csY4584" fmla="*/ 451747 h 531334"/>
              <a:gd name="csX4585" fmla="*/ 789763 w 1722333"/>
              <a:gd name="csY4585" fmla="*/ 451684 h 531334"/>
              <a:gd name="csX4586" fmla="*/ 789941 w 1722333"/>
              <a:gd name="csY4586" fmla="*/ 451622 h 531334"/>
              <a:gd name="csX4587" fmla="*/ 790110 w 1722333"/>
              <a:gd name="csY4587" fmla="*/ 451569 h 531334"/>
              <a:gd name="csX4588" fmla="*/ 790288 w 1722333"/>
              <a:gd name="csY4588" fmla="*/ 451506 h 531334"/>
              <a:gd name="csX4589" fmla="*/ 790457 w 1722333"/>
              <a:gd name="csY4589" fmla="*/ 451453 h 531334"/>
              <a:gd name="csX4590" fmla="*/ 790626 w 1722333"/>
              <a:gd name="csY4590" fmla="*/ 451391 h 531334"/>
              <a:gd name="csX4591" fmla="*/ 790804 w 1722333"/>
              <a:gd name="csY4591" fmla="*/ 451328 h 531334"/>
              <a:gd name="csX4592" fmla="*/ 790973 w 1722333"/>
              <a:gd name="csY4592" fmla="*/ 451275 h 531334"/>
              <a:gd name="csX4593" fmla="*/ 791142 w 1722333"/>
              <a:gd name="csY4593" fmla="*/ 451213 h 531334"/>
              <a:gd name="csX4594" fmla="*/ 791320 w 1722333"/>
              <a:gd name="csY4594" fmla="*/ 451151 h 531334"/>
              <a:gd name="csX4595" fmla="*/ 791489 w 1722333"/>
              <a:gd name="csY4595" fmla="*/ 451097 h 531334"/>
              <a:gd name="csX4596" fmla="*/ 791658 w 1722333"/>
              <a:gd name="csY4596" fmla="*/ 451035 h 531334"/>
              <a:gd name="csX4597" fmla="*/ 791836 w 1722333"/>
              <a:gd name="csY4597" fmla="*/ 450973 h 531334"/>
              <a:gd name="csX4598" fmla="*/ 792005 w 1722333"/>
              <a:gd name="csY4598" fmla="*/ 450919 h 531334"/>
              <a:gd name="csX4599" fmla="*/ 792183 w 1722333"/>
              <a:gd name="csY4599" fmla="*/ 450857 h 531334"/>
              <a:gd name="csX4600" fmla="*/ 792352 w 1722333"/>
              <a:gd name="csY4600" fmla="*/ 450795 h 531334"/>
              <a:gd name="csX4601" fmla="*/ 792521 w 1722333"/>
              <a:gd name="csY4601" fmla="*/ 450741 h 531334"/>
              <a:gd name="csX4602" fmla="*/ 792699 w 1722333"/>
              <a:gd name="csY4602" fmla="*/ 450679 h 531334"/>
              <a:gd name="csX4603" fmla="*/ 792868 w 1722333"/>
              <a:gd name="csY4603" fmla="*/ 450617 h 531334"/>
              <a:gd name="csX4604" fmla="*/ 793037 w 1722333"/>
              <a:gd name="csY4604" fmla="*/ 450563 h 531334"/>
              <a:gd name="csX4605" fmla="*/ 793215 w 1722333"/>
              <a:gd name="csY4605" fmla="*/ 450501 h 531334"/>
              <a:gd name="csX4606" fmla="*/ 793384 w 1722333"/>
              <a:gd name="csY4606" fmla="*/ 450439 h 531334"/>
              <a:gd name="csX4607" fmla="*/ 793553 w 1722333"/>
              <a:gd name="csY4607" fmla="*/ 450377 h 531334"/>
              <a:gd name="csX4608" fmla="*/ 793731 w 1722333"/>
              <a:gd name="csY4608" fmla="*/ 450323 h 531334"/>
              <a:gd name="csX4609" fmla="*/ 793900 w 1722333"/>
              <a:gd name="csY4609" fmla="*/ 450261 h 531334"/>
              <a:gd name="csX4610" fmla="*/ 794078 w 1722333"/>
              <a:gd name="csY4610" fmla="*/ 450199 h 531334"/>
              <a:gd name="csX4611" fmla="*/ 794247 w 1722333"/>
              <a:gd name="csY4611" fmla="*/ 450145 h 531334"/>
              <a:gd name="csX4612" fmla="*/ 794416 w 1722333"/>
              <a:gd name="csY4612" fmla="*/ 450083 h 531334"/>
              <a:gd name="csX4613" fmla="*/ 794594 w 1722333"/>
              <a:gd name="csY4613" fmla="*/ 450021 h 531334"/>
              <a:gd name="csX4614" fmla="*/ 794763 w 1722333"/>
              <a:gd name="csY4614" fmla="*/ 449958 h 531334"/>
              <a:gd name="csX4615" fmla="*/ 794932 w 1722333"/>
              <a:gd name="csY4615" fmla="*/ 449896 h 531334"/>
              <a:gd name="csX4616" fmla="*/ 795110 w 1722333"/>
              <a:gd name="csY4616" fmla="*/ 449843 h 531334"/>
              <a:gd name="csX4617" fmla="*/ 795279 w 1722333"/>
              <a:gd name="csY4617" fmla="*/ 449781 h 531334"/>
              <a:gd name="csX4618" fmla="*/ 795448 w 1722333"/>
              <a:gd name="csY4618" fmla="*/ 449718 h 531334"/>
              <a:gd name="csX4619" fmla="*/ 795626 w 1722333"/>
              <a:gd name="csY4619" fmla="*/ 449656 h 531334"/>
              <a:gd name="csX4620" fmla="*/ 795795 w 1722333"/>
              <a:gd name="csY4620" fmla="*/ 449594 h 531334"/>
              <a:gd name="csX4621" fmla="*/ 795973 w 1722333"/>
              <a:gd name="csY4621" fmla="*/ 449540 h 531334"/>
              <a:gd name="csX4622" fmla="*/ 796142 w 1722333"/>
              <a:gd name="csY4622" fmla="*/ 449478 h 531334"/>
              <a:gd name="csX4623" fmla="*/ 796311 w 1722333"/>
              <a:gd name="csY4623" fmla="*/ 449416 h 531334"/>
              <a:gd name="csX4624" fmla="*/ 796489 w 1722333"/>
              <a:gd name="csY4624" fmla="*/ 449353 h 531334"/>
              <a:gd name="csX4625" fmla="*/ 796658 w 1722333"/>
              <a:gd name="csY4625" fmla="*/ 449291 h 531334"/>
              <a:gd name="csX4626" fmla="*/ 796827 w 1722333"/>
              <a:gd name="csY4626" fmla="*/ 449229 h 531334"/>
              <a:gd name="csX4627" fmla="*/ 797004 w 1722333"/>
              <a:gd name="csY4627" fmla="*/ 449175 h 531334"/>
              <a:gd name="csX4628" fmla="*/ 797174 w 1722333"/>
              <a:gd name="csY4628" fmla="*/ 449113 h 531334"/>
              <a:gd name="csX4629" fmla="*/ 797343 w 1722333"/>
              <a:gd name="csY4629" fmla="*/ 449051 h 531334"/>
              <a:gd name="csX4630" fmla="*/ 797521 w 1722333"/>
              <a:gd name="csY4630" fmla="*/ 448989 h 531334"/>
              <a:gd name="csX4631" fmla="*/ 797690 w 1722333"/>
              <a:gd name="csY4631" fmla="*/ 448926 h 531334"/>
              <a:gd name="csX4632" fmla="*/ 797859 w 1722333"/>
              <a:gd name="csY4632" fmla="*/ 448864 h 531334"/>
              <a:gd name="csX4633" fmla="*/ 798036 w 1722333"/>
              <a:gd name="csY4633" fmla="*/ 448802 h 531334"/>
              <a:gd name="csX4634" fmla="*/ 798206 w 1722333"/>
              <a:gd name="csY4634" fmla="*/ 448740 h 531334"/>
              <a:gd name="csX4635" fmla="*/ 798383 w 1722333"/>
              <a:gd name="csY4635" fmla="*/ 448686 h 531334"/>
              <a:gd name="csX4636" fmla="*/ 798553 w 1722333"/>
              <a:gd name="csY4636" fmla="*/ 448624 h 531334"/>
              <a:gd name="csX4637" fmla="*/ 798722 w 1722333"/>
              <a:gd name="csY4637" fmla="*/ 448562 h 531334"/>
              <a:gd name="csX4638" fmla="*/ 798899 w 1722333"/>
              <a:gd name="csY4638" fmla="*/ 448499 h 531334"/>
              <a:gd name="csX4639" fmla="*/ 799069 w 1722333"/>
              <a:gd name="csY4639" fmla="*/ 448437 h 531334"/>
              <a:gd name="csX4640" fmla="*/ 799237 w 1722333"/>
              <a:gd name="csY4640" fmla="*/ 448375 h 531334"/>
              <a:gd name="csX4641" fmla="*/ 799415 w 1722333"/>
              <a:gd name="csY4641" fmla="*/ 448313 h 531334"/>
              <a:gd name="csX4642" fmla="*/ 799584 w 1722333"/>
              <a:gd name="csY4642" fmla="*/ 448250 h 531334"/>
              <a:gd name="csX4643" fmla="*/ 799754 w 1722333"/>
              <a:gd name="csY4643" fmla="*/ 448188 h 531334"/>
              <a:gd name="csX4644" fmla="*/ 799931 w 1722333"/>
              <a:gd name="csY4644" fmla="*/ 448126 h 531334"/>
              <a:gd name="csX4645" fmla="*/ 800101 w 1722333"/>
              <a:gd name="csY4645" fmla="*/ 448063 h 531334"/>
              <a:gd name="csX4646" fmla="*/ 800278 w 1722333"/>
              <a:gd name="csY4646" fmla="*/ 448001 h 531334"/>
              <a:gd name="csX4647" fmla="*/ 800447 w 1722333"/>
              <a:gd name="csY4647" fmla="*/ 447939 h 531334"/>
              <a:gd name="csX4648" fmla="*/ 800616 w 1722333"/>
              <a:gd name="csY4648" fmla="*/ 447877 h 531334"/>
              <a:gd name="csX4649" fmla="*/ 800794 w 1722333"/>
              <a:gd name="csY4649" fmla="*/ 447814 h 531334"/>
              <a:gd name="csX4650" fmla="*/ 800963 w 1722333"/>
              <a:gd name="csY4650" fmla="*/ 447752 h 531334"/>
              <a:gd name="csX4651" fmla="*/ 801132 w 1722333"/>
              <a:gd name="csY4651" fmla="*/ 447690 h 531334"/>
              <a:gd name="csX4652" fmla="*/ 801310 w 1722333"/>
              <a:gd name="csY4652" fmla="*/ 447628 h 531334"/>
              <a:gd name="csX4653" fmla="*/ 801479 w 1722333"/>
              <a:gd name="csY4653" fmla="*/ 447565 h 531334"/>
              <a:gd name="csX4654" fmla="*/ 801649 w 1722333"/>
              <a:gd name="csY4654" fmla="*/ 447503 h 531334"/>
              <a:gd name="csX4655" fmla="*/ 801826 w 1722333"/>
              <a:gd name="csY4655" fmla="*/ 447441 h 531334"/>
              <a:gd name="csX4656" fmla="*/ 801995 w 1722333"/>
              <a:gd name="csY4656" fmla="*/ 447378 h 531334"/>
              <a:gd name="csX4657" fmla="*/ 802173 w 1722333"/>
              <a:gd name="csY4657" fmla="*/ 447316 h 531334"/>
              <a:gd name="csX4658" fmla="*/ 802342 w 1722333"/>
              <a:gd name="csY4658" fmla="*/ 447254 h 531334"/>
              <a:gd name="csX4659" fmla="*/ 802511 w 1722333"/>
              <a:gd name="csY4659" fmla="*/ 447192 h 531334"/>
              <a:gd name="csX4660" fmla="*/ 802689 w 1722333"/>
              <a:gd name="csY4660" fmla="*/ 447129 h 531334"/>
              <a:gd name="csX4661" fmla="*/ 802858 w 1722333"/>
              <a:gd name="csY4661" fmla="*/ 447067 h 531334"/>
              <a:gd name="csX4662" fmla="*/ 803027 w 1722333"/>
              <a:gd name="csY4662" fmla="*/ 447005 h 531334"/>
              <a:gd name="csX4663" fmla="*/ 803205 w 1722333"/>
              <a:gd name="csY4663" fmla="*/ 446942 h 531334"/>
              <a:gd name="csX4664" fmla="*/ 803374 w 1722333"/>
              <a:gd name="csY4664" fmla="*/ 446871 h 531334"/>
              <a:gd name="csX4665" fmla="*/ 803543 w 1722333"/>
              <a:gd name="csY4665" fmla="*/ 446809 h 531334"/>
              <a:gd name="csX4666" fmla="*/ 803721 w 1722333"/>
              <a:gd name="csY4666" fmla="*/ 446747 h 531334"/>
              <a:gd name="csX4667" fmla="*/ 803890 w 1722333"/>
              <a:gd name="csY4667" fmla="*/ 446685 h 531334"/>
              <a:gd name="csX4668" fmla="*/ 804068 w 1722333"/>
              <a:gd name="csY4668" fmla="*/ 446622 h 531334"/>
              <a:gd name="csX4669" fmla="*/ 804237 w 1722333"/>
              <a:gd name="csY4669" fmla="*/ 446560 h 531334"/>
              <a:gd name="csX4670" fmla="*/ 804406 w 1722333"/>
              <a:gd name="csY4670" fmla="*/ 446498 h 531334"/>
              <a:gd name="csX4671" fmla="*/ 804584 w 1722333"/>
              <a:gd name="csY4671" fmla="*/ 446435 h 531334"/>
              <a:gd name="csX4672" fmla="*/ 804753 w 1722333"/>
              <a:gd name="csY4672" fmla="*/ 446364 h 531334"/>
              <a:gd name="csX4673" fmla="*/ 804922 w 1722333"/>
              <a:gd name="csY4673" fmla="*/ 446302 h 531334"/>
              <a:gd name="csX4674" fmla="*/ 805100 w 1722333"/>
              <a:gd name="csY4674" fmla="*/ 446240 h 531334"/>
              <a:gd name="csX4675" fmla="*/ 805269 w 1722333"/>
              <a:gd name="csY4675" fmla="*/ 446177 h 531334"/>
              <a:gd name="csX4676" fmla="*/ 805438 w 1722333"/>
              <a:gd name="csY4676" fmla="*/ 446115 h 531334"/>
              <a:gd name="csX4677" fmla="*/ 805616 w 1722333"/>
              <a:gd name="csY4677" fmla="*/ 446053 h 531334"/>
              <a:gd name="csX4678" fmla="*/ 805785 w 1722333"/>
              <a:gd name="csY4678" fmla="*/ 445982 h 531334"/>
              <a:gd name="csX4679" fmla="*/ 805954 w 1722333"/>
              <a:gd name="csY4679" fmla="*/ 445919 h 531334"/>
              <a:gd name="csX4680" fmla="*/ 806132 w 1722333"/>
              <a:gd name="csY4680" fmla="*/ 445857 h 531334"/>
              <a:gd name="csX4681" fmla="*/ 806301 w 1722333"/>
              <a:gd name="csY4681" fmla="*/ 445795 h 531334"/>
              <a:gd name="csX4682" fmla="*/ 806479 w 1722333"/>
              <a:gd name="csY4682" fmla="*/ 445733 h 531334"/>
              <a:gd name="csX4683" fmla="*/ 806648 w 1722333"/>
              <a:gd name="csY4683" fmla="*/ 445661 h 531334"/>
              <a:gd name="csX4684" fmla="*/ 806817 w 1722333"/>
              <a:gd name="csY4684" fmla="*/ 445599 h 531334"/>
              <a:gd name="csX4685" fmla="*/ 806995 w 1722333"/>
              <a:gd name="csY4685" fmla="*/ 445537 h 531334"/>
              <a:gd name="csX4686" fmla="*/ 807164 w 1722333"/>
              <a:gd name="csY4686" fmla="*/ 445475 h 531334"/>
              <a:gd name="csX4687" fmla="*/ 807333 w 1722333"/>
              <a:gd name="csY4687" fmla="*/ 445403 h 531334"/>
              <a:gd name="csX4688" fmla="*/ 807511 w 1722333"/>
              <a:gd name="csY4688" fmla="*/ 445341 h 531334"/>
              <a:gd name="csX4689" fmla="*/ 807680 w 1722333"/>
              <a:gd name="csY4689" fmla="*/ 445279 h 531334"/>
              <a:gd name="csX4690" fmla="*/ 807849 w 1722333"/>
              <a:gd name="csY4690" fmla="*/ 445217 h 531334"/>
              <a:gd name="csX4691" fmla="*/ 808027 w 1722333"/>
              <a:gd name="csY4691" fmla="*/ 445145 h 531334"/>
              <a:gd name="csX4692" fmla="*/ 808196 w 1722333"/>
              <a:gd name="csY4692" fmla="*/ 445083 h 531334"/>
              <a:gd name="csX4693" fmla="*/ 808374 w 1722333"/>
              <a:gd name="csY4693" fmla="*/ 445021 h 531334"/>
              <a:gd name="csX4694" fmla="*/ 808543 w 1722333"/>
              <a:gd name="csY4694" fmla="*/ 444950 h 531334"/>
              <a:gd name="csX4695" fmla="*/ 808712 w 1722333"/>
              <a:gd name="csY4695" fmla="*/ 444887 h 531334"/>
              <a:gd name="csX4696" fmla="*/ 808890 w 1722333"/>
              <a:gd name="csY4696" fmla="*/ 444825 h 531334"/>
              <a:gd name="csX4697" fmla="*/ 809059 w 1722333"/>
              <a:gd name="csY4697" fmla="*/ 444754 h 531334"/>
              <a:gd name="csX4698" fmla="*/ 809228 w 1722333"/>
              <a:gd name="csY4698" fmla="*/ 444692 h 531334"/>
              <a:gd name="csX4699" fmla="*/ 809406 w 1722333"/>
              <a:gd name="csY4699" fmla="*/ 444629 h 531334"/>
              <a:gd name="csX4700" fmla="*/ 809575 w 1722333"/>
              <a:gd name="csY4700" fmla="*/ 444558 h 531334"/>
              <a:gd name="csX4701" fmla="*/ 809744 w 1722333"/>
              <a:gd name="csY4701" fmla="*/ 444496 h 531334"/>
              <a:gd name="csX4702" fmla="*/ 809922 w 1722333"/>
              <a:gd name="csY4702" fmla="*/ 444434 h 531334"/>
              <a:gd name="csX4703" fmla="*/ 810091 w 1722333"/>
              <a:gd name="csY4703" fmla="*/ 444363 h 531334"/>
              <a:gd name="csX4704" fmla="*/ 810269 w 1722333"/>
              <a:gd name="csY4704" fmla="*/ 444300 h 531334"/>
              <a:gd name="csX4705" fmla="*/ 810438 w 1722333"/>
              <a:gd name="csY4705" fmla="*/ 444238 h 531334"/>
              <a:gd name="csX4706" fmla="*/ 810607 w 1722333"/>
              <a:gd name="csY4706" fmla="*/ 444167 h 531334"/>
              <a:gd name="csX4707" fmla="*/ 810785 w 1722333"/>
              <a:gd name="csY4707" fmla="*/ 444105 h 531334"/>
              <a:gd name="csX4708" fmla="*/ 810954 w 1722333"/>
              <a:gd name="csY4708" fmla="*/ 444042 h 531334"/>
              <a:gd name="csX4709" fmla="*/ 811123 w 1722333"/>
              <a:gd name="csY4709" fmla="*/ 443971 h 531334"/>
              <a:gd name="csX4710" fmla="*/ 811301 w 1722333"/>
              <a:gd name="csY4710" fmla="*/ 443909 h 531334"/>
              <a:gd name="csX4711" fmla="*/ 811470 w 1722333"/>
              <a:gd name="csY4711" fmla="*/ 443838 h 531334"/>
              <a:gd name="csX4712" fmla="*/ 811639 w 1722333"/>
              <a:gd name="csY4712" fmla="*/ 443775 h 531334"/>
              <a:gd name="csX4713" fmla="*/ 811817 w 1722333"/>
              <a:gd name="csY4713" fmla="*/ 443704 h 531334"/>
              <a:gd name="csX4714" fmla="*/ 811986 w 1722333"/>
              <a:gd name="csY4714" fmla="*/ 443642 h 531334"/>
              <a:gd name="csX4715" fmla="*/ 812164 w 1722333"/>
              <a:gd name="csY4715" fmla="*/ 443580 h 531334"/>
              <a:gd name="csX4716" fmla="*/ 812333 w 1722333"/>
              <a:gd name="csY4716" fmla="*/ 443508 h 531334"/>
              <a:gd name="csX4717" fmla="*/ 812502 w 1722333"/>
              <a:gd name="csY4717" fmla="*/ 443446 h 531334"/>
              <a:gd name="csX4718" fmla="*/ 812680 w 1722333"/>
              <a:gd name="csY4718" fmla="*/ 443375 h 531334"/>
              <a:gd name="csX4719" fmla="*/ 812849 w 1722333"/>
              <a:gd name="csY4719" fmla="*/ 443313 h 531334"/>
              <a:gd name="csX4720" fmla="*/ 813018 w 1722333"/>
              <a:gd name="csY4720" fmla="*/ 443242 h 531334"/>
              <a:gd name="csX4721" fmla="*/ 813196 w 1722333"/>
              <a:gd name="csY4721" fmla="*/ 443179 h 531334"/>
              <a:gd name="csX4722" fmla="*/ 813365 w 1722333"/>
              <a:gd name="csY4722" fmla="*/ 443108 h 531334"/>
              <a:gd name="csX4723" fmla="*/ 813534 w 1722333"/>
              <a:gd name="csY4723" fmla="*/ 443046 h 531334"/>
              <a:gd name="csX4724" fmla="*/ 813712 w 1722333"/>
              <a:gd name="csY4724" fmla="*/ 442975 h 531334"/>
              <a:gd name="csX4725" fmla="*/ 813881 w 1722333"/>
              <a:gd name="csY4725" fmla="*/ 442912 h 531334"/>
              <a:gd name="csX4726" fmla="*/ 814050 w 1722333"/>
              <a:gd name="csY4726" fmla="*/ 442841 h 531334"/>
              <a:gd name="csX4727" fmla="*/ 814228 w 1722333"/>
              <a:gd name="csY4727" fmla="*/ 442779 h 531334"/>
              <a:gd name="csX4728" fmla="*/ 814397 w 1722333"/>
              <a:gd name="csY4728" fmla="*/ 442708 h 531334"/>
              <a:gd name="csX4729" fmla="*/ 814575 w 1722333"/>
              <a:gd name="csY4729" fmla="*/ 442646 h 531334"/>
              <a:gd name="csX4730" fmla="*/ 814744 w 1722333"/>
              <a:gd name="csY4730" fmla="*/ 442574 h 531334"/>
              <a:gd name="csX4731" fmla="*/ 814913 w 1722333"/>
              <a:gd name="csY4731" fmla="*/ 442512 h 531334"/>
              <a:gd name="csX4732" fmla="*/ 815091 w 1722333"/>
              <a:gd name="csY4732" fmla="*/ 442441 h 531334"/>
              <a:gd name="csX4733" fmla="*/ 815260 w 1722333"/>
              <a:gd name="csY4733" fmla="*/ 442370 h 531334"/>
              <a:gd name="csX4734" fmla="*/ 815429 w 1722333"/>
              <a:gd name="csY4734" fmla="*/ 442307 h 531334"/>
              <a:gd name="csX4735" fmla="*/ 815607 w 1722333"/>
              <a:gd name="csY4735" fmla="*/ 442236 h 531334"/>
              <a:gd name="csX4736" fmla="*/ 815776 w 1722333"/>
              <a:gd name="csY4736" fmla="*/ 442174 h 531334"/>
              <a:gd name="csX4737" fmla="*/ 815945 w 1722333"/>
              <a:gd name="csY4737" fmla="*/ 442103 h 531334"/>
              <a:gd name="csX4738" fmla="*/ 816123 w 1722333"/>
              <a:gd name="csY4738" fmla="*/ 442032 h 531334"/>
              <a:gd name="csX4739" fmla="*/ 816292 w 1722333"/>
              <a:gd name="csY4739" fmla="*/ 441969 h 531334"/>
              <a:gd name="csX4740" fmla="*/ 816470 w 1722333"/>
              <a:gd name="csY4740" fmla="*/ 441898 h 531334"/>
              <a:gd name="csX4741" fmla="*/ 816639 w 1722333"/>
              <a:gd name="csY4741" fmla="*/ 441836 h 531334"/>
              <a:gd name="csX4742" fmla="*/ 816808 w 1722333"/>
              <a:gd name="csY4742" fmla="*/ 441765 h 531334"/>
              <a:gd name="csX4743" fmla="*/ 816986 w 1722333"/>
              <a:gd name="csY4743" fmla="*/ 441694 h 531334"/>
              <a:gd name="csX4744" fmla="*/ 817155 w 1722333"/>
              <a:gd name="csY4744" fmla="*/ 441631 h 531334"/>
              <a:gd name="csX4745" fmla="*/ 817324 w 1722333"/>
              <a:gd name="csY4745" fmla="*/ 441560 h 531334"/>
              <a:gd name="csX4746" fmla="*/ 817502 w 1722333"/>
              <a:gd name="csY4746" fmla="*/ 441489 h 531334"/>
              <a:gd name="csX4747" fmla="*/ 817671 w 1722333"/>
              <a:gd name="csY4747" fmla="*/ 441427 h 531334"/>
              <a:gd name="csX4748" fmla="*/ 817840 w 1722333"/>
              <a:gd name="csY4748" fmla="*/ 441356 h 531334"/>
              <a:gd name="csX4749" fmla="*/ 818018 w 1722333"/>
              <a:gd name="csY4749" fmla="*/ 441284 h 531334"/>
              <a:gd name="csX4750" fmla="*/ 818187 w 1722333"/>
              <a:gd name="csY4750" fmla="*/ 441222 h 531334"/>
              <a:gd name="csX4751" fmla="*/ 818365 w 1722333"/>
              <a:gd name="csY4751" fmla="*/ 441151 h 531334"/>
              <a:gd name="csX4752" fmla="*/ 818534 w 1722333"/>
              <a:gd name="csY4752" fmla="*/ 441080 h 531334"/>
              <a:gd name="csX4753" fmla="*/ 818703 w 1722333"/>
              <a:gd name="csY4753" fmla="*/ 441018 h 531334"/>
              <a:gd name="csX4754" fmla="*/ 818881 w 1722333"/>
              <a:gd name="csY4754" fmla="*/ 440946 h 531334"/>
              <a:gd name="csX4755" fmla="*/ 819050 w 1722333"/>
              <a:gd name="csY4755" fmla="*/ 440875 h 531334"/>
              <a:gd name="csX4756" fmla="*/ 819219 w 1722333"/>
              <a:gd name="csY4756" fmla="*/ 440804 h 531334"/>
              <a:gd name="csX4757" fmla="*/ 819397 w 1722333"/>
              <a:gd name="csY4757" fmla="*/ 440742 h 531334"/>
              <a:gd name="csX4758" fmla="*/ 819566 w 1722333"/>
              <a:gd name="csY4758" fmla="*/ 440671 h 531334"/>
              <a:gd name="csX4759" fmla="*/ 819735 w 1722333"/>
              <a:gd name="csY4759" fmla="*/ 440599 h 531334"/>
              <a:gd name="csX4760" fmla="*/ 819913 w 1722333"/>
              <a:gd name="csY4760" fmla="*/ 440528 h 531334"/>
              <a:gd name="csX4761" fmla="*/ 820082 w 1722333"/>
              <a:gd name="csY4761" fmla="*/ 440466 h 531334"/>
              <a:gd name="csX4762" fmla="*/ 820260 w 1722333"/>
              <a:gd name="csY4762" fmla="*/ 440395 h 531334"/>
              <a:gd name="csX4763" fmla="*/ 820429 w 1722333"/>
              <a:gd name="csY4763" fmla="*/ 440324 h 531334"/>
              <a:gd name="csX4764" fmla="*/ 820598 w 1722333"/>
              <a:gd name="csY4764" fmla="*/ 440252 h 531334"/>
              <a:gd name="csX4765" fmla="*/ 820776 w 1722333"/>
              <a:gd name="csY4765" fmla="*/ 440190 h 531334"/>
              <a:gd name="csX4766" fmla="*/ 820945 w 1722333"/>
              <a:gd name="csY4766" fmla="*/ 440119 h 531334"/>
              <a:gd name="csX4767" fmla="*/ 821114 w 1722333"/>
              <a:gd name="csY4767" fmla="*/ 440048 h 531334"/>
              <a:gd name="csX4768" fmla="*/ 821292 w 1722333"/>
              <a:gd name="csY4768" fmla="*/ 439977 h 531334"/>
              <a:gd name="csX4769" fmla="*/ 821461 w 1722333"/>
              <a:gd name="csY4769" fmla="*/ 439905 h 531334"/>
              <a:gd name="csX4770" fmla="*/ 821630 w 1722333"/>
              <a:gd name="csY4770" fmla="*/ 439834 h 531334"/>
              <a:gd name="csX4771" fmla="*/ 821808 w 1722333"/>
              <a:gd name="csY4771" fmla="*/ 439772 h 531334"/>
              <a:gd name="csX4772" fmla="*/ 821977 w 1722333"/>
              <a:gd name="csY4772" fmla="*/ 439701 h 531334"/>
              <a:gd name="csX4773" fmla="*/ 822146 w 1722333"/>
              <a:gd name="csY4773" fmla="*/ 439630 h 531334"/>
              <a:gd name="csX4774" fmla="*/ 822324 w 1722333"/>
              <a:gd name="csY4774" fmla="*/ 439558 h 531334"/>
              <a:gd name="csX4775" fmla="*/ 822493 w 1722333"/>
              <a:gd name="csY4775" fmla="*/ 439487 h 531334"/>
              <a:gd name="csX4776" fmla="*/ 822671 w 1722333"/>
              <a:gd name="csY4776" fmla="*/ 439416 h 531334"/>
              <a:gd name="csX4777" fmla="*/ 822840 w 1722333"/>
              <a:gd name="csY4777" fmla="*/ 439345 h 531334"/>
              <a:gd name="csX4778" fmla="*/ 823009 w 1722333"/>
              <a:gd name="csY4778" fmla="*/ 439283 h 531334"/>
              <a:gd name="csX4779" fmla="*/ 823187 w 1722333"/>
              <a:gd name="csY4779" fmla="*/ 439212 h 531334"/>
              <a:gd name="csX4780" fmla="*/ 823356 w 1722333"/>
              <a:gd name="csY4780" fmla="*/ 439140 h 531334"/>
              <a:gd name="csX4781" fmla="*/ 823525 w 1722333"/>
              <a:gd name="csY4781" fmla="*/ 439069 h 531334"/>
              <a:gd name="csX4782" fmla="*/ 823703 w 1722333"/>
              <a:gd name="csY4782" fmla="*/ 438998 h 531334"/>
              <a:gd name="csX4783" fmla="*/ 823872 w 1722333"/>
              <a:gd name="csY4783" fmla="*/ 438927 h 531334"/>
              <a:gd name="csX4784" fmla="*/ 824041 w 1722333"/>
              <a:gd name="csY4784" fmla="*/ 438856 h 531334"/>
              <a:gd name="csX4785" fmla="*/ 824219 w 1722333"/>
              <a:gd name="csY4785" fmla="*/ 438785 h 531334"/>
              <a:gd name="csX4786" fmla="*/ 824388 w 1722333"/>
              <a:gd name="csY4786" fmla="*/ 438713 h 531334"/>
              <a:gd name="csX4787" fmla="*/ 824566 w 1722333"/>
              <a:gd name="csY4787" fmla="*/ 438642 h 531334"/>
              <a:gd name="csX4788" fmla="*/ 824735 w 1722333"/>
              <a:gd name="csY4788" fmla="*/ 438571 h 531334"/>
              <a:gd name="csX4789" fmla="*/ 824904 w 1722333"/>
              <a:gd name="csY4789" fmla="*/ 438500 h 531334"/>
              <a:gd name="csX4790" fmla="*/ 825082 w 1722333"/>
              <a:gd name="csY4790" fmla="*/ 438429 h 531334"/>
              <a:gd name="csX4791" fmla="*/ 825251 w 1722333"/>
              <a:gd name="csY4791" fmla="*/ 438357 h 531334"/>
              <a:gd name="csX4792" fmla="*/ 825420 w 1722333"/>
              <a:gd name="csY4792" fmla="*/ 438286 h 531334"/>
              <a:gd name="csX4793" fmla="*/ 825598 w 1722333"/>
              <a:gd name="csY4793" fmla="*/ 438215 h 531334"/>
              <a:gd name="csX4794" fmla="*/ 825767 w 1722333"/>
              <a:gd name="csY4794" fmla="*/ 438144 h 531334"/>
              <a:gd name="csX4795" fmla="*/ 825936 w 1722333"/>
              <a:gd name="csY4795" fmla="*/ 438073 h 531334"/>
              <a:gd name="csX4796" fmla="*/ 826114 w 1722333"/>
              <a:gd name="csY4796" fmla="*/ 438002 h 531334"/>
              <a:gd name="csX4797" fmla="*/ 826283 w 1722333"/>
              <a:gd name="csY4797" fmla="*/ 437930 h 531334"/>
              <a:gd name="csX4798" fmla="*/ 826461 w 1722333"/>
              <a:gd name="csY4798" fmla="*/ 437859 h 531334"/>
              <a:gd name="csX4799" fmla="*/ 826630 w 1722333"/>
              <a:gd name="csY4799" fmla="*/ 437788 h 531334"/>
              <a:gd name="csX4800" fmla="*/ 826799 w 1722333"/>
              <a:gd name="csY4800" fmla="*/ 437717 h 531334"/>
              <a:gd name="csX4801" fmla="*/ 826977 w 1722333"/>
              <a:gd name="csY4801" fmla="*/ 437646 h 531334"/>
              <a:gd name="csX4802" fmla="*/ 827146 w 1722333"/>
              <a:gd name="csY4802" fmla="*/ 437575 h 531334"/>
              <a:gd name="csX4803" fmla="*/ 827315 w 1722333"/>
              <a:gd name="csY4803" fmla="*/ 437503 h 531334"/>
              <a:gd name="csX4804" fmla="*/ 827493 w 1722333"/>
              <a:gd name="csY4804" fmla="*/ 437432 h 531334"/>
              <a:gd name="csX4805" fmla="*/ 827662 w 1722333"/>
              <a:gd name="csY4805" fmla="*/ 437361 h 531334"/>
              <a:gd name="csX4806" fmla="*/ 827831 w 1722333"/>
              <a:gd name="csY4806" fmla="*/ 437290 h 531334"/>
              <a:gd name="csX4807" fmla="*/ 828009 w 1722333"/>
              <a:gd name="csY4807" fmla="*/ 437219 h 531334"/>
              <a:gd name="csX4808" fmla="*/ 828178 w 1722333"/>
              <a:gd name="csY4808" fmla="*/ 437147 h 531334"/>
              <a:gd name="csX4809" fmla="*/ 828356 w 1722333"/>
              <a:gd name="csY4809" fmla="*/ 437076 h 531334"/>
              <a:gd name="csX4810" fmla="*/ 828525 w 1722333"/>
              <a:gd name="csY4810" fmla="*/ 436996 h 531334"/>
              <a:gd name="csX4811" fmla="*/ 828694 w 1722333"/>
              <a:gd name="csY4811" fmla="*/ 436925 h 531334"/>
              <a:gd name="csX4812" fmla="*/ 828872 w 1722333"/>
              <a:gd name="csY4812" fmla="*/ 436854 h 531334"/>
              <a:gd name="csX4813" fmla="*/ 829041 w 1722333"/>
              <a:gd name="csY4813" fmla="*/ 436783 h 531334"/>
              <a:gd name="csX4814" fmla="*/ 829210 w 1722333"/>
              <a:gd name="csY4814" fmla="*/ 436712 h 531334"/>
              <a:gd name="csX4815" fmla="*/ 829388 w 1722333"/>
              <a:gd name="csY4815" fmla="*/ 436640 h 531334"/>
              <a:gd name="csX4816" fmla="*/ 829557 w 1722333"/>
              <a:gd name="csY4816" fmla="*/ 436569 h 531334"/>
              <a:gd name="csX4817" fmla="*/ 829726 w 1722333"/>
              <a:gd name="csY4817" fmla="*/ 436489 h 531334"/>
              <a:gd name="csX4818" fmla="*/ 829904 w 1722333"/>
              <a:gd name="csY4818" fmla="*/ 436418 h 531334"/>
              <a:gd name="csX4819" fmla="*/ 830073 w 1722333"/>
              <a:gd name="csY4819" fmla="*/ 436347 h 531334"/>
              <a:gd name="csX4820" fmla="*/ 830242 w 1722333"/>
              <a:gd name="csY4820" fmla="*/ 436276 h 531334"/>
              <a:gd name="csX4821" fmla="*/ 830420 w 1722333"/>
              <a:gd name="csY4821" fmla="*/ 436205 h 531334"/>
              <a:gd name="csX4822" fmla="*/ 830589 w 1722333"/>
              <a:gd name="csY4822" fmla="*/ 436133 h 531334"/>
              <a:gd name="csX4823" fmla="*/ 830767 w 1722333"/>
              <a:gd name="csY4823" fmla="*/ 436053 h 531334"/>
              <a:gd name="csX4824" fmla="*/ 830936 w 1722333"/>
              <a:gd name="csY4824" fmla="*/ 435982 h 531334"/>
              <a:gd name="csX4825" fmla="*/ 831105 w 1722333"/>
              <a:gd name="csY4825" fmla="*/ 435911 h 531334"/>
              <a:gd name="csX4826" fmla="*/ 831283 w 1722333"/>
              <a:gd name="csY4826" fmla="*/ 435840 h 531334"/>
              <a:gd name="csX4827" fmla="*/ 831452 w 1722333"/>
              <a:gd name="csY4827" fmla="*/ 435760 h 531334"/>
              <a:gd name="csX4828" fmla="*/ 831621 w 1722333"/>
              <a:gd name="csY4828" fmla="*/ 435689 h 531334"/>
              <a:gd name="csX4829" fmla="*/ 831799 w 1722333"/>
              <a:gd name="csY4829" fmla="*/ 435617 h 531334"/>
              <a:gd name="csX4830" fmla="*/ 831968 w 1722333"/>
              <a:gd name="csY4830" fmla="*/ 435546 h 531334"/>
              <a:gd name="csX4831" fmla="*/ 832137 w 1722333"/>
              <a:gd name="csY4831" fmla="*/ 435466 h 531334"/>
              <a:gd name="csX4832" fmla="*/ 832315 w 1722333"/>
              <a:gd name="csY4832" fmla="*/ 435395 h 531334"/>
              <a:gd name="csX4833" fmla="*/ 832484 w 1722333"/>
              <a:gd name="csY4833" fmla="*/ 435324 h 531334"/>
              <a:gd name="csX4834" fmla="*/ 832662 w 1722333"/>
              <a:gd name="csY4834" fmla="*/ 435253 h 531334"/>
              <a:gd name="csX4835" fmla="*/ 832830 w 1722333"/>
              <a:gd name="csY4835" fmla="*/ 435172 h 531334"/>
              <a:gd name="csX4836" fmla="*/ 833000 w 1722333"/>
              <a:gd name="csY4836" fmla="*/ 435101 h 531334"/>
              <a:gd name="csX4837" fmla="*/ 833177 w 1722333"/>
              <a:gd name="csY4837" fmla="*/ 435030 h 531334"/>
              <a:gd name="csX4838" fmla="*/ 833347 w 1722333"/>
              <a:gd name="csY4838" fmla="*/ 434950 h 531334"/>
              <a:gd name="csX4839" fmla="*/ 833516 w 1722333"/>
              <a:gd name="csY4839" fmla="*/ 434879 h 531334"/>
              <a:gd name="csX4840" fmla="*/ 833694 w 1722333"/>
              <a:gd name="csY4840" fmla="*/ 434808 h 531334"/>
              <a:gd name="csX4841" fmla="*/ 833863 w 1722333"/>
              <a:gd name="csY4841" fmla="*/ 434728 h 531334"/>
              <a:gd name="csX4842" fmla="*/ 834031 w 1722333"/>
              <a:gd name="csY4842" fmla="*/ 434657 h 531334"/>
              <a:gd name="csX4843" fmla="*/ 834209 w 1722333"/>
              <a:gd name="csY4843" fmla="*/ 434585 h 531334"/>
              <a:gd name="csX4844" fmla="*/ 834378 w 1722333"/>
              <a:gd name="csY4844" fmla="*/ 434505 h 531334"/>
              <a:gd name="csX4845" fmla="*/ 834556 w 1722333"/>
              <a:gd name="csY4845" fmla="*/ 434434 h 531334"/>
              <a:gd name="csX4846" fmla="*/ 834725 w 1722333"/>
              <a:gd name="csY4846" fmla="*/ 434363 h 531334"/>
              <a:gd name="csX4847" fmla="*/ 834895 w 1722333"/>
              <a:gd name="csY4847" fmla="*/ 434283 h 531334"/>
              <a:gd name="csX4848" fmla="*/ 835072 w 1722333"/>
              <a:gd name="csY4848" fmla="*/ 434212 h 531334"/>
              <a:gd name="csX4849" fmla="*/ 835242 w 1722333"/>
              <a:gd name="csY4849" fmla="*/ 434132 h 531334"/>
              <a:gd name="csX4850" fmla="*/ 835410 w 1722333"/>
              <a:gd name="csY4850" fmla="*/ 434060 h 531334"/>
              <a:gd name="csX4851" fmla="*/ 835588 w 1722333"/>
              <a:gd name="csY4851" fmla="*/ 433989 h 531334"/>
              <a:gd name="csX4852" fmla="*/ 835757 w 1722333"/>
              <a:gd name="csY4852" fmla="*/ 433909 h 531334"/>
              <a:gd name="csX4853" fmla="*/ 835926 w 1722333"/>
              <a:gd name="csY4853" fmla="*/ 433838 h 531334"/>
              <a:gd name="csX4854" fmla="*/ 836104 w 1722333"/>
              <a:gd name="csY4854" fmla="*/ 433758 h 531334"/>
              <a:gd name="csX4855" fmla="*/ 836273 w 1722333"/>
              <a:gd name="csY4855" fmla="*/ 433687 h 531334"/>
              <a:gd name="csX4856" fmla="*/ 836451 w 1722333"/>
              <a:gd name="csY4856" fmla="*/ 433607 h 531334"/>
              <a:gd name="csX4857" fmla="*/ 836620 w 1722333"/>
              <a:gd name="csY4857" fmla="*/ 433536 h 531334"/>
              <a:gd name="csX4858" fmla="*/ 836789 w 1722333"/>
              <a:gd name="csY4858" fmla="*/ 433456 h 531334"/>
              <a:gd name="csX4859" fmla="*/ 836967 w 1722333"/>
              <a:gd name="csY4859" fmla="*/ 433384 h 531334"/>
              <a:gd name="csX4860" fmla="*/ 837136 w 1722333"/>
              <a:gd name="csY4860" fmla="*/ 433304 h 531334"/>
              <a:gd name="csX4861" fmla="*/ 837305 w 1722333"/>
              <a:gd name="csY4861" fmla="*/ 433233 h 531334"/>
              <a:gd name="csX4862" fmla="*/ 837483 w 1722333"/>
              <a:gd name="csY4862" fmla="*/ 433153 h 531334"/>
              <a:gd name="csX4863" fmla="*/ 837652 w 1722333"/>
              <a:gd name="csY4863" fmla="*/ 433082 h 531334"/>
              <a:gd name="csX4864" fmla="*/ 837821 w 1722333"/>
              <a:gd name="csY4864" fmla="*/ 433002 h 531334"/>
              <a:gd name="csX4865" fmla="*/ 837999 w 1722333"/>
              <a:gd name="csY4865" fmla="*/ 432931 h 531334"/>
              <a:gd name="csX4866" fmla="*/ 838168 w 1722333"/>
              <a:gd name="csY4866" fmla="*/ 432851 h 531334"/>
              <a:gd name="csX4867" fmla="*/ 838337 w 1722333"/>
              <a:gd name="csY4867" fmla="*/ 432779 h 531334"/>
              <a:gd name="csX4868" fmla="*/ 838515 w 1722333"/>
              <a:gd name="csY4868" fmla="*/ 432699 h 531334"/>
              <a:gd name="csX4869" fmla="*/ 838684 w 1722333"/>
              <a:gd name="csY4869" fmla="*/ 432628 h 531334"/>
              <a:gd name="csX4870" fmla="*/ 838862 w 1722333"/>
              <a:gd name="csY4870" fmla="*/ 432548 h 531334"/>
              <a:gd name="csX4871" fmla="*/ 839031 w 1722333"/>
              <a:gd name="csY4871" fmla="*/ 432477 h 531334"/>
              <a:gd name="csX4872" fmla="*/ 839200 w 1722333"/>
              <a:gd name="csY4872" fmla="*/ 432397 h 531334"/>
              <a:gd name="csX4873" fmla="*/ 839378 w 1722333"/>
              <a:gd name="csY4873" fmla="*/ 432326 h 531334"/>
              <a:gd name="csX4874" fmla="*/ 839547 w 1722333"/>
              <a:gd name="csY4874" fmla="*/ 432246 h 531334"/>
              <a:gd name="csX4875" fmla="*/ 839716 w 1722333"/>
              <a:gd name="csY4875" fmla="*/ 432165 h 531334"/>
              <a:gd name="csX4876" fmla="*/ 839894 w 1722333"/>
              <a:gd name="csY4876" fmla="*/ 432094 h 531334"/>
              <a:gd name="csX4877" fmla="*/ 840063 w 1722333"/>
              <a:gd name="csY4877" fmla="*/ 432014 h 531334"/>
              <a:gd name="csX4878" fmla="*/ 840232 w 1722333"/>
              <a:gd name="csY4878" fmla="*/ 431943 h 531334"/>
              <a:gd name="csX4879" fmla="*/ 840410 w 1722333"/>
              <a:gd name="csY4879" fmla="*/ 431863 h 531334"/>
              <a:gd name="csX4880" fmla="*/ 840579 w 1722333"/>
              <a:gd name="csY4880" fmla="*/ 431783 h 531334"/>
              <a:gd name="csX4881" fmla="*/ 840757 w 1722333"/>
              <a:gd name="csY4881" fmla="*/ 431712 h 531334"/>
              <a:gd name="csX4882" fmla="*/ 840926 w 1722333"/>
              <a:gd name="csY4882" fmla="*/ 431632 h 531334"/>
              <a:gd name="csX4883" fmla="*/ 841095 w 1722333"/>
              <a:gd name="csY4883" fmla="*/ 431552 h 531334"/>
              <a:gd name="csX4884" fmla="*/ 841273 w 1722333"/>
              <a:gd name="csY4884" fmla="*/ 431480 h 531334"/>
              <a:gd name="csX4885" fmla="*/ 841442 w 1722333"/>
              <a:gd name="csY4885" fmla="*/ 431400 h 531334"/>
              <a:gd name="csX4886" fmla="*/ 841611 w 1722333"/>
              <a:gd name="csY4886" fmla="*/ 431320 h 531334"/>
              <a:gd name="csX4887" fmla="*/ 841789 w 1722333"/>
              <a:gd name="csY4887" fmla="*/ 431249 h 531334"/>
              <a:gd name="csX4888" fmla="*/ 841958 w 1722333"/>
              <a:gd name="csY4888" fmla="*/ 431169 h 531334"/>
              <a:gd name="csX4889" fmla="*/ 842127 w 1722333"/>
              <a:gd name="csY4889" fmla="*/ 431089 h 531334"/>
              <a:gd name="csX4890" fmla="*/ 842305 w 1722333"/>
              <a:gd name="csY4890" fmla="*/ 431018 h 531334"/>
              <a:gd name="csX4891" fmla="*/ 842474 w 1722333"/>
              <a:gd name="csY4891" fmla="*/ 430938 h 531334"/>
              <a:gd name="csX4892" fmla="*/ 842652 w 1722333"/>
              <a:gd name="csY4892" fmla="*/ 430858 h 531334"/>
              <a:gd name="csX4893" fmla="*/ 842821 w 1722333"/>
              <a:gd name="csY4893" fmla="*/ 430787 h 531334"/>
              <a:gd name="csX4894" fmla="*/ 842990 w 1722333"/>
              <a:gd name="csY4894" fmla="*/ 430706 h 531334"/>
              <a:gd name="csX4895" fmla="*/ 843168 w 1722333"/>
              <a:gd name="csY4895" fmla="*/ 430626 h 531334"/>
              <a:gd name="csX4896" fmla="*/ 843337 w 1722333"/>
              <a:gd name="csY4896" fmla="*/ 430546 h 531334"/>
              <a:gd name="csX4897" fmla="*/ 843506 w 1722333"/>
              <a:gd name="csY4897" fmla="*/ 430475 h 531334"/>
              <a:gd name="csX4898" fmla="*/ 843684 w 1722333"/>
              <a:gd name="csY4898" fmla="*/ 430395 h 531334"/>
              <a:gd name="csX4899" fmla="*/ 843853 w 1722333"/>
              <a:gd name="csY4899" fmla="*/ 430315 h 531334"/>
              <a:gd name="csX4900" fmla="*/ 844022 w 1722333"/>
              <a:gd name="csY4900" fmla="*/ 430235 h 531334"/>
              <a:gd name="csX4901" fmla="*/ 844200 w 1722333"/>
              <a:gd name="csY4901" fmla="*/ 430155 h 531334"/>
              <a:gd name="csX4902" fmla="*/ 844369 w 1722333"/>
              <a:gd name="csY4902" fmla="*/ 430084 h 531334"/>
              <a:gd name="csX4903" fmla="*/ 844547 w 1722333"/>
              <a:gd name="csY4903" fmla="*/ 430004 h 531334"/>
              <a:gd name="csX4904" fmla="*/ 844716 w 1722333"/>
              <a:gd name="csY4904" fmla="*/ 429924 h 531334"/>
              <a:gd name="csX4905" fmla="*/ 844885 w 1722333"/>
              <a:gd name="csY4905" fmla="*/ 429844 h 531334"/>
              <a:gd name="csX4906" fmla="*/ 845063 w 1722333"/>
              <a:gd name="csY4906" fmla="*/ 429763 h 531334"/>
              <a:gd name="csX4907" fmla="*/ 845232 w 1722333"/>
              <a:gd name="csY4907" fmla="*/ 429692 h 531334"/>
              <a:gd name="csX4908" fmla="*/ 845401 w 1722333"/>
              <a:gd name="csY4908" fmla="*/ 429612 h 531334"/>
              <a:gd name="csX4909" fmla="*/ 845579 w 1722333"/>
              <a:gd name="csY4909" fmla="*/ 429532 h 531334"/>
              <a:gd name="csX4910" fmla="*/ 845748 w 1722333"/>
              <a:gd name="csY4910" fmla="*/ 429452 h 531334"/>
              <a:gd name="csX4911" fmla="*/ 845917 w 1722333"/>
              <a:gd name="csY4911" fmla="*/ 429372 h 531334"/>
              <a:gd name="csX4912" fmla="*/ 846095 w 1722333"/>
              <a:gd name="csY4912" fmla="*/ 429292 h 531334"/>
              <a:gd name="csX4913" fmla="*/ 846264 w 1722333"/>
              <a:gd name="csY4913" fmla="*/ 429221 h 531334"/>
              <a:gd name="csX4914" fmla="*/ 846433 w 1722333"/>
              <a:gd name="csY4914" fmla="*/ 429141 h 531334"/>
              <a:gd name="csX4915" fmla="*/ 846611 w 1722333"/>
              <a:gd name="csY4915" fmla="*/ 429061 h 531334"/>
              <a:gd name="csX4916" fmla="*/ 846780 w 1722333"/>
              <a:gd name="csY4916" fmla="*/ 428981 h 531334"/>
              <a:gd name="csX4917" fmla="*/ 846958 w 1722333"/>
              <a:gd name="csY4917" fmla="*/ 428901 h 531334"/>
              <a:gd name="csX4918" fmla="*/ 847127 w 1722333"/>
              <a:gd name="csY4918" fmla="*/ 428820 h 531334"/>
              <a:gd name="csX4919" fmla="*/ 847296 w 1722333"/>
              <a:gd name="csY4919" fmla="*/ 428740 h 531334"/>
              <a:gd name="csX4920" fmla="*/ 847474 w 1722333"/>
              <a:gd name="csY4920" fmla="*/ 428660 h 531334"/>
              <a:gd name="csX4921" fmla="*/ 847643 w 1722333"/>
              <a:gd name="csY4921" fmla="*/ 428580 h 531334"/>
              <a:gd name="csX4922" fmla="*/ 847812 w 1722333"/>
              <a:gd name="csY4922" fmla="*/ 428500 h 531334"/>
              <a:gd name="csX4923" fmla="*/ 847990 w 1722333"/>
              <a:gd name="csY4923" fmla="*/ 428420 h 531334"/>
              <a:gd name="csX4924" fmla="*/ 848159 w 1722333"/>
              <a:gd name="csY4924" fmla="*/ 428340 h 531334"/>
              <a:gd name="csX4925" fmla="*/ 848328 w 1722333"/>
              <a:gd name="csY4925" fmla="*/ 428269 h 531334"/>
              <a:gd name="csX4926" fmla="*/ 848506 w 1722333"/>
              <a:gd name="csY4926" fmla="*/ 428189 h 531334"/>
              <a:gd name="csX4927" fmla="*/ 848675 w 1722333"/>
              <a:gd name="csY4927" fmla="*/ 428109 h 531334"/>
              <a:gd name="csX4928" fmla="*/ 848853 w 1722333"/>
              <a:gd name="csY4928" fmla="*/ 428029 h 531334"/>
              <a:gd name="csX4929" fmla="*/ 849022 w 1722333"/>
              <a:gd name="csY4929" fmla="*/ 427949 h 531334"/>
              <a:gd name="csX4930" fmla="*/ 849191 w 1722333"/>
              <a:gd name="csY4930" fmla="*/ 427869 h 531334"/>
              <a:gd name="csX4931" fmla="*/ 849369 w 1722333"/>
              <a:gd name="csY4931" fmla="*/ 427789 h 531334"/>
              <a:gd name="csX4932" fmla="*/ 849538 w 1722333"/>
              <a:gd name="csY4932" fmla="*/ 427708 h 531334"/>
              <a:gd name="csX4933" fmla="*/ 849707 w 1722333"/>
              <a:gd name="csY4933" fmla="*/ 427628 h 531334"/>
              <a:gd name="csX4934" fmla="*/ 849885 w 1722333"/>
              <a:gd name="csY4934" fmla="*/ 427548 h 531334"/>
              <a:gd name="csX4935" fmla="*/ 850054 w 1722333"/>
              <a:gd name="csY4935" fmla="*/ 427468 h 531334"/>
              <a:gd name="csX4936" fmla="*/ 850223 w 1722333"/>
              <a:gd name="csY4936" fmla="*/ 427388 h 531334"/>
              <a:gd name="csX4937" fmla="*/ 850401 w 1722333"/>
              <a:gd name="csY4937" fmla="*/ 427299 h 531334"/>
              <a:gd name="csX4938" fmla="*/ 850570 w 1722333"/>
              <a:gd name="csY4938" fmla="*/ 427219 h 531334"/>
              <a:gd name="csX4939" fmla="*/ 850748 w 1722333"/>
              <a:gd name="csY4939" fmla="*/ 427139 h 531334"/>
              <a:gd name="csX4940" fmla="*/ 850917 w 1722333"/>
              <a:gd name="csY4940" fmla="*/ 427059 h 531334"/>
              <a:gd name="csX4941" fmla="*/ 851086 w 1722333"/>
              <a:gd name="csY4941" fmla="*/ 426979 h 531334"/>
              <a:gd name="csX4942" fmla="*/ 851264 w 1722333"/>
              <a:gd name="csY4942" fmla="*/ 426899 h 531334"/>
              <a:gd name="csX4943" fmla="*/ 851433 w 1722333"/>
              <a:gd name="csY4943" fmla="*/ 426819 h 531334"/>
              <a:gd name="csX4944" fmla="*/ 851602 w 1722333"/>
              <a:gd name="csY4944" fmla="*/ 426739 h 531334"/>
              <a:gd name="csX4945" fmla="*/ 851780 w 1722333"/>
              <a:gd name="csY4945" fmla="*/ 426659 h 531334"/>
              <a:gd name="csX4946" fmla="*/ 851949 w 1722333"/>
              <a:gd name="csY4946" fmla="*/ 426579 h 531334"/>
              <a:gd name="csX4947" fmla="*/ 852118 w 1722333"/>
              <a:gd name="csY4947" fmla="*/ 426498 h 531334"/>
              <a:gd name="csX4948" fmla="*/ 852296 w 1722333"/>
              <a:gd name="csY4948" fmla="*/ 426410 h 531334"/>
              <a:gd name="csX4949" fmla="*/ 852465 w 1722333"/>
              <a:gd name="csY4949" fmla="*/ 426329 h 531334"/>
              <a:gd name="csX4950" fmla="*/ 852643 w 1722333"/>
              <a:gd name="csY4950" fmla="*/ 426249 h 531334"/>
              <a:gd name="csX4951" fmla="*/ 852812 w 1722333"/>
              <a:gd name="csY4951" fmla="*/ 426169 h 531334"/>
              <a:gd name="csX4952" fmla="*/ 852981 w 1722333"/>
              <a:gd name="csY4952" fmla="*/ 426089 h 531334"/>
              <a:gd name="csX4953" fmla="*/ 853159 w 1722333"/>
              <a:gd name="csY4953" fmla="*/ 426009 h 531334"/>
              <a:gd name="csX4954" fmla="*/ 853328 w 1722333"/>
              <a:gd name="csY4954" fmla="*/ 425929 h 531334"/>
              <a:gd name="csX4955" fmla="*/ 853497 w 1722333"/>
              <a:gd name="csY4955" fmla="*/ 425840 h 531334"/>
              <a:gd name="csX4956" fmla="*/ 853675 w 1722333"/>
              <a:gd name="csY4956" fmla="*/ 425760 h 531334"/>
              <a:gd name="csX4957" fmla="*/ 853844 w 1722333"/>
              <a:gd name="csY4957" fmla="*/ 425680 h 531334"/>
              <a:gd name="csX4958" fmla="*/ 854013 w 1722333"/>
              <a:gd name="csY4958" fmla="*/ 425600 h 531334"/>
              <a:gd name="csX4959" fmla="*/ 854191 w 1722333"/>
              <a:gd name="csY4959" fmla="*/ 425520 h 531334"/>
              <a:gd name="csX4960" fmla="*/ 854360 w 1722333"/>
              <a:gd name="csY4960" fmla="*/ 425431 h 531334"/>
              <a:gd name="csX4961" fmla="*/ 854529 w 1722333"/>
              <a:gd name="csY4961" fmla="*/ 425351 h 531334"/>
              <a:gd name="csX4962" fmla="*/ 854707 w 1722333"/>
              <a:gd name="csY4962" fmla="*/ 425271 h 531334"/>
              <a:gd name="csX4963" fmla="*/ 854876 w 1722333"/>
              <a:gd name="csY4963" fmla="*/ 425191 h 531334"/>
              <a:gd name="csX4964" fmla="*/ 855054 w 1722333"/>
              <a:gd name="csY4964" fmla="*/ 425111 h 531334"/>
              <a:gd name="csX4965" fmla="*/ 855223 w 1722333"/>
              <a:gd name="csY4965" fmla="*/ 425022 h 531334"/>
              <a:gd name="csX4966" fmla="*/ 855392 w 1722333"/>
              <a:gd name="csY4966" fmla="*/ 424942 h 531334"/>
              <a:gd name="csX4967" fmla="*/ 855570 w 1722333"/>
              <a:gd name="csY4967" fmla="*/ 424862 h 531334"/>
              <a:gd name="csX4968" fmla="*/ 855739 w 1722333"/>
              <a:gd name="csY4968" fmla="*/ 424773 h 531334"/>
              <a:gd name="csX4969" fmla="*/ 855908 w 1722333"/>
              <a:gd name="csY4969" fmla="*/ 424692 h 531334"/>
              <a:gd name="csX4970" fmla="*/ 856086 w 1722333"/>
              <a:gd name="csY4970" fmla="*/ 424612 h 531334"/>
              <a:gd name="csX4971" fmla="*/ 856255 w 1722333"/>
              <a:gd name="csY4971" fmla="*/ 424532 h 531334"/>
              <a:gd name="csX4972" fmla="*/ 856424 w 1722333"/>
              <a:gd name="csY4972" fmla="*/ 424443 h 531334"/>
              <a:gd name="csX4973" fmla="*/ 856602 w 1722333"/>
              <a:gd name="csY4973" fmla="*/ 424363 h 531334"/>
              <a:gd name="csX4974" fmla="*/ 856771 w 1722333"/>
              <a:gd name="csY4974" fmla="*/ 424283 h 531334"/>
              <a:gd name="csX4975" fmla="*/ 856949 w 1722333"/>
              <a:gd name="csY4975" fmla="*/ 424194 h 531334"/>
              <a:gd name="csX4976" fmla="*/ 857118 w 1722333"/>
              <a:gd name="csY4976" fmla="*/ 424114 h 531334"/>
              <a:gd name="csX4977" fmla="*/ 857287 w 1722333"/>
              <a:gd name="csY4977" fmla="*/ 424034 h 531334"/>
              <a:gd name="csX4978" fmla="*/ 857465 w 1722333"/>
              <a:gd name="csY4978" fmla="*/ 423945 h 531334"/>
              <a:gd name="csX4979" fmla="*/ 857634 w 1722333"/>
              <a:gd name="csY4979" fmla="*/ 423865 h 531334"/>
              <a:gd name="csX4980" fmla="*/ 857803 w 1722333"/>
              <a:gd name="csY4980" fmla="*/ 423785 h 531334"/>
              <a:gd name="csX4981" fmla="*/ 857981 w 1722333"/>
              <a:gd name="csY4981" fmla="*/ 423696 h 531334"/>
              <a:gd name="csX4982" fmla="*/ 858150 w 1722333"/>
              <a:gd name="csY4982" fmla="*/ 423616 h 531334"/>
              <a:gd name="csX4983" fmla="*/ 858319 w 1722333"/>
              <a:gd name="csY4983" fmla="*/ 423536 h 531334"/>
              <a:gd name="csX4984" fmla="*/ 858497 w 1722333"/>
              <a:gd name="csY4984" fmla="*/ 423447 h 531334"/>
              <a:gd name="csX4985" fmla="*/ 858666 w 1722333"/>
              <a:gd name="csY4985" fmla="*/ 423367 h 531334"/>
              <a:gd name="csX4986" fmla="*/ 858844 w 1722333"/>
              <a:gd name="csY4986" fmla="*/ 423278 h 531334"/>
              <a:gd name="csX4987" fmla="*/ 859013 w 1722333"/>
              <a:gd name="csY4987" fmla="*/ 423198 h 531334"/>
              <a:gd name="csX4988" fmla="*/ 859182 w 1722333"/>
              <a:gd name="csY4988" fmla="*/ 423118 h 531334"/>
              <a:gd name="csX4989" fmla="*/ 859360 w 1722333"/>
              <a:gd name="csY4989" fmla="*/ 423029 h 531334"/>
              <a:gd name="csX4990" fmla="*/ 859529 w 1722333"/>
              <a:gd name="csY4990" fmla="*/ 422949 h 531334"/>
              <a:gd name="csX4991" fmla="*/ 859698 w 1722333"/>
              <a:gd name="csY4991" fmla="*/ 422860 h 531334"/>
              <a:gd name="csX4992" fmla="*/ 859876 w 1722333"/>
              <a:gd name="csY4992" fmla="*/ 422780 h 531334"/>
              <a:gd name="csX4993" fmla="*/ 860045 w 1722333"/>
              <a:gd name="csY4993" fmla="*/ 422691 h 531334"/>
              <a:gd name="csX4994" fmla="*/ 860214 w 1722333"/>
              <a:gd name="csY4994" fmla="*/ 422611 h 531334"/>
              <a:gd name="csX4995" fmla="*/ 860392 w 1722333"/>
              <a:gd name="csY4995" fmla="*/ 422522 h 531334"/>
              <a:gd name="csX4996" fmla="*/ 860561 w 1722333"/>
              <a:gd name="csY4996" fmla="*/ 422442 h 531334"/>
              <a:gd name="csX4997" fmla="*/ 860739 w 1722333"/>
              <a:gd name="csY4997" fmla="*/ 422362 h 531334"/>
              <a:gd name="csX4998" fmla="*/ 860908 w 1722333"/>
              <a:gd name="csY4998" fmla="*/ 422273 h 531334"/>
              <a:gd name="csX4999" fmla="*/ 861077 w 1722333"/>
              <a:gd name="csY4999" fmla="*/ 422193 h 531334"/>
              <a:gd name="csX5000" fmla="*/ 861255 w 1722333"/>
              <a:gd name="csY5000" fmla="*/ 422104 h 531334"/>
              <a:gd name="csX5001" fmla="*/ 861424 w 1722333"/>
              <a:gd name="csY5001" fmla="*/ 422024 h 531334"/>
              <a:gd name="csX5002" fmla="*/ 861593 w 1722333"/>
              <a:gd name="csY5002" fmla="*/ 421935 h 531334"/>
              <a:gd name="csX5003" fmla="*/ 861771 w 1722333"/>
              <a:gd name="csY5003" fmla="*/ 421855 h 531334"/>
              <a:gd name="csX5004" fmla="*/ 861940 w 1722333"/>
              <a:gd name="csY5004" fmla="*/ 421766 h 531334"/>
              <a:gd name="csX5005" fmla="*/ 862109 w 1722333"/>
              <a:gd name="csY5005" fmla="*/ 421677 h 531334"/>
              <a:gd name="csX5006" fmla="*/ 862287 w 1722333"/>
              <a:gd name="csY5006" fmla="*/ 421597 h 531334"/>
              <a:gd name="csX5007" fmla="*/ 862456 w 1722333"/>
              <a:gd name="csY5007" fmla="*/ 421508 h 531334"/>
              <a:gd name="csX5008" fmla="*/ 862625 w 1722333"/>
              <a:gd name="csY5008" fmla="*/ 421428 h 531334"/>
              <a:gd name="csX5009" fmla="*/ 862803 w 1722333"/>
              <a:gd name="csY5009" fmla="*/ 421339 h 531334"/>
              <a:gd name="csX5010" fmla="*/ 862972 w 1722333"/>
              <a:gd name="csY5010" fmla="*/ 421258 h 531334"/>
              <a:gd name="csX5011" fmla="*/ 863150 w 1722333"/>
              <a:gd name="csY5011" fmla="*/ 421169 h 531334"/>
              <a:gd name="csX5012" fmla="*/ 863319 w 1722333"/>
              <a:gd name="csY5012" fmla="*/ 421089 h 531334"/>
              <a:gd name="csX5013" fmla="*/ 863488 w 1722333"/>
              <a:gd name="csY5013" fmla="*/ 421001 h 531334"/>
              <a:gd name="csX5014" fmla="*/ 863666 w 1722333"/>
              <a:gd name="csY5014" fmla="*/ 420911 h 531334"/>
              <a:gd name="csX5015" fmla="*/ 863835 w 1722333"/>
              <a:gd name="csY5015" fmla="*/ 420831 h 531334"/>
              <a:gd name="csX5016" fmla="*/ 864004 w 1722333"/>
              <a:gd name="csY5016" fmla="*/ 420742 h 531334"/>
              <a:gd name="csX5017" fmla="*/ 864182 w 1722333"/>
              <a:gd name="csY5017" fmla="*/ 420662 h 531334"/>
              <a:gd name="csX5018" fmla="*/ 864351 w 1722333"/>
              <a:gd name="csY5018" fmla="*/ 420573 h 531334"/>
              <a:gd name="csX5019" fmla="*/ 864520 w 1722333"/>
              <a:gd name="csY5019" fmla="*/ 420484 h 531334"/>
              <a:gd name="csX5020" fmla="*/ 864698 w 1722333"/>
              <a:gd name="csY5020" fmla="*/ 420404 h 531334"/>
              <a:gd name="csX5021" fmla="*/ 864867 w 1722333"/>
              <a:gd name="csY5021" fmla="*/ 420315 h 531334"/>
              <a:gd name="csX5022" fmla="*/ 865045 w 1722333"/>
              <a:gd name="csY5022" fmla="*/ 420227 h 531334"/>
              <a:gd name="csX5023" fmla="*/ 865214 w 1722333"/>
              <a:gd name="csY5023" fmla="*/ 420146 h 531334"/>
              <a:gd name="csX5024" fmla="*/ 865383 w 1722333"/>
              <a:gd name="csY5024" fmla="*/ 420057 h 531334"/>
              <a:gd name="csX5025" fmla="*/ 865561 w 1722333"/>
              <a:gd name="csY5025" fmla="*/ 419968 h 531334"/>
              <a:gd name="csX5026" fmla="*/ 865730 w 1722333"/>
              <a:gd name="csY5026" fmla="*/ 419888 h 531334"/>
              <a:gd name="csX5027" fmla="*/ 865899 w 1722333"/>
              <a:gd name="csY5027" fmla="*/ 419799 h 531334"/>
              <a:gd name="csX5028" fmla="*/ 866077 w 1722333"/>
              <a:gd name="csY5028" fmla="*/ 419710 h 531334"/>
              <a:gd name="csX5029" fmla="*/ 866246 w 1722333"/>
              <a:gd name="csY5029" fmla="*/ 419630 h 531334"/>
              <a:gd name="csX5030" fmla="*/ 866415 w 1722333"/>
              <a:gd name="csY5030" fmla="*/ 419541 h 531334"/>
              <a:gd name="csX5031" fmla="*/ 866593 w 1722333"/>
              <a:gd name="csY5031" fmla="*/ 419453 h 531334"/>
              <a:gd name="csX5032" fmla="*/ 866762 w 1722333"/>
              <a:gd name="csY5032" fmla="*/ 419363 h 531334"/>
              <a:gd name="csX5033" fmla="*/ 866940 w 1722333"/>
              <a:gd name="csY5033" fmla="*/ 419283 h 531334"/>
              <a:gd name="csX5034" fmla="*/ 867109 w 1722333"/>
              <a:gd name="csY5034" fmla="*/ 419195 h 531334"/>
              <a:gd name="csX5035" fmla="*/ 867278 w 1722333"/>
              <a:gd name="csY5035" fmla="*/ 419106 h 531334"/>
              <a:gd name="csX5036" fmla="*/ 867456 w 1722333"/>
              <a:gd name="csY5036" fmla="*/ 419025 h 531334"/>
              <a:gd name="csX5037" fmla="*/ 867624 w 1722333"/>
              <a:gd name="csY5037" fmla="*/ 418936 h 531334"/>
              <a:gd name="csX5038" fmla="*/ 867794 w 1722333"/>
              <a:gd name="csY5038" fmla="*/ 418848 h 531334"/>
              <a:gd name="csX5039" fmla="*/ 867971 w 1722333"/>
              <a:gd name="csY5039" fmla="*/ 418759 h 531334"/>
              <a:gd name="csX5040" fmla="*/ 868141 w 1722333"/>
              <a:gd name="csY5040" fmla="*/ 418670 h 531334"/>
              <a:gd name="csX5041" fmla="*/ 868310 w 1722333"/>
              <a:gd name="csY5041" fmla="*/ 418589 h 531334"/>
              <a:gd name="csX5042" fmla="*/ 868488 w 1722333"/>
              <a:gd name="csY5042" fmla="*/ 418501 h 531334"/>
              <a:gd name="csX5043" fmla="*/ 868657 w 1722333"/>
              <a:gd name="csY5043" fmla="*/ 418412 h 531334"/>
              <a:gd name="csX5044" fmla="*/ 868835 w 1722333"/>
              <a:gd name="csY5044" fmla="*/ 418323 h 531334"/>
              <a:gd name="csX5045" fmla="*/ 869003 w 1722333"/>
              <a:gd name="csY5045" fmla="*/ 418234 h 531334"/>
              <a:gd name="csX5046" fmla="*/ 869172 w 1722333"/>
              <a:gd name="csY5046" fmla="*/ 418154 h 531334"/>
              <a:gd name="csX5047" fmla="*/ 869350 w 1722333"/>
              <a:gd name="csY5047" fmla="*/ 418065 h 531334"/>
              <a:gd name="csX5048" fmla="*/ 869519 w 1722333"/>
              <a:gd name="csY5048" fmla="*/ 417976 h 531334"/>
              <a:gd name="csX5049" fmla="*/ 869689 w 1722333"/>
              <a:gd name="csY5049" fmla="*/ 417887 h 531334"/>
              <a:gd name="csX5050" fmla="*/ 869866 w 1722333"/>
              <a:gd name="csY5050" fmla="*/ 417798 h 531334"/>
              <a:gd name="csX5051" fmla="*/ 870036 w 1722333"/>
              <a:gd name="csY5051" fmla="*/ 417718 h 531334"/>
              <a:gd name="csX5052" fmla="*/ 870204 w 1722333"/>
              <a:gd name="csY5052" fmla="*/ 417629 h 531334"/>
              <a:gd name="csX5053" fmla="*/ 870382 w 1722333"/>
              <a:gd name="csY5053" fmla="*/ 417540 h 531334"/>
              <a:gd name="csX5054" fmla="*/ 870551 w 1722333"/>
              <a:gd name="csY5054" fmla="*/ 417451 h 531334"/>
              <a:gd name="csX5055" fmla="*/ 870721 w 1722333"/>
              <a:gd name="csY5055" fmla="*/ 417362 h 531334"/>
              <a:gd name="csX5056" fmla="*/ 870898 w 1722333"/>
              <a:gd name="csY5056" fmla="*/ 417273 h 531334"/>
              <a:gd name="csX5057" fmla="*/ 871067 w 1722333"/>
              <a:gd name="csY5057" fmla="*/ 417184 h 531334"/>
              <a:gd name="csX5058" fmla="*/ 871245 w 1722333"/>
              <a:gd name="csY5058" fmla="*/ 417095 h 531334"/>
              <a:gd name="csX5059" fmla="*/ 871414 w 1722333"/>
              <a:gd name="csY5059" fmla="*/ 417015 h 531334"/>
              <a:gd name="csX5060" fmla="*/ 871583 w 1722333"/>
              <a:gd name="csY5060" fmla="*/ 416926 h 531334"/>
              <a:gd name="csX5061" fmla="*/ 871761 w 1722333"/>
              <a:gd name="csY5061" fmla="*/ 416837 h 531334"/>
              <a:gd name="csX5062" fmla="*/ 871930 w 1722333"/>
              <a:gd name="csY5062" fmla="*/ 416748 h 531334"/>
              <a:gd name="csX5063" fmla="*/ 872099 w 1722333"/>
              <a:gd name="csY5063" fmla="*/ 416659 h 531334"/>
              <a:gd name="csX5064" fmla="*/ 872277 w 1722333"/>
              <a:gd name="csY5064" fmla="*/ 416570 h 531334"/>
              <a:gd name="csX5065" fmla="*/ 872446 w 1722333"/>
              <a:gd name="csY5065" fmla="*/ 416481 h 531334"/>
              <a:gd name="csX5066" fmla="*/ 872616 w 1722333"/>
              <a:gd name="csY5066" fmla="*/ 416392 h 531334"/>
              <a:gd name="csX5067" fmla="*/ 872793 w 1722333"/>
              <a:gd name="csY5067" fmla="*/ 416303 h 531334"/>
              <a:gd name="csX5068" fmla="*/ 872962 w 1722333"/>
              <a:gd name="csY5068" fmla="*/ 416214 h 531334"/>
              <a:gd name="csX5069" fmla="*/ 873140 w 1722333"/>
              <a:gd name="csY5069" fmla="*/ 416125 h 531334"/>
              <a:gd name="csX5070" fmla="*/ 873309 w 1722333"/>
              <a:gd name="csY5070" fmla="*/ 416036 h 531334"/>
              <a:gd name="csX5071" fmla="*/ 873478 w 1722333"/>
              <a:gd name="csY5071" fmla="*/ 415947 h 531334"/>
              <a:gd name="csX5072" fmla="*/ 873656 w 1722333"/>
              <a:gd name="csY5072" fmla="*/ 415858 h 531334"/>
              <a:gd name="csX5073" fmla="*/ 873825 w 1722333"/>
              <a:gd name="csY5073" fmla="*/ 415769 h 531334"/>
              <a:gd name="csX5074" fmla="*/ 873994 w 1722333"/>
              <a:gd name="csY5074" fmla="*/ 415680 h 531334"/>
              <a:gd name="csX5075" fmla="*/ 874172 w 1722333"/>
              <a:gd name="csY5075" fmla="*/ 415591 h 531334"/>
              <a:gd name="csX5076" fmla="*/ 874341 w 1722333"/>
              <a:gd name="csY5076" fmla="*/ 415502 h 531334"/>
              <a:gd name="csX5077" fmla="*/ 874510 w 1722333"/>
              <a:gd name="csY5077" fmla="*/ 415414 h 531334"/>
              <a:gd name="csX5078" fmla="*/ 874688 w 1722333"/>
              <a:gd name="csY5078" fmla="*/ 415325 h 531334"/>
              <a:gd name="csX5079" fmla="*/ 874857 w 1722333"/>
              <a:gd name="csY5079" fmla="*/ 415236 h 531334"/>
              <a:gd name="csX5080" fmla="*/ 875035 w 1722333"/>
              <a:gd name="csY5080" fmla="*/ 415147 h 531334"/>
              <a:gd name="csX5081" fmla="*/ 875204 w 1722333"/>
              <a:gd name="csY5081" fmla="*/ 415058 h 531334"/>
              <a:gd name="csX5082" fmla="*/ 875373 w 1722333"/>
              <a:gd name="csY5082" fmla="*/ 414969 h 531334"/>
              <a:gd name="csX5083" fmla="*/ 875551 w 1722333"/>
              <a:gd name="csY5083" fmla="*/ 414880 h 531334"/>
              <a:gd name="csX5084" fmla="*/ 875720 w 1722333"/>
              <a:gd name="csY5084" fmla="*/ 414791 h 531334"/>
              <a:gd name="csX5085" fmla="*/ 875889 w 1722333"/>
              <a:gd name="csY5085" fmla="*/ 414702 h 531334"/>
              <a:gd name="csX5086" fmla="*/ 876067 w 1722333"/>
              <a:gd name="csY5086" fmla="*/ 414613 h 531334"/>
              <a:gd name="csX5087" fmla="*/ 876236 w 1722333"/>
              <a:gd name="csY5087" fmla="*/ 414524 h 531334"/>
              <a:gd name="csX5088" fmla="*/ 876405 w 1722333"/>
              <a:gd name="csY5088" fmla="*/ 414435 h 531334"/>
              <a:gd name="csX5089" fmla="*/ 876583 w 1722333"/>
              <a:gd name="csY5089" fmla="*/ 414346 h 531334"/>
              <a:gd name="csX5090" fmla="*/ 876752 w 1722333"/>
              <a:gd name="csY5090" fmla="*/ 414257 h 531334"/>
              <a:gd name="csX5091" fmla="*/ 876930 w 1722333"/>
              <a:gd name="csY5091" fmla="*/ 414159 h 531334"/>
              <a:gd name="csX5092" fmla="*/ 877099 w 1722333"/>
              <a:gd name="csY5092" fmla="*/ 414070 h 531334"/>
              <a:gd name="csX5093" fmla="*/ 877268 w 1722333"/>
              <a:gd name="csY5093" fmla="*/ 413981 h 531334"/>
              <a:gd name="csX5094" fmla="*/ 877446 w 1722333"/>
              <a:gd name="csY5094" fmla="*/ 413892 h 531334"/>
              <a:gd name="csX5095" fmla="*/ 877615 w 1722333"/>
              <a:gd name="csY5095" fmla="*/ 413803 h 531334"/>
              <a:gd name="csX5096" fmla="*/ 877784 w 1722333"/>
              <a:gd name="csY5096" fmla="*/ 413714 h 531334"/>
              <a:gd name="csX5097" fmla="*/ 877962 w 1722333"/>
              <a:gd name="csY5097" fmla="*/ 413625 h 531334"/>
              <a:gd name="csX5098" fmla="*/ 878131 w 1722333"/>
              <a:gd name="csY5098" fmla="*/ 413536 h 531334"/>
              <a:gd name="csX5099" fmla="*/ 878300 w 1722333"/>
              <a:gd name="csY5099" fmla="*/ 413439 h 531334"/>
              <a:gd name="csX5100" fmla="*/ 878478 w 1722333"/>
              <a:gd name="csY5100" fmla="*/ 413349 h 531334"/>
              <a:gd name="csX5101" fmla="*/ 878647 w 1722333"/>
              <a:gd name="csY5101" fmla="*/ 413261 h 531334"/>
              <a:gd name="csX5102" fmla="*/ 878816 w 1722333"/>
              <a:gd name="csY5102" fmla="*/ 413172 h 531334"/>
              <a:gd name="csX5103" fmla="*/ 878994 w 1722333"/>
              <a:gd name="csY5103" fmla="*/ 413083 h 531334"/>
              <a:gd name="csX5104" fmla="*/ 879163 w 1722333"/>
              <a:gd name="csY5104" fmla="*/ 412994 h 531334"/>
              <a:gd name="csX5105" fmla="*/ 879341 w 1722333"/>
              <a:gd name="csY5105" fmla="*/ 412896 h 531334"/>
              <a:gd name="csX5106" fmla="*/ 879510 w 1722333"/>
              <a:gd name="csY5106" fmla="*/ 412807 h 531334"/>
              <a:gd name="csX5107" fmla="*/ 879679 w 1722333"/>
              <a:gd name="csY5107" fmla="*/ 412718 h 531334"/>
              <a:gd name="csX5108" fmla="*/ 879857 w 1722333"/>
              <a:gd name="csY5108" fmla="*/ 412629 h 531334"/>
              <a:gd name="csX5109" fmla="*/ 880026 w 1722333"/>
              <a:gd name="csY5109" fmla="*/ 412540 h 531334"/>
              <a:gd name="csX5110" fmla="*/ 880195 w 1722333"/>
              <a:gd name="csY5110" fmla="*/ 412442 h 531334"/>
              <a:gd name="csX5111" fmla="*/ 880373 w 1722333"/>
              <a:gd name="csY5111" fmla="*/ 412353 h 531334"/>
              <a:gd name="csX5112" fmla="*/ 880542 w 1722333"/>
              <a:gd name="csY5112" fmla="*/ 412264 h 531334"/>
              <a:gd name="csX5113" fmla="*/ 880711 w 1722333"/>
              <a:gd name="csY5113" fmla="*/ 412175 h 531334"/>
              <a:gd name="csX5114" fmla="*/ 880889 w 1722333"/>
              <a:gd name="csY5114" fmla="*/ 412086 h 531334"/>
              <a:gd name="csX5115" fmla="*/ 881058 w 1722333"/>
              <a:gd name="csY5115" fmla="*/ 411988 h 531334"/>
              <a:gd name="csX5116" fmla="*/ 881236 w 1722333"/>
              <a:gd name="csY5116" fmla="*/ 411899 h 531334"/>
              <a:gd name="csX5117" fmla="*/ 881405 w 1722333"/>
              <a:gd name="csY5117" fmla="*/ 411810 h 531334"/>
              <a:gd name="csX5118" fmla="*/ 881574 w 1722333"/>
              <a:gd name="csY5118" fmla="*/ 411721 h 531334"/>
              <a:gd name="csX5119" fmla="*/ 881752 w 1722333"/>
              <a:gd name="csY5119" fmla="*/ 411624 h 531334"/>
              <a:gd name="csX5120" fmla="*/ 881921 w 1722333"/>
              <a:gd name="csY5120" fmla="*/ 411535 h 531334"/>
              <a:gd name="csX5121" fmla="*/ 882090 w 1722333"/>
              <a:gd name="csY5121" fmla="*/ 411446 h 531334"/>
              <a:gd name="csX5122" fmla="*/ 882268 w 1722333"/>
              <a:gd name="csY5122" fmla="*/ 411348 h 531334"/>
              <a:gd name="csX5123" fmla="*/ 882437 w 1722333"/>
              <a:gd name="csY5123" fmla="*/ 411259 h 531334"/>
              <a:gd name="csX5124" fmla="*/ 882606 w 1722333"/>
              <a:gd name="csY5124" fmla="*/ 411170 h 531334"/>
              <a:gd name="csX5125" fmla="*/ 882784 w 1722333"/>
              <a:gd name="csY5125" fmla="*/ 411081 h 531334"/>
              <a:gd name="csX5126" fmla="*/ 882953 w 1722333"/>
              <a:gd name="csY5126" fmla="*/ 410983 h 531334"/>
              <a:gd name="csX5127" fmla="*/ 883131 w 1722333"/>
              <a:gd name="csY5127" fmla="*/ 410894 h 531334"/>
              <a:gd name="csX5128" fmla="*/ 883300 w 1722333"/>
              <a:gd name="csY5128" fmla="*/ 410805 h 531334"/>
              <a:gd name="csX5129" fmla="*/ 883469 w 1722333"/>
              <a:gd name="csY5129" fmla="*/ 410707 h 531334"/>
              <a:gd name="csX5130" fmla="*/ 883647 w 1722333"/>
              <a:gd name="csY5130" fmla="*/ 410618 h 531334"/>
              <a:gd name="csX5131" fmla="*/ 883816 w 1722333"/>
              <a:gd name="csY5131" fmla="*/ 410529 h 531334"/>
              <a:gd name="csX5132" fmla="*/ 883985 w 1722333"/>
              <a:gd name="csY5132" fmla="*/ 410432 h 531334"/>
              <a:gd name="csX5133" fmla="*/ 884163 w 1722333"/>
              <a:gd name="csY5133" fmla="*/ 410343 h 531334"/>
              <a:gd name="csX5134" fmla="*/ 884332 w 1722333"/>
              <a:gd name="csY5134" fmla="*/ 410254 h 531334"/>
              <a:gd name="csX5135" fmla="*/ 884501 w 1722333"/>
              <a:gd name="csY5135" fmla="*/ 410156 h 531334"/>
              <a:gd name="csX5136" fmla="*/ 884679 w 1722333"/>
              <a:gd name="csY5136" fmla="*/ 410067 h 531334"/>
              <a:gd name="csX5137" fmla="*/ 884848 w 1722333"/>
              <a:gd name="csY5137" fmla="*/ 409978 h 531334"/>
              <a:gd name="csX5138" fmla="*/ 885026 w 1722333"/>
              <a:gd name="csY5138" fmla="*/ 409880 h 531334"/>
              <a:gd name="csX5139" fmla="*/ 885195 w 1722333"/>
              <a:gd name="csY5139" fmla="*/ 409791 h 531334"/>
              <a:gd name="csX5140" fmla="*/ 885364 w 1722333"/>
              <a:gd name="csY5140" fmla="*/ 409702 h 531334"/>
              <a:gd name="csX5141" fmla="*/ 885542 w 1722333"/>
              <a:gd name="csY5141" fmla="*/ 409604 h 531334"/>
              <a:gd name="csX5142" fmla="*/ 885711 w 1722333"/>
              <a:gd name="csY5142" fmla="*/ 409515 h 531334"/>
              <a:gd name="csX5143" fmla="*/ 885880 w 1722333"/>
              <a:gd name="csY5143" fmla="*/ 409417 h 531334"/>
              <a:gd name="csX5144" fmla="*/ 886058 w 1722333"/>
              <a:gd name="csY5144" fmla="*/ 409328 h 531334"/>
              <a:gd name="csX5145" fmla="*/ 886227 w 1722333"/>
              <a:gd name="csY5145" fmla="*/ 409239 h 531334"/>
              <a:gd name="csX5146" fmla="*/ 886396 w 1722333"/>
              <a:gd name="csY5146" fmla="*/ 409141 h 531334"/>
              <a:gd name="csX5147" fmla="*/ 886574 w 1722333"/>
              <a:gd name="csY5147" fmla="*/ 409053 h 531334"/>
              <a:gd name="csX5148" fmla="*/ 886743 w 1722333"/>
              <a:gd name="csY5148" fmla="*/ 408955 h 531334"/>
              <a:gd name="csX5149" fmla="*/ 886912 w 1722333"/>
              <a:gd name="csY5149" fmla="*/ 408866 h 531334"/>
              <a:gd name="csX5150" fmla="*/ 887090 w 1722333"/>
              <a:gd name="csY5150" fmla="*/ 408777 h 531334"/>
              <a:gd name="csX5151" fmla="*/ 887259 w 1722333"/>
              <a:gd name="csY5151" fmla="*/ 408679 h 531334"/>
              <a:gd name="csX5152" fmla="*/ 887437 w 1722333"/>
              <a:gd name="csY5152" fmla="*/ 408590 h 531334"/>
              <a:gd name="csX5153" fmla="*/ 887606 w 1722333"/>
              <a:gd name="csY5153" fmla="*/ 408492 h 531334"/>
              <a:gd name="csX5154" fmla="*/ 887775 w 1722333"/>
              <a:gd name="csY5154" fmla="*/ 408403 h 531334"/>
              <a:gd name="csX5155" fmla="*/ 887953 w 1722333"/>
              <a:gd name="csY5155" fmla="*/ 408305 h 531334"/>
              <a:gd name="csX5156" fmla="*/ 888122 w 1722333"/>
              <a:gd name="csY5156" fmla="*/ 408216 h 531334"/>
              <a:gd name="csX5157" fmla="*/ 888291 w 1722333"/>
              <a:gd name="csY5157" fmla="*/ 408118 h 531334"/>
              <a:gd name="csX5158" fmla="*/ 888469 w 1722333"/>
              <a:gd name="csY5158" fmla="*/ 408029 h 531334"/>
              <a:gd name="csX5159" fmla="*/ 888638 w 1722333"/>
              <a:gd name="csY5159" fmla="*/ 407932 h 531334"/>
              <a:gd name="csX5160" fmla="*/ 888807 w 1722333"/>
              <a:gd name="csY5160" fmla="*/ 407843 h 531334"/>
              <a:gd name="csX5161" fmla="*/ 888985 w 1722333"/>
              <a:gd name="csY5161" fmla="*/ 407754 h 531334"/>
              <a:gd name="csX5162" fmla="*/ 889154 w 1722333"/>
              <a:gd name="csY5162" fmla="*/ 407656 h 531334"/>
              <a:gd name="csX5163" fmla="*/ 889332 w 1722333"/>
              <a:gd name="csY5163" fmla="*/ 407567 h 531334"/>
              <a:gd name="csX5164" fmla="*/ 889501 w 1722333"/>
              <a:gd name="csY5164" fmla="*/ 407469 h 531334"/>
              <a:gd name="csX5165" fmla="*/ 889670 w 1722333"/>
              <a:gd name="csY5165" fmla="*/ 407380 h 531334"/>
              <a:gd name="csX5166" fmla="*/ 889848 w 1722333"/>
              <a:gd name="csY5166" fmla="*/ 407282 h 531334"/>
              <a:gd name="csX5167" fmla="*/ 890017 w 1722333"/>
              <a:gd name="csY5167" fmla="*/ 407193 h 531334"/>
              <a:gd name="csX5168" fmla="*/ 890186 w 1722333"/>
              <a:gd name="csY5168" fmla="*/ 407095 h 531334"/>
              <a:gd name="csX5169" fmla="*/ 890364 w 1722333"/>
              <a:gd name="csY5169" fmla="*/ 407006 h 531334"/>
              <a:gd name="csX5170" fmla="*/ 890533 w 1722333"/>
              <a:gd name="csY5170" fmla="*/ 406908 h 531334"/>
              <a:gd name="csX5171" fmla="*/ 890702 w 1722333"/>
              <a:gd name="csY5171" fmla="*/ 406820 h 531334"/>
              <a:gd name="csX5172" fmla="*/ 890880 w 1722333"/>
              <a:gd name="csY5172" fmla="*/ 406722 h 531334"/>
              <a:gd name="csX5173" fmla="*/ 891049 w 1722333"/>
              <a:gd name="csY5173" fmla="*/ 406633 h 531334"/>
              <a:gd name="csX5174" fmla="*/ 891227 w 1722333"/>
              <a:gd name="csY5174" fmla="*/ 406535 h 531334"/>
              <a:gd name="csX5175" fmla="*/ 891396 w 1722333"/>
              <a:gd name="csY5175" fmla="*/ 406437 h 531334"/>
              <a:gd name="csX5176" fmla="*/ 891565 w 1722333"/>
              <a:gd name="csY5176" fmla="*/ 406348 h 531334"/>
              <a:gd name="csX5177" fmla="*/ 891743 w 1722333"/>
              <a:gd name="csY5177" fmla="*/ 406250 h 531334"/>
              <a:gd name="csX5178" fmla="*/ 891912 w 1722333"/>
              <a:gd name="csY5178" fmla="*/ 406161 h 531334"/>
              <a:gd name="csX5179" fmla="*/ 892081 w 1722333"/>
              <a:gd name="csY5179" fmla="*/ 406063 h 531334"/>
              <a:gd name="csX5180" fmla="*/ 892259 w 1722333"/>
              <a:gd name="csY5180" fmla="*/ 405974 h 531334"/>
              <a:gd name="csX5181" fmla="*/ 892428 w 1722333"/>
              <a:gd name="csY5181" fmla="*/ 405877 h 531334"/>
              <a:gd name="csX5182" fmla="*/ 892597 w 1722333"/>
              <a:gd name="csY5182" fmla="*/ 405787 h 531334"/>
              <a:gd name="csX5183" fmla="*/ 892775 w 1722333"/>
              <a:gd name="csY5183" fmla="*/ 405690 h 531334"/>
              <a:gd name="csX5184" fmla="*/ 892944 w 1722333"/>
              <a:gd name="csY5184" fmla="*/ 405592 h 531334"/>
              <a:gd name="csX5185" fmla="*/ 893122 w 1722333"/>
              <a:gd name="csY5185" fmla="*/ 405503 h 531334"/>
              <a:gd name="csX5186" fmla="*/ 893291 w 1722333"/>
              <a:gd name="csY5186" fmla="*/ 405405 h 531334"/>
              <a:gd name="csX5187" fmla="*/ 893460 w 1722333"/>
              <a:gd name="csY5187" fmla="*/ 405316 h 531334"/>
              <a:gd name="csX5188" fmla="*/ 893638 w 1722333"/>
              <a:gd name="csY5188" fmla="*/ 405218 h 531334"/>
              <a:gd name="csX5189" fmla="*/ 893807 w 1722333"/>
              <a:gd name="csY5189" fmla="*/ 405129 h 531334"/>
              <a:gd name="csX5190" fmla="*/ 893976 w 1722333"/>
              <a:gd name="csY5190" fmla="*/ 405031 h 531334"/>
              <a:gd name="csX5191" fmla="*/ 894154 w 1722333"/>
              <a:gd name="csY5191" fmla="*/ 404933 h 531334"/>
              <a:gd name="csX5192" fmla="*/ 894323 w 1722333"/>
              <a:gd name="csY5192" fmla="*/ 404845 h 531334"/>
              <a:gd name="csX5193" fmla="*/ 894492 w 1722333"/>
              <a:gd name="csY5193" fmla="*/ 404747 h 531334"/>
              <a:gd name="csX5194" fmla="*/ 894670 w 1722333"/>
              <a:gd name="csY5194" fmla="*/ 404658 h 531334"/>
              <a:gd name="csX5195" fmla="*/ 894839 w 1722333"/>
              <a:gd name="csY5195" fmla="*/ 404560 h 531334"/>
              <a:gd name="csX5196" fmla="*/ 895008 w 1722333"/>
              <a:gd name="csY5196" fmla="*/ 404462 h 531334"/>
              <a:gd name="csX5197" fmla="*/ 895186 w 1722333"/>
              <a:gd name="csY5197" fmla="*/ 404373 h 531334"/>
              <a:gd name="csX5198" fmla="*/ 895355 w 1722333"/>
              <a:gd name="csY5198" fmla="*/ 404275 h 531334"/>
              <a:gd name="csX5199" fmla="*/ 895533 w 1722333"/>
              <a:gd name="csY5199" fmla="*/ 404177 h 531334"/>
              <a:gd name="csX5200" fmla="*/ 895702 w 1722333"/>
              <a:gd name="csY5200" fmla="*/ 404088 h 531334"/>
              <a:gd name="csX5201" fmla="*/ 895871 w 1722333"/>
              <a:gd name="csY5201" fmla="*/ 403991 h 531334"/>
              <a:gd name="csX5202" fmla="*/ 896049 w 1722333"/>
              <a:gd name="csY5202" fmla="*/ 403893 h 531334"/>
              <a:gd name="csX5203" fmla="*/ 896218 w 1722333"/>
              <a:gd name="csY5203" fmla="*/ 403804 h 531334"/>
              <a:gd name="csX5204" fmla="*/ 896387 w 1722333"/>
              <a:gd name="csY5204" fmla="*/ 403706 h 531334"/>
              <a:gd name="csX5205" fmla="*/ 896565 w 1722333"/>
              <a:gd name="csY5205" fmla="*/ 403617 h 531334"/>
              <a:gd name="csX5206" fmla="*/ 896734 w 1722333"/>
              <a:gd name="csY5206" fmla="*/ 403519 h 531334"/>
              <a:gd name="csX5207" fmla="*/ 896903 w 1722333"/>
              <a:gd name="csY5207" fmla="*/ 403421 h 531334"/>
              <a:gd name="csX5208" fmla="*/ 897081 w 1722333"/>
              <a:gd name="csY5208" fmla="*/ 403332 h 531334"/>
              <a:gd name="csX5209" fmla="*/ 897250 w 1722333"/>
              <a:gd name="csY5209" fmla="*/ 403234 h 531334"/>
              <a:gd name="csX5210" fmla="*/ 897428 w 1722333"/>
              <a:gd name="csY5210" fmla="*/ 403136 h 531334"/>
              <a:gd name="csX5211" fmla="*/ 897597 w 1722333"/>
              <a:gd name="csY5211" fmla="*/ 403047 h 531334"/>
              <a:gd name="csX5212" fmla="*/ 897766 w 1722333"/>
              <a:gd name="csY5212" fmla="*/ 402950 h 531334"/>
              <a:gd name="csX5213" fmla="*/ 897944 w 1722333"/>
              <a:gd name="csY5213" fmla="*/ 402852 h 531334"/>
              <a:gd name="csX5214" fmla="*/ 898113 w 1722333"/>
              <a:gd name="csY5214" fmla="*/ 402763 h 531334"/>
              <a:gd name="csX5215" fmla="*/ 898282 w 1722333"/>
              <a:gd name="csY5215" fmla="*/ 402665 h 531334"/>
              <a:gd name="csX5216" fmla="*/ 898460 w 1722333"/>
              <a:gd name="csY5216" fmla="*/ 402567 h 531334"/>
              <a:gd name="csX5217" fmla="*/ 898629 w 1722333"/>
              <a:gd name="csY5217" fmla="*/ 402478 h 531334"/>
              <a:gd name="csX5218" fmla="*/ 898798 w 1722333"/>
              <a:gd name="csY5218" fmla="*/ 402380 h 531334"/>
              <a:gd name="csX5219" fmla="*/ 898976 w 1722333"/>
              <a:gd name="csY5219" fmla="*/ 402282 h 531334"/>
              <a:gd name="csX5220" fmla="*/ 899145 w 1722333"/>
              <a:gd name="csY5220" fmla="*/ 402193 h 531334"/>
              <a:gd name="csX5221" fmla="*/ 899323 w 1722333"/>
              <a:gd name="csY5221" fmla="*/ 402096 h 531334"/>
              <a:gd name="csX5222" fmla="*/ 899492 w 1722333"/>
              <a:gd name="csY5222" fmla="*/ 401998 h 531334"/>
              <a:gd name="csX5223" fmla="*/ 899661 w 1722333"/>
              <a:gd name="csY5223" fmla="*/ 401900 h 531334"/>
              <a:gd name="csX5224" fmla="*/ 899839 w 1722333"/>
              <a:gd name="csY5224" fmla="*/ 401811 h 531334"/>
              <a:gd name="csX5225" fmla="*/ 900008 w 1722333"/>
              <a:gd name="csY5225" fmla="*/ 401713 h 531334"/>
              <a:gd name="csX5226" fmla="*/ 900177 w 1722333"/>
              <a:gd name="csY5226" fmla="*/ 401615 h 531334"/>
              <a:gd name="csX5227" fmla="*/ 900355 w 1722333"/>
              <a:gd name="csY5227" fmla="*/ 401526 h 531334"/>
              <a:gd name="csX5228" fmla="*/ 900524 w 1722333"/>
              <a:gd name="csY5228" fmla="*/ 401428 h 531334"/>
              <a:gd name="csX5229" fmla="*/ 900693 w 1722333"/>
              <a:gd name="csY5229" fmla="*/ 401330 h 531334"/>
              <a:gd name="csX5230" fmla="*/ 900871 w 1722333"/>
              <a:gd name="csY5230" fmla="*/ 401233 h 531334"/>
              <a:gd name="csX5231" fmla="*/ 901040 w 1722333"/>
              <a:gd name="csY5231" fmla="*/ 401144 h 531334"/>
              <a:gd name="csX5232" fmla="*/ 901218 w 1722333"/>
              <a:gd name="csY5232" fmla="*/ 401046 h 531334"/>
              <a:gd name="csX5233" fmla="*/ 901387 w 1722333"/>
              <a:gd name="csY5233" fmla="*/ 400948 h 531334"/>
              <a:gd name="csX5234" fmla="*/ 901556 w 1722333"/>
              <a:gd name="csY5234" fmla="*/ 400859 h 531334"/>
              <a:gd name="csX5235" fmla="*/ 901734 w 1722333"/>
              <a:gd name="csY5235" fmla="*/ 400761 h 531334"/>
              <a:gd name="csX5236" fmla="*/ 901903 w 1722333"/>
              <a:gd name="csY5236" fmla="*/ 400663 h 531334"/>
              <a:gd name="csX5237" fmla="*/ 902072 w 1722333"/>
              <a:gd name="csY5237" fmla="*/ 400565 h 531334"/>
              <a:gd name="csX5238" fmla="*/ 902250 w 1722333"/>
              <a:gd name="csY5238" fmla="*/ 400476 h 531334"/>
              <a:gd name="csX5239" fmla="*/ 902419 w 1722333"/>
              <a:gd name="csY5239" fmla="*/ 400378 h 531334"/>
              <a:gd name="csX5240" fmla="*/ 902588 w 1722333"/>
              <a:gd name="csY5240" fmla="*/ 400281 h 531334"/>
              <a:gd name="csX5241" fmla="*/ 902765 w 1722333"/>
              <a:gd name="csY5241" fmla="*/ 400183 h 531334"/>
              <a:gd name="csX5242" fmla="*/ 902935 w 1722333"/>
              <a:gd name="csY5242" fmla="*/ 400094 h 531334"/>
              <a:gd name="csX5243" fmla="*/ 903104 w 1722333"/>
              <a:gd name="csY5243" fmla="*/ 399996 h 531334"/>
              <a:gd name="csX5244" fmla="*/ 903282 w 1722333"/>
              <a:gd name="csY5244" fmla="*/ 399898 h 531334"/>
              <a:gd name="csX5245" fmla="*/ 903451 w 1722333"/>
              <a:gd name="csY5245" fmla="*/ 399800 h 531334"/>
              <a:gd name="csX5246" fmla="*/ 903629 w 1722333"/>
              <a:gd name="csY5246" fmla="*/ 399711 h 531334"/>
              <a:gd name="csX5247" fmla="*/ 903797 w 1722333"/>
              <a:gd name="csY5247" fmla="*/ 399613 h 531334"/>
              <a:gd name="csX5248" fmla="*/ 903967 w 1722333"/>
              <a:gd name="csY5248" fmla="*/ 399516 h 531334"/>
              <a:gd name="csX5249" fmla="*/ 904144 w 1722333"/>
              <a:gd name="csY5249" fmla="*/ 399418 h 531334"/>
              <a:gd name="csX5250" fmla="*/ 904313 w 1722333"/>
              <a:gd name="csY5250" fmla="*/ 399329 h 531334"/>
              <a:gd name="csX5251" fmla="*/ 904483 w 1722333"/>
              <a:gd name="csY5251" fmla="*/ 399231 h 531334"/>
              <a:gd name="csX5252" fmla="*/ 904660 w 1722333"/>
              <a:gd name="csY5252" fmla="*/ 399133 h 531334"/>
              <a:gd name="csX5253" fmla="*/ 904830 w 1722333"/>
              <a:gd name="csY5253" fmla="*/ 399035 h 531334"/>
              <a:gd name="csX5254" fmla="*/ 904998 w 1722333"/>
              <a:gd name="csY5254" fmla="*/ 398946 h 531334"/>
              <a:gd name="csX5255" fmla="*/ 905176 w 1722333"/>
              <a:gd name="csY5255" fmla="*/ 398848 h 531334"/>
              <a:gd name="csX5256" fmla="*/ 905345 w 1722333"/>
              <a:gd name="csY5256" fmla="*/ 398750 h 531334"/>
              <a:gd name="csX5257" fmla="*/ 905523 w 1722333"/>
              <a:gd name="csY5257" fmla="*/ 398653 h 531334"/>
              <a:gd name="csX5258" fmla="*/ 905692 w 1722333"/>
              <a:gd name="csY5258" fmla="*/ 398564 h 531334"/>
              <a:gd name="csX5259" fmla="*/ 905862 w 1722333"/>
              <a:gd name="csY5259" fmla="*/ 398466 h 531334"/>
              <a:gd name="csX5260" fmla="*/ 906039 w 1722333"/>
              <a:gd name="csY5260" fmla="*/ 398368 h 531334"/>
              <a:gd name="csX5261" fmla="*/ 906208 w 1722333"/>
              <a:gd name="csY5261" fmla="*/ 398270 h 531334"/>
              <a:gd name="csX5262" fmla="*/ 906377 w 1722333"/>
              <a:gd name="csY5262" fmla="*/ 398181 h 531334"/>
              <a:gd name="csX5263" fmla="*/ 906555 w 1722333"/>
              <a:gd name="csY5263" fmla="*/ 398083 h 531334"/>
              <a:gd name="csX5264" fmla="*/ 906724 w 1722333"/>
              <a:gd name="csY5264" fmla="*/ 397985 h 531334"/>
              <a:gd name="csX5265" fmla="*/ 906893 w 1722333"/>
              <a:gd name="csY5265" fmla="*/ 397888 h 531334"/>
              <a:gd name="csX5266" fmla="*/ 907071 w 1722333"/>
              <a:gd name="csY5266" fmla="*/ 397799 h 531334"/>
              <a:gd name="csX5267" fmla="*/ 907240 w 1722333"/>
              <a:gd name="csY5267" fmla="*/ 397701 h 531334"/>
              <a:gd name="csX5268" fmla="*/ 907418 w 1722333"/>
              <a:gd name="csY5268" fmla="*/ 397603 h 531334"/>
              <a:gd name="csX5269" fmla="*/ 907587 w 1722333"/>
              <a:gd name="csY5269" fmla="*/ 397505 h 531334"/>
              <a:gd name="csX5270" fmla="*/ 907756 w 1722333"/>
              <a:gd name="csY5270" fmla="*/ 397416 h 531334"/>
              <a:gd name="csX5271" fmla="*/ 907934 w 1722333"/>
              <a:gd name="csY5271" fmla="*/ 397318 h 531334"/>
              <a:gd name="csX5272" fmla="*/ 908103 w 1722333"/>
              <a:gd name="csY5272" fmla="*/ 397220 h 531334"/>
              <a:gd name="csX5273" fmla="*/ 908272 w 1722333"/>
              <a:gd name="csY5273" fmla="*/ 397122 h 531334"/>
              <a:gd name="csX5274" fmla="*/ 908450 w 1722333"/>
              <a:gd name="csY5274" fmla="*/ 397025 h 531334"/>
              <a:gd name="csX5275" fmla="*/ 908619 w 1722333"/>
              <a:gd name="csY5275" fmla="*/ 396936 h 531334"/>
              <a:gd name="csX5276" fmla="*/ 908788 w 1722333"/>
              <a:gd name="csY5276" fmla="*/ 396838 h 531334"/>
              <a:gd name="csX5277" fmla="*/ 908966 w 1722333"/>
              <a:gd name="csY5277" fmla="*/ 396740 h 531334"/>
              <a:gd name="csX5278" fmla="*/ 909135 w 1722333"/>
              <a:gd name="csY5278" fmla="*/ 396642 h 531334"/>
              <a:gd name="csX5279" fmla="*/ 909313 w 1722333"/>
              <a:gd name="csY5279" fmla="*/ 396553 h 531334"/>
              <a:gd name="csX5280" fmla="*/ 909482 w 1722333"/>
              <a:gd name="csY5280" fmla="*/ 396455 h 531334"/>
              <a:gd name="csX5281" fmla="*/ 909651 w 1722333"/>
              <a:gd name="csY5281" fmla="*/ 396357 h 531334"/>
              <a:gd name="csX5282" fmla="*/ 909829 w 1722333"/>
              <a:gd name="csY5282" fmla="*/ 396259 h 531334"/>
              <a:gd name="csX5283" fmla="*/ 909998 w 1722333"/>
              <a:gd name="csY5283" fmla="*/ 396170 h 531334"/>
              <a:gd name="csX5284" fmla="*/ 910167 w 1722333"/>
              <a:gd name="csY5284" fmla="*/ 396073 h 531334"/>
              <a:gd name="csX5285" fmla="*/ 910345 w 1722333"/>
              <a:gd name="csY5285" fmla="*/ 395975 h 531334"/>
              <a:gd name="csX5286" fmla="*/ 910514 w 1722333"/>
              <a:gd name="csY5286" fmla="*/ 395877 h 531334"/>
              <a:gd name="csX5287" fmla="*/ 910683 w 1722333"/>
              <a:gd name="csY5287" fmla="*/ 395779 h 531334"/>
              <a:gd name="csX5288" fmla="*/ 910861 w 1722333"/>
              <a:gd name="csY5288" fmla="*/ 395690 h 531334"/>
              <a:gd name="csX5289" fmla="*/ 911030 w 1722333"/>
              <a:gd name="csY5289" fmla="*/ 395592 h 531334"/>
              <a:gd name="csX5290" fmla="*/ 911199 w 1722333"/>
              <a:gd name="csY5290" fmla="*/ 395494 h 531334"/>
              <a:gd name="csX5291" fmla="*/ 911377 w 1722333"/>
              <a:gd name="csY5291" fmla="*/ 395397 h 531334"/>
              <a:gd name="csX5292" fmla="*/ 911546 w 1722333"/>
              <a:gd name="csY5292" fmla="*/ 395308 h 531334"/>
              <a:gd name="csX5293" fmla="*/ 911724 w 1722333"/>
              <a:gd name="csY5293" fmla="*/ 395210 h 531334"/>
              <a:gd name="csX5294" fmla="*/ 911893 w 1722333"/>
              <a:gd name="csY5294" fmla="*/ 395112 h 531334"/>
              <a:gd name="csX5295" fmla="*/ 912062 w 1722333"/>
              <a:gd name="csY5295" fmla="*/ 395014 h 531334"/>
              <a:gd name="csX5296" fmla="*/ 912240 w 1722333"/>
              <a:gd name="csY5296" fmla="*/ 394925 h 531334"/>
              <a:gd name="csX5297" fmla="*/ 912409 w 1722333"/>
              <a:gd name="csY5297" fmla="*/ 394827 h 531334"/>
              <a:gd name="csX5298" fmla="*/ 912578 w 1722333"/>
              <a:gd name="csY5298" fmla="*/ 394729 h 531334"/>
              <a:gd name="csX5299" fmla="*/ 912756 w 1722333"/>
              <a:gd name="csY5299" fmla="*/ 394631 h 531334"/>
              <a:gd name="csX5300" fmla="*/ 912925 w 1722333"/>
              <a:gd name="csY5300" fmla="*/ 394542 h 531334"/>
              <a:gd name="csX5301" fmla="*/ 913094 w 1722333"/>
              <a:gd name="csY5301" fmla="*/ 394445 h 531334"/>
              <a:gd name="csX5302" fmla="*/ 913272 w 1722333"/>
              <a:gd name="csY5302" fmla="*/ 394347 h 531334"/>
              <a:gd name="csX5303" fmla="*/ 913441 w 1722333"/>
              <a:gd name="csY5303" fmla="*/ 394249 h 531334"/>
              <a:gd name="csX5304" fmla="*/ 913619 w 1722333"/>
              <a:gd name="csY5304" fmla="*/ 394160 h 531334"/>
              <a:gd name="csX5305" fmla="*/ 913788 w 1722333"/>
              <a:gd name="csY5305" fmla="*/ 394062 h 531334"/>
              <a:gd name="csX5306" fmla="*/ 913957 w 1722333"/>
              <a:gd name="csY5306" fmla="*/ 393964 h 531334"/>
              <a:gd name="csX5307" fmla="*/ 914135 w 1722333"/>
              <a:gd name="csY5307" fmla="*/ 393866 h 531334"/>
              <a:gd name="csX5308" fmla="*/ 914304 w 1722333"/>
              <a:gd name="csY5308" fmla="*/ 393777 h 531334"/>
              <a:gd name="csX5309" fmla="*/ 914473 w 1722333"/>
              <a:gd name="csY5309" fmla="*/ 393679 h 531334"/>
              <a:gd name="csX5310" fmla="*/ 914651 w 1722333"/>
              <a:gd name="csY5310" fmla="*/ 393582 h 531334"/>
              <a:gd name="csX5311" fmla="*/ 914820 w 1722333"/>
              <a:gd name="csY5311" fmla="*/ 393484 h 531334"/>
              <a:gd name="csX5312" fmla="*/ 914989 w 1722333"/>
              <a:gd name="csY5312" fmla="*/ 393395 h 531334"/>
              <a:gd name="csX5313" fmla="*/ 915167 w 1722333"/>
              <a:gd name="csY5313" fmla="*/ 393297 h 531334"/>
              <a:gd name="csX5314" fmla="*/ 915336 w 1722333"/>
              <a:gd name="csY5314" fmla="*/ 393199 h 531334"/>
              <a:gd name="csX5315" fmla="*/ 915514 w 1722333"/>
              <a:gd name="csY5315" fmla="*/ 393110 h 531334"/>
              <a:gd name="csX5316" fmla="*/ 915683 w 1722333"/>
              <a:gd name="csY5316" fmla="*/ 393012 h 531334"/>
              <a:gd name="csX5317" fmla="*/ 915852 w 1722333"/>
              <a:gd name="csY5317" fmla="*/ 392914 h 531334"/>
              <a:gd name="csX5318" fmla="*/ 916030 w 1722333"/>
              <a:gd name="csY5318" fmla="*/ 392817 h 531334"/>
              <a:gd name="csX5319" fmla="*/ 916199 w 1722333"/>
              <a:gd name="csY5319" fmla="*/ 392728 h 531334"/>
              <a:gd name="csX5320" fmla="*/ 916368 w 1722333"/>
              <a:gd name="csY5320" fmla="*/ 392630 h 531334"/>
              <a:gd name="csX5321" fmla="*/ 916546 w 1722333"/>
              <a:gd name="csY5321" fmla="*/ 392532 h 531334"/>
              <a:gd name="csX5322" fmla="*/ 916715 w 1722333"/>
              <a:gd name="csY5322" fmla="*/ 392443 h 531334"/>
              <a:gd name="csX5323" fmla="*/ 916884 w 1722333"/>
              <a:gd name="csY5323" fmla="*/ 392345 h 531334"/>
              <a:gd name="csX5324" fmla="*/ 917062 w 1722333"/>
              <a:gd name="csY5324" fmla="*/ 392247 h 531334"/>
              <a:gd name="csX5325" fmla="*/ 917231 w 1722333"/>
              <a:gd name="csY5325" fmla="*/ 392149 h 531334"/>
              <a:gd name="csX5326" fmla="*/ 917409 w 1722333"/>
              <a:gd name="csY5326" fmla="*/ 392060 h 531334"/>
              <a:gd name="csX5327" fmla="*/ 917578 w 1722333"/>
              <a:gd name="csY5327" fmla="*/ 391962 h 531334"/>
              <a:gd name="csX5328" fmla="*/ 917747 w 1722333"/>
              <a:gd name="csY5328" fmla="*/ 391865 h 531334"/>
              <a:gd name="csX5329" fmla="*/ 917925 w 1722333"/>
              <a:gd name="csY5329" fmla="*/ 391776 h 531334"/>
              <a:gd name="csX5330" fmla="*/ 918094 w 1722333"/>
              <a:gd name="csY5330" fmla="*/ 391678 h 531334"/>
              <a:gd name="csX5331" fmla="*/ 918263 w 1722333"/>
              <a:gd name="csY5331" fmla="*/ 391580 h 531334"/>
              <a:gd name="csX5332" fmla="*/ 918441 w 1722333"/>
              <a:gd name="csY5332" fmla="*/ 391491 h 531334"/>
              <a:gd name="csX5333" fmla="*/ 918610 w 1722333"/>
              <a:gd name="csY5333" fmla="*/ 391393 h 531334"/>
              <a:gd name="csX5334" fmla="*/ 918779 w 1722333"/>
              <a:gd name="csY5334" fmla="*/ 391295 h 531334"/>
              <a:gd name="csX5335" fmla="*/ 918957 w 1722333"/>
              <a:gd name="csY5335" fmla="*/ 391206 h 531334"/>
              <a:gd name="csX5336" fmla="*/ 919126 w 1722333"/>
              <a:gd name="csY5336" fmla="*/ 391108 h 531334"/>
              <a:gd name="csX5337" fmla="*/ 919295 w 1722333"/>
              <a:gd name="csY5337" fmla="*/ 391011 h 531334"/>
              <a:gd name="csX5338" fmla="*/ 919473 w 1722333"/>
              <a:gd name="csY5338" fmla="*/ 390922 h 531334"/>
              <a:gd name="csX5339" fmla="*/ 919642 w 1722333"/>
              <a:gd name="csY5339" fmla="*/ 390824 h 531334"/>
              <a:gd name="csX5340" fmla="*/ 919820 w 1722333"/>
              <a:gd name="csY5340" fmla="*/ 390726 h 531334"/>
              <a:gd name="csX5341" fmla="*/ 919989 w 1722333"/>
              <a:gd name="csY5341" fmla="*/ 390637 h 531334"/>
              <a:gd name="csX5342" fmla="*/ 920158 w 1722333"/>
              <a:gd name="csY5342" fmla="*/ 390539 h 531334"/>
              <a:gd name="csX5343" fmla="*/ 920336 w 1722333"/>
              <a:gd name="csY5343" fmla="*/ 390450 h 531334"/>
              <a:gd name="csX5344" fmla="*/ 920505 w 1722333"/>
              <a:gd name="csY5344" fmla="*/ 390352 h 531334"/>
              <a:gd name="csX5345" fmla="*/ 920674 w 1722333"/>
              <a:gd name="csY5345" fmla="*/ 390254 h 531334"/>
              <a:gd name="csX5346" fmla="*/ 920852 w 1722333"/>
              <a:gd name="csY5346" fmla="*/ 390165 h 531334"/>
              <a:gd name="csX5347" fmla="*/ 921021 w 1722333"/>
              <a:gd name="csY5347" fmla="*/ 390068 h 531334"/>
              <a:gd name="csX5348" fmla="*/ 921190 w 1722333"/>
              <a:gd name="csY5348" fmla="*/ 389979 h 531334"/>
              <a:gd name="csX5349" fmla="*/ 921368 w 1722333"/>
              <a:gd name="csY5349" fmla="*/ 389881 h 531334"/>
              <a:gd name="csX5350" fmla="*/ 921537 w 1722333"/>
              <a:gd name="csY5350" fmla="*/ 389783 h 531334"/>
              <a:gd name="csX5351" fmla="*/ 921715 w 1722333"/>
              <a:gd name="csY5351" fmla="*/ 389694 h 531334"/>
              <a:gd name="csX5352" fmla="*/ 921884 w 1722333"/>
              <a:gd name="csY5352" fmla="*/ 389596 h 531334"/>
              <a:gd name="csX5353" fmla="*/ 922053 w 1722333"/>
              <a:gd name="csY5353" fmla="*/ 389507 h 531334"/>
              <a:gd name="csX5354" fmla="*/ 922231 w 1722333"/>
              <a:gd name="csY5354" fmla="*/ 389409 h 531334"/>
              <a:gd name="csX5355" fmla="*/ 922400 w 1722333"/>
              <a:gd name="csY5355" fmla="*/ 389311 h 531334"/>
              <a:gd name="csX5356" fmla="*/ 922569 w 1722333"/>
              <a:gd name="csY5356" fmla="*/ 389222 h 531334"/>
              <a:gd name="csX5357" fmla="*/ 922747 w 1722333"/>
              <a:gd name="csY5357" fmla="*/ 389124 h 531334"/>
              <a:gd name="csX5358" fmla="*/ 922916 w 1722333"/>
              <a:gd name="csY5358" fmla="*/ 389036 h 531334"/>
              <a:gd name="csX5359" fmla="*/ 923085 w 1722333"/>
              <a:gd name="csY5359" fmla="*/ 388938 h 531334"/>
              <a:gd name="csX5360" fmla="*/ 923263 w 1722333"/>
              <a:gd name="csY5360" fmla="*/ 388849 h 531334"/>
              <a:gd name="csX5361" fmla="*/ 923432 w 1722333"/>
              <a:gd name="csY5361" fmla="*/ 388751 h 531334"/>
              <a:gd name="csX5362" fmla="*/ 923610 w 1722333"/>
              <a:gd name="csY5362" fmla="*/ 388662 h 531334"/>
              <a:gd name="csX5363" fmla="*/ 923779 w 1722333"/>
              <a:gd name="csY5363" fmla="*/ 388564 h 531334"/>
              <a:gd name="csX5364" fmla="*/ 923948 w 1722333"/>
              <a:gd name="csY5364" fmla="*/ 388475 h 531334"/>
              <a:gd name="csX5365" fmla="*/ 924126 w 1722333"/>
              <a:gd name="csY5365" fmla="*/ 388377 h 531334"/>
              <a:gd name="csX5366" fmla="*/ 924295 w 1722333"/>
              <a:gd name="csY5366" fmla="*/ 388288 h 531334"/>
              <a:gd name="csX5367" fmla="*/ 924464 w 1722333"/>
              <a:gd name="csY5367" fmla="*/ 388190 h 531334"/>
              <a:gd name="csX5368" fmla="*/ 924642 w 1722333"/>
              <a:gd name="csY5368" fmla="*/ 388101 h 531334"/>
              <a:gd name="csX5369" fmla="*/ 924811 w 1722333"/>
              <a:gd name="csY5369" fmla="*/ 388004 h 531334"/>
              <a:gd name="csX5370" fmla="*/ 924980 w 1722333"/>
              <a:gd name="csY5370" fmla="*/ 387915 h 531334"/>
              <a:gd name="csX5371" fmla="*/ 925158 w 1722333"/>
              <a:gd name="csY5371" fmla="*/ 387817 h 531334"/>
              <a:gd name="csX5372" fmla="*/ 925327 w 1722333"/>
              <a:gd name="csY5372" fmla="*/ 387728 h 531334"/>
              <a:gd name="csX5373" fmla="*/ 925505 w 1722333"/>
              <a:gd name="csY5373" fmla="*/ 387630 h 531334"/>
              <a:gd name="csX5374" fmla="*/ 925674 w 1722333"/>
              <a:gd name="csY5374" fmla="*/ 387541 h 531334"/>
              <a:gd name="csX5375" fmla="*/ 925843 w 1722333"/>
              <a:gd name="csY5375" fmla="*/ 387443 h 531334"/>
              <a:gd name="csX5376" fmla="*/ 926021 w 1722333"/>
              <a:gd name="csY5376" fmla="*/ 387354 h 531334"/>
              <a:gd name="csX5377" fmla="*/ 926190 w 1722333"/>
              <a:gd name="csY5377" fmla="*/ 387265 h 531334"/>
              <a:gd name="csX5378" fmla="*/ 926359 w 1722333"/>
              <a:gd name="csY5378" fmla="*/ 387167 h 531334"/>
              <a:gd name="csX5379" fmla="*/ 926537 w 1722333"/>
              <a:gd name="csY5379" fmla="*/ 387078 h 531334"/>
              <a:gd name="csX5380" fmla="*/ 926706 w 1722333"/>
              <a:gd name="csY5380" fmla="*/ 386980 h 531334"/>
              <a:gd name="csX5381" fmla="*/ 926875 w 1722333"/>
              <a:gd name="csY5381" fmla="*/ 386891 h 531334"/>
              <a:gd name="csX5382" fmla="*/ 927053 w 1722333"/>
              <a:gd name="csY5382" fmla="*/ 386803 h 531334"/>
              <a:gd name="csX5383" fmla="*/ 927222 w 1722333"/>
              <a:gd name="csY5383" fmla="*/ 386705 h 531334"/>
              <a:gd name="csX5384" fmla="*/ 927391 w 1722333"/>
              <a:gd name="csY5384" fmla="*/ 386616 h 531334"/>
              <a:gd name="csX5385" fmla="*/ 927569 w 1722333"/>
              <a:gd name="csY5385" fmla="*/ 386518 h 531334"/>
              <a:gd name="csX5386" fmla="*/ 927738 w 1722333"/>
              <a:gd name="csY5386" fmla="*/ 386429 h 531334"/>
              <a:gd name="csX5387" fmla="*/ 927916 w 1722333"/>
              <a:gd name="csY5387" fmla="*/ 386340 h 531334"/>
              <a:gd name="csX5388" fmla="*/ 928085 w 1722333"/>
              <a:gd name="csY5388" fmla="*/ 386242 h 531334"/>
              <a:gd name="csX5389" fmla="*/ 928254 w 1722333"/>
              <a:gd name="csY5389" fmla="*/ 386153 h 531334"/>
              <a:gd name="csX5390" fmla="*/ 928432 w 1722333"/>
              <a:gd name="csY5390" fmla="*/ 386064 h 531334"/>
              <a:gd name="csX5391" fmla="*/ 928601 w 1722333"/>
              <a:gd name="csY5391" fmla="*/ 385975 h 531334"/>
              <a:gd name="csX5392" fmla="*/ 928770 w 1722333"/>
              <a:gd name="csY5392" fmla="*/ 385877 h 531334"/>
              <a:gd name="csX5393" fmla="*/ 928948 w 1722333"/>
              <a:gd name="csY5393" fmla="*/ 385788 h 531334"/>
              <a:gd name="csX5394" fmla="*/ 929117 w 1722333"/>
              <a:gd name="csY5394" fmla="*/ 385699 h 531334"/>
              <a:gd name="csX5395" fmla="*/ 929286 w 1722333"/>
              <a:gd name="csY5395" fmla="*/ 385602 h 531334"/>
              <a:gd name="csX5396" fmla="*/ 929464 w 1722333"/>
              <a:gd name="csY5396" fmla="*/ 385513 h 531334"/>
              <a:gd name="csX5397" fmla="*/ 929633 w 1722333"/>
              <a:gd name="csY5397" fmla="*/ 385424 h 531334"/>
              <a:gd name="csX5398" fmla="*/ 929811 w 1722333"/>
              <a:gd name="csY5398" fmla="*/ 385335 h 531334"/>
              <a:gd name="csX5399" fmla="*/ 929980 w 1722333"/>
              <a:gd name="csY5399" fmla="*/ 385237 h 531334"/>
              <a:gd name="csX5400" fmla="*/ 930149 w 1722333"/>
              <a:gd name="csY5400" fmla="*/ 385148 h 531334"/>
              <a:gd name="csX5401" fmla="*/ 930327 w 1722333"/>
              <a:gd name="csY5401" fmla="*/ 385059 h 531334"/>
              <a:gd name="csX5402" fmla="*/ 930496 w 1722333"/>
              <a:gd name="csY5402" fmla="*/ 384970 h 531334"/>
              <a:gd name="csX5403" fmla="*/ 930665 w 1722333"/>
              <a:gd name="csY5403" fmla="*/ 384881 h 531334"/>
              <a:gd name="csX5404" fmla="*/ 930843 w 1722333"/>
              <a:gd name="csY5404" fmla="*/ 384783 h 531334"/>
              <a:gd name="csX5405" fmla="*/ 931012 w 1722333"/>
              <a:gd name="csY5405" fmla="*/ 384694 h 531334"/>
              <a:gd name="csX5406" fmla="*/ 931181 w 1722333"/>
              <a:gd name="csY5406" fmla="*/ 384605 h 531334"/>
              <a:gd name="csX5407" fmla="*/ 931359 w 1722333"/>
              <a:gd name="csY5407" fmla="*/ 384516 h 531334"/>
              <a:gd name="csX5408" fmla="*/ 931528 w 1722333"/>
              <a:gd name="csY5408" fmla="*/ 384427 h 531334"/>
              <a:gd name="csX5409" fmla="*/ 931706 w 1722333"/>
              <a:gd name="csY5409" fmla="*/ 384338 h 531334"/>
              <a:gd name="csX5410" fmla="*/ 931875 w 1722333"/>
              <a:gd name="csY5410" fmla="*/ 384249 h 531334"/>
              <a:gd name="csX5411" fmla="*/ 932044 w 1722333"/>
              <a:gd name="csY5411" fmla="*/ 384151 h 531334"/>
              <a:gd name="csX5412" fmla="*/ 932222 w 1722333"/>
              <a:gd name="csY5412" fmla="*/ 384062 h 531334"/>
              <a:gd name="csX5413" fmla="*/ 932391 w 1722333"/>
              <a:gd name="csY5413" fmla="*/ 383973 h 531334"/>
              <a:gd name="csX5414" fmla="*/ 932560 w 1722333"/>
              <a:gd name="csY5414" fmla="*/ 383884 h 531334"/>
              <a:gd name="csX5415" fmla="*/ 932738 w 1722333"/>
              <a:gd name="csY5415" fmla="*/ 383795 h 531334"/>
              <a:gd name="csX5416" fmla="*/ 932907 w 1722333"/>
              <a:gd name="csY5416" fmla="*/ 383707 h 531334"/>
              <a:gd name="csX5417" fmla="*/ 933076 w 1722333"/>
              <a:gd name="csY5417" fmla="*/ 383618 h 531334"/>
              <a:gd name="csX5418" fmla="*/ 933254 w 1722333"/>
              <a:gd name="csY5418" fmla="*/ 383529 h 531334"/>
              <a:gd name="csX5419" fmla="*/ 933423 w 1722333"/>
              <a:gd name="csY5419" fmla="*/ 383440 h 531334"/>
              <a:gd name="csX5420" fmla="*/ 933592 w 1722333"/>
              <a:gd name="csY5420" fmla="*/ 383351 h 531334"/>
              <a:gd name="csX5421" fmla="*/ 933770 w 1722333"/>
              <a:gd name="csY5421" fmla="*/ 383262 h 531334"/>
              <a:gd name="csX5422" fmla="*/ 933939 w 1722333"/>
              <a:gd name="csY5422" fmla="*/ 383173 h 531334"/>
              <a:gd name="csX5423" fmla="*/ 934117 w 1722333"/>
              <a:gd name="csY5423" fmla="*/ 383084 h 531334"/>
              <a:gd name="csX5424" fmla="*/ 934286 w 1722333"/>
              <a:gd name="csY5424" fmla="*/ 382995 h 531334"/>
              <a:gd name="csX5425" fmla="*/ 934455 w 1722333"/>
              <a:gd name="csY5425" fmla="*/ 382906 h 531334"/>
              <a:gd name="csX5426" fmla="*/ 934633 w 1722333"/>
              <a:gd name="csY5426" fmla="*/ 382817 h 531334"/>
              <a:gd name="csX5427" fmla="*/ 934802 w 1722333"/>
              <a:gd name="csY5427" fmla="*/ 382728 h 531334"/>
              <a:gd name="csX5428" fmla="*/ 934971 w 1722333"/>
              <a:gd name="csY5428" fmla="*/ 382639 h 531334"/>
              <a:gd name="csX5429" fmla="*/ 935149 w 1722333"/>
              <a:gd name="csY5429" fmla="*/ 382559 h 531334"/>
              <a:gd name="csX5430" fmla="*/ 935318 w 1722333"/>
              <a:gd name="csY5430" fmla="*/ 382470 h 531334"/>
              <a:gd name="csX5431" fmla="*/ 935487 w 1722333"/>
              <a:gd name="csY5431" fmla="*/ 382381 h 531334"/>
              <a:gd name="csX5432" fmla="*/ 935665 w 1722333"/>
              <a:gd name="csY5432" fmla="*/ 382292 h 531334"/>
              <a:gd name="csX5433" fmla="*/ 935834 w 1722333"/>
              <a:gd name="csY5433" fmla="*/ 382203 h 531334"/>
              <a:gd name="csX5434" fmla="*/ 936012 w 1722333"/>
              <a:gd name="csY5434" fmla="*/ 382114 h 531334"/>
              <a:gd name="csX5435" fmla="*/ 936181 w 1722333"/>
              <a:gd name="csY5435" fmla="*/ 382025 h 531334"/>
              <a:gd name="csX5436" fmla="*/ 936350 w 1722333"/>
              <a:gd name="csY5436" fmla="*/ 381945 h 531334"/>
              <a:gd name="csX5437" fmla="*/ 936528 w 1722333"/>
              <a:gd name="csY5437" fmla="*/ 381856 h 531334"/>
              <a:gd name="csX5438" fmla="*/ 936697 w 1722333"/>
              <a:gd name="csY5438" fmla="*/ 381767 h 531334"/>
              <a:gd name="csX5439" fmla="*/ 936866 w 1722333"/>
              <a:gd name="csY5439" fmla="*/ 381678 h 531334"/>
              <a:gd name="csX5440" fmla="*/ 937044 w 1722333"/>
              <a:gd name="csY5440" fmla="*/ 381598 h 531334"/>
              <a:gd name="csX5441" fmla="*/ 937213 w 1722333"/>
              <a:gd name="csY5441" fmla="*/ 381509 h 531334"/>
              <a:gd name="csX5442" fmla="*/ 937382 w 1722333"/>
              <a:gd name="csY5442" fmla="*/ 381420 h 531334"/>
              <a:gd name="csX5443" fmla="*/ 937560 w 1722333"/>
              <a:gd name="csY5443" fmla="*/ 381340 h 531334"/>
              <a:gd name="csX5444" fmla="*/ 937729 w 1722333"/>
              <a:gd name="csY5444" fmla="*/ 381251 h 531334"/>
              <a:gd name="csX5445" fmla="*/ 937906 w 1722333"/>
              <a:gd name="csY5445" fmla="*/ 381162 h 531334"/>
              <a:gd name="csX5446" fmla="*/ 938076 w 1722333"/>
              <a:gd name="csY5446" fmla="*/ 381082 h 531334"/>
              <a:gd name="csX5447" fmla="*/ 938245 w 1722333"/>
              <a:gd name="csY5447" fmla="*/ 380993 h 531334"/>
              <a:gd name="csX5448" fmla="*/ 938423 w 1722333"/>
              <a:gd name="csY5448" fmla="*/ 380904 h 531334"/>
              <a:gd name="csX5449" fmla="*/ 938591 w 1722333"/>
              <a:gd name="csY5449" fmla="*/ 380824 h 531334"/>
              <a:gd name="csX5450" fmla="*/ 938761 w 1722333"/>
              <a:gd name="csY5450" fmla="*/ 380735 h 531334"/>
              <a:gd name="csX5451" fmla="*/ 938938 w 1722333"/>
              <a:gd name="csY5451" fmla="*/ 380655 h 531334"/>
              <a:gd name="csX5452" fmla="*/ 939108 w 1722333"/>
              <a:gd name="csY5452" fmla="*/ 380566 h 531334"/>
              <a:gd name="csX5453" fmla="*/ 939277 w 1722333"/>
              <a:gd name="csY5453" fmla="*/ 380486 h 531334"/>
              <a:gd name="csX5454" fmla="*/ 939454 w 1722333"/>
              <a:gd name="csY5454" fmla="*/ 380397 h 531334"/>
              <a:gd name="csX5455" fmla="*/ 939624 w 1722333"/>
              <a:gd name="csY5455" fmla="*/ 380317 h 531334"/>
              <a:gd name="csX5456" fmla="*/ 939801 w 1722333"/>
              <a:gd name="csY5456" fmla="*/ 380228 h 531334"/>
              <a:gd name="csX5457" fmla="*/ 939970 w 1722333"/>
              <a:gd name="csY5457" fmla="*/ 380148 h 531334"/>
              <a:gd name="csX5458" fmla="*/ 940139 w 1722333"/>
              <a:gd name="csY5458" fmla="*/ 380059 h 531334"/>
              <a:gd name="csX5459" fmla="*/ 940317 w 1722333"/>
              <a:gd name="csY5459" fmla="*/ 379979 h 531334"/>
              <a:gd name="csX5460" fmla="*/ 940486 w 1722333"/>
              <a:gd name="csY5460" fmla="*/ 379890 h 531334"/>
              <a:gd name="csX5461" fmla="*/ 940656 w 1722333"/>
              <a:gd name="csY5461" fmla="*/ 379810 h 531334"/>
              <a:gd name="csX5462" fmla="*/ 940833 w 1722333"/>
              <a:gd name="csY5462" fmla="*/ 379730 h 531334"/>
              <a:gd name="csX5463" fmla="*/ 941003 w 1722333"/>
              <a:gd name="csY5463" fmla="*/ 379641 h 531334"/>
              <a:gd name="csX5464" fmla="*/ 941171 w 1722333"/>
              <a:gd name="csY5464" fmla="*/ 379561 h 531334"/>
              <a:gd name="csX5465" fmla="*/ 941349 w 1722333"/>
              <a:gd name="csY5465" fmla="*/ 379472 h 531334"/>
              <a:gd name="csX5466" fmla="*/ 941518 w 1722333"/>
              <a:gd name="csY5466" fmla="*/ 379392 h 531334"/>
              <a:gd name="csX5467" fmla="*/ 941687 w 1722333"/>
              <a:gd name="csY5467" fmla="*/ 379312 h 531334"/>
              <a:gd name="csX5468" fmla="*/ 941865 w 1722333"/>
              <a:gd name="csY5468" fmla="*/ 379232 h 531334"/>
              <a:gd name="csX5469" fmla="*/ 942034 w 1722333"/>
              <a:gd name="csY5469" fmla="*/ 379143 h 531334"/>
              <a:gd name="csX5470" fmla="*/ 942212 w 1722333"/>
              <a:gd name="csY5470" fmla="*/ 379063 h 531334"/>
              <a:gd name="csX5471" fmla="*/ 942381 w 1722333"/>
              <a:gd name="csY5471" fmla="*/ 378983 h 531334"/>
              <a:gd name="csX5472" fmla="*/ 942550 w 1722333"/>
              <a:gd name="csY5472" fmla="*/ 378902 h 531334"/>
              <a:gd name="csX5473" fmla="*/ 942728 w 1722333"/>
              <a:gd name="csY5473" fmla="*/ 378822 h 531334"/>
              <a:gd name="csX5474" fmla="*/ 942897 w 1722333"/>
              <a:gd name="csY5474" fmla="*/ 378733 h 531334"/>
              <a:gd name="csX5475" fmla="*/ 943066 w 1722333"/>
              <a:gd name="csY5475" fmla="*/ 378653 h 531334"/>
              <a:gd name="csX5476" fmla="*/ 943244 w 1722333"/>
              <a:gd name="csY5476" fmla="*/ 378573 h 531334"/>
              <a:gd name="csX5477" fmla="*/ 943413 w 1722333"/>
              <a:gd name="csY5477" fmla="*/ 378493 h 531334"/>
              <a:gd name="csX5478" fmla="*/ 943582 w 1722333"/>
              <a:gd name="csY5478" fmla="*/ 378413 h 531334"/>
              <a:gd name="csX5479" fmla="*/ 943760 w 1722333"/>
              <a:gd name="csY5479" fmla="*/ 378333 h 531334"/>
              <a:gd name="csX5480" fmla="*/ 943929 w 1722333"/>
              <a:gd name="csY5480" fmla="*/ 378253 h 531334"/>
              <a:gd name="csX5481" fmla="*/ 944107 w 1722333"/>
              <a:gd name="csY5481" fmla="*/ 378173 h 531334"/>
              <a:gd name="csX5482" fmla="*/ 944276 w 1722333"/>
              <a:gd name="csY5482" fmla="*/ 378093 h 531334"/>
              <a:gd name="csX5483" fmla="*/ 944445 w 1722333"/>
              <a:gd name="csY5483" fmla="*/ 378013 h 531334"/>
              <a:gd name="csX5484" fmla="*/ 944623 w 1722333"/>
              <a:gd name="csY5484" fmla="*/ 377933 h 531334"/>
              <a:gd name="csX5485" fmla="*/ 944792 w 1722333"/>
              <a:gd name="csY5485" fmla="*/ 377853 h 531334"/>
              <a:gd name="csX5486" fmla="*/ 944961 w 1722333"/>
              <a:gd name="csY5486" fmla="*/ 377773 h 531334"/>
              <a:gd name="csX5487" fmla="*/ 945139 w 1722333"/>
              <a:gd name="csY5487" fmla="*/ 377693 h 531334"/>
              <a:gd name="csX5488" fmla="*/ 945308 w 1722333"/>
              <a:gd name="csY5488" fmla="*/ 377613 h 531334"/>
              <a:gd name="csX5489" fmla="*/ 945477 w 1722333"/>
              <a:gd name="csY5489" fmla="*/ 377541 h 531334"/>
              <a:gd name="csX5490" fmla="*/ 945655 w 1722333"/>
              <a:gd name="csY5490" fmla="*/ 377461 h 531334"/>
              <a:gd name="csX5491" fmla="*/ 945824 w 1722333"/>
              <a:gd name="csY5491" fmla="*/ 377381 h 531334"/>
              <a:gd name="csX5492" fmla="*/ 946002 w 1722333"/>
              <a:gd name="csY5492" fmla="*/ 377301 h 531334"/>
              <a:gd name="csX5493" fmla="*/ 946171 w 1722333"/>
              <a:gd name="csY5493" fmla="*/ 377221 h 531334"/>
              <a:gd name="csX5494" fmla="*/ 946340 w 1722333"/>
              <a:gd name="csY5494" fmla="*/ 377150 h 531334"/>
              <a:gd name="csX5495" fmla="*/ 946518 w 1722333"/>
              <a:gd name="csY5495" fmla="*/ 377070 h 531334"/>
              <a:gd name="csX5496" fmla="*/ 946687 w 1722333"/>
              <a:gd name="csY5496" fmla="*/ 376990 h 531334"/>
              <a:gd name="csX5497" fmla="*/ 946856 w 1722333"/>
              <a:gd name="csY5497" fmla="*/ 376919 h 531334"/>
              <a:gd name="csX5498" fmla="*/ 947034 w 1722333"/>
              <a:gd name="csY5498" fmla="*/ 376839 h 531334"/>
              <a:gd name="csX5499" fmla="*/ 947203 w 1722333"/>
              <a:gd name="csY5499" fmla="*/ 376758 h 531334"/>
              <a:gd name="csX5500" fmla="*/ 947372 w 1722333"/>
              <a:gd name="csY5500" fmla="*/ 376687 h 531334"/>
              <a:gd name="csX5501" fmla="*/ 947550 w 1722333"/>
              <a:gd name="csY5501" fmla="*/ 376607 h 531334"/>
              <a:gd name="csX5502" fmla="*/ 947719 w 1722333"/>
              <a:gd name="csY5502" fmla="*/ 376536 h 531334"/>
              <a:gd name="csX5503" fmla="*/ 947897 w 1722333"/>
              <a:gd name="csY5503" fmla="*/ 376456 h 531334"/>
              <a:gd name="csX5504" fmla="*/ 948066 w 1722333"/>
              <a:gd name="csY5504" fmla="*/ 376385 h 531334"/>
              <a:gd name="csX5505" fmla="*/ 948235 w 1722333"/>
              <a:gd name="csY5505" fmla="*/ 376305 h 531334"/>
              <a:gd name="csX5506" fmla="*/ 948413 w 1722333"/>
              <a:gd name="csY5506" fmla="*/ 376234 h 531334"/>
              <a:gd name="csX5507" fmla="*/ 948582 w 1722333"/>
              <a:gd name="csY5507" fmla="*/ 376153 h 531334"/>
              <a:gd name="csX5508" fmla="*/ 948751 w 1722333"/>
              <a:gd name="csY5508" fmla="*/ 376082 h 531334"/>
              <a:gd name="csX5509" fmla="*/ 948929 w 1722333"/>
              <a:gd name="csY5509" fmla="*/ 376011 h 531334"/>
              <a:gd name="csX5510" fmla="*/ 949098 w 1722333"/>
              <a:gd name="csY5510" fmla="*/ 375931 h 531334"/>
              <a:gd name="csX5511" fmla="*/ 949267 w 1722333"/>
              <a:gd name="csY5511" fmla="*/ 375860 h 531334"/>
              <a:gd name="csX5512" fmla="*/ 949445 w 1722333"/>
              <a:gd name="csY5512" fmla="*/ 375789 h 531334"/>
              <a:gd name="csX5513" fmla="*/ 949614 w 1722333"/>
              <a:gd name="csY5513" fmla="*/ 375718 h 531334"/>
              <a:gd name="csX5514" fmla="*/ 949783 w 1722333"/>
              <a:gd name="csY5514" fmla="*/ 375638 h 531334"/>
              <a:gd name="csX5515" fmla="*/ 949961 w 1722333"/>
              <a:gd name="csY5515" fmla="*/ 375566 h 531334"/>
              <a:gd name="csX5516" fmla="*/ 950130 w 1722333"/>
              <a:gd name="csY5516" fmla="*/ 375495 h 531334"/>
              <a:gd name="csX5517" fmla="*/ 950308 w 1722333"/>
              <a:gd name="csY5517" fmla="*/ 375424 h 531334"/>
              <a:gd name="csX5518" fmla="*/ 950477 w 1722333"/>
              <a:gd name="csY5518" fmla="*/ 375353 h 531334"/>
              <a:gd name="csX5519" fmla="*/ 950646 w 1722333"/>
              <a:gd name="csY5519" fmla="*/ 375282 h 531334"/>
              <a:gd name="csX5520" fmla="*/ 950824 w 1722333"/>
              <a:gd name="csY5520" fmla="*/ 375202 h 531334"/>
              <a:gd name="csX5521" fmla="*/ 950993 w 1722333"/>
              <a:gd name="csY5521" fmla="*/ 375130 h 531334"/>
              <a:gd name="csX5522" fmla="*/ 951162 w 1722333"/>
              <a:gd name="csY5522" fmla="*/ 375059 h 531334"/>
              <a:gd name="csX5523" fmla="*/ 951340 w 1722333"/>
              <a:gd name="csY5523" fmla="*/ 374988 h 531334"/>
              <a:gd name="csX5524" fmla="*/ 951509 w 1722333"/>
              <a:gd name="csY5524" fmla="*/ 374917 h 531334"/>
              <a:gd name="csX5525" fmla="*/ 951678 w 1722333"/>
              <a:gd name="csY5525" fmla="*/ 374855 h 531334"/>
              <a:gd name="csX5526" fmla="*/ 951856 w 1722333"/>
              <a:gd name="csY5526" fmla="*/ 374783 h 531334"/>
              <a:gd name="csX5527" fmla="*/ 952025 w 1722333"/>
              <a:gd name="csY5527" fmla="*/ 374712 h 531334"/>
              <a:gd name="csX5528" fmla="*/ 952203 w 1722333"/>
              <a:gd name="csY5528" fmla="*/ 374641 h 531334"/>
              <a:gd name="csX5529" fmla="*/ 952372 w 1722333"/>
              <a:gd name="csY5529" fmla="*/ 374570 h 531334"/>
              <a:gd name="csX5530" fmla="*/ 952541 w 1722333"/>
              <a:gd name="csY5530" fmla="*/ 374499 h 531334"/>
              <a:gd name="csX5531" fmla="*/ 952719 w 1722333"/>
              <a:gd name="csY5531" fmla="*/ 374436 h 531334"/>
              <a:gd name="csX5532" fmla="*/ 952888 w 1722333"/>
              <a:gd name="csY5532" fmla="*/ 374365 h 531334"/>
              <a:gd name="csX5533" fmla="*/ 953057 w 1722333"/>
              <a:gd name="csY5533" fmla="*/ 374294 h 531334"/>
              <a:gd name="csX5534" fmla="*/ 953235 w 1722333"/>
              <a:gd name="csY5534" fmla="*/ 374223 h 531334"/>
              <a:gd name="csX5535" fmla="*/ 953404 w 1722333"/>
              <a:gd name="csY5535" fmla="*/ 374161 h 531334"/>
              <a:gd name="csX5536" fmla="*/ 953573 w 1722333"/>
              <a:gd name="csY5536" fmla="*/ 374090 h 531334"/>
              <a:gd name="csX5537" fmla="*/ 953751 w 1722333"/>
              <a:gd name="csY5537" fmla="*/ 374027 h 531334"/>
              <a:gd name="csX5538" fmla="*/ 953920 w 1722333"/>
              <a:gd name="csY5538" fmla="*/ 373956 h 531334"/>
              <a:gd name="csX5539" fmla="*/ 954098 w 1722333"/>
              <a:gd name="csY5539" fmla="*/ 373894 h 531334"/>
              <a:gd name="csX5540" fmla="*/ 954267 w 1722333"/>
              <a:gd name="csY5540" fmla="*/ 373823 h 531334"/>
              <a:gd name="csX5541" fmla="*/ 954436 w 1722333"/>
              <a:gd name="csY5541" fmla="*/ 373760 h 531334"/>
              <a:gd name="csX5542" fmla="*/ 954614 w 1722333"/>
              <a:gd name="csY5542" fmla="*/ 373689 h 531334"/>
              <a:gd name="csX5543" fmla="*/ 954783 w 1722333"/>
              <a:gd name="csY5543" fmla="*/ 373627 h 531334"/>
              <a:gd name="csX5544" fmla="*/ 954952 w 1722333"/>
              <a:gd name="csY5544" fmla="*/ 373565 h 531334"/>
              <a:gd name="csX5545" fmla="*/ 955130 w 1722333"/>
              <a:gd name="csY5545" fmla="*/ 373493 h 531334"/>
              <a:gd name="csX5546" fmla="*/ 955299 w 1722333"/>
              <a:gd name="csY5546" fmla="*/ 373431 h 531334"/>
              <a:gd name="csX5547" fmla="*/ 955468 w 1722333"/>
              <a:gd name="csY5547" fmla="*/ 373369 h 531334"/>
              <a:gd name="csX5548" fmla="*/ 955646 w 1722333"/>
              <a:gd name="csY5548" fmla="*/ 373298 h 531334"/>
              <a:gd name="csX5549" fmla="*/ 955815 w 1722333"/>
              <a:gd name="csY5549" fmla="*/ 373235 h 531334"/>
              <a:gd name="csX5550" fmla="*/ 955993 w 1722333"/>
              <a:gd name="csY5550" fmla="*/ 373173 h 531334"/>
              <a:gd name="csX5551" fmla="*/ 956162 w 1722333"/>
              <a:gd name="csY5551" fmla="*/ 373111 h 531334"/>
              <a:gd name="csX5552" fmla="*/ 956331 w 1722333"/>
              <a:gd name="csY5552" fmla="*/ 373049 h 531334"/>
              <a:gd name="csX5553" fmla="*/ 956509 w 1722333"/>
              <a:gd name="csY5553" fmla="*/ 372986 h 531334"/>
              <a:gd name="csX5554" fmla="*/ 956678 w 1722333"/>
              <a:gd name="csY5554" fmla="*/ 372924 h 531334"/>
              <a:gd name="csX5555" fmla="*/ 956847 w 1722333"/>
              <a:gd name="csY5555" fmla="*/ 372862 h 531334"/>
              <a:gd name="csX5556" fmla="*/ 957025 w 1722333"/>
              <a:gd name="csY5556" fmla="*/ 372799 h 531334"/>
              <a:gd name="csX5557" fmla="*/ 957194 w 1722333"/>
              <a:gd name="csY5557" fmla="*/ 372737 h 531334"/>
              <a:gd name="csX5558" fmla="*/ 957363 w 1722333"/>
              <a:gd name="csY5558" fmla="*/ 372675 h 531334"/>
              <a:gd name="csX5559" fmla="*/ 957541 w 1722333"/>
              <a:gd name="csY5559" fmla="*/ 372613 h 531334"/>
              <a:gd name="csX5560" fmla="*/ 957710 w 1722333"/>
              <a:gd name="csY5560" fmla="*/ 372559 h 531334"/>
              <a:gd name="csX5561" fmla="*/ 957879 w 1722333"/>
              <a:gd name="csY5561" fmla="*/ 372497 h 531334"/>
              <a:gd name="csX5562" fmla="*/ 958057 w 1722333"/>
              <a:gd name="csY5562" fmla="*/ 372435 h 531334"/>
              <a:gd name="csX5563" fmla="*/ 958226 w 1722333"/>
              <a:gd name="csY5563" fmla="*/ 372372 h 531334"/>
              <a:gd name="csX5564" fmla="*/ 958404 w 1722333"/>
              <a:gd name="csY5564" fmla="*/ 372319 h 531334"/>
              <a:gd name="csX5565" fmla="*/ 958573 w 1722333"/>
              <a:gd name="csY5565" fmla="*/ 372257 h 531334"/>
              <a:gd name="csX5566" fmla="*/ 958742 w 1722333"/>
              <a:gd name="csY5566" fmla="*/ 372195 h 531334"/>
              <a:gd name="csX5567" fmla="*/ 958920 w 1722333"/>
              <a:gd name="csY5567" fmla="*/ 372141 h 531334"/>
              <a:gd name="csX5568" fmla="*/ 959089 w 1722333"/>
              <a:gd name="csY5568" fmla="*/ 372079 h 531334"/>
              <a:gd name="csX5569" fmla="*/ 959258 w 1722333"/>
              <a:gd name="csY5569" fmla="*/ 372026 h 531334"/>
              <a:gd name="csX5570" fmla="*/ 959436 w 1722333"/>
              <a:gd name="csY5570" fmla="*/ 371972 h 531334"/>
              <a:gd name="csX5571" fmla="*/ 959605 w 1722333"/>
              <a:gd name="csY5571" fmla="*/ 371910 h 531334"/>
              <a:gd name="csX5572" fmla="*/ 959774 w 1722333"/>
              <a:gd name="csY5572" fmla="*/ 371857 h 531334"/>
              <a:gd name="csX5573" fmla="*/ 959952 w 1722333"/>
              <a:gd name="csY5573" fmla="*/ 371794 h 531334"/>
              <a:gd name="csX5574" fmla="*/ 960121 w 1722333"/>
              <a:gd name="csY5574" fmla="*/ 371741 h 531334"/>
              <a:gd name="csX5575" fmla="*/ 960299 w 1722333"/>
              <a:gd name="csY5575" fmla="*/ 371687 h 531334"/>
              <a:gd name="csX5576" fmla="*/ 960468 w 1722333"/>
              <a:gd name="csY5576" fmla="*/ 371634 h 531334"/>
              <a:gd name="csX5577" fmla="*/ 960637 w 1722333"/>
              <a:gd name="csY5577" fmla="*/ 371581 h 531334"/>
              <a:gd name="csX5578" fmla="*/ 960815 w 1722333"/>
              <a:gd name="csY5578" fmla="*/ 371518 h 531334"/>
              <a:gd name="csX5579" fmla="*/ 960984 w 1722333"/>
              <a:gd name="csY5579" fmla="*/ 371465 h 531334"/>
              <a:gd name="csX5580" fmla="*/ 961153 w 1722333"/>
              <a:gd name="csY5580" fmla="*/ 371412 h 531334"/>
              <a:gd name="csX5581" fmla="*/ 961331 w 1722333"/>
              <a:gd name="csY5581" fmla="*/ 371358 h 531334"/>
              <a:gd name="csX5582" fmla="*/ 961500 w 1722333"/>
              <a:gd name="csY5582" fmla="*/ 371305 h 531334"/>
              <a:gd name="csX5583" fmla="*/ 961669 w 1722333"/>
              <a:gd name="csY5583" fmla="*/ 371260 h 531334"/>
              <a:gd name="csX5584" fmla="*/ 961847 w 1722333"/>
              <a:gd name="csY5584" fmla="*/ 371207 h 531334"/>
              <a:gd name="csX5585" fmla="*/ 962016 w 1722333"/>
              <a:gd name="csY5585" fmla="*/ 371154 h 531334"/>
              <a:gd name="csX5586" fmla="*/ 962194 w 1722333"/>
              <a:gd name="csY5586" fmla="*/ 371100 h 531334"/>
              <a:gd name="csX5587" fmla="*/ 962363 w 1722333"/>
              <a:gd name="csY5587" fmla="*/ 371047 h 531334"/>
              <a:gd name="csX5588" fmla="*/ 962532 w 1722333"/>
              <a:gd name="csY5588" fmla="*/ 371002 h 531334"/>
              <a:gd name="csX5589" fmla="*/ 962710 w 1722333"/>
              <a:gd name="csY5589" fmla="*/ 370949 h 531334"/>
              <a:gd name="csX5590" fmla="*/ 962879 w 1722333"/>
              <a:gd name="csY5590" fmla="*/ 370896 h 531334"/>
              <a:gd name="csX5591" fmla="*/ 963048 w 1722333"/>
              <a:gd name="csY5591" fmla="*/ 370851 h 531334"/>
              <a:gd name="csX5592" fmla="*/ 963226 w 1722333"/>
              <a:gd name="csY5592" fmla="*/ 370798 h 531334"/>
              <a:gd name="csX5593" fmla="*/ 963395 w 1722333"/>
              <a:gd name="csY5593" fmla="*/ 370753 h 531334"/>
              <a:gd name="csX5594" fmla="*/ 963564 w 1722333"/>
              <a:gd name="csY5594" fmla="*/ 370700 h 531334"/>
              <a:gd name="csX5595" fmla="*/ 963742 w 1722333"/>
              <a:gd name="csY5595" fmla="*/ 370655 h 531334"/>
              <a:gd name="csX5596" fmla="*/ 963911 w 1722333"/>
              <a:gd name="csY5596" fmla="*/ 370611 h 531334"/>
              <a:gd name="csX5597" fmla="*/ 964089 w 1722333"/>
              <a:gd name="csY5597" fmla="*/ 370558 h 531334"/>
              <a:gd name="csX5598" fmla="*/ 964258 w 1722333"/>
              <a:gd name="csY5598" fmla="*/ 370513 h 531334"/>
              <a:gd name="csX5599" fmla="*/ 964427 w 1722333"/>
              <a:gd name="csY5599" fmla="*/ 370469 h 531334"/>
              <a:gd name="csX5600" fmla="*/ 964605 w 1722333"/>
              <a:gd name="csY5600" fmla="*/ 370424 h 531334"/>
              <a:gd name="csX5601" fmla="*/ 964774 w 1722333"/>
              <a:gd name="csY5601" fmla="*/ 370371 h 531334"/>
              <a:gd name="csX5602" fmla="*/ 964943 w 1722333"/>
              <a:gd name="csY5602" fmla="*/ 370326 h 531334"/>
              <a:gd name="csX5603" fmla="*/ 965121 w 1722333"/>
              <a:gd name="csY5603" fmla="*/ 370282 h 531334"/>
              <a:gd name="csX5604" fmla="*/ 965290 w 1722333"/>
              <a:gd name="csY5604" fmla="*/ 370237 h 531334"/>
              <a:gd name="csX5605" fmla="*/ 965459 w 1722333"/>
              <a:gd name="csY5605" fmla="*/ 370193 h 531334"/>
              <a:gd name="csX5606" fmla="*/ 965637 w 1722333"/>
              <a:gd name="csY5606" fmla="*/ 370157 h 531334"/>
              <a:gd name="csX5607" fmla="*/ 965806 w 1722333"/>
              <a:gd name="csY5607" fmla="*/ 370113 h 531334"/>
              <a:gd name="csX5608" fmla="*/ 965975 w 1722333"/>
              <a:gd name="csY5608" fmla="*/ 370068 h 531334"/>
              <a:gd name="csX5609" fmla="*/ 966153 w 1722333"/>
              <a:gd name="csY5609" fmla="*/ 370024 h 531334"/>
              <a:gd name="csX5610" fmla="*/ 966322 w 1722333"/>
              <a:gd name="csY5610" fmla="*/ 369988 h 531334"/>
              <a:gd name="csX5611" fmla="*/ 966500 w 1722333"/>
              <a:gd name="csY5611" fmla="*/ 369944 h 531334"/>
              <a:gd name="csX5612" fmla="*/ 966669 w 1722333"/>
              <a:gd name="csY5612" fmla="*/ 369899 h 531334"/>
              <a:gd name="csX5613" fmla="*/ 966838 w 1722333"/>
              <a:gd name="csY5613" fmla="*/ 369864 h 531334"/>
              <a:gd name="csX5614" fmla="*/ 967016 w 1722333"/>
              <a:gd name="csY5614" fmla="*/ 369819 h 531334"/>
              <a:gd name="csX5615" fmla="*/ 967185 w 1722333"/>
              <a:gd name="csY5615" fmla="*/ 369784 h 531334"/>
              <a:gd name="csX5616" fmla="*/ 967354 w 1722333"/>
              <a:gd name="csY5616" fmla="*/ 369739 h 531334"/>
              <a:gd name="csX5617" fmla="*/ 967532 w 1722333"/>
              <a:gd name="csY5617" fmla="*/ 369704 h 531334"/>
              <a:gd name="csX5618" fmla="*/ 967701 w 1722333"/>
              <a:gd name="csY5618" fmla="*/ 369668 h 531334"/>
              <a:gd name="csX5619" fmla="*/ 967870 w 1722333"/>
              <a:gd name="csY5619" fmla="*/ 369632 h 531334"/>
              <a:gd name="csX5620" fmla="*/ 968048 w 1722333"/>
              <a:gd name="csY5620" fmla="*/ 369588 h 531334"/>
              <a:gd name="csX5621" fmla="*/ 968217 w 1722333"/>
              <a:gd name="csY5621" fmla="*/ 369552 h 531334"/>
              <a:gd name="csX5622" fmla="*/ 968395 w 1722333"/>
              <a:gd name="csY5622" fmla="*/ 369517 h 531334"/>
              <a:gd name="csX5623" fmla="*/ 968564 w 1722333"/>
              <a:gd name="csY5623" fmla="*/ 369481 h 531334"/>
              <a:gd name="csX5624" fmla="*/ 968733 w 1722333"/>
              <a:gd name="csY5624" fmla="*/ 369446 h 531334"/>
              <a:gd name="csX5625" fmla="*/ 968911 w 1722333"/>
              <a:gd name="csY5625" fmla="*/ 369410 h 531334"/>
              <a:gd name="csX5626" fmla="*/ 969080 w 1722333"/>
              <a:gd name="csY5626" fmla="*/ 369374 h 531334"/>
              <a:gd name="csX5627" fmla="*/ 969249 w 1722333"/>
              <a:gd name="csY5627" fmla="*/ 369339 h 531334"/>
              <a:gd name="csX5628" fmla="*/ 969427 w 1722333"/>
              <a:gd name="csY5628" fmla="*/ 369312 h 531334"/>
              <a:gd name="csX5629" fmla="*/ 969596 w 1722333"/>
              <a:gd name="csY5629" fmla="*/ 369277 h 531334"/>
              <a:gd name="csX5630" fmla="*/ 969765 w 1722333"/>
              <a:gd name="csY5630" fmla="*/ 369241 h 531334"/>
              <a:gd name="csX5631" fmla="*/ 969943 w 1722333"/>
              <a:gd name="csY5631" fmla="*/ 369214 h 531334"/>
              <a:gd name="csX5632" fmla="*/ 970112 w 1722333"/>
              <a:gd name="csY5632" fmla="*/ 369179 h 531334"/>
              <a:gd name="csX5633" fmla="*/ 970290 w 1722333"/>
              <a:gd name="csY5633" fmla="*/ 369152 h 531334"/>
              <a:gd name="csX5634" fmla="*/ 970459 w 1722333"/>
              <a:gd name="csY5634" fmla="*/ 369116 h 531334"/>
              <a:gd name="csX5635" fmla="*/ 970628 w 1722333"/>
              <a:gd name="csY5635" fmla="*/ 369090 h 531334"/>
              <a:gd name="csX5636" fmla="*/ 970806 w 1722333"/>
              <a:gd name="csY5636" fmla="*/ 369054 h 531334"/>
              <a:gd name="csX5637" fmla="*/ 970975 w 1722333"/>
              <a:gd name="csY5637" fmla="*/ 369027 h 531334"/>
              <a:gd name="csX5638" fmla="*/ 971144 w 1722333"/>
              <a:gd name="csY5638" fmla="*/ 369001 h 531334"/>
              <a:gd name="csX5639" fmla="*/ 971322 w 1722333"/>
              <a:gd name="csY5639" fmla="*/ 368974 h 531334"/>
              <a:gd name="csX5640" fmla="*/ 971491 w 1722333"/>
              <a:gd name="csY5640" fmla="*/ 368947 h 531334"/>
              <a:gd name="csX5641" fmla="*/ 971660 w 1722333"/>
              <a:gd name="csY5641" fmla="*/ 368921 h 531334"/>
              <a:gd name="csX5642" fmla="*/ 971838 w 1722333"/>
              <a:gd name="csY5642" fmla="*/ 368894 h 531334"/>
              <a:gd name="csX5643" fmla="*/ 972007 w 1722333"/>
              <a:gd name="csY5643" fmla="*/ 368867 h 531334"/>
              <a:gd name="csX5644" fmla="*/ 972185 w 1722333"/>
              <a:gd name="csY5644" fmla="*/ 368841 h 531334"/>
              <a:gd name="csX5645" fmla="*/ 972354 w 1722333"/>
              <a:gd name="csY5645" fmla="*/ 368814 h 531334"/>
              <a:gd name="csX5646" fmla="*/ 972523 w 1722333"/>
              <a:gd name="csY5646" fmla="*/ 368787 h 531334"/>
              <a:gd name="csX5647" fmla="*/ 972701 w 1722333"/>
              <a:gd name="csY5647" fmla="*/ 368769 h 531334"/>
              <a:gd name="csX5648" fmla="*/ 972870 w 1722333"/>
              <a:gd name="csY5648" fmla="*/ 368743 h 531334"/>
              <a:gd name="csX5649" fmla="*/ 973039 w 1722333"/>
              <a:gd name="csY5649" fmla="*/ 368716 h 531334"/>
              <a:gd name="csX5650" fmla="*/ 973217 w 1722333"/>
              <a:gd name="csY5650" fmla="*/ 368698 h 531334"/>
              <a:gd name="csX5651" fmla="*/ 973386 w 1722333"/>
              <a:gd name="csY5651" fmla="*/ 368672 h 531334"/>
              <a:gd name="csX5652" fmla="*/ 973555 w 1722333"/>
              <a:gd name="csY5652" fmla="*/ 368654 h 531334"/>
              <a:gd name="csX5653" fmla="*/ 973732 w 1722333"/>
              <a:gd name="csY5653" fmla="*/ 368636 h 531334"/>
              <a:gd name="csX5654" fmla="*/ 973902 w 1722333"/>
              <a:gd name="csY5654" fmla="*/ 368609 h 531334"/>
              <a:gd name="csX5655" fmla="*/ 974071 w 1722333"/>
              <a:gd name="csY5655" fmla="*/ 368591 h 531334"/>
              <a:gd name="csX5656" fmla="*/ 974249 w 1722333"/>
              <a:gd name="csY5656" fmla="*/ 368574 h 531334"/>
              <a:gd name="csX5657" fmla="*/ 974418 w 1722333"/>
              <a:gd name="csY5657" fmla="*/ 368556 h 531334"/>
              <a:gd name="csX5658" fmla="*/ 974595 w 1722333"/>
              <a:gd name="csY5658" fmla="*/ 368538 h 531334"/>
              <a:gd name="csX5659" fmla="*/ 974764 w 1722333"/>
              <a:gd name="csY5659" fmla="*/ 368520 h 531334"/>
              <a:gd name="csX5660" fmla="*/ 974933 w 1722333"/>
              <a:gd name="csY5660" fmla="*/ 368503 h 531334"/>
              <a:gd name="csX5661" fmla="*/ 975111 w 1722333"/>
              <a:gd name="csY5661" fmla="*/ 368485 h 531334"/>
              <a:gd name="csX5662" fmla="*/ 975280 w 1722333"/>
              <a:gd name="csY5662" fmla="*/ 368467 h 531334"/>
              <a:gd name="csX5663" fmla="*/ 975450 w 1722333"/>
              <a:gd name="csY5663" fmla="*/ 368458 h 531334"/>
              <a:gd name="csX5664" fmla="*/ 975627 w 1722333"/>
              <a:gd name="csY5664" fmla="*/ 368440 h 531334"/>
              <a:gd name="csX5665" fmla="*/ 975797 w 1722333"/>
              <a:gd name="csY5665" fmla="*/ 368431 h 531334"/>
              <a:gd name="csX5666" fmla="*/ 975965 w 1722333"/>
              <a:gd name="csY5666" fmla="*/ 368414 h 531334"/>
              <a:gd name="csX5667" fmla="*/ 976143 w 1722333"/>
              <a:gd name="csY5667" fmla="*/ 368405 h 531334"/>
              <a:gd name="csX5668" fmla="*/ 976312 w 1722333"/>
              <a:gd name="csY5668" fmla="*/ 368387 h 531334"/>
              <a:gd name="csX5669" fmla="*/ 976490 w 1722333"/>
              <a:gd name="csY5669" fmla="*/ 368378 h 531334"/>
              <a:gd name="csX5670" fmla="*/ 976659 w 1722333"/>
              <a:gd name="csY5670" fmla="*/ 368369 h 531334"/>
              <a:gd name="csX5671" fmla="*/ 976828 w 1722333"/>
              <a:gd name="csY5671" fmla="*/ 368360 h 531334"/>
              <a:gd name="csX5672" fmla="*/ 977006 w 1722333"/>
              <a:gd name="csY5672" fmla="*/ 368342 h 531334"/>
              <a:gd name="csX5673" fmla="*/ 977175 w 1722333"/>
              <a:gd name="csY5673" fmla="*/ 368333 h 531334"/>
              <a:gd name="csX5674" fmla="*/ 977344 w 1722333"/>
              <a:gd name="csY5674" fmla="*/ 368325 h 531334"/>
              <a:gd name="csX5675" fmla="*/ 977522 w 1722333"/>
              <a:gd name="csY5675" fmla="*/ 368325 h 531334"/>
              <a:gd name="csX5676" fmla="*/ 977691 w 1722333"/>
              <a:gd name="csY5676" fmla="*/ 368316 h 531334"/>
              <a:gd name="csX5677" fmla="*/ 977860 w 1722333"/>
              <a:gd name="csY5677" fmla="*/ 368307 h 531334"/>
              <a:gd name="csX5678" fmla="*/ 978038 w 1722333"/>
              <a:gd name="csY5678" fmla="*/ 368298 h 531334"/>
              <a:gd name="csX5679" fmla="*/ 978207 w 1722333"/>
              <a:gd name="csY5679" fmla="*/ 368298 h 531334"/>
              <a:gd name="csX5680" fmla="*/ 978385 w 1722333"/>
              <a:gd name="csY5680" fmla="*/ 368289 h 531334"/>
              <a:gd name="csX5681" fmla="*/ 978554 w 1722333"/>
              <a:gd name="csY5681" fmla="*/ 368289 h 531334"/>
              <a:gd name="csX5682" fmla="*/ 978723 w 1722333"/>
              <a:gd name="csY5682" fmla="*/ 368280 h 531334"/>
              <a:gd name="csX5683" fmla="*/ 978901 w 1722333"/>
              <a:gd name="csY5683" fmla="*/ 368280 h 531334"/>
              <a:gd name="csX5684" fmla="*/ 979070 w 1722333"/>
              <a:gd name="csY5684" fmla="*/ 368280 h 531334"/>
              <a:gd name="csX5685" fmla="*/ 979239 w 1722333"/>
              <a:gd name="csY5685" fmla="*/ 368271 h 531334"/>
              <a:gd name="csX5686" fmla="*/ 979417 w 1722333"/>
              <a:gd name="csY5686" fmla="*/ 368271 h 531334"/>
              <a:gd name="csX5687" fmla="*/ 979586 w 1722333"/>
              <a:gd name="csY5687" fmla="*/ 368271 h 531334"/>
              <a:gd name="csX5688" fmla="*/ 979755 w 1722333"/>
              <a:gd name="csY5688" fmla="*/ 368271 h 531334"/>
              <a:gd name="csX5689" fmla="*/ 979933 w 1722333"/>
              <a:gd name="csY5689" fmla="*/ 368271 h 531334"/>
              <a:gd name="csX5690" fmla="*/ 980102 w 1722333"/>
              <a:gd name="csY5690" fmla="*/ 368280 h 531334"/>
              <a:gd name="csX5691" fmla="*/ 980280 w 1722333"/>
              <a:gd name="csY5691" fmla="*/ 368280 h 531334"/>
              <a:gd name="csX5692" fmla="*/ 980449 w 1722333"/>
              <a:gd name="csY5692" fmla="*/ 368280 h 531334"/>
              <a:gd name="csX5693" fmla="*/ 980618 w 1722333"/>
              <a:gd name="csY5693" fmla="*/ 368280 h 531334"/>
              <a:gd name="csX5694" fmla="*/ 980796 w 1722333"/>
              <a:gd name="csY5694" fmla="*/ 368289 h 531334"/>
              <a:gd name="csX5695" fmla="*/ 980965 w 1722333"/>
              <a:gd name="csY5695" fmla="*/ 368289 h 531334"/>
              <a:gd name="csX5696" fmla="*/ 981134 w 1722333"/>
              <a:gd name="csY5696" fmla="*/ 368298 h 531334"/>
              <a:gd name="csX5697" fmla="*/ 981312 w 1722333"/>
              <a:gd name="csY5697" fmla="*/ 368307 h 531334"/>
              <a:gd name="csX5698" fmla="*/ 981481 w 1722333"/>
              <a:gd name="csY5698" fmla="*/ 368316 h 531334"/>
              <a:gd name="csX5699" fmla="*/ 981650 w 1722333"/>
              <a:gd name="csY5699" fmla="*/ 368316 h 531334"/>
              <a:gd name="csX5700" fmla="*/ 981828 w 1722333"/>
              <a:gd name="csY5700" fmla="*/ 368325 h 531334"/>
              <a:gd name="csX5701" fmla="*/ 981997 w 1722333"/>
              <a:gd name="csY5701" fmla="*/ 368333 h 531334"/>
              <a:gd name="csX5702" fmla="*/ 982166 w 1722333"/>
              <a:gd name="csY5702" fmla="*/ 368342 h 531334"/>
              <a:gd name="csX5703" fmla="*/ 982344 w 1722333"/>
              <a:gd name="csY5703" fmla="*/ 368360 h 531334"/>
              <a:gd name="csX5704" fmla="*/ 982513 w 1722333"/>
              <a:gd name="csY5704" fmla="*/ 368369 h 531334"/>
              <a:gd name="csX5705" fmla="*/ 982691 w 1722333"/>
              <a:gd name="csY5705" fmla="*/ 368378 h 531334"/>
              <a:gd name="csX5706" fmla="*/ 982860 w 1722333"/>
              <a:gd name="csY5706" fmla="*/ 368396 h 531334"/>
              <a:gd name="csX5707" fmla="*/ 983029 w 1722333"/>
              <a:gd name="csY5707" fmla="*/ 368405 h 531334"/>
              <a:gd name="csX5708" fmla="*/ 983207 w 1722333"/>
              <a:gd name="csY5708" fmla="*/ 368422 h 531334"/>
              <a:gd name="csX5709" fmla="*/ 983376 w 1722333"/>
              <a:gd name="csY5709" fmla="*/ 368431 h 531334"/>
              <a:gd name="csX5710" fmla="*/ 983545 w 1722333"/>
              <a:gd name="csY5710" fmla="*/ 368449 h 531334"/>
              <a:gd name="csX5711" fmla="*/ 983723 w 1722333"/>
              <a:gd name="csY5711" fmla="*/ 368467 h 531334"/>
              <a:gd name="csX5712" fmla="*/ 983892 w 1722333"/>
              <a:gd name="csY5712" fmla="*/ 368485 h 531334"/>
              <a:gd name="csX5713" fmla="*/ 984061 w 1722333"/>
              <a:gd name="csY5713" fmla="*/ 368503 h 531334"/>
              <a:gd name="csX5714" fmla="*/ 984239 w 1722333"/>
              <a:gd name="csY5714" fmla="*/ 368520 h 531334"/>
              <a:gd name="csX5715" fmla="*/ 984408 w 1722333"/>
              <a:gd name="csY5715" fmla="*/ 368538 h 531334"/>
              <a:gd name="csX5716" fmla="*/ 984586 w 1722333"/>
              <a:gd name="csY5716" fmla="*/ 368556 h 531334"/>
              <a:gd name="csX5717" fmla="*/ 984755 w 1722333"/>
              <a:gd name="csY5717" fmla="*/ 368574 h 531334"/>
              <a:gd name="csX5718" fmla="*/ 984924 w 1722333"/>
              <a:gd name="csY5718" fmla="*/ 368600 h 531334"/>
              <a:gd name="csX5719" fmla="*/ 985102 w 1722333"/>
              <a:gd name="csY5719" fmla="*/ 368618 h 531334"/>
              <a:gd name="csX5720" fmla="*/ 985271 w 1722333"/>
              <a:gd name="csY5720" fmla="*/ 368645 h 531334"/>
              <a:gd name="csX5721" fmla="*/ 985440 w 1722333"/>
              <a:gd name="csY5721" fmla="*/ 368663 h 531334"/>
              <a:gd name="csX5722" fmla="*/ 985618 w 1722333"/>
              <a:gd name="csY5722" fmla="*/ 368689 h 531334"/>
              <a:gd name="csX5723" fmla="*/ 985787 w 1722333"/>
              <a:gd name="csY5723" fmla="*/ 368716 h 531334"/>
              <a:gd name="csX5724" fmla="*/ 985956 w 1722333"/>
              <a:gd name="csY5724" fmla="*/ 368743 h 531334"/>
              <a:gd name="csX5725" fmla="*/ 986134 w 1722333"/>
              <a:gd name="csY5725" fmla="*/ 368769 h 531334"/>
              <a:gd name="csX5726" fmla="*/ 986303 w 1722333"/>
              <a:gd name="csY5726" fmla="*/ 368796 h 531334"/>
              <a:gd name="csX5727" fmla="*/ 986481 w 1722333"/>
              <a:gd name="csY5727" fmla="*/ 368823 h 531334"/>
              <a:gd name="csX5728" fmla="*/ 986650 w 1722333"/>
              <a:gd name="csY5728" fmla="*/ 368850 h 531334"/>
              <a:gd name="csX5729" fmla="*/ 986819 w 1722333"/>
              <a:gd name="csY5729" fmla="*/ 368885 h 531334"/>
              <a:gd name="csX5730" fmla="*/ 986997 w 1722333"/>
              <a:gd name="csY5730" fmla="*/ 368912 h 531334"/>
              <a:gd name="csX5731" fmla="*/ 987166 w 1722333"/>
              <a:gd name="csY5731" fmla="*/ 368947 h 531334"/>
              <a:gd name="csX5732" fmla="*/ 987335 w 1722333"/>
              <a:gd name="csY5732" fmla="*/ 368974 h 531334"/>
              <a:gd name="csX5733" fmla="*/ 987513 w 1722333"/>
              <a:gd name="csY5733" fmla="*/ 369010 h 531334"/>
              <a:gd name="csX5734" fmla="*/ 987682 w 1722333"/>
              <a:gd name="csY5734" fmla="*/ 369045 h 531334"/>
              <a:gd name="csX5735" fmla="*/ 987851 w 1722333"/>
              <a:gd name="csY5735" fmla="*/ 369081 h 531334"/>
              <a:gd name="csX5736" fmla="*/ 988029 w 1722333"/>
              <a:gd name="csY5736" fmla="*/ 369116 h 531334"/>
              <a:gd name="csX5737" fmla="*/ 988198 w 1722333"/>
              <a:gd name="csY5737" fmla="*/ 369152 h 531334"/>
              <a:gd name="csX5738" fmla="*/ 988376 w 1722333"/>
              <a:gd name="csY5738" fmla="*/ 369188 h 531334"/>
              <a:gd name="csX5739" fmla="*/ 988545 w 1722333"/>
              <a:gd name="csY5739" fmla="*/ 369223 h 531334"/>
              <a:gd name="csX5740" fmla="*/ 988714 w 1722333"/>
              <a:gd name="csY5740" fmla="*/ 369259 h 531334"/>
              <a:gd name="csX5741" fmla="*/ 988892 w 1722333"/>
              <a:gd name="csY5741" fmla="*/ 369303 h 531334"/>
              <a:gd name="csX5742" fmla="*/ 989061 w 1722333"/>
              <a:gd name="csY5742" fmla="*/ 369339 h 531334"/>
              <a:gd name="csX5743" fmla="*/ 989230 w 1722333"/>
              <a:gd name="csY5743" fmla="*/ 369383 h 531334"/>
              <a:gd name="csX5744" fmla="*/ 989408 w 1722333"/>
              <a:gd name="csY5744" fmla="*/ 369428 h 531334"/>
              <a:gd name="csX5745" fmla="*/ 989577 w 1722333"/>
              <a:gd name="csY5745" fmla="*/ 369463 h 531334"/>
              <a:gd name="csX5746" fmla="*/ 989746 w 1722333"/>
              <a:gd name="csY5746" fmla="*/ 369508 h 531334"/>
              <a:gd name="csX5747" fmla="*/ 989924 w 1722333"/>
              <a:gd name="csY5747" fmla="*/ 369552 h 531334"/>
              <a:gd name="csX5748" fmla="*/ 990093 w 1722333"/>
              <a:gd name="csY5748" fmla="*/ 369597 h 531334"/>
              <a:gd name="csX5749" fmla="*/ 990262 w 1722333"/>
              <a:gd name="csY5749" fmla="*/ 369650 h 531334"/>
              <a:gd name="csX5750" fmla="*/ 990440 w 1722333"/>
              <a:gd name="csY5750" fmla="*/ 369695 h 531334"/>
              <a:gd name="csX5751" fmla="*/ 990609 w 1722333"/>
              <a:gd name="csY5751" fmla="*/ 369739 h 531334"/>
              <a:gd name="csX5752" fmla="*/ 990787 w 1722333"/>
              <a:gd name="csY5752" fmla="*/ 369792 h 531334"/>
              <a:gd name="csX5753" fmla="*/ 990956 w 1722333"/>
              <a:gd name="csY5753" fmla="*/ 369837 h 531334"/>
              <a:gd name="csX5754" fmla="*/ 991125 w 1722333"/>
              <a:gd name="csY5754" fmla="*/ 369890 h 531334"/>
              <a:gd name="csX5755" fmla="*/ 991303 w 1722333"/>
              <a:gd name="csY5755" fmla="*/ 369944 h 531334"/>
              <a:gd name="csX5756" fmla="*/ 991472 w 1722333"/>
              <a:gd name="csY5756" fmla="*/ 369997 h 531334"/>
              <a:gd name="csX5757" fmla="*/ 991641 w 1722333"/>
              <a:gd name="csY5757" fmla="*/ 370051 h 531334"/>
              <a:gd name="csX5758" fmla="*/ 991819 w 1722333"/>
              <a:gd name="csY5758" fmla="*/ 370104 h 531334"/>
              <a:gd name="csX5759" fmla="*/ 991988 w 1722333"/>
              <a:gd name="csY5759" fmla="*/ 370157 h 531334"/>
              <a:gd name="csX5760" fmla="*/ 992157 w 1722333"/>
              <a:gd name="csY5760" fmla="*/ 370211 h 531334"/>
              <a:gd name="csX5761" fmla="*/ 992335 w 1722333"/>
              <a:gd name="csY5761" fmla="*/ 370264 h 531334"/>
              <a:gd name="csX5762" fmla="*/ 992504 w 1722333"/>
              <a:gd name="csY5762" fmla="*/ 370326 h 531334"/>
              <a:gd name="csX5763" fmla="*/ 992682 w 1722333"/>
              <a:gd name="csY5763" fmla="*/ 370380 h 531334"/>
              <a:gd name="csX5764" fmla="*/ 992851 w 1722333"/>
              <a:gd name="csY5764" fmla="*/ 370442 h 531334"/>
              <a:gd name="csX5765" fmla="*/ 993020 w 1722333"/>
              <a:gd name="csY5765" fmla="*/ 370504 h 531334"/>
              <a:gd name="csX5766" fmla="*/ 993198 w 1722333"/>
              <a:gd name="csY5766" fmla="*/ 370566 h 531334"/>
              <a:gd name="csX5767" fmla="*/ 993367 w 1722333"/>
              <a:gd name="csY5767" fmla="*/ 370629 h 531334"/>
              <a:gd name="csX5768" fmla="*/ 993536 w 1722333"/>
              <a:gd name="csY5768" fmla="*/ 370691 h 531334"/>
              <a:gd name="csX5769" fmla="*/ 993714 w 1722333"/>
              <a:gd name="csY5769" fmla="*/ 370753 h 531334"/>
              <a:gd name="csX5770" fmla="*/ 993883 w 1722333"/>
              <a:gd name="csY5770" fmla="*/ 370816 h 531334"/>
              <a:gd name="csX5771" fmla="*/ 994052 w 1722333"/>
              <a:gd name="csY5771" fmla="*/ 370887 h 531334"/>
              <a:gd name="csX5772" fmla="*/ 994230 w 1722333"/>
              <a:gd name="csY5772" fmla="*/ 370949 h 531334"/>
              <a:gd name="csX5773" fmla="*/ 994399 w 1722333"/>
              <a:gd name="csY5773" fmla="*/ 371020 h 531334"/>
              <a:gd name="csX5774" fmla="*/ 994577 w 1722333"/>
              <a:gd name="csY5774" fmla="*/ 371091 h 531334"/>
              <a:gd name="csX5775" fmla="*/ 994746 w 1722333"/>
              <a:gd name="csY5775" fmla="*/ 371154 h 531334"/>
              <a:gd name="csX5776" fmla="*/ 994915 w 1722333"/>
              <a:gd name="csY5776" fmla="*/ 371225 h 531334"/>
              <a:gd name="csX5777" fmla="*/ 995093 w 1722333"/>
              <a:gd name="csY5777" fmla="*/ 371296 h 531334"/>
              <a:gd name="csX5778" fmla="*/ 995262 w 1722333"/>
              <a:gd name="csY5778" fmla="*/ 371367 h 531334"/>
              <a:gd name="csX5779" fmla="*/ 995431 w 1722333"/>
              <a:gd name="csY5779" fmla="*/ 371447 h 531334"/>
              <a:gd name="csX5780" fmla="*/ 995609 w 1722333"/>
              <a:gd name="csY5780" fmla="*/ 371518 h 531334"/>
              <a:gd name="csX5781" fmla="*/ 995778 w 1722333"/>
              <a:gd name="csY5781" fmla="*/ 371598 h 531334"/>
              <a:gd name="csX5782" fmla="*/ 995947 w 1722333"/>
              <a:gd name="csY5782" fmla="*/ 371670 h 531334"/>
              <a:gd name="csX5783" fmla="*/ 996125 w 1722333"/>
              <a:gd name="csY5783" fmla="*/ 371750 h 531334"/>
              <a:gd name="csX5784" fmla="*/ 996294 w 1722333"/>
              <a:gd name="csY5784" fmla="*/ 371830 h 531334"/>
              <a:gd name="csX5785" fmla="*/ 996472 w 1722333"/>
              <a:gd name="csY5785" fmla="*/ 371910 h 531334"/>
              <a:gd name="csX5786" fmla="*/ 996641 w 1722333"/>
              <a:gd name="csY5786" fmla="*/ 371990 h 531334"/>
              <a:gd name="csX5787" fmla="*/ 996810 w 1722333"/>
              <a:gd name="csY5787" fmla="*/ 372070 h 531334"/>
              <a:gd name="csX5788" fmla="*/ 996988 w 1722333"/>
              <a:gd name="csY5788" fmla="*/ 372150 h 531334"/>
              <a:gd name="csX5789" fmla="*/ 997157 w 1722333"/>
              <a:gd name="csY5789" fmla="*/ 372230 h 531334"/>
              <a:gd name="csX5790" fmla="*/ 997326 w 1722333"/>
              <a:gd name="csY5790" fmla="*/ 372319 h 531334"/>
              <a:gd name="csX5791" fmla="*/ 997504 w 1722333"/>
              <a:gd name="csY5791" fmla="*/ 372399 h 531334"/>
              <a:gd name="csX5792" fmla="*/ 997673 w 1722333"/>
              <a:gd name="csY5792" fmla="*/ 372488 h 531334"/>
              <a:gd name="csX5793" fmla="*/ 997842 w 1722333"/>
              <a:gd name="csY5793" fmla="*/ 372577 h 531334"/>
              <a:gd name="csX5794" fmla="*/ 998020 w 1722333"/>
              <a:gd name="csY5794" fmla="*/ 372666 h 531334"/>
              <a:gd name="csX5795" fmla="*/ 998189 w 1722333"/>
              <a:gd name="csY5795" fmla="*/ 372755 h 531334"/>
              <a:gd name="csX5796" fmla="*/ 998358 w 1722333"/>
              <a:gd name="csY5796" fmla="*/ 372844 h 531334"/>
              <a:gd name="csX5797" fmla="*/ 998536 w 1722333"/>
              <a:gd name="csY5797" fmla="*/ 372933 h 531334"/>
              <a:gd name="csX5798" fmla="*/ 998705 w 1722333"/>
              <a:gd name="csY5798" fmla="*/ 373031 h 531334"/>
              <a:gd name="csX5799" fmla="*/ 998883 w 1722333"/>
              <a:gd name="csY5799" fmla="*/ 373120 h 531334"/>
              <a:gd name="csX5800" fmla="*/ 999052 w 1722333"/>
              <a:gd name="csY5800" fmla="*/ 373218 h 531334"/>
              <a:gd name="csX5801" fmla="*/ 999221 w 1722333"/>
              <a:gd name="csY5801" fmla="*/ 373307 h 531334"/>
              <a:gd name="csX5802" fmla="*/ 999399 w 1722333"/>
              <a:gd name="csY5802" fmla="*/ 373405 h 531334"/>
              <a:gd name="csX5803" fmla="*/ 999568 w 1722333"/>
              <a:gd name="csY5803" fmla="*/ 373502 h 531334"/>
              <a:gd name="csX5804" fmla="*/ 999737 w 1722333"/>
              <a:gd name="csY5804" fmla="*/ 373600 h 531334"/>
              <a:gd name="csX5805" fmla="*/ 999915 w 1722333"/>
              <a:gd name="csY5805" fmla="*/ 373707 h 531334"/>
              <a:gd name="csX5806" fmla="*/ 1000084 w 1722333"/>
              <a:gd name="csY5806" fmla="*/ 373805 h 531334"/>
              <a:gd name="csX5807" fmla="*/ 1000253 w 1722333"/>
              <a:gd name="csY5807" fmla="*/ 373903 h 531334"/>
              <a:gd name="csX5808" fmla="*/ 1000431 w 1722333"/>
              <a:gd name="csY5808" fmla="*/ 374009 h 531334"/>
              <a:gd name="csX5809" fmla="*/ 1000600 w 1722333"/>
              <a:gd name="csY5809" fmla="*/ 374116 h 531334"/>
              <a:gd name="csX5810" fmla="*/ 1000778 w 1722333"/>
              <a:gd name="csY5810" fmla="*/ 374214 h 531334"/>
              <a:gd name="csX5811" fmla="*/ 1000947 w 1722333"/>
              <a:gd name="csY5811" fmla="*/ 374321 h 531334"/>
              <a:gd name="csX5812" fmla="*/ 1001116 w 1722333"/>
              <a:gd name="csY5812" fmla="*/ 374428 h 531334"/>
              <a:gd name="csX5813" fmla="*/ 1001294 w 1722333"/>
              <a:gd name="csY5813" fmla="*/ 374534 h 531334"/>
              <a:gd name="csX5814" fmla="*/ 1001463 w 1722333"/>
              <a:gd name="csY5814" fmla="*/ 374650 h 531334"/>
              <a:gd name="csX5815" fmla="*/ 1001632 w 1722333"/>
              <a:gd name="csY5815" fmla="*/ 374757 h 531334"/>
              <a:gd name="csX5816" fmla="*/ 1001810 w 1722333"/>
              <a:gd name="csY5816" fmla="*/ 374872 h 531334"/>
              <a:gd name="csX5817" fmla="*/ 1001979 w 1722333"/>
              <a:gd name="csY5817" fmla="*/ 374979 h 531334"/>
              <a:gd name="csX5818" fmla="*/ 1002148 w 1722333"/>
              <a:gd name="csY5818" fmla="*/ 375095 h 531334"/>
              <a:gd name="csX5819" fmla="*/ 1002326 w 1722333"/>
              <a:gd name="csY5819" fmla="*/ 375210 h 531334"/>
              <a:gd name="csX5820" fmla="*/ 1002495 w 1722333"/>
              <a:gd name="csY5820" fmla="*/ 375326 h 531334"/>
              <a:gd name="csX5821" fmla="*/ 1002673 w 1722333"/>
              <a:gd name="csY5821" fmla="*/ 375442 h 531334"/>
              <a:gd name="csX5822" fmla="*/ 1002842 w 1722333"/>
              <a:gd name="csY5822" fmla="*/ 375557 h 531334"/>
              <a:gd name="csX5823" fmla="*/ 1003011 w 1722333"/>
              <a:gd name="csY5823" fmla="*/ 375682 h 531334"/>
              <a:gd name="csX5824" fmla="*/ 1003189 w 1722333"/>
              <a:gd name="csY5824" fmla="*/ 375798 h 531334"/>
              <a:gd name="csX5825" fmla="*/ 1003358 w 1722333"/>
              <a:gd name="csY5825" fmla="*/ 375922 h 531334"/>
              <a:gd name="csX5826" fmla="*/ 1003527 w 1722333"/>
              <a:gd name="csY5826" fmla="*/ 376047 h 531334"/>
              <a:gd name="csX5827" fmla="*/ 1003705 w 1722333"/>
              <a:gd name="csY5827" fmla="*/ 376171 h 531334"/>
              <a:gd name="csX5828" fmla="*/ 1003874 w 1722333"/>
              <a:gd name="csY5828" fmla="*/ 376296 h 531334"/>
              <a:gd name="csX5829" fmla="*/ 1004043 w 1722333"/>
              <a:gd name="csY5829" fmla="*/ 376420 h 531334"/>
              <a:gd name="csX5830" fmla="*/ 1004221 w 1722333"/>
              <a:gd name="csY5830" fmla="*/ 376545 h 531334"/>
              <a:gd name="csX5831" fmla="*/ 1004390 w 1722333"/>
              <a:gd name="csY5831" fmla="*/ 376678 h 531334"/>
              <a:gd name="csX5832" fmla="*/ 1004568 w 1722333"/>
              <a:gd name="csY5832" fmla="*/ 376803 h 531334"/>
              <a:gd name="csX5833" fmla="*/ 1004737 w 1722333"/>
              <a:gd name="csY5833" fmla="*/ 376936 h 531334"/>
              <a:gd name="csX5834" fmla="*/ 1004906 w 1722333"/>
              <a:gd name="csY5834" fmla="*/ 377070 h 531334"/>
              <a:gd name="csX5835" fmla="*/ 1005084 w 1722333"/>
              <a:gd name="csY5835" fmla="*/ 377203 h 531334"/>
              <a:gd name="csX5836" fmla="*/ 1005253 w 1722333"/>
              <a:gd name="csY5836" fmla="*/ 377337 h 531334"/>
              <a:gd name="csX5837" fmla="*/ 1005422 w 1722333"/>
              <a:gd name="csY5837" fmla="*/ 377470 h 531334"/>
              <a:gd name="csX5838" fmla="*/ 1005600 w 1722333"/>
              <a:gd name="csY5838" fmla="*/ 377604 h 531334"/>
              <a:gd name="csX5839" fmla="*/ 1005769 w 1722333"/>
              <a:gd name="csY5839" fmla="*/ 377746 h 531334"/>
              <a:gd name="csX5840" fmla="*/ 1005938 w 1722333"/>
              <a:gd name="csY5840" fmla="*/ 377879 h 531334"/>
              <a:gd name="csX5841" fmla="*/ 1006116 w 1722333"/>
              <a:gd name="csY5841" fmla="*/ 378022 h 531334"/>
              <a:gd name="csX5842" fmla="*/ 1006285 w 1722333"/>
              <a:gd name="csY5842" fmla="*/ 378164 h 531334"/>
              <a:gd name="csX5843" fmla="*/ 1006454 w 1722333"/>
              <a:gd name="csY5843" fmla="*/ 378306 h 531334"/>
              <a:gd name="csX5844" fmla="*/ 1006632 w 1722333"/>
              <a:gd name="csY5844" fmla="*/ 378449 h 531334"/>
              <a:gd name="csX5845" fmla="*/ 1006801 w 1722333"/>
              <a:gd name="csY5845" fmla="*/ 378591 h 531334"/>
              <a:gd name="csX5846" fmla="*/ 1006979 w 1722333"/>
              <a:gd name="csY5846" fmla="*/ 378742 h 531334"/>
              <a:gd name="csX5847" fmla="*/ 1007148 w 1722333"/>
              <a:gd name="csY5847" fmla="*/ 378885 h 531334"/>
              <a:gd name="csX5848" fmla="*/ 1007317 w 1722333"/>
              <a:gd name="csY5848" fmla="*/ 379036 h 531334"/>
              <a:gd name="csX5849" fmla="*/ 1007495 w 1722333"/>
              <a:gd name="csY5849" fmla="*/ 379187 h 531334"/>
              <a:gd name="csX5850" fmla="*/ 1007664 w 1722333"/>
              <a:gd name="csY5850" fmla="*/ 379329 h 531334"/>
              <a:gd name="csX5851" fmla="*/ 1007833 w 1722333"/>
              <a:gd name="csY5851" fmla="*/ 379481 h 531334"/>
              <a:gd name="csX5852" fmla="*/ 1008011 w 1722333"/>
              <a:gd name="csY5852" fmla="*/ 379641 h 531334"/>
              <a:gd name="csX5853" fmla="*/ 1008180 w 1722333"/>
              <a:gd name="csY5853" fmla="*/ 379792 h 531334"/>
              <a:gd name="csX5854" fmla="*/ 1008349 w 1722333"/>
              <a:gd name="csY5854" fmla="*/ 379943 h 531334"/>
              <a:gd name="csX5855" fmla="*/ 1008526 w 1722333"/>
              <a:gd name="csY5855" fmla="*/ 380103 h 531334"/>
              <a:gd name="csX5856" fmla="*/ 1008696 w 1722333"/>
              <a:gd name="csY5856" fmla="*/ 380264 h 531334"/>
              <a:gd name="csX5857" fmla="*/ 1008873 w 1722333"/>
              <a:gd name="csY5857" fmla="*/ 380424 h 531334"/>
              <a:gd name="csX5858" fmla="*/ 1009043 w 1722333"/>
              <a:gd name="csY5858" fmla="*/ 380584 h 531334"/>
              <a:gd name="csX5859" fmla="*/ 1009212 w 1722333"/>
              <a:gd name="csY5859" fmla="*/ 380744 h 531334"/>
              <a:gd name="csX5860" fmla="*/ 1009390 w 1722333"/>
              <a:gd name="csY5860" fmla="*/ 380904 h 531334"/>
              <a:gd name="csX5861" fmla="*/ 1009558 w 1722333"/>
              <a:gd name="csY5861" fmla="*/ 381073 h 531334"/>
              <a:gd name="csX5862" fmla="*/ 1009728 w 1722333"/>
              <a:gd name="csY5862" fmla="*/ 381233 h 531334"/>
              <a:gd name="csX5863" fmla="*/ 1009905 w 1722333"/>
              <a:gd name="csY5863" fmla="*/ 381402 h 531334"/>
              <a:gd name="csX5864" fmla="*/ 1010074 w 1722333"/>
              <a:gd name="csY5864" fmla="*/ 381571 h 531334"/>
              <a:gd name="csX5865" fmla="*/ 1010244 w 1722333"/>
              <a:gd name="csY5865" fmla="*/ 381740 h 531334"/>
              <a:gd name="csX5866" fmla="*/ 1010421 w 1722333"/>
              <a:gd name="csY5866" fmla="*/ 381909 h 531334"/>
              <a:gd name="csX5867" fmla="*/ 1010591 w 1722333"/>
              <a:gd name="csY5867" fmla="*/ 382079 h 531334"/>
              <a:gd name="csX5868" fmla="*/ 1010768 w 1722333"/>
              <a:gd name="csY5868" fmla="*/ 382256 h 531334"/>
              <a:gd name="csX5869" fmla="*/ 1010937 w 1722333"/>
              <a:gd name="csY5869" fmla="*/ 382426 h 531334"/>
              <a:gd name="csX5870" fmla="*/ 1011106 w 1722333"/>
              <a:gd name="csY5870" fmla="*/ 382603 h 531334"/>
              <a:gd name="csX5871" fmla="*/ 1011284 w 1722333"/>
              <a:gd name="csY5871" fmla="*/ 382781 h 531334"/>
              <a:gd name="csX5872" fmla="*/ 1011453 w 1722333"/>
              <a:gd name="csY5872" fmla="*/ 382959 h 531334"/>
              <a:gd name="csX5873" fmla="*/ 1011623 w 1722333"/>
              <a:gd name="csY5873" fmla="*/ 383137 h 531334"/>
              <a:gd name="csX5874" fmla="*/ 1011800 w 1722333"/>
              <a:gd name="csY5874" fmla="*/ 383315 h 531334"/>
              <a:gd name="csX5875" fmla="*/ 1011969 w 1722333"/>
              <a:gd name="csY5875" fmla="*/ 383493 h 531334"/>
              <a:gd name="csX5876" fmla="*/ 1012138 w 1722333"/>
              <a:gd name="csY5876" fmla="*/ 383680 h 531334"/>
              <a:gd name="csX5877" fmla="*/ 1012316 w 1722333"/>
              <a:gd name="csY5877" fmla="*/ 383867 h 531334"/>
              <a:gd name="csX5878" fmla="*/ 1012485 w 1722333"/>
              <a:gd name="csY5878" fmla="*/ 384045 h 531334"/>
              <a:gd name="csX5879" fmla="*/ 1012663 w 1722333"/>
              <a:gd name="csY5879" fmla="*/ 384231 h 531334"/>
              <a:gd name="csX5880" fmla="*/ 1012832 w 1722333"/>
              <a:gd name="csY5880" fmla="*/ 384427 h 531334"/>
              <a:gd name="csX5881" fmla="*/ 1013001 w 1722333"/>
              <a:gd name="csY5881" fmla="*/ 384614 h 531334"/>
              <a:gd name="csX5882" fmla="*/ 1013179 w 1722333"/>
              <a:gd name="csY5882" fmla="*/ 384801 h 531334"/>
              <a:gd name="csX5883" fmla="*/ 1013348 w 1722333"/>
              <a:gd name="csY5883" fmla="*/ 384996 h 531334"/>
              <a:gd name="csX5884" fmla="*/ 1013517 w 1722333"/>
              <a:gd name="csY5884" fmla="*/ 385192 h 531334"/>
              <a:gd name="csX5885" fmla="*/ 1013695 w 1722333"/>
              <a:gd name="csY5885" fmla="*/ 385379 h 531334"/>
              <a:gd name="csX5886" fmla="*/ 1013864 w 1722333"/>
              <a:gd name="csY5886" fmla="*/ 385575 h 531334"/>
              <a:gd name="csX5887" fmla="*/ 1014033 w 1722333"/>
              <a:gd name="csY5887" fmla="*/ 385770 h 531334"/>
              <a:gd name="csX5888" fmla="*/ 1014211 w 1722333"/>
              <a:gd name="csY5888" fmla="*/ 385975 h 531334"/>
              <a:gd name="csX5889" fmla="*/ 1014380 w 1722333"/>
              <a:gd name="csY5889" fmla="*/ 386171 h 531334"/>
              <a:gd name="csX5890" fmla="*/ 1014549 w 1722333"/>
              <a:gd name="csY5890" fmla="*/ 386375 h 531334"/>
              <a:gd name="csX5891" fmla="*/ 1014727 w 1722333"/>
              <a:gd name="csY5891" fmla="*/ 386580 h 531334"/>
              <a:gd name="csX5892" fmla="*/ 1014896 w 1722333"/>
              <a:gd name="csY5892" fmla="*/ 386776 h 531334"/>
              <a:gd name="csX5893" fmla="*/ 1015074 w 1722333"/>
              <a:gd name="csY5893" fmla="*/ 386980 h 531334"/>
              <a:gd name="csX5894" fmla="*/ 1015243 w 1722333"/>
              <a:gd name="csY5894" fmla="*/ 387194 h 531334"/>
              <a:gd name="csX5895" fmla="*/ 1015412 w 1722333"/>
              <a:gd name="csY5895" fmla="*/ 387399 h 531334"/>
              <a:gd name="csX5896" fmla="*/ 1015590 w 1722333"/>
              <a:gd name="csY5896" fmla="*/ 387603 h 531334"/>
              <a:gd name="csX5897" fmla="*/ 1015759 w 1722333"/>
              <a:gd name="csY5897" fmla="*/ 387817 h 531334"/>
              <a:gd name="csX5898" fmla="*/ 1015928 w 1722333"/>
              <a:gd name="csY5898" fmla="*/ 388030 h 531334"/>
              <a:gd name="csX5899" fmla="*/ 1016106 w 1722333"/>
              <a:gd name="csY5899" fmla="*/ 388244 h 531334"/>
              <a:gd name="csX5900" fmla="*/ 1016275 w 1722333"/>
              <a:gd name="csY5900" fmla="*/ 388457 h 531334"/>
              <a:gd name="csX5901" fmla="*/ 1016444 w 1722333"/>
              <a:gd name="csY5901" fmla="*/ 388671 h 531334"/>
              <a:gd name="csX5902" fmla="*/ 1016622 w 1722333"/>
              <a:gd name="csY5902" fmla="*/ 388884 h 531334"/>
              <a:gd name="csX5903" fmla="*/ 1016791 w 1722333"/>
              <a:gd name="csY5903" fmla="*/ 389107 h 531334"/>
              <a:gd name="csX5904" fmla="*/ 1016969 w 1722333"/>
              <a:gd name="csY5904" fmla="*/ 389320 h 531334"/>
              <a:gd name="csX5905" fmla="*/ 1017138 w 1722333"/>
              <a:gd name="csY5905" fmla="*/ 389543 h 531334"/>
              <a:gd name="csX5906" fmla="*/ 1017307 w 1722333"/>
              <a:gd name="csY5906" fmla="*/ 389765 h 531334"/>
              <a:gd name="csX5907" fmla="*/ 1017485 w 1722333"/>
              <a:gd name="csY5907" fmla="*/ 389987 h 531334"/>
              <a:gd name="csX5908" fmla="*/ 1017654 w 1722333"/>
              <a:gd name="csY5908" fmla="*/ 390210 h 531334"/>
              <a:gd name="csX5909" fmla="*/ 1017823 w 1722333"/>
              <a:gd name="csY5909" fmla="*/ 390441 h 531334"/>
              <a:gd name="csX5910" fmla="*/ 1018001 w 1722333"/>
              <a:gd name="csY5910" fmla="*/ 390664 h 531334"/>
              <a:gd name="csX5911" fmla="*/ 1018170 w 1722333"/>
              <a:gd name="csY5911" fmla="*/ 390895 h 531334"/>
              <a:gd name="csX5912" fmla="*/ 1018339 w 1722333"/>
              <a:gd name="csY5912" fmla="*/ 391126 h 531334"/>
              <a:gd name="csX5913" fmla="*/ 1018517 w 1722333"/>
              <a:gd name="csY5913" fmla="*/ 391357 h 531334"/>
              <a:gd name="csX5914" fmla="*/ 1018686 w 1722333"/>
              <a:gd name="csY5914" fmla="*/ 391589 h 531334"/>
              <a:gd name="csX5915" fmla="*/ 1018864 w 1722333"/>
              <a:gd name="csY5915" fmla="*/ 391820 h 531334"/>
              <a:gd name="csX5916" fmla="*/ 1019033 w 1722333"/>
              <a:gd name="csY5916" fmla="*/ 392060 h 531334"/>
              <a:gd name="csX5917" fmla="*/ 1019202 w 1722333"/>
              <a:gd name="csY5917" fmla="*/ 392301 h 531334"/>
              <a:gd name="csX5918" fmla="*/ 1019380 w 1722333"/>
              <a:gd name="csY5918" fmla="*/ 392532 h 531334"/>
              <a:gd name="csX5919" fmla="*/ 1019549 w 1722333"/>
              <a:gd name="csY5919" fmla="*/ 392772 h 531334"/>
              <a:gd name="csX5920" fmla="*/ 1019718 w 1722333"/>
              <a:gd name="csY5920" fmla="*/ 393012 h 531334"/>
              <a:gd name="csX5921" fmla="*/ 1019896 w 1722333"/>
              <a:gd name="csY5921" fmla="*/ 393252 h 531334"/>
              <a:gd name="csX5922" fmla="*/ 1020065 w 1722333"/>
              <a:gd name="csY5922" fmla="*/ 393502 h 531334"/>
              <a:gd name="csX5923" fmla="*/ 1020234 w 1722333"/>
              <a:gd name="csY5923" fmla="*/ 393742 h 531334"/>
              <a:gd name="csX5924" fmla="*/ 1020412 w 1722333"/>
              <a:gd name="csY5924" fmla="*/ 393991 h 531334"/>
              <a:gd name="csX5925" fmla="*/ 1020581 w 1722333"/>
              <a:gd name="csY5925" fmla="*/ 394240 h 531334"/>
              <a:gd name="csX5926" fmla="*/ 1020759 w 1722333"/>
              <a:gd name="csY5926" fmla="*/ 394489 h 531334"/>
              <a:gd name="csX5927" fmla="*/ 1020928 w 1722333"/>
              <a:gd name="csY5927" fmla="*/ 394738 h 531334"/>
              <a:gd name="csX5928" fmla="*/ 1021097 w 1722333"/>
              <a:gd name="csY5928" fmla="*/ 394987 h 531334"/>
              <a:gd name="csX5929" fmla="*/ 1021275 w 1722333"/>
              <a:gd name="csY5929" fmla="*/ 395245 h 531334"/>
              <a:gd name="csX5930" fmla="*/ 1021444 w 1722333"/>
              <a:gd name="csY5930" fmla="*/ 395494 h 531334"/>
              <a:gd name="csX5931" fmla="*/ 1021613 w 1722333"/>
              <a:gd name="csY5931" fmla="*/ 395752 h 531334"/>
              <a:gd name="csX5932" fmla="*/ 1021791 w 1722333"/>
              <a:gd name="csY5932" fmla="*/ 396010 h 531334"/>
              <a:gd name="csX5933" fmla="*/ 1021960 w 1722333"/>
              <a:gd name="csY5933" fmla="*/ 396268 h 531334"/>
              <a:gd name="csX5934" fmla="*/ 1022129 w 1722333"/>
              <a:gd name="csY5934" fmla="*/ 396526 h 531334"/>
              <a:gd name="csX5935" fmla="*/ 1022307 w 1722333"/>
              <a:gd name="csY5935" fmla="*/ 396784 h 531334"/>
              <a:gd name="csX5936" fmla="*/ 1022476 w 1722333"/>
              <a:gd name="csY5936" fmla="*/ 397051 h 531334"/>
              <a:gd name="csX5937" fmla="*/ 1022645 w 1722333"/>
              <a:gd name="csY5937" fmla="*/ 397309 h 531334"/>
              <a:gd name="csX5938" fmla="*/ 1022823 w 1722333"/>
              <a:gd name="csY5938" fmla="*/ 397576 h 531334"/>
              <a:gd name="csX5939" fmla="*/ 1022992 w 1722333"/>
              <a:gd name="csY5939" fmla="*/ 397843 h 531334"/>
              <a:gd name="csX5940" fmla="*/ 1023170 w 1722333"/>
              <a:gd name="csY5940" fmla="*/ 398110 h 531334"/>
              <a:gd name="csX5941" fmla="*/ 1023339 w 1722333"/>
              <a:gd name="csY5941" fmla="*/ 398386 h 531334"/>
              <a:gd name="csX5942" fmla="*/ 1023508 w 1722333"/>
              <a:gd name="csY5942" fmla="*/ 398653 h 531334"/>
              <a:gd name="csX5943" fmla="*/ 1023686 w 1722333"/>
              <a:gd name="csY5943" fmla="*/ 398928 h 531334"/>
              <a:gd name="csX5944" fmla="*/ 1023855 w 1722333"/>
              <a:gd name="csY5944" fmla="*/ 399195 h 531334"/>
              <a:gd name="csX5945" fmla="*/ 1024024 w 1722333"/>
              <a:gd name="csY5945" fmla="*/ 399471 h 531334"/>
              <a:gd name="csX5946" fmla="*/ 1024202 w 1722333"/>
              <a:gd name="csY5946" fmla="*/ 399747 h 531334"/>
              <a:gd name="csX5947" fmla="*/ 1024371 w 1722333"/>
              <a:gd name="csY5947" fmla="*/ 400023 h 531334"/>
              <a:gd name="csX5948" fmla="*/ 1024540 w 1722333"/>
              <a:gd name="csY5948" fmla="*/ 400307 h 531334"/>
              <a:gd name="csX5949" fmla="*/ 1024718 w 1722333"/>
              <a:gd name="csY5949" fmla="*/ 400583 h 531334"/>
              <a:gd name="csX5950" fmla="*/ 1024887 w 1722333"/>
              <a:gd name="csY5950" fmla="*/ 400868 h 531334"/>
              <a:gd name="csX5951" fmla="*/ 1025065 w 1722333"/>
              <a:gd name="csY5951" fmla="*/ 401144 h 531334"/>
              <a:gd name="csX5952" fmla="*/ 1025234 w 1722333"/>
              <a:gd name="csY5952" fmla="*/ 401428 h 531334"/>
              <a:gd name="csX5953" fmla="*/ 1025403 w 1722333"/>
              <a:gd name="csY5953" fmla="*/ 401713 h 531334"/>
              <a:gd name="csX5954" fmla="*/ 1025581 w 1722333"/>
              <a:gd name="csY5954" fmla="*/ 402007 h 531334"/>
              <a:gd name="csX5955" fmla="*/ 1025750 w 1722333"/>
              <a:gd name="csY5955" fmla="*/ 402291 h 531334"/>
              <a:gd name="csX5956" fmla="*/ 1025919 w 1722333"/>
              <a:gd name="csY5956" fmla="*/ 402585 h 531334"/>
              <a:gd name="csX5957" fmla="*/ 1026097 w 1722333"/>
              <a:gd name="csY5957" fmla="*/ 402870 h 531334"/>
              <a:gd name="csX5958" fmla="*/ 1026266 w 1722333"/>
              <a:gd name="csY5958" fmla="*/ 403163 h 531334"/>
              <a:gd name="csX5959" fmla="*/ 1026435 w 1722333"/>
              <a:gd name="csY5959" fmla="*/ 403457 h 531334"/>
              <a:gd name="csX5960" fmla="*/ 1026613 w 1722333"/>
              <a:gd name="csY5960" fmla="*/ 403750 h 531334"/>
              <a:gd name="csX5961" fmla="*/ 1026782 w 1722333"/>
              <a:gd name="csY5961" fmla="*/ 404044 h 531334"/>
              <a:gd name="csX5962" fmla="*/ 1026960 w 1722333"/>
              <a:gd name="csY5962" fmla="*/ 404346 h 531334"/>
              <a:gd name="csX5963" fmla="*/ 1027129 w 1722333"/>
              <a:gd name="csY5963" fmla="*/ 404640 h 531334"/>
              <a:gd name="csX5964" fmla="*/ 1027298 w 1722333"/>
              <a:gd name="csY5964" fmla="*/ 404942 h 531334"/>
              <a:gd name="csX5965" fmla="*/ 1027476 w 1722333"/>
              <a:gd name="csY5965" fmla="*/ 405245 h 531334"/>
              <a:gd name="csX5966" fmla="*/ 1027645 w 1722333"/>
              <a:gd name="csY5966" fmla="*/ 405547 h 531334"/>
              <a:gd name="csX5967" fmla="*/ 1027814 w 1722333"/>
              <a:gd name="csY5967" fmla="*/ 405850 h 531334"/>
              <a:gd name="csX5968" fmla="*/ 1027992 w 1722333"/>
              <a:gd name="csY5968" fmla="*/ 406152 h 531334"/>
              <a:gd name="csX5969" fmla="*/ 1028161 w 1722333"/>
              <a:gd name="csY5969" fmla="*/ 406464 h 531334"/>
              <a:gd name="csX5970" fmla="*/ 1028330 w 1722333"/>
              <a:gd name="csY5970" fmla="*/ 406775 h 531334"/>
              <a:gd name="csX5971" fmla="*/ 1028508 w 1722333"/>
              <a:gd name="csY5971" fmla="*/ 407078 h 531334"/>
              <a:gd name="csX5972" fmla="*/ 1028677 w 1722333"/>
              <a:gd name="csY5972" fmla="*/ 407389 h 531334"/>
              <a:gd name="csX5973" fmla="*/ 1028855 w 1722333"/>
              <a:gd name="csY5973" fmla="*/ 407700 h 531334"/>
              <a:gd name="csX5974" fmla="*/ 1029024 w 1722333"/>
              <a:gd name="csY5974" fmla="*/ 408012 h 531334"/>
              <a:gd name="csX5975" fmla="*/ 1029193 w 1722333"/>
              <a:gd name="csY5975" fmla="*/ 408332 h 531334"/>
              <a:gd name="csX5976" fmla="*/ 1029371 w 1722333"/>
              <a:gd name="csY5976" fmla="*/ 408643 h 531334"/>
              <a:gd name="csX5977" fmla="*/ 1029540 w 1722333"/>
              <a:gd name="csY5977" fmla="*/ 408964 h 531334"/>
              <a:gd name="csX5978" fmla="*/ 1029709 w 1722333"/>
              <a:gd name="csY5978" fmla="*/ 409284 h 531334"/>
              <a:gd name="csX5979" fmla="*/ 1029887 w 1722333"/>
              <a:gd name="csY5979" fmla="*/ 409604 h 531334"/>
              <a:gd name="csX5980" fmla="*/ 1030056 w 1722333"/>
              <a:gd name="csY5980" fmla="*/ 409924 h 531334"/>
              <a:gd name="csX5981" fmla="*/ 1030225 w 1722333"/>
              <a:gd name="csY5981" fmla="*/ 410245 h 531334"/>
              <a:gd name="csX5982" fmla="*/ 1030403 w 1722333"/>
              <a:gd name="csY5982" fmla="*/ 410565 h 531334"/>
              <a:gd name="csX5983" fmla="*/ 1030572 w 1722333"/>
              <a:gd name="csY5983" fmla="*/ 410894 h 531334"/>
              <a:gd name="csX5984" fmla="*/ 1030741 w 1722333"/>
              <a:gd name="csY5984" fmla="*/ 411214 h 531334"/>
              <a:gd name="csX5985" fmla="*/ 1030919 w 1722333"/>
              <a:gd name="csY5985" fmla="*/ 411544 h 531334"/>
              <a:gd name="csX5986" fmla="*/ 1031088 w 1722333"/>
              <a:gd name="csY5986" fmla="*/ 411873 h 531334"/>
              <a:gd name="csX5987" fmla="*/ 1031266 w 1722333"/>
              <a:gd name="csY5987" fmla="*/ 412202 h 531334"/>
              <a:gd name="csX5988" fmla="*/ 1031435 w 1722333"/>
              <a:gd name="csY5988" fmla="*/ 412531 h 531334"/>
              <a:gd name="csX5989" fmla="*/ 1031604 w 1722333"/>
              <a:gd name="csY5989" fmla="*/ 412869 h 531334"/>
              <a:gd name="csX5990" fmla="*/ 1031782 w 1722333"/>
              <a:gd name="csY5990" fmla="*/ 413198 h 531334"/>
              <a:gd name="csX5991" fmla="*/ 1031951 w 1722333"/>
              <a:gd name="csY5991" fmla="*/ 413536 h 531334"/>
              <a:gd name="csX5992" fmla="*/ 1032120 w 1722333"/>
              <a:gd name="csY5992" fmla="*/ 413874 h 531334"/>
              <a:gd name="csX5993" fmla="*/ 1032298 w 1722333"/>
              <a:gd name="csY5993" fmla="*/ 414213 h 531334"/>
              <a:gd name="csX5994" fmla="*/ 1032467 w 1722333"/>
              <a:gd name="csY5994" fmla="*/ 414551 h 531334"/>
              <a:gd name="csX5995" fmla="*/ 1032636 w 1722333"/>
              <a:gd name="csY5995" fmla="*/ 414889 h 531334"/>
              <a:gd name="csX5996" fmla="*/ 1032814 w 1722333"/>
              <a:gd name="csY5996" fmla="*/ 415227 h 531334"/>
              <a:gd name="csX5997" fmla="*/ 1032983 w 1722333"/>
              <a:gd name="csY5997" fmla="*/ 415574 h 531334"/>
              <a:gd name="csX5998" fmla="*/ 1033161 w 1722333"/>
              <a:gd name="csY5998" fmla="*/ 415912 h 531334"/>
              <a:gd name="csX5999" fmla="*/ 1033330 w 1722333"/>
              <a:gd name="csY5999" fmla="*/ 416259 h 531334"/>
              <a:gd name="csX6000" fmla="*/ 1033499 w 1722333"/>
              <a:gd name="csY6000" fmla="*/ 416606 h 531334"/>
              <a:gd name="csX6001" fmla="*/ 1033677 w 1722333"/>
              <a:gd name="csY6001" fmla="*/ 416953 h 531334"/>
              <a:gd name="csX6002" fmla="*/ 1033846 w 1722333"/>
              <a:gd name="csY6002" fmla="*/ 417300 h 531334"/>
              <a:gd name="csX6003" fmla="*/ 1034015 w 1722333"/>
              <a:gd name="csY6003" fmla="*/ 417647 h 531334"/>
              <a:gd name="csX6004" fmla="*/ 1034193 w 1722333"/>
              <a:gd name="csY6004" fmla="*/ 418002 h 531334"/>
              <a:gd name="csX6005" fmla="*/ 1034362 w 1722333"/>
              <a:gd name="csY6005" fmla="*/ 418349 h 531334"/>
              <a:gd name="csX6006" fmla="*/ 1034531 w 1722333"/>
              <a:gd name="csY6006" fmla="*/ 418705 h 531334"/>
              <a:gd name="csX6007" fmla="*/ 1034709 w 1722333"/>
              <a:gd name="csY6007" fmla="*/ 419061 h 531334"/>
              <a:gd name="csX6008" fmla="*/ 1034878 w 1722333"/>
              <a:gd name="csY6008" fmla="*/ 419417 h 531334"/>
              <a:gd name="csX6009" fmla="*/ 1035056 w 1722333"/>
              <a:gd name="csY6009" fmla="*/ 419773 h 531334"/>
              <a:gd name="csX6010" fmla="*/ 1035225 w 1722333"/>
              <a:gd name="csY6010" fmla="*/ 420129 h 531334"/>
              <a:gd name="csX6011" fmla="*/ 1035394 w 1722333"/>
              <a:gd name="csY6011" fmla="*/ 420484 h 531334"/>
              <a:gd name="csX6012" fmla="*/ 1035572 w 1722333"/>
              <a:gd name="csY6012" fmla="*/ 420849 h 531334"/>
              <a:gd name="csX6013" fmla="*/ 1035741 w 1722333"/>
              <a:gd name="csY6013" fmla="*/ 421214 h 531334"/>
              <a:gd name="csX6014" fmla="*/ 1035910 w 1722333"/>
              <a:gd name="csY6014" fmla="*/ 421570 h 531334"/>
              <a:gd name="csX6015" fmla="*/ 1036088 w 1722333"/>
              <a:gd name="csY6015" fmla="*/ 421935 h 531334"/>
              <a:gd name="csX6016" fmla="*/ 1036257 w 1722333"/>
              <a:gd name="csY6016" fmla="*/ 422299 h 531334"/>
              <a:gd name="csX6017" fmla="*/ 1036426 w 1722333"/>
              <a:gd name="csY6017" fmla="*/ 422664 h 531334"/>
              <a:gd name="csX6018" fmla="*/ 1036604 w 1722333"/>
              <a:gd name="csY6018" fmla="*/ 423029 h 531334"/>
              <a:gd name="csX6019" fmla="*/ 1036773 w 1722333"/>
              <a:gd name="csY6019" fmla="*/ 423403 h 531334"/>
              <a:gd name="csX6020" fmla="*/ 1036951 w 1722333"/>
              <a:gd name="csY6020" fmla="*/ 423767 h 531334"/>
              <a:gd name="csX6021" fmla="*/ 1037120 w 1722333"/>
              <a:gd name="csY6021" fmla="*/ 424141 h 531334"/>
              <a:gd name="csX6022" fmla="*/ 1037289 w 1722333"/>
              <a:gd name="csY6022" fmla="*/ 424515 h 531334"/>
              <a:gd name="csX6023" fmla="*/ 1037467 w 1722333"/>
              <a:gd name="csY6023" fmla="*/ 424879 h 531334"/>
              <a:gd name="csX6024" fmla="*/ 1037636 w 1722333"/>
              <a:gd name="csY6024" fmla="*/ 425253 h 531334"/>
              <a:gd name="csX6025" fmla="*/ 1037805 w 1722333"/>
              <a:gd name="csY6025" fmla="*/ 425627 h 531334"/>
              <a:gd name="csX6026" fmla="*/ 1037983 w 1722333"/>
              <a:gd name="csY6026" fmla="*/ 426009 h 531334"/>
              <a:gd name="csX6027" fmla="*/ 1038152 w 1722333"/>
              <a:gd name="csY6027" fmla="*/ 426383 h 531334"/>
              <a:gd name="csX6028" fmla="*/ 1038321 w 1722333"/>
              <a:gd name="csY6028" fmla="*/ 426756 h 531334"/>
              <a:gd name="csX6029" fmla="*/ 1038499 w 1722333"/>
              <a:gd name="csY6029" fmla="*/ 427139 h 531334"/>
              <a:gd name="csX6030" fmla="*/ 1038668 w 1722333"/>
              <a:gd name="csY6030" fmla="*/ 427522 h 531334"/>
              <a:gd name="csX6031" fmla="*/ 1038837 w 1722333"/>
              <a:gd name="csY6031" fmla="*/ 427895 h 531334"/>
              <a:gd name="csX6032" fmla="*/ 1039015 w 1722333"/>
              <a:gd name="csY6032" fmla="*/ 428278 h 531334"/>
              <a:gd name="csX6033" fmla="*/ 1039184 w 1722333"/>
              <a:gd name="csY6033" fmla="*/ 428660 h 531334"/>
              <a:gd name="csX6034" fmla="*/ 1039362 w 1722333"/>
              <a:gd name="csY6034" fmla="*/ 429043 h 531334"/>
              <a:gd name="csX6035" fmla="*/ 1039531 w 1722333"/>
              <a:gd name="csY6035" fmla="*/ 429425 h 531334"/>
              <a:gd name="csX6036" fmla="*/ 1039700 w 1722333"/>
              <a:gd name="csY6036" fmla="*/ 429817 h 531334"/>
              <a:gd name="csX6037" fmla="*/ 1039878 w 1722333"/>
              <a:gd name="csY6037" fmla="*/ 430199 h 531334"/>
              <a:gd name="csX6038" fmla="*/ 1040047 w 1722333"/>
              <a:gd name="csY6038" fmla="*/ 430591 h 531334"/>
              <a:gd name="csX6039" fmla="*/ 1040216 w 1722333"/>
              <a:gd name="csY6039" fmla="*/ 430973 h 531334"/>
              <a:gd name="csX6040" fmla="*/ 1040394 w 1722333"/>
              <a:gd name="csY6040" fmla="*/ 431365 h 531334"/>
              <a:gd name="csX6041" fmla="*/ 1040563 w 1722333"/>
              <a:gd name="csY6041" fmla="*/ 431756 h 531334"/>
              <a:gd name="csX6042" fmla="*/ 1040732 w 1722333"/>
              <a:gd name="csY6042" fmla="*/ 432148 h 531334"/>
              <a:gd name="csX6043" fmla="*/ 1040910 w 1722333"/>
              <a:gd name="csY6043" fmla="*/ 432539 h 531334"/>
              <a:gd name="csX6044" fmla="*/ 1041079 w 1722333"/>
              <a:gd name="csY6044" fmla="*/ 432931 h 531334"/>
              <a:gd name="csX6045" fmla="*/ 1041257 w 1722333"/>
              <a:gd name="csY6045" fmla="*/ 433322 h 531334"/>
              <a:gd name="csX6046" fmla="*/ 1041426 w 1722333"/>
              <a:gd name="csY6046" fmla="*/ 433722 h 531334"/>
              <a:gd name="csX6047" fmla="*/ 1041595 w 1722333"/>
              <a:gd name="csY6047" fmla="*/ 434114 h 531334"/>
              <a:gd name="csX6048" fmla="*/ 1041773 w 1722333"/>
              <a:gd name="csY6048" fmla="*/ 434514 h 531334"/>
              <a:gd name="csX6049" fmla="*/ 1041942 w 1722333"/>
              <a:gd name="csY6049" fmla="*/ 434906 h 531334"/>
              <a:gd name="csX6050" fmla="*/ 1042111 w 1722333"/>
              <a:gd name="csY6050" fmla="*/ 435306 h 531334"/>
              <a:gd name="csX6051" fmla="*/ 1042289 w 1722333"/>
              <a:gd name="csY6051" fmla="*/ 435706 h 531334"/>
              <a:gd name="csX6052" fmla="*/ 1042458 w 1722333"/>
              <a:gd name="csY6052" fmla="*/ 436107 h 531334"/>
              <a:gd name="csX6053" fmla="*/ 1042627 w 1722333"/>
              <a:gd name="csY6053" fmla="*/ 436507 h 531334"/>
              <a:gd name="csX6054" fmla="*/ 1042805 w 1722333"/>
              <a:gd name="csY6054" fmla="*/ 436907 h 531334"/>
              <a:gd name="csX6055" fmla="*/ 1042974 w 1722333"/>
              <a:gd name="csY6055" fmla="*/ 437308 h 531334"/>
              <a:gd name="csX6056" fmla="*/ 1043152 w 1722333"/>
              <a:gd name="csY6056" fmla="*/ 437717 h 531334"/>
              <a:gd name="csX6057" fmla="*/ 1043320 w 1722333"/>
              <a:gd name="csY6057" fmla="*/ 438117 h 531334"/>
              <a:gd name="csX6058" fmla="*/ 1043490 w 1722333"/>
              <a:gd name="csY6058" fmla="*/ 438518 h 531334"/>
              <a:gd name="csX6059" fmla="*/ 1043667 w 1722333"/>
              <a:gd name="csY6059" fmla="*/ 438927 h 531334"/>
              <a:gd name="csX6060" fmla="*/ 1043837 w 1722333"/>
              <a:gd name="csY6060" fmla="*/ 439336 h 531334"/>
              <a:gd name="csX6061" fmla="*/ 1044006 w 1722333"/>
              <a:gd name="csY6061" fmla="*/ 439736 h 531334"/>
              <a:gd name="csX6062" fmla="*/ 1044184 w 1722333"/>
              <a:gd name="csY6062" fmla="*/ 440146 h 531334"/>
              <a:gd name="csX6063" fmla="*/ 1044352 w 1722333"/>
              <a:gd name="csY6063" fmla="*/ 440555 h 531334"/>
              <a:gd name="csX6064" fmla="*/ 1044522 w 1722333"/>
              <a:gd name="csY6064" fmla="*/ 440964 h 531334"/>
              <a:gd name="csX6065" fmla="*/ 1044699 w 1722333"/>
              <a:gd name="csY6065" fmla="*/ 441373 h 531334"/>
              <a:gd name="csX6066" fmla="*/ 1044869 w 1722333"/>
              <a:gd name="csY6066" fmla="*/ 441783 h 531334"/>
              <a:gd name="csX6067" fmla="*/ 1045046 w 1722333"/>
              <a:gd name="csY6067" fmla="*/ 442192 h 531334"/>
              <a:gd name="csX6068" fmla="*/ 1045215 w 1722333"/>
              <a:gd name="csY6068" fmla="*/ 442601 h 531334"/>
              <a:gd name="csX6069" fmla="*/ 1045385 w 1722333"/>
              <a:gd name="csY6069" fmla="*/ 443019 h 531334"/>
              <a:gd name="csX6070" fmla="*/ 1045562 w 1722333"/>
              <a:gd name="csY6070" fmla="*/ 443428 h 531334"/>
              <a:gd name="csX6071" fmla="*/ 1045731 w 1722333"/>
              <a:gd name="csY6071" fmla="*/ 443847 h 531334"/>
              <a:gd name="csX6072" fmla="*/ 1045900 w 1722333"/>
              <a:gd name="csY6072" fmla="*/ 444256 h 531334"/>
              <a:gd name="csX6073" fmla="*/ 1046078 w 1722333"/>
              <a:gd name="csY6073" fmla="*/ 444674 h 531334"/>
              <a:gd name="csX6074" fmla="*/ 1046247 w 1722333"/>
              <a:gd name="csY6074" fmla="*/ 445083 h 531334"/>
              <a:gd name="csX6075" fmla="*/ 1046417 w 1722333"/>
              <a:gd name="csY6075" fmla="*/ 445501 h 531334"/>
              <a:gd name="csX6076" fmla="*/ 1046594 w 1722333"/>
              <a:gd name="csY6076" fmla="*/ 445919 h 531334"/>
              <a:gd name="csX6077" fmla="*/ 1046764 w 1722333"/>
              <a:gd name="csY6077" fmla="*/ 446338 h 531334"/>
              <a:gd name="csX6078" fmla="*/ 1046932 w 1722333"/>
              <a:gd name="csY6078" fmla="*/ 446756 h 531334"/>
              <a:gd name="csX6079" fmla="*/ 1047110 w 1722333"/>
              <a:gd name="csY6079" fmla="*/ 447165 h 531334"/>
              <a:gd name="csX6080" fmla="*/ 1047279 w 1722333"/>
              <a:gd name="csY6080" fmla="*/ 447583 h 531334"/>
              <a:gd name="csX6081" fmla="*/ 1047457 w 1722333"/>
              <a:gd name="csY6081" fmla="*/ 448010 h 531334"/>
              <a:gd name="csX6082" fmla="*/ 1047626 w 1722333"/>
              <a:gd name="csY6082" fmla="*/ 448428 h 531334"/>
              <a:gd name="csX6083" fmla="*/ 1047795 w 1722333"/>
              <a:gd name="csY6083" fmla="*/ 448846 h 531334"/>
              <a:gd name="csX6084" fmla="*/ 1047973 w 1722333"/>
              <a:gd name="csY6084" fmla="*/ 449265 h 531334"/>
              <a:gd name="csX6085" fmla="*/ 1048142 w 1722333"/>
              <a:gd name="csY6085" fmla="*/ 449683 h 531334"/>
              <a:gd name="csX6086" fmla="*/ 1048311 w 1722333"/>
              <a:gd name="csY6086" fmla="*/ 450110 h 531334"/>
              <a:gd name="csX6087" fmla="*/ 1048489 w 1722333"/>
              <a:gd name="csY6087" fmla="*/ 450528 h 531334"/>
              <a:gd name="csX6088" fmla="*/ 1048658 w 1722333"/>
              <a:gd name="csY6088" fmla="*/ 450946 h 531334"/>
              <a:gd name="csX6089" fmla="*/ 1048827 w 1722333"/>
              <a:gd name="csY6089" fmla="*/ 451373 h 531334"/>
              <a:gd name="csX6090" fmla="*/ 1049005 w 1722333"/>
              <a:gd name="csY6090" fmla="*/ 451791 h 531334"/>
              <a:gd name="csX6091" fmla="*/ 1049174 w 1722333"/>
              <a:gd name="csY6091" fmla="*/ 452218 h 531334"/>
              <a:gd name="csX6092" fmla="*/ 1049352 w 1722333"/>
              <a:gd name="csY6092" fmla="*/ 452636 h 531334"/>
              <a:gd name="csX6093" fmla="*/ 1049521 w 1722333"/>
              <a:gd name="csY6093" fmla="*/ 453063 h 531334"/>
              <a:gd name="csX6094" fmla="*/ 1049690 w 1722333"/>
              <a:gd name="csY6094" fmla="*/ 453481 h 531334"/>
              <a:gd name="csX6095" fmla="*/ 1049868 w 1722333"/>
              <a:gd name="csY6095" fmla="*/ 453908 h 531334"/>
              <a:gd name="csX6096" fmla="*/ 1050037 w 1722333"/>
              <a:gd name="csY6096" fmla="*/ 454335 h 531334"/>
              <a:gd name="csX6097" fmla="*/ 1050206 w 1722333"/>
              <a:gd name="csY6097" fmla="*/ 454754 h 531334"/>
              <a:gd name="csX6098" fmla="*/ 1050384 w 1722333"/>
              <a:gd name="csY6098" fmla="*/ 455181 h 531334"/>
              <a:gd name="csX6099" fmla="*/ 1050553 w 1722333"/>
              <a:gd name="csY6099" fmla="*/ 455608 h 531334"/>
              <a:gd name="csX6100" fmla="*/ 1050722 w 1722333"/>
              <a:gd name="csY6100" fmla="*/ 456035 h 531334"/>
              <a:gd name="csX6101" fmla="*/ 1050900 w 1722333"/>
              <a:gd name="csY6101" fmla="*/ 456453 h 531334"/>
              <a:gd name="csX6102" fmla="*/ 1051069 w 1722333"/>
              <a:gd name="csY6102" fmla="*/ 456880 h 531334"/>
              <a:gd name="csX6103" fmla="*/ 1051247 w 1722333"/>
              <a:gd name="csY6103" fmla="*/ 457307 h 531334"/>
              <a:gd name="csX6104" fmla="*/ 1051416 w 1722333"/>
              <a:gd name="csY6104" fmla="*/ 457734 h 531334"/>
              <a:gd name="csX6105" fmla="*/ 1051585 w 1722333"/>
              <a:gd name="csY6105" fmla="*/ 458161 h 531334"/>
              <a:gd name="csX6106" fmla="*/ 1051763 w 1722333"/>
              <a:gd name="csY6106" fmla="*/ 458588 h 531334"/>
              <a:gd name="csX6107" fmla="*/ 1051932 w 1722333"/>
              <a:gd name="csY6107" fmla="*/ 459015 h 531334"/>
              <a:gd name="csX6108" fmla="*/ 1052101 w 1722333"/>
              <a:gd name="csY6108" fmla="*/ 459442 h 531334"/>
              <a:gd name="csX6109" fmla="*/ 1052279 w 1722333"/>
              <a:gd name="csY6109" fmla="*/ 459860 h 531334"/>
              <a:gd name="csX6110" fmla="*/ 1052448 w 1722333"/>
              <a:gd name="csY6110" fmla="*/ 460287 h 531334"/>
              <a:gd name="csX6111" fmla="*/ 1052617 w 1722333"/>
              <a:gd name="csY6111" fmla="*/ 460714 h 531334"/>
              <a:gd name="csX6112" fmla="*/ 1052795 w 1722333"/>
              <a:gd name="csY6112" fmla="*/ 461141 h 531334"/>
              <a:gd name="csX6113" fmla="*/ 1052964 w 1722333"/>
              <a:gd name="csY6113" fmla="*/ 461568 h 531334"/>
              <a:gd name="csX6114" fmla="*/ 1053142 w 1722333"/>
              <a:gd name="csY6114" fmla="*/ 461995 h 531334"/>
              <a:gd name="csX6115" fmla="*/ 1053311 w 1722333"/>
              <a:gd name="csY6115" fmla="*/ 462422 h 531334"/>
              <a:gd name="csX6116" fmla="*/ 1053480 w 1722333"/>
              <a:gd name="csY6116" fmla="*/ 462849 h 531334"/>
              <a:gd name="csX6117" fmla="*/ 1053658 w 1722333"/>
              <a:gd name="csY6117" fmla="*/ 463276 h 531334"/>
              <a:gd name="csX6118" fmla="*/ 1053827 w 1722333"/>
              <a:gd name="csY6118" fmla="*/ 463703 h 531334"/>
              <a:gd name="csX6119" fmla="*/ 1053996 w 1722333"/>
              <a:gd name="csY6119" fmla="*/ 464122 h 531334"/>
              <a:gd name="csX6120" fmla="*/ 1054174 w 1722333"/>
              <a:gd name="csY6120" fmla="*/ 464549 h 531334"/>
              <a:gd name="csX6121" fmla="*/ 1054343 w 1722333"/>
              <a:gd name="csY6121" fmla="*/ 464976 h 531334"/>
              <a:gd name="csX6122" fmla="*/ 1054512 w 1722333"/>
              <a:gd name="csY6122" fmla="*/ 465403 h 531334"/>
              <a:gd name="csX6123" fmla="*/ 1054690 w 1722333"/>
              <a:gd name="csY6123" fmla="*/ 465830 h 531334"/>
              <a:gd name="csX6124" fmla="*/ 1054859 w 1722333"/>
              <a:gd name="csY6124" fmla="*/ 466257 h 531334"/>
              <a:gd name="csX6125" fmla="*/ 1055028 w 1722333"/>
              <a:gd name="csY6125" fmla="*/ 466675 h 531334"/>
              <a:gd name="csX6126" fmla="*/ 1055206 w 1722333"/>
              <a:gd name="csY6126" fmla="*/ 467102 h 531334"/>
              <a:gd name="csX6127" fmla="*/ 1055375 w 1722333"/>
              <a:gd name="csY6127" fmla="*/ 467529 h 531334"/>
              <a:gd name="csX6128" fmla="*/ 1055553 w 1722333"/>
              <a:gd name="csY6128" fmla="*/ 467956 h 531334"/>
              <a:gd name="csX6129" fmla="*/ 1055722 w 1722333"/>
              <a:gd name="csY6129" fmla="*/ 468374 h 531334"/>
              <a:gd name="csX6130" fmla="*/ 1055891 w 1722333"/>
              <a:gd name="csY6130" fmla="*/ 468801 h 531334"/>
              <a:gd name="csX6131" fmla="*/ 1056069 w 1722333"/>
              <a:gd name="csY6131" fmla="*/ 469219 h 531334"/>
              <a:gd name="csX6132" fmla="*/ 1056238 w 1722333"/>
              <a:gd name="csY6132" fmla="*/ 469646 h 531334"/>
              <a:gd name="csX6133" fmla="*/ 1056407 w 1722333"/>
              <a:gd name="csY6133" fmla="*/ 470073 h 531334"/>
              <a:gd name="csX6134" fmla="*/ 1056585 w 1722333"/>
              <a:gd name="csY6134" fmla="*/ 470491 h 531334"/>
              <a:gd name="csX6135" fmla="*/ 1056754 w 1722333"/>
              <a:gd name="csY6135" fmla="*/ 470910 h 531334"/>
              <a:gd name="csX6136" fmla="*/ 1056923 w 1722333"/>
              <a:gd name="csY6136" fmla="*/ 471337 h 531334"/>
              <a:gd name="csX6137" fmla="*/ 1057101 w 1722333"/>
              <a:gd name="csY6137" fmla="*/ 471755 h 531334"/>
              <a:gd name="csX6138" fmla="*/ 1057270 w 1722333"/>
              <a:gd name="csY6138" fmla="*/ 472173 h 531334"/>
              <a:gd name="csX6139" fmla="*/ 1057448 w 1722333"/>
              <a:gd name="csY6139" fmla="*/ 472600 h 531334"/>
              <a:gd name="csX6140" fmla="*/ 1057617 w 1722333"/>
              <a:gd name="csY6140" fmla="*/ 473018 h 531334"/>
              <a:gd name="csX6141" fmla="*/ 1057786 w 1722333"/>
              <a:gd name="csY6141" fmla="*/ 473436 h 531334"/>
              <a:gd name="csX6142" fmla="*/ 1057964 w 1722333"/>
              <a:gd name="csY6142" fmla="*/ 473854 h 531334"/>
              <a:gd name="csX6143" fmla="*/ 1058133 w 1722333"/>
              <a:gd name="csY6143" fmla="*/ 474272 h 531334"/>
              <a:gd name="csX6144" fmla="*/ 1058302 w 1722333"/>
              <a:gd name="csY6144" fmla="*/ 474691 h 531334"/>
              <a:gd name="csX6145" fmla="*/ 1058480 w 1722333"/>
              <a:gd name="csY6145" fmla="*/ 475109 h 531334"/>
              <a:gd name="csX6146" fmla="*/ 1058649 w 1722333"/>
              <a:gd name="csY6146" fmla="*/ 475527 h 531334"/>
              <a:gd name="csX6147" fmla="*/ 1058818 w 1722333"/>
              <a:gd name="csY6147" fmla="*/ 475945 h 531334"/>
              <a:gd name="csX6148" fmla="*/ 1058996 w 1722333"/>
              <a:gd name="csY6148" fmla="*/ 476354 h 531334"/>
              <a:gd name="csX6149" fmla="*/ 1059165 w 1722333"/>
              <a:gd name="csY6149" fmla="*/ 476772 h 531334"/>
              <a:gd name="csX6150" fmla="*/ 1059343 w 1722333"/>
              <a:gd name="csY6150" fmla="*/ 477190 h 531334"/>
              <a:gd name="csX6151" fmla="*/ 1059512 w 1722333"/>
              <a:gd name="csY6151" fmla="*/ 477600 h 531334"/>
              <a:gd name="csX6152" fmla="*/ 1059681 w 1722333"/>
              <a:gd name="csY6152" fmla="*/ 478009 h 531334"/>
              <a:gd name="csX6153" fmla="*/ 1059859 w 1722333"/>
              <a:gd name="csY6153" fmla="*/ 478427 h 531334"/>
              <a:gd name="csX6154" fmla="*/ 1060028 w 1722333"/>
              <a:gd name="csY6154" fmla="*/ 478836 h 531334"/>
              <a:gd name="csX6155" fmla="*/ 1060197 w 1722333"/>
              <a:gd name="csY6155" fmla="*/ 479246 h 531334"/>
              <a:gd name="csX6156" fmla="*/ 1060375 w 1722333"/>
              <a:gd name="csY6156" fmla="*/ 479655 h 531334"/>
              <a:gd name="csX6157" fmla="*/ 1060544 w 1722333"/>
              <a:gd name="csY6157" fmla="*/ 480064 h 531334"/>
              <a:gd name="csX6158" fmla="*/ 1060713 w 1722333"/>
              <a:gd name="csY6158" fmla="*/ 480473 h 531334"/>
              <a:gd name="csX6159" fmla="*/ 1060891 w 1722333"/>
              <a:gd name="csY6159" fmla="*/ 480882 h 531334"/>
              <a:gd name="csX6160" fmla="*/ 1061060 w 1722333"/>
              <a:gd name="csY6160" fmla="*/ 481292 h 531334"/>
              <a:gd name="csX6161" fmla="*/ 1061238 w 1722333"/>
              <a:gd name="csY6161" fmla="*/ 481692 h 531334"/>
              <a:gd name="csX6162" fmla="*/ 1061407 w 1722333"/>
              <a:gd name="csY6162" fmla="*/ 482101 h 531334"/>
              <a:gd name="csX6163" fmla="*/ 1061576 w 1722333"/>
              <a:gd name="csY6163" fmla="*/ 482502 h 531334"/>
              <a:gd name="csX6164" fmla="*/ 1061754 w 1722333"/>
              <a:gd name="csY6164" fmla="*/ 482911 h 531334"/>
              <a:gd name="csX6165" fmla="*/ 1061923 w 1722333"/>
              <a:gd name="csY6165" fmla="*/ 483311 h 531334"/>
              <a:gd name="csX6166" fmla="*/ 1062092 w 1722333"/>
              <a:gd name="csY6166" fmla="*/ 483712 h 531334"/>
              <a:gd name="csX6167" fmla="*/ 1062270 w 1722333"/>
              <a:gd name="csY6167" fmla="*/ 484112 h 531334"/>
              <a:gd name="csX6168" fmla="*/ 1062439 w 1722333"/>
              <a:gd name="csY6168" fmla="*/ 484512 h 531334"/>
              <a:gd name="csX6169" fmla="*/ 1062608 w 1722333"/>
              <a:gd name="csY6169" fmla="*/ 484913 h 531334"/>
              <a:gd name="csX6170" fmla="*/ 1062786 w 1722333"/>
              <a:gd name="csY6170" fmla="*/ 485304 h 531334"/>
              <a:gd name="csX6171" fmla="*/ 1062955 w 1722333"/>
              <a:gd name="csY6171" fmla="*/ 485704 h 531334"/>
              <a:gd name="csX6172" fmla="*/ 1063124 w 1722333"/>
              <a:gd name="csY6172" fmla="*/ 486096 h 531334"/>
              <a:gd name="csX6173" fmla="*/ 1063302 w 1722333"/>
              <a:gd name="csY6173" fmla="*/ 486496 h 531334"/>
              <a:gd name="csX6174" fmla="*/ 1063471 w 1722333"/>
              <a:gd name="csY6174" fmla="*/ 486888 h 531334"/>
              <a:gd name="csX6175" fmla="*/ 1063649 w 1722333"/>
              <a:gd name="csY6175" fmla="*/ 487279 h 531334"/>
              <a:gd name="csX6176" fmla="*/ 1063818 w 1722333"/>
              <a:gd name="csY6176" fmla="*/ 487670 h 531334"/>
              <a:gd name="csX6177" fmla="*/ 1063987 w 1722333"/>
              <a:gd name="csY6177" fmla="*/ 488062 h 531334"/>
              <a:gd name="csX6178" fmla="*/ 1064165 w 1722333"/>
              <a:gd name="csY6178" fmla="*/ 488444 h 531334"/>
              <a:gd name="csX6179" fmla="*/ 1064334 w 1722333"/>
              <a:gd name="csY6179" fmla="*/ 488836 h 531334"/>
              <a:gd name="csX6180" fmla="*/ 1064503 w 1722333"/>
              <a:gd name="csY6180" fmla="*/ 489218 h 531334"/>
              <a:gd name="csX6181" fmla="*/ 1064681 w 1722333"/>
              <a:gd name="csY6181" fmla="*/ 489610 h 531334"/>
              <a:gd name="csX6182" fmla="*/ 1064850 w 1722333"/>
              <a:gd name="csY6182" fmla="*/ 489992 h 531334"/>
              <a:gd name="csX6183" fmla="*/ 1065019 w 1722333"/>
              <a:gd name="csY6183" fmla="*/ 490375 h 531334"/>
              <a:gd name="csX6184" fmla="*/ 1065197 w 1722333"/>
              <a:gd name="csY6184" fmla="*/ 490757 h 531334"/>
              <a:gd name="csX6185" fmla="*/ 1065366 w 1722333"/>
              <a:gd name="csY6185" fmla="*/ 491131 h 531334"/>
              <a:gd name="csX6186" fmla="*/ 1065544 w 1722333"/>
              <a:gd name="csY6186" fmla="*/ 491514 h 531334"/>
              <a:gd name="csX6187" fmla="*/ 1065713 w 1722333"/>
              <a:gd name="csY6187" fmla="*/ 491887 h 531334"/>
              <a:gd name="csX6188" fmla="*/ 1065882 w 1722333"/>
              <a:gd name="csY6188" fmla="*/ 492270 h 531334"/>
              <a:gd name="csX6189" fmla="*/ 1066060 w 1722333"/>
              <a:gd name="csY6189" fmla="*/ 492644 h 531334"/>
              <a:gd name="csX6190" fmla="*/ 1066229 w 1722333"/>
              <a:gd name="csY6190" fmla="*/ 493017 h 531334"/>
              <a:gd name="csX6191" fmla="*/ 1066398 w 1722333"/>
              <a:gd name="csY6191" fmla="*/ 493391 h 531334"/>
              <a:gd name="csX6192" fmla="*/ 1066576 w 1722333"/>
              <a:gd name="csY6192" fmla="*/ 493756 h 531334"/>
              <a:gd name="csX6193" fmla="*/ 1066745 w 1722333"/>
              <a:gd name="csY6193" fmla="*/ 494129 h 531334"/>
              <a:gd name="csX6194" fmla="*/ 1066914 w 1722333"/>
              <a:gd name="csY6194" fmla="*/ 494494 h 531334"/>
              <a:gd name="csX6195" fmla="*/ 1067092 w 1722333"/>
              <a:gd name="csY6195" fmla="*/ 494859 h 531334"/>
              <a:gd name="csX6196" fmla="*/ 1067261 w 1722333"/>
              <a:gd name="csY6196" fmla="*/ 495224 h 531334"/>
              <a:gd name="csX6197" fmla="*/ 1067439 w 1722333"/>
              <a:gd name="csY6197" fmla="*/ 495588 h 531334"/>
              <a:gd name="csX6198" fmla="*/ 1067608 w 1722333"/>
              <a:gd name="csY6198" fmla="*/ 495953 h 531334"/>
              <a:gd name="csX6199" fmla="*/ 1067777 w 1722333"/>
              <a:gd name="csY6199" fmla="*/ 496309 h 531334"/>
              <a:gd name="csX6200" fmla="*/ 1067955 w 1722333"/>
              <a:gd name="csY6200" fmla="*/ 496674 h 531334"/>
              <a:gd name="csX6201" fmla="*/ 1068124 w 1722333"/>
              <a:gd name="csY6201" fmla="*/ 497030 h 531334"/>
              <a:gd name="csX6202" fmla="*/ 1068293 w 1722333"/>
              <a:gd name="csY6202" fmla="*/ 497385 h 531334"/>
              <a:gd name="csX6203" fmla="*/ 1068471 w 1722333"/>
              <a:gd name="csY6203" fmla="*/ 497741 h 531334"/>
              <a:gd name="csX6204" fmla="*/ 1068640 w 1722333"/>
              <a:gd name="csY6204" fmla="*/ 498088 h 531334"/>
              <a:gd name="csX6205" fmla="*/ 1068809 w 1722333"/>
              <a:gd name="csY6205" fmla="*/ 498444 h 531334"/>
              <a:gd name="csX6206" fmla="*/ 1068987 w 1722333"/>
              <a:gd name="csY6206" fmla="*/ 498791 h 531334"/>
              <a:gd name="csX6207" fmla="*/ 1069156 w 1722333"/>
              <a:gd name="csY6207" fmla="*/ 499138 h 531334"/>
              <a:gd name="csX6208" fmla="*/ 1069334 w 1722333"/>
              <a:gd name="csY6208" fmla="*/ 499485 h 531334"/>
              <a:gd name="csX6209" fmla="*/ 1069503 w 1722333"/>
              <a:gd name="csY6209" fmla="*/ 499832 h 531334"/>
              <a:gd name="csX6210" fmla="*/ 1069672 w 1722333"/>
              <a:gd name="csY6210" fmla="*/ 500170 h 531334"/>
              <a:gd name="csX6211" fmla="*/ 1069850 w 1722333"/>
              <a:gd name="csY6211" fmla="*/ 500517 h 531334"/>
              <a:gd name="csX6212" fmla="*/ 1070019 w 1722333"/>
              <a:gd name="csY6212" fmla="*/ 500855 h 531334"/>
              <a:gd name="csX6213" fmla="*/ 1070188 w 1722333"/>
              <a:gd name="csY6213" fmla="*/ 501193 h 531334"/>
              <a:gd name="csX6214" fmla="*/ 1070366 w 1722333"/>
              <a:gd name="csY6214" fmla="*/ 501531 h 531334"/>
              <a:gd name="csX6215" fmla="*/ 1070535 w 1722333"/>
              <a:gd name="csY6215" fmla="*/ 501860 h 531334"/>
              <a:gd name="csX6216" fmla="*/ 1070704 w 1722333"/>
              <a:gd name="csY6216" fmla="*/ 502198 h 531334"/>
              <a:gd name="csX6217" fmla="*/ 1070882 w 1722333"/>
              <a:gd name="csY6217" fmla="*/ 502528 h 531334"/>
              <a:gd name="csX6218" fmla="*/ 1071051 w 1722333"/>
              <a:gd name="csY6218" fmla="*/ 502857 h 531334"/>
              <a:gd name="csX6219" fmla="*/ 1071220 w 1722333"/>
              <a:gd name="csY6219" fmla="*/ 503177 h 531334"/>
              <a:gd name="csX6220" fmla="*/ 1071398 w 1722333"/>
              <a:gd name="csY6220" fmla="*/ 503506 h 531334"/>
              <a:gd name="csX6221" fmla="*/ 1071567 w 1722333"/>
              <a:gd name="csY6221" fmla="*/ 503826 h 531334"/>
              <a:gd name="csX6222" fmla="*/ 1071745 w 1722333"/>
              <a:gd name="csY6222" fmla="*/ 504156 h 531334"/>
              <a:gd name="csX6223" fmla="*/ 1071914 w 1722333"/>
              <a:gd name="csY6223" fmla="*/ 504476 h 531334"/>
              <a:gd name="csX6224" fmla="*/ 1072083 w 1722333"/>
              <a:gd name="csY6224" fmla="*/ 504787 h 531334"/>
              <a:gd name="csX6225" fmla="*/ 1072261 w 1722333"/>
              <a:gd name="csY6225" fmla="*/ 505107 h 531334"/>
              <a:gd name="csX6226" fmla="*/ 1072430 w 1722333"/>
              <a:gd name="csY6226" fmla="*/ 505419 h 531334"/>
              <a:gd name="csX6227" fmla="*/ 1072599 w 1722333"/>
              <a:gd name="csY6227" fmla="*/ 505730 h 531334"/>
              <a:gd name="csX6228" fmla="*/ 1072777 w 1722333"/>
              <a:gd name="csY6228" fmla="*/ 506042 h 531334"/>
              <a:gd name="csX6229" fmla="*/ 1072946 w 1722333"/>
              <a:gd name="csY6229" fmla="*/ 506353 h 531334"/>
              <a:gd name="csX6230" fmla="*/ 1073115 w 1722333"/>
              <a:gd name="csY6230" fmla="*/ 506655 h 531334"/>
              <a:gd name="csX6231" fmla="*/ 1073293 w 1722333"/>
              <a:gd name="csY6231" fmla="*/ 506967 h 531334"/>
              <a:gd name="csX6232" fmla="*/ 1073462 w 1722333"/>
              <a:gd name="csY6232" fmla="*/ 507269 h 531334"/>
              <a:gd name="csX6233" fmla="*/ 1073640 w 1722333"/>
              <a:gd name="csY6233" fmla="*/ 507563 h 531334"/>
              <a:gd name="csX6234" fmla="*/ 1073809 w 1722333"/>
              <a:gd name="csY6234" fmla="*/ 507865 h 531334"/>
              <a:gd name="csX6235" fmla="*/ 1073978 w 1722333"/>
              <a:gd name="csY6235" fmla="*/ 508159 h 531334"/>
              <a:gd name="csX6236" fmla="*/ 1074156 w 1722333"/>
              <a:gd name="csY6236" fmla="*/ 508453 h 531334"/>
              <a:gd name="csX6237" fmla="*/ 1074325 w 1722333"/>
              <a:gd name="csY6237" fmla="*/ 508746 h 531334"/>
              <a:gd name="csX6238" fmla="*/ 1074494 w 1722333"/>
              <a:gd name="csY6238" fmla="*/ 509040 h 531334"/>
              <a:gd name="csX6239" fmla="*/ 1074672 w 1722333"/>
              <a:gd name="csY6239" fmla="*/ 509333 h 531334"/>
              <a:gd name="csX6240" fmla="*/ 1074841 w 1722333"/>
              <a:gd name="csY6240" fmla="*/ 509618 h 531334"/>
              <a:gd name="csX6241" fmla="*/ 1075010 w 1722333"/>
              <a:gd name="csY6241" fmla="*/ 509903 h 531334"/>
              <a:gd name="csX6242" fmla="*/ 1075188 w 1722333"/>
              <a:gd name="csY6242" fmla="*/ 510187 h 531334"/>
              <a:gd name="csX6243" fmla="*/ 1075357 w 1722333"/>
              <a:gd name="csY6243" fmla="*/ 510463 h 531334"/>
              <a:gd name="csX6244" fmla="*/ 1075535 w 1722333"/>
              <a:gd name="csY6244" fmla="*/ 510739 h 531334"/>
              <a:gd name="csX6245" fmla="*/ 1075704 w 1722333"/>
              <a:gd name="csY6245" fmla="*/ 511024 h 531334"/>
              <a:gd name="csX6246" fmla="*/ 1075873 w 1722333"/>
              <a:gd name="csY6246" fmla="*/ 511291 h 531334"/>
              <a:gd name="csX6247" fmla="*/ 1076051 w 1722333"/>
              <a:gd name="csY6247" fmla="*/ 511566 h 531334"/>
              <a:gd name="csX6248" fmla="*/ 1076220 w 1722333"/>
              <a:gd name="csY6248" fmla="*/ 511833 h 531334"/>
              <a:gd name="csX6249" fmla="*/ 1076389 w 1722333"/>
              <a:gd name="csY6249" fmla="*/ 512109 h 531334"/>
              <a:gd name="csX6250" fmla="*/ 1076567 w 1722333"/>
              <a:gd name="csY6250" fmla="*/ 512376 h 531334"/>
              <a:gd name="csX6251" fmla="*/ 1076736 w 1722333"/>
              <a:gd name="csY6251" fmla="*/ 512634 h 531334"/>
              <a:gd name="csX6252" fmla="*/ 1076905 w 1722333"/>
              <a:gd name="csY6252" fmla="*/ 512901 h 531334"/>
              <a:gd name="csX6253" fmla="*/ 1077083 w 1722333"/>
              <a:gd name="csY6253" fmla="*/ 513159 h 531334"/>
              <a:gd name="csX6254" fmla="*/ 1077252 w 1722333"/>
              <a:gd name="csY6254" fmla="*/ 513417 h 531334"/>
              <a:gd name="csX6255" fmla="*/ 1077430 w 1722333"/>
              <a:gd name="csY6255" fmla="*/ 513675 h 531334"/>
              <a:gd name="csX6256" fmla="*/ 1077599 w 1722333"/>
              <a:gd name="csY6256" fmla="*/ 513924 h 531334"/>
              <a:gd name="csX6257" fmla="*/ 1077768 w 1722333"/>
              <a:gd name="csY6257" fmla="*/ 514173 h 531334"/>
              <a:gd name="csX6258" fmla="*/ 1077946 w 1722333"/>
              <a:gd name="csY6258" fmla="*/ 514422 h 531334"/>
              <a:gd name="csX6259" fmla="*/ 1078115 w 1722333"/>
              <a:gd name="csY6259" fmla="*/ 514671 h 531334"/>
              <a:gd name="csX6260" fmla="*/ 1078284 w 1722333"/>
              <a:gd name="csY6260" fmla="*/ 514920 h 531334"/>
              <a:gd name="csX6261" fmla="*/ 1078461 w 1722333"/>
              <a:gd name="csY6261" fmla="*/ 515161 h 531334"/>
              <a:gd name="csX6262" fmla="*/ 1078631 w 1722333"/>
              <a:gd name="csY6262" fmla="*/ 515401 h 531334"/>
              <a:gd name="csX6263" fmla="*/ 1078800 w 1722333"/>
              <a:gd name="csY6263" fmla="*/ 515641 h 531334"/>
              <a:gd name="csX6264" fmla="*/ 1078978 w 1722333"/>
              <a:gd name="csY6264" fmla="*/ 515872 h 531334"/>
              <a:gd name="csX6265" fmla="*/ 1079147 w 1722333"/>
              <a:gd name="csY6265" fmla="*/ 516112 h 531334"/>
              <a:gd name="csX6266" fmla="*/ 1079316 w 1722333"/>
              <a:gd name="csY6266" fmla="*/ 516344 h 531334"/>
              <a:gd name="csX6267" fmla="*/ 1079494 w 1722333"/>
              <a:gd name="csY6267" fmla="*/ 516575 h 531334"/>
              <a:gd name="csX6268" fmla="*/ 1079663 w 1722333"/>
              <a:gd name="csY6268" fmla="*/ 516797 h 531334"/>
              <a:gd name="csX6269" fmla="*/ 1079840 w 1722333"/>
              <a:gd name="csY6269" fmla="*/ 517029 h 531334"/>
              <a:gd name="csX6270" fmla="*/ 1080010 w 1722333"/>
              <a:gd name="csY6270" fmla="*/ 517251 h 531334"/>
              <a:gd name="csX6271" fmla="*/ 1080179 w 1722333"/>
              <a:gd name="csY6271" fmla="*/ 517474 h 531334"/>
              <a:gd name="csX6272" fmla="*/ 1080356 w 1722333"/>
              <a:gd name="csY6272" fmla="*/ 517687 h 531334"/>
              <a:gd name="csX6273" fmla="*/ 1080526 w 1722333"/>
              <a:gd name="csY6273" fmla="*/ 517909 h 531334"/>
              <a:gd name="csX6274" fmla="*/ 1080695 w 1722333"/>
              <a:gd name="csY6274" fmla="*/ 518123 h 531334"/>
              <a:gd name="csX6275" fmla="*/ 1080873 w 1722333"/>
              <a:gd name="csY6275" fmla="*/ 518336 h 531334"/>
              <a:gd name="csX6276" fmla="*/ 1081041 w 1722333"/>
              <a:gd name="csY6276" fmla="*/ 518541 h 531334"/>
              <a:gd name="csX6277" fmla="*/ 1081211 w 1722333"/>
              <a:gd name="csY6277" fmla="*/ 518755 h 531334"/>
              <a:gd name="csX6278" fmla="*/ 1081388 w 1722333"/>
              <a:gd name="csY6278" fmla="*/ 518959 h 531334"/>
              <a:gd name="csX6279" fmla="*/ 1081558 w 1722333"/>
              <a:gd name="csY6279" fmla="*/ 519164 h 531334"/>
              <a:gd name="csX6280" fmla="*/ 1081735 w 1722333"/>
              <a:gd name="csY6280" fmla="*/ 519369 h 531334"/>
              <a:gd name="csX6281" fmla="*/ 1081905 w 1722333"/>
              <a:gd name="csY6281" fmla="*/ 519564 h 531334"/>
              <a:gd name="csX6282" fmla="*/ 1082074 w 1722333"/>
              <a:gd name="csY6282" fmla="*/ 519760 h 531334"/>
              <a:gd name="csX6283" fmla="*/ 1082251 w 1722333"/>
              <a:gd name="csY6283" fmla="*/ 519956 h 531334"/>
              <a:gd name="csX6284" fmla="*/ 1082420 w 1722333"/>
              <a:gd name="csY6284" fmla="*/ 520151 h 531334"/>
              <a:gd name="csX6285" fmla="*/ 1082589 w 1722333"/>
              <a:gd name="csY6285" fmla="*/ 520347 h 531334"/>
              <a:gd name="csX6286" fmla="*/ 1082767 w 1722333"/>
              <a:gd name="csY6286" fmla="*/ 520534 h 531334"/>
              <a:gd name="csX6287" fmla="*/ 1082936 w 1722333"/>
              <a:gd name="csY6287" fmla="*/ 520721 h 531334"/>
              <a:gd name="csX6288" fmla="*/ 1083106 w 1722333"/>
              <a:gd name="csY6288" fmla="*/ 520908 h 531334"/>
              <a:gd name="csX6289" fmla="*/ 1083283 w 1722333"/>
              <a:gd name="csY6289" fmla="*/ 521086 h 531334"/>
              <a:gd name="csX6290" fmla="*/ 1083452 w 1722333"/>
              <a:gd name="csY6290" fmla="*/ 521272 h 531334"/>
              <a:gd name="csX6291" fmla="*/ 1083630 w 1722333"/>
              <a:gd name="csY6291" fmla="*/ 521450 h 531334"/>
              <a:gd name="csX6292" fmla="*/ 1083799 w 1722333"/>
              <a:gd name="csY6292" fmla="*/ 521619 h 531334"/>
              <a:gd name="csX6293" fmla="*/ 1083968 w 1722333"/>
              <a:gd name="csY6293" fmla="*/ 521797 h 531334"/>
              <a:gd name="csX6294" fmla="*/ 1084146 w 1722333"/>
              <a:gd name="csY6294" fmla="*/ 521966 h 531334"/>
              <a:gd name="csX6295" fmla="*/ 1084315 w 1722333"/>
              <a:gd name="csY6295" fmla="*/ 522144 h 531334"/>
              <a:gd name="csX6296" fmla="*/ 1084484 w 1722333"/>
              <a:gd name="csY6296" fmla="*/ 522304 h 531334"/>
              <a:gd name="csX6297" fmla="*/ 1084662 w 1722333"/>
              <a:gd name="csY6297" fmla="*/ 522473 h 531334"/>
              <a:gd name="csX6298" fmla="*/ 1084831 w 1722333"/>
              <a:gd name="csY6298" fmla="*/ 522642 h 531334"/>
              <a:gd name="csX6299" fmla="*/ 1085000 w 1722333"/>
              <a:gd name="csY6299" fmla="*/ 522803 h 531334"/>
              <a:gd name="csX6300" fmla="*/ 1085178 w 1722333"/>
              <a:gd name="csY6300" fmla="*/ 522963 h 531334"/>
              <a:gd name="csX6301" fmla="*/ 1085347 w 1722333"/>
              <a:gd name="csY6301" fmla="*/ 523114 h 531334"/>
              <a:gd name="csX6302" fmla="*/ 1085525 w 1722333"/>
              <a:gd name="csY6302" fmla="*/ 523274 h 531334"/>
              <a:gd name="csX6303" fmla="*/ 1085694 w 1722333"/>
              <a:gd name="csY6303" fmla="*/ 523425 h 531334"/>
              <a:gd name="csX6304" fmla="*/ 1085863 w 1722333"/>
              <a:gd name="csY6304" fmla="*/ 523577 h 531334"/>
              <a:gd name="csX6305" fmla="*/ 1086041 w 1722333"/>
              <a:gd name="csY6305" fmla="*/ 523728 h 531334"/>
              <a:gd name="csX6306" fmla="*/ 1086210 w 1722333"/>
              <a:gd name="csY6306" fmla="*/ 523879 h 531334"/>
              <a:gd name="csX6307" fmla="*/ 1086379 w 1722333"/>
              <a:gd name="csY6307" fmla="*/ 524021 h 531334"/>
              <a:gd name="csX6308" fmla="*/ 1086557 w 1722333"/>
              <a:gd name="csY6308" fmla="*/ 524164 h 531334"/>
              <a:gd name="csX6309" fmla="*/ 1086726 w 1722333"/>
              <a:gd name="csY6309" fmla="*/ 524306 h 531334"/>
              <a:gd name="csX6310" fmla="*/ 1086895 w 1722333"/>
              <a:gd name="csY6310" fmla="*/ 524448 h 531334"/>
              <a:gd name="csX6311" fmla="*/ 1087073 w 1722333"/>
              <a:gd name="csY6311" fmla="*/ 524582 h 531334"/>
              <a:gd name="csX6312" fmla="*/ 1087242 w 1722333"/>
              <a:gd name="csY6312" fmla="*/ 524724 h 531334"/>
              <a:gd name="csX6313" fmla="*/ 1087411 w 1722333"/>
              <a:gd name="csY6313" fmla="*/ 524858 h 531334"/>
              <a:gd name="csX6314" fmla="*/ 1087589 w 1722333"/>
              <a:gd name="csY6314" fmla="*/ 524991 h 531334"/>
              <a:gd name="csX6315" fmla="*/ 1087758 w 1722333"/>
              <a:gd name="csY6315" fmla="*/ 525116 h 531334"/>
              <a:gd name="csX6316" fmla="*/ 1087936 w 1722333"/>
              <a:gd name="csY6316" fmla="*/ 525249 h 531334"/>
              <a:gd name="csX6317" fmla="*/ 1088105 w 1722333"/>
              <a:gd name="csY6317" fmla="*/ 525374 h 531334"/>
              <a:gd name="csX6318" fmla="*/ 1088274 w 1722333"/>
              <a:gd name="csY6318" fmla="*/ 525498 h 531334"/>
              <a:gd name="csX6319" fmla="*/ 1088452 w 1722333"/>
              <a:gd name="csY6319" fmla="*/ 525623 h 531334"/>
              <a:gd name="csX6320" fmla="*/ 1088621 w 1722333"/>
              <a:gd name="csY6320" fmla="*/ 525738 h 531334"/>
              <a:gd name="csX6321" fmla="*/ 1088790 w 1722333"/>
              <a:gd name="csY6321" fmla="*/ 525863 h 531334"/>
              <a:gd name="csX6322" fmla="*/ 1088968 w 1722333"/>
              <a:gd name="csY6322" fmla="*/ 525979 h 531334"/>
              <a:gd name="csX6323" fmla="*/ 1089137 w 1722333"/>
              <a:gd name="csY6323" fmla="*/ 526094 h 531334"/>
              <a:gd name="csX6324" fmla="*/ 1089306 w 1722333"/>
              <a:gd name="csY6324" fmla="*/ 526210 h 531334"/>
              <a:gd name="csX6325" fmla="*/ 1089484 w 1722333"/>
              <a:gd name="csY6325" fmla="*/ 526317 h 531334"/>
              <a:gd name="csX6326" fmla="*/ 1089653 w 1722333"/>
              <a:gd name="csY6326" fmla="*/ 526432 h 531334"/>
              <a:gd name="csX6327" fmla="*/ 1089831 w 1722333"/>
              <a:gd name="csY6327" fmla="*/ 526539 h 531334"/>
              <a:gd name="csX6328" fmla="*/ 1090000 w 1722333"/>
              <a:gd name="csY6328" fmla="*/ 526646 h 531334"/>
              <a:gd name="csX6329" fmla="*/ 1090169 w 1722333"/>
              <a:gd name="csY6329" fmla="*/ 526753 h 531334"/>
              <a:gd name="csX6330" fmla="*/ 1090347 w 1722333"/>
              <a:gd name="csY6330" fmla="*/ 526850 h 531334"/>
              <a:gd name="csX6331" fmla="*/ 1090516 w 1722333"/>
              <a:gd name="csY6331" fmla="*/ 526957 h 531334"/>
              <a:gd name="csX6332" fmla="*/ 1090685 w 1722333"/>
              <a:gd name="csY6332" fmla="*/ 527055 h 531334"/>
              <a:gd name="csX6333" fmla="*/ 1090863 w 1722333"/>
              <a:gd name="csY6333" fmla="*/ 527153 h 531334"/>
              <a:gd name="csX6334" fmla="*/ 1091032 w 1722333"/>
              <a:gd name="csY6334" fmla="*/ 527251 h 531334"/>
              <a:gd name="csX6335" fmla="*/ 1091201 w 1722333"/>
              <a:gd name="csY6335" fmla="*/ 527340 h 531334"/>
              <a:gd name="csX6336" fmla="*/ 1091379 w 1722333"/>
              <a:gd name="csY6336" fmla="*/ 527438 h 531334"/>
              <a:gd name="csX6337" fmla="*/ 1091548 w 1722333"/>
              <a:gd name="csY6337" fmla="*/ 527527 h 531334"/>
              <a:gd name="csX6338" fmla="*/ 1091726 w 1722333"/>
              <a:gd name="csY6338" fmla="*/ 527616 h 531334"/>
              <a:gd name="csX6339" fmla="*/ 1091895 w 1722333"/>
              <a:gd name="csY6339" fmla="*/ 527704 h 531334"/>
              <a:gd name="csX6340" fmla="*/ 1092064 w 1722333"/>
              <a:gd name="csY6340" fmla="*/ 527793 h 531334"/>
              <a:gd name="csX6341" fmla="*/ 1092242 w 1722333"/>
              <a:gd name="csY6341" fmla="*/ 527874 h 531334"/>
              <a:gd name="csX6342" fmla="*/ 1092411 w 1722333"/>
              <a:gd name="csY6342" fmla="*/ 527963 h 531334"/>
              <a:gd name="csX6343" fmla="*/ 1092580 w 1722333"/>
              <a:gd name="csY6343" fmla="*/ 528043 h 531334"/>
              <a:gd name="csX6344" fmla="*/ 1092758 w 1722333"/>
              <a:gd name="csY6344" fmla="*/ 528123 h 531334"/>
              <a:gd name="csX6345" fmla="*/ 1092927 w 1722333"/>
              <a:gd name="csY6345" fmla="*/ 528203 h 531334"/>
              <a:gd name="csX6346" fmla="*/ 1093096 w 1722333"/>
              <a:gd name="csY6346" fmla="*/ 528283 h 531334"/>
              <a:gd name="csX6347" fmla="*/ 1093274 w 1722333"/>
              <a:gd name="csY6347" fmla="*/ 528354 h 531334"/>
              <a:gd name="csX6348" fmla="*/ 1093443 w 1722333"/>
              <a:gd name="csY6348" fmla="*/ 528434 h 531334"/>
              <a:gd name="csX6349" fmla="*/ 1093621 w 1722333"/>
              <a:gd name="csY6349" fmla="*/ 528505 h 531334"/>
              <a:gd name="csX6350" fmla="*/ 1093790 w 1722333"/>
              <a:gd name="csY6350" fmla="*/ 528576 h 531334"/>
              <a:gd name="csX6351" fmla="*/ 1093959 w 1722333"/>
              <a:gd name="csY6351" fmla="*/ 528648 h 531334"/>
              <a:gd name="csX6352" fmla="*/ 1094137 w 1722333"/>
              <a:gd name="csY6352" fmla="*/ 528719 h 531334"/>
              <a:gd name="csX6353" fmla="*/ 1094306 w 1722333"/>
              <a:gd name="csY6353" fmla="*/ 528781 h 531334"/>
              <a:gd name="csX6354" fmla="*/ 1094475 w 1722333"/>
              <a:gd name="csY6354" fmla="*/ 528852 h 531334"/>
              <a:gd name="csX6355" fmla="*/ 1094653 w 1722333"/>
              <a:gd name="csY6355" fmla="*/ 528914 h 531334"/>
              <a:gd name="csX6356" fmla="*/ 1094822 w 1722333"/>
              <a:gd name="csY6356" fmla="*/ 528977 h 531334"/>
              <a:gd name="csX6357" fmla="*/ 1094991 w 1722333"/>
              <a:gd name="csY6357" fmla="*/ 529039 h 531334"/>
              <a:gd name="csX6358" fmla="*/ 1095169 w 1722333"/>
              <a:gd name="csY6358" fmla="*/ 529101 h 531334"/>
              <a:gd name="csX6359" fmla="*/ 1095338 w 1722333"/>
              <a:gd name="csY6359" fmla="*/ 529164 h 531334"/>
              <a:gd name="csX6360" fmla="*/ 1095507 w 1722333"/>
              <a:gd name="csY6360" fmla="*/ 529226 h 531334"/>
              <a:gd name="csX6361" fmla="*/ 1095685 w 1722333"/>
              <a:gd name="csY6361" fmla="*/ 529279 h 531334"/>
              <a:gd name="csX6362" fmla="*/ 1095854 w 1722333"/>
              <a:gd name="csY6362" fmla="*/ 529333 h 531334"/>
              <a:gd name="csX6363" fmla="*/ 1096032 w 1722333"/>
              <a:gd name="csY6363" fmla="*/ 529395 h 531334"/>
              <a:gd name="csX6364" fmla="*/ 1096201 w 1722333"/>
              <a:gd name="csY6364" fmla="*/ 529448 h 531334"/>
              <a:gd name="csX6365" fmla="*/ 1096370 w 1722333"/>
              <a:gd name="csY6365" fmla="*/ 529493 h 531334"/>
              <a:gd name="csX6366" fmla="*/ 1096548 w 1722333"/>
              <a:gd name="csY6366" fmla="*/ 529546 h 531334"/>
              <a:gd name="csX6367" fmla="*/ 1096717 w 1722333"/>
              <a:gd name="csY6367" fmla="*/ 529599 h 531334"/>
              <a:gd name="csX6368" fmla="*/ 1096886 w 1722333"/>
              <a:gd name="csY6368" fmla="*/ 529644 h 531334"/>
              <a:gd name="csX6369" fmla="*/ 1097064 w 1722333"/>
              <a:gd name="csY6369" fmla="*/ 529697 h 531334"/>
              <a:gd name="csX6370" fmla="*/ 1097233 w 1722333"/>
              <a:gd name="csY6370" fmla="*/ 529742 h 531334"/>
              <a:gd name="csX6371" fmla="*/ 1097402 w 1722333"/>
              <a:gd name="csY6371" fmla="*/ 529786 h 531334"/>
              <a:gd name="csX6372" fmla="*/ 1097580 w 1722333"/>
              <a:gd name="csY6372" fmla="*/ 529831 h 531334"/>
              <a:gd name="csX6373" fmla="*/ 1097749 w 1722333"/>
              <a:gd name="csY6373" fmla="*/ 529875 h 531334"/>
              <a:gd name="csX6374" fmla="*/ 1097927 w 1722333"/>
              <a:gd name="csY6374" fmla="*/ 529920 h 531334"/>
              <a:gd name="csX6375" fmla="*/ 1098096 w 1722333"/>
              <a:gd name="csY6375" fmla="*/ 529964 h 531334"/>
              <a:gd name="csX6376" fmla="*/ 1098265 w 1722333"/>
              <a:gd name="csY6376" fmla="*/ 530000 h 531334"/>
              <a:gd name="csX6377" fmla="*/ 1098443 w 1722333"/>
              <a:gd name="csY6377" fmla="*/ 530044 h 531334"/>
              <a:gd name="csX6378" fmla="*/ 1098612 w 1722333"/>
              <a:gd name="csY6378" fmla="*/ 530080 h 531334"/>
              <a:gd name="csX6379" fmla="*/ 1098781 w 1722333"/>
              <a:gd name="csY6379" fmla="*/ 530124 h 531334"/>
              <a:gd name="csX6380" fmla="*/ 1098959 w 1722333"/>
              <a:gd name="csY6380" fmla="*/ 530160 h 531334"/>
              <a:gd name="csX6381" fmla="*/ 1099128 w 1722333"/>
              <a:gd name="csY6381" fmla="*/ 530196 h 531334"/>
              <a:gd name="csX6382" fmla="*/ 1099297 w 1722333"/>
              <a:gd name="csY6382" fmla="*/ 530231 h 531334"/>
              <a:gd name="csX6383" fmla="*/ 1099475 w 1722333"/>
              <a:gd name="csY6383" fmla="*/ 530267 h 531334"/>
              <a:gd name="csX6384" fmla="*/ 1099644 w 1722333"/>
              <a:gd name="csY6384" fmla="*/ 530293 h 531334"/>
              <a:gd name="csX6385" fmla="*/ 1099822 w 1722333"/>
              <a:gd name="csY6385" fmla="*/ 530329 h 531334"/>
              <a:gd name="csX6386" fmla="*/ 1099991 w 1722333"/>
              <a:gd name="csY6386" fmla="*/ 530365 h 531334"/>
              <a:gd name="csX6387" fmla="*/ 1100160 w 1722333"/>
              <a:gd name="csY6387" fmla="*/ 530391 h 531334"/>
              <a:gd name="csX6388" fmla="*/ 1100338 w 1722333"/>
              <a:gd name="csY6388" fmla="*/ 530427 h 531334"/>
              <a:gd name="csX6389" fmla="*/ 1100507 w 1722333"/>
              <a:gd name="csY6389" fmla="*/ 530453 h 531334"/>
              <a:gd name="csX6390" fmla="*/ 1100676 w 1722333"/>
              <a:gd name="csY6390" fmla="*/ 530480 h 531334"/>
              <a:gd name="csX6391" fmla="*/ 1100854 w 1722333"/>
              <a:gd name="csY6391" fmla="*/ 530507 h 531334"/>
              <a:gd name="csX6392" fmla="*/ 1101023 w 1722333"/>
              <a:gd name="csY6392" fmla="*/ 530534 h 531334"/>
              <a:gd name="csX6393" fmla="*/ 1101192 w 1722333"/>
              <a:gd name="csY6393" fmla="*/ 530560 h 531334"/>
              <a:gd name="csX6394" fmla="*/ 1101370 w 1722333"/>
              <a:gd name="csY6394" fmla="*/ 530587 h 531334"/>
              <a:gd name="csX6395" fmla="*/ 1101539 w 1722333"/>
              <a:gd name="csY6395" fmla="*/ 530614 h 531334"/>
              <a:gd name="csX6396" fmla="*/ 1101717 w 1722333"/>
              <a:gd name="csY6396" fmla="*/ 530640 h 531334"/>
              <a:gd name="csX6397" fmla="*/ 1101886 w 1722333"/>
              <a:gd name="csY6397" fmla="*/ 530658 h 531334"/>
              <a:gd name="csX6398" fmla="*/ 1102055 w 1722333"/>
              <a:gd name="csY6398" fmla="*/ 530685 h 531334"/>
              <a:gd name="csX6399" fmla="*/ 1102233 w 1722333"/>
              <a:gd name="csY6399" fmla="*/ 530703 h 531334"/>
              <a:gd name="csX6400" fmla="*/ 1102402 w 1722333"/>
              <a:gd name="csY6400" fmla="*/ 530729 h 531334"/>
              <a:gd name="csX6401" fmla="*/ 1102571 w 1722333"/>
              <a:gd name="csY6401" fmla="*/ 530747 h 531334"/>
              <a:gd name="csX6402" fmla="*/ 1102749 w 1722333"/>
              <a:gd name="csY6402" fmla="*/ 530774 h 531334"/>
              <a:gd name="csX6403" fmla="*/ 1102918 w 1722333"/>
              <a:gd name="csY6403" fmla="*/ 530792 h 531334"/>
              <a:gd name="csX6404" fmla="*/ 1103087 w 1722333"/>
              <a:gd name="csY6404" fmla="*/ 530809 h 531334"/>
              <a:gd name="csX6405" fmla="*/ 1103265 w 1722333"/>
              <a:gd name="csY6405" fmla="*/ 530827 h 531334"/>
              <a:gd name="csX6406" fmla="*/ 1103434 w 1722333"/>
              <a:gd name="csY6406" fmla="*/ 530845 h 531334"/>
              <a:gd name="csX6407" fmla="*/ 1103603 w 1722333"/>
              <a:gd name="csY6407" fmla="*/ 530863 h 531334"/>
              <a:gd name="csX6408" fmla="*/ 1103781 w 1722333"/>
              <a:gd name="csY6408" fmla="*/ 530881 h 531334"/>
              <a:gd name="csX6409" fmla="*/ 1103950 w 1722333"/>
              <a:gd name="csY6409" fmla="*/ 530898 h 531334"/>
              <a:gd name="csX6410" fmla="*/ 1104128 w 1722333"/>
              <a:gd name="csY6410" fmla="*/ 530916 h 531334"/>
              <a:gd name="csX6411" fmla="*/ 1104297 w 1722333"/>
              <a:gd name="csY6411" fmla="*/ 530934 h 531334"/>
              <a:gd name="csX6412" fmla="*/ 1104466 w 1722333"/>
              <a:gd name="csY6412" fmla="*/ 530943 h 531334"/>
              <a:gd name="csX6413" fmla="*/ 1104644 w 1722333"/>
              <a:gd name="csY6413" fmla="*/ 530961 h 531334"/>
              <a:gd name="csX6414" fmla="*/ 1104813 w 1722333"/>
              <a:gd name="csY6414" fmla="*/ 530970 h 531334"/>
              <a:gd name="csX6415" fmla="*/ 1104982 w 1722333"/>
              <a:gd name="csY6415" fmla="*/ 530987 h 531334"/>
              <a:gd name="csX6416" fmla="*/ 1105160 w 1722333"/>
              <a:gd name="csY6416" fmla="*/ 530996 h 531334"/>
              <a:gd name="csX6417" fmla="*/ 1105329 w 1722333"/>
              <a:gd name="csY6417" fmla="*/ 531014 h 531334"/>
              <a:gd name="csX6418" fmla="*/ 1105498 w 1722333"/>
              <a:gd name="csY6418" fmla="*/ 531023 h 531334"/>
              <a:gd name="csX6419" fmla="*/ 1105676 w 1722333"/>
              <a:gd name="csY6419" fmla="*/ 531041 h 531334"/>
              <a:gd name="csX6420" fmla="*/ 1105845 w 1722333"/>
              <a:gd name="csY6420" fmla="*/ 531050 h 531334"/>
              <a:gd name="csX6421" fmla="*/ 1106023 w 1722333"/>
              <a:gd name="csY6421" fmla="*/ 531058 h 531334"/>
              <a:gd name="csX6422" fmla="*/ 1106192 w 1722333"/>
              <a:gd name="csY6422" fmla="*/ 531067 h 531334"/>
              <a:gd name="csX6423" fmla="*/ 1106361 w 1722333"/>
              <a:gd name="csY6423" fmla="*/ 531085 h 531334"/>
              <a:gd name="csX6424" fmla="*/ 1106539 w 1722333"/>
              <a:gd name="csY6424" fmla="*/ 531094 h 531334"/>
              <a:gd name="csX6425" fmla="*/ 1106708 w 1722333"/>
              <a:gd name="csY6425" fmla="*/ 531103 h 531334"/>
              <a:gd name="csX6426" fmla="*/ 1106877 w 1722333"/>
              <a:gd name="csY6426" fmla="*/ 531112 h 531334"/>
              <a:gd name="csX6427" fmla="*/ 1107055 w 1722333"/>
              <a:gd name="csY6427" fmla="*/ 531121 h 531334"/>
              <a:gd name="csX6428" fmla="*/ 1107224 w 1722333"/>
              <a:gd name="csY6428" fmla="*/ 531130 h 531334"/>
              <a:gd name="csX6429" fmla="*/ 1107393 w 1722333"/>
              <a:gd name="csY6429" fmla="*/ 531139 h 531334"/>
              <a:gd name="csX6430" fmla="*/ 1107571 w 1722333"/>
              <a:gd name="csY6430" fmla="*/ 531147 h 531334"/>
              <a:gd name="csX6431" fmla="*/ 1107740 w 1722333"/>
              <a:gd name="csY6431" fmla="*/ 531156 h 531334"/>
              <a:gd name="csX6432" fmla="*/ 1107918 w 1722333"/>
              <a:gd name="csY6432" fmla="*/ 531165 h 531334"/>
              <a:gd name="csX6433" fmla="*/ 1108087 w 1722333"/>
              <a:gd name="csY6433" fmla="*/ 531165 h 531334"/>
              <a:gd name="csX6434" fmla="*/ 1108256 w 1722333"/>
              <a:gd name="csY6434" fmla="*/ 531174 h 531334"/>
              <a:gd name="csX6435" fmla="*/ 1108434 w 1722333"/>
              <a:gd name="csY6435" fmla="*/ 531183 h 531334"/>
              <a:gd name="csX6436" fmla="*/ 1108603 w 1722333"/>
              <a:gd name="csY6436" fmla="*/ 531192 h 531334"/>
              <a:gd name="csX6437" fmla="*/ 1108772 w 1722333"/>
              <a:gd name="csY6437" fmla="*/ 531192 h 531334"/>
              <a:gd name="csX6438" fmla="*/ 1108950 w 1722333"/>
              <a:gd name="csY6438" fmla="*/ 531201 h 531334"/>
              <a:gd name="csX6439" fmla="*/ 1109119 w 1722333"/>
              <a:gd name="csY6439" fmla="*/ 531210 h 531334"/>
              <a:gd name="csX6440" fmla="*/ 1109288 w 1722333"/>
              <a:gd name="csY6440" fmla="*/ 531210 h 531334"/>
              <a:gd name="csX6441" fmla="*/ 1109466 w 1722333"/>
              <a:gd name="csY6441" fmla="*/ 531219 h 531334"/>
              <a:gd name="csX6442" fmla="*/ 1109635 w 1722333"/>
              <a:gd name="csY6442" fmla="*/ 531227 h 531334"/>
              <a:gd name="csX6443" fmla="*/ 1109813 w 1722333"/>
              <a:gd name="csY6443" fmla="*/ 531227 h 531334"/>
              <a:gd name="csX6444" fmla="*/ 1109982 w 1722333"/>
              <a:gd name="csY6444" fmla="*/ 531236 h 531334"/>
              <a:gd name="csX6445" fmla="*/ 1110151 w 1722333"/>
              <a:gd name="csY6445" fmla="*/ 531236 h 531334"/>
              <a:gd name="csX6446" fmla="*/ 1110329 w 1722333"/>
              <a:gd name="csY6446" fmla="*/ 531245 h 531334"/>
              <a:gd name="csX6447" fmla="*/ 1110498 w 1722333"/>
              <a:gd name="csY6447" fmla="*/ 531245 h 531334"/>
              <a:gd name="csX6448" fmla="*/ 1110667 w 1722333"/>
              <a:gd name="csY6448" fmla="*/ 531254 h 531334"/>
              <a:gd name="csX6449" fmla="*/ 1110845 w 1722333"/>
              <a:gd name="csY6449" fmla="*/ 531254 h 531334"/>
              <a:gd name="csX6450" fmla="*/ 1111014 w 1722333"/>
              <a:gd name="csY6450" fmla="*/ 531263 h 531334"/>
              <a:gd name="csX6451" fmla="*/ 1111183 w 1722333"/>
              <a:gd name="csY6451" fmla="*/ 531263 h 531334"/>
              <a:gd name="csX6452" fmla="*/ 1111361 w 1722333"/>
              <a:gd name="csY6452" fmla="*/ 531263 h 531334"/>
              <a:gd name="csX6453" fmla="*/ 1111530 w 1722333"/>
              <a:gd name="csY6453" fmla="*/ 531272 h 531334"/>
              <a:gd name="csX6454" fmla="*/ 1111699 w 1722333"/>
              <a:gd name="csY6454" fmla="*/ 531272 h 531334"/>
              <a:gd name="csX6455" fmla="*/ 1111877 w 1722333"/>
              <a:gd name="csY6455" fmla="*/ 531281 h 531334"/>
              <a:gd name="csX6456" fmla="*/ 1112046 w 1722333"/>
              <a:gd name="csY6456" fmla="*/ 531281 h 531334"/>
              <a:gd name="csX6457" fmla="*/ 1112224 w 1722333"/>
              <a:gd name="csY6457" fmla="*/ 531281 h 531334"/>
              <a:gd name="csX6458" fmla="*/ 1112393 w 1722333"/>
              <a:gd name="csY6458" fmla="*/ 531281 h 531334"/>
              <a:gd name="csX6459" fmla="*/ 1112562 w 1722333"/>
              <a:gd name="csY6459" fmla="*/ 531290 h 531334"/>
              <a:gd name="csX6460" fmla="*/ 1112740 w 1722333"/>
              <a:gd name="csY6460" fmla="*/ 531290 h 531334"/>
              <a:gd name="csX6461" fmla="*/ 1112909 w 1722333"/>
              <a:gd name="csY6461" fmla="*/ 531290 h 531334"/>
              <a:gd name="csX6462" fmla="*/ 1113078 w 1722333"/>
              <a:gd name="csY6462" fmla="*/ 531299 h 531334"/>
              <a:gd name="csX6463" fmla="*/ 1113256 w 1722333"/>
              <a:gd name="csY6463" fmla="*/ 531299 h 531334"/>
              <a:gd name="csX6464" fmla="*/ 1113425 w 1722333"/>
              <a:gd name="csY6464" fmla="*/ 531299 h 531334"/>
              <a:gd name="csX6465" fmla="*/ 1113594 w 1722333"/>
              <a:gd name="csY6465" fmla="*/ 531299 h 531334"/>
              <a:gd name="csX6466" fmla="*/ 1113772 w 1722333"/>
              <a:gd name="csY6466" fmla="*/ 531299 h 531334"/>
              <a:gd name="csX6467" fmla="*/ 1113941 w 1722333"/>
              <a:gd name="csY6467" fmla="*/ 531308 h 531334"/>
              <a:gd name="csX6468" fmla="*/ 1114119 w 1722333"/>
              <a:gd name="csY6468" fmla="*/ 531308 h 531334"/>
              <a:gd name="csX6469" fmla="*/ 1114288 w 1722333"/>
              <a:gd name="csY6469" fmla="*/ 531308 h 531334"/>
              <a:gd name="csX6470" fmla="*/ 1114457 w 1722333"/>
              <a:gd name="csY6470" fmla="*/ 531308 h 531334"/>
              <a:gd name="csX6471" fmla="*/ 1114634 w 1722333"/>
              <a:gd name="csY6471" fmla="*/ 531308 h 531334"/>
              <a:gd name="csX6472" fmla="*/ 1114804 w 1722333"/>
              <a:gd name="csY6472" fmla="*/ 531317 h 531334"/>
              <a:gd name="csX6473" fmla="*/ 1114973 w 1722333"/>
              <a:gd name="csY6473" fmla="*/ 531317 h 531334"/>
              <a:gd name="csX6474" fmla="*/ 1115151 w 1722333"/>
              <a:gd name="csY6474" fmla="*/ 531317 h 531334"/>
              <a:gd name="csX6475" fmla="*/ 1115320 w 1722333"/>
              <a:gd name="csY6475" fmla="*/ 531317 h 531334"/>
              <a:gd name="csX6476" fmla="*/ 1115489 w 1722333"/>
              <a:gd name="csY6476" fmla="*/ 531317 h 531334"/>
              <a:gd name="csX6477" fmla="*/ 1115667 w 1722333"/>
              <a:gd name="csY6477" fmla="*/ 531317 h 531334"/>
              <a:gd name="csX6478" fmla="*/ 1115835 w 1722333"/>
              <a:gd name="csY6478" fmla="*/ 531317 h 531334"/>
              <a:gd name="csX6479" fmla="*/ 1116013 w 1722333"/>
              <a:gd name="csY6479" fmla="*/ 531317 h 531334"/>
              <a:gd name="csX6480" fmla="*/ 1116182 w 1722333"/>
              <a:gd name="csY6480" fmla="*/ 531325 h 531334"/>
              <a:gd name="csX6481" fmla="*/ 1116352 w 1722333"/>
              <a:gd name="csY6481" fmla="*/ 531325 h 531334"/>
              <a:gd name="csX6482" fmla="*/ 1116529 w 1722333"/>
              <a:gd name="csY6482" fmla="*/ 531325 h 531334"/>
              <a:gd name="csX6483" fmla="*/ 1116699 w 1722333"/>
              <a:gd name="csY6483" fmla="*/ 531325 h 531334"/>
              <a:gd name="csX6484" fmla="*/ 1116868 w 1722333"/>
              <a:gd name="csY6484" fmla="*/ 531325 h 531334"/>
              <a:gd name="csX6485" fmla="*/ 1117045 w 1722333"/>
              <a:gd name="csY6485" fmla="*/ 531325 h 531334"/>
              <a:gd name="csX6486" fmla="*/ 1117214 w 1722333"/>
              <a:gd name="csY6486" fmla="*/ 531325 h 531334"/>
              <a:gd name="csX6487" fmla="*/ 1117383 w 1722333"/>
              <a:gd name="csY6487" fmla="*/ 531325 h 531334"/>
              <a:gd name="csX6488" fmla="*/ 1117561 w 1722333"/>
              <a:gd name="csY6488" fmla="*/ 531325 h 531334"/>
              <a:gd name="csX6489" fmla="*/ 1117730 w 1722333"/>
              <a:gd name="csY6489" fmla="*/ 531325 h 531334"/>
              <a:gd name="csX6490" fmla="*/ 1117908 w 1722333"/>
              <a:gd name="csY6490" fmla="*/ 531325 h 531334"/>
              <a:gd name="csX6491" fmla="*/ 1118077 w 1722333"/>
              <a:gd name="csY6491" fmla="*/ 531325 h 531334"/>
              <a:gd name="csX6492" fmla="*/ 1118246 w 1722333"/>
              <a:gd name="csY6492" fmla="*/ 531325 h 531334"/>
              <a:gd name="csX6493" fmla="*/ 1118424 w 1722333"/>
              <a:gd name="csY6493" fmla="*/ 531325 h 531334"/>
              <a:gd name="csX6494" fmla="*/ 1118593 w 1722333"/>
              <a:gd name="csY6494" fmla="*/ 531334 h 531334"/>
              <a:gd name="csX6495" fmla="*/ 1118762 w 1722333"/>
              <a:gd name="csY6495" fmla="*/ 531334 h 531334"/>
              <a:gd name="csX6496" fmla="*/ 1118940 w 1722333"/>
              <a:gd name="csY6496" fmla="*/ 531334 h 531334"/>
              <a:gd name="csX6497" fmla="*/ 1119109 w 1722333"/>
              <a:gd name="csY6497" fmla="*/ 531334 h 531334"/>
              <a:gd name="csX6498" fmla="*/ 1119278 w 1722333"/>
              <a:gd name="csY6498" fmla="*/ 531334 h 531334"/>
              <a:gd name="csX6499" fmla="*/ 1119456 w 1722333"/>
              <a:gd name="csY6499" fmla="*/ 531334 h 531334"/>
              <a:gd name="csX6500" fmla="*/ 1119625 w 1722333"/>
              <a:gd name="csY6500" fmla="*/ 531334 h 531334"/>
              <a:gd name="csX6501" fmla="*/ 1119794 w 1722333"/>
              <a:gd name="csY6501" fmla="*/ 531334 h 531334"/>
              <a:gd name="csX6502" fmla="*/ 1119972 w 1722333"/>
              <a:gd name="csY6502" fmla="*/ 531334 h 531334"/>
              <a:gd name="csX6503" fmla="*/ 1120141 w 1722333"/>
              <a:gd name="csY6503" fmla="*/ 531334 h 531334"/>
              <a:gd name="csX6504" fmla="*/ 1120319 w 1722333"/>
              <a:gd name="csY6504" fmla="*/ 531334 h 531334"/>
              <a:gd name="csX6505" fmla="*/ 1120488 w 1722333"/>
              <a:gd name="csY6505" fmla="*/ 531334 h 531334"/>
              <a:gd name="csX6506" fmla="*/ 1120657 w 1722333"/>
              <a:gd name="csY6506" fmla="*/ 531334 h 531334"/>
              <a:gd name="csX6507" fmla="*/ 1120835 w 1722333"/>
              <a:gd name="csY6507" fmla="*/ 531334 h 531334"/>
              <a:gd name="csX6508" fmla="*/ 1121004 w 1722333"/>
              <a:gd name="csY6508" fmla="*/ 531334 h 531334"/>
              <a:gd name="csX6509" fmla="*/ 1121173 w 1722333"/>
              <a:gd name="csY6509" fmla="*/ 531334 h 531334"/>
              <a:gd name="csX6510" fmla="*/ 1121351 w 1722333"/>
              <a:gd name="csY6510" fmla="*/ 531334 h 531334"/>
              <a:gd name="csX6511" fmla="*/ 1121520 w 1722333"/>
              <a:gd name="csY6511" fmla="*/ 531334 h 531334"/>
              <a:gd name="csX6512" fmla="*/ 1121689 w 1722333"/>
              <a:gd name="csY6512" fmla="*/ 531334 h 531334"/>
              <a:gd name="csX6513" fmla="*/ 1121867 w 1722333"/>
              <a:gd name="csY6513" fmla="*/ 531334 h 531334"/>
              <a:gd name="csX6514" fmla="*/ 1122036 w 1722333"/>
              <a:gd name="csY6514" fmla="*/ 531334 h 531334"/>
              <a:gd name="csX6515" fmla="*/ 1122214 w 1722333"/>
              <a:gd name="csY6515" fmla="*/ 531334 h 531334"/>
              <a:gd name="csX6516" fmla="*/ 1122383 w 1722333"/>
              <a:gd name="csY6516" fmla="*/ 531334 h 531334"/>
              <a:gd name="csX6517" fmla="*/ 1122552 w 1722333"/>
              <a:gd name="csY6517" fmla="*/ 531334 h 531334"/>
              <a:gd name="csX6518" fmla="*/ 1122730 w 1722333"/>
              <a:gd name="csY6518" fmla="*/ 531334 h 531334"/>
              <a:gd name="csX6519" fmla="*/ 1122899 w 1722333"/>
              <a:gd name="csY6519" fmla="*/ 531334 h 531334"/>
              <a:gd name="csX6520" fmla="*/ 1123068 w 1722333"/>
              <a:gd name="csY6520" fmla="*/ 531334 h 531334"/>
              <a:gd name="csX6521" fmla="*/ 1123246 w 1722333"/>
              <a:gd name="csY6521" fmla="*/ 531334 h 531334"/>
              <a:gd name="csX6522" fmla="*/ 1123415 w 1722333"/>
              <a:gd name="csY6522" fmla="*/ 531334 h 531334"/>
              <a:gd name="csX6523" fmla="*/ 1123584 w 1722333"/>
              <a:gd name="csY6523" fmla="*/ 531334 h 531334"/>
              <a:gd name="csX6524" fmla="*/ 1123762 w 1722333"/>
              <a:gd name="csY6524" fmla="*/ 531334 h 531334"/>
              <a:gd name="csX6525" fmla="*/ 1123931 w 1722333"/>
              <a:gd name="csY6525" fmla="*/ 531334 h 531334"/>
              <a:gd name="csX6526" fmla="*/ 1124109 w 1722333"/>
              <a:gd name="csY6526" fmla="*/ 531334 h 531334"/>
              <a:gd name="csX6527" fmla="*/ 1124278 w 1722333"/>
              <a:gd name="csY6527" fmla="*/ 531334 h 531334"/>
              <a:gd name="csX6528" fmla="*/ 1124447 w 1722333"/>
              <a:gd name="csY6528" fmla="*/ 531334 h 531334"/>
              <a:gd name="csX6529" fmla="*/ 1124625 w 1722333"/>
              <a:gd name="csY6529" fmla="*/ 531334 h 531334"/>
              <a:gd name="csX6530" fmla="*/ 1124794 w 1722333"/>
              <a:gd name="csY6530" fmla="*/ 531334 h 531334"/>
              <a:gd name="csX6531" fmla="*/ 1124963 w 1722333"/>
              <a:gd name="csY6531" fmla="*/ 531334 h 531334"/>
              <a:gd name="csX6532" fmla="*/ 1125141 w 1722333"/>
              <a:gd name="csY6532" fmla="*/ 531334 h 531334"/>
              <a:gd name="csX6533" fmla="*/ 1125310 w 1722333"/>
              <a:gd name="csY6533" fmla="*/ 531334 h 531334"/>
              <a:gd name="csX6534" fmla="*/ 1125479 w 1722333"/>
              <a:gd name="csY6534" fmla="*/ 531334 h 531334"/>
              <a:gd name="csX6535" fmla="*/ 1125657 w 1722333"/>
              <a:gd name="csY6535" fmla="*/ 531334 h 531334"/>
              <a:gd name="csX6536" fmla="*/ 1125826 w 1722333"/>
              <a:gd name="csY6536" fmla="*/ 531334 h 531334"/>
              <a:gd name="csX6537" fmla="*/ 1126004 w 1722333"/>
              <a:gd name="csY6537" fmla="*/ 531334 h 531334"/>
              <a:gd name="csX6538" fmla="*/ 1126173 w 1722333"/>
              <a:gd name="csY6538" fmla="*/ 531334 h 531334"/>
              <a:gd name="csX6539" fmla="*/ 1126342 w 1722333"/>
              <a:gd name="csY6539" fmla="*/ 531334 h 531334"/>
              <a:gd name="csX6540" fmla="*/ 1126520 w 1722333"/>
              <a:gd name="csY6540" fmla="*/ 531334 h 531334"/>
              <a:gd name="csX6541" fmla="*/ 1126689 w 1722333"/>
              <a:gd name="csY6541" fmla="*/ 531334 h 531334"/>
              <a:gd name="csX6542" fmla="*/ 1126858 w 1722333"/>
              <a:gd name="csY6542" fmla="*/ 531334 h 531334"/>
              <a:gd name="csX6543" fmla="*/ 1127036 w 1722333"/>
              <a:gd name="csY6543" fmla="*/ 531334 h 531334"/>
              <a:gd name="csX6544" fmla="*/ 1127205 w 1722333"/>
              <a:gd name="csY6544" fmla="*/ 531334 h 531334"/>
              <a:gd name="csX6545" fmla="*/ 1127374 w 1722333"/>
              <a:gd name="csY6545" fmla="*/ 531334 h 531334"/>
              <a:gd name="csX6546" fmla="*/ 1127552 w 1722333"/>
              <a:gd name="csY6546" fmla="*/ 531334 h 531334"/>
              <a:gd name="csX6547" fmla="*/ 1127721 w 1722333"/>
              <a:gd name="csY6547" fmla="*/ 531334 h 531334"/>
              <a:gd name="csX6548" fmla="*/ 1127890 w 1722333"/>
              <a:gd name="csY6548" fmla="*/ 531334 h 531334"/>
              <a:gd name="csX6549" fmla="*/ 1128068 w 1722333"/>
              <a:gd name="csY6549" fmla="*/ 531334 h 531334"/>
              <a:gd name="csX6550" fmla="*/ 1128237 w 1722333"/>
              <a:gd name="csY6550" fmla="*/ 531334 h 531334"/>
              <a:gd name="csX6551" fmla="*/ 1128415 w 1722333"/>
              <a:gd name="csY6551" fmla="*/ 531334 h 531334"/>
              <a:gd name="csX6552" fmla="*/ 1128584 w 1722333"/>
              <a:gd name="csY6552" fmla="*/ 531334 h 531334"/>
              <a:gd name="csX6553" fmla="*/ 1128753 w 1722333"/>
              <a:gd name="csY6553" fmla="*/ 531334 h 531334"/>
              <a:gd name="csX6554" fmla="*/ 1128931 w 1722333"/>
              <a:gd name="csY6554" fmla="*/ 531334 h 531334"/>
              <a:gd name="csX6555" fmla="*/ 1129100 w 1722333"/>
              <a:gd name="csY6555" fmla="*/ 531334 h 531334"/>
              <a:gd name="csX6556" fmla="*/ 1129269 w 1722333"/>
              <a:gd name="csY6556" fmla="*/ 531334 h 531334"/>
              <a:gd name="csX6557" fmla="*/ 1129447 w 1722333"/>
              <a:gd name="csY6557" fmla="*/ 531334 h 531334"/>
              <a:gd name="csX6558" fmla="*/ 1129616 w 1722333"/>
              <a:gd name="csY6558" fmla="*/ 531334 h 531334"/>
              <a:gd name="csX6559" fmla="*/ 1129785 w 1722333"/>
              <a:gd name="csY6559" fmla="*/ 531334 h 531334"/>
              <a:gd name="csX6560" fmla="*/ 1129963 w 1722333"/>
              <a:gd name="csY6560" fmla="*/ 531334 h 531334"/>
              <a:gd name="csX6561" fmla="*/ 1130132 w 1722333"/>
              <a:gd name="csY6561" fmla="*/ 531334 h 531334"/>
              <a:gd name="csX6562" fmla="*/ 1130310 w 1722333"/>
              <a:gd name="csY6562" fmla="*/ 531334 h 531334"/>
              <a:gd name="csX6563" fmla="*/ 1130479 w 1722333"/>
              <a:gd name="csY6563" fmla="*/ 531334 h 531334"/>
              <a:gd name="csX6564" fmla="*/ 1130648 w 1722333"/>
              <a:gd name="csY6564" fmla="*/ 531334 h 531334"/>
              <a:gd name="csX6565" fmla="*/ 1130826 w 1722333"/>
              <a:gd name="csY6565" fmla="*/ 531334 h 531334"/>
              <a:gd name="csX6566" fmla="*/ 1130995 w 1722333"/>
              <a:gd name="csY6566" fmla="*/ 531334 h 531334"/>
              <a:gd name="csX6567" fmla="*/ 1131164 w 1722333"/>
              <a:gd name="csY6567" fmla="*/ 531334 h 531334"/>
              <a:gd name="csX6568" fmla="*/ 1131342 w 1722333"/>
              <a:gd name="csY6568" fmla="*/ 531334 h 531334"/>
              <a:gd name="csX6569" fmla="*/ 1131511 w 1722333"/>
              <a:gd name="csY6569" fmla="*/ 531334 h 531334"/>
              <a:gd name="csX6570" fmla="*/ 1131680 w 1722333"/>
              <a:gd name="csY6570" fmla="*/ 531334 h 531334"/>
              <a:gd name="csX6571" fmla="*/ 1131858 w 1722333"/>
              <a:gd name="csY6571" fmla="*/ 531334 h 531334"/>
              <a:gd name="csX6572" fmla="*/ 1132027 w 1722333"/>
              <a:gd name="csY6572" fmla="*/ 531334 h 531334"/>
              <a:gd name="csX6573" fmla="*/ 1132205 w 1722333"/>
              <a:gd name="csY6573" fmla="*/ 531334 h 531334"/>
              <a:gd name="csX6574" fmla="*/ 1132374 w 1722333"/>
              <a:gd name="csY6574" fmla="*/ 531334 h 531334"/>
              <a:gd name="csX6575" fmla="*/ 1132543 w 1722333"/>
              <a:gd name="csY6575" fmla="*/ 531334 h 531334"/>
              <a:gd name="csX6576" fmla="*/ 1132721 w 1722333"/>
              <a:gd name="csY6576" fmla="*/ 531334 h 531334"/>
              <a:gd name="csX6577" fmla="*/ 1132890 w 1722333"/>
              <a:gd name="csY6577" fmla="*/ 531334 h 531334"/>
              <a:gd name="csX6578" fmla="*/ 1133059 w 1722333"/>
              <a:gd name="csY6578" fmla="*/ 531334 h 531334"/>
              <a:gd name="csX6579" fmla="*/ 1133237 w 1722333"/>
              <a:gd name="csY6579" fmla="*/ 531334 h 531334"/>
              <a:gd name="csX6580" fmla="*/ 1133406 w 1722333"/>
              <a:gd name="csY6580" fmla="*/ 531334 h 531334"/>
              <a:gd name="csX6581" fmla="*/ 1133575 w 1722333"/>
              <a:gd name="csY6581" fmla="*/ 531334 h 531334"/>
              <a:gd name="csX6582" fmla="*/ 1133753 w 1722333"/>
              <a:gd name="csY6582" fmla="*/ 531334 h 531334"/>
              <a:gd name="csX6583" fmla="*/ 1133922 w 1722333"/>
              <a:gd name="csY6583" fmla="*/ 531334 h 531334"/>
              <a:gd name="csX6584" fmla="*/ 1134100 w 1722333"/>
              <a:gd name="csY6584" fmla="*/ 531334 h 531334"/>
              <a:gd name="csX6585" fmla="*/ 1134269 w 1722333"/>
              <a:gd name="csY6585" fmla="*/ 531334 h 531334"/>
              <a:gd name="csX6586" fmla="*/ 1134438 w 1722333"/>
              <a:gd name="csY6586" fmla="*/ 531334 h 531334"/>
              <a:gd name="csX6587" fmla="*/ 1134616 w 1722333"/>
              <a:gd name="csY6587" fmla="*/ 531334 h 531334"/>
              <a:gd name="csX6588" fmla="*/ 1134785 w 1722333"/>
              <a:gd name="csY6588" fmla="*/ 531334 h 531334"/>
              <a:gd name="csX6589" fmla="*/ 1134954 w 1722333"/>
              <a:gd name="csY6589" fmla="*/ 531334 h 531334"/>
              <a:gd name="csX6590" fmla="*/ 1135132 w 1722333"/>
              <a:gd name="csY6590" fmla="*/ 531334 h 531334"/>
              <a:gd name="csX6591" fmla="*/ 1135301 w 1722333"/>
              <a:gd name="csY6591" fmla="*/ 531334 h 531334"/>
              <a:gd name="csX6592" fmla="*/ 1135470 w 1722333"/>
              <a:gd name="csY6592" fmla="*/ 531334 h 531334"/>
              <a:gd name="csX6593" fmla="*/ 1135648 w 1722333"/>
              <a:gd name="csY6593" fmla="*/ 531334 h 531334"/>
              <a:gd name="csX6594" fmla="*/ 1135817 w 1722333"/>
              <a:gd name="csY6594" fmla="*/ 531334 h 531334"/>
              <a:gd name="csX6595" fmla="*/ 1135986 w 1722333"/>
              <a:gd name="csY6595" fmla="*/ 531334 h 531334"/>
              <a:gd name="csX6596" fmla="*/ 1136164 w 1722333"/>
              <a:gd name="csY6596" fmla="*/ 531334 h 531334"/>
              <a:gd name="csX6597" fmla="*/ 1136333 w 1722333"/>
              <a:gd name="csY6597" fmla="*/ 531334 h 531334"/>
              <a:gd name="csX6598" fmla="*/ 1136511 w 1722333"/>
              <a:gd name="csY6598" fmla="*/ 531334 h 531334"/>
              <a:gd name="csX6599" fmla="*/ 1136680 w 1722333"/>
              <a:gd name="csY6599" fmla="*/ 531334 h 531334"/>
              <a:gd name="csX6600" fmla="*/ 1136849 w 1722333"/>
              <a:gd name="csY6600" fmla="*/ 531334 h 531334"/>
              <a:gd name="csX6601" fmla="*/ 1137027 w 1722333"/>
              <a:gd name="csY6601" fmla="*/ 531334 h 531334"/>
              <a:gd name="csX6602" fmla="*/ 1137196 w 1722333"/>
              <a:gd name="csY6602" fmla="*/ 531334 h 531334"/>
              <a:gd name="csX6603" fmla="*/ 1137365 w 1722333"/>
              <a:gd name="csY6603" fmla="*/ 531334 h 531334"/>
              <a:gd name="csX6604" fmla="*/ 1137543 w 1722333"/>
              <a:gd name="csY6604" fmla="*/ 531334 h 531334"/>
              <a:gd name="csX6605" fmla="*/ 1137712 w 1722333"/>
              <a:gd name="csY6605" fmla="*/ 531334 h 531334"/>
              <a:gd name="csX6606" fmla="*/ 1137881 w 1722333"/>
              <a:gd name="csY6606" fmla="*/ 531334 h 531334"/>
              <a:gd name="csX6607" fmla="*/ 1138059 w 1722333"/>
              <a:gd name="csY6607" fmla="*/ 531334 h 531334"/>
              <a:gd name="csX6608" fmla="*/ 1138228 w 1722333"/>
              <a:gd name="csY6608" fmla="*/ 531334 h 531334"/>
              <a:gd name="csX6609" fmla="*/ 1138406 w 1722333"/>
              <a:gd name="csY6609" fmla="*/ 531334 h 531334"/>
              <a:gd name="csX6610" fmla="*/ 1138575 w 1722333"/>
              <a:gd name="csY6610" fmla="*/ 531334 h 531334"/>
              <a:gd name="csX6611" fmla="*/ 1138744 w 1722333"/>
              <a:gd name="csY6611" fmla="*/ 531334 h 531334"/>
              <a:gd name="csX6612" fmla="*/ 1138922 w 1722333"/>
              <a:gd name="csY6612" fmla="*/ 531334 h 531334"/>
              <a:gd name="csX6613" fmla="*/ 1139091 w 1722333"/>
              <a:gd name="csY6613" fmla="*/ 531334 h 531334"/>
              <a:gd name="csX6614" fmla="*/ 1139260 w 1722333"/>
              <a:gd name="csY6614" fmla="*/ 531334 h 531334"/>
              <a:gd name="csX6615" fmla="*/ 1139438 w 1722333"/>
              <a:gd name="csY6615" fmla="*/ 531334 h 531334"/>
              <a:gd name="csX6616" fmla="*/ 1139607 w 1722333"/>
              <a:gd name="csY6616" fmla="*/ 531334 h 531334"/>
              <a:gd name="csX6617" fmla="*/ 1139776 w 1722333"/>
              <a:gd name="csY6617" fmla="*/ 531334 h 531334"/>
              <a:gd name="csX6618" fmla="*/ 1139954 w 1722333"/>
              <a:gd name="csY6618" fmla="*/ 531334 h 531334"/>
              <a:gd name="csX6619" fmla="*/ 1140123 w 1722333"/>
              <a:gd name="csY6619" fmla="*/ 531334 h 531334"/>
              <a:gd name="csX6620" fmla="*/ 1140301 w 1722333"/>
              <a:gd name="csY6620" fmla="*/ 531334 h 531334"/>
              <a:gd name="csX6621" fmla="*/ 1140470 w 1722333"/>
              <a:gd name="csY6621" fmla="*/ 531334 h 531334"/>
              <a:gd name="csX6622" fmla="*/ 1140639 w 1722333"/>
              <a:gd name="csY6622" fmla="*/ 531334 h 531334"/>
              <a:gd name="csX6623" fmla="*/ 1140817 w 1722333"/>
              <a:gd name="csY6623" fmla="*/ 531334 h 531334"/>
              <a:gd name="csX6624" fmla="*/ 1140986 w 1722333"/>
              <a:gd name="csY6624" fmla="*/ 531334 h 531334"/>
              <a:gd name="csX6625" fmla="*/ 1141155 w 1722333"/>
              <a:gd name="csY6625" fmla="*/ 531334 h 531334"/>
              <a:gd name="csX6626" fmla="*/ 1141333 w 1722333"/>
              <a:gd name="csY6626" fmla="*/ 531334 h 531334"/>
              <a:gd name="csX6627" fmla="*/ 1141502 w 1722333"/>
              <a:gd name="csY6627" fmla="*/ 531334 h 531334"/>
              <a:gd name="csX6628" fmla="*/ 1141671 w 1722333"/>
              <a:gd name="csY6628" fmla="*/ 531334 h 531334"/>
              <a:gd name="csX6629" fmla="*/ 1141849 w 1722333"/>
              <a:gd name="csY6629" fmla="*/ 531334 h 531334"/>
              <a:gd name="csX6630" fmla="*/ 1142018 w 1722333"/>
              <a:gd name="csY6630" fmla="*/ 531334 h 531334"/>
              <a:gd name="csX6631" fmla="*/ 1142196 w 1722333"/>
              <a:gd name="csY6631" fmla="*/ 531334 h 531334"/>
              <a:gd name="csX6632" fmla="*/ 1142365 w 1722333"/>
              <a:gd name="csY6632" fmla="*/ 531334 h 531334"/>
              <a:gd name="csX6633" fmla="*/ 1142534 w 1722333"/>
              <a:gd name="csY6633" fmla="*/ 531334 h 531334"/>
              <a:gd name="csX6634" fmla="*/ 1142712 w 1722333"/>
              <a:gd name="csY6634" fmla="*/ 531334 h 531334"/>
              <a:gd name="csX6635" fmla="*/ 1142881 w 1722333"/>
              <a:gd name="csY6635" fmla="*/ 531334 h 531334"/>
              <a:gd name="csX6636" fmla="*/ 1143050 w 1722333"/>
              <a:gd name="csY6636" fmla="*/ 531334 h 531334"/>
              <a:gd name="csX6637" fmla="*/ 1143228 w 1722333"/>
              <a:gd name="csY6637" fmla="*/ 531334 h 531334"/>
              <a:gd name="csX6638" fmla="*/ 1143397 w 1722333"/>
              <a:gd name="csY6638" fmla="*/ 531334 h 531334"/>
              <a:gd name="csX6639" fmla="*/ 1143566 w 1722333"/>
              <a:gd name="csY6639" fmla="*/ 531334 h 531334"/>
              <a:gd name="csX6640" fmla="*/ 1143744 w 1722333"/>
              <a:gd name="csY6640" fmla="*/ 531334 h 531334"/>
              <a:gd name="csX6641" fmla="*/ 1143913 w 1722333"/>
              <a:gd name="csY6641" fmla="*/ 531334 h 531334"/>
              <a:gd name="csX6642" fmla="*/ 1144082 w 1722333"/>
              <a:gd name="csY6642" fmla="*/ 531334 h 531334"/>
              <a:gd name="csX6643" fmla="*/ 1144260 w 1722333"/>
              <a:gd name="csY6643" fmla="*/ 531334 h 531334"/>
              <a:gd name="csX6644" fmla="*/ 1144429 w 1722333"/>
              <a:gd name="csY6644" fmla="*/ 531334 h 531334"/>
              <a:gd name="csX6645" fmla="*/ 1144607 w 1722333"/>
              <a:gd name="csY6645" fmla="*/ 531334 h 531334"/>
              <a:gd name="csX6646" fmla="*/ 1144776 w 1722333"/>
              <a:gd name="csY6646" fmla="*/ 531334 h 531334"/>
              <a:gd name="csX6647" fmla="*/ 1144945 w 1722333"/>
              <a:gd name="csY6647" fmla="*/ 531334 h 531334"/>
              <a:gd name="csX6648" fmla="*/ 1145123 w 1722333"/>
              <a:gd name="csY6648" fmla="*/ 531334 h 531334"/>
              <a:gd name="csX6649" fmla="*/ 1145292 w 1722333"/>
              <a:gd name="csY6649" fmla="*/ 531334 h 531334"/>
              <a:gd name="csX6650" fmla="*/ 1145461 w 1722333"/>
              <a:gd name="csY6650" fmla="*/ 531334 h 531334"/>
              <a:gd name="csX6651" fmla="*/ 1145639 w 1722333"/>
              <a:gd name="csY6651" fmla="*/ 531334 h 531334"/>
              <a:gd name="csX6652" fmla="*/ 1145808 w 1722333"/>
              <a:gd name="csY6652" fmla="*/ 531334 h 531334"/>
              <a:gd name="csX6653" fmla="*/ 1145977 w 1722333"/>
              <a:gd name="csY6653" fmla="*/ 531334 h 531334"/>
              <a:gd name="csX6654" fmla="*/ 1146155 w 1722333"/>
              <a:gd name="csY6654" fmla="*/ 531334 h 531334"/>
              <a:gd name="csX6655" fmla="*/ 1146324 w 1722333"/>
              <a:gd name="csY6655" fmla="*/ 531334 h 531334"/>
              <a:gd name="csX6656" fmla="*/ 1146502 w 1722333"/>
              <a:gd name="csY6656" fmla="*/ 531334 h 531334"/>
              <a:gd name="csX6657" fmla="*/ 1146671 w 1722333"/>
              <a:gd name="csY6657" fmla="*/ 531334 h 531334"/>
              <a:gd name="csX6658" fmla="*/ 1146840 w 1722333"/>
              <a:gd name="csY6658" fmla="*/ 531334 h 531334"/>
              <a:gd name="csX6659" fmla="*/ 1147018 w 1722333"/>
              <a:gd name="csY6659" fmla="*/ 531334 h 531334"/>
              <a:gd name="csX6660" fmla="*/ 1147187 w 1722333"/>
              <a:gd name="csY6660" fmla="*/ 531334 h 531334"/>
              <a:gd name="csX6661" fmla="*/ 1147356 w 1722333"/>
              <a:gd name="csY6661" fmla="*/ 531334 h 531334"/>
              <a:gd name="csX6662" fmla="*/ 1147534 w 1722333"/>
              <a:gd name="csY6662" fmla="*/ 531334 h 531334"/>
              <a:gd name="csX6663" fmla="*/ 1147703 w 1722333"/>
              <a:gd name="csY6663" fmla="*/ 531334 h 531334"/>
              <a:gd name="csX6664" fmla="*/ 1147872 w 1722333"/>
              <a:gd name="csY6664" fmla="*/ 531334 h 531334"/>
              <a:gd name="csX6665" fmla="*/ 1148050 w 1722333"/>
              <a:gd name="csY6665" fmla="*/ 531334 h 531334"/>
              <a:gd name="csX6666" fmla="*/ 1148219 w 1722333"/>
              <a:gd name="csY6666" fmla="*/ 531334 h 531334"/>
              <a:gd name="csX6667" fmla="*/ 1148397 w 1722333"/>
              <a:gd name="csY6667" fmla="*/ 531334 h 531334"/>
              <a:gd name="csX6668" fmla="*/ 1148566 w 1722333"/>
              <a:gd name="csY6668" fmla="*/ 531334 h 531334"/>
              <a:gd name="csX6669" fmla="*/ 1148735 w 1722333"/>
              <a:gd name="csY6669" fmla="*/ 531334 h 531334"/>
              <a:gd name="csX6670" fmla="*/ 1148913 w 1722333"/>
              <a:gd name="csY6670" fmla="*/ 531334 h 531334"/>
              <a:gd name="csX6671" fmla="*/ 1149082 w 1722333"/>
              <a:gd name="csY6671" fmla="*/ 531334 h 531334"/>
              <a:gd name="csX6672" fmla="*/ 1149251 w 1722333"/>
              <a:gd name="csY6672" fmla="*/ 531334 h 531334"/>
              <a:gd name="csX6673" fmla="*/ 1149428 w 1722333"/>
              <a:gd name="csY6673" fmla="*/ 531334 h 531334"/>
              <a:gd name="csX6674" fmla="*/ 1149598 w 1722333"/>
              <a:gd name="csY6674" fmla="*/ 531334 h 531334"/>
              <a:gd name="csX6675" fmla="*/ 1149767 w 1722333"/>
              <a:gd name="csY6675" fmla="*/ 531334 h 531334"/>
              <a:gd name="csX6676" fmla="*/ 1149945 w 1722333"/>
              <a:gd name="csY6676" fmla="*/ 531334 h 531334"/>
              <a:gd name="csX6677" fmla="*/ 1150114 w 1722333"/>
              <a:gd name="csY6677" fmla="*/ 531334 h 531334"/>
              <a:gd name="csX6678" fmla="*/ 1150292 w 1722333"/>
              <a:gd name="csY6678" fmla="*/ 531334 h 531334"/>
              <a:gd name="csX6679" fmla="*/ 1150461 w 1722333"/>
              <a:gd name="csY6679" fmla="*/ 531334 h 531334"/>
              <a:gd name="csX6680" fmla="*/ 1150630 w 1722333"/>
              <a:gd name="csY6680" fmla="*/ 531334 h 531334"/>
              <a:gd name="csX6681" fmla="*/ 1150807 w 1722333"/>
              <a:gd name="csY6681" fmla="*/ 531334 h 531334"/>
              <a:gd name="csX6682" fmla="*/ 1150976 w 1722333"/>
              <a:gd name="csY6682" fmla="*/ 531334 h 531334"/>
              <a:gd name="csX6683" fmla="*/ 1151146 w 1722333"/>
              <a:gd name="csY6683" fmla="*/ 531334 h 531334"/>
              <a:gd name="csX6684" fmla="*/ 1151323 w 1722333"/>
              <a:gd name="csY6684" fmla="*/ 531334 h 531334"/>
              <a:gd name="csX6685" fmla="*/ 1151493 w 1722333"/>
              <a:gd name="csY6685" fmla="*/ 531334 h 531334"/>
              <a:gd name="csX6686" fmla="*/ 1151662 w 1722333"/>
              <a:gd name="csY6686" fmla="*/ 531334 h 531334"/>
              <a:gd name="csX6687" fmla="*/ 1151840 w 1722333"/>
              <a:gd name="csY6687" fmla="*/ 531334 h 531334"/>
              <a:gd name="csX6688" fmla="*/ 1152008 w 1722333"/>
              <a:gd name="csY6688" fmla="*/ 531334 h 531334"/>
              <a:gd name="csX6689" fmla="*/ 1152178 w 1722333"/>
              <a:gd name="csY6689" fmla="*/ 531334 h 531334"/>
              <a:gd name="csX6690" fmla="*/ 1152355 w 1722333"/>
              <a:gd name="csY6690" fmla="*/ 531334 h 531334"/>
              <a:gd name="csX6691" fmla="*/ 1152524 w 1722333"/>
              <a:gd name="csY6691" fmla="*/ 531334 h 531334"/>
              <a:gd name="csX6692" fmla="*/ 1152702 w 1722333"/>
              <a:gd name="csY6692" fmla="*/ 531334 h 531334"/>
              <a:gd name="csX6693" fmla="*/ 1152871 w 1722333"/>
              <a:gd name="csY6693" fmla="*/ 531334 h 531334"/>
              <a:gd name="csX6694" fmla="*/ 1153040 w 1722333"/>
              <a:gd name="csY6694" fmla="*/ 531334 h 531334"/>
              <a:gd name="csX6695" fmla="*/ 1153218 w 1722333"/>
              <a:gd name="csY6695" fmla="*/ 531334 h 531334"/>
              <a:gd name="csX6696" fmla="*/ 1153387 w 1722333"/>
              <a:gd name="csY6696" fmla="*/ 531334 h 531334"/>
              <a:gd name="csX6697" fmla="*/ 1153556 w 1722333"/>
              <a:gd name="csY6697" fmla="*/ 531334 h 531334"/>
              <a:gd name="csX6698" fmla="*/ 1153734 w 1722333"/>
              <a:gd name="csY6698" fmla="*/ 531334 h 531334"/>
              <a:gd name="csX6699" fmla="*/ 1153903 w 1722333"/>
              <a:gd name="csY6699" fmla="*/ 531334 h 531334"/>
              <a:gd name="csX6700" fmla="*/ 1154073 w 1722333"/>
              <a:gd name="csY6700" fmla="*/ 531334 h 531334"/>
              <a:gd name="csX6701" fmla="*/ 1154250 w 1722333"/>
              <a:gd name="csY6701" fmla="*/ 531334 h 531334"/>
              <a:gd name="csX6702" fmla="*/ 1154419 w 1722333"/>
              <a:gd name="csY6702" fmla="*/ 531334 h 531334"/>
              <a:gd name="csX6703" fmla="*/ 1154597 w 1722333"/>
              <a:gd name="csY6703" fmla="*/ 531334 h 531334"/>
              <a:gd name="csX6704" fmla="*/ 1154766 w 1722333"/>
              <a:gd name="csY6704" fmla="*/ 531334 h 531334"/>
              <a:gd name="csX6705" fmla="*/ 1154935 w 1722333"/>
              <a:gd name="csY6705" fmla="*/ 531334 h 531334"/>
              <a:gd name="csX6706" fmla="*/ 1155113 w 1722333"/>
              <a:gd name="csY6706" fmla="*/ 531334 h 531334"/>
              <a:gd name="csX6707" fmla="*/ 1155282 w 1722333"/>
              <a:gd name="csY6707" fmla="*/ 531334 h 531334"/>
              <a:gd name="csX6708" fmla="*/ 1155451 w 1722333"/>
              <a:gd name="csY6708" fmla="*/ 531334 h 531334"/>
              <a:gd name="csX6709" fmla="*/ 1155629 w 1722333"/>
              <a:gd name="csY6709" fmla="*/ 531334 h 531334"/>
              <a:gd name="csX6710" fmla="*/ 1155798 w 1722333"/>
              <a:gd name="csY6710" fmla="*/ 531334 h 531334"/>
              <a:gd name="csX6711" fmla="*/ 1155967 w 1722333"/>
              <a:gd name="csY6711" fmla="*/ 531334 h 531334"/>
              <a:gd name="csX6712" fmla="*/ 1156145 w 1722333"/>
              <a:gd name="csY6712" fmla="*/ 531334 h 531334"/>
              <a:gd name="csX6713" fmla="*/ 1156314 w 1722333"/>
              <a:gd name="csY6713" fmla="*/ 531334 h 531334"/>
              <a:gd name="csX6714" fmla="*/ 1156492 w 1722333"/>
              <a:gd name="csY6714" fmla="*/ 531334 h 531334"/>
              <a:gd name="csX6715" fmla="*/ 1156661 w 1722333"/>
              <a:gd name="csY6715" fmla="*/ 531334 h 531334"/>
              <a:gd name="csX6716" fmla="*/ 1156830 w 1722333"/>
              <a:gd name="csY6716" fmla="*/ 531334 h 531334"/>
              <a:gd name="csX6717" fmla="*/ 1157008 w 1722333"/>
              <a:gd name="csY6717" fmla="*/ 531334 h 531334"/>
              <a:gd name="csX6718" fmla="*/ 1157177 w 1722333"/>
              <a:gd name="csY6718" fmla="*/ 531334 h 531334"/>
              <a:gd name="csX6719" fmla="*/ 1157346 w 1722333"/>
              <a:gd name="csY6719" fmla="*/ 531334 h 531334"/>
              <a:gd name="csX6720" fmla="*/ 1157524 w 1722333"/>
              <a:gd name="csY6720" fmla="*/ 531334 h 531334"/>
              <a:gd name="csX6721" fmla="*/ 1157693 w 1722333"/>
              <a:gd name="csY6721" fmla="*/ 531334 h 531334"/>
              <a:gd name="csX6722" fmla="*/ 1157862 w 1722333"/>
              <a:gd name="csY6722" fmla="*/ 531334 h 531334"/>
              <a:gd name="csX6723" fmla="*/ 1158040 w 1722333"/>
              <a:gd name="csY6723" fmla="*/ 531334 h 531334"/>
              <a:gd name="csX6724" fmla="*/ 1158209 w 1722333"/>
              <a:gd name="csY6724" fmla="*/ 531334 h 531334"/>
              <a:gd name="csX6725" fmla="*/ 1158387 w 1722333"/>
              <a:gd name="csY6725" fmla="*/ 531334 h 531334"/>
              <a:gd name="csX6726" fmla="*/ 1158556 w 1722333"/>
              <a:gd name="csY6726" fmla="*/ 531334 h 531334"/>
              <a:gd name="csX6727" fmla="*/ 1158725 w 1722333"/>
              <a:gd name="csY6727" fmla="*/ 531334 h 531334"/>
              <a:gd name="csX6728" fmla="*/ 1158903 w 1722333"/>
              <a:gd name="csY6728" fmla="*/ 531334 h 531334"/>
              <a:gd name="csX6729" fmla="*/ 1159072 w 1722333"/>
              <a:gd name="csY6729" fmla="*/ 531334 h 531334"/>
              <a:gd name="csX6730" fmla="*/ 1159241 w 1722333"/>
              <a:gd name="csY6730" fmla="*/ 531334 h 531334"/>
              <a:gd name="csX6731" fmla="*/ 1159419 w 1722333"/>
              <a:gd name="csY6731" fmla="*/ 531334 h 531334"/>
              <a:gd name="csX6732" fmla="*/ 1159588 w 1722333"/>
              <a:gd name="csY6732" fmla="*/ 531334 h 531334"/>
              <a:gd name="csX6733" fmla="*/ 1159757 w 1722333"/>
              <a:gd name="csY6733" fmla="*/ 531334 h 531334"/>
              <a:gd name="csX6734" fmla="*/ 1159935 w 1722333"/>
              <a:gd name="csY6734" fmla="*/ 531334 h 531334"/>
              <a:gd name="csX6735" fmla="*/ 1160104 w 1722333"/>
              <a:gd name="csY6735" fmla="*/ 531334 h 531334"/>
              <a:gd name="csX6736" fmla="*/ 1160273 w 1722333"/>
              <a:gd name="csY6736" fmla="*/ 531334 h 531334"/>
              <a:gd name="csX6737" fmla="*/ 1160451 w 1722333"/>
              <a:gd name="csY6737" fmla="*/ 531334 h 531334"/>
              <a:gd name="csX6738" fmla="*/ 1160620 w 1722333"/>
              <a:gd name="csY6738" fmla="*/ 531334 h 531334"/>
              <a:gd name="csX6739" fmla="*/ 1160798 w 1722333"/>
              <a:gd name="csY6739" fmla="*/ 531334 h 531334"/>
              <a:gd name="csX6740" fmla="*/ 1160967 w 1722333"/>
              <a:gd name="csY6740" fmla="*/ 531334 h 531334"/>
              <a:gd name="csX6741" fmla="*/ 1161136 w 1722333"/>
              <a:gd name="csY6741" fmla="*/ 531334 h 531334"/>
              <a:gd name="csX6742" fmla="*/ 1161314 w 1722333"/>
              <a:gd name="csY6742" fmla="*/ 531334 h 531334"/>
              <a:gd name="csX6743" fmla="*/ 1161483 w 1722333"/>
              <a:gd name="csY6743" fmla="*/ 531334 h 531334"/>
              <a:gd name="csX6744" fmla="*/ 1161652 w 1722333"/>
              <a:gd name="csY6744" fmla="*/ 531334 h 531334"/>
              <a:gd name="csX6745" fmla="*/ 1161830 w 1722333"/>
              <a:gd name="csY6745" fmla="*/ 531334 h 531334"/>
              <a:gd name="csX6746" fmla="*/ 1161999 w 1722333"/>
              <a:gd name="csY6746" fmla="*/ 531334 h 531334"/>
              <a:gd name="csX6747" fmla="*/ 1162168 w 1722333"/>
              <a:gd name="csY6747" fmla="*/ 531334 h 531334"/>
              <a:gd name="csX6748" fmla="*/ 1162346 w 1722333"/>
              <a:gd name="csY6748" fmla="*/ 531334 h 531334"/>
              <a:gd name="csX6749" fmla="*/ 1162515 w 1722333"/>
              <a:gd name="csY6749" fmla="*/ 531334 h 531334"/>
              <a:gd name="csX6750" fmla="*/ 1162693 w 1722333"/>
              <a:gd name="csY6750" fmla="*/ 531334 h 531334"/>
              <a:gd name="csX6751" fmla="*/ 1162862 w 1722333"/>
              <a:gd name="csY6751" fmla="*/ 531334 h 531334"/>
              <a:gd name="csX6752" fmla="*/ 1163031 w 1722333"/>
              <a:gd name="csY6752" fmla="*/ 531334 h 531334"/>
              <a:gd name="csX6753" fmla="*/ 1163209 w 1722333"/>
              <a:gd name="csY6753" fmla="*/ 531334 h 531334"/>
              <a:gd name="csX6754" fmla="*/ 1163378 w 1722333"/>
              <a:gd name="csY6754" fmla="*/ 531334 h 531334"/>
              <a:gd name="csX6755" fmla="*/ 1163547 w 1722333"/>
              <a:gd name="csY6755" fmla="*/ 531334 h 531334"/>
              <a:gd name="csX6756" fmla="*/ 1163725 w 1722333"/>
              <a:gd name="csY6756" fmla="*/ 531334 h 531334"/>
              <a:gd name="csX6757" fmla="*/ 1163894 w 1722333"/>
              <a:gd name="csY6757" fmla="*/ 531334 h 531334"/>
              <a:gd name="csX6758" fmla="*/ 1164063 w 1722333"/>
              <a:gd name="csY6758" fmla="*/ 531334 h 531334"/>
              <a:gd name="csX6759" fmla="*/ 1164241 w 1722333"/>
              <a:gd name="csY6759" fmla="*/ 531334 h 531334"/>
              <a:gd name="csX6760" fmla="*/ 1164410 w 1722333"/>
              <a:gd name="csY6760" fmla="*/ 531334 h 531334"/>
              <a:gd name="csX6761" fmla="*/ 1164588 w 1722333"/>
              <a:gd name="csY6761" fmla="*/ 531334 h 531334"/>
              <a:gd name="csX6762" fmla="*/ 1164757 w 1722333"/>
              <a:gd name="csY6762" fmla="*/ 531334 h 531334"/>
              <a:gd name="csX6763" fmla="*/ 1164926 w 1722333"/>
              <a:gd name="csY6763" fmla="*/ 531334 h 531334"/>
              <a:gd name="csX6764" fmla="*/ 1165104 w 1722333"/>
              <a:gd name="csY6764" fmla="*/ 531334 h 531334"/>
              <a:gd name="csX6765" fmla="*/ 1165273 w 1722333"/>
              <a:gd name="csY6765" fmla="*/ 531334 h 531334"/>
              <a:gd name="csX6766" fmla="*/ 1165442 w 1722333"/>
              <a:gd name="csY6766" fmla="*/ 531334 h 531334"/>
              <a:gd name="csX6767" fmla="*/ 1165620 w 1722333"/>
              <a:gd name="csY6767" fmla="*/ 531334 h 531334"/>
              <a:gd name="csX6768" fmla="*/ 1165789 w 1722333"/>
              <a:gd name="csY6768" fmla="*/ 531334 h 531334"/>
              <a:gd name="csX6769" fmla="*/ 1165958 w 1722333"/>
              <a:gd name="csY6769" fmla="*/ 531334 h 531334"/>
              <a:gd name="csX6770" fmla="*/ 1166136 w 1722333"/>
              <a:gd name="csY6770" fmla="*/ 531334 h 531334"/>
              <a:gd name="csX6771" fmla="*/ 1166305 w 1722333"/>
              <a:gd name="csY6771" fmla="*/ 531334 h 531334"/>
              <a:gd name="csX6772" fmla="*/ 1166483 w 1722333"/>
              <a:gd name="csY6772" fmla="*/ 531334 h 531334"/>
              <a:gd name="csX6773" fmla="*/ 1166652 w 1722333"/>
              <a:gd name="csY6773" fmla="*/ 531334 h 531334"/>
              <a:gd name="csX6774" fmla="*/ 1166821 w 1722333"/>
              <a:gd name="csY6774" fmla="*/ 531334 h 531334"/>
              <a:gd name="csX6775" fmla="*/ 1166999 w 1722333"/>
              <a:gd name="csY6775" fmla="*/ 531334 h 531334"/>
              <a:gd name="csX6776" fmla="*/ 1167168 w 1722333"/>
              <a:gd name="csY6776" fmla="*/ 531334 h 531334"/>
              <a:gd name="csX6777" fmla="*/ 1167337 w 1722333"/>
              <a:gd name="csY6777" fmla="*/ 531334 h 531334"/>
              <a:gd name="csX6778" fmla="*/ 1167515 w 1722333"/>
              <a:gd name="csY6778" fmla="*/ 531334 h 531334"/>
              <a:gd name="csX6779" fmla="*/ 1167684 w 1722333"/>
              <a:gd name="csY6779" fmla="*/ 531334 h 531334"/>
              <a:gd name="csX6780" fmla="*/ 1167853 w 1722333"/>
              <a:gd name="csY6780" fmla="*/ 531334 h 531334"/>
              <a:gd name="csX6781" fmla="*/ 1168031 w 1722333"/>
              <a:gd name="csY6781" fmla="*/ 531334 h 531334"/>
              <a:gd name="csX6782" fmla="*/ 1168200 w 1722333"/>
              <a:gd name="csY6782" fmla="*/ 531334 h 531334"/>
              <a:gd name="csX6783" fmla="*/ 1168369 w 1722333"/>
              <a:gd name="csY6783" fmla="*/ 531334 h 531334"/>
              <a:gd name="csX6784" fmla="*/ 1168547 w 1722333"/>
              <a:gd name="csY6784" fmla="*/ 531334 h 531334"/>
              <a:gd name="csX6785" fmla="*/ 1168716 w 1722333"/>
              <a:gd name="csY6785" fmla="*/ 531334 h 531334"/>
              <a:gd name="csX6786" fmla="*/ 1168894 w 1722333"/>
              <a:gd name="csY6786" fmla="*/ 531334 h 531334"/>
              <a:gd name="csX6787" fmla="*/ 1169063 w 1722333"/>
              <a:gd name="csY6787" fmla="*/ 531334 h 531334"/>
              <a:gd name="csX6788" fmla="*/ 1169232 w 1722333"/>
              <a:gd name="csY6788" fmla="*/ 531334 h 531334"/>
              <a:gd name="csX6789" fmla="*/ 1169410 w 1722333"/>
              <a:gd name="csY6789" fmla="*/ 531334 h 531334"/>
              <a:gd name="csX6790" fmla="*/ 1169579 w 1722333"/>
              <a:gd name="csY6790" fmla="*/ 531334 h 531334"/>
              <a:gd name="csX6791" fmla="*/ 1169748 w 1722333"/>
              <a:gd name="csY6791" fmla="*/ 531334 h 531334"/>
              <a:gd name="csX6792" fmla="*/ 1169926 w 1722333"/>
              <a:gd name="csY6792" fmla="*/ 531334 h 531334"/>
              <a:gd name="csX6793" fmla="*/ 1170095 w 1722333"/>
              <a:gd name="csY6793" fmla="*/ 531334 h 531334"/>
              <a:gd name="csX6794" fmla="*/ 1170264 w 1722333"/>
              <a:gd name="csY6794" fmla="*/ 531334 h 531334"/>
              <a:gd name="csX6795" fmla="*/ 1170442 w 1722333"/>
              <a:gd name="csY6795" fmla="*/ 531334 h 531334"/>
              <a:gd name="csX6796" fmla="*/ 1170611 w 1722333"/>
              <a:gd name="csY6796" fmla="*/ 531334 h 531334"/>
              <a:gd name="csX6797" fmla="*/ 1170789 w 1722333"/>
              <a:gd name="csY6797" fmla="*/ 531334 h 531334"/>
              <a:gd name="csX6798" fmla="*/ 1170958 w 1722333"/>
              <a:gd name="csY6798" fmla="*/ 531334 h 531334"/>
              <a:gd name="csX6799" fmla="*/ 1171127 w 1722333"/>
              <a:gd name="csY6799" fmla="*/ 531334 h 531334"/>
              <a:gd name="csX6800" fmla="*/ 1171305 w 1722333"/>
              <a:gd name="csY6800" fmla="*/ 531334 h 531334"/>
              <a:gd name="csX6801" fmla="*/ 1171474 w 1722333"/>
              <a:gd name="csY6801" fmla="*/ 531334 h 531334"/>
              <a:gd name="csX6802" fmla="*/ 1171643 w 1722333"/>
              <a:gd name="csY6802" fmla="*/ 531334 h 531334"/>
              <a:gd name="csX6803" fmla="*/ 1171821 w 1722333"/>
              <a:gd name="csY6803" fmla="*/ 531334 h 531334"/>
              <a:gd name="csX6804" fmla="*/ 1171990 w 1722333"/>
              <a:gd name="csY6804" fmla="*/ 531334 h 531334"/>
              <a:gd name="csX6805" fmla="*/ 1172159 w 1722333"/>
              <a:gd name="csY6805" fmla="*/ 531334 h 531334"/>
              <a:gd name="csX6806" fmla="*/ 1172337 w 1722333"/>
              <a:gd name="csY6806" fmla="*/ 531334 h 531334"/>
              <a:gd name="csX6807" fmla="*/ 1172506 w 1722333"/>
              <a:gd name="csY6807" fmla="*/ 531334 h 531334"/>
              <a:gd name="csX6808" fmla="*/ 1172684 w 1722333"/>
              <a:gd name="csY6808" fmla="*/ 531334 h 531334"/>
              <a:gd name="csX6809" fmla="*/ 1172853 w 1722333"/>
              <a:gd name="csY6809" fmla="*/ 531334 h 531334"/>
              <a:gd name="csX6810" fmla="*/ 1173022 w 1722333"/>
              <a:gd name="csY6810" fmla="*/ 531334 h 531334"/>
              <a:gd name="csX6811" fmla="*/ 1173200 w 1722333"/>
              <a:gd name="csY6811" fmla="*/ 531334 h 531334"/>
              <a:gd name="csX6812" fmla="*/ 1173369 w 1722333"/>
              <a:gd name="csY6812" fmla="*/ 531334 h 531334"/>
              <a:gd name="csX6813" fmla="*/ 1173538 w 1722333"/>
              <a:gd name="csY6813" fmla="*/ 531334 h 531334"/>
              <a:gd name="csX6814" fmla="*/ 1173716 w 1722333"/>
              <a:gd name="csY6814" fmla="*/ 531334 h 531334"/>
              <a:gd name="csX6815" fmla="*/ 1173885 w 1722333"/>
              <a:gd name="csY6815" fmla="*/ 531334 h 531334"/>
              <a:gd name="csX6816" fmla="*/ 1174054 w 1722333"/>
              <a:gd name="csY6816" fmla="*/ 531334 h 531334"/>
              <a:gd name="csX6817" fmla="*/ 1174232 w 1722333"/>
              <a:gd name="csY6817" fmla="*/ 531334 h 531334"/>
              <a:gd name="csX6818" fmla="*/ 1174401 w 1722333"/>
              <a:gd name="csY6818" fmla="*/ 531334 h 531334"/>
              <a:gd name="csX6819" fmla="*/ 1174579 w 1722333"/>
              <a:gd name="csY6819" fmla="*/ 531334 h 531334"/>
              <a:gd name="csX6820" fmla="*/ 1174748 w 1722333"/>
              <a:gd name="csY6820" fmla="*/ 531334 h 531334"/>
              <a:gd name="csX6821" fmla="*/ 1174917 w 1722333"/>
              <a:gd name="csY6821" fmla="*/ 531334 h 531334"/>
              <a:gd name="csX6822" fmla="*/ 1175095 w 1722333"/>
              <a:gd name="csY6822" fmla="*/ 531334 h 531334"/>
              <a:gd name="csX6823" fmla="*/ 1175264 w 1722333"/>
              <a:gd name="csY6823" fmla="*/ 531334 h 531334"/>
              <a:gd name="csX6824" fmla="*/ 1175433 w 1722333"/>
              <a:gd name="csY6824" fmla="*/ 531334 h 531334"/>
              <a:gd name="csX6825" fmla="*/ 1175611 w 1722333"/>
              <a:gd name="csY6825" fmla="*/ 531334 h 531334"/>
              <a:gd name="csX6826" fmla="*/ 1175780 w 1722333"/>
              <a:gd name="csY6826" fmla="*/ 531334 h 531334"/>
              <a:gd name="csX6827" fmla="*/ 1175949 w 1722333"/>
              <a:gd name="csY6827" fmla="*/ 531334 h 531334"/>
              <a:gd name="csX6828" fmla="*/ 1176127 w 1722333"/>
              <a:gd name="csY6828" fmla="*/ 531334 h 531334"/>
              <a:gd name="csX6829" fmla="*/ 1176296 w 1722333"/>
              <a:gd name="csY6829" fmla="*/ 531334 h 531334"/>
              <a:gd name="csX6830" fmla="*/ 1176465 w 1722333"/>
              <a:gd name="csY6830" fmla="*/ 531334 h 531334"/>
              <a:gd name="csX6831" fmla="*/ 1176643 w 1722333"/>
              <a:gd name="csY6831" fmla="*/ 531334 h 531334"/>
              <a:gd name="csX6832" fmla="*/ 1176812 w 1722333"/>
              <a:gd name="csY6832" fmla="*/ 531334 h 531334"/>
              <a:gd name="csX6833" fmla="*/ 1176990 w 1722333"/>
              <a:gd name="csY6833" fmla="*/ 531334 h 531334"/>
              <a:gd name="csX6834" fmla="*/ 1177159 w 1722333"/>
              <a:gd name="csY6834" fmla="*/ 531334 h 531334"/>
              <a:gd name="csX6835" fmla="*/ 1177328 w 1722333"/>
              <a:gd name="csY6835" fmla="*/ 531334 h 531334"/>
              <a:gd name="csX6836" fmla="*/ 1177506 w 1722333"/>
              <a:gd name="csY6836" fmla="*/ 531334 h 531334"/>
              <a:gd name="csX6837" fmla="*/ 1177675 w 1722333"/>
              <a:gd name="csY6837" fmla="*/ 531334 h 531334"/>
              <a:gd name="csX6838" fmla="*/ 1177844 w 1722333"/>
              <a:gd name="csY6838" fmla="*/ 531334 h 531334"/>
              <a:gd name="csX6839" fmla="*/ 1178022 w 1722333"/>
              <a:gd name="csY6839" fmla="*/ 531334 h 531334"/>
              <a:gd name="csX6840" fmla="*/ 1178191 w 1722333"/>
              <a:gd name="csY6840" fmla="*/ 531334 h 531334"/>
              <a:gd name="csX6841" fmla="*/ 1178360 w 1722333"/>
              <a:gd name="csY6841" fmla="*/ 531334 h 531334"/>
              <a:gd name="csX6842" fmla="*/ 1178538 w 1722333"/>
              <a:gd name="csY6842" fmla="*/ 531334 h 531334"/>
              <a:gd name="csX6843" fmla="*/ 1178707 w 1722333"/>
              <a:gd name="csY6843" fmla="*/ 531334 h 531334"/>
              <a:gd name="csX6844" fmla="*/ 1178885 w 1722333"/>
              <a:gd name="csY6844" fmla="*/ 531334 h 531334"/>
              <a:gd name="csX6845" fmla="*/ 1179054 w 1722333"/>
              <a:gd name="csY6845" fmla="*/ 531334 h 531334"/>
              <a:gd name="csX6846" fmla="*/ 1179223 w 1722333"/>
              <a:gd name="csY6846" fmla="*/ 531334 h 531334"/>
              <a:gd name="csX6847" fmla="*/ 1179401 w 1722333"/>
              <a:gd name="csY6847" fmla="*/ 531334 h 531334"/>
              <a:gd name="csX6848" fmla="*/ 1179570 w 1722333"/>
              <a:gd name="csY6848" fmla="*/ 531334 h 531334"/>
              <a:gd name="csX6849" fmla="*/ 1179739 w 1722333"/>
              <a:gd name="csY6849" fmla="*/ 531334 h 531334"/>
              <a:gd name="csX6850" fmla="*/ 1179917 w 1722333"/>
              <a:gd name="csY6850" fmla="*/ 531334 h 531334"/>
              <a:gd name="csX6851" fmla="*/ 1180086 w 1722333"/>
              <a:gd name="csY6851" fmla="*/ 531334 h 531334"/>
              <a:gd name="csX6852" fmla="*/ 1180255 w 1722333"/>
              <a:gd name="csY6852" fmla="*/ 531334 h 531334"/>
              <a:gd name="csX6853" fmla="*/ 1180433 w 1722333"/>
              <a:gd name="csY6853" fmla="*/ 531334 h 531334"/>
              <a:gd name="csX6854" fmla="*/ 1180602 w 1722333"/>
              <a:gd name="csY6854" fmla="*/ 531334 h 531334"/>
              <a:gd name="csX6855" fmla="*/ 1180780 w 1722333"/>
              <a:gd name="csY6855" fmla="*/ 531334 h 531334"/>
              <a:gd name="csX6856" fmla="*/ 1180949 w 1722333"/>
              <a:gd name="csY6856" fmla="*/ 531334 h 531334"/>
              <a:gd name="csX6857" fmla="*/ 1181118 w 1722333"/>
              <a:gd name="csY6857" fmla="*/ 531334 h 531334"/>
              <a:gd name="csX6858" fmla="*/ 1181296 w 1722333"/>
              <a:gd name="csY6858" fmla="*/ 531334 h 531334"/>
              <a:gd name="csX6859" fmla="*/ 1181465 w 1722333"/>
              <a:gd name="csY6859" fmla="*/ 531334 h 531334"/>
              <a:gd name="csX6860" fmla="*/ 1181634 w 1722333"/>
              <a:gd name="csY6860" fmla="*/ 531334 h 531334"/>
              <a:gd name="csX6861" fmla="*/ 1181812 w 1722333"/>
              <a:gd name="csY6861" fmla="*/ 531334 h 531334"/>
              <a:gd name="csX6862" fmla="*/ 1181981 w 1722333"/>
              <a:gd name="csY6862" fmla="*/ 531334 h 531334"/>
              <a:gd name="csX6863" fmla="*/ 1182150 w 1722333"/>
              <a:gd name="csY6863" fmla="*/ 531334 h 531334"/>
              <a:gd name="csX6864" fmla="*/ 1182328 w 1722333"/>
              <a:gd name="csY6864" fmla="*/ 531334 h 531334"/>
              <a:gd name="csX6865" fmla="*/ 1182497 w 1722333"/>
              <a:gd name="csY6865" fmla="*/ 531334 h 531334"/>
              <a:gd name="csX6866" fmla="*/ 1182666 w 1722333"/>
              <a:gd name="csY6866" fmla="*/ 531334 h 531334"/>
              <a:gd name="csX6867" fmla="*/ 1182844 w 1722333"/>
              <a:gd name="csY6867" fmla="*/ 531334 h 531334"/>
              <a:gd name="csX6868" fmla="*/ 1183013 w 1722333"/>
              <a:gd name="csY6868" fmla="*/ 531334 h 531334"/>
              <a:gd name="csX6869" fmla="*/ 1183191 w 1722333"/>
              <a:gd name="csY6869" fmla="*/ 531334 h 531334"/>
              <a:gd name="csX6870" fmla="*/ 1183360 w 1722333"/>
              <a:gd name="csY6870" fmla="*/ 531334 h 531334"/>
              <a:gd name="csX6871" fmla="*/ 1183529 w 1722333"/>
              <a:gd name="csY6871" fmla="*/ 531334 h 531334"/>
              <a:gd name="csX6872" fmla="*/ 1183707 w 1722333"/>
              <a:gd name="csY6872" fmla="*/ 531334 h 531334"/>
              <a:gd name="csX6873" fmla="*/ 1183876 w 1722333"/>
              <a:gd name="csY6873" fmla="*/ 531334 h 531334"/>
              <a:gd name="csX6874" fmla="*/ 1184045 w 1722333"/>
              <a:gd name="csY6874" fmla="*/ 531334 h 531334"/>
              <a:gd name="csX6875" fmla="*/ 1184222 w 1722333"/>
              <a:gd name="csY6875" fmla="*/ 531334 h 531334"/>
              <a:gd name="csX6876" fmla="*/ 1184392 w 1722333"/>
              <a:gd name="csY6876" fmla="*/ 531334 h 531334"/>
              <a:gd name="csX6877" fmla="*/ 1184561 w 1722333"/>
              <a:gd name="csY6877" fmla="*/ 531334 h 531334"/>
              <a:gd name="csX6878" fmla="*/ 1184739 w 1722333"/>
              <a:gd name="csY6878" fmla="*/ 531334 h 531334"/>
              <a:gd name="csX6879" fmla="*/ 1184908 w 1722333"/>
              <a:gd name="csY6879" fmla="*/ 531334 h 531334"/>
              <a:gd name="csX6880" fmla="*/ 1185086 w 1722333"/>
              <a:gd name="csY6880" fmla="*/ 531334 h 531334"/>
              <a:gd name="csX6881" fmla="*/ 1185255 w 1722333"/>
              <a:gd name="csY6881" fmla="*/ 531334 h 531334"/>
              <a:gd name="csX6882" fmla="*/ 1185424 w 1722333"/>
              <a:gd name="csY6882" fmla="*/ 531334 h 531334"/>
              <a:gd name="csX6883" fmla="*/ 1185601 w 1722333"/>
              <a:gd name="csY6883" fmla="*/ 531334 h 531334"/>
              <a:gd name="csX6884" fmla="*/ 1185771 w 1722333"/>
              <a:gd name="csY6884" fmla="*/ 531334 h 531334"/>
              <a:gd name="csX6885" fmla="*/ 1185940 w 1722333"/>
              <a:gd name="csY6885" fmla="*/ 531334 h 531334"/>
              <a:gd name="csX6886" fmla="*/ 1186117 w 1722333"/>
              <a:gd name="csY6886" fmla="*/ 531334 h 531334"/>
              <a:gd name="csX6887" fmla="*/ 1186287 w 1722333"/>
              <a:gd name="csY6887" fmla="*/ 531334 h 531334"/>
              <a:gd name="csX6888" fmla="*/ 1186456 w 1722333"/>
              <a:gd name="csY6888" fmla="*/ 531334 h 531334"/>
              <a:gd name="csX6889" fmla="*/ 1186634 w 1722333"/>
              <a:gd name="csY6889" fmla="*/ 531334 h 531334"/>
              <a:gd name="csX6890" fmla="*/ 1186802 w 1722333"/>
              <a:gd name="csY6890" fmla="*/ 531334 h 531334"/>
              <a:gd name="csX6891" fmla="*/ 1186980 w 1722333"/>
              <a:gd name="csY6891" fmla="*/ 531334 h 531334"/>
              <a:gd name="csX6892" fmla="*/ 1187149 w 1722333"/>
              <a:gd name="csY6892" fmla="*/ 531334 h 531334"/>
              <a:gd name="csX6893" fmla="*/ 1187319 w 1722333"/>
              <a:gd name="csY6893" fmla="*/ 531334 h 531334"/>
              <a:gd name="csX6894" fmla="*/ 1187496 w 1722333"/>
              <a:gd name="csY6894" fmla="*/ 531334 h 531334"/>
              <a:gd name="csX6895" fmla="*/ 1187665 w 1722333"/>
              <a:gd name="csY6895" fmla="*/ 531334 h 531334"/>
              <a:gd name="csX6896" fmla="*/ 1187835 w 1722333"/>
              <a:gd name="csY6896" fmla="*/ 531334 h 531334"/>
              <a:gd name="csX6897" fmla="*/ 1188012 w 1722333"/>
              <a:gd name="csY6897" fmla="*/ 531334 h 531334"/>
              <a:gd name="csX6898" fmla="*/ 1188181 w 1722333"/>
              <a:gd name="csY6898" fmla="*/ 531334 h 531334"/>
              <a:gd name="csX6899" fmla="*/ 1188350 w 1722333"/>
              <a:gd name="csY6899" fmla="*/ 531334 h 531334"/>
              <a:gd name="csX6900" fmla="*/ 1188528 w 1722333"/>
              <a:gd name="csY6900" fmla="*/ 531334 h 531334"/>
              <a:gd name="csX6901" fmla="*/ 1188697 w 1722333"/>
              <a:gd name="csY6901" fmla="*/ 531334 h 531334"/>
              <a:gd name="csX6902" fmla="*/ 1188875 w 1722333"/>
              <a:gd name="csY6902" fmla="*/ 531334 h 531334"/>
              <a:gd name="csX6903" fmla="*/ 1189044 w 1722333"/>
              <a:gd name="csY6903" fmla="*/ 531334 h 531334"/>
              <a:gd name="csX6904" fmla="*/ 1189213 w 1722333"/>
              <a:gd name="csY6904" fmla="*/ 531334 h 531334"/>
              <a:gd name="csX6905" fmla="*/ 1189391 w 1722333"/>
              <a:gd name="csY6905" fmla="*/ 531334 h 531334"/>
              <a:gd name="csX6906" fmla="*/ 1189560 w 1722333"/>
              <a:gd name="csY6906" fmla="*/ 531334 h 531334"/>
              <a:gd name="csX6907" fmla="*/ 1189729 w 1722333"/>
              <a:gd name="csY6907" fmla="*/ 531334 h 531334"/>
              <a:gd name="csX6908" fmla="*/ 1189907 w 1722333"/>
              <a:gd name="csY6908" fmla="*/ 531334 h 531334"/>
              <a:gd name="csX6909" fmla="*/ 1190076 w 1722333"/>
              <a:gd name="csY6909" fmla="*/ 531334 h 531334"/>
              <a:gd name="csX6910" fmla="*/ 1190245 w 1722333"/>
              <a:gd name="csY6910" fmla="*/ 531334 h 531334"/>
              <a:gd name="csX6911" fmla="*/ 1190423 w 1722333"/>
              <a:gd name="csY6911" fmla="*/ 531334 h 531334"/>
              <a:gd name="csX6912" fmla="*/ 1190592 w 1722333"/>
              <a:gd name="csY6912" fmla="*/ 531334 h 531334"/>
              <a:gd name="csX6913" fmla="*/ 1190761 w 1722333"/>
              <a:gd name="csY6913" fmla="*/ 531334 h 531334"/>
              <a:gd name="csX6914" fmla="*/ 1190939 w 1722333"/>
              <a:gd name="csY6914" fmla="*/ 531334 h 531334"/>
              <a:gd name="csX6915" fmla="*/ 1191108 w 1722333"/>
              <a:gd name="csY6915" fmla="*/ 531334 h 531334"/>
              <a:gd name="csX6916" fmla="*/ 1191286 w 1722333"/>
              <a:gd name="csY6916" fmla="*/ 531334 h 531334"/>
              <a:gd name="csX6917" fmla="*/ 1191455 w 1722333"/>
              <a:gd name="csY6917" fmla="*/ 531334 h 531334"/>
              <a:gd name="csX6918" fmla="*/ 1191624 w 1722333"/>
              <a:gd name="csY6918" fmla="*/ 531334 h 531334"/>
              <a:gd name="csX6919" fmla="*/ 1191802 w 1722333"/>
              <a:gd name="csY6919" fmla="*/ 531334 h 531334"/>
              <a:gd name="csX6920" fmla="*/ 1191971 w 1722333"/>
              <a:gd name="csY6920" fmla="*/ 531334 h 531334"/>
              <a:gd name="csX6921" fmla="*/ 1192140 w 1722333"/>
              <a:gd name="csY6921" fmla="*/ 531334 h 531334"/>
              <a:gd name="csX6922" fmla="*/ 1192318 w 1722333"/>
              <a:gd name="csY6922" fmla="*/ 531334 h 531334"/>
              <a:gd name="csX6923" fmla="*/ 1192487 w 1722333"/>
              <a:gd name="csY6923" fmla="*/ 531334 h 531334"/>
              <a:gd name="csX6924" fmla="*/ 1192656 w 1722333"/>
              <a:gd name="csY6924" fmla="*/ 531334 h 531334"/>
              <a:gd name="csX6925" fmla="*/ 1192834 w 1722333"/>
              <a:gd name="csY6925" fmla="*/ 531334 h 531334"/>
              <a:gd name="csX6926" fmla="*/ 1193003 w 1722333"/>
              <a:gd name="csY6926" fmla="*/ 531334 h 531334"/>
              <a:gd name="csX6927" fmla="*/ 1193181 w 1722333"/>
              <a:gd name="csY6927" fmla="*/ 531334 h 531334"/>
              <a:gd name="csX6928" fmla="*/ 1193350 w 1722333"/>
              <a:gd name="csY6928" fmla="*/ 531334 h 531334"/>
              <a:gd name="csX6929" fmla="*/ 1193519 w 1722333"/>
              <a:gd name="csY6929" fmla="*/ 531334 h 531334"/>
              <a:gd name="csX6930" fmla="*/ 1193697 w 1722333"/>
              <a:gd name="csY6930" fmla="*/ 531334 h 531334"/>
              <a:gd name="csX6931" fmla="*/ 1193866 w 1722333"/>
              <a:gd name="csY6931" fmla="*/ 531334 h 531334"/>
              <a:gd name="csX6932" fmla="*/ 1194035 w 1722333"/>
              <a:gd name="csY6932" fmla="*/ 531334 h 531334"/>
              <a:gd name="csX6933" fmla="*/ 1194213 w 1722333"/>
              <a:gd name="csY6933" fmla="*/ 531334 h 531334"/>
              <a:gd name="csX6934" fmla="*/ 1194382 w 1722333"/>
              <a:gd name="csY6934" fmla="*/ 531334 h 531334"/>
              <a:gd name="csX6935" fmla="*/ 1194551 w 1722333"/>
              <a:gd name="csY6935" fmla="*/ 531334 h 531334"/>
              <a:gd name="csX6936" fmla="*/ 1194729 w 1722333"/>
              <a:gd name="csY6936" fmla="*/ 531334 h 531334"/>
              <a:gd name="csX6937" fmla="*/ 1194898 w 1722333"/>
              <a:gd name="csY6937" fmla="*/ 531334 h 531334"/>
              <a:gd name="csX6938" fmla="*/ 1195076 w 1722333"/>
              <a:gd name="csY6938" fmla="*/ 531334 h 531334"/>
              <a:gd name="csX6939" fmla="*/ 1195245 w 1722333"/>
              <a:gd name="csY6939" fmla="*/ 531334 h 531334"/>
              <a:gd name="csX6940" fmla="*/ 1195414 w 1722333"/>
              <a:gd name="csY6940" fmla="*/ 531334 h 531334"/>
              <a:gd name="csX6941" fmla="*/ 1195592 w 1722333"/>
              <a:gd name="csY6941" fmla="*/ 531334 h 531334"/>
              <a:gd name="csX6942" fmla="*/ 1195761 w 1722333"/>
              <a:gd name="csY6942" fmla="*/ 531334 h 531334"/>
              <a:gd name="csX6943" fmla="*/ 1195930 w 1722333"/>
              <a:gd name="csY6943" fmla="*/ 531334 h 531334"/>
              <a:gd name="csX6944" fmla="*/ 1196108 w 1722333"/>
              <a:gd name="csY6944" fmla="*/ 531334 h 531334"/>
              <a:gd name="csX6945" fmla="*/ 1196277 w 1722333"/>
              <a:gd name="csY6945" fmla="*/ 531334 h 531334"/>
              <a:gd name="csX6946" fmla="*/ 1196446 w 1722333"/>
              <a:gd name="csY6946" fmla="*/ 531334 h 531334"/>
              <a:gd name="csX6947" fmla="*/ 1196624 w 1722333"/>
              <a:gd name="csY6947" fmla="*/ 531334 h 531334"/>
              <a:gd name="csX6948" fmla="*/ 1196793 w 1722333"/>
              <a:gd name="csY6948" fmla="*/ 531334 h 531334"/>
              <a:gd name="csX6949" fmla="*/ 1196971 w 1722333"/>
              <a:gd name="csY6949" fmla="*/ 531334 h 531334"/>
              <a:gd name="csX6950" fmla="*/ 1197140 w 1722333"/>
              <a:gd name="csY6950" fmla="*/ 531334 h 531334"/>
              <a:gd name="csX6951" fmla="*/ 1197309 w 1722333"/>
              <a:gd name="csY6951" fmla="*/ 531334 h 531334"/>
              <a:gd name="csX6952" fmla="*/ 1197487 w 1722333"/>
              <a:gd name="csY6952" fmla="*/ 531334 h 531334"/>
              <a:gd name="csX6953" fmla="*/ 1197656 w 1722333"/>
              <a:gd name="csY6953" fmla="*/ 531334 h 531334"/>
              <a:gd name="csX6954" fmla="*/ 1197825 w 1722333"/>
              <a:gd name="csY6954" fmla="*/ 531334 h 531334"/>
              <a:gd name="csX6955" fmla="*/ 1198003 w 1722333"/>
              <a:gd name="csY6955" fmla="*/ 531334 h 531334"/>
              <a:gd name="csX6956" fmla="*/ 1198172 w 1722333"/>
              <a:gd name="csY6956" fmla="*/ 531334 h 531334"/>
              <a:gd name="csX6957" fmla="*/ 1198341 w 1722333"/>
              <a:gd name="csY6957" fmla="*/ 531334 h 531334"/>
              <a:gd name="csX6958" fmla="*/ 1198519 w 1722333"/>
              <a:gd name="csY6958" fmla="*/ 531334 h 531334"/>
              <a:gd name="csX6959" fmla="*/ 1198688 w 1722333"/>
              <a:gd name="csY6959" fmla="*/ 531334 h 531334"/>
              <a:gd name="csX6960" fmla="*/ 1198857 w 1722333"/>
              <a:gd name="csY6960" fmla="*/ 531334 h 531334"/>
              <a:gd name="csX6961" fmla="*/ 1199035 w 1722333"/>
              <a:gd name="csY6961" fmla="*/ 531334 h 531334"/>
              <a:gd name="csX6962" fmla="*/ 1199204 w 1722333"/>
              <a:gd name="csY6962" fmla="*/ 531334 h 531334"/>
              <a:gd name="csX6963" fmla="*/ 1199382 w 1722333"/>
              <a:gd name="csY6963" fmla="*/ 531334 h 531334"/>
              <a:gd name="csX6964" fmla="*/ 1199551 w 1722333"/>
              <a:gd name="csY6964" fmla="*/ 531334 h 531334"/>
              <a:gd name="csX6965" fmla="*/ 1199720 w 1722333"/>
              <a:gd name="csY6965" fmla="*/ 531334 h 531334"/>
              <a:gd name="csX6966" fmla="*/ 1199898 w 1722333"/>
              <a:gd name="csY6966" fmla="*/ 531334 h 531334"/>
              <a:gd name="csX6967" fmla="*/ 1200067 w 1722333"/>
              <a:gd name="csY6967" fmla="*/ 531334 h 531334"/>
              <a:gd name="csX6968" fmla="*/ 1200236 w 1722333"/>
              <a:gd name="csY6968" fmla="*/ 531334 h 531334"/>
              <a:gd name="csX6969" fmla="*/ 1200414 w 1722333"/>
              <a:gd name="csY6969" fmla="*/ 531334 h 531334"/>
              <a:gd name="csX6970" fmla="*/ 1200583 w 1722333"/>
              <a:gd name="csY6970" fmla="*/ 531334 h 531334"/>
              <a:gd name="csX6971" fmla="*/ 1200752 w 1722333"/>
              <a:gd name="csY6971" fmla="*/ 531334 h 531334"/>
              <a:gd name="csX6972" fmla="*/ 1200930 w 1722333"/>
              <a:gd name="csY6972" fmla="*/ 531334 h 531334"/>
              <a:gd name="csX6973" fmla="*/ 1201099 w 1722333"/>
              <a:gd name="csY6973" fmla="*/ 531334 h 531334"/>
              <a:gd name="csX6974" fmla="*/ 1201277 w 1722333"/>
              <a:gd name="csY6974" fmla="*/ 531334 h 531334"/>
              <a:gd name="csX6975" fmla="*/ 1201446 w 1722333"/>
              <a:gd name="csY6975" fmla="*/ 531334 h 531334"/>
              <a:gd name="csX6976" fmla="*/ 1201615 w 1722333"/>
              <a:gd name="csY6976" fmla="*/ 531334 h 531334"/>
              <a:gd name="csX6977" fmla="*/ 1201793 w 1722333"/>
              <a:gd name="csY6977" fmla="*/ 531334 h 531334"/>
              <a:gd name="csX6978" fmla="*/ 1201962 w 1722333"/>
              <a:gd name="csY6978" fmla="*/ 531334 h 531334"/>
              <a:gd name="csX6979" fmla="*/ 1202131 w 1722333"/>
              <a:gd name="csY6979" fmla="*/ 531334 h 531334"/>
              <a:gd name="csX6980" fmla="*/ 1202309 w 1722333"/>
              <a:gd name="csY6980" fmla="*/ 531334 h 531334"/>
              <a:gd name="csX6981" fmla="*/ 1202478 w 1722333"/>
              <a:gd name="csY6981" fmla="*/ 531334 h 531334"/>
              <a:gd name="csX6982" fmla="*/ 1202647 w 1722333"/>
              <a:gd name="csY6982" fmla="*/ 531334 h 531334"/>
              <a:gd name="csX6983" fmla="*/ 1202825 w 1722333"/>
              <a:gd name="csY6983" fmla="*/ 531334 h 531334"/>
              <a:gd name="csX6984" fmla="*/ 1202994 w 1722333"/>
              <a:gd name="csY6984" fmla="*/ 531334 h 531334"/>
              <a:gd name="csX6985" fmla="*/ 1203172 w 1722333"/>
              <a:gd name="csY6985" fmla="*/ 531334 h 531334"/>
              <a:gd name="csX6986" fmla="*/ 1203341 w 1722333"/>
              <a:gd name="csY6986" fmla="*/ 531334 h 531334"/>
              <a:gd name="csX6987" fmla="*/ 1203510 w 1722333"/>
              <a:gd name="csY6987" fmla="*/ 531334 h 531334"/>
              <a:gd name="csX6988" fmla="*/ 1203688 w 1722333"/>
              <a:gd name="csY6988" fmla="*/ 531334 h 531334"/>
              <a:gd name="csX6989" fmla="*/ 1203857 w 1722333"/>
              <a:gd name="csY6989" fmla="*/ 531334 h 531334"/>
              <a:gd name="csX6990" fmla="*/ 1204026 w 1722333"/>
              <a:gd name="csY6990" fmla="*/ 531334 h 531334"/>
              <a:gd name="csX6991" fmla="*/ 1204204 w 1722333"/>
              <a:gd name="csY6991" fmla="*/ 531334 h 531334"/>
              <a:gd name="csX6992" fmla="*/ 1204373 w 1722333"/>
              <a:gd name="csY6992" fmla="*/ 531334 h 531334"/>
              <a:gd name="csX6993" fmla="*/ 1204542 w 1722333"/>
              <a:gd name="csY6993" fmla="*/ 531334 h 531334"/>
              <a:gd name="csX6994" fmla="*/ 1204720 w 1722333"/>
              <a:gd name="csY6994" fmla="*/ 531334 h 531334"/>
              <a:gd name="csX6995" fmla="*/ 1204889 w 1722333"/>
              <a:gd name="csY6995" fmla="*/ 531334 h 531334"/>
              <a:gd name="csX6996" fmla="*/ 1205067 w 1722333"/>
              <a:gd name="csY6996" fmla="*/ 531334 h 531334"/>
              <a:gd name="csX6997" fmla="*/ 1205236 w 1722333"/>
              <a:gd name="csY6997" fmla="*/ 531334 h 531334"/>
              <a:gd name="csX6998" fmla="*/ 1205405 w 1722333"/>
              <a:gd name="csY6998" fmla="*/ 531334 h 531334"/>
              <a:gd name="csX6999" fmla="*/ 1205583 w 1722333"/>
              <a:gd name="csY6999" fmla="*/ 531334 h 531334"/>
              <a:gd name="csX7000" fmla="*/ 1205752 w 1722333"/>
              <a:gd name="csY7000" fmla="*/ 531334 h 531334"/>
              <a:gd name="csX7001" fmla="*/ 1205921 w 1722333"/>
              <a:gd name="csY7001" fmla="*/ 531334 h 531334"/>
              <a:gd name="csX7002" fmla="*/ 1206099 w 1722333"/>
              <a:gd name="csY7002" fmla="*/ 531334 h 531334"/>
              <a:gd name="csX7003" fmla="*/ 1206268 w 1722333"/>
              <a:gd name="csY7003" fmla="*/ 531334 h 531334"/>
              <a:gd name="csX7004" fmla="*/ 1206437 w 1722333"/>
              <a:gd name="csY7004" fmla="*/ 531334 h 531334"/>
              <a:gd name="csX7005" fmla="*/ 1206615 w 1722333"/>
              <a:gd name="csY7005" fmla="*/ 531334 h 531334"/>
              <a:gd name="csX7006" fmla="*/ 1206784 w 1722333"/>
              <a:gd name="csY7006" fmla="*/ 531334 h 531334"/>
              <a:gd name="csX7007" fmla="*/ 1206953 w 1722333"/>
              <a:gd name="csY7007" fmla="*/ 531334 h 531334"/>
              <a:gd name="csX7008" fmla="*/ 1207131 w 1722333"/>
              <a:gd name="csY7008" fmla="*/ 531334 h 531334"/>
              <a:gd name="csX7009" fmla="*/ 1207300 w 1722333"/>
              <a:gd name="csY7009" fmla="*/ 531334 h 531334"/>
              <a:gd name="csX7010" fmla="*/ 1207478 w 1722333"/>
              <a:gd name="csY7010" fmla="*/ 531334 h 531334"/>
              <a:gd name="csX7011" fmla="*/ 1207647 w 1722333"/>
              <a:gd name="csY7011" fmla="*/ 531334 h 531334"/>
              <a:gd name="csX7012" fmla="*/ 1207816 w 1722333"/>
              <a:gd name="csY7012" fmla="*/ 531334 h 531334"/>
              <a:gd name="csX7013" fmla="*/ 1207994 w 1722333"/>
              <a:gd name="csY7013" fmla="*/ 531334 h 531334"/>
              <a:gd name="csX7014" fmla="*/ 1208163 w 1722333"/>
              <a:gd name="csY7014" fmla="*/ 531334 h 531334"/>
              <a:gd name="csX7015" fmla="*/ 1208332 w 1722333"/>
              <a:gd name="csY7015" fmla="*/ 531334 h 531334"/>
              <a:gd name="csX7016" fmla="*/ 1208510 w 1722333"/>
              <a:gd name="csY7016" fmla="*/ 531334 h 531334"/>
              <a:gd name="csX7017" fmla="*/ 1208679 w 1722333"/>
              <a:gd name="csY7017" fmla="*/ 531334 h 531334"/>
              <a:gd name="csX7018" fmla="*/ 1208848 w 1722333"/>
              <a:gd name="csY7018" fmla="*/ 531334 h 531334"/>
              <a:gd name="csX7019" fmla="*/ 1209026 w 1722333"/>
              <a:gd name="csY7019" fmla="*/ 531334 h 531334"/>
              <a:gd name="csX7020" fmla="*/ 1209195 w 1722333"/>
              <a:gd name="csY7020" fmla="*/ 531334 h 531334"/>
              <a:gd name="csX7021" fmla="*/ 1209373 w 1722333"/>
              <a:gd name="csY7021" fmla="*/ 531334 h 531334"/>
              <a:gd name="csX7022" fmla="*/ 1209542 w 1722333"/>
              <a:gd name="csY7022" fmla="*/ 531334 h 531334"/>
              <a:gd name="csX7023" fmla="*/ 1209711 w 1722333"/>
              <a:gd name="csY7023" fmla="*/ 531334 h 531334"/>
              <a:gd name="csX7024" fmla="*/ 1209889 w 1722333"/>
              <a:gd name="csY7024" fmla="*/ 531334 h 531334"/>
              <a:gd name="csX7025" fmla="*/ 1210058 w 1722333"/>
              <a:gd name="csY7025" fmla="*/ 531334 h 531334"/>
              <a:gd name="csX7026" fmla="*/ 1210227 w 1722333"/>
              <a:gd name="csY7026" fmla="*/ 531334 h 531334"/>
              <a:gd name="csX7027" fmla="*/ 1210405 w 1722333"/>
              <a:gd name="csY7027" fmla="*/ 531334 h 531334"/>
              <a:gd name="csX7028" fmla="*/ 1210574 w 1722333"/>
              <a:gd name="csY7028" fmla="*/ 531334 h 531334"/>
              <a:gd name="csX7029" fmla="*/ 1210743 w 1722333"/>
              <a:gd name="csY7029" fmla="*/ 531334 h 531334"/>
              <a:gd name="csX7030" fmla="*/ 1210921 w 1722333"/>
              <a:gd name="csY7030" fmla="*/ 531334 h 531334"/>
              <a:gd name="csX7031" fmla="*/ 1211090 w 1722333"/>
              <a:gd name="csY7031" fmla="*/ 531334 h 531334"/>
              <a:gd name="csX7032" fmla="*/ 1211268 w 1722333"/>
              <a:gd name="csY7032" fmla="*/ 531334 h 531334"/>
              <a:gd name="csX7033" fmla="*/ 1211437 w 1722333"/>
              <a:gd name="csY7033" fmla="*/ 531334 h 531334"/>
              <a:gd name="csX7034" fmla="*/ 1211606 w 1722333"/>
              <a:gd name="csY7034" fmla="*/ 531334 h 531334"/>
              <a:gd name="csX7035" fmla="*/ 1211784 w 1722333"/>
              <a:gd name="csY7035" fmla="*/ 531334 h 531334"/>
              <a:gd name="csX7036" fmla="*/ 1211953 w 1722333"/>
              <a:gd name="csY7036" fmla="*/ 531334 h 531334"/>
              <a:gd name="csX7037" fmla="*/ 1212122 w 1722333"/>
              <a:gd name="csY7037" fmla="*/ 531334 h 531334"/>
              <a:gd name="csX7038" fmla="*/ 1212300 w 1722333"/>
              <a:gd name="csY7038" fmla="*/ 531334 h 531334"/>
              <a:gd name="csX7039" fmla="*/ 1212469 w 1722333"/>
              <a:gd name="csY7039" fmla="*/ 531334 h 531334"/>
              <a:gd name="csX7040" fmla="*/ 1212638 w 1722333"/>
              <a:gd name="csY7040" fmla="*/ 531334 h 531334"/>
              <a:gd name="csX7041" fmla="*/ 1212816 w 1722333"/>
              <a:gd name="csY7041" fmla="*/ 531334 h 531334"/>
              <a:gd name="csX7042" fmla="*/ 1212985 w 1722333"/>
              <a:gd name="csY7042" fmla="*/ 531334 h 531334"/>
              <a:gd name="csX7043" fmla="*/ 1213163 w 1722333"/>
              <a:gd name="csY7043" fmla="*/ 531334 h 531334"/>
              <a:gd name="csX7044" fmla="*/ 1213332 w 1722333"/>
              <a:gd name="csY7044" fmla="*/ 531334 h 531334"/>
              <a:gd name="csX7045" fmla="*/ 1213501 w 1722333"/>
              <a:gd name="csY7045" fmla="*/ 531334 h 531334"/>
              <a:gd name="csX7046" fmla="*/ 1213679 w 1722333"/>
              <a:gd name="csY7046" fmla="*/ 531334 h 531334"/>
              <a:gd name="csX7047" fmla="*/ 1213848 w 1722333"/>
              <a:gd name="csY7047" fmla="*/ 531334 h 531334"/>
              <a:gd name="csX7048" fmla="*/ 1214017 w 1722333"/>
              <a:gd name="csY7048" fmla="*/ 531334 h 531334"/>
              <a:gd name="csX7049" fmla="*/ 1214195 w 1722333"/>
              <a:gd name="csY7049" fmla="*/ 531334 h 531334"/>
              <a:gd name="csX7050" fmla="*/ 1214364 w 1722333"/>
              <a:gd name="csY7050" fmla="*/ 531334 h 531334"/>
              <a:gd name="csX7051" fmla="*/ 1214533 w 1722333"/>
              <a:gd name="csY7051" fmla="*/ 531334 h 531334"/>
              <a:gd name="csX7052" fmla="*/ 1214711 w 1722333"/>
              <a:gd name="csY7052" fmla="*/ 531334 h 531334"/>
              <a:gd name="csX7053" fmla="*/ 1214880 w 1722333"/>
              <a:gd name="csY7053" fmla="*/ 531334 h 531334"/>
              <a:gd name="csX7054" fmla="*/ 1215049 w 1722333"/>
              <a:gd name="csY7054" fmla="*/ 531334 h 531334"/>
              <a:gd name="csX7055" fmla="*/ 1215227 w 1722333"/>
              <a:gd name="csY7055" fmla="*/ 531334 h 531334"/>
              <a:gd name="csX7056" fmla="*/ 1215396 w 1722333"/>
              <a:gd name="csY7056" fmla="*/ 531334 h 531334"/>
              <a:gd name="csX7057" fmla="*/ 1215574 w 1722333"/>
              <a:gd name="csY7057" fmla="*/ 531334 h 531334"/>
              <a:gd name="csX7058" fmla="*/ 1215743 w 1722333"/>
              <a:gd name="csY7058" fmla="*/ 531334 h 531334"/>
              <a:gd name="csX7059" fmla="*/ 1215912 w 1722333"/>
              <a:gd name="csY7059" fmla="*/ 531334 h 531334"/>
              <a:gd name="csX7060" fmla="*/ 1216090 w 1722333"/>
              <a:gd name="csY7060" fmla="*/ 531334 h 531334"/>
              <a:gd name="csX7061" fmla="*/ 1216259 w 1722333"/>
              <a:gd name="csY7061" fmla="*/ 531334 h 531334"/>
              <a:gd name="csX7062" fmla="*/ 1216428 w 1722333"/>
              <a:gd name="csY7062" fmla="*/ 531334 h 531334"/>
              <a:gd name="csX7063" fmla="*/ 1216606 w 1722333"/>
              <a:gd name="csY7063" fmla="*/ 531334 h 531334"/>
              <a:gd name="csX7064" fmla="*/ 1216775 w 1722333"/>
              <a:gd name="csY7064" fmla="*/ 531334 h 531334"/>
              <a:gd name="csX7065" fmla="*/ 1216944 w 1722333"/>
              <a:gd name="csY7065" fmla="*/ 531334 h 531334"/>
              <a:gd name="csX7066" fmla="*/ 1217122 w 1722333"/>
              <a:gd name="csY7066" fmla="*/ 531334 h 531334"/>
              <a:gd name="csX7067" fmla="*/ 1217291 w 1722333"/>
              <a:gd name="csY7067" fmla="*/ 531334 h 531334"/>
              <a:gd name="csX7068" fmla="*/ 1217469 w 1722333"/>
              <a:gd name="csY7068" fmla="*/ 531334 h 531334"/>
              <a:gd name="csX7069" fmla="*/ 1217638 w 1722333"/>
              <a:gd name="csY7069" fmla="*/ 531334 h 531334"/>
              <a:gd name="csX7070" fmla="*/ 1217807 w 1722333"/>
              <a:gd name="csY7070" fmla="*/ 531334 h 531334"/>
              <a:gd name="csX7071" fmla="*/ 1217985 w 1722333"/>
              <a:gd name="csY7071" fmla="*/ 531334 h 531334"/>
              <a:gd name="csX7072" fmla="*/ 1218154 w 1722333"/>
              <a:gd name="csY7072" fmla="*/ 531334 h 531334"/>
              <a:gd name="csX7073" fmla="*/ 1218323 w 1722333"/>
              <a:gd name="csY7073" fmla="*/ 531334 h 531334"/>
              <a:gd name="csX7074" fmla="*/ 1218501 w 1722333"/>
              <a:gd name="csY7074" fmla="*/ 531334 h 531334"/>
              <a:gd name="csX7075" fmla="*/ 1218670 w 1722333"/>
              <a:gd name="csY7075" fmla="*/ 531334 h 531334"/>
              <a:gd name="csX7076" fmla="*/ 1218839 w 1722333"/>
              <a:gd name="csY7076" fmla="*/ 531334 h 531334"/>
              <a:gd name="csX7077" fmla="*/ 1219017 w 1722333"/>
              <a:gd name="csY7077" fmla="*/ 531334 h 531334"/>
              <a:gd name="csX7078" fmla="*/ 1219186 w 1722333"/>
              <a:gd name="csY7078" fmla="*/ 531334 h 531334"/>
              <a:gd name="csX7079" fmla="*/ 1219363 w 1722333"/>
              <a:gd name="csY7079" fmla="*/ 531334 h 531334"/>
              <a:gd name="csX7080" fmla="*/ 1219533 w 1722333"/>
              <a:gd name="csY7080" fmla="*/ 531334 h 531334"/>
              <a:gd name="csX7081" fmla="*/ 1219702 w 1722333"/>
              <a:gd name="csY7081" fmla="*/ 531334 h 531334"/>
              <a:gd name="csX7082" fmla="*/ 1219880 w 1722333"/>
              <a:gd name="csY7082" fmla="*/ 531334 h 531334"/>
              <a:gd name="csX7083" fmla="*/ 1220049 w 1722333"/>
              <a:gd name="csY7083" fmla="*/ 531334 h 531334"/>
              <a:gd name="csX7084" fmla="*/ 1220218 w 1722333"/>
              <a:gd name="csY7084" fmla="*/ 531334 h 531334"/>
              <a:gd name="csX7085" fmla="*/ 1220395 w 1722333"/>
              <a:gd name="csY7085" fmla="*/ 531334 h 531334"/>
              <a:gd name="csX7086" fmla="*/ 1220565 w 1722333"/>
              <a:gd name="csY7086" fmla="*/ 531334 h 531334"/>
              <a:gd name="csX7087" fmla="*/ 1220734 w 1722333"/>
              <a:gd name="csY7087" fmla="*/ 531334 h 531334"/>
              <a:gd name="csX7088" fmla="*/ 1220912 w 1722333"/>
              <a:gd name="csY7088" fmla="*/ 531334 h 531334"/>
              <a:gd name="csX7089" fmla="*/ 1221081 w 1722333"/>
              <a:gd name="csY7089" fmla="*/ 531334 h 531334"/>
              <a:gd name="csX7090" fmla="*/ 1221258 w 1722333"/>
              <a:gd name="csY7090" fmla="*/ 531334 h 531334"/>
              <a:gd name="csX7091" fmla="*/ 1221428 w 1722333"/>
              <a:gd name="csY7091" fmla="*/ 531334 h 531334"/>
              <a:gd name="csX7092" fmla="*/ 1221596 w 1722333"/>
              <a:gd name="csY7092" fmla="*/ 531334 h 531334"/>
              <a:gd name="csX7093" fmla="*/ 1221774 w 1722333"/>
              <a:gd name="csY7093" fmla="*/ 531334 h 531334"/>
              <a:gd name="csX7094" fmla="*/ 1221943 w 1722333"/>
              <a:gd name="csY7094" fmla="*/ 531334 h 531334"/>
              <a:gd name="csX7095" fmla="*/ 1222113 w 1722333"/>
              <a:gd name="csY7095" fmla="*/ 531334 h 531334"/>
              <a:gd name="csX7096" fmla="*/ 1222290 w 1722333"/>
              <a:gd name="csY7096" fmla="*/ 531334 h 531334"/>
              <a:gd name="csX7097" fmla="*/ 1222460 w 1722333"/>
              <a:gd name="csY7097" fmla="*/ 531334 h 531334"/>
              <a:gd name="csX7098" fmla="*/ 1222629 w 1722333"/>
              <a:gd name="csY7098" fmla="*/ 531334 h 531334"/>
              <a:gd name="csX7099" fmla="*/ 1222806 w 1722333"/>
              <a:gd name="csY7099" fmla="*/ 531334 h 531334"/>
              <a:gd name="csX7100" fmla="*/ 1222975 w 1722333"/>
              <a:gd name="csY7100" fmla="*/ 531334 h 531334"/>
              <a:gd name="csX7101" fmla="*/ 1223144 w 1722333"/>
              <a:gd name="csY7101" fmla="*/ 531334 h 531334"/>
              <a:gd name="csX7102" fmla="*/ 1223322 w 1722333"/>
              <a:gd name="csY7102" fmla="*/ 531334 h 531334"/>
              <a:gd name="csX7103" fmla="*/ 1223491 w 1722333"/>
              <a:gd name="csY7103" fmla="*/ 531334 h 531334"/>
              <a:gd name="csX7104" fmla="*/ 1223669 w 1722333"/>
              <a:gd name="csY7104" fmla="*/ 531334 h 531334"/>
              <a:gd name="csX7105" fmla="*/ 1223838 w 1722333"/>
              <a:gd name="csY7105" fmla="*/ 531334 h 531334"/>
              <a:gd name="csX7106" fmla="*/ 1224007 w 1722333"/>
              <a:gd name="csY7106" fmla="*/ 531334 h 531334"/>
              <a:gd name="csX7107" fmla="*/ 1224185 w 1722333"/>
              <a:gd name="csY7107" fmla="*/ 531334 h 531334"/>
              <a:gd name="csX7108" fmla="*/ 1224354 w 1722333"/>
              <a:gd name="csY7108" fmla="*/ 531334 h 531334"/>
              <a:gd name="csX7109" fmla="*/ 1224523 w 1722333"/>
              <a:gd name="csY7109" fmla="*/ 531334 h 531334"/>
              <a:gd name="csX7110" fmla="*/ 1224701 w 1722333"/>
              <a:gd name="csY7110" fmla="*/ 531334 h 531334"/>
              <a:gd name="csX7111" fmla="*/ 1224870 w 1722333"/>
              <a:gd name="csY7111" fmla="*/ 531334 h 531334"/>
              <a:gd name="csX7112" fmla="*/ 1225039 w 1722333"/>
              <a:gd name="csY7112" fmla="*/ 531334 h 531334"/>
              <a:gd name="csX7113" fmla="*/ 1225217 w 1722333"/>
              <a:gd name="csY7113" fmla="*/ 531334 h 531334"/>
              <a:gd name="csX7114" fmla="*/ 1225386 w 1722333"/>
              <a:gd name="csY7114" fmla="*/ 531334 h 531334"/>
              <a:gd name="csX7115" fmla="*/ 1225564 w 1722333"/>
              <a:gd name="csY7115" fmla="*/ 531334 h 531334"/>
              <a:gd name="csX7116" fmla="*/ 1225733 w 1722333"/>
              <a:gd name="csY7116" fmla="*/ 531334 h 531334"/>
              <a:gd name="csX7117" fmla="*/ 1225902 w 1722333"/>
              <a:gd name="csY7117" fmla="*/ 531334 h 531334"/>
              <a:gd name="csX7118" fmla="*/ 1226080 w 1722333"/>
              <a:gd name="csY7118" fmla="*/ 531334 h 531334"/>
              <a:gd name="csX7119" fmla="*/ 1226249 w 1722333"/>
              <a:gd name="csY7119" fmla="*/ 531334 h 531334"/>
              <a:gd name="csX7120" fmla="*/ 1226418 w 1722333"/>
              <a:gd name="csY7120" fmla="*/ 531334 h 531334"/>
              <a:gd name="csX7121" fmla="*/ 1226596 w 1722333"/>
              <a:gd name="csY7121" fmla="*/ 531334 h 531334"/>
              <a:gd name="csX7122" fmla="*/ 1226765 w 1722333"/>
              <a:gd name="csY7122" fmla="*/ 531334 h 531334"/>
              <a:gd name="csX7123" fmla="*/ 1226934 w 1722333"/>
              <a:gd name="csY7123" fmla="*/ 531334 h 531334"/>
              <a:gd name="csX7124" fmla="*/ 1227112 w 1722333"/>
              <a:gd name="csY7124" fmla="*/ 531334 h 531334"/>
              <a:gd name="csX7125" fmla="*/ 1227281 w 1722333"/>
              <a:gd name="csY7125" fmla="*/ 531334 h 531334"/>
              <a:gd name="csX7126" fmla="*/ 1227459 w 1722333"/>
              <a:gd name="csY7126" fmla="*/ 531334 h 531334"/>
              <a:gd name="csX7127" fmla="*/ 1227628 w 1722333"/>
              <a:gd name="csY7127" fmla="*/ 531325 h 531334"/>
              <a:gd name="csX7128" fmla="*/ 1227797 w 1722333"/>
              <a:gd name="csY7128" fmla="*/ 531325 h 531334"/>
              <a:gd name="csX7129" fmla="*/ 1227975 w 1722333"/>
              <a:gd name="csY7129" fmla="*/ 531325 h 531334"/>
              <a:gd name="csX7130" fmla="*/ 1228144 w 1722333"/>
              <a:gd name="csY7130" fmla="*/ 531325 h 531334"/>
              <a:gd name="csX7131" fmla="*/ 1228313 w 1722333"/>
              <a:gd name="csY7131" fmla="*/ 531325 h 531334"/>
              <a:gd name="csX7132" fmla="*/ 1228491 w 1722333"/>
              <a:gd name="csY7132" fmla="*/ 531325 h 531334"/>
              <a:gd name="csX7133" fmla="*/ 1228660 w 1722333"/>
              <a:gd name="csY7133" fmla="*/ 531325 h 531334"/>
              <a:gd name="csX7134" fmla="*/ 1228829 w 1722333"/>
              <a:gd name="csY7134" fmla="*/ 531325 h 531334"/>
              <a:gd name="csX7135" fmla="*/ 1229007 w 1722333"/>
              <a:gd name="csY7135" fmla="*/ 531317 h 531334"/>
              <a:gd name="csX7136" fmla="*/ 1229176 w 1722333"/>
              <a:gd name="csY7136" fmla="*/ 531317 h 531334"/>
              <a:gd name="csX7137" fmla="*/ 1229354 w 1722333"/>
              <a:gd name="csY7137" fmla="*/ 531317 h 531334"/>
              <a:gd name="csX7138" fmla="*/ 1229523 w 1722333"/>
              <a:gd name="csY7138" fmla="*/ 531317 h 531334"/>
              <a:gd name="csX7139" fmla="*/ 1229692 w 1722333"/>
              <a:gd name="csY7139" fmla="*/ 531317 h 531334"/>
              <a:gd name="csX7140" fmla="*/ 1229870 w 1722333"/>
              <a:gd name="csY7140" fmla="*/ 531308 h 531334"/>
              <a:gd name="csX7141" fmla="*/ 1230039 w 1722333"/>
              <a:gd name="csY7141" fmla="*/ 531308 h 531334"/>
              <a:gd name="csX7142" fmla="*/ 1230208 w 1722333"/>
              <a:gd name="csY7142" fmla="*/ 531308 h 531334"/>
              <a:gd name="csX7143" fmla="*/ 1230386 w 1722333"/>
              <a:gd name="csY7143" fmla="*/ 531308 h 531334"/>
              <a:gd name="csX7144" fmla="*/ 1230555 w 1722333"/>
              <a:gd name="csY7144" fmla="*/ 531299 h 531334"/>
              <a:gd name="csX7145" fmla="*/ 1230724 w 1722333"/>
              <a:gd name="csY7145" fmla="*/ 531299 h 531334"/>
              <a:gd name="csX7146" fmla="*/ 1230902 w 1722333"/>
              <a:gd name="csY7146" fmla="*/ 531290 h 531334"/>
              <a:gd name="csX7147" fmla="*/ 1231071 w 1722333"/>
              <a:gd name="csY7147" fmla="*/ 531290 h 531334"/>
              <a:gd name="csX7148" fmla="*/ 1231240 w 1722333"/>
              <a:gd name="csY7148" fmla="*/ 531290 h 531334"/>
              <a:gd name="csX7149" fmla="*/ 1231418 w 1722333"/>
              <a:gd name="csY7149" fmla="*/ 531281 h 531334"/>
              <a:gd name="csX7150" fmla="*/ 1231587 w 1722333"/>
              <a:gd name="csY7150" fmla="*/ 531281 h 531334"/>
              <a:gd name="csX7151" fmla="*/ 1231765 w 1722333"/>
              <a:gd name="csY7151" fmla="*/ 531272 h 531334"/>
              <a:gd name="csX7152" fmla="*/ 1231934 w 1722333"/>
              <a:gd name="csY7152" fmla="*/ 531263 h 531334"/>
              <a:gd name="csX7153" fmla="*/ 1232103 w 1722333"/>
              <a:gd name="csY7153" fmla="*/ 531263 h 531334"/>
              <a:gd name="csX7154" fmla="*/ 1232281 w 1722333"/>
              <a:gd name="csY7154" fmla="*/ 531254 h 531334"/>
              <a:gd name="csX7155" fmla="*/ 1232450 w 1722333"/>
              <a:gd name="csY7155" fmla="*/ 531245 h 531334"/>
              <a:gd name="csX7156" fmla="*/ 1232619 w 1722333"/>
              <a:gd name="csY7156" fmla="*/ 531236 h 531334"/>
              <a:gd name="csX7157" fmla="*/ 1232797 w 1722333"/>
              <a:gd name="csY7157" fmla="*/ 531236 h 531334"/>
              <a:gd name="csX7158" fmla="*/ 1232966 w 1722333"/>
              <a:gd name="csY7158" fmla="*/ 531227 h 531334"/>
              <a:gd name="csX7159" fmla="*/ 1233135 w 1722333"/>
              <a:gd name="csY7159" fmla="*/ 531219 h 531334"/>
              <a:gd name="csX7160" fmla="*/ 1233313 w 1722333"/>
              <a:gd name="csY7160" fmla="*/ 531210 h 531334"/>
              <a:gd name="csX7161" fmla="*/ 1233482 w 1722333"/>
              <a:gd name="csY7161" fmla="*/ 531192 h 531334"/>
              <a:gd name="csX7162" fmla="*/ 1233660 w 1722333"/>
              <a:gd name="csY7162" fmla="*/ 531183 h 531334"/>
              <a:gd name="csX7163" fmla="*/ 1233829 w 1722333"/>
              <a:gd name="csY7163" fmla="*/ 531174 h 531334"/>
              <a:gd name="csX7164" fmla="*/ 1233998 w 1722333"/>
              <a:gd name="csY7164" fmla="*/ 531156 h 531334"/>
              <a:gd name="csX7165" fmla="*/ 1234176 w 1722333"/>
              <a:gd name="csY7165" fmla="*/ 531147 h 531334"/>
              <a:gd name="csX7166" fmla="*/ 1234345 w 1722333"/>
              <a:gd name="csY7166" fmla="*/ 531130 h 531334"/>
              <a:gd name="csX7167" fmla="*/ 1234514 w 1722333"/>
              <a:gd name="csY7167" fmla="*/ 531121 h 531334"/>
              <a:gd name="csX7168" fmla="*/ 1234692 w 1722333"/>
              <a:gd name="csY7168" fmla="*/ 531103 h 531334"/>
              <a:gd name="csX7169" fmla="*/ 1234861 w 1722333"/>
              <a:gd name="csY7169" fmla="*/ 531085 h 531334"/>
              <a:gd name="csX7170" fmla="*/ 1235030 w 1722333"/>
              <a:gd name="csY7170" fmla="*/ 531067 h 531334"/>
              <a:gd name="csX7171" fmla="*/ 1235208 w 1722333"/>
              <a:gd name="csY7171" fmla="*/ 531050 h 531334"/>
              <a:gd name="csX7172" fmla="*/ 1235377 w 1722333"/>
              <a:gd name="csY7172" fmla="*/ 531023 h 531334"/>
              <a:gd name="csX7173" fmla="*/ 1235555 w 1722333"/>
              <a:gd name="csY7173" fmla="*/ 531005 h 531334"/>
              <a:gd name="csX7174" fmla="*/ 1235724 w 1722333"/>
              <a:gd name="csY7174" fmla="*/ 530978 h 531334"/>
              <a:gd name="csX7175" fmla="*/ 1235893 w 1722333"/>
              <a:gd name="csY7175" fmla="*/ 530952 h 531334"/>
              <a:gd name="csX7176" fmla="*/ 1236071 w 1722333"/>
              <a:gd name="csY7176" fmla="*/ 530934 h 531334"/>
              <a:gd name="csX7177" fmla="*/ 1236240 w 1722333"/>
              <a:gd name="csY7177" fmla="*/ 530898 h 531334"/>
              <a:gd name="csX7178" fmla="*/ 1236409 w 1722333"/>
              <a:gd name="csY7178" fmla="*/ 530872 h 531334"/>
              <a:gd name="csX7179" fmla="*/ 1236587 w 1722333"/>
              <a:gd name="csY7179" fmla="*/ 530845 h 531334"/>
              <a:gd name="csX7180" fmla="*/ 1236756 w 1722333"/>
              <a:gd name="csY7180" fmla="*/ 530809 h 531334"/>
              <a:gd name="csX7181" fmla="*/ 1236925 w 1722333"/>
              <a:gd name="csY7181" fmla="*/ 530774 h 531334"/>
              <a:gd name="csX7182" fmla="*/ 1237103 w 1722333"/>
              <a:gd name="csY7182" fmla="*/ 530738 h 531334"/>
              <a:gd name="csX7183" fmla="*/ 1237272 w 1722333"/>
              <a:gd name="csY7183" fmla="*/ 530694 h 531334"/>
              <a:gd name="csX7184" fmla="*/ 1237450 w 1722333"/>
              <a:gd name="csY7184" fmla="*/ 530658 h 531334"/>
              <a:gd name="csX7185" fmla="*/ 1237619 w 1722333"/>
              <a:gd name="csY7185" fmla="*/ 530614 h 531334"/>
              <a:gd name="csX7186" fmla="*/ 1237788 w 1722333"/>
              <a:gd name="csY7186" fmla="*/ 530569 h 531334"/>
              <a:gd name="csX7187" fmla="*/ 1237966 w 1722333"/>
              <a:gd name="csY7187" fmla="*/ 530516 h 531334"/>
              <a:gd name="csX7188" fmla="*/ 1238135 w 1722333"/>
              <a:gd name="csY7188" fmla="*/ 530462 h 531334"/>
              <a:gd name="csX7189" fmla="*/ 1238304 w 1722333"/>
              <a:gd name="csY7189" fmla="*/ 530409 h 531334"/>
              <a:gd name="csX7190" fmla="*/ 1238482 w 1722333"/>
              <a:gd name="csY7190" fmla="*/ 530356 h 531334"/>
              <a:gd name="csX7191" fmla="*/ 1238651 w 1722333"/>
              <a:gd name="csY7191" fmla="*/ 530293 h 531334"/>
              <a:gd name="csX7192" fmla="*/ 1238820 w 1722333"/>
              <a:gd name="csY7192" fmla="*/ 530231 h 531334"/>
              <a:gd name="csX7193" fmla="*/ 1238998 w 1722333"/>
              <a:gd name="csY7193" fmla="*/ 530169 h 531334"/>
              <a:gd name="csX7194" fmla="*/ 1239167 w 1722333"/>
              <a:gd name="csY7194" fmla="*/ 530098 h 531334"/>
              <a:gd name="csX7195" fmla="*/ 1239336 w 1722333"/>
              <a:gd name="csY7195" fmla="*/ 530026 h 531334"/>
              <a:gd name="csX7196" fmla="*/ 1239514 w 1722333"/>
              <a:gd name="csY7196" fmla="*/ 529946 h 531334"/>
              <a:gd name="csX7197" fmla="*/ 1239683 w 1722333"/>
              <a:gd name="csY7197" fmla="*/ 529866 h 531334"/>
              <a:gd name="csX7198" fmla="*/ 1239861 w 1722333"/>
              <a:gd name="csY7198" fmla="*/ 529786 h 531334"/>
              <a:gd name="csX7199" fmla="*/ 1240030 w 1722333"/>
              <a:gd name="csY7199" fmla="*/ 529697 h 531334"/>
              <a:gd name="csX7200" fmla="*/ 1240199 w 1722333"/>
              <a:gd name="csY7200" fmla="*/ 529608 h 531334"/>
              <a:gd name="csX7201" fmla="*/ 1240377 w 1722333"/>
              <a:gd name="csY7201" fmla="*/ 529511 h 531334"/>
              <a:gd name="csX7202" fmla="*/ 1240546 w 1722333"/>
              <a:gd name="csY7202" fmla="*/ 529413 h 531334"/>
              <a:gd name="csX7203" fmla="*/ 1240715 w 1722333"/>
              <a:gd name="csY7203" fmla="*/ 529306 h 531334"/>
              <a:gd name="csX7204" fmla="*/ 1240893 w 1722333"/>
              <a:gd name="csY7204" fmla="*/ 529190 h 531334"/>
              <a:gd name="csX7205" fmla="*/ 1241062 w 1722333"/>
              <a:gd name="csY7205" fmla="*/ 529075 h 531334"/>
              <a:gd name="csX7206" fmla="*/ 1241231 w 1722333"/>
              <a:gd name="csY7206" fmla="*/ 528959 h 531334"/>
              <a:gd name="csX7207" fmla="*/ 1241409 w 1722333"/>
              <a:gd name="csY7207" fmla="*/ 528834 h 531334"/>
              <a:gd name="csX7208" fmla="*/ 1241578 w 1722333"/>
              <a:gd name="csY7208" fmla="*/ 528701 h 531334"/>
              <a:gd name="csX7209" fmla="*/ 1241756 w 1722333"/>
              <a:gd name="csY7209" fmla="*/ 528559 h 531334"/>
              <a:gd name="csX7210" fmla="*/ 1241925 w 1722333"/>
              <a:gd name="csY7210" fmla="*/ 528416 h 531334"/>
              <a:gd name="csX7211" fmla="*/ 1242094 w 1722333"/>
              <a:gd name="csY7211" fmla="*/ 528265 h 531334"/>
              <a:gd name="csX7212" fmla="*/ 1242272 w 1722333"/>
              <a:gd name="csY7212" fmla="*/ 528114 h 531334"/>
              <a:gd name="csX7213" fmla="*/ 1242441 w 1722333"/>
              <a:gd name="csY7213" fmla="*/ 527954 h 531334"/>
              <a:gd name="csX7214" fmla="*/ 1242610 w 1722333"/>
              <a:gd name="csY7214" fmla="*/ 527785 h 531334"/>
              <a:gd name="csX7215" fmla="*/ 1242788 w 1722333"/>
              <a:gd name="csY7215" fmla="*/ 527607 h 531334"/>
              <a:gd name="csX7216" fmla="*/ 1242957 w 1722333"/>
              <a:gd name="csY7216" fmla="*/ 527429 h 531334"/>
              <a:gd name="csX7217" fmla="*/ 1243126 w 1722333"/>
              <a:gd name="csY7217" fmla="*/ 527233 h 531334"/>
              <a:gd name="csX7218" fmla="*/ 1243304 w 1722333"/>
              <a:gd name="csY7218" fmla="*/ 527037 h 531334"/>
              <a:gd name="csX7219" fmla="*/ 1243473 w 1722333"/>
              <a:gd name="csY7219" fmla="*/ 526833 h 531334"/>
              <a:gd name="csX7220" fmla="*/ 1243651 w 1722333"/>
              <a:gd name="csY7220" fmla="*/ 526619 h 531334"/>
              <a:gd name="csX7221" fmla="*/ 1243820 w 1722333"/>
              <a:gd name="csY7221" fmla="*/ 526406 h 531334"/>
              <a:gd name="csX7222" fmla="*/ 1243989 w 1722333"/>
              <a:gd name="csY7222" fmla="*/ 526174 h 531334"/>
              <a:gd name="csX7223" fmla="*/ 1244167 w 1722333"/>
              <a:gd name="csY7223" fmla="*/ 525934 h 531334"/>
              <a:gd name="csX7224" fmla="*/ 1244336 w 1722333"/>
              <a:gd name="csY7224" fmla="*/ 525685 h 531334"/>
              <a:gd name="csX7225" fmla="*/ 1244505 w 1722333"/>
              <a:gd name="csY7225" fmla="*/ 525436 h 531334"/>
              <a:gd name="csX7226" fmla="*/ 1244683 w 1722333"/>
              <a:gd name="csY7226" fmla="*/ 525169 h 531334"/>
              <a:gd name="csX7227" fmla="*/ 1244852 w 1722333"/>
              <a:gd name="csY7227" fmla="*/ 524893 h 531334"/>
              <a:gd name="csX7228" fmla="*/ 1245021 w 1722333"/>
              <a:gd name="csY7228" fmla="*/ 524609 h 531334"/>
              <a:gd name="csX7229" fmla="*/ 1245199 w 1722333"/>
              <a:gd name="csY7229" fmla="*/ 524315 h 531334"/>
              <a:gd name="csX7230" fmla="*/ 1245368 w 1722333"/>
              <a:gd name="csY7230" fmla="*/ 524012 h 531334"/>
              <a:gd name="csX7231" fmla="*/ 1245546 w 1722333"/>
              <a:gd name="csY7231" fmla="*/ 523701 h 531334"/>
              <a:gd name="csX7232" fmla="*/ 1245715 w 1722333"/>
              <a:gd name="csY7232" fmla="*/ 523381 h 531334"/>
              <a:gd name="csX7233" fmla="*/ 1245884 w 1722333"/>
              <a:gd name="csY7233" fmla="*/ 523043 h 531334"/>
              <a:gd name="csX7234" fmla="*/ 1246062 w 1722333"/>
              <a:gd name="csY7234" fmla="*/ 522696 h 531334"/>
              <a:gd name="csX7235" fmla="*/ 1246231 w 1722333"/>
              <a:gd name="csY7235" fmla="*/ 522340 h 531334"/>
              <a:gd name="csX7236" fmla="*/ 1246400 w 1722333"/>
              <a:gd name="csY7236" fmla="*/ 521975 h 531334"/>
              <a:gd name="csX7237" fmla="*/ 1246578 w 1722333"/>
              <a:gd name="csY7237" fmla="*/ 521593 h 531334"/>
              <a:gd name="csX7238" fmla="*/ 1246747 w 1722333"/>
              <a:gd name="csY7238" fmla="*/ 521201 h 531334"/>
              <a:gd name="csX7239" fmla="*/ 1246916 w 1722333"/>
              <a:gd name="csY7239" fmla="*/ 520792 h 531334"/>
              <a:gd name="csX7240" fmla="*/ 1247094 w 1722333"/>
              <a:gd name="csY7240" fmla="*/ 520374 h 531334"/>
              <a:gd name="csX7241" fmla="*/ 1247263 w 1722333"/>
              <a:gd name="csY7241" fmla="*/ 519947 h 531334"/>
              <a:gd name="csX7242" fmla="*/ 1247432 w 1722333"/>
              <a:gd name="csY7242" fmla="*/ 519502 h 531334"/>
              <a:gd name="csX7243" fmla="*/ 1247610 w 1722333"/>
              <a:gd name="csY7243" fmla="*/ 519048 h 531334"/>
              <a:gd name="csX7244" fmla="*/ 1247779 w 1722333"/>
              <a:gd name="csY7244" fmla="*/ 518586 h 531334"/>
              <a:gd name="csX7245" fmla="*/ 1247957 w 1722333"/>
              <a:gd name="csY7245" fmla="*/ 518096 h 531334"/>
              <a:gd name="csX7246" fmla="*/ 1248126 w 1722333"/>
              <a:gd name="csY7246" fmla="*/ 517607 h 531334"/>
              <a:gd name="csX7247" fmla="*/ 1248295 w 1722333"/>
              <a:gd name="csY7247" fmla="*/ 517091 h 531334"/>
              <a:gd name="csX7248" fmla="*/ 1248473 w 1722333"/>
              <a:gd name="csY7248" fmla="*/ 516575 h 531334"/>
              <a:gd name="csX7249" fmla="*/ 1248642 w 1722333"/>
              <a:gd name="csY7249" fmla="*/ 516032 h 531334"/>
              <a:gd name="csX7250" fmla="*/ 1248811 w 1722333"/>
              <a:gd name="csY7250" fmla="*/ 515481 h 531334"/>
              <a:gd name="csX7251" fmla="*/ 1248989 w 1722333"/>
              <a:gd name="csY7251" fmla="*/ 514911 h 531334"/>
              <a:gd name="csX7252" fmla="*/ 1249158 w 1722333"/>
              <a:gd name="csY7252" fmla="*/ 514333 h 531334"/>
              <a:gd name="csX7253" fmla="*/ 1249327 w 1722333"/>
              <a:gd name="csY7253" fmla="*/ 513728 h 531334"/>
              <a:gd name="csX7254" fmla="*/ 1249505 w 1722333"/>
              <a:gd name="csY7254" fmla="*/ 513114 h 531334"/>
              <a:gd name="csX7255" fmla="*/ 1249674 w 1722333"/>
              <a:gd name="csY7255" fmla="*/ 512492 h 531334"/>
              <a:gd name="csX7256" fmla="*/ 1249852 w 1722333"/>
              <a:gd name="csY7256" fmla="*/ 511842 h 531334"/>
              <a:gd name="csX7257" fmla="*/ 1250021 w 1722333"/>
              <a:gd name="csY7257" fmla="*/ 511184 h 531334"/>
              <a:gd name="csX7258" fmla="*/ 1250190 w 1722333"/>
              <a:gd name="csY7258" fmla="*/ 510508 h 531334"/>
              <a:gd name="csX7259" fmla="*/ 1250368 w 1722333"/>
              <a:gd name="csY7259" fmla="*/ 509814 h 531334"/>
              <a:gd name="csX7260" fmla="*/ 1250537 w 1722333"/>
              <a:gd name="csY7260" fmla="*/ 509102 h 531334"/>
              <a:gd name="csX7261" fmla="*/ 1250706 w 1722333"/>
              <a:gd name="csY7261" fmla="*/ 508373 h 531334"/>
              <a:gd name="csX7262" fmla="*/ 1250884 w 1722333"/>
              <a:gd name="csY7262" fmla="*/ 507625 h 531334"/>
              <a:gd name="csX7263" fmla="*/ 1251053 w 1722333"/>
              <a:gd name="csY7263" fmla="*/ 506869 h 531334"/>
              <a:gd name="csX7264" fmla="*/ 1251222 w 1722333"/>
              <a:gd name="csY7264" fmla="*/ 506086 h 531334"/>
              <a:gd name="csX7265" fmla="*/ 1251400 w 1722333"/>
              <a:gd name="csY7265" fmla="*/ 505294 h 531334"/>
              <a:gd name="csX7266" fmla="*/ 1251569 w 1722333"/>
              <a:gd name="csY7266" fmla="*/ 504476 h 531334"/>
              <a:gd name="csX7267" fmla="*/ 1251747 w 1722333"/>
              <a:gd name="csY7267" fmla="*/ 503648 h 531334"/>
              <a:gd name="csX7268" fmla="*/ 1251916 w 1722333"/>
              <a:gd name="csY7268" fmla="*/ 502794 h 531334"/>
              <a:gd name="csX7269" fmla="*/ 1252085 w 1722333"/>
              <a:gd name="csY7269" fmla="*/ 501931 h 531334"/>
              <a:gd name="csX7270" fmla="*/ 1252263 w 1722333"/>
              <a:gd name="csY7270" fmla="*/ 501042 h 531334"/>
              <a:gd name="csX7271" fmla="*/ 1252432 w 1722333"/>
              <a:gd name="csY7271" fmla="*/ 500143 h 531334"/>
              <a:gd name="csX7272" fmla="*/ 1252601 w 1722333"/>
              <a:gd name="csY7272" fmla="*/ 499218 h 531334"/>
              <a:gd name="csX7273" fmla="*/ 1252779 w 1722333"/>
              <a:gd name="csY7273" fmla="*/ 498275 h 531334"/>
              <a:gd name="csX7274" fmla="*/ 1252948 w 1722333"/>
              <a:gd name="csY7274" fmla="*/ 497314 h 531334"/>
              <a:gd name="csX7275" fmla="*/ 1253117 w 1722333"/>
              <a:gd name="csY7275" fmla="*/ 496336 h 531334"/>
              <a:gd name="csX7276" fmla="*/ 1253295 w 1722333"/>
              <a:gd name="csY7276" fmla="*/ 495339 h 531334"/>
              <a:gd name="csX7277" fmla="*/ 1253464 w 1722333"/>
              <a:gd name="csY7277" fmla="*/ 494325 h 531334"/>
              <a:gd name="csX7278" fmla="*/ 1253642 w 1722333"/>
              <a:gd name="csY7278" fmla="*/ 493284 h 531334"/>
              <a:gd name="csX7279" fmla="*/ 1253811 w 1722333"/>
              <a:gd name="csY7279" fmla="*/ 492234 h 531334"/>
              <a:gd name="csX7280" fmla="*/ 1253980 w 1722333"/>
              <a:gd name="csY7280" fmla="*/ 491158 h 531334"/>
              <a:gd name="csX7281" fmla="*/ 1254158 w 1722333"/>
              <a:gd name="csY7281" fmla="*/ 490064 h 531334"/>
              <a:gd name="csX7282" fmla="*/ 1254327 w 1722333"/>
              <a:gd name="csY7282" fmla="*/ 488952 h 531334"/>
              <a:gd name="csX7283" fmla="*/ 1254496 w 1722333"/>
              <a:gd name="csY7283" fmla="*/ 487813 h 531334"/>
              <a:gd name="csX7284" fmla="*/ 1254674 w 1722333"/>
              <a:gd name="csY7284" fmla="*/ 486665 h 531334"/>
              <a:gd name="csX7285" fmla="*/ 1254843 w 1722333"/>
              <a:gd name="csY7285" fmla="*/ 485491 h 531334"/>
              <a:gd name="csX7286" fmla="*/ 1255012 w 1722333"/>
              <a:gd name="csY7286" fmla="*/ 484299 h 531334"/>
              <a:gd name="csX7287" fmla="*/ 1255189 w 1722333"/>
              <a:gd name="csY7287" fmla="*/ 483089 h 531334"/>
              <a:gd name="csX7288" fmla="*/ 1255359 w 1722333"/>
              <a:gd name="csY7288" fmla="*/ 481852 h 531334"/>
              <a:gd name="csX7289" fmla="*/ 1255528 w 1722333"/>
              <a:gd name="csY7289" fmla="*/ 480607 h 531334"/>
              <a:gd name="csX7290" fmla="*/ 1255706 w 1722333"/>
              <a:gd name="csY7290" fmla="*/ 479334 h 531334"/>
              <a:gd name="csX7291" fmla="*/ 1255875 w 1722333"/>
              <a:gd name="csY7291" fmla="*/ 478045 h 531334"/>
              <a:gd name="csX7292" fmla="*/ 1256053 w 1722333"/>
              <a:gd name="csY7292" fmla="*/ 476728 h 531334"/>
              <a:gd name="csX7293" fmla="*/ 1256222 w 1722333"/>
              <a:gd name="csY7293" fmla="*/ 475402 h 531334"/>
              <a:gd name="csX7294" fmla="*/ 1256390 w 1722333"/>
              <a:gd name="csY7294" fmla="*/ 474050 h 531334"/>
              <a:gd name="csX7295" fmla="*/ 1256568 w 1722333"/>
              <a:gd name="csY7295" fmla="*/ 472680 h 531334"/>
              <a:gd name="csX7296" fmla="*/ 1256737 w 1722333"/>
              <a:gd name="csY7296" fmla="*/ 471292 h 531334"/>
              <a:gd name="csX7297" fmla="*/ 1256907 w 1722333"/>
              <a:gd name="csY7297" fmla="*/ 469878 h 531334"/>
              <a:gd name="csX7298" fmla="*/ 1257084 w 1722333"/>
              <a:gd name="csY7298" fmla="*/ 468445 h 531334"/>
              <a:gd name="csX7299" fmla="*/ 1257254 w 1722333"/>
              <a:gd name="csY7299" fmla="*/ 467004 h 531334"/>
              <a:gd name="csX7300" fmla="*/ 1257423 w 1722333"/>
              <a:gd name="csY7300" fmla="*/ 465527 h 531334"/>
              <a:gd name="csX7301" fmla="*/ 1257601 w 1722333"/>
              <a:gd name="csY7301" fmla="*/ 464042 h 531334"/>
              <a:gd name="csX7302" fmla="*/ 1257769 w 1722333"/>
              <a:gd name="csY7302" fmla="*/ 462538 h 531334"/>
              <a:gd name="csX7303" fmla="*/ 1257947 w 1722333"/>
              <a:gd name="csY7303" fmla="*/ 461008 h 531334"/>
              <a:gd name="csX7304" fmla="*/ 1258116 w 1722333"/>
              <a:gd name="csY7304" fmla="*/ 459460 h 531334"/>
              <a:gd name="csX7305" fmla="*/ 1258285 w 1722333"/>
              <a:gd name="csY7305" fmla="*/ 457894 h 531334"/>
              <a:gd name="csX7306" fmla="*/ 1258463 w 1722333"/>
              <a:gd name="csY7306" fmla="*/ 456310 h 531334"/>
              <a:gd name="csX7307" fmla="*/ 1258632 w 1722333"/>
              <a:gd name="csY7307" fmla="*/ 454709 h 531334"/>
              <a:gd name="csX7308" fmla="*/ 1258802 w 1722333"/>
              <a:gd name="csY7308" fmla="*/ 453081 h 531334"/>
              <a:gd name="csX7309" fmla="*/ 1258979 w 1722333"/>
              <a:gd name="csY7309" fmla="*/ 451444 h 531334"/>
              <a:gd name="csX7310" fmla="*/ 1259148 w 1722333"/>
              <a:gd name="csY7310" fmla="*/ 449781 h 531334"/>
              <a:gd name="csX7311" fmla="*/ 1259317 w 1722333"/>
              <a:gd name="csY7311" fmla="*/ 448099 h 531334"/>
              <a:gd name="csX7312" fmla="*/ 1259495 w 1722333"/>
              <a:gd name="csY7312" fmla="*/ 446400 h 531334"/>
              <a:gd name="csX7313" fmla="*/ 1259664 w 1722333"/>
              <a:gd name="csY7313" fmla="*/ 444683 h 531334"/>
              <a:gd name="csX7314" fmla="*/ 1259842 w 1722333"/>
              <a:gd name="csY7314" fmla="*/ 442948 h 531334"/>
              <a:gd name="csX7315" fmla="*/ 1260011 w 1722333"/>
              <a:gd name="csY7315" fmla="*/ 441195 h 531334"/>
              <a:gd name="csX7316" fmla="*/ 1260180 w 1722333"/>
              <a:gd name="csY7316" fmla="*/ 439425 h 531334"/>
              <a:gd name="csX7317" fmla="*/ 1260358 w 1722333"/>
              <a:gd name="csY7317" fmla="*/ 437637 h 531334"/>
              <a:gd name="csX7318" fmla="*/ 1260527 w 1722333"/>
              <a:gd name="csY7318" fmla="*/ 435831 h 531334"/>
              <a:gd name="csX7319" fmla="*/ 1260696 w 1722333"/>
              <a:gd name="csY7319" fmla="*/ 434007 h 531334"/>
              <a:gd name="csX7320" fmla="*/ 1260874 w 1722333"/>
              <a:gd name="csY7320" fmla="*/ 432165 h 531334"/>
              <a:gd name="csX7321" fmla="*/ 1261043 w 1722333"/>
              <a:gd name="csY7321" fmla="*/ 430306 h 531334"/>
              <a:gd name="csX7322" fmla="*/ 1261212 w 1722333"/>
              <a:gd name="csY7322" fmla="*/ 428438 h 531334"/>
              <a:gd name="csX7323" fmla="*/ 1261390 w 1722333"/>
              <a:gd name="csY7323" fmla="*/ 426543 h 531334"/>
              <a:gd name="csX7324" fmla="*/ 1261559 w 1722333"/>
              <a:gd name="csY7324" fmla="*/ 424630 h 531334"/>
              <a:gd name="csX7325" fmla="*/ 1261737 w 1722333"/>
              <a:gd name="csY7325" fmla="*/ 422709 h 531334"/>
              <a:gd name="csX7326" fmla="*/ 1261906 w 1722333"/>
              <a:gd name="csY7326" fmla="*/ 420769 h 531334"/>
              <a:gd name="csX7327" fmla="*/ 1262075 w 1722333"/>
              <a:gd name="csY7327" fmla="*/ 418812 h 531334"/>
              <a:gd name="csX7328" fmla="*/ 1262253 w 1722333"/>
              <a:gd name="csY7328" fmla="*/ 416837 h 531334"/>
              <a:gd name="csX7329" fmla="*/ 1262422 w 1722333"/>
              <a:gd name="csY7329" fmla="*/ 414853 h 531334"/>
              <a:gd name="csX7330" fmla="*/ 1262591 w 1722333"/>
              <a:gd name="csY7330" fmla="*/ 412851 h 531334"/>
              <a:gd name="csX7331" fmla="*/ 1262769 w 1722333"/>
              <a:gd name="csY7331" fmla="*/ 410832 h 531334"/>
              <a:gd name="csX7332" fmla="*/ 1262938 w 1722333"/>
              <a:gd name="csY7332" fmla="*/ 408794 h 531334"/>
              <a:gd name="csX7333" fmla="*/ 1263107 w 1722333"/>
              <a:gd name="csY7333" fmla="*/ 406748 h 531334"/>
              <a:gd name="csX7334" fmla="*/ 1263285 w 1722333"/>
              <a:gd name="csY7334" fmla="*/ 404684 h 531334"/>
              <a:gd name="csX7335" fmla="*/ 1263454 w 1722333"/>
              <a:gd name="csY7335" fmla="*/ 402612 h 531334"/>
              <a:gd name="csX7336" fmla="*/ 1263623 w 1722333"/>
              <a:gd name="csY7336" fmla="*/ 400521 h 531334"/>
              <a:gd name="csX7337" fmla="*/ 1263801 w 1722333"/>
              <a:gd name="csY7337" fmla="*/ 398412 h 531334"/>
              <a:gd name="csX7338" fmla="*/ 1263970 w 1722333"/>
              <a:gd name="csY7338" fmla="*/ 396295 h 531334"/>
              <a:gd name="csX7339" fmla="*/ 1264148 w 1722333"/>
              <a:gd name="csY7339" fmla="*/ 394169 h 531334"/>
              <a:gd name="csX7340" fmla="*/ 1264317 w 1722333"/>
              <a:gd name="csY7340" fmla="*/ 392025 h 531334"/>
              <a:gd name="csX7341" fmla="*/ 1264486 w 1722333"/>
              <a:gd name="csY7341" fmla="*/ 389863 h 531334"/>
              <a:gd name="csX7342" fmla="*/ 1264664 w 1722333"/>
              <a:gd name="csY7342" fmla="*/ 387701 h 531334"/>
              <a:gd name="csX7343" fmla="*/ 1264833 w 1722333"/>
              <a:gd name="csY7343" fmla="*/ 385521 h 531334"/>
              <a:gd name="csX7344" fmla="*/ 1265002 w 1722333"/>
              <a:gd name="csY7344" fmla="*/ 383324 h 531334"/>
              <a:gd name="csX7345" fmla="*/ 1265180 w 1722333"/>
              <a:gd name="csY7345" fmla="*/ 381118 h 531334"/>
              <a:gd name="csX7346" fmla="*/ 1265349 w 1722333"/>
              <a:gd name="csY7346" fmla="*/ 378902 h 531334"/>
              <a:gd name="csX7347" fmla="*/ 1265518 w 1722333"/>
              <a:gd name="csY7347" fmla="*/ 376678 h 531334"/>
              <a:gd name="csX7348" fmla="*/ 1265696 w 1722333"/>
              <a:gd name="csY7348" fmla="*/ 374445 h 531334"/>
              <a:gd name="csX7349" fmla="*/ 1265865 w 1722333"/>
              <a:gd name="csY7349" fmla="*/ 372195 h 531334"/>
              <a:gd name="csX7350" fmla="*/ 1266043 w 1722333"/>
              <a:gd name="csY7350" fmla="*/ 369935 h 531334"/>
              <a:gd name="csX7351" fmla="*/ 1266212 w 1722333"/>
              <a:gd name="csY7351" fmla="*/ 367675 h 531334"/>
              <a:gd name="csX7352" fmla="*/ 1266381 w 1722333"/>
              <a:gd name="csY7352" fmla="*/ 365398 h 531334"/>
              <a:gd name="csX7353" fmla="*/ 1266559 w 1722333"/>
              <a:gd name="csY7353" fmla="*/ 363111 h 531334"/>
              <a:gd name="csX7354" fmla="*/ 1266728 w 1722333"/>
              <a:gd name="csY7354" fmla="*/ 360816 h 531334"/>
              <a:gd name="csX7355" fmla="*/ 1266897 w 1722333"/>
              <a:gd name="csY7355" fmla="*/ 358512 h 531334"/>
              <a:gd name="csX7356" fmla="*/ 1267075 w 1722333"/>
              <a:gd name="csY7356" fmla="*/ 356199 h 531334"/>
              <a:gd name="csX7357" fmla="*/ 1267244 w 1722333"/>
              <a:gd name="csY7357" fmla="*/ 353877 h 531334"/>
              <a:gd name="csX7358" fmla="*/ 1267413 w 1722333"/>
              <a:gd name="csY7358" fmla="*/ 351546 h 531334"/>
              <a:gd name="csX7359" fmla="*/ 1267591 w 1722333"/>
              <a:gd name="csY7359" fmla="*/ 349215 h 531334"/>
              <a:gd name="csX7360" fmla="*/ 1267760 w 1722333"/>
              <a:gd name="csY7360" fmla="*/ 346866 h 531334"/>
              <a:gd name="csX7361" fmla="*/ 1267938 w 1722333"/>
              <a:gd name="csY7361" fmla="*/ 344518 h 531334"/>
              <a:gd name="csX7362" fmla="*/ 1268107 w 1722333"/>
              <a:gd name="csY7362" fmla="*/ 342160 h 531334"/>
              <a:gd name="csX7363" fmla="*/ 1268276 w 1722333"/>
              <a:gd name="csY7363" fmla="*/ 339803 h 531334"/>
              <a:gd name="csX7364" fmla="*/ 1268454 w 1722333"/>
              <a:gd name="csY7364" fmla="*/ 337436 h 531334"/>
              <a:gd name="csX7365" fmla="*/ 1268623 w 1722333"/>
              <a:gd name="csY7365" fmla="*/ 335061 h 531334"/>
              <a:gd name="csX7366" fmla="*/ 1268792 w 1722333"/>
              <a:gd name="csY7366" fmla="*/ 332677 h 531334"/>
              <a:gd name="csX7367" fmla="*/ 1268970 w 1722333"/>
              <a:gd name="csY7367" fmla="*/ 330292 h 531334"/>
              <a:gd name="csX7368" fmla="*/ 1269139 w 1722333"/>
              <a:gd name="csY7368" fmla="*/ 327899 h 531334"/>
              <a:gd name="csX7369" fmla="*/ 1269308 w 1722333"/>
              <a:gd name="csY7369" fmla="*/ 325506 h 531334"/>
              <a:gd name="csX7370" fmla="*/ 1269486 w 1722333"/>
              <a:gd name="csY7370" fmla="*/ 323113 h 531334"/>
              <a:gd name="csX7371" fmla="*/ 1269655 w 1722333"/>
              <a:gd name="csY7371" fmla="*/ 320702 h 531334"/>
              <a:gd name="csX7372" fmla="*/ 1269833 w 1722333"/>
              <a:gd name="csY7372" fmla="*/ 318300 h 531334"/>
              <a:gd name="csX7373" fmla="*/ 1270002 w 1722333"/>
              <a:gd name="csY7373" fmla="*/ 315889 h 531334"/>
              <a:gd name="csX7374" fmla="*/ 1270171 w 1722333"/>
              <a:gd name="csY7374" fmla="*/ 313478 h 531334"/>
              <a:gd name="csX7375" fmla="*/ 1270349 w 1722333"/>
              <a:gd name="csY7375" fmla="*/ 311058 h 531334"/>
              <a:gd name="csX7376" fmla="*/ 1270518 w 1722333"/>
              <a:gd name="csY7376" fmla="*/ 308638 h 531334"/>
              <a:gd name="csX7377" fmla="*/ 1270687 w 1722333"/>
              <a:gd name="csY7377" fmla="*/ 306218 h 531334"/>
              <a:gd name="csX7378" fmla="*/ 1270865 w 1722333"/>
              <a:gd name="csY7378" fmla="*/ 303799 h 531334"/>
              <a:gd name="csX7379" fmla="*/ 1271034 w 1722333"/>
              <a:gd name="csY7379" fmla="*/ 301379 h 531334"/>
              <a:gd name="csX7380" fmla="*/ 1271203 w 1722333"/>
              <a:gd name="csY7380" fmla="*/ 298950 h 531334"/>
              <a:gd name="csX7381" fmla="*/ 1271381 w 1722333"/>
              <a:gd name="csY7381" fmla="*/ 296521 h 531334"/>
              <a:gd name="csX7382" fmla="*/ 1271550 w 1722333"/>
              <a:gd name="csY7382" fmla="*/ 294102 h 531334"/>
              <a:gd name="csX7383" fmla="*/ 1271719 w 1722333"/>
              <a:gd name="csY7383" fmla="*/ 291673 h 531334"/>
              <a:gd name="csX7384" fmla="*/ 1271897 w 1722333"/>
              <a:gd name="csY7384" fmla="*/ 289244 h 531334"/>
              <a:gd name="csX7385" fmla="*/ 1272066 w 1722333"/>
              <a:gd name="csY7385" fmla="*/ 286815 h 531334"/>
              <a:gd name="csX7386" fmla="*/ 1272244 w 1722333"/>
              <a:gd name="csY7386" fmla="*/ 284387 h 531334"/>
              <a:gd name="csX7387" fmla="*/ 1272413 w 1722333"/>
              <a:gd name="csY7387" fmla="*/ 281958 h 531334"/>
              <a:gd name="csX7388" fmla="*/ 1272582 w 1722333"/>
              <a:gd name="csY7388" fmla="*/ 279538 h 531334"/>
              <a:gd name="csX7389" fmla="*/ 1272760 w 1722333"/>
              <a:gd name="csY7389" fmla="*/ 277109 h 531334"/>
              <a:gd name="csX7390" fmla="*/ 1272929 w 1722333"/>
              <a:gd name="csY7390" fmla="*/ 274689 h 531334"/>
              <a:gd name="csX7391" fmla="*/ 1273098 w 1722333"/>
              <a:gd name="csY7391" fmla="*/ 272270 h 531334"/>
              <a:gd name="csX7392" fmla="*/ 1273276 w 1722333"/>
              <a:gd name="csY7392" fmla="*/ 269850 h 531334"/>
              <a:gd name="csX7393" fmla="*/ 1273445 w 1722333"/>
              <a:gd name="csY7393" fmla="*/ 267430 h 531334"/>
              <a:gd name="csX7394" fmla="*/ 1273614 w 1722333"/>
              <a:gd name="csY7394" fmla="*/ 265019 h 531334"/>
              <a:gd name="csX7395" fmla="*/ 1273792 w 1722333"/>
              <a:gd name="csY7395" fmla="*/ 262608 h 531334"/>
              <a:gd name="csX7396" fmla="*/ 1273961 w 1722333"/>
              <a:gd name="csY7396" fmla="*/ 260197 h 531334"/>
              <a:gd name="csX7397" fmla="*/ 1274139 w 1722333"/>
              <a:gd name="csY7397" fmla="*/ 257795 h 531334"/>
              <a:gd name="csX7398" fmla="*/ 1274308 w 1722333"/>
              <a:gd name="csY7398" fmla="*/ 255393 h 531334"/>
              <a:gd name="csX7399" fmla="*/ 1274477 w 1722333"/>
              <a:gd name="csY7399" fmla="*/ 252991 h 531334"/>
              <a:gd name="csX7400" fmla="*/ 1274655 w 1722333"/>
              <a:gd name="csY7400" fmla="*/ 250598 h 531334"/>
              <a:gd name="csX7401" fmla="*/ 1274824 w 1722333"/>
              <a:gd name="csY7401" fmla="*/ 248205 h 531334"/>
              <a:gd name="csX7402" fmla="*/ 1274993 w 1722333"/>
              <a:gd name="csY7402" fmla="*/ 245820 h 531334"/>
              <a:gd name="csX7403" fmla="*/ 1275171 w 1722333"/>
              <a:gd name="csY7403" fmla="*/ 243445 h 531334"/>
              <a:gd name="csX7404" fmla="*/ 1275340 w 1722333"/>
              <a:gd name="csY7404" fmla="*/ 241070 h 531334"/>
              <a:gd name="csX7405" fmla="*/ 1275509 w 1722333"/>
              <a:gd name="csY7405" fmla="*/ 238694 h 531334"/>
              <a:gd name="csX7406" fmla="*/ 1275687 w 1722333"/>
              <a:gd name="csY7406" fmla="*/ 236337 h 531334"/>
              <a:gd name="csX7407" fmla="*/ 1275856 w 1722333"/>
              <a:gd name="csY7407" fmla="*/ 233970 h 531334"/>
              <a:gd name="csX7408" fmla="*/ 1276034 w 1722333"/>
              <a:gd name="csY7408" fmla="*/ 231622 h 531334"/>
              <a:gd name="csX7409" fmla="*/ 1276203 w 1722333"/>
              <a:gd name="csY7409" fmla="*/ 229275 h 531334"/>
              <a:gd name="csX7410" fmla="*/ 1276372 w 1722333"/>
              <a:gd name="csY7410" fmla="*/ 226934 h 531334"/>
              <a:gd name="csX7411" fmla="*/ 1276550 w 1722333"/>
              <a:gd name="csY7411" fmla="*/ 224601 h 531334"/>
              <a:gd name="csX7412" fmla="*/ 1276719 w 1722333"/>
              <a:gd name="csY7412" fmla="*/ 222273 h 531334"/>
              <a:gd name="csX7413" fmla="*/ 1276888 w 1722333"/>
              <a:gd name="csY7413" fmla="*/ 219954 h 531334"/>
              <a:gd name="csX7414" fmla="*/ 1277066 w 1722333"/>
              <a:gd name="csY7414" fmla="*/ 217641 h 531334"/>
              <a:gd name="csX7415" fmla="*/ 1277235 w 1722333"/>
              <a:gd name="csY7415" fmla="*/ 215336 h 531334"/>
              <a:gd name="csX7416" fmla="*/ 1277404 w 1722333"/>
              <a:gd name="csY7416" fmla="*/ 213038 h 531334"/>
              <a:gd name="csX7417" fmla="*/ 1277582 w 1722333"/>
              <a:gd name="csY7417" fmla="*/ 210748 h 531334"/>
              <a:gd name="csX7418" fmla="*/ 1277751 w 1722333"/>
              <a:gd name="csY7418" fmla="*/ 208466 h 531334"/>
              <a:gd name="csX7419" fmla="*/ 1277929 w 1722333"/>
              <a:gd name="csY7419" fmla="*/ 206193 h 531334"/>
              <a:gd name="csX7420" fmla="*/ 1278098 w 1722333"/>
              <a:gd name="csY7420" fmla="*/ 203928 h 531334"/>
              <a:gd name="csX7421" fmla="*/ 1278267 w 1722333"/>
              <a:gd name="csY7421" fmla="*/ 201671 h 531334"/>
              <a:gd name="csX7422" fmla="*/ 1278445 w 1722333"/>
              <a:gd name="csY7422" fmla="*/ 199424 h 531334"/>
              <a:gd name="csX7423" fmla="*/ 1278614 w 1722333"/>
              <a:gd name="csY7423" fmla="*/ 197184 h 531334"/>
              <a:gd name="csX7424" fmla="*/ 1278783 w 1722333"/>
              <a:gd name="csY7424" fmla="*/ 194955 h 531334"/>
              <a:gd name="csX7425" fmla="*/ 1278961 w 1722333"/>
              <a:gd name="csY7425" fmla="*/ 192734 h 531334"/>
              <a:gd name="csX7426" fmla="*/ 1279130 w 1722333"/>
              <a:gd name="csY7426" fmla="*/ 190524 h 531334"/>
              <a:gd name="csX7427" fmla="*/ 1279299 w 1722333"/>
              <a:gd name="csY7427" fmla="*/ 188322 h 531334"/>
              <a:gd name="csX7428" fmla="*/ 1279477 w 1722333"/>
              <a:gd name="csY7428" fmla="*/ 186131 h 531334"/>
              <a:gd name="csX7429" fmla="*/ 1279646 w 1722333"/>
              <a:gd name="csY7429" fmla="*/ 183949 h 531334"/>
              <a:gd name="csX7430" fmla="*/ 1279815 w 1722333"/>
              <a:gd name="csY7430" fmla="*/ 181778 h 531334"/>
              <a:gd name="csX7431" fmla="*/ 1279993 w 1722333"/>
              <a:gd name="csY7431" fmla="*/ 179617 h 531334"/>
              <a:gd name="csX7432" fmla="*/ 1280162 w 1722333"/>
              <a:gd name="csY7432" fmla="*/ 177466 h 531334"/>
              <a:gd name="csX7433" fmla="*/ 1280340 w 1722333"/>
              <a:gd name="csY7433" fmla="*/ 175326 h 531334"/>
              <a:gd name="csX7434" fmla="*/ 1280509 w 1722333"/>
              <a:gd name="csY7434" fmla="*/ 173196 h 531334"/>
              <a:gd name="csX7435" fmla="*/ 1280678 w 1722333"/>
              <a:gd name="csY7435" fmla="*/ 171078 h 531334"/>
              <a:gd name="csX7436" fmla="*/ 1280856 w 1722333"/>
              <a:gd name="csY7436" fmla="*/ 168970 h 531334"/>
              <a:gd name="csX7437" fmla="*/ 1281025 w 1722333"/>
              <a:gd name="csY7437" fmla="*/ 166873 h 531334"/>
              <a:gd name="csX7438" fmla="*/ 1281194 w 1722333"/>
              <a:gd name="csY7438" fmla="*/ 164788 h 531334"/>
              <a:gd name="csX7439" fmla="*/ 1281372 w 1722333"/>
              <a:gd name="csY7439" fmla="*/ 162714 h 531334"/>
              <a:gd name="csX7440" fmla="*/ 1281541 w 1722333"/>
              <a:gd name="csY7440" fmla="*/ 160652 h 531334"/>
              <a:gd name="csX7441" fmla="*/ 1281710 w 1722333"/>
              <a:gd name="csY7441" fmla="*/ 158601 h 531334"/>
              <a:gd name="csX7442" fmla="*/ 1281888 w 1722333"/>
              <a:gd name="csY7442" fmla="*/ 156562 h 531334"/>
              <a:gd name="csX7443" fmla="*/ 1282057 w 1722333"/>
              <a:gd name="csY7443" fmla="*/ 154536 h 531334"/>
              <a:gd name="csX7444" fmla="*/ 1282235 w 1722333"/>
              <a:gd name="csY7444" fmla="*/ 152521 h 531334"/>
              <a:gd name="csX7445" fmla="*/ 1282404 w 1722333"/>
              <a:gd name="csY7445" fmla="*/ 150518 h 531334"/>
              <a:gd name="csX7446" fmla="*/ 1282573 w 1722333"/>
              <a:gd name="csY7446" fmla="*/ 148527 h 531334"/>
              <a:gd name="csX7447" fmla="*/ 1282751 w 1722333"/>
              <a:gd name="csY7447" fmla="*/ 146549 h 531334"/>
              <a:gd name="csX7448" fmla="*/ 1282920 w 1722333"/>
              <a:gd name="csY7448" fmla="*/ 144582 h 531334"/>
              <a:gd name="csX7449" fmla="*/ 1283089 w 1722333"/>
              <a:gd name="csY7449" fmla="*/ 142630 h 531334"/>
              <a:gd name="csX7450" fmla="*/ 1283267 w 1722333"/>
              <a:gd name="csY7450" fmla="*/ 140688 h 531334"/>
              <a:gd name="csX7451" fmla="*/ 1283436 w 1722333"/>
              <a:gd name="csY7451" fmla="*/ 138761 h 531334"/>
              <a:gd name="csX7452" fmla="*/ 1283605 w 1722333"/>
              <a:gd name="csY7452" fmla="*/ 136845 h 531334"/>
              <a:gd name="csX7453" fmla="*/ 1283783 w 1722333"/>
              <a:gd name="csY7453" fmla="*/ 134942 h 531334"/>
              <a:gd name="csX7454" fmla="*/ 1283952 w 1722333"/>
              <a:gd name="csY7454" fmla="*/ 133054 h 531334"/>
              <a:gd name="csX7455" fmla="*/ 1284130 w 1722333"/>
              <a:gd name="csY7455" fmla="*/ 131176 h 531334"/>
              <a:gd name="csX7456" fmla="*/ 1284299 w 1722333"/>
              <a:gd name="csY7456" fmla="*/ 129313 h 531334"/>
              <a:gd name="csX7457" fmla="*/ 1284468 w 1722333"/>
              <a:gd name="csY7457" fmla="*/ 127463 h 531334"/>
              <a:gd name="csX7458" fmla="*/ 1284646 w 1722333"/>
              <a:gd name="csY7458" fmla="*/ 125627 h 531334"/>
              <a:gd name="csX7459" fmla="*/ 1284815 w 1722333"/>
              <a:gd name="csY7459" fmla="*/ 123803 h 531334"/>
              <a:gd name="csX7460" fmla="*/ 1284984 w 1722333"/>
              <a:gd name="csY7460" fmla="*/ 121993 h 531334"/>
              <a:gd name="csX7461" fmla="*/ 1285162 w 1722333"/>
              <a:gd name="csY7461" fmla="*/ 120196 h 531334"/>
              <a:gd name="csX7462" fmla="*/ 1285331 w 1722333"/>
              <a:gd name="csY7462" fmla="*/ 118414 h 531334"/>
              <a:gd name="csX7463" fmla="*/ 1285500 w 1722333"/>
              <a:gd name="csY7463" fmla="*/ 116644 h 531334"/>
              <a:gd name="csX7464" fmla="*/ 1285678 w 1722333"/>
              <a:gd name="csY7464" fmla="*/ 114888 h 531334"/>
              <a:gd name="csX7465" fmla="*/ 1285847 w 1722333"/>
              <a:gd name="csY7465" fmla="*/ 113146 h 531334"/>
              <a:gd name="csX7466" fmla="*/ 1286025 w 1722333"/>
              <a:gd name="csY7466" fmla="*/ 111417 h 531334"/>
              <a:gd name="csX7467" fmla="*/ 1286194 w 1722333"/>
              <a:gd name="csY7467" fmla="*/ 109703 h 531334"/>
              <a:gd name="csX7468" fmla="*/ 1286363 w 1722333"/>
              <a:gd name="csY7468" fmla="*/ 108002 h 531334"/>
              <a:gd name="csX7469" fmla="*/ 1286541 w 1722333"/>
              <a:gd name="csY7469" fmla="*/ 106315 h 531334"/>
              <a:gd name="csX7470" fmla="*/ 1286710 w 1722333"/>
              <a:gd name="csY7470" fmla="*/ 104643 h 531334"/>
              <a:gd name="csX7471" fmla="*/ 1286879 w 1722333"/>
              <a:gd name="csY7471" fmla="*/ 102984 h 531334"/>
              <a:gd name="csX7472" fmla="*/ 1287057 w 1722333"/>
              <a:gd name="csY7472" fmla="*/ 101339 h 531334"/>
              <a:gd name="csX7473" fmla="*/ 1287226 w 1722333"/>
              <a:gd name="csY7473" fmla="*/ 99708 h 531334"/>
              <a:gd name="csX7474" fmla="*/ 1287395 w 1722333"/>
              <a:gd name="csY7474" fmla="*/ 98091 h 531334"/>
              <a:gd name="csX7475" fmla="*/ 1287573 w 1722333"/>
              <a:gd name="csY7475" fmla="*/ 96489 h 531334"/>
              <a:gd name="csX7476" fmla="*/ 1287742 w 1722333"/>
              <a:gd name="csY7476" fmla="*/ 94900 h 531334"/>
              <a:gd name="csX7477" fmla="*/ 1287911 w 1722333"/>
              <a:gd name="csY7477" fmla="*/ 93326 h 531334"/>
              <a:gd name="csX7478" fmla="*/ 1288089 w 1722333"/>
              <a:gd name="csY7478" fmla="*/ 91766 h 531334"/>
              <a:gd name="csX7479" fmla="*/ 1288258 w 1722333"/>
              <a:gd name="csY7479" fmla="*/ 90220 h 531334"/>
              <a:gd name="csX7480" fmla="*/ 1288436 w 1722333"/>
              <a:gd name="csY7480" fmla="*/ 88689 h 531334"/>
              <a:gd name="csX7481" fmla="*/ 1288605 w 1722333"/>
              <a:gd name="csY7481" fmla="*/ 87171 h 531334"/>
              <a:gd name="csX7482" fmla="*/ 1288774 w 1722333"/>
              <a:gd name="csY7482" fmla="*/ 85667 h 531334"/>
              <a:gd name="csX7483" fmla="*/ 1288952 w 1722333"/>
              <a:gd name="csY7483" fmla="*/ 84179 h 531334"/>
              <a:gd name="csX7484" fmla="*/ 1289121 w 1722333"/>
              <a:gd name="csY7484" fmla="*/ 82704 h 531334"/>
              <a:gd name="csX7485" fmla="*/ 1289290 w 1722333"/>
              <a:gd name="csY7485" fmla="*/ 81244 h 531334"/>
              <a:gd name="csX7486" fmla="*/ 1289468 w 1722333"/>
              <a:gd name="csY7486" fmla="*/ 79798 h 531334"/>
              <a:gd name="csX7487" fmla="*/ 1289637 w 1722333"/>
              <a:gd name="csY7487" fmla="*/ 78366 h 531334"/>
              <a:gd name="csX7488" fmla="*/ 1289806 w 1722333"/>
              <a:gd name="csY7488" fmla="*/ 76949 h 531334"/>
              <a:gd name="csX7489" fmla="*/ 1289983 w 1722333"/>
              <a:gd name="csY7489" fmla="*/ 75546 h 531334"/>
              <a:gd name="csX7490" fmla="*/ 1290153 w 1722333"/>
              <a:gd name="csY7490" fmla="*/ 74157 h 531334"/>
              <a:gd name="csX7491" fmla="*/ 1290330 w 1722333"/>
              <a:gd name="csY7491" fmla="*/ 72783 h 531334"/>
              <a:gd name="csX7492" fmla="*/ 1290500 w 1722333"/>
              <a:gd name="csY7492" fmla="*/ 71422 h 531334"/>
              <a:gd name="csX7493" fmla="*/ 1290669 w 1722333"/>
              <a:gd name="csY7493" fmla="*/ 70076 h 531334"/>
              <a:gd name="csX7494" fmla="*/ 1290847 w 1722333"/>
              <a:gd name="csY7494" fmla="*/ 68745 h 531334"/>
              <a:gd name="csX7495" fmla="*/ 1291016 w 1722333"/>
              <a:gd name="csY7495" fmla="*/ 67427 h 531334"/>
              <a:gd name="csX7496" fmla="*/ 1291185 w 1722333"/>
              <a:gd name="csY7496" fmla="*/ 66125 h 531334"/>
              <a:gd name="csX7497" fmla="*/ 1291362 w 1722333"/>
              <a:gd name="csY7497" fmla="*/ 64836 h 531334"/>
              <a:gd name="csX7498" fmla="*/ 1291531 w 1722333"/>
              <a:gd name="csY7498" fmla="*/ 63561 h 531334"/>
              <a:gd name="csX7499" fmla="*/ 1291701 w 1722333"/>
              <a:gd name="csY7499" fmla="*/ 62301 h 531334"/>
              <a:gd name="csX7500" fmla="*/ 1291878 w 1722333"/>
              <a:gd name="csY7500" fmla="*/ 61055 h 531334"/>
              <a:gd name="csX7501" fmla="*/ 1292048 w 1722333"/>
              <a:gd name="csY7501" fmla="*/ 59822 h 531334"/>
              <a:gd name="csX7502" fmla="*/ 1292225 w 1722333"/>
              <a:gd name="csY7502" fmla="*/ 58604 h 531334"/>
              <a:gd name="csX7503" fmla="*/ 1292395 w 1722333"/>
              <a:gd name="csY7503" fmla="*/ 57401 h 531334"/>
              <a:gd name="csX7504" fmla="*/ 1292563 w 1722333"/>
              <a:gd name="csY7504" fmla="*/ 56211 h 531334"/>
              <a:gd name="csX7505" fmla="*/ 1292741 w 1722333"/>
              <a:gd name="csY7505" fmla="*/ 55036 h 531334"/>
              <a:gd name="csX7506" fmla="*/ 1292910 w 1722333"/>
              <a:gd name="csY7506" fmla="*/ 53874 h 531334"/>
              <a:gd name="csX7507" fmla="*/ 1293080 w 1722333"/>
              <a:gd name="csY7507" fmla="*/ 52727 h 531334"/>
              <a:gd name="csX7508" fmla="*/ 1293257 w 1722333"/>
              <a:gd name="csY7508" fmla="*/ 51593 h 531334"/>
              <a:gd name="csX7509" fmla="*/ 1293426 w 1722333"/>
              <a:gd name="csY7509" fmla="*/ 50474 h 531334"/>
              <a:gd name="csX7510" fmla="*/ 1293596 w 1722333"/>
              <a:gd name="csY7510" fmla="*/ 49368 h 531334"/>
              <a:gd name="csX7511" fmla="*/ 1293773 w 1722333"/>
              <a:gd name="csY7511" fmla="*/ 48277 h 531334"/>
              <a:gd name="csX7512" fmla="*/ 1293942 w 1722333"/>
              <a:gd name="csY7512" fmla="*/ 47199 h 531334"/>
              <a:gd name="csX7513" fmla="*/ 1294120 w 1722333"/>
              <a:gd name="csY7513" fmla="*/ 46135 h 531334"/>
              <a:gd name="csX7514" fmla="*/ 1294289 w 1722333"/>
              <a:gd name="csY7514" fmla="*/ 45085 h 531334"/>
              <a:gd name="csX7515" fmla="*/ 1294458 w 1722333"/>
              <a:gd name="csY7515" fmla="*/ 44049 h 531334"/>
              <a:gd name="csX7516" fmla="*/ 1294636 w 1722333"/>
              <a:gd name="csY7516" fmla="*/ 43026 h 531334"/>
              <a:gd name="csX7517" fmla="*/ 1294805 w 1722333"/>
              <a:gd name="csY7517" fmla="*/ 42017 h 531334"/>
              <a:gd name="csX7518" fmla="*/ 1294974 w 1722333"/>
              <a:gd name="csY7518" fmla="*/ 41022 h 531334"/>
              <a:gd name="csX7519" fmla="*/ 1295152 w 1722333"/>
              <a:gd name="csY7519" fmla="*/ 40040 h 531334"/>
              <a:gd name="csX7520" fmla="*/ 1295321 w 1722333"/>
              <a:gd name="csY7520" fmla="*/ 39071 h 531334"/>
              <a:gd name="csX7521" fmla="*/ 1295490 w 1722333"/>
              <a:gd name="csY7521" fmla="*/ 38117 h 531334"/>
              <a:gd name="csX7522" fmla="*/ 1295668 w 1722333"/>
              <a:gd name="csY7522" fmla="*/ 37176 h 531334"/>
              <a:gd name="csX7523" fmla="*/ 1295837 w 1722333"/>
              <a:gd name="csY7523" fmla="*/ 36248 h 531334"/>
              <a:gd name="csX7524" fmla="*/ 1296006 w 1722333"/>
              <a:gd name="csY7524" fmla="*/ 35333 h 531334"/>
              <a:gd name="csX7525" fmla="*/ 1296184 w 1722333"/>
              <a:gd name="csY7525" fmla="*/ 34432 h 531334"/>
              <a:gd name="csX7526" fmla="*/ 1296353 w 1722333"/>
              <a:gd name="csY7526" fmla="*/ 33544 h 531334"/>
              <a:gd name="csX7527" fmla="*/ 1296531 w 1722333"/>
              <a:gd name="csY7527" fmla="*/ 32670 h 531334"/>
              <a:gd name="csX7528" fmla="*/ 1296700 w 1722333"/>
              <a:gd name="csY7528" fmla="*/ 31808 h 531334"/>
              <a:gd name="csX7529" fmla="*/ 1296869 w 1722333"/>
              <a:gd name="csY7529" fmla="*/ 30960 h 531334"/>
              <a:gd name="csX7530" fmla="*/ 1297047 w 1722333"/>
              <a:gd name="csY7530" fmla="*/ 30124 h 531334"/>
              <a:gd name="csX7531" fmla="*/ 1297216 w 1722333"/>
              <a:gd name="csY7531" fmla="*/ 29302 h 531334"/>
              <a:gd name="csX7532" fmla="*/ 1297385 w 1722333"/>
              <a:gd name="csY7532" fmla="*/ 28493 h 531334"/>
              <a:gd name="csX7533" fmla="*/ 1297563 w 1722333"/>
              <a:gd name="csY7533" fmla="*/ 27696 h 531334"/>
              <a:gd name="csX7534" fmla="*/ 1297732 w 1722333"/>
              <a:gd name="csY7534" fmla="*/ 26912 h 531334"/>
              <a:gd name="csX7535" fmla="*/ 1297901 w 1722333"/>
              <a:gd name="csY7535" fmla="*/ 26141 h 531334"/>
              <a:gd name="csX7536" fmla="*/ 1298079 w 1722333"/>
              <a:gd name="csY7536" fmla="*/ 25383 h 531334"/>
              <a:gd name="csX7537" fmla="*/ 1298248 w 1722333"/>
              <a:gd name="csY7537" fmla="*/ 24638 h 531334"/>
              <a:gd name="csX7538" fmla="*/ 1298426 w 1722333"/>
              <a:gd name="csY7538" fmla="*/ 23905 h 531334"/>
              <a:gd name="csX7539" fmla="*/ 1298595 w 1722333"/>
              <a:gd name="csY7539" fmla="*/ 23184 h 531334"/>
              <a:gd name="csX7540" fmla="*/ 1298764 w 1722333"/>
              <a:gd name="csY7540" fmla="*/ 22476 h 531334"/>
              <a:gd name="csX7541" fmla="*/ 1298942 w 1722333"/>
              <a:gd name="csY7541" fmla="*/ 21780 h 531334"/>
              <a:gd name="csX7542" fmla="*/ 1299111 w 1722333"/>
              <a:gd name="csY7542" fmla="*/ 21098 h 531334"/>
              <a:gd name="csX7543" fmla="*/ 1299280 w 1722333"/>
              <a:gd name="csY7543" fmla="*/ 20427 h 531334"/>
              <a:gd name="csX7544" fmla="*/ 1299458 w 1722333"/>
              <a:gd name="csY7544" fmla="*/ 19768 h 531334"/>
              <a:gd name="csX7545" fmla="*/ 1299627 w 1722333"/>
              <a:gd name="csY7545" fmla="*/ 19122 h 531334"/>
              <a:gd name="csX7546" fmla="*/ 1299796 w 1722333"/>
              <a:gd name="csY7546" fmla="*/ 18488 h 531334"/>
              <a:gd name="csX7547" fmla="*/ 1299974 w 1722333"/>
              <a:gd name="csY7547" fmla="*/ 17865 h 531334"/>
              <a:gd name="csX7548" fmla="*/ 1300143 w 1722333"/>
              <a:gd name="csY7548" fmla="*/ 17255 h 531334"/>
              <a:gd name="csX7549" fmla="*/ 1300321 w 1722333"/>
              <a:gd name="csY7549" fmla="*/ 16657 h 531334"/>
              <a:gd name="csX7550" fmla="*/ 1300490 w 1722333"/>
              <a:gd name="csY7550" fmla="*/ 16071 h 531334"/>
              <a:gd name="csX7551" fmla="*/ 1300659 w 1722333"/>
              <a:gd name="csY7551" fmla="*/ 15496 h 531334"/>
              <a:gd name="csX7552" fmla="*/ 1300837 w 1722333"/>
              <a:gd name="csY7552" fmla="*/ 14933 h 531334"/>
              <a:gd name="csX7553" fmla="*/ 1301006 w 1722333"/>
              <a:gd name="csY7553" fmla="*/ 14381 h 531334"/>
              <a:gd name="csX7554" fmla="*/ 1301175 w 1722333"/>
              <a:gd name="csY7554" fmla="*/ 13841 h 531334"/>
              <a:gd name="csX7555" fmla="*/ 1301353 w 1722333"/>
              <a:gd name="csY7555" fmla="*/ 13314 h 531334"/>
              <a:gd name="csX7556" fmla="*/ 1301522 w 1722333"/>
              <a:gd name="csY7556" fmla="*/ 12797 h 531334"/>
              <a:gd name="csX7557" fmla="*/ 1301691 w 1722333"/>
              <a:gd name="csY7557" fmla="*/ 12291 h 531334"/>
              <a:gd name="csX7558" fmla="*/ 1301869 w 1722333"/>
              <a:gd name="csY7558" fmla="*/ 11798 h 531334"/>
              <a:gd name="csX7559" fmla="*/ 1302038 w 1722333"/>
              <a:gd name="csY7559" fmla="*/ 11314 h 531334"/>
              <a:gd name="csX7560" fmla="*/ 1302216 w 1722333"/>
              <a:gd name="csY7560" fmla="*/ 10843 h 531334"/>
              <a:gd name="csX7561" fmla="*/ 1302385 w 1722333"/>
              <a:gd name="csY7561" fmla="*/ 10383 h 531334"/>
              <a:gd name="csX7562" fmla="*/ 1302554 w 1722333"/>
              <a:gd name="csY7562" fmla="*/ 9934 h 531334"/>
              <a:gd name="csX7563" fmla="*/ 1302732 w 1722333"/>
              <a:gd name="csY7563" fmla="*/ 9495 h 531334"/>
              <a:gd name="csX7564" fmla="*/ 1302901 w 1722333"/>
              <a:gd name="csY7564" fmla="*/ 9067 h 531334"/>
              <a:gd name="csX7565" fmla="*/ 1303070 w 1722333"/>
              <a:gd name="csY7565" fmla="*/ 8651 h 531334"/>
              <a:gd name="csX7566" fmla="*/ 1303248 w 1722333"/>
              <a:gd name="csY7566" fmla="*/ 8245 h 531334"/>
              <a:gd name="csX7567" fmla="*/ 1303417 w 1722333"/>
              <a:gd name="csY7567" fmla="*/ 7850 h 531334"/>
              <a:gd name="csX7568" fmla="*/ 1303586 w 1722333"/>
              <a:gd name="csY7568" fmla="*/ 7466 h 531334"/>
              <a:gd name="csX7569" fmla="*/ 1303764 w 1722333"/>
              <a:gd name="csY7569" fmla="*/ 7091 h 531334"/>
              <a:gd name="csX7570" fmla="*/ 1303933 w 1722333"/>
              <a:gd name="csY7570" fmla="*/ 6728 h 531334"/>
              <a:gd name="csX7571" fmla="*/ 1304102 w 1722333"/>
              <a:gd name="csY7571" fmla="*/ 6375 h 531334"/>
              <a:gd name="csX7572" fmla="*/ 1304280 w 1722333"/>
              <a:gd name="csY7572" fmla="*/ 6033 h 531334"/>
              <a:gd name="csX7573" fmla="*/ 1304449 w 1722333"/>
              <a:gd name="csY7573" fmla="*/ 5700 h 531334"/>
              <a:gd name="csX7574" fmla="*/ 1304627 w 1722333"/>
              <a:gd name="csY7574" fmla="*/ 5378 h 531334"/>
              <a:gd name="csX7575" fmla="*/ 1304796 w 1722333"/>
              <a:gd name="csY7575" fmla="*/ 5067 h 531334"/>
              <a:gd name="csX7576" fmla="*/ 1304965 w 1722333"/>
              <a:gd name="csY7576" fmla="*/ 4764 h 531334"/>
              <a:gd name="csX7577" fmla="*/ 1305143 w 1722333"/>
              <a:gd name="csY7577" fmla="*/ 4472 h 531334"/>
              <a:gd name="csX7578" fmla="*/ 1305312 w 1722333"/>
              <a:gd name="csY7578" fmla="*/ 4191 h 531334"/>
              <a:gd name="csX7579" fmla="*/ 1305481 w 1722333"/>
              <a:gd name="csY7579" fmla="*/ 3919 h 531334"/>
              <a:gd name="csX7580" fmla="*/ 1305659 w 1722333"/>
              <a:gd name="csY7580" fmla="*/ 3656 h 531334"/>
              <a:gd name="csX7581" fmla="*/ 1305828 w 1722333"/>
              <a:gd name="csY7581" fmla="*/ 3404 h 531334"/>
              <a:gd name="csX7582" fmla="*/ 1305997 w 1722333"/>
              <a:gd name="csY7582" fmla="*/ 3161 h 531334"/>
              <a:gd name="csX7583" fmla="*/ 1306175 w 1722333"/>
              <a:gd name="csY7583" fmla="*/ 2928 h 531334"/>
              <a:gd name="csX7584" fmla="*/ 1306344 w 1722333"/>
              <a:gd name="csY7584" fmla="*/ 2704 h 531334"/>
              <a:gd name="csX7585" fmla="*/ 1306522 w 1722333"/>
              <a:gd name="csY7585" fmla="*/ 2490 h 531334"/>
              <a:gd name="csX7586" fmla="*/ 1306691 w 1722333"/>
              <a:gd name="csY7586" fmla="*/ 2285 h 531334"/>
              <a:gd name="csX7587" fmla="*/ 1306860 w 1722333"/>
              <a:gd name="csY7587" fmla="*/ 2089 h 531334"/>
              <a:gd name="csX7588" fmla="*/ 1307038 w 1722333"/>
              <a:gd name="csY7588" fmla="*/ 1903 h 531334"/>
              <a:gd name="csX7589" fmla="*/ 1307207 w 1722333"/>
              <a:gd name="csY7589" fmla="*/ 1726 h 531334"/>
              <a:gd name="csX7590" fmla="*/ 1307376 w 1722333"/>
              <a:gd name="csY7590" fmla="*/ 1558 h 531334"/>
              <a:gd name="csX7591" fmla="*/ 1307554 w 1722333"/>
              <a:gd name="csY7591" fmla="*/ 1398 h 531334"/>
              <a:gd name="csX7592" fmla="*/ 1307723 w 1722333"/>
              <a:gd name="csY7592" fmla="*/ 1248 h 531334"/>
              <a:gd name="csX7593" fmla="*/ 1307892 w 1722333"/>
              <a:gd name="csY7593" fmla="*/ 1108 h 531334"/>
              <a:gd name="csX7594" fmla="*/ 1308070 w 1722333"/>
              <a:gd name="csY7594" fmla="*/ 975 h 531334"/>
              <a:gd name="csX7595" fmla="*/ 1308239 w 1722333"/>
              <a:gd name="csY7595" fmla="*/ 851 h 531334"/>
              <a:gd name="csX7596" fmla="*/ 1308417 w 1722333"/>
              <a:gd name="csY7596" fmla="*/ 737 h 531334"/>
              <a:gd name="csX7597" fmla="*/ 1308586 w 1722333"/>
              <a:gd name="csY7597" fmla="*/ 630 h 531334"/>
              <a:gd name="csX7598" fmla="*/ 1308755 w 1722333"/>
              <a:gd name="csY7598" fmla="*/ 532 h 531334"/>
              <a:gd name="csX7599" fmla="*/ 1308933 w 1722333"/>
              <a:gd name="csY7599" fmla="*/ 443 h 531334"/>
              <a:gd name="csX7600" fmla="*/ 1309102 w 1722333"/>
              <a:gd name="csY7600" fmla="*/ 362 h 531334"/>
              <a:gd name="csX7601" fmla="*/ 1309271 w 1722333"/>
              <a:gd name="csY7601" fmla="*/ 289 h 531334"/>
              <a:gd name="csX7602" fmla="*/ 1309449 w 1722333"/>
              <a:gd name="csY7602" fmla="*/ 225 h 531334"/>
              <a:gd name="csX7603" fmla="*/ 1309618 w 1722333"/>
              <a:gd name="csY7603" fmla="*/ 169 h 531334"/>
              <a:gd name="csX7604" fmla="*/ 1309787 w 1722333"/>
              <a:gd name="csY7604" fmla="*/ 121 h 531334"/>
              <a:gd name="csX7605" fmla="*/ 1309965 w 1722333"/>
              <a:gd name="csY7605" fmla="*/ 81 h 531334"/>
              <a:gd name="csX7606" fmla="*/ 1310134 w 1722333"/>
              <a:gd name="csY7606" fmla="*/ 49 h 531334"/>
              <a:gd name="csX7607" fmla="*/ 1310312 w 1722333"/>
              <a:gd name="csY7607" fmla="*/ 25 h 531334"/>
              <a:gd name="csX7608" fmla="*/ 1310481 w 1722333"/>
              <a:gd name="csY7608" fmla="*/ 9 h 531334"/>
              <a:gd name="csX7609" fmla="*/ 1310650 w 1722333"/>
              <a:gd name="csY7609" fmla="*/ 1 h 531334"/>
              <a:gd name="csX7610" fmla="*/ 1310828 w 1722333"/>
              <a:gd name="csY7610" fmla="*/ 0 h 531334"/>
              <a:gd name="csX7611" fmla="*/ 1310997 w 1722333"/>
              <a:gd name="csY7611" fmla="*/ 7 h 531334"/>
              <a:gd name="csX7612" fmla="*/ 1311166 w 1722333"/>
              <a:gd name="csY7612" fmla="*/ 22 h 531334"/>
              <a:gd name="csX7613" fmla="*/ 1311344 w 1722333"/>
              <a:gd name="csY7613" fmla="*/ 44 h 531334"/>
              <a:gd name="csX7614" fmla="*/ 1311513 w 1722333"/>
              <a:gd name="csY7614" fmla="*/ 74 h 531334"/>
              <a:gd name="csX7615" fmla="*/ 1311682 w 1722333"/>
              <a:gd name="csY7615" fmla="*/ 111 h 531334"/>
              <a:gd name="csX7616" fmla="*/ 1311860 w 1722333"/>
              <a:gd name="csY7616" fmla="*/ 156 h 531334"/>
              <a:gd name="csX7617" fmla="*/ 1312029 w 1722333"/>
              <a:gd name="csY7617" fmla="*/ 207 h 531334"/>
              <a:gd name="csX7618" fmla="*/ 1312198 w 1722333"/>
              <a:gd name="csY7618" fmla="*/ 266 h 531334"/>
              <a:gd name="csX7619" fmla="*/ 1312376 w 1722333"/>
              <a:gd name="csY7619" fmla="*/ 332 h 531334"/>
              <a:gd name="csX7620" fmla="*/ 1312545 w 1722333"/>
              <a:gd name="csY7620" fmla="*/ 406 h 531334"/>
              <a:gd name="csX7621" fmla="*/ 1312723 w 1722333"/>
              <a:gd name="csY7621" fmla="*/ 486 h 531334"/>
              <a:gd name="csX7622" fmla="*/ 1312892 w 1722333"/>
              <a:gd name="csY7622" fmla="*/ 573 h 531334"/>
              <a:gd name="csX7623" fmla="*/ 1313061 w 1722333"/>
              <a:gd name="csY7623" fmla="*/ 666 h 531334"/>
              <a:gd name="csX7624" fmla="*/ 1313239 w 1722333"/>
              <a:gd name="csY7624" fmla="*/ 768 h 531334"/>
              <a:gd name="csX7625" fmla="*/ 1313408 w 1722333"/>
              <a:gd name="csY7625" fmla="*/ 875 h 531334"/>
              <a:gd name="csX7626" fmla="*/ 1313577 w 1722333"/>
              <a:gd name="csY7626" fmla="*/ 989 h 531334"/>
              <a:gd name="csX7627" fmla="*/ 1313755 w 1722333"/>
              <a:gd name="csY7627" fmla="*/ 1110 h 531334"/>
              <a:gd name="csX7628" fmla="*/ 1313924 w 1722333"/>
              <a:gd name="csY7628" fmla="*/ 1237 h 531334"/>
              <a:gd name="csX7629" fmla="*/ 1314093 w 1722333"/>
              <a:gd name="csY7629" fmla="*/ 1372 h 531334"/>
              <a:gd name="csX7630" fmla="*/ 1314271 w 1722333"/>
              <a:gd name="csY7630" fmla="*/ 1512 h 531334"/>
              <a:gd name="csX7631" fmla="*/ 1314440 w 1722333"/>
              <a:gd name="csY7631" fmla="*/ 1659 h 531334"/>
              <a:gd name="csX7632" fmla="*/ 1314618 w 1722333"/>
              <a:gd name="csY7632" fmla="*/ 1812 h 531334"/>
              <a:gd name="csX7633" fmla="*/ 1314787 w 1722333"/>
              <a:gd name="csY7633" fmla="*/ 1971 h 531334"/>
              <a:gd name="csX7634" fmla="*/ 1314956 w 1722333"/>
              <a:gd name="csY7634" fmla="*/ 2137 h 531334"/>
              <a:gd name="csX7635" fmla="*/ 1315134 w 1722333"/>
              <a:gd name="csY7635" fmla="*/ 2310 h 531334"/>
              <a:gd name="csX7636" fmla="*/ 1315303 w 1722333"/>
              <a:gd name="csY7636" fmla="*/ 2487 h 531334"/>
              <a:gd name="csX7637" fmla="*/ 1315472 w 1722333"/>
              <a:gd name="csY7637" fmla="*/ 2671 h 531334"/>
              <a:gd name="csX7638" fmla="*/ 1315650 w 1722333"/>
              <a:gd name="csY7638" fmla="*/ 2861 h 531334"/>
              <a:gd name="csX7639" fmla="*/ 1315819 w 1722333"/>
              <a:gd name="csY7639" fmla="*/ 3057 h 531334"/>
              <a:gd name="csX7640" fmla="*/ 1315988 w 1722333"/>
              <a:gd name="csY7640" fmla="*/ 3258 h 531334"/>
              <a:gd name="csX7641" fmla="*/ 1316166 w 1722333"/>
              <a:gd name="csY7641" fmla="*/ 3466 h 531334"/>
              <a:gd name="csX7642" fmla="*/ 1316335 w 1722333"/>
              <a:gd name="csY7642" fmla="*/ 3679 h 531334"/>
              <a:gd name="csX7643" fmla="*/ 1316513 w 1722333"/>
              <a:gd name="csY7643" fmla="*/ 3898 h 531334"/>
              <a:gd name="csX7644" fmla="*/ 1316682 w 1722333"/>
              <a:gd name="csY7644" fmla="*/ 4123 h 531334"/>
              <a:gd name="csX7645" fmla="*/ 1316851 w 1722333"/>
              <a:gd name="csY7645" fmla="*/ 4352 h 531334"/>
              <a:gd name="csX7646" fmla="*/ 1317029 w 1722333"/>
              <a:gd name="csY7646" fmla="*/ 4588 h 531334"/>
              <a:gd name="csX7647" fmla="*/ 1317198 w 1722333"/>
              <a:gd name="csY7647" fmla="*/ 4829 h 531334"/>
              <a:gd name="csX7648" fmla="*/ 1317367 w 1722333"/>
              <a:gd name="csY7648" fmla="*/ 5075 h 531334"/>
              <a:gd name="csX7649" fmla="*/ 1317545 w 1722333"/>
              <a:gd name="csY7649" fmla="*/ 5327 h 531334"/>
              <a:gd name="csX7650" fmla="*/ 1317714 w 1722333"/>
              <a:gd name="csY7650" fmla="*/ 5584 h 531334"/>
              <a:gd name="csX7651" fmla="*/ 1317883 w 1722333"/>
              <a:gd name="csY7651" fmla="*/ 5847 h 531334"/>
              <a:gd name="csX7652" fmla="*/ 1318061 w 1722333"/>
              <a:gd name="csY7652" fmla="*/ 6114 h 531334"/>
              <a:gd name="csX7653" fmla="*/ 1318230 w 1722333"/>
              <a:gd name="csY7653" fmla="*/ 6387 h 531334"/>
              <a:gd name="csX7654" fmla="*/ 1318408 w 1722333"/>
              <a:gd name="csY7654" fmla="*/ 6664 h 531334"/>
              <a:gd name="csX7655" fmla="*/ 1318577 w 1722333"/>
              <a:gd name="csY7655" fmla="*/ 6947 h 531334"/>
              <a:gd name="csX7656" fmla="*/ 1318746 w 1722333"/>
              <a:gd name="csY7656" fmla="*/ 7235 h 531334"/>
              <a:gd name="csX7657" fmla="*/ 1318924 w 1722333"/>
              <a:gd name="csY7657" fmla="*/ 7527 h 531334"/>
              <a:gd name="csX7658" fmla="*/ 1319093 w 1722333"/>
              <a:gd name="csY7658" fmla="*/ 7824 h 531334"/>
              <a:gd name="csX7659" fmla="*/ 1319262 w 1722333"/>
              <a:gd name="csY7659" fmla="*/ 8127 h 531334"/>
              <a:gd name="csX7660" fmla="*/ 1319440 w 1722333"/>
              <a:gd name="csY7660" fmla="*/ 8434 h 531334"/>
              <a:gd name="csX7661" fmla="*/ 1319609 w 1722333"/>
              <a:gd name="csY7661" fmla="*/ 8745 h 531334"/>
              <a:gd name="csX7662" fmla="*/ 1319778 w 1722333"/>
              <a:gd name="csY7662" fmla="*/ 9062 h 531334"/>
              <a:gd name="csX7663" fmla="*/ 1319956 w 1722333"/>
              <a:gd name="csY7663" fmla="*/ 9382 h 531334"/>
              <a:gd name="csX7664" fmla="*/ 1320125 w 1722333"/>
              <a:gd name="csY7664" fmla="*/ 9708 h 531334"/>
              <a:gd name="csX7665" fmla="*/ 1320294 w 1722333"/>
              <a:gd name="csY7665" fmla="*/ 10038 h 531334"/>
              <a:gd name="csX7666" fmla="*/ 1320472 w 1722333"/>
              <a:gd name="csY7666" fmla="*/ 10372 h 531334"/>
              <a:gd name="csX7667" fmla="*/ 1320641 w 1722333"/>
              <a:gd name="csY7667" fmla="*/ 10711 h 531334"/>
              <a:gd name="csX7668" fmla="*/ 1320819 w 1722333"/>
              <a:gd name="csY7668" fmla="*/ 11054 h 531334"/>
              <a:gd name="csX7669" fmla="*/ 1320988 w 1722333"/>
              <a:gd name="csY7669" fmla="*/ 11402 h 531334"/>
              <a:gd name="csX7670" fmla="*/ 1321157 w 1722333"/>
              <a:gd name="csY7670" fmla="*/ 11753 h 531334"/>
              <a:gd name="csX7671" fmla="*/ 1321335 w 1722333"/>
              <a:gd name="csY7671" fmla="*/ 12109 h 531334"/>
              <a:gd name="csX7672" fmla="*/ 1321504 w 1722333"/>
              <a:gd name="csY7672" fmla="*/ 12469 h 531334"/>
              <a:gd name="csX7673" fmla="*/ 1321673 w 1722333"/>
              <a:gd name="csY7673" fmla="*/ 12833 h 531334"/>
              <a:gd name="csX7674" fmla="*/ 1321851 w 1722333"/>
              <a:gd name="csY7674" fmla="*/ 13201 h 531334"/>
              <a:gd name="csX7675" fmla="*/ 1322020 w 1722333"/>
              <a:gd name="csY7675" fmla="*/ 13573 h 531334"/>
              <a:gd name="csX7676" fmla="*/ 1322189 w 1722333"/>
              <a:gd name="csY7676" fmla="*/ 13950 h 531334"/>
              <a:gd name="csX7677" fmla="*/ 1322367 w 1722333"/>
              <a:gd name="csY7677" fmla="*/ 14330 h 531334"/>
              <a:gd name="csX7678" fmla="*/ 1322536 w 1722333"/>
              <a:gd name="csY7678" fmla="*/ 14714 h 531334"/>
              <a:gd name="csX7679" fmla="*/ 1322714 w 1722333"/>
              <a:gd name="csY7679" fmla="*/ 15102 h 531334"/>
              <a:gd name="csX7680" fmla="*/ 1322883 w 1722333"/>
              <a:gd name="csY7680" fmla="*/ 15493 h 531334"/>
              <a:gd name="csX7681" fmla="*/ 1323052 w 1722333"/>
              <a:gd name="csY7681" fmla="*/ 15888 h 531334"/>
              <a:gd name="csX7682" fmla="*/ 1323230 w 1722333"/>
              <a:gd name="csY7682" fmla="*/ 16288 h 531334"/>
              <a:gd name="csX7683" fmla="*/ 1323399 w 1722333"/>
              <a:gd name="csY7683" fmla="*/ 16690 h 531334"/>
              <a:gd name="csX7684" fmla="*/ 1323568 w 1722333"/>
              <a:gd name="csY7684" fmla="*/ 17096 h 531334"/>
              <a:gd name="csX7685" fmla="*/ 1323746 w 1722333"/>
              <a:gd name="csY7685" fmla="*/ 17506 h 531334"/>
              <a:gd name="csX7686" fmla="*/ 1323915 w 1722333"/>
              <a:gd name="csY7686" fmla="*/ 17919 h 531334"/>
              <a:gd name="csX7687" fmla="*/ 1324084 w 1722333"/>
              <a:gd name="csY7687" fmla="*/ 18336 h 531334"/>
              <a:gd name="csX7688" fmla="*/ 1324262 w 1722333"/>
              <a:gd name="csY7688" fmla="*/ 18756 h 531334"/>
              <a:gd name="csX7689" fmla="*/ 1324431 w 1722333"/>
              <a:gd name="csY7689" fmla="*/ 19180 h 531334"/>
              <a:gd name="csX7690" fmla="*/ 1324609 w 1722333"/>
              <a:gd name="csY7690" fmla="*/ 19607 h 531334"/>
              <a:gd name="csX7691" fmla="*/ 1324778 w 1722333"/>
              <a:gd name="csY7691" fmla="*/ 20037 h 531334"/>
              <a:gd name="csX7692" fmla="*/ 1324947 w 1722333"/>
              <a:gd name="csY7692" fmla="*/ 20471 h 531334"/>
              <a:gd name="csX7693" fmla="*/ 1325124 w 1722333"/>
              <a:gd name="csY7693" fmla="*/ 20908 h 531334"/>
              <a:gd name="csX7694" fmla="*/ 1325294 w 1722333"/>
              <a:gd name="csY7694" fmla="*/ 21347 h 531334"/>
              <a:gd name="csX7695" fmla="*/ 1325463 w 1722333"/>
              <a:gd name="csY7695" fmla="*/ 21790 h 531334"/>
              <a:gd name="csX7696" fmla="*/ 1325641 w 1722333"/>
              <a:gd name="csY7696" fmla="*/ 22237 h 531334"/>
              <a:gd name="csX7697" fmla="*/ 1325810 w 1722333"/>
              <a:gd name="csY7697" fmla="*/ 22686 h 531334"/>
              <a:gd name="csX7698" fmla="*/ 1325979 w 1722333"/>
              <a:gd name="csY7698" fmla="*/ 23138 h 531334"/>
              <a:gd name="csX7699" fmla="*/ 1326156 w 1722333"/>
              <a:gd name="csY7699" fmla="*/ 23593 h 531334"/>
              <a:gd name="csX7700" fmla="*/ 1326326 w 1722333"/>
              <a:gd name="csY7700" fmla="*/ 24052 h 531334"/>
              <a:gd name="csX7701" fmla="*/ 1326503 w 1722333"/>
              <a:gd name="csY7701" fmla="*/ 24512 h 531334"/>
              <a:gd name="csX7702" fmla="*/ 1326672 w 1722333"/>
              <a:gd name="csY7702" fmla="*/ 24976 h 531334"/>
              <a:gd name="csX7703" fmla="*/ 1326842 w 1722333"/>
              <a:gd name="csY7703" fmla="*/ 25443 h 531334"/>
              <a:gd name="csX7704" fmla="*/ 1327019 w 1722333"/>
              <a:gd name="csY7704" fmla="*/ 25912 h 531334"/>
              <a:gd name="csX7705" fmla="*/ 1327189 w 1722333"/>
              <a:gd name="csY7705" fmla="*/ 26384 h 531334"/>
              <a:gd name="csX7706" fmla="*/ 1327357 w 1722333"/>
              <a:gd name="csY7706" fmla="*/ 26859 h 531334"/>
              <a:gd name="csX7707" fmla="*/ 1327535 w 1722333"/>
              <a:gd name="csY7707" fmla="*/ 27337 h 531334"/>
              <a:gd name="csX7708" fmla="*/ 1327704 w 1722333"/>
              <a:gd name="csY7708" fmla="*/ 27817 h 531334"/>
              <a:gd name="csX7709" fmla="*/ 1327874 w 1722333"/>
              <a:gd name="csY7709" fmla="*/ 28300 h 531334"/>
              <a:gd name="csX7710" fmla="*/ 1328051 w 1722333"/>
              <a:gd name="csY7710" fmla="*/ 28785 h 531334"/>
              <a:gd name="csX7711" fmla="*/ 1328221 w 1722333"/>
              <a:gd name="csY7711" fmla="*/ 29274 h 531334"/>
              <a:gd name="csX7712" fmla="*/ 1328390 w 1722333"/>
              <a:gd name="csY7712" fmla="*/ 29764 h 531334"/>
              <a:gd name="csX7713" fmla="*/ 1328567 w 1722333"/>
              <a:gd name="csY7713" fmla="*/ 30257 h 531334"/>
              <a:gd name="csX7714" fmla="*/ 1328736 w 1722333"/>
              <a:gd name="csY7714" fmla="*/ 30752 h 531334"/>
              <a:gd name="csX7715" fmla="*/ 1328914 w 1722333"/>
              <a:gd name="csY7715" fmla="*/ 31250 h 531334"/>
              <a:gd name="csX7716" fmla="*/ 1329083 w 1722333"/>
              <a:gd name="csY7716" fmla="*/ 31750 h 531334"/>
              <a:gd name="csX7717" fmla="*/ 1329252 w 1722333"/>
              <a:gd name="csY7717" fmla="*/ 32252 h 531334"/>
              <a:gd name="csX7718" fmla="*/ 1329430 w 1722333"/>
              <a:gd name="csY7718" fmla="*/ 32757 h 531334"/>
              <a:gd name="csX7719" fmla="*/ 1329599 w 1722333"/>
              <a:gd name="csY7719" fmla="*/ 33264 h 531334"/>
              <a:gd name="csX7720" fmla="*/ 1329769 w 1722333"/>
              <a:gd name="csY7720" fmla="*/ 33773 h 531334"/>
              <a:gd name="csX7721" fmla="*/ 1329946 w 1722333"/>
              <a:gd name="csY7721" fmla="*/ 34284 h 531334"/>
              <a:gd name="csX7722" fmla="*/ 1330115 w 1722333"/>
              <a:gd name="csY7722" fmla="*/ 34798 h 531334"/>
              <a:gd name="csX7723" fmla="*/ 1330284 w 1722333"/>
              <a:gd name="csY7723" fmla="*/ 35314 h 531334"/>
              <a:gd name="csX7724" fmla="*/ 1330462 w 1722333"/>
              <a:gd name="csY7724" fmla="*/ 35831 h 531334"/>
              <a:gd name="csX7725" fmla="*/ 1330631 w 1722333"/>
              <a:gd name="csY7725" fmla="*/ 36351 h 531334"/>
              <a:gd name="csX7726" fmla="*/ 1330809 w 1722333"/>
              <a:gd name="csY7726" fmla="*/ 36873 h 531334"/>
              <a:gd name="csX7727" fmla="*/ 1330978 w 1722333"/>
              <a:gd name="csY7727" fmla="*/ 37396 h 531334"/>
              <a:gd name="csX7728" fmla="*/ 1331147 w 1722333"/>
              <a:gd name="csY7728" fmla="*/ 37922 h 531334"/>
              <a:gd name="csX7729" fmla="*/ 1331325 w 1722333"/>
              <a:gd name="csY7729" fmla="*/ 38450 h 531334"/>
              <a:gd name="csX7730" fmla="*/ 1331494 w 1722333"/>
              <a:gd name="csY7730" fmla="*/ 38980 h 531334"/>
              <a:gd name="csX7731" fmla="*/ 1331663 w 1722333"/>
              <a:gd name="csY7731" fmla="*/ 39511 h 531334"/>
              <a:gd name="csX7732" fmla="*/ 1331841 w 1722333"/>
              <a:gd name="csY7732" fmla="*/ 40044 h 531334"/>
              <a:gd name="csX7733" fmla="*/ 1332010 w 1722333"/>
              <a:gd name="csY7733" fmla="*/ 40579 h 531334"/>
              <a:gd name="csX7734" fmla="*/ 1332179 w 1722333"/>
              <a:gd name="csY7734" fmla="*/ 41116 h 531334"/>
              <a:gd name="csX7735" fmla="*/ 1332357 w 1722333"/>
              <a:gd name="csY7735" fmla="*/ 41655 h 531334"/>
              <a:gd name="csX7736" fmla="*/ 1332526 w 1722333"/>
              <a:gd name="csY7736" fmla="*/ 42195 h 531334"/>
              <a:gd name="csX7737" fmla="*/ 1332704 w 1722333"/>
              <a:gd name="csY7737" fmla="*/ 42737 h 531334"/>
              <a:gd name="csX7738" fmla="*/ 1332873 w 1722333"/>
              <a:gd name="csY7738" fmla="*/ 43281 h 531334"/>
              <a:gd name="csX7739" fmla="*/ 1333042 w 1722333"/>
              <a:gd name="csY7739" fmla="*/ 43827 h 531334"/>
              <a:gd name="csX7740" fmla="*/ 1333220 w 1722333"/>
              <a:gd name="csY7740" fmla="*/ 44373 h 531334"/>
              <a:gd name="csX7741" fmla="*/ 1333389 w 1722333"/>
              <a:gd name="csY7741" fmla="*/ 44922 h 531334"/>
              <a:gd name="csX7742" fmla="*/ 1333558 w 1722333"/>
              <a:gd name="csY7742" fmla="*/ 45472 h 531334"/>
              <a:gd name="csX7743" fmla="*/ 1333736 w 1722333"/>
              <a:gd name="csY7743" fmla="*/ 46023 h 531334"/>
              <a:gd name="csX7744" fmla="*/ 1333905 w 1722333"/>
              <a:gd name="csY7744" fmla="*/ 46576 h 531334"/>
              <a:gd name="csX7745" fmla="*/ 1334074 w 1722333"/>
              <a:gd name="csY7745" fmla="*/ 47131 h 531334"/>
              <a:gd name="csX7746" fmla="*/ 1334252 w 1722333"/>
              <a:gd name="csY7746" fmla="*/ 47687 h 531334"/>
              <a:gd name="csX7747" fmla="*/ 1334421 w 1722333"/>
              <a:gd name="csY7747" fmla="*/ 48245 h 531334"/>
              <a:gd name="csX7748" fmla="*/ 1334599 w 1722333"/>
              <a:gd name="csY7748" fmla="*/ 48803 h 531334"/>
              <a:gd name="csX7749" fmla="*/ 1334768 w 1722333"/>
              <a:gd name="csY7749" fmla="*/ 49364 h 531334"/>
              <a:gd name="csX7750" fmla="*/ 1334937 w 1722333"/>
              <a:gd name="csY7750" fmla="*/ 49925 h 531334"/>
              <a:gd name="csX7751" fmla="*/ 1335115 w 1722333"/>
              <a:gd name="csY7751" fmla="*/ 50488 h 531334"/>
              <a:gd name="csX7752" fmla="*/ 1335284 w 1722333"/>
              <a:gd name="csY7752" fmla="*/ 51052 h 531334"/>
              <a:gd name="csX7753" fmla="*/ 1335453 w 1722333"/>
              <a:gd name="csY7753" fmla="*/ 51618 h 531334"/>
              <a:gd name="csX7754" fmla="*/ 1335631 w 1722333"/>
              <a:gd name="csY7754" fmla="*/ 52185 h 531334"/>
              <a:gd name="csX7755" fmla="*/ 1335800 w 1722333"/>
              <a:gd name="csY7755" fmla="*/ 52752 h 531334"/>
              <a:gd name="csX7756" fmla="*/ 1335969 w 1722333"/>
              <a:gd name="csY7756" fmla="*/ 53322 h 531334"/>
              <a:gd name="csX7757" fmla="*/ 1336147 w 1722333"/>
              <a:gd name="csY7757" fmla="*/ 53892 h 531334"/>
              <a:gd name="csX7758" fmla="*/ 1336316 w 1722333"/>
              <a:gd name="csY7758" fmla="*/ 54463 h 531334"/>
              <a:gd name="csX7759" fmla="*/ 1336485 w 1722333"/>
              <a:gd name="csY7759" fmla="*/ 55036 h 531334"/>
              <a:gd name="csX7760" fmla="*/ 1336663 w 1722333"/>
              <a:gd name="csY7760" fmla="*/ 55610 h 531334"/>
              <a:gd name="csX7761" fmla="*/ 1336832 w 1722333"/>
              <a:gd name="csY7761" fmla="*/ 56185 h 531334"/>
              <a:gd name="csX7762" fmla="*/ 1337010 w 1722333"/>
              <a:gd name="csY7762" fmla="*/ 56760 h 531334"/>
              <a:gd name="csX7763" fmla="*/ 1337179 w 1722333"/>
              <a:gd name="csY7763" fmla="*/ 57337 h 531334"/>
              <a:gd name="csX7764" fmla="*/ 1337348 w 1722333"/>
              <a:gd name="csY7764" fmla="*/ 57915 h 531334"/>
              <a:gd name="csX7765" fmla="*/ 1337526 w 1722333"/>
              <a:gd name="csY7765" fmla="*/ 58493 h 531334"/>
              <a:gd name="csX7766" fmla="*/ 1337695 w 1722333"/>
              <a:gd name="csY7766" fmla="*/ 59073 h 531334"/>
              <a:gd name="csX7767" fmla="*/ 1337864 w 1722333"/>
              <a:gd name="csY7767" fmla="*/ 59654 h 531334"/>
              <a:gd name="csX7768" fmla="*/ 1338042 w 1722333"/>
              <a:gd name="csY7768" fmla="*/ 60236 h 531334"/>
              <a:gd name="csX7769" fmla="*/ 1338211 w 1722333"/>
              <a:gd name="csY7769" fmla="*/ 60818 h 531334"/>
              <a:gd name="csX7770" fmla="*/ 1338380 w 1722333"/>
              <a:gd name="csY7770" fmla="*/ 61402 h 531334"/>
              <a:gd name="csX7771" fmla="*/ 1338558 w 1722333"/>
              <a:gd name="csY7771" fmla="*/ 61986 h 531334"/>
              <a:gd name="csX7772" fmla="*/ 1338727 w 1722333"/>
              <a:gd name="csY7772" fmla="*/ 62571 h 531334"/>
              <a:gd name="csX7773" fmla="*/ 1338905 w 1722333"/>
              <a:gd name="csY7773" fmla="*/ 63157 h 531334"/>
              <a:gd name="csX7774" fmla="*/ 1339074 w 1722333"/>
              <a:gd name="csY7774" fmla="*/ 63744 h 531334"/>
              <a:gd name="csX7775" fmla="*/ 1339243 w 1722333"/>
              <a:gd name="csY7775" fmla="*/ 64331 h 531334"/>
              <a:gd name="csX7776" fmla="*/ 1339421 w 1722333"/>
              <a:gd name="csY7776" fmla="*/ 64920 h 531334"/>
              <a:gd name="csX7777" fmla="*/ 1339590 w 1722333"/>
              <a:gd name="csY7777" fmla="*/ 65509 h 531334"/>
              <a:gd name="csX7778" fmla="*/ 1339759 w 1722333"/>
              <a:gd name="csY7778" fmla="*/ 66099 h 531334"/>
              <a:gd name="csX7779" fmla="*/ 1339937 w 1722333"/>
              <a:gd name="csY7779" fmla="*/ 66689 h 531334"/>
              <a:gd name="csX7780" fmla="*/ 1340106 w 1722333"/>
              <a:gd name="csY7780" fmla="*/ 67280 h 531334"/>
              <a:gd name="csX7781" fmla="*/ 1340275 w 1722333"/>
              <a:gd name="csY7781" fmla="*/ 67872 h 531334"/>
              <a:gd name="csX7782" fmla="*/ 1340453 w 1722333"/>
              <a:gd name="csY7782" fmla="*/ 68464 h 531334"/>
              <a:gd name="csX7783" fmla="*/ 1340622 w 1722333"/>
              <a:gd name="csY7783" fmla="*/ 69058 h 531334"/>
              <a:gd name="csX7784" fmla="*/ 1340800 w 1722333"/>
              <a:gd name="csY7784" fmla="*/ 69651 h 531334"/>
              <a:gd name="csX7785" fmla="*/ 1340969 w 1722333"/>
              <a:gd name="csY7785" fmla="*/ 70245 h 531334"/>
              <a:gd name="csX7786" fmla="*/ 1341138 w 1722333"/>
              <a:gd name="csY7786" fmla="*/ 70841 h 531334"/>
              <a:gd name="csX7787" fmla="*/ 1341316 w 1722333"/>
              <a:gd name="csY7787" fmla="*/ 71436 h 531334"/>
              <a:gd name="csX7788" fmla="*/ 1341485 w 1722333"/>
              <a:gd name="csY7788" fmla="*/ 72032 h 531334"/>
              <a:gd name="csX7789" fmla="*/ 1341654 w 1722333"/>
              <a:gd name="csY7789" fmla="*/ 72628 h 531334"/>
              <a:gd name="csX7790" fmla="*/ 1341832 w 1722333"/>
              <a:gd name="csY7790" fmla="*/ 73225 h 531334"/>
              <a:gd name="csX7791" fmla="*/ 1342001 w 1722333"/>
              <a:gd name="csY7791" fmla="*/ 73823 h 531334"/>
              <a:gd name="csX7792" fmla="*/ 1342170 w 1722333"/>
              <a:gd name="csY7792" fmla="*/ 74421 h 531334"/>
              <a:gd name="csX7793" fmla="*/ 1342348 w 1722333"/>
              <a:gd name="csY7793" fmla="*/ 75018 h 531334"/>
              <a:gd name="csX7794" fmla="*/ 1342517 w 1722333"/>
              <a:gd name="csY7794" fmla="*/ 75617 h 531334"/>
              <a:gd name="csX7795" fmla="*/ 1342695 w 1722333"/>
              <a:gd name="csY7795" fmla="*/ 76217 h 531334"/>
              <a:gd name="csX7796" fmla="*/ 1342864 w 1722333"/>
              <a:gd name="csY7796" fmla="*/ 76816 h 531334"/>
              <a:gd name="csX7797" fmla="*/ 1343033 w 1722333"/>
              <a:gd name="csY7797" fmla="*/ 77416 h 531334"/>
              <a:gd name="csX7798" fmla="*/ 1343211 w 1722333"/>
              <a:gd name="csY7798" fmla="*/ 78017 h 531334"/>
              <a:gd name="csX7799" fmla="*/ 1343380 w 1722333"/>
              <a:gd name="csY7799" fmla="*/ 78617 h 531334"/>
              <a:gd name="csX7800" fmla="*/ 1343549 w 1722333"/>
              <a:gd name="csY7800" fmla="*/ 79218 h 531334"/>
              <a:gd name="csX7801" fmla="*/ 1343727 w 1722333"/>
              <a:gd name="csY7801" fmla="*/ 79820 h 531334"/>
              <a:gd name="csX7802" fmla="*/ 1343896 w 1722333"/>
              <a:gd name="csY7802" fmla="*/ 80421 h 531334"/>
              <a:gd name="csX7803" fmla="*/ 1344065 w 1722333"/>
              <a:gd name="csY7803" fmla="*/ 81023 h 531334"/>
              <a:gd name="csX7804" fmla="*/ 1344243 w 1722333"/>
              <a:gd name="csY7804" fmla="*/ 81625 h 531334"/>
              <a:gd name="csX7805" fmla="*/ 1344412 w 1722333"/>
              <a:gd name="csY7805" fmla="*/ 82228 h 531334"/>
              <a:gd name="csX7806" fmla="*/ 1344581 w 1722333"/>
              <a:gd name="csY7806" fmla="*/ 82830 h 531334"/>
              <a:gd name="csX7807" fmla="*/ 1344759 w 1722333"/>
              <a:gd name="csY7807" fmla="*/ 83434 h 531334"/>
              <a:gd name="csX7808" fmla="*/ 1344928 w 1722333"/>
              <a:gd name="csY7808" fmla="*/ 84037 h 531334"/>
              <a:gd name="csX7809" fmla="*/ 1345106 w 1722333"/>
              <a:gd name="csY7809" fmla="*/ 84640 h 531334"/>
              <a:gd name="csX7810" fmla="*/ 1345275 w 1722333"/>
              <a:gd name="csY7810" fmla="*/ 85243 h 531334"/>
              <a:gd name="csX7811" fmla="*/ 1345444 w 1722333"/>
              <a:gd name="csY7811" fmla="*/ 85847 h 531334"/>
              <a:gd name="csX7812" fmla="*/ 1345622 w 1722333"/>
              <a:gd name="csY7812" fmla="*/ 86451 h 531334"/>
              <a:gd name="csX7813" fmla="*/ 1345791 w 1722333"/>
              <a:gd name="csY7813" fmla="*/ 87055 h 531334"/>
              <a:gd name="csX7814" fmla="*/ 1345960 w 1722333"/>
              <a:gd name="csY7814" fmla="*/ 87659 h 531334"/>
              <a:gd name="csX7815" fmla="*/ 1346138 w 1722333"/>
              <a:gd name="csY7815" fmla="*/ 88263 h 531334"/>
              <a:gd name="csX7816" fmla="*/ 1346307 w 1722333"/>
              <a:gd name="csY7816" fmla="*/ 88868 h 531334"/>
              <a:gd name="csX7817" fmla="*/ 1346476 w 1722333"/>
              <a:gd name="csY7817" fmla="*/ 89472 h 531334"/>
              <a:gd name="csX7818" fmla="*/ 1346654 w 1722333"/>
              <a:gd name="csY7818" fmla="*/ 90077 h 531334"/>
              <a:gd name="csX7819" fmla="*/ 1346823 w 1722333"/>
              <a:gd name="csY7819" fmla="*/ 90682 h 531334"/>
              <a:gd name="csX7820" fmla="*/ 1347001 w 1722333"/>
              <a:gd name="csY7820" fmla="*/ 91286 h 531334"/>
              <a:gd name="csX7821" fmla="*/ 1347170 w 1722333"/>
              <a:gd name="csY7821" fmla="*/ 91891 h 531334"/>
              <a:gd name="csX7822" fmla="*/ 1347339 w 1722333"/>
              <a:gd name="csY7822" fmla="*/ 92495 h 531334"/>
              <a:gd name="csX7823" fmla="*/ 1347517 w 1722333"/>
              <a:gd name="csY7823" fmla="*/ 93100 h 531334"/>
              <a:gd name="csX7824" fmla="*/ 1347686 w 1722333"/>
              <a:gd name="csY7824" fmla="*/ 93705 h 531334"/>
              <a:gd name="csX7825" fmla="*/ 1347855 w 1722333"/>
              <a:gd name="csY7825" fmla="*/ 94310 h 531334"/>
              <a:gd name="csX7826" fmla="*/ 1348033 w 1722333"/>
              <a:gd name="csY7826" fmla="*/ 94914 h 531334"/>
              <a:gd name="csX7827" fmla="*/ 1348202 w 1722333"/>
              <a:gd name="csY7827" fmla="*/ 95519 h 531334"/>
              <a:gd name="csX7828" fmla="*/ 1348371 w 1722333"/>
              <a:gd name="csY7828" fmla="*/ 96124 h 531334"/>
              <a:gd name="csX7829" fmla="*/ 1348549 w 1722333"/>
              <a:gd name="csY7829" fmla="*/ 96728 h 531334"/>
              <a:gd name="csX7830" fmla="*/ 1348718 w 1722333"/>
              <a:gd name="csY7830" fmla="*/ 97333 h 531334"/>
              <a:gd name="csX7831" fmla="*/ 1348896 w 1722333"/>
              <a:gd name="csY7831" fmla="*/ 97937 h 531334"/>
              <a:gd name="csX7832" fmla="*/ 1349065 w 1722333"/>
              <a:gd name="csY7832" fmla="*/ 98542 h 531334"/>
              <a:gd name="csX7833" fmla="*/ 1349234 w 1722333"/>
              <a:gd name="csY7833" fmla="*/ 99146 h 531334"/>
              <a:gd name="csX7834" fmla="*/ 1349412 w 1722333"/>
              <a:gd name="csY7834" fmla="*/ 99751 h 531334"/>
              <a:gd name="csX7835" fmla="*/ 1349581 w 1722333"/>
              <a:gd name="csY7835" fmla="*/ 100355 h 531334"/>
              <a:gd name="csX7836" fmla="*/ 1349750 w 1722333"/>
              <a:gd name="csY7836" fmla="*/ 100959 h 531334"/>
              <a:gd name="csX7837" fmla="*/ 1349928 w 1722333"/>
              <a:gd name="csY7837" fmla="*/ 101563 h 531334"/>
              <a:gd name="csX7838" fmla="*/ 1350097 w 1722333"/>
              <a:gd name="csY7838" fmla="*/ 102166 h 531334"/>
              <a:gd name="csX7839" fmla="*/ 1350266 w 1722333"/>
              <a:gd name="csY7839" fmla="*/ 102770 h 531334"/>
              <a:gd name="csX7840" fmla="*/ 1350444 w 1722333"/>
              <a:gd name="csY7840" fmla="*/ 103373 h 531334"/>
              <a:gd name="csX7841" fmla="*/ 1350613 w 1722333"/>
              <a:gd name="csY7841" fmla="*/ 103976 h 531334"/>
              <a:gd name="csX7842" fmla="*/ 1350791 w 1722333"/>
              <a:gd name="csY7842" fmla="*/ 104580 h 531334"/>
              <a:gd name="csX7843" fmla="*/ 1350960 w 1722333"/>
              <a:gd name="csY7843" fmla="*/ 105182 h 531334"/>
              <a:gd name="csX7844" fmla="*/ 1351129 w 1722333"/>
              <a:gd name="csY7844" fmla="*/ 105785 h 531334"/>
              <a:gd name="csX7845" fmla="*/ 1351307 w 1722333"/>
              <a:gd name="csY7845" fmla="*/ 106387 h 531334"/>
              <a:gd name="csX7846" fmla="*/ 1351476 w 1722333"/>
              <a:gd name="csY7846" fmla="*/ 106990 h 531334"/>
              <a:gd name="csX7847" fmla="*/ 1351645 w 1722333"/>
              <a:gd name="csY7847" fmla="*/ 107591 h 531334"/>
              <a:gd name="csX7848" fmla="*/ 1351823 w 1722333"/>
              <a:gd name="csY7848" fmla="*/ 108192 h 531334"/>
              <a:gd name="csX7849" fmla="*/ 1351992 w 1722333"/>
              <a:gd name="csY7849" fmla="*/ 108794 h 531334"/>
              <a:gd name="csX7850" fmla="*/ 1352161 w 1722333"/>
              <a:gd name="csY7850" fmla="*/ 109395 h 531334"/>
              <a:gd name="csX7851" fmla="*/ 1352339 w 1722333"/>
              <a:gd name="csY7851" fmla="*/ 109996 h 531334"/>
              <a:gd name="csX7852" fmla="*/ 1352508 w 1722333"/>
              <a:gd name="csY7852" fmla="*/ 110597 h 531334"/>
              <a:gd name="csX7853" fmla="*/ 1352677 w 1722333"/>
              <a:gd name="csY7853" fmla="*/ 111197 h 531334"/>
              <a:gd name="csX7854" fmla="*/ 1352855 w 1722333"/>
              <a:gd name="csY7854" fmla="*/ 111797 h 531334"/>
              <a:gd name="csX7855" fmla="*/ 1353024 w 1722333"/>
              <a:gd name="csY7855" fmla="*/ 112397 h 531334"/>
              <a:gd name="csX7856" fmla="*/ 1353202 w 1722333"/>
              <a:gd name="csY7856" fmla="*/ 112996 h 531334"/>
              <a:gd name="csX7857" fmla="*/ 1353371 w 1722333"/>
              <a:gd name="csY7857" fmla="*/ 113595 h 531334"/>
              <a:gd name="csX7858" fmla="*/ 1353540 w 1722333"/>
              <a:gd name="csY7858" fmla="*/ 114194 h 531334"/>
              <a:gd name="csX7859" fmla="*/ 1353718 w 1722333"/>
              <a:gd name="csY7859" fmla="*/ 114792 h 531334"/>
              <a:gd name="csX7860" fmla="*/ 1353887 w 1722333"/>
              <a:gd name="csY7860" fmla="*/ 115391 h 531334"/>
              <a:gd name="csX7861" fmla="*/ 1354056 w 1722333"/>
              <a:gd name="csY7861" fmla="*/ 115987 h 531334"/>
              <a:gd name="csX7862" fmla="*/ 1354234 w 1722333"/>
              <a:gd name="csY7862" fmla="*/ 116585 h 531334"/>
              <a:gd name="csX7863" fmla="*/ 1354403 w 1722333"/>
              <a:gd name="csY7863" fmla="*/ 117182 h 531334"/>
              <a:gd name="csX7864" fmla="*/ 1354572 w 1722333"/>
              <a:gd name="csY7864" fmla="*/ 117778 h 531334"/>
              <a:gd name="csX7865" fmla="*/ 1354750 w 1722333"/>
              <a:gd name="csY7865" fmla="*/ 118374 h 531334"/>
              <a:gd name="csX7866" fmla="*/ 1354919 w 1722333"/>
              <a:gd name="csY7866" fmla="*/ 118970 h 531334"/>
              <a:gd name="csX7867" fmla="*/ 1355097 w 1722333"/>
              <a:gd name="csY7867" fmla="*/ 119566 h 531334"/>
              <a:gd name="csX7868" fmla="*/ 1355266 w 1722333"/>
              <a:gd name="csY7868" fmla="*/ 120161 h 531334"/>
              <a:gd name="csX7869" fmla="*/ 1355435 w 1722333"/>
              <a:gd name="csY7869" fmla="*/ 120755 h 531334"/>
              <a:gd name="csX7870" fmla="*/ 1355613 w 1722333"/>
              <a:gd name="csY7870" fmla="*/ 121349 h 531334"/>
              <a:gd name="csX7871" fmla="*/ 1355782 w 1722333"/>
              <a:gd name="csY7871" fmla="*/ 121944 h 531334"/>
              <a:gd name="csX7872" fmla="*/ 1355951 w 1722333"/>
              <a:gd name="csY7872" fmla="*/ 122536 h 531334"/>
              <a:gd name="csX7873" fmla="*/ 1356129 w 1722333"/>
              <a:gd name="csY7873" fmla="*/ 123130 h 531334"/>
              <a:gd name="csX7874" fmla="*/ 1356298 w 1722333"/>
              <a:gd name="csY7874" fmla="*/ 123722 h 531334"/>
              <a:gd name="csX7875" fmla="*/ 1356467 w 1722333"/>
              <a:gd name="csY7875" fmla="*/ 124314 h 531334"/>
              <a:gd name="csX7876" fmla="*/ 1356645 w 1722333"/>
              <a:gd name="csY7876" fmla="*/ 124905 h 531334"/>
              <a:gd name="csX7877" fmla="*/ 1356814 w 1722333"/>
              <a:gd name="csY7877" fmla="*/ 125496 h 531334"/>
              <a:gd name="csX7878" fmla="*/ 1356992 w 1722333"/>
              <a:gd name="csY7878" fmla="*/ 126087 h 531334"/>
              <a:gd name="csX7879" fmla="*/ 1357161 w 1722333"/>
              <a:gd name="csY7879" fmla="*/ 126677 h 531334"/>
              <a:gd name="csX7880" fmla="*/ 1357330 w 1722333"/>
              <a:gd name="csY7880" fmla="*/ 127266 h 531334"/>
              <a:gd name="csX7881" fmla="*/ 1357508 w 1722333"/>
              <a:gd name="csY7881" fmla="*/ 127855 h 531334"/>
              <a:gd name="csX7882" fmla="*/ 1357677 w 1722333"/>
              <a:gd name="csY7882" fmla="*/ 128444 h 531334"/>
              <a:gd name="csX7883" fmla="*/ 1357846 w 1722333"/>
              <a:gd name="csY7883" fmla="*/ 129032 h 531334"/>
              <a:gd name="csX7884" fmla="*/ 1358024 w 1722333"/>
              <a:gd name="csY7884" fmla="*/ 129619 h 531334"/>
              <a:gd name="csX7885" fmla="*/ 1358193 w 1722333"/>
              <a:gd name="csY7885" fmla="*/ 130207 h 531334"/>
              <a:gd name="csX7886" fmla="*/ 1358362 w 1722333"/>
              <a:gd name="csY7886" fmla="*/ 130793 h 531334"/>
              <a:gd name="csX7887" fmla="*/ 1358540 w 1722333"/>
              <a:gd name="csY7887" fmla="*/ 131379 h 531334"/>
              <a:gd name="csX7888" fmla="*/ 1358709 w 1722333"/>
              <a:gd name="csY7888" fmla="*/ 131965 h 531334"/>
              <a:gd name="csX7889" fmla="*/ 1358887 w 1722333"/>
              <a:gd name="csY7889" fmla="*/ 132549 h 531334"/>
              <a:gd name="csX7890" fmla="*/ 1359056 w 1722333"/>
              <a:gd name="csY7890" fmla="*/ 133134 h 531334"/>
              <a:gd name="csX7891" fmla="*/ 1359225 w 1722333"/>
              <a:gd name="csY7891" fmla="*/ 133717 h 531334"/>
              <a:gd name="csX7892" fmla="*/ 1359403 w 1722333"/>
              <a:gd name="csY7892" fmla="*/ 134301 h 531334"/>
              <a:gd name="csX7893" fmla="*/ 1359572 w 1722333"/>
              <a:gd name="csY7893" fmla="*/ 134884 h 531334"/>
              <a:gd name="csX7894" fmla="*/ 1359741 w 1722333"/>
              <a:gd name="csY7894" fmla="*/ 135465 h 531334"/>
              <a:gd name="csX7895" fmla="*/ 1359919 w 1722333"/>
              <a:gd name="csY7895" fmla="*/ 136047 h 531334"/>
              <a:gd name="csX7896" fmla="*/ 1360088 w 1722333"/>
              <a:gd name="csY7896" fmla="*/ 136628 h 531334"/>
              <a:gd name="csX7897" fmla="*/ 1360257 w 1722333"/>
              <a:gd name="csY7897" fmla="*/ 137208 h 531334"/>
              <a:gd name="csX7898" fmla="*/ 1360435 w 1722333"/>
              <a:gd name="csY7898" fmla="*/ 137788 h 531334"/>
              <a:gd name="csX7899" fmla="*/ 1360604 w 1722333"/>
              <a:gd name="csY7899" fmla="*/ 138367 h 531334"/>
              <a:gd name="csX7900" fmla="*/ 1360773 w 1722333"/>
              <a:gd name="csY7900" fmla="*/ 138947 h 531334"/>
              <a:gd name="csX7901" fmla="*/ 1360950 w 1722333"/>
              <a:gd name="csY7901" fmla="*/ 139524 h 531334"/>
              <a:gd name="csX7902" fmla="*/ 1361120 w 1722333"/>
              <a:gd name="csY7902" fmla="*/ 140102 h 531334"/>
              <a:gd name="csX7903" fmla="*/ 1361297 w 1722333"/>
              <a:gd name="csY7903" fmla="*/ 140679 h 531334"/>
              <a:gd name="csX7904" fmla="*/ 1361467 w 1722333"/>
              <a:gd name="csY7904" fmla="*/ 141255 h 531334"/>
              <a:gd name="csX7905" fmla="*/ 1361636 w 1722333"/>
              <a:gd name="csY7905" fmla="*/ 141831 h 531334"/>
              <a:gd name="csX7906" fmla="*/ 1361813 w 1722333"/>
              <a:gd name="csY7906" fmla="*/ 142405 h 531334"/>
              <a:gd name="csX7907" fmla="*/ 1361983 w 1722333"/>
              <a:gd name="csY7907" fmla="*/ 142980 h 531334"/>
              <a:gd name="csX7908" fmla="*/ 1362151 w 1722333"/>
              <a:gd name="csY7908" fmla="*/ 143553 h 531334"/>
              <a:gd name="csX7909" fmla="*/ 1362329 w 1722333"/>
              <a:gd name="csY7909" fmla="*/ 144127 h 531334"/>
              <a:gd name="csX7910" fmla="*/ 1362498 w 1722333"/>
              <a:gd name="csY7910" fmla="*/ 144699 h 531334"/>
              <a:gd name="csX7911" fmla="*/ 1362668 w 1722333"/>
              <a:gd name="csY7911" fmla="*/ 145271 h 531334"/>
              <a:gd name="csX7912" fmla="*/ 1362845 w 1722333"/>
              <a:gd name="csY7912" fmla="*/ 145842 h 531334"/>
              <a:gd name="csX7913" fmla="*/ 1363015 w 1722333"/>
              <a:gd name="csY7913" fmla="*/ 146412 h 531334"/>
              <a:gd name="csX7914" fmla="*/ 1363192 w 1722333"/>
              <a:gd name="csY7914" fmla="*/ 146983 h 531334"/>
              <a:gd name="csX7915" fmla="*/ 1363362 w 1722333"/>
              <a:gd name="csY7915" fmla="*/ 147552 h 531334"/>
              <a:gd name="csX7916" fmla="*/ 1363530 w 1722333"/>
              <a:gd name="csY7916" fmla="*/ 148121 h 531334"/>
              <a:gd name="csX7917" fmla="*/ 1363708 w 1722333"/>
              <a:gd name="csY7917" fmla="*/ 148688 h 531334"/>
              <a:gd name="csX7918" fmla="*/ 1363877 w 1722333"/>
              <a:gd name="csY7918" fmla="*/ 149256 h 531334"/>
              <a:gd name="csX7919" fmla="*/ 1364046 w 1722333"/>
              <a:gd name="csY7919" fmla="*/ 149822 h 531334"/>
              <a:gd name="csX7920" fmla="*/ 1364224 w 1722333"/>
              <a:gd name="csY7920" fmla="*/ 150388 h 531334"/>
              <a:gd name="csX7921" fmla="*/ 1364393 w 1722333"/>
              <a:gd name="csY7921" fmla="*/ 150953 h 531334"/>
              <a:gd name="csX7922" fmla="*/ 1364563 w 1722333"/>
              <a:gd name="csY7922" fmla="*/ 151517 h 531334"/>
              <a:gd name="csX7923" fmla="*/ 1364740 w 1722333"/>
              <a:gd name="csY7923" fmla="*/ 152081 h 531334"/>
              <a:gd name="csX7924" fmla="*/ 1364909 w 1722333"/>
              <a:gd name="csY7924" fmla="*/ 152644 h 531334"/>
              <a:gd name="csX7925" fmla="*/ 1365087 w 1722333"/>
              <a:gd name="csY7925" fmla="*/ 153207 h 531334"/>
              <a:gd name="csX7926" fmla="*/ 1365256 w 1722333"/>
              <a:gd name="csY7926" fmla="*/ 153769 h 531334"/>
              <a:gd name="csX7927" fmla="*/ 1365425 w 1722333"/>
              <a:gd name="csY7927" fmla="*/ 154330 h 531334"/>
              <a:gd name="csX7928" fmla="*/ 1365603 w 1722333"/>
              <a:gd name="csY7928" fmla="*/ 154891 h 531334"/>
              <a:gd name="csX7929" fmla="*/ 1365772 w 1722333"/>
              <a:gd name="csY7929" fmla="*/ 155450 h 531334"/>
              <a:gd name="csX7930" fmla="*/ 1365941 w 1722333"/>
              <a:gd name="csY7930" fmla="*/ 156009 h 531334"/>
              <a:gd name="csX7931" fmla="*/ 1366119 w 1722333"/>
              <a:gd name="csY7931" fmla="*/ 156567 h 531334"/>
              <a:gd name="csX7932" fmla="*/ 1366288 w 1722333"/>
              <a:gd name="csY7932" fmla="*/ 157125 h 531334"/>
              <a:gd name="csX7933" fmla="*/ 1366457 w 1722333"/>
              <a:gd name="csY7933" fmla="*/ 157682 h 531334"/>
              <a:gd name="csX7934" fmla="*/ 1366635 w 1722333"/>
              <a:gd name="csY7934" fmla="*/ 158238 h 531334"/>
              <a:gd name="csX7935" fmla="*/ 1366804 w 1722333"/>
              <a:gd name="csY7935" fmla="*/ 158794 h 531334"/>
              <a:gd name="csX7936" fmla="*/ 1366982 w 1722333"/>
              <a:gd name="csY7936" fmla="*/ 159348 h 531334"/>
              <a:gd name="csX7937" fmla="*/ 1367151 w 1722333"/>
              <a:gd name="csY7937" fmla="*/ 159902 h 531334"/>
              <a:gd name="csX7938" fmla="*/ 1367320 w 1722333"/>
              <a:gd name="csY7938" fmla="*/ 160455 h 531334"/>
              <a:gd name="csX7939" fmla="*/ 1367498 w 1722333"/>
              <a:gd name="csY7939" fmla="*/ 161008 h 531334"/>
              <a:gd name="csX7940" fmla="*/ 1367667 w 1722333"/>
              <a:gd name="csY7940" fmla="*/ 161560 h 531334"/>
              <a:gd name="csX7941" fmla="*/ 1367836 w 1722333"/>
              <a:gd name="csY7941" fmla="*/ 162110 h 531334"/>
              <a:gd name="csX7942" fmla="*/ 1368014 w 1722333"/>
              <a:gd name="csY7942" fmla="*/ 162661 h 531334"/>
              <a:gd name="csX7943" fmla="*/ 1368183 w 1722333"/>
              <a:gd name="csY7943" fmla="*/ 163210 h 531334"/>
              <a:gd name="csX7944" fmla="*/ 1368352 w 1722333"/>
              <a:gd name="csY7944" fmla="*/ 163759 h 531334"/>
              <a:gd name="csX7945" fmla="*/ 1368530 w 1722333"/>
              <a:gd name="csY7945" fmla="*/ 164307 h 531334"/>
              <a:gd name="csX7946" fmla="*/ 1368699 w 1722333"/>
              <a:gd name="csY7946" fmla="*/ 164855 h 531334"/>
              <a:gd name="csX7947" fmla="*/ 1368868 w 1722333"/>
              <a:gd name="csY7947" fmla="*/ 165401 h 531334"/>
              <a:gd name="csX7948" fmla="*/ 1369046 w 1722333"/>
              <a:gd name="csY7948" fmla="*/ 165947 h 531334"/>
              <a:gd name="csX7949" fmla="*/ 1369215 w 1722333"/>
              <a:gd name="csY7949" fmla="*/ 166492 h 531334"/>
              <a:gd name="csX7950" fmla="*/ 1369393 w 1722333"/>
              <a:gd name="csY7950" fmla="*/ 167036 h 531334"/>
              <a:gd name="csX7951" fmla="*/ 1369562 w 1722333"/>
              <a:gd name="csY7951" fmla="*/ 167580 h 531334"/>
              <a:gd name="csX7952" fmla="*/ 1369731 w 1722333"/>
              <a:gd name="csY7952" fmla="*/ 168122 h 531334"/>
              <a:gd name="csX7953" fmla="*/ 1369909 w 1722333"/>
              <a:gd name="csY7953" fmla="*/ 168665 h 531334"/>
              <a:gd name="csX7954" fmla="*/ 1370078 w 1722333"/>
              <a:gd name="csY7954" fmla="*/ 169206 h 531334"/>
              <a:gd name="csX7955" fmla="*/ 1370247 w 1722333"/>
              <a:gd name="csY7955" fmla="*/ 169747 h 531334"/>
              <a:gd name="csX7956" fmla="*/ 1370425 w 1722333"/>
              <a:gd name="csY7956" fmla="*/ 170286 h 531334"/>
              <a:gd name="csX7957" fmla="*/ 1370594 w 1722333"/>
              <a:gd name="csY7957" fmla="*/ 170825 h 531334"/>
              <a:gd name="csX7958" fmla="*/ 1370763 w 1722333"/>
              <a:gd name="csY7958" fmla="*/ 171363 h 531334"/>
              <a:gd name="csX7959" fmla="*/ 1370941 w 1722333"/>
              <a:gd name="csY7959" fmla="*/ 171901 h 531334"/>
              <a:gd name="csX7960" fmla="*/ 1371110 w 1722333"/>
              <a:gd name="csY7960" fmla="*/ 172438 h 531334"/>
              <a:gd name="csX7961" fmla="*/ 1371288 w 1722333"/>
              <a:gd name="csY7961" fmla="*/ 172974 h 531334"/>
              <a:gd name="csX7962" fmla="*/ 1371457 w 1722333"/>
              <a:gd name="csY7962" fmla="*/ 173509 h 531334"/>
              <a:gd name="csX7963" fmla="*/ 1371626 w 1722333"/>
              <a:gd name="csY7963" fmla="*/ 174043 h 531334"/>
              <a:gd name="csX7964" fmla="*/ 1371804 w 1722333"/>
              <a:gd name="csY7964" fmla="*/ 174577 h 531334"/>
              <a:gd name="csX7965" fmla="*/ 1371973 w 1722333"/>
              <a:gd name="csY7965" fmla="*/ 175110 h 531334"/>
              <a:gd name="csX7966" fmla="*/ 1372142 w 1722333"/>
              <a:gd name="csY7966" fmla="*/ 175642 h 531334"/>
              <a:gd name="csX7967" fmla="*/ 1372320 w 1722333"/>
              <a:gd name="csY7967" fmla="*/ 176173 h 531334"/>
              <a:gd name="csX7968" fmla="*/ 1372489 w 1722333"/>
              <a:gd name="csY7968" fmla="*/ 176703 h 531334"/>
              <a:gd name="csX7969" fmla="*/ 1372658 w 1722333"/>
              <a:gd name="csY7969" fmla="*/ 177233 h 531334"/>
              <a:gd name="csX7970" fmla="*/ 1372836 w 1722333"/>
              <a:gd name="csY7970" fmla="*/ 177762 h 531334"/>
              <a:gd name="csX7971" fmla="*/ 1373005 w 1722333"/>
              <a:gd name="csY7971" fmla="*/ 178290 h 531334"/>
              <a:gd name="csX7972" fmla="*/ 1373183 w 1722333"/>
              <a:gd name="csY7972" fmla="*/ 178817 h 531334"/>
              <a:gd name="csX7973" fmla="*/ 1373352 w 1722333"/>
              <a:gd name="csY7973" fmla="*/ 179344 h 531334"/>
              <a:gd name="csX7974" fmla="*/ 1373521 w 1722333"/>
              <a:gd name="csY7974" fmla="*/ 179869 h 531334"/>
              <a:gd name="csX7975" fmla="*/ 1373699 w 1722333"/>
              <a:gd name="csY7975" fmla="*/ 180394 h 531334"/>
              <a:gd name="csX7976" fmla="*/ 1373868 w 1722333"/>
              <a:gd name="csY7976" fmla="*/ 180918 h 531334"/>
              <a:gd name="csX7977" fmla="*/ 1374037 w 1722333"/>
              <a:gd name="csY7977" fmla="*/ 181442 h 531334"/>
              <a:gd name="csX7978" fmla="*/ 1374215 w 1722333"/>
              <a:gd name="csY7978" fmla="*/ 181964 h 531334"/>
              <a:gd name="csX7979" fmla="*/ 1374384 w 1722333"/>
              <a:gd name="csY7979" fmla="*/ 182487 h 531334"/>
              <a:gd name="csX7980" fmla="*/ 1374553 w 1722333"/>
              <a:gd name="csY7980" fmla="*/ 183007 h 531334"/>
              <a:gd name="csX7981" fmla="*/ 1374731 w 1722333"/>
              <a:gd name="csY7981" fmla="*/ 183528 h 531334"/>
              <a:gd name="csX7982" fmla="*/ 1374900 w 1722333"/>
              <a:gd name="csY7982" fmla="*/ 184047 h 531334"/>
              <a:gd name="csX7983" fmla="*/ 1375078 w 1722333"/>
              <a:gd name="csY7983" fmla="*/ 184566 h 531334"/>
              <a:gd name="csX7984" fmla="*/ 1375247 w 1722333"/>
              <a:gd name="csY7984" fmla="*/ 185084 h 531334"/>
              <a:gd name="csX7985" fmla="*/ 1375416 w 1722333"/>
              <a:gd name="csY7985" fmla="*/ 185600 h 531334"/>
              <a:gd name="csX7986" fmla="*/ 1375594 w 1722333"/>
              <a:gd name="csY7986" fmla="*/ 186116 h 531334"/>
              <a:gd name="csX7987" fmla="*/ 1375763 w 1722333"/>
              <a:gd name="csY7987" fmla="*/ 186631 h 531334"/>
              <a:gd name="csX7988" fmla="*/ 1375932 w 1722333"/>
              <a:gd name="csY7988" fmla="*/ 187146 h 531334"/>
              <a:gd name="csX7989" fmla="*/ 1376110 w 1722333"/>
              <a:gd name="csY7989" fmla="*/ 187660 h 531334"/>
              <a:gd name="csX7990" fmla="*/ 1376279 w 1722333"/>
              <a:gd name="csY7990" fmla="*/ 188172 h 531334"/>
              <a:gd name="csX7991" fmla="*/ 1376448 w 1722333"/>
              <a:gd name="csY7991" fmla="*/ 188685 h 531334"/>
              <a:gd name="csX7992" fmla="*/ 1376626 w 1722333"/>
              <a:gd name="csY7992" fmla="*/ 189196 h 531334"/>
              <a:gd name="csX7993" fmla="*/ 1376795 w 1722333"/>
              <a:gd name="csY7993" fmla="*/ 189707 h 531334"/>
              <a:gd name="csX7994" fmla="*/ 1376964 w 1722333"/>
              <a:gd name="csY7994" fmla="*/ 190217 h 531334"/>
              <a:gd name="csX7995" fmla="*/ 1377142 w 1722333"/>
              <a:gd name="csY7995" fmla="*/ 190726 h 531334"/>
              <a:gd name="csX7996" fmla="*/ 1377311 w 1722333"/>
              <a:gd name="csY7996" fmla="*/ 191234 h 531334"/>
              <a:gd name="csX7997" fmla="*/ 1377489 w 1722333"/>
              <a:gd name="csY7997" fmla="*/ 191741 h 531334"/>
              <a:gd name="csX7998" fmla="*/ 1377658 w 1722333"/>
              <a:gd name="csY7998" fmla="*/ 192247 h 531334"/>
              <a:gd name="csX7999" fmla="*/ 1377827 w 1722333"/>
              <a:gd name="csY7999" fmla="*/ 192753 h 531334"/>
              <a:gd name="csX8000" fmla="*/ 1378005 w 1722333"/>
              <a:gd name="csY8000" fmla="*/ 193258 h 531334"/>
              <a:gd name="csX8001" fmla="*/ 1378174 w 1722333"/>
              <a:gd name="csY8001" fmla="*/ 193762 h 531334"/>
              <a:gd name="csX8002" fmla="*/ 1378343 w 1722333"/>
              <a:gd name="csY8002" fmla="*/ 194265 h 531334"/>
              <a:gd name="csX8003" fmla="*/ 1378521 w 1722333"/>
              <a:gd name="csY8003" fmla="*/ 194767 h 531334"/>
              <a:gd name="csX8004" fmla="*/ 1378690 w 1722333"/>
              <a:gd name="csY8004" fmla="*/ 195269 h 531334"/>
              <a:gd name="csX8005" fmla="*/ 1378859 w 1722333"/>
              <a:gd name="csY8005" fmla="*/ 195770 h 531334"/>
              <a:gd name="csX8006" fmla="*/ 1379037 w 1722333"/>
              <a:gd name="csY8006" fmla="*/ 196270 h 531334"/>
              <a:gd name="csX8007" fmla="*/ 1379206 w 1722333"/>
              <a:gd name="csY8007" fmla="*/ 196769 h 531334"/>
              <a:gd name="csX8008" fmla="*/ 1379384 w 1722333"/>
              <a:gd name="csY8008" fmla="*/ 197267 h 531334"/>
              <a:gd name="csX8009" fmla="*/ 1379553 w 1722333"/>
              <a:gd name="csY8009" fmla="*/ 197764 h 531334"/>
              <a:gd name="csX8010" fmla="*/ 1379722 w 1722333"/>
              <a:gd name="csY8010" fmla="*/ 198262 h 531334"/>
              <a:gd name="csX8011" fmla="*/ 1379900 w 1722333"/>
              <a:gd name="csY8011" fmla="*/ 198757 h 531334"/>
              <a:gd name="csX8012" fmla="*/ 1380069 w 1722333"/>
              <a:gd name="csY8012" fmla="*/ 199253 h 531334"/>
              <a:gd name="csX8013" fmla="*/ 1380238 w 1722333"/>
              <a:gd name="csY8013" fmla="*/ 199747 h 531334"/>
              <a:gd name="csX8014" fmla="*/ 1380416 w 1722333"/>
              <a:gd name="csY8014" fmla="*/ 200240 h 531334"/>
              <a:gd name="csX8015" fmla="*/ 1380585 w 1722333"/>
              <a:gd name="csY8015" fmla="*/ 200733 h 531334"/>
              <a:gd name="csX8016" fmla="*/ 1380754 w 1722333"/>
              <a:gd name="csY8016" fmla="*/ 201224 h 531334"/>
              <a:gd name="csX8017" fmla="*/ 1380932 w 1722333"/>
              <a:gd name="csY8017" fmla="*/ 201715 h 531334"/>
              <a:gd name="csX8018" fmla="*/ 1381101 w 1722333"/>
              <a:gd name="csY8018" fmla="*/ 202206 h 531334"/>
              <a:gd name="csX8019" fmla="*/ 1381279 w 1722333"/>
              <a:gd name="csY8019" fmla="*/ 202695 h 531334"/>
              <a:gd name="csX8020" fmla="*/ 1381448 w 1722333"/>
              <a:gd name="csY8020" fmla="*/ 203184 h 531334"/>
              <a:gd name="csX8021" fmla="*/ 1381617 w 1722333"/>
              <a:gd name="csY8021" fmla="*/ 203672 h 531334"/>
              <a:gd name="csX8022" fmla="*/ 1381795 w 1722333"/>
              <a:gd name="csY8022" fmla="*/ 204158 h 531334"/>
              <a:gd name="csX8023" fmla="*/ 1381964 w 1722333"/>
              <a:gd name="csY8023" fmla="*/ 204645 h 531334"/>
              <a:gd name="csX8024" fmla="*/ 1382133 w 1722333"/>
              <a:gd name="csY8024" fmla="*/ 205130 h 531334"/>
              <a:gd name="csX8025" fmla="*/ 1382311 w 1722333"/>
              <a:gd name="csY8025" fmla="*/ 205615 h 531334"/>
              <a:gd name="csX8026" fmla="*/ 1382480 w 1722333"/>
              <a:gd name="csY8026" fmla="*/ 206098 h 531334"/>
              <a:gd name="csX8027" fmla="*/ 1382649 w 1722333"/>
              <a:gd name="csY8027" fmla="*/ 206581 h 531334"/>
              <a:gd name="csX8028" fmla="*/ 1382827 w 1722333"/>
              <a:gd name="csY8028" fmla="*/ 207063 h 531334"/>
              <a:gd name="csX8029" fmla="*/ 1382996 w 1722333"/>
              <a:gd name="csY8029" fmla="*/ 207544 h 531334"/>
              <a:gd name="csX8030" fmla="*/ 1383174 w 1722333"/>
              <a:gd name="csY8030" fmla="*/ 208025 h 531334"/>
              <a:gd name="csX8031" fmla="*/ 1383343 w 1722333"/>
              <a:gd name="csY8031" fmla="*/ 208504 h 531334"/>
              <a:gd name="csX8032" fmla="*/ 1383512 w 1722333"/>
              <a:gd name="csY8032" fmla="*/ 208983 h 531334"/>
              <a:gd name="csX8033" fmla="*/ 1383690 w 1722333"/>
              <a:gd name="csY8033" fmla="*/ 209462 h 531334"/>
              <a:gd name="csX8034" fmla="*/ 1383859 w 1722333"/>
              <a:gd name="csY8034" fmla="*/ 209938 h 531334"/>
              <a:gd name="csX8035" fmla="*/ 1384028 w 1722333"/>
              <a:gd name="csY8035" fmla="*/ 210414 h 531334"/>
              <a:gd name="csX8036" fmla="*/ 1384206 w 1722333"/>
              <a:gd name="csY8036" fmla="*/ 210890 h 531334"/>
              <a:gd name="csX8037" fmla="*/ 1384375 w 1722333"/>
              <a:gd name="csY8037" fmla="*/ 211365 h 531334"/>
              <a:gd name="csX8038" fmla="*/ 1384544 w 1722333"/>
              <a:gd name="csY8038" fmla="*/ 211839 h 531334"/>
              <a:gd name="csX8039" fmla="*/ 1384722 w 1722333"/>
              <a:gd name="csY8039" fmla="*/ 212312 h 531334"/>
              <a:gd name="csX8040" fmla="*/ 1384891 w 1722333"/>
              <a:gd name="csY8040" fmla="*/ 212784 h 531334"/>
              <a:gd name="csX8041" fmla="*/ 1385060 w 1722333"/>
              <a:gd name="csY8041" fmla="*/ 213256 h 531334"/>
              <a:gd name="csX8042" fmla="*/ 1385238 w 1722333"/>
              <a:gd name="csY8042" fmla="*/ 213727 h 531334"/>
              <a:gd name="csX8043" fmla="*/ 1385407 w 1722333"/>
              <a:gd name="csY8043" fmla="*/ 214196 h 531334"/>
              <a:gd name="csX8044" fmla="*/ 1385585 w 1722333"/>
              <a:gd name="csY8044" fmla="*/ 214665 h 531334"/>
              <a:gd name="csX8045" fmla="*/ 1385754 w 1722333"/>
              <a:gd name="csY8045" fmla="*/ 215133 h 531334"/>
              <a:gd name="csX8046" fmla="*/ 1385923 w 1722333"/>
              <a:gd name="csY8046" fmla="*/ 215601 h 531334"/>
              <a:gd name="csX8047" fmla="*/ 1386101 w 1722333"/>
              <a:gd name="csY8047" fmla="*/ 216067 h 531334"/>
              <a:gd name="csX8048" fmla="*/ 1386270 w 1722333"/>
              <a:gd name="csY8048" fmla="*/ 216533 h 531334"/>
              <a:gd name="csX8049" fmla="*/ 1386439 w 1722333"/>
              <a:gd name="csY8049" fmla="*/ 216999 h 531334"/>
              <a:gd name="csX8050" fmla="*/ 1386617 w 1722333"/>
              <a:gd name="csY8050" fmla="*/ 217462 h 531334"/>
              <a:gd name="csX8051" fmla="*/ 1386786 w 1722333"/>
              <a:gd name="csY8051" fmla="*/ 217926 h 531334"/>
              <a:gd name="csX8052" fmla="*/ 1386955 w 1722333"/>
              <a:gd name="csY8052" fmla="*/ 218388 h 531334"/>
              <a:gd name="csX8053" fmla="*/ 1387133 w 1722333"/>
              <a:gd name="csY8053" fmla="*/ 218850 h 531334"/>
              <a:gd name="csX8054" fmla="*/ 1387302 w 1722333"/>
              <a:gd name="csY8054" fmla="*/ 219311 h 531334"/>
              <a:gd name="csX8055" fmla="*/ 1387480 w 1722333"/>
              <a:gd name="csY8055" fmla="*/ 219772 h 531334"/>
              <a:gd name="csX8056" fmla="*/ 1387649 w 1722333"/>
              <a:gd name="csY8056" fmla="*/ 220231 h 531334"/>
              <a:gd name="csX8057" fmla="*/ 1387818 w 1722333"/>
              <a:gd name="csY8057" fmla="*/ 220689 h 531334"/>
              <a:gd name="csX8058" fmla="*/ 1387996 w 1722333"/>
              <a:gd name="csY8058" fmla="*/ 221147 h 531334"/>
              <a:gd name="csX8059" fmla="*/ 1388165 w 1722333"/>
              <a:gd name="csY8059" fmla="*/ 221603 h 531334"/>
              <a:gd name="csX8060" fmla="*/ 1388334 w 1722333"/>
              <a:gd name="csY8060" fmla="*/ 222060 h 531334"/>
              <a:gd name="csX8061" fmla="*/ 1388512 w 1722333"/>
              <a:gd name="csY8061" fmla="*/ 222515 h 531334"/>
              <a:gd name="csX8062" fmla="*/ 1388681 w 1722333"/>
              <a:gd name="csY8062" fmla="*/ 222970 h 531334"/>
              <a:gd name="csX8063" fmla="*/ 1388850 w 1722333"/>
              <a:gd name="csY8063" fmla="*/ 223424 h 531334"/>
              <a:gd name="csX8064" fmla="*/ 1389028 w 1722333"/>
              <a:gd name="csY8064" fmla="*/ 223876 h 531334"/>
              <a:gd name="csX8065" fmla="*/ 1389197 w 1722333"/>
              <a:gd name="csY8065" fmla="*/ 224328 h 531334"/>
              <a:gd name="csX8066" fmla="*/ 1389375 w 1722333"/>
              <a:gd name="csY8066" fmla="*/ 224779 h 531334"/>
              <a:gd name="csX8067" fmla="*/ 1389544 w 1722333"/>
              <a:gd name="csY8067" fmla="*/ 225231 h 531334"/>
              <a:gd name="csX8068" fmla="*/ 1389713 w 1722333"/>
              <a:gd name="csY8068" fmla="*/ 225680 h 531334"/>
              <a:gd name="csX8069" fmla="*/ 1389891 w 1722333"/>
              <a:gd name="csY8069" fmla="*/ 226129 h 531334"/>
              <a:gd name="csX8070" fmla="*/ 1390060 w 1722333"/>
              <a:gd name="csY8070" fmla="*/ 226577 h 531334"/>
              <a:gd name="csX8071" fmla="*/ 1390229 w 1722333"/>
              <a:gd name="csY8071" fmla="*/ 227024 h 531334"/>
              <a:gd name="csX8072" fmla="*/ 1390407 w 1722333"/>
              <a:gd name="csY8072" fmla="*/ 227471 h 531334"/>
              <a:gd name="csX8073" fmla="*/ 1390576 w 1722333"/>
              <a:gd name="csY8073" fmla="*/ 227916 h 531334"/>
              <a:gd name="csX8074" fmla="*/ 1390745 w 1722333"/>
              <a:gd name="csY8074" fmla="*/ 228362 h 531334"/>
              <a:gd name="csX8075" fmla="*/ 1390923 w 1722333"/>
              <a:gd name="csY8075" fmla="*/ 228806 h 531334"/>
              <a:gd name="csX8076" fmla="*/ 1391092 w 1722333"/>
              <a:gd name="csY8076" fmla="*/ 229249 h 531334"/>
              <a:gd name="csX8077" fmla="*/ 1391270 w 1722333"/>
              <a:gd name="csY8077" fmla="*/ 229692 h 531334"/>
              <a:gd name="csX8078" fmla="*/ 1391439 w 1722333"/>
              <a:gd name="csY8078" fmla="*/ 230133 h 531334"/>
              <a:gd name="csX8079" fmla="*/ 1391608 w 1722333"/>
              <a:gd name="csY8079" fmla="*/ 230575 h 531334"/>
              <a:gd name="csX8080" fmla="*/ 1391786 w 1722333"/>
              <a:gd name="csY8080" fmla="*/ 231017 h 531334"/>
              <a:gd name="csX8081" fmla="*/ 1391955 w 1722333"/>
              <a:gd name="csY8081" fmla="*/ 231453 h 531334"/>
              <a:gd name="csX8082" fmla="*/ 1392124 w 1722333"/>
              <a:gd name="csY8082" fmla="*/ 231889 h 531334"/>
              <a:gd name="csX8083" fmla="*/ 1392302 w 1722333"/>
              <a:gd name="csY8083" fmla="*/ 232333 h 531334"/>
              <a:gd name="csX8084" fmla="*/ 1392471 w 1722333"/>
              <a:gd name="csY8084" fmla="*/ 232769 h 531334"/>
              <a:gd name="csX8085" fmla="*/ 1392640 w 1722333"/>
              <a:gd name="csY8085" fmla="*/ 233205 h 531334"/>
              <a:gd name="csX8086" fmla="*/ 1392818 w 1722333"/>
              <a:gd name="csY8086" fmla="*/ 233641 h 531334"/>
              <a:gd name="csX8087" fmla="*/ 1392987 w 1722333"/>
              <a:gd name="csY8087" fmla="*/ 234077 h 531334"/>
              <a:gd name="csX8088" fmla="*/ 1393156 w 1722333"/>
              <a:gd name="csY8088" fmla="*/ 234504 h 531334"/>
              <a:gd name="csX8089" fmla="*/ 1393334 w 1722333"/>
              <a:gd name="csY8089" fmla="*/ 234940 h 531334"/>
              <a:gd name="csX8090" fmla="*/ 1393503 w 1722333"/>
              <a:gd name="csY8090" fmla="*/ 235376 h 531334"/>
              <a:gd name="csX8091" fmla="*/ 1393681 w 1722333"/>
              <a:gd name="csY8091" fmla="*/ 235803 h 531334"/>
              <a:gd name="csX8092" fmla="*/ 1393850 w 1722333"/>
              <a:gd name="csY8092" fmla="*/ 236239 h 531334"/>
              <a:gd name="csX8093" fmla="*/ 1394019 w 1722333"/>
              <a:gd name="csY8093" fmla="*/ 236666 h 531334"/>
              <a:gd name="csX8094" fmla="*/ 1394197 w 1722333"/>
              <a:gd name="csY8094" fmla="*/ 237093 h 531334"/>
              <a:gd name="csX8095" fmla="*/ 1394366 w 1722333"/>
              <a:gd name="csY8095" fmla="*/ 237520 h 531334"/>
              <a:gd name="csX8096" fmla="*/ 1394535 w 1722333"/>
              <a:gd name="csY8096" fmla="*/ 237947 h 531334"/>
              <a:gd name="csX8097" fmla="*/ 1394713 w 1722333"/>
              <a:gd name="csY8097" fmla="*/ 238374 h 531334"/>
              <a:gd name="csX8098" fmla="*/ 1394882 w 1722333"/>
              <a:gd name="csY8098" fmla="*/ 238801 h 531334"/>
              <a:gd name="csX8099" fmla="*/ 1395051 w 1722333"/>
              <a:gd name="csY8099" fmla="*/ 239228 h 531334"/>
              <a:gd name="csX8100" fmla="*/ 1395229 w 1722333"/>
              <a:gd name="csY8100" fmla="*/ 239655 h 531334"/>
              <a:gd name="csX8101" fmla="*/ 1395398 w 1722333"/>
              <a:gd name="csY8101" fmla="*/ 240082 h 531334"/>
              <a:gd name="csX8102" fmla="*/ 1395576 w 1722333"/>
              <a:gd name="csY8102" fmla="*/ 240500 h 531334"/>
              <a:gd name="csX8103" fmla="*/ 1395744 w 1722333"/>
              <a:gd name="csY8103" fmla="*/ 240927 h 531334"/>
              <a:gd name="csX8104" fmla="*/ 1395914 w 1722333"/>
              <a:gd name="csY8104" fmla="*/ 241346 h 531334"/>
              <a:gd name="csX8105" fmla="*/ 1396091 w 1722333"/>
              <a:gd name="csY8105" fmla="*/ 241764 h 531334"/>
              <a:gd name="csX8106" fmla="*/ 1396261 w 1722333"/>
              <a:gd name="csY8106" fmla="*/ 242182 h 531334"/>
              <a:gd name="csX8107" fmla="*/ 1396430 w 1722333"/>
              <a:gd name="csY8107" fmla="*/ 242609 h 531334"/>
              <a:gd name="csX8108" fmla="*/ 1396608 w 1722333"/>
              <a:gd name="csY8108" fmla="*/ 243027 h 531334"/>
              <a:gd name="csX8109" fmla="*/ 1396777 w 1722333"/>
              <a:gd name="csY8109" fmla="*/ 243445 h 531334"/>
              <a:gd name="csX8110" fmla="*/ 1396946 w 1722333"/>
              <a:gd name="csY8110" fmla="*/ 243854 h 531334"/>
              <a:gd name="csX8111" fmla="*/ 1397123 w 1722333"/>
              <a:gd name="csY8111" fmla="*/ 244273 h 531334"/>
              <a:gd name="csX8112" fmla="*/ 1397292 w 1722333"/>
              <a:gd name="csY8112" fmla="*/ 244691 h 531334"/>
              <a:gd name="csX8113" fmla="*/ 1397470 w 1722333"/>
              <a:gd name="csY8113" fmla="*/ 245100 h 531334"/>
              <a:gd name="csX8114" fmla="*/ 1397639 w 1722333"/>
              <a:gd name="csY8114" fmla="*/ 245518 h 531334"/>
              <a:gd name="csX8115" fmla="*/ 1397809 w 1722333"/>
              <a:gd name="csY8115" fmla="*/ 245927 h 531334"/>
              <a:gd name="csX8116" fmla="*/ 1397986 w 1722333"/>
              <a:gd name="csY8116" fmla="*/ 246345 h 531334"/>
              <a:gd name="csX8117" fmla="*/ 1398156 w 1722333"/>
              <a:gd name="csY8117" fmla="*/ 246755 h 531334"/>
              <a:gd name="csX8118" fmla="*/ 1398324 w 1722333"/>
              <a:gd name="csY8118" fmla="*/ 247164 h 531334"/>
              <a:gd name="csX8119" fmla="*/ 1398502 w 1722333"/>
              <a:gd name="csY8119" fmla="*/ 247573 h 531334"/>
              <a:gd name="csX8120" fmla="*/ 1398671 w 1722333"/>
              <a:gd name="csY8120" fmla="*/ 247982 h 531334"/>
              <a:gd name="csX8121" fmla="*/ 1398841 w 1722333"/>
              <a:gd name="csY8121" fmla="*/ 248392 h 531334"/>
              <a:gd name="csX8122" fmla="*/ 1399018 w 1722333"/>
              <a:gd name="csY8122" fmla="*/ 248801 h 531334"/>
              <a:gd name="csX8123" fmla="*/ 1399187 w 1722333"/>
              <a:gd name="csY8123" fmla="*/ 249210 h 531334"/>
              <a:gd name="csX8124" fmla="*/ 1399365 w 1722333"/>
              <a:gd name="csY8124" fmla="*/ 249619 h 531334"/>
              <a:gd name="csX8125" fmla="*/ 1399534 w 1722333"/>
              <a:gd name="csY8125" fmla="*/ 250020 h 531334"/>
              <a:gd name="csX8126" fmla="*/ 1399703 w 1722333"/>
              <a:gd name="csY8126" fmla="*/ 250429 h 531334"/>
              <a:gd name="csX8127" fmla="*/ 1399881 w 1722333"/>
              <a:gd name="csY8127" fmla="*/ 250829 h 531334"/>
              <a:gd name="csX8128" fmla="*/ 1400050 w 1722333"/>
              <a:gd name="csY8128" fmla="*/ 251230 h 531334"/>
              <a:gd name="csX8129" fmla="*/ 1400219 w 1722333"/>
              <a:gd name="csY8129" fmla="*/ 251639 h 531334"/>
              <a:gd name="csX8130" fmla="*/ 1400397 w 1722333"/>
              <a:gd name="csY8130" fmla="*/ 252039 h 531334"/>
              <a:gd name="csX8131" fmla="*/ 1400566 w 1722333"/>
              <a:gd name="csY8131" fmla="*/ 252439 h 531334"/>
              <a:gd name="csX8132" fmla="*/ 1400735 w 1722333"/>
              <a:gd name="csY8132" fmla="*/ 252840 h 531334"/>
              <a:gd name="csX8133" fmla="*/ 1400913 w 1722333"/>
              <a:gd name="csY8133" fmla="*/ 253240 h 531334"/>
              <a:gd name="csX8134" fmla="*/ 1401082 w 1722333"/>
              <a:gd name="csY8134" fmla="*/ 253640 h 531334"/>
              <a:gd name="csX8135" fmla="*/ 1401251 w 1722333"/>
              <a:gd name="csY8135" fmla="*/ 254032 h 531334"/>
              <a:gd name="csX8136" fmla="*/ 1401429 w 1722333"/>
              <a:gd name="csY8136" fmla="*/ 254432 h 531334"/>
              <a:gd name="csX8137" fmla="*/ 1401598 w 1722333"/>
              <a:gd name="csY8137" fmla="*/ 254833 h 531334"/>
              <a:gd name="csX8138" fmla="*/ 1401776 w 1722333"/>
              <a:gd name="csY8138" fmla="*/ 255224 h 531334"/>
              <a:gd name="csX8139" fmla="*/ 1401945 w 1722333"/>
              <a:gd name="csY8139" fmla="*/ 255624 h 531334"/>
              <a:gd name="csX8140" fmla="*/ 1402114 w 1722333"/>
              <a:gd name="csY8140" fmla="*/ 256016 h 531334"/>
              <a:gd name="csX8141" fmla="*/ 1402292 w 1722333"/>
              <a:gd name="csY8141" fmla="*/ 256407 h 531334"/>
              <a:gd name="csX8142" fmla="*/ 1402461 w 1722333"/>
              <a:gd name="csY8142" fmla="*/ 256799 h 531334"/>
              <a:gd name="csX8143" fmla="*/ 1402630 w 1722333"/>
              <a:gd name="csY8143" fmla="*/ 257190 h 531334"/>
              <a:gd name="csX8144" fmla="*/ 1402808 w 1722333"/>
              <a:gd name="csY8144" fmla="*/ 257582 h 531334"/>
              <a:gd name="csX8145" fmla="*/ 1402977 w 1722333"/>
              <a:gd name="csY8145" fmla="*/ 257973 h 531334"/>
              <a:gd name="csX8146" fmla="*/ 1403146 w 1722333"/>
              <a:gd name="csY8146" fmla="*/ 258364 h 531334"/>
              <a:gd name="csX8147" fmla="*/ 1403324 w 1722333"/>
              <a:gd name="csY8147" fmla="*/ 258756 h 531334"/>
              <a:gd name="csX8148" fmla="*/ 1403493 w 1722333"/>
              <a:gd name="csY8148" fmla="*/ 259147 h 531334"/>
              <a:gd name="csX8149" fmla="*/ 1403671 w 1722333"/>
              <a:gd name="csY8149" fmla="*/ 259530 h 531334"/>
              <a:gd name="csX8150" fmla="*/ 1403840 w 1722333"/>
              <a:gd name="csY8150" fmla="*/ 259921 h 531334"/>
              <a:gd name="csX8151" fmla="*/ 1404009 w 1722333"/>
              <a:gd name="csY8151" fmla="*/ 260304 h 531334"/>
              <a:gd name="csX8152" fmla="*/ 1404187 w 1722333"/>
              <a:gd name="csY8152" fmla="*/ 260695 h 531334"/>
              <a:gd name="csX8153" fmla="*/ 1404356 w 1722333"/>
              <a:gd name="csY8153" fmla="*/ 261078 h 531334"/>
              <a:gd name="csX8154" fmla="*/ 1404525 w 1722333"/>
              <a:gd name="csY8154" fmla="*/ 261460 h 531334"/>
              <a:gd name="csX8155" fmla="*/ 1404703 w 1722333"/>
              <a:gd name="csY8155" fmla="*/ 261843 h 531334"/>
              <a:gd name="csX8156" fmla="*/ 1404872 w 1722333"/>
              <a:gd name="csY8156" fmla="*/ 262225 h 531334"/>
              <a:gd name="csX8157" fmla="*/ 1405041 w 1722333"/>
              <a:gd name="csY8157" fmla="*/ 262608 h 531334"/>
              <a:gd name="csX8158" fmla="*/ 1405219 w 1722333"/>
              <a:gd name="csY8158" fmla="*/ 262991 h 531334"/>
              <a:gd name="csX8159" fmla="*/ 1405388 w 1722333"/>
              <a:gd name="csY8159" fmla="*/ 263373 h 531334"/>
              <a:gd name="csX8160" fmla="*/ 1405566 w 1722333"/>
              <a:gd name="csY8160" fmla="*/ 263756 h 531334"/>
              <a:gd name="csX8161" fmla="*/ 1405735 w 1722333"/>
              <a:gd name="csY8161" fmla="*/ 264129 h 531334"/>
              <a:gd name="csX8162" fmla="*/ 1405904 w 1722333"/>
              <a:gd name="csY8162" fmla="*/ 264512 h 531334"/>
              <a:gd name="csX8163" fmla="*/ 1406082 w 1722333"/>
              <a:gd name="csY8163" fmla="*/ 264886 h 531334"/>
              <a:gd name="csX8164" fmla="*/ 1406251 w 1722333"/>
              <a:gd name="csY8164" fmla="*/ 265268 h 531334"/>
              <a:gd name="csX8165" fmla="*/ 1406420 w 1722333"/>
              <a:gd name="csY8165" fmla="*/ 265642 h 531334"/>
              <a:gd name="csX8166" fmla="*/ 1406598 w 1722333"/>
              <a:gd name="csY8166" fmla="*/ 266015 h 531334"/>
              <a:gd name="csX8167" fmla="*/ 1406767 w 1722333"/>
              <a:gd name="csY8167" fmla="*/ 266398 h 531334"/>
              <a:gd name="csX8168" fmla="*/ 1406936 w 1722333"/>
              <a:gd name="csY8168" fmla="*/ 266772 h 531334"/>
              <a:gd name="csX8169" fmla="*/ 1407114 w 1722333"/>
              <a:gd name="csY8169" fmla="*/ 267145 h 531334"/>
              <a:gd name="csX8170" fmla="*/ 1407283 w 1722333"/>
              <a:gd name="csY8170" fmla="*/ 267519 h 531334"/>
              <a:gd name="csX8171" fmla="*/ 1407461 w 1722333"/>
              <a:gd name="csY8171" fmla="*/ 267893 h 531334"/>
              <a:gd name="csX8172" fmla="*/ 1407630 w 1722333"/>
              <a:gd name="csY8172" fmla="*/ 268257 h 531334"/>
              <a:gd name="csX8173" fmla="*/ 1407799 w 1722333"/>
              <a:gd name="csY8173" fmla="*/ 268631 h 531334"/>
              <a:gd name="csX8174" fmla="*/ 1407977 w 1722333"/>
              <a:gd name="csY8174" fmla="*/ 269005 h 531334"/>
              <a:gd name="csX8175" fmla="*/ 1408146 w 1722333"/>
              <a:gd name="csY8175" fmla="*/ 269369 h 531334"/>
              <a:gd name="csX8176" fmla="*/ 1408315 w 1722333"/>
              <a:gd name="csY8176" fmla="*/ 269743 h 531334"/>
              <a:gd name="csX8177" fmla="*/ 1408493 w 1722333"/>
              <a:gd name="csY8177" fmla="*/ 270108 h 531334"/>
              <a:gd name="csX8178" fmla="*/ 1408662 w 1722333"/>
              <a:gd name="csY8178" fmla="*/ 270473 h 531334"/>
              <a:gd name="csX8179" fmla="*/ 1408831 w 1722333"/>
              <a:gd name="csY8179" fmla="*/ 270846 h 531334"/>
              <a:gd name="csX8180" fmla="*/ 1409009 w 1722333"/>
              <a:gd name="csY8180" fmla="*/ 271211 h 531334"/>
              <a:gd name="csX8181" fmla="*/ 1409178 w 1722333"/>
              <a:gd name="csY8181" fmla="*/ 271576 h 531334"/>
              <a:gd name="csX8182" fmla="*/ 1409347 w 1722333"/>
              <a:gd name="csY8182" fmla="*/ 271940 h 531334"/>
              <a:gd name="csX8183" fmla="*/ 1409525 w 1722333"/>
              <a:gd name="csY8183" fmla="*/ 272305 h 531334"/>
              <a:gd name="csX8184" fmla="*/ 1409694 w 1722333"/>
              <a:gd name="csY8184" fmla="*/ 272670 h 531334"/>
              <a:gd name="csX8185" fmla="*/ 1409872 w 1722333"/>
              <a:gd name="csY8185" fmla="*/ 273026 h 531334"/>
              <a:gd name="csX8186" fmla="*/ 1410041 w 1722333"/>
              <a:gd name="csY8186" fmla="*/ 273391 h 531334"/>
              <a:gd name="csX8187" fmla="*/ 1410210 w 1722333"/>
              <a:gd name="csY8187" fmla="*/ 273755 h 531334"/>
              <a:gd name="csX8188" fmla="*/ 1410388 w 1722333"/>
              <a:gd name="csY8188" fmla="*/ 274111 h 531334"/>
              <a:gd name="csX8189" fmla="*/ 1410557 w 1722333"/>
              <a:gd name="csY8189" fmla="*/ 274476 h 531334"/>
              <a:gd name="csX8190" fmla="*/ 1410726 w 1722333"/>
              <a:gd name="csY8190" fmla="*/ 274832 h 531334"/>
              <a:gd name="csX8191" fmla="*/ 1410904 w 1722333"/>
              <a:gd name="csY8191" fmla="*/ 275197 h 531334"/>
              <a:gd name="csX8192" fmla="*/ 1411073 w 1722333"/>
              <a:gd name="csY8192" fmla="*/ 275552 h 531334"/>
              <a:gd name="csX8193" fmla="*/ 1411242 w 1722333"/>
              <a:gd name="csY8193" fmla="*/ 275908 h 531334"/>
              <a:gd name="csX8194" fmla="*/ 1411420 w 1722333"/>
              <a:gd name="csY8194" fmla="*/ 276264 h 531334"/>
              <a:gd name="csX8195" fmla="*/ 1411589 w 1722333"/>
              <a:gd name="csY8195" fmla="*/ 276620 h 531334"/>
              <a:gd name="csX8196" fmla="*/ 1411767 w 1722333"/>
              <a:gd name="csY8196" fmla="*/ 276976 h 531334"/>
              <a:gd name="csX8197" fmla="*/ 1411936 w 1722333"/>
              <a:gd name="csY8197" fmla="*/ 277332 h 531334"/>
              <a:gd name="csX8198" fmla="*/ 1412105 w 1722333"/>
              <a:gd name="csY8198" fmla="*/ 277688 h 531334"/>
              <a:gd name="csX8199" fmla="*/ 1412283 w 1722333"/>
              <a:gd name="csY8199" fmla="*/ 278034 h 531334"/>
              <a:gd name="csX8200" fmla="*/ 1412452 w 1722333"/>
              <a:gd name="csY8200" fmla="*/ 278390 h 531334"/>
              <a:gd name="csX8201" fmla="*/ 1412621 w 1722333"/>
              <a:gd name="csY8201" fmla="*/ 278746 h 531334"/>
              <a:gd name="csX8202" fmla="*/ 1412799 w 1722333"/>
              <a:gd name="csY8202" fmla="*/ 279093 h 531334"/>
              <a:gd name="csX8203" fmla="*/ 1412968 w 1722333"/>
              <a:gd name="csY8203" fmla="*/ 279449 h 531334"/>
              <a:gd name="csX8204" fmla="*/ 1413137 w 1722333"/>
              <a:gd name="csY8204" fmla="*/ 279796 h 531334"/>
              <a:gd name="csX8205" fmla="*/ 1413315 w 1722333"/>
              <a:gd name="csY8205" fmla="*/ 280143 h 531334"/>
              <a:gd name="csX8206" fmla="*/ 1413484 w 1722333"/>
              <a:gd name="csY8206" fmla="*/ 280490 h 531334"/>
              <a:gd name="csX8207" fmla="*/ 1413662 w 1722333"/>
              <a:gd name="csY8207" fmla="*/ 280846 h 531334"/>
              <a:gd name="csX8208" fmla="*/ 1413831 w 1722333"/>
              <a:gd name="csY8208" fmla="*/ 281193 h 531334"/>
              <a:gd name="csX8209" fmla="*/ 1414000 w 1722333"/>
              <a:gd name="csY8209" fmla="*/ 281540 h 531334"/>
              <a:gd name="csX8210" fmla="*/ 1414178 w 1722333"/>
              <a:gd name="csY8210" fmla="*/ 281887 h 531334"/>
              <a:gd name="csX8211" fmla="*/ 1414347 w 1722333"/>
              <a:gd name="csY8211" fmla="*/ 282225 h 531334"/>
              <a:gd name="csX8212" fmla="*/ 1414516 w 1722333"/>
              <a:gd name="csY8212" fmla="*/ 282572 h 531334"/>
              <a:gd name="csX8213" fmla="*/ 1414694 w 1722333"/>
              <a:gd name="csY8213" fmla="*/ 282919 h 531334"/>
              <a:gd name="csX8214" fmla="*/ 1414863 w 1722333"/>
              <a:gd name="csY8214" fmla="*/ 283257 h 531334"/>
              <a:gd name="csX8215" fmla="*/ 1415032 w 1722333"/>
              <a:gd name="csY8215" fmla="*/ 283604 h 531334"/>
              <a:gd name="csX8216" fmla="*/ 1415210 w 1722333"/>
              <a:gd name="csY8216" fmla="*/ 283951 h 531334"/>
              <a:gd name="csX8217" fmla="*/ 1415379 w 1722333"/>
              <a:gd name="csY8217" fmla="*/ 284289 h 531334"/>
              <a:gd name="csX8218" fmla="*/ 1415557 w 1722333"/>
              <a:gd name="csY8218" fmla="*/ 284627 h 531334"/>
              <a:gd name="csX8219" fmla="*/ 1415726 w 1722333"/>
              <a:gd name="csY8219" fmla="*/ 284974 h 531334"/>
              <a:gd name="csX8220" fmla="*/ 1415895 w 1722333"/>
              <a:gd name="csY8220" fmla="*/ 285312 h 531334"/>
              <a:gd name="csX8221" fmla="*/ 1416073 w 1722333"/>
              <a:gd name="csY8221" fmla="*/ 285650 h 531334"/>
              <a:gd name="csX8222" fmla="*/ 1416242 w 1722333"/>
              <a:gd name="csY8222" fmla="*/ 285988 h 531334"/>
              <a:gd name="csX8223" fmla="*/ 1416411 w 1722333"/>
              <a:gd name="csY8223" fmla="*/ 286326 h 531334"/>
              <a:gd name="csX8224" fmla="*/ 1416589 w 1722333"/>
              <a:gd name="csY8224" fmla="*/ 286664 h 531334"/>
              <a:gd name="csX8225" fmla="*/ 1416758 w 1722333"/>
              <a:gd name="csY8225" fmla="*/ 287002 h 531334"/>
              <a:gd name="csX8226" fmla="*/ 1416927 w 1722333"/>
              <a:gd name="csY8226" fmla="*/ 287331 h 531334"/>
              <a:gd name="csX8227" fmla="*/ 1417105 w 1722333"/>
              <a:gd name="csY8227" fmla="*/ 287669 h 531334"/>
              <a:gd name="csX8228" fmla="*/ 1417274 w 1722333"/>
              <a:gd name="csY8228" fmla="*/ 288007 h 531334"/>
              <a:gd name="csX8229" fmla="*/ 1417443 w 1722333"/>
              <a:gd name="csY8229" fmla="*/ 288337 h 531334"/>
              <a:gd name="csX8230" fmla="*/ 1417621 w 1722333"/>
              <a:gd name="csY8230" fmla="*/ 288675 h 531334"/>
              <a:gd name="csX8231" fmla="*/ 1417790 w 1722333"/>
              <a:gd name="csY8231" fmla="*/ 289004 h 531334"/>
              <a:gd name="csX8232" fmla="*/ 1417968 w 1722333"/>
              <a:gd name="csY8232" fmla="*/ 289342 h 531334"/>
              <a:gd name="csX8233" fmla="*/ 1418137 w 1722333"/>
              <a:gd name="csY8233" fmla="*/ 289671 h 531334"/>
              <a:gd name="csX8234" fmla="*/ 1418306 w 1722333"/>
              <a:gd name="csY8234" fmla="*/ 290000 h 531334"/>
              <a:gd name="csX8235" fmla="*/ 1418484 w 1722333"/>
              <a:gd name="csY8235" fmla="*/ 290329 h 531334"/>
              <a:gd name="csX8236" fmla="*/ 1418653 w 1722333"/>
              <a:gd name="csY8236" fmla="*/ 290659 h 531334"/>
              <a:gd name="csX8237" fmla="*/ 1418822 w 1722333"/>
              <a:gd name="csY8237" fmla="*/ 290988 h 531334"/>
              <a:gd name="csX8238" fmla="*/ 1419000 w 1722333"/>
              <a:gd name="csY8238" fmla="*/ 291317 h 531334"/>
              <a:gd name="csX8239" fmla="*/ 1419169 w 1722333"/>
              <a:gd name="csY8239" fmla="*/ 291646 h 531334"/>
              <a:gd name="csX8240" fmla="*/ 1419338 w 1722333"/>
              <a:gd name="csY8240" fmla="*/ 291975 h 531334"/>
              <a:gd name="csX8241" fmla="*/ 1419516 w 1722333"/>
              <a:gd name="csY8241" fmla="*/ 292304 h 531334"/>
              <a:gd name="csX8242" fmla="*/ 1419685 w 1722333"/>
              <a:gd name="csY8242" fmla="*/ 292625 h 531334"/>
              <a:gd name="csX8243" fmla="*/ 1419863 w 1722333"/>
              <a:gd name="csY8243" fmla="*/ 292954 h 531334"/>
              <a:gd name="csX8244" fmla="*/ 1420032 w 1722333"/>
              <a:gd name="csY8244" fmla="*/ 293274 h 531334"/>
              <a:gd name="csX8245" fmla="*/ 1420201 w 1722333"/>
              <a:gd name="csY8245" fmla="*/ 293603 h 531334"/>
              <a:gd name="csX8246" fmla="*/ 1420379 w 1722333"/>
              <a:gd name="csY8246" fmla="*/ 293924 h 531334"/>
              <a:gd name="csX8247" fmla="*/ 1420548 w 1722333"/>
              <a:gd name="csY8247" fmla="*/ 294244 h 531334"/>
              <a:gd name="csX8248" fmla="*/ 1420717 w 1722333"/>
              <a:gd name="csY8248" fmla="*/ 294573 h 531334"/>
              <a:gd name="csX8249" fmla="*/ 1420895 w 1722333"/>
              <a:gd name="csY8249" fmla="*/ 294893 h 531334"/>
              <a:gd name="csX8250" fmla="*/ 1421064 w 1722333"/>
              <a:gd name="csY8250" fmla="*/ 295214 h 531334"/>
              <a:gd name="csX8251" fmla="*/ 1421233 w 1722333"/>
              <a:gd name="csY8251" fmla="*/ 295534 h 531334"/>
              <a:gd name="csX8252" fmla="*/ 1421411 w 1722333"/>
              <a:gd name="csY8252" fmla="*/ 295854 h 531334"/>
              <a:gd name="csX8253" fmla="*/ 1421580 w 1722333"/>
              <a:gd name="csY8253" fmla="*/ 296174 h 531334"/>
              <a:gd name="csX8254" fmla="*/ 1421758 w 1722333"/>
              <a:gd name="csY8254" fmla="*/ 296495 h 531334"/>
              <a:gd name="csX8255" fmla="*/ 1421927 w 1722333"/>
              <a:gd name="csY8255" fmla="*/ 296815 h 531334"/>
              <a:gd name="csX8256" fmla="*/ 1422096 w 1722333"/>
              <a:gd name="csY8256" fmla="*/ 297126 h 531334"/>
              <a:gd name="csX8257" fmla="*/ 1422274 w 1722333"/>
              <a:gd name="csY8257" fmla="*/ 297447 h 531334"/>
              <a:gd name="csX8258" fmla="*/ 1422443 w 1722333"/>
              <a:gd name="csY8258" fmla="*/ 297767 h 531334"/>
              <a:gd name="csX8259" fmla="*/ 1422612 w 1722333"/>
              <a:gd name="csY8259" fmla="*/ 298078 h 531334"/>
              <a:gd name="csX8260" fmla="*/ 1422790 w 1722333"/>
              <a:gd name="csY8260" fmla="*/ 298390 h 531334"/>
              <a:gd name="csX8261" fmla="*/ 1422959 w 1722333"/>
              <a:gd name="csY8261" fmla="*/ 298710 h 531334"/>
              <a:gd name="csX8262" fmla="*/ 1423128 w 1722333"/>
              <a:gd name="csY8262" fmla="*/ 299021 h 531334"/>
              <a:gd name="csX8263" fmla="*/ 1423306 w 1722333"/>
              <a:gd name="csY8263" fmla="*/ 299333 h 531334"/>
              <a:gd name="csX8264" fmla="*/ 1423475 w 1722333"/>
              <a:gd name="csY8264" fmla="*/ 299653 h 531334"/>
              <a:gd name="csX8265" fmla="*/ 1423644 w 1722333"/>
              <a:gd name="csY8265" fmla="*/ 299964 h 531334"/>
              <a:gd name="csX8266" fmla="*/ 1423822 w 1722333"/>
              <a:gd name="csY8266" fmla="*/ 300276 h 531334"/>
              <a:gd name="csX8267" fmla="*/ 1423991 w 1722333"/>
              <a:gd name="csY8267" fmla="*/ 300587 h 531334"/>
              <a:gd name="csX8268" fmla="*/ 1424169 w 1722333"/>
              <a:gd name="csY8268" fmla="*/ 300898 h 531334"/>
              <a:gd name="csX8269" fmla="*/ 1424338 w 1722333"/>
              <a:gd name="csY8269" fmla="*/ 301210 h 531334"/>
              <a:gd name="csX8270" fmla="*/ 1424507 w 1722333"/>
              <a:gd name="csY8270" fmla="*/ 301512 h 531334"/>
              <a:gd name="csX8271" fmla="*/ 1424685 w 1722333"/>
              <a:gd name="csY8271" fmla="*/ 301824 h 531334"/>
              <a:gd name="csX8272" fmla="*/ 1424854 w 1722333"/>
              <a:gd name="csY8272" fmla="*/ 302135 h 531334"/>
              <a:gd name="csX8273" fmla="*/ 1425023 w 1722333"/>
              <a:gd name="csY8273" fmla="*/ 302438 h 531334"/>
              <a:gd name="csX8274" fmla="*/ 1425201 w 1722333"/>
              <a:gd name="csY8274" fmla="*/ 302749 h 531334"/>
              <a:gd name="csX8275" fmla="*/ 1425370 w 1722333"/>
              <a:gd name="csY8275" fmla="*/ 303051 h 531334"/>
              <a:gd name="csX8276" fmla="*/ 1425539 w 1722333"/>
              <a:gd name="csY8276" fmla="*/ 303363 h 531334"/>
              <a:gd name="csX8277" fmla="*/ 1425717 w 1722333"/>
              <a:gd name="csY8277" fmla="*/ 303665 h 531334"/>
              <a:gd name="csX8278" fmla="*/ 1425886 w 1722333"/>
              <a:gd name="csY8278" fmla="*/ 303968 h 531334"/>
              <a:gd name="csX8279" fmla="*/ 1426064 w 1722333"/>
              <a:gd name="csY8279" fmla="*/ 304279 h 531334"/>
              <a:gd name="csX8280" fmla="*/ 1426233 w 1722333"/>
              <a:gd name="csY8280" fmla="*/ 304582 h 531334"/>
              <a:gd name="csX8281" fmla="*/ 1426402 w 1722333"/>
              <a:gd name="csY8281" fmla="*/ 304884 h 531334"/>
              <a:gd name="csX8282" fmla="*/ 1426580 w 1722333"/>
              <a:gd name="csY8282" fmla="*/ 305186 h 531334"/>
              <a:gd name="csX8283" fmla="*/ 1426749 w 1722333"/>
              <a:gd name="csY8283" fmla="*/ 305489 h 531334"/>
              <a:gd name="csX8284" fmla="*/ 1426918 w 1722333"/>
              <a:gd name="csY8284" fmla="*/ 305791 h 531334"/>
              <a:gd name="csX8285" fmla="*/ 1427096 w 1722333"/>
              <a:gd name="csY8285" fmla="*/ 306085 h 531334"/>
              <a:gd name="csX8286" fmla="*/ 1427265 w 1722333"/>
              <a:gd name="csY8286" fmla="*/ 306387 h 531334"/>
              <a:gd name="csX8287" fmla="*/ 1427434 w 1722333"/>
              <a:gd name="csY8287" fmla="*/ 306690 h 531334"/>
              <a:gd name="csX8288" fmla="*/ 1427612 w 1722333"/>
              <a:gd name="csY8288" fmla="*/ 306992 h 531334"/>
              <a:gd name="csX8289" fmla="*/ 1427781 w 1722333"/>
              <a:gd name="csY8289" fmla="*/ 307286 h 531334"/>
              <a:gd name="csX8290" fmla="*/ 1427959 w 1722333"/>
              <a:gd name="csY8290" fmla="*/ 307589 h 531334"/>
              <a:gd name="csX8291" fmla="*/ 1428128 w 1722333"/>
              <a:gd name="csY8291" fmla="*/ 307882 h 531334"/>
              <a:gd name="csX8292" fmla="*/ 1428297 w 1722333"/>
              <a:gd name="csY8292" fmla="*/ 308185 h 531334"/>
              <a:gd name="csX8293" fmla="*/ 1428475 w 1722333"/>
              <a:gd name="csY8293" fmla="*/ 308478 h 531334"/>
              <a:gd name="csX8294" fmla="*/ 1428644 w 1722333"/>
              <a:gd name="csY8294" fmla="*/ 308772 h 531334"/>
              <a:gd name="csX8295" fmla="*/ 1428813 w 1722333"/>
              <a:gd name="csY8295" fmla="*/ 309065 h 531334"/>
              <a:gd name="csX8296" fmla="*/ 1428991 w 1722333"/>
              <a:gd name="csY8296" fmla="*/ 309368 h 531334"/>
              <a:gd name="csX8297" fmla="*/ 1429160 w 1722333"/>
              <a:gd name="csY8297" fmla="*/ 309661 h 531334"/>
              <a:gd name="csX8298" fmla="*/ 1429329 w 1722333"/>
              <a:gd name="csY8298" fmla="*/ 309955 h 531334"/>
              <a:gd name="csX8299" fmla="*/ 1429507 w 1722333"/>
              <a:gd name="csY8299" fmla="*/ 310249 h 531334"/>
              <a:gd name="csX8300" fmla="*/ 1429676 w 1722333"/>
              <a:gd name="csY8300" fmla="*/ 310542 h 531334"/>
              <a:gd name="csX8301" fmla="*/ 1429854 w 1722333"/>
              <a:gd name="csY8301" fmla="*/ 310827 h 531334"/>
              <a:gd name="csX8302" fmla="*/ 1430023 w 1722333"/>
              <a:gd name="csY8302" fmla="*/ 311120 h 531334"/>
              <a:gd name="csX8303" fmla="*/ 1430192 w 1722333"/>
              <a:gd name="csY8303" fmla="*/ 311414 h 531334"/>
              <a:gd name="csX8304" fmla="*/ 1430370 w 1722333"/>
              <a:gd name="csY8304" fmla="*/ 311708 h 531334"/>
              <a:gd name="csX8305" fmla="*/ 1430538 w 1722333"/>
              <a:gd name="csY8305" fmla="*/ 311992 h 531334"/>
              <a:gd name="csX8306" fmla="*/ 1430708 w 1722333"/>
              <a:gd name="csY8306" fmla="*/ 312286 h 531334"/>
              <a:gd name="csX8307" fmla="*/ 1430885 w 1722333"/>
              <a:gd name="csY8307" fmla="*/ 312571 h 531334"/>
              <a:gd name="csX8308" fmla="*/ 1431055 w 1722333"/>
              <a:gd name="csY8308" fmla="*/ 312864 h 531334"/>
              <a:gd name="csX8309" fmla="*/ 1431224 w 1722333"/>
              <a:gd name="csY8309" fmla="*/ 313149 h 531334"/>
              <a:gd name="csX8310" fmla="*/ 1431402 w 1722333"/>
              <a:gd name="csY8310" fmla="*/ 313434 h 531334"/>
              <a:gd name="csX8311" fmla="*/ 1431571 w 1722333"/>
              <a:gd name="csY8311" fmla="*/ 313718 h 531334"/>
              <a:gd name="csX8312" fmla="*/ 1431740 w 1722333"/>
              <a:gd name="csY8312" fmla="*/ 314012 h 531334"/>
              <a:gd name="csX8313" fmla="*/ 1431917 w 1722333"/>
              <a:gd name="csY8313" fmla="*/ 314296 h 531334"/>
              <a:gd name="csX8314" fmla="*/ 1432087 w 1722333"/>
              <a:gd name="csY8314" fmla="*/ 314581 h 531334"/>
              <a:gd name="csX8315" fmla="*/ 1432264 w 1722333"/>
              <a:gd name="csY8315" fmla="*/ 314866 h 531334"/>
              <a:gd name="csX8316" fmla="*/ 1432433 w 1722333"/>
              <a:gd name="csY8316" fmla="*/ 315151 h 531334"/>
              <a:gd name="csX8317" fmla="*/ 1432603 w 1722333"/>
              <a:gd name="csY8317" fmla="*/ 315435 h 531334"/>
              <a:gd name="csX8318" fmla="*/ 1432780 w 1722333"/>
              <a:gd name="csY8318" fmla="*/ 315720 h 531334"/>
              <a:gd name="csX8319" fmla="*/ 1432950 w 1722333"/>
              <a:gd name="csY8319" fmla="*/ 315996 h 531334"/>
              <a:gd name="csX8320" fmla="*/ 1433118 w 1722333"/>
              <a:gd name="csY8320" fmla="*/ 316280 h 531334"/>
              <a:gd name="csX8321" fmla="*/ 1433296 w 1722333"/>
              <a:gd name="csY8321" fmla="*/ 316565 h 531334"/>
              <a:gd name="csX8322" fmla="*/ 1433465 w 1722333"/>
              <a:gd name="csY8322" fmla="*/ 316841 h 531334"/>
              <a:gd name="csX8323" fmla="*/ 1433635 w 1722333"/>
              <a:gd name="csY8323" fmla="*/ 317126 h 531334"/>
              <a:gd name="csX8324" fmla="*/ 1433812 w 1722333"/>
              <a:gd name="csY8324" fmla="*/ 317401 h 531334"/>
              <a:gd name="csX8325" fmla="*/ 1433982 w 1722333"/>
              <a:gd name="csY8325" fmla="*/ 317686 h 531334"/>
              <a:gd name="csX8326" fmla="*/ 1434159 w 1722333"/>
              <a:gd name="csY8326" fmla="*/ 317962 h 531334"/>
              <a:gd name="csX8327" fmla="*/ 1434328 w 1722333"/>
              <a:gd name="csY8327" fmla="*/ 318238 h 531334"/>
              <a:gd name="csX8328" fmla="*/ 1434497 w 1722333"/>
              <a:gd name="csY8328" fmla="*/ 318522 h 531334"/>
              <a:gd name="csX8329" fmla="*/ 1434675 w 1722333"/>
              <a:gd name="csY8329" fmla="*/ 318798 h 531334"/>
              <a:gd name="csX8330" fmla="*/ 1434844 w 1722333"/>
              <a:gd name="csY8330" fmla="*/ 319074 h 531334"/>
              <a:gd name="csX8331" fmla="*/ 1435013 w 1722333"/>
              <a:gd name="csY8331" fmla="*/ 319350 h 531334"/>
              <a:gd name="csX8332" fmla="*/ 1435191 w 1722333"/>
              <a:gd name="csY8332" fmla="*/ 319625 h 531334"/>
              <a:gd name="csX8333" fmla="*/ 1435360 w 1722333"/>
              <a:gd name="csY8333" fmla="*/ 319901 h 531334"/>
              <a:gd name="csX8334" fmla="*/ 1435530 w 1722333"/>
              <a:gd name="csY8334" fmla="*/ 320177 h 531334"/>
              <a:gd name="csX8335" fmla="*/ 1435707 w 1722333"/>
              <a:gd name="csY8335" fmla="*/ 320453 h 531334"/>
              <a:gd name="csX8336" fmla="*/ 1435876 w 1722333"/>
              <a:gd name="csY8336" fmla="*/ 320729 h 531334"/>
              <a:gd name="csX8337" fmla="*/ 1436054 w 1722333"/>
              <a:gd name="csY8337" fmla="*/ 320995 h 531334"/>
              <a:gd name="csX8338" fmla="*/ 1436223 w 1722333"/>
              <a:gd name="csY8338" fmla="*/ 321271 h 531334"/>
              <a:gd name="csX8339" fmla="*/ 1436392 w 1722333"/>
              <a:gd name="csY8339" fmla="*/ 321547 h 531334"/>
              <a:gd name="csX8340" fmla="*/ 1436570 w 1722333"/>
              <a:gd name="csY8340" fmla="*/ 321814 h 531334"/>
              <a:gd name="csX8341" fmla="*/ 1436739 w 1722333"/>
              <a:gd name="csY8341" fmla="*/ 322090 h 531334"/>
              <a:gd name="csX8342" fmla="*/ 1436908 w 1722333"/>
              <a:gd name="csY8342" fmla="*/ 322357 h 531334"/>
              <a:gd name="csX8343" fmla="*/ 1437086 w 1722333"/>
              <a:gd name="csY8343" fmla="*/ 322632 h 531334"/>
              <a:gd name="csX8344" fmla="*/ 1437255 w 1722333"/>
              <a:gd name="csY8344" fmla="*/ 322899 h 531334"/>
              <a:gd name="csX8345" fmla="*/ 1437424 w 1722333"/>
              <a:gd name="csY8345" fmla="*/ 323166 h 531334"/>
              <a:gd name="csX8346" fmla="*/ 1437602 w 1722333"/>
              <a:gd name="csY8346" fmla="*/ 323433 h 531334"/>
              <a:gd name="csX8347" fmla="*/ 1437771 w 1722333"/>
              <a:gd name="csY8347" fmla="*/ 323709 h 531334"/>
              <a:gd name="csX8348" fmla="*/ 1437949 w 1722333"/>
              <a:gd name="csY8348" fmla="*/ 323976 h 531334"/>
              <a:gd name="csX8349" fmla="*/ 1438118 w 1722333"/>
              <a:gd name="csY8349" fmla="*/ 324243 h 531334"/>
              <a:gd name="csX8350" fmla="*/ 1438287 w 1722333"/>
              <a:gd name="csY8350" fmla="*/ 324510 h 531334"/>
              <a:gd name="csX8351" fmla="*/ 1438465 w 1722333"/>
              <a:gd name="csY8351" fmla="*/ 324776 h 531334"/>
              <a:gd name="csX8352" fmla="*/ 1438634 w 1722333"/>
              <a:gd name="csY8352" fmla="*/ 325043 h 531334"/>
              <a:gd name="csX8353" fmla="*/ 1438803 w 1722333"/>
              <a:gd name="csY8353" fmla="*/ 325310 h 531334"/>
              <a:gd name="csX8354" fmla="*/ 1438981 w 1722333"/>
              <a:gd name="csY8354" fmla="*/ 325568 h 531334"/>
              <a:gd name="csX8355" fmla="*/ 1439150 w 1722333"/>
              <a:gd name="csY8355" fmla="*/ 325835 h 531334"/>
              <a:gd name="csX8356" fmla="*/ 1439319 w 1722333"/>
              <a:gd name="csY8356" fmla="*/ 326102 h 531334"/>
              <a:gd name="csX8357" fmla="*/ 1439497 w 1722333"/>
              <a:gd name="csY8357" fmla="*/ 326360 h 531334"/>
              <a:gd name="csX8358" fmla="*/ 1439666 w 1722333"/>
              <a:gd name="csY8358" fmla="*/ 326627 h 531334"/>
              <a:gd name="csX8359" fmla="*/ 1439835 w 1722333"/>
              <a:gd name="csY8359" fmla="*/ 326894 h 531334"/>
              <a:gd name="csX8360" fmla="*/ 1440013 w 1722333"/>
              <a:gd name="csY8360" fmla="*/ 327152 h 531334"/>
              <a:gd name="csX8361" fmla="*/ 1440182 w 1722333"/>
              <a:gd name="csY8361" fmla="*/ 327410 h 531334"/>
              <a:gd name="csX8362" fmla="*/ 1440360 w 1722333"/>
              <a:gd name="csY8362" fmla="*/ 327677 h 531334"/>
              <a:gd name="csX8363" fmla="*/ 1440529 w 1722333"/>
              <a:gd name="csY8363" fmla="*/ 327935 h 531334"/>
              <a:gd name="csX8364" fmla="*/ 1440698 w 1722333"/>
              <a:gd name="csY8364" fmla="*/ 328193 h 531334"/>
              <a:gd name="csX8365" fmla="*/ 1440876 w 1722333"/>
              <a:gd name="csY8365" fmla="*/ 328460 h 531334"/>
              <a:gd name="csX8366" fmla="*/ 1441045 w 1722333"/>
              <a:gd name="csY8366" fmla="*/ 328718 h 531334"/>
              <a:gd name="csX8367" fmla="*/ 1441214 w 1722333"/>
              <a:gd name="csY8367" fmla="*/ 328976 h 531334"/>
              <a:gd name="csX8368" fmla="*/ 1441392 w 1722333"/>
              <a:gd name="csY8368" fmla="*/ 329234 h 531334"/>
              <a:gd name="csX8369" fmla="*/ 1441561 w 1722333"/>
              <a:gd name="csY8369" fmla="*/ 329492 h 531334"/>
              <a:gd name="csX8370" fmla="*/ 1441730 w 1722333"/>
              <a:gd name="csY8370" fmla="*/ 329750 h 531334"/>
              <a:gd name="csX8371" fmla="*/ 1441908 w 1722333"/>
              <a:gd name="csY8371" fmla="*/ 330008 h 531334"/>
              <a:gd name="csX8372" fmla="*/ 1442077 w 1722333"/>
              <a:gd name="csY8372" fmla="*/ 330266 h 531334"/>
              <a:gd name="csX8373" fmla="*/ 1442255 w 1722333"/>
              <a:gd name="csY8373" fmla="*/ 330515 h 531334"/>
              <a:gd name="csX8374" fmla="*/ 1442424 w 1722333"/>
              <a:gd name="csY8374" fmla="*/ 330773 h 531334"/>
              <a:gd name="csX8375" fmla="*/ 1442593 w 1722333"/>
              <a:gd name="csY8375" fmla="*/ 331031 h 531334"/>
              <a:gd name="csX8376" fmla="*/ 1442771 w 1722333"/>
              <a:gd name="csY8376" fmla="*/ 331280 h 531334"/>
              <a:gd name="csX8377" fmla="*/ 1442940 w 1722333"/>
              <a:gd name="csY8377" fmla="*/ 331538 h 531334"/>
              <a:gd name="csX8378" fmla="*/ 1443109 w 1722333"/>
              <a:gd name="csY8378" fmla="*/ 331787 h 531334"/>
              <a:gd name="csX8379" fmla="*/ 1443287 w 1722333"/>
              <a:gd name="csY8379" fmla="*/ 332045 h 531334"/>
              <a:gd name="csX8380" fmla="*/ 1443456 w 1722333"/>
              <a:gd name="csY8380" fmla="*/ 332294 h 531334"/>
              <a:gd name="csX8381" fmla="*/ 1443625 w 1722333"/>
              <a:gd name="csY8381" fmla="*/ 332552 h 531334"/>
              <a:gd name="csX8382" fmla="*/ 1443803 w 1722333"/>
              <a:gd name="csY8382" fmla="*/ 332801 h 531334"/>
              <a:gd name="csX8383" fmla="*/ 1443972 w 1722333"/>
              <a:gd name="csY8383" fmla="*/ 333050 h 531334"/>
              <a:gd name="csX8384" fmla="*/ 1444150 w 1722333"/>
              <a:gd name="csY8384" fmla="*/ 333299 h 531334"/>
              <a:gd name="csX8385" fmla="*/ 1444319 w 1722333"/>
              <a:gd name="csY8385" fmla="*/ 333557 h 531334"/>
              <a:gd name="csX8386" fmla="*/ 1444488 w 1722333"/>
              <a:gd name="csY8386" fmla="*/ 333806 h 531334"/>
              <a:gd name="csX8387" fmla="*/ 1444666 w 1722333"/>
              <a:gd name="csY8387" fmla="*/ 334056 h 531334"/>
              <a:gd name="csX8388" fmla="*/ 1444835 w 1722333"/>
              <a:gd name="csY8388" fmla="*/ 334305 h 531334"/>
              <a:gd name="csX8389" fmla="*/ 1445004 w 1722333"/>
              <a:gd name="csY8389" fmla="*/ 334554 h 531334"/>
              <a:gd name="csX8390" fmla="*/ 1445182 w 1722333"/>
              <a:gd name="csY8390" fmla="*/ 334803 h 531334"/>
              <a:gd name="csX8391" fmla="*/ 1445351 w 1722333"/>
              <a:gd name="csY8391" fmla="*/ 335052 h 531334"/>
              <a:gd name="csX8392" fmla="*/ 1445520 w 1722333"/>
              <a:gd name="csY8392" fmla="*/ 335292 h 531334"/>
              <a:gd name="csX8393" fmla="*/ 1445698 w 1722333"/>
              <a:gd name="csY8393" fmla="*/ 335541 h 531334"/>
              <a:gd name="csX8394" fmla="*/ 1445867 w 1722333"/>
              <a:gd name="csY8394" fmla="*/ 335790 h 531334"/>
              <a:gd name="csX8395" fmla="*/ 1446045 w 1722333"/>
              <a:gd name="csY8395" fmla="*/ 336039 h 531334"/>
              <a:gd name="csX8396" fmla="*/ 1446214 w 1722333"/>
              <a:gd name="csY8396" fmla="*/ 336280 h 531334"/>
              <a:gd name="csX8397" fmla="*/ 1446383 w 1722333"/>
              <a:gd name="csY8397" fmla="*/ 336529 h 531334"/>
              <a:gd name="csX8398" fmla="*/ 1446561 w 1722333"/>
              <a:gd name="csY8398" fmla="*/ 336769 h 531334"/>
              <a:gd name="csX8399" fmla="*/ 1446730 w 1722333"/>
              <a:gd name="csY8399" fmla="*/ 337018 h 531334"/>
              <a:gd name="csX8400" fmla="*/ 1446899 w 1722333"/>
              <a:gd name="csY8400" fmla="*/ 337258 h 531334"/>
              <a:gd name="csX8401" fmla="*/ 1447077 w 1722333"/>
              <a:gd name="csY8401" fmla="*/ 337498 h 531334"/>
              <a:gd name="csX8402" fmla="*/ 1447246 w 1722333"/>
              <a:gd name="csY8402" fmla="*/ 337747 h 531334"/>
              <a:gd name="csX8403" fmla="*/ 1447415 w 1722333"/>
              <a:gd name="csY8403" fmla="*/ 337988 h 531334"/>
              <a:gd name="csX8404" fmla="*/ 1447593 w 1722333"/>
              <a:gd name="csY8404" fmla="*/ 338228 h 531334"/>
              <a:gd name="csX8405" fmla="*/ 1447762 w 1722333"/>
              <a:gd name="csY8405" fmla="*/ 338468 h 531334"/>
              <a:gd name="csX8406" fmla="*/ 1447931 w 1722333"/>
              <a:gd name="csY8406" fmla="*/ 338717 h 531334"/>
              <a:gd name="csX8407" fmla="*/ 1448109 w 1722333"/>
              <a:gd name="csY8407" fmla="*/ 338957 h 531334"/>
              <a:gd name="csX8408" fmla="*/ 1448278 w 1722333"/>
              <a:gd name="csY8408" fmla="*/ 339198 h 531334"/>
              <a:gd name="csX8409" fmla="*/ 1448456 w 1722333"/>
              <a:gd name="csY8409" fmla="*/ 339438 h 531334"/>
              <a:gd name="csX8410" fmla="*/ 1448625 w 1722333"/>
              <a:gd name="csY8410" fmla="*/ 339678 h 531334"/>
              <a:gd name="csX8411" fmla="*/ 1448794 w 1722333"/>
              <a:gd name="csY8411" fmla="*/ 339909 h 531334"/>
              <a:gd name="csX8412" fmla="*/ 1448972 w 1722333"/>
              <a:gd name="csY8412" fmla="*/ 340150 h 531334"/>
              <a:gd name="csX8413" fmla="*/ 1449141 w 1722333"/>
              <a:gd name="csY8413" fmla="*/ 340390 h 531334"/>
              <a:gd name="csX8414" fmla="*/ 1449310 w 1722333"/>
              <a:gd name="csY8414" fmla="*/ 340630 h 531334"/>
              <a:gd name="csX8415" fmla="*/ 1449488 w 1722333"/>
              <a:gd name="csY8415" fmla="*/ 340861 h 531334"/>
              <a:gd name="csX8416" fmla="*/ 1449657 w 1722333"/>
              <a:gd name="csY8416" fmla="*/ 341101 h 531334"/>
              <a:gd name="csX8417" fmla="*/ 1449826 w 1722333"/>
              <a:gd name="csY8417" fmla="*/ 341342 h 531334"/>
              <a:gd name="csX8418" fmla="*/ 1450004 w 1722333"/>
              <a:gd name="csY8418" fmla="*/ 341573 h 531334"/>
              <a:gd name="csX8419" fmla="*/ 1450173 w 1722333"/>
              <a:gd name="csY8419" fmla="*/ 341813 h 531334"/>
              <a:gd name="csX8420" fmla="*/ 1450351 w 1722333"/>
              <a:gd name="csY8420" fmla="*/ 342045 h 531334"/>
              <a:gd name="csX8421" fmla="*/ 1450520 w 1722333"/>
              <a:gd name="csY8421" fmla="*/ 342285 h 531334"/>
              <a:gd name="csX8422" fmla="*/ 1450689 w 1722333"/>
              <a:gd name="csY8422" fmla="*/ 342516 h 531334"/>
              <a:gd name="csX8423" fmla="*/ 1450867 w 1722333"/>
              <a:gd name="csY8423" fmla="*/ 342747 h 531334"/>
              <a:gd name="csX8424" fmla="*/ 1451036 w 1722333"/>
              <a:gd name="csY8424" fmla="*/ 342987 h 531334"/>
              <a:gd name="csX8425" fmla="*/ 1451205 w 1722333"/>
              <a:gd name="csY8425" fmla="*/ 343219 h 531334"/>
              <a:gd name="csX8426" fmla="*/ 1451383 w 1722333"/>
              <a:gd name="csY8426" fmla="*/ 343450 h 531334"/>
              <a:gd name="csX8427" fmla="*/ 1451552 w 1722333"/>
              <a:gd name="csY8427" fmla="*/ 343681 h 531334"/>
              <a:gd name="csX8428" fmla="*/ 1451721 w 1722333"/>
              <a:gd name="csY8428" fmla="*/ 343913 h 531334"/>
              <a:gd name="csX8429" fmla="*/ 1451899 w 1722333"/>
              <a:gd name="csY8429" fmla="*/ 344144 h 531334"/>
              <a:gd name="csX8430" fmla="*/ 1452068 w 1722333"/>
              <a:gd name="csY8430" fmla="*/ 344375 h 531334"/>
              <a:gd name="csX8431" fmla="*/ 1452246 w 1722333"/>
              <a:gd name="csY8431" fmla="*/ 344607 h 531334"/>
              <a:gd name="csX8432" fmla="*/ 1452415 w 1722333"/>
              <a:gd name="csY8432" fmla="*/ 344838 h 531334"/>
              <a:gd name="csX8433" fmla="*/ 1452584 w 1722333"/>
              <a:gd name="csY8433" fmla="*/ 345069 h 531334"/>
              <a:gd name="csX8434" fmla="*/ 1452762 w 1722333"/>
              <a:gd name="csY8434" fmla="*/ 345301 h 531334"/>
              <a:gd name="csX8435" fmla="*/ 1452931 w 1722333"/>
              <a:gd name="csY8435" fmla="*/ 345523 h 531334"/>
              <a:gd name="csX8436" fmla="*/ 1453100 w 1722333"/>
              <a:gd name="csY8436" fmla="*/ 345754 h 531334"/>
              <a:gd name="csX8437" fmla="*/ 1453278 w 1722333"/>
              <a:gd name="csY8437" fmla="*/ 345986 h 531334"/>
              <a:gd name="csX8438" fmla="*/ 1453447 w 1722333"/>
              <a:gd name="csY8438" fmla="*/ 346208 h 531334"/>
              <a:gd name="csX8439" fmla="*/ 1453616 w 1722333"/>
              <a:gd name="csY8439" fmla="*/ 346439 h 531334"/>
              <a:gd name="csX8440" fmla="*/ 1453794 w 1722333"/>
              <a:gd name="csY8440" fmla="*/ 346662 h 531334"/>
              <a:gd name="csX8441" fmla="*/ 1453963 w 1722333"/>
              <a:gd name="csY8441" fmla="*/ 346893 h 531334"/>
              <a:gd name="csX8442" fmla="*/ 1454141 w 1722333"/>
              <a:gd name="csY8442" fmla="*/ 347115 h 531334"/>
              <a:gd name="csX8443" fmla="*/ 1454310 w 1722333"/>
              <a:gd name="csY8443" fmla="*/ 347347 h 531334"/>
              <a:gd name="csX8444" fmla="*/ 1454479 w 1722333"/>
              <a:gd name="csY8444" fmla="*/ 347569 h 531334"/>
              <a:gd name="csX8445" fmla="*/ 1454657 w 1722333"/>
              <a:gd name="csY8445" fmla="*/ 347792 h 531334"/>
              <a:gd name="csX8446" fmla="*/ 1454826 w 1722333"/>
              <a:gd name="csY8446" fmla="*/ 348023 h 531334"/>
              <a:gd name="csX8447" fmla="*/ 1454995 w 1722333"/>
              <a:gd name="csY8447" fmla="*/ 348245 h 531334"/>
              <a:gd name="csX8448" fmla="*/ 1455173 w 1722333"/>
              <a:gd name="csY8448" fmla="*/ 348468 h 531334"/>
              <a:gd name="csX8449" fmla="*/ 1455342 w 1722333"/>
              <a:gd name="csY8449" fmla="*/ 348690 h 531334"/>
              <a:gd name="csX8450" fmla="*/ 1455511 w 1722333"/>
              <a:gd name="csY8450" fmla="*/ 348913 h 531334"/>
              <a:gd name="csX8451" fmla="*/ 1455689 w 1722333"/>
              <a:gd name="csY8451" fmla="*/ 349135 h 531334"/>
              <a:gd name="csX8452" fmla="*/ 1455858 w 1722333"/>
              <a:gd name="csY8452" fmla="*/ 349357 h 531334"/>
              <a:gd name="csX8453" fmla="*/ 1456027 w 1722333"/>
              <a:gd name="csY8453" fmla="*/ 349580 h 531334"/>
              <a:gd name="csX8454" fmla="*/ 1456205 w 1722333"/>
              <a:gd name="csY8454" fmla="*/ 349802 h 531334"/>
              <a:gd name="csX8455" fmla="*/ 1456374 w 1722333"/>
              <a:gd name="csY8455" fmla="*/ 350025 h 531334"/>
              <a:gd name="csX8456" fmla="*/ 1456552 w 1722333"/>
              <a:gd name="csY8456" fmla="*/ 350247 h 531334"/>
              <a:gd name="csX8457" fmla="*/ 1456721 w 1722333"/>
              <a:gd name="csY8457" fmla="*/ 350469 h 531334"/>
              <a:gd name="csX8458" fmla="*/ 1456890 w 1722333"/>
              <a:gd name="csY8458" fmla="*/ 350683 h 531334"/>
              <a:gd name="csX8459" fmla="*/ 1457068 w 1722333"/>
              <a:gd name="csY8459" fmla="*/ 350905 h 531334"/>
              <a:gd name="csX8460" fmla="*/ 1457237 w 1722333"/>
              <a:gd name="csY8460" fmla="*/ 351128 h 531334"/>
              <a:gd name="csX8461" fmla="*/ 1457406 w 1722333"/>
              <a:gd name="csY8461" fmla="*/ 351341 h 531334"/>
              <a:gd name="csX8462" fmla="*/ 1457584 w 1722333"/>
              <a:gd name="csY8462" fmla="*/ 351564 h 531334"/>
              <a:gd name="csX8463" fmla="*/ 1457753 w 1722333"/>
              <a:gd name="csY8463" fmla="*/ 351777 h 531334"/>
              <a:gd name="csX8464" fmla="*/ 1457922 w 1722333"/>
              <a:gd name="csY8464" fmla="*/ 352000 h 531334"/>
              <a:gd name="csX8465" fmla="*/ 1458100 w 1722333"/>
              <a:gd name="csY8465" fmla="*/ 352213 h 531334"/>
              <a:gd name="csX8466" fmla="*/ 1458269 w 1722333"/>
              <a:gd name="csY8466" fmla="*/ 352436 h 531334"/>
              <a:gd name="csX8467" fmla="*/ 1458447 w 1722333"/>
              <a:gd name="csY8467" fmla="*/ 352649 h 531334"/>
              <a:gd name="csX8468" fmla="*/ 1458616 w 1722333"/>
              <a:gd name="csY8468" fmla="*/ 352863 h 531334"/>
              <a:gd name="csX8469" fmla="*/ 1458785 w 1722333"/>
              <a:gd name="csY8469" fmla="*/ 353085 h 531334"/>
              <a:gd name="csX8470" fmla="*/ 1458963 w 1722333"/>
              <a:gd name="csY8470" fmla="*/ 353298 h 531334"/>
              <a:gd name="csX8471" fmla="*/ 1459132 w 1722333"/>
              <a:gd name="csY8471" fmla="*/ 353512 h 531334"/>
              <a:gd name="csX8472" fmla="*/ 1459301 w 1722333"/>
              <a:gd name="csY8472" fmla="*/ 353726 h 531334"/>
              <a:gd name="csX8473" fmla="*/ 1459479 w 1722333"/>
              <a:gd name="csY8473" fmla="*/ 353939 h 531334"/>
              <a:gd name="csX8474" fmla="*/ 1459648 w 1722333"/>
              <a:gd name="csY8474" fmla="*/ 354153 h 531334"/>
              <a:gd name="csX8475" fmla="*/ 1459817 w 1722333"/>
              <a:gd name="csY8475" fmla="*/ 354366 h 531334"/>
              <a:gd name="csX8476" fmla="*/ 1459995 w 1722333"/>
              <a:gd name="csY8476" fmla="*/ 354580 h 531334"/>
              <a:gd name="csX8477" fmla="*/ 1460164 w 1722333"/>
              <a:gd name="csY8477" fmla="*/ 354793 h 531334"/>
              <a:gd name="csX8478" fmla="*/ 1460342 w 1722333"/>
              <a:gd name="csY8478" fmla="*/ 355007 h 531334"/>
              <a:gd name="csX8479" fmla="*/ 1460511 w 1722333"/>
              <a:gd name="csY8479" fmla="*/ 355220 h 531334"/>
              <a:gd name="csX8480" fmla="*/ 1460680 w 1722333"/>
              <a:gd name="csY8480" fmla="*/ 355434 h 531334"/>
              <a:gd name="csX8481" fmla="*/ 1460858 w 1722333"/>
              <a:gd name="csY8481" fmla="*/ 355638 h 531334"/>
              <a:gd name="csX8482" fmla="*/ 1461027 w 1722333"/>
              <a:gd name="csY8482" fmla="*/ 355852 h 531334"/>
              <a:gd name="csX8483" fmla="*/ 1461196 w 1722333"/>
              <a:gd name="csY8483" fmla="*/ 356065 h 531334"/>
              <a:gd name="csX8484" fmla="*/ 1461374 w 1722333"/>
              <a:gd name="csY8484" fmla="*/ 356270 h 531334"/>
              <a:gd name="csX8485" fmla="*/ 1461543 w 1722333"/>
              <a:gd name="csY8485" fmla="*/ 356483 h 531334"/>
              <a:gd name="csX8486" fmla="*/ 1461712 w 1722333"/>
              <a:gd name="csY8486" fmla="*/ 356688 h 531334"/>
              <a:gd name="csX8487" fmla="*/ 1461890 w 1722333"/>
              <a:gd name="csY8487" fmla="*/ 356902 h 531334"/>
              <a:gd name="csX8488" fmla="*/ 1462059 w 1722333"/>
              <a:gd name="csY8488" fmla="*/ 357106 h 531334"/>
              <a:gd name="csX8489" fmla="*/ 1462237 w 1722333"/>
              <a:gd name="csY8489" fmla="*/ 357320 h 531334"/>
              <a:gd name="csX8490" fmla="*/ 1462406 w 1722333"/>
              <a:gd name="csY8490" fmla="*/ 357524 h 531334"/>
              <a:gd name="csX8491" fmla="*/ 1462575 w 1722333"/>
              <a:gd name="csY8491" fmla="*/ 357738 h 531334"/>
              <a:gd name="csX8492" fmla="*/ 1462753 w 1722333"/>
              <a:gd name="csY8492" fmla="*/ 357942 h 531334"/>
              <a:gd name="csX8493" fmla="*/ 1462922 w 1722333"/>
              <a:gd name="csY8493" fmla="*/ 358147 h 531334"/>
              <a:gd name="csX8494" fmla="*/ 1463091 w 1722333"/>
              <a:gd name="csY8494" fmla="*/ 358352 h 531334"/>
              <a:gd name="csX8495" fmla="*/ 1463269 w 1722333"/>
              <a:gd name="csY8495" fmla="*/ 358565 h 531334"/>
              <a:gd name="csX8496" fmla="*/ 1463438 w 1722333"/>
              <a:gd name="csY8496" fmla="*/ 358770 h 531334"/>
              <a:gd name="csX8497" fmla="*/ 1463607 w 1722333"/>
              <a:gd name="csY8497" fmla="*/ 358974 h 531334"/>
              <a:gd name="csX8498" fmla="*/ 1463785 w 1722333"/>
              <a:gd name="csY8498" fmla="*/ 359179 h 531334"/>
              <a:gd name="csX8499" fmla="*/ 1463954 w 1722333"/>
              <a:gd name="csY8499" fmla="*/ 359384 h 531334"/>
              <a:gd name="csX8500" fmla="*/ 1464123 w 1722333"/>
              <a:gd name="csY8500" fmla="*/ 359588 h 531334"/>
              <a:gd name="csX8501" fmla="*/ 1464301 w 1722333"/>
              <a:gd name="csY8501" fmla="*/ 359793 h 531334"/>
              <a:gd name="csX8502" fmla="*/ 1464470 w 1722333"/>
              <a:gd name="csY8502" fmla="*/ 359997 h 531334"/>
              <a:gd name="csX8503" fmla="*/ 1464648 w 1722333"/>
              <a:gd name="csY8503" fmla="*/ 360202 h 531334"/>
              <a:gd name="csX8504" fmla="*/ 1464817 w 1722333"/>
              <a:gd name="csY8504" fmla="*/ 360398 h 531334"/>
              <a:gd name="csX8505" fmla="*/ 1464986 w 1722333"/>
              <a:gd name="csY8505" fmla="*/ 360602 h 531334"/>
              <a:gd name="csX8506" fmla="*/ 1465164 w 1722333"/>
              <a:gd name="csY8506" fmla="*/ 360807 h 531334"/>
              <a:gd name="csX8507" fmla="*/ 1465333 w 1722333"/>
              <a:gd name="csY8507" fmla="*/ 361012 h 531334"/>
              <a:gd name="csX8508" fmla="*/ 1465502 w 1722333"/>
              <a:gd name="csY8508" fmla="*/ 361207 h 531334"/>
              <a:gd name="csX8509" fmla="*/ 1465679 w 1722333"/>
              <a:gd name="csY8509" fmla="*/ 361412 h 531334"/>
              <a:gd name="csX8510" fmla="*/ 1465849 w 1722333"/>
              <a:gd name="csY8510" fmla="*/ 361617 h 531334"/>
              <a:gd name="csX8511" fmla="*/ 1466018 w 1722333"/>
              <a:gd name="csY8511" fmla="*/ 361812 h 531334"/>
              <a:gd name="csX8512" fmla="*/ 1466196 w 1722333"/>
              <a:gd name="csY8512" fmla="*/ 362017 h 531334"/>
              <a:gd name="csX8513" fmla="*/ 1466365 w 1722333"/>
              <a:gd name="csY8513" fmla="*/ 362213 h 531334"/>
              <a:gd name="csX8514" fmla="*/ 1466543 w 1722333"/>
              <a:gd name="csY8514" fmla="*/ 362409 h 531334"/>
              <a:gd name="csX8515" fmla="*/ 1466711 w 1722333"/>
              <a:gd name="csY8515" fmla="*/ 362613 h 531334"/>
              <a:gd name="csX8516" fmla="*/ 1466881 w 1722333"/>
              <a:gd name="csY8516" fmla="*/ 362809 h 531334"/>
              <a:gd name="csX8517" fmla="*/ 1467058 w 1722333"/>
              <a:gd name="csY8517" fmla="*/ 363013 h 531334"/>
              <a:gd name="csX8518" fmla="*/ 1467228 w 1722333"/>
              <a:gd name="csY8518" fmla="*/ 363209 h 531334"/>
              <a:gd name="csX8519" fmla="*/ 1467397 w 1722333"/>
              <a:gd name="csY8519" fmla="*/ 363405 h 531334"/>
              <a:gd name="csX8520" fmla="*/ 1467574 w 1722333"/>
              <a:gd name="csY8520" fmla="*/ 363601 h 531334"/>
              <a:gd name="csX8521" fmla="*/ 1467744 w 1722333"/>
              <a:gd name="csY8521" fmla="*/ 363796 h 531334"/>
              <a:gd name="csX8522" fmla="*/ 1467912 w 1722333"/>
              <a:gd name="csY8522" fmla="*/ 364001 h 531334"/>
              <a:gd name="csX8523" fmla="*/ 1468090 w 1722333"/>
              <a:gd name="csY8523" fmla="*/ 364197 h 531334"/>
              <a:gd name="csX8524" fmla="*/ 1468259 w 1722333"/>
              <a:gd name="csY8524" fmla="*/ 364392 h 531334"/>
              <a:gd name="csX8525" fmla="*/ 1468437 w 1722333"/>
              <a:gd name="csY8525" fmla="*/ 364588 h 531334"/>
              <a:gd name="csX8526" fmla="*/ 1468606 w 1722333"/>
              <a:gd name="csY8526" fmla="*/ 364784 h 531334"/>
              <a:gd name="csX8527" fmla="*/ 1468776 w 1722333"/>
              <a:gd name="csY8527" fmla="*/ 364979 h 531334"/>
              <a:gd name="csX8528" fmla="*/ 1468953 w 1722333"/>
              <a:gd name="csY8528" fmla="*/ 365175 h 531334"/>
              <a:gd name="csX8529" fmla="*/ 1469123 w 1722333"/>
              <a:gd name="csY8529" fmla="*/ 365362 h 531334"/>
              <a:gd name="csX8530" fmla="*/ 1469291 w 1722333"/>
              <a:gd name="csY8530" fmla="*/ 365558 h 531334"/>
              <a:gd name="csX8531" fmla="*/ 1469469 w 1722333"/>
              <a:gd name="csY8531" fmla="*/ 365753 h 531334"/>
              <a:gd name="csX8532" fmla="*/ 1469638 w 1722333"/>
              <a:gd name="csY8532" fmla="*/ 365949 h 531334"/>
              <a:gd name="csX8533" fmla="*/ 1469807 w 1722333"/>
              <a:gd name="csY8533" fmla="*/ 366145 h 531334"/>
              <a:gd name="csX8534" fmla="*/ 1469985 w 1722333"/>
              <a:gd name="csY8534" fmla="*/ 366332 h 531334"/>
              <a:gd name="csX8535" fmla="*/ 1470154 w 1722333"/>
              <a:gd name="csY8535" fmla="*/ 366528 h 531334"/>
              <a:gd name="csX8536" fmla="*/ 1470332 w 1722333"/>
              <a:gd name="csY8536" fmla="*/ 366714 h 531334"/>
              <a:gd name="csX8537" fmla="*/ 1470501 w 1722333"/>
              <a:gd name="csY8537" fmla="*/ 366910 h 531334"/>
              <a:gd name="csX8538" fmla="*/ 1470670 w 1722333"/>
              <a:gd name="csY8538" fmla="*/ 367106 h 531334"/>
              <a:gd name="csX8539" fmla="*/ 1470848 w 1722333"/>
              <a:gd name="csY8539" fmla="*/ 367293 h 531334"/>
              <a:gd name="csX8540" fmla="*/ 1471017 w 1722333"/>
              <a:gd name="csY8540" fmla="*/ 367488 h 531334"/>
              <a:gd name="csX8541" fmla="*/ 1471186 w 1722333"/>
              <a:gd name="csY8541" fmla="*/ 367675 h 531334"/>
              <a:gd name="csX8542" fmla="*/ 1471364 w 1722333"/>
              <a:gd name="csY8542" fmla="*/ 367862 h 531334"/>
              <a:gd name="csX8543" fmla="*/ 1471533 w 1722333"/>
              <a:gd name="csY8543" fmla="*/ 368058 h 531334"/>
              <a:gd name="csX8544" fmla="*/ 1471702 w 1722333"/>
              <a:gd name="csY8544" fmla="*/ 368245 h 531334"/>
              <a:gd name="csX8545" fmla="*/ 1471880 w 1722333"/>
              <a:gd name="csY8545" fmla="*/ 368431 h 531334"/>
              <a:gd name="csX8546" fmla="*/ 1472049 w 1722333"/>
              <a:gd name="csY8546" fmla="*/ 368627 h 531334"/>
              <a:gd name="csX8547" fmla="*/ 1472218 w 1722333"/>
              <a:gd name="csY8547" fmla="*/ 368814 h 531334"/>
              <a:gd name="csX8548" fmla="*/ 1472396 w 1722333"/>
              <a:gd name="csY8548" fmla="*/ 369001 h 531334"/>
              <a:gd name="csX8549" fmla="*/ 1472565 w 1722333"/>
              <a:gd name="csY8549" fmla="*/ 369188 h 531334"/>
              <a:gd name="csX8550" fmla="*/ 1472743 w 1722333"/>
              <a:gd name="csY8550" fmla="*/ 369374 h 531334"/>
              <a:gd name="csX8551" fmla="*/ 1472912 w 1722333"/>
              <a:gd name="csY8551" fmla="*/ 369561 h 531334"/>
              <a:gd name="csX8552" fmla="*/ 1473081 w 1722333"/>
              <a:gd name="csY8552" fmla="*/ 369748 h 531334"/>
              <a:gd name="csX8553" fmla="*/ 1473259 w 1722333"/>
              <a:gd name="csY8553" fmla="*/ 369935 h 531334"/>
              <a:gd name="csX8554" fmla="*/ 1473428 w 1722333"/>
              <a:gd name="csY8554" fmla="*/ 370122 h 531334"/>
              <a:gd name="csX8555" fmla="*/ 1473597 w 1722333"/>
              <a:gd name="csY8555" fmla="*/ 370309 h 531334"/>
              <a:gd name="csX8556" fmla="*/ 1473775 w 1722333"/>
              <a:gd name="csY8556" fmla="*/ 370495 h 531334"/>
              <a:gd name="csX8557" fmla="*/ 1473944 w 1722333"/>
              <a:gd name="csY8557" fmla="*/ 370682 h 531334"/>
              <a:gd name="csX8558" fmla="*/ 1474113 w 1722333"/>
              <a:gd name="csY8558" fmla="*/ 370869 h 531334"/>
              <a:gd name="csX8559" fmla="*/ 1474291 w 1722333"/>
              <a:gd name="csY8559" fmla="*/ 371047 h 531334"/>
              <a:gd name="csX8560" fmla="*/ 1474460 w 1722333"/>
              <a:gd name="csY8560" fmla="*/ 371234 h 531334"/>
              <a:gd name="csX8561" fmla="*/ 1474638 w 1722333"/>
              <a:gd name="csY8561" fmla="*/ 371421 h 531334"/>
              <a:gd name="csX8562" fmla="*/ 1474807 w 1722333"/>
              <a:gd name="csY8562" fmla="*/ 371607 h 531334"/>
              <a:gd name="csX8563" fmla="*/ 1474976 w 1722333"/>
              <a:gd name="csY8563" fmla="*/ 371785 h 531334"/>
              <a:gd name="csX8564" fmla="*/ 1475154 w 1722333"/>
              <a:gd name="csY8564" fmla="*/ 371972 h 531334"/>
              <a:gd name="csX8565" fmla="*/ 1475323 w 1722333"/>
              <a:gd name="csY8565" fmla="*/ 372150 h 531334"/>
              <a:gd name="csX8566" fmla="*/ 1475492 w 1722333"/>
              <a:gd name="csY8566" fmla="*/ 372337 h 531334"/>
              <a:gd name="csX8567" fmla="*/ 1475670 w 1722333"/>
              <a:gd name="csY8567" fmla="*/ 372515 h 531334"/>
              <a:gd name="csX8568" fmla="*/ 1475839 w 1722333"/>
              <a:gd name="csY8568" fmla="*/ 372702 h 531334"/>
              <a:gd name="csX8569" fmla="*/ 1476008 w 1722333"/>
              <a:gd name="csY8569" fmla="*/ 372880 h 531334"/>
              <a:gd name="csX8570" fmla="*/ 1476186 w 1722333"/>
              <a:gd name="csY8570" fmla="*/ 373066 h 531334"/>
              <a:gd name="csX8571" fmla="*/ 1476355 w 1722333"/>
              <a:gd name="csY8571" fmla="*/ 373244 h 531334"/>
              <a:gd name="csX8572" fmla="*/ 1476533 w 1722333"/>
              <a:gd name="csY8572" fmla="*/ 373422 h 531334"/>
              <a:gd name="csX8573" fmla="*/ 1476702 w 1722333"/>
              <a:gd name="csY8573" fmla="*/ 373609 h 531334"/>
              <a:gd name="csX8574" fmla="*/ 1476871 w 1722333"/>
              <a:gd name="csY8574" fmla="*/ 373787 h 531334"/>
              <a:gd name="csX8575" fmla="*/ 1477049 w 1722333"/>
              <a:gd name="csY8575" fmla="*/ 373965 h 531334"/>
              <a:gd name="csX8576" fmla="*/ 1477218 w 1722333"/>
              <a:gd name="csY8576" fmla="*/ 374143 h 531334"/>
              <a:gd name="csX8577" fmla="*/ 1477387 w 1722333"/>
              <a:gd name="csY8577" fmla="*/ 374330 h 531334"/>
              <a:gd name="csX8578" fmla="*/ 1477565 w 1722333"/>
              <a:gd name="csY8578" fmla="*/ 374508 h 531334"/>
              <a:gd name="csX8579" fmla="*/ 1477734 w 1722333"/>
              <a:gd name="csY8579" fmla="*/ 374686 h 531334"/>
              <a:gd name="csX8580" fmla="*/ 1477903 w 1722333"/>
              <a:gd name="csY8580" fmla="*/ 374864 h 531334"/>
              <a:gd name="csX8581" fmla="*/ 1478081 w 1722333"/>
              <a:gd name="csY8581" fmla="*/ 375041 h 531334"/>
              <a:gd name="csX8582" fmla="*/ 1478250 w 1722333"/>
              <a:gd name="csY8582" fmla="*/ 375219 h 531334"/>
              <a:gd name="csX8583" fmla="*/ 1478428 w 1722333"/>
              <a:gd name="csY8583" fmla="*/ 375397 h 531334"/>
              <a:gd name="csX8584" fmla="*/ 1478597 w 1722333"/>
              <a:gd name="csY8584" fmla="*/ 375575 h 531334"/>
              <a:gd name="csX8585" fmla="*/ 1478766 w 1722333"/>
              <a:gd name="csY8585" fmla="*/ 375753 h 531334"/>
              <a:gd name="csX8586" fmla="*/ 1478944 w 1722333"/>
              <a:gd name="csY8586" fmla="*/ 375931 h 531334"/>
              <a:gd name="csX8587" fmla="*/ 1479113 w 1722333"/>
              <a:gd name="csY8587" fmla="*/ 376100 h 531334"/>
              <a:gd name="csX8588" fmla="*/ 1479282 w 1722333"/>
              <a:gd name="csY8588" fmla="*/ 376278 h 531334"/>
              <a:gd name="csX8589" fmla="*/ 1479460 w 1722333"/>
              <a:gd name="csY8589" fmla="*/ 376456 h 531334"/>
              <a:gd name="csX8590" fmla="*/ 1479629 w 1722333"/>
              <a:gd name="csY8590" fmla="*/ 376634 h 531334"/>
              <a:gd name="csX8591" fmla="*/ 1479798 w 1722333"/>
              <a:gd name="csY8591" fmla="*/ 376803 h 531334"/>
              <a:gd name="csX8592" fmla="*/ 1479976 w 1722333"/>
              <a:gd name="csY8592" fmla="*/ 376981 h 531334"/>
              <a:gd name="csX8593" fmla="*/ 1480145 w 1722333"/>
              <a:gd name="csY8593" fmla="*/ 377159 h 531334"/>
              <a:gd name="csX8594" fmla="*/ 1480314 w 1722333"/>
              <a:gd name="csY8594" fmla="*/ 377328 h 531334"/>
              <a:gd name="csX8595" fmla="*/ 1480492 w 1722333"/>
              <a:gd name="csY8595" fmla="*/ 377506 h 531334"/>
              <a:gd name="csX8596" fmla="*/ 1480661 w 1722333"/>
              <a:gd name="csY8596" fmla="*/ 377675 h 531334"/>
              <a:gd name="csX8597" fmla="*/ 1480839 w 1722333"/>
              <a:gd name="csY8597" fmla="*/ 377853 h 531334"/>
              <a:gd name="csX8598" fmla="*/ 1481008 w 1722333"/>
              <a:gd name="csY8598" fmla="*/ 378022 h 531334"/>
              <a:gd name="csX8599" fmla="*/ 1481177 w 1722333"/>
              <a:gd name="csY8599" fmla="*/ 378200 h 531334"/>
              <a:gd name="csX8600" fmla="*/ 1481355 w 1722333"/>
              <a:gd name="csY8600" fmla="*/ 378369 h 531334"/>
              <a:gd name="csX8601" fmla="*/ 1481524 w 1722333"/>
              <a:gd name="csY8601" fmla="*/ 378547 h 531334"/>
              <a:gd name="csX8602" fmla="*/ 1481693 w 1722333"/>
              <a:gd name="csY8602" fmla="*/ 378716 h 531334"/>
              <a:gd name="csX8603" fmla="*/ 1481871 w 1722333"/>
              <a:gd name="csY8603" fmla="*/ 378885 h 531334"/>
              <a:gd name="csX8604" fmla="*/ 1482040 w 1722333"/>
              <a:gd name="csY8604" fmla="*/ 379054 h 531334"/>
              <a:gd name="csX8605" fmla="*/ 1482209 w 1722333"/>
              <a:gd name="csY8605" fmla="*/ 379232 h 531334"/>
              <a:gd name="csX8606" fmla="*/ 1482387 w 1722333"/>
              <a:gd name="csY8606" fmla="*/ 379401 h 531334"/>
              <a:gd name="csX8607" fmla="*/ 1482556 w 1722333"/>
              <a:gd name="csY8607" fmla="*/ 379570 h 531334"/>
              <a:gd name="csX8608" fmla="*/ 1482734 w 1722333"/>
              <a:gd name="csY8608" fmla="*/ 379739 h 531334"/>
              <a:gd name="csX8609" fmla="*/ 1482903 w 1722333"/>
              <a:gd name="csY8609" fmla="*/ 379908 h 531334"/>
              <a:gd name="csX8610" fmla="*/ 1483072 w 1722333"/>
              <a:gd name="csY8610" fmla="*/ 380077 h 531334"/>
              <a:gd name="csX8611" fmla="*/ 1483250 w 1722333"/>
              <a:gd name="csY8611" fmla="*/ 380255 h 531334"/>
              <a:gd name="csX8612" fmla="*/ 1483419 w 1722333"/>
              <a:gd name="csY8612" fmla="*/ 380424 h 531334"/>
              <a:gd name="csX8613" fmla="*/ 1483588 w 1722333"/>
              <a:gd name="csY8613" fmla="*/ 380593 h 531334"/>
              <a:gd name="csX8614" fmla="*/ 1483766 w 1722333"/>
              <a:gd name="csY8614" fmla="*/ 380762 h 531334"/>
              <a:gd name="csX8615" fmla="*/ 1483935 w 1722333"/>
              <a:gd name="csY8615" fmla="*/ 380922 h 531334"/>
              <a:gd name="csX8616" fmla="*/ 1484104 w 1722333"/>
              <a:gd name="csY8616" fmla="*/ 381091 h 531334"/>
              <a:gd name="csX8617" fmla="*/ 1484282 w 1722333"/>
              <a:gd name="csY8617" fmla="*/ 381260 h 531334"/>
              <a:gd name="csX8618" fmla="*/ 1484451 w 1722333"/>
              <a:gd name="csY8618" fmla="*/ 381429 h 531334"/>
              <a:gd name="csX8619" fmla="*/ 1484629 w 1722333"/>
              <a:gd name="csY8619" fmla="*/ 381598 h 531334"/>
              <a:gd name="csX8620" fmla="*/ 1484798 w 1722333"/>
              <a:gd name="csY8620" fmla="*/ 381767 h 531334"/>
              <a:gd name="csX8621" fmla="*/ 1484967 w 1722333"/>
              <a:gd name="csY8621" fmla="*/ 381927 h 531334"/>
              <a:gd name="csX8622" fmla="*/ 1485145 w 1722333"/>
              <a:gd name="csY8622" fmla="*/ 382096 h 531334"/>
              <a:gd name="csX8623" fmla="*/ 1485314 w 1722333"/>
              <a:gd name="csY8623" fmla="*/ 382265 h 531334"/>
              <a:gd name="csX8624" fmla="*/ 1485483 w 1722333"/>
              <a:gd name="csY8624" fmla="*/ 382426 h 531334"/>
              <a:gd name="csX8625" fmla="*/ 1485661 w 1722333"/>
              <a:gd name="csY8625" fmla="*/ 382594 h 531334"/>
              <a:gd name="csX8626" fmla="*/ 1485830 w 1722333"/>
              <a:gd name="csY8626" fmla="*/ 382764 h 531334"/>
              <a:gd name="csX8627" fmla="*/ 1485999 w 1722333"/>
              <a:gd name="csY8627" fmla="*/ 382924 h 531334"/>
              <a:gd name="csX8628" fmla="*/ 1486177 w 1722333"/>
              <a:gd name="csY8628" fmla="*/ 383093 h 531334"/>
              <a:gd name="csX8629" fmla="*/ 1486346 w 1722333"/>
              <a:gd name="csY8629" fmla="*/ 383253 h 531334"/>
              <a:gd name="csX8630" fmla="*/ 1486524 w 1722333"/>
              <a:gd name="csY8630" fmla="*/ 383422 h 531334"/>
              <a:gd name="csX8631" fmla="*/ 1486693 w 1722333"/>
              <a:gd name="csY8631" fmla="*/ 383582 h 531334"/>
              <a:gd name="csX8632" fmla="*/ 1486862 w 1722333"/>
              <a:gd name="csY8632" fmla="*/ 383751 h 531334"/>
              <a:gd name="csX8633" fmla="*/ 1487040 w 1722333"/>
              <a:gd name="csY8633" fmla="*/ 383911 h 531334"/>
              <a:gd name="csX8634" fmla="*/ 1487209 w 1722333"/>
              <a:gd name="csY8634" fmla="*/ 384071 h 531334"/>
              <a:gd name="csX8635" fmla="*/ 1487378 w 1722333"/>
              <a:gd name="csY8635" fmla="*/ 384240 h 531334"/>
              <a:gd name="csX8636" fmla="*/ 1487556 w 1722333"/>
              <a:gd name="csY8636" fmla="*/ 384401 h 531334"/>
              <a:gd name="csX8637" fmla="*/ 1487725 w 1722333"/>
              <a:gd name="csY8637" fmla="*/ 384561 h 531334"/>
              <a:gd name="csX8638" fmla="*/ 1487894 w 1722333"/>
              <a:gd name="csY8638" fmla="*/ 384721 h 531334"/>
              <a:gd name="csX8639" fmla="*/ 1488072 w 1722333"/>
              <a:gd name="csY8639" fmla="*/ 384890 h 531334"/>
              <a:gd name="csX8640" fmla="*/ 1488241 w 1722333"/>
              <a:gd name="csY8640" fmla="*/ 385050 h 531334"/>
              <a:gd name="csX8641" fmla="*/ 1488410 w 1722333"/>
              <a:gd name="csY8641" fmla="*/ 385210 h 531334"/>
              <a:gd name="csX8642" fmla="*/ 1488588 w 1722333"/>
              <a:gd name="csY8642" fmla="*/ 385370 h 531334"/>
              <a:gd name="csX8643" fmla="*/ 1488757 w 1722333"/>
              <a:gd name="csY8643" fmla="*/ 385530 h 531334"/>
              <a:gd name="csX8644" fmla="*/ 1488935 w 1722333"/>
              <a:gd name="csY8644" fmla="*/ 385690 h 531334"/>
              <a:gd name="csX8645" fmla="*/ 1489104 w 1722333"/>
              <a:gd name="csY8645" fmla="*/ 385851 h 531334"/>
              <a:gd name="csX8646" fmla="*/ 1489273 w 1722333"/>
              <a:gd name="csY8646" fmla="*/ 386011 h 531334"/>
              <a:gd name="csX8647" fmla="*/ 1489451 w 1722333"/>
              <a:gd name="csY8647" fmla="*/ 386171 h 531334"/>
              <a:gd name="csX8648" fmla="*/ 1489620 w 1722333"/>
              <a:gd name="csY8648" fmla="*/ 386331 h 531334"/>
              <a:gd name="csX8649" fmla="*/ 1489789 w 1722333"/>
              <a:gd name="csY8649" fmla="*/ 386491 h 531334"/>
              <a:gd name="csX8650" fmla="*/ 1489967 w 1722333"/>
              <a:gd name="csY8650" fmla="*/ 386651 h 531334"/>
              <a:gd name="csX8651" fmla="*/ 1490136 w 1722333"/>
              <a:gd name="csY8651" fmla="*/ 386811 h 531334"/>
              <a:gd name="csX8652" fmla="*/ 1490305 w 1722333"/>
              <a:gd name="csY8652" fmla="*/ 386972 h 531334"/>
              <a:gd name="csX8653" fmla="*/ 1490483 w 1722333"/>
              <a:gd name="csY8653" fmla="*/ 387123 h 531334"/>
              <a:gd name="csX8654" fmla="*/ 1490652 w 1722333"/>
              <a:gd name="csY8654" fmla="*/ 387283 h 531334"/>
              <a:gd name="csX8655" fmla="*/ 1490830 w 1722333"/>
              <a:gd name="csY8655" fmla="*/ 387443 h 531334"/>
              <a:gd name="csX8656" fmla="*/ 1490999 w 1722333"/>
              <a:gd name="csY8656" fmla="*/ 387603 h 531334"/>
              <a:gd name="csX8657" fmla="*/ 1491168 w 1722333"/>
              <a:gd name="csY8657" fmla="*/ 387754 h 531334"/>
              <a:gd name="csX8658" fmla="*/ 1491346 w 1722333"/>
              <a:gd name="csY8658" fmla="*/ 387915 h 531334"/>
              <a:gd name="csX8659" fmla="*/ 1491515 w 1722333"/>
              <a:gd name="csY8659" fmla="*/ 388075 h 531334"/>
              <a:gd name="csX8660" fmla="*/ 1491684 w 1722333"/>
              <a:gd name="csY8660" fmla="*/ 388226 h 531334"/>
              <a:gd name="csX8661" fmla="*/ 1491862 w 1722333"/>
              <a:gd name="csY8661" fmla="*/ 388386 h 531334"/>
              <a:gd name="csX8662" fmla="*/ 1492031 w 1722333"/>
              <a:gd name="csY8662" fmla="*/ 388537 h 531334"/>
              <a:gd name="csX8663" fmla="*/ 1492200 w 1722333"/>
              <a:gd name="csY8663" fmla="*/ 388697 h 531334"/>
              <a:gd name="csX8664" fmla="*/ 1492378 w 1722333"/>
              <a:gd name="csY8664" fmla="*/ 388849 h 531334"/>
              <a:gd name="csX8665" fmla="*/ 1492547 w 1722333"/>
              <a:gd name="csY8665" fmla="*/ 389009 h 531334"/>
              <a:gd name="csX8666" fmla="*/ 1492725 w 1722333"/>
              <a:gd name="csY8666" fmla="*/ 389160 h 531334"/>
              <a:gd name="csX8667" fmla="*/ 1492894 w 1722333"/>
              <a:gd name="csY8667" fmla="*/ 389311 h 531334"/>
              <a:gd name="csX8668" fmla="*/ 1493063 w 1722333"/>
              <a:gd name="csY8668" fmla="*/ 389471 h 531334"/>
              <a:gd name="csX8669" fmla="*/ 1493241 w 1722333"/>
              <a:gd name="csY8669" fmla="*/ 389623 h 531334"/>
              <a:gd name="csX8670" fmla="*/ 1493410 w 1722333"/>
              <a:gd name="csY8670" fmla="*/ 389783 h 531334"/>
              <a:gd name="csX8671" fmla="*/ 1493579 w 1722333"/>
              <a:gd name="csY8671" fmla="*/ 389934 h 531334"/>
              <a:gd name="csX8672" fmla="*/ 1493757 w 1722333"/>
              <a:gd name="csY8672" fmla="*/ 390085 h 531334"/>
              <a:gd name="csX8673" fmla="*/ 1493926 w 1722333"/>
              <a:gd name="csY8673" fmla="*/ 390237 h 531334"/>
              <a:gd name="csX8674" fmla="*/ 1494095 w 1722333"/>
              <a:gd name="csY8674" fmla="*/ 390388 h 531334"/>
              <a:gd name="csX8675" fmla="*/ 1494273 w 1722333"/>
              <a:gd name="csY8675" fmla="*/ 390548 h 531334"/>
              <a:gd name="csX8676" fmla="*/ 1494442 w 1722333"/>
              <a:gd name="csY8676" fmla="*/ 390699 h 531334"/>
              <a:gd name="csX8677" fmla="*/ 1494620 w 1722333"/>
              <a:gd name="csY8677" fmla="*/ 390850 h 531334"/>
              <a:gd name="csX8678" fmla="*/ 1494789 w 1722333"/>
              <a:gd name="csY8678" fmla="*/ 391002 h 531334"/>
              <a:gd name="csX8679" fmla="*/ 1494958 w 1722333"/>
              <a:gd name="csY8679" fmla="*/ 391153 h 531334"/>
              <a:gd name="csX8680" fmla="*/ 1495136 w 1722333"/>
              <a:gd name="csY8680" fmla="*/ 391304 h 531334"/>
              <a:gd name="csX8681" fmla="*/ 1495305 w 1722333"/>
              <a:gd name="csY8681" fmla="*/ 391455 h 531334"/>
              <a:gd name="csX8682" fmla="*/ 1495474 w 1722333"/>
              <a:gd name="csY8682" fmla="*/ 391607 h 531334"/>
              <a:gd name="csX8683" fmla="*/ 1495652 w 1722333"/>
              <a:gd name="csY8683" fmla="*/ 391758 h 531334"/>
              <a:gd name="csX8684" fmla="*/ 1495821 w 1722333"/>
              <a:gd name="csY8684" fmla="*/ 391909 h 531334"/>
              <a:gd name="csX8685" fmla="*/ 1495990 w 1722333"/>
              <a:gd name="csY8685" fmla="*/ 392060 h 531334"/>
              <a:gd name="csX8686" fmla="*/ 1496168 w 1722333"/>
              <a:gd name="csY8686" fmla="*/ 392212 h 531334"/>
              <a:gd name="csX8687" fmla="*/ 1496337 w 1722333"/>
              <a:gd name="csY8687" fmla="*/ 392363 h 531334"/>
              <a:gd name="csX8688" fmla="*/ 1496506 w 1722333"/>
              <a:gd name="csY8688" fmla="*/ 392505 h 531334"/>
              <a:gd name="csX8689" fmla="*/ 1496684 w 1722333"/>
              <a:gd name="csY8689" fmla="*/ 392656 h 531334"/>
              <a:gd name="csX8690" fmla="*/ 1496853 w 1722333"/>
              <a:gd name="csY8690" fmla="*/ 392808 h 531334"/>
              <a:gd name="csX8691" fmla="*/ 1497031 w 1722333"/>
              <a:gd name="csY8691" fmla="*/ 392959 h 531334"/>
              <a:gd name="csX8692" fmla="*/ 1497200 w 1722333"/>
              <a:gd name="csY8692" fmla="*/ 393101 h 531334"/>
              <a:gd name="csX8693" fmla="*/ 1497369 w 1722333"/>
              <a:gd name="csY8693" fmla="*/ 393252 h 531334"/>
              <a:gd name="csX8694" fmla="*/ 1497547 w 1722333"/>
              <a:gd name="csY8694" fmla="*/ 393404 h 531334"/>
              <a:gd name="csX8695" fmla="*/ 1497716 w 1722333"/>
              <a:gd name="csY8695" fmla="*/ 393546 h 531334"/>
              <a:gd name="csX8696" fmla="*/ 1497885 w 1722333"/>
              <a:gd name="csY8696" fmla="*/ 393697 h 531334"/>
              <a:gd name="csX8697" fmla="*/ 1498063 w 1722333"/>
              <a:gd name="csY8697" fmla="*/ 393849 h 531334"/>
              <a:gd name="csX8698" fmla="*/ 1498232 w 1722333"/>
              <a:gd name="csY8698" fmla="*/ 393991 h 531334"/>
              <a:gd name="csX8699" fmla="*/ 1498401 w 1722333"/>
              <a:gd name="csY8699" fmla="*/ 394142 h 531334"/>
              <a:gd name="csX8700" fmla="*/ 1498579 w 1722333"/>
              <a:gd name="csY8700" fmla="*/ 394284 h 531334"/>
              <a:gd name="csX8701" fmla="*/ 1498748 w 1722333"/>
              <a:gd name="csY8701" fmla="*/ 394436 h 531334"/>
              <a:gd name="csX8702" fmla="*/ 1498926 w 1722333"/>
              <a:gd name="csY8702" fmla="*/ 394578 h 531334"/>
              <a:gd name="csX8703" fmla="*/ 1499095 w 1722333"/>
              <a:gd name="csY8703" fmla="*/ 394729 h 531334"/>
              <a:gd name="csX8704" fmla="*/ 1499264 w 1722333"/>
              <a:gd name="csY8704" fmla="*/ 394872 h 531334"/>
              <a:gd name="csX8705" fmla="*/ 1499442 w 1722333"/>
              <a:gd name="csY8705" fmla="*/ 395014 h 531334"/>
              <a:gd name="csX8706" fmla="*/ 1499611 w 1722333"/>
              <a:gd name="csY8706" fmla="*/ 395165 h 531334"/>
              <a:gd name="csX8707" fmla="*/ 1499780 w 1722333"/>
              <a:gd name="csY8707" fmla="*/ 395308 h 531334"/>
              <a:gd name="csX8708" fmla="*/ 1499958 w 1722333"/>
              <a:gd name="csY8708" fmla="*/ 395450 h 531334"/>
              <a:gd name="csX8709" fmla="*/ 1500127 w 1722333"/>
              <a:gd name="csY8709" fmla="*/ 395601 h 531334"/>
              <a:gd name="csX8710" fmla="*/ 1500296 w 1722333"/>
              <a:gd name="csY8710" fmla="*/ 395743 h 531334"/>
              <a:gd name="csX8711" fmla="*/ 1500474 w 1722333"/>
              <a:gd name="csY8711" fmla="*/ 395886 h 531334"/>
              <a:gd name="csX8712" fmla="*/ 1500643 w 1722333"/>
              <a:gd name="csY8712" fmla="*/ 396028 h 531334"/>
              <a:gd name="csX8713" fmla="*/ 1500820 w 1722333"/>
              <a:gd name="csY8713" fmla="*/ 396170 h 531334"/>
              <a:gd name="csX8714" fmla="*/ 1500990 w 1722333"/>
              <a:gd name="csY8714" fmla="*/ 396322 h 531334"/>
              <a:gd name="csX8715" fmla="*/ 1501159 w 1722333"/>
              <a:gd name="csY8715" fmla="*/ 396464 h 531334"/>
              <a:gd name="csX8716" fmla="*/ 1501337 w 1722333"/>
              <a:gd name="csY8716" fmla="*/ 396606 h 531334"/>
              <a:gd name="csX8717" fmla="*/ 1501505 w 1722333"/>
              <a:gd name="csY8717" fmla="*/ 396749 h 531334"/>
              <a:gd name="csX8718" fmla="*/ 1501675 w 1722333"/>
              <a:gd name="csY8718" fmla="*/ 396891 h 531334"/>
              <a:gd name="csX8719" fmla="*/ 1501852 w 1722333"/>
              <a:gd name="csY8719" fmla="*/ 397033 h 531334"/>
              <a:gd name="csX8720" fmla="*/ 1502022 w 1722333"/>
              <a:gd name="csY8720" fmla="*/ 397176 h 531334"/>
              <a:gd name="csX8721" fmla="*/ 1502191 w 1722333"/>
              <a:gd name="csY8721" fmla="*/ 397318 h 531334"/>
              <a:gd name="csX8722" fmla="*/ 1502369 w 1722333"/>
              <a:gd name="csY8722" fmla="*/ 397460 h 531334"/>
              <a:gd name="csX8723" fmla="*/ 1502538 w 1722333"/>
              <a:gd name="csY8723" fmla="*/ 397603 h 531334"/>
              <a:gd name="csX8724" fmla="*/ 1502715 w 1722333"/>
              <a:gd name="csY8724" fmla="*/ 397745 h 531334"/>
              <a:gd name="csX8725" fmla="*/ 1502884 w 1722333"/>
              <a:gd name="csY8725" fmla="*/ 397888 h 531334"/>
              <a:gd name="csX8726" fmla="*/ 1503053 w 1722333"/>
              <a:gd name="csY8726" fmla="*/ 398021 h 531334"/>
              <a:gd name="csX8727" fmla="*/ 1503231 w 1722333"/>
              <a:gd name="csY8727" fmla="*/ 398163 h 531334"/>
              <a:gd name="csX8728" fmla="*/ 1503401 w 1722333"/>
              <a:gd name="csY8728" fmla="*/ 398306 h 531334"/>
              <a:gd name="csX8729" fmla="*/ 1503570 w 1722333"/>
              <a:gd name="csY8729" fmla="*/ 398448 h 531334"/>
              <a:gd name="csX8730" fmla="*/ 1503747 w 1722333"/>
              <a:gd name="csY8730" fmla="*/ 398590 h 531334"/>
              <a:gd name="csX8731" fmla="*/ 1503916 w 1722333"/>
              <a:gd name="csY8731" fmla="*/ 398724 h 531334"/>
              <a:gd name="csX8732" fmla="*/ 1504086 w 1722333"/>
              <a:gd name="csY8732" fmla="*/ 398866 h 531334"/>
              <a:gd name="csX8733" fmla="*/ 1504263 w 1722333"/>
              <a:gd name="csY8733" fmla="*/ 399008 h 531334"/>
              <a:gd name="csX8734" fmla="*/ 1504432 w 1722333"/>
              <a:gd name="csY8734" fmla="*/ 399142 h 531334"/>
              <a:gd name="csX8735" fmla="*/ 1504601 w 1722333"/>
              <a:gd name="csY8735" fmla="*/ 399284 h 531334"/>
              <a:gd name="csX8736" fmla="*/ 1504779 w 1722333"/>
              <a:gd name="csY8736" fmla="*/ 399418 h 531334"/>
              <a:gd name="csX8737" fmla="*/ 1504949 w 1722333"/>
              <a:gd name="csY8737" fmla="*/ 399560 h 531334"/>
              <a:gd name="csX8738" fmla="*/ 1505126 w 1722333"/>
              <a:gd name="csY8738" fmla="*/ 399702 h 531334"/>
              <a:gd name="csX8739" fmla="*/ 1505295 w 1722333"/>
              <a:gd name="csY8739" fmla="*/ 399836 h 531334"/>
              <a:gd name="csX8740" fmla="*/ 1505464 w 1722333"/>
              <a:gd name="csY8740" fmla="*/ 399978 h 531334"/>
              <a:gd name="csX8741" fmla="*/ 1505642 w 1722333"/>
              <a:gd name="csY8741" fmla="*/ 400112 h 531334"/>
              <a:gd name="csX8742" fmla="*/ 1505811 w 1722333"/>
              <a:gd name="csY8742" fmla="*/ 400254 h 531334"/>
              <a:gd name="csX8743" fmla="*/ 1505980 w 1722333"/>
              <a:gd name="csY8743" fmla="*/ 400387 h 531334"/>
              <a:gd name="csX8744" fmla="*/ 1506158 w 1722333"/>
              <a:gd name="csY8744" fmla="*/ 400521 h 531334"/>
              <a:gd name="csX8745" fmla="*/ 1506327 w 1722333"/>
              <a:gd name="csY8745" fmla="*/ 400663 h 531334"/>
              <a:gd name="csX8746" fmla="*/ 1506497 w 1722333"/>
              <a:gd name="csY8746" fmla="*/ 400797 h 531334"/>
              <a:gd name="csX8747" fmla="*/ 1506674 w 1722333"/>
              <a:gd name="csY8747" fmla="*/ 400930 h 531334"/>
              <a:gd name="csX8748" fmla="*/ 1506843 w 1722333"/>
              <a:gd name="csY8748" fmla="*/ 401072 h 531334"/>
              <a:gd name="csX8749" fmla="*/ 1507021 w 1722333"/>
              <a:gd name="csY8749" fmla="*/ 401206 h 531334"/>
              <a:gd name="csX8750" fmla="*/ 1507190 w 1722333"/>
              <a:gd name="csY8750" fmla="*/ 401339 h 531334"/>
              <a:gd name="csX8751" fmla="*/ 1507359 w 1722333"/>
              <a:gd name="csY8751" fmla="*/ 401482 h 531334"/>
              <a:gd name="csX8752" fmla="*/ 1507537 w 1722333"/>
              <a:gd name="csY8752" fmla="*/ 401615 h 531334"/>
              <a:gd name="csX8753" fmla="*/ 1507706 w 1722333"/>
              <a:gd name="csY8753" fmla="*/ 401749 h 531334"/>
              <a:gd name="csX8754" fmla="*/ 1507875 w 1722333"/>
              <a:gd name="csY8754" fmla="*/ 401882 h 531334"/>
              <a:gd name="csX8755" fmla="*/ 1508053 w 1722333"/>
              <a:gd name="csY8755" fmla="*/ 402015 h 531334"/>
              <a:gd name="csX8756" fmla="*/ 1508222 w 1722333"/>
              <a:gd name="csY8756" fmla="*/ 402149 h 531334"/>
              <a:gd name="csX8757" fmla="*/ 1508391 w 1722333"/>
              <a:gd name="csY8757" fmla="*/ 402291 h 531334"/>
              <a:gd name="csX8758" fmla="*/ 1508569 w 1722333"/>
              <a:gd name="csY8758" fmla="*/ 402425 h 531334"/>
              <a:gd name="csX8759" fmla="*/ 1508738 w 1722333"/>
              <a:gd name="csY8759" fmla="*/ 402558 h 531334"/>
              <a:gd name="csX8760" fmla="*/ 1508916 w 1722333"/>
              <a:gd name="csY8760" fmla="*/ 402692 h 531334"/>
              <a:gd name="csX8761" fmla="*/ 1509085 w 1722333"/>
              <a:gd name="csY8761" fmla="*/ 402825 h 531334"/>
              <a:gd name="csX8762" fmla="*/ 1509254 w 1722333"/>
              <a:gd name="csY8762" fmla="*/ 402958 h 531334"/>
              <a:gd name="csX8763" fmla="*/ 1509432 w 1722333"/>
              <a:gd name="csY8763" fmla="*/ 403092 h 531334"/>
              <a:gd name="csX8764" fmla="*/ 1509601 w 1722333"/>
              <a:gd name="csY8764" fmla="*/ 403225 h 531334"/>
              <a:gd name="csX8765" fmla="*/ 1509770 w 1722333"/>
              <a:gd name="csY8765" fmla="*/ 403359 h 531334"/>
              <a:gd name="csX8766" fmla="*/ 1509948 w 1722333"/>
              <a:gd name="csY8766" fmla="*/ 403483 h 531334"/>
              <a:gd name="csX8767" fmla="*/ 1510117 w 1722333"/>
              <a:gd name="csY8767" fmla="*/ 403617 h 531334"/>
              <a:gd name="csX8768" fmla="*/ 1510286 w 1722333"/>
              <a:gd name="csY8768" fmla="*/ 403750 h 531334"/>
              <a:gd name="csX8769" fmla="*/ 1510464 w 1722333"/>
              <a:gd name="csY8769" fmla="*/ 403884 h 531334"/>
              <a:gd name="csX8770" fmla="*/ 1510633 w 1722333"/>
              <a:gd name="csY8770" fmla="*/ 404017 h 531334"/>
              <a:gd name="csX8771" fmla="*/ 1510811 w 1722333"/>
              <a:gd name="csY8771" fmla="*/ 404151 h 531334"/>
              <a:gd name="csX8772" fmla="*/ 1510980 w 1722333"/>
              <a:gd name="csY8772" fmla="*/ 404275 h 531334"/>
              <a:gd name="csX8773" fmla="*/ 1511149 w 1722333"/>
              <a:gd name="csY8773" fmla="*/ 404409 h 531334"/>
              <a:gd name="csX8774" fmla="*/ 1511327 w 1722333"/>
              <a:gd name="csY8774" fmla="*/ 404542 h 531334"/>
              <a:gd name="csX8775" fmla="*/ 1511496 w 1722333"/>
              <a:gd name="csY8775" fmla="*/ 404667 h 531334"/>
              <a:gd name="csX8776" fmla="*/ 1511665 w 1722333"/>
              <a:gd name="csY8776" fmla="*/ 404800 h 531334"/>
              <a:gd name="csX8777" fmla="*/ 1511843 w 1722333"/>
              <a:gd name="csY8777" fmla="*/ 404933 h 531334"/>
              <a:gd name="csX8778" fmla="*/ 1512012 w 1722333"/>
              <a:gd name="csY8778" fmla="*/ 405058 h 531334"/>
              <a:gd name="csX8779" fmla="*/ 1512181 w 1722333"/>
              <a:gd name="csY8779" fmla="*/ 405192 h 531334"/>
              <a:gd name="csX8780" fmla="*/ 1512359 w 1722333"/>
              <a:gd name="csY8780" fmla="*/ 405325 h 531334"/>
              <a:gd name="csX8781" fmla="*/ 1512528 w 1722333"/>
              <a:gd name="csY8781" fmla="*/ 405450 h 531334"/>
              <a:gd name="csX8782" fmla="*/ 1512697 w 1722333"/>
              <a:gd name="csY8782" fmla="*/ 405583 h 531334"/>
              <a:gd name="csX8783" fmla="*/ 1512875 w 1722333"/>
              <a:gd name="csY8783" fmla="*/ 405707 h 531334"/>
              <a:gd name="csX8784" fmla="*/ 1513044 w 1722333"/>
              <a:gd name="csY8784" fmla="*/ 405841 h 531334"/>
              <a:gd name="csX8785" fmla="*/ 1513222 w 1722333"/>
              <a:gd name="csY8785" fmla="*/ 405965 h 531334"/>
              <a:gd name="csX8786" fmla="*/ 1513391 w 1722333"/>
              <a:gd name="csY8786" fmla="*/ 406099 h 531334"/>
              <a:gd name="csX8787" fmla="*/ 1513560 w 1722333"/>
              <a:gd name="csY8787" fmla="*/ 406224 h 531334"/>
              <a:gd name="csX8788" fmla="*/ 1513738 w 1722333"/>
              <a:gd name="csY8788" fmla="*/ 406348 h 531334"/>
              <a:gd name="csX8789" fmla="*/ 1513907 w 1722333"/>
              <a:gd name="csY8789" fmla="*/ 406481 h 531334"/>
              <a:gd name="csX8790" fmla="*/ 1514076 w 1722333"/>
              <a:gd name="csY8790" fmla="*/ 406606 h 531334"/>
              <a:gd name="csX8791" fmla="*/ 1514254 w 1722333"/>
              <a:gd name="csY8791" fmla="*/ 406731 h 531334"/>
              <a:gd name="csX8792" fmla="*/ 1514423 w 1722333"/>
              <a:gd name="csY8792" fmla="*/ 406864 h 531334"/>
              <a:gd name="csX8793" fmla="*/ 1514592 w 1722333"/>
              <a:gd name="csY8793" fmla="*/ 406989 h 531334"/>
              <a:gd name="csX8794" fmla="*/ 1514770 w 1722333"/>
              <a:gd name="csY8794" fmla="*/ 407113 h 531334"/>
              <a:gd name="csX8795" fmla="*/ 1514939 w 1722333"/>
              <a:gd name="csY8795" fmla="*/ 407247 h 531334"/>
              <a:gd name="csX8796" fmla="*/ 1515117 w 1722333"/>
              <a:gd name="csY8796" fmla="*/ 407371 h 531334"/>
              <a:gd name="csX8797" fmla="*/ 1515286 w 1722333"/>
              <a:gd name="csY8797" fmla="*/ 407496 h 531334"/>
              <a:gd name="csX8798" fmla="*/ 1515455 w 1722333"/>
              <a:gd name="csY8798" fmla="*/ 407620 h 531334"/>
              <a:gd name="csX8799" fmla="*/ 1515633 w 1722333"/>
              <a:gd name="csY8799" fmla="*/ 407745 h 531334"/>
              <a:gd name="csX8800" fmla="*/ 1515802 w 1722333"/>
              <a:gd name="csY8800" fmla="*/ 407869 h 531334"/>
              <a:gd name="csX8801" fmla="*/ 1515971 w 1722333"/>
              <a:gd name="csY8801" fmla="*/ 408003 h 531334"/>
              <a:gd name="csX8802" fmla="*/ 1516149 w 1722333"/>
              <a:gd name="csY8802" fmla="*/ 408127 h 531334"/>
              <a:gd name="csX8803" fmla="*/ 1516318 w 1722333"/>
              <a:gd name="csY8803" fmla="*/ 408252 h 531334"/>
              <a:gd name="csX8804" fmla="*/ 1516487 w 1722333"/>
              <a:gd name="csY8804" fmla="*/ 408376 h 531334"/>
              <a:gd name="csX8805" fmla="*/ 1516665 w 1722333"/>
              <a:gd name="csY8805" fmla="*/ 408501 h 531334"/>
              <a:gd name="csX8806" fmla="*/ 1516834 w 1722333"/>
              <a:gd name="csY8806" fmla="*/ 408626 h 531334"/>
              <a:gd name="csX8807" fmla="*/ 1517012 w 1722333"/>
              <a:gd name="csY8807" fmla="*/ 408750 h 531334"/>
              <a:gd name="csX8808" fmla="*/ 1517181 w 1722333"/>
              <a:gd name="csY8808" fmla="*/ 408875 h 531334"/>
              <a:gd name="csX8809" fmla="*/ 1517350 w 1722333"/>
              <a:gd name="csY8809" fmla="*/ 408999 h 531334"/>
              <a:gd name="csX8810" fmla="*/ 1517528 w 1722333"/>
              <a:gd name="csY8810" fmla="*/ 409124 h 531334"/>
              <a:gd name="csX8811" fmla="*/ 1517697 w 1722333"/>
              <a:gd name="csY8811" fmla="*/ 409248 h 531334"/>
              <a:gd name="csX8812" fmla="*/ 1517866 w 1722333"/>
              <a:gd name="csY8812" fmla="*/ 409364 h 531334"/>
              <a:gd name="csX8813" fmla="*/ 1518044 w 1722333"/>
              <a:gd name="csY8813" fmla="*/ 409488 h 531334"/>
              <a:gd name="csX8814" fmla="*/ 1518213 w 1722333"/>
              <a:gd name="csY8814" fmla="*/ 409613 h 531334"/>
              <a:gd name="csX8815" fmla="*/ 1518382 w 1722333"/>
              <a:gd name="csY8815" fmla="*/ 409738 h 531334"/>
              <a:gd name="csX8816" fmla="*/ 1518560 w 1722333"/>
              <a:gd name="csY8816" fmla="*/ 409862 h 531334"/>
              <a:gd name="csX8817" fmla="*/ 1518729 w 1722333"/>
              <a:gd name="csY8817" fmla="*/ 409987 h 531334"/>
              <a:gd name="csX8818" fmla="*/ 1518907 w 1722333"/>
              <a:gd name="csY8818" fmla="*/ 410102 h 531334"/>
              <a:gd name="csX8819" fmla="*/ 1519076 w 1722333"/>
              <a:gd name="csY8819" fmla="*/ 410227 h 531334"/>
              <a:gd name="csX8820" fmla="*/ 1519245 w 1722333"/>
              <a:gd name="csY8820" fmla="*/ 410351 h 531334"/>
              <a:gd name="csX8821" fmla="*/ 1519423 w 1722333"/>
              <a:gd name="csY8821" fmla="*/ 410476 h 531334"/>
              <a:gd name="csX8822" fmla="*/ 1519592 w 1722333"/>
              <a:gd name="csY8822" fmla="*/ 410592 h 531334"/>
              <a:gd name="csX8823" fmla="*/ 1519761 w 1722333"/>
              <a:gd name="csY8823" fmla="*/ 410716 h 531334"/>
              <a:gd name="csX8824" fmla="*/ 1519939 w 1722333"/>
              <a:gd name="csY8824" fmla="*/ 410832 h 531334"/>
              <a:gd name="csX8825" fmla="*/ 1520108 w 1722333"/>
              <a:gd name="csY8825" fmla="*/ 410956 h 531334"/>
              <a:gd name="csX8826" fmla="*/ 1520277 w 1722333"/>
              <a:gd name="csY8826" fmla="*/ 411081 h 531334"/>
              <a:gd name="csX8827" fmla="*/ 1520455 w 1722333"/>
              <a:gd name="csY8827" fmla="*/ 411197 h 531334"/>
              <a:gd name="csX8828" fmla="*/ 1520624 w 1722333"/>
              <a:gd name="csY8828" fmla="*/ 411321 h 531334"/>
              <a:gd name="csX8829" fmla="*/ 1520793 w 1722333"/>
              <a:gd name="csY8829" fmla="*/ 411437 h 531334"/>
              <a:gd name="csX8830" fmla="*/ 1520971 w 1722333"/>
              <a:gd name="csY8830" fmla="*/ 411561 h 531334"/>
              <a:gd name="csX8831" fmla="*/ 1521140 w 1722333"/>
              <a:gd name="csY8831" fmla="*/ 411677 h 531334"/>
              <a:gd name="csX8832" fmla="*/ 1521318 w 1722333"/>
              <a:gd name="csY8832" fmla="*/ 411802 h 531334"/>
              <a:gd name="csX8833" fmla="*/ 1521487 w 1722333"/>
              <a:gd name="csY8833" fmla="*/ 411917 h 531334"/>
              <a:gd name="csX8834" fmla="*/ 1521656 w 1722333"/>
              <a:gd name="csY8834" fmla="*/ 412042 h 531334"/>
              <a:gd name="csX8835" fmla="*/ 1521834 w 1722333"/>
              <a:gd name="csY8835" fmla="*/ 412157 h 531334"/>
              <a:gd name="csX8836" fmla="*/ 1522003 w 1722333"/>
              <a:gd name="csY8836" fmla="*/ 412282 h 531334"/>
              <a:gd name="csX8837" fmla="*/ 1522172 w 1722333"/>
              <a:gd name="csY8837" fmla="*/ 412398 h 531334"/>
              <a:gd name="csX8838" fmla="*/ 1522350 w 1722333"/>
              <a:gd name="csY8838" fmla="*/ 412513 h 531334"/>
              <a:gd name="csX8839" fmla="*/ 1522519 w 1722333"/>
              <a:gd name="csY8839" fmla="*/ 412638 h 531334"/>
              <a:gd name="csX8840" fmla="*/ 1522688 w 1722333"/>
              <a:gd name="csY8840" fmla="*/ 412753 h 531334"/>
              <a:gd name="csX8841" fmla="*/ 1522866 w 1722333"/>
              <a:gd name="csY8841" fmla="*/ 412869 h 531334"/>
              <a:gd name="csX8842" fmla="*/ 1523035 w 1722333"/>
              <a:gd name="csY8842" fmla="*/ 412994 h 531334"/>
              <a:gd name="csX8843" fmla="*/ 1523213 w 1722333"/>
              <a:gd name="csY8843" fmla="*/ 413109 h 531334"/>
              <a:gd name="csX8844" fmla="*/ 1523382 w 1722333"/>
              <a:gd name="csY8844" fmla="*/ 413225 h 531334"/>
              <a:gd name="csX8845" fmla="*/ 1523551 w 1722333"/>
              <a:gd name="csY8845" fmla="*/ 413341 h 531334"/>
              <a:gd name="csX8846" fmla="*/ 1523729 w 1722333"/>
              <a:gd name="csY8846" fmla="*/ 413456 h 531334"/>
              <a:gd name="csX8847" fmla="*/ 1523898 w 1722333"/>
              <a:gd name="csY8847" fmla="*/ 413581 h 531334"/>
              <a:gd name="csX8848" fmla="*/ 1524067 w 1722333"/>
              <a:gd name="csY8848" fmla="*/ 413696 h 531334"/>
              <a:gd name="csX8849" fmla="*/ 1524245 w 1722333"/>
              <a:gd name="csY8849" fmla="*/ 413812 h 531334"/>
              <a:gd name="csX8850" fmla="*/ 1524414 w 1722333"/>
              <a:gd name="csY8850" fmla="*/ 413928 h 531334"/>
              <a:gd name="csX8851" fmla="*/ 1524583 w 1722333"/>
              <a:gd name="csY8851" fmla="*/ 414043 h 531334"/>
              <a:gd name="csX8852" fmla="*/ 1524761 w 1722333"/>
              <a:gd name="csY8852" fmla="*/ 414159 h 531334"/>
              <a:gd name="csX8853" fmla="*/ 1524930 w 1722333"/>
              <a:gd name="csY8853" fmla="*/ 414275 h 531334"/>
              <a:gd name="csX8854" fmla="*/ 1525108 w 1722333"/>
              <a:gd name="csY8854" fmla="*/ 414390 h 531334"/>
              <a:gd name="csX8855" fmla="*/ 1525277 w 1722333"/>
              <a:gd name="csY8855" fmla="*/ 414506 h 531334"/>
              <a:gd name="csX8856" fmla="*/ 1525446 w 1722333"/>
              <a:gd name="csY8856" fmla="*/ 414622 h 531334"/>
              <a:gd name="csX8857" fmla="*/ 1525624 w 1722333"/>
              <a:gd name="csY8857" fmla="*/ 414737 h 531334"/>
              <a:gd name="csX8858" fmla="*/ 1525793 w 1722333"/>
              <a:gd name="csY8858" fmla="*/ 414853 h 531334"/>
              <a:gd name="csX8859" fmla="*/ 1525962 w 1722333"/>
              <a:gd name="csY8859" fmla="*/ 414969 h 531334"/>
              <a:gd name="csX8860" fmla="*/ 1526140 w 1722333"/>
              <a:gd name="csY8860" fmla="*/ 415084 h 531334"/>
              <a:gd name="csX8861" fmla="*/ 1526309 w 1722333"/>
              <a:gd name="csY8861" fmla="*/ 415200 h 531334"/>
              <a:gd name="csX8862" fmla="*/ 1526478 w 1722333"/>
              <a:gd name="csY8862" fmla="*/ 415316 h 531334"/>
              <a:gd name="csX8863" fmla="*/ 1526656 w 1722333"/>
              <a:gd name="csY8863" fmla="*/ 415431 h 531334"/>
              <a:gd name="csX8864" fmla="*/ 1526825 w 1722333"/>
              <a:gd name="csY8864" fmla="*/ 415547 h 531334"/>
              <a:gd name="csX8865" fmla="*/ 1527003 w 1722333"/>
              <a:gd name="csY8865" fmla="*/ 415663 h 531334"/>
              <a:gd name="csX8866" fmla="*/ 1527172 w 1722333"/>
              <a:gd name="csY8866" fmla="*/ 415769 h 531334"/>
              <a:gd name="csX8867" fmla="*/ 1527341 w 1722333"/>
              <a:gd name="csY8867" fmla="*/ 415885 h 531334"/>
              <a:gd name="csX8868" fmla="*/ 1527519 w 1722333"/>
              <a:gd name="csY8868" fmla="*/ 416001 h 531334"/>
              <a:gd name="csX8869" fmla="*/ 1527688 w 1722333"/>
              <a:gd name="csY8869" fmla="*/ 416116 h 531334"/>
              <a:gd name="csX8870" fmla="*/ 1527857 w 1722333"/>
              <a:gd name="csY8870" fmla="*/ 416223 h 531334"/>
              <a:gd name="csX8871" fmla="*/ 1528035 w 1722333"/>
              <a:gd name="csY8871" fmla="*/ 416339 h 531334"/>
              <a:gd name="csX8872" fmla="*/ 1528204 w 1722333"/>
              <a:gd name="csY8872" fmla="*/ 416454 h 531334"/>
              <a:gd name="csX8873" fmla="*/ 1528373 w 1722333"/>
              <a:gd name="csY8873" fmla="*/ 416570 h 531334"/>
              <a:gd name="csX8874" fmla="*/ 1528551 w 1722333"/>
              <a:gd name="csY8874" fmla="*/ 416677 h 531334"/>
              <a:gd name="csX8875" fmla="*/ 1528720 w 1722333"/>
              <a:gd name="csY8875" fmla="*/ 416793 h 531334"/>
              <a:gd name="csX8876" fmla="*/ 1528889 w 1722333"/>
              <a:gd name="csY8876" fmla="*/ 416908 h 531334"/>
              <a:gd name="csX8877" fmla="*/ 1529067 w 1722333"/>
              <a:gd name="csY8877" fmla="*/ 417015 h 531334"/>
              <a:gd name="csX8878" fmla="*/ 1529236 w 1722333"/>
              <a:gd name="csY8878" fmla="*/ 417130 h 531334"/>
              <a:gd name="csX8879" fmla="*/ 1529414 w 1722333"/>
              <a:gd name="csY8879" fmla="*/ 417237 h 531334"/>
              <a:gd name="csX8880" fmla="*/ 1529583 w 1722333"/>
              <a:gd name="csY8880" fmla="*/ 417353 h 531334"/>
              <a:gd name="csX8881" fmla="*/ 1529752 w 1722333"/>
              <a:gd name="csY8881" fmla="*/ 417460 h 531334"/>
              <a:gd name="csX8882" fmla="*/ 1529930 w 1722333"/>
              <a:gd name="csY8882" fmla="*/ 417575 h 531334"/>
              <a:gd name="csX8883" fmla="*/ 1530099 w 1722333"/>
              <a:gd name="csY8883" fmla="*/ 417682 h 531334"/>
              <a:gd name="csX8884" fmla="*/ 1530268 w 1722333"/>
              <a:gd name="csY8884" fmla="*/ 417798 h 531334"/>
              <a:gd name="csX8885" fmla="*/ 1530446 w 1722333"/>
              <a:gd name="csY8885" fmla="*/ 417905 h 531334"/>
              <a:gd name="csX8886" fmla="*/ 1530615 w 1722333"/>
              <a:gd name="csY8886" fmla="*/ 418020 h 531334"/>
              <a:gd name="csX8887" fmla="*/ 1530784 w 1722333"/>
              <a:gd name="csY8887" fmla="*/ 418127 h 531334"/>
              <a:gd name="csX8888" fmla="*/ 1530962 w 1722333"/>
              <a:gd name="csY8888" fmla="*/ 418243 h 531334"/>
              <a:gd name="csX8889" fmla="*/ 1531131 w 1722333"/>
              <a:gd name="csY8889" fmla="*/ 418349 h 531334"/>
              <a:gd name="csX8890" fmla="*/ 1531309 w 1722333"/>
              <a:gd name="csY8890" fmla="*/ 418456 h 531334"/>
              <a:gd name="csX8891" fmla="*/ 1531478 w 1722333"/>
              <a:gd name="csY8891" fmla="*/ 418572 h 531334"/>
              <a:gd name="csX8892" fmla="*/ 1531647 w 1722333"/>
              <a:gd name="csY8892" fmla="*/ 418679 h 531334"/>
              <a:gd name="csX8893" fmla="*/ 1531825 w 1722333"/>
              <a:gd name="csY8893" fmla="*/ 418785 h 531334"/>
              <a:gd name="csX8894" fmla="*/ 1531994 w 1722333"/>
              <a:gd name="csY8894" fmla="*/ 418901 h 531334"/>
              <a:gd name="csX8895" fmla="*/ 1532163 w 1722333"/>
              <a:gd name="csY8895" fmla="*/ 419008 h 531334"/>
              <a:gd name="csX8896" fmla="*/ 1532341 w 1722333"/>
              <a:gd name="csY8896" fmla="*/ 419114 h 531334"/>
              <a:gd name="csX8897" fmla="*/ 1532510 w 1722333"/>
              <a:gd name="csY8897" fmla="*/ 419230 h 531334"/>
              <a:gd name="csX8898" fmla="*/ 1532679 w 1722333"/>
              <a:gd name="csY8898" fmla="*/ 419337 h 531334"/>
              <a:gd name="csX8899" fmla="*/ 1532857 w 1722333"/>
              <a:gd name="csY8899" fmla="*/ 419444 h 531334"/>
              <a:gd name="csX8900" fmla="*/ 1533026 w 1722333"/>
              <a:gd name="csY8900" fmla="*/ 419550 h 531334"/>
              <a:gd name="csX8901" fmla="*/ 1533204 w 1722333"/>
              <a:gd name="csY8901" fmla="*/ 419657 h 531334"/>
              <a:gd name="csX8902" fmla="*/ 1533373 w 1722333"/>
              <a:gd name="csY8902" fmla="*/ 419773 h 531334"/>
              <a:gd name="csX8903" fmla="*/ 1533542 w 1722333"/>
              <a:gd name="csY8903" fmla="*/ 419880 h 531334"/>
              <a:gd name="csX8904" fmla="*/ 1533720 w 1722333"/>
              <a:gd name="csY8904" fmla="*/ 419986 h 531334"/>
              <a:gd name="csX8905" fmla="*/ 1533889 w 1722333"/>
              <a:gd name="csY8905" fmla="*/ 420093 h 531334"/>
              <a:gd name="csX8906" fmla="*/ 1534058 w 1722333"/>
              <a:gd name="csY8906" fmla="*/ 420200 h 531334"/>
              <a:gd name="csX8907" fmla="*/ 1534236 w 1722333"/>
              <a:gd name="csY8907" fmla="*/ 420307 h 531334"/>
              <a:gd name="csX8908" fmla="*/ 1534405 w 1722333"/>
              <a:gd name="csY8908" fmla="*/ 420413 h 531334"/>
              <a:gd name="csX8909" fmla="*/ 1534574 w 1722333"/>
              <a:gd name="csY8909" fmla="*/ 420520 h 531334"/>
              <a:gd name="csX8910" fmla="*/ 1534752 w 1722333"/>
              <a:gd name="csY8910" fmla="*/ 420627 h 531334"/>
              <a:gd name="csX8911" fmla="*/ 1534921 w 1722333"/>
              <a:gd name="csY8911" fmla="*/ 420734 h 531334"/>
              <a:gd name="csX8912" fmla="*/ 1535099 w 1722333"/>
              <a:gd name="csY8912" fmla="*/ 420840 h 531334"/>
              <a:gd name="csX8913" fmla="*/ 1535267 w 1722333"/>
              <a:gd name="csY8913" fmla="*/ 420947 h 531334"/>
              <a:gd name="csX8914" fmla="*/ 1535437 w 1722333"/>
              <a:gd name="csY8914" fmla="*/ 421054 h 531334"/>
              <a:gd name="csX8915" fmla="*/ 1535615 w 1722333"/>
              <a:gd name="csY8915" fmla="*/ 421161 h 531334"/>
              <a:gd name="csX8916" fmla="*/ 1535784 w 1722333"/>
              <a:gd name="csY8916" fmla="*/ 421267 h 531334"/>
              <a:gd name="csX8917" fmla="*/ 1535953 w 1722333"/>
              <a:gd name="csY8917" fmla="*/ 421374 h 531334"/>
              <a:gd name="csX8918" fmla="*/ 1536130 w 1722333"/>
              <a:gd name="csY8918" fmla="*/ 421481 h 531334"/>
              <a:gd name="csX8919" fmla="*/ 1536300 w 1722333"/>
              <a:gd name="csY8919" fmla="*/ 421588 h 531334"/>
              <a:gd name="csX8920" fmla="*/ 1536469 w 1722333"/>
              <a:gd name="csY8920" fmla="*/ 421694 h 531334"/>
              <a:gd name="csX8921" fmla="*/ 1536646 w 1722333"/>
              <a:gd name="csY8921" fmla="*/ 421792 h 531334"/>
              <a:gd name="csX8922" fmla="*/ 1536815 w 1722333"/>
              <a:gd name="csY8922" fmla="*/ 421899 h 531334"/>
              <a:gd name="csX8923" fmla="*/ 1536985 w 1722333"/>
              <a:gd name="csY8923" fmla="*/ 422006 h 531334"/>
              <a:gd name="csX8924" fmla="*/ 1537163 w 1722333"/>
              <a:gd name="csY8924" fmla="*/ 422113 h 531334"/>
              <a:gd name="csX8925" fmla="*/ 1537332 w 1722333"/>
              <a:gd name="csY8925" fmla="*/ 422219 h 531334"/>
              <a:gd name="csX8926" fmla="*/ 1537509 w 1722333"/>
              <a:gd name="csY8926" fmla="*/ 422317 h 531334"/>
              <a:gd name="csX8927" fmla="*/ 1537679 w 1722333"/>
              <a:gd name="csY8927" fmla="*/ 422424 h 531334"/>
              <a:gd name="csX8928" fmla="*/ 1537848 w 1722333"/>
              <a:gd name="csY8928" fmla="*/ 422531 h 531334"/>
              <a:gd name="csX8929" fmla="*/ 1538025 w 1722333"/>
              <a:gd name="csY8929" fmla="*/ 422629 h 531334"/>
              <a:gd name="csX8930" fmla="*/ 1538194 w 1722333"/>
              <a:gd name="csY8930" fmla="*/ 422735 h 531334"/>
              <a:gd name="csX8931" fmla="*/ 1538363 w 1722333"/>
              <a:gd name="csY8931" fmla="*/ 422842 h 531334"/>
              <a:gd name="csX8932" fmla="*/ 1538542 w 1722333"/>
              <a:gd name="csY8932" fmla="*/ 422940 h 531334"/>
              <a:gd name="csX8933" fmla="*/ 1538711 w 1722333"/>
              <a:gd name="csY8933" fmla="*/ 423047 h 531334"/>
              <a:gd name="csX8934" fmla="*/ 1538879 w 1722333"/>
              <a:gd name="csY8934" fmla="*/ 423153 h 531334"/>
              <a:gd name="csX8935" fmla="*/ 1539057 w 1722333"/>
              <a:gd name="csY8935" fmla="*/ 423251 h 531334"/>
              <a:gd name="csX8936" fmla="*/ 1539227 w 1722333"/>
              <a:gd name="csY8936" fmla="*/ 423358 h 531334"/>
              <a:gd name="csX8937" fmla="*/ 1539404 w 1722333"/>
              <a:gd name="csY8937" fmla="*/ 423456 h 531334"/>
              <a:gd name="csX8938" fmla="*/ 1539573 w 1722333"/>
              <a:gd name="csY8938" fmla="*/ 423563 h 531334"/>
              <a:gd name="csX8939" fmla="*/ 1539742 w 1722333"/>
              <a:gd name="csY8939" fmla="*/ 423669 h 531334"/>
              <a:gd name="csX8940" fmla="*/ 1539920 w 1722333"/>
              <a:gd name="csY8940" fmla="*/ 423767 h 531334"/>
              <a:gd name="csX8941" fmla="*/ 1540090 w 1722333"/>
              <a:gd name="csY8941" fmla="*/ 423874 h 531334"/>
              <a:gd name="csX8942" fmla="*/ 1540258 w 1722333"/>
              <a:gd name="csY8942" fmla="*/ 423972 h 531334"/>
              <a:gd name="csX8943" fmla="*/ 1540436 w 1722333"/>
              <a:gd name="csY8943" fmla="*/ 424070 h 531334"/>
              <a:gd name="csX8944" fmla="*/ 1540605 w 1722333"/>
              <a:gd name="csY8944" fmla="*/ 424176 h 531334"/>
              <a:gd name="csX8945" fmla="*/ 1540775 w 1722333"/>
              <a:gd name="csY8945" fmla="*/ 424274 h 531334"/>
              <a:gd name="csX8946" fmla="*/ 1540952 w 1722333"/>
              <a:gd name="csY8946" fmla="*/ 424381 h 531334"/>
              <a:gd name="csX8947" fmla="*/ 1541121 w 1722333"/>
              <a:gd name="csY8947" fmla="*/ 424479 h 531334"/>
              <a:gd name="csX8948" fmla="*/ 1541299 w 1722333"/>
              <a:gd name="csY8948" fmla="*/ 424586 h 531334"/>
              <a:gd name="csX8949" fmla="*/ 1541468 w 1722333"/>
              <a:gd name="csY8949" fmla="*/ 424684 h 531334"/>
              <a:gd name="csX8950" fmla="*/ 1541637 w 1722333"/>
              <a:gd name="csY8950" fmla="*/ 424782 h 531334"/>
              <a:gd name="csX8951" fmla="*/ 1541815 w 1722333"/>
              <a:gd name="csY8951" fmla="*/ 424888 h 531334"/>
              <a:gd name="csX8952" fmla="*/ 1541984 w 1722333"/>
              <a:gd name="csY8952" fmla="*/ 424986 h 531334"/>
              <a:gd name="csX8953" fmla="*/ 1542153 w 1722333"/>
              <a:gd name="csY8953" fmla="*/ 425084 h 531334"/>
              <a:gd name="csX8954" fmla="*/ 1542331 w 1722333"/>
              <a:gd name="csY8954" fmla="*/ 425191 h 531334"/>
              <a:gd name="csX8955" fmla="*/ 1542500 w 1722333"/>
              <a:gd name="csY8955" fmla="*/ 425289 h 531334"/>
              <a:gd name="csX8956" fmla="*/ 1542669 w 1722333"/>
              <a:gd name="csY8956" fmla="*/ 425386 h 531334"/>
              <a:gd name="csX8957" fmla="*/ 1542847 w 1722333"/>
              <a:gd name="csY8957" fmla="*/ 425484 h 531334"/>
              <a:gd name="csX8958" fmla="*/ 1543016 w 1722333"/>
              <a:gd name="csY8958" fmla="*/ 425591 h 531334"/>
              <a:gd name="csX8959" fmla="*/ 1543194 w 1722333"/>
              <a:gd name="csY8959" fmla="*/ 425689 h 531334"/>
              <a:gd name="csX8960" fmla="*/ 1543363 w 1722333"/>
              <a:gd name="csY8960" fmla="*/ 425787 h 531334"/>
              <a:gd name="csX8961" fmla="*/ 1543532 w 1722333"/>
              <a:gd name="csY8961" fmla="*/ 425885 h 531334"/>
              <a:gd name="csX8962" fmla="*/ 1543710 w 1722333"/>
              <a:gd name="csY8962" fmla="*/ 425983 h 531334"/>
              <a:gd name="csX8963" fmla="*/ 1543879 w 1722333"/>
              <a:gd name="csY8963" fmla="*/ 426089 h 531334"/>
              <a:gd name="csX8964" fmla="*/ 1544048 w 1722333"/>
              <a:gd name="csY8964" fmla="*/ 426187 h 531334"/>
              <a:gd name="csX8965" fmla="*/ 1544226 w 1722333"/>
              <a:gd name="csY8965" fmla="*/ 426285 h 531334"/>
              <a:gd name="csX8966" fmla="*/ 1544395 w 1722333"/>
              <a:gd name="csY8966" fmla="*/ 426383 h 531334"/>
              <a:gd name="csX8967" fmla="*/ 1544564 w 1722333"/>
              <a:gd name="csY8967" fmla="*/ 426481 h 531334"/>
              <a:gd name="csX8968" fmla="*/ 1544742 w 1722333"/>
              <a:gd name="csY8968" fmla="*/ 426579 h 531334"/>
              <a:gd name="csX8969" fmla="*/ 1544911 w 1722333"/>
              <a:gd name="csY8969" fmla="*/ 426676 h 531334"/>
              <a:gd name="csX8970" fmla="*/ 1545080 w 1722333"/>
              <a:gd name="csY8970" fmla="*/ 426774 h 531334"/>
              <a:gd name="csX8971" fmla="*/ 1545258 w 1722333"/>
              <a:gd name="csY8971" fmla="*/ 426872 h 531334"/>
              <a:gd name="csX8972" fmla="*/ 1545427 w 1722333"/>
              <a:gd name="csY8972" fmla="*/ 426970 h 531334"/>
              <a:gd name="csX8973" fmla="*/ 1545605 w 1722333"/>
              <a:gd name="csY8973" fmla="*/ 427068 h 531334"/>
              <a:gd name="csX8974" fmla="*/ 1545774 w 1722333"/>
              <a:gd name="csY8974" fmla="*/ 427166 h 531334"/>
              <a:gd name="csX8975" fmla="*/ 1545943 w 1722333"/>
              <a:gd name="csY8975" fmla="*/ 427264 h 531334"/>
              <a:gd name="csX8976" fmla="*/ 1546121 w 1722333"/>
              <a:gd name="csY8976" fmla="*/ 427361 h 531334"/>
              <a:gd name="csX8977" fmla="*/ 1546290 w 1722333"/>
              <a:gd name="csY8977" fmla="*/ 427459 h 531334"/>
              <a:gd name="csX8978" fmla="*/ 1546459 w 1722333"/>
              <a:gd name="csY8978" fmla="*/ 427557 h 531334"/>
              <a:gd name="csX8979" fmla="*/ 1546637 w 1722333"/>
              <a:gd name="csY8979" fmla="*/ 427655 h 531334"/>
              <a:gd name="csX8980" fmla="*/ 1546806 w 1722333"/>
              <a:gd name="csY8980" fmla="*/ 427753 h 531334"/>
              <a:gd name="csX8981" fmla="*/ 1546975 w 1722333"/>
              <a:gd name="csY8981" fmla="*/ 427851 h 531334"/>
              <a:gd name="csX8982" fmla="*/ 1547153 w 1722333"/>
              <a:gd name="csY8982" fmla="*/ 427940 h 531334"/>
              <a:gd name="csX8983" fmla="*/ 1547322 w 1722333"/>
              <a:gd name="csY8983" fmla="*/ 428038 h 531334"/>
              <a:gd name="csX8984" fmla="*/ 1547500 w 1722333"/>
              <a:gd name="csY8984" fmla="*/ 428135 h 531334"/>
              <a:gd name="csX8985" fmla="*/ 1547669 w 1722333"/>
              <a:gd name="csY8985" fmla="*/ 428233 h 531334"/>
              <a:gd name="csX8986" fmla="*/ 1547838 w 1722333"/>
              <a:gd name="csY8986" fmla="*/ 428331 h 531334"/>
              <a:gd name="csX8987" fmla="*/ 1548016 w 1722333"/>
              <a:gd name="csY8987" fmla="*/ 428420 h 531334"/>
              <a:gd name="csX8988" fmla="*/ 1548185 w 1722333"/>
              <a:gd name="csY8988" fmla="*/ 428518 h 531334"/>
              <a:gd name="csX8989" fmla="*/ 1548354 w 1722333"/>
              <a:gd name="csY8989" fmla="*/ 428616 h 531334"/>
              <a:gd name="csX8990" fmla="*/ 1548532 w 1722333"/>
              <a:gd name="csY8990" fmla="*/ 428714 h 531334"/>
              <a:gd name="csX8991" fmla="*/ 1548701 w 1722333"/>
              <a:gd name="csY8991" fmla="*/ 428803 h 531334"/>
              <a:gd name="csX8992" fmla="*/ 1548870 w 1722333"/>
              <a:gd name="csY8992" fmla="*/ 428901 h 531334"/>
              <a:gd name="csX8993" fmla="*/ 1549048 w 1722333"/>
              <a:gd name="csY8993" fmla="*/ 428998 h 531334"/>
              <a:gd name="csX8994" fmla="*/ 1549217 w 1722333"/>
              <a:gd name="csY8994" fmla="*/ 429096 h 531334"/>
              <a:gd name="csX8995" fmla="*/ 1549395 w 1722333"/>
              <a:gd name="csY8995" fmla="*/ 429185 h 531334"/>
              <a:gd name="csX8996" fmla="*/ 1549564 w 1722333"/>
              <a:gd name="csY8996" fmla="*/ 429283 h 531334"/>
              <a:gd name="csX8997" fmla="*/ 1549733 w 1722333"/>
              <a:gd name="csY8997" fmla="*/ 429372 h 531334"/>
              <a:gd name="csX8998" fmla="*/ 1549911 w 1722333"/>
              <a:gd name="csY8998" fmla="*/ 429470 h 531334"/>
              <a:gd name="csX8999" fmla="*/ 1550080 w 1722333"/>
              <a:gd name="csY8999" fmla="*/ 429568 h 531334"/>
              <a:gd name="csX9000" fmla="*/ 1550249 w 1722333"/>
              <a:gd name="csY9000" fmla="*/ 429657 h 531334"/>
              <a:gd name="csX9001" fmla="*/ 1550427 w 1722333"/>
              <a:gd name="csY9001" fmla="*/ 429755 h 531334"/>
              <a:gd name="csX9002" fmla="*/ 1550596 w 1722333"/>
              <a:gd name="csY9002" fmla="*/ 429844 h 531334"/>
              <a:gd name="csX9003" fmla="*/ 1550765 w 1722333"/>
              <a:gd name="csY9003" fmla="*/ 429941 h 531334"/>
              <a:gd name="csX9004" fmla="*/ 1550943 w 1722333"/>
              <a:gd name="csY9004" fmla="*/ 430039 h 531334"/>
              <a:gd name="csX9005" fmla="*/ 1551112 w 1722333"/>
              <a:gd name="csY9005" fmla="*/ 430128 h 531334"/>
              <a:gd name="csX9006" fmla="*/ 1551290 w 1722333"/>
              <a:gd name="csY9006" fmla="*/ 430226 h 531334"/>
              <a:gd name="csX9007" fmla="*/ 1551459 w 1722333"/>
              <a:gd name="csY9007" fmla="*/ 430315 h 531334"/>
              <a:gd name="csX9008" fmla="*/ 1551628 w 1722333"/>
              <a:gd name="csY9008" fmla="*/ 430413 h 531334"/>
              <a:gd name="csX9009" fmla="*/ 1551806 w 1722333"/>
              <a:gd name="csY9009" fmla="*/ 430502 h 531334"/>
              <a:gd name="csX9010" fmla="*/ 1551975 w 1722333"/>
              <a:gd name="csY9010" fmla="*/ 430591 h 531334"/>
              <a:gd name="csX9011" fmla="*/ 1552144 w 1722333"/>
              <a:gd name="csY9011" fmla="*/ 430689 h 531334"/>
              <a:gd name="csX9012" fmla="*/ 1552322 w 1722333"/>
              <a:gd name="csY9012" fmla="*/ 430778 h 531334"/>
              <a:gd name="csX9013" fmla="*/ 1552491 w 1722333"/>
              <a:gd name="csY9013" fmla="*/ 430876 h 531334"/>
              <a:gd name="csX9014" fmla="*/ 1552660 w 1722333"/>
              <a:gd name="csY9014" fmla="*/ 430964 h 531334"/>
              <a:gd name="csX9015" fmla="*/ 1552838 w 1722333"/>
              <a:gd name="csY9015" fmla="*/ 431053 h 531334"/>
              <a:gd name="csX9016" fmla="*/ 1553007 w 1722333"/>
              <a:gd name="csY9016" fmla="*/ 431151 h 531334"/>
              <a:gd name="csX9017" fmla="*/ 1553176 w 1722333"/>
              <a:gd name="csY9017" fmla="*/ 431240 h 531334"/>
              <a:gd name="csX9018" fmla="*/ 1553354 w 1722333"/>
              <a:gd name="csY9018" fmla="*/ 431329 h 531334"/>
              <a:gd name="csX9019" fmla="*/ 1553523 w 1722333"/>
              <a:gd name="csY9019" fmla="*/ 431427 h 531334"/>
              <a:gd name="csX9020" fmla="*/ 1553701 w 1722333"/>
              <a:gd name="csY9020" fmla="*/ 431516 h 531334"/>
              <a:gd name="csX9021" fmla="*/ 1553870 w 1722333"/>
              <a:gd name="csY9021" fmla="*/ 431605 h 531334"/>
              <a:gd name="csX9022" fmla="*/ 1554039 w 1722333"/>
              <a:gd name="csY9022" fmla="*/ 431703 h 531334"/>
              <a:gd name="csX9023" fmla="*/ 1554217 w 1722333"/>
              <a:gd name="csY9023" fmla="*/ 431792 h 531334"/>
              <a:gd name="csX9024" fmla="*/ 1554386 w 1722333"/>
              <a:gd name="csY9024" fmla="*/ 431881 h 531334"/>
              <a:gd name="csX9025" fmla="*/ 1554555 w 1722333"/>
              <a:gd name="csY9025" fmla="*/ 431970 h 531334"/>
              <a:gd name="csX9026" fmla="*/ 1554733 w 1722333"/>
              <a:gd name="csY9026" fmla="*/ 432068 h 531334"/>
              <a:gd name="csX9027" fmla="*/ 1554902 w 1722333"/>
              <a:gd name="csY9027" fmla="*/ 432157 h 531334"/>
              <a:gd name="csX9028" fmla="*/ 1555071 w 1722333"/>
              <a:gd name="csY9028" fmla="*/ 432246 h 531334"/>
              <a:gd name="csX9029" fmla="*/ 1555249 w 1722333"/>
              <a:gd name="csY9029" fmla="*/ 432335 h 531334"/>
              <a:gd name="csX9030" fmla="*/ 1555418 w 1722333"/>
              <a:gd name="csY9030" fmla="*/ 432424 h 531334"/>
              <a:gd name="csX9031" fmla="*/ 1555596 w 1722333"/>
              <a:gd name="csY9031" fmla="*/ 432512 h 531334"/>
              <a:gd name="csX9032" fmla="*/ 1555765 w 1722333"/>
              <a:gd name="csY9032" fmla="*/ 432610 h 531334"/>
              <a:gd name="csX9033" fmla="*/ 1555934 w 1722333"/>
              <a:gd name="csY9033" fmla="*/ 432699 h 531334"/>
              <a:gd name="csX9034" fmla="*/ 1556112 w 1722333"/>
              <a:gd name="csY9034" fmla="*/ 432788 h 531334"/>
              <a:gd name="csX9035" fmla="*/ 1556281 w 1722333"/>
              <a:gd name="csY9035" fmla="*/ 432877 h 531334"/>
              <a:gd name="csX9036" fmla="*/ 1556450 w 1722333"/>
              <a:gd name="csY9036" fmla="*/ 432966 h 531334"/>
              <a:gd name="csX9037" fmla="*/ 1556628 w 1722333"/>
              <a:gd name="csY9037" fmla="*/ 433055 h 531334"/>
              <a:gd name="csX9038" fmla="*/ 1556797 w 1722333"/>
              <a:gd name="csY9038" fmla="*/ 433144 h 531334"/>
              <a:gd name="csX9039" fmla="*/ 1556966 w 1722333"/>
              <a:gd name="csY9039" fmla="*/ 433233 h 531334"/>
              <a:gd name="csX9040" fmla="*/ 1557144 w 1722333"/>
              <a:gd name="csY9040" fmla="*/ 433322 h 531334"/>
              <a:gd name="csX9041" fmla="*/ 1557313 w 1722333"/>
              <a:gd name="csY9041" fmla="*/ 433411 h 531334"/>
              <a:gd name="csX9042" fmla="*/ 1557491 w 1722333"/>
              <a:gd name="csY9042" fmla="*/ 433500 h 531334"/>
              <a:gd name="csX9043" fmla="*/ 1557660 w 1722333"/>
              <a:gd name="csY9043" fmla="*/ 433589 h 531334"/>
              <a:gd name="csX9044" fmla="*/ 1557829 w 1722333"/>
              <a:gd name="csY9044" fmla="*/ 433678 h 531334"/>
              <a:gd name="csX9045" fmla="*/ 1558007 w 1722333"/>
              <a:gd name="csY9045" fmla="*/ 433767 h 531334"/>
              <a:gd name="csX9046" fmla="*/ 1558176 w 1722333"/>
              <a:gd name="csY9046" fmla="*/ 433856 h 531334"/>
              <a:gd name="csX9047" fmla="*/ 1558345 w 1722333"/>
              <a:gd name="csY9047" fmla="*/ 433945 h 531334"/>
              <a:gd name="csX9048" fmla="*/ 1558523 w 1722333"/>
              <a:gd name="csY9048" fmla="*/ 434034 h 531334"/>
              <a:gd name="csX9049" fmla="*/ 1558692 w 1722333"/>
              <a:gd name="csY9049" fmla="*/ 434123 h 531334"/>
              <a:gd name="csX9050" fmla="*/ 1558861 w 1722333"/>
              <a:gd name="csY9050" fmla="*/ 434212 h 531334"/>
              <a:gd name="csX9051" fmla="*/ 1559039 w 1722333"/>
              <a:gd name="csY9051" fmla="*/ 434301 h 531334"/>
              <a:gd name="csX9052" fmla="*/ 1559208 w 1722333"/>
              <a:gd name="csY9052" fmla="*/ 434381 h 531334"/>
              <a:gd name="csX9053" fmla="*/ 1559386 w 1722333"/>
              <a:gd name="csY9053" fmla="*/ 434470 h 531334"/>
              <a:gd name="csX9054" fmla="*/ 1559555 w 1722333"/>
              <a:gd name="csY9054" fmla="*/ 434559 h 531334"/>
              <a:gd name="csX9055" fmla="*/ 1559724 w 1722333"/>
              <a:gd name="csY9055" fmla="*/ 434648 h 531334"/>
              <a:gd name="csX9056" fmla="*/ 1559902 w 1722333"/>
              <a:gd name="csY9056" fmla="*/ 434737 h 531334"/>
              <a:gd name="csX9057" fmla="*/ 1560071 w 1722333"/>
              <a:gd name="csY9057" fmla="*/ 434826 h 531334"/>
              <a:gd name="csX9058" fmla="*/ 1560240 w 1722333"/>
              <a:gd name="csY9058" fmla="*/ 434906 h 531334"/>
              <a:gd name="csX9059" fmla="*/ 1560418 w 1722333"/>
              <a:gd name="csY9059" fmla="*/ 434995 h 531334"/>
              <a:gd name="csX9060" fmla="*/ 1560587 w 1722333"/>
              <a:gd name="csY9060" fmla="*/ 435084 h 531334"/>
              <a:gd name="csX9061" fmla="*/ 1560756 w 1722333"/>
              <a:gd name="csY9061" fmla="*/ 435172 h 531334"/>
              <a:gd name="csX9062" fmla="*/ 1560934 w 1722333"/>
              <a:gd name="csY9062" fmla="*/ 435253 h 531334"/>
              <a:gd name="csX9063" fmla="*/ 1561103 w 1722333"/>
              <a:gd name="csY9063" fmla="*/ 435342 h 531334"/>
              <a:gd name="csX9064" fmla="*/ 1561272 w 1722333"/>
              <a:gd name="csY9064" fmla="*/ 435431 h 531334"/>
              <a:gd name="csX9065" fmla="*/ 1561450 w 1722333"/>
              <a:gd name="csY9065" fmla="*/ 435511 h 531334"/>
              <a:gd name="csX9066" fmla="*/ 1561619 w 1722333"/>
              <a:gd name="csY9066" fmla="*/ 435600 h 531334"/>
              <a:gd name="csX9067" fmla="*/ 1561797 w 1722333"/>
              <a:gd name="csY9067" fmla="*/ 435689 h 531334"/>
              <a:gd name="csX9068" fmla="*/ 1561966 w 1722333"/>
              <a:gd name="csY9068" fmla="*/ 435769 h 531334"/>
              <a:gd name="csX9069" fmla="*/ 1562135 w 1722333"/>
              <a:gd name="csY9069" fmla="*/ 435858 h 531334"/>
              <a:gd name="csX9070" fmla="*/ 1562313 w 1722333"/>
              <a:gd name="csY9070" fmla="*/ 435946 h 531334"/>
              <a:gd name="csX9071" fmla="*/ 1562482 w 1722333"/>
              <a:gd name="csY9071" fmla="*/ 436027 h 531334"/>
              <a:gd name="csX9072" fmla="*/ 1562651 w 1722333"/>
              <a:gd name="csY9072" fmla="*/ 436116 h 531334"/>
              <a:gd name="csX9073" fmla="*/ 1562829 w 1722333"/>
              <a:gd name="csY9073" fmla="*/ 436205 h 531334"/>
              <a:gd name="csX9074" fmla="*/ 1562998 w 1722333"/>
              <a:gd name="csY9074" fmla="*/ 436285 h 531334"/>
              <a:gd name="csX9075" fmla="*/ 1563167 w 1722333"/>
              <a:gd name="csY9075" fmla="*/ 436373 h 531334"/>
              <a:gd name="csX9076" fmla="*/ 1563345 w 1722333"/>
              <a:gd name="csY9076" fmla="*/ 436454 h 531334"/>
              <a:gd name="csX9077" fmla="*/ 1563514 w 1722333"/>
              <a:gd name="csY9077" fmla="*/ 436543 h 531334"/>
              <a:gd name="csX9078" fmla="*/ 1563692 w 1722333"/>
              <a:gd name="csY9078" fmla="*/ 436623 h 531334"/>
              <a:gd name="csX9079" fmla="*/ 1563861 w 1722333"/>
              <a:gd name="csY9079" fmla="*/ 436712 h 531334"/>
              <a:gd name="csX9080" fmla="*/ 1564030 w 1722333"/>
              <a:gd name="csY9080" fmla="*/ 436792 h 531334"/>
              <a:gd name="csX9081" fmla="*/ 1564208 w 1722333"/>
              <a:gd name="csY9081" fmla="*/ 436881 h 531334"/>
              <a:gd name="csX9082" fmla="*/ 1564377 w 1722333"/>
              <a:gd name="csY9082" fmla="*/ 436961 h 531334"/>
              <a:gd name="csX9083" fmla="*/ 1564546 w 1722333"/>
              <a:gd name="csY9083" fmla="*/ 437050 h 531334"/>
              <a:gd name="csX9084" fmla="*/ 1564724 w 1722333"/>
              <a:gd name="csY9084" fmla="*/ 437130 h 531334"/>
              <a:gd name="csX9085" fmla="*/ 1564893 w 1722333"/>
              <a:gd name="csY9085" fmla="*/ 437219 h 531334"/>
              <a:gd name="csX9086" fmla="*/ 1565062 w 1722333"/>
              <a:gd name="csY9086" fmla="*/ 437299 h 531334"/>
              <a:gd name="csX9087" fmla="*/ 1565240 w 1722333"/>
              <a:gd name="csY9087" fmla="*/ 437379 h 531334"/>
              <a:gd name="csX9088" fmla="*/ 1565409 w 1722333"/>
              <a:gd name="csY9088" fmla="*/ 437468 h 531334"/>
              <a:gd name="csX9089" fmla="*/ 1565587 w 1722333"/>
              <a:gd name="csY9089" fmla="*/ 437548 h 531334"/>
              <a:gd name="csX9090" fmla="*/ 1565756 w 1722333"/>
              <a:gd name="csY9090" fmla="*/ 437637 h 531334"/>
              <a:gd name="csX9091" fmla="*/ 1565925 w 1722333"/>
              <a:gd name="csY9091" fmla="*/ 437717 h 531334"/>
              <a:gd name="csX9092" fmla="*/ 1566103 w 1722333"/>
              <a:gd name="csY9092" fmla="*/ 437797 h 531334"/>
              <a:gd name="csX9093" fmla="*/ 1566272 w 1722333"/>
              <a:gd name="csY9093" fmla="*/ 437886 h 531334"/>
              <a:gd name="csX9094" fmla="*/ 1566441 w 1722333"/>
              <a:gd name="csY9094" fmla="*/ 437966 h 531334"/>
              <a:gd name="csX9095" fmla="*/ 1566619 w 1722333"/>
              <a:gd name="csY9095" fmla="*/ 438046 h 531334"/>
              <a:gd name="csX9096" fmla="*/ 1566788 w 1722333"/>
              <a:gd name="csY9096" fmla="*/ 438135 h 531334"/>
              <a:gd name="csX9097" fmla="*/ 1566957 w 1722333"/>
              <a:gd name="csY9097" fmla="*/ 438215 h 531334"/>
              <a:gd name="csX9098" fmla="*/ 1567135 w 1722333"/>
              <a:gd name="csY9098" fmla="*/ 438295 h 531334"/>
              <a:gd name="csX9099" fmla="*/ 1567304 w 1722333"/>
              <a:gd name="csY9099" fmla="*/ 438375 h 531334"/>
              <a:gd name="csX9100" fmla="*/ 1567482 w 1722333"/>
              <a:gd name="csY9100" fmla="*/ 438464 h 531334"/>
              <a:gd name="csX9101" fmla="*/ 1567651 w 1722333"/>
              <a:gd name="csY9101" fmla="*/ 438544 h 531334"/>
              <a:gd name="csX9102" fmla="*/ 1567820 w 1722333"/>
              <a:gd name="csY9102" fmla="*/ 438624 h 531334"/>
              <a:gd name="csX9103" fmla="*/ 1567998 w 1722333"/>
              <a:gd name="csY9103" fmla="*/ 438704 h 531334"/>
              <a:gd name="csX9104" fmla="*/ 1568167 w 1722333"/>
              <a:gd name="csY9104" fmla="*/ 438793 h 531334"/>
              <a:gd name="csX9105" fmla="*/ 1568336 w 1722333"/>
              <a:gd name="csY9105" fmla="*/ 438873 h 531334"/>
              <a:gd name="csX9106" fmla="*/ 1568514 w 1722333"/>
              <a:gd name="csY9106" fmla="*/ 438953 h 531334"/>
              <a:gd name="csX9107" fmla="*/ 1568683 w 1722333"/>
              <a:gd name="csY9107" fmla="*/ 439034 h 531334"/>
              <a:gd name="csX9108" fmla="*/ 1568852 w 1722333"/>
              <a:gd name="csY9108" fmla="*/ 439114 h 531334"/>
              <a:gd name="csX9109" fmla="*/ 1569030 w 1722333"/>
              <a:gd name="csY9109" fmla="*/ 439194 h 531334"/>
              <a:gd name="csX9110" fmla="*/ 1569199 w 1722333"/>
              <a:gd name="csY9110" fmla="*/ 439274 h 531334"/>
              <a:gd name="csX9111" fmla="*/ 1569368 w 1722333"/>
              <a:gd name="csY9111" fmla="*/ 439363 h 531334"/>
              <a:gd name="csX9112" fmla="*/ 1569546 w 1722333"/>
              <a:gd name="csY9112" fmla="*/ 439443 h 531334"/>
              <a:gd name="csX9113" fmla="*/ 1569715 w 1722333"/>
              <a:gd name="csY9113" fmla="*/ 439523 h 531334"/>
              <a:gd name="csX9114" fmla="*/ 1569893 w 1722333"/>
              <a:gd name="csY9114" fmla="*/ 439603 h 531334"/>
              <a:gd name="csX9115" fmla="*/ 1570062 w 1722333"/>
              <a:gd name="csY9115" fmla="*/ 439683 h 531334"/>
              <a:gd name="csX9116" fmla="*/ 1570231 w 1722333"/>
              <a:gd name="csY9116" fmla="*/ 439763 h 531334"/>
              <a:gd name="csX9117" fmla="*/ 1570408 w 1722333"/>
              <a:gd name="csY9117" fmla="*/ 439843 h 531334"/>
              <a:gd name="csX9118" fmla="*/ 1570578 w 1722333"/>
              <a:gd name="csY9118" fmla="*/ 439923 h 531334"/>
              <a:gd name="csX9119" fmla="*/ 1570747 w 1722333"/>
              <a:gd name="csY9119" fmla="*/ 440003 h 531334"/>
              <a:gd name="csX9120" fmla="*/ 1570925 w 1722333"/>
              <a:gd name="csY9120" fmla="*/ 440083 h 531334"/>
              <a:gd name="csX9121" fmla="*/ 1571094 w 1722333"/>
              <a:gd name="csY9121" fmla="*/ 440163 h 531334"/>
              <a:gd name="csX9122" fmla="*/ 1571263 w 1722333"/>
              <a:gd name="csY9122" fmla="*/ 440244 h 531334"/>
              <a:gd name="csX9123" fmla="*/ 1571441 w 1722333"/>
              <a:gd name="csY9123" fmla="*/ 440324 h 531334"/>
              <a:gd name="csX9124" fmla="*/ 1571610 w 1722333"/>
              <a:gd name="csY9124" fmla="*/ 440404 h 531334"/>
              <a:gd name="csX9125" fmla="*/ 1571787 w 1722333"/>
              <a:gd name="csY9125" fmla="*/ 440484 h 531334"/>
              <a:gd name="csX9126" fmla="*/ 1571956 w 1722333"/>
              <a:gd name="csY9126" fmla="*/ 440564 h 531334"/>
              <a:gd name="csX9127" fmla="*/ 1572126 w 1722333"/>
              <a:gd name="csY9127" fmla="*/ 440644 h 531334"/>
              <a:gd name="csX9128" fmla="*/ 1572304 w 1722333"/>
              <a:gd name="csY9128" fmla="*/ 440724 h 531334"/>
              <a:gd name="csX9129" fmla="*/ 1572472 w 1722333"/>
              <a:gd name="csY9129" fmla="*/ 440804 h 531334"/>
              <a:gd name="csX9130" fmla="*/ 1572641 w 1722333"/>
              <a:gd name="csY9130" fmla="*/ 440884 h 531334"/>
              <a:gd name="csX9131" fmla="*/ 1572820 w 1722333"/>
              <a:gd name="csY9131" fmla="*/ 440955 h 531334"/>
              <a:gd name="csX9132" fmla="*/ 1572989 w 1722333"/>
              <a:gd name="csY9132" fmla="*/ 441035 h 531334"/>
              <a:gd name="csX9133" fmla="*/ 1573158 w 1722333"/>
              <a:gd name="csY9133" fmla="*/ 441115 h 531334"/>
              <a:gd name="csX9134" fmla="*/ 1573335 w 1722333"/>
              <a:gd name="csY9134" fmla="*/ 441195 h 531334"/>
              <a:gd name="csX9135" fmla="*/ 1573504 w 1722333"/>
              <a:gd name="csY9135" fmla="*/ 441275 h 531334"/>
              <a:gd name="csX9136" fmla="*/ 1573683 w 1722333"/>
              <a:gd name="csY9136" fmla="*/ 441356 h 531334"/>
              <a:gd name="csX9137" fmla="*/ 1573851 w 1722333"/>
              <a:gd name="csY9137" fmla="*/ 441427 h 531334"/>
              <a:gd name="csX9138" fmla="*/ 1574020 w 1722333"/>
              <a:gd name="csY9138" fmla="*/ 441507 h 531334"/>
              <a:gd name="csX9139" fmla="*/ 1574198 w 1722333"/>
              <a:gd name="csY9139" fmla="*/ 441587 h 531334"/>
              <a:gd name="csX9140" fmla="*/ 1574368 w 1722333"/>
              <a:gd name="csY9140" fmla="*/ 441667 h 531334"/>
              <a:gd name="csX9141" fmla="*/ 1574537 w 1722333"/>
              <a:gd name="csY9141" fmla="*/ 441747 h 531334"/>
              <a:gd name="csX9142" fmla="*/ 1574714 w 1722333"/>
              <a:gd name="csY9142" fmla="*/ 441818 h 531334"/>
              <a:gd name="csX9143" fmla="*/ 1574883 w 1722333"/>
              <a:gd name="csY9143" fmla="*/ 441898 h 531334"/>
              <a:gd name="csX9144" fmla="*/ 1575052 w 1722333"/>
              <a:gd name="csY9144" fmla="*/ 441978 h 531334"/>
              <a:gd name="csX9145" fmla="*/ 1575230 w 1722333"/>
              <a:gd name="csY9145" fmla="*/ 442058 h 531334"/>
              <a:gd name="csX9146" fmla="*/ 1575399 w 1722333"/>
              <a:gd name="csY9146" fmla="*/ 442130 h 531334"/>
              <a:gd name="csX9147" fmla="*/ 1575577 w 1722333"/>
              <a:gd name="csY9147" fmla="*/ 442210 h 531334"/>
              <a:gd name="csX9148" fmla="*/ 1575746 w 1722333"/>
              <a:gd name="csY9148" fmla="*/ 442290 h 531334"/>
              <a:gd name="csX9149" fmla="*/ 1575916 w 1722333"/>
              <a:gd name="csY9149" fmla="*/ 442361 h 531334"/>
              <a:gd name="csX9150" fmla="*/ 1576093 w 1722333"/>
              <a:gd name="csY9150" fmla="*/ 442441 h 531334"/>
              <a:gd name="csX9151" fmla="*/ 1576262 w 1722333"/>
              <a:gd name="csY9151" fmla="*/ 442521 h 531334"/>
              <a:gd name="csX9152" fmla="*/ 1576431 w 1722333"/>
              <a:gd name="csY9152" fmla="*/ 442592 h 531334"/>
              <a:gd name="csX9153" fmla="*/ 1576609 w 1722333"/>
              <a:gd name="csY9153" fmla="*/ 442672 h 531334"/>
              <a:gd name="csX9154" fmla="*/ 1576778 w 1722333"/>
              <a:gd name="csY9154" fmla="*/ 442752 h 531334"/>
              <a:gd name="csX9155" fmla="*/ 1576947 w 1722333"/>
              <a:gd name="csY9155" fmla="*/ 442823 h 531334"/>
              <a:gd name="csX9156" fmla="*/ 1577125 w 1722333"/>
              <a:gd name="csY9156" fmla="*/ 442904 h 531334"/>
              <a:gd name="csX9157" fmla="*/ 1577294 w 1722333"/>
              <a:gd name="csY9157" fmla="*/ 442975 h 531334"/>
              <a:gd name="csX9158" fmla="*/ 1577464 w 1722333"/>
              <a:gd name="csY9158" fmla="*/ 443055 h 531334"/>
              <a:gd name="csX9159" fmla="*/ 1577641 w 1722333"/>
              <a:gd name="csY9159" fmla="*/ 443126 h 531334"/>
              <a:gd name="csX9160" fmla="*/ 1577810 w 1722333"/>
              <a:gd name="csY9160" fmla="*/ 443206 h 531334"/>
              <a:gd name="csX9161" fmla="*/ 1577988 w 1722333"/>
              <a:gd name="csY9161" fmla="*/ 443286 h 531334"/>
              <a:gd name="csX9162" fmla="*/ 1578157 w 1722333"/>
              <a:gd name="csY9162" fmla="*/ 443357 h 531334"/>
              <a:gd name="csX9163" fmla="*/ 1578326 w 1722333"/>
              <a:gd name="csY9163" fmla="*/ 443437 h 531334"/>
              <a:gd name="csX9164" fmla="*/ 1578504 w 1722333"/>
              <a:gd name="csY9164" fmla="*/ 443508 h 531334"/>
              <a:gd name="csX9165" fmla="*/ 1578673 w 1722333"/>
              <a:gd name="csY9165" fmla="*/ 443589 h 531334"/>
              <a:gd name="csX9166" fmla="*/ 1578842 w 1722333"/>
              <a:gd name="csY9166" fmla="*/ 443660 h 531334"/>
              <a:gd name="csX9167" fmla="*/ 1579020 w 1722333"/>
              <a:gd name="csY9167" fmla="*/ 443740 h 531334"/>
              <a:gd name="csX9168" fmla="*/ 1579189 w 1722333"/>
              <a:gd name="csY9168" fmla="*/ 443811 h 531334"/>
              <a:gd name="csX9169" fmla="*/ 1579358 w 1722333"/>
              <a:gd name="csY9169" fmla="*/ 443882 h 531334"/>
              <a:gd name="csX9170" fmla="*/ 1579536 w 1722333"/>
              <a:gd name="csY9170" fmla="*/ 443962 h 531334"/>
              <a:gd name="csX9171" fmla="*/ 1579705 w 1722333"/>
              <a:gd name="csY9171" fmla="*/ 444033 h 531334"/>
              <a:gd name="csX9172" fmla="*/ 1579883 w 1722333"/>
              <a:gd name="csY9172" fmla="*/ 444113 h 531334"/>
              <a:gd name="csX9173" fmla="*/ 1580052 w 1722333"/>
              <a:gd name="csY9173" fmla="*/ 444185 h 531334"/>
              <a:gd name="csX9174" fmla="*/ 1580221 w 1722333"/>
              <a:gd name="csY9174" fmla="*/ 444265 h 531334"/>
              <a:gd name="csX9175" fmla="*/ 1580399 w 1722333"/>
              <a:gd name="csY9175" fmla="*/ 444336 h 531334"/>
              <a:gd name="csX9176" fmla="*/ 1580568 w 1722333"/>
              <a:gd name="csY9176" fmla="*/ 444407 h 531334"/>
              <a:gd name="csX9177" fmla="*/ 1580737 w 1722333"/>
              <a:gd name="csY9177" fmla="*/ 444487 h 531334"/>
              <a:gd name="csX9178" fmla="*/ 1580915 w 1722333"/>
              <a:gd name="csY9178" fmla="*/ 444558 h 531334"/>
              <a:gd name="csX9179" fmla="*/ 1581084 w 1722333"/>
              <a:gd name="csY9179" fmla="*/ 444629 h 531334"/>
              <a:gd name="csX9180" fmla="*/ 1581253 w 1722333"/>
              <a:gd name="csY9180" fmla="*/ 444709 h 531334"/>
              <a:gd name="csX9181" fmla="*/ 1581431 w 1722333"/>
              <a:gd name="csY9181" fmla="*/ 444781 h 531334"/>
              <a:gd name="csX9182" fmla="*/ 1581600 w 1722333"/>
              <a:gd name="csY9182" fmla="*/ 444852 h 531334"/>
              <a:gd name="csX9183" fmla="*/ 1581778 w 1722333"/>
              <a:gd name="csY9183" fmla="*/ 444932 h 531334"/>
              <a:gd name="csX9184" fmla="*/ 1581947 w 1722333"/>
              <a:gd name="csY9184" fmla="*/ 445003 h 531334"/>
              <a:gd name="csX9185" fmla="*/ 1582116 w 1722333"/>
              <a:gd name="csY9185" fmla="*/ 445074 h 531334"/>
              <a:gd name="csX9186" fmla="*/ 1582294 w 1722333"/>
              <a:gd name="csY9186" fmla="*/ 445154 h 531334"/>
              <a:gd name="csX9187" fmla="*/ 1582463 w 1722333"/>
              <a:gd name="csY9187" fmla="*/ 445226 h 531334"/>
              <a:gd name="csX9188" fmla="*/ 1582632 w 1722333"/>
              <a:gd name="csY9188" fmla="*/ 445297 h 531334"/>
              <a:gd name="csX9189" fmla="*/ 1582810 w 1722333"/>
              <a:gd name="csY9189" fmla="*/ 445368 h 531334"/>
              <a:gd name="csX9190" fmla="*/ 1582979 w 1722333"/>
              <a:gd name="csY9190" fmla="*/ 445448 h 531334"/>
              <a:gd name="csX9191" fmla="*/ 1583148 w 1722333"/>
              <a:gd name="csY9191" fmla="*/ 445519 h 531334"/>
              <a:gd name="csX9192" fmla="*/ 1583326 w 1722333"/>
              <a:gd name="csY9192" fmla="*/ 445590 h 531334"/>
              <a:gd name="csX9193" fmla="*/ 1583495 w 1722333"/>
              <a:gd name="csY9193" fmla="*/ 445661 h 531334"/>
              <a:gd name="csX9194" fmla="*/ 1583673 w 1722333"/>
              <a:gd name="csY9194" fmla="*/ 445733 h 531334"/>
              <a:gd name="csX9195" fmla="*/ 1583842 w 1722333"/>
              <a:gd name="csY9195" fmla="*/ 445804 h 531334"/>
              <a:gd name="csX9196" fmla="*/ 1584011 w 1722333"/>
              <a:gd name="csY9196" fmla="*/ 445884 h 531334"/>
              <a:gd name="csX9197" fmla="*/ 1584189 w 1722333"/>
              <a:gd name="csY9197" fmla="*/ 445955 h 531334"/>
              <a:gd name="csX9198" fmla="*/ 1584358 w 1722333"/>
              <a:gd name="csY9198" fmla="*/ 446026 h 531334"/>
              <a:gd name="csX9199" fmla="*/ 1584527 w 1722333"/>
              <a:gd name="csY9199" fmla="*/ 446097 h 531334"/>
              <a:gd name="csX9200" fmla="*/ 1584705 w 1722333"/>
              <a:gd name="csY9200" fmla="*/ 446168 h 531334"/>
              <a:gd name="csX9201" fmla="*/ 1584874 w 1722333"/>
              <a:gd name="csY9201" fmla="*/ 446240 h 531334"/>
              <a:gd name="csX9202" fmla="*/ 1585043 w 1722333"/>
              <a:gd name="csY9202" fmla="*/ 446311 h 531334"/>
              <a:gd name="csX9203" fmla="*/ 1585221 w 1722333"/>
              <a:gd name="csY9203" fmla="*/ 446391 h 531334"/>
              <a:gd name="csX9204" fmla="*/ 1585390 w 1722333"/>
              <a:gd name="csY9204" fmla="*/ 446462 h 531334"/>
              <a:gd name="csX9205" fmla="*/ 1585559 w 1722333"/>
              <a:gd name="csY9205" fmla="*/ 446533 h 531334"/>
              <a:gd name="csX9206" fmla="*/ 1585737 w 1722333"/>
              <a:gd name="csY9206" fmla="*/ 446604 h 531334"/>
              <a:gd name="csX9207" fmla="*/ 1585906 w 1722333"/>
              <a:gd name="csY9207" fmla="*/ 446676 h 531334"/>
              <a:gd name="csX9208" fmla="*/ 1586084 w 1722333"/>
              <a:gd name="csY9208" fmla="*/ 446747 h 531334"/>
              <a:gd name="csX9209" fmla="*/ 1586253 w 1722333"/>
              <a:gd name="csY9209" fmla="*/ 446818 h 531334"/>
              <a:gd name="csX9210" fmla="*/ 1586422 w 1722333"/>
              <a:gd name="csY9210" fmla="*/ 446889 h 531334"/>
              <a:gd name="csX9211" fmla="*/ 1586600 w 1722333"/>
              <a:gd name="csY9211" fmla="*/ 446960 h 531334"/>
              <a:gd name="csX9212" fmla="*/ 1586769 w 1722333"/>
              <a:gd name="csY9212" fmla="*/ 447032 h 531334"/>
              <a:gd name="csX9213" fmla="*/ 1586938 w 1722333"/>
              <a:gd name="csY9213" fmla="*/ 447103 h 531334"/>
              <a:gd name="csX9214" fmla="*/ 1587116 w 1722333"/>
              <a:gd name="csY9214" fmla="*/ 447174 h 531334"/>
              <a:gd name="csX9215" fmla="*/ 1587285 w 1722333"/>
              <a:gd name="csY9215" fmla="*/ 447245 h 531334"/>
              <a:gd name="csX9216" fmla="*/ 1587454 w 1722333"/>
              <a:gd name="csY9216" fmla="*/ 447316 h 531334"/>
              <a:gd name="csX9217" fmla="*/ 1587632 w 1722333"/>
              <a:gd name="csY9217" fmla="*/ 447387 h 531334"/>
              <a:gd name="csX9218" fmla="*/ 1587801 w 1722333"/>
              <a:gd name="csY9218" fmla="*/ 447459 h 531334"/>
              <a:gd name="csX9219" fmla="*/ 1587979 w 1722333"/>
              <a:gd name="csY9219" fmla="*/ 447530 h 531334"/>
              <a:gd name="csX9220" fmla="*/ 1588148 w 1722333"/>
              <a:gd name="csY9220" fmla="*/ 447601 h 531334"/>
              <a:gd name="csX9221" fmla="*/ 1588317 w 1722333"/>
              <a:gd name="csY9221" fmla="*/ 447663 h 531334"/>
              <a:gd name="csX9222" fmla="*/ 1588495 w 1722333"/>
              <a:gd name="csY9222" fmla="*/ 447734 h 531334"/>
              <a:gd name="csX9223" fmla="*/ 1588664 w 1722333"/>
              <a:gd name="csY9223" fmla="*/ 447806 h 531334"/>
              <a:gd name="csX9224" fmla="*/ 1588833 w 1722333"/>
              <a:gd name="csY9224" fmla="*/ 447877 h 531334"/>
              <a:gd name="csX9225" fmla="*/ 1589011 w 1722333"/>
              <a:gd name="csY9225" fmla="*/ 447948 h 531334"/>
              <a:gd name="csX9226" fmla="*/ 1589180 w 1722333"/>
              <a:gd name="csY9226" fmla="*/ 448019 h 531334"/>
              <a:gd name="csX9227" fmla="*/ 1589349 w 1722333"/>
              <a:gd name="csY9227" fmla="*/ 448090 h 531334"/>
              <a:gd name="csX9228" fmla="*/ 1589527 w 1722333"/>
              <a:gd name="csY9228" fmla="*/ 448161 h 531334"/>
              <a:gd name="csX9229" fmla="*/ 1589696 w 1722333"/>
              <a:gd name="csY9229" fmla="*/ 448224 h 531334"/>
              <a:gd name="csX9230" fmla="*/ 1589874 w 1722333"/>
              <a:gd name="csY9230" fmla="*/ 448295 h 531334"/>
              <a:gd name="csX9231" fmla="*/ 1590043 w 1722333"/>
              <a:gd name="csY9231" fmla="*/ 448366 h 531334"/>
              <a:gd name="csX9232" fmla="*/ 1590212 w 1722333"/>
              <a:gd name="csY9232" fmla="*/ 448437 h 531334"/>
              <a:gd name="csX9233" fmla="*/ 1590390 w 1722333"/>
              <a:gd name="csY9233" fmla="*/ 448508 h 531334"/>
              <a:gd name="csX9234" fmla="*/ 1590559 w 1722333"/>
              <a:gd name="csY9234" fmla="*/ 448571 h 531334"/>
              <a:gd name="csX9235" fmla="*/ 1590728 w 1722333"/>
              <a:gd name="csY9235" fmla="*/ 448642 h 531334"/>
              <a:gd name="csX9236" fmla="*/ 1590906 w 1722333"/>
              <a:gd name="csY9236" fmla="*/ 448713 h 531334"/>
              <a:gd name="csX9237" fmla="*/ 1591075 w 1722333"/>
              <a:gd name="csY9237" fmla="*/ 448784 h 531334"/>
              <a:gd name="csX9238" fmla="*/ 1591244 w 1722333"/>
              <a:gd name="csY9238" fmla="*/ 448846 h 531334"/>
              <a:gd name="csX9239" fmla="*/ 1591422 w 1722333"/>
              <a:gd name="csY9239" fmla="*/ 448918 h 531334"/>
              <a:gd name="csX9240" fmla="*/ 1591591 w 1722333"/>
              <a:gd name="csY9240" fmla="*/ 448989 h 531334"/>
              <a:gd name="csX9241" fmla="*/ 1591769 w 1722333"/>
              <a:gd name="csY9241" fmla="*/ 449060 h 531334"/>
              <a:gd name="csX9242" fmla="*/ 1591938 w 1722333"/>
              <a:gd name="csY9242" fmla="*/ 449122 h 531334"/>
              <a:gd name="csX9243" fmla="*/ 1592107 w 1722333"/>
              <a:gd name="csY9243" fmla="*/ 449193 h 531334"/>
              <a:gd name="csX9244" fmla="*/ 1592285 w 1722333"/>
              <a:gd name="csY9244" fmla="*/ 449265 h 531334"/>
              <a:gd name="csX9245" fmla="*/ 1592454 w 1722333"/>
              <a:gd name="csY9245" fmla="*/ 449327 h 531334"/>
              <a:gd name="csX9246" fmla="*/ 1592623 w 1722333"/>
              <a:gd name="csY9246" fmla="*/ 449398 h 531334"/>
              <a:gd name="csX9247" fmla="*/ 1592801 w 1722333"/>
              <a:gd name="csY9247" fmla="*/ 449469 h 531334"/>
              <a:gd name="csX9248" fmla="*/ 1592970 w 1722333"/>
              <a:gd name="csY9248" fmla="*/ 449531 h 531334"/>
              <a:gd name="csX9249" fmla="*/ 1593139 w 1722333"/>
              <a:gd name="csY9249" fmla="*/ 449603 h 531334"/>
              <a:gd name="csX9250" fmla="*/ 1593317 w 1722333"/>
              <a:gd name="csY9250" fmla="*/ 449674 h 531334"/>
              <a:gd name="csX9251" fmla="*/ 1593486 w 1722333"/>
              <a:gd name="csY9251" fmla="*/ 449736 h 531334"/>
              <a:gd name="csX9252" fmla="*/ 1593655 w 1722333"/>
              <a:gd name="csY9252" fmla="*/ 449807 h 531334"/>
              <a:gd name="csX9253" fmla="*/ 1593833 w 1722333"/>
              <a:gd name="csY9253" fmla="*/ 449878 h 531334"/>
              <a:gd name="csX9254" fmla="*/ 1594002 w 1722333"/>
              <a:gd name="csY9254" fmla="*/ 449941 h 531334"/>
              <a:gd name="csX9255" fmla="*/ 1594180 w 1722333"/>
              <a:gd name="csY9255" fmla="*/ 450012 h 531334"/>
              <a:gd name="csX9256" fmla="*/ 1594349 w 1722333"/>
              <a:gd name="csY9256" fmla="*/ 450074 h 531334"/>
              <a:gd name="csX9257" fmla="*/ 1594518 w 1722333"/>
              <a:gd name="csY9257" fmla="*/ 450145 h 531334"/>
              <a:gd name="csX9258" fmla="*/ 1594696 w 1722333"/>
              <a:gd name="csY9258" fmla="*/ 450208 h 531334"/>
              <a:gd name="csX9259" fmla="*/ 1594865 w 1722333"/>
              <a:gd name="csY9259" fmla="*/ 450279 h 531334"/>
              <a:gd name="csX9260" fmla="*/ 1595034 w 1722333"/>
              <a:gd name="csY9260" fmla="*/ 450341 h 531334"/>
              <a:gd name="csX9261" fmla="*/ 1595212 w 1722333"/>
              <a:gd name="csY9261" fmla="*/ 450412 h 531334"/>
              <a:gd name="csX9262" fmla="*/ 1595381 w 1722333"/>
              <a:gd name="csY9262" fmla="*/ 450483 h 531334"/>
              <a:gd name="csX9263" fmla="*/ 1595550 w 1722333"/>
              <a:gd name="csY9263" fmla="*/ 450546 h 531334"/>
              <a:gd name="csX9264" fmla="*/ 1595728 w 1722333"/>
              <a:gd name="csY9264" fmla="*/ 450617 h 531334"/>
              <a:gd name="csX9265" fmla="*/ 1595897 w 1722333"/>
              <a:gd name="csY9265" fmla="*/ 450679 h 531334"/>
              <a:gd name="csX9266" fmla="*/ 1596075 w 1722333"/>
              <a:gd name="csY9266" fmla="*/ 450741 h 531334"/>
              <a:gd name="csX9267" fmla="*/ 1596244 w 1722333"/>
              <a:gd name="csY9267" fmla="*/ 450813 h 531334"/>
              <a:gd name="csX9268" fmla="*/ 1596413 w 1722333"/>
              <a:gd name="csY9268" fmla="*/ 450875 h 531334"/>
              <a:gd name="csX9269" fmla="*/ 1596591 w 1722333"/>
              <a:gd name="csY9269" fmla="*/ 450946 h 531334"/>
              <a:gd name="csX9270" fmla="*/ 1596760 w 1722333"/>
              <a:gd name="csY9270" fmla="*/ 451008 h 531334"/>
              <a:gd name="csX9271" fmla="*/ 1596929 w 1722333"/>
              <a:gd name="csY9271" fmla="*/ 451079 h 531334"/>
              <a:gd name="csX9272" fmla="*/ 1597107 w 1722333"/>
              <a:gd name="csY9272" fmla="*/ 451142 h 531334"/>
              <a:gd name="csX9273" fmla="*/ 1597276 w 1722333"/>
              <a:gd name="csY9273" fmla="*/ 451213 h 531334"/>
              <a:gd name="csX9274" fmla="*/ 1597445 w 1722333"/>
              <a:gd name="csY9274" fmla="*/ 451275 h 531334"/>
              <a:gd name="csX9275" fmla="*/ 1597623 w 1722333"/>
              <a:gd name="csY9275" fmla="*/ 451337 h 531334"/>
              <a:gd name="csX9276" fmla="*/ 1597792 w 1722333"/>
              <a:gd name="csY9276" fmla="*/ 451409 h 531334"/>
              <a:gd name="csX9277" fmla="*/ 1597970 w 1722333"/>
              <a:gd name="csY9277" fmla="*/ 451471 h 531334"/>
              <a:gd name="csX9278" fmla="*/ 1598139 w 1722333"/>
              <a:gd name="csY9278" fmla="*/ 451542 h 531334"/>
              <a:gd name="csX9279" fmla="*/ 1598308 w 1722333"/>
              <a:gd name="csY9279" fmla="*/ 451604 h 531334"/>
              <a:gd name="csX9280" fmla="*/ 1598486 w 1722333"/>
              <a:gd name="csY9280" fmla="*/ 451667 h 531334"/>
              <a:gd name="csX9281" fmla="*/ 1598655 w 1722333"/>
              <a:gd name="csY9281" fmla="*/ 451738 h 531334"/>
              <a:gd name="csX9282" fmla="*/ 1598824 w 1722333"/>
              <a:gd name="csY9282" fmla="*/ 451800 h 531334"/>
              <a:gd name="csX9283" fmla="*/ 1599002 w 1722333"/>
              <a:gd name="csY9283" fmla="*/ 451862 h 531334"/>
              <a:gd name="csX9284" fmla="*/ 1599171 w 1722333"/>
              <a:gd name="csY9284" fmla="*/ 451933 h 531334"/>
              <a:gd name="csX9285" fmla="*/ 1599340 w 1722333"/>
              <a:gd name="csY9285" fmla="*/ 451996 h 531334"/>
              <a:gd name="csX9286" fmla="*/ 1599518 w 1722333"/>
              <a:gd name="csY9286" fmla="*/ 452058 h 531334"/>
              <a:gd name="csX9287" fmla="*/ 1599687 w 1722333"/>
              <a:gd name="csY9287" fmla="*/ 452120 h 531334"/>
              <a:gd name="csX9288" fmla="*/ 1599865 w 1722333"/>
              <a:gd name="csY9288" fmla="*/ 452191 h 531334"/>
              <a:gd name="csX9289" fmla="*/ 1600034 w 1722333"/>
              <a:gd name="csY9289" fmla="*/ 452254 h 531334"/>
              <a:gd name="csX9290" fmla="*/ 1600203 w 1722333"/>
              <a:gd name="csY9290" fmla="*/ 452316 h 531334"/>
              <a:gd name="csX9291" fmla="*/ 1600381 w 1722333"/>
              <a:gd name="csY9291" fmla="*/ 452387 h 531334"/>
              <a:gd name="csX9292" fmla="*/ 1600550 w 1722333"/>
              <a:gd name="csY9292" fmla="*/ 452449 h 531334"/>
              <a:gd name="csX9293" fmla="*/ 1600719 w 1722333"/>
              <a:gd name="csY9293" fmla="*/ 452512 h 531334"/>
              <a:gd name="csX9294" fmla="*/ 1600897 w 1722333"/>
              <a:gd name="csY9294" fmla="*/ 452574 h 531334"/>
              <a:gd name="csX9295" fmla="*/ 1601066 w 1722333"/>
              <a:gd name="csY9295" fmla="*/ 452636 h 531334"/>
              <a:gd name="csX9296" fmla="*/ 1601235 w 1722333"/>
              <a:gd name="csY9296" fmla="*/ 452707 h 531334"/>
              <a:gd name="csX9297" fmla="*/ 1601413 w 1722333"/>
              <a:gd name="csY9297" fmla="*/ 452770 h 531334"/>
              <a:gd name="csX9298" fmla="*/ 1601582 w 1722333"/>
              <a:gd name="csY9298" fmla="*/ 452832 h 531334"/>
              <a:gd name="csX9299" fmla="*/ 1601751 w 1722333"/>
              <a:gd name="csY9299" fmla="*/ 452894 h 531334"/>
              <a:gd name="csX9300" fmla="*/ 1601929 w 1722333"/>
              <a:gd name="csY9300" fmla="*/ 452956 h 531334"/>
              <a:gd name="csX9301" fmla="*/ 1602098 w 1722333"/>
              <a:gd name="csY9301" fmla="*/ 453028 h 531334"/>
              <a:gd name="csX9302" fmla="*/ 1602276 w 1722333"/>
              <a:gd name="csY9302" fmla="*/ 453090 h 531334"/>
              <a:gd name="csX9303" fmla="*/ 1602445 w 1722333"/>
              <a:gd name="csY9303" fmla="*/ 453152 h 531334"/>
              <a:gd name="csX9304" fmla="*/ 1602614 w 1722333"/>
              <a:gd name="csY9304" fmla="*/ 453215 h 531334"/>
              <a:gd name="csX9305" fmla="*/ 1602792 w 1722333"/>
              <a:gd name="csY9305" fmla="*/ 453277 h 531334"/>
              <a:gd name="csX9306" fmla="*/ 1602961 w 1722333"/>
              <a:gd name="csY9306" fmla="*/ 453339 h 531334"/>
              <a:gd name="csX9307" fmla="*/ 1603130 w 1722333"/>
              <a:gd name="csY9307" fmla="*/ 453401 h 531334"/>
              <a:gd name="csX9308" fmla="*/ 1603308 w 1722333"/>
              <a:gd name="csY9308" fmla="*/ 453473 h 531334"/>
              <a:gd name="csX9309" fmla="*/ 1603477 w 1722333"/>
              <a:gd name="csY9309" fmla="*/ 453535 h 531334"/>
              <a:gd name="csX9310" fmla="*/ 1603646 w 1722333"/>
              <a:gd name="csY9310" fmla="*/ 453597 h 531334"/>
              <a:gd name="csX9311" fmla="*/ 1603824 w 1722333"/>
              <a:gd name="csY9311" fmla="*/ 453659 h 531334"/>
              <a:gd name="csX9312" fmla="*/ 1603993 w 1722333"/>
              <a:gd name="csY9312" fmla="*/ 453722 h 531334"/>
              <a:gd name="csX9313" fmla="*/ 1604171 w 1722333"/>
              <a:gd name="csY9313" fmla="*/ 453784 h 531334"/>
              <a:gd name="csX9314" fmla="*/ 1604340 w 1722333"/>
              <a:gd name="csY9314" fmla="*/ 453846 h 531334"/>
              <a:gd name="csX9315" fmla="*/ 1604509 w 1722333"/>
              <a:gd name="csY9315" fmla="*/ 453908 h 531334"/>
              <a:gd name="csX9316" fmla="*/ 1604687 w 1722333"/>
              <a:gd name="csY9316" fmla="*/ 453971 h 531334"/>
              <a:gd name="csX9317" fmla="*/ 1604855 w 1722333"/>
              <a:gd name="csY9317" fmla="*/ 454033 h 531334"/>
              <a:gd name="csX9318" fmla="*/ 1605025 w 1722333"/>
              <a:gd name="csY9318" fmla="*/ 454095 h 531334"/>
              <a:gd name="csX9319" fmla="*/ 1605203 w 1722333"/>
              <a:gd name="csY9319" fmla="*/ 454158 h 531334"/>
              <a:gd name="csX9320" fmla="*/ 1605372 w 1722333"/>
              <a:gd name="csY9320" fmla="*/ 454220 h 531334"/>
              <a:gd name="csX9321" fmla="*/ 1605541 w 1722333"/>
              <a:gd name="csY9321" fmla="*/ 454282 h 531334"/>
              <a:gd name="csX9322" fmla="*/ 1605719 w 1722333"/>
              <a:gd name="csY9322" fmla="*/ 454344 h 531334"/>
              <a:gd name="csX9323" fmla="*/ 1605888 w 1722333"/>
              <a:gd name="csY9323" fmla="*/ 454407 h 531334"/>
              <a:gd name="csX9324" fmla="*/ 1606066 w 1722333"/>
              <a:gd name="csY9324" fmla="*/ 454469 h 531334"/>
              <a:gd name="csX9325" fmla="*/ 1606234 w 1722333"/>
              <a:gd name="csY9325" fmla="*/ 454531 h 531334"/>
              <a:gd name="csX9326" fmla="*/ 1606404 w 1722333"/>
              <a:gd name="csY9326" fmla="*/ 454594 h 531334"/>
              <a:gd name="csX9327" fmla="*/ 1606582 w 1722333"/>
              <a:gd name="csY9327" fmla="*/ 454656 h 531334"/>
              <a:gd name="csX9328" fmla="*/ 1606751 w 1722333"/>
              <a:gd name="csY9328" fmla="*/ 454718 h 531334"/>
              <a:gd name="csX9329" fmla="*/ 1606920 w 1722333"/>
              <a:gd name="csY9329" fmla="*/ 454780 h 531334"/>
              <a:gd name="csX9330" fmla="*/ 1607097 w 1722333"/>
              <a:gd name="csY9330" fmla="*/ 454843 h 531334"/>
              <a:gd name="csX9331" fmla="*/ 1607267 w 1722333"/>
              <a:gd name="csY9331" fmla="*/ 454905 h 531334"/>
              <a:gd name="csX9332" fmla="*/ 1607436 w 1722333"/>
              <a:gd name="csY9332" fmla="*/ 454958 h 531334"/>
              <a:gd name="csX9333" fmla="*/ 1607613 w 1722333"/>
              <a:gd name="csY9333" fmla="*/ 455021 h 531334"/>
              <a:gd name="csX9334" fmla="*/ 1607782 w 1722333"/>
              <a:gd name="csY9334" fmla="*/ 455083 h 531334"/>
              <a:gd name="csX9335" fmla="*/ 1607961 w 1722333"/>
              <a:gd name="csY9335" fmla="*/ 455145 h 531334"/>
              <a:gd name="csX9336" fmla="*/ 1608130 w 1722333"/>
              <a:gd name="csY9336" fmla="*/ 455207 h 531334"/>
              <a:gd name="csX9337" fmla="*/ 1608299 w 1722333"/>
              <a:gd name="csY9337" fmla="*/ 455270 h 531334"/>
              <a:gd name="csX9338" fmla="*/ 1608476 w 1722333"/>
              <a:gd name="csY9338" fmla="*/ 455332 h 531334"/>
              <a:gd name="csX9339" fmla="*/ 1608645 w 1722333"/>
              <a:gd name="csY9339" fmla="*/ 455394 h 531334"/>
              <a:gd name="csX9340" fmla="*/ 1608815 w 1722333"/>
              <a:gd name="csY9340" fmla="*/ 455448 h 531334"/>
              <a:gd name="csX9341" fmla="*/ 1608992 w 1722333"/>
              <a:gd name="csY9341" fmla="*/ 455510 h 531334"/>
              <a:gd name="csX9342" fmla="*/ 1609161 w 1722333"/>
              <a:gd name="csY9342" fmla="*/ 455572 h 531334"/>
              <a:gd name="csX9343" fmla="*/ 1609330 w 1722333"/>
              <a:gd name="csY9343" fmla="*/ 455634 h 531334"/>
              <a:gd name="csX9344" fmla="*/ 1609509 w 1722333"/>
              <a:gd name="csY9344" fmla="*/ 455697 h 531334"/>
              <a:gd name="csX9345" fmla="*/ 1609678 w 1722333"/>
              <a:gd name="csY9345" fmla="*/ 455750 h 531334"/>
              <a:gd name="csX9346" fmla="*/ 1609846 w 1722333"/>
              <a:gd name="csY9346" fmla="*/ 455812 h 531334"/>
              <a:gd name="csX9347" fmla="*/ 1610024 w 1722333"/>
              <a:gd name="csY9347" fmla="*/ 455875 h 531334"/>
              <a:gd name="csX9348" fmla="*/ 1610193 w 1722333"/>
              <a:gd name="csY9348" fmla="*/ 455937 h 531334"/>
              <a:gd name="csX9349" fmla="*/ 1610371 w 1722333"/>
              <a:gd name="csY9349" fmla="*/ 455999 h 531334"/>
              <a:gd name="csX9350" fmla="*/ 1610540 w 1722333"/>
              <a:gd name="csY9350" fmla="*/ 456052 h 531334"/>
              <a:gd name="csX9351" fmla="*/ 1610709 w 1722333"/>
              <a:gd name="csY9351" fmla="*/ 456115 h 531334"/>
              <a:gd name="csX9352" fmla="*/ 1610887 w 1722333"/>
              <a:gd name="csY9352" fmla="*/ 456177 h 531334"/>
              <a:gd name="csX9353" fmla="*/ 1611057 w 1722333"/>
              <a:gd name="csY9353" fmla="*/ 456239 h 531334"/>
              <a:gd name="csX9354" fmla="*/ 1611225 w 1722333"/>
              <a:gd name="csY9354" fmla="*/ 456293 h 531334"/>
              <a:gd name="csX9355" fmla="*/ 1611403 w 1722333"/>
              <a:gd name="csY9355" fmla="*/ 456355 h 531334"/>
              <a:gd name="csX9356" fmla="*/ 1611572 w 1722333"/>
              <a:gd name="csY9356" fmla="*/ 456417 h 531334"/>
              <a:gd name="csX9357" fmla="*/ 1611742 w 1722333"/>
              <a:gd name="csY9357" fmla="*/ 456471 h 531334"/>
              <a:gd name="csX9358" fmla="*/ 1611919 w 1722333"/>
              <a:gd name="csY9358" fmla="*/ 456533 h 531334"/>
              <a:gd name="csX9359" fmla="*/ 1612088 w 1722333"/>
              <a:gd name="csY9359" fmla="*/ 456595 h 531334"/>
              <a:gd name="csX9360" fmla="*/ 1612266 w 1722333"/>
              <a:gd name="csY9360" fmla="*/ 456649 h 531334"/>
              <a:gd name="csX9361" fmla="*/ 1612435 w 1722333"/>
              <a:gd name="csY9361" fmla="*/ 456711 h 531334"/>
              <a:gd name="csX9362" fmla="*/ 1612604 w 1722333"/>
              <a:gd name="csY9362" fmla="*/ 456773 h 531334"/>
              <a:gd name="csX9363" fmla="*/ 1612782 w 1722333"/>
              <a:gd name="csY9363" fmla="*/ 456827 h 531334"/>
              <a:gd name="csX9364" fmla="*/ 1612951 w 1722333"/>
              <a:gd name="csY9364" fmla="*/ 456889 h 531334"/>
              <a:gd name="csX9365" fmla="*/ 1613120 w 1722333"/>
              <a:gd name="csY9365" fmla="*/ 456951 h 531334"/>
              <a:gd name="csX9366" fmla="*/ 1613298 w 1722333"/>
              <a:gd name="csY9366" fmla="*/ 457004 h 531334"/>
              <a:gd name="csX9367" fmla="*/ 1613467 w 1722333"/>
              <a:gd name="csY9367" fmla="*/ 457067 h 531334"/>
              <a:gd name="csX9368" fmla="*/ 1613636 w 1722333"/>
              <a:gd name="csY9368" fmla="*/ 457120 h 531334"/>
              <a:gd name="csX9369" fmla="*/ 1613814 w 1722333"/>
              <a:gd name="csY9369" fmla="*/ 457182 h 531334"/>
              <a:gd name="csX9370" fmla="*/ 1613983 w 1722333"/>
              <a:gd name="csY9370" fmla="*/ 457245 h 531334"/>
              <a:gd name="csX9371" fmla="*/ 1614161 w 1722333"/>
              <a:gd name="csY9371" fmla="*/ 457298 h 531334"/>
              <a:gd name="csX9372" fmla="*/ 1614330 w 1722333"/>
              <a:gd name="csY9372" fmla="*/ 457360 h 531334"/>
              <a:gd name="csX9373" fmla="*/ 1614499 w 1722333"/>
              <a:gd name="csY9373" fmla="*/ 457414 h 531334"/>
              <a:gd name="csX9374" fmla="*/ 1614677 w 1722333"/>
              <a:gd name="csY9374" fmla="*/ 457476 h 531334"/>
              <a:gd name="csX9375" fmla="*/ 1614846 w 1722333"/>
              <a:gd name="csY9375" fmla="*/ 457538 h 531334"/>
              <a:gd name="csX9376" fmla="*/ 1615015 w 1722333"/>
              <a:gd name="csY9376" fmla="*/ 457592 h 531334"/>
              <a:gd name="csX9377" fmla="*/ 1615193 w 1722333"/>
              <a:gd name="csY9377" fmla="*/ 457654 h 531334"/>
              <a:gd name="csX9378" fmla="*/ 1615362 w 1722333"/>
              <a:gd name="csY9378" fmla="*/ 457707 h 531334"/>
              <a:gd name="csX9379" fmla="*/ 1615531 w 1722333"/>
              <a:gd name="csY9379" fmla="*/ 457770 h 531334"/>
              <a:gd name="csX9380" fmla="*/ 1615709 w 1722333"/>
              <a:gd name="csY9380" fmla="*/ 457823 h 531334"/>
              <a:gd name="csX9381" fmla="*/ 1615878 w 1722333"/>
              <a:gd name="csY9381" fmla="*/ 457885 h 531334"/>
              <a:gd name="csX9382" fmla="*/ 1616056 w 1722333"/>
              <a:gd name="csY9382" fmla="*/ 457939 h 531334"/>
              <a:gd name="csX9383" fmla="*/ 1616225 w 1722333"/>
              <a:gd name="csY9383" fmla="*/ 458001 h 531334"/>
              <a:gd name="csX9384" fmla="*/ 1616394 w 1722333"/>
              <a:gd name="csY9384" fmla="*/ 458054 h 531334"/>
              <a:gd name="csX9385" fmla="*/ 1616572 w 1722333"/>
              <a:gd name="csY9385" fmla="*/ 458116 h 531334"/>
              <a:gd name="csX9386" fmla="*/ 1616741 w 1722333"/>
              <a:gd name="csY9386" fmla="*/ 458170 h 531334"/>
              <a:gd name="csX9387" fmla="*/ 1616910 w 1722333"/>
              <a:gd name="csY9387" fmla="*/ 458232 h 531334"/>
              <a:gd name="csX9388" fmla="*/ 1617088 w 1722333"/>
              <a:gd name="csY9388" fmla="*/ 458285 h 531334"/>
              <a:gd name="csX9389" fmla="*/ 1617257 w 1722333"/>
              <a:gd name="csY9389" fmla="*/ 458348 h 531334"/>
              <a:gd name="csX9390" fmla="*/ 1617426 w 1722333"/>
              <a:gd name="csY9390" fmla="*/ 458401 h 531334"/>
              <a:gd name="csX9391" fmla="*/ 1617604 w 1722333"/>
              <a:gd name="csY9391" fmla="*/ 458455 h 531334"/>
              <a:gd name="csX9392" fmla="*/ 1617773 w 1722333"/>
              <a:gd name="csY9392" fmla="*/ 458517 h 531334"/>
              <a:gd name="csX9393" fmla="*/ 1617942 w 1722333"/>
              <a:gd name="csY9393" fmla="*/ 458570 h 531334"/>
              <a:gd name="csX9394" fmla="*/ 1618120 w 1722333"/>
              <a:gd name="csY9394" fmla="*/ 458632 h 531334"/>
              <a:gd name="csX9395" fmla="*/ 1618289 w 1722333"/>
              <a:gd name="csY9395" fmla="*/ 458686 h 531334"/>
              <a:gd name="csX9396" fmla="*/ 1618467 w 1722333"/>
              <a:gd name="csY9396" fmla="*/ 458739 h 531334"/>
              <a:gd name="csX9397" fmla="*/ 1618636 w 1722333"/>
              <a:gd name="csY9397" fmla="*/ 458802 h 531334"/>
              <a:gd name="csX9398" fmla="*/ 1618805 w 1722333"/>
              <a:gd name="csY9398" fmla="*/ 458855 h 531334"/>
              <a:gd name="csX9399" fmla="*/ 1618983 w 1722333"/>
              <a:gd name="csY9399" fmla="*/ 458917 h 531334"/>
              <a:gd name="csX9400" fmla="*/ 1619152 w 1722333"/>
              <a:gd name="csY9400" fmla="*/ 458970 h 531334"/>
              <a:gd name="csX9401" fmla="*/ 1619321 w 1722333"/>
              <a:gd name="csY9401" fmla="*/ 459024 h 531334"/>
              <a:gd name="csX9402" fmla="*/ 1619499 w 1722333"/>
              <a:gd name="csY9402" fmla="*/ 459086 h 531334"/>
              <a:gd name="csX9403" fmla="*/ 1619668 w 1722333"/>
              <a:gd name="csY9403" fmla="*/ 459140 h 531334"/>
              <a:gd name="csX9404" fmla="*/ 1619837 w 1722333"/>
              <a:gd name="csY9404" fmla="*/ 459193 h 531334"/>
              <a:gd name="csX9405" fmla="*/ 1620015 w 1722333"/>
              <a:gd name="csY9405" fmla="*/ 459255 h 531334"/>
              <a:gd name="csX9406" fmla="*/ 1620184 w 1722333"/>
              <a:gd name="csY9406" fmla="*/ 459309 h 531334"/>
              <a:gd name="csX9407" fmla="*/ 1620362 w 1722333"/>
              <a:gd name="csY9407" fmla="*/ 459362 h 531334"/>
              <a:gd name="csX9408" fmla="*/ 1620531 w 1722333"/>
              <a:gd name="csY9408" fmla="*/ 459424 h 531334"/>
              <a:gd name="csX9409" fmla="*/ 1620700 w 1722333"/>
              <a:gd name="csY9409" fmla="*/ 459478 h 531334"/>
              <a:gd name="csX9410" fmla="*/ 1620878 w 1722333"/>
              <a:gd name="csY9410" fmla="*/ 459531 h 531334"/>
              <a:gd name="csX9411" fmla="*/ 1621047 w 1722333"/>
              <a:gd name="csY9411" fmla="*/ 459593 h 531334"/>
              <a:gd name="csX9412" fmla="*/ 1621216 w 1722333"/>
              <a:gd name="csY9412" fmla="*/ 459647 h 531334"/>
              <a:gd name="csX9413" fmla="*/ 1621394 w 1722333"/>
              <a:gd name="csY9413" fmla="*/ 459700 h 531334"/>
              <a:gd name="csX9414" fmla="*/ 1621563 w 1722333"/>
              <a:gd name="csY9414" fmla="*/ 459753 h 531334"/>
              <a:gd name="csX9415" fmla="*/ 1621732 w 1722333"/>
              <a:gd name="csY9415" fmla="*/ 459816 h 531334"/>
              <a:gd name="csX9416" fmla="*/ 1621910 w 1722333"/>
              <a:gd name="csY9416" fmla="*/ 459869 h 531334"/>
              <a:gd name="csX9417" fmla="*/ 1622079 w 1722333"/>
              <a:gd name="csY9417" fmla="*/ 459922 h 531334"/>
              <a:gd name="csX9418" fmla="*/ 1622257 w 1722333"/>
              <a:gd name="csY9418" fmla="*/ 459976 h 531334"/>
              <a:gd name="csX9419" fmla="*/ 1622426 w 1722333"/>
              <a:gd name="csY9419" fmla="*/ 460038 h 531334"/>
              <a:gd name="csX9420" fmla="*/ 1622595 w 1722333"/>
              <a:gd name="csY9420" fmla="*/ 460091 h 531334"/>
              <a:gd name="csX9421" fmla="*/ 1622773 w 1722333"/>
              <a:gd name="csY9421" fmla="*/ 460145 h 531334"/>
              <a:gd name="csX9422" fmla="*/ 1622942 w 1722333"/>
              <a:gd name="csY9422" fmla="*/ 460198 h 531334"/>
              <a:gd name="csX9423" fmla="*/ 1623111 w 1722333"/>
              <a:gd name="csY9423" fmla="*/ 460252 h 531334"/>
              <a:gd name="csX9424" fmla="*/ 1623289 w 1722333"/>
              <a:gd name="csY9424" fmla="*/ 460314 h 531334"/>
              <a:gd name="csX9425" fmla="*/ 1623458 w 1722333"/>
              <a:gd name="csY9425" fmla="*/ 460367 h 531334"/>
              <a:gd name="csX9426" fmla="*/ 1623627 w 1722333"/>
              <a:gd name="csY9426" fmla="*/ 460421 h 531334"/>
              <a:gd name="csX9427" fmla="*/ 1623805 w 1722333"/>
              <a:gd name="csY9427" fmla="*/ 460474 h 531334"/>
              <a:gd name="csX9428" fmla="*/ 1623974 w 1722333"/>
              <a:gd name="csY9428" fmla="*/ 460527 h 531334"/>
              <a:gd name="csX9429" fmla="*/ 1624152 w 1722333"/>
              <a:gd name="csY9429" fmla="*/ 460581 h 531334"/>
              <a:gd name="csX9430" fmla="*/ 1624321 w 1722333"/>
              <a:gd name="csY9430" fmla="*/ 460643 h 531334"/>
              <a:gd name="csX9431" fmla="*/ 1624490 w 1722333"/>
              <a:gd name="csY9431" fmla="*/ 460696 h 531334"/>
              <a:gd name="csX9432" fmla="*/ 1624668 w 1722333"/>
              <a:gd name="csY9432" fmla="*/ 460750 h 531334"/>
              <a:gd name="csX9433" fmla="*/ 1624837 w 1722333"/>
              <a:gd name="csY9433" fmla="*/ 460803 h 531334"/>
              <a:gd name="csX9434" fmla="*/ 1625006 w 1722333"/>
              <a:gd name="csY9434" fmla="*/ 460857 h 531334"/>
              <a:gd name="csX9435" fmla="*/ 1625184 w 1722333"/>
              <a:gd name="csY9435" fmla="*/ 460910 h 531334"/>
              <a:gd name="csX9436" fmla="*/ 1625353 w 1722333"/>
              <a:gd name="csY9436" fmla="*/ 460963 h 531334"/>
              <a:gd name="csX9437" fmla="*/ 1625522 w 1722333"/>
              <a:gd name="csY9437" fmla="*/ 461017 h 531334"/>
              <a:gd name="csX9438" fmla="*/ 1625700 w 1722333"/>
              <a:gd name="csY9438" fmla="*/ 461070 h 531334"/>
              <a:gd name="csX9439" fmla="*/ 1625869 w 1722333"/>
              <a:gd name="csY9439" fmla="*/ 461132 h 531334"/>
              <a:gd name="csX9440" fmla="*/ 1626038 w 1722333"/>
              <a:gd name="csY9440" fmla="*/ 461186 h 531334"/>
              <a:gd name="csX9441" fmla="*/ 1626216 w 1722333"/>
              <a:gd name="csY9441" fmla="*/ 461239 h 531334"/>
              <a:gd name="csX9442" fmla="*/ 1626385 w 1722333"/>
              <a:gd name="csY9442" fmla="*/ 461292 h 531334"/>
              <a:gd name="csX9443" fmla="*/ 1626563 w 1722333"/>
              <a:gd name="csY9443" fmla="*/ 461346 h 531334"/>
              <a:gd name="csX9444" fmla="*/ 1626732 w 1722333"/>
              <a:gd name="csY9444" fmla="*/ 461399 h 531334"/>
              <a:gd name="csX9445" fmla="*/ 1626901 w 1722333"/>
              <a:gd name="csY9445" fmla="*/ 461453 h 531334"/>
              <a:gd name="csX9446" fmla="*/ 1627079 w 1722333"/>
              <a:gd name="csY9446" fmla="*/ 461506 h 531334"/>
              <a:gd name="csX9447" fmla="*/ 1627248 w 1722333"/>
              <a:gd name="csY9447" fmla="*/ 461559 h 531334"/>
              <a:gd name="csX9448" fmla="*/ 1627417 w 1722333"/>
              <a:gd name="csY9448" fmla="*/ 461613 h 531334"/>
              <a:gd name="csX9449" fmla="*/ 1627595 w 1722333"/>
              <a:gd name="csY9449" fmla="*/ 461666 h 531334"/>
              <a:gd name="csX9450" fmla="*/ 1627764 w 1722333"/>
              <a:gd name="csY9450" fmla="*/ 461720 h 531334"/>
              <a:gd name="csX9451" fmla="*/ 1627933 w 1722333"/>
              <a:gd name="csY9451" fmla="*/ 461773 h 531334"/>
              <a:gd name="csX9452" fmla="*/ 1628111 w 1722333"/>
              <a:gd name="csY9452" fmla="*/ 461826 h 531334"/>
              <a:gd name="csX9453" fmla="*/ 1628280 w 1722333"/>
              <a:gd name="csY9453" fmla="*/ 461880 h 531334"/>
              <a:gd name="csX9454" fmla="*/ 1628458 w 1722333"/>
              <a:gd name="csY9454" fmla="*/ 461933 h 531334"/>
              <a:gd name="csX9455" fmla="*/ 1628627 w 1722333"/>
              <a:gd name="csY9455" fmla="*/ 461986 h 531334"/>
              <a:gd name="csX9456" fmla="*/ 1628796 w 1722333"/>
              <a:gd name="csY9456" fmla="*/ 462040 h 531334"/>
              <a:gd name="csX9457" fmla="*/ 1628974 w 1722333"/>
              <a:gd name="csY9457" fmla="*/ 462093 h 531334"/>
              <a:gd name="csX9458" fmla="*/ 1629143 w 1722333"/>
              <a:gd name="csY9458" fmla="*/ 462147 h 531334"/>
              <a:gd name="csX9459" fmla="*/ 1629312 w 1722333"/>
              <a:gd name="csY9459" fmla="*/ 462200 h 531334"/>
              <a:gd name="csX9460" fmla="*/ 1629490 w 1722333"/>
              <a:gd name="csY9460" fmla="*/ 462253 h 531334"/>
              <a:gd name="csX9461" fmla="*/ 1629659 w 1722333"/>
              <a:gd name="csY9461" fmla="*/ 462307 h 531334"/>
              <a:gd name="csX9462" fmla="*/ 1629828 w 1722333"/>
              <a:gd name="csY9462" fmla="*/ 462360 h 531334"/>
              <a:gd name="csX9463" fmla="*/ 1630006 w 1722333"/>
              <a:gd name="csY9463" fmla="*/ 462405 h 531334"/>
              <a:gd name="csX9464" fmla="*/ 1630175 w 1722333"/>
              <a:gd name="csY9464" fmla="*/ 462458 h 531334"/>
              <a:gd name="csX9465" fmla="*/ 1630353 w 1722333"/>
              <a:gd name="csY9465" fmla="*/ 462511 h 531334"/>
              <a:gd name="csX9466" fmla="*/ 1630522 w 1722333"/>
              <a:gd name="csY9466" fmla="*/ 462565 h 531334"/>
              <a:gd name="csX9467" fmla="*/ 1630691 w 1722333"/>
              <a:gd name="csY9467" fmla="*/ 462618 h 531334"/>
              <a:gd name="csX9468" fmla="*/ 1630869 w 1722333"/>
              <a:gd name="csY9468" fmla="*/ 462671 h 531334"/>
              <a:gd name="csX9469" fmla="*/ 1631038 w 1722333"/>
              <a:gd name="csY9469" fmla="*/ 462725 h 531334"/>
              <a:gd name="csX9470" fmla="*/ 1631207 w 1722333"/>
              <a:gd name="csY9470" fmla="*/ 462778 h 531334"/>
              <a:gd name="csX9471" fmla="*/ 1631385 w 1722333"/>
              <a:gd name="csY9471" fmla="*/ 462832 h 531334"/>
              <a:gd name="csX9472" fmla="*/ 1631554 w 1722333"/>
              <a:gd name="csY9472" fmla="*/ 462876 h 531334"/>
              <a:gd name="csX9473" fmla="*/ 1631723 w 1722333"/>
              <a:gd name="csY9473" fmla="*/ 462929 h 531334"/>
              <a:gd name="csX9474" fmla="*/ 1631901 w 1722333"/>
              <a:gd name="csY9474" fmla="*/ 462983 h 531334"/>
              <a:gd name="csX9475" fmla="*/ 1632070 w 1722333"/>
              <a:gd name="csY9475" fmla="*/ 463036 h 531334"/>
              <a:gd name="csX9476" fmla="*/ 1632248 w 1722333"/>
              <a:gd name="csY9476" fmla="*/ 463090 h 531334"/>
              <a:gd name="csX9477" fmla="*/ 1632417 w 1722333"/>
              <a:gd name="csY9477" fmla="*/ 463143 h 531334"/>
              <a:gd name="csX9478" fmla="*/ 1632586 w 1722333"/>
              <a:gd name="csY9478" fmla="*/ 463187 h 531334"/>
              <a:gd name="csX9479" fmla="*/ 1632764 w 1722333"/>
              <a:gd name="csY9479" fmla="*/ 463241 h 531334"/>
              <a:gd name="csX9480" fmla="*/ 1632933 w 1722333"/>
              <a:gd name="csY9480" fmla="*/ 463294 h 531334"/>
              <a:gd name="csX9481" fmla="*/ 1633102 w 1722333"/>
              <a:gd name="csY9481" fmla="*/ 463348 h 531334"/>
              <a:gd name="csX9482" fmla="*/ 1633280 w 1722333"/>
              <a:gd name="csY9482" fmla="*/ 463401 h 531334"/>
              <a:gd name="csX9483" fmla="*/ 1633449 w 1722333"/>
              <a:gd name="csY9483" fmla="*/ 463445 h 531334"/>
              <a:gd name="csX9484" fmla="*/ 1633618 w 1722333"/>
              <a:gd name="csY9484" fmla="*/ 463499 h 531334"/>
              <a:gd name="csX9485" fmla="*/ 1633796 w 1722333"/>
              <a:gd name="csY9485" fmla="*/ 463552 h 531334"/>
              <a:gd name="csX9486" fmla="*/ 1633965 w 1722333"/>
              <a:gd name="csY9486" fmla="*/ 463606 h 531334"/>
              <a:gd name="csX9487" fmla="*/ 1634134 w 1722333"/>
              <a:gd name="csY9487" fmla="*/ 463650 h 531334"/>
              <a:gd name="csX9488" fmla="*/ 1634312 w 1722333"/>
              <a:gd name="csY9488" fmla="*/ 463703 h 531334"/>
              <a:gd name="csX9489" fmla="*/ 1634481 w 1722333"/>
              <a:gd name="csY9489" fmla="*/ 463757 h 531334"/>
              <a:gd name="csX9490" fmla="*/ 1634659 w 1722333"/>
              <a:gd name="csY9490" fmla="*/ 463810 h 531334"/>
              <a:gd name="csX9491" fmla="*/ 1634828 w 1722333"/>
              <a:gd name="csY9491" fmla="*/ 463855 h 531334"/>
              <a:gd name="csX9492" fmla="*/ 1634997 w 1722333"/>
              <a:gd name="csY9492" fmla="*/ 463908 h 531334"/>
              <a:gd name="csX9493" fmla="*/ 1635175 w 1722333"/>
              <a:gd name="csY9493" fmla="*/ 463961 h 531334"/>
              <a:gd name="csX9494" fmla="*/ 1635344 w 1722333"/>
              <a:gd name="csY9494" fmla="*/ 464015 h 531334"/>
              <a:gd name="csX9495" fmla="*/ 1635513 w 1722333"/>
              <a:gd name="csY9495" fmla="*/ 464059 h 531334"/>
              <a:gd name="csX9496" fmla="*/ 1635691 w 1722333"/>
              <a:gd name="csY9496" fmla="*/ 464113 h 531334"/>
              <a:gd name="csX9497" fmla="*/ 1635860 w 1722333"/>
              <a:gd name="csY9497" fmla="*/ 464166 h 531334"/>
              <a:gd name="csX9498" fmla="*/ 1636029 w 1722333"/>
              <a:gd name="csY9498" fmla="*/ 464211 h 531334"/>
              <a:gd name="csX9499" fmla="*/ 1636207 w 1722333"/>
              <a:gd name="csY9499" fmla="*/ 464264 h 531334"/>
              <a:gd name="csX9500" fmla="*/ 1636376 w 1722333"/>
              <a:gd name="csY9500" fmla="*/ 464317 h 531334"/>
              <a:gd name="csX9501" fmla="*/ 1636554 w 1722333"/>
              <a:gd name="csY9501" fmla="*/ 464362 h 531334"/>
              <a:gd name="csX9502" fmla="*/ 1636723 w 1722333"/>
              <a:gd name="csY9502" fmla="*/ 464415 h 531334"/>
              <a:gd name="csX9503" fmla="*/ 1636892 w 1722333"/>
              <a:gd name="csY9503" fmla="*/ 464469 h 531334"/>
              <a:gd name="csX9504" fmla="*/ 1637070 w 1722333"/>
              <a:gd name="csY9504" fmla="*/ 464513 h 531334"/>
              <a:gd name="csX9505" fmla="*/ 1637239 w 1722333"/>
              <a:gd name="csY9505" fmla="*/ 464566 h 531334"/>
              <a:gd name="csX9506" fmla="*/ 1637408 w 1722333"/>
              <a:gd name="csY9506" fmla="*/ 464620 h 531334"/>
              <a:gd name="csX9507" fmla="*/ 1637586 w 1722333"/>
              <a:gd name="csY9507" fmla="*/ 464664 h 531334"/>
              <a:gd name="csX9508" fmla="*/ 1637755 w 1722333"/>
              <a:gd name="csY9508" fmla="*/ 464718 h 531334"/>
              <a:gd name="csX9509" fmla="*/ 1637924 w 1722333"/>
              <a:gd name="csY9509" fmla="*/ 464771 h 531334"/>
              <a:gd name="csX9510" fmla="*/ 1638102 w 1722333"/>
              <a:gd name="csY9510" fmla="*/ 464816 h 531334"/>
              <a:gd name="csX9511" fmla="*/ 1638271 w 1722333"/>
              <a:gd name="csY9511" fmla="*/ 464869 h 531334"/>
              <a:gd name="csX9512" fmla="*/ 1638448 w 1722333"/>
              <a:gd name="csY9512" fmla="*/ 464913 h 531334"/>
              <a:gd name="csX9513" fmla="*/ 1638618 w 1722333"/>
              <a:gd name="csY9513" fmla="*/ 464967 h 531334"/>
              <a:gd name="csX9514" fmla="*/ 1638787 w 1722333"/>
              <a:gd name="csY9514" fmla="*/ 465020 h 531334"/>
              <a:gd name="csX9515" fmla="*/ 1638965 w 1722333"/>
              <a:gd name="csY9515" fmla="*/ 465065 h 531334"/>
              <a:gd name="csX9516" fmla="*/ 1639134 w 1722333"/>
              <a:gd name="csY9516" fmla="*/ 465118 h 531334"/>
              <a:gd name="csX9517" fmla="*/ 1639303 w 1722333"/>
              <a:gd name="csY9517" fmla="*/ 465163 h 531334"/>
              <a:gd name="csX9518" fmla="*/ 1639481 w 1722333"/>
              <a:gd name="csY9518" fmla="*/ 465216 h 531334"/>
              <a:gd name="csX9519" fmla="*/ 1639650 w 1722333"/>
              <a:gd name="csY9519" fmla="*/ 465260 h 531334"/>
              <a:gd name="csX9520" fmla="*/ 1639819 w 1722333"/>
              <a:gd name="csY9520" fmla="*/ 465314 h 531334"/>
              <a:gd name="csX9521" fmla="*/ 1639996 w 1722333"/>
              <a:gd name="csY9521" fmla="*/ 465358 h 531334"/>
              <a:gd name="csX9522" fmla="*/ 1640166 w 1722333"/>
              <a:gd name="csY9522" fmla="*/ 465412 h 531334"/>
              <a:gd name="csX9523" fmla="*/ 1640344 w 1722333"/>
              <a:gd name="csY9523" fmla="*/ 465465 h 531334"/>
              <a:gd name="csX9524" fmla="*/ 1640513 w 1722333"/>
              <a:gd name="csY9524" fmla="*/ 465509 h 531334"/>
              <a:gd name="csX9525" fmla="*/ 1640682 w 1722333"/>
              <a:gd name="csY9525" fmla="*/ 465563 h 531334"/>
              <a:gd name="csX9526" fmla="*/ 1640860 w 1722333"/>
              <a:gd name="csY9526" fmla="*/ 465607 h 531334"/>
              <a:gd name="csX9527" fmla="*/ 1641029 w 1722333"/>
              <a:gd name="csY9527" fmla="*/ 465661 h 531334"/>
              <a:gd name="csX9528" fmla="*/ 1641198 w 1722333"/>
              <a:gd name="csY9528" fmla="*/ 465705 h 531334"/>
              <a:gd name="csX9529" fmla="*/ 1641375 w 1722333"/>
              <a:gd name="csY9529" fmla="*/ 465758 h 531334"/>
              <a:gd name="csX9530" fmla="*/ 1641545 w 1722333"/>
              <a:gd name="csY9530" fmla="*/ 465803 h 531334"/>
              <a:gd name="csX9531" fmla="*/ 1641714 w 1722333"/>
              <a:gd name="csY9531" fmla="*/ 465856 h 531334"/>
              <a:gd name="csX9532" fmla="*/ 1641892 w 1722333"/>
              <a:gd name="csY9532" fmla="*/ 465901 h 531334"/>
              <a:gd name="csX9533" fmla="*/ 1642061 w 1722333"/>
              <a:gd name="csY9533" fmla="*/ 465945 h 531334"/>
              <a:gd name="csX9534" fmla="*/ 1642229 w 1722333"/>
              <a:gd name="csY9534" fmla="*/ 465999 h 531334"/>
              <a:gd name="csX9535" fmla="*/ 1642408 w 1722333"/>
              <a:gd name="csY9535" fmla="*/ 466043 h 531334"/>
              <a:gd name="csX9536" fmla="*/ 1642577 w 1722333"/>
              <a:gd name="csY9536" fmla="*/ 466097 h 531334"/>
              <a:gd name="csX9537" fmla="*/ 1642754 w 1722333"/>
              <a:gd name="csY9537" fmla="*/ 466141 h 531334"/>
              <a:gd name="csX9538" fmla="*/ 1642923 w 1722333"/>
              <a:gd name="csY9538" fmla="*/ 466194 h 531334"/>
              <a:gd name="csX9539" fmla="*/ 1643093 w 1722333"/>
              <a:gd name="csY9539" fmla="*/ 466239 h 531334"/>
              <a:gd name="csX9540" fmla="*/ 1643271 w 1722333"/>
              <a:gd name="csY9540" fmla="*/ 466292 h 531334"/>
              <a:gd name="csX9541" fmla="*/ 1643439 w 1722333"/>
              <a:gd name="csY9541" fmla="*/ 466337 h 531334"/>
              <a:gd name="csX9542" fmla="*/ 1643608 w 1722333"/>
              <a:gd name="csY9542" fmla="*/ 466381 h 531334"/>
              <a:gd name="csX9543" fmla="*/ 1643786 w 1722333"/>
              <a:gd name="csY9543" fmla="*/ 466435 h 531334"/>
              <a:gd name="csX9544" fmla="*/ 1643956 w 1722333"/>
              <a:gd name="csY9544" fmla="*/ 466479 h 531334"/>
              <a:gd name="csX9545" fmla="*/ 1644125 w 1722333"/>
              <a:gd name="csY9545" fmla="*/ 466532 h 531334"/>
              <a:gd name="csX9546" fmla="*/ 1644302 w 1722333"/>
              <a:gd name="csY9546" fmla="*/ 466577 h 531334"/>
              <a:gd name="csX9547" fmla="*/ 1644471 w 1722333"/>
              <a:gd name="csY9547" fmla="*/ 466621 h 531334"/>
              <a:gd name="csX9548" fmla="*/ 1644650 w 1722333"/>
              <a:gd name="csY9548" fmla="*/ 466675 h 531334"/>
              <a:gd name="csX9549" fmla="*/ 1644818 w 1722333"/>
              <a:gd name="csY9549" fmla="*/ 466719 h 531334"/>
              <a:gd name="csX9550" fmla="*/ 1644987 w 1722333"/>
              <a:gd name="csY9550" fmla="*/ 466773 h 531334"/>
              <a:gd name="csX9551" fmla="*/ 1645165 w 1722333"/>
              <a:gd name="csY9551" fmla="*/ 466817 h 531334"/>
              <a:gd name="csX9552" fmla="*/ 1645334 w 1722333"/>
              <a:gd name="csY9552" fmla="*/ 466862 h 531334"/>
              <a:gd name="csX9553" fmla="*/ 1645504 w 1722333"/>
              <a:gd name="csY9553" fmla="*/ 466915 h 531334"/>
              <a:gd name="csX9554" fmla="*/ 1645681 w 1722333"/>
              <a:gd name="csY9554" fmla="*/ 466959 h 531334"/>
              <a:gd name="csX9555" fmla="*/ 1645850 w 1722333"/>
              <a:gd name="csY9555" fmla="*/ 467004 h 531334"/>
              <a:gd name="csX9556" fmla="*/ 1646019 w 1722333"/>
              <a:gd name="csY9556" fmla="*/ 467057 h 531334"/>
              <a:gd name="csX9557" fmla="*/ 1646197 w 1722333"/>
              <a:gd name="csY9557" fmla="*/ 467102 h 531334"/>
              <a:gd name="csX9558" fmla="*/ 1646366 w 1722333"/>
              <a:gd name="csY9558" fmla="*/ 467146 h 531334"/>
              <a:gd name="csX9559" fmla="*/ 1646544 w 1722333"/>
              <a:gd name="csY9559" fmla="*/ 467200 h 531334"/>
              <a:gd name="csX9560" fmla="*/ 1646713 w 1722333"/>
              <a:gd name="csY9560" fmla="*/ 467244 h 531334"/>
              <a:gd name="csX9561" fmla="*/ 1646883 w 1722333"/>
              <a:gd name="csY9561" fmla="*/ 467289 h 531334"/>
              <a:gd name="csX9562" fmla="*/ 1647060 w 1722333"/>
              <a:gd name="csY9562" fmla="*/ 467333 h 531334"/>
              <a:gd name="csX9563" fmla="*/ 1647229 w 1722333"/>
              <a:gd name="csY9563" fmla="*/ 467387 h 531334"/>
              <a:gd name="csX9564" fmla="*/ 1647398 w 1722333"/>
              <a:gd name="csY9564" fmla="*/ 467431 h 531334"/>
              <a:gd name="csX9565" fmla="*/ 1647576 w 1722333"/>
              <a:gd name="csY9565" fmla="*/ 467476 h 531334"/>
              <a:gd name="csX9566" fmla="*/ 1647745 w 1722333"/>
              <a:gd name="csY9566" fmla="*/ 467529 h 531334"/>
              <a:gd name="csX9567" fmla="*/ 1647914 w 1722333"/>
              <a:gd name="csY9567" fmla="*/ 467573 h 531334"/>
              <a:gd name="csX9568" fmla="*/ 1648092 w 1722333"/>
              <a:gd name="csY9568" fmla="*/ 467618 h 531334"/>
              <a:gd name="csX9569" fmla="*/ 1648261 w 1722333"/>
              <a:gd name="csY9569" fmla="*/ 467662 h 531334"/>
              <a:gd name="csX9570" fmla="*/ 1648439 w 1722333"/>
              <a:gd name="csY9570" fmla="*/ 467716 h 531334"/>
              <a:gd name="csX9571" fmla="*/ 1648608 w 1722333"/>
              <a:gd name="csY9571" fmla="*/ 467760 h 531334"/>
              <a:gd name="csX9572" fmla="*/ 1648777 w 1722333"/>
              <a:gd name="csY9572" fmla="*/ 467805 h 531334"/>
              <a:gd name="csX9573" fmla="*/ 1648955 w 1722333"/>
              <a:gd name="csY9573" fmla="*/ 467849 h 531334"/>
              <a:gd name="csX9574" fmla="*/ 1649124 w 1722333"/>
              <a:gd name="csY9574" fmla="*/ 467903 h 531334"/>
              <a:gd name="csX9575" fmla="*/ 1649293 w 1722333"/>
              <a:gd name="csY9575" fmla="*/ 467947 h 531334"/>
              <a:gd name="csX9576" fmla="*/ 1649471 w 1722333"/>
              <a:gd name="csY9576" fmla="*/ 467992 h 531334"/>
              <a:gd name="csX9577" fmla="*/ 1649640 w 1722333"/>
              <a:gd name="csY9577" fmla="*/ 468036 h 531334"/>
              <a:gd name="csX9578" fmla="*/ 1649809 w 1722333"/>
              <a:gd name="csY9578" fmla="*/ 468080 h 531334"/>
              <a:gd name="csX9579" fmla="*/ 1649987 w 1722333"/>
              <a:gd name="csY9579" fmla="*/ 468134 h 531334"/>
              <a:gd name="csX9580" fmla="*/ 1650156 w 1722333"/>
              <a:gd name="csY9580" fmla="*/ 468178 h 531334"/>
              <a:gd name="csX9581" fmla="*/ 1650325 w 1722333"/>
              <a:gd name="csY9581" fmla="*/ 468223 h 531334"/>
              <a:gd name="csX9582" fmla="*/ 1650503 w 1722333"/>
              <a:gd name="csY9582" fmla="*/ 468267 h 531334"/>
              <a:gd name="csX9583" fmla="*/ 1650672 w 1722333"/>
              <a:gd name="csY9583" fmla="*/ 468312 h 531334"/>
              <a:gd name="csX9584" fmla="*/ 1650850 w 1722333"/>
              <a:gd name="csY9584" fmla="*/ 468356 h 531334"/>
              <a:gd name="csX9585" fmla="*/ 1651019 w 1722333"/>
              <a:gd name="csY9585" fmla="*/ 468410 h 531334"/>
              <a:gd name="csX9586" fmla="*/ 1651188 w 1722333"/>
              <a:gd name="csY9586" fmla="*/ 468454 h 531334"/>
              <a:gd name="csX9587" fmla="*/ 1651366 w 1722333"/>
              <a:gd name="csY9587" fmla="*/ 468499 h 531334"/>
              <a:gd name="csX9588" fmla="*/ 1651535 w 1722333"/>
              <a:gd name="csY9588" fmla="*/ 468543 h 531334"/>
              <a:gd name="csX9589" fmla="*/ 1651704 w 1722333"/>
              <a:gd name="csY9589" fmla="*/ 468588 h 531334"/>
              <a:gd name="csX9590" fmla="*/ 1651882 w 1722333"/>
              <a:gd name="csY9590" fmla="*/ 468632 h 531334"/>
              <a:gd name="csX9591" fmla="*/ 1652051 w 1722333"/>
              <a:gd name="csY9591" fmla="*/ 468677 h 531334"/>
              <a:gd name="csX9592" fmla="*/ 1652220 w 1722333"/>
              <a:gd name="csY9592" fmla="*/ 468730 h 531334"/>
              <a:gd name="csX9593" fmla="*/ 1652398 w 1722333"/>
              <a:gd name="csY9593" fmla="*/ 468774 h 531334"/>
              <a:gd name="csX9594" fmla="*/ 1652567 w 1722333"/>
              <a:gd name="csY9594" fmla="*/ 468819 h 531334"/>
              <a:gd name="csX9595" fmla="*/ 1652745 w 1722333"/>
              <a:gd name="csY9595" fmla="*/ 468863 h 531334"/>
              <a:gd name="csX9596" fmla="*/ 1652914 w 1722333"/>
              <a:gd name="csY9596" fmla="*/ 468908 h 531334"/>
              <a:gd name="csX9597" fmla="*/ 1653083 w 1722333"/>
              <a:gd name="csY9597" fmla="*/ 468952 h 531334"/>
              <a:gd name="csX9598" fmla="*/ 1653261 w 1722333"/>
              <a:gd name="csY9598" fmla="*/ 468997 h 531334"/>
              <a:gd name="csX9599" fmla="*/ 1653430 w 1722333"/>
              <a:gd name="csY9599" fmla="*/ 469041 h 531334"/>
              <a:gd name="csX9600" fmla="*/ 1653599 w 1722333"/>
              <a:gd name="csY9600" fmla="*/ 469086 h 531334"/>
              <a:gd name="csX9601" fmla="*/ 1653777 w 1722333"/>
              <a:gd name="csY9601" fmla="*/ 469130 h 531334"/>
              <a:gd name="csX9602" fmla="*/ 1653946 w 1722333"/>
              <a:gd name="csY9602" fmla="*/ 469184 h 531334"/>
              <a:gd name="csX9603" fmla="*/ 1654115 w 1722333"/>
              <a:gd name="csY9603" fmla="*/ 469228 h 531334"/>
              <a:gd name="csX9604" fmla="*/ 1654293 w 1722333"/>
              <a:gd name="csY9604" fmla="*/ 469273 h 531334"/>
              <a:gd name="csX9605" fmla="*/ 1654462 w 1722333"/>
              <a:gd name="csY9605" fmla="*/ 469317 h 531334"/>
              <a:gd name="csX9606" fmla="*/ 1654640 w 1722333"/>
              <a:gd name="csY9606" fmla="*/ 469362 h 531334"/>
              <a:gd name="csX9607" fmla="*/ 1654809 w 1722333"/>
              <a:gd name="csY9607" fmla="*/ 469406 h 531334"/>
              <a:gd name="csX9608" fmla="*/ 1654978 w 1722333"/>
              <a:gd name="csY9608" fmla="*/ 469451 h 531334"/>
              <a:gd name="csX9609" fmla="*/ 1655156 w 1722333"/>
              <a:gd name="csY9609" fmla="*/ 469495 h 531334"/>
              <a:gd name="csX9610" fmla="*/ 1655325 w 1722333"/>
              <a:gd name="csY9610" fmla="*/ 469539 h 531334"/>
              <a:gd name="csX9611" fmla="*/ 1655494 w 1722333"/>
              <a:gd name="csY9611" fmla="*/ 469584 h 531334"/>
              <a:gd name="csX9612" fmla="*/ 1655672 w 1722333"/>
              <a:gd name="csY9612" fmla="*/ 469628 h 531334"/>
              <a:gd name="csX9613" fmla="*/ 1655841 w 1722333"/>
              <a:gd name="csY9613" fmla="*/ 469673 h 531334"/>
              <a:gd name="csX9614" fmla="*/ 1656010 w 1722333"/>
              <a:gd name="csY9614" fmla="*/ 469717 h 531334"/>
              <a:gd name="csX9615" fmla="*/ 1656188 w 1722333"/>
              <a:gd name="csY9615" fmla="*/ 469762 h 531334"/>
              <a:gd name="csX9616" fmla="*/ 1656357 w 1722333"/>
              <a:gd name="csY9616" fmla="*/ 469806 h 531334"/>
              <a:gd name="csX9617" fmla="*/ 1656535 w 1722333"/>
              <a:gd name="csY9617" fmla="*/ 469851 h 531334"/>
              <a:gd name="csX9618" fmla="*/ 1656704 w 1722333"/>
              <a:gd name="csY9618" fmla="*/ 469895 h 531334"/>
              <a:gd name="csX9619" fmla="*/ 1656873 w 1722333"/>
              <a:gd name="csY9619" fmla="*/ 469940 h 531334"/>
              <a:gd name="csX9620" fmla="*/ 1657051 w 1722333"/>
              <a:gd name="csY9620" fmla="*/ 469984 h 531334"/>
              <a:gd name="csX9621" fmla="*/ 1657220 w 1722333"/>
              <a:gd name="csY9621" fmla="*/ 470029 h 531334"/>
              <a:gd name="csX9622" fmla="*/ 1657389 w 1722333"/>
              <a:gd name="csY9622" fmla="*/ 470073 h 531334"/>
              <a:gd name="csX9623" fmla="*/ 1657567 w 1722333"/>
              <a:gd name="csY9623" fmla="*/ 470118 h 531334"/>
              <a:gd name="csX9624" fmla="*/ 1657736 w 1722333"/>
              <a:gd name="csY9624" fmla="*/ 470162 h 531334"/>
              <a:gd name="csX9625" fmla="*/ 1657905 w 1722333"/>
              <a:gd name="csY9625" fmla="*/ 470207 h 531334"/>
              <a:gd name="csX9626" fmla="*/ 1658083 w 1722333"/>
              <a:gd name="csY9626" fmla="*/ 470251 h 531334"/>
              <a:gd name="csX9627" fmla="*/ 1658252 w 1722333"/>
              <a:gd name="csY9627" fmla="*/ 470287 h 531334"/>
              <a:gd name="csX9628" fmla="*/ 1658421 w 1722333"/>
              <a:gd name="csY9628" fmla="*/ 470331 h 531334"/>
              <a:gd name="csX9629" fmla="*/ 1658599 w 1722333"/>
              <a:gd name="csY9629" fmla="*/ 470376 h 531334"/>
              <a:gd name="csX9630" fmla="*/ 1658768 w 1722333"/>
              <a:gd name="csY9630" fmla="*/ 470420 h 531334"/>
              <a:gd name="csX9631" fmla="*/ 1658946 w 1722333"/>
              <a:gd name="csY9631" fmla="*/ 470465 h 531334"/>
              <a:gd name="csX9632" fmla="*/ 1659115 w 1722333"/>
              <a:gd name="csY9632" fmla="*/ 470509 h 531334"/>
              <a:gd name="csX9633" fmla="*/ 1659284 w 1722333"/>
              <a:gd name="csY9633" fmla="*/ 470554 h 531334"/>
              <a:gd name="csX9634" fmla="*/ 1659462 w 1722333"/>
              <a:gd name="csY9634" fmla="*/ 470598 h 531334"/>
              <a:gd name="csX9635" fmla="*/ 1659631 w 1722333"/>
              <a:gd name="csY9635" fmla="*/ 470643 h 531334"/>
              <a:gd name="csX9636" fmla="*/ 1659800 w 1722333"/>
              <a:gd name="csY9636" fmla="*/ 470687 h 531334"/>
              <a:gd name="csX9637" fmla="*/ 1659978 w 1722333"/>
              <a:gd name="csY9637" fmla="*/ 470732 h 531334"/>
              <a:gd name="csX9638" fmla="*/ 1660147 w 1722333"/>
              <a:gd name="csY9638" fmla="*/ 470767 h 531334"/>
              <a:gd name="csX9639" fmla="*/ 1660316 w 1722333"/>
              <a:gd name="csY9639" fmla="*/ 470812 h 531334"/>
              <a:gd name="csX9640" fmla="*/ 1660494 w 1722333"/>
              <a:gd name="csY9640" fmla="*/ 470856 h 531334"/>
              <a:gd name="csX9641" fmla="*/ 1660663 w 1722333"/>
              <a:gd name="csY9641" fmla="*/ 470901 h 531334"/>
              <a:gd name="csX9642" fmla="*/ 1660841 w 1722333"/>
              <a:gd name="csY9642" fmla="*/ 470945 h 531334"/>
              <a:gd name="csX9643" fmla="*/ 1661010 w 1722333"/>
              <a:gd name="csY9643" fmla="*/ 470990 h 531334"/>
              <a:gd name="csX9644" fmla="*/ 1661179 w 1722333"/>
              <a:gd name="csY9644" fmla="*/ 471034 h 531334"/>
              <a:gd name="csX9645" fmla="*/ 1661357 w 1722333"/>
              <a:gd name="csY9645" fmla="*/ 471070 h 531334"/>
              <a:gd name="csX9646" fmla="*/ 1661526 w 1722333"/>
              <a:gd name="csY9646" fmla="*/ 471114 h 531334"/>
              <a:gd name="csX9647" fmla="*/ 1661695 w 1722333"/>
              <a:gd name="csY9647" fmla="*/ 471159 h 531334"/>
              <a:gd name="csX9648" fmla="*/ 1661873 w 1722333"/>
              <a:gd name="csY9648" fmla="*/ 471203 h 531334"/>
              <a:gd name="csX9649" fmla="*/ 1662042 w 1722333"/>
              <a:gd name="csY9649" fmla="*/ 471248 h 531334"/>
              <a:gd name="csX9650" fmla="*/ 1662211 w 1722333"/>
              <a:gd name="csY9650" fmla="*/ 471283 h 531334"/>
              <a:gd name="csX9651" fmla="*/ 1662389 w 1722333"/>
              <a:gd name="csY9651" fmla="*/ 471328 h 531334"/>
              <a:gd name="csX9652" fmla="*/ 1662558 w 1722333"/>
              <a:gd name="csY9652" fmla="*/ 471372 h 531334"/>
              <a:gd name="csX9653" fmla="*/ 1662736 w 1722333"/>
              <a:gd name="csY9653" fmla="*/ 471417 h 531334"/>
              <a:gd name="csX9654" fmla="*/ 1662905 w 1722333"/>
              <a:gd name="csY9654" fmla="*/ 471461 h 531334"/>
              <a:gd name="csX9655" fmla="*/ 1663074 w 1722333"/>
              <a:gd name="csY9655" fmla="*/ 471497 h 531334"/>
              <a:gd name="csX9656" fmla="*/ 1663252 w 1722333"/>
              <a:gd name="csY9656" fmla="*/ 471541 h 531334"/>
              <a:gd name="csX9657" fmla="*/ 1663421 w 1722333"/>
              <a:gd name="csY9657" fmla="*/ 471586 h 531334"/>
              <a:gd name="csX9658" fmla="*/ 1663590 w 1722333"/>
              <a:gd name="csY9658" fmla="*/ 471630 h 531334"/>
              <a:gd name="csX9659" fmla="*/ 1663768 w 1722333"/>
              <a:gd name="csY9659" fmla="*/ 471675 h 531334"/>
              <a:gd name="csX9660" fmla="*/ 1663937 w 1722333"/>
              <a:gd name="csY9660" fmla="*/ 471710 h 531334"/>
              <a:gd name="csX9661" fmla="*/ 1664106 w 1722333"/>
              <a:gd name="csY9661" fmla="*/ 471755 h 531334"/>
              <a:gd name="csX9662" fmla="*/ 1664284 w 1722333"/>
              <a:gd name="csY9662" fmla="*/ 471799 h 531334"/>
              <a:gd name="csX9663" fmla="*/ 1664453 w 1722333"/>
              <a:gd name="csY9663" fmla="*/ 471844 h 531334"/>
              <a:gd name="csX9664" fmla="*/ 1664631 w 1722333"/>
              <a:gd name="csY9664" fmla="*/ 471879 h 531334"/>
              <a:gd name="csX9665" fmla="*/ 1664800 w 1722333"/>
              <a:gd name="csY9665" fmla="*/ 471924 h 531334"/>
              <a:gd name="csX9666" fmla="*/ 1664969 w 1722333"/>
              <a:gd name="csY9666" fmla="*/ 471968 h 531334"/>
              <a:gd name="csX9667" fmla="*/ 1665147 w 1722333"/>
              <a:gd name="csY9667" fmla="*/ 472013 h 531334"/>
              <a:gd name="csX9668" fmla="*/ 1665316 w 1722333"/>
              <a:gd name="csY9668" fmla="*/ 472048 h 531334"/>
              <a:gd name="csX9669" fmla="*/ 1665485 w 1722333"/>
              <a:gd name="csY9669" fmla="*/ 472093 h 531334"/>
              <a:gd name="csX9670" fmla="*/ 1665663 w 1722333"/>
              <a:gd name="csY9670" fmla="*/ 472137 h 531334"/>
              <a:gd name="csX9671" fmla="*/ 1665832 w 1722333"/>
              <a:gd name="csY9671" fmla="*/ 472173 h 531334"/>
              <a:gd name="csX9672" fmla="*/ 1666001 w 1722333"/>
              <a:gd name="csY9672" fmla="*/ 472217 h 531334"/>
              <a:gd name="csX9673" fmla="*/ 1666179 w 1722333"/>
              <a:gd name="csY9673" fmla="*/ 472262 h 531334"/>
              <a:gd name="csX9674" fmla="*/ 1666348 w 1722333"/>
              <a:gd name="csY9674" fmla="*/ 472297 h 531334"/>
              <a:gd name="csX9675" fmla="*/ 1666517 w 1722333"/>
              <a:gd name="csY9675" fmla="*/ 472342 h 531334"/>
              <a:gd name="csX9676" fmla="*/ 1666695 w 1722333"/>
              <a:gd name="csY9676" fmla="*/ 472386 h 531334"/>
              <a:gd name="csX9677" fmla="*/ 1666864 w 1722333"/>
              <a:gd name="csY9677" fmla="*/ 472422 h 531334"/>
              <a:gd name="csX9678" fmla="*/ 1667042 w 1722333"/>
              <a:gd name="csY9678" fmla="*/ 472466 h 531334"/>
              <a:gd name="csX9679" fmla="*/ 1667211 w 1722333"/>
              <a:gd name="csY9679" fmla="*/ 472511 h 531334"/>
              <a:gd name="csX9680" fmla="*/ 1667380 w 1722333"/>
              <a:gd name="csY9680" fmla="*/ 472546 h 531334"/>
              <a:gd name="csX9681" fmla="*/ 1667558 w 1722333"/>
              <a:gd name="csY9681" fmla="*/ 472591 h 531334"/>
              <a:gd name="csX9682" fmla="*/ 1667727 w 1722333"/>
              <a:gd name="csY9682" fmla="*/ 472635 h 531334"/>
              <a:gd name="csX9683" fmla="*/ 1667896 w 1722333"/>
              <a:gd name="csY9683" fmla="*/ 472671 h 531334"/>
              <a:gd name="csX9684" fmla="*/ 1668074 w 1722333"/>
              <a:gd name="csY9684" fmla="*/ 472716 h 531334"/>
              <a:gd name="csX9685" fmla="*/ 1668243 w 1722333"/>
              <a:gd name="csY9685" fmla="*/ 472760 h 531334"/>
              <a:gd name="csX9686" fmla="*/ 1668412 w 1722333"/>
              <a:gd name="csY9686" fmla="*/ 472796 h 531334"/>
              <a:gd name="csX9687" fmla="*/ 1668590 w 1722333"/>
              <a:gd name="csY9687" fmla="*/ 472840 h 531334"/>
              <a:gd name="csX9688" fmla="*/ 1668759 w 1722333"/>
              <a:gd name="csY9688" fmla="*/ 472885 h 531334"/>
              <a:gd name="csX9689" fmla="*/ 1668937 w 1722333"/>
              <a:gd name="csY9689" fmla="*/ 472920 h 531334"/>
              <a:gd name="csX9690" fmla="*/ 1669106 w 1722333"/>
              <a:gd name="csY9690" fmla="*/ 472965 h 531334"/>
              <a:gd name="csX9691" fmla="*/ 1669275 w 1722333"/>
              <a:gd name="csY9691" fmla="*/ 473000 h 531334"/>
              <a:gd name="csX9692" fmla="*/ 1669453 w 1722333"/>
              <a:gd name="csY9692" fmla="*/ 473045 h 531334"/>
              <a:gd name="csX9693" fmla="*/ 1669622 w 1722333"/>
              <a:gd name="csY9693" fmla="*/ 473089 h 531334"/>
              <a:gd name="csX9694" fmla="*/ 1669791 w 1722333"/>
              <a:gd name="csY9694" fmla="*/ 473125 h 531334"/>
              <a:gd name="csX9695" fmla="*/ 1669969 w 1722333"/>
              <a:gd name="csY9695" fmla="*/ 473169 h 531334"/>
              <a:gd name="csX9696" fmla="*/ 1670138 w 1722333"/>
              <a:gd name="csY9696" fmla="*/ 473205 h 531334"/>
              <a:gd name="csX9697" fmla="*/ 1670307 w 1722333"/>
              <a:gd name="csY9697" fmla="*/ 473249 h 531334"/>
              <a:gd name="csX9698" fmla="*/ 1670485 w 1722333"/>
              <a:gd name="csY9698" fmla="*/ 473294 h 531334"/>
              <a:gd name="csX9699" fmla="*/ 1670654 w 1722333"/>
              <a:gd name="csY9699" fmla="*/ 473329 h 531334"/>
              <a:gd name="csX9700" fmla="*/ 1670832 w 1722333"/>
              <a:gd name="csY9700" fmla="*/ 473374 h 531334"/>
              <a:gd name="csX9701" fmla="*/ 1671001 w 1722333"/>
              <a:gd name="csY9701" fmla="*/ 473409 h 531334"/>
              <a:gd name="csX9702" fmla="*/ 1671170 w 1722333"/>
              <a:gd name="csY9702" fmla="*/ 473454 h 531334"/>
              <a:gd name="csX9703" fmla="*/ 1671348 w 1722333"/>
              <a:gd name="csY9703" fmla="*/ 473490 h 531334"/>
              <a:gd name="csX9704" fmla="*/ 1671517 w 1722333"/>
              <a:gd name="csY9704" fmla="*/ 473534 h 531334"/>
              <a:gd name="csX9705" fmla="*/ 1671686 w 1722333"/>
              <a:gd name="csY9705" fmla="*/ 473570 h 531334"/>
              <a:gd name="csX9706" fmla="*/ 1671864 w 1722333"/>
              <a:gd name="csY9706" fmla="*/ 473614 h 531334"/>
              <a:gd name="csX9707" fmla="*/ 1672033 w 1722333"/>
              <a:gd name="csY9707" fmla="*/ 473659 h 531334"/>
              <a:gd name="csX9708" fmla="*/ 1672202 w 1722333"/>
              <a:gd name="csY9708" fmla="*/ 473694 h 531334"/>
              <a:gd name="csX9709" fmla="*/ 1672380 w 1722333"/>
              <a:gd name="csY9709" fmla="*/ 473739 h 531334"/>
              <a:gd name="csX9710" fmla="*/ 1672549 w 1722333"/>
              <a:gd name="csY9710" fmla="*/ 473774 h 531334"/>
              <a:gd name="csX9711" fmla="*/ 1672718 w 1722333"/>
              <a:gd name="csY9711" fmla="*/ 473819 h 531334"/>
              <a:gd name="csX9712" fmla="*/ 1672896 w 1722333"/>
              <a:gd name="csY9712" fmla="*/ 473854 h 531334"/>
              <a:gd name="csX9713" fmla="*/ 1673065 w 1722333"/>
              <a:gd name="csY9713" fmla="*/ 473899 h 531334"/>
              <a:gd name="csX9714" fmla="*/ 1673243 w 1722333"/>
              <a:gd name="csY9714" fmla="*/ 473934 h 531334"/>
              <a:gd name="csX9715" fmla="*/ 1673412 w 1722333"/>
              <a:gd name="csY9715" fmla="*/ 473979 h 531334"/>
              <a:gd name="csX9716" fmla="*/ 1673581 w 1722333"/>
              <a:gd name="csY9716" fmla="*/ 474014 h 531334"/>
              <a:gd name="csX9717" fmla="*/ 1673759 w 1722333"/>
              <a:gd name="csY9717" fmla="*/ 474059 h 531334"/>
              <a:gd name="csX9718" fmla="*/ 1673928 w 1722333"/>
              <a:gd name="csY9718" fmla="*/ 474094 h 531334"/>
              <a:gd name="csX9719" fmla="*/ 1674097 w 1722333"/>
              <a:gd name="csY9719" fmla="*/ 474139 h 531334"/>
              <a:gd name="csX9720" fmla="*/ 1674275 w 1722333"/>
              <a:gd name="csY9720" fmla="*/ 474175 h 531334"/>
              <a:gd name="csX9721" fmla="*/ 1674444 w 1722333"/>
              <a:gd name="csY9721" fmla="*/ 474210 h 531334"/>
              <a:gd name="csX9722" fmla="*/ 1674613 w 1722333"/>
              <a:gd name="csY9722" fmla="*/ 474255 h 531334"/>
              <a:gd name="csX9723" fmla="*/ 1674791 w 1722333"/>
              <a:gd name="csY9723" fmla="*/ 474290 h 531334"/>
              <a:gd name="csX9724" fmla="*/ 1674960 w 1722333"/>
              <a:gd name="csY9724" fmla="*/ 474335 h 531334"/>
              <a:gd name="csX9725" fmla="*/ 1675137 w 1722333"/>
              <a:gd name="csY9725" fmla="*/ 474370 h 531334"/>
              <a:gd name="csX9726" fmla="*/ 1675307 w 1722333"/>
              <a:gd name="csY9726" fmla="*/ 474415 h 531334"/>
              <a:gd name="csX9727" fmla="*/ 1675476 w 1722333"/>
              <a:gd name="csY9727" fmla="*/ 474450 h 531334"/>
              <a:gd name="csX9728" fmla="*/ 1675654 w 1722333"/>
              <a:gd name="csY9728" fmla="*/ 474495 h 531334"/>
              <a:gd name="csX9729" fmla="*/ 1675822 w 1722333"/>
              <a:gd name="csY9729" fmla="*/ 474530 h 531334"/>
              <a:gd name="csX9730" fmla="*/ 1675992 w 1722333"/>
              <a:gd name="csY9730" fmla="*/ 474566 h 531334"/>
              <a:gd name="csX9731" fmla="*/ 1676170 w 1722333"/>
              <a:gd name="csY9731" fmla="*/ 474611 h 531334"/>
              <a:gd name="csX9732" fmla="*/ 1676339 w 1722333"/>
              <a:gd name="csY9732" fmla="*/ 474646 h 531334"/>
              <a:gd name="csX9733" fmla="*/ 1676508 w 1722333"/>
              <a:gd name="csY9733" fmla="*/ 474691 h 531334"/>
              <a:gd name="csX9734" fmla="*/ 1676686 w 1722333"/>
              <a:gd name="csY9734" fmla="*/ 474726 h 531334"/>
              <a:gd name="csX9735" fmla="*/ 1676855 w 1722333"/>
              <a:gd name="csY9735" fmla="*/ 474762 h 531334"/>
              <a:gd name="csX9736" fmla="*/ 1677032 w 1722333"/>
              <a:gd name="csY9736" fmla="*/ 474806 h 531334"/>
              <a:gd name="csX9737" fmla="*/ 1677201 w 1722333"/>
              <a:gd name="csY9737" fmla="*/ 474842 h 531334"/>
              <a:gd name="csX9738" fmla="*/ 1677370 w 1722333"/>
              <a:gd name="csY9738" fmla="*/ 474886 h 531334"/>
              <a:gd name="csX9739" fmla="*/ 1677549 w 1722333"/>
              <a:gd name="csY9739" fmla="*/ 474922 h 531334"/>
              <a:gd name="csX9740" fmla="*/ 1677718 w 1722333"/>
              <a:gd name="csY9740" fmla="*/ 474957 h 531334"/>
              <a:gd name="csX9741" fmla="*/ 1677887 w 1722333"/>
              <a:gd name="csY9741" fmla="*/ 475002 h 531334"/>
              <a:gd name="csX9742" fmla="*/ 1678064 w 1722333"/>
              <a:gd name="csY9742" fmla="*/ 475038 h 531334"/>
              <a:gd name="csX9743" fmla="*/ 1678234 w 1722333"/>
              <a:gd name="csY9743" fmla="*/ 475082 h 531334"/>
              <a:gd name="csX9744" fmla="*/ 1678403 w 1722333"/>
              <a:gd name="csY9744" fmla="*/ 475118 h 531334"/>
              <a:gd name="csX9745" fmla="*/ 1678580 w 1722333"/>
              <a:gd name="csY9745" fmla="*/ 475153 h 531334"/>
              <a:gd name="csX9746" fmla="*/ 1678749 w 1722333"/>
              <a:gd name="csY9746" fmla="*/ 475198 h 531334"/>
              <a:gd name="csX9747" fmla="*/ 1678927 w 1722333"/>
              <a:gd name="csY9747" fmla="*/ 475233 h 531334"/>
              <a:gd name="csX9748" fmla="*/ 1679097 w 1722333"/>
              <a:gd name="csY9748" fmla="*/ 475269 h 531334"/>
              <a:gd name="csX9749" fmla="*/ 1679266 w 1722333"/>
              <a:gd name="csY9749" fmla="*/ 475313 h 531334"/>
              <a:gd name="csX9750" fmla="*/ 1679443 w 1722333"/>
              <a:gd name="csY9750" fmla="*/ 475349 h 531334"/>
              <a:gd name="csX9751" fmla="*/ 1679612 w 1722333"/>
              <a:gd name="csY9751" fmla="*/ 475385 h 531334"/>
              <a:gd name="csX9752" fmla="*/ 1679782 w 1722333"/>
              <a:gd name="csY9752" fmla="*/ 475429 h 531334"/>
              <a:gd name="csX9753" fmla="*/ 1679959 w 1722333"/>
              <a:gd name="csY9753" fmla="*/ 475465 h 531334"/>
              <a:gd name="csX9754" fmla="*/ 1680128 w 1722333"/>
              <a:gd name="csY9754" fmla="*/ 475500 h 531334"/>
              <a:gd name="csX9755" fmla="*/ 1680297 w 1722333"/>
              <a:gd name="csY9755" fmla="*/ 475545 h 531334"/>
              <a:gd name="csX9756" fmla="*/ 1680475 w 1722333"/>
              <a:gd name="csY9756" fmla="*/ 475580 h 531334"/>
              <a:gd name="csX9757" fmla="*/ 1680645 w 1722333"/>
              <a:gd name="csY9757" fmla="*/ 475616 h 531334"/>
              <a:gd name="csX9758" fmla="*/ 1680813 w 1722333"/>
              <a:gd name="csY9758" fmla="*/ 475651 h 531334"/>
              <a:gd name="csX9759" fmla="*/ 1680991 w 1722333"/>
              <a:gd name="csY9759" fmla="*/ 475696 h 531334"/>
              <a:gd name="csX9760" fmla="*/ 1681160 w 1722333"/>
              <a:gd name="csY9760" fmla="*/ 475731 h 531334"/>
              <a:gd name="csX9761" fmla="*/ 1681338 w 1722333"/>
              <a:gd name="csY9761" fmla="*/ 475767 h 531334"/>
              <a:gd name="csX9762" fmla="*/ 1681507 w 1722333"/>
              <a:gd name="csY9762" fmla="*/ 475812 h 531334"/>
              <a:gd name="csX9763" fmla="*/ 1681676 w 1722333"/>
              <a:gd name="csY9763" fmla="*/ 475847 h 531334"/>
              <a:gd name="csX9764" fmla="*/ 1681854 w 1722333"/>
              <a:gd name="csY9764" fmla="*/ 475883 h 531334"/>
              <a:gd name="csX9765" fmla="*/ 1682024 w 1722333"/>
              <a:gd name="csY9765" fmla="*/ 475918 h 531334"/>
              <a:gd name="csX9766" fmla="*/ 1682192 w 1722333"/>
              <a:gd name="csY9766" fmla="*/ 475963 h 531334"/>
              <a:gd name="csX9767" fmla="*/ 1682370 w 1722333"/>
              <a:gd name="csY9767" fmla="*/ 475998 h 531334"/>
              <a:gd name="csX9768" fmla="*/ 1682539 w 1722333"/>
              <a:gd name="csY9768" fmla="*/ 476034 h 531334"/>
              <a:gd name="csX9769" fmla="*/ 1682708 w 1722333"/>
              <a:gd name="csY9769" fmla="*/ 476069 h 531334"/>
              <a:gd name="csX9770" fmla="*/ 1682886 w 1722333"/>
              <a:gd name="csY9770" fmla="*/ 476114 h 531334"/>
              <a:gd name="csX9771" fmla="*/ 1683055 w 1722333"/>
              <a:gd name="csY9771" fmla="*/ 476150 h 531334"/>
              <a:gd name="csX9772" fmla="*/ 1683233 w 1722333"/>
              <a:gd name="csY9772" fmla="*/ 476185 h 531334"/>
              <a:gd name="csX9773" fmla="*/ 1683402 w 1722333"/>
              <a:gd name="csY9773" fmla="*/ 476221 h 531334"/>
              <a:gd name="csX9774" fmla="*/ 1683571 w 1722333"/>
              <a:gd name="csY9774" fmla="*/ 476265 h 531334"/>
              <a:gd name="csX9775" fmla="*/ 1683749 w 1722333"/>
              <a:gd name="csY9775" fmla="*/ 476301 h 531334"/>
              <a:gd name="csX9776" fmla="*/ 1683918 w 1722333"/>
              <a:gd name="csY9776" fmla="*/ 476336 h 531334"/>
              <a:gd name="csX9777" fmla="*/ 1684087 w 1722333"/>
              <a:gd name="csY9777" fmla="*/ 476372 h 531334"/>
              <a:gd name="csX9778" fmla="*/ 1684265 w 1722333"/>
              <a:gd name="csY9778" fmla="*/ 476408 h 531334"/>
              <a:gd name="csX9779" fmla="*/ 1684434 w 1722333"/>
              <a:gd name="csY9779" fmla="*/ 476452 h 531334"/>
              <a:gd name="csX9780" fmla="*/ 1684603 w 1722333"/>
              <a:gd name="csY9780" fmla="*/ 476488 h 531334"/>
              <a:gd name="csX9781" fmla="*/ 1684781 w 1722333"/>
              <a:gd name="csY9781" fmla="*/ 476523 h 531334"/>
              <a:gd name="csX9782" fmla="*/ 1684950 w 1722333"/>
              <a:gd name="csY9782" fmla="*/ 476559 h 531334"/>
              <a:gd name="csX9783" fmla="*/ 1685128 w 1722333"/>
              <a:gd name="csY9783" fmla="*/ 476594 h 531334"/>
              <a:gd name="csX9784" fmla="*/ 1685297 w 1722333"/>
              <a:gd name="csY9784" fmla="*/ 476639 h 531334"/>
              <a:gd name="csX9785" fmla="*/ 1685466 w 1722333"/>
              <a:gd name="csY9785" fmla="*/ 476674 h 531334"/>
              <a:gd name="csX9786" fmla="*/ 1685644 w 1722333"/>
              <a:gd name="csY9786" fmla="*/ 476710 h 531334"/>
              <a:gd name="csX9787" fmla="*/ 1685813 w 1722333"/>
              <a:gd name="csY9787" fmla="*/ 476746 h 531334"/>
              <a:gd name="csX9788" fmla="*/ 1685982 w 1722333"/>
              <a:gd name="csY9788" fmla="*/ 476781 h 531334"/>
              <a:gd name="csX9789" fmla="*/ 1686160 w 1722333"/>
              <a:gd name="csY9789" fmla="*/ 476817 h 531334"/>
              <a:gd name="csX9790" fmla="*/ 1686329 w 1722333"/>
              <a:gd name="csY9790" fmla="*/ 476861 h 531334"/>
              <a:gd name="csX9791" fmla="*/ 1686498 w 1722333"/>
              <a:gd name="csY9791" fmla="*/ 476897 h 531334"/>
              <a:gd name="csX9792" fmla="*/ 1686676 w 1722333"/>
              <a:gd name="csY9792" fmla="*/ 476932 h 531334"/>
              <a:gd name="csX9793" fmla="*/ 1686845 w 1722333"/>
              <a:gd name="csY9793" fmla="*/ 476968 h 531334"/>
              <a:gd name="csX9794" fmla="*/ 1687023 w 1722333"/>
              <a:gd name="csY9794" fmla="*/ 477004 h 531334"/>
              <a:gd name="csX9795" fmla="*/ 1687192 w 1722333"/>
              <a:gd name="csY9795" fmla="*/ 477039 h 531334"/>
              <a:gd name="csX9796" fmla="*/ 1687361 w 1722333"/>
              <a:gd name="csY9796" fmla="*/ 477075 h 531334"/>
              <a:gd name="csX9797" fmla="*/ 1687539 w 1722333"/>
              <a:gd name="csY9797" fmla="*/ 477119 h 531334"/>
              <a:gd name="csX9798" fmla="*/ 1687708 w 1722333"/>
              <a:gd name="csY9798" fmla="*/ 477155 h 531334"/>
              <a:gd name="csX9799" fmla="*/ 1687877 w 1722333"/>
              <a:gd name="csY9799" fmla="*/ 477190 h 531334"/>
              <a:gd name="csX9800" fmla="*/ 1688055 w 1722333"/>
              <a:gd name="csY9800" fmla="*/ 477226 h 531334"/>
              <a:gd name="csX9801" fmla="*/ 1688224 w 1722333"/>
              <a:gd name="csY9801" fmla="*/ 477262 h 531334"/>
              <a:gd name="csX9802" fmla="*/ 1688393 w 1722333"/>
              <a:gd name="csY9802" fmla="*/ 477297 h 531334"/>
              <a:gd name="csX9803" fmla="*/ 1688571 w 1722333"/>
              <a:gd name="csY9803" fmla="*/ 477333 h 531334"/>
              <a:gd name="csX9804" fmla="*/ 1688740 w 1722333"/>
              <a:gd name="csY9804" fmla="*/ 477368 h 531334"/>
              <a:gd name="csX9805" fmla="*/ 1688909 w 1722333"/>
              <a:gd name="csY9805" fmla="*/ 477413 h 531334"/>
              <a:gd name="csX9806" fmla="*/ 1689087 w 1722333"/>
              <a:gd name="csY9806" fmla="*/ 477448 h 531334"/>
              <a:gd name="csX9807" fmla="*/ 1689256 w 1722333"/>
              <a:gd name="csY9807" fmla="*/ 477484 h 531334"/>
              <a:gd name="csX9808" fmla="*/ 1689434 w 1722333"/>
              <a:gd name="csY9808" fmla="*/ 477520 h 531334"/>
              <a:gd name="csX9809" fmla="*/ 1689603 w 1722333"/>
              <a:gd name="csY9809" fmla="*/ 477555 h 531334"/>
              <a:gd name="csX9810" fmla="*/ 1689772 w 1722333"/>
              <a:gd name="csY9810" fmla="*/ 477591 h 531334"/>
              <a:gd name="csX9811" fmla="*/ 1689950 w 1722333"/>
              <a:gd name="csY9811" fmla="*/ 477626 h 531334"/>
              <a:gd name="csX9812" fmla="*/ 1690119 w 1722333"/>
              <a:gd name="csY9812" fmla="*/ 477662 h 531334"/>
              <a:gd name="csX9813" fmla="*/ 1690288 w 1722333"/>
              <a:gd name="csY9813" fmla="*/ 477698 h 531334"/>
              <a:gd name="csX9814" fmla="*/ 1690466 w 1722333"/>
              <a:gd name="csY9814" fmla="*/ 477733 h 531334"/>
              <a:gd name="csX9815" fmla="*/ 1690635 w 1722333"/>
              <a:gd name="csY9815" fmla="*/ 477769 h 531334"/>
              <a:gd name="csX9816" fmla="*/ 1690804 w 1722333"/>
              <a:gd name="csY9816" fmla="*/ 477804 h 531334"/>
              <a:gd name="csX9817" fmla="*/ 1690982 w 1722333"/>
              <a:gd name="csY9817" fmla="*/ 477840 h 531334"/>
              <a:gd name="csX9818" fmla="*/ 1691151 w 1722333"/>
              <a:gd name="csY9818" fmla="*/ 477875 h 531334"/>
              <a:gd name="csX9819" fmla="*/ 1691329 w 1722333"/>
              <a:gd name="csY9819" fmla="*/ 477911 h 531334"/>
              <a:gd name="csX9820" fmla="*/ 1691498 w 1722333"/>
              <a:gd name="csY9820" fmla="*/ 477947 h 531334"/>
              <a:gd name="csX9821" fmla="*/ 1691667 w 1722333"/>
              <a:gd name="csY9821" fmla="*/ 477982 h 531334"/>
              <a:gd name="csX9822" fmla="*/ 1691845 w 1722333"/>
              <a:gd name="csY9822" fmla="*/ 478027 h 531334"/>
              <a:gd name="csX9823" fmla="*/ 1692014 w 1722333"/>
              <a:gd name="csY9823" fmla="*/ 478062 h 531334"/>
              <a:gd name="csX9824" fmla="*/ 1692183 w 1722333"/>
              <a:gd name="csY9824" fmla="*/ 478098 h 531334"/>
              <a:gd name="csX9825" fmla="*/ 1692361 w 1722333"/>
              <a:gd name="csY9825" fmla="*/ 478133 h 531334"/>
              <a:gd name="csX9826" fmla="*/ 1692530 w 1722333"/>
              <a:gd name="csY9826" fmla="*/ 478169 h 531334"/>
              <a:gd name="csX9827" fmla="*/ 1692699 w 1722333"/>
              <a:gd name="csY9827" fmla="*/ 478205 h 531334"/>
              <a:gd name="csX9828" fmla="*/ 1692877 w 1722333"/>
              <a:gd name="csY9828" fmla="*/ 478240 h 531334"/>
              <a:gd name="csX9829" fmla="*/ 1693046 w 1722333"/>
              <a:gd name="csY9829" fmla="*/ 478276 h 531334"/>
              <a:gd name="csX9830" fmla="*/ 1693224 w 1722333"/>
              <a:gd name="csY9830" fmla="*/ 478311 h 531334"/>
              <a:gd name="csX9831" fmla="*/ 1693393 w 1722333"/>
              <a:gd name="csY9831" fmla="*/ 478347 h 531334"/>
              <a:gd name="csX9832" fmla="*/ 1693562 w 1722333"/>
              <a:gd name="csY9832" fmla="*/ 478383 h 531334"/>
              <a:gd name="csX9833" fmla="*/ 1693740 w 1722333"/>
              <a:gd name="csY9833" fmla="*/ 478418 h 531334"/>
              <a:gd name="csX9834" fmla="*/ 1693909 w 1722333"/>
              <a:gd name="csY9834" fmla="*/ 478454 h 531334"/>
              <a:gd name="csX9835" fmla="*/ 1694078 w 1722333"/>
              <a:gd name="csY9835" fmla="*/ 478480 h 531334"/>
              <a:gd name="csX9836" fmla="*/ 1694256 w 1722333"/>
              <a:gd name="csY9836" fmla="*/ 478516 h 531334"/>
              <a:gd name="csX9837" fmla="*/ 1694425 w 1722333"/>
              <a:gd name="csY9837" fmla="*/ 478552 h 531334"/>
              <a:gd name="csX9838" fmla="*/ 1694594 w 1722333"/>
              <a:gd name="csY9838" fmla="*/ 478587 h 531334"/>
              <a:gd name="csX9839" fmla="*/ 1694772 w 1722333"/>
              <a:gd name="csY9839" fmla="*/ 478623 h 531334"/>
              <a:gd name="csX9840" fmla="*/ 1694941 w 1722333"/>
              <a:gd name="csY9840" fmla="*/ 478658 h 531334"/>
              <a:gd name="csX9841" fmla="*/ 1695119 w 1722333"/>
              <a:gd name="csY9841" fmla="*/ 478694 h 531334"/>
              <a:gd name="csX9842" fmla="*/ 1695288 w 1722333"/>
              <a:gd name="csY9842" fmla="*/ 478730 h 531334"/>
              <a:gd name="csX9843" fmla="*/ 1695457 w 1722333"/>
              <a:gd name="csY9843" fmla="*/ 478765 h 531334"/>
              <a:gd name="csX9844" fmla="*/ 1695635 w 1722333"/>
              <a:gd name="csY9844" fmla="*/ 478801 h 531334"/>
              <a:gd name="csX9845" fmla="*/ 1695804 w 1722333"/>
              <a:gd name="csY9845" fmla="*/ 478836 h 531334"/>
              <a:gd name="csX9846" fmla="*/ 1695973 w 1722333"/>
              <a:gd name="csY9846" fmla="*/ 478872 h 531334"/>
              <a:gd name="csX9847" fmla="*/ 1696151 w 1722333"/>
              <a:gd name="csY9847" fmla="*/ 478907 h 531334"/>
              <a:gd name="csX9848" fmla="*/ 1696320 w 1722333"/>
              <a:gd name="csY9848" fmla="*/ 478943 h 531334"/>
              <a:gd name="csX9849" fmla="*/ 1696489 w 1722333"/>
              <a:gd name="csY9849" fmla="*/ 478979 h 531334"/>
              <a:gd name="csX9850" fmla="*/ 1696667 w 1722333"/>
              <a:gd name="csY9850" fmla="*/ 479014 h 531334"/>
              <a:gd name="csX9851" fmla="*/ 1696836 w 1722333"/>
              <a:gd name="csY9851" fmla="*/ 479050 h 531334"/>
              <a:gd name="csX9852" fmla="*/ 1697005 w 1722333"/>
              <a:gd name="csY9852" fmla="*/ 479076 h 531334"/>
              <a:gd name="csX9853" fmla="*/ 1697183 w 1722333"/>
              <a:gd name="csY9853" fmla="*/ 479112 h 531334"/>
              <a:gd name="csX9854" fmla="*/ 1697352 w 1722333"/>
              <a:gd name="csY9854" fmla="*/ 479148 h 531334"/>
              <a:gd name="csX9855" fmla="*/ 1697530 w 1722333"/>
              <a:gd name="csY9855" fmla="*/ 479183 h 531334"/>
              <a:gd name="csX9856" fmla="*/ 1697699 w 1722333"/>
              <a:gd name="csY9856" fmla="*/ 479219 h 531334"/>
              <a:gd name="csX9857" fmla="*/ 1697868 w 1722333"/>
              <a:gd name="csY9857" fmla="*/ 479254 h 531334"/>
              <a:gd name="csX9858" fmla="*/ 1698046 w 1722333"/>
              <a:gd name="csY9858" fmla="*/ 479290 h 531334"/>
              <a:gd name="csX9859" fmla="*/ 1698215 w 1722333"/>
              <a:gd name="csY9859" fmla="*/ 479326 h 531334"/>
              <a:gd name="csX9860" fmla="*/ 1698384 w 1722333"/>
              <a:gd name="csY9860" fmla="*/ 479361 h 531334"/>
              <a:gd name="csX9861" fmla="*/ 1698562 w 1722333"/>
              <a:gd name="csY9861" fmla="*/ 479388 h 531334"/>
              <a:gd name="csX9862" fmla="*/ 1698731 w 1722333"/>
              <a:gd name="csY9862" fmla="*/ 479423 h 531334"/>
              <a:gd name="csX9863" fmla="*/ 1698900 w 1722333"/>
              <a:gd name="csY9863" fmla="*/ 479459 h 531334"/>
              <a:gd name="csX9864" fmla="*/ 1699078 w 1722333"/>
              <a:gd name="csY9864" fmla="*/ 479495 h 531334"/>
              <a:gd name="csX9865" fmla="*/ 1699247 w 1722333"/>
              <a:gd name="csY9865" fmla="*/ 479530 h 531334"/>
              <a:gd name="csX9866" fmla="*/ 1699425 w 1722333"/>
              <a:gd name="csY9866" fmla="*/ 479566 h 531334"/>
              <a:gd name="csX9867" fmla="*/ 1699594 w 1722333"/>
              <a:gd name="csY9867" fmla="*/ 479601 h 531334"/>
              <a:gd name="csX9868" fmla="*/ 1699763 w 1722333"/>
              <a:gd name="csY9868" fmla="*/ 479628 h 531334"/>
              <a:gd name="csX9869" fmla="*/ 1699941 w 1722333"/>
              <a:gd name="csY9869" fmla="*/ 479664 h 531334"/>
              <a:gd name="csX9870" fmla="*/ 1700110 w 1722333"/>
              <a:gd name="csY9870" fmla="*/ 479699 h 531334"/>
              <a:gd name="csX9871" fmla="*/ 1700279 w 1722333"/>
              <a:gd name="csY9871" fmla="*/ 479735 h 531334"/>
              <a:gd name="csX9872" fmla="*/ 1700457 w 1722333"/>
              <a:gd name="csY9872" fmla="*/ 479770 h 531334"/>
              <a:gd name="csX9873" fmla="*/ 1700626 w 1722333"/>
              <a:gd name="csY9873" fmla="*/ 479806 h 531334"/>
              <a:gd name="csX9874" fmla="*/ 1700795 w 1722333"/>
              <a:gd name="csY9874" fmla="*/ 479833 h 531334"/>
              <a:gd name="csX9875" fmla="*/ 1700973 w 1722333"/>
              <a:gd name="csY9875" fmla="*/ 479868 h 531334"/>
              <a:gd name="csX9876" fmla="*/ 1701142 w 1722333"/>
              <a:gd name="csY9876" fmla="*/ 479904 h 531334"/>
              <a:gd name="csX9877" fmla="*/ 1701320 w 1722333"/>
              <a:gd name="csY9877" fmla="*/ 479939 h 531334"/>
              <a:gd name="csX9878" fmla="*/ 1701489 w 1722333"/>
              <a:gd name="csY9878" fmla="*/ 479975 h 531334"/>
              <a:gd name="csX9879" fmla="*/ 1701658 w 1722333"/>
              <a:gd name="csY9879" fmla="*/ 480002 h 531334"/>
              <a:gd name="csX9880" fmla="*/ 1701836 w 1722333"/>
              <a:gd name="csY9880" fmla="*/ 480037 h 531334"/>
              <a:gd name="csX9881" fmla="*/ 1702005 w 1722333"/>
              <a:gd name="csY9881" fmla="*/ 480073 h 531334"/>
              <a:gd name="csX9882" fmla="*/ 1702174 w 1722333"/>
              <a:gd name="csY9882" fmla="*/ 480108 h 531334"/>
              <a:gd name="csX9883" fmla="*/ 1702352 w 1722333"/>
              <a:gd name="csY9883" fmla="*/ 480144 h 531334"/>
              <a:gd name="csX9884" fmla="*/ 1702521 w 1722333"/>
              <a:gd name="csY9884" fmla="*/ 480171 h 531334"/>
              <a:gd name="csX9885" fmla="*/ 1702690 w 1722333"/>
              <a:gd name="csY9885" fmla="*/ 480206 h 531334"/>
              <a:gd name="csX9886" fmla="*/ 1702868 w 1722333"/>
              <a:gd name="csY9886" fmla="*/ 480242 h 531334"/>
              <a:gd name="csX9887" fmla="*/ 1703037 w 1722333"/>
              <a:gd name="csY9887" fmla="*/ 480278 h 531334"/>
              <a:gd name="csX9888" fmla="*/ 1703215 w 1722333"/>
              <a:gd name="csY9888" fmla="*/ 480313 h 531334"/>
              <a:gd name="csX9889" fmla="*/ 1703384 w 1722333"/>
              <a:gd name="csY9889" fmla="*/ 480340 h 531334"/>
              <a:gd name="csX9890" fmla="*/ 1703553 w 1722333"/>
              <a:gd name="csY9890" fmla="*/ 480375 h 531334"/>
              <a:gd name="csX9891" fmla="*/ 1703731 w 1722333"/>
              <a:gd name="csY9891" fmla="*/ 480411 h 531334"/>
              <a:gd name="csX9892" fmla="*/ 1703900 w 1722333"/>
              <a:gd name="csY9892" fmla="*/ 480447 h 531334"/>
              <a:gd name="csX9893" fmla="*/ 1704069 w 1722333"/>
              <a:gd name="csY9893" fmla="*/ 480473 h 531334"/>
              <a:gd name="csX9894" fmla="*/ 1704247 w 1722333"/>
              <a:gd name="csY9894" fmla="*/ 480509 h 531334"/>
              <a:gd name="csX9895" fmla="*/ 1704416 w 1722333"/>
              <a:gd name="csY9895" fmla="*/ 480544 h 531334"/>
              <a:gd name="csX9896" fmla="*/ 1704585 w 1722333"/>
              <a:gd name="csY9896" fmla="*/ 480580 h 531334"/>
              <a:gd name="csX9897" fmla="*/ 1704763 w 1722333"/>
              <a:gd name="csY9897" fmla="*/ 480607 h 531334"/>
              <a:gd name="csX9898" fmla="*/ 1704932 w 1722333"/>
              <a:gd name="csY9898" fmla="*/ 480642 h 531334"/>
              <a:gd name="csX9899" fmla="*/ 1705101 w 1722333"/>
              <a:gd name="csY9899" fmla="*/ 480678 h 531334"/>
              <a:gd name="csX9900" fmla="*/ 1705279 w 1722333"/>
              <a:gd name="csY9900" fmla="*/ 480705 h 531334"/>
              <a:gd name="csX9901" fmla="*/ 1705448 w 1722333"/>
              <a:gd name="csY9901" fmla="*/ 480740 h 531334"/>
              <a:gd name="csX9902" fmla="*/ 1705626 w 1722333"/>
              <a:gd name="csY9902" fmla="*/ 480776 h 531334"/>
              <a:gd name="csX9903" fmla="*/ 1705795 w 1722333"/>
              <a:gd name="csY9903" fmla="*/ 480811 h 531334"/>
              <a:gd name="csX9904" fmla="*/ 1705964 w 1722333"/>
              <a:gd name="csY9904" fmla="*/ 480838 h 531334"/>
              <a:gd name="csX9905" fmla="*/ 1706142 w 1722333"/>
              <a:gd name="csY9905" fmla="*/ 480874 h 531334"/>
              <a:gd name="csX9906" fmla="*/ 1706311 w 1722333"/>
              <a:gd name="csY9906" fmla="*/ 480909 h 531334"/>
              <a:gd name="csX9907" fmla="*/ 1706480 w 1722333"/>
              <a:gd name="csY9907" fmla="*/ 480936 h 531334"/>
              <a:gd name="csX9908" fmla="*/ 1706658 w 1722333"/>
              <a:gd name="csY9908" fmla="*/ 480971 h 531334"/>
              <a:gd name="csX9909" fmla="*/ 1706827 w 1722333"/>
              <a:gd name="csY9909" fmla="*/ 481007 h 531334"/>
              <a:gd name="csX9910" fmla="*/ 1706996 w 1722333"/>
              <a:gd name="csY9910" fmla="*/ 481043 h 531334"/>
              <a:gd name="csX9911" fmla="*/ 1707174 w 1722333"/>
              <a:gd name="csY9911" fmla="*/ 481069 h 531334"/>
              <a:gd name="csX9912" fmla="*/ 1707343 w 1722333"/>
              <a:gd name="csY9912" fmla="*/ 481105 h 531334"/>
              <a:gd name="csX9913" fmla="*/ 1707521 w 1722333"/>
              <a:gd name="csY9913" fmla="*/ 481140 h 531334"/>
              <a:gd name="csX9914" fmla="*/ 1707690 w 1722333"/>
              <a:gd name="csY9914" fmla="*/ 481167 h 531334"/>
              <a:gd name="csX9915" fmla="*/ 1707859 w 1722333"/>
              <a:gd name="csY9915" fmla="*/ 481203 h 531334"/>
              <a:gd name="csX9916" fmla="*/ 1708037 w 1722333"/>
              <a:gd name="csY9916" fmla="*/ 481238 h 531334"/>
              <a:gd name="csX9917" fmla="*/ 1708206 w 1722333"/>
              <a:gd name="csY9917" fmla="*/ 481265 h 531334"/>
              <a:gd name="csX9918" fmla="*/ 1708375 w 1722333"/>
              <a:gd name="csY9918" fmla="*/ 481301 h 531334"/>
              <a:gd name="csX9919" fmla="*/ 1708553 w 1722333"/>
              <a:gd name="csY9919" fmla="*/ 481336 h 531334"/>
              <a:gd name="csX9920" fmla="*/ 1708722 w 1722333"/>
              <a:gd name="csY9920" fmla="*/ 481363 h 531334"/>
              <a:gd name="csX9921" fmla="*/ 1708891 w 1722333"/>
              <a:gd name="csY9921" fmla="*/ 481399 h 531334"/>
              <a:gd name="csX9922" fmla="*/ 1709069 w 1722333"/>
              <a:gd name="csY9922" fmla="*/ 481434 h 531334"/>
              <a:gd name="csX9923" fmla="*/ 1709238 w 1722333"/>
              <a:gd name="csY9923" fmla="*/ 481461 h 531334"/>
              <a:gd name="csX9924" fmla="*/ 1709415 w 1722333"/>
              <a:gd name="csY9924" fmla="*/ 481496 h 531334"/>
              <a:gd name="csX9925" fmla="*/ 1709585 w 1722333"/>
              <a:gd name="csY9925" fmla="*/ 481523 h 531334"/>
              <a:gd name="csX9926" fmla="*/ 1709754 w 1722333"/>
              <a:gd name="csY9926" fmla="*/ 481559 h 531334"/>
              <a:gd name="csX9927" fmla="*/ 1709932 w 1722333"/>
              <a:gd name="csY9927" fmla="*/ 481594 h 531334"/>
              <a:gd name="csX9928" fmla="*/ 1710101 w 1722333"/>
              <a:gd name="csY9928" fmla="*/ 481621 h 531334"/>
              <a:gd name="csX9929" fmla="*/ 1710270 w 1722333"/>
              <a:gd name="csY9929" fmla="*/ 481656 h 531334"/>
              <a:gd name="csX9930" fmla="*/ 1710448 w 1722333"/>
              <a:gd name="csY9930" fmla="*/ 481692 h 531334"/>
              <a:gd name="csX9931" fmla="*/ 1710617 w 1722333"/>
              <a:gd name="csY9931" fmla="*/ 481719 h 531334"/>
              <a:gd name="csX9932" fmla="*/ 1710786 w 1722333"/>
              <a:gd name="csY9932" fmla="*/ 481754 h 531334"/>
              <a:gd name="csX9933" fmla="*/ 1710963 w 1722333"/>
              <a:gd name="csY9933" fmla="*/ 481781 h 531334"/>
              <a:gd name="csX9934" fmla="*/ 1711133 w 1722333"/>
              <a:gd name="csY9934" fmla="*/ 481817 h 531334"/>
              <a:gd name="csX9935" fmla="*/ 1711311 w 1722333"/>
              <a:gd name="csY9935" fmla="*/ 481852 h 531334"/>
              <a:gd name="csX9936" fmla="*/ 1711480 w 1722333"/>
              <a:gd name="csY9936" fmla="*/ 481879 h 531334"/>
              <a:gd name="csX9937" fmla="*/ 1711649 w 1722333"/>
              <a:gd name="csY9937" fmla="*/ 481914 h 531334"/>
              <a:gd name="csX9938" fmla="*/ 1711827 w 1722333"/>
              <a:gd name="csY9938" fmla="*/ 481941 h 531334"/>
              <a:gd name="csX9939" fmla="*/ 1711996 w 1722333"/>
              <a:gd name="csY9939" fmla="*/ 481977 h 531334"/>
              <a:gd name="csX9940" fmla="*/ 1712165 w 1722333"/>
              <a:gd name="csY9940" fmla="*/ 482012 h 531334"/>
              <a:gd name="csX9941" fmla="*/ 1712342 w 1722333"/>
              <a:gd name="csY9941" fmla="*/ 482039 h 531334"/>
              <a:gd name="csX9942" fmla="*/ 1712511 w 1722333"/>
              <a:gd name="csY9942" fmla="*/ 482075 h 531334"/>
              <a:gd name="csX9943" fmla="*/ 1712681 w 1722333"/>
              <a:gd name="csY9943" fmla="*/ 482101 h 531334"/>
              <a:gd name="csX9944" fmla="*/ 1712859 w 1722333"/>
              <a:gd name="csY9944" fmla="*/ 482137 h 531334"/>
              <a:gd name="csX9945" fmla="*/ 1713028 w 1722333"/>
              <a:gd name="csY9945" fmla="*/ 482164 h 531334"/>
              <a:gd name="csX9946" fmla="*/ 1713196 w 1722333"/>
              <a:gd name="csY9946" fmla="*/ 482199 h 531334"/>
              <a:gd name="csX9947" fmla="*/ 1713375 w 1722333"/>
              <a:gd name="csY9947" fmla="*/ 482235 h 531334"/>
              <a:gd name="csX9948" fmla="*/ 1713544 w 1722333"/>
              <a:gd name="csY9948" fmla="*/ 482261 h 531334"/>
              <a:gd name="csX9949" fmla="*/ 1713721 w 1722333"/>
              <a:gd name="csY9949" fmla="*/ 482297 h 531334"/>
              <a:gd name="csX9950" fmla="*/ 1713890 w 1722333"/>
              <a:gd name="csY9950" fmla="*/ 482324 h 531334"/>
              <a:gd name="csX9951" fmla="*/ 1714059 w 1722333"/>
              <a:gd name="csY9951" fmla="*/ 482359 h 531334"/>
              <a:gd name="csX9952" fmla="*/ 1714238 w 1722333"/>
              <a:gd name="csY9952" fmla="*/ 482386 h 531334"/>
              <a:gd name="csX9953" fmla="*/ 1714406 w 1722333"/>
              <a:gd name="csY9953" fmla="*/ 482422 h 531334"/>
              <a:gd name="csX9954" fmla="*/ 1714575 w 1722333"/>
              <a:gd name="csY9954" fmla="*/ 482448 h 531334"/>
              <a:gd name="csX9955" fmla="*/ 1714753 w 1722333"/>
              <a:gd name="csY9955" fmla="*/ 482484 h 531334"/>
              <a:gd name="csX9956" fmla="*/ 1714923 w 1722333"/>
              <a:gd name="csY9956" fmla="*/ 482511 h 531334"/>
              <a:gd name="csX9957" fmla="*/ 1715092 w 1722333"/>
              <a:gd name="csY9957" fmla="*/ 482546 h 531334"/>
              <a:gd name="csX9958" fmla="*/ 1715269 w 1722333"/>
              <a:gd name="csY9958" fmla="*/ 482573 h 531334"/>
              <a:gd name="csX9959" fmla="*/ 1715438 w 1722333"/>
              <a:gd name="csY9959" fmla="*/ 482608 h 531334"/>
              <a:gd name="csX9960" fmla="*/ 1715616 w 1722333"/>
              <a:gd name="csY9960" fmla="*/ 482635 h 531334"/>
              <a:gd name="csX9961" fmla="*/ 1715785 w 1722333"/>
              <a:gd name="csY9961" fmla="*/ 482671 h 531334"/>
              <a:gd name="csX9962" fmla="*/ 1715954 w 1722333"/>
              <a:gd name="csY9962" fmla="*/ 482697 h 531334"/>
              <a:gd name="csX9963" fmla="*/ 1716132 w 1722333"/>
              <a:gd name="csY9963" fmla="*/ 482733 h 531334"/>
              <a:gd name="csX9964" fmla="*/ 1716301 w 1722333"/>
              <a:gd name="csY9964" fmla="*/ 482760 h 531334"/>
              <a:gd name="csX9965" fmla="*/ 1716471 w 1722333"/>
              <a:gd name="csY9965" fmla="*/ 482795 h 531334"/>
              <a:gd name="csX9966" fmla="*/ 1716648 w 1722333"/>
              <a:gd name="csY9966" fmla="*/ 482822 h 531334"/>
              <a:gd name="csX9967" fmla="*/ 1716817 w 1722333"/>
              <a:gd name="csY9967" fmla="*/ 482857 h 531334"/>
              <a:gd name="csX9968" fmla="*/ 1716986 w 1722333"/>
              <a:gd name="csY9968" fmla="*/ 482884 h 531334"/>
              <a:gd name="csX9969" fmla="*/ 1717164 w 1722333"/>
              <a:gd name="csY9969" fmla="*/ 482920 h 531334"/>
              <a:gd name="csX9970" fmla="*/ 1717333 w 1722333"/>
              <a:gd name="csY9970" fmla="*/ 482946 h 531334"/>
              <a:gd name="csX9971" fmla="*/ 1717511 w 1722333"/>
              <a:gd name="csY9971" fmla="*/ 482982 h 531334"/>
              <a:gd name="csX9972" fmla="*/ 1717680 w 1722333"/>
              <a:gd name="csY9972" fmla="*/ 483009 h 531334"/>
              <a:gd name="csX9973" fmla="*/ 1717849 w 1722333"/>
              <a:gd name="csY9973" fmla="*/ 483044 h 531334"/>
              <a:gd name="csX9974" fmla="*/ 1718027 w 1722333"/>
              <a:gd name="csY9974" fmla="*/ 483071 h 531334"/>
              <a:gd name="csX9975" fmla="*/ 1718196 w 1722333"/>
              <a:gd name="csY9975" fmla="*/ 483107 h 531334"/>
              <a:gd name="csX9976" fmla="*/ 1718365 w 1722333"/>
              <a:gd name="csY9976" fmla="*/ 483133 h 531334"/>
              <a:gd name="csX9977" fmla="*/ 1718543 w 1722333"/>
              <a:gd name="csY9977" fmla="*/ 483169 h 531334"/>
              <a:gd name="csX9978" fmla="*/ 1718712 w 1722333"/>
              <a:gd name="csY9978" fmla="*/ 483196 h 531334"/>
              <a:gd name="csX9979" fmla="*/ 1718881 w 1722333"/>
              <a:gd name="csY9979" fmla="*/ 483231 h 531334"/>
              <a:gd name="csX9980" fmla="*/ 1719059 w 1722333"/>
              <a:gd name="csY9980" fmla="*/ 483258 h 531334"/>
              <a:gd name="csX9981" fmla="*/ 1719228 w 1722333"/>
              <a:gd name="csY9981" fmla="*/ 483285 h 531334"/>
              <a:gd name="csX9982" fmla="*/ 1719406 w 1722333"/>
              <a:gd name="csY9982" fmla="*/ 483320 h 531334"/>
              <a:gd name="csX9983" fmla="*/ 1719575 w 1722333"/>
              <a:gd name="csY9983" fmla="*/ 483347 h 531334"/>
              <a:gd name="csX9984" fmla="*/ 1719744 w 1722333"/>
              <a:gd name="csY9984" fmla="*/ 483382 h 531334"/>
              <a:gd name="csX9985" fmla="*/ 1719922 w 1722333"/>
              <a:gd name="csY9985" fmla="*/ 483409 h 531334"/>
              <a:gd name="csX9986" fmla="*/ 1720091 w 1722333"/>
              <a:gd name="csY9986" fmla="*/ 483445 h 531334"/>
              <a:gd name="csX9987" fmla="*/ 1720260 w 1722333"/>
              <a:gd name="csY9987" fmla="*/ 483471 h 531334"/>
              <a:gd name="csX9988" fmla="*/ 1720438 w 1722333"/>
              <a:gd name="csY9988" fmla="*/ 483507 h 531334"/>
              <a:gd name="csX9989" fmla="*/ 1720607 w 1722333"/>
              <a:gd name="csY9989" fmla="*/ 483534 h 531334"/>
              <a:gd name="csX9990" fmla="*/ 1720776 w 1722333"/>
              <a:gd name="csY9990" fmla="*/ 483560 h 531334"/>
              <a:gd name="csX9991" fmla="*/ 1720954 w 1722333"/>
              <a:gd name="csY9991" fmla="*/ 483596 h 531334"/>
              <a:gd name="csX9992" fmla="*/ 1721123 w 1722333"/>
              <a:gd name="csY9992" fmla="*/ 483623 h 531334"/>
              <a:gd name="csX9993" fmla="*/ 1721292 w 1722333"/>
              <a:gd name="csY9993" fmla="*/ 483658 h 531334"/>
              <a:gd name="csX9994" fmla="*/ 1721470 w 1722333"/>
              <a:gd name="csY9994" fmla="*/ 483685 h 531334"/>
              <a:gd name="csX9995" fmla="*/ 1721639 w 1722333"/>
              <a:gd name="csY9995" fmla="*/ 483712 h 531334"/>
              <a:gd name="csX9996" fmla="*/ 1721817 w 1722333"/>
              <a:gd name="csY9996" fmla="*/ 483747 h 531334"/>
              <a:gd name="csX9997" fmla="*/ 1721986 w 1722333"/>
              <a:gd name="csY9997" fmla="*/ 483774 h 531334"/>
              <a:gd name="csX9998" fmla="*/ 1722155 w 1722333"/>
              <a:gd name="csY9998" fmla="*/ 483809 h 531334"/>
              <a:gd name="csX9999" fmla="*/ 1722333 w 1722333"/>
              <a:gd name="csY9999" fmla="*/ 483836 h 5313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2333" h="531334">
                <a:moveTo>
                  <a:pt x="0" y="521459"/>
                </a:moveTo>
                <a:lnTo>
                  <a:pt x="172" y="521459"/>
                </a:lnTo>
                <a:lnTo>
                  <a:pt x="344" y="521450"/>
                </a:lnTo>
                <a:lnTo>
                  <a:pt x="516" y="521450"/>
                </a:lnTo>
                <a:lnTo>
                  <a:pt x="689" y="521450"/>
                </a:lnTo>
                <a:lnTo>
                  <a:pt x="861" y="521441"/>
                </a:lnTo>
                <a:lnTo>
                  <a:pt x="1033" y="521441"/>
                </a:lnTo>
                <a:lnTo>
                  <a:pt x="1205" y="521441"/>
                </a:lnTo>
                <a:lnTo>
                  <a:pt x="1377" y="521433"/>
                </a:lnTo>
                <a:lnTo>
                  <a:pt x="1550" y="521433"/>
                </a:lnTo>
                <a:lnTo>
                  <a:pt x="1722" y="521433"/>
                </a:lnTo>
                <a:lnTo>
                  <a:pt x="1894" y="521424"/>
                </a:lnTo>
                <a:lnTo>
                  <a:pt x="2067" y="521424"/>
                </a:lnTo>
                <a:lnTo>
                  <a:pt x="2239" y="521424"/>
                </a:lnTo>
                <a:lnTo>
                  <a:pt x="2411" y="521415"/>
                </a:lnTo>
                <a:lnTo>
                  <a:pt x="2584" y="521415"/>
                </a:lnTo>
                <a:lnTo>
                  <a:pt x="2755" y="521415"/>
                </a:lnTo>
                <a:lnTo>
                  <a:pt x="2928" y="521406"/>
                </a:lnTo>
                <a:lnTo>
                  <a:pt x="3100" y="521406"/>
                </a:lnTo>
                <a:lnTo>
                  <a:pt x="3272" y="521406"/>
                </a:lnTo>
                <a:lnTo>
                  <a:pt x="3445" y="521397"/>
                </a:lnTo>
                <a:lnTo>
                  <a:pt x="3617" y="521397"/>
                </a:lnTo>
                <a:lnTo>
                  <a:pt x="3789" y="521397"/>
                </a:lnTo>
                <a:lnTo>
                  <a:pt x="3962" y="521388"/>
                </a:lnTo>
                <a:lnTo>
                  <a:pt x="4133" y="521388"/>
                </a:lnTo>
                <a:lnTo>
                  <a:pt x="4306" y="521388"/>
                </a:lnTo>
                <a:lnTo>
                  <a:pt x="4478" y="521379"/>
                </a:lnTo>
                <a:lnTo>
                  <a:pt x="4650" y="521379"/>
                </a:lnTo>
                <a:lnTo>
                  <a:pt x="4823" y="521379"/>
                </a:lnTo>
                <a:lnTo>
                  <a:pt x="4994" y="521379"/>
                </a:lnTo>
                <a:lnTo>
                  <a:pt x="5167" y="521370"/>
                </a:lnTo>
                <a:lnTo>
                  <a:pt x="5340" y="521370"/>
                </a:lnTo>
                <a:lnTo>
                  <a:pt x="5511" y="521370"/>
                </a:lnTo>
                <a:lnTo>
                  <a:pt x="5684" y="521361"/>
                </a:lnTo>
                <a:lnTo>
                  <a:pt x="5857" y="521361"/>
                </a:lnTo>
                <a:lnTo>
                  <a:pt x="6028" y="521361"/>
                </a:lnTo>
                <a:lnTo>
                  <a:pt x="6201" y="521352"/>
                </a:lnTo>
                <a:lnTo>
                  <a:pt x="6373" y="521352"/>
                </a:lnTo>
                <a:lnTo>
                  <a:pt x="6545" y="521352"/>
                </a:lnTo>
                <a:lnTo>
                  <a:pt x="6718" y="521343"/>
                </a:lnTo>
                <a:lnTo>
                  <a:pt x="6889" y="521343"/>
                </a:lnTo>
                <a:lnTo>
                  <a:pt x="7062" y="521343"/>
                </a:lnTo>
                <a:lnTo>
                  <a:pt x="7234" y="521335"/>
                </a:lnTo>
                <a:lnTo>
                  <a:pt x="7406" y="521335"/>
                </a:lnTo>
                <a:lnTo>
                  <a:pt x="7579" y="521335"/>
                </a:lnTo>
                <a:lnTo>
                  <a:pt x="7751" y="521326"/>
                </a:lnTo>
                <a:lnTo>
                  <a:pt x="7923" y="521326"/>
                </a:lnTo>
                <a:lnTo>
                  <a:pt x="8096" y="521326"/>
                </a:lnTo>
                <a:lnTo>
                  <a:pt x="8267" y="521317"/>
                </a:lnTo>
                <a:lnTo>
                  <a:pt x="8440" y="521317"/>
                </a:lnTo>
                <a:lnTo>
                  <a:pt x="8612" y="521317"/>
                </a:lnTo>
                <a:lnTo>
                  <a:pt x="8784" y="521308"/>
                </a:lnTo>
                <a:lnTo>
                  <a:pt x="8957" y="521308"/>
                </a:lnTo>
                <a:lnTo>
                  <a:pt x="9129" y="521308"/>
                </a:lnTo>
                <a:lnTo>
                  <a:pt x="9301" y="521299"/>
                </a:lnTo>
                <a:lnTo>
                  <a:pt x="9473" y="521299"/>
                </a:lnTo>
                <a:lnTo>
                  <a:pt x="9646" y="521299"/>
                </a:lnTo>
                <a:lnTo>
                  <a:pt x="9818" y="521290"/>
                </a:lnTo>
                <a:lnTo>
                  <a:pt x="9990" y="521290"/>
                </a:lnTo>
                <a:lnTo>
                  <a:pt x="10162" y="521290"/>
                </a:lnTo>
                <a:lnTo>
                  <a:pt x="10335" y="521281"/>
                </a:lnTo>
                <a:lnTo>
                  <a:pt x="10507" y="521281"/>
                </a:lnTo>
                <a:lnTo>
                  <a:pt x="10679" y="521281"/>
                </a:lnTo>
                <a:lnTo>
                  <a:pt x="10851" y="521272"/>
                </a:lnTo>
                <a:lnTo>
                  <a:pt x="11024" y="521272"/>
                </a:lnTo>
                <a:lnTo>
                  <a:pt x="11196" y="521272"/>
                </a:lnTo>
                <a:lnTo>
                  <a:pt x="11368" y="521263"/>
                </a:lnTo>
                <a:lnTo>
                  <a:pt x="11540" y="521263"/>
                </a:lnTo>
                <a:lnTo>
                  <a:pt x="11713" y="521263"/>
                </a:lnTo>
                <a:lnTo>
                  <a:pt x="11885" y="521255"/>
                </a:lnTo>
                <a:lnTo>
                  <a:pt x="12057" y="521255"/>
                </a:lnTo>
                <a:lnTo>
                  <a:pt x="12229" y="521255"/>
                </a:lnTo>
                <a:lnTo>
                  <a:pt x="12402" y="521246"/>
                </a:lnTo>
                <a:lnTo>
                  <a:pt x="12574" y="521246"/>
                </a:lnTo>
                <a:lnTo>
                  <a:pt x="12746" y="521246"/>
                </a:lnTo>
                <a:lnTo>
                  <a:pt x="12919" y="521237"/>
                </a:lnTo>
                <a:lnTo>
                  <a:pt x="13090" y="521237"/>
                </a:lnTo>
                <a:lnTo>
                  <a:pt x="13263" y="521237"/>
                </a:lnTo>
                <a:lnTo>
                  <a:pt x="13435" y="521228"/>
                </a:lnTo>
                <a:lnTo>
                  <a:pt x="13607" y="521228"/>
                </a:lnTo>
                <a:lnTo>
                  <a:pt x="13780" y="521228"/>
                </a:lnTo>
                <a:lnTo>
                  <a:pt x="13952" y="521219"/>
                </a:lnTo>
                <a:lnTo>
                  <a:pt x="14124" y="521219"/>
                </a:lnTo>
                <a:lnTo>
                  <a:pt x="14297" y="521219"/>
                </a:lnTo>
                <a:lnTo>
                  <a:pt x="14468" y="521210"/>
                </a:lnTo>
                <a:lnTo>
                  <a:pt x="14641" y="521210"/>
                </a:lnTo>
                <a:lnTo>
                  <a:pt x="14813" y="521210"/>
                </a:lnTo>
                <a:lnTo>
                  <a:pt x="14985" y="521201"/>
                </a:lnTo>
                <a:lnTo>
                  <a:pt x="15158" y="521201"/>
                </a:lnTo>
                <a:lnTo>
                  <a:pt x="15329" y="521201"/>
                </a:lnTo>
                <a:lnTo>
                  <a:pt x="15502" y="521192"/>
                </a:lnTo>
                <a:lnTo>
                  <a:pt x="15675" y="521192"/>
                </a:lnTo>
                <a:lnTo>
                  <a:pt x="15846" y="521192"/>
                </a:lnTo>
                <a:lnTo>
                  <a:pt x="16019" y="521183"/>
                </a:lnTo>
                <a:lnTo>
                  <a:pt x="16192" y="521183"/>
                </a:lnTo>
                <a:lnTo>
                  <a:pt x="16363" y="521183"/>
                </a:lnTo>
                <a:lnTo>
                  <a:pt x="16536" y="521175"/>
                </a:lnTo>
                <a:lnTo>
                  <a:pt x="16708" y="521175"/>
                </a:lnTo>
                <a:lnTo>
                  <a:pt x="16880" y="521175"/>
                </a:lnTo>
                <a:lnTo>
                  <a:pt x="17053" y="521166"/>
                </a:lnTo>
                <a:lnTo>
                  <a:pt x="17224" y="521166"/>
                </a:lnTo>
                <a:lnTo>
                  <a:pt x="17397" y="521166"/>
                </a:lnTo>
                <a:lnTo>
                  <a:pt x="17569" y="521157"/>
                </a:lnTo>
                <a:lnTo>
                  <a:pt x="17741" y="521157"/>
                </a:lnTo>
                <a:lnTo>
                  <a:pt x="17914" y="521157"/>
                </a:lnTo>
                <a:lnTo>
                  <a:pt x="18086" y="521148"/>
                </a:lnTo>
                <a:lnTo>
                  <a:pt x="18258" y="521148"/>
                </a:lnTo>
                <a:lnTo>
                  <a:pt x="18431" y="521148"/>
                </a:lnTo>
                <a:lnTo>
                  <a:pt x="18602" y="521139"/>
                </a:lnTo>
                <a:lnTo>
                  <a:pt x="18775" y="521139"/>
                </a:lnTo>
                <a:lnTo>
                  <a:pt x="18947" y="521139"/>
                </a:lnTo>
                <a:lnTo>
                  <a:pt x="19119" y="521130"/>
                </a:lnTo>
                <a:lnTo>
                  <a:pt x="19292" y="521130"/>
                </a:lnTo>
                <a:lnTo>
                  <a:pt x="19464" y="521130"/>
                </a:lnTo>
                <a:lnTo>
                  <a:pt x="19636" y="521121"/>
                </a:lnTo>
                <a:lnTo>
                  <a:pt x="19808" y="521121"/>
                </a:lnTo>
                <a:lnTo>
                  <a:pt x="19981" y="521121"/>
                </a:lnTo>
                <a:lnTo>
                  <a:pt x="20153" y="521112"/>
                </a:lnTo>
                <a:lnTo>
                  <a:pt x="20325" y="521112"/>
                </a:lnTo>
                <a:lnTo>
                  <a:pt x="20497" y="521112"/>
                </a:lnTo>
                <a:lnTo>
                  <a:pt x="20670" y="521103"/>
                </a:lnTo>
                <a:lnTo>
                  <a:pt x="20842" y="521103"/>
                </a:lnTo>
                <a:lnTo>
                  <a:pt x="21014" y="521103"/>
                </a:lnTo>
                <a:lnTo>
                  <a:pt x="21186" y="521094"/>
                </a:lnTo>
                <a:lnTo>
                  <a:pt x="21359" y="521094"/>
                </a:lnTo>
                <a:lnTo>
                  <a:pt x="21531" y="521094"/>
                </a:lnTo>
                <a:lnTo>
                  <a:pt x="21703" y="521086"/>
                </a:lnTo>
                <a:lnTo>
                  <a:pt x="21875" y="521086"/>
                </a:lnTo>
                <a:lnTo>
                  <a:pt x="22048" y="521086"/>
                </a:lnTo>
                <a:lnTo>
                  <a:pt x="22220" y="521077"/>
                </a:lnTo>
                <a:lnTo>
                  <a:pt x="22392" y="521077"/>
                </a:lnTo>
                <a:lnTo>
                  <a:pt x="22564" y="521077"/>
                </a:lnTo>
                <a:lnTo>
                  <a:pt x="22737" y="521068"/>
                </a:lnTo>
                <a:lnTo>
                  <a:pt x="22909" y="521068"/>
                </a:lnTo>
                <a:lnTo>
                  <a:pt x="23081" y="521068"/>
                </a:lnTo>
                <a:lnTo>
                  <a:pt x="23254" y="521059"/>
                </a:lnTo>
                <a:lnTo>
                  <a:pt x="23425" y="521059"/>
                </a:lnTo>
                <a:lnTo>
                  <a:pt x="23598" y="521059"/>
                </a:lnTo>
                <a:lnTo>
                  <a:pt x="23770" y="521050"/>
                </a:lnTo>
                <a:lnTo>
                  <a:pt x="23942" y="521050"/>
                </a:lnTo>
                <a:lnTo>
                  <a:pt x="24115" y="521050"/>
                </a:lnTo>
                <a:lnTo>
                  <a:pt x="24287" y="521041"/>
                </a:lnTo>
                <a:lnTo>
                  <a:pt x="24459" y="521041"/>
                </a:lnTo>
                <a:lnTo>
                  <a:pt x="24632" y="521041"/>
                </a:lnTo>
                <a:lnTo>
                  <a:pt x="24803" y="521032"/>
                </a:lnTo>
                <a:lnTo>
                  <a:pt x="24976" y="521032"/>
                </a:lnTo>
                <a:lnTo>
                  <a:pt x="25148" y="521032"/>
                </a:lnTo>
                <a:lnTo>
                  <a:pt x="25320" y="521023"/>
                </a:lnTo>
                <a:lnTo>
                  <a:pt x="25493" y="521023"/>
                </a:lnTo>
                <a:lnTo>
                  <a:pt x="25664" y="521023"/>
                </a:lnTo>
                <a:lnTo>
                  <a:pt x="25837" y="521014"/>
                </a:lnTo>
                <a:lnTo>
                  <a:pt x="26010" y="521014"/>
                </a:lnTo>
                <a:lnTo>
                  <a:pt x="26181" y="521014"/>
                </a:lnTo>
                <a:lnTo>
                  <a:pt x="26354" y="521005"/>
                </a:lnTo>
                <a:lnTo>
                  <a:pt x="26527" y="521005"/>
                </a:lnTo>
                <a:lnTo>
                  <a:pt x="26698" y="521005"/>
                </a:lnTo>
                <a:lnTo>
                  <a:pt x="26871" y="520997"/>
                </a:lnTo>
                <a:lnTo>
                  <a:pt x="27043" y="520997"/>
                </a:lnTo>
                <a:lnTo>
                  <a:pt x="27215" y="520997"/>
                </a:lnTo>
                <a:lnTo>
                  <a:pt x="27388" y="520988"/>
                </a:lnTo>
                <a:lnTo>
                  <a:pt x="27559" y="520988"/>
                </a:lnTo>
                <a:lnTo>
                  <a:pt x="27732" y="520979"/>
                </a:lnTo>
                <a:lnTo>
                  <a:pt x="27904" y="520979"/>
                </a:lnTo>
                <a:lnTo>
                  <a:pt x="28076" y="520979"/>
                </a:lnTo>
                <a:lnTo>
                  <a:pt x="28249" y="520970"/>
                </a:lnTo>
                <a:lnTo>
                  <a:pt x="28421" y="520970"/>
                </a:lnTo>
                <a:lnTo>
                  <a:pt x="28593" y="520970"/>
                </a:lnTo>
                <a:lnTo>
                  <a:pt x="28766" y="520961"/>
                </a:lnTo>
                <a:lnTo>
                  <a:pt x="28937" y="520961"/>
                </a:lnTo>
                <a:lnTo>
                  <a:pt x="29110" y="520961"/>
                </a:lnTo>
                <a:lnTo>
                  <a:pt x="29282" y="520952"/>
                </a:lnTo>
                <a:lnTo>
                  <a:pt x="29454" y="520952"/>
                </a:lnTo>
                <a:lnTo>
                  <a:pt x="29627" y="520952"/>
                </a:lnTo>
                <a:lnTo>
                  <a:pt x="29799" y="520943"/>
                </a:lnTo>
                <a:lnTo>
                  <a:pt x="29971" y="520943"/>
                </a:lnTo>
                <a:lnTo>
                  <a:pt x="30144" y="520943"/>
                </a:lnTo>
                <a:lnTo>
                  <a:pt x="30316" y="520934"/>
                </a:lnTo>
                <a:lnTo>
                  <a:pt x="30488" y="520934"/>
                </a:lnTo>
                <a:lnTo>
                  <a:pt x="30660" y="520934"/>
                </a:lnTo>
                <a:lnTo>
                  <a:pt x="30832" y="520925"/>
                </a:lnTo>
                <a:lnTo>
                  <a:pt x="31005" y="520925"/>
                </a:lnTo>
                <a:lnTo>
                  <a:pt x="31177" y="520925"/>
                </a:lnTo>
                <a:lnTo>
                  <a:pt x="31349" y="520916"/>
                </a:lnTo>
                <a:lnTo>
                  <a:pt x="31521" y="520916"/>
                </a:lnTo>
                <a:lnTo>
                  <a:pt x="31694" y="520916"/>
                </a:lnTo>
                <a:lnTo>
                  <a:pt x="31866" y="520908"/>
                </a:lnTo>
                <a:lnTo>
                  <a:pt x="32038" y="520908"/>
                </a:lnTo>
                <a:lnTo>
                  <a:pt x="32210" y="520899"/>
                </a:lnTo>
                <a:lnTo>
                  <a:pt x="32383" y="520899"/>
                </a:lnTo>
                <a:lnTo>
                  <a:pt x="32555" y="520899"/>
                </a:lnTo>
                <a:lnTo>
                  <a:pt x="32727" y="520890"/>
                </a:lnTo>
                <a:lnTo>
                  <a:pt x="32899" y="520890"/>
                </a:lnTo>
                <a:lnTo>
                  <a:pt x="33072" y="520890"/>
                </a:lnTo>
                <a:lnTo>
                  <a:pt x="33244" y="520881"/>
                </a:lnTo>
                <a:lnTo>
                  <a:pt x="33416" y="520881"/>
                </a:lnTo>
                <a:lnTo>
                  <a:pt x="33589" y="520881"/>
                </a:lnTo>
                <a:lnTo>
                  <a:pt x="33760" y="520872"/>
                </a:lnTo>
                <a:lnTo>
                  <a:pt x="33933" y="520872"/>
                </a:lnTo>
                <a:lnTo>
                  <a:pt x="34105" y="520872"/>
                </a:lnTo>
                <a:lnTo>
                  <a:pt x="34277" y="520863"/>
                </a:lnTo>
                <a:lnTo>
                  <a:pt x="34450" y="520863"/>
                </a:lnTo>
                <a:lnTo>
                  <a:pt x="34622" y="520863"/>
                </a:lnTo>
                <a:lnTo>
                  <a:pt x="34794" y="520854"/>
                </a:lnTo>
                <a:lnTo>
                  <a:pt x="34967" y="520854"/>
                </a:lnTo>
                <a:lnTo>
                  <a:pt x="35138" y="520854"/>
                </a:lnTo>
                <a:lnTo>
                  <a:pt x="35311" y="520845"/>
                </a:lnTo>
                <a:lnTo>
                  <a:pt x="35484" y="520845"/>
                </a:lnTo>
                <a:lnTo>
                  <a:pt x="35655" y="520845"/>
                </a:lnTo>
                <a:lnTo>
                  <a:pt x="35828" y="520836"/>
                </a:lnTo>
                <a:lnTo>
                  <a:pt x="35999" y="520836"/>
                </a:lnTo>
                <a:lnTo>
                  <a:pt x="36172" y="520828"/>
                </a:lnTo>
                <a:lnTo>
                  <a:pt x="36345" y="520828"/>
                </a:lnTo>
                <a:lnTo>
                  <a:pt x="36516" y="520828"/>
                </a:lnTo>
                <a:lnTo>
                  <a:pt x="36689" y="520819"/>
                </a:lnTo>
                <a:lnTo>
                  <a:pt x="36862" y="520819"/>
                </a:lnTo>
                <a:lnTo>
                  <a:pt x="37033" y="520819"/>
                </a:lnTo>
                <a:lnTo>
                  <a:pt x="37206" y="520810"/>
                </a:lnTo>
                <a:lnTo>
                  <a:pt x="37378" y="520810"/>
                </a:lnTo>
                <a:lnTo>
                  <a:pt x="37550" y="520810"/>
                </a:lnTo>
                <a:lnTo>
                  <a:pt x="37723" y="520801"/>
                </a:lnTo>
                <a:lnTo>
                  <a:pt x="37894" y="520801"/>
                </a:lnTo>
                <a:lnTo>
                  <a:pt x="38067" y="520801"/>
                </a:lnTo>
                <a:lnTo>
                  <a:pt x="38240" y="520792"/>
                </a:lnTo>
                <a:lnTo>
                  <a:pt x="38411" y="520792"/>
                </a:lnTo>
                <a:lnTo>
                  <a:pt x="38584" y="520792"/>
                </a:lnTo>
                <a:lnTo>
                  <a:pt x="38756" y="520783"/>
                </a:lnTo>
                <a:lnTo>
                  <a:pt x="38928" y="520783"/>
                </a:lnTo>
                <a:lnTo>
                  <a:pt x="39101" y="520774"/>
                </a:lnTo>
                <a:lnTo>
                  <a:pt x="39273" y="520774"/>
                </a:lnTo>
                <a:lnTo>
                  <a:pt x="39445" y="520774"/>
                </a:lnTo>
                <a:lnTo>
                  <a:pt x="39617" y="520765"/>
                </a:lnTo>
                <a:lnTo>
                  <a:pt x="39789" y="520765"/>
                </a:lnTo>
                <a:lnTo>
                  <a:pt x="39962" y="520765"/>
                </a:lnTo>
                <a:lnTo>
                  <a:pt x="40134" y="520756"/>
                </a:lnTo>
                <a:lnTo>
                  <a:pt x="40306" y="520756"/>
                </a:lnTo>
                <a:lnTo>
                  <a:pt x="40479" y="520756"/>
                </a:lnTo>
                <a:lnTo>
                  <a:pt x="40651" y="520748"/>
                </a:lnTo>
                <a:lnTo>
                  <a:pt x="40823" y="520748"/>
                </a:lnTo>
                <a:lnTo>
                  <a:pt x="40995" y="520748"/>
                </a:lnTo>
                <a:lnTo>
                  <a:pt x="41167" y="520739"/>
                </a:lnTo>
                <a:lnTo>
                  <a:pt x="41340" y="520739"/>
                </a:lnTo>
                <a:lnTo>
                  <a:pt x="41512" y="520739"/>
                </a:lnTo>
                <a:lnTo>
                  <a:pt x="41684" y="520730"/>
                </a:lnTo>
                <a:lnTo>
                  <a:pt x="41856" y="520730"/>
                </a:lnTo>
                <a:lnTo>
                  <a:pt x="42029" y="520721"/>
                </a:lnTo>
                <a:lnTo>
                  <a:pt x="42201" y="520721"/>
                </a:lnTo>
                <a:lnTo>
                  <a:pt x="42373" y="520721"/>
                </a:lnTo>
                <a:lnTo>
                  <a:pt x="42545" y="520712"/>
                </a:lnTo>
                <a:lnTo>
                  <a:pt x="42718" y="520712"/>
                </a:lnTo>
                <a:lnTo>
                  <a:pt x="42890" y="520712"/>
                </a:lnTo>
                <a:lnTo>
                  <a:pt x="43062" y="520703"/>
                </a:lnTo>
                <a:lnTo>
                  <a:pt x="43234" y="520703"/>
                </a:lnTo>
                <a:lnTo>
                  <a:pt x="43407" y="520703"/>
                </a:lnTo>
                <a:lnTo>
                  <a:pt x="43579" y="520694"/>
                </a:lnTo>
                <a:lnTo>
                  <a:pt x="43751" y="520694"/>
                </a:lnTo>
                <a:lnTo>
                  <a:pt x="43924" y="520694"/>
                </a:lnTo>
                <a:lnTo>
                  <a:pt x="44095" y="520685"/>
                </a:lnTo>
                <a:lnTo>
                  <a:pt x="44268" y="520685"/>
                </a:lnTo>
                <a:lnTo>
                  <a:pt x="44440" y="520676"/>
                </a:lnTo>
                <a:lnTo>
                  <a:pt x="44612" y="520676"/>
                </a:lnTo>
                <a:lnTo>
                  <a:pt x="44785" y="520676"/>
                </a:lnTo>
                <a:lnTo>
                  <a:pt x="44957" y="520667"/>
                </a:lnTo>
                <a:lnTo>
                  <a:pt x="45129" y="520667"/>
                </a:lnTo>
                <a:lnTo>
                  <a:pt x="45302" y="520667"/>
                </a:lnTo>
                <a:lnTo>
                  <a:pt x="45473" y="520659"/>
                </a:lnTo>
                <a:lnTo>
                  <a:pt x="45646" y="520659"/>
                </a:lnTo>
                <a:lnTo>
                  <a:pt x="45819" y="520659"/>
                </a:lnTo>
                <a:lnTo>
                  <a:pt x="45990" y="520650"/>
                </a:lnTo>
                <a:lnTo>
                  <a:pt x="46163" y="520650"/>
                </a:lnTo>
                <a:lnTo>
                  <a:pt x="46334" y="520650"/>
                </a:lnTo>
                <a:lnTo>
                  <a:pt x="46507" y="520641"/>
                </a:lnTo>
                <a:lnTo>
                  <a:pt x="46680" y="520641"/>
                </a:lnTo>
                <a:lnTo>
                  <a:pt x="46851" y="520632"/>
                </a:lnTo>
                <a:lnTo>
                  <a:pt x="47024" y="520632"/>
                </a:lnTo>
                <a:lnTo>
                  <a:pt x="47197" y="520632"/>
                </a:lnTo>
                <a:lnTo>
                  <a:pt x="47368" y="520623"/>
                </a:lnTo>
                <a:lnTo>
                  <a:pt x="47541" y="520623"/>
                </a:lnTo>
                <a:lnTo>
                  <a:pt x="47713" y="520623"/>
                </a:lnTo>
                <a:lnTo>
                  <a:pt x="47885" y="520614"/>
                </a:lnTo>
                <a:lnTo>
                  <a:pt x="48058" y="520614"/>
                </a:lnTo>
                <a:lnTo>
                  <a:pt x="48229" y="520614"/>
                </a:lnTo>
                <a:lnTo>
                  <a:pt x="48402" y="520605"/>
                </a:lnTo>
                <a:lnTo>
                  <a:pt x="48575" y="520605"/>
                </a:lnTo>
                <a:lnTo>
                  <a:pt x="48746" y="520596"/>
                </a:lnTo>
                <a:lnTo>
                  <a:pt x="48919" y="520596"/>
                </a:lnTo>
                <a:lnTo>
                  <a:pt x="49091" y="520596"/>
                </a:lnTo>
                <a:lnTo>
                  <a:pt x="49263" y="520587"/>
                </a:lnTo>
                <a:lnTo>
                  <a:pt x="49436" y="520587"/>
                </a:lnTo>
                <a:lnTo>
                  <a:pt x="49608" y="520587"/>
                </a:lnTo>
                <a:lnTo>
                  <a:pt x="49780" y="520578"/>
                </a:lnTo>
                <a:lnTo>
                  <a:pt x="49952" y="520578"/>
                </a:lnTo>
                <a:lnTo>
                  <a:pt x="50124" y="520578"/>
                </a:lnTo>
                <a:lnTo>
                  <a:pt x="50297" y="520570"/>
                </a:lnTo>
                <a:lnTo>
                  <a:pt x="50469" y="520570"/>
                </a:lnTo>
                <a:lnTo>
                  <a:pt x="50641" y="520561"/>
                </a:lnTo>
                <a:lnTo>
                  <a:pt x="50814" y="520561"/>
                </a:lnTo>
                <a:lnTo>
                  <a:pt x="50986" y="520561"/>
                </a:lnTo>
                <a:lnTo>
                  <a:pt x="51158" y="520552"/>
                </a:lnTo>
                <a:lnTo>
                  <a:pt x="51330" y="520552"/>
                </a:lnTo>
                <a:lnTo>
                  <a:pt x="51502" y="520552"/>
                </a:lnTo>
                <a:lnTo>
                  <a:pt x="51675" y="520543"/>
                </a:lnTo>
                <a:lnTo>
                  <a:pt x="51847" y="520543"/>
                </a:lnTo>
                <a:lnTo>
                  <a:pt x="52019" y="520543"/>
                </a:lnTo>
                <a:lnTo>
                  <a:pt x="52191" y="520534"/>
                </a:lnTo>
                <a:lnTo>
                  <a:pt x="52364" y="520534"/>
                </a:lnTo>
                <a:lnTo>
                  <a:pt x="52536" y="520525"/>
                </a:lnTo>
                <a:lnTo>
                  <a:pt x="52708" y="520525"/>
                </a:lnTo>
                <a:lnTo>
                  <a:pt x="52881" y="520525"/>
                </a:lnTo>
                <a:lnTo>
                  <a:pt x="53053" y="520516"/>
                </a:lnTo>
                <a:lnTo>
                  <a:pt x="53225" y="520516"/>
                </a:lnTo>
                <a:lnTo>
                  <a:pt x="53397" y="520516"/>
                </a:lnTo>
                <a:lnTo>
                  <a:pt x="53569" y="520507"/>
                </a:lnTo>
                <a:lnTo>
                  <a:pt x="53742" y="520507"/>
                </a:lnTo>
                <a:lnTo>
                  <a:pt x="53914" y="520498"/>
                </a:lnTo>
                <a:lnTo>
                  <a:pt x="54086" y="520498"/>
                </a:lnTo>
                <a:lnTo>
                  <a:pt x="54259" y="520498"/>
                </a:lnTo>
                <a:lnTo>
                  <a:pt x="54430" y="520489"/>
                </a:lnTo>
                <a:lnTo>
                  <a:pt x="54603" y="520489"/>
                </a:lnTo>
                <a:lnTo>
                  <a:pt x="54775" y="520489"/>
                </a:lnTo>
                <a:lnTo>
                  <a:pt x="54947" y="520481"/>
                </a:lnTo>
                <a:lnTo>
                  <a:pt x="55120" y="520481"/>
                </a:lnTo>
                <a:lnTo>
                  <a:pt x="55292" y="520481"/>
                </a:lnTo>
                <a:lnTo>
                  <a:pt x="55464" y="520472"/>
                </a:lnTo>
                <a:lnTo>
                  <a:pt x="55637" y="520472"/>
                </a:lnTo>
                <a:lnTo>
                  <a:pt x="55808" y="520463"/>
                </a:lnTo>
                <a:lnTo>
                  <a:pt x="55981" y="520463"/>
                </a:lnTo>
                <a:lnTo>
                  <a:pt x="56154" y="520463"/>
                </a:lnTo>
                <a:lnTo>
                  <a:pt x="56325" y="520454"/>
                </a:lnTo>
                <a:lnTo>
                  <a:pt x="56498" y="520454"/>
                </a:lnTo>
                <a:lnTo>
                  <a:pt x="56670" y="520454"/>
                </a:lnTo>
                <a:lnTo>
                  <a:pt x="56842" y="520445"/>
                </a:lnTo>
                <a:lnTo>
                  <a:pt x="57015" y="520445"/>
                </a:lnTo>
                <a:lnTo>
                  <a:pt x="57186" y="520436"/>
                </a:lnTo>
                <a:lnTo>
                  <a:pt x="57359" y="520436"/>
                </a:lnTo>
                <a:lnTo>
                  <a:pt x="57532" y="520436"/>
                </a:lnTo>
                <a:lnTo>
                  <a:pt x="57703" y="520427"/>
                </a:lnTo>
                <a:lnTo>
                  <a:pt x="57876" y="520427"/>
                </a:lnTo>
                <a:lnTo>
                  <a:pt x="58048" y="520427"/>
                </a:lnTo>
                <a:lnTo>
                  <a:pt x="58220" y="520418"/>
                </a:lnTo>
                <a:lnTo>
                  <a:pt x="58393" y="520418"/>
                </a:lnTo>
                <a:lnTo>
                  <a:pt x="58564" y="520418"/>
                </a:lnTo>
                <a:lnTo>
                  <a:pt x="58737" y="520409"/>
                </a:lnTo>
                <a:lnTo>
                  <a:pt x="58910" y="520409"/>
                </a:lnTo>
                <a:lnTo>
                  <a:pt x="59081" y="520401"/>
                </a:lnTo>
                <a:lnTo>
                  <a:pt x="59254" y="520401"/>
                </a:lnTo>
                <a:lnTo>
                  <a:pt x="59426" y="520401"/>
                </a:lnTo>
                <a:lnTo>
                  <a:pt x="59598" y="520392"/>
                </a:lnTo>
                <a:lnTo>
                  <a:pt x="59771" y="520392"/>
                </a:lnTo>
                <a:lnTo>
                  <a:pt x="59942" y="520392"/>
                </a:lnTo>
                <a:lnTo>
                  <a:pt x="60115" y="520383"/>
                </a:lnTo>
                <a:lnTo>
                  <a:pt x="60287" y="520383"/>
                </a:lnTo>
                <a:lnTo>
                  <a:pt x="60459" y="520374"/>
                </a:lnTo>
                <a:lnTo>
                  <a:pt x="60632" y="520374"/>
                </a:lnTo>
                <a:lnTo>
                  <a:pt x="60804" y="520374"/>
                </a:lnTo>
                <a:lnTo>
                  <a:pt x="60976" y="520365"/>
                </a:lnTo>
                <a:lnTo>
                  <a:pt x="61149" y="520365"/>
                </a:lnTo>
                <a:lnTo>
                  <a:pt x="61321" y="520365"/>
                </a:lnTo>
                <a:lnTo>
                  <a:pt x="61493" y="520356"/>
                </a:lnTo>
                <a:lnTo>
                  <a:pt x="61665" y="520356"/>
                </a:lnTo>
                <a:lnTo>
                  <a:pt x="61837" y="520347"/>
                </a:lnTo>
                <a:lnTo>
                  <a:pt x="62010" y="520347"/>
                </a:lnTo>
                <a:lnTo>
                  <a:pt x="62182" y="520347"/>
                </a:lnTo>
                <a:lnTo>
                  <a:pt x="62354" y="520338"/>
                </a:lnTo>
                <a:lnTo>
                  <a:pt x="62526" y="520338"/>
                </a:lnTo>
                <a:lnTo>
                  <a:pt x="62699" y="520338"/>
                </a:lnTo>
                <a:lnTo>
                  <a:pt x="62871" y="520329"/>
                </a:lnTo>
                <a:lnTo>
                  <a:pt x="63043" y="520329"/>
                </a:lnTo>
                <a:lnTo>
                  <a:pt x="63216" y="520320"/>
                </a:lnTo>
                <a:lnTo>
                  <a:pt x="63388" y="520320"/>
                </a:lnTo>
                <a:lnTo>
                  <a:pt x="63560" y="520320"/>
                </a:lnTo>
                <a:lnTo>
                  <a:pt x="63732" y="520312"/>
                </a:lnTo>
                <a:lnTo>
                  <a:pt x="63904" y="520312"/>
                </a:lnTo>
                <a:lnTo>
                  <a:pt x="64077" y="520312"/>
                </a:lnTo>
                <a:lnTo>
                  <a:pt x="64249" y="520303"/>
                </a:lnTo>
                <a:lnTo>
                  <a:pt x="64421" y="520303"/>
                </a:lnTo>
                <a:lnTo>
                  <a:pt x="64594" y="520294"/>
                </a:lnTo>
                <a:lnTo>
                  <a:pt x="64766" y="520294"/>
                </a:lnTo>
                <a:lnTo>
                  <a:pt x="64938" y="520294"/>
                </a:lnTo>
                <a:lnTo>
                  <a:pt x="65110" y="520285"/>
                </a:lnTo>
                <a:lnTo>
                  <a:pt x="65282" y="520285"/>
                </a:lnTo>
                <a:lnTo>
                  <a:pt x="65455" y="520285"/>
                </a:lnTo>
                <a:lnTo>
                  <a:pt x="65627" y="520276"/>
                </a:lnTo>
                <a:lnTo>
                  <a:pt x="65799" y="520276"/>
                </a:lnTo>
                <a:lnTo>
                  <a:pt x="65972" y="520267"/>
                </a:lnTo>
                <a:lnTo>
                  <a:pt x="66143" y="520267"/>
                </a:lnTo>
                <a:lnTo>
                  <a:pt x="66316" y="520267"/>
                </a:lnTo>
                <a:lnTo>
                  <a:pt x="66489" y="520258"/>
                </a:lnTo>
                <a:lnTo>
                  <a:pt x="66660" y="520258"/>
                </a:lnTo>
                <a:lnTo>
                  <a:pt x="66833" y="520249"/>
                </a:lnTo>
                <a:lnTo>
                  <a:pt x="67005" y="520249"/>
                </a:lnTo>
                <a:lnTo>
                  <a:pt x="67177" y="520249"/>
                </a:lnTo>
                <a:lnTo>
                  <a:pt x="67350" y="520240"/>
                </a:lnTo>
                <a:lnTo>
                  <a:pt x="67521" y="520240"/>
                </a:lnTo>
                <a:lnTo>
                  <a:pt x="67694" y="520240"/>
                </a:lnTo>
                <a:lnTo>
                  <a:pt x="67867" y="520231"/>
                </a:lnTo>
                <a:lnTo>
                  <a:pt x="68038" y="520231"/>
                </a:lnTo>
                <a:lnTo>
                  <a:pt x="68211" y="520223"/>
                </a:lnTo>
                <a:lnTo>
                  <a:pt x="68383" y="520223"/>
                </a:lnTo>
                <a:lnTo>
                  <a:pt x="68555" y="520223"/>
                </a:lnTo>
                <a:lnTo>
                  <a:pt x="68728" y="520214"/>
                </a:lnTo>
                <a:lnTo>
                  <a:pt x="68899" y="520214"/>
                </a:lnTo>
                <a:lnTo>
                  <a:pt x="69072" y="520214"/>
                </a:lnTo>
                <a:lnTo>
                  <a:pt x="69245" y="520205"/>
                </a:lnTo>
                <a:lnTo>
                  <a:pt x="69416" y="520205"/>
                </a:lnTo>
                <a:lnTo>
                  <a:pt x="69589" y="520196"/>
                </a:lnTo>
                <a:lnTo>
                  <a:pt x="69761" y="520196"/>
                </a:lnTo>
                <a:lnTo>
                  <a:pt x="69933" y="520196"/>
                </a:lnTo>
                <a:lnTo>
                  <a:pt x="70106" y="520187"/>
                </a:lnTo>
                <a:lnTo>
                  <a:pt x="70278" y="520187"/>
                </a:lnTo>
                <a:lnTo>
                  <a:pt x="70450" y="520178"/>
                </a:lnTo>
                <a:lnTo>
                  <a:pt x="70622" y="520178"/>
                </a:lnTo>
                <a:lnTo>
                  <a:pt x="70794" y="520178"/>
                </a:lnTo>
                <a:lnTo>
                  <a:pt x="70967" y="520169"/>
                </a:lnTo>
                <a:lnTo>
                  <a:pt x="71139" y="520169"/>
                </a:lnTo>
                <a:lnTo>
                  <a:pt x="71311" y="520169"/>
                </a:lnTo>
                <a:lnTo>
                  <a:pt x="71484" y="520160"/>
                </a:lnTo>
                <a:lnTo>
                  <a:pt x="71656" y="520160"/>
                </a:lnTo>
                <a:lnTo>
                  <a:pt x="71828" y="520151"/>
                </a:lnTo>
                <a:lnTo>
                  <a:pt x="72000" y="520151"/>
                </a:lnTo>
                <a:lnTo>
                  <a:pt x="72172" y="520151"/>
                </a:lnTo>
                <a:lnTo>
                  <a:pt x="72345" y="520142"/>
                </a:lnTo>
                <a:lnTo>
                  <a:pt x="72517" y="520142"/>
                </a:lnTo>
                <a:lnTo>
                  <a:pt x="72689" y="520134"/>
                </a:lnTo>
                <a:lnTo>
                  <a:pt x="72861" y="520134"/>
                </a:lnTo>
                <a:lnTo>
                  <a:pt x="73034" y="520134"/>
                </a:lnTo>
                <a:lnTo>
                  <a:pt x="73206" y="520125"/>
                </a:lnTo>
                <a:lnTo>
                  <a:pt x="73378" y="520125"/>
                </a:lnTo>
                <a:lnTo>
                  <a:pt x="73551" y="520125"/>
                </a:lnTo>
                <a:lnTo>
                  <a:pt x="73723" y="520116"/>
                </a:lnTo>
                <a:lnTo>
                  <a:pt x="73895" y="520116"/>
                </a:lnTo>
                <a:lnTo>
                  <a:pt x="74067" y="520107"/>
                </a:lnTo>
                <a:lnTo>
                  <a:pt x="74239" y="520107"/>
                </a:lnTo>
                <a:lnTo>
                  <a:pt x="74412" y="520107"/>
                </a:lnTo>
                <a:lnTo>
                  <a:pt x="74584" y="520098"/>
                </a:lnTo>
                <a:lnTo>
                  <a:pt x="74756" y="520098"/>
                </a:lnTo>
                <a:lnTo>
                  <a:pt x="74929" y="520089"/>
                </a:lnTo>
                <a:lnTo>
                  <a:pt x="75101" y="520089"/>
                </a:lnTo>
                <a:lnTo>
                  <a:pt x="75273" y="520089"/>
                </a:lnTo>
                <a:lnTo>
                  <a:pt x="75445" y="520080"/>
                </a:lnTo>
                <a:lnTo>
                  <a:pt x="75617" y="520080"/>
                </a:lnTo>
                <a:lnTo>
                  <a:pt x="75790" y="520071"/>
                </a:lnTo>
                <a:lnTo>
                  <a:pt x="75962" y="520071"/>
                </a:lnTo>
                <a:lnTo>
                  <a:pt x="76134" y="520071"/>
                </a:lnTo>
                <a:lnTo>
                  <a:pt x="76307" y="520062"/>
                </a:lnTo>
                <a:lnTo>
                  <a:pt x="76478" y="520062"/>
                </a:lnTo>
                <a:lnTo>
                  <a:pt x="76651" y="520062"/>
                </a:lnTo>
                <a:lnTo>
                  <a:pt x="76824" y="520054"/>
                </a:lnTo>
                <a:lnTo>
                  <a:pt x="76995" y="520054"/>
                </a:lnTo>
                <a:lnTo>
                  <a:pt x="77168" y="520045"/>
                </a:lnTo>
                <a:lnTo>
                  <a:pt x="77340" y="520045"/>
                </a:lnTo>
                <a:lnTo>
                  <a:pt x="77512" y="520045"/>
                </a:lnTo>
                <a:lnTo>
                  <a:pt x="77685" y="520036"/>
                </a:lnTo>
                <a:lnTo>
                  <a:pt x="77856" y="520036"/>
                </a:lnTo>
                <a:lnTo>
                  <a:pt x="78029" y="520027"/>
                </a:lnTo>
                <a:lnTo>
                  <a:pt x="78202" y="520027"/>
                </a:lnTo>
                <a:lnTo>
                  <a:pt x="78373" y="520027"/>
                </a:lnTo>
                <a:lnTo>
                  <a:pt x="78546" y="520018"/>
                </a:lnTo>
                <a:lnTo>
                  <a:pt x="78718" y="520018"/>
                </a:lnTo>
                <a:lnTo>
                  <a:pt x="78890" y="520009"/>
                </a:lnTo>
                <a:lnTo>
                  <a:pt x="79063" y="520009"/>
                </a:lnTo>
                <a:lnTo>
                  <a:pt x="79234" y="520009"/>
                </a:lnTo>
                <a:lnTo>
                  <a:pt x="79407" y="520000"/>
                </a:lnTo>
                <a:lnTo>
                  <a:pt x="79580" y="520000"/>
                </a:lnTo>
                <a:lnTo>
                  <a:pt x="79751" y="519991"/>
                </a:lnTo>
                <a:lnTo>
                  <a:pt x="79924" y="519991"/>
                </a:lnTo>
                <a:lnTo>
                  <a:pt x="80096" y="519991"/>
                </a:lnTo>
                <a:lnTo>
                  <a:pt x="80268" y="519982"/>
                </a:lnTo>
                <a:lnTo>
                  <a:pt x="80441" y="519982"/>
                </a:lnTo>
                <a:lnTo>
                  <a:pt x="80613" y="519982"/>
                </a:lnTo>
                <a:lnTo>
                  <a:pt x="80785" y="519974"/>
                </a:lnTo>
                <a:lnTo>
                  <a:pt x="80957" y="519974"/>
                </a:lnTo>
                <a:lnTo>
                  <a:pt x="81129" y="519965"/>
                </a:lnTo>
                <a:lnTo>
                  <a:pt x="81302" y="519965"/>
                </a:lnTo>
                <a:lnTo>
                  <a:pt x="81474" y="519965"/>
                </a:lnTo>
                <a:lnTo>
                  <a:pt x="81646" y="519956"/>
                </a:lnTo>
                <a:lnTo>
                  <a:pt x="81819" y="519956"/>
                </a:lnTo>
                <a:lnTo>
                  <a:pt x="81991" y="519947"/>
                </a:lnTo>
                <a:lnTo>
                  <a:pt x="82163" y="519947"/>
                </a:lnTo>
                <a:lnTo>
                  <a:pt x="82335" y="519947"/>
                </a:lnTo>
                <a:lnTo>
                  <a:pt x="82507" y="519938"/>
                </a:lnTo>
                <a:lnTo>
                  <a:pt x="82680" y="519938"/>
                </a:lnTo>
                <a:lnTo>
                  <a:pt x="82852" y="519929"/>
                </a:lnTo>
                <a:lnTo>
                  <a:pt x="83024" y="519929"/>
                </a:lnTo>
                <a:lnTo>
                  <a:pt x="83197" y="519929"/>
                </a:lnTo>
                <a:lnTo>
                  <a:pt x="83369" y="519920"/>
                </a:lnTo>
                <a:lnTo>
                  <a:pt x="83541" y="519920"/>
                </a:lnTo>
                <a:lnTo>
                  <a:pt x="83713" y="519911"/>
                </a:lnTo>
                <a:lnTo>
                  <a:pt x="83886" y="519911"/>
                </a:lnTo>
                <a:lnTo>
                  <a:pt x="84058" y="519911"/>
                </a:lnTo>
                <a:lnTo>
                  <a:pt x="84230" y="519902"/>
                </a:lnTo>
                <a:lnTo>
                  <a:pt x="84402" y="519902"/>
                </a:lnTo>
                <a:lnTo>
                  <a:pt x="84574" y="519893"/>
                </a:lnTo>
                <a:lnTo>
                  <a:pt x="84747" y="519893"/>
                </a:lnTo>
                <a:lnTo>
                  <a:pt x="84919" y="519893"/>
                </a:lnTo>
                <a:lnTo>
                  <a:pt x="85091" y="519884"/>
                </a:lnTo>
                <a:lnTo>
                  <a:pt x="85264" y="519884"/>
                </a:lnTo>
                <a:lnTo>
                  <a:pt x="85436" y="519876"/>
                </a:lnTo>
                <a:lnTo>
                  <a:pt x="85608" y="519876"/>
                </a:lnTo>
                <a:lnTo>
                  <a:pt x="85780" y="519876"/>
                </a:lnTo>
                <a:lnTo>
                  <a:pt x="85952" y="519867"/>
                </a:lnTo>
                <a:lnTo>
                  <a:pt x="86125" y="519867"/>
                </a:lnTo>
                <a:lnTo>
                  <a:pt x="86297" y="519858"/>
                </a:lnTo>
                <a:lnTo>
                  <a:pt x="86469" y="519858"/>
                </a:lnTo>
                <a:lnTo>
                  <a:pt x="86642" y="519858"/>
                </a:lnTo>
                <a:lnTo>
                  <a:pt x="86813" y="519849"/>
                </a:lnTo>
                <a:lnTo>
                  <a:pt x="86986" y="519849"/>
                </a:lnTo>
                <a:lnTo>
                  <a:pt x="87159" y="519840"/>
                </a:lnTo>
                <a:lnTo>
                  <a:pt x="87330" y="519840"/>
                </a:lnTo>
                <a:lnTo>
                  <a:pt x="87503" y="519840"/>
                </a:lnTo>
                <a:lnTo>
                  <a:pt x="87675" y="519831"/>
                </a:lnTo>
                <a:lnTo>
                  <a:pt x="87847" y="519831"/>
                </a:lnTo>
                <a:lnTo>
                  <a:pt x="88020" y="519822"/>
                </a:lnTo>
                <a:lnTo>
                  <a:pt x="88191" y="519822"/>
                </a:lnTo>
                <a:lnTo>
                  <a:pt x="88364" y="519822"/>
                </a:lnTo>
                <a:lnTo>
                  <a:pt x="88537" y="519813"/>
                </a:lnTo>
                <a:lnTo>
                  <a:pt x="88708" y="519813"/>
                </a:lnTo>
                <a:lnTo>
                  <a:pt x="88881" y="519804"/>
                </a:lnTo>
                <a:lnTo>
                  <a:pt x="89053" y="519804"/>
                </a:lnTo>
                <a:lnTo>
                  <a:pt x="89225" y="519804"/>
                </a:lnTo>
                <a:lnTo>
                  <a:pt x="89398" y="519796"/>
                </a:lnTo>
                <a:lnTo>
                  <a:pt x="89569" y="519796"/>
                </a:lnTo>
                <a:lnTo>
                  <a:pt x="89742" y="519787"/>
                </a:lnTo>
                <a:lnTo>
                  <a:pt x="89915" y="519787"/>
                </a:lnTo>
                <a:lnTo>
                  <a:pt x="90086" y="519787"/>
                </a:lnTo>
                <a:lnTo>
                  <a:pt x="90259" y="519778"/>
                </a:lnTo>
                <a:lnTo>
                  <a:pt x="90431" y="519778"/>
                </a:lnTo>
                <a:lnTo>
                  <a:pt x="90603" y="519769"/>
                </a:lnTo>
                <a:lnTo>
                  <a:pt x="90776" y="519769"/>
                </a:lnTo>
                <a:lnTo>
                  <a:pt x="90948" y="519769"/>
                </a:lnTo>
                <a:lnTo>
                  <a:pt x="91120" y="519760"/>
                </a:lnTo>
                <a:lnTo>
                  <a:pt x="91293" y="519760"/>
                </a:lnTo>
                <a:lnTo>
                  <a:pt x="91464" y="519751"/>
                </a:lnTo>
                <a:lnTo>
                  <a:pt x="91637" y="519751"/>
                </a:lnTo>
                <a:lnTo>
                  <a:pt x="91809" y="519751"/>
                </a:lnTo>
                <a:lnTo>
                  <a:pt x="91981" y="519742"/>
                </a:lnTo>
                <a:lnTo>
                  <a:pt x="92154" y="519742"/>
                </a:lnTo>
                <a:lnTo>
                  <a:pt x="92326" y="519733"/>
                </a:lnTo>
                <a:lnTo>
                  <a:pt x="92498" y="519733"/>
                </a:lnTo>
                <a:lnTo>
                  <a:pt x="92670" y="519724"/>
                </a:lnTo>
                <a:lnTo>
                  <a:pt x="92842" y="519724"/>
                </a:lnTo>
                <a:lnTo>
                  <a:pt x="93015" y="519724"/>
                </a:lnTo>
                <a:lnTo>
                  <a:pt x="93187" y="519715"/>
                </a:lnTo>
                <a:lnTo>
                  <a:pt x="93359" y="519715"/>
                </a:lnTo>
                <a:lnTo>
                  <a:pt x="93532" y="519707"/>
                </a:lnTo>
                <a:lnTo>
                  <a:pt x="93704" y="519707"/>
                </a:lnTo>
                <a:lnTo>
                  <a:pt x="93876" y="519707"/>
                </a:lnTo>
                <a:lnTo>
                  <a:pt x="94048" y="519698"/>
                </a:lnTo>
                <a:lnTo>
                  <a:pt x="94221" y="519698"/>
                </a:lnTo>
                <a:lnTo>
                  <a:pt x="94393" y="519689"/>
                </a:lnTo>
                <a:lnTo>
                  <a:pt x="94565" y="519689"/>
                </a:lnTo>
                <a:lnTo>
                  <a:pt x="94737" y="519689"/>
                </a:lnTo>
                <a:lnTo>
                  <a:pt x="94909" y="519680"/>
                </a:lnTo>
                <a:lnTo>
                  <a:pt x="95082" y="519680"/>
                </a:lnTo>
                <a:lnTo>
                  <a:pt x="95254" y="519671"/>
                </a:lnTo>
                <a:lnTo>
                  <a:pt x="95426" y="519671"/>
                </a:lnTo>
                <a:lnTo>
                  <a:pt x="95599" y="519671"/>
                </a:lnTo>
                <a:lnTo>
                  <a:pt x="95771" y="519662"/>
                </a:lnTo>
                <a:lnTo>
                  <a:pt x="95943" y="519662"/>
                </a:lnTo>
                <a:lnTo>
                  <a:pt x="96115" y="519653"/>
                </a:lnTo>
                <a:lnTo>
                  <a:pt x="96287" y="519653"/>
                </a:lnTo>
                <a:lnTo>
                  <a:pt x="96460" y="519644"/>
                </a:lnTo>
                <a:lnTo>
                  <a:pt x="96632" y="519644"/>
                </a:lnTo>
                <a:lnTo>
                  <a:pt x="96804" y="519644"/>
                </a:lnTo>
                <a:lnTo>
                  <a:pt x="96977" y="519635"/>
                </a:lnTo>
                <a:lnTo>
                  <a:pt x="97148" y="519635"/>
                </a:lnTo>
                <a:lnTo>
                  <a:pt x="97321" y="519627"/>
                </a:lnTo>
                <a:lnTo>
                  <a:pt x="97494" y="519627"/>
                </a:lnTo>
                <a:lnTo>
                  <a:pt x="97665" y="519627"/>
                </a:lnTo>
                <a:lnTo>
                  <a:pt x="97838" y="519618"/>
                </a:lnTo>
                <a:lnTo>
                  <a:pt x="98010" y="519618"/>
                </a:lnTo>
                <a:lnTo>
                  <a:pt x="98182" y="519609"/>
                </a:lnTo>
                <a:lnTo>
                  <a:pt x="98355" y="519609"/>
                </a:lnTo>
                <a:lnTo>
                  <a:pt x="98526" y="519609"/>
                </a:lnTo>
                <a:lnTo>
                  <a:pt x="98699" y="519600"/>
                </a:lnTo>
                <a:lnTo>
                  <a:pt x="98872" y="519600"/>
                </a:lnTo>
                <a:lnTo>
                  <a:pt x="99043" y="519591"/>
                </a:lnTo>
                <a:lnTo>
                  <a:pt x="99216" y="519591"/>
                </a:lnTo>
                <a:lnTo>
                  <a:pt x="99388" y="519582"/>
                </a:lnTo>
                <a:lnTo>
                  <a:pt x="99560" y="519582"/>
                </a:lnTo>
                <a:lnTo>
                  <a:pt x="99733" y="519582"/>
                </a:lnTo>
                <a:lnTo>
                  <a:pt x="99904" y="519573"/>
                </a:lnTo>
                <a:lnTo>
                  <a:pt x="100077" y="519573"/>
                </a:lnTo>
                <a:lnTo>
                  <a:pt x="100250" y="519564"/>
                </a:lnTo>
                <a:lnTo>
                  <a:pt x="100421" y="519564"/>
                </a:lnTo>
                <a:lnTo>
                  <a:pt x="100594" y="519564"/>
                </a:lnTo>
                <a:lnTo>
                  <a:pt x="100766" y="519555"/>
                </a:lnTo>
                <a:lnTo>
                  <a:pt x="100938" y="519555"/>
                </a:lnTo>
                <a:lnTo>
                  <a:pt x="101111" y="519547"/>
                </a:lnTo>
                <a:lnTo>
                  <a:pt x="101283" y="519547"/>
                </a:lnTo>
                <a:lnTo>
                  <a:pt x="101455" y="519538"/>
                </a:lnTo>
                <a:lnTo>
                  <a:pt x="101628" y="519538"/>
                </a:lnTo>
                <a:lnTo>
                  <a:pt x="101799" y="519538"/>
                </a:lnTo>
                <a:lnTo>
                  <a:pt x="101972" y="519529"/>
                </a:lnTo>
                <a:lnTo>
                  <a:pt x="102144" y="519529"/>
                </a:lnTo>
                <a:lnTo>
                  <a:pt x="102316" y="519520"/>
                </a:lnTo>
                <a:lnTo>
                  <a:pt x="102489" y="519520"/>
                </a:lnTo>
                <a:lnTo>
                  <a:pt x="102661" y="519520"/>
                </a:lnTo>
                <a:lnTo>
                  <a:pt x="102833" y="519511"/>
                </a:lnTo>
                <a:lnTo>
                  <a:pt x="103005" y="519511"/>
                </a:lnTo>
                <a:lnTo>
                  <a:pt x="103177" y="519502"/>
                </a:lnTo>
                <a:lnTo>
                  <a:pt x="103350" y="519502"/>
                </a:lnTo>
                <a:lnTo>
                  <a:pt x="103522" y="519493"/>
                </a:lnTo>
                <a:lnTo>
                  <a:pt x="103694" y="519493"/>
                </a:lnTo>
                <a:lnTo>
                  <a:pt x="103867" y="519493"/>
                </a:lnTo>
                <a:lnTo>
                  <a:pt x="104039" y="519484"/>
                </a:lnTo>
                <a:lnTo>
                  <a:pt x="104211" y="519484"/>
                </a:lnTo>
                <a:lnTo>
                  <a:pt x="104383" y="519475"/>
                </a:lnTo>
                <a:lnTo>
                  <a:pt x="104556" y="519475"/>
                </a:lnTo>
                <a:lnTo>
                  <a:pt x="104728" y="519466"/>
                </a:lnTo>
                <a:lnTo>
                  <a:pt x="104900" y="519466"/>
                </a:lnTo>
                <a:lnTo>
                  <a:pt x="105072" y="519466"/>
                </a:lnTo>
                <a:lnTo>
                  <a:pt x="105244" y="519457"/>
                </a:lnTo>
                <a:lnTo>
                  <a:pt x="105417" y="519457"/>
                </a:lnTo>
                <a:lnTo>
                  <a:pt x="105589" y="519449"/>
                </a:lnTo>
                <a:lnTo>
                  <a:pt x="105761" y="519449"/>
                </a:lnTo>
                <a:lnTo>
                  <a:pt x="105934" y="519449"/>
                </a:lnTo>
                <a:lnTo>
                  <a:pt x="106106" y="519440"/>
                </a:lnTo>
                <a:lnTo>
                  <a:pt x="106278" y="519440"/>
                </a:lnTo>
                <a:lnTo>
                  <a:pt x="106450" y="519431"/>
                </a:lnTo>
                <a:lnTo>
                  <a:pt x="106622" y="519431"/>
                </a:lnTo>
                <a:lnTo>
                  <a:pt x="106795" y="519422"/>
                </a:lnTo>
                <a:lnTo>
                  <a:pt x="106967" y="519422"/>
                </a:lnTo>
                <a:lnTo>
                  <a:pt x="107139" y="519422"/>
                </a:lnTo>
                <a:lnTo>
                  <a:pt x="107312" y="519413"/>
                </a:lnTo>
                <a:lnTo>
                  <a:pt x="107483" y="519413"/>
                </a:lnTo>
                <a:lnTo>
                  <a:pt x="107656" y="519404"/>
                </a:lnTo>
                <a:lnTo>
                  <a:pt x="107829" y="519404"/>
                </a:lnTo>
                <a:lnTo>
                  <a:pt x="108000" y="519395"/>
                </a:lnTo>
                <a:lnTo>
                  <a:pt x="108173" y="519395"/>
                </a:lnTo>
                <a:lnTo>
                  <a:pt x="108345" y="519395"/>
                </a:lnTo>
                <a:lnTo>
                  <a:pt x="108517" y="519386"/>
                </a:lnTo>
                <a:lnTo>
                  <a:pt x="108690" y="519386"/>
                </a:lnTo>
                <a:lnTo>
                  <a:pt x="108861" y="519377"/>
                </a:lnTo>
                <a:lnTo>
                  <a:pt x="109034" y="519377"/>
                </a:lnTo>
                <a:lnTo>
                  <a:pt x="109207" y="519369"/>
                </a:lnTo>
                <a:lnTo>
                  <a:pt x="109378" y="519369"/>
                </a:lnTo>
                <a:lnTo>
                  <a:pt x="109551" y="519369"/>
                </a:lnTo>
                <a:lnTo>
                  <a:pt x="109723" y="519360"/>
                </a:lnTo>
                <a:lnTo>
                  <a:pt x="109895" y="519360"/>
                </a:lnTo>
                <a:lnTo>
                  <a:pt x="110068" y="519351"/>
                </a:lnTo>
                <a:lnTo>
                  <a:pt x="110239" y="519351"/>
                </a:lnTo>
                <a:lnTo>
                  <a:pt x="110412" y="519351"/>
                </a:lnTo>
                <a:lnTo>
                  <a:pt x="110585" y="519342"/>
                </a:lnTo>
                <a:lnTo>
                  <a:pt x="110756" y="519342"/>
                </a:lnTo>
                <a:lnTo>
                  <a:pt x="110929" y="519333"/>
                </a:lnTo>
                <a:lnTo>
                  <a:pt x="111101" y="519333"/>
                </a:lnTo>
                <a:lnTo>
                  <a:pt x="111273" y="519324"/>
                </a:lnTo>
                <a:lnTo>
                  <a:pt x="111446" y="519324"/>
                </a:lnTo>
                <a:lnTo>
                  <a:pt x="111618" y="519324"/>
                </a:lnTo>
                <a:lnTo>
                  <a:pt x="111790" y="519315"/>
                </a:lnTo>
                <a:lnTo>
                  <a:pt x="111963" y="519315"/>
                </a:lnTo>
                <a:lnTo>
                  <a:pt x="112134" y="519306"/>
                </a:lnTo>
                <a:lnTo>
                  <a:pt x="112307" y="519306"/>
                </a:lnTo>
                <a:lnTo>
                  <a:pt x="112479" y="519297"/>
                </a:lnTo>
                <a:lnTo>
                  <a:pt x="112651" y="519297"/>
                </a:lnTo>
                <a:lnTo>
                  <a:pt x="112824" y="519297"/>
                </a:lnTo>
                <a:lnTo>
                  <a:pt x="112996" y="519288"/>
                </a:lnTo>
                <a:lnTo>
                  <a:pt x="113168" y="519288"/>
                </a:lnTo>
                <a:lnTo>
                  <a:pt x="113340" y="519280"/>
                </a:lnTo>
                <a:lnTo>
                  <a:pt x="113512" y="519280"/>
                </a:lnTo>
                <a:lnTo>
                  <a:pt x="113685" y="519271"/>
                </a:lnTo>
                <a:lnTo>
                  <a:pt x="113857" y="519271"/>
                </a:lnTo>
                <a:lnTo>
                  <a:pt x="114029" y="519262"/>
                </a:lnTo>
                <a:lnTo>
                  <a:pt x="114202" y="519262"/>
                </a:lnTo>
                <a:lnTo>
                  <a:pt x="114374" y="519262"/>
                </a:lnTo>
                <a:lnTo>
                  <a:pt x="114546" y="519253"/>
                </a:lnTo>
                <a:lnTo>
                  <a:pt x="114718" y="519253"/>
                </a:lnTo>
                <a:lnTo>
                  <a:pt x="114891" y="519244"/>
                </a:lnTo>
                <a:lnTo>
                  <a:pt x="115063" y="519244"/>
                </a:lnTo>
                <a:lnTo>
                  <a:pt x="115235" y="519235"/>
                </a:lnTo>
                <a:lnTo>
                  <a:pt x="115407" y="519235"/>
                </a:lnTo>
                <a:lnTo>
                  <a:pt x="115579" y="519235"/>
                </a:lnTo>
                <a:lnTo>
                  <a:pt x="115752" y="519226"/>
                </a:lnTo>
                <a:lnTo>
                  <a:pt x="115924" y="519226"/>
                </a:lnTo>
                <a:lnTo>
                  <a:pt x="116096" y="519217"/>
                </a:lnTo>
                <a:lnTo>
                  <a:pt x="116269" y="519217"/>
                </a:lnTo>
                <a:lnTo>
                  <a:pt x="116441" y="519208"/>
                </a:lnTo>
                <a:lnTo>
                  <a:pt x="116613" y="519208"/>
                </a:lnTo>
                <a:lnTo>
                  <a:pt x="116785" y="519208"/>
                </a:lnTo>
                <a:lnTo>
                  <a:pt x="116957" y="519200"/>
                </a:lnTo>
                <a:lnTo>
                  <a:pt x="117130" y="519200"/>
                </a:lnTo>
                <a:lnTo>
                  <a:pt x="117302" y="519191"/>
                </a:lnTo>
                <a:lnTo>
                  <a:pt x="117474" y="519191"/>
                </a:lnTo>
                <a:lnTo>
                  <a:pt x="117647" y="519182"/>
                </a:lnTo>
                <a:lnTo>
                  <a:pt x="117818" y="519182"/>
                </a:lnTo>
                <a:lnTo>
                  <a:pt x="117991" y="519182"/>
                </a:lnTo>
                <a:lnTo>
                  <a:pt x="118164" y="519173"/>
                </a:lnTo>
                <a:lnTo>
                  <a:pt x="118335" y="519173"/>
                </a:lnTo>
                <a:lnTo>
                  <a:pt x="118508" y="519164"/>
                </a:lnTo>
                <a:lnTo>
                  <a:pt x="118680" y="519164"/>
                </a:lnTo>
                <a:lnTo>
                  <a:pt x="118852" y="519155"/>
                </a:lnTo>
                <a:lnTo>
                  <a:pt x="119025" y="519155"/>
                </a:lnTo>
                <a:lnTo>
                  <a:pt x="119196" y="519146"/>
                </a:lnTo>
                <a:lnTo>
                  <a:pt x="119369" y="519146"/>
                </a:lnTo>
                <a:lnTo>
                  <a:pt x="119542" y="519146"/>
                </a:lnTo>
                <a:lnTo>
                  <a:pt x="119713" y="519137"/>
                </a:lnTo>
                <a:lnTo>
                  <a:pt x="119886" y="519137"/>
                </a:lnTo>
                <a:lnTo>
                  <a:pt x="120059" y="519128"/>
                </a:lnTo>
                <a:lnTo>
                  <a:pt x="120230" y="519128"/>
                </a:lnTo>
                <a:lnTo>
                  <a:pt x="120403" y="519119"/>
                </a:lnTo>
                <a:lnTo>
                  <a:pt x="120574" y="519119"/>
                </a:lnTo>
                <a:lnTo>
                  <a:pt x="120747" y="519110"/>
                </a:lnTo>
                <a:lnTo>
                  <a:pt x="120920" y="519110"/>
                </a:lnTo>
                <a:lnTo>
                  <a:pt x="121091" y="519110"/>
                </a:lnTo>
                <a:lnTo>
                  <a:pt x="121264" y="519102"/>
                </a:lnTo>
                <a:lnTo>
                  <a:pt x="121436" y="519102"/>
                </a:lnTo>
                <a:lnTo>
                  <a:pt x="121608" y="519093"/>
                </a:lnTo>
                <a:lnTo>
                  <a:pt x="121781" y="519093"/>
                </a:lnTo>
                <a:lnTo>
                  <a:pt x="121953" y="519084"/>
                </a:lnTo>
                <a:lnTo>
                  <a:pt x="122125" y="519084"/>
                </a:lnTo>
                <a:lnTo>
                  <a:pt x="122298" y="519084"/>
                </a:lnTo>
                <a:lnTo>
                  <a:pt x="122469" y="519075"/>
                </a:lnTo>
                <a:lnTo>
                  <a:pt x="122642" y="519075"/>
                </a:lnTo>
                <a:lnTo>
                  <a:pt x="122814" y="519066"/>
                </a:lnTo>
                <a:lnTo>
                  <a:pt x="122986" y="519066"/>
                </a:lnTo>
                <a:lnTo>
                  <a:pt x="123159" y="519057"/>
                </a:lnTo>
                <a:lnTo>
                  <a:pt x="123331" y="519057"/>
                </a:lnTo>
                <a:lnTo>
                  <a:pt x="123503" y="519048"/>
                </a:lnTo>
                <a:lnTo>
                  <a:pt x="123675" y="519048"/>
                </a:lnTo>
                <a:lnTo>
                  <a:pt x="123847" y="519048"/>
                </a:lnTo>
                <a:lnTo>
                  <a:pt x="124020" y="519039"/>
                </a:lnTo>
                <a:lnTo>
                  <a:pt x="124192" y="519039"/>
                </a:lnTo>
                <a:lnTo>
                  <a:pt x="124364" y="519030"/>
                </a:lnTo>
                <a:lnTo>
                  <a:pt x="124537" y="519030"/>
                </a:lnTo>
                <a:lnTo>
                  <a:pt x="124709" y="519022"/>
                </a:lnTo>
                <a:lnTo>
                  <a:pt x="124881" y="519022"/>
                </a:lnTo>
                <a:lnTo>
                  <a:pt x="125053" y="519013"/>
                </a:lnTo>
                <a:lnTo>
                  <a:pt x="125226" y="519013"/>
                </a:lnTo>
                <a:lnTo>
                  <a:pt x="125398" y="519013"/>
                </a:lnTo>
                <a:lnTo>
                  <a:pt x="125570" y="519004"/>
                </a:lnTo>
                <a:lnTo>
                  <a:pt x="125742" y="519004"/>
                </a:lnTo>
                <a:lnTo>
                  <a:pt x="125914" y="518995"/>
                </a:lnTo>
                <a:lnTo>
                  <a:pt x="126087" y="518995"/>
                </a:lnTo>
                <a:lnTo>
                  <a:pt x="126259" y="518986"/>
                </a:lnTo>
                <a:lnTo>
                  <a:pt x="126431" y="518986"/>
                </a:lnTo>
                <a:lnTo>
                  <a:pt x="126604" y="518977"/>
                </a:lnTo>
                <a:lnTo>
                  <a:pt x="126776" y="518977"/>
                </a:lnTo>
                <a:lnTo>
                  <a:pt x="126948" y="518977"/>
                </a:lnTo>
                <a:lnTo>
                  <a:pt x="127120" y="518968"/>
                </a:lnTo>
                <a:lnTo>
                  <a:pt x="127292" y="518968"/>
                </a:lnTo>
                <a:lnTo>
                  <a:pt x="127465" y="518959"/>
                </a:lnTo>
                <a:lnTo>
                  <a:pt x="127637" y="518959"/>
                </a:lnTo>
                <a:lnTo>
                  <a:pt x="127809" y="518950"/>
                </a:lnTo>
                <a:lnTo>
                  <a:pt x="127982" y="518950"/>
                </a:lnTo>
                <a:lnTo>
                  <a:pt x="128154" y="518941"/>
                </a:lnTo>
                <a:lnTo>
                  <a:pt x="128326" y="518941"/>
                </a:lnTo>
                <a:lnTo>
                  <a:pt x="128499" y="518933"/>
                </a:lnTo>
                <a:lnTo>
                  <a:pt x="128670" y="518933"/>
                </a:lnTo>
                <a:lnTo>
                  <a:pt x="128843" y="518933"/>
                </a:lnTo>
                <a:lnTo>
                  <a:pt x="129015" y="518924"/>
                </a:lnTo>
                <a:lnTo>
                  <a:pt x="129187" y="518924"/>
                </a:lnTo>
                <a:lnTo>
                  <a:pt x="129360" y="518915"/>
                </a:lnTo>
                <a:lnTo>
                  <a:pt x="129531" y="518915"/>
                </a:lnTo>
                <a:lnTo>
                  <a:pt x="129704" y="518906"/>
                </a:lnTo>
                <a:lnTo>
                  <a:pt x="129877" y="518906"/>
                </a:lnTo>
                <a:lnTo>
                  <a:pt x="130048" y="518897"/>
                </a:lnTo>
                <a:lnTo>
                  <a:pt x="130221" y="518897"/>
                </a:lnTo>
                <a:lnTo>
                  <a:pt x="130393" y="518897"/>
                </a:lnTo>
                <a:lnTo>
                  <a:pt x="130565" y="518888"/>
                </a:lnTo>
                <a:lnTo>
                  <a:pt x="130738" y="518888"/>
                </a:lnTo>
                <a:lnTo>
                  <a:pt x="130909" y="518879"/>
                </a:lnTo>
                <a:lnTo>
                  <a:pt x="131082" y="518879"/>
                </a:lnTo>
                <a:lnTo>
                  <a:pt x="131255" y="518870"/>
                </a:lnTo>
                <a:lnTo>
                  <a:pt x="131426" y="518870"/>
                </a:lnTo>
                <a:lnTo>
                  <a:pt x="131599" y="518861"/>
                </a:lnTo>
                <a:lnTo>
                  <a:pt x="131771" y="518861"/>
                </a:lnTo>
                <a:lnTo>
                  <a:pt x="131943" y="518853"/>
                </a:lnTo>
                <a:lnTo>
                  <a:pt x="132116" y="518853"/>
                </a:lnTo>
                <a:lnTo>
                  <a:pt x="132288" y="518853"/>
                </a:lnTo>
                <a:lnTo>
                  <a:pt x="132460" y="518844"/>
                </a:lnTo>
                <a:lnTo>
                  <a:pt x="132633" y="518844"/>
                </a:lnTo>
                <a:lnTo>
                  <a:pt x="132804" y="518835"/>
                </a:lnTo>
                <a:lnTo>
                  <a:pt x="132977" y="518835"/>
                </a:lnTo>
                <a:lnTo>
                  <a:pt x="133149" y="518826"/>
                </a:lnTo>
                <a:lnTo>
                  <a:pt x="133321" y="518826"/>
                </a:lnTo>
                <a:lnTo>
                  <a:pt x="133494" y="518817"/>
                </a:lnTo>
                <a:lnTo>
                  <a:pt x="133666" y="518817"/>
                </a:lnTo>
                <a:lnTo>
                  <a:pt x="133838" y="518808"/>
                </a:lnTo>
                <a:lnTo>
                  <a:pt x="134010" y="518808"/>
                </a:lnTo>
                <a:lnTo>
                  <a:pt x="134182" y="518808"/>
                </a:lnTo>
                <a:lnTo>
                  <a:pt x="134355" y="518799"/>
                </a:lnTo>
                <a:lnTo>
                  <a:pt x="134527" y="518799"/>
                </a:lnTo>
                <a:lnTo>
                  <a:pt x="134699" y="518790"/>
                </a:lnTo>
                <a:lnTo>
                  <a:pt x="134872" y="518790"/>
                </a:lnTo>
                <a:lnTo>
                  <a:pt x="135044" y="518781"/>
                </a:lnTo>
                <a:lnTo>
                  <a:pt x="135216" y="518781"/>
                </a:lnTo>
                <a:lnTo>
                  <a:pt x="135388" y="518772"/>
                </a:lnTo>
                <a:lnTo>
                  <a:pt x="135561" y="518772"/>
                </a:lnTo>
                <a:lnTo>
                  <a:pt x="135733" y="518764"/>
                </a:lnTo>
                <a:lnTo>
                  <a:pt x="135905" y="518764"/>
                </a:lnTo>
                <a:lnTo>
                  <a:pt x="136077" y="518764"/>
                </a:lnTo>
                <a:lnTo>
                  <a:pt x="136250" y="518755"/>
                </a:lnTo>
                <a:lnTo>
                  <a:pt x="136422" y="518755"/>
                </a:lnTo>
                <a:lnTo>
                  <a:pt x="136594" y="518746"/>
                </a:lnTo>
                <a:lnTo>
                  <a:pt x="136766" y="518746"/>
                </a:lnTo>
                <a:lnTo>
                  <a:pt x="136939" y="518737"/>
                </a:lnTo>
                <a:lnTo>
                  <a:pt x="137111" y="518737"/>
                </a:lnTo>
                <a:lnTo>
                  <a:pt x="137283" y="518728"/>
                </a:lnTo>
                <a:lnTo>
                  <a:pt x="137456" y="518728"/>
                </a:lnTo>
                <a:lnTo>
                  <a:pt x="137627" y="518719"/>
                </a:lnTo>
                <a:lnTo>
                  <a:pt x="137800" y="518719"/>
                </a:lnTo>
                <a:lnTo>
                  <a:pt x="137972" y="518710"/>
                </a:lnTo>
                <a:lnTo>
                  <a:pt x="138144" y="518710"/>
                </a:lnTo>
                <a:lnTo>
                  <a:pt x="138317" y="518710"/>
                </a:lnTo>
                <a:lnTo>
                  <a:pt x="138489" y="518701"/>
                </a:lnTo>
                <a:lnTo>
                  <a:pt x="138661" y="518701"/>
                </a:lnTo>
                <a:lnTo>
                  <a:pt x="138834" y="518692"/>
                </a:lnTo>
                <a:lnTo>
                  <a:pt x="139005" y="518692"/>
                </a:lnTo>
                <a:lnTo>
                  <a:pt x="139178" y="518683"/>
                </a:lnTo>
                <a:lnTo>
                  <a:pt x="139350" y="518683"/>
                </a:lnTo>
                <a:lnTo>
                  <a:pt x="139522" y="518675"/>
                </a:lnTo>
                <a:lnTo>
                  <a:pt x="139695" y="518675"/>
                </a:lnTo>
                <a:lnTo>
                  <a:pt x="139866" y="518666"/>
                </a:lnTo>
                <a:lnTo>
                  <a:pt x="140039" y="518666"/>
                </a:lnTo>
                <a:lnTo>
                  <a:pt x="140212" y="518657"/>
                </a:lnTo>
                <a:lnTo>
                  <a:pt x="140383" y="518657"/>
                </a:lnTo>
                <a:lnTo>
                  <a:pt x="140556" y="518657"/>
                </a:lnTo>
                <a:lnTo>
                  <a:pt x="140729" y="518648"/>
                </a:lnTo>
                <a:lnTo>
                  <a:pt x="140900" y="518648"/>
                </a:lnTo>
                <a:lnTo>
                  <a:pt x="141073" y="518639"/>
                </a:lnTo>
                <a:lnTo>
                  <a:pt x="141244" y="518639"/>
                </a:lnTo>
                <a:lnTo>
                  <a:pt x="141417" y="518630"/>
                </a:lnTo>
                <a:lnTo>
                  <a:pt x="141590" y="518630"/>
                </a:lnTo>
                <a:lnTo>
                  <a:pt x="141761" y="518621"/>
                </a:lnTo>
                <a:lnTo>
                  <a:pt x="141934" y="518621"/>
                </a:lnTo>
                <a:lnTo>
                  <a:pt x="142106" y="518612"/>
                </a:lnTo>
                <a:lnTo>
                  <a:pt x="142278" y="518612"/>
                </a:lnTo>
                <a:lnTo>
                  <a:pt x="142451" y="518603"/>
                </a:lnTo>
                <a:lnTo>
                  <a:pt x="142623" y="518603"/>
                </a:lnTo>
                <a:lnTo>
                  <a:pt x="142795" y="518595"/>
                </a:lnTo>
                <a:lnTo>
                  <a:pt x="142968" y="518595"/>
                </a:lnTo>
                <a:lnTo>
                  <a:pt x="143139" y="518595"/>
                </a:lnTo>
                <a:lnTo>
                  <a:pt x="143312" y="518586"/>
                </a:lnTo>
                <a:lnTo>
                  <a:pt x="143484" y="518586"/>
                </a:lnTo>
                <a:lnTo>
                  <a:pt x="143656" y="518577"/>
                </a:lnTo>
                <a:lnTo>
                  <a:pt x="143829" y="518577"/>
                </a:lnTo>
                <a:lnTo>
                  <a:pt x="144001" y="518568"/>
                </a:lnTo>
                <a:lnTo>
                  <a:pt x="144173" y="518568"/>
                </a:lnTo>
                <a:lnTo>
                  <a:pt x="144345" y="518559"/>
                </a:lnTo>
                <a:lnTo>
                  <a:pt x="144518" y="518559"/>
                </a:lnTo>
                <a:lnTo>
                  <a:pt x="144690" y="518550"/>
                </a:lnTo>
                <a:lnTo>
                  <a:pt x="144862" y="518550"/>
                </a:lnTo>
                <a:lnTo>
                  <a:pt x="145034" y="518541"/>
                </a:lnTo>
                <a:lnTo>
                  <a:pt x="145207" y="518541"/>
                </a:lnTo>
                <a:lnTo>
                  <a:pt x="145379" y="518532"/>
                </a:lnTo>
                <a:lnTo>
                  <a:pt x="145551" y="518532"/>
                </a:lnTo>
                <a:lnTo>
                  <a:pt x="145723" y="518523"/>
                </a:lnTo>
                <a:lnTo>
                  <a:pt x="145896" y="518523"/>
                </a:lnTo>
                <a:lnTo>
                  <a:pt x="146068" y="518523"/>
                </a:lnTo>
                <a:lnTo>
                  <a:pt x="146240" y="518514"/>
                </a:lnTo>
                <a:lnTo>
                  <a:pt x="146412" y="518514"/>
                </a:lnTo>
                <a:lnTo>
                  <a:pt x="146585" y="518506"/>
                </a:lnTo>
                <a:lnTo>
                  <a:pt x="146757" y="518506"/>
                </a:lnTo>
                <a:lnTo>
                  <a:pt x="146929" y="518497"/>
                </a:lnTo>
                <a:lnTo>
                  <a:pt x="147101" y="518497"/>
                </a:lnTo>
                <a:lnTo>
                  <a:pt x="147274" y="518488"/>
                </a:lnTo>
                <a:lnTo>
                  <a:pt x="147446" y="518488"/>
                </a:lnTo>
                <a:lnTo>
                  <a:pt x="147618" y="518479"/>
                </a:lnTo>
                <a:lnTo>
                  <a:pt x="147791" y="518479"/>
                </a:lnTo>
                <a:lnTo>
                  <a:pt x="147962" y="518470"/>
                </a:lnTo>
                <a:lnTo>
                  <a:pt x="148135" y="518470"/>
                </a:lnTo>
                <a:lnTo>
                  <a:pt x="148307" y="518461"/>
                </a:lnTo>
                <a:lnTo>
                  <a:pt x="148479" y="518461"/>
                </a:lnTo>
                <a:lnTo>
                  <a:pt x="148652" y="518452"/>
                </a:lnTo>
                <a:lnTo>
                  <a:pt x="148824" y="518452"/>
                </a:lnTo>
                <a:lnTo>
                  <a:pt x="148996" y="518443"/>
                </a:lnTo>
                <a:lnTo>
                  <a:pt x="149169" y="518443"/>
                </a:lnTo>
                <a:lnTo>
                  <a:pt x="149340" y="518443"/>
                </a:lnTo>
                <a:lnTo>
                  <a:pt x="149513" y="518434"/>
                </a:lnTo>
                <a:lnTo>
                  <a:pt x="149685" y="518434"/>
                </a:lnTo>
                <a:lnTo>
                  <a:pt x="149857" y="518426"/>
                </a:lnTo>
                <a:lnTo>
                  <a:pt x="150030" y="518426"/>
                </a:lnTo>
                <a:lnTo>
                  <a:pt x="150201" y="518417"/>
                </a:lnTo>
                <a:lnTo>
                  <a:pt x="150374" y="518417"/>
                </a:lnTo>
                <a:lnTo>
                  <a:pt x="150547" y="518408"/>
                </a:lnTo>
                <a:lnTo>
                  <a:pt x="150718" y="518408"/>
                </a:lnTo>
                <a:lnTo>
                  <a:pt x="150891" y="518399"/>
                </a:lnTo>
                <a:lnTo>
                  <a:pt x="151064" y="518399"/>
                </a:lnTo>
                <a:lnTo>
                  <a:pt x="151235" y="518390"/>
                </a:lnTo>
                <a:lnTo>
                  <a:pt x="151408" y="518390"/>
                </a:lnTo>
                <a:lnTo>
                  <a:pt x="151579" y="518381"/>
                </a:lnTo>
                <a:lnTo>
                  <a:pt x="151752" y="518381"/>
                </a:lnTo>
                <a:lnTo>
                  <a:pt x="151925" y="518372"/>
                </a:lnTo>
                <a:lnTo>
                  <a:pt x="152096" y="518372"/>
                </a:lnTo>
                <a:lnTo>
                  <a:pt x="152269" y="518363"/>
                </a:lnTo>
                <a:lnTo>
                  <a:pt x="152441" y="518363"/>
                </a:lnTo>
                <a:lnTo>
                  <a:pt x="152613" y="518354"/>
                </a:lnTo>
                <a:lnTo>
                  <a:pt x="152786" y="518354"/>
                </a:lnTo>
                <a:lnTo>
                  <a:pt x="152958" y="518345"/>
                </a:lnTo>
                <a:lnTo>
                  <a:pt x="153130" y="518345"/>
                </a:lnTo>
                <a:lnTo>
                  <a:pt x="153303" y="518336"/>
                </a:lnTo>
                <a:lnTo>
                  <a:pt x="153474" y="518336"/>
                </a:lnTo>
                <a:lnTo>
                  <a:pt x="153647" y="518336"/>
                </a:lnTo>
                <a:lnTo>
                  <a:pt x="153819" y="518328"/>
                </a:lnTo>
                <a:lnTo>
                  <a:pt x="153991" y="518328"/>
                </a:lnTo>
                <a:lnTo>
                  <a:pt x="154164" y="518319"/>
                </a:lnTo>
                <a:lnTo>
                  <a:pt x="154336" y="518319"/>
                </a:lnTo>
                <a:lnTo>
                  <a:pt x="154508" y="518310"/>
                </a:lnTo>
                <a:lnTo>
                  <a:pt x="154681" y="518310"/>
                </a:lnTo>
                <a:lnTo>
                  <a:pt x="154853" y="518301"/>
                </a:lnTo>
                <a:lnTo>
                  <a:pt x="155025" y="518301"/>
                </a:lnTo>
                <a:lnTo>
                  <a:pt x="155197" y="518292"/>
                </a:lnTo>
                <a:lnTo>
                  <a:pt x="155369" y="518292"/>
                </a:lnTo>
                <a:lnTo>
                  <a:pt x="155542" y="518283"/>
                </a:lnTo>
                <a:lnTo>
                  <a:pt x="155714" y="518283"/>
                </a:lnTo>
                <a:lnTo>
                  <a:pt x="155886" y="518274"/>
                </a:lnTo>
                <a:lnTo>
                  <a:pt x="156058" y="518274"/>
                </a:lnTo>
                <a:lnTo>
                  <a:pt x="156231" y="518265"/>
                </a:lnTo>
                <a:lnTo>
                  <a:pt x="156403" y="518265"/>
                </a:lnTo>
                <a:lnTo>
                  <a:pt x="156575" y="518256"/>
                </a:lnTo>
                <a:lnTo>
                  <a:pt x="156747" y="518256"/>
                </a:lnTo>
                <a:lnTo>
                  <a:pt x="156920" y="518248"/>
                </a:lnTo>
                <a:lnTo>
                  <a:pt x="157092" y="518248"/>
                </a:lnTo>
                <a:lnTo>
                  <a:pt x="157264" y="518239"/>
                </a:lnTo>
                <a:lnTo>
                  <a:pt x="157436" y="518239"/>
                </a:lnTo>
                <a:lnTo>
                  <a:pt x="157609" y="518230"/>
                </a:lnTo>
                <a:lnTo>
                  <a:pt x="157781" y="518230"/>
                </a:lnTo>
                <a:lnTo>
                  <a:pt x="157953" y="518221"/>
                </a:lnTo>
                <a:lnTo>
                  <a:pt x="158126" y="518221"/>
                </a:lnTo>
                <a:lnTo>
                  <a:pt x="158297" y="518212"/>
                </a:lnTo>
                <a:lnTo>
                  <a:pt x="158470" y="518212"/>
                </a:lnTo>
                <a:lnTo>
                  <a:pt x="158642" y="518203"/>
                </a:lnTo>
                <a:lnTo>
                  <a:pt x="158814" y="518203"/>
                </a:lnTo>
                <a:lnTo>
                  <a:pt x="158987" y="518194"/>
                </a:lnTo>
                <a:lnTo>
                  <a:pt x="159159" y="518194"/>
                </a:lnTo>
                <a:lnTo>
                  <a:pt x="159331" y="518185"/>
                </a:lnTo>
                <a:lnTo>
                  <a:pt x="159504" y="518185"/>
                </a:lnTo>
                <a:lnTo>
                  <a:pt x="159675" y="518185"/>
                </a:lnTo>
                <a:lnTo>
                  <a:pt x="159848" y="518176"/>
                </a:lnTo>
                <a:lnTo>
                  <a:pt x="160020" y="518176"/>
                </a:lnTo>
                <a:lnTo>
                  <a:pt x="160192" y="518168"/>
                </a:lnTo>
                <a:lnTo>
                  <a:pt x="160365" y="518168"/>
                </a:lnTo>
                <a:lnTo>
                  <a:pt x="160536" y="518159"/>
                </a:lnTo>
                <a:lnTo>
                  <a:pt x="160709" y="518159"/>
                </a:lnTo>
                <a:lnTo>
                  <a:pt x="160882" y="518150"/>
                </a:lnTo>
                <a:lnTo>
                  <a:pt x="161053" y="518150"/>
                </a:lnTo>
                <a:lnTo>
                  <a:pt x="161226" y="518141"/>
                </a:lnTo>
                <a:lnTo>
                  <a:pt x="161398" y="518141"/>
                </a:lnTo>
                <a:lnTo>
                  <a:pt x="161570" y="518132"/>
                </a:lnTo>
                <a:lnTo>
                  <a:pt x="161743" y="518132"/>
                </a:lnTo>
                <a:lnTo>
                  <a:pt x="161915" y="518123"/>
                </a:lnTo>
                <a:lnTo>
                  <a:pt x="162087" y="518123"/>
                </a:lnTo>
                <a:lnTo>
                  <a:pt x="162260" y="518114"/>
                </a:lnTo>
                <a:lnTo>
                  <a:pt x="162431" y="518114"/>
                </a:lnTo>
                <a:lnTo>
                  <a:pt x="162604" y="518105"/>
                </a:lnTo>
                <a:lnTo>
                  <a:pt x="162777" y="518105"/>
                </a:lnTo>
                <a:lnTo>
                  <a:pt x="162948" y="518096"/>
                </a:lnTo>
                <a:lnTo>
                  <a:pt x="163121" y="518096"/>
                </a:lnTo>
                <a:lnTo>
                  <a:pt x="163293" y="518087"/>
                </a:lnTo>
                <a:lnTo>
                  <a:pt x="163465" y="518087"/>
                </a:lnTo>
                <a:lnTo>
                  <a:pt x="163638" y="518079"/>
                </a:lnTo>
                <a:lnTo>
                  <a:pt x="163809" y="518079"/>
                </a:lnTo>
                <a:lnTo>
                  <a:pt x="163982" y="518070"/>
                </a:lnTo>
                <a:lnTo>
                  <a:pt x="164154" y="518070"/>
                </a:lnTo>
                <a:lnTo>
                  <a:pt x="164326" y="518061"/>
                </a:lnTo>
                <a:lnTo>
                  <a:pt x="164499" y="518061"/>
                </a:lnTo>
                <a:lnTo>
                  <a:pt x="164671" y="518052"/>
                </a:lnTo>
                <a:lnTo>
                  <a:pt x="164843" y="518052"/>
                </a:lnTo>
                <a:lnTo>
                  <a:pt x="165016" y="518043"/>
                </a:lnTo>
                <a:lnTo>
                  <a:pt x="165188" y="518043"/>
                </a:lnTo>
                <a:lnTo>
                  <a:pt x="165360" y="518034"/>
                </a:lnTo>
                <a:lnTo>
                  <a:pt x="165532" y="518034"/>
                </a:lnTo>
                <a:lnTo>
                  <a:pt x="165704" y="518025"/>
                </a:lnTo>
                <a:lnTo>
                  <a:pt x="165877" y="518025"/>
                </a:lnTo>
                <a:lnTo>
                  <a:pt x="166049" y="518016"/>
                </a:lnTo>
                <a:lnTo>
                  <a:pt x="166221" y="518016"/>
                </a:lnTo>
                <a:lnTo>
                  <a:pt x="166393" y="518007"/>
                </a:lnTo>
                <a:lnTo>
                  <a:pt x="166566" y="518007"/>
                </a:lnTo>
                <a:lnTo>
                  <a:pt x="166738" y="517998"/>
                </a:lnTo>
                <a:lnTo>
                  <a:pt x="166910" y="517998"/>
                </a:lnTo>
                <a:lnTo>
                  <a:pt x="167082" y="517990"/>
                </a:lnTo>
                <a:lnTo>
                  <a:pt x="167255" y="517990"/>
                </a:lnTo>
                <a:lnTo>
                  <a:pt x="167427" y="517981"/>
                </a:lnTo>
                <a:lnTo>
                  <a:pt x="167599" y="517981"/>
                </a:lnTo>
                <a:lnTo>
                  <a:pt x="167771" y="517972"/>
                </a:lnTo>
                <a:lnTo>
                  <a:pt x="167944" y="517972"/>
                </a:lnTo>
                <a:lnTo>
                  <a:pt x="168116" y="517963"/>
                </a:lnTo>
                <a:lnTo>
                  <a:pt x="168288" y="517963"/>
                </a:lnTo>
                <a:lnTo>
                  <a:pt x="168461" y="517954"/>
                </a:lnTo>
                <a:lnTo>
                  <a:pt x="168632" y="517954"/>
                </a:lnTo>
                <a:lnTo>
                  <a:pt x="168805" y="517945"/>
                </a:lnTo>
                <a:lnTo>
                  <a:pt x="168977" y="517945"/>
                </a:lnTo>
                <a:lnTo>
                  <a:pt x="169149" y="517936"/>
                </a:lnTo>
                <a:lnTo>
                  <a:pt x="169322" y="517936"/>
                </a:lnTo>
                <a:lnTo>
                  <a:pt x="169494" y="517927"/>
                </a:lnTo>
                <a:lnTo>
                  <a:pt x="169666" y="517927"/>
                </a:lnTo>
                <a:lnTo>
                  <a:pt x="169839" y="517918"/>
                </a:lnTo>
                <a:lnTo>
                  <a:pt x="170010" y="517918"/>
                </a:lnTo>
                <a:lnTo>
                  <a:pt x="170183" y="517909"/>
                </a:lnTo>
                <a:lnTo>
                  <a:pt x="170355" y="517909"/>
                </a:lnTo>
                <a:lnTo>
                  <a:pt x="170527" y="517901"/>
                </a:lnTo>
                <a:lnTo>
                  <a:pt x="170700" y="517901"/>
                </a:lnTo>
                <a:lnTo>
                  <a:pt x="170871" y="517892"/>
                </a:lnTo>
                <a:lnTo>
                  <a:pt x="171044" y="517892"/>
                </a:lnTo>
                <a:lnTo>
                  <a:pt x="171217" y="517883"/>
                </a:lnTo>
                <a:lnTo>
                  <a:pt x="171388" y="517883"/>
                </a:lnTo>
                <a:lnTo>
                  <a:pt x="171561" y="517874"/>
                </a:lnTo>
                <a:lnTo>
                  <a:pt x="171734" y="517874"/>
                </a:lnTo>
                <a:lnTo>
                  <a:pt x="171905" y="517865"/>
                </a:lnTo>
                <a:lnTo>
                  <a:pt x="172078" y="517865"/>
                </a:lnTo>
                <a:lnTo>
                  <a:pt x="172250" y="517856"/>
                </a:lnTo>
                <a:lnTo>
                  <a:pt x="172422" y="517856"/>
                </a:lnTo>
                <a:lnTo>
                  <a:pt x="172595" y="517847"/>
                </a:lnTo>
                <a:lnTo>
                  <a:pt x="172766" y="517838"/>
                </a:lnTo>
                <a:lnTo>
                  <a:pt x="172939" y="517838"/>
                </a:lnTo>
                <a:lnTo>
                  <a:pt x="173112" y="517829"/>
                </a:lnTo>
                <a:lnTo>
                  <a:pt x="173283" y="517829"/>
                </a:lnTo>
                <a:lnTo>
                  <a:pt x="173456" y="517821"/>
                </a:lnTo>
                <a:lnTo>
                  <a:pt x="173628" y="517821"/>
                </a:lnTo>
                <a:lnTo>
                  <a:pt x="173800" y="517812"/>
                </a:lnTo>
                <a:lnTo>
                  <a:pt x="173973" y="517812"/>
                </a:lnTo>
                <a:lnTo>
                  <a:pt x="174144" y="517803"/>
                </a:lnTo>
                <a:lnTo>
                  <a:pt x="174317" y="517803"/>
                </a:lnTo>
                <a:lnTo>
                  <a:pt x="174489" y="517794"/>
                </a:lnTo>
                <a:lnTo>
                  <a:pt x="174661" y="517794"/>
                </a:lnTo>
                <a:lnTo>
                  <a:pt x="174834" y="517785"/>
                </a:lnTo>
                <a:lnTo>
                  <a:pt x="175006" y="517785"/>
                </a:lnTo>
                <a:lnTo>
                  <a:pt x="175178" y="517776"/>
                </a:lnTo>
                <a:lnTo>
                  <a:pt x="175351" y="517776"/>
                </a:lnTo>
                <a:lnTo>
                  <a:pt x="175523" y="517767"/>
                </a:lnTo>
                <a:lnTo>
                  <a:pt x="175695" y="517767"/>
                </a:lnTo>
                <a:lnTo>
                  <a:pt x="175867" y="517758"/>
                </a:lnTo>
                <a:lnTo>
                  <a:pt x="176039" y="517758"/>
                </a:lnTo>
                <a:lnTo>
                  <a:pt x="176212" y="517749"/>
                </a:lnTo>
                <a:lnTo>
                  <a:pt x="176384" y="517749"/>
                </a:lnTo>
                <a:lnTo>
                  <a:pt x="176556" y="517741"/>
                </a:lnTo>
                <a:lnTo>
                  <a:pt x="176728" y="517741"/>
                </a:lnTo>
                <a:lnTo>
                  <a:pt x="176901" y="517732"/>
                </a:lnTo>
                <a:lnTo>
                  <a:pt x="177073" y="517732"/>
                </a:lnTo>
                <a:lnTo>
                  <a:pt x="177245" y="517723"/>
                </a:lnTo>
                <a:lnTo>
                  <a:pt x="177417" y="517723"/>
                </a:lnTo>
                <a:lnTo>
                  <a:pt x="177590" y="517714"/>
                </a:lnTo>
                <a:lnTo>
                  <a:pt x="177762" y="517714"/>
                </a:lnTo>
                <a:lnTo>
                  <a:pt x="177934" y="517705"/>
                </a:lnTo>
                <a:lnTo>
                  <a:pt x="178106" y="517705"/>
                </a:lnTo>
                <a:lnTo>
                  <a:pt x="178279" y="517696"/>
                </a:lnTo>
                <a:lnTo>
                  <a:pt x="178451" y="517696"/>
                </a:lnTo>
                <a:lnTo>
                  <a:pt x="178623" y="517687"/>
                </a:lnTo>
                <a:lnTo>
                  <a:pt x="178796" y="517687"/>
                </a:lnTo>
                <a:lnTo>
                  <a:pt x="178967" y="517678"/>
                </a:lnTo>
                <a:lnTo>
                  <a:pt x="179140" y="517669"/>
                </a:lnTo>
                <a:lnTo>
                  <a:pt x="179312" y="517669"/>
                </a:lnTo>
                <a:lnTo>
                  <a:pt x="179484" y="517660"/>
                </a:lnTo>
                <a:lnTo>
                  <a:pt x="179657" y="517660"/>
                </a:lnTo>
                <a:lnTo>
                  <a:pt x="179829" y="517652"/>
                </a:lnTo>
                <a:lnTo>
                  <a:pt x="180001" y="517652"/>
                </a:lnTo>
                <a:lnTo>
                  <a:pt x="180174" y="517643"/>
                </a:lnTo>
                <a:lnTo>
                  <a:pt x="180345" y="517643"/>
                </a:lnTo>
                <a:lnTo>
                  <a:pt x="180518" y="517634"/>
                </a:lnTo>
                <a:lnTo>
                  <a:pt x="180690" y="517634"/>
                </a:lnTo>
                <a:lnTo>
                  <a:pt x="180862" y="517625"/>
                </a:lnTo>
                <a:lnTo>
                  <a:pt x="181035" y="517625"/>
                </a:lnTo>
                <a:lnTo>
                  <a:pt x="181207" y="517616"/>
                </a:lnTo>
                <a:lnTo>
                  <a:pt x="181379" y="517616"/>
                </a:lnTo>
                <a:lnTo>
                  <a:pt x="181552" y="517607"/>
                </a:lnTo>
                <a:lnTo>
                  <a:pt x="181723" y="517607"/>
                </a:lnTo>
                <a:lnTo>
                  <a:pt x="181896" y="517598"/>
                </a:lnTo>
                <a:lnTo>
                  <a:pt x="182069" y="517598"/>
                </a:lnTo>
                <a:lnTo>
                  <a:pt x="182240" y="517589"/>
                </a:lnTo>
                <a:lnTo>
                  <a:pt x="182413" y="517589"/>
                </a:lnTo>
                <a:lnTo>
                  <a:pt x="182585" y="517580"/>
                </a:lnTo>
                <a:lnTo>
                  <a:pt x="182757" y="517580"/>
                </a:lnTo>
                <a:lnTo>
                  <a:pt x="182930" y="517571"/>
                </a:lnTo>
                <a:lnTo>
                  <a:pt x="183101" y="517563"/>
                </a:lnTo>
                <a:lnTo>
                  <a:pt x="183274" y="517563"/>
                </a:lnTo>
                <a:lnTo>
                  <a:pt x="183447" y="517554"/>
                </a:lnTo>
                <a:lnTo>
                  <a:pt x="183618" y="517554"/>
                </a:lnTo>
                <a:lnTo>
                  <a:pt x="183791" y="517545"/>
                </a:lnTo>
                <a:lnTo>
                  <a:pt x="183963" y="517545"/>
                </a:lnTo>
                <a:lnTo>
                  <a:pt x="184135" y="517536"/>
                </a:lnTo>
                <a:lnTo>
                  <a:pt x="184308" y="517536"/>
                </a:lnTo>
                <a:lnTo>
                  <a:pt x="184479" y="517527"/>
                </a:lnTo>
                <a:lnTo>
                  <a:pt x="184652" y="517527"/>
                </a:lnTo>
                <a:lnTo>
                  <a:pt x="184824" y="517518"/>
                </a:lnTo>
                <a:lnTo>
                  <a:pt x="184996" y="517518"/>
                </a:lnTo>
                <a:lnTo>
                  <a:pt x="185169" y="517509"/>
                </a:lnTo>
                <a:lnTo>
                  <a:pt x="185341" y="517509"/>
                </a:lnTo>
                <a:lnTo>
                  <a:pt x="185513" y="517500"/>
                </a:lnTo>
                <a:lnTo>
                  <a:pt x="185686" y="517500"/>
                </a:lnTo>
                <a:lnTo>
                  <a:pt x="185858" y="517491"/>
                </a:lnTo>
                <a:lnTo>
                  <a:pt x="186030" y="517482"/>
                </a:lnTo>
                <a:lnTo>
                  <a:pt x="186202" y="517482"/>
                </a:lnTo>
                <a:lnTo>
                  <a:pt x="186374" y="517474"/>
                </a:lnTo>
                <a:lnTo>
                  <a:pt x="186547" y="517474"/>
                </a:lnTo>
                <a:lnTo>
                  <a:pt x="186719" y="517465"/>
                </a:lnTo>
                <a:lnTo>
                  <a:pt x="186891" y="517465"/>
                </a:lnTo>
                <a:lnTo>
                  <a:pt x="187063" y="517456"/>
                </a:lnTo>
                <a:lnTo>
                  <a:pt x="187236" y="517456"/>
                </a:lnTo>
                <a:lnTo>
                  <a:pt x="187408" y="517447"/>
                </a:lnTo>
                <a:lnTo>
                  <a:pt x="187580" y="517447"/>
                </a:lnTo>
                <a:lnTo>
                  <a:pt x="187752" y="517438"/>
                </a:lnTo>
                <a:lnTo>
                  <a:pt x="187925" y="517438"/>
                </a:lnTo>
                <a:lnTo>
                  <a:pt x="188097" y="517429"/>
                </a:lnTo>
                <a:lnTo>
                  <a:pt x="188269" y="517429"/>
                </a:lnTo>
                <a:lnTo>
                  <a:pt x="188441" y="517420"/>
                </a:lnTo>
                <a:lnTo>
                  <a:pt x="188614" y="517420"/>
                </a:lnTo>
                <a:lnTo>
                  <a:pt x="188786" y="517411"/>
                </a:lnTo>
                <a:lnTo>
                  <a:pt x="188958" y="517402"/>
                </a:lnTo>
                <a:lnTo>
                  <a:pt x="189131" y="517402"/>
                </a:lnTo>
                <a:lnTo>
                  <a:pt x="189302" y="517394"/>
                </a:lnTo>
                <a:lnTo>
                  <a:pt x="189475" y="517394"/>
                </a:lnTo>
                <a:lnTo>
                  <a:pt x="189647" y="517385"/>
                </a:lnTo>
                <a:lnTo>
                  <a:pt x="189819" y="517385"/>
                </a:lnTo>
                <a:lnTo>
                  <a:pt x="189992" y="517376"/>
                </a:lnTo>
                <a:lnTo>
                  <a:pt x="190164" y="517376"/>
                </a:lnTo>
                <a:lnTo>
                  <a:pt x="190336" y="517367"/>
                </a:lnTo>
                <a:lnTo>
                  <a:pt x="190509" y="517367"/>
                </a:lnTo>
                <a:lnTo>
                  <a:pt x="190680" y="517358"/>
                </a:lnTo>
                <a:lnTo>
                  <a:pt x="190853" y="517358"/>
                </a:lnTo>
                <a:lnTo>
                  <a:pt x="191025" y="517349"/>
                </a:lnTo>
                <a:lnTo>
                  <a:pt x="191197" y="517340"/>
                </a:lnTo>
                <a:lnTo>
                  <a:pt x="191370" y="517340"/>
                </a:lnTo>
                <a:lnTo>
                  <a:pt x="191542" y="517331"/>
                </a:lnTo>
                <a:lnTo>
                  <a:pt x="191714" y="517331"/>
                </a:lnTo>
                <a:lnTo>
                  <a:pt x="191887" y="517322"/>
                </a:lnTo>
                <a:lnTo>
                  <a:pt x="192058" y="517322"/>
                </a:lnTo>
                <a:lnTo>
                  <a:pt x="192231" y="517313"/>
                </a:lnTo>
                <a:lnTo>
                  <a:pt x="192404" y="517313"/>
                </a:lnTo>
                <a:lnTo>
                  <a:pt x="192575" y="517305"/>
                </a:lnTo>
                <a:lnTo>
                  <a:pt x="192748" y="517305"/>
                </a:lnTo>
                <a:lnTo>
                  <a:pt x="192920" y="517296"/>
                </a:lnTo>
                <a:lnTo>
                  <a:pt x="193092" y="517296"/>
                </a:lnTo>
                <a:lnTo>
                  <a:pt x="193265" y="517287"/>
                </a:lnTo>
                <a:lnTo>
                  <a:pt x="193436" y="517278"/>
                </a:lnTo>
                <a:lnTo>
                  <a:pt x="193609" y="517278"/>
                </a:lnTo>
                <a:lnTo>
                  <a:pt x="193782" y="517269"/>
                </a:lnTo>
                <a:lnTo>
                  <a:pt x="193953" y="517269"/>
                </a:lnTo>
                <a:lnTo>
                  <a:pt x="194126" y="517260"/>
                </a:lnTo>
                <a:lnTo>
                  <a:pt x="194298" y="517260"/>
                </a:lnTo>
                <a:lnTo>
                  <a:pt x="194470" y="517251"/>
                </a:lnTo>
                <a:lnTo>
                  <a:pt x="194643" y="517251"/>
                </a:lnTo>
                <a:lnTo>
                  <a:pt x="194814" y="517242"/>
                </a:lnTo>
                <a:lnTo>
                  <a:pt x="194987" y="517242"/>
                </a:lnTo>
                <a:lnTo>
                  <a:pt x="195159" y="517233"/>
                </a:lnTo>
                <a:lnTo>
                  <a:pt x="195331" y="517224"/>
                </a:lnTo>
                <a:lnTo>
                  <a:pt x="195504" y="517224"/>
                </a:lnTo>
                <a:lnTo>
                  <a:pt x="195676" y="517216"/>
                </a:lnTo>
                <a:lnTo>
                  <a:pt x="195848" y="517216"/>
                </a:lnTo>
                <a:lnTo>
                  <a:pt x="196021" y="517207"/>
                </a:lnTo>
                <a:lnTo>
                  <a:pt x="196193" y="517207"/>
                </a:lnTo>
                <a:lnTo>
                  <a:pt x="196365" y="517198"/>
                </a:lnTo>
                <a:lnTo>
                  <a:pt x="196537" y="517198"/>
                </a:lnTo>
                <a:lnTo>
                  <a:pt x="196709" y="517189"/>
                </a:lnTo>
                <a:lnTo>
                  <a:pt x="196882" y="517189"/>
                </a:lnTo>
                <a:lnTo>
                  <a:pt x="197054" y="517180"/>
                </a:lnTo>
                <a:lnTo>
                  <a:pt x="197226" y="517171"/>
                </a:lnTo>
                <a:lnTo>
                  <a:pt x="197398" y="517171"/>
                </a:lnTo>
                <a:lnTo>
                  <a:pt x="197571" y="517162"/>
                </a:lnTo>
                <a:lnTo>
                  <a:pt x="197743" y="517162"/>
                </a:lnTo>
                <a:lnTo>
                  <a:pt x="197915" y="517153"/>
                </a:lnTo>
                <a:lnTo>
                  <a:pt x="198087" y="517153"/>
                </a:lnTo>
                <a:lnTo>
                  <a:pt x="198260" y="517144"/>
                </a:lnTo>
                <a:lnTo>
                  <a:pt x="198432" y="517144"/>
                </a:lnTo>
                <a:lnTo>
                  <a:pt x="198604" y="517135"/>
                </a:lnTo>
                <a:lnTo>
                  <a:pt x="198776" y="517135"/>
                </a:lnTo>
                <a:lnTo>
                  <a:pt x="198949" y="517127"/>
                </a:lnTo>
                <a:lnTo>
                  <a:pt x="199121" y="517118"/>
                </a:lnTo>
                <a:lnTo>
                  <a:pt x="199293" y="517118"/>
                </a:lnTo>
                <a:lnTo>
                  <a:pt x="199466" y="517109"/>
                </a:lnTo>
                <a:lnTo>
                  <a:pt x="199638" y="517109"/>
                </a:lnTo>
                <a:lnTo>
                  <a:pt x="199810" y="517100"/>
                </a:lnTo>
                <a:lnTo>
                  <a:pt x="199982" y="517100"/>
                </a:lnTo>
                <a:lnTo>
                  <a:pt x="200154" y="517091"/>
                </a:lnTo>
                <a:lnTo>
                  <a:pt x="200327" y="517091"/>
                </a:lnTo>
                <a:lnTo>
                  <a:pt x="200499" y="517082"/>
                </a:lnTo>
                <a:lnTo>
                  <a:pt x="200671" y="517073"/>
                </a:lnTo>
                <a:lnTo>
                  <a:pt x="200844" y="517073"/>
                </a:lnTo>
                <a:lnTo>
                  <a:pt x="201015" y="517064"/>
                </a:lnTo>
                <a:lnTo>
                  <a:pt x="201188" y="517064"/>
                </a:lnTo>
                <a:lnTo>
                  <a:pt x="201360" y="517055"/>
                </a:lnTo>
                <a:lnTo>
                  <a:pt x="201532" y="517055"/>
                </a:lnTo>
                <a:lnTo>
                  <a:pt x="201705" y="517047"/>
                </a:lnTo>
                <a:lnTo>
                  <a:pt x="201877" y="517047"/>
                </a:lnTo>
                <a:lnTo>
                  <a:pt x="202049" y="517038"/>
                </a:lnTo>
                <a:lnTo>
                  <a:pt x="202222" y="517029"/>
                </a:lnTo>
                <a:lnTo>
                  <a:pt x="202393" y="517029"/>
                </a:lnTo>
                <a:lnTo>
                  <a:pt x="202566" y="517020"/>
                </a:lnTo>
                <a:lnTo>
                  <a:pt x="202739" y="517020"/>
                </a:lnTo>
                <a:lnTo>
                  <a:pt x="202910" y="517011"/>
                </a:lnTo>
                <a:lnTo>
                  <a:pt x="203083" y="517011"/>
                </a:lnTo>
                <a:lnTo>
                  <a:pt x="203255" y="517002"/>
                </a:lnTo>
                <a:lnTo>
                  <a:pt x="203427" y="517002"/>
                </a:lnTo>
                <a:lnTo>
                  <a:pt x="203600" y="516993"/>
                </a:lnTo>
                <a:lnTo>
                  <a:pt x="203771" y="516984"/>
                </a:lnTo>
                <a:lnTo>
                  <a:pt x="203944" y="516984"/>
                </a:lnTo>
                <a:lnTo>
                  <a:pt x="204117" y="516975"/>
                </a:lnTo>
                <a:lnTo>
                  <a:pt x="204288" y="516975"/>
                </a:lnTo>
                <a:lnTo>
                  <a:pt x="204461" y="516967"/>
                </a:lnTo>
                <a:lnTo>
                  <a:pt x="204633" y="516967"/>
                </a:lnTo>
                <a:lnTo>
                  <a:pt x="204805" y="516958"/>
                </a:lnTo>
                <a:lnTo>
                  <a:pt x="204978" y="516958"/>
                </a:lnTo>
                <a:lnTo>
                  <a:pt x="205149" y="516949"/>
                </a:lnTo>
                <a:lnTo>
                  <a:pt x="205322" y="516940"/>
                </a:lnTo>
                <a:lnTo>
                  <a:pt x="205494" y="516940"/>
                </a:lnTo>
                <a:lnTo>
                  <a:pt x="205666" y="516931"/>
                </a:lnTo>
                <a:lnTo>
                  <a:pt x="205839" y="516931"/>
                </a:lnTo>
                <a:lnTo>
                  <a:pt x="206011" y="516922"/>
                </a:lnTo>
                <a:lnTo>
                  <a:pt x="206183" y="516922"/>
                </a:lnTo>
                <a:lnTo>
                  <a:pt x="206356" y="516913"/>
                </a:lnTo>
                <a:lnTo>
                  <a:pt x="206528" y="516904"/>
                </a:lnTo>
                <a:lnTo>
                  <a:pt x="206700" y="516904"/>
                </a:lnTo>
                <a:lnTo>
                  <a:pt x="206872" y="516895"/>
                </a:lnTo>
                <a:lnTo>
                  <a:pt x="207044" y="516895"/>
                </a:lnTo>
                <a:lnTo>
                  <a:pt x="207217" y="516886"/>
                </a:lnTo>
                <a:lnTo>
                  <a:pt x="207389" y="516886"/>
                </a:lnTo>
                <a:lnTo>
                  <a:pt x="207561" y="516878"/>
                </a:lnTo>
                <a:lnTo>
                  <a:pt x="207734" y="516878"/>
                </a:lnTo>
                <a:lnTo>
                  <a:pt x="207906" y="516869"/>
                </a:lnTo>
                <a:lnTo>
                  <a:pt x="208078" y="516860"/>
                </a:lnTo>
                <a:lnTo>
                  <a:pt x="208250" y="516860"/>
                </a:lnTo>
                <a:lnTo>
                  <a:pt x="208423" y="516851"/>
                </a:lnTo>
                <a:lnTo>
                  <a:pt x="208595" y="516851"/>
                </a:lnTo>
                <a:lnTo>
                  <a:pt x="208767" y="516842"/>
                </a:lnTo>
                <a:lnTo>
                  <a:pt x="208939" y="516842"/>
                </a:lnTo>
                <a:lnTo>
                  <a:pt x="209111" y="516833"/>
                </a:lnTo>
                <a:lnTo>
                  <a:pt x="209284" y="516824"/>
                </a:lnTo>
                <a:lnTo>
                  <a:pt x="209456" y="516824"/>
                </a:lnTo>
                <a:lnTo>
                  <a:pt x="209628" y="516815"/>
                </a:lnTo>
                <a:lnTo>
                  <a:pt x="209801" y="516815"/>
                </a:lnTo>
                <a:lnTo>
                  <a:pt x="209973" y="516806"/>
                </a:lnTo>
                <a:lnTo>
                  <a:pt x="210145" y="516806"/>
                </a:lnTo>
                <a:lnTo>
                  <a:pt x="210317" y="516797"/>
                </a:lnTo>
                <a:lnTo>
                  <a:pt x="210489" y="516789"/>
                </a:lnTo>
                <a:lnTo>
                  <a:pt x="210662" y="516789"/>
                </a:lnTo>
                <a:lnTo>
                  <a:pt x="210834" y="516780"/>
                </a:lnTo>
                <a:lnTo>
                  <a:pt x="211006" y="516780"/>
                </a:lnTo>
                <a:lnTo>
                  <a:pt x="211179" y="516771"/>
                </a:lnTo>
                <a:lnTo>
                  <a:pt x="211350" y="516771"/>
                </a:lnTo>
                <a:lnTo>
                  <a:pt x="211523" y="516762"/>
                </a:lnTo>
                <a:lnTo>
                  <a:pt x="211695" y="516753"/>
                </a:lnTo>
                <a:lnTo>
                  <a:pt x="211867" y="516753"/>
                </a:lnTo>
                <a:lnTo>
                  <a:pt x="212040" y="516744"/>
                </a:lnTo>
                <a:lnTo>
                  <a:pt x="212212" y="516744"/>
                </a:lnTo>
                <a:lnTo>
                  <a:pt x="212384" y="516735"/>
                </a:lnTo>
                <a:lnTo>
                  <a:pt x="212557" y="516735"/>
                </a:lnTo>
                <a:lnTo>
                  <a:pt x="212728" y="516726"/>
                </a:lnTo>
                <a:lnTo>
                  <a:pt x="212901" y="516717"/>
                </a:lnTo>
                <a:lnTo>
                  <a:pt x="213074" y="516717"/>
                </a:lnTo>
                <a:lnTo>
                  <a:pt x="213245" y="516708"/>
                </a:lnTo>
                <a:lnTo>
                  <a:pt x="213418" y="516708"/>
                </a:lnTo>
                <a:lnTo>
                  <a:pt x="213590" y="516700"/>
                </a:lnTo>
                <a:lnTo>
                  <a:pt x="213762" y="516700"/>
                </a:lnTo>
                <a:lnTo>
                  <a:pt x="213935" y="516691"/>
                </a:lnTo>
                <a:lnTo>
                  <a:pt x="214106" y="516682"/>
                </a:lnTo>
                <a:lnTo>
                  <a:pt x="214279" y="516682"/>
                </a:lnTo>
                <a:lnTo>
                  <a:pt x="214452" y="516673"/>
                </a:lnTo>
                <a:lnTo>
                  <a:pt x="214623" y="516673"/>
                </a:lnTo>
                <a:lnTo>
                  <a:pt x="214796" y="516664"/>
                </a:lnTo>
                <a:lnTo>
                  <a:pt x="214968" y="516664"/>
                </a:lnTo>
                <a:lnTo>
                  <a:pt x="215140" y="516655"/>
                </a:lnTo>
                <a:lnTo>
                  <a:pt x="215313" y="516646"/>
                </a:lnTo>
                <a:lnTo>
                  <a:pt x="215484" y="516646"/>
                </a:lnTo>
                <a:lnTo>
                  <a:pt x="215657" y="516637"/>
                </a:lnTo>
                <a:lnTo>
                  <a:pt x="215829" y="516637"/>
                </a:lnTo>
                <a:lnTo>
                  <a:pt x="216001" y="516628"/>
                </a:lnTo>
                <a:lnTo>
                  <a:pt x="216174" y="516620"/>
                </a:lnTo>
                <a:lnTo>
                  <a:pt x="216346" y="516620"/>
                </a:lnTo>
                <a:lnTo>
                  <a:pt x="216518" y="516611"/>
                </a:lnTo>
                <a:lnTo>
                  <a:pt x="216691" y="516611"/>
                </a:lnTo>
                <a:lnTo>
                  <a:pt x="216863" y="516602"/>
                </a:lnTo>
                <a:lnTo>
                  <a:pt x="217035" y="516602"/>
                </a:lnTo>
                <a:lnTo>
                  <a:pt x="217207" y="516593"/>
                </a:lnTo>
                <a:lnTo>
                  <a:pt x="217379" y="516584"/>
                </a:lnTo>
                <a:lnTo>
                  <a:pt x="217552" y="516584"/>
                </a:lnTo>
                <a:lnTo>
                  <a:pt x="217724" y="516575"/>
                </a:lnTo>
                <a:lnTo>
                  <a:pt x="217896" y="516575"/>
                </a:lnTo>
                <a:lnTo>
                  <a:pt x="218069" y="516566"/>
                </a:lnTo>
                <a:lnTo>
                  <a:pt x="218241" y="516566"/>
                </a:lnTo>
                <a:lnTo>
                  <a:pt x="218413" y="516557"/>
                </a:lnTo>
                <a:lnTo>
                  <a:pt x="218585" y="516548"/>
                </a:lnTo>
                <a:lnTo>
                  <a:pt x="218757" y="516548"/>
                </a:lnTo>
                <a:lnTo>
                  <a:pt x="218930" y="516540"/>
                </a:lnTo>
                <a:lnTo>
                  <a:pt x="219102" y="516540"/>
                </a:lnTo>
                <a:lnTo>
                  <a:pt x="219274" y="516531"/>
                </a:lnTo>
                <a:lnTo>
                  <a:pt x="219446" y="516522"/>
                </a:lnTo>
                <a:lnTo>
                  <a:pt x="219619" y="516522"/>
                </a:lnTo>
                <a:lnTo>
                  <a:pt x="219791" y="516513"/>
                </a:lnTo>
                <a:lnTo>
                  <a:pt x="219963" y="516513"/>
                </a:lnTo>
                <a:lnTo>
                  <a:pt x="220136" y="516504"/>
                </a:lnTo>
                <a:lnTo>
                  <a:pt x="220308" y="516495"/>
                </a:lnTo>
                <a:lnTo>
                  <a:pt x="220480" y="516495"/>
                </a:lnTo>
                <a:lnTo>
                  <a:pt x="220652" y="516486"/>
                </a:lnTo>
                <a:lnTo>
                  <a:pt x="220824" y="516486"/>
                </a:lnTo>
                <a:lnTo>
                  <a:pt x="220997" y="516477"/>
                </a:lnTo>
                <a:lnTo>
                  <a:pt x="221169" y="516477"/>
                </a:lnTo>
                <a:lnTo>
                  <a:pt x="221341" y="516468"/>
                </a:lnTo>
                <a:lnTo>
                  <a:pt x="221514" y="516459"/>
                </a:lnTo>
                <a:lnTo>
                  <a:pt x="221685" y="516459"/>
                </a:lnTo>
                <a:lnTo>
                  <a:pt x="221858" y="516450"/>
                </a:lnTo>
                <a:lnTo>
                  <a:pt x="222030" y="516450"/>
                </a:lnTo>
                <a:lnTo>
                  <a:pt x="222202" y="516442"/>
                </a:lnTo>
                <a:lnTo>
                  <a:pt x="222375" y="516433"/>
                </a:lnTo>
                <a:lnTo>
                  <a:pt x="222547" y="516433"/>
                </a:lnTo>
                <a:lnTo>
                  <a:pt x="222719" y="516424"/>
                </a:lnTo>
                <a:lnTo>
                  <a:pt x="222892" y="516424"/>
                </a:lnTo>
                <a:lnTo>
                  <a:pt x="223063" y="516415"/>
                </a:lnTo>
                <a:lnTo>
                  <a:pt x="223236" y="516406"/>
                </a:lnTo>
                <a:lnTo>
                  <a:pt x="223409" y="516406"/>
                </a:lnTo>
                <a:lnTo>
                  <a:pt x="223580" y="516397"/>
                </a:lnTo>
                <a:lnTo>
                  <a:pt x="223753" y="516397"/>
                </a:lnTo>
                <a:lnTo>
                  <a:pt x="223925" y="516388"/>
                </a:lnTo>
                <a:lnTo>
                  <a:pt x="224097" y="516388"/>
                </a:lnTo>
                <a:lnTo>
                  <a:pt x="224270" y="516379"/>
                </a:lnTo>
                <a:lnTo>
                  <a:pt x="224441" y="516370"/>
                </a:lnTo>
                <a:lnTo>
                  <a:pt x="224614" y="516370"/>
                </a:lnTo>
                <a:lnTo>
                  <a:pt x="224787" y="516362"/>
                </a:lnTo>
                <a:lnTo>
                  <a:pt x="224958" y="516362"/>
                </a:lnTo>
                <a:lnTo>
                  <a:pt x="225131" y="516353"/>
                </a:lnTo>
                <a:lnTo>
                  <a:pt x="225303" y="516344"/>
                </a:lnTo>
                <a:lnTo>
                  <a:pt x="225475" y="516344"/>
                </a:lnTo>
                <a:lnTo>
                  <a:pt x="225648" y="516335"/>
                </a:lnTo>
                <a:lnTo>
                  <a:pt x="225820" y="516335"/>
                </a:lnTo>
                <a:lnTo>
                  <a:pt x="225992" y="516326"/>
                </a:lnTo>
                <a:lnTo>
                  <a:pt x="226165" y="516317"/>
                </a:lnTo>
                <a:lnTo>
                  <a:pt x="226336" y="516317"/>
                </a:lnTo>
                <a:lnTo>
                  <a:pt x="226509" y="516308"/>
                </a:lnTo>
                <a:lnTo>
                  <a:pt x="226681" y="516308"/>
                </a:lnTo>
                <a:lnTo>
                  <a:pt x="226853" y="516299"/>
                </a:lnTo>
                <a:lnTo>
                  <a:pt x="227026" y="516290"/>
                </a:lnTo>
                <a:lnTo>
                  <a:pt x="227198" y="516290"/>
                </a:lnTo>
                <a:lnTo>
                  <a:pt x="227370" y="516281"/>
                </a:lnTo>
                <a:lnTo>
                  <a:pt x="227542" y="516281"/>
                </a:lnTo>
                <a:lnTo>
                  <a:pt x="227714" y="516273"/>
                </a:lnTo>
                <a:lnTo>
                  <a:pt x="227887" y="516264"/>
                </a:lnTo>
                <a:lnTo>
                  <a:pt x="228059" y="516264"/>
                </a:lnTo>
                <a:lnTo>
                  <a:pt x="228231" y="516255"/>
                </a:lnTo>
                <a:lnTo>
                  <a:pt x="228404" y="516255"/>
                </a:lnTo>
                <a:lnTo>
                  <a:pt x="228576" y="516246"/>
                </a:lnTo>
                <a:lnTo>
                  <a:pt x="228748" y="516237"/>
                </a:lnTo>
                <a:lnTo>
                  <a:pt x="228920" y="516237"/>
                </a:lnTo>
                <a:lnTo>
                  <a:pt x="229092" y="516228"/>
                </a:lnTo>
                <a:lnTo>
                  <a:pt x="229265" y="516228"/>
                </a:lnTo>
                <a:lnTo>
                  <a:pt x="229437" y="516219"/>
                </a:lnTo>
                <a:lnTo>
                  <a:pt x="229609" y="516210"/>
                </a:lnTo>
                <a:lnTo>
                  <a:pt x="229781" y="516210"/>
                </a:lnTo>
                <a:lnTo>
                  <a:pt x="229954" y="516201"/>
                </a:lnTo>
                <a:lnTo>
                  <a:pt x="230126" y="516201"/>
                </a:lnTo>
                <a:lnTo>
                  <a:pt x="230298" y="516193"/>
                </a:lnTo>
                <a:lnTo>
                  <a:pt x="230471" y="516184"/>
                </a:lnTo>
                <a:lnTo>
                  <a:pt x="230643" y="516184"/>
                </a:lnTo>
                <a:lnTo>
                  <a:pt x="230815" y="516175"/>
                </a:lnTo>
                <a:lnTo>
                  <a:pt x="230987" y="516175"/>
                </a:lnTo>
                <a:lnTo>
                  <a:pt x="231159" y="516166"/>
                </a:lnTo>
                <a:lnTo>
                  <a:pt x="231332" y="516157"/>
                </a:lnTo>
                <a:lnTo>
                  <a:pt x="231504" y="516157"/>
                </a:lnTo>
                <a:lnTo>
                  <a:pt x="231676" y="516148"/>
                </a:lnTo>
                <a:lnTo>
                  <a:pt x="231849" y="516139"/>
                </a:lnTo>
                <a:lnTo>
                  <a:pt x="232020" y="516139"/>
                </a:lnTo>
                <a:lnTo>
                  <a:pt x="232193" y="516130"/>
                </a:lnTo>
                <a:lnTo>
                  <a:pt x="232365" y="516130"/>
                </a:lnTo>
                <a:lnTo>
                  <a:pt x="232537" y="516121"/>
                </a:lnTo>
                <a:lnTo>
                  <a:pt x="232710" y="516112"/>
                </a:lnTo>
                <a:lnTo>
                  <a:pt x="232882" y="516112"/>
                </a:lnTo>
                <a:lnTo>
                  <a:pt x="233054" y="516103"/>
                </a:lnTo>
                <a:lnTo>
                  <a:pt x="233227" y="516103"/>
                </a:lnTo>
                <a:lnTo>
                  <a:pt x="233398" y="516095"/>
                </a:lnTo>
                <a:lnTo>
                  <a:pt x="233571" y="516086"/>
                </a:lnTo>
                <a:lnTo>
                  <a:pt x="233744" y="516086"/>
                </a:lnTo>
                <a:lnTo>
                  <a:pt x="233915" y="516077"/>
                </a:lnTo>
                <a:lnTo>
                  <a:pt x="234088" y="516077"/>
                </a:lnTo>
                <a:lnTo>
                  <a:pt x="234260" y="516068"/>
                </a:lnTo>
                <a:lnTo>
                  <a:pt x="234432" y="516059"/>
                </a:lnTo>
                <a:lnTo>
                  <a:pt x="234605" y="516059"/>
                </a:lnTo>
                <a:lnTo>
                  <a:pt x="234776" y="516050"/>
                </a:lnTo>
                <a:lnTo>
                  <a:pt x="234949" y="516041"/>
                </a:lnTo>
                <a:lnTo>
                  <a:pt x="235122" y="516041"/>
                </a:lnTo>
                <a:lnTo>
                  <a:pt x="235293" y="516032"/>
                </a:lnTo>
                <a:lnTo>
                  <a:pt x="235466" y="516032"/>
                </a:lnTo>
                <a:lnTo>
                  <a:pt x="235638" y="516023"/>
                </a:lnTo>
                <a:lnTo>
                  <a:pt x="235810" y="516015"/>
                </a:lnTo>
                <a:lnTo>
                  <a:pt x="235983" y="516015"/>
                </a:lnTo>
                <a:lnTo>
                  <a:pt x="236155" y="516006"/>
                </a:lnTo>
                <a:lnTo>
                  <a:pt x="236327" y="516006"/>
                </a:lnTo>
                <a:lnTo>
                  <a:pt x="236500" y="515997"/>
                </a:lnTo>
                <a:lnTo>
                  <a:pt x="236671" y="515988"/>
                </a:lnTo>
                <a:lnTo>
                  <a:pt x="236844" y="515988"/>
                </a:lnTo>
                <a:lnTo>
                  <a:pt x="237016" y="515979"/>
                </a:lnTo>
                <a:lnTo>
                  <a:pt x="237188" y="515970"/>
                </a:lnTo>
                <a:lnTo>
                  <a:pt x="237361" y="515970"/>
                </a:lnTo>
                <a:lnTo>
                  <a:pt x="237533" y="515961"/>
                </a:lnTo>
                <a:lnTo>
                  <a:pt x="237705" y="515961"/>
                </a:lnTo>
                <a:lnTo>
                  <a:pt x="237877" y="515952"/>
                </a:lnTo>
                <a:lnTo>
                  <a:pt x="238049" y="515943"/>
                </a:lnTo>
                <a:lnTo>
                  <a:pt x="238222" y="515943"/>
                </a:lnTo>
                <a:lnTo>
                  <a:pt x="238394" y="515934"/>
                </a:lnTo>
                <a:lnTo>
                  <a:pt x="238566" y="515934"/>
                </a:lnTo>
                <a:lnTo>
                  <a:pt x="238739" y="515926"/>
                </a:lnTo>
                <a:lnTo>
                  <a:pt x="238911" y="515917"/>
                </a:lnTo>
                <a:lnTo>
                  <a:pt x="239083" y="515917"/>
                </a:lnTo>
                <a:lnTo>
                  <a:pt x="239255" y="515908"/>
                </a:lnTo>
                <a:lnTo>
                  <a:pt x="239427" y="515899"/>
                </a:lnTo>
                <a:lnTo>
                  <a:pt x="239600" y="515899"/>
                </a:lnTo>
                <a:lnTo>
                  <a:pt x="239772" y="515890"/>
                </a:lnTo>
                <a:lnTo>
                  <a:pt x="239944" y="515890"/>
                </a:lnTo>
                <a:lnTo>
                  <a:pt x="240116" y="515881"/>
                </a:lnTo>
                <a:lnTo>
                  <a:pt x="240289" y="515872"/>
                </a:lnTo>
                <a:lnTo>
                  <a:pt x="240461" y="515872"/>
                </a:lnTo>
                <a:lnTo>
                  <a:pt x="240633" y="515863"/>
                </a:lnTo>
                <a:lnTo>
                  <a:pt x="240806" y="515854"/>
                </a:lnTo>
                <a:lnTo>
                  <a:pt x="240978" y="515854"/>
                </a:lnTo>
                <a:lnTo>
                  <a:pt x="241150" y="515846"/>
                </a:lnTo>
                <a:lnTo>
                  <a:pt x="241322" y="515846"/>
                </a:lnTo>
                <a:lnTo>
                  <a:pt x="241494" y="515837"/>
                </a:lnTo>
                <a:lnTo>
                  <a:pt x="241667" y="515828"/>
                </a:lnTo>
                <a:lnTo>
                  <a:pt x="241839" y="515828"/>
                </a:lnTo>
                <a:lnTo>
                  <a:pt x="242011" y="515819"/>
                </a:lnTo>
                <a:lnTo>
                  <a:pt x="242184" y="515810"/>
                </a:lnTo>
                <a:lnTo>
                  <a:pt x="242355" y="515810"/>
                </a:lnTo>
                <a:lnTo>
                  <a:pt x="242528" y="515801"/>
                </a:lnTo>
                <a:lnTo>
                  <a:pt x="242701" y="515801"/>
                </a:lnTo>
                <a:lnTo>
                  <a:pt x="242872" y="515792"/>
                </a:lnTo>
                <a:lnTo>
                  <a:pt x="243045" y="515783"/>
                </a:lnTo>
                <a:lnTo>
                  <a:pt x="243217" y="515783"/>
                </a:lnTo>
                <a:lnTo>
                  <a:pt x="243389" y="515774"/>
                </a:lnTo>
                <a:lnTo>
                  <a:pt x="243562" y="515766"/>
                </a:lnTo>
                <a:lnTo>
                  <a:pt x="243733" y="515766"/>
                </a:lnTo>
                <a:lnTo>
                  <a:pt x="243906" y="515757"/>
                </a:lnTo>
                <a:lnTo>
                  <a:pt x="244079" y="515748"/>
                </a:lnTo>
                <a:lnTo>
                  <a:pt x="244250" y="515748"/>
                </a:lnTo>
                <a:lnTo>
                  <a:pt x="244423" y="515739"/>
                </a:lnTo>
                <a:lnTo>
                  <a:pt x="244595" y="515739"/>
                </a:lnTo>
                <a:lnTo>
                  <a:pt x="244767" y="515730"/>
                </a:lnTo>
                <a:lnTo>
                  <a:pt x="244940" y="515721"/>
                </a:lnTo>
                <a:lnTo>
                  <a:pt x="245111" y="515721"/>
                </a:lnTo>
                <a:lnTo>
                  <a:pt x="245284" y="515712"/>
                </a:lnTo>
                <a:lnTo>
                  <a:pt x="245457" y="515703"/>
                </a:lnTo>
                <a:lnTo>
                  <a:pt x="245628" y="515703"/>
                </a:lnTo>
                <a:lnTo>
                  <a:pt x="245801" y="515694"/>
                </a:lnTo>
                <a:lnTo>
                  <a:pt x="245973" y="515694"/>
                </a:lnTo>
                <a:lnTo>
                  <a:pt x="246145" y="515685"/>
                </a:lnTo>
                <a:lnTo>
                  <a:pt x="246318" y="515676"/>
                </a:lnTo>
                <a:lnTo>
                  <a:pt x="246490" y="515676"/>
                </a:lnTo>
                <a:lnTo>
                  <a:pt x="246662" y="515668"/>
                </a:lnTo>
                <a:lnTo>
                  <a:pt x="246835" y="515659"/>
                </a:lnTo>
                <a:lnTo>
                  <a:pt x="247006" y="515659"/>
                </a:lnTo>
                <a:lnTo>
                  <a:pt x="247179" y="515650"/>
                </a:lnTo>
                <a:lnTo>
                  <a:pt x="247351" y="515641"/>
                </a:lnTo>
                <a:lnTo>
                  <a:pt x="247523" y="515641"/>
                </a:lnTo>
                <a:lnTo>
                  <a:pt x="247696" y="515632"/>
                </a:lnTo>
                <a:lnTo>
                  <a:pt x="247868" y="515623"/>
                </a:lnTo>
                <a:lnTo>
                  <a:pt x="248040" y="515623"/>
                </a:lnTo>
                <a:lnTo>
                  <a:pt x="248212" y="515614"/>
                </a:lnTo>
                <a:lnTo>
                  <a:pt x="248384" y="515614"/>
                </a:lnTo>
                <a:lnTo>
                  <a:pt x="248557" y="515605"/>
                </a:lnTo>
                <a:lnTo>
                  <a:pt x="248729" y="515596"/>
                </a:lnTo>
                <a:lnTo>
                  <a:pt x="248901" y="515596"/>
                </a:lnTo>
                <a:lnTo>
                  <a:pt x="249074" y="515588"/>
                </a:lnTo>
                <a:lnTo>
                  <a:pt x="249246" y="515579"/>
                </a:lnTo>
                <a:lnTo>
                  <a:pt x="249418" y="515579"/>
                </a:lnTo>
                <a:lnTo>
                  <a:pt x="249590" y="515570"/>
                </a:lnTo>
                <a:lnTo>
                  <a:pt x="249762" y="515561"/>
                </a:lnTo>
                <a:lnTo>
                  <a:pt x="249935" y="515561"/>
                </a:lnTo>
                <a:lnTo>
                  <a:pt x="250107" y="515552"/>
                </a:lnTo>
                <a:lnTo>
                  <a:pt x="250279" y="515552"/>
                </a:lnTo>
                <a:lnTo>
                  <a:pt x="250451" y="515543"/>
                </a:lnTo>
                <a:lnTo>
                  <a:pt x="250624" y="515534"/>
                </a:lnTo>
                <a:lnTo>
                  <a:pt x="250796" y="515534"/>
                </a:lnTo>
                <a:lnTo>
                  <a:pt x="250968" y="515525"/>
                </a:lnTo>
                <a:lnTo>
                  <a:pt x="251141" y="515516"/>
                </a:lnTo>
                <a:lnTo>
                  <a:pt x="251313" y="515516"/>
                </a:lnTo>
                <a:lnTo>
                  <a:pt x="251485" y="515507"/>
                </a:lnTo>
                <a:lnTo>
                  <a:pt x="251657" y="515499"/>
                </a:lnTo>
                <a:lnTo>
                  <a:pt x="251829" y="515499"/>
                </a:lnTo>
                <a:lnTo>
                  <a:pt x="252002" y="515490"/>
                </a:lnTo>
                <a:lnTo>
                  <a:pt x="252174" y="515481"/>
                </a:lnTo>
                <a:lnTo>
                  <a:pt x="252346" y="515481"/>
                </a:lnTo>
                <a:lnTo>
                  <a:pt x="252519" y="515472"/>
                </a:lnTo>
                <a:lnTo>
                  <a:pt x="252691" y="515463"/>
                </a:lnTo>
                <a:lnTo>
                  <a:pt x="252863" y="515463"/>
                </a:lnTo>
                <a:lnTo>
                  <a:pt x="253036" y="515454"/>
                </a:lnTo>
                <a:lnTo>
                  <a:pt x="253207" y="515454"/>
                </a:lnTo>
                <a:lnTo>
                  <a:pt x="253380" y="515445"/>
                </a:lnTo>
                <a:lnTo>
                  <a:pt x="253552" y="515436"/>
                </a:lnTo>
                <a:lnTo>
                  <a:pt x="253724" y="515436"/>
                </a:lnTo>
                <a:lnTo>
                  <a:pt x="253897" y="515427"/>
                </a:lnTo>
                <a:lnTo>
                  <a:pt x="254068" y="515419"/>
                </a:lnTo>
                <a:lnTo>
                  <a:pt x="254241" y="515419"/>
                </a:lnTo>
                <a:lnTo>
                  <a:pt x="254414" y="515410"/>
                </a:lnTo>
                <a:lnTo>
                  <a:pt x="254585" y="515401"/>
                </a:lnTo>
                <a:lnTo>
                  <a:pt x="254758" y="515401"/>
                </a:lnTo>
                <a:lnTo>
                  <a:pt x="254930" y="515392"/>
                </a:lnTo>
                <a:lnTo>
                  <a:pt x="255102" y="515383"/>
                </a:lnTo>
                <a:lnTo>
                  <a:pt x="255275" y="515383"/>
                </a:lnTo>
                <a:lnTo>
                  <a:pt x="255446" y="515374"/>
                </a:lnTo>
                <a:lnTo>
                  <a:pt x="255619" y="515365"/>
                </a:lnTo>
                <a:lnTo>
                  <a:pt x="255792" y="515365"/>
                </a:lnTo>
                <a:lnTo>
                  <a:pt x="255963" y="515356"/>
                </a:lnTo>
                <a:lnTo>
                  <a:pt x="256136" y="515347"/>
                </a:lnTo>
                <a:lnTo>
                  <a:pt x="256308" y="515347"/>
                </a:lnTo>
                <a:lnTo>
                  <a:pt x="256480" y="515338"/>
                </a:lnTo>
                <a:lnTo>
                  <a:pt x="256653" y="515329"/>
                </a:lnTo>
                <a:lnTo>
                  <a:pt x="256824" y="515329"/>
                </a:lnTo>
                <a:lnTo>
                  <a:pt x="256997" y="515321"/>
                </a:lnTo>
                <a:lnTo>
                  <a:pt x="257170" y="515312"/>
                </a:lnTo>
                <a:lnTo>
                  <a:pt x="257341" y="515312"/>
                </a:lnTo>
                <a:lnTo>
                  <a:pt x="257514" y="515303"/>
                </a:lnTo>
                <a:lnTo>
                  <a:pt x="257686" y="515303"/>
                </a:lnTo>
                <a:lnTo>
                  <a:pt x="257858" y="515294"/>
                </a:lnTo>
                <a:lnTo>
                  <a:pt x="258031" y="515285"/>
                </a:lnTo>
                <a:lnTo>
                  <a:pt x="258203" y="515285"/>
                </a:lnTo>
                <a:lnTo>
                  <a:pt x="258375" y="515276"/>
                </a:lnTo>
                <a:lnTo>
                  <a:pt x="258547" y="515267"/>
                </a:lnTo>
                <a:lnTo>
                  <a:pt x="258719" y="515267"/>
                </a:lnTo>
                <a:lnTo>
                  <a:pt x="258892" y="515258"/>
                </a:lnTo>
                <a:lnTo>
                  <a:pt x="259064" y="515249"/>
                </a:lnTo>
                <a:lnTo>
                  <a:pt x="259236" y="515249"/>
                </a:lnTo>
                <a:lnTo>
                  <a:pt x="259409" y="515241"/>
                </a:lnTo>
                <a:lnTo>
                  <a:pt x="259581" y="515232"/>
                </a:lnTo>
                <a:lnTo>
                  <a:pt x="259753" y="515232"/>
                </a:lnTo>
                <a:lnTo>
                  <a:pt x="259925" y="515223"/>
                </a:lnTo>
                <a:lnTo>
                  <a:pt x="260098" y="515214"/>
                </a:lnTo>
                <a:lnTo>
                  <a:pt x="260270" y="515214"/>
                </a:lnTo>
                <a:lnTo>
                  <a:pt x="260442" y="515205"/>
                </a:lnTo>
                <a:lnTo>
                  <a:pt x="260614" y="515196"/>
                </a:lnTo>
                <a:lnTo>
                  <a:pt x="260787" y="515196"/>
                </a:lnTo>
                <a:lnTo>
                  <a:pt x="260959" y="515187"/>
                </a:lnTo>
                <a:lnTo>
                  <a:pt x="261131" y="515178"/>
                </a:lnTo>
                <a:lnTo>
                  <a:pt x="261303" y="515178"/>
                </a:lnTo>
                <a:lnTo>
                  <a:pt x="261476" y="515169"/>
                </a:lnTo>
                <a:lnTo>
                  <a:pt x="261648" y="515161"/>
                </a:lnTo>
                <a:lnTo>
                  <a:pt x="261820" y="515161"/>
                </a:lnTo>
                <a:lnTo>
                  <a:pt x="261992" y="515152"/>
                </a:lnTo>
                <a:lnTo>
                  <a:pt x="262164" y="515143"/>
                </a:lnTo>
                <a:lnTo>
                  <a:pt x="262337" y="515143"/>
                </a:lnTo>
                <a:lnTo>
                  <a:pt x="262509" y="515134"/>
                </a:lnTo>
                <a:lnTo>
                  <a:pt x="262681" y="515125"/>
                </a:lnTo>
                <a:lnTo>
                  <a:pt x="262854" y="515125"/>
                </a:lnTo>
                <a:lnTo>
                  <a:pt x="263026" y="515116"/>
                </a:lnTo>
                <a:lnTo>
                  <a:pt x="263198" y="515107"/>
                </a:lnTo>
                <a:lnTo>
                  <a:pt x="263371" y="515107"/>
                </a:lnTo>
                <a:lnTo>
                  <a:pt x="263542" y="515098"/>
                </a:lnTo>
                <a:lnTo>
                  <a:pt x="263715" y="515089"/>
                </a:lnTo>
                <a:lnTo>
                  <a:pt x="263887" y="515089"/>
                </a:lnTo>
                <a:lnTo>
                  <a:pt x="264059" y="515080"/>
                </a:lnTo>
                <a:lnTo>
                  <a:pt x="264232" y="515072"/>
                </a:lnTo>
                <a:lnTo>
                  <a:pt x="264403" y="515072"/>
                </a:lnTo>
                <a:lnTo>
                  <a:pt x="264576" y="515063"/>
                </a:lnTo>
                <a:lnTo>
                  <a:pt x="264749" y="515054"/>
                </a:lnTo>
                <a:lnTo>
                  <a:pt x="264920" y="515054"/>
                </a:lnTo>
                <a:lnTo>
                  <a:pt x="265093" y="515045"/>
                </a:lnTo>
                <a:lnTo>
                  <a:pt x="265265" y="515036"/>
                </a:lnTo>
                <a:lnTo>
                  <a:pt x="265437" y="515027"/>
                </a:lnTo>
                <a:lnTo>
                  <a:pt x="265610" y="515027"/>
                </a:lnTo>
                <a:lnTo>
                  <a:pt x="265781" y="515018"/>
                </a:lnTo>
                <a:lnTo>
                  <a:pt x="265954" y="515009"/>
                </a:lnTo>
                <a:lnTo>
                  <a:pt x="266127" y="515009"/>
                </a:lnTo>
                <a:lnTo>
                  <a:pt x="266298" y="515000"/>
                </a:lnTo>
                <a:lnTo>
                  <a:pt x="266471" y="514991"/>
                </a:lnTo>
                <a:lnTo>
                  <a:pt x="266643" y="514991"/>
                </a:lnTo>
                <a:lnTo>
                  <a:pt x="266815" y="514983"/>
                </a:lnTo>
                <a:lnTo>
                  <a:pt x="266988" y="514974"/>
                </a:lnTo>
                <a:lnTo>
                  <a:pt x="267160" y="514974"/>
                </a:lnTo>
                <a:lnTo>
                  <a:pt x="267332" y="514965"/>
                </a:lnTo>
                <a:lnTo>
                  <a:pt x="267505" y="514956"/>
                </a:lnTo>
                <a:lnTo>
                  <a:pt x="267676" y="514956"/>
                </a:lnTo>
                <a:lnTo>
                  <a:pt x="267849" y="514947"/>
                </a:lnTo>
                <a:lnTo>
                  <a:pt x="268021" y="514938"/>
                </a:lnTo>
                <a:lnTo>
                  <a:pt x="268193" y="514938"/>
                </a:lnTo>
                <a:lnTo>
                  <a:pt x="268366" y="514929"/>
                </a:lnTo>
                <a:lnTo>
                  <a:pt x="268538" y="514920"/>
                </a:lnTo>
                <a:lnTo>
                  <a:pt x="268710" y="514920"/>
                </a:lnTo>
                <a:lnTo>
                  <a:pt x="268882" y="514911"/>
                </a:lnTo>
                <a:lnTo>
                  <a:pt x="269054" y="514902"/>
                </a:lnTo>
                <a:lnTo>
                  <a:pt x="269227" y="514902"/>
                </a:lnTo>
                <a:lnTo>
                  <a:pt x="269399" y="514894"/>
                </a:lnTo>
                <a:lnTo>
                  <a:pt x="269571" y="514885"/>
                </a:lnTo>
                <a:lnTo>
                  <a:pt x="269744" y="514876"/>
                </a:lnTo>
                <a:lnTo>
                  <a:pt x="269916" y="514876"/>
                </a:lnTo>
                <a:lnTo>
                  <a:pt x="270088" y="514867"/>
                </a:lnTo>
                <a:lnTo>
                  <a:pt x="270260" y="514858"/>
                </a:lnTo>
                <a:lnTo>
                  <a:pt x="270433" y="514858"/>
                </a:lnTo>
                <a:lnTo>
                  <a:pt x="270605" y="514849"/>
                </a:lnTo>
                <a:lnTo>
                  <a:pt x="270777" y="514840"/>
                </a:lnTo>
                <a:lnTo>
                  <a:pt x="270949" y="514840"/>
                </a:lnTo>
                <a:lnTo>
                  <a:pt x="271122" y="514831"/>
                </a:lnTo>
                <a:lnTo>
                  <a:pt x="271294" y="514822"/>
                </a:lnTo>
                <a:lnTo>
                  <a:pt x="271466" y="514822"/>
                </a:lnTo>
                <a:lnTo>
                  <a:pt x="271638" y="514814"/>
                </a:lnTo>
                <a:lnTo>
                  <a:pt x="271811" y="514805"/>
                </a:lnTo>
                <a:lnTo>
                  <a:pt x="271983" y="514805"/>
                </a:lnTo>
                <a:lnTo>
                  <a:pt x="272155" y="514796"/>
                </a:lnTo>
                <a:lnTo>
                  <a:pt x="272327" y="514787"/>
                </a:lnTo>
                <a:lnTo>
                  <a:pt x="272499" y="514778"/>
                </a:lnTo>
                <a:lnTo>
                  <a:pt x="272672" y="514778"/>
                </a:lnTo>
                <a:lnTo>
                  <a:pt x="272844" y="514769"/>
                </a:lnTo>
                <a:lnTo>
                  <a:pt x="273016" y="514760"/>
                </a:lnTo>
                <a:lnTo>
                  <a:pt x="273189" y="514760"/>
                </a:lnTo>
                <a:lnTo>
                  <a:pt x="273361" y="514751"/>
                </a:lnTo>
                <a:lnTo>
                  <a:pt x="273533" y="514742"/>
                </a:lnTo>
                <a:lnTo>
                  <a:pt x="273706" y="514742"/>
                </a:lnTo>
                <a:lnTo>
                  <a:pt x="273877" y="514733"/>
                </a:lnTo>
                <a:lnTo>
                  <a:pt x="274050" y="514725"/>
                </a:lnTo>
                <a:lnTo>
                  <a:pt x="274222" y="514725"/>
                </a:lnTo>
                <a:lnTo>
                  <a:pt x="274394" y="514716"/>
                </a:lnTo>
                <a:lnTo>
                  <a:pt x="274567" y="514707"/>
                </a:lnTo>
                <a:lnTo>
                  <a:pt x="274738" y="514698"/>
                </a:lnTo>
                <a:lnTo>
                  <a:pt x="274911" y="514698"/>
                </a:lnTo>
                <a:lnTo>
                  <a:pt x="275084" y="514689"/>
                </a:lnTo>
                <a:lnTo>
                  <a:pt x="275255" y="514680"/>
                </a:lnTo>
                <a:lnTo>
                  <a:pt x="275428" y="514680"/>
                </a:lnTo>
                <a:lnTo>
                  <a:pt x="275600" y="514671"/>
                </a:lnTo>
                <a:lnTo>
                  <a:pt x="275772" y="514662"/>
                </a:lnTo>
                <a:lnTo>
                  <a:pt x="275945" y="514662"/>
                </a:lnTo>
                <a:lnTo>
                  <a:pt x="276116" y="514653"/>
                </a:lnTo>
                <a:lnTo>
                  <a:pt x="276289" y="514645"/>
                </a:lnTo>
                <a:lnTo>
                  <a:pt x="276462" y="514636"/>
                </a:lnTo>
                <a:lnTo>
                  <a:pt x="276633" y="514636"/>
                </a:lnTo>
                <a:lnTo>
                  <a:pt x="276806" y="514627"/>
                </a:lnTo>
                <a:lnTo>
                  <a:pt x="276978" y="514618"/>
                </a:lnTo>
                <a:lnTo>
                  <a:pt x="277150" y="514618"/>
                </a:lnTo>
                <a:lnTo>
                  <a:pt x="277323" y="514609"/>
                </a:lnTo>
                <a:lnTo>
                  <a:pt x="277495" y="514600"/>
                </a:lnTo>
                <a:lnTo>
                  <a:pt x="277667" y="514600"/>
                </a:lnTo>
                <a:lnTo>
                  <a:pt x="277840" y="514591"/>
                </a:lnTo>
                <a:lnTo>
                  <a:pt x="278011" y="514582"/>
                </a:lnTo>
                <a:lnTo>
                  <a:pt x="278184" y="514573"/>
                </a:lnTo>
                <a:lnTo>
                  <a:pt x="278356" y="514573"/>
                </a:lnTo>
                <a:lnTo>
                  <a:pt x="278528" y="514564"/>
                </a:lnTo>
                <a:lnTo>
                  <a:pt x="278701" y="514556"/>
                </a:lnTo>
                <a:lnTo>
                  <a:pt x="278873" y="514556"/>
                </a:lnTo>
                <a:lnTo>
                  <a:pt x="279045" y="514547"/>
                </a:lnTo>
                <a:lnTo>
                  <a:pt x="279218" y="514538"/>
                </a:lnTo>
                <a:lnTo>
                  <a:pt x="279389" y="514538"/>
                </a:lnTo>
                <a:lnTo>
                  <a:pt x="279562" y="514529"/>
                </a:lnTo>
                <a:lnTo>
                  <a:pt x="279734" y="514520"/>
                </a:lnTo>
                <a:lnTo>
                  <a:pt x="279906" y="514511"/>
                </a:lnTo>
                <a:lnTo>
                  <a:pt x="280079" y="514511"/>
                </a:lnTo>
                <a:lnTo>
                  <a:pt x="280251" y="514502"/>
                </a:lnTo>
                <a:lnTo>
                  <a:pt x="280423" y="514493"/>
                </a:lnTo>
                <a:lnTo>
                  <a:pt x="280595" y="514493"/>
                </a:lnTo>
                <a:lnTo>
                  <a:pt x="280768" y="514484"/>
                </a:lnTo>
                <a:lnTo>
                  <a:pt x="280940" y="514475"/>
                </a:lnTo>
                <a:lnTo>
                  <a:pt x="281112" y="514467"/>
                </a:lnTo>
                <a:lnTo>
                  <a:pt x="281284" y="514467"/>
                </a:lnTo>
                <a:lnTo>
                  <a:pt x="281457" y="514458"/>
                </a:lnTo>
                <a:lnTo>
                  <a:pt x="281629" y="514449"/>
                </a:lnTo>
                <a:lnTo>
                  <a:pt x="281801" y="514449"/>
                </a:lnTo>
                <a:lnTo>
                  <a:pt x="281973" y="514440"/>
                </a:lnTo>
                <a:lnTo>
                  <a:pt x="282146" y="514431"/>
                </a:lnTo>
                <a:lnTo>
                  <a:pt x="282318" y="514422"/>
                </a:lnTo>
                <a:lnTo>
                  <a:pt x="282490" y="514422"/>
                </a:lnTo>
                <a:lnTo>
                  <a:pt x="282662" y="514413"/>
                </a:lnTo>
                <a:lnTo>
                  <a:pt x="282834" y="514404"/>
                </a:lnTo>
                <a:lnTo>
                  <a:pt x="283007" y="514404"/>
                </a:lnTo>
                <a:lnTo>
                  <a:pt x="283179" y="514395"/>
                </a:lnTo>
                <a:lnTo>
                  <a:pt x="283351" y="514387"/>
                </a:lnTo>
                <a:lnTo>
                  <a:pt x="283524" y="514378"/>
                </a:lnTo>
                <a:lnTo>
                  <a:pt x="283696" y="514378"/>
                </a:lnTo>
                <a:lnTo>
                  <a:pt x="283868" y="514369"/>
                </a:lnTo>
                <a:lnTo>
                  <a:pt x="284041" y="514360"/>
                </a:lnTo>
                <a:lnTo>
                  <a:pt x="284212" y="514360"/>
                </a:lnTo>
                <a:lnTo>
                  <a:pt x="284385" y="514351"/>
                </a:lnTo>
                <a:lnTo>
                  <a:pt x="284557" y="514342"/>
                </a:lnTo>
                <a:lnTo>
                  <a:pt x="284729" y="514333"/>
                </a:lnTo>
                <a:lnTo>
                  <a:pt x="284902" y="514333"/>
                </a:lnTo>
                <a:lnTo>
                  <a:pt x="285073" y="514324"/>
                </a:lnTo>
                <a:lnTo>
                  <a:pt x="285246" y="514315"/>
                </a:lnTo>
                <a:lnTo>
                  <a:pt x="285419" y="514315"/>
                </a:lnTo>
                <a:lnTo>
                  <a:pt x="285590" y="514306"/>
                </a:lnTo>
                <a:lnTo>
                  <a:pt x="285763" y="514298"/>
                </a:lnTo>
                <a:lnTo>
                  <a:pt x="285935" y="514289"/>
                </a:lnTo>
                <a:lnTo>
                  <a:pt x="286107" y="514289"/>
                </a:lnTo>
                <a:lnTo>
                  <a:pt x="286280" y="514280"/>
                </a:lnTo>
                <a:lnTo>
                  <a:pt x="286451" y="514271"/>
                </a:lnTo>
                <a:lnTo>
                  <a:pt x="286624" y="514271"/>
                </a:lnTo>
                <a:lnTo>
                  <a:pt x="286797" y="514262"/>
                </a:lnTo>
                <a:lnTo>
                  <a:pt x="286968" y="514253"/>
                </a:lnTo>
                <a:lnTo>
                  <a:pt x="287141" y="514244"/>
                </a:lnTo>
                <a:lnTo>
                  <a:pt x="287313" y="514244"/>
                </a:lnTo>
                <a:lnTo>
                  <a:pt x="287485" y="514235"/>
                </a:lnTo>
                <a:lnTo>
                  <a:pt x="287658" y="514226"/>
                </a:lnTo>
                <a:lnTo>
                  <a:pt x="287830" y="514217"/>
                </a:lnTo>
                <a:lnTo>
                  <a:pt x="288002" y="514217"/>
                </a:lnTo>
                <a:lnTo>
                  <a:pt x="288175" y="514209"/>
                </a:lnTo>
                <a:lnTo>
                  <a:pt x="288346" y="514200"/>
                </a:lnTo>
                <a:lnTo>
                  <a:pt x="288519" y="514200"/>
                </a:lnTo>
                <a:lnTo>
                  <a:pt x="288691" y="514191"/>
                </a:lnTo>
                <a:lnTo>
                  <a:pt x="288863" y="514182"/>
                </a:lnTo>
                <a:lnTo>
                  <a:pt x="289036" y="514173"/>
                </a:lnTo>
                <a:lnTo>
                  <a:pt x="289208" y="514173"/>
                </a:lnTo>
                <a:lnTo>
                  <a:pt x="289380" y="514164"/>
                </a:lnTo>
                <a:lnTo>
                  <a:pt x="289553" y="514155"/>
                </a:lnTo>
                <a:lnTo>
                  <a:pt x="289724" y="514146"/>
                </a:lnTo>
                <a:lnTo>
                  <a:pt x="289897" y="514146"/>
                </a:lnTo>
                <a:lnTo>
                  <a:pt x="290069" y="514137"/>
                </a:lnTo>
                <a:lnTo>
                  <a:pt x="290241" y="514128"/>
                </a:lnTo>
                <a:lnTo>
                  <a:pt x="290414" y="514128"/>
                </a:lnTo>
                <a:lnTo>
                  <a:pt x="290586" y="514120"/>
                </a:lnTo>
                <a:lnTo>
                  <a:pt x="290758" y="514111"/>
                </a:lnTo>
                <a:lnTo>
                  <a:pt x="290930" y="514102"/>
                </a:lnTo>
                <a:lnTo>
                  <a:pt x="291103" y="514102"/>
                </a:lnTo>
                <a:lnTo>
                  <a:pt x="291275" y="514093"/>
                </a:lnTo>
                <a:lnTo>
                  <a:pt x="291447" y="514084"/>
                </a:lnTo>
                <a:lnTo>
                  <a:pt x="291619" y="514075"/>
                </a:lnTo>
                <a:lnTo>
                  <a:pt x="291792" y="514075"/>
                </a:lnTo>
                <a:lnTo>
                  <a:pt x="291964" y="514066"/>
                </a:lnTo>
                <a:lnTo>
                  <a:pt x="292136" y="514057"/>
                </a:lnTo>
                <a:lnTo>
                  <a:pt x="292308" y="514048"/>
                </a:lnTo>
                <a:lnTo>
                  <a:pt x="292481" y="514048"/>
                </a:lnTo>
                <a:lnTo>
                  <a:pt x="292653" y="514040"/>
                </a:lnTo>
                <a:lnTo>
                  <a:pt x="292825" y="514031"/>
                </a:lnTo>
                <a:lnTo>
                  <a:pt x="292997" y="514022"/>
                </a:lnTo>
                <a:lnTo>
                  <a:pt x="293169" y="514022"/>
                </a:lnTo>
                <a:lnTo>
                  <a:pt x="293342" y="514013"/>
                </a:lnTo>
                <a:lnTo>
                  <a:pt x="293514" y="514004"/>
                </a:lnTo>
                <a:lnTo>
                  <a:pt x="293686" y="514004"/>
                </a:lnTo>
                <a:lnTo>
                  <a:pt x="293859" y="513995"/>
                </a:lnTo>
                <a:lnTo>
                  <a:pt x="294031" y="513986"/>
                </a:lnTo>
                <a:lnTo>
                  <a:pt x="294203" y="513977"/>
                </a:lnTo>
                <a:lnTo>
                  <a:pt x="294376" y="513977"/>
                </a:lnTo>
                <a:lnTo>
                  <a:pt x="294547" y="513968"/>
                </a:lnTo>
                <a:lnTo>
                  <a:pt x="294720" y="513960"/>
                </a:lnTo>
                <a:lnTo>
                  <a:pt x="294892" y="513951"/>
                </a:lnTo>
                <a:lnTo>
                  <a:pt x="295064" y="513951"/>
                </a:lnTo>
                <a:lnTo>
                  <a:pt x="295237" y="513942"/>
                </a:lnTo>
                <a:lnTo>
                  <a:pt x="295408" y="513933"/>
                </a:lnTo>
                <a:lnTo>
                  <a:pt x="295581" y="513924"/>
                </a:lnTo>
                <a:lnTo>
                  <a:pt x="295754" y="513924"/>
                </a:lnTo>
                <a:lnTo>
                  <a:pt x="295925" y="513915"/>
                </a:lnTo>
                <a:lnTo>
                  <a:pt x="296098" y="513906"/>
                </a:lnTo>
                <a:lnTo>
                  <a:pt x="296271" y="513897"/>
                </a:lnTo>
                <a:lnTo>
                  <a:pt x="296442" y="513897"/>
                </a:lnTo>
                <a:lnTo>
                  <a:pt x="296615" y="513888"/>
                </a:lnTo>
                <a:lnTo>
                  <a:pt x="296786" y="513879"/>
                </a:lnTo>
                <a:lnTo>
                  <a:pt x="296959" y="513871"/>
                </a:lnTo>
                <a:lnTo>
                  <a:pt x="297132" y="513871"/>
                </a:lnTo>
                <a:lnTo>
                  <a:pt x="297303" y="513862"/>
                </a:lnTo>
                <a:lnTo>
                  <a:pt x="297476" y="513853"/>
                </a:lnTo>
                <a:lnTo>
                  <a:pt x="297649" y="513844"/>
                </a:lnTo>
                <a:lnTo>
                  <a:pt x="297820" y="513844"/>
                </a:lnTo>
                <a:lnTo>
                  <a:pt x="297993" y="513835"/>
                </a:lnTo>
                <a:lnTo>
                  <a:pt x="298165" y="513826"/>
                </a:lnTo>
                <a:lnTo>
                  <a:pt x="298337" y="513817"/>
                </a:lnTo>
                <a:lnTo>
                  <a:pt x="298510" y="513817"/>
                </a:lnTo>
                <a:lnTo>
                  <a:pt x="298681" y="513808"/>
                </a:lnTo>
                <a:lnTo>
                  <a:pt x="298854" y="513799"/>
                </a:lnTo>
                <a:lnTo>
                  <a:pt x="299026" y="513790"/>
                </a:lnTo>
                <a:lnTo>
                  <a:pt x="299198" y="513790"/>
                </a:lnTo>
                <a:lnTo>
                  <a:pt x="299371" y="513782"/>
                </a:lnTo>
                <a:lnTo>
                  <a:pt x="299543" y="513773"/>
                </a:lnTo>
                <a:lnTo>
                  <a:pt x="299715" y="513764"/>
                </a:lnTo>
                <a:lnTo>
                  <a:pt x="299888" y="513764"/>
                </a:lnTo>
                <a:lnTo>
                  <a:pt x="300059" y="513755"/>
                </a:lnTo>
                <a:lnTo>
                  <a:pt x="300232" y="513746"/>
                </a:lnTo>
                <a:lnTo>
                  <a:pt x="300404" y="513737"/>
                </a:lnTo>
                <a:lnTo>
                  <a:pt x="300576" y="513737"/>
                </a:lnTo>
                <a:lnTo>
                  <a:pt x="300749" y="513728"/>
                </a:lnTo>
                <a:lnTo>
                  <a:pt x="300921" y="513719"/>
                </a:lnTo>
                <a:lnTo>
                  <a:pt x="301093" y="513710"/>
                </a:lnTo>
                <a:lnTo>
                  <a:pt x="301265" y="513710"/>
                </a:lnTo>
                <a:lnTo>
                  <a:pt x="301438" y="513701"/>
                </a:lnTo>
                <a:lnTo>
                  <a:pt x="301610" y="513693"/>
                </a:lnTo>
                <a:lnTo>
                  <a:pt x="301782" y="513684"/>
                </a:lnTo>
                <a:lnTo>
                  <a:pt x="301954" y="513684"/>
                </a:lnTo>
                <a:lnTo>
                  <a:pt x="302127" y="513675"/>
                </a:lnTo>
                <a:lnTo>
                  <a:pt x="302299" y="513666"/>
                </a:lnTo>
                <a:lnTo>
                  <a:pt x="302471" y="513657"/>
                </a:lnTo>
                <a:lnTo>
                  <a:pt x="302643" y="513648"/>
                </a:lnTo>
                <a:lnTo>
                  <a:pt x="302816" y="513648"/>
                </a:lnTo>
                <a:lnTo>
                  <a:pt x="302988" y="513639"/>
                </a:lnTo>
                <a:lnTo>
                  <a:pt x="303160" y="513630"/>
                </a:lnTo>
                <a:lnTo>
                  <a:pt x="303332" y="513621"/>
                </a:lnTo>
                <a:lnTo>
                  <a:pt x="303504" y="513621"/>
                </a:lnTo>
                <a:lnTo>
                  <a:pt x="303677" y="513613"/>
                </a:lnTo>
                <a:lnTo>
                  <a:pt x="303849" y="513604"/>
                </a:lnTo>
                <a:lnTo>
                  <a:pt x="304021" y="513595"/>
                </a:lnTo>
                <a:lnTo>
                  <a:pt x="304194" y="513595"/>
                </a:lnTo>
                <a:lnTo>
                  <a:pt x="304366" y="513586"/>
                </a:lnTo>
                <a:lnTo>
                  <a:pt x="304538" y="513577"/>
                </a:lnTo>
                <a:lnTo>
                  <a:pt x="304711" y="513568"/>
                </a:lnTo>
                <a:lnTo>
                  <a:pt x="304882" y="513568"/>
                </a:lnTo>
                <a:lnTo>
                  <a:pt x="305055" y="513559"/>
                </a:lnTo>
                <a:lnTo>
                  <a:pt x="305227" y="513550"/>
                </a:lnTo>
                <a:lnTo>
                  <a:pt x="305399" y="513541"/>
                </a:lnTo>
                <a:lnTo>
                  <a:pt x="305572" y="513532"/>
                </a:lnTo>
                <a:lnTo>
                  <a:pt x="305744" y="513532"/>
                </a:lnTo>
                <a:lnTo>
                  <a:pt x="305916" y="513524"/>
                </a:lnTo>
                <a:lnTo>
                  <a:pt x="306089" y="513515"/>
                </a:lnTo>
                <a:lnTo>
                  <a:pt x="306260" y="513506"/>
                </a:lnTo>
                <a:lnTo>
                  <a:pt x="306433" y="513506"/>
                </a:lnTo>
                <a:lnTo>
                  <a:pt x="306606" y="513497"/>
                </a:lnTo>
                <a:lnTo>
                  <a:pt x="306777" y="513488"/>
                </a:lnTo>
                <a:lnTo>
                  <a:pt x="306950" y="513479"/>
                </a:lnTo>
                <a:lnTo>
                  <a:pt x="307121" y="513479"/>
                </a:lnTo>
                <a:lnTo>
                  <a:pt x="307294" y="513470"/>
                </a:lnTo>
                <a:lnTo>
                  <a:pt x="307467" y="513461"/>
                </a:lnTo>
                <a:lnTo>
                  <a:pt x="307638" y="513452"/>
                </a:lnTo>
                <a:lnTo>
                  <a:pt x="307811" y="513443"/>
                </a:lnTo>
                <a:lnTo>
                  <a:pt x="307984" y="513443"/>
                </a:lnTo>
                <a:lnTo>
                  <a:pt x="308155" y="513435"/>
                </a:lnTo>
                <a:lnTo>
                  <a:pt x="308328" y="513426"/>
                </a:lnTo>
                <a:lnTo>
                  <a:pt x="308500" y="513417"/>
                </a:lnTo>
                <a:lnTo>
                  <a:pt x="308672" y="513417"/>
                </a:lnTo>
                <a:lnTo>
                  <a:pt x="308845" y="513408"/>
                </a:lnTo>
                <a:lnTo>
                  <a:pt x="309016" y="513399"/>
                </a:lnTo>
                <a:lnTo>
                  <a:pt x="309189" y="513390"/>
                </a:lnTo>
                <a:lnTo>
                  <a:pt x="309361" y="513381"/>
                </a:lnTo>
                <a:lnTo>
                  <a:pt x="309533" y="513381"/>
                </a:lnTo>
                <a:lnTo>
                  <a:pt x="309706" y="513372"/>
                </a:lnTo>
                <a:lnTo>
                  <a:pt x="309878" y="513363"/>
                </a:lnTo>
                <a:lnTo>
                  <a:pt x="310050" y="513355"/>
                </a:lnTo>
                <a:lnTo>
                  <a:pt x="310223" y="513355"/>
                </a:lnTo>
                <a:lnTo>
                  <a:pt x="310394" y="513346"/>
                </a:lnTo>
                <a:lnTo>
                  <a:pt x="310567" y="513337"/>
                </a:lnTo>
                <a:lnTo>
                  <a:pt x="310739" y="513328"/>
                </a:lnTo>
                <a:lnTo>
                  <a:pt x="310911" y="513319"/>
                </a:lnTo>
                <a:lnTo>
                  <a:pt x="311084" y="513319"/>
                </a:lnTo>
                <a:lnTo>
                  <a:pt x="311256" y="513310"/>
                </a:lnTo>
                <a:lnTo>
                  <a:pt x="311428" y="513301"/>
                </a:lnTo>
                <a:lnTo>
                  <a:pt x="311600" y="513292"/>
                </a:lnTo>
                <a:lnTo>
                  <a:pt x="311773" y="513283"/>
                </a:lnTo>
                <a:lnTo>
                  <a:pt x="311945" y="513283"/>
                </a:lnTo>
                <a:lnTo>
                  <a:pt x="312117" y="513274"/>
                </a:lnTo>
                <a:lnTo>
                  <a:pt x="312289" y="513266"/>
                </a:lnTo>
                <a:lnTo>
                  <a:pt x="312462" y="513257"/>
                </a:lnTo>
                <a:lnTo>
                  <a:pt x="312634" y="513257"/>
                </a:lnTo>
                <a:lnTo>
                  <a:pt x="312806" y="513248"/>
                </a:lnTo>
                <a:lnTo>
                  <a:pt x="312978" y="513239"/>
                </a:lnTo>
                <a:lnTo>
                  <a:pt x="313151" y="513230"/>
                </a:lnTo>
                <a:lnTo>
                  <a:pt x="313323" y="513221"/>
                </a:lnTo>
                <a:lnTo>
                  <a:pt x="313495" y="513221"/>
                </a:lnTo>
                <a:lnTo>
                  <a:pt x="313668" y="513212"/>
                </a:lnTo>
                <a:lnTo>
                  <a:pt x="313839" y="513203"/>
                </a:lnTo>
                <a:lnTo>
                  <a:pt x="314012" y="513194"/>
                </a:lnTo>
                <a:lnTo>
                  <a:pt x="314184" y="513186"/>
                </a:lnTo>
                <a:lnTo>
                  <a:pt x="314356" y="513186"/>
                </a:lnTo>
                <a:lnTo>
                  <a:pt x="314529" y="513177"/>
                </a:lnTo>
                <a:lnTo>
                  <a:pt x="314701" y="513168"/>
                </a:lnTo>
                <a:lnTo>
                  <a:pt x="314873" y="513159"/>
                </a:lnTo>
                <a:lnTo>
                  <a:pt x="315046" y="513150"/>
                </a:lnTo>
                <a:lnTo>
                  <a:pt x="315217" y="513150"/>
                </a:lnTo>
                <a:lnTo>
                  <a:pt x="315390" y="513141"/>
                </a:lnTo>
                <a:lnTo>
                  <a:pt x="315562" y="513132"/>
                </a:lnTo>
                <a:lnTo>
                  <a:pt x="315734" y="513123"/>
                </a:lnTo>
                <a:lnTo>
                  <a:pt x="315907" y="513123"/>
                </a:lnTo>
                <a:lnTo>
                  <a:pt x="316079" y="513114"/>
                </a:lnTo>
                <a:lnTo>
                  <a:pt x="316251" y="513105"/>
                </a:lnTo>
                <a:lnTo>
                  <a:pt x="316424" y="513097"/>
                </a:lnTo>
                <a:lnTo>
                  <a:pt x="316595" y="513088"/>
                </a:lnTo>
                <a:lnTo>
                  <a:pt x="316768" y="513088"/>
                </a:lnTo>
                <a:lnTo>
                  <a:pt x="316940" y="513079"/>
                </a:lnTo>
                <a:lnTo>
                  <a:pt x="317112" y="513070"/>
                </a:lnTo>
                <a:lnTo>
                  <a:pt x="317285" y="513061"/>
                </a:lnTo>
                <a:lnTo>
                  <a:pt x="317456" y="513052"/>
                </a:lnTo>
                <a:lnTo>
                  <a:pt x="317629" y="513052"/>
                </a:lnTo>
                <a:lnTo>
                  <a:pt x="317802" y="513043"/>
                </a:lnTo>
                <a:lnTo>
                  <a:pt x="317973" y="513034"/>
                </a:lnTo>
                <a:lnTo>
                  <a:pt x="318146" y="513025"/>
                </a:lnTo>
                <a:lnTo>
                  <a:pt x="318319" y="513016"/>
                </a:lnTo>
                <a:lnTo>
                  <a:pt x="318490" y="513016"/>
                </a:lnTo>
                <a:lnTo>
                  <a:pt x="318663" y="513008"/>
                </a:lnTo>
                <a:lnTo>
                  <a:pt x="318835" y="512999"/>
                </a:lnTo>
                <a:lnTo>
                  <a:pt x="319007" y="512990"/>
                </a:lnTo>
                <a:lnTo>
                  <a:pt x="319180" y="512981"/>
                </a:lnTo>
                <a:lnTo>
                  <a:pt x="319351" y="512972"/>
                </a:lnTo>
                <a:lnTo>
                  <a:pt x="319524" y="512972"/>
                </a:lnTo>
                <a:lnTo>
                  <a:pt x="319696" y="512963"/>
                </a:lnTo>
                <a:lnTo>
                  <a:pt x="319868" y="512954"/>
                </a:lnTo>
                <a:lnTo>
                  <a:pt x="320041" y="512945"/>
                </a:lnTo>
                <a:lnTo>
                  <a:pt x="320213" y="512936"/>
                </a:lnTo>
                <a:lnTo>
                  <a:pt x="320385" y="512936"/>
                </a:lnTo>
                <a:lnTo>
                  <a:pt x="320558" y="512927"/>
                </a:lnTo>
                <a:lnTo>
                  <a:pt x="320729" y="512919"/>
                </a:lnTo>
                <a:lnTo>
                  <a:pt x="320902" y="512910"/>
                </a:lnTo>
                <a:lnTo>
                  <a:pt x="321074" y="512901"/>
                </a:lnTo>
                <a:lnTo>
                  <a:pt x="321246" y="512901"/>
                </a:lnTo>
                <a:lnTo>
                  <a:pt x="321419" y="512892"/>
                </a:lnTo>
                <a:lnTo>
                  <a:pt x="321591" y="512883"/>
                </a:lnTo>
                <a:lnTo>
                  <a:pt x="321763" y="512874"/>
                </a:lnTo>
                <a:lnTo>
                  <a:pt x="321935" y="512865"/>
                </a:lnTo>
                <a:lnTo>
                  <a:pt x="322108" y="512865"/>
                </a:lnTo>
                <a:lnTo>
                  <a:pt x="322280" y="512856"/>
                </a:lnTo>
                <a:lnTo>
                  <a:pt x="322452" y="512847"/>
                </a:lnTo>
                <a:lnTo>
                  <a:pt x="322624" y="512839"/>
                </a:lnTo>
                <a:lnTo>
                  <a:pt x="322797" y="512830"/>
                </a:lnTo>
                <a:lnTo>
                  <a:pt x="322969" y="512821"/>
                </a:lnTo>
                <a:lnTo>
                  <a:pt x="323141" y="512821"/>
                </a:lnTo>
                <a:lnTo>
                  <a:pt x="323313" y="512812"/>
                </a:lnTo>
                <a:lnTo>
                  <a:pt x="323486" y="512803"/>
                </a:lnTo>
                <a:lnTo>
                  <a:pt x="323658" y="512794"/>
                </a:lnTo>
                <a:lnTo>
                  <a:pt x="323830" y="512785"/>
                </a:lnTo>
                <a:lnTo>
                  <a:pt x="324003" y="512785"/>
                </a:lnTo>
                <a:lnTo>
                  <a:pt x="324175" y="512776"/>
                </a:lnTo>
                <a:lnTo>
                  <a:pt x="324347" y="512767"/>
                </a:lnTo>
                <a:lnTo>
                  <a:pt x="324519" y="512759"/>
                </a:lnTo>
                <a:lnTo>
                  <a:pt x="324691" y="512750"/>
                </a:lnTo>
                <a:lnTo>
                  <a:pt x="324864" y="512741"/>
                </a:lnTo>
                <a:lnTo>
                  <a:pt x="325036" y="512741"/>
                </a:lnTo>
                <a:lnTo>
                  <a:pt x="325208" y="512732"/>
                </a:lnTo>
                <a:lnTo>
                  <a:pt x="325381" y="512723"/>
                </a:lnTo>
                <a:lnTo>
                  <a:pt x="325552" y="512714"/>
                </a:lnTo>
                <a:lnTo>
                  <a:pt x="325725" y="512705"/>
                </a:lnTo>
                <a:lnTo>
                  <a:pt x="325897" y="512705"/>
                </a:lnTo>
                <a:lnTo>
                  <a:pt x="326069" y="512696"/>
                </a:lnTo>
                <a:lnTo>
                  <a:pt x="326242" y="512687"/>
                </a:lnTo>
                <a:lnTo>
                  <a:pt x="326414" y="512678"/>
                </a:lnTo>
                <a:lnTo>
                  <a:pt x="326586" y="512669"/>
                </a:lnTo>
                <a:lnTo>
                  <a:pt x="326759" y="512661"/>
                </a:lnTo>
                <a:lnTo>
                  <a:pt x="326930" y="512661"/>
                </a:lnTo>
                <a:lnTo>
                  <a:pt x="327103" y="512652"/>
                </a:lnTo>
                <a:lnTo>
                  <a:pt x="327275" y="512643"/>
                </a:lnTo>
                <a:lnTo>
                  <a:pt x="327447" y="512634"/>
                </a:lnTo>
                <a:lnTo>
                  <a:pt x="327620" y="512625"/>
                </a:lnTo>
                <a:lnTo>
                  <a:pt x="327791" y="512616"/>
                </a:lnTo>
                <a:lnTo>
                  <a:pt x="327964" y="512616"/>
                </a:lnTo>
                <a:lnTo>
                  <a:pt x="328137" y="512607"/>
                </a:lnTo>
                <a:lnTo>
                  <a:pt x="328308" y="512598"/>
                </a:lnTo>
                <a:lnTo>
                  <a:pt x="328481" y="512589"/>
                </a:lnTo>
                <a:lnTo>
                  <a:pt x="328654" y="512581"/>
                </a:lnTo>
                <a:lnTo>
                  <a:pt x="328825" y="512572"/>
                </a:lnTo>
                <a:lnTo>
                  <a:pt x="328998" y="512572"/>
                </a:lnTo>
                <a:lnTo>
                  <a:pt x="329170" y="512563"/>
                </a:lnTo>
                <a:lnTo>
                  <a:pt x="329342" y="512554"/>
                </a:lnTo>
                <a:lnTo>
                  <a:pt x="329515" y="512545"/>
                </a:lnTo>
                <a:lnTo>
                  <a:pt x="329686" y="512536"/>
                </a:lnTo>
                <a:lnTo>
                  <a:pt x="329859" y="512527"/>
                </a:lnTo>
                <a:lnTo>
                  <a:pt x="330031" y="512527"/>
                </a:lnTo>
                <a:lnTo>
                  <a:pt x="330203" y="512518"/>
                </a:lnTo>
                <a:lnTo>
                  <a:pt x="330376" y="512509"/>
                </a:lnTo>
                <a:lnTo>
                  <a:pt x="330548" y="512500"/>
                </a:lnTo>
                <a:lnTo>
                  <a:pt x="330720" y="512492"/>
                </a:lnTo>
                <a:lnTo>
                  <a:pt x="330893" y="512483"/>
                </a:lnTo>
                <a:lnTo>
                  <a:pt x="331065" y="512483"/>
                </a:lnTo>
                <a:lnTo>
                  <a:pt x="331237" y="512474"/>
                </a:lnTo>
                <a:lnTo>
                  <a:pt x="331409" y="512465"/>
                </a:lnTo>
                <a:lnTo>
                  <a:pt x="331581" y="512456"/>
                </a:lnTo>
                <a:lnTo>
                  <a:pt x="331754" y="512447"/>
                </a:lnTo>
                <a:lnTo>
                  <a:pt x="331926" y="512438"/>
                </a:lnTo>
                <a:lnTo>
                  <a:pt x="332098" y="512438"/>
                </a:lnTo>
                <a:lnTo>
                  <a:pt x="332271" y="512429"/>
                </a:lnTo>
                <a:lnTo>
                  <a:pt x="332443" y="512420"/>
                </a:lnTo>
                <a:lnTo>
                  <a:pt x="332615" y="512412"/>
                </a:lnTo>
                <a:lnTo>
                  <a:pt x="332787" y="512403"/>
                </a:lnTo>
                <a:lnTo>
                  <a:pt x="332959" y="512394"/>
                </a:lnTo>
                <a:lnTo>
                  <a:pt x="333132" y="512394"/>
                </a:lnTo>
                <a:lnTo>
                  <a:pt x="333304" y="512385"/>
                </a:lnTo>
                <a:lnTo>
                  <a:pt x="333476" y="512376"/>
                </a:lnTo>
                <a:lnTo>
                  <a:pt x="333648" y="512367"/>
                </a:lnTo>
                <a:lnTo>
                  <a:pt x="333821" y="512358"/>
                </a:lnTo>
                <a:lnTo>
                  <a:pt x="333993" y="512349"/>
                </a:lnTo>
                <a:lnTo>
                  <a:pt x="334165" y="512340"/>
                </a:lnTo>
                <a:lnTo>
                  <a:pt x="334338" y="512340"/>
                </a:lnTo>
                <a:lnTo>
                  <a:pt x="334510" y="512331"/>
                </a:lnTo>
                <a:lnTo>
                  <a:pt x="334682" y="512322"/>
                </a:lnTo>
                <a:lnTo>
                  <a:pt x="334854" y="512314"/>
                </a:lnTo>
                <a:lnTo>
                  <a:pt x="335026" y="512305"/>
                </a:lnTo>
                <a:lnTo>
                  <a:pt x="335199" y="512296"/>
                </a:lnTo>
                <a:lnTo>
                  <a:pt x="335371" y="512287"/>
                </a:lnTo>
                <a:lnTo>
                  <a:pt x="335543" y="512287"/>
                </a:lnTo>
                <a:lnTo>
                  <a:pt x="335716" y="512278"/>
                </a:lnTo>
                <a:lnTo>
                  <a:pt x="335887" y="512269"/>
                </a:lnTo>
                <a:lnTo>
                  <a:pt x="336060" y="512260"/>
                </a:lnTo>
                <a:lnTo>
                  <a:pt x="336232" y="512251"/>
                </a:lnTo>
                <a:lnTo>
                  <a:pt x="336404" y="512242"/>
                </a:lnTo>
                <a:lnTo>
                  <a:pt x="336577" y="512242"/>
                </a:lnTo>
                <a:lnTo>
                  <a:pt x="336749" y="512234"/>
                </a:lnTo>
                <a:lnTo>
                  <a:pt x="336921" y="512225"/>
                </a:lnTo>
                <a:lnTo>
                  <a:pt x="337094" y="512216"/>
                </a:lnTo>
                <a:lnTo>
                  <a:pt x="337265" y="512207"/>
                </a:lnTo>
                <a:lnTo>
                  <a:pt x="337438" y="512198"/>
                </a:lnTo>
                <a:lnTo>
                  <a:pt x="337610" y="512189"/>
                </a:lnTo>
                <a:lnTo>
                  <a:pt x="337782" y="512189"/>
                </a:lnTo>
                <a:lnTo>
                  <a:pt x="337955" y="512180"/>
                </a:lnTo>
                <a:lnTo>
                  <a:pt x="338127" y="512171"/>
                </a:lnTo>
                <a:lnTo>
                  <a:pt x="338299" y="512162"/>
                </a:lnTo>
                <a:lnTo>
                  <a:pt x="338472" y="512154"/>
                </a:lnTo>
                <a:lnTo>
                  <a:pt x="338643" y="512145"/>
                </a:lnTo>
                <a:lnTo>
                  <a:pt x="338816" y="512136"/>
                </a:lnTo>
                <a:lnTo>
                  <a:pt x="338989" y="512136"/>
                </a:lnTo>
                <a:lnTo>
                  <a:pt x="339160" y="512127"/>
                </a:lnTo>
                <a:lnTo>
                  <a:pt x="339333" y="512118"/>
                </a:lnTo>
                <a:lnTo>
                  <a:pt x="339505" y="512109"/>
                </a:lnTo>
                <a:lnTo>
                  <a:pt x="339677" y="512100"/>
                </a:lnTo>
                <a:lnTo>
                  <a:pt x="339850" y="512091"/>
                </a:lnTo>
                <a:lnTo>
                  <a:pt x="340021" y="512082"/>
                </a:lnTo>
                <a:lnTo>
                  <a:pt x="340194" y="512073"/>
                </a:lnTo>
                <a:lnTo>
                  <a:pt x="340366" y="512073"/>
                </a:lnTo>
                <a:lnTo>
                  <a:pt x="340538" y="512065"/>
                </a:lnTo>
                <a:lnTo>
                  <a:pt x="340711" y="512056"/>
                </a:lnTo>
                <a:lnTo>
                  <a:pt x="340883" y="512047"/>
                </a:lnTo>
                <a:lnTo>
                  <a:pt x="341055" y="512038"/>
                </a:lnTo>
                <a:lnTo>
                  <a:pt x="341228" y="512029"/>
                </a:lnTo>
                <a:lnTo>
                  <a:pt x="341400" y="512020"/>
                </a:lnTo>
                <a:lnTo>
                  <a:pt x="341572" y="512020"/>
                </a:lnTo>
                <a:lnTo>
                  <a:pt x="341744" y="512011"/>
                </a:lnTo>
                <a:lnTo>
                  <a:pt x="341916" y="512002"/>
                </a:lnTo>
                <a:lnTo>
                  <a:pt x="342089" y="511993"/>
                </a:lnTo>
                <a:lnTo>
                  <a:pt x="342261" y="511985"/>
                </a:lnTo>
                <a:lnTo>
                  <a:pt x="342433" y="511976"/>
                </a:lnTo>
                <a:lnTo>
                  <a:pt x="342606" y="511967"/>
                </a:lnTo>
                <a:lnTo>
                  <a:pt x="342778" y="511958"/>
                </a:lnTo>
                <a:lnTo>
                  <a:pt x="342950" y="511958"/>
                </a:lnTo>
                <a:lnTo>
                  <a:pt x="343122" y="511949"/>
                </a:lnTo>
                <a:lnTo>
                  <a:pt x="343294" y="511940"/>
                </a:lnTo>
                <a:lnTo>
                  <a:pt x="343467" y="511931"/>
                </a:lnTo>
                <a:lnTo>
                  <a:pt x="343639" y="511922"/>
                </a:lnTo>
                <a:lnTo>
                  <a:pt x="343811" y="511913"/>
                </a:lnTo>
                <a:lnTo>
                  <a:pt x="343983" y="511904"/>
                </a:lnTo>
                <a:lnTo>
                  <a:pt x="344156" y="511895"/>
                </a:lnTo>
                <a:lnTo>
                  <a:pt x="344328" y="511895"/>
                </a:lnTo>
                <a:lnTo>
                  <a:pt x="344500" y="511887"/>
                </a:lnTo>
                <a:lnTo>
                  <a:pt x="344673" y="511878"/>
                </a:lnTo>
                <a:lnTo>
                  <a:pt x="344845" y="511869"/>
                </a:lnTo>
                <a:lnTo>
                  <a:pt x="345017" y="511860"/>
                </a:lnTo>
                <a:lnTo>
                  <a:pt x="345189" y="511851"/>
                </a:lnTo>
                <a:lnTo>
                  <a:pt x="345361" y="511842"/>
                </a:lnTo>
                <a:lnTo>
                  <a:pt x="345534" y="511833"/>
                </a:lnTo>
                <a:lnTo>
                  <a:pt x="345706" y="511833"/>
                </a:lnTo>
                <a:lnTo>
                  <a:pt x="345878" y="511824"/>
                </a:lnTo>
                <a:lnTo>
                  <a:pt x="346051" y="511815"/>
                </a:lnTo>
                <a:lnTo>
                  <a:pt x="346222" y="511807"/>
                </a:lnTo>
                <a:lnTo>
                  <a:pt x="346395" y="511798"/>
                </a:lnTo>
                <a:lnTo>
                  <a:pt x="346567" y="511789"/>
                </a:lnTo>
                <a:lnTo>
                  <a:pt x="346739" y="511780"/>
                </a:lnTo>
                <a:lnTo>
                  <a:pt x="346912" y="511771"/>
                </a:lnTo>
                <a:lnTo>
                  <a:pt x="347084" y="511762"/>
                </a:lnTo>
                <a:lnTo>
                  <a:pt x="347256" y="511762"/>
                </a:lnTo>
                <a:lnTo>
                  <a:pt x="347429" y="511753"/>
                </a:lnTo>
                <a:lnTo>
                  <a:pt x="347600" y="511744"/>
                </a:lnTo>
                <a:lnTo>
                  <a:pt x="347773" y="511735"/>
                </a:lnTo>
                <a:lnTo>
                  <a:pt x="347946" y="511726"/>
                </a:lnTo>
                <a:lnTo>
                  <a:pt x="348117" y="511718"/>
                </a:lnTo>
                <a:lnTo>
                  <a:pt x="348290" y="511709"/>
                </a:lnTo>
                <a:lnTo>
                  <a:pt x="348462" y="511700"/>
                </a:lnTo>
                <a:lnTo>
                  <a:pt x="348634" y="511691"/>
                </a:lnTo>
                <a:lnTo>
                  <a:pt x="348807" y="511691"/>
                </a:lnTo>
                <a:lnTo>
                  <a:pt x="348978" y="511682"/>
                </a:lnTo>
                <a:lnTo>
                  <a:pt x="349151" y="511673"/>
                </a:lnTo>
                <a:lnTo>
                  <a:pt x="349324" y="511664"/>
                </a:lnTo>
                <a:lnTo>
                  <a:pt x="349495" y="511655"/>
                </a:lnTo>
                <a:lnTo>
                  <a:pt x="349668" y="511646"/>
                </a:lnTo>
                <a:lnTo>
                  <a:pt x="349840" y="511638"/>
                </a:lnTo>
                <a:lnTo>
                  <a:pt x="350012" y="511629"/>
                </a:lnTo>
                <a:lnTo>
                  <a:pt x="350185" y="511620"/>
                </a:lnTo>
                <a:lnTo>
                  <a:pt x="350356" y="511620"/>
                </a:lnTo>
                <a:lnTo>
                  <a:pt x="350529" y="511611"/>
                </a:lnTo>
                <a:lnTo>
                  <a:pt x="350702" y="511602"/>
                </a:lnTo>
                <a:lnTo>
                  <a:pt x="350873" y="511593"/>
                </a:lnTo>
                <a:lnTo>
                  <a:pt x="351046" y="511584"/>
                </a:lnTo>
                <a:lnTo>
                  <a:pt x="351218" y="511575"/>
                </a:lnTo>
                <a:lnTo>
                  <a:pt x="351390" y="511566"/>
                </a:lnTo>
                <a:lnTo>
                  <a:pt x="351563" y="511557"/>
                </a:lnTo>
                <a:lnTo>
                  <a:pt x="351735" y="511548"/>
                </a:lnTo>
                <a:lnTo>
                  <a:pt x="351907" y="511540"/>
                </a:lnTo>
                <a:lnTo>
                  <a:pt x="352079" y="511540"/>
                </a:lnTo>
                <a:lnTo>
                  <a:pt x="352251" y="511531"/>
                </a:lnTo>
                <a:lnTo>
                  <a:pt x="352424" y="511522"/>
                </a:lnTo>
                <a:lnTo>
                  <a:pt x="352596" y="511513"/>
                </a:lnTo>
                <a:lnTo>
                  <a:pt x="352768" y="511504"/>
                </a:lnTo>
                <a:lnTo>
                  <a:pt x="352941" y="511495"/>
                </a:lnTo>
                <a:lnTo>
                  <a:pt x="353113" y="511486"/>
                </a:lnTo>
                <a:lnTo>
                  <a:pt x="353285" y="511477"/>
                </a:lnTo>
                <a:lnTo>
                  <a:pt x="353457" y="511468"/>
                </a:lnTo>
                <a:lnTo>
                  <a:pt x="353629" y="511460"/>
                </a:lnTo>
                <a:lnTo>
                  <a:pt x="353802" y="511460"/>
                </a:lnTo>
                <a:lnTo>
                  <a:pt x="353974" y="511451"/>
                </a:lnTo>
                <a:lnTo>
                  <a:pt x="354146" y="511442"/>
                </a:lnTo>
                <a:lnTo>
                  <a:pt x="354318" y="511433"/>
                </a:lnTo>
                <a:lnTo>
                  <a:pt x="354491" y="511424"/>
                </a:lnTo>
                <a:lnTo>
                  <a:pt x="354663" y="511415"/>
                </a:lnTo>
                <a:lnTo>
                  <a:pt x="354835" y="511406"/>
                </a:lnTo>
                <a:lnTo>
                  <a:pt x="355007" y="511397"/>
                </a:lnTo>
                <a:lnTo>
                  <a:pt x="355180" y="511388"/>
                </a:lnTo>
                <a:lnTo>
                  <a:pt x="355352" y="511380"/>
                </a:lnTo>
                <a:lnTo>
                  <a:pt x="355524" y="511371"/>
                </a:lnTo>
                <a:lnTo>
                  <a:pt x="355696" y="511371"/>
                </a:lnTo>
                <a:lnTo>
                  <a:pt x="355869" y="511362"/>
                </a:lnTo>
                <a:lnTo>
                  <a:pt x="356041" y="511353"/>
                </a:lnTo>
                <a:lnTo>
                  <a:pt x="356213" y="511344"/>
                </a:lnTo>
                <a:lnTo>
                  <a:pt x="356386" y="511335"/>
                </a:lnTo>
                <a:lnTo>
                  <a:pt x="356557" y="511326"/>
                </a:lnTo>
                <a:lnTo>
                  <a:pt x="356730" y="511317"/>
                </a:lnTo>
                <a:lnTo>
                  <a:pt x="356902" y="511308"/>
                </a:lnTo>
                <a:lnTo>
                  <a:pt x="357074" y="511299"/>
                </a:lnTo>
                <a:lnTo>
                  <a:pt x="357247" y="511291"/>
                </a:lnTo>
                <a:lnTo>
                  <a:pt x="357419" y="511282"/>
                </a:lnTo>
                <a:lnTo>
                  <a:pt x="357591" y="511273"/>
                </a:lnTo>
                <a:lnTo>
                  <a:pt x="357764" y="511273"/>
                </a:lnTo>
                <a:lnTo>
                  <a:pt x="357935" y="511264"/>
                </a:lnTo>
                <a:lnTo>
                  <a:pt x="358108" y="511255"/>
                </a:lnTo>
                <a:lnTo>
                  <a:pt x="358281" y="511246"/>
                </a:lnTo>
                <a:lnTo>
                  <a:pt x="358452" y="511237"/>
                </a:lnTo>
                <a:lnTo>
                  <a:pt x="358625" y="511228"/>
                </a:lnTo>
                <a:lnTo>
                  <a:pt x="358797" y="511219"/>
                </a:lnTo>
                <a:lnTo>
                  <a:pt x="358969" y="511210"/>
                </a:lnTo>
                <a:lnTo>
                  <a:pt x="359142" y="511202"/>
                </a:lnTo>
                <a:lnTo>
                  <a:pt x="359313" y="511193"/>
                </a:lnTo>
                <a:lnTo>
                  <a:pt x="359486" y="511184"/>
                </a:lnTo>
                <a:lnTo>
                  <a:pt x="359659" y="511175"/>
                </a:lnTo>
                <a:lnTo>
                  <a:pt x="359830" y="511166"/>
                </a:lnTo>
                <a:lnTo>
                  <a:pt x="360003" y="511166"/>
                </a:lnTo>
                <a:lnTo>
                  <a:pt x="360175" y="511157"/>
                </a:lnTo>
                <a:lnTo>
                  <a:pt x="360347" y="511148"/>
                </a:lnTo>
                <a:lnTo>
                  <a:pt x="360520" y="511139"/>
                </a:lnTo>
                <a:lnTo>
                  <a:pt x="360691" y="511130"/>
                </a:lnTo>
                <a:lnTo>
                  <a:pt x="360864" y="511121"/>
                </a:lnTo>
                <a:lnTo>
                  <a:pt x="361037" y="511113"/>
                </a:lnTo>
                <a:lnTo>
                  <a:pt x="361208" y="511104"/>
                </a:lnTo>
                <a:lnTo>
                  <a:pt x="361381" y="511095"/>
                </a:lnTo>
                <a:lnTo>
                  <a:pt x="361553" y="511086"/>
                </a:lnTo>
                <a:lnTo>
                  <a:pt x="361725" y="511077"/>
                </a:lnTo>
                <a:lnTo>
                  <a:pt x="361898" y="511068"/>
                </a:lnTo>
                <a:lnTo>
                  <a:pt x="362070" y="511059"/>
                </a:lnTo>
                <a:lnTo>
                  <a:pt x="362242" y="511050"/>
                </a:lnTo>
                <a:lnTo>
                  <a:pt x="362414" y="511050"/>
                </a:lnTo>
                <a:lnTo>
                  <a:pt x="362586" y="511041"/>
                </a:lnTo>
                <a:lnTo>
                  <a:pt x="362759" y="511033"/>
                </a:lnTo>
                <a:lnTo>
                  <a:pt x="362931" y="511024"/>
                </a:lnTo>
                <a:lnTo>
                  <a:pt x="363103" y="511015"/>
                </a:lnTo>
                <a:lnTo>
                  <a:pt x="363276" y="511006"/>
                </a:lnTo>
                <a:lnTo>
                  <a:pt x="363448" y="510997"/>
                </a:lnTo>
                <a:lnTo>
                  <a:pt x="363620" y="510988"/>
                </a:lnTo>
                <a:lnTo>
                  <a:pt x="363792" y="510979"/>
                </a:lnTo>
                <a:lnTo>
                  <a:pt x="363964" y="510970"/>
                </a:lnTo>
                <a:lnTo>
                  <a:pt x="364137" y="510961"/>
                </a:lnTo>
                <a:lnTo>
                  <a:pt x="364309" y="510953"/>
                </a:lnTo>
                <a:lnTo>
                  <a:pt x="364481" y="510944"/>
                </a:lnTo>
                <a:lnTo>
                  <a:pt x="364653" y="510935"/>
                </a:lnTo>
                <a:lnTo>
                  <a:pt x="364826" y="510926"/>
                </a:lnTo>
                <a:lnTo>
                  <a:pt x="364998" y="510917"/>
                </a:lnTo>
                <a:lnTo>
                  <a:pt x="365170" y="510908"/>
                </a:lnTo>
                <a:lnTo>
                  <a:pt x="365343" y="510908"/>
                </a:lnTo>
                <a:lnTo>
                  <a:pt x="365515" y="510899"/>
                </a:lnTo>
                <a:lnTo>
                  <a:pt x="365687" y="510890"/>
                </a:lnTo>
                <a:lnTo>
                  <a:pt x="365859" y="510881"/>
                </a:lnTo>
                <a:lnTo>
                  <a:pt x="366031" y="510872"/>
                </a:lnTo>
                <a:lnTo>
                  <a:pt x="366204" y="510864"/>
                </a:lnTo>
                <a:lnTo>
                  <a:pt x="366376" y="510855"/>
                </a:lnTo>
                <a:lnTo>
                  <a:pt x="366548" y="510846"/>
                </a:lnTo>
                <a:lnTo>
                  <a:pt x="366721" y="510837"/>
                </a:lnTo>
                <a:lnTo>
                  <a:pt x="366892" y="510828"/>
                </a:lnTo>
                <a:lnTo>
                  <a:pt x="367065" y="510819"/>
                </a:lnTo>
                <a:lnTo>
                  <a:pt x="367237" y="510810"/>
                </a:lnTo>
                <a:lnTo>
                  <a:pt x="367409" y="510801"/>
                </a:lnTo>
                <a:lnTo>
                  <a:pt x="367582" y="510792"/>
                </a:lnTo>
                <a:lnTo>
                  <a:pt x="367754" y="510783"/>
                </a:lnTo>
                <a:lnTo>
                  <a:pt x="367926" y="510775"/>
                </a:lnTo>
                <a:lnTo>
                  <a:pt x="368099" y="510766"/>
                </a:lnTo>
                <a:lnTo>
                  <a:pt x="368270" y="510757"/>
                </a:lnTo>
                <a:lnTo>
                  <a:pt x="368443" y="510748"/>
                </a:lnTo>
                <a:lnTo>
                  <a:pt x="368616" y="510739"/>
                </a:lnTo>
                <a:lnTo>
                  <a:pt x="368787" y="510739"/>
                </a:lnTo>
                <a:lnTo>
                  <a:pt x="368960" y="510730"/>
                </a:lnTo>
                <a:lnTo>
                  <a:pt x="369132" y="510721"/>
                </a:lnTo>
                <a:lnTo>
                  <a:pt x="369304" y="510712"/>
                </a:lnTo>
                <a:lnTo>
                  <a:pt x="369477" y="510703"/>
                </a:lnTo>
                <a:lnTo>
                  <a:pt x="369648" y="510694"/>
                </a:lnTo>
                <a:lnTo>
                  <a:pt x="369821" y="510686"/>
                </a:lnTo>
                <a:lnTo>
                  <a:pt x="369994" y="510677"/>
                </a:lnTo>
                <a:lnTo>
                  <a:pt x="370165" y="510668"/>
                </a:lnTo>
                <a:lnTo>
                  <a:pt x="370338" y="510659"/>
                </a:lnTo>
                <a:lnTo>
                  <a:pt x="370510" y="510650"/>
                </a:lnTo>
                <a:lnTo>
                  <a:pt x="370682" y="510641"/>
                </a:lnTo>
                <a:lnTo>
                  <a:pt x="370855" y="510632"/>
                </a:lnTo>
                <a:lnTo>
                  <a:pt x="371026" y="510623"/>
                </a:lnTo>
                <a:lnTo>
                  <a:pt x="371199" y="510614"/>
                </a:lnTo>
                <a:lnTo>
                  <a:pt x="371372" y="510606"/>
                </a:lnTo>
                <a:lnTo>
                  <a:pt x="371543" y="510597"/>
                </a:lnTo>
                <a:lnTo>
                  <a:pt x="371716" y="510588"/>
                </a:lnTo>
                <a:lnTo>
                  <a:pt x="371888" y="510579"/>
                </a:lnTo>
                <a:lnTo>
                  <a:pt x="372060" y="510570"/>
                </a:lnTo>
                <a:lnTo>
                  <a:pt x="372233" y="510561"/>
                </a:lnTo>
                <a:lnTo>
                  <a:pt x="372405" y="510552"/>
                </a:lnTo>
                <a:lnTo>
                  <a:pt x="372577" y="510543"/>
                </a:lnTo>
                <a:lnTo>
                  <a:pt x="372749" y="510534"/>
                </a:lnTo>
                <a:lnTo>
                  <a:pt x="372921" y="510525"/>
                </a:lnTo>
                <a:lnTo>
                  <a:pt x="373094" y="510517"/>
                </a:lnTo>
                <a:lnTo>
                  <a:pt x="373266" y="510508"/>
                </a:lnTo>
                <a:lnTo>
                  <a:pt x="373438" y="510508"/>
                </a:lnTo>
                <a:lnTo>
                  <a:pt x="373611" y="510499"/>
                </a:lnTo>
                <a:lnTo>
                  <a:pt x="373783" y="510490"/>
                </a:lnTo>
                <a:lnTo>
                  <a:pt x="373955" y="510481"/>
                </a:lnTo>
                <a:lnTo>
                  <a:pt x="374127" y="510472"/>
                </a:lnTo>
                <a:lnTo>
                  <a:pt x="374299" y="510463"/>
                </a:lnTo>
                <a:lnTo>
                  <a:pt x="374472" y="510454"/>
                </a:lnTo>
                <a:lnTo>
                  <a:pt x="374644" y="510445"/>
                </a:lnTo>
                <a:lnTo>
                  <a:pt x="374816" y="510436"/>
                </a:lnTo>
                <a:lnTo>
                  <a:pt x="374988" y="510428"/>
                </a:lnTo>
                <a:lnTo>
                  <a:pt x="375161" y="510419"/>
                </a:lnTo>
                <a:lnTo>
                  <a:pt x="375333" y="510410"/>
                </a:lnTo>
                <a:lnTo>
                  <a:pt x="375505" y="510401"/>
                </a:lnTo>
                <a:lnTo>
                  <a:pt x="375678" y="510392"/>
                </a:lnTo>
                <a:lnTo>
                  <a:pt x="375850" y="510383"/>
                </a:lnTo>
                <a:lnTo>
                  <a:pt x="376022" y="510374"/>
                </a:lnTo>
                <a:lnTo>
                  <a:pt x="376194" y="510365"/>
                </a:lnTo>
                <a:lnTo>
                  <a:pt x="376366" y="510356"/>
                </a:lnTo>
                <a:lnTo>
                  <a:pt x="376539" y="510347"/>
                </a:lnTo>
                <a:lnTo>
                  <a:pt x="376711" y="510339"/>
                </a:lnTo>
                <a:lnTo>
                  <a:pt x="376883" y="510330"/>
                </a:lnTo>
                <a:lnTo>
                  <a:pt x="377056" y="510321"/>
                </a:lnTo>
                <a:lnTo>
                  <a:pt x="377228" y="510312"/>
                </a:lnTo>
                <a:lnTo>
                  <a:pt x="377400" y="510303"/>
                </a:lnTo>
                <a:lnTo>
                  <a:pt x="377572" y="510294"/>
                </a:lnTo>
                <a:lnTo>
                  <a:pt x="377744" y="510285"/>
                </a:lnTo>
                <a:lnTo>
                  <a:pt x="377917" y="510276"/>
                </a:lnTo>
                <a:lnTo>
                  <a:pt x="378089" y="510267"/>
                </a:lnTo>
                <a:lnTo>
                  <a:pt x="378261" y="510259"/>
                </a:lnTo>
                <a:lnTo>
                  <a:pt x="378434" y="510250"/>
                </a:lnTo>
                <a:lnTo>
                  <a:pt x="378605" y="510241"/>
                </a:lnTo>
                <a:lnTo>
                  <a:pt x="378778" y="510232"/>
                </a:lnTo>
                <a:lnTo>
                  <a:pt x="378951" y="510223"/>
                </a:lnTo>
                <a:lnTo>
                  <a:pt x="379122" y="510214"/>
                </a:lnTo>
                <a:lnTo>
                  <a:pt x="379295" y="510205"/>
                </a:lnTo>
                <a:lnTo>
                  <a:pt x="379467" y="510196"/>
                </a:lnTo>
                <a:lnTo>
                  <a:pt x="379639" y="510187"/>
                </a:lnTo>
                <a:lnTo>
                  <a:pt x="379812" y="510179"/>
                </a:lnTo>
                <a:lnTo>
                  <a:pt x="379983" y="510170"/>
                </a:lnTo>
                <a:lnTo>
                  <a:pt x="380156" y="510161"/>
                </a:lnTo>
                <a:lnTo>
                  <a:pt x="380329" y="510152"/>
                </a:lnTo>
                <a:lnTo>
                  <a:pt x="380500" y="510143"/>
                </a:lnTo>
                <a:lnTo>
                  <a:pt x="380673" y="510134"/>
                </a:lnTo>
                <a:lnTo>
                  <a:pt x="380845" y="510125"/>
                </a:lnTo>
                <a:lnTo>
                  <a:pt x="381017" y="510116"/>
                </a:lnTo>
                <a:lnTo>
                  <a:pt x="381190" y="510107"/>
                </a:lnTo>
                <a:lnTo>
                  <a:pt x="381361" y="510098"/>
                </a:lnTo>
                <a:lnTo>
                  <a:pt x="381534" y="510090"/>
                </a:lnTo>
                <a:lnTo>
                  <a:pt x="381707" y="510081"/>
                </a:lnTo>
                <a:lnTo>
                  <a:pt x="381878" y="510072"/>
                </a:lnTo>
                <a:lnTo>
                  <a:pt x="382051" y="510063"/>
                </a:lnTo>
                <a:lnTo>
                  <a:pt x="382223" y="510054"/>
                </a:lnTo>
                <a:lnTo>
                  <a:pt x="382395" y="510045"/>
                </a:lnTo>
                <a:lnTo>
                  <a:pt x="382568" y="510036"/>
                </a:lnTo>
                <a:lnTo>
                  <a:pt x="382740" y="510027"/>
                </a:lnTo>
                <a:lnTo>
                  <a:pt x="382912" y="510018"/>
                </a:lnTo>
                <a:lnTo>
                  <a:pt x="383084" y="510009"/>
                </a:lnTo>
                <a:lnTo>
                  <a:pt x="383256" y="510001"/>
                </a:lnTo>
                <a:lnTo>
                  <a:pt x="383429" y="509992"/>
                </a:lnTo>
                <a:lnTo>
                  <a:pt x="383601" y="509983"/>
                </a:lnTo>
                <a:lnTo>
                  <a:pt x="383773" y="509974"/>
                </a:lnTo>
                <a:lnTo>
                  <a:pt x="383946" y="509965"/>
                </a:lnTo>
                <a:lnTo>
                  <a:pt x="384118" y="509956"/>
                </a:lnTo>
                <a:lnTo>
                  <a:pt x="384290" y="509947"/>
                </a:lnTo>
                <a:lnTo>
                  <a:pt x="384462" y="509938"/>
                </a:lnTo>
                <a:lnTo>
                  <a:pt x="384634" y="509929"/>
                </a:lnTo>
                <a:lnTo>
                  <a:pt x="384807" y="509920"/>
                </a:lnTo>
                <a:lnTo>
                  <a:pt x="384979" y="509912"/>
                </a:lnTo>
                <a:lnTo>
                  <a:pt x="385151" y="509903"/>
                </a:lnTo>
                <a:lnTo>
                  <a:pt x="385323" y="509894"/>
                </a:lnTo>
                <a:lnTo>
                  <a:pt x="385496" y="509885"/>
                </a:lnTo>
                <a:lnTo>
                  <a:pt x="385668" y="509876"/>
                </a:lnTo>
                <a:lnTo>
                  <a:pt x="385840" y="509867"/>
                </a:lnTo>
                <a:lnTo>
                  <a:pt x="386013" y="509858"/>
                </a:lnTo>
                <a:lnTo>
                  <a:pt x="386185" y="509849"/>
                </a:lnTo>
                <a:lnTo>
                  <a:pt x="386357" y="509840"/>
                </a:lnTo>
                <a:lnTo>
                  <a:pt x="386529" y="509832"/>
                </a:lnTo>
                <a:lnTo>
                  <a:pt x="386701" y="509823"/>
                </a:lnTo>
                <a:lnTo>
                  <a:pt x="386874" y="509814"/>
                </a:lnTo>
                <a:lnTo>
                  <a:pt x="387046" y="509805"/>
                </a:lnTo>
                <a:lnTo>
                  <a:pt x="387218" y="509796"/>
                </a:lnTo>
                <a:lnTo>
                  <a:pt x="387391" y="509787"/>
                </a:lnTo>
                <a:lnTo>
                  <a:pt x="387563" y="509778"/>
                </a:lnTo>
                <a:lnTo>
                  <a:pt x="387735" y="509769"/>
                </a:lnTo>
                <a:lnTo>
                  <a:pt x="387907" y="509760"/>
                </a:lnTo>
                <a:lnTo>
                  <a:pt x="388079" y="509752"/>
                </a:lnTo>
                <a:lnTo>
                  <a:pt x="388252" y="509743"/>
                </a:lnTo>
                <a:lnTo>
                  <a:pt x="388424" y="509734"/>
                </a:lnTo>
                <a:lnTo>
                  <a:pt x="388596" y="509725"/>
                </a:lnTo>
                <a:lnTo>
                  <a:pt x="388769" y="509716"/>
                </a:lnTo>
                <a:lnTo>
                  <a:pt x="388940" y="509707"/>
                </a:lnTo>
                <a:lnTo>
                  <a:pt x="389113" y="509698"/>
                </a:lnTo>
                <a:lnTo>
                  <a:pt x="389286" y="509689"/>
                </a:lnTo>
                <a:lnTo>
                  <a:pt x="389457" y="509680"/>
                </a:lnTo>
                <a:lnTo>
                  <a:pt x="389630" y="509662"/>
                </a:lnTo>
                <a:lnTo>
                  <a:pt x="389802" y="509654"/>
                </a:lnTo>
                <a:lnTo>
                  <a:pt x="389974" y="509645"/>
                </a:lnTo>
                <a:lnTo>
                  <a:pt x="390147" y="509636"/>
                </a:lnTo>
                <a:lnTo>
                  <a:pt x="390318" y="509627"/>
                </a:lnTo>
                <a:lnTo>
                  <a:pt x="390491" y="509618"/>
                </a:lnTo>
                <a:lnTo>
                  <a:pt x="390664" y="509609"/>
                </a:lnTo>
                <a:lnTo>
                  <a:pt x="390835" y="509600"/>
                </a:lnTo>
                <a:lnTo>
                  <a:pt x="391008" y="509591"/>
                </a:lnTo>
                <a:lnTo>
                  <a:pt x="391180" y="509582"/>
                </a:lnTo>
                <a:lnTo>
                  <a:pt x="391352" y="509574"/>
                </a:lnTo>
                <a:lnTo>
                  <a:pt x="391525" y="509565"/>
                </a:lnTo>
                <a:lnTo>
                  <a:pt x="391696" y="509556"/>
                </a:lnTo>
                <a:lnTo>
                  <a:pt x="391869" y="509547"/>
                </a:lnTo>
                <a:lnTo>
                  <a:pt x="392042" y="509538"/>
                </a:lnTo>
                <a:lnTo>
                  <a:pt x="392213" y="509529"/>
                </a:lnTo>
                <a:lnTo>
                  <a:pt x="392386" y="509520"/>
                </a:lnTo>
                <a:lnTo>
                  <a:pt x="392558" y="509511"/>
                </a:lnTo>
                <a:lnTo>
                  <a:pt x="392730" y="509502"/>
                </a:lnTo>
                <a:lnTo>
                  <a:pt x="392903" y="509493"/>
                </a:lnTo>
                <a:lnTo>
                  <a:pt x="393075" y="509485"/>
                </a:lnTo>
                <a:lnTo>
                  <a:pt x="393247" y="509476"/>
                </a:lnTo>
                <a:lnTo>
                  <a:pt x="393419" y="509467"/>
                </a:lnTo>
                <a:lnTo>
                  <a:pt x="393591" y="509458"/>
                </a:lnTo>
                <a:lnTo>
                  <a:pt x="393764" y="509449"/>
                </a:lnTo>
                <a:lnTo>
                  <a:pt x="393936" y="509440"/>
                </a:lnTo>
                <a:lnTo>
                  <a:pt x="394108" y="509422"/>
                </a:lnTo>
                <a:lnTo>
                  <a:pt x="394281" y="509413"/>
                </a:lnTo>
                <a:lnTo>
                  <a:pt x="394453" y="509405"/>
                </a:lnTo>
                <a:lnTo>
                  <a:pt x="394625" y="509396"/>
                </a:lnTo>
                <a:lnTo>
                  <a:pt x="394797" y="509387"/>
                </a:lnTo>
                <a:lnTo>
                  <a:pt x="394969" y="509378"/>
                </a:lnTo>
                <a:lnTo>
                  <a:pt x="395142" y="509369"/>
                </a:lnTo>
                <a:lnTo>
                  <a:pt x="395314" y="509360"/>
                </a:lnTo>
                <a:lnTo>
                  <a:pt x="395486" y="509351"/>
                </a:lnTo>
                <a:lnTo>
                  <a:pt x="395659" y="509342"/>
                </a:lnTo>
                <a:lnTo>
                  <a:pt x="395831" y="509333"/>
                </a:lnTo>
                <a:lnTo>
                  <a:pt x="396003" y="509324"/>
                </a:lnTo>
                <a:lnTo>
                  <a:pt x="396175" y="509316"/>
                </a:lnTo>
                <a:lnTo>
                  <a:pt x="396348" y="509307"/>
                </a:lnTo>
                <a:lnTo>
                  <a:pt x="396520" y="509298"/>
                </a:lnTo>
                <a:lnTo>
                  <a:pt x="396692" y="509289"/>
                </a:lnTo>
                <a:lnTo>
                  <a:pt x="396864" y="509280"/>
                </a:lnTo>
                <a:lnTo>
                  <a:pt x="397036" y="509271"/>
                </a:lnTo>
                <a:lnTo>
                  <a:pt x="397209" y="509262"/>
                </a:lnTo>
                <a:lnTo>
                  <a:pt x="397381" y="509244"/>
                </a:lnTo>
                <a:lnTo>
                  <a:pt x="397553" y="509235"/>
                </a:lnTo>
                <a:lnTo>
                  <a:pt x="397726" y="509227"/>
                </a:lnTo>
                <a:lnTo>
                  <a:pt x="397898" y="509218"/>
                </a:lnTo>
                <a:lnTo>
                  <a:pt x="398070" y="509209"/>
                </a:lnTo>
                <a:lnTo>
                  <a:pt x="398242" y="509200"/>
                </a:lnTo>
                <a:lnTo>
                  <a:pt x="398414" y="509191"/>
                </a:lnTo>
                <a:lnTo>
                  <a:pt x="398587" y="509182"/>
                </a:lnTo>
                <a:lnTo>
                  <a:pt x="398759" y="509173"/>
                </a:lnTo>
                <a:lnTo>
                  <a:pt x="398931" y="509164"/>
                </a:lnTo>
                <a:lnTo>
                  <a:pt x="399104" y="509155"/>
                </a:lnTo>
                <a:lnTo>
                  <a:pt x="399275" y="509146"/>
                </a:lnTo>
                <a:lnTo>
                  <a:pt x="399448" y="509138"/>
                </a:lnTo>
                <a:lnTo>
                  <a:pt x="399621" y="509129"/>
                </a:lnTo>
                <a:lnTo>
                  <a:pt x="399792" y="509120"/>
                </a:lnTo>
                <a:lnTo>
                  <a:pt x="399965" y="509102"/>
                </a:lnTo>
                <a:lnTo>
                  <a:pt x="400137" y="509093"/>
                </a:lnTo>
                <a:lnTo>
                  <a:pt x="400309" y="509084"/>
                </a:lnTo>
                <a:lnTo>
                  <a:pt x="400482" y="509075"/>
                </a:lnTo>
                <a:lnTo>
                  <a:pt x="400653" y="509066"/>
                </a:lnTo>
                <a:lnTo>
                  <a:pt x="400826" y="509058"/>
                </a:lnTo>
                <a:lnTo>
                  <a:pt x="400999" y="509049"/>
                </a:lnTo>
                <a:lnTo>
                  <a:pt x="401170" y="509040"/>
                </a:lnTo>
                <a:lnTo>
                  <a:pt x="401343" y="509031"/>
                </a:lnTo>
                <a:lnTo>
                  <a:pt x="401515" y="509022"/>
                </a:lnTo>
                <a:lnTo>
                  <a:pt x="401687" y="509013"/>
                </a:lnTo>
                <a:lnTo>
                  <a:pt x="401860" y="509004"/>
                </a:lnTo>
                <a:lnTo>
                  <a:pt x="402032" y="508995"/>
                </a:lnTo>
                <a:lnTo>
                  <a:pt x="402204" y="508986"/>
                </a:lnTo>
                <a:lnTo>
                  <a:pt x="402377" y="508969"/>
                </a:lnTo>
                <a:lnTo>
                  <a:pt x="402548" y="508960"/>
                </a:lnTo>
                <a:lnTo>
                  <a:pt x="402721" y="508951"/>
                </a:lnTo>
                <a:lnTo>
                  <a:pt x="402893" y="508942"/>
                </a:lnTo>
                <a:lnTo>
                  <a:pt x="403065" y="508933"/>
                </a:lnTo>
                <a:lnTo>
                  <a:pt x="403238" y="508924"/>
                </a:lnTo>
                <a:lnTo>
                  <a:pt x="403410" y="508915"/>
                </a:lnTo>
                <a:lnTo>
                  <a:pt x="403582" y="508906"/>
                </a:lnTo>
                <a:lnTo>
                  <a:pt x="403755" y="508897"/>
                </a:lnTo>
                <a:lnTo>
                  <a:pt x="403926" y="508888"/>
                </a:lnTo>
                <a:lnTo>
                  <a:pt x="404099" y="508880"/>
                </a:lnTo>
                <a:lnTo>
                  <a:pt x="404271" y="508871"/>
                </a:lnTo>
                <a:lnTo>
                  <a:pt x="404443" y="508853"/>
                </a:lnTo>
                <a:lnTo>
                  <a:pt x="404616" y="508844"/>
                </a:lnTo>
                <a:lnTo>
                  <a:pt x="404788" y="508835"/>
                </a:lnTo>
                <a:lnTo>
                  <a:pt x="404960" y="508826"/>
                </a:lnTo>
                <a:lnTo>
                  <a:pt x="405132" y="508817"/>
                </a:lnTo>
                <a:lnTo>
                  <a:pt x="405304" y="508808"/>
                </a:lnTo>
                <a:lnTo>
                  <a:pt x="405477" y="508800"/>
                </a:lnTo>
                <a:lnTo>
                  <a:pt x="405649" y="508791"/>
                </a:lnTo>
                <a:lnTo>
                  <a:pt x="405821" y="508782"/>
                </a:lnTo>
                <a:lnTo>
                  <a:pt x="405994" y="508773"/>
                </a:lnTo>
                <a:lnTo>
                  <a:pt x="406166" y="508764"/>
                </a:lnTo>
                <a:lnTo>
                  <a:pt x="406338" y="508746"/>
                </a:lnTo>
                <a:lnTo>
                  <a:pt x="406510" y="508737"/>
                </a:lnTo>
                <a:lnTo>
                  <a:pt x="406683" y="508728"/>
                </a:lnTo>
                <a:lnTo>
                  <a:pt x="406855" y="508719"/>
                </a:lnTo>
                <a:lnTo>
                  <a:pt x="407027" y="508711"/>
                </a:lnTo>
                <a:lnTo>
                  <a:pt x="407199" y="508702"/>
                </a:lnTo>
                <a:lnTo>
                  <a:pt x="407371" y="508693"/>
                </a:lnTo>
                <a:lnTo>
                  <a:pt x="407544" y="508684"/>
                </a:lnTo>
                <a:lnTo>
                  <a:pt x="407716" y="508675"/>
                </a:lnTo>
                <a:lnTo>
                  <a:pt x="407888" y="508666"/>
                </a:lnTo>
                <a:lnTo>
                  <a:pt x="408061" y="508648"/>
                </a:lnTo>
                <a:lnTo>
                  <a:pt x="408233" y="508639"/>
                </a:lnTo>
                <a:lnTo>
                  <a:pt x="408405" y="508631"/>
                </a:lnTo>
                <a:lnTo>
                  <a:pt x="408577" y="508622"/>
                </a:lnTo>
                <a:lnTo>
                  <a:pt x="408749" y="508613"/>
                </a:lnTo>
                <a:lnTo>
                  <a:pt x="408922" y="508604"/>
                </a:lnTo>
                <a:lnTo>
                  <a:pt x="409094" y="508595"/>
                </a:lnTo>
                <a:lnTo>
                  <a:pt x="409266" y="508586"/>
                </a:lnTo>
                <a:lnTo>
                  <a:pt x="409439" y="508577"/>
                </a:lnTo>
                <a:lnTo>
                  <a:pt x="409610" y="508568"/>
                </a:lnTo>
                <a:lnTo>
                  <a:pt x="409783" y="508550"/>
                </a:lnTo>
                <a:lnTo>
                  <a:pt x="409956" y="508541"/>
                </a:lnTo>
                <a:lnTo>
                  <a:pt x="410127" y="508533"/>
                </a:lnTo>
                <a:lnTo>
                  <a:pt x="410300" y="508524"/>
                </a:lnTo>
                <a:lnTo>
                  <a:pt x="410472" y="508515"/>
                </a:lnTo>
                <a:lnTo>
                  <a:pt x="410644" y="508506"/>
                </a:lnTo>
                <a:lnTo>
                  <a:pt x="410817" y="508497"/>
                </a:lnTo>
                <a:lnTo>
                  <a:pt x="410988" y="508488"/>
                </a:lnTo>
                <a:lnTo>
                  <a:pt x="411161" y="508479"/>
                </a:lnTo>
                <a:lnTo>
                  <a:pt x="411334" y="508461"/>
                </a:lnTo>
                <a:lnTo>
                  <a:pt x="411505" y="508453"/>
                </a:lnTo>
                <a:lnTo>
                  <a:pt x="411678" y="508444"/>
                </a:lnTo>
                <a:lnTo>
                  <a:pt x="411850" y="508435"/>
                </a:lnTo>
                <a:lnTo>
                  <a:pt x="412022" y="508426"/>
                </a:lnTo>
                <a:lnTo>
                  <a:pt x="412195" y="508417"/>
                </a:lnTo>
                <a:lnTo>
                  <a:pt x="412366" y="508408"/>
                </a:lnTo>
                <a:lnTo>
                  <a:pt x="412539" y="508399"/>
                </a:lnTo>
                <a:lnTo>
                  <a:pt x="412712" y="508381"/>
                </a:lnTo>
                <a:lnTo>
                  <a:pt x="412883" y="508373"/>
                </a:lnTo>
                <a:lnTo>
                  <a:pt x="413056" y="508364"/>
                </a:lnTo>
                <a:lnTo>
                  <a:pt x="413228" y="508355"/>
                </a:lnTo>
                <a:lnTo>
                  <a:pt x="413400" y="508346"/>
                </a:lnTo>
                <a:lnTo>
                  <a:pt x="413573" y="508337"/>
                </a:lnTo>
                <a:lnTo>
                  <a:pt x="413745" y="508328"/>
                </a:lnTo>
                <a:lnTo>
                  <a:pt x="413917" y="508319"/>
                </a:lnTo>
                <a:lnTo>
                  <a:pt x="414090" y="508301"/>
                </a:lnTo>
                <a:lnTo>
                  <a:pt x="414261" y="508292"/>
                </a:lnTo>
                <a:lnTo>
                  <a:pt x="414434" y="508284"/>
                </a:lnTo>
                <a:lnTo>
                  <a:pt x="414606" y="508275"/>
                </a:lnTo>
                <a:lnTo>
                  <a:pt x="414778" y="508266"/>
                </a:lnTo>
                <a:lnTo>
                  <a:pt x="414951" y="508257"/>
                </a:lnTo>
                <a:lnTo>
                  <a:pt x="415123" y="508248"/>
                </a:lnTo>
                <a:lnTo>
                  <a:pt x="415295" y="508239"/>
                </a:lnTo>
                <a:lnTo>
                  <a:pt x="415467" y="508221"/>
                </a:lnTo>
                <a:lnTo>
                  <a:pt x="415639" y="508212"/>
                </a:lnTo>
                <a:lnTo>
                  <a:pt x="415812" y="508204"/>
                </a:lnTo>
                <a:lnTo>
                  <a:pt x="415984" y="508195"/>
                </a:lnTo>
                <a:lnTo>
                  <a:pt x="416156" y="508186"/>
                </a:lnTo>
                <a:lnTo>
                  <a:pt x="416329" y="508177"/>
                </a:lnTo>
                <a:lnTo>
                  <a:pt x="416501" y="508168"/>
                </a:lnTo>
                <a:lnTo>
                  <a:pt x="416673" y="508150"/>
                </a:lnTo>
                <a:lnTo>
                  <a:pt x="416845" y="508141"/>
                </a:lnTo>
                <a:lnTo>
                  <a:pt x="417018" y="508132"/>
                </a:lnTo>
                <a:lnTo>
                  <a:pt x="417190" y="508123"/>
                </a:lnTo>
                <a:lnTo>
                  <a:pt x="417362" y="508114"/>
                </a:lnTo>
                <a:lnTo>
                  <a:pt x="417534" y="508106"/>
                </a:lnTo>
                <a:lnTo>
                  <a:pt x="417706" y="508097"/>
                </a:lnTo>
                <a:lnTo>
                  <a:pt x="417879" y="508079"/>
                </a:lnTo>
                <a:lnTo>
                  <a:pt x="418051" y="508070"/>
                </a:lnTo>
                <a:lnTo>
                  <a:pt x="418223" y="508061"/>
                </a:lnTo>
                <a:lnTo>
                  <a:pt x="418396" y="508052"/>
                </a:lnTo>
                <a:lnTo>
                  <a:pt x="418568" y="508043"/>
                </a:lnTo>
                <a:lnTo>
                  <a:pt x="418740" y="508034"/>
                </a:lnTo>
                <a:lnTo>
                  <a:pt x="418913" y="508026"/>
                </a:lnTo>
                <a:lnTo>
                  <a:pt x="419084" y="508008"/>
                </a:lnTo>
                <a:lnTo>
                  <a:pt x="419257" y="507999"/>
                </a:lnTo>
                <a:lnTo>
                  <a:pt x="419429" y="507990"/>
                </a:lnTo>
                <a:lnTo>
                  <a:pt x="419601" y="507981"/>
                </a:lnTo>
                <a:lnTo>
                  <a:pt x="419774" y="507972"/>
                </a:lnTo>
                <a:lnTo>
                  <a:pt x="419945" y="507963"/>
                </a:lnTo>
                <a:lnTo>
                  <a:pt x="420118" y="507954"/>
                </a:lnTo>
                <a:lnTo>
                  <a:pt x="420291" y="507937"/>
                </a:lnTo>
                <a:lnTo>
                  <a:pt x="420462" y="507928"/>
                </a:lnTo>
                <a:lnTo>
                  <a:pt x="420635" y="507919"/>
                </a:lnTo>
                <a:lnTo>
                  <a:pt x="420807" y="507910"/>
                </a:lnTo>
                <a:lnTo>
                  <a:pt x="420979" y="507901"/>
                </a:lnTo>
                <a:lnTo>
                  <a:pt x="421152" y="507892"/>
                </a:lnTo>
                <a:lnTo>
                  <a:pt x="421323" y="507874"/>
                </a:lnTo>
                <a:lnTo>
                  <a:pt x="421496" y="507865"/>
                </a:lnTo>
                <a:lnTo>
                  <a:pt x="421669" y="507857"/>
                </a:lnTo>
                <a:lnTo>
                  <a:pt x="421840" y="507848"/>
                </a:lnTo>
                <a:lnTo>
                  <a:pt x="422013" y="507839"/>
                </a:lnTo>
                <a:lnTo>
                  <a:pt x="422186" y="507830"/>
                </a:lnTo>
                <a:lnTo>
                  <a:pt x="422357" y="507821"/>
                </a:lnTo>
                <a:lnTo>
                  <a:pt x="422530" y="507803"/>
                </a:lnTo>
                <a:lnTo>
                  <a:pt x="422701" y="507794"/>
                </a:lnTo>
                <a:lnTo>
                  <a:pt x="422874" y="507785"/>
                </a:lnTo>
                <a:lnTo>
                  <a:pt x="423047" y="507776"/>
                </a:lnTo>
                <a:lnTo>
                  <a:pt x="423218" y="507768"/>
                </a:lnTo>
                <a:lnTo>
                  <a:pt x="423391" y="507759"/>
                </a:lnTo>
                <a:lnTo>
                  <a:pt x="423563" y="507741"/>
                </a:lnTo>
                <a:lnTo>
                  <a:pt x="423735" y="507732"/>
                </a:lnTo>
                <a:lnTo>
                  <a:pt x="423908" y="507723"/>
                </a:lnTo>
                <a:lnTo>
                  <a:pt x="424080" y="507714"/>
                </a:lnTo>
                <a:lnTo>
                  <a:pt x="424252" y="507705"/>
                </a:lnTo>
                <a:lnTo>
                  <a:pt x="424425" y="507696"/>
                </a:lnTo>
                <a:lnTo>
                  <a:pt x="424596" y="507679"/>
                </a:lnTo>
                <a:lnTo>
                  <a:pt x="424769" y="507670"/>
                </a:lnTo>
                <a:lnTo>
                  <a:pt x="424941" y="507661"/>
                </a:lnTo>
                <a:lnTo>
                  <a:pt x="425113" y="507652"/>
                </a:lnTo>
                <a:lnTo>
                  <a:pt x="425286" y="507643"/>
                </a:lnTo>
                <a:lnTo>
                  <a:pt x="425458" y="507625"/>
                </a:lnTo>
                <a:lnTo>
                  <a:pt x="425630" y="507616"/>
                </a:lnTo>
                <a:lnTo>
                  <a:pt x="425802" y="507607"/>
                </a:lnTo>
                <a:lnTo>
                  <a:pt x="425974" y="507599"/>
                </a:lnTo>
                <a:lnTo>
                  <a:pt x="426147" y="507590"/>
                </a:lnTo>
                <a:lnTo>
                  <a:pt x="426319" y="507581"/>
                </a:lnTo>
                <a:lnTo>
                  <a:pt x="426491" y="507563"/>
                </a:lnTo>
                <a:lnTo>
                  <a:pt x="426664" y="507554"/>
                </a:lnTo>
                <a:lnTo>
                  <a:pt x="426836" y="507545"/>
                </a:lnTo>
                <a:lnTo>
                  <a:pt x="427008" y="507536"/>
                </a:lnTo>
                <a:lnTo>
                  <a:pt x="427180" y="507527"/>
                </a:lnTo>
                <a:lnTo>
                  <a:pt x="427353" y="507510"/>
                </a:lnTo>
                <a:lnTo>
                  <a:pt x="427525" y="507501"/>
                </a:lnTo>
                <a:lnTo>
                  <a:pt x="427697" y="507492"/>
                </a:lnTo>
                <a:lnTo>
                  <a:pt x="427869" y="507483"/>
                </a:lnTo>
                <a:lnTo>
                  <a:pt x="428041" y="507474"/>
                </a:lnTo>
                <a:lnTo>
                  <a:pt x="428214" y="507465"/>
                </a:lnTo>
                <a:lnTo>
                  <a:pt x="428386" y="507447"/>
                </a:lnTo>
                <a:lnTo>
                  <a:pt x="428558" y="507438"/>
                </a:lnTo>
                <a:lnTo>
                  <a:pt x="428731" y="507429"/>
                </a:lnTo>
                <a:lnTo>
                  <a:pt x="428903" y="507421"/>
                </a:lnTo>
                <a:lnTo>
                  <a:pt x="429075" y="507412"/>
                </a:lnTo>
                <a:lnTo>
                  <a:pt x="429248" y="507394"/>
                </a:lnTo>
                <a:lnTo>
                  <a:pt x="429419" y="507385"/>
                </a:lnTo>
                <a:lnTo>
                  <a:pt x="429592" y="507376"/>
                </a:lnTo>
                <a:lnTo>
                  <a:pt x="429764" y="507367"/>
                </a:lnTo>
                <a:lnTo>
                  <a:pt x="429936" y="507358"/>
                </a:lnTo>
                <a:lnTo>
                  <a:pt x="430109" y="507340"/>
                </a:lnTo>
                <a:lnTo>
                  <a:pt x="430281" y="507332"/>
                </a:lnTo>
                <a:lnTo>
                  <a:pt x="430453" y="507323"/>
                </a:lnTo>
                <a:lnTo>
                  <a:pt x="430626" y="507314"/>
                </a:lnTo>
                <a:lnTo>
                  <a:pt x="430797" y="507305"/>
                </a:lnTo>
                <a:lnTo>
                  <a:pt x="430970" y="507287"/>
                </a:lnTo>
                <a:lnTo>
                  <a:pt x="431142" y="507278"/>
                </a:lnTo>
                <a:lnTo>
                  <a:pt x="431314" y="507269"/>
                </a:lnTo>
                <a:lnTo>
                  <a:pt x="431487" y="507260"/>
                </a:lnTo>
                <a:lnTo>
                  <a:pt x="431658" y="507252"/>
                </a:lnTo>
                <a:lnTo>
                  <a:pt x="431831" y="507234"/>
                </a:lnTo>
                <a:lnTo>
                  <a:pt x="432004" y="507225"/>
                </a:lnTo>
                <a:lnTo>
                  <a:pt x="432175" y="507216"/>
                </a:lnTo>
                <a:lnTo>
                  <a:pt x="432348" y="507207"/>
                </a:lnTo>
                <a:lnTo>
                  <a:pt x="432521" y="507198"/>
                </a:lnTo>
                <a:lnTo>
                  <a:pt x="432692" y="507180"/>
                </a:lnTo>
                <a:lnTo>
                  <a:pt x="432865" y="507172"/>
                </a:lnTo>
                <a:lnTo>
                  <a:pt x="433036" y="507163"/>
                </a:lnTo>
                <a:lnTo>
                  <a:pt x="433209" y="507154"/>
                </a:lnTo>
                <a:lnTo>
                  <a:pt x="433382" y="507145"/>
                </a:lnTo>
                <a:lnTo>
                  <a:pt x="433553" y="507127"/>
                </a:lnTo>
                <a:lnTo>
                  <a:pt x="433726" y="507118"/>
                </a:lnTo>
                <a:lnTo>
                  <a:pt x="433898" y="507109"/>
                </a:lnTo>
                <a:lnTo>
                  <a:pt x="434070" y="507100"/>
                </a:lnTo>
                <a:lnTo>
                  <a:pt x="434243" y="507083"/>
                </a:lnTo>
                <a:lnTo>
                  <a:pt x="434415" y="507074"/>
                </a:lnTo>
                <a:lnTo>
                  <a:pt x="434587" y="507065"/>
                </a:lnTo>
                <a:lnTo>
                  <a:pt x="434760" y="507056"/>
                </a:lnTo>
                <a:lnTo>
                  <a:pt x="434931" y="507047"/>
                </a:lnTo>
                <a:lnTo>
                  <a:pt x="435104" y="507029"/>
                </a:lnTo>
                <a:lnTo>
                  <a:pt x="435276" y="507020"/>
                </a:lnTo>
                <a:lnTo>
                  <a:pt x="435448" y="507011"/>
                </a:lnTo>
                <a:lnTo>
                  <a:pt x="435621" y="507002"/>
                </a:lnTo>
                <a:lnTo>
                  <a:pt x="435793" y="506985"/>
                </a:lnTo>
                <a:lnTo>
                  <a:pt x="435965" y="506976"/>
                </a:lnTo>
                <a:lnTo>
                  <a:pt x="436137" y="506967"/>
                </a:lnTo>
                <a:lnTo>
                  <a:pt x="436310" y="506958"/>
                </a:lnTo>
                <a:lnTo>
                  <a:pt x="436482" y="506949"/>
                </a:lnTo>
                <a:lnTo>
                  <a:pt x="436654" y="506931"/>
                </a:lnTo>
                <a:lnTo>
                  <a:pt x="436826" y="506922"/>
                </a:lnTo>
                <a:lnTo>
                  <a:pt x="436999" y="506913"/>
                </a:lnTo>
                <a:lnTo>
                  <a:pt x="437171" y="506905"/>
                </a:lnTo>
                <a:lnTo>
                  <a:pt x="437343" y="506887"/>
                </a:lnTo>
                <a:lnTo>
                  <a:pt x="437515" y="506878"/>
                </a:lnTo>
                <a:lnTo>
                  <a:pt x="437688" y="506869"/>
                </a:lnTo>
                <a:lnTo>
                  <a:pt x="437860" y="506860"/>
                </a:lnTo>
                <a:lnTo>
                  <a:pt x="438032" y="506842"/>
                </a:lnTo>
                <a:lnTo>
                  <a:pt x="438204" y="506833"/>
                </a:lnTo>
                <a:lnTo>
                  <a:pt x="438376" y="506825"/>
                </a:lnTo>
                <a:lnTo>
                  <a:pt x="438549" y="506816"/>
                </a:lnTo>
                <a:lnTo>
                  <a:pt x="438721" y="506807"/>
                </a:lnTo>
                <a:lnTo>
                  <a:pt x="438893" y="506789"/>
                </a:lnTo>
                <a:lnTo>
                  <a:pt x="439066" y="506780"/>
                </a:lnTo>
                <a:lnTo>
                  <a:pt x="439238" y="506771"/>
                </a:lnTo>
                <a:lnTo>
                  <a:pt x="439410" y="506762"/>
                </a:lnTo>
                <a:lnTo>
                  <a:pt x="439583" y="506745"/>
                </a:lnTo>
                <a:lnTo>
                  <a:pt x="439754" y="506736"/>
                </a:lnTo>
                <a:lnTo>
                  <a:pt x="439927" y="506727"/>
                </a:lnTo>
                <a:lnTo>
                  <a:pt x="440099" y="506718"/>
                </a:lnTo>
                <a:lnTo>
                  <a:pt x="440271" y="506700"/>
                </a:lnTo>
                <a:lnTo>
                  <a:pt x="440444" y="506691"/>
                </a:lnTo>
                <a:lnTo>
                  <a:pt x="440616" y="506682"/>
                </a:lnTo>
                <a:lnTo>
                  <a:pt x="440788" y="506673"/>
                </a:lnTo>
                <a:lnTo>
                  <a:pt x="440961" y="506655"/>
                </a:lnTo>
                <a:lnTo>
                  <a:pt x="441132" y="506647"/>
                </a:lnTo>
                <a:lnTo>
                  <a:pt x="441305" y="506638"/>
                </a:lnTo>
                <a:lnTo>
                  <a:pt x="441477" y="506629"/>
                </a:lnTo>
                <a:lnTo>
                  <a:pt x="441649" y="506611"/>
                </a:lnTo>
                <a:lnTo>
                  <a:pt x="441822" y="506602"/>
                </a:lnTo>
                <a:lnTo>
                  <a:pt x="441993" y="506593"/>
                </a:lnTo>
                <a:lnTo>
                  <a:pt x="442166" y="506584"/>
                </a:lnTo>
                <a:lnTo>
                  <a:pt x="442339" y="506567"/>
                </a:lnTo>
                <a:lnTo>
                  <a:pt x="442510" y="506558"/>
                </a:lnTo>
                <a:lnTo>
                  <a:pt x="442683" y="506549"/>
                </a:lnTo>
                <a:lnTo>
                  <a:pt x="442856" y="506540"/>
                </a:lnTo>
                <a:lnTo>
                  <a:pt x="443027" y="506522"/>
                </a:lnTo>
                <a:lnTo>
                  <a:pt x="443200" y="506513"/>
                </a:lnTo>
                <a:lnTo>
                  <a:pt x="443371" y="506504"/>
                </a:lnTo>
                <a:lnTo>
                  <a:pt x="443544" y="506495"/>
                </a:lnTo>
                <a:lnTo>
                  <a:pt x="443717" y="506478"/>
                </a:lnTo>
                <a:lnTo>
                  <a:pt x="443888" y="506469"/>
                </a:lnTo>
                <a:lnTo>
                  <a:pt x="444061" y="506460"/>
                </a:lnTo>
                <a:lnTo>
                  <a:pt x="444233" y="506451"/>
                </a:lnTo>
                <a:lnTo>
                  <a:pt x="444405" y="506433"/>
                </a:lnTo>
                <a:lnTo>
                  <a:pt x="444578" y="506424"/>
                </a:lnTo>
                <a:lnTo>
                  <a:pt x="444750" y="506415"/>
                </a:lnTo>
                <a:lnTo>
                  <a:pt x="444922" y="506398"/>
                </a:lnTo>
                <a:lnTo>
                  <a:pt x="445095" y="506389"/>
                </a:lnTo>
                <a:lnTo>
                  <a:pt x="445266" y="506380"/>
                </a:lnTo>
                <a:lnTo>
                  <a:pt x="445439" y="506371"/>
                </a:lnTo>
                <a:lnTo>
                  <a:pt x="445611" y="506353"/>
                </a:lnTo>
                <a:lnTo>
                  <a:pt x="445783" y="506344"/>
                </a:lnTo>
                <a:lnTo>
                  <a:pt x="445956" y="506335"/>
                </a:lnTo>
                <a:lnTo>
                  <a:pt x="446128" y="506326"/>
                </a:lnTo>
                <a:lnTo>
                  <a:pt x="446300" y="506309"/>
                </a:lnTo>
                <a:lnTo>
                  <a:pt x="446472" y="506300"/>
                </a:lnTo>
                <a:lnTo>
                  <a:pt x="446645" y="506291"/>
                </a:lnTo>
                <a:lnTo>
                  <a:pt x="446817" y="506273"/>
                </a:lnTo>
                <a:lnTo>
                  <a:pt x="446989" y="506264"/>
                </a:lnTo>
                <a:lnTo>
                  <a:pt x="447161" y="506255"/>
                </a:lnTo>
                <a:lnTo>
                  <a:pt x="447334" y="506246"/>
                </a:lnTo>
                <a:lnTo>
                  <a:pt x="447506" y="506228"/>
                </a:lnTo>
                <a:lnTo>
                  <a:pt x="447678" y="506220"/>
                </a:lnTo>
                <a:lnTo>
                  <a:pt x="447850" y="506211"/>
                </a:lnTo>
                <a:lnTo>
                  <a:pt x="448023" y="506202"/>
                </a:lnTo>
                <a:lnTo>
                  <a:pt x="448195" y="506184"/>
                </a:lnTo>
                <a:lnTo>
                  <a:pt x="448367" y="506175"/>
                </a:lnTo>
                <a:lnTo>
                  <a:pt x="448539" y="506166"/>
                </a:lnTo>
                <a:lnTo>
                  <a:pt x="448712" y="506148"/>
                </a:lnTo>
                <a:lnTo>
                  <a:pt x="448884" y="506139"/>
                </a:lnTo>
                <a:lnTo>
                  <a:pt x="449056" y="506131"/>
                </a:lnTo>
                <a:lnTo>
                  <a:pt x="449228" y="506122"/>
                </a:lnTo>
                <a:lnTo>
                  <a:pt x="449401" y="506104"/>
                </a:lnTo>
                <a:lnTo>
                  <a:pt x="449573" y="506095"/>
                </a:lnTo>
                <a:lnTo>
                  <a:pt x="449745" y="506086"/>
                </a:lnTo>
                <a:lnTo>
                  <a:pt x="449918" y="506068"/>
                </a:lnTo>
                <a:lnTo>
                  <a:pt x="450089" y="506059"/>
                </a:lnTo>
                <a:lnTo>
                  <a:pt x="450262" y="506051"/>
                </a:lnTo>
                <a:lnTo>
                  <a:pt x="450434" y="506033"/>
                </a:lnTo>
                <a:lnTo>
                  <a:pt x="450606" y="506024"/>
                </a:lnTo>
                <a:lnTo>
                  <a:pt x="450779" y="506015"/>
                </a:lnTo>
                <a:lnTo>
                  <a:pt x="450951" y="506006"/>
                </a:lnTo>
                <a:lnTo>
                  <a:pt x="451123" y="505988"/>
                </a:lnTo>
                <a:lnTo>
                  <a:pt x="451296" y="505979"/>
                </a:lnTo>
                <a:lnTo>
                  <a:pt x="451467" y="505971"/>
                </a:lnTo>
                <a:lnTo>
                  <a:pt x="451640" y="505953"/>
                </a:lnTo>
                <a:lnTo>
                  <a:pt x="451812" y="505944"/>
                </a:lnTo>
                <a:lnTo>
                  <a:pt x="451984" y="505935"/>
                </a:lnTo>
                <a:lnTo>
                  <a:pt x="452157" y="505917"/>
                </a:lnTo>
                <a:lnTo>
                  <a:pt x="452328" y="505908"/>
                </a:lnTo>
                <a:lnTo>
                  <a:pt x="452501" y="505899"/>
                </a:lnTo>
                <a:lnTo>
                  <a:pt x="452674" y="505890"/>
                </a:lnTo>
                <a:lnTo>
                  <a:pt x="452845" y="505873"/>
                </a:lnTo>
                <a:lnTo>
                  <a:pt x="453018" y="505864"/>
                </a:lnTo>
                <a:lnTo>
                  <a:pt x="453190" y="505855"/>
                </a:lnTo>
                <a:lnTo>
                  <a:pt x="453362" y="505837"/>
                </a:lnTo>
                <a:lnTo>
                  <a:pt x="453535" y="505828"/>
                </a:lnTo>
                <a:lnTo>
                  <a:pt x="453707" y="505819"/>
                </a:lnTo>
                <a:lnTo>
                  <a:pt x="453879" y="505801"/>
                </a:lnTo>
                <a:lnTo>
                  <a:pt x="454052" y="505793"/>
                </a:lnTo>
                <a:lnTo>
                  <a:pt x="454223" y="505784"/>
                </a:lnTo>
                <a:lnTo>
                  <a:pt x="454396" y="505766"/>
                </a:lnTo>
                <a:lnTo>
                  <a:pt x="454568" y="505757"/>
                </a:lnTo>
                <a:lnTo>
                  <a:pt x="454740" y="505748"/>
                </a:lnTo>
                <a:lnTo>
                  <a:pt x="454913" y="505739"/>
                </a:lnTo>
                <a:lnTo>
                  <a:pt x="455085" y="505721"/>
                </a:lnTo>
                <a:lnTo>
                  <a:pt x="455257" y="505712"/>
                </a:lnTo>
                <a:lnTo>
                  <a:pt x="455430" y="505704"/>
                </a:lnTo>
                <a:lnTo>
                  <a:pt x="455601" y="505686"/>
                </a:lnTo>
                <a:lnTo>
                  <a:pt x="455774" y="505677"/>
                </a:lnTo>
                <a:lnTo>
                  <a:pt x="455946" y="505668"/>
                </a:lnTo>
                <a:lnTo>
                  <a:pt x="456118" y="505650"/>
                </a:lnTo>
                <a:lnTo>
                  <a:pt x="456291" y="505641"/>
                </a:lnTo>
                <a:lnTo>
                  <a:pt x="456463" y="505632"/>
                </a:lnTo>
                <a:lnTo>
                  <a:pt x="456635" y="505615"/>
                </a:lnTo>
                <a:lnTo>
                  <a:pt x="456808" y="505606"/>
                </a:lnTo>
                <a:lnTo>
                  <a:pt x="456980" y="505597"/>
                </a:lnTo>
                <a:lnTo>
                  <a:pt x="457152" y="505579"/>
                </a:lnTo>
                <a:lnTo>
                  <a:pt x="457324" y="505570"/>
                </a:lnTo>
                <a:lnTo>
                  <a:pt x="457496" y="505561"/>
                </a:lnTo>
                <a:lnTo>
                  <a:pt x="457669" y="505543"/>
                </a:lnTo>
                <a:lnTo>
                  <a:pt x="457841" y="505535"/>
                </a:lnTo>
                <a:lnTo>
                  <a:pt x="458013" y="505526"/>
                </a:lnTo>
                <a:lnTo>
                  <a:pt x="458185" y="505508"/>
                </a:lnTo>
                <a:lnTo>
                  <a:pt x="458358" y="505499"/>
                </a:lnTo>
                <a:lnTo>
                  <a:pt x="458530" y="505490"/>
                </a:lnTo>
                <a:lnTo>
                  <a:pt x="458702" y="505472"/>
                </a:lnTo>
                <a:lnTo>
                  <a:pt x="458874" y="505463"/>
                </a:lnTo>
                <a:lnTo>
                  <a:pt x="459047" y="505454"/>
                </a:lnTo>
                <a:lnTo>
                  <a:pt x="459219" y="505437"/>
                </a:lnTo>
                <a:lnTo>
                  <a:pt x="459391" y="505428"/>
                </a:lnTo>
                <a:lnTo>
                  <a:pt x="459563" y="505419"/>
                </a:lnTo>
                <a:lnTo>
                  <a:pt x="459736" y="505401"/>
                </a:lnTo>
                <a:lnTo>
                  <a:pt x="459908" y="505392"/>
                </a:lnTo>
                <a:lnTo>
                  <a:pt x="460080" y="505383"/>
                </a:lnTo>
                <a:lnTo>
                  <a:pt x="460253" y="505366"/>
                </a:lnTo>
                <a:lnTo>
                  <a:pt x="460424" y="505357"/>
                </a:lnTo>
                <a:lnTo>
                  <a:pt x="460597" y="505348"/>
                </a:lnTo>
                <a:lnTo>
                  <a:pt x="460769" y="505330"/>
                </a:lnTo>
                <a:lnTo>
                  <a:pt x="460941" y="505321"/>
                </a:lnTo>
                <a:lnTo>
                  <a:pt x="461114" y="505312"/>
                </a:lnTo>
                <a:lnTo>
                  <a:pt x="461286" y="505294"/>
                </a:lnTo>
                <a:lnTo>
                  <a:pt x="461458" y="505285"/>
                </a:lnTo>
                <a:lnTo>
                  <a:pt x="461631" y="505268"/>
                </a:lnTo>
                <a:lnTo>
                  <a:pt x="461802" y="505259"/>
                </a:lnTo>
                <a:lnTo>
                  <a:pt x="461975" y="505250"/>
                </a:lnTo>
                <a:lnTo>
                  <a:pt x="462147" y="505232"/>
                </a:lnTo>
                <a:lnTo>
                  <a:pt x="462319" y="505223"/>
                </a:lnTo>
                <a:lnTo>
                  <a:pt x="462492" y="505214"/>
                </a:lnTo>
                <a:lnTo>
                  <a:pt x="462663" y="505197"/>
                </a:lnTo>
                <a:lnTo>
                  <a:pt x="462836" y="505188"/>
                </a:lnTo>
                <a:lnTo>
                  <a:pt x="463009" y="505179"/>
                </a:lnTo>
                <a:lnTo>
                  <a:pt x="463180" y="505161"/>
                </a:lnTo>
                <a:lnTo>
                  <a:pt x="463353" y="505152"/>
                </a:lnTo>
                <a:lnTo>
                  <a:pt x="463526" y="505143"/>
                </a:lnTo>
                <a:lnTo>
                  <a:pt x="463697" y="505125"/>
                </a:lnTo>
                <a:lnTo>
                  <a:pt x="463870" y="505116"/>
                </a:lnTo>
                <a:lnTo>
                  <a:pt x="464042" y="505099"/>
                </a:lnTo>
                <a:lnTo>
                  <a:pt x="464214" y="505090"/>
                </a:lnTo>
                <a:lnTo>
                  <a:pt x="464387" y="505081"/>
                </a:lnTo>
                <a:lnTo>
                  <a:pt x="464558" y="505063"/>
                </a:lnTo>
                <a:lnTo>
                  <a:pt x="464731" y="505054"/>
                </a:lnTo>
                <a:lnTo>
                  <a:pt x="464903" y="505045"/>
                </a:lnTo>
                <a:lnTo>
                  <a:pt x="465075" y="505027"/>
                </a:lnTo>
                <a:lnTo>
                  <a:pt x="465248" y="505019"/>
                </a:lnTo>
                <a:lnTo>
                  <a:pt x="465420" y="505001"/>
                </a:lnTo>
                <a:lnTo>
                  <a:pt x="465592" y="504992"/>
                </a:lnTo>
                <a:lnTo>
                  <a:pt x="465765" y="504983"/>
                </a:lnTo>
                <a:lnTo>
                  <a:pt x="465936" y="504965"/>
                </a:lnTo>
                <a:lnTo>
                  <a:pt x="466109" y="504956"/>
                </a:lnTo>
                <a:lnTo>
                  <a:pt x="466281" y="504947"/>
                </a:lnTo>
                <a:lnTo>
                  <a:pt x="466453" y="504930"/>
                </a:lnTo>
                <a:lnTo>
                  <a:pt x="466626" y="504921"/>
                </a:lnTo>
                <a:lnTo>
                  <a:pt x="466798" y="504903"/>
                </a:lnTo>
                <a:lnTo>
                  <a:pt x="466970" y="504894"/>
                </a:lnTo>
                <a:lnTo>
                  <a:pt x="467143" y="504885"/>
                </a:lnTo>
                <a:lnTo>
                  <a:pt x="467315" y="504867"/>
                </a:lnTo>
                <a:lnTo>
                  <a:pt x="467487" y="504858"/>
                </a:lnTo>
                <a:lnTo>
                  <a:pt x="467659" y="504850"/>
                </a:lnTo>
                <a:lnTo>
                  <a:pt x="467831" y="504832"/>
                </a:lnTo>
                <a:lnTo>
                  <a:pt x="468004" y="504823"/>
                </a:lnTo>
                <a:lnTo>
                  <a:pt x="468176" y="504805"/>
                </a:lnTo>
                <a:lnTo>
                  <a:pt x="468348" y="504796"/>
                </a:lnTo>
                <a:lnTo>
                  <a:pt x="468520" y="504787"/>
                </a:lnTo>
                <a:lnTo>
                  <a:pt x="468693" y="504769"/>
                </a:lnTo>
                <a:lnTo>
                  <a:pt x="468865" y="504761"/>
                </a:lnTo>
                <a:lnTo>
                  <a:pt x="469037" y="504743"/>
                </a:lnTo>
                <a:lnTo>
                  <a:pt x="469209" y="504734"/>
                </a:lnTo>
                <a:lnTo>
                  <a:pt x="469382" y="504725"/>
                </a:lnTo>
                <a:lnTo>
                  <a:pt x="469554" y="504707"/>
                </a:lnTo>
                <a:lnTo>
                  <a:pt x="469726" y="504698"/>
                </a:lnTo>
                <a:lnTo>
                  <a:pt x="469898" y="504680"/>
                </a:lnTo>
                <a:lnTo>
                  <a:pt x="470071" y="504672"/>
                </a:lnTo>
                <a:lnTo>
                  <a:pt x="470243" y="504663"/>
                </a:lnTo>
                <a:lnTo>
                  <a:pt x="470415" y="504645"/>
                </a:lnTo>
                <a:lnTo>
                  <a:pt x="470588" y="504636"/>
                </a:lnTo>
                <a:lnTo>
                  <a:pt x="470759" y="504618"/>
                </a:lnTo>
                <a:lnTo>
                  <a:pt x="470932" y="504609"/>
                </a:lnTo>
                <a:lnTo>
                  <a:pt x="471104" y="504600"/>
                </a:lnTo>
                <a:lnTo>
                  <a:pt x="471276" y="504583"/>
                </a:lnTo>
                <a:lnTo>
                  <a:pt x="471449" y="504574"/>
                </a:lnTo>
                <a:lnTo>
                  <a:pt x="471621" y="504556"/>
                </a:lnTo>
                <a:lnTo>
                  <a:pt x="471793" y="504547"/>
                </a:lnTo>
                <a:lnTo>
                  <a:pt x="471966" y="504538"/>
                </a:lnTo>
                <a:lnTo>
                  <a:pt x="472137" y="504520"/>
                </a:lnTo>
                <a:lnTo>
                  <a:pt x="472310" y="504511"/>
                </a:lnTo>
                <a:lnTo>
                  <a:pt x="472482" y="504494"/>
                </a:lnTo>
                <a:lnTo>
                  <a:pt x="472654" y="504485"/>
                </a:lnTo>
                <a:lnTo>
                  <a:pt x="472827" y="504476"/>
                </a:lnTo>
                <a:lnTo>
                  <a:pt x="472998" y="504458"/>
                </a:lnTo>
                <a:lnTo>
                  <a:pt x="473171" y="504449"/>
                </a:lnTo>
                <a:lnTo>
                  <a:pt x="473344" y="504431"/>
                </a:lnTo>
                <a:lnTo>
                  <a:pt x="473515" y="504423"/>
                </a:lnTo>
                <a:lnTo>
                  <a:pt x="473688" y="504405"/>
                </a:lnTo>
                <a:lnTo>
                  <a:pt x="473861" y="504396"/>
                </a:lnTo>
                <a:lnTo>
                  <a:pt x="474032" y="504387"/>
                </a:lnTo>
                <a:lnTo>
                  <a:pt x="474205" y="504369"/>
                </a:lnTo>
                <a:lnTo>
                  <a:pt x="474377" y="504360"/>
                </a:lnTo>
                <a:lnTo>
                  <a:pt x="474549" y="504342"/>
                </a:lnTo>
                <a:lnTo>
                  <a:pt x="474722" y="504333"/>
                </a:lnTo>
                <a:lnTo>
                  <a:pt x="474893" y="504316"/>
                </a:lnTo>
                <a:lnTo>
                  <a:pt x="475066" y="504307"/>
                </a:lnTo>
                <a:lnTo>
                  <a:pt x="475239" y="504298"/>
                </a:lnTo>
                <a:lnTo>
                  <a:pt x="475410" y="504280"/>
                </a:lnTo>
                <a:lnTo>
                  <a:pt x="475583" y="504271"/>
                </a:lnTo>
                <a:lnTo>
                  <a:pt x="475755" y="504253"/>
                </a:lnTo>
                <a:lnTo>
                  <a:pt x="475927" y="504245"/>
                </a:lnTo>
                <a:lnTo>
                  <a:pt x="476100" y="504227"/>
                </a:lnTo>
                <a:lnTo>
                  <a:pt x="476271" y="504218"/>
                </a:lnTo>
                <a:lnTo>
                  <a:pt x="476444" y="504209"/>
                </a:lnTo>
                <a:lnTo>
                  <a:pt x="476616" y="504191"/>
                </a:lnTo>
                <a:lnTo>
                  <a:pt x="476788" y="504182"/>
                </a:lnTo>
                <a:lnTo>
                  <a:pt x="476961" y="504165"/>
                </a:lnTo>
                <a:lnTo>
                  <a:pt x="477133" y="504156"/>
                </a:lnTo>
                <a:lnTo>
                  <a:pt x="477305" y="504138"/>
                </a:lnTo>
                <a:lnTo>
                  <a:pt x="477478" y="504129"/>
                </a:lnTo>
                <a:lnTo>
                  <a:pt x="477650" y="504120"/>
                </a:lnTo>
                <a:lnTo>
                  <a:pt x="477822" y="504102"/>
                </a:lnTo>
                <a:lnTo>
                  <a:pt x="477994" y="504093"/>
                </a:lnTo>
                <a:lnTo>
                  <a:pt x="478166" y="504076"/>
                </a:lnTo>
                <a:lnTo>
                  <a:pt x="478339" y="504067"/>
                </a:lnTo>
                <a:lnTo>
                  <a:pt x="478511" y="504049"/>
                </a:lnTo>
                <a:lnTo>
                  <a:pt x="478683" y="504040"/>
                </a:lnTo>
                <a:lnTo>
                  <a:pt x="478855" y="504022"/>
                </a:lnTo>
                <a:lnTo>
                  <a:pt x="479028" y="504013"/>
                </a:lnTo>
                <a:lnTo>
                  <a:pt x="479200" y="504004"/>
                </a:lnTo>
                <a:lnTo>
                  <a:pt x="479372" y="503987"/>
                </a:lnTo>
                <a:lnTo>
                  <a:pt x="479544" y="503978"/>
                </a:lnTo>
                <a:lnTo>
                  <a:pt x="479717" y="503960"/>
                </a:lnTo>
                <a:lnTo>
                  <a:pt x="479889" y="503951"/>
                </a:lnTo>
                <a:lnTo>
                  <a:pt x="480061" y="503933"/>
                </a:lnTo>
                <a:lnTo>
                  <a:pt x="480233" y="503924"/>
                </a:lnTo>
                <a:lnTo>
                  <a:pt x="480406" y="503906"/>
                </a:lnTo>
                <a:lnTo>
                  <a:pt x="480578" y="503898"/>
                </a:lnTo>
                <a:lnTo>
                  <a:pt x="480750" y="503880"/>
                </a:lnTo>
                <a:lnTo>
                  <a:pt x="480923" y="503871"/>
                </a:lnTo>
                <a:lnTo>
                  <a:pt x="481094" y="503853"/>
                </a:lnTo>
                <a:lnTo>
                  <a:pt x="481267" y="503844"/>
                </a:lnTo>
                <a:lnTo>
                  <a:pt x="481439" y="503835"/>
                </a:lnTo>
                <a:lnTo>
                  <a:pt x="481611" y="503818"/>
                </a:lnTo>
                <a:lnTo>
                  <a:pt x="481784" y="503809"/>
                </a:lnTo>
                <a:lnTo>
                  <a:pt x="481956" y="503791"/>
                </a:lnTo>
                <a:lnTo>
                  <a:pt x="482128" y="503782"/>
                </a:lnTo>
                <a:lnTo>
                  <a:pt x="482301" y="503764"/>
                </a:lnTo>
                <a:lnTo>
                  <a:pt x="482472" y="503755"/>
                </a:lnTo>
                <a:lnTo>
                  <a:pt x="482645" y="503737"/>
                </a:lnTo>
                <a:lnTo>
                  <a:pt x="482817" y="503729"/>
                </a:lnTo>
                <a:lnTo>
                  <a:pt x="482989" y="503711"/>
                </a:lnTo>
                <a:lnTo>
                  <a:pt x="483162" y="503702"/>
                </a:lnTo>
                <a:lnTo>
                  <a:pt x="483333" y="503684"/>
                </a:lnTo>
                <a:lnTo>
                  <a:pt x="483506" y="503675"/>
                </a:lnTo>
                <a:lnTo>
                  <a:pt x="483679" y="503657"/>
                </a:lnTo>
                <a:lnTo>
                  <a:pt x="483850" y="503648"/>
                </a:lnTo>
                <a:lnTo>
                  <a:pt x="484023" y="503631"/>
                </a:lnTo>
                <a:lnTo>
                  <a:pt x="484196" y="503622"/>
                </a:lnTo>
                <a:lnTo>
                  <a:pt x="484367" y="503613"/>
                </a:lnTo>
                <a:lnTo>
                  <a:pt x="484540" y="503595"/>
                </a:lnTo>
                <a:lnTo>
                  <a:pt x="484712" y="503586"/>
                </a:lnTo>
                <a:lnTo>
                  <a:pt x="484884" y="503568"/>
                </a:lnTo>
                <a:lnTo>
                  <a:pt x="485057" y="503560"/>
                </a:lnTo>
                <a:lnTo>
                  <a:pt x="485228" y="503542"/>
                </a:lnTo>
                <a:lnTo>
                  <a:pt x="485401" y="503533"/>
                </a:lnTo>
                <a:lnTo>
                  <a:pt x="485574" y="503515"/>
                </a:lnTo>
                <a:lnTo>
                  <a:pt x="485745" y="503506"/>
                </a:lnTo>
                <a:lnTo>
                  <a:pt x="485918" y="503488"/>
                </a:lnTo>
                <a:lnTo>
                  <a:pt x="486090" y="503479"/>
                </a:lnTo>
                <a:lnTo>
                  <a:pt x="486262" y="503462"/>
                </a:lnTo>
                <a:lnTo>
                  <a:pt x="486435" y="503453"/>
                </a:lnTo>
                <a:lnTo>
                  <a:pt x="486606" y="503435"/>
                </a:lnTo>
                <a:lnTo>
                  <a:pt x="486779" y="503426"/>
                </a:lnTo>
                <a:lnTo>
                  <a:pt x="486951" y="503408"/>
                </a:lnTo>
                <a:lnTo>
                  <a:pt x="487123" y="503399"/>
                </a:lnTo>
                <a:lnTo>
                  <a:pt x="487296" y="503382"/>
                </a:lnTo>
                <a:lnTo>
                  <a:pt x="487468" y="503373"/>
                </a:lnTo>
                <a:lnTo>
                  <a:pt x="487640" y="503355"/>
                </a:lnTo>
                <a:lnTo>
                  <a:pt x="487813" y="503346"/>
                </a:lnTo>
                <a:lnTo>
                  <a:pt x="487985" y="503328"/>
                </a:lnTo>
                <a:lnTo>
                  <a:pt x="488157" y="503319"/>
                </a:lnTo>
                <a:lnTo>
                  <a:pt x="488329" y="503302"/>
                </a:lnTo>
                <a:lnTo>
                  <a:pt x="488501" y="503293"/>
                </a:lnTo>
                <a:lnTo>
                  <a:pt x="488674" y="503275"/>
                </a:lnTo>
                <a:lnTo>
                  <a:pt x="488846" y="503266"/>
                </a:lnTo>
                <a:lnTo>
                  <a:pt x="489018" y="503248"/>
                </a:lnTo>
                <a:lnTo>
                  <a:pt x="489190" y="503239"/>
                </a:lnTo>
                <a:lnTo>
                  <a:pt x="489363" y="503221"/>
                </a:lnTo>
                <a:lnTo>
                  <a:pt x="489535" y="503213"/>
                </a:lnTo>
                <a:lnTo>
                  <a:pt x="489707" y="503195"/>
                </a:lnTo>
                <a:lnTo>
                  <a:pt x="489879" y="503186"/>
                </a:lnTo>
                <a:lnTo>
                  <a:pt x="490052" y="503168"/>
                </a:lnTo>
                <a:lnTo>
                  <a:pt x="490224" y="503159"/>
                </a:lnTo>
                <a:lnTo>
                  <a:pt x="490396" y="503141"/>
                </a:lnTo>
                <a:lnTo>
                  <a:pt x="490568" y="503124"/>
                </a:lnTo>
                <a:lnTo>
                  <a:pt x="490741" y="503115"/>
                </a:lnTo>
                <a:lnTo>
                  <a:pt x="490913" y="503097"/>
                </a:lnTo>
                <a:lnTo>
                  <a:pt x="491085" y="503088"/>
                </a:lnTo>
                <a:lnTo>
                  <a:pt x="491258" y="503070"/>
                </a:lnTo>
                <a:lnTo>
                  <a:pt x="491429" y="503061"/>
                </a:lnTo>
                <a:lnTo>
                  <a:pt x="491602" y="503044"/>
                </a:lnTo>
                <a:lnTo>
                  <a:pt x="491774" y="503035"/>
                </a:lnTo>
                <a:lnTo>
                  <a:pt x="491946" y="503017"/>
                </a:lnTo>
                <a:lnTo>
                  <a:pt x="492119" y="503008"/>
                </a:lnTo>
                <a:lnTo>
                  <a:pt x="492291" y="502990"/>
                </a:lnTo>
                <a:lnTo>
                  <a:pt x="492463" y="502981"/>
                </a:lnTo>
                <a:lnTo>
                  <a:pt x="492636" y="502964"/>
                </a:lnTo>
                <a:lnTo>
                  <a:pt x="492807" y="502955"/>
                </a:lnTo>
                <a:lnTo>
                  <a:pt x="492980" y="502937"/>
                </a:lnTo>
                <a:lnTo>
                  <a:pt x="493152" y="502928"/>
                </a:lnTo>
                <a:lnTo>
                  <a:pt x="493324" y="502910"/>
                </a:lnTo>
                <a:lnTo>
                  <a:pt x="493497" y="502892"/>
                </a:lnTo>
                <a:lnTo>
                  <a:pt x="493669" y="502883"/>
                </a:lnTo>
                <a:lnTo>
                  <a:pt x="493841" y="502866"/>
                </a:lnTo>
                <a:lnTo>
                  <a:pt x="494014" y="502857"/>
                </a:lnTo>
                <a:lnTo>
                  <a:pt x="494185" y="502839"/>
                </a:lnTo>
                <a:lnTo>
                  <a:pt x="494358" y="502830"/>
                </a:lnTo>
                <a:lnTo>
                  <a:pt x="494531" y="502812"/>
                </a:lnTo>
                <a:lnTo>
                  <a:pt x="494702" y="502803"/>
                </a:lnTo>
                <a:lnTo>
                  <a:pt x="494875" y="502786"/>
                </a:lnTo>
                <a:lnTo>
                  <a:pt x="495047" y="502777"/>
                </a:lnTo>
                <a:lnTo>
                  <a:pt x="495219" y="502759"/>
                </a:lnTo>
                <a:lnTo>
                  <a:pt x="495392" y="502750"/>
                </a:lnTo>
                <a:lnTo>
                  <a:pt x="495563" y="502732"/>
                </a:lnTo>
                <a:lnTo>
                  <a:pt x="495736" y="502714"/>
                </a:lnTo>
                <a:lnTo>
                  <a:pt x="495909" y="502705"/>
                </a:lnTo>
                <a:lnTo>
                  <a:pt x="496080" y="502688"/>
                </a:lnTo>
                <a:lnTo>
                  <a:pt x="496253" y="502679"/>
                </a:lnTo>
                <a:lnTo>
                  <a:pt x="496425" y="502661"/>
                </a:lnTo>
                <a:lnTo>
                  <a:pt x="496597" y="502652"/>
                </a:lnTo>
                <a:lnTo>
                  <a:pt x="496770" y="502634"/>
                </a:lnTo>
                <a:lnTo>
                  <a:pt x="496941" y="502625"/>
                </a:lnTo>
                <a:lnTo>
                  <a:pt x="497114" y="502608"/>
                </a:lnTo>
                <a:lnTo>
                  <a:pt x="497286" y="502590"/>
                </a:lnTo>
                <a:lnTo>
                  <a:pt x="497458" y="502581"/>
                </a:lnTo>
                <a:lnTo>
                  <a:pt x="497631" y="502563"/>
                </a:lnTo>
                <a:lnTo>
                  <a:pt x="497803" y="502554"/>
                </a:lnTo>
                <a:lnTo>
                  <a:pt x="497975" y="502536"/>
                </a:lnTo>
                <a:lnTo>
                  <a:pt x="498148" y="502528"/>
                </a:lnTo>
                <a:lnTo>
                  <a:pt x="498320" y="502510"/>
                </a:lnTo>
                <a:lnTo>
                  <a:pt x="498492" y="502492"/>
                </a:lnTo>
                <a:lnTo>
                  <a:pt x="498664" y="502483"/>
                </a:lnTo>
                <a:lnTo>
                  <a:pt x="498836" y="502465"/>
                </a:lnTo>
                <a:lnTo>
                  <a:pt x="499009" y="502456"/>
                </a:lnTo>
                <a:lnTo>
                  <a:pt x="499181" y="502439"/>
                </a:lnTo>
                <a:lnTo>
                  <a:pt x="499353" y="502430"/>
                </a:lnTo>
                <a:lnTo>
                  <a:pt x="499525" y="502412"/>
                </a:lnTo>
                <a:lnTo>
                  <a:pt x="499698" y="502394"/>
                </a:lnTo>
                <a:lnTo>
                  <a:pt x="499870" y="502385"/>
                </a:lnTo>
                <a:lnTo>
                  <a:pt x="500042" y="502367"/>
                </a:lnTo>
                <a:lnTo>
                  <a:pt x="500215" y="502359"/>
                </a:lnTo>
                <a:lnTo>
                  <a:pt x="500387" y="502341"/>
                </a:lnTo>
                <a:lnTo>
                  <a:pt x="500559" y="502332"/>
                </a:lnTo>
                <a:lnTo>
                  <a:pt x="500731" y="502314"/>
                </a:lnTo>
                <a:lnTo>
                  <a:pt x="500903" y="502296"/>
                </a:lnTo>
                <a:lnTo>
                  <a:pt x="501076" y="502287"/>
                </a:lnTo>
                <a:lnTo>
                  <a:pt x="501248" y="502270"/>
                </a:lnTo>
                <a:lnTo>
                  <a:pt x="501420" y="502261"/>
                </a:lnTo>
                <a:lnTo>
                  <a:pt x="501593" y="502243"/>
                </a:lnTo>
                <a:lnTo>
                  <a:pt x="501765" y="502225"/>
                </a:lnTo>
                <a:lnTo>
                  <a:pt x="501937" y="502216"/>
                </a:lnTo>
                <a:lnTo>
                  <a:pt x="502109" y="502198"/>
                </a:lnTo>
                <a:lnTo>
                  <a:pt x="502281" y="502190"/>
                </a:lnTo>
                <a:lnTo>
                  <a:pt x="502454" y="502172"/>
                </a:lnTo>
                <a:lnTo>
                  <a:pt x="502626" y="502154"/>
                </a:lnTo>
                <a:lnTo>
                  <a:pt x="502798" y="502145"/>
                </a:lnTo>
                <a:lnTo>
                  <a:pt x="502971" y="502127"/>
                </a:lnTo>
                <a:lnTo>
                  <a:pt x="503142" y="502118"/>
                </a:lnTo>
                <a:lnTo>
                  <a:pt x="503315" y="502100"/>
                </a:lnTo>
                <a:lnTo>
                  <a:pt x="503487" y="502083"/>
                </a:lnTo>
                <a:lnTo>
                  <a:pt x="503659" y="502074"/>
                </a:lnTo>
                <a:lnTo>
                  <a:pt x="503832" y="502056"/>
                </a:lnTo>
                <a:lnTo>
                  <a:pt x="504004" y="502047"/>
                </a:lnTo>
                <a:lnTo>
                  <a:pt x="504176" y="502029"/>
                </a:lnTo>
                <a:lnTo>
                  <a:pt x="504349" y="502012"/>
                </a:lnTo>
                <a:lnTo>
                  <a:pt x="504520" y="502003"/>
                </a:lnTo>
                <a:lnTo>
                  <a:pt x="504693" y="501985"/>
                </a:lnTo>
                <a:lnTo>
                  <a:pt x="504866" y="501976"/>
                </a:lnTo>
                <a:lnTo>
                  <a:pt x="505037" y="501958"/>
                </a:lnTo>
                <a:lnTo>
                  <a:pt x="505210" y="501940"/>
                </a:lnTo>
                <a:lnTo>
                  <a:pt x="505382" y="501931"/>
                </a:lnTo>
                <a:lnTo>
                  <a:pt x="505554" y="501914"/>
                </a:lnTo>
                <a:lnTo>
                  <a:pt x="505727" y="501896"/>
                </a:lnTo>
                <a:lnTo>
                  <a:pt x="505898" y="501887"/>
                </a:lnTo>
                <a:lnTo>
                  <a:pt x="506071" y="501869"/>
                </a:lnTo>
                <a:lnTo>
                  <a:pt x="506244" y="501860"/>
                </a:lnTo>
                <a:lnTo>
                  <a:pt x="506415" y="501843"/>
                </a:lnTo>
                <a:lnTo>
                  <a:pt x="506588" y="501825"/>
                </a:lnTo>
                <a:lnTo>
                  <a:pt x="506760" y="501816"/>
                </a:lnTo>
                <a:lnTo>
                  <a:pt x="506932" y="501798"/>
                </a:lnTo>
                <a:lnTo>
                  <a:pt x="507105" y="501780"/>
                </a:lnTo>
                <a:lnTo>
                  <a:pt x="507277" y="501771"/>
                </a:lnTo>
                <a:lnTo>
                  <a:pt x="507449" y="501754"/>
                </a:lnTo>
                <a:lnTo>
                  <a:pt x="507621" y="501745"/>
                </a:lnTo>
                <a:lnTo>
                  <a:pt x="507793" y="501727"/>
                </a:lnTo>
                <a:lnTo>
                  <a:pt x="507966" y="501709"/>
                </a:lnTo>
                <a:lnTo>
                  <a:pt x="508138" y="501700"/>
                </a:lnTo>
                <a:lnTo>
                  <a:pt x="508310" y="501682"/>
                </a:lnTo>
                <a:lnTo>
                  <a:pt x="508483" y="501665"/>
                </a:lnTo>
                <a:lnTo>
                  <a:pt x="508655" y="501656"/>
                </a:lnTo>
                <a:lnTo>
                  <a:pt x="508827" y="501638"/>
                </a:lnTo>
                <a:lnTo>
                  <a:pt x="508999" y="501629"/>
                </a:lnTo>
                <a:lnTo>
                  <a:pt x="509171" y="501611"/>
                </a:lnTo>
                <a:lnTo>
                  <a:pt x="509344" y="501593"/>
                </a:lnTo>
                <a:lnTo>
                  <a:pt x="509516" y="501585"/>
                </a:lnTo>
                <a:lnTo>
                  <a:pt x="509688" y="501567"/>
                </a:lnTo>
                <a:lnTo>
                  <a:pt x="509860" y="501549"/>
                </a:lnTo>
                <a:lnTo>
                  <a:pt x="510033" y="501540"/>
                </a:lnTo>
                <a:lnTo>
                  <a:pt x="510205" y="501522"/>
                </a:lnTo>
                <a:lnTo>
                  <a:pt x="510377" y="501504"/>
                </a:lnTo>
                <a:lnTo>
                  <a:pt x="510549" y="501496"/>
                </a:lnTo>
                <a:lnTo>
                  <a:pt x="510722" y="501478"/>
                </a:lnTo>
                <a:lnTo>
                  <a:pt x="510894" y="501460"/>
                </a:lnTo>
                <a:lnTo>
                  <a:pt x="511066" y="501451"/>
                </a:lnTo>
                <a:lnTo>
                  <a:pt x="511238" y="501433"/>
                </a:lnTo>
                <a:lnTo>
                  <a:pt x="511411" y="501416"/>
                </a:lnTo>
                <a:lnTo>
                  <a:pt x="511583" y="501407"/>
                </a:lnTo>
                <a:lnTo>
                  <a:pt x="511755" y="501389"/>
                </a:lnTo>
                <a:lnTo>
                  <a:pt x="511928" y="501371"/>
                </a:lnTo>
                <a:lnTo>
                  <a:pt x="512100" y="501362"/>
                </a:lnTo>
                <a:lnTo>
                  <a:pt x="512272" y="501344"/>
                </a:lnTo>
                <a:lnTo>
                  <a:pt x="512444" y="501326"/>
                </a:lnTo>
                <a:lnTo>
                  <a:pt x="512616" y="501318"/>
                </a:lnTo>
                <a:lnTo>
                  <a:pt x="512789" y="501300"/>
                </a:lnTo>
                <a:lnTo>
                  <a:pt x="512961" y="501282"/>
                </a:lnTo>
                <a:lnTo>
                  <a:pt x="513133" y="501273"/>
                </a:lnTo>
                <a:lnTo>
                  <a:pt x="513306" y="501255"/>
                </a:lnTo>
                <a:lnTo>
                  <a:pt x="513477" y="501238"/>
                </a:lnTo>
                <a:lnTo>
                  <a:pt x="513650" y="501229"/>
                </a:lnTo>
                <a:lnTo>
                  <a:pt x="513822" y="501211"/>
                </a:lnTo>
                <a:lnTo>
                  <a:pt x="513994" y="501193"/>
                </a:lnTo>
                <a:lnTo>
                  <a:pt x="514167" y="501184"/>
                </a:lnTo>
                <a:lnTo>
                  <a:pt x="514339" y="501166"/>
                </a:lnTo>
                <a:lnTo>
                  <a:pt x="514511" y="501149"/>
                </a:lnTo>
                <a:lnTo>
                  <a:pt x="514684" y="501140"/>
                </a:lnTo>
                <a:lnTo>
                  <a:pt x="514855" y="501122"/>
                </a:lnTo>
                <a:lnTo>
                  <a:pt x="515028" y="501104"/>
                </a:lnTo>
                <a:lnTo>
                  <a:pt x="515201" y="501095"/>
                </a:lnTo>
                <a:lnTo>
                  <a:pt x="515372" y="501077"/>
                </a:lnTo>
                <a:lnTo>
                  <a:pt x="515545" y="501060"/>
                </a:lnTo>
                <a:lnTo>
                  <a:pt x="515717" y="501051"/>
                </a:lnTo>
                <a:lnTo>
                  <a:pt x="515889" y="501033"/>
                </a:lnTo>
                <a:lnTo>
                  <a:pt x="516062" y="501015"/>
                </a:lnTo>
                <a:lnTo>
                  <a:pt x="516233" y="501006"/>
                </a:lnTo>
                <a:lnTo>
                  <a:pt x="516406" y="500988"/>
                </a:lnTo>
                <a:lnTo>
                  <a:pt x="516579" y="500971"/>
                </a:lnTo>
                <a:lnTo>
                  <a:pt x="516750" y="500953"/>
                </a:lnTo>
                <a:lnTo>
                  <a:pt x="516923" y="500944"/>
                </a:lnTo>
                <a:lnTo>
                  <a:pt x="517095" y="500926"/>
                </a:lnTo>
                <a:lnTo>
                  <a:pt x="517267" y="500908"/>
                </a:lnTo>
                <a:lnTo>
                  <a:pt x="517440" y="500899"/>
                </a:lnTo>
                <a:lnTo>
                  <a:pt x="517612" y="500882"/>
                </a:lnTo>
                <a:lnTo>
                  <a:pt x="517784" y="500864"/>
                </a:lnTo>
                <a:lnTo>
                  <a:pt x="517956" y="500855"/>
                </a:lnTo>
                <a:lnTo>
                  <a:pt x="518128" y="500837"/>
                </a:lnTo>
                <a:lnTo>
                  <a:pt x="518301" y="500819"/>
                </a:lnTo>
                <a:lnTo>
                  <a:pt x="518473" y="500802"/>
                </a:lnTo>
                <a:lnTo>
                  <a:pt x="518645" y="500793"/>
                </a:lnTo>
                <a:lnTo>
                  <a:pt x="518818" y="500775"/>
                </a:lnTo>
                <a:lnTo>
                  <a:pt x="518990" y="500757"/>
                </a:lnTo>
                <a:lnTo>
                  <a:pt x="519162" y="500748"/>
                </a:lnTo>
                <a:lnTo>
                  <a:pt x="519334" y="500730"/>
                </a:lnTo>
                <a:lnTo>
                  <a:pt x="519506" y="500713"/>
                </a:lnTo>
                <a:lnTo>
                  <a:pt x="519679" y="500704"/>
                </a:lnTo>
                <a:lnTo>
                  <a:pt x="519851" y="500686"/>
                </a:lnTo>
                <a:lnTo>
                  <a:pt x="520023" y="500668"/>
                </a:lnTo>
                <a:lnTo>
                  <a:pt x="520196" y="500650"/>
                </a:lnTo>
                <a:lnTo>
                  <a:pt x="520368" y="500642"/>
                </a:lnTo>
                <a:lnTo>
                  <a:pt x="520540" y="500624"/>
                </a:lnTo>
                <a:lnTo>
                  <a:pt x="520712" y="500606"/>
                </a:lnTo>
                <a:lnTo>
                  <a:pt x="520884" y="500588"/>
                </a:lnTo>
                <a:lnTo>
                  <a:pt x="521057" y="500579"/>
                </a:lnTo>
                <a:lnTo>
                  <a:pt x="521229" y="500561"/>
                </a:lnTo>
                <a:lnTo>
                  <a:pt x="521401" y="500544"/>
                </a:lnTo>
                <a:lnTo>
                  <a:pt x="521573" y="500535"/>
                </a:lnTo>
                <a:lnTo>
                  <a:pt x="521746" y="500517"/>
                </a:lnTo>
                <a:lnTo>
                  <a:pt x="521918" y="500499"/>
                </a:lnTo>
                <a:lnTo>
                  <a:pt x="522090" y="500481"/>
                </a:lnTo>
                <a:lnTo>
                  <a:pt x="522263" y="500472"/>
                </a:lnTo>
                <a:lnTo>
                  <a:pt x="522435" y="500455"/>
                </a:lnTo>
                <a:lnTo>
                  <a:pt x="522607" y="500437"/>
                </a:lnTo>
                <a:lnTo>
                  <a:pt x="522779" y="500419"/>
                </a:lnTo>
                <a:lnTo>
                  <a:pt x="522951" y="500410"/>
                </a:lnTo>
                <a:lnTo>
                  <a:pt x="523124" y="500392"/>
                </a:lnTo>
                <a:lnTo>
                  <a:pt x="523296" y="500375"/>
                </a:lnTo>
                <a:lnTo>
                  <a:pt x="523468" y="500357"/>
                </a:lnTo>
                <a:lnTo>
                  <a:pt x="523641" y="500348"/>
                </a:lnTo>
                <a:lnTo>
                  <a:pt x="523812" y="500330"/>
                </a:lnTo>
                <a:lnTo>
                  <a:pt x="523985" y="500312"/>
                </a:lnTo>
                <a:lnTo>
                  <a:pt x="524157" y="500295"/>
                </a:lnTo>
                <a:lnTo>
                  <a:pt x="524329" y="500286"/>
                </a:lnTo>
                <a:lnTo>
                  <a:pt x="524502" y="500268"/>
                </a:lnTo>
                <a:lnTo>
                  <a:pt x="524674" y="500250"/>
                </a:lnTo>
                <a:lnTo>
                  <a:pt x="524846" y="500232"/>
                </a:lnTo>
                <a:lnTo>
                  <a:pt x="525019" y="500223"/>
                </a:lnTo>
                <a:lnTo>
                  <a:pt x="525190" y="500206"/>
                </a:lnTo>
                <a:lnTo>
                  <a:pt x="525363" y="500188"/>
                </a:lnTo>
                <a:lnTo>
                  <a:pt x="525536" y="500170"/>
                </a:lnTo>
                <a:lnTo>
                  <a:pt x="525707" y="500161"/>
                </a:lnTo>
                <a:lnTo>
                  <a:pt x="525880" y="500143"/>
                </a:lnTo>
                <a:lnTo>
                  <a:pt x="526052" y="500125"/>
                </a:lnTo>
                <a:lnTo>
                  <a:pt x="526224" y="500108"/>
                </a:lnTo>
                <a:lnTo>
                  <a:pt x="526397" y="500099"/>
                </a:lnTo>
                <a:lnTo>
                  <a:pt x="526568" y="500081"/>
                </a:lnTo>
                <a:lnTo>
                  <a:pt x="526741" y="500063"/>
                </a:lnTo>
                <a:lnTo>
                  <a:pt x="526914" y="500045"/>
                </a:lnTo>
                <a:lnTo>
                  <a:pt x="527085" y="500037"/>
                </a:lnTo>
                <a:lnTo>
                  <a:pt x="527258" y="500019"/>
                </a:lnTo>
                <a:lnTo>
                  <a:pt x="527430" y="500001"/>
                </a:lnTo>
                <a:lnTo>
                  <a:pt x="527602" y="499983"/>
                </a:lnTo>
                <a:lnTo>
                  <a:pt x="527775" y="499965"/>
                </a:lnTo>
                <a:lnTo>
                  <a:pt x="527947" y="499957"/>
                </a:lnTo>
                <a:lnTo>
                  <a:pt x="528119" y="499939"/>
                </a:lnTo>
                <a:lnTo>
                  <a:pt x="528292" y="499921"/>
                </a:lnTo>
                <a:lnTo>
                  <a:pt x="528463" y="499903"/>
                </a:lnTo>
                <a:lnTo>
                  <a:pt x="528636" y="499894"/>
                </a:lnTo>
                <a:lnTo>
                  <a:pt x="528808" y="499876"/>
                </a:lnTo>
                <a:lnTo>
                  <a:pt x="528980" y="499859"/>
                </a:lnTo>
                <a:lnTo>
                  <a:pt x="529153" y="499841"/>
                </a:lnTo>
                <a:lnTo>
                  <a:pt x="529325" y="499823"/>
                </a:lnTo>
                <a:lnTo>
                  <a:pt x="529497" y="499814"/>
                </a:lnTo>
                <a:lnTo>
                  <a:pt x="529669" y="499796"/>
                </a:lnTo>
                <a:lnTo>
                  <a:pt x="529841" y="499779"/>
                </a:lnTo>
                <a:lnTo>
                  <a:pt x="530014" y="499761"/>
                </a:lnTo>
                <a:lnTo>
                  <a:pt x="530186" y="499743"/>
                </a:lnTo>
                <a:lnTo>
                  <a:pt x="530358" y="499734"/>
                </a:lnTo>
                <a:lnTo>
                  <a:pt x="530531" y="499716"/>
                </a:lnTo>
                <a:lnTo>
                  <a:pt x="530703" y="499698"/>
                </a:lnTo>
                <a:lnTo>
                  <a:pt x="530875" y="499681"/>
                </a:lnTo>
                <a:lnTo>
                  <a:pt x="531047" y="499663"/>
                </a:lnTo>
                <a:lnTo>
                  <a:pt x="531220" y="499654"/>
                </a:lnTo>
                <a:lnTo>
                  <a:pt x="531392" y="499636"/>
                </a:lnTo>
                <a:lnTo>
                  <a:pt x="531564" y="499618"/>
                </a:lnTo>
                <a:lnTo>
                  <a:pt x="531736" y="499601"/>
                </a:lnTo>
                <a:lnTo>
                  <a:pt x="531908" y="499583"/>
                </a:lnTo>
                <a:lnTo>
                  <a:pt x="532081" y="499574"/>
                </a:lnTo>
                <a:lnTo>
                  <a:pt x="532253" y="499556"/>
                </a:lnTo>
                <a:lnTo>
                  <a:pt x="532425" y="499538"/>
                </a:lnTo>
                <a:lnTo>
                  <a:pt x="532598" y="499521"/>
                </a:lnTo>
                <a:lnTo>
                  <a:pt x="532770" y="499503"/>
                </a:lnTo>
                <a:lnTo>
                  <a:pt x="532942" y="499494"/>
                </a:lnTo>
                <a:lnTo>
                  <a:pt x="533114" y="499476"/>
                </a:lnTo>
                <a:lnTo>
                  <a:pt x="533286" y="499458"/>
                </a:lnTo>
                <a:lnTo>
                  <a:pt x="533459" y="499440"/>
                </a:lnTo>
                <a:lnTo>
                  <a:pt x="533631" y="499423"/>
                </a:lnTo>
                <a:lnTo>
                  <a:pt x="533803" y="499405"/>
                </a:lnTo>
                <a:lnTo>
                  <a:pt x="533976" y="499396"/>
                </a:lnTo>
                <a:lnTo>
                  <a:pt x="534147" y="499378"/>
                </a:lnTo>
                <a:lnTo>
                  <a:pt x="534320" y="499360"/>
                </a:lnTo>
                <a:lnTo>
                  <a:pt x="534493" y="499343"/>
                </a:lnTo>
                <a:lnTo>
                  <a:pt x="534664" y="499325"/>
                </a:lnTo>
                <a:lnTo>
                  <a:pt x="534837" y="499316"/>
                </a:lnTo>
                <a:lnTo>
                  <a:pt x="535009" y="499298"/>
                </a:lnTo>
                <a:lnTo>
                  <a:pt x="535181" y="499280"/>
                </a:lnTo>
                <a:lnTo>
                  <a:pt x="535354" y="499263"/>
                </a:lnTo>
                <a:lnTo>
                  <a:pt x="535525" y="499245"/>
                </a:lnTo>
                <a:lnTo>
                  <a:pt x="535698" y="499227"/>
                </a:lnTo>
                <a:lnTo>
                  <a:pt x="535871" y="499218"/>
                </a:lnTo>
                <a:lnTo>
                  <a:pt x="536042" y="499200"/>
                </a:lnTo>
                <a:lnTo>
                  <a:pt x="536215" y="499183"/>
                </a:lnTo>
                <a:lnTo>
                  <a:pt x="536387" y="499165"/>
                </a:lnTo>
                <a:lnTo>
                  <a:pt x="536559" y="499147"/>
                </a:lnTo>
                <a:lnTo>
                  <a:pt x="536732" y="499129"/>
                </a:lnTo>
                <a:lnTo>
                  <a:pt x="536903" y="499111"/>
                </a:lnTo>
                <a:lnTo>
                  <a:pt x="537076" y="499102"/>
                </a:lnTo>
                <a:lnTo>
                  <a:pt x="537249" y="499085"/>
                </a:lnTo>
                <a:lnTo>
                  <a:pt x="537420" y="499067"/>
                </a:lnTo>
                <a:lnTo>
                  <a:pt x="537593" y="499049"/>
                </a:lnTo>
                <a:lnTo>
                  <a:pt x="537765" y="499031"/>
                </a:lnTo>
                <a:lnTo>
                  <a:pt x="537937" y="499013"/>
                </a:lnTo>
                <a:lnTo>
                  <a:pt x="538110" y="499005"/>
                </a:lnTo>
                <a:lnTo>
                  <a:pt x="538282" y="498987"/>
                </a:lnTo>
                <a:lnTo>
                  <a:pt x="538454" y="498969"/>
                </a:lnTo>
                <a:lnTo>
                  <a:pt x="538627" y="498951"/>
                </a:lnTo>
                <a:lnTo>
                  <a:pt x="538798" y="498933"/>
                </a:lnTo>
                <a:lnTo>
                  <a:pt x="538971" y="498916"/>
                </a:lnTo>
                <a:lnTo>
                  <a:pt x="539143" y="498898"/>
                </a:lnTo>
                <a:lnTo>
                  <a:pt x="539315" y="498880"/>
                </a:lnTo>
                <a:lnTo>
                  <a:pt x="539488" y="498871"/>
                </a:lnTo>
                <a:lnTo>
                  <a:pt x="539660" y="498853"/>
                </a:lnTo>
                <a:lnTo>
                  <a:pt x="539832" y="498836"/>
                </a:lnTo>
                <a:lnTo>
                  <a:pt x="540004" y="498818"/>
                </a:lnTo>
                <a:lnTo>
                  <a:pt x="540176" y="498800"/>
                </a:lnTo>
                <a:lnTo>
                  <a:pt x="540349" y="498782"/>
                </a:lnTo>
                <a:lnTo>
                  <a:pt x="540521" y="498764"/>
                </a:lnTo>
                <a:lnTo>
                  <a:pt x="540693" y="498747"/>
                </a:lnTo>
                <a:lnTo>
                  <a:pt x="540866" y="498738"/>
                </a:lnTo>
                <a:lnTo>
                  <a:pt x="541038" y="498720"/>
                </a:lnTo>
                <a:lnTo>
                  <a:pt x="541210" y="498702"/>
                </a:lnTo>
                <a:lnTo>
                  <a:pt x="541382" y="498684"/>
                </a:lnTo>
                <a:lnTo>
                  <a:pt x="541555" y="498666"/>
                </a:lnTo>
                <a:lnTo>
                  <a:pt x="541727" y="498649"/>
                </a:lnTo>
                <a:lnTo>
                  <a:pt x="541899" y="498631"/>
                </a:lnTo>
                <a:lnTo>
                  <a:pt x="542071" y="498613"/>
                </a:lnTo>
                <a:lnTo>
                  <a:pt x="542243" y="498604"/>
                </a:lnTo>
                <a:lnTo>
                  <a:pt x="542416" y="498586"/>
                </a:lnTo>
                <a:lnTo>
                  <a:pt x="542588" y="498569"/>
                </a:lnTo>
                <a:lnTo>
                  <a:pt x="542760" y="498551"/>
                </a:lnTo>
                <a:lnTo>
                  <a:pt x="542933" y="498533"/>
                </a:lnTo>
                <a:lnTo>
                  <a:pt x="543105" y="498515"/>
                </a:lnTo>
                <a:lnTo>
                  <a:pt x="543277" y="498497"/>
                </a:lnTo>
                <a:lnTo>
                  <a:pt x="543449" y="498480"/>
                </a:lnTo>
                <a:lnTo>
                  <a:pt x="543621" y="498462"/>
                </a:lnTo>
                <a:lnTo>
                  <a:pt x="543794" y="498444"/>
                </a:lnTo>
                <a:lnTo>
                  <a:pt x="543966" y="498435"/>
                </a:lnTo>
                <a:lnTo>
                  <a:pt x="544138" y="498417"/>
                </a:lnTo>
                <a:lnTo>
                  <a:pt x="544311" y="498400"/>
                </a:lnTo>
                <a:lnTo>
                  <a:pt x="544482" y="498382"/>
                </a:lnTo>
                <a:lnTo>
                  <a:pt x="544655" y="498364"/>
                </a:lnTo>
                <a:lnTo>
                  <a:pt x="544828" y="498346"/>
                </a:lnTo>
                <a:lnTo>
                  <a:pt x="544999" y="498328"/>
                </a:lnTo>
                <a:lnTo>
                  <a:pt x="545172" y="498311"/>
                </a:lnTo>
                <a:lnTo>
                  <a:pt x="545344" y="498293"/>
                </a:lnTo>
                <a:lnTo>
                  <a:pt x="545516" y="498275"/>
                </a:lnTo>
                <a:lnTo>
                  <a:pt x="545689" y="498257"/>
                </a:lnTo>
                <a:lnTo>
                  <a:pt x="545860" y="498248"/>
                </a:lnTo>
                <a:lnTo>
                  <a:pt x="546033" y="498231"/>
                </a:lnTo>
                <a:lnTo>
                  <a:pt x="546206" y="498213"/>
                </a:lnTo>
                <a:lnTo>
                  <a:pt x="546377" y="498195"/>
                </a:lnTo>
                <a:lnTo>
                  <a:pt x="546550" y="498177"/>
                </a:lnTo>
                <a:lnTo>
                  <a:pt x="546722" y="498159"/>
                </a:lnTo>
                <a:lnTo>
                  <a:pt x="546894" y="498142"/>
                </a:lnTo>
                <a:lnTo>
                  <a:pt x="547067" y="498124"/>
                </a:lnTo>
                <a:lnTo>
                  <a:pt x="547238" y="498106"/>
                </a:lnTo>
                <a:lnTo>
                  <a:pt x="547411" y="498088"/>
                </a:lnTo>
                <a:lnTo>
                  <a:pt x="547584" y="498070"/>
                </a:lnTo>
                <a:lnTo>
                  <a:pt x="547755" y="498053"/>
                </a:lnTo>
                <a:lnTo>
                  <a:pt x="547928" y="498035"/>
                </a:lnTo>
                <a:lnTo>
                  <a:pt x="548100" y="498017"/>
                </a:lnTo>
                <a:lnTo>
                  <a:pt x="548272" y="497999"/>
                </a:lnTo>
                <a:lnTo>
                  <a:pt x="548445" y="497990"/>
                </a:lnTo>
                <a:lnTo>
                  <a:pt x="548617" y="497973"/>
                </a:lnTo>
                <a:lnTo>
                  <a:pt x="548789" y="497955"/>
                </a:lnTo>
                <a:lnTo>
                  <a:pt x="548962" y="497937"/>
                </a:lnTo>
                <a:lnTo>
                  <a:pt x="549133" y="497919"/>
                </a:lnTo>
                <a:lnTo>
                  <a:pt x="549306" y="497901"/>
                </a:lnTo>
                <a:lnTo>
                  <a:pt x="549478" y="497884"/>
                </a:lnTo>
                <a:lnTo>
                  <a:pt x="549650" y="497866"/>
                </a:lnTo>
                <a:lnTo>
                  <a:pt x="549823" y="497848"/>
                </a:lnTo>
                <a:lnTo>
                  <a:pt x="549995" y="497830"/>
                </a:lnTo>
                <a:lnTo>
                  <a:pt x="550167" y="497812"/>
                </a:lnTo>
                <a:lnTo>
                  <a:pt x="550339" y="497795"/>
                </a:lnTo>
                <a:lnTo>
                  <a:pt x="550511" y="497777"/>
                </a:lnTo>
                <a:lnTo>
                  <a:pt x="550684" y="497759"/>
                </a:lnTo>
                <a:lnTo>
                  <a:pt x="550856" y="497741"/>
                </a:lnTo>
                <a:lnTo>
                  <a:pt x="551028" y="497723"/>
                </a:lnTo>
                <a:lnTo>
                  <a:pt x="551201" y="497706"/>
                </a:lnTo>
                <a:lnTo>
                  <a:pt x="551373" y="497688"/>
                </a:lnTo>
                <a:lnTo>
                  <a:pt x="551545" y="497670"/>
                </a:lnTo>
                <a:lnTo>
                  <a:pt x="551717" y="497652"/>
                </a:lnTo>
                <a:lnTo>
                  <a:pt x="551890" y="497635"/>
                </a:lnTo>
                <a:lnTo>
                  <a:pt x="552062" y="497617"/>
                </a:lnTo>
                <a:lnTo>
                  <a:pt x="552234" y="497599"/>
                </a:lnTo>
                <a:lnTo>
                  <a:pt x="552406" y="497581"/>
                </a:lnTo>
                <a:lnTo>
                  <a:pt x="552578" y="497572"/>
                </a:lnTo>
                <a:lnTo>
                  <a:pt x="552751" y="497554"/>
                </a:lnTo>
                <a:lnTo>
                  <a:pt x="552923" y="497537"/>
                </a:lnTo>
                <a:lnTo>
                  <a:pt x="553095" y="497519"/>
                </a:lnTo>
                <a:lnTo>
                  <a:pt x="553268" y="497501"/>
                </a:lnTo>
                <a:lnTo>
                  <a:pt x="553440" y="497483"/>
                </a:lnTo>
                <a:lnTo>
                  <a:pt x="553612" y="497465"/>
                </a:lnTo>
                <a:lnTo>
                  <a:pt x="553784" y="497448"/>
                </a:lnTo>
                <a:lnTo>
                  <a:pt x="553956" y="497430"/>
                </a:lnTo>
                <a:lnTo>
                  <a:pt x="554129" y="497412"/>
                </a:lnTo>
                <a:lnTo>
                  <a:pt x="554301" y="497394"/>
                </a:lnTo>
                <a:lnTo>
                  <a:pt x="554473" y="497377"/>
                </a:lnTo>
                <a:lnTo>
                  <a:pt x="554646" y="497359"/>
                </a:lnTo>
                <a:lnTo>
                  <a:pt x="554818" y="497341"/>
                </a:lnTo>
                <a:lnTo>
                  <a:pt x="554990" y="497323"/>
                </a:lnTo>
                <a:lnTo>
                  <a:pt x="555163" y="497305"/>
                </a:lnTo>
                <a:lnTo>
                  <a:pt x="555334" y="497288"/>
                </a:lnTo>
                <a:lnTo>
                  <a:pt x="555507" y="497270"/>
                </a:lnTo>
                <a:lnTo>
                  <a:pt x="555679" y="497252"/>
                </a:lnTo>
                <a:lnTo>
                  <a:pt x="555851" y="497234"/>
                </a:lnTo>
                <a:lnTo>
                  <a:pt x="556024" y="497216"/>
                </a:lnTo>
                <a:lnTo>
                  <a:pt x="556195" y="497199"/>
                </a:lnTo>
                <a:lnTo>
                  <a:pt x="556368" y="497181"/>
                </a:lnTo>
                <a:lnTo>
                  <a:pt x="556541" y="497163"/>
                </a:lnTo>
                <a:lnTo>
                  <a:pt x="556712" y="497145"/>
                </a:lnTo>
                <a:lnTo>
                  <a:pt x="556885" y="497127"/>
                </a:lnTo>
                <a:lnTo>
                  <a:pt x="557057" y="497110"/>
                </a:lnTo>
                <a:lnTo>
                  <a:pt x="557229" y="497092"/>
                </a:lnTo>
                <a:lnTo>
                  <a:pt x="557402" y="497074"/>
                </a:lnTo>
                <a:lnTo>
                  <a:pt x="557573" y="497047"/>
                </a:lnTo>
                <a:lnTo>
                  <a:pt x="557746" y="497030"/>
                </a:lnTo>
                <a:lnTo>
                  <a:pt x="557919" y="497012"/>
                </a:lnTo>
                <a:lnTo>
                  <a:pt x="558090" y="496994"/>
                </a:lnTo>
                <a:lnTo>
                  <a:pt x="558263" y="496976"/>
                </a:lnTo>
                <a:lnTo>
                  <a:pt x="558435" y="496958"/>
                </a:lnTo>
                <a:lnTo>
                  <a:pt x="558607" y="496941"/>
                </a:lnTo>
                <a:lnTo>
                  <a:pt x="558780" y="496923"/>
                </a:lnTo>
                <a:lnTo>
                  <a:pt x="558952" y="496905"/>
                </a:lnTo>
                <a:lnTo>
                  <a:pt x="559124" y="496887"/>
                </a:lnTo>
                <a:lnTo>
                  <a:pt x="559297" y="496869"/>
                </a:lnTo>
                <a:lnTo>
                  <a:pt x="559468" y="496852"/>
                </a:lnTo>
                <a:lnTo>
                  <a:pt x="559641" y="496834"/>
                </a:lnTo>
                <a:lnTo>
                  <a:pt x="559813" y="496816"/>
                </a:lnTo>
                <a:lnTo>
                  <a:pt x="559985" y="496798"/>
                </a:lnTo>
                <a:lnTo>
                  <a:pt x="560158" y="496780"/>
                </a:lnTo>
                <a:lnTo>
                  <a:pt x="560330" y="496763"/>
                </a:lnTo>
                <a:lnTo>
                  <a:pt x="560502" y="496745"/>
                </a:lnTo>
                <a:lnTo>
                  <a:pt x="560674" y="496727"/>
                </a:lnTo>
                <a:lnTo>
                  <a:pt x="560846" y="496709"/>
                </a:lnTo>
                <a:lnTo>
                  <a:pt x="561019" y="496691"/>
                </a:lnTo>
                <a:lnTo>
                  <a:pt x="561191" y="496674"/>
                </a:lnTo>
                <a:lnTo>
                  <a:pt x="561363" y="496656"/>
                </a:lnTo>
                <a:lnTo>
                  <a:pt x="561536" y="496638"/>
                </a:lnTo>
                <a:lnTo>
                  <a:pt x="561708" y="496620"/>
                </a:lnTo>
                <a:lnTo>
                  <a:pt x="561880" y="496594"/>
                </a:lnTo>
                <a:lnTo>
                  <a:pt x="562052" y="496576"/>
                </a:lnTo>
                <a:lnTo>
                  <a:pt x="562225" y="496558"/>
                </a:lnTo>
                <a:lnTo>
                  <a:pt x="562397" y="496540"/>
                </a:lnTo>
                <a:lnTo>
                  <a:pt x="562569" y="496522"/>
                </a:lnTo>
                <a:lnTo>
                  <a:pt x="562741" y="496505"/>
                </a:lnTo>
                <a:lnTo>
                  <a:pt x="562913" y="496487"/>
                </a:lnTo>
                <a:lnTo>
                  <a:pt x="563086" y="496469"/>
                </a:lnTo>
                <a:lnTo>
                  <a:pt x="563258" y="496451"/>
                </a:lnTo>
                <a:lnTo>
                  <a:pt x="563430" y="496433"/>
                </a:lnTo>
                <a:lnTo>
                  <a:pt x="563603" y="496416"/>
                </a:lnTo>
                <a:lnTo>
                  <a:pt x="563775" y="496398"/>
                </a:lnTo>
                <a:lnTo>
                  <a:pt x="563947" y="496380"/>
                </a:lnTo>
                <a:lnTo>
                  <a:pt x="564119" y="496362"/>
                </a:lnTo>
                <a:lnTo>
                  <a:pt x="564291" y="496336"/>
                </a:lnTo>
                <a:lnTo>
                  <a:pt x="564464" y="496318"/>
                </a:lnTo>
                <a:lnTo>
                  <a:pt x="564636" y="496300"/>
                </a:lnTo>
                <a:lnTo>
                  <a:pt x="564808" y="496282"/>
                </a:lnTo>
                <a:lnTo>
                  <a:pt x="564981" y="496264"/>
                </a:lnTo>
                <a:lnTo>
                  <a:pt x="565153" y="496247"/>
                </a:lnTo>
                <a:lnTo>
                  <a:pt x="565325" y="496229"/>
                </a:lnTo>
                <a:lnTo>
                  <a:pt x="565498" y="496211"/>
                </a:lnTo>
                <a:lnTo>
                  <a:pt x="565669" y="496193"/>
                </a:lnTo>
                <a:lnTo>
                  <a:pt x="565842" y="496176"/>
                </a:lnTo>
                <a:lnTo>
                  <a:pt x="566014" y="496149"/>
                </a:lnTo>
                <a:lnTo>
                  <a:pt x="566186" y="496131"/>
                </a:lnTo>
                <a:lnTo>
                  <a:pt x="566359" y="496113"/>
                </a:lnTo>
                <a:lnTo>
                  <a:pt x="566530" y="496095"/>
                </a:lnTo>
                <a:lnTo>
                  <a:pt x="566703" y="496078"/>
                </a:lnTo>
                <a:lnTo>
                  <a:pt x="566876" y="496060"/>
                </a:lnTo>
                <a:lnTo>
                  <a:pt x="567047" y="496042"/>
                </a:lnTo>
                <a:lnTo>
                  <a:pt x="567220" y="496024"/>
                </a:lnTo>
                <a:lnTo>
                  <a:pt x="567392" y="496006"/>
                </a:lnTo>
                <a:lnTo>
                  <a:pt x="567564" y="495989"/>
                </a:lnTo>
                <a:lnTo>
                  <a:pt x="567737" y="495962"/>
                </a:lnTo>
                <a:lnTo>
                  <a:pt x="567909" y="495944"/>
                </a:lnTo>
                <a:lnTo>
                  <a:pt x="568081" y="495926"/>
                </a:lnTo>
                <a:lnTo>
                  <a:pt x="568254" y="495909"/>
                </a:lnTo>
                <a:lnTo>
                  <a:pt x="568425" y="495891"/>
                </a:lnTo>
                <a:lnTo>
                  <a:pt x="568598" y="495873"/>
                </a:lnTo>
                <a:lnTo>
                  <a:pt x="568770" y="495855"/>
                </a:lnTo>
                <a:lnTo>
                  <a:pt x="568942" y="495837"/>
                </a:lnTo>
                <a:lnTo>
                  <a:pt x="569115" y="495811"/>
                </a:lnTo>
                <a:lnTo>
                  <a:pt x="569287" y="495793"/>
                </a:lnTo>
                <a:lnTo>
                  <a:pt x="569459" y="495775"/>
                </a:lnTo>
                <a:lnTo>
                  <a:pt x="569632" y="495757"/>
                </a:lnTo>
                <a:lnTo>
                  <a:pt x="569803" y="495740"/>
                </a:lnTo>
                <a:lnTo>
                  <a:pt x="569976" y="495722"/>
                </a:lnTo>
                <a:lnTo>
                  <a:pt x="570148" y="495704"/>
                </a:lnTo>
                <a:lnTo>
                  <a:pt x="570320" y="495677"/>
                </a:lnTo>
                <a:lnTo>
                  <a:pt x="570493" y="495659"/>
                </a:lnTo>
                <a:lnTo>
                  <a:pt x="570661" y="495642"/>
                </a:lnTo>
                <a:lnTo>
                  <a:pt x="570839" y="495624"/>
                </a:lnTo>
                <a:lnTo>
                  <a:pt x="571008" y="495606"/>
                </a:lnTo>
                <a:lnTo>
                  <a:pt x="571186" y="495588"/>
                </a:lnTo>
                <a:lnTo>
                  <a:pt x="571355" y="495571"/>
                </a:lnTo>
                <a:lnTo>
                  <a:pt x="571524" y="495544"/>
                </a:lnTo>
                <a:lnTo>
                  <a:pt x="571702" y="495526"/>
                </a:lnTo>
                <a:lnTo>
                  <a:pt x="571871" y="495508"/>
                </a:lnTo>
                <a:lnTo>
                  <a:pt x="572040" y="495490"/>
                </a:lnTo>
                <a:lnTo>
                  <a:pt x="572218" y="495473"/>
                </a:lnTo>
                <a:lnTo>
                  <a:pt x="572387" y="495455"/>
                </a:lnTo>
                <a:lnTo>
                  <a:pt x="572556" y="495437"/>
                </a:lnTo>
                <a:lnTo>
                  <a:pt x="572734" y="495410"/>
                </a:lnTo>
                <a:lnTo>
                  <a:pt x="572903" y="495393"/>
                </a:lnTo>
                <a:lnTo>
                  <a:pt x="573072" y="495375"/>
                </a:lnTo>
                <a:lnTo>
                  <a:pt x="573250" y="495357"/>
                </a:lnTo>
                <a:lnTo>
                  <a:pt x="573419" y="495339"/>
                </a:lnTo>
                <a:lnTo>
                  <a:pt x="573597" y="495312"/>
                </a:lnTo>
                <a:lnTo>
                  <a:pt x="573766" y="495295"/>
                </a:lnTo>
                <a:lnTo>
                  <a:pt x="573935" y="495277"/>
                </a:lnTo>
                <a:lnTo>
                  <a:pt x="574113" y="495259"/>
                </a:lnTo>
                <a:lnTo>
                  <a:pt x="574282" y="495241"/>
                </a:lnTo>
                <a:lnTo>
                  <a:pt x="574451" y="495224"/>
                </a:lnTo>
                <a:lnTo>
                  <a:pt x="574629" y="495197"/>
                </a:lnTo>
                <a:lnTo>
                  <a:pt x="574798" y="495179"/>
                </a:lnTo>
                <a:lnTo>
                  <a:pt x="574967" y="495161"/>
                </a:lnTo>
                <a:lnTo>
                  <a:pt x="575145" y="495143"/>
                </a:lnTo>
                <a:lnTo>
                  <a:pt x="575314" y="495126"/>
                </a:lnTo>
                <a:lnTo>
                  <a:pt x="575492" y="495099"/>
                </a:lnTo>
                <a:lnTo>
                  <a:pt x="575661" y="495081"/>
                </a:lnTo>
                <a:lnTo>
                  <a:pt x="575830" y="495063"/>
                </a:lnTo>
                <a:lnTo>
                  <a:pt x="576008" y="495046"/>
                </a:lnTo>
                <a:lnTo>
                  <a:pt x="576177" y="495028"/>
                </a:lnTo>
                <a:lnTo>
                  <a:pt x="576346" y="495001"/>
                </a:lnTo>
                <a:lnTo>
                  <a:pt x="576524" y="494983"/>
                </a:lnTo>
                <a:lnTo>
                  <a:pt x="576693" y="494966"/>
                </a:lnTo>
                <a:lnTo>
                  <a:pt x="576862" y="494948"/>
                </a:lnTo>
                <a:lnTo>
                  <a:pt x="577040" y="494930"/>
                </a:lnTo>
                <a:lnTo>
                  <a:pt x="577209" y="494903"/>
                </a:lnTo>
                <a:lnTo>
                  <a:pt x="577387" y="494885"/>
                </a:lnTo>
                <a:lnTo>
                  <a:pt x="577556" y="494868"/>
                </a:lnTo>
                <a:lnTo>
                  <a:pt x="577725" y="494850"/>
                </a:lnTo>
                <a:lnTo>
                  <a:pt x="577903" y="494832"/>
                </a:lnTo>
                <a:lnTo>
                  <a:pt x="578072" y="494805"/>
                </a:lnTo>
                <a:lnTo>
                  <a:pt x="578241" y="494788"/>
                </a:lnTo>
                <a:lnTo>
                  <a:pt x="578419" y="494770"/>
                </a:lnTo>
                <a:lnTo>
                  <a:pt x="578588" y="494752"/>
                </a:lnTo>
                <a:lnTo>
                  <a:pt x="578757" y="494734"/>
                </a:lnTo>
                <a:lnTo>
                  <a:pt x="578935" y="494708"/>
                </a:lnTo>
                <a:lnTo>
                  <a:pt x="579104" y="494690"/>
                </a:lnTo>
                <a:lnTo>
                  <a:pt x="579282" y="494672"/>
                </a:lnTo>
                <a:lnTo>
                  <a:pt x="579451" y="494654"/>
                </a:lnTo>
                <a:lnTo>
                  <a:pt x="579620" y="494628"/>
                </a:lnTo>
                <a:lnTo>
                  <a:pt x="579798" y="494610"/>
                </a:lnTo>
                <a:lnTo>
                  <a:pt x="579967" y="494592"/>
                </a:lnTo>
                <a:lnTo>
                  <a:pt x="580136" y="494574"/>
                </a:lnTo>
                <a:lnTo>
                  <a:pt x="580314" y="494547"/>
                </a:lnTo>
                <a:lnTo>
                  <a:pt x="580483" y="494530"/>
                </a:lnTo>
                <a:lnTo>
                  <a:pt x="580652" y="494512"/>
                </a:lnTo>
                <a:lnTo>
                  <a:pt x="580830" y="494494"/>
                </a:lnTo>
                <a:lnTo>
                  <a:pt x="580999" y="494467"/>
                </a:lnTo>
                <a:lnTo>
                  <a:pt x="581168" y="494450"/>
                </a:lnTo>
                <a:lnTo>
                  <a:pt x="581346" y="494432"/>
                </a:lnTo>
                <a:lnTo>
                  <a:pt x="581515" y="494414"/>
                </a:lnTo>
                <a:lnTo>
                  <a:pt x="581693" y="494387"/>
                </a:lnTo>
                <a:lnTo>
                  <a:pt x="581862" y="494370"/>
                </a:lnTo>
                <a:lnTo>
                  <a:pt x="582031" y="494352"/>
                </a:lnTo>
                <a:lnTo>
                  <a:pt x="582209" y="494334"/>
                </a:lnTo>
                <a:lnTo>
                  <a:pt x="582378" y="494307"/>
                </a:lnTo>
                <a:lnTo>
                  <a:pt x="582547" y="494289"/>
                </a:lnTo>
                <a:lnTo>
                  <a:pt x="582725" y="494272"/>
                </a:lnTo>
                <a:lnTo>
                  <a:pt x="582894" y="494254"/>
                </a:lnTo>
                <a:lnTo>
                  <a:pt x="583063" y="494227"/>
                </a:lnTo>
                <a:lnTo>
                  <a:pt x="583241" y="494209"/>
                </a:lnTo>
                <a:lnTo>
                  <a:pt x="583410" y="494192"/>
                </a:lnTo>
                <a:lnTo>
                  <a:pt x="583588" y="494174"/>
                </a:lnTo>
                <a:lnTo>
                  <a:pt x="583757" y="494147"/>
                </a:lnTo>
                <a:lnTo>
                  <a:pt x="583926" y="494129"/>
                </a:lnTo>
                <a:lnTo>
                  <a:pt x="584104" y="494111"/>
                </a:lnTo>
                <a:lnTo>
                  <a:pt x="584273" y="494085"/>
                </a:lnTo>
                <a:lnTo>
                  <a:pt x="584442" y="494067"/>
                </a:lnTo>
                <a:lnTo>
                  <a:pt x="584620" y="494049"/>
                </a:lnTo>
                <a:lnTo>
                  <a:pt x="584789" y="494031"/>
                </a:lnTo>
                <a:lnTo>
                  <a:pt x="584958" y="494005"/>
                </a:lnTo>
                <a:lnTo>
                  <a:pt x="585136" y="493987"/>
                </a:lnTo>
                <a:lnTo>
                  <a:pt x="585305" y="493969"/>
                </a:lnTo>
                <a:lnTo>
                  <a:pt x="585483" y="493942"/>
                </a:lnTo>
                <a:lnTo>
                  <a:pt x="585652" y="493925"/>
                </a:lnTo>
                <a:lnTo>
                  <a:pt x="585821" y="493907"/>
                </a:lnTo>
                <a:lnTo>
                  <a:pt x="585999" y="493880"/>
                </a:lnTo>
                <a:lnTo>
                  <a:pt x="586168" y="493862"/>
                </a:lnTo>
                <a:lnTo>
                  <a:pt x="586337" y="493845"/>
                </a:lnTo>
                <a:lnTo>
                  <a:pt x="586514" y="493827"/>
                </a:lnTo>
                <a:lnTo>
                  <a:pt x="586684" y="493800"/>
                </a:lnTo>
                <a:lnTo>
                  <a:pt x="586853" y="493782"/>
                </a:lnTo>
                <a:lnTo>
                  <a:pt x="587030" y="493765"/>
                </a:lnTo>
                <a:lnTo>
                  <a:pt x="587200" y="493738"/>
                </a:lnTo>
                <a:lnTo>
                  <a:pt x="587377" y="493720"/>
                </a:lnTo>
                <a:lnTo>
                  <a:pt x="587547" y="493702"/>
                </a:lnTo>
                <a:lnTo>
                  <a:pt x="587716" y="493676"/>
                </a:lnTo>
                <a:lnTo>
                  <a:pt x="587893" y="493658"/>
                </a:lnTo>
                <a:lnTo>
                  <a:pt x="588063" y="493640"/>
                </a:lnTo>
                <a:lnTo>
                  <a:pt x="588232" y="493613"/>
                </a:lnTo>
                <a:lnTo>
                  <a:pt x="588409" y="493596"/>
                </a:lnTo>
                <a:lnTo>
                  <a:pt x="588578" y="493578"/>
                </a:lnTo>
                <a:lnTo>
                  <a:pt x="588748" y="493551"/>
                </a:lnTo>
                <a:lnTo>
                  <a:pt x="588925" y="493533"/>
                </a:lnTo>
                <a:lnTo>
                  <a:pt x="589094" y="493515"/>
                </a:lnTo>
                <a:lnTo>
                  <a:pt x="589264" y="493489"/>
                </a:lnTo>
                <a:lnTo>
                  <a:pt x="589441" y="493471"/>
                </a:lnTo>
                <a:lnTo>
                  <a:pt x="589610" y="493453"/>
                </a:lnTo>
                <a:lnTo>
                  <a:pt x="589788" y="493426"/>
                </a:lnTo>
                <a:lnTo>
                  <a:pt x="589957" y="493409"/>
                </a:lnTo>
                <a:lnTo>
                  <a:pt x="590126" y="493391"/>
                </a:lnTo>
                <a:lnTo>
                  <a:pt x="590304" y="493364"/>
                </a:lnTo>
                <a:lnTo>
                  <a:pt x="590473" y="493346"/>
                </a:lnTo>
                <a:lnTo>
                  <a:pt x="590642" y="493329"/>
                </a:lnTo>
                <a:lnTo>
                  <a:pt x="590820" y="493302"/>
                </a:lnTo>
                <a:lnTo>
                  <a:pt x="590989" y="493284"/>
                </a:lnTo>
                <a:lnTo>
                  <a:pt x="591158" y="493266"/>
                </a:lnTo>
                <a:lnTo>
                  <a:pt x="591336" y="493240"/>
                </a:lnTo>
                <a:lnTo>
                  <a:pt x="591505" y="493222"/>
                </a:lnTo>
                <a:lnTo>
                  <a:pt x="591683" y="493204"/>
                </a:lnTo>
                <a:lnTo>
                  <a:pt x="591852" y="493177"/>
                </a:lnTo>
                <a:lnTo>
                  <a:pt x="592021" y="493160"/>
                </a:lnTo>
                <a:lnTo>
                  <a:pt x="592199" y="493133"/>
                </a:lnTo>
                <a:lnTo>
                  <a:pt x="592368" y="493115"/>
                </a:lnTo>
                <a:lnTo>
                  <a:pt x="592537" y="493097"/>
                </a:lnTo>
                <a:lnTo>
                  <a:pt x="592715" y="493071"/>
                </a:lnTo>
                <a:lnTo>
                  <a:pt x="592884" y="493053"/>
                </a:lnTo>
                <a:lnTo>
                  <a:pt x="593053" y="493035"/>
                </a:lnTo>
                <a:lnTo>
                  <a:pt x="593231" y="493008"/>
                </a:lnTo>
                <a:lnTo>
                  <a:pt x="593400" y="492991"/>
                </a:lnTo>
                <a:lnTo>
                  <a:pt x="593578" y="492964"/>
                </a:lnTo>
                <a:lnTo>
                  <a:pt x="593747" y="492946"/>
                </a:lnTo>
                <a:lnTo>
                  <a:pt x="593916" y="492928"/>
                </a:lnTo>
                <a:lnTo>
                  <a:pt x="594094" y="492902"/>
                </a:lnTo>
                <a:lnTo>
                  <a:pt x="594263" y="492884"/>
                </a:lnTo>
                <a:lnTo>
                  <a:pt x="594432" y="492866"/>
                </a:lnTo>
                <a:lnTo>
                  <a:pt x="594610" y="492839"/>
                </a:lnTo>
                <a:lnTo>
                  <a:pt x="594779" y="492822"/>
                </a:lnTo>
                <a:lnTo>
                  <a:pt x="594948" y="492795"/>
                </a:lnTo>
                <a:lnTo>
                  <a:pt x="595126" y="492777"/>
                </a:lnTo>
                <a:lnTo>
                  <a:pt x="595295" y="492759"/>
                </a:lnTo>
                <a:lnTo>
                  <a:pt x="595473" y="492733"/>
                </a:lnTo>
                <a:lnTo>
                  <a:pt x="595642" y="492715"/>
                </a:lnTo>
                <a:lnTo>
                  <a:pt x="595811" y="492688"/>
                </a:lnTo>
                <a:lnTo>
                  <a:pt x="595989" y="492670"/>
                </a:lnTo>
                <a:lnTo>
                  <a:pt x="596158" y="492652"/>
                </a:lnTo>
                <a:lnTo>
                  <a:pt x="596327" y="492626"/>
                </a:lnTo>
                <a:lnTo>
                  <a:pt x="596505" y="492608"/>
                </a:lnTo>
                <a:lnTo>
                  <a:pt x="596674" y="492581"/>
                </a:lnTo>
                <a:lnTo>
                  <a:pt x="596843" y="492564"/>
                </a:lnTo>
                <a:lnTo>
                  <a:pt x="597021" y="492537"/>
                </a:lnTo>
                <a:lnTo>
                  <a:pt x="597190" y="492519"/>
                </a:lnTo>
                <a:lnTo>
                  <a:pt x="597359" y="492501"/>
                </a:lnTo>
                <a:lnTo>
                  <a:pt x="597537" y="492475"/>
                </a:lnTo>
                <a:lnTo>
                  <a:pt x="597706" y="492457"/>
                </a:lnTo>
                <a:lnTo>
                  <a:pt x="597884" y="492430"/>
                </a:lnTo>
                <a:lnTo>
                  <a:pt x="598053" y="492412"/>
                </a:lnTo>
                <a:lnTo>
                  <a:pt x="598222" y="492386"/>
                </a:lnTo>
                <a:lnTo>
                  <a:pt x="598400" y="492368"/>
                </a:lnTo>
                <a:lnTo>
                  <a:pt x="598569" y="492350"/>
                </a:lnTo>
                <a:lnTo>
                  <a:pt x="598738" y="492323"/>
                </a:lnTo>
                <a:lnTo>
                  <a:pt x="598916" y="492305"/>
                </a:lnTo>
                <a:lnTo>
                  <a:pt x="599085" y="492279"/>
                </a:lnTo>
                <a:lnTo>
                  <a:pt x="599254" y="492261"/>
                </a:lnTo>
                <a:lnTo>
                  <a:pt x="599432" y="492234"/>
                </a:lnTo>
                <a:lnTo>
                  <a:pt x="599601" y="492217"/>
                </a:lnTo>
                <a:lnTo>
                  <a:pt x="599779" y="492190"/>
                </a:lnTo>
                <a:lnTo>
                  <a:pt x="599948" y="492172"/>
                </a:lnTo>
                <a:lnTo>
                  <a:pt x="600117" y="492154"/>
                </a:lnTo>
                <a:lnTo>
                  <a:pt x="600295" y="492128"/>
                </a:lnTo>
                <a:lnTo>
                  <a:pt x="600464" y="492110"/>
                </a:lnTo>
                <a:lnTo>
                  <a:pt x="600633" y="492083"/>
                </a:lnTo>
                <a:lnTo>
                  <a:pt x="600811" y="492065"/>
                </a:lnTo>
                <a:lnTo>
                  <a:pt x="600980" y="492039"/>
                </a:lnTo>
                <a:lnTo>
                  <a:pt x="601149" y="492021"/>
                </a:lnTo>
                <a:lnTo>
                  <a:pt x="601327" y="491994"/>
                </a:lnTo>
                <a:lnTo>
                  <a:pt x="601496" y="491976"/>
                </a:lnTo>
                <a:lnTo>
                  <a:pt x="601674" y="491950"/>
                </a:lnTo>
                <a:lnTo>
                  <a:pt x="601843" y="491932"/>
                </a:lnTo>
                <a:lnTo>
                  <a:pt x="602012" y="491905"/>
                </a:lnTo>
                <a:lnTo>
                  <a:pt x="602190" y="491887"/>
                </a:lnTo>
                <a:lnTo>
                  <a:pt x="602359" y="491861"/>
                </a:lnTo>
                <a:lnTo>
                  <a:pt x="602528" y="491843"/>
                </a:lnTo>
                <a:lnTo>
                  <a:pt x="602706" y="491825"/>
                </a:lnTo>
                <a:lnTo>
                  <a:pt x="602875" y="491798"/>
                </a:lnTo>
                <a:lnTo>
                  <a:pt x="603044" y="491781"/>
                </a:lnTo>
                <a:lnTo>
                  <a:pt x="603222" y="491754"/>
                </a:lnTo>
                <a:lnTo>
                  <a:pt x="603391" y="491736"/>
                </a:lnTo>
                <a:lnTo>
                  <a:pt x="603569" y="491709"/>
                </a:lnTo>
                <a:lnTo>
                  <a:pt x="603738" y="491692"/>
                </a:lnTo>
                <a:lnTo>
                  <a:pt x="603907" y="491665"/>
                </a:lnTo>
                <a:lnTo>
                  <a:pt x="604085" y="491647"/>
                </a:lnTo>
                <a:lnTo>
                  <a:pt x="604254" y="491621"/>
                </a:lnTo>
                <a:lnTo>
                  <a:pt x="604423" y="491603"/>
                </a:lnTo>
                <a:lnTo>
                  <a:pt x="604601" y="491576"/>
                </a:lnTo>
                <a:lnTo>
                  <a:pt x="604770" y="491558"/>
                </a:lnTo>
                <a:lnTo>
                  <a:pt x="604939" y="491531"/>
                </a:lnTo>
                <a:lnTo>
                  <a:pt x="605117" y="491505"/>
                </a:lnTo>
                <a:lnTo>
                  <a:pt x="605286" y="491487"/>
                </a:lnTo>
                <a:lnTo>
                  <a:pt x="605455" y="491460"/>
                </a:lnTo>
                <a:lnTo>
                  <a:pt x="605633" y="491443"/>
                </a:lnTo>
                <a:lnTo>
                  <a:pt x="605802" y="491416"/>
                </a:lnTo>
                <a:lnTo>
                  <a:pt x="605980" y="491398"/>
                </a:lnTo>
                <a:lnTo>
                  <a:pt x="606149" y="491371"/>
                </a:lnTo>
                <a:lnTo>
                  <a:pt x="606318" y="491354"/>
                </a:lnTo>
                <a:lnTo>
                  <a:pt x="606496" y="491327"/>
                </a:lnTo>
                <a:lnTo>
                  <a:pt x="606665" y="491309"/>
                </a:lnTo>
                <a:lnTo>
                  <a:pt x="606834" y="491282"/>
                </a:lnTo>
                <a:lnTo>
                  <a:pt x="607012" y="491265"/>
                </a:lnTo>
                <a:lnTo>
                  <a:pt x="607181" y="491238"/>
                </a:lnTo>
                <a:lnTo>
                  <a:pt x="607350" y="491220"/>
                </a:lnTo>
                <a:lnTo>
                  <a:pt x="607528" y="491193"/>
                </a:lnTo>
                <a:lnTo>
                  <a:pt x="607697" y="491176"/>
                </a:lnTo>
                <a:lnTo>
                  <a:pt x="607875" y="491149"/>
                </a:lnTo>
                <a:lnTo>
                  <a:pt x="608044" y="491122"/>
                </a:lnTo>
                <a:lnTo>
                  <a:pt x="608213" y="491104"/>
                </a:lnTo>
                <a:lnTo>
                  <a:pt x="608391" y="491078"/>
                </a:lnTo>
                <a:lnTo>
                  <a:pt x="608560" y="491060"/>
                </a:lnTo>
                <a:lnTo>
                  <a:pt x="608729" y="491033"/>
                </a:lnTo>
                <a:lnTo>
                  <a:pt x="608907" y="491016"/>
                </a:lnTo>
                <a:lnTo>
                  <a:pt x="609076" y="490989"/>
                </a:lnTo>
                <a:lnTo>
                  <a:pt x="609245" y="490971"/>
                </a:lnTo>
                <a:lnTo>
                  <a:pt x="609423" y="490944"/>
                </a:lnTo>
                <a:lnTo>
                  <a:pt x="609592" y="490918"/>
                </a:lnTo>
                <a:lnTo>
                  <a:pt x="609770" y="490900"/>
                </a:lnTo>
                <a:lnTo>
                  <a:pt x="609939" y="490873"/>
                </a:lnTo>
                <a:lnTo>
                  <a:pt x="610108" y="490855"/>
                </a:lnTo>
                <a:lnTo>
                  <a:pt x="610286" y="490829"/>
                </a:lnTo>
                <a:lnTo>
                  <a:pt x="610455" y="490811"/>
                </a:lnTo>
                <a:lnTo>
                  <a:pt x="610624" y="490784"/>
                </a:lnTo>
                <a:lnTo>
                  <a:pt x="610802" y="490757"/>
                </a:lnTo>
                <a:lnTo>
                  <a:pt x="610971" y="490740"/>
                </a:lnTo>
                <a:lnTo>
                  <a:pt x="611140" y="490713"/>
                </a:lnTo>
                <a:lnTo>
                  <a:pt x="611318" y="490695"/>
                </a:lnTo>
                <a:lnTo>
                  <a:pt x="611487" y="490669"/>
                </a:lnTo>
                <a:lnTo>
                  <a:pt x="611665" y="490642"/>
                </a:lnTo>
                <a:lnTo>
                  <a:pt x="611834" y="490624"/>
                </a:lnTo>
                <a:lnTo>
                  <a:pt x="612003" y="490597"/>
                </a:lnTo>
                <a:lnTo>
                  <a:pt x="612181" y="490580"/>
                </a:lnTo>
                <a:lnTo>
                  <a:pt x="612350" y="490553"/>
                </a:lnTo>
                <a:lnTo>
                  <a:pt x="612519" y="490526"/>
                </a:lnTo>
                <a:lnTo>
                  <a:pt x="612697" y="490508"/>
                </a:lnTo>
                <a:lnTo>
                  <a:pt x="612866" y="490482"/>
                </a:lnTo>
                <a:lnTo>
                  <a:pt x="613035" y="490464"/>
                </a:lnTo>
                <a:lnTo>
                  <a:pt x="613213" y="490437"/>
                </a:lnTo>
                <a:lnTo>
                  <a:pt x="613382" y="490411"/>
                </a:lnTo>
                <a:lnTo>
                  <a:pt x="613551" y="490393"/>
                </a:lnTo>
                <a:lnTo>
                  <a:pt x="613729" y="490366"/>
                </a:lnTo>
                <a:lnTo>
                  <a:pt x="613898" y="490348"/>
                </a:lnTo>
                <a:lnTo>
                  <a:pt x="614076" y="490322"/>
                </a:lnTo>
                <a:lnTo>
                  <a:pt x="614245" y="490295"/>
                </a:lnTo>
                <a:lnTo>
                  <a:pt x="614414" y="490277"/>
                </a:lnTo>
                <a:lnTo>
                  <a:pt x="614592" y="490250"/>
                </a:lnTo>
                <a:lnTo>
                  <a:pt x="614761" y="490224"/>
                </a:lnTo>
                <a:lnTo>
                  <a:pt x="614930" y="490206"/>
                </a:lnTo>
                <a:lnTo>
                  <a:pt x="615108" y="490179"/>
                </a:lnTo>
                <a:lnTo>
                  <a:pt x="615277" y="490162"/>
                </a:lnTo>
                <a:lnTo>
                  <a:pt x="615446" y="490135"/>
                </a:lnTo>
                <a:lnTo>
                  <a:pt x="615624" y="490108"/>
                </a:lnTo>
                <a:lnTo>
                  <a:pt x="615793" y="490090"/>
                </a:lnTo>
                <a:lnTo>
                  <a:pt x="615971" y="490064"/>
                </a:lnTo>
                <a:lnTo>
                  <a:pt x="616140" y="490037"/>
                </a:lnTo>
                <a:lnTo>
                  <a:pt x="616309" y="490019"/>
                </a:lnTo>
                <a:lnTo>
                  <a:pt x="616487" y="489992"/>
                </a:lnTo>
                <a:lnTo>
                  <a:pt x="616656" y="489966"/>
                </a:lnTo>
                <a:lnTo>
                  <a:pt x="616825" y="489948"/>
                </a:lnTo>
                <a:lnTo>
                  <a:pt x="617003" y="489921"/>
                </a:lnTo>
                <a:lnTo>
                  <a:pt x="617172" y="489895"/>
                </a:lnTo>
                <a:lnTo>
                  <a:pt x="617341" y="489877"/>
                </a:lnTo>
                <a:lnTo>
                  <a:pt x="617519" y="489850"/>
                </a:lnTo>
                <a:lnTo>
                  <a:pt x="617688" y="489823"/>
                </a:lnTo>
                <a:lnTo>
                  <a:pt x="617866" y="489806"/>
                </a:lnTo>
                <a:lnTo>
                  <a:pt x="618035" y="489779"/>
                </a:lnTo>
                <a:lnTo>
                  <a:pt x="618204" y="489752"/>
                </a:lnTo>
                <a:lnTo>
                  <a:pt x="618382" y="489734"/>
                </a:lnTo>
                <a:lnTo>
                  <a:pt x="618551" y="489708"/>
                </a:lnTo>
                <a:lnTo>
                  <a:pt x="618720" y="489681"/>
                </a:lnTo>
                <a:lnTo>
                  <a:pt x="618898" y="489663"/>
                </a:lnTo>
                <a:lnTo>
                  <a:pt x="619067" y="489637"/>
                </a:lnTo>
                <a:lnTo>
                  <a:pt x="619236" y="489610"/>
                </a:lnTo>
                <a:lnTo>
                  <a:pt x="619414" y="489592"/>
                </a:lnTo>
                <a:lnTo>
                  <a:pt x="619583" y="489565"/>
                </a:lnTo>
                <a:lnTo>
                  <a:pt x="619761" y="489539"/>
                </a:lnTo>
                <a:lnTo>
                  <a:pt x="619930" y="489512"/>
                </a:lnTo>
                <a:lnTo>
                  <a:pt x="620099" y="489494"/>
                </a:lnTo>
                <a:lnTo>
                  <a:pt x="620277" y="489468"/>
                </a:lnTo>
                <a:lnTo>
                  <a:pt x="620446" y="489441"/>
                </a:lnTo>
                <a:lnTo>
                  <a:pt x="620615" y="489423"/>
                </a:lnTo>
                <a:lnTo>
                  <a:pt x="620793" y="489396"/>
                </a:lnTo>
                <a:lnTo>
                  <a:pt x="620962" y="489370"/>
                </a:lnTo>
                <a:lnTo>
                  <a:pt x="621131" y="489352"/>
                </a:lnTo>
                <a:lnTo>
                  <a:pt x="621308" y="489325"/>
                </a:lnTo>
                <a:lnTo>
                  <a:pt x="621478" y="489299"/>
                </a:lnTo>
                <a:lnTo>
                  <a:pt x="621647" y="489272"/>
                </a:lnTo>
                <a:lnTo>
                  <a:pt x="621825" y="489254"/>
                </a:lnTo>
                <a:lnTo>
                  <a:pt x="621994" y="489227"/>
                </a:lnTo>
                <a:lnTo>
                  <a:pt x="622172" y="489201"/>
                </a:lnTo>
                <a:lnTo>
                  <a:pt x="622341" y="489174"/>
                </a:lnTo>
                <a:lnTo>
                  <a:pt x="622510" y="489156"/>
                </a:lnTo>
                <a:lnTo>
                  <a:pt x="622687" y="489129"/>
                </a:lnTo>
                <a:lnTo>
                  <a:pt x="622856" y="489103"/>
                </a:lnTo>
                <a:lnTo>
                  <a:pt x="623026" y="489085"/>
                </a:lnTo>
                <a:lnTo>
                  <a:pt x="623203" y="489058"/>
                </a:lnTo>
                <a:lnTo>
                  <a:pt x="623373" y="489032"/>
                </a:lnTo>
                <a:lnTo>
                  <a:pt x="623542" y="489005"/>
                </a:lnTo>
                <a:lnTo>
                  <a:pt x="623720" y="488987"/>
                </a:lnTo>
                <a:lnTo>
                  <a:pt x="623888" y="488961"/>
                </a:lnTo>
                <a:lnTo>
                  <a:pt x="624066" y="488934"/>
                </a:lnTo>
                <a:lnTo>
                  <a:pt x="624235" y="488907"/>
                </a:lnTo>
                <a:lnTo>
                  <a:pt x="624405" y="488889"/>
                </a:lnTo>
                <a:lnTo>
                  <a:pt x="624582" y="488863"/>
                </a:lnTo>
                <a:lnTo>
                  <a:pt x="624751" y="488836"/>
                </a:lnTo>
                <a:lnTo>
                  <a:pt x="624921" y="488809"/>
                </a:lnTo>
                <a:lnTo>
                  <a:pt x="625098" y="488783"/>
                </a:lnTo>
                <a:lnTo>
                  <a:pt x="625267" y="488765"/>
                </a:lnTo>
                <a:lnTo>
                  <a:pt x="625436" y="488738"/>
                </a:lnTo>
                <a:lnTo>
                  <a:pt x="625614" y="488711"/>
                </a:lnTo>
                <a:lnTo>
                  <a:pt x="625783" y="488685"/>
                </a:lnTo>
                <a:lnTo>
                  <a:pt x="625961" y="488667"/>
                </a:lnTo>
                <a:lnTo>
                  <a:pt x="626130" y="488640"/>
                </a:lnTo>
                <a:lnTo>
                  <a:pt x="626299" y="488614"/>
                </a:lnTo>
                <a:lnTo>
                  <a:pt x="626477" y="488587"/>
                </a:lnTo>
                <a:lnTo>
                  <a:pt x="626646" y="488560"/>
                </a:lnTo>
                <a:lnTo>
                  <a:pt x="626815" y="488542"/>
                </a:lnTo>
                <a:lnTo>
                  <a:pt x="626993" y="488516"/>
                </a:lnTo>
                <a:lnTo>
                  <a:pt x="627162" y="488489"/>
                </a:lnTo>
                <a:lnTo>
                  <a:pt x="627331" y="488462"/>
                </a:lnTo>
                <a:lnTo>
                  <a:pt x="627509" y="488444"/>
                </a:lnTo>
                <a:lnTo>
                  <a:pt x="627678" y="488418"/>
                </a:lnTo>
                <a:lnTo>
                  <a:pt x="627856" y="488391"/>
                </a:lnTo>
                <a:lnTo>
                  <a:pt x="628025" y="488364"/>
                </a:lnTo>
                <a:lnTo>
                  <a:pt x="628194" y="488338"/>
                </a:lnTo>
                <a:lnTo>
                  <a:pt x="628372" y="488311"/>
                </a:lnTo>
                <a:lnTo>
                  <a:pt x="628541" y="488293"/>
                </a:lnTo>
                <a:lnTo>
                  <a:pt x="628710" y="488267"/>
                </a:lnTo>
                <a:lnTo>
                  <a:pt x="628888" y="488240"/>
                </a:lnTo>
                <a:lnTo>
                  <a:pt x="629057" y="488213"/>
                </a:lnTo>
                <a:lnTo>
                  <a:pt x="629226" y="488187"/>
                </a:lnTo>
                <a:lnTo>
                  <a:pt x="629404" y="488169"/>
                </a:lnTo>
                <a:lnTo>
                  <a:pt x="629573" y="488142"/>
                </a:lnTo>
                <a:lnTo>
                  <a:pt x="629742" y="488115"/>
                </a:lnTo>
                <a:lnTo>
                  <a:pt x="629920" y="488089"/>
                </a:lnTo>
                <a:lnTo>
                  <a:pt x="630089" y="488062"/>
                </a:lnTo>
                <a:lnTo>
                  <a:pt x="630267" y="488035"/>
                </a:lnTo>
                <a:lnTo>
                  <a:pt x="630436" y="488017"/>
                </a:lnTo>
                <a:lnTo>
                  <a:pt x="630605" y="487991"/>
                </a:lnTo>
                <a:lnTo>
                  <a:pt x="630783" y="487964"/>
                </a:lnTo>
                <a:lnTo>
                  <a:pt x="630952" y="487937"/>
                </a:lnTo>
                <a:lnTo>
                  <a:pt x="631121" y="487911"/>
                </a:lnTo>
                <a:lnTo>
                  <a:pt x="631299" y="487884"/>
                </a:lnTo>
                <a:lnTo>
                  <a:pt x="631468" y="487866"/>
                </a:lnTo>
                <a:lnTo>
                  <a:pt x="631637" y="487840"/>
                </a:lnTo>
                <a:lnTo>
                  <a:pt x="631815" y="487813"/>
                </a:lnTo>
                <a:lnTo>
                  <a:pt x="631984" y="487786"/>
                </a:lnTo>
                <a:lnTo>
                  <a:pt x="632162" y="487759"/>
                </a:lnTo>
                <a:lnTo>
                  <a:pt x="632331" y="487733"/>
                </a:lnTo>
                <a:lnTo>
                  <a:pt x="632500" y="487706"/>
                </a:lnTo>
                <a:lnTo>
                  <a:pt x="632678" y="487679"/>
                </a:lnTo>
                <a:lnTo>
                  <a:pt x="632847" y="487662"/>
                </a:lnTo>
                <a:lnTo>
                  <a:pt x="633016" y="487635"/>
                </a:lnTo>
                <a:lnTo>
                  <a:pt x="633194" y="487608"/>
                </a:lnTo>
                <a:lnTo>
                  <a:pt x="633363" y="487582"/>
                </a:lnTo>
                <a:lnTo>
                  <a:pt x="633532" y="487555"/>
                </a:lnTo>
                <a:lnTo>
                  <a:pt x="633710" y="487528"/>
                </a:lnTo>
                <a:lnTo>
                  <a:pt x="633879" y="487501"/>
                </a:lnTo>
                <a:lnTo>
                  <a:pt x="634057" y="487475"/>
                </a:lnTo>
                <a:lnTo>
                  <a:pt x="634226" y="487457"/>
                </a:lnTo>
                <a:lnTo>
                  <a:pt x="634395" y="487430"/>
                </a:lnTo>
                <a:lnTo>
                  <a:pt x="634573" y="487404"/>
                </a:lnTo>
                <a:lnTo>
                  <a:pt x="634742" y="487377"/>
                </a:lnTo>
                <a:lnTo>
                  <a:pt x="634911" y="487350"/>
                </a:lnTo>
                <a:lnTo>
                  <a:pt x="635089" y="487323"/>
                </a:lnTo>
                <a:lnTo>
                  <a:pt x="635258" y="487297"/>
                </a:lnTo>
                <a:lnTo>
                  <a:pt x="635427" y="487270"/>
                </a:lnTo>
                <a:lnTo>
                  <a:pt x="635605" y="487243"/>
                </a:lnTo>
                <a:lnTo>
                  <a:pt x="635774" y="487217"/>
                </a:lnTo>
                <a:lnTo>
                  <a:pt x="635952" y="487199"/>
                </a:lnTo>
                <a:lnTo>
                  <a:pt x="636121" y="487172"/>
                </a:lnTo>
                <a:lnTo>
                  <a:pt x="636290" y="487146"/>
                </a:lnTo>
                <a:lnTo>
                  <a:pt x="636468" y="487119"/>
                </a:lnTo>
                <a:lnTo>
                  <a:pt x="636637" y="487092"/>
                </a:lnTo>
                <a:lnTo>
                  <a:pt x="636806" y="487066"/>
                </a:lnTo>
                <a:lnTo>
                  <a:pt x="636984" y="487039"/>
                </a:lnTo>
                <a:lnTo>
                  <a:pt x="637153" y="487012"/>
                </a:lnTo>
                <a:lnTo>
                  <a:pt x="637322" y="486985"/>
                </a:lnTo>
                <a:lnTo>
                  <a:pt x="637500" y="486959"/>
                </a:lnTo>
                <a:lnTo>
                  <a:pt x="637669" y="486932"/>
                </a:lnTo>
                <a:lnTo>
                  <a:pt x="637838" y="486905"/>
                </a:lnTo>
                <a:lnTo>
                  <a:pt x="638016" y="486879"/>
                </a:lnTo>
                <a:lnTo>
                  <a:pt x="638185" y="486852"/>
                </a:lnTo>
                <a:lnTo>
                  <a:pt x="638363" y="486825"/>
                </a:lnTo>
                <a:lnTo>
                  <a:pt x="638532" y="486799"/>
                </a:lnTo>
                <a:lnTo>
                  <a:pt x="638701" y="486781"/>
                </a:lnTo>
                <a:lnTo>
                  <a:pt x="638879" y="486754"/>
                </a:lnTo>
                <a:lnTo>
                  <a:pt x="639048" y="486727"/>
                </a:lnTo>
                <a:lnTo>
                  <a:pt x="639217" y="486701"/>
                </a:lnTo>
                <a:lnTo>
                  <a:pt x="639395" y="486674"/>
                </a:lnTo>
                <a:lnTo>
                  <a:pt x="639564" y="486647"/>
                </a:lnTo>
                <a:lnTo>
                  <a:pt x="639733" y="486621"/>
                </a:lnTo>
                <a:lnTo>
                  <a:pt x="639911" y="486594"/>
                </a:lnTo>
                <a:lnTo>
                  <a:pt x="640080" y="486567"/>
                </a:lnTo>
                <a:lnTo>
                  <a:pt x="640258" y="486541"/>
                </a:lnTo>
                <a:lnTo>
                  <a:pt x="640427" y="486514"/>
                </a:lnTo>
                <a:lnTo>
                  <a:pt x="640596" y="486487"/>
                </a:lnTo>
                <a:lnTo>
                  <a:pt x="640774" y="486461"/>
                </a:lnTo>
                <a:lnTo>
                  <a:pt x="640943" y="486434"/>
                </a:lnTo>
                <a:lnTo>
                  <a:pt x="641112" y="486407"/>
                </a:lnTo>
                <a:lnTo>
                  <a:pt x="641290" y="486381"/>
                </a:lnTo>
                <a:lnTo>
                  <a:pt x="641459" y="486354"/>
                </a:lnTo>
                <a:lnTo>
                  <a:pt x="641628" y="486327"/>
                </a:lnTo>
                <a:lnTo>
                  <a:pt x="641806" y="486300"/>
                </a:lnTo>
                <a:lnTo>
                  <a:pt x="641975" y="486274"/>
                </a:lnTo>
                <a:lnTo>
                  <a:pt x="642153" y="486247"/>
                </a:lnTo>
                <a:lnTo>
                  <a:pt x="642322" y="486220"/>
                </a:lnTo>
                <a:lnTo>
                  <a:pt x="642491" y="486194"/>
                </a:lnTo>
                <a:lnTo>
                  <a:pt x="642669" y="486167"/>
                </a:lnTo>
                <a:lnTo>
                  <a:pt x="642838" y="486140"/>
                </a:lnTo>
                <a:lnTo>
                  <a:pt x="643007" y="486114"/>
                </a:lnTo>
                <a:lnTo>
                  <a:pt x="643185" y="486087"/>
                </a:lnTo>
                <a:lnTo>
                  <a:pt x="643354" y="486060"/>
                </a:lnTo>
                <a:lnTo>
                  <a:pt x="643523" y="486034"/>
                </a:lnTo>
                <a:lnTo>
                  <a:pt x="643701" y="486007"/>
                </a:lnTo>
                <a:lnTo>
                  <a:pt x="643870" y="485980"/>
                </a:lnTo>
                <a:lnTo>
                  <a:pt x="644048" y="485954"/>
                </a:lnTo>
                <a:lnTo>
                  <a:pt x="644217" y="485927"/>
                </a:lnTo>
                <a:lnTo>
                  <a:pt x="644386" y="485900"/>
                </a:lnTo>
                <a:lnTo>
                  <a:pt x="644564" y="485873"/>
                </a:lnTo>
                <a:lnTo>
                  <a:pt x="644733" y="485838"/>
                </a:lnTo>
                <a:lnTo>
                  <a:pt x="644902" y="485811"/>
                </a:lnTo>
                <a:lnTo>
                  <a:pt x="645080" y="485784"/>
                </a:lnTo>
                <a:lnTo>
                  <a:pt x="645249" y="485758"/>
                </a:lnTo>
                <a:lnTo>
                  <a:pt x="645418" y="485731"/>
                </a:lnTo>
                <a:lnTo>
                  <a:pt x="645596" y="485704"/>
                </a:lnTo>
                <a:lnTo>
                  <a:pt x="645765" y="485678"/>
                </a:lnTo>
                <a:lnTo>
                  <a:pt x="645934" y="485651"/>
                </a:lnTo>
                <a:lnTo>
                  <a:pt x="646112" y="485624"/>
                </a:lnTo>
                <a:lnTo>
                  <a:pt x="646281" y="485598"/>
                </a:lnTo>
                <a:lnTo>
                  <a:pt x="646459" y="485571"/>
                </a:lnTo>
                <a:lnTo>
                  <a:pt x="646628" y="485544"/>
                </a:lnTo>
                <a:lnTo>
                  <a:pt x="646797" y="485518"/>
                </a:lnTo>
                <a:lnTo>
                  <a:pt x="646975" y="485491"/>
                </a:lnTo>
                <a:lnTo>
                  <a:pt x="647144" y="485464"/>
                </a:lnTo>
                <a:lnTo>
                  <a:pt x="647313" y="485429"/>
                </a:lnTo>
                <a:lnTo>
                  <a:pt x="647491" y="485402"/>
                </a:lnTo>
                <a:lnTo>
                  <a:pt x="647660" y="485375"/>
                </a:lnTo>
                <a:lnTo>
                  <a:pt x="647829" y="485348"/>
                </a:lnTo>
                <a:lnTo>
                  <a:pt x="648007" y="485322"/>
                </a:lnTo>
                <a:lnTo>
                  <a:pt x="648176" y="485295"/>
                </a:lnTo>
                <a:lnTo>
                  <a:pt x="648354" y="485268"/>
                </a:lnTo>
                <a:lnTo>
                  <a:pt x="648523" y="485242"/>
                </a:lnTo>
                <a:lnTo>
                  <a:pt x="648692" y="485215"/>
                </a:lnTo>
                <a:lnTo>
                  <a:pt x="648870" y="485188"/>
                </a:lnTo>
                <a:lnTo>
                  <a:pt x="649039" y="485162"/>
                </a:lnTo>
                <a:lnTo>
                  <a:pt x="649208" y="485126"/>
                </a:lnTo>
                <a:lnTo>
                  <a:pt x="649386" y="485099"/>
                </a:lnTo>
                <a:lnTo>
                  <a:pt x="649555" y="485073"/>
                </a:lnTo>
                <a:lnTo>
                  <a:pt x="649724" y="485046"/>
                </a:lnTo>
                <a:lnTo>
                  <a:pt x="649902" y="485019"/>
                </a:lnTo>
                <a:lnTo>
                  <a:pt x="650071" y="484993"/>
                </a:lnTo>
                <a:lnTo>
                  <a:pt x="650249" y="484966"/>
                </a:lnTo>
                <a:lnTo>
                  <a:pt x="650418" y="484939"/>
                </a:lnTo>
                <a:lnTo>
                  <a:pt x="650587" y="484904"/>
                </a:lnTo>
                <a:lnTo>
                  <a:pt x="650765" y="484877"/>
                </a:lnTo>
                <a:lnTo>
                  <a:pt x="650934" y="484850"/>
                </a:lnTo>
                <a:lnTo>
                  <a:pt x="651103" y="484824"/>
                </a:lnTo>
                <a:lnTo>
                  <a:pt x="651281" y="484797"/>
                </a:lnTo>
                <a:lnTo>
                  <a:pt x="651450" y="484770"/>
                </a:lnTo>
                <a:lnTo>
                  <a:pt x="651619" y="484743"/>
                </a:lnTo>
                <a:lnTo>
                  <a:pt x="651797" y="484708"/>
                </a:lnTo>
                <a:lnTo>
                  <a:pt x="651966" y="484681"/>
                </a:lnTo>
                <a:lnTo>
                  <a:pt x="652144" y="484655"/>
                </a:lnTo>
                <a:lnTo>
                  <a:pt x="652313" y="484628"/>
                </a:lnTo>
                <a:lnTo>
                  <a:pt x="652482" y="484601"/>
                </a:lnTo>
                <a:lnTo>
                  <a:pt x="652660" y="484575"/>
                </a:lnTo>
                <a:lnTo>
                  <a:pt x="652829" y="484539"/>
                </a:lnTo>
                <a:lnTo>
                  <a:pt x="652998" y="484512"/>
                </a:lnTo>
                <a:lnTo>
                  <a:pt x="653176" y="484486"/>
                </a:lnTo>
                <a:lnTo>
                  <a:pt x="653345" y="484459"/>
                </a:lnTo>
                <a:lnTo>
                  <a:pt x="653514" y="484432"/>
                </a:lnTo>
                <a:lnTo>
                  <a:pt x="653692" y="484406"/>
                </a:lnTo>
                <a:lnTo>
                  <a:pt x="653861" y="484370"/>
                </a:lnTo>
                <a:lnTo>
                  <a:pt x="654030" y="484343"/>
                </a:lnTo>
                <a:lnTo>
                  <a:pt x="654208" y="484316"/>
                </a:lnTo>
                <a:lnTo>
                  <a:pt x="654377" y="484290"/>
                </a:lnTo>
                <a:lnTo>
                  <a:pt x="654555" y="484263"/>
                </a:lnTo>
                <a:lnTo>
                  <a:pt x="654724" y="484228"/>
                </a:lnTo>
                <a:lnTo>
                  <a:pt x="654893" y="484201"/>
                </a:lnTo>
                <a:lnTo>
                  <a:pt x="655071" y="484174"/>
                </a:lnTo>
                <a:lnTo>
                  <a:pt x="655240" y="484147"/>
                </a:lnTo>
                <a:lnTo>
                  <a:pt x="655409" y="484121"/>
                </a:lnTo>
                <a:lnTo>
                  <a:pt x="655587" y="484085"/>
                </a:lnTo>
                <a:lnTo>
                  <a:pt x="655756" y="484059"/>
                </a:lnTo>
                <a:lnTo>
                  <a:pt x="655925" y="484032"/>
                </a:lnTo>
                <a:lnTo>
                  <a:pt x="656102" y="484005"/>
                </a:lnTo>
                <a:lnTo>
                  <a:pt x="656272" y="483970"/>
                </a:lnTo>
                <a:lnTo>
                  <a:pt x="656449" y="483943"/>
                </a:lnTo>
                <a:lnTo>
                  <a:pt x="656619" y="483916"/>
                </a:lnTo>
                <a:lnTo>
                  <a:pt x="656788" y="483889"/>
                </a:lnTo>
                <a:lnTo>
                  <a:pt x="656966" y="483863"/>
                </a:lnTo>
                <a:lnTo>
                  <a:pt x="657135" y="483827"/>
                </a:lnTo>
                <a:lnTo>
                  <a:pt x="657304" y="483801"/>
                </a:lnTo>
                <a:lnTo>
                  <a:pt x="657481" y="483774"/>
                </a:lnTo>
                <a:lnTo>
                  <a:pt x="657651" y="483747"/>
                </a:lnTo>
                <a:lnTo>
                  <a:pt x="657820" y="483712"/>
                </a:lnTo>
                <a:lnTo>
                  <a:pt x="657997" y="483685"/>
                </a:lnTo>
                <a:lnTo>
                  <a:pt x="658167" y="483658"/>
                </a:lnTo>
                <a:lnTo>
                  <a:pt x="658344" y="483631"/>
                </a:lnTo>
                <a:lnTo>
                  <a:pt x="658514" y="483596"/>
                </a:lnTo>
                <a:lnTo>
                  <a:pt x="658682" y="483569"/>
                </a:lnTo>
                <a:lnTo>
                  <a:pt x="658860" y="483542"/>
                </a:lnTo>
                <a:lnTo>
                  <a:pt x="659029" y="483507"/>
                </a:lnTo>
                <a:lnTo>
                  <a:pt x="659199" y="483480"/>
                </a:lnTo>
                <a:lnTo>
                  <a:pt x="659376" y="483454"/>
                </a:lnTo>
                <a:lnTo>
                  <a:pt x="659546" y="483427"/>
                </a:lnTo>
                <a:lnTo>
                  <a:pt x="659715" y="483391"/>
                </a:lnTo>
                <a:lnTo>
                  <a:pt x="659892" y="483365"/>
                </a:lnTo>
                <a:lnTo>
                  <a:pt x="660061" y="483338"/>
                </a:lnTo>
                <a:lnTo>
                  <a:pt x="660239" y="483302"/>
                </a:lnTo>
                <a:lnTo>
                  <a:pt x="660408" y="483276"/>
                </a:lnTo>
                <a:lnTo>
                  <a:pt x="660577" y="483249"/>
                </a:lnTo>
                <a:lnTo>
                  <a:pt x="660755" y="483222"/>
                </a:lnTo>
                <a:lnTo>
                  <a:pt x="660924" y="483187"/>
                </a:lnTo>
                <a:lnTo>
                  <a:pt x="661093" y="483160"/>
                </a:lnTo>
                <a:lnTo>
                  <a:pt x="661271" y="483133"/>
                </a:lnTo>
                <a:lnTo>
                  <a:pt x="661440" y="483098"/>
                </a:lnTo>
                <a:lnTo>
                  <a:pt x="661609" y="483071"/>
                </a:lnTo>
                <a:lnTo>
                  <a:pt x="661787" y="483044"/>
                </a:lnTo>
                <a:lnTo>
                  <a:pt x="661956" y="483009"/>
                </a:lnTo>
                <a:lnTo>
                  <a:pt x="662125" y="482982"/>
                </a:lnTo>
                <a:lnTo>
                  <a:pt x="662303" y="482955"/>
                </a:lnTo>
                <a:lnTo>
                  <a:pt x="662472" y="482920"/>
                </a:lnTo>
                <a:lnTo>
                  <a:pt x="662650" y="482893"/>
                </a:lnTo>
                <a:lnTo>
                  <a:pt x="662819" y="482866"/>
                </a:lnTo>
                <a:lnTo>
                  <a:pt x="662988" y="482831"/>
                </a:lnTo>
                <a:lnTo>
                  <a:pt x="663166" y="482804"/>
                </a:lnTo>
                <a:lnTo>
                  <a:pt x="663335" y="482777"/>
                </a:lnTo>
                <a:lnTo>
                  <a:pt x="663504" y="482742"/>
                </a:lnTo>
                <a:lnTo>
                  <a:pt x="663682" y="482715"/>
                </a:lnTo>
                <a:lnTo>
                  <a:pt x="663851" y="482688"/>
                </a:lnTo>
                <a:lnTo>
                  <a:pt x="664020" y="482653"/>
                </a:lnTo>
                <a:lnTo>
                  <a:pt x="664198" y="482626"/>
                </a:lnTo>
                <a:lnTo>
                  <a:pt x="664367" y="482600"/>
                </a:lnTo>
                <a:lnTo>
                  <a:pt x="664545" y="482564"/>
                </a:lnTo>
                <a:lnTo>
                  <a:pt x="664714" y="482537"/>
                </a:lnTo>
                <a:lnTo>
                  <a:pt x="664883" y="482511"/>
                </a:lnTo>
                <a:lnTo>
                  <a:pt x="665061" y="482475"/>
                </a:lnTo>
                <a:lnTo>
                  <a:pt x="665230" y="482448"/>
                </a:lnTo>
                <a:lnTo>
                  <a:pt x="665399" y="482413"/>
                </a:lnTo>
                <a:lnTo>
                  <a:pt x="665577" y="482386"/>
                </a:lnTo>
                <a:lnTo>
                  <a:pt x="665746" y="482359"/>
                </a:lnTo>
                <a:lnTo>
                  <a:pt x="665915" y="482324"/>
                </a:lnTo>
                <a:lnTo>
                  <a:pt x="666093" y="482297"/>
                </a:lnTo>
                <a:lnTo>
                  <a:pt x="666262" y="482261"/>
                </a:lnTo>
                <a:lnTo>
                  <a:pt x="666440" y="482235"/>
                </a:lnTo>
                <a:lnTo>
                  <a:pt x="666609" y="482208"/>
                </a:lnTo>
                <a:lnTo>
                  <a:pt x="666778" y="482173"/>
                </a:lnTo>
                <a:lnTo>
                  <a:pt x="666956" y="482146"/>
                </a:lnTo>
                <a:lnTo>
                  <a:pt x="667125" y="482110"/>
                </a:lnTo>
                <a:lnTo>
                  <a:pt x="667294" y="482083"/>
                </a:lnTo>
                <a:lnTo>
                  <a:pt x="667472" y="482057"/>
                </a:lnTo>
                <a:lnTo>
                  <a:pt x="667641" y="482021"/>
                </a:lnTo>
                <a:lnTo>
                  <a:pt x="667810" y="481995"/>
                </a:lnTo>
                <a:lnTo>
                  <a:pt x="667988" y="481959"/>
                </a:lnTo>
                <a:lnTo>
                  <a:pt x="668157" y="481932"/>
                </a:lnTo>
                <a:lnTo>
                  <a:pt x="668335" y="481906"/>
                </a:lnTo>
                <a:lnTo>
                  <a:pt x="668504" y="481870"/>
                </a:lnTo>
                <a:lnTo>
                  <a:pt x="668673" y="481843"/>
                </a:lnTo>
                <a:lnTo>
                  <a:pt x="668851" y="481808"/>
                </a:lnTo>
                <a:lnTo>
                  <a:pt x="669020" y="481781"/>
                </a:lnTo>
                <a:lnTo>
                  <a:pt x="669189" y="481745"/>
                </a:lnTo>
                <a:lnTo>
                  <a:pt x="669367" y="481719"/>
                </a:lnTo>
                <a:lnTo>
                  <a:pt x="669536" y="481683"/>
                </a:lnTo>
                <a:lnTo>
                  <a:pt x="669705" y="481656"/>
                </a:lnTo>
                <a:lnTo>
                  <a:pt x="669883" y="481630"/>
                </a:lnTo>
                <a:lnTo>
                  <a:pt x="670052" y="481594"/>
                </a:lnTo>
                <a:lnTo>
                  <a:pt x="670221" y="481568"/>
                </a:lnTo>
                <a:lnTo>
                  <a:pt x="670399" y="481532"/>
                </a:lnTo>
                <a:lnTo>
                  <a:pt x="670568" y="481505"/>
                </a:lnTo>
                <a:lnTo>
                  <a:pt x="670746" y="481470"/>
                </a:lnTo>
                <a:lnTo>
                  <a:pt x="670915" y="481443"/>
                </a:lnTo>
                <a:lnTo>
                  <a:pt x="671084" y="481407"/>
                </a:lnTo>
                <a:lnTo>
                  <a:pt x="671262" y="481381"/>
                </a:lnTo>
                <a:lnTo>
                  <a:pt x="671431" y="481345"/>
                </a:lnTo>
                <a:lnTo>
                  <a:pt x="671600" y="481318"/>
                </a:lnTo>
                <a:lnTo>
                  <a:pt x="671778" y="481283"/>
                </a:lnTo>
                <a:lnTo>
                  <a:pt x="671947" y="481256"/>
                </a:lnTo>
                <a:lnTo>
                  <a:pt x="672116" y="481221"/>
                </a:lnTo>
                <a:lnTo>
                  <a:pt x="672294" y="481194"/>
                </a:lnTo>
                <a:lnTo>
                  <a:pt x="672463" y="481158"/>
                </a:lnTo>
                <a:lnTo>
                  <a:pt x="672641" y="481132"/>
                </a:lnTo>
                <a:lnTo>
                  <a:pt x="672810" y="481096"/>
                </a:lnTo>
                <a:lnTo>
                  <a:pt x="672979" y="481069"/>
                </a:lnTo>
                <a:lnTo>
                  <a:pt x="673157" y="481034"/>
                </a:lnTo>
                <a:lnTo>
                  <a:pt x="673326" y="481007"/>
                </a:lnTo>
                <a:lnTo>
                  <a:pt x="673495" y="480971"/>
                </a:lnTo>
                <a:lnTo>
                  <a:pt x="673673" y="480945"/>
                </a:lnTo>
                <a:lnTo>
                  <a:pt x="673842" y="480909"/>
                </a:lnTo>
                <a:lnTo>
                  <a:pt x="674011" y="480882"/>
                </a:lnTo>
                <a:lnTo>
                  <a:pt x="674189" y="480847"/>
                </a:lnTo>
                <a:lnTo>
                  <a:pt x="674358" y="480820"/>
                </a:lnTo>
                <a:lnTo>
                  <a:pt x="674536" y="480785"/>
                </a:lnTo>
                <a:lnTo>
                  <a:pt x="674705" y="480758"/>
                </a:lnTo>
                <a:lnTo>
                  <a:pt x="674874" y="480722"/>
                </a:lnTo>
                <a:lnTo>
                  <a:pt x="675052" y="480687"/>
                </a:lnTo>
                <a:lnTo>
                  <a:pt x="675221" y="480660"/>
                </a:lnTo>
                <a:lnTo>
                  <a:pt x="675390" y="480625"/>
                </a:lnTo>
                <a:lnTo>
                  <a:pt x="675568" y="480598"/>
                </a:lnTo>
                <a:lnTo>
                  <a:pt x="675737" y="480562"/>
                </a:lnTo>
                <a:lnTo>
                  <a:pt x="675906" y="480535"/>
                </a:lnTo>
                <a:lnTo>
                  <a:pt x="676084" y="480500"/>
                </a:lnTo>
                <a:lnTo>
                  <a:pt x="676253" y="480473"/>
                </a:lnTo>
                <a:lnTo>
                  <a:pt x="676431" y="480438"/>
                </a:lnTo>
                <a:lnTo>
                  <a:pt x="676600" y="480402"/>
                </a:lnTo>
                <a:lnTo>
                  <a:pt x="676769" y="480375"/>
                </a:lnTo>
                <a:lnTo>
                  <a:pt x="676947" y="480340"/>
                </a:lnTo>
                <a:lnTo>
                  <a:pt x="677116" y="480313"/>
                </a:lnTo>
                <a:lnTo>
                  <a:pt x="677285" y="480278"/>
                </a:lnTo>
                <a:lnTo>
                  <a:pt x="677463" y="480242"/>
                </a:lnTo>
                <a:lnTo>
                  <a:pt x="677632" y="480215"/>
                </a:lnTo>
                <a:lnTo>
                  <a:pt x="677801" y="480180"/>
                </a:lnTo>
                <a:lnTo>
                  <a:pt x="677979" y="480153"/>
                </a:lnTo>
                <a:lnTo>
                  <a:pt x="678148" y="480117"/>
                </a:lnTo>
                <a:lnTo>
                  <a:pt x="678317" y="480082"/>
                </a:lnTo>
                <a:lnTo>
                  <a:pt x="678495" y="480055"/>
                </a:lnTo>
                <a:lnTo>
                  <a:pt x="678664" y="480020"/>
                </a:lnTo>
                <a:lnTo>
                  <a:pt x="678842" y="479993"/>
                </a:lnTo>
                <a:lnTo>
                  <a:pt x="679011" y="479957"/>
                </a:lnTo>
                <a:lnTo>
                  <a:pt x="679180" y="479922"/>
                </a:lnTo>
                <a:lnTo>
                  <a:pt x="679358" y="479895"/>
                </a:lnTo>
                <a:lnTo>
                  <a:pt x="679527" y="479859"/>
                </a:lnTo>
                <a:lnTo>
                  <a:pt x="679696" y="479824"/>
                </a:lnTo>
                <a:lnTo>
                  <a:pt x="679874" y="479797"/>
                </a:lnTo>
                <a:lnTo>
                  <a:pt x="680043" y="479761"/>
                </a:lnTo>
                <a:lnTo>
                  <a:pt x="680212" y="479735"/>
                </a:lnTo>
                <a:lnTo>
                  <a:pt x="680390" y="479699"/>
                </a:lnTo>
                <a:lnTo>
                  <a:pt x="680559" y="479664"/>
                </a:lnTo>
                <a:lnTo>
                  <a:pt x="680737" y="479637"/>
                </a:lnTo>
                <a:lnTo>
                  <a:pt x="680906" y="479601"/>
                </a:lnTo>
                <a:lnTo>
                  <a:pt x="681075" y="479566"/>
                </a:lnTo>
                <a:lnTo>
                  <a:pt x="681253" y="479539"/>
                </a:lnTo>
                <a:lnTo>
                  <a:pt x="681422" y="479504"/>
                </a:lnTo>
                <a:lnTo>
                  <a:pt x="681591" y="479468"/>
                </a:lnTo>
                <a:lnTo>
                  <a:pt x="681769" y="479441"/>
                </a:lnTo>
                <a:lnTo>
                  <a:pt x="681938" y="479406"/>
                </a:lnTo>
                <a:lnTo>
                  <a:pt x="682107" y="479370"/>
                </a:lnTo>
                <a:lnTo>
                  <a:pt x="682285" y="479343"/>
                </a:lnTo>
                <a:lnTo>
                  <a:pt x="682454" y="479308"/>
                </a:lnTo>
                <a:lnTo>
                  <a:pt x="682632" y="479272"/>
                </a:lnTo>
                <a:lnTo>
                  <a:pt x="682801" y="479246"/>
                </a:lnTo>
                <a:lnTo>
                  <a:pt x="682970" y="479210"/>
                </a:lnTo>
                <a:lnTo>
                  <a:pt x="683148" y="479174"/>
                </a:lnTo>
                <a:lnTo>
                  <a:pt x="683317" y="479139"/>
                </a:lnTo>
                <a:lnTo>
                  <a:pt x="683486" y="479112"/>
                </a:lnTo>
                <a:lnTo>
                  <a:pt x="683664" y="479076"/>
                </a:lnTo>
                <a:lnTo>
                  <a:pt x="683833" y="479041"/>
                </a:lnTo>
                <a:lnTo>
                  <a:pt x="684002" y="479014"/>
                </a:lnTo>
                <a:lnTo>
                  <a:pt x="684180" y="478979"/>
                </a:lnTo>
                <a:lnTo>
                  <a:pt x="684349" y="478943"/>
                </a:lnTo>
                <a:lnTo>
                  <a:pt x="684527" y="478907"/>
                </a:lnTo>
                <a:lnTo>
                  <a:pt x="684696" y="478881"/>
                </a:lnTo>
                <a:lnTo>
                  <a:pt x="684865" y="478845"/>
                </a:lnTo>
                <a:lnTo>
                  <a:pt x="685043" y="478810"/>
                </a:lnTo>
                <a:lnTo>
                  <a:pt x="685212" y="478774"/>
                </a:lnTo>
                <a:lnTo>
                  <a:pt x="685381" y="478747"/>
                </a:lnTo>
                <a:lnTo>
                  <a:pt x="685559" y="478712"/>
                </a:lnTo>
                <a:lnTo>
                  <a:pt x="685728" y="478676"/>
                </a:lnTo>
                <a:lnTo>
                  <a:pt x="685897" y="478641"/>
                </a:lnTo>
                <a:lnTo>
                  <a:pt x="686075" y="478614"/>
                </a:lnTo>
                <a:lnTo>
                  <a:pt x="686244" y="478578"/>
                </a:lnTo>
                <a:lnTo>
                  <a:pt x="686413" y="478543"/>
                </a:lnTo>
                <a:lnTo>
                  <a:pt x="686591" y="478507"/>
                </a:lnTo>
                <a:lnTo>
                  <a:pt x="686760" y="478480"/>
                </a:lnTo>
                <a:lnTo>
                  <a:pt x="686938" y="478445"/>
                </a:lnTo>
                <a:lnTo>
                  <a:pt x="687107" y="478409"/>
                </a:lnTo>
                <a:lnTo>
                  <a:pt x="687276" y="478374"/>
                </a:lnTo>
                <a:lnTo>
                  <a:pt x="687454" y="478347"/>
                </a:lnTo>
                <a:lnTo>
                  <a:pt x="687623" y="478311"/>
                </a:lnTo>
                <a:lnTo>
                  <a:pt x="687792" y="478276"/>
                </a:lnTo>
                <a:lnTo>
                  <a:pt x="687970" y="478240"/>
                </a:lnTo>
                <a:lnTo>
                  <a:pt x="688139" y="478205"/>
                </a:lnTo>
                <a:lnTo>
                  <a:pt x="688308" y="478178"/>
                </a:lnTo>
                <a:lnTo>
                  <a:pt x="688486" y="478142"/>
                </a:lnTo>
                <a:lnTo>
                  <a:pt x="688655" y="478107"/>
                </a:lnTo>
                <a:lnTo>
                  <a:pt x="688833" y="478071"/>
                </a:lnTo>
                <a:lnTo>
                  <a:pt x="689002" y="478036"/>
                </a:lnTo>
                <a:lnTo>
                  <a:pt x="689171" y="478009"/>
                </a:lnTo>
                <a:lnTo>
                  <a:pt x="689349" y="477973"/>
                </a:lnTo>
                <a:lnTo>
                  <a:pt x="689518" y="477938"/>
                </a:lnTo>
                <a:lnTo>
                  <a:pt x="689687" y="477902"/>
                </a:lnTo>
                <a:lnTo>
                  <a:pt x="689865" y="477867"/>
                </a:lnTo>
                <a:lnTo>
                  <a:pt x="690034" y="477831"/>
                </a:lnTo>
                <a:lnTo>
                  <a:pt x="690203" y="477804"/>
                </a:lnTo>
                <a:lnTo>
                  <a:pt x="690381" y="477769"/>
                </a:lnTo>
                <a:lnTo>
                  <a:pt x="690550" y="477733"/>
                </a:lnTo>
                <a:lnTo>
                  <a:pt x="690728" y="477698"/>
                </a:lnTo>
                <a:lnTo>
                  <a:pt x="690897" y="477662"/>
                </a:lnTo>
                <a:lnTo>
                  <a:pt x="691066" y="477626"/>
                </a:lnTo>
                <a:lnTo>
                  <a:pt x="691243" y="477591"/>
                </a:lnTo>
                <a:lnTo>
                  <a:pt x="691413" y="477564"/>
                </a:lnTo>
                <a:lnTo>
                  <a:pt x="691582" y="477528"/>
                </a:lnTo>
                <a:lnTo>
                  <a:pt x="691760" y="477493"/>
                </a:lnTo>
                <a:lnTo>
                  <a:pt x="691929" y="477457"/>
                </a:lnTo>
                <a:lnTo>
                  <a:pt x="692098" y="477422"/>
                </a:lnTo>
                <a:lnTo>
                  <a:pt x="692275" y="477386"/>
                </a:lnTo>
                <a:lnTo>
                  <a:pt x="692445" y="477351"/>
                </a:lnTo>
                <a:lnTo>
                  <a:pt x="692614" y="477315"/>
                </a:lnTo>
                <a:lnTo>
                  <a:pt x="692792" y="477288"/>
                </a:lnTo>
                <a:lnTo>
                  <a:pt x="692961" y="477253"/>
                </a:lnTo>
                <a:lnTo>
                  <a:pt x="693138" y="477217"/>
                </a:lnTo>
                <a:lnTo>
                  <a:pt x="693308" y="477182"/>
                </a:lnTo>
                <a:lnTo>
                  <a:pt x="693476" y="477146"/>
                </a:lnTo>
                <a:lnTo>
                  <a:pt x="693654" y="477110"/>
                </a:lnTo>
                <a:lnTo>
                  <a:pt x="693823" y="477075"/>
                </a:lnTo>
                <a:lnTo>
                  <a:pt x="693993" y="477039"/>
                </a:lnTo>
                <a:lnTo>
                  <a:pt x="694170" y="477004"/>
                </a:lnTo>
                <a:lnTo>
                  <a:pt x="694340" y="476968"/>
                </a:lnTo>
                <a:lnTo>
                  <a:pt x="694509" y="476941"/>
                </a:lnTo>
                <a:lnTo>
                  <a:pt x="694687" y="476906"/>
                </a:lnTo>
                <a:lnTo>
                  <a:pt x="694855" y="476870"/>
                </a:lnTo>
                <a:lnTo>
                  <a:pt x="695033" y="476835"/>
                </a:lnTo>
                <a:lnTo>
                  <a:pt x="695202" y="476799"/>
                </a:lnTo>
                <a:lnTo>
                  <a:pt x="695371" y="476763"/>
                </a:lnTo>
                <a:lnTo>
                  <a:pt x="695549" y="476728"/>
                </a:lnTo>
                <a:lnTo>
                  <a:pt x="695718" y="476692"/>
                </a:lnTo>
                <a:lnTo>
                  <a:pt x="695888" y="476657"/>
                </a:lnTo>
                <a:lnTo>
                  <a:pt x="696065" y="476621"/>
                </a:lnTo>
                <a:lnTo>
                  <a:pt x="696234" y="476586"/>
                </a:lnTo>
                <a:lnTo>
                  <a:pt x="696403" y="476550"/>
                </a:lnTo>
                <a:lnTo>
                  <a:pt x="696581" y="476514"/>
                </a:lnTo>
                <a:lnTo>
                  <a:pt x="696750" y="476479"/>
                </a:lnTo>
                <a:lnTo>
                  <a:pt x="696928" y="476443"/>
                </a:lnTo>
                <a:lnTo>
                  <a:pt x="697097" y="476408"/>
                </a:lnTo>
                <a:lnTo>
                  <a:pt x="697266" y="476372"/>
                </a:lnTo>
                <a:lnTo>
                  <a:pt x="697444" y="476336"/>
                </a:lnTo>
                <a:lnTo>
                  <a:pt x="697613" y="476301"/>
                </a:lnTo>
                <a:lnTo>
                  <a:pt x="697782" y="476265"/>
                </a:lnTo>
                <a:lnTo>
                  <a:pt x="697960" y="476230"/>
                </a:lnTo>
                <a:lnTo>
                  <a:pt x="698129" y="476194"/>
                </a:lnTo>
                <a:lnTo>
                  <a:pt x="698298" y="476159"/>
                </a:lnTo>
                <a:lnTo>
                  <a:pt x="698476" y="476123"/>
                </a:lnTo>
                <a:lnTo>
                  <a:pt x="698645" y="476087"/>
                </a:lnTo>
                <a:lnTo>
                  <a:pt x="698823" y="476052"/>
                </a:lnTo>
                <a:lnTo>
                  <a:pt x="698992" y="476016"/>
                </a:lnTo>
                <a:lnTo>
                  <a:pt x="699161" y="475981"/>
                </a:lnTo>
                <a:lnTo>
                  <a:pt x="699339" y="475945"/>
                </a:lnTo>
                <a:lnTo>
                  <a:pt x="699508" y="475909"/>
                </a:lnTo>
                <a:lnTo>
                  <a:pt x="699677" y="475874"/>
                </a:lnTo>
                <a:lnTo>
                  <a:pt x="699855" y="475838"/>
                </a:lnTo>
                <a:lnTo>
                  <a:pt x="700024" y="475803"/>
                </a:lnTo>
                <a:lnTo>
                  <a:pt x="700193" y="475767"/>
                </a:lnTo>
                <a:lnTo>
                  <a:pt x="700371" y="475731"/>
                </a:lnTo>
                <a:lnTo>
                  <a:pt x="700540" y="475696"/>
                </a:lnTo>
                <a:lnTo>
                  <a:pt x="700709" y="475660"/>
                </a:lnTo>
                <a:lnTo>
                  <a:pt x="700887" y="475625"/>
                </a:lnTo>
                <a:lnTo>
                  <a:pt x="701056" y="475589"/>
                </a:lnTo>
                <a:lnTo>
                  <a:pt x="701234" y="475553"/>
                </a:lnTo>
                <a:lnTo>
                  <a:pt x="701403" y="475518"/>
                </a:lnTo>
                <a:lnTo>
                  <a:pt x="701572" y="475473"/>
                </a:lnTo>
                <a:lnTo>
                  <a:pt x="701750" y="475438"/>
                </a:lnTo>
                <a:lnTo>
                  <a:pt x="701919" y="475402"/>
                </a:lnTo>
                <a:lnTo>
                  <a:pt x="702088" y="475367"/>
                </a:lnTo>
                <a:lnTo>
                  <a:pt x="702266" y="475331"/>
                </a:lnTo>
                <a:lnTo>
                  <a:pt x="702435" y="475295"/>
                </a:lnTo>
                <a:lnTo>
                  <a:pt x="702604" y="475260"/>
                </a:lnTo>
                <a:lnTo>
                  <a:pt x="702782" y="475224"/>
                </a:lnTo>
                <a:lnTo>
                  <a:pt x="702951" y="475189"/>
                </a:lnTo>
                <a:lnTo>
                  <a:pt x="703129" y="475153"/>
                </a:lnTo>
                <a:lnTo>
                  <a:pt x="703298" y="475118"/>
                </a:lnTo>
                <a:lnTo>
                  <a:pt x="703467" y="475073"/>
                </a:lnTo>
                <a:lnTo>
                  <a:pt x="703645" y="475038"/>
                </a:lnTo>
                <a:lnTo>
                  <a:pt x="703814" y="475002"/>
                </a:lnTo>
                <a:lnTo>
                  <a:pt x="703983" y="474966"/>
                </a:lnTo>
                <a:lnTo>
                  <a:pt x="704161" y="474931"/>
                </a:lnTo>
                <a:lnTo>
                  <a:pt x="704330" y="474895"/>
                </a:lnTo>
                <a:lnTo>
                  <a:pt x="704499" y="474860"/>
                </a:lnTo>
                <a:lnTo>
                  <a:pt x="704677" y="474824"/>
                </a:lnTo>
                <a:lnTo>
                  <a:pt x="704846" y="474780"/>
                </a:lnTo>
                <a:lnTo>
                  <a:pt x="705024" y="474744"/>
                </a:lnTo>
                <a:lnTo>
                  <a:pt x="705193" y="474708"/>
                </a:lnTo>
                <a:lnTo>
                  <a:pt x="705362" y="474673"/>
                </a:lnTo>
                <a:lnTo>
                  <a:pt x="705540" y="474637"/>
                </a:lnTo>
                <a:lnTo>
                  <a:pt x="705709" y="474602"/>
                </a:lnTo>
                <a:lnTo>
                  <a:pt x="705878" y="474557"/>
                </a:lnTo>
                <a:lnTo>
                  <a:pt x="706056" y="474521"/>
                </a:lnTo>
                <a:lnTo>
                  <a:pt x="706225" y="474486"/>
                </a:lnTo>
                <a:lnTo>
                  <a:pt x="706394" y="474450"/>
                </a:lnTo>
                <a:lnTo>
                  <a:pt x="706572" y="474415"/>
                </a:lnTo>
                <a:lnTo>
                  <a:pt x="706741" y="474379"/>
                </a:lnTo>
                <a:lnTo>
                  <a:pt x="706919" y="474335"/>
                </a:lnTo>
                <a:lnTo>
                  <a:pt x="707088" y="474299"/>
                </a:lnTo>
                <a:lnTo>
                  <a:pt x="707257" y="474264"/>
                </a:lnTo>
                <a:lnTo>
                  <a:pt x="707435" y="474228"/>
                </a:lnTo>
                <a:lnTo>
                  <a:pt x="707604" y="474192"/>
                </a:lnTo>
                <a:lnTo>
                  <a:pt x="707773" y="474148"/>
                </a:lnTo>
                <a:lnTo>
                  <a:pt x="707951" y="474112"/>
                </a:lnTo>
                <a:lnTo>
                  <a:pt x="708120" y="474077"/>
                </a:lnTo>
                <a:lnTo>
                  <a:pt x="708289" y="474041"/>
                </a:lnTo>
                <a:lnTo>
                  <a:pt x="708467" y="473997"/>
                </a:lnTo>
                <a:lnTo>
                  <a:pt x="708636" y="473961"/>
                </a:lnTo>
                <a:lnTo>
                  <a:pt x="708805" y="473925"/>
                </a:lnTo>
                <a:lnTo>
                  <a:pt x="708983" y="473890"/>
                </a:lnTo>
                <a:lnTo>
                  <a:pt x="709152" y="473854"/>
                </a:lnTo>
                <a:lnTo>
                  <a:pt x="709330" y="473810"/>
                </a:lnTo>
                <a:lnTo>
                  <a:pt x="709499" y="473774"/>
                </a:lnTo>
                <a:lnTo>
                  <a:pt x="709668" y="473739"/>
                </a:lnTo>
                <a:lnTo>
                  <a:pt x="709846" y="473703"/>
                </a:lnTo>
                <a:lnTo>
                  <a:pt x="710015" y="473659"/>
                </a:lnTo>
                <a:lnTo>
                  <a:pt x="710184" y="473623"/>
                </a:lnTo>
                <a:lnTo>
                  <a:pt x="710362" y="473587"/>
                </a:lnTo>
                <a:lnTo>
                  <a:pt x="710531" y="473543"/>
                </a:lnTo>
                <a:lnTo>
                  <a:pt x="710700" y="473507"/>
                </a:lnTo>
                <a:lnTo>
                  <a:pt x="710878" y="473472"/>
                </a:lnTo>
                <a:lnTo>
                  <a:pt x="711047" y="473436"/>
                </a:lnTo>
                <a:lnTo>
                  <a:pt x="711225" y="473392"/>
                </a:lnTo>
                <a:lnTo>
                  <a:pt x="711394" y="473356"/>
                </a:lnTo>
                <a:lnTo>
                  <a:pt x="711563" y="473320"/>
                </a:lnTo>
                <a:lnTo>
                  <a:pt x="711741" y="473276"/>
                </a:lnTo>
                <a:lnTo>
                  <a:pt x="711910" y="473240"/>
                </a:lnTo>
                <a:lnTo>
                  <a:pt x="712079" y="473205"/>
                </a:lnTo>
                <a:lnTo>
                  <a:pt x="712257" y="473169"/>
                </a:lnTo>
                <a:lnTo>
                  <a:pt x="712426" y="473125"/>
                </a:lnTo>
                <a:lnTo>
                  <a:pt x="712595" y="473089"/>
                </a:lnTo>
                <a:lnTo>
                  <a:pt x="712773" y="473054"/>
                </a:lnTo>
                <a:lnTo>
                  <a:pt x="712942" y="473009"/>
                </a:lnTo>
                <a:lnTo>
                  <a:pt x="713120" y="472974"/>
                </a:lnTo>
                <a:lnTo>
                  <a:pt x="713289" y="472938"/>
                </a:lnTo>
                <a:lnTo>
                  <a:pt x="713458" y="472893"/>
                </a:lnTo>
                <a:lnTo>
                  <a:pt x="713636" y="472858"/>
                </a:lnTo>
                <a:lnTo>
                  <a:pt x="713805" y="472822"/>
                </a:lnTo>
                <a:lnTo>
                  <a:pt x="713974" y="472778"/>
                </a:lnTo>
                <a:lnTo>
                  <a:pt x="714152" y="472742"/>
                </a:lnTo>
                <a:lnTo>
                  <a:pt x="714321" y="472698"/>
                </a:lnTo>
                <a:lnTo>
                  <a:pt x="714490" y="472662"/>
                </a:lnTo>
                <a:lnTo>
                  <a:pt x="714668" y="472627"/>
                </a:lnTo>
                <a:lnTo>
                  <a:pt x="714837" y="472582"/>
                </a:lnTo>
                <a:lnTo>
                  <a:pt x="715015" y="472546"/>
                </a:lnTo>
                <a:lnTo>
                  <a:pt x="715184" y="472511"/>
                </a:lnTo>
                <a:lnTo>
                  <a:pt x="715353" y="472466"/>
                </a:lnTo>
                <a:lnTo>
                  <a:pt x="715531" y="472431"/>
                </a:lnTo>
                <a:lnTo>
                  <a:pt x="715700" y="472386"/>
                </a:lnTo>
                <a:lnTo>
                  <a:pt x="715869" y="472351"/>
                </a:lnTo>
                <a:lnTo>
                  <a:pt x="716047" y="472315"/>
                </a:lnTo>
                <a:lnTo>
                  <a:pt x="716216" y="472271"/>
                </a:lnTo>
                <a:lnTo>
                  <a:pt x="716385" y="472235"/>
                </a:lnTo>
                <a:lnTo>
                  <a:pt x="716563" y="472191"/>
                </a:lnTo>
                <a:lnTo>
                  <a:pt x="716732" y="472155"/>
                </a:lnTo>
                <a:lnTo>
                  <a:pt x="716901" y="472119"/>
                </a:lnTo>
                <a:lnTo>
                  <a:pt x="717079" y="472075"/>
                </a:lnTo>
                <a:lnTo>
                  <a:pt x="717248" y="472039"/>
                </a:lnTo>
                <a:lnTo>
                  <a:pt x="717426" y="471995"/>
                </a:lnTo>
                <a:lnTo>
                  <a:pt x="717595" y="471959"/>
                </a:lnTo>
                <a:lnTo>
                  <a:pt x="717764" y="471915"/>
                </a:lnTo>
                <a:lnTo>
                  <a:pt x="717942" y="471879"/>
                </a:lnTo>
                <a:lnTo>
                  <a:pt x="718111" y="471844"/>
                </a:lnTo>
                <a:lnTo>
                  <a:pt x="718280" y="471799"/>
                </a:lnTo>
                <a:lnTo>
                  <a:pt x="718458" y="471764"/>
                </a:lnTo>
                <a:lnTo>
                  <a:pt x="718627" y="471719"/>
                </a:lnTo>
                <a:lnTo>
                  <a:pt x="718796" y="471684"/>
                </a:lnTo>
                <a:lnTo>
                  <a:pt x="718974" y="471639"/>
                </a:lnTo>
                <a:lnTo>
                  <a:pt x="719143" y="471604"/>
                </a:lnTo>
                <a:lnTo>
                  <a:pt x="719321" y="471559"/>
                </a:lnTo>
                <a:lnTo>
                  <a:pt x="719490" y="471523"/>
                </a:lnTo>
                <a:lnTo>
                  <a:pt x="719659" y="471479"/>
                </a:lnTo>
                <a:lnTo>
                  <a:pt x="719837" y="471443"/>
                </a:lnTo>
                <a:lnTo>
                  <a:pt x="720006" y="471399"/>
                </a:lnTo>
                <a:lnTo>
                  <a:pt x="720175" y="471363"/>
                </a:lnTo>
                <a:lnTo>
                  <a:pt x="720353" y="471319"/>
                </a:lnTo>
                <a:lnTo>
                  <a:pt x="720522" y="471283"/>
                </a:lnTo>
                <a:lnTo>
                  <a:pt x="720691" y="471239"/>
                </a:lnTo>
                <a:lnTo>
                  <a:pt x="720869" y="471203"/>
                </a:lnTo>
                <a:lnTo>
                  <a:pt x="721038" y="471159"/>
                </a:lnTo>
                <a:lnTo>
                  <a:pt x="721216" y="471123"/>
                </a:lnTo>
                <a:lnTo>
                  <a:pt x="721385" y="471079"/>
                </a:lnTo>
                <a:lnTo>
                  <a:pt x="721554" y="471043"/>
                </a:lnTo>
                <a:lnTo>
                  <a:pt x="721732" y="470999"/>
                </a:lnTo>
                <a:lnTo>
                  <a:pt x="721901" y="470963"/>
                </a:lnTo>
                <a:lnTo>
                  <a:pt x="722070" y="470918"/>
                </a:lnTo>
                <a:lnTo>
                  <a:pt x="722248" y="470883"/>
                </a:lnTo>
                <a:lnTo>
                  <a:pt x="722417" y="470838"/>
                </a:lnTo>
                <a:lnTo>
                  <a:pt x="722586" y="470794"/>
                </a:lnTo>
                <a:lnTo>
                  <a:pt x="722764" y="470758"/>
                </a:lnTo>
                <a:lnTo>
                  <a:pt x="722933" y="470714"/>
                </a:lnTo>
                <a:lnTo>
                  <a:pt x="723111" y="470678"/>
                </a:lnTo>
                <a:lnTo>
                  <a:pt x="723280" y="470634"/>
                </a:lnTo>
                <a:lnTo>
                  <a:pt x="723449" y="470598"/>
                </a:lnTo>
                <a:lnTo>
                  <a:pt x="723627" y="470554"/>
                </a:lnTo>
                <a:lnTo>
                  <a:pt x="723796" y="470509"/>
                </a:lnTo>
                <a:lnTo>
                  <a:pt x="723965" y="470474"/>
                </a:lnTo>
                <a:lnTo>
                  <a:pt x="724143" y="470429"/>
                </a:lnTo>
                <a:lnTo>
                  <a:pt x="724312" y="470394"/>
                </a:lnTo>
                <a:lnTo>
                  <a:pt x="724481" y="470349"/>
                </a:lnTo>
                <a:lnTo>
                  <a:pt x="724659" y="470305"/>
                </a:lnTo>
                <a:lnTo>
                  <a:pt x="724828" y="470269"/>
                </a:lnTo>
                <a:lnTo>
                  <a:pt x="724997" y="470225"/>
                </a:lnTo>
                <a:lnTo>
                  <a:pt x="725175" y="470189"/>
                </a:lnTo>
                <a:lnTo>
                  <a:pt x="725344" y="470144"/>
                </a:lnTo>
                <a:lnTo>
                  <a:pt x="725522" y="470100"/>
                </a:lnTo>
                <a:lnTo>
                  <a:pt x="725691" y="470064"/>
                </a:lnTo>
                <a:lnTo>
                  <a:pt x="725860" y="470020"/>
                </a:lnTo>
                <a:lnTo>
                  <a:pt x="726038" y="469975"/>
                </a:lnTo>
                <a:lnTo>
                  <a:pt x="726207" y="469940"/>
                </a:lnTo>
                <a:lnTo>
                  <a:pt x="726376" y="469895"/>
                </a:lnTo>
                <a:lnTo>
                  <a:pt x="726554" y="469851"/>
                </a:lnTo>
                <a:lnTo>
                  <a:pt x="726723" y="469815"/>
                </a:lnTo>
                <a:lnTo>
                  <a:pt x="726892" y="469771"/>
                </a:lnTo>
                <a:lnTo>
                  <a:pt x="727069" y="469726"/>
                </a:lnTo>
                <a:lnTo>
                  <a:pt x="727239" y="469691"/>
                </a:lnTo>
                <a:lnTo>
                  <a:pt x="727416" y="469646"/>
                </a:lnTo>
                <a:lnTo>
                  <a:pt x="727586" y="469602"/>
                </a:lnTo>
                <a:lnTo>
                  <a:pt x="727755" y="469566"/>
                </a:lnTo>
                <a:lnTo>
                  <a:pt x="727933" y="469522"/>
                </a:lnTo>
                <a:lnTo>
                  <a:pt x="728102" y="469477"/>
                </a:lnTo>
                <a:lnTo>
                  <a:pt x="728271" y="469442"/>
                </a:lnTo>
                <a:lnTo>
                  <a:pt x="728448" y="469397"/>
                </a:lnTo>
                <a:lnTo>
                  <a:pt x="728617" y="469353"/>
                </a:lnTo>
                <a:lnTo>
                  <a:pt x="728787" y="469308"/>
                </a:lnTo>
                <a:lnTo>
                  <a:pt x="728964" y="469273"/>
                </a:lnTo>
                <a:lnTo>
                  <a:pt x="729134" y="469228"/>
                </a:lnTo>
                <a:lnTo>
                  <a:pt x="729311" y="469184"/>
                </a:lnTo>
                <a:lnTo>
                  <a:pt x="729481" y="469148"/>
                </a:lnTo>
                <a:lnTo>
                  <a:pt x="729649" y="469104"/>
                </a:lnTo>
                <a:lnTo>
                  <a:pt x="729827" y="469059"/>
                </a:lnTo>
                <a:lnTo>
                  <a:pt x="729996" y="469015"/>
                </a:lnTo>
                <a:lnTo>
                  <a:pt x="730165" y="468979"/>
                </a:lnTo>
                <a:lnTo>
                  <a:pt x="730343" y="468935"/>
                </a:lnTo>
                <a:lnTo>
                  <a:pt x="730512" y="468890"/>
                </a:lnTo>
                <a:lnTo>
                  <a:pt x="730682" y="468846"/>
                </a:lnTo>
                <a:lnTo>
                  <a:pt x="730859" y="468810"/>
                </a:lnTo>
                <a:lnTo>
                  <a:pt x="731028" y="468765"/>
                </a:lnTo>
                <a:lnTo>
                  <a:pt x="731206" y="468721"/>
                </a:lnTo>
                <a:lnTo>
                  <a:pt x="731375" y="468677"/>
                </a:lnTo>
                <a:lnTo>
                  <a:pt x="731544" y="468632"/>
                </a:lnTo>
                <a:lnTo>
                  <a:pt x="731722" y="468597"/>
                </a:lnTo>
                <a:lnTo>
                  <a:pt x="731891" y="468552"/>
                </a:lnTo>
                <a:lnTo>
                  <a:pt x="732060" y="468507"/>
                </a:lnTo>
                <a:lnTo>
                  <a:pt x="732238" y="468463"/>
                </a:lnTo>
                <a:lnTo>
                  <a:pt x="732407" y="468427"/>
                </a:lnTo>
                <a:lnTo>
                  <a:pt x="732576" y="468383"/>
                </a:lnTo>
                <a:lnTo>
                  <a:pt x="732754" y="468338"/>
                </a:lnTo>
                <a:lnTo>
                  <a:pt x="732923" y="468294"/>
                </a:lnTo>
                <a:lnTo>
                  <a:pt x="733092" y="468250"/>
                </a:lnTo>
                <a:lnTo>
                  <a:pt x="733270" y="468205"/>
                </a:lnTo>
                <a:lnTo>
                  <a:pt x="733439" y="468170"/>
                </a:lnTo>
                <a:lnTo>
                  <a:pt x="733617" y="468125"/>
                </a:lnTo>
                <a:lnTo>
                  <a:pt x="733786" y="468080"/>
                </a:lnTo>
                <a:lnTo>
                  <a:pt x="733955" y="468036"/>
                </a:lnTo>
                <a:lnTo>
                  <a:pt x="734133" y="467992"/>
                </a:lnTo>
                <a:lnTo>
                  <a:pt x="734302" y="467947"/>
                </a:lnTo>
                <a:lnTo>
                  <a:pt x="734471" y="467903"/>
                </a:lnTo>
                <a:lnTo>
                  <a:pt x="734649" y="467867"/>
                </a:lnTo>
                <a:lnTo>
                  <a:pt x="734818" y="467823"/>
                </a:lnTo>
                <a:lnTo>
                  <a:pt x="734987" y="467778"/>
                </a:lnTo>
                <a:lnTo>
                  <a:pt x="735165" y="467733"/>
                </a:lnTo>
                <a:lnTo>
                  <a:pt x="735334" y="467689"/>
                </a:lnTo>
                <a:lnTo>
                  <a:pt x="735512" y="467645"/>
                </a:lnTo>
                <a:lnTo>
                  <a:pt x="735681" y="467600"/>
                </a:lnTo>
                <a:lnTo>
                  <a:pt x="735850" y="467556"/>
                </a:lnTo>
                <a:lnTo>
                  <a:pt x="736028" y="467520"/>
                </a:lnTo>
                <a:lnTo>
                  <a:pt x="736197" y="467476"/>
                </a:lnTo>
                <a:lnTo>
                  <a:pt x="736366" y="467431"/>
                </a:lnTo>
                <a:lnTo>
                  <a:pt x="736544" y="467387"/>
                </a:lnTo>
                <a:lnTo>
                  <a:pt x="736713" y="467342"/>
                </a:lnTo>
                <a:lnTo>
                  <a:pt x="736882" y="467298"/>
                </a:lnTo>
                <a:lnTo>
                  <a:pt x="737060" y="467253"/>
                </a:lnTo>
                <a:lnTo>
                  <a:pt x="737229" y="467209"/>
                </a:lnTo>
                <a:lnTo>
                  <a:pt x="737407" y="467164"/>
                </a:lnTo>
                <a:lnTo>
                  <a:pt x="737576" y="467120"/>
                </a:lnTo>
                <a:lnTo>
                  <a:pt x="737745" y="467075"/>
                </a:lnTo>
                <a:lnTo>
                  <a:pt x="737923" y="467031"/>
                </a:lnTo>
                <a:lnTo>
                  <a:pt x="738092" y="466986"/>
                </a:lnTo>
                <a:lnTo>
                  <a:pt x="738261" y="466942"/>
                </a:lnTo>
                <a:lnTo>
                  <a:pt x="738439" y="466897"/>
                </a:lnTo>
                <a:lnTo>
                  <a:pt x="738608" y="466853"/>
                </a:lnTo>
                <a:lnTo>
                  <a:pt x="738777" y="466817"/>
                </a:lnTo>
                <a:lnTo>
                  <a:pt x="738955" y="466773"/>
                </a:lnTo>
                <a:lnTo>
                  <a:pt x="739124" y="466728"/>
                </a:lnTo>
                <a:lnTo>
                  <a:pt x="739302" y="466684"/>
                </a:lnTo>
                <a:lnTo>
                  <a:pt x="739471" y="466639"/>
                </a:lnTo>
                <a:lnTo>
                  <a:pt x="739640" y="466595"/>
                </a:lnTo>
                <a:lnTo>
                  <a:pt x="739818" y="466550"/>
                </a:lnTo>
                <a:lnTo>
                  <a:pt x="739987" y="466506"/>
                </a:lnTo>
                <a:lnTo>
                  <a:pt x="740156" y="466461"/>
                </a:lnTo>
                <a:lnTo>
                  <a:pt x="740334" y="466417"/>
                </a:lnTo>
                <a:lnTo>
                  <a:pt x="740503" y="466364"/>
                </a:lnTo>
                <a:lnTo>
                  <a:pt x="740672" y="466319"/>
                </a:lnTo>
                <a:lnTo>
                  <a:pt x="740850" y="466275"/>
                </a:lnTo>
                <a:lnTo>
                  <a:pt x="741019" y="466230"/>
                </a:lnTo>
                <a:lnTo>
                  <a:pt x="741188" y="466186"/>
                </a:lnTo>
                <a:lnTo>
                  <a:pt x="741366" y="466141"/>
                </a:lnTo>
                <a:lnTo>
                  <a:pt x="741535" y="466097"/>
                </a:lnTo>
                <a:lnTo>
                  <a:pt x="741713" y="466052"/>
                </a:lnTo>
                <a:lnTo>
                  <a:pt x="741882" y="466008"/>
                </a:lnTo>
                <a:lnTo>
                  <a:pt x="742051" y="465963"/>
                </a:lnTo>
                <a:lnTo>
                  <a:pt x="742229" y="465919"/>
                </a:lnTo>
                <a:lnTo>
                  <a:pt x="742398" y="465874"/>
                </a:lnTo>
                <a:lnTo>
                  <a:pt x="742567" y="465830"/>
                </a:lnTo>
                <a:lnTo>
                  <a:pt x="742745" y="465785"/>
                </a:lnTo>
                <a:lnTo>
                  <a:pt x="742914" y="465741"/>
                </a:lnTo>
                <a:lnTo>
                  <a:pt x="743083" y="465696"/>
                </a:lnTo>
                <a:lnTo>
                  <a:pt x="743261" y="465643"/>
                </a:lnTo>
                <a:lnTo>
                  <a:pt x="743430" y="465598"/>
                </a:lnTo>
                <a:lnTo>
                  <a:pt x="743608" y="465554"/>
                </a:lnTo>
                <a:lnTo>
                  <a:pt x="743777" y="465509"/>
                </a:lnTo>
                <a:lnTo>
                  <a:pt x="743946" y="465465"/>
                </a:lnTo>
                <a:lnTo>
                  <a:pt x="744124" y="465420"/>
                </a:lnTo>
                <a:lnTo>
                  <a:pt x="744293" y="465376"/>
                </a:lnTo>
                <a:lnTo>
                  <a:pt x="744462" y="465331"/>
                </a:lnTo>
                <a:lnTo>
                  <a:pt x="744640" y="465287"/>
                </a:lnTo>
                <a:lnTo>
                  <a:pt x="744809" y="465234"/>
                </a:lnTo>
                <a:lnTo>
                  <a:pt x="744978" y="465189"/>
                </a:lnTo>
                <a:lnTo>
                  <a:pt x="745156" y="465145"/>
                </a:lnTo>
                <a:lnTo>
                  <a:pt x="745325" y="465100"/>
                </a:lnTo>
                <a:lnTo>
                  <a:pt x="745503" y="465056"/>
                </a:lnTo>
                <a:lnTo>
                  <a:pt x="745672" y="465011"/>
                </a:lnTo>
                <a:lnTo>
                  <a:pt x="745841" y="464958"/>
                </a:lnTo>
                <a:lnTo>
                  <a:pt x="746019" y="464913"/>
                </a:lnTo>
                <a:lnTo>
                  <a:pt x="746188" y="464869"/>
                </a:lnTo>
                <a:lnTo>
                  <a:pt x="746357" y="464824"/>
                </a:lnTo>
                <a:lnTo>
                  <a:pt x="746535" y="464780"/>
                </a:lnTo>
                <a:lnTo>
                  <a:pt x="746704" y="464735"/>
                </a:lnTo>
                <a:lnTo>
                  <a:pt x="746873" y="464682"/>
                </a:lnTo>
                <a:lnTo>
                  <a:pt x="747051" y="464638"/>
                </a:lnTo>
                <a:lnTo>
                  <a:pt x="747220" y="464593"/>
                </a:lnTo>
                <a:lnTo>
                  <a:pt x="747398" y="464549"/>
                </a:lnTo>
                <a:lnTo>
                  <a:pt x="747567" y="464495"/>
                </a:lnTo>
                <a:lnTo>
                  <a:pt x="747736" y="464451"/>
                </a:lnTo>
                <a:lnTo>
                  <a:pt x="747914" y="464406"/>
                </a:lnTo>
                <a:lnTo>
                  <a:pt x="748083" y="464362"/>
                </a:lnTo>
                <a:lnTo>
                  <a:pt x="748252" y="464317"/>
                </a:lnTo>
                <a:lnTo>
                  <a:pt x="748430" y="464264"/>
                </a:lnTo>
                <a:lnTo>
                  <a:pt x="748599" y="464219"/>
                </a:lnTo>
                <a:lnTo>
                  <a:pt x="748768" y="464175"/>
                </a:lnTo>
                <a:lnTo>
                  <a:pt x="748946" y="464130"/>
                </a:lnTo>
                <a:lnTo>
                  <a:pt x="749115" y="464077"/>
                </a:lnTo>
                <a:lnTo>
                  <a:pt x="749284" y="464033"/>
                </a:lnTo>
                <a:lnTo>
                  <a:pt x="749462" y="463988"/>
                </a:lnTo>
                <a:lnTo>
                  <a:pt x="749631" y="463935"/>
                </a:lnTo>
                <a:lnTo>
                  <a:pt x="749809" y="463890"/>
                </a:lnTo>
                <a:lnTo>
                  <a:pt x="749978" y="463846"/>
                </a:lnTo>
                <a:lnTo>
                  <a:pt x="750147" y="463801"/>
                </a:lnTo>
                <a:lnTo>
                  <a:pt x="750325" y="463748"/>
                </a:lnTo>
                <a:lnTo>
                  <a:pt x="750494" y="463703"/>
                </a:lnTo>
                <a:lnTo>
                  <a:pt x="750663" y="463659"/>
                </a:lnTo>
                <a:lnTo>
                  <a:pt x="750841" y="463606"/>
                </a:lnTo>
                <a:lnTo>
                  <a:pt x="751010" y="463561"/>
                </a:lnTo>
                <a:lnTo>
                  <a:pt x="751179" y="463517"/>
                </a:lnTo>
                <a:lnTo>
                  <a:pt x="751357" y="463463"/>
                </a:lnTo>
                <a:lnTo>
                  <a:pt x="751526" y="463419"/>
                </a:lnTo>
                <a:lnTo>
                  <a:pt x="751704" y="463374"/>
                </a:lnTo>
                <a:lnTo>
                  <a:pt x="751873" y="463321"/>
                </a:lnTo>
                <a:lnTo>
                  <a:pt x="752042" y="463276"/>
                </a:lnTo>
                <a:lnTo>
                  <a:pt x="752220" y="463232"/>
                </a:lnTo>
                <a:lnTo>
                  <a:pt x="752389" y="463179"/>
                </a:lnTo>
                <a:lnTo>
                  <a:pt x="752558" y="463134"/>
                </a:lnTo>
                <a:lnTo>
                  <a:pt x="752736" y="463090"/>
                </a:lnTo>
                <a:lnTo>
                  <a:pt x="752905" y="463036"/>
                </a:lnTo>
                <a:lnTo>
                  <a:pt x="753074" y="462992"/>
                </a:lnTo>
                <a:lnTo>
                  <a:pt x="753252" y="462938"/>
                </a:lnTo>
                <a:lnTo>
                  <a:pt x="753421" y="462894"/>
                </a:lnTo>
                <a:lnTo>
                  <a:pt x="753599" y="462849"/>
                </a:lnTo>
                <a:lnTo>
                  <a:pt x="753768" y="462796"/>
                </a:lnTo>
                <a:lnTo>
                  <a:pt x="753937" y="462751"/>
                </a:lnTo>
                <a:lnTo>
                  <a:pt x="754115" y="462698"/>
                </a:lnTo>
                <a:lnTo>
                  <a:pt x="754284" y="462654"/>
                </a:lnTo>
                <a:lnTo>
                  <a:pt x="754453" y="462609"/>
                </a:lnTo>
                <a:lnTo>
                  <a:pt x="754631" y="462556"/>
                </a:lnTo>
                <a:lnTo>
                  <a:pt x="754800" y="462511"/>
                </a:lnTo>
                <a:lnTo>
                  <a:pt x="754969" y="462458"/>
                </a:lnTo>
                <a:lnTo>
                  <a:pt x="755147" y="462413"/>
                </a:lnTo>
                <a:lnTo>
                  <a:pt x="755316" y="462360"/>
                </a:lnTo>
                <a:lnTo>
                  <a:pt x="755494" y="462316"/>
                </a:lnTo>
                <a:lnTo>
                  <a:pt x="755663" y="462262"/>
                </a:lnTo>
                <a:lnTo>
                  <a:pt x="755832" y="462218"/>
                </a:lnTo>
                <a:lnTo>
                  <a:pt x="756010" y="462173"/>
                </a:lnTo>
                <a:lnTo>
                  <a:pt x="756179" y="462120"/>
                </a:lnTo>
                <a:lnTo>
                  <a:pt x="756348" y="462075"/>
                </a:lnTo>
                <a:lnTo>
                  <a:pt x="756526" y="462022"/>
                </a:lnTo>
                <a:lnTo>
                  <a:pt x="756695" y="461978"/>
                </a:lnTo>
                <a:lnTo>
                  <a:pt x="756864" y="461924"/>
                </a:lnTo>
                <a:lnTo>
                  <a:pt x="757042" y="461880"/>
                </a:lnTo>
                <a:lnTo>
                  <a:pt x="757211" y="461826"/>
                </a:lnTo>
                <a:lnTo>
                  <a:pt x="757380" y="461782"/>
                </a:lnTo>
                <a:lnTo>
                  <a:pt x="757558" y="461728"/>
                </a:lnTo>
                <a:lnTo>
                  <a:pt x="757727" y="461684"/>
                </a:lnTo>
                <a:lnTo>
                  <a:pt x="757905" y="461631"/>
                </a:lnTo>
                <a:lnTo>
                  <a:pt x="758074" y="461586"/>
                </a:lnTo>
                <a:lnTo>
                  <a:pt x="758243" y="461533"/>
                </a:lnTo>
                <a:lnTo>
                  <a:pt x="758421" y="461479"/>
                </a:lnTo>
                <a:lnTo>
                  <a:pt x="758590" y="461435"/>
                </a:lnTo>
                <a:lnTo>
                  <a:pt x="758759" y="461382"/>
                </a:lnTo>
                <a:lnTo>
                  <a:pt x="758937" y="461337"/>
                </a:lnTo>
                <a:lnTo>
                  <a:pt x="759106" y="461284"/>
                </a:lnTo>
                <a:lnTo>
                  <a:pt x="759275" y="461239"/>
                </a:lnTo>
                <a:lnTo>
                  <a:pt x="759453" y="461186"/>
                </a:lnTo>
                <a:lnTo>
                  <a:pt x="759622" y="461141"/>
                </a:lnTo>
                <a:lnTo>
                  <a:pt x="759800" y="461088"/>
                </a:lnTo>
                <a:lnTo>
                  <a:pt x="759969" y="461035"/>
                </a:lnTo>
                <a:lnTo>
                  <a:pt x="760138" y="460990"/>
                </a:lnTo>
                <a:lnTo>
                  <a:pt x="760316" y="460937"/>
                </a:lnTo>
                <a:lnTo>
                  <a:pt x="760485" y="460892"/>
                </a:lnTo>
                <a:lnTo>
                  <a:pt x="760654" y="460839"/>
                </a:lnTo>
                <a:lnTo>
                  <a:pt x="760832" y="460785"/>
                </a:lnTo>
                <a:lnTo>
                  <a:pt x="761001" y="460741"/>
                </a:lnTo>
                <a:lnTo>
                  <a:pt x="761170" y="460688"/>
                </a:lnTo>
                <a:lnTo>
                  <a:pt x="761348" y="460634"/>
                </a:lnTo>
                <a:lnTo>
                  <a:pt x="761517" y="460590"/>
                </a:lnTo>
                <a:lnTo>
                  <a:pt x="761695" y="460536"/>
                </a:lnTo>
                <a:lnTo>
                  <a:pt x="761863" y="460492"/>
                </a:lnTo>
                <a:lnTo>
                  <a:pt x="762033" y="460438"/>
                </a:lnTo>
                <a:lnTo>
                  <a:pt x="762210" y="460385"/>
                </a:lnTo>
                <a:lnTo>
                  <a:pt x="762380" y="460341"/>
                </a:lnTo>
                <a:lnTo>
                  <a:pt x="762549" y="460287"/>
                </a:lnTo>
                <a:lnTo>
                  <a:pt x="762727" y="460234"/>
                </a:lnTo>
                <a:lnTo>
                  <a:pt x="762896" y="460189"/>
                </a:lnTo>
                <a:lnTo>
                  <a:pt x="763065" y="460136"/>
                </a:lnTo>
                <a:lnTo>
                  <a:pt x="763242" y="460083"/>
                </a:lnTo>
                <a:lnTo>
                  <a:pt x="763412" y="460029"/>
                </a:lnTo>
                <a:lnTo>
                  <a:pt x="763589" y="459985"/>
                </a:lnTo>
                <a:lnTo>
                  <a:pt x="763758" y="459931"/>
                </a:lnTo>
                <a:lnTo>
                  <a:pt x="763928" y="459878"/>
                </a:lnTo>
                <a:lnTo>
                  <a:pt x="764105" y="459833"/>
                </a:lnTo>
                <a:lnTo>
                  <a:pt x="764275" y="459780"/>
                </a:lnTo>
                <a:lnTo>
                  <a:pt x="764443" y="459727"/>
                </a:lnTo>
                <a:lnTo>
                  <a:pt x="764621" y="459673"/>
                </a:lnTo>
                <a:lnTo>
                  <a:pt x="764790" y="459629"/>
                </a:lnTo>
                <a:lnTo>
                  <a:pt x="764960" y="459576"/>
                </a:lnTo>
                <a:lnTo>
                  <a:pt x="765137" y="459522"/>
                </a:lnTo>
                <a:lnTo>
                  <a:pt x="765306" y="459469"/>
                </a:lnTo>
                <a:lnTo>
                  <a:pt x="765476" y="459424"/>
                </a:lnTo>
                <a:lnTo>
                  <a:pt x="765653" y="459371"/>
                </a:lnTo>
                <a:lnTo>
                  <a:pt x="765822" y="459317"/>
                </a:lnTo>
                <a:lnTo>
                  <a:pt x="766000" y="459264"/>
                </a:lnTo>
                <a:lnTo>
                  <a:pt x="766169" y="459220"/>
                </a:lnTo>
                <a:lnTo>
                  <a:pt x="766338" y="459166"/>
                </a:lnTo>
                <a:lnTo>
                  <a:pt x="766516" y="459113"/>
                </a:lnTo>
                <a:lnTo>
                  <a:pt x="766685" y="459059"/>
                </a:lnTo>
                <a:lnTo>
                  <a:pt x="766855" y="459006"/>
                </a:lnTo>
                <a:lnTo>
                  <a:pt x="767032" y="458962"/>
                </a:lnTo>
                <a:lnTo>
                  <a:pt x="767201" y="458908"/>
                </a:lnTo>
                <a:lnTo>
                  <a:pt x="767370" y="458855"/>
                </a:lnTo>
                <a:lnTo>
                  <a:pt x="767548" y="458802"/>
                </a:lnTo>
                <a:lnTo>
                  <a:pt x="767717" y="458748"/>
                </a:lnTo>
                <a:lnTo>
                  <a:pt x="767895" y="458695"/>
                </a:lnTo>
                <a:lnTo>
                  <a:pt x="768064" y="458650"/>
                </a:lnTo>
                <a:lnTo>
                  <a:pt x="768233" y="458597"/>
                </a:lnTo>
                <a:lnTo>
                  <a:pt x="768411" y="458543"/>
                </a:lnTo>
                <a:lnTo>
                  <a:pt x="768580" y="458490"/>
                </a:lnTo>
                <a:lnTo>
                  <a:pt x="768749" y="458437"/>
                </a:lnTo>
                <a:lnTo>
                  <a:pt x="768927" y="458383"/>
                </a:lnTo>
                <a:lnTo>
                  <a:pt x="769096" y="458330"/>
                </a:lnTo>
                <a:lnTo>
                  <a:pt x="769265" y="458285"/>
                </a:lnTo>
                <a:lnTo>
                  <a:pt x="769443" y="458232"/>
                </a:lnTo>
                <a:lnTo>
                  <a:pt x="769612" y="458179"/>
                </a:lnTo>
                <a:lnTo>
                  <a:pt x="769790" y="458125"/>
                </a:lnTo>
                <a:lnTo>
                  <a:pt x="769959" y="458072"/>
                </a:lnTo>
                <a:lnTo>
                  <a:pt x="770128" y="458019"/>
                </a:lnTo>
                <a:lnTo>
                  <a:pt x="770306" y="457965"/>
                </a:lnTo>
                <a:lnTo>
                  <a:pt x="770475" y="457912"/>
                </a:lnTo>
                <a:lnTo>
                  <a:pt x="770644" y="457858"/>
                </a:lnTo>
                <a:lnTo>
                  <a:pt x="770822" y="457805"/>
                </a:lnTo>
                <a:lnTo>
                  <a:pt x="770991" y="457752"/>
                </a:lnTo>
                <a:lnTo>
                  <a:pt x="771160" y="457698"/>
                </a:lnTo>
                <a:lnTo>
                  <a:pt x="771338" y="457654"/>
                </a:lnTo>
                <a:lnTo>
                  <a:pt x="771507" y="457601"/>
                </a:lnTo>
                <a:lnTo>
                  <a:pt x="771685" y="457547"/>
                </a:lnTo>
                <a:lnTo>
                  <a:pt x="771854" y="457494"/>
                </a:lnTo>
                <a:lnTo>
                  <a:pt x="772023" y="457440"/>
                </a:lnTo>
                <a:lnTo>
                  <a:pt x="772201" y="457387"/>
                </a:lnTo>
                <a:lnTo>
                  <a:pt x="772370" y="457334"/>
                </a:lnTo>
                <a:lnTo>
                  <a:pt x="772539" y="457280"/>
                </a:lnTo>
                <a:lnTo>
                  <a:pt x="772717" y="457227"/>
                </a:lnTo>
                <a:lnTo>
                  <a:pt x="772886" y="457173"/>
                </a:lnTo>
                <a:lnTo>
                  <a:pt x="773055" y="457120"/>
                </a:lnTo>
                <a:lnTo>
                  <a:pt x="773233" y="457067"/>
                </a:lnTo>
                <a:lnTo>
                  <a:pt x="773402" y="457013"/>
                </a:lnTo>
                <a:lnTo>
                  <a:pt x="773571" y="456960"/>
                </a:lnTo>
                <a:lnTo>
                  <a:pt x="773749" y="456907"/>
                </a:lnTo>
                <a:lnTo>
                  <a:pt x="773918" y="456853"/>
                </a:lnTo>
                <a:lnTo>
                  <a:pt x="774096" y="456800"/>
                </a:lnTo>
                <a:lnTo>
                  <a:pt x="774265" y="456737"/>
                </a:lnTo>
                <a:lnTo>
                  <a:pt x="774434" y="456684"/>
                </a:lnTo>
                <a:lnTo>
                  <a:pt x="774612" y="456631"/>
                </a:lnTo>
                <a:lnTo>
                  <a:pt x="774781" y="456577"/>
                </a:lnTo>
                <a:lnTo>
                  <a:pt x="774950" y="456524"/>
                </a:lnTo>
                <a:lnTo>
                  <a:pt x="775128" y="456471"/>
                </a:lnTo>
                <a:lnTo>
                  <a:pt x="775297" y="456417"/>
                </a:lnTo>
                <a:lnTo>
                  <a:pt x="775466" y="456364"/>
                </a:lnTo>
                <a:lnTo>
                  <a:pt x="775644" y="456310"/>
                </a:lnTo>
                <a:lnTo>
                  <a:pt x="775813" y="456257"/>
                </a:lnTo>
                <a:lnTo>
                  <a:pt x="775991" y="456204"/>
                </a:lnTo>
                <a:lnTo>
                  <a:pt x="776160" y="456150"/>
                </a:lnTo>
                <a:lnTo>
                  <a:pt x="776329" y="456088"/>
                </a:lnTo>
                <a:lnTo>
                  <a:pt x="776507" y="456035"/>
                </a:lnTo>
                <a:lnTo>
                  <a:pt x="776676" y="455981"/>
                </a:lnTo>
                <a:lnTo>
                  <a:pt x="776845" y="455928"/>
                </a:lnTo>
                <a:lnTo>
                  <a:pt x="777023" y="455875"/>
                </a:lnTo>
                <a:lnTo>
                  <a:pt x="777192" y="455821"/>
                </a:lnTo>
                <a:lnTo>
                  <a:pt x="777361" y="455768"/>
                </a:lnTo>
                <a:lnTo>
                  <a:pt x="777539" y="455706"/>
                </a:lnTo>
                <a:lnTo>
                  <a:pt x="777708" y="455652"/>
                </a:lnTo>
                <a:lnTo>
                  <a:pt x="777886" y="455599"/>
                </a:lnTo>
                <a:lnTo>
                  <a:pt x="778055" y="455545"/>
                </a:lnTo>
                <a:lnTo>
                  <a:pt x="778224" y="455492"/>
                </a:lnTo>
                <a:lnTo>
                  <a:pt x="778402" y="455439"/>
                </a:lnTo>
                <a:lnTo>
                  <a:pt x="778571" y="455376"/>
                </a:lnTo>
                <a:lnTo>
                  <a:pt x="778740" y="455323"/>
                </a:lnTo>
                <a:lnTo>
                  <a:pt x="778918" y="455270"/>
                </a:lnTo>
                <a:lnTo>
                  <a:pt x="779087" y="455216"/>
                </a:lnTo>
                <a:lnTo>
                  <a:pt x="779256" y="455163"/>
                </a:lnTo>
                <a:lnTo>
                  <a:pt x="779434" y="455101"/>
                </a:lnTo>
                <a:lnTo>
                  <a:pt x="779603" y="455047"/>
                </a:lnTo>
                <a:lnTo>
                  <a:pt x="779781" y="454994"/>
                </a:lnTo>
                <a:lnTo>
                  <a:pt x="779950" y="454940"/>
                </a:lnTo>
                <a:lnTo>
                  <a:pt x="780119" y="454878"/>
                </a:lnTo>
                <a:lnTo>
                  <a:pt x="780297" y="454825"/>
                </a:lnTo>
                <a:lnTo>
                  <a:pt x="780466" y="454771"/>
                </a:lnTo>
                <a:lnTo>
                  <a:pt x="780635" y="454718"/>
                </a:lnTo>
                <a:lnTo>
                  <a:pt x="780813" y="454656"/>
                </a:lnTo>
                <a:lnTo>
                  <a:pt x="780982" y="454602"/>
                </a:lnTo>
                <a:lnTo>
                  <a:pt x="781151" y="454549"/>
                </a:lnTo>
                <a:lnTo>
                  <a:pt x="781329" y="454496"/>
                </a:lnTo>
                <a:lnTo>
                  <a:pt x="781498" y="454433"/>
                </a:lnTo>
                <a:lnTo>
                  <a:pt x="781667" y="454380"/>
                </a:lnTo>
                <a:lnTo>
                  <a:pt x="781845" y="454327"/>
                </a:lnTo>
                <a:lnTo>
                  <a:pt x="782014" y="454264"/>
                </a:lnTo>
                <a:lnTo>
                  <a:pt x="782192" y="454211"/>
                </a:lnTo>
                <a:lnTo>
                  <a:pt x="782361" y="454158"/>
                </a:lnTo>
                <a:lnTo>
                  <a:pt x="782530" y="454095"/>
                </a:lnTo>
                <a:lnTo>
                  <a:pt x="782708" y="454042"/>
                </a:lnTo>
                <a:lnTo>
                  <a:pt x="782877" y="453989"/>
                </a:lnTo>
                <a:lnTo>
                  <a:pt x="783046" y="453926"/>
                </a:lnTo>
                <a:lnTo>
                  <a:pt x="783224" y="453873"/>
                </a:lnTo>
                <a:lnTo>
                  <a:pt x="783393" y="453820"/>
                </a:lnTo>
                <a:lnTo>
                  <a:pt x="783562" y="453757"/>
                </a:lnTo>
                <a:lnTo>
                  <a:pt x="783740" y="453704"/>
                </a:lnTo>
                <a:lnTo>
                  <a:pt x="783909" y="453642"/>
                </a:lnTo>
                <a:lnTo>
                  <a:pt x="784087" y="453588"/>
                </a:lnTo>
                <a:lnTo>
                  <a:pt x="784256" y="453535"/>
                </a:lnTo>
                <a:lnTo>
                  <a:pt x="784425" y="453473"/>
                </a:lnTo>
                <a:lnTo>
                  <a:pt x="784603" y="453419"/>
                </a:lnTo>
                <a:lnTo>
                  <a:pt x="784772" y="453366"/>
                </a:lnTo>
                <a:lnTo>
                  <a:pt x="784941" y="453303"/>
                </a:lnTo>
                <a:lnTo>
                  <a:pt x="785119" y="453250"/>
                </a:lnTo>
                <a:lnTo>
                  <a:pt x="785288" y="453188"/>
                </a:lnTo>
                <a:lnTo>
                  <a:pt x="785457" y="453134"/>
                </a:lnTo>
                <a:lnTo>
                  <a:pt x="785635" y="453072"/>
                </a:lnTo>
                <a:lnTo>
                  <a:pt x="785804" y="453019"/>
                </a:lnTo>
                <a:lnTo>
                  <a:pt x="785982" y="452956"/>
                </a:lnTo>
                <a:lnTo>
                  <a:pt x="786151" y="452903"/>
                </a:lnTo>
                <a:lnTo>
                  <a:pt x="786320" y="452850"/>
                </a:lnTo>
                <a:lnTo>
                  <a:pt x="786498" y="452788"/>
                </a:lnTo>
                <a:lnTo>
                  <a:pt x="786667" y="452734"/>
                </a:lnTo>
                <a:lnTo>
                  <a:pt x="786836" y="452672"/>
                </a:lnTo>
                <a:lnTo>
                  <a:pt x="787014" y="452618"/>
                </a:lnTo>
                <a:lnTo>
                  <a:pt x="787183" y="452556"/>
                </a:lnTo>
                <a:lnTo>
                  <a:pt x="787352" y="452503"/>
                </a:lnTo>
                <a:lnTo>
                  <a:pt x="787530" y="452441"/>
                </a:lnTo>
                <a:lnTo>
                  <a:pt x="787699" y="452387"/>
                </a:lnTo>
                <a:lnTo>
                  <a:pt x="787877" y="452325"/>
                </a:lnTo>
                <a:lnTo>
                  <a:pt x="788046" y="452271"/>
                </a:lnTo>
                <a:lnTo>
                  <a:pt x="788215" y="452209"/>
                </a:lnTo>
                <a:lnTo>
                  <a:pt x="788393" y="452156"/>
                </a:lnTo>
                <a:lnTo>
                  <a:pt x="788562" y="452094"/>
                </a:lnTo>
                <a:lnTo>
                  <a:pt x="788731" y="452031"/>
                </a:lnTo>
                <a:lnTo>
                  <a:pt x="788909" y="451978"/>
                </a:lnTo>
                <a:lnTo>
                  <a:pt x="789078" y="451916"/>
                </a:lnTo>
                <a:lnTo>
                  <a:pt x="789247" y="451862"/>
                </a:lnTo>
                <a:lnTo>
                  <a:pt x="789425" y="451800"/>
                </a:lnTo>
                <a:lnTo>
                  <a:pt x="789594" y="451747"/>
                </a:lnTo>
                <a:lnTo>
                  <a:pt x="789763" y="451684"/>
                </a:lnTo>
                <a:lnTo>
                  <a:pt x="789941" y="451622"/>
                </a:lnTo>
                <a:lnTo>
                  <a:pt x="790110" y="451569"/>
                </a:lnTo>
                <a:lnTo>
                  <a:pt x="790288" y="451506"/>
                </a:lnTo>
                <a:lnTo>
                  <a:pt x="790457" y="451453"/>
                </a:lnTo>
                <a:lnTo>
                  <a:pt x="790626" y="451391"/>
                </a:lnTo>
                <a:lnTo>
                  <a:pt x="790804" y="451328"/>
                </a:lnTo>
                <a:lnTo>
                  <a:pt x="790973" y="451275"/>
                </a:lnTo>
                <a:lnTo>
                  <a:pt x="791142" y="451213"/>
                </a:lnTo>
                <a:lnTo>
                  <a:pt x="791320" y="451151"/>
                </a:lnTo>
                <a:lnTo>
                  <a:pt x="791489" y="451097"/>
                </a:lnTo>
                <a:lnTo>
                  <a:pt x="791658" y="451035"/>
                </a:lnTo>
                <a:lnTo>
                  <a:pt x="791836" y="450973"/>
                </a:lnTo>
                <a:lnTo>
                  <a:pt x="792005" y="450919"/>
                </a:lnTo>
                <a:lnTo>
                  <a:pt x="792183" y="450857"/>
                </a:lnTo>
                <a:lnTo>
                  <a:pt x="792352" y="450795"/>
                </a:lnTo>
                <a:lnTo>
                  <a:pt x="792521" y="450741"/>
                </a:lnTo>
                <a:lnTo>
                  <a:pt x="792699" y="450679"/>
                </a:lnTo>
                <a:lnTo>
                  <a:pt x="792868" y="450617"/>
                </a:lnTo>
                <a:lnTo>
                  <a:pt x="793037" y="450563"/>
                </a:lnTo>
                <a:lnTo>
                  <a:pt x="793215" y="450501"/>
                </a:lnTo>
                <a:lnTo>
                  <a:pt x="793384" y="450439"/>
                </a:lnTo>
                <a:lnTo>
                  <a:pt x="793553" y="450377"/>
                </a:lnTo>
                <a:lnTo>
                  <a:pt x="793731" y="450323"/>
                </a:lnTo>
                <a:lnTo>
                  <a:pt x="793900" y="450261"/>
                </a:lnTo>
                <a:lnTo>
                  <a:pt x="794078" y="450199"/>
                </a:lnTo>
                <a:lnTo>
                  <a:pt x="794247" y="450145"/>
                </a:lnTo>
                <a:lnTo>
                  <a:pt x="794416" y="450083"/>
                </a:lnTo>
                <a:lnTo>
                  <a:pt x="794594" y="450021"/>
                </a:lnTo>
                <a:lnTo>
                  <a:pt x="794763" y="449958"/>
                </a:lnTo>
                <a:lnTo>
                  <a:pt x="794932" y="449896"/>
                </a:lnTo>
                <a:lnTo>
                  <a:pt x="795110" y="449843"/>
                </a:lnTo>
                <a:lnTo>
                  <a:pt x="795279" y="449781"/>
                </a:lnTo>
                <a:lnTo>
                  <a:pt x="795448" y="449718"/>
                </a:lnTo>
                <a:lnTo>
                  <a:pt x="795626" y="449656"/>
                </a:lnTo>
                <a:lnTo>
                  <a:pt x="795795" y="449594"/>
                </a:lnTo>
                <a:lnTo>
                  <a:pt x="795973" y="449540"/>
                </a:lnTo>
                <a:lnTo>
                  <a:pt x="796142" y="449478"/>
                </a:lnTo>
                <a:lnTo>
                  <a:pt x="796311" y="449416"/>
                </a:lnTo>
                <a:lnTo>
                  <a:pt x="796489" y="449353"/>
                </a:lnTo>
                <a:lnTo>
                  <a:pt x="796658" y="449291"/>
                </a:lnTo>
                <a:lnTo>
                  <a:pt x="796827" y="449229"/>
                </a:lnTo>
                <a:lnTo>
                  <a:pt x="797004" y="449175"/>
                </a:lnTo>
                <a:lnTo>
                  <a:pt x="797174" y="449113"/>
                </a:lnTo>
                <a:lnTo>
                  <a:pt x="797343" y="449051"/>
                </a:lnTo>
                <a:lnTo>
                  <a:pt x="797521" y="448989"/>
                </a:lnTo>
                <a:lnTo>
                  <a:pt x="797690" y="448926"/>
                </a:lnTo>
                <a:lnTo>
                  <a:pt x="797859" y="448864"/>
                </a:lnTo>
                <a:lnTo>
                  <a:pt x="798036" y="448802"/>
                </a:lnTo>
                <a:lnTo>
                  <a:pt x="798206" y="448740"/>
                </a:lnTo>
                <a:lnTo>
                  <a:pt x="798383" y="448686"/>
                </a:lnTo>
                <a:lnTo>
                  <a:pt x="798553" y="448624"/>
                </a:lnTo>
                <a:lnTo>
                  <a:pt x="798722" y="448562"/>
                </a:lnTo>
                <a:lnTo>
                  <a:pt x="798899" y="448499"/>
                </a:lnTo>
                <a:lnTo>
                  <a:pt x="799069" y="448437"/>
                </a:lnTo>
                <a:lnTo>
                  <a:pt x="799237" y="448375"/>
                </a:lnTo>
                <a:lnTo>
                  <a:pt x="799415" y="448313"/>
                </a:lnTo>
                <a:lnTo>
                  <a:pt x="799584" y="448250"/>
                </a:lnTo>
                <a:lnTo>
                  <a:pt x="799754" y="448188"/>
                </a:lnTo>
                <a:lnTo>
                  <a:pt x="799931" y="448126"/>
                </a:lnTo>
                <a:lnTo>
                  <a:pt x="800101" y="448063"/>
                </a:lnTo>
                <a:lnTo>
                  <a:pt x="800278" y="448001"/>
                </a:lnTo>
                <a:lnTo>
                  <a:pt x="800447" y="447939"/>
                </a:lnTo>
                <a:lnTo>
                  <a:pt x="800616" y="447877"/>
                </a:lnTo>
                <a:lnTo>
                  <a:pt x="800794" y="447814"/>
                </a:lnTo>
                <a:lnTo>
                  <a:pt x="800963" y="447752"/>
                </a:lnTo>
                <a:lnTo>
                  <a:pt x="801132" y="447690"/>
                </a:lnTo>
                <a:lnTo>
                  <a:pt x="801310" y="447628"/>
                </a:lnTo>
                <a:lnTo>
                  <a:pt x="801479" y="447565"/>
                </a:lnTo>
                <a:lnTo>
                  <a:pt x="801649" y="447503"/>
                </a:lnTo>
                <a:lnTo>
                  <a:pt x="801826" y="447441"/>
                </a:lnTo>
                <a:lnTo>
                  <a:pt x="801995" y="447378"/>
                </a:lnTo>
                <a:lnTo>
                  <a:pt x="802173" y="447316"/>
                </a:lnTo>
                <a:lnTo>
                  <a:pt x="802342" y="447254"/>
                </a:lnTo>
                <a:lnTo>
                  <a:pt x="802511" y="447192"/>
                </a:lnTo>
                <a:lnTo>
                  <a:pt x="802689" y="447129"/>
                </a:lnTo>
                <a:lnTo>
                  <a:pt x="802858" y="447067"/>
                </a:lnTo>
                <a:lnTo>
                  <a:pt x="803027" y="447005"/>
                </a:lnTo>
                <a:lnTo>
                  <a:pt x="803205" y="446942"/>
                </a:lnTo>
                <a:lnTo>
                  <a:pt x="803374" y="446871"/>
                </a:lnTo>
                <a:lnTo>
                  <a:pt x="803543" y="446809"/>
                </a:lnTo>
                <a:lnTo>
                  <a:pt x="803721" y="446747"/>
                </a:lnTo>
                <a:lnTo>
                  <a:pt x="803890" y="446685"/>
                </a:lnTo>
                <a:lnTo>
                  <a:pt x="804068" y="446622"/>
                </a:lnTo>
                <a:lnTo>
                  <a:pt x="804237" y="446560"/>
                </a:lnTo>
                <a:lnTo>
                  <a:pt x="804406" y="446498"/>
                </a:lnTo>
                <a:lnTo>
                  <a:pt x="804584" y="446435"/>
                </a:lnTo>
                <a:lnTo>
                  <a:pt x="804753" y="446364"/>
                </a:lnTo>
                <a:lnTo>
                  <a:pt x="804922" y="446302"/>
                </a:lnTo>
                <a:lnTo>
                  <a:pt x="805100" y="446240"/>
                </a:lnTo>
                <a:lnTo>
                  <a:pt x="805269" y="446177"/>
                </a:lnTo>
                <a:lnTo>
                  <a:pt x="805438" y="446115"/>
                </a:lnTo>
                <a:lnTo>
                  <a:pt x="805616" y="446053"/>
                </a:lnTo>
                <a:lnTo>
                  <a:pt x="805785" y="445982"/>
                </a:lnTo>
                <a:lnTo>
                  <a:pt x="805954" y="445919"/>
                </a:lnTo>
                <a:lnTo>
                  <a:pt x="806132" y="445857"/>
                </a:lnTo>
                <a:lnTo>
                  <a:pt x="806301" y="445795"/>
                </a:lnTo>
                <a:lnTo>
                  <a:pt x="806479" y="445733"/>
                </a:lnTo>
                <a:lnTo>
                  <a:pt x="806648" y="445661"/>
                </a:lnTo>
                <a:lnTo>
                  <a:pt x="806817" y="445599"/>
                </a:lnTo>
                <a:lnTo>
                  <a:pt x="806995" y="445537"/>
                </a:lnTo>
                <a:lnTo>
                  <a:pt x="807164" y="445475"/>
                </a:lnTo>
                <a:lnTo>
                  <a:pt x="807333" y="445403"/>
                </a:lnTo>
                <a:lnTo>
                  <a:pt x="807511" y="445341"/>
                </a:lnTo>
                <a:lnTo>
                  <a:pt x="807680" y="445279"/>
                </a:lnTo>
                <a:lnTo>
                  <a:pt x="807849" y="445217"/>
                </a:lnTo>
                <a:lnTo>
                  <a:pt x="808027" y="445145"/>
                </a:lnTo>
                <a:lnTo>
                  <a:pt x="808196" y="445083"/>
                </a:lnTo>
                <a:lnTo>
                  <a:pt x="808374" y="445021"/>
                </a:lnTo>
                <a:lnTo>
                  <a:pt x="808543" y="444950"/>
                </a:lnTo>
                <a:lnTo>
                  <a:pt x="808712" y="444887"/>
                </a:lnTo>
                <a:lnTo>
                  <a:pt x="808890" y="444825"/>
                </a:lnTo>
                <a:lnTo>
                  <a:pt x="809059" y="444754"/>
                </a:lnTo>
                <a:lnTo>
                  <a:pt x="809228" y="444692"/>
                </a:lnTo>
                <a:lnTo>
                  <a:pt x="809406" y="444629"/>
                </a:lnTo>
                <a:lnTo>
                  <a:pt x="809575" y="444558"/>
                </a:lnTo>
                <a:lnTo>
                  <a:pt x="809744" y="444496"/>
                </a:lnTo>
                <a:lnTo>
                  <a:pt x="809922" y="444434"/>
                </a:lnTo>
                <a:lnTo>
                  <a:pt x="810091" y="444363"/>
                </a:lnTo>
                <a:lnTo>
                  <a:pt x="810269" y="444300"/>
                </a:lnTo>
                <a:lnTo>
                  <a:pt x="810438" y="444238"/>
                </a:lnTo>
                <a:lnTo>
                  <a:pt x="810607" y="444167"/>
                </a:lnTo>
                <a:lnTo>
                  <a:pt x="810785" y="444105"/>
                </a:lnTo>
                <a:lnTo>
                  <a:pt x="810954" y="444042"/>
                </a:lnTo>
                <a:lnTo>
                  <a:pt x="811123" y="443971"/>
                </a:lnTo>
                <a:lnTo>
                  <a:pt x="811301" y="443909"/>
                </a:lnTo>
                <a:lnTo>
                  <a:pt x="811470" y="443838"/>
                </a:lnTo>
                <a:lnTo>
                  <a:pt x="811639" y="443775"/>
                </a:lnTo>
                <a:lnTo>
                  <a:pt x="811817" y="443704"/>
                </a:lnTo>
                <a:lnTo>
                  <a:pt x="811986" y="443642"/>
                </a:lnTo>
                <a:lnTo>
                  <a:pt x="812164" y="443580"/>
                </a:lnTo>
                <a:lnTo>
                  <a:pt x="812333" y="443508"/>
                </a:lnTo>
                <a:lnTo>
                  <a:pt x="812502" y="443446"/>
                </a:lnTo>
                <a:lnTo>
                  <a:pt x="812680" y="443375"/>
                </a:lnTo>
                <a:lnTo>
                  <a:pt x="812849" y="443313"/>
                </a:lnTo>
                <a:lnTo>
                  <a:pt x="813018" y="443242"/>
                </a:lnTo>
                <a:lnTo>
                  <a:pt x="813196" y="443179"/>
                </a:lnTo>
                <a:lnTo>
                  <a:pt x="813365" y="443108"/>
                </a:lnTo>
                <a:lnTo>
                  <a:pt x="813534" y="443046"/>
                </a:lnTo>
                <a:lnTo>
                  <a:pt x="813712" y="442975"/>
                </a:lnTo>
                <a:lnTo>
                  <a:pt x="813881" y="442912"/>
                </a:lnTo>
                <a:lnTo>
                  <a:pt x="814050" y="442841"/>
                </a:lnTo>
                <a:lnTo>
                  <a:pt x="814228" y="442779"/>
                </a:lnTo>
                <a:lnTo>
                  <a:pt x="814397" y="442708"/>
                </a:lnTo>
                <a:lnTo>
                  <a:pt x="814575" y="442646"/>
                </a:lnTo>
                <a:lnTo>
                  <a:pt x="814744" y="442574"/>
                </a:lnTo>
                <a:lnTo>
                  <a:pt x="814913" y="442512"/>
                </a:lnTo>
                <a:lnTo>
                  <a:pt x="815091" y="442441"/>
                </a:lnTo>
                <a:lnTo>
                  <a:pt x="815260" y="442370"/>
                </a:lnTo>
                <a:lnTo>
                  <a:pt x="815429" y="442307"/>
                </a:lnTo>
                <a:lnTo>
                  <a:pt x="815607" y="442236"/>
                </a:lnTo>
                <a:lnTo>
                  <a:pt x="815776" y="442174"/>
                </a:lnTo>
                <a:lnTo>
                  <a:pt x="815945" y="442103"/>
                </a:lnTo>
                <a:lnTo>
                  <a:pt x="816123" y="442032"/>
                </a:lnTo>
                <a:lnTo>
                  <a:pt x="816292" y="441969"/>
                </a:lnTo>
                <a:lnTo>
                  <a:pt x="816470" y="441898"/>
                </a:lnTo>
                <a:lnTo>
                  <a:pt x="816639" y="441836"/>
                </a:lnTo>
                <a:lnTo>
                  <a:pt x="816808" y="441765"/>
                </a:lnTo>
                <a:lnTo>
                  <a:pt x="816986" y="441694"/>
                </a:lnTo>
                <a:lnTo>
                  <a:pt x="817155" y="441631"/>
                </a:lnTo>
                <a:lnTo>
                  <a:pt x="817324" y="441560"/>
                </a:lnTo>
                <a:lnTo>
                  <a:pt x="817502" y="441489"/>
                </a:lnTo>
                <a:lnTo>
                  <a:pt x="817671" y="441427"/>
                </a:lnTo>
                <a:lnTo>
                  <a:pt x="817840" y="441356"/>
                </a:lnTo>
                <a:lnTo>
                  <a:pt x="818018" y="441284"/>
                </a:lnTo>
                <a:lnTo>
                  <a:pt x="818187" y="441222"/>
                </a:lnTo>
                <a:lnTo>
                  <a:pt x="818365" y="441151"/>
                </a:lnTo>
                <a:lnTo>
                  <a:pt x="818534" y="441080"/>
                </a:lnTo>
                <a:lnTo>
                  <a:pt x="818703" y="441018"/>
                </a:lnTo>
                <a:lnTo>
                  <a:pt x="818881" y="440946"/>
                </a:lnTo>
                <a:lnTo>
                  <a:pt x="819050" y="440875"/>
                </a:lnTo>
                <a:lnTo>
                  <a:pt x="819219" y="440804"/>
                </a:lnTo>
                <a:lnTo>
                  <a:pt x="819397" y="440742"/>
                </a:lnTo>
                <a:lnTo>
                  <a:pt x="819566" y="440671"/>
                </a:lnTo>
                <a:lnTo>
                  <a:pt x="819735" y="440599"/>
                </a:lnTo>
                <a:lnTo>
                  <a:pt x="819913" y="440528"/>
                </a:lnTo>
                <a:lnTo>
                  <a:pt x="820082" y="440466"/>
                </a:lnTo>
                <a:lnTo>
                  <a:pt x="820260" y="440395"/>
                </a:lnTo>
                <a:lnTo>
                  <a:pt x="820429" y="440324"/>
                </a:lnTo>
                <a:lnTo>
                  <a:pt x="820598" y="440252"/>
                </a:lnTo>
                <a:lnTo>
                  <a:pt x="820776" y="440190"/>
                </a:lnTo>
                <a:lnTo>
                  <a:pt x="820945" y="440119"/>
                </a:lnTo>
                <a:lnTo>
                  <a:pt x="821114" y="440048"/>
                </a:lnTo>
                <a:lnTo>
                  <a:pt x="821292" y="439977"/>
                </a:lnTo>
                <a:lnTo>
                  <a:pt x="821461" y="439905"/>
                </a:lnTo>
                <a:lnTo>
                  <a:pt x="821630" y="439834"/>
                </a:lnTo>
                <a:lnTo>
                  <a:pt x="821808" y="439772"/>
                </a:lnTo>
                <a:lnTo>
                  <a:pt x="821977" y="439701"/>
                </a:lnTo>
                <a:lnTo>
                  <a:pt x="822146" y="439630"/>
                </a:lnTo>
                <a:lnTo>
                  <a:pt x="822324" y="439558"/>
                </a:lnTo>
                <a:lnTo>
                  <a:pt x="822493" y="439487"/>
                </a:lnTo>
                <a:lnTo>
                  <a:pt x="822671" y="439416"/>
                </a:lnTo>
                <a:lnTo>
                  <a:pt x="822840" y="439345"/>
                </a:lnTo>
                <a:lnTo>
                  <a:pt x="823009" y="439283"/>
                </a:lnTo>
                <a:lnTo>
                  <a:pt x="823187" y="439212"/>
                </a:lnTo>
                <a:lnTo>
                  <a:pt x="823356" y="439140"/>
                </a:lnTo>
                <a:lnTo>
                  <a:pt x="823525" y="439069"/>
                </a:lnTo>
                <a:lnTo>
                  <a:pt x="823703" y="438998"/>
                </a:lnTo>
                <a:lnTo>
                  <a:pt x="823872" y="438927"/>
                </a:lnTo>
                <a:lnTo>
                  <a:pt x="824041" y="438856"/>
                </a:lnTo>
                <a:lnTo>
                  <a:pt x="824219" y="438785"/>
                </a:lnTo>
                <a:lnTo>
                  <a:pt x="824388" y="438713"/>
                </a:lnTo>
                <a:lnTo>
                  <a:pt x="824566" y="438642"/>
                </a:lnTo>
                <a:lnTo>
                  <a:pt x="824735" y="438571"/>
                </a:lnTo>
                <a:lnTo>
                  <a:pt x="824904" y="438500"/>
                </a:lnTo>
                <a:lnTo>
                  <a:pt x="825082" y="438429"/>
                </a:lnTo>
                <a:lnTo>
                  <a:pt x="825251" y="438357"/>
                </a:lnTo>
                <a:lnTo>
                  <a:pt x="825420" y="438286"/>
                </a:lnTo>
                <a:lnTo>
                  <a:pt x="825598" y="438215"/>
                </a:lnTo>
                <a:lnTo>
                  <a:pt x="825767" y="438144"/>
                </a:lnTo>
                <a:lnTo>
                  <a:pt x="825936" y="438073"/>
                </a:lnTo>
                <a:lnTo>
                  <a:pt x="826114" y="438002"/>
                </a:lnTo>
                <a:lnTo>
                  <a:pt x="826283" y="437930"/>
                </a:lnTo>
                <a:lnTo>
                  <a:pt x="826461" y="437859"/>
                </a:lnTo>
                <a:lnTo>
                  <a:pt x="826630" y="437788"/>
                </a:lnTo>
                <a:lnTo>
                  <a:pt x="826799" y="437717"/>
                </a:lnTo>
                <a:lnTo>
                  <a:pt x="826977" y="437646"/>
                </a:lnTo>
                <a:lnTo>
                  <a:pt x="827146" y="437575"/>
                </a:lnTo>
                <a:lnTo>
                  <a:pt x="827315" y="437503"/>
                </a:lnTo>
                <a:lnTo>
                  <a:pt x="827493" y="437432"/>
                </a:lnTo>
                <a:lnTo>
                  <a:pt x="827662" y="437361"/>
                </a:lnTo>
                <a:lnTo>
                  <a:pt x="827831" y="437290"/>
                </a:lnTo>
                <a:lnTo>
                  <a:pt x="828009" y="437219"/>
                </a:lnTo>
                <a:lnTo>
                  <a:pt x="828178" y="437147"/>
                </a:lnTo>
                <a:lnTo>
                  <a:pt x="828356" y="437076"/>
                </a:lnTo>
                <a:lnTo>
                  <a:pt x="828525" y="436996"/>
                </a:lnTo>
                <a:lnTo>
                  <a:pt x="828694" y="436925"/>
                </a:lnTo>
                <a:lnTo>
                  <a:pt x="828872" y="436854"/>
                </a:lnTo>
                <a:lnTo>
                  <a:pt x="829041" y="436783"/>
                </a:lnTo>
                <a:lnTo>
                  <a:pt x="829210" y="436712"/>
                </a:lnTo>
                <a:lnTo>
                  <a:pt x="829388" y="436640"/>
                </a:lnTo>
                <a:lnTo>
                  <a:pt x="829557" y="436569"/>
                </a:lnTo>
                <a:lnTo>
                  <a:pt x="829726" y="436489"/>
                </a:lnTo>
                <a:lnTo>
                  <a:pt x="829904" y="436418"/>
                </a:lnTo>
                <a:lnTo>
                  <a:pt x="830073" y="436347"/>
                </a:lnTo>
                <a:lnTo>
                  <a:pt x="830242" y="436276"/>
                </a:lnTo>
                <a:lnTo>
                  <a:pt x="830420" y="436205"/>
                </a:lnTo>
                <a:lnTo>
                  <a:pt x="830589" y="436133"/>
                </a:lnTo>
                <a:lnTo>
                  <a:pt x="830767" y="436053"/>
                </a:lnTo>
                <a:lnTo>
                  <a:pt x="830936" y="435982"/>
                </a:lnTo>
                <a:lnTo>
                  <a:pt x="831105" y="435911"/>
                </a:lnTo>
                <a:lnTo>
                  <a:pt x="831283" y="435840"/>
                </a:lnTo>
                <a:lnTo>
                  <a:pt x="831452" y="435760"/>
                </a:lnTo>
                <a:lnTo>
                  <a:pt x="831621" y="435689"/>
                </a:lnTo>
                <a:lnTo>
                  <a:pt x="831799" y="435617"/>
                </a:lnTo>
                <a:lnTo>
                  <a:pt x="831968" y="435546"/>
                </a:lnTo>
                <a:lnTo>
                  <a:pt x="832137" y="435466"/>
                </a:lnTo>
                <a:lnTo>
                  <a:pt x="832315" y="435395"/>
                </a:lnTo>
                <a:lnTo>
                  <a:pt x="832484" y="435324"/>
                </a:lnTo>
                <a:lnTo>
                  <a:pt x="832662" y="435253"/>
                </a:lnTo>
                <a:lnTo>
                  <a:pt x="832830" y="435172"/>
                </a:lnTo>
                <a:lnTo>
                  <a:pt x="833000" y="435101"/>
                </a:lnTo>
                <a:lnTo>
                  <a:pt x="833177" y="435030"/>
                </a:lnTo>
                <a:lnTo>
                  <a:pt x="833347" y="434950"/>
                </a:lnTo>
                <a:lnTo>
                  <a:pt x="833516" y="434879"/>
                </a:lnTo>
                <a:lnTo>
                  <a:pt x="833694" y="434808"/>
                </a:lnTo>
                <a:lnTo>
                  <a:pt x="833863" y="434728"/>
                </a:lnTo>
                <a:lnTo>
                  <a:pt x="834031" y="434657"/>
                </a:lnTo>
                <a:lnTo>
                  <a:pt x="834209" y="434585"/>
                </a:lnTo>
                <a:lnTo>
                  <a:pt x="834378" y="434505"/>
                </a:lnTo>
                <a:lnTo>
                  <a:pt x="834556" y="434434"/>
                </a:lnTo>
                <a:lnTo>
                  <a:pt x="834725" y="434363"/>
                </a:lnTo>
                <a:lnTo>
                  <a:pt x="834895" y="434283"/>
                </a:lnTo>
                <a:lnTo>
                  <a:pt x="835072" y="434212"/>
                </a:lnTo>
                <a:lnTo>
                  <a:pt x="835242" y="434132"/>
                </a:lnTo>
                <a:lnTo>
                  <a:pt x="835410" y="434060"/>
                </a:lnTo>
                <a:lnTo>
                  <a:pt x="835588" y="433989"/>
                </a:lnTo>
                <a:lnTo>
                  <a:pt x="835757" y="433909"/>
                </a:lnTo>
                <a:lnTo>
                  <a:pt x="835926" y="433838"/>
                </a:lnTo>
                <a:lnTo>
                  <a:pt x="836104" y="433758"/>
                </a:lnTo>
                <a:lnTo>
                  <a:pt x="836273" y="433687"/>
                </a:lnTo>
                <a:lnTo>
                  <a:pt x="836451" y="433607"/>
                </a:lnTo>
                <a:lnTo>
                  <a:pt x="836620" y="433536"/>
                </a:lnTo>
                <a:lnTo>
                  <a:pt x="836789" y="433456"/>
                </a:lnTo>
                <a:lnTo>
                  <a:pt x="836967" y="433384"/>
                </a:lnTo>
                <a:lnTo>
                  <a:pt x="837136" y="433304"/>
                </a:lnTo>
                <a:lnTo>
                  <a:pt x="837305" y="433233"/>
                </a:lnTo>
                <a:lnTo>
                  <a:pt x="837483" y="433153"/>
                </a:lnTo>
                <a:lnTo>
                  <a:pt x="837652" y="433082"/>
                </a:lnTo>
                <a:lnTo>
                  <a:pt x="837821" y="433002"/>
                </a:lnTo>
                <a:lnTo>
                  <a:pt x="837999" y="432931"/>
                </a:lnTo>
                <a:lnTo>
                  <a:pt x="838168" y="432851"/>
                </a:lnTo>
                <a:lnTo>
                  <a:pt x="838337" y="432779"/>
                </a:lnTo>
                <a:lnTo>
                  <a:pt x="838515" y="432699"/>
                </a:lnTo>
                <a:lnTo>
                  <a:pt x="838684" y="432628"/>
                </a:lnTo>
                <a:lnTo>
                  <a:pt x="838862" y="432548"/>
                </a:lnTo>
                <a:lnTo>
                  <a:pt x="839031" y="432477"/>
                </a:lnTo>
                <a:lnTo>
                  <a:pt x="839200" y="432397"/>
                </a:lnTo>
                <a:lnTo>
                  <a:pt x="839378" y="432326"/>
                </a:lnTo>
                <a:lnTo>
                  <a:pt x="839547" y="432246"/>
                </a:lnTo>
                <a:lnTo>
                  <a:pt x="839716" y="432165"/>
                </a:lnTo>
                <a:lnTo>
                  <a:pt x="839894" y="432094"/>
                </a:lnTo>
                <a:lnTo>
                  <a:pt x="840063" y="432014"/>
                </a:lnTo>
                <a:lnTo>
                  <a:pt x="840232" y="431943"/>
                </a:lnTo>
                <a:lnTo>
                  <a:pt x="840410" y="431863"/>
                </a:lnTo>
                <a:lnTo>
                  <a:pt x="840579" y="431783"/>
                </a:lnTo>
                <a:lnTo>
                  <a:pt x="840757" y="431712"/>
                </a:lnTo>
                <a:lnTo>
                  <a:pt x="840926" y="431632"/>
                </a:lnTo>
                <a:lnTo>
                  <a:pt x="841095" y="431552"/>
                </a:lnTo>
                <a:lnTo>
                  <a:pt x="841273" y="431480"/>
                </a:lnTo>
                <a:lnTo>
                  <a:pt x="841442" y="431400"/>
                </a:lnTo>
                <a:lnTo>
                  <a:pt x="841611" y="431320"/>
                </a:lnTo>
                <a:lnTo>
                  <a:pt x="841789" y="431249"/>
                </a:lnTo>
                <a:lnTo>
                  <a:pt x="841958" y="431169"/>
                </a:lnTo>
                <a:lnTo>
                  <a:pt x="842127" y="431089"/>
                </a:lnTo>
                <a:lnTo>
                  <a:pt x="842305" y="431018"/>
                </a:lnTo>
                <a:lnTo>
                  <a:pt x="842474" y="430938"/>
                </a:lnTo>
                <a:lnTo>
                  <a:pt x="842652" y="430858"/>
                </a:lnTo>
                <a:lnTo>
                  <a:pt x="842821" y="430787"/>
                </a:lnTo>
                <a:lnTo>
                  <a:pt x="842990" y="430706"/>
                </a:lnTo>
                <a:lnTo>
                  <a:pt x="843168" y="430626"/>
                </a:lnTo>
                <a:lnTo>
                  <a:pt x="843337" y="430546"/>
                </a:lnTo>
                <a:lnTo>
                  <a:pt x="843506" y="430475"/>
                </a:lnTo>
                <a:lnTo>
                  <a:pt x="843684" y="430395"/>
                </a:lnTo>
                <a:lnTo>
                  <a:pt x="843853" y="430315"/>
                </a:lnTo>
                <a:lnTo>
                  <a:pt x="844022" y="430235"/>
                </a:lnTo>
                <a:lnTo>
                  <a:pt x="844200" y="430155"/>
                </a:lnTo>
                <a:lnTo>
                  <a:pt x="844369" y="430084"/>
                </a:lnTo>
                <a:lnTo>
                  <a:pt x="844547" y="430004"/>
                </a:lnTo>
                <a:lnTo>
                  <a:pt x="844716" y="429924"/>
                </a:lnTo>
                <a:lnTo>
                  <a:pt x="844885" y="429844"/>
                </a:lnTo>
                <a:lnTo>
                  <a:pt x="845063" y="429763"/>
                </a:lnTo>
                <a:lnTo>
                  <a:pt x="845232" y="429692"/>
                </a:lnTo>
                <a:lnTo>
                  <a:pt x="845401" y="429612"/>
                </a:lnTo>
                <a:lnTo>
                  <a:pt x="845579" y="429532"/>
                </a:lnTo>
                <a:lnTo>
                  <a:pt x="845748" y="429452"/>
                </a:lnTo>
                <a:lnTo>
                  <a:pt x="845917" y="429372"/>
                </a:lnTo>
                <a:lnTo>
                  <a:pt x="846095" y="429292"/>
                </a:lnTo>
                <a:lnTo>
                  <a:pt x="846264" y="429221"/>
                </a:lnTo>
                <a:lnTo>
                  <a:pt x="846433" y="429141"/>
                </a:lnTo>
                <a:lnTo>
                  <a:pt x="846611" y="429061"/>
                </a:lnTo>
                <a:lnTo>
                  <a:pt x="846780" y="428981"/>
                </a:lnTo>
                <a:lnTo>
                  <a:pt x="846958" y="428901"/>
                </a:lnTo>
                <a:lnTo>
                  <a:pt x="847127" y="428820"/>
                </a:lnTo>
                <a:lnTo>
                  <a:pt x="847296" y="428740"/>
                </a:lnTo>
                <a:lnTo>
                  <a:pt x="847474" y="428660"/>
                </a:lnTo>
                <a:lnTo>
                  <a:pt x="847643" y="428580"/>
                </a:lnTo>
                <a:lnTo>
                  <a:pt x="847812" y="428500"/>
                </a:lnTo>
                <a:lnTo>
                  <a:pt x="847990" y="428420"/>
                </a:lnTo>
                <a:lnTo>
                  <a:pt x="848159" y="428340"/>
                </a:lnTo>
                <a:lnTo>
                  <a:pt x="848328" y="428269"/>
                </a:lnTo>
                <a:lnTo>
                  <a:pt x="848506" y="428189"/>
                </a:lnTo>
                <a:lnTo>
                  <a:pt x="848675" y="428109"/>
                </a:lnTo>
                <a:lnTo>
                  <a:pt x="848853" y="428029"/>
                </a:lnTo>
                <a:lnTo>
                  <a:pt x="849022" y="427949"/>
                </a:lnTo>
                <a:lnTo>
                  <a:pt x="849191" y="427869"/>
                </a:lnTo>
                <a:lnTo>
                  <a:pt x="849369" y="427789"/>
                </a:lnTo>
                <a:lnTo>
                  <a:pt x="849538" y="427708"/>
                </a:lnTo>
                <a:lnTo>
                  <a:pt x="849707" y="427628"/>
                </a:lnTo>
                <a:lnTo>
                  <a:pt x="849885" y="427548"/>
                </a:lnTo>
                <a:lnTo>
                  <a:pt x="850054" y="427468"/>
                </a:lnTo>
                <a:lnTo>
                  <a:pt x="850223" y="427388"/>
                </a:lnTo>
                <a:lnTo>
                  <a:pt x="850401" y="427299"/>
                </a:lnTo>
                <a:lnTo>
                  <a:pt x="850570" y="427219"/>
                </a:lnTo>
                <a:lnTo>
                  <a:pt x="850748" y="427139"/>
                </a:lnTo>
                <a:lnTo>
                  <a:pt x="850917" y="427059"/>
                </a:lnTo>
                <a:lnTo>
                  <a:pt x="851086" y="426979"/>
                </a:lnTo>
                <a:lnTo>
                  <a:pt x="851264" y="426899"/>
                </a:lnTo>
                <a:lnTo>
                  <a:pt x="851433" y="426819"/>
                </a:lnTo>
                <a:lnTo>
                  <a:pt x="851602" y="426739"/>
                </a:lnTo>
                <a:lnTo>
                  <a:pt x="851780" y="426659"/>
                </a:lnTo>
                <a:lnTo>
                  <a:pt x="851949" y="426579"/>
                </a:lnTo>
                <a:lnTo>
                  <a:pt x="852118" y="426498"/>
                </a:lnTo>
                <a:lnTo>
                  <a:pt x="852296" y="426410"/>
                </a:lnTo>
                <a:lnTo>
                  <a:pt x="852465" y="426329"/>
                </a:lnTo>
                <a:lnTo>
                  <a:pt x="852643" y="426249"/>
                </a:lnTo>
                <a:lnTo>
                  <a:pt x="852812" y="426169"/>
                </a:lnTo>
                <a:lnTo>
                  <a:pt x="852981" y="426089"/>
                </a:lnTo>
                <a:lnTo>
                  <a:pt x="853159" y="426009"/>
                </a:lnTo>
                <a:lnTo>
                  <a:pt x="853328" y="425929"/>
                </a:lnTo>
                <a:lnTo>
                  <a:pt x="853497" y="425840"/>
                </a:lnTo>
                <a:lnTo>
                  <a:pt x="853675" y="425760"/>
                </a:lnTo>
                <a:lnTo>
                  <a:pt x="853844" y="425680"/>
                </a:lnTo>
                <a:lnTo>
                  <a:pt x="854013" y="425600"/>
                </a:lnTo>
                <a:lnTo>
                  <a:pt x="854191" y="425520"/>
                </a:lnTo>
                <a:lnTo>
                  <a:pt x="854360" y="425431"/>
                </a:lnTo>
                <a:lnTo>
                  <a:pt x="854529" y="425351"/>
                </a:lnTo>
                <a:lnTo>
                  <a:pt x="854707" y="425271"/>
                </a:lnTo>
                <a:lnTo>
                  <a:pt x="854876" y="425191"/>
                </a:lnTo>
                <a:lnTo>
                  <a:pt x="855054" y="425111"/>
                </a:lnTo>
                <a:lnTo>
                  <a:pt x="855223" y="425022"/>
                </a:lnTo>
                <a:lnTo>
                  <a:pt x="855392" y="424942"/>
                </a:lnTo>
                <a:lnTo>
                  <a:pt x="855570" y="424862"/>
                </a:lnTo>
                <a:lnTo>
                  <a:pt x="855739" y="424773"/>
                </a:lnTo>
                <a:lnTo>
                  <a:pt x="855908" y="424692"/>
                </a:lnTo>
                <a:lnTo>
                  <a:pt x="856086" y="424612"/>
                </a:lnTo>
                <a:lnTo>
                  <a:pt x="856255" y="424532"/>
                </a:lnTo>
                <a:lnTo>
                  <a:pt x="856424" y="424443"/>
                </a:lnTo>
                <a:lnTo>
                  <a:pt x="856602" y="424363"/>
                </a:lnTo>
                <a:lnTo>
                  <a:pt x="856771" y="424283"/>
                </a:lnTo>
                <a:lnTo>
                  <a:pt x="856949" y="424194"/>
                </a:lnTo>
                <a:lnTo>
                  <a:pt x="857118" y="424114"/>
                </a:lnTo>
                <a:lnTo>
                  <a:pt x="857287" y="424034"/>
                </a:lnTo>
                <a:lnTo>
                  <a:pt x="857465" y="423945"/>
                </a:lnTo>
                <a:lnTo>
                  <a:pt x="857634" y="423865"/>
                </a:lnTo>
                <a:lnTo>
                  <a:pt x="857803" y="423785"/>
                </a:lnTo>
                <a:lnTo>
                  <a:pt x="857981" y="423696"/>
                </a:lnTo>
                <a:lnTo>
                  <a:pt x="858150" y="423616"/>
                </a:lnTo>
                <a:lnTo>
                  <a:pt x="858319" y="423536"/>
                </a:lnTo>
                <a:lnTo>
                  <a:pt x="858497" y="423447"/>
                </a:lnTo>
                <a:lnTo>
                  <a:pt x="858666" y="423367"/>
                </a:lnTo>
                <a:lnTo>
                  <a:pt x="858844" y="423278"/>
                </a:lnTo>
                <a:lnTo>
                  <a:pt x="859013" y="423198"/>
                </a:lnTo>
                <a:lnTo>
                  <a:pt x="859182" y="423118"/>
                </a:lnTo>
                <a:lnTo>
                  <a:pt x="859360" y="423029"/>
                </a:lnTo>
                <a:lnTo>
                  <a:pt x="859529" y="422949"/>
                </a:lnTo>
                <a:lnTo>
                  <a:pt x="859698" y="422860"/>
                </a:lnTo>
                <a:lnTo>
                  <a:pt x="859876" y="422780"/>
                </a:lnTo>
                <a:lnTo>
                  <a:pt x="860045" y="422691"/>
                </a:lnTo>
                <a:lnTo>
                  <a:pt x="860214" y="422611"/>
                </a:lnTo>
                <a:lnTo>
                  <a:pt x="860392" y="422522"/>
                </a:lnTo>
                <a:lnTo>
                  <a:pt x="860561" y="422442"/>
                </a:lnTo>
                <a:lnTo>
                  <a:pt x="860739" y="422362"/>
                </a:lnTo>
                <a:lnTo>
                  <a:pt x="860908" y="422273"/>
                </a:lnTo>
                <a:lnTo>
                  <a:pt x="861077" y="422193"/>
                </a:lnTo>
                <a:lnTo>
                  <a:pt x="861255" y="422104"/>
                </a:lnTo>
                <a:lnTo>
                  <a:pt x="861424" y="422024"/>
                </a:lnTo>
                <a:lnTo>
                  <a:pt x="861593" y="421935"/>
                </a:lnTo>
                <a:lnTo>
                  <a:pt x="861771" y="421855"/>
                </a:lnTo>
                <a:lnTo>
                  <a:pt x="861940" y="421766"/>
                </a:lnTo>
                <a:lnTo>
                  <a:pt x="862109" y="421677"/>
                </a:lnTo>
                <a:lnTo>
                  <a:pt x="862287" y="421597"/>
                </a:lnTo>
                <a:lnTo>
                  <a:pt x="862456" y="421508"/>
                </a:lnTo>
                <a:lnTo>
                  <a:pt x="862625" y="421428"/>
                </a:lnTo>
                <a:lnTo>
                  <a:pt x="862803" y="421339"/>
                </a:lnTo>
                <a:lnTo>
                  <a:pt x="862972" y="421258"/>
                </a:lnTo>
                <a:lnTo>
                  <a:pt x="863150" y="421169"/>
                </a:lnTo>
                <a:lnTo>
                  <a:pt x="863319" y="421089"/>
                </a:lnTo>
                <a:lnTo>
                  <a:pt x="863488" y="421001"/>
                </a:lnTo>
                <a:lnTo>
                  <a:pt x="863666" y="420911"/>
                </a:lnTo>
                <a:lnTo>
                  <a:pt x="863835" y="420831"/>
                </a:lnTo>
                <a:lnTo>
                  <a:pt x="864004" y="420742"/>
                </a:lnTo>
                <a:lnTo>
                  <a:pt x="864182" y="420662"/>
                </a:lnTo>
                <a:lnTo>
                  <a:pt x="864351" y="420573"/>
                </a:lnTo>
                <a:lnTo>
                  <a:pt x="864520" y="420484"/>
                </a:lnTo>
                <a:lnTo>
                  <a:pt x="864698" y="420404"/>
                </a:lnTo>
                <a:lnTo>
                  <a:pt x="864867" y="420315"/>
                </a:lnTo>
                <a:lnTo>
                  <a:pt x="865045" y="420227"/>
                </a:lnTo>
                <a:lnTo>
                  <a:pt x="865214" y="420146"/>
                </a:lnTo>
                <a:lnTo>
                  <a:pt x="865383" y="420057"/>
                </a:lnTo>
                <a:lnTo>
                  <a:pt x="865561" y="419968"/>
                </a:lnTo>
                <a:lnTo>
                  <a:pt x="865730" y="419888"/>
                </a:lnTo>
                <a:lnTo>
                  <a:pt x="865899" y="419799"/>
                </a:lnTo>
                <a:lnTo>
                  <a:pt x="866077" y="419710"/>
                </a:lnTo>
                <a:lnTo>
                  <a:pt x="866246" y="419630"/>
                </a:lnTo>
                <a:lnTo>
                  <a:pt x="866415" y="419541"/>
                </a:lnTo>
                <a:lnTo>
                  <a:pt x="866593" y="419453"/>
                </a:lnTo>
                <a:lnTo>
                  <a:pt x="866762" y="419363"/>
                </a:lnTo>
                <a:lnTo>
                  <a:pt x="866940" y="419283"/>
                </a:lnTo>
                <a:lnTo>
                  <a:pt x="867109" y="419195"/>
                </a:lnTo>
                <a:lnTo>
                  <a:pt x="867278" y="419106"/>
                </a:lnTo>
                <a:lnTo>
                  <a:pt x="867456" y="419025"/>
                </a:lnTo>
                <a:lnTo>
                  <a:pt x="867624" y="418936"/>
                </a:lnTo>
                <a:lnTo>
                  <a:pt x="867794" y="418848"/>
                </a:lnTo>
                <a:lnTo>
                  <a:pt x="867971" y="418759"/>
                </a:lnTo>
                <a:lnTo>
                  <a:pt x="868141" y="418670"/>
                </a:lnTo>
                <a:lnTo>
                  <a:pt x="868310" y="418589"/>
                </a:lnTo>
                <a:lnTo>
                  <a:pt x="868488" y="418501"/>
                </a:lnTo>
                <a:lnTo>
                  <a:pt x="868657" y="418412"/>
                </a:lnTo>
                <a:lnTo>
                  <a:pt x="868835" y="418323"/>
                </a:lnTo>
                <a:lnTo>
                  <a:pt x="869003" y="418234"/>
                </a:lnTo>
                <a:lnTo>
                  <a:pt x="869172" y="418154"/>
                </a:lnTo>
                <a:lnTo>
                  <a:pt x="869350" y="418065"/>
                </a:lnTo>
                <a:lnTo>
                  <a:pt x="869519" y="417976"/>
                </a:lnTo>
                <a:lnTo>
                  <a:pt x="869689" y="417887"/>
                </a:lnTo>
                <a:lnTo>
                  <a:pt x="869866" y="417798"/>
                </a:lnTo>
                <a:lnTo>
                  <a:pt x="870036" y="417718"/>
                </a:lnTo>
                <a:lnTo>
                  <a:pt x="870204" y="417629"/>
                </a:lnTo>
                <a:lnTo>
                  <a:pt x="870382" y="417540"/>
                </a:lnTo>
                <a:lnTo>
                  <a:pt x="870551" y="417451"/>
                </a:lnTo>
                <a:lnTo>
                  <a:pt x="870721" y="417362"/>
                </a:lnTo>
                <a:lnTo>
                  <a:pt x="870898" y="417273"/>
                </a:lnTo>
                <a:lnTo>
                  <a:pt x="871067" y="417184"/>
                </a:lnTo>
                <a:lnTo>
                  <a:pt x="871245" y="417095"/>
                </a:lnTo>
                <a:lnTo>
                  <a:pt x="871414" y="417015"/>
                </a:lnTo>
                <a:lnTo>
                  <a:pt x="871583" y="416926"/>
                </a:lnTo>
                <a:lnTo>
                  <a:pt x="871761" y="416837"/>
                </a:lnTo>
                <a:lnTo>
                  <a:pt x="871930" y="416748"/>
                </a:lnTo>
                <a:lnTo>
                  <a:pt x="872099" y="416659"/>
                </a:lnTo>
                <a:lnTo>
                  <a:pt x="872277" y="416570"/>
                </a:lnTo>
                <a:lnTo>
                  <a:pt x="872446" y="416481"/>
                </a:lnTo>
                <a:lnTo>
                  <a:pt x="872616" y="416392"/>
                </a:lnTo>
                <a:lnTo>
                  <a:pt x="872793" y="416303"/>
                </a:lnTo>
                <a:lnTo>
                  <a:pt x="872962" y="416214"/>
                </a:lnTo>
                <a:lnTo>
                  <a:pt x="873140" y="416125"/>
                </a:lnTo>
                <a:lnTo>
                  <a:pt x="873309" y="416036"/>
                </a:lnTo>
                <a:lnTo>
                  <a:pt x="873478" y="415947"/>
                </a:lnTo>
                <a:lnTo>
                  <a:pt x="873656" y="415858"/>
                </a:lnTo>
                <a:lnTo>
                  <a:pt x="873825" y="415769"/>
                </a:lnTo>
                <a:lnTo>
                  <a:pt x="873994" y="415680"/>
                </a:lnTo>
                <a:lnTo>
                  <a:pt x="874172" y="415591"/>
                </a:lnTo>
                <a:lnTo>
                  <a:pt x="874341" y="415502"/>
                </a:lnTo>
                <a:lnTo>
                  <a:pt x="874510" y="415414"/>
                </a:lnTo>
                <a:lnTo>
                  <a:pt x="874688" y="415325"/>
                </a:lnTo>
                <a:lnTo>
                  <a:pt x="874857" y="415236"/>
                </a:lnTo>
                <a:lnTo>
                  <a:pt x="875035" y="415147"/>
                </a:lnTo>
                <a:lnTo>
                  <a:pt x="875204" y="415058"/>
                </a:lnTo>
                <a:lnTo>
                  <a:pt x="875373" y="414969"/>
                </a:lnTo>
                <a:lnTo>
                  <a:pt x="875551" y="414880"/>
                </a:lnTo>
                <a:lnTo>
                  <a:pt x="875720" y="414791"/>
                </a:lnTo>
                <a:lnTo>
                  <a:pt x="875889" y="414702"/>
                </a:lnTo>
                <a:lnTo>
                  <a:pt x="876067" y="414613"/>
                </a:lnTo>
                <a:lnTo>
                  <a:pt x="876236" y="414524"/>
                </a:lnTo>
                <a:lnTo>
                  <a:pt x="876405" y="414435"/>
                </a:lnTo>
                <a:lnTo>
                  <a:pt x="876583" y="414346"/>
                </a:lnTo>
                <a:lnTo>
                  <a:pt x="876752" y="414257"/>
                </a:lnTo>
                <a:lnTo>
                  <a:pt x="876930" y="414159"/>
                </a:lnTo>
                <a:lnTo>
                  <a:pt x="877099" y="414070"/>
                </a:lnTo>
                <a:lnTo>
                  <a:pt x="877268" y="413981"/>
                </a:lnTo>
                <a:lnTo>
                  <a:pt x="877446" y="413892"/>
                </a:lnTo>
                <a:lnTo>
                  <a:pt x="877615" y="413803"/>
                </a:lnTo>
                <a:lnTo>
                  <a:pt x="877784" y="413714"/>
                </a:lnTo>
                <a:lnTo>
                  <a:pt x="877962" y="413625"/>
                </a:lnTo>
                <a:lnTo>
                  <a:pt x="878131" y="413536"/>
                </a:lnTo>
                <a:lnTo>
                  <a:pt x="878300" y="413439"/>
                </a:lnTo>
                <a:lnTo>
                  <a:pt x="878478" y="413349"/>
                </a:lnTo>
                <a:lnTo>
                  <a:pt x="878647" y="413261"/>
                </a:lnTo>
                <a:lnTo>
                  <a:pt x="878816" y="413172"/>
                </a:lnTo>
                <a:lnTo>
                  <a:pt x="878994" y="413083"/>
                </a:lnTo>
                <a:lnTo>
                  <a:pt x="879163" y="412994"/>
                </a:lnTo>
                <a:lnTo>
                  <a:pt x="879341" y="412896"/>
                </a:lnTo>
                <a:lnTo>
                  <a:pt x="879510" y="412807"/>
                </a:lnTo>
                <a:lnTo>
                  <a:pt x="879679" y="412718"/>
                </a:lnTo>
                <a:lnTo>
                  <a:pt x="879857" y="412629"/>
                </a:lnTo>
                <a:lnTo>
                  <a:pt x="880026" y="412540"/>
                </a:lnTo>
                <a:lnTo>
                  <a:pt x="880195" y="412442"/>
                </a:lnTo>
                <a:lnTo>
                  <a:pt x="880373" y="412353"/>
                </a:lnTo>
                <a:lnTo>
                  <a:pt x="880542" y="412264"/>
                </a:lnTo>
                <a:lnTo>
                  <a:pt x="880711" y="412175"/>
                </a:lnTo>
                <a:lnTo>
                  <a:pt x="880889" y="412086"/>
                </a:lnTo>
                <a:lnTo>
                  <a:pt x="881058" y="411988"/>
                </a:lnTo>
                <a:lnTo>
                  <a:pt x="881236" y="411899"/>
                </a:lnTo>
                <a:lnTo>
                  <a:pt x="881405" y="411810"/>
                </a:lnTo>
                <a:lnTo>
                  <a:pt x="881574" y="411721"/>
                </a:lnTo>
                <a:lnTo>
                  <a:pt x="881752" y="411624"/>
                </a:lnTo>
                <a:lnTo>
                  <a:pt x="881921" y="411535"/>
                </a:lnTo>
                <a:lnTo>
                  <a:pt x="882090" y="411446"/>
                </a:lnTo>
                <a:lnTo>
                  <a:pt x="882268" y="411348"/>
                </a:lnTo>
                <a:lnTo>
                  <a:pt x="882437" y="411259"/>
                </a:lnTo>
                <a:lnTo>
                  <a:pt x="882606" y="411170"/>
                </a:lnTo>
                <a:lnTo>
                  <a:pt x="882784" y="411081"/>
                </a:lnTo>
                <a:lnTo>
                  <a:pt x="882953" y="410983"/>
                </a:lnTo>
                <a:lnTo>
                  <a:pt x="883131" y="410894"/>
                </a:lnTo>
                <a:lnTo>
                  <a:pt x="883300" y="410805"/>
                </a:lnTo>
                <a:lnTo>
                  <a:pt x="883469" y="410707"/>
                </a:lnTo>
                <a:lnTo>
                  <a:pt x="883647" y="410618"/>
                </a:lnTo>
                <a:lnTo>
                  <a:pt x="883816" y="410529"/>
                </a:lnTo>
                <a:lnTo>
                  <a:pt x="883985" y="410432"/>
                </a:lnTo>
                <a:lnTo>
                  <a:pt x="884163" y="410343"/>
                </a:lnTo>
                <a:lnTo>
                  <a:pt x="884332" y="410254"/>
                </a:lnTo>
                <a:lnTo>
                  <a:pt x="884501" y="410156"/>
                </a:lnTo>
                <a:lnTo>
                  <a:pt x="884679" y="410067"/>
                </a:lnTo>
                <a:lnTo>
                  <a:pt x="884848" y="409978"/>
                </a:lnTo>
                <a:lnTo>
                  <a:pt x="885026" y="409880"/>
                </a:lnTo>
                <a:lnTo>
                  <a:pt x="885195" y="409791"/>
                </a:lnTo>
                <a:lnTo>
                  <a:pt x="885364" y="409702"/>
                </a:lnTo>
                <a:lnTo>
                  <a:pt x="885542" y="409604"/>
                </a:lnTo>
                <a:lnTo>
                  <a:pt x="885711" y="409515"/>
                </a:lnTo>
                <a:lnTo>
                  <a:pt x="885880" y="409417"/>
                </a:lnTo>
                <a:lnTo>
                  <a:pt x="886058" y="409328"/>
                </a:lnTo>
                <a:lnTo>
                  <a:pt x="886227" y="409239"/>
                </a:lnTo>
                <a:lnTo>
                  <a:pt x="886396" y="409141"/>
                </a:lnTo>
                <a:lnTo>
                  <a:pt x="886574" y="409053"/>
                </a:lnTo>
                <a:lnTo>
                  <a:pt x="886743" y="408955"/>
                </a:lnTo>
                <a:lnTo>
                  <a:pt x="886912" y="408866"/>
                </a:lnTo>
                <a:lnTo>
                  <a:pt x="887090" y="408777"/>
                </a:lnTo>
                <a:lnTo>
                  <a:pt x="887259" y="408679"/>
                </a:lnTo>
                <a:lnTo>
                  <a:pt x="887437" y="408590"/>
                </a:lnTo>
                <a:lnTo>
                  <a:pt x="887606" y="408492"/>
                </a:lnTo>
                <a:lnTo>
                  <a:pt x="887775" y="408403"/>
                </a:lnTo>
                <a:lnTo>
                  <a:pt x="887953" y="408305"/>
                </a:lnTo>
                <a:lnTo>
                  <a:pt x="888122" y="408216"/>
                </a:lnTo>
                <a:lnTo>
                  <a:pt x="888291" y="408118"/>
                </a:lnTo>
                <a:lnTo>
                  <a:pt x="888469" y="408029"/>
                </a:lnTo>
                <a:lnTo>
                  <a:pt x="888638" y="407932"/>
                </a:lnTo>
                <a:lnTo>
                  <a:pt x="888807" y="407843"/>
                </a:lnTo>
                <a:lnTo>
                  <a:pt x="888985" y="407754"/>
                </a:lnTo>
                <a:lnTo>
                  <a:pt x="889154" y="407656"/>
                </a:lnTo>
                <a:lnTo>
                  <a:pt x="889332" y="407567"/>
                </a:lnTo>
                <a:lnTo>
                  <a:pt x="889501" y="407469"/>
                </a:lnTo>
                <a:lnTo>
                  <a:pt x="889670" y="407380"/>
                </a:lnTo>
                <a:lnTo>
                  <a:pt x="889848" y="407282"/>
                </a:lnTo>
                <a:lnTo>
                  <a:pt x="890017" y="407193"/>
                </a:lnTo>
                <a:lnTo>
                  <a:pt x="890186" y="407095"/>
                </a:lnTo>
                <a:lnTo>
                  <a:pt x="890364" y="407006"/>
                </a:lnTo>
                <a:lnTo>
                  <a:pt x="890533" y="406908"/>
                </a:lnTo>
                <a:lnTo>
                  <a:pt x="890702" y="406820"/>
                </a:lnTo>
                <a:lnTo>
                  <a:pt x="890880" y="406722"/>
                </a:lnTo>
                <a:lnTo>
                  <a:pt x="891049" y="406633"/>
                </a:lnTo>
                <a:lnTo>
                  <a:pt x="891227" y="406535"/>
                </a:lnTo>
                <a:lnTo>
                  <a:pt x="891396" y="406437"/>
                </a:lnTo>
                <a:lnTo>
                  <a:pt x="891565" y="406348"/>
                </a:lnTo>
                <a:lnTo>
                  <a:pt x="891743" y="406250"/>
                </a:lnTo>
                <a:lnTo>
                  <a:pt x="891912" y="406161"/>
                </a:lnTo>
                <a:lnTo>
                  <a:pt x="892081" y="406063"/>
                </a:lnTo>
                <a:lnTo>
                  <a:pt x="892259" y="405974"/>
                </a:lnTo>
                <a:lnTo>
                  <a:pt x="892428" y="405877"/>
                </a:lnTo>
                <a:lnTo>
                  <a:pt x="892597" y="405787"/>
                </a:lnTo>
                <a:lnTo>
                  <a:pt x="892775" y="405690"/>
                </a:lnTo>
                <a:lnTo>
                  <a:pt x="892944" y="405592"/>
                </a:lnTo>
                <a:lnTo>
                  <a:pt x="893122" y="405503"/>
                </a:lnTo>
                <a:lnTo>
                  <a:pt x="893291" y="405405"/>
                </a:lnTo>
                <a:lnTo>
                  <a:pt x="893460" y="405316"/>
                </a:lnTo>
                <a:lnTo>
                  <a:pt x="893638" y="405218"/>
                </a:lnTo>
                <a:lnTo>
                  <a:pt x="893807" y="405129"/>
                </a:lnTo>
                <a:lnTo>
                  <a:pt x="893976" y="405031"/>
                </a:lnTo>
                <a:lnTo>
                  <a:pt x="894154" y="404933"/>
                </a:lnTo>
                <a:lnTo>
                  <a:pt x="894323" y="404845"/>
                </a:lnTo>
                <a:lnTo>
                  <a:pt x="894492" y="404747"/>
                </a:lnTo>
                <a:lnTo>
                  <a:pt x="894670" y="404658"/>
                </a:lnTo>
                <a:lnTo>
                  <a:pt x="894839" y="404560"/>
                </a:lnTo>
                <a:lnTo>
                  <a:pt x="895008" y="404462"/>
                </a:lnTo>
                <a:lnTo>
                  <a:pt x="895186" y="404373"/>
                </a:lnTo>
                <a:lnTo>
                  <a:pt x="895355" y="404275"/>
                </a:lnTo>
                <a:lnTo>
                  <a:pt x="895533" y="404177"/>
                </a:lnTo>
                <a:lnTo>
                  <a:pt x="895702" y="404088"/>
                </a:lnTo>
                <a:lnTo>
                  <a:pt x="895871" y="403991"/>
                </a:lnTo>
                <a:lnTo>
                  <a:pt x="896049" y="403893"/>
                </a:lnTo>
                <a:lnTo>
                  <a:pt x="896218" y="403804"/>
                </a:lnTo>
                <a:lnTo>
                  <a:pt x="896387" y="403706"/>
                </a:lnTo>
                <a:lnTo>
                  <a:pt x="896565" y="403617"/>
                </a:lnTo>
                <a:lnTo>
                  <a:pt x="896734" y="403519"/>
                </a:lnTo>
                <a:lnTo>
                  <a:pt x="896903" y="403421"/>
                </a:lnTo>
                <a:lnTo>
                  <a:pt x="897081" y="403332"/>
                </a:lnTo>
                <a:lnTo>
                  <a:pt x="897250" y="403234"/>
                </a:lnTo>
                <a:lnTo>
                  <a:pt x="897428" y="403136"/>
                </a:lnTo>
                <a:lnTo>
                  <a:pt x="897597" y="403047"/>
                </a:lnTo>
                <a:lnTo>
                  <a:pt x="897766" y="402950"/>
                </a:lnTo>
                <a:lnTo>
                  <a:pt x="897944" y="402852"/>
                </a:lnTo>
                <a:lnTo>
                  <a:pt x="898113" y="402763"/>
                </a:lnTo>
                <a:lnTo>
                  <a:pt x="898282" y="402665"/>
                </a:lnTo>
                <a:lnTo>
                  <a:pt x="898460" y="402567"/>
                </a:lnTo>
                <a:lnTo>
                  <a:pt x="898629" y="402478"/>
                </a:lnTo>
                <a:lnTo>
                  <a:pt x="898798" y="402380"/>
                </a:lnTo>
                <a:lnTo>
                  <a:pt x="898976" y="402282"/>
                </a:lnTo>
                <a:lnTo>
                  <a:pt x="899145" y="402193"/>
                </a:lnTo>
                <a:lnTo>
                  <a:pt x="899323" y="402096"/>
                </a:lnTo>
                <a:lnTo>
                  <a:pt x="899492" y="401998"/>
                </a:lnTo>
                <a:lnTo>
                  <a:pt x="899661" y="401900"/>
                </a:lnTo>
                <a:lnTo>
                  <a:pt x="899839" y="401811"/>
                </a:lnTo>
                <a:lnTo>
                  <a:pt x="900008" y="401713"/>
                </a:lnTo>
                <a:lnTo>
                  <a:pt x="900177" y="401615"/>
                </a:lnTo>
                <a:lnTo>
                  <a:pt x="900355" y="401526"/>
                </a:lnTo>
                <a:lnTo>
                  <a:pt x="900524" y="401428"/>
                </a:lnTo>
                <a:lnTo>
                  <a:pt x="900693" y="401330"/>
                </a:lnTo>
                <a:lnTo>
                  <a:pt x="900871" y="401233"/>
                </a:lnTo>
                <a:lnTo>
                  <a:pt x="901040" y="401144"/>
                </a:lnTo>
                <a:lnTo>
                  <a:pt x="901218" y="401046"/>
                </a:lnTo>
                <a:lnTo>
                  <a:pt x="901387" y="400948"/>
                </a:lnTo>
                <a:lnTo>
                  <a:pt x="901556" y="400859"/>
                </a:lnTo>
                <a:lnTo>
                  <a:pt x="901734" y="400761"/>
                </a:lnTo>
                <a:lnTo>
                  <a:pt x="901903" y="400663"/>
                </a:lnTo>
                <a:lnTo>
                  <a:pt x="902072" y="400565"/>
                </a:lnTo>
                <a:lnTo>
                  <a:pt x="902250" y="400476"/>
                </a:lnTo>
                <a:lnTo>
                  <a:pt x="902419" y="400378"/>
                </a:lnTo>
                <a:lnTo>
                  <a:pt x="902588" y="400281"/>
                </a:lnTo>
                <a:lnTo>
                  <a:pt x="902765" y="400183"/>
                </a:lnTo>
                <a:lnTo>
                  <a:pt x="902935" y="400094"/>
                </a:lnTo>
                <a:lnTo>
                  <a:pt x="903104" y="399996"/>
                </a:lnTo>
                <a:lnTo>
                  <a:pt x="903282" y="399898"/>
                </a:lnTo>
                <a:lnTo>
                  <a:pt x="903451" y="399800"/>
                </a:lnTo>
                <a:lnTo>
                  <a:pt x="903629" y="399711"/>
                </a:lnTo>
                <a:lnTo>
                  <a:pt x="903797" y="399613"/>
                </a:lnTo>
                <a:lnTo>
                  <a:pt x="903967" y="399516"/>
                </a:lnTo>
                <a:lnTo>
                  <a:pt x="904144" y="399418"/>
                </a:lnTo>
                <a:lnTo>
                  <a:pt x="904313" y="399329"/>
                </a:lnTo>
                <a:lnTo>
                  <a:pt x="904483" y="399231"/>
                </a:lnTo>
                <a:lnTo>
                  <a:pt x="904660" y="399133"/>
                </a:lnTo>
                <a:lnTo>
                  <a:pt x="904830" y="399035"/>
                </a:lnTo>
                <a:lnTo>
                  <a:pt x="904998" y="398946"/>
                </a:lnTo>
                <a:lnTo>
                  <a:pt x="905176" y="398848"/>
                </a:lnTo>
                <a:lnTo>
                  <a:pt x="905345" y="398750"/>
                </a:lnTo>
                <a:lnTo>
                  <a:pt x="905523" y="398653"/>
                </a:lnTo>
                <a:lnTo>
                  <a:pt x="905692" y="398564"/>
                </a:lnTo>
                <a:lnTo>
                  <a:pt x="905862" y="398466"/>
                </a:lnTo>
                <a:lnTo>
                  <a:pt x="906039" y="398368"/>
                </a:lnTo>
                <a:lnTo>
                  <a:pt x="906208" y="398270"/>
                </a:lnTo>
                <a:lnTo>
                  <a:pt x="906377" y="398181"/>
                </a:lnTo>
                <a:lnTo>
                  <a:pt x="906555" y="398083"/>
                </a:lnTo>
                <a:lnTo>
                  <a:pt x="906724" y="397985"/>
                </a:lnTo>
                <a:lnTo>
                  <a:pt x="906893" y="397888"/>
                </a:lnTo>
                <a:lnTo>
                  <a:pt x="907071" y="397799"/>
                </a:lnTo>
                <a:lnTo>
                  <a:pt x="907240" y="397701"/>
                </a:lnTo>
                <a:lnTo>
                  <a:pt x="907418" y="397603"/>
                </a:lnTo>
                <a:lnTo>
                  <a:pt x="907587" y="397505"/>
                </a:lnTo>
                <a:lnTo>
                  <a:pt x="907756" y="397416"/>
                </a:lnTo>
                <a:lnTo>
                  <a:pt x="907934" y="397318"/>
                </a:lnTo>
                <a:lnTo>
                  <a:pt x="908103" y="397220"/>
                </a:lnTo>
                <a:lnTo>
                  <a:pt x="908272" y="397122"/>
                </a:lnTo>
                <a:lnTo>
                  <a:pt x="908450" y="397025"/>
                </a:lnTo>
                <a:lnTo>
                  <a:pt x="908619" y="396936"/>
                </a:lnTo>
                <a:lnTo>
                  <a:pt x="908788" y="396838"/>
                </a:lnTo>
                <a:lnTo>
                  <a:pt x="908966" y="396740"/>
                </a:lnTo>
                <a:lnTo>
                  <a:pt x="909135" y="396642"/>
                </a:lnTo>
                <a:lnTo>
                  <a:pt x="909313" y="396553"/>
                </a:lnTo>
                <a:lnTo>
                  <a:pt x="909482" y="396455"/>
                </a:lnTo>
                <a:lnTo>
                  <a:pt x="909651" y="396357"/>
                </a:lnTo>
                <a:lnTo>
                  <a:pt x="909829" y="396259"/>
                </a:lnTo>
                <a:lnTo>
                  <a:pt x="909998" y="396170"/>
                </a:lnTo>
                <a:lnTo>
                  <a:pt x="910167" y="396073"/>
                </a:lnTo>
                <a:lnTo>
                  <a:pt x="910345" y="395975"/>
                </a:lnTo>
                <a:lnTo>
                  <a:pt x="910514" y="395877"/>
                </a:lnTo>
                <a:lnTo>
                  <a:pt x="910683" y="395779"/>
                </a:lnTo>
                <a:lnTo>
                  <a:pt x="910861" y="395690"/>
                </a:lnTo>
                <a:lnTo>
                  <a:pt x="911030" y="395592"/>
                </a:lnTo>
                <a:lnTo>
                  <a:pt x="911199" y="395494"/>
                </a:lnTo>
                <a:lnTo>
                  <a:pt x="911377" y="395397"/>
                </a:lnTo>
                <a:lnTo>
                  <a:pt x="911546" y="395308"/>
                </a:lnTo>
                <a:lnTo>
                  <a:pt x="911724" y="395210"/>
                </a:lnTo>
                <a:lnTo>
                  <a:pt x="911893" y="395112"/>
                </a:lnTo>
                <a:lnTo>
                  <a:pt x="912062" y="395014"/>
                </a:lnTo>
                <a:lnTo>
                  <a:pt x="912240" y="394925"/>
                </a:lnTo>
                <a:lnTo>
                  <a:pt x="912409" y="394827"/>
                </a:lnTo>
                <a:lnTo>
                  <a:pt x="912578" y="394729"/>
                </a:lnTo>
                <a:lnTo>
                  <a:pt x="912756" y="394631"/>
                </a:lnTo>
                <a:lnTo>
                  <a:pt x="912925" y="394542"/>
                </a:lnTo>
                <a:lnTo>
                  <a:pt x="913094" y="394445"/>
                </a:lnTo>
                <a:lnTo>
                  <a:pt x="913272" y="394347"/>
                </a:lnTo>
                <a:lnTo>
                  <a:pt x="913441" y="394249"/>
                </a:lnTo>
                <a:lnTo>
                  <a:pt x="913619" y="394160"/>
                </a:lnTo>
                <a:lnTo>
                  <a:pt x="913788" y="394062"/>
                </a:lnTo>
                <a:lnTo>
                  <a:pt x="913957" y="393964"/>
                </a:lnTo>
                <a:lnTo>
                  <a:pt x="914135" y="393866"/>
                </a:lnTo>
                <a:lnTo>
                  <a:pt x="914304" y="393777"/>
                </a:lnTo>
                <a:lnTo>
                  <a:pt x="914473" y="393679"/>
                </a:lnTo>
                <a:lnTo>
                  <a:pt x="914651" y="393582"/>
                </a:lnTo>
                <a:lnTo>
                  <a:pt x="914820" y="393484"/>
                </a:lnTo>
                <a:lnTo>
                  <a:pt x="914989" y="393395"/>
                </a:lnTo>
                <a:lnTo>
                  <a:pt x="915167" y="393297"/>
                </a:lnTo>
                <a:lnTo>
                  <a:pt x="915336" y="393199"/>
                </a:lnTo>
                <a:lnTo>
                  <a:pt x="915514" y="393110"/>
                </a:lnTo>
                <a:lnTo>
                  <a:pt x="915683" y="393012"/>
                </a:lnTo>
                <a:lnTo>
                  <a:pt x="915852" y="392914"/>
                </a:lnTo>
                <a:lnTo>
                  <a:pt x="916030" y="392817"/>
                </a:lnTo>
                <a:lnTo>
                  <a:pt x="916199" y="392728"/>
                </a:lnTo>
                <a:lnTo>
                  <a:pt x="916368" y="392630"/>
                </a:lnTo>
                <a:lnTo>
                  <a:pt x="916546" y="392532"/>
                </a:lnTo>
                <a:lnTo>
                  <a:pt x="916715" y="392443"/>
                </a:lnTo>
                <a:lnTo>
                  <a:pt x="916884" y="392345"/>
                </a:lnTo>
                <a:lnTo>
                  <a:pt x="917062" y="392247"/>
                </a:lnTo>
                <a:lnTo>
                  <a:pt x="917231" y="392149"/>
                </a:lnTo>
                <a:lnTo>
                  <a:pt x="917409" y="392060"/>
                </a:lnTo>
                <a:lnTo>
                  <a:pt x="917578" y="391962"/>
                </a:lnTo>
                <a:lnTo>
                  <a:pt x="917747" y="391865"/>
                </a:lnTo>
                <a:lnTo>
                  <a:pt x="917925" y="391776"/>
                </a:lnTo>
                <a:lnTo>
                  <a:pt x="918094" y="391678"/>
                </a:lnTo>
                <a:lnTo>
                  <a:pt x="918263" y="391580"/>
                </a:lnTo>
                <a:lnTo>
                  <a:pt x="918441" y="391491"/>
                </a:lnTo>
                <a:lnTo>
                  <a:pt x="918610" y="391393"/>
                </a:lnTo>
                <a:lnTo>
                  <a:pt x="918779" y="391295"/>
                </a:lnTo>
                <a:lnTo>
                  <a:pt x="918957" y="391206"/>
                </a:lnTo>
                <a:lnTo>
                  <a:pt x="919126" y="391108"/>
                </a:lnTo>
                <a:lnTo>
                  <a:pt x="919295" y="391011"/>
                </a:lnTo>
                <a:lnTo>
                  <a:pt x="919473" y="390922"/>
                </a:lnTo>
                <a:lnTo>
                  <a:pt x="919642" y="390824"/>
                </a:lnTo>
                <a:lnTo>
                  <a:pt x="919820" y="390726"/>
                </a:lnTo>
                <a:lnTo>
                  <a:pt x="919989" y="390637"/>
                </a:lnTo>
                <a:lnTo>
                  <a:pt x="920158" y="390539"/>
                </a:lnTo>
                <a:lnTo>
                  <a:pt x="920336" y="390450"/>
                </a:lnTo>
                <a:lnTo>
                  <a:pt x="920505" y="390352"/>
                </a:lnTo>
                <a:lnTo>
                  <a:pt x="920674" y="390254"/>
                </a:lnTo>
                <a:lnTo>
                  <a:pt x="920852" y="390165"/>
                </a:lnTo>
                <a:lnTo>
                  <a:pt x="921021" y="390068"/>
                </a:lnTo>
                <a:lnTo>
                  <a:pt x="921190" y="389979"/>
                </a:lnTo>
                <a:lnTo>
                  <a:pt x="921368" y="389881"/>
                </a:lnTo>
                <a:lnTo>
                  <a:pt x="921537" y="389783"/>
                </a:lnTo>
                <a:lnTo>
                  <a:pt x="921715" y="389694"/>
                </a:lnTo>
                <a:lnTo>
                  <a:pt x="921884" y="389596"/>
                </a:lnTo>
                <a:lnTo>
                  <a:pt x="922053" y="389507"/>
                </a:lnTo>
                <a:lnTo>
                  <a:pt x="922231" y="389409"/>
                </a:lnTo>
                <a:lnTo>
                  <a:pt x="922400" y="389311"/>
                </a:lnTo>
                <a:lnTo>
                  <a:pt x="922569" y="389222"/>
                </a:lnTo>
                <a:lnTo>
                  <a:pt x="922747" y="389124"/>
                </a:lnTo>
                <a:lnTo>
                  <a:pt x="922916" y="389036"/>
                </a:lnTo>
                <a:lnTo>
                  <a:pt x="923085" y="388938"/>
                </a:lnTo>
                <a:lnTo>
                  <a:pt x="923263" y="388849"/>
                </a:lnTo>
                <a:lnTo>
                  <a:pt x="923432" y="388751"/>
                </a:lnTo>
                <a:lnTo>
                  <a:pt x="923610" y="388662"/>
                </a:lnTo>
                <a:lnTo>
                  <a:pt x="923779" y="388564"/>
                </a:lnTo>
                <a:lnTo>
                  <a:pt x="923948" y="388475"/>
                </a:lnTo>
                <a:lnTo>
                  <a:pt x="924126" y="388377"/>
                </a:lnTo>
                <a:lnTo>
                  <a:pt x="924295" y="388288"/>
                </a:lnTo>
                <a:lnTo>
                  <a:pt x="924464" y="388190"/>
                </a:lnTo>
                <a:lnTo>
                  <a:pt x="924642" y="388101"/>
                </a:lnTo>
                <a:lnTo>
                  <a:pt x="924811" y="388004"/>
                </a:lnTo>
                <a:lnTo>
                  <a:pt x="924980" y="387915"/>
                </a:lnTo>
                <a:lnTo>
                  <a:pt x="925158" y="387817"/>
                </a:lnTo>
                <a:lnTo>
                  <a:pt x="925327" y="387728"/>
                </a:lnTo>
                <a:lnTo>
                  <a:pt x="925505" y="387630"/>
                </a:lnTo>
                <a:lnTo>
                  <a:pt x="925674" y="387541"/>
                </a:lnTo>
                <a:lnTo>
                  <a:pt x="925843" y="387443"/>
                </a:lnTo>
                <a:lnTo>
                  <a:pt x="926021" y="387354"/>
                </a:lnTo>
                <a:lnTo>
                  <a:pt x="926190" y="387265"/>
                </a:lnTo>
                <a:lnTo>
                  <a:pt x="926359" y="387167"/>
                </a:lnTo>
                <a:lnTo>
                  <a:pt x="926537" y="387078"/>
                </a:lnTo>
                <a:lnTo>
                  <a:pt x="926706" y="386980"/>
                </a:lnTo>
                <a:lnTo>
                  <a:pt x="926875" y="386891"/>
                </a:lnTo>
                <a:lnTo>
                  <a:pt x="927053" y="386803"/>
                </a:lnTo>
                <a:lnTo>
                  <a:pt x="927222" y="386705"/>
                </a:lnTo>
                <a:lnTo>
                  <a:pt x="927391" y="386616"/>
                </a:lnTo>
                <a:lnTo>
                  <a:pt x="927569" y="386518"/>
                </a:lnTo>
                <a:lnTo>
                  <a:pt x="927738" y="386429"/>
                </a:lnTo>
                <a:lnTo>
                  <a:pt x="927916" y="386340"/>
                </a:lnTo>
                <a:lnTo>
                  <a:pt x="928085" y="386242"/>
                </a:lnTo>
                <a:lnTo>
                  <a:pt x="928254" y="386153"/>
                </a:lnTo>
                <a:lnTo>
                  <a:pt x="928432" y="386064"/>
                </a:lnTo>
                <a:lnTo>
                  <a:pt x="928601" y="385975"/>
                </a:lnTo>
                <a:lnTo>
                  <a:pt x="928770" y="385877"/>
                </a:lnTo>
                <a:lnTo>
                  <a:pt x="928948" y="385788"/>
                </a:lnTo>
                <a:lnTo>
                  <a:pt x="929117" y="385699"/>
                </a:lnTo>
                <a:lnTo>
                  <a:pt x="929286" y="385602"/>
                </a:lnTo>
                <a:lnTo>
                  <a:pt x="929464" y="385513"/>
                </a:lnTo>
                <a:lnTo>
                  <a:pt x="929633" y="385424"/>
                </a:lnTo>
                <a:lnTo>
                  <a:pt x="929811" y="385335"/>
                </a:lnTo>
                <a:lnTo>
                  <a:pt x="929980" y="385237"/>
                </a:lnTo>
                <a:lnTo>
                  <a:pt x="930149" y="385148"/>
                </a:lnTo>
                <a:lnTo>
                  <a:pt x="930327" y="385059"/>
                </a:lnTo>
                <a:lnTo>
                  <a:pt x="930496" y="384970"/>
                </a:lnTo>
                <a:lnTo>
                  <a:pt x="930665" y="384881"/>
                </a:lnTo>
                <a:lnTo>
                  <a:pt x="930843" y="384783"/>
                </a:lnTo>
                <a:lnTo>
                  <a:pt x="931012" y="384694"/>
                </a:lnTo>
                <a:lnTo>
                  <a:pt x="931181" y="384605"/>
                </a:lnTo>
                <a:lnTo>
                  <a:pt x="931359" y="384516"/>
                </a:lnTo>
                <a:lnTo>
                  <a:pt x="931528" y="384427"/>
                </a:lnTo>
                <a:lnTo>
                  <a:pt x="931706" y="384338"/>
                </a:lnTo>
                <a:lnTo>
                  <a:pt x="931875" y="384249"/>
                </a:lnTo>
                <a:lnTo>
                  <a:pt x="932044" y="384151"/>
                </a:lnTo>
                <a:lnTo>
                  <a:pt x="932222" y="384062"/>
                </a:lnTo>
                <a:lnTo>
                  <a:pt x="932391" y="383973"/>
                </a:lnTo>
                <a:lnTo>
                  <a:pt x="932560" y="383884"/>
                </a:lnTo>
                <a:lnTo>
                  <a:pt x="932738" y="383795"/>
                </a:lnTo>
                <a:lnTo>
                  <a:pt x="932907" y="383707"/>
                </a:lnTo>
                <a:lnTo>
                  <a:pt x="933076" y="383618"/>
                </a:lnTo>
                <a:lnTo>
                  <a:pt x="933254" y="383529"/>
                </a:lnTo>
                <a:lnTo>
                  <a:pt x="933423" y="383440"/>
                </a:lnTo>
                <a:lnTo>
                  <a:pt x="933592" y="383351"/>
                </a:lnTo>
                <a:lnTo>
                  <a:pt x="933770" y="383262"/>
                </a:lnTo>
                <a:lnTo>
                  <a:pt x="933939" y="383173"/>
                </a:lnTo>
                <a:lnTo>
                  <a:pt x="934117" y="383084"/>
                </a:lnTo>
                <a:lnTo>
                  <a:pt x="934286" y="382995"/>
                </a:lnTo>
                <a:lnTo>
                  <a:pt x="934455" y="382906"/>
                </a:lnTo>
                <a:lnTo>
                  <a:pt x="934633" y="382817"/>
                </a:lnTo>
                <a:lnTo>
                  <a:pt x="934802" y="382728"/>
                </a:lnTo>
                <a:lnTo>
                  <a:pt x="934971" y="382639"/>
                </a:lnTo>
                <a:lnTo>
                  <a:pt x="935149" y="382559"/>
                </a:lnTo>
                <a:lnTo>
                  <a:pt x="935318" y="382470"/>
                </a:lnTo>
                <a:lnTo>
                  <a:pt x="935487" y="382381"/>
                </a:lnTo>
                <a:lnTo>
                  <a:pt x="935665" y="382292"/>
                </a:lnTo>
                <a:lnTo>
                  <a:pt x="935834" y="382203"/>
                </a:lnTo>
                <a:lnTo>
                  <a:pt x="936012" y="382114"/>
                </a:lnTo>
                <a:lnTo>
                  <a:pt x="936181" y="382025"/>
                </a:lnTo>
                <a:lnTo>
                  <a:pt x="936350" y="381945"/>
                </a:lnTo>
                <a:lnTo>
                  <a:pt x="936528" y="381856"/>
                </a:lnTo>
                <a:lnTo>
                  <a:pt x="936697" y="381767"/>
                </a:lnTo>
                <a:lnTo>
                  <a:pt x="936866" y="381678"/>
                </a:lnTo>
                <a:lnTo>
                  <a:pt x="937044" y="381598"/>
                </a:lnTo>
                <a:lnTo>
                  <a:pt x="937213" y="381509"/>
                </a:lnTo>
                <a:lnTo>
                  <a:pt x="937382" y="381420"/>
                </a:lnTo>
                <a:lnTo>
                  <a:pt x="937560" y="381340"/>
                </a:lnTo>
                <a:lnTo>
                  <a:pt x="937729" y="381251"/>
                </a:lnTo>
                <a:lnTo>
                  <a:pt x="937906" y="381162"/>
                </a:lnTo>
                <a:lnTo>
                  <a:pt x="938076" y="381082"/>
                </a:lnTo>
                <a:lnTo>
                  <a:pt x="938245" y="380993"/>
                </a:lnTo>
                <a:lnTo>
                  <a:pt x="938423" y="380904"/>
                </a:lnTo>
                <a:lnTo>
                  <a:pt x="938591" y="380824"/>
                </a:lnTo>
                <a:lnTo>
                  <a:pt x="938761" y="380735"/>
                </a:lnTo>
                <a:lnTo>
                  <a:pt x="938938" y="380655"/>
                </a:lnTo>
                <a:lnTo>
                  <a:pt x="939108" y="380566"/>
                </a:lnTo>
                <a:lnTo>
                  <a:pt x="939277" y="380486"/>
                </a:lnTo>
                <a:lnTo>
                  <a:pt x="939454" y="380397"/>
                </a:lnTo>
                <a:lnTo>
                  <a:pt x="939624" y="380317"/>
                </a:lnTo>
                <a:lnTo>
                  <a:pt x="939801" y="380228"/>
                </a:lnTo>
                <a:lnTo>
                  <a:pt x="939970" y="380148"/>
                </a:lnTo>
                <a:lnTo>
                  <a:pt x="940139" y="380059"/>
                </a:lnTo>
                <a:lnTo>
                  <a:pt x="940317" y="379979"/>
                </a:lnTo>
                <a:lnTo>
                  <a:pt x="940486" y="379890"/>
                </a:lnTo>
                <a:lnTo>
                  <a:pt x="940656" y="379810"/>
                </a:lnTo>
                <a:lnTo>
                  <a:pt x="940833" y="379730"/>
                </a:lnTo>
                <a:lnTo>
                  <a:pt x="941003" y="379641"/>
                </a:lnTo>
                <a:lnTo>
                  <a:pt x="941171" y="379561"/>
                </a:lnTo>
                <a:lnTo>
                  <a:pt x="941349" y="379472"/>
                </a:lnTo>
                <a:lnTo>
                  <a:pt x="941518" y="379392"/>
                </a:lnTo>
                <a:lnTo>
                  <a:pt x="941687" y="379312"/>
                </a:lnTo>
                <a:lnTo>
                  <a:pt x="941865" y="379232"/>
                </a:lnTo>
                <a:lnTo>
                  <a:pt x="942034" y="379143"/>
                </a:lnTo>
                <a:lnTo>
                  <a:pt x="942212" y="379063"/>
                </a:lnTo>
                <a:lnTo>
                  <a:pt x="942381" y="378983"/>
                </a:lnTo>
                <a:lnTo>
                  <a:pt x="942550" y="378902"/>
                </a:lnTo>
                <a:lnTo>
                  <a:pt x="942728" y="378822"/>
                </a:lnTo>
                <a:lnTo>
                  <a:pt x="942897" y="378733"/>
                </a:lnTo>
                <a:lnTo>
                  <a:pt x="943066" y="378653"/>
                </a:lnTo>
                <a:lnTo>
                  <a:pt x="943244" y="378573"/>
                </a:lnTo>
                <a:lnTo>
                  <a:pt x="943413" y="378493"/>
                </a:lnTo>
                <a:lnTo>
                  <a:pt x="943582" y="378413"/>
                </a:lnTo>
                <a:lnTo>
                  <a:pt x="943760" y="378333"/>
                </a:lnTo>
                <a:lnTo>
                  <a:pt x="943929" y="378253"/>
                </a:lnTo>
                <a:lnTo>
                  <a:pt x="944107" y="378173"/>
                </a:lnTo>
                <a:lnTo>
                  <a:pt x="944276" y="378093"/>
                </a:lnTo>
                <a:lnTo>
                  <a:pt x="944445" y="378013"/>
                </a:lnTo>
                <a:lnTo>
                  <a:pt x="944623" y="377933"/>
                </a:lnTo>
                <a:lnTo>
                  <a:pt x="944792" y="377853"/>
                </a:lnTo>
                <a:lnTo>
                  <a:pt x="944961" y="377773"/>
                </a:lnTo>
                <a:lnTo>
                  <a:pt x="945139" y="377693"/>
                </a:lnTo>
                <a:lnTo>
                  <a:pt x="945308" y="377613"/>
                </a:lnTo>
                <a:lnTo>
                  <a:pt x="945477" y="377541"/>
                </a:lnTo>
                <a:lnTo>
                  <a:pt x="945655" y="377461"/>
                </a:lnTo>
                <a:lnTo>
                  <a:pt x="945824" y="377381"/>
                </a:lnTo>
                <a:lnTo>
                  <a:pt x="946002" y="377301"/>
                </a:lnTo>
                <a:lnTo>
                  <a:pt x="946171" y="377221"/>
                </a:lnTo>
                <a:lnTo>
                  <a:pt x="946340" y="377150"/>
                </a:lnTo>
                <a:lnTo>
                  <a:pt x="946518" y="377070"/>
                </a:lnTo>
                <a:lnTo>
                  <a:pt x="946687" y="376990"/>
                </a:lnTo>
                <a:lnTo>
                  <a:pt x="946856" y="376919"/>
                </a:lnTo>
                <a:lnTo>
                  <a:pt x="947034" y="376839"/>
                </a:lnTo>
                <a:lnTo>
                  <a:pt x="947203" y="376758"/>
                </a:lnTo>
                <a:lnTo>
                  <a:pt x="947372" y="376687"/>
                </a:lnTo>
                <a:lnTo>
                  <a:pt x="947550" y="376607"/>
                </a:lnTo>
                <a:lnTo>
                  <a:pt x="947719" y="376536"/>
                </a:lnTo>
                <a:lnTo>
                  <a:pt x="947897" y="376456"/>
                </a:lnTo>
                <a:lnTo>
                  <a:pt x="948066" y="376385"/>
                </a:lnTo>
                <a:lnTo>
                  <a:pt x="948235" y="376305"/>
                </a:lnTo>
                <a:lnTo>
                  <a:pt x="948413" y="376234"/>
                </a:lnTo>
                <a:lnTo>
                  <a:pt x="948582" y="376153"/>
                </a:lnTo>
                <a:lnTo>
                  <a:pt x="948751" y="376082"/>
                </a:lnTo>
                <a:lnTo>
                  <a:pt x="948929" y="376011"/>
                </a:lnTo>
                <a:lnTo>
                  <a:pt x="949098" y="375931"/>
                </a:lnTo>
                <a:lnTo>
                  <a:pt x="949267" y="375860"/>
                </a:lnTo>
                <a:lnTo>
                  <a:pt x="949445" y="375789"/>
                </a:lnTo>
                <a:lnTo>
                  <a:pt x="949614" y="375718"/>
                </a:lnTo>
                <a:lnTo>
                  <a:pt x="949783" y="375638"/>
                </a:lnTo>
                <a:lnTo>
                  <a:pt x="949961" y="375566"/>
                </a:lnTo>
                <a:lnTo>
                  <a:pt x="950130" y="375495"/>
                </a:lnTo>
                <a:lnTo>
                  <a:pt x="950308" y="375424"/>
                </a:lnTo>
                <a:lnTo>
                  <a:pt x="950477" y="375353"/>
                </a:lnTo>
                <a:lnTo>
                  <a:pt x="950646" y="375282"/>
                </a:lnTo>
                <a:lnTo>
                  <a:pt x="950824" y="375202"/>
                </a:lnTo>
                <a:lnTo>
                  <a:pt x="950993" y="375130"/>
                </a:lnTo>
                <a:lnTo>
                  <a:pt x="951162" y="375059"/>
                </a:lnTo>
                <a:lnTo>
                  <a:pt x="951340" y="374988"/>
                </a:lnTo>
                <a:lnTo>
                  <a:pt x="951509" y="374917"/>
                </a:lnTo>
                <a:lnTo>
                  <a:pt x="951678" y="374855"/>
                </a:lnTo>
                <a:lnTo>
                  <a:pt x="951856" y="374783"/>
                </a:lnTo>
                <a:lnTo>
                  <a:pt x="952025" y="374712"/>
                </a:lnTo>
                <a:lnTo>
                  <a:pt x="952203" y="374641"/>
                </a:lnTo>
                <a:lnTo>
                  <a:pt x="952372" y="374570"/>
                </a:lnTo>
                <a:lnTo>
                  <a:pt x="952541" y="374499"/>
                </a:lnTo>
                <a:lnTo>
                  <a:pt x="952719" y="374436"/>
                </a:lnTo>
                <a:lnTo>
                  <a:pt x="952888" y="374365"/>
                </a:lnTo>
                <a:lnTo>
                  <a:pt x="953057" y="374294"/>
                </a:lnTo>
                <a:lnTo>
                  <a:pt x="953235" y="374223"/>
                </a:lnTo>
                <a:lnTo>
                  <a:pt x="953404" y="374161"/>
                </a:lnTo>
                <a:lnTo>
                  <a:pt x="953573" y="374090"/>
                </a:lnTo>
                <a:lnTo>
                  <a:pt x="953751" y="374027"/>
                </a:lnTo>
                <a:lnTo>
                  <a:pt x="953920" y="373956"/>
                </a:lnTo>
                <a:lnTo>
                  <a:pt x="954098" y="373894"/>
                </a:lnTo>
                <a:lnTo>
                  <a:pt x="954267" y="373823"/>
                </a:lnTo>
                <a:lnTo>
                  <a:pt x="954436" y="373760"/>
                </a:lnTo>
                <a:lnTo>
                  <a:pt x="954614" y="373689"/>
                </a:lnTo>
                <a:lnTo>
                  <a:pt x="954783" y="373627"/>
                </a:lnTo>
                <a:lnTo>
                  <a:pt x="954952" y="373565"/>
                </a:lnTo>
                <a:lnTo>
                  <a:pt x="955130" y="373493"/>
                </a:lnTo>
                <a:lnTo>
                  <a:pt x="955299" y="373431"/>
                </a:lnTo>
                <a:lnTo>
                  <a:pt x="955468" y="373369"/>
                </a:lnTo>
                <a:lnTo>
                  <a:pt x="955646" y="373298"/>
                </a:lnTo>
                <a:lnTo>
                  <a:pt x="955815" y="373235"/>
                </a:lnTo>
                <a:lnTo>
                  <a:pt x="955993" y="373173"/>
                </a:lnTo>
                <a:lnTo>
                  <a:pt x="956162" y="373111"/>
                </a:lnTo>
                <a:lnTo>
                  <a:pt x="956331" y="373049"/>
                </a:lnTo>
                <a:lnTo>
                  <a:pt x="956509" y="372986"/>
                </a:lnTo>
                <a:lnTo>
                  <a:pt x="956678" y="372924"/>
                </a:lnTo>
                <a:lnTo>
                  <a:pt x="956847" y="372862"/>
                </a:lnTo>
                <a:lnTo>
                  <a:pt x="957025" y="372799"/>
                </a:lnTo>
                <a:lnTo>
                  <a:pt x="957194" y="372737"/>
                </a:lnTo>
                <a:lnTo>
                  <a:pt x="957363" y="372675"/>
                </a:lnTo>
                <a:lnTo>
                  <a:pt x="957541" y="372613"/>
                </a:lnTo>
                <a:lnTo>
                  <a:pt x="957710" y="372559"/>
                </a:lnTo>
                <a:lnTo>
                  <a:pt x="957879" y="372497"/>
                </a:lnTo>
                <a:lnTo>
                  <a:pt x="958057" y="372435"/>
                </a:lnTo>
                <a:lnTo>
                  <a:pt x="958226" y="372372"/>
                </a:lnTo>
                <a:lnTo>
                  <a:pt x="958404" y="372319"/>
                </a:lnTo>
                <a:lnTo>
                  <a:pt x="958573" y="372257"/>
                </a:lnTo>
                <a:lnTo>
                  <a:pt x="958742" y="372195"/>
                </a:lnTo>
                <a:lnTo>
                  <a:pt x="958920" y="372141"/>
                </a:lnTo>
                <a:lnTo>
                  <a:pt x="959089" y="372079"/>
                </a:lnTo>
                <a:lnTo>
                  <a:pt x="959258" y="372026"/>
                </a:lnTo>
                <a:lnTo>
                  <a:pt x="959436" y="371972"/>
                </a:lnTo>
                <a:lnTo>
                  <a:pt x="959605" y="371910"/>
                </a:lnTo>
                <a:lnTo>
                  <a:pt x="959774" y="371857"/>
                </a:lnTo>
                <a:lnTo>
                  <a:pt x="959952" y="371794"/>
                </a:lnTo>
                <a:lnTo>
                  <a:pt x="960121" y="371741"/>
                </a:lnTo>
                <a:lnTo>
                  <a:pt x="960299" y="371687"/>
                </a:lnTo>
                <a:lnTo>
                  <a:pt x="960468" y="371634"/>
                </a:lnTo>
                <a:lnTo>
                  <a:pt x="960637" y="371581"/>
                </a:lnTo>
                <a:lnTo>
                  <a:pt x="960815" y="371518"/>
                </a:lnTo>
                <a:lnTo>
                  <a:pt x="960984" y="371465"/>
                </a:lnTo>
                <a:lnTo>
                  <a:pt x="961153" y="371412"/>
                </a:lnTo>
                <a:lnTo>
                  <a:pt x="961331" y="371358"/>
                </a:lnTo>
                <a:lnTo>
                  <a:pt x="961500" y="371305"/>
                </a:lnTo>
                <a:lnTo>
                  <a:pt x="961669" y="371260"/>
                </a:lnTo>
                <a:lnTo>
                  <a:pt x="961847" y="371207"/>
                </a:lnTo>
                <a:lnTo>
                  <a:pt x="962016" y="371154"/>
                </a:lnTo>
                <a:lnTo>
                  <a:pt x="962194" y="371100"/>
                </a:lnTo>
                <a:lnTo>
                  <a:pt x="962363" y="371047"/>
                </a:lnTo>
                <a:lnTo>
                  <a:pt x="962532" y="371002"/>
                </a:lnTo>
                <a:lnTo>
                  <a:pt x="962710" y="370949"/>
                </a:lnTo>
                <a:lnTo>
                  <a:pt x="962879" y="370896"/>
                </a:lnTo>
                <a:lnTo>
                  <a:pt x="963048" y="370851"/>
                </a:lnTo>
                <a:lnTo>
                  <a:pt x="963226" y="370798"/>
                </a:lnTo>
                <a:lnTo>
                  <a:pt x="963395" y="370753"/>
                </a:lnTo>
                <a:lnTo>
                  <a:pt x="963564" y="370700"/>
                </a:lnTo>
                <a:lnTo>
                  <a:pt x="963742" y="370655"/>
                </a:lnTo>
                <a:lnTo>
                  <a:pt x="963911" y="370611"/>
                </a:lnTo>
                <a:lnTo>
                  <a:pt x="964089" y="370558"/>
                </a:lnTo>
                <a:lnTo>
                  <a:pt x="964258" y="370513"/>
                </a:lnTo>
                <a:lnTo>
                  <a:pt x="964427" y="370469"/>
                </a:lnTo>
                <a:lnTo>
                  <a:pt x="964605" y="370424"/>
                </a:lnTo>
                <a:lnTo>
                  <a:pt x="964774" y="370371"/>
                </a:lnTo>
                <a:lnTo>
                  <a:pt x="964943" y="370326"/>
                </a:lnTo>
                <a:lnTo>
                  <a:pt x="965121" y="370282"/>
                </a:lnTo>
                <a:lnTo>
                  <a:pt x="965290" y="370237"/>
                </a:lnTo>
                <a:lnTo>
                  <a:pt x="965459" y="370193"/>
                </a:lnTo>
                <a:lnTo>
                  <a:pt x="965637" y="370157"/>
                </a:lnTo>
                <a:lnTo>
                  <a:pt x="965806" y="370113"/>
                </a:lnTo>
                <a:lnTo>
                  <a:pt x="965975" y="370068"/>
                </a:lnTo>
                <a:lnTo>
                  <a:pt x="966153" y="370024"/>
                </a:lnTo>
                <a:lnTo>
                  <a:pt x="966322" y="369988"/>
                </a:lnTo>
                <a:lnTo>
                  <a:pt x="966500" y="369944"/>
                </a:lnTo>
                <a:lnTo>
                  <a:pt x="966669" y="369899"/>
                </a:lnTo>
                <a:lnTo>
                  <a:pt x="966838" y="369864"/>
                </a:lnTo>
                <a:lnTo>
                  <a:pt x="967016" y="369819"/>
                </a:lnTo>
                <a:lnTo>
                  <a:pt x="967185" y="369784"/>
                </a:lnTo>
                <a:lnTo>
                  <a:pt x="967354" y="369739"/>
                </a:lnTo>
                <a:lnTo>
                  <a:pt x="967532" y="369704"/>
                </a:lnTo>
                <a:lnTo>
                  <a:pt x="967701" y="369668"/>
                </a:lnTo>
                <a:lnTo>
                  <a:pt x="967870" y="369632"/>
                </a:lnTo>
                <a:lnTo>
                  <a:pt x="968048" y="369588"/>
                </a:lnTo>
                <a:lnTo>
                  <a:pt x="968217" y="369552"/>
                </a:lnTo>
                <a:lnTo>
                  <a:pt x="968395" y="369517"/>
                </a:lnTo>
                <a:lnTo>
                  <a:pt x="968564" y="369481"/>
                </a:lnTo>
                <a:lnTo>
                  <a:pt x="968733" y="369446"/>
                </a:lnTo>
                <a:lnTo>
                  <a:pt x="968911" y="369410"/>
                </a:lnTo>
                <a:lnTo>
                  <a:pt x="969080" y="369374"/>
                </a:lnTo>
                <a:lnTo>
                  <a:pt x="969249" y="369339"/>
                </a:lnTo>
                <a:lnTo>
                  <a:pt x="969427" y="369312"/>
                </a:lnTo>
                <a:lnTo>
                  <a:pt x="969596" y="369277"/>
                </a:lnTo>
                <a:lnTo>
                  <a:pt x="969765" y="369241"/>
                </a:lnTo>
                <a:lnTo>
                  <a:pt x="969943" y="369214"/>
                </a:lnTo>
                <a:lnTo>
                  <a:pt x="970112" y="369179"/>
                </a:lnTo>
                <a:lnTo>
                  <a:pt x="970290" y="369152"/>
                </a:lnTo>
                <a:lnTo>
                  <a:pt x="970459" y="369116"/>
                </a:lnTo>
                <a:lnTo>
                  <a:pt x="970628" y="369090"/>
                </a:lnTo>
                <a:lnTo>
                  <a:pt x="970806" y="369054"/>
                </a:lnTo>
                <a:lnTo>
                  <a:pt x="970975" y="369027"/>
                </a:lnTo>
                <a:lnTo>
                  <a:pt x="971144" y="369001"/>
                </a:lnTo>
                <a:lnTo>
                  <a:pt x="971322" y="368974"/>
                </a:lnTo>
                <a:lnTo>
                  <a:pt x="971491" y="368947"/>
                </a:lnTo>
                <a:lnTo>
                  <a:pt x="971660" y="368921"/>
                </a:lnTo>
                <a:lnTo>
                  <a:pt x="971838" y="368894"/>
                </a:lnTo>
                <a:lnTo>
                  <a:pt x="972007" y="368867"/>
                </a:lnTo>
                <a:lnTo>
                  <a:pt x="972185" y="368841"/>
                </a:lnTo>
                <a:lnTo>
                  <a:pt x="972354" y="368814"/>
                </a:lnTo>
                <a:lnTo>
                  <a:pt x="972523" y="368787"/>
                </a:lnTo>
                <a:lnTo>
                  <a:pt x="972701" y="368769"/>
                </a:lnTo>
                <a:lnTo>
                  <a:pt x="972870" y="368743"/>
                </a:lnTo>
                <a:lnTo>
                  <a:pt x="973039" y="368716"/>
                </a:lnTo>
                <a:lnTo>
                  <a:pt x="973217" y="368698"/>
                </a:lnTo>
                <a:lnTo>
                  <a:pt x="973386" y="368672"/>
                </a:lnTo>
                <a:lnTo>
                  <a:pt x="973555" y="368654"/>
                </a:lnTo>
                <a:lnTo>
                  <a:pt x="973732" y="368636"/>
                </a:lnTo>
                <a:lnTo>
                  <a:pt x="973902" y="368609"/>
                </a:lnTo>
                <a:lnTo>
                  <a:pt x="974071" y="368591"/>
                </a:lnTo>
                <a:lnTo>
                  <a:pt x="974249" y="368574"/>
                </a:lnTo>
                <a:lnTo>
                  <a:pt x="974418" y="368556"/>
                </a:lnTo>
                <a:lnTo>
                  <a:pt x="974595" y="368538"/>
                </a:lnTo>
                <a:lnTo>
                  <a:pt x="974764" y="368520"/>
                </a:lnTo>
                <a:lnTo>
                  <a:pt x="974933" y="368503"/>
                </a:lnTo>
                <a:lnTo>
                  <a:pt x="975111" y="368485"/>
                </a:lnTo>
                <a:lnTo>
                  <a:pt x="975280" y="368467"/>
                </a:lnTo>
                <a:lnTo>
                  <a:pt x="975450" y="368458"/>
                </a:lnTo>
                <a:lnTo>
                  <a:pt x="975627" y="368440"/>
                </a:lnTo>
                <a:lnTo>
                  <a:pt x="975797" y="368431"/>
                </a:lnTo>
                <a:lnTo>
                  <a:pt x="975965" y="368414"/>
                </a:lnTo>
                <a:lnTo>
                  <a:pt x="976143" y="368405"/>
                </a:lnTo>
                <a:lnTo>
                  <a:pt x="976312" y="368387"/>
                </a:lnTo>
                <a:lnTo>
                  <a:pt x="976490" y="368378"/>
                </a:lnTo>
                <a:lnTo>
                  <a:pt x="976659" y="368369"/>
                </a:lnTo>
                <a:lnTo>
                  <a:pt x="976828" y="368360"/>
                </a:lnTo>
                <a:lnTo>
                  <a:pt x="977006" y="368342"/>
                </a:lnTo>
                <a:lnTo>
                  <a:pt x="977175" y="368333"/>
                </a:lnTo>
                <a:lnTo>
                  <a:pt x="977344" y="368325"/>
                </a:lnTo>
                <a:lnTo>
                  <a:pt x="977522" y="368325"/>
                </a:lnTo>
                <a:lnTo>
                  <a:pt x="977691" y="368316"/>
                </a:lnTo>
                <a:lnTo>
                  <a:pt x="977860" y="368307"/>
                </a:lnTo>
                <a:lnTo>
                  <a:pt x="978038" y="368298"/>
                </a:lnTo>
                <a:lnTo>
                  <a:pt x="978207" y="368298"/>
                </a:lnTo>
                <a:lnTo>
                  <a:pt x="978385" y="368289"/>
                </a:lnTo>
                <a:lnTo>
                  <a:pt x="978554" y="368289"/>
                </a:lnTo>
                <a:lnTo>
                  <a:pt x="978723" y="368280"/>
                </a:lnTo>
                <a:lnTo>
                  <a:pt x="978901" y="368280"/>
                </a:lnTo>
                <a:lnTo>
                  <a:pt x="979070" y="368280"/>
                </a:lnTo>
                <a:lnTo>
                  <a:pt x="979239" y="368271"/>
                </a:lnTo>
                <a:lnTo>
                  <a:pt x="979417" y="368271"/>
                </a:lnTo>
                <a:lnTo>
                  <a:pt x="979586" y="368271"/>
                </a:lnTo>
                <a:lnTo>
                  <a:pt x="979755" y="368271"/>
                </a:lnTo>
                <a:lnTo>
                  <a:pt x="979933" y="368271"/>
                </a:lnTo>
                <a:lnTo>
                  <a:pt x="980102" y="368280"/>
                </a:lnTo>
                <a:lnTo>
                  <a:pt x="980280" y="368280"/>
                </a:lnTo>
                <a:lnTo>
                  <a:pt x="980449" y="368280"/>
                </a:lnTo>
                <a:lnTo>
                  <a:pt x="980618" y="368280"/>
                </a:lnTo>
                <a:lnTo>
                  <a:pt x="980796" y="368289"/>
                </a:lnTo>
                <a:lnTo>
                  <a:pt x="980965" y="368289"/>
                </a:lnTo>
                <a:lnTo>
                  <a:pt x="981134" y="368298"/>
                </a:lnTo>
                <a:lnTo>
                  <a:pt x="981312" y="368307"/>
                </a:lnTo>
                <a:lnTo>
                  <a:pt x="981481" y="368316"/>
                </a:lnTo>
                <a:lnTo>
                  <a:pt x="981650" y="368316"/>
                </a:lnTo>
                <a:lnTo>
                  <a:pt x="981828" y="368325"/>
                </a:lnTo>
                <a:lnTo>
                  <a:pt x="981997" y="368333"/>
                </a:lnTo>
                <a:lnTo>
                  <a:pt x="982166" y="368342"/>
                </a:lnTo>
                <a:lnTo>
                  <a:pt x="982344" y="368360"/>
                </a:lnTo>
                <a:lnTo>
                  <a:pt x="982513" y="368369"/>
                </a:lnTo>
                <a:lnTo>
                  <a:pt x="982691" y="368378"/>
                </a:lnTo>
                <a:lnTo>
                  <a:pt x="982860" y="368396"/>
                </a:lnTo>
                <a:lnTo>
                  <a:pt x="983029" y="368405"/>
                </a:lnTo>
                <a:lnTo>
                  <a:pt x="983207" y="368422"/>
                </a:lnTo>
                <a:lnTo>
                  <a:pt x="983376" y="368431"/>
                </a:lnTo>
                <a:lnTo>
                  <a:pt x="983545" y="368449"/>
                </a:lnTo>
                <a:lnTo>
                  <a:pt x="983723" y="368467"/>
                </a:lnTo>
                <a:lnTo>
                  <a:pt x="983892" y="368485"/>
                </a:lnTo>
                <a:lnTo>
                  <a:pt x="984061" y="368503"/>
                </a:lnTo>
                <a:lnTo>
                  <a:pt x="984239" y="368520"/>
                </a:lnTo>
                <a:lnTo>
                  <a:pt x="984408" y="368538"/>
                </a:lnTo>
                <a:lnTo>
                  <a:pt x="984586" y="368556"/>
                </a:lnTo>
                <a:lnTo>
                  <a:pt x="984755" y="368574"/>
                </a:lnTo>
                <a:lnTo>
                  <a:pt x="984924" y="368600"/>
                </a:lnTo>
                <a:lnTo>
                  <a:pt x="985102" y="368618"/>
                </a:lnTo>
                <a:lnTo>
                  <a:pt x="985271" y="368645"/>
                </a:lnTo>
                <a:lnTo>
                  <a:pt x="985440" y="368663"/>
                </a:lnTo>
                <a:lnTo>
                  <a:pt x="985618" y="368689"/>
                </a:lnTo>
                <a:lnTo>
                  <a:pt x="985787" y="368716"/>
                </a:lnTo>
                <a:lnTo>
                  <a:pt x="985956" y="368743"/>
                </a:lnTo>
                <a:lnTo>
                  <a:pt x="986134" y="368769"/>
                </a:lnTo>
                <a:lnTo>
                  <a:pt x="986303" y="368796"/>
                </a:lnTo>
                <a:lnTo>
                  <a:pt x="986481" y="368823"/>
                </a:lnTo>
                <a:lnTo>
                  <a:pt x="986650" y="368850"/>
                </a:lnTo>
                <a:lnTo>
                  <a:pt x="986819" y="368885"/>
                </a:lnTo>
                <a:lnTo>
                  <a:pt x="986997" y="368912"/>
                </a:lnTo>
                <a:lnTo>
                  <a:pt x="987166" y="368947"/>
                </a:lnTo>
                <a:lnTo>
                  <a:pt x="987335" y="368974"/>
                </a:lnTo>
                <a:lnTo>
                  <a:pt x="987513" y="369010"/>
                </a:lnTo>
                <a:lnTo>
                  <a:pt x="987682" y="369045"/>
                </a:lnTo>
                <a:lnTo>
                  <a:pt x="987851" y="369081"/>
                </a:lnTo>
                <a:lnTo>
                  <a:pt x="988029" y="369116"/>
                </a:lnTo>
                <a:lnTo>
                  <a:pt x="988198" y="369152"/>
                </a:lnTo>
                <a:lnTo>
                  <a:pt x="988376" y="369188"/>
                </a:lnTo>
                <a:lnTo>
                  <a:pt x="988545" y="369223"/>
                </a:lnTo>
                <a:lnTo>
                  <a:pt x="988714" y="369259"/>
                </a:lnTo>
                <a:lnTo>
                  <a:pt x="988892" y="369303"/>
                </a:lnTo>
                <a:lnTo>
                  <a:pt x="989061" y="369339"/>
                </a:lnTo>
                <a:lnTo>
                  <a:pt x="989230" y="369383"/>
                </a:lnTo>
                <a:lnTo>
                  <a:pt x="989408" y="369428"/>
                </a:lnTo>
                <a:lnTo>
                  <a:pt x="989577" y="369463"/>
                </a:lnTo>
                <a:lnTo>
                  <a:pt x="989746" y="369508"/>
                </a:lnTo>
                <a:lnTo>
                  <a:pt x="989924" y="369552"/>
                </a:lnTo>
                <a:lnTo>
                  <a:pt x="990093" y="369597"/>
                </a:lnTo>
                <a:lnTo>
                  <a:pt x="990262" y="369650"/>
                </a:lnTo>
                <a:lnTo>
                  <a:pt x="990440" y="369695"/>
                </a:lnTo>
                <a:lnTo>
                  <a:pt x="990609" y="369739"/>
                </a:lnTo>
                <a:lnTo>
                  <a:pt x="990787" y="369792"/>
                </a:lnTo>
                <a:lnTo>
                  <a:pt x="990956" y="369837"/>
                </a:lnTo>
                <a:lnTo>
                  <a:pt x="991125" y="369890"/>
                </a:lnTo>
                <a:lnTo>
                  <a:pt x="991303" y="369944"/>
                </a:lnTo>
                <a:lnTo>
                  <a:pt x="991472" y="369997"/>
                </a:lnTo>
                <a:lnTo>
                  <a:pt x="991641" y="370051"/>
                </a:lnTo>
                <a:lnTo>
                  <a:pt x="991819" y="370104"/>
                </a:lnTo>
                <a:lnTo>
                  <a:pt x="991988" y="370157"/>
                </a:lnTo>
                <a:lnTo>
                  <a:pt x="992157" y="370211"/>
                </a:lnTo>
                <a:lnTo>
                  <a:pt x="992335" y="370264"/>
                </a:lnTo>
                <a:lnTo>
                  <a:pt x="992504" y="370326"/>
                </a:lnTo>
                <a:lnTo>
                  <a:pt x="992682" y="370380"/>
                </a:lnTo>
                <a:lnTo>
                  <a:pt x="992851" y="370442"/>
                </a:lnTo>
                <a:lnTo>
                  <a:pt x="993020" y="370504"/>
                </a:lnTo>
                <a:lnTo>
                  <a:pt x="993198" y="370566"/>
                </a:lnTo>
                <a:lnTo>
                  <a:pt x="993367" y="370629"/>
                </a:lnTo>
                <a:lnTo>
                  <a:pt x="993536" y="370691"/>
                </a:lnTo>
                <a:lnTo>
                  <a:pt x="993714" y="370753"/>
                </a:lnTo>
                <a:lnTo>
                  <a:pt x="993883" y="370816"/>
                </a:lnTo>
                <a:lnTo>
                  <a:pt x="994052" y="370887"/>
                </a:lnTo>
                <a:lnTo>
                  <a:pt x="994230" y="370949"/>
                </a:lnTo>
                <a:lnTo>
                  <a:pt x="994399" y="371020"/>
                </a:lnTo>
                <a:lnTo>
                  <a:pt x="994577" y="371091"/>
                </a:lnTo>
                <a:lnTo>
                  <a:pt x="994746" y="371154"/>
                </a:lnTo>
                <a:lnTo>
                  <a:pt x="994915" y="371225"/>
                </a:lnTo>
                <a:lnTo>
                  <a:pt x="995093" y="371296"/>
                </a:lnTo>
                <a:lnTo>
                  <a:pt x="995262" y="371367"/>
                </a:lnTo>
                <a:lnTo>
                  <a:pt x="995431" y="371447"/>
                </a:lnTo>
                <a:lnTo>
                  <a:pt x="995609" y="371518"/>
                </a:lnTo>
                <a:lnTo>
                  <a:pt x="995778" y="371598"/>
                </a:lnTo>
                <a:lnTo>
                  <a:pt x="995947" y="371670"/>
                </a:lnTo>
                <a:lnTo>
                  <a:pt x="996125" y="371750"/>
                </a:lnTo>
                <a:lnTo>
                  <a:pt x="996294" y="371830"/>
                </a:lnTo>
                <a:lnTo>
                  <a:pt x="996472" y="371910"/>
                </a:lnTo>
                <a:lnTo>
                  <a:pt x="996641" y="371990"/>
                </a:lnTo>
                <a:lnTo>
                  <a:pt x="996810" y="372070"/>
                </a:lnTo>
                <a:lnTo>
                  <a:pt x="996988" y="372150"/>
                </a:lnTo>
                <a:lnTo>
                  <a:pt x="997157" y="372230"/>
                </a:lnTo>
                <a:lnTo>
                  <a:pt x="997326" y="372319"/>
                </a:lnTo>
                <a:lnTo>
                  <a:pt x="997504" y="372399"/>
                </a:lnTo>
                <a:lnTo>
                  <a:pt x="997673" y="372488"/>
                </a:lnTo>
                <a:lnTo>
                  <a:pt x="997842" y="372577"/>
                </a:lnTo>
                <a:lnTo>
                  <a:pt x="998020" y="372666"/>
                </a:lnTo>
                <a:lnTo>
                  <a:pt x="998189" y="372755"/>
                </a:lnTo>
                <a:lnTo>
                  <a:pt x="998358" y="372844"/>
                </a:lnTo>
                <a:lnTo>
                  <a:pt x="998536" y="372933"/>
                </a:lnTo>
                <a:lnTo>
                  <a:pt x="998705" y="373031"/>
                </a:lnTo>
                <a:lnTo>
                  <a:pt x="998883" y="373120"/>
                </a:lnTo>
                <a:lnTo>
                  <a:pt x="999052" y="373218"/>
                </a:lnTo>
                <a:lnTo>
                  <a:pt x="999221" y="373307"/>
                </a:lnTo>
                <a:lnTo>
                  <a:pt x="999399" y="373405"/>
                </a:lnTo>
                <a:lnTo>
                  <a:pt x="999568" y="373502"/>
                </a:lnTo>
                <a:lnTo>
                  <a:pt x="999737" y="373600"/>
                </a:lnTo>
                <a:lnTo>
                  <a:pt x="999915" y="373707"/>
                </a:lnTo>
                <a:lnTo>
                  <a:pt x="1000084" y="373805"/>
                </a:lnTo>
                <a:lnTo>
                  <a:pt x="1000253" y="373903"/>
                </a:lnTo>
                <a:lnTo>
                  <a:pt x="1000431" y="374009"/>
                </a:lnTo>
                <a:lnTo>
                  <a:pt x="1000600" y="374116"/>
                </a:lnTo>
                <a:lnTo>
                  <a:pt x="1000778" y="374214"/>
                </a:lnTo>
                <a:lnTo>
                  <a:pt x="1000947" y="374321"/>
                </a:lnTo>
                <a:lnTo>
                  <a:pt x="1001116" y="374428"/>
                </a:lnTo>
                <a:lnTo>
                  <a:pt x="1001294" y="374534"/>
                </a:lnTo>
                <a:lnTo>
                  <a:pt x="1001463" y="374650"/>
                </a:lnTo>
                <a:lnTo>
                  <a:pt x="1001632" y="374757"/>
                </a:lnTo>
                <a:lnTo>
                  <a:pt x="1001810" y="374872"/>
                </a:lnTo>
                <a:lnTo>
                  <a:pt x="1001979" y="374979"/>
                </a:lnTo>
                <a:lnTo>
                  <a:pt x="1002148" y="375095"/>
                </a:lnTo>
                <a:lnTo>
                  <a:pt x="1002326" y="375210"/>
                </a:lnTo>
                <a:lnTo>
                  <a:pt x="1002495" y="375326"/>
                </a:lnTo>
                <a:lnTo>
                  <a:pt x="1002673" y="375442"/>
                </a:lnTo>
                <a:lnTo>
                  <a:pt x="1002842" y="375557"/>
                </a:lnTo>
                <a:lnTo>
                  <a:pt x="1003011" y="375682"/>
                </a:lnTo>
                <a:lnTo>
                  <a:pt x="1003189" y="375798"/>
                </a:lnTo>
                <a:lnTo>
                  <a:pt x="1003358" y="375922"/>
                </a:lnTo>
                <a:lnTo>
                  <a:pt x="1003527" y="376047"/>
                </a:lnTo>
                <a:lnTo>
                  <a:pt x="1003705" y="376171"/>
                </a:lnTo>
                <a:lnTo>
                  <a:pt x="1003874" y="376296"/>
                </a:lnTo>
                <a:lnTo>
                  <a:pt x="1004043" y="376420"/>
                </a:lnTo>
                <a:lnTo>
                  <a:pt x="1004221" y="376545"/>
                </a:lnTo>
                <a:lnTo>
                  <a:pt x="1004390" y="376678"/>
                </a:lnTo>
                <a:lnTo>
                  <a:pt x="1004568" y="376803"/>
                </a:lnTo>
                <a:lnTo>
                  <a:pt x="1004737" y="376936"/>
                </a:lnTo>
                <a:lnTo>
                  <a:pt x="1004906" y="377070"/>
                </a:lnTo>
                <a:lnTo>
                  <a:pt x="1005084" y="377203"/>
                </a:lnTo>
                <a:lnTo>
                  <a:pt x="1005253" y="377337"/>
                </a:lnTo>
                <a:lnTo>
                  <a:pt x="1005422" y="377470"/>
                </a:lnTo>
                <a:lnTo>
                  <a:pt x="1005600" y="377604"/>
                </a:lnTo>
                <a:lnTo>
                  <a:pt x="1005769" y="377746"/>
                </a:lnTo>
                <a:lnTo>
                  <a:pt x="1005938" y="377879"/>
                </a:lnTo>
                <a:lnTo>
                  <a:pt x="1006116" y="378022"/>
                </a:lnTo>
                <a:lnTo>
                  <a:pt x="1006285" y="378164"/>
                </a:lnTo>
                <a:lnTo>
                  <a:pt x="1006454" y="378306"/>
                </a:lnTo>
                <a:lnTo>
                  <a:pt x="1006632" y="378449"/>
                </a:lnTo>
                <a:lnTo>
                  <a:pt x="1006801" y="378591"/>
                </a:lnTo>
                <a:lnTo>
                  <a:pt x="1006979" y="378742"/>
                </a:lnTo>
                <a:lnTo>
                  <a:pt x="1007148" y="378885"/>
                </a:lnTo>
                <a:lnTo>
                  <a:pt x="1007317" y="379036"/>
                </a:lnTo>
                <a:lnTo>
                  <a:pt x="1007495" y="379187"/>
                </a:lnTo>
                <a:lnTo>
                  <a:pt x="1007664" y="379329"/>
                </a:lnTo>
                <a:lnTo>
                  <a:pt x="1007833" y="379481"/>
                </a:lnTo>
                <a:lnTo>
                  <a:pt x="1008011" y="379641"/>
                </a:lnTo>
                <a:lnTo>
                  <a:pt x="1008180" y="379792"/>
                </a:lnTo>
                <a:lnTo>
                  <a:pt x="1008349" y="379943"/>
                </a:lnTo>
                <a:lnTo>
                  <a:pt x="1008526" y="380103"/>
                </a:lnTo>
                <a:lnTo>
                  <a:pt x="1008696" y="380264"/>
                </a:lnTo>
                <a:lnTo>
                  <a:pt x="1008873" y="380424"/>
                </a:lnTo>
                <a:lnTo>
                  <a:pt x="1009043" y="380584"/>
                </a:lnTo>
                <a:lnTo>
                  <a:pt x="1009212" y="380744"/>
                </a:lnTo>
                <a:lnTo>
                  <a:pt x="1009390" y="380904"/>
                </a:lnTo>
                <a:lnTo>
                  <a:pt x="1009558" y="381073"/>
                </a:lnTo>
                <a:lnTo>
                  <a:pt x="1009728" y="381233"/>
                </a:lnTo>
                <a:lnTo>
                  <a:pt x="1009905" y="381402"/>
                </a:lnTo>
                <a:lnTo>
                  <a:pt x="1010074" y="381571"/>
                </a:lnTo>
                <a:lnTo>
                  <a:pt x="1010244" y="381740"/>
                </a:lnTo>
                <a:lnTo>
                  <a:pt x="1010421" y="381909"/>
                </a:lnTo>
                <a:lnTo>
                  <a:pt x="1010591" y="382079"/>
                </a:lnTo>
                <a:lnTo>
                  <a:pt x="1010768" y="382256"/>
                </a:lnTo>
                <a:lnTo>
                  <a:pt x="1010937" y="382426"/>
                </a:lnTo>
                <a:lnTo>
                  <a:pt x="1011106" y="382603"/>
                </a:lnTo>
                <a:lnTo>
                  <a:pt x="1011284" y="382781"/>
                </a:lnTo>
                <a:lnTo>
                  <a:pt x="1011453" y="382959"/>
                </a:lnTo>
                <a:lnTo>
                  <a:pt x="1011623" y="383137"/>
                </a:lnTo>
                <a:lnTo>
                  <a:pt x="1011800" y="383315"/>
                </a:lnTo>
                <a:lnTo>
                  <a:pt x="1011969" y="383493"/>
                </a:lnTo>
                <a:lnTo>
                  <a:pt x="1012138" y="383680"/>
                </a:lnTo>
                <a:lnTo>
                  <a:pt x="1012316" y="383867"/>
                </a:lnTo>
                <a:lnTo>
                  <a:pt x="1012485" y="384045"/>
                </a:lnTo>
                <a:lnTo>
                  <a:pt x="1012663" y="384231"/>
                </a:lnTo>
                <a:lnTo>
                  <a:pt x="1012832" y="384427"/>
                </a:lnTo>
                <a:lnTo>
                  <a:pt x="1013001" y="384614"/>
                </a:lnTo>
                <a:lnTo>
                  <a:pt x="1013179" y="384801"/>
                </a:lnTo>
                <a:lnTo>
                  <a:pt x="1013348" y="384996"/>
                </a:lnTo>
                <a:lnTo>
                  <a:pt x="1013517" y="385192"/>
                </a:lnTo>
                <a:lnTo>
                  <a:pt x="1013695" y="385379"/>
                </a:lnTo>
                <a:lnTo>
                  <a:pt x="1013864" y="385575"/>
                </a:lnTo>
                <a:lnTo>
                  <a:pt x="1014033" y="385770"/>
                </a:lnTo>
                <a:lnTo>
                  <a:pt x="1014211" y="385975"/>
                </a:lnTo>
                <a:lnTo>
                  <a:pt x="1014380" y="386171"/>
                </a:lnTo>
                <a:lnTo>
                  <a:pt x="1014549" y="386375"/>
                </a:lnTo>
                <a:lnTo>
                  <a:pt x="1014727" y="386580"/>
                </a:lnTo>
                <a:lnTo>
                  <a:pt x="1014896" y="386776"/>
                </a:lnTo>
                <a:lnTo>
                  <a:pt x="1015074" y="386980"/>
                </a:lnTo>
                <a:lnTo>
                  <a:pt x="1015243" y="387194"/>
                </a:lnTo>
                <a:lnTo>
                  <a:pt x="1015412" y="387399"/>
                </a:lnTo>
                <a:lnTo>
                  <a:pt x="1015590" y="387603"/>
                </a:lnTo>
                <a:lnTo>
                  <a:pt x="1015759" y="387817"/>
                </a:lnTo>
                <a:lnTo>
                  <a:pt x="1015928" y="388030"/>
                </a:lnTo>
                <a:lnTo>
                  <a:pt x="1016106" y="388244"/>
                </a:lnTo>
                <a:lnTo>
                  <a:pt x="1016275" y="388457"/>
                </a:lnTo>
                <a:lnTo>
                  <a:pt x="1016444" y="388671"/>
                </a:lnTo>
                <a:lnTo>
                  <a:pt x="1016622" y="388884"/>
                </a:lnTo>
                <a:lnTo>
                  <a:pt x="1016791" y="389107"/>
                </a:lnTo>
                <a:lnTo>
                  <a:pt x="1016969" y="389320"/>
                </a:lnTo>
                <a:lnTo>
                  <a:pt x="1017138" y="389543"/>
                </a:lnTo>
                <a:lnTo>
                  <a:pt x="1017307" y="389765"/>
                </a:lnTo>
                <a:lnTo>
                  <a:pt x="1017485" y="389987"/>
                </a:lnTo>
                <a:lnTo>
                  <a:pt x="1017654" y="390210"/>
                </a:lnTo>
                <a:lnTo>
                  <a:pt x="1017823" y="390441"/>
                </a:lnTo>
                <a:lnTo>
                  <a:pt x="1018001" y="390664"/>
                </a:lnTo>
                <a:lnTo>
                  <a:pt x="1018170" y="390895"/>
                </a:lnTo>
                <a:lnTo>
                  <a:pt x="1018339" y="391126"/>
                </a:lnTo>
                <a:lnTo>
                  <a:pt x="1018517" y="391357"/>
                </a:lnTo>
                <a:lnTo>
                  <a:pt x="1018686" y="391589"/>
                </a:lnTo>
                <a:lnTo>
                  <a:pt x="1018864" y="391820"/>
                </a:lnTo>
                <a:lnTo>
                  <a:pt x="1019033" y="392060"/>
                </a:lnTo>
                <a:lnTo>
                  <a:pt x="1019202" y="392301"/>
                </a:lnTo>
                <a:lnTo>
                  <a:pt x="1019380" y="392532"/>
                </a:lnTo>
                <a:lnTo>
                  <a:pt x="1019549" y="392772"/>
                </a:lnTo>
                <a:lnTo>
                  <a:pt x="1019718" y="393012"/>
                </a:lnTo>
                <a:lnTo>
                  <a:pt x="1019896" y="393252"/>
                </a:lnTo>
                <a:lnTo>
                  <a:pt x="1020065" y="393502"/>
                </a:lnTo>
                <a:lnTo>
                  <a:pt x="1020234" y="393742"/>
                </a:lnTo>
                <a:lnTo>
                  <a:pt x="1020412" y="393991"/>
                </a:lnTo>
                <a:lnTo>
                  <a:pt x="1020581" y="394240"/>
                </a:lnTo>
                <a:lnTo>
                  <a:pt x="1020759" y="394489"/>
                </a:lnTo>
                <a:lnTo>
                  <a:pt x="1020928" y="394738"/>
                </a:lnTo>
                <a:lnTo>
                  <a:pt x="1021097" y="394987"/>
                </a:lnTo>
                <a:lnTo>
                  <a:pt x="1021275" y="395245"/>
                </a:lnTo>
                <a:lnTo>
                  <a:pt x="1021444" y="395494"/>
                </a:lnTo>
                <a:lnTo>
                  <a:pt x="1021613" y="395752"/>
                </a:lnTo>
                <a:lnTo>
                  <a:pt x="1021791" y="396010"/>
                </a:lnTo>
                <a:lnTo>
                  <a:pt x="1021960" y="396268"/>
                </a:lnTo>
                <a:lnTo>
                  <a:pt x="1022129" y="396526"/>
                </a:lnTo>
                <a:lnTo>
                  <a:pt x="1022307" y="396784"/>
                </a:lnTo>
                <a:lnTo>
                  <a:pt x="1022476" y="397051"/>
                </a:lnTo>
                <a:lnTo>
                  <a:pt x="1022645" y="397309"/>
                </a:lnTo>
                <a:lnTo>
                  <a:pt x="1022823" y="397576"/>
                </a:lnTo>
                <a:lnTo>
                  <a:pt x="1022992" y="397843"/>
                </a:lnTo>
                <a:lnTo>
                  <a:pt x="1023170" y="398110"/>
                </a:lnTo>
                <a:lnTo>
                  <a:pt x="1023339" y="398386"/>
                </a:lnTo>
                <a:lnTo>
                  <a:pt x="1023508" y="398653"/>
                </a:lnTo>
                <a:lnTo>
                  <a:pt x="1023686" y="398928"/>
                </a:lnTo>
                <a:lnTo>
                  <a:pt x="1023855" y="399195"/>
                </a:lnTo>
                <a:lnTo>
                  <a:pt x="1024024" y="399471"/>
                </a:lnTo>
                <a:lnTo>
                  <a:pt x="1024202" y="399747"/>
                </a:lnTo>
                <a:lnTo>
                  <a:pt x="1024371" y="400023"/>
                </a:lnTo>
                <a:lnTo>
                  <a:pt x="1024540" y="400307"/>
                </a:lnTo>
                <a:lnTo>
                  <a:pt x="1024718" y="400583"/>
                </a:lnTo>
                <a:lnTo>
                  <a:pt x="1024887" y="400868"/>
                </a:lnTo>
                <a:lnTo>
                  <a:pt x="1025065" y="401144"/>
                </a:lnTo>
                <a:lnTo>
                  <a:pt x="1025234" y="401428"/>
                </a:lnTo>
                <a:lnTo>
                  <a:pt x="1025403" y="401713"/>
                </a:lnTo>
                <a:lnTo>
                  <a:pt x="1025581" y="402007"/>
                </a:lnTo>
                <a:lnTo>
                  <a:pt x="1025750" y="402291"/>
                </a:lnTo>
                <a:lnTo>
                  <a:pt x="1025919" y="402585"/>
                </a:lnTo>
                <a:lnTo>
                  <a:pt x="1026097" y="402870"/>
                </a:lnTo>
                <a:lnTo>
                  <a:pt x="1026266" y="403163"/>
                </a:lnTo>
                <a:lnTo>
                  <a:pt x="1026435" y="403457"/>
                </a:lnTo>
                <a:lnTo>
                  <a:pt x="1026613" y="403750"/>
                </a:lnTo>
                <a:lnTo>
                  <a:pt x="1026782" y="404044"/>
                </a:lnTo>
                <a:lnTo>
                  <a:pt x="1026960" y="404346"/>
                </a:lnTo>
                <a:lnTo>
                  <a:pt x="1027129" y="404640"/>
                </a:lnTo>
                <a:lnTo>
                  <a:pt x="1027298" y="404942"/>
                </a:lnTo>
                <a:lnTo>
                  <a:pt x="1027476" y="405245"/>
                </a:lnTo>
                <a:lnTo>
                  <a:pt x="1027645" y="405547"/>
                </a:lnTo>
                <a:lnTo>
                  <a:pt x="1027814" y="405850"/>
                </a:lnTo>
                <a:lnTo>
                  <a:pt x="1027992" y="406152"/>
                </a:lnTo>
                <a:lnTo>
                  <a:pt x="1028161" y="406464"/>
                </a:lnTo>
                <a:lnTo>
                  <a:pt x="1028330" y="406775"/>
                </a:lnTo>
                <a:lnTo>
                  <a:pt x="1028508" y="407078"/>
                </a:lnTo>
                <a:lnTo>
                  <a:pt x="1028677" y="407389"/>
                </a:lnTo>
                <a:lnTo>
                  <a:pt x="1028855" y="407700"/>
                </a:lnTo>
                <a:lnTo>
                  <a:pt x="1029024" y="408012"/>
                </a:lnTo>
                <a:lnTo>
                  <a:pt x="1029193" y="408332"/>
                </a:lnTo>
                <a:lnTo>
                  <a:pt x="1029371" y="408643"/>
                </a:lnTo>
                <a:lnTo>
                  <a:pt x="1029540" y="408964"/>
                </a:lnTo>
                <a:lnTo>
                  <a:pt x="1029709" y="409284"/>
                </a:lnTo>
                <a:lnTo>
                  <a:pt x="1029887" y="409604"/>
                </a:lnTo>
                <a:lnTo>
                  <a:pt x="1030056" y="409924"/>
                </a:lnTo>
                <a:lnTo>
                  <a:pt x="1030225" y="410245"/>
                </a:lnTo>
                <a:lnTo>
                  <a:pt x="1030403" y="410565"/>
                </a:lnTo>
                <a:lnTo>
                  <a:pt x="1030572" y="410894"/>
                </a:lnTo>
                <a:lnTo>
                  <a:pt x="1030741" y="411214"/>
                </a:lnTo>
                <a:lnTo>
                  <a:pt x="1030919" y="411544"/>
                </a:lnTo>
                <a:lnTo>
                  <a:pt x="1031088" y="411873"/>
                </a:lnTo>
                <a:lnTo>
                  <a:pt x="1031266" y="412202"/>
                </a:lnTo>
                <a:lnTo>
                  <a:pt x="1031435" y="412531"/>
                </a:lnTo>
                <a:lnTo>
                  <a:pt x="1031604" y="412869"/>
                </a:lnTo>
                <a:lnTo>
                  <a:pt x="1031782" y="413198"/>
                </a:lnTo>
                <a:lnTo>
                  <a:pt x="1031951" y="413536"/>
                </a:lnTo>
                <a:lnTo>
                  <a:pt x="1032120" y="413874"/>
                </a:lnTo>
                <a:lnTo>
                  <a:pt x="1032298" y="414213"/>
                </a:lnTo>
                <a:lnTo>
                  <a:pt x="1032467" y="414551"/>
                </a:lnTo>
                <a:lnTo>
                  <a:pt x="1032636" y="414889"/>
                </a:lnTo>
                <a:lnTo>
                  <a:pt x="1032814" y="415227"/>
                </a:lnTo>
                <a:lnTo>
                  <a:pt x="1032983" y="415574"/>
                </a:lnTo>
                <a:lnTo>
                  <a:pt x="1033161" y="415912"/>
                </a:lnTo>
                <a:lnTo>
                  <a:pt x="1033330" y="416259"/>
                </a:lnTo>
                <a:lnTo>
                  <a:pt x="1033499" y="416606"/>
                </a:lnTo>
                <a:lnTo>
                  <a:pt x="1033677" y="416953"/>
                </a:lnTo>
                <a:lnTo>
                  <a:pt x="1033846" y="417300"/>
                </a:lnTo>
                <a:lnTo>
                  <a:pt x="1034015" y="417647"/>
                </a:lnTo>
                <a:lnTo>
                  <a:pt x="1034193" y="418002"/>
                </a:lnTo>
                <a:lnTo>
                  <a:pt x="1034362" y="418349"/>
                </a:lnTo>
                <a:lnTo>
                  <a:pt x="1034531" y="418705"/>
                </a:lnTo>
                <a:lnTo>
                  <a:pt x="1034709" y="419061"/>
                </a:lnTo>
                <a:lnTo>
                  <a:pt x="1034878" y="419417"/>
                </a:lnTo>
                <a:lnTo>
                  <a:pt x="1035056" y="419773"/>
                </a:lnTo>
                <a:lnTo>
                  <a:pt x="1035225" y="420129"/>
                </a:lnTo>
                <a:lnTo>
                  <a:pt x="1035394" y="420484"/>
                </a:lnTo>
                <a:lnTo>
                  <a:pt x="1035572" y="420849"/>
                </a:lnTo>
                <a:lnTo>
                  <a:pt x="1035741" y="421214"/>
                </a:lnTo>
                <a:lnTo>
                  <a:pt x="1035910" y="421570"/>
                </a:lnTo>
                <a:lnTo>
                  <a:pt x="1036088" y="421935"/>
                </a:lnTo>
                <a:lnTo>
                  <a:pt x="1036257" y="422299"/>
                </a:lnTo>
                <a:lnTo>
                  <a:pt x="1036426" y="422664"/>
                </a:lnTo>
                <a:lnTo>
                  <a:pt x="1036604" y="423029"/>
                </a:lnTo>
                <a:lnTo>
                  <a:pt x="1036773" y="423403"/>
                </a:lnTo>
                <a:lnTo>
                  <a:pt x="1036951" y="423767"/>
                </a:lnTo>
                <a:lnTo>
                  <a:pt x="1037120" y="424141"/>
                </a:lnTo>
                <a:lnTo>
                  <a:pt x="1037289" y="424515"/>
                </a:lnTo>
                <a:lnTo>
                  <a:pt x="1037467" y="424879"/>
                </a:lnTo>
                <a:lnTo>
                  <a:pt x="1037636" y="425253"/>
                </a:lnTo>
                <a:lnTo>
                  <a:pt x="1037805" y="425627"/>
                </a:lnTo>
                <a:lnTo>
                  <a:pt x="1037983" y="426009"/>
                </a:lnTo>
                <a:lnTo>
                  <a:pt x="1038152" y="426383"/>
                </a:lnTo>
                <a:lnTo>
                  <a:pt x="1038321" y="426756"/>
                </a:lnTo>
                <a:lnTo>
                  <a:pt x="1038499" y="427139"/>
                </a:lnTo>
                <a:lnTo>
                  <a:pt x="1038668" y="427522"/>
                </a:lnTo>
                <a:lnTo>
                  <a:pt x="1038837" y="427895"/>
                </a:lnTo>
                <a:lnTo>
                  <a:pt x="1039015" y="428278"/>
                </a:lnTo>
                <a:lnTo>
                  <a:pt x="1039184" y="428660"/>
                </a:lnTo>
                <a:lnTo>
                  <a:pt x="1039362" y="429043"/>
                </a:lnTo>
                <a:lnTo>
                  <a:pt x="1039531" y="429425"/>
                </a:lnTo>
                <a:lnTo>
                  <a:pt x="1039700" y="429817"/>
                </a:lnTo>
                <a:lnTo>
                  <a:pt x="1039878" y="430199"/>
                </a:lnTo>
                <a:lnTo>
                  <a:pt x="1040047" y="430591"/>
                </a:lnTo>
                <a:lnTo>
                  <a:pt x="1040216" y="430973"/>
                </a:lnTo>
                <a:lnTo>
                  <a:pt x="1040394" y="431365"/>
                </a:lnTo>
                <a:lnTo>
                  <a:pt x="1040563" y="431756"/>
                </a:lnTo>
                <a:lnTo>
                  <a:pt x="1040732" y="432148"/>
                </a:lnTo>
                <a:lnTo>
                  <a:pt x="1040910" y="432539"/>
                </a:lnTo>
                <a:lnTo>
                  <a:pt x="1041079" y="432931"/>
                </a:lnTo>
                <a:lnTo>
                  <a:pt x="1041257" y="433322"/>
                </a:lnTo>
                <a:lnTo>
                  <a:pt x="1041426" y="433722"/>
                </a:lnTo>
                <a:lnTo>
                  <a:pt x="1041595" y="434114"/>
                </a:lnTo>
                <a:lnTo>
                  <a:pt x="1041773" y="434514"/>
                </a:lnTo>
                <a:lnTo>
                  <a:pt x="1041942" y="434906"/>
                </a:lnTo>
                <a:lnTo>
                  <a:pt x="1042111" y="435306"/>
                </a:lnTo>
                <a:lnTo>
                  <a:pt x="1042289" y="435706"/>
                </a:lnTo>
                <a:lnTo>
                  <a:pt x="1042458" y="436107"/>
                </a:lnTo>
                <a:lnTo>
                  <a:pt x="1042627" y="436507"/>
                </a:lnTo>
                <a:lnTo>
                  <a:pt x="1042805" y="436907"/>
                </a:lnTo>
                <a:lnTo>
                  <a:pt x="1042974" y="437308"/>
                </a:lnTo>
                <a:lnTo>
                  <a:pt x="1043152" y="437717"/>
                </a:lnTo>
                <a:lnTo>
                  <a:pt x="1043320" y="438117"/>
                </a:lnTo>
                <a:lnTo>
                  <a:pt x="1043490" y="438518"/>
                </a:lnTo>
                <a:lnTo>
                  <a:pt x="1043667" y="438927"/>
                </a:lnTo>
                <a:lnTo>
                  <a:pt x="1043837" y="439336"/>
                </a:lnTo>
                <a:lnTo>
                  <a:pt x="1044006" y="439736"/>
                </a:lnTo>
                <a:lnTo>
                  <a:pt x="1044184" y="440146"/>
                </a:lnTo>
                <a:lnTo>
                  <a:pt x="1044352" y="440555"/>
                </a:lnTo>
                <a:lnTo>
                  <a:pt x="1044522" y="440964"/>
                </a:lnTo>
                <a:lnTo>
                  <a:pt x="1044699" y="441373"/>
                </a:lnTo>
                <a:lnTo>
                  <a:pt x="1044869" y="441783"/>
                </a:lnTo>
                <a:lnTo>
                  <a:pt x="1045046" y="442192"/>
                </a:lnTo>
                <a:lnTo>
                  <a:pt x="1045215" y="442601"/>
                </a:lnTo>
                <a:lnTo>
                  <a:pt x="1045385" y="443019"/>
                </a:lnTo>
                <a:lnTo>
                  <a:pt x="1045562" y="443428"/>
                </a:lnTo>
                <a:lnTo>
                  <a:pt x="1045731" y="443847"/>
                </a:lnTo>
                <a:lnTo>
                  <a:pt x="1045900" y="444256"/>
                </a:lnTo>
                <a:lnTo>
                  <a:pt x="1046078" y="444674"/>
                </a:lnTo>
                <a:lnTo>
                  <a:pt x="1046247" y="445083"/>
                </a:lnTo>
                <a:lnTo>
                  <a:pt x="1046417" y="445501"/>
                </a:lnTo>
                <a:lnTo>
                  <a:pt x="1046594" y="445919"/>
                </a:lnTo>
                <a:lnTo>
                  <a:pt x="1046764" y="446338"/>
                </a:lnTo>
                <a:lnTo>
                  <a:pt x="1046932" y="446756"/>
                </a:lnTo>
                <a:lnTo>
                  <a:pt x="1047110" y="447165"/>
                </a:lnTo>
                <a:lnTo>
                  <a:pt x="1047279" y="447583"/>
                </a:lnTo>
                <a:lnTo>
                  <a:pt x="1047457" y="448010"/>
                </a:lnTo>
                <a:lnTo>
                  <a:pt x="1047626" y="448428"/>
                </a:lnTo>
                <a:lnTo>
                  <a:pt x="1047795" y="448846"/>
                </a:lnTo>
                <a:lnTo>
                  <a:pt x="1047973" y="449265"/>
                </a:lnTo>
                <a:lnTo>
                  <a:pt x="1048142" y="449683"/>
                </a:lnTo>
                <a:lnTo>
                  <a:pt x="1048311" y="450110"/>
                </a:lnTo>
                <a:lnTo>
                  <a:pt x="1048489" y="450528"/>
                </a:lnTo>
                <a:lnTo>
                  <a:pt x="1048658" y="450946"/>
                </a:lnTo>
                <a:lnTo>
                  <a:pt x="1048827" y="451373"/>
                </a:lnTo>
                <a:lnTo>
                  <a:pt x="1049005" y="451791"/>
                </a:lnTo>
                <a:lnTo>
                  <a:pt x="1049174" y="452218"/>
                </a:lnTo>
                <a:lnTo>
                  <a:pt x="1049352" y="452636"/>
                </a:lnTo>
                <a:lnTo>
                  <a:pt x="1049521" y="453063"/>
                </a:lnTo>
                <a:lnTo>
                  <a:pt x="1049690" y="453481"/>
                </a:lnTo>
                <a:lnTo>
                  <a:pt x="1049868" y="453908"/>
                </a:lnTo>
                <a:lnTo>
                  <a:pt x="1050037" y="454335"/>
                </a:lnTo>
                <a:lnTo>
                  <a:pt x="1050206" y="454754"/>
                </a:lnTo>
                <a:lnTo>
                  <a:pt x="1050384" y="455181"/>
                </a:lnTo>
                <a:lnTo>
                  <a:pt x="1050553" y="455608"/>
                </a:lnTo>
                <a:lnTo>
                  <a:pt x="1050722" y="456035"/>
                </a:lnTo>
                <a:lnTo>
                  <a:pt x="1050900" y="456453"/>
                </a:lnTo>
                <a:lnTo>
                  <a:pt x="1051069" y="456880"/>
                </a:lnTo>
                <a:lnTo>
                  <a:pt x="1051247" y="457307"/>
                </a:lnTo>
                <a:lnTo>
                  <a:pt x="1051416" y="457734"/>
                </a:lnTo>
                <a:lnTo>
                  <a:pt x="1051585" y="458161"/>
                </a:lnTo>
                <a:lnTo>
                  <a:pt x="1051763" y="458588"/>
                </a:lnTo>
                <a:lnTo>
                  <a:pt x="1051932" y="459015"/>
                </a:lnTo>
                <a:lnTo>
                  <a:pt x="1052101" y="459442"/>
                </a:lnTo>
                <a:lnTo>
                  <a:pt x="1052279" y="459860"/>
                </a:lnTo>
                <a:lnTo>
                  <a:pt x="1052448" y="460287"/>
                </a:lnTo>
                <a:lnTo>
                  <a:pt x="1052617" y="460714"/>
                </a:lnTo>
                <a:lnTo>
                  <a:pt x="1052795" y="461141"/>
                </a:lnTo>
                <a:lnTo>
                  <a:pt x="1052964" y="461568"/>
                </a:lnTo>
                <a:lnTo>
                  <a:pt x="1053142" y="461995"/>
                </a:lnTo>
                <a:lnTo>
                  <a:pt x="1053311" y="462422"/>
                </a:lnTo>
                <a:lnTo>
                  <a:pt x="1053480" y="462849"/>
                </a:lnTo>
                <a:lnTo>
                  <a:pt x="1053658" y="463276"/>
                </a:lnTo>
                <a:lnTo>
                  <a:pt x="1053827" y="463703"/>
                </a:lnTo>
                <a:lnTo>
                  <a:pt x="1053996" y="464122"/>
                </a:lnTo>
                <a:lnTo>
                  <a:pt x="1054174" y="464549"/>
                </a:lnTo>
                <a:lnTo>
                  <a:pt x="1054343" y="464976"/>
                </a:lnTo>
                <a:lnTo>
                  <a:pt x="1054512" y="465403"/>
                </a:lnTo>
                <a:lnTo>
                  <a:pt x="1054690" y="465830"/>
                </a:lnTo>
                <a:lnTo>
                  <a:pt x="1054859" y="466257"/>
                </a:lnTo>
                <a:lnTo>
                  <a:pt x="1055028" y="466675"/>
                </a:lnTo>
                <a:lnTo>
                  <a:pt x="1055206" y="467102"/>
                </a:lnTo>
                <a:lnTo>
                  <a:pt x="1055375" y="467529"/>
                </a:lnTo>
                <a:lnTo>
                  <a:pt x="1055553" y="467956"/>
                </a:lnTo>
                <a:lnTo>
                  <a:pt x="1055722" y="468374"/>
                </a:lnTo>
                <a:lnTo>
                  <a:pt x="1055891" y="468801"/>
                </a:lnTo>
                <a:lnTo>
                  <a:pt x="1056069" y="469219"/>
                </a:lnTo>
                <a:lnTo>
                  <a:pt x="1056238" y="469646"/>
                </a:lnTo>
                <a:lnTo>
                  <a:pt x="1056407" y="470073"/>
                </a:lnTo>
                <a:lnTo>
                  <a:pt x="1056585" y="470491"/>
                </a:lnTo>
                <a:lnTo>
                  <a:pt x="1056754" y="470910"/>
                </a:lnTo>
                <a:lnTo>
                  <a:pt x="1056923" y="471337"/>
                </a:lnTo>
                <a:lnTo>
                  <a:pt x="1057101" y="471755"/>
                </a:lnTo>
                <a:lnTo>
                  <a:pt x="1057270" y="472173"/>
                </a:lnTo>
                <a:lnTo>
                  <a:pt x="1057448" y="472600"/>
                </a:lnTo>
                <a:lnTo>
                  <a:pt x="1057617" y="473018"/>
                </a:lnTo>
                <a:lnTo>
                  <a:pt x="1057786" y="473436"/>
                </a:lnTo>
                <a:lnTo>
                  <a:pt x="1057964" y="473854"/>
                </a:lnTo>
                <a:lnTo>
                  <a:pt x="1058133" y="474272"/>
                </a:lnTo>
                <a:lnTo>
                  <a:pt x="1058302" y="474691"/>
                </a:lnTo>
                <a:lnTo>
                  <a:pt x="1058480" y="475109"/>
                </a:lnTo>
                <a:lnTo>
                  <a:pt x="1058649" y="475527"/>
                </a:lnTo>
                <a:lnTo>
                  <a:pt x="1058818" y="475945"/>
                </a:lnTo>
                <a:lnTo>
                  <a:pt x="1058996" y="476354"/>
                </a:lnTo>
                <a:lnTo>
                  <a:pt x="1059165" y="476772"/>
                </a:lnTo>
                <a:lnTo>
                  <a:pt x="1059343" y="477190"/>
                </a:lnTo>
                <a:lnTo>
                  <a:pt x="1059512" y="477600"/>
                </a:lnTo>
                <a:lnTo>
                  <a:pt x="1059681" y="478009"/>
                </a:lnTo>
                <a:lnTo>
                  <a:pt x="1059859" y="478427"/>
                </a:lnTo>
                <a:lnTo>
                  <a:pt x="1060028" y="478836"/>
                </a:lnTo>
                <a:lnTo>
                  <a:pt x="1060197" y="479246"/>
                </a:lnTo>
                <a:lnTo>
                  <a:pt x="1060375" y="479655"/>
                </a:lnTo>
                <a:lnTo>
                  <a:pt x="1060544" y="480064"/>
                </a:lnTo>
                <a:lnTo>
                  <a:pt x="1060713" y="480473"/>
                </a:lnTo>
                <a:lnTo>
                  <a:pt x="1060891" y="480882"/>
                </a:lnTo>
                <a:lnTo>
                  <a:pt x="1061060" y="481292"/>
                </a:lnTo>
                <a:lnTo>
                  <a:pt x="1061238" y="481692"/>
                </a:lnTo>
                <a:lnTo>
                  <a:pt x="1061407" y="482101"/>
                </a:lnTo>
                <a:lnTo>
                  <a:pt x="1061576" y="482502"/>
                </a:lnTo>
                <a:lnTo>
                  <a:pt x="1061754" y="482911"/>
                </a:lnTo>
                <a:lnTo>
                  <a:pt x="1061923" y="483311"/>
                </a:lnTo>
                <a:lnTo>
                  <a:pt x="1062092" y="483712"/>
                </a:lnTo>
                <a:lnTo>
                  <a:pt x="1062270" y="484112"/>
                </a:lnTo>
                <a:lnTo>
                  <a:pt x="1062439" y="484512"/>
                </a:lnTo>
                <a:lnTo>
                  <a:pt x="1062608" y="484913"/>
                </a:lnTo>
                <a:lnTo>
                  <a:pt x="1062786" y="485304"/>
                </a:lnTo>
                <a:lnTo>
                  <a:pt x="1062955" y="485704"/>
                </a:lnTo>
                <a:lnTo>
                  <a:pt x="1063124" y="486096"/>
                </a:lnTo>
                <a:lnTo>
                  <a:pt x="1063302" y="486496"/>
                </a:lnTo>
                <a:lnTo>
                  <a:pt x="1063471" y="486888"/>
                </a:lnTo>
                <a:lnTo>
                  <a:pt x="1063649" y="487279"/>
                </a:lnTo>
                <a:lnTo>
                  <a:pt x="1063818" y="487670"/>
                </a:lnTo>
                <a:lnTo>
                  <a:pt x="1063987" y="488062"/>
                </a:lnTo>
                <a:lnTo>
                  <a:pt x="1064165" y="488444"/>
                </a:lnTo>
                <a:lnTo>
                  <a:pt x="1064334" y="488836"/>
                </a:lnTo>
                <a:lnTo>
                  <a:pt x="1064503" y="489218"/>
                </a:lnTo>
                <a:lnTo>
                  <a:pt x="1064681" y="489610"/>
                </a:lnTo>
                <a:lnTo>
                  <a:pt x="1064850" y="489992"/>
                </a:lnTo>
                <a:lnTo>
                  <a:pt x="1065019" y="490375"/>
                </a:lnTo>
                <a:lnTo>
                  <a:pt x="1065197" y="490757"/>
                </a:lnTo>
                <a:lnTo>
                  <a:pt x="1065366" y="491131"/>
                </a:lnTo>
                <a:lnTo>
                  <a:pt x="1065544" y="491514"/>
                </a:lnTo>
                <a:lnTo>
                  <a:pt x="1065713" y="491887"/>
                </a:lnTo>
                <a:lnTo>
                  <a:pt x="1065882" y="492270"/>
                </a:lnTo>
                <a:lnTo>
                  <a:pt x="1066060" y="492644"/>
                </a:lnTo>
                <a:lnTo>
                  <a:pt x="1066229" y="493017"/>
                </a:lnTo>
                <a:lnTo>
                  <a:pt x="1066398" y="493391"/>
                </a:lnTo>
                <a:lnTo>
                  <a:pt x="1066576" y="493756"/>
                </a:lnTo>
                <a:lnTo>
                  <a:pt x="1066745" y="494129"/>
                </a:lnTo>
                <a:lnTo>
                  <a:pt x="1066914" y="494494"/>
                </a:lnTo>
                <a:lnTo>
                  <a:pt x="1067092" y="494859"/>
                </a:lnTo>
                <a:lnTo>
                  <a:pt x="1067261" y="495224"/>
                </a:lnTo>
                <a:lnTo>
                  <a:pt x="1067439" y="495588"/>
                </a:lnTo>
                <a:lnTo>
                  <a:pt x="1067608" y="495953"/>
                </a:lnTo>
                <a:lnTo>
                  <a:pt x="1067777" y="496309"/>
                </a:lnTo>
                <a:lnTo>
                  <a:pt x="1067955" y="496674"/>
                </a:lnTo>
                <a:lnTo>
                  <a:pt x="1068124" y="497030"/>
                </a:lnTo>
                <a:lnTo>
                  <a:pt x="1068293" y="497385"/>
                </a:lnTo>
                <a:lnTo>
                  <a:pt x="1068471" y="497741"/>
                </a:lnTo>
                <a:lnTo>
                  <a:pt x="1068640" y="498088"/>
                </a:lnTo>
                <a:lnTo>
                  <a:pt x="1068809" y="498444"/>
                </a:lnTo>
                <a:lnTo>
                  <a:pt x="1068987" y="498791"/>
                </a:lnTo>
                <a:lnTo>
                  <a:pt x="1069156" y="499138"/>
                </a:lnTo>
                <a:lnTo>
                  <a:pt x="1069334" y="499485"/>
                </a:lnTo>
                <a:lnTo>
                  <a:pt x="1069503" y="499832"/>
                </a:lnTo>
                <a:lnTo>
                  <a:pt x="1069672" y="500170"/>
                </a:lnTo>
                <a:lnTo>
                  <a:pt x="1069850" y="500517"/>
                </a:lnTo>
                <a:lnTo>
                  <a:pt x="1070019" y="500855"/>
                </a:lnTo>
                <a:lnTo>
                  <a:pt x="1070188" y="501193"/>
                </a:lnTo>
                <a:lnTo>
                  <a:pt x="1070366" y="501531"/>
                </a:lnTo>
                <a:lnTo>
                  <a:pt x="1070535" y="501860"/>
                </a:lnTo>
                <a:lnTo>
                  <a:pt x="1070704" y="502198"/>
                </a:lnTo>
                <a:lnTo>
                  <a:pt x="1070882" y="502528"/>
                </a:lnTo>
                <a:lnTo>
                  <a:pt x="1071051" y="502857"/>
                </a:lnTo>
                <a:lnTo>
                  <a:pt x="1071220" y="503177"/>
                </a:lnTo>
                <a:lnTo>
                  <a:pt x="1071398" y="503506"/>
                </a:lnTo>
                <a:lnTo>
                  <a:pt x="1071567" y="503826"/>
                </a:lnTo>
                <a:lnTo>
                  <a:pt x="1071745" y="504156"/>
                </a:lnTo>
                <a:lnTo>
                  <a:pt x="1071914" y="504476"/>
                </a:lnTo>
                <a:lnTo>
                  <a:pt x="1072083" y="504787"/>
                </a:lnTo>
                <a:lnTo>
                  <a:pt x="1072261" y="505107"/>
                </a:lnTo>
                <a:lnTo>
                  <a:pt x="1072430" y="505419"/>
                </a:lnTo>
                <a:lnTo>
                  <a:pt x="1072599" y="505730"/>
                </a:lnTo>
                <a:lnTo>
                  <a:pt x="1072777" y="506042"/>
                </a:lnTo>
                <a:lnTo>
                  <a:pt x="1072946" y="506353"/>
                </a:lnTo>
                <a:lnTo>
                  <a:pt x="1073115" y="506655"/>
                </a:lnTo>
                <a:lnTo>
                  <a:pt x="1073293" y="506967"/>
                </a:lnTo>
                <a:lnTo>
                  <a:pt x="1073462" y="507269"/>
                </a:lnTo>
                <a:lnTo>
                  <a:pt x="1073640" y="507563"/>
                </a:lnTo>
                <a:lnTo>
                  <a:pt x="1073809" y="507865"/>
                </a:lnTo>
                <a:lnTo>
                  <a:pt x="1073978" y="508159"/>
                </a:lnTo>
                <a:lnTo>
                  <a:pt x="1074156" y="508453"/>
                </a:lnTo>
                <a:lnTo>
                  <a:pt x="1074325" y="508746"/>
                </a:lnTo>
                <a:lnTo>
                  <a:pt x="1074494" y="509040"/>
                </a:lnTo>
                <a:lnTo>
                  <a:pt x="1074672" y="509333"/>
                </a:lnTo>
                <a:lnTo>
                  <a:pt x="1074841" y="509618"/>
                </a:lnTo>
                <a:lnTo>
                  <a:pt x="1075010" y="509903"/>
                </a:lnTo>
                <a:lnTo>
                  <a:pt x="1075188" y="510187"/>
                </a:lnTo>
                <a:lnTo>
                  <a:pt x="1075357" y="510463"/>
                </a:lnTo>
                <a:lnTo>
                  <a:pt x="1075535" y="510739"/>
                </a:lnTo>
                <a:lnTo>
                  <a:pt x="1075704" y="511024"/>
                </a:lnTo>
                <a:lnTo>
                  <a:pt x="1075873" y="511291"/>
                </a:lnTo>
                <a:lnTo>
                  <a:pt x="1076051" y="511566"/>
                </a:lnTo>
                <a:lnTo>
                  <a:pt x="1076220" y="511833"/>
                </a:lnTo>
                <a:lnTo>
                  <a:pt x="1076389" y="512109"/>
                </a:lnTo>
                <a:lnTo>
                  <a:pt x="1076567" y="512376"/>
                </a:lnTo>
                <a:lnTo>
                  <a:pt x="1076736" y="512634"/>
                </a:lnTo>
                <a:lnTo>
                  <a:pt x="1076905" y="512901"/>
                </a:lnTo>
                <a:lnTo>
                  <a:pt x="1077083" y="513159"/>
                </a:lnTo>
                <a:lnTo>
                  <a:pt x="1077252" y="513417"/>
                </a:lnTo>
                <a:lnTo>
                  <a:pt x="1077430" y="513675"/>
                </a:lnTo>
                <a:lnTo>
                  <a:pt x="1077599" y="513924"/>
                </a:lnTo>
                <a:lnTo>
                  <a:pt x="1077768" y="514173"/>
                </a:lnTo>
                <a:lnTo>
                  <a:pt x="1077946" y="514422"/>
                </a:lnTo>
                <a:lnTo>
                  <a:pt x="1078115" y="514671"/>
                </a:lnTo>
                <a:lnTo>
                  <a:pt x="1078284" y="514920"/>
                </a:lnTo>
                <a:lnTo>
                  <a:pt x="1078461" y="515161"/>
                </a:lnTo>
                <a:lnTo>
                  <a:pt x="1078631" y="515401"/>
                </a:lnTo>
                <a:lnTo>
                  <a:pt x="1078800" y="515641"/>
                </a:lnTo>
                <a:lnTo>
                  <a:pt x="1078978" y="515872"/>
                </a:lnTo>
                <a:lnTo>
                  <a:pt x="1079147" y="516112"/>
                </a:lnTo>
                <a:lnTo>
                  <a:pt x="1079316" y="516344"/>
                </a:lnTo>
                <a:lnTo>
                  <a:pt x="1079494" y="516575"/>
                </a:lnTo>
                <a:lnTo>
                  <a:pt x="1079663" y="516797"/>
                </a:lnTo>
                <a:lnTo>
                  <a:pt x="1079840" y="517029"/>
                </a:lnTo>
                <a:lnTo>
                  <a:pt x="1080010" y="517251"/>
                </a:lnTo>
                <a:lnTo>
                  <a:pt x="1080179" y="517474"/>
                </a:lnTo>
                <a:lnTo>
                  <a:pt x="1080356" y="517687"/>
                </a:lnTo>
                <a:lnTo>
                  <a:pt x="1080526" y="517909"/>
                </a:lnTo>
                <a:lnTo>
                  <a:pt x="1080695" y="518123"/>
                </a:lnTo>
                <a:lnTo>
                  <a:pt x="1080873" y="518336"/>
                </a:lnTo>
                <a:lnTo>
                  <a:pt x="1081041" y="518541"/>
                </a:lnTo>
                <a:lnTo>
                  <a:pt x="1081211" y="518755"/>
                </a:lnTo>
                <a:lnTo>
                  <a:pt x="1081388" y="518959"/>
                </a:lnTo>
                <a:lnTo>
                  <a:pt x="1081558" y="519164"/>
                </a:lnTo>
                <a:lnTo>
                  <a:pt x="1081735" y="519369"/>
                </a:lnTo>
                <a:lnTo>
                  <a:pt x="1081905" y="519564"/>
                </a:lnTo>
                <a:lnTo>
                  <a:pt x="1082074" y="519760"/>
                </a:lnTo>
                <a:lnTo>
                  <a:pt x="1082251" y="519956"/>
                </a:lnTo>
                <a:lnTo>
                  <a:pt x="1082420" y="520151"/>
                </a:lnTo>
                <a:lnTo>
                  <a:pt x="1082589" y="520347"/>
                </a:lnTo>
                <a:lnTo>
                  <a:pt x="1082767" y="520534"/>
                </a:lnTo>
                <a:lnTo>
                  <a:pt x="1082936" y="520721"/>
                </a:lnTo>
                <a:lnTo>
                  <a:pt x="1083106" y="520908"/>
                </a:lnTo>
                <a:lnTo>
                  <a:pt x="1083283" y="521086"/>
                </a:lnTo>
                <a:lnTo>
                  <a:pt x="1083452" y="521272"/>
                </a:lnTo>
                <a:lnTo>
                  <a:pt x="1083630" y="521450"/>
                </a:lnTo>
                <a:lnTo>
                  <a:pt x="1083799" y="521619"/>
                </a:lnTo>
                <a:lnTo>
                  <a:pt x="1083968" y="521797"/>
                </a:lnTo>
                <a:lnTo>
                  <a:pt x="1084146" y="521966"/>
                </a:lnTo>
                <a:lnTo>
                  <a:pt x="1084315" y="522144"/>
                </a:lnTo>
                <a:lnTo>
                  <a:pt x="1084484" y="522304"/>
                </a:lnTo>
                <a:lnTo>
                  <a:pt x="1084662" y="522473"/>
                </a:lnTo>
                <a:lnTo>
                  <a:pt x="1084831" y="522642"/>
                </a:lnTo>
                <a:lnTo>
                  <a:pt x="1085000" y="522803"/>
                </a:lnTo>
                <a:lnTo>
                  <a:pt x="1085178" y="522963"/>
                </a:lnTo>
                <a:lnTo>
                  <a:pt x="1085347" y="523114"/>
                </a:lnTo>
                <a:lnTo>
                  <a:pt x="1085525" y="523274"/>
                </a:lnTo>
                <a:lnTo>
                  <a:pt x="1085694" y="523425"/>
                </a:lnTo>
                <a:lnTo>
                  <a:pt x="1085863" y="523577"/>
                </a:lnTo>
                <a:lnTo>
                  <a:pt x="1086041" y="523728"/>
                </a:lnTo>
                <a:lnTo>
                  <a:pt x="1086210" y="523879"/>
                </a:lnTo>
                <a:lnTo>
                  <a:pt x="1086379" y="524021"/>
                </a:lnTo>
                <a:lnTo>
                  <a:pt x="1086557" y="524164"/>
                </a:lnTo>
                <a:lnTo>
                  <a:pt x="1086726" y="524306"/>
                </a:lnTo>
                <a:lnTo>
                  <a:pt x="1086895" y="524448"/>
                </a:lnTo>
                <a:lnTo>
                  <a:pt x="1087073" y="524582"/>
                </a:lnTo>
                <a:lnTo>
                  <a:pt x="1087242" y="524724"/>
                </a:lnTo>
                <a:lnTo>
                  <a:pt x="1087411" y="524858"/>
                </a:lnTo>
                <a:lnTo>
                  <a:pt x="1087589" y="524991"/>
                </a:lnTo>
                <a:lnTo>
                  <a:pt x="1087758" y="525116"/>
                </a:lnTo>
                <a:lnTo>
                  <a:pt x="1087936" y="525249"/>
                </a:lnTo>
                <a:lnTo>
                  <a:pt x="1088105" y="525374"/>
                </a:lnTo>
                <a:lnTo>
                  <a:pt x="1088274" y="525498"/>
                </a:lnTo>
                <a:lnTo>
                  <a:pt x="1088452" y="525623"/>
                </a:lnTo>
                <a:lnTo>
                  <a:pt x="1088621" y="525738"/>
                </a:lnTo>
                <a:lnTo>
                  <a:pt x="1088790" y="525863"/>
                </a:lnTo>
                <a:lnTo>
                  <a:pt x="1088968" y="525979"/>
                </a:lnTo>
                <a:lnTo>
                  <a:pt x="1089137" y="526094"/>
                </a:lnTo>
                <a:lnTo>
                  <a:pt x="1089306" y="526210"/>
                </a:lnTo>
                <a:lnTo>
                  <a:pt x="1089484" y="526317"/>
                </a:lnTo>
                <a:lnTo>
                  <a:pt x="1089653" y="526432"/>
                </a:lnTo>
                <a:lnTo>
                  <a:pt x="1089831" y="526539"/>
                </a:lnTo>
                <a:lnTo>
                  <a:pt x="1090000" y="526646"/>
                </a:lnTo>
                <a:lnTo>
                  <a:pt x="1090169" y="526753"/>
                </a:lnTo>
                <a:lnTo>
                  <a:pt x="1090347" y="526850"/>
                </a:lnTo>
                <a:lnTo>
                  <a:pt x="1090516" y="526957"/>
                </a:lnTo>
                <a:lnTo>
                  <a:pt x="1090685" y="527055"/>
                </a:lnTo>
                <a:lnTo>
                  <a:pt x="1090863" y="527153"/>
                </a:lnTo>
                <a:lnTo>
                  <a:pt x="1091032" y="527251"/>
                </a:lnTo>
                <a:lnTo>
                  <a:pt x="1091201" y="527340"/>
                </a:lnTo>
                <a:lnTo>
                  <a:pt x="1091379" y="527438"/>
                </a:lnTo>
                <a:lnTo>
                  <a:pt x="1091548" y="527527"/>
                </a:lnTo>
                <a:lnTo>
                  <a:pt x="1091726" y="527616"/>
                </a:lnTo>
                <a:lnTo>
                  <a:pt x="1091895" y="527704"/>
                </a:lnTo>
                <a:lnTo>
                  <a:pt x="1092064" y="527793"/>
                </a:lnTo>
                <a:lnTo>
                  <a:pt x="1092242" y="527874"/>
                </a:lnTo>
                <a:lnTo>
                  <a:pt x="1092411" y="527963"/>
                </a:lnTo>
                <a:lnTo>
                  <a:pt x="1092580" y="528043"/>
                </a:lnTo>
                <a:lnTo>
                  <a:pt x="1092758" y="528123"/>
                </a:lnTo>
                <a:lnTo>
                  <a:pt x="1092927" y="528203"/>
                </a:lnTo>
                <a:lnTo>
                  <a:pt x="1093096" y="528283"/>
                </a:lnTo>
                <a:lnTo>
                  <a:pt x="1093274" y="528354"/>
                </a:lnTo>
                <a:lnTo>
                  <a:pt x="1093443" y="528434"/>
                </a:lnTo>
                <a:lnTo>
                  <a:pt x="1093621" y="528505"/>
                </a:lnTo>
                <a:lnTo>
                  <a:pt x="1093790" y="528576"/>
                </a:lnTo>
                <a:lnTo>
                  <a:pt x="1093959" y="528648"/>
                </a:lnTo>
                <a:lnTo>
                  <a:pt x="1094137" y="528719"/>
                </a:lnTo>
                <a:lnTo>
                  <a:pt x="1094306" y="528781"/>
                </a:lnTo>
                <a:lnTo>
                  <a:pt x="1094475" y="528852"/>
                </a:lnTo>
                <a:lnTo>
                  <a:pt x="1094653" y="528914"/>
                </a:lnTo>
                <a:lnTo>
                  <a:pt x="1094822" y="528977"/>
                </a:lnTo>
                <a:lnTo>
                  <a:pt x="1094991" y="529039"/>
                </a:lnTo>
                <a:lnTo>
                  <a:pt x="1095169" y="529101"/>
                </a:lnTo>
                <a:lnTo>
                  <a:pt x="1095338" y="529164"/>
                </a:lnTo>
                <a:lnTo>
                  <a:pt x="1095507" y="529226"/>
                </a:lnTo>
                <a:lnTo>
                  <a:pt x="1095685" y="529279"/>
                </a:lnTo>
                <a:lnTo>
                  <a:pt x="1095854" y="529333"/>
                </a:lnTo>
                <a:lnTo>
                  <a:pt x="1096032" y="529395"/>
                </a:lnTo>
                <a:lnTo>
                  <a:pt x="1096201" y="529448"/>
                </a:lnTo>
                <a:lnTo>
                  <a:pt x="1096370" y="529493"/>
                </a:lnTo>
                <a:lnTo>
                  <a:pt x="1096548" y="529546"/>
                </a:lnTo>
                <a:lnTo>
                  <a:pt x="1096717" y="529599"/>
                </a:lnTo>
                <a:lnTo>
                  <a:pt x="1096886" y="529644"/>
                </a:lnTo>
                <a:lnTo>
                  <a:pt x="1097064" y="529697"/>
                </a:lnTo>
                <a:lnTo>
                  <a:pt x="1097233" y="529742"/>
                </a:lnTo>
                <a:lnTo>
                  <a:pt x="1097402" y="529786"/>
                </a:lnTo>
                <a:lnTo>
                  <a:pt x="1097580" y="529831"/>
                </a:lnTo>
                <a:lnTo>
                  <a:pt x="1097749" y="529875"/>
                </a:lnTo>
                <a:lnTo>
                  <a:pt x="1097927" y="529920"/>
                </a:lnTo>
                <a:lnTo>
                  <a:pt x="1098096" y="529964"/>
                </a:lnTo>
                <a:lnTo>
                  <a:pt x="1098265" y="530000"/>
                </a:lnTo>
                <a:lnTo>
                  <a:pt x="1098443" y="530044"/>
                </a:lnTo>
                <a:lnTo>
                  <a:pt x="1098612" y="530080"/>
                </a:lnTo>
                <a:lnTo>
                  <a:pt x="1098781" y="530124"/>
                </a:lnTo>
                <a:lnTo>
                  <a:pt x="1098959" y="530160"/>
                </a:lnTo>
                <a:lnTo>
                  <a:pt x="1099128" y="530196"/>
                </a:lnTo>
                <a:lnTo>
                  <a:pt x="1099297" y="530231"/>
                </a:lnTo>
                <a:lnTo>
                  <a:pt x="1099475" y="530267"/>
                </a:lnTo>
                <a:lnTo>
                  <a:pt x="1099644" y="530293"/>
                </a:lnTo>
                <a:lnTo>
                  <a:pt x="1099822" y="530329"/>
                </a:lnTo>
                <a:lnTo>
                  <a:pt x="1099991" y="530365"/>
                </a:lnTo>
                <a:lnTo>
                  <a:pt x="1100160" y="530391"/>
                </a:lnTo>
                <a:lnTo>
                  <a:pt x="1100338" y="530427"/>
                </a:lnTo>
                <a:lnTo>
                  <a:pt x="1100507" y="530453"/>
                </a:lnTo>
                <a:lnTo>
                  <a:pt x="1100676" y="530480"/>
                </a:lnTo>
                <a:lnTo>
                  <a:pt x="1100854" y="530507"/>
                </a:lnTo>
                <a:lnTo>
                  <a:pt x="1101023" y="530534"/>
                </a:lnTo>
                <a:lnTo>
                  <a:pt x="1101192" y="530560"/>
                </a:lnTo>
                <a:lnTo>
                  <a:pt x="1101370" y="530587"/>
                </a:lnTo>
                <a:lnTo>
                  <a:pt x="1101539" y="530614"/>
                </a:lnTo>
                <a:lnTo>
                  <a:pt x="1101717" y="530640"/>
                </a:lnTo>
                <a:lnTo>
                  <a:pt x="1101886" y="530658"/>
                </a:lnTo>
                <a:lnTo>
                  <a:pt x="1102055" y="530685"/>
                </a:lnTo>
                <a:lnTo>
                  <a:pt x="1102233" y="530703"/>
                </a:lnTo>
                <a:lnTo>
                  <a:pt x="1102402" y="530729"/>
                </a:lnTo>
                <a:lnTo>
                  <a:pt x="1102571" y="530747"/>
                </a:lnTo>
                <a:lnTo>
                  <a:pt x="1102749" y="530774"/>
                </a:lnTo>
                <a:lnTo>
                  <a:pt x="1102918" y="530792"/>
                </a:lnTo>
                <a:lnTo>
                  <a:pt x="1103087" y="530809"/>
                </a:lnTo>
                <a:lnTo>
                  <a:pt x="1103265" y="530827"/>
                </a:lnTo>
                <a:lnTo>
                  <a:pt x="1103434" y="530845"/>
                </a:lnTo>
                <a:lnTo>
                  <a:pt x="1103603" y="530863"/>
                </a:lnTo>
                <a:lnTo>
                  <a:pt x="1103781" y="530881"/>
                </a:lnTo>
                <a:lnTo>
                  <a:pt x="1103950" y="530898"/>
                </a:lnTo>
                <a:lnTo>
                  <a:pt x="1104128" y="530916"/>
                </a:lnTo>
                <a:lnTo>
                  <a:pt x="1104297" y="530934"/>
                </a:lnTo>
                <a:lnTo>
                  <a:pt x="1104466" y="530943"/>
                </a:lnTo>
                <a:lnTo>
                  <a:pt x="1104644" y="530961"/>
                </a:lnTo>
                <a:lnTo>
                  <a:pt x="1104813" y="530970"/>
                </a:lnTo>
                <a:lnTo>
                  <a:pt x="1104982" y="530987"/>
                </a:lnTo>
                <a:lnTo>
                  <a:pt x="1105160" y="530996"/>
                </a:lnTo>
                <a:lnTo>
                  <a:pt x="1105329" y="531014"/>
                </a:lnTo>
                <a:lnTo>
                  <a:pt x="1105498" y="531023"/>
                </a:lnTo>
                <a:lnTo>
                  <a:pt x="1105676" y="531041"/>
                </a:lnTo>
                <a:lnTo>
                  <a:pt x="1105845" y="531050"/>
                </a:lnTo>
                <a:lnTo>
                  <a:pt x="1106023" y="531058"/>
                </a:lnTo>
                <a:lnTo>
                  <a:pt x="1106192" y="531067"/>
                </a:lnTo>
                <a:lnTo>
                  <a:pt x="1106361" y="531085"/>
                </a:lnTo>
                <a:lnTo>
                  <a:pt x="1106539" y="531094"/>
                </a:lnTo>
                <a:lnTo>
                  <a:pt x="1106708" y="531103"/>
                </a:lnTo>
                <a:lnTo>
                  <a:pt x="1106877" y="531112"/>
                </a:lnTo>
                <a:lnTo>
                  <a:pt x="1107055" y="531121"/>
                </a:lnTo>
                <a:lnTo>
                  <a:pt x="1107224" y="531130"/>
                </a:lnTo>
                <a:lnTo>
                  <a:pt x="1107393" y="531139"/>
                </a:lnTo>
                <a:lnTo>
                  <a:pt x="1107571" y="531147"/>
                </a:lnTo>
                <a:lnTo>
                  <a:pt x="1107740" y="531156"/>
                </a:lnTo>
                <a:lnTo>
                  <a:pt x="1107918" y="531165"/>
                </a:lnTo>
                <a:lnTo>
                  <a:pt x="1108087" y="531165"/>
                </a:lnTo>
                <a:lnTo>
                  <a:pt x="1108256" y="531174"/>
                </a:lnTo>
                <a:lnTo>
                  <a:pt x="1108434" y="531183"/>
                </a:lnTo>
                <a:lnTo>
                  <a:pt x="1108603" y="531192"/>
                </a:lnTo>
                <a:lnTo>
                  <a:pt x="1108772" y="531192"/>
                </a:lnTo>
                <a:lnTo>
                  <a:pt x="1108950" y="531201"/>
                </a:lnTo>
                <a:lnTo>
                  <a:pt x="1109119" y="531210"/>
                </a:lnTo>
                <a:lnTo>
                  <a:pt x="1109288" y="531210"/>
                </a:lnTo>
                <a:lnTo>
                  <a:pt x="1109466" y="531219"/>
                </a:lnTo>
                <a:lnTo>
                  <a:pt x="1109635" y="531227"/>
                </a:lnTo>
                <a:lnTo>
                  <a:pt x="1109813" y="531227"/>
                </a:lnTo>
                <a:lnTo>
                  <a:pt x="1109982" y="531236"/>
                </a:lnTo>
                <a:lnTo>
                  <a:pt x="1110151" y="531236"/>
                </a:lnTo>
                <a:lnTo>
                  <a:pt x="1110329" y="531245"/>
                </a:lnTo>
                <a:lnTo>
                  <a:pt x="1110498" y="531245"/>
                </a:lnTo>
                <a:lnTo>
                  <a:pt x="1110667" y="531254"/>
                </a:lnTo>
                <a:lnTo>
                  <a:pt x="1110845" y="531254"/>
                </a:lnTo>
                <a:lnTo>
                  <a:pt x="1111014" y="531263"/>
                </a:lnTo>
                <a:lnTo>
                  <a:pt x="1111183" y="531263"/>
                </a:lnTo>
                <a:lnTo>
                  <a:pt x="1111361" y="531263"/>
                </a:lnTo>
                <a:lnTo>
                  <a:pt x="1111530" y="531272"/>
                </a:lnTo>
                <a:lnTo>
                  <a:pt x="1111699" y="531272"/>
                </a:lnTo>
                <a:lnTo>
                  <a:pt x="1111877" y="531281"/>
                </a:lnTo>
                <a:lnTo>
                  <a:pt x="1112046" y="531281"/>
                </a:lnTo>
                <a:lnTo>
                  <a:pt x="1112224" y="531281"/>
                </a:lnTo>
                <a:lnTo>
                  <a:pt x="1112393" y="531281"/>
                </a:lnTo>
                <a:lnTo>
                  <a:pt x="1112562" y="531290"/>
                </a:lnTo>
                <a:lnTo>
                  <a:pt x="1112740" y="531290"/>
                </a:lnTo>
                <a:lnTo>
                  <a:pt x="1112909" y="531290"/>
                </a:lnTo>
                <a:lnTo>
                  <a:pt x="1113078" y="531299"/>
                </a:lnTo>
                <a:lnTo>
                  <a:pt x="1113256" y="531299"/>
                </a:lnTo>
                <a:lnTo>
                  <a:pt x="1113425" y="531299"/>
                </a:lnTo>
                <a:lnTo>
                  <a:pt x="1113594" y="531299"/>
                </a:lnTo>
                <a:lnTo>
                  <a:pt x="1113772" y="531299"/>
                </a:lnTo>
                <a:lnTo>
                  <a:pt x="1113941" y="531308"/>
                </a:lnTo>
                <a:lnTo>
                  <a:pt x="1114119" y="531308"/>
                </a:lnTo>
                <a:lnTo>
                  <a:pt x="1114288" y="531308"/>
                </a:lnTo>
                <a:lnTo>
                  <a:pt x="1114457" y="531308"/>
                </a:lnTo>
                <a:lnTo>
                  <a:pt x="1114634" y="531308"/>
                </a:lnTo>
                <a:lnTo>
                  <a:pt x="1114804" y="531317"/>
                </a:lnTo>
                <a:lnTo>
                  <a:pt x="1114973" y="531317"/>
                </a:lnTo>
                <a:lnTo>
                  <a:pt x="1115151" y="531317"/>
                </a:lnTo>
                <a:lnTo>
                  <a:pt x="1115320" y="531317"/>
                </a:lnTo>
                <a:lnTo>
                  <a:pt x="1115489" y="531317"/>
                </a:lnTo>
                <a:lnTo>
                  <a:pt x="1115667" y="531317"/>
                </a:lnTo>
                <a:lnTo>
                  <a:pt x="1115835" y="531317"/>
                </a:lnTo>
                <a:lnTo>
                  <a:pt x="1116013" y="531317"/>
                </a:lnTo>
                <a:lnTo>
                  <a:pt x="1116182" y="531325"/>
                </a:lnTo>
                <a:lnTo>
                  <a:pt x="1116352" y="531325"/>
                </a:lnTo>
                <a:lnTo>
                  <a:pt x="1116529" y="531325"/>
                </a:lnTo>
                <a:lnTo>
                  <a:pt x="1116699" y="531325"/>
                </a:lnTo>
                <a:lnTo>
                  <a:pt x="1116868" y="531325"/>
                </a:lnTo>
                <a:lnTo>
                  <a:pt x="1117045" y="531325"/>
                </a:lnTo>
                <a:lnTo>
                  <a:pt x="1117214" y="531325"/>
                </a:lnTo>
                <a:lnTo>
                  <a:pt x="1117383" y="531325"/>
                </a:lnTo>
                <a:lnTo>
                  <a:pt x="1117561" y="531325"/>
                </a:lnTo>
                <a:lnTo>
                  <a:pt x="1117730" y="531325"/>
                </a:lnTo>
                <a:lnTo>
                  <a:pt x="1117908" y="531325"/>
                </a:lnTo>
                <a:lnTo>
                  <a:pt x="1118077" y="531325"/>
                </a:lnTo>
                <a:lnTo>
                  <a:pt x="1118246" y="531325"/>
                </a:lnTo>
                <a:lnTo>
                  <a:pt x="1118424" y="531325"/>
                </a:lnTo>
                <a:lnTo>
                  <a:pt x="1118593" y="531334"/>
                </a:lnTo>
                <a:lnTo>
                  <a:pt x="1118762" y="531334"/>
                </a:lnTo>
                <a:lnTo>
                  <a:pt x="1118940" y="531334"/>
                </a:lnTo>
                <a:lnTo>
                  <a:pt x="1119109" y="531334"/>
                </a:lnTo>
                <a:lnTo>
                  <a:pt x="1119278" y="531334"/>
                </a:lnTo>
                <a:lnTo>
                  <a:pt x="1119456" y="531334"/>
                </a:lnTo>
                <a:lnTo>
                  <a:pt x="1119625" y="531334"/>
                </a:lnTo>
                <a:lnTo>
                  <a:pt x="1119794" y="531334"/>
                </a:lnTo>
                <a:lnTo>
                  <a:pt x="1119972" y="531334"/>
                </a:lnTo>
                <a:lnTo>
                  <a:pt x="1120141" y="531334"/>
                </a:lnTo>
                <a:lnTo>
                  <a:pt x="1120319" y="531334"/>
                </a:lnTo>
                <a:lnTo>
                  <a:pt x="1120488" y="531334"/>
                </a:lnTo>
                <a:lnTo>
                  <a:pt x="1120657" y="531334"/>
                </a:lnTo>
                <a:lnTo>
                  <a:pt x="1120835" y="531334"/>
                </a:lnTo>
                <a:lnTo>
                  <a:pt x="1121004" y="531334"/>
                </a:lnTo>
                <a:lnTo>
                  <a:pt x="1121173" y="531334"/>
                </a:lnTo>
                <a:lnTo>
                  <a:pt x="1121351" y="531334"/>
                </a:lnTo>
                <a:lnTo>
                  <a:pt x="1121520" y="531334"/>
                </a:lnTo>
                <a:lnTo>
                  <a:pt x="1121689" y="531334"/>
                </a:lnTo>
                <a:lnTo>
                  <a:pt x="1121867" y="531334"/>
                </a:lnTo>
                <a:lnTo>
                  <a:pt x="1122036" y="531334"/>
                </a:lnTo>
                <a:lnTo>
                  <a:pt x="1122214" y="531334"/>
                </a:lnTo>
                <a:lnTo>
                  <a:pt x="1122383" y="531334"/>
                </a:lnTo>
                <a:lnTo>
                  <a:pt x="1122552" y="531334"/>
                </a:lnTo>
                <a:lnTo>
                  <a:pt x="1122730" y="531334"/>
                </a:lnTo>
                <a:lnTo>
                  <a:pt x="1122899" y="531334"/>
                </a:lnTo>
                <a:lnTo>
                  <a:pt x="1123068" y="531334"/>
                </a:lnTo>
                <a:lnTo>
                  <a:pt x="1123246" y="531334"/>
                </a:lnTo>
                <a:lnTo>
                  <a:pt x="1123415" y="531334"/>
                </a:lnTo>
                <a:lnTo>
                  <a:pt x="1123584" y="531334"/>
                </a:lnTo>
                <a:lnTo>
                  <a:pt x="1123762" y="531334"/>
                </a:lnTo>
                <a:lnTo>
                  <a:pt x="1123931" y="531334"/>
                </a:lnTo>
                <a:lnTo>
                  <a:pt x="1124109" y="531334"/>
                </a:lnTo>
                <a:lnTo>
                  <a:pt x="1124278" y="531334"/>
                </a:lnTo>
                <a:lnTo>
                  <a:pt x="1124447" y="531334"/>
                </a:lnTo>
                <a:lnTo>
                  <a:pt x="1124625" y="531334"/>
                </a:lnTo>
                <a:lnTo>
                  <a:pt x="1124794" y="531334"/>
                </a:lnTo>
                <a:lnTo>
                  <a:pt x="1124963" y="531334"/>
                </a:lnTo>
                <a:lnTo>
                  <a:pt x="1125141" y="531334"/>
                </a:lnTo>
                <a:lnTo>
                  <a:pt x="1125310" y="531334"/>
                </a:lnTo>
                <a:lnTo>
                  <a:pt x="1125479" y="531334"/>
                </a:lnTo>
                <a:lnTo>
                  <a:pt x="1125657" y="531334"/>
                </a:lnTo>
                <a:lnTo>
                  <a:pt x="1125826" y="531334"/>
                </a:lnTo>
                <a:lnTo>
                  <a:pt x="1126004" y="531334"/>
                </a:lnTo>
                <a:lnTo>
                  <a:pt x="1126173" y="531334"/>
                </a:lnTo>
                <a:lnTo>
                  <a:pt x="1126342" y="531334"/>
                </a:lnTo>
                <a:lnTo>
                  <a:pt x="1126520" y="531334"/>
                </a:lnTo>
                <a:lnTo>
                  <a:pt x="1126689" y="531334"/>
                </a:lnTo>
                <a:lnTo>
                  <a:pt x="1126858" y="531334"/>
                </a:lnTo>
                <a:lnTo>
                  <a:pt x="1127036" y="531334"/>
                </a:lnTo>
                <a:lnTo>
                  <a:pt x="1127205" y="531334"/>
                </a:lnTo>
                <a:lnTo>
                  <a:pt x="1127374" y="531334"/>
                </a:lnTo>
                <a:lnTo>
                  <a:pt x="1127552" y="531334"/>
                </a:lnTo>
                <a:lnTo>
                  <a:pt x="1127721" y="531334"/>
                </a:lnTo>
                <a:lnTo>
                  <a:pt x="1127890" y="531334"/>
                </a:lnTo>
                <a:lnTo>
                  <a:pt x="1128068" y="531334"/>
                </a:lnTo>
                <a:lnTo>
                  <a:pt x="1128237" y="531334"/>
                </a:lnTo>
                <a:lnTo>
                  <a:pt x="1128415" y="531334"/>
                </a:lnTo>
                <a:lnTo>
                  <a:pt x="1128584" y="531334"/>
                </a:lnTo>
                <a:lnTo>
                  <a:pt x="1128753" y="531334"/>
                </a:lnTo>
                <a:lnTo>
                  <a:pt x="1128931" y="531334"/>
                </a:lnTo>
                <a:lnTo>
                  <a:pt x="1129100" y="531334"/>
                </a:lnTo>
                <a:lnTo>
                  <a:pt x="1129269" y="531334"/>
                </a:lnTo>
                <a:lnTo>
                  <a:pt x="1129447" y="531334"/>
                </a:lnTo>
                <a:lnTo>
                  <a:pt x="1129616" y="531334"/>
                </a:lnTo>
                <a:lnTo>
                  <a:pt x="1129785" y="531334"/>
                </a:lnTo>
                <a:lnTo>
                  <a:pt x="1129963" y="531334"/>
                </a:lnTo>
                <a:lnTo>
                  <a:pt x="1130132" y="531334"/>
                </a:lnTo>
                <a:lnTo>
                  <a:pt x="1130310" y="531334"/>
                </a:lnTo>
                <a:lnTo>
                  <a:pt x="1130479" y="531334"/>
                </a:lnTo>
                <a:lnTo>
                  <a:pt x="1130648" y="531334"/>
                </a:lnTo>
                <a:lnTo>
                  <a:pt x="1130826" y="531334"/>
                </a:lnTo>
                <a:lnTo>
                  <a:pt x="1130995" y="531334"/>
                </a:lnTo>
                <a:lnTo>
                  <a:pt x="1131164" y="531334"/>
                </a:lnTo>
                <a:lnTo>
                  <a:pt x="1131342" y="531334"/>
                </a:lnTo>
                <a:lnTo>
                  <a:pt x="1131511" y="531334"/>
                </a:lnTo>
                <a:lnTo>
                  <a:pt x="1131680" y="531334"/>
                </a:lnTo>
                <a:lnTo>
                  <a:pt x="1131858" y="531334"/>
                </a:lnTo>
                <a:lnTo>
                  <a:pt x="1132027" y="531334"/>
                </a:lnTo>
                <a:lnTo>
                  <a:pt x="1132205" y="531334"/>
                </a:lnTo>
                <a:lnTo>
                  <a:pt x="1132374" y="531334"/>
                </a:lnTo>
                <a:lnTo>
                  <a:pt x="1132543" y="531334"/>
                </a:lnTo>
                <a:lnTo>
                  <a:pt x="1132721" y="531334"/>
                </a:lnTo>
                <a:lnTo>
                  <a:pt x="1132890" y="531334"/>
                </a:lnTo>
                <a:lnTo>
                  <a:pt x="1133059" y="531334"/>
                </a:lnTo>
                <a:lnTo>
                  <a:pt x="1133237" y="531334"/>
                </a:lnTo>
                <a:lnTo>
                  <a:pt x="1133406" y="531334"/>
                </a:lnTo>
                <a:lnTo>
                  <a:pt x="1133575" y="531334"/>
                </a:lnTo>
                <a:lnTo>
                  <a:pt x="1133753" y="531334"/>
                </a:lnTo>
                <a:lnTo>
                  <a:pt x="1133922" y="531334"/>
                </a:lnTo>
                <a:lnTo>
                  <a:pt x="1134100" y="531334"/>
                </a:lnTo>
                <a:lnTo>
                  <a:pt x="1134269" y="531334"/>
                </a:lnTo>
                <a:lnTo>
                  <a:pt x="1134438" y="531334"/>
                </a:lnTo>
                <a:lnTo>
                  <a:pt x="1134616" y="531334"/>
                </a:lnTo>
                <a:lnTo>
                  <a:pt x="1134785" y="531334"/>
                </a:lnTo>
                <a:lnTo>
                  <a:pt x="1134954" y="531334"/>
                </a:lnTo>
                <a:lnTo>
                  <a:pt x="1135132" y="531334"/>
                </a:lnTo>
                <a:lnTo>
                  <a:pt x="1135301" y="531334"/>
                </a:lnTo>
                <a:lnTo>
                  <a:pt x="1135470" y="531334"/>
                </a:lnTo>
                <a:lnTo>
                  <a:pt x="1135648" y="531334"/>
                </a:lnTo>
                <a:lnTo>
                  <a:pt x="1135817" y="531334"/>
                </a:lnTo>
                <a:lnTo>
                  <a:pt x="1135986" y="531334"/>
                </a:lnTo>
                <a:lnTo>
                  <a:pt x="1136164" y="531334"/>
                </a:lnTo>
                <a:lnTo>
                  <a:pt x="1136333" y="531334"/>
                </a:lnTo>
                <a:lnTo>
                  <a:pt x="1136511" y="531334"/>
                </a:lnTo>
                <a:lnTo>
                  <a:pt x="1136680" y="531334"/>
                </a:lnTo>
                <a:lnTo>
                  <a:pt x="1136849" y="531334"/>
                </a:lnTo>
                <a:lnTo>
                  <a:pt x="1137027" y="531334"/>
                </a:lnTo>
                <a:lnTo>
                  <a:pt x="1137196" y="531334"/>
                </a:lnTo>
                <a:lnTo>
                  <a:pt x="1137365" y="531334"/>
                </a:lnTo>
                <a:lnTo>
                  <a:pt x="1137543" y="531334"/>
                </a:lnTo>
                <a:lnTo>
                  <a:pt x="1137712" y="531334"/>
                </a:lnTo>
                <a:lnTo>
                  <a:pt x="1137881" y="531334"/>
                </a:lnTo>
                <a:lnTo>
                  <a:pt x="1138059" y="531334"/>
                </a:lnTo>
                <a:lnTo>
                  <a:pt x="1138228" y="531334"/>
                </a:lnTo>
                <a:lnTo>
                  <a:pt x="1138406" y="531334"/>
                </a:lnTo>
                <a:lnTo>
                  <a:pt x="1138575" y="531334"/>
                </a:lnTo>
                <a:lnTo>
                  <a:pt x="1138744" y="531334"/>
                </a:lnTo>
                <a:lnTo>
                  <a:pt x="1138922" y="531334"/>
                </a:lnTo>
                <a:lnTo>
                  <a:pt x="1139091" y="531334"/>
                </a:lnTo>
                <a:lnTo>
                  <a:pt x="1139260" y="531334"/>
                </a:lnTo>
                <a:lnTo>
                  <a:pt x="1139438" y="531334"/>
                </a:lnTo>
                <a:lnTo>
                  <a:pt x="1139607" y="531334"/>
                </a:lnTo>
                <a:lnTo>
                  <a:pt x="1139776" y="531334"/>
                </a:lnTo>
                <a:lnTo>
                  <a:pt x="1139954" y="531334"/>
                </a:lnTo>
                <a:lnTo>
                  <a:pt x="1140123" y="531334"/>
                </a:lnTo>
                <a:lnTo>
                  <a:pt x="1140301" y="531334"/>
                </a:lnTo>
                <a:lnTo>
                  <a:pt x="1140470" y="531334"/>
                </a:lnTo>
                <a:lnTo>
                  <a:pt x="1140639" y="531334"/>
                </a:lnTo>
                <a:lnTo>
                  <a:pt x="1140817" y="531334"/>
                </a:lnTo>
                <a:lnTo>
                  <a:pt x="1140986" y="531334"/>
                </a:lnTo>
                <a:lnTo>
                  <a:pt x="1141155" y="531334"/>
                </a:lnTo>
                <a:lnTo>
                  <a:pt x="1141333" y="531334"/>
                </a:lnTo>
                <a:lnTo>
                  <a:pt x="1141502" y="531334"/>
                </a:lnTo>
                <a:lnTo>
                  <a:pt x="1141671" y="531334"/>
                </a:lnTo>
                <a:lnTo>
                  <a:pt x="1141849" y="531334"/>
                </a:lnTo>
                <a:lnTo>
                  <a:pt x="1142018" y="531334"/>
                </a:lnTo>
                <a:lnTo>
                  <a:pt x="1142196" y="531334"/>
                </a:lnTo>
                <a:lnTo>
                  <a:pt x="1142365" y="531334"/>
                </a:lnTo>
                <a:lnTo>
                  <a:pt x="1142534" y="531334"/>
                </a:lnTo>
                <a:lnTo>
                  <a:pt x="1142712" y="531334"/>
                </a:lnTo>
                <a:lnTo>
                  <a:pt x="1142881" y="531334"/>
                </a:lnTo>
                <a:lnTo>
                  <a:pt x="1143050" y="531334"/>
                </a:lnTo>
                <a:lnTo>
                  <a:pt x="1143228" y="531334"/>
                </a:lnTo>
                <a:lnTo>
                  <a:pt x="1143397" y="531334"/>
                </a:lnTo>
                <a:lnTo>
                  <a:pt x="1143566" y="531334"/>
                </a:lnTo>
                <a:lnTo>
                  <a:pt x="1143744" y="531334"/>
                </a:lnTo>
                <a:lnTo>
                  <a:pt x="1143913" y="531334"/>
                </a:lnTo>
                <a:lnTo>
                  <a:pt x="1144082" y="531334"/>
                </a:lnTo>
                <a:lnTo>
                  <a:pt x="1144260" y="531334"/>
                </a:lnTo>
                <a:lnTo>
                  <a:pt x="1144429" y="531334"/>
                </a:lnTo>
                <a:lnTo>
                  <a:pt x="1144607" y="531334"/>
                </a:lnTo>
                <a:lnTo>
                  <a:pt x="1144776" y="531334"/>
                </a:lnTo>
                <a:lnTo>
                  <a:pt x="1144945" y="531334"/>
                </a:lnTo>
                <a:lnTo>
                  <a:pt x="1145123" y="531334"/>
                </a:lnTo>
                <a:lnTo>
                  <a:pt x="1145292" y="531334"/>
                </a:lnTo>
                <a:lnTo>
                  <a:pt x="1145461" y="531334"/>
                </a:lnTo>
                <a:lnTo>
                  <a:pt x="1145639" y="531334"/>
                </a:lnTo>
                <a:lnTo>
                  <a:pt x="1145808" y="531334"/>
                </a:lnTo>
                <a:lnTo>
                  <a:pt x="1145977" y="531334"/>
                </a:lnTo>
                <a:lnTo>
                  <a:pt x="1146155" y="531334"/>
                </a:lnTo>
                <a:lnTo>
                  <a:pt x="1146324" y="531334"/>
                </a:lnTo>
                <a:lnTo>
                  <a:pt x="1146502" y="531334"/>
                </a:lnTo>
                <a:lnTo>
                  <a:pt x="1146671" y="531334"/>
                </a:lnTo>
                <a:lnTo>
                  <a:pt x="1146840" y="531334"/>
                </a:lnTo>
                <a:lnTo>
                  <a:pt x="1147018" y="531334"/>
                </a:lnTo>
                <a:lnTo>
                  <a:pt x="1147187" y="531334"/>
                </a:lnTo>
                <a:lnTo>
                  <a:pt x="1147356" y="531334"/>
                </a:lnTo>
                <a:lnTo>
                  <a:pt x="1147534" y="531334"/>
                </a:lnTo>
                <a:lnTo>
                  <a:pt x="1147703" y="531334"/>
                </a:lnTo>
                <a:lnTo>
                  <a:pt x="1147872" y="531334"/>
                </a:lnTo>
                <a:lnTo>
                  <a:pt x="1148050" y="531334"/>
                </a:lnTo>
                <a:lnTo>
                  <a:pt x="1148219" y="531334"/>
                </a:lnTo>
                <a:lnTo>
                  <a:pt x="1148397" y="531334"/>
                </a:lnTo>
                <a:lnTo>
                  <a:pt x="1148566" y="531334"/>
                </a:lnTo>
                <a:lnTo>
                  <a:pt x="1148735" y="531334"/>
                </a:lnTo>
                <a:lnTo>
                  <a:pt x="1148913" y="531334"/>
                </a:lnTo>
                <a:lnTo>
                  <a:pt x="1149082" y="531334"/>
                </a:lnTo>
                <a:lnTo>
                  <a:pt x="1149251" y="531334"/>
                </a:lnTo>
                <a:lnTo>
                  <a:pt x="1149428" y="531334"/>
                </a:lnTo>
                <a:lnTo>
                  <a:pt x="1149598" y="531334"/>
                </a:lnTo>
                <a:lnTo>
                  <a:pt x="1149767" y="531334"/>
                </a:lnTo>
                <a:lnTo>
                  <a:pt x="1149945" y="531334"/>
                </a:lnTo>
                <a:lnTo>
                  <a:pt x="1150114" y="531334"/>
                </a:lnTo>
                <a:lnTo>
                  <a:pt x="1150292" y="531334"/>
                </a:lnTo>
                <a:lnTo>
                  <a:pt x="1150461" y="531334"/>
                </a:lnTo>
                <a:lnTo>
                  <a:pt x="1150630" y="531334"/>
                </a:lnTo>
                <a:lnTo>
                  <a:pt x="1150807" y="531334"/>
                </a:lnTo>
                <a:lnTo>
                  <a:pt x="1150976" y="531334"/>
                </a:lnTo>
                <a:lnTo>
                  <a:pt x="1151146" y="531334"/>
                </a:lnTo>
                <a:lnTo>
                  <a:pt x="1151323" y="531334"/>
                </a:lnTo>
                <a:lnTo>
                  <a:pt x="1151493" y="531334"/>
                </a:lnTo>
                <a:lnTo>
                  <a:pt x="1151662" y="531334"/>
                </a:lnTo>
                <a:lnTo>
                  <a:pt x="1151840" y="531334"/>
                </a:lnTo>
                <a:lnTo>
                  <a:pt x="1152008" y="531334"/>
                </a:lnTo>
                <a:lnTo>
                  <a:pt x="1152178" y="531334"/>
                </a:lnTo>
                <a:lnTo>
                  <a:pt x="1152355" y="531334"/>
                </a:lnTo>
                <a:lnTo>
                  <a:pt x="1152524" y="531334"/>
                </a:lnTo>
                <a:lnTo>
                  <a:pt x="1152702" y="531334"/>
                </a:lnTo>
                <a:lnTo>
                  <a:pt x="1152871" y="531334"/>
                </a:lnTo>
                <a:lnTo>
                  <a:pt x="1153040" y="531334"/>
                </a:lnTo>
                <a:lnTo>
                  <a:pt x="1153218" y="531334"/>
                </a:lnTo>
                <a:lnTo>
                  <a:pt x="1153387" y="531334"/>
                </a:lnTo>
                <a:lnTo>
                  <a:pt x="1153556" y="531334"/>
                </a:lnTo>
                <a:lnTo>
                  <a:pt x="1153734" y="531334"/>
                </a:lnTo>
                <a:lnTo>
                  <a:pt x="1153903" y="531334"/>
                </a:lnTo>
                <a:lnTo>
                  <a:pt x="1154073" y="531334"/>
                </a:lnTo>
                <a:lnTo>
                  <a:pt x="1154250" y="531334"/>
                </a:lnTo>
                <a:lnTo>
                  <a:pt x="1154419" y="531334"/>
                </a:lnTo>
                <a:lnTo>
                  <a:pt x="1154597" y="531334"/>
                </a:lnTo>
                <a:lnTo>
                  <a:pt x="1154766" y="531334"/>
                </a:lnTo>
                <a:lnTo>
                  <a:pt x="1154935" y="531334"/>
                </a:lnTo>
                <a:lnTo>
                  <a:pt x="1155113" y="531334"/>
                </a:lnTo>
                <a:lnTo>
                  <a:pt x="1155282" y="531334"/>
                </a:lnTo>
                <a:lnTo>
                  <a:pt x="1155451" y="531334"/>
                </a:lnTo>
                <a:lnTo>
                  <a:pt x="1155629" y="531334"/>
                </a:lnTo>
                <a:lnTo>
                  <a:pt x="1155798" y="531334"/>
                </a:lnTo>
                <a:lnTo>
                  <a:pt x="1155967" y="531334"/>
                </a:lnTo>
                <a:lnTo>
                  <a:pt x="1156145" y="531334"/>
                </a:lnTo>
                <a:lnTo>
                  <a:pt x="1156314" y="531334"/>
                </a:lnTo>
                <a:lnTo>
                  <a:pt x="1156492" y="531334"/>
                </a:lnTo>
                <a:lnTo>
                  <a:pt x="1156661" y="531334"/>
                </a:lnTo>
                <a:lnTo>
                  <a:pt x="1156830" y="531334"/>
                </a:lnTo>
                <a:lnTo>
                  <a:pt x="1157008" y="531334"/>
                </a:lnTo>
                <a:lnTo>
                  <a:pt x="1157177" y="531334"/>
                </a:lnTo>
                <a:lnTo>
                  <a:pt x="1157346" y="531334"/>
                </a:lnTo>
                <a:lnTo>
                  <a:pt x="1157524" y="531334"/>
                </a:lnTo>
                <a:lnTo>
                  <a:pt x="1157693" y="531334"/>
                </a:lnTo>
                <a:lnTo>
                  <a:pt x="1157862" y="531334"/>
                </a:lnTo>
                <a:lnTo>
                  <a:pt x="1158040" y="531334"/>
                </a:lnTo>
                <a:lnTo>
                  <a:pt x="1158209" y="531334"/>
                </a:lnTo>
                <a:lnTo>
                  <a:pt x="1158387" y="531334"/>
                </a:lnTo>
                <a:lnTo>
                  <a:pt x="1158556" y="531334"/>
                </a:lnTo>
                <a:lnTo>
                  <a:pt x="1158725" y="531334"/>
                </a:lnTo>
                <a:lnTo>
                  <a:pt x="1158903" y="531334"/>
                </a:lnTo>
                <a:lnTo>
                  <a:pt x="1159072" y="531334"/>
                </a:lnTo>
                <a:lnTo>
                  <a:pt x="1159241" y="531334"/>
                </a:lnTo>
                <a:lnTo>
                  <a:pt x="1159419" y="531334"/>
                </a:lnTo>
                <a:lnTo>
                  <a:pt x="1159588" y="531334"/>
                </a:lnTo>
                <a:lnTo>
                  <a:pt x="1159757" y="531334"/>
                </a:lnTo>
                <a:lnTo>
                  <a:pt x="1159935" y="531334"/>
                </a:lnTo>
                <a:lnTo>
                  <a:pt x="1160104" y="531334"/>
                </a:lnTo>
                <a:lnTo>
                  <a:pt x="1160273" y="531334"/>
                </a:lnTo>
                <a:lnTo>
                  <a:pt x="1160451" y="531334"/>
                </a:lnTo>
                <a:lnTo>
                  <a:pt x="1160620" y="531334"/>
                </a:lnTo>
                <a:lnTo>
                  <a:pt x="1160798" y="531334"/>
                </a:lnTo>
                <a:lnTo>
                  <a:pt x="1160967" y="531334"/>
                </a:lnTo>
                <a:lnTo>
                  <a:pt x="1161136" y="531334"/>
                </a:lnTo>
                <a:lnTo>
                  <a:pt x="1161314" y="531334"/>
                </a:lnTo>
                <a:lnTo>
                  <a:pt x="1161483" y="531334"/>
                </a:lnTo>
                <a:lnTo>
                  <a:pt x="1161652" y="531334"/>
                </a:lnTo>
                <a:lnTo>
                  <a:pt x="1161830" y="531334"/>
                </a:lnTo>
                <a:lnTo>
                  <a:pt x="1161999" y="531334"/>
                </a:lnTo>
                <a:lnTo>
                  <a:pt x="1162168" y="531334"/>
                </a:lnTo>
                <a:lnTo>
                  <a:pt x="1162346" y="531334"/>
                </a:lnTo>
                <a:lnTo>
                  <a:pt x="1162515" y="531334"/>
                </a:lnTo>
                <a:lnTo>
                  <a:pt x="1162693" y="531334"/>
                </a:lnTo>
                <a:lnTo>
                  <a:pt x="1162862" y="531334"/>
                </a:lnTo>
                <a:lnTo>
                  <a:pt x="1163031" y="531334"/>
                </a:lnTo>
                <a:lnTo>
                  <a:pt x="1163209" y="531334"/>
                </a:lnTo>
                <a:lnTo>
                  <a:pt x="1163378" y="531334"/>
                </a:lnTo>
                <a:lnTo>
                  <a:pt x="1163547" y="531334"/>
                </a:lnTo>
                <a:lnTo>
                  <a:pt x="1163725" y="531334"/>
                </a:lnTo>
                <a:lnTo>
                  <a:pt x="1163894" y="531334"/>
                </a:lnTo>
                <a:lnTo>
                  <a:pt x="1164063" y="531334"/>
                </a:lnTo>
                <a:lnTo>
                  <a:pt x="1164241" y="531334"/>
                </a:lnTo>
                <a:lnTo>
                  <a:pt x="1164410" y="531334"/>
                </a:lnTo>
                <a:lnTo>
                  <a:pt x="1164588" y="531334"/>
                </a:lnTo>
                <a:lnTo>
                  <a:pt x="1164757" y="531334"/>
                </a:lnTo>
                <a:lnTo>
                  <a:pt x="1164926" y="531334"/>
                </a:lnTo>
                <a:lnTo>
                  <a:pt x="1165104" y="531334"/>
                </a:lnTo>
                <a:lnTo>
                  <a:pt x="1165273" y="531334"/>
                </a:lnTo>
                <a:lnTo>
                  <a:pt x="1165442" y="531334"/>
                </a:lnTo>
                <a:lnTo>
                  <a:pt x="1165620" y="531334"/>
                </a:lnTo>
                <a:lnTo>
                  <a:pt x="1165789" y="531334"/>
                </a:lnTo>
                <a:lnTo>
                  <a:pt x="1165958" y="531334"/>
                </a:lnTo>
                <a:lnTo>
                  <a:pt x="1166136" y="531334"/>
                </a:lnTo>
                <a:lnTo>
                  <a:pt x="1166305" y="531334"/>
                </a:lnTo>
                <a:lnTo>
                  <a:pt x="1166483" y="531334"/>
                </a:lnTo>
                <a:lnTo>
                  <a:pt x="1166652" y="531334"/>
                </a:lnTo>
                <a:lnTo>
                  <a:pt x="1166821" y="531334"/>
                </a:lnTo>
                <a:lnTo>
                  <a:pt x="1166999" y="531334"/>
                </a:lnTo>
                <a:lnTo>
                  <a:pt x="1167168" y="531334"/>
                </a:lnTo>
                <a:lnTo>
                  <a:pt x="1167337" y="531334"/>
                </a:lnTo>
                <a:lnTo>
                  <a:pt x="1167515" y="531334"/>
                </a:lnTo>
                <a:lnTo>
                  <a:pt x="1167684" y="531334"/>
                </a:lnTo>
                <a:lnTo>
                  <a:pt x="1167853" y="531334"/>
                </a:lnTo>
                <a:lnTo>
                  <a:pt x="1168031" y="531334"/>
                </a:lnTo>
                <a:lnTo>
                  <a:pt x="1168200" y="531334"/>
                </a:lnTo>
                <a:lnTo>
                  <a:pt x="1168369" y="531334"/>
                </a:lnTo>
                <a:lnTo>
                  <a:pt x="1168547" y="531334"/>
                </a:lnTo>
                <a:lnTo>
                  <a:pt x="1168716" y="531334"/>
                </a:lnTo>
                <a:lnTo>
                  <a:pt x="1168894" y="531334"/>
                </a:lnTo>
                <a:lnTo>
                  <a:pt x="1169063" y="531334"/>
                </a:lnTo>
                <a:lnTo>
                  <a:pt x="1169232" y="531334"/>
                </a:lnTo>
                <a:lnTo>
                  <a:pt x="1169410" y="531334"/>
                </a:lnTo>
                <a:lnTo>
                  <a:pt x="1169579" y="531334"/>
                </a:lnTo>
                <a:lnTo>
                  <a:pt x="1169748" y="531334"/>
                </a:lnTo>
                <a:lnTo>
                  <a:pt x="1169926" y="531334"/>
                </a:lnTo>
                <a:lnTo>
                  <a:pt x="1170095" y="531334"/>
                </a:lnTo>
                <a:lnTo>
                  <a:pt x="1170264" y="531334"/>
                </a:lnTo>
                <a:lnTo>
                  <a:pt x="1170442" y="531334"/>
                </a:lnTo>
                <a:lnTo>
                  <a:pt x="1170611" y="531334"/>
                </a:lnTo>
                <a:lnTo>
                  <a:pt x="1170789" y="531334"/>
                </a:lnTo>
                <a:lnTo>
                  <a:pt x="1170958" y="531334"/>
                </a:lnTo>
                <a:lnTo>
                  <a:pt x="1171127" y="531334"/>
                </a:lnTo>
                <a:lnTo>
                  <a:pt x="1171305" y="531334"/>
                </a:lnTo>
                <a:lnTo>
                  <a:pt x="1171474" y="531334"/>
                </a:lnTo>
                <a:lnTo>
                  <a:pt x="1171643" y="531334"/>
                </a:lnTo>
                <a:lnTo>
                  <a:pt x="1171821" y="531334"/>
                </a:lnTo>
                <a:lnTo>
                  <a:pt x="1171990" y="531334"/>
                </a:lnTo>
                <a:lnTo>
                  <a:pt x="1172159" y="531334"/>
                </a:lnTo>
                <a:lnTo>
                  <a:pt x="1172337" y="531334"/>
                </a:lnTo>
                <a:lnTo>
                  <a:pt x="1172506" y="531334"/>
                </a:lnTo>
                <a:lnTo>
                  <a:pt x="1172684" y="531334"/>
                </a:lnTo>
                <a:lnTo>
                  <a:pt x="1172853" y="531334"/>
                </a:lnTo>
                <a:lnTo>
                  <a:pt x="1173022" y="531334"/>
                </a:lnTo>
                <a:lnTo>
                  <a:pt x="1173200" y="531334"/>
                </a:lnTo>
                <a:lnTo>
                  <a:pt x="1173369" y="531334"/>
                </a:lnTo>
                <a:lnTo>
                  <a:pt x="1173538" y="531334"/>
                </a:lnTo>
                <a:lnTo>
                  <a:pt x="1173716" y="531334"/>
                </a:lnTo>
                <a:lnTo>
                  <a:pt x="1173885" y="531334"/>
                </a:lnTo>
                <a:lnTo>
                  <a:pt x="1174054" y="531334"/>
                </a:lnTo>
                <a:lnTo>
                  <a:pt x="1174232" y="531334"/>
                </a:lnTo>
                <a:lnTo>
                  <a:pt x="1174401" y="531334"/>
                </a:lnTo>
                <a:lnTo>
                  <a:pt x="1174579" y="531334"/>
                </a:lnTo>
                <a:lnTo>
                  <a:pt x="1174748" y="531334"/>
                </a:lnTo>
                <a:lnTo>
                  <a:pt x="1174917" y="531334"/>
                </a:lnTo>
                <a:lnTo>
                  <a:pt x="1175095" y="531334"/>
                </a:lnTo>
                <a:lnTo>
                  <a:pt x="1175264" y="531334"/>
                </a:lnTo>
                <a:lnTo>
                  <a:pt x="1175433" y="531334"/>
                </a:lnTo>
                <a:lnTo>
                  <a:pt x="1175611" y="531334"/>
                </a:lnTo>
                <a:lnTo>
                  <a:pt x="1175780" y="531334"/>
                </a:lnTo>
                <a:lnTo>
                  <a:pt x="1175949" y="531334"/>
                </a:lnTo>
                <a:lnTo>
                  <a:pt x="1176127" y="531334"/>
                </a:lnTo>
                <a:lnTo>
                  <a:pt x="1176296" y="531334"/>
                </a:lnTo>
                <a:lnTo>
                  <a:pt x="1176465" y="531334"/>
                </a:lnTo>
                <a:lnTo>
                  <a:pt x="1176643" y="531334"/>
                </a:lnTo>
                <a:lnTo>
                  <a:pt x="1176812" y="531334"/>
                </a:lnTo>
                <a:lnTo>
                  <a:pt x="1176990" y="531334"/>
                </a:lnTo>
                <a:lnTo>
                  <a:pt x="1177159" y="531334"/>
                </a:lnTo>
                <a:lnTo>
                  <a:pt x="1177328" y="531334"/>
                </a:lnTo>
                <a:lnTo>
                  <a:pt x="1177506" y="531334"/>
                </a:lnTo>
                <a:lnTo>
                  <a:pt x="1177675" y="531334"/>
                </a:lnTo>
                <a:lnTo>
                  <a:pt x="1177844" y="531334"/>
                </a:lnTo>
                <a:lnTo>
                  <a:pt x="1178022" y="531334"/>
                </a:lnTo>
                <a:lnTo>
                  <a:pt x="1178191" y="531334"/>
                </a:lnTo>
                <a:lnTo>
                  <a:pt x="1178360" y="531334"/>
                </a:lnTo>
                <a:lnTo>
                  <a:pt x="1178538" y="531334"/>
                </a:lnTo>
                <a:lnTo>
                  <a:pt x="1178707" y="531334"/>
                </a:lnTo>
                <a:lnTo>
                  <a:pt x="1178885" y="531334"/>
                </a:lnTo>
                <a:lnTo>
                  <a:pt x="1179054" y="531334"/>
                </a:lnTo>
                <a:lnTo>
                  <a:pt x="1179223" y="531334"/>
                </a:lnTo>
                <a:lnTo>
                  <a:pt x="1179401" y="531334"/>
                </a:lnTo>
                <a:lnTo>
                  <a:pt x="1179570" y="531334"/>
                </a:lnTo>
                <a:lnTo>
                  <a:pt x="1179739" y="531334"/>
                </a:lnTo>
                <a:lnTo>
                  <a:pt x="1179917" y="531334"/>
                </a:lnTo>
                <a:lnTo>
                  <a:pt x="1180086" y="531334"/>
                </a:lnTo>
                <a:lnTo>
                  <a:pt x="1180255" y="531334"/>
                </a:lnTo>
                <a:lnTo>
                  <a:pt x="1180433" y="531334"/>
                </a:lnTo>
                <a:lnTo>
                  <a:pt x="1180602" y="531334"/>
                </a:lnTo>
                <a:lnTo>
                  <a:pt x="1180780" y="531334"/>
                </a:lnTo>
                <a:lnTo>
                  <a:pt x="1180949" y="531334"/>
                </a:lnTo>
                <a:lnTo>
                  <a:pt x="1181118" y="531334"/>
                </a:lnTo>
                <a:lnTo>
                  <a:pt x="1181296" y="531334"/>
                </a:lnTo>
                <a:lnTo>
                  <a:pt x="1181465" y="531334"/>
                </a:lnTo>
                <a:lnTo>
                  <a:pt x="1181634" y="531334"/>
                </a:lnTo>
                <a:lnTo>
                  <a:pt x="1181812" y="531334"/>
                </a:lnTo>
                <a:lnTo>
                  <a:pt x="1181981" y="531334"/>
                </a:lnTo>
                <a:lnTo>
                  <a:pt x="1182150" y="531334"/>
                </a:lnTo>
                <a:lnTo>
                  <a:pt x="1182328" y="531334"/>
                </a:lnTo>
                <a:lnTo>
                  <a:pt x="1182497" y="531334"/>
                </a:lnTo>
                <a:lnTo>
                  <a:pt x="1182666" y="531334"/>
                </a:lnTo>
                <a:lnTo>
                  <a:pt x="1182844" y="531334"/>
                </a:lnTo>
                <a:lnTo>
                  <a:pt x="1183013" y="531334"/>
                </a:lnTo>
                <a:lnTo>
                  <a:pt x="1183191" y="531334"/>
                </a:lnTo>
                <a:lnTo>
                  <a:pt x="1183360" y="531334"/>
                </a:lnTo>
                <a:lnTo>
                  <a:pt x="1183529" y="531334"/>
                </a:lnTo>
                <a:lnTo>
                  <a:pt x="1183707" y="531334"/>
                </a:lnTo>
                <a:lnTo>
                  <a:pt x="1183876" y="531334"/>
                </a:lnTo>
                <a:lnTo>
                  <a:pt x="1184045" y="531334"/>
                </a:lnTo>
                <a:lnTo>
                  <a:pt x="1184222" y="531334"/>
                </a:lnTo>
                <a:lnTo>
                  <a:pt x="1184392" y="531334"/>
                </a:lnTo>
                <a:lnTo>
                  <a:pt x="1184561" y="531334"/>
                </a:lnTo>
                <a:lnTo>
                  <a:pt x="1184739" y="531334"/>
                </a:lnTo>
                <a:lnTo>
                  <a:pt x="1184908" y="531334"/>
                </a:lnTo>
                <a:lnTo>
                  <a:pt x="1185086" y="531334"/>
                </a:lnTo>
                <a:lnTo>
                  <a:pt x="1185255" y="531334"/>
                </a:lnTo>
                <a:lnTo>
                  <a:pt x="1185424" y="531334"/>
                </a:lnTo>
                <a:lnTo>
                  <a:pt x="1185601" y="531334"/>
                </a:lnTo>
                <a:lnTo>
                  <a:pt x="1185771" y="531334"/>
                </a:lnTo>
                <a:lnTo>
                  <a:pt x="1185940" y="531334"/>
                </a:lnTo>
                <a:lnTo>
                  <a:pt x="1186117" y="531334"/>
                </a:lnTo>
                <a:lnTo>
                  <a:pt x="1186287" y="531334"/>
                </a:lnTo>
                <a:lnTo>
                  <a:pt x="1186456" y="531334"/>
                </a:lnTo>
                <a:lnTo>
                  <a:pt x="1186634" y="531334"/>
                </a:lnTo>
                <a:lnTo>
                  <a:pt x="1186802" y="531334"/>
                </a:lnTo>
                <a:lnTo>
                  <a:pt x="1186980" y="531334"/>
                </a:lnTo>
                <a:lnTo>
                  <a:pt x="1187149" y="531334"/>
                </a:lnTo>
                <a:lnTo>
                  <a:pt x="1187319" y="531334"/>
                </a:lnTo>
                <a:lnTo>
                  <a:pt x="1187496" y="531334"/>
                </a:lnTo>
                <a:lnTo>
                  <a:pt x="1187665" y="531334"/>
                </a:lnTo>
                <a:lnTo>
                  <a:pt x="1187835" y="531334"/>
                </a:lnTo>
                <a:lnTo>
                  <a:pt x="1188012" y="531334"/>
                </a:lnTo>
                <a:lnTo>
                  <a:pt x="1188181" y="531334"/>
                </a:lnTo>
                <a:lnTo>
                  <a:pt x="1188350" y="531334"/>
                </a:lnTo>
                <a:lnTo>
                  <a:pt x="1188528" y="531334"/>
                </a:lnTo>
                <a:lnTo>
                  <a:pt x="1188697" y="531334"/>
                </a:lnTo>
                <a:lnTo>
                  <a:pt x="1188875" y="531334"/>
                </a:lnTo>
                <a:lnTo>
                  <a:pt x="1189044" y="531334"/>
                </a:lnTo>
                <a:lnTo>
                  <a:pt x="1189213" y="531334"/>
                </a:lnTo>
                <a:lnTo>
                  <a:pt x="1189391" y="531334"/>
                </a:lnTo>
                <a:lnTo>
                  <a:pt x="1189560" y="531334"/>
                </a:lnTo>
                <a:lnTo>
                  <a:pt x="1189729" y="531334"/>
                </a:lnTo>
                <a:lnTo>
                  <a:pt x="1189907" y="531334"/>
                </a:lnTo>
                <a:lnTo>
                  <a:pt x="1190076" y="531334"/>
                </a:lnTo>
                <a:lnTo>
                  <a:pt x="1190245" y="531334"/>
                </a:lnTo>
                <a:lnTo>
                  <a:pt x="1190423" y="531334"/>
                </a:lnTo>
                <a:lnTo>
                  <a:pt x="1190592" y="531334"/>
                </a:lnTo>
                <a:lnTo>
                  <a:pt x="1190761" y="531334"/>
                </a:lnTo>
                <a:lnTo>
                  <a:pt x="1190939" y="531334"/>
                </a:lnTo>
                <a:lnTo>
                  <a:pt x="1191108" y="531334"/>
                </a:lnTo>
                <a:lnTo>
                  <a:pt x="1191286" y="531334"/>
                </a:lnTo>
                <a:lnTo>
                  <a:pt x="1191455" y="531334"/>
                </a:lnTo>
                <a:lnTo>
                  <a:pt x="1191624" y="531334"/>
                </a:lnTo>
                <a:lnTo>
                  <a:pt x="1191802" y="531334"/>
                </a:lnTo>
                <a:lnTo>
                  <a:pt x="1191971" y="531334"/>
                </a:lnTo>
                <a:lnTo>
                  <a:pt x="1192140" y="531334"/>
                </a:lnTo>
                <a:lnTo>
                  <a:pt x="1192318" y="531334"/>
                </a:lnTo>
                <a:lnTo>
                  <a:pt x="1192487" y="531334"/>
                </a:lnTo>
                <a:lnTo>
                  <a:pt x="1192656" y="531334"/>
                </a:lnTo>
                <a:lnTo>
                  <a:pt x="1192834" y="531334"/>
                </a:lnTo>
                <a:lnTo>
                  <a:pt x="1193003" y="531334"/>
                </a:lnTo>
                <a:lnTo>
                  <a:pt x="1193181" y="531334"/>
                </a:lnTo>
                <a:lnTo>
                  <a:pt x="1193350" y="531334"/>
                </a:lnTo>
                <a:lnTo>
                  <a:pt x="1193519" y="531334"/>
                </a:lnTo>
                <a:lnTo>
                  <a:pt x="1193697" y="531334"/>
                </a:lnTo>
                <a:lnTo>
                  <a:pt x="1193866" y="531334"/>
                </a:lnTo>
                <a:lnTo>
                  <a:pt x="1194035" y="531334"/>
                </a:lnTo>
                <a:lnTo>
                  <a:pt x="1194213" y="531334"/>
                </a:lnTo>
                <a:lnTo>
                  <a:pt x="1194382" y="531334"/>
                </a:lnTo>
                <a:lnTo>
                  <a:pt x="1194551" y="531334"/>
                </a:lnTo>
                <a:lnTo>
                  <a:pt x="1194729" y="531334"/>
                </a:lnTo>
                <a:lnTo>
                  <a:pt x="1194898" y="531334"/>
                </a:lnTo>
                <a:lnTo>
                  <a:pt x="1195076" y="531334"/>
                </a:lnTo>
                <a:lnTo>
                  <a:pt x="1195245" y="531334"/>
                </a:lnTo>
                <a:lnTo>
                  <a:pt x="1195414" y="531334"/>
                </a:lnTo>
                <a:lnTo>
                  <a:pt x="1195592" y="531334"/>
                </a:lnTo>
                <a:lnTo>
                  <a:pt x="1195761" y="531334"/>
                </a:lnTo>
                <a:lnTo>
                  <a:pt x="1195930" y="531334"/>
                </a:lnTo>
                <a:lnTo>
                  <a:pt x="1196108" y="531334"/>
                </a:lnTo>
                <a:lnTo>
                  <a:pt x="1196277" y="531334"/>
                </a:lnTo>
                <a:lnTo>
                  <a:pt x="1196446" y="531334"/>
                </a:lnTo>
                <a:lnTo>
                  <a:pt x="1196624" y="531334"/>
                </a:lnTo>
                <a:lnTo>
                  <a:pt x="1196793" y="531334"/>
                </a:lnTo>
                <a:lnTo>
                  <a:pt x="1196971" y="531334"/>
                </a:lnTo>
                <a:lnTo>
                  <a:pt x="1197140" y="531334"/>
                </a:lnTo>
                <a:lnTo>
                  <a:pt x="1197309" y="531334"/>
                </a:lnTo>
                <a:lnTo>
                  <a:pt x="1197487" y="531334"/>
                </a:lnTo>
                <a:lnTo>
                  <a:pt x="1197656" y="531334"/>
                </a:lnTo>
                <a:lnTo>
                  <a:pt x="1197825" y="531334"/>
                </a:lnTo>
                <a:lnTo>
                  <a:pt x="1198003" y="531334"/>
                </a:lnTo>
                <a:lnTo>
                  <a:pt x="1198172" y="531334"/>
                </a:lnTo>
                <a:lnTo>
                  <a:pt x="1198341" y="531334"/>
                </a:lnTo>
                <a:lnTo>
                  <a:pt x="1198519" y="531334"/>
                </a:lnTo>
                <a:lnTo>
                  <a:pt x="1198688" y="531334"/>
                </a:lnTo>
                <a:lnTo>
                  <a:pt x="1198857" y="531334"/>
                </a:lnTo>
                <a:lnTo>
                  <a:pt x="1199035" y="531334"/>
                </a:lnTo>
                <a:lnTo>
                  <a:pt x="1199204" y="531334"/>
                </a:lnTo>
                <a:lnTo>
                  <a:pt x="1199382" y="531334"/>
                </a:lnTo>
                <a:lnTo>
                  <a:pt x="1199551" y="531334"/>
                </a:lnTo>
                <a:lnTo>
                  <a:pt x="1199720" y="531334"/>
                </a:lnTo>
                <a:lnTo>
                  <a:pt x="1199898" y="531334"/>
                </a:lnTo>
                <a:lnTo>
                  <a:pt x="1200067" y="531334"/>
                </a:lnTo>
                <a:lnTo>
                  <a:pt x="1200236" y="531334"/>
                </a:lnTo>
                <a:lnTo>
                  <a:pt x="1200414" y="531334"/>
                </a:lnTo>
                <a:lnTo>
                  <a:pt x="1200583" y="531334"/>
                </a:lnTo>
                <a:lnTo>
                  <a:pt x="1200752" y="531334"/>
                </a:lnTo>
                <a:lnTo>
                  <a:pt x="1200930" y="531334"/>
                </a:lnTo>
                <a:lnTo>
                  <a:pt x="1201099" y="531334"/>
                </a:lnTo>
                <a:lnTo>
                  <a:pt x="1201277" y="531334"/>
                </a:lnTo>
                <a:lnTo>
                  <a:pt x="1201446" y="531334"/>
                </a:lnTo>
                <a:lnTo>
                  <a:pt x="1201615" y="531334"/>
                </a:lnTo>
                <a:lnTo>
                  <a:pt x="1201793" y="531334"/>
                </a:lnTo>
                <a:lnTo>
                  <a:pt x="1201962" y="531334"/>
                </a:lnTo>
                <a:lnTo>
                  <a:pt x="1202131" y="531334"/>
                </a:lnTo>
                <a:lnTo>
                  <a:pt x="1202309" y="531334"/>
                </a:lnTo>
                <a:lnTo>
                  <a:pt x="1202478" y="531334"/>
                </a:lnTo>
                <a:lnTo>
                  <a:pt x="1202647" y="531334"/>
                </a:lnTo>
                <a:lnTo>
                  <a:pt x="1202825" y="531334"/>
                </a:lnTo>
                <a:lnTo>
                  <a:pt x="1202994" y="531334"/>
                </a:lnTo>
                <a:lnTo>
                  <a:pt x="1203172" y="531334"/>
                </a:lnTo>
                <a:lnTo>
                  <a:pt x="1203341" y="531334"/>
                </a:lnTo>
                <a:lnTo>
                  <a:pt x="1203510" y="531334"/>
                </a:lnTo>
                <a:lnTo>
                  <a:pt x="1203688" y="531334"/>
                </a:lnTo>
                <a:lnTo>
                  <a:pt x="1203857" y="531334"/>
                </a:lnTo>
                <a:lnTo>
                  <a:pt x="1204026" y="531334"/>
                </a:lnTo>
                <a:lnTo>
                  <a:pt x="1204204" y="531334"/>
                </a:lnTo>
                <a:lnTo>
                  <a:pt x="1204373" y="531334"/>
                </a:lnTo>
                <a:lnTo>
                  <a:pt x="1204542" y="531334"/>
                </a:lnTo>
                <a:lnTo>
                  <a:pt x="1204720" y="531334"/>
                </a:lnTo>
                <a:lnTo>
                  <a:pt x="1204889" y="531334"/>
                </a:lnTo>
                <a:lnTo>
                  <a:pt x="1205067" y="531334"/>
                </a:lnTo>
                <a:lnTo>
                  <a:pt x="1205236" y="531334"/>
                </a:lnTo>
                <a:lnTo>
                  <a:pt x="1205405" y="531334"/>
                </a:lnTo>
                <a:lnTo>
                  <a:pt x="1205583" y="531334"/>
                </a:lnTo>
                <a:lnTo>
                  <a:pt x="1205752" y="531334"/>
                </a:lnTo>
                <a:lnTo>
                  <a:pt x="1205921" y="531334"/>
                </a:lnTo>
                <a:lnTo>
                  <a:pt x="1206099" y="531334"/>
                </a:lnTo>
                <a:lnTo>
                  <a:pt x="1206268" y="531334"/>
                </a:lnTo>
                <a:lnTo>
                  <a:pt x="1206437" y="531334"/>
                </a:lnTo>
                <a:lnTo>
                  <a:pt x="1206615" y="531334"/>
                </a:lnTo>
                <a:lnTo>
                  <a:pt x="1206784" y="531334"/>
                </a:lnTo>
                <a:lnTo>
                  <a:pt x="1206953" y="531334"/>
                </a:lnTo>
                <a:lnTo>
                  <a:pt x="1207131" y="531334"/>
                </a:lnTo>
                <a:lnTo>
                  <a:pt x="1207300" y="531334"/>
                </a:lnTo>
                <a:lnTo>
                  <a:pt x="1207478" y="531334"/>
                </a:lnTo>
                <a:lnTo>
                  <a:pt x="1207647" y="531334"/>
                </a:lnTo>
                <a:lnTo>
                  <a:pt x="1207816" y="531334"/>
                </a:lnTo>
                <a:lnTo>
                  <a:pt x="1207994" y="531334"/>
                </a:lnTo>
                <a:lnTo>
                  <a:pt x="1208163" y="531334"/>
                </a:lnTo>
                <a:lnTo>
                  <a:pt x="1208332" y="531334"/>
                </a:lnTo>
                <a:lnTo>
                  <a:pt x="1208510" y="531334"/>
                </a:lnTo>
                <a:lnTo>
                  <a:pt x="1208679" y="531334"/>
                </a:lnTo>
                <a:lnTo>
                  <a:pt x="1208848" y="531334"/>
                </a:lnTo>
                <a:lnTo>
                  <a:pt x="1209026" y="531334"/>
                </a:lnTo>
                <a:lnTo>
                  <a:pt x="1209195" y="531334"/>
                </a:lnTo>
                <a:lnTo>
                  <a:pt x="1209373" y="531334"/>
                </a:lnTo>
                <a:lnTo>
                  <a:pt x="1209542" y="531334"/>
                </a:lnTo>
                <a:lnTo>
                  <a:pt x="1209711" y="531334"/>
                </a:lnTo>
                <a:lnTo>
                  <a:pt x="1209889" y="531334"/>
                </a:lnTo>
                <a:lnTo>
                  <a:pt x="1210058" y="531334"/>
                </a:lnTo>
                <a:lnTo>
                  <a:pt x="1210227" y="531334"/>
                </a:lnTo>
                <a:lnTo>
                  <a:pt x="1210405" y="531334"/>
                </a:lnTo>
                <a:lnTo>
                  <a:pt x="1210574" y="531334"/>
                </a:lnTo>
                <a:lnTo>
                  <a:pt x="1210743" y="531334"/>
                </a:lnTo>
                <a:lnTo>
                  <a:pt x="1210921" y="531334"/>
                </a:lnTo>
                <a:lnTo>
                  <a:pt x="1211090" y="531334"/>
                </a:lnTo>
                <a:lnTo>
                  <a:pt x="1211268" y="531334"/>
                </a:lnTo>
                <a:lnTo>
                  <a:pt x="1211437" y="531334"/>
                </a:lnTo>
                <a:lnTo>
                  <a:pt x="1211606" y="531334"/>
                </a:lnTo>
                <a:lnTo>
                  <a:pt x="1211784" y="531334"/>
                </a:lnTo>
                <a:lnTo>
                  <a:pt x="1211953" y="531334"/>
                </a:lnTo>
                <a:lnTo>
                  <a:pt x="1212122" y="531334"/>
                </a:lnTo>
                <a:lnTo>
                  <a:pt x="1212300" y="531334"/>
                </a:lnTo>
                <a:lnTo>
                  <a:pt x="1212469" y="531334"/>
                </a:lnTo>
                <a:lnTo>
                  <a:pt x="1212638" y="531334"/>
                </a:lnTo>
                <a:lnTo>
                  <a:pt x="1212816" y="531334"/>
                </a:lnTo>
                <a:lnTo>
                  <a:pt x="1212985" y="531334"/>
                </a:lnTo>
                <a:lnTo>
                  <a:pt x="1213163" y="531334"/>
                </a:lnTo>
                <a:lnTo>
                  <a:pt x="1213332" y="531334"/>
                </a:lnTo>
                <a:lnTo>
                  <a:pt x="1213501" y="531334"/>
                </a:lnTo>
                <a:lnTo>
                  <a:pt x="1213679" y="531334"/>
                </a:lnTo>
                <a:lnTo>
                  <a:pt x="1213848" y="531334"/>
                </a:lnTo>
                <a:lnTo>
                  <a:pt x="1214017" y="531334"/>
                </a:lnTo>
                <a:lnTo>
                  <a:pt x="1214195" y="531334"/>
                </a:lnTo>
                <a:lnTo>
                  <a:pt x="1214364" y="531334"/>
                </a:lnTo>
                <a:lnTo>
                  <a:pt x="1214533" y="531334"/>
                </a:lnTo>
                <a:lnTo>
                  <a:pt x="1214711" y="531334"/>
                </a:lnTo>
                <a:lnTo>
                  <a:pt x="1214880" y="531334"/>
                </a:lnTo>
                <a:lnTo>
                  <a:pt x="1215049" y="531334"/>
                </a:lnTo>
                <a:lnTo>
                  <a:pt x="1215227" y="531334"/>
                </a:lnTo>
                <a:lnTo>
                  <a:pt x="1215396" y="531334"/>
                </a:lnTo>
                <a:lnTo>
                  <a:pt x="1215574" y="531334"/>
                </a:lnTo>
                <a:lnTo>
                  <a:pt x="1215743" y="531334"/>
                </a:lnTo>
                <a:lnTo>
                  <a:pt x="1215912" y="531334"/>
                </a:lnTo>
                <a:lnTo>
                  <a:pt x="1216090" y="531334"/>
                </a:lnTo>
                <a:lnTo>
                  <a:pt x="1216259" y="531334"/>
                </a:lnTo>
                <a:lnTo>
                  <a:pt x="1216428" y="531334"/>
                </a:lnTo>
                <a:lnTo>
                  <a:pt x="1216606" y="531334"/>
                </a:lnTo>
                <a:lnTo>
                  <a:pt x="1216775" y="531334"/>
                </a:lnTo>
                <a:lnTo>
                  <a:pt x="1216944" y="531334"/>
                </a:lnTo>
                <a:lnTo>
                  <a:pt x="1217122" y="531334"/>
                </a:lnTo>
                <a:lnTo>
                  <a:pt x="1217291" y="531334"/>
                </a:lnTo>
                <a:lnTo>
                  <a:pt x="1217469" y="531334"/>
                </a:lnTo>
                <a:lnTo>
                  <a:pt x="1217638" y="531334"/>
                </a:lnTo>
                <a:lnTo>
                  <a:pt x="1217807" y="531334"/>
                </a:lnTo>
                <a:lnTo>
                  <a:pt x="1217985" y="531334"/>
                </a:lnTo>
                <a:lnTo>
                  <a:pt x="1218154" y="531334"/>
                </a:lnTo>
                <a:lnTo>
                  <a:pt x="1218323" y="531334"/>
                </a:lnTo>
                <a:lnTo>
                  <a:pt x="1218501" y="531334"/>
                </a:lnTo>
                <a:lnTo>
                  <a:pt x="1218670" y="531334"/>
                </a:lnTo>
                <a:lnTo>
                  <a:pt x="1218839" y="531334"/>
                </a:lnTo>
                <a:lnTo>
                  <a:pt x="1219017" y="531334"/>
                </a:lnTo>
                <a:lnTo>
                  <a:pt x="1219186" y="531334"/>
                </a:lnTo>
                <a:lnTo>
                  <a:pt x="1219363" y="531334"/>
                </a:lnTo>
                <a:lnTo>
                  <a:pt x="1219533" y="531334"/>
                </a:lnTo>
                <a:lnTo>
                  <a:pt x="1219702" y="531334"/>
                </a:lnTo>
                <a:lnTo>
                  <a:pt x="1219880" y="531334"/>
                </a:lnTo>
                <a:lnTo>
                  <a:pt x="1220049" y="531334"/>
                </a:lnTo>
                <a:lnTo>
                  <a:pt x="1220218" y="531334"/>
                </a:lnTo>
                <a:lnTo>
                  <a:pt x="1220395" y="531334"/>
                </a:lnTo>
                <a:lnTo>
                  <a:pt x="1220565" y="531334"/>
                </a:lnTo>
                <a:lnTo>
                  <a:pt x="1220734" y="531334"/>
                </a:lnTo>
                <a:lnTo>
                  <a:pt x="1220912" y="531334"/>
                </a:lnTo>
                <a:lnTo>
                  <a:pt x="1221081" y="531334"/>
                </a:lnTo>
                <a:lnTo>
                  <a:pt x="1221258" y="531334"/>
                </a:lnTo>
                <a:lnTo>
                  <a:pt x="1221428" y="531334"/>
                </a:lnTo>
                <a:lnTo>
                  <a:pt x="1221596" y="531334"/>
                </a:lnTo>
                <a:lnTo>
                  <a:pt x="1221774" y="531334"/>
                </a:lnTo>
                <a:lnTo>
                  <a:pt x="1221943" y="531334"/>
                </a:lnTo>
                <a:lnTo>
                  <a:pt x="1222113" y="531334"/>
                </a:lnTo>
                <a:lnTo>
                  <a:pt x="1222290" y="531334"/>
                </a:lnTo>
                <a:lnTo>
                  <a:pt x="1222460" y="531334"/>
                </a:lnTo>
                <a:lnTo>
                  <a:pt x="1222629" y="531334"/>
                </a:lnTo>
                <a:lnTo>
                  <a:pt x="1222806" y="531334"/>
                </a:lnTo>
                <a:lnTo>
                  <a:pt x="1222975" y="531334"/>
                </a:lnTo>
                <a:lnTo>
                  <a:pt x="1223144" y="531334"/>
                </a:lnTo>
                <a:lnTo>
                  <a:pt x="1223322" y="531334"/>
                </a:lnTo>
                <a:lnTo>
                  <a:pt x="1223491" y="531334"/>
                </a:lnTo>
                <a:lnTo>
                  <a:pt x="1223669" y="531334"/>
                </a:lnTo>
                <a:lnTo>
                  <a:pt x="1223838" y="531334"/>
                </a:lnTo>
                <a:lnTo>
                  <a:pt x="1224007" y="531334"/>
                </a:lnTo>
                <a:lnTo>
                  <a:pt x="1224185" y="531334"/>
                </a:lnTo>
                <a:lnTo>
                  <a:pt x="1224354" y="531334"/>
                </a:lnTo>
                <a:lnTo>
                  <a:pt x="1224523" y="531334"/>
                </a:lnTo>
                <a:lnTo>
                  <a:pt x="1224701" y="531334"/>
                </a:lnTo>
                <a:lnTo>
                  <a:pt x="1224870" y="531334"/>
                </a:lnTo>
                <a:lnTo>
                  <a:pt x="1225039" y="531334"/>
                </a:lnTo>
                <a:lnTo>
                  <a:pt x="1225217" y="531334"/>
                </a:lnTo>
                <a:lnTo>
                  <a:pt x="1225386" y="531334"/>
                </a:lnTo>
                <a:lnTo>
                  <a:pt x="1225564" y="531334"/>
                </a:lnTo>
                <a:lnTo>
                  <a:pt x="1225733" y="531334"/>
                </a:lnTo>
                <a:lnTo>
                  <a:pt x="1225902" y="531334"/>
                </a:lnTo>
                <a:lnTo>
                  <a:pt x="1226080" y="531334"/>
                </a:lnTo>
                <a:lnTo>
                  <a:pt x="1226249" y="531334"/>
                </a:lnTo>
                <a:lnTo>
                  <a:pt x="1226418" y="531334"/>
                </a:lnTo>
                <a:lnTo>
                  <a:pt x="1226596" y="531334"/>
                </a:lnTo>
                <a:lnTo>
                  <a:pt x="1226765" y="531334"/>
                </a:lnTo>
                <a:lnTo>
                  <a:pt x="1226934" y="531334"/>
                </a:lnTo>
                <a:lnTo>
                  <a:pt x="1227112" y="531334"/>
                </a:lnTo>
                <a:lnTo>
                  <a:pt x="1227281" y="531334"/>
                </a:lnTo>
                <a:lnTo>
                  <a:pt x="1227459" y="531334"/>
                </a:lnTo>
                <a:lnTo>
                  <a:pt x="1227628" y="531325"/>
                </a:lnTo>
                <a:lnTo>
                  <a:pt x="1227797" y="531325"/>
                </a:lnTo>
                <a:lnTo>
                  <a:pt x="1227975" y="531325"/>
                </a:lnTo>
                <a:lnTo>
                  <a:pt x="1228144" y="531325"/>
                </a:lnTo>
                <a:lnTo>
                  <a:pt x="1228313" y="531325"/>
                </a:lnTo>
                <a:lnTo>
                  <a:pt x="1228491" y="531325"/>
                </a:lnTo>
                <a:lnTo>
                  <a:pt x="1228660" y="531325"/>
                </a:lnTo>
                <a:lnTo>
                  <a:pt x="1228829" y="531325"/>
                </a:lnTo>
                <a:lnTo>
                  <a:pt x="1229007" y="531317"/>
                </a:lnTo>
                <a:lnTo>
                  <a:pt x="1229176" y="531317"/>
                </a:lnTo>
                <a:lnTo>
                  <a:pt x="1229354" y="531317"/>
                </a:lnTo>
                <a:lnTo>
                  <a:pt x="1229523" y="531317"/>
                </a:lnTo>
                <a:lnTo>
                  <a:pt x="1229692" y="531317"/>
                </a:lnTo>
                <a:lnTo>
                  <a:pt x="1229870" y="531308"/>
                </a:lnTo>
                <a:lnTo>
                  <a:pt x="1230039" y="531308"/>
                </a:lnTo>
                <a:lnTo>
                  <a:pt x="1230208" y="531308"/>
                </a:lnTo>
                <a:lnTo>
                  <a:pt x="1230386" y="531308"/>
                </a:lnTo>
                <a:lnTo>
                  <a:pt x="1230555" y="531299"/>
                </a:lnTo>
                <a:lnTo>
                  <a:pt x="1230724" y="531299"/>
                </a:lnTo>
                <a:lnTo>
                  <a:pt x="1230902" y="531290"/>
                </a:lnTo>
                <a:lnTo>
                  <a:pt x="1231071" y="531290"/>
                </a:lnTo>
                <a:lnTo>
                  <a:pt x="1231240" y="531290"/>
                </a:lnTo>
                <a:lnTo>
                  <a:pt x="1231418" y="531281"/>
                </a:lnTo>
                <a:lnTo>
                  <a:pt x="1231587" y="531281"/>
                </a:lnTo>
                <a:lnTo>
                  <a:pt x="1231765" y="531272"/>
                </a:lnTo>
                <a:lnTo>
                  <a:pt x="1231934" y="531263"/>
                </a:lnTo>
                <a:lnTo>
                  <a:pt x="1232103" y="531263"/>
                </a:lnTo>
                <a:lnTo>
                  <a:pt x="1232281" y="531254"/>
                </a:lnTo>
                <a:lnTo>
                  <a:pt x="1232450" y="531245"/>
                </a:lnTo>
                <a:lnTo>
                  <a:pt x="1232619" y="531236"/>
                </a:lnTo>
                <a:lnTo>
                  <a:pt x="1232797" y="531236"/>
                </a:lnTo>
                <a:lnTo>
                  <a:pt x="1232966" y="531227"/>
                </a:lnTo>
                <a:lnTo>
                  <a:pt x="1233135" y="531219"/>
                </a:lnTo>
                <a:lnTo>
                  <a:pt x="1233313" y="531210"/>
                </a:lnTo>
                <a:lnTo>
                  <a:pt x="1233482" y="531192"/>
                </a:lnTo>
                <a:lnTo>
                  <a:pt x="1233660" y="531183"/>
                </a:lnTo>
                <a:lnTo>
                  <a:pt x="1233829" y="531174"/>
                </a:lnTo>
                <a:lnTo>
                  <a:pt x="1233998" y="531156"/>
                </a:lnTo>
                <a:lnTo>
                  <a:pt x="1234176" y="531147"/>
                </a:lnTo>
                <a:lnTo>
                  <a:pt x="1234345" y="531130"/>
                </a:lnTo>
                <a:lnTo>
                  <a:pt x="1234514" y="531121"/>
                </a:lnTo>
                <a:lnTo>
                  <a:pt x="1234692" y="531103"/>
                </a:lnTo>
                <a:lnTo>
                  <a:pt x="1234861" y="531085"/>
                </a:lnTo>
                <a:lnTo>
                  <a:pt x="1235030" y="531067"/>
                </a:lnTo>
                <a:lnTo>
                  <a:pt x="1235208" y="531050"/>
                </a:lnTo>
                <a:lnTo>
                  <a:pt x="1235377" y="531023"/>
                </a:lnTo>
                <a:lnTo>
                  <a:pt x="1235555" y="531005"/>
                </a:lnTo>
                <a:lnTo>
                  <a:pt x="1235724" y="530978"/>
                </a:lnTo>
                <a:lnTo>
                  <a:pt x="1235893" y="530952"/>
                </a:lnTo>
                <a:lnTo>
                  <a:pt x="1236071" y="530934"/>
                </a:lnTo>
                <a:lnTo>
                  <a:pt x="1236240" y="530898"/>
                </a:lnTo>
                <a:lnTo>
                  <a:pt x="1236409" y="530872"/>
                </a:lnTo>
                <a:lnTo>
                  <a:pt x="1236587" y="530845"/>
                </a:lnTo>
                <a:lnTo>
                  <a:pt x="1236756" y="530809"/>
                </a:lnTo>
                <a:lnTo>
                  <a:pt x="1236925" y="530774"/>
                </a:lnTo>
                <a:lnTo>
                  <a:pt x="1237103" y="530738"/>
                </a:lnTo>
                <a:lnTo>
                  <a:pt x="1237272" y="530694"/>
                </a:lnTo>
                <a:lnTo>
                  <a:pt x="1237450" y="530658"/>
                </a:lnTo>
                <a:lnTo>
                  <a:pt x="1237619" y="530614"/>
                </a:lnTo>
                <a:lnTo>
                  <a:pt x="1237788" y="530569"/>
                </a:lnTo>
                <a:lnTo>
                  <a:pt x="1237966" y="530516"/>
                </a:lnTo>
                <a:lnTo>
                  <a:pt x="1238135" y="530462"/>
                </a:lnTo>
                <a:lnTo>
                  <a:pt x="1238304" y="530409"/>
                </a:lnTo>
                <a:lnTo>
                  <a:pt x="1238482" y="530356"/>
                </a:lnTo>
                <a:lnTo>
                  <a:pt x="1238651" y="530293"/>
                </a:lnTo>
                <a:lnTo>
                  <a:pt x="1238820" y="530231"/>
                </a:lnTo>
                <a:lnTo>
                  <a:pt x="1238998" y="530169"/>
                </a:lnTo>
                <a:lnTo>
                  <a:pt x="1239167" y="530098"/>
                </a:lnTo>
                <a:lnTo>
                  <a:pt x="1239336" y="530026"/>
                </a:lnTo>
                <a:lnTo>
                  <a:pt x="1239514" y="529946"/>
                </a:lnTo>
                <a:lnTo>
                  <a:pt x="1239683" y="529866"/>
                </a:lnTo>
                <a:lnTo>
                  <a:pt x="1239861" y="529786"/>
                </a:lnTo>
                <a:lnTo>
                  <a:pt x="1240030" y="529697"/>
                </a:lnTo>
                <a:lnTo>
                  <a:pt x="1240199" y="529608"/>
                </a:lnTo>
                <a:lnTo>
                  <a:pt x="1240377" y="529511"/>
                </a:lnTo>
                <a:lnTo>
                  <a:pt x="1240546" y="529413"/>
                </a:lnTo>
                <a:lnTo>
                  <a:pt x="1240715" y="529306"/>
                </a:lnTo>
                <a:lnTo>
                  <a:pt x="1240893" y="529190"/>
                </a:lnTo>
                <a:lnTo>
                  <a:pt x="1241062" y="529075"/>
                </a:lnTo>
                <a:lnTo>
                  <a:pt x="1241231" y="528959"/>
                </a:lnTo>
                <a:lnTo>
                  <a:pt x="1241409" y="528834"/>
                </a:lnTo>
                <a:lnTo>
                  <a:pt x="1241578" y="528701"/>
                </a:lnTo>
                <a:lnTo>
                  <a:pt x="1241756" y="528559"/>
                </a:lnTo>
                <a:lnTo>
                  <a:pt x="1241925" y="528416"/>
                </a:lnTo>
                <a:lnTo>
                  <a:pt x="1242094" y="528265"/>
                </a:lnTo>
                <a:lnTo>
                  <a:pt x="1242272" y="528114"/>
                </a:lnTo>
                <a:lnTo>
                  <a:pt x="1242441" y="527954"/>
                </a:lnTo>
                <a:lnTo>
                  <a:pt x="1242610" y="527785"/>
                </a:lnTo>
                <a:lnTo>
                  <a:pt x="1242788" y="527607"/>
                </a:lnTo>
                <a:lnTo>
                  <a:pt x="1242957" y="527429"/>
                </a:lnTo>
                <a:lnTo>
                  <a:pt x="1243126" y="527233"/>
                </a:lnTo>
                <a:lnTo>
                  <a:pt x="1243304" y="527037"/>
                </a:lnTo>
                <a:lnTo>
                  <a:pt x="1243473" y="526833"/>
                </a:lnTo>
                <a:lnTo>
                  <a:pt x="1243651" y="526619"/>
                </a:lnTo>
                <a:lnTo>
                  <a:pt x="1243820" y="526406"/>
                </a:lnTo>
                <a:lnTo>
                  <a:pt x="1243989" y="526174"/>
                </a:lnTo>
                <a:lnTo>
                  <a:pt x="1244167" y="525934"/>
                </a:lnTo>
                <a:lnTo>
                  <a:pt x="1244336" y="525685"/>
                </a:lnTo>
                <a:lnTo>
                  <a:pt x="1244505" y="525436"/>
                </a:lnTo>
                <a:lnTo>
                  <a:pt x="1244683" y="525169"/>
                </a:lnTo>
                <a:lnTo>
                  <a:pt x="1244852" y="524893"/>
                </a:lnTo>
                <a:lnTo>
                  <a:pt x="1245021" y="524609"/>
                </a:lnTo>
                <a:lnTo>
                  <a:pt x="1245199" y="524315"/>
                </a:lnTo>
                <a:lnTo>
                  <a:pt x="1245368" y="524012"/>
                </a:lnTo>
                <a:lnTo>
                  <a:pt x="1245546" y="523701"/>
                </a:lnTo>
                <a:lnTo>
                  <a:pt x="1245715" y="523381"/>
                </a:lnTo>
                <a:lnTo>
                  <a:pt x="1245884" y="523043"/>
                </a:lnTo>
                <a:lnTo>
                  <a:pt x="1246062" y="522696"/>
                </a:lnTo>
                <a:lnTo>
                  <a:pt x="1246231" y="522340"/>
                </a:lnTo>
                <a:lnTo>
                  <a:pt x="1246400" y="521975"/>
                </a:lnTo>
                <a:lnTo>
                  <a:pt x="1246578" y="521593"/>
                </a:lnTo>
                <a:lnTo>
                  <a:pt x="1246747" y="521201"/>
                </a:lnTo>
                <a:lnTo>
                  <a:pt x="1246916" y="520792"/>
                </a:lnTo>
                <a:lnTo>
                  <a:pt x="1247094" y="520374"/>
                </a:lnTo>
                <a:lnTo>
                  <a:pt x="1247263" y="519947"/>
                </a:lnTo>
                <a:lnTo>
                  <a:pt x="1247432" y="519502"/>
                </a:lnTo>
                <a:lnTo>
                  <a:pt x="1247610" y="519048"/>
                </a:lnTo>
                <a:lnTo>
                  <a:pt x="1247779" y="518586"/>
                </a:lnTo>
                <a:lnTo>
                  <a:pt x="1247957" y="518096"/>
                </a:lnTo>
                <a:lnTo>
                  <a:pt x="1248126" y="517607"/>
                </a:lnTo>
                <a:lnTo>
                  <a:pt x="1248295" y="517091"/>
                </a:lnTo>
                <a:lnTo>
                  <a:pt x="1248473" y="516575"/>
                </a:lnTo>
                <a:lnTo>
                  <a:pt x="1248642" y="516032"/>
                </a:lnTo>
                <a:lnTo>
                  <a:pt x="1248811" y="515481"/>
                </a:lnTo>
                <a:lnTo>
                  <a:pt x="1248989" y="514911"/>
                </a:lnTo>
                <a:lnTo>
                  <a:pt x="1249158" y="514333"/>
                </a:lnTo>
                <a:lnTo>
                  <a:pt x="1249327" y="513728"/>
                </a:lnTo>
                <a:lnTo>
                  <a:pt x="1249505" y="513114"/>
                </a:lnTo>
                <a:lnTo>
                  <a:pt x="1249674" y="512492"/>
                </a:lnTo>
                <a:lnTo>
                  <a:pt x="1249852" y="511842"/>
                </a:lnTo>
                <a:lnTo>
                  <a:pt x="1250021" y="511184"/>
                </a:lnTo>
                <a:lnTo>
                  <a:pt x="1250190" y="510508"/>
                </a:lnTo>
                <a:lnTo>
                  <a:pt x="1250368" y="509814"/>
                </a:lnTo>
                <a:lnTo>
                  <a:pt x="1250537" y="509102"/>
                </a:lnTo>
                <a:lnTo>
                  <a:pt x="1250706" y="508373"/>
                </a:lnTo>
                <a:lnTo>
                  <a:pt x="1250884" y="507625"/>
                </a:lnTo>
                <a:lnTo>
                  <a:pt x="1251053" y="506869"/>
                </a:lnTo>
                <a:lnTo>
                  <a:pt x="1251222" y="506086"/>
                </a:lnTo>
                <a:lnTo>
                  <a:pt x="1251400" y="505294"/>
                </a:lnTo>
                <a:lnTo>
                  <a:pt x="1251569" y="504476"/>
                </a:lnTo>
                <a:lnTo>
                  <a:pt x="1251747" y="503648"/>
                </a:lnTo>
                <a:lnTo>
                  <a:pt x="1251916" y="502794"/>
                </a:lnTo>
                <a:lnTo>
                  <a:pt x="1252085" y="501931"/>
                </a:lnTo>
                <a:lnTo>
                  <a:pt x="1252263" y="501042"/>
                </a:lnTo>
                <a:lnTo>
                  <a:pt x="1252432" y="500143"/>
                </a:lnTo>
                <a:lnTo>
                  <a:pt x="1252601" y="499218"/>
                </a:lnTo>
                <a:lnTo>
                  <a:pt x="1252779" y="498275"/>
                </a:lnTo>
                <a:lnTo>
                  <a:pt x="1252948" y="497314"/>
                </a:lnTo>
                <a:lnTo>
                  <a:pt x="1253117" y="496336"/>
                </a:lnTo>
                <a:lnTo>
                  <a:pt x="1253295" y="495339"/>
                </a:lnTo>
                <a:lnTo>
                  <a:pt x="1253464" y="494325"/>
                </a:lnTo>
                <a:lnTo>
                  <a:pt x="1253642" y="493284"/>
                </a:lnTo>
                <a:lnTo>
                  <a:pt x="1253811" y="492234"/>
                </a:lnTo>
                <a:lnTo>
                  <a:pt x="1253980" y="491158"/>
                </a:lnTo>
                <a:lnTo>
                  <a:pt x="1254158" y="490064"/>
                </a:lnTo>
                <a:lnTo>
                  <a:pt x="1254327" y="488952"/>
                </a:lnTo>
                <a:lnTo>
                  <a:pt x="1254496" y="487813"/>
                </a:lnTo>
                <a:lnTo>
                  <a:pt x="1254674" y="486665"/>
                </a:lnTo>
                <a:lnTo>
                  <a:pt x="1254843" y="485491"/>
                </a:lnTo>
                <a:lnTo>
                  <a:pt x="1255012" y="484299"/>
                </a:lnTo>
                <a:lnTo>
                  <a:pt x="1255189" y="483089"/>
                </a:lnTo>
                <a:lnTo>
                  <a:pt x="1255359" y="481852"/>
                </a:lnTo>
                <a:lnTo>
                  <a:pt x="1255528" y="480607"/>
                </a:lnTo>
                <a:lnTo>
                  <a:pt x="1255706" y="479334"/>
                </a:lnTo>
                <a:lnTo>
                  <a:pt x="1255875" y="478045"/>
                </a:lnTo>
                <a:lnTo>
                  <a:pt x="1256053" y="476728"/>
                </a:lnTo>
                <a:lnTo>
                  <a:pt x="1256222" y="475402"/>
                </a:lnTo>
                <a:lnTo>
                  <a:pt x="1256390" y="474050"/>
                </a:lnTo>
                <a:lnTo>
                  <a:pt x="1256568" y="472680"/>
                </a:lnTo>
                <a:lnTo>
                  <a:pt x="1256737" y="471292"/>
                </a:lnTo>
                <a:lnTo>
                  <a:pt x="1256907" y="469878"/>
                </a:lnTo>
                <a:lnTo>
                  <a:pt x="1257084" y="468445"/>
                </a:lnTo>
                <a:lnTo>
                  <a:pt x="1257254" y="467004"/>
                </a:lnTo>
                <a:lnTo>
                  <a:pt x="1257423" y="465527"/>
                </a:lnTo>
                <a:lnTo>
                  <a:pt x="1257601" y="464042"/>
                </a:lnTo>
                <a:lnTo>
                  <a:pt x="1257769" y="462538"/>
                </a:lnTo>
                <a:lnTo>
                  <a:pt x="1257947" y="461008"/>
                </a:lnTo>
                <a:lnTo>
                  <a:pt x="1258116" y="459460"/>
                </a:lnTo>
                <a:lnTo>
                  <a:pt x="1258285" y="457894"/>
                </a:lnTo>
                <a:lnTo>
                  <a:pt x="1258463" y="456310"/>
                </a:lnTo>
                <a:lnTo>
                  <a:pt x="1258632" y="454709"/>
                </a:lnTo>
                <a:lnTo>
                  <a:pt x="1258802" y="453081"/>
                </a:lnTo>
                <a:lnTo>
                  <a:pt x="1258979" y="451444"/>
                </a:lnTo>
                <a:lnTo>
                  <a:pt x="1259148" y="449781"/>
                </a:lnTo>
                <a:lnTo>
                  <a:pt x="1259317" y="448099"/>
                </a:lnTo>
                <a:lnTo>
                  <a:pt x="1259495" y="446400"/>
                </a:lnTo>
                <a:lnTo>
                  <a:pt x="1259664" y="444683"/>
                </a:lnTo>
                <a:lnTo>
                  <a:pt x="1259842" y="442948"/>
                </a:lnTo>
                <a:lnTo>
                  <a:pt x="1260011" y="441195"/>
                </a:lnTo>
                <a:lnTo>
                  <a:pt x="1260180" y="439425"/>
                </a:lnTo>
                <a:lnTo>
                  <a:pt x="1260358" y="437637"/>
                </a:lnTo>
                <a:lnTo>
                  <a:pt x="1260527" y="435831"/>
                </a:lnTo>
                <a:lnTo>
                  <a:pt x="1260696" y="434007"/>
                </a:lnTo>
                <a:lnTo>
                  <a:pt x="1260874" y="432165"/>
                </a:lnTo>
                <a:lnTo>
                  <a:pt x="1261043" y="430306"/>
                </a:lnTo>
                <a:lnTo>
                  <a:pt x="1261212" y="428438"/>
                </a:lnTo>
                <a:lnTo>
                  <a:pt x="1261390" y="426543"/>
                </a:lnTo>
                <a:lnTo>
                  <a:pt x="1261559" y="424630"/>
                </a:lnTo>
                <a:lnTo>
                  <a:pt x="1261737" y="422709"/>
                </a:lnTo>
                <a:lnTo>
                  <a:pt x="1261906" y="420769"/>
                </a:lnTo>
                <a:lnTo>
                  <a:pt x="1262075" y="418812"/>
                </a:lnTo>
                <a:lnTo>
                  <a:pt x="1262253" y="416837"/>
                </a:lnTo>
                <a:lnTo>
                  <a:pt x="1262422" y="414853"/>
                </a:lnTo>
                <a:lnTo>
                  <a:pt x="1262591" y="412851"/>
                </a:lnTo>
                <a:lnTo>
                  <a:pt x="1262769" y="410832"/>
                </a:lnTo>
                <a:lnTo>
                  <a:pt x="1262938" y="408794"/>
                </a:lnTo>
                <a:lnTo>
                  <a:pt x="1263107" y="406748"/>
                </a:lnTo>
                <a:lnTo>
                  <a:pt x="1263285" y="404684"/>
                </a:lnTo>
                <a:lnTo>
                  <a:pt x="1263454" y="402612"/>
                </a:lnTo>
                <a:lnTo>
                  <a:pt x="1263623" y="400521"/>
                </a:lnTo>
                <a:lnTo>
                  <a:pt x="1263801" y="398412"/>
                </a:lnTo>
                <a:lnTo>
                  <a:pt x="1263970" y="396295"/>
                </a:lnTo>
                <a:lnTo>
                  <a:pt x="1264148" y="394169"/>
                </a:lnTo>
                <a:lnTo>
                  <a:pt x="1264317" y="392025"/>
                </a:lnTo>
                <a:lnTo>
                  <a:pt x="1264486" y="389863"/>
                </a:lnTo>
                <a:lnTo>
                  <a:pt x="1264664" y="387701"/>
                </a:lnTo>
                <a:lnTo>
                  <a:pt x="1264833" y="385521"/>
                </a:lnTo>
                <a:lnTo>
                  <a:pt x="1265002" y="383324"/>
                </a:lnTo>
                <a:lnTo>
                  <a:pt x="1265180" y="381118"/>
                </a:lnTo>
                <a:lnTo>
                  <a:pt x="1265349" y="378902"/>
                </a:lnTo>
                <a:lnTo>
                  <a:pt x="1265518" y="376678"/>
                </a:lnTo>
                <a:lnTo>
                  <a:pt x="1265696" y="374445"/>
                </a:lnTo>
                <a:lnTo>
                  <a:pt x="1265865" y="372195"/>
                </a:lnTo>
                <a:lnTo>
                  <a:pt x="1266043" y="369935"/>
                </a:lnTo>
                <a:lnTo>
                  <a:pt x="1266212" y="367675"/>
                </a:lnTo>
                <a:lnTo>
                  <a:pt x="1266381" y="365398"/>
                </a:lnTo>
                <a:lnTo>
                  <a:pt x="1266559" y="363111"/>
                </a:lnTo>
                <a:lnTo>
                  <a:pt x="1266728" y="360816"/>
                </a:lnTo>
                <a:lnTo>
                  <a:pt x="1266897" y="358512"/>
                </a:lnTo>
                <a:lnTo>
                  <a:pt x="1267075" y="356199"/>
                </a:lnTo>
                <a:lnTo>
                  <a:pt x="1267244" y="353877"/>
                </a:lnTo>
                <a:lnTo>
                  <a:pt x="1267413" y="351546"/>
                </a:lnTo>
                <a:lnTo>
                  <a:pt x="1267591" y="349215"/>
                </a:lnTo>
                <a:lnTo>
                  <a:pt x="1267760" y="346866"/>
                </a:lnTo>
                <a:lnTo>
                  <a:pt x="1267938" y="344518"/>
                </a:lnTo>
                <a:lnTo>
                  <a:pt x="1268107" y="342160"/>
                </a:lnTo>
                <a:lnTo>
                  <a:pt x="1268276" y="339803"/>
                </a:lnTo>
                <a:lnTo>
                  <a:pt x="1268454" y="337436"/>
                </a:lnTo>
                <a:lnTo>
                  <a:pt x="1268623" y="335061"/>
                </a:lnTo>
                <a:lnTo>
                  <a:pt x="1268792" y="332677"/>
                </a:lnTo>
                <a:lnTo>
                  <a:pt x="1268970" y="330292"/>
                </a:lnTo>
                <a:lnTo>
                  <a:pt x="1269139" y="327899"/>
                </a:lnTo>
                <a:lnTo>
                  <a:pt x="1269308" y="325506"/>
                </a:lnTo>
                <a:lnTo>
                  <a:pt x="1269486" y="323113"/>
                </a:lnTo>
                <a:lnTo>
                  <a:pt x="1269655" y="320702"/>
                </a:lnTo>
                <a:lnTo>
                  <a:pt x="1269833" y="318300"/>
                </a:lnTo>
                <a:lnTo>
                  <a:pt x="1270002" y="315889"/>
                </a:lnTo>
                <a:lnTo>
                  <a:pt x="1270171" y="313478"/>
                </a:lnTo>
                <a:lnTo>
                  <a:pt x="1270349" y="311058"/>
                </a:lnTo>
                <a:lnTo>
                  <a:pt x="1270518" y="308638"/>
                </a:lnTo>
                <a:lnTo>
                  <a:pt x="1270687" y="306218"/>
                </a:lnTo>
                <a:lnTo>
                  <a:pt x="1270865" y="303799"/>
                </a:lnTo>
                <a:lnTo>
                  <a:pt x="1271034" y="301379"/>
                </a:lnTo>
                <a:lnTo>
                  <a:pt x="1271203" y="298950"/>
                </a:lnTo>
                <a:lnTo>
                  <a:pt x="1271381" y="296521"/>
                </a:lnTo>
                <a:lnTo>
                  <a:pt x="1271550" y="294102"/>
                </a:lnTo>
                <a:lnTo>
                  <a:pt x="1271719" y="291673"/>
                </a:lnTo>
                <a:lnTo>
                  <a:pt x="1271897" y="289244"/>
                </a:lnTo>
                <a:lnTo>
                  <a:pt x="1272066" y="286815"/>
                </a:lnTo>
                <a:lnTo>
                  <a:pt x="1272244" y="284387"/>
                </a:lnTo>
                <a:lnTo>
                  <a:pt x="1272413" y="281958"/>
                </a:lnTo>
                <a:lnTo>
                  <a:pt x="1272582" y="279538"/>
                </a:lnTo>
                <a:lnTo>
                  <a:pt x="1272760" y="277109"/>
                </a:lnTo>
                <a:lnTo>
                  <a:pt x="1272929" y="274689"/>
                </a:lnTo>
                <a:lnTo>
                  <a:pt x="1273098" y="272270"/>
                </a:lnTo>
                <a:lnTo>
                  <a:pt x="1273276" y="269850"/>
                </a:lnTo>
                <a:lnTo>
                  <a:pt x="1273445" y="267430"/>
                </a:lnTo>
                <a:lnTo>
                  <a:pt x="1273614" y="265019"/>
                </a:lnTo>
                <a:lnTo>
                  <a:pt x="1273792" y="262608"/>
                </a:lnTo>
                <a:lnTo>
                  <a:pt x="1273961" y="260197"/>
                </a:lnTo>
                <a:lnTo>
                  <a:pt x="1274139" y="257795"/>
                </a:lnTo>
                <a:lnTo>
                  <a:pt x="1274308" y="255393"/>
                </a:lnTo>
                <a:lnTo>
                  <a:pt x="1274477" y="252991"/>
                </a:lnTo>
                <a:lnTo>
                  <a:pt x="1274655" y="250598"/>
                </a:lnTo>
                <a:lnTo>
                  <a:pt x="1274824" y="248205"/>
                </a:lnTo>
                <a:lnTo>
                  <a:pt x="1274993" y="245820"/>
                </a:lnTo>
                <a:lnTo>
                  <a:pt x="1275171" y="243445"/>
                </a:lnTo>
                <a:lnTo>
                  <a:pt x="1275340" y="241070"/>
                </a:lnTo>
                <a:lnTo>
                  <a:pt x="1275509" y="238694"/>
                </a:lnTo>
                <a:lnTo>
                  <a:pt x="1275687" y="236337"/>
                </a:lnTo>
                <a:lnTo>
                  <a:pt x="1275856" y="233970"/>
                </a:lnTo>
                <a:lnTo>
                  <a:pt x="1276034" y="231622"/>
                </a:lnTo>
                <a:lnTo>
                  <a:pt x="1276203" y="229275"/>
                </a:lnTo>
                <a:lnTo>
                  <a:pt x="1276372" y="226934"/>
                </a:lnTo>
                <a:lnTo>
                  <a:pt x="1276550" y="224601"/>
                </a:lnTo>
                <a:lnTo>
                  <a:pt x="1276719" y="222273"/>
                </a:lnTo>
                <a:lnTo>
                  <a:pt x="1276888" y="219954"/>
                </a:lnTo>
                <a:lnTo>
                  <a:pt x="1277066" y="217641"/>
                </a:lnTo>
                <a:lnTo>
                  <a:pt x="1277235" y="215336"/>
                </a:lnTo>
                <a:lnTo>
                  <a:pt x="1277404" y="213038"/>
                </a:lnTo>
                <a:lnTo>
                  <a:pt x="1277582" y="210748"/>
                </a:lnTo>
                <a:lnTo>
                  <a:pt x="1277751" y="208466"/>
                </a:lnTo>
                <a:lnTo>
                  <a:pt x="1277929" y="206193"/>
                </a:lnTo>
                <a:lnTo>
                  <a:pt x="1278098" y="203928"/>
                </a:lnTo>
                <a:lnTo>
                  <a:pt x="1278267" y="201671"/>
                </a:lnTo>
                <a:lnTo>
                  <a:pt x="1278445" y="199424"/>
                </a:lnTo>
                <a:lnTo>
                  <a:pt x="1278614" y="197184"/>
                </a:lnTo>
                <a:lnTo>
                  <a:pt x="1278783" y="194955"/>
                </a:lnTo>
                <a:lnTo>
                  <a:pt x="1278961" y="192734"/>
                </a:lnTo>
                <a:lnTo>
                  <a:pt x="1279130" y="190524"/>
                </a:lnTo>
                <a:lnTo>
                  <a:pt x="1279299" y="188322"/>
                </a:lnTo>
                <a:lnTo>
                  <a:pt x="1279477" y="186131"/>
                </a:lnTo>
                <a:lnTo>
                  <a:pt x="1279646" y="183949"/>
                </a:lnTo>
                <a:lnTo>
                  <a:pt x="1279815" y="181778"/>
                </a:lnTo>
                <a:lnTo>
                  <a:pt x="1279993" y="179617"/>
                </a:lnTo>
                <a:lnTo>
                  <a:pt x="1280162" y="177466"/>
                </a:lnTo>
                <a:lnTo>
                  <a:pt x="1280340" y="175326"/>
                </a:lnTo>
                <a:lnTo>
                  <a:pt x="1280509" y="173196"/>
                </a:lnTo>
                <a:lnTo>
                  <a:pt x="1280678" y="171078"/>
                </a:lnTo>
                <a:lnTo>
                  <a:pt x="1280856" y="168970"/>
                </a:lnTo>
                <a:lnTo>
                  <a:pt x="1281025" y="166873"/>
                </a:lnTo>
                <a:lnTo>
                  <a:pt x="1281194" y="164788"/>
                </a:lnTo>
                <a:lnTo>
                  <a:pt x="1281372" y="162714"/>
                </a:lnTo>
                <a:lnTo>
                  <a:pt x="1281541" y="160652"/>
                </a:lnTo>
                <a:lnTo>
                  <a:pt x="1281710" y="158601"/>
                </a:lnTo>
                <a:lnTo>
                  <a:pt x="1281888" y="156562"/>
                </a:lnTo>
                <a:lnTo>
                  <a:pt x="1282057" y="154536"/>
                </a:lnTo>
                <a:lnTo>
                  <a:pt x="1282235" y="152521"/>
                </a:lnTo>
                <a:lnTo>
                  <a:pt x="1282404" y="150518"/>
                </a:lnTo>
                <a:lnTo>
                  <a:pt x="1282573" y="148527"/>
                </a:lnTo>
                <a:lnTo>
                  <a:pt x="1282751" y="146549"/>
                </a:lnTo>
                <a:lnTo>
                  <a:pt x="1282920" y="144582"/>
                </a:lnTo>
                <a:lnTo>
                  <a:pt x="1283089" y="142630"/>
                </a:lnTo>
                <a:lnTo>
                  <a:pt x="1283267" y="140688"/>
                </a:lnTo>
                <a:lnTo>
                  <a:pt x="1283436" y="138761"/>
                </a:lnTo>
                <a:lnTo>
                  <a:pt x="1283605" y="136845"/>
                </a:lnTo>
                <a:lnTo>
                  <a:pt x="1283783" y="134942"/>
                </a:lnTo>
                <a:lnTo>
                  <a:pt x="1283952" y="133054"/>
                </a:lnTo>
                <a:lnTo>
                  <a:pt x="1284130" y="131176"/>
                </a:lnTo>
                <a:lnTo>
                  <a:pt x="1284299" y="129313"/>
                </a:lnTo>
                <a:lnTo>
                  <a:pt x="1284468" y="127463"/>
                </a:lnTo>
                <a:lnTo>
                  <a:pt x="1284646" y="125627"/>
                </a:lnTo>
                <a:lnTo>
                  <a:pt x="1284815" y="123803"/>
                </a:lnTo>
                <a:lnTo>
                  <a:pt x="1284984" y="121993"/>
                </a:lnTo>
                <a:lnTo>
                  <a:pt x="1285162" y="120196"/>
                </a:lnTo>
                <a:lnTo>
                  <a:pt x="1285331" y="118414"/>
                </a:lnTo>
                <a:lnTo>
                  <a:pt x="1285500" y="116644"/>
                </a:lnTo>
                <a:lnTo>
                  <a:pt x="1285678" y="114888"/>
                </a:lnTo>
                <a:lnTo>
                  <a:pt x="1285847" y="113146"/>
                </a:lnTo>
                <a:lnTo>
                  <a:pt x="1286025" y="111417"/>
                </a:lnTo>
                <a:lnTo>
                  <a:pt x="1286194" y="109703"/>
                </a:lnTo>
                <a:lnTo>
                  <a:pt x="1286363" y="108002"/>
                </a:lnTo>
                <a:lnTo>
                  <a:pt x="1286541" y="106315"/>
                </a:lnTo>
                <a:lnTo>
                  <a:pt x="1286710" y="104643"/>
                </a:lnTo>
                <a:lnTo>
                  <a:pt x="1286879" y="102984"/>
                </a:lnTo>
                <a:lnTo>
                  <a:pt x="1287057" y="101339"/>
                </a:lnTo>
                <a:lnTo>
                  <a:pt x="1287226" y="99708"/>
                </a:lnTo>
                <a:lnTo>
                  <a:pt x="1287395" y="98091"/>
                </a:lnTo>
                <a:lnTo>
                  <a:pt x="1287573" y="96489"/>
                </a:lnTo>
                <a:lnTo>
                  <a:pt x="1287742" y="94900"/>
                </a:lnTo>
                <a:lnTo>
                  <a:pt x="1287911" y="93326"/>
                </a:lnTo>
                <a:lnTo>
                  <a:pt x="1288089" y="91766"/>
                </a:lnTo>
                <a:lnTo>
                  <a:pt x="1288258" y="90220"/>
                </a:lnTo>
                <a:lnTo>
                  <a:pt x="1288436" y="88689"/>
                </a:lnTo>
                <a:lnTo>
                  <a:pt x="1288605" y="87171"/>
                </a:lnTo>
                <a:lnTo>
                  <a:pt x="1288774" y="85667"/>
                </a:lnTo>
                <a:lnTo>
                  <a:pt x="1288952" y="84179"/>
                </a:lnTo>
                <a:lnTo>
                  <a:pt x="1289121" y="82704"/>
                </a:lnTo>
                <a:lnTo>
                  <a:pt x="1289290" y="81244"/>
                </a:lnTo>
                <a:lnTo>
                  <a:pt x="1289468" y="79798"/>
                </a:lnTo>
                <a:lnTo>
                  <a:pt x="1289637" y="78366"/>
                </a:lnTo>
                <a:lnTo>
                  <a:pt x="1289806" y="76949"/>
                </a:lnTo>
                <a:lnTo>
                  <a:pt x="1289983" y="75546"/>
                </a:lnTo>
                <a:lnTo>
                  <a:pt x="1290153" y="74157"/>
                </a:lnTo>
                <a:lnTo>
                  <a:pt x="1290330" y="72783"/>
                </a:lnTo>
                <a:lnTo>
                  <a:pt x="1290500" y="71422"/>
                </a:lnTo>
                <a:lnTo>
                  <a:pt x="1290669" y="70076"/>
                </a:lnTo>
                <a:lnTo>
                  <a:pt x="1290847" y="68745"/>
                </a:lnTo>
                <a:lnTo>
                  <a:pt x="1291016" y="67427"/>
                </a:lnTo>
                <a:lnTo>
                  <a:pt x="1291185" y="66125"/>
                </a:lnTo>
                <a:lnTo>
                  <a:pt x="1291362" y="64836"/>
                </a:lnTo>
                <a:lnTo>
                  <a:pt x="1291531" y="63561"/>
                </a:lnTo>
                <a:lnTo>
                  <a:pt x="1291701" y="62301"/>
                </a:lnTo>
                <a:lnTo>
                  <a:pt x="1291878" y="61055"/>
                </a:lnTo>
                <a:lnTo>
                  <a:pt x="1292048" y="59822"/>
                </a:lnTo>
                <a:lnTo>
                  <a:pt x="1292225" y="58604"/>
                </a:lnTo>
                <a:lnTo>
                  <a:pt x="1292395" y="57401"/>
                </a:lnTo>
                <a:lnTo>
                  <a:pt x="1292563" y="56211"/>
                </a:lnTo>
                <a:lnTo>
                  <a:pt x="1292741" y="55036"/>
                </a:lnTo>
                <a:lnTo>
                  <a:pt x="1292910" y="53874"/>
                </a:lnTo>
                <a:lnTo>
                  <a:pt x="1293080" y="52727"/>
                </a:lnTo>
                <a:lnTo>
                  <a:pt x="1293257" y="51593"/>
                </a:lnTo>
                <a:lnTo>
                  <a:pt x="1293426" y="50474"/>
                </a:lnTo>
                <a:lnTo>
                  <a:pt x="1293596" y="49368"/>
                </a:lnTo>
                <a:lnTo>
                  <a:pt x="1293773" y="48277"/>
                </a:lnTo>
                <a:lnTo>
                  <a:pt x="1293942" y="47199"/>
                </a:lnTo>
                <a:lnTo>
                  <a:pt x="1294120" y="46135"/>
                </a:lnTo>
                <a:lnTo>
                  <a:pt x="1294289" y="45085"/>
                </a:lnTo>
                <a:lnTo>
                  <a:pt x="1294458" y="44049"/>
                </a:lnTo>
                <a:lnTo>
                  <a:pt x="1294636" y="43026"/>
                </a:lnTo>
                <a:lnTo>
                  <a:pt x="1294805" y="42017"/>
                </a:lnTo>
                <a:lnTo>
                  <a:pt x="1294974" y="41022"/>
                </a:lnTo>
                <a:lnTo>
                  <a:pt x="1295152" y="40040"/>
                </a:lnTo>
                <a:lnTo>
                  <a:pt x="1295321" y="39071"/>
                </a:lnTo>
                <a:lnTo>
                  <a:pt x="1295490" y="38117"/>
                </a:lnTo>
                <a:lnTo>
                  <a:pt x="1295668" y="37176"/>
                </a:lnTo>
                <a:lnTo>
                  <a:pt x="1295837" y="36248"/>
                </a:lnTo>
                <a:lnTo>
                  <a:pt x="1296006" y="35333"/>
                </a:lnTo>
                <a:lnTo>
                  <a:pt x="1296184" y="34432"/>
                </a:lnTo>
                <a:lnTo>
                  <a:pt x="1296353" y="33544"/>
                </a:lnTo>
                <a:lnTo>
                  <a:pt x="1296531" y="32670"/>
                </a:lnTo>
                <a:lnTo>
                  <a:pt x="1296700" y="31808"/>
                </a:lnTo>
                <a:lnTo>
                  <a:pt x="1296869" y="30960"/>
                </a:lnTo>
                <a:lnTo>
                  <a:pt x="1297047" y="30124"/>
                </a:lnTo>
                <a:lnTo>
                  <a:pt x="1297216" y="29302"/>
                </a:lnTo>
                <a:lnTo>
                  <a:pt x="1297385" y="28493"/>
                </a:lnTo>
                <a:lnTo>
                  <a:pt x="1297563" y="27696"/>
                </a:lnTo>
                <a:lnTo>
                  <a:pt x="1297732" y="26912"/>
                </a:lnTo>
                <a:lnTo>
                  <a:pt x="1297901" y="26141"/>
                </a:lnTo>
                <a:lnTo>
                  <a:pt x="1298079" y="25383"/>
                </a:lnTo>
                <a:lnTo>
                  <a:pt x="1298248" y="24638"/>
                </a:lnTo>
                <a:lnTo>
                  <a:pt x="1298426" y="23905"/>
                </a:lnTo>
                <a:lnTo>
                  <a:pt x="1298595" y="23184"/>
                </a:lnTo>
                <a:lnTo>
                  <a:pt x="1298764" y="22476"/>
                </a:lnTo>
                <a:lnTo>
                  <a:pt x="1298942" y="21780"/>
                </a:lnTo>
                <a:lnTo>
                  <a:pt x="1299111" y="21098"/>
                </a:lnTo>
                <a:lnTo>
                  <a:pt x="1299280" y="20427"/>
                </a:lnTo>
                <a:lnTo>
                  <a:pt x="1299458" y="19768"/>
                </a:lnTo>
                <a:lnTo>
                  <a:pt x="1299627" y="19122"/>
                </a:lnTo>
                <a:lnTo>
                  <a:pt x="1299796" y="18488"/>
                </a:lnTo>
                <a:lnTo>
                  <a:pt x="1299974" y="17865"/>
                </a:lnTo>
                <a:lnTo>
                  <a:pt x="1300143" y="17255"/>
                </a:lnTo>
                <a:lnTo>
                  <a:pt x="1300321" y="16657"/>
                </a:lnTo>
                <a:lnTo>
                  <a:pt x="1300490" y="16071"/>
                </a:lnTo>
                <a:lnTo>
                  <a:pt x="1300659" y="15496"/>
                </a:lnTo>
                <a:lnTo>
                  <a:pt x="1300837" y="14933"/>
                </a:lnTo>
                <a:lnTo>
                  <a:pt x="1301006" y="14381"/>
                </a:lnTo>
                <a:lnTo>
                  <a:pt x="1301175" y="13841"/>
                </a:lnTo>
                <a:lnTo>
                  <a:pt x="1301353" y="13314"/>
                </a:lnTo>
                <a:lnTo>
                  <a:pt x="1301522" y="12797"/>
                </a:lnTo>
                <a:lnTo>
                  <a:pt x="1301691" y="12291"/>
                </a:lnTo>
                <a:lnTo>
                  <a:pt x="1301869" y="11798"/>
                </a:lnTo>
                <a:lnTo>
                  <a:pt x="1302038" y="11314"/>
                </a:lnTo>
                <a:lnTo>
                  <a:pt x="1302216" y="10843"/>
                </a:lnTo>
                <a:lnTo>
                  <a:pt x="1302385" y="10383"/>
                </a:lnTo>
                <a:lnTo>
                  <a:pt x="1302554" y="9934"/>
                </a:lnTo>
                <a:lnTo>
                  <a:pt x="1302732" y="9495"/>
                </a:lnTo>
                <a:lnTo>
                  <a:pt x="1302901" y="9067"/>
                </a:lnTo>
                <a:lnTo>
                  <a:pt x="1303070" y="8651"/>
                </a:lnTo>
                <a:lnTo>
                  <a:pt x="1303248" y="8245"/>
                </a:lnTo>
                <a:lnTo>
                  <a:pt x="1303417" y="7850"/>
                </a:lnTo>
                <a:lnTo>
                  <a:pt x="1303586" y="7466"/>
                </a:lnTo>
                <a:lnTo>
                  <a:pt x="1303764" y="7091"/>
                </a:lnTo>
                <a:lnTo>
                  <a:pt x="1303933" y="6728"/>
                </a:lnTo>
                <a:lnTo>
                  <a:pt x="1304102" y="6375"/>
                </a:lnTo>
                <a:lnTo>
                  <a:pt x="1304280" y="6033"/>
                </a:lnTo>
                <a:lnTo>
                  <a:pt x="1304449" y="5700"/>
                </a:lnTo>
                <a:lnTo>
                  <a:pt x="1304627" y="5378"/>
                </a:lnTo>
                <a:lnTo>
                  <a:pt x="1304796" y="5067"/>
                </a:lnTo>
                <a:lnTo>
                  <a:pt x="1304965" y="4764"/>
                </a:lnTo>
                <a:lnTo>
                  <a:pt x="1305143" y="4472"/>
                </a:lnTo>
                <a:lnTo>
                  <a:pt x="1305312" y="4191"/>
                </a:lnTo>
                <a:lnTo>
                  <a:pt x="1305481" y="3919"/>
                </a:lnTo>
                <a:lnTo>
                  <a:pt x="1305659" y="3656"/>
                </a:lnTo>
                <a:lnTo>
                  <a:pt x="1305828" y="3404"/>
                </a:lnTo>
                <a:lnTo>
                  <a:pt x="1305997" y="3161"/>
                </a:lnTo>
                <a:lnTo>
                  <a:pt x="1306175" y="2928"/>
                </a:lnTo>
                <a:lnTo>
                  <a:pt x="1306344" y="2704"/>
                </a:lnTo>
                <a:lnTo>
                  <a:pt x="1306522" y="2490"/>
                </a:lnTo>
                <a:lnTo>
                  <a:pt x="1306691" y="2285"/>
                </a:lnTo>
                <a:lnTo>
                  <a:pt x="1306860" y="2089"/>
                </a:lnTo>
                <a:lnTo>
                  <a:pt x="1307038" y="1903"/>
                </a:lnTo>
                <a:lnTo>
                  <a:pt x="1307207" y="1726"/>
                </a:lnTo>
                <a:lnTo>
                  <a:pt x="1307376" y="1558"/>
                </a:lnTo>
                <a:lnTo>
                  <a:pt x="1307554" y="1398"/>
                </a:lnTo>
                <a:lnTo>
                  <a:pt x="1307723" y="1248"/>
                </a:lnTo>
                <a:lnTo>
                  <a:pt x="1307892" y="1108"/>
                </a:lnTo>
                <a:lnTo>
                  <a:pt x="1308070" y="975"/>
                </a:lnTo>
                <a:lnTo>
                  <a:pt x="1308239" y="851"/>
                </a:lnTo>
                <a:lnTo>
                  <a:pt x="1308417" y="737"/>
                </a:lnTo>
                <a:lnTo>
                  <a:pt x="1308586" y="630"/>
                </a:lnTo>
                <a:lnTo>
                  <a:pt x="1308755" y="532"/>
                </a:lnTo>
                <a:lnTo>
                  <a:pt x="1308933" y="443"/>
                </a:lnTo>
                <a:lnTo>
                  <a:pt x="1309102" y="362"/>
                </a:lnTo>
                <a:lnTo>
                  <a:pt x="1309271" y="289"/>
                </a:lnTo>
                <a:lnTo>
                  <a:pt x="1309449" y="225"/>
                </a:lnTo>
                <a:lnTo>
                  <a:pt x="1309618" y="169"/>
                </a:lnTo>
                <a:lnTo>
                  <a:pt x="1309787" y="121"/>
                </a:lnTo>
                <a:lnTo>
                  <a:pt x="1309965" y="81"/>
                </a:lnTo>
                <a:lnTo>
                  <a:pt x="1310134" y="49"/>
                </a:lnTo>
                <a:lnTo>
                  <a:pt x="1310312" y="25"/>
                </a:lnTo>
                <a:lnTo>
                  <a:pt x="1310481" y="9"/>
                </a:lnTo>
                <a:lnTo>
                  <a:pt x="1310650" y="1"/>
                </a:lnTo>
                <a:lnTo>
                  <a:pt x="1310828" y="0"/>
                </a:lnTo>
                <a:lnTo>
                  <a:pt x="1310997" y="7"/>
                </a:lnTo>
                <a:lnTo>
                  <a:pt x="1311166" y="22"/>
                </a:lnTo>
                <a:lnTo>
                  <a:pt x="1311344" y="44"/>
                </a:lnTo>
                <a:lnTo>
                  <a:pt x="1311513" y="74"/>
                </a:lnTo>
                <a:lnTo>
                  <a:pt x="1311682" y="111"/>
                </a:lnTo>
                <a:lnTo>
                  <a:pt x="1311860" y="156"/>
                </a:lnTo>
                <a:lnTo>
                  <a:pt x="1312029" y="207"/>
                </a:lnTo>
                <a:lnTo>
                  <a:pt x="1312198" y="266"/>
                </a:lnTo>
                <a:lnTo>
                  <a:pt x="1312376" y="332"/>
                </a:lnTo>
                <a:lnTo>
                  <a:pt x="1312545" y="406"/>
                </a:lnTo>
                <a:lnTo>
                  <a:pt x="1312723" y="486"/>
                </a:lnTo>
                <a:lnTo>
                  <a:pt x="1312892" y="573"/>
                </a:lnTo>
                <a:lnTo>
                  <a:pt x="1313061" y="666"/>
                </a:lnTo>
                <a:lnTo>
                  <a:pt x="1313239" y="768"/>
                </a:lnTo>
                <a:lnTo>
                  <a:pt x="1313408" y="875"/>
                </a:lnTo>
                <a:lnTo>
                  <a:pt x="1313577" y="989"/>
                </a:lnTo>
                <a:lnTo>
                  <a:pt x="1313755" y="1110"/>
                </a:lnTo>
                <a:lnTo>
                  <a:pt x="1313924" y="1237"/>
                </a:lnTo>
                <a:lnTo>
                  <a:pt x="1314093" y="1372"/>
                </a:lnTo>
                <a:lnTo>
                  <a:pt x="1314271" y="1512"/>
                </a:lnTo>
                <a:lnTo>
                  <a:pt x="1314440" y="1659"/>
                </a:lnTo>
                <a:lnTo>
                  <a:pt x="1314618" y="1812"/>
                </a:lnTo>
                <a:lnTo>
                  <a:pt x="1314787" y="1971"/>
                </a:lnTo>
                <a:lnTo>
                  <a:pt x="1314956" y="2137"/>
                </a:lnTo>
                <a:lnTo>
                  <a:pt x="1315134" y="2310"/>
                </a:lnTo>
                <a:lnTo>
                  <a:pt x="1315303" y="2487"/>
                </a:lnTo>
                <a:lnTo>
                  <a:pt x="1315472" y="2671"/>
                </a:lnTo>
                <a:lnTo>
                  <a:pt x="1315650" y="2861"/>
                </a:lnTo>
                <a:lnTo>
                  <a:pt x="1315819" y="3057"/>
                </a:lnTo>
                <a:lnTo>
                  <a:pt x="1315988" y="3258"/>
                </a:lnTo>
                <a:lnTo>
                  <a:pt x="1316166" y="3466"/>
                </a:lnTo>
                <a:lnTo>
                  <a:pt x="1316335" y="3679"/>
                </a:lnTo>
                <a:lnTo>
                  <a:pt x="1316513" y="3898"/>
                </a:lnTo>
                <a:lnTo>
                  <a:pt x="1316682" y="4123"/>
                </a:lnTo>
                <a:lnTo>
                  <a:pt x="1316851" y="4352"/>
                </a:lnTo>
                <a:lnTo>
                  <a:pt x="1317029" y="4588"/>
                </a:lnTo>
                <a:lnTo>
                  <a:pt x="1317198" y="4829"/>
                </a:lnTo>
                <a:lnTo>
                  <a:pt x="1317367" y="5075"/>
                </a:lnTo>
                <a:lnTo>
                  <a:pt x="1317545" y="5327"/>
                </a:lnTo>
                <a:lnTo>
                  <a:pt x="1317714" y="5584"/>
                </a:lnTo>
                <a:lnTo>
                  <a:pt x="1317883" y="5847"/>
                </a:lnTo>
                <a:lnTo>
                  <a:pt x="1318061" y="6114"/>
                </a:lnTo>
                <a:lnTo>
                  <a:pt x="1318230" y="6387"/>
                </a:lnTo>
                <a:lnTo>
                  <a:pt x="1318408" y="6664"/>
                </a:lnTo>
                <a:lnTo>
                  <a:pt x="1318577" y="6947"/>
                </a:lnTo>
                <a:lnTo>
                  <a:pt x="1318746" y="7235"/>
                </a:lnTo>
                <a:lnTo>
                  <a:pt x="1318924" y="7527"/>
                </a:lnTo>
                <a:lnTo>
                  <a:pt x="1319093" y="7824"/>
                </a:lnTo>
                <a:lnTo>
                  <a:pt x="1319262" y="8127"/>
                </a:lnTo>
                <a:lnTo>
                  <a:pt x="1319440" y="8434"/>
                </a:lnTo>
                <a:lnTo>
                  <a:pt x="1319609" y="8745"/>
                </a:lnTo>
                <a:lnTo>
                  <a:pt x="1319778" y="9062"/>
                </a:lnTo>
                <a:lnTo>
                  <a:pt x="1319956" y="9382"/>
                </a:lnTo>
                <a:lnTo>
                  <a:pt x="1320125" y="9708"/>
                </a:lnTo>
                <a:lnTo>
                  <a:pt x="1320294" y="10038"/>
                </a:lnTo>
                <a:lnTo>
                  <a:pt x="1320472" y="10372"/>
                </a:lnTo>
                <a:lnTo>
                  <a:pt x="1320641" y="10711"/>
                </a:lnTo>
                <a:lnTo>
                  <a:pt x="1320819" y="11054"/>
                </a:lnTo>
                <a:lnTo>
                  <a:pt x="1320988" y="11402"/>
                </a:lnTo>
                <a:lnTo>
                  <a:pt x="1321157" y="11753"/>
                </a:lnTo>
                <a:lnTo>
                  <a:pt x="1321335" y="12109"/>
                </a:lnTo>
                <a:lnTo>
                  <a:pt x="1321504" y="12469"/>
                </a:lnTo>
                <a:lnTo>
                  <a:pt x="1321673" y="12833"/>
                </a:lnTo>
                <a:lnTo>
                  <a:pt x="1321851" y="13201"/>
                </a:lnTo>
                <a:lnTo>
                  <a:pt x="1322020" y="13573"/>
                </a:lnTo>
                <a:lnTo>
                  <a:pt x="1322189" y="13950"/>
                </a:lnTo>
                <a:lnTo>
                  <a:pt x="1322367" y="14330"/>
                </a:lnTo>
                <a:lnTo>
                  <a:pt x="1322536" y="14714"/>
                </a:lnTo>
                <a:lnTo>
                  <a:pt x="1322714" y="15102"/>
                </a:lnTo>
                <a:lnTo>
                  <a:pt x="1322883" y="15493"/>
                </a:lnTo>
                <a:lnTo>
                  <a:pt x="1323052" y="15888"/>
                </a:lnTo>
                <a:lnTo>
                  <a:pt x="1323230" y="16288"/>
                </a:lnTo>
                <a:lnTo>
                  <a:pt x="1323399" y="16690"/>
                </a:lnTo>
                <a:lnTo>
                  <a:pt x="1323568" y="17096"/>
                </a:lnTo>
                <a:lnTo>
                  <a:pt x="1323746" y="17506"/>
                </a:lnTo>
                <a:lnTo>
                  <a:pt x="1323915" y="17919"/>
                </a:lnTo>
                <a:lnTo>
                  <a:pt x="1324084" y="18336"/>
                </a:lnTo>
                <a:lnTo>
                  <a:pt x="1324262" y="18756"/>
                </a:lnTo>
                <a:lnTo>
                  <a:pt x="1324431" y="19180"/>
                </a:lnTo>
                <a:lnTo>
                  <a:pt x="1324609" y="19607"/>
                </a:lnTo>
                <a:lnTo>
                  <a:pt x="1324778" y="20037"/>
                </a:lnTo>
                <a:lnTo>
                  <a:pt x="1324947" y="20471"/>
                </a:lnTo>
                <a:lnTo>
                  <a:pt x="1325124" y="20908"/>
                </a:lnTo>
                <a:lnTo>
                  <a:pt x="1325294" y="21347"/>
                </a:lnTo>
                <a:lnTo>
                  <a:pt x="1325463" y="21790"/>
                </a:lnTo>
                <a:lnTo>
                  <a:pt x="1325641" y="22237"/>
                </a:lnTo>
                <a:lnTo>
                  <a:pt x="1325810" y="22686"/>
                </a:lnTo>
                <a:lnTo>
                  <a:pt x="1325979" y="23138"/>
                </a:lnTo>
                <a:lnTo>
                  <a:pt x="1326156" y="23593"/>
                </a:lnTo>
                <a:lnTo>
                  <a:pt x="1326326" y="24052"/>
                </a:lnTo>
                <a:lnTo>
                  <a:pt x="1326503" y="24512"/>
                </a:lnTo>
                <a:lnTo>
                  <a:pt x="1326672" y="24976"/>
                </a:lnTo>
                <a:lnTo>
                  <a:pt x="1326842" y="25443"/>
                </a:lnTo>
                <a:lnTo>
                  <a:pt x="1327019" y="25912"/>
                </a:lnTo>
                <a:lnTo>
                  <a:pt x="1327189" y="26384"/>
                </a:lnTo>
                <a:lnTo>
                  <a:pt x="1327357" y="26859"/>
                </a:lnTo>
                <a:lnTo>
                  <a:pt x="1327535" y="27337"/>
                </a:lnTo>
                <a:lnTo>
                  <a:pt x="1327704" y="27817"/>
                </a:lnTo>
                <a:lnTo>
                  <a:pt x="1327874" y="28300"/>
                </a:lnTo>
                <a:lnTo>
                  <a:pt x="1328051" y="28785"/>
                </a:lnTo>
                <a:lnTo>
                  <a:pt x="1328221" y="29274"/>
                </a:lnTo>
                <a:lnTo>
                  <a:pt x="1328390" y="29764"/>
                </a:lnTo>
                <a:lnTo>
                  <a:pt x="1328567" y="30257"/>
                </a:lnTo>
                <a:lnTo>
                  <a:pt x="1328736" y="30752"/>
                </a:lnTo>
                <a:lnTo>
                  <a:pt x="1328914" y="31250"/>
                </a:lnTo>
                <a:lnTo>
                  <a:pt x="1329083" y="31750"/>
                </a:lnTo>
                <a:lnTo>
                  <a:pt x="1329252" y="32252"/>
                </a:lnTo>
                <a:lnTo>
                  <a:pt x="1329430" y="32757"/>
                </a:lnTo>
                <a:lnTo>
                  <a:pt x="1329599" y="33264"/>
                </a:lnTo>
                <a:lnTo>
                  <a:pt x="1329769" y="33773"/>
                </a:lnTo>
                <a:lnTo>
                  <a:pt x="1329946" y="34284"/>
                </a:lnTo>
                <a:lnTo>
                  <a:pt x="1330115" y="34798"/>
                </a:lnTo>
                <a:lnTo>
                  <a:pt x="1330284" y="35314"/>
                </a:lnTo>
                <a:lnTo>
                  <a:pt x="1330462" y="35831"/>
                </a:lnTo>
                <a:lnTo>
                  <a:pt x="1330631" y="36351"/>
                </a:lnTo>
                <a:lnTo>
                  <a:pt x="1330809" y="36873"/>
                </a:lnTo>
                <a:lnTo>
                  <a:pt x="1330978" y="37396"/>
                </a:lnTo>
                <a:lnTo>
                  <a:pt x="1331147" y="37922"/>
                </a:lnTo>
                <a:lnTo>
                  <a:pt x="1331325" y="38450"/>
                </a:lnTo>
                <a:lnTo>
                  <a:pt x="1331494" y="38980"/>
                </a:lnTo>
                <a:lnTo>
                  <a:pt x="1331663" y="39511"/>
                </a:lnTo>
                <a:lnTo>
                  <a:pt x="1331841" y="40044"/>
                </a:lnTo>
                <a:lnTo>
                  <a:pt x="1332010" y="40579"/>
                </a:lnTo>
                <a:lnTo>
                  <a:pt x="1332179" y="41116"/>
                </a:lnTo>
                <a:lnTo>
                  <a:pt x="1332357" y="41655"/>
                </a:lnTo>
                <a:lnTo>
                  <a:pt x="1332526" y="42195"/>
                </a:lnTo>
                <a:lnTo>
                  <a:pt x="1332704" y="42737"/>
                </a:lnTo>
                <a:lnTo>
                  <a:pt x="1332873" y="43281"/>
                </a:lnTo>
                <a:lnTo>
                  <a:pt x="1333042" y="43827"/>
                </a:lnTo>
                <a:lnTo>
                  <a:pt x="1333220" y="44373"/>
                </a:lnTo>
                <a:lnTo>
                  <a:pt x="1333389" y="44922"/>
                </a:lnTo>
                <a:lnTo>
                  <a:pt x="1333558" y="45472"/>
                </a:lnTo>
                <a:lnTo>
                  <a:pt x="1333736" y="46023"/>
                </a:lnTo>
                <a:lnTo>
                  <a:pt x="1333905" y="46576"/>
                </a:lnTo>
                <a:lnTo>
                  <a:pt x="1334074" y="47131"/>
                </a:lnTo>
                <a:lnTo>
                  <a:pt x="1334252" y="47687"/>
                </a:lnTo>
                <a:lnTo>
                  <a:pt x="1334421" y="48245"/>
                </a:lnTo>
                <a:lnTo>
                  <a:pt x="1334599" y="48803"/>
                </a:lnTo>
                <a:lnTo>
                  <a:pt x="1334768" y="49364"/>
                </a:lnTo>
                <a:lnTo>
                  <a:pt x="1334937" y="49925"/>
                </a:lnTo>
                <a:lnTo>
                  <a:pt x="1335115" y="50488"/>
                </a:lnTo>
                <a:lnTo>
                  <a:pt x="1335284" y="51052"/>
                </a:lnTo>
                <a:lnTo>
                  <a:pt x="1335453" y="51618"/>
                </a:lnTo>
                <a:lnTo>
                  <a:pt x="1335631" y="52185"/>
                </a:lnTo>
                <a:lnTo>
                  <a:pt x="1335800" y="52752"/>
                </a:lnTo>
                <a:lnTo>
                  <a:pt x="1335969" y="53322"/>
                </a:lnTo>
                <a:lnTo>
                  <a:pt x="1336147" y="53892"/>
                </a:lnTo>
                <a:lnTo>
                  <a:pt x="1336316" y="54463"/>
                </a:lnTo>
                <a:lnTo>
                  <a:pt x="1336485" y="55036"/>
                </a:lnTo>
                <a:lnTo>
                  <a:pt x="1336663" y="55610"/>
                </a:lnTo>
                <a:lnTo>
                  <a:pt x="1336832" y="56185"/>
                </a:lnTo>
                <a:lnTo>
                  <a:pt x="1337010" y="56760"/>
                </a:lnTo>
                <a:lnTo>
                  <a:pt x="1337179" y="57337"/>
                </a:lnTo>
                <a:lnTo>
                  <a:pt x="1337348" y="57915"/>
                </a:lnTo>
                <a:lnTo>
                  <a:pt x="1337526" y="58493"/>
                </a:lnTo>
                <a:lnTo>
                  <a:pt x="1337695" y="59073"/>
                </a:lnTo>
                <a:lnTo>
                  <a:pt x="1337864" y="59654"/>
                </a:lnTo>
                <a:lnTo>
                  <a:pt x="1338042" y="60236"/>
                </a:lnTo>
                <a:lnTo>
                  <a:pt x="1338211" y="60818"/>
                </a:lnTo>
                <a:lnTo>
                  <a:pt x="1338380" y="61402"/>
                </a:lnTo>
                <a:lnTo>
                  <a:pt x="1338558" y="61986"/>
                </a:lnTo>
                <a:lnTo>
                  <a:pt x="1338727" y="62571"/>
                </a:lnTo>
                <a:lnTo>
                  <a:pt x="1338905" y="63157"/>
                </a:lnTo>
                <a:lnTo>
                  <a:pt x="1339074" y="63744"/>
                </a:lnTo>
                <a:lnTo>
                  <a:pt x="1339243" y="64331"/>
                </a:lnTo>
                <a:lnTo>
                  <a:pt x="1339421" y="64920"/>
                </a:lnTo>
                <a:lnTo>
                  <a:pt x="1339590" y="65509"/>
                </a:lnTo>
                <a:lnTo>
                  <a:pt x="1339759" y="66099"/>
                </a:lnTo>
                <a:lnTo>
                  <a:pt x="1339937" y="66689"/>
                </a:lnTo>
                <a:lnTo>
                  <a:pt x="1340106" y="67280"/>
                </a:lnTo>
                <a:lnTo>
                  <a:pt x="1340275" y="67872"/>
                </a:lnTo>
                <a:lnTo>
                  <a:pt x="1340453" y="68464"/>
                </a:lnTo>
                <a:lnTo>
                  <a:pt x="1340622" y="69058"/>
                </a:lnTo>
                <a:lnTo>
                  <a:pt x="1340800" y="69651"/>
                </a:lnTo>
                <a:lnTo>
                  <a:pt x="1340969" y="70245"/>
                </a:lnTo>
                <a:lnTo>
                  <a:pt x="1341138" y="70841"/>
                </a:lnTo>
                <a:lnTo>
                  <a:pt x="1341316" y="71436"/>
                </a:lnTo>
                <a:lnTo>
                  <a:pt x="1341485" y="72032"/>
                </a:lnTo>
                <a:lnTo>
                  <a:pt x="1341654" y="72628"/>
                </a:lnTo>
                <a:lnTo>
                  <a:pt x="1341832" y="73225"/>
                </a:lnTo>
                <a:lnTo>
                  <a:pt x="1342001" y="73823"/>
                </a:lnTo>
                <a:lnTo>
                  <a:pt x="1342170" y="74421"/>
                </a:lnTo>
                <a:lnTo>
                  <a:pt x="1342348" y="75018"/>
                </a:lnTo>
                <a:lnTo>
                  <a:pt x="1342517" y="75617"/>
                </a:lnTo>
                <a:lnTo>
                  <a:pt x="1342695" y="76217"/>
                </a:lnTo>
                <a:lnTo>
                  <a:pt x="1342864" y="76816"/>
                </a:lnTo>
                <a:lnTo>
                  <a:pt x="1343033" y="77416"/>
                </a:lnTo>
                <a:lnTo>
                  <a:pt x="1343211" y="78017"/>
                </a:lnTo>
                <a:lnTo>
                  <a:pt x="1343380" y="78617"/>
                </a:lnTo>
                <a:lnTo>
                  <a:pt x="1343549" y="79218"/>
                </a:lnTo>
                <a:lnTo>
                  <a:pt x="1343727" y="79820"/>
                </a:lnTo>
                <a:lnTo>
                  <a:pt x="1343896" y="80421"/>
                </a:lnTo>
                <a:lnTo>
                  <a:pt x="1344065" y="81023"/>
                </a:lnTo>
                <a:lnTo>
                  <a:pt x="1344243" y="81625"/>
                </a:lnTo>
                <a:lnTo>
                  <a:pt x="1344412" y="82228"/>
                </a:lnTo>
                <a:lnTo>
                  <a:pt x="1344581" y="82830"/>
                </a:lnTo>
                <a:lnTo>
                  <a:pt x="1344759" y="83434"/>
                </a:lnTo>
                <a:lnTo>
                  <a:pt x="1344928" y="84037"/>
                </a:lnTo>
                <a:lnTo>
                  <a:pt x="1345106" y="84640"/>
                </a:lnTo>
                <a:lnTo>
                  <a:pt x="1345275" y="85243"/>
                </a:lnTo>
                <a:lnTo>
                  <a:pt x="1345444" y="85847"/>
                </a:lnTo>
                <a:lnTo>
                  <a:pt x="1345622" y="86451"/>
                </a:lnTo>
                <a:lnTo>
                  <a:pt x="1345791" y="87055"/>
                </a:lnTo>
                <a:lnTo>
                  <a:pt x="1345960" y="87659"/>
                </a:lnTo>
                <a:lnTo>
                  <a:pt x="1346138" y="88263"/>
                </a:lnTo>
                <a:lnTo>
                  <a:pt x="1346307" y="88868"/>
                </a:lnTo>
                <a:lnTo>
                  <a:pt x="1346476" y="89472"/>
                </a:lnTo>
                <a:lnTo>
                  <a:pt x="1346654" y="90077"/>
                </a:lnTo>
                <a:lnTo>
                  <a:pt x="1346823" y="90682"/>
                </a:lnTo>
                <a:lnTo>
                  <a:pt x="1347001" y="91286"/>
                </a:lnTo>
                <a:lnTo>
                  <a:pt x="1347170" y="91891"/>
                </a:lnTo>
                <a:lnTo>
                  <a:pt x="1347339" y="92495"/>
                </a:lnTo>
                <a:lnTo>
                  <a:pt x="1347517" y="93100"/>
                </a:lnTo>
                <a:lnTo>
                  <a:pt x="1347686" y="93705"/>
                </a:lnTo>
                <a:lnTo>
                  <a:pt x="1347855" y="94310"/>
                </a:lnTo>
                <a:lnTo>
                  <a:pt x="1348033" y="94914"/>
                </a:lnTo>
                <a:lnTo>
                  <a:pt x="1348202" y="95519"/>
                </a:lnTo>
                <a:lnTo>
                  <a:pt x="1348371" y="96124"/>
                </a:lnTo>
                <a:lnTo>
                  <a:pt x="1348549" y="96728"/>
                </a:lnTo>
                <a:lnTo>
                  <a:pt x="1348718" y="97333"/>
                </a:lnTo>
                <a:lnTo>
                  <a:pt x="1348896" y="97937"/>
                </a:lnTo>
                <a:lnTo>
                  <a:pt x="1349065" y="98542"/>
                </a:lnTo>
                <a:lnTo>
                  <a:pt x="1349234" y="99146"/>
                </a:lnTo>
                <a:lnTo>
                  <a:pt x="1349412" y="99751"/>
                </a:lnTo>
                <a:lnTo>
                  <a:pt x="1349581" y="100355"/>
                </a:lnTo>
                <a:lnTo>
                  <a:pt x="1349750" y="100959"/>
                </a:lnTo>
                <a:lnTo>
                  <a:pt x="1349928" y="101563"/>
                </a:lnTo>
                <a:lnTo>
                  <a:pt x="1350097" y="102166"/>
                </a:lnTo>
                <a:lnTo>
                  <a:pt x="1350266" y="102770"/>
                </a:lnTo>
                <a:lnTo>
                  <a:pt x="1350444" y="103373"/>
                </a:lnTo>
                <a:lnTo>
                  <a:pt x="1350613" y="103976"/>
                </a:lnTo>
                <a:lnTo>
                  <a:pt x="1350791" y="104580"/>
                </a:lnTo>
                <a:lnTo>
                  <a:pt x="1350960" y="105182"/>
                </a:lnTo>
                <a:lnTo>
                  <a:pt x="1351129" y="105785"/>
                </a:lnTo>
                <a:lnTo>
                  <a:pt x="1351307" y="106387"/>
                </a:lnTo>
                <a:lnTo>
                  <a:pt x="1351476" y="106990"/>
                </a:lnTo>
                <a:lnTo>
                  <a:pt x="1351645" y="107591"/>
                </a:lnTo>
                <a:lnTo>
                  <a:pt x="1351823" y="108192"/>
                </a:lnTo>
                <a:lnTo>
                  <a:pt x="1351992" y="108794"/>
                </a:lnTo>
                <a:lnTo>
                  <a:pt x="1352161" y="109395"/>
                </a:lnTo>
                <a:lnTo>
                  <a:pt x="1352339" y="109996"/>
                </a:lnTo>
                <a:lnTo>
                  <a:pt x="1352508" y="110597"/>
                </a:lnTo>
                <a:lnTo>
                  <a:pt x="1352677" y="111197"/>
                </a:lnTo>
                <a:lnTo>
                  <a:pt x="1352855" y="111797"/>
                </a:lnTo>
                <a:lnTo>
                  <a:pt x="1353024" y="112397"/>
                </a:lnTo>
                <a:lnTo>
                  <a:pt x="1353202" y="112996"/>
                </a:lnTo>
                <a:lnTo>
                  <a:pt x="1353371" y="113595"/>
                </a:lnTo>
                <a:lnTo>
                  <a:pt x="1353540" y="114194"/>
                </a:lnTo>
                <a:lnTo>
                  <a:pt x="1353718" y="114792"/>
                </a:lnTo>
                <a:lnTo>
                  <a:pt x="1353887" y="115391"/>
                </a:lnTo>
                <a:lnTo>
                  <a:pt x="1354056" y="115987"/>
                </a:lnTo>
                <a:lnTo>
                  <a:pt x="1354234" y="116585"/>
                </a:lnTo>
                <a:lnTo>
                  <a:pt x="1354403" y="117182"/>
                </a:lnTo>
                <a:lnTo>
                  <a:pt x="1354572" y="117778"/>
                </a:lnTo>
                <a:lnTo>
                  <a:pt x="1354750" y="118374"/>
                </a:lnTo>
                <a:lnTo>
                  <a:pt x="1354919" y="118970"/>
                </a:lnTo>
                <a:lnTo>
                  <a:pt x="1355097" y="119566"/>
                </a:lnTo>
                <a:lnTo>
                  <a:pt x="1355266" y="120161"/>
                </a:lnTo>
                <a:lnTo>
                  <a:pt x="1355435" y="120755"/>
                </a:lnTo>
                <a:lnTo>
                  <a:pt x="1355613" y="121349"/>
                </a:lnTo>
                <a:lnTo>
                  <a:pt x="1355782" y="121944"/>
                </a:lnTo>
                <a:lnTo>
                  <a:pt x="1355951" y="122536"/>
                </a:lnTo>
                <a:lnTo>
                  <a:pt x="1356129" y="123130"/>
                </a:lnTo>
                <a:lnTo>
                  <a:pt x="1356298" y="123722"/>
                </a:lnTo>
                <a:lnTo>
                  <a:pt x="1356467" y="124314"/>
                </a:lnTo>
                <a:lnTo>
                  <a:pt x="1356645" y="124905"/>
                </a:lnTo>
                <a:lnTo>
                  <a:pt x="1356814" y="125496"/>
                </a:lnTo>
                <a:lnTo>
                  <a:pt x="1356992" y="126087"/>
                </a:lnTo>
                <a:lnTo>
                  <a:pt x="1357161" y="126677"/>
                </a:lnTo>
                <a:lnTo>
                  <a:pt x="1357330" y="127266"/>
                </a:lnTo>
                <a:lnTo>
                  <a:pt x="1357508" y="127855"/>
                </a:lnTo>
                <a:lnTo>
                  <a:pt x="1357677" y="128444"/>
                </a:lnTo>
                <a:lnTo>
                  <a:pt x="1357846" y="129032"/>
                </a:lnTo>
                <a:lnTo>
                  <a:pt x="1358024" y="129619"/>
                </a:lnTo>
                <a:lnTo>
                  <a:pt x="1358193" y="130207"/>
                </a:lnTo>
                <a:lnTo>
                  <a:pt x="1358362" y="130793"/>
                </a:lnTo>
                <a:lnTo>
                  <a:pt x="1358540" y="131379"/>
                </a:lnTo>
                <a:lnTo>
                  <a:pt x="1358709" y="131965"/>
                </a:lnTo>
                <a:lnTo>
                  <a:pt x="1358887" y="132549"/>
                </a:lnTo>
                <a:lnTo>
                  <a:pt x="1359056" y="133134"/>
                </a:lnTo>
                <a:lnTo>
                  <a:pt x="1359225" y="133717"/>
                </a:lnTo>
                <a:lnTo>
                  <a:pt x="1359403" y="134301"/>
                </a:lnTo>
                <a:lnTo>
                  <a:pt x="1359572" y="134884"/>
                </a:lnTo>
                <a:lnTo>
                  <a:pt x="1359741" y="135465"/>
                </a:lnTo>
                <a:lnTo>
                  <a:pt x="1359919" y="136047"/>
                </a:lnTo>
                <a:lnTo>
                  <a:pt x="1360088" y="136628"/>
                </a:lnTo>
                <a:lnTo>
                  <a:pt x="1360257" y="137208"/>
                </a:lnTo>
                <a:lnTo>
                  <a:pt x="1360435" y="137788"/>
                </a:lnTo>
                <a:lnTo>
                  <a:pt x="1360604" y="138367"/>
                </a:lnTo>
                <a:lnTo>
                  <a:pt x="1360773" y="138947"/>
                </a:lnTo>
                <a:lnTo>
                  <a:pt x="1360950" y="139524"/>
                </a:lnTo>
                <a:lnTo>
                  <a:pt x="1361120" y="140102"/>
                </a:lnTo>
                <a:lnTo>
                  <a:pt x="1361297" y="140679"/>
                </a:lnTo>
                <a:lnTo>
                  <a:pt x="1361467" y="141255"/>
                </a:lnTo>
                <a:lnTo>
                  <a:pt x="1361636" y="141831"/>
                </a:lnTo>
                <a:lnTo>
                  <a:pt x="1361813" y="142405"/>
                </a:lnTo>
                <a:lnTo>
                  <a:pt x="1361983" y="142980"/>
                </a:lnTo>
                <a:lnTo>
                  <a:pt x="1362151" y="143553"/>
                </a:lnTo>
                <a:lnTo>
                  <a:pt x="1362329" y="144127"/>
                </a:lnTo>
                <a:lnTo>
                  <a:pt x="1362498" y="144699"/>
                </a:lnTo>
                <a:lnTo>
                  <a:pt x="1362668" y="145271"/>
                </a:lnTo>
                <a:lnTo>
                  <a:pt x="1362845" y="145842"/>
                </a:lnTo>
                <a:lnTo>
                  <a:pt x="1363015" y="146412"/>
                </a:lnTo>
                <a:lnTo>
                  <a:pt x="1363192" y="146983"/>
                </a:lnTo>
                <a:lnTo>
                  <a:pt x="1363362" y="147552"/>
                </a:lnTo>
                <a:lnTo>
                  <a:pt x="1363530" y="148121"/>
                </a:lnTo>
                <a:lnTo>
                  <a:pt x="1363708" y="148688"/>
                </a:lnTo>
                <a:lnTo>
                  <a:pt x="1363877" y="149256"/>
                </a:lnTo>
                <a:lnTo>
                  <a:pt x="1364046" y="149822"/>
                </a:lnTo>
                <a:lnTo>
                  <a:pt x="1364224" y="150388"/>
                </a:lnTo>
                <a:lnTo>
                  <a:pt x="1364393" y="150953"/>
                </a:lnTo>
                <a:lnTo>
                  <a:pt x="1364563" y="151517"/>
                </a:lnTo>
                <a:lnTo>
                  <a:pt x="1364740" y="152081"/>
                </a:lnTo>
                <a:lnTo>
                  <a:pt x="1364909" y="152644"/>
                </a:lnTo>
                <a:lnTo>
                  <a:pt x="1365087" y="153207"/>
                </a:lnTo>
                <a:lnTo>
                  <a:pt x="1365256" y="153769"/>
                </a:lnTo>
                <a:lnTo>
                  <a:pt x="1365425" y="154330"/>
                </a:lnTo>
                <a:lnTo>
                  <a:pt x="1365603" y="154891"/>
                </a:lnTo>
                <a:lnTo>
                  <a:pt x="1365772" y="155450"/>
                </a:lnTo>
                <a:lnTo>
                  <a:pt x="1365941" y="156009"/>
                </a:lnTo>
                <a:lnTo>
                  <a:pt x="1366119" y="156567"/>
                </a:lnTo>
                <a:lnTo>
                  <a:pt x="1366288" y="157125"/>
                </a:lnTo>
                <a:lnTo>
                  <a:pt x="1366457" y="157682"/>
                </a:lnTo>
                <a:lnTo>
                  <a:pt x="1366635" y="158238"/>
                </a:lnTo>
                <a:lnTo>
                  <a:pt x="1366804" y="158794"/>
                </a:lnTo>
                <a:lnTo>
                  <a:pt x="1366982" y="159348"/>
                </a:lnTo>
                <a:lnTo>
                  <a:pt x="1367151" y="159902"/>
                </a:lnTo>
                <a:lnTo>
                  <a:pt x="1367320" y="160455"/>
                </a:lnTo>
                <a:lnTo>
                  <a:pt x="1367498" y="161008"/>
                </a:lnTo>
                <a:lnTo>
                  <a:pt x="1367667" y="161560"/>
                </a:lnTo>
                <a:lnTo>
                  <a:pt x="1367836" y="162110"/>
                </a:lnTo>
                <a:lnTo>
                  <a:pt x="1368014" y="162661"/>
                </a:lnTo>
                <a:lnTo>
                  <a:pt x="1368183" y="163210"/>
                </a:lnTo>
                <a:lnTo>
                  <a:pt x="1368352" y="163759"/>
                </a:lnTo>
                <a:lnTo>
                  <a:pt x="1368530" y="164307"/>
                </a:lnTo>
                <a:lnTo>
                  <a:pt x="1368699" y="164855"/>
                </a:lnTo>
                <a:lnTo>
                  <a:pt x="1368868" y="165401"/>
                </a:lnTo>
                <a:lnTo>
                  <a:pt x="1369046" y="165947"/>
                </a:lnTo>
                <a:lnTo>
                  <a:pt x="1369215" y="166492"/>
                </a:lnTo>
                <a:lnTo>
                  <a:pt x="1369393" y="167036"/>
                </a:lnTo>
                <a:lnTo>
                  <a:pt x="1369562" y="167580"/>
                </a:lnTo>
                <a:lnTo>
                  <a:pt x="1369731" y="168122"/>
                </a:lnTo>
                <a:lnTo>
                  <a:pt x="1369909" y="168665"/>
                </a:lnTo>
                <a:lnTo>
                  <a:pt x="1370078" y="169206"/>
                </a:lnTo>
                <a:lnTo>
                  <a:pt x="1370247" y="169747"/>
                </a:lnTo>
                <a:lnTo>
                  <a:pt x="1370425" y="170286"/>
                </a:lnTo>
                <a:lnTo>
                  <a:pt x="1370594" y="170825"/>
                </a:lnTo>
                <a:lnTo>
                  <a:pt x="1370763" y="171363"/>
                </a:lnTo>
                <a:lnTo>
                  <a:pt x="1370941" y="171901"/>
                </a:lnTo>
                <a:lnTo>
                  <a:pt x="1371110" y="172438"/>
                </a:lnTo>
                <a:lnTo>
                  <a:pt x="1371288" y="172974"/>
                </a:lnTo>
                <a:lnTo>
                  <a:pt x="1371457" y="173509"/>
                </a:lnTo>
                <a:lnTo>
                  <a:pt x="1371626" y="174043"/>
                </a:lnTo>
                <a:lnTo>
                  <a:pt x="1371804" y="174577"/>
                </a:lnTo>
                <a:lnTo>
                  <a:pt x="1371973" y="175110"/>
                </a:lnTo>
                <a:lnTo>
                  <a:pt x="1372142" y="175642"/>
                </a:lnTo>
                <a:lnTo>
                  <a:pt x="1372320" y="176173"/>
                </a:lnTo>
                <a:lnTo>
                  <a:pt x="1372489" y="176703"/>
                </a:lnTo>
                <a:lnTo>
                  <a:pt x="1372658" y="177233"/>
                </a:lnTo>
                <a:lnTo>
                  <a:pt x="1372836" y="177762"/>
                </a:lnTo>
                <a:lnTo>
                  <a:pt x="1373005" y="178290"/>
                </a:lnTo>
                <a:lnTo>
                  <a:pt x="1373183" y="178817"/>
                </a:lnTo>
                <a:lnTo>
                  <a:pt x="1373352" y="179344"/>
                </a:lnTo>
                <a:lnTo>
                  <a:pt x="1373521" y="179869"/>
                </a:lnTo>
                <a:lnTo>
                  <a:pt x="1373699" y="180394"/>
                </a:lnTo>
                <a:lnTo>
                  <a:pt x="1373868" y="180918"/>
                </a:lnTo>
                <a:lnTo>
                  <a:pt x="1374037" y="181442"/>
                </a:lnTo>
                <a:lnTo>
                  <a:pt x="1374215" y="181964"/>
                </a:lnTo>
                <a:lnTo>
                  <a:pt x="1374384" y="182487"/>
                </a:lnTo>
                <a:lnTo>
                  <a:pt x="1374553" y="183007"/>
                </a:lnTo>
                <a:lnTo>
                  <a:pt x="1374731" y="183528"/>
                </a:lnTo>
                <a:lnTo>
                  <a:pt x="1374900" y="184047"/>
                </a:lnTo>
                <a:lnTo>
                  <a:pt x="1375078" y="184566"/>
                </a:lnTo>
                <a:lnTo>
                  <a:pt x="1375247" y="185084"/>
                </a:lnTo>
                <a:lnTo>
                  <a:pt x="1375416" y="185600"/>
                </a:lnTo>
                <a:lnTo>
                  <a:pt x="1375594" y="186116"/>
                </a:lnTo>
                <a:lnTo>
                  <a:pt x="1375763" y="186631"/>
                </a:lnTo>
                <a:lnTo>
                  <a:pt x="1375932" y="187146"/>
                </a:lnTo>
                <a:lnTo>
                  <a:pt x="1376110" y="187660"/>
                </a:lnTo>
                <a:lnTo>
                  <a:pt x="1376279" y="188172"/>
                </a:lnTo>
                <a:lnTo>
                  <a:pt x="1376448" y="188685"/>
                </a:lnTo>
                <a:lnTo>
                  <a:pt x="1376626" y="189196"/>
                </a:lnTo>
                <a:lnTo>
                  <a:pt x="1376795" y="189707"/>
                </a:lnTo>
                <a:lnTo>
                  <a:pt x="1376964" y="190217"/>
                </a:lnTo>
                <a:lnTo>
                  <a:pt x="1377142" y="190726"/>
                </a:lnTo>
                <a:lnTo>
                  <a:pt x="1377311" y="191234"/>
                </a:lnTo>
                <a:lnTo>
                  <a:pt x="1377489" y="191741"/>
                </a:lnTo>
                <a:lnTo>
                  <a:pt x="1377658" y="192247"/>
                </a:lnTo>
                <a:lnTo>
                  <a:pt x="1377827" y="192753"/>
                </a:lnTo>
                <a:lnTo>
                  <a:pt x="1378005" y="193258"/>
                </a:lnTo>
                <a:lnTo>
                  <a:pt x="1378174" y="193762"/>
                </a:lnTo>
                <a:lnTo>
                  <a:pt x="1378343" y="194265"/>
                </a:lnTo>
                <a:lnTo>
                  <a:pt x="1378521" y="194767"/>
                </a:lnTo>
                <a:lnTo>
                  <a:pt x="1378690" y="195269"/>
                </a:lnTo>
                <a:lnTo>
                  <a:pt x="1378859" y="195770"/>
                </a:lnTo>
                <a:lnTo>
                  <a:pt x="1379037" y="196270"/>
                </a:lnTo>
                <a:lnTo>
                  <a:pt x="1379206" y="196769"/>
                </a:lnTo>
                <a:lnTo>
                  <a:pt x="1379384" y="197267"/>
                </a:lnTo>
                <a:lnTo>
                  <a:pt x="1379553" y="197764"/>
                </a:lnTo>
                <a:lnTo>
                  <a:pt x="1379722" y="198262"/>
                </a:lnTo>
                <a:lnTo>
                  <a:pt x="1379900" y="198757"/>
                </a:lnTo>
                <a:lnTo>
                  <a:pt x="1380069" y="199253"/>
                </a:lnTo>
                <a:lnTo>
                  <a:pt x="1380238" y="199747"/>
                </a:lnTo>
                <a:lnTo>
                  <a:pt x="1380416" y="200240"/>
                </a:lnTo>
                <a:lnTo>
                  <a:pt x="1380585" y="200733"/>
                </a:lnTo>
                <a:lnTo>
                  <a:pt x="1380754" y="201224"/>
                </a:lnTo>
                <a:lnTo>
                  <a:pt x="1380932" y="201715"/>
                </a:lnTo>
                <a:lnTo>
                  <a:pt x="1381101" y="202206"/>
                </a:lnTo>
                <a:lnTo>
                  <a:pt x="1381279" y="202695"/>
                </a:lnTo>
                <a:lnTo>
                  <a:pt x="1381448" y="203184"/>
                </a:lnTo>
                <a:lnTo>
                  <a:pt x="1381617" y="203672"/>
                </a:lnTo>
                <a:lnTo>
                  <a:pt x="1381795" y="204158"/>
                </a:lnTo>
                <a:lnTo>
                  <a:pt x="1381964" y="204645"/>
                </a:lnTo>
                <a:lnTo>
                  <a:pt x="1382133" y="205130"/>
                </a:lnTo>
                <a:lnTo>
                  <a:pt x="1382311" y="205615"/>
                </a:lnTo>
                <a:lnTo>
                  <a:pt x="1382480" y="206098"/>
                </a:lnTo>
                <a:lnTo>
                  <a:pt x="1382649" y="206581"/>
                </a:lnTo>
                <a:lnTo>
                  <a:pt x="1382827" y="207063"/>
                </a:lnTo>
                <a:lnTo>
                  <a:pt x="1382996" y="207544"/>
                </a:lnTo>
                <a:lnTo>
                  <a:pt x="1383174" y="208025"/>
                </a:lnTo>
                <a:lnTo>
                  <a:pt x="1383343" y="208504"/>
                </a:lnTo>
                <a:lnTo>
                  <a:pt x="1383512" y="208983"/>
                </a:lnTo>
                <a:lnTo>
                  <a:pt x="1383690" y="209462"/>
                </a:lnTo>
                <a:lnTo>
                  <a:pt x="1383859" y="209938"/>
                </a:lnTo>
                <a:lnTo>
                  <a:pt x="1384028" y="210414"/>
                </a:lnTo>
                <a:lnTo>
                  <a:pt x="1384206" y="210890"/>
                </a:lnTo>
                <a:lnTo>
                  <a:pt x="1384375" y="211365"/>
                </a:lnTo>
                <a:lnTo>
                  <a:pt x="1384544" y="211839"/>
                </a:lnTo>
                <a:lnTo>
                  <a:pt x="1384722" y="212312"/>
                </a:lnTo>
                <a:lnTo>
                  <a:pt x="1384891" y="212784"/>
                </a:lnTo>
                <a:lnTo>
                  <a:pt x="1385060" y="213256"/>
                </a:lnTo>
                <a:lnTo>
                  <a:pt x="1385238" y="213727"/>
                </a:lnTo>
                <a:lnTo>
                  <a:pt x="1385407" y="214196"/>
                </a:lnTo>
                <a:lnTo>
                  <a:pt x="1385585" y="214665"/>
                </a:lnTo>
                <a:lnTo>
                  <a:pt x="1385754" y="215133"/>
                </a:lnTo>
                <a:lnTo>
                  <a:pt x="1385923" y="215601"/>
                </a:lnTo>
                <a:lnTo>
                  <a:pt x="1386101" y="216067"/>
                </a:lnTo>
                <a:lnTo>
                  <a:pt x="1386270" y="216533"/>
                </a:lnTo>
                <a:lnTo>
                  <a:pt x="1386439" y="216999"/>
                </a:lnTo>
                <a:lnTo>
                  <a:pt x="1386617" y="217462"/>
                </a:lnTo>
                <a:lnTo>
                  <a:pt x="1386786" y="217926"/>
                </a:lnTo>
                <a:lnTo>
                  <a:pt x="1386955" y="218388"/>
                </a:lnTo>
                <a:lnTo>
                  <a:pt x="1387133" y="218850"/>
                </a:lnTo>
                <a:lnTo>
                  <a:pt x="1387302" y="219311"/>
                </a:lnTo>
                <a:lnTo>
                  <a:pt x="1387480" y="219772"/>
                </a:lnTo>
                <a:lnTo>
                  <a:pt x="1387649" y="220231"/>
                </a:lnTo>
                <a:lnTo>
                  <a:pt x="1387818" y="220689"/>
                </a:lnTo>
                <a:lnTo>
                  <a:pt x="1387996" y="221147"/>
                </a:lnTo>
                <a:lnTo>
                  <a:pt x="1388165" y="221603"/>
                </a:lnTo>
                <a:lnTo>
                  <a:pt x="1388334" y="222060"/>
                </a:lnTo>
                <a:lnTo>
                  <a:pt x="1388512" y="222515"/>
                </a:lnTo>
                <a:lnTo>
                  <a:pt x="1388681" y="222970"/>
                </a:lnTo>
                <a:lnTo>
                  <a:pt x="1388850" y="223424"/>
                </a:lnTo>
                <a:lnTo>
                  <a:pt x="1389028" y="223876"/>
                </a:lnTo>
                <a:lnTo>
                  <a:pt x="1389197" y="224328"/>
                </a:lnTo>
                <a:lnTo>
                  <a:pt x="1389375" y="224779"/>
                </a:lnTo>
                <a:lnTo>
                  <a:pt x="1389544" y="225231"/>
                </a:lnTo>
                <a:lnTo>
                  <a:pt x="1389713" y="225680"/>
                </a:lnTo>
                <a:lnTo>
                  <a:pt x="1389891" y="226129"/>
                </a:lnTo>
                <a:lnTo>
                  <a:pt x="1390060" y="226577"/>
                </a:lnTo>
                <a:lnTo>
                  <a:pt x="1390229" y="227024"/>
                </a:lnTo>
                <a:lnTo>
                  <a:pt x="1390407" y="227471"/>
                </a:lnTo>
                <a:lnTo>
                  <a:pt x="1390576" y="227916"/>
                </a:lnTo>
                <a:lnTo>
                  <a:pt x="1390745" y="228362"/>
                </a:lnTo>
                <a:lnTo>
                  <a:pt x="1390923" y="228806"/>
                </a:lnTo>
                <a:lnTo>
                  <a:pt x="1391092" y="229249"/>
                </a:lnTo>
                <a:lnTo>
                  <a:pt x="1391270" y="229692"/>
                </a:lnTo>
                <a:lnTo>
                  <a:pt x="1391439" y="230133"/>
                </a:lnTo>
                <a:lnTo>
                  <a:pt x="1391608" y="230575"/>
                </a:lnTo>
                <a:lnTo>
                  <a:pt x="1391786" y="231017"/>
                </a:lnTo>
                <a:lnTo>
                  <a:pt x="1391955" y="231453"/>
                </a:lnTo>
                <a:lnTo>
                  <a:pt x="1392124" y="231889"/>
                </a:lnTo>
                <a:lnTo>
                  <a:pt x="1392302" y="232333"/>
                </a:lnTo>
                <a:lnTo>
                  <a:pt x="1392471" y="232769"/>
                </a:lnTo>
                <a:lnTo>
                  <a:pt x="1392640" y="233205"/>
                </a:lnTo>
                <a:lnTo>
                  <a:pt x="1392818" y="233641"/>
                </a:lnTo>
                <a:lnTo>
                  <a:pt x="1392987" y="234077"/>
                </a:lnTo>
                <a:lnTo>
                  <a:pt x="1393156" y="234504"/>
                </a:lnTo>
                <a:lnTo>
                  <a:pt x="1393334" y="234940"/>
                </a:lnTo>
                <a:lnTo>
                  <a:pt x="1393503" y="235376"/>
                </a:lnTo>
                <a:lnTo>
                  <a:pt x="1393681" y="235803"/>
                </a:lnTo>
                <a:lnTo>
                  <a:pt x="1393850" y="236239"/>
                </a:lnTo>
                <a:lnTo>
                  <a:pt x="1394019" y="236666"/>
                </a:lnTo>
                <a:lnTo>
                  <a:pt x="1394197" y="237093"/>
                </a:lnTo>
                <a:lnTo>
                  <a:pt x="1394366" y="237520"/>
                </a:lnTo>
                <a:lnTo>
                  <a:pt x="1394535" y="237947"/>
                </a:lnTo>
                <a:lnTo>
                  <a:pt x="1394713" y="238374"/>
                </a:lnTo>
                <a:lnTo>
                  <a:pt x="1394882" y="238801"/>
                </a:lnTo>
                <a:lnTo>
                  <a:pt x="1395051" y="239228"/>
                </a:lnTo>
                <a:lnTo>
                  <a:pt x="1395229" y="239655"/>
                </a:lnTo>
                <a:lnTo>
                  <a:pt x="1395398" y="240082"/>
                </a:lnTo>
                <a:lnTo>
                  <a:pt x="1395576" y="240500"/>
                </a:lnTo>
                <a:lnTo>
                  <a:pt x="1395744" y="240927"/>
                </a:lnTo>
                <a:lnTo>
                  <a:pt x="1395914" y="241346"/>
                </a:lnTo>
                <a:lnTo>
                  <a:pt x="1396091" y="241764"/>
                </a:lnTo>
                <a:lnTo>
                  <a:pt x="1396261" y="242182"/>
                </a:lnTo>
                <a:lnTo>
                  <a:pt x="1396430" y="242609"/>
                </a:lnTo>
                <a:lnTo>
                  <a:pt x="1396608" y="243027"/>
                </a:lnTo>
                <a:lnTo>
                  <a:pt x="1396777" y="243445"/>
                </a:lnTo>
                <a:lnTo>
                  <a:pt x="1396946" y="243854"/>
                </a:lnTo>
                <a:lnTo>
                  <a:pt x="1397123" y="244273"/>
                </a:lnTo>
                <a:lnTo>
                  <a:pt x="1397292" y="244691"/>
                </a:lnTo>
                <a:lnTo>
                  <a:pt x="1397470" y="245100"/>
                </a:lnTo>
                <a:lnTo>
                  <a:pt x="1397639" y="245518"/>
                </a:lnTo>
                <a:lnTo>
                  <a:pt x="1397809" y="245927"/>
                </a:lnTo>
                <a:lnTo>
                  <a:pt x="1397986" y="246345"/>
                </a:lnTo>
                <a:lnTo>
                  <a:pt x="1398156" y="246755"/>
                </a:lnTo>
                <a:lnTo>
                  <a:pt x="1398324" y="247164"/>
                </a:lnTo>
                <a:lnTo>
                  <a:pt x="1398502" y="247573"/>
                </a:lnTo>
                <a:lnTo>
                  <a:pt x="1398671" y="247982"/>
                </a:lnTo>
                <a:lnTo>
                  <a:pt x="1398841" y="248392"/>
                </a:lnTo>
                <a:lnTo>
                  <a:pt x="1399018" y="248801"/>
                </a:lnTo>
                <a:lnTo>
                  <a:pt x="1399187" y="249210"/>
                </a:lnTo>
                <a:lnTo>
                  <a:pt x="1399365" y="249619"/>
                </a:lnTo>
                <a:lnTo>
                  <a:pt x="1399534" y="250020"/>
                </a:lnTo>
                <a:lnTo>
                  <a:pt x="1399703" y="250429"/>
                </a:lnTo>
                <a:lnTo>
                  <a:pt x="1399881" y="250829"/>
                </a:lnTo>
                <a:lnTo>
                  <a:pt x="1400050" y="251230"/>
                </a:lnTo>
                <a:lnTo>
                  <a:pt x="1400219" y="251639"/>
                </a:lnTo>
                <a:lnTo>
                  <a:pt x="1400397" y="252039"/>
                </a:lnTo>
                <a:lnTo>
                  <a:pt x="1400566" y="252439"/>
                </a:lnTo>
                <a:lnTo>
                  <a:pt x="1400735" y="252840"/>
                </a:lnTo>
                <a:lnTo>
                  <a:pt x="1400913" y="253240"/>
                </a:lnTo>
                <a:lnTo>
                  <a:pt x="1401082" y="253640"/>
                </a:lnTo>
                <a:lnTo>
                  <a:pt x="1401251" y="254032"/>
                </a:lnTo>
                <a:lnTo>
                  <a:pt x="1401429" y="254432"/>
                </a:lnTo>
                <a:lnTo>
                  <a:pt x="1401598" y="254833"/>
                </a:lnTo>
                <a:lnTo>
                  <a:pt x="1401776" y="255224"/>
                </a:lnTo>
                <a:lnTo>
                  <a:pt x="1401945" y="255624"/>
                </a:lnTo>
                <a:lnTo>
                  <a:pt x="1402114" y="256016"/>
                </a:lnTo>
                <a:lnTo>
                  <a:pt x="1402292" y="256407"/>
                </a:lnTo>
                <a:lnTo>
                  <a:pt x="1402461" y="256799"/>
                </a:lnTo>
                <a:lnTo>
                  <a:pt x="1402630" y="257190"/>
                </a:lnTo>
                <a:lnTo>
                  <a:pt x="1402808" y="257582"/>
                </a:lnTo>
                <a:lnTo>
                  <a:pt x="1402977" y="257973"/>
                </a:lnTo>
                <a:lnTo>
                  <a:pt x="1403146" y="258364"/>
                </a:lnTo>
                <a:lnTo>
                  <a:pt x="1403324" y="258756"/>
                </a:lnTo>
                <a:lnTo>
                  <a:pt x="1403493" y="259147"/>
                </a:lnTo>
                <a:lnTo>
                  <a:pt x="1403671" y="259530"/>
                </a:lnTo>
                <a:lnTo>
                  <a:pt x="1403840" y="259921"/>
                </a:lnTo>
                <a:lnTo>
                  <a:pt x="1404009" y="260304"/>
                </a:lnTo>
                <a:lnTo>
                  <a:pt x="1404187" y="260695"/>
                </a:lnTo>
                <a:lnTo>
                  <a:pt x="1404356" y="261078"/>
                </a:lnTo>
                <a:lnTo>
                  <a:pt x="1404525" y="261460"/>
                </a:lnTo>
                <a:lnTo>
                  <a:pt x="1404703" y="261843"/>
                </a:lnTo>
                <a:lnTo>
                  <a:pt x="1404872" y="262225"/>
                </a:lnTo>
                <a:lnTo>
                  <a:pt x="1405041" y="262608"/>
                </a:lnTo>
                <a:lnTo>
                  <a:pt x="1405219" y="262991"/>
                </a:lnTo>
                <a:lnTo>
                  <a:pt x="1405388" y="263373"/>
                </a:lnTo>
                <a:lnTo>
                  <a:pt x="1405566" y="263756"/>
                </a:lnTo>
                <a:lnTo>
                  <a:pt x="1405735" y="264129"/>
                </a:lnTo>
                <a:lnTo>
                  <a:pt x="1405904" y="264512"/>
                </a:lnTo>
                <a:lnTo>
                  <a:pt x="1406082" y="264886"/>
                </a:lnTo>
                <a:lnTo>
                  <a:pt x="1406251" y="265268"/>
                </a:lnTo>
                <a:lnTo>
                  <a:pt x="1406420" y="265642"/>
                </a:lnTo>
                <a:lnTo>
                  <a:pt x="1406598" y="266015"/>
                </a:lnTo>
                <a:lnTo>
                  <a:pt x="1406767" y="266398"/>
                </a:lnTo>
                <a:lnTo>
                  <a:pt x="1406936" y="266772"/>
                </a:lnTo>
                <a:lnTo>
                  <a:pt x="1407114" y="267145"/>
                </a:lnTo>
                <a:lnTo>
                  <a:pt x="1407283" y="267519"/>
                </a:lnTo>
                <a:lnTo>
                  <a:pt x="1407461" y="267893"/>
                </a:lnTo>
                <a:lnTo>
                  <a:pt x="1407630" y="268257"/>
                </a:lnTo>
                <a:lnTo>
                  <a:pt x="1407799" y="268631"/>
                </a:lnTo>
                <a:lnTo>
                  <a:pt x="1407977" y="269005"/>
                </a:lnTo>
                <a:lnTo>
                  <a:pt x="1408146" y="269369"/>
                </a:lnTo>
                <a:lnTo>
                  <a:pt x="1408315" y="269743"/>
                </a:lnTo>
                <a:lnTo>
                  <a:pt x="1408493" y="270108"/>
                </a:lnTo>
                <a:lnTo>
                  <a:pt x="1408662" y="270473"/>
                </a:lnTo>
                <a:lnTo>
                  <a:pt x="1408831" y="270846"/>
                </a:lnTo>
                <a:lnTo>
                  <a:pt x="1409009" y="271211"/>
                </a:lnTo>
                <a:lnTo>
                  <a:pt x="1409178" y="271576"/>
                </a:lnTo>
                <a:lnTo>
                  <a:pt x="1409347" y="271940"/>
                </a:lnTo>
                <a:lnTo>
                  <a:pt x="1409525" y="272305"/>
                </a:lnTo>
                <a:lnTo>
                  <a:pt x="1409694" y="272670"/>
                </a:lnTo>
                <a:lnTo>
                  <a:pt x="1409872" y="273026"/>
                </a:lnTo>
                <a:lnTo>
                  <a:pt x="1410041" y="273391"/>
                </a:lnTo>
                <a:lnTo>
                  <a:pt x="1410210" y="273755"/>
                </a:lnTo>
                <a:lnTo>
                  <a:pt x="1410388" y="274111"/>
                </a:lnTo>
                <a:lnTo>
                  <a:pt x="1410557" y="274476"/>
                </a:lnTo>
                <a:lnTo>
                  <a:pt x="1410726" y="274832"/>
                </a:lnTo>
                <a:lnTo>
                  <a:pt x="1410904" y="275197"/>
                </a:lnTo>
                <a:lnTo>
                  <a:pt x="1411073" y="275552"/>
                </a:lnTo>
                <a:lnTo>
                  <a:pt x="1411242" y="275908"/>
                </a:lnTo>
                <a:lnTo>
                  <a:pt x="1411420" y="276264"/>
                </a:lnTo>
                <a:lnTo>
                  <a:pt x="1411589" y="276620"/>
                </a:lnTo>
                <a:lnTo>
                  <a:pt x="1411767" y="276976"/>
                </a:lnTo>
                <a:lnTo>
                  <a:pt x="1411936" y="277332"/>
                </a:lnTo>
                <a:lnTo>
                  <a:pt x="1412105" y="277688"/>
                </a:lnTo>
                <a:lnTo>
                  <a:pt x="1412283" y="278034"/>
                </a:lnTo>
                <a:lnTo>
                  <a:pt x="1412452" y="278390"/>
                </a:lnTo>
                <a:lnTo>
                  <a:pt x="1412621" y="278746"/>
                </a:lnTo>
                <a:lnTo>
                  <a:pt x="1412799" y="279093"/>
                </a:lnTo>
                <a:lnTo>
                  <a:pt x="1412968" y="279449"/>
                </a:lnTo>
                <a:lnTo>
                  <a:pt x="1413137" y="279796"/>
                </a:lnTo>
                <a:lnTo>
                  <a:pt x="1413315" y="280143"/>
                </a:lnTo>
                <a:lnTo>
                  <a:pt x="1413484" y="280490"/>
                </a:lnTo>
                <a:lnTo>
                  <a:pt x="1413662" y="280846"/>
                </a:lnTo>
                <a:lnTo>
                  <a:pt x="1413831" y="281193"/>
                </a:lnTo>
                <a:lnTo>
                  <a:pt x="1414000" y="281540"/>
                </a:lnTo>
                <a:lnTo>
                  <a:pt x="1414178" y="281887"/>
                </a:lnTo>
                <a:lnTo>
                  <a:pt x="1414347" y="282225"/>
                </a:lnTo>
                <a:lnTo>
                  <a:pt x="1414516" y="282572"/>
                </a:lnTo>
                <a:lnTo>
                  <a:pt x="1414694" y="282919"/>
                </a:lnTo>
                <a:lnTo>
                  <a:pt x="1414863" y="283257"/>
                </a:lnTo>
                <a:lnTo>
                  <a:pt x="1415032" y="283604"/>
                </a:lnTo>
                <a:lnTo>
                  <a:pt x="1415210" y="283951"/>
                </a:lnTo>
                <a:lnTo>
                  <a:pt x="1415379" y="284289"/>
                </a:lnTo>
                <a:lnTo>
                  <a:pt x="1415557" y="284627"/>
                </a:lnTo>
                <a:lnTo>
                  <a:pt x="1415726" y="284974"/>
                </a:lnTo>
                <a:lnTo>
                  <a:pt x="1415895" y="285312"/>
                </a:lnTo>
                <a:lnTo>
                  <a:pt x="1416073" y="285650"/>
                </a:lnTo>
                <a:lnTo>
                  <a:pt x="1416242" y="285988"/>
                </a:lnTo>
                <a:lnTo>
                  <a:pt x="1416411" y="286326"/>
                </a:lnTo>
                <a:lnTo>
                  <a:pt x="1416589" y="286664"/>
                </a:lnTo>
                <a:lnTo>
                  <a:pt x="1416758" y="287002"/>
                </a:lnTo>
                <a:lnTo>
                  <a:pt x="1416927" y="287331"/>
                </a:lnTo>
                <a:lnTo>
                  <a:pt x="1417105" y="287669"/>
                </a:lnTo>
                <a:lnTo>
                  <a:pt x="1417274" y="288007"/>
                </a:lnTo>
                <a:lnTo>
                  <a:pt x="1417443" y="288337"/>
                </a:lnTo>
                <a:lnTo>
                  <a:pt x="1417621" y="288675"/>
                </a:lnTo>
                <a:lnTo>
                  <a:pt x="1417790" y="289004"/>
                </a:lnTo>
                <a:lnTo>
                  <a:pt x="1417968" y="289342"/>
                </a:lnTo>
                <a:lnTo>
                  <a:pt x="1418137" y="289671"/>
                </a:lnTo>
                <a:lnTo>
                  <a:pt x="1418306" y="290000"/>
                </a:lnTo>
                <a:lnTo>
                  <a:pt x="1418484" y="290329"/>
                </a:lnTo>
                <a:lnTo>
                  <a:pt x="1418653" y="290659"/>
                </a:lnTo>
                <a:lnTo>
                  <a:pt x="1418822" y="290988"/>
                </a:lnTo>
                <a:lnTo>
                  <a:pt x="1419000" y="291317"/>
                </a:lnTo>
                <a:lnTo>
                  <a:pt x="1419169" y="291646"/>
                </a:lnTo>
                <a:lnTo>
                  <a:pt x="1419338" y="291975"/>
                </a:lnTo>
                <a:lnTo>
                  <a:pt x="1419516" y="292304"/>
                </a:lnTo>
                <a:lnTo>
                  <a:pt x="1419685" y="292625"/>
                </a:lnTo>
                <a:lnTo>
                  <a:pt x="1419863" y="292954"/>
                </a:lnTo>
                <a:lnTo>
                  <a:pt x="1420032" y="293274"/>
                </a:lnTo>
                <a:lnTo>
                  <a:pt x="1420201" y="293603"/>
                </a:lnTo>
                <a:lnTo>
                  <a:pt x="1420379" y="293924"/>
                </a:lnTo>
                <a:lnTo>
                  <a:pt x="1420548" y="294244"/>
                </a:lnTo>
                <a:lnTo>
                  <a:pt x="1420717" y="294573"/>
                </a:lnTo>
                <a:lnTo>
                  <a:pt x="1420895" y="294893"/>
                </a:lnTo>
                <a:lnTo>
                  <a:pt x="1421064" y="295214"/>
                </a:lnTo>
                <a:lnTo>
                  <a:pt x="1421233" y="295534"/>
                </a:lnTo>
                <a:lnTo>
                  <a:pt x="1421411" y="295854"/>
                </a:lnTo>
                <a:lnTo>
                  <a:pt x="1421580" y="296174"/>
                </a:lnTo>
                <a:lnTo>
                  <a:pt x="1421758" y="296495"/>
                </a:lnTo>
                <a:lnTo>
                  <a:pt x="1421927" y="296815"/>
                </a:lnTo>
                <a:lnTo>
                  <a:pt x="1422096" y="297126"/>
                </a:lnTo>
                <a:lnTo>
                  <a:pt x="1422274" y="297447"/>
                </a:lnTo>
                <a:lnTo>
                  <a:pt x="1422443" y="297767"/>
                </a:lnTo>
                <a:lnTo>
                  <a:pt x="1422612" y="298078"/>
                </a:lnTo>
                <a:lnTo>
                  <a:pt x="1422790" y="298390"/>
                </a:lnTo>
                <a:lnTo>
                  <a:pt x="1422959" y="298710"/>
                </a:lnTo>
                <a:lnTo>
                  <a:pt x="1423128" y="299021"/>
                </a:lnTo>
                <a:lnTo>
                  <a:pt x="1423306" y="299333"/>
                </a:lnTo>
                <a:lnTo>
                  <a:pt x="1423475" y="299653"/>
                </a:lnTo>
                <a:lnTo>
                  <a:pt x="1423644" y="299964"/>
                </a:lnTo>
                <a:lnTo>
                  <a:pt x="1423822" y="300276"/>
                </a:lnTo>
                <a:lnTo>
                  <a:pt x="1423991" y="300587"/>
                </a:lnTo>
                <a:lnTo>
                  <a:pt x="1424169" y="300898"/>
                </a:lnTo>
                <a:lnTo>
                  <a:pt x="1424338" y="301210"/>
                </a:lnTo>
                <a:lnTo>
                  <a:pt x="1424507" y="301512"/>
                </a:lnTo>
                <a:lnTo>
                  <a:pt x="1424685" y="301824"/>
                </a:lnTo>
                <a:lnTo>
                  <a:pt x="1424854" y="302135"/>
                </a:lnTo>
                <a:lnTo>
                  <a:pt x="1425023" y="302438"/>
                </a:lnTo>
                <a:lnTo>
                  <a:pt x="1425201" y="302749"/>
                </a:lnTo>
                <a:lnTo>
                  <a:pt x="1425370" y="303051"/>
                </a:lnTo>
                <a:lnTo>
                  <a:pt x="1425539" y="303363"/>
                </a:lnTo>
                <a:lnTo>
                  <a:pt x="1425717" y="303665"/>
                </a:lnTo>
                <a:lnTo>
                  <a:pt x="1425886" y="303968"/>
                </a:lnTo>
                <a:lnTo>
                  <a:pt x="1426064" y="304279"/>
                </a:lnTo>
                <a:lnTo>
                  <a:pt x="1426233" y="304582"/>
                </a:lnTo>
                <a:lnTo>
                  <a:pt x="1426402" y="304884"/>
                </a:lnTo>
                <a:lnTo>
                  <a:pt x="1426580" y="305186"/>
                </a:lnTo>
                <a:lnTo>
                  <a:pt x="1426749" y="305489"/>
                </a:lnTo>
                <a:lnTo>
                  <a:pt x="1426918" y="305791"/>
                </a:lnTo>
                <a:lnTo>
                  <a:pt x="1427096" y="306085"/>
                </a:lnTo>
                <a:lnTo>
                  <a:pt x="1427265" y="306387"/>
                </a:lnTo>
                <a:lnTo>
                  <a:pt x="1427434" y="306690"/>
                </a:lnTo>
                <a:lnTo>
                  <a:pt x="1427612" y="306992"/>
                </a:lnTo>
                <a:lnTo>
                  <a:pt x="1427781" y="307286"/>
                </a:lnTo>
                <a:lnTo>
                  <a:pt x="1427959" y="307589"/>
                </a:lnTo>
                <a:lnTo>
                  <a:pt x="1428128" y="307882"/>
                </a:lnTo>
                <a:lnTo>
                  <a:pt x="1428297" y="308185"/>
                </a:lnTo>
                <a:lnTo>
                  <a:pt x="1428475" y="308478"/>
                </a:lnTo>
                <a:lnTo>
                  <a:pt x="1428644" y="308772"/>
                </a:lnTo>
                <a:lnTo>
                  <a:pt x="1428813" y="309065"/>
                </a:lnTo>
                <a:lnTo>
                  <a:pt x="1428991" y="309368"/>
                </a:lnTo>
                <a:lnTo>
                  <a:pt x="1429160" y="309661"/>
                </a:lnTo>
                <a:lnTo>
                  <a:pt x="1429329" y="309955"/>
                </a:lnTo>
                <a:lnTo>
                  <a:pt x="1429507" y="310249"/>
                </a:lnTo>
                <a:lnTo>
                  <a:pt x="1429676" y="310542"/>
                </a:lnTo>
                <a:lnTo>
                  <a:pt x="1429854" y="310827"/>
                </a:lnTo>
                <a:lnTo>
                  <a:pt x="1430023" y="311120"/>
                </a:lnTo>
                <a:lnTo>
                  <a:pt x="1430192" y="311414"/>
                </a:lnTo>
                <a:lnTo>
                  <a:pt x="1430370" y="311708"/>
                </a:lnTo>
                <a:lnTo>
                  <a:pt x="1430538" y="311992"/>
                </a:lnTo>
                <a:lnTo>
                  <a:pt x="1430708" y="312286"/>
                </a:lnTo>
                <a:lnTo>
                  <a:pt x="1430885" y="312571"/>
                </a:lnTo>
                <a:lnTo>
                  <a:pt x="1431055" y="312864"/>
                </a:lnTo>
                <a:lnTo>
                  <a:pt x="1431224" y="313149"/>
                </a:lnTo>
                <a:lnTo>
                  <a:pt x="1431402" y="313434"/>
                </a:lnTo>
                <a:lnTo>
                  <a:pt x="1431571" y="313718"/>
                </a:lnTo>
                <a:lnTo>
                  <a:pt x="1431740" y="314012"/>
                </a:lnTo>
                <a:lnTo>
                  <a:pt x="1431917" y="314296"/>
                </a:lnTo>
                <a:lnTo>
                  <a:pt x="1432087" y="314581"/>
                </a:lnTo>
                <a:lnTo>
                  <a:pt x="1432264" y="314866"/>
                </a:lnTo>
                <a:lnTo>
                  <a:pt x="1432433" y="315151"/>
                </a:lnTo>
                <a:lnTo>
                  <a:pt x="1432603" y="315435"/>
                </a:lnTo>
                <a:lnTo>
                  <a:pt x="1432780" y="315720"/>
                </a:lnTo>
                <a:lnTo>
                  <a:pt x="1432950" y="315996"/>
                </a:lnTo>
                <a:lnTo>
                  <a:pt x="1433118" y="316280"/>
                </a:lnTo>
                <a:lnTo>
                  <a:pt x="1433296" y="316565"/>
                </a:lnTo>
                <a:lnTo>
                  <a:pt x="1433465" y="316841"/>
                </a:lnTo>
                <a:lnTo>
                  <a:pt x="1433635" y="317126"/>
                </a:lnTo>
                <a:lnTo>
                  <a:pt x="1433812" y="317401"/>
                </a:lnTo>
                <a:lnTo>
                  <a:pt x="1433982" y="317686"/>
                </a:lnTo>
                <a:lnTo>
                  <a:pt x="1434159" y="317962"/>
                </a:lnTo>
                <a:lnTo>
                  <a:pt x="1434328" y="318238"/>
                </a:lnTo>
                <a:lnTo>
                  <a:pt x="1434497" y="318522"/>
                </a:lnTo>
                <a:lnTo>
                  <a:pt x="1434675" y="318798"/>
                </a:lnTo>
                <a:lnTo>
                  <a:pt x="1434844" y="319074"/>
                </a:lnTo>
                <a:lnTo>
                  <a:pt x="1435013" y="319350"/>
                </a:lnTo>
                <a:lnTo>
                  <a:pt x="1435191" y="319625"/>
                </a:lnTo>
                <a:lnTo>
                  <a:pt x="1435360" y="319901"/>
                </a:lnTo>
                <a:lnTo>
                  <a:pt x="1435530" y="320177"/>
                </a:lnTo>
                <a:lnTo>
                  <a:pt x="1435707" y="320453"/>
                </a:lnTo>
                <a:lnTo>
                  <a:pt x="1435876" y="320729"/>
                </a:lnTo>
                <a:lnTo>
                  <a:pt x="1436054" y="320995"/>
                </a:lnTo>
                <a:lnTo>
                  <a:pt x="1436223" y="321271"/>
                </a:lnTo>
                <a:lnTo>
                  <a:pt x="1436392" y="321547"/>
                </a:lnTo>
                <a:lnTo>
                  <a:pt x="1436570" y="321814"/>
                </a:lnTo>
                <a:lnTo>
                  <a:pt x="1436739" y="322090"/>
                </a:lnTo>
                <a:lnTo>
                  <a:pt x="1436908" y="322357"/>
                </a:lnTo>
                <a:lnTo>
                  <a:pt x="1437086" y="322632"/>
                </a:lnTo>
                <a:lnTo>
                  <a:pt x="1437255" y="322899"/>
                </a:lnTo>
                <a:lnTo>
                  <a:pt x="1437424" y="323166"/>
                </a:lnTo>
                <a:lnTo>
                  <a:pt x="1437602" y="323433"/>
                </a:lnTo>
                <a:lnTo>
                  <a:pt x="1437771" y="323709"/>
                </a:lnTo>
                <a:lnTo>
                  <a:pt x="1437949" y="323976"/>
                </a:lnTo>
                <a:lnTo>
                  <a:pt x="1438118" y="324243"/>
                </a:lnTo>
                <a:lnTo>
                  <a:pt x="1438287" y="324510"/>
                </a:lnTo>
                <a:lnTo>
                  <a:pt x="1438465" y="324776"/>
                </a:lnTo>
                <a:lnTo>
                  <a:pt x="1438634" y="325043"/>
                </a:lnTo>
                <a:lnTo>
                  <a:pt x="1438803" y="325310"/>
                </a:lnTo>
                <a:lnTo>
                  <a:pt x="1438981" y="325568"/>
                </a:lnTo>
                <a:lnTo>
                  <a:pt x="1439150" y="325835"/>
                </a:lnTo>
                <a:lnTo>
                  <a:pt x="1439319" y="326102"/>
                </a:lnTo>
                <a:lnTo>
                  <a:pt x="1439497" y="326360"/>
                </a:lnTo>
                <a:lnTo>
                  <a:pt x="1439666" y="326627"/>
                </a:lnTo>
                <a:lnTo>
                  <a:pt x="1439835" y="326894"/>
                </a:lnTo>
                <a:lnTo>
                  <a:pt x="1440013" y="327152"/>
                </a:lnTo>
                <a:lnTo>
                  <a:pt x="1440182" y="327410"/>
                </a:lnTo>
                <a:lnTo>
                  <a:pt x="1440360" y="327677"/>
                </a:lnTo>
                <a:lnTo>
                  <a:pt x="1440529" y="327935"/>
                </a:lnTo>
                <a:lnTo>
                  <a:pt x="1440698" y="328193"/>
                </a:lnTo>
                <a:lnTo>
                  <a:pt x="1440876" y="328460"/>
                </a:lnTo>
                <a:lnTo>
                  <a:pt x="1441045" y="328718"/>
                </a:lnTo>
                <a:lnTo>
                  <a:pt x="1441214" y="328976"/>
                </a:lnTo>
                <a:lnTo>
                  <a:pt x="1441392" y="329234"/>
                </a:lnTo>
                <a:lnTo>
                  <a:pt x="1441561" y="329492"/>
                </a:lnTo>
                <a:lnTo>
                  <a:pt x="1441730" y="329750"/>
                </a:lnTo>
                <a:lnTo>
                  <a:pt x="1441908" y="330008"/>
                </a:lnTo>
                <a:lnTo>
                  <a:pt x="1442077" y="330266"/>
                </a:lnTo>
                <a:lnTo>
                  <a:pt x="1442255" y="330515"/>
                </a:lnTo>
                <a:lnTo>
                  <a:pt x="1442424" y="330773"/>
                </a:lnTo>
                <a:lnTo>
                  <a:pt x="1442593" y="331031"/>
                </a:lnTo>
                <a:lnTo>
                  <a:pt x="1442771" y="331280"/>
                </a:lnTo>
                <a:lnTo>
                  <a:pt x="1442940" y="331538"/>
                </a:lnTo>
                <a:lnTo>
                  <a:pt x="1443109" y="331787"/>
                </a:lnTo>
                <a:lnTo>
                  <a:pt x="1443287" y="332045"/>
                </a:lnTo>
                <a:lnTo>
                  <a:pt x="1443456" y="332294"/>
                </a:lnTo>
                <a:lnTo>
                  <a:pt x="1443625" y="332552"/>
                </a:lnTo>
                <a:lnTo>
                  <a:pt x="1443803" y="332801"/>
                </a:lnTo>
                <a:lnTo>
                  <a:pt x="1443972" y="333050"/>
                </a:lnTo>
                <a:lnTo>
                  <a:pt x="1444150" y="333299"/>
                </a:lnTo>
                <a:lnTo>
                  <a:pt x="1444319" y="333557"/>
                </a:lnTo>
                <a:lnTo>
                  <a:pt x="1444488" y="333806"/>
                </a:lnTo>
                <a:lnTo>
                  <a:pt x="1444666" y="334056"/>
                </a:lnTo>
                <a:lnTo>
                  <a:pt x="1444835" y="334305"/>
                </a:lnTo>
                <a:lnTo>
                  <a:pt x="1445004" y="334554"/>
                </a:lnTo>
                <a:lnTo>
                  <a:pt x="1445182" y="334803"/>
                </a:lnTo>
                <a:lnTo>
                  <a:pt x="1445351" y="335052"/>
                </a:lnTo>
                <a:lnTo>
                  <a:pt x="1445520" y="335292"/>
                </a:lnTo>
                <a:lnTo>
                  <a:pt x="1445698" y="335541"/>
                </a:lnTo>
                <a:lnTo>
                  <a:pt x="1445867" y="335790"/>
                </a:lnTo>
                <a:lnTo>
                  <a:pt x="1446045" y="336039"/>
                </a:lnTo>
                <a:lnTo>
                  <a:pt x="1446214" y="336280"/>
                </a:lnTo>
                <a:lnTo>
                  <a:pt x="1446383" y="336529"/>
                </a:lnTo>
                <a:lnTo>
                  <a:pt x="1446561" y="336769"/>
                </a:lnTo>
                <a:lnTo>
                  <a:pt x="1446730" y="337018"/>
                </a:lnTo>
                <a:lnTo>
                  <a:pt x="1446899" y="337258"/>
                </a:lnTo>
                <a:lnTo>
                  <a:pt x="1447077" y="337498"/>
                </a:lnTo>
                <a:lnTo>
                  <a:pt x="1447246" y="337747"/>
                </a:lnTo>
                <a:lnTo>
                  <a:pt x="1447415" y="337988"/>
                </a:lnTo>
                <a:lnTo>
                  <a:pt x="1447593" y="338228"/>
                </a:lnTo>
                <a:lnTo>
                  <a:pt x="1447762" y="338468"/>
                </a:lnTo>
                <a:lnTo>
                  <a:pt x="1447931" y="338717"/>
                </a:lnTo>
                <a:lnTo>
                  <a:pt x="1448109" y="338957"/>
                </a:lnTo>
                <a:lnTo>
                  <a:pt x="1448278" y="339198"/>
                </a:lnTo>
                <a:lnTo>
                  <a:pt x="1448456" y="339438"/>
                </a:lnTo>
                <a:lnTo>
                  <a:pt x="1448625" y="339678"/>
                </a:lnTo>
                <a:lnTo>
                  <a:pt x="1448794" y="339909"/>
                </a:lnTo>
                <a:lnTo>
                  <a:pt x="1448972" y="340150"/>
                </a:lnTo>
                <a:lnTo>
                  <a:pt x="1449141" y="340390"/>
                </a:lnTo>
                <a:lnTo>
                  <a:pt x="1449310" y="340630"/>
                </a:lnTo>
                <a:lnTo>
                  <a:pt x="1449488" y="340861"/>
                </a:lnTo>
                <a:lnTo>
                  <a:pt x="1449657" y="341101"/>
                </a:lnTo>
                <a:lnTo>
                  <a:pt x="1449826" y="341342"/>
                </a:lnTo>
                <a:lnTo>
                  <a:pt x="1450004" y="341573"/>
                </a:lnTo>
                <a:lnTo>
                  <a:pt x="1450173" y="341813"/>
                </a:lnTo>
                <a:lnTo>
                  <a:pt x="1450351" y="342045"/>
                </a:lnTo>
                <a:lnTo>
                  <a:pt x="1450520" y="342285"/>
                </a:lnTo>
                <a:lnTo>
                  <a:pt x="1450689" y="342516"/>
                </a:lnTo>
                <a:lnTo>
                  <a:pt x="1450867" y="342747"/>
                </a:lnTo>
                <a:lnTo>
                  <a:pt x="1451036" y="342987"/>
                </a:lnTo>
                <a:lnTo>
                  <a:pt x="1451205" y="343219"/>
                </a:lnTo>
                <a:lnTo>
                  <a:pt x="1451383" y="343450"/>
                </a:lnTo>
                <a:lnTo>
                  <a:pt x="1451552" y="343681"/>
                </a:lnTo>
                <a:lnTo>
                  <a:pt x="1451721" y="343913"/>
                </a:lnTo>
                <a:lnTo>
                  <a:pt x="1451899" y="344144"/>
                </a:lnTo>
                <a:lnTo>
                  <a:pt x="1452068" y="344375"/>
                </a:lnTo>
                <a:lnTo>
                  <a:pt x="1452246" y="344607"/>
                </a:lnTo>
                <a:lnTo>
                  <a:pt x="1452415" y="344838"/>
                </a:lnTo>
                <a:lnTo>
                  <a:pt x="1452584" y="345069"/>
                </a:lnTo>
                <a:lnTo>
                  <a:pt x="1452762" y="345301"/>
                </a:lnTo>
                <a:lnTo>
                  <a:pt x="1452931" y="345523"/>
                </a:lnTo>
                <a:lnTo>
                  <a:pt x="1453100" y="345754"/>
                </a:lnTo>
                <a:lnTo>
                  <a:pt x="1453278" y="345986"/>
                </a:lnTo>
                <a:lnTo>
                  <a:pt x="1453447" y="346208"/>
                </a:lnTo>
                <a:lnTo>
                  <a:pt x="1453616" y="346439"/>
                </a:lnTo>
                <a:lnTo>
                  <a:pt x="1453794" y="346662"/>
                </a:lnTo>
                <a:lnTo>
                  <a:pt x="1453963" y="346893"/>
                </a:lnTo>
                <a:lnTo>
                  <a:pt x="1454141" y="347115"/>
                </a:lnTo>
                <a:lnTo>
                  <a:pt x="1454310" y="347347"/>
                </a:lnTo>
                <a:lnTo>
                  <a:pt x="1454479" y="347569"/>
                </a:lnTo>
                <a:lnTo>
                  <a:pt x="1454657" y="347792"/>
                </a:lnTo>
                <a:lnTo>
                  <a:pt x="1454826" y="348023"/>
                </a:lnTo>
                <a:lnTo>
                  <a:pt x="1454995" y="348245"/>
                </a:lnTo>
                <a:lnTo>
                  <a:pt x="1455173" y="348468"/>
                </a:lnTo>
                <a:lnTo>
                  <a:pt x="1455342" y="348690"/>
                </a:lnTo>
                <a:lnTo>
                  <a:pt x="1455511" y="348913"/>
                </a:lnTo>
                <a:lnTo>
                  <a:pt x="1455689" y="349135"/>
                </a:lnTo>
                <a:lnTo>
                  <a:pt x="1455858" y="349357"/>
                </a:lnTo>
                <a:lnTo>
                  <a:pt x="1456027" y="349580"/>
                </a:lnTo>
                <a:lnTo>
                  <a:pt x="1456205" y="349802"/>
                </a:lnTo>
                <a:lnTo>
                  <a:pt x="1456374" y="350025"/>
                </a:lnTo>
                <a:lnTo>
                  <a:pt x="1456552" y="350247"/>
                </a:lnTo>
                <a:lnTo>
                  <a:pt x="1456721" y="350469"/>
                </a:lnTo>
                <a:lnTo>
                  <a:pt x="1456890" y="350683"/>
                </a:lnTo>
                <a:lnTo>
                  <a:pt x="1457068" y="350905"/>
                </a:lnTo>
                <a:lnTo>
                  <a:pt x="1457237" y="351128"/>
                </a:lnTo>
                <a:lnTo>
                  <a:pt x="1457406" y="351341"/>
                </a:lnTo>
                <a:lnTo>
                  <a:pt x="1457584" y="351564"/>
                </a:lnTo>
                <a:lnTo>
                  <a:pt x="1457753" y="351777"/>
                </a:lnTo>
                <a:lnTo>
                  <a:pt x="1457922" y="352000"/>
                </a:lnTo>
                <a:lnTo>
                  <a:pt x="1458100" y="352213"/>
                </a:lnTo>
                <a:lnTo>
                  <a:pt x="1458269" y="352436"/>
                </a:lnTo>
                <a:lnTo>
                  <a:pt x="1458447" y="352649"/>
                </a:lnTo>
                <a:lnTo>
                  <a:pt x="1458616" y="352863"/>
                </a:lnTo>
                <a:lnTo>
                  <a:pt x="1458785" y="353085"/>
                </a:lnTo>
                <a:lnTo>
                  <a:pt x="1458963" y="353298"/>
                </a:lnTo>
                <a:lnTo>
                  <a:pt x="1459132" y="353512"/>
                </a:lnTo>
                <a:lnTo>
                  <a:pt x="1459301" y="353726"/>
                </a:lnTo>
                <a:lnTo>
                  <a:pt x="1459479" y="353939"/>
                </a:lnTo>
                <a:lnTo>
                  <a:pt x="1459648" y="354153"/>
                </a:lnTo>
                <a:lnTo>
                  <a:pt x="1459817" y="354366"/>
                </a:lnTo>
                <a:lnTo>
                  <a:pt x="1459995" y="354580"/>
                </a:lnTo>
                <a:lnTo>
                  <a:pt x="1460164" y="354793"/>
                </a:lnTo>
                <a:lnTo>
                  <a:pt x="1460342" y="355007"/>
                </a:lnTo>
                <a:lnTo>
                  <a:pt x="1460511" y="355220"/>
                </a:lnTo>
                <a:lnTo>
                  <a:pt x="1460680" y="355434"/>
                </a:lnTo>
                <a:lnTo>
                  <a:pt x="1460858" y="355638"/>
                </a:lnTo>
                <a:lnTo>
                  <a:pt x="1461027" y="355852"/>
                </a:lnTo>
                <a:lnTo>
                  <a:pt x="1461196" y="356065"/>
                </a:lnTo>
                <a:lnTo>
                  <a:pt x="1461374" y="356270"/>
                </a:lnTo>
                <a:lnTo>
                  <a:pt x="1461543" y="356483"/>
                </a:lnTo>
                <a:lnTo>
                  <a:pt x="1461712" y="356688"/>
                </a:lnTo>
                <a:lnTo>
                  <a:pt x="1461890" y="356902"/>
                </a:lnTo>
                <a:lnTo>
                  <a:pt x="1462059" y="357106"/>
                </a:lnTo>
                <a:lnTo>
                  <a:pt x="1462237" y="357320"/>
                </a:lnTo>
                <a:lnTo>
                  <a:pt x="1462406" y="357524"/>
                </a:lnTo>
                <a:lnTo>
                  <a:pt x="1462575" y="357738"/>
                </a:lnTo>
                <a:lnTo>
                  <a:pt x="1462753" y="357942"/>
                </a:lnTo>
                <a:lnTo>
                  <a:pt x="1462922" y="358147"/>
                </a:lnTo>
                <a:lnTo>
                  <a:pt x="1463091" y="358352"/>
                </a:lnTo>
                <a:lnTo>
                  <a:pt x="1463269" y="358565"/>
                </a:lnTo>
                <a:lnTo>
                  <a:pt x="1463438" y="358770"/>
                </a:lnTo>
                <a:lnTo>
                  <a:pt x="1463607" y="358974"/>
                </a:lnTo>
                <a:lnTo>
                  <a:pt x="1463785" y="359179"/>
                </a:lnTo>
                <a:lnTo>
                  <a:pt x="1463954" y="359384"/>
                </a:lnTo>
                <a:lnTo>
                  <a:pt x="1464123" y="359588"/>
                </a:lnTo>
                <a:lnTo>
                  <a:pt x="1464301" y="359793"/>
                </a:lnTo>
                <a:lnTo>
                  <a:pt x="1464470" y="359997"/>
                </a:lnTo>
                <a:lnTo>
                  <a:pt x="1464648" y="360202"/>
                </a:lnTo>
                <a:lnTo>
                  <a:pt x="1464817" y="360398"/>
                </a:lnTo>
                <a:lnTo>
                  <a:pt x="1464986" y="360602"/>
                </a:lnTo>
                <a:lnTo>
                  <a:pt x="1465164" y="360807"/>
                </a:lnTo>
                <a:lnTo>
                  <a:pt x="1465333" y="361012"/>
                </a:lnTo>
                <a:lnTo>
                  <a:pt x="1465502" y="361207"/>
                </a:lnTo>
                <a:lnTo>
                  <a:pt x="1465679" y="361412"/>
                </a:lnTo>
                <a:lnTo>
                  <a:pt x="1465849" y="361617"/>
                </a:lnTo>
                <a:lnTo>
                  <a:pt x="1466018" y="361812"/>
                </a:lnTo>
                <a:lnTo>
                  <a:pt x="1466196" y="362017"/>
                </a:lnTo>
                <a:lnTo>
                  <a:pt x="1466365" y="362213"/>
                </a:lnTo>
                <a:lnTo>
                  <a:pt x="1466543" y="362409"/>
                </a:lnTo>
                <a:lnTo>
                  <a:pt x="1466711" y="362613"/>
                </a:lnTo>
                <a:lnTo>
                  <a:pt x="1466881" y="362809"/>
                </a:lnTo>
                <a:lnTo>
                  <a:pt x="1467058" y="363013"/>
                </a:lnTo>
                <a:lnTo>
                  <a:pt x="1467228" y="363209"/>
                </a:lnTo>
                <a:lnTo>
                  <a:pt x="1467397" y="363405"/>
                </a:lnTo>
                <a:lnTo>
                  <a:pt x="1467574" y="363601"/>
                </a:lnTo>
                <a:lnTo>
                  <a:pt x="1467744" y="363796"/>
                </a:lnTo>
                <a:lnTo>
                  <a:pt x="1467912" y="364001"/>
                </a:lnTo>
                <a:lnTo>
                  <a:pt x="1468090" y="364197"/>
                </a:lnTo>
                <a:lnTo>
                  <a:pt x="1468259" y="364392"/>
                </a:lnTo>
                <a:lnTo>
                  <a:pt x="1468437" y="364588"/>
                </a:lnTo>
                <a:lnTo>
                  <a:pt x="1468606" y="364784"/>
                </a:lnTo>
                <a:lnTo>
                  <a:pt x="1468776" y="364979"/>
                </a:lnTo>
                <a:lnTo>
                  <a:pt x="1468953" y="365175"/>
                </a:lnTo>
                <a:lnTo>
                  <a:pt x="1469123" y="365362"/>
                </a:lnTo>
                <a:lnTo>
                  <a:pt x="1469291" y="365558"/>
                </a:lnTo>
                <a:lnTo>
                  <a:pt x="1469469" y="365753"/>
                </a:lnTo>
                <a:lnTo>
                  <a:pt x="1469638" y="365949"/>
                </a:lnTo>
                <a:lnTo>
                  <a:pt x="1469807" y="366145"/>
                </a:lnTo>
                <a:lnTo>
                  <a:pt x="1469985" y="366332"/>
                </a:lnTo>
                <a:lnTo>
                  <a:pt x="1470154" y="366528"/>
                </a:lnTo>
                <a:lnTo>
                  <a:pt x="1470332" y="366714"/>
                </a:lnTo>
                <a:lnTo>
                  <a:pt x="1470501" y="366910"/>
                </a:lnTo>
                <a:lnTo>
                  <a:pt x="1470670" y="367106"/>
                </a:lnTo>
                <a:lnTo>
                  <a:pt x="1470848" y="367293"/>
                </a:lnTo>
                <a:lnTo>
                  <a:pt x="1471017" y="367488"/>
                </a:lnTo>
                <a:lnTo>
                  <a:pt x="1471186" y="367675"/>
                </a:lnTo>
                <a:lnTo>
                  <a:pt x="1471364" y="367862"/>
                </a:lnTo>
                <a:lnTo>
                  <a:pt x="1471533" y="368058"/>
                </a:lnTo>
                <a:lnTo>
                  <a:pt x="1471702" y="368245"/>
                </a:lnTo>
                <a:lnTo>
                  <a:pt x="1471880" y="368431"/>
                </a:lnTo>
                <a:lnTo>
                  <a:pt x="1472049" y="368627"/>
                </a:lnTo>
                <a:lnTo>
                  <a:pt x="1472218" y="368814"/>
                </a:lnTo>
                <a:lnTo>
                  <a:pt x="1472396" y="369001"/>
                </a:lnTo>
                <a:lnTo>
                  <a:pt x="1472565" y="369188"/>
                </a:lnTo>
                <a:lnTo>
                  <a:pt x="1472743" y="369374"/>
                </a:lnTo>
                <a:lnTo>
                  <a:pt x="1472912" y="369561"/>
                </a:lnTo>
                <a:lnTo>
                  <a:pt x="1473081" y="369748"/>
                </a:lnTo>
                <a:lnTo>
                  <a:pt x="1473259" y="369935"/>
                </a:lnTo>
                <a:lnTo>
                  <a:pt x="1473428" y="370122"/>
                </a:lnTo>
                <a:lnTo>
                  <a:pt x="1473597" y="370309"/>
                </a:lnTo>
                <a:lnTo>
                  <a:pt x="1473775" y="370495"/>
                </a:lnTo>
                <a:lnTo>
                  <a:pt x="1473944" y="370682"/>
                </a:lnTo>
                <a:lnTo>
                  <a:pt x="1474113" y="370869"/>
                </a:lnTo>
                <a:lnTo>
                  <a:pt x="1474291" y="371047"/>
                </a:lnTo>
                <a:lnTo>
                  <a:pt x="1474460" y="371234"/>
                </a:lnTo>
                <a:lnTo>
                  <a:pt x="1474638" y="371421"/>
                </a:lnTo>
                <a:lnTo>
                  <a:pt x="1474807" y="371607"/>
                </a:lnTo>
                <a:lnTo>
                  <a:pt x="1474976" y="371785"/>
                </a:lnTo>
                <a:lnTo>
                  <a:pt x="1475154" y="371972"/>
                </a:lnTo>
                <a:lnTo>
                  <a:pt x="1475323" y="372150"/>
                </a:lnTo>
                <a:lnTo>
                  <a:pt x="1475492" y="372337"/>
                </a:lnTo>
                <a:lnTo>
                  <a:pt x="1475670" y="372515"/>
                </a:lnTo>
                <a:lnTo>
                  <a:pt x="1475839" y="372702"/>
                </a:lnTo>
                <a:lnTo>
                  <a:pt x="1476008" y="372880"/>
                </a:lnTo>
                <a:lnTo>
                  <a:pt x="1476186" y="373066"/>
                </a:lnTo>
                <a:lnTo>
                  <a:pt x="1476355" y="373244"/>
                </a:lnTo>
                <a:lnTo>
                  <a:pt x="1476533" y="373422"/>
                </a:lnTo>
                <a:lnTo>
                  <a:pt x="1476702" y="373609"/>
                </a:lnTo>
                <a:lnTo>
                  <a:pt x="1476871" y="373787"/>
                </a:lnTo>
                <a:lnTo>
                  <a:pt x="1477049" y="373965"/>
                </a:lnTo>
                <a:lnTo>
                  <a:pt x="1477218" y="374143"/>
                </a:lnTo>
                <a:lnTo>
                  <a:pt x="1477387" y="374330"/>
                </a:lnTo>
                <a:lnTo>
                  <a:pt x="1477565" y="374508"/>
                </a:lnTo>
                <a:lnTo>
                  <a:pt x="1477734" y="374686"/>
                </a:lnTo>
                <a:lnTo>
                  <a:pt x="1477903" y="374864"/>
                </a:lnTo>
                <a:lnTo>
                  <a:pt x="1478081" y="375041"/>
                </a:lnTo>
                <a:lnTo>
                  <a:pt x="1478250" y="375219"/>
                </a:lnTo>
                <a:lnTo>
                  <a:pt x="1478428" y="375397"/>
                </a:lnTo>
                <a:lnTo>
                  <a:pt x="1478597" y="375575"/>
                </a:lnTo>
                <a:lnTo>
                  <a:pt x="1478766" y="375753"/>
                </a:lnTo>
                <a:lnTo>
                  <a:pt x="1478944" y="375931"/>
                </a:lnTo>
                <a:lnTo>
                  <a:pt x="1479113" y="376100"/>
                </a:lnTo>
                <a:lnTo>
                  <a:pt x="1479282" y="376278"/>
                </a:lnTo>
                <a:lnTo>
                  <a:pt x="1479460" y="376456"/>
                </a:lnTo>
                <a:lnTo>
                  <a:pt x="1479629" y="376634"/>
                </a:lnTo>
                <a:lnTo>
                  <a:pt x="1479798" y="376803"/>
                </a:lnTo>
                <a:lnTo>
                  <a:pt x="1479976" y="376981"/>
                </a:lnTo>
                <a:lnTo>
                  <a:pt x="1480145" y="377159"/>
                </a:lnTo>
                <a:lnTo>
                  <a:pt x="1480314" y="377328"/>
                </a:lnTo>
                <a:lnTo>
                  <a:pt x="1480492" y="377506"/>
                </a:lnTo>
                <a:lnTo>
                  <a:pt x="1480661" y="377675"/>
                </a:lnTo>
                <a:lnTo>
                  <a:pt x="1480839" y="377853"/>
                </a:lnTo>
                <a:lnTo>
                  <a:pt x="1481008" y="378022"/>
                </a:lnTo>
                <a:lnTo>
                  <a:pt x="1481177" y="378200"/>
                </a:lnTo>
                <a:lnTo>
                  <a:pt x="1481355" y="378369"/>
                </a:lnTo>
                <a:lnTo>
                  <a:pt x="1481524" y="378547"/>
                </a:lnTo>
                <a:lnTo>
                  <a:pt x="1481693" y="378716"/>
                </a:lnTo>
                <a:lnTo>
                  <a:pt x="1481871" y="378885"/>
                </a:lnTo>
                <a:lnTo>
                  <a:pt x="1482040" y="379054"/>
                </a:lnTo>
                <a:lnTo>
                  <a:pt x="1482209" y="379232"/>
                </a:lnTo>
                <a:lnTo>
                  <a:pt x="1482387" y="379401"/>
                </a:lnTo>
                <a:lnTo>
                  <a:pt x="1482556" y="379570"/>
                </a:lnTo>
                <a:lnTo>
                  <a:pt x="1482734" y="379739"/>
                </a:lnTo>
                <a:lnTo>
                  <a:pt x="1482903" y="379908"/>
                </a:lnTo>
                <a:lnTo>
                  <a:pt x="1483072" y="380077"/>
                </a:lnTo>
                <a:lnTo>
                  <a:pt x="1483250" y="380255"/>
                </a:lnTo>
                <a:lnTo>
                  <a:pt x="1483419" y="380424"/>
                </a:lnTo>
                <a:lnTo>
                  <a:pt x="1483588" y="380593"/>
                </a:lnTo>
                <a:lnTo>
                  <a:pt x="1483766" y="380762"/>
                </a:lnTo>
                <a:lnTo>
                  <a:pt x="1483935" y="380922"/>
                </a:lnTo>
                <a:lnTo>
                  <a:pt x="1484104" y="381091"/>
                </a:lnTo>
                <a:lnTo>
                  <a:pt x="1484282" y="381260"/>
                </a:lnTo>
                <a:lnTo>
                  <a:pt x="1484451" y="381429"/>
                </a:lnTo>
                <a:lnTo>
                  <a:pt x="1484629" y="381598"/>
                </a:lnTo>
                <a:lnTo>
                  <a:pt x="1484798" y="381767"/>
                </a:lnTo>
                <a:lnTo>
                  <a:pt x="1484967" y="381927"/>
                </a:lnTo>
                <a:lnTo>
                  <a:pt x="1485145" y="382096"/>
                </a:lnTo>
                <a:lnTo>
                  <a:pt x="1485314" y="382265"/>
                </a:lnTo>
                <a:lnTo>
                  <a:pt x="1485483" y="382426"/>
                </a:lnTo>
                <a:lnTo>
                  <a:pt x="1485661" y="382594"/>
                </a:lnTo>
                <a:lnTo>
                  <a:pt x="1485830" y="382764"/>
                </a:lnTo>
                <a:lnTo>
                  <a:pt x="1485999" y="382924"/>
                </a:lnTo>
                <a:lnTo>
                  <a:pt x="1486177" y="383093"/>
                </a:lnTo>
                <a:lnTo>
                  <a:pt x="1486346" y="383253"/>
                </a:lnTo>
                <a:lnTo>
                  <a:pt x="1486524" y="383422"/>
                </a:lnTo>
                <a:lnTo>
                  <a:pt x="1486693" y="383582"/>
                </a:lnTo>
                <a:lnTo>
                  <a:pt x="1486862" y="383751"/>
                </a:lnTo>
                <a:lnTo>
                  <a:pt x="1487040" y="383911"/>
                </a:lnTo>
                <a:lnTo>
                  <a:pt x="1487209" y="384071"/>
                </a:lnTo>
                <a:lnTo>
                  <a:pt x="1487378" y="384240"/>
                </a:lnTo>
                <a:lnTo>
                  <a:pt x="1487556" y="384401"/>
                </a:lnTo>
                <a:lnTo>
                  <a:pt x="1487725" y="384561"/>
                </a:lnTo>
                <a:lnTo>
                  <a:pt x="1487894" y="384721"/>
                </a:lnTo>
                <a:lnTo>
                  <a:pt x="1488072" y="384890"/>
                </a:lnTo>
                <a:lnTo>
                  <a:pt x="1488241" y="385050"/>
                </a:lnTo>
                <a:lnTo>
                  <a:pt x="1488410" y="385210"/>
                </a:lnTo>
                <a:lnTo>
                  <a:pt x="1488588" y="385370"/>
                </a:lnTo>
                <a:lnTo>
                  <a:pt x="1488757" y="385530"/>
                </a:lnTo>
                <a:lnTo>
                  <a:pt x="1488935" y="385690"/>
                </a:lnTo>
                <a:lnTo>
                  <a:pt x="1489104" y="385851"/>
                </a:lnTo>
                <a:lnTo>
                  <a:pt x="1489273" y="386011"/>
                </a:lnTo>
                <a:lnTo>
                  <a:pt x="1489451" y="386171"/>
                </a:lnTo>
                <a:lnTo>
                  <a:pt x="1489620" y="386331"/>
                </a:lnTo>
                <a:lnTo>
                  <a:pt x="1489789" y="386491"/>
                </a:lnTo>
                <a:lnTo>
                  <a:pt x="1489967" y="386651"/>
                </a:lnTo>
                <a:lnTo>
                  <a:pt x="1490136" y="386811"/>
                </a:lnTo>
                <a:lnTo>
                  <a:pt x="1490305" y="386972"/>
                </a:lnTo>
                <a:lnTo>
                  <a:pt x="1490483" y="387123"/>
                </a:lnTo>
                <a:lnTo>
                  <a:pt x="1490652" y="387283"/>
                </a:lnTo>
                <a:lnTo>
                  <a:pt x="1490830" y="387443"/>
                </a:lnTo>
                <a:lnTo>
                  <a:pt x="1490999" y="387603"/>
                </a:lnTo>
                <a:lnTo>
                  <a:pt x="1491168" y="387754"/>
                </a:lnTo>
                <a:lnTo>
                  <a:pt x="1491346" y="387915"/>
                </a:lnTo>
                <a:lnTo>
                  <a:pt x="1491515" y="388075"/>
                </a:lnTo>
                <a:lnTo>
                  <a:pt x="1491684" y="388226"/>
                </a:lnTo>
                <a:lnTo>
                  <a:pt x="1491862" y="388386"/>
                </a:lnTo>
                <a:lnTo>
                  <a:pt x="1492031" y="388537"/>
                </a:lnTo>
                <a:lnTo>
                  <a:pt x="1492200" y="388697"/>
                </a:lnTo>
                <a:lnTo>
                  <a:pt x="1492378" y="388849"/>
                </a:lnTo>
                <a:lnTo>
                  <a:pt x="1492547" y="389009"/>
                </a:lnTo>
                <a:lnTo>
                  <a:pt x="1492725" y="389160"/>
                </a:lnTo>
                <a:lnTo>
                  <a:pt x="1492894" y="389311"/>
                </a:lnTo>
                <a:lnTo>
                  <a:pt x="1493063" y="389471"/>
                </a:lnTo>
                <a:lnTo>
                  <a:pt x="1493241" y="389623"/>
                </a:lnTo>
                <a:lnTo>
                  <a:pt x="1493410" y="389783"/>
                </a:lnTo>
                <a:lnTo>
                  <a:pt x="1493579" y="389934"/>
                </a:lnTo>
                <a:lnTo>
                  <a:pt x="1493757" y="390085"/>
                </a:lnTo>
                <a:lnTo>
                  <a:pt x="1493926" y="390237"/>
                </a:lnTo>
                <a:lnTo>
                  <a:pt x="1494095" y="390388"/>
                </a:lnTo>
                <a:lnTo>
                  <a:pt x="1494273" y="390548"/>
                </a:lnTo>
                <a:lnTo>
                  <a:pt x="1494442" y="390699"/>
                </a:lnTo>
                <a:lnTo>
                  <a:pt x="1494620" y="390850"/>
                </a:lnTo>
                <a:lnTo>
                  <a:pt x="1494789" y="391002"/>
                </a:lnTo>
                <a:lnTo>
                  <a:pt x="1494958" y="391153"/>
                </a:lnTo>
                <a:lnTo>
                  <a:pt x="1495136" y="391304"/>
                </a:lnTo>
                <a:lnTo>
                  <a:pt x="1495305" y="391455"/>
                </a:lnTo>
                <a:lnTo>
                  <a:pt x="1495474" y="391607"/>
                </a:lnTo>
                <a:lnTo>
                  <a:pt x="1495652" y="391758"/>
                </a:lnTo>
                <a:lnTo>
                  <a:pt x="1495821" y="391909"/>
                </a:lnTo>
                <a:lnTo>
                  <a:pt x="1495990" y="392060"/>
                </a:lnTo>
                <a:lnTo>
                  <a:pt x="1496168" y="392212"/>
                </a:lnTo>
                <a:lnTo>
                  <a:pt x="1496337" y="392363"/>
                </a:lnTo>
                <a:lnTo>
                  <a:pt x="1496506" y="392505"/>
                </a:lnTo>
                <a:lnTo>
                  <a:pt x="1496684" y="392656"/>
                </a:lnTo>
                <a:lnTo>
                  <a:pt x="1496853" y="392808"/>
                </a:lnTo>
                <a:lnTo>
                  <a:pt x="1497031" y="392959"/>
                </a:lnTo>
                <a:lnTo>
                  <a:pt x="1497200" y="393101"/>
                </a:lnTo>
                <a:lnTo>
                  <a:pt x="1497369" y="393252"/>
                </a:lnTo>
                <a:lnTo>
                  <a:pt x="1497547" y="393404"/>
                </a:lnTo>
                <a:lnTo>
                  <a:pt x="1497716" y="393546"/>
                </a:lnTo>
                <a:lnTo>
                  <a:pt x="1497885" y="393697"/>
                </a:lnTo>
                <a:lnTo>
                  <a:pt x="1498063" y="393849"/>
                </a:lnTo>
                <a:lnTo>
                  <a:pt x="1498232" y="393991"/>
                </a:lnTo>
                <a:lnTo>
                  <a:pt x="1498401" y="394142"/>
                </a:lnTo>
                <a:lnTo>
                  <a:pt x="1498579" y="394284"/>
                </a:lnTo>
                <a:lnTo>
                  <a:pt x="1498748" y="394436"/>
                </a:lnTo>
                <a:lnTo>
                  <a:pt x="1498926" y="394578"/>
                </a:lnTo>
                <a:lnTo>
                  <a:pt x="1499095" y="394729"/>
                </a:lnTo>
                <a:lnTo>
                  <a:pt x="1499264" y="394872"/>
                </a:lnTo>
                <a:lnTo>
                  <a:pt x="1499442" y="395014"/>
                </a:lnTo>
                <a:lnTo>
                  <a:pt x="1499611" y="395165"/>
                </a:lnTo>
                <a:lnTo>
                  <a:pt x="1499780" y="395308"/>
                </a:lnTo>
                <a:lnTo>
                  <a:pt x="1499958" y="395450"/>
                </a:lnTo>
                <a:lnTo>
                  <a:pt x="1500127" y="395601"/>
                </a:lnTo>
                <a:lnTo>
                  <a:pt x="1500296" y="395743"/>
                </a:lnTo>
                <a:lnTo>
                  <a:pt x="1500474" y="395886"/>
                </a:lnTo>
                <a:lnTo>
                  <a:pt x="1500643" y="396028"/>
                </a:lnTo>
                <a:lnTo>
                  <a:pt x="1500820" y="396170"/>
                </a:lnTo>
                <a:lnTo>
                  <a:pt x="1500990" y="396322"/>
                </a:lnTo>
                <a:lnTo>
                  <a:pt x="1501159" y="396464"/>
                </a:lnTo>
                <a:lnTo>
                  <a:pt x="1501337" y="396606"/>
                </a:lnTo>
                <a:lnTo>
                  <a:pt x="1501505" y="396749"/>
                </a:lnTo>
                <a:lnTo>
                  <a:pt x="1501675" y="396891"/>
                </a:lnTo>
                <a:lnTo>
                  <a:pt x="1501852" y="397033"/>
                </a:lnTo>
                <a:lnTo>
                  <a:pt x="1502022" y="397176"/>
                </a:lnTo>
                <a:lnTo>
                  <a:pt x="1502191" y="397318"/>
                </a:lnTo>
                <a:lnTo>
                  <a:pt x="1502369" y="397460"/>
                </a:lnTo>
                <a:lnTo>
                  <a:pt x="1502538" y="397603"/>
                </a:lnTo>
                <a:lnTo>
                  <a:pt x="1502715" y="397745"/>
                </a:lnTo>
                <a:lnTo>
                  <a:pt x="1502884" y="397888"/>
                </a:lnTo>
                <a:lnTo>
                  <a:pt x="1503053" y="398021"/>
                </a:lnTo>
                <a:lnTo>
                  <a:pt x="1503231" y="398163"/>
                </a:lnTo>
                <a:lnTo>
                  <a:pt x="1503401" y="398306"/>
                </a:lnTo>
                <a:lnTo>
                  <a:pt x="1503570" y="398448"/>
                </a:lnTo>
                <a:lnTo>
                  <a:pt x="1503747" y="398590"/>
                </a:lnTo>
                <a:lnTo>
                  <a:pt x="1503916" y="398724"/>
                </a:lnTo>
                <a:lnTo>
                  <a:pt x="1504086" y="398866"/>
                </a:lnTo>
                <a:lnTo>
                  <a:pt x="1504263" y="399008"/>
                </a:lnTo>
                <a:lnTo>
                  <a:pt x="1504432" y="399142"/>
                </a:lnTo>
                <a:lnTo>
                  <a:pt x="1504601" y="399284"/>
                </a:lnTo>
                <a:lnTo>
                  <a:pt x="1504779" y="399418"/>
                </a:lnTo>
                <a:lnTo>
                  <a:pt x="1504949" y="399560"/>
                </a:lnTo>
                <a:lnTo>
                  <a:pt x="1505126" y="399702"/>
                </a:lnTo>
                <a:lnTo>
                  <a:pt x="1505295" y="399836"/>
                </a:lnTo>
                <a:lnTo>
                  <a:pt x="1505464" y="399978"/>
                </a:lnTo>
                <a:lnTo>
                  <a:pt x="1505642" y="400112"/>
                </a:lnTo>
                <a:lnTo>
                  <a:pt x="1505811" y="400254"/>
                </a:lnTo>
                <a:lnTo>
                  <a:pt x="1505980" y="400387"/>
                </a:lnTo>
                <a:lnTo>
                  <a:pt x="1506158" y="400521"/>
                </a:lnTo>
                <a:lnTo>
                  <a:pt x="1506327" y="400663"/>
                </a:lnTo>
                <a:lnTo>
                  <a:pt x="1506497" y="400797"/>
                </a:lnTo>
                <a:lnTo>
                  <a:pt x="1506674" y="400930"/>
                </a:lnTo>
                <a:lnTo>
                  <a:pt x="1506843" y="401072"/>
                </a:lnTo>
                <a:lnTo>
                  <a:pt x="1507021" y="401206"/>
                </a:lnTo>
                <a:lnTo>
                  <a:pt x="1507190" y="401339"/>
                </a:lnTo>
                <a:lnTo>
                  <a:pt x="1507359" y="401482"/>
                </a:lnTo>
                <a:lnTo>
                  <a:pt x="1507537" y="401615"/>
                </a:lnTo>
                <a:lnTo>
                  <a:pt x="1507706" y="401749"/>
                </a:lnTo>
                <a:lnTo>
                  <a:pt x="1507875" y="401882"/>
                </a:lnTo>
                <a:lnTo>
                  <a:pt x="1508053" y="402015"/>
                </a:lnTo>
                <a:lnTo>
                  <a:pt x="1508222" y="402149"/>
                </a:lnTo>
                <a:lnTo>
                  <a:pt x="1508391" y="402291"/>
                </a:lnTo>
                <a:lnTo>
                  <a:pt x="1508569" y="402425"/>
                </a:lnTo>
                <a:lnTo>
                  <a:pt x="1508738" y="402558"/>
                </a:lnTo>
                <a:lnTo>
                  <a:pt x="1508916" y="402692"/>
                </a:lnTo>
                <a:lnTo>
                  <a:pt x="1509085" y="402825"/>
                </a:lnTo>
                <a:lnTo>
                  <a:pt x="1509254" y="402958"/>
                </a:lnTo>
                <a:lnTo>
                  <a:pt x="1509432" y="403092"/>
                </a:lnTo>
                <a:lnTo>
                  <a:pt x="1509601" y="403225"/>
                </a:lnTo>
                <a:lnTo>
                  <a:pt x="1509770" y="403359"/>
                </a:lnTo>
                <a:lnTo>
                  <a:pt x="1509948" y="403483"/>
                </a:lnTo>
                <a:lnTo>
                  <a:pt x="1510117" y="403617"/>
                </a:lnTo>
                <a:lnTo>
                  <a:pt x="1510286" y="403750"/>
                </a:lnTo>
                <a:lnTo>
                  <a:pt x="1510464" y="403884"/>
                </a:lnTo>
                <a:lnTo>
                  <a:pt x="1510633" y="404017"/>
                </a:lnTo>
                <a:lnTo>
                  <a:pt x="1510811" y="404151"/>
                </a:lnTo>
                <a:lnTo>
                  <a:pt x="1510980" y="404275"/>
                </a:lnTo>
                <a:lnTo>
                  <a:pt x="1511149" y="404409"/>
                </a:lnTo>
                <a:lnTo>
                  <a:pt x="1511327" y="404542"/>
                </a:lnTo>
                <a:lnTo>
                  <a:pt x="1511496" y="404667"/>
                </a:lnTo>
                <a:lnTo>
                  <a:pt x="1511665" y="404800"/>
                </a:lnTo>
                <a:lnTo>
                  <a:pt x="1511843" y="404933"/>
                </a:lnTo>
                <a:lnTo>
                  <a:pt x="1512012" y="405058"/>
                </a:lnTo>
                <a:lnTo>
                  <a:pt x="1512181" y="405192"/>
                </a:lnTo>
                <a:lnTo>
                  <a:pt x="1512359" y="405325"/>
                </a:lnTo>
                <a:lnTo>
                  <a:pt x="1512528" y="405450"/>
                </a:lnTo>
                <a:lnTo>
                  <a:pt x="1512697" y="405583"/>
                </a:lnTo>
                <a:lnTo>
                  <a:pt x="1512875" y="405707"/>
                </a:lnTo>
                <a:lnTo>
                  <a:pt x="1513044" y="405841"/>
                </a:lnTo>
                <a:lnTo>
                  <a:pt x="1513222" y="405965"/>
                </a:lnTo>
                <a:lnTo>
                  <a:pt x="1513391" y="406099"/>
                </a:lnTo>
                <a:lnTo>
                  <a:pt x="1513560" y="406224"/>
                </a:lnTo>
                <a:lnTo>
                  <a:pt x="1513738" y="406348"/>
                </a:lnTo>
                <a:lnTo>
                  <a:pt x="1513907" y="406481"/>
                </a:lnTo>
                <a:lnTo>
                  <a:pt x="1514076" y="406606"/>
                </a:lnTo>
                <a:lnTo>
                  <a:pt x="1514254" y="406731"/>
                </a:lnTo>
                <a:lnTo>
                  <a:pt x="1514423" y="406864"/>
                </a:lnTo>
                <a:lnTo>
                  <a:pt x="1514592" y="406989"/>
                </a:lnTo>
                <a:lnTo>
                  <a:pt x="1514770" y="407113"/>
                </a:lnTo>
                <a:lnTo>
                  <a:pt x="1514939" y="407247"/>
                </a:lnTo>
                <a:lnTo>
                  <a:pt x="1515117" y="407371"/>
                </a:lnTo>
                <a:lnTo>
                  <a:pt x="1515286" y="407496"/>
                </a:lnTo>
                <a:lnTo>
                  <a:pt x="1515455" y="407620"/>
                </a:lnTo>
                <a:lnTo>
                  <a:pt x="1515633" y="407745"/>
                </a:lnTo>
                <a:lnTo>
                  <a:pt x="1515802" y="407869"/>
                </a:lnTo>
                <a:lnTo>
                  <a:pt x="1515971" y="408003"/>
                </a:lnTo>
                <a:lnTo>
                  <a:pt x="1516149" y="408127"/>
                </a:lnTo>
                <a:lnTo>
                  <a:pt x="1516318" y="408252"/>
                </a:lnTo>
                <a:lnTo>
                  <a:pt x="1516487" y="408376"/>
                </a:lnTo>
                <a:lnTo>
                  <a:pt x="1516665" y="408501"/>
                </a:lnTo>
                <a:lnTo>
                  <a:pt x="1516834" y="408626"/>
                </a:lnTo>
                <a:lnTo>
                  <a:pt x="1517012" y="408750"/>
                </a:lnTo>
                <a:lnTo>
                  <a:pt x="1517181" y="408875"/>
                </a:lnTo>
                <a:lnTo>
                  <a:pt x="1517350" y="408999"/>
                </a:lnTo>
                <a:lnTo>
                  <a:pt x="1517528" y="409124"/>
                </a:lnTo>
                <a:lnTo>
                  <a:pt x="1517697" y="409248"/>
                </a:lnTo>
                <a:lnTo>
                  <a:pt x="1517866" y="409364"/>
                </a:lnTo>
                <a:lnTo>
                  <a:pt x="1518044" y="409488"/>
                </a:lnTo>
                <a:lnTo>
                  <a:pt x="1518213" y="409613"/>
                </a:lnTo>
                <a:lnTo>
                  <a:pt x="1518382" y="409738"/>
                </a:lnTo>
                <a:lnTo>
                  <a:pt x="1518560" y="409862"/>
                </a:lnTo>
                <a:lnTo>
                  <a:pt x="1518729" y="409987"/>
                </a:lnTo>
                <a:lnTo>
                  <a:pt x="1518907" y="410102"/>
                </a:lnTo>
                <a:lnTo>
                  <a:pt x="1519076" y="410227"/>
                </a:lnTo>
                <a:lnTo>
                  <a:pt x="1519245" y="410351"/>
                </a:lnTo>
                <a:lnTo>
                  <a:pt x="1519423" y="410476"/>
                </a:lnTo>
                <a:lnTo>
                  <a:pt x="1519592" y="410592"/>
                </a:lnTo>
                <a:lnTo>
                  <a:pt x="1519761" y="410716"/>
                </a:lnTo>
                <a:lnTo>
                  <a:pt x="1519939" y="410832"/>
                </a:lnTo>
                <a:lnTo>
                  <a:pt x="1520108" y="410956"/>
                </a:lnTo>
                <a:lnTo>
                  <a:pt x="1520277" y="411081"/>
                </a:lnTo>
                <a:lnTo>
                  <a:pt x="1520455" y="411197"/>
                </a:lnTo>
                <a:lnTo>
                  <a:pt x="1520624" y="411321"/>
                </a:lnTo>
                <a:lnTo>
                  <a:pt x="1520793" y="411437"/>
                </a:lnTo>
                <a:lnTo>
                  <a:pt x="1520971" y="411561"/>
                </a:lnTo>
                <a:lnTo>
                  <a:pt x="1521140" y="411677"/>
                </a:lnTo>
                <a:lnTo>
                  <a:pt x="1521318" y="411802"/>
                </a:lnTo>
                <a:lnTo>
                  <a:pt x="1521487" y="411917"/>
                </a:lnTo>
                <a:lnTo>
                  <a:pt x="1521656" y="412042"/>
                </a:lnTo>
                <a:lnTo>
                  <a:pt x="1521834" y="412157"/>
                </a:lnTo>
                <a:lnTo>
                  <a:pt x="1522003" y="412282"/>
                </a:lnTo>
                <a:lnTo>
                  <a:pt x="1522172" y="412398"/>
                </a:lnTo>
                <a:lnTo>
                  <a:pt x="1522350" y="412513"/>
                </a:lnTo>
                <a:lnTo>
                  <a:pt x="1522519" y="412638"/>
                </a:lnTo>
                <a:lnTo>
                  <a:pt x="1522688" y="412753"/>
                </a:lnTo>
                <a:lnTo>
                  <a:pt x="1522866" y="412869"/>
                </a:lnTo>
                <a:lnTo>
                  <a:pt x="1523035" y="412994"/>
                </a:lnTo>
                <a:lnTo>
                  <a:pt x="1523213" y="413109"/>
                </a:lnTo>
                <a:lnTo>
                  <a:pt x="1523382" y="413225"/>
                </a:lnTo>
                <a:lnTo>
                  <a:pt x="1523551" y="413341"/>
                </a:lnTo>
                <a:lnTo>
                  <a:pt x="1523729" y="413456"/>
                </a:lnTo>
                <a:lnTo>
                  <a:pt x="1523898" y="413581"/>
                </a:lnTo>
                <a:lnTo>
                  <a:pt x="1524067" y="413696"/>
                </a:lnTo>
                <a:lnTo>
                  <a:pt x="1524245" y="413812"/>
                </a:lnTo>
                <a:lnTo>
                  <a:pt x="1524414" y="413928"/>
                </a:lnTo>
                <a:lnTo>
                  <a:pt x="1524583" y="414043"/>
                </a:lnTo>
                <a:lnTo>
                  <a:pt x="1524761" y="414159"/>
                </a:lnTo>
                <a:lnTo>
                  <a:pt x="1524930" y="414275"/>
                </a:lnTo>
                <a:lnTo>
                  <a:pt x="1525108" y="414390"/>
                </a:lnTo>
                <a:lnTo>
                  <a:pt x="1525277" y="414506"/>
                </a:lnTo>
                <a:lnTo>
                  <a:pt x="1525446" y="414622"/>
                </a:lnTo>
                <a:lnTo>
                  <a:pt x="1525624" y="414737"/>
                </a:lnTo>
                <a:lnTo>
                  <a:pt x="1525793" y="414853"/>
                </a:lnTo>
                <a:lnTo>
                  <a:pt x="1525962" y="414969"/>
                </a:lnTo>
                <a:lnTo>
                  <a:pt x="1526140" y="415084"/>
                </a:lnTo>
                <a:lnTo>
                  <a:pt x="1526309" y="415200"/>
                </a:lnTo>
                <a:lnTo>
                  <a:pt x="1526478" y="415316"/>
                </a:lnTo>
                <a:lnTo>
                  <a:pt x="1526656" y="415431"/>
                </a:lnTo>
                <a:lnTo>
                  <a:pt x="1526825" y="415547"/>
                </a:lnTo>
                <a:lnTo>
                  <a:pt x="1527003" y="415663"/>
                </a:lnTo>
                <a:lnTo>
                  <a:pt x="1527172" y="415769"/>
                </a:lnTo>
                <a:lnTo>
                  <a:pt x="1527341" y="415885"/>
                </a:lnTo>
                <a:lnTo>
                  <a:pt x="1527519" y="416001"/>
                </a:lnTo>
                <a:lnTo>
                  <a:pt x="1527688" y="416116"/>
                </a:lnTo>
                <a:lnTo>
                  <a:pt x="1527857" y="416223"/>
                </a:lnTo>
                <a:lnTo>
                  <a:pt x="1528035" y="416339"/>
                </a:lnTo>
                <a:lnTo>
                  <a:pt x="1528204" y="416454"/>
                </a:lnTo>
                <a:lnTo>
                  <a:pt x="1528373" y="416570"/>
                </a:lnTo>
                <a:lnTo>
                  <a:pt x="1528551" y="416677"/>
                </a:lnTo>
                <a:lnTo>
                  <a:pt x="1528720" y="416793"/>
                </a:lnTo>
                <a:lnTo>
                  <a:pt x="1528889" y="416908"/>
                </a:lnTo>
                <a:lnTo>
                  <a:pt x="1529067" y="417015"/>
                </a:lnTo>
                <a:lnTo>
                  <a:pt x="1529236" y="417130"/>
                </a:lnTo>
                <a:lnTo>
                  <a:pt x="1529414" y="417237"/>
                </a:lnTo>
                <a:lnTo>
                  <a:pt x="1529583" y="417353"/>
                </a:lnTo>
                <a:lnTo>
                  <a:pt x="1529752" y="417460"/>
                </a:lnTo>
                <a:lnTo>
                  <a:pt x="1529930" y="417575"/>
                </a:lnTo>
                <a:lnTo>
                  <a:pt x="1530099" y="417682"/>
                </a:lnTo>
                <a:lnTo>
                  <a:pt x="1530268" y="417798"/>
                </a:lnTo>
                <a:lnTo>
                  <a:pt x="1530446" y="417905"/>
                </a:lnTo>
                <a:lnTo>
                  <a:pt x="1530615" y="418020"/>
                </a:lnTo>
                <a:lnTo>
                  <a:pt x="1530784" y="418127"/>
                </a:lnTo>
                <a:lnTo>
                  <a:pt x="1530962" y="418243"/>
                </a:lnTo>
                <a:lnTo>
                  <a:pt x="1531131" y="418349"/>
                </a:lnTo>
                <a:lnTo>
                  <a:pt x="1531309" y="418456"/>
                </a:lnTo>
                <a:lnTo>
                  <a:pt x="1531478" y="418572"/>
                </a:lnTo>
                <a:lnTo>
                  <a:pt x="1531647" y="418679"/>
                </a:lnTo>
                <a:lnTo>
                  <a:pt x="1531825" y="418785"/>
                </a:lnTo>
                <a:lnTo>
                  <a:pt x="1531994" y="418901"/>
                </a:lnTo>
                <a:lnTo>
                  <a:pt x="1532163" y="419008"/>
                </a:lnTo>
                <a:lnTo>
                  <a:pt x="1532341" y="419114"/>
                </a:lnTo>
                <a:lnTo>
                  <a:pt x="1532510" y="419230"/>
                </a:lnTo>
                <a:lnTo>
                  <a:pt x="1532679" y="419337"/>
                </a:lnTo>
                <a:lnTo>
                  <a:pt x="1532857" y="419444"/>
                </a:lnTo>
                <a:lnTo>
                  <a:pt x="1533026" y="419550"/>
                </a:lnTo>
                <a:lnTo>
                  <a:pt x="1533204" y="419657"/>
                </a:lnTo>
                <a:lnTo>
                  <a:pt x="1533373" y="419773"/>
                </a:lnTo>
                <a:lnTo>
                  <a:pt x="1533542" y="419880"/>
                </a:lnTo>
                <a:lnTo>
                  <a:pt x="1533720" y="419986"/>
                </a:lnTo>
                <a:lnTo>
                  <a:pt x="1533889" y="420093"/>
                </a:lnTo>
                <a:lnTo>
                  <a:pt x="1534058" y="420200"/>
                </a:lnTo>
                <a:lnTo>
                  <a:pt x="1534236" y="420307"/>
                </a:lnTo>
                <a:lnTo>
                  <a:pt x="1534405" y="420413"/>
                </a:lnTo>
                <a:lnTo>
                  <a:pt x="1534574" y="420520"/>
                </a:lnTo>
                <a:lnTo>
                  <a:pt x="1534752" y="420627"/>
                </a:lnTo>
                <a:lnTo>
                  <a:pt x="1534921" y="420734"/>
                </a:lnTo>
                <a:lnTo>
                  <a:pt x="1535099" y="420840"/>
                </a:lnTo>
                <a:lnTo>
                  <a:pt x="1535267" y="420947"/>
                </a:lnTo>
                <a:lnTo>
                  <a:pt x="1535437" y="421054"/>
                </a:lnTo>
                <a:lnTo>
                  <a:pt x="1535615" y="421161"/>
                </a:lnTo>
                <a:lnTo>
                  <a:pt x="1535784" y="421267"/>
                </a:lnTo>
                <a:lnTo>
                  <a:pt x="1535953" y="421374"/>
                </a:lnTo>
                <a:lnTo>
                  <a:pt x="1536130" y="421481"/>
                </a:lnTo>
                <a:lnTo>
                  <a:pt x="1536300" y="421588"/>
                </a:lnTo>
                <a:lnTo>
                  <a:pt x="1536469" y="421694"/>
                </a:lnTo>
                <a:lnTo>
                  <a:pt x="1536646" y="421792"/>
                </a:lnTo>
                <a:lnTo>
                  <a:pt x="1536815" y="421899"/>
                </a:lnTo>
                <a:lnTo>
                  <a:pt x="1536985" y="422006"/>
                </a:lnTo>
                <a:lnTo>
                  <a:pt x="1537163" y="422113"/>
                </a:lnTo>
                <a:lnTo>
                  <a:pt x="1537332" y="422219"/>
                </a:lnTo>
                <a:lnTo>
                  <a:pt x="1537509" y="422317"/>
                </a:lnTo>
                <a:lnTo>
                  <a:pt x="1537679" y="422424"/>
                </a:lnTo>
                <a:lnTo>
                  <a:pt x="1537848" y="422531"/>
                </a:lnTo>
                <a:lnTo>
                  <a:pt x="1538025" y="422629"/>
                </a:lnTo>
                <a:lnTo>
                  <a:pt x="1538194" y="422735"/>
                </a:lnTo>
                <a:lnTo>
                  <a:pt x="1538363" y="422842"/>
                </a:lnTo>
                <a:lnTo>
                  <a:pt x="1538542" y="422940"/>
                </a:lnTo>
                <a:lnTo>
                  <a:pt x="1538711" y="423047"/>
                </a:lnTo>
                <a:lnTo>
                  <a:pt x="1538879" y="423153"/>
                </a:lnTo>
                <a:lnTo>
                  <a:pt x="1539057" y="423251"/>
                </a:lnTo>
                <a:lnTo>
                  <a:pt x="1539227" y="423358"/>
                </a:lnTo>
                <a:lnTo>
                  <a:pt x="1539404" y="423456"/>
                </a:lnTo>
                <a:lnTo>
                  <a:pt x="1539573" y="423563"/>
                </a:lnTo>
                <a:lnTo>
                  <a:pt x="1539742" y="423669"/>
                </a:lnTo>
                <a:lnTo>
                  <a:pt x="1539920" y="423767"/>
                </a:lnTo>
                <a:lnTo>
                  <a:pt x="1540090" y="423874"/>
                </a:lnTo>
                <a:lnTo>
                  <a:pt x="1540258" y="423972"/>
                </a:lnTo>
                <a:lnTo>
                  <a:pt x="1540436" y="424070"/>
                </a:lnTo>
                <a:lnTo>
                  <a:pt x="1540605" y="424176"/>
                </a:lnTo>
                <a:lnTo>
                  <a:pt x="1540775" y="424274"/>
                </a:lnTo>
                <a:lnTo>
                  <a:pt x="1540952" y="424381"/>
                </a:lnTo>
                <a:lnTo>
                  <a:pt x="1541121" y="424479"/>
                </a:lnTo>
                <a:lnTo>
                  <a:pt x="1541299" y="424586"/>
                </a:lnTo>
                <a:lnTo>
                  <a:pt x="1541468" y="424684"/>
                </a:lnTo>
                <a:lnTo>
                  <a:pt x="1541637" y="424782"/>
                </a:lnTo>
                <a:lnTo>
                  <a:pt x="1541815" y="424888"/>
                </a:lnTo>
                <a:lnTo>
                  <a:pt x="1541984" y="424986"/>
                </a:lnTo>
                <a:lnTo>
                  <a:pt x="1542153" y="425084"/>
                </a:lnTo>
                <a:lnTo>
                  <a:pt x="1542331" y="425191"/>
                </a:lnTo>
                <a:lnTo>
                  <a:pt x="1542500" y="425289"/>
                </a:lnTo>
                <a:lnTo>
                  <a:pt x="1542669" y="425386"/>
                </a:lnTo>
                <a:lnTo>
                  <a:pt x="1542847" y="425484"/>
                </a:lnTo>
                <a:lnTo>
                  <a:pt x="1543016" y="425591"/>
                </a:lnTo>
                <a:lnTo>
                  <a:pt x="1543194" y="425689"/>
                </a:lnTo>
                <a:lnTo>
                  <a:pt x="1543363" y="425787"/>
                </a:lnTo>
                <a:lnTo>
                  <a:pt x="1543532" y="425885"/>
                </a:lnTo>
                <a:lnTo>
                  <a:pt x="1543710" y="425983"/>
                </a:lnTo>
                <a:lnTo>
                  <a:pt x="1543879" y="426089"/>
                </a:lnTo>
                <a:lnTo>
                  <a:pt x="1544048" y="426187"/>
                </a:lnTo>
                <a:lnTo>
                  <a:pt x="1544226" y="426285"/>
                </a:lnTo>
                <a:lnTo>
                  <a:pt x="1544395" y="426383"/>
                </a:lnTo>
                <a:lnTo>
                  <a:pt x="1544564" y="426481"/>
                </a:lnTo>
                <a:lnTo>
                  <a:pt x="1544742" y="426579"/>
                </a:lnTo>
                <a:lnTo>
                  <a:pt x="1544911" y="426676"/>
                </a:lnTo>
                <a:lnTo>
                  <a:pt x="1545080" y="426774"/>
                </a:lnTo>
                <a:lnTo>
                  <a:pt x="1545258" y="426872"/>
                </a:lnTo>
                <a:lnTo>
                  <a:pt x="1545427" y="426970"/>
                </a:lnTo>
                <a:lnTo>
                  <a:pt x="1545605" y="427068"/>
                </a:lnTo>
                <a:lnTo>
                  <a:pt x="1545774" y="427166"/>
                </a:lnTo>
                <a:lnTo>
                  <a:pt x="1545943" y="427264"/>
                </a:lnTo>
                <a:lnTo>
                  <a:pt x="1546121" y="427361"/>
                </a:lnTo>
                <a:lnTo>
                  <a:pt x="1546290" y="427459"/>
                </a:lnTo>
                <a:lnTo>
                  <a:pt x="1546459" y="427557"/>
                </a:lnTo>
                <a:lnTo>
                  <a:pt x="1546637" y="427655"/>
                </a:lnTo>
                <a:lnTo>
                  <a:pt x="1546806" y="427753"/>
                </a:lnTo>
                <a:lnTo>
                  <a:pt x="1546975" y="427851"/>
                </a:lnTo>
                <a:lnTo>
                  <a:pt x="1547153" y="427940"/>
                </a:lnTo>
                <a:lnTo>
                  <a:pt x="1547322" y="428038"/>
                </a:lnTo>
                <a:lnTo>
                  <a:pt x="1547500" y="428135"/>
                </a:lnTo>
                <a:lnTo>
                  <a:pt x="1547669" y="428233"/>
                </a:lnTo>
                <a:lnTo>
                  <a:pt x="1547838" y="428331"/>
                </a:lnTo>
                <a:lnTo>
                  <a:pt x="1548016" y="428420"/>
                </a:lnTo>
                <a:lnTo>
                  <a:pt x="1548185" y="428518"/>
                </a:lnTo>
                <a:lnTo>
                  <a:pt x="1548354" y="428616"/>
                </a:lnTo>
                <a:lnTo>
                  <a:pt x="1548532" y="428714"/>
                </a:lnTo>
                <a:lnTo>
                  <a:pt x="1548701" y="428803"/>
                </a:lnTo>
                <a:lnTo>
                  <a:pt x="1548870" y="428901"/>
                </a:lnTo>
                <a:lnTo>
                  <a:pt x="1549048" y="428998"/>
                </a:lnTo>
                <a:lnTo>
                  <a:pt x="1549217" y="429096"/>
                </a:lnTo>
                <a:lnTo>
                  <a:pt x="1549395" y="429185"/>
                </a:lnTo>
                <a:lnTo>
                  <a:pt x="1549564" y="429283"/>
                </a:lnTo>
                <a:lnTo>
                  <a:pt x="1549733" y="429372"/>
                </a:lnTo>
                <a:lnTo>
                  <a:pt x="1549911" y="429470"/>
                </a:lnTo>
                <a:lnTo>
                  <a:pt x="1550080" y="429568"/>
                </a:lnTo>
                <a:lnTo>
                  <a:pt x="1550249" y="429657"/>
                </a:lnTo>
                <a:lnTo>
                  <a:pt x="1550427" y="429755"/>
                </a:lnTo>
                <a:lnTo>
                  <a:pt x="1550596" y="429844"/>
                </a:lnTo>
                <a:lnTo>
                  <a:pt x="1550765" y="429941"/>
                </a:lnTo>
                <a:lnTo>
                  <a:pt x="1550943" y="430039"/>
                </a:lnTo>
                <a:lnTo>
                  <a:pt x="1551112" y="430128"/>
                </a:lnTo>
                <a:lnTo>
                  <a:pt x="1551290" y="430226"/>
                </a:lnTo>
                <a:lnTo>
                  <a:pt x="1551459" y="430315"/>
                </a:lnTo>
                <a:lnTo>
                  <a:pt x="1551628" y="430413"/>
                </a:lnTo>
                <a:lnTo>
                  <a:pt x="1551806" y="430502"/>
                </a:lnTo>
                <a:lnTo>
                  <a:pt x="1551975" y="430591"/>
                </a:lnTo>
                <a:lnTo>
                  <a:pt x="1552144" y="430689"/>
                </a:lnTo>
                <a:lnTo>
                  <a:pt x="1552322" y="430778"/>
                </a:lnTo>
                <a:lnTo>
                  <a:pt x="1552491" y="430876"/>
                </a:lnTo>
                <a:lnTo>
                  <a:pt x="1552660" y="430964"/>
                </a:lnTo>
                <a:lnTo>
                  <a:pt x="1552838" y="431053"/>
                </a:lnTo>
                <a:lnTo>
                  <a:pt x="1553007" y="431151"/>
                </a:lnTo>
                <a:lnTo>
                  <a:pt x="1553176" y="431240"/>
                </a:lnTo>
                <a:lnTo>
                  <a:pt x="1553354" y="431329"/>
                </a:lnTo>
                <a:lnTo>
                  <a:pt x="1553523" y="431427"/>
                </a:lnTo>
                <a:lnTo>
                  <a:pt x="1553701" y="431516"/>
                </a:lnTo>
                <a:lnTo>
                  <a:pt x="1553870" y="431605"/>
                </a:lnTo>
                <a:lnTo>
                  <a:pt x="1554039" y="431703"/>
                </a:lnTo>
                <a:lnTo>
                  <a:pt x="1554217" y="431792"/>
                </a:lnTo>
                <a:lnTo>
                  <a:pt x="1554386" y="431881"/>
                </a:lnTo>
                <a:lnTo>
                  <a:pt x="1554555" y="431970"/>
                </a:lnTo>
                <a:lnTo>
                  <a:pt x="1554733" y="432068"/>
                </a:lnTo>
                <a:lnTo>
                  <a:pt x="1554902" y="432157"/>
                </a:lnTo>
                <a:lnTo>
                  <a:pt x="1555071" y="432246"/>
                </a:lnTo>
                <a:lnTo>
                  <a:pt x="1555249" y="432335"/>
                </a:lnTo>
                <a:lnTo>
                  <a:pt x="1555418" y="432424"/>
                </a:lnTo>
                <a:lnTo>
                  <a:pt x="1555596" y="432512"/>
                </a:lnTo>
                <a:lnTo>
                  <a:pt x="1555765" y="432610"/>
                </a:lnTo>
                <a:lnTo>
                  <a:pt x="1555934" y="432699"/>
                </a:lnTo>
                <a:lnTo>
                  <a:pt x="1556112" y="432788"/>
                </a:lnTo>
                <a:lnTo>
                  <a:pt x="1556281" y="432877"/>
                </a:lnTo>
                <a:lnTo>
                  <a:pt x="1556450" y="432966"/>
                </a:lnTo>
                <a:lnTo>
                  <a:pt x="1556628" y="433055"/>
                </a:lnTo>
                <a:lnTo>
                  <a:pt x="1556797" y="433144"/>
                </a:lnTo>
                <a:lnTo>
                  <a:pt x="1556966" y="433233"/>
                </a:lnTo>
                <a:lnTo>
                  <a:pt x="1557144" y="433322"/>
                </a:lnTo>
                <a:lnTo>
                  <a:pt x="1557313" y="433411"/>
                </a:lnTo>
                <a:lnTo>
                  <a:pt x="1557491" y="433500"/>
                </a:lnTo>
                <a:lnTo>
                  <a:pt x="1557660" y="433589"/>
                </a:lnTo>
                <a:lnTo>
                  <a:pt x="1557829" y="433678"/>
                </a:lnTo>
                <a:lnTo>
                  <a:pt x="1558007" y="433767"/>
                </a:lnTo>
                <a:lnTo>
                  <a:pt x="1558176" y="433856"/>
                </a:lnTo>
                <a:lnTo>
                  <a:pt x="1558345" y="433945"/>
                </a:lnTo>
                <a:lnTo>
                  <a:pt x="1558523" y="434034"/>
                </a:lnTo>
                <a:lnTo>
                  <a:pt x="1558692" y="434123"/>
                </a:lnTo>
                <a:lnTo>
                  <a:pt x="1558861" y="434212"/>
                </a:lnTo>
                <a:lnTo>
                  <a:pt x="1559039" y="434301"/>
                </a:lnTo>
                <a:lnTo>
                  <a:pt x="1559208" y="434381"/>
                </a:lnTo>
                <a:lnTo>
                  <a:pt x="1559386" y="434470"/>
                </a:lnTo>
                <a:lnTo>
                  <a:pt x="1559555" y="434559"/>
                </a:lnTo>
                <a:lnTo>
                  <a:pt x="1559724" y="434648"/>
                </a:lnTo>
                <a:lnTo>
                  <a:pt x="1559902" y="434737"/>
                </a:lnTo>
                <a:lnTo>
                  <a:pt x="1560071" y="434826"/>
                </a:lnTo>
                <a:lnTo>
                  <a:pt x="1560240" y="434906"/>
                </a:lnTo>
                <a:lnTo>
                  <a:pt x="1560418" y="434995"/>
                </a:lnTo>
                <a:lnTo>
                  <a:pt x="1560587" y="435084"/>
                </a:lnTo>
                <a:lnTo>
                  <a:pt x="1560756" y="435172"/>
                </a:lnTo>
                <a:lnTo>
                  <a:pt x="1560934" y="435253"/>
                </a:lnTo>
                <a:lnTo>
                  <a:pt x="1561103" y="435342"/>
                </a:lnTo>
                <a:lnTo>
                  <a:pt x="1561272" y="435431"/>
                </a:lnTo>
                <a:lnTo>
                  <a:pt x="1561450" y="435511"/>
                </a:lnTo>
                <a:lnTo>
                  <a:pt x="1561619" y="435600"/>
                </a:lnTo>
                <a:lnTo>
                  <a:pt x="1561797" y="435689"/>
                </a:lnTo>
                <a:lnTo>
                  <a:pt x="1561966" y="435769"/>
                </a:lnTo>
                <a:lnTo>
                  <a:pt x="1562135" y="435858"/>
                </a:lnTo>
                <a:lnTo>
                  <a:pt x="1562313" y="435946"/>
                </a:lnTo>
                <a:lnTo>
                  <a:pt x="1562482" y="436027"/>
                </a:lnTo>
                <a:lnTo>
                  <a:pt x="1562651" y="436116"/>
                </a:lnTo>
                <a:lnTo>
                  <a:pt x="1562829" y="436205"/>
                </a:lnTo>
                <a:lnTo>
                  <a:pt x="1562998" y="436285"/>
                </a:lnTo>
                <a:lnTo>
                  <a:pt x="1563167" y="436373"/>
                </a:lnTo>
                <a:lnTo>
                  <a:pt x="1563345" y="436454"/>
                </a:lnTo>
                <a:lnTo>
                  <a:pt x="1563514" y="436543"/>
                </a:lnTo>
                <a:lnTo>
                  <a:pt x="1563692" y="436623"/>
                </a:lnTo>
                <a:lnTo>
                  <a:pt x="1563861" y="436712"/>
                </a:lnTo>
                <a:lnTo>
                  <a:pt x="1564030" y="436792"/>
                </a:lnTo>
                <a:lnTo>
                  <a:pt x="1564208" y="436881"/>
                </a:lnTo>
                <a:lnTo>
                  <a:pt x="1564377" y="436961"/>
                </a:lnTo>
                <a:lnTo>
                  <a:pt x="1564546" y="437050"/>
                </a:lnTo>
                <a:lnTo>
                  <a:pt x="1564724" y="437130"/>
                </a:lnTo>
                <a:lnTo>
                  <a:pt x="1564893" y="437219"/>
                </a:lnTo>
                <a:lnTo>
                  <a:pt x="1565062" y="437299"/>
                </a:lnTo>
                <a:lnTo>
                  <a:pt x="1565240" y="437379"/>
                </a:lnTo>
                <a:lnTo>
                  <a:pt x="1565409" y="437468"/>
                </a:lnTo>
                <a:lnTo>
                  <a:pt x="1565587" y="437548"/>
                </a:lnTo>
                <a:lnTo>
                  <a:pt x="1565756" y="437637"/>
                </a:lnTo>
                <a:lnTo>
                  <a:pt x="1565925" y="437717"/>
                </a:lnTo>
                <a:lnTo>
                  <a:pt x="1566103" y="437797"/>
                </a:lnTo>
                <a:lnTo>
                  <a:pt x="1566272" y="437886"/>
                </a:lnTo>
                <a:lnTo>
                  <a:pt x="1566441" y="437966"/>
                </a:lnTo>
                <a:lnTo>
                  <a:pt x="1566619" y="438046"/>
                </a:lnTo>
                <a:lnTo>
                  <a:pt x="1566788" y="438135"/>
                </a:lnTo>
                <a:lnTo>
                  <a:pt x="1566957" y="438215"/>
                </a:lnTo>
                <a:lnTo>
                  <a:pt x="1567135" y="438295"/>
                </a:lnTo>
                <a:lnTo>
                  <a:pt x="1567304" y="438375"/>
                </a:lnTo>
                <a:lnTo>
                  <a:pt x="1567482" y="438464"/>
                </a:lnTo>
                <a:lnTo>
                  <a:pt x="1567651" y="438544"/>
                </a:lnTo>
                <a:lnTo>
                  <a:pt x="1567820" y="438624"/>
                </a:lnTo>
                <a:lnTo>
                  <a:pt x="1567998" y="438704"/>
                </a:lnTo>
                <a:lnTo>
                  <a:pt x="1568167" y="438793"/>
                </a:lnTo>
                <a:lnTo>
                  <a:pt x="1568336" y="438873"/>
                </a:lnTo>
                <a:lnTo>
                  <a:pt x="1568514" y="438953"/>
                </a:lnTo>
                <a:lnTo>
                  <a:pt x="1568683" y="439034"/>
                </a:lnTo>
                <a:lnTo>
                  <a:pt x="1568852" y="439114"/>
                </a:lnTo>
                <a:lnTo>
                  <a:pt x="1569030" y="439194"/>
                </a:lnTo>
                <a:lnTo>
                  <a:pt x="1569199" y="439274"/>
                </a:lnTo>
                <a:lnTo>
                  <a:pt x="1569368" y="439363"/>
                </a:lnTo>
                <a:lnTo>
                  <a:pt x="1569546" y="439443"/>
                </a:lnTo>
                <a:lnTo>
                  <a:pt x="1569715" y="439523"/>
                </a:lnTo>
                <a:lnTo>
                  <a:pt x="1569893" y="439603"/>
                </a:lnTo>
                <a:lnTo>
                  <a:pt x="1570062" y="439683"/>
                </a:lnTo>
                <a:lnTo>
                  <a:pt x="1570231" y="439763"/>
                </a:lnTo>
                <a:lnTo>
                  <a:pt x="1570408" y="439843"/>
                </a:lnTo>
                <a:lnTo>
                  <a:pt x="1570578" y="439923"/>
                </a:lnTo>
                <a:lnTo>
                  <a:pt x="1570747" y="440003"/>
                </a:lnTo>
                <a:lnTo>
                  <a:pt x="1570925" y="440083"/>
                </a:lnTo>
                <a:lnTo>
                  <a:pt x="1571094" y="440163"/>
                </a:lnTo>
                <a:lnTo>
                  <a:pt x="1571263" y="440244"/>
                </a:lnTo>
                <a:lnTo>
                  <a:pt x="1571441" y="440324"/>
                </a:lnTo>
                <a:lnTo>
                  <a:pt x="1571610" y="440404"/>
                </a:lnTo>
                <a:lnTo>
                  <a:pt x="1571787" y="440484"/>
                </a:lnTo>
                <a:lnTo>
                  <a:pt x="1571956" y="440564"/>
                </a:lnTo>
                <a:lnTo>
                  <a:pt x="1572126" y="440644"/>
                </a:lnTo>
                <a:lnTo>
                  <a:pt x="1572304" y="440724"/>
                </a:lnTo>
                <a:lnTo>
                  <a:pt x="1572472" y="440804"/>
                </a:lnTo>
                <a:lnTo>
                  <a:pt x="1572641" y="440884"/>
                </a:lnTo>
                <a:lnTo>
                  <a:pt x="1572820" y="440955"/>
                </a:lnTo>
                <a:lnTo>
                  <a:pt x="1572989" y="441035"/>
                </a:lnTo>
                <a:lnTo>
                  <a:pt x="1573158" y="441115"/>
                </a:lnTo>
                <a:lnTo>
                  <a:pt x="1573335" y="441195"/>
                </a:lnTo>
                <a:lnTo>
                  <a:pt x="1573504" y="441275"/>
                </a:lnTo>
                <a:lnTo>
                  <a:pt x="1573683" y="441356"/>
                </a:lnTo>
                <a:lnTo>
                  <a:pt x="1573851" y="441427"/>
                </a:lnTo>
                <a:lnTo>
                  <a:pt x="1574020" y="441507"/>
                </a:lnTo>
                <a:lnTo>
                  <a:pt x="1574198" y="441587"/>
                </a:lnTo>
                <a:lnTo>
                  <a:pt x="1574368" y="441667"/>
                </a:lnTo>
                <a:lnTo>
                  <a:pt x="1574537" y="441747"/>
                </a:lnTo>
                <a:lnTo>
                  <a:pt x="1574714" y="441818"/>
                </a:lnTo>
                <a:lnTo>
                  <a:pt x="1574883" y="441898"/>
                </a:lnTo>
                <a:lnTo>
                  <a:pt x="1575052" y="441978"/>
                </a:lnTo>
                <a:lnTo>
                  <a:pt x="1575230" y="442058"/>
                </a:lnTo>
                <a:lnTo>
                  <a:pt x="1575399" y="442130"/>
                </a:lnTo>
                <a:lnTo>
                  <a:pt x="1575577" y="442210"/>
                </a:lnTo>
                <a:lnTo>
                  <a:pt x="1575746" y="442290"/>
                </a:lnTo>
                <a:lnTo>
                  <a:pt x="1575916" y="442361"/>
                </a:lnTo>
                <a:lnTo>
                  <a:pt x="1576093" y="442441"/>
                </a:lnTo>
                <a:lnTo>
                  <a:pt x="1576262" y="442521"/>
                </a:lnTo>
                <a:lnTo>
                  <a:pt x="1576431" y="442592"/>
                </a:lnTo>
                <a:lnTo>
                  <a:pt x="1576609" y="442672"/>
                </a:lnTo>
                <a:lnTo>
                  <a:pt x="1576778" y="442752"/>
                </a:lnTo>
                <a:lnTo>
                  <a:pt x="1576947" y="442823"/>
                </a:lnTo>
                <a:lnTo>
                  <a:pt x="1577125" y="442904"/>
                </a:lnTo>
                <a:lnTo>
                  <a:pt x="1577294" y="442975"/>
                </a:lnTo>
                <a:lnTo>
                  <a:pt x="1577464" y="443055"/>
                </a:lnTo>
                <a:lnTo>
                  <a:pt x="1577641" y="443126"/>
                </a:lnTo>
                <a:lnTo>
                  <a:pt x="1577810" y="443206"/>
                </a:lnTo>
                <a:lnTo>
                  <a:pt x="1577988" y="443286"/>
                </a:lnTo>
                <a:lnTo>
                  <a:pt x="1578157" y="443357"/>
                </a:lnTo>
                <a:lnTo>
                  <a:pt x="1578326" y="443437"/>
                </a:lnTo>
                <a:lnTo>
                  <a:pt x="1578504" y="443508"/>
                </a:lnTo>
                <a:lnTo>
                  <a:pt x="1578673" y="443589"/>
                </a:lnTo>
                <a:lnTo>
                  <a:pt x="1578842" y="443660"/>
                </a:lnTo>
                <a:lnTo>
                  <a:pt x="1579020" y="443740"/>
                </a:lnTo>
                <a:lnTo>
                  <a:pt x="1579189" y="443811"/>
                </a:lnTo>
                <a:lnTo>
                  <a:pt x="1579358" y="443882"/>
                </a:lnTo>
                <a:lnTo>
                  <a:pt x="1579536" y="443962"/>
                </a:lnTo>
                <a:lnTo>
                  <a:pt x="1579705" y="444033"/>
                </a:lnTo>
                <a:lnTo>
                  <a:pt x="1579883" y="444113"/>
                </a:lnTo>
                <a:lnTo>
                  <a:pt x="1580052" y="444185"/>
                </a:lnTo>
                <a:lnTo>
                  <a:pt x="1580221" y="444265"/>
                </a:lnTo>
                <a:lnTo>
                  <a:pt x="1580399" y="444336"/>
                </a:lnTo>
                <a:lnTo>
                  <a:pt x="1580568" y="444407"/>
                </a:lnTo>
                <a:lnTo>
                  <a:pt x="1580737" y="444487"/>
                </a:lnTo>
                <a:lnTo>
                  <a:pt x="1580915" y="444558"/>
                </a:lnTo>
                <a:lnTo>
                  <a:pt x="1581084" y="444629"/>
                </a:lnTo>
                <a:lnTo>
                  <a:pt x="1581253" y="444709"/>
                </a:lnTo>
                <a:lnTo>
                  <a:pt x="1581431" y="444781"/>
                </a:lnTo>
                <a:lnTo>
                  <a:pt x="1581600" y="444852"/>
                </a:lnTo>
                <a:lnTo>
                  <a:pt x="1581778" y="444932"/>
                </a:lnTo>
                <a:lnTo>
                  <a:pt x="1581947" y="445003"/>
                </a:lnTo>
                <a:lnTo>
                  <a:pt x="1582116" y="445074"/>
                </a:lnTo>
                <a:lnTo>
                  <a:pt x="1582294" y="445154"/>
                </a:lnTo>
                <a:lnTo>
                  <a:pt x="1582463" y="445226"/>
                </a:lnTo>
                <a:lnTo>
                  <a:pt x="1582632" y="445297"/>
                </a:lnTo>
                <a:lnTo>
                  <a:pt x="1582810" y="445368"/>
                </a:lnTo>
                <a:lnTo>
                  <a:pt x="1582979" y="445448"/>
                </a:lnTo>
                <a:lnTo>
                  <a:pt x="1583148" y="445519"/>
                </a:lnTo>
                <a:lnTo>
                  <a:pt x="1583326" y="445590"/>
                </a:lnTo>
                <a:lnTo>
                  <a:pt x="1583495" y="445661"/>
                </a:lnTo>
                <a:lnTo>
                  <a:pt x="1583673" y="445733"/>
                </a:lnTo>
                <a:lnTo>
                  <a:pt x="1583842" y="445804"/>
                </a:lnTo>
                <a:lnTo>
                  <a:pt x="1584011" y="445884"/>
                </a:lnTo>
                <a:lnTo>
                  <a:pt x="1584189" y="445955"/>
                </a:lnTo>
                <a:lnTo>
                  <a:pt x="1584358" y="446026"/>
                </a:lnTo>
                <a:lnTo>
                  <a:pt x="1584527" y="446097"/>
                </a:lnTo>
                <a:lnTo>
                  <a:pt x="1584705" y="446168"/>
                </a:lnTo>
                <a:lnTo>
                  <a:pt x="1584874" y="446240"/>
                </a:lnTo>
                <a:lnTo>
                  <a:pt x="1585043" y="446311"/>
                </a:lnTo>
                <a:lnTo>
                  <a:pt x="1585221" y="446391"/>
                </a:lnTo>
                <a:lnTo>
                  <a:pt x="1585390" y="446462"/>
                </a:lnTo>
                <a:lnTo>
                  <a:pt x="1585559" y="446533"/>
                </a:lnTo>
                <a:lnTo>
                  <a:pt x="1585737" y="446604"/>
                </a:lnTo>
                <a:lnTo>
                  <a:pt x="1585906" y="446676"/>
                </a:lnTo>
                <a:lnTo>
                  <a:pt x="1586084" y="446747"/>
                </a:lnTo>
                <a:lnTo>
                  <a:pt x="1586253" y="446818"/>
                </a:lnTo>
                <a:lnTo>
                  <a:pt x="1586422" y="446889"/>
                </a:lnTo>
                <a:lnTo>
                  <a:pt x="1586600" y="446960"/>
                </a:lnTo>
                <a:lnTo>
                  <a:pt x="1586769" y="447032"/>
                </a:lnTo>
                <a:lnTo>
                  <a:pt x="1586938" y="447103"/>
                </a:lnTo>
                <a:lnTo>
                  <a:pt x="1587116" y="447174"/>
                </a:lnTo>
                <a:lnTo>
                  <a:pt x="1587285" y="447245"/>
                </a:lnTo>
                <a:lnTo>
                  <a:pt x="1587454" y="447316"/>
                </a:lnTo>
                <a:lnTo>
                  <a:pt x="1587632" y="447387"/>
                </a:lnTo>
                <a:lnTo>
                  <a:pt x="1587801" y="447459"/>
                </a:lnTo>
                <a:lnTo>
                  <a:pt x="1587979" y="447530"/>
                </a:lnTo>
                <a:lnTo>
                  <a:pt x="1588148" y="447601"/>
                </a:lnTo>
                <a:lnTo>
                  <a:pt x="1588317" y="447663"/>
                </a:lnTo>
                <a:lnTo>
                  <a:pt x="1588495" y="447734"/>
                </a:lnTo>
                <a:lnTo>
                  <a:pt x="1588664" y="447806"/>
                </a:lnTo>
                <a:lnTo>
                  <a:pt x="1588833" y="447877"/>
                </a:lnTo>
                <a:lnTo>
                  <a:pt x="1589011" y="447948"/>
                </a:lnTo>
                <a:lnTo>
                  <a:pt x="1589180" y="448019"/>
                </a:lnTo>
                <a:lnTo>
                  <a:pt x="1589349" y="448090"/>
                </a:lnTo>
                <a:lnTo>
                  <a:pt x="1589527" y="448161"/>
                </a:lnTo>
                <a:lnTo>
                  <a:pt x="1589696" y="448224"/>
                </a:lnTo>
                <a:lnTo>
                  <a:pt x="1589874" y="448295"/>
                </a:lnTo>
                <a:lnTo>
                  <a:pt x="1590043" y="448366"/>
                </a:lnTo>
                <a:lnTo>
                  <a:pt x="1590212" y="448437"/>
                </a:lnTo>
                <a:lnTo>
                  <a:pt x="1590390" y="448508"/>
                </a:lnTo>
                <a:lnTo>
                  <a:pt x="1590559" y="448571"/>
                </a:lnTo>
                <a:lnTo>
                  <a:pt x="1590728" y="448642"/>
                </a:lnTo>
                <a:lnTo>
                  <a:pt x="1590906" y="448713"/>
                </a:lnTo>
                <a:lnTo>
                  <a:pt x="1591075" y="448784"/>
                </a:lnTo>
                <a:lnTo>
                  <a:pt x="1591244" y="448846"/>
                </a:lnTo>
                <a:lnTo>
                  <a:pt x="1591422" y="448918"/>
                </a:lnTo>
                <a:lnTo>
                  <a:pt x="1591591" y="448989"/>
                </a:lnTo>
                <a:lnTo>
                  <a:pt x="1591769" y="449060"/>
                </a:lnTo>
                <a:lnTo>
                  <a:pt x="1591938" y="449122"/>
                </a:lnTo>
                <a:lnTo>
                  <a:pt x="1592107" y="449193"/>
                </a:lnTo>
                <a:lnTo>
                  <a:pt x="1592285" y="449265"/>
                </a:lnTo>
                <a:lnTo>
                  <a:pt x="1592454" y="449327"/>
                </a:lnTo>
                <a:lnTo>
                  <a:pt x="1592623" y="449398"/>
                </a:lnTo>
                <a:lnTo>
                  <a:pt x="1592801" y="449469"/>
                </a:lnTo>
                <a:lnTo>
                  <a:pt x="1592970" y="449531"/>
                </a:lnTo>
                <a:lnTo>
                  <a:pt x="1593139" y="449603"/>
                </a:lnTo>
                <a:lnTo>
                  <a:pt x="1593317" y="449674"/>
                </a:lnTo>
                <a:lnTo>
                  <a:pt x="1593486" y="449736"/>
                </a:lnTo>
                <a:lnTo>
                  <a:pt x="1593655" y="449807"/>
                </a:lnTo>
                <a:lnTo>
                  <a:pt x="1593833" y="449878"/>
                </a:lnTo>
                <a:lnTo>
                  <a:pt x="1594002" y="449941"/>
                </a:lnTo>
                <a:lnTo>
                  <a:pt x="1594180" y="450012"/>
                </a:lnTo>
                <a:lnTo>
                  <a:pt x="1594349" y="450074"/>
                </a:lnTo>
                <a:lnTo>
                  <a:pt x="1594518" y="450145"/>
                </a:lnTo>
                <a:lnTo>
                  <a:pt x="1594696" y="450208"/>
                </a:lnTo>
                <a:lnTo>
                  <a:pt x="1594865" y="450279"/>
                </a:lnTo>
                <a:lnTo>
                  <a:pt x="1595034" y="450341"/>
                </a:lnTo>
                <a:lnTo>
                  <a:pt x="1595212" y="450412"/>
                </a:lnTo>
                <a:lnTo>
                  <a:pt x="1595381" y="450483"/>
                </a:lnTo>
                <a:lnTo>
                  <a:pt x="1595550" y="450546"/>
                </a:lnTo>
                <a:lnTo>
                  <a:pt x="1595728" y="450617"/>
                </a:lnTo>
                <a:lnTo>
                  <a:pt x="1595897" y="450679"/>
                </a:lnTo>
                <a:lnTo>
                  <a:pt x="1596075" y="450741"/>
                </a:lnTo>
                <a:lnTo>
                  <a:pt x="1596244" y="450813"/>
                </a:lnTo>
                <a:lnTo>
                  <a:pt x="1596413" y="450875"/>
                </a:lnTo>
                <a:lnTo>
                  <a:pt x="1596591" y="450946"/>
                </a:lnTo>
                <a:lnTo>
                  <a:pt x="1596760" y="451008"/>
                </a:lnTo>
                <a:lnTo>
                  <a:pt x="1596929" y="451079"/>
                </a:lnTo>
                <a:lnTo>
                  <a:pt x="1597107" y="451142"/>
                </a:lnTo>
                <a:lnTo>
                  <a:pt x="1597276" y="451213"/>
                </a:lnTo>
                <a:lnTo>
                  <a:pt x="1597445" y="451275"/>
                </a:lnTo>
                <a:lnTo>
                  <a:pt x="1597623" y="451337"/>
                </a:lnTo>
                <a:lnTo>
                  <a:pt x="1597792" y="451409"/>
                </a:lnTo>
                <a:lnTo>
                  <a:pt x="1597970" y="451471"/>
                </a:lnTo>
                <a:lnTo>
                  <a:pt x="1598139" y="451542"/>
                </a:lnTo>
                <a:lnTo>
                  <a:pt x="1598308" y="451604"/>
                </a:lnTo>
                <a:lnTo>
                  <a:pt x="1598486" y="451667"/>
                </a:lnTo>
                <a:lnTo>
                  <a:pt x="1598655" y="451738"/>
                </a:lnTo>
                <a:lnTo>
                  <a:pt x="1598824" y="451800"/>
                </a:lnTo>
                <a:lnTo>
                  <a:pt x="1599002" y="451862"/>
                </a:lnTo>
                <a:lnTo>
                  <a:pt x="1599171" y="451933"/>
                </a:lnTo>
                <a:lnTo>
                  <a:pt x="1599340" y="451996"/>
                </a:lnTo>
                <a:lnTo>
                  <a:pt x="1599518" y="452058"/>
                </a:lnTo>
                <a:lnTo>
                  <a:pt x="1599687" y="452120"/>
                </a:lnTo>
                <a:lnTo>
                  <a:pt x="1599865" y="452191"/>
                </a:lnTo>
                <a:lnTo>
                  <a:pt x="1600034" y="452254"/>
                </a:lnTo>
                <a:lnTo>
                  <a:pt x="1600203" y="452316"/>
                </a:lnTo>
                <a:lnTo>
                  <a:pt x="1600381" y="452387"/>
                </a:lnTo>
                <a:lnTo>
                  <a:pt x="1600550" y="452449"/>
                </a:lnTo>
                <a:lnTo>
                  <a:pt x="1600719" y="452512"/>
                </a:lnTo>
                <a:lnTo>
                  <a:pt x="1600897" y="452574"/>
                </a:lnTo>
                <a:lnTo>
                  <a:pt x="1601066" y="452636"/>
                </a:lnTo>
                <a:lnTo>
                  <a:pt x="1601235" y="452707"/>
                </a:lnTo>
                <a:lnTo>
                  <a:pt x="1601413" y="452770"/>
                </a:lnTo>
                <a:lnTo>
                  <a:pt x="1601582" y="452832"/>
                </a:lnTo>
                <a:lnTo>
                  <a:pt x="1601751" y="452894"/>
                </a:lnTo>
                <a:lnTo>
                  <a:pt x="1601929" y="452956"/>
                </a:lnTo>
                <a:lnTo>
                  <a:pt x="1602098" y="453028"/>
                </a:lnTo>
                <a:lnTo>
                  <a:pt x="1602276" y="453090"/>
                </a:lnTo>
                <a:lnTo>
                  <a:pt x="1602445" y="453152"/>
                </a:lnTo>
                <a:lnTo>
                  <a:pt x="1602614" y="453215"/>
                </a:lnTo>
                <a:lnTo>
                  <a:pt x="1602792" y="453277"/>
                </a:lnTo>
                <a:lnTo>
                  <a:pt x="1602961" y="453339"/>
                </a:lnTo>
                <a:lnTo>
                  <a:pt x="1603130" y="453401"/>
                </a:lnTo>
                <a:lnTo>
                  <a:pt x="1603308" y="453473"/>
                </a:lnTo>
                <a:lnTo>
                  <a:pt x="1603477" y="453535"/>
                </a:lnTo>
                <a:lnTo>
                  <a:pt x="1603646" y="453597"/>
                </a:lnTo>
                <a:lnTo>
                  <a:pt x="1603824" y="453659"/>
                </a:lnTo>
                <a:lnTo>
                  <a:pt x="1603993" y="453722"/>
                </a:lnTo>
                <a:lnTo>
                  <a:pt x="1604171" y="453784"/>
                </a:lnTo>
                <a:lnTo>
                  <a:pt x="1604340" y="453846"/>
                </a:lnTo>
                <a:lnTo>
                  <a:pt x="1604509" y="453908"/>
                </a:lnTo>
                <a:lnTo>
                  <a:pt x="1604687" y="453971"/>
                </a:lnTo>
                <a:lnTo>
                  <a:pt x="1604855" y="454033"/>
                </a:lnTo>
                <a:lnTo>
                  <a:pt x="1605025" y="454095"/>
                </a:lnTo>
                <a:lnTo>
                  <a:pt x="1605203" y="454158"/>
                </a:lnTo>
                <a:lnTo>
                  <a:pt x="1605372" y="454220"/>
                </a:lnTo>
                <a:lnTo>
                  <a:pt x="1605541" y="454282"/>
                </a:lnTo>
                <a:lnTo>
                  <a:pt x="1605719" y="454344"/>
                </a:lnTo>
                <a:lnTo>
                  <a:pt x="1605888" y="454407"/>
                </a:lnTo>
                <a:lnTo>
                  <a:pt x="1606066" y="454469"/>
                </a:lnTo>
                <a:lnTo>
                  <a:pt x="1606234" y="454531"/>
                </a:lnTo>
                <a:lnTo>
                  <a:pt x="1606404" y="454594"/>
                </a:lnTo>
                <a:lnTo>
                  <a:pt x="1606582" y="454656"/>
                </a:lnTo>
                <a:lnTo>
                  <a:pt x="1606751" y="454718"/>
                </a:lnTo>
                <a:lnTo>
                  <a:pt x="1606920" y="454780"/>
                </a:lnTo>
                <a:lnTo>
                  <a:pt x="1607097" y="454843"/>
                </a:lnTo>
                <a:lnTo>
                  <a:pt x="1607267" y="454905"/>
                </a:lnTo>
                <a:lnTo>
                  <a:pt x="1607436" y="454958"/>
                </a:lnTo>
                <a:lnTo>
                  <a:pt x="1607613" y="455021"/>
                </a:lnTo>
                <a:lnTo>
                  <a:pt x="1607782" y="455083"/>
                </a:lnTo>
                <a:lnTo>
                  <a:pt x="1607961" y="455145"/>
                </a:lnTo>
                <a:lnTo>
                  <a:pt x="1608130" y="455207"/>
                </a:lnTo>
                <a:lnTo>
                  <a:pt x="1608299" y="455270"/>
                </a:lnTo>
                <a:lnTo>
                  <a:pt x="1608476" y="455332"/>
                </a:lnTo>
                <a:lnTo>
                  <a:pt x="1608645" y="455394"/>
                </a:lnTo>
                <a:lnTo>
                  <a:pt x="1608815" y="455448"/>
                </a:lnTo>
                <a:lnTo>
                  <a:pt x="1608992" y="455510"/>
                </a:lnTo>
                <a:lnTo>
                  <a:pt x="1609161" y="455572"/>
                </a:lnTo>
                <a:lnTo>
                  <a:pt x="1609330" y="455634"/>
                </a:lnTo>
                <a:lnTo>
                  <a:pt x="1609509" y="455697"/>
                </a:lnTo>
                <a:lnTo>
                  <a:pt x="1609678" y="455750"/>
                </a:lnTo>
                <a:lnTo>
                  <a:pt x="1609846" y="455812"/>
                </a:lnTo>
                <a:lnTo>
                  <a:pt x="1610024" y="455875"/>
                </a:lnTo>
                <a:lnTo>
                  <a:pt x="1610193" y="455937"/>
                </a:lnTo>
                <a:lnTo>
                  <a:pt x="1610371" y="455999"/>
                </a:lnTo>
                <a:lnTo>
                  <a:pt x="1610540" y="456052"/>
                </a:lnTo>
                <a:lnTo>
                  <a:pt x="1610709" y="456115"/>
                </a:lnTo>
                <a:lnTo>
                  <a:pt x="1610887" y="456177"/>
                </a:lnTo>
                <a:lnTo>
                  <a:pt x="1611057" y="456239"/>
                </a:lnTo>
                <a:lnTo>
                  <a:pt x="1611225" y="456293"/>
                </a:lnTo>
                <a:lnTo>
                  <a:pt x="1611403" y="456355"/>
                </a:lnTo>
                <a:lnTo>
                  <a:pt x="1611572" y="456417"/>
                </a:lnTo>
                <a:lnTo>
                  <a:pt x="1611742" y="456471"/>
                </a:lnTo>
                <a:lnTo>
                  <a:pt x="1611919" y="456533"/>
                </a:lnTo>
                <a:lnTo>
                  <a:pt x="1612088" y="456595"/>
                </a:lnTo>
                <a:lnTo>
                  <a:pt x="1612266" y="456649"/>
                </a:lnTo>
                <a:lnTo>
                  <a:pt x="1612435" y="456711"/>
                </a:lnTo>
                <a:lnTo>
                  <a:pt x="1612604" y="456773"/>
                </a:lnTo>
                <a:lnTo>
                  <a:pt x="1612782" y="456827"/>
                </a:lnTo>
                <a:lnTo>
                  <a:pt x="1612951" y="456889"/>
                </a:lnTo>
                <a:lnTo>
                  <a:pt x="1613120" y="456951"/>
                </a:lnTo>
                <a:lnTo>
                  <a:pt x="1613298" y="457004"/>
                </a:lnTo>
                <a:lnTo>
                  <a:pt x="1613467" y="457067"/>
                </a:lnTo>
                <a:lnTo>
                  <a:pt x="1613636" y="457120"/>
                </a:lnTo>
                <a:lnTo>
                  <a:pt x="1613814" y="457182"/>
                </a:lnTo>
                <a:lnTo>
                  <a:pt x="1613983" y="457245"/>
                </a:lnTo>
                <a:lnTo>
                  <a:pt x="1614161" y="457298"/>
                </a:lnTo>
                <a:lnTo>
                  <a:pt x="1614330" y="457360"/>
                </a:lnTo>
                <a:lnTo>
                  <a:pt x="1614499" y="457414"/>
                </a:lnTo>
                <a:lnTo>
                  <a:pt x="1614677" y="457476"/>
                </a:lnTo>
                <a:lnTo>
                  <a:pt x="1614846" y="457538"/>
                </a:lnTo>
                <a:lnTo>
                  <a:pt x="1615015" y="457592"/>
                </a:lnTo>
                <a:lnTo>
                  <a:pt x="1615193" y="457654"/>
                </a:lnTo>
                <a:lnTo>
                  <a:pt x="1615362" y="457707"/>
                </a:lnTo>
                <a:lnTo>
                  <a:pt x="1615531" y="457770"/>
                </a:lnTo>
                <a:lnTo>
                  <a:pt x="1615709" y="457823"/>
                </a:lnTo>
                <a:lnTo>
                  <a:pt x="1615878" y="457885"/>
                </a:lnTo>
                <a:lnTo>
                  <a:pt x="1616056" y="457939"/>
                </a:lnTo>
                <a:lnTo>
                  <a:pt x="1616225" y="458001"/>
                </a:lnTo>
                <a:lnTo>
                  <a:pt x="1616394" y="458054"/>
                </a:lnTo>
                <a:lnTo>
                  <a:pt x="1616572" y="458116"/>
                </a:lnTo>
                <a:lnTo>
                  <a:pt x="1616741" y="458170"/>
                </a:lnTo>
                <a:lnTo>
                  <a:pt x="1616910" y="458232"/>
                </a:lnTo>
                <a:lnTo>
                  <a:pt x="1617088" y="458285"/>
                </a:lnTo>
                <a:lnTo>
                  <a:pt x="1617257" y="458348"/>
                </a:lnTo>
                <a:lnTo>
                  <a:pt x="1617426" y="458401"/>
                </a:lnTo>
                <a:lnTo>
                  <a:pt x="1617604" y="458455"/>
                </a:lnTo>
                <a:lnTo>
                  <a:pt x="1617773" y="458517"/>
                </a:lnTo>
                <a:lnTo>
                  <a:pt x="1617942" y="458570"/>
                </a:lnTo>
                <a:lnTo>
                  <a:pt x="1618120" y="458632"/>
                </a:lnTo>
                <a:lnTo>
                  <a:pt x="1618289" y="458686"/>
                </a:lnTo>
                <a:lnTo>
                  <a:pt x="1618467" y="458739"/>
                </a:lnTo>
                <a:lnTo>
                  <a:pt x="1618636" y="458802"/>
                </a:lnTo>
                <a:lnTo>
                  <a:pt x="1618805" y="458855"/>
                </a:lnTo>
                <a:lnTo>
                  <a:pt x="1618983" y="458917"/>
                </a:lnTo>
                <a:lnTo>
                  <a:pt x="1619152" y="458970"/>
                </a:lnTo>
                <a:lnTo>
                  <a:pt x="1619321" y="459024"/>
                </a:lnTo>
                <a:lnTo>
                  <a:pt x="1619499" y="459086"/>
                </a:lnTo>
                <a:lnTo>
                  <a:pt x="1619668" y="459140"/>
                </a:lnTo>
                <a:lnTo>
                  <a:pt x="1619837" y="459193"/>
                </a:lnTo>
                <a:lnTo>
                  <a:pt x="1620015" y="459255"/>
                </a:lnTo>
                <a:lnTo>
                  <a:pt x="1620184" y="459309"/>
                </a:lnTo>
                <a:lnTo>
                  <a:pt x="1620362" y="459362"/>
                </a:lnTo>
                <a:lnTo>
                  <a:pt x="1620531" y="459424"/>
                </a:lnTo>
                <a:lnTo>
                  <a:pt x="1620700" y="459478"/>
                </a:lnTo>
                <a:lnTo>
                  <a:pt x="1620878" y="459531"/>
                </a:lnTo>
                <a:lnTo>
                  <a:pt x="1621047" y="459593"/>
                </a:lnTo>
                <a:lnTo>
                  <a:pt x="1621216" y="459647"/>
                </a:lnTo>
                <a:lnTo>
                  <a:pt x="1621394" y="459700"/>
                </a:lnTo>
                <a:lnTo>
                  <a:pt x="1621563" y="459753"/>
                </a:lnTo>
                <a:lnTo>
                  <a:pt x="1621732" y="459816"/>
                </a:lnTo>
                <a:lnTo>
                  <a:pt x="1621910" y="459869"/>
                </a:lnTo>
                <a:lnTo>
                  <a:pt x="1622079" y="459922"/>
                </a:lnTo>
                <a:lnTo>
                  <a:pt x="1622257" y="459976"/>
                </a:lnTo>
                <a:lnTo>
                  <a:pt x="1622426" y="460038"/>
                </a:lnTo>
                <a:lnTo>
                  <a:pt x="1622595" y="460091"/>
                </a:lnTo>
                <a:lnTo>
                  <a:pt x="1622773" y="460145"/>
                </a:lnTo>
                <a:lnTo>
                  <a:pt x="1622942" y="460198"/>
                </a:lnTo>
                <a:lnTo>
                  <a:pt x="1623111" y="460252"/>
                </a:lnTo>
                <a:lnTo>
                  <a:pt x="1623289" y="460314"/>
                </a:lnTo>
                <a:lnTo>
                  <a:pt x="1623458" y="460367"/>
                </a:lnTo>
                <a:lnTo>
                  <a:pt x="1623627" y="460421"/>
                </a:lnTo>
                <a:lnTo>
                  <a:pt x="1623805" y="460474"/>
                </a:lnTo>
                <a:lnTo>
                  <a:pt x="1623974" y="460527"/>
                </a:lnTo>
                <a:lnTo>
                  <a:pt x="1624152" y="460581"/>
                </a:lnTo>
                <a:lnTo>
                  <a:pt x="1624321" y="460643"/>
                </a:lnTo>
                <a:lnTo>
                  <a:pt x="1624490" y="460696"/>
                </a:lnTo>
                <a:lnTo>
                  <a:pt x="1624668" y="460750"/>
                </a:lnTo>
                <a:lnTo>
                  <a:pt x="1624837" y="460803"/>
                </a:lnTo>
                <a:lnTo>
                  <a:pt x="1625006" y="460857"/>
                </a:lnTo>
                <a:lnTo>
                  <a:pt x="1625184" y="460910"/>
                </a:lnTo>
                <a:lnTo>
                  <a:pt x="1625353" y="460963"/>
                </a:lnTo>
                <a:lnTo>
                  <a:pt x="1625522" y="461017"/>
                </a:lnTo>
                <a:lnTo>
                  <a:pt x="1625700" y="461070"/>
                </a:lnTo>
                <a:lnTo>
                  <a:pt x="1625869" y="461132"/>
                </a:lnTo>
                <a:lnTo>
                  <a:pt x="1626038" y="461186"/>
                </a:lnTo>
                <a:lnTo>
                  <a:pt x="1626216" y="461239"/>
                </a:lnTo>
                <a:lnTo>
                  <a:pt x="1626385" y="461292"/>
                </a:lnTo>
                <a:lnTo>
                  <a:pt x="1626563" y="461346"/>
                </a:lnTo>
                <a:lnTo>
                  <a:pt x="1626732" y="461399"/>
                </a:lnTo>
                <a:lnTo>
                  <a:pt x="1626901" y="461453"/>
                </a:lnTo>
                <a:lnTo>
                  <a:pt x="1627079" y="461506"/>
                </a:lnTo>
                <a:lnTo>
                  <a:pt x="1627248" y="461559"/>
                </a:lnTo>
                <a:lnTo>
                  <a:pt x="1627417" y="461613"/>
                </a:lnTo>
                <a:lnTo>
                  <a:pt x="1627595" y="461666"/>
                </a:lnTo>
                <a:lnTo>
                  <a:pt x="1627764" y="461720"/>
                </a:lnTo>
                <a:lnTo>
                  <a:pt x="1627933" y="461773"/>
                </a:lnTo>
                <a:lnTo>
                  <a:pt x="1628111" y="461826"/>
                </a:lnTo>
                <a:lnTo>
                  <a:pt x="1628280" y="461880"/>
                </a:lnTo>
                <a:lnTo>
                  <a:pt x="1628458" y="461933"/>
                </a:lnTo>
                <a:lnTo>
                  <a:pt x="1628627" y="461986"/>
                </a:lnTo>
                <a:lnTo>
                  <a:pt x="1628796" y="462040"/>
                </a:lnTo>
                <a:lnTo>
                  <a:pt x="1628974" y="462093"/>
                </a:lnTo>
                <a:lnTo>
                  <a:pt x="1629143" y="462147"/>
                </a:lnTo>
                <a:lnTo>
                  <a:pt x="1629312" y="462200"/>
                </a:lnTo>
                <a:lnTo>
                  <a:pt x="1629490" y="462253"/>
                </a:lnTo>
                <a:lnTo>
                  <a:pt x="1629659" y="462307"/>
                </a:lnTo>
                <a:lnTo>
                  <a:pt x="1629828" y="462360"/>
                </a:lnTo>
                <a:lnTo>
                  <a:pt x="1630006" y="462405"/>
                </a:lnTo>
                <a:lnTo>
                  <a:pt x="1630175" y="462458"/>
                </a:lnTo>
                <a:lnTo>
                  <a:pt x="1630353" y="462511"/>
                </a:lnTo>
                <a:lnTo>
                  <a:pt x="1630522" y="462565"/>
                </a:lnTo>
                <a:lnTo>
                  <a:pt x="1630691" y="462618"/>
                </a:lnTo>
                <a:lnTo>
                  <a:pt x="1630869" y="462671"/>
                </a:lnTo>
                <a:lnTo>
                  <a:pt x="1631038" y="462725"/>
                </a:lnTo>
                <a:lnTo>
                  <a:pt x="1631207" y="462778"/>
                </a:lnTo>
                <a:lnTo>
                  <a:pt x="1631385" y="462832"/>
                </a:lnTo>
                <a:lnTo>
                  <a:pt x="1631554" y="462876"/>
                </a:lnTo>
                <a:lnTo>
                  <a:pt x="1631723" y="462929"/>
                </a:lnTo>
                <a:lnTo>
                  <a:pt x="1631901" y="462983"/>
                </a:lnTo>
                <a:lnTo>
                  <a:pt x="1632070" y="463036"/>
                </a:lnTo>
                <a:lnTo>
                  <a:pt x="1632248" y="463090"/>
                </a:lnTo>
                <a:lnTo>
                  <a:pt x="1632417" y="463143"/>
                </a:lnTo>
                <a:lnTo>
                  <a:pt x="1632586" y="463187"/>
                </a:lnTo>
                <a:lnTo>
                  <a:pt x="1632764" y="463241"/>
                </a:lnTo>
                <a:lnTo>
                  <a:pt x="1632933" y="463294"/>
                </a:lnTo>
                <a:lnTo>
                  <a:pt x="1633102" y="463348"/>
                </a:lnTo>
                <a:lnTo>
                  <a:pt x="1633280" y="463401"/>
                </a:lnTo>
                <a:lnTo>
                  <a:pt x="1633449" y="463445"/>
                </a:lnTo>
                <a:lnTo>
                  <a:pt x="1633618" y="463499"/>
                </a:lnTo>
                <a:lnTo>
                  <a:pt x="1633796" y="463552"/>
                </a:lnTo>
                <a:lnTo>
                  <a:pt x="1633965" y="463606"/>
                </a:lnTo>
                <a:lnTo>
                  <a:pt x="1634134" y="463650"/>
                </a:lnTo>
                <a:lnTo>
                  <a:pt x="1634312" y="463703"/>
                </a:lnTo>
                <a:lnTo>
                  <a:pt x="1634481" y="463757"/>
                </a:lnTo>
                <a:lnTo>
                  <a:pt x="1634659" y="463810"/>
                </a:lnTo>
                <a:lnTo>
                  <a:pt x="1634828" y="463855"/>
                </a:lnTo>
                <a:lnTo>
                  <a:pt x="1634997" y="463908"/>
                </a:lnTo>
                <a:lnTo>
                  <a:pt x="1635175" y="463961"/>
                </a:lnTo>
                <a:lnTo>
                  <a:pt x="1635344" y="464015"/>
                </a:lnTo>
                <a:lnTo>
                  <a:pt x="1635513" y="464059"/>
                </a:lnTo>
                <a:lnTo>
                  <a:pt x="1635691" y="464113"/>
                </a:lnTo>
                <a:lnTo>
                  <a:pt x="1635860" y="464166"/>
                </a:lnTo>
                <a:lnTo>
                  <a:pt x="1636029" y="464211"/>
                </a:lnTo>
                <a:lnTo>
                  <a:pt x="1636207" y="464264"/>
                </a:lnTo>
                <a:lnTo>
                  <a:pt x="1636376" y="464317"/>
                </a:lnTo>
                <a:lnTo>
                  <a:pt x="1636554" y="464362"/>
                </a:lnTo>
                <a:lnTo>
                  <a:pt x="1636723" y="464415"/>
                </a:lnTo>
                <a:lnTo>
                  <a:pt x="1636892" y="464469"/>
                </a:lnTo>
                <a:lnTo>
                  <a:pt x="1637070" y="464513"/>
                </a:lnTo>
                <a:lnTo>
                  <a:pt x="1637239" y="464566"/>
                </a:lnTo>
                <a:lnTo>
                  <a:pt x="1637408" y="464620"/>
                </a:lnTo>
                <a:lnTo>
                  <a:pt x="1637586" y="464664"/>
                </a:lnTo>
                <a:lnTo>
                  <a:pt x="1637755" y="464718"/>
                </a:lnTo>
                <a:lnTo>
                  <a:pt x="1637924" y="464771"/>
                </a:lnTo>
                <a:lnTo>
                  <a:pt x="1638102" y="464816"/>
                </a:lnTo>
                <a:lnTo>
                  <a:pt x="1638271" y="464869"/>
                </a:lnTo>
                <a:lnTo>
                  <a:pt x="1638448" y="464913"/>
                </a:lnTo>
                <a:lnTo>
                  <a:pt x="1638618" y="464967"/>
                </a:lnTo>
                <a:lnTo>
                  <a:pt x="1638787" y="465020"/>
                </a:lnTo>
                <a:lnTo>
                  <a:pt x="1638965" y="465065"/>
                </a:lnTo>
                <a:lnTo>
                  <a:pt x="1639134" y="465118"/>
                </a:lnTo>
                <a:lnTo>
                  <a:pt x="1639303" y="465163"/>
                </a:lnTo>
                <a:lnTo>
                  <a:pt x="1639481" y="465216"/>
                </a:lnTo>
                <a:lnTo>
                  <a:pt x="1639650" y="465260"/>
                </a:lnTo>
                <a:lnTo>
                  <a:pt x="1639819" y="465314"/>
                </a:lnTo>
                <a:lnTo>
                  <a:pt x="1639996" y="465358"/>
                </a:lnTo>
                <a:lnTo>
                  <a:pt x="1640166" y="465412"/>
                </a:lnTo>
                <a:lnTo>
                  <a:pt x="1640344" y="465465"/>
                </a:lnTo>
                <a:lnTo>
                  <a:pt x="1640513" y="465509"/>
                </a:lnTo>
                <a:lnTo>
                  <a:pt x="1640682" y="465563"/>
                </a:lnTo>
                <a:lnTo>
                  <a:pt x="1640860" y="465607"/>
                </a:lnTo>
                <a:lnTo>
                  <a:pt x="1641029" y="465661"/>
                </a:lnTo>
                <a:lnTo>
                  <a:pt x="1641198" y="465705"/>
                </a:lnTo>
                <a:lnTo>
                  <a:pt x="1641375" y="465758"/>
                </a:lnTo>
                <a:lnTo>
                  <a:pt x="1641545" y="465803"/>
                </a:lnTo>
                <a:lnTo>
                  <a:pt x="1641714" y="465856"/>
                </a:lnTo>
                <a:lnTo>
                  <a:pt x="1641892" y="465901"/>
                </a:lnTo>
                <a:lnTo>
                  <a:pt x="1642061" y="465945"/>
                </a:lnTo>
                <a:lnTo>
                  <a:pt x="1642229" y="465999"/>
                </a:lnTo>
                <a:lnTo>
                  <a:pt x="1642408" y="466043"/>
                </a:lnTo>
                <a:lnTo>
                  <a:pt x="1642577" y="466097"/>
                </a:lnTo>
                <a:lnTo>
                  <a:pt x="1642754" y="466141"/>
                </a:lnTo>
                <a:lnTo>
                  <a:pt x="1642923" y="466194"/>
                </a:lnTo>
                <a:lnTo>
                  <a:pt x="1643093" y="466239"/>
                </a:lnTo>
                <a:lnTo>
                  <a:pt x="1643271" y="466292"/>
                </a:lnTo>
                <a:lnTo>
                  <a:pt x="1643439" y="466337"/>
                </a:lnTo>
                <a:lnTo>
                  <a:pt x="1643608" y="466381"/>
                </a:lnTo>
                <a:lnTo>
                  <a:pt x="1643786" y="466435"/>
                </a:lnTo>
                <a:lnTo>
                  <a:pt x="1643956" y="466479"/>
                </a:lnTo>
                <a:lnTo>
                  <a:pt x="1644125" y="466532"/>
                </a:lnTo>
                <a:lnTo>
                  <a:pt x="1644302" y="466577"/>
                </a:lnTo>
                <a:lnTo>
                  <a:pt x="1644471" y="466621"/>
                </a:lnTo>
                <a:lnTo>
                  <a:pt x="1644650" y="466675"/>
                </a:lnTo>
                <a:lnTo>
                  <a:pt x="1644818" y="466719"/>
                </a:lnTo>
                <a:lnTo>
                  <a:pt x="1644987" y="466773"/>
                </a:lnTo>
                <a:lnTo>
                  <a:pt x="1645165" y="466817"/>
                </a:lnTo>
                <a:lnTo>
                  <a:pt x="1645334" y="466862"/>
                </a:lnTo>
                <a:lnTo>
                  <a:pt x="1645504" y="466915"/>
                </a:lnTo>
                <a:lnTo>
                  <a:pt x="1645681" y="466959"/>
                </a:lnTo>
                <a:lnTo>
                  <a:pt x="1645850" y="467004"/>
                </a:lnTo>
                <a:lnTo>
                  <a:pt x="1646019" y="467057"/>
                </a:lnTo>
                <a:lnTo>
                  <a:pt x="1646197" y="467102"/>
                </a:lnTo>
                <a:lnTo>
                  <a:pt x="1646366" y="467146"/>
                </a:lnTo>
                <a:lnTo>
                  <a:pt x="1646544" y="467200"/>
                </a:lnTo>
                <a:lnTo>
                  <a:pt x="1646713" y="467244"/>
                </a:lnTo>
                <a:lnTo>
                  <a:pt x="1646883" y="467289"/>
                </a:lnTo>
                <a:lnTo>
                  <a:pt x="1647060" y="467333"/>
                </a:lnTo>
                <a:lnTo>
                  <a:pt x="1647229" y="467387"/>
                </a:lnTo>
                <a:lnTo>
                  <a:pt x="1647398" y="467431"/>
                </a:lnTo>
                <a:lnTo>
                  <a:pt x="1647576" y="467476"/>
                </a:lnTo>
                <a:lnTo>
                  <a:pt x="1647745" y="467529"/>
                </a:lnTo>
                <a:lnTo>
                  <a:pt x="1647914" y="467573"/>
                </a:lnTo>
                <a:lnTo>
                  <a:pt x="1648092" y="467618"/>
                </a:lnTo>
                <a:lnTo>
                  <a:pt x="1648261" y="467662"/>
                </a:lnTo>
                <a:lnTo>
                  <a:pt x="1648439" y="467716"/>
                </a:lnTo>
                <a:lnTo>
                  <a:pt x="1648608" y="467760"/>
                </a:lnTo>
                <a:lnTo>
                  <a:pt x="1648777" y="467805"/>
                </a:lnTo>
                <a:lnTo>
                  <a:pt x="1648955" y="467849"/>
                </a:lnTo>
                <a:lnTo>
                  <a:pt x="1649124" y="467903"/>
                </a:lnTo>
                <a:lnTo>
                  <a:pt x="1649293" y="467947"/>
                </a:lnTo>
                <a:lnTo>
                  <a:pt x="1649471" y="467992"/>
                </a:lnTo>
                <a:lnTo>
                  <a:pt x="1649640" y="468036"/>
                </a:lnTo>
                <a:lnTo>
                  <a:pt x="1649809" y="468080"/>
                </a:lnTo>
                <a:lnTo>
                  <a:pt x="1649987" y="468134"/>
                </a:lnTo>
                <a:lnTo>
                  <a:pt x="1650156" y="468178"/>
                </a:lnTo>
                <a:lnTo>
                  <a:pt x="1650325" y="468223"/>
                </a:lnTo>
                <a:lnTo>
                  <a:pt x="1650503" y="468267"/>
                </a:lnTo>
                <a:lnTo>
                  <a:pt x="1650672" y="468312"/>
                </a:lnTo>
                <a:lnTo>
                  <a:pt x="1650850" y="468356"/>
                </a:lnTo>
                <a:lnTo>
                  <a:pt x="1651019" y="468410"/>
                </a:lnTo>
                <a:lnTo>
                  <a:pt x="1651188" y="468454"/>
                </a:lnTo>
                <a:lnTo>
                  <a:pt x="1651366" y="468499"/>
                </a:lnTo>
                <a:lnTo>
                  <a:pt x="1651535" y="468543"/>
                </a:lnTo>
                <a:lnTo>
                  <a:pt x="1651704" y="468588"/>
                </a:lnTo>
                <a:lnTo>
                  <a:pt x="1651882" y="468632"/>
                </a:lnTo>
                <a:lnTo>
                  <a:pt x="1652051" y="468677"/>
                </a:lnTo>
                <a:lnTo>
                  <a:pt x="1652220" y="468730"/>
                </a:lnTo>
                <a:lnTo>
                  <a:pt x="1652398" y="468774"/>
                </a:lnTo>
                <a:lnTo>
                  <a:pt x="1652567" y="468819"/>
                </a:lnTo>
                <a:lnTo>
                  <a:pt x="1652745" y="468863"/>
                </a:lnTo>
                <a:lnTo>
                  <a:pt x="1652914" y="468908"/>
                </a:lnTo>
                <a:lnTo>
                  <a:pt x="1653083" y="468952"/>
                </a:lnTo>
                <a:lnTo>
                  <a:pt x="1653261" y="468997"/>
                </a:lnTo>
                <a:lnTo>
                  <a:pt x="1653430" y="469041"/>
                </a:lnTo>
                <a:lnTo>
                  <a:pt x="1653599" y="469086"/>
                </a:lnTo>
                <a:lnTo>
                  <a:pt x="1653777" y="469130"/>
                </a:lnTo>
                <a:lnTo>
                  <a:pt x="1653946" y="469184"/>
                </a:lnTo>
                <a:lnTo>
                  <a:pt x="1654115" y="469228"/>
                </a:lnTo>
                <a:lnTo>
                  <a:pt x="1654293" y="469273"/>
                </a:lnTo>
                <a:lnTo>
                  <a:pt x="1654462" y="469317"/>
                </a:lnTo>
                <a:lnTo>
                  <a:pt x="1654640" y="469362"/>
                </a:lnTo>
                <a:lnTo>
                  <a:pt x="1654809" y="469406"/>
                </a:lnTo>
                <a:lnTo>
                  <a:pt x="1654978" y="469451"/>
                </a:lnTo>
                <a:lnTo>
                  <a:pt x="1655156" y="469495"/>
                </a:lnTo>
                <a:lnTo>
                  <a:pt x="1655325" y="469539"/>
                </a:lnTo>
                <a:lnTo>
                  <a:pt x="1655494" y="469584"/>
                </a:lnTo>
                <a:lnTo>
                  <a:pt x="1655672" y="469628"/>
                </a:lnTo>
                <a:lnTo>
                  <a:pt x="1655841" y="469673"/>
                </a:lnTo>
                <a:lnTo>
                  <a:pt x="1656010" y="469717"/>
                </a:lnTo>
                <a:lnTo>
                  <a:pt x="1656188" y="469762"/>
                </a:lnTo>
                <a:lnTo>
                  <a:pt x="1656357" y="469806"/>
                </a:lnTo>
                <a:lnTo>
                  <a:pt x="1656535" y="469851"/>
                </a:lnTo>
                <a:lnTo>
                  <a:pt x="1656704" y="469895"/>
                </a:lnTo>
                <a:lnTo>
                  <a:pt x="1656873" y="469940"/>
                </a:lnTo>
                <a:lnTo>
                  <a:pt x="1657051" y="469984"/>
                </a:lnTo>
                <a:lnTo>
                  <a:pt x="1657220" y="470029"/>
                </a:lnTo>
                <a:lnTo>
                  <a:pt x="1657389" y="470073"/>
                </a:lnTo>
                <a:lnTo>
                  <a:pt x="1657567" y="470118"/>
                </a:lnTo>
                <a:lnTo>
                  <a:pt x="1657736" y="470162"/>
                </a:lnTo>
                <a:lnTo>
                  <a:pt x="1657905" y="470207"/>
                </a:lnTo>
                <a:lnTo>
                  <a:pt x="1658083" y="470251"/>
                </a:lnTo>
                <a:lnTo>
                  <a:pt x="1658252" y="470287"/>
                </a:lnTo>
                <a:lnTo>
                  <a:pt x="1658421" y="470331"/>
                </a:lnTo>
                <a:lnTo>
                  <a:pt x="1658599" y="470376"/>
                </a:lnTo>
                <a:lnTo>
                  <a:pt x="1658768" y="470420"/>
                </a:lnTo>
                <a:lnTo>
                  <a:pt x="1658946" y="470465"/>
                </a:lnTo>
                <a:lnTo>
                  <a:pt x="1659115" y="470509"/>
                </a:lnTo>
                <a:lnTo>
                  <a:pt x="1659284" y="470554"/>
                </a:lnTo>
                <a:lnTo>
                  <a:pt x="1659462" y="470598"/>
                </a:lnTo>
                <a:lnTo>
                  <a:pt x="1659631" y="470643"/>
                </a:lnTo>
                <a:lnTo>
                  <a:pt x="1659800" y="470687"/>
                </a:lnTo>
                <a:lnTo>
                  <a:pt x="1659978" y="470732"/>
                </a:lnTo>
                <a:lnTo>
                  <a:pt x="1660147" y="470767"/>
                </a:lnTo>
                <a:lnTo>
                  <a:pt x="1660316" y="470812"/>
                </a:lnTo>
                <a:lnTo>
                  <a:pt x="1660494" y="470856"/>
                </a:lnTo>
                <a:lnTo>
                  <a:pt x="1660663" y="470901"/>
                </a:lnTo>
                <a:lnTo>
                  <a:pt x="1660841" y="470945"/>
                </a:lnTo>
                <a:lnTo>
                  <a:pt x="1661010" y="470990"/>
                </a:lnTo>
                <a:lnTo>
                  <a:pt x="1661179" y="471034"/>
                </a:lnTo>
                <a:lnTo>
                  <a:pt x="1661357" y="471070"/>
                </a:lnTo>
                <a:lnTo>
                  <a:pt x="1661526" y="471114"/>
                </a:lnTo>
                <a:lnTo>
                  <a:pt x="1661695" y="471159"/>
                </a:lnTo>
                <a:lnTo>
                  <a:pt x="1661873" y="471203"/>
                </a:lnTo>
                <a:lnTo>
                  <a:pt x="1662042" y="471248"/>
                </a:lnTo>
                <a:lnTo>
                  <a:pt x="1662211" y="471283"/>
                </a:lnTo>
                <a:lnTo>
                  <a:pt x="1662389" y="471328"/>
                </a:lnTo>
                <a:lnTo>
                  <a:pt x="1662558" y="471372"/>
                </a:lnTo>
                <a:lnTo>
                  <a:pt x="1662736" y="471417"/>
                </a:lnTo>
                <a:lnTo>
                  <a:pt x="1662905" y="471461"/>
                </a:lnTo>
                <a:lnTo>
                  <a:pt x="1663074" y="471497"/>
                </a:lnTo>
                <a:lnTo>
                  <a:pt x="1663252" y="471541"/>
                </a:lnTo>
                <a:lnTo>
                  <a:pt x="1663421" y="471586"/>
                </a:lnTo>
                <a:lnTo>
                  <a:pt x="1663590" y="471630"/>
                </a:lnTo>
                <a:lnTo>
                  <a:pt x="1663768" y="471675"/>
                </a:lnTo>
                <a:lnTo>
                  <a:pt x="1663937" y="471710"/>
                </a:lnTo>
                <a:lnTo>
                  <a:pt x="1664106" y="471755"/>
                </a:lnTo>
                <a:lnTo>
                  <a:pt x="1664284" y="471799"/>
                </a:lnTo>
                <a:lnTo>
                  <a:pt x="1664453" y="471844"/>
                </a:lnTo>
                <a:lnTo>
                  <a:pt x="1664631" y="471879"/>
                </a:lnTo>
                <a:lnTo>
                  <a:pt x="1664800" y="471924"/>
                </a:lnTo>
                <a:lnTo>
                  <a:pt x="1664969" y="471968"/>
                </a:lnTo>
                <a:lnTo>
                  <a:pt x="1665147" y="472013"/>
                </a:lnTo>
                <a:lnTo>
                  <a:pt x="1665316" y="472048"/>
                </a:lnTo>
                <a:lnTo>
                  <a:pt x="1665485" y="472093"/>
                </a:lnTo>
                <a:lnTo>
                  <a:pt x="1665663" y="472137"/>
                </a:lnTo>
                <a:lnTo>
                  <a:pt x="1665832" y="472173"/>
                </a:lnTo>
                <a:lnTo>
                  <a:pt x="1666001" y="472217"/>
                </a:lnTo>
                <a:lnTo>
                  <a:pt x="1666179" y="472262"/>
                </a:lnTo>
                <a:lnTo>
                  <a:pt x="1666348" y="472297"/>
                </a:lnTo>
                <a:lnTo>
                  <a:pt x="1666517" y="472342"/>
                </a:lnTo>
                <a:lnTo>
                  <a:pt x="1666695" y="472386"/>
                </a:lnTo>
                <a:lnTo>
                  <a:pt x="1666864" y="472422"/>
                </a:lnTo>
                <a:lnTo>
                  <a:pt x="1667042" y="472466"/>
                </a:lnTo>
                <a:lnTo>
                  <a:pt x="1667211" y="472511"/>
                </a:lnTo>
                <a:lnTo>
                  <a:pt x="1667380" y="472546"/>
                </a:lnTo>
                <a:lnTo>
                  <a:pt x="1667558" y="472591"/>
                </a:lnTo>
                <a:lnTo>
                  <a:pt x="1667727" y="472635"/>
                </a:lnTo>
                <a:lnTo>
                  <a:pt x="1667896" y="472671"/>
                </a:lnTo>
                <a:lnTo>
                  <a:pt x="1668074" y="472716"/>
                </a:lnTo>
                <a:lnTo>
                  <a:pt x="1668243" y="472760"/>
                </a:lnTo>
                <a:lnTo>
                  <a:pt x="1668412" y="472796"/>
                </a:lnTo>
                <a:lnTo>
                  <a:pt x="1668590" y="472840"/>
                </a:lnTo>
                <a:lnTo>
                  <a:pt x="1668759" y="472885"/>
                </a:lnTo>
                <a:lnTo>
                  <a:pt x="1668937" y="472920"/>
                </a:lnTo>
                <a:lnTo>
                  <a:pt x="1669106" y="472965"/>
                </a:lnTo>
                <a:lnTo>
                  <a:pt x="1669275" y="473000"/>
                </a:lnTo>
                <a:lnTo>
                  <a:pt x="1669453" y="473045"/>
                </a:lnTo>
                <a:lnTo>
                  <a:pt x="1669622" y="473089"/>
                </a:lnTo>
                <a:lnTo>
                  <a:pt x="1669791" y="473125"/>
                </a:lnTo>
                <a:lnTo>
                  <a:pt x="1669969" y="473169"/>
                </a:lnTo>
                <a:lnTo>
                  <a:pt x="1670138" y="473205"/>
                </a:lnTo>
                <a:lnTo>
                  <a:pt x="1670307" y="473249"/>
                </a:lnTo>
                <a:lnTo>
                  <a:pt x="1670485" y="473294"/>
                </a:lnTo>
                <a:lnTo>
                  <a:pt x="1670654" y="473329"/>
                </a:lnTo>
                <a:lnTo>
                  <a:pt x="1670832" y="473374"/>
                </a:lnTo>
                <a:lnTo>
                  <a:pt x="1671001" y="473409"/>
                </a:lnTo>
                <a:lnTo>
                  <a:pt x="1671170" y="473454"/>
                </a:lnTo>
                <a:lnTo>
                  <a:pt x="1671348" y="473490"/>
                </a:lnTo>
                <a:lnTo>
                  <a:pt x="1671517" y="473534"/>
                </a:lnTo>
                <a:lnTo>
                  <a:pt x="1671686" y="473570"/>
                </a:lnTo>
                <a:lnTo>
                  <a:pt x="1671864" y="473614"/>
                </a:lnTo>
                <a:lnTo>
                  <a:pt x="1672033" y="473659"/>
                </a:lnTo>
                <a:lnTo>
                  <a:pt x="1672202" y="473694"/>
                </a:lnTo>
                <a:lnTo>
                  <a:pt x="1672380" y="473739"/>
                </a:lnTo>
                <a:lnTo>
                  <a:pt x="1672549" y="473774"/>
                </a:lnTo>
                <a:lnTo>
                  <a:pt x="1672718" y="473819"/>
                </a:lnTo>
                <a:lnTo>
                  <a:pt x="1672896" y="473854"/>
                </a:lnTo>
                <a:lnTo>
                  <a:pt x="1673065" y="473899"/>
                </a:lnTo>
                <a:lnTo>
                  <a:pt x="1673243" y="473934"/>
                </a:lnTo>
                <a:lnTo>
                  <a:pt x="1673412" y="473979"/>
                </a:lnTo>
                <a:lnTo>
                  <a:pt x="1673581" y="474014"/>
                </a:lnTo>
                <a:lnTo>
                  <a:pt x="1673759" y="474059"/>
                </a:lnTo>
                <a:lnTo>
                  <a:pt x="1673928" y="474094"/>
                </a:lnTo>
                <a:lnTo>
                  <a:pt x="1674097" y="474139"/>
                </a:lnTo>
                <a:lnTo>
                  <a:pt x="1674275" y="474175"/>
                </a:lnTo>
                <a:lnTo>
                  <a:pt x="1674444" y="474210"/>
                </a:lnTo>
                <a:lnTo>
                  <a:pt x="1674613" y="474255"/>
                </a:lnTo>
                <a:lnTo>
                  <a:pt x="1674791" y="474290"/>
                </a:lnTo>
                <a:lnTo>
                  <a:pt x="1674960" y="474335"/>
                </a:lnTo>
                <a:lnTo>
                  <a:pt x="1675137" y="474370"/>
                </a:lnTo>
                <a:lnTo>
                  <a:pt x="1675307" y="474415"/>
                </a:lnTo>
                <a:lnTo>
                  <a:pt x="1675476" y="474450"/>
                </a:lnTo>
                <a:lnTo>
                  <a:pt x="1675654" y="474495"/>
                </a:lnTo>
                <a:lnTo>
                  <a:pt x="1675822" y="474530"/>
                </a:lnTo>
                <a:lnTo>
                  <a:pt x="1675992" y="474566"/>
                </a:lnTo>
                <a:lnTo>
                  <a:pt x="1676170" y="474611"/>
                </a:lnTo>
                <a:lnTo>
                  <a:pt x="1676339" y="474646"/>
                </a:lnTo>
                <a:lnTo>
                  <a:pt x="1676508" y="474691"/>
                </a:lnTo>
                <a:lnTo>
                  <a:pt x="1676686" y="474726"/>
                </a:lnTo>
                <a:lnTo>
                  <a:pt x="1676855" y="474762"/>
                </a:lnTo>
                <a:lnTo>
                  <a:pt x="1677032" y="474806"/>
                </a:lnTo>
                <a:lnTo>
                  <a:pt x="1677201" y="474842"/>
                </a:lnTo>
                <a:lnTo>
                  <a:pt x="1677370" y="474886"/>
                </a:lnTo>
                <a:lnTo>
                  <a:pt x="1677549" y="474922"/>
                </a:lnTo>
                <a:lnTo>
                  <a:pt x="1677718" y="474957"/>
                </a:lnTo>
                <a:lnTo>
                  <a:pt x="1677887" y="475002"/>
                </a:lnTo>
                <a:lnTo>
                  <a:pt x="1678064" y="475038"/>
                </a:lnTo>
                <a:lnTo>
                  <a:pt x="1678234" y="475082"/>
                </a:lnTo>
                <a:lnTo>
                  <a:pt x="1678403" y="475118"/>
                </a:lnTo>
                <a:lnTo>
                  <a:pt x="1678580" y="475153"/>
                </a:lnTo>
                <a:lnTo>
                  <a:pt x="1678749" y="475198"/>
                </a:lnTo>
                <a:lnTo>
                  <a:pt x="1678927" y="475233"/>
                </a:lnTo>
                <a:lnTo>
                  <a:pt x="1679097" y="475269"/>
                </a:lnTo>
                <a:lnTo>
                  <a:pt x="1679266" y="475313"/>
                </a:lnTo>
                <a:lnTo>
                  <a:pt x="1679443" y="475349"/>
                </a:lnTo>
                <a:lnTo>
                  <a:pt x="1679612" y="475385"/>
                </a:lnTo>
                <a:lnTo>
                  <a:pt x="1679782" y="475429"/>
                </a:lnTo>
                <a:lnTo>
                  <a:pt x="1679959" y="475465"/>
                </a:lnTo>
                <a:lnTo>
                  <a:pt x="1680128" y="475500"/>
                </a:lnTo>
                <a:lnTo>
                  <a:pt x="1680297" y="475545"/>
                </a:lnTo>
                <a:lnTo>
                  <a:pt x="1680475" y="475580"/>
                </a:lnTo>
                <a:lnTo>
                  <a:pt x="1680645" y="475616"/>
                </a:lnTo>
                <a:lnTo>
                  <a:pt x="1680813" y="475651"/>
                </a:lnTo>
                <a:lnTo>
                  <a:pt x="1680991" y="475696"/>
                </a:lnTo>
                <a:lnTo>
                  <a:pt x="1681160" y="475731"/>
                </a:lnTo>
                <a:lnTo>
                  <a:pt x="1681338" y="475767"/>
                </a:lnTo>
                <a:lnTo>
                  <a:pt x="1681507" y="475812"/>
                </a:lnTo>
                <a:lnTo>
                  <a:pt x="1681676" y="475847"/>
                </a:lnTo>
                <a:lnTo>
                  <a:pt x="1681854" y="475883"/>
                </a:lnTo>
                <a:lnTo>
                  <a:pt x="1682024" y="475918"/>
                </a:lnTo>
                <a:lnTo>
                  <a:pt x="1682192" y="475963"/>
                </a:lnTo>
                <a:lnTo>
                  <a:pt x="1682370" y="475998"/>
                </a:lnTo>
                <a:lnTo>
                  <a:pt x="1682539" y="476034"/>
                </a:lnTo>
                <a:lnTo>
                  <a:pt x="1682708" y="476069"/>
                </a:lnTo>
                <a:lnTo>
                  <a:pt x="1682886" y="476114"/>
                </a:lnTo>
                <a:lnTo>
                  <a:pt x="1683055" y="476150"/>
                </a:lnTo>
                <a:lnTo>
                  <a:pt x="1683233" y="476185"/>
                </a:lnTo>
                <a:lnTo>
                  <a:pt x="1683402" y="476221"/>
                </a:lnTo>
                <a:lnTo>
                  <a:pt x="1683571" y="476265"/>
                </a:lnTo>
                <a:lnTo>
                  <a:pt x="1683749" y="476301"/>
                </a:lnTo>
                <a:lnTo>
                  <a:pt x="1683918" y="476336"/>
                </a:lnTo>
                <a:lnTo>
                  <a:pt x="1684087" y="476372"/>
                </a:lnTo>
                <a:lnTo>
                  <a:pt x="1684265" y="476408"/>
                </a:lnTo>
                <a:lnTo>
                  <a:pt x="1684434" y="476452"/>
                </a:lnTo>
                <a:lnTo>
                  <a:pt x="1684603" y="476488"/>
                </a:lnTo>
                <a:lnTo>
                  <a:pt x="1684781" y="476523"/>
                </a:lnTo>
                <a:lnTo>
                  <a:pt x="1684950" y="476559"/>
                </a:lnTo>
                <a:lnTo>
                  <a:pt x="1685128" y="476594"/>
                </a:lnTo>
                <a:lnTo>
                  <a:pt x="1685297" y="476639"/>
                </a:lnTo>
                <a:lnTo>
                  <a:pt x="1685466" y="476674"/>
                </a:lnTo>
                <a:lnTo>
                  <a:pt x="1685644" y="476710"/>
                </a:lnTo>
                <a:lnTo>
                  <a:pt x="1685813" y="476746"/>
                </a:lnTo>
                <a:lnTo>
                  <a:pt x="1685982" y="476781"/>
                </a:lnTo>
                <a:lnTo>
                  <a:pt x="1686160" y="476817"/>
                </a:lnTo>
                <a:lnTo>
                  <a:pt x="1686329" y="476861"/>
                </a:lnTo>
                <a:lnTo>
                  <a:pt x="1686498" y="476897"/>
                </a:lnTo>
                <a:lnTo>
                  <a:pt x="1686676" y="476932"/>
                </a:lnTo>
                <a:lnTo>
                  <a:pt x="1686845" y="476968"/>
                </a:lnTo>
                <a:lnTo>
                  <a:pt x="1687023" y="477004"/>
                </a:lnTo>
                <a:lnTo>
                  <a:pt x="1687192" y="477039"/>
                </a:lnTo>
                <a:lnTo>
                  <a:pt x="1687361" y="477075"/>
                </a:lnTo>
                <a:lnTo>
                  <a:pt x="1687539" y="477119"/>
                </a:lnTo>
                <a:lnTo>
                  <a:pt x="1687708" y="477155"/>
                </a:lnTo>
                <a:lnTo>
                  <a:pt x="1687877" y="477190"/>
                </a:lnTo>
                <a:lnTo>
                  <a:pt x="1688055" y="477226"/>
                </a:lnTo>
                <a:lnTo>
                  <a:pt x="1688224" y="477262"/>
                </a:lnTo>
                <a:lnTo>
                  <a:pt x="1688393" y="477297"/>
                </a:lnTo>
                <a:lnTo>
                  <a:pt x="1688571" y="477333"/>
                </a:lnTo>
                <a:lnTo>
                  <a:pt x="1688740" y="477368"/>
                </a:lnTo>
                <a:lnTo>
                  <a:pt x="1688909" y="477413"/>
                </a:lnTo>
                <a:lnTo>
                  <a:pt x="1689087" y="477448"/>
                </a:lnTo>
                <a:lnTo>
                  <a:pt x="1689256" y="477484"/>
                </a:lnTo>
                <a:lnTo>
                  <a:pt x="1689434" y="477520"/>
                </a:lnTo>
                <a:lnTo>
                  <a:pt x="1689603" y="477555"/>
                </a:lnTo>
                <a:lnTo>
                  <a:pt x="1689772" y="477591"/>
                </a:lnTo>
                <a:lnTo>
                  <a:pt x="1689950" y="477626"/>
                </a:lnTo>
                <a:lnTo>
                  <a:pt x="1690119" y="477662"/>
                </a:lnTo>
                <a:lnTo>
                  <a:pt x="1690288" y="477698"/>
                </a:lnTo>
                <a:lnTo>
                  <a:pt x="1690466" y="477733"/>
                </a:lnTo>
                <a:lnTo>
                  <a:pt x="1690635" y="477769"/>
                </a:lnTo>
                <a:lnTo>
                  <a:pt x="1690804" y="477804"/>
                </a:lnTo>
                <a:lnTo>
                  <a:pt x="1690982" y="477840"/>
                </a:lnTo>
                <a:lnTo>
                  <a:pt x="1691151" y="477875"/>
                </a:lnTo>
                <a:lnTo>
                  <a:pt x="1691329" y="477911"/>
                </a:lnTo>
                <a:lnTo>
                  <a:pt x="1691498" y="477947"/>
                </a:lnTo>
                <a:lnTo>
                  <a:pt x="1691667" y="477982"/>
                </a:lnTo>
                <a:lnTo>
                  <a:pt x="1691845" y="478027"/>
                </a:lnTo>
                <a:lnTo>
                  <a:pt x="1692014" y="478062"/>
                </a:lnTo>
                <a:lnTo>
                  <a:pt x="1692183" y="478098"/>
                </a:lnTo>
                <a:lnTo>
                  <a:pt x="1692361" y="478133"/>
                </a:lnTo>
                <a:lnTo>
                  <a:pt x="1692530" y="478169"/>
                </a:lnTo>
                <a:lnTo>
                  <a:pt x="1692699" y="478205"/>
                </a:lnTo>
                <a:lnTo>
                  <a:pt x="1692877" y="478240"/>
                </a:lnTo>
                <a:lnTo>
                  <a:pt x="1693046" y="478276"/>
                </a:lnTo>
                <a:lnTo>
                  <a:pt x="1693224" y="478311"/>
                </a:lnTo>
                <a:lnTo>
                  <a:pt x="1693393" y="478347"/>
                </a:lnTo>
                <a:lnTo>
                  <a:pt x="1693562" y="478383"/>
                </a:lnTo>
                <a:lnTo>
                  <a:pt x="1693740" y="478418"/>
                </a:lnTo>
                <a:lnTo>
                  <a:pt x="1693909" y="478454"/>
                </a:lnTo>
                <a:lnTo>
                  <a:pt x="1694078" y="478480"/>
                </a:lnTo>
                <a:lnTo>
                  <a:pt x="1694256" y="478516"/>
                </a:lnTo>
                <a:lnTo>
                  <a:pt x="1694425" y="478552"/>
                </a:lnTo>
                <a:lnTo>
                  <a:pt x="1694594" y="478587"/>
                </a:lnTo>
                <a:lnTo>
                  <a:pt x="1694772" y="478623"/>
                </a:lnTo>
                <a:lnTo>
                  <a:pt x="1694941" y="478658"/>
                </a:lnTo>
                <a:lnTo>
                  <a:pt x="1695119" y="478694"/>
                </a:lnTo>
                <a:lnTo>
                  <a:pt x="1695288" y="478730"/>
                </a:lnTo>
                <a:lnTo>
                  <a:pt x="1695457" y="478765"/>
                </a:lnTo>
                <a:lnTo>
                  <a:pt x="1695635" y="478801"/>
                </a:lnTo>
                <a:lnTo>
                  <a:pt x="1695804" y="478836"/>
                </a:lnTo>
                <a:lnTo>
                  <a:pt x="1695973" y="478872"/>
                </a:lnTo>
                <a:lnTo>
                  <a:pt x="1696151" y="478907"/>
                </a:lnTo>
                <a:lnTo>
                  <a:pt x="1696320" y="478943"/>
                </a:lnTo>
                <a:lnTo>
                  <a:pt x="1696489" y="478979"/>
                </a:lnTo>
                <a:lnTo>
                  <a:pt x="1696667" y="479014"/>
                </a:lnTo>
                <a:lnTo>
                  <a:pt x="1696836" y="479050"/>
                </a:lnTo>
                <a:lnTo>
                  <a:pt x="1697005" y="479076"/>
                </a:lnTo>
                <a:lnTo>
                  <a:pt x="1697183" y="479112"/>
                </a:lnTo>
                <a:lnTo>
                  <a:pt x="1697352" y="479148"/>
                </a:lnTo>
                <a:lnTo>
                  <a:pt x="1697530" y="479183"/>
                </a:lnTo>
                <a:lnTo>
                  <a:pt x="1697699" y="479219"/>
                </a:lnTo>
                <a:lnTo>
                  <a:pt x="1697868" y="479254"/>
                </a:lnTo>
                <a:lnTo>
                  <a:pt x="1698046" y="479290"/>
                </a:lnTo>
                <a:lnTo>
                  <a:pt x="1698215" y="479326"/>
                </a:lnTo>
                <a:lnTo>
                  <a:pt x="1698384" y="479361"/>
                </a:lnTo>
                <a:lnTo>
                  <a:pt x="1698562" y="479388"/>
                </a:lnTo>
                <a:lnTo>
                  <a:pt x="1698731" y="479423"/>
                </a:lnTo>
                <a:lnTo>
                  <a:pt x="1698900" y="479459"/>
                </a:lnTo>
                <a:lnTo>
                  <a:pt x="1699078" y="479495"/>
                </a:lnTo>
                <a:lnTo>
                  <a:pt x="1699247" y="479530"/>
                </a:lnTo>
                <a:lnTo>
                  <a:pt x="1699425" y="479566"/>
                </a:lnTo>
                <a:lnTo>
                  <a:pt x="1699594" y="479601"/>
                </a:lnTo>
                <a:lnTo>
                  <a:pt x="1699763" y="479628"/>
                </a:lnTo>
                <a:lnTo>
                  <a:pt x="1699941" y="479664"/>
                </a:lnTo>
                <a:lnTo>
                  <a:pt x="1700110" y="479699"/>
                </a:lnTo>
                <a:lnTo>
                  <a:pt x="1700279" y="479735"/>
                </a:lnTo>
                <a:lnTo>
                  <a:pt x="1700457" y="479770"/>
                </a:lnTo>
                <a:lnTo>
                  <a:pt x="1700626" y="479806"/>
                </a:lnTo>
                <a:lnTo>
                  <a:pt x="1700795" y="479833"/>
                </a:lnTo>
                <a:lnTo>
                  <a:pt x="1700973" y="479868"/>
                </a:lnTo>
                <a:lnTo>
                  <a:pt x="1701142" y="479904"/>
                </a:lnTo>
                <a:lnTo>
                  <a:pt x="1701320" y="479939"/>
                </a:lnTo>
                <a:lnTo>
                  <a:pt x="1701489" y="479975"/>
                </a:lnTo>
                <a:lnTo>
                  <a:pt x="1701658" y="480002"/>
                </a:lnTo>
                <a:lnTo>
                  <a:pt x="1701836" y="480037"/>
                </a:lnTo>
                <a:lnTo>
                  <a:pt x="1702005" y="480073"/>
                </a:lnTo>
                <a:lnTo>
                  <a:pt x="1702174" y="480108"/>
                </a:lnTo>
                <a:lnTo>
                  <a:pt x="1702352" y="480144"/>
                </a:lnTo>
                <a:lnTo>
                  <a:pt x="1702521" y="480171"/>
                </a:lnTo>
                <a:lnTo>
                  <a:pt x="1702690" y="480206"/>
                </a:lnTo>
                <a:lnTo>
                  <a:pt x="1702868" y="480242"/>
                </a:lnTo>
                <a:lnTo>
                  <a:pt x="1703037" y="480278"/>
                </a:lnTo>
                <a:lnTo>
                  <a:pt x="1703215" y="480313"/>
                </a:lnTo>
                <a:lnTo>
                  <a:pt x="1703384" y="480340"/>
                </a:lnTo>
                <a:lnTo>
                  <a:pt x="1703553" y="480375"/>
                </a:lnTo>
                <a:lnTo>
                  <a:pt x="1703731" y="480411"/>
                </a:lnTo>
                <a:lnTo>
                  <a:pt x="1703900" y="480447"/>
                </a:lnTo>
                <a:lnTo>
                  <a:pt x="1704069" y="480473"/>
                </a:lnTo>
                <a:lnTo>
                  <a:pt x="1704247" y="480509"/>
                </a:lnTo>
                <a:lnTo>
                  <a:pt x="1704416" y="480544"/>
                </a:lnTo>
                <a:lnTo>
                  <a:pt x="1704585" y="480580"/>
                </a:lnTo>
                <a:lnTo>
                  <a:pt x="1704763" y="480607"/>
                </a:lnTo>
                <a:lnTo>
                  <a:pt x="1704932" y="480642"/>
                </a:lnTo>
                <a:lnTo>
                  <a:pt x="1705101" y="480678"/>
                </a:lnTo>
                <a:lnTo>
                  <a:pt x="1705279" y="480705"/>
                </a:lnTo>
                <a:lnTo>
                  <a:pt x="1705448" y="480740"/>
                </a:lnTo>
                <a:lnTo>
                  <a:pt x="1705626" y="480776"/>
                </a:lnTo>
                <a:lnTo>
                  <a:pt x="1705795" y="480811"/>
                </a:lnTo>
                <a:lnTo>
                  <a:pt x="1705964" y="480838"/>
                </a:lnTo>
                <a:lnTo>
                  <a:pt x="1706142" y="480874"/>
                </a:lnTo>
                <a:lnTo>
                  <a:pt x="1706311" y="480909"/>
                </a:lnTo>
                <a:lnTo>
                  <a:pt x="1706480" y="480936"/>
                </a:lnTo>
                <a:lnTo>
                  <a:pt x="1706658" y="480971"/>
                </a:lnTo>
                <a:lnTo>
                  <a:pt x="1706827" y="481007"/>
                </a:lnTo>
                <a:lnTo>
                  <a:pt x="1706996" y="481043"/>
                </a:lnTo>
                <a:lnTo>
                  <a:pt x="1707174" y="481069"/>
                </a:lnTo>
                <a:lnTo>
                  <a:pt x="1707343" y="481105"/>
                </a:lnTo>
                <a:lnTo>
                  <a:pt x="1707521" y="481140"/>
                </a:lnTo>
                <a:lnTo>
                  <a:pt x="1707690" y="481167"/>
                </a:lnTo>
                <a:lnTo>
                  <a:pt x="1707859" y="481203"/>
                </a:lnTo>
                <a:lnTo>
                  <a:pt x="1708037" y="481238"/>
                </a:lnTo>
                <a:lnTo>
                  <a:pt x="1708206" y="481265"/>
                </a:lnTo>
                <a:lnTo>
                  <a:pt x="1708375" y="481301"/>
                </a:lnTo>
                <a:lnTo>
                  <a:pt x="1708553" y="481336"/>
                </a:lnTo>
                <a:lnTo>
                  <a:pt x="1708722" y="481363"/>
                </a:lnTo>
                <a:lnTo>
                  <a:pt x="1708891" y="481399"/>
                </a:lnTo>
                <a:lnTo>
                  <a:pt x="1709069" y="481434"/>
                </a:lnTo>
                <a:lnTo>
                  <a:pt x="1709238" y="481461"/>
                </a:lnTo>
                <a:lnTo>
                  <a:pt x="1709415" y="481496"/>
                </a:lnTo>
                <a:lnTo>
                  <a:pt x="1709585" y="481523"/>
                </a:lnTo>
                <a:lnTo>
                  <a:pt x="1709754" y="481559"/>
                </a:lnTo>
                <a:lnTo>
                  <a:pt x="1709932" y="481594"/>
                </a:lnTo>
                <a:lnTo>
                  <a:pt x="1710101" y="481621"/>
                </a:lnTo>
                <a:lnTo>
                  <a:pt x="1710270" y="481656"/>
                </a:lnTo>
                <a:lnTo>
                  <a:pt x="1710448" y="481692"/>
                </a:lnTo>
                <a:lnTo>
                  <a:pt x="1710617" y="481719"/>
                </a:lnTo>
                <a:lnTo>
                  <a:pt x="1710786" y="481754"/>
                </a:lnTo>
                <a:lnTo>
                  <a:pt x="1710963" y="481781"/>
                </a:lnTo>
                <a:lnTo>
                  <a:pt x="1711133" y="481817"/>
                </a:lnTo>
                <a:lnTo>
                  <a:pt x="1711311" y="481852"/>
                </a:lnTo>
                <a:lnTo>
                  <a:pt x="1711480" y="481879"/>
                </a:lnTo>
                <a:lnTo>
                  <a:pt x="1711649" y="481914"/>
                </a:lnTo>
                <a:lnTo>
                  <a:pt x="1711827" y="481941"/>
                </a:lnTo>
                <a:lnTo>
                  <a:pt x="1711996" y="481977"/>
                </a:lnTo>
                <a:lnTo>
                  <a:pt x="1712165" y="482012"/>
                </a:lnTo>
                <a:lnTo>
                  <a:pt x="1712342" y="482039"/>
                </a:lnTo>
                <a:lnTo>
                  <a:pt x="1712511" y="482075"/>
                </a:lnTo>
                <a:lnTo>
                  <a:pt x="1712681" y="482101"/>
                </a:lnTo>
                <a:lnTo>
                  <a:pt x="1712859" y="482137"/>
                </a:lnTo>
                <a:lnTo>
                  <a:pt x="1713028" y="482164"/>
                </a:lnTo>
                <a:lnTo>
                  <a:pt x="1713196" y="482199"/>
                </a:lnTo>
                <a:lnTo>
                  <a:pt x="1713375" y="482235"/>
                </a:lnTo>
                <a:lnTo>
                  <a:pt x="1713544" y="482261"/>
                </a:lnTo>
                <a:lnTo>
                  <a:pt x="1713721" y="482297"/>
                </a:lnTo>
                <a:lnTo>
                  <a:pt x="1713890" y="482324"/>
                </a:lnTo>
                <a:lnTo>
                  <a:pt x="1714059" y="482359"/>
                </a:lnTo>
                <a:lnTo>
                  <a:pt x="1714238" y="482386"/>
                </a:lnTo>
                <a:lnTo>
                  <a:pt x="1714406" y="482422"/>
                </a:lnTo>
                <a:lnTo>
                  <a:pt x="1714575" y="482448"/>
                </a:lnTo>
                <a:lnTo>
                  <a:pt x="1714753" y="482484"/>
                </a:lnTo>
                <a:lnTo>
                  <a:pt x="1714923" y="482511"/>
                </a:lnTo>
                <a:lnTo>
                  <a:pt x="1715092" y="482546"/>
                </a:lnTo>
                <a:lnTo>
                  <a:pt x="1715269" y="482573"/>
                </a:lnTo>
                <a:lnTo>
                  <a:pt x="1715438" y="482608"/>
                </a:lnTo>
                <a:lnTo>
                  <a:pt x="1715616" y="482635"/>
                </a:lnTo>
                <a:lnTo>
                  <a:pt x="1715785" y="482671"/>
                </a:lnTo>
                <a:lnTo>
                  <a:pt x="1715954" y="482697"/>
                </a:lnTo>
                <a:lnTo>
                  <a:pt x="1716132" y="482733"/>
                </a:lnTo>
                <a:lnTo>
                  <a:pt x="1716301" y="482760"/>
                </a:lnTo>
                <a:lnTo>
                  <a:pt x="1716471" y="482795"/>
                </a:lnTo>
                <a:lnTo>
                  <a:pt x="1716648" y="482822"/>
                </a:lnTo>
                <a:lnTo>
                  <a:pt x="1716817" y="482857"/>
                </a:lnTo>
                <a:lnTo>
                  <a:pt x="1716986" y="482884"/>
                </a:lnTo>
                <a:lnTo>
                  <a:pt x="1717164" y="482920"/>
                </a:lnTo>
                <a:lnTo>
                  <a:pt x="1717333" y="482946"/>
                </a:lnTo>
                <a:lnTo>
                  <a:pt x="1717511" y="482982"/>
                </a:lnTo>
                <a:lnTo>
                  <a:pt x="1717680" y="483009"/>
                </a:lnTo>
                <a:lnTo>
                  <a:pt x="1717849" y="483044"/>
                </a:lnTo>
                <a:lnTo>
                  <a:pt x="1718027" y="483071"/>
                </a:lnTo>
                <a:lnTo>
                  <a:pt x="1718196" y="483107"/>
                </a:lnTo>
                <a:lnTo>
                  <a:pt x="1718365" y="483133"/>
                </a:lnTo>
                <a:lnTo>
                  <a:pt x="1718543" y="483169"/>
                </a:lnTo>
                <a:lnTo>
                  <a:pt x="1718712" y="483196"/>
                </a:lnTo>
                <a:lnTo>
                  <a:pt x="1718881" y="483231"/>
                </a:lnTo>
                <a:lnTo>
                  <a:pt x="1719059" y="483258"/>
                </a:lnTo>
                <a:lnTo>
                  <a:pt x="1719228" y="483285"/>
                </a:lnTo>
                <a:lnTo>
                  <a:pt x="1719406" y="483320"/>
                </a:lnTo>
                <a:lnTo>
                  <a:pt x="1719575" y="483347"/>
                </a:lnTo>
                <a:lnTo>
                  <a:pt x="1719744" y="483382"/>
                </a:lnTo>
                <a:lnTo>
                  <a:pt x="1719922" y="483409"/>
                </a:lnTo>
                <a:lnTo>
                  <a:pt x="1720091" y="483445"/>
                </a:lnTo>
                <a:lnTo>
                  <a:pt x="1720260" y="483471"/>
                </a:lnTo>
                <a:lnTo>
                  <a:pt x="1720438" y="483507"/>
                </a:lnTo>
                <a:lnTo>
                  <a:pt x="1720607" y="483534"/>
                </a:lnTo>
                <a:lnTo>
                  <a:pt x="1720776" y="483560"/>
                </a:lnTo>
                <a:lnTo>
                  <a:pt x="1720954" y="483596"/>
                </a:lnTo>
                <a:lnTo>
                  <a:pt x="1721123" y="483623"/>
                </a:lnTo>
                <a:lnTo>
                  <a:pt x="1721292" y="483658"/>
                </a:lnTo>
                <a:lnTo>
                  <a:pt x="1721470" y="483685"/>
                </a:lnTo>
                <a:lnTo>
                  <a:pt x="1721639" y="483712"/>
                </a:lnTo>
                <a:lnTo>
                  <a:pt x="1721817" y="483747"/>
                </a:lnTo>
                <a:lnTo>
                  <a:pt x="1721986" y="483774"/>
                </a:lnTo>
                <a:lnTo>
                  <a:pt x="1722155" y="483809"/>
                </a:lnTo>
                <a:lnTo>
                  <a:pt x="1722333" y="483836"/>
                </a:lnTo>
              </a:path>
            </a:pathLst>
          </a:custGeom>
          <a:noFill/>
          <a:ln w="1905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9FEBAE1B-3E35-3F67-F451-DBFB8FA7524B}"/>
              </a:ext>
            </a:extLst>
          </p:cNvPr>
          <p:cNvSpPr/>
          <p:nvPr/>
        </p:nvSpPr>
        <p:spPr>
          <a:xfrm>
            <a:off x="1078928" y="3687545"/>
            <a:ext cx="1722333" cy="1114920"/>
          </a:xfrm>
          <a:custGeom>
            <a:avLst/>
            <a:gdLst>
              <a:gd name="csX0" fmla="*/ 0 w 1722333"/>
              <a:gd name="csY0" fmla="*/ 1114920 h 1114920"/>
              <a:gd name="csX1" fmla="*/ 172 w 1722333"/>
              <a:gd name="csY1" fmla="*/ 1114920 h 1114920"/>
              <a:gd name="csX2" fmla="*/ 344 w 1722333"/>
              <a:gd name="csY2" fmla="*/ 1114920 h 1114920"/>
              <a:gd name="csX3" fmla="*/ 516 w 1722333"/>
              <a:gd name="csY3" fmla="*/ 1114920 h 1114920"/>
              <a:gd name="csX4" fmla="*/ 689 w 1722333"/>
              <a:gd name="csY4" fmla="*/ 1114920 h 1114920"/>
              <a:gd name="csX5" fmla="*/ 861 w 1722333"/>
              <a:gd name="csY5" fmla="*/ 1114920 h 1114920"/>
              <a:gd name="csX6" fmla="*/ 1033 w 1722333"/>
              <a:gd name="csY6" fmla="*/ 1114920 h 1114920"/>
              <a:gd name="csX7" fmla="*/ 1205 w 1722333"/>
              <a:gd name="csY7" fmla="*/ 1114920 h 1114920"/>
              <a:gd name="csX8" fmla="*/ 1377 w 1722333"/>
              <a:gd name="csY8" fmla="*/ 1114920 h 1114920"/>
              <a:gd name="csX9" fmla="*/ 1550 w 1722333"/>
              <a:gd name="csY9" fmla="*/ 1114920 h 1114920"/>
              <a:gd name="csX10" fmla="*/ 1722 w 1722333"/>
              <a:gd name="csY10" fmla="*/ 1114920 h 1114920"/>
              <a:gd name="csX11" fmla="*/ 1894 w 1722333"/>
              <a:gd name="csY11" fmla="*/ 1114920 h 1114920"/>
              <a:gd name="csX12" fmla="*/ 2067 w 1722333"/>
              <a:gd name="csY12" fmla="*/ 1114920 h 1114920"/>
              <a:gd name="csX13" fmla="*/ 2239 w 1722333"/>
              <a:gd name="csY13" fmla="*/ 1114920 h 1114920"/>
              <a:gd name="csX14" fmla="*/ 2411 w 1722333"/>
              <a:gd name="csY14" fmla="*/ 1114920 h 1114920"/>
              <a:gd name="csX15" fmla="*/ 2584 w 1722333"/>
              <a:gd name="csY15" fmla="*/ 1114920 h 1114920"/>
              <a:gd name="csX16" fmla="*/ 2755 w 1722333"/>
              <a:gd name="csY16" fmla="*/ 1114920 h 1114920"/>
              <a:gd name="csX17" fmla="*/ 2928 w 1722333"/>
              <a:gd name="csY17" fmla="*/ 1114920 h 1114920"/>
              <a:gd name="csX18" fmla="*/ 3100 w 1722333"/>
              <a:gd name="csY18" fmla="*/ 1114920 h 1114920"/>
              <a:gd name="csX19" fmla="*/ 3272 w 1722333"/>
              <a:gd name="csY19" fmla="*/ 1114920 h 1114920"/>
              <a:gd name="csX20" fmla="*/ 3445 w 1722333"/>
              <a:gd name="csY20" fmla="*/ 1114920 h 1114920"/>
              <a:gd name="csX21" fmla="*/ 3617 w 1722333"/>
              <a:gd name="csY21" fmla="*/ 1114920 h 1114920"/>
              <a:gd name="csX22" fmla="*/ 3789 w 1722333"/>
              <a:gd name="csY22" fmla="*/ 1114920 h 1114920"/>
              <a:gd name="csX23" fmla="*/ 3962 w 1722333"/>
              <a:gd name="csY23" fmla="*/ 1114920 h 1114920"/>
              <a:gd name="csX24" fmla="*/ 4133 w 1722333"/>
              <a:gd name="csY24" fmla="*/ 1114920 h 1114920"/>
              <a:gd name="csX25" fmla="*/ 4306 w 1722333"/>
              <a:gd name="csY25" fmla="*/ 1114920 h 1114920"/>
              <a:gd name="csX26" fmla="*/ 4478 w 1722333"/>
              <a:gd name="csY26" fmla="*/ 1114920 h 1114920"/>
              <a:gd name="csX27" fmla="*/ 4650 w 1722333"/>
              <a:gd name="csY27" fmla="*/ 1114920 h 1114920"/>
              <a:gd name="csX28" fmla="*/ 4823 w 1722333"/>
              <a:gd name="csY28" fmla="*/ 1114920 h 1114920"/>
              <a:gd name="csX29" fmla="*/ 4994 w 1722333"/>
              <a:gd name="csY29" fmla="*/ 1114920 h 1114920"/>
              <a:gd name="csX30" fmla="*/ 5167 w 1722333"/>
              <a:gd name="csY30" fmla="*/ 1114920 h 1114920"/>
              <a:gd name="csX31" fmla="*/ 5340 w 1722333"/>
              <a:gd name="csY31" fmla="*/ 1114920 h 1114920"/>
              <a:gd name="csX32" fmla="*/ 5511 w 1722333"/>
              <a:gd name="csY32" fmla="*/ 1114920 h 1114920"/>
              <a:gd name="csX33" fmla="*/ 5684 w 1722333"/>
              <a:gd name="csY33" fmla="*/ 1114920 h 1114920"/>
              <a:gd name="csX34" fmla="*/ 5857 w 1722333"/>
              <a:gd name="csY34" fmla="*/ 1114920 h 1114920"/>
              <a:gd name="csX35" fmla="*/ 6028 w 1722333"/>
              <a:gd name="csY35" fmla="*/ 1114920 h 1114920"/>
              <a:gd name="csX36" fmla="*/ 6201 w 1722333"/>
              <a:gd name="csY36" fmla="*/ 1114920 h 1114920"/>
              <a:gd name="csX37" fmla="*/ 6373 w 1722333"/>
              <a:gd name="csY37" fmla="*/ 1114920 h 1114920"/>
              <a:gd name="csX38" fmla="*/ 6545 w 1722333"/>
              <a:gd name="csY38" fmla="*/ 1114920 h 1114920"/>
              <a:gd name="csX39" fmla="*/ 6718 w 1722333"/>
              <a:gd name="csY39" fmla="*/ 1114920 h 1114920"/>
              <a:gd name="csX40" fmla="*/ 6889 w 1722333"/>
              <a:gd name="csY40" fmla="*/ 1114920 h 1114920"/>
              <a:gd name="csX41" fmla="*/ 7062 w 1722333"/>
              <a:gd name="csY41" fmla="*/ 1114920 h 1114920"/>
              <a:gd name="csX42" fmla="*/ 7234 w 1722333"/>
              <a:gd name="csY42" fmla="*/ 1114920 h 1114920"/>
              <a:gd name="csX43" fmla="*/ 7406 w 1722333"/>
              <a:gd name="csY43" fmla="*/ 1114920 h 1114920"/>
              <a:gd name="csX44" fmla="*/ 7579 w 1722333"/>
              <a:gd name="csY44" fmla="*/ 1114920 h 1114920"/>
              <a:gd name="csX45" fmla="*/ 7751 w 1722333"/>
              <a:gd name="csY45" fmla="*/ 1114920 h 1114920"/>
              <a:gd name="csX46" fmla="*/ 7923 w 1722333"/>
              <a:gd name="csY46" fmla="*/ 1114920 h 1114920"/>
              <a:gd name="csX47" fmla="*/ 8096 w 1722333"/>
              <a:gd name="csY47" fmla="*/ 1114920 h 1114920"/>
              <a:gd name="csX48" fmla="*/ 8267 w 1722333"/>
              <a:gd name="csY48" fmla="*/ 1114920 h 1114920"/>
              <a:gd name="csX49" fmla="*/ 8440 w 1722333"/>
              <a:gd name="csY49" fmla="*/ 1114920 h 1114920"/>
              <a:gd name="csX50" fmla="*/ 8612 w 1722333"/>
              <a:gd name="csY50" fmla="*/ 1114920 h 1114920"/>
              <a:gd name="csX51" fmla="*/ 8784 w 1722333"/>
              <a:gd name="csY51" fmla="*/ 1114920 h 1114920"/>
              <a:gd name="csX52" fmla="*/ 8957 w 1722333"/>
              <a:gd name="csY52" fmla="*/ 1114920 h 1114920"/>
              <a:gd name="csX53" fmla="*/ 9129 w 1722333"/>
              <a:gd name="csY53" fmla="*/ 1114920 h 1114920"/>
              <a:gd name="csX54" fmla="*/ 9301 w 1722333"/>
              <a:gd name="csY54" fmla="*/ 1114920 h 1114920"/>
              <a:gd name="csX55" fmla="*/ 9473 w 1722333"/>
              <a:gd name="csY55" fmla="*/ 1114920 h 1114920"/>
              <a:gd name="csX56" fmla="*/ 9646 w 1722333"/>
              <a:gd name="csY56" fmla="*/ 1114920 h 1114920"/>
              <a:gd name="csX57" fmla="*/ 9818 w 1722333"/>
              <a:gd name="csY57" fmla="*/ 1114920 h 1114920"/>
              <a:gd name="csX58" fmla="*/ 9990 w 1722333"/>
              <a:gd name="csY58" fmla="*/ 1114920 h 1114920"/>
              <a:gd name="csX59" fmla="*/ 10162 w 1722333"/>
              <a:gd name="csY59" fmla="*/ 1114920 h 1114920"/>
              <a:gd name="csX60" fmla="*/ 10335 w 1722333"/>
              <a:gd name="csY60" fmla="*/ 1114920 h 1114920"/>
              <a:gd name="csX61" fmla="*/ 10507 w 1722333"/>
              <a:gd name="csY61" fmla="*/ 1114920 h 1114920"/>
              <a:gd name="csX62" fmla="*/ 10679 w 1722333"/>
              <a:gd name="csY62" fmla="*/ 1114920 h 1114920"/>
              <a:gd name="csX63" fmla="*/ 10851 w 1722333"/>
              <a:gd name="csY63" fmla="*/ 1114920 h 1114920"/>
              <a:gd name="csX64" fmla="*/ 11024 w 1722333"/>
              <a:gd name="csY64" fmla="*/ 1114920 h 1114920"/>
              <a:gd name="csX65" fmla="*/ 11196 w 1722333"/>
              <a:gd name="csY65" fmla="*/ 1114920 h 1114920"/>
              <a:gd name="csX66" fmla="*/ 11368 w 1722333"/>
              <a:gd name="csY66" fmla="*/ 1114920 h 1114920"/>
              <a:gd name="csX67" fmla="*/ 11540 w 1722333"/>
              <a:gd name="csY67" fmla="*/ 1114920 h 1114920"/>
              <a:gd name="csX68" fmla="*/ 11713 w 1722333"/>
              <a:gd name="csY68" fmla="*/ 1114920 h 1114920"/>
              <a:gd name="csX69" fmla="*/ 11885 w 1722333"/>
              <a:gd name="csY69" fmla="*/ 1114920 h 1114920"/>
              <a:gd name="csX70" fmla="*/ 12057 w 1722333"/>
              <a:gd name="csY70" fmla="*/ 1114920 h 1114920"/>
              <a:gd name="csX71" fmla="*/ 12229 w 1722333"/>
              <a:gd name="csY71" fmla="*/ 1114920 h 1114920"/>
              <a:gd name="csX72" fmla="*/ 12402 w 1722333"/>
              <a:gd name="csY72" fmla="*/ 1114920 h 1114920"/>
              <a:gd name="csX73" fmla="*/ 12574 w 1722333"/>
              <a:gd name="csY73" fmla="*/ 1114920 h 1114920"/>
              <a:gd name="csX74" fmla="*/ 12746 w 1722333"/>
              <a:gd name="csY74" fmla="*/ 1114920 h 1114920"/>
              <a:gd name="csX75" fmla="*/ 12919 w 1722333"/>
              <a:gd name="csY75" fmla="*/ 1114920 h 1114920"/>
              <a:gd name="csX76" fmla="*/ 13090 w 1722333"/>
              <a:gd name="csY76" fmla="*/ 1114920 h 1114920"/>
              <a:gd name="csX77" fmla="*/ 13263 w 1722333"/>
              <a:gd name="csY77" fmla="*/ 1114920 h 1114920"/>
              <a:gd name="csX78" fmla="*/ 13435 w 1722333"/>
              <a:gd name="csY78" fmla="*/ 1114920 h 1114920"/>
              <a:gd name="csX79" fmla="*/ 13607 w 1722333"/>
              <a:gd name="csY79" fmla="*/ 1114920 h 1114920"/>
              <a:gd name="csX80" fmla="*/ 13780 w 1722333"/>
              <a:gd name="csY80" fmla="*/ 1114920 h 1114920"/>
              <a:gd name="csX81" fmla="*/ 13952 w 1722333"/>
              <a:gd name="csY81" fmla="*/ 1114920 h 1114920"/>
              <a:gd name="csX82" fmla="*/ 14124 w 1722333"/>
              <a:gd name="csY82" fmla="*/ 1114920 h 1114920"/>
              <a:gd name="csX83" fmla="*/ 14297 w 1722333"/>
              <a:gd name="csY83" fmla="*/ 1114920 h 1114920"/>
              <a:gd name="csX84" fmla="*/ 14468 w 1722333"/>
              <a:gd name="csY84" fmla="*/ 1114920 h 1114920"/>
              <a:gd name="csX85" fmla="*/ 14641 w 1722333"/>
              <a:gd name="csY85" fmla="*/ 1114920 h 1114920"/>
              <a:gd name="csX86" fmla="*/ 14813 w 1722333"/>
              <a:gd name="csY86" fmla="*/ 1114920 h 1114920"/>
              <a:gd name="csX87" fmla="*/ 14985 w 1722333"/>
              <a:gd name="csY87" fmla="*/ 1114920 h 1114920"/>
              <a:gd name="csX88" fmla="*/ 15158 w 1722333"/>
              <a:gd name="csY88" fmla="*/ 1114920 h 1114920"/>
              <a:gd name="csX89" fmla="*/ 15329 w 1722333"/>
              <a:gd name="csY89" fmla="*/ 1114920 h 1114920"/>
              <a:gd name="csX90" fmla="*/ 15502 w 1722333"/>
              <a:gd name="csY90" fmla="*/ 1114920 h 1114920"/>
              <a:gd name="csX91" fmla="*/ 15675 w 1722333"/>
              <a:gd name="csY91" fmla="*/ 1114920 h 1114920"/>
              <a:gd name="csX92" fmla="*/ 15846 w 1722333"/>
              <a:gd name="csY92" fmla="*/ 1114920 h 1114920"/>
              <a:gd name="csX93" fmla="*/ 16019 w 1722333"/>
              <a:gd name="csY93" fmla="*/ 1114920 h 1114920"/>
              <a:gd name="csX94" fmla="*/ 16192 w 1722333"/>
              <a:gd name="csY94" fmla="*/ 1114920 h 1114920"/>
              <a:gd name="csX95" fmla="*/ 16363 w 1722333"/>
              <a:gd name="csY95" fmla="*/ 1114920 h 1114920"/>
              <a:gd name="csX96" fmla="*/ 16536 w 1722333"/>
              <a:gd name="csY96" fmla="*/ 1114920 h 1114920"/>
              <a:gd name="csX97" fmla="*/ 16708 w 1722333"/>
              <a:gd name="csY97" fmla="*/ 1114920 h 1114920"/>
              <a:gd name="csX98" fmla="*/ 16880 w 1722333"/>
              <a:gd name="csY98" fmla="*/ 1114920 h 1114920"/>
              <a:gd name="csX99" fmla="*/ 17053 w 1722333"/>
              <a:gd name="csY99" fmla="*/ 1114920 h 1114920"/>
              <a:gd name="csX100" fmla="*/ 17224 w 1722333"/>
              <a:gd name="csY100" fmla="*/ 1114920 h 1114920"/>
              <a:gd name="csX101" fmla="*/ 17397 w 1722333"/>
              <a:gd name="csY101" fmla="*/ 1114920 h 1114920"/>
              <a:gd name="csX102" fmla="*/ 17569 w 1722333"/>
              <a:gd name="csY102" fmla="*/ 1114920 h 1114920"/>
              <a:gd name="csX103" fmla="*/ 17741 w 1722333"/>
              <a:gd name="csY103" fmla="*/ 1114920 h 1114920"/>
              <a:gd name="csX104" fmla="*/ 17914 w 1722333"/>
              <a:gd name="csY104" fmla="*/ 1114920 h 1114920"/>
              <a:gd name="csX105" fmla="*/ 18086 w 1722333"/>
              <a:gd name="csY105" fmla="*/ 1114920 h 1114920"/>
              <a:gd name="csX106" fmla="*/ 18258 w 1722333"/>
              <a:gd name="csY106" fmla="*/ 1114920 h 1114920"/>
              <a:gd name="csX107" fmla="*/ 18431 w 1722333"/>
              <a:gd name="csY107" fmla="*/ 1114920 h 1114920"/>
              <a:gd name="csX108" fmla="*/ 18602 w 1722333"/>
              <a:gd name="csY108" fmla="*/ 1114920 h 1114920"/>
              <a:gd name="csX109" fmla="*/ 18775 w 1722333"/>
              <a:gd name="csY109" fmla="*/ 1114920 h 1114920"/>
              <a:gd name="csX110" fmla="*/ 18947 w 1722333"/>
              <a:gd name="csY110" fmla="*/ 1114920 h 1114920"/>
              <a:gd name="csX111" fmla="*/ 19119 w 1722333"/>
              <a:gd name="csY111" fmla="*/ 1114920 h 1114920"/>
              <a:gd name="csX112" fmla="*/ 19292 w 1722333"/>
              <a:gd name="csY112" fmla="*/ 1114920 h 1114920"/>
              <a:gd name="csX113" fmla="*/ 19464 w 1722333"/>
              <a:gd name="csY113" fmla="*/ 1114920 h 1114920"/>
              <a:gd name="csX114" fmla="*/ 19636 w 1722333"/>
              <a:gd name="csY114" fmla="*/ 1114920 h 1114920"/>
              <a:gd name="csX115" fmla="*/ 19808 w 1722333"/>
              <a:gd name="csY115" fmla="*/ 1114920 h 1114920"/>
              <a:gd name="csX116" fmla="*/ 19981 w 1722333"/>
              <a:gd name="csY116" fmla="*/ 1114920 h 1114920"/>
              <a:gd name="csX117" fmla="*/ 20153 w 1722333"/>
              <a:gd name="csY117" fmla="*/ 1114920 h 1114920"/>
              <a:gd name="csX118" fmla="*/ 20325 w 1722333"/>
              <a:gd name="csY118" fmla="*/ 1114920 h 1114920"/>
              <a:gd name="csX119" fmla="*/ 20497 w 1722333"/>
              <a:gd name="csY119" fmla="*/ 1114920 h 1114920"/>
              <a:gd name="csX120" fmla="*/ 20670 w 1722333"/>
              <a:gd name="csY120" fmla="*/ 1114920 h 1114920"/>
              <a:gd name="csX121" fmla="*/ 20842 w 1722333"/>
              <a:gd name="csY121" fmla="*/ 1114920 h 1114920"/>
              <a:gd name="csX122" fmla="*/ 21014 w 1722333"/>
              <a:gd name="csY122" fmla="*/ 1114920 h 1114920"/>
              <a:gd name="csX123" fmla="*/ 21186 w 1722333"/>
              <a:gd name="csY123" fmla="*/ 1114920 h 1114920"/>
              <a:gd name="csX124" fmla="*/ 21359 w 1722333"/>
              <a:gd name="csY124" fmla="*/ 1114920 h 1114920"/>
              <a:gd name="csX125" fmla="*/ 21531 w 1722333"/>
              <a:gd name="csY125" fmla="*/ 1114920 h 1114920"/>
              <a:gd name="csX126" fmla="*/ 21703 w 1722333"/>
              <a:gd name="csY126" fmla="*/ 1114920 h 1114920"/>
              <a:gd name="csX127" fmla="*/ 21875 w 1722333"/>
              <a:gd name="csY127" fmla="*/ 1114920 h 1114920"/>
              <a:gd name="csX128" fmla="*/ 22048 w 1722333"/>
              <a:gd name="csY128" fmla="*/ 1114920 h 1114920"/>
              <a:gd name="csX129" fmla="*/ 22220 w 1722333"/>
              <a:gd name="csY129" fmla="*/ 1114920 h 1114920"/>
              <a:gd name="csX130" fmla="*/ 22392 w 1722333"/>
              <a:gd name="csY130" fmla="*/ 1114920 h 1114920"/>
              <a:gd name="csX131" fmla="*/ 22564 w 1722333"/>
              <a:gd name="csY131" fmla="*/ 1114920 h 1114920"/>
              <a:gd name="csX132" fmla="*/ 22737 w 1722333"/>
              <a:gd name="csY132" fmla="*/ 1114920 h 1114920"/>
              <a:gd name="csX133" fmla="*/ 22909 w 1722333"/>
              <a:gd name="csY133" fmla="*/ 1114920 h 1114920"/>
              <a:gd name="csX134" fmla="*/ 23081 w 1722333"/>
              <a:gd name="csY134" fmla="*/ 1114920 h 1114920"/>
              <a:gd name="csX135" fmla="*/ 23254 w 1722333"/>
              <a:gd name="csY135" fmla="*/ 1114920 h 1114920"/>
              <a:gd name="csX136" fmla="*/ 23425 w 1722333"/>
              <a:gd name="csY136" fmla="*/ 1114920 h 1114920"/>
              <a:gd name="csX137" fmla="*/ 23598 w 1722333"/>
              <a:gd name="csY137" fmla="*/ 1114920 h 1114920"/>
              <a:gd name="csX138" fmla="*/ 23770 w 1722333"/>
              <a:gd name="csY138" fmla="*/ 1114920 h 1114920"/>
              <a:gd name="csX139" fmla="*/ 23942 w 1722333"/>
              <a:gd name="csY139" fmla="*/ 1114920 h 1114920"/>
              <a:gd name="csX140" fmla="*/ 24115 w 1722333"/>
              <a:gd name="csY140" fmla="*/ 1114920 h 1114920"/>
              <a:gd name="csX141" fmla="*/ 24287 w 1722333"/>
              <a:gd name="csY141" fmla="*/ 1114920 h 1114920"/>
              <a:gd name="csX142" fmla="*/ 24459 w 1722333"/>
              <a:gd name="csY142" fmla="*/ 1114920 h 1114920"/>
              <a:gd name="csX143" fmla="*/ 24632 w 1722333"/>
              <a:gd name="csY143" fmla="*/ 1114920 h 1114920"/>
              <a:gd name="csX144" fmla="*/ 24803 w 1722333"/>
              <a:gd name="csY144" fmla="*/ 1114920 h 1114920"/>
              <a:gd name="csX145" fmla="*/ 24976 w 1722333"/>
              <a:gd name="csY145" fmla="*/ 1114920 h 1114920"/>
              <a:gd name="csX146" fmla="*/ 25148 w 1722333"/>
              <a:gd name="csY146" fmla="*/ 1114920 h 1114920"/>
              <a:gd name="csX147" fmla="*/ 25320 w 1722333"/>
              <a:gd name="csY147" fmla="*/ 1114920 h 1114920"/>
              <a:gd name="csX148" fmla="*/ 25493 w 1722333"/>
              <a:gd name="csY148" fmla="*/ 1114920 h 1114920"/>
              <a:gd name="csX149" fmla="*/ 25664 w 1722333"/>
              <a:gd name="csY149" fmla="*/ 1114920 h 1114920"/>
              <a:gd name="csX150" fmla="*/ 25837 w 1722333"/>
              <a:gd name="csY150" fmla="*/ 1114920 h 1114920"/>
              <a:gd name="csX151" fmla="*/ 26010 w 1722333"/>
              <a:gd name="csY151" fmla="*/ 1114920 h 1114920"/>
              <a:gd name="csX152" fmla="*/ 26181 w 1722333"/>
              <a:gd name="csY152" fmla="*/ 1114920 h 1114920"/>
              <a:gd name="csX153" fmla="*/ 26354 w 1722333"/>
              <a:gd name="csY153" fmla="*/ 1114920 h 1114920"/>
              <a:gd name="csX154" fmla="*/ 26527 w 1722333"/>
              <a:gd name="csY154" fmla="*/ 1114920 h 1114920"/>
              <a:gd name="csX155" fmla="*/ 26698 w 1722333"/>
              <a:gd name="csY155" fmla="*/ 1114920 h 1114920"/>
              <a:gd name="csX156" fmla="*/ 26871 w 1722333"/>
              <a:gd name="csY156" fmla="*/ 1114920 h 1114920"/>
              <a:gd name="csX157" fmla="*/ 27043 w 1722333"/>
              <a:gd name="csY157" fmla="*/ 1114920 h 1114920"/>
              <a:gd name="csX158" fmla="*/ 27215 w 1722333"/>
              <a:gd name="csY158" fmla="*/ 1114920 h 1114920"/>
              <a:gd name="csX159" fmla="*/ 27388 w 1722333"/>
              <a:gd name="csY159" fmla="*/ 1114920 h 1114920"/>
              <a:gd name="csX160" fmla="*/ 27559 w 1722333"/>
              <a:gd name="csY160" fmla="*/ 1114920 h 1114920"/>
              <a:gd name="csX161" fmla="*/ 27732 w 1722333"/>
              <a:gd name="csY161" fmla="*/ 1114920 h 1114920"/>
              <a:gd name="csX162" fmla="*/ 27904 w 1722333"/>
              <a:gd name="csY162" fmla="*/ 1114920 h 1114920"/>
              <a:gd name="csX163" fmla="*/ 28076 w 1722333"/>
              <a:gd name="csY163" fmla="*/ 1114920 h 1114920"/>
              <a:gd name="csX164" fmla="*/ 28249 w 1722333"/>
              <a:gd name="csY164" fmla="*/ 1114920 h 1114920"/>
              <a:gd name="csX165" fmla="*/ 28421 w 1722333"/>
              <a:gd name="csY165" fmla="*/ 1114920 h 1114920"/>
              <a:gd name="csX166" fmla="*/ 28593 w 1722333"/>
              <a:gd name="csY166" fmla="*/ 1114920 h 1114920"/>
              <a:gd name="csX167" fmla="*/ 28766 w 1722333"/>
              <a:gd name="csY167" fmla="*/ 1114920 h 1114920"/>
              <a:gd name="csX168" fmla="*/ 28937 w 1722333"/>
              <a:gd name="csY168" fmla="*/ 1114920 h 1114920"/>
              <a:gd name="csX169" fmla="*/ 29110 w 1722333"/>
              <a:gd name="csY169" fmla="*/ 1114920 h 1114920"/>
              <a:gd name="csX170" fmla="*/ 29282 w 1722333"/>
              <a:gd name="csY170" fmla="*/ 1114920 h 1114920"/>
              <a:gd name="csX171" fmla="*/ 29454 w 1722333"/>
              <a:gd name="csY171" fmla="*/ 1114920 h 1114920"/>
              <a:gd name="csX172" fmla="*/ 29627 w 1722333"/>
              <a:gd name="csY172" fmla="*/ 1114920 h 1114920"/>
              <a:gd name="csX173" fmla="*/ 29799 w 1722333"/>
              <a:gd name="csY173" fmla="*/ 1114920 h 1114920"/>
              <a:gd name="csX174" fmla="*/ 29971 w 1722333"/>
              <a:gd name="csY174" fmla="*/ 1114920 h 1114920"/>
              <a:gd name="csX175" fmla="*/ 30144 w 1722333"/>
              <a:gd name="csY175" fmla="*/ 1114920 h 1114920"/>
              <a:gd name="csX176" fmla="*/ 30316 w 1722333"/>
              <a:gd name="csY176" fmla="*/ 1114920 h 1114920"/>
              <a:gd name="csX177" fmla="*/ 30488 w 1722333"/>
              <a:gd name="csY177" fmla="*/ 1114920 h 1114920"/>
              <a:gd name="csX178" fmla="*/ 30660 w 1722333"/>
              <a:gd name="csY178" fmla="*/ 1114920 h 1114920"/>
              <a:gd name="csX179" fmla="*/ 30832 w 1722333"/>
              <a:gd name="csY179" fmla="*/ 1114920 h 1114920"/>
              <a:gd name="csX180" fmla="*/ 31005 w 1722333"/>
              <a:gd name="csY180" fmla="*/ 1114920 h 1114920"/>
              <a:gd name="csX181" fmla="*/ 31177 w 1722333"/>
              <a:gd name="csY181" fmla="*/ 1114920 h 1114920"/>
              <a:gd name="csX182" fmla="*/ 31349 w 1722333"/>
              <a:gd name="csY182" fmla="*/ 1114920 h 1114920"/>
              <a:gd name="csX183" fmla="*/ 31521 w 1722333"/>
              <a:gd name="csY183" fmla="*/ 1114920 h 1114920"/>
              <a:gd name="csX184" fmla="*/ 31694 w 1722333"/>
              <a:gd name="csY184" fmla="*/ 1114920 h 1114920"/>
              <a:gd name="csX185" fmla="*/ 31866 w 1722333"/>
              <a:gd name="csY185" fmla="*/ 1114920 h 1114920"/>
              <a:gd name="csX186" fmla="*/ 32038 w 1722333"/>
              <a:gd name="csY186" fmla="*/ 1114920 h 1114920"/>
              <a:gd name="csX187" fmla="*/ 32210 w 1722333"/>
              <a:gd name="csY187" fmla="*/ 1114920 h 1114920"/>
              <a:gd name="csX188" fmla="*/ 32383 w 1722333"/>
              <a:gd name="csY188" fmla="*/ 1114920 h 1114920"/>
              <a:gd name="csX189" fmla="*/ 32555 w 1722333"/>
              <a:gd name="csY189" fmla="*/ 1114920 h 1114920"/>
              <a:gd name="csX190" fmla="*/ 32727 w 1722333"/>
              <a:gd name="csY190" fmla="*/ 1114920 h 1114920"/>
              <a:gd name="csX191" fmla="*/ 32899 w 1722333"/>
              <a:gd name="csY191" fmla="*/ 1114920 h 1114920"/>
              <a:gd name="csX192" fmla="*/ 33072 w 1722333"/>
              <a:gd name="csY192" fmla="*/ 1114920 h 1114920"/>
              <a:gd name="csX193" fmla="*/ 33244 w 1722333"/>
              <a:gd name="csY193" fmla="*/ 1114920 h 1114920"/>
              <a:gd name="csX194" fmla="*/ 33416 w 1722333"/>
              <a:gd name="csY194" fmla="*/ 1114920 h 1114920"/>
              <a:gd name="csX195" fmla="*/ 33589 w 1722333"/>
              <a:gd name="csY195" fmla="*/ 1114920 h 1114920"/>
              <a:gd name="csX196" fmla="*/ 33760 w 1722333"/>
              <a:gd name="csY196" fmla="*/ 1114920 h 1114920"/>
              <a:gd name="csX197" fmla="*/ 33933 w 1722333"/>
              <a:gd name="csY197" fmla="*/ 1114920 h 1114920"/>
              <a:gd name="csX198" fmla="*/ 34105 w 1722333"/>
              <a:gd name="csY198" fmla="*/ 1114920 h 1114920"/>
              <a:gd name="csX199" fmla="*/ 34277 w 1722333"/>
              <a:gd name="csY199" fmla="*/ 1114920 h 1114920"/>
              <a:gd name="csX200" fmla="*/ 34450 w 1722333"/>
              <a:gd name="csY200" fmla="*/ 1114920 h 1114920"/>
              <a:gd name="csX201" fmla="*/ 34622 w 1722333"/>
              <a:gd name="csY201" fmla="*/ 1114920 h 1114920"/>
              <a:gd name="csX202" fmla="*/ 34794 w 1722333"/>
              <a:gd name="csY202" fmla="*/ 1114920 h 1114920"/>
              <a:gd name="csX203" fmla="*/ 34967 w 1722333"/>
              <a:gd name="csY203" fmla="*/ 1114920 h 1114920"/>
              <a:gd name="csX204" fmla="*/ 35138 w 1722333"/>
              <a:gd name="csY204" fmla="*/ 1114920 h 1114920"/>
              <a:gd name="csX205" fmla="*/ 35311 w 1722333"/>
              <a:gd name="csY205" fmla="*/ 1114920 h 1114920"/>
              <a:gd name="csX206" fmla="*/ 35484 w 1722333"/>
              <a:gd name="csY206" fmla="*/ 1114920 h 1114920"/>
              <a:gd name="csX207" fmla="*/ 35655 w 1722333"/>
              <a:gd name="csY207" fmla="*/ 1114920 h 1114920"/>
              <a:gd name="csX208" fmla="*/ 35828 w 1722333"/>
              <a:gd name="csY208" fmla="*/ 1114920 h 1114920"/>
              <a:gd name="csX209" fmla="*/ 35999 w 1722333"/>
              <a:gd name="csY209" fmla="*/ 1114920 h 1114920"/>
              <a:gd name="csX210" fmla="*/ 36172 w 1722333"/>
              <a:gd name="csY210" fmla="*/ 1114920 h 1114920"/>
              <a:gd name="csX211" fmla="*/ 36345 w 1722333"/>
              <a:gd name="csY211" fmla="*/ 1114920 h 1114920"/>
              <a:gd name="csX212" fmla="*/ 36516 w 1722333"/>
              <a:gd name="csY212" fmla="*/ 1114920 h 1114920"/>
              <a:gd name="csX213" fmla="*/ 36689 w 1722333"/>
              <a:gd name="csY213" fmla="*/ 1114920 h 1114920"/>
              <a:gd name="csX214" fmla="*/ 36862 w 1722333"/>
              <a:gd name="csY214" fmla="*/ 1114920 h 1114920"/>
              <a:gd name="csX215" fmla="*/ 37033 w 1722333"/>
              <a:gd name="csY215" fmla="*/ 1114920 h 1114920"/>
              <a:gd name="csX216" fmla="*/ 37206 w 1722333"/>
              <a:gd name="csY216" fmla="*/ 1114920 h 1114920"/>
              <a:gd name="csX217" fmla="*/ 37378 w 1722333"/>
              <a:gd name="csY217" fmla="*/ 1114920 h 1114920"/>
              <a:gd name="csX218" fmla="*/ 37550 w 1722333"/>
              <a:gd name="csY218" fmla="*/ 1114920 h 1114920"/>
              <a:gd name="csX219" fmla="*/ 37723 w 1722333"/>
              <a:gd name="csY219" fmla="*/ 1114920 h 1114920"/>
              <a:gd name="csX220" fmla="*/ 37894 w 1722333"/>
              <a:gd name="csY220" fmla="*/ 1114920 h 1114920"/>
              <a:gd name="csX221" fmla="*/ 38067 w 1722333"/>
              <a:gd name="csY221" fmla="*/ 1114920 h 1114920"/>
              <a:gd name="csX222" fmla="*/ 38240 w 1722333"/>
              <a:gd name="csY222" fmla="*/ 1114920 h 1114920"/>
              <a:gd name="csX223" fmla="*/ 38411 w 1722333"/>
              <a:gd name="csY223" fmla="*/ 1114920 h 1114920"/>
              <a:gd name="csX224" fmla="*/ 38584 w 1722333"/>
              <a:gd name="csY224" fmla="*/ 1114920 h 1114920"/>
              <a:gd name="csX225" fmla="*/ 38756 w 1722333"/>
              <a:gd name="csY225" fmla="*/ 1114920 h 1114920"/>
              <a:gd name="csX226" fmla="*/ 38928 w 1722333"/>
              <a:gd name="csY226" fmla="*/ 1114920 h 1114920"/>
              <a:gd name="csX227" fmla="*/ 39101 w 1722333"/>
              <a:gd name="csY227" fmla="*/ 1114920 h 1114920"/>
              <a:gd name="csX228" fmla="*/ 39273 w 1722333"/>
              <a:gd name="csY228" fmla="*/ 1114920 h 1114920"/>
              <a:gd name="csX229" fmla="*/ 39445 w 1722333"/>
              <a:gd name="csY229" fmla="*/ 1114920 h 1114920"/>
              <a:gd name="csX230" fmla="*/ 39617 w 1722333"/>
              <a:gd name="csY230" fmla="*/ 1114920 h 1114920"/>
              <a:gd name="csX231" fmla="*/ 39789 w 1722333"/>
              <a:gd name="csY231" fmla="*/ 1114920 h 1114920"/>
              <a:gd name="csX232" fmla="*/ 39962 w 1722333"/>
              <a:gd name="csY232" fmla="*/ 1114920 h 1114920"/>
              <a:gd name="csX233" fmla="*/ 40134 w 1722333"/>
              <a:gd name="csY233" fmla="*/ 1114920 h 1114920"/>
              <a:gd name="csX234" fmla="*/ 40306 w 1722333"/>
              <a:gd name="csY234" fmla="*/ 1114920 h 1114920"/>
              <a:gd name="csX235" fmla="*/ 40479 w 1722333"/>
              <a:gd name="csY235" fmla="*/ 1114920 h 1114920"/>
              <a:gd name="csX236" fmla="*/ 40651 w 1722333"/>
              <a:gd name="csY236" fmla="*/ 1114920 h 1114920"/>
              <a:gd name="csX237" fmla="*/ 40823 w 1722333"/>
              <a:gd name="csY237" fmla="*/ 1114920 h 1114920"/>
              <a:gd name="csX238" fmla="*/ 40995 w 1722333"/>
              <a:gd name="csY238" fmla="*/ 1114920 h 1114920"/>
              <a:gd name="csX239" fmla="*/ 41167 w 1722333"/>
              <a:gd name="csY239" fmla="*/ 1114920 h 1114920"/>
              <a:gd name="csX240" fmla="*/ 41340 w 1722333"/>
              <a:gd name="csY240" fmla="*/ 1114920 h 1114920"/>
              <a:gd name="csX241" fmla="*/ 41512 w 1722333"/>
              <a:gd name="csY241" fmla="*/ 1114920 h 1114920"/>
              <a:gd name="csX242" fmla="*/ 41684 w 1722333"/>
              <a:gd name="csY242" fmla="*/ 1114920 h 1114920"/>
              <a:gd name="csX243" fmla="*/ 41856 w 1722333"/>
              <a:gd name="csY243" fmla="*/ 1114920 h 1114920"/>
              <a:gd name="csX244" fmla="*/ 42029 w 1722333"/>
              <a:gd name="csY244" fmla="*/ 1114920 h 1114920"/>
              <a:gd name="csX245" fmla="*/ 42201 w 1722333"/>
              <a:gd name="csY245" fmla="*/ 1114920 h 1114920"/>
              <a:gd name="csX246" fmla="*/ 42373 w 1722333"/>
              <a:gd name="csY246" fmla="*/ 1114920 h 1114920"/>
              <a:gd name="csX247" fmla="*/ 42545 w 1722333"/>
              <a:gd name="csY247" fmla="*/ 1114920 h 1114920"/>
              <a:gd name="csX248" fmla="*/ 42718 w 1722333"/>
              <a:gd name="csY248" fmla="*/ 1114920 h 1114920"/>
              <a:gd name="csX249" fmla="*/ 42890 w 1722333"/>
              <a:gd name="csY249" fmla="*/ 1114920 h 1114920"/>
              <a:gd name="csX250" fmla="*/ 43062 w 1722333"/>
              <a:gd name="csY250" fmla="*/ 1114920 h 1114920"/>
              <a:gd name="csX251" fmla="*/ 43234 w 1722333"/>
              <a:gd name="csY251" fmla="*/ 1114920 h 1114920"/>
              <a:gd name="csX252" fmla="*/ 43407 w 1722333"/>
              <a:gd name="csY252" fmla="*/ 1114920 h 1114920"/>
              <a:gd name="csX253" fmla="*/ 43579 w 1722333"/>
              <a:gd name="csY253" fmla="*/ 1114920 h 1114920"/>
              <a:gd name="csX254" fmla="*/ 43751 w 1722333"/>
              <a:gd name="csY254" fmla="*/ 1114920 h 1114920"/>
              <a:gd name="csX255" fmla="*/ 43924 w 1722333"/>
              <a:gd name="csY255" fmla="*/ 1114920 h 1114920"/>
              <a:gd name="csX256" fmla="*/ 44095 w 1722333"/>
              <a:gd name="csY256" fmla="*/ 1114920 h 1114920"/>
              <a:gd name="csX257" fmla="*/ 44268 w 1722333"/>
              <a:gd name="csY257" fmla="*/ 1114920 h 1114920"/>
              <a:gd name="csX258" fmla="*/ 44440 w 1722333"/>
              <a:gd name="csY258" fmla="*/ 1114920 h 1114920"/>
              <a:gd name="csX259" fmla="*/ 44612 w 1722333"/>
              <a:gd name="csY259" fmla="*/ 1114920 h 1114920"/>
              <a:gd name="csX260" fmla="*/ 44785 w 1722333"/>
              <a:gd name="csY260" fmla="*/ 1114920 h 1114920"/>
              <a:gd name="csX261" fmla="*/ 44957 w 1722333"/>
              <a:gd name="csY261" fmla="*/ 1114920 h 1114920"/>
              <a:gd name="csX262" fmla="*/ 45129 w 1722333"/>
              <a:gd name="csY262" fmla="*/ 1114920 h 1114920"/>
              <a:gd name="csX263" fmla="*/ 45302 w 1722333"/>
              <a:gd name="csY263" fmla="*/ 1114920 h 1114920"/>
              <a:gd name="csX264" fmla="*/ 45473 w 1722333"/>
              <a:gd name="csY264" fmla="*/ 1114920 h 1114920"/>
              <a:gd name="csX265" fmla="*/ 45646 w 1722333"/>
              <a:gd name="csY265" fmla="*/ 1114920 h 1114920"/>
              <a:gd name="csX266" fmla="*/ 45819 w 1722333"/>
              <a:gd name="csY266" fmla="*/ 1114920 h 1114920"/>
              <a:gd name="csX267" fmla="*/ 45990 w 1722333"/>
              <a:gd name="csY267" fmla="*/ 1114920 h 1114920"/>
              <a:gd name="csX268" fmla="*/ 46163 w 1722333"/>
              <a:gd name="csY268" fmla="*/ 1114920 h 1114920"/>
              <a:gd name="csX269" fmla="*/ 46334 w 1722333"/>
              <a:gd name="csY269" fmla="*/ 1114920 h 1114920"/>
              <a:gd name="csX270" fmla="*/ 46507 w 1722333"/>
              <a:gd name="csY270" fmla="*/ 1114920 h 1114920"/>
              <a:gd name="csX271" fmla="*/ 46680 w 1722333"/>
              <a:gd name="csY271" fmla="*/ 1114920 h 1114920"/>
              <a:gd name="csX272" fmla="*/ 46851 w 1722333"/>
              <a:gd name="csY272" fmla="*/ 1114920 h 1114920"/>
              <a:gd name="csX273" fmla="*/ 47024 w 1722333"/>
              <a:gd name="csY273" fmla="*/ 1114920 h 1114920"/>
              <a:gd name="csX274" fmla="*/ 47197 w 1722333"/>
              <a:gd name="csY274" fmla="*/ 1114920 h 1114920"/>
              <a:gd name="csX275" fmla="*/ 47368 w 1722333"/>
              <a:gd name="csY275" fmla="*/ 1114920 h 1114920"/>
              <a:gd name="csX276" fmla="*/ 47541 w 1722333"/>
              <a:gd name="csY276" fmla="*/ 1114920 h 1114920"/>
              <a:gd name="csX277" fmla="*/ 47713 w 1722333"/>
              <a:gd name="csY277" fmla="*/ 1114920 h 1114920"/>
              <a:gd name="csX278" fmla="*/ 47885 w 1722333"/>
              <a:gd name="csY278" fmla="*/ 1114920 h 1114920"/>
              <a:gd name="csX279" fmla="*/ 48058 w 1722333"/>
              <a:gd name="csY279" fmla="*/ 1114920 h 1114920"/>
              <a:gd name="csX280" fmla="*/ 48229 w 1722333"/>
              <a:gd name="csY280" fmla="*/ 1114920 h 1114920"/>
              <a:gd name="csX281" fmla="*/ 48402 w 1722333"/>
              <a:gd name="csY281" fmla="*/ 1114920 h 1114920"/>
              <a:gd name="csX282" fmla="*/ 48575 w 1722333"/>
              <a:gd name="csY282" fmla="*/ 1114920 h 1114920"/>
              <a:gd name="csX283" fmla="*/ 48746 w 1722333"/>
              <a:gd name="csY283" fmla="*/ 1114920 h 1114920"/>
              <a:gd name="csX284" fmla="*/ 48919 w 1722333"/>
              <a:gd name="csY284" fmla="*/ 1114920 h 1114920"/>
              <a:gd name="csX285" fmla="*/ 49091 w 1722333"/>
              <a:gd name="csY285" fmla="*/ 1114920 h 1114920"/>
              <a:gd name="csX286" fmla="*/ 49263 w 1722333"/>
              <a:gd name="csY286" fmla="*/ 1114920 h 1114920"/>
              <a:gd name="csX287" fmla="*/ 49436 w 1722333"/>
              <a:gd name="csY287" fmla="*/ 1114920 h 1114920"/>
              <a:gd name="csX288" fmla="*/ 49608 w 1722333"/>
              <a:gd name="csY288" fmla="*/ 1114920 h 1114920"/>
              <a:gd name="csX289" fmla="*/ 49780 w 1722333"/>
              <a:gd name="csY289" fmla="*/ 1114920 h 1114920"/>
              <a:gd name="csX290" fmla="*/ 49952 w 1722333"/>
              <a:gd name="csY290" fmla="*/ 1114920 h 1114920"/>
              <a:gd name="csX291" fmla="*/ 50124 w 1722333"/>
              <a:gd name="csY291" fmla="*/ 1114920 h 1114920"/>
              <a:gd name="csX292" fmla="*/ 50297 w 1722333"/>
              <a:gd name="csY292" fmla="*/ 1114920 h 1114920"/>
              <a:gd name="csX293" fmla="*/ 50469 w 1722333"/>
              <a:gd name="csY293" fmla="*/ 1114920 h 1114920"/>
              <a:gd name="csX294" fmla="*/ 50641 w 1722333"/>
              <a:gd name="csY294" fmla="*/ 1114920 h 1114920"/>
              <a:gd name="csX295" fmla="*/ 50814 w 1722333"/>
              <a:gd name="csY295" fmla="*/ 1114920 h 1114920"/>
              <a:gd name="csX296" fmla="*/ 50986 w 1722333"/>
              <a:gd name="csY296" fmla="*/ 1114920 h 1114920"/>
              <a:gd name="csX297" fmla="*/ 51158 w 1722333"/>
              <a:gd name="csY297" fmla="*/ 1114920 h 1114920"/>
              <a:gd name="csX298" fmla="*/ 51330 w 1722333"/>
              <a:gd name="csY298" fmla="*/ 1114920 h 1114920"/>
              <a:gd name="csX299" fmla="*/ 51502 w 1722333"/>
              <a:gd name="csY299" fmla="*/ 1114920 h 1114920"/>
              <a:gd name="csX300" fmla="*/ 51675 w 1722333"/>
              <a:gd name="csY300" fmla="*/ 1114920 h 1114920"/>
              <a:gd name="csX301" fmla="*/ 51847 w 1722333"/>
              <a:gd name="csY301" fmla="*/ 1114920 h 1114920"/>
              <a:gd name="csX302" fmla="*/ 52019 w 1722333"/>
              <a:gd name="csY302" fmla="*/ 1114920 h 1114920"/>
              <a:gd name="csX303" fmla="*/ 52191 w 1722333"/>
              <a:gd name="csY303" fmla="*/ 1114920 h 1114920"/>
              <a:gd name="csX304" fmla="*/ 52364 w 1722333"/>
              <a:gd name="csY304" fmla="*/ 1114920 h 1114920"/>
              <a:gd name="csX305" fmla="*/ 52536 w 1722333"/>
              <a:gd name="csY305" fmla="*/ 1114920 h 1114920"/>
              <a:gd name="csX306" fmla="*/ 52708 w 1722333"/>
              <a:gd name="csY306" fmla="*/ 1114920 h 1114920"/>
              <a:gd name="csX307" fmla="*/ 52881 w 1722333"/>
              <a:gd name="csY307" fmla="*/ 1114920 h 1114920"/>
              <a:gd name="csX308" fmla="*/ 53053 w 1722333"/>
              <a:gd name="csY308" fmla="*/ 1114920 h 1114920"/>
              <a:gd name="csX309" fmla="*/ 53225 w 1722333"/>
              <a:gd name="csY309" fmla="*/ 1114920 h 1114920"/>
              <a:gd name="csX310" fmla="*/ 53397 w 1722333"/>
              <a:gd name="csY310" fmla="*/ 1114920 h 1114920"/>
              <a:gd name="csX311" fmla="*/ 53569 w 1722333"/>
              <a:gd name="csY311" fmla="*/ 1114920 h 1114920"/>
              <a:gd name="csX312" fmla="*/ 53742 w 1722333"/>
              <a:gd name="csY312" fmla="*/ 1114920 h 1114920"/>
              <a:gd name="csX313" fmla="*/ 53914 w 1722333"/>
              <a:gd name="csY313" fmla="*/ 1114920 h 1114920"/>
              <a:gd name="csX314" fmla="*/ 54086 w 1722333"/>
              <a:gd name="csY314" fmla="*/ 1114920 h 1114920"/>
              <a:gd name="csX315" fmla="*/ 54259 w 1722333"/>
              <a:gd name="csY315" fmla="*/ 1114920 h 1114920"/>
              <a:gd name="csX316" fmla="*/ 54430 w 1722333"/>
              <a:gd name="csY316" fmla="*/ 1114920 h 1114920"/>
              <a:gd name="csX317" fmla="*/ 54603 w 1722333"/>
              <a:gd name="csY317" fmla="*/ 1114920 h 1114920"/>
              <a:gd name="csX318" fmla="*/ 54775 w 1722333"/>
              <a:gd name="csY318" fmla="*/ 1114920 h 1114920"/>
              <a:gd name="csX319" fmla="*/ 54947 w 1722333"/>
              <a:gd name="csY319" fmla="*/ 1114920 h 1114920"/>
              <a:gd name="csX320" fmla="*/ 55120 w 1722333"/>
              <a:gd name="csY320" fmla="*/ 1114920 h 1114920"/>
              <a:gd name="csX321" fmla="*/ 55292 w 1722333"/>
              <a:gd name="csY321" fmla="*/ 1114920 h 1114920"/>
              <a:gd name="csX322" fmla="*/ 55464 w 1722333"/>
              <a:gd name="csY322" fmla="*/ 1114920 h 1114920"/>
              <a:gd name="csX323" fmla="*/ 55637 w 1722333"/>
              <a:gd name="csY323" fmla="*/ 1114920 h 1114920"/>
              <a:gd name="csX324" fmla="*/ 55808 w 1722333"/>
              <a:gd name="csY324" fmla="*/ 1114920 h 1114920"/>
              <a:gd name="csX325" fmla="*/ 55981 w 1722333"/>
              <a:gd name="csY325" fmla="*/ 1114920 h 1114920"/>
              <a:gd name="csX326" fmla="*/ 56154 w 1722333"/>
              <a:gd name="csY326" fmla="*/ 1114920 h 1114920"/>
              <a:gd name="csX327" fmla="*/ 56325 w 1722333"/>
              <a:gd name="csY327" fmla="*/ 1114920 h 1114920"/>
              <a:gd name="csX328" fmla="*/ 56498 w 1722333"/>
              <a:gd name="csY328" fmla="*/ 1114920 h 1114920"/>
              <a:gd name="csX329" fmla="*/ 56670 w 1722333"/>
              <a:gd name="csY329" fmla="*/ 1114920 h 1114920"/>
              <a:gd name="csX330" fmla="*/ 56842 w 1722333"/>
              <a:gd name="csY330" fmla="*/ 1114920 h 1114920"/>
              <a:gd name="csX331" fmla="*/ 57015 w 1722333"/>
              <a:gd name="csY331" fmla="*/ 1114920 h 1114920"/>
              <a:gd name="csX332" fmla="*/ 57186 w 1722333"/>
              <a:gd name="csY332" fmla="*/ 1114920 h 1114920"/>
              <a:gd name="csX333" fmla="*/ 57359 w 1722333"/>
              <a:gd name="csY333" fmla="*/ 1114920 h 1114920"/>
              <a:gd name="csX334" fmla="*/ 57532 w 1722333"/>
              <a:gd name="csY334" fmla="*/ 1114920 h 1114920"/>
              <a:gd name="csX335" fmla="*/ 57703 w 1722333"/>
              <a:gd name="csY335" fmla="*/ 1114920 h 1114920"/>
              <a:gd name="csX336" fmla="*/ 57876 w 1722333"/>
              <a:gd name="csY336" fmla="*/ 1114920 h 1114920"/>
              <a:gd name="csX337" fmla="*/ 58048 w 1722333"/>
              <a:gd name="csY337" fmla="*/ 1114920 h 1114920"/>
              <a:gd name="csX338" fmla="*/ 58220 w 1722333"/>
              <a:gd name="csY338" fmla="*/ 1114920 h 1114920"/>
              <a:gd name="csX339" fmla="*/ 58393 w 1722333"/>
              <a:gd name="csY339" fmla="*/ 1114920 h 1114920"/>
              <a:gd name="csX340" fmla="*/ 58564 w 1722333"/>
              <a:gd name="csY340" fmla="*/ 1114920 h 1114920"/>
              <a:gd name="csX341" fmla="*/ 58737 w 1722333"/>
              <a:gd name="csY341" fmla="*/ 1114920 h 1114920"/>
              <a:gd name="csX342" fmla="*/ 58910 w 1722333"/>
              <a:gd name="csY342" fmla="*/ 1114920 h 1114920"/>
              <a:gd name="csX343" fmla="*/ 59081 w 1722333"/>
              <a:gd name="csY343" fmla="*/ 1114920 h 1114920"/>
              <a:gd name="csX344" fmla="*/ 59254 w 1722333"/>
              <a:gd name="csY344" fmla="*/ 1114920 h 1114920"/>
              <a:gd name="csX345" fmla="*/ 59426 w 1722333"/>
              <a:gd name="csY345" fmla="*/ 1114920 h 1114920"/>
              <a:gd name="csX346" fmla="*/ 59598 w 1722333"/>
              <a:gd name="csY346" fmla="*/ 1114920 h 1114920"/>
              <a:gd name="csX347" fmla="*/ 59771 w 1722333"/>
              <a:gd name="csY347" fmla="*/ 1114920 h 1114920"/>
              <a:gd name="csX348" fmla="*/ 59942 w 1722333"/>
              <a:gd name="csY348" fmla="*/ 1114920 h 1114920"/>
              <a:gd name="csX349" fmla="*/ 60115 w 1722333"/>
              <a:gd name="csY349" fmla="*/ 1114920 h 1114920"/>
              <a:gd name="csX350" fmla="*/ 60287 w 1722333"/>
              <a:gd name="csY350" fmla="*/ 1114920 h 1114920"/>
              <a:gd name="csX351" fmla="*/ 60459 w 1722333"/>
              <a:gd name="csY351" fmla="*/ 1114920 h 1114920"/>
              <a:gd name="csX352" fmla="*/ 60632 w 1722333"/>
              <a:gd name="csY352" fmla="*/ 1114920 h 1114920"/>
              <a:gd name="csX353" fmla="*/ 60804 w 1722333"/>
              <a:gd name="csY353" fmla="*/ 1114920 h 1114920"/>
              <a:gd name="csX354" fmla="*/ 60976 w 1722333"/>
              <a:gd name="csY354" fmla="*/ 1114920 h 1114920"/>
              <a:gd name="csX355" fmla="*/ 61149 w 1722333"/>
              <a:gd name="csY355" fmla="*/ 1114920 h 1114920"/>
              <a:gd name="csX356" fmla="*/ 61321 w 1722333"/>
              <a:gd name="csY356" fmla="*/ 1114920 h 1114920"/>
              <a:gd name="csX357" fmla="*/ 61493 w 1722333"/>
              <a:gd name="csY357" fmla="*/ 1114920 h 1114920"/>
              <a:gd name="csX358" fmla="*/ 61665 w 1722333"/>
              <a:gd name="csY358" fmla="*/ 1114920 h 1114920"/>
              <a:gd name="csX359" fmla="*/ 61837 w 1722333"/>
              <a:gd name="csY359" fmla="*/ 1114920 h 1114920"/>
              <a:gd name="csX360" fmla="*/ 62010 w 1722333"/>
              <a:gd name="csY360" fmla="*/ 1114920 h 1114920"/>
              <a:gd name="csX361" fmla="*/ 62182 w 1722333"/>
              <a:gd name="csY361" fmla="*/ 1114920 h 1114920"/>
              <a:gd name="csX362" fmla="*/ 62354 w 1722333"/>
              <a:gd name="csY362" fmla="*/ 1114920 h 1114920"/>
              <a:gd name="csX363" fmla="*/ 62526 w 1722333"/>
              <a:gd name="csY363" fmla="*/ 1114920 h 1114920"/>
              <a:gd name="csX364" fmla="*/ 62699 w 1722333"/>
              <a:gd name="csY364" fmla="*/ 1114920 h 1114920"/>
              <a:gd name="csX365" fmla="*/ 62871 w 1722333"/>
              <a:gd name="csY365" fmla="*/ 1114920 h 1114920"/>
              <a:gd name="csX366" fmla="*/ 63043 w 1722333"/>
              <a:gd name="csY366" fmla="*/ 1114920 h 1114920"/>
              <a:gd name="csX367" fmla="*/ 63216 w 1722333"/>
              <a:gd name="csY367" fmla="*/ 1114920 h 1114920"/>
              <a:gd name="csX368" fmla="*/ 63388 w 1722333"/>
              <a:gd name="csY368" fmla="*/ 1114920 h 1114920"/>
              <a:gd name="csX369" fmla="*/ 63560 w 1722333"/>
              <a:gd name="csY369" fmla="*/ 1114920 h 1114920"/>
              <a:gd name="csX370" fmla="*/ 63732 w 1722333"/>
              <a:gd name="csY370" fmla="*/ 1114920 h 1114920"/>
              <a:gd name="csX371" fmla="*/ 63904 w 1722333"/>
              <a:gd name="csY371" fmla="*/ 1114920 h 1114920"/>
              <a:gd name="csX372" fmla="*/ 64077 w 1722333"/>
              <a:gd name="csY372" fmla="*/ 1114920 h 1114920"/>
              <a:gd name="csX373" fmla="*/ 64249 w 1722333"/>
              <a:gd name="csY373" fmla="*/ 1114920 h 1114920"/>
              <a:gd name="csX374" fmla="*/ 64421 w 1722333"/>
              <a:gd name="csY374" fmla="*/ 1114920 h 1114920"/>
              <a:gd name="csX375" fmla="*/ 64594 w 1722333"/>
              <a:gd name="csY375" fmla="*/ 1114920 h 1114920"/>
              <a:gd name="csX376" fmla="*/ 64766 w 1722333"/>
              <a:gd name="csY376" fmla="*/ 1114920 h 1114920"/>
              <a:gd name="csX377" fmla="*/ 64938 w 1722333"/>
              <a:gd name="csY377" fmla="*/ 1114920 h 1114920"/>
              <a:gd name="csX378" fmla="*/ 65110 w 1722333"/>
              <a:gd name="csY378" fmla="*/ 1114920 h 1114920"/>
              <a:gd name="csX379" fmla="*/ 65282 w 1722333"/>
              <a:gd name="csY379" fmla="*/ 1114920 h 1114920"/>
              <a:gd name="csX380" fmla="*/ 65455 w 1722333"/>
              <a:gd name="csY380" fmla="*/ 1114920 h 1114920"/>
              <a:gd name="csX381" fmla="*/ 65627 w 1722333"/>
              <a:gd name="csY381" fmla="*/ 1114920 h 1114920"/>
              <a:gd name="csX382" fmla="*/ 65799 w 1722333"/>
              <a:gd name="csY382" fmla="*/ 1114920 h 1114920"/>
              <a:gd name="csX383" fmla="*/ 65972 w 1722333"/>
              <a:gd name="csY383" fmla="*/ 1114920 h 1114920"/>
              <a:gd name="csX384" fmla="*/ 66143 w 1722333"/>
              <a:gd name="csY384" fmla="*/ 1114920 h 1114920"/>
              <a:gd name="csX385" fmla="*/ 66316 w 1722333"/>
              <a:gd name="csY385" fmla="*/ 1114920 h 1114920"/>
              <a:gd name="csX386" fmla="*/ 66489 w 1722333"/>
              <a:gd name="csY386" fmla="*/ 1114920 h 1114920"/>
              <a:gd name="csX387" fmla="*/ 66660 w 1722333"/>
              <a:gd name="csY387" fmla="*/ 1114920 h 1114920"/>
              <a:gd name="csX388" fmla="*/ 66833 w 1722333"/>
              <a:gd name="csY388" fmla="*/ 1114920 h 1114920"/>
              <a:gd name="csX389" fmla="*/ 67005 w 1722333"/>
              <a:gd name="csY389" fmla="*/ 1114920 h 1114920"/>
              <a:gd name="csX390" fmla="*/ 67177 w 1722333"/>
              <a:gd name="csY390" fmla="*/ 1114920 h 1114920"/>
              <a:gd name="csX391" fmla="*/ 67350 w 1722333"/>
              <a:gd name="csY391" fmla="*/ 1114920 h 1114920"/>
              <a:gd name="csX392" fmla="*/ 67521 w 1722333"/>
              <a:gd name="csY392" fmla="*/ 1114920 h 1114920"/>
              <a:gd name="csX393" fmla="*/ 67694 w 1722333"/>
              <a:gd name="csY393" fmla="*/ 1114920 h 1114920"/>
              <a:gd name="csX394" fmla="*/ 67867 w 1722333"/>
              <a:gd name="csY394" fmla="*/ 1114920 h 1114920"/>
              <a:gd name="csX395" fmla="*/ 68038 w 1722333"/>
              <a:gd name="csY395" fmla="*/ 1114920 h 1114920"/>
              <a:gd name="csX396" fmla="*/ 68211 w 1722333"/>
              <a:gd name="csY396" fmla="*/ 1114920 h 1114920"/>
              <a:gd name="csX397" fmla="*/ 68383 w 1722333"/>
              <a:gd name="csY397" fmla="*/ 1114920 h 1114920"/>
              <a:gd name="csX398" fmla="*/ 68555 w 1722333"/>
              <a:gd name="csY398" fmla="*/ 1114920 h 1114920"/>
              <a:gd name="csX399" fmla="*/ 68728 w 1722333"/>
              <a:gd name="csY399" fmla="*/ 1114920 h 1114920"/>
              <a:gd name="csX400" fmla="*/ 68899 w 1722333"/>
              <a:gd name="csY400" fmla="*/ 1114920 h 1114920"/>
              <a:gd name="csX401" fmla="*/ 69072 w 1722333"/>
              <a:gd name="csY401" fmla="*/ 1114920 h 1114920"/>
              <a:gd name="csX402" fmla="*/ 69245 w 1722333"/>
              <a:gd name="csY402" fmla="*/ 1114920 h 1114920"/>
              <a:gd name="csX403" fmla="*/ 69416 w 1722333"/>
              <a:gd name="csY403" fmla="*/ 1114920 h 1114920"/>
              <a:gd name="csX404" fmla="*/ 69589 w 1722333"/>
              <a:gd name="csY404" fmla="*/ 1114920 h 1114920"/>
              <a:gd name="csX405" fmla="*/ 69761 w 1722333"/>
              <a:gd name="csY405" fmla="*/ 1114920 h 1114920"/>
              <a:gd name="csX406" fmla="*/ 69933 w 1722333"/>
              <a:gd name="csY406" fmla="*/ 1114920 h 1114920"/>
              <a:gd name="csX407" fmla="*/ 70106 w 1722333"/>
              <a:gd name="csY407" fmla="*/ 1114920 h 1114920"/>
              <a:gd name="csX408" fmla="*/ 70278 w 1722333"/>
              <a:gd name="csY408" fmla="*/ 1114920 h 1114920"/>
              <a:gd name="csX409" fmla="*/ 70450 w 1722333"/>
              <a:gd name="csY409" fmla="*/ 1114920 h 1114920"/>
              <a:gd name="csX410" fmla="*/ 70622 w 1722333"/>
              <a:gd name="csY410" fmla="*/ 1114920 h 1114920"/>
              <a:gd name="csX411" fmla="*/ 70794 w 1722333"/>
              <a:gd name="csY411" fmla="*/ 1114920 h 1114920"/>
              <a:gd name="csX412" fmla="*/ 70967 w 1722333"/>
              <a:gd name="csY412" fmla="*/ 1114920 h 1114920"/>
              <a:gd name="csX413" fmla="*/ 71139 w 1722333"/>
              <a:gd name="csY413" fmla="*/ 1114920 h 1114920"/>
              <a:gd name="csX414" fmla="*/ 71311 w 1722333"/>
              <a:gd name="csY414" fmla="*/ 1114920 h 1114920"/>
              <a:gd name="csX415" fmla="*/ 71484 w 1722333"/>
              <a:gd name="csY415" fmla="*/ 1114920 h 1114920"/>
              <a:gd name="csX416" fmla="*/ 71656 w 1722333"/>
              <a:gd name="csY416" fmla="*/ 1114920 h 1114920"/>
              <a:gd name="csX417" fmla="*/ 71828 w 1722333"/>
              <a:gd name="csY417" fmla="*/ 1114920 h 1114920"/>
              <a:gd name="csX418" fmla="*/ 72000 w 1722333"/>
              <a:gd name="csY418" fmla="*/ 1114920 h 1114920"/>
              <a:gd name="csX419" fmla="*/ 72172 w 1722333"/>
              <a:gd name="csY419" fmla="*/ 1114920 h 1114920"/>
              <a:gd name="csX420" fmla="*/ 72345 w 1722333"/>
              <a:gd name="csY420" fmla="*/ 1114920 h 1114920"/>
              <a:gd name="csX421" fmla="*/ 72517 w 1722333"/>
              <a:gd name="csY421" fmla="*/ 1114920 h 1114920"/>
              <a:gd name="csX422" fmla="*/ 72689 w 1722333"/>
              <a:gd name="csY422" fmla="*/ 1114920 h 1114920"/>
              <a:gd name="csX423" fmla="*/ 72861 w 1722333"/>
              <a:gd name="csY423" fmla="*/ 1114920 h 1114920"/>
              <a:gd name="csX424" fmla="*/ 73034 w 1722333"/>
              <a:gd name="csY424" fmla="*/ 1114920 h 1114920"/>
              <a:gd name="csX425" fmla="*/ 73206 w 1722333"/>
              <a:gd name="csY425" fmla="*/ 1114920 h 1114920"/>
              <a:gd name="csX426" fmla="*/ 73378 w 1722333"/>
              <a:gd name="csY426" fmla="*/ 1114920 h 1114920"/>
              <a:gd name="csX427" fmla="*/ 73551 w 1722333"/>
              <a:gd name="csY427" fmla="*/ 1114920 h 1114920"/>
              <a:gd name="csX428" fmla="*/ 73723 w 1722333"/>
              <a:gd name="csY428" fmla="*/ 1114920 h 1114920"/>
              <a:gd name="csX429" fmla="*/ 73895 w 1722333"/>
              <a:gd name="csY429" fmla="*/ 1114920 h 1114920"/>
              <a:gd name="csX430" fmla="*/ 74067 w 1722333"/>
              <a:gd name="csY430" fmla="*/ 1114920 h 1114920"/>
              <a:gd name="csX431" fmla="*/ 74239 w 1722333"/>
              <a:gd name="csY431" fmla="*/ 1114920 h 1114920"/>
              <a:gd name="csX432" fmla="*/ 74412 w 1722333"/>
              <a:gd name="csY432" fmla="*/ 1114920 h 1114920"/>
              <a:gd name="csX433" fmla="*/ 74584 w 1722333"/>
              <a:gd name="csY433" fmla="*/ 1114920 h 1114920"/>
              <a:gd name="csX434" fmla="*/ 74756 w 1722333"/>
              <a:gd name="csY434" fmla="*/ 1114920 h 1114920"/>
              <a:gd name="csX435" fmla="*/ 74929 w 1722333"/>
              <a:gd name="csY435" fmla="*/ 1114920 h 1114920"/>
              <a:gd name="csX436" fmla="*/ 75101 w 1722333"/>
              <a:gd name="csY436" fmla="*/ 1114920 h 1114920"/>
              <a:gd name="csX437" fmla="*/ 75273 w 1722333"/>
              <a:gd name="csY437" fmla="*/ 1114920 h 1114920"/>
              <a:gd name="csX438" fmla="*/ 75445 w 1722333"/>
              <a:gd name="csY438" fmla="*/ 1114920 h 1114920"/>
              <a:gd name="csX439" fmla="*/ 75617 w 1722333"/>
              <a:gd name="csY439" fmla="*/ 1114920 h 1114920"/>
              <a:gd name="csX440" fmla="*/ 75790 w 1722333"/>
              <a:gd name="csY440" fmla="*/ 1114920 h 1114920"/>
              <a:gd name="csX441" fmla="*/ 75962 w 1722333"/>
              <a:gd name="csY441" fmla="*/ 1114920 h 1114920"/>
              <a:gd name="csX442" fmla="*/ 76134 w 1722333"/>
              <a:gd name="csY442" fmla="*/ 1114920 h 1114920"/>
              <a:gd name="csX443" fmla="*/ 76307 w 1722333"/>
              <a:gd name="csY443" fmla="*/ 1114920 h 1114920"/>
              <a:gd name="csX444" fmla="*/ 76478 w 1722333"/>
              <a:gd name="csY444" fmla="*/ 1114920 h 1114920"/>
              <a:gd name="csX445" fmla="*/ 76651 w 1722333"/>
              <a:gd name="csY445" fmla="*/ 1114920 h 1114920"/>
              <a:gd name="csX446" fmla="*/ 76824 w 1722333"/>
              <a:gd name="csY446" fmla="*/ 1114920 h 1114920"/>
              <a:gd name="csX447" fmla="*/ 76995 w 1722333"/>
              <a:gd name="csY447" fmla="*/ 1114920 h 1114920"/>
              <a:gd name="csX448" fmla="*/ 77168 w 1722333"/>
              <a:gd name="csY448" fmla="*/ 1114920 h 1114920"/>
              <a:gd name="csX449" fmla="*/ 77340 w 1722333"/>
              <a:gd name="csY449" fmla="*/ 1114920 h 1114920"/>
              <a:gd name="csX450" fmla="*/ 77512 w 1722333"/>
              <a:gd name="csY450" fmla="*/ 1114920 h 1114920"/>
              <a:gd name="csX451" fmla="*/ 77685 w 1722333"/>
              <a:gd name="csY451" fmla="*/ 1114920 h 1114920"/>
              <a:gd name="csX452" fmla="*/ 77856 w 1722333"/>
              <a:gd name="csY452" fmla="*/ 1114920 h 1114920"/>
              <a:gd name="csX453" fmla="*/ 78029 w 1722333"/>
              <a:gd name="csY453" fmla="*/ 1114920 h 1114920"/>
              <a:gd name="csX454" fmla="*/ 78202 w 1722333"/>
              <a:gd name="csY454" fmla="*/ 1114920 h 1114920"/>
              <a:gd name="csX455" fmla="*/ 78373 w 1722333"/>
              <a:gd name="csY455" fmla="*/ 1114920 h 1114920"/>
              <a:gd name="csX456" fmla="*/ 78546 w 1722333"/>
              <a:gd name="csY456" fmla="*/ 1114920 h 1114920"/>
              <a:gd name="csX457" fmla="*/ 78718 w 1722333"/>
              <a:gd name="csY457" fmla="*/ 1114920 h 1114920"/>
              <a:gd name="csX458" fmla="*/ 78890 w 1722333"/>
              <a:gd name="csY458" fmla="*/ 1114920 h 1114920"/>
              <a:gd name="csX459" fmla="*/ 79063 w 1722333"/>
              <a:gd name="csY459" fmla="*/ 1114920 h 1114920"/>
              <a:gd name="csX460" fmla="*/ 79234 w 1722333"/>
              <a:gd name="csY460" fmla="*/ 1114920 h 1114920"/>
              <a:gd name="csX461" fmla="*/ 79407 w 1722333"/>
              <a:gd name="csY461" fmla="*/ 1114920 h 1114920"/>
              <a:gd name="csX462" fmla="*/ 79580 w 1722333"/>
              <a:gd name="csY462" fmla="*/ 1114920 h 1114920"/>
              <a:gd name="csX463" fmla="*/ 79751 w 1722333"/>
              <a:gd name="csY463" fmla="*/ 1114920 h 1114920"/>
              <a:gd name="csX464" fmla="*/ 79924 w 1722333"/>
              <a:gd name="csY464" fmla="*/ 1114920 h 1114920"/>
              <a:gd name="csX465" fmla="*/ 80096 w 1722333"/>
              <a:gd name="csY465" fmla="*/ 1114920 h 1114920"/>
              <a:gd name="csX466" fmla="*/ 80268 w 1722333"/>
              <a:gd name="csY466" fmla="*/ 1114920 h 1114920"/>
              <a:gd name="csX467" fmla="*/ 80441 w 1722333"/>
              <a:gd name="csY467" fmla="*/ 1114920 h 1114920"/>
              <a:gd name="csX468" fmla="*/ 80613 w 1722333"/>
              <a:gd name="csY468" fmla="*/ 1114920 h 1114920"/>
              <a:gd name="csX469" fmla="*/ 80785 w 1722333"/>
              <a:gd name="csY469" fmla="*/ 1114920 h 1114920"/>
              <a:gd name="csX470" fmla="*/ 80957 w 1722333"/>
              <a:gd name="csY470" fmla="*/ 1114920 h 1114920"/>
              <a:gd name="csX471" fmla="*/ 81129 w 1722333"/>
              <a:gd name="csY471" fmla="*/ 1114920 h 1114920"/>
              <a:gd name="csX472" fmla="*/ 81302 w 1722333"/>
              <a:gd name="csY472" fmla="*/ 1114920 h 1114920"/>
              <a:gd name="csX473" fmla="*/ 81474 w 1722333"/>
              <a:gd name="csY473" fmla="*/ 1114920 h 1114920"/>
              <a:gd name="csX474" fmla="*/ 81646 w 1722333"/>
              <a:gd name="csY474" fmla="*/ 1114920 h 1114920"/>
              <a:gd name="csX475" fmla="*/ 81819 w 1722333"/>
              <a:gd name="csY475" fmla="*/ 1114920 h 1114920"/>
              <a:gd name="csX476" fmla="*/ 81991 w 1722333"/>
              <a:gd name="csY476" fmla="*/ 1114920 h 1114920"/>
              <a:gd name="csX477" fmla="*/ 82163 w 1722333"/>
              <a:gd name="csY477" fmla="*/ 1114920 h 1114920"/>
              <a:gd name="csX478" fmla="*/ 82335 w 1722333"/>
              <a:gd name="csY478" fmla="*/ 1114920 h 1114920"/>
              <a:gd name="csX479" fmla="*/ 82507 w 1722333"/>
              <a:gd name="csY479" fmla="*/ 1114920 h 1114920"/>
              <a:gd name="csX480" fmla="*/ 82680 w 1722333"/>
              <a:gd name="csY480" fmla="*/ 1114920 h 1114920"/>
              <a:gd name="csX481" fmla="*/ 82852 w 1722333"/>
              <a:gd name="csY481" fmla="*/ 1114920 h 1114920"/>
              <a:gd name="csX482" fmla="*/ 83024 w 1722333"/>
              <a:gd name="csY482" fmla="*/ 1114920 h 1114920"/>
              <a:gd name="csX483" fmla="*/ 83197 w 1722333"/>
              <a:gd name="csY483" fmla="*/ 1114920 h 1114920"/>
              <a:gd name="csX484" fmla="*/ 83369 w 1722333"/>
              <a:gd name="csY484" fmla="*/ 1114920 h 1114920"/>
              <a:gd name="csX485" fmla="*/ 83541 w 1722333"/>
              <a:gd name="csY485" fmla="*/ 1114920 h 1114920"/>
              <a:gd name="csX486" fmla="*/ 83713 w 1722333"/>
              <a:gd name="csY486" fmla="*/ 1114920 h 1114920"/>
              <a:gd name="csX487" fmla="*/ 83886 w 1722333"/>
              <a:gd name="csY487" fmla="*/ 1114920 h 1114920"/>
              <a:gd name="csX488" fmla="*/ 84058 w 1722333"/>
              <a:gd name="csY488" fmla="*/ 1114920 h 1114920"/>
              <a:gd name="csX489" fmla="*/ 84230 w 1722333"/>
              <a:gd name="csY489" fmla="*/ 1114920 h 1114920"/>
              <a:gd name="csX490" fmla="*/ 84402 w 1722333"/>
              <a:gd name="csY490" fmla="*/ 1114920 h 1114920"/>
              <a:gd name="csX491" fmla="*/ 84574 w 1722333"/>
              <a:gd name="csY491" fmla="*/ 1114920 h 1114920"/>
              <a:gd name="csX492" fmla="*/ 84747 w 1722333"/>
              <a:gd name="csY492" fmla="*/ 1114920 h 1114920"/>
              <a:gd name="csX493" fmla="*/ 84919 w 1722333"/>
              <a:gd name="csY493" fmla="*/ 1114920 h 1114920"/>
              <a:gd name="csX494" fmla="*/ 85091 w 1722333"/>
              <a:gd name="csY494" fmla="*/ 1114920 h 1114920"/>
              <a:gd name="csX495" fmla="*/ 85264 w 1722333"/>
              <a:gd name="csY495" fmla="*/ 1114920 h 1114920"/>
              <a:gd name="csX496" fmla="*/ 85436 w 1722333"/>
              <a:gd name="csY496" fmla="*/ 1114920 h 1114920"/>
              <a:gd name="csX497" fmla="*/ 85608 w 1722333"/>
              <a:gd name="csY497" fmla="*/ 1114920 h 1114920"/>
              <a:gd name="csX498" fmla="*/ 85780 w 1722333"/>
              <a:gd name="csY498" fmla="*/ 1114920 h 1114920"/>
              <a:gd name="csX499" fmla="*/ 85952 w 1722333"/>
              <a:gd name="csY499" fmla="*/ 1114920 h 1114920"/>
              <a:gd name="csX500" fmla="*/ 86125 w 1722333"/>
              <a:gd name="csY500" fmla="*/ 1114920 h 1114920"/>
              <a:gd name="csX501" fmla="*/ 86297 w 1722333"/>
              <a:gd name="csY501" fmla="*/ 1114920 h 1114920"/>
              <a:gd name="csX502" fmla="*/ 86469 w 1722333"/>
              <a:gd name="csY502" fmla="*/ 1114920 h 1114920"/>
              <a:gd name="csX503" fmla="*/ 86642 w 1722333"/>
              <a:gd name="csY503" fmla="*/ 1114920 h 1114920"/>
              <a:gd name="csX504" fmla="*/ 86813 w 1722333"/>
              <a:gd name="csY504" fmla="*/ 1114920 h 1114920"/>
              <a:gd name="csX505" fmla="*/ 86986 w 1722333"/>
              <a:gd name="csY505" fmla="*/ 1114920 h 1114920"/>
              <a:gd name="csX506" fmla="*/ 87159 w 1722333"/>
              <a:gd name="csY506" fmla="*/ 1114920 h 1114920"/>
              <a:gd name="csX507" fmla="*/ 87330 w 1722333"/>
              <a:gd name="csY507" fmla="*/ 1114920 h 1114920"/>
              <a:gd name="csX508" fmla="*/ 87503 w 1722333"/>
              <a:gd name="csY508" fmla="*/ 1114920 h 1114920"/>
              <a:gd name="csX509" fmla="*/ 87675 w 1722333"/>
              <a:gd name="csY509" fmla="*/ 1114920 h 1114920"/>
              <a:gd name="csX510" fmla="*/ 87847 w 1722333"/>
              <a:gd name="csY510" fmla="*/ 1114920 h 1114920"/>
              <a:gd name="csX511" fmla="*/ 88020 w 1722333"/>
              <a:gd name="csY511" fmla="*/ 1114920 h 1114920"/>
              <a:gd name="csX512" fmla="*/ 88191 w 1722333"/>
              <a:gd name="csY512" fmla="*/ 1114920 h 1114920"/>
              <a:gd name="csX513" fmla="*/ 88364 w 1722333"/>
              <a:gd name="csY513" fmla="*/ 1114920 h 1114920"/>
              <a:gd name="csX514" fmla="*/ 88537 w 1722333"/>
              <a:gd name="csY514" fmla="*/ 1114920 h 1114920"/>
              <a:gd name="csX515" fmla="*/ 88708 w 1722333"/>
              <a:gd name="csY515" fmla="*/ 1114920 h 1114920"/>
              <a:gd name="csX516" fmla="*/ 88881 w 1722333"/>
              <a:gd name="csY516" fmla="*/ 1114920 h 1114920"/>
              <a:gd name="csX517" fmla="*/ 89053 w 1722333"/>
              <a:gd name="csY517" fmla="*/ 1114920 h 1114920"/>
              <a:gd name="csX518" fmla="*/ 89225 w 1722333"/>
              <a:gd name="csY518" fmla="*/ 1114920 h 1114920"/>
              <a:gd name="csX519" fmla="*/ 89398 w 1722333"/>
              <a:gd name="csY519" fmla="*/ 1114920 h 1114920"/>
              <a:gd name="csX520" fmla="*/ 89569 w 1722333"/>
              <a:gd name="csY520" fmla="*/ 1114920 h 1114920"/>
              <a:gd name="csX521" fmla="*/ 89742 w 1722333"/>
              <a:gd name="csY521" fmla="*/ 1114920 h 1114920"/>
              <a:gd name="csX522" fmla="*/ 89915 w 1722333"/>
              <a:gd name="csY522" fmla="*/ 1114920 h 1114920"/>
              <a:gd name="csX523" fmla="*/ 90086 w 1722333"/>
              <a:gd name="csY523" fmla="*/ 1114920 h 1114920"/>
              <a:gd name="csX524" fmla="*/ 90259 w 1722333"/>
              <a:gd name="csY524" fmla="*/ 1114920 h 1114920"/>
              <a:gd name="csX525" fmla="*/ 90431 w 1722333"/>
              <a:gd name="csY525" fmla="*/ 1114920 h 1114920"/>
              <a:gd name="csX526" fmla="*/ 90603 w 1722333"/>
              <a:gd name="csY526" fmla="*/ 1114920 h 1114920"/>
              <a:gd name="csX527" fmla="*/ 90776 w 1722333"/>
              <a:gd name="csY527" fmla="*/ 1114920 h 1114920"/>
              <a:gd name="csX528" fmla="*/ 90948 w 1722333"/>
              <a:gd name="csY528" fmla="*/ 1114920 h 1114920"/>
              <a:gd name="csX529" fmla="*/ 91120 w 1722333"/>
              <a:gd name="csY529" fmla="*/ 1114920 h 1114920"/>
              <a:gd name="csX530" fmla="*/ 91293 w 1722333"/>
              <a:gd name="csY530" fmla="*/ 1114920 h 1114920"/>
              <a:gd name="csX531" fmla="*/ 91464 w 1722333"/>
              <a:gd name="csY531" fmla="*/ 1114920 h 1114920"/>
              <a:gd name="csX532" fmla="*/ 91637 w 1722333"/>
              <a:gd name="csY532" fmla="*/ 1114920 h 1114920"/>
              <a:gd name="csX533" fmla="*/ 91809 w 1722333"/>
              <a:gd name="csY533" fmla="*/ 1114920 h 1114920"/>
              <a:gd name="csX534" fmla="*/ 91981 w 1722333"/>
              <a:gd name="csY534" fmla="*/ 1114920 h 1114920"/>
              <a:gd name="csX535" fmla="*/ 92154 w 1722333"/>
              <a:gd name="csY535" fmla="*/ 1114920 h 1114920"/>
              <a:gd name="csX536" fmla="*/ 92326 w 1722333"/>
              <a:gd name="csY536" fmla="*/ 1114920 h 1114920"/>
              <a:gd name="csX537" fmla="*/ 92498 w 1722333"/>
              <a:gd name="csY537" fmla="*/ 1114920 h 1114920"/>
              <a:gd name="csX538" fmla="*/ 92670 w 1722333"/>
              <a:gd name="csY538" fmla="*/ 1114920 h 1114920"/>
              <a:gd name="csX539" fmla="*/ 92842 w 1722333"/>
              <a:gd name="csY539" fmla="*/ 1114920 h 1114920"/>
              <a:gd name="csX540" fmla="*/ 93015 w 1722333"/>
              <a:gd name="csY540" fmla="*/ 1114920 h 1114920"/>
              <a:gd name="csX541" fmla="*/ 93187 w 1722333"/>
              <a:gd name="csY541" fmla="*/ 1114920 h 1114920"/>
              <a:gd name="csX542" fmla="*/ 93359 w 1722333"/>
              <a:gd name="csY542" fmla="*/ 1114920 h 1114920"/>
              <a:gd name="csX543" fmla="*/ 93532 w 1722333"/>
              <a:gd name="csY543" fmla="*/ 1114920 h 1114920"/>
              <a:gd name="csX544" fmla="*/ 93704 w 1722333"/>
              <a:gd name="csY544" fmla="*/ 1114920 h 1114920"/>
              <a:gd name="csX545" fmla="*/ 93876 w 1722333"/>
              <a:gd name="csY545" fmla="*/ 1114920 h 1114920"/>
              <a:gd name="csX546" fmla="*/ 94048 w 1722333"/>
              <a:gd name="csY546" fmla="*/ 1114920 h 1114920"/>
              <a:gd name="csX547" fmla="*/ 94221 w 1722333"/>
              <a:gd name="csY547" fmla="*/ 1114920 h 1114920"/>
              <a:gd name="csX548" fmla="*/ 94393 w 1722333"/>
              <a:gd name="csY548" fmla="*/ 1114920 h 1114920"/>
              <a:gd name="csX549" fmla="*/ 94565 w 1722333"/>
              <a:gd name="csY549" fmla="*/ 1114920 h 1114920"/>
              <a:gd name="csX550" fmla="*/ 94737 w 1722333"/>
              <a:gd name="csY550" fmla="*/ 1114920 h 1114920"/>
              <a:gd name="csX551" fmla="*/ 94909 w 1722333"/>
              <a:gd name="csY551" fmla="*/ 1114920 h 1114920"/>
              <a:gd name="csX552" fmla="*/ 95082 w 1722333"/>
              <a:gd name="csY552" fmla="*/ 1114920 h 1114920"/>
              <a:gd name="csX553" fmla="*/ 95254 w 1722333"/>
              <a:gd name="csY553" fmla="*/ 1114920 h 1114920"/>
              <a:gd name="csX554" fmla="*/ 95426 w 1722333"/>
              <a:gd name="csY554" fmla="*/ 1114920 h 1114920"/>
              <a:gd name="csX555" fmla="*/ 95599 w 1722333"/>
              <a:gd name="csY555" fmla="*/ 1114920 h 1114920"/>
              <a:gd name="csX556" fmla="*/ 95771 w 1722333"/>
              <a:gd name="csY556" fmla="*/ 1114920 h 1114920"/>
              <a:gd name="csX557" fmla="*/ 95943 w 1722333"/>
              <a:gd name="csY557" fmla="*/ 1114920 h 1114920"/>
              <a:gd name="csX558" fmla="*/ 96115 w 1722333"/>
              <a:gd name="csY558" fmla="*/ 1114920 h 1114920"/>
              <a:gd name="csX559" fmla="*/ 96287 w 1722333"/>
              <a:gd name="csY559" fmla="*/ 1114920 h 1114920"/>
              <a:gd name="csX560" fmla="*/ 96460 w 1722333"/>
              <a:gd name="csY560" fmla="*/ 1114920 h 1114920"/>
              <a:gd name="csX561" fmla="*/ 96632 w 1722333"/>
              <a:gd name="csY561" fmla="*/ 1114920 h 1114920"/>
              <a:gd name="csX562" fmla="*/ 96804 w 1722333"/>
              <a:gd name="csY562" fmla="*/ 1114920 h 1114920"/>
              <a:gd name="csX563" fmla="*/ 96977 w 1722333"/>
              <a:gd name="csY563" fmla="*/ 1114920 h 1114920"/>
              <a:gd name="csX564" fmla="*/ 97148 w 1722333"/>
              <a:gd name="csY564" fmla="*/ 1114920 h 1114920"/>
              <a:gd name="csX565" fmla="*/ 97321 w 1722333"/>
              <a:gd name="csY565" fmla="*/ 1114920 h 1114920"/>
              <a:gd name="csX566" fmla="*/ 97494 w 1722333"/>
              <a:gd name="csY566" fmla="*/ 1114920 h 1114920"/>
              <a:gd name="csX567" fmla="*/ 97665 w 1722333"/>
              <a:gd name="csY567" fmla="*/ 1114920 h 1114920"/>
              <a:gd name="csX568" fmla="*/ 97838 w 1722333"/>
              <a:gd name="csY568" fmla="*/ 1114920 h 1114920"/>
              <a:gd name="csX569" fmla="*/ 98010 w 1722333"/>
              <a:gd name="csY569" fmla="*/ 1114920 h 1114920"/>
              <a:gd name="csX570" fmla="*/ 98182 w 1722333"/>
              <a:gd name="csY570" fmla="*/ 1114920 h 1114920"/>
              <a:gd name="csX571" fmla="*/ 98355 w 1722333"/>
              <a:gd name="csY571" fmla="*/ 1114920 h 1114920"/>
              <a:gd name="csX572" fmla="*/ 98526 w 1722333"/>
              <a:gd name="csY572" fmla="*/ 1114920 h 1114920"/>
              <a:gd name="csX573" fmla="*/ 98699 w 1722333"/>
              <a:gd name="csY573" fmla="*/ 1114920 h 1114920"/>
              <a:gd name="csX574" fmla="*/ 98872 w 1722333"/>
              <a:gd name="csY574" fmla="*/ 1114920 h 1114920"/>
              <a:gd name="csX575" fmla="*/ 99043 w 1722333"/>
              <a:gd name="csY575" fmla="*/ 1114920 h 1114920"/>
              <a:gd name="csX576" fmla="*/ 99216 w 1722333"/>
              <a:gd name="csY576" fmla="*/ 1114920 h 1114920"/>
              <a:gd name="csX577" fmla="*/ 99388 w 1722333"/>
              <a:gd name="csY577" fmla="*/ 1114920 h 1114920"/>
              <a:gd name="csX578" fmla="*/ 99560 w 1722333"/>
              <a:gd name="csY578" fmla="*/ 1114920 h 1114920"/>
              <a:gd name="csX579" fmla="*/ 99733 w 1722333"/>
              <a:gd name="csY579" fmla="*/ 1114920 h 1114920"/>
              <a:gd name="csX580" fmla="*/ 99904 w 1722333"/>
              <a:gd name="csY580" fmla="*/ 1114920 h 1114920"/>
              <a:gd name="csX581" fmla="*/ 100077 w 1722333"/>
              <a:gd name="csY581" fmla="*/ 1114920 h 1114920"/>
              <a:gd name="csX582" fmla="*/ 100250 w 1722333"/>
              <a:gd name="csY582" fmla="*/ 1114920 h 1114920"/>
              <a:gd name="csX583" fmla="*/ 100421 w 1722333"/>
              <a:gd name="csY583" fmla="*/ 1114920 h 1114920"/>
              <a:gd name="csX584" fmla="*/ 100594 w 1722333"/>
              <a:gd name="csY584" fmla="*/ 1114920 h 1114920"/>
              <a:gd name="csX585" fmla="*/ 100766 w 1722333"/>
              <a:gd name="csY585" fmla="*/ 1114920 h 1114920"/>
              <a:gd name="csX586" fmla="*/ 100938 w 1722333"/>
              <a:gd name="csY586" fmla="*/ 1114920 h 1114920"/>
              <a:gd name="csX587" fmla="*/ 101111 w 1722333"/>
              <a:gd name="csY587" fmla="*/ 1114920 h 1114920"/>
              <a:gd name="csX588" fmla="*/ 101283 w 1722333"/>
              <a:gd name="csY588" fmla="*/ 1114920 h 1114920"/>
              <a:gd name="csX589" fmla="*/ 101455 w 1722333"/>
              <a:gd name="csY589" fmla="*/ 1114920 h 1114920"/>
              <a:gd name="csX590" fmla="*/ 101628 w 1722333"/>
              <a:gd name="csY590" fmla="*/ 1114920 h 1114920"/>
              <a:gd name="csX591" fmla="*/ 101799 w 1722333"/>
              <a:gd name="csY591" fmla="*/ 1114920 h 1114920"/>
              <a:gd name="csX592" fmla="*/ 101972 w 1722333"/>
              <a:gd name="csY592" fmla="*/ 1114920 h 1114920"/>
              <a:gd name="csX593" fmla="*/ 102144 w 1722333"/>
              <a:gd name="csY593" fmla="*/ 1114920 h 1114920"/>
              <a:gd name="csX594" fmla="*/ 102316 w 1722333"/>
              <a:gd name="csY594" fmla="*/ 1114920 h 1114920"/>
              <a:gd name="csX595" fmla="*/ 102489 w 1722333"/>
              <a:gd name="csY595" fmla="*/ 1114920 h 1114920"/>
              <a:gd name="csX596" fmla="*/ 102661 w 1722333"/>
              <a:gd name="csY596" fmla="*/ 1114920 h 1114920"/>
              <a:gd name="csX597" fmla="*/ 102833 w 1722333"/>
              <a:gd name="csY597" fmla="*/ 1114920 h 1114920"/>
              <a:gd name="csX598" fmla="*/ 103005 w 1722333"/>
              <a:gd name="csY598" fmla="*/ 1114920 h 1114920"/>
              <a:gd name="csX599" fmla="*/ 103177 w 1722333"/>
              <a:gd name="csY599" fmla="*/ 1114920 h 1114920"/>
              <a:gd name="csX600" fmla="*/ 103350 w 1722333"/>
              <a:gd name="csY600" fmla="*/ 1114920 h 1114920"/>
              <a:gd name="csX601" fmla="*/ 103522 w 1722333"/>
              <a:gd name="csY601" fmla="*/ 1114920 h 1114920"/>
              <a:gd name="csX602" fmla="*/ 103694 w 1722333"/>
              <a:gd name="csY602" fmla="*/ 1114920 h 1114920"/>
              <a:gd name="csX603" fmla="*/ 103867 w 1722333"/>
              <a:gd name="csY603" fmla="*/ 1114920 h 1114920"/>
              <a:gd name="csX604" fmla="*/ 104039 w 1722333"/>
              <a:gd name="csY604" fmla="*/ 1114920 h 1114920"/>
              <a:gd name="csX605" fmla="*/ 104211 w 1722333"/>
              <a:gd name="csY605" fmla="*/ 1114920 h 1114920"/>
              <a:gd name="csX606" fmla="*/ 104383 w 1722333"/>
              <a:gd name="csY606" fmla="*/ 1114920 h 1114920"/>
              <a:gd name="csX607" fmla="*/ 104556 w 1722333"/>
              <a:gd name="csY607" fmla="*/ 1114920 h 1114920"/>
              <a:gd name="csX608" fmla="*/ 104728 w 1722333"/>
              <a:gd name="csY608" fmla="*/ 1114920 h 1114920"/>
              <a:gd name="csX609" fmla="*/ 104900 w 1722333"/>
              <a:gd name="csY609" fmla="*/ 1114920 h 1114920"/>
              <a:gd name="csX610" fmla="*/ 105072 w 1722333"/>
              <a:gd name="csY610" fmla="*/ 1114920 h 1114920"/>
              <a:gd name="csX611" fmla="*/ 105244 w 1722333"/>
              <a:gd name="csY611" fmla="*/ 1114920 h 1114920"/>
              <a:gd name="csX612" fmla="*/ 105417 w 1722333"/>
              <a:gd name="csY612" fmla="*/ 1114920 h 1114920"/>
              <a:gd name="csX613" fmla="*/ 105589 w 1722333"/>
              <a:gd name="csY613" fmla="*/ 1114920 h 1114920"/>
              <a:gd name="csX614" fmla="*/ 105761 w 1722333"/>
              <a:gd name="csY614" fmla="*/ 1114920 h 1114920"/>
              <a:gd name="csX615" fmla="*/ 105934 w 1722333"/>
              <a:gd name="csY615" fmla="*/ 1114920 h 1114920"/>
              <a:gd name="csX616" fmla="*/ 106106 w 1722333"/>
              <a:gd name="csY616" fmla="*/ 1114920 h 1114920"/>
              <a:gd name="csX617" fmla="*/ 106278 w 1722333"/>
              <a:gd name="csY617" fmla="*/ 1114920 h 1114920"/>
              <a:gd name="csX618" fmla="*/ 106450 w 1722333"/>
              <a:gd name="csY618" fmla="*/ 1114920 h 1114920"/>
              <a:gd name="csX619" fmla="*/ 106622 w 1722333"/>
              <a:gd name="csY619" fmla="*/ 1114920 h 1114920"/>
              <a:gd name="csX620" fmla="*/ 106795 w 1722333"/>
              <a:gd name="csY620" fmla="*/ 1114920 h 1114920"/>
              <a:gd name="csX621" fmla="*/ 106967 w 1722333"/>
              <a:gd name="csY621" fmla="*/ 1114920 h 1114920"/>
              <a:gd name="csX622" fmla="*/ 107139 w 1722333"/>
              <a:gd name="csY622" fmla="*/ 1114920 h 1114920"/>
              <a:gd name="csX623" fmla="*/ 107312 w 1722333"/>
              <a:gd name="csY623" fmla="*/ 1114920 h 1114920"/>
              <a:gd name="csX624" fmla="*/ 107483 w 1722333"/>
              <a:gd name="csY624" fmla="*/ 1114920 h 1114920"/>
              <a:gd name="csX625" fmla="*/ 107656 w 1722333"/>
              <a:gd name="csY625" fmla="*/ 1114920 h 1114920"/>
              <a:gd name="csX626" fmla="*/ 107829 w 1722333"/>
              <a:gd name="csY626" fmla="*/ 1114920 h 1114920"/>
              <a:gd name="csX627" fmla="*/ 108000 w 1722333"/>
              <a:gd name="csY627" fmla="*/ 1114920 h 1114920"/>
              <a:gd name="csX628" fmla="*/ 108173 w 1722333"/>
              <a:gd name="csY628" fmla="*/ 1114920 h 1114920"/>
              <a:gd name="csX629" fmla="*/ 108345 w 1722333"/>
              <a:gd name="csY629" fmla="*/ 1114920 h 1114920"/>
              <a:gd name="csX630" fmla="*/ 108517 w 1722333"/>
              <a:gd name="csY630" fmla="*/ 1114920 h 1114920"/>
              <a:gd name="csX631" fmla="*/ 108690 w 1722333"/>
              <a:gd name="csY631" fmla="*/ 1114920 h 1114920"/>
              <a:gd name="csX632" fmla="*/ 108861 w 1722333"/>
              <a:gd name="csY632" fmla="*/ 1114920 h 1114920"/>
              <a:gd name="csX633" fmla="*/ 109034 w 1722333"/>
              <a:gd name="csY633" fmla="*/ 1114920 h 1114920"/>
              <a:gd name="csX634" fmla="*/ 109207 w 1722333"/>
              <a:gd name="csY634" fmla="*/ 1114920 h 1114920"/>
              <a:gd name="csX635" fmla="*/ 109378 w 1722333"/>
              <a:gd name="csY635" fmla="*/ 1114920 h 1114920"/>
              <a:gd name="csX636" fmla="*/ 109551 w 1722333"/>
              <a:gd name="csY636" fmla="*/ 1114920 h 1114920"/>
              <a:gd name="csX637" fmla="*/ 109723 w 1722333"/>
              <a:gd name="csY637" fmla="*/ 1114920 h 1114920"/>
              <a:gd name="csX638" fmla="*/ 109895 w 1722333"/>
              <a:gd name="csY638" fmla="*/ 1114920 h 1114920"/>
              <a:gd name="csX639" fmla="*/ 110068 w 1722333"/>
              <a:gd name="csY639" fmla="*/ 1114920 h 1114920"/>
              <a:gd name="csX640" fmla="*/ 110239 w 1722333"/>
              <a:gd name="csY640" fmla="*/ 1114920 h 1114920"/>
              <a:gd name="csX641" fmla="*/ 110412 w 1722333"/>
              <a:gd name="csY641" fmla="*/ 1114920 h 1114920"/>
              <a:gd name="csX642" fmla="*/ 110585 w 1722333"/>
              <a:gd name="csY642" fmla="*/ 1114920 h 1114920"/>
              <a:gd name="csX643" fmla="*/ 110756 w 1722333"/>
              <a:gd name="csY643" fmla="*/ 1114920 h 1114920"/>
              <a:gd name="csX644" fmla="*/ 110929 w 1722333"/>
              <a:gd name="csY644" fmla="*/ 1114920 h 1114920"/>
              <a:gd name="csX645" fmla="*/ 111101 w 1722333"/>
              <a:gd name="csY645" fmla="*/ 1114920 h 1114920"/>
              <a:gd name="csX646" fmla="*/ 111273 w 1722333"/>
              <a:gd name="csY646" fmla="*/ 1114920 h 1114920"/>
              <a:gd name="csX647" fmla="*/ 111446 w 1722333"/>
              <a:gd name="csY647" fmla="*/ 1114920 h 1114920"/>
              <a:gd name="csX648" fmla="*/ 111618 w 1722333"/>
              <a:gd name="csY648" fmla="*/ 1114920 h 1114920"/>
              <a:gd name="csX649" fmla="*/ 111790 w 1722333"/>
              <a:gd name="csY649" fmla="*/ 1114920 h 1114920"/>
              <a:gd name="csX650" fmla="*/ 111963 w 1722333"/>
              <a:gd name="csY650" fmla="*/ 1114920 h 1114920"/>
              <a:gd name="csX651" fmla="*/ 112134 w 1722333"/>
              <a:gd name="csY651" fmla="*/ 1114920 h 1114920"/>
              <a:gd name="csX652" fmla="*/ 112307 w 1722333"/>
              <a:gd name="csY652" fmla="*/ 1114920 h 1114920"/>
              <a:gd name="csX653" fmla="*/ 112479 w 1722333"/>
              <a:gd name="csY653" fmla="*/ 1114920 h 1114920"/>
              <a:gd name="csX654" fmla="*/ 112651 w 1722333"/>
              <a:gd name="csY654" fmla="*/ 1114920 h 1114920"/>
              <a:gd name="csX655" fmla="*/ 112824 w 1722333"/>
              <a:gd name="csY655" fmla="*/ 1114920 h 1114920"/>
              <a:gd name="csX656" fmla="*/ 112996 w 1722333"/>
              <a:gd name="csY656" fmla="*/ 1114920 h 1114920"/>
              <a:gd name="csX657" fmla="*/ 113168 w 1722333"/>
              <a:gd name="csY657" fmla="*/ 1114920 h 1114920"/>
              <a:gd name="csX658" fmla="*/ 113340 w 1722333"/>
              <a:gd name="csY658" fmla="*/ 1114920 h 1114920"/>
              <a:gd name="csX659" fmla="*/ 113512 w 1722333"/>
              <a:gd name="csY659" fmla="*/ 1114920 h 1114920"/>
              <a:gd name="csX660" fmla="*/ 113685 w 1722333"/>
              <a:gd name="csY660" fmla="*/ 1114920 h 1114920"/>
              <a:gd name="csX661" fmla="*/ 113857 w 1722333"/>
              <a:gd name="csY661" fmla="*/ 1114920 h 1114920"/>
              <a:gd name="csX662" fmla="*/ 114029 w 1722333"/>
              <a:gd name="csY662" fmla="*/ 1114920 h 1114920"/>
              <a:gd name="csX663" fmla="*/ 114202 w 1722333"/>
              <a:gd name="csY663" fmla="*/ 1114920 h 1114920"/>
              <a:gd name="csX664" fmla="*/ 114374 w 1722333"/>
              <a:gd name="csY664" fmla="*/ 1114920 h 1114920"/>
              <a:gd name="csX665" fmla="*/ 114546 w 1722333"/>
              <a:gd name="csY665" fmla="*/ 1114920 h 1114920"/>
              <a:gd name="csX666" fmla="*/ 114718 w 1722333"/>
              <a:gd name="csY666" fmla="*/ 1114920 h 1114920"/>
              <a:gd name="csX667" fmla="*/ 114891 w 1722333"/>
              <a:gd name="csY667" fmla="*/ 1114920 h 1114920"/>
              <a:gd name="csX668" fmla="*/ 115063 w 1722333"/>
              <a:gd name="csY668" fmla="*/ 1114920 h 1114920"/>
              <a:gd name="csX669" fmla="*/ 115235 w 1722333"/>
              <a:gd name="csY669" fmla="*/ 1114920 h 1114920"/>
              <a:gd name="csX670" fmla="*/ 115407 w 1722333"/>
              <a:gd name="csY670" fmla="*/ 1114920 h 1114920"/>
              <a:gd name="csX671" fmla="*/ 115579 w 1722333"/>
              <a:gd name="csY671" fmla="*/ 1114920 h 1114920"/>
              <a:gd name="csX672" fmla="*/ 115752 w 1722333"/>
              <a:gd name="csY672" fmla="*/ 1114920 h 1114920"/>
              <a:gd name="csX673" fmla="*/ 115924 w 1722333"/>
              <a:gd name="csY673" fmla="*/ 1114920 h 1114920"/>
              <a:gd name="csX674" fmla="*/ 116096 w 1722333"/>
              <a:gd name="csY674" fmla="*/ 1114920 h 1114920"/>
              <a:gd name="csX675" fmla="*/ 116269 w 1722333"/>
              <a:gd name="csY675" fmla="*/ 1114920 h 1114920"/>
              <a:gd name="csX676" fmla="*/ 116441 w 1722333"/>
              <a:gd name="csY676" fmla="*/ 1114920 h 1114920"/>
              <a:gd name="csX677" fmla="*/ 116613 w 1722333"/>
              <a:gd name="csY677" fmla="*/ 1114920 h 1114920"/>
              <a:gd name="csX678" fmla="*/ 116785 w 1722333"/>
              <a:gd name="csY678" fmla="*/ 1114920 h 1114920"/>
              <a:gd name="csX679" fmla="*/ 116957 w 1722333"/>
              <a:gd name="csY679" fmla="*/ 1114920 h 1114920"/>
              <a:gd name="csX680" fmla="*/ 117130 w 1722333"/>
              <a:gd name="csY680" fmla="*/ 1114920 h 1114920"/>
              <a:gd name="csX681" fmla="*/ 117302 w 1722333"/>
              <a:gd name="csY681" fmla="*/ 1114920 h 1114920"/>
              <a:gd name="csX682" fmla="*/ 117474 w 1722333"/>
              <a:gd name="csY682" fmla="*/ 1114920 h 1114920"/>
              <a:gd name="csX683" fmla="*/ 117647 w 1722333"/>
              <a:gd name="csY683" fmla="*/ 1114920 h 1114920"/>
              <a:gd name="csX684" fmla="*/ 117818 w 1722333"/>
              <a:gd name="csY684" fmla="*/ 1114920 h 1114920"/>
              <a:gd name="csX685" fmla="*/ 117991 w 1722333"/>
              <a:gd name="csY685" fmla="*/ 1114920 h 1114920"/>
              <a:gd name="csX686" fmla="*/ 118164 w 1722333"/>
              <a:gd name="csY686" fmla="*/ 1114920 h 1114920"/>
              <a:gd name="csX687" fmla="*/ 118335 w 1722333"/>
              <a:gd name="csY687" fmla="*/ 1114920 h 1114920"/>
              <a:gd name="csX688" fmla="*/ 118508 w 1722333"/>
              <a:gd name="csY688" fmla="*/ 1114920 h 1114920"/>
              <a:gd name="csX689" fmla="*/ 118680 w 1722333"/>
              <a:gd name="csY689" fmla="*/ 1114920 h 1114920"/>
              <a:gd name="csX690" fmla="*/ 118852 w 1722333"/>
              <a:gd name="csY690" fmla="*/ 1114920 h 1114920"/>
              <a:gd name="csX691" fmla="*/ 119025 w 1722333"/>
              <a:gd name="csY691" fmla="*/ 1114920 h 1114920"/>
              <a:gd name="csX692" fmla="*/ 119196 w 1722333"/>
              <a:gd name="csY692" fmla="*/ 1114920 h 1114920"/>
              <a:gd name="csX693" fmla="*/ 119369 w 1722333"/>
              <a:gd name="csY693" fmla="*/ 1114920 h 1114920"/>
              <a:gd name="csX694" fmla="*/ 119542 w 1722333"/>
              <a:gd name="csY694" fmla="*/ 1114920 h 1114920"/>
              <a:gd name="csX695" fmla="*/ 119713 w 1722333"/>
              <a:gd name="csY695" fmla="*/ 1114920 h 1114920"/>
              <a:gd name="csX696" fmla="*/ 119886 w 1722333"/>
              <a:gd name="csY696" fmla="*/ 1114920 h 1114920"/>
              <a:gd name="csX697" fmla="*/ 120059 w 1722333"/>
              <a:gd name="csY697" fmla="*/ 1114920 h 1114920"/>
              <a:gd name="csX698" fmla="*/ 120230 w 1722333"/>
              <a:gd name="csY698" fmla="*/ 1114920 h 1114920"/>
              <a:gd name="csX699" fmla="*/ 120403 w 1722333"/>
              <a:gd name="csY699" fmla="*/ 1114920 h 1114920"/>
              <a:gd name="csX700" fmla="*/ 120574 w 1722333"/>
              <a:gd name="csY700" fmla="*/ 1114920 h 1114920"/>
              <a:gd name="csX701" fmla="*/ 120747 w 1722333"/>
              <a:gd name="csY701" fmla="*/ 1114920 h 1114920"/>
              <a:gd name="csX702" fmla="*/ 120920 w 1722333"/>
              <a:gd name="csY702" fmla="*/ 1114920 h 1114920"/>
              <a:gd name="csX703" fmla="*/ 121091 w 1722333"/>
              <a:gd name="csY703" fmla="*/ 1114920 h 1114920"/>
              <a:gd name="csX704" fmla="*/ 121264 w 1722333"/>
              <a:gd name="csY704" fmla="*/ 1114920 h 1114920"/>
              <a:gd name="csX705" fmla="*/ 121436 w 1722333"/>
              <a:gd name="csY705" fmla="*/ 1114920 h 1114920"/>
              <a:gd name="csX706" fmla="*/ 121608 w 1722333"/>
              <a:gd name="csY706" fmla="*/ 1114920 h 1114920"/>
              <a:gd name="csX707" fmla="*/ 121781 w 1722333"/>
              <a:gd name="csY707" fmla="*/ 1114920 h 1114920"/>
              <a:gd name="csX708" fmla="*/ 121953 w 1722333"/>
              <a:gd name="csY708" fmla="*/ 1114920 h 1114920"/>
              <a:gd name="csX709" fmla="*/ 122125 w 1722333"/>
              <a:gd name="csY709" fmla="*/ 1114920 h 1114920"/>
              <a:gd name="csX710" fmla="*/ 122298 w 1722333"/>
              <a:gd name="csY710" fmla="*/ 1114920 h 1114920"/>
              <a:gd name="csX711" fmla="*/ 122469 w 1722333"/>
              <a:gd name="csY711" fmla="*/ 1114920 h 1114920"/>
              <a:gd name="csX712" fmla="*/ 122642 w 1722333"/>
              <a:gd name="csY712" fmla="*/ 1114920 h 1114920"/>
              <a:gd name="csX713" fmla="*/ 122814 w 1722333"/>
              <a:gd name="csY713" fmla="*/ 1114920 h 1114920"/>
              <a:gd name="csX714" fmla="*/ 122986 w 1722333"/>
              <a:gd name="csY714" fmla="*/ 1114920 h 1114920"/>
              <a:gd name="csX715" fmla="*/ 123159 w 1722333"/>
              <a:gd name="csY715" fmla="*/ 1114920 h 1114920"/>
              <a:gd name="csX716" fmla="*/ 123331 w 1722333"/>
              <a:gd name="csY716" fmla="*/ 1114920 h 1114920"/>
              <a:gd name="csX717" fmla="*/ 123503 w 1722333"/>
              <a:gd name="csY717" fmla="*/ 1114920 h 1114920"/>
              <a:gd name="csX718" fmla="*/ 123675 w 1722333"/>
              <a:gd name="csY718" fmla="*/ 1114920 h 1114920"/>
              <a:gd name="csX719" fmla="*/ 123847 w 1722333"/>
              <a:gd name="csY719" fmla="*/ 1114920 h 1114920"/>
              <a:gd name="csX720" fmla="*/ 124020 w 1722333"/>
              <a:gd name="csY720" fmla="*/ 1114920 h 1114920"/>
              <a:gd name="csX721" fmla="*/ 124192 w 1722333"/>
              <a:gd name="csY721" fmla="*/ 1114920 h 1114920"/>
              <a:gd name="csX722" fmla="*/ 124364 w 1722333"/>
              <a:gd name="csY722" fmla="*/ 1114920 h 1114920"/>
              <a:gd name="csX723" fmla="*/ 124537 w 1722333"/>
              <a:gd name="csY723" fmla="*/ 1114920 h 1114920"/>
              <a:gd name="csX724" fmla="*/ 124709 w 1722333"/>
              <a:gd name="csY724" fmla="*/ 1114920 h 1114920"/>
              <a:gd name="csX725" fmla="*/ 124881 w 1722333"/>
              <a:gd name="csY725" fmla="*/ 1114920 h 1114920"/>
              <a:gd name="csX726" fmla="*/ 125053 w 1722333"/>
              <a:gd name="csY726" fmla="*/ 1114920 h 1114920"/>
              <a:gd name="csX727" fmla="*/ 125226 w 1722333"/>
              <a:gd name="csY727" fmla="*/ 1114920 h 1114920"/>
              <a:gd name="csX728" fmla="*/ 125398 w 1722333"/>
              <a:gd name="csY728" fmla="*/ 1114920 h 1114920"/>
              <a:gd name="csX729" fmla="*/ 125570 w 1722333"/>
              <a:gd name="csY729" fmla="*/ 1114920 h 1114920"/>
              <a:gd name="csX730" fmla="*/ 125742 w 1722333"/>
              <a:gd name="csY730" fmla="*/ 1114920 h 1114920"/>
              <a:gd name="csX731" fmla="*/ 125914 w 1722333"/>
              <a:gd name="csY731" fmla="*/ 1114920 h 1114920"/>
              <a:gd name="csX732" fmla="*/ 126087 w 1722333"/>
              <a:gd name="csY732" fmla="*/ 1114920 h 1114920"/>
              <a:gd name="csX733" fmla="*/ 126259 w 1722333"/>
              <a:gd name="csY733" fmla="*/ 1114920 h 1114920"/>
              <a:gd name="csX734" fmla="*/ 126431 w 1722333"/>
              <a:gd name="csY734" fmla="*/ 1114920 h 1114920"/>
              <a:gd name="csX735" fmla="*/ 126604 w 1722333"/>
              <a:gd name="csY735" fmla="*/ 1114920 h 1114920"/>
              <a:gd name="csX736" fmla="*/ 126776 w 1722333"/>
              <a:gd name="csY736" fmla="*/ 1114920 h 1114920"/>
              <a:gd name="csX737" fmla="*/ 126948 w 1722333"/>
              <a:gd name="csY737" fmla="*/ 1114920 h 1114920"/>
              <a:gd name="csX738" fmla="*/ 127120 w 1722333"/>
              <a:gd name="csY738" fmla="*/ 1114920 h 1114920"/>
              <a:gd name="csX739" fmla="*/ 127292 w 1722333"/>
              <a:gd name="csY739" fmla="*/ 1114920 h 1114920"/>
              <a:gd name="csX740" fmla="*/ 127465 w 1722333"/>
              <a:gd name="csY740" fmla="*/ 1114920 h 1114920"/>
              <a:gd name="csX741" fmla="*/ 127637 w 1722333"/>
              <a:gd name="csY741" fmla="*/ 1114920 h 1114920"/>
              <a:gd name="csX742" fmla="*/ 127809 w 1722333"/>
              <a:gd name="csY742" fmla="*/ 1114920 h 1114920"/>
              <a:gd name="csX743" fmla="*/ 127982 w 1722333"/>
              <a:gd name="csY743" fmla="*/ 1114920 h 1114920"/>
              <a:gd name="csX744" fmla="*/ 128154 w 1722333"/>
              <a:gd name="csY744" fmla="*/ 1114920 h 1114920"/>
              <a:gd name="csX745" fmla="*/ 128326 w 1722333"/>
              <a:gd name="csY745" fmla="*/ 1114920 h 1114920"/>
              <a:gd name="csX746" fmla="*/ 128499 w 1722333"/>
              <a:gd name="csY746" fmla="*/ 1114920 h 1114920"/>
              <a:gd name="csX747" fmla="*/ 128670 w 1722333"/>
              <a:gd name="csY747" fmla="*/ 1114920 h 1114920"/>
              <a:gd name="csX748" fmla="*/ 128843 w 1722333"/>
              <a:gd name="csY748" fmla="*/ 1114920 h 1114920"/>
              <a:gd name="csX749" fmla="*/ 129015 w 1722333"/>
              <a:gd name="csY749" fmla="*/ 1114920 h 1114920"/>
              <a:gd name="csX750" fmla="*/ 129187 w 1722333"/>
              <a:gd name="csY750" fmla="*/ 1114920 h 1114920"/>
              <a:gd name="csX751" fmla="*/ 129360 w 1722333"/>
              <a:gd name="csY751" fmla="*/ 1114920 h 1114920"/>
              <a:gd name="csX752" fmla="*/ 129531 w 1722333"/>
              <a:gd name="csY752" fmla="*/ 1114920 h 1114920"/>
              <a:gd name="csX753" fmla="*/ 129704 w 1722333"/>
              <a:gd name="csY753" fmla="*/ 1114920 h 1114920"/>
              <a:gd name="csX754" fmla="*/ 129877 w 1722333"/>
              <a:gd name="csY754" fmla="*/ 1114920 h 1114920"/>
              <a:gd name="csX755" fmla="*/ 130048 w 1722333"/>
              <a:gd name="csY755" fmla="*/ 1114920 h 1114920"/>
              <a:gd name="csX756" fmla="*/ 130221 w 1722333"/>
              <a:gd name="csY756" fmla="*/ 1114920 h 1114920"/>
              <a:gd name="csX757" fmla="*/ 130393 w 1722333"/>
              <a:gd name="csY757" fmla="*/ 1114920 h 1114920"/>
              <a:gd name="csX758" fmla="*/ 130565 w 1722333"/>
              <a:gd name="csY758" fmla="*/ 1114920 h 1114920"/>
              <a:gd name="csX759" fmla="*/ 130738 w 1722333"/>
              <a:gd name="csY759" fmla="*/ 1114920 h 1114920"/>
              <a:gd name="csX760" fmla="*/ 130909 w 1722333"/>
              <a:gd name="csY760" fmla="*/ 1114920 h 1114920"/>
              <a:gd name="csX761" fmla="*/ 131082 w 1722333"/>
              <a:gd name="csY761" fmla="*/ 1114920 h 1114920"/>
              <a:gd name="csX762" fmla="*/ 131255 w 1722333"/>
              <a:gd name="csY762" fmla="*/ 1114920 h 1114920"/>
              <a:gd name="csX763" fmla="*/ 131426 w 1722333"/>
              <a:gd name="csY763" fmla="*/ 1114920 h 1114920"/>
              <a:gd name="csX764" fmla="*/ 131599 w 1722333"/>
              <a:gd name="csY764" fmla="*/ 1114920 h 1114920"/>
              <a:gd name="csX765" fmla="*/ 131771 w 1722333"/>
              <a:gd name="csY765" fmla="*/ 1114920 h 1114920"/>
              <a:gd name="csX766" fmla="*/ 131943 w 1722333"/>
              <a:gd name="csY766" fmla="*/ 1114920 h 1114920"/>
              <a:gd name="csX767" fmla="*/ 132116 w 1722333"/>
              <a:gd name="csY767" fmla="*/ 1114920 h 1114920"/>
              <a:gd name="csX768" fmla="*/ 132288 w 1722333"/>
              <a:gd name="csY768" fmla="*/ 1114920 h 1114920"/>
              <a:gd name="csX769" fmla="*/ 132460 w 1722333"/>
              <a:gd name="csY769" fmla="*/ 1114920 h 1114920"/>
              <a:gd name="csX770" fmla="*/ 132633 w 1722333"/>
              <a:gd name="csY770" fmla="*/ 1114920 h 1114920"/>
              <a:gd name="csX771" fmla="*/ 132804 w 1722333"/>
              <a:gd name="csY771" fmla="*/ 1114920 h 1114920"/>
              <a:gd name="csX772" fmla="*/ 132977 w 1722333"/>
              <a:gd name="csY772" fmla="*/ 1114920 h 1114920"/>
              <a:gd name="csX773" fmla="*/ 133149 w 1722333"/>
              <a:gd name="csY773" fmla="*/ 1114920 h 1114920"/>
              <a:gd name="csX774" fmla="*/ 133321 w 1722333"/>
              <a:gd name="csY774" fmla="*/ 1114920 h 1114920"/>
              <a:gd name="csX775" fmla="*/ 133494 w 1722333"/>
              <a:gd name="csY775" fmla="*/ 1114920 h 1114920"/>
              <a:gd name="csX776" fmla="*/ 133666 w 1722333"/>
              <a:gd name="csY776" fmla="*/ 1114920 h 1114920"/>
              <a:gd name="csX777" fmla="*/ 133838 w 1722333"/>
              <a:gd name="csY777" fmla="*/ 1114920 h 1114920"/>
              <a:gd name="csX778" fmla="*/ 134010 w 1722333"/>
              <a:gd name="csY778" fmla="*/ 1114920 h 1114920"/>
              <a:gd name="csX779" fmla="*/ 134182 w 1722333"/>
              <a:gd name="csY779" fmla="*/ 1114920 h 1114920"/>
              <a:gd name="csX780" fmla="*/ 134355 w 1722333"/>
              <a:gd name="csY780" fmla="*/ 1114920 h 1114920"/>
              <a:gd name="csX781" fmla="*/ 134527 w 1722333"/>
              <a:gd name="csY781" fmla="*/ 1114920 h 1114920"/>
              <a:gd name="csX782" fmla="*/ 134699 w 1722333"/>
              <a:gd name="csY782" fmla="*/ 1114920 h 1114920"/>
              <a:gd name="csX783" fmla="*/ 134872 w 1722333"/>
              <a:gd name="csY783" fmla="*/ 1114920 h 1114920"/>
              <a:gd name="csX784" fmla="*/ 135044 w 1722333"/>
              <a:gd name="csY784" fmla="*/ 1114920 h 1114920"/>
              <a:gd name="csX785" fmla="*/ 135216 w 1722333"/>
              <a:gd name="csY785" fmla="*/ 1114920 h 1114920"/>
              <a:gd name="csX786" fmla="*/ 135388 w 1722333"/>
              <a:gd name="csY786" fmla="*/ 1114920 h 1114920"/>
              <a:gd name="csX787" fmla="*/ 135561 w 1722333"/>
              <a:gd name="csY787" fmla="*/ 1114920 h 1114920"/>
              <a:gd name="csX788" fmla="*/ 135733 w 1722333"/>
              <a:gd name="csY788" fmla="*/ 1114920 h 1114920"/>
              <a:gd name="csX789" fmla="*/ 135905 w 1722333"/>
              <a:gd name="csY789" fmla="*/ 1114920 h 1114920"/>
              <a:gd name="csX790" fmla="*/ 136077 w 1722333"/>
              <a:gd name="csY790" fmla="*/ 1114920 h 1114920"/>
              <a:gd name="csX791" fmla="*/ 136250 w 1722333"/>
              <a:gd name="csY791" fmla="*/ 1114920 h 1114920"/>
              <a:gd name="csX792" fmla="*/ 136422 w 1722333"/>
              <a:gd name="csY792" fmla="*/ 1114920 h 1114920"/>
              <a:gd name="csX793" fmla="*/ 136594 w 1722333"/>
              <a:gd name="csY793" fmla="*/ 1114920 h 1114920"/>
              <a:gd name="csX794" fmla="*/ 136766 w 1722333"/>
              <a:gd name="csY794" fmla="*/ 1114920 h 1114920"/>
              <a:gd name="csX795" fmla="*/ 136939 w 1722333"/>
              <a:gd name="csY795" fmla="*/ 1114920 h 1114920"/>
              <a:gd name="csX796" fmla="*/ 137111 w 1722333"/>
              <a:gd name="csY796" fmla="*/ 1114920 h 1114920"/>
              <a:gd name="csX797" fmla="*/ 137283 w 1722333"/>
              <a:gd name="csY797" fmla="*/ 1114920 h 1114920"/>
              <a:gd name="csX798" fmla="*/ 137456 w 1722333"/>
              <a:gd name="csY798" fmla="*/ 1114920 h 1114920"/>
              <a:gd name="csX799" fmla="*/ 137627 w 1722333"/>
              <a:gd name="csY799" fmla="*/ 1114920 h 1114920"/>
              <a:gd name="csX800" fmla="*/ 137800 w 1722333"/>
              <a:gd name="csY800" fmla="*/ 1114920 h 1114920"/>
              <a:gd name="csX801" fmla="*/ 137972 w 1722333"/>
              <a:gd name="csY801" fmla="*/ 1114920 h 1114920"/>
              <a:gd name="csX802" fmla="*/ 138144 w 1722333"/>
              <a:gd name="csY802" fmla="*/ 1114920 h 1114920"/>
              <a:gd name="csX803" fmla="*/ 138317 w 1722333"/>
              <a:gd name="csY803" fmla="*/ 1114920 h 1114920"/>
              <a:gd name="csX804" fmla="*/ 138489 w 1722333"/>
              <a:gd name="csY804" fmla="*/ 1114920 h 1114920"/>
              <a:gd name="csX805" fmla="*/ 138661 w 1722333"/>
              <a:gd name="csY805" fmla="*/ 1114920 h 1114920"/>
              <a:gd name="csX806" fmla="*/ 138834 w 1722333"/>
              <a:gd name="csY806" fmla="*/ 1114920 h 1114920"/>
              <a:gd name="csX807" fmla="*/ 139005 w 1722333"/>
              <a:gd name="csY807" fmla="*/ 1114920 h 1114920"/>
              <a:gd name="csX808" fmla="*/ 139178 w 1722333"/>
              <a:gd name="csY808" fmla="*/ 1114920 h 1114920"/>
              <a:gd name="csX809" fmla="*/ 139350 w 1722333"/>
              <a:gd name="csY809" fmla="*/ 1114920 h 1114920"/>
              <a:gd name="csX810" fmla="*/ 139522 w 1722333"/>
              <a:gd name="csY810" fmla="*/ 1114920 h 1114920"/>
              <a:gd name="csX811" fmla="*/ 139695 w 1722333"/>
              <a:gd name="csY811" fmla="*/ 1114920 h 1114920"/>
              <a:gd name="csX812" fmla="*/ 139866 w 1722333"/>
              <a:gd name="csY812" fmla="*/ 1114920 h 1114920"/>
              <a:gd name="csX813" fmla="*/ 140039 w 1722333"/>
              <a:gd name="csY813" fmla="*/ 1114920 h 1114920"/>
              <a:gd name="csX814" fmla="*/ 140212 w 1722333"/>
              <a:gd name="csY814" fmla="*/ 1114920 h 1114920"/>
              <a:gd name="csX815" fmla="*/ 140383 w 1722333"/>
              <a:gd name="csY815" fmla="*/ 1114920 h 1114920"/>
              <a:gd name="csX816" fmla="*/ 140556 w 1722333"/>
              <a:gd name="csY816" fmla="*/ 1114920 h 1114920"/>
              <a:gd name="csX817" fmla="*/ 140729 w 1722333"/>
              <a:gd name="csY817" fmla="*/ 1114920 h 1114920"/>
              <a:gd name="csX818" fmla="*/ 140900 w 1722333"/>
              <a:gd name="csY818" fmla="*/ 1114920 h 1114920"/>
              <a:gd name="csX819" fmla="*/ 141073 w 1722333"/>
              <a:gd name="csY819" fmla="*/ 1114920 h 1114920"/>
              <a:gd name="csX820" fmla="*/ 141244 w 1722333"/>
              <a:gd name="csY820" fmla="*/ 1114920 h 1114920"/>
              <a:gd name="csX821" fmla="*/ 141417 w 1722333"/>
              <a:gd name="csY821" fmla="*/ 1114920 h 1114920"/>
              <a:gd name="csX822" fmla="*/ 141590 w 1722333"/>
              <a:gd name="csY822" fmla="*/ 1114920 h 1114920"/>
              <a:gd name="csX823" fmla="*/ 141761 w 1722333"/>
              <a:gd name="csY823" fmla="*/ 1114920 h 1114920"/>
              <a:gd name="csX824" fmla="*/ 141934 w 1722333"/>
              <a:gd name="csY824" fmla="*/ 1114920 h 1114920"/>
              <a:gd name="csX825" fmla="*/ 142106 w 1722333"/>
              <a:gd name="csY825" fmla="*/ 1114920 h 1114920"/>
              <a:gd name="csX826" fmla="*/ 142278 w 1722333"/>
              <a:gd name="csY826" fmla="*/ 1114920 h 1114920"/>
              <a:gd name="csX827" fmla="*/ 142451 w 1722333"/>
              <a:gd name="csY827" fmla="*/ 1114920 h 1114920"/>
              <a:gd name="csX828" fmla="*/ 142623 w 1722333"/>
              <a:gd name="csY828" fmla="*/ 1114920 h 1114920"/>
              <a:gd name="csX829" fmla="*/ 142795 w 1722333"/>
              <a:gd name="csY829" fmla="*/ 1114920 h 1114920"/>
              <a:gd name="csX830" fmla="*/ 142968 w 1722333"/>
              <a:gd name="csY830" fmla="*/ 1114920 h 1114920"/>
              <a:gd name="csX831" fmla="*/ 143139 w 1722333"/>
              <a:gd name="csY831" fmla="*/ 1114920 h 1114920"/>
              <a:gd name="csX832" fmla="*/ 143312 w 1722333"/>
              <a:gd name="csY832" fmla="*/ 1114920 h 1114920"/>
              <a:gd name="csX833" fmla="*/ 143484 w 1722333"/>
              <a:gd name="csY833" fmla="*/ 1114920 h 1114920"/>
              <a:gd name="csX834" fmla="*/ 143656 w 1722333"/>
              <a:gd name="csY834" fmla="*/ 1114920 h 1114920"/>
              <a:gd name="csX835" fmla="*/ 143829 w 1722333"/>
              <a:gd name="csY835" fmla="*/ 1114920 h 1114920"/>
              <a:gd name="csX836" fmla="*/ 144001 w 1722333"/>
              <a:gd name="csY836" fmla="*/ 1114920 h 1114920"/>
              <a:gd name="csX837" fmla="*/ 144173 w 1722333"/>
              <a:gd name="csY837" fmla="*/ 1114920 h 1114920"/>
              <a:gd name="csX838" fmla="*/ 144345 w 1722333"/>
              <a:gd name="csY838" fmla="*/ 1114920 h 1114920"/>
              <a:gd name="csX839" fmla="*/ 144518 w 1722333"/>
              <a:gd name="csY839" fmla="*/ 1114920 h 1114920"/>
              <a:gd name="csX840" fmla="*/ 144690 w 1722333"/>
              <a:gd name="csY840" fmla="*/ 1114920 h 1114920"/>
              <a:gd name="csX841" fmla="*/ 144862 w 1722333"/>
              <a:gd name="csY841" fmla="*/ 1114920 h 1114920"/>
              <a:gd name="csX842" fmla="*/ 145034 w 1722333"/>
              <a:gd name="csY842" fmla="*/ 1114920 h 1114920"/>
              <a:gd name="csX843" fmla="*/ 145207 w 1722333"/>
              <a:gd name="csY843" fmla="*/ 1114920 h 1114920"/>
              <a:gd name="csX844" fmla="*/ 145379 w 1722333"/>
              <a:gd name="csY844" fmla="*/ 1114920 h 1114920"/>
              <a:gd name="csX845" fmla="*/ 145551 w 1722333"/>
              <a:gd name="csY845" fmla="*/ 1114920 h 1114920"/>
              <a:gd name="csX846" fmla="*/ 145723 w 1722333"/>
              <a:gd name="csY846" fmla="*/ 1114920 h 1114920"/>
              <a:gd name="csX847" fmla="*/ 145896 w 1722333"/>
              <a:gd name="csY847" fmla="*/ 1114920 h 1114920"/>
              <a:gd name="csX848" fmla="*/ 146068 w 1722333"/>
              <a:gd name="csY848" fmla="*/ 1114920 h 1114920"/>
              <a:gd name="csX849" fmla="*/ 146240 w 1722333"/>
              <a:gd name="csY849" fmla="*/ 1114920 h 1114920"/>
              <a:gd name="csX850" fmla="*/ 146412 w 1722333"/>
              <a:gd name="csY850" fmla="*/ 1114920 h 1114920"/>
              <a:gd name="csX851" fmla="*/ 146585 w 1722333"/>
              <a:gd name="csY851" fmla="*/ 1114920 h 1114920"/>
              <a:gd name="csX852" fmla="*/ 146757 w 1722333"/>
              <a:gd name="csY852" fmla="*/ 1114920 h 1114920"/>
              <a:gd name="csX853" fmla="*/ 146929 w 1722333"/>
              <a:gd name="csY853" fmla="*/ 1114920 h 1114920"/>
              <a:gd name="csX854" fmla="*/ 147101 w 1722333"/>
              <a:gd name="csY854" fmla="*/ 1114920 h 1114920"/>
              <a:gd name="csX855" fmla="*/ 147274 w 1722333"/>
              <a:gd name="csY855" fmla="*/ 1114920 h 1114920"/>
              <a:gd name="csX856" fmla="*/ 147446 w 1722333"/>
              <a:gd name="csY856" fmla="*/ 1114920 h 1114920"/>
              <a:gd name="csX857" fmla="*/ 147618 w 1722333"/>
              <a:gd name="csY857" fmla="*/ 1114920 h 1114920"/>
              <a:gd name="csX858" fmla="*/ 147791 w 1722333"/>
              <a:gd name="csY858" fmla="*/ 1114920 h 1114920"/>
              <a:gd name="csX859" fmla="*/ 147962 w 1722333"/>
              <a:gd name="csY859" fmla="*/ 1114920 h 1114920"/>
              <a:gd name="csX860" fmla="*/ 148135 w 1722333"/>
              <a:gd name="csY860" fmla="*/ 1114920 h 1114920"/>
              <a:gd name="csX861" fmla="*/ 148307 w 1722333"/>
              <a:gd name="csY861" fmla="*/ 1114920 h 1114920"/>
              <a:gd name="csX862" fmla="*/ 148479 w 1722333"/>
              <a:gd name="csY862" fmla="*/ 1114920 h 1114920"/>
              <a:gd name="csX863" fmla="*/ 148652 w 1722333"/>
              <a:gd name="csY863" fmla="*/ 1114920 h 1114920"/>
              <a:gd name="csX864" fmla="*/ 148824 w 1722333"/>
              <a:gd name="csY864" fmla="*/ 1114920 h 1114920"/>
              <a:gd name="csX865" fmla="*/ 148996 w 1722333"/>
              <a:gd name="csY865" fmla="*/ 1114920 h 1114920"/>
              <a:gd name="csX866" fmla="*/ 149169 w 1722333"/>
              <a:gd name="csY866" fmla="*/ 1114920 h 1114920"/>
              <a:gd name="csX867" fmla="*/ 149340 w 1722333"/>
              <a:gd name="csY867" fmla="*/ 1114920 h 1114920"/>
              <a:gd name="csX868" fmla="*/ 149513 w 1722333"/>
              <a:gd name="csY868" fmla="*/ 1114920 h 1114920"/>
              <a:gd name="csX869" fmla="*/ 149685 w 1722333"/>
              <a:gd name="csY869" fmla="*/ 1114920 h 1114920"/>
              <a:gd name="csX870" fmla="*/ 149857 w 1722333"/>
              <a:gd name="csY870" fmla="*/ 1114920 h 1114920"/>
              <a:gd name="csX871" fmla="*/ 150030 w 1722333"/>
              <a:gd name="csY871" fmla="*/ 1114920 h 1114920"/>
              <a:gd name="csX872" fmla="*/ 150201 w 1722333"/>
              <a:gd name="csY872" fmla="*/ 1114920 h 1114920"/>
              <a:gd name="csX873" fmla="*/ 150374 w 1722333"/>
              <a:gd name="csY873" fmla="*/ 1114920 h 1114920"/>
              <a:gd name="csX874" fmla="*/ 150547 w 1722333"/>
              <a:gd name="csY874" fmla="*/ 1114920 h 1114920"/>
              <a:gd name="csX875" fmla="*/ 150718 w 1722333"/>
              <a:gd name="csY875" fmla="*/ 1114920 h 1114920"/>
              <a:gd name="csX876" fmla="*/ 150891 w 1722333"/>
              <a:gd name="csY876" fmla="*/ 1114920 h 1114920"/>
              <a:gd name="csX877" fmla="*/ 151064 w 1722333"/>
              <a:gd name="csY877" fmla="*/ 1114920 h 1114920"/>
              <a:gd name="csX878" fmla="*/ 151235 w 1722333"/>
              <a:gd name="csY878" fmla="*/ 1114920 h 1114920"/>
              <a:gd name="csX879" fmla="*/ 151408 w 1722333"/>
              <a:gd name="csY879" fmla="*/ 1114920 h 1114920"/>
              <a:gd name="csX880" fmla="*/ 151579 w 1722333"/>
              <a:gd name="csY880" fmla="*/ 1114920 h 1114920"/>
              <a:gd name="csX881" fmla="*/ 151752 w 1722333"/>
              <a:gd name="csY881" fmla="*/ 1114920 h 1114920"/>
              <a:gd name="csX882" fmla="*/ 151925 w 1722333"/>
              <a:gd name="csY882" fmla="*/ 1114920 h 1114920"/>
              <a:gd name="csX883" fmla="*/ 152096 w 1722333"/>
              <a:gd name="csY883" fmla="*/ 1114920 h 1114920"/>
              <a:gd name="csX884" fmla="*/ 152269 w 1722333"/>
              <a:gd name="csY884" fmla="*/ 1114920 h 1114920"/>
              <a:gd name="csX885" fmla="*/ 152441 w 1722333"/>
              <a:gd name="csY885" fmla="*/ 1114920 h 1114920"/>
              <a:gd name="csX886" fmla="*/ 152613 w 1722333"/>
              <a:gd name="csY886" fmla="*/ 1114920 h 1114920"/>
              <a:gd name="csX887" fmla="*/ 152786 w 1722333"/>
              <a:gd name="csY887" fmla="*/ 1114920 h 1114920"/>
              <a:gd name="csX888" fmla="*/ 152958 w 1722333"/>
              <a:gd name="csY888" fmla="*/ 1114920 h 1114920"/>
              <a:gd name="csX889" fmla="*/ 153130 w 1722333"/>
              <a:gd name="csY889" fmla="*/ 1114920 h 1114920"/>
              <a:gd name="csX890" fmla="*/ 153303 w 1722333"/>
              <a:gd name="csY890" fmla="*/ 1114920 h 1114920"/>
              <a:gd name="csX891" fmla="*/ 153474 w 1722333"/>
              <a:gd name="csY891" fmla="*/ 1114920 h 1114920"/>
              <a:gd name="csX892" fmla="*/ 153647 w 1722333"/>
              <a:gd name="csY892" fmla="*/ 1114920 h 1114920"/>
              <a:gd name="csX893" fmla="*/ 153819 w 1722333"/>
              <a:gd name="csY893" fmla="*/ 1114920 h 1114920"/>
              <a:gd name="csX894" fmla="*/ 153991 w 1722333"/>
              <a:gd name="csY894" fmla="*/ 1114920 h 1114920"/>
              <a:gd name="csX895" fmla="*/ 154164 w 1722333"/>
              <a:gd name="csY895" fmla="*/ 1114920 h 1114920"/>
              <a:gd name="csX896" fmla="*/ 154336 w 1722333"/>
              <a:gd name="csY896" fmla="*/ 1114920 h 1114920"/>
              <a:gd name="csX897" fmla="*/ 154508 w 1722333"/>
              <a:gd name="csY897" fmla="*/ 1114920 h 1114920"/>
              <a:gd name="csX898" fmla="*/ 154681 w 1722333"/>
              <a:gd name="csY898" fmla="*/ 1114920 h 1114920"/>
              <a:gd name="csX899" fmla="*/ 154853 w 1722333"/>
              <a:gd name="csY899" fmla="*/ 1114920 h 1114920"/>
              <a:gd name="csX900" fmla="*/ 155025 w 1722333"/>
              <a:gd name="csY900" fmla="*/ 1114920 h 1114920"/>
              <a:gd name="csX901" fmla="*/ 155197 w 1722333"/>
              <a:gd name="csY901" fmla="*/ 1114920 h 1114920"/>
              <a:gd name="csX902" fmla="*/ 155369 w 1722333"/>
              <a:gd name="csY902" fmla="*/ 1114920 h 1114920"/>
              <a:gd name="csX903" fmla="*/ 155542 w 1722333"/>
              <a:gd name="csY903" fmla="*/ 1114920 h 1114920"/>
              <a:gd name="csX904" fmla="*/ 155714 w 1722333"/>
              <a:gd name="csY904" fmla="*/ 1114920 h 1114920"/>
              <a:gd name="csX905" fmla="*/ 155886 w 1722333"/>
              <a:gd name="csY905" fmla="*/ 1114920 h 1114920"/>
              <a:gd name="csX906" fmla="*/ 156058 w 1722333"/>
              <a:gd name="csY906" fmla="*/ 1114920 h 1114920"/>
              <a:gd name="csX907" fmla="*/ 156231 w 1722333"/>
              <a:gd name="csY907" fmla="*/ 1114920 h 1114920"/>
              <a:gd name="csX908" fmla="*/ 156403 w 1722333"/>
              <a:gd name="csY908" fmla="*/ 1114920 h 1114920"/>
              <a:gd name="csX909" fmla="*/ 156575 w 1722333"/>
              <a:gd name="csY909" fmla="*/ 1114920 h 1114920"/>
              <a:gd name="csX910" fmla="*/ 156747 w 1722333"/>
              <a:gd name="csY910" fmla="*/ 1114920 h 1114920"/>
              <a:gd name="csX911" fmla="*/ 156920 w 1722333"/>
              <a:gd name="csY911" fmla="*/ 1114920 h 1114920"/>
              <a:gd name="csX912" fmla="*/ 157092 w 1722333"/>
              <a:gd name="csY912" fmla="*/ 1114920 h 1114920"/>
              <a:gd name="csX913" fmla="*/ 157264 w 1722333"/>
              <a:gd name="csY913" fmla="*/ 1114920 h 1114920"/>
              <a:gd name="csX914" fmla="*/ 157436 w 1722333"/>
              <a:gd name="csY914" fmla="*/ 1114920 h 1114920"/>
              <a:gd name="csX915" fmla="*/ 157609 w 1722333"/>
              <a:gd name="csY915" fmla="*/ 1114920 h 1114920"/>
              <a:gd name="csX916" fmla="*/ 157781 w 1722333"/>
              <a:gd name="csY916" fmla="*/ 1114920 h 1114920"/>
              <a:gd name="csX917" fmla="*/ 157953 w 1722333"/>
              <a:gd name="csY917" fmla="*/ 1114920 h 1114920"/>
              <a:gd name="csX918" fmla="*/ 158126 w 1722333"/>
              <a:gd name="csY918" fmla="*/ 1114920 h 1114920"/>
              <a:gd name="csX919" fmla="*/ 158297 w 1722333"/>
              <a:gd name="csY919" fmla="*/ 1114920 h 1114920"/>
              <a:gd name="csX920" fmla="*/ 158470 w 1722333"/>
              <a:gd name="csY920" fmla="*/ 1114920 h 1114920"/>
              <a:gd name="csX921" fmla="*/ 158642 w 1722333"/>
              <a:gd name="csY921" fmla="*/ 1114920 h 1114920"/>
              <a:gd name="csX922" fmla="*/ 158814 w 1722333"/>
              <a:gd name="csY922" fmla="*/ 1114920 h 1114920"/>
              <a:gd name="csX923" fmla="*/ 158987 w 1722333"/>
              <a:gd name="csY923" fmla="*/ 1114920 h 1114920"/>
              <a:gd name="csX924" fmla="*/ 159159 w 1722333"/>
              <a:gd name="csY924" fmla="*/ 1114920 h 1114920"/>
              <a:gd name="csX925" fmla="*/ 159331 w 1722333"/>
              <a:gd name="csY925" fmla="*/ 1114920 h 1114920"/>
              <a:gd name="csX926" fmla="*/ 159504 w 1722333"/>
              <a:gd name="csY926" fmla="*/ 1114920 h 1114920"/>
              <a:gd name="csX927" fmla="*/ 159675 w 1722333"/>
              <a:gd name="csY927" fmla="*/ 1114920 h 1114920"/>
              <a:gd name="csX928" fmla="*/ 159848 w 1722333"/>
              <a:gd name="csY928" fmla="*/ 1114920 h 1114920"/>
              <a:gd name="csX929" fmla="*/ 160020 w 1722333"/>
              <a:gd name="csY929" fmla="*/ 1114920 h 1114920"/>
              <a:gd name="csX930" fmla="*/ 160192 w 1722333"/>
              <a:gd name="csY930" fmla="*/ 1114920 h 1114920"/>
              <a:gd name="csX931" fmla="*/ 160365 w 1722333"/>
              <a:gd name="csY931" fmla="*/ 1114920 h 1114920"/>
              <a:gd name="csX932" fmla="*/ 160536 w 1722333"/>
              <a:gd name="csY932" fmla="*/ 1114920 h 1114920"/>
              <a:gd name="csX933" fmla="*/ 160709 w 1722333"/>
              <a:gd name="csY933" fmla="*/ 1114920 h 1114920"/>
              <a:gd name="csX934" fmla="*/ 160882 w 1722333"/>
              <a:gd name="csY934" fmla="*/ 1114920 h 1114920"/>
              <a:gd name="csX935" fmla="*/ 161053 w 1722333"/>
              <a:gd name="csY935" fmla="*/ 1114920 h 1114920"/>
              <a:gd name="csX936" fmla="*/ 161226 w 1722333"/>
              <a:gd name="csY936" fmla="*/ 1114920 h 1114920"/>
              <a:gd name="csX937" fmla="*/ 161398 w 1722333"/>
              <a:gd name="csY937" fmla="*/ 1114920 h 1114920"/>
              <a:gd name="csX938" fmla="*/ 161570 w 1722333"/>
              <a:gd name="csY938" fmla="*/ 1114920 h 1114920"/>
              <a:gd name="csX939" fmla="*/ 161743 w 1722333"/>
              <a:gd name="csY939" fmla="*/ 1114920 h 1114920"/>
              <a:gd name="csX940" fmla="*/ 161915 w 1722333"/>
              <a:gd name="csY940" fmla="*/ 1114920 h 1114920"/>
              <a:gd name="csX941" fmla="*/ 162087 w 1722333"/>
              <a:gd name="csY941" fmla="*/ 1114920 h 1114920"/>
              <a:gd name="csX942" fmla="*/ 162260 w 1722333"/>
              <a:gd name="csY942" fmla="*/ 1114920 h 1114920"/>
              <a:gd name="csX943" fmla="*/ 162431 w 1722333"/>
              <a:gd name="csY943" fmla="*/ 1114920 h 1114920"/>
              <a:gd name="csX944" fmla="*/ 162604 w 1722333"/>
              <a:gd name="csY944" fmla="*/ 1114920 h 1114920"/>
              <a:gd name="csX945" fmla="*/ 162777 w 1722333"/>
              <a:gd name="csY945" fmla="*/ 1114920 h 1114920"/>
              <a:gd name="csX946" fmla="*/ 162948 w 1722333"/>
              <a:gd name="csY946" fmla="*/ 1114920 h 1114920"/>
              <a:gd name="csX947" fmla="*/ 163121 w 1722333"/>
              <a:gd name="csY947" fmla="*/ 1114920 h 1114920"/>
              <a:gd name="csX948" fmla="*/ 163293 w 1722333"/>
              <a:gd name="csY948" fmla="*/ 1114920 h 1114920"/>
              <a:gd name="csX949" fmla="*/ 163465 w 1722333"/>
              <a:gd name="csY949" fmla="*/ 1114920 h 1114920"/>
              <a:gd name="csX950" fmla="*/ 163638 w 1722333"/>
              <a:gd name="csY950" fmla="*/ 1114920 h 1114920"/>
              <a:gd name="csX951" fmla="*/ 163809 w 1722333"/>
              <a:gd name="csY951" fmla="*/ 1114920 h 1114920"/>
              <a:gd name="csX952" fmla="*/ 163982 w 1722333"/>
              <a:gd name="csY952" fmla="*/ 1114920 h 1114920"/>
              <a:gd name="csX953" fmla="*/ 164154 w 1722333"/>
              <a:gd name="csY953" fmla="*/ 1114920 h 1114920"/>
              <a:gd name="csX954" fmla="*/ 164326 w 1722333"/>
              <a:gd name="csY954" fmla="*/ 1114920 h 1114920"/>
              <a:gd name="csX955" fmla="*/ 164499 w 1722333"/>
              <a:gd name="csY955" fmla="*/ 1114920 h 1114920"/>
              <a:gd name="csX956" fmla="*/ 164671 w 1722333"/>
              <a:gd name="csY956" fmla="*/ 1114920 h 1114920"/>
              <a:gd name="csX957" fmla="*/ 164843 w 1722333"/>
              <a:gd name="csY957" fmla="*/ 1114920 h 1114920"/>
              <a:gd name="csX958" fmla="*/ 165016 w 1722333"/>
              <a:gd name="csY958" fmla="*/ 1114920 h 1114920"/>
              <a:gd name="csX959" fmla="*/ 165188 w 1722333"/>
              <a:gd name="csY959" fmla="*/ 1114920 h 1114920"/>
              <a:gd name="csX960" fmla="*/ 165360 w 1722333"/>
              <a:gd name="csY960" fmla="*/ 1114920 h 1114920"/>
              <a:gd name="csX961" fmla="*/ 165532 w 1722333"/>
              <a:gd name="csY961" fmla="*/ 1114920 h 1114920"/>
              <a:gd name="csX962" fmla="*/ 165704 w 1722333"/>
              <a:gd name="csY962" fmla="*/ 1114920 h 1114920"/>
              <a:gd name="csX963" fmla="*/ 165877 w 1722333"/>
              <a:gd name="csY963" fmla="*/ 1114920 h 1114920"/>
              <a:gd name="csX964" fmla="*/ 166049 w 1722333"/>
              <a:gd name="csY964" fmla="*/ 1114920 h 1114920"/>
              <a:gd name="csX965" fmla="*/ 166221 w 1722333"/>
              <a:gd name="csY965" fmla="*/ 1114920 h 1114920"/>
              <a:gd name="csX966" fmla="*/ 166393 w 1722333"/>
              <a:gd name="csY966" fmla="*/ 1114920 h 1114920"/>
              <a:gd name="csX967" fmla="*/ 166566 w 1722333"/>
              <a:gd name="csY967" fmla="*/ 1114920 h 1114920"/>
              <a:gd name="csX968" fmla="*/ 166738 w 1722333"/>
              <a:gd name="csY968" fmla="*/ 1114920 h 1114920"/>
              <a:gd name="csX969" fmla="*/ 166910 w 1722333"/>
              <a:gd name="csY969" fmla="*/ 1114920 h 1114920"/>
              <a:gd name="csX970" fmla="*/ 167082 w 1722333"/>
              <a:gd name="csY970" fmla="*/ 1114920 h 1114920"/>
              <a:gd name="csX971" fmla="*/ 167255 w 1722333"/>
              <a:gd name="csY971" fmla="*/ 1114920 h 1114920"/>
              <a:gd name="csX972" fmla="*/ 167427 w 1722333"/>
              <a:gd name="csY972" fmla="*/ 1114920 h 1114920"/>
              <a:gd name="csX973" fmla="*/ 167599 w 1722333"/>
              <a:gd name="csY973" fmla="*/ 1114920 h 1114920"/>
              <a:gd name="csX974" fmla="*/ 167771 w 1722333"/>
              <a:gd name="csY974" fmla="*/ 1114920 h 1114920"/>
              <a:gd name="csX975" fmla="*/ 167944 w 1722333"/>
              <a:gd name="csY975" fmla="*/ 1114920 h 1114920"/>
              <a:gd name="csX976" fmla="*/ 168116 w 1722333"/>
              <a:gd name="csY976" fmla="*/ 1114920 h 1114920"/>
              <a:gd name="csX977" fmla="*/ 168288 w 1722333"/>
              <a:gd name="csY977" fmla="*/ 1114920 h 1114920"/>
              <a:gd name="csX978" fmla="*/ 168461 w 1722333"/>
              <a:gd name="csY978" fmla="*/ 1114920 h 1114920"/>
              <a:gd name="csX979" fmla="*/ 168632 w 1722333"/>
              <a:gd name="csY979" fmla="*/ 1114920 h 1114920"/>
              <a:gd name="csX980" fmla="*/ 168805 w 1722333"/>
              <a:gd name="csY980" fmla="*/ 1114920 h 1114920"/>
              <a:gd name="csX981" fmla="*/ 168977 w 1722333"/>
              <a:gd name="csY981" fmla="*/ 1114920 h 1114920"/>
              <a:gd name="csX982" fmla="*/ 169149 w 1722333"/>
              <a:gd name="csY982" fmla="*/ 1114920 h 1114920"/>
              <a:gd name="csX983" fmla="*/ 169322 w 1722333"/>
              <a:gd name="csY983" fmla="*/ 1114920 h 1114920"/>
              <a:gd name="csX984" fmla="*/ 169494 w 1722333"/>
              <a:gd name="csY984" fmla="*/ 1114920 h 1114920"/>
              <a:gd name="csX985" fmla="*/ 169666 w 1722333"/>
              <a:gd name="csY985" fmla="*/ 1114920 h 1114920"/>
              <a:gd name="csX986" fmla="*/ 169839 w 1722333"/>
              <a:gd name="csY986" fmla="*/ 1114920 h 1114920"/>
              <a:gd name="csX987" fmla="*/ 170010 w 1722333"/>
              <a:gd name="csY987" fmla="*/ 1114920 h 1114920"/>
              <a:gd name="csX988" fmla="*/ 170183 w 1722333"/>
              <a:gd name="csY988" fmla="*/ 1114920 h 1114920"/>
              <a:gd name="csX989" fmla="*/ 170355 w 1722333"/>
              <a:gd name="csY989" fmla="*/ 1114920 h 1114920"/>
              <a:gd name="csX990" fmla="*/ 170527 w 1722333"/>
              <a:gd name="csY990" fmla="*/ 1114920 h 1114920"/>
              <a:gd name="csX991" fmla="*/ 170700 w 1722333"/>
              <a:gd name="csY991" fmla="*/ 1114920 h 1114920"/>
              <a:gd name="csX992" fmla="*/ 170871 w 1722333"/>
              <a:gd name="csY992" fmla="*/ 1114920 h 1114920"/>
              <a:gd name="csX993" fmla="*/ 171044 w 1722333"/>
              <a:gd name="csY993" fmla="*/ 1114920 h 1114920"/>
              <a:gd name="csX994" fmla="*/ 171217 w 1722333"/>
              <a:gd name="csY994" fmla="*/ 1114920 h 1114920"/>
              <a:gd name="csX995" fmla="*/ 171388 w 1722333"/>
              <a:gd name="csY995" fmla="*/ 1114920 h 1114920"/>
              <a:gd name="csX996" fmla="*/ 171561 w 1722333"/>
              <a:gd name="csY996" fmla="*/ 1114920 h 1114920"/>
              <a:gd name="csX997" fmla="*/ 171734 w 1722333"/>
              <a:gd name="csY997" fmla="*/ 1114920 h 1114920"/>
              <a:gd name="csX998" fmla="*/ 171905 w 1722333"/>
              <a:gd name="csY998" fmla="*/ 1114920 h 1114920"/>
              <a:gd name="csX999" fmla="*/ 172078 w 1722333"/>
              <a:gd name="csY999" fmla="*/ 1114920 h 1114920"/>
              <a:gd name="csX1000" fmla="*/ 172250 w 1722333"/>
              <a:gd name="csY1000" fmla="*/ 1114920 h 1114920"/>
              <a:gd name="csX1001" fmla="*/ 172422 w 1722333"/>
              <a:gd name="csY1001" fmla="*/ 1114920 h 1114920"/>
              <a:gd name="csX1002" fmla="*/ 172595 w 1722333"/>
              <a:gd name="csY1002" fmla="*/ 1114920 h 1114920"/>
              <a:gd name="csX1003" fmla="*/ 172766 w 1722333"/>
              <a:gd name="csY1003" fmla="*/ 1114920 h 1114920"/>
              <a:gd name="csX1004" fmla="*/ 172939 w 1722333"/>
              <a:gd name="csY1004" fmla="*/ 1114920 h 1114920"/>
              <a:gd name="csX1005" fmla="*/ 173112 w 1722333"/>
              <a:gd name="csY1005" fmla="*/ 1114920 h 1114920"/>
              <a:gd name="csX1006" fmla="*/ 173283 w 1722333"/>
              <a:gd name="csY1006" fmla="*/ 1114920 h 1114920"/>
              <a:gd name="csX1007" fmla="*/ 173456 w 1722333"/>
              <a:gd name="csY1007" fmla="*/ 1114920 h 1114920"/>
              <a:gd name="csX1008" fmla="*/ 173628 w 1722333"/>
              <a:gd name="csY1008" fmla="*/ 1114920 h 1114920"/>
              <a:gd name="csX1009" fmla="*/ 173800 w 1722333"/>
              <a:gd name="csY1009" fmla="*/ 1114920 h 1114920"/>
              <a:gd name="csX1010" fmla="*/ 173973 w 1722333"/>
              <a:gd name="csY1010" fmla="*/ 1114920 h 1114920"/>
              <a:gd name="csX1011" fmla="*/ 174144 w 1722333"/>
              <a:gd name="csY1011" fmla="*/ 1114920 h 1114920"/>
              <a:gd name="csX1012" fmla="*/ 174317 w 1722333"/>
              <a:gd name="csY1012" fmla="*/ 1114920 h 1114920"/>
              <a:gd name="csX1013" fmla="*/ 174489 w 1722333"/>
              <a:gd name="csY1013" fmla="*/ 1114920 h 1114920"/>
              <a:gd name="csX1014" fmla="*/ 174661 w 1722333"/>
              <a:gd name="csY1014" fmla="*/ 1114920 h 1114920"/>
              <a:gd name="csX1015" fmla="*/ 174834 w 1722333"/>
              <a:gd name="csY1015" fmla="*/ 1114920 h 1114920"/>
              <a:gd name="csX1016" fmla="*/ 175006 w 1722333"/>
              <a:gd name="csY1016" fmla="*/ 1114920 h 1114920"/>
              <a:gd name="csX1017" fmla="*/ 175178 w 1722333"/>
              <a:gd name="csY1017" fmla="*/ 1114920 h 1114920"/>
              <a:gd name="csX1018" fmla="*/ 175351 w 1722333"/>
              <a:gd name="csY1018" fmla="*/ 1114920 h 1114920"/>
              <a:gd name="csX1019" fmla="*/ 175523 w 1722333"/>
              <a:gd name="csY1019" fmla="*/ 1114920 h 1114920"/>
              <a:gd name="csX1020" fmla="*/ 175695 w 1722333"/>
              <a:gd name="csY1020" fmla="*/ 1114920 h 1114920"/>
              <a:gd name="csX1021" fmla="*/ 175867 w 1722333"/>
              <a:gd name="csY1021" fmla="*/ 1114920 h 1114920"/>
              <a:gd name="csX1022" fmla="*/ 176039 w 1722333"/>
              <a:gd name="csY1022" fmla="*/ 1114920 h 1114920"/>
              <a:gd name="csX1023" fmla="*/ 176212 w 1722333"/>
              <a:gd name="csY1023" fmla="*/ 1114920 h 1114920"/>
              <a:gd name="csX1024" fmla="*/ 176384 w 1722333"/>
              <a:gd name="csY1024" fmla="*/ 1114920 h 1114920"/>
              <a:gd name="csX1025" fmla="*/ 176556 w 1722333"/>
              <a:gd name="csY1025" fmla="*/ 1114920 h 1114920"/>
              <a:gd name="csX1026" fmla="*/ 176728 w 1722333"/>
              <a:gd name="csY1026" fmla="*/ 1114920 h 1114920"/>
              <a:gd name="csX1027" fmla="*/ 176901 w 1722333"/>
              <a:gd name="csY1027" fmla="*/ 1114920 h 1114920"/>
              <a:gd name="csX1028" fmla="*/ 177073 w 1722333"/>
              <a:gd name="csY1028" fmla="*/ 1114920 h 1114920"/>
              <a:gd name="csX1029" fmla="*/ 177245 w 1722333"/>
              <a:gd name="csY1029" fmla="*/ 1114920 h 1114920"/>
              <a:gd name="csX1030" fmla="*/ 177417 w 1722333"/>
              <a:gd name="csY1030" fmla="*/ 1114920 h 1114920"/>
              <a:gd name="csX1031" fmla="*/ 177590 w 1722333"/>
              <a:gd name="csY1031" fmla="*/ 1114920 h 1114920"/>
              <a:gd name="csX1032" fmla="*/ 177762 w 1722333"/>
              <a:gd name="csY1032" fmla="*/ 1114920 h 1114920"/>
              <a:gd name="csX1033" fmla="*/ 177934 w 1722333"/>
              <a:gd name="csY1033" fmla="*/ 1114920 h 1114920"/>
              <a:gd name="csX1034" fmla="*/ 178106 w 1722333"/>
              <a:gd name="csY1034" fmla="*/ 1114920 h 1114920"/>
              <a:gd name="csX1035" fmla="*/ 178279 w 1722333"/>
              <a:gd name="csY1035" fmla="*/ 1114920 h 1114920"/>
              <a:gd name="csX1036" fmla="*/ 178451 w 1722333"/>
              <a:gd name="csY1036" fmla="*/ 1114920 h 1114920"/>
              <a:gd name="csX1037" fmla="*/ 178623 w 1722333"/>
              <a:gd name="csY1037" fmla="*/ 1114920 h 1114920"/>
              <a:gd name="csX1038" fmla="*/ 178796 w 1722333"/>
              <a:gd name="csY1038" fmla="*/ 1114920 h 1114920"/>
              <a:gd name="csX1039" fmla="*/ 178967 w 1722333"/>
              <a:gd name="csY1039" fmla="*/ 1114920 h 1114920"/>
              <a:gd name="csX1040" fmla="*/ 179140 w 1722333"/>
              <a:gd name="csY1040" fmla="*/ 1114920 h 1114920"/>
              <a:gd name="csX1041" fmla="*/ 179312 w 1722333"/>
              <a:gd name="csY1041" fmla="*/ 1114920 h 1114920"/>
              <a:gd name="csX1042" fmla="*/ 179484 w 1722333"/>
              <a:gd name="csY1042" fmla="*/ 1114920 h 1114920"/>
              <a:gd name="csX1043" fmla="*/ 179657 w 1722333"/>
              <a:gd name="csY1043" fmla="*/ 1114920 h 1114920"/>
              <a:gd name="csX1044" fmla="*/ 179829 w 1722333"/>
              <a:gd name="csY1044" fmla="*/ 1114920 h 1114920"/>
              <a:gd name="csX1045" fmla="*/ 180001 w 1722333"/>
              <a:gd name="csY1045" fmla="*/ 1114920 h 1114920"/>
              <a:gd name="csX1046" fmla="*/ 180174 w 1722333"/>
              <a:gd name="csY1046" fmla="*/ 1114920 h 1114920"/>
              <a:gd name="csX1047" fmla="*/ 180345 w 1722333"/>
              <a:gd name="csY1047" fmla="*/ 1114920 h 1114920"/>
              <a:gd name="csX1048" fmla="*/ 180518 w 1722333"/>
              <a:gd name="csY1048" fmla="*/ 1114920 h 1114920"/>
              <a:gd name="csX1049" fmla="*/ 180690 w 1722333"/>
              <a:gd name="csY1049" fmla="*/ 1114920 h 1114920"/>
              <a:gd name="csX1050" fmla="*/ 180862 w 1722333"/>
              <a:gd name="csY1050" fmla="*/ 1114920 h 1114920"/>
              <a:gd name="csX1051" fmla="*/ 181035 w 1722333"/>
              <a:gd name="csY1051" fmla="*/ 1114920 h 1114920"/>
              <a:gd name="csX1052" fmla="*/ 181207 w 1722333"/>
              <a:gd name="csY1052" fmla="*/ 1114920 h 1114920"/>
              <a:gd name="csX1053" fmla="*/ 181379 w 1722333"/>
              <a:gd name="csY1053" fmla="*/ 1114920 h 1114920"/>
              <a:gd name="csX1054" fmla="*/ 181552 w 1722333"/>
              <a:gd name="csY1054" fmla="*/ 1114920 h 1114920"/>
              <a:gd name="csX1055" fmla="*/ 181723 w 1722333"/>
              <a:gd name="csY1055" fmla="*/ 1114920 h 1114920"/>
              <a:gd name="csX1056" fmla="*/ 181896 w 1722333"/>
              <a:gd name="csY1056" fmla="*/ 1114920 h 1114920"/>
              <a:gd name="csX1057" fmla="*/ 182069 w 1722333"/>
              <a:gd name="csY1057" fmla="*/ 1114920 h 1114920"/>
              <a:gd name="csX1058" fmla="*/ 182240 w 1722333"/>
              <a:gd name="csY1058" fmla="*/ 1114920 h 1114920"/>
              <a:gd name="csX1059" fmla="*/ 182413 w 1722333"/>
              <a:gd name="csY1059" fmla="*/ 1114920 h 1114920"/>
              <a:gd name="csX1060" fmla="*/ 182585 w 1722333"/>
              <a:gd name="csY1060" fmla="*/ 1114920 h 1114920"/>
              <a:gd name="csX1061" fmla="*/ 182757 w 1722333"/>
              <a:gd name="csY1061" fmla="*/ 1114920 h 1114920"/>
              <a:gd name="csX1062" fmla="*/ 182930 w 1722333"/>
              <a:gd name="csY1062" fmla="*/ 1114920 h 1114920"/>
              <a:gd name="csX1063" fmla="*/ 183101 w 1722333"/>
              <a:gd name="csY1063" fmla="*/ 1114920 h 1114920"/>
              <a:gd name="csX1064" fmla="*/ 183274 w 1722333"/>
              <a:gd name="csY1064" fmla="*/ 1114920 h 1114920"/>
              <a:gd name="csX1065" fmla="*/ 183447 w 1722333"/>
              <a:gd name="csY1065" fmla="*/ 1114920 h 1114920"/>
              <a:gd name="csX1066" fmla="*/ 183618 w 1722333"/>
              <a:gd name="csY1066" fmla="*/ 1114920 h 1114920"/>
              <a:gd name="csX1067" fmla="*/ 183791 w 1722333"/>
              <a:gd name="csY1067" fmla="*/ 1114920 h 1114920"/>
              <a:gd name="csX1068" fmla="*/ 183963 w 1722333"/>
              <a:gd name="csY1068" fmla="*/ 1114920 h 1114920"/>
              <a:gd name="csX1069" fmla="*/ 184135 w 1722333"/>
              <a:gd name="csY1069" fmla="*/ 1114920 h 1114920"/>
              <a:gd name="csX1070" fmla="*/ 184308 w 1722333"/>
              <a:gd name="csY1070" fmla="*/ 1114920 h 1114920"/>
              <a:gd name="csX1071" fmla="*/ 184479 w 1722333"/>
              <a:gd name="csY1071" fmla="*/ 1114920 h 1114920"/>
              <a:gd name="csX1072" fmla="*/ 184652 w 1722333"/>
              <a:gd name="csY1072" fmla="*/ 1114920 h 1114920"/>
              <a:gd name="csX1073" fmla="*/ 184824 w 1722333"/>
              <a:gd name="csY1073" fmla="*/ 1114920 h 1114920"/>
              <a:gd name="csX1074" fmla="*/ 184996 w 1722333"/>
              <a:gd name="csY1074" fmla="*/ 1114920 h 1114920"/>
              <a:gd name="csX1075" fmla="*/ 185169 w 1722333"/>
              <a:gd name="csY1075" fmla="*/ 1114920 h 1114920"/>
              <a:gd name="csX1076" fmla="*/ 185341 w 1722333"/>
              <a:gd name="csY1076" fmla="*/ 1114920 h 1114920"/>
              <a:gd name="csX1077" fmla="*/ 185513 w 1722333"/>
              <a:gd name="csY1077" fmla="*/ 1114920 h 1114920"/>
              <a:gd name="csX1078" fmla="*/ 185686 w 1722333"/>
              <a:gd name="csY1078" fmla="*/ 1114920 h 1114920"/>
              <a:gd name="csX1079" fmla="*/ 185858 w 1722333"/>
              <a:gd name="csY1079" fmla="*/ 1114920 h 1114920"/>
              <a:gd name="csX1080" fmla="*/ 186030 w 1722333"/>
              <a:gd name="csY1080" fmla="*/ 1114920 h 1114920"/>
              <a:gd name="csX1081" fmla="*/ 186202 w 1722333"/>
              <a:gd name="csY1081" fmla="*/ 1114920 h 1114920"/>
              <a:gd name="csX1082" fmla="*/ 186374 w 1722333"/>
              <a:gd name="csY1082" fmla="*/ 1114920 h 1114920"/>
              <a:gd name="csX1083" fmla="*/ 186547 w 1722333"/>
              <a:gd name="csY1083" fmla="*/ 1114920 h 1114920"/>
              <a:gd name="csX1084" fmla="*/ 186719 w 1722333"/>
              <a:gd name="csY1084" fmla="*/ 1114920 h 1114920"/>
              <a:gd name="csX1085" fmla="*/ 186891 w 1722333"/>
              <a:gd name="csY1085" fmla="*/ 1114920 h 1114920"/>
              <a:gd name="csX1086" fmla="*/ 187063 w 1722333"/>
              <a:gd name="csY1086" fmla="*/ 1114920 h 1114920"/>
              <a:gd name="csX1087" fmla="*/ 187236 w 1722333"/>
              <a:gd name="csY1087" fmla="*/ 1114920 h 1114920"/>
              <a:gd name="csX1088" fmla="*/ 187408 w 1722333"/>
              <a:gd name="csY1088" fmla="*/ 1114920 h 1114920"/>
              <a:gd name="csX1089" fmla="*/ 187580 w 1722333"/>
              <a:gd name="csY1089" fmla="*/ 1114920 h 1114920"/>
              <a:gd name="csX1090" fmla="*/ 187752 w 1722333"/>
              <a:gd name="csY1090" fmla="*/ 1114920 h 1114920"/>
              <a:gd name="csX1091" fmla="*/ 187925 w 1722333"/>
              <a:gd name="csY1091" fmla="*/ 1114920 h 1114920"/>
              <a:gd name="csX1092" fmla="*/ 188097 w 1722333"/>
              <a:gd name="csY1092" fmla="*/ 1114920 h 1114920"/>
              <a:gd name="csX1093" fmla="*/ 188269 w 1722333"/>
              <a:gd name="csY1093" fmla="*/ 1114920 h 1114920"/>
              <a:gd name="csX1094" fmla="*/ 188441 w 1722333"/>
              <a:gd name="csY1094" fmla="*/ 1114920 h 1114920"/>
              <a:gd name="csX1095" fmla="*/ 188614 w 1722333"/>
              <a:gd name="csY1095" fmla="*/ 1114920 h 1114920"/>
              <a:gd name="csX1096" fmla="*/ 188786 w 1722333"/>
              <a:gd name="csY1096" fmla="*/ 1114920 h 1114920"/>
              <a:gd name="csX1097" fmla="*/ 188958 w 1722333"/>
              <a:gd name="csY1097" fmla="*/ 1114920 h 1114920"/>
              <a:gd name="csX1098" fmla="*/ 189131 w 1722333"/>
              <a:gd name="csY1098" fmla="*/ 1114920 h 1114920"/>
              <a:gd name="csX1099" fmla="*/ 189302 w 1722333"/>
              <a:gd name="csY1099" fmla="*/ 1114920 h 1114920"/>
              <a:gd name="csX1100" fmla="*/ 189475 w 1722333"/>
              <a:gd name="csY1100" fmla="*/ 1114920 h 1114920"/>
              <a:gd name="csX1101" fmla="*/ 189647 w 1722333"/>
              <a:gd name="csY1101" fmla="*/ 1114920 h 1114920"/>
              <a:gd name="csX1102" fmla="*/ 189819 w 1722333"/>
              <a:gd name="csY1102" fmla="*/ 1114920 h 1114920"/>
              <a:gd name="csX1103" fmla="*/ 189992 w 1722333"/>
              <a:gd name="csY1103" fmla="*/ 1114920 h 1114920"/>
              <a:gd name="csX1104" fmla="*/ 190164 w 1722333"/>
              <a:gd name="csY1104" fmla="*/ 1114920 h 1114920"/>
              <a:gd name="csX1105" fmla="*/ 190336 w 1722333"/>
              <a:gd name="csY1105" fmla="*/ 1114920 h 1114920"/>
              <a:gd name="csX1106" fmla="*/ 190509 w 1722333"/>
              <a:gd name="csY1106" fmla="*/ 1114920 h 1114920"/>
              <a:gd name="csX1107" fmla="*/ 190680 w 1722333"/>
              <a:gd name="csY1107" fmla="*/ 1114920 h 1114920"/>
              <a:gd name="csX1108" fmla="*/ 190853 w 1722333"/>
              <a:gd name="csY1108" fmla="*/ 1114920 h 1114920"/>
              <a:gd name="csX1109" fmla="*/ 191025 w 1722333"/>
              <a:gd name="csY1109" fmla="*/ 1114920 h 1114920"/>
              <a:gd name="csX1110" fmla="*/ 191197 w 1722333"/>
              <a:gd name="csY1110" fmla="*/ 1114920 h 1114920"/>
              <a:gd name="csX1111" fmla="*/ 191370 w 1722333"/>
              <a:gd name="csY1111" fmla="*/ 1114920 h 1114920"/>
              <a:gd name="csX1112" fmla="*/ 191542 w 1722333"/>
              <a:gd name="csY1112" fmla="*/ 1114920 h 1114920"/>
              <a:gd name="csX1113" fmla="*/ 191714 w 1722333"/>
              <a:gd name="csY1113" fmla="*/ 1114920 h 1114920"/>
              <a:gd name="csX1114" fmla="*/ 191887 w 1722333"/>
              <a:gd name="csY1114" fmla="*/ 1114920 h 1114920"/>
              <a:gd name="csX1115" fmla="*/ 192058 w 1722333"/>
              <a:gd name="csY1115" fmla="*/ 1114920 h 1114920"/>
              <a:gd name="csX1116" fmla="*/ 192231 w 1722333"/>
              <a:gd name="csY1116" fmla="*/ 1114920 h 1114920"/>
              <a:gd name="csX1117" fmla="*/ 192404 w 1722333"/>
              <a:gd name="csY1117" fmla="*/ 1114920 h 1114920"/>
              <a:gd name="csX1118" fmla="*/ 192575 w 1722333"/>
              <a:gd name="csY1118" fmla="*/ 1114920 h 1114920"/>
              <a:gd name="csX1119" fmla="*/ 192748 w 1722333"/>
              <a:gd name="csY1119" fmla="*/ 1114920 h 1114920"/>
              <a:gd name="csX1120" fmla="*/ 192920 w 1722333"/>
              <a:gd name="csY1120" fmla="*/ 1114920 h 1114920"/>
              <a:gd name="csX1121" fmla="*/ 193092 w 1722333"/>
              <a:gd name="csY1121" fmla="*/ 1114920 h 1114920"/>
              <a:gd name="csX1122" fmla="*/ 193265 w 1722333"/>
              <a:gd name="csY1122" fmla="*/ 1114920 h 1114920"/>
              <a:gd name="csX1123" fmla="*/ 193436 w 1722333"/>
              <a:gd name="csY1123" fmla="*/ 1114920 h 1114920"/>
              <a:gd name="csX1124" fmla="*/ 193609 w 1722333"/>
              <a:gd name="csY1124" fmla="*/ 1114920 h 1114920"/>
              <a:gd name="csX1125" fmla="*/ 193782 w 1722333"/>
              <a:gd name="csY1125" fmla="*/ 1114920 h 1114920"/>
              <a:gd name="csX1126" fmla="*/ 193953 w 1722333"/>
              <a:gd name="csY1126" fmla="*/ 1114920 h 1114920"/>
              <a:gd name="csX1127" fmla="*/ 194126 w 1722333"/>
              <a:gd name="csY1127" fmla="*/ 1114920 h 1114920"/>
              <a:gd name="csX1128" fmla="*/ 194298 w 1722333"/>
              <a:gd name="csY1128" fmla="*/ 1114920 h 1114920"/>
              <a:gd name="csX1129" fmla="*/ 194470 w 1722333"/>
              <a:gd name="csY1129" fmla="*/ 1114920 h 1114920"/>
              <a:gd name="csX1130" fmla="*/ 194643 w 1722333"/>
              <a:gd name="csY1130" fmla="*/ 1114920 h 1114920"/>
              <a:gd name="csX1131" fmla="*/ 194814 w 1722333"/>
              <a:gd name="csY1131" fmla="*/ 1114920 h 1114920"/>
              <a:gd name="csX1132" fmla="*/ 194987 w 1722333"/>
              <a:gd name="csY1132" fmla="*/ 1114920 h 1114920"/>
              <a:gd name="csX1133" fmla="*/ 195159 w 1722333"/>
              <a:gd name="csY1133" fmla="*/ 1114920 h 1114920"/>
              <a:gd name="csX1134" fmla="*/ 195331 w 1722333"/>
              <a:gd name="csY1134" fmla="*/ 1114920 h 1114920"/>
              <a:gd name="csX1135" fmla="*/ 195504 w 1722333"/>
              <a:gd name="csY1135" fmla="*/ 1114920 h 1114920"/>
              <a:gd name="csX1136" fmla="*/ 195676 w 1722333"/>
              <a:gd name="csY1136" fmla="*/ 1114920 h 1114920"/>
              <a:gd name="csX1137" fmla="*/ 195848 w 1722333"/>
              <a:gd name="csY1137" fmla="*/ 1114920 h 1114920"/>
              <a:gd name="csX1138" fmla="*/ 196021 w 1722333"/>
              <a:gd name="csY1138" fmla="*/ 1114920 h 1114920"/>
              <a:gd name="csX1139" fmla="*/ 196193 w 1722333"/>
              <a:gd name="csY1139" fmla="*/ 1114920 h 1114920"/>
              <a:gd name="csX1140" fmla="*/ 196365 w 1722333"/>
              <a:gd name="csY1140" fmla="*/ 1114920 h 1114920"/>
              <a:gd name="csX1141" fmla="*/ 196537 w 1722333"/>
              <a:gd name="csY1141" fmla="*/ 1114920 h 1114920"/>
              <a:gd name="csX1142" fmla="*/ 196709 w 1722333"/>
              <a:gd name="csY1142" fmla="*/ 1114920 h 1114920"/>
              <a:gd name="csX1143" fmla="*/ 196882 w 1722333"/>
              <a:gd name="csY1143" fmla="*/ 1114920 h 1114920"/>
              <a:gd name="csX1144" fmla="*/ 197054 w 1722333"/>
              <a:gd name="csY1144" fmla="*/ 1114920 h 1114920"/>
              <a:gd name="csX1145" fmla="*/ 197226 w 1722333"/>
              <a:gd name="csY1145" fmla="*/ 1114920 h 1114920"/>
              <a:gd name="csX1146" fmla="*/ 197398 w 1722333"/>
              <a:gd name="csY1146" fmla="*/ 1114920 h 1114920"/>
              <a:gd name="csX1147" fmla="*/ 197571 w 1722333"/>
              <a:gd name="csY1147" fmla="*/ 1114920 h 1114920"/>
              <a:gd name="csX1148" fmla="*/ 197743 w 1722333"/>
              <a:gd name="csY1148" fmla="*/ 1114920 h 1114920"/>
              <a:gd name="csX1149" fmla="*/ 197915 w 1722333"/>
              <a:gd name="csY1149" fmla="*/ 1114920 h 1114920"/>
              <a:gd name="csX1150" fmla="*/ 198087 w 1722333"/>
              <a:gd name="csY1150" fmla="*/ 1114920 h 1114920"/>
              <a:gd name="csX1151" fmla="*/ 198260 w 1722333"/>
              <a:gd name="csY1151" fmla="*/ 1114920 h 1114920"/>
              <a:gd name="csX1152" fmla="*/ 198432 w 1722333"/>
              <a:gd name="csY1152" fmla="*/ 1114920 h 1114920"/>
              <a:gd name="csX1153" fmla="*/ 198604 w 1722333"/>
              <a:gd name="csY1153" fmla="*/ 1114920 h 1114920"/>
              <a:gd name="csX1154" fmla="*/ 198776 w 1722333"/>
              <a:gd name="csY1154" fmla="*/ 1114920 h 1114920"/>
              <a:gd name="csX1155" fmla="*/ 198949 w 1722333"/>
              <a:gd name="csY1155" fmla="*/ 1114920 h 1114920"/>
              <a:gd name="csX1156" fmla="*/ 199121 w 1722333"/>
              <a:gd name="csY1156" fmla="*/ 1114920 h 1114920"/>
              <a:gd name="csX1157" fmla="*/ 199293 w 1722333"/>
              <a:gd name="csY1157" fmla="*/ 1114920 h 1114920"/>
              <a:gd name="csX1158" fmla="*/ 199466 w 1722333"/>
              <a:gd name="csY1158" fmla="*/ 1114920 h 1114920"/>
              <a:gd name="csX1159" fmla="*/ 199638 w 1722333"/>
              <a:gd name="csY1159" fmla="*/ 1114920 h 1114920"/>
              <a:gd name="csX1160" fmla="*/ 199810 w 1722333"/>
              <a:gd name="csY1160" fmla="*/ 1114920 h 1114920"/>
              <a:gd name="csX1161" fmla="*/ 199982 w 1722333"/>
              <a:gd name="csY1161" fmla="*/ 1114920 h 1114920"/>
              <a:gd name="csX1162" fmla="*/ 200154 w 1722333"/>
              <a:gd name="csY1162" fmla="*/ 1114920 h 1114920"/>
              <a:gd name="csX1163" fmla="*/ 200327 w 1722333"/>
              <a:gd name="csY1163" fmla="*/ 1114920 h 1114920"/>
              <a:gd name="csX1164" fmla="*/ 200499 w 1722333"/>
              <a:gd name="csY1164" fmla="*/ 1114920 h 1114920"/>
              <a:gd name="csX1165" fmla="*/ 200671 w 1722333"/>
              <a:gd name="csY1165" fmla="*/ 1114920 h 1114920"/>
              <a:gd name="csX1166" fmla="*/ 200844 w 1722333"/>
              <a:gd name="csY1166" fmla="*/ 1114920 h 1114920"/>
              <a:gd name="csX1167" fmla="*/ 201015 w 1722333"/>
              <a:gd name="csY1167" fmla="*/ 1114920 h 1114920"/>
              <a:gd name="csX1168" fmla="*/ 201188 w 1722333"/>
              <a:gd name="csY1168" fmla="*/ 1114920 h 1114920"/>
              <a:gd name="csX1169" fmla="*/ 201360 w 1722333"/>
              <a:gd name="csY1169" fmla="*/ 1114920 h 1114920"/>
              <a:gd name="csX1170" fmla="*/ 201532 w 1722333"/>
              <a:gd name="csY1170" fmla="*/ 1114920 h 1114920"/>
              <a:gd name="csX1171" fmla="*/ 201705 w 1722333"/>
              <a:gd name="csY1171" fmla="*/ 1114920 h 1114920"/>
              <a:gd name="csX1172" fmla="*/ 201877 w 1722333"/>
              <a:gd name="csY1172" fmla="*/ 1114920 h 1114920"/>
              <a:gd name="csX1173" fmla="*/ 202049 w 1722333"/>
              <a:gd name="csY1173" fmla="*/ 1114920 h 1114920"/>
              <a:gd name="csX1174" fmla="*/ 202222 w 1722333"/>
              <a:gd name="csY1174" fmla="*/ 1114920 h 1114920"/>
              <a:gd name="csX1175" fmla="*/ 202393 w 1722333"/>
              <a:gd name="csY1175" fmla="*/ 1114920 h 1114920"/>
              <a:gd name="csX1176" fmla="*/ 202566 w 1722333"/>
              <a:gd name="csY1176" fmla="*/ 1114920 h 1114920"/>
              <a:gd name="csX1177" fmla="*/ 202739 w 1722333"/>
              <a:gd name="csY1177" fmla="*/ 1114920 h 1114920"/>
              <a:gd name="csX1178" fmla="*/ 202910 w 1722333"/>
              <a:gd name="csY1178" fmla="*/ 1114920 h 1114920"/>
              <a:gd name="csX1179" fmla="*/ 203083 w 1722333"/>
              <a:gd name="csY1179" fmla="*/ 1114920 h 1114920"/>
              <a:gd name="csX1180" fmla="*/ 203255 w 1722333"/>
              <a:gd name="csY1180" fmla="*/ 1114920 h 1114920"/>
              <a:gd name="csX1181" fmla="*/ 203427 w 1722333"/>
              <a:gd name="csY1181" fmla="*/ 1114920 h 1114920"/>
              <a:gd name="csX1182" fmla="*/ 203600 w 1722333"/>
              <a:gd name="csY1182" fmla="*/ 1114920 h 1114920"/>
              <a:gd name="csX1183" fmla="*/ 203771 w 1722333"/>
              <a:gd name="csY1183" fmla="*/ 1114920 h 1114920"/>
              <a:gd name="csX1184" fmla="*/ 203944 w 1722333"/>
              <a:gd name="csY1184" fmla="*/ 1114920 h 1114920"/>
              <a:gd name="csX1185" fmla="*/ 204117 w 1722333"/>
              <a:gd name="csY1185" fmla="*/ 1114920 h 1114920"/>
              <a:gd name="csX1186" fmla="*/ 204288 w 1722333"/>
              <a:gd name="csY1186" fmla="*/ 1114920 h 1114920"/>
              <a:gd name="csX1187" fmla="*/ 204461 w 1722333"/>
              <a:gd name="csY1187" fmla="*/ 1114920 h 1114920"/>
              <a:gd name="csX1188" fmla="*/ 204633 w 1722333"/>
              <a:gd name="csY1188" fmla="*/ 1114920 h 1114920"/>
              <a:gd name="csX1189" fmla="*/ 204805 w 1722333"/>
              <a:gd name="csY1189" fmla="*/ 1114920 h 1114920"/>
              <a:gd name="csX1190" fmla="*/ 204978 w 1722333"/>
              <a:gd name="csY1190" fmla="*/ 1114920 h 1114920"/>
              <a:gd name="csX1191" fmla="*/ 205149 w 1722333"/>
              <a:gd name="csY1191" fmla="*/ 1114920 h 1114920"/>
              <a:gd name="csX1192" fmla="*/ 205322 w 1722333"/>
              <a:gd name="csY1192" fmla="*/ 1114920 h 1114920"/>
              <a:gd name="csX1193" fmla="*/ 205494 w 1722333"/>
              <a:gd name="csY1193" fmla="*/ 1114920 h 1114920"/>
              <a:gd name="csX1194" fmla="*/ 205666 w 1722333"/>
              <a:gd name="csY1194" fmla="*/ 1114920 h 1114920"/>
              <a:gd name="csX1195" fmla="*/ 205839 w 1722333"/>
              <a:gd name="csY1195" fmla="*/ 1114920 h 1114920"/>
              <a:gd name="csX1196" fmla="*/ 206011 w 1722333"/>
              <a:gd name="csY1196" fmla="*/ 1114920 h 1114920"/>
              <a:gd name="csX1197" fmla="*/ 206183 w 1722333"/>
              <a:gd name="csY1197" fmla="*/ 1114920 h 1114920"/>
              <a:gd name="csX1198" fmla="*/ 206356 w 1722333"/>
              <a:gd name="csY1198" fmla="*/ 1114920 h 1114920"/>
              <a:gd name="csX1199" fmla="*/ 206528 w 1722333"/>
              <a:gd name="csY1199" fmla="*/ 1114920 h 1114920"/>
              <a:gd name="csX1200" fmla="*/ 206700 w 1722333"/>
              <a:gd name="csY1200" fmla="*/ 1114920 h 1114920"/>
              <a:gd name="csX1201" fmla="*/ 206872 w 1722333"/>
              <a:gd name="csY1201" fmla="*/ 1114920 h 1114920"/>
              <a:gd name="csX1202" fmla="*/ 207044 w 1722333"/>
              <a:gd name="csY1202" fmla="*/ 1114920 h 1114920"/>
              <a:gd name="csX1203" fmla="*/ 207217 w 1722333"/>
              <a:gd name="csY1203" fmla="*/ 1114920 h 1114920"/>
              <a:gd name="csX1204" fmla="*/ 207389 w 1722333"/>
              <a:gd name="csY1204" fmla="*/ 1114920 h 1114920"/>
              <a:gd name="csX1205" fmla="*/ 207561 w 1722333"/>
              <a:gd name="csY1205" fmla="*/ 1114920 h 1114920"/>
              <a:gd name="csX1206" fmla="*/ 207734 w 1722333"/>
              <a:gd name="csY1206" fmla="*/ 1114920 h 1114920"/>
              <a:gd name="csX1207" fmla="*/ 207906 w 1722333"/>
              <a:gd name="csY1207" fmla="*/ 1114920 h 1114920"/>
              <a:gd name="csX1208" fmla="*/ 208078 w 1722333"/>
              <a:gd name="csY1208" fmla="*/ 1114920 h 1114920"/>
              <a:gd name="csX1209" fmla="*/ 208250 w 1722333"/>
              <a:gd name="csY1209" fmla="*/ 1114920 h 1114920"/>
              <a:gd name="csX1210" fmla="*/ 208423 w 1722333"/>
              <a:gd name="csY1210" fmla="*/ 1114920 h 1114920"/>
              <a:gd name="csX1211" fmla="*/ 208595 w 1722333"/>
              <a:gd name="csY1211" fmla="*/ 1114920 h 1114920"/>
              <a:gd name="csX1212" fmla="*/ 208767 w 1722333"/>
              <a:gd name="csY1212" fmla="*/ 1114920 h 1114920"/>
              <a:gd name="csX1213" fmla="*/ 208939 w 1722333"/>
              <a:gd name="csY1213" fmla="*/ 1114920 h 1114920"/>
              <a:gd name="csX1214" fmla="*/ 209111 w 1722333"/>
              <a:gd name="csY1214" fmla="*/ 1114920 h 1114920"/>
              <a:gd name="csX1215" fmla="*/ 209284 w 1722333"/>
              <a:gd name="csY1215" fmla="*/ 1114920 h 1114920"/>
              <a:gd name="csX1216" fmla="*/ 209456 w 1722333"/>
              <a:gd name="csY1216" fmla="*/ 1114920 h 1114920"/>
              <a:gd name="csX1217" fmla="*/ 209628 w 1722333"/>
              <a:gd name="csY1217" fmla="*/ 1114920 h 1114920"/>
              <a:gd name="csX1218" fmla="*/ 209801 w 1722333"/>
              <a:gd name="csY1218" fmla="*/ 1114920 h 1114920"/>
              <a:gd name="csX1219" fmla="*/ 209973 w 1722333"/>
              <a:gd name="csY1219" fmla="*/ 1114920 h 1114920"/>
              <a:gd name="csX1220" fmla="*/ 210145 w 1722333"/>
              <a:gd name="csY1220" fmla="*/ 1114920 h 1114920"/>
              <a:gd name="csX1221" fmla="*/ 210317 w 1722333"/>
              <a:gd name="csY1221" fmla="*/ 1114920 h 1114920"/>
              <a:gd name="csX1222" fmla="*/ 210489 w 1722333"/>
              <a:gd name="csY1222" fmla="*/ 1114920 h 1114920"/>
              <a:gd name="csX1223" fmla="*/ 210662 w 1722333"/>
              <a:gd name="csY1223" fmla="*/ 1114920 h 1114920"/>
              <a:gd name="csX1224" fmla="*/ 210834 w 1722333"/>
              <a:gd name="csY1224" fmla="*/ 1114920 h 1114920"/>
              <a:gd name="csX1225" fmla="*/ 211006 w 1722333"/>
              <a:gd name="csY1225" fmla="*/ 1114920 h 1114920"/>
              <a:gd name="csX1226" fmla="*/ 211179 w 1722333"/>
              <a:gd name="csY1226" fmla="*/ 1114920 h 1114920"/>
              <a:gd name="csX1227" fmla="*/ 211350 w 1722333"/>
              <a:gd name="csY1227" fmla="*/ 1114920 h 1114920"/>
              <a:gd name="csX1228" fmla="*/ 211523 w 1722333"/>
              <a:gd name="csY1228" fmla="*/ 1114920 h 1114920"/>
              <a:gd name="csX1229" fmla="*/ 211695 w 1722333"/>
              <a:gd name="csY1229" fmla="*/ 1114920 h 1114920"/>
              <a:gd name="csX1230" fmla="*/ 211867 w 1722333"/>
              <a:gd name="csY1230" fmla="*/ 1114920 h 1114920"/>
              <a:gd name="csX1231" fmla="*/ 212040 w 1722333"/>
              <a:gd name="csY1231" fmla="*/ 1114920 h 1114920"/>
              <a:gd name="csX1232" fmla="*/ 212212 w 1722333"/>
              <a:gd name="csY1232" fmla="*/ 1114920 h 1114920"/>
              <a:gd name="csX1233" fmla="*/ 212384 w 1722333"/>
              <a:gd name="csY1233" fmla="*/ 1114920 h 1114920"/>
              <a:gd name="csX1234" fmla="*/ 212557 w 1722333"/>
              <a:gd name="csY1234" fmla="*/ 1114920 h 1114920"/>
              <a:gd name="csX1235" fmla="*/ 212728 w 1722333"/>
              <a:gd name="csY1235" fmla="*/ 1114920 h 1114920"/>
              <a:gd name="csX1236" fmla="*/ 212901 w 1722333"/>
              <a:gd name="csY1236" fmla="*/ 1114920 h 1114920"/>
              <a:gd name="csX1237" fmla="*/ 213074 w 1722333"/>
              <a:gd name="csY1237" fmla="*/ 1114920 h 1114920"/>
              <a:gd name="csX1238" fmla="*/ 213245 w 1722333"/>
              <a:gd name="csY1238" fmla="*/ 1114920 h 1114920"/>
              <a:gd name="csX1239" fmla="*/ 213418 w 1722333"/>
              <a:gd name="csY1239" fmla="*/ 1114920 h 1114920"/>
              <a:gd name="csX1240" fmla="*/ 213590 w 1722333"/>
              <a:gd name="csY1240" fmla="*/ 1114920 h 1114920"/>
              <a:gd name="csX1241" fmla="*/ 213762 w 1722333"/>
              <a:gd name="csY1241" fmla="*/ 1114920 h 1114920"/>
              <a:gd name="csX1242" fmla="*/ 213935 w 1722333"/>
              <a:gd name="csY1242" fmla="*/ 1114920 h 1114920"/>
              <a:gd name="csX1243" fmla="*/ 214106 w 1722333"/>
              <a:gd name="csY1243" fmla="*/ 1114920 h 1114920"/>
              <a:gd name="csX1244" fmla="*/ 214279 w 1722333"/>
              <a:gd name="csY1244" fmla="*/ 1114920 h 1114920"/>
              <a:gd name="csX1245" fmla="*/ 214452 w 1722333"/>
              <a:gd name="csY1245" fmla="*/ 1114920 h 1114920"/>
              <a:gd name="csX1246" fmla="*/ 214623 w 1722333"/>
              <a:gd name="csY1246" fmla="*/ 1114920 h 1114920"/>
              <a:gd name="csX1247" fmla="*/ 214796 w 1722333"/>
              <a:gd name="csY1247" fmla="*/ 1114920 h 1114920"/>
              <a:gd name="csX1248" fmla="*/ 214968 w 1722333"/>
              <a:gd name="csY1248" fmla="*/ 1114920 h 1114920"/>
              <a:gd name="csX1249" fmla="*/ 215140 w 1722333"/>
              <a:gd name="csY1249" fmla="*/ 1114920 h 1114920"/>
              <a:gd name="csX1250" fmla="*/ 215313 w 1722333"/>
              <a:gd name="csY1250" fmla="*/ 1114920 h 1114920"/>
              <a:gd name="csX1251" fmla="*/ 215484 w 1722333"/>
              <a:gd name="csY1251" fmla="*/ 1114920 h 1114920"/>
              <a:gd name="csX1252" fmla="*/ 215657 w 1722333"/>
              <a:gd name="csY1252" fmla="*/ 1114920 h 1114920"/>
              <a:gd name="csX1253" fmla="*/ 215829 w 1722333"/>
              <a:gd name="csY1253" fmla="*/ 1114920 h 1114920"/>
              <a:gd name="csX1254" fmla="*/ 216001 w 1722333"/>
              <a:gd name="csY1254" fmla="*/ 1114920 h 1114920"/>
              <a:gd name="csX1255" fmla="*/ 216174 w 1722333"/>
              <a:gd name="csY1255" fmla="*/ 1114920 h 1114920"/>
              <a:gd name="csX1256" fmla="*/ 216346 w 1722333"/>
              <a:gd name="csY1256" fmla="*/ 1114920 h 1114920"/>
              <a:gd name="csX1257" fmla="*/ 216518 w 1722333"/>
              <a:gd name="csY1257" fmla="*/ 1114920 h 1114920"/>
              <a:gd name="csX1258" fmla="*/ 216691 w 1722333"/>
              <a:gd name="csY1258" fmla="*/ 1114920 h 1114920"/>
              <a:gd name="csX1259" fmla="*/ 216863 w 1722333"/>
              <a:gd name="csY1259" fmla="*/ 1114920 h 1114920"/>
              <a:gd name="csX1260" fmla="*/ 217035 w 1722333"/>
              <a:gd name="csY1260" fmla="*/ 1114920 h 1114920"/>
              <a:gd name="csX1261" fmla="*/ 217207 w 1722333"/>
              <a:gd name="csY1261" fmla="*/ 1114920 h 1114920"/>
              <a:gd name="csX1262" fmla="*/ 217379 w 1722333"/>
              <a:gd name="csY1262" fmla="*/ 1114920 h 1114920"/>
              <a:gd name="csX1263" fmla="*/ 217552 w 1722333"/>
              <a:gd name="csY1263" fmla="*/ 1114920 h 1114920"/>
              <a:gd name="csX1264" fmla="*/ 217724 w 1722333"/>
              <a:gd name="csY1264" fmla="*/ 1114920 h 1114920"/>
              <a:gd name="csX1265" fmla="*/ 217896 w 1722333"/>
              <a:gd name="csY1265" fmla="*/ 1114920 h 1114920"/>
              <a:gd name="csX1266" fmla="*/ 218069 w 1722333"/>
              <a:gd name="csY1266" fmla="*/ 1114920 h 1114920"/>
              <a:gd name="csX1267" fmla="*/ 218241 w 1722333"/>
              <a:gd name="csY1267" fmla="*/ 1114920 h 1114920"/>
              <a:gd name="csX1268" fmla="*/ 218413 w 1722333"/>
              <a:gd name="csY1268" fmla="*/ 1114920 h 1114920"/>
              <a:gd name="csX1269" fmla="*/ 218585 w 1722333"/>
              <a:gd name="csY1269" fmla="*/ 1114920 h 1114920"/>
              <a:gd name="csX1270" fmla="*/ 218757 w 1722333"/>
              <a:gd name="csY1270" fmla="*/ 1114920 h 1114920"/>
              <a:gd name="csX1271" fmla="*/ 218930 w 1722333"/>
              <a:gd name="csY1271" fmla="*/ 1114920 h 1114920"/>
              <a:gd name="csX1272" fmla="*/ 219102 w 1722333"/>
              <a:gd name="csY1272" fmla="*/ 1114920 h 1114920"/>
              <a:gd name="csX1273" fmla="*/ 219274 w 1722333"/>
              <a:gd name="csY1273" fmla="*/ 1114920 h 1114920"/>
              <a:gd name="csX1274" fmla="*/ 219446 w 1722333"/>
              <a:gd name="csY1274" fmla="*/ 1114920 h 1114920"/>
              <a:gd name="csX1275" fmla="*/ 219619 w 1722333"/>
              <a:gd name="csY1275" fmla="*/ 1114920 h 1114920"/>
              <a:gd name="csX1276" fmla="*/ 219791 w 1722333"/>
              <a:gd name="csY1276" fmla="*/ 1114920 h 1114920"/>
              <a:gd name="csX1277" fmla="*/ 219963 w 1722333"/>
              <a:gd name="csY1277" fmla="*/ 1114920 h 1114920"/>
              <a:gd name="csX1278" fmla="*/ 220136 w 1722333"/>
              <a:gd name="csY1278" fmla="*/ 1114920 h 1114920"/>
              <a:gd name="csX1279" fmla="*/ 220308 w 1722333"/>
              <a:gd name="csY1279" fmla="*/ 1114920 h 1114920"/>
              <a:gd name="csX1280" fmla="*/ 220480 w 1722333"/>
              <a:gd name="csY1280" fmla="*/ 1114920 h 1114920"/>
              <a:gd name="csX1281" fmla="*/ 220652 w 1722333"/>
              <a:gd name="csY1281" fmla="*/ 1114920 h 1114920"/>
              <a:gd name="csX1282" fmla="*/ 220824 w 1722333"/>
              <a:gd name="csY1282" fmla="*/ 1114920 h 1114920"/>
              <a:gd name="csX1283" fmla="*/ 220997 w 1722333"/>
              <a:gd name="csY1283" fmla="*/ 1114920 h 1114920"/>
              <a:gd name="csX1284" fmla="*/ 221169 w 1722333"/>
              <a:gd name="csY1284" fmla="*/ 1114920 h 1114920"/>
              <a:gd name="csX1285" fmla="*/ 221341 w 1722333"/>
              <a:gd name="csY1285" fmla="*/ 1114920 h 1114920"/>
              <a:gd name="csX1286" fmla="*/ 221514 w 1722333"/>
              <a:gd name="csY1286" fmla="*/ 1114920 h 1114920"/>
              <a:gd name="csX1287" fmla="*/ 221685 w 1722333"/>
              <a:gd name="csY1287" fmla="*/ 1114920 h 1114920"/>
              <a:gd name="csX1288" fmla="*/ 221858 w 1722333"/>
              <a:gd name="csY1288" fmla="*/ 1114920 h 1114920"/>
              <a:gd name="csX1289" fmla="*/ 222030 w 1722333"/>
              <a:gd name="csY1289" fmla="*/ 1114920 h 1114920"/>
              <a:gd name="csX1290" fmla="*/ 222202 w 1722333"/>
              <a:gd name="csY1290" fmla="*/ 1114920 h 1114920"/>
              <a:gd name="csX1291" fmla="*/ 222375 w 1722333"/>
              <a:gd name="csY1291" fmla="*/ 1114920 h 1114920"/>
              <a:gd name="csX1292" fmla="*/ 222547 w 1722333"/>
              <a:gd name="csY1292" fmla="*/ 1114920 h 1114920"/>
              <a:gd name="csX1293" fmla="*/ 222719 w 1722333"/>
              <a:gd name="csY1293" fmla="*/ 1114920 h 1114920"/>
              <a:gd name="csX1294" fmla="*/ 222892 w 1722333"/>
              <a:gd name="csY1294" fmla="*/ 1114920 h 1114920"/>
              <a:gd name="csX1295" fmla="*/ 223063 w 1722333"/>
              <a:gd name="csY1295" fmla="*/ 1114920 h 1114920"/>
              <a:gd name="csX1296" fmla="*/ 223236 w 1722333"/>
              <a:gd name="csY1296" fmla="*/ 1114920 h 1114920"/>
              <a:gd name="csX1297" fmla="*/ 223409 w 1722333"/>
              <a:gd name="csY1297" fmla="*/ 1114920 h 1114920"/>
              <a:gd name="csX1298" fmla="*/ 223580 w 1722333"/>
              <a:gd name="csY1298" fmla="*/ 1114920 h 1114920"/>
              <a:gd name="csX1299" fmla="*/ 223753 w 1722333"/>
              <a:gd name="csY1299" fmla="*/ 1114920 h 1114920"/>
              <a:gd name="csX1300" fmla="*/ 223925 w 1722333"/>
              <a:gd name="csY1300" fmla="*/ 1114920 h 1114920"/>
              <a:gd name="csX1301" fmla="*/ 224097 w 1722333"/>
              <a:gd name="csY1301" fmla="*/ 1114920 h 1114920"/>
              <a:gd name="csX1302" fmla="*/ 224270 w 1722333"/>
              <a:gd name="csY1302" fmla="*/ 1114920 h 1114920"/>
              <a:gd name="csX1303" fmla="*/ 224441 w 1722333"/>
              <a:gd name="csY1303" fmla="*/ 1114920 h 1114920"/>
              <a:gd name="csX1304" fmla="*/ 224614 w 1722333"/>
              <a:gd name="csY1304" fmla="*/ 1114920 h 1114920"/>
              <a:gd name="csX1305" fmla="*/ 224787 w 1722333"/>
              <a:gd name="csY1305" fmla="*/ 1114920 h 1114920"/>
              <a:gd name="csX1306" fmla="*/ 224958 w 1722333"/>
              <a:gd name="csY1306" fmla="*/ 1114920 h 1114920"/>
              <a:gd name="csX1307" fmla="*/ 225131 w 1722333"/>
              <a:gd name="csY1307" fmla="*/ 1114920 h 1114920"/>
              <a:gd name="csX1308" fmla="*/ 225303 w 1722333"/>
              <a:gd name="csY1308" fmla="*/ 1114920 h 1114920"/>
              <a:gd name="csX1309" fmla="*/ 225475 w 1722333"/>
              <a:gd name="csY1309" fmla="*/ 1114920 h 1114920"/>
              <a:gd name="csX1310" fmla="*/ 225648 w 1722333"/>
              <a:gd name="csY1310" fmla="*/ 1114920 h 1114920"/>
              <a:gd name="csX1311" fmla="*/ 225820 w 1722333"/>
              <a:gd name="csY1311" fmla="*/ 1114920 h 1114920"/>
              <a:gd name="csX1312" fmla="*/ 225992 w 1722333"/>
              <a:gd name="csY1312" fmla="*/ 1114920 h 1114920"/>
              <a:gd name="csX1313" fmla="*/ 226165 w 1722333"/>
              <a:gd name="csY1313" fmla="*/ 1114920 h 1114920"/>
              <a:gd name="csX1314" fmla="*/ 226336 w 1722333"/>
              <a:gd name="csY1314" fmla="*/ 1114920 h 1114920"/>
              <a:gd name="csX1315" fmla="*/ 226509 w 1722333"/>
              <a:gd name="csY1315" fmla="*/ 1114920 h 1114920"/>
              <a:gd name="csX1316" fmla="*/ 226681 w 1722333"/>
              <a:gd name="csY1316" fmla="*/ 1114920 h 1114920"/>
              <a:gd name="csX1317" fmla="*/ 226853 w 1722333"/>
              <a:gd name="csY1317" fmla="*/ 1114920 h 1114920"/>
              <a:gd name="csX1318" fmla="*/ 227026 w 1722333"/>
              <a:gd name="csY1318" fmla="*/ 1114920 h 1114920"/>
              <a:gd name="csX1319" fmla="*/ 227198 w 1722333"/>
              <a:gd name="csY1319" fmla="*/ 1114920 h 1114920"/>
              <a:gd name="csX1320" fmla="*/ 227370 w 1722333"/>
              <a:gd name="csY1320" fmla="*/ 1114920 h 1114920"/>
              <a:gd name="csX1321" fmla="*/ 227542 w 1722333"/>
              <a:gd name="csY1321" fmla="*/ 1114920 h 1114920"/>
              <a:gd name="csX1322" fmla="*/ 227714 w 1722333"/>
              <a:gd name="csY1322" fmla="*/ 1114920 h 1114920"/>
              <a:gd name="csX1323" fmla="*/ 227887 w 1722333"/>
              <a:gd name="csY1323" fmla="*/ 1114920 h 1114920"/>
              <a:gd name="csX1324" fmla="*/ 228059 w 1722333"/>
              <a:gd name="csY1324" fmla="*/ 1114920 h 1114920"/>
              <a:gd name="csX1325" fmla="*/ 228231 w 1722333"/>
              <a:gd name="csY1325" fmla="*/ 1114920 h 1114920"/>
              <a:gd name="csX1326" fmla="*/ 228404 w 1722333"/>
              <a:gd name="csY1326" fmla="*/ 1114920 h 1114920"/>
              <a:gd name="csX1327" fmla="*/ 228576 w 1722333"/>
              <a:gd name="csY1327" fmla="*/ 1114920 h 1114920"/>
              <a:gd name="csX1328" fmla="*/ 228748 w 1722333"/>
              <a:gd name="csY1328" fmla="*/ 1114920 h 1114920"/>
              <a:gd name="csX1329" fmla="*/ 228920 w 1722333"/>
              <a:gd name="csY1329" fmla="*/ 1114920 h 1114920"/>
              <a:gd name="csX1330" fmla="*/ 229092 w 1722333"/>
              <a:gd name="csY1330" fmla="*/ 1114920 h 1114920"/>
              <a:gd name="csX1331" fmla="*/ 229265 w 1722333"/>
              <a:gd name="csY1331" fmla="*/ 1114920 h 1114920"/>
              <a:gd name="csX1332" fmla="*/ 229437 w 1722333"/>
              <a:gd name="csY1332" fmla="*/ 1114920 h 1114920"/>
              <a:gd name="csX1333" fmla="*/ 229609 w 1722333"/>
              <a:gd name="csY1333" fmla="*/ 1114920 h 1114920"/>
              <a:gd name="csX1334" fmla="*/ 229781 w 1722333"/>
              <a:gd name="csY1334" fmla="*/ 1114920 h 1114920"/>
              <a:gd name="csX1335" fmla="*/ 229954 w 1722333"/>
              <a:gd name="csY1335" fmla="*/ 1114920 h 1114920"/>
              <a:gd name="csX1336" fmla="*/ 230126 w 1722333"/>
              <a:gd name="csY1336" fmla="*/ 1114920 h 1114920"/>
              <a:gd name="csX1337" fmla="*/ 230298 w 1722333"/>
              <a:gd name="csY1337" fmla="*/ 1114920 h 1114920"/>
              <a:gd name="csX1338" fmla="*/ 230471 w 1722333"/>
              <a:gd name="csY1338" fmla="*/ 1114920 h 1114920"/>
              <a:gd name="csX1339" fmla="*/ 230643 w 1722333"/>
              <a:gd name="csY1339" fmla="*/ 1114920 h 1114920"/>
              <a:gd name="csX1340" fmla="*/ 230815 w 1722333"/>
              <a:gd name="csY1340" fmla="*/ 1114920 h 1114920"/>
              <a:gd name="csX1341" fmla="*/ 230987 w 1722333"/>
              <a:gd name="csY1341" fmla="*/ 1114920 h 1114920"/>
              <a:gd name="csX1342" fmla="*/ 231159 w 1722333"/>
              <a:gd name="csY1342" fmla="*/ 1114920 h 1114920"/>
              <a:gd name="csX1343" fmla="*/ 231332 w 1722333"/>
              <a:gd name="csY1343" fmla="*/ 1114920 h 1114920"/>
              <a:gd name="csX1344" fmla="*/ 231504 w 1722333"/>
              <a:gd name="csY1344" fmla="*/ 1114920 h 1114920"/>
              <a:gd name="csX1345" fmla="*/ 231676 w 1722333"/>
              <a:gd name="csY1345" fmla="*/ 1114920 h 1114920"/>
              <a:gd name="csX1346" fmla="*/ 231849 w 1722333"/>
              <a:gd name="csY1346" fmla="*/ 1114920 h 1114920"/>
              <a:gd name="csX1347" fmla="*/ 232020 w 1722333"/>
              <a:gd name="csY1347" fmla="*/ 1114920 h 1114920"/>
              <a:gd name="csX1348" fmla="*/ 232193 w 1722333"/>
              <a:gd name="csY1348" fmla="*/ 1114920 h 1114920"/>
              <a:gd name="csX1349" fmla="*/ 232365 w 1722333"/>
              <a:gd name="csY1349" fmla="*/ 1114920 h 1114920"/>
              <a:gd name="csX1350" fmla="*/ 232537 w 1722333"/>
              <a:gd name="csY1350" fmla="*/ 1114920 h 1114920"/>
              <a:gd name="csX1351" fmla="*/ 232710 w 1722333"/>
              <a:gd name="csY1351" fmla="*/ 1114920 h 1114920"/>
              <a:gd name="csX1352" fmla="*/ 232882 w 1722333"/>
              <a:gd name="csY1352" fmla="*/ 1114920 h 1114920"/>
              <a:gd name="csX1353" fmla="*/ 233054 w 1722333"/>
              <a:gd name="csY1353" fmla="*/ 1114920 h 1114920"/>
              <a:gd name="csX1354" fmla="*/ 233227 w 1722333"/>
              <a:gd name="csY1354" fmla="*/ 1114920 h 1114920"/>
              <a:gd name="csX1355" fmla="*/ 233398 w 1722333"/>
              <a:gd name="csY1355" fmla="*/ 1114920 h 1114920"/>
              <a:gd name="csX1356" fmla="*/ 233571 w 1722333"/>
              <a:gd name="csY1356" fmla="*/ 1114920 h 1114920"/>
              <a:gd name="csX1357" fmla="*/ 233744 w 1722333"/>
              <a:gd name="csY1357" fmla="*/ 1114920 h 1114920"/>
              <a:gd name="csX1358" fmla="*/ 233915 w 1722333"/>
              <a:gd name="csY1358" fmla="*/ 1114920 h 1114920"/>
              <a:gd name="csX1359" fmla="*/ 234088 w 1722333"/>
              <a:gd name="csY1359" fmla="*/ 1114920 h 1114920"/>
              <a:gd name="csX1360" fmla="*/ 234260 w 1722333"/>
              <a:gd name="csY1360" fmla="*/ 1114920 h 1114920"/>
              <a:gd name="csX1361" fmla="*/ 234432 w 1722333"/>
              <a:gd name="csY1361" fmla="*/ 1114920 h 1114920"/>
              <a:gd name="csX1362" fmla="*/ 234605 w 1722333"/>
              <a:gd name="csY1362" fmla="*/ 1114920 h 1114920"/>
              <a:gd name="csX1363" fmla="*/ 234776 w 1722333"/>
              <a:gd name="csY1363" fmla="*/ 1114920 h 1114920"/>
              <a:gd name="csX1364" fmla="*/ 234949 w 1722333"/>
              <a:gd name="csY1364" fmla="*/ 1114920 h 1114920"/>
              <a:gd name="csX1365" fmla="*/ 235122 w 1722333"/>
              <a:gd name="csY1365" fmla="*/ 1114920 h 1114920"/>
              <a:gd name="csX1366" fmla="*/ 235293 w 1722333"/>
              <a:gd name="csY1366" fmla="*/ 1114920 h 1114920"/>
              <a:gd name="csX1367" fmla="*/ 235466 w 1722333"/>
              <a:gd name="csY1367" fmla="*/ 1114920 h 1114920"/>
              <a:gd name="csX1368" fmla="*/ 235638 w 1722333"/>
              <a:gd name="csY1368" fmla="*/ 1114920 h 1114920"/>
              <a:gd name="csX1369" fmla="*/ 235810 w 1722333"/>
              <a:gd name="csY1369" fmla="*/ 1114920 h 1114920"/>
              <a:gd name="csX1370" fmla="*/ 235983 w 1722333"/>
              <a:gd name="csY1370" fmla="*/ 1114920 h 1114920"/>
              <a:gd name="csX1371" fmla="*/ 236155 w 1722333"/>
              <a:gd name="csY1371" fmla="*/ 1114920 h 1114920"/>
              <a:gd name="csX1372" fmla="*/ 236327 w 1722333"/>
              <a:gd name="csY1372" fmla="*/ 1114920 h 1114920"/>
              <a:gd name="csX1373" fmla="*/ 236500 w 1722333"/>
              <a:gd name="csY1373" fmla="*/ 1114920 h 1114920"/>
              <a:gd name="csX1374" fmla="*/ 236671 w 1722333"/>
              <a:gd name="csY1374" fmla="*/ 1114920 h 1114920"/>
              <a:gd name="csX1375" fmla="*/ 236844 w 1722333"/>
              <a:gd name="csY1375" fmla="*/ 1114920 h 1114920"/>
              <a:gd name="csX1376" fmla="*/ 237016 w 1722333"/>
              <a:gd name="csY1376" fmla="*/ 1114920 h 1114920"/>
              <a:gd name="csX1377" fmla="*/ 237188 w 1722333"/>
              <a:gd name="csY1377" fmla="*/ 1114920 h 1114920"/>
              <a:gd name="csX1378" fmla="*/ 237361 w 1722333"/>
              <a:gd name="csY1378" fmla="*/ 1114920 h 1114920"/>
              <a:gd name="csX1379" fmla="*/ 237533 w 1722333"/>
              <a:gd name="csY1379" fmla="*/ 1114920 h 1114920"/>
              <a:gd name="csX1380" fmla="*/ 237705 w 1722333"/>
              <a:gd name="csY1380" fmla="*/ 1114920 h 1114920"/>
              <a:gd name="csX1381" fmla="*/ 237877 w 1722333"/>
              <a:gd name="csY1381" fmla="*/ 1114920 h 1114920"/>
              <a:gd name="csX1382" fmla="*/ 238049 w 1722333"/>
              <a:gd name="csY1382" fmla="*/ 1114920 h 1114920"/>
              <a:gd name="csX1383" fmla="*/ 238222 w 1722333"/>
              <a:gd name="csY1383" fmla="*/ 1114920 h 1114920"/>
              <a:gd name="csX1384" fmla="*/ 238394 w 1722333"/>
              <a:gd name="csY1384" fmla="*/ 1114920 h 1114920"/>
              <a:gd name="csX1385" fmla="*/ 238566 w 1722333"/>
              <a:gd name="csY1385" fmla="*/ 1114920 h 1114920"/>
              <a:gd name="csX1386" fmla="*/ 238739 w 1722333"/>
              <a:gd name="csY1386" fmla="*/ 1114920 h 1114920"/>
              <a:gd name="csX1387" fmla="*/ 238911 w 1722333"/>
              <a:gd name="csY1387" fmla="*/ 1114920 h 1114920"/>
              <a:gd name="csX1388" fmla="*/ 239083 w 1722333"/>
              <a:gd name="csY1388" fmla="*/ 1114920 h 1114920"/>
              <a:gd name="csX1389" fmla="*/ 239255 w 1722333"/>
              <a:gd name="csY1389" fmla="*/ 1114920 h 1114920"/>
              <a:gd name="csX1390" fmla="*/ 239427 w 1722333"/>
              <a:gd name="csY1390" fmla="*/ 1114920 h 1114920"/>
              <a:gd name="csX1391" fmla="*/ 239600 w 1722333"/>
              <a:gd name="csY1391" fmla="*/ 1114920 h 1114920"/>
              <a:gd name="csX1392" fmla="*/ 239772 w 1722333"/>
              <a:gd name="csY1392" fmla="*/ 1114920 h 1114920"/>
              <a:gd name="csX1393" fmla="*/ 239944 w 1722333"/>
              <a:gd name="csY1393" fmla="*/ 1114920 h 1114920"/>
              <a:gd name="csX1394" fmla="*/ 240116 w 1722333"/>
              <a:gd name="csY1394" fmla="*/ 1114920 h 1114920"/>
              <a:gd name="csX1395" fmla="*/ 240289 w 1722333"/>
              <a:gd name="csY1395" fmla="*/ 1114920 h 1114920"/>
              <a:gd name="csX1396" fmla="*/ 240461 w 1722333"/>
              <a:gd name="csY1396" fmla="*/ 1114920 h 1114920"/>
              <a:gd name="csX1397" fmla="*/ 240633 w 1722333"/>
              <a:gd name="csY1397" fmla="*/ 1114920 h 1114920"/>
              <a:gd name="csX1398" fmla="*/ 240806 w 1722333"/>
              <a:gd name="csY1398" fmla="*/ 1114920 h 1114920"/>
              <a:gd name="csX1399" fmla="*/ 240978 w 1722333"/>
              <a:gd name="csY1399" fmla="*/ 1114920 h 1114920"/>
              <a:gd name="csX1400" fmla="*/ 241150 w 1722333"/>
              <a:gd name="csY1400" fmla="*/ 1114920 h 1114920"/>
              <a:gd name="csX1401" fmla="*/ 241322 w 1722333"/>
              <a:gd name="csY1401" fmla="*/ 1114920 h 1114920"/>
              <a:gd name="csX1402" fmla="*/ 241494 w 1722333"/>
              <a:gd name="csY1402" fmla="*/ 1114920 h 1114920"/>
              <a:gd name="csX1403" fmla="*/ 241667 w 1722333"/>
              <a:gd name="csY1403" fmla="*/ 1114920 h 1114920"/>
              <a:gd name="csX1404" fmla="*/ 241839 w 1722333"/>
              <a:gd name="csY1404" fmla="*/ 1114920 h 1114920"/>
              <a:gd name="csX1405" fmla="*/ 242011 w 1722333"/>
              <a:gd name="csY1405" fmla="*/ 1114920 h 1114920"/>
              <a:gd name="csX1406" fmla="*/ 242184 w 1722333"/>
              <a:gd name="csY1406" fmla="*/ 1114920 h 1114920"/>
              <a:gd name="csX1407" fmla="*/ 242355 w 1722333"/>
              <a:gd name="csY1407" fmla="*/ 1114920 h 1114920"/>
              <a:gd name="csX1408" fmla="*/ 242528 w 1722333"/>
              <a:gd name="csY1408" fmla="*/ 1114920 h 1114920"/>
              <a:gd name="csX1409" fmla="*/ 242701 w 1722333"/>
              <a:gd name="csY1409" fmla="*/ 1114920 h 1114920"/>
              <a:gd name="csX1410" fmla="*/ 242872 w 1722333"/>
              <a:gd name="csY1410" fmla="*/ 1114920 h 1114920"/>
              <a:gd name="csX1411" fmla="*/ 243045 w 1722333"/>
              <a:gd name="csY1411" fmla="*/ 1114920 h 1114920"/>
              <a:gd name="csX1412" fmla="*/ 243217 w 1722333"/>
              <a:gd name="csY1412" fmla="*/ 1114920 h 1114920"/>
              <a:gd name="csX1413" fmla="*/ 243389 w 1722333"/>
              <a:gd name="csY1413" fmla="*/ 1114920 h 1114920"/>
              <a:gd name="csX1414" fmla="*/ 243562 w 1722333"/>
              <a:gd name="csY1414" fmla="*/ 1114920 h 1114920"/>
              <a:gd name="csX1415" fmla="*/ 243733 w 1722333"/>
              <a:gd name="csY1415" fmla="*/ 1114920 h 1114920"/>
              <a:gd name="csX1416" fmla="*/ 243906 w 1722333"/>
              <a:gd name="csY1416" fmla="*/ 1114920 h 1114920"/>
              <a:gd name="csX1417" fmla="*/ 244079 w 1722333"/>
              <a:gd name="csY1417" fmla="*/ 1114920 h 1114920"/>
              <a:gd name="csX1418" fmla="*/ 244250 w 1722333"/>
              <a:gd name="csY1418" fmla="*/ 1114920 h 1114920"/>
              <a:gd name="csX1419" fmla="*/ 244423 w 1722333"/>
              <a:gd name="csY1419" fmla="*/ 1114920 h 1114920"/>
              <a:gd name="csX1420" fmla="*/ 244595 w 1722333"/>
              <a:gd name="csY1420" fmla="*/ 1114920 h 1114920"/>
              <a:gd name="csX1421" fmla="*/ 244767 w 1722333"/>
              <a:gd name="csY1421" fmla="*/ 1114920 h 1114920"/>
              <a:gd name="csX1422" fmla="*/ 244940 w 1722333"/>
              <a:gd name="csY1422" fmla="*/ 1114920 h 1114920"/>
              <a:gd name="csX1423" fmla="*/ 245111 w 1722333"/>
              <a:gd name="csY1423" fmla="*/ 1114920 h 1114920"/>
              <a:gd name="csX1424" fmla="*/ 245284 w 1722333"/>
              <a:gd name="csY1424" fmla="*/ 1114920 h 1114920"/>
              <a:gd name="csX1425" fmla="*/ 245457 w 1722333"/>
              <a:gd name="csY1425" fmla="*/ 1114920 h 1114920"/>
              <a:gd name="csX1426" fmla="*/ 245628 w 1722333"/>
              <a:gd name="csY1426" fmla="*/ 1114920 h 1114920"/>
              <a:gd name="csX1427" fmla="*/ 245801 w 1722333"/>
              <a:gd name="csY1427" fmla="*/ 1114920 h 1114920"/>
              <a:gd name="csX1428" fmla="*/ 245973 w 1722333"/>
              <a:gd name="csY1428" fmla="*/ 1114920 h 1114920"/>
              <a:gd name="csX1429" fmla="*/ 246145 w 1722333"/>
              <a:gd name="csY1429" fmla="*/ 1114920 h 1114920"/>
              <a:gd name="csX1430" fmla="*/ 246318 w 1722333"/>
              <a:gd name="csY1430" fmla="*/ 1114920 h 1114920"/>
              <a:gd name="csX1431" fmla="*/ 246490 w 1722333"/>
              <a:gd name="csY1431" fmla="*/ 1114920 h 1114920"/>
              <a:gd name="csX1432" fmla="*/ 246662 w 1722333"/>
              <a:gd name="csY1432" fmla="*/ 1114920 h 1114920"/>
              <a:gd name="csX1433" fmla="*/ 246835 w 1722333"/>
              <a:gd name="csY1433" fmla="*/ 1114920 h 1114920"/>
              <a:gd name="csX1434" fmla="*/ 247006 w 1722333"/>
              <a:gd name="csY1434" fmla="*/ 1114920 h 1114920"/>
              <a:gd name="csX1435" fmla="*/ 247179 w 1722333"/>
              <a:gd name="csY1435" fmla="*/ 1114920 h 1114920"/>
              <a:gd name="csX1436" fmla="*/ 247351 w 1722333"/>
              <a:gd name="csY1436" fmla="*/ 1114920 h 1114920"/>
              <a:gd name="csX1437" fmla="*/ 247523 w 1722333"/>
              <a:gd name="csY1437" fmla="*/ 1114920 h 1114920"/>
              <a:gd name="csX1438" fmla="*/ 247696 w 1722333"/>
              <a:gd name="csY1438" fmla="*/ 1114920 h 1114920"/>
              <a:gd name="csX1439" fmla="*/ 247868 w 1722333"/>
              <a:gd name="csY1439" fmla="*/ 1114920 h 1114920"/>
              <a:gd name="csX1440" fmla="*/ 248040 w 1722333"/>
              <a:gd name="csY1440" fmla="*/ 1114920 h 1114920"/>
              <a:gd name="csX1441" fmla="*/ 248212 w 1722333"/>
              <a:gd name="csY1441" fmla="*/ 1114920 h 1114920"/>
              <a:gd name="csX1442" fmla="*/ 248384 w 1722333"/>
              <a:gd name="csY1442" fmla="*/ 1114920 h 1114920"/>
              <a:gd name="csX1443" fmla="*/ 248557 w 1722333"/>
              <a:gd name="csY1443" fmla="*/ 1114920 h 1114920"/>
              <a:gd name="csX1444" fmla="*/ 248729 w 1722333"/>
              <a:gd name="csY1444" fmla="*/ 1114920 h 1114920"/>
              <a:gd name="csX1445" fmla="*/ 248901 w 1722333"/>
              <a:gd name="csY1445" fmla="*/ 1114920 h 1114920"/>
              <a:gd name="csX1446" fmla="*/ 249074 w 1722333"/>
              <a:gd name="csY1446" fmla="*/ 1114920 h 1114920"/>
              <a:gd name="csX1447" fmla="*/ 249246 w 1722333"/>
              <a:gd name="csY1447" fmla="*/ 1114920 h 1114920"/>
              <a:gd name="csX1448" fmla="*/ 249418 w 1722333"/>
              <a:gd name="csY1448" fmla="*/ 1114920 h 1114920"/>
              <a:gd name="csX1449" fmla="*/ 249590 w 1722333"/>
              <a:gd name="csY1449" fmla="*/ 1114920 h 1114920"/>
              <a:gd name="csX1450" fmla="*/ 249762 w 1722333"/>
              <a:gd name="csY1450" fmla="*/ 1114920 h 1114920"/>
              <a:gd name="csX1451" fmla="*/ 249935 w 1722333"/>
              <a:gd name="csY1451" fmla="*/ 1114920 h 1114920"/>
              <a:gd name="csX1452" fmla="*/ 250107 w 1722333"/>
              <a:gd name="csY1452" fmla="*/ 1114920 h 1114920"/>
              <a:gd name="csX1453" fmla="*/ 250279 w 1722333"/>
              <a:gd name="csY1453" fmla="*/ 1114920 h 1114920"/>
              <a:gd name="csX1454" fmla="*/ 250451 w 1722333"/>
              <a:gd name="csY1454" fmla="*/ 1114920 h 1114920"/>
              <a:gd name="csX1455" fmla="*/ 250624 w 1722333"/>
              <a:gd name="csY1455" fmla="*/ 1114920 h 1114920"/>
              <a:gd name="csX1456" fmla="*/ 250796 w 1722333"/>
              <a:gd name="csY1456" fmla="*/ 1114920 h 1114920"/>
              <a:gd name="csX1457" fmla="*/ 250968 w 1722333"/>
              <a:gd name="csY1457" fmla="*/ 1114920 h 1114920"/>
              <a:gd name="csX1458" fmla="*/ 251141 w 1722333"/>
              <a:gd name="csY1458" fmla="*/ 1114920 h 1114920"/>
              <a:gd name="csX1459" fmla="*/ 251313 w 1722333"/>
              <a:gd name="csY1459" fmla="*/ 1114920 h 1114920"/>
              <a:gd name="csX1460" fmla="*/ 251485 w 1722333"/>
              <a:gd name="csY1460" fmla="*/ 1114920 h 1114920"/>
              <a:gd name="csX1461" fmla="*/ 251657 w 1722333"/>
              <a:gd name="csY1461" fmla="*/ 1114920 h 1114920"/>
              <a:gd name="csX1462" fmla="*/ 251829 w 1722333"/>
              <a:gd name="csY1462" fmla="*/ 1114920 h 1114920"/>
              <a:gd name="csX1463" fmla="*/ 252002 w 1722333"/>
              <a:gd name="csY1463" fmla="*/ 1114920 h 1114920"/>
              <a:gd name="csX1464" fmla="*/ 252174 w 1722333"/>
              <a:gd name="csY1464" fmla="*/ 1114920 h 1114920"/>
              <a:gd name="csX1465" fmla="*/ 252346 w 1722333"/>
              <a:gd name="csY1465" fmla="*/ 1114920 h 1114920"/>
              <a:gd name="csX1466" fmla="*/ 252519 w 1722333"/>
              <a:gd name="csY1466" fmla="*/ 1114920 h 1114920"/>
              <a:gd name="csX1467" fmla="*/ 252691 w 1722333"/>
              <a:gd name="csY1467" fmla="*/ 1114920 h 1114920"/>
              <a:gd name="csX1468" fmla="*/ 252863 w 1722333"/>
              <a:gd name="csY1468" fmla="*/ 1114920 h 1114920"/>
              <a:gd name="csX1469" fmla="*/ 253036 w 1722333"/>
              <a:gd name="csY1469" fmla="*/ 1114920 h 1114920"/>
              <a:gd name="csX1470" fmla="*/ 253207 w 1722333"/>
              <a:gd name="csY1470" fmla="*/ 1114920 h 1114920"/>
              <a:gd name="csX1471" fmla="*/ 253380 w 1722333"/>
              <a:gd name="csY1471" fmla="*/ 1114920 h 1114920"/>
              <a:gd name="csX1472" fmla="*/ 253552 w 1722333"/>
              <a:gd name="csY1472" fmla="*/ 1114920 h 1114920"/>
              <a:gd name="csX1473" fmla="*/ 253724 w 1722333"/>
              <a:gd name="csY1473" fmla="*/ 1114920 h 1114920"/>
              <a:gd name="csX1474" fmla="*/ 253897 w 1722333"/>
              <a:gd name="csY1474" fmla="*/ 1114920 h 1114920"/>
              <a:gd name="csX1475" fmla="*/ 254068 w 1722333"/>
              <a:gd name="csY1475" fmla="*/ 1114920 h 1114920"/>
              <a:gd name="csX1476" fmla="*/ 254241 w 1722333"/>
              <a:gd name="csY1476" fmla="*/ 1114920 h 1114920"/>
              <a:gd name="csX1477" fmla="*/ 254414 w 1722333"/>
              <a:gd name="csY1477" fmla="*/ 1114920 h 1114920"/>
              <a:gd name="csX1478" fmla="*/ 254585 w 1722333"/>
              <a:gd name="csY1478" fmla="*/ 1114920 h 1114920"/>
              <a:gd name="csX1479" fmla="*/ 254758 w 1722333"/>
              <a:gd name="csY1479" fmla="*/ 1114920 h 1114920"/>
              <a:gd name="csX1480" fmla="*/ 254930 w 1722333"/>
              <a:gd name="csY1480" fmla="*/ 1114920 h 1114920"/>
              <a:gd name="csX1481" fmla="*/ 255102 w 1722333"/>
              <a:gd name="csY1481" fmla="*/ 1114920 h 1114920"/>
              <a:gd name="csX1482" fmla="*/ 255275 w 1722333"/>
              <a:gd name="csY1482" fmla="*/ 1114920 h 1114920"/>
              <a:gd name="csX1483" fmla="*/ 255446 w 1722333"/>
              <a:gd name="csY1483" fmla="*/ 1114920 h 1114920"/>
              <a:gd name="csX1484" fmla="*/ 255619 w 1722333"/>
              <a:gd name="csY1484" fmla="*/ 1114920 h 1114920"/>
              <a:gd name="csX1485" fmla="*/ 255792 w 1722333"/>
              <a:gd name="csY1485" fmla="*/ 1114920 h 1114920"/>
              <a:gd name="csX1486" fmla="*/ 255963 w 1722333"/>
              <a:gd name="csY1486" fmla="*/ 1114920 h 1114920"/>
              <a:gd name="csX1487" fmla="*/ 256136 w 1722333"/>
              <a:gd name="csY1487" fmla="*/ 1114920 h 1114920"/>
              <a:gd name="csX1488" fmla="*/ 256308 w 1722333"/>
              <a:gd name="csY1488" fmla="*/ 1114920 h 1114920"/>
              <a:gd name="csX1489" fmla="*/ 256480 w 1722333"/>
              <a:gd name="csY1489" fmla="*/ 1114920 h 1114920"/>
              <a:gd name="csX1490" fmla="*/ 256653 w 1722333"/>
              <a:gd name="csY1490" fmla="*/ 1114920 h 1114920"/>
              <a:gd name="csX1491" fmla="*/ 256824 w 1722333"/>
              <a:gd name="csY1491" fmla="*/ 1114920 h 1114920"/>
              <a:gd name="csX1492" fmla="*/ 256997 w 1722333"/>
              <a:gd name="csY1492" fmla="*/ 1114920 h 1114920"/>
              <a:gd name="csX1493" fmla="*/ 257170 w 1722333"/>
              <a:gd name="csY1493" fmla="*/ 1114920 h 1114920"/>
              <a:gd name="csX1494" fmla="*/ 257341 w 1722333"/>
              <a:gd name="csY1494" fmla="*/ 1114920 h 1114920"/>
              <a:gd name="csX1495" fmla="*/ 257514 w 1722333"/>
              <a:gd name="csY1495" fmla="*/ 1114920 h 1114920"/>
              <a:gd name="csX1496" fmla="*/ 257686 w 1722333"/>
              <a:gd name="csY1496" fmla="*/ 1114920 h 1114920"/>
              <a:gd name="csX1497" fmla="*/ 257858 w 1722333"/>
              <a:gd name="csY1497" fmla="*/ 1114920 h 1114920"/>
              <a:gd name="csX1498" fmla="*/ 258031 w 1722333"/>
              <a:gd name="csY1498" fmla="*/ 1114920 h 1114920"/>
              <a:gd name="csX1499" fmla="*/ 258203 w 1722333"/>
              <a:gd name="csY1499" fmla="*/ 1114920 h 1114920"/>
              <a:gd name="csX1500" fmla="*/ 258375 w 1722333"/>
              <a:gd name="csY1500" fmla="*/ 1114920 h 1114920"/>
              <a:gd name="csX1501" fmla="*/ 258547 w 1722333"/>
              <a:gd name="csY1501" fmla="*/ 1114920 h 1114920"/>
              <a:gd name="csX1502" fmla="*/ 258719 w 1722333"/>
              <a:gd name="csY1502" fmla="*/ 1114920 h 1114920"/>
              <a:gd name="csX1503" fmla="*/ 258892 w 1722333"/>
              <a:gd name="csY1503" fmla="*/ 1114920 h 1114920"/>
              <a:gd name="csX1504" fmla="*/ 259064 w 1722333"/>
              <a:gd name="csY1504" fmla="*/ 1114920 h 1114920"/>
              <a:gd name="csX1505" fmla="*/ 259236 w 1722333"/>
              <a:gd name="csY1505" fmla="*/ 1114920 h 1114920"/>
              <a:gd name="csX1506" fmla="*/ 259409 w 1722333"/>
              <a:gd name="csY1506" fmla="*/ 1114920 h 1114920"/>
              <a:gd name="csX1507" fmla="*/ 259581 w 1722333"/>
              <a:gd name="csY1507" fmla="*/ 1114920 h 1114920"/>
              <a:gd name="csX1508" fmla="*/ 259753 w 1722333"/>
              <a:gd name="csY1508" fmla="*/ 1114920 h 1114920"/>
              <a:gd name="csX1509" fmla="*/ 259925 w 1722333"/>
              <a:gd name="csY1509" fmla="*/ 1114920 h 1114920"/>
              <a:gd name="csX1510" fmla="*/ 260098 w 1722333"/>
              <a:gd name="csY1510" fmla="*/ 1114920 h 1114920"/>
              <a:gd name="csX1511" fmla="*/ 260270 w 1722333"/>
              <a:gd name="csY1511" fmla="*/ 1114920 h 1114920"/>
              <a:gd name="csX1512" fmla="*/ 260442 w 1722333"/>
              <a:gd name="csY1512" fmla="*/ 1114920 h 1114920"/>
              <a:gd name="csX1513" fmla="*/ 260614 w 1722333"/>
              <a:gd name="csY1513" fmla="*/ 1114920 h 1114920"/>
              <a:gd name="csX1514" fmla="*/ 260787 w 1722333"/>
              <a:gd name="csY1514" fmla="*/ 1114920 h 1114920"/>
              <a:gd name="csX1515" fmla="*/ 260959 w 1722333"/>
              <a:gd name="csY1515" fmla="*/ 1114920 h 1114920"/>
              <a:gd name="csX1516" fmla="*/ 261131 w 1722333"/>
              <a:gd name="csY1516" fmla="*/ 1114920 h 1114920"/>
              <a:gd name="csX1517" fmla="*/ 261303 w 1722333"/>
              <a:gd name="csY1517" fmla="*/ 1114920 h 1114920"/>
              <a:gd name="csX1518" fmla="*/ 261476 w 1722333"/>
              <a:gd name="csY1518" fmla="*/ 1114920 h 1114920"/>
              <a:gd name="csX1519" fmla="*/ 261648 w 1722333"/>
              <a:gd name="csY1519" fmla="*/ 1114920 h 1114920"/>
              <a:gd name="csX1520" fmla="*/ 261820 w 1722333"/>
              <a:gd name="csY1520" fmla="*/ 1114920 h 1114920"/>
              <a:gd name="csX1521" fmla="*/ 261992 w 1722333"/>
              <a:gd name="csY1521" fmla="*/ 1114920 h 1114920"/>
              <a:gd name="csX1522" fmla="*/ 262164 w 1722333"/>
              <a:gd name="csY1522" fmla="*/ 1114920 h 1114920"/>
              <a:gd name="csX1523" fmla="*/ 262337 w 1722333"/>
              <a:gd name="csY1523" fmla="*/ 1114920 h 1114920"/>
              <a:gd name="csX1524" fmla="*/ 262509 w 1722333"/>
              <a:gd name="csY1524" fmla="*/ 1114920 h 1114920"/>
              <a:gd name="csX1525" fmla="*/ 262681 w 1722333"/>
              <a:gd name="csY1525" fmla="*/ 1114920 h 1114920"/>
              <a:gd name="csX1526" fmla="*/ 262854 w 1722333"/>
              <a:gd name="csY1526" fmla="*/ 1114920 h 1114920"/>
              <a:gd name="csX1527" fmla="*/ 263026 w 1722333"/>
              <a:gd name="csY1527" fmla="*/ 1114920 h 1114920"/>
              <a:gd name="csX1528" fmla="*/ 263198 w 1722333"/>
              <a:gd name="csY1528" fmla="*/ 1114920 h 1114920"/>
              <a:gd name="csX1529" fmla="*/ 263371 w 1722333"/>
              <a:gd name="csY1529" fmla="*/ 1114920 h 1114920"/>
              <a:gd name="csX1530" fmla="*/ 263542 w 1722333"/>
              <a:gd name="csY1530" fmla="*/ 1114920 h 1114920"/>
              <a:gd name="csX1531" fmla="*/ 263715 w 1722333"/>
              <a:gd name="csY1531" fmla="*/ 1114920 h 1114920"/>
              <a:gd name="csX1532" fmla="*/ 263887 w 1722333"/>
              <a:gd name="csY1532" fmla="*/ 1114920 h 1114920"/>
              <a:gd name="csX1533" fmla="*/ 264059 w 1722333"/>
              <a:gd name="csY1533" fmla="*/ 1114920 h 1114920"/>
              <a:gd name="csX1534" fmla="*/ 264232 w 1722333"/>
              <a:gd name="csY1534" fmla="*/ 1114920 h 1114920"/>
              <a:gd name="csX1535" fmla="*/ 264403 w 1722333"/>
              <a:gd name="csY1535" fmla="*/ 1114920 h 1114920"/>
              <a:gd name="csX1536" fmla="*/ 264576 w 1722333"/>
              <a:gd name="csY1536" fmla="*/ 1114920 h 1114920"/>
              <a:gd name="csX1537" fmla="*/ 264749 w 1722333"/>
              <a:gd name="csY1537" fmla="*/ 1114920 h 1114920"/>
              <a:gd name="csX1538" fmla="*/ 264920 w 1722333"/>
              <a:gd name="csY1538" fmla="*/ 1114920 h 1114920"/>
              <a:gd name="csX1539" fmla="*/ 265093 w 1722333"/>
              <a:gd name="csY1539" fmla="*/ 1114920 h 1114920"/>
              <a:gd name="csX1540" fmla="*/ 265265 w 1722333"/>
              <a:gd name="csY1540" fmla="*/ 1114920 h 1114920"/>
              <a:gd name="csX1541" fmla="*/ 265437 w 1722333"/>
              <a:gd name="csY1541" fmla="*/ 1114920 h 1114920"/>
              <a:gd name="csX1542" fmla="*/ 265610 w 1722333"/>
              <a:gd name="csY1542" fmla="*/ 1114920 h 1114920"/>
              <a:gd name="csX1543" fmla="*/ 265781 w 1722333"/>
              <a:gd name="csY1543" fmla="*/ 1114920 h 1114920"/>
              <a:gd name="csX1544" fmla="*/ 265954 w 1722333"/>
              <a:gd name="csY1544" fmla="*/ 1114920 h 1114920"/>
              <a:gd name="csX1545" fmla="*/ 266127 w 1722333"/>
              <a:gd name="csY1545" fmla="*/ 1114920 h 1114920"/>
              <a:gd name="csX1546" fmla="*/ 266298 w 1722333"/>
              <a:gd name="csY1546" fmla="*/ 1114920 h 1114920"/>
              <a:gd name="csX1547" fmla="*/ 266471 w 1722333"/>
              <a:gd name="csY1547" fmla="*/ 1114920 h 1114920"/>
              <a:gd name="csX1548" fmla="*/ 266643 w 1722333"/>
              <a:gd name="csY1548" fmla="*/ 1114920 h 1114920"/>
              <a:gd name="csX1549" fmla="*/ 266815 w 1722333"/>
              <a:gd name="csY1549" fmla="*/ 1114920 h 1114920"/>
              <a:gd name="csX1550" fmla="*/ 266988 w 1722333"/>
              <a:gd name="csY1550" fmla="*/ 1114920 h 1114920"/>
              <a:gd name="csX1551" fmla="*/ 267160 w 1722333"/>
              <a:gd name="csY1551" fmla="*/ 1114920 h 1114920"/>
              <a:gd name="csX1552" fmla="*/ 267332 w 1722333"/>
              <a:gd name="csY1552" fmla="*/ 1114920 h 1114920"/>
              <a:gd name="csX1553" fmla="*/ 267505 w 1722333"/>
              <a:gd name="csY1553" fmla="*/ 1114920 h 1114920"/>
              <a:gd name="csX1554" fmla="*/ 267676 w 1722333"/>
              <a:gd name="csY1554" fmla="*/ 1114920 h 1114920"/>
              <a:gd name="csX1555" fmla="*/ 267849 w 1722333"/>
              <a:gd name="csY1555" fmla="*/ 1114920 h 1114920"/>
              <a:gd name="csX1556" fmla="*/ 268021 w 1722333"/>
              <a:gd name="csY1556" fmla="*/ 1114920 h 1114920"/>
              <a:gd name="csX1557" fmla="*/ 268193 w 1722333"/>
              <a:gd name="csY1557" fmla="*/ 1114920 h 1114920"/>
              <a:gd name="csX1558" fmla="*/ 268366 w 1722333"/>
              <a:gd name="csY1558" fmla="*/ 1114920 h 1114920"/>
              <a:gd name="csX1559" fmla="*/ 268538 w 1722333"/>
              <a:gd name="csY1559" fmla="*/ 1114920 h 1114920"/>
              <a:gd name="csX1560" fmla="*/ 268710 w 1722333"/>
              <a:gd name="csY1560" fmla="*/ 1114920 h 1114920"/>
              <a:gd name="csX1561" fmla="*/ 268882 w 1722333"/>
              <a:gd name="csY1561" fmla="*/ 1114920 h 1114920"/>
              <a:gd name="csX1562" fmla="*/ 269054 w 1722333"/>
              <a:gd name="csY1562" fmla="*/ 1114920 h 1114920"/>
              <a:gd name="csX1563" fmla="*/ 269227 w 1722333"/>
              <a:gd name="csY1563" fmla="*/ 1114920 h 1114920"/>
              <a:gd name="csX1564" fmla="*/ 269399 w 1722333"/>
              <a:gd name="csY1564" fmla="*/ 1114920 h 1114920"/>
              <a:gd name="csX1565" fmla="*/ 269571 w 1722333"/>
              <a:gd name="csY1565" fmla="*/ 1114920 h 1114920"/>
              <a:gd name="csX1566" fmla="*/ 269744 w 1722333"/>
              <a:gd name="csY1566" fmla="*/ 1114920 h 1114920"/>
              <a:gd name="csX1567" fmla="*/ 269916 w 1722333"/>
              <a:gd name="csY1567" fmla="*/ 1114920 h 1114920"/>
              <a:gd name="csX1568" fmla="*/ 270088 w 1722333"/>
              <a:gd name="csY1568" fmla="*/ 1114920 h 1114920"/>
              <a:gd name="csX1569" fmla="*/ 270260 w 1722333"/>
              <a:gd name="csY1569" fmla="*/ 1114920 h 1114920"/>
              <a:gd name="csX1570" fmla="*/ 270433 w 1722333"/>
              <a:gd name="csY1570" fmla="*/ 1114920 h 1114920"/>
              <a:gd name="csX1571" fmla="*/ 270605 w 1722333"/>
              <a:gd name="csY1571" fmla="*/ 1114920 h 1114920"/>
              <a:gd name="csX1572" fmla="*/ 270777 w 1722333"/>
              <a:gd name="csY1572" fmla="*/ 1114920 h 1114920"/>
              <a:gd name="csX1573" fmla="*/ 270949 w 1722333"/>
              <a:gd name="csY1573" fmla="*/ 1114920 h 1114920"/>
              <a:gd name="csX1574" fmla="*/ 271122 w 1722333"/>
              <a:gd name="csY1574" fmla="*/ 1114920 h 1114920"/>
              <a:gd name="csX1575" fmla="*/ 271294 w 1722333"/>
              <a:gd name="csY1575" fmla="*/ 1114920 h 1114920"/>
              <a:gd name="csX1576" fmla="*/ 271466 w 1722333"/>
              <a:gd name="csY1576" fmla="*/ 1114920 h 1114920"/>
              <a:gd name="csX1577" fmla="*/ 271638 w 1722333"/>
              <a:gd name="csY1577" fmla="*/ 1114920 h 1114920"/>
              <a:gd name="csX1578" fmla="*/ 271811 w 1722333"/>
              <a:gd name="csY1578" fmla="*/ 1114920 h 1114920"/>
              <a:gd name="csX1579" fmla="*/ 271983 w 1722333"/>
              <a:gd name="csY1579" fmla="*/ 1114920 h 1114920"/>
              <a:gd name="csX1580" fmla="*/ 272155 w 1722333"/>
              <a:gd name="csY1580" fmla="*/ 1114920 h 1114920"/>
              <a:gd name="csX1581" fmla="*/ 272327 w 1722333"/>
              <a:gd name="csY1581" fmla="*/ 1114920 h 1114920"/>
              <a:gd name="csX1582" fmla="*/ 272499 w 1722333"/>
              <a:gd name="csY1582" fmla="*/ 1114920 h 1114920"/>
              <a:gd name="csX1583" fmla="*/ 272672 w 1722333"/>
              <a:gd name="csY1583" fmla="*/ 1114920 h 1114920"/>
              <a:gd name="csX1584" fmla="*/ 272844 w 1722333"/>
              <a:gd name="csY1584" fmla="*/ 1114920 h 1114920"/>
              <a:gd name="csX1585" fmla="*/ 273016 w 1722333"/>
              <a:gd name="csY1585" fmla="*/ 1114920 h 1114920"/>
              <a:gd name="csX1586" fmla="*/ 273189 w 1722333"/>
              <a:gd name="csY1586" fmla="*/ 1114920 h 1114920"/>
              <a:gd name="csX1587" fmla="*/ 273361 w 1722333"/>
              <a:gd name="csY1587" fmla="*/ 1114920 h 1114920"/>
              <a:gd name="csX1588" fmla="*/ 273533 w 1722333"/>
              <a:gd name="csY1588" fmla="*/ 1114920 h 1114920"/>
              <a:gd name="csX1589" fmla="*/ 273706 w 1722333"/>
              <a:gd name="csY1589" fmla="*/ 1114920 h 1114920"/>
              <a:gd name="csX1590" fmla="*/ 273877 w 1722333"/>
              <a:gd name="csY1590" fmla="*/ 1114920 h 1114920"/>
              <a:gd name="csX1591" fmla="*/ 274050 w 1722333"/>
              <a:gd name="csY1591" fmla="*/ 1114920 h 1114920"/>
              <a:gd name="csX1592" fmla="*/ 274222 w 1722333"/>
              <a:gd name="csY1592" fmla="*/ 1114920 h 1114920"/>
              <a:gd name="csX1593" fmla="*/ 274394 w 1722333"/>
              <a:gd name="csY1593" fmla="*/ 1114920 h 1114920"/>
              <a:gd name="csX1594" fmla="*/ 274567 w 1722333"/>
              <a:gd name="csY1594" fmla="*/ 1114920 h 1114920"/>
              <a:gd name="csX1595" fmla="*/ 274738 w 1722333"/>
              <a:gd name="csY1595" fmla="*/ 1114920 h 1114920"/>
              <a:gd name="csX1596" fmla="*/ 274911 w 1722333"/>
              <a:gd name="csY1596" fmla="*/ 1114920 h 1114920"/>
              <a:gd name="csX1597" fmla="*/ 275084 w 1722333"/>
              <a:gd name="csY1597" fmla="*/ 1114920 h 1114920"/>
              <a:gd name="csX1598" fmla="*/ 275255 w 1722333"/>
              <a:gd name="csY1598" fmla="*/ 1114920 h 1114920"/>
              <a:gd name="csX1599" fmla="*/ 275428 w 1722333"/>
              <a:gd name="csY1599" fmla="*/ 1114920 h 1114920"/>
              <a:gd name="csX1600" fmla="*/ 275600 w 1722333"/>
              <a:gd name="csY1600" fmla="*/ 1114920 h 1114920"/>
              <a:gd name="csX1601" fmla="*/ 275772 w 1722333"/>
              <a:gd name="csY1601" fmla="*/ 1114920 h 1114920"/>
              <a:gd name="csX1602" fmla="*/ 275945 w 1722333"/>
              <a:gd name="csY1602" fmla="*/ 1114920 h 1114920"/>
              <a:gd name="csX1603" fmla="*/ 276116 w 1722333"/>
              <a:gd name="csY1603" fmla="*/ 1114920 h 1114920"/>
              <a:gd name="csX1604" fmla="*/ 276289 w 1722333"/>
              <a:gd name="csY1604" fmla="*/ 1114920 h 1114920"/>
              <a:gd name="csX1605" fmla="*/ 276462 w 1722333"/>
              <a:gd name="csY1605" fmla="*/ 1114920 h 1114920"/>
              <a:gd name="csX1606" fmla="*/ 276633 w 1722333"/>
              <a:gd name="csY1606" fmla="*/ 1114920 h 1114920"/>
              <a:gd name="csX1607" fmla="*/ 276806 w 1722333"/>
              <a:gd name="csY1607" fmla="*/ 1114920 h 1114920"/>
              <a:gd name="csX1608" fmla="*/ 276978 w 1722333"/>
              <a:gd name="csY1608" fmla="*/ 1114920 h 1114920"/>
              <a:gd name="csX1609" fmla="*/ 277150 w 1722333"/>
              <a:gd name="csY1609" fmla="*/ 1114920 h 1114920"/>
              <a:gd name="csX1610" fmla="*/ 277323 w 1722333"/>
              <a:gd name="csY1610" fmla="*/ 1114920 h 1114920"/>
              <a:gd name="csX1611" fmla="*/ 277495 w 1722333"/>
              <a:gd name="csY1611" fmla="*/ 1114920 h 1114920"/>
              <a:gd name="csX1612" fmla="*/ 277667 w 1722333"/>
              <a:gd name="csY1612" fmla="*/ 1114920 h 1114920"/>
              <a:gd name="csX1613" fmla="*/ 277840 w 1722333"/>
              <a:gd name="csY1613" fmla="*/ 1114920 h 1114920"/>
              <a:gd name="csX1614" fmla="*/ 278011 w 1722333"/>
              <a:gd name="csY1614" fmla="*/ 1114920 h 1114920"/>
              <a:gd name="csX1615" fmla="*/ 278184 w 1722333"/>
              <a:gd name="csY1615" fmla="*/ 1114920 h 1114920"/>
              <a:gd name="csX1616" fmla="*/ 278356 w 1722333"/>
              <a:gd name="csY1616" fmla="*/ 1114920 h 1114920"/>
              <a:gd name="csX1617" fmla="*/ 278528 w 1722333"/>
              <a:gd name="csY1617" fmla="*/ 1114920 h 1114920"/>
              <a:gd name="csX1618" fmla="*/ 278701 w 1722333"/>
              <a:gd name="csY1618" fmla="*/ 1114920 h 1114920"/>
              <a:gd name="csX1619" fmla="*/ 278873 w 1722333"/>
              <a:gd name="csY1619" fmla="*/ 1114920 h 1114920"/>
              <a:gd name="csX1620" fmla="*/ 279045 w 1722333"/>
              <a:gd name="csY1620" fmla="*/ 1114920 h 1114920"/>
              <a:gd name="csX1621" fmla="*/ 279218 w 1722333"/>
              <a:gd name="csY1621" fmla="*/ 1114920 h 1114920"/>
              <a:gd name="csX1622" fmla="*/ 279389 w 1722333"/>
              <a:gd name="csY1622" fmla="*/ 1114920 h 1114920"/>
              <a:gd name="csX1623" fmla="*/ 279562 w 1722333"/>
              <a:gd name="csY1623" fmla="*/ 1114920 h 1114920"/>
              <a:gd name="csX1624" fmla="*/ 279734 w 1722333"/>
              <a:gd name="csY1624" fmla="*/ 1114920 h 1114920"/>
              <a:gd name="csX1625" fmla="*/ 279906 w 1722333"/>
              <a:gd name="csY1625" fmla="*/ 1114920 h 1114920"/>
              <a:gd name="csX1626" fmla="*/ 280079 w 1722333"/>
              <a:gd name="csY1626" fmla="*/ 1114920 h 1114920"/>
              <a:gd name="csX1627" fmla="*/ 280251 w 1722333"/>
              <a:gd name="csY1627" fmla="*/ 1114920 h 1114920"/>
              <a:gd name="csX1628" fmla="*/ 280423 w 1722333"/>
              <a:gd name="csY1628" fmla="*/ 1114920 h 1114920"/>
              <a:gd name="csX1629" fmla="*/ 280595 w 1722333"/>
              <a:gd name="csY1629" fmla="*/ 1114920 h 1114920"/>
              <a:gd name="csX1630" fmla="*/ 280768 w 1722333"/>
              <a:gd name="csY1630" fmla="*/ 1114920 h 1114920"/>
              <a:gd name="csX1631" fmla="*/ 280940 w 1722333"/>
              <a:gd name="csY1631" fmla="*/ 1114920 h 1114920"/>
              <a:gd name="csX1632" fmla="*/ 281112 w 1722333"/>
              <a:gd name="csY1632" fmla="*/ 1114920 h 1114920"/>
              <a:gd name="csX1633" fmla="*/ 281284 w 1722333"/>
              <a:gd name="csY1633" fmla="*/ 1114920 h 1114920"/>
              <a:gd name="csX1634" fmla="*/ 281457 w 1722333"/>
              <a:gd name="csY1634" fmla="*/ 1114920 h 1114920"/>
              <a:gd name="csX1635" fmla="*/ 281629 w 1722333"/>
              <a:gd name="csY1635" fmla="*/ 1114920 h 1114920"/>
              <a:gd name="csX1636" fmla="*/ 281801 w 1722333"/>
              <a:gd name="csY1636" fmla="*/ 1114920 h 1114920"/>
              <a:gd name="csX1637" fmla="*/ 281973 w 1722333"/>
              <a:gd name="csY1637" fmla="*/ 1114920 h 1114920"/>
              <a:gd name="csX1638" fmla="*/ 282146 w 1722333"/>
              <a:gd name="csY1638" fmla="*/ 1114920 h 1114920"/>
              <a:gd name="csX1639" fmla="*/ 282318 w 1722333"/>
              <a:gd name="csY1639" fmla="*/ 1114920 h 1114920"/>
              <a:gd name="csX1640" fmla="*/ 282490 w 1722333"/>
              <a:gd name="csY1640" fmla="*/ 1114920 h 1114920"/>
              <a:gd name="csX1641" fmla="*/ 282662 w 1722333"/>
              <a:gd name="csY1641" fmla="*/ 1114920 h 1114920"/>
              <a:gd name="csX1642" fmla="*/ 282834 w 1722333"/>
              <a:gd name="csY1642" fmla="*/ 1114920 h 1114920"/>
              <a:gd name="csX1643" fmla="*/ 283007 w 1722333"/>
              <a:gd name="csY1643" fmla="*/ 1114920 h 1114920"/>
              <a:gd name="csX1644" fmla="*/ 283179 w 1722333"/>
              <a:gd name="csY1644" fmla="*/ 1114920 h 1114920"/>
              <a:gd name="csX1645" fmla="*/ 283351 w 1722333"/>
              <a:gd name="csY1645" fmla="*/ 1114920 h 1114920"/>
              <a:gd name="csX1646" fmla="*/ 283524 w 1722333"/>
              <a:gd name="csY1646" fmla="*/ 1114920 h 1114920"/>
              <a:gd name="csX1647" fmla="*/ 283696 w 1722333"/>
              <a:gd name="csY1647" fmla="*/ 1114920 h 1114920"/>
              <a:gd name="csX1648" fmla="*/ 283868 w 1722333"/>
              <a:gd name="csY1648" fmla="*/ 1114920 h 1114920"/>
              <a:gd name="csX1649" fmla="*/ 284041 w 1722333"/>
              <a:gd name="csY1649" fmla="*/ 1114920 h 1114920"/>
              <a:gd name="csX1650" fmla="*/ 284212 w 1722333"/>
              <a:gd name="csY1650" fmla="*/ 1114920 h 1114920"/>
              <a:gd name="csX1651" fmla="*/ 284385 w 1722333"/>
              <a:gd name="csY1651" fmla="*/ 1114920 h 1114920"/>
              <a:gd name="csX1652" fmla="*/ 284557 w 1722333"/>
              <a:gd name="csY1652" fmla="*/ 1114920 h 1114920"/>
              <a:gd name="csX1653" fmla="*/ 284729 w 1722333"/>
              <a:gd name="csY1653" fmla="*/ 1114920 h 1114920"/>
              <a:gd name="csX1654" fmla="*/ 284902 w 1722333"/>
              <a:gd name="csY1654" fmla="*/ 1114920 h 1114920"/>
              <a:gd name="csX1655" fmla="*/ 285073 w 1722333"/>
              <a:gd name="csY1655" fmla="*/ 1114920 h 1114920"/>
              <a:gd name="csX1656" fmla="*/ 285246 w 1722333"/>
              <a:gd name="csY1656" fmla="*/ 1114920 h 1114920"/>
              <a:gd name="csX1657" fmla="*/ 285419 w 1722333"/>
              <a:gd name="csY1657" fmla="*/ 1114920 h 1114920"/>
              <a:gd name="csX1658" fmla="*/ 285590 w 1722333"/>
              <a:gd name="csY1658" fmla="*/ 1114920 h 1114920"/>
              <a:gd name="csX1659" fmla="*/ 285763 w 1722333"/>
              <a:gd name="csY1659" fmla="*/ 1114920 h 1114920"/>
              <a:gd name="csX1660" fmla="*/ 285935 w 1722333"/>
              <a:gd name="csY1660" fmla="*/ 1114920 h 1114920"/>
              <a:gd name="csX1661" fmla="*/ 286107 w 1722333"/>
              <a:gd name="csY1661" fmla="*/ 1114920 h 1114920"/>
              <a:gd name="csX1662" fmla="*/ 286280 w 1722333"/>
              <a:gd name="csY1662" fmla="*/ 1114920 h 1114920"/>
              <a:gd name="csX1663" fmla="*/ 286451 w 1722333"/>
              <a:gd name="csY1663" fmla="*/ 1114920 h 1114920"/>
              <a:gd name="csX1664" fmla="*/ 286624 w 1722333"/>
              <a:gd name="csY1664" fmla="*/ 1114920 h 1114920"/>
              <a:gd name="csX1665" fmla="*/ 286797 w 1722333"/>
              <a:gd name="csY1665" fmla="*/ 1114920 h 1114920"/>
              <a:gd name="csX1666" fmla="*/ 286968 w 1722333"/>
              <a:gd name="csY1666" fmla="*/ 1114920 h 1114920"/>
              <a:gd name="csX1667" fmla="*/ 287141 w 1722333"/>
              <a:gd name="csY1667" fmla="*/ 1114920 h 1114920"/>
              <a:gd name="csX1668" fmla="*/ 287313 w 1722333"/>
              <a:gd name="csY1668" fmla="*/ 1114920 h 1114920"/>
              <a:gd name="csX1669" fmla="*/ 287485 w 1722333"/>
              <a:gd name="csY1669" fmla="*/ 1114920 h 1114920"/>
              <a:gd name="csX1670" fmla="*/ 287658 w 1722333"/>
              <a:gd name="csY1670" fmla="*/ 1114920 h 1114920"/>
              <a:gd name="csX1671" fmla="*/ 287830 w 1722333"/>
              <a:gd name="csY1671" fmla="*/ 1114920 h 1114920"/>
              <a:gd name="csX1672" fmla="*/ 288002 w 1722333"/>
              <a:gd name="csY1672" fmla="*/ 1114920 h 1114920"/>
              <a:gd name="csX1673" fmla="*/ 288175 w 1722333"/>
              <a:gd name="csY1673" fmla="*/ 1114920 h 1114920"/>
              <a:gd name="csX1674" fmla="*/ 288346 w 1722333"/>
              <a:gd name="csY1674" fmla="*/ 1114920 h 1114920"/>
              <a:gd name="csX1675" fmla="*/ 288519 w 1722333"/>
              <a:gd name="csY1675" fmla="*/ 1114920 h 1114920"/>
              <a:gd name="csX1676" fmla="*/ 288691 w 1722333"/>
              <a:gd name="csY1676" fmla="*/ 1114920 h 1114920"/>
              <a:gd name="csX1677" fmla="*/ 288863 w 1722333"/>
              <a:gd name="csY1677" fmla="*/ 1114920 h 1114920"/>
              <a:gd name="csX1678" fmla="*/ 289036 w 1722333"/>
              <a:gd name="csY1678" fmla="*/ 1114920 h 1114920"/>
              <a:gd name="csX1679" fmla="*/ 289208 w 1722333"/>
              <a:gd name="csY1679" fmla="*/ 1114920 h 1114920"/>
              <a:gd name="csX1680" fmla="*/ 289380 w 1722333"/>
              <a:gd name="csY1680" fmla="*/ 1114920 h 1114920"/>
              <a:gd name="csX1681" fmla="*/ 289553 w 1722333"/>
              <a:gd name="csY1681" fmla="*/ 1114920 h 1114920"/>
              <a:gd name="csX1682" fmla="*/ 289724 w 1722333"/>
              <a:gd name="csY1682" fmla="*/ 1114920 h 1114920"/>
              <a:gd name="csX1683" fmla="*/ 289897 w 1722333"/>
              <a:gd name="csY1683" fmla="*/ 1114920 h 1114920"/>
              <a:gd name="csX1684" fmla="*/ 290069 w 1722333"/>
              <a:gd name="csY1684" fmla="*/ 1114920 h 1114920"/>
              <a:gd name="csX1685" fmla="*/ 290241 w 1722333"/>
              <a:gd name="csY1685" fmla="*/ 1114920 h 1114920"/>
              <a:gd name="csX1686" fmla="*/ 290414 w 1722333"/>
              <a:gd name="csY1686" fmla="*/ 1114920 h 1114920"/>
              <a:gd name="csX1687" fmla="*/ 290586 w 1722333"/>
              <a:gd name="csY1687" fmla="*/ 1114920 h 1114920"/>
              <a:gd name="csX1688" fmla="*/ 290758 w 1722333"/>
              <a:gd name="csY1688" fmla="*/ 1114920 h 1114920"/>
              <a:gd name="csX1689" fmla="*/ 290930 w 1722333"/>
              <a:gd name="csY1689" fmla="*/ 1114920 h 1114920"/>
              <a:gd name="csX1690" fmla="*/ 291103 w 1722333"/>
              <a:gd name="csY1690" fmla="*/ 1114920 h 1114920"/>
              <a:gd name="csX1691" fmla="*/ 291275 w 1722333"/>
              <a:gd name="csY1691" fmla="*/ 1114920 h 1114920"/>
              <a:gd name="csX1692" fmla="*/ 291447 w 1722333"/>
              <a:gd name="csY1692" fmla="*/ 1114920 h 1114920"/>
              <a:gd name="csX1693" fmla="*/ 291619 w 1722333"/>
              <a:gd name="csY1693" fmla="*/ 1114920 h 1114920"/>
              <a:gd name="csX1694" fmla="*/ 291792 w 1722333"/>
              <a:gd name="csY1694" fmla="*/ 1114920 h 1114920"/>
              <a:gd name="csX1695" fmla="*/ 291964 w 1722333"/>
              <a:gd name="csY1695" fmla="*/ 1114920 h 1114920"/>
              <a:gd name="csX1696" fmla="*/ 292136 w 1722333"/>
              <a:gd name="csY1696" fmla="*/ 1114920 h 1114920"/>
              <a:gd name="csX1697" fmla="*/ 292308 w 1722333"/>
              <a:gd name="csY1697" fmla="*/ 1114920 h 1114920"/>
              <a:gd name="csX1698" fmla="*/ 292481 w 1722333"/>
              <a:gd name="csY1698" fmla="*/ 1114920 h 1114920"/>
              <a:gd name="csX1699" fmla="*/ 292653 w 1722333"/>
              <a:gd name="csY1699" fmla="*/ 1114920 h 1114920"/>
              <a:gd name="csX1700" fmla="*/ 292825 w 1722333"/>
              <a:gd name="csY1700" fmla="*/ 1114920 h 1114920"/>
              <a:gd name="csX1701" fmla="*/ 292997 w 1722333"/>
              <a:gd name="csY1701" fmla="*/ 1114920 h 1114920"/>
              <a:gd name="csX1702" fmla="*/ 293169 w 1722333"/>
              <a:gd name="csY1702" fmla="*/ 1114920 h 1114920"/>
              <a:gd name="csX1703" fmla="*/ 293342 w 1722333"/>
              <a:gd name="csY1703" fmla="*/ 1114920 h 1114920"/>
              <a:gd name="csX1704" fmla="*/ 293514 w 1722333"/>
              <a:gd name="csY1704" fmla="*/ 1114920 h 1114920"/>
              <a:gd name="csX1705" fmla="*/ 293686 w 1722333"/>
              <a:gd name="csY1705" fmla="*/ 1114920 h 1114920"/>
              <a:gd name="csX1706" fmla="*/ 293859 w 1722333"/>
              <a:gd name="csY1706" fmla="*/ 1114920 h 1114920"/>
              <a:gd name="csX1707" fmla="*/ 294031 w 1722333"/>
              <a:gd name="csY1707" fmla="*/ 1114920 h 1114920"/>
              <a:gd name="csX1708" fmla="*/ 294203 w 1722333"/>
              <a:gd name="csY1708" fmla="*/ 1114920 h 1114920"/>
              <a:gd name="csX1709" fmla="*/ 294376 w 1722333"/>
              <a:gd name="csY1709" fmla="*/ 1114920 h 1114920"/>
              <a:gd name="csX1710" fmla="*/ 294547 w 1722333"/>
              <a:gd name="csY1710" fmla="*/ 1114920 h 1114920"/>
              <a:gd name="csX1711" fmla="*/ 294720 w 1722333"/>
              <a:gd name="csY1711" fmla="*/ 1114920 h 1114920"/>
              <a:gd name="csX1712" fmla="*/ 294892 w 1722333"/>
              <a:gd name="csY1712" fmla="*/ 1114920 h 1114920"/>
              <a:gd name="csX1713" fmla="*/ 295064 w 1722333"/>
              <a:gd name="csY1713" fmla="*/ 1114920 h 1114920"/>
              <a:gd name="csX1714" fmla="*/ 295237 w 1722333"/>
              <a:gd name="csY1714" fmla="*/ 1114920 h 1114920"/>
              <a:gd name="csX1715" fmla="*/ 295408 w 1722333"/>
              <a:gd name="csY1715" fmla="*/ 1114920 h 1114920"/>
              <a:gd name="csX1716" fmla="*/ 295581 w 1722333"/>
              <a:gd name="csY1716" fmla="*/ 1114920 h 1114920"/>
              <a:gd name="csX1717" fmla="*/ 295754 w 1722333"/>
              <a:gd name="csY1717" fmla="*/ 1114920 h 1114920"/>
              <a:gd name="csX1718" fmla="*/ 295925 w 1722333"/>
              <a:gd name="csY1718" fmla="*/ 1114920 h 1114920"/>
              <a:gd name="csX1719" fmla="*/ 296098 w 1722333"/>
              <a:gd name="csY1719" fmla="*/ 1114920 h 1114920"/>
              <a:gd name="csX1720" fmla="*/ 296271 w 1722333"/>
              <a:gd name="csY1720" fmla="*/ 1114920 h 1114920"/>
              <a:gd name="csX1721" fmla="*/ 296442 w 1722333"/>
              <a:gd name="csY1721" fmla="*/ 1114920 h 1114920"/>
              <a:gd name="csX1722" fmla="*/ 296615 w 1722333"/>
              <a:gd name="csY1722" fmla="*/ 1114920 h 1114920"/>
              <a:gd name="csX1723" fmla="*/ 296786 w 1722333"/>
              <a:gd name="csY1723" fmla="*/ 1114920 h 1114920"/>
              <a:gd name="csX1724" fmla="*/ 296959 w 1722333"/>
              <a:gd name="csY1724" fmla="*/ 1114920 h 1114920"/>
              <a:gd name="csX1725" fmla="*/ 297132 w 1722333"/>
              <a:gd name="csY1725" fmla="*/ 1114920 h 1114920"/>
              <a:gd name="csX1726" fmla="*/ 297303 w 1722333"/>
              <a:gd name="csY1726" fmla="*/ 1114920 h 1114920"/>
              <a:gd name="csX1727" fmla="*/ 297476 w 1722333"/>
              <a:gd name="csY1727" fmla="*/ 1114920 h 1114920"/>
              <a:gd name="csX1728" fmla="*/ 297649 w 1722333"/>
              <a:gd name="csY1728" fmla="*/ 1114920 h 1114920"/>
              <a:gd name="csX1729" fmla="*/ 297820 w 1722333"/>
              <a:gd name="csY1729" fmla="*/ 1114920 h 1114920"/>
              <a:gd name="csX1730" fmla="*/ 297993 w 1722333"/>
              <a:gd name="csY1730" fmla="*/ 1114920 h 1114920"/>
              <a:gd name="csX1731" fmla="*/ 298165 w 1722333"/>
              <a:gd name="csY1731" fmla="*/ 1114920 h 1114920"/>
              <a:gd name="csX1732" fmla="*/ 298337 w 1722333"/>
              <a:gd name="csY1732" fmla="*/ 1114920 h 1114920"/>
              <a:gd name="csX1733" fmla="*/ 298510 w 1722333"/>
              <a:gd name="csY1733" fmla="*/ 1114920 h 1114920"/>
              <a:gd name="csX1734" fmla="*/ 298681 w 1722333"/>
              <a:gd name="csY1734" fmla="*/ 1114920 h 1114920"/>
              <a:gd name="csX1735" fmla="*/ 298854 w 1722333"/>
              <a:gd name="csY1735" fmla="*/ 1114920 h 1114920"/>
              <a:gd name="csX1736" fmla="*/ 299026 w 1722333"/>
              <a:gd name="csY1736" fmla="*/ 1114920 h 1114920"/>
              <a:gd name="csX1737" fmla="*/ 299198 w 1722333"/>
              <a:gd name="csY1737" fmla="*/ 1114920 h 1114920"/>
              <a:gd name="csX1738" fmla="*/ 299371 w 1722333"/>
              <a:gd name="csY1738" fmla="*/ 1114920 h 1114920"/>
              <a:gd name="csX1739" fmla="*/ 299543 w 1722333"/>
              <a:gd name="csY1739" fmla="*/ 1114920 h 1114920"/>
              <a:gd name="csX1740" fmla="*/ 299715 w 1722333"/>
              <a:gd name="csY1740" fmla="*/ 1114920 h 1114920"/>
              <a:gd name="csX1741" fmla="*/ 299888 w 1722333"/>
              <a:gd name="csY1741" fmla="*/ 1114920 h 1114920"/>
              <a:gd name="csX1742" fmla="*/ 300059 w 1722333"/>
              <a:gd name="csY1742" fmla="*/ 1114920 h 1114920"/>
              <a:gd name="csX1743" fmla="*/ 300232 w 1722333"/>
              <a:gd name="csY1743" fmla="*/ 1114920 h 1114920"/>
              <a:gd name="csX1744" fmla="*/ 300404 w 1722333"/>
              <a:gd name="csY1744" fmla="*/ 1114920 h 1114920"/>
              <a:gd name="csX1745" fmla="*/ 300576 w 1722333"/>
              <a:gd name="csY1745" fmla="*/ 1114920 h 1114920"/>
              <a:gd name="csX1746" fmla="*/ 300749 w 1722333"/>
              <a:gd name="csY1746" fmla="*/ 1114920 h 1114920"/>
              <a:gd name="csX1747" fmla="*/ 300921 w 1722333"/>
              <a:gd name="csY1747" fmla="*/ 1114920 h 1114920"/>
              <a:gd name="csX1748" fmla="*/ 301093 w 1722333"/>
              <a:gd name="csY1748" fmla="*/ 1114920 h 1114920"/>
              <a:gd name="csX1749" fmla="*/ 301265 w 1722333"/>
              <a:gd name="csY1749" fmla="*/ 1114920 h 1114920"/>
              <a:gd name="csX1750" fmla="*/ 301438 w 1722333"/>
              <a:gd name="csY1750" fmla="*/ 1114920 h 1114920"/>
              <a:gd name="csX1751" fmla="*/ 301610 w 1722333"/>
              <a:gd name="csY1751" fmla="*/ 1114920 h 1114920"/>
              <a:gd name="csX1752" fmla="*/ 301782 w 1722333"/>
              <a:gd name="csY1752" fmla="*/ 1114920 h 1114920"/>
              <a:gd name="csX1753" fmla="*/ 301954 w 1722333"/>
              <a:gd name="csY1753" fmla="*/ 1114920 h 1114920"/>
              <a:gd name="csX1754" fmla="*/ 302127 w 1722333"/>
              <a:gd name="csY1754" fmla="*/ 1114920 h 1114920"/>
              <a:gd name="csX1755" fmla="*/ 302299 w 1722333"/>
              <a:gd name="csY1755" fmla="*/ 1114920 h 1114920"/>
              <a:gd name="csX1756" fmla="*/ 302471 w 1722333"/>
              <a:gd name="csY1756" fmla="*/ 1114920 h 1114920"/>
              <a:gd name="csX1757" fmla="*/ 302643 w 1722333"/>
              <a:gd name="csY1757" fmla="*/ 1114920 h 1114920"/>
              <a:gd name="csX1758" fmla="*/ 302816 w 1722333"/>
              <a:gd name="csY1758" fmla="*/ 1114920 h 1114920"/>
              <a:gd name="csX1759" fmla="*/ 302988 w 1722333"/>
              <a:gd name="csY1759" fmla="*/ 1114920 h 1114920"/>
              <a:gd name="csX1760" fmla="*/ 303160 w 1722333"/>
              <a:gd name="csY1760" fmla="*/ 1114920 h 1114920"/>
              <a:gd name="csX1761" fmla="*/ 303332 w 1722333"/>
              <a:gd name="csY1761" fmla="*/ 1114920 h 1114920"/>
              <a:gd name="csX1762" fmla="*/ 303504 w 1722333"/>
              <a:gd name="csY1762" fmla="*/ 1114920 h 1114920"/>
              <a:gd name="csX1763" fmla="*/ 303677 w 1722333"/>
              <a:gd name="csY1763" fmla="*/ 1114920 h 1114920"/>
              <a:gd name="csX1764" fmla="*/ 303849 w 1722333"/>
              <a:gd name="csY1764" fmla="*/ 1114920 h 1114920"/>
              <a:gd name="csX1765" fmla="*/ 304021 w 1722333"/>
              <a:gd name="csY1765" fmla="*/ 1114920 h 1114920"/>
              <a:gd name="csX1766" fmla="*/ 304194 w 1722333"/>
              <a:gd name="csY1766" fmla="*/ 1114920 h 1114920"/>
              <a:gd name="csX1767" fmla="*/ 304366 w 1722333"/>
              <a:gd name="csY1767" fmla="*/ 1114920 h 1114920"/>
              <a:gd name="csX1768" fmla="*/ 304538 w 1722333"/>
              <a:gd name="csY1768" fmla="*/ 1114920 h 1114920"/>
              <a:gd name="csX1769" fmla="*/ 304711 w 1722333"/>
              <a:gd name="csY1769" fmla="*/ 1114920 h 1114920"/>
              <a:gd name="csX1770" fmla="*/ 304882 w 1722333"/>
              <a:gd name="csY1770" fmla="*/ 1114920 h 1114920"/>
              <a:gd name="csX1771" fmla="*/ 305055 w 1722333"/>
              <a:gd name="csY1771" fmla="*/ 1114920 h 1114920"/>
              <a:gd name="csX1772" fmla="*/ 305227 w 1722333"/>
              <a:gd name="csY1772" fmla="*/ 1114920 h 1114920"/>
              <a:gd name="csX1773" fmla="*/ 305399 w 1722333"/>
              <a:gd name="csY1773" fmla="*/ 1114920 h 1114920"/>
              <a:gd name="csX1774" fmla="*/ 305572 w 1722333"/>
              <a:gd name="csY1774" fmla="*/ 1114920 h 1114920"/>
              <a:gd name="csX1775" fmla="*/ 305744 w 1722333"/>
              <a:gd name="csY1775" fmla="*/ 1114920 h 1114920"/>
              <a:gd name="csX1776" fmla="*/ 305916 w 1722333"/>
              <a:gd name="csY1776" fmla="*/ 1114920 h 1114920"/>
              <a:gd name="csX1777" fmla="*/ 306089 w 1722333"/>
              <a:gd name="csY1777" fmla="*/ 1114920 h 1114920"/>
              <a:gd name="csX1778" fmla="*/ 306260 w 1722333"/>
              <a:gd name="csY1778" fmla="*/ 1114920 h 1114920"/>
              <a:gd name="csX1779" fmla="*/ 306433 w 1722333"/>
              <a:gd name="csY1779" fmla="*/ 1114920 h 1114920"/>
              <a:gd name="csX1780" fmla="*/ 306606 w 1722333"/>
              <a:gd name="csY1780" fmla="*/ 1114920 h 1114920"/>
              <a:gd name="csX1781" fmla="*/ 306777 w 1722333"/>
              <a:gd name="csY1781" fmla="*/ 1114920 h 1114920"/>
              <a:gd name="csX1782" fmla="*/ 306950 w 1722333"/>
              <a:gd name="csY1782" fmla="*/ 1114920 h 1114920"/>
              <a:gd name="csX1783" fmla="*/ 307121 w 1722333"/>
              <a:gd name="csY1783" fmla="*/ 1114920 h 1114920"/>
              <a:gd name="csX1784" fmla="*/ 307294 w 1722333"/>
              <a:gd name="csY1784" fmla="*/ 1114920 h 1114920"/>
              <a:gd name="csX1785" fmla="*/ 307467 w 1722333"/>
              <a:gd name="csY1785" fmla="*/ 1114920 h 1114920"/>
              <a:gd name="csX1786" fmla="*/ 307638 w 1722333"/>
              <a:gd name="csY1786" fmla="*/ 1114920 h 1114920"/>
              <a:gd name="csX1787" fmla="*/ 307811 w 1722333"/>
              <a:gd name="csY1787" fmla="*/ 1114920 h 1114920"/>
              <a:gd name="csX1788" fmla="*/ 307984 w 1722333"/>
              <a:gd name="csY1788" fmla="*/ 1114920 h 1114920"/>
              <a:gd name="csX1789" fmla="*/ 308155 w 1722333"/>
              <a:gd name="csY1789" fmla="*/ 1114920 h 1114920"/>
              <a:gd name="csX1790" fmla="*/ 308328 w 1722333"/>
              <a:gd name="csY1790" fmla="*/ 1114920 h 1114920"/>
              <a:gd name="csX1791" fmla="*/ 308500 w 1722333"/>
              <a:gd name="csY1791" fmla="*/ 1114920 h 1114920"/>
              <a:gd name="csX1792" fmla="*/ 308672 w 1722333"/>
              <a:gd name="csY1792" fmla="*/ 1114920 h 1114920"/>
              <a:gd name="csX1793" fmla="*/ 308845 w 1722333"/>
              <a:gd name="csY1793" fmla="*/ 1114920 h 1114920"/>
              <a:gd name="csX1794" fmla="*/ 309016 w 1722333"/>
              <a:gd name="csY1794" fmla="*/ 1114920 h 1114920"/>
              <a:gd name="csX1795" fmla="*/ 309189 w 1722333"/>
              <a:gd name="csY1795" fmla="*/ 1114920 h 1114920"/>
              <a:gd name="csX1796" fmla="*/ 309361 w 1722333"/>
              <a:gd name="csY1796" fmla="*/ 1114920 h 1114920"/>
              <a:gd name="csX1797" fmla="*/ 309533 w 1722333"/>
              <a:gd name="csY1797" fmla="*/ 1114920 h 1114920"/>
              <a:gd name="csX1798" fmla="*/ 309706 w 1722333"/>
              <a:gd name="csY1798" fmla="*/ 1114920 h 1114920"/>
              <a:gd name="csX1799" fmla="*/ 309878 w 1722333"/>
              <a:gd name="csY1799" fmla="*/ 1114920 h 1114920"/>
              <a:gd name="csX1800" fmla="*/ 310050 w 1722333"/>
              <a:gd name="csY1800" fmla="*/ 1114920 h 1114920"/>
              <a:gd name="csX1801" fmla="*/ 310223 w 1722333"/>
              <a:gd name="csY1801" fmla="*/ 1114920 h 1114920"/>
              <a:gd name="csX1802" fmla="*/ 310394 w 1722333"/>
              <a:gd name="csY1802" fmla="*/ 1114920 h 1114920"/>
              <a:gd name="csX1803" fmla="*/ 310567 w 1722333"/>
              <a:gd name="csY1803" fmla="*/ 1114920 h 1114920"/>
              <a:gd name="csX1804" fmla="*/ 310739 w 1722333"/>
              <a:gd name="csY1804" fmla="*/ 1114920 h 1114920"/>
              <a:gd name="csX1805" fmla="*/ 310911 w 1722333"/>
              <a:gd name="csY1805" fmla="*/ 1114920 h 1114920"/>
              <a:gd name="csX1806" fmla="*/ 311084 w 1722333"/>
              <a:gd name="csY1806" fmla="*/ 1114920 h 1114920"/>
              <a:gd name="csX1807" fmla="*/ 311256 w 1722333"/>
              <a:gd name="csY1807" fmla="*/ 1114920 h 1114920"/>
              <a:gd name="csX1808" fmla="*/ 311428 w 1722333"/>
              <a:gd name="csY1808" fmla="*/ 1114920 h 1114920"/>
              <a:gd name="csX1809" fmla="*/ 311600 w 1722333"/>
              <a:gd name="csY1809" fmla="*/ 1114920 h 1114920"/>
              <a:gd name="csX1810" fmla="*/ 311773 w 1722333"/>
              <a:gd name="csY1810" fmla="*/ 1114920 h 1114920"/>
              <a:gd name="csX1811" fmla="*/ 311945 w 1722333"/>
              <a:gd name="csY1811" fmla="*/ 1114920 h 1114920"/>
              <a:gd name="csX1812" fmla="*/ 312117 w 1722333"/>
              <a:gd name="csY1812" fmla="*/ 1114920 h 1114920"/>
              <a:gd name="csX1813" fmla="*/ 312289 w 1722333"/>
              <a:gd name="csY1813" fmla="*/ 1114920 h 1114920"/>
              <a:gd name="csX1814" fmla="*/ 312462 w 1722333"/>
              <a:gd name="csY1814" fmla="*/ 1114920 h 1114920"/>
              <a:gd name="csX1815" fmla="*/ 312634 w 1722333"/>
              <a:gd name="csY1815" fmla="*/ 1114920 h 1114920"/>
              <a:gd name="csX1816" fmla="*/ 312806 w 1722333"/>
              <a:gd name="csY1816" fmla="*/ 1114920 h 1114920"/>
              <a:gd name="csX1817" fmla="*/ 312978 w 1722333"/>
              <a:gd name="csY1817" fmla="*/ 1114920 h 1114920"/>
              <a:gd name="csX1818" fmla="*/ 313151 w 1722333"/>
              <a:gd name="csY1818" fmla="*/ 1114920 h 1114920"/>
              <a:gd name="csX1819" fmla="*/ 313323 w 1722333"/>
              <a:gd name="csY1819" fmla="*/ 1114920 h 1114920"/>
              <a:gd name="csX1820" fmla="*/ 313495 w 1722333"/>
              <a:gd name="csY1820" fmla="*/ 1114920 h 1114920"/>
              <a:gd name="csX1821" fmla="*/ 313668 w 1722333"/>
              <a:gd name="csY1821" fmla="*/ 1114920 h 1114920"/>
              <a:gd name="csX1822" fmla="*/ 313839 w 1722333"/>
              <a:gd name="csY1822" fmla="*/ 1114920 h 1114920"/>
              <a:gd name="csX1823" fmla="*/ 314012 w 1722333"/>
              <a:gd name="csY1823" fmla="*/ 1114920 h 1114920"/>
              <a:gd name="csX1824" fmla="*/ 314184 w 1722333"/>
              <a:gd name="csY1824" fmla="*/ 1114920 h 1114920"/>
              <a:gd name="csX1825" fmla="*/ 314356 w 1722333"/>
              <a:gd name="csY1825" fmla="*/ 1114920 h 1114920"/>
              <a:gd name="csX1826" fmla="*/ 314529 w 1722333"/>
              <a:gd name="csY1826" fmla="*/ 1114920 h 1114920"/>
              <a:gd name="csX1827" fmla="*/ 314701 w 1722333"/>
              <a:gd name="csY1827" fmla="*/ 1114920 h 1114920"/>
              <a:gd name="csX1828" fmla="*/ 314873 w 1722333"/>
              <a:gd name="csY1828" fmla="*/ 1114920 h 1114920"/>
              <a:gd name="csX1829" fmla="*/ 315046 w 1722333"/>
              <a:gd name="csY1829" fmla="*/ 1114920 h 1114920"/>
              <a:gd name="csX1830" fmla="*/ 315217 w 1722333"/>
              <a:gd name="csY1830" fmla="*/ 1114920 h 1114920"/>
              <a:gd name="csX1831" fmla="*/ 315390 w 1722333"/>
              <a:gd name="csY1831" fmla="*/ 1114920 h 1114920"/>
              <a:gd name="csX1832" fmla="*/ 315562 w 1722333"/>
              <a:gd name="csY1832" fmla="*/ 1114920 h 1114920"/>
              <a:gd name="csX1833" fmla="*/ 315734 w 1722333"/>
              <a:gd name="csY1833" fmla="*/ 1114920 h 1114920"/>
              <a:gd name="csX1834" fmla="*/ 315907 w 1722333"/>
              <a:gd name="csY1834" fmla="*/ 1114920 h 1114920"/>
              <a:gd name="csX1835" fmla="*/ 316079 w 1722333"/>
              <a:gd name="csY1835" fmla="*/ 1114920 h 1114920"/>
              <a:gd name="csX1836" fmla="*/ 316251 w 1722333"/>
              <a:gd name="csY1836" fmla="*/ 1114920 h 1114920"/>
              <a:gd name="csX1837" fmla="*/ 316424 w 1722333"/>
              <a:gd name="csY1837" fmla="*/ 1114920 h 1114920"/>
              <a:gd name="csX1838" fmla="*/ 316595 w 1722333"/>
              <a:gd name="csY1838" fmla="*/ 1114920 h 1114920"/>
              <a:gd name="csX1839" fmla="*/ 316768 w 1722333"/>
              <a:gd name="csY1839" fmla="*/ 1114920 h 1114920"/>
              <a:gd name="csX1840" fmla="*/ 316940 w 1722333"/>
              <a:gd name="csY1840" fmla="*/ 1114920 h 1114920"/>
              <a:gd name="csX1841" fmla="*/ 317112 w 1722333"/>
              <a:gd name="csY1841" fmla="*/ 1114920 h 1114920"/>
              <a:gd name="csX1842" fmla="*/ 317285 w 1722333"/>
              <a:gd name="csY1842" fmla="*/ 1114920 h 1114920"/>
              <a:gd name="csX1843" fmla="*/ 317456 w 1722333"/>
              <a:gd name="csY1843" fmla="*/ 1114920 h 1114920"/>
              <a:gd name="csX1844" fmla="*/ 317629 w 1722333"/>
              <a:gd name="csY1844" fmla="*/ 1114920 h 1114920"/>
              <a:gd name="csX1845" fmla="*/ 317802 w 1722333"/>
              <a:gd name="csY1845" fmla="*/ 1114920 h 1114920"/>
              <a:gd name="csX1846" fmla="*/ 317973 w 1722333"/>
              <a:gd name="csY1846" fmla="*/ 1114920 h 1114920"/>
              <a:gd name="csX1847" fmla="*/ 318146 w 1722333"/>
              <a:gd name="csY1847" fmla="*/ 1114920 h 1114920"/>
              <a:gd name="csX1848" fmla="*/ 318319 w 1722333"/>
              <a:gd name="csY1848" fmla="*/ 1114920 h 1114920"/>
              <a:gd name="csX1849" fmla="*/ 318490 w 1722333"/>
              <a:gd name="csY1849" fmla="*/ 1114920 h 1114920"/>
              <a:gd name="csX1850" fmla="*/ 318663 w 1722333"/>
              <a:gd name="csY1850" fmla="*/ 1114920 h 1114920"/>
              <a:gd name="csX1851" fmla="*/ 318835 w 1722333"/>
              <a:gd name="csY1851" fmla="*/ 1114920 h 1114920"/>
              <a:gd name="csX1852" fmla="*/ 319007 w 1722333"/>
              <a:gd name="csY1852" fmla="*/ 1114920 h 1114920"/>
              <a:gd name="csX1853" fmla="*/ 319180 w 1722333"/>
              <a:gd name="csY1853" fmla="*/ 1114920 h 1114920"/>
              <a:gd name="csX1854" fmla="*/ 319351 w 1722333"/>
              <a:gd name="csY1854" fmla="*/ 1114920 h 1114920"/>
              <a:gd name="csX1855" fmla="*/ 319524 w 1722333"/>
              <a:gd name="csY1855" fmla="*/ 1114920 h 1114920"/>
              <a:gd name="csX1856" fmla="*/ 319696 w 1722333"/>
              <a:gd name="csY1856" fmla="*/ 1114920 h 1114920"/>
              <a:gd name="csX1857" fmla="*/ 319868 w 1722333"/>
              <a:gd name="csY1857" fmla="*/ 1114920 h 1114920"/>
              <a:gd name="csX1858" fmla="*/ 320041 w 1722333"/>
              <a:gd name="csY1858" fmla="*/ 1114920 h 1114920"/>
              <a:gd name="csX1859" fmla="*/ 320213 w 1722333"/>
              <a:gd name="csY1859" fmla="*/ 1114920 h 1114920"/>
              <a:gd name="csX1860" fmla="*/ 320385 w 1722333"/>
              <a:gd name="csY1860" fmla="*/ 1114920 h 1114920"/>
              <a:gd name="csX1861" fmla="*/ 320558 w 1722333"/>
              <a:gd name="csY1861" fmla="*/ 1114920 h 1114920"/>
              <a:gd name="csX1862" fmla="*/ 320729 w 1722333"/>
              <a:gd name="csY1862" fmla="*/ 1114920 h 1114920"/>
              <a:gd name="csX1863" fmla="*/ 320902 w 1722333"/>
              <a:gd name="csY1863" fmla="*/ 1114920 h 1114920"/>
              <a:gd name="csX1864" fmla="*/ 321074 w 1722333"/>
              <a:gd name="csY1864" fmla="*/ 1114920 h 1114920"/>
              <a:gd name="csX1865" fmla="*/ 321246 w 1722333"/>
              <a:gd name="csY1865" fmla="*/ 1114920 h 1114920"/>
              <a:gd name="csX1866" fmla="*/ 321419 w 1722333"/>
              <a:gd name="csY1866" fmla="*/ 1114920 h 1114920"/>
              <a:gd name="csX1867" fmla="*/ 321591 w 1722333"/>
              <a:gd name="csY1867" fmla="*/ 1114920 h 1114920"/>
              <a:gd name="csX1868" fmla="*/ 321763 w 1722333"/>
              <a:gd name="csY1868" fmla="*/ 1114920 h 1114920"/>
              <a:gd name="csX1869" fmla="*/ 321935 w 1722333"/>
              <a:gd name="csY1869" fmla="*/ 1114920 h 1114920"/>
              <a:gd name="csX1870" fmla="*/ 322108 w 1722333"/>
              <a:gd name="csY1870" fmla="*/ 1114920 h 1114920"/>
              <a:gd name="csX1871" fmla="*/ 322280 w 1722333"/>
              <a:gd name="csY1871" fmla="*/ 1114920 h 1114920"/>
              <a:gd name="csX1872" fmla="*/ 322452 w 1722333"/>
              <a:gd name="csY1872" fmla="*/ 1114920 h 1114920"/>
              <a:gd name="csX1873" fmla="*/ 322624 w 1722333"/>
              <a:gd name="csY1873" fmla="*/ 1114920 h 1114920"/>
              <a:gd name="csX1874" fmla="*/ 322797 w 1722333"/>
              <a:gd name="csY1874" fmla="*/ 1114920 h 1114920"/>
              <a:gd name="csX1875" fmla="*/ 322969 w 1722333"/>
              <a:gd name="csY1875" fmla="*/ 1114920 h 1114920"/>
              <a:gd name="csX1876" fmla="*/ 323141 w 1722333"/>
              <a:gd name="csY1876" fmla="*/ 1114920 h 1114920"/>
              <a:gd name="csX1877" fmla="*/ 323313 w 1722333"/>
              <a:gd name="csY1877" fmla="*/ 1114920 h 1114920"/>
              <a:gd name="csX1878" fmla="*/ 323486 w 1722333"/>
              <a:gd name="csY1878" fmla="*/ 1114920 h 1114920"/>
              <a:gd name="csX1879" fmla="*/ 323658 w 1722333"/>
              <a:gd name="csY1879" fmla="*/ 1114920 h 1114920"/>
              <a:gd name="csX1880" fmla="*/ 323830 w 1722333"/>
              <a:gd name="csY1880" fmla="*/ 1114920 h 1114920"/>
              <a:gd name="csX1881" fmla="*/ 324003 w 1722333"/>
              <a:gd name="csY1881" fmla="*/ 1114920 h 1114920"/>
              <a:gd name="csX1882" fmla="*/ 324175 w 1722333"/>
              <a:gd name="csY1882" fmla="*/ 1114920 h 1114920"/>
              <a:gd name="csX1883" fmla="*/ 324347 w 1722333"/>
              <a:gd name="csY1883" fmla="*/ 1114920 h 1114920"/>
              <a:gd name="csX1884" fmla="*/ 324519 w 1722333"/>
              <a:gd name="csY1884" fmla="*/ 1114920 h 1114920"/>
              <a:gd name="csX1885" fmla="*/ 324691 w 1722333"/>
              <a:gd name="csY1885" fmla="*/ 1114920 h 1114920"/>
              <a:gd name="csX1886" fmla="*/ 324864 w 1722333"/>
              <a:gd name="csY1886" fmla="*/ 1114920 h 1114920"/>
              <a:gd name="csX1887" fmla="*/ 325036 w 1722333"/>
              <a:gd name="csY1887" fmla="*/ 1114920 h 1114920"/>
              <a:gd name="csX1888" fmla="*/ 325208 w 1722333"/>
              <a:gd name="csY1888" fmla="*/ 1114920 h 1114920"/>
              <a:gd name="csX1889" fmla="*/ 325381 w 1722333"/>
              <a:gd name="csY1889" fmla="*/ 1114920 h 1114920"/>
              <a:gd name="csX1890" fmla="*/ 325552 w 1722333"/>
              <a:gd name="csY1890" fmla="*/ 1114920 h 1114920"/>
              <a:gd name="csX1891" fmla="*/ 325725 w 1722333"/>
              <a:gd name="csY1891" fmla="*/ 1114920 h 1114920"/>
              <a:gd name="csX1892" fmla="*/ 325897 w 1722333"/>
              <a:gd name="csY1892" fmla="*/ 1114920 h 1114920"/>
              <a:gd name="csX1893" fmla="*/ 326069 w 1722333"/>
              <a:gd name="csY1893" fmla="*/ 1114920 h 1114920"/>
              <a:gd name="csX1894" fmla="*/ 326242 w 1722333"/>
              <a:gd name="csY1894" fmla="*/ 1114920 h 1114920"/>
              <a:gd name="csX1895" fmla="*/ 326414 w 1722333"/>
              <a:gd name="csY1895" fmla="*/ 1114920 h 1114920"/>
              <a:gd name="csX1896" fmla="*/ 326586 w 1722333"/>
              <a:gd name="csY1896" fmla="*/ 1114920 h 1114920"/>
              <a:gd name="csX1897" fmla="*/ 326759 w 1722333"/>
              <a:gd name="csY1897" fmla="*/ 1114920 h 1114920"/>
              <a:gd name="csX1898" fmla="*/ 326930 w 1722333"/>
              <a:gd name="csY1898" fmla="*/ 1114920 h 1114920"/>
              <a:gd name="csX1899" fmla="*/ 327103 w 1722333"/>
              <a:gd name="csY1899" fmla="*/ 1114920 h 1114920"/>
              <a:gd name="csX1900" fmla="*/ 327275 w 1722333"/>
              <a:gd name="csY1900" fmla="*/ 1114920 h 1114920"/>
              <a:gd name="csX1901" fmla="*/ 327447 w 1722333"/>
              <a:gd name="csY1901" fmla="*/ 1114920 h 1114920"/>
              <a:gd name="csX1902" fmla="*/ 327620 w 1722333"/>
              <a:gd name="csY1902" fmla="*/ 1114920 h 1114920"/>
              <a:gd name="csX1903" fmla="*/ 327791 w 1722333"/>
              <a:gd name="csY1903" fmla="*/ 1114920 h 1114920"/>
              <a:gd name="csX1904" fmla="*/ 327964 w 1722333"/>
              <a:gd name="csY1904" fmla="*/ 1114920 h 1114920"/>
              <a:gd name="csX1905" fmla="*/ 328137 w 1722333"/>
              <a:gd name="csY1905" fmla="*/ 1114920 h 1114920"/>
              <a:gd name="csX1906" fmla="*/ 328308 w 1722333"/>
              <a:gd name="csY1906" fmla="*/ 1114920 h 1114920"/>
              <a:gd name="csX1907" fmla="*/ 328481 w 1722333"/>
              <a:gd name="csY1907" fmla="*/ 1114920 h 1114920"/>
              <a:gd name="csX1908" fmla="*/ 328654 w 1722333"/>
              <a:gd name="csY1908" fmla="*/ 1114920 h 1114920"/>
              <a:gd name="csX1909" fmla="*/ 328825 w 1722333"/>
              <a:gd name="csY1909" fmla="*/ 1114920 h 1114920"/>
              <a:gd name="csX1910" fmla="*/ 328998 w 1722333"/>
              <a:gd name="csY1910" fmla="*/ 1114920 h 1114920"/>
              <a:gd name="csX1911" fmla="*/ 329170 w 1722333"/>
              <a:gd name="csY1911" fmla="*/ 1114920 h 1114920"/>
              <a:gd name="csX1912" fmla="*/ 329342 w 1722333"/>
              <a:gd name="csY1912" fmla="*/ 1114920 h 1114920"/>
              <a:gd name="csX1913" fmla="*/ 329515 w 1722333"/>
              <a:gd name="csY1913" fmla="*/ 1114920 h 1114920"/>
              <a:gd name="csX1914" fmla="*/ 329686 w 1722333"/>
              <a:gd name="csY1914" fmla="*/ 1114920 h 1114920"/>
              <a:gd name="csX1915" fmla="*/ 329859 w 1722333"/>
              <a:gd name="csY1915" fmla="*/ 1114920 h 1114920"/>
              <a:gd name="csX1916" fmla="*/ 330031 w 1722333"/>
              <a:gd name="csY1916" fmla="*/ 1114920 h 1114920"/>
              <a:gd name="csX1917" fmla="*/ 330203 w 1722333"/>
              <a:gd name="csY1917" fmla="*/ 1114920 h 1114920"/>
              <a:gd name="csX1918" fmla="*/ 330376 w 1722333"/>
              <a:gd name="csY1918" fmla="*/ 1114920 h 1114920"/>
              <a:gd name="csX1919" fmla="*/ 330548 w 1722333"/>
              <a:gd name="csY1919" fmla="*/ 1114920 h 1114920"/>
              <a:gd name="csX1920" fmla="*/ 330720 w 1722333"/>
              <a:gd name="csY1920" fmla="*/ 1114920 h 1114920"/>
              <a:gd name="csX1921" fmla="*/ 330893 w 1722333"/>
              <a:gd name="csY1921" fmla="*/ 1114920 h 1114920"/>
              <a:gd name="csX1922" fmla="*/ 331065 w 1722333"/>
              <a:gd name="csY1922" fmla="*/ 1114920 h 1114920"/>
              <a:gd name="csX1923" fmla="*/ 331237 w 1722333"/>
              <a:gd name="csY1923" fmla="*/ 1114920 h 1114920"/>
              <a:gd name="csX1924" fmla="*/ 331409 w 1722333"/>
              <a:gd name="csY1924" fmla="*/ 1114920 h 1114920"/>
              <a:gd name="csX1925" fmla="*/ 331581 w 1722333"/>
              <a:gd name="csY1925" fmla="*/ 1114920 h 1114920"/>
              <a:gd name="csX1926" fmla="*/ 331754 w 1722333"/>
              <a:gd name="csY1926" fmla="*/ 1114920 h 1114920"/>
              <a:gd name="csX1927" fmla="*/ 331926 w 1722333"/>
              <a:gd name="csY1927" fmla="*/ 1114920 h 1114920"/>
              <a:gd name="csX1928" fmla="*/ 332098 w 1722333"/>
              <a:gd name="csY1928" fmla="*/ 1114920 h 1114920"/>
              <a:gd name="csX1929" fmla="*/ 332271 w 1722333"/>
              <a:gd name="csY1929" fmla="*/ 1114920 h 1114920"/>
              <a:gd name="csX1930" fmla="*/ 332443 w 1722333"/>
              <a:gd name="csY1930" fmla="*/ 1114920 h 1114920"/>
              <a:gd name="csX1931" fmla="*/ 332615 w 1722333"/>
              <a:gd name="csY1931" fmla="*/ 1114920 h 1114920"/>
              <a:gd name="csX1932" fmla="*/ 332787 w 1722333"/>
              <a:gd name="csY1932" fmla="*/ 1114920 h 1114920"/>
              <a:gd name="csX1933" fmla="*/ 332959 w 1722333"/>
              <a:gd name="csY1933" fmla="*/ 1114920 h 1114920"/>
              <a:gd name="csX1934" fmla="*/ 333132 w 1722333"/>
              <a:gd name="csY1934" fmla="*/ 1114920 h 1114920"/>
              <a:gd name="csX1935" fmla="*/ 333304 w 1722333"/>
              <a:gd name="csY1935" fmla="*/ 1114920 h 1114920"/>
              <a:gd name="csX1936" fmla="*/ 333476 w 1722333"/>
              <a:gd name="csY1936" fmla="*/ 1114920 h 1114920"/>
              <a:gd name="csX1937" fmla="*/ 333648 w 1722333"/>
              <a:gd name="csY1937" fmla="*/ 1114920 h 1114920"/>
              <a:gd name="csX1938" fmla="*/ 333821 w 1722333"/>
              <a:gd name="csY1938" fmla="*/ 1114920 h 1114920"/>
              <a:gd name="csX1939" fmla="*/ 333993 w 1722333"/>
              <a:gd name="csY1939" fmla="*/ 1114920 h 1114920"/>
              <a:gd name="csX1940" fmla="*/ 334165 w 1722333"/>
              <a:gd name="csY1940" fmla="*/ 1114920 h 1114920"/>
              <a:gd name="csX1941" fmla="*/ 334338 w 1722333"/>
              <a:gd name="csY1941" fmla="*/ 1114920 h 1114920"/>
              <a:gd name="csX1942" fmla="*/ 334510 w 1722333"/>
              <a:gd name="csY1942" fmla="*/ 1114920 h 1114920"/>
              <a:gd name="csX1943" fmla="*/ 334682 w 1722333"/>
              <a:gd name="csY1943" fmla="*/ 1114920 h 1114920"/>
              <a:gd name="csX1944" fmla="*/ 334854 w 1722333"/>
              <a:gd name="csY1944" fmla="*/ 1114920 h 1114920"/>
              <a:gd name="csX1945" fmla="*/ 335026 w 1722333"/>
              <a:gd name="csY1945" fmla="*/ 1114920 h 1114920"/>
              <a:gd name="csX1946" fmla="*/ 335199 w 1722333"/>
              <a:gd name="csY1946" fmla="*/ 1114920 h 1114920"/>
              <a:gd name="csX1947" fmla="*/ 335371 w 1722333"/>
              <a:gd name="csY1947" fmla="*/ 1114920 h 1114920"/>
              <a:gd name="csX1948" fmla="*/ 335543 w 1722333"/>
              <a:gd name="csY1948" fmla="*/ 1114920 h 1114920"/>
              <a:gd name="csX1949" fmla="*/ 335716 w 1722333"/>
              <a:gd name="csY1949" fmla="*/ 1114920 h 1114920"/>
              <a:gd name="csX1950" fmla="*/ 335887 w 1722333"/>
              <a:gd name="csY1950" fmla="*/ 1114920 h 1114920"/>
              <a:gd name="csX1951" fmla="*/ 336060 w 1722333"/>
              <a:gd name="csY1951" fmla="*/ 1114920 h 1114920"/>
              <a:gd name="csX1952" fmla="*/ 336232 w 1722333"/>
              <a:gd name="csY1952" fmla="*/ 1114920 h 1114920"/>
              <a:gd name="csX1953" fmla="*/ 336404 w 1722333"/>
              <a:gd name="csY1953" fmla="*/ 1114920 h 1114920"/>
              <a:gd name="csX1954" fmla="*/ 336577 w 1722333"/>
              <a:gd name="csY1954" fmla="*/ 1114920 h 1114920"/>
              <a:gd name="csX1955" fmla="*/ 336749 w 1722333"/>
              <a:gd name="csY1955" fmla="*/ 1114920 h 1114920"/>
              <a:gd name="csX1956" fmla="*/ 336921 w 1722333"/>
              <a:gd name="csY1956" fmla="*/ 1114920 h 1114920"/>
              <a:gd name="csX1957" fmla="*/ 337094 w 1722333"/>
              <a:gd name="csY1957" fmla="*/ 1114920 h 1114920"/>
              <a:gd name="csX1958" fmla="*/ 337265 w 1722333"/>
              <a:gd name="csY1958" fmla="*/ 1114920 h 1114920"/>
              <a:gd name="csX1959" fmla="*/ 337438 w 1722333"/>
              <a:gd name="csY1959" fmla="*/ 1114920 h 1114920"/>
              <a:gd name="csX1960" fmla="*/ 337610 w 1722333"/>
              <a:gd name="csY1960" fmla="*/ 1114920 h 1114920"/>
              <a:gd name="csX1961" fmla="*/ 337782 w 1722333"/>
              <a:gd name="csY1961" fmla="*/ 1114920 h 1114920"/>
              <a:gd name="csX1962" fmla="*/ 337955 w 1722333"/>
              <a:gd name="csY1962" fmla="*/ 1114920 h 1114920"/>
              <a:gd name="csX1963" fmla="*/ 338127 w 1722333"/>
              <a:gd name="csY1963" fmla="*/ 1114920 h 1114920"/>
              <a:gd name="csX1964" fmla="*/ 338299 w 1722333"/>
              <a:gd name="csY1964" fmla="*/ 1114920 h 1114920"/>
              <a:gd name="csX1965" fmla="*/ 338472 w 1722333"/>
              <a:gd name="csY1965" fmla="*/ 1114920 h 1114920"/>
              <a:gd name="csX1966" fmla="*/ 338643 w 1722333"/>
              <a:gd name="csY1966" fmla="*/ 1114920 h 1114920"/>
              <a:gd name="csX1967" fmla="*/ 338816 w 1722333"/>
              <a:gd name="csY1967" fmla="*/ 1114920 h 1114920"/>
              <a:gd name="csX1968" fmla="*/ 338989 w 1722333"/>
              <a:gd name="csY1968" fmla="*/ 1114920 h 1114920"/>
              <a:gd name="csX1969" fmla="*/ 339160 w 1722333"/>
              <a:gd name="csY1969" fmla="*/ 1114920 h 1114920"/>
              <a:gd name="csX1970" fmla="*/ 339333 w 1722333"/>
              <a:gd name="csY1970" fmla="*/ 1114920 h 1114920"/>
              <a:gd name="csX1971" fmla="*/ 339505 w 1722333"/>
              <a:gd name="csY1971" fmla="*/ 1114920 h 1114920"/>
              <a:gd name="csX1972" fmla="*/ 339677 w 1722333"/>
              <a:gd name="csY1972" fmla="*/ 1114920 h 1114920"/>
              <a:gd name="csX1973" fmla="*/ 339850 w 1722333"/>
              <a:gd name="csY1973" fmla="*/ 1114920 h 1114920"/>
              <a:gd name="csX1974" fmla="*/ 340021 w 1722333"/>
              <a:gd name="csY1974" fmla="*/ 1114920 h 1114920"/>
              <a:gd name="csX1975" fmla="*/ 340194 w 1722333"/>
              <a:gd name="csY1975" fmla="*/ 1114920 h 1114920"/>
              <a:gd name="csX1976" fmla="*/ 340366 w 1722333"/>
              <a:gd name="csY1976" fmla="*/ 1114920 h 1114920"/>
              <a:gd name="csX1977" fmla="*/ 340538 w 1722333"/>
              <a:gd name="csY1977" fmla="*/ 1114920 h 1114920"/>
              <a:gd name="csX1978" fmla="*/ 340711 w 1722333"/>
              <a:gd name="csY1978" fmla="*/ 1114920 h 1114920"/>
              <a:gd name="csX1979" fmla="*/ 340883 w 1722333"/>
              <a:gd name="csY1979" fmla="*/ 1114920 h 1114920"/>
              <a:gd name="csX1980" fmla="*/ 341055 w 1722333"/>
              <a:gd name="csY1980" fmla="*/ 1114920 h 1114920"/>
              <a:gd name="csX1981" fmla="*/ 341228 w 1722333"/>
              <a:gd name="csY1981" fmla="*/ 1114920 h 1114920"/>
              <a:gd name="csX1982" fmla="*/ 341400 w 1722333"/>
              <a:gd name="csY1982" fmla="*/ 1114920 h 1114920"/>
              <a:gd name="csX1983" fmla="*/ 341572 w 1722333"/>
              <a:gd name="csY1983" fmla="*/ 1114920 h 1114920"/>
              <a:gd name="csX1984" fmla="*/ 341744 w 1722333"/>
              <a:gd name="csY1984" fmla="*/ 1114920 h 1114920"/>
              <a:gd name="csX1985" fmla="*/ 341916 w 1722333"/>
              <a:gd name="csY1985" fmla="*/ 1114920 h 1114920"/>
              <a:gd name="csX1986" fmla="*/ 342089 w 1722333"/>
              <a:gd name="csY1986" fmla="*/ 1114920 h 1114920"/>
              <a:gd name="csX1987" fmla="*/ 342261 w 1722333"/>
              <a:gd name="csY1987" fmla="*/ 1114920 h 1114920"/>
              <a:gd name="csX1988" fmla="*/ 342433 w 1722333"/>
              <a:gd name="csY1988" fmla="*/ 1114920 h 1114920"/>
              <a:gd name="csX1989" fmla="*/ 342606 w 1722333"/>
              <a:gd name="csY1989" fmla="*/ 1114920 h 1114920"/>
              <a:gd name="csX1990" fmla="*/ 342778 w 1722333"/>
              <a:gd name="csY1990" fmla="*/ 1114920 h 1114920"/>
              <a:gd name="csX1991" fmla="*/ 342950 w 1722333"/>
              <a:gd name="csY1991" fmla="*/ 1114920 h 1114920"/>
              <a:gd name="csX1992" fmla="*/ 343122 w 1722333"/>
              <a:gd name="csY1992" fmla="*/ 1114920 h 1114920"/>
              <a:gd name="csX1993" fmla="*/ 343294 w 1722333"/>
              <a:gd name="csY1993" fmla="*/ 1114920 h 1114920"/>
              <a:gd name="csX1994" fmla="*/ 343467 w 1722333"/>
              <a:gd name="csY1994" fmla="*/ 1114920 h 1114920"/>
              <a:gd name="csX1995" fmla="*/ 343639 w 1722333"/>
              <a:gd name="csY1995" fmla="*/ 1114920 h 1114920"/>
              <a:gd name="csX1996" fmla="*/ 343811 w 1722333"/>
              <a:gd name="csY1996" fmla="*/ 1114920 h 1114920"/>
              <a:gd name="csX1997" fmla="*/ 343983 w 1722333"/>
              <a:gd name="csY1997" fmla="*/ 1114920 h 1114920"/>
              <a:gd name="csX1998" fmla="*/ 344156 w 1722333"/>
              <a:gd name="csY1998" fmla="*/ 1114920 h 1114920"/>
              <a:gd name="csX1999" fmla="*/ 344328 w 1722333"/>
              <a:gd name="csY1999" fmla="*/ 1114920 h 1114920"/>
              <a:gd name="csX2000" fmla="*/ 344500 w 1722333"/>
              <a:gd name="csY2000" fmla="*/ 1114920 h 1114920"/>
              <a:gd name="csX2001" fmla="*/ 344673 w 1722333"/>
              <a:gd name="csY2001" fmla="*/ 1114920 h 1114920"/>
              <a:gd name="csX2002" fmla="*/ 344845 w 1722333"/>
              <a:gd name="csY2002" fmla="*/ 1114920 h 1114920"/>
              <a:gd name="csX2003" fmla="*/ 345017 w 1722333"/>
              <a:gd name="csY2003" fmla="*/ 1114920 h 1114920"/>
              <a:gd name="csX2004" fmla="*/ 345189 w 1722333"/>
              <a:gd name="csY2004" fmla="*/ 1114920 h 1114920"/>
              <a:gd name="csX2005" fmla="*/ 345361 w 1722333"/>
              <a:gd name="csY2005" fmla="*/ 1114920 h 1114920"/>
              <a:gd name="csX2006" fmla="*/ 345534 w 1722333"/>
              <a:gd name="csY2006" fmla="*/ 1114920 h 1114920"/>
              <a:gd name="csX2007" fmla="*/ 345706 w 1722333"/>
              <a:gd name="csY2007" fmla="*/ 1114920 h 1114920"/>
              <a:gd name="csX2008" fmla="*/ 345878 w 1722333"/>
              <a:gd name="csY2008" fmla="*/ 1114920 h 1114920"/>
              <a:gd name="csX2009" fmla="*/ 346051 w 1722333"/>
              <a:gd name="csY2009" fmla="*/ 1114920 h 1114920"/>
              <a:gd name="csX2010" fmla="*/ 346222 w 1722333"/>
              <a:gd name="csY2010" fmla="*/ 1114920 h 1114920"/>
              <a:gd name="csX2011" fmla="*/ 346395 w 1722333"/>
              <a:gd name="csY2011" fmla="*/ 1114920 h 1114920"/>
              <a:gd name="csX2012" fmla="*/ 346567 w 1722333"/>
              <a:gd name="csY2012" fmla="*/ 1114920 h 1114920"/>
              <a:gd name="csX2013" fmla="*/ 346739 w 1722333"/>
              <a:gd name="csY2013" fmla="*/ 1114920 h 1114920"/>
              <a:gd name="csX2014" fmla="*/ 346912 w 1722333"/>
              <a:gd name="csY2014" fmla="*/ 1114920 h 1114920"/>
              <a:gd name="csX2015" fmla="*/ 347084 w 1722333"/>
              <a:gd name="csY2015" fmla="*/ 1114920 h 1114920"/>
              <a:gd name="csX2016" fmla="*/ 347256 w 1722333"/>
              <a:gd name="csY2016" fmla="*/ 1114920 h 1114920"/>
              <a:gd name="csX2017" fmla="*/ 347429 w 1722333"/>
              <a:gd name="csY2017" fmla="*/ 1114920 h 1114920"/>
              <a:gd name="csX2018" fmla="*/ 347600 w 1722333"/>
              <a:gd name="csY2018" fmla="*/ 1114920 h 1114920"/>
              <a:gd name="csX2019" fmla="*/ 347773 w 1722333"/>
              <a:gd name="csY2019" fmla="*/ 1114920 h 1114920"/>
              <a:gd name="csX2020" fmla="*/ 347946 w 1722333"/>
              <a:gd name="csY2020" fmla="*/ 1114920 h 1114920"/>
              <a:gd name="csX2021" fmla="*/ 348117 w 1722333"/>
              <a:gd name="csY2021" fmla="*/ 1114920 h 1114920"/>
              <a:gd name="csX2022" fmla="*/ 348290 w 1722333"/>
              <a:gd name="csY2022" fmla="*/ 1114920 h 1114920"/>
              <a:gd name="csX2023" fmla="*/ 348462 w 1722333"/>
              <a:gd name="csY2023" fmla="*/ 1114920 h 1114920"/>
              <a:gd name="csX2024" fmla="*/ 348634 w 1722333"/>
              <a:gd name="csY2024" fmla="*/ 1114920 h 1114920"/>
              <a:gd name="csX2025" fmla="*/ 348807 w 1722333"/>
              <a:gd name="csY2025" fmla="*/ 1114920 h 1114920"/>
              <a:gd name="csX2026" fmla="*/ 348978 w 1722333"/>
              <a:gd name="csY2026" fmla="*/ 1114920 h 1114920"/>
              <a:gd name="csX2027" fmla="*/ 349151 w 1722333"/>
              <a:gd name="csY2027" fmla="*/ 1114920 h 1114920"/>
              <a:gd name="csX2028" fmla="*/ 349324 w 1722333"/>
              <a:gd name="csY2028" fmla="*/ 1114920 h 1114920"/>
              <a:gd name="csX2029" fmla="*/ 349495 w 1722333"/>
              <a:gd name="csY2029" fmla="*/ 1114920 h 1114920"/>
              <a:gd name="csX2030" fmla="*/ 349668 w 1722333"/>
              <a:gd name="csY2030" fmla="*/ 1114920 h 1114920"/>
              <a:gd name="csX2031" fmla="*/ 349840 w 1722333"/>
              <a:gd name="csY2031" fmla="*/ 1114920 h 1114920"/>
              <a:gd name="csX2032" fmla="*/ 350012 w 1722333"/>
              <a:gd name="csY2032" fmla="*/ 1114920 h 1114920"/>
              <a:gd name="csX2033" fmla="*/ 350185 w 1722333"/>
              <a:gd name="csY2033" fmla="*/ 1114920 h 1114920"/>
              <a:gd name="csX2034" fmla="*/ 350356 w 1722333"/>
              <a:gd name="csY2034" fmla="*/ 1114920 h 1114920"/>
              <a:gd name="csX2035" fmla="*/ 350529 w 1722333"/>
              <a:gd name="csY2035" fmla="*/ 1114920 h 1114920"/>
              <a:gd name="csX2036" fmla="*/ 350702 w 1722333"/>
              <a:gd name="csY2036" fmla="*/ 1114920 h 1114920"/>
              <a:gd name="csX2037" fmla="*/ 350873 w 1722333"/>
              <a:gd name="csY2037" fmla="*/ 1114920 h 1114920"/>
              <a:gd name="csX2038" fmla="*/ 351046 w 1722333"/>
              <a:gd name="csY2038" fmla="*/ 1114920 h 1114920"/>
              <a:gd name="csX2039" fmla="*/ 351218 w 1722333"/>
              <a:gd name="csY2039" fmla="*/ 1114920 h 1114920"/>
              <a:gd name="csX2040" fmla="*/ 351390 w 1722333"/>
              <a:gd name="csY2040" fmla="*/ 1114920 h 1114920"/>
              <a:gd name="csX2041" fmla="*/ 351563 w 1722333"/>
              <a:gd name="csY2041" fmla="*/ 1114920 h 1114920"/>
              <a:gd name="csX2042" fmla="*/ 351735 w 1722333"/>
              <a:gd name="csY2042" fmla="*/ 1114920 h 1114920"/>
              <a:gd name="csX2043" fmla="*/ 351907 w 1722333"/>
              <a:gd name="csY2043" fmla="*/ 1114920 h 1114920"/>
              <a:gd name="csX2044" fmla="*/ 352079 w 1722333"/>
              <a:gd name="csY2044" fmla="*/ 1114920 h 1114920"/>
              <a:gd name="csX2045" fmla="*/ 352251 w 1722333"/>
              <a:gd name="csY2045" fmla="*/ 1114920 h 1114920"/>
              <a:gd name="csX2046" fmla="*/ 352424 w 1722333"/>
              <a:gd name="csY2046" fmla="*/ 1114920 h 1114920"/>
              <a:gd name="csX2047" fmla="*/ 352596 w 1722333"/>
              <a:gd name="csY2047" fmla="*/ 1114920 h 1114920"/>
              <a:gd name="csX2048" fmla="*/ 352768 w 1722333"/>
              <a:gd name="csY2048" fmla="*/ 1114920 h 1114920"/>
              <a:gd name="csX2049" fmla="*/ 352941 w 1722333"/>
              <a:gd name="csY2049" fmla="*/ 1114920 h 1114920"/>
              <a:gd name="csX2050" fmla="*/ 353113 w 1722333"/>
              <a:gd name="csY2050" fmla="*/ 1114920 h 1114920"/>
              <a:gd name="csX2051" fmla="*/ 353285 w 1722333"/>
              <a:gd name="csY2051" fmla="*/ 1114920 h 1114920"/>
              <a:gd name="csX2052" fmla="*/ 353457 w 1722333"/>
              <a:gd name="csY2052" fmla="*/ 1114920 h 1114920"/>
              <a:gd name="csX2053" fmla="*/ 353629 w 1722333"/>
              <a:gd name="csY2053" fmla="*/ 1114920 h 1114920"/>
              <a:gd name="csX2054" fmla="*/ 353802 w 1722333"/>
              <a:gd name="csY2054" fmla="*/ 1114920 h 1114920"/>
              <a:gd name="csX2055" fmla="*/ 353974 w 1722333"/>
              <a:gd name="csY2055" fmla="*/ 1114920 h 1114920"/>
              <a:gd name="csX2056" fmla="*/ 354146 w 1722333"/>
              <a:gd name="csY2056" fmla="*/ 1114920 h 1114920"/>
              <a:gd name="csX2057" fmla="*/ 354318 w 1722333"/>
              <a:gd name="csY2057" fmla="*/ 1114920 h 1114920"/>
              <a:gd name="csX2058" fmla="*/ 354491 w 1722333"/>
              <a:gd name="csY2058" fmla="*/ 1114920 h 1114920"/>
              <a:gd name="csX2059" fmla="*/ 354663 w 1722333"/>
              <a:gd name="csY2059" fmla="*/ 1114920 h 1114920"/>
              <a:gd name="csX2060" fmla="*/ 354835 w 1722333"/>
              <a:gd name="csY2060" fmla="*/ 1114920 h 1114920"/>
              <a:gd name="csX2061" fmla="*/ 355007 w 1722333"/>
              <a:gd name="csY2061" fmla="*/ 1114920 h 1114920"/>
              <a:gd name="csX2062" fmla="*/ 355180 w 1722333"/>
              <a:gd name="csY2062" fmla="*/ 1114920 h 1114920"/>
              <a:gd name="csX2063" fmla="*/ 355352 w 1722333"/>
              <a:gd name="csY2063" fmla="*/ 1114920 h 1114920"/>
              <a:gd name="csX2064" fmla="*/ 355524 w 1722333"/>
              <a:gd name="csY2064" fmla="*/ 1114920 h 1114920"/>
              <a:gd name="csX2065" fmla="*/ 355696 w 1722333"/>
              <a:gd name="csY2065" fmla="*/ 1114920 h 1114920"/>
              <a:gd name="csX2066" fmla="*/ 355869 w 1722333"/>
              <a:gd name="csY2066" fmla="*/ 1114920 h 1114920"/>
              <a:gd name="csX2067" fmla="*/ 356041 w 1722333"/>
              <a:gd name="csY2067" fmla="*/ 1114920 h 1114920"/>
              <a:gd name="csX2068" fmla="*/ 356213 w 1722333"/>
              <a:gd name="csY2068" fmla="*/ 1114920 h 1114920"/>
              <a:gd name="csX2069" fmla="*/ 356386 w 1722333"/>
              <a:gd name="csY2069" fmla="*/ 1114920 h 1114920"/>
              <a:gd name="csX2070" fmla="*/ 356557 w 1722333"/>
              <a:gd name="csY2070" fmla="*/ 1114920 h 1114920"/>
              <a:gd name="csX2071" fmla="*/ 356730 w 1722333"/>
              <a:gd name="csY2071" fmla="*/ 1114920 h 1114920"/>
              <a:gd name="csX2072" fmla="*/ 356902 w 1722333"/>
              <a:gd name="csY2072" fmla="*/ 1114920 h 1114920"/>
              <a:gd name="csX2073" fmla="*/ 357074 w 1722333"/>
              <a:gd name="csY2073" fmla="*/ 1114920 h 1114920"/>
              <a:gd name="csX2074" fmla="*/ 357247 w 1722333"/>
              <a:gd name="csY2074" fmla="*/ 1114920 h 1114920"/>
              <a:gd name="csX2075" fmla="*/ 357419 w 1722333"/>
              <a:gd name="csY2075" fmla="*/ 1114920 h 1114920"/>
              <a:gd name="csX2076" fmla="*/ 357591 w 1722333"/>
              <a:gd name="csY2076" fmla="*/ 1114920 h 1114920"/>
              <a:gd name="csX2077" fmla="*/ 357764 w 1722333"/>
              <a:gd name="csY2077" fmla="*/ 1114920 h 1114920"/>
              <a:gd name="csX2078" fmla="*/ 357935 w 1722333"/>
              <a:gd name="csY2078" fmla="*/ 1114920 h 1114920"/>
              <a:gd name="csX2079" fmla="*/ 358108 w 1722333"/>
              <a:gd name="csY2079" fmla="*/ 1114920 h 1114920"/>
              <a:gd name="csX2080" fmla="*/ 358281 w 1722333"/>
              <a:gd name="csY2080" fmla="*/ 1114920 h 1114920"/>
              <a:gd name="csX2081" fmla="*/ 358452 w 1722333"/>
              <a:gd name="csY2081" fmla="*/ 1114920 h 1114920"/>
              <a:gd name="csX2082" fmla="*/ 358625 w 1722333"/>
              <a:gd name="csY2082" fmla="*/ 1114920 h 1114920"/>
              <a:gd name="csX2083" fmla="*/ 358797 w 1722333"/>
              <a:gd name="csY2083" fmla="*/ 1114920 h 1114920"/>
              <a:gd name="csX2084" fmla="*/ 358969 w 1722333"/>
              <a:gd name="csY2084" fmla="*/ 1114920 h 1114920"/>
              <a:gd name="csX2085" fmla="*/ 359142 w 1722333"/>
              <a:gd name="csY2085" fmla="*/ 1114920 h 1114920"/>
              <a:gd name="csX2086" fmla="*/ 359313 w 1722333"/>
              <a:gd name="csY2086" fmla="*/ 1114920 h 1114920"/>
              <a:gd name="csX2087" fmla="*/ 359486 w 1722333"/>
              <a:gd name="csY2087" fmla="*/ 1114920 h 1114920"/>
              <a:gd name="csX2088" fmla="*/ 359659 w 1722333"/>
              <a:gd name="csY2088" fmla="*/ 1114920 h 1114920"/>
              <a:gd name="csX2089" fmla="*/ 359830 w 1722333"/>
              <a:gd name="csY2089" fmla="*/ 1114920 h 1114920"/>
              <a:gd name="csX2090" fmla="*/ 360003 w 1722333"/>
              <a:gd name="csY2090" fmla="*/ 1114920 h 1114920"/>
              <a:gd name="csX2091" fmla="*/ 360175 w 1722333"/>
              <a:gd name="csY2091" fmla="*/ 1114920 h 1114920"/>
              <a:gd name="csX2092" fmla="*/ 360347 w 1722333"/>
              <a:gd name="csY2092" fmla="*/ 1114920 h 1114920"/>
              <a:gd name="csX2093" fmla="*/ 360520 w 1722333"/>
              <a:gd name="csY2093" fmla="*/ 1114920 h 1114920"/>
              <a:gd name="csX2094" fmla="*/ 360691 w 1722333"/>
              <a:gd name="csY2094" fmla="*/ 1114920 h 1114920"/>
              <a:gd name="csX2095" fmla="*/ 360864 w 1722333"/>
              <a:gd name="csY2095" fmla="*/ 1114920 h 1114920"/>
              <a:gd name="csX2096" fmla="*/ 361037 w 1722333"/>
              <a:gd name="csY2096" fmla="*/ 1114920 h 1114920"/>
              <a:gd name="csX2097" fmla="*/ 361208 w 1722333"/>
              <a:gd name="csY2097" fmla="*/ 1114920 h 1114920"/>
              <a:gd name="csX2098" fmla="*/ 361381 w 1722333"/>
              <a:gd name="csY2098" fmla="*/ 1114920 h 1114920"/>
              <a:gd name="csX2099" fmla="*/ 361553 w 1722333"/>
              <a:gd name="csY2099" fmla="*/ 1114920 h 1114920"/>
              <a:gd name="csX2100" fmla="*/ 361725 w 1722333"/>
              <a:gd name="csY2100" fmla="*/ 1114920 h 1114920"/>
              <a:gd name="csX2101" fmla="*/ 361898 w 1722333"/>
              <a:gd name="csY2101" fmla="*/ 1114920 h 1114920"/>
              <a:gd name="csX2102" fmla="*/ 362070 w 1722333"/>
              <a:gd name="csY2102" fmla="*/ 1114920 h 1114920"/>
              <a:gd name="csX2103" fmla="*/ 362242 w 1722333"/>
              <a:gd name="csY2103" fmla="*/ 1114920 h 1114920"/>
              <a:gd name="csX2104" fmla="*/ 362414 w 1722333"/>
              <a:gd name="csY2104" fmla="*/ 1114920 h 1114920"/>
              <a:gd name="csX2105" fmla="*/ 362586 w 1722333"/>
              <a:gd name="csY2105" fmla="*/ 1114920 h 1114920"/>
              <a:gd name="csX2106" fmla="*/ 362759 w 1722333"/>
              <a:gd name="csY2106" fmla="*/ 1114920 h 1114920"/>
              <a:gd name="csX2107" fmla="*/ 362931 w 1722333"/>
              <a:gd name="csY2107" fmla="*/ 1114920 h 1114920"/>
              <a:gd name="csX2108" fmla="*/ 363103 w 1722333"/>
              <a:gd name="csY2108" fmla="*/ 1114920 h 1114920"/>
              <a:gd name="csX2109" fmla="*/ 363276 w 1722333"/>
              <a:gd name="csY2109" fmla="*/ 1114920 h 1114920"/>
              <a:gd name="csX2110" fmla="*/ 363448 w 1722333"/>
              <a:gd name="csY2110" fmla="*/ 1114920 h 1114920"/>
              <a:gd name="csX2111" fmla="*/ 363620 w 1722333"/>
              <a:gd name="csY2111" fmla="*/ 1114920 h 1114920"/>
              <a:gd name="csX2112" fmla="*/ 363792 w 1722333"/>
              <a:gd name="csY2112" fmla="*/ 1114920 h 1114920"/>
              <a:gd name="csX2113" fmla="*/ 363964 w 1722333"/>
              <a:gd name="csY2113" fmla="*/ 1114920 h 1114920"/>
              <a:gd name="csX2114" fmla="*/ 364137 w 1722333"/>
              <a:gd name="csY2114" fmla="*/ 1114920 h 1114920"/>
              <a:gd name="csX2115" fmla="*/ 364309 w 1722333"/>
              <a:gd name="csY2115" fmla="*/ 1114920 h 1114920"/>
              <a:gd name="csX2116" fmla="*/ 364481 w 1722333"/>
              <a:gd name="csY2116" fmla="*/ 1114920 h 1114920"/>
              <a:gd name="csX2117" fmla="*/ 364653 w 1722333"/>
              <a:gd name="csY2117" fmla="*/ 1114920 h 1114920"/>
              <a:gd name="csX2118" fmla="*/ 364826 w 1722333"/>
              <a:gd name="csY2118" fmla="*/ 1114920 h 1114920"/>
              <a:gd name="csX2119" fmla="*/ 364998 w 1722333"/>
              <a:gd name="csY2119" fmla="*/ 1114920 h 1114920"/>
              <a:gd name="csX2120" fmla="*/ 365170 w 1722333"/>
              <a:gd name="csY2120" fmla="*/ 1114920 h 1114920"/>
              <a:gd name="csX2121" fmla="*/ 365343 w 1722333"/>
              <a:gd name="csY2121" fmla="*/ 1114920 h 1114920"/>
              <a:gd name="csX2122" fmla="*/ 365515 w 1722333"/>
              <a:gd name="csY2122" fmla="*/ 1114920 h 1114920"/>
              <a:gd name="csX2123" fmla="*/ 365687 w 1722333"/>
              <a:gd name="csY2123" fmla="*/ 1114920 h 1114920"/>
              <a:gd name="csX2124" fmla="*/ 365859 w 1722333"/>
              <a:gd name="csY2124" fmla="*/ 1114920 h 1114920"/>
              <a:gd name="csX2125" fmla="*/ 366031 w 1722333"/>
              <a:gd name="csY2125" fmla="*/ 1114920 h 1114920"/>
              <a:gd name="csX2126" fmla="*/ 366204 w 1722333"/>
              <a:gd name="csY2126" fmla="*/ 1114920 h 1114920"/>
              <a:gd name="csX2127" fmla="*/ 366376 w 1722333"/>
              <a:gd name="csY2127" fmla="*/ 1114920 h 1114920"/>
              <a:gd name="csX2128" fmla="*/ 366548 w 1722333"/>
              <a:gd name="csY2128" fmla="*/ 1114920 h 1114920"/>
              <a:gd name="csX2129" fmla="*/ 366721 w 1722333"/>
              <a:gd name="csY2129" fmla="*/ 1114920 h 1114920"/>
              <a:gd name="csX2130" fmla="*/ 366892 w 1722333"/>
              <a:gd name="csY2130" fmla="*/ 1114920 h 1114920"/>
              <a:gd name="csX2131" fmla="*/ 367065 w 1722333"/>
              <a:gd name="csY2131" fmla="*/ 1114920 h 1114920"/>
              <a:gd name="csX2132" fmla="*/ 367237 w 1722333"/>
              <a:gd name="csY2132" fmla="*/ 1114920 h 1114920"/>
              <a:gd name="csX2133" fmla="*/ 367409 w 1722333"/>
              <a:gd name="csY2133" fmla="*/ 1114920 h 1114920"/>
              <a:gd name="csX2134" fmla="*/ 367582 w 1722333"/>
              <a:gd name="csY2134" fmla="*/ 1114920 h 1114920"/>
              <a:gd name="csX2135" fmla="*/ 367754 w 1722333"/>
              <a:gd name="csY2135" fmla="*/ 1114920 h 1114920"/>
              <a:gd name="csX2136" fmla="*/ 367926 w 1722333"/>
              <a:gd name="csY2136" fmla="*/ 1114920 h 1114920"/>
              <a:gd name="csX2137" fmla="*/ 368099 w 1722333"/>
              <a:gd name="csY2137" fmla="*/ 1114920 h 1114920"/>
              <a:gd name="csX2138" fmla="*/ 368270 w 1722333"/>
              <a:gd name="csY2138" fmla="*/ 1114920 h 1114920"/>
              <a:gd name="csX2139" fmla="*/ 368443 w 1722333"/>
              <a:gd name="csY2139" fmla="*/ 1114920 h 1114920"/>
              <a:gd name="csX2140" fmla="*/ 368616 w 1722333"/>
              <a:gd name="csY2140" fmla="*/ 1114920 h 1114920"/>
              <a:gd name="csX2141" fmla="*/ 368787 w 1722333"/>
              <a:gd name="csY2141" fmla="*/ 1114920 h 1114920"/>
              <a:gd name="csX2142" fmla="*/ 368960 w 1722333"/>
              <a:gd name="csY2142" fmla="*/ 1114920 h 1114920"/>
              <a:gd name="csX2143" fmla="*/ 369132 w 1722333"/>
              <a:gd name="csY2143" fmla="*/ 1114920 h 1114920"/>
              <a:gd name="csX2144" fmla="*/ 369304 w 1722333"/>
              <a:gd name="csY2144" fmla="*/ 1114920 h 1114920"/>
              <a:gd name="csX2145" fmla="*/ 369477 w 1722333"/>
              <a:gd name="csY2145" fmla="*/ 1114920 h 1114920"/>
              <a:gd name="csX2146" fmla="*/ 369648 w 1722333"/>
              <a:gd name="csY2146" fmla="*/ 1114920 h 1114920"/>
              <a:gd name="csX2147" fmla="*/ 369821 w 1722333"/>
              <a:gd name="csY2147" fmla="*/ 1114920 h 1114920"/>
              <a:gd name="csX2148" fmla="*/ 369994 w 1722333"/>
              <a:gd name="csY2148" fmla="*/ 1114920 h 1114920"/>
              <a:gd name="csX2149" fmla="*/ 370165 w 1722333"/>
              <a:gd name="csY2149" fmla="*/ 1114920 h 1114920"/>
              <a:gd name="csX2150" fmla="*/ 370338 w 1722333"/>
              <a:gd name="csY2150" fmla="*/ 1114920 h 1114920"/>
              <a:gd name="csX2151" fmla="*/ 370510 w 1722333"/>
              <a:gd name="csY2151" fmla="*/ 1114920 h 1114920"/>
              <a:gd name="csX2152" fmla="*/ 370682 w 1722333"/>
              <a:gd name="csY2152" fmla="*/ 1114920 h 1114920"/>
              <a:gd name="csX2153" fmla="*/ 370855 w 1722333"/>
              <a:gd name="csY2153" fmla="*/ 1114920 h 1114920"/>
              <a:gd name="csX2154" fmla="*/ 371026 w 1722333"/>
              <a:gd name="csY2154" fmla="*/ 1114920 h 1114920"/>
              <a:gd name="csX2155" fmla="*/ 371199 w 1722333"/>
              <a:gd name="csY2155" fmla="*/ 1114920 h 1114920"/>
              <a:gd name="csX2156" fmla="*/ 371372 w 1722333"/>
              <a:gd name="csY2156" fmla="*/ 1114920 h 1114920"/>
              <a:gd name="csX2157" fmla="*/ 371543 w 1722333"/>
              <a:gd name="csY2157" fmla="*/ 1114920 h 1114920"/>
              <a:gd name="csX2158" fmla="*/ 371716 w 1722333"/>
              <a:gd name="csY2158" fmla="*/ 1114920 h 1114920"/>
              <a:gd name="csX2159" fmla="*/ 371888 w 1722333"/>
              <a:gd name="csY2159" fmla="*/ 1114920 h 1114920"/>
              <a:gd name="csX2160" fmla="*/ 372060 w 1722333"/>
              <a:gd name="csY2160" fmla="*/ 1114920 h 1114920"/>
              <a:gd name="csX2161" fmla="*/ 372233 w 1722333"/>
              <a:gd name="csY2161" fmla="*/ 1114920 h 1114920"/>
              <a:gd name="csX2162" fmla="*/ 372405 w 1722333"/>
              <a:gd name="csY2162" fmla="*/ 1114920 h 1114920"/>
              <a:gd name="csX2163" fmla="*/ 372577 w 1722333"/>
              <a:gd name="csY2163" fmla="*/ 1114920 h 1114920"/>
              <a:gd name="csX2164" fmla="*/ 372749 w 1722333"/>
              <a:gd name="csY2164" fmla="*/ 1114920 h 1114920"/>
              <a:gd name="csX2165" fmla="*/ 372921 w 1722333"/>
              <a:gd name="csY2165" fmla="*/ 1114920 h 1114920"/>
              <a:gd name="csX2166" fmla="*/ 373094 w 1722333"/>
              <a:gd name="csY2166" fmla="*/ 1114920 h 1114920"/>
              <a:gd name="csX2167" fmla="*/ 373266 w 1722333"/>
              <a:gd name="csY2167" fmla="*/ 1114920 h 1114920"/>
              <a:gd name="csX2168" fmla="*/ 373438 w 1722333"/>
              <a:gd name="csY2168" fmla="*/ 1114920 h 1114920"/>
              <a:gd name="csX2169" fmla="*/ 373611 w 1722333"/>
              <a:gd name="csY2169" fmla="*/ 1114920 h 1114920"/>
              <a:gd name="csX2170" fmla="*/ 373783 w 1722333"/>
              <a:gd name="csY2170" fmla="*/ 1114920 h 1114920"/>
              <a:gd name="csX2171" fmla="*/ 373955 w 1722333"/>
              <a:gd name="csY2171" fmla="*/ 1114920 h 1114920"/>
              <a:gd name="csX2172" fmla="*/ 374127 w 1722333"/>
              <a:gd name="csY2172" fmla="*/ 1114920 h 1114920"/>
              <a:gd name="csX2173" fmla="*/ 374299 w 1722333"/>
              <a:gd name="csY2173" fmla="*/ 1114920 h 1114920"/>
              <a:gd name="csX2174" fmla="*/ 374472 w 1722333"/>
              <a:gd name="csY2174" fmla="*/ 1114920 h 1114920"/>
              <a:gd name="csX2175" fmla="*/ 374644 w 1722333"/>
              <a:gd name="csY2175" fmla="*/ 1114920 h 1114920"/>
              <a:gd name="csX2176" fmla="*/ 374816 w 1722333"/>
              <a:gd name="csY2176" fmla="*/ 1114920 h 1114920"/>
              <a:gd name="csX2177" fmla="*/ 374988 w 1722333"/>
              <a:gd name="csY2177" fmla="*/ 1114920 h 1114920"/>
              <a:gd name="csX2178" fmla="*/ 375161 w 1722333"/>
              <a:gd name="csY2178" fmla="*/ 1114920 h 1114920"/>
              <a:gd name="csX2179" fmla="*/ 375333 w 1722333"/>
              <a:gd name="csY2179" fmla="*/ 1114920 h 1114920"/>
              <a:gd name="csX2180" fmla="*/ 375505 w 1722333"/>
              <a:gd name="csY2180" fmla="*/ 1114920 h 1114920"/>
              <a:gd name="csX2181" fmla="*/ 375678 w 1722333"/>
              <a:gd name="csY2181" fmla="*/ 1114920 h 1114920"/>
              <a:gd name="csX2182" fmla="*/ 375850 w 1722333"/>
              <a:gd name="csY2182" fmla="*/ 1114920 h 1114920"/>
              <a:gd name="csX2183" fmla="*/ 376022 w 1722333"/>
              <a:gd name="csY2183" fmla="*/ 1114920 h 1114920"/>
              <a:gd name="csX2184" fmla="*/ 376194 w 1722333"/>
              <a:gd name="csY2184" fmla="*/ 1114920 h 1114920"/>
              <a:gd name="csX2185" fmla="*/ 376366 w 1722333"/>
              <a:gd name="csY2185" fmla="*/ 1114920 h 1114920"/>
              <a:gd name="csX2186" fmla="*/ 376539 w 1722333"/>
              <a:gd name="csY2186" fmla="*/ 1114920 h 1114920"/>
              <a:gd name="csX2187" fmla="*/ 376711 w 1722333"/>
              <a:gd name="csY2187" fmla="*/ 1114920 h 1114920"/>
              <a:gd name="csX2188" fmla="*/ 376883 w 1722333"/>
              <a:gd name="csY2188" fmla="*/ 1114920 h 1114920"/>
              <a:gd name="csX2189" fmla="*/ 377056 w 1722333"/>
              <a:gd name="csY2189" fmla="*/ 1114920 h 1114920"/>
              <a:gd name="csX2190" fmla="*/ 377228 w 1722333"/>
              <a:gd name="csY2190" fmla="*/ 1114920 h 1114920"/>
              <a:gd name="csX2191" fmla="*/ 377400 w 1722333"/>
              <a:gd name="csY2191" fmla="*/ 1114920 h 1114920"/>
              <a:gd name="csX2192" fmla="*/ 377572 w 1722333"/>
              <a:gd name="csY2192" fmla="*/ 1114920 h 1114920"/>
              <a:gd name="csX2193" fmla="*/ 377744 w 1722333"/>
              <a:gd name="csY2193" fmla="*/ 1114920 h 1114920"/>
              <a:gd name="csX2194" fmla="*/ 377917 w 1722333"/>
              <a:gd name="csY2194" fmla="*/ 1114920 h 1114920"/>
              <a:gd name="csX2195" fmla="*/ 378089 w 1722333"/>
              <a:gd name="csY2195" fmla="*/ 1114920 h 1114920"/>
              <a:gd name="csX2196" fmla="*/ 378261 w 1722333"/>
              <a:gd name="csY2196" fmla="*/ 1114920 h 1114920"/>
              <a:gd name="csX2197" fmla="*/ 378434 w 1722333"/>
              <a:gd name="csY2197" fmla="*/ 1114920 h 1114920"/>
              <a:gd name="csX2198" fmla="*/ 378605 w 1722333"/>
              <a:gd name="csY2198" fmla="*/ 1114920 h 1114920"/>
              <a:gd name="csX2199" fmla="*/ 378778 w 1722333"/>
              <a:gd name="csY2199" fmla="*/ 1114920 h 1114920"/>
              <a:gd name="csX2200" fmla="*/ 378951 w 1722333"/>
              <a:gd name="csY2200" fmla="*/ 1114920 h 1114920"/>
              <a:gd name="csX2201" fmla="*/ 379122 w 1722333"/>
              <a:gd name="csY2201" fmla="*/ 1114920 h 1114920"/>
              <a:gd name="csX2202" fmla="*/ 379295 w 1722333"/>
              <a:gd name="csY2202" fmla="*/ 1114920 h 1114920"/>
              <a:gd name="csX2203" fmla="*/ 379467 w 1722333"/>
              <a:gd name="csY2203" fmla="*/ 1114920 h 1114920"/>
              <a:gd name="csX2204" fmla="*/ 379639 w 1722333"/>
              <a:gd name="csY2204" fmla="*/ 1114920 h 1114920"/>
              <a:gd name="csX2205" fmla="*/ 379812 w 1722333"/>
              <a:gd name="csY2205" fmla="*/ 1114920 h 1114920"/>
              <a:gd name="csX2206" fmla="*/ 379983 w 1722333"/>
              <a:gd name="csY2206" fmla="*/ 1114920 h 1114920"/>
              <a:gd name="csX2207" fmla="*/ 380156 w 1722333"/>
              <a:gd name="csY2207" fmla="*/ 1114920 h 1114920"/>
              <a:gd name="csX2208" fmla="*/ 380329 w 1722333"/>
              <a:gd name="csY2208" fmla="*/ 1114920 h 1114920"/>
              <a:gd name="csX2209" fmla="*/ 380500 w 1722333"/>
              <a:gd name="csY2209" fmla="*/ 1114920 h 1114920"/>
              <a:gd name="csX2210" fmla="*/ 380673 w 1722333"/>
              <a:gd name="csY2210" fmla="*/ 1114920 h 1114920"/>
              <a:gd name="csX2211" fmla="*/ 380845 w 1722333"/>
              <a:gd name="csY2211" fmla="*/ 1114920 h 1114920"/>
              <a:gd name="csX2212" fmla="*/ 381017 w 1722333"/>
              <a:gd name="csY2212" fmla="*/ 1114920 h 1114920"/>
              <a:gd name="csX2213" fmla="*/ 381190 w 1722333"/>
              <a:gd name="csY2213" fmla="*/ 1114920 h 1114920"/>
              <a:gd name="csX2214" fmla="*/ 381361 w 1722333"/>
              <a:gd name="csY2214" fmla="*/ 1114920 h 1114920"/>
              <a:gd name="csX2215" fmla="*/ 381534 w 1722333"/>
              <a:gd name="csY2215" fmla="*/ 1114920 h 1114920"/>
              <a:gd name="csX2216" fmla="*/ 381707 w 1722333"/>
              <a:gd name="csY2216" fmla="*/ 1114920 h 1114920"/>
              <a:gd name="csX2217" fmla="*/ 381878 w 1722333"/>
              <a:gd name="csY2217" fmla="*/ 1114920 h 1114920"/>
              <a:gd name="csX2218" fmla="*/ 382051 w 1722333"/>
              <a:gd name="csY2218" fmla="*/ 1114920 h 1114920"/>
              <a:gd name="csX2219" fmla="*/ 382223 w 1722333"/>
              <a:gd name="csY2219" fmla="*/ 1114920 h 1114920"/>
              <a:gd name="csX2220" fmla="*/ 382395 w 1722333"/>
              <a:gd name="csY2220" fmla="*/ 1114920 h 1114920"/>
              <a:gd name="csX2221" fmla="*/ 382568 w 1722333"/>
              <a:gd name="csY2221" fmla="*/ 1114920 h 1114920"/>
              <a:gd name="csX2222" fmla="*/ 382740 w 1722333"/>
              <a:gd name="csY2222" fmla="*/ 1114920 h 1114920"/>
              <a:gd name="csX2223" fmla="*/ 382912 w 1722333"/>
              <a:gd name="csY2223" fmla="*/ 1114920 h 1114920"/>
              <a:gd name="csX2224" fmla="*/ 383084 w 1722333"/>
              <a:gd name="csY2224" fmla="*/ 1114920 h 1114920"/>
              <a:gd name="csX2225" fmla="*/ 383256 w 1722333"/>
              <a:gd name="csY2225" fmla="*/ 1114920 h 1114920"/>
              <a:gd name="csX2226" fmla="*/ 383429 w 1722333"/>
              <a:gd name="csY2226" fmla="*/ 1114920 h 1114920"/>
              <a:gd name="csX2227" fmla="*/ 383601 w 1722333"/>
              <a:gd name="csY2227" fmla="*/ 1114920 h 1114920"/>
              <a:gd name="csX2228" fmla="*/ 383773 w 1722333"/>
              <a:gd name="csY2228" fmla="*/ 1114920 h 1114920"/>
              <a:gd name="csX2229" fmla="*/ 383946 w 1722333"/>
              <a:gd name="csY2229" fmla="*/ 1114920 h 1114920"/>
              <a:gd name="csX2230" fmla="*/ 384118 w 1722333"/>
              <a:gd name="csY2230" fmla="*/ 1114920 h 1114920"/>
              <a:gd name="csX2231" fmla="*/ 384290 w 1722333"/>
              <a:gd name="csY2231" fmla="*/ 1114920 h 1114920"/>
              <a:gd name="csX2232" fmla="*/ 384462 w 1722333"/>
              <a:gd name="csY2232" fmla="*/ 1114920 h 1114920"/>
              <a:gd name="csX2233" fmla="*/ 384634 w 1722333"/>
              <a:gd name="csY2233" fmla="*/ 1114920 h 1114920"/>
              <a:gd name="csX2234" fmla="*/ 384807 w 1722333"/>
              <a:gd name="csY2234" fmla="*/ 1114920 h 1114920"/>
              <a:gd name="csX2235" fmla="*/ 384979 w 1722333"/>
              <a:gd name="csY2235" fmla="*/ 1114920 h 1114920"/>
              <a:gd name="csX2236" fmla="*/ 385151 w 1722333"/>
              <a:gd name="csY2236" fmla="*/ 1114920 h 1114920"/>
              <a:gd name="csX2237" fmla="*/ 385323 w 1722333"/>
              <a:gd name="csY2237" fmla="*/ 1114920 h 1114920"/>
              <a:gd name="csX2238" fmla="*/ 385496 w 1722333"/>
              <a:gd name="csY2238" fmla="*/ 1114920 h 1114920"/>
              <a:gd name="csX2239" fmla="*/ 385668 w 1722333"/>
              <a:gd name="csY2239" fmla="*/ 1114920 h 1114920"/>
              <a:gd name="csX2240" fmla="*/ 385840 w 1722333"/>
              <a:gd name="csY2240" fmla="*/ 1114920 h 1114920"/>
              <a:gd name="csX2241" fmla="*/ 386013 w 1722333"/>
              <a:gd name="csY2241" fmla="*/ 1114920 h 1114920"/>
              <a:gd name="csX2242" fmla="*/ 386185 w 1722333"/>
              <a:gd name="csY2242" fmla="*/ 1114920 h 1114920"/>
              <a:gd name="csX2243" fmla="*/ 386357 w 1722333"/>
              <a:gd name="csY2243" fmla="*/ 1114920 h 1114920"/>
              <a:gd name="csX2244" fmla="*/ 386529 w 1722333"/>
              <a:gd name="csY2244" fmla="*/ 1114920 h 1114920"/>
              <a:gd name="csX2245" fmla="*/ 386701 w 1722333"/>
              <a:gd name="csY2245" fmla="*/ 1114920 h 1114920"/>
              <a:gd name="csX2246" fmla="*/ 386874 w 1722333"/>
              <a:gd name="csY2246" fmla="*/ 1114920 h 1114920"/>
              <a:gd name="csX2247" fmla="*/ 387046 w 1722333"/>
              <a:gd name="csY2247" fmla="*/ 1114920 h 1114920"/>
              <a:gd name="csX2248" fmla="*/ 387218 w 1722333"/>
              <a:gd name="csY2248" fmla="*/ 1114920 h 1114920"/>
              <a:gd name="csX2249" fmla="*/ 387391 w 1722333"/>
              <a:gd name="csY2249" fmla="*/ 1114920 h 1114920"/>
              <a:gd name="csX2250" fmla="*/ 387563 w 1722333"/>
              <a:gd name="csY2250" fmla="*/ 1114920 h 1114920"/>
              <a:gd name="csX2251" fmla="*/ 387735 w 1722333"/>
              <a:gd name="csY2251" fmla="*/ 1114920 h 1114920"/>
              <a:gd name="csX2252" fmla="*/ 387907 w 1722333"/>
              <a:gd name="csY2252" fmla="*/ 1114920 h 1114920"/>
              <a:gd name="csX2253" fmla="*/ 388079 w 1722333"/>
              <a:gd name="csY2253" fmla="*/ 1114920 h 1114920"/>
              <a:gd name="csX2254" fmla="*/ 388252 w 1722333"/>
              <a:gd name="csY2254" fmla="*/ 1114920 h 1114920"/>
              <a:gd name="csX2255" fmla="*/ 388424 w 1722333"/>
              <a:gd name="csY2255" fmla="*/ 1114920 h 1114920"/>
              <a:gd name="csX2256" fmla="*/ 388596 w 1722333"/>
              <a:gd name="csY2256" fmla="*/ 1114920 h 1114920"/>
              <a:gd name="csX2257" fmla="*/ 388769 w 1722333"/>
              <a:gd name="csY2257" fmla="*/ 1114920 h 1114920"/>
              <a:gd name="csX2258" fmla="*/ 388940 w 1722333"/>
              <a:gd name="csY2258" fmla="*/ 1114920 h 1114920"/>
              <a:gd name="csX2259" fmla="*/ 389113 w 1722333"/>
              <a:gd name="csY2259" fmla="*/ 1114920 h 1114920"/>
              <a:gd name="csX2260" fmla="*/ 389286 w 1722333"/>
              <a:gd name="csY2260" fmla="*/ 1114920 h 1114920"/>
              <a:gd name="csX2261" fmla="*/ 389457 w 1722333"/>
              <a:gd name="csY2261" fmla="*/ 1114920 h 1114920"/>
              <a:gd name="csX2262" fmla="*/ 389630 w 1722333"/>
              <a:gd name="csY2262" fmla="*/ 1114920 h 1114920"/>
              <a:gd name="csX2263" fmla="*/ 389802 w 1722333"/>
              <a:gd name="csY2263" fmla="*/ 1114920 h 1114920"/>
              <a:gd name="csX2264" fmla="*/ 389974 w 1722333"/>
              <a:gd name="csY2264" fmla="*/ 1114920 h 1114920"/>
              <a:gd name="csX2265" fmla="*/ 390147 w 1722333"/>
              <a:gd name="csY2265" fmla="*/ 1114920 h 1114920"/>
              <a:gd name="csX2266" fmla="*/ 390318 w 1722333"/>
              <a:gd name="csY2266" fmla="*/ 1114920 h 1114920"/>
              <a:gd name="csX2267" fmla="*/ 390491 w 1722333"/>
              <a:gd name="csY2267" fmla="*/ 1114920 h 1114920"/>
              <a:gd name="csX2268" fmla="*/ 390664 w 1722333"/>
              <a:gd name="csY2268" fmla="*/ 1114920 h 1114920"/>
              <a:gd name="csX2269" fmla="*/ 390835 w 1722333"/>
              <a:gd name="csY2269" fmla="*/ 1114920 h 1114920"/>
              <a:gd name="csX2270" fmla="*/ 391008 w 1722333"/>
              <a:gd name="csY2270" fmla="*/ 1114920 h 1114920"/>
              <a:gd name="csX2271" fmla="*/ 391180 w 1722333"/>
              <a:gd name="csY2271" fmla="*/ 1114920 h 1114920"/>
              <a:gd name="csX2272" fmla="*/ 391352 w 1722333"/>
              <a:gd name="csY2272" fmla="*/ 1114920 h 1114920"/>
              <a:gd name="csX2273" fmla="*/ 391525 w 1722333"/>
              <a:gd name="csY2273" fmla="*/ 1114920 h 1114920"/>
              <a:gd name="csX2274" fmla="*/ 391696 w 1722333"/>
              <a:gd name="csY2274" fmla="*/ 1114920 h 1114920"/>
              <a:gd name="csX2275" fmla="*/ 391869 w 1722333"/>
              <a:gd name="csY2275" fmla="*/ 1114920 h 1114920"/>
              <a:gd name="csX2276" fmla="*/ 392042 w 1722333"/>
              <a:gd name="csY2276" fmla="*/ 1114920 h 1114920"/>
              <a:gd name="csX2277" fmla="*/ 392213 w 1722333"/>
              <a:gd name="csY2277" fmla="*/ 1114920 h 1114920"/>
              <a:gd name="csX2278" fmla="*/ 392386 w 1722333"/>
              <a:gd name="csY2278" fmla="*/ 1114920 h 1114920"/>
              <a:gd name="csX2279" fmla="*/ 392558 w 1722333"/>
              <a:gd name="csY2279" fmla="*/ 1114920 h 1114920"/>
              <a:gd name="csX2280" fmla="*/ 392730 w 1722333"/>
              <a:gd name="csY2280" fmla="*/ 1114920 h 1114920"/>
              <a:gd name="csX2281" fmla="*/ 392903 w 1722333"/>
              <a:gd name="csY2281" fmla="*/ 1114920 h 1114920"/>
              <a:gd name="csX2282" fmla="*/ 393075 w 1722333"/>
              <a:gd name="csY2282" fmla="*/ 1114920 h 1114920"/>
              <a:gd name="csX2283" fmla="*/ 393247 w 1722333"/>
              <a:gd name="csY2283" fmla="*/ 1114920 h 1114920"/>
              <a:gd name="csX2284" fmla="*/ 393419 w 1722333"/>
              <a:gd name="csY2284" fmla="*/ 1114920 h 1114920"/>
              <a:gd name="csX2285" fmla="*/ 393591 w 1722333"/>
              <a:gd name="csY2285" fmla="*/ 1114920 h 1114920"/>
              <a:gd name="csX2286" fmla="*/ 393764 w 1722333"/>
              <a:gd name="csY2286" fmla="*/ 1114920 h 1114920"/>
              <a:gd name="csX2287" fmla="*/ 393936 w 1722333"/>
              <a:gd name="csY2287" fmla="*/ 1114920 h 1114920"/>
              <a:gd name="csX2288" fmla="*/ 394108 w 1722333"/>
              <a:gd name="csY2288" fmla="*/ 1114920 h 1114920"/>
              <a:gd name="csX2289" fmla="*/ 394281 w 1722333"/>
              <a:gd name="csY2289" fmla="*/ 1114920 h 1114920"/>
              <a:gd name="csX2290" fmla="*/ 394453 w 1722333"/>
              <a:gd name="csY2290" fmla="*/ 1114920 h 1114920"/>
              <a:gd name="csX2291" fmla="*/ 394625 w 1722333"/>
              <a:gd name="csY2291" fmla="*/ 1114920 h 1114920"/>
              <a:gd name="csX2292" fmla="*/ 394797 w 1722333"/>
              <a:gd name="csY2292" fmla="*/ 1114920 h 1114920"/>
              <a:gd name="csX2293" fmla="*/ 394969 w 1722333"/>
              <a:gd name="csY2293" fmla="*/ 1114920 h 1114920"/>
              <a:gd name="csX2294" fmla="*/ 395142 w 1722333"/>
              <a:gd name="csY2294" fmla="*/ 1114920 h 1114920"/>
              <a:gd name="csX2295" fmla="*/ 395314 w 1722333"/>
              <a:gd name="csY2295" fmla="*/ 1114920 h 1114920"/>
              <a:gd name="csX2296" fmla="*/ 395486 w 1722333"/>
              <a:gd name="csY2296" fmla="*/ 1114920 h 1114920"/>
              <a:gd name="csX2297" fmla="*/ 395659 w 1722333"/>
              <a:gd name="csY2297" fmla="*/ 1114920 h 1114920"/>
              <a:gd name="csX2298" fmla="*/ 395831 w 1722333"/>
              <a:gd name="csY2298" fmla="*/ 1114920 h 1114920"/>
              <a:gd name="csX2299" fmla="*/ 396003 w 1722333"/>
              <a:gd name="csY2299" fmla="*/ 1114920 h 1114920"/>
              <a:gd name="csX2300" fmla="*/ 396175 w 1722333"/>
              <a:gd name="csY2300" fmla="*/ 1114920 h 1114920"/>
              <a:gd name="csX2301" fmla="*/ 396348 w 1722333"/>
              <a:gd name="csY2301" fmla="*/ 1114920 h 1114920"/>
              <a:gd name="csX2302" fmla="*/ 396520 w 1722333"/>
              <a:gd name="csY2302" fmla="*/ 1114920 h 1114920"/>
              <a:gd name="csX2303" fmla="*/ 396692 w 1722333"/>
              <a:gd name="csY2303" fmla="*/ 1114920 h 1114920"/>
              <a:gd name="csX2304" fmla="*/ 396864 w 1722333"/>
              <a:gd name="csY2304" fmla="*/ 1114920 h 1114920"/>
              <a:gd name="csX2305" fmla="*/ 397036 w 1722333"/>
              <a:gd name="csY2305" fmla="*/ 1114920 h 1114920"/>
              <a:gd name="csX2306" fmla="*/ 397209 w 1722333"/>
              <a:gd name="csY2306" fmla="*/ 1114920 h 1114920"/>
              <a:gd name="csX2307" fmla="*/ 397381 w 1722333"/>
              <a:gd name="csY2307" fmla="*/ 1114920 h 1114920"/>
              <a:gd name="csX2308" fmla="*/ 397553 w 1722333"/>
              <a:gd name="csY2308" fmla="*/ 1114920 h 1114920"/>
              <a:gd name="csX2309" fmla="*/ 397726 w 1722333"/>
              <a:gd name="csY2309" fmla="*/ 1114920 h 1114920"/>
              <a:gd name="csX2310" fmla="*/ 397898 w 1722333"/>
              <a:gd name="csY2310" fmla="*/ 1114920 h 1114920"/>
              <a:gd name="csX2311" fmla="*/ 398070 w 1722333"/>
              <a:gd name="csY2311" fmla="*/ 1114920 h 1114920"/>
              <a:gd name="csX2312" fmla="*/ 398242 w 1722333"/>
              <a:gd name="csY2312" fmla="*/ 1114920 h 1114920"/>
              <a:gd name="csX2313" fmla="*/ 398414 w 1722333"/>
              <a:gd name="csY2313" fmla="*/ 1114920 h 1114920"/>
              <a:gd name="csX2314" fmla="*/ 398587 w 1722333"/>
              <a:gd name="csY2314" fmla="*/ 1114920 h 1114920"/>
              <a:gd name="csX2315" fmla="*/ 398759 w 1722333"/>
              <a:gd name="csY2315" fmla="*/ 1114920 h 1114920"/>
              <a:gd name="csX2316" fmla="*/ 398931 w 1722333"/>
              <a:gd name="csY2316" fmla="*/ 1114920 h 1114920"/>
              <a:gd name="csX2317" fmla="*/ 399104 w 1722333"/>
              <a:gd name="csY2317" fmla="*/ 1114920 h 1114920"/>
              <a:gd name="csX2318" fmla="*/ 399275 w 1722333"/>
              <a:gd name="csY2318" fmla="*/ 1114920 h 1114920"/>
              <a:gd name="csX2319" fmla="*/ 399448 w 1722333"/>
              <a:gd name="csY2319" fmla="*/ 1114920 h 1114920"/>
              <a:gd name="csX2320" fmla="*/ 399621 w 1722333"/>
              <a:gd name="csY2320" fmla="*/ 1114920 h 1114920"/>
              <a:gd name="csX2321" fmla="*/ 399792 w 1722333"/>
              <a:gd name="csY2321" fmla="*/ 1114920 h 1114920"/>
              <a:gd name="csX2322" fmla="*/ 399965 w 1722333"/>
              <a:gd name="csY2322" fmla="*/ 1114920 h 1114920"/>
              <a:gd name="csX2323" fmla="*/ 400137 w 1722333"/>
              <a:gd name="csY2323" fmla="*/ 1114920 h 1114920"/>
              <a:gd name="csX2324" fmla="*/ 400309 w 1722333"/>
              <a:gd name="csY2324" fmla="*/ 1114920 h 1114920"/>
              <a:gd name="csX2325" fmla="*/ 400482 w 1722333"/>
              <a:gd name="csY2325" fmla="*/ 1114920 h 1114920"/>
              <a:gd name="csX2326" fmla="*/ 400653 w 1722333"/>
              <a:gd name="csY2326" fmla="*/ 1114920 h 1114920"/>
              <a:gd name="csX2327" fmla="*/ 400826 w 1722333"/>
              <a:gd name="csY2327" fmla="*/ 1114920 h 1114920"/>
              <a:gd name="csX2328" fmla="*/ 400999 w 1722333"/>
              <a:gd name="csY2328" fmla="*/ 1114920 h 1114920"/>
              <a:gd name="csX2329" fmla="*/ 401170 w 1722333"/>
              <a:gd name="csY2329" fmla="*/ 1114920 h 1114920"/>
              <a:gd name="csX2330" fmla="*/ 401343 w 1722333"/>
              <a:gd name="csY2330" fmla="*/ 1114920 h 1114920"/>
              <a:gd name="csX2331" fmla="*/ 401515 w 1722333"/>
              <a:gd name="csY2331" fmla="*/ 1114920 h 1114920"/>
              <a:gd name="csX2332" fmla="*/ 401687 w 1722333"/>
              <a:gd name="csY2332" fmla="*/ 1114920 h 1114920"/>
              <a:gd name="csX2333" fmla="*/ 401860 w 1722333"/>
              <a:gd name="csY2333" fmla="*/ 1114920 h 1114920"/>
              <a:gd name="csX2334" fmla="*/ 402032 w 1722333"/>
              <a:gd name="csY2334" fmla="*/ 1114920 h 1114920"/>
              <a:gd name="csX2335" fmla="*/ 402204 w 1722333"/>
              <a:gd name="csY2335" fmla="*/ 1114920 h 1114920"/>
              <a:gd name="csX2336" fmla="*/ 402377 w 1722333"/>
              <a:gd name="csY2336" fmla="*/ 1114920 h 1114920"/>
              <a:gd name="csX2337" fmla="*/ 402548 w 1722333"/>
              <a:gd name="csY2337" fmla="*/ 1114920 h 1114920"/>
              <a:gd name="csX2338" fmla="*/ 402721 w 1722333"/>
              <a:gd name="csY2338" fmla="*/ 1114920 h 1114920"/>
              <a:gd name="csX2339" fmla="*/ 402893 w 1722333"/>
              <a:gd name="csY2339" fmla="*/ 1114920 h 1114920"/>
              <a:gd name="csX2340" fmla="*/ 403065 w 1722333"/>
              <a:gd name="csY2340" fmla="*/ 1114920 h 1114920"/>
              <a:gd name="csX2341" fmla="*/ 403238 w 1722333"/>
              <a:gd name="csY2341" fmla="*/ 1114920 h 1114920"/>
              <a:gd name="csX2342" fmla="*/ 403410 w 1722333"/>
              <a:gd name="csY2342" fmla="*/ 1114920 h 1114920"/>
              <a:gd name="csX2343" fmla="*/ 403582 w 1722333"/>
              <a:gd name="csY2343" fmla="*/ 1114920 h 1114920"/>
              <a:gd name="csX2344" fmla="*/ 403755 w 1722333"/>
              <a:gd name="csY2344" fmla="*/ 1114920 h 1114920"/>
              <a:gd name="csX2345" fmla="*/ 403926 w 1722333"/>
              <a:gd name="csY2345" fmla="*/ 1114920 h 1114920"/>
              <a:gd name="csX2346" fmla="*/ 404099 w 1722333"/>
              <a:gd name="csY2346" fmla="*/ 1114920 h 1114920"/>
              <a:gd name="csX2347" fmla="*/ 404271 w 1722333"/>
              <a:gd name="csY2347" fmla="*/ 1114920 h 1114920"/>
              <a:gd name="csX2348" fmla="*/ 404443 w 1722333"/>
              <a:gd name="csY2348" fmla="*/ 1114920 h 1114920"/>
              <a:gd name="csX2349" fmla="*/ 404616 w 1722333"/>
              <a:gd name="csY2349" fmla="*/ 1114920 h 1114920"/>
              <a:gd name="csX2350" fmla="*/ 404788 w 1722333"/>
              <a:gd name="csY2350" fmla="*/ 1114920 h 1114920"/>
              <a:gd name="csX2351" fmla="*/ 404960 w 1722333"/>
              <a:gd name="csY2351" fmla="*/ 1114920 h 1114920"/>
              <a:gd name="csX2352" fmla="*/ 405132 w 1722333"/>
              <a:gd name="csY2352" fmla="*/ 1114920 h 1114920"/>
              <a:gd name="csX2353" fmla="*/ 405304 w 1722333"/>
              <a:gd name="csY2353" fmla="*/ 1114920 h 1114920"/>
              <a:gd name="csX2354" fmla="*/ 405477 w 1722333"/>
              <a:gd name="csY2354" fmla="*/ 1114920 h 1114920"/>
              <a:gd name="csX2355" fmla="*/ 405649 w 1722333"/>
              <a:gd name="csY2355" fmla="*/ 1114920 h 1114920"/>
              <a:gd name="csX2356" fmla="*/ 405821 w 1722333"/>
              <a:gd name="csY2356" fmla="*/ 1114920 h 1114920"/>
              <a:gd name="csX2357" fmla="*/ 405994 w 1722333"/>
              <a:gd name="csY2357" fmla="*/ 1114920 h 1114920"/>
              <a:gd name="csX2358" fmla="*/ 406166 w 1722333"/>
              <a:gd name="csY2358" fmla="*/ 1114920 h 1114920"/>
              <a:gd name="csX2359" fmla="*/ 406338 w 1722333"/>
              <a:gd name="csY2359" fmla="*/ 1114920 h 1114920"/>
              <a:gd name="csX2360" fmla="*/ 406510 w 1722333"/>
              <a:gd name="csY2360" fmla="*/ 1114920 h 1114920"/>
              <a:gd name="csX2361" fmla="*/ 406683 w 1722333"/>
              <a:gd name="csY2361" fmla="*/ 1114920 h 1114920"/>
              <a:gd name="csX2362" fmla="*/ 406855 w 1722333"/>
              <a:gd name="csY2362" fmla="*/ 1114920 h 1114920"/>
              <a:gd name="csX2363" fmla="*/ 407027 w 1722333"/>
              <a:gd name="csY2363" fmla="*/ 1114920 h 1114920"/>
              <a:gd name="csX2364" fmla="*/ 407199 w 1722333"/>
              <a:gd name="csY2364" fmla="*/ 1114920 h 1114920"/>
              <a:gd name="csX2365" fmla="*/ 407371 w 1722333"/>
              <a:gd name="csY2365" fmla="*/ 1114920 h 1114920"/>
              <a:gd name="csX2366" fmla="*/ 407544 w 1722333"/>
              <a:gd name="csY2366" fmla="*/ 1114920 h 1114920"/>
              <a:gd name="csX2367" fmla="*/ 407716 w 1722333"/>
              <a:gd name="csY2367" fmla="*/ 1114920 h 1114920"/>
              <a:gd name="csX2368" fmla="*/ 407888 w 1722333"/>
              <a:gd name="csY2368" fmla="*/ 1114920 h 1114920"/>
              <a:gd name="csX2369" fmla="*/ 408061 w 1722333"/>
              <a:gd name="csY2369" fmla="*/ 1114920 h 1114920"/>
              <a:gd name="csX2370" fmla="*/ 408233 w 1722333"/>
              <a:gd name="csY2370" fmla="*/ 1114920 h 1114920"/>
              <a:gd name="csX2371" fmla="*/ 408405 w 1722333"/>
              <a:gd name="csY2371" fmla="*/ 1114920 h 1114920"/>
              <a:gd name="csX2372" fmla="*/ 408577 w 1722333"/>
              <a:gd name="csY2372" fmla="*/ 1114920 h 1114920"/>
              <a:gd name="csX2373" fmla="*/ 408749 w 1722333"/>
              <a:gd name="csY2373" fmla="*/ 1114920 h 1114920"/>
              <a:gd name="csX2374" fmla="*/ 408922 w 1722333"/>
              <a:gd name="csY2374" fmla="*/ 1114920 h 1114920"/>
              <a:gd name="csX2375" fmla="*/ 409094 w 1722333"/>
              <a:gd name="csY2375" fmla="*/ 1114920 h 1114920"/>
              <a:gd name="csX2376" fmla="*/ 409266 w 1722333"/>
              <a:gd name="csY2376" fmla="*/ 1114920 h 1114920"/>
              <a:gd name="csX2377" fmla="*/ 409439 w 1722333"/>
              <a:gd name="csY2377" fmla="*/ 1114920 h 1114920"/>
              <a:gd name="csX2378" fmla="*/ 409610 w 1722333"/>
              <a:gd name="csY2378" fmla="*/ 1114920 h 1114920"/>
              <a:gd name="csX2379" fmla="*/ 409783 w 1722333"/>
              <a:gd name="csY2379" fmla="*/ 1114920 h 1114920"/>
              <a:gd name="csX2380" fmla="*/ 409956 w 1722333"/>
              <a:gd name="csY2380" fmla="*/ 1114920 h 1114920"/>
              <a:gd name="csX2381" fmla="*/ 410127 w 1722333"/>
              <a:gd name="csY2381" fmla="*/ 1114920 h 1114920"/>
              <a:gd name="csX2382" fmla="*/ 410300 w 1722333"/>
              <a:gd name="csY2382" fmla="*/ 1114920 h 1114920"/>
              <a:gd name="csX2383" fmla="*/ 410472 w 1722333"/>
              <a:gd name="csY2383" fmla="*/ 1114920 h 1114920"/>
              <a:gd name="csX2384" fmla="*/ 410644 w 1722333"/>
              <a:gd name="csY2384" fmla="*/ 1114920 h 1114920"/>
              <a:gd name="csX2385" fmla="*/ 410817 w 1722333"/>
              <a:gd name="csY2385" fmla="*/ 1114920 h 1114920"/>
              <a:gd name="csX2386" fmla="*/ 410988 w 1722333"/>
              <a:gd name="csY2386" fmla="*/ 1114920 h 1114920"/>
              <a:gd name="csX2387" fmla="*/ 411161 w 1722333"/>
              <a:gd name="csY2387" fmla="*/ 1114920 h 1114920"/>
              <a:gd name="csX2388" fmla="*/ 411334 w 1722333"/>
              <a:gd name="csY2388" fmla="*/ 1114920 h 1114920"/>
              <a:gd name="csX2389" fmla="*/ 411505 w 1722333"/>
              <a:gd name="csY2389" fmla="*/ 1114920 h 1114920"/>
              <a:gd name="csX2390" fmla="*/ 411678 w 1722333"/>
              <a:gd name="csY2390" fmla="*/ 1114920 h 1114920"/>
              <a:gd name="csX2391" fmla="*/ 411850 w 1722333"/>
              <a:gd name="csY2391" fmla="*/ 1114920 h 1114920"/>
              <a:gd name="csX2392" fmla="*/ 412022 w 1722333"/>
              <a:gd name="csY2392" fmla="*/ 1114920 h 1114920"/>
              <a:gd name="csX2393" fmla="*/ 412195 w 1722333"/>
              <a:gd name="csY2393" fmla="*/ 1114920 h 1114920"/>
              <a:gd name="csX2394" fmla="*/ 412366 w 1722333"/>
              <a:gd name="csY2394" fmla="*/ 1114920 h 1114920"/>
              <a:gd name="csX2395" fmla="*/ 412539 w 1722333"/>
              <a:gd name="csY2395" fmla="*/ 1114920 h 1114920"/>
              <a:gd name="csX2396" fmla="*/ 412712 w 1722333"/>
              <a:gd name="csY2396" fmla="*/ 1114920 h 1114920"/>
              <a:gd name="csX2397" fmla="*/ 412883 w 1722333"/>
              <a:gd name="csY2397" fmla="*/ 1114920 h 1114920"/>
              <a:gd name="csX2398" fmla="*/ 413056 w 1722333"/>
              <a:gd name="csY2398" fmla="*/ 1114920 h 1114920"/>
              <a:gd name="csX2399" fmla="*/ 413228 w 1722333"/>
              <a:gd name="csY2399" fmla="*/ 1114920 h 1114920"/>
              <a:gd name="csX2400" fmla="*/ 413400 w 1722333"/>
              <a:gd name="csY2400" fmla="*/ 1114920 h 1114920"/>
              <a:gd name="csX2401" fmla="*/ 413573 w 1722333"/>
              <a:gd name="csY2401" fmla="*/ 1114920 h 1114920"/>
              <a:gd name="csX2402" fmla="*/ 413745 w 1722333"/>
              <a:gd name="csY2402" fmla="*/ 1114920 h 1114920"/>
              <a:gd name="csX2403" fmla="*/ 413917 w 1722333"/>
              <a:gd name="csY2403" fmla="*/ 1114920 h 1114920"/>
              <a:gd name="csX2404" fmla="*/ 414090 w 1722333"/>
              <a:gd name="csY2404" fmla="*/ 1114920 h 1114920"/>
              <a:gd name="csX2405" fmla="*/ 414261 w 1722333"/>
              <a:gd name="csY2405" fmla="*/ 1114920 h 1114920"/>
              <a:gd name="csX2406" fmla="*/ 414434 w 1722333"/>
              <a:gd name="csY2406" fmla="*/ 1114920 h 1114920"/>
              <a:gd name="csX2407" fmla="*/ 414606 w 1722333"/>
              <a:gd name="csY2407" fmla="*/ 1114920 h 1114920"/>
              <a:gd name="csX2408" fmla="*/ 414778 w 1722333"/>
              <a:gd name="csY2408" fmla="*/ 1114920 h 1114920"/>
              <a:gd name="csX2409" fmla="*/ 414951 w 1722333"/>
              <a:gd name="csY2409" fmla="*/ 1114920 h 1114920"/>
              <a:gd name="csX2410" fmla="*/ 415123 w 1722333"/>
              <a:gd name="csY2410" fmla="*/ 1114920 h 1114920"/>
              <a:gd name="csX2411" fmla="*/ 415295 w 1722333"/>
              <a:gd name="csY2411" fmla="*/ 1114920 h 1114920"/>
              <a:gd name="csX2412" fmla="*/ 415467 w 1722333"/>
              <a:gd name="csY2412" fmla="*/ 1114920 h 1114920"/>
              <a:gd name="csX2413" fmla="*/ 415639 w 1722333"/>
              <a:gd name="csY2413" fmla="*/ 1114920 h 1114920"/>
              <a:gd name="csX2414" fmla="*/ 415812 w 1722333"/>
              <a:gd name="csY2414" fmla="*/ 1114920 h 1114920"/>
              <a:gd name="csX2415" fmla="*/ 415984 w 1722333"/>
              <a:gd name="csY2415" fmla="*/ 1114920 h 1114920"/>
              <a:gd name="csX2416" fmla="*/ 416156 w 1722333"/>
              <a:gd name="csY2416" fmla="*/ 1114920 h 1114920"/>
              <a:gd name="csX2417" fmla="*/ 416329 w 1722333"/>
              <a:gd name="csY2417" fmla="*/ 1114920 h 1114920"/>
              <a:gd name="csX2418" fmla="*/ 416501 w 1722333"/>
              <a:gd name="csY2418" fmla="*/ 1114920 h 1114920"/>
              <a:gd name="csX2419" fmla="*/ 416673 w 1722333"/>
              <a:gd name="csY2419" fmla="*/ 1114920 h 1114920"/>
              <a:gd name="csX2420" fmla="*/ 416845 w 1722333"/>
              <a:gd name="csY2420" fmla="*/ 1114920 h 1114920"/>
              <a:gd name="csX2421" fmla="*/ 417018 w 1722333"/>
              <a:gd name="csY2421" fmla="*/ 1114920 h 1114920"/>
              <a:gd name="csX2422" fmla="*/ 417190 w 1722333"/>
              <a:gd name="csY2422" fmla="*/ 1114920 h 1114920"/>
              <a:gd name="csX2423" fmla="*/ 417362 w 1722333"/>
              <a:gd name="csY2423" fmla="*/ 1114920 h 1114920"/>
              <a:gd name="csX2424" fmla="*/ 417534 w 1722333"/>
              <a:gd name="csY2424" fmla="*/ 1114920 h 1114920"/>
              <a:gd name="csX2425" fmla="*/ 417706 w 1722333"/>
              <a:gd name="csY2425" fmla="*/ 1114920 h 1114920"/>
              <a:gd name="csX2426" fmla="*/ 417879 w 1722333"/>
              <a:gd name="csY2426" fmla="*/ 1114920 h 1114920"/>
              <a:gd name="csX2427" fmla="*/ 418051 w 1722333"/>
              <a:gd name="csY2427" fmla="*/ 1114920 h 1114920"/>
              <a:gd name="csX2428" fmla="*/ 418223 w 1722333"/>
              <a:gd name="csY2428" fmla="*/ 1114920 h 1114920"/>
              <a:gd name="csX2429" fmla="*/ 418396 w 1722333"/>
              <a:gd name="csY2429" fmla="*/ 1114920 h 1114920"/>
              <a:gd name="csX2430" fmla="*/ 418568 w 1722333"/>
              <a:gd name="csY2430" fmla="*/ 1114920 h 1114920"/>
              <a:gd name="csX2431" fmla="*/ 418740 w 1722333"/>
              <a:gd name="csY2431" fmla="*/ 1114920 h 1114920"/>
              <a:gd name="csX2432" fmla="*/ 418913 w 1722333"/>
              <a:gd name="csY2432" fmla="*/ 1114920 h 1114920"/>
              <a:gd name="csX2433" fmla="*/ 419084 w 1722333"/>
              <a:gd name="csY2433" fmla="*/ 1114920 h 1114920"/>
              <a:gd name="csX2434" fmla="*/ 419257 w 1722333"/>
              <a:gd name="csY2434" fmla="*/ 1114920 h 1114920"/>
              <a:gd name="csX2435" fmla="*/ 419429 w 1722333"/>
              <a:gd name="csY2435" fmla="*/ 1114920 h 1114920"/>
              <a:gd name="csX2436" fmla="*/ 419601 w 1722333"/>
              <a:gd name="csY2436" fmla="*/ 1114920 h 1114920"/>
              <a:gd name="csX2437" fmla="*/ 419774 w 1722333"/>
              <a:gd name="csY2437" fmla="*/ 1114920 h 1114920"/>
              <a:gd name="csX2438" fmla="*/ 419945 w 1722333"/>
              <a:gd name="csY2438" fmla="*/ 1114920 h 1114920"/>
              <a:gd name="csX2439" fmla="*/ 420118 w 1722333"/>
              <a:gd name="csY2439" fmla="*/ 1114920 h 1114920"/>
              <a:gd name="csX2440" fmla="*/ 420291 w 1722333"/>
              <a:gd name="csY2440" fmla="*/ 1114920 h 1114920"/>
              <a:gd name="csX2441" fmla="*/ 420462 w 1722333"/>
              <a:gd name="csY2441" fmla="*/ 1114920 h 1114920"/>
              <a:gd name="csX2442" fmla="*/ 420635 w 1722333"/>
              <a:gd name="csY2442" fmla="*/ 1114920 h 1114920"/>
              <a:gd name="csX2443" fmla="*/ 420807 w 1722333"/>
              <a:gd name="csY2443" fmla="*/ 1114920 h 1114920"/>
              <a:gd name="csX2444" fmla="*/ 420979 w 1722333"/>
              <a:gd name="csY2444" fmla="*/ 1114920 h 1114920"/>
              <a:gd name="csX2445" fmla="*/ 421152 w 1722333"/>
              <a:gd name="csY2445" fmla="*/ 1114920 h 1114920"/>
              <a:gd name="csX2446" fmla="*/ 421323 w 1722333"/>
              <a:gd name="csY2446" fmla="*/ 1114920 h 1114920"/>
              <a:gd name="csX2447" fmla="*/ 421496 w 1722333"/>
              <a:gd name="csY2447" fmla="*/ 1114920 h 1114920"/>
              <a:gd name="csX2448" fmla="*/ 421669 w 1722333"/>
              <a:gd name="csY2448" fmla="*/ 1114920 h 1114920"/>
              <a:gd name="csX2449" fmla="*/ 421840 w 1722333"/>
              <a:gd name="csY2449" fmla="*/ 1114920 h 1114920"/>
              <a:gd name="csX2450" fmla="*/ 422013 w 1722333"/>
              <a:gd name="csY2450" fmla="*/ 1114920 h 1114920"/>
              <a:gd name="csX2451" fmla="*/ 422186 w 1722333"/>
              <a:gd name="csY2451" fmla="*/ 1114920 h 1114920"/>
              <a:gd name="csX2452" fmla="*/ 422357 w 1722333"/>
              <a:gd name="csY2452" fmla="*/ 1114920 h 1114920"/>
              <a:gd name="csX2453" fmla="*/ 422530 w 1722333"/>
              <a:gd name="csY2453" fmla="*/ 1114920 h 1114920"/>
              <a:gd name="csX2454" fmla="*/ 422701 w 1722333"/>
              <a:gd name="csY2454" fmla="*/ 1114920 h 1114920"/>
              <a:gd name="csX2455" fmla="*/ 422874 w 1722333"/>
              <a:gd name="csY2455" fmla="*/ 1114920 h 1114920"/>
              <a:gd name="csX2456" fmla="*/ 423047 w 1722333"/>
              <a:gd name="csY2456" fmla="*/ 1114920 h 1114920"/>
              <a:gd name="csX2457" fmla="*/ 423218 w 1722333"/>
              <a:gd name="csY2457" fmla="*/ 1114920 h 1114920"/>
              <a:gd name="csX2458" fmla="*/ 423391 w 1722333"/>
              <a:gd name="csY2458" fmla="*/ 1114920 h 1114920"/>
              <a:gd name="csX2459" fmla="*/ 423563 w 1722333"/>
              <a:gd name="csY2459" fmla="*/ 1114920 h 1114920"/>
              <a:gd name="csX2460" fmla="*/ 423735 w 1722333"/>
              <a:gd name="csY2460" fmla="*/ 1114920 h 1114920"/>
              <a:gd name="csX2461" fmla="*/ 423908 w 1722333"/>
              <a:gd name="csY2461" fmla="*/ 1114920 h 1114920"/>
              <a:gd name="csX2462" fmla="*/ 424080 w 1722333"/>
              <a:gd name="csY2462" fmla="*/ 1114920 h 1114920"/>
              <a:gd name="csX2463" fmla="*/ 424252 w 1722333"/>
              <a:gd name="csY2463" fmla="*/ 1114920 h 1114920"/>
              <a:gd name="csX2464" fmla="*/ 424425 w 1722333"/>
              <a:gd name="csY2464" fmla="*/ 1114920 h 1114920"/>
              <a:gd name="csX2465" fmla="*/ 424596 w 1722333"/>
              <a:gd name="csY2465" fmla="*/ 1114920 h 1114920"/>
              <a:gd name="csX2466" fmla="*/ 424769 w 1722333"/>
              <a:gd name="csY2466" fmla="*/ 1114920 h 1114920"/>
              <a:gd name="csX2467" fmla="*/ 424941 w 1722333"/>
              <a:gd name="csY2467" fmla="*/ 1114920 h 1114920"/>
              <a:gd name="csX2468" fmla="*/ 425113 w 1722333"/>
              <a:gd name="csY2468" fmla="*/ 1114920 h 1114920"/>
              <a:gd name="csX2469" fmla="*/ 425286 w 1722333"/>
              <a:gd name="csY2469" fmla="*/ 1114920 h 1114920"/>
              <a:gd name="csX2470" fmla="*/ 425458 w 1722333"/>
              <a:gd name="csY2470" fmla="*/ 1114920 h 1114920"/>
              <a:gd name="csX2471" fmla="*/ 425630 w 1722333"/>
              <a:gd name="csY2471" fmla="*/ 1114920 h 1114920"/>
              <a:gd name="csX2472" fmla="*/ 425802 w 1722333"/>
              <a:gd name="csY2472" fmla="*/ 1114920 h 1114920"/>
              <a:gd name="csX2473" fmla="*/ 425974 w 1722333"/>
              <a:gd name="csY2473" fmla="*/ 1114920 h 1114920"/>
              <a:gd name="csX2474" fmla="*/ 426147 w 1722333"/>
              <a:gd name="csY2474" fmla="*/ 1114920 h 1114920"/>
              <a:gd name="csX2475" fmla="*/ 426319 w 1722333"/>
              <a:gd name="csY2475" fmla="*/ 1114920 h 1114920"/>
              <a:gd name="csX2476" fmla="*/ 426491 w 1722333"/>
              <a:gd name="csY2476" fmla="*/ 1114920 h 1114920"/>
              <a:gd name="csX2477" fmla="*/ 426664 w 1722333"/>
              <a:gd name="csY2477" fmla="*/ 1114920 h 1114920"/>
              <a:gd name="csX2478" fmla="*/ 426836 w 1722333"/>
              <a:gd name="csY2478" fmla="*/ 1114920 h 1114920"/>
              <a:gd name="csX2479" fmla="*/ 427008 w 1722333"/>
              <a:gd name="csY2479" fmla="*/ 1114920 h 1114920"/>
              <a:gd name="csX2480" fmla="*/ 427180 w 1722333"/>
              <a:gd name="csY2480" fmla="*/ 1114920 h 1114920"/>
              <a:gd name="csX2481" fmla="*/ 427353 w 1722333"/>
              <a:gd name="csY2481" fmla="*/ 1114920 h 1114920"/>
              <a:gd name="csX2482" fmla="*/ 427525 w 1722333"/>
              <a:gd name="csY2482" fmla="*/ 1114920 h 1114920"/>
              <a:gd name="csX2483" fmla="*/ 427697 w 1722333"/>
              <a:gd name="csY2483" fmla="*/ 1114920 h 1114920"/>
              <a:gd name="csX2484" fmla="*/ 427869 w 1722333"/>
              <a:gd name="csY2484" fmla="*/ 1114920 h 1114920"/>
              <a:gd name="csX2485" fmla="*/ 428041 w 1722333"/>
              <a:gd name="csY2485" fmla="*/ 1114920 h 1114920"/>
              <a:gd name="csX2486" fmla="*/ 428214 w 1722333"/>
              <a:gd name="csY2486" fmla="*/ 1114920 h 1114920"/>
              <a:gd name="csX2487" fmla="*/ 428386 w 1722333"/>
              <a:gd name="csY2487" fmla="*/ 1114920 h 1114920"/>
              <a:gd name="csX2488" fmla="*/ 428558 w 1722333"/>
              <a:gd name="csY2488" fmla="*/ 1114920 h 1114920"/>
              <a:gd name="csX2489" fmla="*/ 428731 w 1722333"/>
              <a:gd name="csY2489" fmla="*/ 1114920 h 1114920"/>
              <a:gd name="csX2490" fmla="*/ 428903 w 1722333"/>
              <a:gd name="csY2490" fmla="*/ 1114920 h 1114920"/>
              <a:gd name="csX2491" fmla="*/ 429075 w 1722333"/>
              <a:gd name="csY2491" fmla="*/ 1114920 h 1114920"/>
              <a:gd name="csX2492" fmla="*/ 429248 w 1722333"/>
              <a:gd name="csY2492" fmla="*/ 1114920 h 1114920"/>
              <a:gd name="csX2493" fmla="*/ 429419 w 1722333"/>
              <a:gd name="csY2493" fmla="*/ 1114920 h 1114920"/>
              <a:gd name="csX2494" fmla="*/ 429592 w 1722333"/>
              <a:gd name="csY2494" fmla="*/ 1114920 h 1114920"/>
              <a:gd name="csX2495" fmla="*/ 429764 w 1722333"/>
              <a:gd name="csY2495" fmla="*/ 1114920 h 1114920"/>
              <a:gd name="csX2496" fmla="*/ 429936 w 1722333"/>
              <a:gd name="csY2496" fmla="*/ 1114920 h 1114920"/>
              <a:gd name="csX2497" fmla="*/ 430109 w 1722333"/>
              <a:gd name="csY2497" fmla="*/ 1114920 h 1114920"/>
              <a:gd name="csX2498" fmla="*/ 430281 w 1722333"/>
              <a:gd name="csY2498" fmla="*/ 1114920 h 1114920"/>
              <a:gd name="csX2499" fmla="*/ 430453 w 1722333"/>
              <a:gd name="csY2499" fmla="*/ 1114920 h 1114920"/>
              <a:gd name="csX2500" fmla="*/ 430626 w 1722333"/>
              <a:gd name="csY2500" fmla="*/ 1114920 h 1114920"/>
              <a:gd name="csX2501" fmla="*/ 430797 w 1722333"/>
              <a:gd name="csY2501" fmla="*/ 1114920 h 1114920"/>
              <a:gd name="csX2502" fmla="*/ 430970 w 1722333"/>
              <a:gd name="csY2502" fmla="*/ 1114920 h 1114920"/>
              <a:gd name="csX2503" fmla="*/ 431142 w 1722333"/>
              <a:gd name="csY2503" fmla="*/ 1114920 h 1114920"/>
              <a:gd name="csX2504" fmla="*/ 431314 w 1722333"/>
              <a:gd name="csY2504" fmla="*/ 1114920 h 1114920"/>
              <a:gd name="csX2505" fmla="*/ 431487 w 1722333"/>
              <a:gd name="csY2505" fmla="*/ 1114920 h 1114920"/>
              <a:gd name="csX2506" fmla="*/ 431658 w 1722333"/>
              <a:gd name="csY2506" fmla="*/ 1114920 h 1114920"/>
              <a:gd name="csX2507" fmla="*/ 431831 w 1722333"/>
              <a:gd name="csY2507" fmla="*/ 1114920 h 1114920"/>
              <a:gd name="csX2508" fmla="*/ 432004 w 1722333"/>
              <a:gd name="csY2508" fmla="*/ 1114920 h 1114920"/>
              <a:gd name="csX2509" fmla="*/ 432175 w 1722333"/>
              <a:gd name="csY2509" fmla="*/ 1114920 h 1114920"/>
              <a:gd name="csX2510" fmla="*/ 432348 w 1722333"/>
              <a:gd name="csY2510" fmla="*/ 1114920 h 1114920"/>
              <a:gd name="csX2511" fmla="*/ 432521 w 1722333"/>
              <a:gd name="csY2511" fmla="*/ 1114920 h 1114920"/>
              <a:gd name="csX2512" fmla="*/ 432692 w 1722333"/>
              <a:gd name="csY2512" fmla="*/ 1114920 h 1114920"/>
              <a:gd name="csX2513" fmla="*/ 432865 w 1722333"/>
              <a:gd name="csY2513" fmla="*/ 1114920 h 1114920"/>
              <a:gd name="csX2514" fmla="*/ 433036 w 1722333"/>
              <a:gd name="csY2514" fmla="*/ 1114920 h 1114920"/>
              <a:gd name="csX2515" fmla="*/ 433209 w 1722333"/>
              <a:gd name="csY2515" fmla="*/ 1114920 h 1114920"/>
              <a:gd name="csX2516" fmla="*/ 433382 w 1722333"/>
              <a:gd name="csY2516" fmla="*/ 1114920 h 1114920"/>
              <a:gd name="csX2517" fmla="*/ 433553 w 1722333"/>
              <a:gd name="csY2517" fmla="*/ 1114920 h 1114920"/>
              <a:gd name="csX2518" fmla="*/ 433726 w 1722333"/>
              <a:gd name="csY2518" fmla="*/ 1114920 h 1114920"/>
              <a:gd name="csX2519" fmla="*/ 433898 w 1722333"/>
              <a:gd name="csY2519" fmla="*/ 1114920 h 1114920"/>
              <a:gd name="csX2520" fmla="*/ 434070 w 1722333"/>
              <a:gd name="csY2520" fmla="*/ 1114920 h 1114920"/>
              <a:gd name="csX2521" fmla="*/ 434243 w 1722333"/>
              <a:gd name="csY2521" fmla="*/ 1114920 h 1114920"/>
              <a:gd name="csX2522" fmla="*/ 434415 w 1722333"/>
              <a:gd name="csY2522" fmla="*/ 1114920 h 1114920"/>
              <a:gd name="csX2523" fmla="*/ 434587 w 1722333"/>
              <a:gd name="csY2523" fmla="*/ 1114920 h 1114920"/>
              <a:gd name="csX2524" fmla="*/ 434760 w 1722333"/>
              <a:gd name="csY2524" fmla="*/ 1114920 h 1114920"/>
              <a:gd name="csX2525" fmla="*/ 434931 w 1722333"/>
              <a:gd name="csY2525" fmla="*/ 1114920 h 1114920"/>
              <a:gd name="csX2526" fmla="*/ 435104 w 1722333"/>
              <a:gd name="csY2526" fmla="*/ 1114920 h 1114920"/>
              <a:gd name="csX2527" fmla="*/ 435276 w 1722333"/>
              <a:gd name="csY2527" fmla="*/ 1114920 h 1114920"/>
              <a:gd name="csX2528" fmla="*/ 435448 w 1722333"/>
              <a:gd name="csY2528" fmla="*/ 1114920 h 1114920"/>
              <a:gd name="csX2529" fmla="*/ 435621 w 1722333"/>
              <a:gd name="csY2529" fmla="*/ 1114920 h 1114920"/>
              <a:gd name="csX2530" fmla="*/ 435793 w 1722333"/>
              <a:gd name="csY2530" fmla="*/ 1114920 h 1114920"/>
              <a:gd name="csX2531" fmla="*/ 435965 w 1722333"/>
              <a:gd name="csY2531" fmla="*/ 1114920 h 1114920"/>
              <a:gd name="csX2532" fmla="*/ 436137 w 1722333"/>
              <a:gd name="csY2532" fmla="*/ 1114920 h 1114920"/>
              <a:gd name="csX2533" fmla="*/ 436310 w 1722333"/>
              <a:gd name="csY2533" fmla="*/ 1114920 h 1114920"/>
              <a:gd name="csX2534" fmla="*/ 436482 w 1722333"/>
              <a:gd name="csY2534" fmla="*/ 1114920 h 1114920"/>
              <a:gd name="csX2535" fmla="*/ 436654 w 1722333"/>
              <a:gd name="csY2535" fmla="*/ 1114920 h 1114920"/>
              <a:gd name="csX2536" fmla="*/ 436826 w 1722333"/>
              <a:gd name="csY2536" fmla="*/ 1114920 h 1114920"/>
              <a:gd name="csX2537" fmla="*/ 436999 w 1722333"/>
              <a:gd name="csY2537" fmla="*/ 1114920 h 1114920"/>
              <a:gd name="csX2538" fmla="*/ 437171 w 1722333"/>
              <a:gd name="csY2538" fmla="*/ 1114920 h 1114920"/>
              <a:gd name="csX2539" fmla="*/ 437343 w 1722333"/>
              <a:gd name="csY2539" fmla="*/ 1114920 h 1114920"/>
              <a:gd name="csX2540" fmla="*/ 437515 w 1722333"/>
              <a:gd name="csY2540" fmla="*/ 1114920 h 1114920"/>
              <a:gd name="csX2541" fmla="*/ 437688 w 1722333"/>
              <a:gd name="csY2541" fmla="*/ 1114920 h 1114920"/>
              <a:gd name="csX2542" fmla="*/ 437860 w 1722333"/>
              <a:gd name="csY2542" fmla="*/ 1114920 h 1114920"/>
              <a:gd name="csX2543" fmla="*/ 438032 w 1722333"/>
              <a:gd name="csY2543" fmla="*/ 1114920 h 1114920"/>
              <a:gd name="csX2544" fmla="*/ 438204 w 1722333"/>
              <a:gd name="csY2544" fmla="*/ 1114920 h 1114920"/>
              <a:gd name="csX2545" fmla="*/ 438376 w 1722333"/>
              <a:gd name="csY2545" fmla="*/ 1114920 h 1114920"/>
              <a:gd name="csX2546" fmla="*/ 438549 w 1722333"/>
              <a:gd name="csY2546" fmla="*/ 1114920 h 1114920"/>
              <a:gd name="csX2547" fmla="*/ 438721 w 1722333"/>
              <a:gd name="csY2547" fmla="*/ 1114920 h 1114920"/>
              <a:gd name="csX2548" fmla="*/ 438893 w 1722333"/>
              <a:gd name="csY2548" fmla="*/ 1114920 h 1114920"/>
              <a:gd name="csX2549" fmla="*/ 439066 w 1722333"/>
              <a:gd name="csY2549" fmla="*/ 1114920 h 1114920"/>
              <a:gd name="csX2550" fmla="*/ 439238 w 1722333"/>
              <a:gd name="csY2550" fmla="*/ 1114920 h 1114920"/>
              <a:gd name="csX2551" fmla="*/ 439410 w 1722333"/>
              <a:gd name="csY2551" fmla="*/ 1114920 h 1114920"/>
              <a:gd name="csX2552" fmla="*/ 439583 w 1722333"/>
              <a:gd name="csY2552" fmla="*/ 1114920 h 1114920"/>
              <a:gd name="csX2553" fmla="*/ 439754 w 1722333"/>
              <a:gd name="csY2553" fmla="*/ 1114920 h 1114920"/>
              <a:gd name="csX2554" fmla="*/ 439927 w 1722333"/>
              <a:gd name="csY2554" fmla="*/ 1114920 h 1114920"/>
              <a:gd name="csX2555" fmla="*/ 440099 w 1722333"/>
              <a:gd name="csY2555" fmla="*/ 1114920 h 1114920"/>
              <a:gd name="csX2556" fmla="*/ 440271 w 1722333"/>
              <a:gd name="csY2556" fmla="*/ 1114920 h 1114920"/>
              <a:gd name="csX2557" fmla="*/ 440444 w 1722333"/>
              <a:gd name="csY2557" fmla="*/ 1114920 h 1114920"/>
              <a:gd name="csX2558" fmla="*/ 440616 w 1722333"/>
              <a:gd name="csY2558" fmla="*/ 1114920 h 1114920"/>
              <a:gd name="csX2559" fmla="*/ 440788 w 1722333"/>
              <a:gd name="csY2559" fmla="*/ 1114920 h 1114920"/>
              <a:gd name="csX2560" fmla="*/ 440961 w 1722333"/>
              <a:gd name="csY2560" fmla="*/ 1114920 h 1114920"/>
              <a:gd name="csX2561" fmla="*/ 441132 w 1722333"/>
              <a:gd name="csY2561" fmla="*/ 1114920 h 1114920"/>
              <a:gd name="csX2562" fmla="*/ 441305 w 1722333"/>
              <a:gd name="csY2562" fmla="*/ 1114920 h 1114920"/>
              <a:gd name="csX2563" fmla="*/ 441477 w 1722333"/>
              <a:gd name="csY2563" fmla="*/ 1114920 h 1114920"/>
              <a:gd name="csX2564" fmla="*/ 441649 w 1722333"/>
              <a:gd name="csY2564" fmla="*/ 1114920 h 1114920"/>
              <a:gd name="csX2565" fmla="*/ 441822 w 1722333"/>
              <a:gd name="csY2565" fmla="*/ 1114920 h 1114920"/>
              <a:gd name="csX2566" fmla="*/ 441993 w 1722333"/>
              <a:gd name="csY2566" fmla="*/ 1114920 h 1114920"/>
              <a:gd name="csX2567" fmla="*/ 442166 w 1722333"/>
              <a:gd name="csY2567" fmla="*/ 1114920 h 1114920"/>
              <a:gd name="csX2568" fmla="*/ 442339 w 1722333"/>
              <a:gd name="csY2568" fmla="*/ 1114920 h 1114920"/>
              <a:gd name="csX2569" fmla="*/ 442510 w 1722333"/>
              <a:gd name="csY2569" fmla="*/ 1114920 h 1114920"/>
              <a:gd name="csX2570" fmla="*/ 442683 w 1722333"/>
              <a:gd name="csY2570" fmla="*/ 1114920 h 1114920"/>
              <a:gd name="csX2571" fmla="*/ 442856 w 1722333"/>
              <a:gd name="csY2571" fmla="*/ 1114920 h 1114920"/>
              <a:gd name="csX2572" fmla="*/ 443027 w 1722333"/>
              <a:gd name="csY2572" fmla="*/ 1114920 h 1114920"/>
              <a:gd name="csX2573" fmla="*/ 443200 w 1722333"/>
              <a:gd name="csY2573" fmla="*/ 1114920 h 1114920"/>
              <a:gd name="csX2574" fmla="*/ 443371 w 1722333"/>
              <a:gd name="csY2574" fmla="*/ 1114920 h 1114920"/>
              <a:gd name="csX2575" fmla="*/ 443544 w 1722333"/>
              <a:gd name="csY2575" fmla="*/ 1114920 h 1114920"/>
              <a:gd name="csX2576" fmla="*/ 443717 w 1722333"/>
              <a:gd name="csY2576" fmla="*/ 1114920 h 1114920"/>
              <a:gd name="csX2577" fmla="*/ 443888 w 1722333"/>
              <a:gd name="csY2577" fmla="*/ 1114920 h 1114920"/>
              <a:gd name="csX2578" fmla="*/ 444061 w 1722333"/>
              <a:gd name="csY2578" fmla="*/ 1114920 h 1114920"/>
              <a:gd name="csX2579" fmla="*/ 444233 w 1722333"/>
              <a:gd name="csY2579" fmla="*/ 1114920 h 1114920"/>
              <a:gd name="csX2580" fmla="*/ 444405 w 1722333"/>
              <a:gd name="csY2580" fmla="*/ 1114920 h 1114920"/>
              <a:gd name="csX2581" fmla="*/ 444578 w 1722333"/>
              <a:gd name="csY2581" fmla="*/ 1114920 h 1114920"/>
              <a:gd name="csX2582" fmla="*/ 444750 w 1722333"/>
              <a:gd name="csY2582" fmla="*/ 1114920 h 1114920"/>
              <a:gd name="csX2583" fmla="*/ 444922 w 1722333"/>
              <a:gd name="csY2583" fmla="*/ 1114920 h 1114920"/>
              <a:gd name="csX2584" fmla="*/ 445095 w 1722333"/>
              <a:gd name="csY2584" fmla="*/ 1114920 h 1114920"/>
              <a:gd name="csX2585" fmla="*/ 445266 w 1722333"/>
              <a:gd name="csY2585" fmla="*/ 1114920 h 1114920"/>
              <a:gd name="csX2586" fmla="*/ 445439 w 1722333"/>
              <a:gd name="csY2586" fmla="*/ 1114920 h 1114920"/>
              <a:gd name="csX2587" fmla="*/ 445611 w 1722333"/>
              <a:gd name="csY2587" fmla="*/ 1114920 h 1114920"/>
              <a:gd name="csX2588" fmla="*/ 445783 w 1722333"/>
              <a:gd name="csY2588" fmla="*/ 1114920 h 1114920"/>
              <a:gd name="csX2589" fmla="*/ 445956 w 1722333"/>
              <a:gd name="csY2589" fmla="*/ 1114920 h 1114920"/>
              <a:gd name="csX2590" fmla="*/ 446128 w 1722333"/>
              <a:gd name="csY2590" fmla="*/ 1114920 h 1114920"/>
              <a:gd name="csX2591" fmla="*/ 446300 w 1722333"/>
              <a:gd name="csY2591" fmla="*/ 1114920 h 1114920"/>
              <a:gd name="csX2592" fmla="*/ 446472 w 1722333"/>
              <a:gd name="csY2592" fmla="*/ 1114920 h 1114920"/>
              <a:gd name="csX2593" fmla="*/ 446645 w 1722333"/>
              <a:gd name="csY2593" fmla="*/ 1114920 h 1114920"/>
              <a:gd name="csX2594" fmla="*/ 446817 w 1722333"/>
              <a:gd name="csY2594" fmla="*/ 1114920 h 1114920"/>
              <a:gd name="csX2595" fmla="*/ 446989 w 1722333"/>
              <a:gd name="csY2595" fmla="*/ 1114920 h 1114920"/>
              <a:gd name="csX2596" fmla="*/ 447161 w 1722333"/>
              <a:gd name="csY2596" fmla="*/ 1114920 h 1114920"/>
              <a:gd name="csX2597" fmla="*/ 447334 w 1722333"/>
              <a:gd name="csY2597" fmla="*/ 1114920 h 1114920"/>
              <a:gd name="csX2598" fmla="*/ 447506 w 1722333"/>
              <a:gd name="csY2598" fmla="*/ 1114920 h 1114920"/>
              <a:gd name="csX2599" fmla="*/ 447678 w 1722333"/>
              <a:gd name="csY2599" fmla="*/ 1114920 h 1114920"/>
              <a:gd name="csX2600" fmla="*/ 447850 w 1722333"/>
              <a:gd name="csY2600" fmla="*/ 1114920 h 1114920"/>
              <a:gd name="csX2601" fmla="*/ 448023 w 1722333"/>
              <a:gd name="csY2601" fmla="*/ 1114920 h 1114920"/>
              <a:gd name="csX2602" fmla="*/ 448195 w 1722333"/>
              <a:gd name="csY2602" fmla="*/ 1114920 h 1114920"/>
              <a:gd name="csX2603" fmla="*/ 448367 w 1722333"/>
              <a:gd name="csY2603" fmla="*/ 1114920 h 1114920"/>
              <a:gd name="csX2604" fmla="*/ 448539 w 1722333"/>
              <a:gd name="csY2604" fmla="*/ 1114920 h 1114920"/>
              <a:gd name="csX2605" fmla="*/ 448712 w 1722333"/>
              <a:gd name="csY2605" fmla="*/ 1114920 h 1114920"/>
              <a:gd name="csX2606" fmla="*/ 448884 w 1722333"/>
              <a:gd name="csY2606" fmla="*/ 1114920 h 1114920"/>
              <a:gd name="csX2607" fmla="*/ 449056 w 1722333"/>
              <a:gd name="csY2607" fmla="*/ 1114920 h 1114920"/>
              <a:gd name="csX2608" fmla="*/ 449228 w 1722333"/>
              <a:gd name="csY2608" fmla="*/ 1114920 h 1114920"/>
              <a:gd name="csX2609" fmla="*/ 449401 w 1722333"/>
              <a:gd name="csY2609" fmla="*/ 1114920 h 1114920"/>
              <a:gd name="csX2610" fmla="*/ 449573 w 1722333"/>
              <a:gd name="csY2610" fmla="*/ 1114920 h 1114920"/>
              <a:gd name="csX2611" fmla="*/ 449745 w 1722333"/>
              <a:gd name="csY2611" fmla="*/ 1114920 h 1114920"/>
              <a:gd name="csX2612" fmla="*/ 449918 w 1722333"/>
              <a:gd name="csY2612" fmla="*/ 1114920 h 1114920"/>
              <a:gd name="csX2613" fmla="*/ 450089 w 1722333"/>
              <a:gd name="csY2613" fmla="*/ 1114920 h 1114920"/>
              <a:gd name="csX2614" fmla="*/ 450262 w 1722333"/>
              <a:gd name="csY2614" fmla="*/ 1114920 h 1114920"/>
              <a:gd name="csX2615" fmla="*/ 450434 w 1722333"/>
              <a:gd name="csY2615" fmla="*/ 1114920 h 1114920"/>
              <a:gd name="csX2616" fmla="*/ 450606 w 1722333"/>
              <a:gd name="csY2616" fmla="*/ 1114920 h 1114920"/>
              <a:gd name="csX2617" fmla="*/ 450779 w 1722333"/>
              <a:gd name="csY2617" fmla="*/ 1114920 h 1114920"/>
              <a:gd name="csX2618" fmla="*/ 450951 w 1722333"/>
              <a:gd name="csY2618" fmla="*/ 1114920 h 1114920"/>
              <a:gd name="csX2619" fmla="*/ 451123 w 1722333"/>
              <a:gd name="csY2619" fmla="*/ 1114920 h 1114920"/>
              <a:gd name="csX2620" fmla="*/ 451296 w 1722333"/>
              <a:gd name="csY2620" fmla="*/ 1114920 h 1114920"/>
              <a:gd name="csX2621" fmla="*/ 451467 w 1722333"/>
              <a:gd name="csY2621" fmla="*/ 1114920 h 1114920"/>
              <a:gd name="csX2622" fmla="*/ 451640 w 1722333"/>
              <a:gd name="csY2622" fmla="*/ 1114920 h 1114920"/>
              <a:gd name="csX2623" fmla="*/ 451812 w 1722333"/>
              <a:gd name="csY2623" fmla="*/ 1114920 h 1114920"/>
              <a:gd name="csX2624" fmla="*/ 451984 w 1722333"/>
              <a:gd name="csY2624" fmla="*/ 1114920 h 1114920"/>
              <a:gd name="csX2625" fmla="*/ 452157 w 1722333"/>
              <a:gd name="csY2625" fmla="*/ 1114920 h 1114920"/>
              <a:gd name="csX2626" fmla="*/ 452328 w 1722333"/>
              <a:gd name="csY2626" fmla="*/ 1114920 h 1114920"/>
              <a:gd name="csX2627" fmla="*/ 452501 w 1722333"/>
              <a:gd name="csY2627" fmla="*/ 1114920 h 1114920"/>
              <a:gd name="csX2628" fmla="*/ 452674 w 1722333"/>
              <a:gd name="csY2628" fmla="*/ 1114920 h 1114920"/>
              <a:gd name="csX2629" fmla="*/ 452845 w 1722333"/>
              <a:gd name="csY2629" fmla="*/ 1114920 h 1114920"/>
              <a:gd name="csX2630" fmla="*/ 453018 w 1722333"/>
              <a:gd name="csY2630" fmla="*/ 1114920 h 1114920"/>
              <a:gd name="csX2631" fmla="*/ 453190 w 1722333"/>
              <a:gd name="csY2631" fmla="*/ 1114920 h 1114920"/>
              <a:gd name="csX2632" fmla="*/ 453362 w 1722333"/>
              <a:gd name="csY2632" fmla="*/ 1114920 h 1114920"/>
              <a:gd name="csX2633" fmla="*/ 453535 w 1722333"/>
              <a:gd name="csY2633" fmla="*/ 1114920 h 1114920"/>
              <a:gd name="csX2634" fmla="*/ 453707 w 1722333"/>
              <a:gd name="csY2634" fmla="*/ 1114920 h 1114920"/>
              <a:gd name="csX2635" fmla="*/ 453879 w 1722333"/>
              <a:gd name="csY2635" fmla="*/ 1114920 h 1114920"/>
              <a:gd name="csX2636" fmla="*/ 454052 w 1722333"/>
              <a:gd name="csY2636" fmla="*/ 1114920 h 1114920"/>
              <a:gd name="csX2637" fmla="*/ 454223 w 1722333"/>
              <a:gd name="csY2637" fmla="*/ 1114920 h 1114920"/>
              <a:gd name="csX2638" fmla="*/ 454396 w 1722333"/>
              <a:gd name="csY2638" fmla="*/ 1114920 h 1114920"/>
              <a:gd name="csX2639" fmla="*/ 454568 w 1722333"/>
              <a:gd name="csY2639" fmla="*/ 1114920 h 1114920"/>
              <a:gd name="csX2640" fmla="*/ 454740 w 1722333"/>
              <a:gd name="csY2640" fmla="*/ 1114920 h 1114920"/>
              <a:gd name="csX2641" fmla="*/ 454913 w 1722333"/>
              <a:gd name="csY2641" fmla="*/ 1114920 h 1114920"/>
              <a:gd name="csX2642" fmla="*/ 455085 w 1722333"/>
              <a:gd name="csY2642" fmla="*/ 1114920 h 1114920"/>
              <a:gd name="csX2643" fmla="*/ 455257 w 1722333"/>
              <a:gd name="csY2643" fmla="*/ 1114920 h 1114920"/>
              <a:gd name="csX2644" fmla="*/ 455430 w 1722333"/>
              <a:gd name="csY2644" fmla="*/ 1114920 h 1114920"/>
              <a:gd name="csX2645" fmla="*/ 455601 w 1722333"/>
              <a:gd name="csY2645" fmla="*/ 1114920 h 1114920"/>
              <a:gd name="csX2646" fmla="*/ 455774 w 1722333"/>
              <a:gd name="csY2646" fmla="*/ 1114920 h 1114920"/>
              <a:gd name="csX2647" fmla="*/ 455946 w 1722333"/>
              <a:gd name="csY2647" fmla="*/ 1114920 h 1114920"/>
              <a:gd name="csX2648" fmla="*/ 456118 w 1722333"/>
              <a:gd name="csY2648" fmla="*/ 1114920 h 1114920"/>
              <a:gd name="csX2649" fmla="*/ 456291 w 1722333"/>
              <a:gd name="csY2649" fmla="*/ 1114920 h 1114920"/>
              <a:gd name="csX2650" fmla="*/ 456463 w 1722333"/>
              <a:gd name="csY2650" fmla="*/ 1114920 h 1114920"/>
              <a:gd name="csX2651" fmla="*/ 456635 w 1722333"/>
              <a:gd name="csY2651" fmla="*/ 1114920 h 1114920"/>
              <a:gd name="csX2652" fmla="*/ 456808 w 1722333"/>
              <a:gd name="csY2652" fmla="*/ 1114920 h 1114920"/>
              <a:gd name="csX2653" fmla="*/ 456980 w 1722333"/>
              <a:gd name="csY2653" fmla="*/ 1114920 h 1114920"/>
              <a:gd name="csX2654" fmla="*/ 457152 w 1722333"/>
              <a:gd name="csY2654" fmla="*/ 1114920 h 1114920"/>
              <a:gd name="csX2655" fmla="*/ 457324 w 1722333"/>
              <a:gd name="csY2655" fmla="*/ 1114920 h 1114920"/>
              <a:gd name="csX2656" fmla="*/ 457496 w 1722333"/>
              <a:gd name="csY2656" fmla="*/ 1114920 h 1114920"/>
              <a:gd name="csX2657" fmla="*/ 457669 w 1722333"/>
              <a:gd name="csY2657" fmla="*/ 1114920 h 1114920"/>
              <a:gd name="csX2658" fmla="*/ 457841 w 1722333"/>
              <a:gd name="csY2658" fmla="*/ 1114920 h 1114920"/>
              <a:gd name="csX2659" fmla="*/ 458013 w 1722333"/>
              <a:gd name="csY2659" fmla="*/ 1114920 h 1114920"/>
              <a:gd name="csX2660" fmla="*/ 458185 w 1722333"/>
              <a:gd name="csY2660" fmla="*/ 1114920 h 1114920"/>
              <a:gd name="csX2661" fmla="*/ 458358 w 1722333"/>
              <a:gd name="csY2661" fmla="*/ 1114920 h 1114920"/>
              <a:gd name="csX2662" fmla="*/ 458530 w 1722333"/>
              <a:gd name="csY2662" fmla="*/ 1114920 h 1114920"/>
              <a:gd name="csX2663" fmla="*/ 458702 w 1722333"/>
              <a:gd name="csY2663" fmla="*/ 1114920 h 1114920"/>
              <a:gd name="csX2664" fmla="*/ 458874 w 1722333"/>
              <a:gd name="csY2664" fmla="*/ 1114920 h 1114920"/>
              <a:gd name="csX2665" fmla="*/ 459047 w 1722333"/>
              <a:gd name="csY2665" fmla="*/ 1114920 h 1114920"/>
              <a:gd name="csX2666" fmla="*/ 459219 w 1722333"/>
              <a:gd name="csY2666" fmla="*/ 1114920 h 1114920"/>
              <a:gd name="csX2667" fmla="*/ 459391 w 1722333"/>
              <a:gd name="csY2667" fmla="*/ 1114920 h 1114920"/>
              <a:gd name="csX2668" fmla="*/ 459563 w 1722333"/>
              <a:gd name="csY2668" fmla="*/ 1114920 h 1114920"/>
              <a:gd name="csX2669" fmla="*/ 459736 w 1722333"/>
              <a:gd name="csY2669" fmla="*/ 1114920 h 1114920"/>
              <a:gd name="csX2670" fmla="*/ 459908 w 1722333"/>
              <a:gd name="csY2670" fmla="*/ 1114920 h 1114920"/>
              <a:gd name="csX2671" fmla="*/ 460080 w 1722333"/>
              <a:gd name="csY2671" fmla="*/ 1114920 h 1114920"/>
              <a:gd name="csX2672" fmla="*/ 460253 w 1722333"/>
              <a:gd name="csY2672" fmla="*/ 1114920 h 1114920"/>
              <a:gd name="csX2673" fmla="*/ 460424 w 1722333"/>
              <a:gd name="csY2673" fmla="*/ 1114920 h 1114920"/>
              <a:gd name="csX2674" fmla="*/ 460597 w 1722333"/>
              <a:gd name="csY2674" fmla="*/ 1114920 h 1114920"/>
              <a:gd name="csX2675" fmla="*/ 460769 w 1722333"/>
              <a:gd name="csY2675" fmla="*/ 1114920 h 1114920"/>
              <a:gd name="csX2676" fmla="*/ 460941 w 1722333"/>
              <a:gd name="csY2676" fmla="*/ 1114920 h 1114920"/>
              <a:gd name="csX2677" fmla="*/ 461114 w 1722333"/>
              <a:gd name="csY2677" fmla="*/ 1114920 h 1114920"/>
              <a:gd name="csX2678" fmla="*/ 461286 w 1722333"/>
              <a:gd name="csY2678" fmla="*/ 1114920 h 1114920"/>
              <a:gd name="csX2679" fmla="*/ 461458 w 1722333"/>
              <a:gd name="csY2679" fmla="*/ 1114920 h 1114920"/>
              <a:gd name="csX2680" fmla="*/ 461631 w 1722333"/>
              <a:gd name="csY2680" fmla="*/ 1114920 h 1114920"/>
              <a:gd name="csX2681" fmla="*/ 461802 w 1722333"/>
              <a:gd name="csY2681" fmla="*/ 1114920 h 1114920"/>
              <a:gd name="csX2682" fmla="*/ 461975 w 1722333"/>
              <a:gd name="csY2682" fmla="*/ 1114920 h 1114920"/>
              <a:gd name="csX2683" fmla="*/ 462147 w 1722333"/>
              <a:gd name="csY2683" fmla="*/ 1114920 h 1114920"/>
              <a:gd name="csX2684" fmla="*/ 462319 w 1722333"/>
              <a:gd name="csY2684" fmla="*/ 1114920 h 1114920"/>
              <a:gd name="csX2685" fmla="*/ 462492 w 1722333"/>
              <a:gd name="csY2685" fmla="*/ 1114920 h 1114920"/>
              <a:gd name="csX2686" fmla="*/ 462663 w 1722333"/>
              <a:gd name="csY2686" fmla="*/ 1114920 h 1114920"/>
              <a:gd name="csX2687" fmla="*/ 462836 w 1722333"/>
              <a:gd name="csY2687" fmla="*/ 1114920 h 1114920"/>
              <a:gd name="csX2688" fmla="*/ 463009 w 1722333"/>
              <a:gd name="csY2688" fmla="*/ 1114920 h 1114920"/>
              <a:gd name="csX2689" fmla="*/ 463180 w 1722333"/>
              <a:gd name="csY2689" fmla="*/ 1114920 h 1114920"/>
              <a:gd name="csX2690" fmla="*/ 463353 w 1722333"/>
              <a:gd name="csY2690" fmla="*/ 1114920 h 1114920"/>
              <a:gd name="csX2691" fmla="*/ 463526 w 1722333"/>
              <a:gd name="csY2691" fmla="*/ 1114920 h 1114920"/>
              <a:gd name="csX2692" fmla="*/ 463697 w 1722333"/>
              <a:gd name="csY2692" fmla="*/ 1114920 h 1114920"/>
              <a:gd name="csX2693" fmla="*/ 463870 w 1722333"/>
              <a:gd name="csY2693" fmla="*/ 1114920 h 1114920"/>
              <a:gd name="csX2694" fmla="*/ 464042 w 1722333"/>
              <a:gd name="csY2694" fmla="*/ 1114920 h 1114920"/>
              <a:gd name="csX2695" fmla="*/ 464214 w 1722333"/>
              <a:gd name="csY2695" fmla="*/ 1114920 h 1114920"/>
              <a:gd name="csX2696" fmla="*/ 464387 w 1722333"/>
              <a:gd name="csY2696" fmla="*/ 1114920 h 1114920"/>
              <a:gd name="csX2697" fmla="*/ 464558 w 1722333"/>
              <a:gd name="csY2697" fmla="*/ 1114920 h 1114920"/>
              <a:gd name="csX2698" fmla="*/ 464731 w 1722333"/>
              <a:gd name="csY2698" fmla="*/ 1114920 h 1114920"/>
              <a:gd name="csX2699" fmla="*/ 464903 w 1722333"/>
              <a:gd name="csY2699" fmla="*/ 1114920 h 1114920"/>
              <a:gd name="csX2700" fmla="*/ 465075 w 1722333"/>
              <a:gd name="csY2700" fmla="*/ 1114920 h 1114920"/>
              <a:gd name="csX2701" fmla="*/ 465248 w 1722333"/>
              <a:gd name="csY2701" fmla="*/ 1114920 h 1114920"/>
              <a:gd name="csX2702" fmla="*/ 465420 w 1722333"/>
              <a:gd name="csY2702" fmla="*/ 1114920 h 1114920"/>
              <a:gd name="csX2703" fmla="*/ 465592 w 1722333"/>
              <a:gd name="csY2703" fmla="*/ 1114920 h 1114920"/>
              <a:gd name="csX2704" fmla="*/ 465765 w 1722333"/>
              <a:gd name="csY2704" fmla="*/ 1114920 h 1114920"/>
              <a:gd name="csX2705" fmla="*/ 465936 w 1722333"/>
              <a:gd name="csY2705" fmla="*/ 1114920 h 1114920"/>
              <a:gd name="csX2706" fmla="*/ 466109 w 1722333"/>
              <a:gd name="csY2706" fmla="*/ 1114920 h 1114920"/>
              <a:gd name="csX2707" fmla="*/ 466281 w 1722333"/>
              <a:gd name="csY2707" fmla="*/ 1114920 h 1114920"/>
              <a:gd name="csX2708" fmla="*/ 466453 w 1722333"/>
              <a:gd name="csY2708" fmla="*/ 1114920 h 1114920"/>
              <a:gd name="csX2709" fmla="*/ 466626 w 1722333"/>
              <a:gd name="csY2709" fmla="*/ 1114920 h 1114920"/>
              <a:gd name="csX2710" fmla="*/ 466798 w 1722333"/>
              <a:gd name="csY2710" fmla="*/ 1114920 h 1114920"/>
              <a:gd name="csX2711" fmla="*/ 466970 w 1722333"/>
              <a:gd name="csY2711" fmla="*/ 1114920 h 1114920"/>
              <a:gd name="csX2712" fmla="*/ 467143 w 1722333"/>
              <a:gd name="csY2712" fmla="*/ 1114920 h 1114920"/>
              <a:gd name="csX2713" fmla="*/ 467315 w 1722333"/>
              <a:gd name="csY2713" fmla="*/ 1114920 h 1114920"/>
              <a:gd name="csX2714" fmla="*/ 467487 w 1722333"/>
              <a:gd name="csY2714" fmla="*/ 1114920 h 1114920"/>
              <a:gd name="csX2715" fmla="*/ 467659 w 1722333"/>
              <a:gd name="csY2715" fmla="*/ 1114920 h 1114920"/>
              <a:gd name="csX2716" fmla="*/ 467831 w 1722333"/>
              <a:gd name="csY2716" fmla="*/ 1114920 h 1114920"/>
              <a:gd name="csX2717" fmla="*/ 468004 w 1722333"/>
              <a:gd name="csY2717" fmla="*/ 1114920 h 1114920"/>
              <a:gd name="csX2718" fmla="*/ 468176 w 1722333"/>
              <a:gd name="csY2718" fmla="*/ 1114920 h 1114920"/>
              <a:gd name="csX2719" fmla="*/ 468348 w 1722333"/>
              <a:gd name="csY2719" fmla="*/ 1114920 h 1114920"/>
              <a:gd name="csX2720" fmla="*/ 468520 w 1722333"/>
              <a:gd name="csY2720" fmla="*/ 1114920 h 1114920"/>
              <a:gd name="csX2721" fmla="*/ 468693 w 1722333"/>
              <a:gd name="csY2721" fmla="*/ 1114920 h 1114920"/>
              <a:gd name="csX2722" fmla="*/ 468865 w 1722333"/>
              <a:gd name="csY2722" fmla="*/ 1114920 h 1114920"/>
              <a:gd name="csX2723" fmla="*/ 469037 w 1722333"/>
              <a:gd name="csY2723" fmla="*/ 1114920 h 1114920"/>
              <a:gd name="csX2724" fmla="*/ 469209 w 1722333"/>
              <a:gd name="csY2724" fmla="*/ 1114920 h 1114920"/>
              <a:gd name="csX2725" fmla="*/ 469382 w 1722333"/>
              <a:gd name="csY2725" fmla="*/ 1114920 h 1114920"/>
              <a:gd name="csX2726" fmla="*/ 469554 w 1722333"/>
              <a:gd name="csY2726" fmla="*/ 1114920 h 1114920"/>
              <a:gd name="csX2727" fmla="*/ 469726 w 1722333"/>
              <a:gd name="csY2727" fmla="*/ 1114920 h 1114920"/>
              <a:gd name="csX2728" fmla="*/ 469898 w 1722333"/>
              <a:gd name="csY2728" fmla="*/ 1114920 h 1114920"/>
              <a:gd name="csX2729" fmla="*/ 470071 w 1722333"/>
              <a:gd name="csY2729" fmla="*/ 1114920 h 1114920"/>
              <a:gd name="csX2730" fmla="*/ 470243 w 1722333"/>
              <a:gd name="csY2730" fmla="*/ 1114920 h 1114920"/>
              <a:gd name="csX2731" fmla="*/ 470415 w 1722333"/>
              <a:gd name="csY2731" fmla="*/ 1114920 h 1114920"/>
              <a:gd name="csX2732" fmla="*/ 470588 w 1722333"/>
              <a:gd name="csY2732" fmla="*/ 1114920 h 1114920"/>
              <a:gd name="csX2733" fmla="*/ 470759 w 1722333"/>
              <a:gd name="csY2733" fmla="*/ 1114920 h 1114920"/>
              <a:gd name="csX2734" fmla="*/ 470932 w 1722333"/>
              <a:gd name="csY2734" fmla="*/ 1114920 h 1114920"/>
              <a:gd name="csX2735" fmla="*/ 471104 w 1722333"/>
              <a:gd name="csY2735" fmla="*/ 1114920 h 1114920"/>
              <a:gd name="csX2736" fmla="*/ 471276 w 1722333"/>
              <a:gd name="csY2736" fmla="*/ 1114920 h 1114920"/>
              <a:gd name="csX2737" fmla="*/ 471449 w 1722333"/>
              <a:gd name="csY2737" fmla="*/ 1114920 h 1114920"/>
              <a:gd name="csX2738" fmla="*/ 471621 w 1722333"/>
              <a:gd name="csY2738" fmla="*/ 1114920 h 1114920"/>
              <a:gd name="csX2739" fmla="*/ 471793 w 1722333"/>
              <a:gd name="csY2739" fmla="*/ 1114920 h 1114920"/>
              <a:gd name="csX2740" fmla="*/ 471966 w 1722333"/>
              <a:gd name="csY2740" fmla="*/ 1114920 h 1114920"/>
              <a:gd name="csX2741" fmla="*/ 472137 w 1722333"/>
              <a:gd name="csY2741" fmla="*/ 1114920 h 1114920"/>
              <a:gd name="csX2742" fmla="*/ 472310 w 1722333"/>
              <a:gd name="csY2742" fmla="*/ 1114920 h 1114920"/>
              <a:gd name="csX2743" fmla="*/ 472482 w 1722333"/>
              <a:gd name="csY2743" fmla="*/ 1114920 h 1114920"/>
              <a:gd name="csX2744" fmla="*/ 472654 w 1722333"/>
              <a:gd name="csY2744" fmla="*/ 1114920 h 1114920"/>
              <a:gd name="csX2745" fmla="*/ 472827 w 1722333"/>
              <a:gd name="csY2745" fmla="*/ 1114920 h 1114920"/>
              <a:gd name="csX2746" fmla="*/ 472998 w 1722333"/>
              <a:gd name="csY2746" fmla="*/ 1114920 h 1114920"/>
              <a:gd name="csX2747" fmla="*/ 473171 w 1722333"/>
              <a:gd name="csY2747" fmla="*/ 1114920 h 1114920"/>
              <a:gd name="csX2748" fmla="*/ 473344 w 1722333"/>
              <a:gd name="csY2748" fmla="*/ 1114920 h 1114920"/>
              <a:gd name="csX2749" fmla="*/ 473515 w 1722333"/>
              <a:gd name="csY2749" fmla="*/ 1114920 h 1114920"/>
              <a:gd name="csX2750" fmla="*/ 473688 w 1722333"/>
              <a:gd name="csY2750" fmla="*/ 1114920 h 1114920"/>
              <a:gd name="csX2751" fmla="*/ 473861 w 1722333"/>
              <a:gd name="csY2751" fmla="*/ 1114920 h 1114920"/>
              <a:gd name="csX2752" fmla="*/ 474032 w 1722333"/>
              <a:gd name="csY2752" fmla="*/ 1114920 h 1114920"/>
              <a:gd name="csX2753" fmla="*/ 474205 w 1722333"/>
              <a:gd name="csY2753" fmla="*/ 1114920 h 1114920"/>
              <a:gd name="csX2754" fmla="*/ 474377 w 1722333"/>
              <a:gd name="csY2754" fmla="*/ 1114920 h 1114920"/>
              <a:gd name="csX2755" fmla="*/ 474549 w 1722333"/>
              <a:gd name="csY2755" fmla="*/ 1114920 h 1114920"/>
              <a:gd name="csX2756" fmla="*/ 474722 w 1722333"/>
              <a:gd name="csY2756" fmla="*/ 1114920 h 1114920"/>
              <a:gd name="csX2757" fmla="*/ 474893 w 1722333"/>
              <a:gd name="csY2757" fmla="*/ 1114920 h 1114920"/>
              <a:gd name="csX2758" fmla="*/ 475066 w 1722333"/>
              <a:gd name="csY2758" fmla="*/ 1114920 h 1114920"/>
              <a:gd name="csX2759" fmla="*/ 475239 w 1722333"/>
              <a:gd name="csY2759" fmla="*/ 1114920 h 1114920"/>
              <a:gd name="csX2760" fmla="*/ 475410 w 1722333"/>
              <a:gd name="csY2760" fmla="*/ 1114920 h 1114920"/>
              <a:gd name="csX2761" fmla="*/ 475583 w 1722333"/>
              <a:gd name="csY2761" fmla="*/ 1114920 h 1114920"/>
              <a:gd name="csX2762" fmla="*/ 475755 w 1722333"/>
              <a:gd name="csY2762" fmla="*/ 1114920 h 1114920"/>
              <a:gd name="csX2763" fmla="*/ 475927 w 1722333"/>
              <a:gd name="csY2763" fmla="*/ 1114920 h 1114920"/>
              <a:gd name="csX2764" fmla="*/ 476100 w 1722333"/>
              <a:gd name="csY2764" fmla="*/ 1114920 h 1114920"/>
              <a:gd name="csX2765" fmla="*/ 476271 w 1722333"/>
              <a:gd name="csY2765" fmla="*/ 1114920 h 1114920"/>
              <a:gd name="csX2766" fmla="*/ 476444 w 1722333"/>
              <a:gd name="csY2766" fmla="*/ 1114920 h 1114920"/>
              <a:gd name="csX2767" fmla="*/ 476616 w 1722333"/>
              <a:gd name="csY2767" fmla="*/ 1114920 h 1114920"/>
              <a:gd name="csX2768" fmla="*/ 476788 w 1722333"/>
              <a:gd name="csY2768" fmla="*/ 1114920 h 1114920"/>
              <a:gd name="csX2769" fmla="*/ 476961 w 1722333"/>
              <a:gd name="csY2769" fmla="*/ 1114920 h 1114920"/>
              <a:gd name="csX2770" fmla="*/ 477133 w 1722333"/>
              <a:gd name="csY2770" fmla="*/ 1114920 h 1114920"/>
              <a:gd name="csX2771" fmla="*/ 477305 w 1722333"/>
              <a:gd name="csY2771" fmla="*/ 1114920 h 1114920"/>
              <a:gd name="csX2772" fmla="*/ 477478 w 1722333"/>
              <a:gd name="csY2772" fmla="*/ 1114920 h 1114920"/>
              <a:gd name="csX2773" fmla="*/ 477650 w 1722333"/>
              <a:gd name="csY2773" fmla="*/ 1114920 h 1114920"/>
              <a:gd name="csX2774" fmla="*/ 477822 w 1722333"/>
              <a:gd name="csY2774" fmla="*/ 1114920 h 1114920"/>
              <a:gd name="csX2775" fmla="*/ 477994 w 1722333"/>
              <a:gd name="csY2775" fmla="*/ 1114920 h 1114920"/>
              <a:gd name="csX2776" fmla="*/ 478166 w 1722333"/>
              <a:gd name="csY2776" fmla="*/ 1114920 h 1114920"/>
              <a:gd name="csX2777" fmla="*/ 478339 w 1722333"/>
              <a:gd name="csY2777" fmla="*/ 1114920 h 1114920"/>
              <a:gd name="csX2778" fmla="*/ 478511 w 1722333"/>
              <a:gd name="csY2778" fmla="*/ 1114920 h 1114920"/>
              <a:gd name="csX2779" fmla="*/ 478683 w 1722333"/>
              <a:gd name="csY2779" fmla="*/ 1114920 h 1114920"/>
              <a:gd name="csX2780" fmla="*/ 478855 w 1722333"/>
              <a:gd name="csY2780" fmla="*/ 1114920 h 1114920"/>
              <a:gd name="csX2781" fmla="*/ 479028 w 1722333"/>
              <a:gd name="csY2781" fmla="*/ 1114920 h 1114920"/>
              <a:gd name="csX2782" fmla="*/ 479200 w 1722333"/>
              <a:gd name="csY2782" fmla="*/ 1114920 h 1114920"/>
              <a:gd name="csX2783" fmla="*/ 479372 w 1722333"/>
              <a:gd name="csY2783" fmla="*/ 1114920 h 1114920"/>
              <a:gd name="csX2784" fmla="*/ 479544 w 1722333"/>
              <a:gd name="csY2784" fmla="*/ 1114920 h 1114920"/>
              <a:gd name="csX2785" fmla="*/ 479717 w 1722333"/>
              <a:gd name="csY2785" fmla="*/ 1114920 h 1114920"/>
              <a:gd name="csX2786" fmla="*/ 479889 w 1722333"/>
              <a:gd name="csY2786" fmla="*/ 1114920 h 1114920"/>
              <a:gd name="csX2787" fmla="*/ 480061 w 1722333"/>
              <a:gd name="csY2787" fmla="*/ 1114920 h 1114920"/>
              <a:gd name="csX2788" fmla="*/ 480233 w 1722333"/>
              <a:gd name="csY2788" fmla="*/ 1114920 h 1114920"/>
              <a:gd name="csX2789" fmla="*/ 480406 w 1722333"/>
              <a:gd name="csY2789" fmla="*/ 1114920 h 1114920"/>
              <a:gd name="csX2790" fmla="*/ 480578 w 1722333"/>
              <a:gd name="csY2790" fmla="*/ 1114920 h 1114920"/>
              <a:gd name="csX2791" fmla="*/ 480750 w 1722333"/>
              <a:gd name="csY2791" fmla="*/ 1114920 h 1114920"/>
              <a:gd name="csX2792" fmla="*/ 480923 w 1722333"/>
              <a:gd name="csY2792" fmla="*/ 1114920 h 1114920"/>
              <a:gd name="csX2793" fmla="*/ 481094 w 1722333"/>
              <a:gd name="csY2793" fmla="*/ 1114920 h 1114920"/>
              <a:gd name="csX2794" fmla="*/ 481267 w 1722333"/>
              <a:gd name="csY2794" fmla="*/ 1114920 h 1114920"/>
              <a:gd name="csX2795" fmla="*/ 481439 w 1722333"/>
              <a:gd name="csY2795" fmla="*/ 1114920 h 1114920"/>
              <a:gd name="csX2796" fmla="*/ 481611 w 1722333"/>
              <a:gd name="csY2796" fmla="*/ 1114920 h 1114920"/>
              <a:gd name="csX2797" fmla="*/ 481784 w 1722333"/>
              <a:gd name="csY2797" fmla="*/ 1114920 h 1114920"/>
              <a:gd name="csX2798" fmla="*/ 481956 w 1722333"/>
              <a:gd name="csY2798" fmla="*/ 1114920 h 1114920"/>
              <a:gd name="csX2799" fmla="*/ 482128 w 1722333"/>
              <a:gd name="csY2799" fmla="*/ 1114920 h 1114920"/>
              <a:gd name="csX2800" fmla="*/ 482301 w 1722333"/>
              <a:gd name="csY2800" fmla="*/ 1114920 h 1114920"/>
              <a:gd name="csX2801" fmla="*/ 482472 w 1722333"/>
              <a:gd name="csY2801" fmla="*/ 1114920 h 1114920"/>
              <a:gd name="csX2802" fmla="*/ 482645 w 1722333"/>
              <a:gd name="csY2802" fmla="*/ 1114920 h 1114920"/>
              <a:gd name="csX2803" fmla="*/ 482817 w 1722333"/>
              <a:gd name="csY2803" fmla="*/ 1114920 h 1114920"/>
              <a:gd name="csX2804" fmla="*/ 482989 w 1722333"/>
              <a:gd name="csY2804" fmla="*/ 1114920 h 1114920"/>
              <a:gd name="csX2805" fmla="*/ 483162 w 1722333"/>
              <a:gd name="csY2805" fmla="*/ 1114920 h 1114920"/>
              <a:gd name="csX2806" fmla="*/ 483333 w 1722333"/>
              <a:gd name="csY2806" fmla="*/ 1114920 h 1114920"/>
              <a:gd name="csX2807" fmla="*/ 483506 w 1722333"/>
              <a:gd name="csY2807" fmla="*/ 1114920 h 1114920"/>
              <a:gd name="csX2808" fmla="*/ 483679 w 1722333"/>
              <a:gd name="csY2808" fmla="*/ 1114920 h 1114920"/>
              <a:gd name="csX2809" fmla="*/ 483850 w 1722333"/>
              <a:gd name="csY2809" fmla="*/ 1114920 h 1114920"/>
              <a:gd name="csX2810" fmla="*/ 484023 w 1722333"/>
              <a:gd name="csY2810" fmla="*/ 1114920 h 1114920"/>
              <a:gd name="csX2811" fmla="*/ 484196 w 1722333"/>
              <a:gd name="csY2811" fmla="*/ 1114920 h 1114920"/>
              <a:gd name="csX2812" fmla="*/ 484367 w 1722333"/>
              <a:gd name="csY2812" fmla="*/ 1114920 h 1114920"/>
              <a:gd name="csX2813" fmla="*/ 484540 w 1722333"/>
              <a:gd name="csY2813" fmla="*/ 1114920 h 1114920"/>
              <a:gd name="csX2814" fmla="*/ 484712 w 1722333"/>
              <a:gd name="csY2814" fmla="*/ 1114920 h 1114920"/>
              <a:gd name="csX2815" fmla="*/ 484884 w 1722333"/>
              <a:gd name="csY2815" fmla="*/ 1114920 h 1114920"/>
              <a:gd name="csX2816" fmla="*/ 485057 w 1722333"/>
              <a:gd name="csY2816" fmla="*/ 1114920 h 1114920"/>
              <a:gd name="csX2817" fmla="*/ 485228 w 1722333"/>
              <a:gd name="csY2817" fmla="*/ 1114920 h 1114920"/>
              <a:gd name="csX2818" fmla="*/ 485401 w 1722333"/>
              <a:gd name="csY2818" fmla="*/ 1114920 h 1114920"/>
              <a:gd name="csX2819" fmla="*/ 485574 w 1722333"/>
              <a:gd name="csY2819" fmla="*/ 1114920 h 1114920"/>
              <a:gd name="csX2820" fmla="*/ 485745 w 1722333"/>
              <a:gd name="csY2820" fmla="*/ 1114920 h 1114920"/>
              <a:gd name="csX2821" fmla="*/ 485918 w 1722333"/>
              <a:gd name="csY2821" fmla="*/ 1114920 h 1114920"/>
              <a:gd name="csX2822" fmla="*/ 486090 w 1722333"/>
              <a:gd name="csY2822" fmla="*/ 1114920 h 1114920"/>
              <a:gd name="csX2823" fmla="*/ 486262 w 1722333"/>
              <a:gd name="csY2823" fmla="*/ 1114920 h 1114920"/>
              <a:gd name="csX2824" fmla="*/ 486435 w 1722333"/>
              <a:gd name="csY2824" fmla="*/ 1114920 h 1114920"/>
              <a:gd name="csX2825" fmla="*/ 486606 w 1722333"/>
              <a:gd name="csY2825" fmla="*/ 1114920 h 1114920"/>
              <a:gd name="csX2826" fmla="*/ 486779 w 1722333"/>
              <a:gd name="csY2826" fmla="*/ 1114920 h 1114920"/>
              <a:gd name="csX2827" fmla="*/ 486951 w 1722333"/>
              <a:gd name="csY2827" fmla="*/ 1114920 h 1114920"/>
              <a:gd name="csX2828" fmla="*/ 487123 w 1722333"/>
              <a:gd name="csY2828" fmla="*/ 1114920 h 1114920"/>
              <a:gd name="csX2829" fmla="*/ 487296 w 1722333"/>
              <a:gd name="csY2829" fmla="*/ 1114920 h 1114920"/>
              <a:gd name="csX2830" fmla="*/ 487468 w 1722333"/>
              <a:gd name="csY2830" fmla="*/ 1114920 h 1114920"/>
              <a:gd name="csX2831" fmla="*/ 487640 w 1722333"/>
              <a:gd name="csY2831" fmla="*/ 1114920 h 1114920"/>
              <a:gd name="csX2832" fmla="*/ 487813 w 1722333"/>
              <a:gd name="csY2832" fmla="*/ 1114920 h 1114920"/>
              <a:gd name="csX2833" fmla="*/ 487985 w 1722333"/>
              <a:gd name="csY2833" fmla="*/ 1114920 h 1114920"/>
              <a:gd name="csX2834" fmla="*/ 488157 w 1722333"/>
              <a:gd name="csY2834" fmla="*/ 1114920 h 1114920"/>
              <a:gd name="csX2835" fmla="*/ 488329 w 1722333"/>
              <a:gd name="csY2835" fmla="*/ 1114920 h 1114920"/>
              <a:gd name="csX2836" fmla="*/ 488501 w 1722333"/>
              <a:gd name="csY2836" fmla="*/ 1114920 h 1114920"/>
              <a:gd name="csX2837" fmla="*/ 488674 w 1722333"/>
              <a:gd name="csY2837" fmla="*/ 1114920 h 1114920"/>
              <a:gd name="csX2838" fmla="*/ 488846 w 1722333"/>
              <a:gd name="csY2838" fmla="*/ 1114920 h 1114920"/>
              <a:gd name="csX2839" fmla="*/ 489018 w 1722333"/>
              <a:gd name="csY2839" fmla="*/ 1114920 h 1114920"/>
              <a:gd name="csX2840" fmla="*/ 489190 w 1722333"/>
              <a:gd name="csY2840" fmla="*/ 1114920 h 1114920"/>
              <a:gd name="csX2841" fmla="*/ 489363 w 1722333"/>
              <a:gd name="csY2841" fmla="*/ 1114920 h 1114920"/>
              <a:gd name="csX2842" fmla="*/ 489535 w 1722333"/>
              <a:gd name="csY2842" fmla="*/ 1114920 h 1114920"/>
              <a:gd name="csX2843" fmla="*/ 489707 w 1722333"/>
              <a:gd name="csY2843" fmla="*/ 1114920 h 1114920"/>
              <a:gd name="csX2844" fmla="*/ 489879 w 1722333"/>
              <a:gd name="csY2844" fmla="*/ 1114920 h 1114920"/>
              <a:gd name="csX2845" fmla="*/ 490052 w 1722333"/>
              <a:gd name="csY2845" fmla="*/ 1114920 h 1114920"/>
              <a:gd name="csX2846" fmla="*/ 490224 w 1722333"/>
              <a:gd name="csY2846" fmla="*/ 1114920 h 1114920"/>
              <a:gd name="csX2847" fmla="*/ 490396 w 1722333"/>
              <a:gd name="csY2847" fmla="*/ 1114920 h 1114920"/>
              <a:gd name="csX2848" fmla="*/ 490568 w 1722333"/>
              <a:gd name="csY2848" fmla="*/ 1114920 h 1114920"/>
              <a:gd name="csX2849" fmla="*/ 490741 w 1722333"/>
              <a:gd name="csY2849" fmla="*/ 1114920 h 1114920"/>
              <a:gd name="csX2850" fmla="*/ 490913 w 1722333"/>
              <a:gd name="csY2850" fmla="*/ 1114920 h 1114920"/>
              <a:gd name="csX2851" fmla="*/ 491085 w 1722333"/>
              <a:gd name="csY2851" fmla="*/ 1114920 h 1114920"/>
              <a:gd name="csX2852" fmla="*/ 491258 w 1722333"/>
              <a:gd name="csY2852" fmla="*/ 1114920 h 1114920"/>
              <a:gd name="csX2853" fmla="*/ 491429 w 1722333"/>
              <a:gd name="csY2853" fmla="*/ 1114920 h 1114920"/>
              <a:gd name="csX2854" fmla="*/ 491602 w 1722333"/>
              <a:gd name="csY2854" fmla="*/ 1114920 h 1114920"/>
              <a:gd name="csX2855" fmla="*/ 491774 w 1722333"/>
              <a:gd name="csY2855" fmla="*/ 1114920 h 1114920"/>
              <a:gd name="csX2856" fmla="*/ 491946 w 1722333"/>
              <a:gd name="csY2856" fmla="*/ 1114920 h 1114920"/>
              <a:gd name="csX2857" fmla="*/ 492119 w 1722333"/>
              <a:gd name="csY2857" fmla="*/ 1114920 h 1114920"/>
              <a:gd name="csX2858" fmla="*/ 492291 w 1722333"/>
              <a:gd name="csY2858" fmla="*/ 1114920 h 1114920"/>
              <a:gd name="csX2859" fmla="*/ 492463 w 1722333"/>
              <a:gd name="csY2859" fmla="*/ 1114920 h 1114920"/>
              <a:gd name="csX2860" fmla="*/ 492636 w 1722333"/>
              <a:gd name="csY2860" fmla="*/ 1114920 h 1114920"/>
              <a:gd name="csX2861" fmla="*/ 492807 w 1722333"/>
              <a:gd name="csY2861" fmla="*/ 1114920 h 1114920"/>
              <a:gd name="csX2862" fmla="*/ 492980 w 1722333"/>
              <a:gd name="csY2862" fmla="*/ 1114920 h 1114920"/>
              <a:gd name="csX2863" fmla="*/ 493152 w 1722333"/>
              <a:gd name="csY2863" fmla="*/ 1114920 h 1114920"/>
              <a:gd name="csX2864" fmla="*/ 493324 w 1722333"/>
              <a:gd name="csY2864" fmla="*/ 1114920 h 1114920"/>
              <a:gd name="csX2865" fmla="*/ 493497 w 1722333"/>
              <a:gd name="csY2865" fmla="*/ 1114920 h 1114920"/>
              <a:gd name="csX2866" fmla="*/ 493669 w 1722333"/>
              <a:gd name="csY2866" fmla="*/ 1114920 h 1114920"/>
              <a:gd name="csX2867" fmla="*/ 493841 w 1722333"/>
              <a:gd name="csY2867" fmla="*/ 1114920 h 1114920"/>
              <a:gd name="csX2868" fmla="*/ 494014 w 1722333"/>
              <a:gd name="csY2868" fmla="*/ 1114920 h 1114920"/>
              <a:gd name="csX2869" fmla="*/ 494185 w 1722333"/>
              <a:gd name="csY2869" fmla="*/ 1114920 h 1114920"/>
              <a:gd name="csX2870" fmla="*/ 494358 w 1722333"/>
              <a:gd name="csY2870" fmla="*/ 1114920 h 1114920"/>
              <a:gd name="csX2871" fmla="*/ 494531 w 1722333"/>
              <a:gd name="csY2871" fmla="*/ 1114920 h 1114920"/>
              <a:gd name="csX2872" fmla="*/ 494702 w 1722333"/>
              <a:gd name="csY2872" fmla="*/ 1114920 h 1114920"/>
              <a:gd name="csX2873" fmla="*/ 494875 w 1722333"/>
              <a:gd name="csY2873" fmla="*/ 1114920 h 1114920"/>
              <a:gd name="csX2874" fmla="*/ 495047 w 1722333"/>
              <a:gd name="csY2874" fmla="*/ 1114920 h 1114920"/>
              <a:gd name="csX2875" fmla="*/ 495219 w 1722333"/>
              <a:gd name="csY2875" fmla="*/ 1114920 h 1114920"/>
              <a:gd name="csX2876" fmla="*/ 495392 w 1722333"/>
              <a:gd name="csY2876" fmla="*/ 1114920 h 1114920"/>
              <a:gd name="csX2877" fmla="*/ 495563 w 1722333"/>
              <a:gd name="csY2877" fmla="*/ 1114920 h 1114920"/>
              <a:gd name="csX2878" fmla="*/ 495736 w 1722333"/>
              <a:gd name="csY2878" fmla="*/ 1114920 h 1114920"/>
              <a:gd name="csX2879" fmla="*/ 495909 w 1722333"/>
              <a:gd name="csY2879" fmla="*/ 1114920 h 1114920"/>
              <a:gd name="csX2880" fmla="*/ 496080 w 1722333"/>
              <a:gd name="csY2880" fmla="*/ 1114920 h 1114920"/>
              <a:gd name="csX2881" fmla="*/ 496253 w 1722333"/>
              <a:gd name="csY2881" fmla="*/ 1114920 h 1114920"/>
              <a:gd name="csX2882" fmla="*/ 496425 w 1722333"/>
              <a:gd name="csY2882" fmla="*/ 1114920 h 1114920"/>
              <a:gd name="csX2883" fmla="*/ 496597 w 1722333"/>
              <a:gd name="csY2883" fmla="*/ 1114920 h 1114920"/>
              <a:gd name="csX2884" fmla="*/ 496770 w 1722333"/>
              <a:gd name="csY2884" fmla="*/ 1114920 h 1114920"/>
              <a:gd name="csX2885" fmla="*/ 496941 w 1722333"/>
              <a:gd name="csY2885" fmla="*/ 1114920 h 1114920"/>
              <a:gd name="csX2886" fmla="*/ 497114 w 1722333"/>
              <a:gd name="csY2886" fmla="*/ 1114920 h 1114920"/>
              <a:gd name="csX2887" fmla="*/ 497286 w 1722333"/>
              <a:gd name="csY2887" fmla="*/ 1114920 h 1114920"/>
              <a:gd name="csX2888" fmla="*/ 497458 w 1722333"/>
              <a:gd name="csY2888" fmla="*/ 1114920 h 1114920"/>
              <a:gd name="csX2889" fmla="*/ 497631 w 1722333"/>
              <a:gd name="csY2889" fmla="*/ 1114920 h 1114920"/>
              <a:gd name="csX2890" fmla="*/ 497803 w 1722333"/>
              <a:gd name="csY2890" fmla="*/ 1114920 h 1114920"/>
              <a:gd name="csX2891" fmla="*/ 497975 w 1722333"/>
              <a:gd name="csY2891" fmla="*/ 1114920 h 1114920"/>
              <a:gd name="csX2892" fmla="*/ 498148 w 1722333"/>
              <a:gd name="csY2892" fmla="*/ 1114920 h 1114920"/>
              <a:gd name="csX2893" fmla="*/ 498320 w 1722333"/>
              <a:gd name="csY2893" fmla="*/ 1114920 h 1114920"/>
              <a:gd name="csX2894" fmla="*/ 498492 w 1722333"/>
              <a:gd name="csY2894" fmla="*/ 1114920 h 1114920"/>
              <a:gd name="csX2895" fmla="*/ 498664 w 1722333"/>
              <a:gd name="csY2895" fmla="*/ 1114920 h 1114920"/>
              <a:gd name="csX2896" fmla="*/ 498836 w 1722333"/>
              <a:gd name="csY2896" fmla="*/ 1114920 h 1114920"/>
              <a:gd name="csX2897" fmla="*/ 499009 w 1722333"/>
              <a:gd name="csY2897" fmla="*/ 1114920 h 1114920"/>
              <a:gd name="csX2898" fmla="*/ 499181 w 1722333"/>
              <a:gd name="csY2898" fmla="*/ 1114920 h 1114920"/>
              <a:gd name="csX2899" fmla="*/ 499353 w 1722333"/>
              <a:gd name="csY2899" fmla="*/ 1114920 h 1114920"/>
              <a:gd name="csX2900" fmla="*/ 499525 w 1722333"/>
              <a:gd name="csY2900" fmla="*/ 1114920 h 1114920"/>
              <a:gd name="csX2901" fmla="*/ 499698 w 1722333"/>
              <a:gd name="csY2901" fmla="*/ 1114920 h 1114920"/>
              <a:gd name="csX2902" fmla="*/ 499870 w 1722333"/>
              <a:gd name="csY2902" fmla="*/ 1114920 h 1114920"/>
              <a:gd name="csX2903" fmla="*/ 500042 w 1722333"/>
              <a:gd name="csY2903" fmla="*/ 1114920 h 1114920"/>
              <a:gd name="csX2904" fmla="*/ 500215 w 1722333"/>
              <a:gd name="csY2904" fmla="*/ 1114920 h 1114920"/>
              <a:gd name="csX2905" fmla="*/ 500387 w 1722333"/>
              <a:gd name="csY2905" fmla="*/ 1114920 h 1114920"/>
              <a:gd name="csX2906" fmla="*/ 500559 w 1722333"/>
              <a:gd name="csY2906" fmla="*/ 1114920 h 1114920"/>
              <a:gd name="csX2907" fmla="*/ 500731 w 1722333"/>
              <a:gd name="csY2907" fmla="*/ 1114920 h 1114920"/>
              <a:gd name="csX2908" fmla="*/ 500903 w 1722333"/>
              <a:gd name="csY2908" fmla="*/ 1114920 h 1114920"/>
              <a:gd name="csX2909" fmla="*/ 501076 w 1722333"/>
              <a:gd name="csY2909" fmla="*/ 1114920 h 1114920"/>
              <a:gd name="csX2910" fmla="*/ 501248 w 1722333"/>
              <a:gd name="csY2910" fmla="*/ 1114920 h 1114920"/>
              <a:gd name="csX2911" fmla="*/ 501420 w 1722333"/>
              <a:gd name="csY2911" fmla="*/ 1114920 h 1114920"/>
              <a:gd name="csX2912" fmla="*/ 501593 w 1722333"/>
              <a:gd name="csY2912" fmla="*/ 1114920 h 1114920"/>
              <a:gd name="csX2913" fmla="*/ 501765 w 1722333"/>
              <a:gd name="csY2913" fmla="*/ 1114920 h 1114920"/>
              <a:gd name="csX2914" fmla="*/ 501937 w 1722333"/>
              <a:gd name="csY2914" fmla="*/ 1114920 h 1114920"/>
              <a:gd name="csX2915" fmla="*/ 502109 w 1722333"/>
              <a:gd name="csY2915" fmla="*/ 1114920 h 1114920"/>
              <a:gd name="csX2916" fmla="*/ 502281 w 1722333"/>
              <a:gd name="csY2916" fmla="*/ 1114920 h 1114920"/>
              <a:gd name="csX2917" fmla="*/ 502454 w 1722333"/>
              <a:gd name="csY2917" fmla="*/ 1114920 h 1114920"/>
              <a:gd name="csX2918" fmla="*/ 502626 w 1722333"/>
              <a:gd name="csY2918" fmla="*/ 1114920 h 1114920"/>
              <a:gd name="csX2919" fmla="*/ 502798 w 1722333"/>
              <a:gd name="csY2919" fmla="*/ 1114920 h 1114920"/>
              <a:gd name="csX2920" fmla="*/ 502971 w 1722333"/>
              <a:gd name="csY2920" fmla="*/ 1114920 h 1114920"/>
              <a:gd name="csX2921" fmla="*/ 503142 w 1722333"/>
              <a:gd name="csY2921" fmla="*/ 1114920 h 1114920"/>
              <a:gd name="csX2922" fmla="*/ 503315 w 1722333"/>
              <a:gd name="csY2922" fmla="*/ 1114920 h 1114920"/>
              <a:gd name="csX2923" fmla="*/ 503487 w 1722333"/>
              <a:gd name="csY2923" fmla="*/ 1114920 h 1114920"/>
              <a:gd name="csX2924" fmla="*/ 503659 w 1722333"/>
              <a:gd name="csY2924" fmla="*/ 1114920 h 1114920"/>
              <a:gd name="csX2925" fmla="*/ 503832 w 1722333"/>
              <a:gd name="csY2925" fmla="*/ 1114920 h 1114920"/>
              <a:gd name="csX2926" fmla="*/ 504004 w 1722333"/>
              <a:gd name="csY2926" fmla="*/ 1114920 h 1114920"/>
              <a:gd name="csX2927" fmla="*/ 504176 w 1722333"/>
              <a:gd name="csY2927" fmla="*/ 1114920 h 1114920"/>
              <a:gd name="csX2928" fmla="*/ 504349 w 1722333"/>
              <a:gd name="csY2928" fmla="*/ 1114920 h 1114920"/>
              <a:gd name="csX2929" fmla="*/ 504520 w 1722333"/>
              <a:gd name="csY2929" fmla="*/ 1114920 h 1114920"/>
              <a:gd name="csX2930" fmla="*/ 504693 w 1722333"/>
              <a:gd name="csY2930" fmla="*/ 1114920 h 1114920"/>
              <a:gd name="csX2931" fmla="*/ 504866 w 1722333"/>
              <a:gd name="csY2931" fmla="*/ 1114920 h 1114920"/>
              <a:gd name="csX2932" fmla="*/ 505037 w 1722333"/>
              <a:gd name="csY2932" fmla="*/ 1114920 h 1114920"/>
              <a:gd name="csX2933" fmla="*/ 505210 w 1722333"/>
              <a:gd name="csY2933" fmla="*/ 1114920 h 1114920"/>
              <a:gd name="csX2934" fmla="*/ 505382 w 1722333"/>
              <a:gd name="csY2934" fmla="*/ 1114920 h 1114920"/>
              <a:gd name="csX2935" fmla="*/ 505554 w 1722333"/>
              <a:gd name="csY2935" fmla="*/ 1114920 h 1114920"/>
              <a:gd name="csX2936" fmla="*/ 505727 w 1722333"/>
              <a:gd name="csY2936" fmla="*/ 1114920 h 1114920"/>
              <a:gd name="csX2937" fmla="*/ 505898 w 1722333"/>
              <a:gd name="csY2937" fmla="*/ 1114920 h 1114920"/>
              <a:gd name="csX2938" fmla="*/ 506071 w 1722333"/>
              <a:gd name="csY2938" fmla="*/ 1114920 h 1114920"/>
              <a:gd name="csX2939" fmla="*/ 506244 w 1722333"/>
              <a:gd name="csY2939" fmla="*/ 1114920 h 1114920"/>
              <a:gd name="csX2940" fmla="*/ 506415 w 1722333"/>
              <a:gd name="csY2940" fmla="*/ 1114920 h 1114920"/>
              <a:gd name="csX2941" fmla="*/ 506588 w 1722333"/>
              <a:gd name="csY2941" fmla="*/ 1114920 h 1114920"/>
              <a:gd name="csX2942" fmla="*/ 506760 w 1722333"/>
              <a:gd name="csY2942" fmla="*/ 1114920 h 1114920"/>
              <a:gd name="csX2943" fmla="*/ 506932 w 1722333"/>
              <a:gd name="csY2943" fmla="*/ 1114920 h 1114920"/>
              <a:gd name="csX2944" fmla="*/ 507105 w 1722333"/>
              <a:gd name="csY2944" fmla="*/ 1114920 h 1114920"/>
              <a:gd name="csX2945" fmla="*/ 507277 w 1722333"/>
              <a:gd name="csY2945" fmla="*/ 1114920 h 1114920"/>
              <a:gd name="csX2946" fmla="*/ 507449 w 1722333"/>
              <a:gd name="csY2946" fmla="*/ 1114920 h 1114920"/>
              <a:gd name="csX2947" fmla="*/ 507621 w 1722333"/>
              <a:gd name="csY2947" fmla="*/ 1114920 h 1114920"/>
              <a:gd name="csX2948" fmla="*/ 507793 w 1722333"/>
              <a:gd name="csY2948" fmla="*/ 1114920 h 1114920"/>
              <a:gd name="csX2949" fmla="*/ 507966 w 1722333"/>
              <a:gd name="csY2949" fmla="*/ 1114920 h 1114920"/>
              <a:gd name="csX2950" fmla="*/ 508138 w 1722333"/>
              <a:gd name="csY2950" fmla="*/ 1114920 h 1114920"/>
              <a:gd name="csX2951" fmla="*/ 508310 w 1722333"/>
              <a:gd name="csY2951" fmla="*/ 1114920 h 1114920"/>
              <a:gd name="csX2952" fmla="*/ 508483 w 1722333"/>
              <a:gd name="csY2952" fmla="*/ 1114920 h 1114920"/>
              <a:gd name="csX2953" fmla="*/ 508655 w 1722333"/>
              <a:gd name="csY2953" fmla="*/ 1114920 h 1114920"/>
              <a:gd name="csX2954" fmla="*/ 508827 w 1722333"/>
              <a:gd name="csY2954" fmla="*/ 1114920 h 1114920"/>
              <a:gd name="csX2955" fmla="*/ 508999 w 1722333"/>
              <a:gd name="csY2955" fmla="*/ 1114920 h 1114920"/>
              <a:gd name="csX2956" fmla="*/ 509171 w 1722333"/>
              <a:gd name="csY2956" fmla="*/ 1114920 h 1114920"/>
              <a:gd name="csX2957" fmla="*/ 509344 w 1722333"/>
              <a:gd name="csY2957" fmla="*/ 1114920 h 1114920"/>
              <a:gd name="csX2958" fmla="*/ 509516 w 1722333"/>
              <a:gd name="csY2958" fmla="*/ 1114920 h 1114920"/>
              <a:gd name="csX2959" fmla="*/ 509688 w 1722333"/>
              <a:gd name="csY2959" fmla="*/ 1114920 h 1114920"/>
              <a:gd name="csX2960" fmla="*/ 509860 w 1722333"/>
              <a:gd name="csY2960" fmla="*/ 1114920 h 1114920"/>
              <a:gd name="csX2961" fmla="*/ 510033 w 1722333"/>
              <a:gd name="csY2961" fmla="*/ 1114920 h 1114920"/>
              <a:gd name="csX2962" fmla="*/ 510205 w 1722333"/>
              <a:gd name="csY2962" fmla="*/ 1114920 h 1114920"/>
              <a:gd name="csX2963" fmla="*/ 510377 w 1722333"/>
              <a:gd name="csY2963" fmla="*/ 1114920 h 1114920"/>
              <a:gd name="csX2964" fmla="*/ 510549 w 1722333"/>
              <a:gd name="csY2964" fmla="*/ 1114920 h 1114920"/>
              <a:gd name="csX2965" fmla="*/ 510722 w 1722333"/>
              <a:gd name="csY2965" fmla="*/ 1114920 h 1114920"/>
              <a:gd name="csX2966" fmla="*/ 510894 w 1722333"/>
              <a:gd name="csY2966" fmla="*/ 1114920 h 1114920"/>
              <a:gd name="csX2967" fmla="*/ 511066 w 1722333"/>
              <a:gd name="csY2967" fmla="*/ 1114920 h 1114920"/>
              <a:gd name="csX2968" fmla="*/ 511238 w 1722333"/>
              <a:gd name="csY2968" fmla="*/ 1114920 h 1114920"/>
              <a:gd name="csX2969" fmla="*/ 511411 w 1722333"/>
              <a:gd name="csY2969" fmla="*/ 1114920 h 1114920"/>
              <a:gd name="csX2970" fmla="*/ 511583 w 1722333"/>
              <a:gd name="csY2970" fmla="*/ 1114920 h 1114920"/>
              <a:gd name="csX2971" fmla="*/ 511755 w 1722333"/>
              <a:gd name="csY2971" fmla="*/ 1114920 h 1114920"/>
              <a:gd name="csX2972" fmla="*/ 511928 w 1722333"/>
              <a:gd name="csY2972" fmla="*/ 1114920 h 1114920"/>
              <a:gd name="csX2973" fmla="*/ 512100 w 1722333"/>
              <a:gd name="csY2973" fmla="*/ 1114920 h 1114920"/>
              <a:gd name="csX2974" fmla="*/ 512272 w 1722333"/>
              <a:gd name="csY2974" fmla="*/ 1114920 h 1114920"/>
              <a:gd name="csX2975" fmla="*/ 512444 w 1722333"/>
              <a:gd name="csY2975" fmla="*/ 1114920 h 1114920"/>
              <a:gd name="csX2976" fmla="*/ 512616 w 1722333"/>
              <a:gd name="csY2976" fmla="*/ 1114920 h 1114920"/>
              <a:gd name="csX2977" fmla="*/ 512789 w 1722333"/>
              <a:gd name="csY2977" fmla="*/ 1114920 h 1114920"/>
              <a:gd name="csX2978" fmla="*/ 512961 w 1722333"/>
              <a:gd name="csY2978" fmla="*/ 1114920 h 1114920"/>
              <a:gd name="csX2979" fmla="*/ 513133 w 1722333"/>
              <a:gd name="csY2979" fmla="*/ 1114920 h 1114920"/>
              <a:gd name="csX2980" fmla="*/ 513306 w 1722333"/>
              <a:gd name="csY2980" fmla="*/ 1114920 h 1114920"/>
              <a:gd name="csX2981" fmla="*/ 513477 w 1722333"/>
              <a:gd name="csY2981" fmla="*/ 1114920 h 1114920"/>
              <a:gd name="csX2982" fmla="*/ 513650 w 1722333"/>
              <a:gd name="csY2982" fmla="*/ 1114920 h 1114920"/>
              <a:gd name="csX2983" fmla="*/ 513822 w 1722333"/>
              <a:gd name="csY2983" fmla="*/ 1114920 h 1114920"/>
              <a:gd name="csX2984" fmla="*/ 513994 w 1722333"/>
              <a:gd name="csY2984" fmla="*/ 1114920 h 1114920"/>
              <a:gd name="csX2985" fmla="*/ 514167 w 1722333"/>
              <a:gd name="csY2985" fmla="*/ 1114920 h 1114920"/>
              <a:gd name="csX2986" fmla="*/ 514339 w 1722333"/>
              <a:gd name="csY2986" fmla="*/ 1114920 h 1114920"/>
              <a:gd name="csX2987" fmla="*/ 514511 w 1722333"/>
              <a:gd name="csY2987" fmla="*/ 1114920 h 1114920"/>
              <a:gd name="csX2988" fmla="*/ 514684 w 1722333"/>
              <a:gd name="csY2988" fmla="*/ 1114920 h 1114920"/>
              <a:gd name="csX2989" fmla="*/ 514855 w 1722333"/>
              <a:gd name="csY2989" fmla="*/ 1114920 h 1114920"/>
              <a:gd name="csX2990" fmla="*/ 515028 w 1722333"/>
              <a:gd name="csY2990" fmla="*/ 1114920 h 1114920"/>
              <a:gd name="csX2991" fmla="*/ 515201 w 1722333"/>
              <a:gd name="csY2991" fmla="*/ 1114920 h 1114920"/>
              <a:gd name="csX2992" fmla="*/ 515372 w 1722333"/>
              <a:gd name="csY2992" fmla="*/ 1114920 h 1114920"/>
              <a:gd name="csX2993" fmla="*/ 515545 w 1722333"/>
              <a:gd name="csY2993" fmla="*/ 1114920 h 1114920"/>
              <a:gd name="csX2994" fmla="*/ 515717 w 1722333"/>
              <a:gd name="csY2994" fmla="*/ 1114920 h 1114920"/>
              <a:gd name="csX2995" fmla="*/ 515889 w 1722333"/>
              <a:gd name="csY2995" fmla="*/ 1114920 h 1114920"/>
              <a:gd name="csX2996" fmla="*/ 516062 w 1722333"/>
              <a:gd name="csY2996" fmla="*/ 1114920 h 1114920"/>
              <a:gd name="csX2997" fmla="*/ 516233 w 1722333"/>
              <a:gd name="csY2997" fmla="*/ 1114920 h 1114920"/>
              <a:gd name="csX2998" fmla="*/ 516406 w 1722333"/>
              <a:gd name="csY2998" fmla="*/ 1114920 h 1114920"/>
              <a:gd name="csX2999" fmla="*/ 516579 w 1722333"/>
              <a:gd name="csY2999" fmla="*/ 1114920 h 1114920"/>
              <a:gd name="csX3000" fmla="*/ 516750 w 1722333"/>
              <a:gd name="csY3000" fmla="*/ 1114920 h 1114920"/>
              <a:gd name="csX3001" fmla="*/ 516923 w 1722333"/>
              <a:gd name="csY3001" fmla="*/ 1114920 h 1114920"/>
              <a:gd name="csX3002" fmla="*/ 517095 w 1722333"/>
              <a:gd name="csY3002" fmla="*/ 1114920 h 1114920"/>
              <a:gd name="csX3003" fmla="*/ 517267 w 1722333"/>
              <a:gd name="csY3003" fmla="*/ 1114920 h 1114920"/>
              <a:gd name="csX3004" fmla="*/ 517440 w 1722333"/>
              <a:gd name="csY3004" fmla="*/ 1114920 h 1114920"/>
              <a:gd name="csX3005" fmla="*/ 517612 w 1722333"/>
              <a:gd name="csY3005" fmla="*/ 1114920 h 1114920"/>
              <a:gd name="csX3006" fmla="*/ 517784 w 1722333"/>
              <a:gd name="csY3006" fmla="*/ 1114920 h 1114920"/>
              <a:gd name="csX3007" fmla="*/ 517956 w 1722333"/>
              <a:gd name="csY3007" fmla="*/ 1114920 h 1114920"/>
              <a:gd name="csX3008" fmla="*/ 518128 w 1722333"/>
              <a:gd name="csY3008" fmla="*/ 1114920 h 1114920"/>
              <a:gd name="csX3009" fmla="*/ 518301 w 1722333"/>
              <a:gd name="csY3009" fmla="*/ 1114920 h 1114920"/>
              <a:gd name="csX3010" fmla="*/ 518473 w 1722333"/>
              <a:gd name="csY3010" fmla="*/ 1114920 h 1114920"/>
              <a:gd name="csX3011" fmla="*/ 518645 w 1722333"/>
              <a:gd name="csY3011" fmla="*/ 1114920 h 1114920"/>
              <a:gd name="csX3012" fmla="*/ 518818 w 1722333"/>
              <a:gd name="csY3012" fmla="*/ 1114920 h 1114920"/>
              <a:gd name="csX3013" fmla="*/ 518990 w 1722333"/>
              <a:gd name="csY3013" fmla="*/ 1114920 h 1114920"/>
              <a:gd name="csX3014" fmla="*/ 519162 w 1722333"/>
              <a:gd name="csY3014" fmla="*/ 1114920 h 1114920"/>
              <a:gd name="csX3015" fmla="*/ 519334 w 1722333"/>
              <a:gd name="csY3015" fmla="*/ 1114920 h 1114920"/>
              <a:gd name="csX3016" fmla="*/ 519506 w 1722333"/>
              <a:gd name="csY3016" fmla="*/ 1114920 h 1114920"/>
              <a:gd name="csX3017" fmla="*/ 519679 w 1722333"/>
              <a:gd name="csY3017" fmla="*/ 1114920 h 1114920"/>
              <a:gd name="csX3018" fmla="*/ 519851 w 1722333"/>
              <a:gd name="csY3018" fmla="*/ 1114920 h 1114920"/>
              <a:gd name="csX3019" fmla="*/ 520023 w 1722333"/>
              <a:gd name="csY3019" fmla="*/ 1114920 h 1114920"/>
              <a:gd name="csX3020" fmla="*/ 520196 w 1722333"/>
              <a:gd name="csY3020" fmla="*/ 1114920 h 1114920"/>
              <a:gd name="csX3021" fmla="*/ 520368 w 1722333"/>
              <a:gd name="csY3021" fmla="*/ 1114920 h 1114920"/>
              <a:gd name="csX3022" fmla="*/ 520540 w 1722333"/>
              <a:gd name="csY3022" fmla="*/ 1114920 h 1114920"/>
              <a:gd name="csX3023" fmla="*/ 520712 w 1722333"/>
              <a:gd name="csY3023" fmla="*/ 1114920 h 1114920"/>
              <a:gd name="csX3024" fmla="*/ 520884 w 1722333"/>
              <a:gd name="csY3024" fmla="*/ 1114920 h 1114920"/>
              <a:gd name="csX3025" fmla="*/ 521057 w 1722333"/>
              <a:gd name="csY3025" fmla="*/ 1114920 h 1114920"/>
              <a:gd name="csX3026" fmla="*/ 521229 w 1722333"/>
              <a:gd name="csY3026" fmla="*/ 1114920 h 1114920"/>
              <a:gd name="csX3027" fmla="*/ 521401 w 1722333"/>
              <a:gd name="csY3027" fmla="*/ 1114920 h 1114920"/>
              <a:gd name="csX3028" fmla="*/ 521573 w 1722333"/>
              <a:gd name="csY3028" fmla="*/ 1114920 h 1114920"/>
              <a:gd name="csX3029" fmla="*/ 521746 w 1722333"/>
              <a:gd name="csY3029" fmla="*/ 1114920 h 1114920"/>
              <a:gd name="csX3030" fmla="*/ 521918 w 1722333"/>
              <a:gd name="csY3030" fmla="*/ 1114920 h 1114920"/>
              <a:gd name="csX3031" fmla="*/ 522090 w 1722333"/>
              <a:gd name="csY3031" fmla="*/ 1114920 h 1114920"/>
              <a:gd name="csX3032" fmla="*/ 522263 w 1722333"/>
              <a:gd name="csY3032" fmla="*/ 1114920 h 1114920"/>
              <a:gd name="csX3033" fmla="*/ 522435 w 1722333"/>
              <a:gd name="csY3033" fmla="*/ 1114920 h 1114920"/>
              <a:gd name="csX3034" fmla="*/ 522607 w 1722333"/>
              <a:gd name="csY3034" fmla="*/ 1114920 h 1114920"/>
              <a:gd name="csX3035" fmla="*/ 522779 w 1722333"/>
              <a:gd name="csY3035" fmla="*/ 1114920 h 1114920"/>
              <a:gd name="csX3036" fmla="*/ 522951 w 1722333"/>
              <a:gd name="csY3036" fmla="*/ 1114920 h 1114920"/>
              <a:gd name="csX3037" fmla="*/ 523124 w 1722333"/>
              <a:gd name="csY3037" fmla="*/ 1114920 h 1114920"/>
              <a:gd name="csX3038" fmla="*/ 523296 w 1722333"/>
              <a:gd name="csY3038" fmla="*/ 1114920 h 1114920"/>
              <a:gd name="csX3039" fmla="*/ 523468 w 1722333"/>
              <a:gd name="csY3039" fmla="*/ 1114920 h 1114920"/>
              <a:gd name="csX3040" fmla="*/ 523641 w 1722333"/>
              <a:gd name="csY3040" fmla="*/ 1114920 h 1114920"/>
              <a:gd name="csX3041" fmla="*/ 523812 w 1722333"/>
              <a:gd name="csY3041" fmla="*/ 1114920 h 1114920"/>
              <a:gd name="csX3042" fmla="*/ 523985 w 1722333"/>
              <a:gd name="csY3042" fmla="*/ 1114920 h 1114920"/>
              <a:gd name="csX3043" fmla="*/ 524157 w 1722333"/>
              <a:gd name="csY3043" fmla="*/ 1114920 h 1114920"/>
              <a:gd name="csX3044" fmla="*/ 524329 w 1722333"/>
              <a:gd name="csY3044" fmla="*/ 1114920 h 1114920"/>
              <a:gd name="csX3045" fmla="*/ 524502 w 1722333"/>
              <a:gd name="csY3045" fmla="*/ 1114920 h 1114920"/>
              <a:gd name="csX3046" fmla="*/ 524674 w 1722333"/>
              <a:gd name="csY3046" fmla="*/ 1114920 h 1114920"/>
              <a:gd name="csX3047" fmla="*/ 524846 w 1722333"/>
              <a:gd name="csY3047" fmla="*/ 1114920 h 1114920"/>
              <a:gd name="csX3048" fmla="*/ 525019 w 1722333"/>
              <a:gd name="csY3048" fmla="*/ 1114920 h 1114920"/>
              <a:gd name="csX3049" fmla="*/ 525190 w 1722333"/>
              <a:gd name="csY3049" fmla="*/ 1114920 h 1114920"/>
              <a:gd name="csX3050" fmla="*/ 525363 w 1722333"/>
              <a:gd name="csY3050" fmla="*/ 1114920 h 1114920"/>
              <a:gd name="csX3051" fmla="*/ 525536 w 1722333"/>
              <a:gd name="csY3051" fmla="*/ 1114920 h 1114920"/>
              <a:gd name="csX3052" fmla="*/ 525707 w 1722333"/>
              <a:gd name="csY3052" fmla="*/ 1114920 h 1114920"/>
              <a:gd name="csX3053" fmla="*/ 525880 w 1722333"/>
              <a:gd name="csY3053" fmla="*/ 1114920 h 1114920"/>
              <a:gd name="csX3054" fmla="*/ 526052 w 1722333"/>
              <a:gd name="csY3054" fmla="*/ 1114920 h 1114920"/>
              <a:gd name="csX3055" fmla="*/ 526224 w 1722333"/>
              <a:gd name="csY3055" fmla="*/ 1114920 h 1114920"/>
              <a:gd name="csX3056" fmla="*/ 526397 w 1722333"/>
              <a:gd name="csY3056" fmla="*/ 1114920 h 1114920"/>
              <a:gd name="csX3057" fmla="*/ 526568 w 1722333"/>
              <a:gd name="csY3057" fmla="*/ 1114920 h 1114920"/>
              <a:gd name="csX3058" fmla="*/ 526741 w 1722333"/>
              <a:gd name="csY3058" fmla="*/ 1114920 h 1114920"/>
              <a:gd name="csX3059" fmla="*/ 526914 w 1722333"/>
              <a:gd name="csY3059" fmla="*/ 1114920 h 1114920"/>
              <a:gd name="csX3060" fmla="*/ 527085 w 1722333"/>
              <a:gd name="csY3060" fmla="*/ 1114920 h 1114920"/>
              <a:gd name="csX3061" fmla="*/ 527258 w 1722333"/>
              <a:gd name="csY3061" fmla="*/ 1114920 h 1114920"/>
              <a:gd name="csX3062" fmla="*/ 527430 w 1722333"/>
              <a:gd name="csY3062" fmla="*/ 1114920 h 1114920"/>
              <a:gd name="csX3063" fmla="*/ 527602 w 1722333"/>
              <a:gd name="csY3063" fmla="*/ 1114920 h 1114920"/>
              <a:gd name="csX3064" fmla="*/ 527775 w 1722333"/>
              <a:gd name="csY3064" fmla="*/ 1114920 h 1114920"/>
              <a:gd name="csX3065" fmla="*/ 527947 w 1722333"/>
              <a:gd name="csY3065" fmla="*/ 1114920 h 1114920"/>
              <a:gd name="csX3066" fmla="*/ 528119 w 1722333"/>
              <a:gd name="csY3066" fmla="*/ 1114920 h 1114920"/>
              <a:gd name="csX3067" fmla="*/ 528292 w 1722333"/>
              <a:gd name="csY3067" fmla="*/ 1114920 h 1114920"/>
              <a:gd name="csX3068" fmla="*/ 528463 w 1722333"/>
              <a:gd name="csY3068" fmla="*/ 1114920 h 1114920"/>
              <a:gd name="csX3069" fmla="*/ 528636 w 1722333"/>
              <a:gd name="csY3069" fmla="*/ 1114920 h 1114920"/>
              <a:gd name="csX3070" fmla="*/ 528808 w 1722333"/>
              <a:gd name="csY3070" fmla="*/ 1114920 h 1114920"/>
              <a:gd name="csX3071" fmla="*/ 528980 w 1722333"/>
              <a:gd name="csY3071" fmla="*/ 1114920 h 1114920"/>
              <a:gd name="csX3072" fmla="*/ 529153 w 1722333"/>
              <a:gd name="csY3072" fmla="*/ 1114920 h 1114920"/>
              <a:gd name="csX3073" fmla="*/ 529325 w 1722333"/>
              <a:gd name="csY3073" fmla="*/ 1114920 h 1114920"/>
              <a:gd name="csX3074" fmla="*/ 529497 w 1722333"/>
              <a:gd name="csY3074" fmla="*/ 1114920 h 1114920"/>
              <a:gd name="csX3075" fmla="*/ 529669 w 1722333"/>
              <a:gd name="csY3075" fmla="*/ 1114920 h 1114920"/>
              <a:gd name="csX3076" fmla="*/ 529841 w 1722333"/>
              <a:gd name="csY3076" fmla="*/ 1114920 h 1114920"/>
              <a:gd name="csX3077" fmla="*/ 530014 w 1722333"/>
              <a:gd name="csY3077" fmla="*/ 1114920 h 1114920"/>
              <a:gd name="csX3078" fmla="*/ 530186 w 1722333"/>
              <a:gd name="csY3078" fmla="*/ 1114920 h 1114920"/>
              <a:gd name="csX3079" fmla="*/ 530358 w 1722333"/>
              <a:gd name="csY3079" fmla="*/ 1114920 h 1114920"/>
              <a:gd name="csX3080" fmla="*/ 530531 w 1722333"/>
              <a:gd name="csY3080" fmla="*/ 1114920 h 1114920"/>
              <a:gd name="csX3081" fmla="*/ 530703 w 1722333"/>
              <a:gd name="csY3081" fmla="*/ 1114920 h 1114920"/>
              <a:gd name="csX3082" fmla="*/ 530875 w 1722333"/>
              <a:gd name="csY3082" fmla="*/ 1114920 h 1114920"/>
              <a:gd name="csX3083" fmla="*/ 531047 w 1722333"/>
              <a:gd name="csY3083" fmla="*/ 1114920 h 1114920"/>
              <a:gd name="csX3084" fmla="*/ 531220 w 1722333"/>
              <a:gd name="csY3084" fmla="*/ 1114920 h 1114920"/>
              <a:gd name="csX3085" fmla="*/ 531392 w 1722333"/>
              <a:gd name="csY3085" fmla="*/ 1114920 h 1114920"/>
              <a:gd name="csX3086" fmla="*/ 531564 w 1722333"/>
              <a:gd name="csY3086" fmla="*/ 1114920 h 1114920"/>
              <a:gd name="csX3087" fmla="*/ 531736 w 1722333"/>
              <a:gd name="csY3087" fmla="*/ 1114920 h 1114920"/>
              <a:gd name="csX3088" fmla="*/ 531908 w 1722333"/>
              <a:gd name="csY3088" fmla="*/ 1114920 h 1114920"/>
              <a:gd name="csX3089" fmla="*/ 532081 w 1722333"/>
              <a:gd name="csY3089" fmla="*/ 1114920 h 1114920"/>
              <a:gd name="csX3090" fmla="*/ 532253 w 1722333"/>
              <a:gd name="csY3090" fmla="*/ 1114920 h 1114920"/>
              <a:gd name="csX3091" fmla="*/ 532425 w 1722333"/>
              <a:gd name="csY3091" fmla="*/ 1114920 h 1114920"/>
              <a:gd name="csX3092" fmla="*/ 532598 w 1722333"/>
              <a:gd name="csY3092" fmla="*/ 1114920 h 1114920"/>
              <a:gd name="csX3093" fmla="*/ 532770 w 1722333"/>
              <a:gd name="csY3093" fmla="*/ 1114920 h 1114920"/>
              <a:gd name="csX3094" fmla="*/ 532942 w 1722333"/>
              <a:gd name="csY3094" fmla="*/ 1114920 h 1114920"/>
              <a:gd name="csX3095" fmla="*/ 533114 w 1722333"/>
              <a:gd name="csY3095" fmla="*/ 1114920 h 1114920"/>
              <a:gd name="csX3096" fmla="*/ 533286 w 1722333"/>
              <a:gd name="csY3096" fmla="*/ 1114920 h 1114920"/>
              <a:gd name="csX3097" fmla="*/ 533459 w 1722333"/>
              <a:gd name="csY3097" fmla="*/ 1114920 h 1114920"/>
              <a:gd name="csX3098" fmla="*/ 533631 w 1722333"/>
              <a:gd name="csY3098" fmla="*/ 1114920 h 1114920"/>
              <a:gd name="csX3099" fmla="*/ 533803 w 1722333"/>
              <a:gd name="csY3099" fmla="*/ 1114920 h 1114920"/>
              <a:gd name="csX3100" fmla="*/ 533976 w 1722333"/>
              <a:gd name="csY3100" fmla="*/ 1114920 h 1114920"/>
              <a:gd name="csX3101" fmla="*/ 534147 w 1722333"/>
              <a:gd name="csY3101" fmla="*/ 1114920 h 1114920"/>
              <a:gd name="csX3102" fmla="*/ 534320 w 1722333"/>
              <a:gd name="csY3102" fmla="*/ 1114920 h 1114920"/>
              <a:gd name="csX3103" fmla="*/ 534493 w 1722333"/>
              <a:gd name="csY3103" fmla="*/ 1114920 h 1114920"/>
              <a:gd name="csX3104" fmla="*/ 534664 w 1722333"/>
              <a:gd name="csY3104" fmla="*/ 1114920 h 1114920"/>
              <a:gd name="csX3105" fmla="*/ 534837 w 1722333"/>
              <a:gd name="csY3105" fmla="*/ 1114920 h 1114920"/>
              <a:gd name="csX3106" fmla="*/ 535009 w 1722333"/>
              <a:gd name="csY3106" fmla="*/ 1114920 h 1114920"/>
              <a:gd name="csX3107" fmla="*/ 535181 w 1722333"/>
              <a:gd name="csY3107" fmla="*/ 1114920 h 1114920"/>
              <a:gd name="csX3108" fmla="*/ 535354 w 1722333"/>
              <a:gd name="csY3108" fmla="*/ 1114920 h 1114920"/>
              <a:gd name="csX3109" fmla="*/ 535525 w 1722333"/>
              <a:gd name="csY3109" fmla="*/ 1114920 h 1114920"/>
              <a:gd name="csX3110" fmla="*/ 535698 w 1722333"/>
              <a:gd name="csY3110" fmla="*/ 1114920 h 1114920"/>
              <a:gd name="csX3111" fmla="*/ 535871 w 1722333"/>
              <a:gd name="csY3111" fmla="*/ 1114920 h 1114920"/>
              <a:gd name="csX3112" fmla="*/ 536042 w 1722333"/>
              <a:gd name="csY3112" fmla="*/ 1114920 h 1114920"/>
              <a:gd name="csX3113" fmla="*/ 536215 w 1722333"/>
              <a:gd name="csY3113" fmla="*/ 1114920 h 1114920"/>
              <a:gd name="csX3114" fmla="*/ 536387 w 1722333"/>
              <a:gd name="csY3114" fmla="*/ 1114920 h 1114920"/>
              <a:gd name="csX3115" fmla="*/ 536559 w 1722333"/>
              <a:gd name="csY3115" fmla="*/ 1114920 h 1114920"/>
              <a:gd name="csX3116" fmla="*/ 536732 w 1722333"/>
              <a:gd name="csY3116" fmla="*/ 1114920 h 1114920"/>
              <a:gd name="csX3117" fmla="*/ 536903 w 1722333"/>
              <a:gd name="csY3117" fmla="*/ 1114920 h 1114920"/>
              <a:gd name="csX3118" fmla="*/ 537076 w 1722333"/>
              <a:gd name="csY3118" fmla="*/ 1114920 h 1114920"/>
              <a:gd name="csX3119" fmla="*/ 537249 w 1722333"/>
              <a:gd name="csY3119" fmla="*/ 1114920 h 1114920"/>
              <a:gd name="csX3120" fmla="*/ 537420 w 1722333"/>
              <a:gd name="csY3120" fmla="*/ 1114920 h 1114920"/>
              <a:gd name="csX3121" fmla="*/ 537593 w 1722333"/>
              <a:gd name="csY3121" fmla="*/ 1114920 h 1114920"/>
              <a:gd name="csX3122" fmla="*/ 537765 w 1722333"/>
              <a:gd name="csY3122" fmla="*/ 1114920 h 1114920"/>
              <a:gd name="csX3123" fmla="*/ 537937 w 1722333"/>
              <a:gd name="csY3123" fmla="*/ 1114920 h 1114920"/>
              <a:gd name="csX3124" fmla="*/ 538110 w 1722333"/>
              <a:gd name="csY3124" fmla="*/ 1114920 h 1114920"/>
              <a:gd name="csX3125" fmla="*/ 538282 w 1722333"/>
              <a:gd name="csY3125" fmla="*/ 1114920 h 1114920"/>
              <a:gd name="csX3126" fmla="*/ 538454 w 1722333"/>
              <a:gd name="csY3126" fmla="*/ 1114920 h 1114920"/>
              <a:gd name="csX3127" fmla="*/ 538627 w 1722333"/>
              <a:gd name="csY3127" fmla="*/ 1114920 h 1114920"/>
              <a:gd name="csX3128" fmla="*/ 538798 w 1722333"/>
              <a:gd name="csY3128" fmla="*/ 1114920 h 1114920"/>
              <a:gd name="csX3129" fmla="*/ 538971 w 1722333"/>
              <a:gd name="csY3129" fmla="*/ 1114920 h 1114920"/>
              <a:gd name="csX3130" fmla="*/ 539143 w 1722333"/>
              <a:gd name="csY3130" fmla="*/ 1114920 h 1114920"/>
              <a:gd name="csX3131" fmla="*/ 539315 w 1722333"/>
              <a:gd name="csY3131" fmla="*/ 1114920 h 1114920"/>
              <a:gd name="csX3132" fmla="*/ 539488 w 1722333"/>
              <a:gd name="csY3132" fmla="*/ 1114920 h 1114920"/>
              <a:gd name="csX3133" fmla="*/ 539660 w 1722333"/>
              <a:gd name="csY3133" fmla="*/ 1114920 h 1114920"/>
              <a:gd name="csX3134" fmla="*/ 539832 w 1722333"/>
              <a:gd name="csY3134" fmla="*/ 1114920 h 1114920"/>
              <a:gd name="csX3135" fmla="*/ 540004 w 1722333"/>
              <a:gd name="csY3135" fmla="*/ 1114920 h 1114920"/>
              <a:gd name="csX3136" fmla="*/ 540176 w 1722333"/>
              <a:gd name="csY3136" fmla="*/ 1114920 h 1114920"/>
              <a:gd name="csX3137" fmla="*/ 540349 w 1722333"/>
              <a:gd name="csY3137" fmla="*/ 1114920 h 1114920"/>
              <a:gd name="csX3138" fmla="*/ 540521 w 1722333"/>
              <a:gd name="csY3138" fmla="*/ 1114920 h 1114920"/>
              <a:gd name="csX3139" fmla="*/ 540693 w 1722333"/>
              <a:gd name="csY3139" fmla="*/ 1114920 h 1114920"/>
              <a:gd name="csX3140" fmla="*/ 540866 w 1722333"/>
              <a:gd name="csY3140" fmla="*/ 1114920 h 1114920"/>
              <a:gd name="csX3141" fmla="*/ 541038 w 1722333"/>
              <a:gd name="csY3141" fmla="*/ 1114920 h 1114920"/>
              <a:gd name="csX3142" fmla="*/ 541210 w 1722333"/>
              <a:gd name="csY3142" fmla="*/ 1114920 h 1114920"/>
              <a:gd name="csX3143" fmla="*/ 541382 w 1722333"/>
              <a:gd name="csY3143" fmla="*/ 1114920 h 1114920"/>
              <a:gd name="csX3144" fmla="*/ 541555 w 1722333"/>
              <a:gd name="csY3144" fmla="*/ 1114920 h 1114920"/>
              <a:gd name="csX3145" fmla="*/ 541727 w 1722333"/>
              <a:gd name="csY3145" fmla="*/ 1114920 h 1114920"/>
              <a:gd name="csX3146" fmla="*/ 541899 w 1722333"/>
              <a:gd name="csY3146" fmla="*/ 1114920 h 1114920"/>
              <a:gd name="csX3147" fmla="*/ 542071 w 1722333"/>
              <a:gd name="csY3147" fmla="*/ 1114920 h 1114920"/>
              <a:gd name="csX3148" fmla="*/ 542243 w 1722333"/>
              <a:gd name="csY3148" fmla="*/ 1114920 h 1114920"/>
              <a:gd name="csX3149" fmla="*/ 542416 w 1722333"/>
              <a:gd name="csY3149" fmla="*/ 1114920 h 1114920"/>
              <a:gd name="csX3150" fmla="*/ 542588 w 1722333"/>
              <a:gd name="csY3150" fmla="*/ 1114920 h 1114920"/>
              <a:gd name="csX3151" fmla="*/ 542760 w 1722333"/>
              <a:gd name="csY3151" fmla="*/ 1114920 h 1114920"/>
              <a:gd name="csX3152" fmla="*/ 542933 w 1722333"/>
              <a:gd name="csY3152" fmla="*/ 1114920 h 1114920"/>
              <a:gd name="csX3153" fmla="*/ 543105 w 1722333"/>
              <a:gd name="csY3153" fmla="*/ 1114920 h 1114920"/>
              <a:gd name="csX3154" fmla="*/ 543277 w 1722333"/>
              <a:gd name="csY3154" fmla="*/ 1114920 h 1114920"/>
              <a:gd name="csX3155" fmla="*/ 543449 w 1722333"/>
              <a:gd name="csY3155" fmla="*/ 1114920 h 1114920"/>
              <a:gd name="csX3156" fmla="*/ 543621 w 1722333"/>
              <a:gd name="csY3156" fmla="*/ 1114920 h 1114920"/>
              <a:gd name="csX3157" fmla="*/ 543794 w 1722333"/>
              <a:gd name="csY3157" fmla="*/ 1114920 h 1114920"/>
              <a:gd name="csX3158" fmla="*/ 543966 w 1722333"/>
              <a:gd name="csY3158" fmla="*/ 1114920 h 1114920"/>
              <a:gd name="csX3159" fmla="*/ 544138 w 1722333"/>
              <a:gd name="csY3159" fmla="*/ 1114920 h 1114920"/>
              <a:gd name="csX3160" fmla="*/ 544311 w 1722333"/>
              <a:gd name="csY3160" fmla="*/ 1114920 h 1114920"/>
              <a:gd name="csX3161" fmla="*/ 544482 w 1722333"/>
              <a:gd name="csY3161" fmla="*/ 1114920 h 1114920"/>
              <a:gd name="csX3162" fmla="*/ 544655 w 1722333"/>
              <a:gd name="csY3162" fmla="*/ 1114920 h 1114920"/>
              <a:gd name="csX3163" fmla="*/ 544828 w 1722333"/>
              <a:gd name="csY3163" fmla="*/ 1114920 h 1114920"/>
              <a:gd name="csX3164" fmla="*/ 544999 w 1722333"/>
              <a:gd name="csY3164" fmla="*/ 1114920 h 1114920"/>
              <a:gd name="csX3165" fmla="*/ 545172 w 1722333"/>
              <a:gd name="csY3165" fmla="*/ 1114920 h 1114920"/>
              <a:gd name="csX3166" fmla="*/ 545344 w 1722333"/>
              <a:gd name="csY3166" fmla="*/ 1114920 h 1114920"/>
              <a:gd name="csX3167" fmla="*/ 545516 w 1722333"/>
              <a:gd name="csY3167" fmla="*/ 1114920 h 1114920"/>
              <a:gd name="csX3168" fmla="*/ 545689 w 1722333"/>
              <a:gd name="csY3168" fmla="*/ 1114920 h 1114920"/>
              <a:gd name="csX3169" fmla="*/ 545860 w 1722333"/>
              <a:gd name="csY3169" fmla="*/ 1114920 h 1114920"/>
              <a:gd name="csX3170" fmla="*/ 546033 w 1722333"/>
              <a:gd name="csY3170" fmla="*/ 1114920 h 1114920"/>
              <a:gd name="csX3171" fmla="*/ 546206 w 1722333"/>
              <a:gd name="csY3171" fmla="*/ 1114920 h 1114920"/>
              <a:gd name="csX3172" fmla="*/ 546377 w 1722333"/>
              <a:gd name="csY3172" fmla="*/ 1114920 h 1114920"/>
              <a:gd name="csX3173" fmla="*/ 546550 w 1722333"/>
              <a:gd name="csY3173" fmla="*/ 1114920 h 1114920"/>
              <a:gd name="csX3174" fmla="*/ 546722 w 1722333"/>
              <a:gd name="csY3174" fmla="*/ 1114920 h 1114920"/>
              <a:gd name="csX3175" fmla="*/ 546894 w 1722333"/>
              <a:gd name="csY3175" fmla="*/ 1114920 h 1114920"/>
              <a:gd name="csX3176" fmla="*/ 547067 w 1722333"/>
              <a:gd name="csY3176" fmla="*/ 1114920 h 1114920"/>
              <a:gd name="csX3177" fmla="*/ 547238 w 1722333"/>
              <a:gd name="csY3177" fmla="*/ 1114920 h 1114920"/>
              <a:gd name="csX3178" fmla="*/ 547411 w 1722333"/>
              <a:gd name="csY3178" fmla="*/ 1114920 h 1114920"/>
              <a:gd name="csX3179" fmla="*/ 547584 w 1722333"/>
              <a:gd name="csY3179" fmla="*/ 1114920 h 1114920"/>
              <a:gd name="csX3180" fmla="*/ 547755 w 1722333"/>
              <a:gd name="csY3180" fmla="*/ 1114920 h 1114920"/>
              <a:gd name="csX3181" fmla="*/ 547928 w 1722333"/>
              <a:gd name="csY3181" fmla="*/ 1114920 h 1114920"/>
              <a:gd name="csX3182" fmla="*/ 548100 w 1722333"/>
              <a:gd name="csY3182" fmla="*/ 1114920 h 1114920"/>
              <a:gd name="csX3183" fmla="*/ 548272 w 1722333"/>
              <a:gd name="csY3183" fmla="*/ 1114920 h 1114920"/>
              <a:gd name="csX3184" fmla="*/ 548445 w 1722333"/>
              <a:gd name="csY3184" fmla="*/ 1114920 h 1114920"/>
              <a:gd name="csX3185" fmla="*/ 548617 w 1722333"/>
              <a:gd name="csY3185" fmla="*/ 1114920 h 1114920"/>
              <a:gd name="csX3186" fmla="*/ 548789 w 1722333"/>
              <a:gd name="csY3186" fmla="*/ 1114920 h 1114920"/>
              <a:gd name="csX3187" fmla="*/ 548962 w 1722333"/>
              <a:gd name="csY3187" fmla="*/ 1114920 h 1114920"/>
              <a:gd name="csX3188" fmla="*/ 549133 w 1722333"/>
              <a:gd name="csY3188" fmla="*/ 1114920 h 1114920"/>
              <a:gd name="csX3189" fmla="*/ 549306 w 1722333"/>
              <a:gd name="csY3189" fmla="*/ 1114920 h 1114920"/>
              <a:gd name="csX3190" fmla="*/ 549478 w 1722333"/>
              <a:gd name="csY3190" fmla="*/ 1114920 h 1114920"/>
              <a:gd name="csX3191" fmla="*/ 549650 w 1722333"/>
              <a:gd name="csY3191" fmla="*/ 1114920 h 1114920"/>
              <a:gd name="csX3192" fmla="*/ 549823 w 1722333"/>
              <a:gd name="csY3192" fmla="*/ 1114920 h 1114920"/>
              <a:gd name="csX3193" fmla="*/ 549995 w 1722333"/>
              <a:gd name="csY3193" fmla="*/ 1114920 h 1114920"/>
              <a:gd name="csX3194" fmla="*/ 550167 w 1722333"/>
              <a:gd name="csY3194" fmla="*/ 1114920 h 1114920"/>
              <a:gd name="csX3195" fmla="*/ 550339 w 1722333"/>
              <a:gd name="csY3195" fmla="*/ 1114920 h 1114920"/>
              <a:gd name="csX3196" fmla="*/ 550511 w 1722333"/>
              <a:gd name="csY3196" fmla="*/ 1114920 h 1114920"/>
              <a:gd name="csX3197" fmla="*/ 550684 w 1722333"/>
              <a:gd name="csY3197" fmla="*/ 1114920 h 1114920"/>
              <a:gd name="csX3198" fmla="*/ 550856 w 1722333"/>
              <a:gd name="csY3198" fmla="*/ 1114920 h 1114920"/>
              <a:gd name="csX3199" fmla="*/ 551028 w 1722333"/>
              <a:gd name="csY3199" fmla="*/ 1114920 h 1114920"/>
              <a:gd name="csX3200" fmla="*/ 551201 w 1722333"/>
              <a:gd name="csY3200" fmla="*/ 1114920 h 1114920"/>
              <a:gd name="csX3201" fmla="*/ 551373 w 1722333"/>
              <a:gd name="csY3201" fmla="*/ 1114920 h 1114920"/>
              <a:gd name="csX3202" fmla="*/ 551545 w 1722333"/>
              <a:gd name="csY3202" fmla="*/ 1114920 h 1114920"/>
              <a:gd name="csX3203" fmla="*/ 551717 w 1722333"/>
              <a:gd name="csY3203" fmla="*/ 1114920 h 1114920"/>
              <a:gd name="csX3204" fmla="*/ 551890 w 1722333"/>
              <a:gd name="csY3204" fmla="*/ 1114920 h 1114920"/>
              <a:gd name="csX3205" fmla="*/ 552062 w 1722333"/>
              <a:gd name="csY3205" fmla="*/ 1114920 h 1114920"/>
              <a:gd name="csX3206" fmla="*/ 552234 w 1722333"/>
              <a:gd name="csY3206" fmla="*/ 1114920 h 1114920"/>
              <a:gd name="csX3207" fmla="*/ 552406 w 1722333"/>
              <a:gd name="csY3207" fmla="*/ 1114920 h 1114920"/>
              <a:gd name="csX3208" fmla="*/ 552578 w 1722333"/>
              <a:gd name="csY3208" fmla="*/ 1114920 h 1114920"/>
              <a:gd name="csX3209" fmla="*/ 552751 w 1722333"/>
              <a:gd name="csY3209" fmla="*/ 1114920 h 1114920"/>
              <a:gd name="csX3210" fmla="*/ 552923 w 1722333"/>
              <a:gd name="csY3210" fmla="*/ 1114920 h 1114920"/>
              <a:gd name="csX3211" fmla="*/ 553095 w 1722333"/>
              <a:gd name="csY3211" fmla="*/ 1114920 h 1114920"/>
              <a:gd name="csX3212" fmla="*/ 553268 w 1722333"/>
              <a:gd name="csY3212" fmla="*/ 1114920 h 1114920"/>
              <a:gd name="csX3213" fmla="*/ 553440 w 1722333"/>
              <a:gd name="csY3213" fmla="*/ 1114920 h 1114920"/>
              <a:gd name="csX3214" fmla="*/ 553612 w 1722333"/>
              <a:gd name="csY3214" fmla="*/ 1114920 h 1114920"/>
              <a:gd name="csX3215" fmla="*/ 553784 w 1722333"/>
              <a:gd name="csY3215" fmla="*/ 1114920 h 1114920"/>
              <a:gd name="csX3216" fmla="*/ 553956 w 1722333"/>
              <a:gd name="csY3216" fmla="*/ 1114920 h 1114920"/>
              <a:gd name="csX3217" fmla="*/ 554129 w 1722333"/>
              <a:gd name="csY3217" fmla="*/ 1114920 h 1114920"/>
              <a:gd name="csX3218" fmla="*/ 554301 w 1722333"/>
              <a:gd name="csY3218" fmla="*/ 1114920 h 1114920"/>
              <a:gd name="csX3219" fmla="*/ 554473 w 1722333"/>
              <a:gd name="csY3219" fmla="*/ 1114920 h 1114920"/>
              <a:gd name="csX3220" fmla="*/ 554646 w 1722333"/>
              <a:gd name="csY3220" fmla="*/ 1114920 h 1114920"/>
              <a:gd name="csX3221" fmla="*/ 554818 w 1722333"/>
              <a:gd name="csY3221" fmla="*/ 1114920 h 1114920"/>
              <a:gd name="csX3222" fmla="*/ 554990 w 1722333"/>
              <a:gd name="csY3222" fmla="*/ 1114920 h 1114920"/>
              <a:gd name="csX3223" fmla="*/ 555163 w 1722333"/>
              <a:gd name="csY3223" fmla="*/ 1114920 h 1114920"/>
              <a:gd name="csX3224" fmla="*/ 555334 w 1722333"/>
              <a:gd name="csY3224" fmla="*/ 1114920 h 1114920"/>
              <a:gd name="csX3225" fmla="*/ 555507 w 1722333"/>
              <a:gd name="csY3225" fmla="*/ 1114920 h 1114920"/>
              <a:gd name="csX3226" fmla="*/ 555679 w 1722333"/>
              <a:gd name="csY3226" fmla="*/ 1114920 h 1114920"/>
              <a:gd name="csX3227" fmla="*/ 555851 w 1722333"/>
              <a:gd name="csY3227" fmla="*/ 1114920 h 1114920"/>
              <a:gd name="csX3228" fmla="*/ 556024 w 1722333"/>
              <a:gd name="csY3228" fmla="*/ 1114920 h 1114920"/>
              <a:gd name="csX3229" fmla="*/ 556195 w 1722333"/>
              <a:gd name="csY3229" fmla="*/ 1114920 h 1114920"/>
              <a:gd name="csX3230" fmla="*/ 556368 w 1722333"/>
              <a:gd name="csY3230" fmla="*/ 1114920 h 1114920"/>
              <a:gd name="csX3231" fmla="*/ 556541 w 1722333"/>
              <a:gd name="csY3231" fmla="*/ 1114920 h 1114920"/>
              <a:gd name="csX3232" fmla="*/ 556712 w 1722333"/>
              <a:gd name="csY3232" fmla="*/ 1114920 h 1114920"/>
              <a:gd name="csX3233" fmla="*/ 556885 w 1722333"/>
              <a:gd name="csY3233" fmla="*/ 1114920 h 1114920"/>
              <a:gd name="csX3234" fmla="*/ 557057 w 1722333"/>
              <a:gd name="csY3234" fmla="*/ 1114920 h 1114920"/>
              <a:gd name="csX3235" fmla="*/ 557229 w 1722333"/>
              <a:gd name="csY3235" fmla="*/ 1114920 h 1114920"/>
              <a:gd name="csX3236" fmla="*/ 557402 w 1722333"/>
              <a:gd name="csY3236" fmla="*/ 1114920 h 1114920"/>
              <a:gd name="csX3237" fmla="*/ 557573 w 1722333"/>
              <a:gd name="csY3237" fmla="*/ 1114920 h 1114920"/>
              <a:gd name="csX3238" fmla="*/ 557746 w 1722333"/>
              <a:gd name="csY3238" fmla="*/ 1114920 h 1114920"/>
              <a:gd name="csX3239" fmla="*/ 557919 w 1722333"/>
              <a:gd name="csY3239" fmla="*/ 1114920 h 1114920"/>
              <a:gd name="csX3240" fmla="*/ 558090 w 1722333"/>
              <a:gd name="csY3240" fmla="*/ 1114920 h 1114920"/>
              <a:gd name="csX3241" fmla="*/ 558263 w 1722333"/>
              <a:gd name="csY3241" fmla="*/ 1114920 h 1114920"/>
              <a:gd name="csX3242" fmla="*/ 558435 w 1722333"/>
              <a:gd name="csY3242" fmla="*/ 1114920 h 1114920"/>
              <a:gd name="csX3243" fmla="*/ 558607 w 1722333"/>
              <a:gd name="csY3243" fmla="*/ 1114920 h 1114920"/>
              <a:gd name="csX3244" fmla="*/ 558780 w 1722333"/>
              <a:gd name="csY3244" fmla="*/ 1114920 h 1114920"/>
              <a:gd name="csX3245" fmla="*/ 558952 w 1722333"/>
              <a:gd name="csY3245" fmla="*/ 1114920 h 1114920"/>
              <a:gd name="csX3246" fmla="*/ 559124 w 1722333"/>
              <a:gd name="csY3246" fmla="*/ 1114920 h 1114920"/>
              <a:gd name="csX3247" fmla="*/ 559297 w 1722333"/>
              <a:gd name="csY3247" fmla="*/ 1114920 h 1114920"/>
              <a:gd name="csX3248" fmla="*/ 559468 w 1722333"/>
              <a:gd name="csY3248" fmla="*/ 1114920 h 1114920"/>
              <a:gd name="csX3249" fmla="*/ 559641 w 1722333"/>
              <a:gd name="csY3249" fmla="*/ 1114920 h 1114920"/>
              <a:gd name="csX3250" fmla="*/ 559813 w 1722333"/>
              <a:gd name="csY3250" fmla="*/ 1114920 h 1114920"/>
              <a:gd name="csX3251" fmla="*/ 559985 w 1722333"/>
              <a:gd name="csY3251" fmla="*/ 1114920 h 1114920"/>
              <a:gd name="csX3252" fmla="*/ 560158 w 1722333"/>
              <a:gd name="csY3252" fmla="*/ 1114920 h 1114920"/>
              <a:gd name="csX3253" fmla="*/ 560330 w 1722333"/>
              <a:gd name="csY3253" fmla="*/ 1114920 h 1114920"/>
              <a:gd name="csX3254" fmla="*/ 560502 w 1722333"/>
              <a:gd name="csY3254" fmla="*/ 1114920 h 1114920"/>
              <a:gd name="csX3255" fmla="*/ 560674 w 1722333"/>
              <a:gd name="csY3255" fmla="*/ 1114920 h 1114920"/>
              <a:gd name="csX3256" fmla="*/ 560846 w 1722333"/>
              <a:gd name="csY3256" fmla="*/ 1114920 h 1114920"/>
              <a:gd name="csX3257" fmla="*/ 561019 w 1722333"/>
              <a:gd name="csY3257" fmla="*/ 1114920 h 1114920"/>
              <a:gd name="csX3258" fmla="*/ 561191 w 1722333"/>
              <a:gd name="csY3258" fmla="*/ 1114920 h 1114920"/>
              <a:gd name="csX3259" fmla="*/ 561363 w 1722333"/>
              <a:gd name="csY3259" fmla="*/ 1114920 h 1114920"/>
              <a:gd name="csX3260" fmla="*/ 561536 w 1722333"/>
              <a:gd name="csY3260" fmla="*/ 1114920 h 1114920"/>
              <a:gd name="csX3261" fmla="*/ 561708 w 1722333"/>
              <a:gd name="csY3261" fmla="*/ 1114920 h 1114920"/>
              <a:gd name="csX3262" fmla="*/ 561880 w 1722333"/>
              <a:gd name="csY3262" fmla="*/ 1114920 h 1114920"/>
              <a:gd name="csX3263" fmla="*/ 562052 w 1722333"/>
              <a:gd name="csY3263" fmla="*/ 1114920 h 1114920"/>
              <a:gd name="csX3264" fmla="*/ 562225 w 1722333"/>
              <a:gd name="csY3264" fmla="*/ 1114920 h 1114920"/>
              <a:gd name="csX3265" fmla="*/ 562397 w 1722333"/>
              <a:gd name="csY3265" fmla="*/ 1114920 h 1114920"/>
              <a:gd name="csX3266" fmla="*/ 562569 w 1722333"/>
              <a:gd name="csY3266" fmla="*/ 1114920 h 1114920"/>
              <a:gd name="csX3267" fmla="*/ 562741 w 1722333"/>
              <a:gd name="csY3267" fmla="*/ 1114920 h 1114920"/>
              <a:gd name="csX3268" fmla="*/ 562913 w 1722333"/>
              <a:gd name="csY3268" fmla="*/ 1114920 h 1114920"/>
              <a:gd name="csX3269" fmla="*/ 563086 w 1722333"/>
              <a:gd name="csY3269" fmla="*/ 1114920 h 1114920"/>
              <a:gd name="csX3270" fmla="*/ 563258 w 1722333"/>
              <a:gd name="csY3270" fmla="*/ 1114920 h 1114920"/>
              <a:gd name="csX3271" fmla="*/ 563430 w 1722333"/>
              <a:gd name="csY3271" fmla="*/ 1114920 h 1114920"/>
              <a:gd name="csX3272" fmla="*/ 563603 w 1722333"/>
              <a:gd name="csY3272" fmla="*/ 1114920 h 1114920"/>
              <a:gd name="csX3273" fmla="*/ 563775 w 1722333"/>
              <a:gd name="csY3273" fmla="*/ 1114920 h 1114920"/>
              <a:gd name="csX3274" fmla="*/ 563947 w 1722333"/>
              <a:gd name="csY3274" fmla="*/ 1114920 h 1114920"/>
              <a:gd name="csX3275" fmla="*/ 564119 w 1722333"/>
              <a:gd name="csY3275" fmla="*/ 1114920 h 1114920"/>
              <a:gd name="csX3276" fmla="*/ 564291 w 1722333"/>
              <a:gd name="csY3276" fmla="*/ 1114920 h 1114920"/>
              <a:gd name="csX3277" fmla="*/ 564464 w 1722333"/>
              <a:gd name="csY3277" fmla="*/ 1114920 h 1114920"/>
              <a:gd name="csX3278" fmla="*/ 564636 w 1722333"/>
              <a:gd name="csY3278" fmla="*/ 1114920 h 1114920"/>
              <a:gd name="csX3279" fmla="*/ 564808 w 1722333"/>
              <a:gd name="csY3279" fmla="*/ 1114920 h 1114920"/>
              <a:gd name="csX3280" fmla="*/ 564981 w 1722333"/>
              <a:gd name="csY3280" fmla="*/ 1114920 h 1114920"/>
              <a:gd name="csX3281" fmla="*/ 565153 w 1722333"/>
              <a:gd name="csY3281" fmla="*/ 1114920 h 1114920"/>
              <a:gd name="csX3282" fmla="*/ 565325 w 1722333"/>
              <a:gd name="csY3282" fmla="*/ 1114920 h 1114920"/>
              <a:gd name="csX3283" fmla="*/ 565498 w 1722333"/>
              <a:gd name="csY3283" fmla="*/ 1114920 h 1114920"/>
              <a:gd name="csX3284" fmla="*/ 565669 w 1722333"/>
              <a:gd name="csY3284" fmla="*/ 1114920 h 1114920"/>
              <a:gd name="csX3285" fmla="*/ 565842 w 1722333"/>
              <a:gd name="csY3285" fmla="*/ 1114920 h 1114920"/>
              <a:gd name="csX3286" fmla="*/ 566014 w 1722333"/>
              <a:gd name="csY3286" fmla="*/ 1114920 h 1114920"/>
              <a:gd name="csX3287" fmla="*/ 566186 w 1722333"/>
              <a:gd name="csY3287" fmla="*/ 1114920 h 1114920"/>
              <a:gd name="csX3288" fmla="*/ 566359 w 1722333"/>
              <a:gd name="csY3288" fmla="*/ 1114920 h 1114920"/>
              <a:gd name="csX3289" fmla="*/ 566530 w 1722333"/>
              <a:gd name="csY3289" fmla="*/ 1114920 h 1114920"/>
              <a:gd name="csX3290" fmla="*/ 566703 w 1722333"/>
              <a:gd name="csY3290" fmla="*/ 1114920 h 1114920"/>
              <a:gd name="csX3291" fmla="*/ 566876 w 1722333"/>
              <a:gd name="csY3291" fmla="*/ 1114920 h 1114920"/>
              <a:gd name="csX3292" fmla="*/ 567047 w 1722333"/>
              <a:gd name="csY3292" fmla="*/ 1114920 h 1114920"/>
              <a:gd name="csX3293" fmla="*/ 567220 w 1722333"/>
              <a:gd name="csY3293" fmla="*/ 1114920 h 1114920"/>
              <a:gd name="csX3294" fmla="*/ 567392 w 1722333"/>
              <a:gd name="csY3294" fmla="*/ 1114920 h 1114920"/>
              <a:gd name="csX3295" fmla="*/ 567564 w 1722333"/>
              <a:gd name="csY3295" fmla="*/ 1114920 h 1114920"/>
              <a:gd name="csX3296" fmla="*/ 567737 w 1722333"/>
              <a:gd name="csY3296" fmla="*/ 1114920 h 1114920"/>
              <a:gd name="csX3297" fmla="*/ 567909 w 1722333"/>
              <a:gd name="csY3297" fmla="*/ 1114920 h 1114920"/>
              <a:gd name="csX3298" fmla="*/ 568081 w 1722333"/>
              <a:gd name="csY3298" fmla="*/ 1114920 h 1114920"/>
              <a:gd name="csX3299" fmla="*/ 568254 w 1722333"/>
              <a:gd name="csY3299" fmla="*/ 1114920 h 1114920"/>
              <a:gd name="csX3300" fmla="*/ 568425 w 1722333"/>
              <a:gd name="csY3300" fmla="*/ 1114920 h 1114920"/>
              <a:gd name="csX3301" fmla="*/ 568598 w 1722333"/>
              <a:gd name="csY3301" fmla="*/ 1114920 h 1114920"/>
              <a:gd name="csX3302" fmla="*/ 568770 w 1722333"/>
              <a:gd name="csY3302" fmla="*/ 1114920 h 1114920"/>
              <a:gd name="csX3303" fmla="*/ 568942 w 1722333"/>
              <a:gd name="csY3303" fmla="*/ 1114920 h 1114920"/>
              <a:gd name="csX3304" fmla="*/ 569115 w 1722333"/>
              <a:gd name="csY3304" fmla="*/ 1114920 h 1114920"/>
              <a:gd name="csX3305" fmla="*/ 569287 w 1722333"/>
              <a:gd name="csY3305" fmla="*/ 1114920 h 1114920"/>
              <a:gd name="csX3306" fmla="*/ 569459 w 1722333"/>
              <a:gd name="csY3306" fmla="*/ 1114920 h 1114920"/>
              <a:gd name="csX3307" fmla="*/ 569632 w 1722333"/>
              <a:gd name="csY3307" fmla="*/ 1114920 h 1114920"/>
              <a:gd name="csX3308" fmla="*/ 569803 w 1722333"/>
              <a:gd name="csY3308" fmla="*/ 1114920 h 1114920"/>
              <a:gd name="csX3309" fmla="*/ 569976 w 1722333"/>
              <a:gd name="csY3309" fmla="*/ 1114920 h 1114920"/>
              <a:gd name="csX3310" fmla="*/ 570148 w 1722333"/>
              <a:gd name="csY3310" fmla="*/ 1114920 h 1114920"/>
              <a:gd name="csX3311" fmla="*/ 570320 w 1722333"/>
              <a:gd name="csY3311" fmla="*/ 1114920 h 1114920"/>
              <a:gd name="csX3312" fmla="*/ 570493 w 1722333"/>
              <a:gd name="csY3312" fmla="*/ 1114920 h 1114920"/>
              <a:gd name="csX3313" fmla="*/ 570661 w 1722333"/>
              <a:gd name="csY3313" fmla="*/ 1114920 h 1114920"/>
              <a:gd name="csX3314" fmla="*/ 570839 w 1722333"/>
              <a:gd name="csY3314" fmla="*/ 1114920 h 1114920"/>
              <a:gd name="csX3315" fmla="*/ 571008 w 1722333"/>
              <a:gd name="csY3315" fmla="*/ 1114920 h 1114920"/>
              <a:gd name="csX3316" fmla="*/ 571186 w 1722333"/>
              <a:gd name="csY3316" fmla="*/ 1114920 h 1114920"/>
              <a:gd name="csX3317" fmla="*/ 571355 w 1722333"/>
              <a:gd name="csY3317" fmla="*/ 1114920 h 1114920"/>
              <a:gd name="csX3318" fmla="*/ 571524 w 1722333"/>
              <a:gd name="csY3318" fmla="*/ 1114920 h 1114920"/>
              <a:gd name="csX3319" fmla="*/ 571702 w 1722333"/>
              <a:gd name="csY3319" fmla="*/ 1114920 h 1114920"/>
              <a:gd name="csX3320" fmla="*/ 571871 w 1722333"/>
              <a:gd name="csY3320" fmla="*/ 1114920 h 1114920"/>
              <a:gd name="csX3321" fmla="*/ 572040 w 1722333"/>
              <a:gd name="csY3321" fmla="*/ 1114920 h 1114920"/>
              <a:gd name="csX3322" fmla="*/ 572218 w 1722333"/>
              <a:gd name="csY3322" fmla="*/ 1114920 h 1114920"/>
              <a:gd name="csX3323" fmla="*/ 572387 w 1722333"/>
              <a:gd name="csY3323" fmla="*/ 1114920 h 1114920"/>
              <a:gd name="csX3324" fmla="*/ 572556 w 1722333"/>
              <a:gd name="csY3324" fmla="*/ 1114920 h 1114920"/>
              <a:gd name="csX3325" fmla="*/ 572734 w 1722333"/>
              <a:gd name="csY3325" fmla="*/ 1114920 h 1114920"/>
              <a:gd name="csX3326" fmla="*/ 572903 w 1722333"/>
              <a:gd name="csY3326" fmla="*/ 1114920 h 1114920"/>
              <a:gd name="csX3327" fmla="*/ 573072 w 1722333"/>
              <a:gd name="csY3327" fmla="*/ 1114920 h 1114920"/>
              <a:gd name="csX3328" fmla="*/ 573250 w 1722333"/>
              <a:gd name="csY3328" fmla="*/ 1114920 h 1114920"/>
              <a:gd name="csX3329" fmla="*/ 573419 w 1722333"/>
              <a:gd name="csY3329" fmla="*/ 1114920 h 1114920"/>
              <a:gd name="csX3330" fmla="*/ 573597 w 1722333"/>
              <a:gd name="csY3330" fmla="*/ 1114920 h 1114920"/>
              <a:gd name="csX3331" fmla="*/ 573766 w 1722333"/>
              <a:gd name="csY3331" fmla="*/ 1114920 h 1114920"/>
              <a:gd name="csX3332" fmla="*/ 573935 w 1722333"/>
              <a:gd name="csY3332" fmla="*/ 1114920 h 1114920"/>
              <a:gd name="csX3333" fmla="*/ 574113 w 1722333"/>
              <a:gd name="csY3333" fmla="*/ 1114920 h 1114920"/>
              <a:gd name="csX3334" fmla="*/ 574282 w 1722333"/>
              <a:gd name="csY3334" fmla="*/ 1114920 h 1114920"/>
              <a:gd name="csX3335" fmla="*/ 574451 w 1722333"/>
              <a:gd name="csY3335" fmla="*/ 1114920 h 1114920"/>
              <a:gd name="csX3336" fmla="*/ 574629 w 1722333"/>
              <a:gd name="csY3336" fmla="*/ 1114920 h 1114920"/>
              <a:gd name="csX3337" fmla="*/ 574798 w 1722333"/>
              <a:gd name="csY3337" fmla="*/ 1114920 h 1114920"/>
              <a:gd name="csX3338" fmla="*/ 574967 w 1722333"/>
              <a:gd name="csY3338" fmla="*/ 1114920 h 1114920"/>
              <a:gd name="csX3339" fmla="*/ 575145 w 1722333"/>
              <a:gd name="csY3339" fmla="*/ 1114920 h 1114920"/>
              <a:gd name="csX3340" fmla="*/ 575314 w 1722333"/>
              <a:gd name="csY3340" fmla="*/ 1114920 h 1114920"/>
              <a:gd name="csX3341" fmla="*/ 575492 w 1722333"/>
              <a:gd name="csY3341" fmla="*/ 1114920 h 1114920"/>
              <a:gd name="csX3342" fmla="*/ 575661 w 1722333"/>
              <a:gd name="csY3342" fmla="*/ 1114920 h 1114920"/>
              <a:gd name="csX3343" fmla="*/ 575830 w 1722333"/>
              <a:gd name="csY3343" fmla="*/ 1114920 h 1114920"/>
              <a:gd name="csX3344" fmla="*/ 576008 w 1722333"/>
              <a:gd name="csY3344" fmla="*/ 1114920 h 1114920"/>
              <a:gd name="csX3345" fmla="*/ 576177 w 1722333"/>
              <a:gd name="csY3345" fmla="*/ 1114920 h 1114920"/>
              <a:gd name="csX3346" fmla="*/ 576346 w 1722333"/>
              <a:gd name="csY3346" fmla="*/ 1114920 h 1114920"/>
              <a:gd name="csX3347" fmla="*/ 576524 w 1722333"/>
              <a:gd name="csY3347" fmla="*/ 1114920 h 1114920"/>
              <a:gd name="csX3348" fmla="*/ 576693 w 1722333"/>
              <a:gd name="csY3348" fmla="*/ 1114920 h 1114920"/>
              <a:gd name="csX3349" fmla="*/ 576862 w 1722333"/>
              <a:gd name="csY3349" fmla="*/ 1114920 h 1114920"/>
              <a:gd name="csX3350" fmla="*/ 577040 w 1722333"/>
              <a:gd name="csY3350" fmla="*/ 1114920 h 1114920"/>
              <a:gd name="csX3351" fmla="*/ 577209 w 1722333"/>
              <a:gd name="csY3351" fmla="*/ 1114920 h 1114920"/>
              <a:gd name="csX3352" fmla="*/ 577387 w 1722333"/>
              <a:gd name="csY3352" fmla="*/ 1114920 h 1114920"/>
              <a:gd name="csX3353" fmla="*/ 577556 w 1722333"/>
              <a:gd name="csY3353" fmla="*/ 1114920 h 1114920"/>
              <a:gd name="csX3354" fmla="*/ 577725 w 1722333"/>
              <a:gd name="csY3354" fmla="*/ 1114920 h 1114920"/>
              <a:gd name="csX3355" fmla="*/ 577903 w 1722333"/>
              <a:gd name="csY3355" fmla="*/ 1114920 h 1114920"/>
              <a:gd name="csX3356" fmla="*/ 578072 w 1722333"/>
              <a:gd name="csY3356" fmla="*/ 1114920 h 1114920"/>
              <a:gd name="csX3357" fmla="*/ 578241 w 1722333"/>
              <a:gd name="csY3357" fmla="*/ 1114920 h 1114920"/>
              <a:gd name="csX3358" fmla="*/ 578419 w 1722333"/>
              <a:gd name="csY3358" fmla="*/ 1114920 h 1114920"/>
              <a:gd name="csX3359" fmla="*/ 578588 w 1722333"/>
              <a:gd name="csY3359" fmla="*/ 1114920 h 1114920"/>
              <a:gd name="csX3360" fmla="*/ 578757 w 1722333"/>
              <a:gd name="csY3360" fmla="*/ 1114920 h 1114920"/>
              <a:gd name="csX3361" fmla="*/ 578935 w 1722333"/>
              <a:gd name="csY3361" fmla="*/ 1114920 h 1114920"/>
              <a:gd name="csX3362" fmla="*/ 579104 w 1722333"/>
              <a:gd name="csY3362" fmla="*/ 1114920 h 1114920"/>
              <a:gd name="csX3363" fmla="*/ 579282 w 1722333"/>
              <a:gd name="csY3363" fmla="*/ 1114920 h 1114920"/>
              <a:gd name="csX3364" fmla="*/ 579451 w 1722333"/>
              <a:gd name="csY3364" fmla="*/ 1114920 h 1114920"/>
              <a:gd name="csX3365" fmla="*/ 579620 w 1722333"/>
              <a:gd name="csY3365" fmla="*/ 1114920 h 1114920"/>
              <a:gd name="csX3366" fmla="*/ 579798 w 1722333"/>
              <a:gd name="csY3366" fmla="*/ 1114920 h 1114920"/>
              <a:gd name="csX3367" fmla="*/ 579967 w 1722333"/>
              <a:gd name="csY3367" fmla="*/ 1114920 h 1114920"/>
              <a:gd name="csX3368" fmla="*/ 580136 w 1722333"/>
              <a:gd name="csY3368" fmla="*/ 1114920 h 1114920"/>
              <a:gd name="csX3369" fmla="*/ 580314 w 1722333"/>
              <a:gd name="csY3369" fmla="*/ 1114920 h 1114920"/>
              <a:gd name="csX3370" fmla="*/ 580483 w 1722333"/>
              <a:gd name="csY3370" fmla="*/ 1114920 h 1114920"/>
              <a:gd name="csX3371" fmla="*/ 580652 w 1722333"/>
              <a:gd name="csY3371" fmla="*/ 1114920 h 1114920"/>
              <a:gd name="csX3372" fmla="*/ 580830 w 1722333"/>
              <a:gd name="csY3372" fmla="*/ 1114920 h 1114920"/>
              <a:gd name="csX3373" fmla="*/ 580999 w 1722333"/>
              <a:gd name="csY3373" fmla="*/ 1114920 h 1114920"/>
              <a:gd name="csX3374" fmla="*/ 581168 w 1722333"/>
              <a:gd name="csY3374" fmla="*/ 1114920 h 1114920"/>
              <a:gd name="csX3375" fmla="*/ 581346 w 1722333"/>
              <a:gd name="csY3375" fmla="*/ 1114920 h 1114920"/>
              <a:gd name="csX3376" fmla="*/ 581515 w 1722333"/>
              <a:gd name="csY3376" fmla="*/ 1114920 h 1114920"/>
              <a:gd name="csX3377" fmla="*/ 581693 w 1722333"/>
              <a:gd name="csY3377" fmla="*/ 1114920 h 1114920"/>
              <a:gd name="csX3378" fmla="*/ 581862 w 1722333"/>
              <a:gd name="csY3378" fmla="*/ 1114920 h 1114920"/>
              <a:gd name="csX3379" fmla="*/ 582031 w 1722333"/>
              <a:gd name="csY3379" fmla="*/ 1114920 h 1114920"/>
              <a:gd name="csX3380" fmla="*/ 582209 w 1722333"/>
              <a:gd name="csY3380" fmla="*/ 1114920 h 1114920"/>
              <a:gd name="csX3381" fmla="*/ 582378 w 1722333"/>
              <a:gd name="csY3381" fmla="*/ 1114920 h 1114920"/>
              <a:gd name="csX3382" fmla="*/ 582547 w 1722333"/>
              <a:gd name="csY3382" fmla="*/ 1114920 h 1114920"/>
              <a:gd name="csX3383" fmla="*/ 582725 w 1722333"/>
              <a:gd name="csY3383" fmla="*/ 1114920 h 1114920"/>
              <a:gd name="csX3384" fmla="*/ 582894 w 1722333"/>
              <a:gd name="csY3384" fmla="*/ 1114920 h 1114920"/>
              <a:gd name="csX3385" fmla="*/ 583063 w 1722333"/>
              <a:gd name="csY3385" fmla="*/ 1114920 h 1114920"/>
              <a:gd name="csX3386" fmla="*/ 583241 w 1722333"/>
              <a:gd name="csY3386" fmla="*/ 1114920 h 1114920"/>
              <a:gd name="csX3387" fmla="*/ 583410 w 1722333"/>
              <a:gd name="csY3387" fmla="*/ 1114920 h 1114920"/>
              <a:gd name="csX3388" fmla="*/ 583588 w 1722333"/>
              <a:gd name="csY3388" fmla="*/ 1114920 h 1114920"/>
              <a:gd name="csX3389" fmla="*/ 583757 w 1722333"/>
              <a:gd name="csY3389" fmla="*/ 1114920 h 1114920"/>
              <a:gd name="csX3390" fmla="*/ 583926 w 1722333"/>
              <a:gd name="csY3390" fmla="*/ 1114920 h 1114920"/>
              <a:gd name="csX3391" fmla="*/ 584104 w 1722333"/>
              <a:gd name="csY3391" fmla="*/ 1114920 h 1114920"/>
              <a:gd name="csX3392" fmla="*/ 584273 w 1722333"/>
              <a:gd name="csY3392" fmla="*/ 1114920 h 1114920"/>
              <a:gd name="csX3393" fmla="*/ 584442 w 1722333"/>
              <a:gd name="csY3393" fmla="*/ 1114920 h 1114920"/>
              <a:gd name="csX3394" fmla="*/ 584620 w 1722333"/>
              <a:gd name="csY3394" fmla="*/ 1114920 h 1114920"/>
              <a:gd name="csX3395" fmla="*/ 584789 w 1722333"/>
              <a:gd name="csY3395" fmla="*/ 1114920 h 1114920"/>
              <a:gd name="csX3396" fmla="*/ 584958 w 1722333"/>
              <a:gd name="csY3396" fmla="*/ 1114920 h 1114920"/>
              <a:gd name="csX3397" fmla="*/ 585136 w 1722333"/>
              <a:gd name="csY3397" fmla="*/ 1114920 h 1114920"/>
              <a:gd name="csX3398" fmla="*/ 585305 w 1722333"/>
              <a:gd name="csY3398" fmla="*/ 1114920 h 1114920"/>
              <a:gd name="csX3399" fmla="*/ 585483 w 1722333"/>
              <a:gd name="csY3399" fmla="*/ 1114920 h 1114920"/>
              <a:gd name="csX3400" fmla="*/ 585652 w 1722333"/>
              <a:gd name="csY3400" fmla="*/ 1114920 h 1114920"/>
              <a:gd name="csX3401" fmla="*/ 585821 w 1722333"/>
              <a:gd name="csY3401" fmla="*/ 1114920 h 1114920"/>
              <a:gd name="csX3402" fmla="*/ 585999 w 1722333"/>
              <a:gd name="csY3402" fmla="*/ 1114920 h 1114920"/>
              <a:gd name="csX3403" fmla="*/ 586168 w 1722333"/>
              <a:gd name="csY3403" fmla="*/ 1114920 h 1114920"/>
              <a:gd name="csX3404" fmla="*/ 586337 w 1722333"/>
              <a:gd name="csY3404" fmla="*/ 1114920 h 1114920"/>
              <a:gd name="csX3405" fmla="*/ 586514 w 1722333"/>
              <a:gd name="csY3405" fmla="*/ 1114920 h 1114920"/>
              <a:gd name="csX3406" fmla="*/ 586684 w 1722333"/>
              <a:gd name="csY3406" fmla="*/ 1114920 h 1114920"/>
              <a:gd name="csX3407" fmla="*/ 586853 w 1722333"/>
              <a:gd name="csY3407" fmla="*/ 1114920 h 1114920"/>
              <a:gd name="csX3408" fmla="*/ 587030 w 1722333"/>
              <a:gd name="csY3408" fmla="*/ 1114920 h 1114920"/>
              <a:gd name="csX3409" fmla="*/ 587200 w 1722333"/>
              <a:gd name="csY3409" fmla="*/ 1114920 h 1114920"/>
              <a:gd name="csX3410" fmla="*/ 587377 w 1722333"/>
              <a:gd name="csY3410" fmla="*/ 1114920 h 1114920"/>
              <a:gd name="csX3411" fmla="*/ 587547 w 1722333"/>
              <a:gd name="csY3411" fmla="*/ 1114920 h 1114920"/>
              <a:gd name="csX3412" fmla="*/ 587716 w 1722333"/>
              <a:gd name="csY3412" fmla="*/ 1114920 h 1114920"/>
              <a:gd name="csX3413" fmla="*/ 587893 w 1722333"/>
              <a:gd name="csY3413" fmla="*/ 1114920 h 1114920"/>
              <a:gd name="csX3414" fmla="*/ 588063 w 1722333"/>
              <a:gd name="csY3414" fmla="*/ 1114920 h 1114920"/>
              <a:gd name="csX3415" fmla="*/ 588232 w 1722333"/>
              <a:gd name="csY3415" fmla="*/ 1114920 h 1114920"/>
              <a:gd name="csX3416" fmla="*/ 588409 w 1722333"/>
              <a:gd name="csY3416" fmla="*/ 1114920 h 1114920"/>
              <a:gd name="csX3417" fmla="*/ 588578 w 1722333"/>
              <a:gd name="csY3417" fmla="*/ 1114920 h 1114920"/>
              <a:gd name="csX3418" fmla="*/ 588748 w 1722333"/>
              <a:gd name="csY3418" fmla="*/ 1114920 h 1114920"/>
              <a:gd name="csX3419" fmla="*/ 588925 w 1722333"/>
              <a:gd name="csY3419" fmla="*/ 1114920 h 1114920"/>
              <a:gd name="csX3420" fmla="*/ 589094 w 1722333"/>
              <a:gd name="csY3420" fmla="*/ 1114920 h 1114920"/>
              <a:gd name="csX3421" fmla="*/ 589264 w 1722333"/>
              <a:gd name="csY3421" fmla="*/ 1114920 h 1114920"/>
              <a:gd name="csX3422" fmla="*/ 589441 w 1722333"/>
              <a:gd name="csY3422" fmla="*/ 1114920 h 1114920"/>
              <a:gd name="csX3423" fmla="*/ 589610 w 1722333"/>
              <a:gd name="csY3423" fmla="*/ 1114920 h 1114920"/>
              <a:gd name="csX3424" fmla="*/ 589788 w 1722333"/>
              <a:gd name="csY3424" fmla="*/ 1114920 h 1114920"/>
              <a:gd name="csX3425" fmla="*/ 589957 w 1722333"/>
              <a:gd name="csY3425" fmla="*/ 1114920 h 1114920"/>
              <a:gd name="csX3426" fmla="*/ 590126 w 1722333"/>
              <a:gd name="csY3426" fmla="*/ 1114920 h 1114920"/>
              <a:gd name="csX3427" fmla="*/ 590304 w 1722333"/>
              <a:gd name="csY3427" fmla="*/ 1114920 h 1114920"/>
              <a:gd name="csX3428" fmla="*/ 590473 w 1722333"/>
              <a:gd name="csY3428" fmla="*/ 1114920 h 1114920"/>
              <a:gd name="csX3429" fmla="*/ 590642 w 1722333"/>
              <a:gd name="csY3429" fmla="*/ 1114920 h 1114920"/>
              <a:gd name="csX3430" fmla="*/ 590820 w 1722333"/>
              <a:gd name="csY3430" fmla="*/ 1114920 h 1114920"/>
              <a:gd name="csX3431" fmla="*/ 590989 w 1722333"/>
              <a:gd name="csY3431" fmla="*/ 1114920 h 1114920"/>
              <a:gd name="csX3432" fmla="*/ 591158 w 1722333"/>
              <a:gd name="csY3432" fmla="*/ 1114920 h 1114920"/>
              <a:gd name="csX3433" fmla="*/ 591336 w 1722333"/>
              <a:gd name="csY3433" fmla="*/ 1114920 h 1114920"/>
              <a:gd name="csX3434" fmla="*/ 591505 w 1722333"/>
              <a:gd name="csY3434" fmla="*/ 1114920 h 1114920"/>
              <a:gd name="csX3435" fmla="*/ 591683 w 1722333"/>
              <a:gd name="csY3435" fmla="*/ 1114920 h 1114920"/>
              <a:gd name="csX3436" fmla="*/ 591852 w 1722333"/>
              <a:gd name="csY3436" fmla="*/ 1114920 h 1114920"/>
              <a:gd name="csX3437" fmla="*/ 592021 w 1722333"/>
              <a:gd name="csY3437" fmla="*/ 1114920 h 1114920"/>
              <a:gd name="csX3438" fmla="*/ 592199 w 1722333"/>
              <a:gd name="csY3438" fmla="*/ 1114920 h 1114920"/>
              <a:gd name="csX3439" fmla="*/ 592368 w 1722333"/>
              <a:gd name="csY3439" fmla="*/ 1114920 h 1114920"/>
              <a:gd name="csX3440" fmla="*/ 592537 w 1722333"/>
              <a:gd name="csY3440" fmla="*/ 1114920 h 1114920"/>
              <a:gd name="csX3441" fmla="*/ 592715 w 1722333"/>
              <a:gd name="csY3441" fmla="*/ 1114920 h 1114920"/>
              <a:gd name="csX3442" fmla="*/ 592884 w 1722333"/>
              <a:gd name="csY3442" fmla="*/ 1114920 h 1114920"/>
              <a:gd name="csX3443" fmla="*/ 593053 w 1722333"/>
              <a:gd name="csY3443" fmla="*/ 1114920 h 1114920"/>
              <a:gd name="csX3444" fmla="*/ 593231 w 1722333"/>
              <a:gd name="csY3444" fmla="*/ 1114920 h 1114920"/>
              <a:gd name="csX3445" fmla="*/ 593400 w 1722333"/>
              <a:gd name="csY3445" fmla="*/ 1114920 h 1114920"/>
              <a:gd name="csX3446" fmla="*/ 593578 w 1722333"/>
              <a:gd name="csY3446" fmla="*/ 1114920 h 1114920"/>
              <a:gd name="csX3447" fmla="*/ 593747 w 1722333"/>
              <a:gd name="csY3447" fmla="*/ 1114920 h 1114920"/>
              <a:gd name="csX3448" fmla="*/ 593916 w 1722333"/>
              <a:gd name="csY3448" fmla="*/ 1114920 h 1114920"/>
              <a:gd name="csX3449" fmla="*/ 594094 w 1722333"/>
              <a:gd name="csY3449" fmla="*/ 1114920 h 1114920"/>
              <a:gd name="csX3450" fmla="*/ 594263 w 1722333"/>
              <a:gd name="csY3450" fmla="*/ 1114920 h 1114920"/>
              <a:gd name="csX3451" fmla="*/ 594432 w 1722333"/>
              <a:gd name="csY3451" fmla="*/ 1114920 h 1114920"/>
              <a:gd name="csX3452" fmla="*/ 594610 w 1722333"/>
              <a:gd name="csY3452" fmla="*/ 1114920 h 1114920"/>
              <a:gd name="csX3453" fmla="*/ 594779 w 1722333"/>
              <a:gd name="csY3453" fmla="*/ 1114920 h 1114920"/>
              <a:gd name="csX3454" fmla="*/ 594948 w 1722333"/>
              <a:gd name="csY3454" fmla="*/ 1114920 h 1114920"/>
              <a:gd name="csX3455" fmla="*/ 595126 w 1722333"/>
              <a:gd name="csY3455" fmla="*/ 1114920 h 1114920"/>
              <a:gd name="csX3456" fmla="*/ 595295 w 1722333"/>
              <a:gd name="csY3456" fmla="*/ 1114920 h 1114920"/>
              <a:gd name="csX3457" fmla="*/ 595473 w 1722333"/>
              <a:gd name="csY3457" fmla="*/ 1114920 h 1114920"/>
              <a:gd name="csX3458" fmla="*/ 595642 w 1722333"/>
              <a:gd name="csY3458" fmla="*/ 1114920 h 1114920"/>
              <a:gd name="csX3459" fmla="*/ 595811 w 1722333"/>
              <a:gd name="csY3459" fmla="*/ 1114920 h 1114920"/>
              <a:gd name="csX3460" fmla="*/ 595989 w 1722333"/>
              <a:gd name="csY3460" fmla="*/ 1114920 h 1114920"/>
              <a:gd name="csX3461" fmla="*/ 596158 w 1722333"/>
              <a:gd name="csY3461" fmla="*/ 1114920 h 1114920"/>
              <a:gd name="csX3462" fmla="*/ 596327 w 1722333"/>
              <a:gd name="csY3462" fmla="*/ 1114920 h 1114920"/>
              <a:gd name="csX3463" fmla="*/ 596505 w 1722333"/>
              <a:gd name="csY3463" fmla="*/ 1114920 h 1114920"/>
              <a:gd name="csX3464" fmla="*/ 596674 w 1722333"/>
              <a:gd name="csY3464" fmla="*/ 1114920 h 1114920"/>
              <a:gd name="csX3465" fmla="*/ 596843 w 1722333"/>
              <a:gd name="csY3465" fmla="*/ 1114920 h 1114920"/>
              <a:gd name="csX3466" fmla="*/ 597021 w 1722333"/>
              <a:gd name="csY3466" fmla="*/ 1114920 h 1114920"/>
              <a:gd name="csX3467" fmla="*/ 597190 w 1722333"/>
              <a:gd name="csY3467" fmla="*/ 1114920 h 1114920"/>
              <a:gd name="csX3468" fmla="*/ 597359 w 1722333"/>
              <a:gd name="csY3468" fmla="*/ 1114920 h 1114920"/>
              <a:gd name="csX3469" fmla="*/ 597537 w 1722333"/>
              <a:gd name="csY3469" fmla="*/ 1114920 h 1114920"/>
              <a:gd name="csX3470" fmla="*/ 597706 w 1722333"/>
              <a:gd name="csY3470" fmla="*/ 1114920 h 1114920"/>
              <a:gd name="csX3471" fmla="*/ 597884 w 1722333"/>
              <a:gd name="csY3471" fmla="*/ 1114920 h 1114920"/>
              <a:gd name="csX3472" fmla="*/ 598053 w 1722333"/>
              <a:gd name="csY3472" fmla="*/ 1114920 h 1114920"/>
              <a:gd name="csX3473" fmla="*/ 598222 w 1722333"/>
              <a:gd name="csY3473" fmla="*/ 1114911 h 1114920"/>
              <a:gd name="csX3474" fmla="*/ 598400 w 1722333"/>
              <a:gd name="csY3474" fmla="*/ 1114911 h 1114920"/>
              <a:gd name="csX3475" fmla="*/ 598569 w 1722333"/>
              <a:gd name="csY3475" fmla="*/ 1114911 h 1114920"/>
              <a:gd name="csX3476" fmla="*/ 598738 w 1722333"/>
              <a:gd name="csY3476" fmla="*/ 1114911 h 1114920"/>
              <a:gd name="csX3477" fmla="*/ 598916 w 1722333"/>
              <a:gd name="csY3477" fmla="*/ 1114911 h 1114920"/>
              <a:gd name="csX3478" fmla="*/ 599085 w 1722333"/>
              <a:gd name="csY3478" fmla="*/ 1114911 h 1114920"/>
              <a:gd name="csX3479" fmla="*/ 599254 w 1722333"/>
              <a:gd name="csY3479" fmla="*/ 1114911 h 1114920"/>
              <a:gd name="csX3480" fmla="*/ 599432 w 1722333"/>
              <a:gd name="csY3480" fmla="*/ 1114911 h 1114920"/>
              <a:gd name="csX3481" fmla="*/ 599601 w 1722333"/>
              <a:gd name="csY3481" fmla="*/ 1114911 h 1114920"/>
              <a:gd name="csX3482" fmla="*/ 599779 w 1722333"/>
              <a:gd name="csY3482" fmla="*/ 1114911 h 1114920"/>
              <a:gd name="csX3483" fmla="*/ 599948 w 1722333"/>
              <a:gd name="csY3483" fmla="*/ 1114911 h 1114920"/>
              <a:gd name="csX3484" fmla="*/ 600117 w 1722333"/>
              <a:gd name="csY3484" fmla="*/ 1114911 h 1114920"/>
              <a:gd name="csX3485" fmla="*/ 600295 w 1722333"/>
              <a:gd name="csY3485" fmla="*/ 1114911 h 1114920"/>
              <a:gd name="csX3486" fmla="*/ 600464 w 1722333"/>
              <a:gd name="csY3486" fmla="*/ 1114911 h 1114920"/>
              <a:gd name="csX3487" fmla="*/ 600633 w 1722333"/>
              <a:gd name="csY3487" fmla="*/ 1114911 h 1114920"/>
              <a:gd name="csX3488" fmla="*/ 600811 w 1722333"/>
              <a:gd name="csY3488" fmla="*/ 1114911 h 1114920"/>
              <a:gd name="csX3489" fmla="*/ 600980 w 1722333"/>
              <a:gd name="csY3489" fmla="*/ 1114911 h 1114920"/>
              <a:gd name="csX3490" fmla="*/ 601149 w 1722333"/>
              <a:gd name="csY3490" fmla="*/ 1114911 h 1114920"/>
              <a:gd name="csX3491" fmla="*/ 601327 w 1722333"/>
              <a:gd name="csY3491" fmla="*/ 1114911 h 1114920"/>
              <a:gd name="csX3492" fmla="*/ 601496 w 1722333"/>
              <a:gd name="csY3492" fmla="*/ 1114911 h 1114920"/>
              <a:gd name="csX3493" fmla="*/ 601674 w 1722333"/>
              <a:gd name="csY3493" fmla="*/ 1114911 h 1114920"/>
              <a:gd name="csX3494" fmla="*/ 601843 w 1722333"/>
              <a:gd name="csY3494" fmla="*/ 1114911 h 1114920"/>
              <a:gd name="csX3495" fmla="*/ 602012 w 1722333"/>
              <a:gd name="csY3495" fmla="*/ 1114911 h 1114920"/>
              <a:gd name="csX3496" fmla="*/ 602190 w 1722333"/>
              <a:gd name="csY3496" fmla="*/ 1114911 h 1114920"/>
              <a:gd name="csX3497" fmla="*/ 602359 w 1722333"/>
              <a:gd name="csY3497" fmla="*/ 1114911 h 1114920"/>
              <a:gd name="csX3498" fmla="*/ 602528 w 1722333"/>
              <a:gd name="csY3498" fmla="*/ 1114911 h 1114920"/>
              <a:gd name="csX3499" fmla="*/ 602706 w 1722333"/>
              <a:gd name="csY3499" fmla="*/ 1114911 h 1114920"/>
              <a:gd name="csX3500" fmla="*/ 602875 w 1722333"/>
              <a:gd name="csY3500" fmla="*/ 1114911 h 1114920"/>
              <a:gd name="csX3501" fmla="*/ 603044 w 1722333"/>
              <a:gd name="csY3501" fmla="*/ 1114911 h 1114920"/>
              <a:gd name="csX3502" fmla="*/ 603222 w 1722333"/>
              <a:gd name="csY3502" fmla="*/ 1114911 h 1114920"/>
              <a:gd name="csX3503" fmla="*/ 603391 w 1722333"/>
              <a:gd name="csY3503" fmla="*/ 1114911 h 1114920"/>
              <a:gd name="csX3504" fmla="*/ 603569 w 1722333"/>
              <a:gd name="csY3504" fmla="*/ 1114911 h 1114920"/>
              <a:gd name="csX3505" fmla="*/ 603738 w 1722333"/>
              <a:gd name="csY3505" fmla="*/ 1114911 h 1114920"/>
              <a:gd name="csX3506" fmla="*/ 603907 w 1722333"/>
              <a:gd name="csY3506" fmla="*/ 1114911 h 1114920"/>
              <a:gd name="csX3507" fmla="*/ 604085 w 1722333"/>
              <a:gd name="csY3507" fmla="*/ 1114911 h 1114920"/>
              <a:gd name="csX3508" fmla="*/ 604254 w 1722333"/>
              <a:gd name="csY3508" fmla="*/ 1114911 h 1114920"/>
              <a:gd name="csX3509" fmla="*/ 604423 w 1722333"/>
              <a:gd name="csY3509" fmla="*/ 1114911 h 1114920"/>
              <a:gd name="csX3510" fmla="*/ 604601 w 1722333"/>
              <a:gd name="csY3510" fmla="*/ 1114911 h 1114920"/>
              <a:gd name="csX3511" fmla="*/ 604770 w 1722333"/>
              <a:gd name="csY3511" fmla="*/ 1114911 h 1114920"/>
              <a:gd name="csX3512" fmla="*/ 604939 w 1722333"/>
              <a:gd name="csY3512" fmla="*/ 1114911 h 1114920"/>
              <a:gd name="csX3513" fmla="*/ 605117 w 1722333"/>
              <a:gd name="csY3513" fmla="*/ 1114911 h 1114920"/>
              <a:gd name="csX3514" fmla="*/ 605286 w 1722333"/>
              <a:gd name="csY3514" fmla="*/ 1114911 h 1114920"/>
              <a:gd name="csX3515" fmla="*/ 605455 w 1722333"/>
              <a:gd name="csY3515" fmla="*/ 1114911 h 1114920"/>
              <a:gd name="csX3516" fmla="*/ 605633 w 1722333"/>
              <a:gd name="csY3516" fmla="*/ 1114911 h 1114920"/>
              <a:gd name="csX3517" fmla="*/ 605802 w 1722333"/>
              <a:gd name="csY3517" fmla="*/ 1114911 h 1114920"/>
              <a:gd name="csX3518" fmla="*/ 605980 w 1722333"/>
              <a:gd name="csY3518" fmla="*/ 1114911 h 1114920"/>
              <a:gd name="csX3519" fmla="*/ 606149 w 1722333"/>
              <a:gd name="csY3519" fmla="*/ 1114911 h 1114920"/>
              <a:gd name="csX3520" fmla="*/ 606318 w 1722333"/>
              <a:gd name="csY3520" fmla="*/ 1114911 h 1114920"/>
              <a:gd name="csX3521" fmla="*/ 606496 w 1722333"/>
              <a:gd name="csY3521" fmla="*/ 1114911 h 1114920"/>
              <a:gd name="csX3522" fmla="*/ 606665 w 1722333"/>
              <a:gd name="csY3522" fmla="*/ 1114911 h 1114920"/>
              <a:gd name="csX3523" fmla="*/ 606834 w 1722333"/>
              <a:gd name="csY3523" fmla="*/ 1114911 h 1114920"/>
              <a:gd name="csX3524" fmla="*/ 607012 w 1722333"/>
              <a:gd name="csY3524" fmla="*/ 1114911 h 1114920"/>
              <a:gd name="csX3525" fmla="*/ 607181 w 1722333"/>
              <a:gd name="csY3525" fmla="*/ 1114903 h 1114920"/>
              <a:gd name="csX3526" fmla="*/ 607350 w 1722333"/>
              <a:gd name="csY3526" fmla="*/ 1114903 h 1114920"/>
              <a:gd name="csX3527" fmla="*/ 607528 w 1722333"/>
              <a:gd name="csY3527" fmla="*/ 1114903 h 1114920"/>
              <a:gd name="csX3528" fmla="*/ 607697 w 1722333"/>
              <a:gd name="csY3528" fmla="*/ 1114903 h 1114920"/>
              <a:gd name="csX3529" fmla="*/ 607875 w 1722333"/>
              <a:gd name="csY3529" fmla="*/ 1114903 h 1114920"/>
              <a:gd name="csX3530" fmla="*/ 608044 w 1722333"/>
              <a:gd name="csY3530" fmla="*/ 1114903 h 1114920"/>
              <a:gd name="csX3531" fmla="*/ 608213 w 1722333"/>
              <a:gd name="csY3531" fmla="*/ 1114903 h 1114920"/>
              <a:gd name="csX3532" fmla="*/ 608391 w 1722333"/>
              <a:gd name="csY3532" fmla="*/ 1114903 h 1114920"/>
              <a:gd name="csX3533" fmla="*/ 608560 w 1722333"/>
              <a:gd name="csY3533" fmla="*/ 1114903 h 1114920"/>
              <a:gd name="csX3534" fmla="*/ 608729 w 1722333"/>
              <a:gd name="csY3534" fmla="*/ 1114903 h 1114920"/>
              <a:gd name="csX3535" fmla="*/ 608907 w 1722333"/>
              <a:gd name="csY3535" fmla="*/ 1114903 h 1114920"/>
              <a:gd name="csX3536" fmla="*/ 609076 w 1722333"/>
              <a:gd name="csY3536" fmla="*/ 1114903 h 1114920"/>
              <a:gd name="csX3537" fmla="*/ 609245 w 1722333"/>
              <a:gd name="csY3537" fmla="*/ 1114903 h 1114920"/>
              <a:gd name="csX3538" fmla="*/ 609423 w 1722333"/>
              <a:gd name="csY3538" fmla="*/ 1114903 h 1114920"/>
              <a:gd name="csX3539" fmla="*/ 609592 w 1722333"/>
              <a:gd name="csY3539" fmla="*/ 1114903 h 1114920"/>
              <a:gd name="csX3540" fmla="*/ 609770 w 1722333"/>
              <a:gd name="csY3540" fmla="*/ 1114903 h 1114920"/>
              <a:gd name="csX3541" fmla="*/ 609939 w 1722333"/>
              <a:gd name="csY3541" fmla="*/ 1114903 h 1114920"/>
              <a:gd name="csX3542" fmla="*/ 610108 w 1722333"/>
              <a:gd name="csY3542" fmla="*/ 1114903 h 1114920"/>
              <a:gd name="csX3543" fmla="*/ 610286 w 1722333"/>
              <a:gd name="csY3543" fmla="*/ 1114903 h 1114920"/>
              <a:gd name="csX3544" fmla="*/ 610455 w 1722333"/>
              <a:gd name="csY3544" fmla="*/ 1114903 h 1114920"/>
              <a:gd name="csX3545" fmla="*/ 610624 w 1722333"/>
              <a:gd name="csY3545" fmla="*/ 1114903 h 1114920"/>
              <a:gd name="csX3546" fmla="*/ 610802 w 1722333"/>
              <a:gd name="csY3546" fmla="*/ 1114903 h 1114920"/>
              <a:gd name="csX3547" fmla="*/ 610971 w 1722333"/>
              <a:gd name="csY3547" fmla="*/ 1114903 h 1114920"/>
              <a:gd name="csX3548" fmla="*/ 611140 w 1722333"/>
              <a:gd name="csY3548" fmla="*/ 1114903 h 1114920"/>
              <a:gd name="csX3549" fmla="*/ 611318 w 1722333"/>
              <a:gd name="csY3549" fmla="*/ 1114903 h 1114920"/>
              <a:gd name="csX3550" fmla="*/ 611487 w 1722333"/>
              <a:gd name="csY3550" fmla="*/ 1114903 h 1114920"/>
              <a:gd name="csX3551" fmla="*/ 611665 w 1722333"/>
              <a:gd name="csY3551" fmla="*/ 1114903 h 1114920"/>
              <a:gd name="csX3552" fmla="*/ 611834 w 1722333"/>
              <a:gd name="csY3552" fmla="*/ 1114903 h 1114920"/>
              <a:gd name="csX3553" fmla="*/ 612003 w 1722333"/>
              <a:gd name="csY3553" fmla="*/ 1114903 h 1114920"/>
              <a:gd name="csX3554" fmla="*/ 612181 w 1722333"/>
              <a:gd name="csY3554" fmla="*/ 1114894 h 1114920"/>
              <a:gd name="csX3555" fmla="*/ 612350 w 1722333"/>
              <a:gd name="csY3555" fmla="*/ 1114894 h 1114920"/>
              <a:gd name="csX3556" fmla="*/ 612519 w 1722333"/>
              <a:gd name="csY3556" fmla="*/ 1114894 h 1114920"/>
              <a:gd name="csX3557" fmla="*/ 612697 w 1722333"/>
              <a:gd name="csY3557" fmla="*/ 1114894 h 1114920"/>
              <a:gd name="csX3558" fmla="*/ 612866 w 1722333"/>
              <a:gd name="csY3558" fmla="*/ 1114894 h 1114920"/>
              <a:gd name="csX3559" fmla="*/ 613035 w 1722333"/>
              <a:gd name="csY3559" fmla="*/ 1114894 h 1114920"/>
              <a:gd name="csX3560" fmla="*/ 613213 w 1722333"/>
              <a:gd name="csY3560" fmla="*/ 1114894 h 1114920"/>
              <a:gd name="csX3561" fmla="*/ 613382 w 1722333"/>
              <a:gd name="csY3561" fmla="*/ 1114894 h 1114920"/>
              <a:gd name="csX3562" fmla="*/ 613551 w 1722333"/>
              <a:gd name="csY3562" fmla="*/ 1114894 h 1114920"/>
              <a:gd name="csX3563" fmla="*/ 613729 w 1722333"/>
              <a:gd name="csY3563" fmla="*/ 1114894 h 1114920"/>
              <a:gd name="csX3564" fmla="*/ 613898 w 1722333"/>
              <a:gd name="csY3564" fmla="*/ 1114894 h 1114920"/>
              <a:gd name="csX3565" fmla="*/ 614076 w 1722333"/>
              <a:gd name="csY3565" fmla="*/ 1114894 h 1114920"/>
              <a:gd name="csX3566" fmla="*/ 614245 w 1722333"/>
              <a:gd name="csY3566" fmla="*/ 1114894 h 1114920"/>
              <a:gd name="csX3567" fmla="*/ 614414 w 1722333"/>
              <a:gd name="csY3567" fmla="*/ 1114894 h 1114920"/>
              <a:gd name="csX3568" fmla="*/ 614592 w 1722333"/>
              <a:gd name="csY3568" fmla="*/ 1114894 h 1114920"/>
              <a:gd name="csX3569" fmla="*/ 614761 w 1722333"/>
              <a:gd name="csY3569" fmla="*/ 1114894 h 1114920"/>
              <a:gd name="csX3570" fmla="*/ 614930 w 1722333"/>
              <a:gd name="csY3570" fmla="*/ 1114894 h 1114920"/>
              <a:gd name="csX3571" fmla="*/ 615108 w 1722333"/>
              <a:gd name="csY3571" fmla="*/ 1114894 h 1114920"/>
              <a:gd name="csX3572" fmla="*/ 615277 w 1722333"/>
              <a:gd name="csY3572" fmla="*/ 1114894 h 1114920"/>
              <a:gd name="csX3573" fmla="*/ 615446 w 1722333"/>
              <a:gd name="csY3573" fmla="*/ 1114894 h 1114920"/>
              <a:gd name="csX3574" fmla="*/ 615624 w 1722333"/>
              <a:gd name="csY3574" fmla="*/ 1114894 h 1114920"/>
              <a:gd name="csX3575" fmla="*/ 615793 w 1722333"/>
              <a:gd name="csY3575" fmla="*/ 1114885 h 1114920"/>
              <a:gd name="csX3576" fmla="*/ 615971 w 1722333"/>
              <a:gd name="csY3576" fmla="*/ 1114885 h 1114920"/>
              <a:gd name="csX3577" fmla="*/ 616140 w 1722333"/>
              <a:gd name="csY3577" fmla="*/ 1114885 h 1114920"/>
              <a:gd name="csX3578" fmla="*/ 616309 w 1722333"/>
              <a:gd name="csY3578" fmla="*/ 1114885 h 1114920"/>
              <a:gd name="csX3579" fmla="*/ 616487 w 1722333"/>
              <a:gd name="csY3579" fmla="*/ 1114885 h 1114920"/>
              <a:gd name="csX3580" fmla="*/ 616656 w 1722333"/>
              <a:gd name="csY3580" fmla="*/ 1114885 h 1114920"/>
              <a:gd name="csX3581" fmla="*/ 616825 w 1722333"/>
              <a:gd name="csY3581" fmla="*/ 1114885 h 1114920"/>
              <a:gd name="csX3582" fmla="*/ 617003 w 1722333"/>
              <a:gd name="csY3582" fmla="*/ 1114885 h 1114920"/>
              <a:gd name="csX3583" fmla="*/ 617172 w 1722333"/>
              <a:gd name="csY3583" fmla="*/ 1114885 h 1114920"/>
              <a:gd name="csX3584" fmla="*/ 617341 w 1722333"/>
              <a:gd name="csY3584" fmla="*/ 1114885 h 1114920"/>
              <a:gd name="csX3585" fmla="*/ 617519 w 1722333"/>
              <a:gd name="csY3585" fmla="*/ 1114885 h 1114920"/>
              <a:gd name="csX3586" fmla="*/ 617688 w 1722333"/>
              <a:gd name="csY3586" fmla="*/ 1114885 h 1114920"/>
              <a:gd name="csX3587" fmla="*/ 617866 w 1722333"/>
              <a:gd name="csY3587" fmla="*/ 1114885 h 1114920"/>
              <a:gd name="csX3588" fmla="*/ 618035 w 1722333"/>
              <a:gd name="csY3588" fmla="*/ 1114885 h 1114920"/>
              <a:gd name="csX3589" fmla="*/ 618204 w 1722333"/>
              <a:gd name="csY3589" fmla="*/ 1114885 h 1114920"/>
              <a:gd name="csX3590" fmla="*/ 618382 w 1722333"/>
              <a:gd name="csY3590" fmla="*/ 1114885 h 1114920"/>
              <a:gd name="csX3591" fmla="*/ 618551 w 1722333"/>
              <a:gd name="csY3591" fmla="*/ 1114876 h 1114920"/>
              <a:gd name="csX3592" fmla="*/ 618720 w 1722333"/>
              <a:gd name="csY3592" fmla="*/ 1114876 h 1114920"/>
              <a:gd name="csX3593" fmla="*/ 618898 w 1722333"/>
              <a:gd name="csY3593" fmla="*/ 1114876 h 1114920"/>
              <a:gd name="csX3594" fmla="*/ 619067 w 1722333"/>
              <a:gd name="csY3594" fmla="*/ 1114876 h 1114920"/>
              <a:gd name="csX3595" fmla="*/ 619236 w 1722333"/>
              <a:gd name="csY3595" fmla="*/ 1114876 h 1114920"/>
              <a:gd name="csX3596" fmla="*/ 619414 w 1722333"/>
              <a:gd name="csY3596" fmla="*/ 1114876 h 1114920"/>
              <a:gd name="csX3597" fmla="*/ 619583 w 1722333"/>
              <a:gd name="csY3597" fmla="*/ 1114876 h 1114920"/>
              <a:gd name="csX3598" fmla="*/ 619761 w 1722333"/>
              <a:gd name="csY3598" fmla="*/ 1114876 h 1114920"/>
              <a:gd name="csX3599" fmla="*/ 619930 w 1722333"/>
              <a:gd name="csY3599" fmla="*/ 1114876 h 1114920"/>
              <a:gd name="csX3600" fmla="*/ 620099 w 1722333"/>
              <a:gd name="csY3600" fmla="*/ 1114876 h 1114920"/>
              <a:gd name="csX3601" fmla="*/ 620277 w 1722333"/>
              <a:gd name="csY3601" fmla="*/ 1114876 h 1114920"/>
              <a:gd name="csX3602" fmla="*/ 620446 w 1722333"/>
              <a:gd name="csY3602" fmla="*/ 1114876 h 1114920"/>
              <a:gd name="csX3603" fmla="*/ 620615 w 1722333"/>
              <a:gd name="csY3603" fmla="*/ 1114876 h 1114920"/>
              <a:gd name="csX3604" fmla="*/ 620793 w 1722333"/>
              <a:gd name="csY3604" fmla="*/ 1114867 h 1114920"/>
              <a:gd name="csX3605" fmla="*/ 620962 w 1722333"/>
              <a:gd name="csY3605" fmla="*/ 1114867 h 1114920"/>
              <a:gd name="csX3606" fmla="*/ 621131 w 1722333"/>
              <a:gd name="csY3606" fmla="*/ 1114867 h 1114920"/>
              <a:gd name="csX3607" fmla="*/ 621308 w 1722333"/>
              <a:gd name="csY3607" fmla="*/ 1114867 h 1114920"/>
              <a:gd name="csX3608" fmla="*/ 621478 w 1722333"/>
              <a:gd name="csY3608" fmla="*/ 1114867 h 1114920"/>
              <a:gd name="csX3609" fmla="*/ 621647 w 1722333"/>
              <a:gd name="csY3609" fmla="*/ 1114867 h 1114920"/>
              <a:gd name="csX3610" fmla="*/ 621825 w 1722333"/>
              <a:gd name="csY3610" fmla="*/ 1114867 h 1114920"/>
              <a:gd name="csX3611" fmla="*/ 621994 w 1722333"/>
              <a:gd name="csY3611" fmla="*/ 1114867 h 1114920"/>
              <a:gd name="csX3612" fmla="*/ 622172 w 1722333"/>
              <a:gd name="csY3612" fmla="*/ 1114867 h 1114920"/>
              <a:gd name="csX3613" fmla="*/ 622341 w 1722333"/>
              <a:gd name="csY3613" fmla="*/ 1114867 h 1114920"/>
              <a:gd name="csX3614" fmla="*/ 622510 w 1722333"/>
              <a:gd name="csY3614" fmla="*/ 1114867 h 1114920"/>
              <a:gd name="csX3615" fmla="*/ 622687 w 1722333"/>
              <a:gd name="csY3615" fmla="*/ 1114858 h 1114920"/>
              <a:gd name="csX3616" fmla="*/ 622856 w 1722333"/>
              <a:gd name="csY3616" fmla="*/ 1114858 h 1114920"/>
              <a:gd name="csX3617" fmla="*/ 623026 w 1722333"/>
              <a:gd name="csY3617" fmla="*/ 1114858 h 1114920"/>
              <a:gd name="csX3618" fmla="*/ 623203 w 1722333"/>
              <a:gd name="csY3618" fmla="*/ 1114858 h 1114920"/>
              <a:gd name="csX3619" fmla="*/ 623373 w 1722333"/>
              <a:gd name="csY3619" fmla="*/ 1114858 h 1114920"/>
              <a:gd name="csX3620" fmla="*/ 623542 w 1722333"/>
              <a:gd name="csY3620" fmla="*/ 1114858 h 1114920"/>
              <a:gd name="csX3621" fmla="*/ 623720 w 1722333"/>
              <a:gd name="csY3621" fmla="*/ 1114858 h 1114920"/>
              <a:gd name="csX3622" fmla="*/ 623888 w 1722333"/>
              <a:gd name="csY3622" fmla="*/ 1114858 h 1114920"/>
              <a:gd name="csX3623" fmla="*/ 624066 w 1722333"/>
              <a:gd name="csY3623" fmla="*/ 1114858 h 1114920"/>
              <a:gd name="csX3624" fmla="*/ 624235 w 1722333"/>
              <a:gd name="csY3624" fmla="*/ 1114858 h 1114920"/>
              <a:gd name="csX3625" fmla="*/ 624405 w 1722333"/>
              <a:gd name="csY3625" fmla="*/ 1114849 h 1114920"/>
              <a:gd name="csX3626" fmla="*/ 624582 w 1722333"/>
              <a:gd name="csY3626" fmla="*/ 1114849 h 1114920"/>
              <a:gd name="csX3627" fmla="*/ 624751 w 1722333"/>
              <a:gd name="csY3627" fmla="*/ 1114849 h 1114920"/>
              <a:gd name="csX3628" fmla="*/ 624921 w 1722333"/>
              <a:gd name="csY3628" fmla="*/ 1114849 h 1114920"/>
              <a:gd name="csX3629" fmla="*/ 625098 w 1722333"/>
              <a:gd name="csY3629" fmla="*/ 1114849 h 1114920"/>
              <a:gd name="csX3630" fmla="*/ 625267 w 1722333"/>
              <a:gd name="csY3630" fmla="*/ 1114849 h 1114920"/>
              <a:gd name="csX3631" fmla="*/ 625436 w 1722333"/>
              <a:gd name="csY3631" fmla="*/ 1114849 h 1114920"/>
              <a:gd name="csX3632" fmla="*/ 625614 w 1722333"/>
              <a:gd name="csY3632" fmla="*/ 1114849 h 1114920"/>
              <a:gd name="csX3633" fmla="*/ 625783 w 1722333"/>
              <a:gd name="csY3633" fmla="*/ 1114849 h 1114920"/>
              <a:gd name="csX3634" fmla="*/ 625961 w 1722333"/>
              <a:gd name="csY3634" fmla="*/ 1114840 h 1114920"/>
              <a:gd name="csX3635" fmla="*/ 626130 w 1722333"/>
              <a:gd name="csY3635" fmla="*/ 1114840 h 1114920"/>
              <a:gd name="csX3636" fmla="*/ 626299 w 1722333"/>
              <a:gd name="csY3636" fmla="*/ 1114840 h 1114920"/>
              <a:gd name="csX3637" fmla="*/ 626477 w 1722333"/>
              <a:gd name="csY3637" fmla="*/ 1114840 h 1114920"/>
              <a:gd name="csX3638" fmla="*/ 626646 w 1722333"/>
              <a:gd name="csY3638" fmla="*/ 1114840 h 1114920"/>
              <a:gd name="csX3639" fmla="*/ 626815 w 1722333"/>
              <a:gd name="csY3639" fmla="*/ 1114840 h 1114920"/>
              <a:gd name="csX3640" fmla="*/ 626993 w 1722333"/>
              <a:gd name="csY3640" fmla="*/ 1114840 h 1114920"/>
              <a:gd name="csX3641" fmla="*/ 627162 w 1722333"/>
              <a:gd name="csY3641" fmla="*/ 1114831 h 1114920"/>
              <a:gd name="csX3642" fmla="*/ 627331 w 1722333"/>
              <a:gd name="csY3642" fmla="*/ 1114831 h 1114920"/>
              <a:gd name="csX3643" fmla="*/ 627509 w 1722333"/>
              <a:gd name="csY3643" fmla="*/ 1114831 h 1114920"/>
              <a:gd name="csX3644" fmla="*/ 627678 w 1722333"/>
              <a:gd name="csY3644" fmla="*/ 1114831 h 1114920"/>
              <a:gd name="csX3645" fmla="*/ 627856 w 1722333"/>
              <a:gd name="csY3645" fmla="*/ 1114831 h 1114920"/>
              <a:gd name="csX3646" fmla="*/ 628025 w 1722333"/>
              <a:gd name="csY3646" fmla="*/ 1114831 h 1114920"/>
              <a:gd name="csX3647" fmla="*/ 628194 w 1722333"/>
              <a:gd name="csY3647" fmla="*/ 1114831 h 1114920"/>
              <a:gd name="csX3648" fmla="*/ 628372 w 1722333"/>
              <a:gd name="csY3648" fmla="*/ 1114822 h 1114920"/>
              <a:gd name="csX3649" fmla="*/ 628541 w 1722333"/>
              <a:gd name="csY3649" fmla="*/ 1114822 h 1114920"/>
              <a:gd name="csX3650" fmla="*/ 628710 w 1722333"/>
              <a:gd name="csY3650" fmla="*/ 1114822 h 1114920"/>
              <a:gd name="csX3651" fmla="*/ 628888 w 1722333"/>
              <a:gd name="csY3651" fmla="*/ 1114822 h 1114920"/>
              <a:gd name="csX3652" fmla="*/ 629057 w 1722333"/>
              <a:gd name="csY3652" fmla="*/ 1114822 h 1114920"/>
              <a:gd name="csX3653" fmla="*/ 629226 w 1722333"/>
              <a:gd name="csY3653" fmla="*/ 1114822 h 1114920"/>
              <a:gd name="csX3654" fmla="*/ 629404 w 1722333"/>
              <a:gd name="csY3654" fmla="*/ 1114822 h 1114920"/>
              <a:gd name="csX3655" fmla="*/ 629573 w 1722333"/>
              <a:gd name="csY3655" fmla="*/ 1114813 h 1114920"/>
              <a:gd name="csX3656" fmla="*/ 629742 w 1722333"/>
              <a:gd name="csY3656" fmla="*/ 1114813 h 1114920"/>
              <a:gd name="csX3657" fmla="*/ 629920 w 1722333"/>
              <a:gd name="csY3657" fmla="*/ 1114813 h 1114920"/>
              <a:gd name="csX3658" fmla="*/ 630089 w 1722333"/>
              <a:gd name="csY3658" fmla="*/ 1114813 h 1114920"/>
              <a:gd name="csX3659" fmla="*/ 630267 w 1722333"/>
              <a:gd name="csY3659" fmla="*/ 1114813 h 1114920"/>
              <a:gd name="csX3660" fmla="*/ 630436 w 1722333"/>
              <a:gd name="csY3660" fmla="*/ 1114813 h 1114920"/>
              <a:gd name="csX3661" fmla="*/ 630605 w 1722333"/>
              <a:gd name="csY3661" fmla="*/ 1114805 h 1114920"/>
              <a:gd name="csX3662" fmla="*/ 630783 w 1722333"/>
              <a:gd name="csY3662" fmla="*/ 1114805 h 1114920"/>
              <a:gd name="csX3663" fmla="*/ 630952 w 1722333"/>
              <a:gd name="csY3663" fmla="*/ 1114805 h 1114920"/>
              <a:gd name="csX3664" fmla="*/ 631121 w 1722333"/>
              <a:gd name="csY3664" fmla="*/ 1114805 h 1114920"/>
              <a:gd name="csX3665" fmla="*/ 631299 w 1722333"/>
              <a:gd name="csY3665" fmla="*/ 1114805 h 1114920"/>
              <a:gd name="csX3666" fmla="*/ 631468 w 1722333"/>
              <a:gd name="csY3666" fmla="*/ 1114796 h 1114920"/>
              <a:gd name="csX3667" fmla="*/ 631637 w 1722333"/>
              <a:gd name="csY3667" fmla="*/ 1114796 h 1114920"/>
              <a:gd name="csX3668" fmla="*/ 631815 w 1722333"/>
              <a:gd name="csY3668" fmla="*/ 1114796 h 1114920"/>
              <a:gd name="csX3669" fmla="*/ 631984 w 1722333"/>
              <a:gd name="csY3669" fmla="*/ 1114796 h 1114920"/>
              <a:gd name="csX3670" fmla="*/ 632162 w 1722333"/>
              <a:gd name="csY3670" fmla="*/ 1114796 h 1114920"/>
              <a:gd name="csX3671" fmla="*/ 632331 w 1722333"/>
              <a:gd name="csY3671" fmla="*/ 1114787 h 1114920"/>
              <a:gd name="csX3672" fmla="*/ 632500 w 1722333"/>
              <a:gd name="csY3672" fmla="*/ 1114787 h 1114920"/>
              <a:gd name="csX3673" fmla="*/ 632678 w 1722333"/>
              <a:gd name="csY3673" fmla="*/ 1114787 h 1114920"/>
              <a:gd name="csX3674" fmla="*/ 632847 w 1722333"/>
              <a:gd name="csY3674" fmla="*/ 1114787 h 1114920"/>
              <a:gd name="csX3675" fmla="*/ 633016 w 1722333"/>
              <a:gd name="csY3675" fmla="*/ 1114787 h 1114920"/>
              <a:gd name="csX3676" fmla="*/ 633194 w 1722333"/>
              <a:gd name="csY3676" fmla="*/ 1114778 h 1114920"/>
              <a:gd name="csX3677" fmla="*/ 633363 w 1722333"/>
              <a:gd name="csY3677" fmla="*/ 1114778 h 1114920"/>
              <a:gd name="csX3678" fmla="*/ 633532 w 1722333"/>
              <a:gd name="csY3678" fmla="*/ 1114778 h 1114920"/>
              <a:gd name="csX3679" fmla="*/ 633710 w 1722333"/>
              <a:gd name="csY3679" fmla="*/ 1114778 h 1114920"/>
              <a:gd name="csX3680" fmla="*/ 633879 w 1722333"/>
              <a:gd name="csY3680" fmla="*/ 1114769 h 1114920"/>
              <a:gd name="csX3681" fmla="*/ 634057 w 1722333"/>
              <a:gd name="csY3681" fmla="*/ 1114769 h 1114920"/>
              <a:gd name="csX3682" fmla="*/ 634226 w 1722333"/>
              <a:gd name="csY3682" fmla="*/ 1114769 h 1114920"/>
              <a:gd name="csX3683" fmla="*/ 634395 w 1722333"/>
              <a:gd name="csY3683" fmla="*/ 1114769 h 1114920"/>
              <a:gd name="csX3684" fmla="*/ 634573 w 1722333"/>
              <a:gd name="csY3684" fmla="*/ 1114769 h 1114920"/>
              <a:gd name="csX3685" fmla="*/ 634742 w 1722333"/>
              <a:gd name="csY3685" fmla="*/ 1114760 h 1114920"/>
              <a:gd name="csX3686" fmla="*/ 634911 w 1722333"/>
              <a:gd name="csY3686" fmla="*/ 1114760 h 1114920"/>
              <a:gd name="csX3687" fmla="*/ 635089 w 1722333"/>
              <a:gd name="csY3687" fmla="*/ 1114760 h 1114920"/>
              <a:gd name="csX3688" fmla="*/ 635258 w 1722333"/>
              <a:gd name="csY3688" fmla="*/ 1114760 h 1114920"/>
              <a:gd name="csX3689" fmla="*/ 635427 w 1722333"/>
              <a:gd name="csY3689" fmla="*/ 1114751 h 1114920"/>
              <a:gd name="csX3690" fmla="*/ 635605 w 1722333"/>
              <a:gd name="csY3690" fmla="*/ 1114751 h 1114920"/>
              <a:gd name="csX3691" fmla="*/ 635774 w 1722333"/>
              <a:gd name="csY3691" fmla="*/ 1114751 h 1114920"/>
              <a:gd name="csX3692" fmla="*/ 635952 w 1722333"/>
              <a:gd name="csY3692" fmla="*/ 1114751 h 1114920"/>
              <a:gd name="csX3693" fmla="*/ 636121 w 1722333"/>
              <a:gd name="csY3693" fmla="*/ 1114742 h 1114920"/>
              <a:gd name="csX3694" fmla="*/ 636290 w 1722333"/>
              <a:gd name="csY3694" fmla="*/ 1114742 h 1114920"/>
              <a:gd name="csX3695" fmla="*/ 636468 w 1722333"/>
              <a:gd name="csY3695" fmla="*/ 1114742 h 1114920"/>
              <a:gd name="csX3696" fmla="*/ 636637 w 1722333"/>
              <a:gd name="csY3696" fmla="*/ 1114733 h 1114920"/>
              <a:gd name="csX3697" fmla="*/ 636806 w 1722333"/>
              <a:gd name="csY3697" fmla="*/ 1114733 h 1114920"/>
              <a:gd name="csX3698" fmla="*/ 636984 w 1722333"/>
              <a:gd name="csY3698" fmla="*/ 1114733 h 1114920"/>
              <a:gd name="csX3699" fmla="*/ 637153 w 1722333"/>
              <a:gd name="csY3699" fmla="*/ 1114733 h 1114920"/>
              <a:gd name="csX3700" fmla="*/ 637322 w 1722333"/>
              <a:gd name="csY3700" fmla="*/ 1114725 h 1114920"/>
              <a:gd name="csX3701" fmla="*/ 637500 w 1722333"/>
              <a:gd name="csY3701" fmla="*/ 1114725 h 1114920"/>
              <a:gd name="csX3702" fmla="*/ 637669 w 1722333"/>
              <a:gd name="csY3702" fmla="*/ 1114725 h 1114920"/>
              <a:gd name="csX3703" fmla="*/ 637838 w 1722333"/>
              <a:gd name="csY3703" fmla="*/ 1114716 h 1114920"/>
              <a:gd name="csX3704" fmla="*/ 638016 w 1722333"/>
              <a:gd name="csY3704" fmla="*/ 1114716 h 1114920"/>
              <a:gd name="csX3705" fmla="*/ 638185 w 1722333"/>
              <a:gd name="csY3705" fmla="*/ 1114716 h 1114920"/>
              <a:gd name="csX3706" fmla="*/ 638363 w 1722333"/>
              <a:gd name="csY3706" fmla="*/ 1114707 h 1114920"/>
              <a:gd name="csX3707" fmla="*/ 638532 w 1722333"/>
              <a:gd name="csY3707" fmla="*/ 1114707 h 1114920"/>
              <a:gd name="csX3708" fmla="*/ 638701 w 1722333"/>
              <a:gd name="csY3708" fmla="*/ 1114707 h 1114920"/>
              <a:gd name="csX3709" fmla="*/ 638879 w 1722333"/>
              <a:gd name="csY3709" fmla="*/ 1114707 h 1114920"/>
              <a:gd name="csX3710" fmla="*/ 639048 w 1722333"/>
              <a:gd name="csY3710" fmla="*/ 1114698 h 1114920"/>
              <a:gd name="csX3711" fmla="*/ 639217 w 1722333"/>
              <a:gd name="csY3711" fmla="*/ 1114698 h 1114920"/>
              <a:gd name="csX3712" fmla="*/ 639395 w 1722333"/>
              <a:gd name="csY3712" fmla="*/ 1114698 h 1114920"/>
              <a:gd name="csX3713" fmla="*/ 639564 w 1722333"/>
              <a:gd name="csY3713" fmla="*/ 1114689 h 1114920"/>
              <a:gd name="csX3714" fmla="*/ 639733 w 1722333"/>
              <a:gd name="csY3714" fmla="*/ 1114689 h 1114920"/>
              <a:gd name="csX3715" fmla="*/ 639911 w 1722333"/>
              <a:gd name="csY3715" fmla="*/ 1114680 h 1114920"/>
              <a:gd name="csX3716" fmla="*/ 640080 w 1722333"/>
              <a:gd name="csY3716" fmla="*/ 1114680 h 1114920"/>
              <a:gd name="csX3717" fmla="*/ 640258 w 1722333"/>
              <a:gd name="csY3717" fmla="*/ 1114680 h 1114920"/>
              <a:gd name="csX3718" fmla="*/ 640427 w 1722333"/>
              <a:gd name="csY3718" fmla="*/ 1114671 h 1114920"/>
              <a:gd name="csX3719" fmla="*/ 640596 w 1722333"/>
              <a:gd name="csY3719" fmla="*/ 1114671 h 1114920"/>
              <a:gd name="csX3720" fmla="*/ 640774 w 1722333"/>
              <a:gd name="csY3720" fmla="*/ 1114671 h 1114920"/>
              <a:gd name="csX3721" fmla="*/ 640943 w 1722333"/>
              <a:gd name="csY3721" fmla="*/ 1114662 h 1114920"/>
              <a:gd name="csX3722" fmla="*/ 641112 w 1722333"/>
              <a:gd name="csY3722" fmla="*/ 1114662 h 1114920"/>
              <a:gd name="csX3723" fmla="*/ 641290 w 1722333"/>
              <a:gd name="csY3723" fmla="*/ 1114662 h 1114920"/>
              <a:gd name="csX3724" fmla="*/ 641459 w 1722333"/>
              <a:gd name="csY3724" fmla="*/ 1114653 h 1114920"/>
              <a:gd name="csX3725" fmla="*/ 641628 w 1722333"/>
              <a:gd name="csY3725" fmla="*/ 1114653 h 1114920"/>
              <a:gd name="csX3726" fmla="*/ 641806 w 1722333"/>
              <a:gd name="csY3726" fmla="*/ 1114644 h 1114920"/>
              <a:gd name="csX3727" fmla="*/ 641975 w 1722333"/>
              <a:gd name="csY3727" fmla="*/ 1114644 h 1114920"/>
              <a:gd name="csX3728" fmla="*/ 642153 w 1722333"/>
              <a:gd name="csY3728" fmla="*/ 1114644 h 1114920"/>
              <a:gd name="csX3729" fmla="*/ 642322 w 1722333"/>
              <a:gd name="csY3729" fmla="*/ 1114636 h 1114920"/>
              <a:gd name="csX3730" fmla="*/ 642491 w 1722333"/>
              <a:gd name="csY3730" fmla="*/ 1114636 h 1114920"/>
              <a:gd name="csX3731" fmla="*/ 642669 w 1722333"/>
              <a:gd name="csY3731" fmla="*/ 1114627 h 1114920"/>
              <a:gd name="csX3732" fmla="*/ 642838 w 1722333"/>
              <a:gd name="csY3732" fmla="*/ 1114627 h 1114920"/>
              <a:gd name="csX3733" fmla="*/ 643007 w 1722333"/>
              <a:gd name="csY3733" fmla="*/ 1114618 h 1114920"/>
              <a:gd name="csX3734" fmla="*/ 643185 w 1722333"/>
              <a:gd name="csY3734" fmla="*/ 1114618 h 1114920"/>
              <a:gd name="csX3735" fmla="*/ 643354 w 1722333"/>
              <a:gd name="csY3735" fmla="*/ 1114609 h 1114920"/>
              <a:gd name="csX3736" fmla="*/ 643523 w 1722333"/>
              <a:gd name="csY3736" fmla="*/ 1114609 h 1114920"/>
              <a:gd name="csX3737" fmla="*/ 643701 w 1722333"/>
              <a:gd name="csY3737" fmla="*/ 1114609 h 1114920"/>
              <a:gd name="csX3738" fmla="*/ 643870 w 1722333"/>
              <a:gd name="csY3738" fmla="*/ 1114600 h 1114920"/>
              <a:gd name="csX3739" fmla="*/ 644048 w 1722333"/>
              <a:gd name="csY3739" fmla="*/ 1114600 h 1114920"/>
              <a:gd name="csX3740" fmla="*/ 644217 w 1722333"/>
              <a:gd name="csY3740" fmla="*/ 1114591 h 1114920"/>
              <a:gd name="csX3741" fmla="*/ 644386 w 1722333"/>
              <a:gd name="csY3741" fmla="*/ 1114591 h 1114920"/>
              <a:gd name="csX3742" fmla="*/ 644564 w 1722333"/>
              <a:gd name="csY3742" fmla="*/ 1114582 h 1114920"/>
              <a:gd name="csX3743" fmla="*/ 644733 w 1722333"/>
              <a:gd name="csY3743" fmla="*/ 1114582 h 1114920"/>
              <a:gd name="csX3744" fmla="*/ 644902 w 1722333"/>
              <a:gd name="csY3744" fmla="*/ 1114573 h 1114920"/>
              <a:gd name="csX3745" fmla="*/ 645080 w 1722333"/>
              <a:gd name="csY3745" fmla="*/ 1114573 h 1114920"/>
              <a:gd name="csX3746" fmla="*/ 645249 w 1722333"/>
              <a:gd name="csY3746" fmla="*/ 1114564 h 1114920"/>
              <a:gd name="csX3747" fmla="*/ 645418 w 1722333"/>
              <a:gd name="csY3747" fmla="*/ 1114564 h 1114920"/>
              <a:gd name="csX3748" fmla="*/ 645596 w 1722333"/>
              <a:gd name="csY3748" fmla="*/ 1114556 h 1114920"/>
              <a:gd name="csX3749" fmla="*/ 645765 w 1722333"/>
              <a:gd name="csY3749" fmla="*/ 1114556 h 1114920"/>
              <a:gd name="csX3750" fmla="*/ 645934 w 1722333"/>
              <a:gd name="csY3750" fmla="*/ 1114547 h 1114920"/>
              <a:gd name="csX3751" fmla="*/ 646112 w 1722333"/>
              <a:gd name="csY3751" fmla="*/ 1114547 h 1114920"/>
              <a:gd name="csX3752" fmla="*/ 646281 w 1722333"/>
              <a:gd name="csY3752" fmla="*/ 1114538 h 1114920"/>
              <a:gd name="csX3753" fmla="*/ 646459 w 1722333"/>
              <a:gd name="csY3753" fmla="*/ 1114529 h 1114920"/>
              <a:gd name="csX3754" fmla="*/ 646628 w 1722333"/>
              <a:gd name="csY3754" fmla="*/ 1114529 h 1114920"/>
              <a:gd name="csX3755" fmla="*/ 646797 w 1722333"/>
              <a:gd name="csY3755" fmla="*/ 1114520 h 1114920"/>
              <a:gd name="csX3756" fmla="*/ 646975 w 1722333"/>
              <a:gd name="csY3756" fmla="*/ 1114520 h 1114920"/>
              <a:gd name="csX3757" fmla="*/ 647144 w 1722333"/>
              <a:gd name="csY3757" fmla="*/ 1114511 h 1114920"/>
              <a:gd name="csX3758" fmla="*/ 647313 w 1722333"/>
              <a:gd name="csY3758" fmla="*/ 1114511 h 1114920"/>
              <a:gd name="csX3759" fmla="*/ 647491 w 1722333"/>
              <a:gd name="csY3759" fmla="*/ 1114502 h 1114920"/>
              <a:gd name="csX3760" fmla="*/ 647660 w 1722333"/>
              <a:gd name="csY3760" fmla="*/ 1114493 h 1114920"/>
              <a:gd name="csX3761" fmla="*/ 647829 w 1722333"/>
              <a:gd name="csY3761" fmla="*/ 1114493 h 1114920"/>
              <a:gd name="csX3762" fmla="*/ 648007 w 1722333"/>
              <a:gd name="csY3762" fmla="*/ 1114484 h 1114920"/>
              <a:gd name="csX3763" fmla="*/ 648176 w 1722333"/>
              <a:gd name="csY3763" fmla="*/ 1114475 h 1114920"/>
              <a:gd name="csX3764" fmla="*/ 648354 w 1722333"/>
              <a:gd name="csY3764" fmla="*/ 1114475 h 1114920"/>
              <a:gd name="csX3765" fmla="*/ 648523 w 1722333"/>
              <a:gd name="csY3765" fmla="*/ 1114467 h 1114920"/>
              <a:gd name="csX3766" fmla="*/ 648692 w 1722333"/>
              <a:gd name="csY3766" fmla="*/ 1114467 h 1114920"/>
              <a:gd name="csX3767" fmla="*/ 648870 w 1722333"/>
              <a:gd name="csY3767" fmla="*/ 1114458 h 1114920"/>
              <a:gd name="csX3768" fmla="*/ 649039 w 1722333"/>
              <a:gd name="csY3768" fmla="*/ 1114449 h 1114920"/>
              <a:gd name="csX3769" fmla="*/ 649208 w 1722333"/>
              <a:gd name="csY3769" fmla="*/ 1114449 h 1114920"/>
              <a:gd name="csX3770" fmla="*/ 649386 w 1722333"/>
              <a:gd name="csY3770" fmla="*/ 1114440 h 1114920"/>
              <a:gd name="csX3771" fmla="*/ 649555 w 1722333"/>
              <a:gd name="csY3771" fmla="*/ 1114431 h 1114920"/>
              <a:gd name="csX3772" fmla="*/ 649724 w 1722333"/>
              <a:gd name="csY3772" fmla="*/ 1114422 h 1114920"/>
              <a:gd name="csX3773" fmla="*/ 649902 w 1722333"/>
              <a:gd name="csY3773" fmla="*/ 1114422 h 1114920"/>
              <a:gd name="csX3774" fmla="*/ 650071 w 1722333"/>
              <a:gd name="csY3774" fmla="*/ 1114413 h 1114920"/>
              <a:gd name="csX3775" fmla="*/ 650249 w 1722333"/>
              <a:gd name="csY3775" fmla="*/ 1114404 h 1114920"/>
              <a:gd name="csX3776" fmla="*/ 650418 w 1722333"/>
              <a:gd name="csY3776" fmla="*/ 1114404 h 1114920"/>
              <a:gd name="csX3777" fmla="*/ 650587 w 1722333"/>
              <a:gd name="csY3777" fmla="*/ 1114395 h 1114920"/>
              <a:gd name="csX3778" fmla="*/ 650765 w 1722333"/>
              <a:gd name="csY3778" fmla="*/ 1114386 h 1114920"/>
              <a:gd name="csX3779" fmla="*/ 650934 w 1722333"/>
              <a:gd name="csY3779" fmla="*/ 1114378 h 1114920"/>
              <a:gd name="csX3780" fmla="*/ 651103 w 1722333"/>
              <a:gd name="csY3780" fmla="*/ 1114378 h 1114920"/>
              <a:gd name="csX3781" fmla="*/ 651281 w 1722333"/>
              <a:gd name="csY3781" fmla="*/ 1114369 h 1114920"/>
              <a:gd name="csX3782" fmla="*/ 651450 w 1722333"/>
              <a:gd name="csY3782" fmla="*/ 1114360 h 1114920"/>
              <a:gd name="csX3783" fmla="*/ 651619 w 1722333"/>
              <a:gd name="csY3783" fmla="*/ 1114351 h 1114920"/>
              <a:gd name="csX3784" fmla="*/ 651797 w 1722333"/>
              <a:gd name="csY3784" fmla="*/ 1114342 h 1114920"/>
              <a:gd name="csX3785" fmla="*/ 651966 w 1722333"/>
              <a:gd name="csY3785" fmla="*/ 1114342 h 1114920"/>
              <a:gd name="csX3786" fmla="*/ 652144 w 1722333"/>
              <a:gd name="csY3786" fmla="*/ 1114333 h 1114920"/>
              <a:gd name="csX3787" fmla="*/ 652313 w 1722333"/>
              <a:gd name="csY3787" fmla="*/ 1114324 h 1114920"/>
              <a:gd name="csX3788" fmla="*/ 652482 w 1722333"/>
              <a:gd name="csY3788" fmla="*/ 1114315 h 1114920"/>
              <a:gd name="csX3789" fmla="*/ 652660 w 1722333"/>
              <a:gd name="csY3789" fmla="*/ 1114306 h 1114920"/>
              <a:gd name="csX3790" fmla="*/ 652829 w 1722333"/>
              <a:gd name="csY3790" fmla="*/ 1114297 h 1114920"/>
              <a:gd name="csX3791" fmla="*/ 652998 w 1722333"/>
              <a:gd name="csY3791" fmla="*/ 1114297 h 1114920"/>
              <a:gd name="csX3792" fmla="*/ 653176 w 1722333"/>
              <a:gd name="csY3792" fmla="*/ 1114289 h 1114920"/>
              <a:gd name="csX3793" fmla="*/ 653345 w 1722333"/>
              <a:gd name="csY3793" fmla="*/ 1114280 h 1114920"/>
              <a:gd name="csX3794" fmla="*/ 653514 w 1722333"/>
              <a:gd name="csY3794" fmla="*/ 1114271 h 1114920"/>
              <a:gd name="csX3795" fmla="*/ 653692 w 1722333"/>
              <a:gd name="csY3795" fmla="*/ 1114262 h 1114920"/>
              <a:gd name="csX3796" fmla="*/ 653861 w 1722333"/>
              <a:gd name="csY3796" fmla="*/ 1114253 h 1114920"/>
              <a:gd name="csX3797" fmla="*/ 654030 w 1722333"/>
              <a:gd name="csY3797" fmla="*/ 1114244 h 1114920"/>
              <a:gd name="csX3798" fmla="*/ 654208 w 1722333"/>
              <a:gd name="csY3798" fmla="*/ 1114235 h 1114920"/>
              <a:gd name="csX3799" fmla="*/ 654377 w 1722333"/>
              <a:gd name="csY3799" fmla="*/ 1114226 h 1114920"/>
              <a:gd name="csX3800" fmla="*/ 654555 w 1722333"/>
              <a:gd name="csY3800" fmla="*/ 1114217 h 1114920"/>
              <a:gd name="csX3801" fmla="*/ 654724 w 1722333"/>
              <a:gd name="csY3801" fmla="*/ 1114209 h 1114920"/>
              <a:gd name="csX3802" fmla="*/ 654893 w 1722333"/>
              <a:gd name="csY3802" fmla="*/ 1114200 h 1114920"/>
              <a:gd name="csX3803" fmla="*/ 655071 w 1722333"/>
              <a:gd name="csY3803" fmla="*/ 1114191 h 1114920"/>
              <a:gd name="csX3804" fmla="*/ 655240 w 1722333"/>
              <a:gd name="csY3804" fmla="*/ 1114182 h 1114920"/>
              <a:gd name="csX3805" fmla="*/ 655409 w 1722333"/>
              <a:gd name="csY3805" fmla="*/ 1114173 h 1114920"/>
              <a:gd name="csX3806" fmla="*/ 655587 w 1722333"/>
              <a:gd name="csY3806" fmla="*/ 1114164 h 1114920"/>
              <a:gd name="csX3807" fmla="*/ 655756 w 1722333"/>
              <a:gd name="csY3807" fmla="*/ 1114155 h 1114920"/>
              <a:gd name="csX3808" fmla="*/ 655925 w 1722333"/>
              <a:gd name="csY3808" fmla="*/ 1114146 h 1114920"/>
              <a:gd name="csX3809" fmla="*/ 656102 w 1722333"/>
              <a:gd name="csY3809" fmla="*/ 1114137 h 1114920"/>
              <a:gd name="csX3810" fmla="*/ 656272 w 1722333"/>
              <a:gd name="csY3810" fmla="*/ 1114129 h 1114920"/>
              <a:gd name="csX3811" fmla="*/ 656449 w 1722333"/>
              <a:gd name="csY3811" fmla="*/ 1114120 h 1114920"/>
              <a:gd name="csX3812" fmla="*/ 656619 w 1722333"/>
              <a:gd name="csY3812" fmla="*/ 1114111 h 1114920"/>
              <a:gd name="csX3813" fmla="*/ 656788 w 1722333"/>
              <a:gd name="csY3813" fmla="*/ 1114102 h 1114920"/>
              <a:gd name="csX3814" fmla="*/ 656966 w 1722333"/>
              <a:gd name="csY3814" fmla="*/ 1114084 h 1114920"/>
              <a:gd name="csX3815" fmla="*/ 657135 w 1722333"/>
              <a:gd name="csY3815" fmla="*/ 1114075 h 1114920"/>
              <a:gd name="csX3816" fmla="*/ 657304 w 1722333"/>
              <a:gd name="csY3816" fmla="*/ 1114066 h 1114920"/>
              <a:gd name="csX3817" fmla="*/ 657481 w 1722333"/>
              <a:gd name="csY3817" fmla="*/ 1114057 h 1114920"/>
              <a:gd name="csX3818" fmla="*/ 657651 w 1722333"/>
              <a:gd name="csY3818" fmla="*/ 1114048 h 1114920"/>
              <a:gd name="csX3819" fmla="*/ 657820 w 1722333"/>
              <a:gd name="csY3819" fmla="*/ 1114039 h 1114920"/>
              <a:gd name="csX3820" fmla="*/ 657997 w 1722333"/>
              <a:gd name="csY3820" fmla="*/ 1114022 h 1114920"/>
              <a:gd name="csX3821" fmla="*/ 658167 w 1722333"/>
              <a:gd name="csY3821" fmla="*/ 1114013 h 1114920"/>
              <a:gd name="csX3822" fmla="*/ 658344 w 1722333"/>
              <a:gd name="csY3822" fmla="*/ 1114004 h 1114920"/>
              <a:gd name="csX3823" fmla="*/ 658514 w 1722333"/>
              <a:gd name="csY3823" fmla="*/ 1113995 h 1114920"/>
              <a:gd name="csX3824" fmla="*/ 658682 w 1722333"/>
              <a:gd name="csY3824" fmla="*/ 1113977 h 1114920"/>
              <a:gd name="csX3825" fmla="*/ 658860 w 1722333"/>
              <a:gd name="csY3825" fmla="*/ 1113968 h 1114920"/>
              <a:gd name="csX3826" fmla="*/ 659029 w 1722333"/>
              <a:gd name="csY3826" fmla="*/ 1113959 h 1114920"/>
              <a:gd name="csX3827" fmla="*/ 659199 w 1722333"/>
              <a:gd name="csY3827" fmla="*/ 1113951 h 1114920"/>
              <a:gd name="csX3828" fmla="*/ 659376 w 1722333"/>
              <a:gd name="csY3828" fmla="*/ 1113933 h 1114920"/>
              <a:gd name="csX3829" fmla="*/ 659546 w 1722333"/>
              <a:gd name="csY3829" fmla="*/ 1113924 h 1114920"/>
              <a:gd name="csX3830" fmla="*/ 659715 w 1722333"/>
              <a:gd name="csY3830" fmla="*/ 1113915 h 1114920"/>
              <a:gd name="csX3831" fmla="*/ 659892 w 1722333"/>
              <a:gd name="csY3831" fmla="*/ 1113897 h 1114920"/>
              <a:gd name="csX3832" fmla="*/ 660061 w 1722333"/>
              <a:gd name="csY3832" fmla="*/ 1113888 h 1114920"/>
              <a:gd name="csX3833" fmla="*/ 660239 w 1722333"/>
              <a:gd name="csY3833" fmla="*/ 1113870 h 1114920"/>
              <a:gd name="csX3834" fmla="*/ 660408 w 1722333"/>
              <a:gd name="csY3834" fmla="*/ 1113862 h 1114920"/>
              <a:gd name="csX3835" fmla="*/ 660577 w 1722333"/>
              <a:gd name="csY3835" fmla="*/ 1113853 h 1114920"/>
              <a:gd name="csX3836" fmla="*/ 660755 w 1722333"/>
              <a:gd name="csY3836" fmla="*/ 1113835 h 1114920"/>
              <a:gd name="csX3837" fmla="*/ 660924 w 1722333"/>
              <a:gd name="csY3837" fmla="*/ 1113826 h 1114920"/>
              <a:gd name="csX3838" fmla="*/ 661093 w 1722333"/>
              <a:gd name="csY3838" fmla="*/ 1113808 h 1114920"/>
              <a:gd name="csX3839" fmla="*/ 661271 w 1722333"/>
              <a:gd name="csY3839" fmla="*/ 1113799 h 1114920"/>
              <a:gd name="csX3840" fmla="*/ 661440 w 1722333"/>
              <a:gd name="csY3840" fmla="*/ 1113782 h 1114920"/>
              <a:gd name="csX3841" fmla="*/ 661609 w 1722333"/>
              <a:gd name="csY3841" fmla="*/ 1113773 h 1114920"/>
              <a:gd name="csX3842" fmla="*/ 661787 w 1722333"/>
              <a:gd name="csY3842" fmla="*/ 1113755 h 1114920"/>
              <a:gd name="csX3843" fmla="*/ 661956 w 1722333"/>
              <a:gd name="csY3843" fmla="*/ 1113737 h 1114920"/>
              <a:gd name="csX3844" fmla="*/ 662125 w 1722333"/>
              <a:gd name="csY3844" fmla="*/ 1113728 h 1114920"/>
              <a:gd name="csX3845" fmla="*/ 662303 w 1722333"/>
              <a:gd name="csY3845" fmla="*/ 1113710 h 1114920"/>
              <a:gd name="csX3846" fmla="*/ 662472 w 1722333"/>
              <a:gd name="csY3846" fmla="*/ 1113701 h 1114920"/>
              <a:gd name="csX3847" fmla="*/ 662650 w 1722333"/>
              <a:gd name="csY3847" fmla="*/ 1113684 h 1114920"/>
              <a:gd name="csX3848" fmla="*/ 662819 w 1722333"/>
              <a:gd name="csY3848" fmla="*/ 1113666 h 1114920"/>
              <a:gd name="csX3849" fmla="*/ 662988 w 1722333"/>
              <a:gd name="csY3849" fmla="*/ 1113657 h 1114920"/>
              <a:gd name="csX3850" fmla="*/ 663166 w 1722333"/>
              <a:gd name="csY3850" fmla="*/ 1113639 h 1114920"/>
              <a:gd name="csX3851" fmla="*/ 663335 w 1722333"/>
              <a:gd name="csY3851" fmla="*/ 1113621 h 1114920"/>
              <a:gd name="csX3852" fmla="*/ 663504 w 1722333"/>
              <a:gd name="csY3852" fmla="*/ 1113612 h 1114920"/>
              <a:gd name="csX3853" fmla="*/ 663682 w 1722333"/>
              <a:gd name="csY3853" fmla="*/ 1113595 h 1114920"/>
              <a:gd name="csX3854" fmla="*/ 663851 w 1722333"/>
              <a:gd name="csY3854" fmla="*/ 1113577 h 1114920"/>
              <a:gd name="csX3855" fmla="*/ 664020 w 1722333"/>
              <a:gd name="csY3855" fmla="*/ 1113559 h 1114920"/>
              <a:gd name="csX3856" fmla="*/ 664198 w 1722333"/>
              <a:gd name="csY3856" fmla="*/ 1113541 h 1114920"/>
              <a:gd name="csX3857" fmla="*/ 664367 w 1722333"/>
              <a:gd name="csY3857" fmla="*/ 1113532 h 1114920"/>
              <a:gd name="csX3858" fmla="*/ 664545 w 1722333"/>
              <a:gd name="csY3858" fmla="*/ 1113515 h 1114920"/>
              <a:gd name="csX3859" fmla="*/ 664714 w 1722333"/>
              <a:gd name="csY3859" fmla="*/ 1113497 h 1114920"/>
              <a:gd name="csX3860" fmla="*/ 664883 w 1722333"/>
              <a:gd name="csY3860" fmla="*/ 1113479 h 1114920"/>
              <a:gd name="csX3861" fmla="*/ 665061 w 1722333"/>
              <a:gd name="csY3861" fmla="*/ 1113461 h 1114920"/>
              <a:gd name="csX3862" fmla="*/ 665230 w 1722333"/>
              <a:gd name="csY3862" fmla="*/ 1113443 h 1114920"/>
              <a:gd name="csX3863" fmla="*/ 665399 w 1722333"/>
              <a:gd name="csY3863" fmla="*/ 1113426 h 1114920"/>
              <a:gd name="csX3864" fmla="*/ 665577 w 1722333"/>
              <a:gd name="csY3864" fmla="*/ 1113408 h 1114920"/>
              <a:gd name="csX3865" fmla="*/ 665746 w 1722333"/>
              <a:gd name="csY3865" fmla="*/ 1113390 h 1114920"/>
              <a:gd name="csX3866" fmla="*/ 665915 w 1722333"/>
              <a:gd name="csY3866" fmla="*/ 1113372 h 1114920"/>
              <a:gd name="csX3867" fmla="*/ 666093 w 1722333"/>
              <a:gd name="csY3867" fmla="*/ 1113355 h 1114920"/>
              <a:gd name="csX3868" fmla="*/ 666262 w 1722333"/>
              <a:gd name="csY3868" fmla="*/ 1113337 h 1114920"/>
              <a:gd name="csX3869" fmla="*/ 666440 w 1722333"/>
              <a:gd name="csY3869" fmla="*/ 1113319 h 1114920"/>
              <a:gd name="csX3870" fmla="*/ 666609 w 1722333"/>
              <a:gd name="csY3870" fmla="*/ 1113301 h 1114920"/>
              <a:gd name="csX3871" fmla="*/ 666778 w 1722333"/>
              <a:gd name="csY3871" fmla="*/ 1113283 h 1114920"/>
              <a:gd name="csX3872" fmla="*/ 666956 w 1722333"/>
              <a:gd name="csY3872" fmla="*/ 1113265 h 1114920"/>
              <a:gd name="csX3873" fmla="*/ 667125 w 1722333"/>
              <a:gd name="csY3873" fmla="*/ 1113248 h 1114920"/>
              <a:gd name="csX3874" fmla="*/ 667294 w 1722333"/>
              <a:gd name="csY3874" fmla="*/ 1113221 h 1114920"/>
              <a:gd name="csX3875" fmla="*/ 667472 w 1722333"/>
              <a:gd name="csY3875" fmla="*/ 1113203 h 1114920"/>
              <a:gd name="csX3876" fmla="*/ 667641 w 1722333"/>
              <a:gd name="csY3876" fmla="*/ 1113185 h 1114920"/>
              <a:gd name="csX3877" fmla="*/ 667810 w 1722333"/>
              <a:gd name="csY3877" fmla="*/ 1113168 h 1114920"/>
              <a:gd name="csX3878" fmla="*/ 667988 w 1722333"/>
              <a:gd name="csY3878" fmla="*/ 1113141 h 1114920"/>
              <a:gd name="csX3879" fmla="*/ 668157 w 1722333"/>
              <a:gd name="csY3879" fmla="*/ 1113123 h 1114920"/>
              <a:gd name="csX3880" fmla="*/ 668335 w 1722333"/>
              <a:gd name="csY3880" fmla="*/ 1113105 h 1114920"/>
              <a:gd name="csX3881" fmla="*/ 668504 w 1722333"/>
              <a:gd name="csY3881" fmla="*/ 1113079 h 1114920"/>
              <a:gd name="csX3882" fmla="*/ 668673 w 1722333"/>
              <a:gd name="csY3882" fmla="*/ 1113061 h 1114920"/>
              <a:gd name="csX3883" fmla="*/ 668851 w 1722333"/>
              <a:gd name="csY3883" fmla="*/ 1113043 h 1114920"/>
              <a:gd name="csX3884" fmla="*/ 669020 w 1722333"/>
              <a:gd name="csY3884" fmla="*/ 1113016 h 1114920"/>
              <a:gd name="csX3885" fmla="*/ 669189 w 1722333"/>
              <a:gd name="csY3885" fmla="*/ 1112999 h 1114920"/>
              <a:gd name="csX3886" fmla="*/ 669367 w 1722333"/>
              <a:gd name="csY3886" fmla="*/ 1112972 h 1114920"/>
              <a:gd name="csX3887" fmla="*/ 669536 w 1722333"/>
              <a:gd name="csY3887" fmla="*/ 1112954 h 1114920"/>
              <a:gd name="csX3888" fmla="*/ 669705 w 1722333"/>
              <a:gd name="csY3888" fmla="*/ 1112927 h 1114920"/>
              <a:gd name="csX3889" fmla="*/ 669883 w 1722333"/>
              <a:gd name="csY3889" fmla="*/ 1112910 h 1114920"/>
              <a:gd name="csX3890" fmla="*/ 670052 w 1722333"/>
              <a:gd name="csY3890" fmla="*/ 1112883 h 1114920"/>
              <a:gd name="csX3891" fmla="*/ 670221 w 1722333"/>
              <a:gd name="csY3891" fmla="*/ 1112856 h 1114920"/>
              <a:gd name="csX3892" fmla="*/ 670399 w 1722333"/>
              <a:gd name="csY3892" fmla="*/ 1112838 h 1114920"/>
              <a:gd name="csX3893" fmla="*/ 670568 w 1722333"/>
              <a:gd name="csY3893" fmla="*/ 1112812 h 1114920"/>
              <a:gd name="csX3894" fmla="*/ 670746 w 1722333"/>
              <a:gd name="csY3894" fmla="*/ 1112785 h 1114920"/>
              <a:gd name="csX3895" fmla="*/ 670915 w 1722333"/>
              <a:gd name="csY3895" fmla="*/ 1112767 h 1114920"/>
              <a:gd name="csX3896" fmla="*/ 671084 w 1722333"/>
              <a:gd name="csY3896" fmla="*/ 1112741 h 1114920"/>
              <a:gd name="csX3897" fmla="*/ 671262 w 1722333"/>
              <a:gd name="csY3897" fmla="*/ 1112714 h 1114920"/>
              <a:gd name="csX3898" fmla="*/ 671431 w 1722333"/>
              <a:gd name="csY3898" fmla="*/ 1112687 h 1114920"/>
              <a:gd name="csX3899" fmla="*/ 671600 w 1722333"/>
              <a:gd name="csY3899" fmla="*/ 1112669 h 1114920"/>
              <a:gd name="csX3900" fmla="*/ 671778 w 1722333"/>
              <a:gd name="csY3900" fmla="*/ 1112643 h 1114920"/>
              <a:gd name="csX3901" fmla="*/ 671947 w 1722333"/>
              <a:gd name="csY3901" fmla="*/ 1112616 h 1114920"/>
              <a:gd name="csX3902" fmla="*/ 672116 w 1722333"/>
              <a:gd name="csY3902" fmla="*/ 1112589 h 1114920"/>
              <a:gd name="csX3903" fmla="*/ 672294 w 1722333"/>
              <a:gd name="csY3903" fmla="*/ 1112563 h 1114920"/>
              <a:gd name="csX3904" fmla="*/ 672463 w 1722333"/>
              <a:gd name="csY3904" fmla="*/ 1112536 h 1114920"/>
              <a:gd name="csX3905" fmla="*/ 672641 w 1722333"/>
              <a:gd name="csY3905" fmla="*/ 1112509 h 1114920"/>
              <a:gd name="csX3906" fmla="*/ 672810 w 1722333"/>
              <a:gd name="csY3906" fmla="*/ 1112483 h 1114920"/>
              <a:gd name="csX3907" fmla="*/ 672979 w 1722333"/>
              <a:gd name="csY3907" fmla="*/ 1112456 h 1114920"/>
              <a:gd name="csX3908" fmla="*/ 673157 w 1722333"/>
              <a:gd name="csY3908" fmla="*/ 1112429 h 1114920"/>
              <a:gd name="csX3909" fmla="*/ 673326 w 1722333"/>
              <a:gd name="csY3909" fmla="*/ 1112394 h 1114920"/>
              <a:gd name="csX3910" fmla="*/ 673495 w 1722333"/>
              <a:gd name="csY3910" fmla="*/ 1112367 h 1114920"/>
              <a:gd name="csX3911" fmla="*/ 673673 w 1722333"/>
              <a:gd name="csY3911" fmla="*/ 1112340 h 1114920"/>
              <a:gd name="csX3912" fmla="*/ 673842 w 1722333"/>
              <a:gd name="csY3912" fmla="*/ 1112314 h 1114920"/>
              <a:gd name="csX3913" fmla="*/ 674011 w 1722333"/>
              <a:gd name="csY3913" fmla="*/ 1112278 h 1114920"/>
              <a:gd name="csX3914" fmla="*/ 674189 w 1722333"/>
              <a:gd name="csY3914" fmla="*/ 1112251 h 1114920"/>
              <a:gd name="csX3915" fmla="*/ 674358 w 1722333"/>
              <a:gd name="csY3915" fmla="*/ 1112225 h 1114920"/>
              <a:gd name="csX3916" fmla="*/ 674536 w 1722333"/>
              <a:gd name="csY3916" fmla="*/ 1112189 h 1114920"/>
              <a:gd name="csX3917" fmla="*/ 674705 w 1722333"/>
              <a:gd name="csY3917" fmla="*/ 1112162 h 1114920"/>
              <a:gd name="csX3918" fmla="*/ 674874 w 1722333"/>
              <a:gd name="csY3918" fmla="*/ 1112127 h 1114920"/>
              <a:gd name="csX3919" fmla="*/ 675052 w 1722333"/>
              <a:gd name="csY3919" fmla="*/ 1112100 h 1114920"/>
              <a:gd name="csX3920" fmla="*/ 675221 w 1722333"/>
              <a:gd name="csY3920" fmla="*/ 1112064 h 1114920"/>
              <a:gd name="csX3921" fmla="*/ 675390 w 1722333"/>
              <a:gd name="csY3921" fmla="*/ 1112038 h 1114920"/>
              <a:gd name="csX3922" fmla="*/ 675568 w 1722333"/>
              <a:gd name="csY3922" fmla="*/ 1112002 h 1114920"/>
              <a:gd name="csX3923" fmla="*/ 675737 w 1722333"/>
              <a:gd name="csY3923" fmla="*/ 1111976 h 1114920"/>
              <a:gd name="csX3924" fmla="*/ 675906 w 1722333"/>
              <a:gd name="csY3924" fmla="*/ 1111940 h 1114920"/>
              <a:gd name="csX3925" fmla="*/ 676084 w 1722333"/>
              <a:gd name="csY3925" fmla="*/ 1111904 h 1114920"/>
              <a:gd name="csX3926" fmla="*/ 676253 w 1722333"/>
              <a:gd name="csY3926" fmla="*/ 1111878 h 1114920"/>
              <a:gd name="csX3927" fmla="*/ 676431 w 1722333"/>
              <a:gd name="csY3927" fmla="*/ 1111842 h 1114920"/>
              <a:gd name="csX3928" fmla="*/ 676600 w 1722333"/>
              <a:gd name="csY3928" fmla="*/ 1111807 h 1114920"/>
              <a:gd name="csX3929" fmla="*/ 676769 w 1722333"/>
              <a:gd name="csY3929" fmla="*/ 1111771 h 1114920"/>
              <a:gd name="csX3930" fmla="*/ 676947 w 1722333"/>
              <a:gd name="csY3930" fmla="*/ 1111735 h 1114920"/>
              <a:gd name="csX3931" fmla="*/ 677116 w 1722333"/>
              <a:gd name="csY3931" fmla="*/ 1111700 h 1114920"/>
              <a:gd name="csX3932" fmla="*/ 677285 w 1722333"/>
              <a:gd name="csY3932" fmla="*/ 1111664 h 1114920"/>
              <a:gd name="csX3933" fmla="*/ 677463 w 1722333"/>
              <a:gd name="csY3933" fmla="*/ 1111629 h 1114920"/>
              <a:gd name="csX3934" fmla="*/ 677632 w 1722333"/>
              <a:gd name="csY3934" fmla="*/ 1111593 h 1114920"/>
              <a:gd name="csX3935" fmla="*/ 677801 w 1722333"/>
              <a:gd name="csY3935" fmla="*/ 1111557 h 1114920"/>
              <a:gd name="csX3936" fmla="*/ 677979 w 1722333"/>
              <a:gd name="csY3936" fmla="*/ 1111522 h 1114920"/>
              <a:gd name="csX3937" fmla="*/ 678148 w 1722333"/>
              <a:gd name="csY3937" fmla="*/ 1111486 h 1114920"/>
              <a:gd name="csX3938" fmla="*/ 678317 w 1722333"/>
              <a:gd name="csY3938" fmla="*/ 1111442 h 1114920"/>
              <a:gd name="csX3939" fmla="*/ 678495 w 1722333"/>
              <a:gd name="csY3939" fmla="*/ 1111406 h 1114920"/>
              <a:gd name="csX3940" fmla="*/ 678664 w 1722333"/>
              <a:gd name="csY3940" fmla="*/ 1111371 h 1114920"/>
              <a:gd name="csX3941" fmla="*/ 678842 w 1722333"/>
              <a:gd name="csY3941" fmla="*/ 1111335 h 1114920"/>
              <a:gd name="csX3942" fmla="*/ 679011 w 1722333"/>
              <a:gd name="csY3942" fmla="*/ 1111290 h 1114920"/>
              <a:gd name="csX3943" fmla="*/ 679180 w 1722333"/>
              <a:gd name="csY3943" fmla="*/ 1111255 h 1114920"/>
              <a:gd name="csX3944" fmla="*/ 679358 w 1722333"/>
              <a:gd name="csY3944" fmla="*/ 1111210 h 1114920"/>
              <a:gd name="csX3945" fmla="*/ 679527 w 1722333"/>
              <a:gd name="csY3945" fmla="*/ 1111175 h 1114920"/>
              <a:gd name="csX3946" fmla="*/ 679696 w 1722333"/>
              <a:gd name="csY3946" fmla="*/ 1111130 h 1114920"/>
              <a:gd name="csX3947" fmla="*/ 679874 w 1722333"/>
              <a:gd name="csY3947" fmla="*/ 1111086 h 1114920"/>
              <a:gd name="csX3948" fmla="*/ 680043 w 1722333"/>
              <a:gd name="csY3948" fmla="*/ 1111050 h 1114920"/>
              <a:gd name="csX3949" fmla="*/ 680212 w 1722333"/>
              <a:gd name="csY3949" fmla="*/ 1111006 h 1114920"/>
              <a:gd name="csX3950" fmla="*/ 680390 w 1722333"/>
              <a:gd name="csY3950" fmla="*/ 1110961 h 1114920"/>
              <a:gd name="csX3951" fmla="*/ 680559 w 1722333"/>
              <a:gd name="csY3951" fmla="*/ 1110926 h 1114920"/>
              <a:gd name="csX3952" fmla="*/ 680737 w 1722333"/>
              <a:gd name="csY3952" fmla="*/ 1110881 h 1114920"/>
              <a:gd name="csX3953" fmla="*/ 680906 w 1722333"/>
              <a:gd name="csY3953" fmla="*/ 1110837 h 1114920"/>
              <a:gd name="csX3954" fmla="*/ 681075 w 1722333"/>
              <a:gd name="csY3954" fmla="*/ 1110792 h 1114920"/>
              <a:gd name="csX3955" fmla="*/ 681253 w 1722333"/>
              <a:gd name="csY3955" fmla="*/ 1110748 h 1114920"/>
              <a:gd name="csX3956" fmla="*/ 681422 w 1722333"/>
              <a:gd name="csY3956" fmla="*/ 1110703 h 1114920"/>
              <a:gd name="csX3957" fmla="*/ 681591 w 1722333"/>
              <a:gd name="csY3957" fmla="*/ 1110659 h 1114920"/>
              <a:gd name="csX3958" fmla="*/ 681769 w 1722333"/>
              <a:gd name="csY3958" fmla="*/ 1110614 h 1114920"/>
              <a:gd name="csX3959" fmla="*/ 681938 w 1722333"/>
              <a:gd name="csY3959" fmla="*/ 1110561 h 1114920"/>
              <a:gd name="csX3960" fmla="*/ 682107 w 1722333"/>
              <a:gd name="csY3960" fmla="*/ 1110517 h 1114920"/>
              <a:gd name="csX3961" fmla="*/ 682285 w 1722333"/>
              <a:gd name="csY3961" fmla="*/ 1110472 h 1114920"/>
              <a:gd name="csX3962" fmla="*/ 682454 w 1722333"/>
              <a:gd name="csY3962" fmla="*/ 1110419 h 1114920"/>
              <a:gd name="csX3963" fmla="*/ 682632 w 1722333"/>
              <a:gd name="csY3963" fmla="*/ 1110374 h 1114920"/>
              <a:gd name="csX3964" fmla="*/ 682801 w 1722333"/>
              <a:gd name="csY3964" fmla="*/ 1110330 h 1114920"/>
              <a:gd name="csX3965" fmla="*/ 682970 w 1722333"/>
              <a:gd name="csY3965" fmla="*/ 1110276 h 1114920"/>
              <a:gd name="csX3966" fmla="*/ 683148 w 1722333"/>
              <a:gd name="csY3966" fmla="*/ 1110223 h 1114920"/>
              <a:gd name="csX3967" fmla="*/ 683317 w 1722333"/>
              <a:gd name="csY3967" fmla="*/ 1110178 h 1114920"/>
              <a:gd name="csX3968" fmla="*/ 683486 w 1722333"/>
              <a:gd name="csY3968" fmla="*/ 1110125 h 1114920"/>
              <a:gd name="csX3969" fmla="*/ 683664 w 1722333"/>
              <a:gd name="csY3969" fmla="*/ 1110072 h 1114920"/>
              <a:gd name="csX3970" fmla="*/ 683833 w 1722333"/>
              <a:gd name="csY3970" fmla="*/ 1110027 h 1114920"/>
              <a:gd name="csX3971" fmla="*/ 684002 w 1722333"/>
              <a:gd name="csY3971" fmla="*/ 1109974 h 1114920"/>
              <a:gd name="csX3972" fmla="*/ 684180 w 1722333"/>
              <a:gd name="csY3972" fmla="*/ 1109920 h 1114920"/>
              <a:gd name="csX3973" fmla="*/ 684349 w 1722333"/>
              <a:gd name="csY3973" fmla="*/ 1109867 h 1114920"/>
              <a:gd name="csX3974" fmla="*/ 684527 w 1722333"/>
              <a:gd name="csY3974" fmla="*/ 1109814 h 1114920"/>
              <a:gd name="csX3975" fmla="*/ 684696 w 1722333"/>
              <a:gd name="csY3975" fmla="*/ 1109760 h 1114920"/>
              <a:gd name="csX3976" fmla="*/ 684865 w 1722333"/>
              <a:gd name="csY3976" fmla="*/ 1109707 h 1114920"/>
              <a:gd name="csX3977" fmla="*/ 685043 w 1722333"/>
              <a:gd name="csY3977" fmla="*/ 1109654 h 1114920"/>
              <a:gd name="csX3978" fmla="*/ 685212 w 1722333"/>
              <a:gd name="csY3978" fmla="*/ 1109591 h 1114920"/>
              <a:gd name="csX3979" fmla="*/ 685381 w 1722333"/>
              <a:gd name="csY3979" fmla="*/ 1109538 h 1114920"/>
              <a:gd name="csX3980" fmla="*/ 685559 w 1722333"/>
              <a:gd name="csY3980" fmla="*/ 1109484 h 1114920"/>
              <a:gd name="csX3981" fmla="*/ 685728 w 1722333"/>
              <a:gd name="csY3981" fmla="*/ 1109422 h 1114920"/>
              <a:gd name="csX3982" fmla="*/ 685897 w 1722333"/>
              <a:gd name="csY3982" fmla="*/ 1109369 h 1114920"/>
              <a:gd name="csX3983" fmla="*/ 686075 w 1722333"/>
              <a:gd name="csY3983" fmla="*/ 1109307 h 1114920"/>
              <a:gd name="csX3984" fmla="*/ 686244 w 1722333"/>
              <a:gd name="csY3984" fmla="*/ 1109253 h 1114920"/>
              <a:gd name="csX3985" fmla="*/ 686413 w 1722333"/>
              <a:gd name="csY3985" fmla="*/ 1109191 h 1114920"/>
              <a:gd name="csX3986" fmla="*/ 686591 w 1722333"/>
              <a:gd name="csY3986" fmla="*/ 1109129 h 1114920"/>
              <a:gd name="csX3987" fmla="*/ 686760 w 1722333"/>
              <a:gd name="csY3987" fmla="*/ 1109075 h 1114920"/>
              <a:gd name="csX3988" fmla="*/ 686938 w 1722333"/>
              <a:gd name="csY3988" fmla="*/ 1109013 h 1114920"/>
              <a:gd name="csX3989" fmla="*/ 687107 w 1722333"/>
              <a:gd name="csY3989" fmla="*/ 1108951 h 1114920"/>
              <a:gd name="csX3990" fmla="*/ 687276 w 1722333"/>
              <a:gd name="csY3990" fmla="*/ 1108888 h 1114920"/>
              <a:gd name="csX3991" fmla="*/ 687454 w 1722333"/>
              <a:gd name="csY3991" fmla="*/ 1108826 h 1114920"/>
              <a:gd name="csX3992" fmla="*/ 687623 w 1722333"/>
              <a:gd name="csY3992" fmla="*/ 1108764 h 1114920"/>
              <a:gd name="csX3993" fmla="*/ 687792 w 1722333"/>
              <a:gd name="csY3993" fmla="*/ 1108693 h 1114920"/>
              <a:gd name="csX3994" fmla="*/ 687970 w 1722333"/>
              <a:gd name="csY3994" fmla="*/ 1108630 h 1114920"/>
              <a:gd name="csX3995" fmla="*/ 688139 w 1722333"/>
              <a:gd name="csY3995" fmla="*/ 1108568 h 1114920"/>
              <a:gd name="csX3996" fmla="*/ 688308 w 1722333"/>
              <a:gd name="csY3996" fmla="*/ 1108506 h 1114920"/>
              <a:gd name="csX3997" fmla="*/ 688486 w 1722333"/>
              <a:gd name="csY3997" fmla="*/ 1108435 h 1114920"/>
              <a:gd name="csX3998" fmla="*/ 688655 w 1722333"/>
              <a:gd name="csY3998" fmla="*/ 1108372 h 1114920"/>
              <a:gd name="csX3999" fmla="*/ 688833 w 1722333"/>
              <a:gd name="csY3999" fmla="*/ 1108301 h 1114920"/>
              <a:gd name="csX4000" fmla="*/ 689002 w 1722333"/>
              <a:gd name="csY4000" fmla="*/ 1108230 h 1114920"/>
              <a:gd name="csX4001" fmla="*/ 689171 w 1722333"/>
              <a:gd name="csY4001" fmla="*/ 1108168 h 1114920"/>
              <a:gd name="csX4002" fmla="*/ 689349 w 1722333"/>
              <a:gd name="csY4002" fmla="*/ 1108097 h 1114920"/>
              <a:gd name="csX4003" fmla="*/ 689518 w 1722333"/>
              <a:gd name="csY4003" fmla="*/ 1108026 h 1114920"/>
              <a:gd name="csX4004" fmla="*/ 689687 w 1722333"/>
              <a:gd name="csY4004" fmla="*/ 1107954 h 1114920"/>
              <a:gd name="csX4005" fmla="*/ 689865 w 1722333"/>
              <a:gd name="csY4005" fmla="*/ 1107883 h 1114920"/>
              <a:gd name="csX4006" fmla="*/ 690034 w 1722333"/>
              <a:gd name="csY4006" fmla="*/ 1107812 h 1114920"/>
              <a:gd name="csX4007" fmla="*/ 690203 w 1722333"/>
              <a:gd name="csY4007" fmla="*/ 1107741 h 1114920"/>
              <a:gd name="csX4008" fmla="*/ 690381 w 1722333"/>
              <a:gd name="csY4008" fmla="*/ 1107661 h 1114920"/>
              <a:gd name="csX4009" fmla="*/ 690550 w 1722333"/>
              <a:gd name="csY4009" fmla="*/ 1107590 h 1114920"/>
              <a:gd name="csX4010" fmla="*/ 690728 w 1722333"/>
              <a:gd name="csY4010" fmla="*/ 1107518 h 1114920"/>
              <a:gd name="csX4011" fmla="*/ 690897 w 1722333"/>
              <a:gd name="csY4011" fmla="*/ 1107438 h 1114920"/>
              <a:gd name="csX4012" fmla="*/ 691066 w 1722333"/>
              <a:gd name="csY4012" fmla="*/ 1107367 h 1114920"/>
              <a:gd name="csX4013" fmla="*/ 691243 w 1722333"/>
              <a:gd name="csY4013" fmla="*/ 1107287 h 1114920"/>
              <a:gd name="csX4014" fmla="*/ 691413 w 1722333"/>
              <a:gd name="csY4014" fmla="*/ 1107207 h 1114920"/>
              <a:gd name="csX4015" fmla="*/ 691582 w 1722333"/>
              <a:gd name="csY4015" fmla="*/ 1107136 h 1114920"/>
              <a:gd name="csX4016" fmla="*/ 691760 w 1722333"/>
              <a:gd name="csY4016" fmla="*/ 1107056 h 1114920"/>
              <a:gd name="csX4017" fmla="*/ 691929 w 1722333"/>
              <a:gd name="csY4017" fmla="*/ 1106976 h 1114920"/>
              <a:gd name="csX4018" fmla="*/ 692098 w 1722333"/>
              <a:gd name="csY4018" fmla="*/ 1106896 h 1114920"/>
              <a:gd name="csX4019" fmla="*/ 692275 w 1722333"/>
              <a:gd name="csY4019" fmla="*/ 1106816 h 1114920"/>
              <a:gd name="csX4020" fmla="*/ 692445 w 1722333"/>
              <a:gd name="csY4020" fmla="*/ 1106727 h 1114920"/>
              <a:gd name="csX4021" fmla="*/ 692614 w 1722333"/>
              <a:gd name="csY4021" fmla="*/ 1106647 h 1114920"/>
              <a:gd name="csX4022" fmla="*/ 692792 w 1722333"/>
              <a:gd name="csY4022" fmla="*/ 1106567 h 1114920"/>
              <a:gd name="csX4023" fmla="*/ 692961 w 1722333"/>
              <a:gd name="csY4023" fmla="*/ 1106477 h 1114920"/>
              <a:gd name="csX4024" fmla="*/ 693138 w 1722333"/>
              <a:gd name="csY4024" fmla="*/ 1106397 h 1114920"/>
              <a:gd name="csX4025" fmla="*/ 693308 w 1722333"/>
              <a:gd name="csY4025" fmla="*/ 1106309 h 1114920"/>
              <a:gd name="csX4026" fmla="*/ 693476 w 1722333"/>
              <a:gd name="csY4026" fmla="*/ 1106220 h 1114920"/>
              <a:gd name="csX4027" fmla="*/ 693654 w 1722333"/>
              <a:gd name="csY4027" fmla="*/ 1106139 h 1114920"/>
              <a:gd name="csX4028" fmla="*/ 693823 w 1722333"/>
              <a:gd name="csY4028" fmla="*/ 1106050 h 1114920"/>
              <a:gd name="csX4029" fmla="*/ 693993 w 1722333"/>
              <a:gd name="csY4029" fmla="*/ 1105962 h 1114920"/>
              <a:gd name="csX4030" fmla="*/ 694170 w 1722333"/>
              <a:gd name="csY4030" fmla="*/ 1105873 h 1114920"/>
              <a:gd name="csX4031" fmla="*/ 694340 w 1722333"/>
              <a:gd name="csY4031" fmla="*/ 1105784 h 1114920"/>
              <a:gd name="csX4032" fmla="*/ 694509 w 1722333"/>
              <a:gd name="csY4032" fmla="*/ 1105686 h 1114920"/>
              <a:gd name="csX4033" fmla="*/ 694687 w 1722333"/>
              <a:gd name="csY4033" fmla="*/ 1105597 h 1114920"/>
              <a:gd name="csX4034" fmla="*/ 694855 w 1722333"/>
              <a:gd name="csY4034" fmla="*/ 1105508 h 1114920"/>
              <a:gd name="csX4035" fmla="*/ 695033 w 1722333"/>
              <a:gd name="csY4035" fmla="*/ 1105410 h 1114920"/>
              <a:gd name="csX4036" fmla="*/ 695202 w 1722333"/>
              <a:gd name="csY4036" fmla="*/ 1105312 h 1114920"/>
              <a:gd name="csX4037" fmla="*/ 695371 w 1722333"/>
              <a:gd name="csY4037" fmla="*/ 1105223 h 1114920"/>
              <a:gd name="csX4038" fmla="*/ 695549 w 1722333"/>
              <a:gd name="csY4038" fmla="*/ 1105125 h 1114920"/>
              <a:gd name="csX4039" fmla="*/ 695718 w 1722333"/>
              <a:gd name="csY4039" fmla="*/ 1105027 h 1114920"/>
              <a:gd name="csX4040" fmla="*/ 695888 w 1722333"/>
              <a:gd name="csY4040" fmla="*/ 1104930 h 1114920"/>
              <a:gd name="csX4041" fmla="*/ 696065 w 1722333"/>
              <a:gd name="csY4041" fmla="*/ 1104832 h 1114920"/>
              <a:gd name="csX4042" fmla="*/ 696234 w 1722333"/>
              <a:gd name="csY4042" fmla="*/ 1104734 h 1114920"/>
              <a:gd name="csX4043" fmla="*/ 696403 w 1722333"/>
              <a:gd name="csY4043" fmla="*/ 1104627 h 1114920"/>
              <a:gd name="csX4044" fmla="*/ 696581 w 1722333"/>
              <a:gd name="csY4044" fmla="*/ 1104529 h 1114920"/>
              <a:gd name="csX4045" fmla="*/ 696750 w 1722333"/>
              <a:gd name="csY4045" fmla="*/ 1104431 h 1114920"/>
              <a:gd name="csX4046" fmla="*/ 696928 w 1722333"/>
              <a:gd name="csY4046" fmla="*/ 1104325 h 1114920"/>
              <a:gd name="csX4047" fmla="*/ 697097 w 1722333"/>
              <a:gd name="csY4047" fmla="*/ 1104218 h 1114920"/>
              <a:gd name="csX4048" fmla="*/ 697266 w 1722333"/>
              <a:gd name="csY4048" fmla="*/ 1104120 h 1114920"/>
              <a:gd name="csX4049" fmla="*/ 697444 w 1722333"/>
              <a:gd name="csY4049" fmla="*/ 1104013 h 1114920"/>
              <a:gd name="csX4050" fmla="*/ 697613 w 1722333"/>
              <a:gd name="csY4050" fmla="*/ 1103907 h 1114920"/>
              <a:gd name="csX4051" fmla="*/ 697782 w 1722333"/>
              <a:gd name="csY4051" fmla="*/ 1103800 h 1114920"/>
              <a:gd name="csX4052" fmla="*/ 697960 w 1722333"/>
              <a:gd name="csY4052" fmla="*/ 1103684 h 1114920"/>
              <a:gd name="csX4053" fmla="*/ 698129 w 1722333"/>
              <a:gd name="csY4053" fmla="*/ 1103577 h 1114920"/>
              <a:gd name="csX4054" fmla="*/ 698298 w 1722333"/>
              <a:gd name="csY4054" fmla="*/ 1103470 h 1114920"/>
              <a:gd name="csX4055" fmla="*/ 698476 w 1722333"/>
              <a:gd name="csY4055" fmla="*/ 1103355 h 1114920"/>
              <a:gd name="csX4056" fmla="*/ 698645 w 1722333"/>
              <a:gd name="csY4056" fmla="*/ 1103239 h 1114920"/>
              <a:gd name="csX4057" fmla="*/ 698823 w 1722333"/>
              <a:gd name="csY4057" fmla="*/ 1103133 h 1114920"/>
              <a:gd name="csX4058" fmla="*/ 698992 w 1722333"/>
              <a:gd name="csY4058" fmla="*/ 1103017 h 1114920"/>
              <a:gd name="csX4059" fmla="*/ 699161 w 1722333"/>
              <a:gd name="csY4059" fmla="*/ 1102901 h 1114920"/>
              <a:gd name="csX4060" fmla="*/ 699339 w 1722333"/>
              <a:gd name="csY4060" fmla="*/ 1102786 h 1114920"/>
              <a:gd name="csX4061" fmla="*/ 699508 w 1722333"/>
              <a:gd name="csY4061" fmla="*/ 1102670 h 1114920"/>
              <a:gd name="csX4062" fmla="*/ 699677 w 1722333"/>
              <a:gd name="csY4062" fmla="*/ 1102545 h 1114920"/>
              <a:gd name="csX4063" fmla="*/ 699855 w 1722333"/>
              <a:gd name="csY4063" fmla="*/ 1102430 h 1114920"/>
              <a:gd name="csX4064" fmla="*/ 700024 w 1722333"/>
              <a:gd name="csY4064" fmla="*/ 1102305 h 1114920"/>
              <a:gd name="csX4065" fmla="*/ 700193 w 1722333"/>
              <a:gd name="csY4065" fmla="*/ 1102189 h 1114920"/>
              <a:gd name="csX4066" fmla="*/ 700371 w 1722333"/>
              <a:gd name="csY4066" fmla="*/ 1102065 h 1114920"/>
              <a:gd name="csX4067" fmla="*/ 700540 w 1722333"/>
              <a:gd name="csY4067" fmla="*/ 1101940 h 1114920"/>
              <a:gd name="csX4068" fmla="*/ 700709 w 1722333"/>
              <a:gd name="csY4068" fmla="*/ 1101816 h 1114920"/>
              <a:gd name="csX4069" fmla="*/ 700887 w 1722333"/>
              <a:gd name="csY4069" fmla="*/ 1101691 h 1114920"/>
              <a:gd name="csX4070" fmla="*/ 701056 w 1722333"/>
              <a:gd name="csY4070" fmla="*/ 1101567 h 1114920"/>
              <a:gd name="csX4071" fmla="*/ 701234 w 1722333"/>
              <a:gd name="csY4071" fmla="*/ 1101433 h 1114920"/>
              <a:gd name="csX4072" fmla="*/ 701403 w 1722333"/>
              <a:gd name="csY4072" fmla="*/ 1101309 h 1114920"/>
              <a:gd name="csX4073" fmla="*/ 701572 w 1722333"/>
              <a:gd name="csY4073" fmla="*/ 1101175 h 1114920"/>
              <a:gd name="csX4074" fmla="*/ 701750 w 1722333"/>
              <a:gd name="csY4074" fmla="*/ 1101051 h 1114920"/>
              <a:gd name="csX4075" fmla="*/ 701919 w 1722333"/>
              <a:gd name="csY4075" fmla="*/ 1100917 h 1114920"/>
              <a:gd name="csX4076" fmla="*/ 702088 w 1722333"/>
              <a:gd name="csY4076" fmla="*/ 1100784 h 1114920"/>
              <a:gd name="csX4077" fmla="*/ 702266 w 1722333"/>
              <a:gd name="csY4077" fmla="*/ 1100650 h 1114920"/>
              <a:gd name="csX4078" fmla="*/ 702435 w 1722333"/>
              <a:gd name="csY4078" fmla="*/ 1100517 h 1114920"/>
              <a:gd name="csX4079" fmla="*/ 702604 w 1722333"/>
              <a:gd name="csY4079" fmla="*/ 1100375 h 1114920"/>
              <a:gd name="csX4080" fmla="*/ 702782 w 1722333"/>
              <a:gd name="csY4080" fmla="*/ 1100241 h 1114920"/>
              <a:gd name="csX4081" fmla="*/ 702951 w 1722333"/>
              <a:gd name="csY4081" fmla="*/ 1100099 h 1114920"/>
              <a:gd name="csX4082" fmla="*/ 703129 w 1722333"/>
              <a:gd name="csY4082" fmla="*/ 1099956 h 1114920"/>
              <a:gd name="csX4083" fmla="*/ 703298 w 1722333"/>
              <a:gd name="csY4083" fmla="*/ 1099814 h 1114920"/>
              <a:gd name="csX4084" fmla="*/ 703467 w 1722333"/>
              <a:gd name="csY4084" fmla="*/ 1099672 h 1114920"/>
              <a:gd name="csX4085" fmla="*/ 703645 w 1722333"/>
              <a:gd name="csY4085" fmla="*/ 1099529 h 1114920"/>
              <a:gd name="csX4086" fmla="*/ 703814 w 1722333"/>
              <a:gd name="csY4086" fmla="*/ 1099387 h 1114920"/>
              <a:gd name="csX4087" fmla="*/ 703983 w 1722333"/>
              <a:gd name="csY4087" fmla="*/ 1099245 h 1114920"/>
              <a:gd name="csX4088" fmla="*/ 704161 w 1722333"/>
              <a:gd name="csY4088" fmla="*/ 1099093 h 1114920"/>
              <a:gd name="csX4089" fmla="*/ 704330 w 1722333"/>
              <a:gd name="csY4089" fmla="*/ 1098942 h 1114920"/>
              <a:gd name="csX4090" fmla="*/ 704499 w 1722333"/>
              <a:gd name="csY4090" fmla="*/ 1098800 h 1114920"/>
              <a:gd name="csX4091" fmla="*/ 704677 w 1722333"/>
              <a:gd name="csY4091" fmla="*/ 1098649 h 1114920"/>
              <a:gd name="csX4092" fmla="*/ 704846 w 1722333"/>
              <a:gd name="csY4092" fmla="*/ 1098497 h 1114920"/>
              <a:gd name="csX4093" fmla="*/ 705024 w 1722333"/>
              <a:gd name="csY4093" fmla="*/ 1098337 h 1114920"/>
              <a:gd name="csX4094" fmla="*/ 705193 w 1722333"/>
              <a:gd name="csY4094" fmla="*/ 1098186 h 1114920"/>
              <a:gd name="csX4095" fmla="*/ 705362 w 1722333"/>
              <a:gd name="csY4095" fmla="*/ 1098026 h 1114920"/>
              <a:gd name="csX4096" fmla="*/ 705540 w 1722333"/>
              <a:gd name="csY4096" fmla="*/ 1097875 h 1114920"/>
              <a:gd name="csX4097" fmla="*/ 705709 w 1722333"/>
              <a:gd name="csY4097" fmla="*/ 1097714 h 1114920"/>
              <a:gd name="csX4098" fmla="*/ 705878 w 1722333"/>
              <a:gd name="csY4098" fmla="*/ 1097554 h 1114920"/>
              <a:gd name="csX4099" fmla="*/ 706056 w 1722333"/>
              <a:gd name="csY4099" fmla="*/ 1097394 h 1114920"/>
              <a:gd name="csX4100" fmla="*/ 706225 w 1722333"/>
              <a:gd name="csY4100" fmla="*/ 1097234 h 1114920"/>
              <a:gd name="csX4101" fmla="*/ 706394 w 1722333"/>
              <a:gd name="csY4101" fmla="*/ 1097065 h 1114920"/>
              <a:gd name="csX4102" fmla="*/ 706572 w 1722333"/>
              <a:gd name="csY4102" fmla="*/ 1096905 h 1114920"/>
              <a:gd name="csX4103" fmla="*/ 706741 w 1722333"/>
              <a:gd name="csY4103" fmla="*/ 1096736 h 1114920"/>
              <a:gd name="csX4104" fmla="*/ 706919 w 1722333"/>
              <a:gd name="csY4104" fmla="*/ 1096567 h 1114920"/>
              <a:gd name="csX4105" fmla="*/ 707088 w 1722333"/>
              <a:gd name="csY4105" fmla="*/ 1096398 h 1114920"/>
              <a:gd name="csX4106" fmla="*/ 707257 w 1722333"/>
              <a:gd name="csY4106" fmla="*/ 1096229 h 1114920"/>
              <a:gd name="csX4107" fmla="*/ 707435 w 1722333"/>
              <a:gd name="csY4107" fmla="*/ 1096060 h 1114920"/>
              <a:gd name="csX4108" fmla="*/ 707604 w 1722333"/>
              <a:gd name="csY4108" fmla="*/ 1095882 h 1114920"/>
              <a:gd name="csX4109" fmla="*/ 707773 w 1722333"/>
              <a:gd name="csY4109" fmla="*/ 1095713 h 1114920"/>
              <a:gd name="csX4110" fmla="*/ 707951 w 1722333"/>
              <a:gd name="csY4110" fmla="*/ 1095535 h 1114920"/>
              <a:gd name="csX4111" fmla="*/ 708120 w 1722333"/>
              <a:gd name="csY4111" fmla="*/ 1095357 h 1114920"/>
              <a:gd name="csX4112" fmla="*/ 708289 w 1722333"/>
              <a:gd name="csY4112" fmla="*/ 1095179 h 1114920"/>
              <a:gd name="csX4113" fmla="*/ 708467 w 1722333"/>
              <a:gd name="csY4113" fmla="*/ 1095001 h 1114920"/>
              <a:gd name="csX4114" fmla="*/ 708636 w 1722333"/>
              <a:gd name="csY4114" fmla="*/ 1094814 h 1114920"/>
              <a:gd name="csX4115" fmla="*/ 708805 w 1722333"/>
              <a:gd name="csY4115" fmla="*/ 1094636 h 1114920"/>
              <a:gd name="csX4116" fmla="*/ 708983 w 1722333"/>
              <a:gd name="csY4116" fmla="*/ 1094450 h 1114920"/>
              <a:gd name="csX4117" fmla="*/ 709152 w 1722333"/>
              <a:gd name="csY4117" fmla="*/ 1094263 h 1114920"/>
              <a:gd name="csX4118" fmla="*/ 709330 w 1722333"/>
              <a:gd name="csY4118" fmla="*/ 1094076 h 1114920"/>
              <a:gd name="csX4119" fmla="*/ 709499 w 1722333"/>
              <a:gd name="csY4119" fmla="*/ 1093889 h 1114920"/>
              <a:gd name="csX4120" fmla="*/ 709668 w 1722333"/>
              <a:gd name="csY4120" fmla="*/ 1093693 h 1114920"/>
              <a:gd name="csX4121" fmla="*/ 709846 w 1722333"/>
              <a:gd name="csY4121" fmla="*/ 1093506 h 1114920"/>
              <a:gd name="csX4122" fmla="*/ 710015 w 1722333"/>
              <a:gd name="csY4122" fmla="*/ 1093311 h 1114920"/>
              <a:gd name="csX4123" fmla="*/ 710184 w 1722333"/>
              <a:gd name="csY4123" fmla="*/ 1093115 h 1114920"/>
              <a:gd name="csX4124" fmla="*/ 710362 w 1722333"/>
              <a:gd name="csY4124" fmla="*/ 1092919 h 1114920"/>
              <a:gd name="csX4125" fmla="*/ 710531 w 1722333"/>
              <a:gd name="csY4125" fmla="*/ 1092724 h 1114920"/>
              <a:gd name="csX4126" fmla="*/ 710700 w 1722333"/>
              <a:gd name="csY4126" fmla="*/ 1092519 h 1114920"/>
              <a:gd name="csX4127" fmla="*/ 710878 w 1722333"/>
              <a:gd name="csY4127" fmla="*/ 1092323 h 1114920"/>
              <a:gd name="csX4128" fmla="*/ 711047 w 1722333"/>
              <a:gd name="csY4128" fmla="*/ 1092119 h 1114920"/>
              <a:gd name="csX4129" fmla="*/ 711225 w 1722333"/>
              <a:gd name="csY4129" fmla="*/ 1091914 h 1114920"/>
              <a:gd name="csX4130" fmla="*/ 711394 w 1722333"/>
              <a:gd name="csY4130" fmla="*/ 1091709 h 1114920"/>
              <a:gd name="csX4131" fmla="*/ 711563 w 1722333"/>
              <a:gd name="csY4131" fmla="*/ 1091496 h 1114920"/>
              <a:gd name="csX4132" fmla="*/ 711741 w 1722333"/>
              <a:gd name="csY4132" fmla="*/ 1091291 h 1114920"/>
              <a:gd name="csX4133" fmla="*/ 711910 w 1722333"/>
              <a:gd name="csY4133" fmla="*/ 1091078 h 1114920"/>
              <a:gd name="csX4134" fmla="*/ 712079 w 1722333"/>
              <a:gd name="csY4134" fmla="*/ 1090864 h 1114920"/>
              <a:gd name="csX4135" fmla="*/ 712257 w 1722333"/>
              <a:gd name="csY4135" fmla="*/ 1090651 h 1114920"/>
              <a:gd name="csX4136" fmla="*/ 712426 w 1722333"/>
              <a:gd name="csY4136" fmla="*/ 1090437 h 1114920"/>
              <a:gd name="csX4137" fmla="*/ 712595 w 1722333"/>
              <a:gd name="csY4137" fmla="*/ 1090215 h 1114920"/>
              <a:gd name="csX4138" fmla="*/ 712773 w 1722333"/>
              <a:gd name="csY4138" fmla="*/ 1090001 h 1114920"/>
              <a:gd name="csX4139" fmla="*/ 712942 w 1722333"/>
              <a:gd name="csY4139" fmla="*/ 1089779 h 1114920"/>
              <a:gd name="csX4140" fmla="*/ 713120 w 1722333"/>
              <a:gd name="csY4140" fmla="*/ 1089557 h 1114920"/>
              <a:gd name="csX4141" fmla="*/ 713289 w 1722333"/>
              <a:gd name="csY4141" fmla="*/ 1089334 h 1114920"/>
              <a:gd name="csX4142" fmla="*/ 713458 w 1722333"/>
              <a:gd name="csY4142" fmla="*/ 1089103 h 1114920"/>
              <a:gd name="csX4143" fmla="*/ 713636 w 1722333"/>
              <a:gd name="csY4143" fmla="*/ 1088880 h 1114920"/>
              <a:gd name="csX4144" fmla="*/ 713805 w 1722333"/>
              <a:gd name="csY4144" fmla="*/ 1088649 h 1114920"/>
              <a:gd name="csX4145" fmla="*/ 713974 w 1722333"/>
              <a:gd name="csY4145" fmla="*/ 1088418 h 1114920"/>
              <a:gd name="csX4146" fmla="*/ 714152 w 1722333"/>
              <a:gd name="csY4146" fmla="*/ 1088186 h 1114920"/>
              <a:gd name="csX4147" fmla="*/ 714321 w 1722333"/>
              <a:gd name="csY4147" fmla="*/ 1087955 h 1114920"/>
              <a:gd name="csX4148" fmla="*/ 714490 w 1722333"/>
              <a:gd name="csY4148" fmla="*/ 1087715 h 1114920"/>
              <a:gd name="csX4149" fmla="*/ 714668 w 1722333"/>
              <a:gd name="csY4149" fmla="*/ 1087475 h 1114920"/>
              <a:gd name="csX4150" fmla="*/ 714837 w 1722333"/>
              <a:gd name="csY4150" fmla="*/ 1087234 h 1114920"/>
              <a:gd name="csX4151" fmla="*/ 715015 w 1722333"/>
              <a:gd name="csY4151" fmla="*/ 1086994 h 1114920"/>
              <a:gd name="csX4152" fmla="*/ 715184 w 1722333"/>
              <a:gd name="csY4152" fmla="*/ 1086754 h 1114920"/>
              <a:gd name="csX4153" fmla="*/ 715353 w 1722333"/>
              <a:gd name="csY4153" fmla="*/ 1086505 h 1114920"/>
              <a:gd name="csX4154" fmla="*/ 715531 w 1722333"/>
              <a:gd name="csY4154" fmla="*/ 1086256 h 1114920"/>
              <a:gd name="csX4155" fmla="*/ 715700 w 1722333"/>
              <a:gd name="csY4155" fmla="*/ 1086007 h 1114920"/>
              <a:gd name="csX4156" fmla="*/ 715869 w 1722333"/>
              <a:gd name="csY4156" fmla="*/ 1085758 h 1114920"/>
              <a:gd name="csX4157" fmla="*/ 716047 w 1722333"/>
              <a:gd name="csY4157" fmla="*/ 1085509 h 1114920"/>
              <a:gd name="csX4158" fmla="*/ 716216 w 1722333"/>
              <a:gd name="csY4158" fmla="*/ 1085251 h 1114920"/>
              <a:gd name="csX4159" fmla="*/ 716385 w 1722333"/>
              <a:gd name="csY4159" fmla="*/ 1084993 h 1114920"/>
              <a:gd name="csX4160" fmla="*/ 716563 w 1722333"/>
              <a:gd name="csY4160" fmla="*/ 1084735 h 1114920"/>
              <a:gd name="csX4161" fmla="*/ 716732 w 1722333"/>
              <a:gd name="csY4161" fmla="*/ 1084477 h 1114920"/>
              <a:gd name="csX4162" fmla="*/ 716901 w 1722333"/>
              <a:gd name="csY4162" fmla="*/ 1084210 h 1114920"/>
              <a:gd name="csX4163" fmla="*/ 717079 w 1722333"/>
              <a:gd name="csY4163" fmla="*/ 1083952 h 1114920"/>
              <a:gd name="csX4164" fmla="*/ 717248 w 1722333"/>
              <a:gd name="csY4164" fmla="*/ 1083685 h 1114920"/>
              <a:gd name="csX4165" fmla="*/ 717426 w 1722333"/>
              <a:gd name="csY4165" fmla="*/ 1083409 h 1114920"/>
              <a:gd name="csX4166" fmla="*/ 717595 w 1722333"/>
              <a:gd name="csY4166" fmla="*/ 1083142 h 1114920"/>
              <a:gd name="csX4167" fmla="*/ 717764 w 1722333"/>
              <a:gd name="csY4167" fmla="*/ 1082866 h 1114920"/>
              <a:gd name="csX4168" fmla="*/ 717942 w 1722333"/>
              <a:gd name="csY4168" fmla="*/ 1082599 h 1114920"/>
              <a:gd name="csX4169" fmla="*/ 718111 w 1722333"/>
              <a:gd name="csY4169" fmla="*/ 1082324 h 1114920"/>
              <a:gd name="csX4170" fmla="*/ 718280 w 1722333"/>
              <a:gd name="csY4170" fmla="*/ 1082039 h 1114920"/>
              <a:gd name="csX4171" fmla="*/ 718458 w 1722333"/>
              <a:gd name="csY4171" fmla="*/ 1081763 h 1114920"/>
              <a:gd name="csX4172" fmla="*/ 718627 w 1722333"/>
              <a:gd name="csY4172" fmla="*/ 1081478 h 1114920"/>
              <a:gd name="csX4173" fmla="*/ 718796 w 1722333"/>
              <a:gd name="csY4173" fmla="*/ 1081194 h 1114920"/>
              <a:gd name="csX4174" fmla="*/ 718974 w 1722333"/>
              <a:gd name="csY4174" fmla="*/ 1080909 h 1114920"/>
              <a:gd name="csX4175" fmla="*/ 719143 w 1722333"/>
              <a:gd name="csY4175" fmla="*/ 1080616 h 1114920"/>
              <a:gd name="csX4176" fmla="*/ 719321 w 1722333"/>
              <a:gd name="csY4176" fmla="*/ 1080331 h 1114920"/>
              <a:gd name="csX4177" fmla="*/ 719490 w 1722333"/>
              <a:gd name="csY4177" fmla="*/ 1080037 h 1114920"/>
              <a:gd name="csX4178" fmla="*/ 719659 w 1722333"/>
              <a:gd name="csY4178" fmla="*/ 1079744 h 1114920"/>
              <a:gd name="csX4179" fmla="*/ 719837 w 1722333"/>
              <a:gd name="csY4179" fmla="*/ 1079441 h 1114920"/>
              <a:gd name="csX4180" fmla="*/ 720006 w 1722333"/>
              <a:gd name="csY4180" fmla="*/ 1079148 h 1114920"/>
              <a:gd name="csX4181" fmla="*/ 720175 w 1722333"/>
              <a:gd name="csY4181" fmla="*/ 1078845 h 1114920"/>
              <a:gd name="csX4182" fmla="*/ 720353 w 1722333"/>
              <a:gd name="csY4182" fmla="*/ 1078543 h 1114920"/>
              <a:gd name="csX4183" fmla="*/ 720522 w 1722333"/>
              <a:gd name="csY4183" fmla="*/ 1078231 h 1114920"/>
              <a:gd name="csX4184" fmla="*/ 720691 w 1722333"/>
              <a:gd name="csY4184" fmla="*/ 1077929 h 1114920"/>
              <a:gd name="csX4185" fmla="*/ 720869 w 1722333"/>
              <a:gd name="csY4185" fmla="*/ 1077617 h 1114920"/>
              <a:gd name="csX4186" fmla="*/ 721038 w 1722333"/>
              <a:gd name="csY4186" fmla="*/ 1077306 h 1114920"/>
              <a:gd name="csX4187" fmla="*/ 721216 w 1722333"/>
              <a:gd name="csY4187" fmla="*/ 1076986 h 1114920"/>
              <a:gd name="csX4188" fmla="*/ 721385 w 1722333"/>
              <a:gd name="csY4188" fmla="*/ 1076674 h 1114920"/>
              <a:gd name="csX4189" fmla="*/ 721554 w 1722333"/>
              <a:gd name="csY4189" fmla="*/ 1076354 h 1114920"/>
              <a:gd name="csX4190" fmla="*/ 721732 w 1722333"/>
              <a:gd name="csY4190" fmla="*/ 1076034 h 1114920"/>
              <a:gd name="csX4191" fmla="*/ 721901 w 1722333"/>
              <a:gd name="csY4191" fmla="*/ 1075705 h 1114920"/>
              <a:gd name="csX4192" fmla="*/ 722070 w 1722333"/>
              <a:gd name="csY4192" fmla="*/ 1075384 h 1114920"/>
              <a:gd name="csX4193" fmla="*/ 722248 w 1722333"/>
              <a:gd name="csY4193" fmla="*/ 1075055 h 1114920"/>
              <a:gd name="csX4194" fmla="*/ 722417 w 1722333"/>
              <a:gd name="csY4194" fmla="*/ 1074726 h 1114920"/>
              <a:gd name="csX4195" fmla="*/ 722586 w 1722333"/>
              <a:gd name="csY4195" fmla="*/ 1074388 h 1114920"/>
              <a:gd name="csX4196" fmla="*/ 722764 w 1722333"/>
              <a:gd name="csY4196" fmla="*/ 1074059 h 1114920"/>
              <a:gd name="csX4197" fmla="*/ 722933 w 1722333"/>
              <a:gd name="csY4197" fmla="*/ 1073721 h 1114920"/>
              <a:gd name="csX4198" fmla="*/ 723111 w 1722333"/>
              <a:gd name="csY4198" fmla="*/ 1073374 h 1114920"/>
              <a:gd name="csX4199" fmla="*/ 723280 w 1722333"/>
              <a:gd name="csY4199" fmla="*/ 1073036 h 1114920"/>
              <a:gd name="csX4200" fmla="*/ 723449 w 1722333"/>
              <a:gd name="csY4200" fmla="*/ 1072689 h 1114920"/>
              <a:gd name="csX4201" fmla="*/ 723627 w 1722333"/>
              <a:gd name="csY4201" fmla="*/ 1072342 h 1114920"/>
              <a:gd name="csX4202" fmla="*/ 723796 w 1722333"/>
              <a:gd name="csY4202" fmla="*/ 1071995 h 1114920"/>
              <a:gd name="csX4203" fmla="*/ 723965 w 1722333"/>
              <a:gd name="csY4203" fmla="*/ 1071639 h 1114920"/>
              <a:gd name="csX4204" fmla="*/ 724143 w 1722333"/>
              <a:gd name="csY4204" fmla="*/ 1071292 h 1114920"/>
              <a:gd name="csX4205" fmla="*/ 724312 w 1722333"/>
              <a:gd name="csY4205" fmla="*/ 1070927 h 1114920"/>
              <a:gd name="csX4206" fmla="*/ 724481 w 1722333"/>
              <a:gd name="csY4206" fmla="*/ 1070571 h 1114920"/>
              <a:gd name="csX4207" fmla="*/ 724659 w 1722333"/>
              <a:gd name="csY4207" fmla="*/ 1070207 h 1114920"/>
              <a:gd name="csX4208" fmla="*/ 724828 w 1722333"/>
              <a:gd name="csY4208" fmla="*/ 1069851 h 1114920"/>
              <a:gd name="csX4209" fmla="*/ 724997 w 1722333"/>
              <a:gd name="csY4209" fmla="*/ 1069477 h 1114920"/>
              <a:gd name="csX4210" fmla="*/ 725175 w 1722333"/>
              <a:gd name="csY4210" fmla="*/ 1069112 h 1114920"/>
              <a:gd name="csX4211" fmla="*/ 725344 w 1722333"/>
              <a:gd name="csY4211" fmla="*/ 1068739 h 1114920"/>
              <a:gd name="csX4212" fmla="*/ 725522 w 1722333"/>
              <a:gd name="csY4212" fmla="*/ 1068365 h 1114920"/>
              <a:gd name="csX4213" fmla="*/ 725691 w 1722333"/>
              <a:gd name="csY4213" fmla="*/ 1067992 h 1114920"/>
              <a:gd name="csX4214" fmla="*/ 725860 w 1722333"/>
              <a:gd name="csY4214" fmla="*/ 1067609 h 1114920"/>
              <a:gd name="csX4215" fmla="*/ 726038 w 1722333"/>
              <a:gd name="csY4215" fmla="*/ 1067226 h 1114920"/>
              <a:gd name="csX4216" fmla="*/ 726207 w 1722333"/>
              <a:gd name="csY4216" fmla="*/ 1066844 h 1114920"/>
              <a:gd name="csX4217" fmla="*/ 726376 w 1722333"/>
              <a:gd name="csY4217" fmla="*/ 1066452 h 1114920"/>
              <a:gd name="csX4218" fmla="*/ 726554 w 1722333"/>
              <a:gd name="csY4218" fmla="*/ 1066061 h 1114920"/>
              <a:gd name="csX4219" fmla="*/ 726723 w 1722333"/>
              <a:gd name="csY4219" fmla="*/ 1065669 h 1114920"/>
              <a:gd name="csX4220" fmla="*/ 726892 w 1722333"/>
              <a:gd name="csY4220" fmla="*/ 1065278 h 1114920"/>
              <a:gd name="csX4221" fmla="*/ 727069 w 1722333"/>
              <a:gd name="csY4221" fmla="*/ 1064878 h 1114920"/>
              <a:gd name="csX4222" fmla="*/ 727239 w 1722333"/>
              <a:gd name="csY4222" fmla="*/ 1064477 h 1114920"/>
              <a:gd name="csX4223" fmla="*/ 727416 w 1722333"/>
              <a:gd name="csY4223" fmla="*/ 1064077 h 1114920"/>
              <a:gd name="csX4224" fmla="*/ 727586 w 1722333"/>
              <a:gd name="csY4224" fmla="*/ 1063668 h 1114920"/>
              <a:gd name="csX4225" fmla="*/ 727755 w 1722333"/>
              <a:gd name="csY4225" fmla="*/ 1063259 h 1114920"/>
              <a:gd name="csX4226" fmla="*/ 727933 w 1722333"/>
              <a:gd name="csY4226" fmla="*/ 1062849 h 1114920"/>
              <a:gd name="csX4227" fmla="*/ 728102 w 1722333"/>
              <a:gd name="csY4227" fmla="*/ 1062440 h 1114920"/>
              <a:gd name="csX4228" fmla="*/ 728271 w 1722333"/>
              <a:gd name="csY4228" fmla="*/ 1062022 h 1114920"/>
              <a:gd name="csX4229" fmla="*/ 728448 w 1722333"/>
              <a:gd name="csY4229" fmla="*/ 1061604 h 1114920"/>
              <a:gd name="csX4230" fmla="*/ 728617 w 1722333"/>
              <a:gd name="csY4230" fmla="*/ 1061177 h 1114920"/>
              <a:gd name="csX4231" fmla="*/ 728787 w 1722333"/>
              <a:gd name="csY4231" fmla="*/ 1060759 h 1114920"/>
              <a:gd name="csX4232" fmla="*/ 728964 w 1722333"/>
              <a:gd name="csY4232" fmla="*/ 1060323 h 1114920"/>
              <a:gd name="csX4233" fmla="*/ 729134 w 1722333"/>
              <a:gd name="csY4233" fmla="*/ 1059896 h 1114920"/>
              <a:gd name="csX4234" fmla="*/ 729311 w 1722333"/>
              <a:gd name="csY4234" fmla="*/ 1059460 h 1114920"/>
              <a:gd name="csX4235" fmla="*/ 729481 w 1722333"/>
              <a:gd name="csY4235" fmla="*/ 1059024 h 1114920"/>
              <a:gd name="csX4236" fmla="*/ 729649 w 1722333"/>
              <a:gd name="csY4236" fmla="*/ 1058588 h 1114920"/>
              <a:gd name="csX4237" fmla="*/ 729827 w 1722333"/>
              <a:gd name="csY4237" fmla="*/ 1058143 h 1114920"/>
              <a:gd name="csX4238" fmla="*/ 729996 w 1722333"/>
              <a:gd name="csY4238" fmla="*/ 1057698 h 1114920"/>
              <a:gd name="csX4239" fmla="*/ 730165 w 1722333"/>
              <a:gd name="csY4239" fmla="*/ 1057253 h 1114920"/>
              <a:gd name="csX4240" fmla="*/ 730343 w 1722333"/>
              <a:gd name="csY4240" fmla="*/ 1056800 h 1114920"/>
              <a:gd name="csX4241" fmla="*/ 730512 w 1722333"/>
              <a:gd name="csY4241" fmla="*/ 1056346 h 1114920"/>
              <a:gd name="csX4242" fmla="*/ 730682 w 1722333"/>
              <a:gd name="csY4242" fmla="*/ 1055892 h 1114920"/>
              <a:gd name="csX4243" fmla="*/ 730859 w 1722333"/>
              <a:gd name="csY4243" fmla="*/ 1055430 h 1114920"/>
              <a:gd name="csX4244" fmla="*/ 731028 w 1722333"/>
              <a:gd name="csY4244" fmla="*/ 1054967 h 1114920"/>
              <a:gd name="csX4245" fmla="*/ 731206 w 1722333"/>
              <a:gd name="csY4245" fmla="*/ 1054504 h 1114920"/>
              <a:gd name="csX4246" fmla="*/ 731375 w 1722333"/>
              <a:gd name="csY4246" fmla="*/ 1054033 h 1114920"/>
              <a:gd name="csX4247" fmla="*/ 731544 w 1722333"/>
              <a:gd name="csY4247" fmla="*/ 1053561 h 1114920"/>
              <a:gd name="csX4248" fmla="*/ 731722 w 1722333"/>
              <a:gd name="csY4248" fmla="*/ 1053090 h 1114920"/>
              <a:gd name="csX4249" fmla="*/ 731891 w 1722333"/>
              <a:gd name="csY4249" fmla="*/ 1052610 h 1114920"/>
              <a:gd name="csX4250" fmla="*/ 732060 w 1722333"/>
              <a:gd name="csY4250" fmla="*/ 1052129 h 1114920"/>
              <a:gd name="csX4251" fmla="*/ 732238 w 1722333"/>
              <a:gd name="csY4251" fmla="*/ 1051649 h 1114920"/>
              <a:gd name="csX4252" fmla="*/ 732407 w 1722333"/>
              <a:gd name="csY4252" fmla="*/ 1051159 h 1114920"/>
              <a:gd name="csX4253" fmla="*/ 732576 w 1722333"/>
              <a:gd name="csY4253" fmla="*/ 1050670 h 1114920"/>
              <a:gd name="csX4254" fmla="*/ 732754 w 1722333"/>
              <a:gd name="csY4254" fmla="*/ 1050181 h 1114920"/>
              <a:gd name="csX4255" fmla="*/ 732923 w 1722333"/>
              <a:gd name="csY4255" fmla="*/ 1049683 h 1114920"/>
              <a:gd name="csX4256" fmla="*/ 733092 w 1722333"/>
              <a:gd name="csY4256" fmla="*/ 1049184 h 1114920"/>
              <a:gd name="csX4257" fmla="*/ 733270 w 1722333"/>
              <a:gd name="csY4257" fmla="*/ 1048686 h 1114920"/>
              <a:gd name="csX4258" fmla="*/ 733439 w 1722333"/>
              <a:gd name="csY4258" fmla="*/ 1048179 h 1114920"/>
              <a:gd name="csX4259" fmla="*/ 733617 w 1722333"/>
              <a:gd name="csY4259" fmla="*/ 1047672 h 1114920"/>
              <a:gd name="csX4260" fmla="*/ 733786 w 1722333"/>
              <a:gd name="csY4260" fmla="*/ 1047156 h 1114920"/>
              <a:gd name="csX4261" fmla="*/ 733955 w 1722333"/>
              <a:gd name="csY4261" fmla="*/ 1046640 h 1114920"/>
              <a:gd name="csX4262" fmla="*/ 734133 w 1722333"/>
              <a:gd name="csY4262" fmla="*/ 1046124 h 1114920"/>
              <a:gd name="csX4263" fmla="*/ 734302 w 1722333"/>
              <a:gd name="csY4263" fmla="*/ 1045599 h 1114920"/>
              <a:gd name="csX4264" fmla="*/ 734471 w 1722333"/>
              <a:gd name="csY4264" fmla="*/ 1045074 h 1114920"/>
              <a:gd name="csX4265" fmla="*/ 734649 w 1722333"/>
              <a:gd name="csY4265" fmla="*/ 1044549 h 1114920"/>
              <a:gd name="csX4266" fmla="*/ 734818 w 1722333"/>
              <a:gd name="csY4266" fmla="*/ 1044016 h 1114920"/>
              <a:gd name="csX4267" fmla="*/ 734987 w 1722333"/>
              <a:gd name="csY4267" fmla="*/ 1043482 h 1114920"/>
              <a:gd name="csX4268" fmla="*/ 735165 w 1722333"/>
              <a:gd name="csY4268" fmla="*/ 1042948 h 1114920"/>
              <a:gd name="csX4269" fmla="*/ 735334 w 1722333"/>
              <a:gd name="csY4269" fmla="*/ 1042405 h 1114920"/>
              <a:gd name="csX4270" fmla="*/ 735512 w 1722333"/>
              <a:gd name="csY4270" fmla="*/ 1041863 h 1114920"/>
              <a:gd name="csX4271" fmla="*/ 735681 w 1722333"/>
              <a:gd name="csY4271" fmla="*/ 1041311 h 1114920"/>
              <a:gd name="csX4272" fmla="*/ 735850 w 1722333"/>
              <a:gd name="csY4272" fmla="*/ 1040768 h 1114920"/>
              <a:gd name="csX4273" fmla="*/ 736028 w 1722333"/>
              <a:gd name="csY4273" fmla="*/ 1040208 h 1114920"/>
              <a:gd name="csX4274" fmla="*/ 736197 w 1722333"/>
              <a:gd name="csY4274" fmla="*/ 1039656 h 1114920"/>
              <a:gd name="csX4275" fmla="*/ 736366 w 1722333"/>
              <a:gd name="csY4275" fmla="*/ 1039096 h 1114920"/>
              <a:gd name="csX4276" fmla="*/ 736544 w 1722333"/>
              <a:gd name="csY4276" fmla="*/ 1038526 h 1114920"/>
              <a:gd name="csX4277" fmla="*/ 736713 w 1722333"/>
              <a:gd name="csY4277" fmla="*/ 1037957 h 1114920"/>
              <a:gd name="csX4278" fmla="*/ 736882 w 1722333"/>
              <a:gd name="csY4278" fmla="*/ 1037388 h 1114920"/>
              <a:gd name="csX4279" fmla="*/ 737060 w 1722333"/>
              <a:gd name="csY4279" fmla="*/ 1036809 h 1114920"/>
              <a:gd name="csX4280" fmla="*/ 737229 w 1722333"/>
              <a:gd name="csY4280" fmla="*/ 1036231 h 1114920"/>
              <a:gd name="csX4281" fmla="*/ 737407 w 1722333"/>
              <a:gd name="csY4281" fmla="*/ 1035653 h 1114920"/>
              <a:gd name="csX4282" fmla="*/ 737576 w 1722333"/>
              <a:gd name="csY4282" fmla="*/ 1035066 h 1114920"/>
              <a:gd name="csX4283" fmla="*/ 737745 w 1722333"/>
              <a:gd name="csY4283" fmla="*/ 1034479 h 1114920"/>
              <a:gd name="csX4284" fmla="*/ 737923 w 1722333"/>
              <a:gd name="csY4284" fmla="*/ 1033891 h 1114920"/>
              <a:gd name="csX4285" fmla="*/ 738092 w 1722333"/>
              <a:gd name="csY4285" fmla="*/ 1033295 h 1114920"/>
              <a:gd name="csX4286" fmla="*/ 738261 w 1722333"/>
              <a:gd name="csY4286" fmla="*/ 1032690 h 1114920"/>
              <a:gd name="csX4287" fmla="*/ 738439 w 1722333"/>
              <a:gd name="csY4287" fmla="*/ 1032094 h 1114920"/>
              <a:gd name="csX4288" fmla="*/ 738608 w 1722333"/>
              <a:gd name="csY4288" fmla="*/ 1031480 h 1114920"/>
              <a:gd name="csX4289" fmla="*/ 738777 w 1722333"/>
              <a:gd name="csY4289" fmla="*/ 1030875 h 1114920"/>
              <a:gd name="csX4290" fmla="*/ 738955 w 1722333"/>
              <a:gd name="csY4290" fmla="*/ 1030262 h 1114920"/>
              <a:gd name="csX4291" fmla="*/ 739124 w 1722333"/>
              <a:gd name="csY4291" fmla="*/ 1029648 h 1114920"/>
              <a:gd name="csX4292" fmla="*/ 739302 w 1722333"/>
              <a:gd name="csY4292" fmla="*/ 1029025 h 1114920"/>
              <a:gd name="csX4293" fmla="*/ 739471 w 1722333"/>
              <a:gd name="csY4293" fmla="*/ 1028402 h 1114920"/>
              <a:gd name="csX4294" fmla="*/ 739640 w 1722333"/>
              <a:gd name="csY4294" fmla="*/ 1027771 h 1114920"/>
              <a:gd name="csX4295" fmla="*/ 739818 w 1722333"/>
              <a:gd name="csY4295" fmla="*/ 1027139 h 1114920"/>
              <a:gd name="csX4296" fmla="*/ 739987 w 1722333"/>
              <a:gd name="csY4296" fmla="*/ 1026507 h 1114920"/>
              <a:gd name="csX4297" fmla="*/ 740156 w 1722333"/>
              <a:gd name="csY4297" fmla="*/ 1025867 h 1114920"/>
              <a:gd name="csX4298" fmla="*/ 740334 w 1722333"/>
              <a:gd name="csY4298" fmla="*/ 1025226 h 1114920"/>
              <a:gd name="csX4299" fmla="*/ 740503 w 1722333"/>
              <a:gd name="csY4299" fmla="*/ 1024577 h 1114920"/>
              <a:gd name="csX4300" fmla="*/ 740672 w 1722333"/>
              <a:gd name="csY4300" fmla="*/ 1023927 h 1114920"/>
              <a:gd name="csX4301" fmla="*/ 740850 w 1722333"/>
              <a:gd name="csY4301" fmla="*/ 1023269 h 1114920"/>
              <a:gd name="csX4302" fmla="*/ 741019 w 1722333"/>
              <a:gd name="csY4302" fmla="*/ 1022611 h 1114920"/>
              <a:gd name="csX4303" fmla="*/ 741188 w 1722333"/>
              <a:gd name="csY4303" fmla="*/ 1021952 h 1114920"/>
              <a:gd name="csX4304" fmla="*/ 741366 w 1722333"/>
              <a:gd name="csY4304" fmla="*/ 1021285 h 1114920"/>
              <a:gd name="csX4305" fmla="*/ 741535 w 1722333"/>
              <a:gd name="csY4305" fmla="*/ 1020618 h 1114920"/>
              <a:gd name="csX4306" fmla="*/ 741713 w 1722333"/>
              <a:gd name="csY4306" fmla="*/ 1019951 h 1114920"/>
              <a:gd name="csX4307" fmla="*/ 741882 w 1722333"/>
              <a:gd name="csY4307" fmla="*/ 1019275 h 1114920"/>
              <a:gd name="csX4308" fmla="*/ 742051 w 1722333"/>
              <a:gd name="csY4308" fmla="*/ 1018589 h 1114920"/>
              <a:gd name="csX4309" fmla="*/ 742229 w 1722333"/>
              <a:gd name="csY4309" fmla="*/ 1017904 h 1114920"/>
              <a:gd name="csX4310" fmla="*/ 742398 w 1722333"/>
              <a:gd name="csY4310" fmla="*/ 1017219 h 1114920"/>
              <a:gd name="csX4311" fmla="*/ 742567 w 1722333"/>
              <a:gd name="csY4311" fmla="*/ 1016525 h 1114920"/>
              <a:gd name="csX4312" fmla="*/ 742745 w 1722333"/>
              <a:gd name="csY4312" fmla="*/ 1015832 h 1114920"/>
              <a:gd name="csX4313" fmla="*/ 742914 w 1722333"/>
              <a:gd name="csY4313" fmla="*/ 1015129 h 1114920"/>
              <a:gd name="csX4314" fmla="*/ 743083 w 1722333"/>
              <a:gd name="csY4314" fmla="*/ 1014426 h 1114920"/>
              <a:gd name="csX4315" fmla="*/ 743261 w 1722333"/>
              <a:gd name="csY4315" fmla="*/ 1013723 h 1114920"/>
              <a:gd name="csX4316" fmla="*/ 743430 w 1722333"/>
              <a:gd name="csY4316" fmla="*/ 1013011 h 1114920"/>
              <a:gd name="csX4317" fmla="*/ 743608 w 1722333"/>
              <a:gd name="csY4317" fmla="*/ 1012291 h 1114920"/>
              <a:gd name="csX4318" fmla="*/ 743777 w 1722333"/>
              <a:gd name="csY4318" fmla="*/ 1011570 h 1114920"/>
              <a:gd name="csX4319" fmla="*/ 743946 w 1722333"/>
              <a:gd name="csY4319" fmla="*/ 1010850 h 1114920"/>
              <a:gd name="csX4320" fmla="*/ 744124 w 1722333"/>
              <a:gd name="csY4320" fmla="*/ 1010120 h 1114920"/>
              <a:gd name="csX4321" fmla="*/ 744293 w 1722333"/>
              <a:gd name="csY4321" fmla="*/ 1009390 h 1114920"/>
              <a:gd name="csX4322" fmla="*/ 744462 w 1722333"/>
              <a:gd name="csY4322" fmla="*/ 1008652 h 1114920"/>
              <a:gd name="csX4323" fmla="*/ 744640 w 1722333"/>
              <a:gd name="csY4323" fmla="*/ 1007914 h 1114920"/>
              <a:gd name="csX4324" fmla="*/ 744809 w 1722333"/>
              <a:gd name="csY4324" fmla="*/ 1007175 h 1114920"/>
              <a:gd name="csX4325" fmla="*/ 744978 w 1722333"/>
              <a:gd name="csY4325" fmla="*/ 1006428 h 1114920"/>
              <a:gd name="csX4326" fmla="*/ 745156 w 1722333"/>
              <a:gd name="csY4326" fmla="*/ 1005672 h 1114920"/>
              <a:gd name="csX4327" fmla="*/ 745325 w 1722333"/>
              <a:gd name="csY4327" fmla="*/ 1004916 h 1114920"/>
              <a:gd name="csX4328" fmla="*/ 745503 w 1722333"/>
              <a:gd name="csY4328" fmla="*/ 1004159 h 1114920"/>
              <a:gd name="csX4329" fmla="*/ 745672 w 1722333"/>
              <a:gd name="csY4329" fmla="*/ 1003394 h 1114920"/>
              <a:gd name="csX4330" fmla="*/ 745841 w 1722333"/>
              <a:gd name="csY4330" fmla="*/ 1002629 h 1114920"/>
              <a:gd name="csX4331" fmla="*/ 746019 w 1722333"/>
              <a:gd name="csY4331" fmla="*/ 1001855 h 1114920"/>
              <a:gd name="csX4332" fmla="*/ 746188 w 1722333"/>
              <a:gd name="csY4332" fmla="*/ 1001081 h 1114920"/>
              <a:gd name="csX4333" fmla="*/ 746357 w 1722333"/>
              <a:gd name="csY4333" fmla="*/ 1000298 h 1114920"/>
              <a:gd name="csX4334" fmla="*/ 746535 w 1722333"/>
              <a:gd name="csY4334" fmla="*/ 999515 h 1114920"/>
              <a:gd name="csX4335" fmla="*/ 746704 w 1722333"/>
              <a:gd name="csY4335" fmla="*/ 998724 h 1114920"/>
              <a:gd name="csX4336" fmla="*/ 746873 w 1722333"/>
              <a:gd name="csY4336" fmla="*/ 997932 h 1114920"/>
              <a:gd name="csX4337" fmla="*/ 747051 w 1722333"/>
              <a:gd name="csY4337" fmla="*/ 997131 h 1114920"/>
              <a:gd name="csX4338" fmla="*/ 747220 w 1722333"/>
              <a:gd name="csY4338" fmla="*/ 996331 h 1114920"/>
              <a:gd name="csX4339" fmla="*/ 747398 w 1722333"/>
              <a:gd name="csY4339" fmla="*/ 995530 h 1114920"/>
              <a:gd name="csX4340" fmla="*/ 747567 w 1722333"/>
              <a:gd name="csY4340" fmla="*/ 994720 h 1114920"/>
              <a:gd name="csX4341" fmla="*/ 747736 w 1722333"/>
              <a:gd name="csY4341" fmla="*/ 993902 h 1114920"/>
              <a:gd name="csX4342" fmla="*/ 747914 w 1722333"/>
              <a:gd name="csY4342" fmla="*/ 993083 h 1114920"/>
              <a:gd name="csX4343" fmla="*/ 748083 w 1722333"/>
              <a:gd name="csY4343" fmla="*/ 992265 h 1114920"/>
              <a:gd name="csX4344" fmla="*/ 748252 w 1722333"/>
              <a:gd name="csY4344" fmla="*/ 991438 h 1114920"/>
              <a:gd name="csX4345" fmla="*/ 748430 w 1722333"/>
              <a:gd name="csY4345" fmla="*/ 990601 h 1114920"/>
              <a:gd name="csX4346" fmla="*/ 748599 w 1722333"/>
              <a:gd name="csY4346" fmla="*/ 989765 h 1114920"/>
              <a:gd name="csX4347" fmla="*/ 748768 w 1722333"/>
              <a:gd name="csY4347" fmla="*/ 988929 h 1114920"/>
              <a:gd name="csX4348" fmla="*/ 748946 w 1722333"/>
              <a:gd name="csY4348" fmla="*/ 988084 h 1114920"/>
              <a:gd name="csX4349" fmla="*/ 749115 w 1722333"/>
              <a:gd name="csY4349" fmla="*/ 987238 h 1114920"/>
              <a:gd name="csX4350" fmla="*/ 749284 w 1722333"/>
              <a:gd name="csY4350" fmla="*/ 986384 h 1114920"/>
              <a:gd name="csX4351" fmla="*/ 749462 w 1722333"/>
              <a:gd name="csY4351" fmla="*/ 985530 h 1114920"/>
              <a:gd name="csX4352" fmla="*/ 749631 w 1722333"/>
              <a:gd name="csY4352" fmla="*/ 984667 h 1114920"/>
              <a:gd name="csX4353" fmla="*/ 749809 w 1722333"/>
              <a:gd name="csY4353" fmla="*/ 983795 h 1114920"/>
              <a:gd name="csX4354" fmla="*/ 749978 w 1722333"/>
              <a:gd name="csY4354" fmla="*/ 982932 h 1114920"/>
              <a:gd name="csX4355" fmla="*/ 750147 w 1722333"/>
              <a:gd name="csY4355" fmla="*/ 982052 h 1114920"/>
              <a:gd name="csX4356" fmla="*/ 750325 w 1722333"/>
              <a:gd name="csY4356" fmla="*/ 981171 h 1114920"/>
              <a:gd name="csX4357" fmla="*/ 750494 w 1722333"/>
              <a:gd name="csY4357" fmla="*/ 980290 h 1114920"/>
              <a:gd name="csX4358" fmla="*/ 750663 w 1722333"/>
              <a:gd name="csY4358" fmla="*/ 979401 h 1114920"/>
              <a:gd name="csX4359" fmla="*/ 750841 w 1722333"/>
              <a:gd name="csY4359" fmla="*/ 978511 h 1114920"/>
              <a:gd name="csX4360" fmla="*/ 751010 w 1722333"/>
              <a:gd name="csY4360" fmla="*/ 977612 h 1114920"/>
              <a:gd name="csX4361" fmla="*/ 751179 w 1722333"/>
              <a:gd name="csY4361" fmla="*/ 976714 h 1114920"/>
              <a:gd name="csX4362" fmla="*/ 751357 w 1722333"/>
              <a:gd name="csY4362" fmla="*/ 975806 h 1114920"/>
              <a:gd name="csX4363" fmla="*/ 751526 w 1722333"/>
              <a:gd name="csY4363" fmla="*/ 974890 h 1114920"/>
              <a:gd name="csX4364" fmla="*/ 751704 w 1722333"/>
              <a:gd name="csY4364" fmla="*/ 973983 h 1114920"/>
              <a:gd name="csX4365" fmla="*/ 751873 w 1722333"/>
              <a:gd name="csY4365" fmla="*/ 973057 h 1114920"/>
              <a:gd name="csX4366" fmla="*/ 752042 w 1722333"/>
              <a:gd name="csY4366" fmla="*/ 972132 h 1114920"/>
              <a:gd name="csX4367" fmla="*/ 752220 w 1722333"/>
              <a:gd name="csY4367" fmla="*/ 971207 h 1114920"/>
              <a:gd name="csX4368" fmla="*/ 752389 w 1722333"/>
              <a:gd name="csY4368" fmla="*/ 970273 h 1114920"/>
              <a:gd name="csX4369" fmla="*/ 752558 w 1722333"/>
              <a:gd name="csY4369" fmla="*/ 969339 h 1114920"/>
              <a:gd name="csX4370" fmla="*/ 752736 w 1722333"/>
              <a:gd name="csY4370" fmla="*/ 968396 h 1114920"/>
              <a:gd name="csX4371" fmla="*/ 752905 w 1722333"/>
              <a:gd name="csY4371" fmla="*/ 967444 h 1114920"/>
              <a:gd name="csX4372" fmla="*/ 753074 w 1722333"/>
              <a:gd name="csY4372" fmla="*/ 966492 h 1114920"/>
              <a:gd name="csX4373" fmla="*/ 753252 w 1722333"/>
              <a:gd name="csY4373" fmla="*/ 965540 h 1114920"/>
              <a:gd name="csX4374" fmla="*/ 753421 w 1722333"/>
              <a:gd name="csY4374" fmla="*/ 964579 h 1114920"/>
              <a:gd name="csX4375" fmla="*/ 753599 w 1722333"/>
              <a:gd name="csY4375" fmla="*/ 963609 h 1114920"/>
              <a:gd name="csX4376" fmla="*/ 753768 w 1722333"/>
              <a:gd name="csY4376" fmla="*/ 962640 h 1114920"/>
              <a:gd name="csX4377" fmla="*/ 753937 w 1722333"/>
              <a:gd name="csY4377" fmla="*/ 961670 h 1114920"/>
              <a:gd name="csX4378" fmla="*/ 754115 w 1722333"/>
              <a:gd name="csY4378" fmla="*/ 960691 h 1114920"/>
              <a:gd name="csX4379" fmla="*/ 754284 w 1722333"/>
              <a:gd name="csY4379" fmla="*/ 959704 h 1114920"/>
              <a:gd name="csX4380" fmla="*/ 754453 w 1722333"/>
              <a:gd name="csY4380" fmla="*/ 958716 h 1114920"/>
              <a:gd name="csX4381" fmla="*/ 754631 w 1722333"/>
              <a:gd name="csY4381" fmla="*/ 957720 h 1114920"/>
              <a:gd name="csX4382" fmla="*/ 754800 w 1722333"/>
              <a:gd name="csY4382" fmla="*/ 956724 h 1114920"/>
              <a:gd name="csX4383" fmla="*/ 754969 w 1722333"/>
              <a:gd name="csY4383" fmla="*/ 955718 h 1114920"/>
              <a:gd name="csX4384" fmla="*/ 755147 w 1722333"/>
              <a:gd name="csY4384" fmla="*/ 954713 h 1114920"/>
              <a:gd name="csX4385" fmla="*/ 755316 w 1722333"/>
              <a:gd name="csY4385" fmla="*/ 953699 h 1114920"/>
              <a:gd name="csX4386" fmla="*/ 755494 w 1722333"/>
              <a:gd name="csY4386" fmla="*/ 952685 h 1114920"/>
              <a:gd name="csX4387" fmla="*/ 755663 w 1722333"/>
              <a:gd name="csY4387" fmla="*/ 951662 h 1114920"/>
              <a:gd name="csX4388" fmla="*/ 755832 w 1722333"/>
              <a:gd name="csY4388" fmla="*/ 950638 h 1114920"/>
              <a:gd name="csX4389" fmla="*/ 756010 w 1722333"/>
              <a:gd name="csY4389" fmla="*/ 949606 h 1114920"/>
              <a:gd name="csX4390" fmla="*/ 756179 w 1722333"/>
              <a:gd name="csY4390" fmla="*/ 948565 h 1114920"/>
              <a:gd name="csX4391" fmla="*/ 756348 w 1722333"/>
              <a:gd name="csY4391" fmla="*/ 947525 h 1114920"/>
              <a:gd name="csX4392" fmla="*/ 756526 w 1722333"/>
              <a:gd name="csY4392" fmla="*/ 946484 h 1114920"/>
              <a:gd name="csX4393" fmla="*/ 756695 w 1722333"/>
              <a:gd name="csY4393" fmla="*/ 945434 h 1114920"/>
              <a:gd name="csX4394" fmla="*/ 756864 w 1722333"/>
              <a:gd name="csY4394" fmla="*/ 944375 h 1114920"/>
              <a:gd name="csX4395" fmla="*/ 757042 w 1722333"/>
              <a:gd name="csY4395" fmla="*/ 943317 h 1114920"/>
              <a:gd name="csX4396" fmla="*/ 757211 w 1722333"/>
              <a:gd name="csY4396" fmla="*/ 942249 h 1114920"/>
              <a:gd name="csX4397" fmla="*/ 757380 w 1722333"/>
              <a:gd name="csY4397" fmla="*/ 941181 h 1114920"/>
              <a:gd name="csX4398" fmla="*/ 757558 w 1722333"/>
              <a:gd name="csY4398" fmla="*/ 940105 h 1114920"/>
              <a:gd name="csX4399" fmla="*/ 757727 w 1722333"/>
              <a:gd name="csY4399" fmla="*/ 939028 h 1114920"/>
              <a:gd name="csX4400" fmla="*/ 757905 w 1722333"/>
              <a:gd name="csY4400" fmla="*/ 937943 h 1114920"/>
              <a:gd name="csX4401" fmla="*/ 758074 w 1722333"/>
              <a:gd name="csY4401" fmla="*/ 936849 h 1114920"/>
              <a:gd name="csX4402" fmla="*/ 758243 w 1722333"/>
              <a:gd name="csY4402" fmla="*/ 935755 h 1114920"/>
              <a:gd name="csX4403" fmla="*/ 758421 w 1722333"/>
              <a:gd name="csY4403" fmla="*/ 934660 h 1114920"/>
              <a:gd name="csX4404" fmla="*/ 758590 w 1722333"/>
              <a:gd name="csY4404" fmla="*/ 933557 h 1114920"/>
              <a:gd name="csX4405" fmla="*/ 758759 w 1722333"/>
              <a:gd name="csY4405" fmla="*/ 932445 h 1114920"/>
              <a:gd name="csX4406" fmla="*/ 758937 w 1722333"/>
              <a:gd name="csY4406" fmla="*/ 931333 h 1114920"/>
              <a:gd name="csX4407" fmla="*/ 759106 w 1722333"/>
              <a:gd name="csY4407" fmla="*/ 930212 h 1114920"/>
              <a:gd name="csX4408" fmla="*/ 759275 w 1722333"/>
              <a:gd name="csY4408" fmla="*/ 929091 h 1114920"/>
              <a:gd name="csX4409" fmla="*/ 759453 w 1722333"/>
              <a:gd name="csY4409" fmla="*/ 927961 h 1114920"/>
              <a:gd name="csX4410" fmla="*/ 759622 w 1722333"/>
              <a:gd name="csY4410" fmla="*/ 926831 h 1114920"/>
              <a:gd name="csX4411" fmla="*/ 759800 w 1722333"/>
              <a:gd name="csY4411" fmla="*/ 925693 h 1114920"/>
              <a:gd name="csX4412" fmla="*/ 759969 w 1722333"/>
              <a:gd name="csY4412" fmla="*/ 924545 h 1114920"/>
              <a:gd name="csX4413" fmla="*/ 760138 w 1722333"/>
              <a:gd name="csY4413" fmla="*/ 923397 h 1114920"/>
              <a:gd name="csX4414" fmla="*/ 760316 w 1722333"/>
              <a:gd name="csY4414" fmla="*/ 922250 h 1114920"/>
              <a:gd name="csX4415" fmla="*/ 760485 w 1722333"/>
              <a:gd name="csY4415" fmla="*/ 921093 h 1114920"/>
              <a:gd name="csX4416" fmla="*/ 760654 w 1722333"/>
              <a:gd name="csY4416" fmla="*/ 919928 h 1114920"/>
              <a:gd name="csX4417" fmla="*/ 760832 w 1722333"/>
              <a:gd name="csY4417" fmla="*/ 918762 h 1114920"/>
              <a:gd name="csX4418" fmla="*/ 761001 w 1722333"/>
              <a:gd name="csY4418" fmla="*/ 917588 h 1114920"/>
              <a:gd name="csX4419" fmla="*/ 761170 w 1722333"/>
              <a:gd name="csY4419" fmla="*/ 916414 h 1114920"/>
              <a:gd name="csX4420" fmla="*/ 761348 w 1722333"/>
              <a:gd name="csY4420" fmla="*/ 915230 h 1114920"/>
              <a:gd name="csX4421" fmla="*/ 761517 w 1722333"/>
              <a:gd name="csY4421" fmla="*/ 914038 h 1114920"/>
              <a:gd name="csX4422" fmla="*/ 761695 w 1722333"/>
              <a:gd name="csY4422" fmla="*/ 912846 h 1114920"/>
              <a:gd name="csX4423" fmla="*/ 761863 w 1722333"/>
              <a:gd name="csY4423" fmla="*/ 911645 h 1114920"/>
              <a:gd name="csX4424" fmla="*/ 762033 w 1722333"/>
              <a:gd name="csY4424" fmla="*/ 910444 h 1114920"/>
              <a:gd name="csX4425" fmla="*/ 762210 w 1722333"/>
              <a:gd name="csY4425" fmla="*/ 909234 h 1114920"/>
              <a:gd name="csX4426" fmla="*/ 762380 w 1722333"/>
              <a:gd name="csY4426" fmla="*/ 908024 h 1114920"/>
              <a:gd name="csX4427" fmla="*/ 762549 w 1722333"/>
              <a:gd name="csY4427" fmla="*/ 906806 h 1114920"/>
              <a:gd name="csX4428" fmla="*/ 762727 w 1722333"/>
              <a:gd name="csY4428" fmla="*/ 905587 h 1114920"/>
              <a:gd name="csX4429" fmla="*/ 762896 w 1722333"/>
              <a:gd name="csY4429" fmla="*/ 904359 h 1114920"/>
              <a:gd name="csX4430" fmla="*/ 763065 w 1722333"/>
              <a:gd name="csY4430" fmla="*/ 903122 h 1114920"/>
              <a:gd name="csX4431" fmla="*/ 763242 w 1722333"/>
              <a:gd name="csY4431" fmla="*/ 901886 h 1114920"/>
              <a:gd name="csX4432" fmla="*/ 763412 w 1722333"/>
              <a:gd name="csY4432" fmla="*/ 900640 h 1114920"/>
              <a:gd name="csX4433" fmla="*/ 763589 w 1722333"/>
              <a:gd name="csY4433" fmla="*/ 899395 h 1114920"/>
              <a:gd name="csX4434" fmla="*/ 763758 w 1722333"/>
              <a:gd name="csY4434" fmla="*/ 898140 h 1114920"/>
              <a:gd name="csX4435" fmla="*/ 763928 w 1722333"/>
              <a:gd name="csY4435" fmla="*/ 896886 h 1114920"/>
              <a:gd name="csX4436" fmla="*/ 764105 w 1722333"/>
              <a:gd name="csY4436" fmla="*/ 895623 h 1114920"/>
              <a:gd name="csX4437" fmla="*/ 764275 w 1722333"/>
              <a:gd name="csY4437" fmla="*/ 894351 h 1114920"/>
              <a:gd name="csX4438" fmla="*/ 764443 w 1722333"/>
              <a:gd name="csY4438" fmla="*/ 893078 h 1114920"/>
              <a:gd name="csX4439" fmla="*/ 764621 w 1722333"/>
              <a:gd name="csY4439" fmla="*/ 891797 h 1114920"/>
              <a:gd name="csX4440" fmla="*/ 764790 w 1722333"/>
              <a:gd name="csY4440" fmla="*/ 890516 h 1114920"/>
              <a:gd name="csX4441" fmla="*/ 764960 w 1722333"/>
              <a:gd name="csY4441" fmla="*/ 889226 h 1114920"/>
              <a:gd name="csX4442" fmla="*/ 765137 w 1722333"/>
              <a:gd name="csY4442" fmla="*/ 887936 h 1114920"/>
              <a:gd name="csX4443" fmla="*/ 765306 w 1722333"/>
              <a:gd name="csY4443" fmla="*/ 886637 h 1114920"/>
              <a:gd name="csX4444" fmla="*/ 765476 w 1722333"/>
              <a:gd name="csY4444" fmla="*/ 885330 h 1114920"/>
              <a:gd name="csX4445" fmla="*/ 765653 w 1722333"/>
              <a:gd name="csY4445" fmla="*/ 884022 h 1114920"/>
              <a:gd name="csX4446" fmla="*/ 765822 w 1722333"/>
              <a:gd name="csY4446" fmla="*/ 882714 h 1114920"/>
              <a:gd name="csX4447" fmla="*/ 766000 w 1722333"/>
              <a:gd name="csY4447" fmla="*/ 881388 h 1114920"/>
              <a:gd name="csX4448" fmla="*/ 766169 w 1722333"/>
              <a:gd name="csY4448" fmla="*/ 880072 h 1114920"/>
              <a:gd name="csX4449" fmla="*/ 766338 w 1722333"/>
              <a:gd name="csY4449" fmla="*/ 878737 h 1114920"/>
              <a:gd name="csX4450" fmla="*/ 766516 w 1722333"/>
              <a:gd name="csY4450" fmla="*/ 877403 h 1114920"/>
              <a:gd name="csX4451" fmla="*/ 766685 w 1722333"/>
              <a:gd name="csY4451" fmla="*/ 876068 h 1114920"/>
              <a:gd name="csX4452" fmla="*/ 766855 w 1722333"/>
              <a:gd name="csY4452" fmla="*/ 874716 h 1114920"/>
              <a:gd name="csX4453" fmla="*/ 767032 w 1722333"/>
              <a:gd name="csY4453" fmla="*/ 873373 h 1114920"/>
              <a:gd name="csX4454" fmla="*/ 767201 w 1722333"/>
              <a:gd name="csY4454" fmla="*/ 872020 h 1114920"/>
              <a:gd name="csX4455" fmla="*/ 767370 w 1722333"/>
              <a:gd name="csY4455" fmla="*/ 870659 h 1114920"/>
              <a:gd name="csX4456" fmla="*/ 767548 w 1722333"/>
              <a:gd name="csY4456" fmla="*/ 869289 h 1114920"/>
              <a:gd name="csX4457" fmla="*/ 767717 w 1722333"/>
              <a:gd name="csY4457" fmla="*/ 867919 h 1114920"/>
              <a:gd name="csX4458" fmla="*/ 767895 w 1722333"/>
              <a:gd name="csY4458" fmla="*/ 866549 h 1114920"/>
              <a:gd name="csX4459" fmla="*/ 768064 w 1722333"/>
              <a:gd name="csY4459" fmla="*/ 865170 h 1114920"/>
              <a:gd name="csX4460" fmla="*/ 768233 w 1722333"/>
              <a:gd name="csY4460" fmla="*/ 863782 h 1114920"/>
              <a:gd name="csX4461" fmla="*/ 768411 w 1722333"/>
              <a:gd name="csY4461" fmla="*/ 862394 h 1114920"/>
              <a:gd name="csX4462" fmla="*/ 768580 w 1722333"/>
              <a:gd name="csY4462" fmla="*/ 860998 h 1114920"/>
              <a:gd name="csX4463" fmla="*/ 768749 w 1722333"/>
              <a:gd name="csY4463" fmla="*/ 859592 h 1114920"/>
              <a:gd name="csX4464" fmla="*/ 768927 w 1722333"/>
              <a:gd name="csY4464" fmla="*/ 858186 h 1114920"/>
              <a:gd name="csX4465" fmla="*/ 769096 w 1722333"/>
              <a:gd name="csY4465" fmla="*/ 856781 h 1114920"/>
              <a:gd name="csX4466" fmla="*/ 769265 w 1722333"/>
              <a:gd name="csY4466" fmla="*/ 855366 h 1114920"/>
              <a:gd name="csX4467" fmla="*/ 769443 w 1722333"/>
              <a:gd name="csY4467" fmla="*/ 853943 h 1114920"/>
              <a:gd name="csX4468" fmla="*/ 769612 w 1722333"/>
              <a:gd name="csY4468" fmla="*/ 852519 h 1114920"/>
              <a:gd name="csX4469" fmla="*/ 769790 w 1722333"/>
              <a:gd name="csY4469" fmla="*/ 851087 h 1114920"/>
              <a:gd name="csX4470" fmla="*/ 769959 w 1722333"/>
              <a:gd name="csY4470" fmla="*/ 849646 h 1114920"/>
              <a:gd name="csX4471" fmla="*/ 770128 w 1722333"/>
              <a:gd name="csY4471" fmla="*/ 848205 h 1114920"/>
              <a:gd name="csX4472" fmla="*/ 770306 w 1722333"/>
              <a:gd name="csY4472" fmla="*/ 846763 h 1114920"/>
              <a:gd name="csX4473" fmla="*/ 770475 w 1722333"/>
              <a:gd name="csY4473" fmla="*/ 845313 h 1114920"/>
              <a:gd name="csX4474" fmla="*/ 770644 w 1722333"/>
              <a:gd name="csY4474" fmla="*/ 843854 h 1114920"/>
              <a:gd name="csX4475" fmla="*/ 770822 w 1722333"/>
              <a:gd name="csY4475" fmla="*/ 842395 h 1114920"/>
              <a:gd name="csX4476" fmla="*/ 770991 w 1722333"/>
              <a:gd name="csY4476" fmla="*/ 840927 h 1114920"/>
              <a:gd name="csX4477" fmla="*/ 771160 w 1722333"/>
              <a:gd name="csY4477" fmla="*/ 839459 h 1114920"/>
              <a:gd name="csX4478" fmla="*/ 771338 w 1722333"/>
              <a:gd name="csY4478" fmla="*/ 837983 h 1114920"/>
              <a:gd name="csX4479" fmla="*/ 771507 w 1722333"/>
              <a:gd name="csY4479" fmla="*/ 836497 h 1114920"/>
              <a:gd name="csX4480" fmla="*/ 771685 w 1722333"/>
              <a:gd name="csY4480" fmla="*/ 835011 h 1114920"/>
              <a:gd name="csX4481" fmla="*/ 771854 w 1722333"/>
              <a:gd name="csY4481" fmla="*/ 833517 h 1114920"/>
              <a:gd name="csX4482" fmla="*/ 772023 w 1722333"/>
              <a:gd name="csY4482" fmla="*/ 832022 h 1114920"/>
              <a:gd name="csX4483" fmla="*/ 772201 w 1722333"/>
              <a:gd name="csY4483" fmla="*/ 830519 h 1114920"/>
              <a:gd name="csX4484" fmla="*/ 772370 w 1722333"/>
              <a:gd name="csY4484" fmla="*/ 829015 h 1114920"/>
              <a:gd name="csX4485" fmla="*/ 772539 w 1722333"/>
              <a:gd name="csY4485" fmla="*/ 827503 h 1114920"/>
              <a:gd name="csX4486" fmla="*/ 772717 w 1722333"/>
              <a:gd name="csY4486" fmla="*/ 825981 h 1114920"/>
              <a:gd name="csX4487" fmla="*/ 772886 w 1722333"/>
              <a:gd name="csY4487" fmla="*/ 824460 h 1114920"/>
              <a:gd name="csX4488" fmla="*/ 773055 w 1722333"/>
              <a:gd name="csY4488" fmla="*/ 822930 h 1114920"/>
              <a:gd name="csX4489" fmla="*/ 773233 w 1722333"/>
              <a:gd name="csY4489" fmla="*/ 821400 h 1114920"/>
              <a:gd name="csX4490" fmla="*/ 773402 w 1722333"/>
              <a:gd name="csY4490" fmla="*/ 819861 h 1114920"/>
              <a:gd name="csX4491" fmla="*/ 773571 w 1722333"/>
              <a:gd name="csY4491" fmla="*/ 818321 h 1114920"/>
              <a:gd name="csX4492" fmla="*/ 773749 w 1722333"/>
              <a:gd name="csY4492" fmla="*/ 816773 h 1114920"/>
              <a:gd name="csX4493" fmla="*/ 773918 w 1722333"/>
              <a:gd name="csY4493" fmla="*/ 815226 h 1114920"/>
              <a:gd name="csX4494" fmla="*/ 774096 w 1722333"/>
              <a:gd name="csY4494" fmla="*/ 813666 h 1114920"/>
              <a:gd name="csX4495" fmla="*/ 774265 w 1722333"/>
              <a:gd name="csY4495" fmla="*/ 812104 h 1114920"/>
              <a:gd name="csX4496" fmla="*/ 774434 w 1722333"/>
              <a:gd name="csY4496" fmla="*/ 810536 h 1114920"/>
              <a:gd name="csX4497" fmla="*/ 774612 w 1722333"/>
              <a:gd name="csY4497" fmla="*/ 808964 h 1114920"/>
              <a:gd name="csX4498" fmla="*/ 774781 w 1722333"/>
              <a:gd name="csY4498" fmla="*/ 807387 h 1114920"/>
              <a:gd name="csX4499" fmla="*/ 774950 w 1722333"/>
              <a:gd name="csY4499" fmla="*/ 805805 h 1114920"/>
              <a:gd name="csX4500" fmla="*/ 775128 w 1722333"/>
              <a:gd name="csY4500" fmla="*/ 804218 h 1114920"/>
              <a:gd name="csX4501" fmla="*/ 775297 w 1722333"/>
              <a:gd name="csY4501" fmla="*/ 802625 h 1114920"/>
              <a:gd name="csX4502" fmla="*/ 775466 w 1722333"/>
              <a:gd name="csY4502" fmla="*/ 801029 h 1114920"/>
              <a:gd name="csX4503" fmla="*/ 775644 w 1722333"/>
              <a:gd name="csY4503" fmla="*/ 799427 h 1114920"/>
              <a:gd name="csX4504" fmla="*/ 775813 w 1722333"/>
              <a:gd name="csY4504" fmla="*/ 797820 h 1114920"/>
              <a:gd name="csX4505" fmla="*/ 775991 w 1722333"/>
              <a:gd name="csY4505" fmla="*/ 796208 h 1114920"/>
              <a:gd name="csX4506" fmla="*/ 776160 w 1722333"/>
              <a:gd name="csY4506" fmla="*/ 794592 h 1114920"/>
              <a:gd name="csX4507" fmla="*/ 776329 w 1722333"/>
              <a:gd name="csY4507" fmla="*/ 792970 h 1114920"/>
              <a:gd name="csX4508" fmla="*/ 776507 w 1722333"/>
              <a:gd name="csY4508" fmla="*/ 791344 h 1114920"/>
              <a:gd name="csX4509" fmla="*/ 776676 w 1722333"/>
              <a:gd name="csY4509" fmla="*/ 789712 h 1114920"/>
              <a:gd name="csX4510" fmla="*/ 776845 w 1722333"/>
              <a:gd name="csY4510" fmla="*/ 788076 h 1114920"/>
              <a:gd name="csX4511" fmla="*/ 777023 w 1722333"/>
              <a:gd name="csY4511" fmla="*/ 786435 h 1114920"/>
              <a:gd name="csX4512" fmla="*/ 777192 w 1722333"/>
              <a:gd name="csY4512" fmla="*/ 784789 h 1114920"/>
              <a:gd name="csX4513" fmla="*/ 777361 w 1722333"/>
              <a:gd name="csY4513" fmla="*/ 783139 h 1114920"/>
              <a:gd name="csX4514" fmla="*/ 777539 w 1722333"/>
              <a:gd name="csY4514" fmla="*/ 781483 h 1114920"/>
              <a:gd name="csX4515" fmla="*/ 777708 w 1722333"/>
              <a:gd name="csY4515" fmla="*/ 779822 h 1114920"/>
              <a:gd name="csX4516" fmla="*/ 777886 w 1722333"/>
              <a:gd name="csY4516" fmla="*/ 778157 h 1114920"/>
              <a:gd name="csX4517" fmla="*/ 778055 w 1722333"/>
              <a:gd name="csY4517" fmla="*/ 776487 h 1114920"/>
              <a:gd name="csX4518" fmla="*/ 778224 w 1722333"/>
              <a:gd name="csY4518" fmla="*/ 774812 h 1114920"/>
              <a:gd name="csX4519" fmla="*/ 778402 w 1722333"/>
              <a:gd name="csY4519" fmla="*/ 773132 h 1114920"/>
              <a:gd name="csX4520" fmla="*/ 778571 w 1722333"/>
              <a:gd name="csY4520" fmla="*/ 771448 h 1114920"/>
              <a:gd name="csX4521" fmla="*/ 778740 w 1722333"/>
              <a:gd name="csY4521" fmla="*/ 769758 h 1114920"/>
              <a:gd name="csX4522" fmla="*/ 778918 w 1722333"/>
              <a:gd name="csY4522" fmla="*/ 768065 h 1114920"/>
              <a:gd name="csX4523" fmla="*/ 779087 w 1722333"/>
              <a:gd name="csY4523" fmla="*/ 766366 h 1114920"/>
              <a:gd name="csX4524" fmla="*/ 779256 w 1722333"/>
              <a:gd name="csY4524" fmla="*/ 764663 h 1114920"/>
              <a:gd name="csX4525" fmla="*/ 779434 w 1722333"/>
              <a:gd name="csY4525" fmla="*/ 762954 h 1114920"/>
              <a:gd name="csX4526" fmla="*/ 779603 w 1722333"/>
              <a:gd name="csY4526" fmla="*/ 761242 h 1114920"/>
              <a:gd name="csX4527" fmla="*/ 779781 w 1722333"/>
              <a:gd name="csY4527" fmla="*/ 759524 h 1114920"/>
              <a:gd name="csX4528" fmla="*/ 779950 w 1722333"/>
              <a:gd name="csY4528" fmla="*/ 757802 h 1114920"/>
              <a:gd name="csX4529" fmla="*/ 780119 w 1722333"/>
              <a:gd name="csY4529" fmla="*/ 756075 h 1114920"/>
              <a:gd name="csX4530" fmla="*/ 780297 w 1722333"/>
              <a:gd name="csY4530" fmla="*/ 754344 h 1114920"/>
              <a:gd name="csX4531" fmla="*/ 780466 w 1722333"/>
              <a:gd name="csY4531" fmla="*/ 752607 h 1114920"/>
              <a:gd name="csX4532" fmla="*/ 780635 w 1722333"/>
              <a:gd name="csY4532" fmla="*/ 750866 h 1114920"/>
              <a:gd name="csX4533" fmla="*/ 780813 w 1722333"/>
              <a:gd name="csY4533" fmla="*/ 749120 h 1114920"/>
              <a:gd name="csX4534" fmla="*/ 780982 w 1722333"/>
              <a:gd name="csY4534" fmla="*/ 747371 h 1114920"/>
              <a:gd name="csX4535" fmla="*/ 781151 w 1722333"/>
              <a:gd name="csY4535" fmla="*/ 745616 h 1114920"/>
              <a:gd name="csX4536" fmla="*/ 781329 w 1722333"/>
              <a:gd name="csY4536" fmla="*/ 743856 h 1114920"/>
              <a:gd name="csX4537" fmla="*/ 781498 w 1722333"/>
              <a:gd name="csY4537" fmla="*/ 742093 h 1114920"/>
              <a:gd name="csX4538" fmla="*/ 781667 w 1722333"/>
              <a:gd name="csY4538" fmla="*/ 740325 h 1114920"/>
              <a:gd name="csX4539" fmla="*/ 781845 w 1722333"/>
              <a:gd name="csY4539" fmla="*/ 738551 h 1114920"/>
              <a:gd name="csX4540" fmla="*/ 782014 w 1722333"/>
              <a:gd name="csY4540" fmla="*/ 736774 h 1114920"/>
              <a:gd name="csX4541" fmla="*/ 782192 w 1722333"/>
              <a:gd name="csY4541" fmla="*/ 734992 h 1114920"/>
              <a:gd name="csX4542" fmla="*/ 782361 w 1722333"/>
              <a:gd name="csY4542" fmla="*/ 733206 h 1114920"/>
              <a:gd name="csX4543" fmla="*/ 782530 w 1722333"/>
              <a:gd name="csY4543" fmla="*/ 731415 h 1114920"/>
              <a:gd name="csX4544" fmla="*/ 782708 w 1722333"/>
              <a:gd name="csY4544" fmla="*/ 729619 h 1114920"/>
              <a:gd name="csX4545" fmla="*/ 782877 w 1722333"/>
              <a:gd name="csY4545" fmla="*/ 727820 h 1114920"/>
              <a:gd name="csX4546" fmla="*/ 783046 w 1722333"/>
              <a:gd name="csY4546" fmla="*/ 726015 h 1114920"/>
              <a:gd name="csX4547" fmla="*/ 783224 w 1722333"/>
              <a:gd name="csY4547" fmla="*/ 724208 h 1114920"/>
              <a:gd name="csX4548" fmla="*/ 783393 w 1722333"/>
              <a:gd name="csY4548" fmla="*/ 722395 h 1114920"/>
              <a:gd name="csX4549" fmla="*/ 783562 w 1722333"/>
              <a:gd name="csY4549" fmla="*/ 720577 h 1114920"/>
              <a:gd name="csX4550" fmla="*/ 783740 w 1722333"/>
              <a:gd name="csY4550" fmla="*/ 718755 h 1114920"/>
              <a:gd name="csX4551" fmla="*/ 783909 w 1722333"/>
              <a:gd name="csY4551" fmla="*/ 716930 h 1114920"/>
              <a:gd name="csX4552" fmla="*/ 784087 w 1722333"/>
              <a:gd name="csY4552" fmla="*/ 715099 h 1114920"/>
              <a:gd name="csX4553" fmla="*/ 784256 w 1722333"/>
              <a:gd name="csY4553" fmla="*/ 713264 h 1114920"/>
              <a:gd name="csX4554" fmla="*/ 784425 w 1722333"/>
              <a:gd name="csY4554" fmla="*/ 711425 h 1114920"/>
              <a:gd name="csX4555" fmla="*/ 784603 w 1722333"/>
              <a:gd name="csY4555" fmla="*/ 709582 h 1114920"/>
              <a:gd name="csX4556" fmla="*/ 784772 w 1722333"/>
              <a:gd name="csY4556" fmla="*/ 707734 h 1114920"/>
              <a:gd name="csX4557" fmla="*/ 784941 w 1722333"/>
              <a:gd name="csY4557" fmla="*/ 705883 h 1114920"/>
              <a:gd name="csX4558" fmla="*/ 785119 w 1722333"/>
              <a:gd name="csY4558" fmla="*/ 704027 h 1114920"/>
              <a:gd name="csX4559" fmla="*/ 785288 w 1722333"/>
              <a:gd name="csY4559" fmla="*/ 702167 h 1114920"/>
              <a:gd name="csX4560" fmla="*/ 785457 w 1722333"/>
              <a:gd name="csY4560" fmla="*/ 700303 h 1114920"/>
              <a:gd name="csX4561" fmla="*/ 785635 w 1722333"/>
              <a:gd name="csY4561" fmla="*/ 698434 h 1114920"/>
              <a:gd name="csX4562" fmla="*/ 785804 w 1722333"/>
              <a:gd name="csY4562" fmla="*/ 696561 h 1114920"/>
              <a:gd name="csX4563" fmla="*/ 785982 w 1722333"/>
              <a:gd name="csY4563" fmla="*/ 694685 h 1114920"/>
              <a:gd name="csX4564" fmla="*/ 786151 w 1722333"/>
              <a:gd name="csY4564" fmla="*/ 692804 h 1114920"/>
              <a:gd name="csX4565" fmla="*/ 786320 w 1722333"/>
              <a:gd name="csY4565" fmla="*/ 690919 h 1114920"/>
              <a:gd name="csX4566" fmla="*/ 786498 w 1722333"/>
              <a:gd name="csY4566" fmla="*/ 689030 h 1114920"/>
              <a:gd name="csX4567" fmla="*/ 786667 w 1722333"/>
              <a:gd name="csY4567" fmla="*/ 687137 h 1114920"/>
              <a:gd name="csX4568" fmla="*/ 786836 w 1722333"/>
              <a:gd name="csY4568" fmla="*/ 685240 h 1114920"/>
              <a:gd name="csX4569" fmla="*/ 787014 w 1722333"/>
              <a:gd name="csY4569" fmla="*/ 683339 h 1114920"/>
              <a:gd name="csX4570" fmla="*/ 787183 w 1722333"/>
              <a:gd name="csY4570" fmla="*/ 681434 h 1114920"/>
              <a:gd name="csX4571" fmla="*/ 787352 w 1722333"/>
              <a:gd name="csY4571" fmla="*/ 679525 h 1114920"/>
              <a:gd name="csX4572" fmla="*/ 787530 w 1722333"/>
              <a:gd name="csY4572" fmla="*/ 677613 h 1114920"/>
              <a:gd name="csX4573" fmla="*/ 787699 w 1722333"/>
              <a:gd name="csY4573" fmla="*/ 675696 h 1114920"/>
              <a:gd name="csX4574" fmla="*/ 787877 w 1722333"/>
              <a:gd name="csY4574" fmla="*/ 673775 h 1114920"/>
              <a:gd name="csX4575" fmla="*/ 788046 w 1722333"/>
              <a:gd name="csY4575" fmla="*/ 671851 h 1114920"/>
              <a:gd name="csX4576" fmla="*/ 788215 w 1722333"/>
              <a:gd name="csY4576" fmla="*/ 669922 h 1114920"/>
              <a:gd name="csX4577" fmla="*/ 788393 w 1722333"/>
              <a:gd name="csY4577" fmla="*/ 667991 h 1114920"/>
              <a:gd name="csX4578" fmla="*/ 788562 w 1722333"/>
              <a:gd name="csY4578" fmla="*/ 666055 h 1114920"/>
              <a:gd name="csX4579" fmla="*/ 788731 w 1722333"/>
              <a:gd name="csY4579" fmla="*/ 664115 h 1114920"/>
              <a:gd name="csX4580" fmla="*/ 788909 w 1722333"/>
              <a:gd name="csY4580" fmla="*/ 662172 h 1114920"/>
              <a:gd name="csX4581" fmla="*/ 789078 w 1722333"/>
              <a:gd name="csY4581" fmla="*/ 660224 h 1114920"/>
              <a:gd name="csX4582" fmla="*/ 789247 w 1722333"/>
              <a:gd name="csY4582" fmla="*/ 658273 h 1114920"/>
              <a:gd name="csX4583" fmla="*/ 789425 w 1722333"/>
              <a:gd name="csY4583" fmla="*/ 656320 h 1114920"/>
              <a:gd name="csX4584" fmla="*/ 789594 w 1722333"/>
              <a:gd name="csY4584" fmla="*/ 654362 h 1114920"/>
              <a:gd name="csX4585" fmla="*/ 789763 w 1722333"/>
              <a:gd name="csY4585" fmla="*/ 652399 h 1114920"/>
              <a:gd name="csX4586" fmla="*/ 789941 w 1722333"/>
              <a:gd name="csY4586" fmla="*/ 650434 h 1114920"/>
              <a:gd name="csX4587" fmla="*/ 790110 w 1722333"/>
              <a:gd name="csY4587" fmla="*/ 648465 h 1114920"/>
              <a:gd name="csX4588" fmla="*/ 790288 w 1722333"/>
              <a:gd name="csY4588" fmla="*/ 646493 h 1114920"/>
              <a:gd name="csX4589" fmla="*/ 790457 w 1722333"/>
              <a:gd name="csY4589" fmla="*/ 644517 h 1114920"/>
              <a:gd name="csX4590" fmla="*/ 790626 w 1722333"/>
              <a:gd name="csY4590" fmla="*/ 642537 h 1114920"/>
              <a:gd name="csX4591" fmla="*/ 790804 w 1722333"/>
              <a:gd name="csY4591" fmla="*/ 640554 h 1114920"/>
              <a:gd name="csX4592" fmla="*/ 790973 w 1722333"/>
              <a:gd name="csY4592" fmla="*/ 638568 h 1114920"/>
              <a:gd name="csX4593" fmla="*/ 791142 w 1722333"/>
              <a:gd name="csY4593" fmla="*/ 636578 h 1114920"/>
              <a:gd name="csX4594" fmla="*/ 791320 w 1722333"/>
              <a:gd name="csY4594" fmla="*/ 634585 h 1114920"/>
              <a:gd name="csX4595" fmla="*/ 791489 w 1722333"/>
              <a:gd name="csY4595" fmla="*/ 632589 h 1114920"/>
              <a:gd name="csX4596" fmla="*/ 791658 w 1722333"/>
              <a:gd name="csY4596" fmla="*/ 630589 h 1114920"/>
              <a:gd name="csX4597" fmla="*/ 791836 w 1722333"/>
              <a:gd name="csY4597" fmla="*/ 628585 h 1114920"/>
              <a:gd name="csX4598" fmla="*/ 792005 w 1722333"/>
              <a:gd name="csY4598" fmla="*/ 626578 h 1114920"/>
              <a:gd name="csX4599" fmla="*/ 792183 w 1722333"/>
              <a:gd name="csY4599" fmla="*/ 624568 h 1114920"/>
              <a:gd name="csX4600" fmla="*/ 792352 w 1722333"/>
              <a:gd name="csY4600" fmla="*/ 622556 h 1114920"/>
              <a:gd name="csX4601" fmla="*/ 792521 w 1722333"/>
              <a:gd name="csY4601" fmla="*/ 620539 h 1114920"/>
              <a:gd name="csX4602" fmla="*/ 792699 w 1722333"/>
              <a:gd name="csY4602" fmla="*/ 618520 h 1114920"/>
              <a:gd name="csX4603" fmla="*/ 792868 w 1722333"/>
              <a:gd name="csY4603" fmla="*/ 616497 h 1114920"/>
              <a:gd name="csX4604" fmla="*/ 793037 w 1722333"/>
              <a:gd name="csY4604" fmla="*/ 614472 h 1114920"/>
              <a:gd name="csX4605" fmla="*/ 793215 w 1722333"/>
              <a:gd name="csY4605" fmla="*/ 612443 h 1114920"/>
              <a:gd name="csX4606" fmla="*/ 793384 w 1722333"/>
              <a:gd name="csY4606" fmla="*/ 610411 h 1114920"/>
              <a:gd name="csX4607" fmla="*/ 793553 w 1722333"/>
              <a:gd name="csY4607" fmla="*/ 608377 h 1114920"/>
              <a:gd name="csX4608" fmla="*/ 793731 w 1722333"/>
              <a:gd name="csY4608" fmla="*/ 606339 h 1114920"/>
              <a:gd name="csX4609" fmla="*/ 793900 w 1722333"/>
              <a:gd name="csY4609" fmla="*/ 604298 h 1114920"/>
              <a:gd name="csX4610" fmla="*/ 794078 w 1722333"/>
              <a:gd name="csY4610" fmla="*/ 602254 h 1114920"/>
              <a:gd name="csX4611" fmla="*/ 794247 w 1722333"/>
              <a:gd name="csY4611" fmla="*/ 600207 h 1114920"/>
              <a:gd name="csX4612" fmla="*/ 794416 w 1722333"/>
              <a:gd name="csY4612" fmla="*/ 598158 h 1114920"/>
              <a:gd name="csX4613" fmla="*/ 794594 w 1722333"/>
              <a:gd name="csY4613" fmla="*/ 596106 h 1114920"/>
              <a:gd name="csX4614" fmla="*/ 794763 w 1722333"/>
              <a:gd name="csY4614" fmla="*/ 594051 h 1114920"/>
              <a:gd name="csX4615" fmla="*/ 794932 w 1722333"/>
              <a:gd name="csY4615" fmla="*/ 591992 h 1114920"/>
              <a:gd name="csX4616" fmla="*/ 795110 w 1722333"/>
              <a:gd name="csY4616" fmla="*/ 589932 h 1114920"/>
              <a:gd name="csX4617" fmla="*/ 795279 w 1722333"/>
              <a:gd name="csY4617" fmla="*/ 587869 h 1114920"/>
              <a:gd name="csX4618" fmla="*/ 795448 w 1722333"/>
              <a:gd name="csY4618" fmla="*/ 585802 h 1114920"/>
              <a:gd name="csX4619" fmla="*/ 795626 w 1722333"/>
              <a:gd name="csY4619" fmla="*/ 583734 h 1114920"/>
              <a:gd name="csX4620" fmla="*/ 795795 w 1722333"/>
              <a:gd name="csY4620" fmla="*/ 581663 h 1114920"/>
              <a:gd name="csX4621" fmla="*/ 795973 w 1722333"/>
              <a:gd name="csY4621" fmla="*/ 579588 h 1114920"/>
              <a:gd name="csX4622" fmla="*/ 796142 w 1722333"/>
              <a:gd name="csY4622" fmla="*/ 577511 h 1114920"/>
              <a:gd name="csX4623" fmla="*/ 796311 w 1722333"/>
              <a:gd name="csY4623" fmla="*/ 575432 h 1114920"/>
              <a:gd name="csX4624" fmla="*/ 796489 w 1722333"/>
              <a:gd name="csY4624" fmla="*/ 573351 h 1114920"/>
              <a:gd name="csX4625" fmla="*/ 796658 w 1722333"/>
              <a:gd name="csY4625" fmla="*/ 571267 h 1114920"/>
              <a:gd name="csX4626" fmla="*/ 796827 w 1722333"/>
              <a:gd name="csY4626" fmla="*/ 569180 h 1114920"/>
              <a:gd name="csX4627" fmla="*/ 797004 w 1722333"/>
              <a:gd name="csY4627" fmla="*/ 567091 h 1114920"/>
              <a:gd name="csX4628" fmla="*/ 797174 w 1722333"/>
              <a:gd name="csY4628" fmla="*/ 565000 h 1114920"/>
              <a:gd name="csX4629" fmla="*/ 797343 w 1722333"/>
              <a:gd name="csY4629" fmla="*/ 562907 h 1114920"/>
              <a:gd name="csX4630" fmla="*/ 797521 w 1722333"/>
              <a:gd name="csY4630" fmla="*/ 560811 h 1114920"/>
              <a:gd name="csX4631" fmla="*/ 797690 w 1722333"/>
              <a:gd name="csY4631" fmla="*/ 558712 h 1114920"/>
              <a:gd name="csX4632" fmla="*/ 797859 w 1722333"/>
              <a:gd name="csY4632" fmla="*/ 556612 h 1114920"/>
              <a:gd name="csX4633" fmla="*/ 798036 w 1722333"/>
              <a:gd name="csY4633" fmla="*/ 554510 h 1114920"/>
              <a:gd name="csX4634" fmla="*/ 798206 w 1722333"/>
              <a:gd name="csY4634" fmla="*/ 552405 h 1114920"/>
              <a:gd name="csX4635" fmla="*/ 798383 w 1722333"/>
              <a:gd name="csY4635" fmla="*/ 550298 h 1114920"/>
              <a:gd name="csX4636" fmla="*/ 798553 w 1722333"/>
              <a:gd name="csY4636" fmla="*/ 548190 h 1114920"/>
              <a:gd name="csX4637" fmla="*/ 798722 w 1722333"/>
              <a:gd name="csY4637" fmla="*/ 546079 h 1114920"/>
              <a:gd name="csX4638" fmla="*/ 798899 w 1722333"/>
              <a:gd name="csY4638" fmla="*/ 543966 h 1114920"/>
              <a:gd name="csX4639" fmla="*/ 799069 w 1722333"/>
              <a:gd name="csY4639" fmla="*/ 541850 h 1114920"/>
              <a:gd name="csX4640" fmla="*/ 799237 w 1722333"/>
              <a:gd name="csY4640" fmla="*/ 539734 h 1114920"/>
              <a:gd name="csX4641" fmla="*/ 799415 w 1722333"/>
              <a:gd name="csY4641" fmla="*/ 537614 h 1114920"/>
              <a:gd name="csX4642" fmla="*/ 799584 w 1722333"/>
              <a:gd name="csY4642" fmla="*/ 535494 h 1114920"/>
              <a:gd name="csX4643" fmla="*/ 799754 w 1722333"/>
              <a:gd name="csY4643" fmla="*/ 533372 h 1114920"/>
              <a:gd name="csX4644" fmla="*/ 799931 w 1722333"/>
              <a:gd name="csY4644" fmla="*/ 531247 h 1114920"/>
              <a:gd name="csX4645" fmla="*/ 800101 w 1722333"/>
              <a:gd name="csY4645" fmla="*/ 529121 h 1114920"/>
              <a:gd name="csX4646" fmla="*/ 800278 w 1722333"/>
              <a:gd name="csY4646" fmla="*/ 526993 h 1114920"/>
              <a:gd name="csX4647" fmla="*/ 800447 w 1722333"/>
              <a:gd name="csY4647" fmla="*/ 524864 h 1114920"/>
              <a:gd name="csX4648" fmla="*/ 800616 w 1722333"/>
              <a:gd name="csY4648" fmla="*/ 522732 h 1114920"/>
              <a:gd name="csX4649" fmla="*/ 800794 w 1722333"/>
              <a:gd name="csY4649" fmla="*/ 520600 h 1114920"/>
              <a:gd name="csX4650" fmla="*/ 800963 w 1722333"/>
              <a:gd name="csY4650" fmla="*/ 518466 h 1114920"/>
              <a:gd name="csX4651" fmla="*/ 801132 w 1722333"/>
              <a:gd name="csY4651" fmla="*/ 516330 h 1114920"/>
              <a:gd name="csX4652" fmla="*/ 801310 w 1722333"/>
              <a:gd name="csY4652" fmla="*/ 514193 h 1114920"/>
              <a:gd name="csX4653" fmla="*/ 801479 w 1722333"/>
              <a:gd name="csY4653" fmla="*/ 512054 h 1114920"/>
              <a:gd name="csX4654" fmla="*/ 801649 w 1722333"/>
              <a:gd name="csY4654" fmla="*/ 509914 h 1114920"/>
              <a:gd name="csX4655" fmla="*/ 801826 w 1722333"/>
              <a:gd name="csY4655" fmla="*/ 507772 h 1114920"/>
              <a:gd name="csX4656" fmla="*/ 801995 w 1722333"/>
              <a:gd name="csY4656" fmla="*/ 505629 h 1114920"/>
              <a:gd name="csX4657" fmla="*/ 802173 w 1722333"/>
              <a:gd name="csY4657" fmla="*/ 503485 h 1114920"/>
              <a:gd name="csX4658" fmla="*/ 802342 w 1722333"/>
              <a:gd name="csY4658" fmla="*/ 501339 h 1114920"/>
              <a:gd name="csX4659" fmla="*/ 802511 w 1722333"/>
              <a:gd name="csY4659" fmla="*/ 499192 h 1114920"/>
              <a:gd name="csX4660" fmla="*/ 802689 w 1722333"/>
              <a:gd name="csY4660" fmla="*/ 497045 h 1114920"/>
              <a:gd name="csX4661" fmla="*/ 802858 w 1722333"/>
              <a:gd name="csY4661" fmla="*/ 494895 h 1114920"/>
              <a:gd name="csX4662" fmla="*/ 803027 w 1722333"/>
              <a:gd name="csY4662" fmla="*/ 492745 h 1114920"/>
              <a:gd name="csX4663" fmla="*/ 803205 w 1722333"/>
              <a:gd name="csY4663" fmla="*/ 490594 h 1114920"/>
              <a:gd name="csX4664" fmla="*/ 803374 w 1722333"/>
              <a:gd name="csY4664" fmla="*/ 488442 h 1114920"/>
              <a:gd name="csX4665" fmla="*/ 803543 w 1722333"/>
              <a:gd name="csY4665" fmla="*/ 486289 h 1114920"/>
              <a:gd name="csX4666" fmla="*/ 803721 w 1722333"/>
              <a:gd name="csY4666" fmla="*/ 484135 h 1114920"/>
              <a:gd name="csX4667" fmla="*/ 803890 w 1722333"/>
              <a:gd name="csY4667" fmla="*/ 481980 h 1114920"/>
              <a:gd name="csX4668" fmla="*/ 804068 w 1722333"/>
              <a:gd name="csY4668" fmla="*/ 479824 h 1114920"/>
              <a:gd name="csX4669" fmla="*/ 804237 w 1722333"/>
              <a:gd name="csY4669" fmla="*/ 477668 h 1114920"/>
              <a:gd name="csX4670" fmla="*/ 804406 w 1722333"/>
              <a:gd name="csY4670" fmla="*/ 475510 h 1114920"/>
              <a:gd name="csX4671" fmla="*/ 804584 w 1722333"/>
              <a:gd name="csY4671" fmla="*/ 473352 h 1114920"/>
              <a:gd name="csX4672" fmla="*/ 804753 w 1722333"/>
              <a:gd name="csY4672" fmla="*/ 471193 h 1114920"/>
              <a:gd name="csX4673" fmla="*/ 804922 w 1722333"/>
              <a:gd name="csY4673" fmla="*/ 469033 h 1114920"/>
              <a:gd name="csX4674" fmla="*/ 805100 w 1722333"/>
              <a:gd name="csY4674" fmla="*/ 466873 h 1114920"/>
              <a:gd name="csX4675" fmla="*/ 805269 w 1722333"/>
              <a:gd name="csY4675" fmla="*/ 464712 h 1114920"/>
              <a:gd name="csX4676" fmla="*/ 805438 w 1722333"/>
              <a:gd name="csY4676" fmla="*/ 462551 h 1114920"/>
              <a:gd name="csX4677" fmla="*/ 805616 w 1722333"/>
              <a:gd name="csY4677" fmla="*/ 460389 h 1114920"/>
              <a:gd name="csX4678" fmla="*/ 805785 w 1722333"/>
              <a:gd name="csY4678" fmla="*/ 458227 h 1114920"/>
              <a:gd name="csX4679" fmla="*/ 805954 w 1722333"/>
              <a:gd name="csY4679" fmla="*/ 456064 h 1114920"/>
              <a:gd name="csX4680" fmla="*/ 806132 w 1722333"/>
              <a:gd name="csY4680" fmla="*/ 453902 h 1114920"/>
              <a:gd name="csX4681" fmla="*/ 806301 w 1722333"/>
              <a:gd name="csY4681" fmla="*/ 451738 h 1114920"/>
              <a:gd name="csX4682" fmla="*/ 806479 w 1722333"/>
              <a:gd name="csY4682" fmla="*/ 449574 h 1114920"/>
              <a:gd name="csX4683" fmla="*/ 806648 w 1722333"/>
              <a:gd name="csY4683" fmla="*/ 447411 h 1114920"/>
              <a:gd name="csX4684" fmla="*/ 806817 w 1722333"/>
              <a:gd name="csY4684" fmla="*/ 445247 h 1114920"/>
              <a:gd name="csX4685" fmla="*/ 806995 w 1722333"/>
              <a:gd name="csY4685" fmla="*/ 443083 h 1114920"/>
              <a:gd name="csX4686" fmla="*/ 807164 w 1722333"/>
              <a:gd name="csY4686" fmla="*/ 440919 h 1114920"/>
              <a:gd name="csX4687" fmla="*/ 807333 w 1722333"/>
              <a:gd name="csY4687" fmla="*/ 438754 h 1114920"/>
              <a:gd name="csX4688" fmla="*/ 807511 w 1722333"/>
              <a:gd name="csY4688" fmla="*/ 436591 h 1114920"/>
              <a:gd name="csX4689" fmla="*/ 807680 w 1722333"/>
              <a:gd name="csY4689" fmla="*/ 434426 h 1114920"/>
              <a:gd name="csX4690" fmla="*/ 807849 w 1722333"/>
              <a:gd name="csY4690" fmla="*/ 432263 h 1114920"/>
              <a:gd name="csX4691" fmla="*/ 808027 w 1722333"/>
              <a:gd name="csY4691" fmla="*/ 430098 h 1114920"/>
              <a:gd name="csX4692" fmla="*/ 808196 w 1722333"/>
              <a:gd name="csY4692" fmla="*/ 427935 h 1114920"/>
              <a:gd name="csX4693" fmla="*/ 808374 w 1722333"/>
              <a:gd name="csY4693" fmla="*/ 425771 h 1114920"/>
              <a:gd name="csX4694" fmla="*/ 808543 w 1722333"/>
              <a:gd name="csY4694" fmla="*/ 423608 h 1114920"/>
              <a:gd name="csX4695" fmla="*/ 808712 w 1722333"/>
              <a:gd name="csY4695" fmla="*/ 421446 h 1114920"/>
              <a:gd name="csX4696" fmla="*/ 808890 w 1722333"/>
              <a:gd name="csY4696" fmla="*/ 419283 h 1114920"/>
              <a:gd name="csX4697" fmla="*/ 809059 w 1722333"/>
              <a:gd name="csY4697" fmla="*/ 417120 h 1114920"/>
              <a:gd name="csX4698" fmla="*/ 809228 w 1722333"/>
              <a:gd name="csY4698" fmla="*/ 414959 h 1114920"/>
              <a:gd name="csX4699" fmla="*/ 809406 w 1722333"/>
              <a:gd name="csY4699" fmla="*/ 412797 h 1114920"/>
              <a:gd name="csX4700" fmla="*/ 809575 w 1722333"/>
              <a:gd name="csY4700" fmla="*/ 410637 h 1114920"/>
              <a:gd name="csX4701" fmla="*/ 809744 w 1722333"/>
              <a:gd name="csY4701" fmla="*/ 408477 h 1114920"/>
              <a:gd name="csX4702" fmla="*/ 809922 w 1722333"/>
              <a:gd name="csY4702" fmla="*/ 406317 h 1114920"/>
              <a:gd name="csX4703" fmla="*/ 810091 w 1722333"/>
              <a:gd name="csY4703" fmla="*/ 404159 h 1114920"/>
              <a:gd name="csX4704" fmla="*/ 810269 w 1722333"/>
              <a:gd name="csY4704" fmla="*/ 402000 h 1114920"/>
              <a:gd name="csX4705" fmla="*/ 810438 w 1722333"/>
              <a:gd name="csY4705" fmla="*/ 399843 h 1114920"/>
              <a:gd name="csX4706" fmla="*/ 810607 w 1722333"/>
              <a:gd name="csY4706" fmla="*/ 397687 h 1114920"/>
              <a:gd name="csX4707" fmla="*/ 810785 w 1722333"/>
              <a:gd name="csY4707" fmla="*/ 395531 h 1114920"/>
              <a:gd name="csX4708" fmla="*/ 810954 w 1722333"/>
              <a:gd name="csY4708" fmla="*/ 393376 h 1114920"/>
              <a:gd name="csX4709" fmla="*/ 811123 w 1722333"/>
              <a:gd name="csY4709" fmla="*/ 391222 h 1114920"/>
              <a:gd name="csX4710" fmla="*/ 811301 w 1722333"/>
              <a:gd name="csY4710" fmla="*/ 389070 h 1114920"/>
              <a:gd name="csX4711" fmla="*/ 811470 w 1722333"/>
              <a:gd name="csY4711" fmla="*/ 386918 h 1114920"/>
              <a:gd name="csX4712" fmla="*/ 811639 w 1722333"/>
              <a:gd name="csY4712" fmla="*/ 384768 h 1114920"/>
              <a:gd name="csX4713" fmla="*/ 811817 w 1722333"/>
              <a:gd name="csY4713" fmla="*/ 382619 h 1114920"/>
              <a:gd name="csX4714" fmla="*/ 811986 w 1722333"/>
              <a:gd name="csY4714" fmla="*/ 380470 h 1114920"/>
              <a:gd name="csX4715" fmla="*/ 812164 w 1722333"/>
              <a:gd name="csY4715" fmla="*/ 378323 h 1114920"/>
              <a:gd name="csX4716" fmla="*/ 812333 w 1722333"/>
              <a:gd name="csY4716" fmla="*/ 376178 h 1114920"/>
              <a:gd name="csX4717" fmla="*/ 812502 w 1722333"/>
              <a:gd name="csY4717" fmla="*/ 374033 h 1114920"/>
              <a:gd name="csX4718" fmla="*/ 812680 w 1722333"/>
              <a:gd name="csY4718" fmla="*/ 371890 h 1114920"/>
              <a:gd name="csX4719" fmla="*/ 812849 w 1722333"/>
              <a:gd name="csY4719" fmla="*/ 369748 h 1114920"/>
              <a:gd name="csX4720" fmla="*/ 813018 w 1722333"/>
              <a:gd name="csY4720" fmla="*/ 367609 h 1114920"/>
              <a:gd name="csX4721" fmla="*/ 813196 w 1722333"/>
              <a:gd name="csY4721" fmla="*/ 365470 h 1114920"/>
              <a:gd name="csX4722" fmla="*/ 813365 w 1722333"/>
              <a:gd name="csY4722" fmla="*/ 363333 h 1114920"/>
              <a:gd name="csX4723" fmla="*/ 813534 w 1722333"/>
              <a:gd name="csY4723" fmla="*/ 361198 h 1114920"/>
              <a:gd name="csX4724" fmla="*/ 813712 w 1722333"/>
              <a:gd name="csY4724" fmla="*/ 359064 h 1114920"/>
              <a:gd name="csX4725" fmla="*/ 813881 w 1722333"/>
              <a:gd name="csY4725" fmla="*/ 356932 h 1114920"/>
              <a:gd name="csX4726" fmla="*/ 814050 w 1722333"/>
              <a:gd name="csY4726" fmla="*/ 354802 h 1114920"/>
              <a:gd name="csX4727" fmla="*/ 814228 w 1722333"/>
              <a:gd name="csY4727" fmla="*/ 352673 h 1114920"/>
              <a:gd name="csX4728" fmla="*/ 814397 w 1722333"/>
              <a:gd name="csY4728" fmla="*/ 350547 h 1114920"/>
              <a:gd name="csX4729" fmla="*/ 814575 w 1722333"/>
              <a:gd name="csY4729" fmla="*/ 348423 h 1114920"/>
              <a:gd name="csX4730" fmla="*/ 814744 w 1722333"/>
              <a:gd name="csY4730" fmla="*/ 346300 h 1114920"/>
              <a:gd name="csX4731" fmla="*/ 814913 w 1722333"/>
              <a:gd name="csY4731" fmla="*/ 344180 h 1114920"/>
              <a:gd name="csX4732" fmla="*/ 815091 w 1722333"/>
              <a:gd name="csY4732" fmla="*/ 342061 h 1114920"/>
              <a:gd name="csX4733" fmla="*/ 815260 w 1722333"/>
              <a:gd name="csY4733" fmla="*/ 339944 h 1114920"/>
              <a:gd name="csX4734" fmla="*/ 815429 w 1722333"/>
              <a:gd name="csY4734" fmla="*/ 337830 h 1114920"/>
              <a:gd name="csX4735" fmla="*/ 815607 w 1722333"/>
              <a:gd name="csY4735" fmla="*/ 335718 h 1114920"/>
              <a:gd name="csX4736" fmla="*/ 815776 w 1722333"/>
              <a:gd name="csY4736" fmla="*/ 333608 h 1114920"/>
              <a:gd name="csX4737" fmla="*/ 815945 w 1722333"/>
              <a:gd name="csY4737" fmla="*/ 331502 h 1114920"/>
              <a:gd name="csX4738" fmla="*/ 816123 w 1722333"/>
              <a:gd name="csY4738" fmla="*/ 329396 h 1114920"/>
              <a:gd name="csX4739" fmla="*/ 816292 w 1722333"/>
              <a:gd name="csY4739" fmla="*/ 327293 h 1114920"/>
              <a:gd name="csX4740" fmla="*/ 816470 w 1722333"/>
              <a:gd name="csY4740" fmla="*/ 325193 h 1114920"/>
              <a:gd name="csX4741" fmla="*/ 816639 w 1722333"/>
              <a:gd name="csY4741" fmla="*/ 323095 h 1114920"/>
              <a:gd name="csX4742" fmla="*/ 816808 w 1722333"/>
              <a:gd name="csY4742" fmla="*/ 321000 h 1114920"/>
              <a:gd name="csX4743" fmla="*/ 816986 w 1722333"/>
              <a:gd name="csY4743" fmla="*/ 318908 h 1114920"/>
              <a:gd name="csX4744" fmla="*/ 817155 w 1722333"/>
              <a:gd name="csY4744" fmla="*/ 316818 h 1114920"/>
              <a:gd name="csX4745" fmla="*/ 817324 w 1722333"/>
              <a:gd name="csY4745" fmla="*/ 314731 h 1114920"/>
              <a:gd name="csX4746" fmla="*/ 817502 w 1722333"/>
              <a:gd name="csY4746" fmla="*/ 312646 h 1114920"/>
              <a:gd name="csX4747" fmla="*/ 817671 w 1722333"/>
              <a:gd name="csY4747" fmla="*/ 310565 h 1114920"/>
              <a:gd name="csX4748" fmla="*/ 817840 w 1722333"/>
              <a:gd name="csY4748" fmla="*/ 308486 h 1114920"/>
              <a:gd name="csX4749" fmla="*/ 818018 w 1722333"/>
              <a:gd name="csY4749" fmla="*/ 306410 h 1114920"/>
              <a:gd name="csX4750" fmla="*/ 818187 w 1722333"/>
              <a:gd name="csY4750" fmla="*/ 304337 h 1114920"/>
              <a:gd name="csX4751" fmla="*/ 818365 w 1722333"/>
              <a:gd name="csY4751" fmla="*/ 302268 h 1114920"/>
              <a:gd name="csX4752" fmla="*/ 818534 w 1722333"/>
              <a:gd name="csY4752" fmla="*/ 300201 h 1114920"/>
              <a:gd name="csX4753" fmla="*/ 818703 w 1722333"/>
              <a:gd name="csY4753" fmla="*/ 298137 h 1114920"/>
              <a:gd name="csX4754" fmla="*/ 818881 w 1722333"/>
              <a:gd name="csY4754" fmla="*/ 296077 h 1114920"/>
              <a:gd name="csX4755" fmla="*/ 819050 w 1722333"/>
              <a:gd name="csY4755" fmla="*/ 294019 h 1114920"/>
              <a:gd name="csX4756" fmla="*/ 819219 w 1722333"/>
              <a:gd name="csY4756" fmla="*/ 291966 h 1114920"/>
              <a:gd name="csX4757" fmla="*/ 819397 w 1722333"/>
              <a:gd name="csY4757" fmla="*/ 289914 h 1114920"/>
              <a:gd name="csX4758" fmla="*/ 819566 w 1722333"/>
              <a:gd name="csY4758" fmla="*/ 287867 h 1114920"/>
              <a:gd name="csX4759" fmla="*/ 819735 w 1722333"/>
              <a:gd name="csY4759" fmla="*/ 285824 h 1114920"/>
              <a:gd name="csX4760" fmla="*/ 819913 w 1722333"/>
              <a:gd name="csY4760" fmla="*/ 283783 h 1114920"/>
              <a:gd name="csX4761" fmla="*/ 820082 w 1722333"/>
              <a:gd name="csY4761" fmla="*/ 281745 h 1114920"/>
              <a:gd name="csX4762" fmla="*/ 820260 w 1722333"/>
              <a:gd name="csY4762" fmla="*/ 279713 h 1114920"/>
              <a:gd name="csX4763" fmla="*/ 820429 w 1722333"/>
              <a:gd name="csY4763" fmla="*/ 277682 h 1114920"/>
              <a:gd name="csX4764" fmla="*/ 820598 w 1722333"/>
              <a:gd name="csY4764" fmla="*/ 275656 h 1114920"/>
              <a:gd name="csX4765" fmla="*/ 820776 w 1722333"/>
              <a:gd name="csY4765" fmla="*/ 273634 h 1114920"/>
              <a:gd name="csX4766" fmla="*/ 820945 w 1722333"/>
              <a:gd name="csY4766" fmla="*/ 271615 h 1114920"/>
              <a:gd name="csX4767" fmla="*/ 821114 w 1722333"/>
              <a:gd name="csY4767" fmla="*/ 269600 h 1114920"/>
              <a:gd name="csX4768" fmla="*/ 821292 w 1722333"/>
              <a:gd name="csY4768" fmla="*/ 267589 h 1114920"/>
              <a:gd name="csX4769" fmla="*/ 821461 w 1722333"/>
              <a:gd name="csY4769" fmla="*/ 265582 h 1114920"/>
              <a:gd name="csX4770" fmla="*/ 821630 w 1722333"/>
              <a:gd name="csY4770" fmla="*/ 263579 h 1114920"/>
              <a:gd name="csX4771" fmla="*/ 821808 w 1722333"/>
              <a:gd name="csY4771" fmla="*/ 261580 h 1114920"/>
              <a:gd name="csX4772" fmla="*/ 821977 w 1722333"/>
              <a:gd name="csY4772" fmla="*/ 259585 h 1114920"/>
              <a:gd name="csX4773" fmla="*/ 822146 w 1722333"/>
              <a:gd name="csY4773" fmla="*/ 257594 h 1114920"/>
              <a:gd name="csX4774" fmla="*/ 822324 w 1722333"/>
              <a:gd name="csY4774" fmla="*/ 255607 h 1114920"/>
              <a:gd name="csX4775" fmla="*/ 822493 w 1722333"/>
              <a:gd name="csY4775" fmla="*/ 253625 h 1114920"/>
              <a:gd name="csX4776" fmla="*/ 822671 w 1722333"/>
              <a:gd name="csY4776" fmla="*/ 251646 h 1114920"/>
              <a:gd name="csX4777" fmla="*/ 822840 w 1722333"/>
              <a:gd name="csY4777" fmla="*/ 249672 h 1114920"/>
              <a:gd name="csX4778" fmla="*/ 823009 w 1722333"/>
              <a:gd name="csY4778" fmla="*/ 247703 h 1114920"/>
              <a:gd name="csX4779" fmla="*/ 823187 w 1722333"/>
              <a:gd name="csY4779" fmla="*/ 245738 h 1114920"/>
              <a:gd name="csX4780" fmla="*/ 823356 w 1722333"/>
              <a:gd name="csY4780" fmla="*/ 243777 h 1114920"/>
              <a:gd name="csX4781" fmla="*/ 823525 w 1722333"/>
              <a:gd name="csY4781" fmla="*/ 241821 h 1114920"/>
              <a:gd name="csX4782" fmla="*/ 823703 w 1722333"/>
              <a:gd name="csY4782" fmla="*/ 239869 h 1114920"/>
              <a:gd name="csX4783" fmla="*/ 823872 w 1722333"/>
              <a:gd name="csY4783" fmla="*/ 237922 h 1114920"/>
              <a:gd name="csX4784" fmla="*/ 824041 w 1722333"/>
              <a:gd name="csY4784" fmla="*/ 235979 h 1114920"/>
              <a:gd name="csX4785" fmla="*/ 824219 w 1722333"/>
              <a:gd name="csY4785" fmla="*/ 234042 h 1114920"/>
              <a:gd name="csX4786" fmla="*/ 824388 w 1722333"/>
              <a:gd name="csY4786" fmla="*/ 232109 h 1114920"/>
              <a:gd name="csX4787" fmla="*/ 824566 w 1722333"/>
              <a:gd name="csY4787" fmla="*/ 230182 h 1114920"/>
              <a:gd name="csX4788" fmla="*/ 824735 w 1722333"/>
              <a:gd name="csY4788" fmla="*/ 228258 h 1114920"/>
              <a:gd name="csX4789" fmla="*/ 824904 w 1722333"/>
              <a:gd name="csY4789" fmla="*/ 226340 h 1114920"/>
              <a:gd name="csX4790" fmla="*/ 825082 w 1722333"/>
              <a:gd name="csY4790" fmla="*/ 224426 h 1114920"/>
              <a:gd name="csX4791" fmla="*/ 825251 w 1722333"/>
              <a:gd name="csY4791" fmla="*/ 222518 h 1114920"/>
              <a:gd name="csX4792" fmla="*/ 825420 w 1722333"/>
              <a:gd name="csY4792" fmla="*/ 220615 h 1114920"/>
              <a:gd name="csX4793" fmla="*/ 825598 w 1722333"/>
              <a:gd name="csY4793" fmla="*/ 218718 h 1114920"/>
              <a:gd name="csX4794" fmla="*/ 825767 w 1722333"/>
              <a:gd name="csY4794" fmla="*/ 216824 h 1114920"/>
              <a:gd name="csX4795" fmla="*/ 825936 w 1722333"/>
              <a:gd name="csY4795" fmla="*/ 214937 h 1114920"/>
              <a:gd name="csX4796" fmla="*/ 826114 w 1722333"/>
              <a:gd name="csY4796" fmla="*/ 213054 h 1114920"/>
              <a:gd name="csX4797" fmla="*/ 826283 w 1722333"/>
              <a:gd name="csY4797" fmla="*/ 211177 h 1114920"/>
              <a:gd name="csX4798" fmla="*/ 826461 w 1722333"/>
              <a:gd name="csY4798" fmla="*/ 209306 h 1114920"/>
              <a:gd name="csX4799" fmla="*/ 826630 w 1722333"/>
              <a:gd name="csY4799" fmla="*/ 207440 h 1114920"/>
              <a:gd name="csX4800" fmla="*/ 826799 w 1722333"/>
              <a:gd name="csY4800" fmla="*/ 205578 h 1114920"/>
              <a:gd name="csX4801" fmla="*/ 826977 w 1722333"/>
              <a:gd name="csY4801" fmla="*/ 203724 h 1114920"/>
              <a:gd name="csX4802" fmla="*/ 827146 w 1722333"/>
              <a:gd name="csY4802" fmla="*/ 201874 h 1114920"/>
              <a:gd name="csX4803" fmla="*/ 827315 w 1722333"/>
              <a:gd name="csY4803" fmla="*/ 200030 h 1114920"/>
              <a:gd name="csX4804" fmla="*/ 827493 w 1722333"/>
              <a:gd name="csY4804" fmla="*/ 198191 h 1114920"/>
              <a:gd name="csX4805" fmla="*/ 827662 w 1722333"/>
              <a:gd name="csY4805" fmla="*/ 196358 h 1114920"/>
              <a:gd name="csX4806" fmla="*/ 827831 w 1722333"/>
              <a:gd name="csY4806" fmla="*/ 194532 h 1114920"/>
              <a:gd name="csX4807" fmla="*/ 828009 w 1722333"/>
              <a:gd name="csY4807" fmla="*/ 192711 h 1114920"/>
              <a:gd name="csX4808" fmla="*/ 828178 w 1722333"/>
              <a:gd name="csY4808" fmla="*/ 190895 h 1114920"/>
              <a:gd name="csX4809" fmla="*/ 828356 w 1722333"/>
              <a:gd name="csY4809" fmla="*/ 189085 h 1114920"/>
              <a:gd name="csX4810" fmla="*/ 828525 w 1722333"/>
              <a:gd name="csY4810" fmla="*/ 187282 h 1114920"/>
              <a:gd name="csX4811" fmla="*/ 828694 w 1722333"/>
              <a:gd name="csY4811" fmla="*/ 185485 h 1114920"/>
              <a:gd name="csX4812" fmla="*/ 828872 w 1722333"/>
              <a:gd name="csY4812" fmla="*/ 183693 h 1114920"/>
              <a:gd name="csX4813" fmla="*/ 829041 w 1722333"/>
              <a:gd name="csY4813" fmla="*/ 181908 h 1114920"/>
              <a:gd name="csX4814" fmla="*/ 829210 w 1722333"/>
              <a:gd name="csY4814" fmla="*/ 180129 h 1114920"/>
              <a:gd name="csX4815" fmla="*/ 829388 w 1722333"/>
              <a:gd name="csY4815" fmla="*/ 178356 h 1114920"/>
              <a:gd name="csX4816" fmla="*/ 829557 w 1722333"/>
              <a:gd name="csY4816" fmla="*/ 176589 h 1114920"/>
              <a:gd name="csX4817" fmla="*/ 829726 w 1722333"/>
              <a:gd name="csY4817" fmla="*/ 174829 h 1114920"/>
              <a:gd name="csX4818" fmla="*/ 829904 w 1722333"/>
              <a:gd name="csY4818" fmla="*/ 173075 h 1114920"/>
              <a:gd name="csX4819" fmla="*/ 830073 w 1722333"/>
              <a:gd name="csY4819" fmla="*/ 171327 h 1114920"/>
              <a:gd name="csX4820" fmla="*/ 830242 w 1722333"/>
              <a:gd name="csY4820" fmla="*/ 169586 h 1114920"/>
              <a:gd name="csX4821" fmla="*/ 830420 w 1722333"/>
              <a:gd name="csY4821" fmla="*/ 167851 h 1114920"/>
              <a:gd name="csX4822" fmla="*/ 830589 w 1722333"/>
              <a:gd name="csY4822" fmla="*/ 166124 h 1114920"/>
              <a:gd name="csX4823" fmla="*/ 830767 w 1722333"/>
              <a:gd name="csY4823" fmla="*/ 164402 h 1114920"/>
              <a:gd name="csX4824" fmla="*/ 830936 w 1722333"/>
              <a:gd name="csY4824" fmla="*/ 162687 h 1114920"/>
              <a:gd name="csX4825" fmla="*/ 831105 w 1722333"/>
              <a:gd name="csY4825" fmla="*/ 160979 h 1114920"/>
              <a:gd name="csX4826" fmla="*/ 831283 w 1722333"/>
              <a:gd name="csY4826" fmla="*/ 159277 h 1114920"/>
              <a:gd name="csX4827" fmla="*/ 831452 w 1722333"/>
              <a:gd name="csY4827" fmla="*/ 157582 h 1114920"/>
              <a:gd name="csX4828" fmla="*/ 831621 w 1722333"/>
              <a:gd name="csY4828" fmla="*/ 155894 h 1114920"/>
              <a:gd name="csX4829" fmla="*/ 831799 w 1722333"/>
              <a:gd name="csY4829" fmla="*/ 154213 h 1114920"/>
              <a:gd name="csX4830" fmla="*/ 831968 w 1722333"/>
              <a:gd name="csY4830" fmla="*/ 152539 h 1114920"/>
              <a:gd name="csX4831" fmla="*/ 832137 w 1722333"/>
              <a:gd name="csY4831" fmla="*/ 150872 h 1114920"/>
              <a:gd name="csX4832" fmla="*/ 832315 w 1722333"/>
              <a:gd name="csY4832" fmla="*/ 149211 h 1114920"/>
              <a:gd name="csX4833" fmla="*/ 832484 w 1722333"/>
              <a:gd name="csY4833" fmla="*/ 147558 h 1114920"/>
              <a:gd name="csX4834" fmla="*/ 832662 w 1722333"/>
              <a:gd name="csY4834" fmla="*/ 145912 h 1114920"/>
              <a:gd name="csX4835" fmla="*/ 832830 w 1722333"/>
              <a:gd name="csY4835" fmla="*/ 144273 h 1114920"/>
              <a:gd name="csX4836" fmla="*/ 833000 w 1722333"/>
              <a:gd name="csY4836" fmla="*/ 142641 h 1114920"/>
              <a:gd name="csX4837" fmla="*/ 833177 w 1722333"/>
              <a:gd name="csY4837" fmla="*/ 141017 h 1114920"/>
              <a:gd name="csX4838" fmla="*/ 833347 w 1722333"/>
              <a:gd name="csY4838" fmla="*/ 139400 h 1114920"/>
              <a:gd name="csX4839" fmla="*/ 833516 w 1722333"/>
              <a:gd name="csY4839" fmla="*/ 137789 h 1114920"/>
              <a:gd name="csX4840" fmla="*/ 833694 w 1722333"/>
              <a:gd name="csY4840" fmla="*/ 136187 h 1114920"/>
              <a:gd name="csX4841" fmla="*/ 833863 w 1722333"/>
              <a:gd name="csY4841" fmla="*/ 134592 h 1114920"/>
              <a:gd name="csX4842" fmla="*/ 834031 w 1722333"/>
              <a:gd name="csY4842" fmla="*/ 133004 h 1114920"/>
              <a:gd name="csX4843" fmla="*/ 834209 w 1722333"/>
              <a:gd name="csY4843" fmla="*/ 131424 h 1114920"/>
              <a:gd name="csX4844" fmla="*/ 834378 w 1722333"/>
              <a:gd name="csY4844" fmla="*/ 129852 h 1114920"/>
              <a:gd name="csX4845" fmla="*/ 834556 w 1722333"/>
              <a:gd name="csY4845" fmla="*/ 128286 h 1114920"/>
              <a:gd name="csX4846" fmla="*/ 834725 w 1722333"/>
              <a:gd name="csY4846" fmla="*/ 126729 h 1114920"/>
              <a:gd name="csX4847" fmla="*/ 834895 w 1722333"/>
              <a:gd name="csY4847" fmla="*/ 125179 h 1114920"/>
              <a:gd name="csX4848" fmla="*/ 835072 w 1722333"/>
              <a:gd name="csY4848" fmla="*/ 123637 h 1114920"/>
              <a:gd name="csX4849" fmla="*/ 835242 w 1722333"/>
              <a:gd name="csY4849" fmla="*/ 122103 h 1114920"/>
              <a:gd name="csX4850" fmla="*/ 835410 w 1722333"/>
              <a:gd name="csY4850" fmla="*/ 120576 h 1114920"/>
              <a:gd name="csX4851" fmla="*/ 835588 w 1722333"/>
              <a:gd name="csY4851" fmla="*/ 119058 h 1114920"/>
              <a:gd name="csX4852" fmla="*/ 835757 w 1722333"/>
              <a:gd name="csY4852" fmla="*/ 117547 h 1114920"/>
              <a:gd name="csX4853" fmla="*/ 835926 w 1722333"/>
              <a:gd name="csY4853" fmla="*/ 116045 h 1114920"/>
              <a:gd name="csX4854" fmla="*/ 836104 w 1722333"/>
              <a:gd name="csY4854" fmla="*/ 114550 h 1114920"/>
              <a:gd name="csX4855" fmla="*/ 836273 w 1722333"/>
              <a:gd name="csY4855" fmla="*/ 113062 h 1114920"/>
              <a:gd name="csX4856" fmla="*/ 836451 w 1722333"/>
              <a:gd name="csY4856" fmla="*/ 111584 h 1114920"/>
              <a:gd name="csX4857" fmla="*/ 836620 w 1722333"/>
              <a:gd name="csY4857" fmla="*/ 110113 h 1114920"/>
              <a:gd name="csX4858" fmla="*/ 836789 w 1722333"/>
              <a:gd name="csY4858" fmla="*/ 108652 h 1114920"/>
              <a:gd name="csX4859" fmla="*/ 836967 w 1722333"/>
              <a:gd name="csY4859" fmla="*/ 107197 h 1114920"/>
              <a:gd name="csX4860" fmla="*/ 837136 w 1722333"/>
              <a:gd name="csY4860" fmla="*/ 105751 h 1114920"/>
              <a:gd name="csX4861" fmla="*/ 837305 w 1722333"/>
              <a:gd name="csY4861" fmla="*/ 104313 h 1114920"/>
              <a:gd name="csX4862" fmla="*/ 837483 w 1722333"/>
              <a:gd name="csY4862" fmla="*/ 102884 h 1114920"/>
              <a:gd name="csX4863" fmla="*/ 837652 w 1722333"/>
              <a:gd name="csY4863" fmla="*/ 101462 h 1114920"/>
              <a:gd name="csX4864" fmla="*/ 837821 w 1722333"/>
              <a:gd name="csY4864" fmla="*/ 100051 h 1114920"/>
              <a:gd name="csX4865" fmla="*/ 837999 w 1722333"/>
              <a:gd name="csY4865" fmla="*/ 98646 h 1114920"/>
              <a:gd name="csX4866" fmla="*/ 838168 w 1722333"/>
              <a:gd name="csY4866" fmla="*/ 97250 h 1114920"/>
              <a:gd name="csX4867" fmla="*/ 838337 w 1722333"/>
              <a:gd name="csY4867" fmla="*/ 95863 h 1114920"/>
              <a:gd name="csX4868" fmla="*/ 838515 w 1722333"/>
              <a:gd name="csY4868" fmla="*/ 94484 h 1114920"/>
              <a:gd name="csX4869" fmla="*/ 838684 w 1722333"/>
              <a:gd name="csY4869" fmla="*/ 93114 h 1114920"/>
              <a:gd name="csX4870" fmla="*/ 838862 w 1722333"/>
              <a:gd name="csY4870" fmla="*/ 91753 h 1114920"/>
              <a:gd name="csX4871" fmla="*/ 839031 w 1722333"/>
              <a:gd name="csY4871" fmla="*/ 90401 h 1114920"/>
              <a:gd name="csX4872" fmla="*/ 839200 w 1722333"/>
              <a:gd name="csY4872" fmla="*/ 89056 h 1114920"/>
              <a:gd name="csX4873" fmla="*/ 839378 w 1722333"/>
              <a:gd name="csY4873" fmla="*/ 87721 h 1114920"/>
              <a:gd name="csX4874" fmla="*/ 839547 w 1722333"/>
              <a:gd name="csY4874" fmla="*/ 86394 h 1114920"/>
              <a:gd name="csX4875" fmla="*/ 839716 w 1722333"/>
              <a:gd name="csY4875" fmla="*/ 85077 h 1114920"/>
              <a:gd name="csX4876" fmla="*/ 839894 w 1722333"/>
              <a:gd name="csY4876" fmla="*/ 83768 h 1114920"/>
              <a:gd name="csX4877" fmla="*/ 840063 w 1722333"/>
              <a:gd name="csY4877" fmla="*/ 82468 h 1114920"/>
              <a:gd name="csX4878" fmla="*/ 840232 w 1722333"/>
              <a:gd name="csY4878" fmla="*/ 81178 h 1114920"/>
              <a:gd name="csX4879" fmla="*/ 840410 w 1722333"/>
              <a:gd name="csY4879" fmla="*/ 79896 h 1114920"/>
              <a:gd name="csX4880" fmla="*/ 840579 w 1722333"/>
              <a:gd name="csY4880" fmla="*/ 78623 h 1114920"/>
              <a:gd name="csX4881" fmla="*/ 840757 w 1722333"/>
              <a:gd name="csY4881" fmla="*/ 77358 h 1114920"/>
              <a:gd name="csX4882" fmla="*/ 840926 w 1722333"/>
              <a:gd name="csY4882" fmla="*/ 76104 h 1114920"/>
              <a:gd name="csX4883" fmla="*/ 841095 w 1722333"/>
              <a:gd name="csY4883" fmla="*/ 74858 h 1114920"/>
              <a:gd name="csX4884" fmla="*/ 841273 w 1722333"/>
              <a:gd name="csY4884" fmla="*/ 73622 h 1114920"/>
              <a:gd name="csX4885" fmla="*/ 841442 w 1722333"/>
              <a:gd name="csY4885" fmla="*/ 72395 h 1114920"/>
              <a:gd name="csX4886" fmla="*/ 841611 w 1722333"/>
              <a:gd name="csY4886" fmla="*/ 71177 h 1114920"/>
              <a:gd name="csX4887" fmla="*/ 841789 w 1722333"/>
              <a:gd name="csY4887" fmla="*/ 69968 h 1114920"/>
              <a:gd name="csX4888" fmla="*/ 841958 w 1722333"/>
              <a:gd name="csY4888" fmla="*/ 68769 h 1114920"/>
              <a:gd name="csX4889" fmla="*/ 842127 w 1722333"/>
              <a:gd name="csY4889" fmla="*/ 67579 h 1114920"/>
              <a:gd name="csX4890" fmla="*/ 842305 w 1722333"/>
              <a:gd name="csY4890" fmla="*/ 66398 h 1114920"/>
              <a:gd name="csX4891" fmla="*/ 842474 w 1722333"/>
              <a:gd name="csY4891" fmla="*/ 65227 h 1114920"/>
              <a:gd name="csX4892" fmla="*/ 842652 w 1722333"/>
              <a:gd name="csY4892" fmla="*/ 64065 h 1114920"/>
              <a:gd name="csX4893" fmla="*/ 842821 w 1722333"/>
              <a:gd name="csY4893" fmla="*/ 62913 h 1114920"/>
              <a:gd name="csX4894" fmla="*/ 842990 w 1722333"/>
              <a:gd name="csY4894" fmla="*/ 61770 h 1114920"/>
              <a:gd name="csX4895" fmla="*/ 843168 w 1722333"/>
              <a:gd name="csY4895" fmla="*/ 60637 h 1114920"/>
              <a:gd name="csX4896" fmla="*/ 843337 w 1722333"/>
              <a:gd name="csY4896" fmla="*/ 59513 h 1114920"/>
              <a:gd name="csX4897" fmla="*/ 843506 w 1722333"/>
              <a:gd name="csY4897" fmla="*/ 58399 h 1114920"/>
              <a:gd name="csX4898" fmla="*/ 843684 w 1722333"/>
              <a:gd name="csY4898" fmla="*/ 57295 h 1114920"/>
              <a:gd name="csX4899" fmla="*/ 843853 w 1722333"/>
              <a:gd name="csY4899" fmla="*/ 56201 h 1114920"/>
              <a:gd name="csX4900" fmla="*/ 844022 w 1722333"/>
              <a:gd name="csY4900" fmla="*/ 55115 h 1114920"/>
              <a:gd name="csX4901" fmla="*/ 844200 w 1722333"/>
              <a:gd name="csY4901" fmla="*/ 54041 h 1114920"/>
              <a:gd name="csX4902" fmla="*/ 844369 w 1722333"/>
              <a:gd name="csY4902" fmla="*/ 52975 h 1114920"/>
              <a:gd name="csX4903" fmla="*/ 844547 w 1722333"/>
              <a:gd name="csY4903" fmla="*/ 51920 h 1114920"/>
              <a:gd name="csX4904" fmla="*/ 844716 w 1722333"/>
              <a:gd name="csY4904" fmla="*/ 50874 h 1114920"/>
              <a:gd name="csX4905" fmla="*/ 844885 w 1722333"/>
              <a:gd name="csY4905" fmla="*/ 49838 h 1114920"/>
              <a:gd name="csX4906" fmla="*/ 845063 w 1722333"/>
              <a:gd name="csY4906" fmla="*/ 48812 h 1114920"/>
              <a:gd name="csX4907" fmla="*/ 845232 w 1722333"/>
              <a:gd name="csY4907" fmla="*/ 47796 h 1114920"/>
              <a:gd name="csX4908" fmla="*/ 845401 w 1722333"/>
              <a:gd name="csY4908" fmla="*/ 46790 h 1114920"/>
              <a:gd name="csX4909" fmla="*/ 845579 w 1722333"/>
              <a:gd name="csY4909" fmla="*/ 45794 h 1114920"/>
              <a:gd name="csX4910" fmla="*/ 845748 w 1722333"/>
              <a:gd name="csY4910" fmla="*/ 44808 h 1114920"/>
              <a:gd name="csX4911" fmla="*/ 845917 w 1722333"/>
              <a:gd name="csY4911" fmla="*/ 43832 h 1114920"/>
              <a:gd name="csX4912" fmla="*/ 846095 w 1722333"/>
              <a:gd name="csY4912" fmla="*/ 42867 h 1114920"/>
              <a:gd name="csX4913" fmla="*/ 846264 w 1722333"/>
              <a:gd name="csY4913" fmla="*/ 41910 h 1114920"/>
              <a:gd name="csX4914" fmla="*/ 846433 w 1722333"/>
              <a:gd name="csY4914" fmla="*/ 40966 h 1114920"/>
              <a:gd name="csX4915" fmla="*/ 846611 w 1722333"/>
              <a:gd name="csY4915" fmla="*/ 40030 h 1114920"/>
              <a:gd name="csX4916" fmla="*/ 846780 w 1722333"/>
              <a:gd name="csY4916" fmla="*/ 39105 h 1114920"/>
              <a:gd name="csX4917" fmla="*/ 846958 w 1722333"/>
              <a:gd name="csY4917" fmla="*/ 38190 h 1114920"/>
              <a:gd name="csX4918" fmla="*/ 847127 w 1722333"/>
              <a:gd name="csY4918" fmla="*/ 37285 h 1114920"/>
              <a:gd name="csX4919" fmla="*/ 847296 w 1722333"/>
              <a:gd name="csY4919" fmla="*/ 36391 h 1114920"/>
              <a:gd name="csX4920" fmla="*/ 847474 w 1722333"/>
              <a:gd name="csY4920" fmla="*/ 35507 h 1114920"/>
              <a:gd name="csX4921" fmla="*/ 847643 w 1722333"/>
              <a:gd name="csY4921" fmla="*/ 34633 h 1114920"/>
              <a:gd name="csX4922" fmla="*/ 847812 w 1722333"/>
              <a:gd name="csY4922" fmla="*/ 33769 h 1114920"/>
              <a:gd name="csX4923" fmla="*/ 847990 w 1722333"/>
              <a:gd name="csY4923" fmla="*/ 32916 h 1114920"/>
              <a:gd name="csX4924" fmla="*/ 848159 w 1722333"/>
              <a:gd name="csY4924" fmla="*/ 32074 h 1114920"/>
              <a:gd name="csX4925" fmla="*/ 848328 w 1722333"/>
              <a:gd name="csY4925" fmla="*/ 31242 h 1114920"/>
              <a:gd name="csX4926" fmla="*/ 848506 w 1722333"/>
              <a:gd name="csY4926" fmla="*/ 30420 h 1114920"/>
              <a:gd name="csX4927" fmla="*/ 848675 w 1722333"/>
              <a:gd name="csY4927" fmla="*/ 29609 h 1114920"/>
              <a:gd name="csX4928" fmla="*/ 848853 w 1722333"/>
              <a:gd name="csY4928" fmla="*/ 28809 h 1114920"/>
              <a:gd name="csX4929" fmla="*/ 849022 w 1722333"/>
              <a:gd name="csY4929" fmla="*/ 28019 h 1114920"/>
              <a:gd name="csX4930" fmla="*/ 849191 w 1722333"/>
              <a:gd name="csY4930" fmla="*/ 27238 h 1114920"/>
              <a:gd name="csX4931" fmla="*/ 849369 w 1722333"/>
              <a:gd name="csY4931" fmla="*/ 26470 h 1114920"/>
              <a:gd name="csX4932" fmla="*/ 849538 w 1722333"/>
              <a:gd name="csY4932" fmla="*/ 25712 h 1114920"/>
              <a:gd name="csX4933" fmla="*/ 849707 w 1722333"/>
              <a:gd name="csY4933" fmla="*/ 24964 h 1114920"/>
              <a:gd name="csX4934" fmla="*/ 849885 w 1722333"/>
              <a:gd name="csY4934" fmla="*/ 24227 h 1114920"/>
              <a:gd name="csX4935" fmla="*/ 850054 w 1722333"/>
              <a:gd name="csY4935" fmla="*/ 23500 h 1114920"/>
              <a:gd name="csX4936" fmla="*/ 850223 w 1722333"/>
              <a:gd name="csY4936" fmla="*/ 22785 h 1114920"/>
              <a:gd name="csX4937" fmla="*/ 850401 w 1722333"/>
              <a:gd name="csY4937" fmla="*/ 22080 h 1114920"/>
              <a:gd name="csX4938" fmla="*/ 850570 w 1722333"/>
              <a:gd name="csY4938" fmla="*/ 21385 h 1114920"/>
              <a:gd name="csX4939" fmla="*/ 850748 w 1722333"/>
              <a:gd name="csY4939" fmla="*/ 20702 h 1114920"/>
              <a:gd name="csX4940" fmla="*/ 850917 w 1722333"/>
              <a:gd name="csY4940" fmla="*/ 20030 h 1114920"/>
              <a:gd name="csX4941" fmla="*/ 851086 w 1722333"/>
              <a:gd name="csY4941" fmla="*/ 19368 h 1114920"/>
              <a:gd name="csX4942" fmla="*/ 851264 w 1722333"/>
              <a:gd name="csY4942" fmla="*/ 18717 h 1114920"/>
              <a:gd name="csX4943" fmla="*/ 851433 w 1722333"/>
              <a:gd name="csY4943" fmla="*/ 18077 h 1114920"/>
              <a:gd name="csX4944" fmla="*/ 851602 w 1722333"/>
              <a:gd name="csY4944" fmla="*/ 17447 h 1114920"/>
              <a:gd name="csX4945" fmla="*/ 851780 w 1722333"/>
              <a:gd name="csY4945" fmla="*/ 16829 h 1114920"/>
              <a:gd name="csX4946" fmla="*/ 851949 w 1722333"/>
              <a:gd name="csY4946" fmla="*/ 16222 h 1114920"/>
              <a:gd name="csX4947" fmla="*/ 852118 w 1722333"/>
              <a:gd name="csY4947" fmla="*/ 15625 h 1114920"/>
              <a:gd name="csX4948" fmla="*/ 852296 w 1722333"/>
              <a:gd name="csY4948" fmla="*/ 15040 h 1114920"/>
              <a:gd name="csX4949" fmla="*/ 852465 w 1722333"/>
              <a:gd name="csY4949" fmla="*/ 14465 h 1114920"/>
              <a:gd name="csX4950" fmla="*/ 852643 w 1722333"/>
              <a:gd name="csY4950" fmla="*/ 13901 h 1114920"/>
              <a:gd name="csX4951" fmla="*/ 852812 w 1722333"/>
              <a:gd name="csY4951" fmla="*/ 13348 h 1114920"/>
              <a:gd name="csX4952" fmla="*/ 852981 w 1722333"/>
              <a:gd name="csY4952" fmla="*/ 12807 h 1114920"/>
              <a:gd name="csX4953" fmla="*/ 853159 w 1722333"/>
              <a:gd name="csY4953" fmla="*/ 12276 h 1114920"/>
              <a:gd name="csX4954" fmla="*/ 853328 w 1722333"/>
              <a:gd name="csY4954" fmla="*/ 11756 h 1114920"/>
              <a:gd name="csX4955" fmla="*/ 853497 w 1722333"/>
              <a:gd name="csY4955" fmla="*/ 11248 h 1114920"/>
              <a:gd name="csX4956" fmla="*/ 853675 w 1722333"/>
              <a:gd name="csY4956" fmla="*/ 10750 h 1114920"/>
              <a:gd name="csX4957" fmla="*/ 853844 w 1722333"/>
              <a:gd name="csY4957" fmla="*/ 10264 h 1114920"/>
              <a:gd name="csX4958" fmla="*/ 854013 w 1722333"/>
              <a:gd name="csY4958" fmla="*/ 9789 h 1114920"/>
              <a:gd name="csX4959" fmla="*/ 854191 w 1722333"/>
              <a:gd name="csY4959" fmla="*/ 9324 h 1114920"/>
              <a:gd name="csX4960" fmla="*/ 854360 w 1722333"/>
              <a:gd name="csY4960" fmla="*/ 8871 h 1114920"/>
              <a:gd name="csX4961" fmla="*/ 854529 w 1722333"/>
              <a:gd name="csY4961" fmla="*/ 8429 h 1114920"/>
              <a:gd name="csX4962" fmla="*/ 854707 w 1722333"/>
              <a:gd name="csY4962" fmla="*/ 7999 h 1114920"/>
              <a:gd name="csX4963" fmla="*/ 854876 w 1722333"/>
              <a:gd name="csY4963" fmla="*/ 7579 h 1114920"/>
              <a:gd name="csX4964" fmla="*/ 855054 w 1722333"/>
              <a:gd name="csY4964" fmla="*/ 7171 h 1114920"/>
              <a:gd name="csX4965" fmla="*/ 855223 w 1722333"/>
              <a:gd name="csY4965" fmla="*/ 6774 h 1114920"/>
              <a:gd name="csX4966" fmla="*/ 855392 w 1722333"/>
              <a:gd name="csY4966" fmla="*/ 6388 h 1114920"/>
              <a:gd name="csX4967" fmla="*/ 855570 w 1722333"/>
              <a:gd name="csY4967" fmla="*/ 6013 h 1114920"/>
              <a:gd name="csX4968" fmla="*/ 855739 w 1722333"/>
              <a:gd name="csY4968" fmla="*/ 5650 h 1114920"/>
              <a:gd name="csX4969" fmla="*/ 855908 w 1722333"/>
              <a:gd name="csY4969" fmla="*/ 5297 h 1114920"/>
              <a:gd name="csX4970" fmla="*/ 856086 w 1722333"/>
              <a:gd name="csY4970" fmla="*/ 4956 h 1114920"/>
              <a:gd name="csX4971" fmla="*/ 856255 w 1722333"/>
              <a:gd name="csY4971" fmla="*/ 4627 h 1114920"/>
              <a:gd name="csX4972" fmla="*/ 856424 w 1722333"/>
              <a:gd name="csY4972" fmla="*/ 4308 h 1114920"/>
              <a:gd name="csX4973" fmla="*/ 856602 w 1722333"/>
              <a:gd name="csY4973" fmla="*/ 4001 h 1114920"/>
              <a:gd name="csX4974" fmla="*/ 856771 w 1722333"/>
              <a:gd name="csY4974" fmla="*/ 3705 h 1114920"/>
              <a:gd name="csX4975" fmla="*/ 856949 w 1722333"/>
              <a:gd name="csY4975" fmla="*/ 3420 h 1114920"/>
              <a:gd name="csX4976" fmla="*/ 857118 w 1722333"/>
              <a:gd name="csY4976" fmla="*/ 3147 h 1114920"/>
              <a:gd name="csX4977" fmla="*/ 857287 w 1722333"/>
              <a:gd name="csY4977" fmla="*/ 2885 h 1114920"/>
              <a:gd name="csX4978" fmla="*/ 857465 w 1722333"/>
              <a:gd name="csY4978" fmla="*/ 2635 h 1114920"/>
              <a:gd name="csX4979" fmla="*/ 857634 w 1722333"/>
              <a:gd name="csY4979" fmla="*/ 2395 h 1114920"/>
              <a:gd name="csX4980" fmla="*/ 857803 w 1722333"/>
              <a:gd name="csY4980" fmla="*/ 2168 h 1114920"/>
              <a:gd name="csX4981" fmla="*/ 857981 w 1722333"/>
              <a:gd name="csY4981" fmla="*/ 1951 h 1114920"/>
              <a:gd name="csX4982" fmla="*/ 858150 w 1722333"/>
              <a:gd name="csY4982" fmla="*/ 1746 h 1114920"/>
              <a:gd name="csX4983" fmla="*/ 858319 w 1722333"/>
              <a:gd name="csY4983" fmla="*/ 1552 h 1114920"/>
              <a:gd name="csX4984" fmla="*/ 858497 w 1722333"/>
              <a:gd name="csY4984" fmla="*/ 1369 h 1114920"/>
              <a:gd name="csX4985" fmla="*/ 858666 w 1722333"/>
              <a:gd name="csY4985" fmla="*/ 1198 h 1114920"/>
              <a:gd name="csX4986" fmla="*/ 858844 w 1722333"/>
              <a:gd name="csY4986" fmla="*/ 1039 h 1114920"/>
              <a:gd name="csX4987" fmla="*/ 859013 w 1722333"/>
              <a:gd name="csY4987" fmla="*/ 890 h 1114920"/>
              <a:gd name="csX4988" fmla="*/ 859182 w 1722333"/>
              <a:gd name="csY4988" fmla="*/ 753 h 1114920"/>
              <a:gd name="csX4989" fmla="*/ 859360 w 1722333"/>
              <a:gd name="csY4989" fmla="*/ 628 h 1114920"/>
              <a:gd name="csX4990" fmla="*/ 859529 w 1722333"/>
              <a:gd name="csY4990" fmla="*/ 514 h 1114920"/>
              <a:gd name="csX4991" fmla="*/ 859698 w 1722333"/>
              <a:gd name="csY4991" fmla="*/ 411 h 1114920"/>
              <a:gd name="csX4992" fmla="*/ 859876 w 1722333"/>
              <a:gd name="csY4992" fmla="*/ 320 h 1114920"/>
              <a:gd name="csX4993" fmla="*/ 860045 w 1722333"/>
              <a:gd name="csY4993" fmla="*/ 240 h 1114920"/>
              <a:gd name="csX4994" fmla="*/ 860214 w 1722333"/>
              <a:gd name="csY4994" fmla="*/ 171 h 1114920"/>
              <a:gd name="csX4995" fmla="*/ 860392 w 1722333"/>
              <a:gd name="csY4995" fmla="*/ 114 h 1114920"/>
              <a:gd name="csX4996" fmla="*/ 860561 w 1722333"/>
              <a:gd name="csY4996" fmla="*/ 69 h 1114920"/>
              <a:gd name="csX4997" fmla="*/ 860739 w 1722333"/>
              <a:gd name="csY4997" fmla="*/ 34 h 1114920"/>
              <a:gd name="csX4998" fmla="*/ 860908 w 1722333"/>
              <a:gd name="csY4998" fmla="*/ 11 h 1114920"/>
              <a:gd name="csX4999" fmla="*/ 861077 w 1722333"/>
              <a:gd name="csY4999" fmla="*/ 0 h 1114920"/>
              <a:gd name="csX5000" fmla="*/ 861255 w 1722333"/>
              <a:gd name="csY5000" fmla="*/ 0 h 1114920"/>
              <a:gd name="csX5001" fmla="*/ 861424 w 1722333"/>
              <a:gd name="csY5001" fmla="*/ 11 h 1114920"/>
              <a:gd name="csX5002" fmla="*/ 861593 w 1722333"/>
              <a:gd name="csY5002" fmla="*/ 34 h 1114920"/>
              <a:gd name="csX5003" fmla="*/ 861771 w 1722333"/>
              <a:gd name="csY5003" fmla="*/ 69 h 1114920"/>
              <a:gd name="csX5004" fmla="*/ 861940 w 1722333"/>
              <a:gd name="csY5004" fmla="*/ 114 h 1114920"/>
              <a:gd name="csX5005" fmla="*/ 862109 w 1722333"/>
              <a:gd name="csY5005" fmla="*/ 171 h 1114920"/>
              <a:gd name="csX5006" fmla="*/ 862287 w 1722333"/>
              <a:gd name="csY5006" fmla="*/ 240 h 1114920"/>
              <a:gd name="csX5007" fmla="*/ 862456 w 1722333"/>
              <a:gd name="csY5007" fmla="*/ 320 h 1114920"/>
              <a:gd name="csX5008" fmla="*/ 862625 w 1722333"/>
              <a:gd name="csY5008" fmla="*/ 411 h 1114920"/>
              <a:gd name="csX5009" fmla="*/ 862803 w 1722333"/>
              <a:gd name="csY5009" fmla="*/ 514 h 1114920"/>
              <a:gd name="csX5010" fmla="*/ 862972 w 1722333"/>
              <a:gd name="csY5010" fmla="*/ 628 h 1114920"/>
              <a:gd name="csX5011" fmla="*/ 863150 w 1722333"/>
              <a:gd name="csY5011" fmla="*/ 753 h 1114920"/>
              <a:gd name="csX5012" fmla="*/ 863319 w 1722333"/>
              <a:gd name="csY5012" fmla="*/ 890 h 1114920"/>
              <a:gd name="csX5013" fmla="*/ 863488 w 1722333"/>
              <a:gd name="csY5013" fmla="*/ 1039 h 1114920"/>
              <a:gd name="csX5014" fmla="*/ 863666 w 1722333"/>
              <a:gd name="csY5014" fmla="*/ 1198 h 1114920"/>
              <a:gd name="csX5015" fmla="*/ 863835 w 1722333"/>
              <a:gd name="csY5015" fmla="*/ 1369 h 1114920"/>
              <a:gd name="csX5016" fmla="*/ 864004 w 1722333"/>
              <a:gd name="csY5016" fmla="*/ 1552 h 1114920"/>
              <a:gd name="csX5017" fmla="*/ 864182 w 1722333"/>
              <a:gd name="csY5017" fmla="*/ 1746 h 1114920"/>
              <a:gd name="csX5018" fmla="*/ 864351 w 1722333"/>
              <a:gd name="csY5018" fmla="*/ 1951 h 1114920"/>
              <a:gd name="csX5019" fmla="*/ 864520 w 1722333"/>
              <a:gd name="csY5019" fmla="*/ 2168 h 1114920"/>
              <a:gd name="csX5020" fmla="*/ 864698 w 1722333"/>
              <a:gd name="csY5020" fmla="*/ 2395 h 1114920"/>
              <a:gd name="csX5021" fmla="*/ 864867 w 1722333"/>
              <a:gd name="csY5021" fmla="*/ 2635 h 1114920"/>
              <a:gd name="csX5022" fmla="*/ 865045 w 1722333"/>
              <a:gd name="csY5022" fmla="*/ 2885 h 1114920"/>
              <a:gd name="csX5023" fmla="*/ 865214 w 1722333"/>
              <a:gd name="csY5023" fmla="*/ 3147 h 1114920"/>
              <a:gd name="csX5024" fmla="*/ 865383 w 1722333"/>
              <a:gd name="csY5024" fmla="*/ 3420 h 1114920"/>
              <a:gd name="csX5025" fmla="*/ 865561 w 1722333"/>
              <a:gd name="csY5025" fmla="*/ 3705 h 1114920"/>
              <a:gd name="csX5026" fmla="*/ 865730 w 1722333"/>
              <a:gd name="csY5026" fmla="*/ 4001 h 1114920"/>
              <a:gd name="csX5027" fmla="*/ 865899 w 1722333"/>
              <a:gd name="csY5027" fmla="*/ 4308 h 1114920"/>
              <a:gd name="csX5028" fmla="*/ 866077 w 1722333"/>
              <a:gd name="csY5028" fmla="*/ 4627 h 1114920"/>
              <a:gd name="csX5029" fmla="*/ 866246 w 1722333"/>
              <a:gd name="csY5029" fmla="*/ 4956 h 1114920"/>
              <a:gd name="csX5030" fmla="*/ 866415 w 1722333"/>
              <a:gd name="csY5030" fmla="*/ 5297 h 1114920"/>
              <a:gd name="csX5031" fmla="*/ 866593 w 1722333"/>
              <a:gd name="csY5031" fmla="*/ 5650 h 1114920"/>
              <a:gd name="csX5032" fmla="*/ 866762 w 1722333"/>
              <a:gd name="csY5032" fmla="*/ 6013 h 1114920"/>
              <a:gd name="csX5033" fmla="*/ 866940 w 1722333"/>
              <a:gd name="csY5033" fmla="*/ 6388 h 1114920"/>
              <a:gd name="csX5034" fmla="*/ 867109 w 1722333"/>
              <a:gd name="csY5034" fmla="*/ 6774 h 1114920"/>
              <a:gd name="csX5035" fmla="*/ 867278 w 1722333"/>
              <a:gd name="csY5035" fmla="*/ 7171 h 1114920"/>
              <a:gd name="csX5036" fmla="*/ 867456 w 1722333"/>
              <a:gd name="csY5036" fmla="*/ 7579 h 1114920"/>
              <a:gd name="csX5037" fmla="*/ 867624 w 1722333"/>
              <a:gd name="csY5037" fmla="*/ 7999 h 1114920"/>
              <a:gd name="csX5038" fmla="*/ 867794 w 1722333"/>
              <a:gd name="csY5038" fmla="*/ 8429 h 1114920"/>
              <a:gd name="csX5039" fmla="*/ 867971 w 1722333"/>
              <a:gd name="csY5039" fmla="*/ 8871 h 1114920"/>
              <a:gd name="csX5040" fmla="*/ 868141 w 1722333"/>
              <a:gd name="csY5040" fmla="*/ 9324 h 1114920"/>
              <a:gd name="csX5041" fmla="*/ 868310 w 1722333"/>
              <a:gd name="csY5041" fmla="*/ 9789 h 1114920"/>
              <a:gd name="csX5042" fmla="*/ 868488 w 1722333"/>
              <a:gd name="csY5042" fmla="*/ 10264 h 1114920"/>
              <a:gd name="csX5043" fmla="*/ 868657 w 1722333"/>
              <a:gd name="csY5043" fmla="*/ 10750 h 1114920"/>
              <a:gd name="csX5044" fmla="*/ 868835 w 1722333"/>
              <a:gd name="csY5044" fmla="*/ 11248 h 1114920"/>
              <a:gd name="csX5045" fmla="*/ 869003 w 1722333"/>
              <a:gd name="csY5045" fmla="*/ 11756 h 1114920"/>
              <a:gd name="csX5046" fmla="*/ 869172 w 1722333"/>
              <a:gd name="csY5046" fmla="*/ 12276 h 1114920"/>
              <a:gd name="csX5047" fmla="*/ 869350 w 1722333"/>
              <a:gd name="csY5047" fmla="*/ 12807 h 1114920"/>
              <a:gd name="csX5048" fmla="*/ 869519 w 1722333"/>
              <a:gd name="csY5048" fmla="*/ 13348 h 1114920"/>
              <a:gd name="csX5049" fmla="*/ 869689 w 1722333"/>
              <a:gd name="csY5049" fmla="*/ 13901 h 1114920"/>
              <a:gd name="csX5050" fmla="*/ 869866 w 1722333"/>
              <a:gd name="csY5050" fmla="*/ 14465 h 1114920"/>
              <a:gd name="csX5051" fmla="*/ 870036 w 1722333"/>
              <a:gd name="csY5051" fmla="*/ 15040 h 1114920"/>
              <a:gd name="csX5052" fmla="*/ 870204 w 1722333"/>
              <a:gd name="csY5052" fmla="*/ 15625 h 1114920"/>
              <a:gd name="csX5053" fmla="*/ 870382 w 1722333"/>
              <a:gd name="csY5053" fmla="*/ 16222 h 1114920"/>
              <a:gd name="csX5054" fmla="*/ 870551 w 1722333"/>
              <a:gd name="csY5054" fmla="*/ 16829 h 1114920"/>
              <a:gd name="csX5055" fmla="*/ 870721 w 1722333"/>
              <a:gd name="csY5055" fmla="*/ 17447 h 1114920"/>
              <a:gd name="csX5056" fmla="*/ 870898 w 1722333"/>
              <a:gd name="csY5056" fmla="*/ 18077 h 1114920"/>
              <a:gd name="csX5057" fmla="*/ 871067 w 1722333"/>
              <a:gd name="csY5057" fmla="*/ 18717 h 1114920"/>
              <a:gd name="csX5058" fmla="*/ 871245 w 1722333"/>
              <a:gd name="csY5058" fmla="*/ 19368 h 1114920"/>
              <a:gd name="csX5059" fmla="*/ 871414 w 1722333"/>
              <a:gd name="csY5059" fmla="*/ 20030 h 1114920"/>
              <a:gd name="csX5060" fmla="*/ 871583 w 1722333"/>
              <a:gd name="csY5060" fmla="*/ 20702 h 1114920"/>
              <a:gd name="csX5061" fmla="*/ 871761 w 1722333"/>
              <a:gd name="csY5061" fmla="*/ 21385 h 1114920"/>
              <a:gd name="csX5062" fmla="*/ 871930 w 1722333"/>
              <a:gd name="csY5062" fmla="*/ 22080 h 1114920"/>
              <a:gd name="csX5063" fmla="*/ 872099 w 1722333"/>
              <a:gd name="csY5063" fmla="*/ 22785 h 1114920"/>
              <a:gd name="csX5064" fmla="*/ 872277 w 1722333"/>
              <a:gd name="csY5064" fmla="*/ 23500 h 1114920"/>
              <a:gd name="csX5065" fmla="*/ 872446 w 1722333"/>
              <a:gd name="csY5065" fmla="*/ 24227 h 1114920"/>
              <a:gd name="csX5066" fmla="*/ 872616 w 1722333"/>
              <a:gd name="csY5066" fmla="*/ 24964 h 1114920"/>
              <a:gd name="csX5067" fmla="*/ 872793 w 1722333"/>
              <a:gd name="csY5067" fmla="*/ 25712 h 1114920"/>
              <a:gd name="csX5068" fmla="*/ 872962 w 1722333"/>
              <a:gd name="csY5068" fmla="*/ 26470 h 1114920"/>
              <a:gd name="csX5069" fmla="*/ 873140 w 1722333"/>
              <a:gd name="csY5069" fmla="*/ 27238 h 1114920"/>
              <a:gd name="csX5070" fmla="*/ 873309 w 1722333"/>
              <a:gd name="csY5070" fmla="*/ 28019 h 1114920"/>
              <a:gd name="csX5071" fmla="*/ 873478 w 1722333"/>
              <a:gd name="csY5071" fmla="*/ 28809 h 1114920"/>
              <a:gd name="csX5072" fmla="*/ 873656 w 1722333"/>
              <a:gd name="csY5072" fmla="*/ 29609 h 1114920"/>
              <a:gd name="csX5073" fmla="*/ 873825 w 1722333"/>
              <a:gd name="csY5073" fmla="*/ 30420 h 1114920"/>
              <a:gd name="csX5074" fmla="*/ 873994 w 1722333"/>
              <a:gd name="csY5074" fmla="*/ 31242 h 1114920"/>
              <a:gd name="csX5075" fmla="*/ 874172 w 1722333"/>
              <a:gd name="csY5075" fmla="*/ 32074 h 1114920"/>
              <a:gd name="csX5076" fmla="*/ 874341 w 1722333"/>
              <a:gd name="csY5076" fmla="*/ 32916 h 1114920"/>
              <a:gd name="csX5077" fmla="*/ 874510 w 1722333"/>
              <a:gd name="csY5077" fmla="*/ 33769 h 1114920"/>
              <a:gd name="csX5078" fmla="*/ 874688 w 1722333"/>
              <a:gd name="csY5078" fmla="*/ 34633 h 1114920"/>
              <a:gd name="csX5079" fmla="*/ 874857 w 1722333"/>
              <a:gd name="csY5079" fmla="*/ 35507 h 1114920"/>
              <a:gd name="csX5080" fmla="*/ 875035 w 1722333"/>
              <a:gd name="csY5080" fmla="*/ 36391 h 1114920"/>
              <a:gd name="csX5081" fmla="*/ 875204 w 1722333"/>
              <a:gd name="csY5081" fmla="*/ 37285 h 1114920"/>
              <a:gd name="csX5082" fmla="*/ 875373 w 1722333"/>
              <a:gd name="csY5082" fmla="*/ 38190 h 1114920"/>
              <a:gd name="csX5083" fmla="*/ 875551 w 1722333"/>
              <a:gd name="csY5083" fmla="*/ 39105 h 1114920"/>
              <a:gd name="csX5084" fmla="*/ 875720 w 1722333"/>
              <a:gd name="csY5084" fmla="*/ 40030 h 1114920"/>
              <a:gd name="csX5085" fmla="*/ 875889 w 1722333"/>
              <a:gd name="csY5085" fmla="*/ 40966 h 1114920"/>
              <a:gd name="csX5086" fmla="*/ 876067 w 1722333"/>
              <a:gd name="csY5086" fmla="*/ 41910 h 1114920"/>
              <a:gd name="csX5087" fmla="*/ 876236 w 1722333"/>
              <a:gd name="csY5087" fmla="*/ 42867 h 1114920"/>
              <a:gd name="csX5088" fmla="*/ 876405 w 1722333"/>
              <a:gd name="csY5088" fmla="*/ 43832 h 1114920"/>
              <a:gd name="csX5089" fmla="*/ 876583 w 1722333"/>
              <a:gd name="csY5089" fmla="*/ 44808 h 1114920"/>
              <a:gd name="csX5090" fmla="*/ 876752 w 1722333"/>
              <a:gd name="csY5090" fmla="*/ 45794 h 1114920"/>
              <a:gd name="csX5091" fmla="*/ 876930 w 1722333"/>
              <a:gd name="csY5091" fmla="*/ 46790 h 1114920"/>
              <a:gd name="csX5092" fmla="*/ 877099 w 1722333"/>
              <a:gd name="csY5092" fmla="*/ 47796 h 1114920"/>
              <a:gd name="csX5093" fmla="*/ 877268 w 1722333"/>
              <a:gd name="csY5093" fmla="*/ 48812 h 1114920"/>
              <a:gd name="csX5094" fmla="*/ 877446 w 1722333"/>
              <a:gd name="csY5094" fmla="*/ 49838 h 1114920"/>
              <a:gd name="csX5095" fmla="*/ 877615 w 1722333"/>
              <a:gd name="csY5095" fmla="*/ 50874 h 1114920"/>
              <a:gd name="csX5096" fmla="*/ 877784 w 1722333"/>
              <a:gd name="csY5096" fmla="*/ 51920 h 1114920"/>
              <a:gd name="csX5097" fmla="*/ 877962 w 1722333"/>
              <a:gd name="csY5097" fmla="*/ 52975 h 1114920"/>
              <a:gd name="csX5098" fmla="*/ 878131 w 1722333"/>
              <a:gd name="csY5098" fmla="*/ 54041 h 1114920"/>
              <a:gd name="csX5099" fmla="*/ 878300 w 1722333"/>
              <a:gd name="csY5099" fmla="*/ 55115 h 1114920"/>
              <a:gd name="csX5100" fmla="*/ 878478 w 1722333"/>
              <a:gd name="csY5100" fmla="*/ 56201 h 1114920"/>
              <a:gd name="csX5101" fmla="*/ 878647 w 1722333"/>
              <a:gd name="csY5101" fmla="*/ 57295 h 1114920"/>
              <a:gd name="csX5102" fmla="*/ 878816 w 1722333"/>
              <a:gd name="csY5102" fmla="*/ 58399 h 1114920"/>
              <a:gd name="csX5103" fmla="*/ 878994 w 1722333"/>
              <a:gd name="csY5103" fmla="*/ 59513 h 1114920"/>
              <a:gd name="csX5104" fmla="*/ 879163 w 1722333"/>
              <a:gd name="csY5104" fmla="*/ 60637 h 1114920"/>
              <a:gd name="csX5105" fmla="*/ 879341 w 1722333"/>
              <a:gd name="csY5105" fmla="*/ 61770 h 1114920"/>
              <a:gd name="csX5106" fmla="*/ 879510 w 1722333"/>
              <a:gd name="csY5106" fmla="*/ 62913 h 1114920"/>
              <a:gd name="csX5107" fmla="*/ 879679 w 1722333"/>
              <a:gd name="csY5107" fmla="*/ 64065 h 1114920"/>
              <a:gd name="csX5108" fmla="*/ 879857 w 1722333"/>
              <a:gd name="csY5108" fmla="*/ 65227 h 1114920"/>
              <a:gd name="csX5109" fmla="*/ 880026 w 1722333"/>
              <a:gd name="csY5109" fmla="*/ 66398 h 1114920"/>
              <a:gd name="csX5110" fmla="*/ 880195 w 1722333"/>
              <a:gd name="csY5110" fmla="*/ 67579 h 1114920"/>
              <a:gd name="csX5111" fmla="*/ 880373 w 1722333"/>
              <a:gd name="csY5111" fmla="*/ 68769 h 1114920"/>
              <a:gd name="csX5112" fmla="*/ 880542 w 1722333"/>
              <a:gd name="csY5112" fmla="*/ 69968 h 1114920"/>
              <a:gd name="csX5113" fmla="*/ 880711 w 1722333"/>
              <a:gd name="csY5113" fmla="*/ 71177 h 1114920"/>
              <a:gd name="csX5114" fmla="*/ 880889 w 1722333"/>
              <a:gd name="csY5114" fmla="*/ 72395 h 1114920"/>
              <a:gd name="csX5115" fmla="*/ 881058 w 1722333"/>
              <a:gd name="csY5115" fmla="*/ 73622 h 1114920"/>
              <a:gd name="csX5116" fmla="*/ 881236 w 1722333"/>
              <a:gd name="csY5116" fmla="*/ 74858 h 1114920"/>
              <a:gd name="csX5117" fmla="*/ 881405 w 1722333"/>
              <a:gd name="csY5117" fmla="*/ 76104 h 1114920"/>
              <a:gd name="csX5118" fmla="*/ 881574 w 1722333"/>
              <a:gd name="csY5118" fmla="*/ 77358 h 1114920"/>
              <a:gd name="csX5119" fmla="*/ 881752 w 1722333"/>
              <a:gd name="csY5119" fmla="*/ 78623 h 1114920"/>
              <a:gd name="csX5120" fmla="*/ 881921 w 1722333"/>
              <a:gd name="csY5120" fmla="*/ 79896 h 1114920"/>
              <a:gd name="csX5121" fmla="*/ 882090 w 1722333"/>
              <a:gd name="csY5121" fmla="*/ 81178 h 1114920"/>
              <a:gd name="csX5122" fmla="*/ 882268 w 1722333"/>
              <a:gd name="csY5122" fmla="*/ 82468 h 1114920"/>
              <a:gd name="csX5123" fmla="*/ 882437 w 1722333"/>
              <a:gd name="csY5123" fmla="*/ 83768 h 1114920"/>
              <a:gd name="csX5124" fmla="*/ 882606 w 1722333"/>
              <a:gd name="csY5124" fmla="*/ 85077 h 1114920"/>
              <a:gd name="csX5125" fmla="*/ 882784 w 1722333"/>
              <a:gd name="csY5125" fmla="*/ 86394 h 1114920"/>
              <a:gd name="csX5126" fmla="*/ 882953 w 1722333"/>
              <a:gd name="csY5126" fmla="*/ 87721 h 1114920"/>
              <a:gd name="csX5127" fmla="*/ 883131 w 1722333"/>
              <a:gd name="csY5127" fmla="*/ 89056 h 1114920"/>
              <a:gd name="csX5128" fmla="*/ 883300 w 1722333"/>
              <a:gd name="csY5128" fmla="*/ 90401 h 1114920"/>
              <a:gd name="csX5129" fmla="*/ 883469 w 1722333"/>
              <a:gd name="csY5129" fmla="*/ 91753 h 1114920"/>
              <a:gd name="csX5130" fmla="*/ 883647 w 1722333"/>
              <a:gd name="csY5130" fmla="*/ 93114 h 1114920"/>
              <a:gd name="csX5131" fmla="*/ 883816 w 1722333"/>
              <a:gd name="csY5131" fmla="*/ 94484 h 1114920"/>
              <a:gd name="csX5132" fmla="*/ 883985 w 1722333"/>
              <a:gd name="csY5132" fmla="*/ 95863 h 1114920"/>
              <a:gd name="csX5133" fmla="*/ 884163 w 1722333"/>
              <a:gd name="csY5133" fmla="*/ 97250 h 1114920"/>
              <a:gd name="csX5134" fmla="*/ 884332 w 1722333"/>
              <a:gd name="csY5134" fmla="*/ 98646 h 1114920"/>
              <a:gd name="csX5135" fmla="*/ 884501 w 1722333"/>
              <a:gd name="csY5135" fmla="*/ 100051 h 1114920"/>
              <a:gd name="csX5136" fmla="*/ 884679 w 1722333"/>
              <a:gd name="csY5136" fmla="*/ 101462 h 1114920"/>
              <a:gd name="csX5137" fmla="*/ 884848 w 1722333"/>
              <a:gd name="csY5137" fmla="*/ 102884 h 1114920"/>
              <a:gd name="csX5138" fmla="*/ 885026 w 1722333"/>
              <a:gd name="csY5138" fmla="*/ 104313 h 1114920"/>
              <a:gd name="csX5139" fmla="*/ 885195 w 1722333"/>
              <a:gd name="csY5139" fmla="*/ 105751 h 1114920"/>
              <a:gd name="csX5140" fmla="*/ 885364 w 1722333"/>
              <a:gd name="csY5140" fmla="*/ 107197 h 1114920"/>
              <a:gd name="csX5141" fmla="*/ 885542 w 1722333"/>
              <a:gd name="csY5141" fmla="*/ 108652 h 1114920"/>
              <a:gd name="csX5142" fmla="*/ 885711 w 1722333"/>
              <a:gd name="csY5142" fmla="*/ 110113 h 1114920"/>
              <a:gd name="csX5143" fmla="*/ 885880 w 1722333"/>
              <a:gd name="csY5143" fmla="*/ 111584 h 1114920"/>
              <a:gd name="csX5144" fmla="*/ 886058 w 1722333"/>
              <a:gd name="csY5144" fmla="*/ 113062 h 1114920"/>
              <a:gd name="csX5145" fmla="*/ 886227 w 1722333"/>
              <a:gd name="csY5145" fmla="*/ 114550 h 1114920"/>
              <a:gd name="csX5146" fmla="*/ 886396 w 1722333"/>
              <a:gd name="csY5146" fmla="*/ 116045 h 1114920"/>
              <a:gd name="csX5147" fmla="*/ 886574 w 1722333"/>
              <a:gd name="csY5147" fmla="*/ 117547 h 1114920"/>
              <a:gd name="csX5148" fmla="*/ 886743 w 1722333"/>
              <a:gd name="csY5148" fmla="*/ 119058 h 1114920"/>
              <a:gd name="csX5149" fmla="*/ 886912 w 1722333"/>
              <a:gd name="csY5149" fmla="*/ 120576 h 1114920"/>
              <a:gd name="csX5150" fmla="*/ 887090 w 1722333"/>
              <a:gd name="csY5150" fmla="*/ 122103 h 1114920"/>
              <a:gd name="csX5151" fmla="*/ 887259 w 1722333"/>
              <a:gd name="csY5151" fmla="*/ 123637 h 1114920"/>
              <a:gd name="csX5152" fmla="*/ 887437 w 1722333"/>
              <a:gd name="csY5152" fmla="*/ 125179 h 1114920"/>
              <a:gd name="csX5153" fmla="*/ 887606 w 1722333"/>
              <a:gd name="csY5153" fmla="*/ 126729 h 1114920"/>
              <a:gd name="csX5154" fmla="*/ 887775 w 1722333"/>
              <a:gd name="csY5154" fmla="*/ 128286 h 1114920"/>
              <a:gd name="csX5155" fmla="*/ 887953 w 1722333"/>
              <a:gd name="csY5155" fmla="*/ 129852 h 1114920"/>
              <a:gd name="csX5156" fmla="*/ 888122 w 1722333"/>
              <a:gd name="csY5156" fmla="*/ 131424 h 1114920"/>
              <a:gd name="csX5157" fmla="*/ 888291 w 1722333"/>
              <a:gd name="csY5157" fmla="*/ 133004 h 1114920"/>
              <a:gd name="csX5158" fmla="*/ 888469 w 1722333"/>
              <a:gd name="csY5158" fmla="*/ 134592 h 1114920"/>
              <a:gd name="csX5159" fmla="*/ 888638 w 1722333"/>
              <a:gd name="csY5159" fmla="*/ 136187 h 1114920"/>
              <a:gd name="csX5160" fmla="*/ 888807 w 1722333"/>
              <a:gd name="csY5160" fmla="*/ 137789 h 1114920"/>
              <a:gd name="csX5161" fmla="*/ 888985 w 1722333"/>
              <a:gd name="csY5161" fmla="*/ 139400 h 1114920"/>
              <a:gd name="csX5162" fmla="*/ 889154 w 1722333"/>
              <a:gd name="csY5162" fmla="*/ 141017 h 1114920"/>
              <a:gd name="csX5163" fmla="*/ 889332 w 1722333"/>
              <a:gd name="csY5163" fmla="*/ 142641 h 1114920"/>
              <a:gd name="csX5164" fmla="*/ 889501 w 1722333"/>
              <a:gd name="csY5164" fmla="*/ 144273 h 1114920"/>
              <a:gd name="csX5165" fmla="*/ 889670 w 1722333"/>
              <a:gd name="csY5165" fmla="*/ 145912 h 1114920"/>
              <a:gd name="csX5166" fmla="*/ 889848 w 1722333"/>
              <a:gd name="csY5166" fmla="*/ 147558 h 1114920"/>
              <a:gd name="csX5167" fmla="*/ 890017 w 1722333"/>
              <a:gd name="csY5167" fmla="*/ 149211 h 1114920"/>
              <a:gd name="csX5168" fmla="*/ 890186 w 1722333"/>
              <a:gd name="csY5168" fmla="*/ 150872 h 1114920"/>
              <a:gd name="csX5169" fmla="*/ 890364 w 1722333"/>
              <a:gd name="csY5169" fmla="*/ 152539 h 1114920"/>
              <a:gd name="csX5170" fmla="*/ 890533 w 1722333"/>
              <a:gd name="csY5170" fmla="*/ 154213 h 1114920"/>
              <a:gd name="csX5171" fmla="*/ 890702 w 1722333"/>
              <a:gd name="csY5171" fmla="*/ 155894 h 1114920"/>
              <a:gd name="csX5172" fmla="*/ 890880 w 1722333"/>
              <a:gd name="csY5172" fmla="*/ 157582 h 1114920"/>
              <a:gd name="csX5173" fmla="*/ 891049 w 1722333"/>
              <a:gd name="csY5173" fmla="*/ 159277 h 1114920"/>
              <a:gd name="csX5174" fmla="*/ 891227 w 1722333"/>
              <a:gd name="csY5174" fmla="*/ 160979 h 1114920"/>
              <a:gd name="csX5175" fmla="*/ 891396 w 1722333"/>
              <a:gd name="csY5175" fmla="*/ 162687 h 1114920"/>
              <a:gd name="csX5176" fmla="*/ 891565 w 1722333"/>
              <a:gd name="csY5176" fmla="*/ 164402 h 1114920"/>
              <a:gd name="csX5177" fmla="*/ 891743 w 1722333"/>
              <a:gd name="csY5177" fmla="*/ 166124 h 1114920"/>
              <a:gd name="csX5178" fmla="*/ 891912 w 1722333"/>
              <a:gd name="csY5178" fmla="*/ 167851 h 1114920"/>
              <a:gd name="csX5179" fmla="*/ 892081 w 1722333"/>
              <a:gd name="csY5179" fmla="*/ 169586 h 1114920"/>
              <a:gd name="csX5180" fmla="*/ 892259 w 1722333"/>
              <a:gd name="csY5180" fmla="*/ 171327 h 1114920"/>
              <a:gd name="csX5181" fmla="*/ 892428 w 1722333"/>
              <a:gd name="csY5181" fmla="*/ 173075 h 1114920"/>
              <a:gd name="csX5182" fmla="*/ 892597 w 1722333"/>
              <a:gd name="csY5182" fmla="*/ 174829 h 1114920"/>
              <a:gd name="csX5183" fmla="*/ 892775 w 1722333"/>
              <a:gd name="csY5183" fmla="*/ 176589 h 1114920"/>
              <a:gd name="csX5184" fmla="*/ 892944 w 1722333"/>
              <a:gd name="csY5184" fmla="*/ 178356 h 1114920"/>
              <a:gd name="csX5185" fmla="*/ 893122 w 1722333"/>
              <a:gd name="csY5185" fmla="*/ 180129 h 1114920"/>
              <a:gd name="csX5186" fmla="*/ 893291 w 1722333"/>
              <a:gd name="csY5186" fmla="*/ 181908 h 1114920"/>
              <a:gd name="csX5187" fmla="*/ 893460 w 1722333"/>
              <a:gd name="csY5187" fmla="*/ 183693 h 1114920"/>
              <a:gd name="csX5188" fmla="*/ 893638 w 1722333"/>
              <a:gd name="csY5188" fmla="*/ 185485 h 1114920"/>
              <a:gd name="csX5189" fmla="*/ 893807 w 1722333"/>
              <a:gd name="csY5189" fmla="*/ 187282 h 1114920"/>
              <a:gd name="csX5190" fmla="*/ 893976 w 1722333"/>
              <a:gd name="csY5190" fmla="*/ 189085 h 1114920"/>
              <a:gd name="csX5191" fmla="*/ 894154 w 1722333"/>
              <a:gd name="csY5191" fmla="*/ 190895 h 1114920"/>
              <a:gd name="csX5192" fmla="*/ 894323 w 1722333"/>
              <a:gd name="csY5192" fmla="*/ 192711 h 1114920"/>
              <a:gd name="csX5193" fmla="*/ 894492 w 1722333"/>
              <a:gd name="csY5193" fmla="*/ 194532 h 1114920"/>
              <a:gd name="csX5194" fmla="*/ 894670 w 1722333"/>
              <a:gd name="csY5194" fmla="*/ 196358 h 1114920"/>
              <a:gd name="csX5195" fmla="*/ 894839 w 1722333"/>
              <a:gd name="csY5195" fmla="*/ 198191 h 1114920"/>
              <a:gd name="csX5196" fmla="*/ 895008 w 1722333"/>
              <a:gd name="csY5196" fmla="*/ 200030 h 1114920"/>
              <a:gd name="csX5197" fmla="*/ 895186 w 1722333"/>
              <a:gd name="csY5197" fmla="*/ 201874 h 1114920"/>
              <a:gd name="csX5198" fmla="*/ 895355 w 1722333"/>
              <a:gd name="csY5198" fmla="*/ 203724 h 1114920"/>
              <a:gd name="csX5199" fmla="*/ 895533 w 1722333"/>
              <a:gd name="csY5199" fmla="*/ 205578 h 1114920"/>
              <a:gd name="csX5200" fmla="*/ 895702 w 1722333"/>
              <a:gd name="csY5200" fmla="*/ 207440 h 1114920"/>
              <a:gd name="csX5201" fmla="*/ 895871 w 1722333"/>
              <a:gd name="csY5201" fmla="*/ 209306 h 1114920"/>
              <a:gd name="csX5202" fmla="*/ 896049 w 1722333"/>
              <a:gd name="csY5202" fmla="*/ 211177 h 1114920"/>
              <a:gd name="csX5203" fmla="*/ 896218 w 1722333"/>
              <a:gd name="csY5203" fmla="*/ 213054 h 1114920"/>
              <a:gd name="csX5204" fmla="*/ 896387 w 1722333"/>
              <a:gd name="csY5204" fmla="*/ 214937 h 1114920"/>
              <a:gd name="csX5205" fmla="*/ 896565 w 1722333"/>
              <a:gd name="csY5205" fmla="*/ 216824 h 1114920"/>
              <a:gd name="csX5206" fmla="*/ 896734 w 1722333"/>
              <a:gd name="csY5206" fmla="*/ 218718 h 1114920"/>
              <a:gd name="csX5207" fmla="*/ 896903 w 1722333"/>
              <a:gd name="csY5207" fmla="*/ 220615 h 1114920"/>
              <a:gd name="csX5208" fmla="*/ 897081 w 1722333"/>
              <a:gd name="csY5208" fmla="*/ 222518 h 1114920"/>
              <a:gd name="csX5209" fmla="*/ 897250 w 1722333"/>
              <a:gd name="csY5209" fmla="*/ 224426 h 1114920"/>
              <a:gd name="csX5210" fmla="*/ 897428 w 1722333"/>
              <a:gd name="csY5210" fmla="*/ 226340 h 1114920"/>
              <a:gd name="csX5211" fmla="*/ 897597 w 1722333"/>
              <a:gd name="csY5211" fmla="*/ 228258 h 1114920"/>
              <a:gd name="csX5212" fmla="*/ 897766 w 1722333"/>
              <a:gd name="csY5212" fmla="*/ 230182 h 1114920"/>
              <a:gd name="csX5213" fmla="*/ 897944 w 1722333"/>
              <a:gd name="csY5213" fmla="*/ 232109 h 1114920"/>
              <a:gd name="csX5214" fmla="*/ 898113 w 1722333"/>
              <a:gd name="csY5214" fmla="*/ 234042 h 1114920"/>
              <a:gd name="csX5215" fmla="*/ 898282 w 1722333"/>
              <a:gd name="csY5215" fmla="*/ 235979 h 1114920"/>
              <a:gd name="csX5216" fmla="*/ 898460 w 1722333"/>
              <a:gd name="csY5216" fmla="*/ 237922 h 1114920"/>
              <a:gd name="csX5217" fmla="*/ 898629 w 1722333"/>
              <a:gd name="csY5217" fmla="*/ 239869 h 1114920"/>
              <a:gd name="csX5218" fmla="*/ 898798 w 1722333"/>
              <a:gd name="csY5218" fmla="*/ 241821 h 1114920"/>
              <a:gd name="csX5219" fmla="*/ 898976 w 1722333"/>
              <a:gd name="csY5219" fmla="*/ 243777 h 1114920"/>
              <a:gd name="csX5220" fmla="*/ 899145 w 1722333"/>
              <a:gd name="csY5220" fmla="*/ 245738 h 1114920"/>
              <a:gd name="csX5221" fmla="*/ 899323 w 1722333"/>
              <a:gd name="csY5221" fmla="*/ 247703 h 1114920"/>
              <a:gd name="csX5222" fmla="*/ 899492 w 1722333"/>
              <a:gd name="csY5222" fmla="*/ 249672 h 1114920"/>
              <a:gd name="csX5223" fmla="*/ 899661 w 1722333"/>
              <a:gd name="csY5223" fmla="*/ 251646 h 1114920"/>
              <a:gd name="csX5224" fmla="*/ 899839 w 1722333"/>
              <a:gd name="csY5224" fmla="*/ 253625 h 1114920"/>
              <a:gd name="csX5225" fmla="*/ 900008 w 1722333"/>
              <a:gd name="csY5225" fmla="*/ 255607 h 1114920"/>
              <a:gd name="csX5226" fmla="*/ 900177 w 1722333"/>
              <a:gd name="csY5226" fmla="*/ 257594 h 1114920"/>
              <a:gd name="csX5227" fmla="*/ 900355 w 1722333"/>
              <a:gd name="csY5227" fmla="*/ 259585 h 1114920"/>
              <a:gd name="csX5228" fmla="*/ 900524 w 1722333"/>
              <a:gd name="csY5228" fmla="*/ 261580 h 1114920"/>
              <a:gd name="csX5229" fmla="*/ 900693 w 1722333"/>
              <a:gd name="csY5229" fmla="*/ 263579 h 1114920"/>
              <a:gd name="csX5230" fmla="*/ 900871 w 1722333"/>
              <a:gd name="csY5230" fmla="*/ 265582 h 1114920"/>
              <a:gd name="csX5231" fmla="*/ 901040 w 1722333"/>
              <a:gd name="csY5231" fmla="*/ 267589 h 1114920"/>
              <a:gd name="csX5232" fmla="*/ 901218 w 1722333"/>
              <a:gd name="csY5232" fmla="*/ 269600 h 1114920"/>
              <a:gd name="csX5233" fmla="*/ 901387 w 1722333"/>
              <a:gd name="csY5233" fmla="*/ 271615 h 1114920"/>
              <a:gd name="csX5234" fmla="*/ 901556 w 1722333"/>
              <a:gd name="csY5234" fmla="*/ 273634 h 1114920"/>
              <a:gd name="csX5235" fmla="*/ 901734 w 1722333"/>
              <a:gd name="csY5235" fmla="*/ 275656 h 1114920"/>
              <a:gd name="csX5236" fmla="*/ 901903 w 1722333"/>
              <a:gd name="csY5236" fmla="*/ 277682 h 1114920"/>
              <a:gd name="csX5237" fmla="*/ 902072 w 1722333"/>
              <a:gd name="csY5237" fmla="*/ 279713 h 1114920"/>
              <a:gd name="csX5238" fmla="*/ 902250 w 1722333"/>
              <a:gd name="csY5238" fmla="*/ 281745 h 1114920"/>
              <a:gd name="csX5239" fmla="*/ 902419 w 1722333"/>
              <a:gd name="csY5239" fmla="*/ 283783 h 1114920"/>
              <a:gd name="csX5240" fmla="*/ 902588 w 1722333"/>
              <a:gd name="csY5240" fmla="*/ 285824 h 1114920"/>
              <a:gd name="csX5241" fmla="*/ 902765 w 1722333"/>
              <a:gd name="csY5241" fmla="*/ 287867 h 1114920"/>
              <a:gd name="csX5242" fmla="*/ 902935 w 1722333"/>
              <a:gd name="csY5242" fmla="*/ 289914 h 1114920"/>
              <a:gd name="csX5243" fmla="*/ 903104 w 1722333"/>
              <a:gd name="csY5243" fmla="*/ 291966 h 1114920"/>
              <a:gd name="csX5244" fmla="*/ 903282 w 1722333"/>
              <a:gd name="csY5244" fmla="*/ 294019 h 1114920"/>
              <a:gd name="csX5245" fmla="*/ 903451 w 1722333"/>
              <a:gd name="csY5245" fmla="*/ 296077 h 1114920"/>
              <a:gd name="csX5246" fmla="*/ 903629 w 1722333"/>
              <a:gd name="csY5246" fmla="*/ 298137 h 1114920"/>
              <a:gd name="csX5247" fmla="*/ 903797 w 1722333"/>
              <a:gd name="csY5247" fmla="*/ 300201 h 1114920"/>
              <a:gd name="csX5248" fmla="*/ 903967 w 1722333"/>
              <a:gd name="csY5248" fmla="*/ 302268 h 1114920"/>
              <a:gd name="csX5249" fmla="*/ 904144 w 1722333"/>
              <a:gd name="csY5249" fmla="*/ 304337 h 1114920"/>
              <a:gd name="csX5250" fmla="*/ 904313 w 1722333"/>
              <a:gd name="csY5250" fmla="*/ 306410 h 1114920"/>
              <a:gd name="csX5251" fmla="*/ 904483 w 1722333"/>
              <a:gd name="csY5251" fmla="*/ 308486 h 1114920"/>
              <a:gd name="csX5252" fmla="*/ 904660 w 1722333"/>
              <a:gd name="csY5252" fmla="*/ 310565 h 1114920"/>
              <a:gd name="csX5253" fmla="*/ 904830 w 1722333"/>
              <a:gd name="csY5253" fmla="*/ 312646 h 1114920"/>
              <a:gd name="csX5254" fmla="*/ 904998 w 1722333"/>
              <a:gd name="csY5254" fmla="*/ 314731 h 1114920"/>
              <a:gd name="csX5255" fmla="*/ 905176 w 1722333"/>
              <a:gd name="csY5255" fmla="*/ 316818 h 1114920"/>
              <a:gd name="csX5256" fmla="*/ 905345 w 1722333"/>
              <a:gd name="csY5256" fmla="*/ 318908 h 1114920"/>
              <a:gd name="csX5257" fmla="*/ 905523 w 1722333"/>
              <a:gd name="csY5257" fmla="*/ 321000 h 1114920"/>
              <a:gd name="csX5258" fmla="*/ 905692 w 1722333"/>
              <a:gd name="csY5258" fmla="*/ 323095 h 1114920"/>
              <a:gd name="csX5259" fmla="*/ 905862 w 1722333"/>
              <a:gd name="csY5259" fmla="*/ 325193 h 1114920"/>
              <a:gd name="csX5260" fmla="*/ 906039 w 1722333"/>
              <a:gd name="csY5260" fmla="*/ 327293 h 1114920"/>
              <a:gd name="csX5261" fmla="*/ 906208 w 1722333"/>
              <a:gd name="csY5261" fmla="*/ 329396 h 1114920"/>
              <a:gd name="csX5262" fmla="*/ 906377 w 1722333"/>
              <a:gd name="csY5262" fmla="*/ 331502 h 1114920"/>
              <a:gd name="csX5263" fmla="*/ 906555 w 1722333"/>
              <a:gd name="csY5263" fmla="*/ 333608 h 1114920"/>
              <a:gd name="csX5264" fmla="*/ 906724 w 1722333"/>
              <a:gd name="csY5264" fmla="*/ 335718 h 1114920"/>
              <a:gd name="csX5265" fmla="*/ 906893 w 1722333"/>
              <a:gd name="csY5265" fmla="*/ 337830 h 1114920"/>
              <a:gd name="csX5266" fmla="*/ 907071 w 1722333"/>
              <a:gd name="csY5266" fmla="*/ 339944 h 1114920"/>
              <a:gd name="csX5267" fmla="*/ 907240 w 1722333"/>
              <a:gd name="csY5267" fmla="*/ 342061 h 1114920"/>
              <a:gd name="csX5268" fmla="*/ 907418 w 1722333"/>
              <a:gd name="csY5268" fmla="*/ 344180 h 1114920"/>
              <a:gd name="csX5269" fmla="*/ 907587 w 1722333"/>
              <a:gd name="csY5269" fmla="*/ 346300 h 1114920"/>
              <a:gd name="csX5270" fmla="*/ 907756 w 1722333"/>
              <a:gd name="csY5270" fmla="*/ 348423 h 1114920"/>
              <a:gd name="csX5271" fmla="*/ 907934 w 1722333"/>
              <a:gd name="csY5271" fmla="*/ 350547 h 1114920"/>
              <a:gd name="csX5272" fmla="*/ 908103 w 1722333"/>
              <a:gd name="csY5272" fmla="*/ 352673 h 1114920"/>
              <a:gd name="csX5273" fmla="*/ 908272 w 1722333"/>
              <a:gd name="csY5273" fmla="*/ 354802 h 1114920"/>
              <a:gd name="csX5274" fmla="*/ 908450 w 1722333"/>
              <a:gd name="csY5274" fmla="*/ 356932 h 1114920"/>
              <a:gd name="csX5275" fmla="*/ 908619 w 1722333"/>
              <a:gd name="csY5275" fmla="*/ 359064 h 1114920"/>
              <a:gd name="csX5276" fmla="*/ 908788 w 1722333"/>
              <a:gd name="csY5276" fmla="*/ 361198 h 1114920"/>
              <a:gd name="csX5277" fmla="*/ 908966 w 1722333"/>
              <a:gd name="csY5277" fmla="*/ 363333 h 1114920"/>
              <a:gd name="csX5278" fmla="*/ 909135 w 1722333"/>
              <a:gd name="csY5278" fmla="*/ 365470 h 1114920"/>
              <a:gd name="csX5279" fmla="*/ 909313 w 1722333"/>
              <a:gd name="csY5279" fmla="*/ 367609 h 1114920"/>
              <a:gd name="csX5280" fmla="*/ 909482 w 1722333"/>
              <a:gd name="csY5280" fmla="*/ 369748 h 1114920"/>
              <a:gd name="csX5281" fmla="*/ 909651 w 1722333"/>
              <a:gd name="csY5281" fmla="*/ 371890 h 1114920"/>
              <a:gd name="csX5282" fmla="*/ 909829 w 1722333"/>
              <a:gd name="csY5282" fmla="*/ 374033 h 1114920"/>
              <a:gd name="csX5283" fmla="*/ 909998 w 1722333"/>
              <a:gd name="csY5283" fmla="*/ 376178 h 1114920"/>
              <a:gd name="csX5284" fmla="*/ 910167 w 1722333"/>
              <a:gd name="csY5284" fmla="*/ 378323 h 1114920"/>
              <a:gd name="csX5285" fmla="*/ 910345 w 1722333"/>
              <a:gd name="csY5285" fmla="*/ 380470 h 1114920"/>
              <a:gd name="csX5286" fmla="*/ 910514 w 1722333"/>
              <a:gd name="csY5286" fmla="*/ 382619 h 1114920"/>
              <a:gd name="csX5287" fmla="*/ 910683 w 1722333"/>
              <a:gd name="csY5287" fmla="*/ 384768 h 1114920"/>
              <a:gd name="csX5288" fmla="*/ 910861 w 1722333"/>
              <a:gd name="csY5288" fmla="*/ 386918 h 1114920"/>
              <a:gd name="csX5289" fmla="*/ 911030 w 1722333"/>
              <a:gd name="csY5289" fmla="*/ 389070 h 1114920"/>
              <a:gd name="csX5290" fmla="*/ 911199 w 1722333"/>
              <a:gd name="csY5290" fmla="*/ 391222 h 1114920"/>
              <a:gd name="csX5291" fmla="*/ 911377 w 1722333"/>
              <a:gd name="csY5291" fmla="*/ 393376 h 1114920"/>
              <a:gd name="csX5292" fmla="*/ 911546 w 1722333"/>
              <a:gd name="csY5292" fmla="*/ 395531 h 1114920"/>
              <a:gd name="csX5293" fmla="*/ 911724 w 1722333"/>
              <a:gd name="csY5293" fmla="*/ 397687 h 1114920"/>
              <a:gd name="csX5294" fmla="*/ 911893 w 1722333"/>
              <a:gd name="csY5294" fmla="*/ 399843 h 1114920"/>
              <a:gd name="csX5295" fmla="*/ 912062 w 1722333"/>
              <a:gd name="csY5295" fmla="*/ 402000 h 1114920"/>
              <a:gd name="csX5296" fmla="*/ 912240 w 1722333"/>
              <a:gd name="csY5296" fmla="*/ 404159 h 1114920"/>
              <a:gd name="csX5297" fmla="*/ 912409 w 1722333"/>
              <a:gd name="csY5297" fmla="*/ 406317 h 1114920"/>
              <a:gd name="csX5298" fmla="*/ 912578 w 1722333"/>
              <a:gd name="csY5298" fmla="*/ 408477 h 1114920"/>
              <a:gd name="csX5299" fmla="*/ 912756 w 1722333"/>
              <a:gd name="csY5299" fmla="*/ 410637 h 1114920"/>
              <a:gd name="csX5300" fmla="*/ 912925 w 1722333"/>
              <a:gd name="csY5300" fmla="*/ 412797 h 1114920"/>
              <a:gd name="csX5301" fmla="*/ 913094 w 1722333"/>
              <a:gd name="csY5301" fmla="*/ 414959 h 1114920"/>
              <a:gd name="csX5302" fmla="*/ 913272 w 1722333"/>
              <a:gd name="csY5302" fmla="*/ 417120 h 1114920"/>
              <a:gd name="csX5303" fmla="*/ 913441 w 1722333"/>
              <a:gd name="csY5303" fmla="*/ 419283 h 1114920"/>
              <a:gd name="csX5304" fmla="*/ 913619 w 1722333"/>
              <a:gd name="csY5304" fmla="*/ 421446 h 1114920"/>
              <a:gd name="csX5305" fmla="*/ 913788 w 1722333"/>
              <a:gd name="csY5305" fmla="*/ 423608 h 1114920"/>
              <a:gd name="csX5306" fmla="*/ 913957 w 1722333"/>
              <a:gd name="csY5306" fmla="*/ 425771 h 1114920"/>
              <a:gd name="csX5307" fmla="*/ 914135 w 1722333"/>
              <a:gd name="csY5307" fmla="*/ 427935 h 1114920"/>
              <a:gd name="csX5308" fmla="*/ 914304 w 1722333"/>
              <a:gd name="csY5308" fmla="*/ 430098 h 1114920"/>
              <a:gd name="csX5309" fmla="*/ 914473 w 1722333"/>
              <a:gd name="csY5309" fmla="*/ 432263 h 1114920"/>
              <a:gd name="csX5310" fmla="*/ 914651 w 1722333"/>
              <a:gd name="csY5310" fmla="*/ 434426 h 1114920"/>
              <a:gd name="csX5311" fmla="*/ 914820 w 1722333"/>
              <a:gd name="csY5311" fmla="*/ 436591 h 1114920"/>
              <a:gd name="csX5312" fmla="*/ 914989 w 1722333"/>
              <a:gd name="csY5312" fmla="*/ 438754 h 1114920"/>
              <a:gd name="csX5313" fmla="*/ 915167 w 1722333"/>
              <a:gd name="csY5313" fmla="*/ 440919 h 1114920"/>
              <a:gd name="csX5314" fmla="*/ 915336 w 1722333"/>
              <a:gd name="csY5314" fmla="*/ 443083 h 1114920"/>
              <a:gd name="csX5315" fmla="*/ 915514 w 1722333"/>
              <a:gd name="csY5315" fmla="*/ 445247 h 1114920"/>
              <a:gd name="csX5316" fmla="*/ 915683 w 1722333"/>
              <a:gd name="csY5316" fmla="*/ 447411 h 1114920"/>
              <a:gd name="csX5317" fmla="*/ 915852 w 1722333"/>
              <a:gd name="csY5317" fmla="*/ 449574 h 1114920"/>
              <a:gd name="csX5318" fmla="*/ 916030 w 1722333"/>
              <a:gd name="csY5318" fmla="*/ 451738 h 1114920"/>
              <a:gd name="csX5319" fmla="*/ 916199 w 1722333"/>
              <a:gd name="csY5319" fmla="*/ 453902 h 1114920"/>
              <a:gd name="csX5320" fmla="*/ 916368 w 1722333"/>
              <a:gd name="csY5320" fmla="*/ 456064 h 1114920"/>
              <a:gd name="csX5321" fmla="*/ 916546 w 1722333"/>
              <a:gd name="csY5321" fmla="*/ 458227 h 1114920"/>
              <a:gd name="csX5322" fmla="*/ 916715 w 1722333"/>
              <a:gd name="csY5322" fmla="*/ 460389 h 1114920"/>
              <a:gd name="csX5323" fmla="*/ 916884 w 1722333"/>
              <a:gd name="csY5323" fmla="*/ 462551 h 1114920"/>
              <a:gd name="csX5324" fmla="*/ 917062 w 1722333"/>
              <a:gd name="csY5324" fmla="*/ 464712 h 1114920"/>
              <a:gd name="csX5325" fmla="*/ 917231 w 1722333"/>
              <a:gd name="csY5325" fmla="*/ 466873 h 1114920"/>
              <a:gd name="csX5326" fmla="*/ 917409 w 1722333"/>
              <a:gd name="csY5326" fmla="*/ 469033 h 1114920"/>
              <a:gd name="csX5327" fmla="*/ 917578 w 1722333"/>
              <a:gd name="csY5327" fmla="*/ 471193 h 1114920"/>
              <a:gd name="csX5328" fmla="*/ 917747 w 1722333"/>
              <a:gd name="csY5328" fmla="*/ 473352 h 1114920"/>
              <a:gd name="csX5329" fmla="*/ 917925 w 1722333"/>
              <a:gd name="csY5329" fmla="*/ 475510 h 1114920"/>
              <a:gd name="csX5330" fmla="*/ 918094 w 1722333"/>
              <a:gd name="csY5330" fmla="*/ 477668 h 1114920"/>
              <a:gd name="csX5331" fmla="*/ 918263 w 1722333"/>
              <a:gd name="csY5331" fmla="*/ 479824 h 1114920"/>
              <a:gd name="csX5332" fmla="*/ 918441 w 1722333"/>
              <a:gd name="csY5332" fmla="*/ 481980 h 1114920"/>
              <a:gd name="csX5333" fmla="*/ 918610 w 1722333"/>
              <a:gd name="csY5333" fmla="*/ 484135 h 1114920"/>
              <a:gd name="csX5334" fmla="*/ 918779 w 1722333"/>
              <a:gd name="csY5334" fmla="*/ 486289 h 1114920"/>
              <a:gd name="csX5335" fmla="*/ 918957 w 1722333"/>
              <a:gd name="csY5335" fmla="*/ 488442 h 1114920"/>
              <a:gd name="csX5336" fmla="*/ 919126 w 1722333"/>
              <a:gd name="csY5336" fmla="*/ 490594 h 1114920"/>
              <a:gd name="csX5337" fmla="*/ 919295 w 1722333"/>
              <a:gd name="csY5337" fmla="*/ 492745 h 1114920"/>
              <a:gd name="csX5338" fmla="*/ 919473 w 1722333"/>
              <a:gd name="csY5338" fmla="*/ 494895 h 1114920"/>
              <a:gd name="csX5339" fmla="*/ 919642 w 1722333"/>
              <a:gd name="csY5339" fmla="*/ 497045 h 1114920"/>
              <a:gd name="csX5340" fmla="*/ 919820 w 1722333"/>
              <a:gd name="csY5340" fmla="*/ 499192 h 1114920"/>
              <a:gd name="csX5341" fmla="*/ 919989 w 1722333"/>
              <a:gd name="csY5341" fmla="*/ 501339 h 1114920"/>
              <a:gd name="csX5342" fmla="*/ 920158 w 1722333"/>
              <a:gd name="csY5342" fmla="*/ 503485 h 1114920"/>
              <a:gd name="csX5343" fmla="*/ 920336 w 1722333"/>
              <a:gd name="csY5343" fmla="*/ 505629 h 1114920"/>
              <a:gd name="csX5344" fmla="*/ 920505 w 1722333"/>
              <a:gd name="csY5344" fmla="*/ 507772 h 1114920"/>
              <a:gd name="csX5345" fmla="*/ 920674 w 1722333"/>
              <a:gd name="csY5345" fmla="*/ 509914 h 1114920"/>
              <a:gd name="csX5346" fmla="*/ 920852 w 1722333"/>
              <a:gd name="csY5346" fmla="*/ 512054 h 1114920"/>
              <a:gd name="csX5347" fmla="*/ 921021 w 1722333"/>
              <a:gd name="csY5347" fmla="*/ 514193 h 1114920"/>
              <a:gd name="csX5348" fmla="*/ 921190 w 1722333"/>
              <a:gd name="csY5348" fmla="*/ 516330 h 1114920"/>
              <a:gd name="csX5349" fmla="*/ 921368 w 1722333"/>
              <a:gd name="csY5349" fmla="*/ 518466 h 1114920"/>
              <a:gd name="csX5350" fmla="*/ 921537 w 1722333"/>
              <a:gd name="csY5350" fmla="*/ 520600 h 1114920"/>
              <a:gd name="csX5351" fmla="*/ 921715 w 1722333"/>
              <a:gd name="csY5351" fmla="*/ 522732 h 1114920"/>
              <a:gd name="csX5352" fmla="*/ 921884 w 1722333"/>
              <a:gd name="csY5352" fmla="*/ 524864 h 1114920"/>
              <a:gd name="csX5353" fmla="*/ 922053 w 1722333"/>
              <a:gd name="csY5353" fmla="*/ 526993 h 1114920"/>
              <a:gd name="csX5354" fmla="*/ 922231 w 1722333"/>
              <a:gd name="csY5354" fmla="*/ 529121 h 1114920"/>
              <a:gd name="csX5355" fmla="*/ 922400 w 1722333"/>
              <a:gd name="csY5355" fmla="*/ 531247 h 1114920"/>
              <a:gd name="csX5356" fmla="*/ 922569 w 1722333"/>
              <a:gd name="csY5356" fmla="*/ 533372 h 1114920"/>
              <a:gd name="csX5357" fmla="*/ 922747 w 1722333"/>
              <a:gd name="csY5357" fmla="*/ 535494 h 1114920"/>
              <a:gd name="csX5358" fmla="*/ 922916 w 1722333"/>
              <a:gd name="csY5358" fmla="*/ 537614 h 1114920"/>
              <a:gd name="csX5359" fmla="*/ 923085 w 1722333"/>
              <a:gd name="csY5359" fmla="*/ 539734 h 1114920"/>
              <a:gd name="csX5360" fmla="*/ 923263 w 1722333"/>
              <a:gd name="csY5360" fmla="*/ 541850 h 1114920"/>
              <a:gd name="csX5361" fmla="*/ 923432 w 1722333"/>
              <a:gd name="csY5361" fmla="*/ 543966 h 1114920"/>
              <a:gd name="csX5362" fmla="*/ 923610 w 1722333"/>
              <a:gd name="csY5362" fmla="*/ 546079 h 1114920"/>
              <a:gd name="csX5363" fmla="*/ 923779 w 1722333"/>
              <a:gd name="csY5363" fmla="*/ 548190 h 1114920"/>
              <a:gd name="csX5364" fmla="*/ 923948 w 1722333"/>
              <a:gd name="csY5364" fmla="*/ 550298 h 1114920"/>
              <a:gd name="csX5365" fmla="*/ 924126 w 1722333"/>
              <a:gd name="csY5365" fmla="*/ 552405 h 1114920"/>
              <a:gd name="csX5366" fmla="*/ 924295 w 1722333"/>
              <a:gd name="csY5366" fmla="*/ 554510 h 1114920"/>
              <a:gd name="csX5367" fmla="*/ 924464 w 1722333"/>
              <a:gd name="csY5367" fmla="*/ 556612 h 1114920"/>
              <a:gd name="csX5368" fmla="*/ 924642 w 1722333"/>
              <a:gd name="csY5368" fmla="*/ 558712 h 1114920"/>
              <a:gd name="csX5369" fmla="*/ 924811 w 1722333"/>
              <a:gd name="csY5369" fmla="*/ 560811 h 1114920"/>
              <a:gd name="csX5370" fmla="*/ 924980 w 1722333"/>
              <a:gd name="csY5370" fmla="*/ 562907 h 1114920"/>
              <a:gd name="csX5371" fmla="*/ 925158 w 1722333"/>
              <a:gd name="csY5371" fmla="*/ 565000 h 1114920"/>
              <a:gd name="csX5372" fmla="*/ 925327 w 1722333"/>
              <a:gd name="csY5372" fmla="*/ 567091 h 1114920"/>
              <a:gd name="csX5373" fmla="*/ 925505 w 1722333"/>
              <a:gd name="csY5373" fmla="*/ 569180 h 1114920"/>
              <a:gd name="csX5374" fmla="*/ 925674 w 1722333"/>
              <a:gd name="csY5374" fmla="*/ 571267 h 1114920"/>
              <a:gd name="csX5375" fmla="*/ 925843 w 1722333"/>
              <a:gd name="csY5375" fmla="*/ 573351 h 1114920"/>
              <a:gd name="csX5376" fmla="*/ 926021 w 1722333"/>
              <a:gd name="csY5376" fmla="*/ 575432 h 1114920"/>
              <a:gd name="csX5377" fmla="*/ 926190 w 1722333"/>
              <a:gd name="csY5377" fmla="*/ 577511 h 1114920"/>
              <a:gd name="csX5378" fmla="*/ 926359 w 1722333"/>
              <a:gd name="csY5378" fmla="*/ 579588 h 1114920"/>
              <a:gd name="csX5379" fmla="*/ 926537 w 1722333"/>
              <a:gd name="csY5379" fmla="*/ 581663 h 1114920"/>
              <a:gd name="csX5380" fmla="*/ 926706 w 1722333"/>
              <a:gd name="csY5380" fmla="*/ 583734 h 1114920"/>
              <a:gd name="csX5381" fmla="*/ 926875 w 1722333"/>
              <a:gd name="csY5381" fmla="*/ 585802 h 1114920"/>
              <a:gd name="csX5382" fmla="*/ 927053 w 1722333"/>
              <a:gd name="csY5382" fmla="*/ 587869 h 1114920"/>
              <a:gd name="csX5383" fmla="*/ 927222 w 1722333"/>
              <a:gd name="csY5383" fmla="*/ 589932 h 1114920"/>
              <a:gd name="csX5384" fmla="*/ 927391 w 1722333"/>
              <a:gd name="csY5384" fmla="*/ 591992 h 1114920"/>
              <a:gd name="csX5385" fmla="*/ 927569 w 1722333"/>
              <a:gd name="csY5385" fmla="*/ 594051 h 1114920"/>
              <a:gd name="csX5386" fmla="*/ 927738 w 1722333"/>
              <a:gd name="csY5386" fmla="*/ 596106 h 1114920"/>
              <a:gd name="csX5387" fmla="*/ 927916 w 1722333"/>
              <a:gd name="csY5387" fmla="*/ 598158 h 1114920"/>
              <a:gd name="csX5388" fmla="*/ 928085 w 1722333"/>
              <a:gd name="csY5388" fmla="*/ 600207 h 1114920"/>
              <a:gd name="csX5389" fmla="*/ 928254 w 1722333"/>
              <a:gd name="csY5389" fmla="*/ 602254 h 1114920"/>
              <a:gd name="csX5390" fmla="*/ 928432 w 1722333"/>
              <a:gd name="csY5390" fmla="*/ 604298 h 1114920"/>
              <a:gd name="csX5391" fmla="*/ 928601 w 1722333"/>
              <a:gd name="csY5391" fmla="*/ 606339 h 1114920"/>
              <a:gd name="csX5392" fmla="*/ 928770 w 1722333"/>
              <a:gd name="csY5392" fmla="*/ 608377 h 1114920"/>
              <a:gd name="csX5393" fmla="*/ 928948 w 1722333"/>
              <a:gd name="csY5393" fmla="*/ 610411 h 1114920"/>
              <a:gd name="csX5394" fmla="*/ 929117 w 1722333"/>
              <a:gd name="csY5394" fmla="*/ 612443 h 1114920"/>
              <a:gd name="csX5395" fmla="*/ 929286 w 1722333"/>
              <a:gd name="csY5395" fmla="*/ 614472 h 1114920"/>
              <a:gd name="csX5396" fmla="*/ 929464 w 1722333"/>
              <a:gd name="csY5396" fmla="*/ 616497 h 1114920"/>
              <a:gd name="csX5397" fmla="*/ 929633 w 1722333"/>
              <a:gd name="csY5397" fmla="*/ 618520 h 1114920"/>
              <a:gd name="csX5398" fmla="*/ 929811 w 1722333"/>
              <a:gd name="csY5398" fmla="*/ 620539 h 1114920"/>
              <a:gd name="csX5399" fmla="*/ 929980 w 1722333"/>
              <a:gd name="csY5399" fmla="*/ 622556 h 1114920"/>
              <a:gd name="csX5400" fmla="*/ 930149 w 1722333"/>
              <a:gd name="csY5400" fmla="*/ 624568 h 1114920"/>
              <a:gd name="csX5401" fmla="*/ 930327 w 1722333"/>
              <a:gd name="csY5401" fmla="*/ 626578 h 1114920"/>
              <a:gd name="csX5402" fmla="*/ 930496 w 1722333"/>
              <a:gd name="csY5402" fmla="*/ 628585 h 1114920"/>
              <a:gd name="csX5403" fmla="*/ 930665 w 1722333"/>
              <a:gd name="csY5403" fmla="*/ 630589 h 1114920"/>
              <a:gd name="csX5404" fmla="*/ 930843 w 1722333"/>
              <a:gd name="csY5404" fmla="*/ 632589 h 1114920"/>
              <a:gd name="csX5405" fmla="*/ 931012 w 1722333"/>
              <a:gd name="csY5405" fmla="*/ 634585 h 1114920"/>
              <a:gd name="csX5406" fmla="*/ 931181 w 1722333"/>
              <a:gd name="csY5406" fmla="*/ 636578 h 1114920"/>
              <a:gd name="csX5407" fmla="*/ 931359 w 1722333"/>
              <a:gd name="csY5407" fmla="*/ 638568 h 1114920"/>
              <a:gd name="csX5408" fmla="*/ 931528 w 1722333"/>
              <a:gd name="csY5408" fmla="*/ 640554 h 1114920"/>
              <a:gd name="csX5409" fmla="*/ 931706 w 1722333"/>
              <a:gd name="csY5409" fmla="*/ 642537 h 1114920"/>
              <a:gd name="csX5410" fmla="*/ 931875 w 1722333"/>
              <a:gd name="csY5410" fmla="*/ 644517 h 1114920"/>
              <a:gd name="csX5411" fmla="*/ 932044 w 1722333"/>
              <a:gd name="csY5411" fmla="*/ 646493 h 1114920"/>
              <a:gd name="csX5412" fmla="*/ 932222 w 1722333"/>
              <a:gd name="csY5412" fmla="*/ 648465 h 1114920"/>
              <a:gd name="csX5413" fmla="*/ 932391 w 1722333"/>
              <a:gd name="csY5413" fmla="*/ 650434 h 1114920"/>
              <a:gd name="csX5414" fmla="*/ 932560 w 1722333"/>
              <a:gd name="csY5414" fmla="*/ 652399 h 1114920"/>
              <a:gd name="csX5415" fmla="*/ 932738 w 1722333"/>
              <a:gd name="csY5415" fmla="*/ 654362 h 1114920"/>
              <a:gd name="csX5416" fmla="*/ 932907 w 1722333"/>
              <a:gd name="csY5416" fmla="*/ 656320 h 1114920"/>
              <a:gd name="csX5417" fmla="*/ 933076 w 1722333"/>
              <a:gd name="csY5417" fmla="*/ 658273 h 1114920"/>
              <a:gd name="csX5418" fmla="*/ 933254 w 1722333"/>
              <a:gd name="csY5418" fmla="*/ 660224 h 1114920"/>
              <a:gd name="csX5419" fmla="*/ 933423 w 1722333"/>
              <a:gd name="csY5419" fmla="*/ 662172 h 1114920"/>
              <a:gd name="csX5420" fmla="*/ 933592 w 1722333"/>
              <a:gd name="csY5420" fmla="*/ 664115 h 1114920"/>
              <a:gd name="csX5421" fmla="*/ 933770 w 1722333"/>
              <a:gd name="csY5421" fmla="*/ 666055 h 1114920"/>
              <a:gd name="csX5422" fmla="*/ 933939 w 1722333"/>
              <a:gd name="csY5422" fmla="*/ 667991 h 1114920"/>
              <a:gd name="csX5423" fmla="*/ 934117 w 1722333"/>
              <a:gd name="csY5423" fmla="*/ 669922 h 1114920"/>
              <a:gd name="csX5424" fmla="*/ 934286 w 1722333"/>
              <a:gd name="csY5424" fmla="*/ 671851 h 1114920"/>
              <a:gd name="csX5425" fmla="*/ 934455 w 1722333"/>
              <a:gd name="csY5425" fmla="*/ 673775 h 1114920"/>
              <a:gd name="csX5426" fmla="*/ 934633 w 1722333"/>
              <a:gd name="csY5426" fmla="*/ 675696 h 1114920"/>
              <a:gd name="csX5427" fmla="*/ 934802 w 1722333"/>
              <a:gd name="csY5427" fmla="*/ 677613 h 1114920"/>
              <a:gd name="csX5428" fmla="*/ 934971 w 1722333"/>
              <a:gd name="csY5428" fmla="*/ 679525 h 1114920"/>
              <a:gd name="csX5429" fmla="*/ 935149 w 1722333"/>
              <a:gd name="csY5429" fmla="*/ 681434 h 1114920"/>
              <a:gd name="csX5430" fmla="*/ 935318 w 1722333"/>
              <a:gd name="csY5430" fmla="*/ 683339 h 1114920"/>
              <a:gd name="csX5431" fmla="*/ 935487 w 1722333"/>
              <a:gd name="csY5431" fmla="*/ 685240 h 1114920"/>
              <a:gd name="csX5432" fmla="*/ 935665 w 1722333"/>
              <a:gd name="csY5432" fmla="*/ 687137 h 1114920"/>
              <a:gd name="csX5433" fmla="*/ 935834 w 1722333"/>
              <a:gd name="csY5433" fmla="*/ 689030 h 1114920"/>
              <a:gd name="csX5434" fmla="*/ 936012 w 1722333"/>
              <a:gd name="csY5434" fmla="*/ 690919 h 1114920"/>
              <a:gd name="csX5435" fmla="*/ 936181 w 1722333"/>
              <a:gd name="csY5435" fmla="*/ 692804 h 1114920"/>
              <a:gd name="csX5436" fmla="*/ 936350 w 1722333"/>
              <a:gd name="csY5436" fmla="*/ 694685 h 1114920"/>
              <a:gd name="csX5437" fmla="*/ 936528 w 1722333"/>
              <a:gd name="csY5437" fmla="*/ 696561 h 1114920"/>
              <a:gd name="csX5438" fmla="*/ 936697 w 1722333"/>
              <a:gd name="csY5438" fmla="*/ 698434 h 1114920"/>
              <a:gd name="csX5439" fmla="*/ 936866 w 1722333"/>
              <a:gd name="csY5439" fmla="*/ 700303 h 1114920"/>
              <a:gd name="csX5440" fmla="*/ 937044 w 1722333"/>
              <a:gd name="csY5440" fmla="*/ 702167 h 1114920"/>
              <a:gd name="csX5441" fmla="*/ 937213 w 1722333"/>
              <a:gd name="csY5441" fmla="*/ 704027 h 1114920"/>
              <a:gd name="csX5442" fmla="*/ 937382 w 1722333"/>
              <a:gd name="csY5442" fmla="*/ 705883 h 1114920"/>
              <a:gd name="csX5443" fmla="*/ 937560 w 1722333"/>
              <a:gd name="csY5443" fmla="*/ 707734 h 1114920"/>
              <a:gd name="csX5444" fmla="*/ 937729 w 1722333"/>
              <a:gd name="csY5444" fmla="*/ 709582 h 1114920"/>
              <a:gd name="csX5445" fmla="*/ 937906 w 1722333"/>
              <a:gd name="csY5445" fmla="*/ 711425 h 1114920"/>
              <a:gd name="csX5446" fmla="*/ 938076 w 1722333"/>
              <a:gd name="csY5446" fmla="*/ 713264 h 1114920"/>
              <a:gd name="csX5447" fmla="*/ 938245 w 1722333"/>
              <a:gd name="csY5447" fmla="*/ 715099 h 1114920"/>
              <a:gd name="csX5448" fmla="*/ 938423 w 1722333"/>
              <a:gd name="csY5448" fmla="*/ 716930 h 1114920"/>
              <a:gd name="csX5449" fmla="*/ 938591 w 1722333"/>
              <a:gd name="csY5449" fmla="*/ 718755 h 1114920"/>
              <a:gd name="csX5450" fmla="*/ 938761 w 1722333"/>
              <a:gd name="csY5450" fmla="*/ 720577 h 1114920"/>
              <a:gd name="csX5451" fmla="*/ 938938 w 1722333"/>
              <a:gd name="csY5451" fmla="*/ 722395 h 1114920"/>
              <a:gd name="csX5452" fmla="*/ 939108 w 1722333"/>
              <a:gd name="csY5452" fmla="*/ 724208 h 1114920"/>
              <a:gd name="csX5453" fmla="*/ 939277 w 1722333"/>
              <a:gd name="csY5453" fmla="*/ 726015 h 1114920"/>
              <a:gd name="csX5454" fmla="*/ 939454 w 1722333"/>
              <a:gd name="csY5454" fmla="*/ 727820 h 1114920"/>
              <a:gd name="csX5455" fmla="*/ 939624 w 1722333"/>
              <a:gd name="csY5455" fmla="*/ 729619 h 1114920"/>
              <a:gd name="csX5456" fmla="*/ 939801 w 1722333"/>
              <a:gd name="csY5456" fmla="*/ 731415 h 1114920"/>
              <a:gd name="csX5457" fmla="*/ 939970 w 1722333"/>
              <a:gd name="csY5457" fmla="*/ 733206 h 1114920"/>
              <a:gd name="csX5458" fmla="*/ 940139 w 1722333"/>
              <a:gd name="csY5458" fmla="*/ 734992 h 1114920"/>
              <a:gd name="csX5459" fmla="*/ 940317 w 1722333"/>
              <a:gd name="csY5459" fmla="*/ 736774 h 1114920"/>
              <a:gd name="csX5460" fmla="*/ 940486 w 1722333"/>
              <a:gd name="csY5460" fmla="*/ 738551 h 1114920"/>
              <a:gd name="csX5461" fmla="*/ 940656 w 1722333"/>
              <a:gd name="csY5461" fmla="*/ 740325 h 1114920"/>
              <a:gd name="csX5462" fmla="*/ 940833 w 1722333"/>
              <a:gd name="csY5462" fmla="*/ 742093 h 1114920"/>
              <a:gd name="csX5463" fmla="*/ 941003 w 1722333"/>
              <a:gd name="csY5463" fmla="*/ 743856 h 1114920"/>
              <a:gd name="csX5464" fmla="*/ 941171 w 1722333"/>
              <a:gd name="csY5464" fmla="*/ 745616 h 1114920"/>
              <a:gd name="csX5465" fmla="*/ 941349 w 1722333"/>
              <a:gd name="csY5465" fmla="*/ 747371 h 1114920"/>
              <a:gd name="csX5466" fmla="*/ 941518 w 1722333"/>
              <a:gd name="csY5466" fmla="*/ 749120 h 1114920"/>
              <a:gd name="csX5467" fmla="*/ 941687 w 1722333"/>
              <a:gd name="csY5467" fmla="*/ 750866 h 1114920"/>
              <a:gd name="csX5468" fmla="*/ 941865 w 1722333"/>
              <a:gd name="csY5468" fmla="*/ 752607 h 1114920"/>
              <a:gd name="csX5469" fmla="*/ 942034 w 1722333"/>
              <a:gd name="csY5469" fmla="*/ 754344 h 1114920"/>
              <a:gd name="csX5470" fmla="*/ 942212 w 1722333"/>
              <a:gd name="csY5470" fmla="*/ 756075 h 1114920"/>
              <a:gd name="csX5471" fmla="*/ 942381 w 1722333"/>
              <a:gd name="csY5471" fmla="*/ 757802 h 1114920"/>
              <a:gd name="csX5472" fmla="*/ 942550 w 1722333"/>
              <a:gd name="csY5472" fmla="*/ 759524 h 1114920"/>
              <a:gd name="csX5473" fmla="*/ 942728 w 1722333"/>
              <a:gd name="csY5473" fmla="*/ 761242 h 1114920"/>
              <a:gd name="csX5474" fmla="*/ 942897 w 1722333"/>
              <a:gd name="csY5474" fmla="*/ 762954 h 1114920"/>
              <a:gd name="csX5475" fmla="*/ 943066 w 1722333"/>
              <a:gd name="csY5475" fmla="*/ 764663 h 1114920"/>
              <a:gd name="csX5476" fmla="*/ 943244 w 1722333"/>
              <a:gd name="csY5476" fmla="*/ 766366 h 1114920"/>
              <a:gd name="csX5477" fmla="*/ 943413 w 1722333"/>
              <a:gd name="csY5477" fmla="*/ 768065 h 1114920"/>
              <a:gd name="csX5478" fmla="*/ 943582 w 1722333"/>
              <a:gd name="csY5478" fmla="*/ 769758 h 1114920"/>
              <a:gd name="csX5479" fmla="*/ 943760 w 1722333"/>
              <a:gd name="csY5479" fmla="*/ 771448 h 1114920"/>
              <a:gd name="csX5480" fmla="*/ 943929 w 1722333"/>
              <a:gd name="csY5480" fmla="*/ 773132 h 1114920"/>
              <a:gd name="csX5481" fmla="*/ 944107 w 1722333"/>
              <a:gd name="csY5481" fmla="*/ 774812 h 1114920"/>
              <a:gd name="csX5482" fmla="*/ 944276 w 1722333"/>
              <a:gd name="csY5482" fmla="*/ 776487 h 1114920"/>
              <a:gd name="csX5483" fmla="*/ 944445 w 1722333"/>
              <a:gd name="csY5483" fmla="*/ 778157 h 1114920"/>
              <a:gd name="csX5484" fmla="*/ 944623 w 1722333"/>
              <a:gd name="csY5484" fmla="*/ 779822 h 1114920"/>
              <a:gd name="csX5485" fmla="*/ 944792 w 1722333"/>
              <a:gd name="csY5485" fmla="*/ 781483 h 1114920"/>
              <a:gd name="csX5486" fmla="*/ 944961 w 1722333"/>
              <a:gd name="csY5486" fmla="*/ 783139 h 1114920"/>
              <a:gd name="csX5487" fmla="*/ 945139 w 1722333"/>
              <a:gd name="csY5487" fmla="*/ 784789 h 1114920"/>
              <a:gd name="csX5488" fmla="*/ 945308 w 1722333"/>
              <a:gd name="csY5488" fmla="*/ 786435 h 1114920"/>
              <a:gd name="csX5489" fmla="*/ 945477 w 1722333"/>
              <a:gd name="csY5489" fmla="*/ 788076 h 1114920"/>
              <a:gd name="csX5490" fmla="*/ 945655 w 1722333"/>
              <a:gd name="csY5490" fmla="*/ 789712 h 1114920"/>
              <a:gd name="csX5491" fmla="*/ 945824 w 1722333"/>
              <a:gd name="csY5491" fmla="*/ 791344 h 1114920"/>
              <a:gd name="csX5492" fmla="*/ 946002 w 1722333"/>
              <a:gd name="csY5492" fmla="*/ 792970 h 1114920"/>
              <a:gd name="csX5493" fmla="*/ 946171 w 1722333"/>
              <a:gd name="csY5493" fmla="*/ 794592 h 1114920"/>
              <a:gd name="csX5494" fmla="*/ 946340 w 1722333"/>
              <a:gd name="csY5494" fmla="*/ 796208 h 1114920"/>
              <a:gd name="csX5495" fmla="*/ 946518 w 1722333"/>
              <a:gd name="csY5495" fmla="*/ 797820 h 1114920"/>
              <a:gd name="csX5496" fmla="*/ 946687 w 1722333"/>
              <a:gd name="csY5496" fmla="*/ 799427 h 1114920"/>
              <a:gd name="csX5497" fmla="*/ 946856 w 1722333"/>
              <a:gd name="csY5497" fmla="*/ 801029 h 1114920"/>
              <a:gd name="csX5498" fmla="*/ 947034 w 1722333"/>
              <a:gd name="csY5498" fmla="*/ 802625 h 1114920"/>
              <a:gd name="csX5499" fmla="*/ 947203 w 1722333"/>
              <a:gd name="csY5499" fmla="*/ 804218 h 1114920"/>
              <a:gd name="csX5500" fmla="*/ 947372 w 1722333"/>
              <a:gd name="csY5500" fmla="*/ 805805 h 1114920"/>
              <a:gd name="csX5501" fmla="*/ 947550 w 1722333"/>
              <a:gd name="csY5501" fmla="*/ 807387 h 1114920"/>
              <a:gd name="csX5502" fmla="*/ 947719 w 1722333"/>
              <a:gd name="csY5502" fmla="*/ 808964 h 1114920"/>
              <a:gd name="csX5503" fmla="*/ 947897 w 1722333"/>
              <a:gd name="csY5503" fmla="*/ 810536 h 1114920"/>
              <a:gd name="csX5504" fmla="*/ 948066 w 1722333"/>
              <a:gd name="csY5504" fmla="*/ 812104 h 1114920"/>
              <a:gd name="csX5505" fmla="*/ 948235 w 1722333"/>
              <a:gd name="csY5505" fmla="*/ 813666 h 1114920"/>
              <a:gd name="csX5506" fmla="*/ 948413 w 1722333"/>
              <a:gd name="csY5506" fmla="*/ 815226 h 1114920"/>
              <a:gd name="csX5507" fmla="*/ 948582 w 1722333"/>
              <a:gd name="csY5507" fmla="*/ 816773 h 1114920"/>
              <a:gd name="csX5508" fmla="*/ 948751 w 1722333"/>
              <a:gd name="csY5508" fmla="*/ 818321 h 1114920"/>
              <a:gd name="csX5509" fmla="*/ 948929 w 1722333"/>
              <a:gd name="csY5509" fmla="*/ 819861 h 1114920"/>
              <a:gd name="csX5510" fmla="*/ 949098 w 1722333"/>
              <a:gd name="csY5510" fmla="*/ 821400 h 1114920"/>
              <a:gd name="csX5511" fmla="*/ 949267 w 1722333"/>
              <a:gd name="csY5511" fmla="*/ 822930 h 1114920"/>
              <a:gd name="csX5512" fmla="*/ 949445 w 1722333"/>
              <a:gd name="csY5512" fmla="*/ 824460 h 1114920"/>
              <a:gd name="csX5513" fmla="*/ 949614 w 1722333"/>
              <a:gd name="csY5513" fmla="*/ 825981 h 1114920"/>
              <a:gd name="csX5514" fmla="*/ 949783 w 1722333"/>
              <a:gd name="csY5514" fmla="*/ 827503 h 1114920"/>
              <a:gd name="csX5515" fmla="*/ 949961 w 1722333"/>
              <a:gd name="csY5515" fmla="*/ 829015 h 1114920"/>
              <a:gd name="csX5516" fmla="*/ 950130 w 1722333"/>
              <a:gd name="csY5516" fmla="*/ 830519 h 1114920"/>
              <a:gd name="csX5517" fmla="*/ 950308 w 1722333"/>
              <a:gd name="csY5517" fmla="*/ 832022 h 1114920"/>
              <a:gd name="csX5518" fmla="*/ 950477 w 1722333"/>
              <a:gd name="csY5518" fmla="*/ 833517 h 1114920"/>
              <a:gd name="csX5519" fmla="*/ 950646 w 1722333"/>
              <a:gd name="csY5519" fmla="*/ 835011 h 1114920"/>
              <a:gd name="csX5520" fmla="*/ 950824 w 1722333"/>
              <a:gd name="csY5520" fmla="*/ 836497 h 1114920"/>
              <a:gd name="csX5521" fmla="*/ 950993 w 1722333"/>
              <a:gd name="csY5521" fmla="*/ 837983 h 1114920"/>
              <a:gd name="csX5522" fmla="*/ 951162 w 1722333"/>
              <a:gd name="csY5522" fmla="*/ 839459 h 1114920"/>
              <a:gd name="csX5523" fmla="*/ 951340 w 1722333"/>
              <a:gd name="csY5523" fmla="*/ 840927 h 1114920"/>
              <a:gd name="csX5524" fmla="*/ 951509 w 1722333"/>
              <a:gd name="csY5524" fmla="*/ 842395 h 1114920"/>
              <a:gd name="csX5525" fmla="*/ 951678 w 1722333"/>
              <a:gd name="csY5525" fmla="*/ 843854 h 1114920"/>
              <a:gd name="csX5526" fmla="*/ 951856 w 1722333"/>
              <a:gd name="csY5526" fmla="*/ 845313 h 1114920"/>
              <a:gd name="csX5527" fmla="*/ 952025 w 1722333"/>
              <a:gd name="csY5527" fmla="*/ 846763 h 1114920"/>
              <a:gd name="csX5528" fmla="*/ 952203 w 1722333"/>
              <a:gd name="csY5528" fmla="*/ 848205 h 1114920"/>
              <a:gd name="csX5529" fmla="*/ 952372 w 1722333"/>
              <a:gd name="csY5529" fmla="*/ 849646 h 1114920"/>
              <a:gd name="csX5530" fmla="*/ 952541 w 1722333"/>
              <a:gd name="csY5530" fmla="*/ 851087 h 1114920"/>
              <a:gd name="csX5531" fmla="*/ 952719 w 1722333"/>
              <a:gd name="csY5531" fmla="*/ 852519 h 1114920"/>
              <a:gd name="csX5532" fmla="*/ 952888 w 1722333"/>
              <a:gd name="csY5532" fmla="*/ 853943 h 1114920"/>
              <a:gd name="csX5533" fmla="*/ 953057 w 1722333"/>
              <a:gd name="csY5533" fmla="*/ 855366 h 1114920"/>
              <a:gd name="csX5534" fmla="*/ 953235 w 1722333"/>
              <a:gd name="csY5534" fmla="*/ 856781 h 1114920"/>
              <a:gd name="csX5535" fmla="*/ 953404 w 1722333"/>
              <a:gd name="csY5535" fmla="*/ 858186 h 1114920"/>
              <a:gd name="csX5536" fmla="*/ 953573 w 1722333"/>
              <a:gd name="csY5536" fmla="*/ 859592 h 1114920"/>
              <a:gd name="csX5537" fmla="*/ 953751 w 1722333"/>
              <a:gd name="csY5537" fmla="*/ 860998 h 1114920"/>
              <a:gd name="csX5538" fmla="*/ 953920 w 1722333"/>
              <a:gd name="csY5538" fmla="*/ 862394 h 1114920"/>
              <a:gd name="csX5539" fmla="*/ 954098 w 1722333"/>
              <a:gd name="csY5539" fmla="*/ 863782 h 1114920"/>
              <a:gd name="csX5540" fmla="*/ 954267 w 1722333"/>
              <a:gd name="csY5540" fmla="*/ 865170 h 1114920"/>
              <a:gd name="csX5541" fmla="*/ 954436 w 1722333"/>
              <a:gd name="csY5541" fmla="*/ 866549 h 1114920"/>
              <a:gd name="csX5542" fmla="*/ 954614 w 1722333"/>
              <a:gd name="csY5542" fmla="*/ 867919 h 1114920"/>
              <a:gd name="csX5543" fmla="*/ 954783 w 1722333"/>
              <a:gd name="csY5543" fmla="*/ 869289 h 1114920"/>
              <a:gd name="csX5544" fmla="*/ 954952 w 1722333"/>
              <a:gd name="csY5544" fmla="*/ 870659 h 1114920"/>
              <a:gd name="csX5545" fmla="*/ 955130 w 1722333"/>
              <a:gd name="csY5545" fmla="*/ 872020 h 1114920"/>
              <a:gd name="csX5546" fmla="*/ 955299 w 1722333"/>
              <a:gd name="csY5546" fmla="*/ 873373 h 1114920"/>
              <a:gd name="csX5547" fmla="*/ 955468 w 1722333"/>
              <a:gd name="csY5547" fmla="*/ 874716 h 1114920"/>
              <a:gd name="csX5548" fmla="*/ 955646 w 1722333"/>
              <a:gd name="csY5548" fmla="*/ 876068 h 1114920"/>
              <a:gd name="csX5549" fmla="*/ 955815 w 1722333"/>
              <a:gd name="csY5549" fmla="*/ 877403 h 1114920"/>
              <a:gd name="csX5550" fmla="*/ 955993 w 1722333"/>
              <a:gd name="csY5550" fmla="*/ 878737 h 1114920"/>
              <a:gd name="csX5551" fmla="*/ 956162 w 1722333"/>
              <a:gd name="csY5551" fmla="*/ 880072 h 1114920"/>
              <a:gd name="csX5552" fmla="*/ 956331 w 1722333"/>
              <a:gd name="csY5552" fmla="*/ 881388 h 1114920"/>
              <a:gd name="csX5553" fmla="*/ 956509 w 1722333"/>
              <a:gd name="csY5553" fmla="*/ 882714 h 1114920"/>
              <a:gd name="csX5554" fmla="*/ 956678 w 1722333"/>
              <a:gd name="csY5554" fmla="*/ 884022 h 1114920"/>
              <a:gd name="csX5555" fmla="*/ 956847 w 1722333"/>
              <a:gd name="csY5555" fmla="*/ 885330 h 1114920"/>
              <a:gd name="csX5556" fmla="*/ 957025 w 1722333"/>
              <a:gd name="csY5556" fmla="*/ 886637 h 1114920"/>
              <a:gd name="csX5557" fmla="*/ 957194 w 1722333"/>
              <a:gd name="csY5557" fmla="*/ 887936 h 1114920"/>
              <a:gd name="csX5558" fmla="*/ 957363 w 1722333"/>
              <a:gd name="csY5558" fmla="*/ 889226 h 1114920"/>
              <a:gd name="csX5559" fmla="*/ 957541 w 1722333"/>
              <a:gd name="csY5559" fmla="*/ 890516 h 1114920"/>
              <a:gd name="csX5560" fmla="*/ 957710 w 1722333"/>
              <a:gd name="csY5560" fmla="*/ 891797 h 1114920"/>
              <a:gd name="csX5561" fmla="*/ 957879 w 1722333"/>
              <a:gd name="csY5561" fmla="*/ 893078 h 1114920"/>
              <a:gd name="csX5562" fmla="*/ 958057 w 1722333"/>
              <a:gd name="csY5562" fmla="*/ 894351 h 1114920"/>
              <a:gd name="csX5563" fmla="*/ 958226 w 1722333"/>
              <a:gd name="csY5563" fmla="*/ 895623 h 1114920"/>
              <a:gd name="csX5564" fmla="*/ 958404 w 1722333"/>
              <a:gd name="csY5564" fmla="*/ 896886 h 1114920"/>
              <a:gd name="csX5565" fmla="*/ 958573 w 1722333"/>
              <a:gd name="csY5565" fmla="*/ 898140 h 1114920"/>
              <a:gd name="csX5566" fmla="*/ 958742 w 1722333"/>
              <a:gd name="csY5566" fmla="*/ 899395 h 1114920"/>
              <a:gd name="csX5567" fmla="*/ 958920 w 1722333"/>
              <a:gd name="csY5567" fmla="*/ 900640 h 1114920"/>
              <a:gd name="csX5568" fmla="*/ 959089 w 1722333"/>
              <a:gd name="csY5568" fmla="*/ 901886 h 1114920"/>
              <a:gd name="csX5569" fmla="*/ 959258 w 1722333"/>
              <a:gd name="csY5569" fmla="*/ 903122 h 1114920"/>
              <a:gd name="csX5570" fmla="*/ 959436 w 1722333"/>
              <a:gd name="csY5570" fmla="*/ 904359 h 1114920"/>
              <a:gd name="csX5571" fmla="*/ 959605 w 1722333"/>
              <a:gd name="csY5571" fmla="*/ 905587 h 1114920"/>
              <a:gd name="csX5572" fmla="*/ 959774 w 1722333"/>
              <a:gd name="csY5572" fmla="*/ 906806 h 1114920"/>
              <a:gd name="csX5573" fmla="*/ 959952 w 1722333"/>
              <a:gd name="csY5573" fmla="*/ 908024 h 1114920"/>
              <a:gd name="csX5574" fmla="*/ 960121 w 1722333"/>
              <a:gd name="csY5574" fmla="*/ 909234 h 1114920"/>
              <a:gd name="csX5575" fmla="*/ 960299 w 1722333"/>
              <a:gd name="csY5575" fmla="*/ 910444 h 1114920"/>
              <a:gd name="csX5576" fmla="*/ 960468 w 1722333"/>
              <a:gd name="csY5576" fmla="*/ 911645 h 1114920"/>
              <a:gd name="csX5577" fmla="*/ 960637 w 1722333"/>
              <a:gd name="csY5577" fmla="*/ 912846 h 1114920"/>
              <a:gd name="csX5578" fmla="*/ 960815 w 1722333"/>
              <a:gd name="csY5578" fmla="*/ 914038 h 1114920"/>
              <a:gd name="csX5579" fmla="*/ 960984 w 1722333"/>
              <a:gd name="csY5579" fmla="*/ 915230 h 1114920"/>
              <a:gd name="csX5580" fmla="*/ 961153 w 1722333"/>
              <a:gd name="csY5580" fmla="*/ 916414 h 1114920"/>
              <a:gd name="csX5581" fmla="*/ 961331 w 1722333"/>
              <a:gd name="csY5581" fmla="*/ 917588 h 1114920"/>
              <a:gd name="csX5582" fmla="*/ 961500 w 1722333"/>
              <a:gd name="csY5582" fmla="*/ 918762 h 1114920"/>
              <a:gd name="csX5583" fmla="*/ 961669 w 1722333"/>
              <a:gd name="csY5583" fmla="*/ 919928 h 1114920"/>
              <a:gd name="csX5584" fmla="*/ 961847 w 1722333"/>
              <a:gd name="csY5584" fmla="*/ 921093 h 1114920"/>
              <a:gd name="csX5585" fmla="*/ 962016 w 1722333"/>
              <a:gd name="csY5585" fmla="*/ 922250 h 1114920"/>
              <a:gd name="csX5586" fmla="*/ 962194 w 1722333"/>
              <a:gd name="csY5586" fmla="*/ 923397 h 1114920"/>
              <a:gd name="csX5587" fmla="*/ 962363 w 1722333"/>
              <a:gd name="csY5587" fmla="*/ 924545 h 1114920"/>
              <a:gd name="csX5588" fmla="*/ 962532 w 1722333"/>
              <a:gd name="csY5588" fmla="*/ 925693 h 1114920"/>
              <a:gd name="csX5589" fmla="*/ 962710 w 1722333"/>
              <a:gd name="csY5589" fmla="*/ 926831 h 1114920"/>
              <a:gd name="csX5590" fmla="*/ 962879 w 1722333"/>
              <a:gd name="csY5590" fmla="*/ 927961 h 1114920"/>
              <a:gd name="csX5591" fmla="*/ 963048 w 1722333"/>
              <a:gd name="csY5591" fmla="*/ 929091 h 1114920"/>
              <a:gd name="csX5592" fmla="*/ 963226 w 1722333"/>
              <a:gd name="csY5592" fmla="*/ 930212 h 1114920"/>
              <a:gd name="csX5593" fmla="*/ 963395 w 1722333"/>
              <a:gd name="csY5593" fmla="*/ 931333 h 1114920"/>
              <a:gd name="csX5594" fmla="*/ 963564 w 1722333"/>
              <a:gd name="csY5594" fmla="*/ 932445 h 1114920"/>
              <a:gd name="csX5595" fmla="*/ 963742 w 1722333"/>
              <a:gd name="csY5595" fmla="*/ 933557 h 1114920"/>
              <a:gd name="csX5596" fmla="*/ 963911 w 1722333"/>
              <a:gd name="csY5596" fmla="*/ 934660 h 1114920"/>
              <a:gd name="csX5597" fmla="*/ 964089 w 1722333"/>
              <a:gd name="csY5597" fmla="*/ 935755 h 1114920"/>
              <a:gd name="csX5598" fmla="*/ 964258 w 1722333"/>
              <a:gd name="csY5598" fmla="*/ 936849 h 1114920"/>
              <a:gd name="csX5599" fmla="*/ 964427 w 1722333"/>
              <a:gd name="csY5599" fmla="*/ 937943 h 1114920"/>
              <a:gd name="csX5600" fmla="*/ 964605 w 1722333"/>
              <a:gd name="csY5600" fmla="*/ 939028 h 1114920"/>
              <a:gd name="csX5601" fmla="*/ 964774 w 1722333"/>
              <a:gd name="csY5601" fmla="*/ 940105 h 1114920"/>
              <a:gd name="csX5602" fmla="*/ 964943 w 1722333"/>
              <a:gd name="csY5602" fmla="*/ 941181 h 1114920"/>
              <a:gd name="csX5603" fmla="*/ 965121 w 1722333"/>
              <a:gd name="csY5603" fmla="*/ 942249 h 1114920"/>
              <a:gd name="csX5604" fmla="*/ 965290 w 1722333"/>
              <a:gd name="csY5604" fmla="*/ 943317 h 1114920"/>
              <a:gd name="csX5605" fmla="*/ 965459 w 1722333"/>
              <a:gd name="csY5605" fmla="*/ 944375 h 1114920"/>
              <a:gd name="csX5606" fmla="*/ 965637 w 1722333"/>
              <a:gd name="csY5606" fmla="*/ 945434 h 1114920"/>
              <a:gd name="csX5607" fmla="*/ 965806 w 1722333"/>
              <a:gd name="csY5607" fmla="*/ 946484 h 1114920"/>
              <a:gd name="csX5608" fmla="*/ 965975 w 1722333"/>
              <a:gd name="csY5608" fmla="*/ 947525 h 1114920"/>
              <a:gd name="csX5609" fmla="*/ 966153 w 1722333"/>
              <a:gd name="csY5609" fmla="*/ 948565 h 1114920"/>
              <a:gd name="csX5610" fmla="*/ 966322 w 1722333"/>
              <a:gd name="csY5610" fmla="*/ 949606 h 1114920"/>
              <a:gd name="csX5611" fmla="*/ 966500 w 1722333"/>
              <a:gd name="csY5611" fmla="*/ 950638 h 1114920"/>
              <a:gd name="csX5612" fmla="*/ 966669 w 1722333"/>
              <a:gd name="csY5612" fmla="*/ 951662 h 1114920"/>
              <a:gd name="csX5613" fmla="*/ 966838 w 1722333"/>
              <a:gd name="csY5613" fmla="*/ 952685 h 1114920"/>
              <a:gd name="csX5614" fmla="*/ 967016 w 1722333"/>
              <a:gd name="csY5614" fmla="*/ 953699 h 1114920"/>
              <a:gd name="csX5615" fmla="*/ 967185 w 1722333"/>
              <a:gd name="csY5615" fmla="*/ 954713 h 1114920"/>
              <a:gd name="csX5616" fmla="*/ 967354 w 1722333"/>
              <a:gd name="csY5616" fmla="*/ 955718 h 1114920"/>
              <a:gd name="csX5617" fmla="*/ 967532 w 1722333"/>
              <a:gd name="csY5617" fmla="*/ 956724 h 1114920"/>
              <a:gd name="csX5618" fmla="*/ 967701 w 1722333"/>
              <a:gd name="csY5618" fmla="*/ 957720 h 1114920"/>
              <a:gd name="csX5619" fmla="*/ 967870 w 1722333"/>
              <a:gd name="csY5619" fmla="*/ 958716 h 1114920"/>
              <a:gd name="csX5620" fmla="*/ 968048 w 1722333"/>
              <a:gd name="csY5620" fmla="*/ 959704 h 1114920"/>
              <a:gd name="csX5621" fmla="*/ 968217 w 1722333"/>
              <a:gd name="csY5621" fmla="*/ 960691 h 1114920"/>
              <a:gd name="csX5622" fmla="*/ 968395 w 1722333"/>
              <a:gd name="csY5622" fmla="*/ 961670 h 1114920"/>
              <a:gd name="csX5623" fmla="*/ 968564 w 1722333"/>
              <a:gd name="csY5623" fmla="*/ 962640 h 1114920"/>
              <a:gd name="csX5624" fmla="*/ 968733 w 1722333"/>
              <a:gd name="csY5624" fmla="*/ 963609 h 1114920"/>
              <a:gd name="csX5625" fmla="*/ 968911 w 1722333"/>
              <a:gd name="csY5625" fmla="*/ 964579 h 1114920"/>
              <a:gd name="csX5626" fmla="*/ 969080 w 1722333"/>
              <a:gd name="csY5626" fmla="*/ 965540 h 1114920"/>
              <a:gd name="csX5627" fmla="*/ 969249 w 1722333"/>
              <a:gd name="csY5627" fmla="*/ 966492 h 1114920"/>
              <a:gd name="csX5628" fmla="*/ 969427 w 1722333"/>
              <a:gd name="csY5628" fmla="*/ 967444 h 1114920"/>
              <a:gd name="csX5629" fmla="*/ 969596 w 1722333"/>
              <a:gd name="csY5629" fmla="*/ 968396 h 1114920"/>
              <a:gd name="csX5630" fmla="*/ 969765 w 1722333"/>
              <a:gd name="csY5630" fmla="*/ 969339 h 1114920"/>
              <a:gd name="csX5631" fmla="*/ 969943 w 1722333"/>
              <a:gd name="csY5631" fmla="*/ 970273 h 1114920"/>
              <a:gd name="csX5632" fmla="*/ 970112 w 1722333"/>
              <a:gd name="csY5632" fmla="*/ 971207 h 1114920"/>
              <a:gd name="csX5633" fmla="*/ 970290 w 1722333"/>
              <a:gd name="csY5633" fmla="*/ 972132 h 1114920"/>
              <a:gd name="csX5634" fmla="*/ 970459 w 1722333"/>
              <a:gd name="csY5634" fmla="*/ 973057 h 1114920"/>
              <a:gd name="csX5635" fmla="*/ 970628 w 1722333"/>
              <a:gd name="csY5635" fmla="*/ 973983 h 1114920"/>
              <a:gd name="csX5636" fmla="*/ 970806 w 1722333"/>
              <a:gd name="csY5636" fmla="*/ 974890 h 1114920"/>
              <a:gd name="csX5637" fmla="*/ 970975 w 1722333"/>
              <a:gd name="csY5637" fmla="*/ 975806 h 1114920"/>
              <a:gd name="csX5638" fmla="*/ 971144 w 1722333"/>
              <a:gd name="csY5638" fmla="*/ 976714 h 1114920"/>
              <a:gd name="csX5639" fmla="*/ 971322 w 1722333"/>
              <a:gd name="csY5639" fmla="*/ 977612 h 1114920"/>
              <a:gd name="csX5640" fmla="*/ 971491 w 1722333"/>
              <a:gd name="csY5640" fmla="*/ 978511 h 1114920"/>
              <a:gd name="csX5641" fmla="*/ 971660 w 1722333"/>
              <a:gd name="csY5641" fmla="*/ 979401 h 1114920"/>
              <a:gd name="csX5642" fmla="*/ 971838 w 1722333"/>
              <a:gd name="csY5642" fmla="*/ 980290 h 1114920"/>
              <a:gd name="csX5643" fmla="*/ 972007 w 1722333"/>
              <a:gd name="csY5643" fmla="*/ 981171 h 1114920"/>
              <a:gd name="csX5644" fmla="*/ 972185 w 1722333"/>
              <a:gd name="csY5644" fmla="*/ 982052 h 1114920"/>
              <a:gd name="csX5645" fmla="*/ 972354 w 1722333"/>
              <a:gd name="csY5645" fmla="*/ 982932 h 1114920"/>
              <a:gd name="csX5646" fmla="*/ 972523 w 1722333"/>
              <a:gd name="csY5646" fmla="*/ 983795 h 1114920"/>
              <a:gd name="csX5647" fmla="*/ 972701 w 1722333"/>
              <a:gd name="csY5647" fmla="*/ 984667 h 1114920"/>
              <a:gd name="csX5648" fmla="*/ 972870 w 1722333"/>
              <a:gd name="csY5648" fmla="*/ 985530 h 1114920"/>
              <a:gd name="csX5649" fmla="*/ 973039 w 1722333"/>
              <a:gd name="csY5649" fmla="*/ 986384 h 1114920"/>
              <a:gd name="csX5650" fmla="*/ 973217 w 1722333"/>
              <a:gd name="csY5650" fmla="*/ 987238 h 1114920"/>
              <a:gd name="csX5651" fmla="*/ 973386 w 1722333"/>
              <a:gd name="csY5651" fmla="*/ 988084 h 1114920"/>
              <a:gd name="csX5652" fmla="*/ 973555 w 1722333"/>
              <a:gd name="csY5652" fmla="*/ 988929 h 1114920"/>
              <a:gd name="csX5653" fmla="*/ 973732 w 1722333"/>
              <a:gd name="csY5653" fmla="*/ 989765 h 1114920"/>
              <a:gd name="csX5654" fmla="*/ 973902 w 1722333"/>
              <a:gd name="csY5654" fmla="*/ 990601 h 1114920"/>
              <a:gd name="csX5655" fmla="*/ 974071 w 1722333"/>
              <a:gd name="csY5655" fmla="*/ 991438 h 1114920"/>
              <a:gd name="csX5656" fmla="*/ 974249 w 1722333"/>
              <a:gd name="csY5656" fmla="*/ 992265 h 1114920"/>
              <a:gd name="csX5657" fmla="*/ 974418 w 1722333"/>
              <a:gd name="csY5657" fmla="*/ 993083 h 1114920"/>
              <a:gd name="csX5658" fmla="*/ 974595 w 1722333"/>
              <a:gd name="csY5658" fmla="*/ 993902 h 1114920"/>
              <a:gd name="csX5659" fmla="*/ 974764 w 1722333"/>
              <a:gd name="csY5659" fmla="*/ 994720 h 1114920"/>
              <a:gd name="csX5660" fmla="*/ 974933 w 1722333"/>
              <a:gd name="csY5660" fmla="*/ 995530 h 1114920"/>
              <a:gd name="csX5661" fmla="*/ 975111 w 1722333"/>
              <a:gd name="csY5661" fmla="*/ 996331 h 1114920"/>
              <a:gd name="csX5662" fmla="*/ 975280 w 1722333"/>
              <a:gd name="csY5662" fmla="*/ 997131 h 1114920"/>
              <a:gd name="csX5663" fmla="*/ 975450 w 1722333"/>
              <a:gd name="csY5663" fmla="*/ 997932 h 1114920"/>
              <a:gd name="csX5664" fmla="*/ 975627 w 1722333"/>
              <a:gd name="csY5664" fmla="*/ 998724 h 1114920"/>
              <a:gd name="csX5665" fmla="*/ 975797 w 1722333"/>
              <a:gd name="csY5665" fmla="*/ 999515 h 1114920"/>
              <a:gd name="csX5666" fmla="*/ 975965 w 1722333"/>
              <a:gd name="csY5666" fmla="*/ 1000298 h 1114920"/>
              <a:gd name="csX5667" fmla="*/ 976143 w 1722333"/>
              <a:gd name="csY5667" fmla="*/ 1001081 h 1114920"/>
              <a:gd name="csX5668" fmla="*/ 976312 w 1722333"/>
              <a:gd name="csY5668" fmla="*/ 1001855 h 1114920"/>
              <a:gd name="csX5669" fmla="*/ 976490 w 1722333"/>
              <a:gd name="csY5669" fmla="*/ 1002629 h 1114920"/>
              <a:gd name="csX5670" fmla="*/ 976659 w 1722333"/>
              <a:gd name="csY5670" fmla="*/ 1003394 h 1114920"/>
              <a:gd name="csX5671" fmla="*/ 976828 w 1722333"/>
              <a:gd name="csY5671" fmla="*/ 1004159 h 1114920"/>
              <a:gd name="csX5672" fmla="*/ 977006 w 1722333"/>
              <a:gd name="csY5672" fmla="*/ 1004916 h 1114920"/>
              <a:gd name="csX5673" fmla="*/ 977175 w 1722333"/>
              <a:gd name="csY5673" fmla="*/ 1005672 h 1114920"/>
              <a:gd name="csX5674" fmla="*/ 977344 w 1722333"/>
              <a:gd name="csY5674" fmla="*/ 1006428 h 1114920"/>
              <a:gd name="csX5675" fmla="*/ 977522 w 1722333"/>
              <a:gd name="csY5675" fmla="*/ 1007175 h 1114920"/>
              <a:gd name="csX5676" fmla="*/ 977691 w 1722333"/>
              <a:gd name="csY5676" fmla="*/ 1007914 h 1114920"/>
              <a:gd name="csX5677" fmla="*/ 977860 w 1722333"/>
              <a:gd name="csY5677" fmla="*/ 1008652 h 1114920"/>
              <a:gd name="csX5678" fmla="*/ 978038 w 1722333"/>
              <a:gd name="csY5678" fmla="*/ 1009390 h 1114920"/>
              <a:gd name="csX5679" fmla="*/ 978207 w 1722333"/>
              <a:gd name="csY5679" fmla="*/ 1010120 h 1114920"/>
              <a:gd name="csX5680" fmla="*/ 978385 w 1722333"/>
              <a:gd name="csY5680" fmla="*/ 1010850 h 1114920"/>
              <a:gd name="csX5681" fmla="*/ 978554 w 1722333"/>
              <a:gd name="csY5681" fmla="*/ 1011570 h 1114920"/>
              <a:gd name="csX5682" fmla="*/ 978723 w 1722333"/>
              <a:gd name="csY5682" fmla="*/ 1012291 h 1114920"/>
              <a:gd name="csX5683" fmla="*/ 978901 w 1722333"/>
              <a:gd name="csY5683" fmla="*/ 1013011 h 1114920"/>
              <a:gd name="csX5684" fmla="*/ 979070 w 1722333"/>
              <a:gd name="csY5684" fmla="*/ 1013723 h 1114920"/>
              <a:gd name="csX5685" fmla="*/ 979239 w 1722333"/>
              <a:gd name="csY5685" fmla="*/ 1014426 h 1114920"/>
              <a:gd name="csX5686" fmla="*/ 979417 w 1722333"/>
              <a:gd name="csY5686" fmla="*/ 1015129 h 1114920"/>
              <a:gd name="csX5687" fmla="*/ 979586 w 1722333"/>
              <a:gd name="csY5687" fmla="*/ 1015832 h 1114920"/>
              <a:gd name="csX5688" fmla="*/ 979755 w 1722333"/>
              <a:gd name="csY5688" fmla="*/ 1016525 h 1114920"/>
              <a:gd name="csX5689" fmla="*/ 979933 w 1722333"/>
              <a:gd name="csY5689" fmla="*/ 1017219 h 1114920"/>
              <a:gd name="csX5690" fmla="*/ 980102 w 1722333"/>
              <a:gd name="csY5690" fmla="*/ 1017904 h 1114920"/>
              <a:gd name="csX5691" fmla="*/ 980280 w 1722333"/>
              <a:gd name="csY5691" fmla="*/ 1018589 h 1114920"/>
              <a:gd name="csX5692" fmla="*/ 980449 w 1722333"/>
              <a:gd name="csY5692" fmla="*/ 1019275 h 1114920"/>
              <a:gd name="csX5693" fmla="*/ 980618 w 1722333"/>
              <a:gd name="csY5693" fmla="*/ 1019951 h 1114920"/>
              <a:gd name="csX5694" fmla="*/ 980796 w 1722333"/>
              <a:gd name="csY5694" fmla="*/ 1020618 h 1114920"/>
              <a:gd name="csX5695" fmla="*/ 980965 w 1722333"/>
              <a:gd name="csY5695" fmla="*/ 1021285 h 1114920"/>
              <a:gd name="csX5696" fmla="*/ 981134 w 1722333"/>
              <a:gd name="csY5696" fmla="*/ 1021952 h 1114920"/>
              <a:gd name="csX5697" fmla="*/ 981312 w 1722333"/>
              <a:gd name="csY5697" fmla="*/ 1022611 h 1114920"/>
              <a:gd name="csX5698" fmla="*/ 981481 w 1722333"/>
              <a:gd name="csY5698" fmla="*/ 1023269 h 1114920"/>
              <a:gd name="csX5699" fmla="*/ 981650 w 1722333"/>
              <a:gd name="csY5699" fmla="*/ 1023927 h 1114920"/>
              <a:gd name="csX5700" fmla="*/ 981828 w 1722333"/>
              <a:gd name="csY5700" fmla="*/ 1024577 h 1114920"/>
              <a:gd name="csX5701" fmla="*/ 981997 w 1722333"/>
              <a:gd name="csY5701" fmla="*/ 1025226 h 1114920"/>
              <a:gd name="csX5702" fmla="*/ 982166 w 1722333"/>
              <a:gd name="csY5702" fmla="*/ 1025867 h 1114920"/>
              <a:gd name="csX5703" fmla="*/ 982344 w 1722333"/>
              <a:gd name="csY5703" fmla="*/ 1026507 h 1114920"/>
              <a:gd name="csX5704" fmla="*/ 982513 w 1722333"/>
              <a:gd name="csY5704" fmla="*/ 1027139 h 1114920"/>
              <a:gd name="csX5705" fmla="*/ 982691 w 1722333"/>
              <a:gd name="csY5705" fmla="*/ 1027771 h 1114920"/>
              <a:gd name="csX5706" fmla="*/ 982860 w 1722333"/>
              <a:gd name="csY5706" fmla="*/ 1028402 h 1114920"/>
              <a:gd name="csX5707" fmla="*/ 983029 w 1722333"/>
              <a:gd name="csY5707" fmla="*/ 1029025 h 1114920"/>
              <a:gd name="csX5708" fmla="*/ 983207 w 1722333"/>
              <a:gd name="csY5708" fmla="*/ 1029648 h 1114920"/>
              <a:gd name="csX5709" fmla="*/ 983376 w 1722333"/>
              <a:gd name="csY5709" fmla="*/ 1030262 h 1114920"/>
              <a:gd name="csX5710" fmla="*/ 983545 w 1722333"/>
              <a:gd name="csY5710" fmla="*/ 1030875 h 1114920"/>
              <a:gd name="csX5711" fmla="*/ 983723 w 1722333"/>
              <a:gd name="csY5711" fmla="*/ 1031480 h 1114920"/>
              <a:gd name="csX5712" fmla="*/ 983892 w 1722333"/>
              <a:gd name="csY5712" fmla="*/ 1032094 h 1114920"/>
              <a:gd name="csX5713" fmla="*/ 984061 w 1722333"/>
              <a:gd name="csY5713" fmla="*/ 1032690 h 1114920"/>
              <a:gd name="csX5714" fmla="*/ 984239 w 1722333"/>
              <a:gd name="csY5714" fmla="*/ 1033295 h 1114920"/>
              <a:gd name="csX5715" fmla="*/ 984408 w 1722333"/>
              <a:gd name="csY5715" fmla="*/ 1033891 h 1114920"/>
              <a:gd name="csX5716" fmla="*/ 984586 w 1722333"/>
              <a:gd name="csY5716" fmla="*/ 1034479 h 1114920"/>
              <a:gd name="csX5717" fmla="*/ 984755 w 1722333"/>
              <a:gd name="csY5717" fmla="*/ 1035066 h 1114920"/>
              <a:gd name="csX5718" fmla="*/ 984924 w 1722333"/>
              <a:gd name="csY5718" fmla="*/ 1035653 h 1114920"/>
              <a:gd name="csX5719" fmla="*/ 985102 w 1722333"/>
              <a:gd name="csY5719" fmla="*/ 1036231 h 1114920"/>
              <a:gd name="csX5720" fmla="*/ 985271 w 1722333"/>
              <a:gd name="csY5720" fmla="*/ 1036809 h 1114920"/>
              <a:gd name="csX5721" fmla="*/ 985440 w 1722333"/>
              <a:gd name="csY5721" fmla="*/ 1037388 h 1114920"/>
              <a:gd name="csX5722" fmla="*/ 985618 w 1722333"/>
              <a:gd name="csY5722" fmla="*/ 1037957 h 1114920"/>
              <a:gd name="csX5723" fmla="*/ 985787 w 1722333"/>
              <a:gd name="csY5723" fmla="*/ 1038526 h 1114920"/>
              <a:gd name="csX5724" fmla="*/ 985956 w 1722333"/>
              <a:gd name="csY5724" fmla="*/ 1039096 h 1114920"/>
              <a:gd name="csX5725" fmla="*/ 986134 w 1722333"/>
              <a:gd name="csY5725" fmla="*/ 1039656 h 1114920"/>
              <a:gd name="csX5726" fmla="*/ 986303 w 1722333"/>
              <a:gd name="csY5726" fmla="*/ 1040208 h 1114920"/>
              <a:gd name="csX5727" fmla="*/ 986481 w 1722333"/>
              <a:gd name="csY5727" fmla="*/ 1040768 h 1114920"/>
              <a:gd name="csX5728" fmla="*/ 986650 w 1722333"/>
              <a:gd name="csY5728" fmla="*/ 1041311 h 1114920"/>
              <a:gd name="csX5729" fmla="*/ 986819 w 1722333"/>
              <a:gd name="csY5729" fmla="*/ 1041863 h 1114920"/>
              <a:gd name="csX5730" fmla="*/ 986997 w 1722333"/>
              <a:gd name="csY5730" fmla="*/ 1042405 h 1114920"/>
              <a:gd name="csX5731" fmla="*/ 987166 w 1722333"/>
              <a:gd name="csY5731" fmla="*/ 1042948 h 1114920"/>
              <a:gd name="csX5732" fmla="*/ 987335 w 1722333"/>
              <a:gd name="csY5732" fmla="*/ 1043482 h 1114920"/>
              <a:gd name="csX5733" fmla="*/ 987513 w 1722333"/>
              <a:gd name="csY5733" fmla="*/ 1044016 h 1114920"/>
              <a:gd name="csX5734" fmla="*/ 987682 w 1722333"/>
              <a:gd name="csY5734" fmla="*/ 1044549 h 1114920"/>
              <a:gd name="csX5735" fmla="*/ 987851 w 1722333"/>
              <a:gd name="csY5735" fmla="*/ 1045074 h 1114920"/>
              <a:gd name="csX5736" fmla="*/ 988029 w 1722333"/>
              <a:gd name="csY5736" fmla="*/ 1045599 h 1114920"/>
              <a:gd name="csX5737" fmla="*/ 988198 w 1722333"/>
              <a:gd name="csY5737" fmla="*/ 1046124 h 1114920"/>
              <a:gd name="csX5738" fmla="*/ 988376 w 1722333"/>
              <a:gd name="csY5738" fmla="*/ 1046640 h 1114920"/>
              <a:gd name="csX5739" fmla="*/ 988545 w 1722333"/>
              <a:gd name="csY5739" fmla="*/ 1047156 h 1114920"/>
              <a:gd name="csX5740" fmla="*/ 988714 w 1722333"/>
              <a:gd name="csY5740" fmla="*/ 1047672 h 1114920"/>
              <a:gd name="csX5741" fmla="*/ 988892 w 1722333"/>
              <a:gd name="csY5741" fmla="*/ 1048179 h 1114920"/>
              <a:gd name="csX5742" fmla="*/ 989061 w 1722333"/>
              <a:gd name="csY5742" fmla="*/ 1048686 h 1114920"/>
              <a:gd name="csX5743" fmla="*/ 989230 w 1722333"/>
              <a:gd name="csY5743" fmla="*/ 1049184 h 1114920"/>
              <a:gd name="csX5744" fmla="*/ 989408 w 1722333"/>
              <a:gd name="csY5744" fmla="*/ 1049683 h 1114920"/>
              <a:gd name="csX5745" fmla="*/ 989577 w 1722333"/>
              <a:gd name="csY5745" fmla="*/ 1050181 h 1114920"/>
              <a:gd name="csX5746" fmla="*/ 989746 w 1722333"/>
              <a:gd name="csY5746" fmla="*/ 1050670 h 1114920"/>
              <a:gd name="csX5747" fmla="*/ 989924 w 1722333"/>
              <a:gd name="csY5747" fmla="*/ 1051159 h 1114920"/>
              <a:gd name="csX5748" fmla="*/ 990093 w 1722333"/>
              <a:gd name="csY5748" fmla="*/ 1051649 h 1114920"/>
              <a:gd name="csX5749" fmla="*/ 990262 w 1722333"/>
              <a:gd name="csY5749" fmla="*/ 1052129 h 1114920"/>
              <a:gd name="csX5750" fmla="*/ 990440 w 1722333"/>
              <a:gd name="csY5750" fmla="*/ 1052610 h 1114920"/>
              <a:gd name="csX5751" fmla="*/ 990609 w 1722333"/>
              <a:gd name="csY5751" fmla="*/ 1053090 h 1114920"/>
              <a:gd name="csX5752" fmla="*/ 990787 w 1722333"/>
              <a:gd name="csY5752" fmla="*/ 1053561 h 1114920"/>
              <a:gd name="csX5753" fmla="*/ 990956 w 1722333"/>
              <a:gd name="csY5753" fmla="*/ 1054033 h 1114920"/>
              <a:gd name="csX5754" fmla="*/ 991125 w 1722333"/>
              <a:gd name="csY5754" fmla="*/ 1054504 h 1114920"/>
              <a:gd name="csX5755" fmla="*/ 991303 w 1722333"/>
              <a:gd name="csY5755" fmla="*/ 1054967 h 1114920"/>
              <a:gd name="csX5756" fmla="*/ 991472 w 1722333"/>
              <a:gd name="csY5756" fmla="*/ 1055430 h 1114920"/>
              <a:gd name="csX5757" fmla="*/ 991641 w 1722333"/>
              <a:gd name="csY5757" fmla="*/ 1055892 h 1114920"/>
              <a:gd name="csX5758" fmla="*/ 991819 w 1722333"/>
              <a:gd name="csY5758" fmla="*/ 1056346 h 1114920"/>
              <a:gd name="csX5759" fmla="*/ 991988 w 1722333"/>
              <a:gd name="csY5759" fmla="*/ 1056800 h 1114920"/>
              <a:gd name="csX5760" fmla="*/ 992157 w 1722333"/>
              <a:gd name="csY5760" fmla="*/ 1057253 h 1114920"/>
              <a:gd name="csX5761" fmla="*/ 992335 w 1722333"/>
              <a:gd name="csY5761" fmla="*/ 1057698 h 1114920"/>
              <a:gd name="csX5762" fmla="*/ 992504 w 1722333"/>
              <a:gd name="csY5762" fmla="*/ 1058143 h 1114920"/>
              <a:gd name="csX5763" fmla="*/ 992682 w 1722333"/>
              <a:gd name="csY5763" fmla="*/ 1058588 h 1114920"/>
              <a:gd name="csX5764" fmla="*/ 992851 w 1722333"/>
              <a:gd name="csY5764" fmla="*/ 1059024 h 1114920"/>
              <a:gd name="csX5765" fmla="*/ 993020 w 1722333"/>
              <a:gd name="csY5765" fmla="*/ 1059460 h 1114920"/>
              <a:gd name="csX5766" fmla="*/ 993198 w 1722333"/>
              <a:gd name="csY5766" fmla="*/ 1059896 h 1114920"/>
              <a:gd name="csX5767" fmla="*/ 993367 w 1722333"/>
              <a:gd name="csY5767" fmla="*/ 1060323 h 1114920"/>
              <a:gd name="csX5768" fmla="*/ 993536 w 1722333"/>
              <a:gd name="csY5768" fmla="*/ 1060759 h 1114920"/>
              <a:gd name="csX5769" fmla="*/ 993714 w 1722333"/>
              <a:gd name="csY5769" fmla="*/ 1061177 h 1114920"/>
              <a:gd name="csX5770" fmla="*/ 993883 w 1722333"/>
              <a:gd name="csY5770" fmla="*/ 1061604 h 1114920"/>
              <a:gd name="csX5771" fmla="*/ 994052 w 1722333"/>
              <a:gd name="csY5771" fmla="*/ 1062022 h 1114920"/>
              <a:gd name="csX5772" fmla="*/ 994230 w 1722333"/>
              <a:gd name="csY5772" fmla="*/ 1062440 h 1114920"/>
              <a:gd name="csX5773" fmla="*/ 994399 w 1722333"/>
              <a:gd name="csY5773" fmla="*/ 1062849 h 1114920"/>
              <a:gd name="csX5774" fmla="*/ 994577 w 1722333"/>
              <a:gd name="csY5774" fmla="*/ 1063259 h 1114920"/>
              <a:gd name="csX5775" fmla="*/ 994746 w 1722333"/>
              <a:gd name="csY5775" fmla="*/ 1063668 h 1114920"/>
              <a:gd name="csX5776" fmla="*/ 994915 w 1722333"/>
              <a:gd name="csY5776" fmla="*/ 1064077 h 1114920"/>
              <a:gd name="csX5777" fmla="*/ 995093 w 1722333"/>
              <a:gd name="csY5777" fmla="*/ 1064477 h 1114920"/>
              <a:gd name="csX5778" fmla="*/ 995262 w 1722333"/>
              <a:gd name="csY5778" fmla="*/ 1064878 h 1114920"/>
              <a:gd name="csX5779" fmla="*/ 995431 w 1722333"/>
              <a:gd name="csY5779" fmla="*/ 1065278 h 1114920"/>
              <a:gd name="csX5780" fmla="*/ 995609 w 1722333"/>
              <a:gd name="csY5780" fmla="*/ 1065669 h 1114920"/>
              <a:gd name="csX5781" fmla="*/ 995778 w 1722333"/>
              <a:gd name="csY5781" fmla="*/ 1066061 h 1114920"/>
              <a:gd name="csX5782" fmla="*/ 995947 w 1722333"/>
              <a:gd name="csY5782" fmla="*/ 1066452 h 1114920"/>
              <a:gd name="csX5783" fmla="*/ 996125 w 1722333"/>
              <a:gd name="csY5783" fmla="*/ 1066844 h 1114920"/>
              <a:gd name="csX5784" fmla="*/ 996294 w 1722333"/>
              <a:gd name="csY5784" fmla="*/ 1067226 h 1114920"/>
              <a:gd name="csX5785" fmla="*/ 996472 w 1722333"/>
              <a:gd name="csY5785" fmla="*/ 1067609 h 1114920"/>
              <a:gd name="csX5786" fmla="*/ 996641 w 1722333"/>
              <a:gd name="csY5786" fmla="*/ 1067992 h 1114920"/>
              <a:gd name="csX5787" fmla="*/ 996810 w 1722333"/>
              <a:gd name="csY5787" fmla="*/ 1068365 h 1114920"/>
              <a:gd name="csX5788" fmla="*/ 996988 w 1722333"/>
              <a:gd name="csY5788" fmla="*/ 1068739 h 1114920"/>
              <a:gd name="csX5789" fmla="*/ 997157 w 1722333"/>
              <a:gd name="csY5789" fmla="*/ 1069112 h 1114920"/>
              <a:gd name="csX5790" fmla="*/ 997326 w 1722333"/>
              <a:gd name="csY5790" fmla="*/ 1069477 h 1114920"/>
              <a:gd name="csX5791" fmla="*/ 997504 w 1722333"/>
              <a:gd name="csY5791" fmla="*/ 1069851 h 1114920"/>
              <a:gd name="csX5792" fmla="*/ 997673 w 1722333"/>
              <a:gd name="csY5792" fmla="*/ 1070207 h 1114920"/>
              <a:gd name="csX5793" fmla="*/ 997842 w 1722333"/>
              <a:gd name="csY5793" fmla="*/ 1070571 h 1114920"/>
              <a:gd name="csX5794" fmla="*/ 998020 w 1722333"/>
              <a:gd name="csY5794" fmla="*/ 1070927 h 1114920"/>
              <a:gd name="csX5795" fmla="*/ 998189 w 1722333"/>
              <a:gd name="csY5795" fmla="*/ 1071292 h 1114920"/>
              <a:gd name="csX5796" fmla="*/ 998358 w 1722333"/>
              <a:gd name="csY5796" fmla="*/ 1071639 h 1114920"/>
              <a:gd name="csX5797" fmla="*/ 998536 w 1722333"/>
              <a:gd name="csY5797" fmla="*/ 1071995 h 1114920"/>
              <a:gd name="csX5798" fmla="*/ 998705 w 1722333"/>
              <a:gd name="csY5798" fmla="*/ 1072342 h 1114920"/>
              <a:gd name="csX5799" fmla="*/ 998883 w 1722333"/>
              <a:gd name="csY5799" fmla="*/ 1072689 h 1114920"/>
              <a:gd name="csX5800" fmla="*/ 999052 w 1722333"/>
              <a:gd name="csY5800" fmla="*/ 1073036 h 1114920"/>
              <a:gd name="csX5801" fmla="*/ 999221 w 1722333"/>
              <a:gd name="csY5801" fmla="*/ 1073374 h 1114920"/>
              <a:gd name="csX5802" fmla="*/ 999399 w 1722333"/>
              <a:gd name="csY5802" fmla="*/ 1073721 h 1114920"/>
              <a:gd name="csX5803" fmla="*/ 999568 w 1722333"/>
              <a:gd name="csY5803" fmla="*/ 1074059 h 1114920"/>
              <a:gd name="csX5804" fmla="*/ 999737 w 1722333"/>
              <a:gd name="csY5804" fmla="*/ 1074388 h 1114920"/>
              <a:gd name="csX5805" fmla="*/ 999915 w 1722333"/>
              <a:gd name="csY5805" fmla="*/ 1074726 h 1114920"/>
              <a:gd name="csX5806" fmla="*/ 1000084 w 1722333"/>
              <a:gd name="csY5806" fmla="*/ 1075055 h 1114920"/>
              <a:gd name="csX5807" fmla="*/ 1000253 w 1722333"/>
              <a:gd name="csY5807" fmla="*/ 1075384 h 1114920"/>
              <a:gd name="csX5808" fmla="*/ 1000431 w 1722333"/>
              <a:gd name="csY5808" fmla="*/ 1075705 h 1114920"/>
              <a:gd name="csX5809" fmla="*/ 1000600 w 1722333"/>
              <a:gd name="csY5809" fmla="*/ 1076034 h 1114920"/>
              <a:gd name="csX5810" fmla="*/ 1000778 w 1722333"/>
              <a:gd name="csY5810" fmla="*/ 1076354 h 1114920"/>
              <a:gd name="csX5811" fmla="*/ 1000947 w 1722333"/>
              <a:gd name="csY5811" fmla="*/ 1076674 h 1114920"/>
              <a:gd name="csX5812" fmla="*/ 1001116 w 1722333"/>
              <a:gd name="csY5812" fmla="*/ 1076986 h 1114920"/>
              <a:gd name="csX5813" fmla="*/ 1001294 w 1722333"/>
              <a:gd name="csY5813" fmla="*/ 1077306 h 1114920"/>
              <a:gd name="csX5814" fmla="*/ 1001463 w 1722333"/>
              <a:gd name="csY5814" fmla="*/ 1077617 h 1114920"/>
              <a:gd name="csX5815" fmla="*/ 1001632 w 1722333"/>
              <a:gd name="csY5815" fmla="*/ 1077929 h 1114920"/>
              <a:gd name="csX5816" fmla="*/ 1001810 w 1722333"/>
              <a:gd name="csY5816" fmla="*/ 1078231 h 1114920"/>
              <a:gd name="csX5817" fmla="*/ 1001979 w 1722333"/>
              <a:gd name="csY5817" fmla="*/ 1078543 h 1114920"/>
              <a:gd name="csX5818" fmla="*/ 1002148 w 1722333"/>
              <a:gd name="csY5818" fmla="*/ 1078845 h 1114920"/>
              <a:gd name="csX5819" fmla="*/ 1002326 w 1722333"/>
              <a:gd name="csY5819" fmla="*/ 1079148 h 1114920"/>
              <a:gd name="csX5820" fmla="*/ 1002495 w 1722333"/>
              <a:gd name="csY5820" fmla="*/ 1079441 h 1114920"/>
              <a:gd name="csX5821" fmla="*/ 1002673 w 1722333"/>
              <a:gd name="csY5821" fmla="*/ 1079744 h 1114920"/>
              <a:gd name="csX5822" fmla="*/ 1002842 w 1722333"/>
              <a:gd name="csY5822" fmla="*/ 1080037 h 1114920"/>
              <a:gd name="csX5823" fmla="*/ 1003011 w 1722333"/>
              <a:gd name="csY5823" fmla="*/ 1080331 h 1114920"/>
              <a:gd name="csX5824" fmla="*/ 1003189 w 1722333"/>
              <a:gd name="csY5824" fmla="*/ 1080616 h 1114920"/>
              <a:gd name="csX5825" fmla="*/ 1003358 w 1722333"/>
              <a:gd name="csY5825" fmla="*/ 1080909 h 1114920"/>
              <a:gd name="csX5826" fmla="*/ 1003527 w 1722333"/>
              <a:gd name="csY5826" fmla="*/ 1081194 h 1114920"/>
              <a:gd name="csX5827" fmla="*/ 1003705 w 1722333"/>
              <a:gd name="csY5827" fmla="*/ 1081478 h 1114920"/>
              <a:gd name="csX5828" fmla="*/ 1003874 w 1722333"/>
              <a:gd name="csY5828" fmla="*/ 1081763 h 1114920"/>
              <a:gd name="csX5829" fmla="*/ 1004043 w 1722333"/>
              <a:gd name="csY5829" fmla="*/ 1082039 h 1114920"/>
              <a:gd name="csX5830" fmla="*/ 1004221 w 1722333"/>
              <a:gd name="csY5830" fmla="*/ 1082324 h 1114920"/>
              <a:gd name="csX5831" fmla="*/ 1004390 w 1722333"/>
              <a:gd name="csY5831" fmla="*/ 1082599 h 1114920"/>
              <a:gd name="csX5832" fmla="*/ 1004568 w 1722333"/>
              <a:gd name="csY5832" fmla="*/ 1082866 h 1114920"/>
              <a:gd name="csX5833" fmla="*/ 1004737 w 1722333"/>
              <a:gd name="csY5833" fmla="*/ 1083142 h 1114920"/>
              <a:gd name="csX5834" fmla="*/ 1004906 w 1722333"/>
              <a:gd name="csY5834" fmla="*/ 1083409 h 1114920"/>
              <a:gd name="csX5835" fmla="*/ 1005084 w 1722333"/>
              <a:gd name="csY5835" fmla="*/ 1083685 h 1114920"/>
              <a:gd name="csX5836" fmla="*/ 1005253 w 1722333"/>
              <a:gd name="csY5836" fmla="*/ 1083952 h 1114920"/>
              <a:gd name="csX5837" fmla="*/ 1005422 w 1722333"/>
              <a:gd name="csY5837" fmla="*/ 1084210 h 1114920"/>
              <a:gd name="csX5838" fmla="*/ 1005600 w 1722333"/>
              <a:gd name="csY5838" fmla="*/ 1084477 h 1114920"/>
              <a:gd name="csX5839" fmla="*/ 1005769 w 1722333"/>
              <a:gd name="csY5839" fmla="*/ 1084735 h 1114920"/>
              <a:gd name="csX5840" fmla="*/ 1005938 w 1722333"/>
              <a:gd name="csY5840" fmla="*/ 1084993 h 1114920"/>
              <a:gd name="csX5841" fmla="*/ 1006116 w 1722333"/>
              <a:gd name="csY5841" fmla="*/ 1085251 h 1114920"/>
              <a:gd name="csX5842" fmla="*/ 1006285 w 1722333"/>
              <a:gd name="csY5842" fmla="*/ 1085509 h 1114920"/>
              <a:gd name="csX5843" fmla="*/ 1006454 w 1722333"/>
              <a:gd name="csY5843" fmla="*/ 1085758 h 1114920"/>
              <a:gd name="csX5844" fmla="*/ 1006632 w 1722333"/>
              <a:gd name="csY5844" fmla="*/ 1086007 h 1114920"/>
              <a:gd name="csX5845" fmla="*/ 1006801 w 1722333"/>
              <a:gd name="csY5845" fmla="*/ 1086256 h 1114920"/>
              <a:gd name="csX5846" fmla="*/ 1006979 w 1722333"/>
              <a:gd name="csY5846" fmla="*/ 1086505 h 1114920"/>
              <a:gd name="csX5847" fmla="*/ 1007148 w 1722333"/>
              <a:gd name="csY5847" fmla="*/ 1086754 h 1114920"/>
              <a:gd name="csX5848" fmla="*/ 1007317 w 1722333"/>
              <a:gd name="csY5848" fmla="*/ 1086994 h 1114920"/>
              <a:gd name="csX5849" fmla="*/ 1007495 w 1722333"/>
              <a:gd name="csY5849" fmla="*/ 1087234 h 1114920"/>
              <a:gd name="csX5850" fmla="*/ 1007664 w 1722333"/>
              <a:gd name="csY5850" fmla="*/ 1087475 h 1114920"/>
              <a:gd name="csX5851" fmla="*/ 1007833 w 1722333"/>
              <a:gd name="csY5851" fmla="*/ 1087715 h 1114920"/>
              <a:gd name="csX5852" fmla="*/ 1008011 w 1722333"/>
              <a:gd name="csY5852" fmla="*/ 1087955 h 1114920"/>
              <a:gd name="csX5853" fmla="*/ 1008180 w 1722333"/>
              <a:gd name="csY5853" fmla="*/ 1088186 h 1114920"/>
              <a:gd name="csX5854" fmla="*/ 1008349 w 1722333"/>
              <a:gd name="csY5854" fmla="*/ 1088418 h 1114920"/>
              <a:gd name="csX5855" fmla="*/ 1008526 w 1722333"/>
              <a:gd name="csY5855" fmla="*/ 1088649 h 1114920"/>
              <a:gd name="csX5856" fmla="*/ 1008696 w 1722333"/>
              <a:gd name="csY5856" fmla="*/ 1088880 h 1114920"/>
              <a:gd name="csX5857" fmla="*/ 1008873 w 1722333"/>
              <a:gd name="csY5857" fmla="*/ 1089103 h 1114920"/>
              <a:gd name="csX5858" fmla="*/ 1009043 w 1722333"/>
              <a:gd name="csY5858" fmla="*/ 1089334 h 1114920"/>
              <a:gd name="csX5859" fmla="*/ 1009212 w 1722333"/>
              <a:gd name="csY5859" fmla="*/ 1089557 h 1114920"/>
              <a:gd name="csX5860" fmla="*/ 1009390 w 1722333"/>
              <a:gd name="csY5860" fmla="*/ 1089779 h 1114920"/>
              <a:gd name="csX5861" fmla="*/ 1009558 w 1722333"/>
              <a:gd name="csY5861" fmla="*/ 1090001 h 1114920"/>
              <a:gd name="csX5862" fmla="*/ 1009728 w 1722333"/>
              <a:gd name="csY5862" fmla="*/ 1090215 h 1114920"/>
              <a:gd name="csX5863" fmla="*/ 1009905 w 1722333"/>
              <a:gd name="csY5863" fmla="*/ 1090437 h 1114920"/>
              <a:gd name="csX5864" fmla="*/ 1010074 w 1722333"/>
              <a:gd name="csY5864" fmla="*/ 1090651 h 1114920"/>
              <a:gd name="csX5865" fmla="*/ 1010244 w 1722333"/>
              <a:gd name="csY5865" fmla="*/ 1090864 h 1114920"/>
              <a:gd name="csX5866" fmla="*/ 1010421 w 1722333"/>
              <a:gd name="csY5866" fmla="*/ 1091078 h 1114920"/>
              <a:gd name="csX5867" fmla="*/ 1010591 w 1722333"/>
              <a:gd name="csY5867" fmla="*/ 1091291 h 1114920"/>
              <a:gd name="csX5868" fmla="*/ 1010768 w 1722333"/>
              <a:gd name="csY5868" fmla="*/ 1091496 h 1114920"/>
              <a:gd name="csX5869" fmla="*/ 1010937 w 1722333"/>
              <a:gd name="csY5869" fmla="*/ 1091709 h 1114920"/>
              <a:gd name="csX5870" fmla="*/ 1011106 w 1722333"/>
              <a:gd name="csY5870" fmla="*/ 1091914 h 1114920"/>
              <a:gd name="csX5871" fmla="*/ 1011284 w 1722333"/>
              <a:gd name="csY5871" fmla="*/ 1092119 h 1114920"/>
              <a:gd name="csX5872" fmla="*/ 1011453 w 1722333"/>
              <a:gd name="csY5872" fmla="*/ 1092323 h 1114920"/>
              <a:gd name="csX5873" fmla="*/ 1011623 w 1722333"/>
              <a:gd name="csY5873" fmla="*/ 1092519 h 1114920"/>
              <a:gd name="csX5874" fmla="*/ 1011800 w 1722333"/>
              <a:gd name="csY5874" fmla="*/ 1092724 h 1114920"/>
              <a:gd name="csX5875" fmla="*/ 1011969 w 1722333"/>
              <a:gd name="csY5875" fmla="*/ 1092919 h 1114920"/>
              <a:gd name="csX5876" fmla="*/ 1012138 w 1722333"/>
              <a:gd name="csY5876" fmla="*/ 1093115 h 1114920"/>
              <a:gd name="csX5877" fmla="*/ 1012316 w 1722333"/>
              <a:gd name="csY5877" fmla="*/ 1093311 h 1114920"/>
              <a:gd name="csX5878" fmla="*/ 1012485 w 1722333"/>
              <a:gd name="csY5878" fmla="*/ 1093506 h 1114920"/>
              <a:gd name="csX5879" fmla="*/ 1012663 w 1722333"/>
              <a:gd name="csY5879" fmla="*/ 1093693 h 1114920"/>
              <a:gd name="csX5880" fmla="*/ 1012832 w 1722333"/>
              <a:gd name="csY5880" fmla="*/ 1093889 h 1114920"/>
              <a:gd name="csX5881" fmla="*/ 1013001 w 1722333"/>
              <a:gd name="csY5881" fmla="*/ 1094076 h 1114920"/>
              <a:gd name="csX5882" fmla="*/ 1013179 w 1722333"/>
              <a:gd name="csY5882" fmla="*/ 1094263 h 1114920"/>
              <a:gd name="csX5883" fmla="*/ 1013348 w 1722333"/>
              <a:gd name="csY5883" fmla="*/ 1094450 h 1114920"/>
              <a:gd name="csX5884" fmla="*/ 1013517 w 1722333"/>
              <a:gd name="csY5884" fmla="*/ 1094636 h 1114920"/>
              <a:gd name="csX5885" fmla="*/ 1013695 w 1722333"/>
              <a:gd name="csY5885" fmla="*/ 1094814 h 1114920"/>
              <a:gd name="csX5886" fmla="*/ 1013864 w 1722333"/>
              <a:gd name="csY5886" fmla="*/ 1095001 h 1114920"/>
              <a:gd name="csX5887" fmla="*/ 1014033 w 1722333"/>
              <a:gd name="csY5887" fmla="*/ 1095179 h 1114920"/>
              <a:gd name="csX5888" fmla="*/ 1014211 w 1722333"/>
              <a:gd name="csY5888" fmla="*/ 1095357 h 1114920"/>
              <a:gd name="csX5889" fmla="*/ 1014380 w 1722333"/>
              <a:gd name="csY5889" fmla="*/ 1095535 h 1114920"/>
              <a:gd name="csX5890" fmla="*/ 1014549 w 1722333"/>
              <a:gd name="csY5890" fmla="*/ 1095713 h 1114920"/>
              <a:gd name="csX5891" fmla="*/ 1014727 w 1722333"/>
              <a:gd name="csY5891" fmla="*/ 1095882 h 1114920"/>
              <a:gd name="csX5892" fmla="*/ 1014896 w 1722333"/>
              <a:gd name="csY5892" fmla="*/ 1096060 h 1114920"/>
              <a:gd name="csX5893" fmla="*/ 1015074 w 1722333"/>
              <a:gd name="csY5893" fmla="*/ 1096229 h 1114920"/>
              <a:gd name="csX5894" fmla="*/ 1015243 w 1722333"/>
              <a:gd name="csY5894" fmla="*/ 1096398 h 1114920"/>
              <a:gd name="csX5895" fmla="*/ 1015412 w 1722333"/>
              <a:gd name="csY5895" fmla="*/ 1096567 h 1114920"/>
              <a:gd name="csX5896" fmla="*/ 1015590 w 1722333"/>
              <a:gd name="csY5896" fmla="*/ 1096736 h 1114920"/>
              <a:gd name="csX5897" fmla="*/ 1015759 w 1722333"/>
              <a:gd name="csY5897" fmla="*/ 1096905 h 1114920"/>
              <a:gd name="csX5898" fmla="*/ 1015928 w 1722333"/>
              <a:gd name="csY5898" fmla="*/ 1097065 h 1114920"/>
              <a:gd name="csX5899" fmla="*/ 1016106 w 1722333"/>
              <a:gd name="csY5899" fmla="*/ 1097234 h 1114920"/>
              <a:gd name="csX5900" fmla="*/ 1016275 w 1722333"/>
              <a:gd name="csY5900" fmla="*/ 1097394 h 1114920"/>
              <a:gd name="csX5901" fmla="*/ 1016444 w 1722333"/>
              <a:gd name="csY5901" fmla="*/ 1097554 h 1114920"/>
              <a:gd name="csX5902" fmla="*/ 1016622 w 1722333"/>
              <a:gd name="csY5902" fmla="*/ 1097714 h 1114920"/>
              <a:gd name="csX5903" fmla="*/ 1016791 w 1722333"/>
              <a:gd name="csY5903" fmla="*/ 1097875 h 1114920"/>
              <a:gd name="csX5904" fmla="*/ 1016969 w 1722333"/>
              <a:gd name="csY5904" fmla="*/ 1098026 h 1114920"/>
              <a:gd name="csX5905" fmla="*/ 1017138 w 1722333"/>
              <a:gd name="csY5905" fmla="*/ 1098186 h 1114920"/>
              <a:gd name="csX5906" fmla="*/ 1017307 w 1722333"/>
              <a:gd name="csY5906" fmla="*/ 1098337 h 1114920"/>
              <a:gd name="csX5907" fmla="*/ 1017485 w 1722333"/>
              <a:gd name="csY5907" fmla="*/ 1098497 h 1114920"/>
              <a:gd name="csX5908" fmla="*/ 1017654 w 1722333"/>
              <a:gd name="csY5908" fmla="*/ 1098649 h 1114920"/>
              <a:gd name="csX5909" fmla="*/ 1017823 w 1722333"/>
              <a:gd name="csY5909" fmla="*/ 1098800 h 1114920"/>
              <a:gd name="csX5910" fmla="*/ 1018001 w 1722333"/>
              <a:gd name="csY5910" fmla="*/ 1098942 h 1114920"/>
              <a:gd name="csX5911" fmla="*/ 1018170 w 1722333"/>
              <a:gd name="csY5911" fmla="*/ 1099093 h 1114920"/>
              <a:gd name="csX5912" fmla="*/ 1018339 w 1722333"/>
              <a:gd name="csY5912" fmla="*/ 1099245 h 1114920"/>
              <a:gd name="csX5913" fmla="*/ 1018517 w 1722333"/>
              <a:gd name="csY5913" fmla="*/ 1099387 h 1114920"/>
              <a:gd name="csX5914" fmla="*/ 1018686 w 1722333"/>
              <a:gd name="csY5914" fmla="*/ 1099529 h 1114920"/>
              <a:gd name="csX5915" fmla="*/ 1018864 w 1722333"/>
              <a:gd name="csY5915" fmla="*/ 1099672 h 1114920"/>
              <a:gd name="csX5916" fmla="*/ 1019033 w 1722333"/>
              <a:gd name="csY5916" fmla="*/ 1099814 h 1114920"/>
              <a:gd name="csX5917" fmla="*/ 1019202 w 1722333"/>
              <a:gd name="csY5917" fmla="*/ 1099956 h 1114920"/>
              <a:gd name="csX5918" fmla="*/ 1019380 w 1722333"/>
              <a:gd name="csY5918" fmla="*/ 1100099 h 1114920"/>
              <a:gd name="csX5919" fmla="*/ 1019549 w 1722333"/>
              <a:gd name="csY5919" fmla="*/ 1100241 h 1114920"/>
              <a:gd name="csX5920" fmla="*/ 1019718 w 1722333"/>
              <a:gd name="csY5920" fmla="*/ 1100375 h 1114920"/>
              <a:gd name="csX5921" fmla="*/ 1019896 w 1722333"/>
              <a:gd name="csY5921" fmla="*/ 1100517 h 1114920"/>
              <a:gd name="csX5922" fmla="*/ 1020065 w 1722333"/>
              <a:gd name="csY5922" fmla="*/ 1100650 h 1114920"/>
              <a:gd name="csX5923" fmla="*/ 1020234 w 1722333"/>
              <a:gd name="csY5923" fmla="*/ 1100784 h 1114920"/>
              <a:gd name="csX5924" fmla="*/ 1020412 w 1722333"/>
              <a:gd name="csY5924" fmla="*/ 1100917 h 1114920"/>
              <a:gd name="csX5925" fmla="*/ 1020581 w 1722333"/>
              <a:gd name="csY5925" fmla="*/ 1101051 h 1114920"/>
              <a:gd name="csX5926" fmla="*/ 1020759 w 1722333"/>
              <a:gd name="csY5926" fmla="*/ 1101175 h 1114920"/>
              <a:gd name="csX5927" fmla="*/ 1020928 w 1722333"/>
              <a:gd name="csY5927" fmla="*/ 1101309 h 1114920"/>
              <a:gd name="csX5928" fmla="*/ 1021097 w 1722333"/>
              <a:gd name="csY5928" fmla="*/ 1101433 h 1114920"/>
              <a:gd name="csX5929" fmla="*/ 1021275 w 1722333"/>
              <a:gd name="csY5929" fmla="*/ 1101567 h 1114920"/>
              <a:gd name="csX5930" fmla="*/ 1021444 w 1722333"/>
              <a:gd name="csY5930" fmla="*/ 1101691 h 1114920"/>
              <a:gd name="csX5931" fmla="*/ 1021613 w 1722333"/>
              <a:gd name="csY5931" fmla="*/ 1101816 h 1114920"/>
              <a:gd name="csX5932" fmla="*/ 1021791 w 1722333"/>
              <a:gd name="csY5932" fmla="*/ 1101940 h 1114920"/>
              <a:gd name="csX5933" fmla="*/ 1021960 w 1722333"/>
              <a:gd name="csY5933" fmla="*/ 1102065 h 1114920"/>
              <a:gd name="csX5934" fmla="*/ 1022129 w 1722333"/>
              <a:gd name="csY5934" fmla="*/ 1102189 h 1114920"/>
              <a:gd name="csX5935" fmla="*/ 1022307 w 1722333"/>
              <a:gd name="csY5935" fmla="*/ 1102305 h 1114920"/>
              <a:gd name="csX5936" fmla="*/ 1022476 w 1722333"/>
              <a:gd name="csY5936" fmla="*/ 1102430 h 1114920"/>
              <a:gd name="csX5937" fmla="*/ 1022645 w 1722333"/>
              <a:gd name="csY5937" fmla="*/ 1102545 h 1114920"/>
              <a:gd name="csX5938" fmla="*/ 1022823 w 1722333"/>
              <a:gd name="csY5938" fmla="*/ 1102670 h 1114920"/>
              <a:gd name="csX5939" fmla="*/ 1022992 w 1722333"/>
              <a:gd name="csY5939" fmla="*/ 1102786 h 1114920"/>
              <a:gd name="csX5940" fmla="*/ 1023170 w 1722333"/>
              <a:gd name="csY5940" fmla="*/ 1102901 h 1114920"/>
              <a:gd name="csX5941" fmla="*/ 1023339 w 1722333"/>
              <a:gd name="csY5941" fmla="*/ 1103017 h 1114920"/>
              <a:gd name="csX5942" fmla="*/ 1023508 w 1722333"/>
              <a:gd name="csY5942" fmla="*/ 1103133 h 1114920"/>
              <a:gd name="csX5943" fmla="*/ 1023686 w 1722333"/>
              <a:gd name="csY5943" fmla="*/ 1103239 h 1114920"/>
              <a:gd name="csX5944" fmla="*/ 1023855 w 1722333"/>
              <a:gd name="csY5944" fmla="*/ 1103355 h 1114920"/>
              <a:gd name="csX5945" fmla="*/ 1024024 w 1722333"/>
              <a:gd name="csY5945" fmla="*/ 1103470 h 1114920"/>
              <a:gd name="csX5946" fmla="*/ 1024202 w 1722333"/>
              <a:gd name="csY5946" fmla="*/ 1103577 h 1114920"/>
              <a:gd name="csX5947" fmla="*/ 1024371 w 1722333"/>
              <a:gd name="csY5947" fmla="*/ 1103684 h 1114920"/>
              <a:gd name="csX5948" fmla="*/ 1024540 w 1722333"/>
              <a:gd name="csY5948" fmla="*/ 1103800 h 1114920"/>
              <a:gd name="csX5949" fmla="*/ 1024718 w 1722333"/>
              <a:gd name="csY5949" fmla="*/ 1103907 h 1114920"/>
              <a:gd name="csX5950" fmla="*/ 1024887 w 1722333"/>
              <a:gd name="csY5950" fmla="*/ 1104013 h 1114920"/>
              <a:gd name="csX5951" fmla="*/ 1025065 w 1722333"/>
              <a:gd name="csY5951" fmla="*/ 1104120 h 1114920"/>
              <a:gd name="csX5952" fmla="*/ 1025234 w 1722333"/>
              <a:gd name="csY5952" fmla="*/ 1104218 h 1114920"/>
              <a:gd name="csX5953" fmla="*/ 1025403 w 1722333"/>
              <a:gd name="csY5953" fmla="*/ 1104325 h 1114920"/>
              <a:gd name="csX5954" fmla="*/ 1025581 w 1722333"/>
              <a:gd name="csY5954" fmla="*/ 1104431 h 1114920"/>
              <a:gd name="csX5955" fmla="*/ 1025750 w 1722333"/>
              <a:gd name="csY5955" fmla="*/ 1104529 h 1114920"/>
              <a:gd name="csX5956" fmla="*/ 1025919 w 1722333"/>
              <a:gd name="csY5956" fmla="*/ 1104627 h 1114920"/>
              <a:gd name="csX5957" fmla="*/ 1026097 w 1722333"/>
              <a:gd name="csY5957" fmla="*/ 1104734 h 1114920"/>
              <a:gd name="csX5958" fmla="*/ 1026266 w 1722333"/>
              <a:gd name="csY5958" fmla="*/ 1104832 h 1114920"/>
              <a:gd name="csX5959" fmla="*/ 1026435 w 1722333"/>
              <a:gd name="csY5959" fmla="*/ 1104930 h 1114920"/>
              <a:gd name="csX5960" fmla="*/ 1026613 w 1722333"/>
              <a:gd name="csY5960" fmla="*/ 1105027 h 1114920"/>
              <a:gd name="csX5961" fmla="*/ 1026782 w 1722333"/>
              <a:gd name="csY5961" fmla="*/ 1105125 h 1114920"/>
              <a:gd name="csX5962" fmla="*/ 1026960 w 1722333"/>
              <a:gd name="csY5962" fmla="*/ 1105223 h 1114920"/>
              <a:gd name="csX5963" fmla="*/ 1027129 w 1722333"/>
              <a:gd name="csY5963" fmla="*/ 1105312 h 1114920"/>
              <a:gd name="csX5964" fmla="*/ 1027298 w 1722333"/>
              <a:gd name="csY5964" fmla="*/ 1105410 h 1114920"/>
              <a:gd name="csX5965" fmla="*/ 1027476 w 1722333"/>
              <a:gd name="csY5965" fmla="*/ 1105508 h 1114920"/>
              <a:gd name="csX5966" fmla="*/ 1027645 w 1722333"/>
              <a:gd name="csY5966" fmla="*/ 1105597 h 1114920"/>
              <a:gd name="csX5967" fmla="*/ 1027814 w 1722333"/>
              <a:gd name="csY5967" fmla="*/ 1105686 h 1114920"/>
              <a:gd name="csX5968" fmla="*/ 1027992 w 1722333"/>
              <a:gd name="csY5968" fmla="*/ 1105784 h 1114920"/>
              <a:gd name="csX5969" fmla="*/ 1028161 w 1722333"/>
              <a:gd name="csY5969" fmla="*/ 1105873 h 1114920"/>
              <a:gd name="csX5970" fmla="*/ 1028330 w 1722333"/>
              <a:gd name="csY5970" fmla="*/ 1105962 h 1114920"/>
              <a:gd name="csX5971" fmla="*/ 1028508 w 1722333"/>
              <a:gd name="csY5971" fmla="*/ 1106050 h 1114920"/>
              <a:gd name="csX5972" fmla="*/ 1028677 w 1722333"/>
              <a:gd name="csY5972" fmla="*/ 1106139 h 1114920"/>
              <a:gd name="csX5973" fmla="*/ 1028855 w 1722333"/>
              <a:gd name="csY5973" fmla="*/ 1106220 h 1114920"/>
              <a:gd name="csX5974" fmla="*/ 1029024 w 1722333"/>
              <a:gd name="csY5974" fmla="*/ 1106309 h 1114920"/>
              <a:gd name="csX5975" fmla="*/ 1029193 w 1722333"/>
              <a:gd name="csY5975" fmla="*/ 1106397 h 1114920"/>
              <a:gd name="csX5976" fmla="*/ 1029371 w 1722333"/>
              <a:gd name="csY5976" fmla="*/ 1106477 h 1114920"/>
              <a:gd name="csX5977" fmla="*/ 1029540 w 1722333"/>
              <a:gd name="csY5977" fmla="*/ 1106567 h 1114920"/>
              <a:gd name="csX5978" fmla="*/ 1029709 w 1722333"/>
              <a:gd name="csY5978" fmla="*/ 1106647 h 1114920"/>
              <a:gd name="csX5979" fmla="*/ 1029887 w 1722333"/>
              <a:gd name="csY5979" fmla="*/ 1106727 h 1114920"/>
              <a:gd name="csX5980" fmla="*/ 1030056 w 1722333"/>
              <a:gd name="csY5980" fmla="*/ 1106816 h 1114920"/>
              <a:gd name="csX5981" fmla="*/ 1030225 w 1722333"/>
              <a:gd name="csY5981" fmla="*/ 1106896 h 1114920"/>
              <a:gd name="csX5982" fmla="*/ 1030403 w 1722333"/>
              <a:gd name="csY5982" fmla="*/ 1106976 h 1114920"/>
              <a:gd name="csX5983" fmla="*/ 1030572 w 1722333"/>
              <a:gd name="csY5983" fmla="*/ 1107056 h 1114920"/>
              <a:gd name="csX5984" fmla="*/ 1030741 w 1722333"/>
              <a:gd name="csY5984" fmla="*/ 1107136 h 1114920"/>
              <a:gd name="csX5985" fmla="*/ 1030919 w 1722333"/>
              <a:gd name="csY5985" fmla="*/ 1107207 h 1114920"/>
              <a:gd name="csX5986" fmla="*/ 1031088 w 1722333"/>
              <a:gd name="csY5986" fmla="*/ 1107287 h 1114920"/>
              <a:gd name="csX5987" fmla="*/ 1031266 w 1722333"/>
              <a:gd name="csY5987" fmla="*/ 1107367 h 1114920"/>
              <a:gd name="csX5988" fmla="*/ 1031435 w 1722333"/>
              <a:gd name="csY5988" fmla="*/ 1107438 h 1114920"/>
              <a:gd name="csX5989" fmla="*/ 1031604 w 1722333"/>
              <a:gd name="csY5989" fmla="*/ 1107518 h 1114920"/>
              <a:gd name="csX5990" fmla="*/ 1031782 w 1722333"/>
              <a:gd name="csY5990" fmla="*/ 1107590 h 1114920"/>
              <a:gd name="csX5991" fmla="*/ 1031951 w 1722333"/>
              <a:gd name="csY5991" fmla="*/ 1107661 h 1114920"/>
              <a:gd name="csX5992" fmla="*/ 1032120 w 1722333"/>
              <a:gd name="csY5992" fmla="*/ 1107741 h 1114920"/>
              <a:gd name="csX5993" fmla="*/ 1032298 w 1722333"/>
              <a:gd name="csY5993" fmla="*/ 1107812 h 1114920"/>
              <a:gd name="csX5994" fmla="*/ 1032467 w 1722333"/>
              <a:gd name="csY5994" fmla="*/ 1107883 h 1114920"/>
              <a:gd name="csX5995" fmla="*/ 1032636 w 1722333"/>
              <a:gd name="csY5995" fmla="*/ 1107954 h 1114920"/>
              <a:gd name="csX5996" fmla="*/ 1032814 w 1722333"/>
              <a:gd name="csY5996" fmla="*/ 1108026 h 1114920"/>
              <a:gd name="csX5997" fmla="*/ 1032983 w 1722333"/>
              <a:gd name="csY5997" fmla="*/ 1108097 h 1114920"/>
              <a:gd name="csX5998" fmla="*/ 1033161 w 1722333"/>
              <a:gd name="csY5998" fmla="*/ 1108168 h 1114920"/>
              <a:gd name="csX5999" fmla="*/ 1033330 w 1722333"/>
              <a:gd name="csY5999" fmla="*/ 1108230 h 1114920"/>
              <a:gd name="csX6000" fmla="*/ 1033499 w 1722333"/>
              <a:gd name="csY6000" fmla="*/ 1108301 h 1114920"/>
              <a:gd name="csX6001" fmla="*/ 1033677 w 1722333"/>
              <a:gd name="csY6001" fmla="*/ 1108372 h 1114920"/>
              <a:gd name="csX6002" fmla="*/ 1033846 w 1722333"/>
              <a:gd name="csY6002" fmla="*/ 1108435 h 1114920"/>
              <a:gd name="csX6003" fmla="*/ 1034015 w 1722333"/>
              <a:gd name="csY6003" fmla="*/ 1108506 h 1114920"/>
              <a:gd name="csX6004" fmla="*/ 1034193 w 1722333"/>
              <a:gd name="csY6004" fmla="*/ 1108568 h 1114920"/>
              <a:gd name="csX6005" fmla="*/ 1034362 w 1722333"/>
              <a:gd name="csY6005" fmla="*/ 1108630 h 1114920"/>
              <a:gd name="csX6006" fmla="*/ 1034531 w 1722333"/>
              <a:gd name="csY6006" fmla="*/ 1108693 h 1114920"/>
              <a:gd name="csX6007" fmla="*/ 1034709 w 1722333"/>
              <a:gd name="csY6007" fmla="*/ 1108764 h 1114920"/>
              <a:gd name="csX6008" fmla="*/ 1034878 w 1722333"/>
              <a:gd name="csY6008" fmla="*/ 1108826 h 1114920"/>
              <a:gd name="csX6009" fmla="*/ 1035056 w 1722333"/>
              <a:gd name="csY6009" fmla="*/ 1108888 h 1114920"/>
              <a:gd name="csX6010" fmla="*/ 1035225 w 1722333"/>
              <a:gd name="csY6010" fmla="*/ 1108951 h 1114920"/>
              <a:gd name="csX6011" fmla="*/ 1035394 w 1722333"/>
              <a:gd name="csY6011" fmla="*/ 1109013 h 1114920"/>
              <a:gd name="csX6012" fmla="*/ 1035572 w 1722333"/>
              <a:gd name="csY6012" fmla="*/ 1109075 h 1114920"/>
              <a:gd name="csX6013" fmla="*/ 1035741 w 1722333"/>
              <a:gd name="csY6013" fmla="*/ 1109129 h 1114920"/>
              <a:gd name="csX6014" fmla="*/ 1035910 w 1722333"/>
              <a:gd name="csY6014" fmla="*/ 1109191 h 1114920"/>
              <a:gd name="csX6015" fmla="*/ 1036088 w 1722333"/>
              <a:gd name="csY6015" fmla="*/ 1109253 h 1114920"/>
              <a:gd name="csX6016" fmla="*/ 1036257 w 1722333"/>
              <a:gd name="csY6016" fmla="*/ 1109307 h 1114920"/>
              <a:gd name="csX6017" fmla="*/ 1036426 w 1722333"/>
              <a:gd name="csY6017" fmla="*/ 1109369 h 1114920"/>
              <a:gd name="csX6018" fmla="*/ 1036604 w 1722333"/>
              <a:gd name="csY6018" fmla="*/ 1109422 h 1114920"/>
              <a:gd name="csX6019" fmla="*/ 1036773 w 1722333"/>
              <a:gd name="csY6019" fmla="*/ 1109484 h 1114920"/>
              <a:gd name="csX6020" fmla="*/ 1036951 w 1722333"/>
              <a:gd name="csY6020" fmla="*/ 1109538 h 1114920"/>
              <a:gd name="csX6021" fmla="*/ 1037120 w 1722333"/>
              <a:gd name="csY6021" fmla="*/ 1109591 h 1114920"/>
              <a:gd name="csX6022" fmla="*/ 1037289 w 1722333"/>
              <a:gd name="csY6022" fmla="*/ 1109654 h 1114920"/>
              <a:gd name="csX6023" fmla="*/ 1037467 w 1722333"/>
              <a:gd name="csY6023" fmla="*/ 1109707 h 1114920"/>
              <a:gd name="csX6024" fmla="*/ 1037636 w 1722333"/>
              <a:gd name="csY6024" fmla="*/ 1109760 h 1114920"/>
              <a:gd name="csX6025" fmla="*/ 1037805 w 1722333"/>
              <a:gd name="csY6025" fmla="*/ 1109814 h 1114920"/>
              <a:gd name="csX6026" fmla="*/ 1037983 w 1722333"/>
              <a:gd name="csY6026" fmla="*/ 1109867 h 1114920"/>
              <a:gd name="csX6027" fmla="*/ 1038152 w 1722333"/>
              <a:gd name="csY6027" fmla="*/ 1109920 h 1114920"/>
              <a:gd name="csX6028" fmla="*/ 1038321 w 1722333"/>
              <a:gd name="csY6028" fmla="*/ 1109974 h 1114920"/>
              <a:gd name="csX6029" fmla="*/ 1038499 w 1722333"/>
              <a:gd name="csY6029" fmla="*/ 1110027 h 1114920"/>
              <a:gd name="csX6030" fmla="*/ 1038668 w 1722333"/>
              <a:gd name="csY6030" fmla="*/ 1110072 h 1114920"/>
              <a:gd name="csX6031" fmla="*/ 1038837 w 1722333"/>
              <a:gd name="csY6031" fmla="*/ 1110125 h 1114920"/>
              <a:gd name="csX6032" fmla="*/ 1039015 w 1722333"/>
              <a:gd name="csY6032" fmla="*/ 1110178 h 1114920"/>
              <a:gd name="csX6033" fmla="*/ 1039184 w 1722333"/>
              <a:gd name="csY6033" fmla="*/ 1110223 h 1114920"/>
              <a:gd name="csX6034" fmla="*/ 1039362 w 1722333"/>
              <a:gd name="csY6034" fmla="*/ 1110276 h 1114920"/>
              <a:gd name="csX6035" fmla="*/ 1039531 w 1722333"/>
              <a:gd name="csY6035" fmla="*/ 1110330 h 1114920"/>
              <a:gd name="csX6036" fmla="*/ 1039700 w 1722333"/>
              <a:gd name="csY6036" fmla="*/ 1110374 h 1114920"/>
              <a:gd name="csX6037" fmla="*/ 1039878 w 1722333"/>
              <a:gd name="csY6037" fmla="*/ 1110419 h 1114920"/>
              <a:gd name="csX6038" fmla="*/ 1040047 w 1722333"/>
              <a:gd name="csY6038" fmla="*/ 1110472 h 1114920"/>
              <a:gd name="csX6039" fmla="*/ 1040216 w 1722333"/>
              <a:gd name="csY6039" fmla="*/ 1110517 h 1114920"/>
              <a:gd name="csX6040" fmla="*/ 1040394 w 1722333"/>
              <a:gd name="csY6040" fmla="*/ 1110561 h 1114920"/>
              <a:gd name="csX6041" fmla="*/ 1040563 w 1722333"/>
              <a:gd name="csY6041" fmla="*/ 1110614 h 1114920"/>
              <a:gd name="csX6042" fmla="*/ 1040732 w 1722333"/>
              <a:gd name="csY6042" fmla="*/ 1110659 h 1114920"/>
              <a:gd name="csX6043" fmla="*/ 1040910 w 1722333"/>
              <a:gd name="csY6043" fmla="*/ 1110703 h 1114920"/>
              <a:gd name="csX6044" fmla="*/ 1041079 w 1722333"/>
              <a:gd name="csY6044" fmla="*/ 1110748 h 1114920"/>
              <a:gd name="csX6045" fmla="*/ 1041257 w 1722333"/>
              <a:gd name="csY6045" fmla="*/ 1110792 h 1114920"/>
              <a:gd name="csX6046" fmla="*/ 1041426 w 1722333"/>
              <a:gd name="csY6046" fmla="*/ 1110837 h 1114920"/>
              <a:gd name="csX6047" fmla="*/ 1041595 w 1722333"/>
              <a:gd name="csY6047" fmla="*/ 1110881 h 1114920"/>
              <a:gd name="csX6048" fmla="*/ 1041773 w 1722333"/>
              <a:gd name="csY6048" fmla="*/ 1110926 h 1114920"/>
              <a:gd name="csX6049" fmla="*/ 1041942 w 1722333"/>
              <a:gd name="csY6049" fmla="*/ 1110961 h 1114920"/>
              <a:gd name="csX6050" fmla="*/ 1042111 w 1722333"/>
              <a:gd name="csY6050" fmla="*/ 1111006 h 1114920"/>
              <a:gd name="csX6051" fmla="*/ 1042289 w 1722333"/>
              <a:gd name="csY6051" fmla="*/ 1111050 h 1114920"/>
              <a:gd name="csX6052" fmla="*/ 1042458 w 1722333"/>
              <a:gd name="csY6052" fmla="*/ 1111086 h 1114920"/>
              <a:gd name="csX6053" fmla="*/ 1042627 w 1722333"/>
              <a:gd name="csY6053" fmla="*/ 1111130 h 1114920"/>
              <a:gd name="csX6054" fmla="*/ 1042805 w 1722333"/>
              <a:gd name="csY6054" fmla="*/ 1111175 h 1114920"/>
              <a:gd name="csX6055" fmla="*/ 1042974 w 1722333"/>
              <a:gd name="csY6055" fmla="*/ 1111210 h 1114920"/>
              <a:gd name="csX6056" fmla="*/ 1043152 w 1722333"/>
              <a:gd name="csY6056" fmla="*/ 1111255 h 1114920"/>
              <a:gd name="csX6057" fmla="*/ 1043320 w 1722333"/>
              <a:gd name="csY6057" fmla="*/ 1111290 h 1114920"/>
              <a:gd name="csX6058" fmla="*/ 1043490 w 1722333"/>
              <a:gd name="csY6058" fmla="*/ 1111335 h 1114920"/>
              <a:gd name="csX6059" fmla="*/ 1043667 w 1722333"/>
              <a:gd name="csY6059" fmla="*/ 1111371 h 1114920"/>
              <a:gd name="csX6060" fmla="*/ 1043837 w 1722333"/>
              <a:gd name="csY6060" fmla="*/ 1111406 h 1114920"/>
              <a:gd name="csX6061" fmla="*/ 1044006 w 1722333"/>
              <a:gd name="csY6061" fmla="*/ 1111442 h 1114920"/>
              <a:gd name="csX6062" fmla="*/ 1044184 w 1722333"/>
              <a:gd name="csY6062" fmla="*/ 1111486 h 1114920"/>
              <a:gd name="csX6063" fmla="*/ 1044352 w 1722333"/>
              <a:gd name="csY6063" fmla="*/ 1111522 h 1114920"/>
              <a:gd name="csX6064" fmla="*/ 1044522 w 1722333"/>
              <a:gd name="csY6064" fmla="*/ 1111557 h 1114920"/>
              <a:gd name="csX6065" fmla="*/ 1044699 w 1722333"/>
              <a:gd name="csY6065" fmla="*/ 1111593 h 1114920"/>
              <a:gd name="csX6066" fmla="*/ 1044869 w 1722333"/>
              <a:gd name="csY6066" fmla="*/ 1111629 h 1114920"/>
              <a:gd name="csX6067" fmla="*/ 1045046 w 1722333"/>
              <a:gd name="csY6067" fmla="*/ 1111664 h 1114920"/>
              <a:gd name="csX6068" fmla="*/ 1045215 w 1722333"/>
              <a:gd name="csY6068" fmla="*/ 1111700 h 1114920"/>
              <a:gd name="csX6069" fmla="*/ 1045385 w 1722333"/>
              <a:gd name="csY6069" fmla="*/ 1111735 h 1114920"/>
              <a:gd name="csX6070" fmla="*/ 1045562 w 1722333"/>
              <a:gd name="csY6070" fmla="*/ 1111771 h 1114920"/>
              <a:gd name="csX6071" fmla="*/ 1045731 w 1722333"/>
              <a:gd name="csY6071" fmla="*/ 1111807 h 1114920"/>
              <a:gd name="csX6072" fmla="*/ 1045900 w 1722333"/>
              <a:gd name="csY6072" fmla="*/ 1111842 h 1114920"/>
              <a:gd name="csX6073" fmla="*/ 1046078 w 1722333"/>
              <a:gd name="csY6073" fmla="*/ 1111878 h 1114920"/>
              <a:gd name="csX6074" fmla="*/ 1046247 w 1722333"/>
              <a:gd name="csY6074" fmla="*/ 1111904 h 1114920"/>
              <a:gd name="csX6075" fmla="*/ 1046417 w 1722333"/>
              <a:gd name="csY6075" fmla="*/ 1111940 h 1114920"/>
              <a:gd name="csX6076" fmla="*/ 1046594 w 1722333"/>
              <a:gd name="csY6076" fmla="*/ 1111976 h 1114920"/>
              <a:gd name="csX6077" fmla="*/ 1046764 w 1722333"/>
              <a:gd name="csY6077" fmla="*/ 1112002 h 1114920"/>
              <a:gd name="csX6078" fmla="*/ 1046932 w 1722333"/>
              <a:gd name="csY6078" fmla="*/ 1112038 h 1114920"/>
              <a:gd name="csX6079" fmla="*/ 1047110 w 1722333"/>
              <a:gd name="csY6079" fmla="*/ 1112064 h 1114920"/>
              <a:gd name="csX6080" fmla="*/ 1047279 w 1722333"/>
              <a:gd name="csY6080" fmla="*/ 1112100 h 1114920"/>
              <a:gd name="csX6081" fmla="*/ 1047457 w 1722333"/>
              <a:gd name="csY6081" fmla="*/ 1112127 h 1114920"/>
              <a:gd name="csX6082" fmla="*/ 1047626 w 1722333"/>
              <a:gd name="csY6082" fmla="*/ 1112162 h 1114920"/>
              <a:gd name="csX6083" fmla="*/ 1047795 w 1722333"/>
              <a:gd name="csY6083" fmla="*/ 1112189 h 1114920"/>
              <a:gd name="csX6084" fmla="*/ 1047973 w 1722333"/>
              <a:gd name="csY6084" fmla="*/ 1112225 h 1114920"/>
              <a:gd name="csX6085" fmla="*/ 1048142 w 1722333"/>
              <a:gd name="csY6085" fmla="*/ 1112251 h 1114920"/>
              <a:gd name="csX6086" fmla="*/ 1048311 w 1722333"/>
              <a:gd name="csY6086" fmla="*/ 1112278 h 1114920"/>
              <a:gd name="csX6087" fmla="*/ 1048489 w 1722333"/>
              <a:gd name="csY6087" fmla="*/ 1112314 h 1114920"/>
              <a:gd name="csX6088" fmla="*/ 1048658 w 1722333"/>
              <a:gd name="csY6088" fmla="*/ 1112340 h 1114920"/>
              <a:gd name="csX6089" fmla="*/ 1048827 w 1722333"/>
              <a:gd name="csY6089" fmla="*/ 1112367 h 1114920"/>
              <a:gd name="csX6090" fmla="*/ 1049005 w 1722333"/>
              <a:gd name="csY6090" fmla="*/ 1112394 h 1114920"/>
              <a:gd name="csX6091" fmla="*/ 1049174 w 1722333"/>
              <a:gd name="csY6091" fmla="*/ 1112429 h 1114920"/>
              <a:gd name="csX6092" fmla="*/ 1049352 w 1722333"/>
              <a:gd name="csY6092" fmla="*/ 1112456 h 1114920"/>
              <a:gd name="csX6093" fmla="*/ 1049521 w 1722333"/>
              <a:gd name="csY6093" fmla="*/ 1112483 h 1114920"/>
              <a:gd name="csX6094" fmla="*/ 1049690 w 1722333"/>
              <a:gd name="csY6094" fmla="*/ 1112509 h 1114920"/>
              <a:gd name="csX6095" fmla="*/ 1049868 w 1722333"/>
              <a:gd name="csY6095" fmla="*/ 1112536 h 1114920"/>
              <a:gd name="csX6096" fmla="*/ 1050037 w 1722333"/>
              <a:gd name="csY6096" fmla="*/ 1112563 h 1114920"/>
              <a:gd name="csX6097" fmla="*/ 1050206 w 1722333"/>
              <a:gd name="csY6097" fmla="*/ 1112589 h 1114920"/>
              <a:gd name="csX6098" fmla="*/ 1050384 w 1722333"/>
              <a:gd name="csY6098" fmla="*/ 1112616 h 1114920"/>
              <a:gd name="csX6099" fmla="*/ 1050553 w 1722333"/>
              <a:gd name="csY6099" fmla="*/ 1112643 h 1114920"/>
              <a:gd name="csX6100" fmla="*/ 1050722 w 1722333"/>
              <a:gd name="csY6100" fmla="*/ 1112669 h 1114920"/>
              <a:gd name="csX6101" fmla="*/ 1050900 w 1722333"/>
              <a:gd name="csY6101" fmla="*/ 1112687 h 1114920"/>
              <a:gd name="csX6102" fmla="*/ 1051069 w 1722333"/>
              <a:gd name="csY6102" fmla="*/ 1112714 h 1114920"/>
              <a:gd name="csX6103" fmla="*/ 1051247 w 1722333"/>
              <a:gd name="csY6103" fmla="*/ 1112741 h 1114920"/>
              <a:gd name="csX6104" fmla="*/ 1051416 w 1722333"/>
              <a:gd name="csY6104" fmla="*/ 1112767 h 1114920"/>
              <a:gd name="csX6105" fmla="*/ 1051585 w 1722333"/>
              <a:gd name="csY6105" fmla="*/ 1112785 h 1114920"/>
              <a:gd name="csX6106" fmla="*/ 1051763 w 1722333"/>
              <a:gd name="csY6106" fmla="*/ 1112812 h 1114920"/>
              <a:gd name="csX6107" fmla="*/ 1051932 w 1722333"/>
              <a:gd name="csY6107" fmla="*/ 1112838 h 1114920"/>
              <a:gd name="csX6108" fmla="*/ 1052101 w 1722333"/>
              <a:gd name="csY6108" fmla="*/ 1112856 h 1114920"/>
              <a:gd name="csX6109" fmla="*/ 1052279 w 1722333"/>
              <a:gd name="csY6109" fmla="*/ 1112883 h 1114920"/>
              <a:gd name="csX6110" fmla="*/ 1052448 w 1722333"/>
              <a:gd name="csY6110" fmla="*/ 1112910 h 1114920"/>
              <a:gd name="csX6111" fmla="*/ 1052617 w 1722333"/>
              <a:gd name="csY6111" fmla="*/ 1112927 h 1114920"/>
              <a:gd name="csX6112" fmla="*/ 1052795 w 1722333"/>
              <a:gd name="csY6112" fmla="*/ 1112954 h 1114920"/>
              <a:gd name="csX6113" fmla="*/ 1052964 w 1722333"/>
              <a:gd name="csY6113" fmla="*/ 1112972 h 1114920"/>
              <a:gd name="csX6114" fmla="*/ 1053142 w 1722333"/>
              <a:gd name="csY6114" fmla="*/ 1112999 h 1114920"/>
              <a:gd name="csX6115" fmla="*/ 1053311 w 1722333"/>
              <a:gd name="csY6115" fmla="*/ 1113016 h 1114920"/>
              <a:gd name="csX6116" fmla="*/ 1053480 w 1722333"/>
              <a:gd name="csY6116" fmla="*/ 1113043 h 1114920"/>
              <a:gd name="csX6117" fmla="*/ 1053658 w 1722333"/>
              <a:gd name="csY6117" fmla="*/ 1113061 h 1114920"/>
              <a:gd name="csX6118" fmla="*/ 1053827 w 1722333"/>
              <a:gd name="csY6118" fmla="*/ 1113079 h 1114920"/>
              <a:gd name="csX6119" fmla="*/ 1053996 w 1722333"/>
              <a:gd name="csY6119" fmla="*/ 1113105 h 1114920"/>
              <a:gd name="csX6120" fmla="*/ 1054174 w 1722333"/>
              <a:gd name="csY6120" fmla="*/ 1113123 h 1114920"/>
              <a:gd name="csX6121" fmla="*/ 1054343 w 1722333"/>
              <a:gd name="csY6121" fmla="*/ 1113141 h 1114920"/>
              <a:gd name="csX6122" fmla="*/ 1054512 w 1722333"/>
              <a:gd name="csY6122" fmla="*/ 1113168 h 1114920"/>
              <a:gd name="csX6123" fmla="*/ 1054690 w 1722333"/>
              <a:gd name="csY6123" fmla="*/ 1113185 h 1114920"/>
              <a:gd name="csX6124" fmla="*/ 1054859 w 1722333"/>
              <a:gd name="csY6124" fmla="*/ 1113203 h 1114920"/>
              <a:gd name="csX6125" fmla="*/ 1055028 w 1722333"/>
              <a:gd name="csY6125" fmla="*/ 1113221 h 1114920"/>
              <a:gd name="csX6126" fmla="*/ 1055206 w 1722333"/>
              <a:gd name="csY6126" fmla="*/ 1113248 h 1114920"/>
              <a:gd name="csX6127" fmla="*/ 1055375 w 1722333"/>
              <a:gd name="csY6127" fmla="*/ 1113265 h 1114920"/>
              <a:gd name="csX6128" fmla="*/ 1055553 w 1722333"/>
              <a:gd name="csY6128" fmla="*/ 1113283 h 1114920"/>
              <a:gd name="csX6129" fmla="*/ 1055722 w 1722333"/>
              <a:gd name="csY6129" fmla="*/ 1113301 h 1114920"/>
              <a:gd name="csX6130" fmla="*/ 1055891 w 1722333"/>
              <a:gd name="csY6130" fmla="*/ 1113319 h 1114920"/>
              <a:gd name="csX6131" fmla="*/ 1056069 w 1722333"/>
              <a:gd name="csY6131" fmla="*/ 1113337 h 1114920"/>
              <a:gd name="csX6132" fmla="*/ 1056238 w 1722333"/>
              <a:gd name="csY6132" fmla="*/ 1113355 h 1114920"/>
              <a:gd name="csX6133" fmla="*/ 1056407 w 1722333"/>
              <a:gd name="csY6133" fmla="*/ 1113372 h 1114920"/>
              <a:gd name="csX6134" fmla="*/ 1056585 w 1722333"/>
              <a:gd name="csY6134" fmla="*/ 1113390 h 1114920"/>
              <a:gd name="csX6135" fmla="*/ 1056754 w 1722333"/>
              <a:gd name="csY6135" fmla="*/ 1113408 h 1114920"/>
              <a:gd name="csX6136" fmla="*/ 1056923 w 1722333"/>
              <a:gd name="csY6136" fmla="*/ 1113426 h 1114920"/>
              <a:gd name="csX6137" fmla="*/ 1057101 w 1722333"/>
              <a:gd name="csY6137" fmla="*/ 1113443 h 1114920"/>
              <a:gd name="csX6138" fmla="*/ 1057270 w 1722333"/>
              <a:gd name="csY6138" fmla="*/ 1113461 h 1114920"/>
              <a:gd name="csX6139" fmla="*/ 1057448 w 1722333"/>
              <a:gd name="csY6139" fmla="*/ 1113479 h 1114920"/>
              <a:gd name="csX6140" fmla="*/ 1057617 w 1722333"/>
              <a:gd name="csY6140" fmla="*/ 1113497 h 1114920"/>
              <a:gd name="csX6141" fmla="*/ 1057786 w 1722333"/>
              <a:gd name="csY6141" fmla="*/ 1113515 h 1114920"/>
              <a:gd name="csX6142" fmla="*/ 1057964 w 1722333"/>
              <a:gd name="csY6142" fmla="*/ 1113532 h 1114920"/>
              <a:gd name="csX6143" fmla="*/ 1058133 w 1722333"/>
              <a:gd name="csY6143" fmla="*/ 1113541 h 1114920"/>
              <a:gd name="csX6144" fmla="*/ 1058302 w 1722333"/>
              <a:gd name="csY6144" fmla="*/ 1113559 h 1114920"/>
              <a:gd name="csX6145" fmla="*/ 1058480 w 1722333"/>
              <a:gd name="csY6145" fmla="*/ 1113577 h 1114920"/>
              <a:gd name="csX6146" fmla="*/ 1058649 w 1722333"/>
              <a:gd name="csY6146" fmla="*/ 1113595 h 1114920"/>
              <a:gd name="csX6147" fmla="*/ 1058818 w 1722333"/>
              <a:gd name="csY6147" fmla="*/ 1113612 h 1114920"/>
              <a:gd name="csX6148" fmla="*/ 1058996 w 1722333"/>
              <a:gd name="csY6148" fmla="*/ 1113621 h 1114920"/>
              <a:gd name="csX6149" fmla="*/ 1059165 w 1722333"/>
              <a:gd name="csY6149" fmla="*/ 1113639 h 1114920"/>
              <a:gd name="csX6150" fmla="*/ 1059343 w 1722333"/>
              <a:gd name="csY6150" fmla="*/ 1113657 h 1114920"/>
              <a:gd name="csX6151" fmla="*/ 1059512 w 1722333"/>
              <a:gd name="csY6151" fmla="*/ 1113666 h 1114920"/>
              <a:gd name="csX6152" fmla="*/ 1059681 w 1722333"/>
              <a:gd name="csY6152" fmla="*/ 1113684 h 1114920"/>
              <a:gd name="csX6153" fmla="*/ 1059859 w 1722333"/>
              <a:gd name="csY6153" fmla="*/ 1113701 h 1114920"/>
              <a:gd name="csX6154" fmla="*/ 1060028 w 1722333"/>
              <a:gd name="csY6154" fmla="*/ 1113710 h 1114920"/>
              <a:gd name="csX6155" fmla="*/ 1060197 w 1722333"/>
              <a:gd name="csY6155" fmla="*/ 1113728 h 1114920"/>
              <a:gd name="csX6156" fmla="*/ 1060375 w 1722333"/>
              <a:gd name="csY6156" fmla="*/ 1113737 h 1114920"/>
              <a:gd name="csX6157" fmla="*/ 1060544 w 1722333"/>
              <a:gd name="csY6157" fmla="*/ 1113755 h 1114920"/>
              <a:gd name="csX6158" fmla="*/ 1060713 w 1722333"/>
              <a:gd name="csY6158" fmla="*/ 1113773 h 1114920"/>
              <a:gd name="csX6159" fmla="*/ 1060891 w 1722333"/>
              <a:gd name="csY6159" fmla="*/ 1113782 h 1114920"/>
              <a:gd name="csX6160" fmla="*/ 1061060 w 1722333"/>
              <a:gd name="csY6160" fmla="*/ 1113799 h 1114920"/>
              <a:gd name="csX6161" fmla="*/ 1061238 w 1722333"/>
              <a:gd name="csY6161" fmla="*/ 1113808 h 1114920"/>
              <a:gd name="csX6162" fmla="*/ 1061407 w 1722333"/>
              <a:gd name="csY6162" fmla="*/ 1113826 h 1114920"/>
              <a:gd name="csX6163" fmla="*/ 1061576 w 1722333"/>
              <a:gd name="csY6163" fmla="*/ 1113835 h 1114920"/>
              <a:gd name="csX6164" fmla="*/ 1061754 w 1722333"/>
              <a:gd name="csY6164" fmla="*/ 1113853 h 1114920"/>
              <a:gd name="csX6165" fmla="*/ 1061923 w 1722333"/>
              <a:gd name="csY6165" fmla="*/ 1113862 h 1114920"/>
              <a:gd name="csX6166" fmla="*/ 1062092 w 1722333"/>
              <a:gd name="csY6166" fmla="*/ 1113870 h 1114920"/>
              <a:gd name="csX6167" fmla="*/ 1062270 w 1722333"/>
              <a:gd name="csY6167" fmla="*/ 1113888 h 1114920"/>
              <a:gd name="csX6168" fmla="*/ 1062439 w 1722333"/>
              <a:gd name="csY6168" fmla="*/ 1113897 h 1114920"/>
              <a:gd name="csX6169" fmla="*/ 1062608 w 1722333"/>
              <a:gd name="csY6169" fmla="*/ 1113915 h 1114920"/>
              <a:gd name="csX6170" fmla="*/ 1062786 w 1722333"/>
              <a:gd name="csY6170" fmla="*/ 1113924 h 1114920"/>
              <a:gd name="csX6171" fmla="*/ 1062955 w 1722333"/>
              <a:gd name="csY6171" fmla="*/ 1113933 h 1114920"/>
              <a:gd name="csX6172" fmla="*/ 1063124 w 1722333"/>
              <a:gd name="csY6172" fmla="*/ 1113951 h 1114920"/>
              <a:gd name="csX6173" fmla="*/ 1063302 w 1722333"/>
              <a:gd name="csY6173" fmla="*/ 1113959 h 1114920"/>
              <a:gd name="csX6174" fmla="*/ 1063471 w 1722333"/>
              <a:gd name="csY6174" fmla="*/ 1113968 h 1114920"/>
              <a:gd name="csX6175" fmla="*/ 1063649 w 1722333"/>
              <a:gd name="csY6175" fmla="*/ 1113977 h 1114920"/>
              <a:gd name="csX6176" fmla="*/ 1063818 w 1722333"/>
              <a:gd name="csY6176" fmla="*/ 1113995 h 1114920"/>
              <a:gd name="csX6177" fmla="*/ 1063987 w 1722333"/>
              <a:gd name="csY6177" fmla="*/ 1114004 h 1114920"/>
              <a:gd name="csX6178" fmla="*/ 1064165 w 1722333"/>
              <a:gd name="csY6178" fmla="*/ 1114013 h 1114920"/>
              <a:gd name="csX6179" fmla="*/ 1064334 w 1722333"/>
              <a:gd name="csY6179" fmla="*/ 1114022 h 1114920"/>
              <a:gd name="csX6180" fmla="*/ 1064503 w 1722333"/>
              <a:gd name="csY6180" fmla="*/ 1114039 h 1114920"/>
              <a:gd name="csX6181" fmla="*/ 1064681 w 1722333"/>
              <a:gd name="csY6181" fmla="*/ 1114048 h 1114920"/>
              <a:gd name="csX6182" fmla="*/ 1064850 w 1722333"/>
              <a:gd name="csY6182" fmla="*/ 1114057 h 1114920"/>
              <a:gd name="csX6183" fmla="*/ 1065019 w 1722333"/>
              <a:gd name="csY6183" fmla="*/ 1114066 h 1114920"/>
              <a:gd name="csX6184" fmla="*/ 1065197 w 1722333"/>
              <a:gd name="csY6184" fmla="*/ 1114075 h 1114920"/>
              <a:gd name="csX6185" fmla="*/ 1065366 w 1722333"/>
              <a:gd name="csY6185" fmla="*/ 1114084 h 1114920"/>
              <a:gd name="csX6186" fmla="*/ 1065544 w 1722333"/>
              <a:gd name="csY6186" fmla="*/ 1114102 h 1114920"/>
              <a:gd name="csX6187" fmla="*/ 1065713 w 1722333"/>
              <a:gd name="csY6187" fmla="*/ 1114111 h 1114920"/>
              <a:gd name="csX6188" fmla="*/ 1065882 w 1722333"/>
              <a:gd name="csY6188" fmla="*/ 1114120 h 1114920"/>
              <a:gd name="csX6189" fmla="*/ 1066060 w 1722333"/>
              <a:gd name="csY6189" fmla="*/ 1114129 h 1114920"/>
              <a:gd name="csX6190" fmla="*/ 1066229 w 1722333"/>
              <a:gd name="csY6190" fmla="*/ 1114137 h 1114920"/>
              <a:gd name="csX6191" fmla="*/ 1066398 w 1722333"/>
              <a:gd name="csY6191" fmla="*/ 1114146 h 1114920"/>
              <a:gd name="csX6192" fmla="*/ 1066576 w 1722333"/>
              <a:gd name="csY6192" fmla="*/ 1114155 h 1114920"/>
              <a:gd name="csX6193" fmla="*/ 1066745 w 1722333"/>
              <a:gd name="csY6193" fmla="*/ 1114164 h 1114920"/>
              <a:gd name="csX6194" fmla="*/ 1066914 w 1722333"/>
              <a:gd name="csY6194" fmla="*/ 1114173 h 1114920"/>
              <a:gd name="csX6195" fmla="*/ 1067092 w 1722333"/>
              <a:gd name="csY6195" fmla="*/ 1114182 h 1114920"/>
              <a:gd name="csX6196" fmla="*/ 1067261 w 1722333"/>
              <a:gd name="csY6196" fmla="*/ 1114191 h 1114920"/>
              <a:gd name="csX6197" fmla="*/ 1067439 w 1722333"/>
              <a:gd name="csY6197" fmla="*/ 1114200 h 1114920"/>
              <a:gd name="csX6198" fmla="*/ 1067608 w 1722333"/>
              <a:gd name="csY6198" fmla="*/ 1114209 h 1114920"/>
              <a:gd name="csX6199" fmla="*/ 1067777 w 1722333"/>
              <a:gd name="csY6199" fmla="*/ 1114217 h 1114920"/>
              <a:gd name="csX6200" fmla="*/ 1067955 w 1722333"/>
              <a:gd name="csY6200" fmla="*/ 1114226 h 1114920"/>
              <a:gd name="csX6201" fmla="*/ 1068124 w 1722333"/>
              <a:gd name="csY6201" fmla="*/ 1114235 h 1114920"/>
              <a:gd name="csX6202" fmla="*/ 1068293 w 1722333"/>
              <a:gd name="csY6202" fmla="*/ 1114244 h 1114920"/>
              <a:gd name="csX6203" fmla="*/ 1068471 w 1722333"/>
              <a:gd name="csY6203" fmla="*/ 1114253 h 1114920"/>
              <a:gd name="csX6204" fmla="*/ 1068640 w 1722333"/>
              <a:gd name="csY6204" fmla="*/ 1114262 h 1114920"/>
              <a:gd name="csX6205" fmla="*/ 1068809 w 1722333"/>
              <a:gd name="csY6205" fmla="*/ 1114271 h 1114920"/>
              <a:gd name="csX6206" fmla="*/ 1068987 w 1722333"/>
              <a:gd name="csY6206" fmla="*/ 1114280 h 1114920"/>
              <a:gd name="csX6207" fmla="*/ 1069156 w 1722333"/>
              <a:gd name="csY6207" fmla="*/ 1114289 h 1114920"/>
              <a:gd name="csX6208" fmla="*/ 1069334 w 1722333"/>
              <a:gd name="csY6208" fmla="*/ 1114297 h 1114920"/>
              <a:gd name="csX6209" fmla="*/ 1069503 w 1722333"/>
              <a:gd name="csY6209" fmla="*/ 1114297 h 1114920"/>
              <a:gd name="csX6210" fmla="*/ 1069672 w 1722333"/>
              <a:gd name="csY6210" fmla="*/ 1114306 h 1114920"/>
              <a:gd name="csX6211" fmla="*/ 1069850 w 1722333"/>
              <a:gd name="csY6211" fmla="*/ 1114315 h 1114920"/>
              <a:gd name="csX6212" fmla="*/ 1070019 w 1722333"/>
              <a:gd name="csY6212" fmla="*/ 1114324 h 1114920"/>
              <a:gd name="csX6213" fmla="*/ 1070188 w 1722333"/>
              <a:gd name="csY6213" fmla="*/ 1114333 h 1114920"/>
              <a:gd name="csX6214" fmla="*/ 1070366 w 1722333"/>
              <a:gd name="csY6214" fmla="*/ 1114342 h 1114920"/>
              <a:gd name="csX6215" fmla="*/ 1070535 w 1722333"/>
              <a:gd name="csY6215" fmla="*/ 1114342 h 1114920"/>
              <a:gd name="csX6216" fmla="*/ 1070704 w 1722333"/>
              <a:gd name="csY6216" fmla="*/ 1114351 h 1114920"/>
              <a:gd name="csX6217" fmla="*/ 1070882 w 1722333"/>
              <a:gd name="csY6217" fmla="*/ 1114360 h 1114920"/>
              <a:gd name="csX6218" fmla="*/ 1071051 w 1722333"/>
              <a:gd name="csY6218" fmla="*/ 1114369 h 1114920"/>
              <a:gd name="csX6219" fmla="*/ 1071220 w 1722333"/>
              <a:gd name="csY6219" fmla="*/ 1114378 h 1114920"/>
              <a:gd name="csX6220" fmla="*/ 1071398 w 1722333"/>
              <a:gd name="csY6220" fmla="*/ 1114378 h 1114920"/>
              <a:gd name="csX6221" fmla="*/ 1071567 w 1722333"/>
              <a:gd name="csY6221" fmla="*/ 1114386 h 1114920"/>
              <a:gd name="csX6222" fmla="*/ 1071745 w 1722333"/>
              <a:gd name="csY6222" fmla="*/ 1114395 h 1114920"/>
              <a:gd name="csX6223" fmla="*/ 1071914 w 1722333"/>
              <a:gd name="csY6223" fmla="*/ 1114404 h 1114920"/>
              <a:gd name="csX6224" fmla="*/ 1072083 w 1722333"/>
              <a:gd name="csY6224" fmla="*/ 1114404 h 1114920"/>
              <a:gd name="csX6225" fmla="*/ 1072261 w 1722333"/>
              <a:gd name="csY6225" fmla="*/ 1114413 h 1114920"/>
              <a:gd name="csX6226" fmla="*/ 1072430 w 1722333"/>
              <a:gd name="csY6226" fmla="*/ 1114422 h 1114920"/>
              <a:gd name="csX6227" fmla="*/ 1072599 w 1722333"/>
              <a:gd name="csY6227" fmla="*/ 1114422 h 1114920"/>
              <a:gd name="csX6228" fmla="*/ 1072777 w 1722333"/>
              <a:gd name="csY6228" fmla="*/ 1114431 h 1114920"/>
              <a:gd name="csX6229" fmla="*/ 1072946 w 1722333"/>
              <a:gd name="csY6229" fmla="*/ 1114440 h 1114920"/>
              <a:gd name="csX6230" fmla="*/ 1073115 w 1722333"/>
              <a:gd name="csY6230" fmla="*/ 1114449 h 1114920"/>
              <a:gd name="csX6231" fmla="*/ 1073293 w 1722333"/>
              <a:gd name="csY6231" fmla="*/ 1114449 h 1114920"/>
              <a:gd name="csX6232" fmla="*/ 1073462 w 1722333"/>
              <a:gd name="csY6232" fmla="*/ 1114458 h 1114920"/>
              <a:gd name="csX6233" fmla="*/ 1073640 w 1722333"/>
              <a:gd name="csY6233" fmla="*/ 1114467 h 1114920"/>
              <a:gd name="csX6234" fmla="*/ 1073809 w 1722333"/>
              <a:gd name="csY6234" fmla="*/ 1114467 h 1114920"/>
              <a:gd name="csX6235" fmla="*/ 1073978 w 1722333"/>
              <a:gd name="csY6235" fmla="*/ 1114475 h 1114920"/>
              <a:gd name="csX6236" fmla="*/ 1074156 w 1722333"/>
              <a:gd name="csY6236" fmla="*/ 1114475 h 1114920"/>
              <a:gd name="csX6237" fmla="*/ 1074325 w 1722333"/>
              <a:gd name="csY6237" fmla="*/ 1114484 h 1114920"/>
              <a:gd name="csX6238" fmla="*/ 1074494 w 1722333"/>
              <a:gd name="csY6238" fmla="*/ 1114493 h 1114920"/>
              <a:gd name="csX6239" fmla="*/ 1074672 w 1722333"/>
              <a:gd name="csY6239" fmla="*/ 1114493 h 1114920"/>
              <a:gd name="csX6240" fmla="*/ 1074841 w 1722333"/>
              <a:gd name="csY6240" fmla="*/ 1114502 h 1114920"/>
              <a:gd name="csX6241" fmla="*/ 1075010 w 1722333"/>
              <a:gd name="csY6241" fmla="*/ 1114511 h 1114920"/>
              <a:gd name="csX6242" fmla="*/ 1075188 w 1722333"/>
              <a:gd name="csY6242" fmla="*/ 1114511 h 1114920"/>
              <a:gd name="csX6243" fmla="*/ 1075357 w 1722333"/>
              <a:gd name="csY6243" fmla="*/ 1114520 h 1114920"/>
              <a:gd name="csX6244" fmla="*/ 1075535 w 1722333"/>
              <a:gd name="csY6244" fmla="*/ 1114520 h 1114920"/>
              <a:gd name="csX6245" fmla="*/ 1075704 w 1722333"/>
              <a:gd name="csY6245" fmla="*/ 1114529 h 1114920"/>
              <a:gd name="csX6246" fmla="*/ 1075873 w 1722333"/>
              <a:gd name="csY6246" fmla="*/ 1114529 h 1114920"/>
              <a:gd name="csX6247" fmla="*/ 1076051 w 1722333"/>
              <a:gd name="csY6247" fmla="*/ 1114538 h 1114920"/>
              <a:gd name="csX6248" fmla="*/ 1076220 w 1722333"/>
              <a:gd name="csY6248" fmla="*/ 1114547 h 1114920"/>
              <a:gd name="csX6249" fmla="*/ 1076389 w 1722333"/>
              <a:gd name="csY6249" fmla="*/ 1114547 h 1114920"/>
              <a:gd name="csX6250" fmla="*/ 1076567 w 1722333"/>
              <a:gd name="csY6250" fmla="*/ 1114556 h 1114920"/>
              <a:gd name="csX6251" fmla="*/ 1076736 w 1722333"/>
              <a:gd name="csY6251" fmla="*/ 1114556 h 1114920"/>
              <a:gd name="csX6252" fmla="*/ 1076905 w 1722333"/>
              <a:gd name="csY6252" fmla="*/ 1114564 h 1114920"/>
              <a:gd name="csX6253" fmla="*/ 1077083 w 1722333"/>
              <a:gd name="csY6253" fmla="*/ 1114564 h 1114920"/>
              <a:gd name="csX6254" fmla="*/ 1077252 w 1722333"/>
              <a:gd name="csY6254" fmla="*/ 1114573 h 1114920"/>
              <a:gd name="csX6255" fmla="*/ 1077430 w 1722333"/>
              <a:gd name="csY6255" fmla="*/ 1114573 h 1114920"/>
              <a:gd name="csX6256" fmla="*/ 1077599 w 1722333"/>
              <a:gd name="csY6256" fmla="*/ 1114582 h 1114920"/>
              <a:gd name="csX6257" fmla="*/ 1077768 w 1722333"/>
              <a:gd name="csY6257" fmla="*/ 1114582 h 1114920"/>
              <a:gd name="csX6258" fmla="*/ 1077946 w 1722333"/>
              <a:gd name="csY6258" fmla="*/ 1114591 h 1114920"/>
              <a:gd name="csX6259" fmla="*/ 1078115 w 1722333"/>
              <a:gd name="csY6259" fmla="*/ 1114591 h 1114920"/>
              <a:gd name="csX6260" fmla="*/ 1078284 w 1722333"/>
              <a:gd name="csY6260" fmla="*/ 1114600 h 1114920"/>
              <a:gd name="csX6261" fmla="*/ 1078461 w 1722333"/>
              <a:gd name="csY6261" fmla="*/ 1114600 h 1114920"/>
              <a:gd name="csX6262" fmla="*/ 1078631 w 1722333"/>
              <a:gd name="csY6262" fmla="*/ 1114609 h 1114920"/>
              <a:gd name="csX6263" fmla="*/ 1078800 w 1722333"/>
              <a:gd name="csY6263" fmla="*/ 1114609 h 1114920"/>
              <a:gd name="csX6264" fmla="*/ 1078978 w 1722333"/>
              <a:gd name="csY6264" fmla="*/ 1114609 h 1114920"/>
              <a:gd name="csX6265" fmla="*/ 1079147 w 1722333"/>
              <a:gd name="csY6265" fmla="*/ 1114618 h 1114920"/>
              <a:gd name="csX6266" fmla="*/ 1079316 w 1722333"/>
              <a:gd name="csY6266" fmla="*/ 1114618 h 1114920"/>
              <a:gd name="csX6267" fmla="*/ 1079494 w 1722333"/>
              <a:gd name="csY6267" fmla="*/ 1114627 h 1114920"/>
              <a:gd name="csX6268" fmla="*/ 1079663 w 1722333"/>
              <a:gd name="csY6268" fmla="*/ 1114627 h 1114920"/>
              <a:gd name="csX6269" fmla="*/ 1079840 w 1722333"/>
              <a:gd name="csY6269" fmla="*/ 1114636 h 1114920"/>
              <a:gd name="csX6270" fmla="*/ 1080010 w 1722333"/>
              <a:gd name="csY6270" fmla="*/ 1114636 h 1114920"/>
              <a:gd name="csX6271" fmla="*/ 1080179 w 1722333"/>
              <a:gd name="csY6271" fmla="*/ 1114644 h 1114920"/>
              <a:gd name="csX6272" fmla="*/ 1080356 w 1722333"/>
              <a:gd name="csY6272" fmla="*/ 1114644 h 1114920"/>
              <a:gd name="csX6273" fmla="*/ 1080526 w 1722333"/>
              <a:gd name="csY6273" fmla="*/ 1114644 h 1114920"/>
              <a:gd name="csX6274" fmla="*/ 1080695 w 1722333"/>
              <a:gd name="csY6274" fmla="*/ 1114653 h 1114920"/>
              <a:gd name="csX6275" fmla="*/ 1080873 w 1722333"/>
              <a:gd name="csY6275" fmla="*/ 1114653 h 1114920"/>
              <a:gd name="csX6276" fmla="*/ 1081041 w 1722333"/>
              <a:gd name="csY6276" fmla="*/ 1114662 h 1114920"/>
              <a:gd name="csX6277" fmla="*/ 1081211 w 1722333"/>
              <a:gd name="csY6277" fmla="*/ 1114662 h 1114920"/>
              <a:gd name="csX6278" fmla="*/ 1081388 w 1722333"/>
              <a:gd name="csY6278" fmla="*/ 1114662 h 1114920"/>
              <a:gd name="csX6279" fmla="*/ 1081558 w 1722333"/>
              <a:gd name="csY6279" fmla="*/ 1114671 h 1114920"/>
              <a:gd name="csX6280" fmla="*/ 1081735 w 1722333"/>
              <a:gd name="csY6280" fmla="*/ 1114671 h 1114920"/>
              <a:gd name="csX6281" fmla="*/ 1081905 w 1722333"/>
              <a:gd name="csY6281" fmla="*/ 1114671 h 1114920"/>
              <a:gd name="csX6282" fmla="*/ 1082074 w 1722333"/>
              <a:gd name="csY6282" fmla="*/ 1114680 h 1114920"/>
              <a:gd name="csX6283" fmla="*/ 1082251 w 1722333"/>
              <a:gd name="csY6283" fmla="*/ 1114680 h 1114920"/>
              <a:gd name="csX6284" fmla="*/ 1082420 w 1722333"/>
              <a:gd name="csY6284" fmla="*/ 1114680 h 1114920"/>
              <a:gd name="csX6285" fmla="*/ 1082589 w 1722333"/>
              <a:gd name="csY6285" fmla="*/ 1114689 h 1114920"/>
              <a:gd name="csX6286" fmla="*/ 1082767 w 1722333"/>
              <a:gd name="csY6286" fmla="*/ 1114689 h 1114920"/>
              <a:gd name="csX6287" fmla="*/ 1082936 w 1722333"/>
              <a:gd name="csY6287" fmla="*/ 1114698 h 1114920"/>
              <a:gd name="csX6288" fmla="*/ 1083106 w 1722333"/>
              <a:gd name="csY6288" fmla="*/ 1114698 h 1114920"/>
              <a:gd name="csX6289" fmla="*/ 1083283 w 1722333"/>
              <a:gd name="csY6289" fmla="*/ 1114698 h 1114920"/>
              <a:gd name="csX6290" fmla="*/ 1083452 w 1722333"/>
              <a:gd name="csY6290" fmla="*/ 1114707 h 1114920"/>
              <a:gd name="csX6291" fmla="*/ 1083630 w 1722333"/>
              <a:gd name="csY6291" fmla="*/ 1114707 h 1114920"/>
              <a:gd name="csX6292" fmla="*/ 1083799 w 1722333"/>
              <a:gd name="csY6292" fmla="*/ 1114707 h 1114920"/>
              <a:gd name="csX6293" fmla="*/ 1083968 w 1722333"/>
              <a:gd name="csY6293" fmla="*/ 1114707 h 1114920"/>
              <a:gd name="csX6294" fmla="*/ 1084146 w 1722333"/>
              <a:gd name="csY6294" fmla="*/ 1114716 h 1114920"/>
              <a:gd name="csX6295" fmla="*/ 1084315 w 1722333"/>
              <a:gd name="csY6295" fmla="*/ 1114716 h 1114920"/>
              <a:gd name="csX6296" fmla="*/ 1084484 w 1722333"/>
              <a:gd name="csY6296" fmla="*/ 1114716 h 1114920"/>
              <a:gd name="csX6297" fmla="*/ 1084662 w 1722333"/>
              <a:gd name="csY6297" fmla="*/ 1114725 h 1114920"/>
              <a:gd name="csX6298" fmla="*/ 1084831 w 1722333"/>
              <a:gd name="csY6298" fmla="*/ 1114725 h 1114920"/>
              <a:gd name="csX6299" fmla="*/ 1085000 w 1722333"/>
              <a:gd name="csY6299" fmla="*/ 1114725 h 1114920"/>
              <a:gd name="csX6300" fmla="*/ 1085178 w 1722333"/>
              <a:gd name="csY6300" fmla="*/ 1114733 h 1114920"/>
              <a:gd name="csX6301" fmla="*/ 1085347 w 1722333"/>
              <a:gd name="csY6301" fmla="*/ 1114733 h 1114920"/>
              <a:gd name="csX6302" fmla="*/ 1085525 w 1722333"/>
              <a:gd name="csY6302" fmla="*/ 1114733 h 1114920"/>
              <a:gd name="csX6303" fmla="*/ 1085694 w 1722333"/>
              <a:gd name="csY6303" fmla="*/ 1114733 h 1114920"/>
              <a:gd name="csX6304" fmla="*/ 1085863 w 1722333"/>
              <a:gd name="csY6304" fmla="*/ 1114742 h 1114920"/>
              <a:gd name="csX6305" fmla="*/ 1086041 w 1722333"/>
              <a:gd name="csY6305" fmla="*/ 1114742 h 1114920"/>
              <a:gd name="csX6306" fmla="*/ 1086210 w 1722333"/>
              <a:gd name="csY6306" fmla="*/ 1114742 h 1114920"/>
              <a:gd name="csX6307" fmla="*/ 1086379 w 1722333"/>
              <a:gd name="csY6307" fmla="*/ 1114751 h 1114920"/>
              <a:gd name="csX6308" fmla="*/ 1086557 w 1722333"/>
              <a:gd name="csY6308" fmla="*/ 1114751 h 1114920"/>
              <a:gd name="csX6309" fmla="*/ 1086726 w 1722333"/>
              <a:gd name="csY6309" fmla="*/ 1114751 h 1114920"/>
              <a:gd name="csX6310" fmla="*/ 1086895 w 1722333"/>
              <a:gd name="csY6310" fmla="*/ 1114751 h 1114920"/>
              <a:gd name="csX6311" fmla="*/ 1087073 w 1722333"/>
              <a:gd name="csY6311" fmla="*/ 1114760 h 1114920"/>
              <a:gd name="csX6312" fmla="*/ 1087242 w 1722333"/>
              <a:gd name="csY6312" fmla="*/ 1114760 h 1114920"/>
              <a:gd name="csX6313" fmla="*/ 1087411 w 1722333"/>
              <a:gd name="csY6313" fmla="*/ 1114760 h 1114920"/>
              <a:gd name="csX6314" fmla="*/ 1087589 w 1722333"/>
              <a:gd name="csY6314" fmla="*/ 1114760 h 1114920"/>
              <a:gd name="csX6315" fmla="*/ 1087758 w 1722333"/>
              <a:gd name="csY6315" fmla="*/ 1114769 h 1114920"/>
              <a:gd name="csX6316" fmla="*/ 1087936 w 1722333"/>
              <a:gd name="csY6316" fmla="*/ 1114769 h 1114920"/>
              <a:gd name="csX6317" fmla="*/ 1088105 w 1722333"/>
              <a:gd name="csY6317" fmla="*/ 1114769 h 1114920"/>
              <a:gd name="csX6318" fmla="*/ 1088274 w 1722333"/>
              <a:gd name="csY6318" fmla="*/ 1114769 h 1114920"/>
              <a:gd name="csX6319" fmla="*/ 1088452 w 1722333"/>
              <a:gd name="csY6319" fmla="*/ 1114769 h 1114920"/>
              <a:gd name="csX6320" fmla="*/ 1088621 w 1722333"/>
              <a:gd name="csY6320" fmla="*/ 1114778 h 1114920"/>
              <a:gd name="csX6321" fmla="*/ 1088790 w 1722333"/>
              <a:gd name="csY6321" fmla="*/ 1114778 h 1114920"/>
              <a:gd name="csX6322" fmla="*/ 1088968 w 1722333"/>
              <a:gd name="csY6322" fmla="*/ 1114778 h 1114920"/>
              <a:gd name="csX6323" fmla="*/ 1089137 w 1722333"/>
              <a:gd name="csY6323" fmla="*/ 1114778 h 1114920"/>
              <a:gd name="csX6324" fmla="*/ 1089306 w 1722333"/>
              <a:gd name="csY6324" fmla="*/ 1114787 h 1114920"/>
              <a:gd name="csX6325" fmla="*/ 1089484 w 1722333"/>
              <a:gd name="csY6325" fmla="*/ 1114787 h 1114920"/>
              <a:gd name="csX6326" fmla="*/ 1089653 w 1722333"/>
              <a:gd name="csY6326" fmla="*/ 1114787 h 1114920"/>
              <a:gd name="csX6327" fmla="*/ 1089831 w 1722333"/>
              <a:gd name="csY6327" fmla="*/ 1114787 h 1114920"/>
              <a:gd name="csX6328" fmla="*/ 1090000 w 1722333"/>
              <a:gd name="csY6328" fmla="*/ 1114787 h 1114920"/>
              <a:gd name="csX6329" fmla="*/ 1090169 w 1722333"/>
              <a:gd name="csY6329" fmla="*/ 1114796 h 1114920"/>
              <a:gd name="csX6330" fmla="*/ 1090347 w 1722333"/>
              <a:gd name="csY6330" fmla="*/ 1114796 h 1114920"/>
              <a:gd name="csX6331" fmla="*/ 1090516 w 1722333"/>
              <a:gd name="csY6331" fmla="*/ 1114796 h 1114920"/>
              <a:gd name="csX6332" fmla="*/ 1090685 w 1722333"/>
              <a:gd name="csY6332" fmla="*/ 1114796 h 1114920"/>
              <a:gd name="csX6333" fmla="*/ 1090863 w 1722333"/>
              <a:gd name="csY6333" fmla="*/ 1114796 h 1114920"/>
              <a:gd name="csX6334" fmla="*/ 1091032 w 1722333"/>
              <a:gd name="csY6334" fmla="*/ 1114805 h 1114920"/>
              <a:gd name="csX6335" fmla="*/ 1091201 w 1722333"/>
              <a:gd name="csY6335" fmla="*/ 1114805 h 1114920"/>
              <a:gd name="csX6336" fmla="*/ 1091379 w 1722333"/>
              <a:gd name="csY6336" fmla="*/ 1114805 h 1114920"/>
              <a:gd name="csX6337" fmla="*/ 1091548 w 1722333"/>
              <a:gd name="csY6337" fmla="*/ 1114805 h 1114920"/>
              <a:gd name="csX6338" fmla="*/ 1091726 w 1722333"/>
              <a:gd name="csY6338" fmla="*/ 1114805 h 1114920"/>
              <a:gd name="csX6339" fmla="*/ 1091895 w 1722333"/>
              <a:gd name="csY6339" fmla="*/ 1114813 h 1114920"/>
              <a:gd name="csX6340" fmla="*/ 1092064 w 1722333"/>
              <a:gd name="csY6340" fmla="*/ 1114813 h 1114920"/>
              <a:gd name="csX6341" fmla="*/ 1092242 w 1722333"/>
              <a:gd name="csY6341" fmla="*/ 1114813 h 1114920"/>
              <a:gd name="csX6342" fmla="*/ 1092411 w 1722333"/>
              <a:gd name="csY6342" fmla="*/ 1114813 h 1114920"/>
              <a:gd name="csX6343" fmla="*/ 1092580 w 1722333"/>
              <a:gd name="csY6343" fmla="*/ 1114813 h 1114920"/>
              <a:gd name="csX6344" fmla="*/ 1092758 w 1722333"/>
              <a:gd name="csY6344" fmla="*/ 1114813 h 1114920"/>
              <a:gd name="csX6345" fmla="*/ 1092927 w 1722333"/>
              <a:gd name="csY6345" fmla="*/ 1114822 h 1114920"/>
              <a:gd name="csX6346" fmla="*/ 1093096 w 1722333"/>
              <a:gd name="csY6346" fmla="*/ 1114822 h 1114920"/>
              <a:gd name="csX6347" fmla="*/ 1093274 w 1722333"/>
              <a:gd name="csY6347" fmla="*/ 1114822 h 1114920"/>
              <a:gd name="csX6348" fmla="*/ 1093443 w 1722333"/>
              <a:gd name="csY6348" fmla="*/ 1114822 h 1114920"/>
              <a:gd name="csX6349" fmla="*/ 1093621 w 1722333"/>
              <a:gd name="csY6349" fmla="*/ 1114822 h 1114920"/>
              <a:gd name="csX6350" fmla="*/ 1093790 w 1722333"/>
              <a:gd name="csY6350" fmla="*/ 1114822 h 1114920"/>
              <a:gd name="csX6351" fmla="*/ 1093959 w 1722333"/>
              <a:gd name="csY6351" fmla="*/ 1114822 h 1114920"/>
              <a:gd name="csX6352" fmla="*/ 1094137 w 1722333"/>
              <a:gd name="csY6352" fmla="*/ 1114831 h 1114920"/>
              <a:gd name="csX6353" fmla="*/ 1094306 w 1722333"/>
              <a:gd name="csY6353" fmla="*/ 1114831 h 1114920"/>
              <a:gd name="csX6354" fmla="*/ 1094475 w 1722333"/>
              <a:gd name="csY6354" fmla="*/ 1114831 h 1114920"/>
              <a:gd name="csX6355" fmla="*/ 1094653 w 1722333"/>
              <a:gd name="csY6355" fmla="*/ 1114831 h 1114920"/>
              <a:gd name="csX6356" fmla="*/ 1094822 w 1722333"/>
              <a:gd name="csY6356" fmla="*/ 1114831 h 1114920"/>
              <a:gd name="csX6357" fmla="*/ 1094991 w 1722333"/>
              <a:gd name="csY6357" fmla="*/ 1114831 h 1114920"/>
              <a:gd name="csX6358" fmla="*/ 1095169 w 1722333"/>
              <a:gd name="csY6358" fmla="*/ 1114831 h 1114920"/>
              <a:gd name="csX6359" fmla="*/ 1095338 w 1722333"/>
              <a:gd name="csY6359" fmla="*/ 1114840 h 1114920"/>
              <a:gd name="csX6360" fmla="*/ 1095507 w 1722333"/>
              <a:gd name="csY6360" fmla="*/ 1114840 h 1114920"/>
              <a:gd name="csX6361" fmla="*/ 1095685 w 1722333"/>
              <a:gd name="csY6361" fmla="*/ 1114840 h 1114920"/>
              <a:gd name="csX6362" fmla="*/ 1095854 w 1722333"/>
              <a:gd name="csY6362" fmla="*/ 1114840 h 1114920"/>
              <a:gd name="csX6363" fmla="*/ 1096032 w 1722333"/>
              <a:gd name="csY6363" fmla="*/ 1114840 h 1114920"/>
              <a:gd name="csX6364" fmla="*/ 1096201 w 1722333"/>
              <a:gd name="csY6364" fmla="*/ 1114840 h 1114920"/>
              <a:gd name="csX6365" fmla="*/ 1096370 w 1722333"/>
              <a:gd name="csY6365" fmla="*/ 1114840 h 1114920"/>
              <a:gd name="csX6366" fmla="*/ 1096548 w 1722333"/>
              <a:gd name="csY6366" fmla="*/ 1114849 h 1114920"/>
              <a:gd name="csX6367" fmla="*/ 1096717 w 1722333"/>
              <a:gd name="csY6367" fmla="*/ 1114849 h 1114920"/>
              <a:gd name="csX6368" fmla="*/ 1096886 w 1722333"/>
              <a:gd name="csY6368" fmla="*/ 1114849 h 1114920"/>
              <a:gd name="csX6369" fmla="*/ 1097064 w 1722333"/>
              <a:gd name="csY6369" fmla="*/ 1114849 h 1114920"/>
              <a:gd name="csX6370" fmla="*/ 1097233 w 1722333"/>
              <a:gd name="csY6370" fmla="*/ 1114849 h 1114920"/>
              <a:gd name="csX6371" fmla="*/ 1097402 w 1722333"/>
              <a:gd name="csY6371" fmla="*/ 1114849 h 1114920"/>
              <a:gd name="csX6372" fmla="*/ 1097580 w 1722333"/>
              <a:gd name="csY6372" fmla="*/ 1114849 h 1114920"/>
              <a:gd name="csX6373" fmla="*/ 1097749 w 1722333"/>
              <a:gd name="csY6373" fmla="*/ 1114849 h 1114920"/>
              <a:gd name="csX6374" fmla="*/ 1097927 w 1722333"/>
              <a:gd name="csY6374" fmla="*/ 1114849 h 1114920"/>
              <a:gd name="csX6375" fmla="*/ 1098096 w 1722333"/>
              <a:gd name="csY6375" fmla="*/ 1114858 h 1114920"/>
              <a:gd name="csX6376" fmla="*/ 1098265 w 1722333"/>
              <a:gd name="csY6376" fmla="*/ 1114858 h 1114920"/>
              <a:gd name="csX6377" fmla="*/ 1098443 w 1722333"/>
              <a:gd name="csY6377" fmla="*/ 1114858 h 1114920"/>
              <a:gd name="csX6378" fmla="*/ 1098612 w 1722333"/>
              <a:gd name="csY6378" fmla="*/ 1114858 h 1114920"/>
              <a:gd name="csX6379" fmla="*/ 1098781 w 1722333"/>
              <a:gd name="csY6379" fmla="*/ 1114858 h 1114920"/>
              <a:gd name="csX6380" fmla="*/ 1098959 w 1722333"/>
              <a:gd name="csY6380" fmla="*/ 1114858 h 1114920"/>
              <a:gd name="csX6381" fmla="*/ 1099128 w 1722333"/>
              <a:gd name="csY6381" fmla="*/ 1114858 h 1114920"/>
              <a:gd name="csX6382" fmla="*/ 1099297 w 1722333"/>
              <a:gd name="csY6382" fmla="*/ 1114858 h 1114920"/>
              <a:gd name="csX6383" fmla="*/ 1099475 w 1722333"/>
              <a:gd name="csY6383" fmla="*/ 1114858 h 1114920"/>
              <a:gd name="csX6384" fmla="*/ 1099644 w 1722333"/>
              <a:gd name="csY6384" fmla="*/ 1114858 h 1114920"/>
              <a:gd name="csX6385" fmla="*/ 1099822 w 1722333"/>
              <a:gd name="csY6385" fmla="*/ 1114867 h 1114920"/>
              <a:gd name="csX6386" fmla="*/ 1099991 w 1722333"/>
              <a:gd name="csY6386" fmla="*/ 1114867 h 1114920"/>
              <a:gd name="csX6387" fmla="*/ 1100160 w 1722333"/>
              <a:gd name="csY6387" fmla="*/ 1114867 h 1114920"/>
              <a:gd name="csX6388" fmla="*/ 1100338 w 1722333"/>
              <a:gd name="csY6388" fmla="*/ 1114867 h 1114920"/>
              <a:gd name="csX6389" fmla="*/ 1100507 w 1722333"/>
              <a:gd name="csY6389" fmla="*/ 1114867 h 1114920"/>
              <a:gd name="csX6390" fmla="*/ 1100676 w 1722333"/>
              <a:gd name="csY6390" fmla="*/ 1114867 h 1114920"/>
              <a:gd name="csX6391" fmla="*/ 1100854 w 1722333"/>
              <a:gd name="csY6391" fmla="*/ 1114867 h 1114920"/>
              <a:gd name="csX6392" fmla="*/ 1101023 w 1722333"/>
              <a:gd name="csY6392" fmla="*/ 1114867 h 1114920"/>
              <a:gd name="csX6393" fmla="*/ 1101192 w 1722333"/>
              <a:gd name="csY6393" fmla="*/ 1114867 h 1114920"/>
              <a:gd name="csX6394" fmla="*/ 1101370 w 1722333"/>
              <a:gd name="csY6394" fmla="*/ 1114867 h 1114920"/>
              <a:gd name="csX6395" fmla="*/ 1101539 w 1722333"/>
              <a:gd name="csY6395" fmla="*/ 1114867 h 1114920"/>
              <a:gd name="csX6396" fmla="*/ 1101717 w 1722333"/>
              <a:gd name="csY6396" fmla="*/ 1114876 h 1114920"/>
              <a:gd name="csX6397" fmla="*/ 1101886 w 1722333"/>
              <a:gd name="csY6397" fmla="*/ 1114876 h 1114920"/>
              <a:gd name="csX6398" fmla="*/ 1102055 w 1722333"/>
              <a:gd name="csY6398" fmla="*/ 1114876 h 1114920"/>
              <a:gd name="csX6399" fmla="*/ 1102233 w 1722333"/>
              <a:gd name="csY6399" fmla="*/ 1114876 h 1114920"/>
              <a:gd name="csX6400" fmla="*/ 1102402 w 1722333"/>
              <a:gd name="csY6400" fmla="*/ 1114876 h 1114920"/>
              <a:gd name="csX6401" fmla="*/ 1102571 w 1722333"/>
              <a:gd name="csY6401" fmla="*/ 1114876 h 1114920"/>
              <a:gd name="csX6402" fmla="*/ 1102749 w 1722333"/>
              <a:gd name="csY6402" fmla="*/ 1114876 h 1114920"/>
              <a:gd name="csX6403" fmla="*/ 1102918 w 1722333"/>
              <a:gd name="csY6403" fmla="*/ 1114876 h 1114920"/>
              <a:gd name="csX6404" fmla="*/ 1103087 w 1722333"/>
              <a:gd name="csY6404" fmla="*/ 1114876 h 1114920"/>
              <a:gd name="csX6405" fmla="*/ 1103265 w 1722333"/>
              <a:gd name="csY6405" fmla="*/ 1114876 h 1114920"/>
              <a:gd name="csX6406" fmla="*/ 1103434 w 1722333"/>
              <a:gd name="csY6406" fmla="*/ 1114876 h 1114920"/>
              <a:gd name="csX6407" fmla="*/ 1103603 w 1722333"/>
              <a:gd name="csY6407" fmla="*/ 1114876 h 1114920"/>
              <a:gd name="csX6408" fmla="*/ 1103781 w 1722333"/>
              <a:gd name="csY6408" fmla="*/ 1114876 h 1114920"/>
              <a:gd name="csX6409" fmla="*/ 1103950 w 1722333"/>
              <a:gd name="csY6409" fmla="*/ 1114885 h 1114920"/>
              <a:gd name="csX6410" fmla="*/ 1104128 w 1722333"/>
              <a:gd name="csY6410" fmla="*/ 1114885 h 1114920"/>
              <a:gd name="csX6411" fmla="*/ 1104297 w 1722333"/>
              <a:gd name="csY6411" fmla="*/ 1114885 h 1114920"/>
              <a:gd name="csX6412" fmla="*/ 1104466 w 1722333"/>
              <a:gd name="csY6412" fmla="*/ 1114885 h 1114920"/>
              <a:gd name="csX6413" fmla="*/ 1104644 w 1722333"/>
              <a:gd name="csY6413" fmla="*/ 1114885 h 1114920"/>
              <a:gd name="csX6414" fmla="*/ 1104813 w 1722333"/>
              <a:gd name="csY6414" fmla="*/ 1114885 h 1114920"/>
              <a:gd name="csX6415" fmla="*/ 1104982 w 1722333"/>
              <a:gd name="csY6415" fmla="*/ 1114885 h 1114920"/>
              <a:gd name="csX6416" fmla="*/ 1105160 w 1722333"/>
              <a:gd name="csY6416" fmla="*/ 1114885 h 1114920"/>
              <a:gd name="csX6417" fmla="*/ 1105329 w 1722333"/>
              <a:gd name="csY6417" fmla="*/ 1114885 h 1114920"/>
              <a:gd name="csX6418" fmla="*/ 1105498 w 1722333"/>
              <a:gd name="csY6418" fmla="*/ 1114885 h 1114920"/>
              <a:gd name="csX6419" fmla="*/ 1105676 w 1722333"/>
              <a:gd name="csY6419" fmla="*/ 1114885 h 1114920"/>
              <a:gd name="csX6420" fmla="*/ 1105845 w 1722333"/>
              <a:gd name="csY6420" fmla="*/ 1114885 h 1114920"/>
              <a:gd name="csX6421" fmla="*/ 1106023 w 1722333"/>
              <a:gd name="csY6421" fmla="*/ 1114885 h 1114920"/>
              <a:gd name="csX6422" fmla="*/ 1106192 w 1722333"/>
              <a:gd name="csY6422" fmla="*/ 1114885 h 1114920"/>
              <a:gd name="csX6423" fmla="*/ 1106361 w 1722333"/>
              <a:gd name="csY6423" fmla="*/ 1114885 h 1114920"/>
              <a:gd name="csX6424" fmla="*/ 1106539 w 1722333"/>
              <a:gd name="csY6424" fmla="*/ 1114885 h 1114920"/>
              <a:gd name="csX6425" fmla="*/ 1106708 w 1722333"/>
              <a:gd name="csY6425" fmla="*/ 1114894 h 1114920"/>
              <a:gd name="csX6426" fmla="*/ 1106877 w 1722333"/>
              <a:gd name="csY6426" fmla="*/ 1114894 h 1114920"/>
              <a:gd name="csX6427" fmla="*/ 1107055 w 1722333"/>
              <a:gd name="csY6427" fmla="*/ 1114894 h 1114920"/>
              <a:gd name="csX6428" fmla="*/ 1107224 w 1722333"/>
              <a:gd name="csY6428" fmla="*/ 1114894 h 1114920"/>
              <a:gd name="csX6429" fmla="*/ 1107393 w 1722333"/>
              <a:gd name="csY6429" fmla="*/ 1114894 h 1114920"/>
              <a:gd name="csX6430" fmla="*/ 1107571 w 1722333"/>
              <a:gd name="csY6430" fmla="*/ 1114894 h 1114920"/>
              <a:gd name="csX6431" fmla="*/ 1107740 w 1722333"/>
              <a:gd name="csY6431" fmla="*/ 1114894 h 1114920"/>
              <a:gd name="csX6432" fmla="*/ 1107918 w 1722333"/>
              <a:gd name="csY6432" fmla="*/ 1114894 h 1114920"/>
              <a:gd name="csX6433" fmla="*/ 1108087 w 1722333"/>
              <a:gd name="csY6433" fmla="*/ 1114894 h 1114920"/>
              <a:gd name="csX6434" fmla="*/ 1108256 w 1722333"/>
              <a:gd name="csY6434" fmla="*/ 1114894 h 1114920"/>
              <a:gd name="csX6435" fmla="*/ 1108434 w 1722333"/>
              <a:gd name="csY6435" fmla="*/ 1114894 h 1114920"/>
              <a:gd name="csX6436" fmla="*/ 1108603 w 1722333"/>
              <a:gd name="csY6436" fmla="*/ 1114894 h 1114920"/>
              <a:gd name="csX6437" fmla="*/ 1108772 w 1722333"/>
              <a:gd name="csY6437" fmla="*/ 1114894 h 1114920"/>
              <a:gd name="csX6438" fmla="*/ 1108950 w 1722333"/>
              <a:gd name="csY6438" fmla="*/ 1114894 h 1114920"/>
              <a:gd name="csX6439" fmla="*/ 1109119 w 1722333"/>
              <a:gd name="csY6439" fmla="*/ 1114894 h 1114920"/>
              <a:gd name="csX6440" fmla="*/ 1109288 w 1722333"/>
              <a:gd name="csY6440" fmla="*/ 1114894 h 1114920"/>
              <a:gd name="csX6441" fmla="*/ 1109466 w 1722333"/>
              <a:gd name="csY6441" fmla="*/ 1114894 h 1114920"/>
              <a:gd name="csX6442" fmla="*/ 1109635 w 1722333"/>
              <a:gd name="csY6442" fmla="*/ 1114894 h 1114920"/>
              <a:gd name="csX6443" fmla="*/ 1109813 w 1722333"/>
              <a:gd name="csY6443" fmla="*/ 1114894 h 1114920"/>
              <a:gd name="csX6444" fmla="*/ 1109982 w 1722333"/>
              <a:gd name="csY6444" fmla="*/ 1114894 h 1114920"/>
              <a:gd name="csX6445" fmla="*/ 1110151 w 1722333"/>
              <a:gd name="csY6445" fmla="*/ 1114894 h 1114920"/>
              <a:gd name="csX6446" fmla="*/ 1110329 w 1722333"/>
              <a:gd name="csY6446" fmla="*/ 1114903 h 1114920"/>
              <a:gd name="csX6447" fmla="*/ 1110498 w 1722333"/>
              <a:gd name="csY6447" fmla="*/ 1114903 h 1114920"/>
              <a:gd name="csX6448" fmla="*/ 1110667 w 1722333"/>
              <a:gd name="csY6448" fmla="*/ 1114903 h 1114920"/>
              <a:gd name="csX6449" fmla="*/ 1110845 w 1722333"/>
              <a:gd name="csY6449" fmla="*/ 1114903 h 1114920"/>
              <a:gd name="csX6450" fmla="*/ 1111014 w 1722333"/>
              <a:gd name="csY6450" fmla="*/ 1114903 h 1114920"/>
              <a:gd name="csX6451" fmla="*/ 1111183 w 1722333"/>
              <a:gd name="csY6451" fmla="*/ 1114903 h 1114920"/>
              <a:gd name="csX6452" fmla="*/ 1111361 w 1722333"/>
              <a:gd name="csY6452" fmla="*/ 1114903 h 1114920"/>
              <a:gd name="csX6453" fmla="*/ 1111530 w 1722333"/>
              <a:gd name="csY6453" fmla="*/ 1114903 h 1114920"/>
              <a:gd name="csX6454" fmla="*/ 1111699 w 1722333"/>
              <a:gd name="csY6454" fmla="*/ 1114903 h 1114920"/>
              <a:gd name="csX6455" fmla="*/ 1111877 w 1722333"/>
              <a:gd name="csY6455" fmla="*/ 1114903 h 1114920"/>
              <a:gd name="csX6456" fmla="*/ 1112046 w 1722333"/>
              <a:gd name="csY6456" fmla="*/ 1114903 h 1114920"/>
              <a:gd name="csX6457" fmla="*/ 1112224 w 1722333"/>
              <a:gd name="csY6457" fmla="*/ 1114903 h 1114920"/>
              <a:gd name="csX6458" fmla="*/ 1112393 w 1722333"/>
              <a:gd name="csY6458" fmla="*/ 1114903 h 1114920"/>
              <a:gd name="csX6459" fmla="*/ 1112562 w 1722333"/>
              <a:gd name="csY6459" fmla="*/ 1114903 h 1114920"/>
              <a:gd name="csX6460" fmla="*/ 1112740 w 1722333"/>
              <a:gd name="csY6460" fmla="*/ 1114903 h 1114920"/>
              <a:gd name="csX6461" fmla="*/ 1112909 w 1722333"/>
              <a:gd name="csY6461" fmla="*/ 1114903 h 1114920"/>
              <a:gd name="csX6462" fmla="*/ 1113078 w 1722333"/>
              <a:gd name="csY6462" fmla="*/ 1114903 h 1114920"/>
              <a:gd name="csX6463" fmla="*/ 1113256 w 1722333"/>
              <a:gd name="csY6463" fmla="*/ 1114903 h 1114920"/>
              <a:gd name="csX6464" fmla="*/ 1113425 w 1722333"/>
              <a:gd name="csY6464" fmla="*/ 1114903 h 1114920"/>
              <a:gd name="csX6465" fmla="*/ 1113594 w 1722333"/>
              <a:gd name="csY6465" fmla="*/ 1114903 h 1114920"/>
              <a:gd name="csX6466" fmla="*/ 1113772 w 1722333"/>
              <a:gd name="csY6466" fmla="*/ 1114903 h 1114920"/>
              <a:gd name="csX6467" fmla="*/ 1113941 w 1722333"/>
              <a:gd name="csY6467" fmla="*/ 1114903 h 1114920"/>
              <a:gd name="csX6468" fmla="*/ 1114119 w 1722333"/>
              <a:gd name="csY6468" fmla="*/ 1114903 h 1114920"/>
              <a:gd name="csX6469" fmla="*/ 1114288 w 1722333"/>
              <a:gd name="csY6469" fmla="*/ 1114903 h 1114920"/>
              <a:gd name="csX6470" fmla="*/ 1114457 w 1722333"/>
              <a:gd name="csY6470" fmla="*/ 1114903 h 1114920"/>
              <a:gd name="csX6471" fmla="*/ 1114634 w 1722333"/>
              <a:gd name="csY6471" fmla="*/ 1114903 h 1114920"/>
              <a:gd name="csX6472" fmla="*/ 1114804 w 1722333"/>
              <a:gd name="csY6472" fmla="*/ 1114903 h 1114920"/>
              <a:gd name="csX6473" fmla="*/ 1114973 w 1722333"/>
              <a:gd name="csY6473" fmla="*/ 1114903 h 1114920"/>
              <a:gd name="csX6474" fmla="*/ 1115151 w 1722333"/>
              <a:gd name="csY6474" fmla="*/ 1114903 h 1114920"/>
              <a:gd name="csX6475" fmla="*/ 1115320 w 1722333"/>
              <a:gd name="csY6475" fmla="*/ 1114911 h 1114920"/>
              <a:gd name="csX6476" fmla="*/ 1115489 w 1722333"/>
              <a:gd name="csY6476" fmla="*/ 1114911 h 1114920"/>
              <a:gd name="csX6477" fmla="*/ 1115667 w 1722333"/>
              <a:gd name="csY6477" fmla="*/ 1114911 h 1114920"/>
              <a:gd name="csX6478" fmla="*/ 1115835 w 1722333"/>
              <a:gd name="csY6478" fmla="*/ 1114911 h 1114920"/>
              <a:gd name="csX6479" fmla="*/ 1116013 w 1722333"/>
              <a:gd name="csY6479" fmla="*/ 1114911 h 1114920"/>
              <a:gd name="csX6480" fmla="*/ 1116182 w 1722333"/>
              <a:gd name="csY6480" fmla="*/ 1114911 h 1114920"/>
              <a:gd name="csX6481" fmla="*/ 1116352 w 1722333"/>
              <a:gd name="csY6481" fmla="*/ 1114911 h 1114920"/>
              <a:gd name="csX6482" fmla="*/ 1116529 w 1722333"/>
              <a:gd name="csY6482" fmla="*/ 1114911 h 1114920"/>
              <a:gd name="csX6483" fmla="*/ 1116699 w 1722333"/>
              <a:gd name="csY6483" fmla="*/ 1114911 h 1114920"/>
              <a:gd name="csX6484" fmla="*/ 1116868 w 1722333"/>
              <a:gd name="csY6484" fmla="*/ 1114911 h 1114920"/>
              <a:gd name="csX6485" fmla="*/ 1117045 w 1722333"/>
              <a:gd name="csY6485" fmla="*/ 1114911 h 1114920"/>
              <a:gd name="csX6486" fmla="*/ 1117214 w 1722333"/>
              <a:gd name="csY6486" fmla="*/ 1114911 h 1114920"/>
              <a:gd name="csX6487" fmla="*/ 1117383 w 1722333"/>
              <a:gd name="csY6487" fmla="*/ 1114911 h 1114920"/>
              <a:gd name="csX6488" fmla="*/ 1117561 w 1722333"/>
              <a:gd name="csY6488" fmla="*/ 1114911 h 1114920"/>
              <a:gd name="csX6489" fmla="*/ 1117730 w 1722333"/>
              <a:gd name="csY6489" fmla="*/ 1114911 h 1114920"/>
              <a:gd name="csX6490" fmla="*/ 1117908 w 1722333"/>
              <a:gd name="csY6490" fmla="*/ 1114911 h 1114920"/>
              <a:gd name="csX6491" fmla="*/ 1118077 w 1722333"/>
              <a:gd name="csY6491" fmla="*/ 1114911 h 1114920"/>
              <a:gd name="csX6492" fmla="*/ 1118246 w 1722333"/>
              <a:gd name="csY6492" fmla="*/ 1114911 h 1114920"/>
              <a:gd name="csX6493" fmla="*/ 1118424 w 1722333"/>
              <a:gd name="csY6493" fmla="*/ 1114911 h 1114920"/>
              <a:gd name="csX6494" fmla="*/ 1118593 w 1722333"/>
              <a:gd name="csY6494" fmla="*/ 1114911 h 1114920"/>
              <a:gd name="csX6495" fmla="*/ 1118762 w 1722333"/>
              <a:gd name="csY6495" fmla="*/ 1114911 h 1114920"/>
              <a:gd name="csX6496" fmla="*/ 1118940 w 1722333"/>
              <a:gd name="csY6496" fmla="*/ 1114911 h 1114920"/>
              <a:gd name="csX6497" fmla="*/ 1119109 w 1722333"/>
              <a:gd name="csY6497" fmla="*/ 1114911 h 1114920"/>
              <a:gd name="csX6498" fmla="*/ 1119278 w 1722333"/>
              <a:gd name="csY6498" fmla="*/ 1114911 h 1114920"/>
              <a:gd name="csX6499" fmla="*/ 1119456 w 1722333"/>
              <a:gd name="csY6499" fmla="*/ 1114911 h 1114920"/>
              <a:gd name="csX6500" fmla="*/ 1119625 w 1722333"/>
              <a:gd name="csY6500" fmla="*/ 1114911 h 1114920"/>
              <a:gd name="csX6501" fmla="*/ 1119794 w 1722333"/>
              <a:gd name="csY6501" fmla="*/ 1114911 h 1114920"/>
              <a:gd name="csX6502" fmla="*/ 1119972 w 1722333"/>
              <a:gd name="csY6502" fmla="*/ 1114911 h 1114920"/>
              <a:gd name="csX6503" fmla="*/ 1120141 w 1722333"/>
              <a:gd name="csY6503" fmla="*/ 1114911 h 1114920"/>
              <a:gd name="csX6504" fmla="*/ 1120319 w 1722333"/>
              <a:gd name="csY6504" fmla="*/ 1114911 h 1114920"/>
              <a:gd name="csX6505" fmla="*/ 1120488 w 1722333"/>
              <a:gd name="csY6505" fmla="*/ 1114911 h 1114920"/>
              <a:gd name="csX6506" fmla="*/ 1120657 w 1722333"/>
              <a:gd name="csY6506" fmla="*/ 1114911 h 1114920"/>
              <a:gd name="csX6507" fmla="*/ 1120835 w 1722333"/>
              <a:gd name="csY6507" fmla="*/ 1114911 h 1114920"/>
              <a:gd name="csX6508" fmla="*/ 1121004 w 1722333"/>
              <a:gd name="csY6508" fmla="*/ 1114911 h 1114920"/>
              <a:gd name="csX6509" fmla="*/ 1121173 w 1722333"/>
              <a:gd name="csY6509" fmla="*/ 1114911 h 1114920"/>
              <a:gd name="csX6510" fmla="*/ 1121351 w 1722333"/>
              <a:gd name="csY6510" fmla="*/ 1114911 h 1114920"/>
              <a:gd name="csX6511" fmla="*/ 1121520 w 1722333"/>
              <a:gd name="csY6511" fmla="*/ 1114911 h 1114920"/>
              <a:gd name="csX6512" fmla="*/ 1121689 w 1722333"/>
              <a:gd name="csY6512" fmla="*/ 1114911 h 1114920"/>
              <a:gd name="csX6513" fmla="*/ 1121867 w 1722333"/>
              <a:gd name="csY6513" fmla="*/ 1114911 h 1114920"/>
              <a:gd name="csX6514" fmla="*/ 1122036 w 1722333"/>
              <a:gd name="csY6514" fmla="*/ 1114911 h 1114920"/>
              <a:gd name="csX6515" fmla="*/ 1122214 w 1722333"/>
              <a:gd name="csY6515" fmla="*/ 1114911 h 1114920"/>
              <a:gd name="csX6516" fmla="*/ 1122383 w 1722333"/>
              <a:gd name="csY6516" fmla="*/ 1114911 h 1114920"/>
              <a:gd name="csX6517" fmla="*/ 1122552 w 1722333"/>
              <a:gd name="csY6517" fmla="*/ 1114911 h 1114920"/>
              <a:gd name="csX6518" fmla="*/ 1122730 w 1722333"/>
              <a:gd name="csY6518" fmla="*/ 1114911 h 1114920"/>
              <a:gd name="csX6519" fmla="*/ 1122899 w 1722333"/>
              <a:gd name="csY6519" fmla="*/ 1114911 h 1114920"/>
              <a:gd name="csX6520" fmla="*/ 1123068 w 1722333"/>
              <a:gd name="csY6520" fmla="*/ 1114911 h 1114920"/>
              <a:gd name="csX6521" fmla="*/ 1123246 w 1722333"/>
              <a:gd name="csY6521" fmla="*/ 1114911 h 1114920"/>
              <a:gd name="csX6522" fmla="*/ 1123415 w 1722333"/>
              <a:gd name="csY6522" fmla="*/ 1114911 h 1114920"/>
              <a:gd name="csX6523" fmla="*/ 1123584 w 1722333"/>
              <a:gd name="csY6523" fmla="*/ 1114911 h 1114920"/>
              <a:gd name="csX6524" fmla="*/ 1123762 w 1722333"/>
              <a:gd name="csY6524" fmla="*/ 1114911 h 1114920"/>
              <a:gd name="csX6525" fmla="*/ 1123931 w 1722333"/>
              <a:gd name="csY6525" fmla="*/ 1114911 h 1114920"/>
              <a:gd name="csX6526" fmla="*/ 1124109 w 1722333"/>
              <a:gd name="csY6526" fmla="*/ 1114911 h 1114920"/>
              <a:gd name="csX6527" fmla="*/ 1124278 w 1722333"/>
              <a:gd name="csY6527" fmla="*/ 1114920 h 1114920"/>
              <a:gd name="csX6528" fmla="*/ 1124447 w 1722333"/>
              <a:gd name="csY6528" fmla="*/ 1114920 h 1114920"/>
              <a:gd name="csX6529" fmla="*/ 1124625 w 1722333"/>
              <a:gd name="csY6529" fmla="*/ 1114920 h 1114920"/>
              <a:gd name="csX6530" fmla="*/ 1124794 w 1722333"/>
              <a:gd name="csY6530" fmla="*/ 1114920 h 1114920"/>
              <a:gd name="csX6531" fmla="*/ 1124963 w 1722333"/>
              <a:gd name="csY6531" fmla="*/ 1114920 h 1114920"/>
              <a:gd name="csX6532" fmla="*/ 1125141 w 1722333"/>
              <a:gd name="csY6532" fmla="*/ 1114920 h 1114920"/>
              <a:gd name="csX6533" fmla="*/ 1125310 w 1722333"/>
              <a:gd name="csY6533" fmla="*/ 1114920 h 1114920"/>
              <a:gd name="csX6534" fmla="*/ 1125479 w 1722333"/>
              <a:gd name="csY6534" fmla="*/ 1114920 h 1114920"/>
              <a:gd name="csX6535" fmla="*/ 1125657 w 1722333"/>
              <a:gd name="csY6535" fmla="*/ 1114920 h 1114920"/>
              <a:gd name="csX6536" fmla="*/ 1125826 w 1722333"/>
              <a:gd name="csY6536" fmla="*/ 1114920 h 1114920"/>
              <a:gd name="csX6537" fmla="*/ 1126004 w 1722333"/>
              <a:gd name="csY6537" fmla="*/ 1114920 h 1114920"/>
              <a:gd name="csX6538" fmla="*/ 1126173 w 1722333"/>
              <a:gd name="csY6538" fmla="*/ 1114920 h 1114920"/>
              <a:gd name="csX6539" fmla="*/ 1126342 w 1722333"/>
              <a:gd name="csY6539" fmla="*/ 1114920 h 1114920"/>
              <a:gd name="csX6540" fmla="*/ 1126520 w 1722333"/>
              <a:gd name="csY6540" fmla="*/ 1114920 h 1114920"/>
              <a:gd name="csX6541" fmla="*/ 1126689 w 1722333"/>
              <a:gd name="csY6541" fmla="*/ 1114920 h 1114920"/>
              <a:gd name="csX6542" fmla="*/ 1126858 w 1722333"/>
              <a:gd name="csY6542" fmla="*/ 1114920 h 1114920"/>
              <a:gd name="csX6543" fmla="*/ 1127036 w 1722333"/>
              <a:gd name="csY6543" fmla="*/ 1114920 h 1114920"/>
              <a:gd name="csX6544" fmla="*/ 1127205 w 1722333"/>
              <a:gd name="csY6544" fmla="*/ 1114920 h 1114920"/>
              <a:gd name="csX6545" fmla="*/ 1127374 w 1722333"/>
              <a:gd name="csY6545" fmla="*/ 1114920 h 1114920"/>
              <a:gd name="csX6546" fmla="*/ 1127552 w 1722333"/>
              <a:gd name="csY6546" fmla="*/ 1114920 h 1114920"/>
              <a:gd name="csX6547" fmla="*/ 1127721 w 1722333"/>
              <a:gd name="csY6547" fmla="*/ 1114920 h 1114920"/>
              <a:gd name="csX6548" fmla="*/ 1127890 w 1722333"/>
              <a:gd name="csY6548" fmla="*/ 1114920 h 1114920"/>
              <a:gd name="csX6549" fmla="*/ 1128068 w 1722333"/>
              <a:gd name="csY6549" fmla="*/ 1114920 h 1114920"/>
              <a:gd name="csX6550" fmla="*/ 1128237 w 1722333"/>
              <a:gd name="csY6550" fmla="*/ 1114920 h 1114920"/>
              <a:gd name="csX6551" fmla="*/ 1128415 w 1722333"/>
              <a:gd name="csY6551" fmla="*/ 1114920 h 1114920"/>
              <a:gd name="csX6552" fmla="*/ 1128584 w 1722333"/>
              <a:gd name="csY6552" fmla="*/ 1114920 h 1114920"/>
              <a:gd name="csX6553" fmla="*/ 1128753 w 1722333"/>
              <a:gd name="csY6553" fmla="*/ 1114920 h 1114920"/>
              <a:gd name="csX6554" fmla="*/ 1128931 w 1722333"/>
              <a:gd name="csY6554" fmla="*/ 1114920 h 1114920"/>
              <a:gd name="csX6555" fmla="*/ 1129100 w 1722333"/>
              <a:gd name="csY6555" fmla="*/ 1114920 h 1114920"/>
              <a:gd name="csX6556" fmla="*/ 1129269 w 1722333"/>
              <a:gd name="csY6556" fmla="*/ 1114920 h 1114920"/>
              <a:gd name="csX6557" fmla="*/ 1129447 w 1722333"/>
              <a:gd name="csY6557" fmla="*/ 1114920 h 1114920"/>
              <a:gd name="csX6558" fmla="*/ 1129616 w 1722333"/>
              <a:gd name="csY6558" fmla="*/ 1114920 h 1114920"/>
              <a:gd name="csX6559" fmla="*/ 1129785 w 1722333"/>
              <a:gd name="csY6559" fmla="*/ 1114920 h 1114920"/>
              <a:gd name="csX6560" fmla="*/ 1129963 w 1722333"/>
              <a:gd name="csY6560" fmla="*/ 1114920 h 1114920"/>
              <a:gd name="csX6561" fmla="*/ 1130132 w 1722333"/>
              <a:gd name="csY6561" fmla="*/ 1114920 h 1114920"/>
              <a:gd name="csX6562" fmla="*/ 1130310 w 1722333"/>
              <a:gd name="csY6562" fmla="*/ 1114920 h 1114920"/>
              <a:gd name="csX6563" fmla="*/ 1130479 w 1722333"/>
              <a:gd name="csY6563" fmla="*/ 1114920 h 1114920"/>
              <a:gd name="csX6564" fmla="*/ 1130648 w 1722333"/>
              <a:gd name="csY6564" fmla="*/ 1114920 h 1114920"/>
              <a:gd name="csX6565" fmla="*/ 1130826 w 1722333"/>
              <a:gd name="csY6565" fmla="*/ 1114920 h 1114920"/>
              <a:gd name="csX6566" fmla="*/ 1130995 w 1722333"/>
              <a:gd name="csY6566" fmla="*/ 1114920 h 1114920"/>
              <a:gd name="csX6567" fmla="*/ 1131164 w 1722333"/>
              <a:gd name="csY6567" fmla="*/ 1114920 h 1114920"/>
              <a:gd name="csX6568" fmla="*/ 1131342 w 1722333"/>
              <a:gd name="csY6568" fmla="*/ 1114920 h 1114920"/>
              <a:gd name="csX6569" fmla="*/ 1131511 w 1722333"/>
              <a:gd name="csY6569" fmla="*/ 1114920 h 1114920"/>
              <a:gd name="csX6570" fmla="*/ 1131680 w 1722333"/>
              <a:gd name="csY6570" fmla="*/ 1114920 h 1114920"/>
              <a:gd name="csX6571" fmla="*/ 1131858 w 1722333"/>
              <a:gd name="csY6571" fmla="*/ 1114920 h 1114920"/>
              <a:gd name="csX6572" fmla="*/ 1132027 w 1722333"/>
              <a:gd name="csY6572" fmla="*/ 1114920 h 1114920"/>
              <a:gd name="csX6573" fmla="*/ 1132205 w 1722333"/>
              <a:gd name="csY6573" fmla="*/ 1114920 h 1114920"/>
              <a:gd name="csX6574" fmla="*/ 1132374 w 1722333"/>
              <a:gd name="csY6574" fmla="*/ 1114920 h 1114920"/>
              <a:gd name="csX6575" fmla="*/ 1132543 w 1722333"/>
              <a:gd name="csY6575" fmla="*/ 1114920 h 1114920"/>
              <a:gd name="csX6576" fmla="*/ 1132721 w 1722333"/>
              <a:gd name="csY6576" fmla="*/ 1114920 h 1114920"/>
              <a:gd name="csX6577" fmla="*/ 1132890 w 1722333"/>
              <a:gd name="csY6577" fmla="*/ 1114920 h 1114920"/>
              <a:gd name="csX6578" fmla="*/ 1133059 w 1722333"/>
              <a:gd name="csY6578" fmla="*/ 1114920 h 1114920"/>
              <a:gd name="csX6579" fmla="*/ 1133237 w 1722333"/>
              <a:gd name="csY6579" fmla="*/ 1114920 h 1114920"/>
              <a:gd name="csX6580" fmla="*/ 1133406 w 1722333"/>
              <a:gd name="csY6580" fmla="*/ 1114920 h 1114920"/>
              <a:gd name="csX6581" fmla="*/ 1133575 w 1722333"/>
              <a:gd name="csY6581" fmla="*/ 1114920 h 1114920"/>
              <a:gd name="csX6582" fmla="*/ 1133753 w 1722333"/>
              <a:gd name="csY6582" fmla="*/ 1114920 h 1114920"/>
              <a:gd name="csX6583" fmla="*/ 1133922 w 1722333"/>
              <a:gd name="csY6583" fmla="*/ 1114920 h 1114920"/>
              <a:gd name="csX6584" fmla="*/ 1134100 w 1722333"/>
              <a:gd name="csY6584" fmla="*/ 1114920 h 1114920"/>
              <a:gd name="csX6585" fmla="*/ 1134269 w 1722333"/>
              <a:gd name="csY6585" fmla="*/ 1114920 h 1114920"/>
              <a:gd name="csX6586" fmla="*/ 1134438 w 1722333"/>
              <a:gd name="csY6586" fmla="*/ 1114920 h 1114920"/>
              <a:gd name="csX6587" fmla="*/ 1134616 w 1722333"/>
              <a:gd name="csY6587" fmla="*/ 1114920 h 1114920"/>
              <a:gd name="csX6588" fmla="*/ 1134785 w 1722333"/>
              <a:gd name="csY6588" fmla="*/ 1114920 h 1114920"/>
              <a:gd name="csX6589" fmla="*/ 1134954 w 1722333"/>
              <a:gd name="csY6589" fmla="*/ 1114920 h 1114920"/>
              <a:gd name="csX6590" fmla="*/ 1135132 w 1722333"/>
              <a:gd name="csY6590" fmla="*/ 1114920 h 1114920"/>
              <a:gd name="csX6591" fmla="*/ 1135301 w 1722333"/>
              <a:gd name="csY6591" fmla="*/ 1114920 h 1114920"/>
              <a:gd name="csX6592" fmla="*/ 1135470 w 1722333"/>
              <a:gd name="csY6592" fmla="*/ 1114920 h 1114920"/>
              <a:gd name="csX6593" fmla="*/ 1135648 w 1722333"/>
              <a:gd name="csY6593" fmla="*/ 1114920 h 1114920"/>
              <a:gd name="csX6594" fmla="*/ 1135817 w 1722333"/>
              <a:gd name="csY6594" fmla="*/ 1114920 h 1114920"/>
              <a:gd name="csX6595" fmla="*/ 1135986 w 1722333"/>
              <a:gd name="csY6595" fmla="*/ 1114920 h 1114920"/>
              <a:gd name="csX6596" fmla="*/ 1136164 w 1722333"/>
              <a:gd name="csY6596" fmla="*/ 1114920 h 1114920"/>
              <a:gd name="csX6597" fmla="*/ 1136333 w 1722333"/>
              <a:gd name="csY6597" fmla="*/ 1114920 h 1114920"/>
              <a:gd name="csX6598" fmla="*/ 1136511 w 1722333"/>
              <a:gd name="csY6598" fmla="*/ 1114920 h 1114920"/>
              <a:gd name="csX6599" fmla="*/ 1136680 w 1722333"/>
              <a:gd name="csY6599" fmla="*/ 1114920 h 1114920"/>
              <a:gd name="csX6600" fmla="*/ 1136849 w 1722333"/>
              <a:gd name="csY6600" fmla="*/ 1114920 h 1114920"/>
              <a:gd name="csX6601" fmla="*/ 1137027 w 1722333"/>
              <a:gd name="csY6601" fmla="*/ 1114920 h 1114920"/>
              <a:gd name="csX6602" fmla="*/ 1137196 w 1722333"/>
              <a:gd name="csY6602" fmla="*/ 1114920 h 1114920"/>
              <a:gd name="csX6603" fmla="*/ 1137365 w 1722333"/>
              <a:gd name="csY6603" fmla="*/ 1114920 h 1114920"/>
              <a:gd name="csX6604" fmla="*/ 1137543 w 1722333"/>
              <a:gd name="csY6604" fmla="*/ 1114920 h 1114920"/>
              <a:gd name="csX6605" fmla="*/ 1137712 w 1722333"/>
              <a:gd name="csY6605" fmla="*/ 1114920 h 1114920"/>
              <a:gd name="csX6606" fmla="*/ 1137881 w 1722333"/>
              <a:gd name="csY6606" fmla="*/ 1114920 h 1114920"/>
              <a:gd name="csX6607" fmla="*/ 1138059 w 1722333"/>
              <a:gd name="csY6607" fmla="*/ 1114920 h 1114920"/>
              <a:gd name="csX6608" fmla="*/ 1138228 w 1722333"/>
              <a:gd name="csY6608" fmla="*/ 1114920 h 1114920"/>
              <a:gd name="csX6609" fmla="*/ 1138406 w 1722333"/>
              <a:gd name="csY6609" fmla="*/ 1114920 h 1114920"/>
              <a:gd name="csX6610" fmla="*/ 1138575 w 1722333"/>
              <a:gd name="csY6610" fmla="*/ 1114920 h 1114920"/>
              <a:gd name="csX6611" fmla="*/ 1138744 w 1722333"/>
              <a:gd name="csY6611" fmla="*/ 1114920 h 1114920"/>
              <a:gd name="csX6612" fmla="*/ 1138922 w 1722333"/>
              <a:gd name="csY6612" fmla="*/ 1114920 h 1114920"/>
              <a:gd name="csX6613" fmla="*/ 1139091 w 1722333"/>
              <a:gd name="csY6613" fmla="*/ 1114920 h 1114920"/>
              <a:gd name="csX6614" fmla="*/ 1139260 w 1722333"/>
              <a:gd name="csY6614" fmla="*/ 1114920 h 1114920"/>
              <a:gd name="csX6615" fmla="*/ 1139438 w 1722333"/>
              <a:gd name="csY6615" fmla="*/ 1114920 h 1114920"/>
              <a:gd name="csX6616" fmla="*/ 1139607 w 1722333"/>
              <a:gd name="csY6616" fmla="*/ 1114920 h 1114920"/>
              <a:gd name="csX6617" fmla="*/ 1139776 w 1722333"/>
              <a:gd name="csY6617" fmla="*/ 1114920 h 1114920"/>
              <a:gd name="csX6618" fmla="*/ 1139954 w 1722333"/>
              <a:gd name="csY6618" fmla="*/ 1114920 h 1114920"/>
              <a:gd name="csX6619" fmla="*/ 1140123 w 1722333"/>
              <a:gd name="csY6619" fmla="*/ 1114920 h 1114920"/>
              <a:gd name="csX6620" fmla="*/ 1140301 w 1722333"/>
              <a:gd name="csY6620" fmla="*/ 1114920 h 1114920"/>
              <a:gd name="csX6621" fmla="*/ 1140470 w 1722333"/>
              <a:gd name="csY6621" fmla="*/ 1114920 h 1114920"/>
              <a:gd name="csX6622" fmla="*/ 1140639 w 1722333"/>
              <a:gd name="csY6622" fmla="*/ 1114920 h 1114920"/>
              <a:gd name="csX6623" fmla="*/ 1140817 w 1722333"/>
              <a:gd name="csY6623" fmla="*/ 1114920 h 1114920"/>
              <a:gd name="csX6624" fmla="*/ 1140986 w 1722333"/>
              <a:gd name="csY6624" fmla="*/ 1114920 h 1114920"/>
              <a:gd name="csX6625" fmla="*/ 1141155 w 1722333"/>
              <a:gd name="csY6625" fmla="*/ 1114920 h 1114920"/>
              <a:gd name="csX6626" fmla="*/ 1141333 w 1722333"/>
              <a:gd name="csY6626" fmla="*/ 1114920 h 1114920"/>
              <a:gd name="csX6627" fmla="*/ 1141502 w 1722333"/>
              <a:gd name="csY6627" fmla="*/ 1114920 h 1114920"/>
              <a:gd name="csX6628" fmla="*/ 1141671 w 1722333"/>
              <a:gd name="csY6628" fmla="*/ 1114920 h 1114920"/>
              <a:gd name="csX6629" fmla="*/ 1141849 w 1722333"/>
              <a:gd name="csY6629" fmla="*/ 1114920 h 1114920"/>
              <a:gd name="csX6630" fmla="*/ 1142018 w 1722333"/>
              <a:gd name="csY6630" fmla="*/ 1114920 h 1114920"/>
              <a:gd name="csX6631" fmla="*/ 1142196 w 1722333"/>
              <a:gd name="csY6631" fmla="*/ 1114920 h 1114920"/>
              <a:gd name="csX6632" fmla="*/ 1142365 w 1722333"/>
              <a:gd name="csY6632" fmla="*/ 1114920 h 1114920"/>
              <a:gd name="csX6633" fmla="*/ 1142534 w 1722333"/>
              <a:gd name="csY6633" fmla="*/ 1114920 h 1114920"/>
              <a:gd name="csX6634" fmla="*/ 1142712 w 1722333"/>
              <a:gd name="csY6634" fmla="*/ 1114920 h 1114920"/>
              <a:gd name="csX6635" fmla="*/ 1142881 w 1722333"/>
              <a:gd name="csY6635" fmla="*/ 1114920 h 1114920"/>
              <a:gd name="csX6636" fmla="*/ 1143050 w 1722333"/>
              <a:gd name="csY6636" fmla="*/ 1114920 h 1114920"/>
              <a:gd name="csX6637" fmla="*/ 1143228 w 1722333"/>
              <a:gd name="csY6637" fmla="*/ 1114920 h 1114920"/>
              <a:gd name="csX6638" fmla="*/ 1143397 w 1722333"/>
              <a:gd name="csY6638" fmla="*/ 1114920 h 1114920"/>
              <a:gd name="csX6639" fmla="*/ 1143566 w 1722333"/>
              <a:gd name="csY6639" fmla="*/ 1114920 h 1114920"/>
              <a:gd name="csX6640" fmla="*/ 1143744 w 1722333"/>
              <a:gd name="csY6640" fmla="*/ 1114920 h 1114920"/>
              <a:gd name="csX6641" fmla="*/ 1143913 w 1722333"/>
              <a:gd name="csY6641" fmla="*/ 1114920 h 1114920"/>
              <a:gd name="csX6642" fmla="*/ 1144082 w 1722333"/>
              <a:gd name="csY6642" fmla="*/ 1114920 h 1114920"/>
              <a:gd name="csX6643" fmla="*/ 1144260 w 1722333"/>
              <a:gd name="csY6643" fmla="*/ 1114920 h 1114920"/>
              <a:gd name="csX6644" fmla="*/ 1144429 w 1722333"/>
              <a:gd name="csY6644" fmla="*/ 1114920 h 1114920"/>
              <a:gd name="csX6645" fmla="*/ 1144607 w 1722333"/>
              <a:gd name="csY6645" fmla="*/ 1114920 h 1114920"/>
              <a:gd name="csX6646" fmla="*/ 1144776 w 1722333"/>
              <a:gd name="csY6646" fmla="*/ 1114920 h 1114920"/>
              <a:gd name="csX6647" fmla="*/ 1144945 w 1722333"/>
              <a:gd name="csY6647" fmla="*/ 1114920 h 1114920"/>
              <a:gd name="csX6648" fmla="*/ 1145123 w 1722333"/>
              <a:gd name="csY6648" fmla="*/ 1114920 h 1114920"/>
              <a:gd name="csX6649" fmla="*/ 1145292 w 1722333"/>
              <a:gd name="csY6649" fmla="*/ 1114920 h 1114920"/>
              <a:gd name="csX6650" fmla="*/ 1145461 w 1722333"/>
              <a:gd name="csY6650" fmla="*/ 1114920 h 1114920"/>
              <a:gd name="csX6651" fmla="*/ 1145639 w 1722333"/>
              <a:gd name="csY6651" fmla="*/ 1114920 h 1114920"/>
              <a:gd name="csX6652" fmla="*/ 1145808 w 1722333"/>
              <a:gd name="csY6652" fmla="*/ 1114920 h 1114920"/>
              <a:gd name="csX6653" fmla="*/ 1145977 w 1722333"/>
              <a:gd name="csY6653" fmla="*/ 1114920 h 1114920"/>
              <a:gd name="csX6654" fmla="*/ 1146155 w 1722333"/>
              <a:gd name="csY6654" fmla="*/ 1114920 h 1114920"/>
              <a:gd name="csX6655" fmla="*/ 1146324 w 1722333"/>
              <a:gd name="csY6655" fmla="*/ 1114920 h 1114920"/>
              <a:gd name="csX6656" fmla="*/ 1146502 w 1722333"/>
              <a:gd name="csY6656" fmla="*/ 1114920 h 1114920"/>
              <a:gd name="csX6657" fmla="*/ 1146671 w 1722333"/>
              <a:gd name="csY6657" fmla="*/ 1114920 h 1114920"/>
              <a:gd name="csX6658" fmla="*/ 1146840 w 1722333"/>
              <a:gd name="csY6658" fmla="*/ 1114920 h 1114920"/>
              <a:gd name="csX6659" fmla="*/ 1147018 w 1722333"/>
              <a:gd name="csY6659" fmla="*/ 1114920 h 1114920"/>
              <a:gd name="csX6660" fmla="*/ 1147187 w 1722333"/>
              <a:gd name="csY6660" fmla="*/ 1114920 h 1114920"/>
              <a:gd name="csX6661" fmla="*/ 1147356 w 1722333"/>
              <a:gd name="csY6661" fmla="*/ 1114920 h 1114920"/>
              <a:gd name="csX6662" fmla="*/ 1147534 w 1722333"/>
              <a:gd name="csY6662" fmla="*/ 1114920 h 1114920"/>
              <a:gd name="csX6663" fmla="*/ 1147703 w 1722333"/>
              <a:gd name="csY6663" fmla="*/ 1114920 h 1114920"/>
              <a:gd name="csX6664" fmla="*/ 1147872 w 1722333"/>
              <a:gd name="csY6664" fmla="*/ 1114920 h 1114920"/>
              <a:gd name="csX6665" fmla="*/ 1148050 w 1722333"/>
              <a:gd name="csY6665" fmla="*/ 1114920 h 1114920"/>
              <a:gd name="csX6666" fmla="*/ 1148219 w 1722333"/>
              <a:gd name="csY6666" fmla="*/ 1114920 h 1114920"/>
              <a:gd name="csX6667" fmla="*/ 1148397 w 1722333"/>
              <a:gd name="csY6667" fmla="*/ 1114920 h 1114920"/>
              <a:gd name="csX6668" fmla="*/ 1148566 w 1722333"/>
              <a:gd name="csY6668" fmla="*/ 1114920 h 1114920"/>
              <a:gd name="csX6669" fmla="*/ 1148735 w 1722333"/>
              <a:gd name="csY6669" fmla="*/ 1114920 h 1114920"/>
              <a:gd name="csX6670" fmla="*/ 1148913 w 1722333"/>
              <a:gd name="csY6670" fmla="*/ 1114920 h 1114920"/>
              <a:gd name="csX6671" fmla="*/ 1149082 w 1722333"/>
              <a:gd name="csY6671" fmla="*/ 1114920 h 1114920"/>
              <a:gd name="csX6672" fmla="*/ 1149251 w 1722333"/>
              <a:gd name="csY6672" fmla="*/ 1114920 h 1114920"/>
              <a:gd name="csX6673" fmla="*/ 1149428 w 1722333"/>
              <a:gd name="csY6673" fmla="*/ 1114920 h 1114920"/>
              <a:gd name="csX6674" fmla="*/ 1149598 w 1722333"/>
              <a:gd name="csY6674" fmla="*/ 1114920 h 1114920"/>
              <a:gd name="csX6675" fmla="*/ 1149767 w 1722333"/>
              <a:gd name="csY6675" fmla="*/ 1114920 h 1114920"/>
              <a:gd name="csX6676" fmla="*/ 1149945 w 1722333"/>
              <a:gd name="csY6676" fmla="*/ 1114920 h 1114920"/>
              <a:gd name="csX6677" fmla="*/ 1150114 w 1722333"/>
              <a:gd name="csY6677" fmla="*/ 1114920 h 1114920"/>
              <a:gd name="csX6678" fmla="*/ 1150292 w 1722333"/>
              <a:gd name="csY6678" fmla="*/ 1114920 h 1114920"/>
              <a:gd name="csX6679" fmla="*/ 1150461 w 1722333"/>
              <a:gd name="csY6679" fmla="*/ 1114920 h 1114920"/>
              <a:gd name="csX6680" fmla="*/ 1150630 w 1722333"/>
              <a:gd name="csY6680" fmla="*/ 1114920 h 1114920"/>
              <a:gd name="csX6681" fmla="*/ 1150807 w 1722333"/>
              <a:gd name="csY6681" fmla="*/ 1114920 h 1114920"/>
              <a:gd name="csX6682" fmla="*/ 1150976 w 1722333"/>
              <a:gd name="csY6682" fmla="*/ 1114920 h 1114920"/>
              <a:gd name="csX6683" fmla="*/ 1151146 w 1722333"/>
              <a:gd name="csY6683" fmla="*/ 1114920 h 1114920"/>
              <a:gd name="csX6684" fmla="*/ 1151323 w 1722333"/>
              <a:gd name="csY6684" fmla="*/ 1114920 h 1114920"/>
              <a:gd name="csX6685" fmla="*/ 1151493 w 1722333"/>
              <a:gd name="csY6685" fmla="*/ 1114920 h 1114920"/>
              <a:gd name="csX6686" fmla="*/ 1151662 w 1722333"/>
              <a:gd name="csY6686" fmla="*/ 1114920 h 1114920"/>
              <a:gd name="csX6687" fmla="*/ 1151840 w 1722333"/>
              <a:gd name="csY6687" fmla="*/ 1114920 h 1114920"/>
              <a:gd name="csX6688" fmla="*/ 1152008 w 1722333"/>
              <a:gd name="csY6688" fmla="*/ 1114920 h 1114920"/>
              <a:gd name="csX6689" fmla="*/ 1152178 w 1722333"/>
              <a:gd name="csY6689" fmla="*/ 1114920 h 1114920"/>
              <a:gd name="csX6690" fmla="*/ 1152355 w 1722333"/>
              <a:gd name="csY6690" fmla="*/ 1114920 h 1114920"/>
              <a:gd name="csX6691" fmla="*/ 1152524 w 1722333"/>
              <a:gd name="csY6691" fmla="*/ 1114920 h 1114920"/>
              <a:gd name="csX6692" fmla="*/ 1152702 w 1722333"/>
              <a:gd name="csY6692" fmla="*/ 1114920 h 1114920"/>
              <a:gd name="csX6693" fmla="*/ 1152871 w 1722333"/>
              <a:gd name="csY6693" fmla="*/ 1114920 h 1114920"/>
              <a:gd name="csX6694" fmla="*/ 1153040 w 1722333"/>
              <a:gd name="csY6694" fmla="*/ 1114920 h 1114920"/>
              <a:gd name="csX6695" fmla="*/ 1153218 w 1722333"/>
              <a:gd name="csY6695" fmla="*/ 1114920 h 1114920"/>
              <a:gd name="csX6696" fmla="*/ 1153387 w 1722333"/>
              <a:gd name="csY6696" fmla="*/ 1114920 h 1114920"/>
              <a:gd name="csX6697" fmla="*/ 1153556 w 1722333"/>
              <a:gd name="csY6697" fmla="*/ 1114920 h 1114920"/>
              <a:gd name="csX6698" fmla="*/ 1153734 w 1722333"/>
              <a:gd name="csY6698" fmla="*/ 1114920 h 1114920"/>
              <a:gd name="csX6699" fmla="*/ 1153903 w 1722333"/>
              <a:gd name="csY6699" fmla="*/ 1114920 h 1114920"/>
              <a:gd name="csX6700" fmla="*/ 1154073 w 1722333"/>
              <a:gd name="csY6700" fmla="*/ 1114920 h 1114920"/>
              <a:gd name="csX6701" fmla="*/ 1154250 w 1722333"/>
              <a:gd name="csY6701" fmla="*/ 1114920 h 1114920"/>
              <a:gd name="csX6702" fmla="*/ 1154419 w 1722333"/>
              <a:gd name="csY6702" fmla="*/ 1114920 h 1114920"/>
              <a:gd name="csX6703" fmla="*/ 1154597 w 1722333"/>
              <a:gd name="csY6703" fmla="*/ 1114920 h 1114920"/>
              <a:gd name="csX6704" fmla="*/ 1154766 w 1722333"/>
              <a:gd name="csY6704" fmla="*/ 1114920 h 1114920"/>
              <a:gd name="csX6705" fmla="*/ 1154935 w 1722333"/>
              <a:gd name="csY6705" fmla="*/ 1114920 h 1114920"/>
              <a:gd name="csX6706" fmla="*/ 1155113 w 1722333"/>
              <a:gd name="csY6706" fmla="*/ 1114920 h 1114920"/>
              <a:gd name="csX6707" fmla="*/ 1155282 w 1722333"/>
              <a:gd name="csY6707" fmla="*/ 1114920 h 1114920"/>
              <a:gd name="csX6708" fmla="*/ 1155451 w 1722333"/>
              <a:gd name="csY6708" fmla="*/ 1114920 h 1114920"/>
              <a:gd name="csX6709" fmla="*/ 1155629 w 1722333"/>
              <a:gd name="csY6709" fmla="*/ 1114920 h 1114920"/>
              <a:gd name="csX6710" fmla="*/ 1155798 w 1722333"/>
              <a:gd name="csY6710" fmla="*/ 1114920 h 1114920"/>
              <a:gd name="csX6711" fmla="*/ 1155967 w 1722333"/>
              <a:gd name="csY6711" fmla="*/ 1114920 h 1114920"/>
              <a:gd name="csX6712" fmla="*/ 1156145 w 1722333"/>
              <a:gd name="csY6712" fmla="*/ 1114920 h 1114920"/>
              <a:gd name="csX6713" fmla="*/ 1156314 w 1722333"/>
              <a:gd name="csY6713" fmla="*/ 1114920 h 1114920"/>
              <a:gd name="csX6714" fmla="*/ 1156492 w 1722333"/>
              <a:gd name="csY6714" fmla="*/ 1114920 h 1114920"/>
              <a:gd name="csX6715" fmla="*/ 1156661 w 1722333"/>
              <a:gd name="csY6715" fmla="*/ 1114920 h 1114920"/>
              <a:gd name="csX6716" fmla="*/ 1156830 w 1722333"/>
              <a:gd name="csY6716" fmla="*/ 1114920 h 1114920"/>
              <a:gd name="csX6717" fmla="*/ 1157008 w 1722333"/>
              <a:gd name="csY6717" fmla="*/ 1114920 h 1114920"/>
              <a:gd name="csX6718" fmla="*/ 1157177 w 1722333"/>
              <a:gd name="csY6718" fmla="*/ 1114920 h 1114920"/>
              <a:gd name="csX6719" fmla="*/ 1157346 w 1722333"/>
              <a:gd name="csY6719" fmla="*/ 1114920 h 1114920"/>
              <a:gd name="csX6720" fmla="*/ 1157524 w 1722333"/>
              <a:gd name="csY6720" fmla="*/ 1114920 h 1114920"/>
              <a:gd name="csX6721" fmla="*/ 1157693 w 1722333"/>
              <a:gd name="csY6721" fmla="*/ 1114920 h 1114920"/>
              <a:gd name="csX6722" fmla="*/ 1157862 w 1722333"/>
              <a:gd name="csY6722" fmla="*/ 1114920 h 1114920"/>
              <a:gd name="csX6723" fmla="*/ 1158040 w 1722333"/>
              <a:gd name="csY6723" fmla="*/ 1114920 h 1114920"/>
              <a:gd name="csX6724" fmla="*/ 1158209 w 1722333"/>
              <a:gd name="csY6724" fmla="*/ 1114920 h 1114920"/>
              <a:gd name="csX6725" fmla="*/ 1158387 w 1722333"/>
              <a:gd name="csY6725" fmla="*/ 1114920 h 1114920"/>
              <a:gd name="csX6726" fmla="*/ 1158556 w 1722333"/>
              <a:gd name="csY6726" fmla="*/ 1114920 h 1114920"/>
              <a:gd name="csX6727" fmla="*/ 1158725 w 1722333"/>
              <a:gd name="csY6727" fmla="*/ 1114920 h 1114920"/>
              <a:gd name="csX6728" fmla="*/ 1158903 w 1722333"/>
              <a:gd name="csY6728" fmla="*/ 1114920 h 1114920"/>
              <a:gd name="csX6729" fmla="*/ 1159072 w 1722333"/>
              <a:gd name="csY6729" fmla="*/ 1114920 h 1114920"/>
              <a:gd name="csX6730" fmla="*/ 1159241 w 1722333"/>
              <a:gd name="csY6730" fmla="*/ 1114920 h 1114920"/>
              <a:gd name="csX6731" fmla="*/ 1159419 w 1722333"/>
              <a:gd name="csY6731" fmla="*/ 1114920 h 1114920"/>
              <a:gd name="csX6732" fmla="*/ 1159588 w 1722333"/>
              <a:gd name="csY6732" fmla="*/ 1114920 h 1114920"/>
              <a:gd name="csX6733" fmla="*/ 1159757 w 1722333"/>
              <a:gd name="csY6733" fmla="*/ 1114920 h 1114920"/>
              <a:gd name="csX6734" fmla="*/ 1159935 w 1722333"/>
              <a:gd name="csY6734" fmla="*/ 1114920 h 1114920"/>
              <a:gd name="csX6735" fmla="*/ 1160104 w 1722333"/>
              <a:gd name="csY6735" fmla="*/ 1114920 h 1114920"/>
              <a:gd name="csX6736" fmla="*/ 1160273 w 1722333"/>
              <a:gd name="csY6736" fmla="*/ 1114920 h 1114920"/>
              <a:gd name="csX6737" fmla="*/ 1160451 w 1722333"/>
              <a:gd name="csY6737" fmla="*/ 1114920 h 1114920"/>
              <a:gd name="csX6738" fmla="*/ 1160620 w 1722333"/>
              <a:gd name="csY6738" fmla="*/ 1114920 h 1114920"/>
              <a:gd name="csX6739" fmla="*/ 1160798 w 1722333"/>
              <a:gd name="csY6739" fmla="*/ 1114920 h 1114920"/>
              <a:gd name="csX6740" fmla="*/ 1160967 w 1722333"/>
              <a:gd name="csY6740" fmla="*/ 1114920 h 1114920"/>
              <a:gd name="csX6741" fmla="*/ 1161136 w 1722333"/>
              <a:gd name="csY6741" fmla="*/ 1114920 h 1114920"/>
              <a:gd name="csX6742" fmla="*/ 1161314 w 1722333"/>
              <a:gd name="csY6742" fmla="*/ 1114920 h 1114920"/>
              <a:gd name="csX6743" fmla="*/ 1161483 w 1722333"/>
              <a:gd name="csY6743" fmla="*/ 1114920 h 1114920"/>
              <a:gd name="csX6744" fmla="*/ 1161652 w 1722333"/>
              <a:gd name="csY6744" fmla="*/ 1114920 h 1114920"/>
              <a:gd name="csX6745" fmla="*/ 1161830 w 1722333"/>
              <a:gd name="csY6745" fmla="*/ 1114920 h 1114920"/>
              <a:gd name="csX6746" fmla="*/ 1161999 w 1722333"/>
              <a:gd name="csY6746" fmla="*/ 1114920 h 1114920"/>
              <a:gd name="csX6747" fmla="*/ 1162168 w 1722333"/>
              <a:gd name="csY6747" fmla="*/ 1114920 h 1114920"/>
              <a:gd name="csX6748" fmla="*/ 1162346 w 1722333"/>
              <a:gd name="csY6748" fmla="*/ 1114920 h 1114920"/>
              <a:gd name="csX6749" fmla="*/ 1162515 w 1722333"/>
              <a:gd name="csY6749" fmla="*/ 1114920 h 1114920"/>
              <a:gd name="csX6750" fmla="*/ 1162693 w 1722333"/>
              <a:gd name="csY6750" fmla="*/ 1114920 h 1114920"/>
              <a:gd name="csX6751" fmla="*/ 1162862 w 1722333"/>
              <a:gd name="csY6751" fmla="*/ 1114920 h 1114920"/>
              <a:gd name="csX6752" fmla="*/ 1163031 w 1722333"/>
              <a:gd name="csY6752" fmla="*/ 1114920 h 1114920"/>
              <a:gd name="csX6753" fmla="*/ 1163209 w 1722333"/>
              <a:gd name="csY6753" fmla="*/ 1114920 h 1114920"/>
              <a:gd name="csX6754" fmla="*/ 1163378 w 1722333"/>
              <a:gd name="csY6754" fmla="*/ 1114920 h 1114920"/>
              <a:gd name="csX6755" fmla="*/ 1163547 w 1722333"/>
              <a:gd name="csY6755" fmla="*/ 1114920 h 1114920"/>
              <a:gd name="csX6756" fmla="*/ 1163725 w 1722333"/>
              <a:gd name="csY6756" fmla="*/ 1114920 h 1114920"/>
              <a:gd name="csX6757" fmla="*/ 1163894 w 1722333"/>
              <a:gd name="csY6757" fmla="*/ 1114920 h 1114920"/>
              <a:gd name="csX6758" fmla="*/ 1164063 w 1722333"/>
              <a:gd name="csY6758" fmla="*/ 1114920 h 1114920"/>
              <a:gd name="csX6759" fmla="*/ 1164241 w 1722333"/>
              <a:gd name="csY6759" fmla="*/ 1114920 h 1114920"/>
              <a:gd name="csX6760" fmla="*/ 1164410 w 1722333"/>
              <a:gd name="csY6760" fmla="*/ 1114920 h 1114920"/>
              <a:gd name="csX6761" fmla="*/ 1164588 w 1722333"/>
              <a:gd name="csY6761" fmla="*/ 1114920 h 1114920"/>
              <a:gd name="csX6762" fmla="*/ 1164757 w 1722333"/>
              <a:gd name="csY6762" fmla="*/ 1114920 h 1114920"/>
              <a:gd name="csX6763" fmla="*/ 1164926 w 1722333"/>
              <a:gd name="csY6763" fmla="*/ 1114920 h 1114920"/>
              <a:gd name="csX6764" fmla="*/ 1165104 w 1722333"/>
              <a:gd name="csY6764" fmla="*/ 1114920 h 1114920"/>
              <a:gd name="csX6765" fmla="*/ 1165273 w 1722333"/>
              <a:gd name="csY6765" fmla="*/ 1114920 h 1114920"/>
              <a:gd name="csX6766" fmla="*/ 1165442 w 1722333"/>
              <a:gd name="csY6766" fmla="*/ 1114920 h 1114920"/>
              <a:gd name="csX6767" fmla="*/ 1165620 w 1722333"/>
              <a:gd name="csY6767" fmla="*/ 1114920 h 1114920"/>
              <a:gd name="csX6768" fmla="*/ 1165789 w 1722333"/>
              <a:gd name="csY6768" fmla="*/ 1114920 h 1114920"/>
              <a:gd name="csX6769" fmla="*/ 1165958 w 1722333"/>
              <a:gd name="csY6769" fmla="*/ 1114920 h 1114920"/>
              <a:gd name="csX6770" fmla="*/ 1166136 w 1722333"/>
              <a:gd name="csY6770" fmla="*/ 1114920 h 1114920"/>
              <a:gd name="csX6771" fmla="*/ 1166305 w 1722333"/>
              <a:gd name="csY6771" fmla="*/ 1114920 h 1114920"/>
              <a:gd name="csX6772" fmla="*/ 1166483 w 1722333"/>
              <a:gd name="csY6772" fmla="*/ 1114920 h 1114920"/>
              <a:gd name="csX6773" fmla="*/ 1166652 w 1722333"/>
              <a:gd name="csY6773" fmla="*/ 1114920 h 1114920"/>
              <a:gd name="csX6774" fmla="*/ 1166821 w 1722333"/>
              <a:gd name="csY6774" fmla="*/ 1114920 h 1114920"/>
              <a:gd name="csX6775" fmla="*/ 1166999 w 1722333"/>
              <a:gd name="csY6775" fmla="*/ 1114920 h 1114920"/>
              <a:gd name="csX6776" fmla="*/ 1167168 w 1722333"/>
              <a:gd name="csY6776" fmla="*/ 1114920 h 1114920"/>
              <a:gd name="csX6777" fmla="*/ 1167337 w 1722333"/>
              <a:gd name="csY6777" fmla="*/ 1114920 h 1114920"/>
              <a:gd name="csX6778" fmla="*/ 1167515 w 1722333"/>
              <a:gd name="csY6778" fmla="*/ 1114920 h 1114920"/>
              <a:gd name="csX6779" fmla="*/ 1167684 w 1722333"/>
              <a:gd name="csY6779" fmla="*/ 1114920 h 1114920"/>
              <a:gd name="csX6780" fmla="*/ 1167853 w 1722333"/>
              <a:gd name="csY6780" fmla="*/ 1114920 h 1114920"/>
              <a:gd name="csX6781" fmla="*/ 1168031 w 1722333"/>
              <a:gd name="csY6781" fmla="*/ 1114920 h 1114920"/>
              <a:gd name="csX6782" fmla="*/ 1168200 w 1722333"/>
              <a:gd name="csY6782" fmla="*/ 1114920 h 1114920"/>
              <a:gd name="csX6783" fmla="*/ 1168369 w 1722333"/>
              <a:gd name="csY6783" fmla="*/ 1114920 h 1114920"/>
              <a:gd name="csX6784" fmla="*/ 1168547 w 1722333"/>
              <a:gd name="csY6784" fmla="*/ 1114920 h 1114920"/>
              <a:gd name="csX6785" fmla="*/ 1168716 w 1722333"/>
              <a:gd name="csY6785" fmla="*/ 1114920 h 1114920"/>
              <a:gd name="csX6786" fmla="*/ 1168894 w 1722333"/>
              <a:gd name="csY6786" fmla="*/ 1114920 h 1114920"/>
              <a:gd name="csX6787" fmla="*/ 1169063 w 1722333"/>
              <a:gd name="csY6787" fmla="*/ 1114920 h 1114920"/>
              <a:gd name="csX6788" fmla="*/ 1169232 w 1722333"/>
              <a:gd name="csY6788" fmla="*/ 1114920 h 1114920"/>
              <a:gd name="csX6789" fmla="*/ 1169410 w 1722333"/>
              <a:gd name="csY6789" fmla="*/ 1114920 h 1114920"/>
              <a:gd name="csX6790" fmla="*/ 1169579 w 1722333"/>
              <a:gd name="csY6790" fmla="*/ 1114920 h 1114920"/>
              <a:gd name="csX6791" fmla="*/ 1169748 w 1722333"/>
              <a:gd name="csY6791" fmla="*/ 1114920 h 1114920"/>
              <a:gd name="csX6792" fmla="*/ 1169926 w 1722333"/>
              <a:gd name="csY6792" fmla="*/ 1114920 h 1114920"/>
              <a:gd name="csX6793" fmla="*/ 1170095 w 1722333"/>
              <a:gd name="csY6793" fmla="*/ 1114920 h 1114920"/>
              <a:gd name="csX6794" fmla="*/ 1170264 w 1722333"/>
              <a:gd name="csY6794" fmla="*/ 1114920 h 1114920"/>
              <a:gd name="csX6795" fmla="*/ 1170442 w 1722333"/>
              <a:gd name="csY6795" fmla="*/ 1114920 h 1114920"/>
              <a:gd name="csX6796" fmla="*/ 1170611 w 1722333"/>
              <a:gd name="csY6796" fmla="*/ 1114920 h 1114920"/>
              <a:gd name="csX6797" fmla="*/ 1170789 w 1722333"/>
              <a:gd name="csY6797" fmla="*/ 1114920 h 1114920"/>
              <a:gd name="csX6798" fmla="*/ 1170958 w 1722333"/>
              <a:gd name="csY6798" fmla="*/ 1114920 h 1114920"/>
              <a:gd name="csX6799" fmla="*/ 1171127 w 1722333"/>
              <a:gd name="csY6799" fmla="*/ 1114920 h 1114920"/>
              <a:gd name="csX6800" fmla="*/ 1171305 w 1722333"/>
              <a:gd name="csY6800" fmla="*/ 1114920 h 1114920"/>
              <a:gd name="csX6801" fmla="*/ 1171474 w 1722333"/>
              <a:gd name="csY6801" fmla="*/ 1114920 h 1114920"/>
              <a:gd name="csX6802" fmla="*/ 1171643 w 1722333"/>
              <a:gd name="csY6802" fmla="*/ 1114920 h 1114920"/>
              <a:gd name="csX6803" fmla="*/ 1171821 w 1722333"/>
              <a:gd name="csY6803" fmla="*/ 1114920 h 1114920"/>
              <a:gd name="csX6804" fmla="*/ 1171990 w 1722333"/>
              <a:gd name="csY6804" fmla="*/ 1114920 h 1114920"/>
              <a:gd name="csX6805" fmla="*/ 1172159 w 1722333"/>
              <a:gd name="csY6805" fmla="*/ 1114920 h 1114920"/>
              <a:gd name="csX6806" fmla="*/ 1172337 w 1722333"/>
              <a:gd name="csY6806" fmla="*/ 1114920 h 1114920"/>
              <a:gd name="csX6807" fmla="*/ 1172506 w 1722333"/>
              <a:gd name="csY6807" fmla="*/ 1114920 h 1114920"/>
              <a:gd name="csX6808" fmla="*/ 1172684 w 1722333"/>
              <a:gd name="csY6808" fmla="*/ 1114920 h 1114920"/>
              <a:gd name="csX6809" fmla="*/ 1172853 w 1722333"/>
              <a:gd name="csY6809" fmla="*/ 1114920 h 1114920"/>
              <a:gd name="csX6810" fmla="*/ 1173022 w 1722333"/>
              <a:gd name="csY6810" fmla="*/ 1114920 h 1114920"/>
              <a:gd name="csX6811" fmla="*/ 1173200 w 1722333"/>
              <a:gd name="csY6811" fmla="*/ 1114920 h 1114920"/>
              <a:gd name="csX6812" fmla="*/ 1173369 w 1722333"/>
              <a:gd name="csY6812" fmla="*/ 1114920 h 1114920"/>
              <a:gd name="csX6813" fmla="*/ 1173538 w 1722333"/>
              <a:gd name="csY6813" fmla="*/ 1114920 h 1114920"/>
              <a:gd name="csX6814" fmla="*/ 1173716 w 1722333"/>
              <a:gd name="csY6814" fmla="*/ 1114920 h 1114920"/>
              <a:gd name="csX6815" fmla="*/ 1173885 w 1722333"/>
              <a:gd name="csY6815" fmla="*/ 1114920 h 1114920"/>
              <a:gd name="csX6816" fmla="*/ 1174054 w 1722333"/>
              <a:gd name="csY6816" fmla="*/ 1114920 h 1114920"/>
              <a:gd name="csX6817" fmla="*/ 1174232 w 1722333"/>
              <a:gd name="csY6817" fmla="*/ 1114920 h 1114920"/>
              <a:gd name="csX6818" fmla="*/ 1174401 w 1722333"/>
              <a:gd name="csY6818" fmla="*/ 1114920 h 1114920"/>
              <a:gd name="csX6819" fmla="*/ 1174579 w 1722333"/>
              <a:gd name="csY6819" fmla="*/ 1114920 h 1114920"/>
              <a:gd name="csX6820" fmla="*/ 1174748 w 1722333"/>
              <a:gd name="csY6820" fmla="*/ 1114920 h 1114920"/>
              <a:gd name="csX6821" fmla="*/ 1174917 w 1722333"/>
              <a:gd name="csY6821" fmla="*/ 1114920 h 1114920"/>
              <a:gd name="csX6822" fmla="*/ 1175095 w 1722333"/>
              <a:gd name="csY6822" fmla="*/ 1114920 h 1114920"/>
              <a:gd name="csX6823" fmla="*/ 1175264 w 1722333"/>
              <a:gd name="csY6823" fmla="*/ 1114920 h 1114920"/>
              <a:gd name="csX6824" fmla="*/ 1175433 w 1722333"/>
              <a:gd name="csY6824" fmla="*/ 1114920 h 1114920"/>
              <a:gd name="csX6825" fmla="*/ 1175611 w 1722333"/>
              <a:gd name="csY6825" fmla="*/ 1114920 h 1114920"/>
              <a:gd name="csX6826" fmla="*/ 1175780 w 1722333"/>
              <a:gd name="csY6826" fmla="*/ 1114920 h 1114920"/>
              <a:gd name="csX6827" fmla="*/ 1175949 w 1722333"/>
              <a:gd name="csY6827" fmla="*/ 1114920 h 1114920"/>
              <a:gd name="csX6828" fmla="*/ 1176127 w 1722333"/>
              <a:gd name="csY6828" fmla="*/ 1114920 h 1114920"/>
              <a:gd name="csX6829" fmla="*/ 1176296 w 1722333"/>
              <a:gd name="csY6829" fmla="*/ 1114920 h 1114920"/>
              <a:gd name="csX6830" fmla="*/ 1176465 w 1722333"/>
              <a:gd name="csY6830" fmla="*/ 1114920 h 1114920"/>
              <a:gd name="csX6831" fmla="*/ 1176643 w 1722333"/>
              <a:gd name="csY6831" fmla="*/ 1114920 h 1114920"/>
              <a:gd name="csX6832" fmla="*/ 1176812 w 1722333"/>
              <a:gd name="csY6832" fmla="*/ 1114920 h 1114920"/>
              <a:gd name="csX6833" fmla="*/ 1176990 w 1722333"/>
              <a:gd name="csY6833" fmla="*/ 1114920 h 1114920"/>
              <a:gd name="csX6834" fmla="*/ 1177159 w 1722333"/>
              <a:gd name="csY6834" fmla="*/ 1114920 h 1114920"/>
              <a:gd name="csX6835" fmla="*/ 1177328 w 1722333"/>
              <a:gd name="csY6835" fmla="*/ 1114920 h 1114920"/>
              <a:gd name="csX6836" fmla="*/ 1177506 w 1722333"/>
              <a:gd name="csY6836" fmla="*/ 1114920 h 1114920"/>
              <a:gd name="csX6837" fmla="*/ 1177675 w 1722333"/>
              <a:gd name="csY6837" fmla="*/ 1114920 h 1114920"/>
              <a:gd name="csX6838" fmla="*/ 1177844 w 1722333"/>
              <a:gd name="csY6838" fmla="*/ 1114920 h 1114920"/>
              <a:gd name="csX6839" fmla="*/ 1178022 w 1722333"/>
              <a:gd name="csY6839" fmla="*/ 1114920 h 1114920"/>
              <a:gd name="csX6840" fmla="*/ 1178191 w 1722333"/>
              <a:gd name="csY6840" fmla="*/ 1114920 h 1114920"/>
              <a:gd name="csX6841" fmla="*/ 1178360 w 1722333"/>
              <a:gd name="csY6841" fmla="*/ 1114920 h 1114920"/>
              <a:gd name="csX6842" fmla="*/ 1178538 w 1722333"/>
              <a:gd name="csY6842" fmla="*/ 1114920 h 1114920"/>
              <a:gd name="csX6843" fmla="*/ 1178707 w 1722333"/>
              <a:gd name="csY6843" fmla="*/ 1114920 h 1114920"/>
              <a:gd name="csX6844" fmla="*/ 1178885 w 1722333"/>
              <a:gd name="csY6844" fmla="*/ 1114920 h 1114920"/>
              <a:gd name="csX6845" fmla="*/ 1179054 w 1722333"/>
              <a:gd name="csY6845" fmla="*/ 1114920 h 1114920"/>
              <a:gd name="csX6846" fmla="*/ 1179223 w 1722333"/>
              <a:gd name="csY6846" fmla="*/ 1114920 h 1114920"/>
              <a:gd name="csX6847" fmla="*/ 1179401 w 1722333"/>
              <a:gd name="csY6847" fmla="*/ 1114920 h 1114920"/>
              <a:gd name="csX6848" fmla="*/ 1179570 w 1722333"/>
              <a:gd name="csY6848" fmla="*/ 1114920 h 1114920"/>
              <a:gd name="csX6849" fmla="*/ 1179739 w 1722333"/>
              <a:gd name="csY6849" fmla="*/ 1114920 h 1114920"/>
              <a:gd name="csX6850" fmla="*/ 1179917 w 1722333"/>
              <a:gd name="csY6850" fmla="*/ 1114920 h 1114920"/>
              <a:gd name="csX6851" fmla="*/ 1180086 w 1722333"/>
              <a:gd name="csY6851" fmla="*/ 1114920 h 1114920"/>
              <a:gd name="csX6852" fmla="*/ 1180255 w 1722333"/>
              <a:gd name="csY6852" fmla="*/ 1114920 h 1114920"/>
              <a:gd name="csX6853" fmla="*/ 1180433 w 1722333"/>
              <a:gd name="csY6853" fmla="*/ 1114920 h 1114920"/>
              <a:gd name="csX6854" fmla="*/ 1180602 w 1722333"/>
              <a:gd name="csY6854" fmla="*/ 1114920 h 1114920"/>
              <a:gd name="csX6855" fmla="*/ 1180780 w 1722333"/>
              <a:gd name="csY6855" fmla="*/ 1114920 h 1114920"/>
              <a:gd name="csX6856" fmla="*/ 1180949 w 1722333"/>
              <a:gd name="csY6856" fmla="*/ 1114920 h 1114920"/>
              <a:gd name="csX6857" fmla="*/ 1181118 w 1722333"/>
              <a:gd name="csY6857" fmla="*/ 1114920 h 1114920"/>
              <a:gd name="csX6858" fmla="*/ 1181296 w 1722333"/>
              <a:gd name="csY6858" fmla="*/ 1114920 h 1114920"/>
              <a:gd name="csX6859" fmla="*/ 1181465 w 1722333"/>
              <a:gd name="csY6859" fmla="*/ 1114920 h 1114920"/>
              <a:gd name="csX6860" fmla="*/ 1181634 w 1722333"/>
              <a:gd name="csY6860" fmla="*/ 1114920 h 1114920"/>
              <a:gd name="csX6861" fmla="*/ 1181812 w 1722333"/>
              <a:gd name="csY6861" fmla="*/ 1114920 h 1114920"/>
              <a:gd name="csX6862" fmla="*/ 1181981 w 1722333"/>
              <a:gd name="csY6862" fmla="*/ 1114920 h 1114920"/>
              <a:gd name="csX6863" fmla="*/ 1182150 w 1722333"/>
              <a:gd name="csY6863" fmla="*/ 1114920 h 1114920"/>
              <a:gd name="csX6864" fmla="*/ 1182328 w 1722333"/>
              <a:gd name="csY6864" fmla="*/ 1114920 h 1114920"/>
              <a:gd name="csX6865" fmla="*/ 1182497 w 1722333"/>
              <a:gd name="csY6865" fmla="*/ 1114920 h 1114920"/>
              <a:gd name="csX6866" fmla="*/ 1182666 w 1722333"/>
              <a:gd name="csY6866" fmla="*/ 1114920 h 1114920"/>
              <a:gd name="csX6867" fmla="*/ 1182844 w 1722333"/>
              <a:gd name="csY6867" fmla="*/ 1114920 h 1114920"/>
              <a:gd name="csX6868" fmla="*/ 1183013 w 1722333"/>
              <a:gd name="csY6868" fmla="*/ 1114920 h 1114920"/>
              <a:gd name="csX6869" fmla="*/ 1183191 w 1722333"/>
              <a:gd name="csY6869" fmla="*/ 1114920 h 1114920"/>
              <a:gd name="csX6870" fmla="*/ 1183360 w 1722333"/>
              <a:gd name="csY6870" fmla="*/ 1114920 h 1114920"/>
              <a:gd name="csX6871" fmla="*/ 1183529 w 1722333"/>
              <a:gd name="csY6871" fmla="*/ 1114920 h 1114920"/>
              <a:gd name="csX6872" fmla="*/ 1183707 w 1722333"/>
              <a:gd name="csY6872" fmla="*/ 1114920 h 1114920"/>
              <a:gd name="csX6873" fmla="*/ 1183876 w 1722333"/>
              <a:gd name="csY6873" fmla="*/ 1114920 h 1114920"/>
              <a:gd name="csX6874" fmla="*/ 1184045 w 1722333"/>
              <a:gd name="csY6874" fmla="*/ 1114920 h 1114920"/>
              <a:gd name="csX6875" fmla="*/ 1184222 w 1722333"/>
              <a:gd name="csY6875" fmla="*/ 1114920 h 1114920"/>
              <a:gd name="csX6876" fmla="*/ 1184392 w 1722333"/>
              <a:gd name="csY6876" fmla="*/ 1114920 h 1114920"/>
              <a:gd name="csX6877" fmla="*/ 1184561 w 1722333"/>
              <a:gd name="csY6877" fmla="*/ 1114920 h 1114920"/>
              <a:gd name="csX6878" fmla="*/ 1184739 w 1722333"/>
              <a:gd name="csY6878" fmla="*/ 1114920 h 1114920"/>
              <a:gd name="csX6879" fmla="*/ 1184908 w 1722333"/>
              <a:gd name="csY6879" fmla="*/ 1114920 h 1114920"/>
              <a:gd name="csX6880" fmla="*/ 1185086 w 1722333"/>
              <a:gd name="csY6880" fmla="*/ 1114920 h 1114920"/>
              <a:gd name="csX6881" fmla="*/ 1185255 w 1722333"/>
              <a:gd name="csY6881" fmla="*/ 1114920 h 1114920"/>
              <a:gd name="csX6882" fmla="*/ 1185424 w 1722333"/>
              <a:gd name="csY6882" fmla="*/ 1114920 h 1114920"/>
              <a:gd name="csX6883" fmla="*/ 1185601 w 1722333"/>
              <a:gd name="csY6883" fmla="*/ 1114920 h 1114920"/>
              <a:gd name="csX6884" fmla="*/ 1185771 w 1722333"/>
              <a:gd name="csY6884" fmla="*/ 1114920 h 1114920"/>
              <a:gd name="csX6885" fmla="*/ 1185940 w 1722333"/>
              <a:gd name="csY6885" fmla="*/ 1114920 h 1114920"/>
              <a:gd name="csX6886" fmla="*/ 1186117 w 1722333"/>
              <a:gd name="csY6886" fmla="*/ 1114920 h 1114920"/>
              <a:gd name="csX6887" fmla="*/ 1186287 w 1722333"/>
              <a:gd name="csY6887" fmla="*/ 1114920 h 1114920"/>
              <a:gd name="csX6888" fmla="*/ 1186456 w 1722333"/>
              <a:gd name="csY6888" fmla="*/ 1114920 h 1114920"/>
              <a:gd name="csX6889" fmla="*/ 1186634 w 1722333"/>
              <a:gd name="csY6889" fmla="*/ 1114920 h 1114920"/>
              <a:gd name="csX6890" fmla="*/ 1186802 w 1722333"/>
              <a:gd name="csY6890" fmla="*/ 1114920 h 1114920"/>
              <a:gd name="csX6891" fmla="*/ 1186980 w 1722333"/>
              <a:gd name="csY6891" fmla="*/ 1114920 h 1114920"/>
              <a:gd name="csX6892" fmla="*/ 1187149 w 1722333"/>
              <a:gd name="csY6892" fmla="*/ 1114920 h 1114920"/>
              <a:gd name="csX6893" fmla="*/ 1187319 w 1722333"/>
              <a:gd name="csY6893" fmla="*/ 1114920 h 1114920"/>
              <a:gd name="csX6894" fmla="*/ 1187496 w 1722333"/>
              <a:gd name="csY6894" fmla="*/ 1114920 h 1114920"/>
              <a:gd name="csX6895" fmla="*/ 1187665 w 1722333"/>
              <a:gd name="csY6895" fmla="*/ 1114920 h 1114920"/>
              <a:gd name="csX6896" fmla="*/ 1187835 w 1722333"/>
              <a:gd name="csY6896" fmla="*/ 1114920 h 1114920"/>
              <a:gd name="csX6897" fmla="*/ 1188012 w 1722333"/>
              <a:gd name="csY6897" fmla="*/ 1114920 h 1114920"/>
              <a:gd name="csX6898" fmla="*/ 1188181 w 1722333"/>
              <a:gd name="csY6898" fmla="*/ 1114920 h 1114920"/>
              <a:gd name="csX6899" fmla="*/ 1188350 w 1722333"/>
              <a:gd name="csY6899" fmla="*/ 1114920 h 1114920"/>
              <a:gd name="csX6900" fmla="*/ 1188528 w 1722333"/>
              <a:gd name="csY6900" fmla="*/ 1114920 h 1114920"/>
              <a:gd name="csX6901" fmla="*/ 1188697 w 1722333"/>
              <a:gd name="csY6901" fmla="*/ 1114920 h 1114920"/>
              <a:gd name="csX6902" fmla="*/ 1188875 w 1722333"/>
              <a:gd name="csY6902" fmla="*/ 1114920 h 1114920"/>
              <a:gd name="csX6903" fmla="*/ 1189044 w 1722333"/>
              <a:gd name="csY6903" fmla="*/ 1114920 h 1114920"/>
              <a:gd name="csX6904" fmla="*/ 1189213 w 1722333"/>
              <a:gd name="csY6904" fmla="*/ 1114920 h 1114920"/>
              <a:gd name="csX6905" fmla="*/ 1189391 w 1722333"/>
              <a:gd name="csY6905" fmla="*/ 1114920 h 1114920"/>
              <a:gd name="csX6906" fmla="*/ 1189560 w 1722333"/>
              <a:gd name="csY6906" fmla="*/ 1114920 h 1114920"/>
              <a:gd name="csX6907" fmla="*/ 1189729 w 1722333"/>
              <a:gd name="csY6907" fmla="*/ 1114920 h 1114920"/>
              <a:gd name="csX6908" fmla="*/ 1189907 w 1722333"/>
              <a:gd name="csY6908" fmla="*/ 1114920 h 1114920"/>
              <a:gd name="csX6909" fmla="*/ 1190076 w 1722333"/>
              <a:gd name="csY6909" fmla="*/ 1114920 h 1114920"/>
              <a:gd name="csX6910" fmla="*/ 1190245 w 1722333"/>
              <a:gd name="csY6910" fmla="*/ 1114920 h 1114920"/>
              <a:gd name="csX6911" fmla="*/ 1190423 w 1722333"/>
              <a:gd name="csY6911" fmla="*/ 1114920 h 1114920"/>
              <a:gd name="csX6912" fmla="*/ 1190592 w 1722333"/>
              <a:gd name="csY6912" fmla="*/ 1114920 h 1114920"/>
              <a:gd name="csX6913" fmla="*/ 1190761 w 1722333"/>
              <a:gd name="csY6913" fmla="*/ 1114920 h 1114920"/>
              <a:gd name="csX6914" fmla="*/ 1190939 w 1722333"/>
              <a:gd name="csY6914" fmla="*/ 1114920 h 1114920"/>
              <a:gd name="csX6915" fmla="*/ 1191108 w 1722333"/>
              <a:gd name="csY6915" fmla="*/ 1114920 h 1114920"/>
              <a:gd name="csX6916" fmla="*/ 1191286 w 1722333"/>
              <a:gd name="csY6916" fmla="*/ 1114920 h 1114920"/>
              <a:gd name="csX6917" fmla="*/ 1191455 w 1722333"/>
              <a:gd name="csY6917" fmla="*/ 1114920 h 1114920"/>
              <a:gd name="csX6918" fmla="*/ 1191624 w 1722333"/>
              <a:gd name="csY6918" fmla="*/ 1114920 h 1114920"/>
              <a:gd name="csX6919" fmla="*/ 1191802 w 1722333"/>
              <a:gd name="csY6919" fmla="*/ 1114920 h 1114920"/>
              <a:gd name="csX6920" fmla="*/ 1191971 w 1722333"/>
              <a:gd name="csY6920" fmla="*/ 1114920 h 1114920"/>
              <a:gd name="csX6921" fmla="*/ 1192140 w 1722333"/>
              <a:gd name="csY6921" fmla="*/ 1114920 h 1114920"/>
              <a:gd name="csX6922" fmla="*/ 1192318 w 1722333"/>
              <a:gd name="csY6922" fmla="*/ 1114920 h 1114920"/>
              <a:gd name="csX6923" fmla="*/ 1192487 w 1722333"/>
              <a:gd name="csY6923" fmla="*/ 1114920 h 1114920"/>
              <a:gd name="csX6924" fmla="*/ 1192656 w 1722333"/>
              <a:gd name="csY6924" fmla="*/ 1114920 h 1114920"/>
              <a:gd name="csX6925" fmla="*/ 1192834 w 1722333"/>
              <a:gd name="csY6925" fmla="*/ 1114920 h 1114920"/>
              <a:gd name="csX6926" fmla="*/ 1193003 w 1722333"/>
              <a:gd name="csY6926" fmla="*/ 1114920 h 1114920"/>
              <a:gd name="csX6927" fmla="*/ 1193181 w 1722333"/>
              <a:gd name="csY6927" fmla="*/ 1114920 h 1114920"/>
              <a:gd name="csX6928" fmla="*/ 1193350 w 1722333"/>
              <a:gd name="csY6928" fmla="*/ 1114920 h 1114920"/>
              <a:gd name="csX6929" fmla="*/ 1193519 w 1722333"/>
              <a:gd name="csY6929" fmla="*/ 1114920 h 1114920"/>
              <a:gd name="csX6930" fmla="*/ 1193697 w 1722333"/>
              <a:gd name="csY6930" fmla="*/ 1114920 h 1114920"/>
              <a:gd name="csX6931" fmla="*/ 1193866 w 1722333"/>
              <a:gd name="csY6931" fmla="*/ 1114920 h 1114920"/>
              <a:gd name="csX6932" fmla="*/ 1194035 w 1722333"/>
              <a:gd name="csY6932" fmla="*/ 1114920 h 1114920"/>
              <a:gd name="csX6933" fmla="*/ 1194213 w 1722333"/>
              <a:gd name="csY6933" fmla="*/ 1114920 h 1114920"/>
              <a:gd name="csX6934" fmla="*/ 1194382 w 1722333"/>
              <a:gd name="csY6934" fmla="*/ 1114920 h 1114920"/>
              <a:gd name="csX6935" fmla="*/ 1194551 w 1722333"/>
              <a:gd name="csY6935" fmla="*/ 1114920 h 1114920"/>
              <a:gd name="csX6936" fmla="*/ 1194729 w 1722333"/>
              <a:gd name="csY6936" fmla="*/ 1114920 h 1114920"/>
              <a:gd name="csX6937" fmla="*/ 1194898 w 1722333"/>
              <a:gd name="csY6937" fmla="*/ 1114920 h 1114920"/>
              <a:gd name="csX6938" fmla="*/ 1195076 w 1722333"/>
              <a:gd name="csY6938" fmla="*/ 1114920 h 1114920"/>
              <a:gd name="csX6939" fmla="*/ 1195245 w 1722333"/>
              <a:gd name="csY6939" fmla="*/ 1114920 h 1114920"/>
              <a:gd name="csX6940" fmla="*/ 1195414 w 1722333"/>
              <a:gd name="csY6940" fmla="*/ 1114920 h 1114920"/>
              <a:gd name="csX6941" fmla="*/ 1195592 w 1722333"/>
              <a:gd name="csY6941" fmla="*/ 1114920 h 1114920"/>
              <a:gd name="csX6942" fmla="*/ 1195761 w 1722333"/>
              <a:gd name="csY6942" fmla="*/ 1114920 h 1114920"/>
              <a:gd name="csX6943" fmla="*/ 1195930 w 1722333"/>
              <a:gd name="csY6943" fmla="*/ 1114920 h 1114920"/>
              <a:gd name="csX6944" fmla="*/ 1196108 w 1722333"/>
              <a:gd name="csY6944" fmla="*/ 1114920 h 1114920"/>
              <a:gd name="csX6945" fmla="*/ 1196277 w 1722333"/>
              <a:gd name="csY6945" fmla="*/ 1114920 h 1114920"/>
              <a:gd name="csX6946" fmla="*/ 1196446 w 1722333"/>
              <a:gd name="csY6946" fmla="*/ 1114920 h 1114920"/>
              <a:gd name="csX6947" fmla="*/ 1196624 w 1722333"/>
              <a:gd name="csY6947" fmla="*/ 1114920 h 1114920"/>
              <a:gd name="csX6948" fmla="*/ 1196793 w 1722333"/>
              <a:gd name="csY6948" fmla="*/ 1114920 h 1114920"/>
              <a:gd name="csX6949" fmla="*/ 1196971 w 1722333"/>
              <a:gd name="csY6949" fmla="*/ 1114920 h 1114920"/>
              <a:gd name="csX6950" fmla="*/ 1197140 w 1722333"/>
              <a:gd name="csY6950" fmla="*/ 1114920 h 1114920"/>
              <a:gd name="csX6951" fmla="*/ 1197309 w 1722333"/>
              <a:gd name="csY6951" fmla="*/ 1114920 h 1114920"/>
              <a:gd name="csX6952" fmla="*/ 1197487 w 1722333"/>
              <a:gd name="csY6952" fmla="*/ 1114920 h 1114920"/>
              <a:gd name="csX6953" fmla="*/ 1197656 w 1722333"/>
              <a:gd name="csY6953" fmla="*/ 1114920 h 1114920"/>
              <a:gd name="csX6954" fmla="*/ 1197825 w 1722333"/>
              <a:gd name="csY6954" fmla="*/ 1114920 h 1114920"/>
              <a:gd name="csX6955" fmla="*/ 1198003 w 1722333"/>
              <a:gd name="csY6955" fmla="*/ 1114920 h 1114920"/>
              <a:gd name="csX6956" fmla="*/ 1198172 w 1722333"/>
              <a:gd name="csY6956" fmla="*/ 1114920 h 1114920"/>
              <a:gd name="csX6957" fmla="*/ 1198341 w 1722333"/>
              <a:gd name="csY6957" fmla="*/ 1114920 h 1114920"/>
              <a:gd name="csX6958" fmla="*/ 1198519 w 1722333"/>
              <a:gd name="csY6958" fmla="*/ 1114920 h 1114920"/>
              <a:gd name="csX6959" fmla="*/ 1198688 w 1722333"/>
              <a:gd name="csY6959" fmla="*/ 1114920 h 1114920"/>
              <a:gd name="csX6960" fmla="*/ 1198857 w 1722333"/>
              <a:gd name="csY6960" fmla="*/ 1114920 h 1114920"/>
              <a:gd name="csX6961" fmla="*/ 1199035 w 1722333"/>
              <a:gd name="csY6961" fmla="*/ 1114920 h 1114920"/>
              <a:gd name="csX6962" fmla="*/ 1199204 w 1722333"/>
              <a:gd name="csY6962" fmla="*/ 1114920 h 1114920"/>
              <a:gd name="csX6963" fmla="*/ 1199382 w 1722333"/>
              <a:gd name="csY6963" fmla="*/ 1114920 h 1114920"/>
              <a:gd name="csX6964" fmla="*/ 1199551 w 1722333"/>
              <a:gd name="csY6964" fmla="*/ 1114920 h 1114920"/>
              <a:gd name="csX6965" fmla="*/ 1199720 w 1722333"/>
              <a:gd name="csY6965" fmla="*/ 1114920 h 1114920"/>
              <a:gd name="csX6966" fmla="*/ 1199898 w 1722333"/>
              <a:gd name="csY6966" fmla="*/ 1114920 h 1114920"/>
              <a:gd name="csX6967" fmla="*/ 1200067 w 1722333"/>
              <a:gd name="csY6967" fmla="*/ 1114920 h 1114920"/>
              <a:gd name="csX6968" fmla="*/ 1200236 w 1722333"/>
              <a:gd name="csY6968" fmla="*/ 1114920 h 1114920"/>
              <a:gd name="csX6969" fmla="*/ 1200414 w 1722333"/>
              <a:gd name="csY6969" fmla="*/ 1114920 h 1114920"/>
              <a:gd name="csX6970" fmla="*/ 1200583 w 1722333"/>
              <a:gd name="csY6970" fmla="*/ 1114920 h 1114920"/>
              <a:gd name="csX6971" fmla="*/ 1200752 w 1722333"/>
              <a:gd name="csY6971" fmla="*/ 1114920 h 1114920"/>
              <a:gd name="csX6972" fmla="*/ 1200930 w 1722333"/>
              <a:gd name="csY6972" fmla="*/ 1114920 h 1114920"/>
              <a:gd name="csX6973" fmla="*/ 1201099 w 1722333"/>
              <a:gd name="csY6973" fmla="*/ 1114920 h 1114920"/>
              <a:gd name="csX6974" fmla="*/ 1201277 w 1722333"/>
              <a:gd name="csY6974" fmla="*/ 1114920 h 1114920"/>
              <a:gd name="csX6975" fmla="*/ 1201446 w 1722333"/>
              <a:gd name="csY6975" fmla="*/ 1114920 h 1114920"/>
              <a:gd name="csX6976" fmla="*/ 1201615 w 1722333"/>
              <a:gd name="csY6976" fmla="*/ 1114920 h 1114920"/>
              <a:gd name="csX6977" fmla="*/ 1201793 w 1722333"/>
              <a:gd name="csY6977" fmla="*/ 1114920 h 1114920"/>
              <a:gd name="csX6978" fmla="*/ 1201962 w 1722333"/>
              <a:gd name="csY6978" fmla="*/ 1114920 h 1114920"/>
              <a:gd name="csX6979" fmla="*/ 1202131 w 1722333"/>
              <a:gd name="csY6979" fmla="*/ 1114920 h 1114920"/>
              <a:gd name="csX6980" fmla="*/ 1202309 w 1722333"/>
              <a:gd name="csY6980" fmla="*/ 1114920 h 1114920"/>
              <a:gd name="csX6981" fmla="*/ 1202478 w 1722333"/>
              <a:gd name="csY6981" fmla="*/ 1114920 h 1114920"/>
              <a:gd name="csX6982" fmla="*/ 1202647 w 1722333"/>
              <a:gd name="csY6982" fmla="*/ 1114920 h 1114920"/>
              <a:gd name="csX6983" fmla="*/ 1202825 w 1722333"/>
              <a:gd name="csY6983" fmla="*/ 1114920 h 1114920"/>
              <a:gd name="csX6984" fmla="*/ 1202994 w 1722333"/>
              <a:gd name="csY6984" fmla="*/ 1114920 h 1114920"/>
              <a:gd name="csX6985" fmla="*/ 1203172 w 1722333"/>
              <a:gd name="csY6985" fmla="*/ 1114920 h 1114920"/>
              <a:gd name="csX6986" fmla="*/ 1203341 w 1722333"/>
              <a:gd name="csY6986" fmla="*/ 1114920 h 1114920"/>
              <a:gd name="csX6987" fmla="*/ 1203510 w 1722333"/>
              <a:gd name="csY6987" fmla="*/ 1114920 h 1114920"/>
              <a:gd name="csX6988" fmla="*/ 1203688 w 1722333"/>
              <a:gd name="csY6988" fmla="*/ 1114920 h 1114920"/>
              <a:gd name="csX6989" fmla="*/ 1203857 w 1722333"/>
              <a:gd name="csY6989" fmla="*/ 1114920 h 1114920"/>
              <a:gd name="csX6990" fmla="*/ 1204026 w 1722333"/>
              <a:gd name="csY6990" fmla="*/ 1114920 h 1114920"/>
              <a:gd name="csX6991" fmla="*/ 1204204 w 1722333"/>
              <a:gd name="csY6991" fmla="*/ 1114920 h 1114920"/>
              <a:gd name="csX6992" fmla="*/ 1204373 w 1722333"/>
              <a:gd name="csY6992" fmla="*/ 1114920 h 1114920"/>
              <a:gd name="csX6993" fmla="*/ 1204542 w 1722333"/>
              <a:gd name="csY6993" fmla="*/ 1114920 h 1114920"/>
              <a:gd name="csX6994" fmla="*/ 1204720 w 1722333"/>
              <a:gd name="csY6994" fmla="*/ 1114920 h 1114920"/>
              <a:gd name="csX6995" fmla="*/ 1204889 w 1722333"/>
              <a:gd name="csY6995" fmla="*/ 1114920 h 1114920"/>
              <a:gd name="csX6996" fmla="*/ 1205067 w 1722333"/>
              <a:gd name="csY6996" fmla="*/ 1114920 h 1114920"/>
              <a:gd name="csX6997" fmla="*/ 1205236 w 1722333"/>
              <a:gd name="csY6997" fmla="*/ 1114920 h 1114920"/>
              <a:gd name="csX6998" fmla="*/ 1205405 w 1722333"/>
              <a:gd name="csY6998" fmla="*/ 1114920 h 1114920"/>
              <a:gd name="csX6999" fmla="*/ 1205583 w 1722333"/>
              <a:gd name="csY6999" fmla="*/ 1114920 h 1114920"/>
              <a:gd name="csX7000" fmla="*/ 1205752 w 1722333"/>
              <a:gd name="csY7000" fmla="*/ 1114920 h 1114920"/>
              <a:gd name="csX7001" fmla="*/ 1205921 w 1722333"/>
              <a:gd name="csY7001" fmla="*/ 1114920 h 1114920"/>
              <a:gd name="csX7002" fmla="*/ 1206099 w 1722333"/>
              <a:gd name="csY7002" fmla="*/ 1114920 h 1114920"/>
              <a:gd name="csX7003" fmla="*/ 1206268 w 1722333"/>
              <a:gd name="csY7003" fmla="*/ 1114920 h 1114920"/>
              <a:gd name="csX7004" fmla="*/ 1206437 w 1722333"/>
              <a:gd name="csY7004" fmla="*/ 1114920 h 1114920"/>
              <a:gd name="csX7005" fmla="*/ 1206615 w 1722333"/>
              <a:gd name="csY7005" fmla="*/ 1114920 h 1114920"/>
              <a:gd name="csX7006" fmla="*/ 1206784 w 1722333"/>
              <a:gd name="csY7006" fmla="*/ 1114920 h 1114920"/>
              <a:gd name="csX7007" fmla="*/ 1206953 w 1722333"/>
              <a:gd name="csY7007" fmla="*/ 1114920 h 1114920"/>
              <a:gd name="csX7008" fmla="*/ 1207131 w 1722333"/>
              <a:gd name="csY7008" fmla="*/ 1114920 h 1114920"/>
              <a:gd name="csX7009" fmla="*/ 1207300 w 1722333"/>
              <a:gd name="csY7009" fmla="*/ 1114920 h 1114920"/>
              <a:gd name="csX7010" fmla="*/ 1207478 w 1722333"/>
              <a:gd name="csY7010" fmla="*/ 1114920 h 1114920"/>
              <a:gd name="csX7011" fmla="*/ 1207647 w 1722333"/>
              <a:gd name="csY7011" fmla="*/ 1114920 h 1114920"/>
              <a:gd name="csX7012" fmla="*/ 1207816 w 1722333"/>
              <a:gd name="csY7012" fmla="*/ 1114920 h 1114920"/>
              <a:gd name="csX7013" fmla="*/ 1207994 w 1722333"/>
              <a:gd name="csY7013" fmla="*/ 1114920 h 1114920"/>
              <a:gd name="csX7014" fmla="*/ 1208163 w 1722333"/>
              <a:gd name="csY7014" fmla="*/ 1114920 h 1114920"/>
              <a:gd name="csX7015" fmla="*/ 1208332 w 1722333"/>
              <a:gd name="csY7015" fmla="*/ 1114920 h 1114920"/>
              <a:gd name="csX7016" fmla="*/ 1208510 w 1722333"/>
              <a:gd name="csY7016" fmla="*/ 1114920 h 1114920"/>
              <a:gd name="csX7017" fmla="*/ 1208679 w 1722333"/>
              <a:gd name="csY7017" fmla="*/ 1114920 h 1114920"/>
              <a:gd name="csX7018" fmla="*/ 1208848 w 1722333"/>
              <a:gd name="csY7018" fmla="*/ 1114920 h 1114920"/>
              <a:gd name="csX7019" fmla="*/ 1209026 w 1722333"/>
              <a:gd name="csY7019" fmla="*/ 1114920 h 1114920"/>
              <a:gd name="csX7020" fmla="*/ 1209195 w 1722333"/>
              <a:gd name="csY7020" fmla="*/ 1114920 h 1114920"/>
              <a:gd name="csX7021" fmla="*/ 1209373 w 1722333"/>
              <a:gd name="csY7021" fmla="*/ 1114920 h 1114920"/>
              <a:gd name="csX7022" fmla="*/ 1209542 w 1722333"/>
              <a:gd name="csY7022" fmla="*/ 1114920 h 1114920"/>
              <a:gd name="csX7023" fmla="*/ 1209711 w 1722333"/>
              <a:gd name="csY7023" fmla="*/ 1114920 h 1114920"/>
              <a:gd name="csX7024" fmla="*/ 1209889 w 1722333"/>
              <a:gd name="csY7024" fmla="*/ 1114920 h 1114920"/>
              <a:gd name="csX7025" fmla="*/ 1210058 w 1722333"/>
              <a:gd name="csY7025" fmla="*/ 1114920 h 1114920"/>
              <a:gd name="csX7026" fmla="*/ 1210227 w 1722333"/>
              <a:gd name="csY7026" fmla="*/ 1114920 h 1114920"/>
              <a:gd name="csX7027" fmla="*/ 1210405 w 1722333"/>
              <a:gd name="csY7027" fmla="*/ 1114920 h 1114920"/>
              <a:gd name="csX7028" fmla="*/ 1210574 w 1722333"/>
              <a:gd name="csY7028" fmla="*/ 1114920 h 1114920"/>
              <a:gd name="csX7029" fmla="*/ 1210743 w 1722333"/>
              <a:gd name="csY7029" fmla="*/ 1114920 h 1114920"/>
              <a:gd name="csX7030" fmla="*/ 1210921 w 1722333"/>
              <a:gd name="csY7030" fmla="*/ 1114920 h 1114920"/>
              <a:gd name="csX7031" fmla="*/ 1211090 w 1722333"/>
              <a:gd name="csY7031" fmla="*/ 1114920 h 1114920"/>
              <a:gd name="csX7032" fmla="*/ 1211268 w 1722333"/>
              <a:gd name="csY7032" fmla="*/ 1114920 h 1114920"/>
              <a:gd name="csX7033" fmla="*/ 1211437 w 1722333"/>
              <a:gd name="csY7033" fmla="*/ 1114920 h 1114920"/>
              <a:gd name="csX7034" fmla="*/ 1211606 w 1722333"/>
              <a:gd name="csY7034" fmla="*/ 1114920 h 1114920"/>
              <a:gd name="csX7035" fmla="*/ 1211784 w 1722333"/>
              <a:gd name="csY7035" fmla="*/ 1114920 h 1114920"/>
              <a:gd name="csX7036" fmla="*/ 1211953 w 1722333"/>
              <a:gd name="csY7036" fmla="*/ 1114920 h 1114920"/>
              <a:gd name="csX7037" fmla="*/ 1212122 w 1722333"/>
              <a:gd name="csY7037" fmla="*/ 1114920 h 1114920"/>
              <a:gd name="csX7038" fmla="*/ 1212300 w 1722333"/>
              <a:gd name="csY7038" fmla="*/ 1114920 h 1114920"/>
              <a:gd name="csX7039" fmla="*/ 1212469 w 1722333"/>
              <a:gd name="csY7039" fmla="*/ 1114920 h 1114920"/>
              <a:gd name="csX7040" fmla="*/ 1212638 w 1722333"/>
              <a:gd name="csY7040" fmla="*/ 1114920 h 1114920"/>
              <a:gd name="csX7041" fmla="*/ 1212816 w 1722333"/>
              <a:gd name="csY7041" fmla="*/ 1114920 h 1114920"/>
              <a:gd name="csX7042" fmla="*/ 1212985 w 1722333"/>
              <a:gd name="csY7042" fmla="*/ 1114920 h 1114920"/>
              <a:gd name="csX7043" fmla="*/ 1213163 w 1722333"/>
              <a:gd name="csY7043" fmla="*/ 1114920 h 1114920"/>
              <a:gd name="csX7044" fmla="*/ 1213332 w 1722333"/>
              <a:gd name="csY7044" fmla="*/ 1114920 h 1114920"/>
              <a:gd name="csX7045" fmla="*/ 1213501 w 1722333"/>
              <a:gd name="csY7045" fmla="*/ 1114920 h 1114920"/>
              <a:gd name="csX7046" fmla="*/ 1213679 w 1722333"/>
              <a:gd name="csY7046" fmla="*/ 1114920 h 1114920"/>
              <a:gd name="csX7047" fmla="*/ 1213848 w 1722333"/>
              <a:gd name="csY7047" fmla="*/ 1114920 h 1114920"/>
              <a:gd name="csX7048" fmla="*/ 1214017 w 1722333"/>
              <a:gd name="csY7048" fmla="*/ 1114920 h 1114920"/>
              <a:gd name="csX7049" fmla="*/ 1214195 w 1722333"/>
              <a:gd name="csY7049" fmla="*/ 1114920 h 1114920"/>
              <a:gd name="csX7050" fmla="*/ 1214364 w 1722333"/>
              <a:gd name="csY7050" fmla="*/ 1114920 h 1114920"/>
              <a:gd name="csX7051" fmla="*/ 1214533 w 1722333"/>
              <a:gd name="csY7051" fmla="*/ 1114920 h 1114920"/>
              <a:gd name="csX7052" fmla="*/ 1214711 w 1722333"/>
              <a:gd name="csY7052" fmla="*/ 1114920 h 1114920"/>
              <a:gd name="csX7053" fmla="*/ 1214880 w 1722333"/>
              <a:gd name="csY7053" fmla="*/ 1114920 h 1114920"/>
              <a:gd name="csX7054" fmla="*/ 1215049 w 1722333"/>
              <a:gd name="csY7054" fmla="*/ 1114920 h 1114920"/>
              <a:gd name="csX7055" fmla="*/ 1215227 w 1722333"/>
              <a:gd name="csY7055" fmla="*/ 1114920 h 1114920"/>
              <a:gd name="csX7056" fmla="*/ 1215396 w 1722333"/>
              <a:gd name="csY7056" fmla="*/ 1114920 h 1114920"/>
              <a:gd name="csX7057" fmla="*/ 1215574 w 1722333"/>
              <a:gd name="csY7057" fmla="*/ 1114920 h 1114920"/>
              <a:gd name="csX7058" fmla="*/ 1215743 w 1722333"/>
              <a:gd name="csY7058" fmla="*/ 1114920 h 1114920"/>
              <a:gd name="csX7059" fmla="*/ 1215912 w 1722333"/>
              <a:gd name="csY7059" fmla="*/ 1114920 h 1114920"/>
              <a:gd name="csX7060" fmla="*/ 1216090 w 1722333"/>
              <a:gd name="csY7060" fmla="*/ 1114920 h 1114920"/>
              <a:gd name="csX7061" fmla="*/ 1216259 w 1722333"/>
              <a:gd name="csY7061" fmla="*/ 1114920 h 1114920"/>
              <a:gd name="csX7062" fmla="*/ 1216428 w 1722333"/>
              <a:gd name="csY7062" fmla="*/ 1114920 h 1114920"/>
              <a:gd name="csX7063" fmla="*/ 1216606 w 1722333"/>
              <a:gd name="csY7063" fmla="*/ 1114920 h 1114920"/>
              <a:gd name="csX7064" fmla="*/ 1216775 w 1722333"/>
              <a:gd name="csY7064" fmla="*/ 1114920 h 1114920"/>
              <a:gd name="csX7065" fmla="*/ 1216944 w 1722333"/>
              <a:gd name="csY7065" fmla="*/ 1114920 h 1114920"/>
              <a:gd name="csX7066" fmla="*/ 1217122 w 1722333"/>
              <a:gd name="csY7066" fmla="*/ 1114920 h 1114920"/>
              <a:gd name="csX7067" fmla="*/ 1217291 w 1722333"/>
              <a:gd name="csY7067" fmla="*/ 1114920 h 1114920"/>
              <a:gd name="csX7068" fmla="*/ 1217469 w 1722333"/>
              <a:gd name="csY7068" fmla="*/ 1114920 h 1114920"/>
              <a:gd name="csX7069" fmla="*/ 1217638 w 1722333"/>
              <a:gd name="csY7069" fmla="*/ 1114920 h 1114920"/>
              <a:gd name="csX7070" fmla="*/ 1217807 w 1722333"/>
              <a:gd name="csY7070" fmla="*/ 1114920 h 1114920"/>
              <a:gd name="csX7071" fmla="*/ 1217985 w 1722333"/>
              <a:gd name="csY7071" fmla="*/ 1114920 h 1114920"/>
              <a:gd name="csX7072" fmla="*/ 1218154 w 1722333"/>
              <a:gd name="csY7072" fmla="*/ 1114920 h 1114920"/>
              <a:gd name="csX7073" fmla="*/ 1218323 w 1722333"/>
              <a:gd name="csY7073" fmla="*/ 1114920 h 1114920"/>
              <a:gd name="csX7074" fmla="*/ 1218501 w 1722333"/>
              <a:gd name="csY7074" fmla="*/ 1114920 h 1114920"/>
              <a:gd name="csX7075" fmla="*/ 1218670 w 1722333"/>
              <a:gd name="csY7075" fmla="*/ 1114920 h 1114920"/>
              <a:gd name="csX7076" fmla="*/ 1218839 w 1722333"/>
              <a:gd name="csY7076" fmla="*/ 1114920 h 1114920"/>
              <a:gd name="csX7077" fmla="*/ 1219017 w 1722333"/>
              <a:gd name="csY7077" fmla="*/ 1114920 h 1114920"/>
              <a:gd name="csX7078" fmla="*/ 1219186 w 1722333"/>
              <a:gd name="csY7078" fmla="*/ 1114920 h 1114920"/>
              <a:gd name="csX7079" fmla="*/ 1219363 w 1722333"/>
              <a:gd name="csY7079" fmla="*/ 1114920 h 1114920"/>
              <a:gd name="csX7080" fmla="*/ 1219533 w 1722333"/>
              <a:gd name="csY7080" fmla="*/ 1114920 h 1114920"/>
              <a:gd name="csX7081" fmla="*/ 1219702 w 1722333"/>
              <a:gd name="csY7081" fmla="*/ 1114920 h 1114920"/>
              <a:gd name="csX7082" fmla="*/ 1219880 w 1722333"/>
              <a:gd name="csY7082" fmla="*/ 1114920 h 1114920"/>
              <a:gd name="csX7083" fmla="*/ 1220049 w 1722333"/>
              <a:gd name="csY7083" fmla="*/ 1114920 h 1114920"/>
              <a:gd name="csX7084" fmla="*/ 1220218 w 1722333"/>
              <a:gd name="csY7084" fmla="*/ 1114920 h 1114920"/>
              <a:gd name="csX7085" fmla="*/ 1220395 w 1722333"/>
              <a:gd name="csY7085" fmla="*/ 1114920 h 1114920"/>
              <a:gd name="csX7086" fmla="*/ 1220565 w 1722333"/>
              <a:gd name="csY7086" fmla="*/ 1114920 h 1114920"/>
              <a:gd name="csX7087" fmla="*/ 1220734 w 1722333"/>
              <a:gd name="csY7087" fmla="*/ 1114920 h 1114920"/>
              <a:gd name="csX7088" fmla="*/ 1220912 w 1722333"/>
              <a:gd name="csY7088" fmla="*/ 1114920 h 1114920"/>
              <a:gd name="csX7089" fmla="*/ 1221081 w 1722333"/>
              <a:gd name="csY7089" fmla="*/ 1114920 h 1114920"/>
              <a:gd name="csX7090" fmla="*/ 1221258 w 1722333"/>
              <a:gd name="csY7090" fmla="*/ 1114920 h 1114920"/>
              <a:gd name="csX7091" fmla="*/ 1221428 w 1722333"/>
              <a:gd name="csY7091" fmla="*/ 1114920 h 1114920"/>
              <a:gd name="csX7092" fmla="*/ 1221596 w 1722333"/>
              <a:gd name="csY7092" fmla="*/ 1114920 h 1114920"/>
              <a:gd name="csX7093" fmla="*/ 1221774 w 1722333"/>
              <a:gd name="csY7093" fmla="*/ 1114920 h 1114920"/>
              <a:gd name="csX7094" fmla="*/ 1221943 w 1722333"/>
              <a:gd name="csY7094" fmla="*/ 1114920 h 1114920"/>
              <a:gd name="csX7095" fmla="*/ 1222113 w 1722333"/>
              <a:gd name="csY7095" fmla="*/ 1114920 h 1114920"/>
              <a:gd name="csX7096" fmla="*/ 1222290 w 1722333"/>
              <a:gd name="csY7096" fmla="*/ 1114920 h 1114920"/>
              <a:gd name="csX7097" fmla="*/ 1222460 w 1722333"/>
              <a:gd name="csY7097" fmla="*/ 1114920 h 1114920"/>
              <a:gd name="csX7098" fmla="*/ 1222629 w 1722333"/>
              <a:gd name="csY7098" fmla="*/ 1114920 h 1114920"/>
              <a:gd name="csX7099" fmla="*/ 1222806 w 1722333"/>
              <a:gd name="csY7099" fmla="*/ 1114920 h 1114920"/>
              <a:gd name="csX7100" fmla="*/ 1222975 w 1722333"/>
              <a:gd name="csY7100" fmla="*/ 1114920 h 1114920"/>
              <a:gd name="csX7101" fmla="*/ 1223144 w 1722333"/>
              <a:gd name="csY7101" fmla="*/ 1114920 h 1114920"/>
              <a:gd name="csX7102" fmla="*/ 1223322 w 1722333"/>
              <a:gd name="csY7102" fmla="*/ 1114920 h 1114920"/>
              <a:gd name="csX7103" fmla="*/ 1223491 w 1722333"/>
              <a:gd name="csY7103" fmla="*/ 1114920 h 1114920"/>
              <a:gd name="csX7104" fmla="*/ 1223669 w 1722333"/>
              <a:gd name="csY7104" fmla="*/ 1114920 h 1114920"/>
              <a:gd name="csX7105" fmla="*/ 1223838 w 1722333"/>
              <a:gd name="csY7105" fmla="*/ 1114920 h 1114920"/>
              <a:gd name="csX7106" fmla="*/ 1224007 w 1722333"/>
              <a:gd name="csY7106" fmla="*/ 1114920 h 1114920"/>
              <a:gd name="csX7107" fmla="*/ 1224185 w 1722333"/>
              <a:gd name="csY7107" fmla="*/ 1114920 h 1114920"/>
              <a:gd name="csX7108" fmla="*/ 1224354 w 1722333"/>
              <a:gd name="csY7108" fmla="*/ 1114920 h 1114920"/>
              <a:gd name="csX7109" fmla="*/ 1224523 w 1722333"/>
              <a:gd name="csY7109" fmla="*/ 1114920 h 1114920"/>
              <a:gd name="csX7110" fmla="*/ 1224701 w 1722333"/>
              <a:gd name="csY7110" fmla="*/ 1114920 h 1114920"/>
              <a:gd name="csX7111" fmla="*/ 1224870 w 1722333"/>
              <a:gd name="csY7111" fmla="*/ 1114920 h 1114920"/>
              <a:gd name="csX7112" fmla="*/ 1225039 w 1722333"/>
              <a:gd name="csY7112" fmla="*/ 1114920 h 1114920"/>
              <a:gd name="csX7113" fmla="*/ 1225217 w 1722333"/>
              <a:gd name="csY7113" fmla="*/ 1114920 h 1114920"/>
              <a:gd name="csX7114" fmla="*/ 1225386 w 1722333"/>
              <a:gd name="csY7114" fmla="*/ 1114920 h 1114920"/>
              <a:gd name="csX7115" fmla="*/ 1225564 w 1722333"/>
              <a:gd name="csY7115" fmla="*/ 1114920 h 1114920"/>
              <a:gd name="csX7116" fmla="*/ 1225733 w 1722333"/>
              <a:gd name="csY7116" fmla="*/ 1114920 h 1114920"/>
              <a:gd name="csX7117" fmla="*/ 1225902 w 1722333"/>
              <a:gd name="csY7117" fmla="*/ 1114920 h 1114920"/>
              <a:gd name="csX7118" fmla="*/ 1226080 w 1722333"/>
              <a:gd name="csY7118" fmla="*/ 1114920 h 1114920"/>
              <a:gd name="csX7119" fmla="*/ 1226249 w 1722333"/>
              <a:gd name="csY7119" fmla="*/ 1114920 h 1114920"/>
              <a:gd name="csX7120" fmla="*/ 1226418 w 1722333"/>
              <a:gd name="csY7120" fmla="*/ 1114920 h 1114920"/>
              <a:gd name="csX7121" fmla="*/ 1226596 w 1722333"/>
              <a:gd name="csY7121" fmla="*/ 1114920 h 1114920"/>
              <a:gd name="csX7122" fmla="*/ 1226765 w 1722333"/>
              <a:gd name="csY7122" fmla="*/ 1114920 h 1114920"/>
              <a:gd name="csX7123" fmla="*/ 1226934 w 1722333"/>
              <a:gd name="csY7123" fmla="*/ 1114920 h 1114920"/>
              <a:gd name="csX7124" fmla="*/ 1227112 w 1722333"/>
              <a:gd name="csY7124" fmla="*/ 1114920 h 1114920"/>
              <a:gd name="csX7125" fmla="*/ 1227281 w 1722333"/>
              <a:gd name="csY7125" fmla="*/ 1114920 h 1114920"/>
              <a:gd name="csX7126" fmla="*/ 1227459 w 1722333"/>
              <a:gd name="csY7126" fmla="*/ 1114920 h 1114920"/>
              <a:gd name="csX7127" fmla="*/ 1227628 w 1722333"/>
              <a:gd name="csY7127" fmla="*/ 1114920 h 1114920"/>
              <a:gd name="csX7128" fmla="*/ 1227797 w 1722333"/>
              <a:gd name="csY7128" fmla="*/ 1114920 h 1114920"/>
              <a:gd name="csX7129" fmla="*/ 1227975 w 1722333"/>
              <a:gd name="csY7129" fmla="*/ 1114920 h 1114920"/>
              <a:gd name="csX7130" fmla="*/ 1228144 w 1722333"/>
              <a:gd name="csY7130" fmla="*/ 1114920 h 1114920"/>
              <a:gd name="csX7131" fmla="*/ 1228313 w 1722333"/>
              <a:gd name="csY7131" fmla="*/ 1114920 h 1114920"/>
              <a:gd name="csX7132" fmla="*/ 1228491 w 1722333"/>
              <a:gd name="csY7132" fmla="*/ 1114920 h 1114920"/>
              <a:gd name="csX7133" fmla="*/ 1228660 w 1722333"/>
              <a:gd name="csY7133" fmla="*/ 1114920 h 1114920"/>
              <a:gd name="csX7134" fmla="*/ 1228829 w 1722333"/>
              <a:gd name="csY7134" fmla="*/ 1114920 h 1114920"/>
              <a:gd name="csX7135" fmla="*/ 1229007 w 1722333"/>
              <a:gd name="csY7135" fmla="*/ 1114920 h 1114920"/>
              <a:gd name="csX7136" fmla="*/ 1229176 w 1722333"/>
              <a:gd name="csY7136" fmla="*/ 1114920 h 1114920"/>
              <a:gd name="csX7137" fmla="*/ 1229354 w 1722333"/>
              <a:gd name="csY7137" fmla="*/ 1114920 h 1114920"/>
              <a:gd name="csX7138" fmla="*/ 1229523 w 1722333"/>
              <a:gd name="csY7138" fmla="*/ 1114920 h 1114920"/>
              <a:gd name="csX7139" fmla="*/ 1229692 w 1722333"/>
              <a:gd name="csY7139" fmla="*/ 1114920 h 1114920"/>
              <a:gd name="csX7140" fmla="*/ 1229870 w 1722333"/>
              <a:gd name="csY7140" fmla="*/ 1114920 h 1114920"/>
              <a:gd name="csX7141" fmla="*/ 1230039 w 1722333"/>
              <a:gd name="csY7141" fmla="*/ 1114920 h 1114920"/>
              <a:gd name="csX7142" fmla="*/ 1230208 w 1722333"/>
              <a:gd name="csY7142" fmla="*/ 1114920 h 1114920"/>
              <a:gd name="csX7143" fmla="*/ 1230386 w 1722333"/>
              <a:gd name="csY7143" fmla="*/ 1114920 h 1114920"/>
              <a:gd name="csX7144" fmla="*/ 1230555 w 1722333"/>
              <a:gd name="csY7144" fmla="*/ 1114920 h 1114920"/>
              <a:gd name="csX7145" fmla="*/ 1230724 w 1722333"/>
              <a:gd name="csY7145" fmla="*/ 1114920 h 1114920"/>
              <a:gd name="csX7146" fmla="*/ 1230902 w 1722333"/>
              <a:gd name="csY7146" fmla="*/ 1114920 h 1114920"/>
              <a:gd name="csX7147" fmla="*/ 1231071 w 1722333"/>
              <a:gd name="csY7147" fmla="*/ 1114920 h 1114920"/>
              <a:gd name="csX7148" fmla="*/ 1231240 w 1722333"/>
              <a:gd name="csY7148" fmla="*/ 1114920 h 1114920"/>
              <a:gd name="csX7149" fmla="*/ 1231418 w 1722333"/>
              <a:gd name="csY7149" fmla="*/ 1114920 h 1114920"/>
              <a:gd name="csX7150" fmla="*/ 1231587 w 1722333"/>
              <a:gd name="csY7150" fmla="*/ 1114920 h 1114920"/>
              <a:gd name="csX7151" fmla="*/ 1231765 w 1722333"/>
              <a:gd name="csY7151" fmla="*/ 1114920 h 1114920"/>
              <a:gd name="csX7152" fmla="*/ 1231934 w 1722333"/>
              <a:gd name="csY7152" fmla="*/ 1114920 h 1114920"/>
              <a:gd name="csX7153" fmla="*/ 1232103 w 1722333"/>
              <a:gd name="csY7153" fmla="*/ 1114920 h 1114920"/>
              <a:gd name="csX7154" fmla="*/ 1232281 w 1722333"/>
              <a:gd name="csY7154" fmla="*/ 1114920 h 1114920"/>
              <a:gd name="csX7155" fmla="*/ 1232450 w 1722333"/>
              <a:gd name="csY7155" fmla="*/ 1114920 h 1114920"/>
              <a:gd name="csX7156" fmla="*/ 1232619 w 1722333"/>
              <a:gd name="csY7156" fmla="*/ 1114920 h 1114920"/>
              <a:gd name="csX7157" fmla="*/ 1232797 w 1722333"/>
              <a:gd name="csY7157" fmla="*/ 1114920 h 1114920"/>
              <a:gd name="csX7158" fmla="*/ 1232966 w 1722333"/>
              <a:gd name="csY7158" fmla="*/ 1114920 h 1114920"/>
              <a:gd name="csX7159" fmla="*/ 1233135 w 1722333"/>
              <a:gd name="csY7159" fmla="*/ 1114920 h 1114920"/>
              <a:gd name="csX7160" fmla="*/ 1233313 w 1722333"/>
              <a:gd name="csY7160" fmla="*/ 1114920 h 1114920"/>
              <a:gd name="csX7161" fmla="*/ 1233482 w 1722333"/>
              <a:gd name="csY7161" fmla="*/ 1114920 h 1114920"/>
              <a:gd name="csX7162" fmla="*/ 1233660 w 1722333"/>
              <a:gd name="csY7162" fmla="*/ 1114920 h 1114920"/>
              <a:gd name="csX7163" fmla="*/ 1233829 w 1722333"/>
              <a:gd name="csY7163" fmla="*/ 1114920 h 1114920"/>
              <a:gd name="csX7164" fmla="*/ 1233998 w 1722333"/>
              <a:gd name="csY7164" fmla="*/ 1114920 h 1114920"/>
              <a:gd name="csX7165" fmla="*/ 1234176 w 1722333"/>
              <a:gd name="csY7165" fmla="*/ 1114920 h 1114920"/>
              <a:gd name="csX7166" fmla="*/ 1234345 w 1722333"/>
              <a:gd name="csY7166" fmla="*/ 1114920 h 1114920"/>
              <a:gd name="csX7167" fmla="*/ 1234514 w 1722333"/>
              <a:gd name="csY7167" fmla="*/ 1114920 h 1114920"/>
              <a:gd name="csX7168" fmla="*/ 1234692 w 1722333"/>
              <a:gd name="csY7168" fmla="*/ 1114920 h 1114920"/>
              <a:gd name="csX7169" fmla="*/ 1234861 w 1722333"/>
              <a:gd name="csY7169" fmla="*/ 1114920 h 1114920"/>
              <a:gd name="csX7170" fmla="*/ 1235030 w 1722333"/>
              <a:gd name="csY7170" fmla="*/ 1114920 h 1114920"/>
              <a:gd name="csX7171" fmla="*/ 1235208 w 1722333"/>
              <a:gd name="csY7171" fmla="*/ 1114920 h 1114920"/>
              <a:gd name="csX7172" fmla="*/ 1235377 w 1722333"/>
              <a:gd name="csY7172" fmla="*/ 1114920 h 1114920"/>
              <a:gd name="csX7173" fmla="*/ 1235555 w 1722333"/>
              <a:gd name="csY7173" fmla="*/ 1114920 h 1114920"/>
              <a:gd name="csX7174" fmla="*/ 1235724 w 1722333"/>
              <a:gd name="csY7174" fmla="*/ 1114920 h 1114920"/>
              <a:gd name="csX7175" fmla="*/ 1235893 w 1722333"/>
              <a:gd name="csY7175" fmla="*/ 1114920 h 1114920"/>
              <a:gd name="csX7176" fmla="*/ 1236071 w 1722333"/>
              <a:gd name="csY7176" fmla="*/ 1114920 h 1114920"/>
              <a:gd name="csX7177" fmla="*/ 1236240 w 1722333"/>
              <a:gd name="csY7177" fmla="*/ 1114920 h 1114920"/>
              <a:gd name="csX7178" fmla="*/ 1236409 w 1722333"/>
              <a:gd name="csY7178" fmla="*/ 1114920 h 1114920"/>
              <a:gd name="csX7179" fmla="*/ 1236587 w 1722333"/>
              <a:gd name="csY7179" fmla="*/ 1114920 h 1114920"/>
              <a:gd name="csX7180" fmla="*/ 1236756 w 1722333"/>
              <a:gd name="csY7180" fmla="*/ 1114920 h 1114920"/>
              <a:gd name="csX7181" fmla="*/ 1236925 w 1722333"/>
              <a:gd name="csY7181" fmla="*/ 1114920 h 1114920"/>
              <a:gd name="csX7182" fmla="*/ 1237103 w 1722333"/>
              <a:gd name="csY7182" fmla="*/ 1114920 h 1114920"/>
              <a:gd name="csX7183" fmla="*/ 1237272 w 1722333"/>
              <a:gd name="csY7183" fmla="*/ 1114920 h 1114920"/>
              <a:gd name="csX7184" fmla="*/ 1237450 w 1722333"/>
              <a:gd name="csY7184" fmla="*/ 1114920 h 1114920"/>
              <a:gd name="csX7185" fmla="*/ 1237619 w 1722333"/>
              <a:gd name="csY7185" fmla="*/ 1114920 h 1114920"/>
              <a:gd name="csX7186" fmla="*/ 1237788 w 1722333"/>
              <a:gd name="csY7186" fmla="*/ 1114920 h 1114920"/>
              <a:gd name="csX7187" fmla="*/ 1237966 w 1722333"/>
              <a:gd name="csY7187" fmla="*/ 1114920 h 1114920"/>
              <a:gd name="csX7188" fmla="*/ 1238135 w 1722333"/>
              <a:gd name="csY7188" fmla="*/ 1114920 h 1114920"/>
              <a:gd name="csX7189" fmla="*/ 1238304 w 1722333"/>
              <a:gd name="csY7189" fmla="*/ 1114920 h 1114920"/>
              <a:gd name="csX7190" fmla="*/ 1238482 w 1722333"/>
              <a:gd name="csY7190" fmla="*/ 1114920 h 1114920"/>
              <a:gd name="csX7191" fmla="*/ 1238651 w 1722333"/>
              <a:gd name="csY7191" fmla="*/ 1114920 h 1114920"/>
              <a:gd name="csX7192" fmla="*/ 1238820 w 1722333"/>
              <a:gd name="csY7192" fmla="*/ 1114920 h 1114920"/>
              <a:gd name="csX7193" fmla="*/ 1238998 w 1722333"/>
              <a:gd name="csY7193" fmla="*/ 1114920 h 1114920"/>
              <a:gd name="csX7194" fmla="*/ 1239167 w 1722333"/>
              <a:gd name="csY7194" fmla="*/ 1114920 h 1114920"/>
              <a:gd name="csX7195" fmla="*/ 1239336 w 1722333"/>
              <a:gd name="csY7195" fmla="*/ 1114920 h 1114920"/>
              <a:gd name="csX7196" fmla="*/ 1239514 w 1722333"/>
              <a:gd name="csY7196" fmla="*/ 1114920 h 1114920"/>
              <a:gd name="csX7197" fmla="*/ 1239683 w 1722333"/>
              <a:gd name="csY7197" fmla="*/ 1114920 h 1114920"/>
              <a:gd name="csX7198" fmla="*/ 1239861 w 1722333"/>
              <a:gd name="csY7198" fmla="*/ 1114920 h 1114920"/>
              <a:gd name="csX7199" fmla="*/ 1240030 w 1722333"/>
              <a:gd name="csY7199" fmla="*/ 1114920 h 1114920"/>
              <a:gd name="csX7200" fmla="*/ 1240199 w 1722333"/>
              <a:gd name="csY7200" fmla="*/ 1114920 h 1114920"/>
              <a:gd name="csX7201" fmla="*/ 1240377 w 1722333"/>
              <a:gd name="csY7201" fmla="*/ 1114920 h 1114920"/>
              <a:gd name="csX7202" fmla="*/ 1240546 w 1722333"/>
              <a:gd name="csY7202" fmla="*/ 1114920 h 1114920"/>
              <a:gd name="csX7203" fmla="*/ 1240715 w 1722333"/>
              <a:gd name="csY7203" fmla="*/ 1114920 h 1114920"/>
              <a:gd name="csX7204" fmla="*/ 1240893 w 1722333"/>
              <a:gd name="csY7204" fmla="*/ 1114920 h 1114920"/>
              <a:gd name="csX7205" fmla="*/ 1241062 w 1722333"/>
              <a:gd name="csY7205" fmla="*/ 1114920 h 1114920"/>
              <a:gd name="csX7206" fmla="*/ 1241231 w 1722333"/>
              <a:gd name="csY7206" fmla="*/ 1114920 h 1114920"/>
              <a:gd name="csX7207" fmla="*/ 1241409 w 1722333"/>
              <a:gd name="csY7207" fmla="*/ 1114920 h 1114920"/>
              <a:gd name="csX7208" fmla="*/ 1241578 w 1722333"/>
              <a:gd name="csY7208" fmla="*/ 1114920 h 1114920"/>
              <a:gd name="csX7209" fmla="*/ 1241756 w 1722333"/>
              <a:gd name="csY7209" fmla="*/ 1114920 h 1114920"/>
              <a:gd name="csX7210" fmla="*/ 1241925 w 1722333"/>
              <a:gd name="csY7210" fmla="*/ 1114920 h 1114920"/>
              <a:gd name="csX7211" fmla="*/ 1242094 w 1722333"/>
              <a:gd name="csY7211" fmla="*/ 1114920 h 1114920"/>
              <a:gd name="csX7212" fmla="*/ 1242272 w 1722333"/>
              <a:gd name="csY7212" fmla="*/ 1114920 h 1114920"/>
              <a:gd name="csX7213" fmla="*/ 1242441 w 1722333"/>
              <a:gd name="csY7213" fmla="*/ 1114920 h 1114920"/>
              <a:gd name="csX7214" fmla="*/ 1242610 w 1722333"/>
              <a:gd name="csY7214" fmla="*/ 1114920 h 1114920"/>
              <a:gd name="csX7215" fmla="*/ 1242788 w 1722333"/>
              <a:gd name="csY7215" fmla="*/ 1114920 h 1114920"/>
              <a:gd name="csX7216" fmla="*/ 1242957 w 1722333"/>
              <a:gd name="csY7216" fmla="*/ 1114920 h 1114920"/>
              <a:gd name="csX7217" fmla="*/ 1243126 w 1722333"/>
              <a:gd name="csY7217" fmla="*/ 1114920 h 1114920"/>
              <a:gd name="csX7218" fmla="*/ 1243304 w 1722333"/>
              <a:gd name="csY7218" fmla="*/ 1114920 h 1114920"/>
              <a:gd name="csX7219" fmla="*/ 1243473 w 1722333"/>
              <a:gd name="csY7219" fmla="*/ 1114920 h 1114920"/>
              <a:gd name="csX7220" fmla="*/ 1243651 w 1722333"/>
              <a:gd name="csY7220" fmla="*/ 1114920 h 1114920"/>
              <a:gd name="csX7221" fmla="*/ 1243820 w 1722333"/>
              <a:gd name="csY7221" fmla="*/ 1114920 h 1114920"/>
              <a:gd name="csX7222" fmla="*/ 1243989 w 1722333"/>
              <a:gd name="csY7222" fmla="*/ 1114920 h 1114920"/>
              <a:gd name="csX7223" fmla="*/ 1244167 w 1722333"/>
              <a:gd name="csY7223" fmla="*/ 1114920 h 1114920"/>
              <a:gd name="csX7224" fmla="*/ 1244336 w 1722333"/>
              <a:gd name="csY7224" fmla="*/ 1114920 h 1114920"/>
              <a:gd name="csX7225" fmla="*/ 1244505 w 1722333"/>
              <a:gd name="csY7225" fmla="*/ 1114920 h 1114920"/>
              <a:gd name="csX7226" fmla="*/ 1244683 w 1722333"/>
              <a:gd name="csY7226" fmla="*/ 1114920 h 1114920"/>
              <a:gd name="csX7227" fmla="*/ 1244852 w 1722333"/>
              <a:gd name="csY7227" fmla="*/ 1114920 h 1114920"/>
              <a:gd name="csX7228" fmla="*/ 1245021 w 1722333"/>
              <a:gd name="csY7228" fmla="*/ 1114920 h 1114920"/>
              <a:gd name="csX7229" fmla="*/ 1245199 w 1722333"/>
              <a:gd name="csY7229" fmla="*/ 1114920 h 1114920"/>
              <a:gd name="csX7230" fmla="*/ 1245368 w 1722333"/>
              <a:gd name="csY7230" fmla="*/ 1114920 h 1114920"/>
              <a:gd name="csX7231" fmla="*/ 1245546 w 1722333"/>
              <a:gd name="csY7231" fmla="*/ 1114920 h 1114920"/>
              <a:gd name="csX7232" fmla="*/ 1245715 w 1722333"/>
              <a:gd name="csY7232" fmla="*/ 1114920 h 1114920"/>
              <a:gd name="csX7233" fmla="*/ 1245884 w 1722333"/>
              <a:gd name="csY7233" fmla="*/ 1114920 h 1114920"/>
              <a:gd name="csX7234" fmla="*/ 1246062 w 1722333"/>
              <a:gd name="csY7234" fmla="*/ 1114920 h 1114920"/>
              <a:gd name="csX7235" fmla="*/ 1246231 w 1722333"/>
              <a:gd name="csY7235" fmla="*/ 1114920 h 1114920"/>
              <a:gd name="csX7236" fmla="*/ 1246400 w 1722333"/>
              <a:gd name="csY7236" fmla="*/ 1114920 h 1114920"/>
              <a:gd name="csX7237" fmla="*/ 1246578 w 1722333"/>
              <a:gd name="csY7237" fmla="*/ 1114920 h 1114920"/>
              <a:gd name="csX7238" fmla="*/ 1246747 w 1722333"/>
              <a:gd name="csY7238" fmla="*/ 1114920 h 1114920"/>
              <a:gd name="csX7239" fmla="*/ 1246916 w 1722333"/>
              <a:gd name="csY7239" fmla="*/ 1114920 h 1114920"/>
              <a:gd name="csX7240" fmla="*/ 1247094 w 1722333"/>
              <a:gd name="csY7240" fmla="*/ 1114920 h 1114920"/>
              <a:gd name="csX7241" fmla="*/ 1247263 w 1722333"/>
              <a:gd name="csY7241" fmla="*/ 1114920 h 1114920"/>
              <a:gd name="csX7242" fmla="*/ 1247432 w 1722333"/>
              <a:gd name="csY7242" fmla="*/ 1114920 h 1114920"/>
              <a:gd name="csX7243" fmla="*/ 1247610 w 1722333"/>
              <a:gd name="csY7243" fmla="*/ 1114920 h 1114920"/>
              <a:gd name="csX7244" fmla="*/ 1247779 w 1722333"/>
              <a:gd name="csY7244" fmla="*/ 1114920 h 1114920"/>
              <a:gd name="csX7245" fmla="*/ 1247957 w 1722333"/>
              <a:gd name="csY7245" fmla="*/ 1114920 h 1114920"/>
              <a:gd name="csX7246" fmla="*/ 1248126 w 1722333"/>
              <a:gd name="csY7246" fmla="*/ 1114920 h 1114920"/>
              <a:gd name="csX7247" fmla="*/ 1248295 w 1722333"/>
              <a:gd name="csY7247" fmla="*/ 1114920 h 1114920"/>
              <a:gd name="csX7248" fmla="*/ 1248473 w 1722333"/>
              <a:gd name="csY7248" fmla="*/ 1114920 h 1114920"/>
              <a:gd name="csX7249" fmla="*/ 1248642 w 1722333"/>
              <a:gd name="csY7249" fmla="*/ 1114920 h 1114920"/>
              <a:gd name="csX7250" fmla="*/ 1248811 w 1722333"/>
              <a:gd name="csY7250" fmla="*/ 1114920 h 1114920"/>
              <a:gd name="csX7251" fmla="*/ 1248989 w 1722333"/>
              <a:gd name="csY7251" fmla="*/ 1114920 h 1114920"/>
              <a:gd name="csX7252" fmla="*/ 1249158 w 1722333"/>
              <a:gd name="csY7252" fmla="*/ 1114920 h 1114920"/>
              <a:gd name="csX7253" fmla="*/ 1249327 w 1722333"/>
              <a:gd name="csY7253" fmla="*/ 1114920 h 1114920"/>
              <a:gd name="csX7254" fmla="*/ 1249505 w 1722333"/>
              <a:gd name="csY7254" fmla="*/ 1114920 h 1114920"/>
              <a:gd name="csX7255" fmla="*/ 1249674 w 1722333"/>
              <a:gd name="csY7255" fmla="*/ 1114920 h 1114920"/>
              <a:gd name="csX7256" fmla="*/ 1249852 w 1722333"/>
              <a:gd name="csY7256" fmla="*/ 1114920 h 1114920"/>
              <a:gd name="csX7257" fmla="*/ 1250021 w 1722333"/>
              <a:gd name="csY7257" fmla="*/ 1114920 h 1114920"/>
              <a:gd name="csX7258" fmla="*/ 1250190 w 1722333"/>
              <a:gd name="csY7258" fmla="*/ 1114920 h 1114920"/>
              <a:gd name="csX7259" fmla="*/ 1250368 w 1722333"/>
              <a:gd name="csY7259" fmla="*/ 1114920 h 1114920"/>
              <a:gd name="csX7260" fmla="*/ 1250537 w 1722333"/>
              <a:gd name="csY7260" fmla="*/ 1114920 h 1114920"/>
              <a:gd name="csX7261" fmla="*/ 1250706 w 1722333"/>
              <a:gd name="csY7261" fmla="*/ 1114920 h 1114920"/>
              <a:gd name="csX7262" fmla="*/ 1250884 w 1722333"/>
              <a:gd name="csY7262" fmla="*/ 1114920 h 1114920"/>
              <a:gd name="csX7263" fmla="*/ 1251053 w 1722333"/>
              <a:gd name="csY7263" fmla="*/ 1114920 h 1114920"/>
              <a:gd name="csX7264" fmla="*/ 1251222 w 1722333"/>
              <a:gd name="csY7264" fmla="*/ 1114920 h 1114920"/>
              <a:gd name="csX7265" fmla="*/ 1251400 w 1722333"/>
              <a:gd name="csY7265" fmla="*/ 1114920 h 1114920"/>
              <a:gd name="csX7266" fmla="*/ 1251569 w 1722333"/>
              <a:gd name="csY7266" fmla="*/ 1114920 h 1114920"/>
              <a:gd name="csX7267" fmla="*/ 1251747 w 1722333"/>
              <a:gd name="csY7267" fmla="*/ 1114920 h 1114920"/>
              <a:gd name="csX7268" fmla="*/ 1251916 w 1722333"/>
              <a:gd name="csY7268" fmla="*/ 1114920 h 1114920"/>
              <a:gd name="csX7269" fmla="*/ 1252085 w 1722333"/>
              <a:gd name="csY7269" fmla="*/ 1114920 h 1114920"/>
              <a:gd name="csX7270" fmla="*/ 1252263 w 1722333"/>
              <a:gd name="csY7270" fmla="*/ 1114920 h 1114920"/>
              <a:gd name="csX7271" fmla="*/ 1252432 w 1722333"/>
              <a:gd name="csY7271" fmla="*/ 1114920 h 1114920"/>
              <a:gd name="csX7272" fmla="*/ 1252601 w 1722333"/>
              <a:gd name="csY7272" fmla="*/ 1114920 h 1114920"/>
              <a:gd name="csX7273" fmla="*/ 1252779 w 1722333"/>
              <a:gd name="csY7273" fmla="*/ 1114920 h 1114920"/>
              <a:gd name="csX7274" fmla="*/ 1252948 w 1722333"/>
              <a:gd name="csY7274" fmla="*/ 1114920 h 1114920"/>
              <a:gd name="csX7275" fmla="*/ 1253117 w 1722333"/>
              <a:gd name="csY7275" fmla="*/ 1114920 h 1114920"/>
              <a:gd name="csX7276" fmla="*/ 1253295 w 1722333"/>
              <a:gd name="csY7276" fmla="*/ 1114920 h 1114920"/>
              <a:gd name="csX7277" fmla="*/ 1253464 w 1722333"/>
              <a:gd name="csY7277" fmla="*/ 1114920 h 1114920"/>
              <a:gd name="csX7278" fmla="*/ 1253642 w 1722333"/>
              <a:gd name="csY7278" fmla="*/ 1114920 h 1114920"/>
              <a:gd name="csX7279" fmla="*/ 1253811 w 1722333"/>
              <a:gd name="csY7279" fmla="*/ 1114920 h 1114920"/>
              <a:gd name="csX7280" fmla="*/ 1253980 w 1722333"/>
              <a:gd name="csY7280" fmla="*/ 1114920 h 1114920"/>
              <a:gd name="csX7281" fmla="*/ 1254158 w 1722333"/>
              <a:gd name="csY7281" fmla="*/ 1114920 h 1114920"/>
              <a:gd name="csX7282" fmla="*/ 1254327 w 1722333"/>
              <a:gd name="csY7282" fmla="*/ 1114920 h 1114920"/>
              <a:gd name="csX7283" fmla="*/ 1254496 w 1722333"/>
              <a:gd name="csY7283" fmla="*/ 1114920 h 1114920"/>
              <a:gd name="csX7284" fmla="*/ 1254674 w 1722333"/>
              <a:gd name="csY7284" fmla="*/ 1114920 h 1114920"/>
              <a:gd name="csX7285" fmla="*/ 1254843 w 1722333"/>
              <a:gd name="csY7285" fmla="*/ 1114920 h 1114920"/>
              <a:gd name="csX7286" fmla="*/ 1255012 w 1722333"/>
              <a:gd name="csY7286" fmla="*/ 1114920 h 1114920"/>
              <a:gd name="csX7287" fmla="*/ 1255189 w 1722333"/>
              <a:gd name="csY7287" fmla="*/ 1114920 h 1114920"/>
              <a:gd name="csX7288" fmla="*/ 1255359 w 1722333"/>
              <a:gd name="csY7288" fmla="*/ 1114920 h 1114920"/>
              <a:gd name="csX7289" fmla="*/ 1255528 w 1722333"/>
              <a:gd name="csY7289" fmla="*/ 1114920 h 1114920"/>
              <a:gd name="csX7290" fmla="*/ 1255706 w 1722333"/>
              <a:gd name="csY7290" fmla="*/ 1114920 h 1114920"/>
              <a:gd name="csX7291" fmla="*/ 1255875 w 1722333"/>
              <a:gd name="csY7291" fmla="*/ 1114920 h 1114920"/>
              <a:gd name="csX7292" fmla="*/ 1256053 w 1722333"/>
              <a:gd name="csY7292" fmla="*/ 1114920 h 1114920"/>
              <a:gd name="csX7293" fmla="*/ 1256222 w 1722333"/>
              <a:gd name="csY7293" fmla="*/ 1114920 h 1114920"/>
              <a:gd name="csX7294" fmla="*/ 1256390 w 1722333"/>
              <a:gd name="csY7294" fmla="*/ 1114920 h 1114920"/>
              <a:gd name="csX7295" fmla="*/ 1256568 w 1722333"/>
              <a:gd name="csY7295" fmla="*/ 1114920 h 1114920"/>
              <a:gd name="csX7296" fmla="*/ 1256737 w 1722333"/>
              <a:gd name="csY7296" fmla="*/ 1114920 h 1114920"/>
              <a:gd name="csX7297" fmla="*/ 1256907 w 1722333"/>
              <a:gd name="csY7297" fmla="*/ 1114920 h 1114920"/>
              <a:gd name="csX7298" fmla="*/ 1257084 w 1722333"/>
              <a:gd name="csY7298" fmla="*/ 1114920 h 1114920"/>
              <a:gd name="csX7299" fmla="*/ 1257254 w 1722333"/>
              <a:gd name="csY7299" fmla="*/ 1114920 h 1114920"/>
              <a:gd name="csX7300" fmla="*/ 1257423 w 1722333"/>
              <a:gd name="csY7300" fmla="*/ 1114920 h 1114920"/>
              <a:gd name="csX7301" fmla="*/ 1257601 w 1722333"/>
              <a:gd name="csY7301" fmla="*/ 1114920 h 1114920"/>
              <a:gd name="csX7302" fmla="*/ 1257769 w 1722333"/>
              <a:gd name="csY7302" fmla="*/ 1114920 h 1114920"/>
              <a:gd name="csX7303" fmla="*/ 1257947 w 1722333"/>
              <a:gd name="csY7303" fmla="*/ 1114920 h 1114920"/>
              <a:gd name="csX7304" fmla="*/ 1258116 w 1722333"/>
              <a:gd name="csY7304" fmla="*/ 1114920 h 1114920"/>
              <a:gd name="csX7305" fmla="*/ 1258285 w 1722333"/>
              <a:gd name="csY7305" fmla="*/ 1114920 h 1114920"/>
              <a:gd name="csX7306" fmla="*/ 1258463 w 1722333"/>
              <a:gd name="csY7306" fmla="*/ 1114920 h 1114920"/>
              <a:gd name="csX7307" fmla="*/ 1258632 w 1722333"/>
              <a:gd name="csY7307" fmla="*/ 1114920 h 1114920"/>
              <a:gd name="csX7308" fmla="*/ 1258802 w 1722333"/>
              <a:gd name="csY7308" fmla="*/ 1114920 h 1114920"/>
              <a:gd name="csX7309" fmla="*/ 1258979 w 1722333"/>
              <a:gd name="csY7309" fmla="*/ 1114920 h 1114920"/>
              <a:gd name="csX7310" fmla="*/ 1259148 w 1722333"/>
              <a:gd name="csY7310" fmla="*/ 1114920 h 1114920"/>
              <a:gd name="csX7311" fmla="*/ 1259317 w 1722333"/>
              <a:gd name="csY7311" fmla="*/ 1114920 h 1114920"/>
              <a:gd name="csX7312" fmla="*/ 1259495 w 1722333"/>
              <a:gd name="csY7312" fmla="*/ 1114920 h 1114920"/>
              <a:gd name="csX7313" fmla="*/ 1259664 w 1722333"/>
              <a:gd name="csY7313" fmla="*/ 1114920 h 1114920"/>
              <a:gd name="csX7314" fmla="*/ 1259842 w 1722333"/>
              <a:gd name="csY7314" fmla="*/ 1114920 h 1114920"/>
              <a:gd name="csX7315" fmla="*/ 1260011 w 1722333"/>
              <a:gd name="csY7315" fmla="*/ 1114920 h 1114920"/>
              <a:gd name="csX7316" fmla="*/ 1260180 w 1722333"/>
              <a:gd name="csY7316" fmla="*/ 1114920 h 1114920"/>
              <a:gd name="csX7317" fmla="*/ 1260358 w 1722333"/>
              <a:gd name="csY7317" fmla="*/ 1114920 h 1114920"/>
              <a:gd name="csX7318" fmla="*/ 1260527 w 1722333"/>
              <a:gd name="csY7318" fmla="*/ 1114920 h 1114920"/>
              <a:gd name="csX7319" fmla="*/ 1260696 w 1722333"/>
              <a:gd name="csY7319" fmla="*/ 1114920 h 1114920"/>
              <a:gd name="csX7320" fmla="*/ 1260874 w 1722333"/>
              <a:gd name="csY7320" fmla="*/ 1114920 h 1114920"/>
              <a:gd name="csX7321" fmla="*/ 1261043 w 1722333"/>
              <a:gd name="csY7321" fmla="*/ 1114920 h 1114920"/>
              <a:gd name="csX7322" fmla="*/ 1261212 w 1722333"/>
              <a:gd name="csY7322" fmla="*/ 1114920 h 1114920"/>
              <a:gd name="csX7323" fmla="*/ 1261390 w 1722333"/>
              <a:gd name="csY7323" fmla="*/ 1114920 h 1114920"/>
              <a:gd name="csX7324" fmla="*/ 1261559 w 1722333"/>
              <a:gd name="csY7324" fmla="*/ 1114920 h 1114920"/>
              <a:gd name="csX7325" fmla="*/ 1261737 w 1722333"/>
              <a:gd name="csY7325" fmla="*/ 1114920 h 1114920"/>
              <a:gd name="csX7326" fmla="*/ 1261906 w 1722333"/>
              <a:gd name="csY7326" fmla="*/ 1114920 h 1114920"/>
              <a:gd name="csX7327" fmla="*/ 1262075 w 1722333"/>
              <a:gd name="csY7327" fmla="*/ 1114920 h 1114920"/>
              <a:gd name="csX7328" fmla="*/ 1262253 w 1722333"/>
              <a:gd name="csY7328" fmla="*/ 1114920 h 1114920"/>
              <a:gd name="csX7329" fmla="*/ 1262422 w 1722333"/>
              <a:gd name="csY7329" fmla="*/ 1114920 h 1114920"/>
              <a:gd name="csX7330" fmla="*/ 1262591 w 1722333"/>
              <a:gd name="csY7330" fmla="*/ 1114920 h 1114920"/>
              <a:gd name="csX7331" fmla="*/ 1262769 w 1722333"/>
              <a:gd name="csY7331" fmla="*/ 1114920 h 1114920"/>
              <a:gd name="csX7332" fmla="*/ 1262938 w 1722333"/>
              <a:gd name="csY7332" fmla="*/ 1114920 h 1114920"/>
              <a:gd name="csX7333" fmla="*/ 1263107 w 1722333"/>
              <a:gd name="csY7333" fmla="*/ 1114920 h 1114920"/>
              <a:gd name="csX7334" fmla="*/ 1263285 w 1722333"/>
              <a:gd name="csY7334" fmla="*/ 1114920 h 1114920"/>
              <a:gd name="csX7335" fmla="*/ 1263454 w 1722333"/>
              <a:gd name="csY7335" fmla="*/ 1114920 h 1114920"/>
              <a:gd name="csX7336" fmla="*/ 1263623 w 1722333"/>
              <a:gd name="csY7336" fmla="*/ 1114920 h 1114920"/>
              <a:gd name="csX7337" fmla="*/ 1263801 w 1722333"/>
              <a:gd name="csY7337" fmla="*/ 1114920 h 1114920"/>
              <a:gd name="csX7338" fmla="*/ 1263970 w 1722333"/>
              <a:gd name="csY7338" fmla="*/ 1114920 h 1114920"/>
              <a:gd name="csX7339" fmla="*/ 1264148 w 1722333"/>
              <a:gd name="csY7339" fmla="*/ 1114920 h 1114920"/>
              <a:gd name="csX7340" fmla="*/ 1264317 w 1722333"/>
              <a:gd name="csY7340" fmla="*/ 1114920 h 1114920"/>
              <a:gd name="csX7341" fmla="*/ 1264486 w 1722333"/>
              <a:gd name="csY7341" fmla="*/ 1114920 h 1114920"/>
              <a:gd name="csX7342" fmla="*/ 1264664 w 1722333"/>
              <a:gd name="csY7342" fmla="*/ 1114920 h 1114920"/>
              <a:gd name="csX7343" fmla="*/ 1264833 w 1722333"/>
              <a:gd name="csY7343" fmla="*/ 1114920 h 1114920"/>
              <a:gd name="csX7344" fmla="*/ 1265002 w 1722333"/>
              <a:gd name="csY7344" fmla="*/ 1114920 h 1114920"/>
              <a:gd name="csX7345" fmla="*/ 1265180 w 1722333"/>
              <a:gd name="csY7345" fmla="*/ 1114920 h 1114920"/>
              <a:gd name="csX7346" fmla="*/ 1265349 w 1722333"/>
              <a:gd name="csY7346" fmla="*/ 1114920 h 1114920"/>
              <a:gd name="csX7347" fmla="*/ 1265518 w 1722333"/>
              <a:gd name="csY7347" fmla="*/ 1114920 h 1114920"/>
              <a:gd name="csX7348" fmla="*/ 1265696 w 1722333"/>
              <a:gd name="csY7348" fmla="*/ 1114920 h 1114920"/>
              <a:gd name="csX7349" fmla="*/ 1265865 w 1722333"/>
              <a:gd name="csY7349" fmla="*/ 1114920 h 1114920"/>
              <a:gd name="csX7350" fmla="*/ 1266043 w 1722333"/>
              <a:gd name="csY7350" fmla="*/ 1114920 h 1114920"/>
              <a:gd name="csX7351" fmla="*/ 1266212 w 1722333"/>
              <a:gd name="csY7351" fmla="*/ 1114920 h 1114920"/>
              <a:gd name="csX7352" fmla="*/ 1266381 w 1722333"/>
              <a:gd name="csY7352" fmla="*/ 1114920 h 1114920"/>
              <a:gd name="csX7353" fmla="*/ 1266559 w 1722333"/>
              <a:gd name="csY7353" fmla="*/ 1114920 h 1114920"/>
              <a:gd name="csX7354" fmla="*/ 1266728 w 1722333"/>
              <a:gd name="csY7354" fmla="*/ 1114920 h 1114920"/>
              <a:gd name="csX7355" fmla="*/ 1266897 w 1722333"/>
              <a:gd name="csY7355" fmla="*/ 1114920 h 1114920"/>
              <a:gd name="csX7356" fmla="*/ 1267075 w 1722333"/>
              <a:gd name="csY7356" fmla="*/ 1114920 h 1114920"/>
              <a:gd name="csX7357" fmla="*/ 1267244 w 1722333"/>
              <a:gd name="csY7357" fmla="*/ 1114920 h 1114920"/>
              <a:gd name="csX7358" fmla="*/ 1267413 w 1722333"/>
              <a:gd name="csY7358" fmla="*/ 1114920 h 1114920"/>
              <a:gd name="csX7359" fmla="*/ 1267591 w 1722333"/>
              <a:gd name="csY7359" fmla="*/ 1114920 h 1114920"/>
              <a:gd name="csX7360" fmla="*/ 1267760 w 1722333"/>
              <a:gd name="csY7360" fmla="*/ 1114920 h 1114920"/>
              <a:gd name="csX7361" fmla="*/ 1267938 w 1722333"/>
              <a:gd name="csY7361" fmla="*/ 1114920 h 1114920"/>
              <a:gd name="csX7362" fmla="*/ 1268107 w 1722333"/>
              <a:gd name="csY7362" fmla="*/ 1114920 h 1114920"/>
              <a:gd name="csX7363" fmla="*/ 1268276 w 1722333"/>
              <a:gd name="csY7363" fmla="*/ 1114920 h 1114920"/>
              <a:gd name="csX7364" fmla="*/ 1268454 w 1722333"/>
              <a:gd name="csY7364" fmla="*/ 1114920 h 1114920"/>
              <a:gd name="csX7365" fmla="*/ 1268623 w 1722333"/>
              <a:gd name="csY7365" fmla="*/ 1114920 h 1114920"/>
              <a:gd name="csX7366" fmla="*/ 1268792 w 1722333"/>
              <a:gd name="csY7366" fmla="*/ 1114920 h 1114920"/>
              <a:gd name="csX7367" fmla="*/ 1268970 w 1722333"/>
              <a:gd name="csY7367" fmla="*/ 1114920 h 1114920"/>
              <a:gd name="csX7368" fmla="*/ 1269139 w 1722333"/>
              <a:gd name="csY7368" fmla="*/ 1114920 h 1114920"/>
              <a:gd name="csX7369" fmla="*/ 1269308 w 1722333"/>
              <a:gd name="csY7369" fmla="*/ 1114920 h 1114920"/>
              <a:gd name="csX7370" fmla="*/ 1269486 w 1722333"/>
              <a:gd name="csY7370" fmla="*/ 1114920 h 1114920"/>
              <a:gd name="csX7371" fmla="*/ 1269655 w 1722333"/>
              <a:gd name="csY7371" fmla="*/ 1114920 h 1114920"/>
              <a:gd name="csX7372" fmla="*/ 1269833 w 1722333"/>
              <a:gd name="csY7372" fmla="*/ 1114920 h 1114920"/>
              <a:gd name="csX7373" fmla="*/ 1270002 w 1722333"/>
              <a:gd name="csY7373" fmla="*/ 1114920 h 1114920"/>
              <a:gd name="csX7374" fmla="*/ 1270171 w 1722333"/>
              <a:gd name="csY7374" fmla="*/ 1114920 h 1114920"/>
              <a:gd name="csX7375" fmla="*/ 1270349 w 1722333"/>
              <a:gd name="csY7375" fmla="*/ 1114920 h 1114920"/>
              <a:gd name="csX7376" fmla="*/ 1270518 w 1722333"/>
              <a:gd name="csY7376" fmla="*/ 1114920 h 1114920"/>
              <a:gd name="csX7377" fmla="*/ 1270687 w 1722333"/>
              <a:gd name="csY7377" fmla="*/ 1114920 h 1114920"/>
              <a:gd name="csX7378" fmla="*/ 1270865 w 1722333"/>
              <a:gd name="csY7378" fmla="*/ 1114920 h 1114920"/>
              <a:gd name="csX7379" fmla="*/ 1271034 w 1722333"/>
              <a:gd name="csY7379" fmla="*/ 1114920 h 1114920"/>
              <a:gd name="csX7380" fmla="*/ 1271203 w 1722333"/>
              <a:gd name="csY7380" fmla="*/ 1114920 h 1114920"/>
              <a:gd name="csX7381" fmla="*/ 1271381 w 1722333"/>
              <a:gd name="csY7381" fmla="*/ 1114920 h 1114920"/>
              <a:gd name="csX7382" fmla="*/ 1271550 w 1722333"/>
              <a:gd name="csY7382" fmla="*/ 1114920 h 1114920"/>
              <a:gd name="csX7383" fmla="*/ 1271719 w 1722333"/>
              <a:gd name="csY7383" fmla="*/ 1114920 h 1114920"/>
              <a:gd name="csX7384" fmla="*/ 1271897 w 1722333"/>
              <a:gd name="csY7384" fmla="*/ 1114920 h 1114920"/>
              <a:gd name="csX7385" fmla="*/ 1272066 w 1722333"/>
              <a:gd name="csY7385" fmla="*/ 1114920 h 1114920"/>
              <a:gd name="csX7386" fmla="*/ 1272244 w 1722333"/>
              <a:gd name="csY7386" fmla="*/ 1114920 h 1114920"/>
              <a:gd name="csX7387" fmla="*/ 1272413 w 1722333"/>
              <a:gd name="csY7387" fmla="*/ 1114920 h 1114920"/>
              <a:gd name="csX7388" fmla="*/ 1272582 w 1722333"/>
              <a:gd name="csY7388" fmla="*/ 1114920 h 1114920"/>
              <a:gd name="csX7389" fmla="*/ 1272760 w 1722333"/>
              <a:gd name="csY7389" fmla="*/ 1114920 h 1114920"/>
              <a:gd name="csX7390" fmla="*/ 1272929 w 1722333"/>
              <a:gd name="csY7390" fmla="*/ 1114920 h 1114920"/>
              <a:gd name="csX7391" fmla="*/ 1273098 w 1722333"/>
              <a:gd name="csY7391" fmla="*/ 1114920 h 1114920"/>
              <a:gd name="csX7392" fmla="*/ 1273276 w 1722333"/>
              <a:gd name="csY7392" fmla="*/ 1114920 h 1114920"/>
              <a:gd name="csX7393" fmla="*/ 1273445 w 1722333"/>
              <a:gd name="csY7393" fmla="*/ 1114920 h 1114920"/>
              <a:gd name="csX7394" fmla="*/ 1273614 w 1722333"/>
              <a:gd name="csY7394" fmla="*/ 1114920 h 1114920"/>
              <a:gd name="csX7395" fmla="*/ 1273792 w 1722333"/>
              <a:gd name="csY7395" fmla="*/ 1114920 h 1114920"/>
              <a:gd name="csX7396" fmla="*/ 1273961 w 1722333"/>
              <a:gd name="csY7396" fmla="*/ 1114920 h 1114920"/>
              <a:gd name="csX7397" fmla="*/ 1274139 w 1722333"/>
              <a:gd name="csY7397" fmla="*/ 1114920 h 1114920"/>
              <a:gd name="csX7398" fmla="*/ 1274308 w 1722333"/>
              <a:gd name="csY7398" fmla="*/ 1114920 h 1114920"/>
              <a:gd name="csX7399" fmla="*/ 1274477 w 1722333"/>
              <a:gd name="csY7399" fmla="*/ 1114920 h 1114920"/>
              <a:gd name="csX7400" fmla="*/ 1274655 w 1722333"/>
              <a:gd name="csY7400" fmla="*/ 1114920 h 1114920"/>
              <a:gd name="csX7401" fmla="*/ 1274824 w 1722333"/>
              <a:gd name="csY7401" fmla="*/ 1114920 h 1114920"/>
              <a:gd name="csX7402" fmla="*/ 1274993 w 1722333"/>
              <a:gd name="csY7402" fmla="*/ 1114920 h 1114920"/>
              <a:gd name="csX7403" fmla="*/ 1275171 w 1722333"/>
              <a:gd name="csY7403" fmla="*/ 1114920 h 1114920"/>
              <a:gd name="csX7404" fmla="*/ 1275340 w 1722333"/>
              <a:gd name="csY7404" fmla="*/ 1114920 h 1114920"/>
              <a:gd name="csX7405" fmla="*/ 1275509 w 1722333"/>
              <a:gd name="csY7405" fmla="*/ 1114920 h 1114920"/>
              <a:gd name="csX7406" fmla="*/ 1275687 w 1722333"/>
              <a:gd name="csY7406" fmla="*/ 1114920 h 1114920"/>
              <a:gd name="csX7407" fmla="*/ 1275856 w 1722333"/>
              <a:gd name="csY7407" fmla="*/ 1114920 h 1114920"/>
              <a:gd name="csX7408" fmla="*/ 1276034 w 1722333"/>
              <a:gd name="csY7408" fmla="*/ 1114920 h 1114920"/>
              <a:gd name="csX7409" fmla="*/ 1276203 w 1722333"/>
              <a:gd name="csY7409" fmla="*/ 1114920 h 1114920"/>
              <a:gd name="csX7410" fmla="*/ 1276372 w 1722333"/>
              <a:gd name="csY7410" fmla="*/ 1114920 h 1114920"/>
              <a:gd name="csX7411" fmla="*/ 1276550 w 1722333"/>
              <a:gd name="csY7411" fmla="*/ 1114920 h 1114920"/>
              <a:gd name="csX7412" fmla="*/ 1276719 w 1722333"/>
              <a:gd name="csY7412" fmla="*/ 1114920 h 1114920"/>
              <a:gd name="csX7413" fmla="*/ 1276888 w 1722333"/>
              <a:gd name="csY7413" fmla="*/ 1114920 h 1114920"/>
              <a:gd name="csX7414" fmla="*/ 1277066 w 1722333"/>
              <a:gd name="csY7414" fmla="*/ 1114920 h 1114920"/>
              <a:gd name="csX7415" fmla="*/ 1277235 w 1722333"/>
              <a:gd name="csY7415" fmla="*/ 1114920 h 1114920"/>
              <a:gd name="csX7416" fmla="*/ 1277404 w 1722333"/>
              <a:gd name="csY7416" fmla="*/ 1114920 h 1114920"/>
              <a:gd name="csX7417" fmla="*/ 1277582 w 1722333"/>
              <a:gd name="csY7417" fmla="*/ 1114920 h 1114920"/>
              <a:gd name="csX7418" fmla="*/ 1277751 w 1722333"/>
              <a:gd name="csY7418" fmla="*/ 1114920 h 1114920"/>
              <a:gd name="csX7419" fmla="*/ 1277929 w 1722333"/>
              <a:gd name="csY7419" fmla="*/ 1114920 h 1114920"/>
              <a:gd name="csX7420" fmla="*/ 1278098 w 1722333"/>
              <a:gd name="csY7420" fmla="*/ 1114920 h 1114920"/>
              <a:gd name="csX7421" fmla="*/ 1278267 w 1722333"/>
              <a:gd name="csY7421" fmla="*/ 1114920 h 1114920"/>
              <a:gd name="csX7422" fmla="*/ 1278445 w 1722333"/>
              <a:gd name="csY7422" fmla="*/ 1114920 h 1114920"/>
              <a:gd name="csX7423" fmla="*/ 1278614 w 1722333"/>
              <a:gd name="csY7423" fmla="*/ 1114920 h 1114920"/>
              <a:gd name="csX7424" fmla="*/ 1278783 w 1722333"/>
              <a:gd name="csY7424" fmla="*/ 1114920 h 1114920"/>
              <a:gd name="csX7425" fmla="*/ 1278961 w 1722333"/>
              <a:gd name="csY7425" fmla="*/ 1114920 h 1114920"/>
              <a:gd name="csX7426" fmla="*/ 1279130 w 1722333"/>
              <a:gd name="csY7426" fmla="*/ 1114920 h 1114920"/>
              <a:gd name="csX7427" fmla="*/ 1279299 w 1722333"/>
              <a:gd name="csY7427" fmla="*/ 1114920 h 1114920"/>
              <a:gd name="csX7428" fmla="*/ 1279477 w 1722333"/>
              <a:gd name="csY7428" fmla="*/ 1114920 h 1114920"/>
              <a:gd name="csX7429" fmla="*/ 1279646 w 1722333"/>
              <a:gd name="csY7429" fmla="*/ 1114920 h 1114920"/>
              <a:gd name="csX7430" fmla="*/ 1279815 w 1722333"/>
              <a:gd name="csY7430" fmla="*/ 1114920 h 1114920"/>
              <a:gd name="csX7431" fmla="*/ 1279993 w 1722333"/>
              <a:gd name="csY7431" fmla="*/ 1114920 h 1114920"/>
              <a:gd name="csX7432" fmla="*/ 1280162 w 1722333"/>
              <a:gd name="csY7432" fmla="*/ 1114920 h 1114920"/>
              <a:gd name="csX7433" fmla="*/ 1280340 w 1722333"/>
              <a:gd name="csY7433" fmla="*/ 1114920 h 1114920"/>
              <a:gd name="csX7434" fmla="*/ 1280509 w 1722333"/>
              <a:gd name="csY7434" fmla="*/ 1114920 h 1114920"/>
              <a:gd name="csX7435" fmla="*/ 1280678 w 1722333"/>
              <a:gd name="csY7435" fmla="*/ 1114920 h 1114920"/>
              <a:gd name="csX7436" fmla="*/ 1280856 w 1722333"/>
              <a:gd name="csY7436" fmla="*/ 1114920 h 1114920"/>
              <a:gd name="csX7437" fmla="*/ 1281025 w 1722333"/>
              <a:gd name="csY7437" fmla="*/ 1114920 h 1114920"/>
              <a:gd name="csX7438" fmla="*/ 1281194 w 1722333"/>
              <a:gd name="csY7438" fmla="*/ 1114920 h 1114920"/>
              <a:gd name="csX7439" fmla="*/ 1281372 w 1722333"/>
              <a:gd name="csY7439" fmla="*/ 1114920 h 1114920"/>
              <a:gd name="csX7440" fmla="*/ 1281541 w 1722333"/>
              <a:gd name="csY7440" fmla="*/ 1114920 h 1114920"/>
              <a:gd name="csX7441" fmla="*/ 1281710 w 1722333"/>
              <a:gd name="csY7441" fmla="*/ 1114920 h 1114920"/>
              <a:gd name="csX7442" fmla="*/ 1281888 w 1722333"/>
              <a:gd name="csY7442" fmla="*/ 1114920 h 1114920"/>
              <a:gd name="csX7443" fmla="*/ 1282057 w 1722333"/>
              <a:gd name="csY7443" fmla="*/ 1114920 h 1114920"/>
              <a:gd name="csX7444" fmla="*/ 1282235 w 1722333"/>
              <a:gd name="csY7444" fmla="*/ 1114920 h 1114920"/>
              <a:gd name="csX7445" fmla="*/ 1282404 w 1722333"/>
              <a:gd name="csY7445" fmla="*/ 1114920 h 1114920"/>
              <a:gd name="csX7446" fmla="*/ 1282573 w 1722333"/>
              <a:gd name="csY7446" fmla="*/ 1114920 h 1114920"/>
              <a:gd name="csX7447" fmla="*/ 1282751 w 1722333"/>
              <a:gd name="csY7447" fmla="*/ 1114920 h 1114920"/>
              <a:gd name="csX7448" fmla="*/ 1282920 w 1722333"/>
              <a:gd name="csY7448" fmla="*/ 1114920 h 1114920"/>
              <a:gd name="csX7449" fmla="*/ 1283089 w 1722333"/>
              <a:gd name="csY7449" fmla="*/ 1114920 h 1114920"/>
              <a:gd name="csX7450" fmla="*/ 1283267 w 1722333"/>
              <a:gd name="csY7450" fmla="*/ 1114920 h 1114920"/>
              <a:gd name="csX7451" fmla="*/ 1283436 w 1722333"/>
              <a:gd name="csY7451" fmla="*/ 1114920 h 1114920"/>
              <a:gd name="csX7452" fmla="*/ 1283605 w 1722333"/>
              <a:gd name="csY7452" fmla="*/ 1114920 h 1114920"/>
              <a:gd name="csX7453" fmla="*/ 1283783 w 1722333"/>
              <a:gd name="csY7453" fmla="*/ 1114920 h 1114920"/>
              <a:gd name="csX7454" fmla="*/ 1283952 w 1722333"/>
              <a:gd name="csY7454" fmla="*/ 1114920 h 1114920"/>
              <a:gd name="csX7455" fmla="*/ 1284130 w 1722333"/>
              <a:gd name="csY7455" fmla="*/ 1114920 h 1114920"/>
              <a:gd name="csX7456" fmla="*/ 1284299 w 1722333"/>
              <a:gd name="csY7456" fmla="*/ 1114920 h 1114920"/>
              <a:gd name="csX7457" fmla="*/ 1284468 w 1722333"/>
              <a:gd name="csY7457" fmla="*/ 1114920 h 1114920"/>
              <a:gd name="csX7458" fmla="*/ 1284646 w 1722333"/>
              <a:gd name="csY7458" fmla="*/ 1114920 h 1114920"/>
              <a:gd name="csX7459" fmla="*/ 1284815 w 1722333"/>
              <a:gd name="csY7459" fmla="*/ 1114920 h 1114920"/>
              <a:gd name="csX7460" fmla="*/ 1284984 w 1722333"/>
              <a:gd name="csY7460" fmla="*/ 1114920 h 1114920"/>
              <a:gd name="csX7461" fmla="*/ 1285162 w 1722333"/>
              <a:gd name="csY7461" fmla="*/ 1114920 h 1114920"/>
              <a:gd name="csX7462" fmla="*/ 1285331 w 1722333"/>
              <a:gd name="csY7462" fmla="*/ 1114920 h 1114920"/>
              <a:gd name="csX7463" fmla="*/ 1285500 w 1722333"/>
              <a:gd name="csY7463" fmla="*/ 1114920 h 1114920"/>
              <a:gd name="csX7464" fmla="*/ 1285678 w 1722333"/>
              <a:gd name="csY7464" fmla="*/ 1114920 h 1114920"/>
              <a:gd name="csX7465" fmla="*/ 1285847 w 1722333"/>
              <a:gd name="csY7465" fmla="*/ 1114920 h 1114920"/>
              <a:gd name="csX7466" fmla="*/ 1286025 w 1722333"/>
              <a:gd name="csY7466" fmla="*/ 1114920 h 1114920"/>
              <a:gd name="csX7467" fmla="*/ 1286194 w 1722333"/>
              <a:gd name="csY7467" fmla="*/ 1114920 h 1114920"/>
              <a:gd name="csX7468" fmla="*/ 1286363 w 1722333"/>
              <a:gd name="csY7468" fmla="*/ 1114920 h 1114920"/>
              <a:gd name="csX7469" fmla="*/ 1286541 w 1722333"/>
              <a:gd name="csY7469" fmla="*/ 1114920 h 1114920"/>
              <a:gd name="csX7470" fmla="*/ 1286710 w 1722333"/>
              <a:gd name="csY7470" fmla="*/ 1114920 h 1114920"/>
              <a:gd name="csX7471" fmla="*/ 1286879 w 1722333"/>
              <a:gd name="csY7471" fmla="*/ 1114920 h 1114920"/>
              <a:gd name="csX7472" fmla="*/ 1287057 w 1722333"/>
              <a:gd name="csY7472" fmla="*/ 1114920 h 1114920"/>
              <a:gd name="csX7473" fmla="*/ 1287226 w 1722333"/>
              <a:gd name="csY7473" fmla="*/ 1114920 h 1114920"/>
              <a:gd name="csX7474" fmla="*/ 1287395 w 1722333"/>
              <a:gd name="csY7474" fmla="*/ 1114920 h 1114920"/>
              <a:gd name="csX7475" fmla="*/ 1287573 w 1722333"/>
              <a:gd name="csY7475" fmla="*/ 1114920 h 1114920"/>
              <a:gd name="csX7476" fmla="*/ 1287742 w 1722333"/>
              <a:gd name="csY7476" fmla="*/ 1114920 h 1114920"/>
              <a:gd name="csX7477" fmla="*/ 1287911 w 1722333"/>
              <a:gd name="csY7477" fmla="*/ 1114920 h 1114920"/>
              <a:gd name="csX7478" fmla="*/ 1288089 w 1722333"/>
              <a:gd name="csY7478" fmla="*/ 1114920 h 1114920"/>
              <a:gd name="csX7479" fmla="*/ 1288258 w 1722333"/>
              <a:gd name="csY7479" fmla="*/ 1114920 h 1114920"/>
              <a:gd name="csX7480" fmla="*/ 1288436 w 1722333"/>
              <a:gd name="csY7480" fmla="*/ 1114920 h 1114920"/>
              <a:gd name="csX7481" fmla="*/ 1288605 w 1722333"/>
              <a:gd name="csY7481" fmla="*/ 1114920 h 1114920"/>
              <a:gd name="csX7482" fmla="*/ 1288774 w 1722333"/>
              <a:gd name="csY7482" fmla="*/ 1114920 h 1114920"/>
              <a:gd name="csX7483" fmla="*/ 1288952 w 1722333"/>
              <a:gd name="csY7483" fmla="*/ 1114920 h 1114920"/>
              <a:gd name="csX7484" fmla="*/ 1289121 w 1722333"/>
              <a:gd name="csY7484" fmla="*/ 1114920 h 1114920"/>
              <a:gd name="csX7485" fmla="*/ 1289290 w 1722333"/>
              <a:gd name="csY7485" fmla="*/ 1114920 h 1114920"/>
              <a:gd name="csX7486" fmla="*/ 1289468 w 1722333"/>
              <a:gd name="csY7486" fmla="*/ 1114920 h 1114920"/>
              <a:gd name="csX7487" fmla="*/ 1289637 w 1722333"/>
              <a:gd name="csY7487" fmla="*/ 1114920 h 1114920"/>
              <a:gd name="csX7488" fmla="*/ 1289806 w 1722333"/>
              <a:gd name="csY7488" fmla="*/ 1114920 h 1114920"/>
              <a:gd name="csX7489" fmla="*/ 1289983 w 1722333"/>
              <a:gd name="csY7489" fmla="*/ 1114920 h 1114920"/>
              <a:gd name="csX7490" fmla="*/ 1290153 w 1722333"/>
              <a:gd name="csY7490" fmla="*/ 1114920 h 1114920"/>
              <a:gd name="csX7491" fmla="*/ 1290330 w 1722333"/>
              <a:gd name="csY7491" fmla="*/ 1114920 h 1114920"/>
              <a:gd name="csX7492" fmla="*/ 1290500 w 1722333"/>
              <a:gd name="csY7492" fmla="*/ 1114920 h 1114920"/>
              <a:gd name="csX7493" fmla="*/ 1290669 w 1722333"/>
              <a:gd name="csY7493" fmla="*/ 1114920 h 1114920"/>
              <a:gd name="csX7494" fmla="*/ 1290847 w 1722333"/>
              <a:gd name="csY7494" fmla="*/ 1114920 h 1114920"/>
              <a:gd name="csX7495" fmla="*/ 1291016 w 1722333"/>
              <a:gd name="csY7495" fmla="*/ 1114920 h 1114920"/>
              <a:gd name="csX7496" fmla="*/ 1291185 w 1722333"/>
              <a:gd name="csY7496" fmla="*/ 1114920 h 1114920"/>
              <a:gd name="csX7497" fmla="*/ 1291362 w 1722333"/>
              <a:gd name="csY7497" fmla="*/ 1114920 h 1114920"/>
              <a:gd name="csX7498" fmla="*/ 1291531 w 1722333"/>
              <a:gd name="csY7498" fmla="*/ 1114920 h 1114920"/>
              <a:gd name="csX7499" fmla="*/ 1291701 w 1722333"/>
              <a:gd name="csY7499" fmla="*/ 1114920 h 1114920"/>
              <a:gd name="csX7500" fmla="*/ 1291878 w 1722333"/>
              <a:gd name="csY7500" fmla="*/ 1114920 h 1114920"/>
              <a:gd name="csX7501" fmla="*/ 1292048 w 1722333"/>
              <a:gd name="csY7501" fmla="*/ 1114920 h 1114920"/>
              <a:gd name="csX7502" fmla="*/ 1292225 w 1722333"/>
              <a:gd name="csY7502" fmla="*/ 1114920 h 1114920"/>
              <a:gd name="csX7503" fmla="*/ 1292395 w 1722333"/>
              <a:gd name="csY7503" fmla="*/ 1114920 h 1114920"/>
              <a:gd name="csX7504" fmla="*/ 1292563 w 1722333"/>
              <a:gd name="csY7504" fmla="*/ 1114920 h 1114920"/>
              <a:gd name="csX7505" fmla="*/ 1292741 w 1722333"/>
              <a:gd name="csY7505" fmla="*/ 1114920 h 1114920"/>
              <a:gd name="csX7506" fmla="*/ 1292910 w 1722333"/>
              <a:gd name="csY7506" fmla="*/ 1114920 h 1114920"/>
              <a:gd name="csX7507" fmla="*/ 1293080 w 1722333"/>
              <a:gd name="csY7507" fmla="*/ 1114920 h 1114920"/>
              <a:gd name="csX7508" fmla="*/ 1293257 w 1722333"/>
              <a:gd name="csY7508" fmla="*/ 1114920 h 1114920"/>
              <a:gd name="csX7509" fmla="*/ 1293426 w 1722333"/>
              <a:gd name="csY7509" fmla="*/ 1114920 h 1114920"/>
              <a:gd name="csX7510" fmla="*/ 1293596 w 1722333"/>
              <a:gd name="csY7510" fmla="*/ 1114920 h 1114920"/>
              <a:gd name="csX7511" fmla="*/ 1293773 w 1722333"/>
              <a:gd name="csY7511" fmla="*/ 1114920 h 1114920"/>
              <a:gd name="csX7512" fmla="*/ 1293942 w 1722333"/>
              <a:gd name="csY7512" fmla="*/ 1114920 h 1114920"/>
              <a:gd name="csX7513" fmla="*/ 1294120 w 1722333"/>
              <a:gd name="csY7513" fmla="*/ 1114920 h 1114920"/>
              <a:gd name="csX7514" fmla="*/ 1294289 w 1722333"/>
              <a:gd name="csY7514" fmla="*/ 1114920 h 1114920"/>
              <a:gd name="csX7515" fmla="*/ 1294458 w 1722333"/>
              <a:gd name="csY7515" fmla="*/ 1114920 h 1114920"/>
              <a:gd name="csX7516" fmla="*/ 1294636 w 1722333"/>
              <a:gd name="csY7516" fmla="*/ 1114920 h 1114920"/>
              <a:gd name="csX7517" fmla="*/ 1294805 w 1722333"/>
              <a:gd name="csY7517" fmla="*/ 1114920 h 1114920"/>
              <a:gd name="csX7518" fmla="*/ 1294974 w 1722333"/>
              <a:gd name="csY7518" fmla="*/ 1114920 h 1114920"/>
              <a:gd name="csX7519" fmla="*/ 1295152 w 1722333"/>
              <a:gd name="csY7519" fmla="*/ 1114920 h 1114920"/>
              <a:gd name="csX7520" fmla="*/ 1295321 w 1722333"/>
              <a:gd name="csY7520" fmla="*/ 1114920 h 1114920"/>
              <a:gd name="csX7521" fmla="*/ 1295490 w 1722333"/>
              <a:gd name="csY7521" fmla="*/ 1114920 h 1114920"/>
              <a:gd name="csX7522" fmla="*/ 1295668 w 1722333"/>
              <a:gd name="csY7522" fmla="*/ 1114920 h 1114920"/>
              <a:gd name="csX7523" fmla="*/ 1295837 w 1722333"/>
              <a:gd name="csY7523" fmla="*/ 1114920 h 1114920"/>
              <a:gd name="csX7524" fmla="*/ 1296006 w 1722333"/>
              <a:gd name="csY7524" fmla="*/ 1114920 h 1114920"/>
              <a:gd name="csX7525" fmla="*/ 1296184 w 1722333"/>
              <a:gd name="csY7525" fmla="*/ 1114920 h 1114920"/>
              <a:gd name="csX7526" fmla="*/ 1296353 w 1722333"/>
              <a:gd name="csY7526" fmla="*/ 1114920 h 1114920"/>
              <a:gd name="csX7527" fmla="*/ 1296531 w 1722333"/>
              <a:gd name="csY7527" fmla="*/ 1114920 h 1114920"/>
              <a:gd name="csX7528" fmla="*/ 1296700 w 1722333"/>
              <a:gd name="csY7528" fmla="*/ 1114920 h 1114920"/>
              <a:gd name="csX7529" fmla="*/ 1296869 w 1722333"/>
              <a:gd name="csY7529" fmla="*/ 1114920 h 1114920"/>
              <a:gd name="csX7530" fmla="*/ 1297047 w 1722333"/>
              <a:gd name="csY7530" fmla="*/ 1114920 h 1114920"/>
              <a:gd name="csX7531" fmla="*/ 1297216 w 1722333"/>
              <a:gd name="csY7531" fmla="*/ 1114920 h 1114920"/>
              <a:gd name="csX7532" fmla="*/ 1297385 w 1722333"/>
              <a:gd name="csY7532" fmla="*/ 1114920 h 1114920"/>
              <a:gd name="csX7533" fmla="*/ 1297563 w 1722333"/>
              <a:gd name="csY7533" fmla="*/ 1114920 h 1114920"/>
              <a:gd name="csX7534" fmla="*/ 1297732 w 1722333"/>
              <a:gd name="csY7534" fmla="*/ 1114920 h 1114920"/>
              <a:gd name="csX7535" fmla="*/ 1297901 w 1722333"/>
              <a:gd name="csY7535" fmla="*/ 1114920 h 1114920"/>
              <a:gd name="csX7536" fmla="*/ 1298079 w 1722333"/>
              <a:gd name="csY7536" fmla="*/ 1114920 h 1114920"/>
              <a:gd name="csX7537" fmla="*/ 1298248 w 1722333"/>
              <a:gd name="csY7537" fmla="*/ 1114920 h 1114920"/>
              <a:gd name="csX7538" fmla="*/ 1298426 w 1722333"/>
              <a:gd name="csY7538" fmla="*/ 1114920 h 1114920"/>
              <a:gd name="csX7539" fmla="*/ 1298595 w 1722333"/>
              <a:gd name="csY7539" fmla="*/ 1114920 h 1114920"/>
              <a:gd name="csX7540" fmla="*/ 1298764 w 1722333"/>
              <a:gd name="csY7540" fmla="*/ 1114920 h 1114920"/>
              <a:gd name="csX7541" fmla="*/ 1298942 w 1722333"/>
              <a:gd name="csY7541" fmla="*/ 1114920 h 1114920"/>
              <a:gd name="csX7542" fmla="*/ 1299111 w 1722333"/>
              <a:gd name="csY7542" fmla="*/ 1114920 h 1114920"/>
              <a:gd name="csX7543" fmla="*/ 1299280 w 1722333"/>
              <a:gd name="csY7543" fmla="*/ 1114920 h 1114920"/>
              <a:gd name="csX7544" fmla="*/ 1299458 w 1722333"/>
              <a:gd name="csY7544" fmla="*/ 1114920 h 1114920"/>
              <a:gd name="csX7545" fmla="*/ 1299627 w 1722333"/>
              <a:gd name="csY7545" fmla="*/ 1114920 h 1114920"/>
              <a:gd name="csX7546" fmla="*/ 1299796 w 1722333"/>
              <a:gd name="csY7546" fmla="*/ 1114920 h 1114920"/>
              <a:gd name="csX7547" fmla="*/ 1299974 w 1722333"/>
              <a:gd name="csY7547" fmla="*/ 1114920 h 1114920"/>
              <a:gd name="csX7548" fmla="*/ 1300143 w 1722333"/>
              <a:gd name="csY7548" fmla="*/ 1114920 h 1114920"/>
              <a:gd name="csX7549" fmla="*/ 1300321 w 1722333"/>
              <a:gd name="csY7549" fmla="*/ 1114920 h 1114920"/>
              <a:gd name="csX7550" fmla="*/ 1300490 w 1722333"/>
              <a:gd name="csY7550" fmla="*/ 1114920 h 1114920"/>
              <a:gd name="csX7551" fmla="*/ 1300659 w 1722333"/>
              <a:gd name="csY7551" fmla="*/ 1114920 h 1114920"/>
              <a:gd name="csX7552" fmla="*/ 1300837 w 1722333"/>
              <a:gd name="csY7552" fmla="*/ 1114920 h 1114920"/>
              <a:gd name="csX7553" fmla="*/ 1301006 w 1722333"/>
              <a:gd name="csY7553" fmla="*/ 1114920 h 1114920"/>
              <a:gd name="csX7554" fmla="*/ 1301175 w 1722333"/>
              <a:gd name="csY7554" fmla="*/ 1114920 h 1114920"/>
              <a:gd name="csX7555" fmla="*/ 1301353 w 1722333"/>
              <a:gd name="csY7555" fmla="*/ 1114920 h 1114920"/>
              <a:gd name="csX7556" fmla="*/ 1301522 w 1722333"/>
              <a:gd name="csY7556" fmla="*/ 1114920 h 1114920"/>
              <a:gd name="csX7557" fmla="*/ 1301691 w 1722333"/>
              <a:gd name="csY7557" fmla="*/ 1114920 h 1114920"/>
              <a:gd name="csX7558" fmla="*/ 1301869 w 1722333"/>
              <a:gd name="csY7558" fmla="*/ 1114920 h 1114920"/>
              <a:gd name="csX7559" fmla="*/ 1302038 w 1722333"/>
              <a:gd name="csY7559" fmla="*/ 1114920 h 1114920"/>
              <a:gd name="csX7560" fmla="*/ 1302216 w 1722333"/>
              <a:gd name="csY7560" fmla="*/ 1114920 h 1114920"/>
              <a:gd name="csX7561" fmla="*/ 1302385 w 1722333"/>
              <a:gd name="csY7561" fmla="*/ 1114920 h 1114920"/>
              <a:gd name="csX7562" fmla="*/ 1302554 w 1722333"/>
              <a:gd name="csY7562" fmla="*/ 1114920 h 1114920"/>
              <a:gd name="csX7563" fmla="*/ 1302732 w 1722333"/>
              <a:gd name="csY7563" fmla="*/ 1114920 h 1114920"/>
              <a:gd name="csX7564" fmla="*/ 1302901 w 1722333"/>
              <a:gd name="csY7564" fmla="*/ 1114920 h 1114920"/>
              <a:gd name="csX7565" fmla="*/ 1303070 w 1722333"/>
              <a:gd name="csY7565" fmla="*/ 1114920 h 1114920"/>
              <a:gd name="csX7566" fmla="*/ 1303248 w 1722333"/>
              <a:gd name="csY7566" fmla="*/ 1114920 h 1114920"/>
              <a:gd name="csX7567" fmla="*/ 1303417 w 1722333"/>
              <a:gd name="csY7567" fmla="*/ 1114920 h 1114920"/>
              <a:gd name="csX7568" fmla="*/ 1303586 w 1722333"/>
              <a:gd name="csY7568" fmla="*/ 1114920 h 1114920"/>
              <a:gd name="csX7569" fmla="*/ 1303764 w 1722333"/>
              <a:gd name="csY7569" fmla="*/ 1114920 h 1114920"/>
              <a:gd name="csX7570" fmla="*/ 1303933 w 1722333"/>
              <a:gd name="csY7570" fmla="*/ 1114920 h 1114920"/>
              <a:gd name="csX7571" fmla="*/ 1304102 w 1722333"/>
              <a:gd name="csY7571" fmla="*/ 1114920 h 1114920"/>
              <a:gd name="csX7572" fmla="*/ 1304280 w 1722333"/>
              <a:gd name="csY7572" fmla="*/ 1114920 h 1114920"/>
              <a:gd name="csX7573" fmla="*/ 1304449 w 1722333"/>
              <a:gd name="csY7573" fmla="*/ 1114920 h 1114920"/>
              <a:gd name="csX7574" fmla="*/ 1304627 w 1722333"/>
              <a:gd name="csY7574" fmla="*/ 1114920 h 1114920"/>
              <a:gd name="csX7575" fmla="*/ 1304796 w 1722333"/>
              <a:gd name="csY7575" fmla="*/ 1114920 h 1114920"/>
              <a:gd name="csX7576" fmla="*/ 1304965 w 1722333"/>
              <a:gd name="csY7576" fmla="*/ 1114920 h 1114920"/>
              <a:gd name="csX7577" fmla="*/ 1305143 w 1722333"/>
              <a:gd name="csY7577" fmla="*/ 1114920 h 1114920"/>
              <a:gd name="csX7578" fmla="*/ 1305312 w 1722333"/>
              <a:gd name="csY7578" fmla="*/ 1114920 h 1114920"/>
              <a:gd name="csX7579" fmla="*/ 1305481 w 1722333"/>
              <a:gd name="csY7579" fmla="*/ 1114920 h 1114920"/>
              <a:gd name="csX7580" fmla="*/ 1305659 w 1722333"/>
              <a:gd name="csY7580" fmla="*/ 1114920 h 1114920"/>
              <a:gd name="csX7581" fmla="*/ 1305828 w 1722333"/>
              <a:gd name="csY7581" fmla="*/ 1114920 h 1114920"/>
              <a:gd name="csX7582" fmla="*/ 1305997 w 1722333"/>
              <a:gd name="csY7582" fmla="*/ 1114920 h 1114920"/>
              <a:gd name="csX7583" fmla="*/ 1306175 w 1722333"/>
              <a:gd name="csY7583" fmla="*/ 1114920 h 1114920"/>
              <a:gd name="csX7584" fmla="*/ 1306344 w 1722333"/>
              <a:gd name="csY7584" fmla="*/ 1114920 h 1114920"/>
              <a:gd name="csX7585" fmla="*/ 1306522 w 1722333"/>
              <a:gd name="csY7585" fmla="*/ 1114920 h 1114920"/>
              <a:gd name="csX7586" fmla="*/ 1306691 w 1722333"/>
              <a:gd name="csY7586" fmla="*/ 1114920 h 1114920"/>
              <a:gd name="csX7587" fmla="*/ 1306860 w 1722333"/>
              <a:gd name="csY7587" fmla="*/ 1114920 h 1114920"/>
              <a:gd name="csX7588" fmla="*/ 1307038 w 1722333"/>
              <a:gd name="csY7588" fmla="*/ 1114920 h 1114920"/>
              <a:gd name="csX7589" fmla="*/ 1307207 w 1722333"/>
              <a:gd name="csY7589" fmla="*/ 1114920 h 1114920"/>
              <a:gd name="csX7590" fmla="*/ 1307376 w 1722333"/>
              <a:gd name="csY7590" fmla="*/ 1114920 h 1114920"/>
              <a:gd name="csX7591" fmla="*/ 1307554 w 1722333"/>
              <a:gd name="csY7591" fmla="*/ 1114920 h 1114920"/>
              <a:gd name="csX7592" fmla="*/ 1307723 w 1722333"/>
              <a:gd name="csY7592" fmla="*/ 1114920 h 1114920"/>
              <a:gd name="csX7593" fmla="*/ 1307892 w 1722333"/>
              <a:gd name="csY7593" fmla="*/ 1114920 h 1114920"/>
              <a:gd name="csX7594" fmla="*/ 1308070 w 1722333"/>
              <a:gd name="csY7594" fmla="*/ 1114920 h 1114920"/>
              <a:gd name="csX7595" fmla="*/ 1308239 w 1722333"/>
              <a:gd name="csY7595" fmla="*/ 1114920 h 1114920"/>
              <a:gd name="csX7596" fmla="*/ 1308417 w 1722333"/>
              <a:gd name="csY7596" fmla="*/ 1114920 h 1114920"/>
              <a:gd name="csX7597" fmla="*/ 1308586 w 1722333"/>
              <a:gd name="csY7597" fmla="*/ 1114920 h 1114920"/>
              <a:gd name="csX7598" fmla="*/ 1308755 w 1722333"/>
              <a:gd name="csY7598" fmla="*/ 1114920 h 1114920"/>
              <a:gd name="csX7599" fmla="*/ 1308933 w 1722333"/>
              <a:gd name="csY7599" fmla="*/ 1114920 h 1114920"/>
              <a:gd name="csX7600" fmla="*/ 1309102 w 1722333"/>
              <a:gd name="csY7600" fmla="*/ 1114920 h 1114920"/>
              <a:gd name="csX7601" fmla="*/ 1309271 w 1722333"/>
              <a:gd name="csY7601" fmla="*/ 1114920 h 1114920"/>
              <a:gd name="csX7602" fmla="*/ 1309449 w 1722333"/>
              <a:gd name="csY7602" fmla="*/ 1114920 h 1114920"/>
              <a:gd name="csX7603" fmla="*/ 1309618 w 1722333"/>
              <a:gd name="csY7603" fmla="*/ 1114920 h 1114920"/>
              <a:gd name="csX7604" fmla="*/ 1309787 w 1722333"/>
              <a:gd name="csY7604" fmla="*/ 1114920 h 1114920"/>
              <a:gd name="csX7605" fmla="*/ 1309965 w 1722333"/>
              <a:gd name="csY7605" fmla="*/ 1114920 h 1114920"/>
              <a:gd name="csX7606" fmla="*/ 1310134 w 1722333"/>
              <a:gd name="csY7606" fmla="*/ 1114920 h 1114920"/>
              <a:gd name="csX7607" fmla="*/ 1310312 w 1722333"/>
              <a:gd name="csY7607" fmla="*/ 1114920 h 1114920"/>
              <a:gd name="csX7608" fmla="*/ 1310481 w 1722333"/>
              <a:gd name="csY7608" fmla="*/ 1114920 h 1114920"/>
              <a:gd name="csX7609" fmla="*/ 1310650 w 1722333"/>
              <a:gd name="csY7609" fmla="*/ 1114920 h 1114920"/>
              <a:gd name="csX7610" fmla="*/ 1310828 w 1722333"/>
              <a:gd name="csY7610" fmla="*/ 1114920 h 1114920"/>
              <a:gd name="csX7611" fmla="*/ 1310997 w 1722333"/>
              <a:gd name="csY7611" fmla="*/ 1114920 h 1114920"/>
              <a:gd name="csX7612" fmla="*/ 1311166 w 1722333"/>
              <a:gd name="csY7612" fmla="*/ 1114920 h 1114920"/>
              <a:gd name="csX7613" fmla="*/ 1311344 w 1722333"/>
              <a:gd name="csY7613" fmla="*/ 1114920 h 1114920"/>
              <a:gd name="csX7614" fmla="*/ 1311513 w 1722333"/>
              <a:gd name="csY7614" fmla="*/ 1114920 h 1114920"/>
              <a:gd name="csX7615" fmla="*/ 1311682 w 1722333"/>
              <a:gd name="csY7615" fmla="*/ 1114920 h 1114920"/>
              <a:gd name="csX7616" fmla="*/ 1311860 w 1722333"/>
              <a:gd name="csY7616" fmla="*/ 1114920 h 1114920"/>
              <a:gd name="csX7617" fmla="*/ 1312029 w 1722333"/>
              <a:gd name="csY7617" fmla="*/ 1114920 h 1114920"/>
              <a:gd name="csX7618" fmla="*/ 1312198 w 1722333"/>
              <a:gd name="csY7618" fmla="*/ 1114920 h 1114920"/>
              <a:gd name="csX7619" fmla="*/ 1312376 w 1722333"/>
              <a:gd name="csY7619" fmla="*/ 1114920 h 1114920"/>
              <a:gd name="csX7620" fmla="*/ 1312545 w 1722333"/>
              <a:gd name="csY7620" fmla="*/ 1114920 h 1114920"/>
              <a:gd name="csX7621" fmla="*/ 1312723 w 1722333"/>
              <a:gd name="csY7621" fmla="*/ 1114920 h 1114920"/>
              <a:gd name="csX7622" fmla="*/ 1312892 w 1722333"/>
              <a:gd name="csY7622" fmla="*/ 1114920 h 1114920"/>
              <a:gd name="csX7623" fmla="*/ 1313061 w 1722333"/>
              <a:gd name="csY7623" fmla="*/ 1114920 h 1114920"/>
              <a:gd name="csX7624" fmla="*/ 1313239 w 1722333"/>
              <a:gd name="csY7624" fmla="*/ 1114920 h 1114920"/>
              <a:gd name="csX7625" fmla="*/ 1313408 w 1722333"/>
              <a:gd name="csY7625" fmla="*/ 1114920 h 1114920"/>
              <a:gd name="csX7626" fmla="*/ 1313577 w 1722333"/>
              <a:gd name="csY7626" fmla="*/ 1114920 h 1114920"/>
              <a:gd name="csX7627" fmla="*/ 1313755 w 1722333"/>
              <a:gd name="csY7627" fmla="*/ 1114920 h 1114920"/>
              <a:gd name="csX7628" fmla="*/ 1313924 w 1722333"/>
              <a:gd name="csY7628" fmla="*/ 1114920 h 1114920"/>
              <a:gd name="csX7629" fmla="*/ 1314093 w 1722333"/>
              <a:gd name="csY7629" fmla="*/ 1114920 h 1114920"/>
              <a:gd name="csX7630" fmla="*/ 1314271 w 1722333"/>
              <a:gd name="csY7630" fmla="*/ 1114920 h 1114920"/>
              <a:gd name="csX7631" fmla="*/ 1314440 w 1722333"/>
              <a:gd name="csY7631" fmla="*/ 1114920 h 1114920"/>
              <a:gd name="csX7632" fmla="*/ 1314618 w 1722333"/>
              <a:gd name="csY7632" fmla="*/ 1114920 h 1114920"/>
              <a:gd name="csX7633" fmla="*/ 1314787 w 1722333"/>
              <a:gd name="csY7633" fmla="*/ 1114920 h 1114920"/>
              <a:gd name="csX7634" fmla="*/ 1314956 w 1722333"/>
              <a:gd name="csY7634" fmla="*/ 1114920 h 1114920"/>
              <a:gd name="csX7635" fmla="*/ 1315134 w 1722333"/>
              <a:gd name="csY7635" fmla="*/ 1114920 h 1114920"/>
              <a:gd name="csX7636" fmla="*/ 1315303 w 1722333"/>
              <a:gd name="csY7636" fmla="*/ 1114920 h 1114920"/>
              <a:gd name="csX7637" fmla="*/ 1315472 w 1722333"/>
              <a:gd name="csY7637" fmla="*/ 1114920 h 1114920"/>
              <a:gd name="csX7638" fmla="*/ 1315650 w 1722333"/>
              <a:gd name="csY7638" fmla="*/ 1114920 h 1114920"/>
              <a:gd name="csX7639" fmla="*/ 1315819 w 1722333"/>
              <a:gd name="csY7639" fmla="*/ 1114920 h 1114920"/>
              <a:gd name="csX7640" fmla="*/ 1315988 w 1722333"/>
              <a:gd name="csY7640" fmla="*/ 1114920 h 1114920"/>
              <a:gd name="csX7641" fmla="*/ 1316166 w 1722333"/>
              <a:gd name="csY7641" fmla="*/ 1114920 h 1114920"/>
              <a:gd name="csX7642" fmla="*/ 1316335 w 1722333"/>
              <a:gd name="csY7642" fmla="*/ 1114920 h 1114920"/>
              <a:gd name="csX7643" fmla="*/ 1316513 w 1722333"/>
              <a:gd name="csY7643" fmla="*/ 1114920 h 1114920"/>
              <a:gd name="csX7644" fmla="*/ 1316682 w 1722333"/>
              <a:gd name="csY7644" fmla="*/ 1114920 h 1114920"/>
              <a:gd name="csX7645" fmla="*/ 1316851 w 1722333"/>
              <a:gd name="csY7645" fmla="*/ 1114920 h 1114920"/>
              <a:gd name="csX7646" fmla="*/ 1317029 w 1722333"/>
              <a:gd name="csY7646" fmla="*/ 1114920 h 1114920"/>
              <a:gd name="csX7647" fmla="*/ 1317198 w 1722333"/>
              <a:gd name="csY7647" fmla="*/ 1114920 h 1114920"/>
              <a:gd name="csX7648" fmla="*/ 1317367 w 1722333"/>
              <a:gd name="csY7648" fmla="*/ 1114920 h 1114920"/>
              <a:gd name="csX7649" fmla="*/ 1317545 w 1722333"/>
              <a:gd name="csY7649" fmla="*/ 1114920 h 1114920"/>
              <a:gd name="csX7650" fmla="*/ 1317714 w 1722333"/>
              <a:gd name="csY7650" fmla="*/ 1114920 h 1114920"/>
              <a:gd name="csX7651" fmla="*/ 1317883 w 1722333"/>
              <a:gd name="csY7651" fmla="*/ 1114920 h 1114920"/>
              <a:gd name="csX7652" fmla="*/ 1318061 w 1722333"/>
              <a:gd name="csY7652" fmla="*/ 1114920 h 1114920"/>
              <a:gd name="csX7653" fmla="*/ 1318230 w 1722333"/>
              <a:gd name="csY7653" fmla="*/ 1114920 h 1114920"/>
              <a:gd name="csX7654" fmla="*/ 1318408 w 1722333"/>
              <a:gd name="csY7654" fmla="*/ 1114920 h 1114920"/>
              <a:gd name="csX7655" fmla="*/ 1318577 w 1722333"/>
              <a:gd name="csY7655" fmla="*/ 1114920 h 1114920"/>
              <a:gd name="csX7656" fmla="*/ 1318746 w 1722333"/>
              <a:gd name="csY7656" fmla="*/ 1114920 h 1114920"/>
              <a:gd name="csX7657" fmla="*/ 1318924 w 1722333"/>
              <a:gd name="csY7657" fmla="*/ 1114920 h 1114920"/>
              <a:gd name="csX7658" fmla="*/ 1319093 w 1722333"/>
              <a:gd name="csY7658" fmla="*/ 1114920 h 1114920"/>
              <a:gd name="csX7659" fmla="*/ 1319262 w 1722333"/>
              <a:gd name="csY7659" fmla="*/ 1114920 h 1114920"/>
              <a:gd name="csX7660" fmla="*/ 1319440 w 1722333"/>
              <a:gd name="csY7660" fmla="*/ 1114920 h 1114920"/>
              <a:gd name="csX7661" fmla="*/ 1319609 w 1722333"/>
              <a:gd name="csY7661" fmla="*/ 1114920 h 1114920"/>
              <a:gd name="csX7662" fmla="*/ 1319778 w 1722333"/>
              <a:gd name="csY7662" fmla="*/ 1114920 h 1114920"/>
              <a:gd name="csX7663" fmla="*/ 1319956 w 1722333"/>
              <a:gd name="csY7663" fmla="*/ 1114920 h 1114920"/>
              <a:gd name="csX7664" fmla="*/ 1320125 w 1722333"/>
              <a:gd name="csY7664" fmla="*/ 1114920 h 1114920"/>
              <a:gd name="csX7665" fmla="*/ 1320294 w 1722333"/>
              <a:gd name="csY7665" fmla="*/ 1114920 h 1114920"/>
              <a:gd name="csX7666" fmla="*/ 1320472 w 1722333"/>
              <a:gd name="csY7666" fmla="*/ 1114920 h 1114920"/>
              <a:gd name="csX7667" fmla="*/ 1320641 w 1722333"/>
              <a:gd name="csY7667" fmla="*/ 1114920 h 1114920"/>
              <a:gd name="csX7668" fmla="*/ 1320819 w 1722333"/>
              <a:gd name="csY7668" fmla="*/ 1114920 h 1114920"/>
              <a:gd name="csX7669" fmla="*/ 1320988 w 1722333"/>
              <a:gd name="csY7669" fmla="*/ 1114920 h 1114920"/>
              <a:gd name="csX7670" fmla="*/ 1321157 w 1722333"/>
              <a:gd name="csY7670" fmla="*/ 1114920 h 1114920"/>
              <a:gd name="csX7671" fmla="*/ 1321335 w 1722333"/>
              <a:gd name="csY7671" fmla="*/ 1114920 h 1114920"/>
              <a:gd name="csX7672" fmla="*/ 1321504 w 1722333"/>
              <a:gd name="csY7672" fmla="*/ 1114920 h 1114920"/>
              <a:gd name="csX7673" fmla="*/ 1321673 w 1722333"/>
              <a:gd name="csY7673" fmla="*/ 1114920 h 1114920"/>
              <a:gd name="csX7674" fmla="*/ 1321851 w 1722333"/>
              <a:gd name="csY7674" fmla="*/ 1114920 h 1114920"/>
              <a:gd name="csX7675" fmla="*/ 1322020 w 1722333"/>
              <a:gd name="csY7675" fmla="*/ 1114920 h 1114920"/>
              <a:gd name="csX7676" fmla="*/ 1322189 w 1722333"/>
              <a:gd name="csY7676" fmla="*/ 1114920 h 1114920"/>
              <a:gd name="csX7677" fmla="*/ 1322367 w 1722333"/>
              <a:gd name="csY7677" fmla="*/ 1114920 h 1114920"/>
              <a:gd name="csX7678" fmla="*/ 1322536 w 1722333"/>
              <a:gd name="csY7678" fmla="*/ 1114920 h 1114920"/>
              <a:gd name="csX7679" fmla="*/ 1322714 w 1722333"/>
              <a:gd name="csY7679" fmla="*/ 1114920 h 1114920"/>
              <a:gd name="csX7680" fmla="*/ 1322883 w 1722333"/>
              <a:gd name="csY7680" fmla="*/ 1114920 h 1114920"/>
              <a:gd name="csX7681" fmla="*/ 1323052 w 1722333"/>
              <a:gd name="csY7681" fmla="*/ 1114920 h 1114920"/>
              <a:gd name="csX7682" fmla="*/ 1323230 w 1722333"/>
              <a:gd name="csY7682" fmla="*/ 1114920 h 1114920"/>
              <a:gd name="csX7683" fmla="*/ 1323399 w 1722333"/>
              <a:gd name="csY7683" fmla="*/ 1114920 h 1114920"/>
              <a:gd name="csX7684" fmla="*/ 1323568 w 1722333"/>
              <a:gd name="csY7684" fmla="*/ 1114920 h 1114920"/>
              <a:gd name="csX7685" fmla="*/ 1323746 w 1722333"/>
              <a:gd name="csY7685" fmla="*/ 1114920 h 1114920"/>
              <a:gd name="csX7686" fmla="*/ 1323915 w 1722333"/>
              <a:gd name="csY7686" fmla="*/ 1114920 h 1114920"/>
              <a:gd name="csX7687" fmla="*/ 1324084 w 1722333"/>
              <a:gd name="csY7687" fmla="*/ 1114920 h 1114920"/>
              <a:gd name="csX7688" fmla="*/ 1324262 w 1722333"/>
              <a:gd name="csY7688" fmla="*/ 1114920 h 1114920"/>
              <a:gd name="csX7689" fmla="*/ 1324431 w 1722333"/>
              <a:gd name="csY7689" fmla="*/ 1114920 h 1114920"/>
              <a:gd name="csX7690" fmla="*/ 1324609 w 1722333"/>
              <a:gd name="csY7690" fmla="*/ 1114920 h 1114920"/>
              <a:gd name="csX7691" fmla="*/ 1324778 w 1722333"/>
              <a:gd name="csY7691" fmla="*/ 1114920 h 1114920"/>
              <a:gd name="csX7692" fmla="*/ 1324947 w 1722333"/>
              <a:gd name="csY7692" fmla="*/ 1114920 h 1114920"/>
              <a:gd name="csX7693" fmla="*/ 1325124 w 1722333"/>
              <a:gd name="csY7693" fmla="*/ 1114920 h 1114920"/>
              <a:gd name="csX7694" fmla="*/ 1325294 w 1722333"/>
              <a:gd name="csY7694" fmla="*/ 1114920 h 1114920"/>
              <a:gd name="csX7695" fmla="*/ 1325463 w 1722333"/>
              <a:gd name="csY7695" fmla="*/ 1114920 h 1114920"/>
              <a:gd name="csX7696" fmla="*/ 1325641 w 1722333"/>
              <a:gd name="csY7696" fmla="*/ 1114920 h 1114920"/>
              <a:gd name="csX7697" fmla="*/ 1325810 w 1722333"/>
              <a:gd name="csY7697" fmla="*/ 1114920 h 1114920"/>
              <a:gd name="csX7698" fmla="*/ 1325979 w 1722333"/>
              <a:gd name="csY7698" fmla="*/ 1114920 h 1114920"/>
              <a:gd name="csX7699" fmla="*/ 1326156 w 1722333"/>
              <a:gd name="csY7699" fmla="*/ 1114920 h 1114920"/>
              <a:gd name="csX7700" fmla="*/ 1326326 w 1722333"/>
              <a:gd name="csY7700" fmla="*/ 1114920 h 1114920"/>
              <a:gd name="csX7701" fmla="*/ 1326503 w 1722333"/>
              <a:gd name="csY7701" fmla="*/ 1114920 h 1114920"/>
              <a:gd name="csX7702" fmla="*/ 1326672 w 1722333"/>
              <a:gd name="csY7702" fmla="*/ 1114920 h 1114920"/>
              <a:gd name="csX7703" fmla="*/ 1326842 w 1722333"/>
              <a:gd name="csY7703" fmla="*/ 1114920 h 1114920"/>
              <a:gd name="csX7704" fmla="*/ 1327019 w 1722333"/>
              <a:gd name="csY7704" fmla="*/ 1114920 h 1114920"/>
              <a:gd name="csX7705" fmla="*/ 1327189 w 1722333"/>
              <a:gd name="csY7705" fmla="*/ 1114920 h 1114920"/>
              <a:gd name="csX7706" fmla="*/ 1327357 w 1722333"/>
              <a:gd name="csY7706" fmla="*/ 1114920 h 1114920"/>
              <a:gd name="csX7707" fmla="*/ 1327535 w 1722333"/>
              <a:gd name="csY7707" fmla="*/ 1114920 h 1114920"/>
              <a:gd name="csX7708" fmla="*/ 1327704 w 1722333"/>
              <a:gd name="csY7708" fmla="*/ 1114920 h 1114920"/>
              <a:gd name="csX7709" fmla="*/ 1327874 w 1722333"/>
              <a:gd name="csY7709" fmla="*/ 1114920 h 1114920"/>
              <a:gd name="csX7710" fmla="*/ 1328051 w 1722333"/>
              <a:gd name="csY7710" fmla="*/ 1114920 h 1114920"/>
              <a:gd name="csX7711" fmla="*/ 1328221 w 1722333"/>
              <a:gd name="csY7711" fmla="*/ 1114920 h 1114920"/>
              <a:gd name="csX7712" fmla="*/ 1328390 w 1722333"/>
              <a:gd name="csY7712" fmla="*/ 1114920 h 1114920"/>
              <a:gd name="csX7713" fmla="*/ 1328567 w 1722333"/>
              <a:gd name="csY7713" fmla="*/ 1114920 h 1114920"/>
              <a:gd name="csX7714" fmla="*/ 1328736 w 1722333"/>
              <a:gd name="csY7714" fmla="*/ 1114920 h 1114920"/>
              <a:gd name="csX7715" fmla="*/ 1328914 w 1722333"/>
              <a:gd name="csY7715" fmla="*/ 1114920 h 1114920"/>
              <a:gd name="csX7716" fmla="*/ 1329083 w 1722333"/>
              <a:gd name="csY7716" fmla="*/ 1114920 h 1114920"/>
              <a:gd name="csX7717" fmla="*/ 1329252 w 1722333"/>
              <a:gd name="csY7717" fmla="*/ 1114920 h 1114920"/>
              <a:gd name="csX7718" fmla="*/ 1329430 w 1722333"/>
              <a:gd name="csY7718" fmla="*/ 1114920 h 1114920"/>
              <a:gd name="csX7719" fmla="*/ 1329599 w 1722333"/>
              <a:gd name="csY7719" fmla="*/ 1114920 h 1114920"/>
              <a:gd name="csX7720" fmla="*/ 1329769 w 1722333"/>
              <a:gd name="csY7720" fmla="*/ 1114920 h 1114920"/>
              <a:gd name="csX7721" fmla="*/ 1329946 w 1722333"/>
              <a:gd name="csY7721" fmla="*/ 1114920 h 1114920"/>
              <a:gd name="csX7722" fmla="*/ 1330115 w 1722333"/>
              <a:gd name="csY7722" fmla="*/ 1114920 h 1114920"/>
              <a:gd name="csX7723" fmla="*/ 1330284 w 1722333"/>
              <a:gd name="csY7723" fmla="*/ 1114920 h 1114920"/>
              <a:gd name="csX7724" fmla="*/ 1330462 w 1722333"/>
              <a:gd name="csY7724" fmla="*/ 1114920 h 1114920"/>
              <a:gd name="csX7725" fmla="*/ 1330631 w 1722333"/>
              <a:gd name="csY7725" fmla="*/ 1114920 h 1114920"/>
              <a:gd name="csX7726" fmla="*/ 1330809 w 1722333"/>
              <a:gd name="csY7726" fmla="*/ 1114920 h 1114920"/>
              <a:gd name="csX7727" fmla="*/ 1330978 w 1722333"/>
              <a:gd name="csY7727" fmla="*/ 1114920 h 1114920"/>
              <a:gd name="csX7728" fmla="*/ 1331147 w 1722333"/>
              <a:gd name="csY7728" fmla="*/ 1114920 h 1114920"/>
              <a:gd name="csX7729" fmla="*/ 1331325 w 1722333"/>
              <a:gd name="csY7729" fmla="*/ 1114920 h 1114920"/>
              <a:gd name="csX7730" fmla="*/ 1331494 w 1722333"/>
              <a:gd name="csY7730" fmla="*/ 1114920 h 1114920"/>
              <a:gd name="csX7731" fmla="*/ 1331663 w 1722333"/>
              <a:gd name="csY7731" fmla="*/ 1114920 h 1114920"/>
              <a:gd name="csX7732" fmla="*/ 1331841 w 1722333"/>
              <a:gd name="csY7732" fmla="*/ 1114920 h 1114920"/>
              <a:gd name="csX7733" fmla="*/ 1332010 w 1722333"/>
              <a:gd name="csY7733" fmla="*/ 1114920 h 1114920"/>
              <a:gd name="csX7734" fmla="*/ 1332179 w 1722333"/>
              <a:gd name="csY7734" fmla="*/ 1114920 h 1114920"/>
              <a:gd name="csX7735" fmla="*/ 1332357 w 1722333"/>
              <a:gd name="csY7735" fmla="*/ 1114920 h 1114920"/>
              <a:gd name="csX7736" fmla="*/ 1332526 w 1722333"/>
              <a:gd name="csY7736" fmla="*/ 1114920 h 1114920"/>
              <a:gd name="csX7737" fmla="*/ 1332704 w 1722333"/>
              <a:gd name="csY7737" fmla="*/ 1114920 h 1114920"/>
              <a:gd name="csX7738" fmla="*/ 1332873 w 1722333"/>
              <a:gd name="csY7738" fmla="*/ 1114920 h 1114920"/>
              <a:gd name="csX7739" fmla="*/ 1333042 w 1722333"/>
              <a:gd name="csY7739" fmla="*/ 1114920 h 1114920"/>
              <a:gd name="csX7740" fmla="*/ 1333220 w 1722333"/>
              <a:gd name="csY7740" fmla="*/ 1114920 h 1114920"/>
              <a:gd name="csX7741" fmla="*/ 1333389 w 1722333"/>
              <a:gd name="csY7741" fmla="*/ 1114920 h 1114920"/>
              <a:gd name="csX7742" fmla="*/ 1333558 w 1722333"/>
              <a:gd name="csY7742" fmla="*/ 1114920 h 1114920"/>
              <a:gd name="csX7743" fmla="*/ 1333736 w 1722333"/>
              <a:gd name="csY7743" fmla="*/ 1114920 h 1114920"/>
              <a:gd name="csX7744" fmla="*/ 1333905 w 1722333"/>
              <a:gd name="csY7744" fmla="*/ 1114920 h 1114920"/>
              <a:gd name="csX7745" fmla="*/ 1334074 w 1722333"/>
              <a:gd name="csY7745" fmla="*/ 1114920 h 1114920"/>
              <a:gd name="csX7746" fmla="*/ 1334252 w 1722333"/>
              <a:gd name="csY7746" fmla="*/ 1114920 h 1114920"/>
              <a:gd name="csX7747" fmla="*/ 1334421 w 1722333"/>
              <a:gd name="csY7747" fmla="*/ 1114920 h 1114920"/>
              <a:gd name="csX7748" fmla="*/ 1334599 w 1722333"/>
              <a:gd name="csY7748" fmla="*/ 1114920 h 1114920"/>
              <a:gd name="csX7749" fmla="*/ 1334768 w 1722333"/>
              <a:gd name="csY7749" fmla="*/ 1114920 h 1114920"/>
              <a:gd name="csX7750" fmla="*/ 1334937 w 1722333"/>
              <a:gd name="csY7750" fmla="*/ 1114920 h 1114920"/>
              <a:gd name="csX7751" fmla="*/ 1335115 w 1722333"/>
              <a:gd name="csY7751" fmla="*/ 1114920 h 1114920"/>
              <a:gd name="csX7752" fmla="*/ 1335284 w 1722333"/>
              <a:gd name="csY7752" fmla="*/ 1114920 h 1114920"/>
              <a:gd name="csX7753" fmla="*/ 1335453 w 1722333"/>
              <a:gd name="csY7753" fmla="*/ 1114920 h 1114920"/>
              <a:gd name="csX7754" fmla="*/ 1335631 w 1722333"/>
              <a:gd name="csY7754" fmla="*/ 1114920 h 1114920"/>
              <a:gd name="csX7755" fmla="*/ 1335800 w 1722333"/>
              <a:gd name="csY7755" fmla="*/ 1114920 h 1114920"/>
              <a:gd name="csX7756" fmla="*/ 1335969 w 1722333"/>
              <a:gd name="csY7756" fmla="*/ 1114920 h 1114920"/>
              <a:gd name="csX7757" fmla="*/ 1336147 w 1722333"/>
              <a:gd name="csY7757" fmla="*/ 1114920 h 1114920"/>
              <a:gd name="csX7758" fmla="*/ 1336316 w 1722333"/>
              <a:gd name="csY7758" fmla="*/ 1114920 h 1114920"/>
              <a:gd name="csX7759" fmla="*/ 1336485 w 1722333"/>
              <a:gd name="csY7759" fmla="*/ 1114920 h 1114920"/>
              <a:gd name="csX7760" fmla="*/ 1336663 w 1722333"/>
              <a:gd name="csY7760" fmla="*/ 1114920 h 1114920"/>
              <a:gd name="csX7761" fmla="*/ 1336832 w 1722333"/>
              <a:gd name="csY7761" fmla="*/ 1114920 h 1114920"/>
              <a:gd name="csX7762" fmla="*/ 1337010 w 1722333"/>
              <a:gd name="csY7762" fmla="*/ 1114920 h 1114920"/>
              <a:gd name="csX7763" fmla="*/ 1337179 w 1722333"/>
              <a:gd name="csY7763" fmla="*/ 1114920 h 1114920"/>
              <a:gd name="csX7764" fmla="*/ 1337348 w 1722333"/>
              <a:gd name="csY7764" fmla="*/ 1114920 h 1114920"/>
              <a:gd name="csX7765" fmla="*/ 1337526 w 1722333"/>
              <a:gd name="csY7765" fmla="*/ 1114920 h 1114920"/>
              <a:gd name="csX7766" fmla="*/ 1337695 w 1722333"/>
              <a:gd name="csY7766" fmla="*/ 1114920 h 1114920"/>
              <a:gd name="csX7767" fmla="*/ 1337864 w 1722333"/>
              <a:gd name="csY7767" fmla="*/ 1114920 h 1114920"/>
              <a:gd name="csX7768" fmla="*/ 1338042 w 1722333"/>
              <a:gd name="csY7768" fmla="*/ 1114920 h 1114920"/>
              <a:gd name="csX7769" fmla="*/ 1338211 w 1722333"/>
              <a:gd name="csY7769" fmla="*/ 1114920 h 1114920"/>
              <a:gd name="csX7770" fmla="*/ 1338380 w 1722333"/>
              <a:gd name="csY7770" fmla="*/ 1114920 h 1114920"/>
              <a:gd name="csX7771" fmla="*/ 1338558 w 1722333"/>
              <a:gd name="csY7771" fmla="*/ 1114920 h 1114920"/>
              <a:gd name="csX7772" fmla="*/ 1338727 w 1722333"/>
              <a:gd name="csY7772" fmla="*/ 1114920 h 1114920"/>
              <a:gd name="csX7773" fmla="*/ 1338905 w 1722333"/>
              <a:gd name="csY7773" fmla="*/ 1114920 h 1114920"/>
              <a:gd name="csX7774" fmla="*/ 1339074 w 1722333"/>
              <a:gd name="csY7774" fmla="*/ 1114920 h 1114920"/>
              <a:gd name="csX7775" fmla="*/ 1339243 w 1722333"/>
              <a:gd name="csY7775" fmla="*/ 1114920 h 1114920"/>
              <a:gd name="csX7776" fmla="*/ 1339421 w 1722333"/>
              <a:gd name="csY7776" fmla="*/ 1114920 h 1114920"/>
              <a:gd name="csX7777" fmla="*/ 1339590 w 1722333"/>
              <a:gd name="csY7777" fmla="*/ 1114920 h 1114920"/>
              <a:gd name="csX7778" fmla="*/ 1339759 w 1722333"/>
              <a:gd name="csY7778" fmla="*/ 1114920 h 1114920"/>
              <a:gd name="csX7779" fmla="*/ 1339937 w 1722333"/>
              <a:gd name="csY7779" fmla="*/ 1114920 h 1114920"/>
              <a:gd name="csX7780" fmla="*/ 1340106 w 1722333"/>
              <a:gd name="csY7780" fmla="*/ 1114920 h 1114920"/>
              <a:gd name="csX7781" fmla="*/ 1340275 w 1722333"/>
              <a:gd name="csY7781" fmla="*/ 1114920 h 1114920"/>
              <a:gd name="csX7782" fmla="*/ 1340453 w 1722333"/>
              <a:gd name="csY7782" fmla="*/ 1114920 h 1114920"/>
              <a:gd name="csX7783" fmla="*/ 1340622 w 1722333"/>
              <a:gd name="csY7783" fmla="*/ 1114920 h 1114920"/>
              <a:gd name="csX7784" fmla="*/ 1340800 w 1722333"/>
              <a:gd name="csY7784" fmla="*/ 1114920 h 1114920"/>
              <a:gd name="csX7785" fmla="*/ 1340969 w 1722333"/>
              <a:gd name="csY7785" fmla="*/ 1114920 h 1114920"/>
              <a:gd name="csX7786" fmla="*/ 1341138 w 1722333"/>
              <a:gd name="csY7786" fmla="*/ 1114920 h 1114920"/>
              <a:gd name="csX7787" fmla="*/ 1341316 w 1722333"/>
              <a:gd name="csY7787" fmla="*/ 1114920 h 1114920"/>
              <a:gd name="csX7788" fmla="*/ 1341485 w 1722333"/>
              <a:gd name="csY7788" fmla="*/ 1114920 h 1114920"/>
              <a:gd name="csX7789" fmla="*/ 1341654 w 1722333"/>
              <a:gd name="csY7789" fmla="*/ 1114920 h 1114920"/>
              <a:gd name="csX7790" fmla="*/ 1341832 w 1722333"/>
              <a:gd name="csY7790" fmla="*/ 1114920 h 1114920"/>
              <a:gd name="csX7791" fmla="*/ 1342001 w 1722333"/>
              <a:gd name="csY7791" fmla="*/ 1114920 h 1114920"/>
              <a:gd name="csX7792" fmla="*/ 1342170 w 1722333"/>
              <a:gd name="csY7792" fmla="*/ 1114920 h 1114920"/>
              <a:gd name="csX7793" fmla="*/ 1342348 w 1722333"/>
              <a:gd name="csY7793" fmla="*/ 1114920 h 1114920"/>
              <a:gd name="csX7794" fmla="*/ 1342517 w 1722333"/>
              <a:gd name="csY7794" fmla="*/ 1114920 h 1114920"/>
              <a:gd name="csX7795" fmla="*/ 1342695 w 1722333"/>
              <a:gd name="csY7795" fmla="*/ 1114920 h 1114920"/>
              <a:gd name="csX7796" fmla="*/ 1342864 w 1722333"/>
              <a:gd name="csY7796" fmla="*/ 1114920 h 1114920"/>
              <a:gd name="csX7797" fmla="*/ 1343033 w 1722333"/>
              <a:gd name="csY7797" fmla="*/ 1114920 h 1114920"/>
              <a:gd name="csX7798" fmla="*/ 1343211 w 1722333"/>
              <a:gd name="csY7798" fmla="*/ 1114920 h 1114920"/>
              <a:gd name="csX7799" fmla="*/ 1343380 w 1722333"/>
              <a:gd name="csY7799" fmla="*/ 1114920 h 1114920"/>
              <a:gd name="csX7800" fmla="*/ 1343549 w 1722333"/>
              <a:gd name="csY7800" fmla="*/ 1114920 h 1114920"/>
              <a:gd name="csX7801" fmla="*/ 1343727 w 1722333"/>
              <a:gd name="csY7801" fmla="*/ 1114920 h 1114920"/>
              <a:gd name="csX7802" fmla="*/ 1343896 w 1722333"/>
              <a:gd name="csY7802" fmla="*/ 1114920 h 1114920"/>
              <a:gd name="csX7803" fmla="*/ 1344065 w 1722333"/>
              <a:gd name="csY7803" fmla="*/ 1114920 h 1114920"/>
              <a:gd name="csX7804" fmla="*/ 1344243 w 1722333"/>
              <a:gd name="csY7804" fmla="*/ 1114920 h 1114920"/>
              <a:gd name="csX7805" fmla="*/ 1344412 w 1722333"/>
              <a:gd name="csY7805" fmla="*/ 1114920 h 1114920"/>
              <a:gd name="csX7806" fmla="*/ 1344581 w 1722333"/>
              <a:gd name="csY7806" fmla="*/ 1114920 h 1114920"/>
              <a:gd name="csX7807" fmla="*/ 1344759 w 1722333"/>
              <a:gd name="csY7807" fmla="*/ 1114920 h 1114920"/>
              <a:gd name="csX7808" fmla="*/ 1344928 w 1722333"/>
              <a:gd name="csY7808" fmla="*/ 1114920 h 1114920"/>
              <a:gd name="csX7809" fmla="*/ 1345106 w 1722333"/>
              <a:gd name="csY7809" fmla="*/ 1114920 h 1114920"/>
              <a:gd name="csX7810" fmla="*/ 1345275 w 1722333"/>
              <a:gd name="csY7810" fmla="*/ 1114920 h 1114920"/>
              <a:gd name="csX7811" fmla="*/ 1345444 w 1722333"/>
              <a:gd name="csY7811" fmla="*/ 1114920 h 1114920"/>
              <a:gd name="csX7812" fmla="*/ 1345622 w 1722333"/>
              <a:gd name="csY7812" fmla="*/ 1114920 h 1114920"/>
              <a:gd name="csX7813" fmla="*/ 1345791 w 1722333"/>
              <a:gd name="csY7813" fmla="*/ 1114920 h 1114920"/>
              <a:gd name="csX7814" fmla="*/ 1345960 w 1722333"/>
              <a:gd name="csY7814" fmla="*/ 1114920 h 1114920"/>
              <a:gd name="csX7815" fmla="*/ 1346138 w 1722333"/>
              <a:gd name="csY7815" fmla="*/ 1114920 h 1114920"/>
              <a:gd name="csX7816" fmla="*/ 1346307 w 1722333"/>
              <a:gd name="csY7816" fmla="*/ 1114920 h 1114920"/>
              <a:gd name="csX7817" fmla="*/ 1346476 w 1722333"/>
              <a:gd name="csY7817" fmla="*/ 1114920 h 1114920"/>
              <a:gd name="csX7818" fmla="*/ 1346654 w 1722333"/>
              <a:gd name="csY7818" fmla="*/ 1114920 h 1114920"/>
              <a:gd name="csX7819" fmla="*/ 1346823 w 1722333"/>
              <a:gd name="csY7819" fmla="*/ 1114920 h 1114920"/>
              <a:gd name="csX7820" fmla="*/ 1347001 w 1722333"/>
              <a:gd name="csY7820" fmla="*/ 1114920 h 1114920"/>
              <a:gd name="csX7821" fmla="*/ 1347170 w 1722333"/>
              <a:gd name="csY7821" fmla="*/ 1114920 h 1114920"/>
              <a:gd name="csX7822" fmla="*/ 1347339 w 1722333"/>
              <a:gd name="csY7822" fmla="*/ 1114920 h 1114920"/>
              <a:gd name="csX7823" fmla="*/ 1347517 w 1722333"/>
              <a:gd name="csY7823" fmla="*/ 1114920 h 1114920"/>
              <a:gd name="csX7824" fmla="*/ 1347686 w 1722333"/>
              <a:gd name="csY7824" fmla="*/ 1114920 h 1114920"/>
              <a:gd name="csX7825" fmla="*/ 1347855 w 1722333"/>
              <a:gd name="csY7825" fmla="*/ 1114920 h 1114920"/>
              <a:gd name="csX7826" fmla="*/ 1348033 w 1722333"/>
              <a:gd name="csY7826" fmla="*/ 1114920 h 1114920"/>
              <a:gd name="csX7827" fmla="*/ 1348202 w 1722333"/>
              <a:gd name="csY7827" fmla="*/ 1114920 h 1114920"/>
              <a:gd name="csX7828" fmla="*/ 1348371 w 1722333"/>
              <a:gd name="csY7828" fmla="*/ 1114920 h 1114920"/>
              <a:gd name="csX7829" fmla="*/ 1348549 w 1722333"/>
              <a:gd name="csY7829" fmla="*/ 1114920 h 1114920"/>
              <a:gd name="csX7830" fmla="*/ 1348718 w 1722333"/>
              <a:gd name="csY7830" fmla="*/ 1114920 h 1114920"/>
              <a:gd name="csX7831" fmla="*/ 1348896 w 1722333"/>
              <a:gd name="csY7831" fmla="*/ 1114920 h 1114920"/>
              <a:gd name="csX7832" fmla="*/ 1349065 w 1722333"/>
              <a:gd name="csY7832" fmla="*/ 1114920 h 1114920"/>
              <a:gd name="csX7833" fmla="*/ 1349234 w 1722333"/>
              <a:gd name="csY7833" fmla="*/ 1114920 h 1114920"/>
              <a:gd name="csX7834" fmla="*/ 1349412 w 1722333"/>
              <a:gd name="csY7834" fmla="*/ 1114920 h 1114920"/>
              <a:gd name="csX7835" fmla="*/ 1349581 w 1722333"/>
              <a:gd name="csY7835" fmla="*/ 1114920 h 1114920"/>
              <a:gd name="csX7836" fmla="*/ 1349750 w 1722333"/>
              <a:gd name="csY7836" fmla="*/ 1114920 h 1114920"/>
              <a:gd name="csX7837" fmla="*/ 1349928 w 1722333"/>
              <a:gd name="csY7837" fmla="*/ 1114920 h 1114920"/>
              <a:gd name="csX7838" fmla="*/ 1350097 w 1722333"/>
              <a:gd name="csY7838" fmla="*/ 1114920 h 1114920"/>
              <a:gd name="csX7839" fmla="*/ 1350266 w 1722333"/>
              <a:gd name="csY7839" fmla="*/ 1114920 h 1114920"/>
              <a:gd name="csX7840" fmla="*/ 1350444 w 1722333"/>
              <a:gd name="csY7840" fmla="*/ 1114920 h 1114920"/>
              <a:gd name="csX7841" fmla="*/ 1350613 w 1722333"/>
              <a:gd name="csY7841" fmla="*/ 1114920 h 1114920"/>
              <a:gd name="csX7842" fmla="*/ 1350791 w 1722333"/>
              <a:gd name="csY7842" fmla="*/ 1114920 h 1114920"/>
              <a:gd name="csX7843" fmla="*/ 1350960 w 1722333"/>
              <a:gd name="csY7843" fmla="*/ 1114920 h 1114920"/>
              <a:gd name="csX7844" fmla="*/ 1351129 w 1722333"/>
              <a:gd name="csY7844" fmla="*/ 1114920 h 1114920"/>
              <a:gd name="csX7845" fmla="*/ 1351307 w 1722333"/>
              <a:gd name="csY7845" fmla="*/ 1114920 h 1114920"/>
              <a:gd name="csX7846" fmla="*/ 1351476 w 1722333"/>
              <a:gd name="csY7846" fmla="*/ 1114920 h 1114920"/>
              <a:gd name="csX7847" fmla="*/ 1351645 w 1722333"/>
              <a:gd name="csY7847" fmla="*/ 1114920 h 1114920"/>
              <a:gd name="csX7848" fmla="*/ 1351823 w 1722333"/>
              <a:gd name="csY7848" fmla="*/ 1114920 h 1114920"/>
              <a:gd name="csX7849" fmla="*/ 1351992 w 1722333"/>
              <a:gd name="csY7849" fmla="*/ 1114920 h 1114920"/>
              <a:gd name="csX7850" fmla="*/ 1352161 w 1722333"/>
              <a:gd name="csY7850" fmla="*/ 1114920 h 1114920"/>
              <a:gd name="csX7851" fmla="*/ 1352339 w 1722333"/>
              <a:gd name="csY7851" fmla="*/ 1114920 h 1114920"/>
              <a:gd name="csX7852" fmla="*/ 1352508 w 1722333"/>
              <a:gd name="csY7852" fmla="*/ 1114920 h 1114920"/>
              <a:gd name="csX7853" fmla="*/ 1352677 w 1722333"/>
              <a:gd name="csY7853" fmla="*/ 1114920 h 1114920"/>
              <a:gd name="csX7854" fmla="*/ 1352855 w 1722333"/>
              <a:gd name="csY7854" fmla="*/ 1114920 h 1114920"/>
              <a:gd name="csX7855" fmla="*/ 1353024 w 1722333"/>
              <a:gd name="csY7855" fmla="*/ 1114920 h 1114920"/>
              <a:gd name="csX7856" fmla="*/ 1353202 w 1722333"/>
              <a:gd name="csY7856" fmla="*/ 1114920 h 1114920"/>
              <a:gd name="csX7857" fmla="*/ 1353371 w 1722333"/>
              <a:gd name="csY7857" fmla="*/ 1114920 h 1114920"/>
              <a:gd name="csX7858" fmla="*/ 1353540 w 1722333"/>
              <a:gd name="csY7858" fmla="*/ 1114920 h 1114920"/>
              <a:gd name="csX7859" fmla="*/ 1353718 w 1722333"/>
              <a:gd name="csY7859" fmla="*/ 1114920 h 1114920"/>
              <a:gd name="csX7860" fmla="*/ 1353887 w 1722333"/>
              <a:gd name="csY7860" fmla="*/ 1114920 h 1114920"/>
              <a:gd name="csX7861" fmla="*/ 1354056 w 1722333"/>
              <a:gd name="csY7861" fmla="*/ 1114920 h 1114920"/>
              <a:gd name="csX7862" fmla="*/ 1354234 w 1722333"/>
              <a:gd name="csY7862" fmla="*/ 1114920 h 1114920"/>
              <a:gd name="csX7863" fmla="*/ 1354403 w 1722333"/>
              <a:gd name="csY7863" fmla="*/ 1114920 h 1114920"/>
              <a:gd name="csX7864" fmla="*/ 1354572 w 1722333"/>
              <a:gd name="csY7864" fmla="*/ 1114920 h 1114920"/>
              <a:gd name="csX7865" fmla="*/ 1354750 w 1722333"/>
              <a:gd name="csY7865" fmla="*/ 1114920 h 1114920"/>
              <a:gd name="csX7866" fmla="*/ 1354919 w 1722333"/>
              <a:gd name="csY7866" fmla="*/ 1114920 h 1114920"/>
              <a:gd name="csX7867" fmla="*/ 1355097 w 1722333"/>
              <a:gd name="csY7867" fmla="*/ 1114920 h 1114920"/>
              <a:gd name="csX7868" fmla="*/ 1355266 w 1722333"/>
              <a:gd name="csY7868" fmla="*/ 1114920 h 1114920"/>
              <a:gd name="csX7869" fmla="*/ 1355435 w 1722333"/>
              <a:gd name="csY7869" fmla="*/ 1114920 h 1114920"/>
              <a:gd name="csX7870" fmla="*/ 1355613 w 1722333"/>
              <a:gd name="csY7870" fmla="*/ 1114920 h 1114920"/>
              <a:gd name="csX7871" fmla="*/ 1355782 w 1722333"/>
              <a:gd name="csY7871" fmla="*/ 1114920 h 1114920"/>
              <a:gd name="csX7872" fmla="*/ 1355951 w 1722333"/>
              <a:gd name="csY7872" fmla="*/ 1114920 h 1114920"/>
              <a:gd name="csX7873" fmla="*/ 1356129 w 1722333"/>
              <a:gd name="csY7873" fmla="*/ 1114920 h 1114920"/>
              <a:gd name="csX7874" fmla="*/ 1356298 w 1722333"/>
              <a:gd name="csY7874" fmla="*/ 1114920 h 1114920"/>
              <a:gd name="csX7875" fmla="*/ 1356467 w 1722333"/>
              <a:gd name="csY7875" fmla="*/ 1114920 h 1114920"/>
              <a:gd name="csX7876" fmla="*/ 1356645 w 1722333"/>
              <a:gd name="csY7876" fmla="*/ 1114920 h 1114920"/>
              <a:gd name="csX7877" fmla="*/ 1356814 w 1722333"/>
              <a:gd name="csY7877" fmla="*/ 1114920 h 1114920"/>
              <a:gd name="csX7878" fmla="*/ 1356992 w 1722333"/>
              <a:gd name="csY7878" fmla="*/ 1114920 h 1114920"/>
              <a:gd name="csX7879" fmla="*/ 1357161 w 1722333"/>
              <a:gd name="csY7879" fmla="*/ 1114920 h 1114920"/>
              <a:gd name="csX7880" fmla="*/ 1357330 w 1722333"/>
              <a:gd name="csY7880" fmla="*/ 1114920 h 1114920"/>
              <a:gd name="csX7881" fmla="*/ 1357508 w 1722333"/>
              <a:gd name="csY7881" fmla="*/ 1114920 h 1114920"/>
              <a:gd name="csX7882" fmla="*/ 1357677 w 1722333"/>
              <a:gd name="csY7882" fmla="*/ 1114920 h 1114920"/>
              <a:gd name="csX7883" fmla="*/ 1357846 w 1722333"/>
              <a:gd name="csY7883" fmla="*/ 1114920 h 1114920"/>
              <a:gd name="csX7884" fmla="*/ 1358024 w 1722333"/>
              <a:gd name="csY7884" fmla="*/ 1114920 h 1114920"/>
              <a:gd name="csX7885" fmla="*/ 1358193 w 1722333"/>
              <a:gd name="csY7885" fmla="*/ 1114920 h 1114920"/>
              <a:gd name="csX7886" fmla="*/ 1358362 w 1722333"/>
              <a:gd name="csY7886" fmla="*/ 1114920 h 1114920"/>
              <a:gd name="csX7887" fmla="*/ 1358540 w 1722333"/>
              <a:gd name="csY7887" fmla="*/ 1114920 h 1114920"/>
              <a:gd name="csX7888" fmla="*/ 1358709 w 1722333"/>
              <a:gd name="csY7888" fmla="*/ 1114920 h 1114920"/>
              <a:gd name="csX7889" fmla="*/ 1358887 w 1722333"/>
              <a:gd name="csY7889" fmla="*/ 1114920 h 1114920"/>
              <a:gd name="csX7890" fmla="*/ 1359056 w 1722333"/>
              <a:gd name="csY7890" fmla="*/ 1114920 h 1114920"/>
              <a:gd name="csX7891" fmla="*/ 1359225 w 1722333"/>
              <a:gd name="csY7891" fmla="*/ 1114920 h 1114920"/>
              <a:gd name="csX7892" fmla="*/ 1359403 w 1722333"/>
              <a:gd name="csY7892" fmla="*/ 1114920 h 1114920"/>
              <a:gd name="csX7893" fmla="*/ 1359572 w 1722333"/>
              <a:gd name="csY7893" fmla="*/ 1114920 h 1114920"/>
              <a:gd name="csX7894" fmla="*/ 1359741 w 1722333"/>
              <a:gd name="csY7894" fmla="*/ 1114920 h 1114920"/>
              <a:gd name="csX7895" fmla="*/ 1359919 w 1722333"/>
              <a:gd name="csY7895" fmla="*/ 1114920 h 1114920"/>
              <a:gd name="csX7896" fmla="*/ 1360088 w 1722333"/>
              <a:gd name="csY7896" fmla="*/ 1114920 h 1114920"/>
              <a:gd name="csX7897" fmla="*/ 1360257 w 1722333"/>
              <a:gd name="csY7897" fmla="*/ 1114920 h 1114920"/>
              <a:gd name="csX7898" fmla="*/ 1360435 w 1722333"/>
              <a:gd name="csY7898" fmla="*/ 1114920 h 1114920"/>
              <a:gd name="csX7899" fmla="*/ 1360604 w 1722333"/>
              <a:gd name="csY7899" fmla="*/ 1114920 h 1114920"/>
              <a:gd name="csX7900" fmla="*/ 1360773 w 1722333"/>
              <a:gd name="csY7900" fmla="*/ 1114920 h 1114920"/>
              <a:gd name="csX7901" fmla="*/ 1360950 w 1722333"/>
              <a:gd name="csY7901" fmla="*/ 1114920 h 1114920"/>
              <a:gd name="csX7902" fmla="*/ 1361120 w 1722333"/>
              <a:gd name="csY7902" fmla="*/ 1114920 h 1114920"/>
              <a:gd name="csX7903" fmla="*/ 1361297 w 1722333"/>
              <a:gd name="csY7903" fmla="*/ 1114920 h 1114920"/>
              <a:gd name="csX7904" fmla="*/ 1361467 w 1722333"/>
              <a:gd name="csY7904" fmla="*/ 1114920 h 1114920"/>
              <a:gd name="csX7905" fmla="*/ 1361636 w 1722333"/>
              <a:gd name="csY7905" fmla="*/ 1114920 h 1114920"/>
              <a:gd name="csX7906" fmla="*/ 1361813 w 1722333"/>
              <a:gd name="csY7906" fmla="*/ 1114920 h 1114920"/>
              <a:gd name="csX7907" fmla="*/ 1361983 w 1722333"/>
              <a:gd name="csY7907" fmla="*/ 1114920 h 1114920"/>
              <a:gd name="csX7908" fmla="*/ 1362151 w 1722333"/>
              <a:gd name="csY7908" fmla="*/ 1114920 h 1114920"/>
              <a:gd name="csX7909" fmla="*/ 1362329 w 1722333"/>
              <a:gd name="csY7909" fmla="*/ 1114920 h 1114920"/>
              <a:gd name="csX7910" fmla="*/ 1362498 w 1722333"/>
              <a:gd name="csY7910" fmla="*/ 1114920 h 1114920"/>
              <a:gd name="csX7911" fmla="*/ 1362668 w 1722333"/>
              <a:gd name="csY7911" fmla="*/ 1114920 h 1114920"/>
              <a:gd name="csX7912" fmla="*/ 1362845 w 1722333"/>
              <a:gd name="csY7912" fmla="*/ 1114920 h 1114920"/>
              <a:gd name="csX7913" fmla="*/ 1363015 w 1722333"/>
              <a:gd name="csY7913" fmla="*/ 1114920 h 1114920"/>
              <a:gd name="csX7914" fmla="*/ 1363192 w 1722333"/>
              <a:gd name="csY7914" fmla="*/ 1114920 h 1114920"/>
              <a:gd name="csX7915" fmla="*/ 1363362 w 1722333"/>
              <a:gd name="csY7915" fmla="*/ 1114920 h 1114920"/>
              <a:gd name="csX7916" fmla="*/ 1363530 w 1722333"/>
              <a:gd name="csY7916" fmla="*/ 1114920 h 1114920"/>
              <a:gd name="csX7917" fmla="*/ 1363708 w 1722333"/>
              <a:gd name="csY7917" fmla="*/ 1114920 h 1114920"/>
              <a:gd name="csX7918" fmla="*/ 1363877 w 1722333"/>
              <a:gd name="csY7918" fmla="*/ 1114920 h 1114920"/>
              <a:gd name="csX7919" fmla="*/ 1364046 w 1722333"/>
              <a:gd name="csY7919" fmla="*/ 1114920 h 1114920"/>
              <a:gd name="csX7920" fmla="*/ 1364224 w 1722333"/>
              <a:gd name="csY7920" fmla="*/ 1114920 h 1114920"/>
              <a:gd name="csX7921" fmla="*/ 1364393 w 1722333"/>
              <a:gd name="csY7921" fmla="*/ 1114920 h 1114920"/>
              <a:gd name="csX7922" fmla="*/ 1364563 w 1722333"/>
              <a:gd name="csY7922" fmla="*/ 1114920 h 1114920"/>
              <a:gd name="csX7923" fmla="*/ 1364740 w 1722333"/>
              <a:gd name="csY7923" fmla="*/ 1114920 h 1114920"/>
              <a:gd name="csX7924" fmla="*/ 1364909 w 1722333"/>
              <a:gd name="csY7924" fmla="*/ 1114920 h 1114920"/>
              <a:gd name="csX7925" fmla="*/ 1365087 w 1722333"/>
              <a:gd name="csY7925" fmla="*/ 1114920 h 1114920"/>
              <a:gd name="csX7926" fmla="*/ 1365256 w 1722333"/>
              <a:gd name="csY7926" fmla="*/ 1114920 h 1114920"/>
              <a:gd name="csX7927" fmla="*/ 1365425 w 1722333"/>
              <a:gd name="csY7927" fmla="*/ 1114920 h 1114920"/>
              <a:gd name="csX7928" fmla="*/ 1365603 w 1722333"/>
              <a:gd name="csY7928" fmla="*/ 1114920 h 1114920"/>
              <a:gd name="csX7929" fmla="*/ 1365772 w 1722333"/>
              <a:gd name="csY7929" fmla="*/ 1114920 h 1114920"/>
              <a:gd name="csX7930" fmla="*/ 1365941 w 1722333"/>
              <a:gd name="csY7930" fmla="*/ 1114920 h 1114920"/>
              <a:gd name="csX7931" fmla="*/ 1366119 w 1722333"/>
              <a:gd name="csY7931" fmla="*/ 1114920 h 1114920"/>
              <a:gd name="csX7932" fmla="*/ 1366288 w 1722333"/>
              <a:gd name="csY7932" fmla="*/ 1114920 h 1114920"/>
              <a:gd name="csX7933" fmla="*/ 1366457 w 1722333"/>
              <a:gd name="csY7933" fmla="*/ 1114920 h 1114920"/>
              <a:gd name="csX7934" fmla="*/ 1366635 w 1722333"/>
              <a:gd name="csY7934" fmla="*/ 1114920 h 1114920"/>
              <a:gd name="csX7935" fmla="*/ 1366804 w 1722333"/>
              <a:gd name="csY7935" fmla="*/ 1114920 h 1114920"/>
              <a:gd name="csX7936" fmla="*/ 1366982 w 1722333"/>
              <a:gd name="csY7936" fmla="*/ 1114920 h 1114920"/>
              <a:gd name="csX7937" fmla="*/ 1367151 w 1722333"/>
              <a:gd name="csY7937" fmla="*/ 1114920 h 1114920"/>
              <a:gd name="csX7938" fmla="*/ 1367320 w 1722333"/>
              <a:gd name="csY7938" fmla="*/ 1114920 h 1114920"/>
              <a:gd name="csX7939" fmla="*/ 1367498 w 1722333"/>
              <a:gd name="csY7939" fmla="*/ 1114920 h 1114920"/>
              <a:gd name="csX7940" fmla="*/ 1367667 w 1722333"/>
              <a:gd name="csY7940" fmla="*/ 1114920 h 1114920"/>
              <a:gd name="csX7941" fmla="*/ 1367836 w 1722333"/>
              <a:gd name="csY7941" fmla="*/ 1114920 h 1114920"/>
              <a:gd name="csX7942" fmla="*/ 1368014 w 1722333"/>
              <a:gd name="csY7942" fmla="*/ 1114920 h 1114920"/>
              <a:gd name="csX7943" fmla="*/ 1368183 w 1722333"/>
              <a:gd name="csY7943" fmla="*/ 1114920 h 1114920"/>
              <a:gd name="csX7944" fmla="*/ 1368352 w 1722333"/>
              <a:gd name="csY7944" fmla="*/ 1114920 h 1114920"/>
              <a:gd name="csX7945" fmla="*/ 1368530 w 1722333"/>
              <a:gd name="csY7945" fmla="*/ 1114920 h 1114920"/>
              <a:gd name="csX7946" fmla="*/ 1368699 w 1722333"/>
              <a:gd name="csY7946" fmla="*/ 1114920 h 1114920"/>
              <a:gd name="csX7947" fmla="*/ 1368868 w 1722333"/>
              <a:gd name="csY7947" fmla="*/ 1114920 h 1114920"/>
              <a:gd name="csX7948" fmla="*/ 1369046 w 1722333"/>
              <a:gd name="csY7948" fmla="*/ 1114920 h 1114920"/>
              <a:gd name="csX7949" fmla="*/ 1369215 w 1722333"/>
              <a:gd name="csY7949" fmla="*/ 1114920 h 1114920"/>
              <a:gd name="csX7950" fmla="*/ 1369393 w 1722333"/>
              <a:gd name="csY7950" fmla="*/ 1114920 h 1114920"/>
              <a:gd name="csX7951" fmla="*/ 1369562 w 1722333"/>
              <a:gd name="csY7951" fmla="*/ 1114920 h 1114920"/>
              <a:gd name="csX7952" fmla="*/ 1369731 w 1722333"/>
              <a:gd name="csY7952" fmla="*/ 1114920 h 1114920"/>
              <a:gd name="csX7953" fmla="*/ 1369909 w 1722333"/>
              <a:gd name="csY7953" fmla="*/ 1114920 h 1114920"/>
              <a:gd name="csX7954" fmla="*/ 1370078 w 1722333"/>
              <a:gd name="csY7954" fmla="*/ 1114920 h 1114920"/>
              <a:gd name="csX7955" fmla="*/ 1370247 w 1722333"/>
              <a:gd name="csY7955" fmla="*/ 1114920 h 1114920"/>
              <a:gd name="csX7956" fmla="*/ 1370425 w 1722333"/>
              <a:gd name="csY7956" fmla="*/ 1114920 h 1114920"/>
              <a:gd name="csX7957" fmla="*/ 1370594 w 1722333"/>
              <a:gd name="csY7957" fmla="*/ 1114920 h 1114920"/>
              <a:gd name="csX7958" fmla="*/ 1370763 w 1722333"/>
              <a:gd name="csY7958" fmla="*/ 1114920 h 1114920"/>
              <a:gd name="csX7959" fmla="*/ 1370941 w 1722333"/>
              <a:gd name="csY7959" fmla="*/ 1114920 h 1114920"/>
              <a:gd name="csX7960" fmla="*/ 1371110 w 1722333"/>
              <a:gd name="csY7960" fmla="*/ 1114920 h 1114920"/>
              <a:gd name="csX7961" fmla="*/ 1371288 w 1722333"/>
              <a:gd name="csY7961" fmla="*/ 1114920 h 1114920"/>
              <a:gd name="csX7962" fmla="*/ 1371457 w 1722333"/>
              <a:gd name="csY7962" fmla="*/ 1114920 h 1114920"/>
              <a:gd name="csX7963" fmla="*/ 1371626 w 1722333"/>
              <a:gd name="csY7963" fmla="*/ 1114920 h 1114920"/>
              <a:gd name="csX7964" fmla="*/ 1371804 w 1722333"/>
              <a:gd name="csY7964" fmla="*/ 1114920 h 1114920"/>
              <a:gd name="csX7965" fmla="*/ 1371973 w 1722333"/>
              <a:gd name="csY7965" fmla="*/ 1114920 h 1114920"/>
              <a:gd name="csX7966" fmla="*/ 1372142 w 1722333"/>
              <a:gd name="csY7966" fmla="*/ 1114920 h 1114920"/>
              <a:gd name="csX7967" fmla="*/ 1372320 w 1722333"/>
              <a:gd name="csY7967" fmla="*/ 1114920 h 1114920"/>
              <a:gd name="csX7968" fmla="*/ 1372489 w 1722333"/>
              <a:gd name="csY7968" fmla="*/ 1114920 h 1114920"/>
              <a:gd name="csX7969" fmla="*/ 1372658 w 1722333"/>
              <a:gd name="csY7969" fmla="*/ 1114920 h 1114920"/>
              <a:gd name="csX7970" fmla="*/ 1372836 w 1722333"/>
              <a:gd name="csY7970" fmla="*/ 1114920 h 1114920"/>
              <a:gd name="csX7971" fmla="*/ 1373005 w 1722333"/>
              <a:gd name="csY7971" fmla="*/ 1114920 h 1114920"/>
              <a:gd name="csX7972" fmla="*/ 1373183 w 1722333"/>
              <a:gd name="csY7972" fmla="*/ 1114920 h 1114920"/>
              <a:gd name="csX7973" fmla="*/ 1373352 w 1722333"/>
              <a:gd name="csY7973" fmla="*/ 1114920 h 1114920"/>
              <a:gd name="csX7974" fmla="*/ 1373521 w 1722333"/>
              <a:gd name="csY7974" fmla="*/ 1114920 h 1114920"/>
              <a:gd name="csX7975" fmla="*/ 1373699 w 1722333"/>
              <a:gd name="csY7975" fmla="*/ 1114920 h 1114920"/>
              <a:gd name="csX7976" fmla="*/ 1373868 w 1722333"/>
              <a:gd name="csY7976" fmla="*/ 1114920 h 1114920"/>
              <a:gd name="csX7977" fmla="*/ 1374037 w 1722333"/>
              <a:gd name="csY7977" fmla="*/ 1114920 h 1114920"/>
              <a:gd name="csX7978" fmla="*/ 1374215 w 1722333"/>
              <a:gd name="csY7978" fmla="*/ 1114920 h 1114920"/>
              <a:gd name="csX7979" fmla="*/ 1374384 w 1722333"/>
              <a:gd name="csY7979" fmla="*/ 1114920 h 1114920"/>
              <a:gd name="csX7980" fmla="*/ 1374553 w 1722333"/>
              <a:gd name="csY7980" fmla="*/ 1114920 h 1114920"/>
              <a:gd name="csX7981" fmla="*/ 1374731 w 1722333"/>
              <a:gd name="csY7981" fmla="*/ 1114920 h 1114920"/>
              <a:gd name="csX7982" fmla="*/ 1374900 w 1722333"/>
              <a:gd name="csY7982" fmla="*/ 1114920 h 1114920"/>
              <a:gd name="csX7983" fmla="*/ 1375078 w 1722333"/>
              <a:gd name="csY7983" fmla="*/ 1114920 h 1114920"/>
              <a:gd name="csX7984" fmla="*/ 1375247 w 1722333"/>
              <a:gd name="csY7984" fmla="*/ 1114920 h 1114920"/>
              <a:gd name="csX7985" fmla="*/ 1375416 w 1722333"/>
              <a:gd name="csY7985" fmla="*/ 1114920 h 1114920"/>
              <a:gd name="csX7986" fmla="*/ 1375594 w 1722333"/>
              <a:gd name="csY7986" fmla="*/ 1114920 h 1114920"/>
              <a:gd name="csX7987" fmla="*/ 1375763 w 1722333"/>
              <a:gd name="csY7987" fmla="*/ 1114920 h 1114920"/>
              <a:gd name="csX7988" fmla="*/ 1375932 w 1722333"/>
              <a:gd name="csY7988" fmla="*/ 1114920 h 1114920"/>
              <a:gd name="csX7989" fmla="*/ 1376110 w 1722333"/>
              <a:gd name="csY7989" fmla="*/ 1114920 h 1114920"/>
              <a:gd name="csX7990" fmla="*/ 1376279 w 1722333"/>
              <a:gd name="csY7990" fmla="*/ 1114920 h 1114920"/>
              <a:gd name="csX7991" fmla="*/ 1376448 w 1722333"/>
              <a:gd name="csY7991" fmla="*/ 1114920 h 1114920"/>
              <a:gd name="csX7992" fmla="*/ 1376626 w 1722333"/>
              <a:gd name="csY7992" fmla="*/ 1114920 h 1114920"/>
              <a:gd name="csX7993" fmla="*/ 1376795 w 1722333"/>
              <a:gd name="csY7993" fmla="*/ 1114920 h 1114920"/>
              <a:gd name="csX7994" fmla="*/ 1376964 w 1722333"/>
              <a:gd name="csY7994" fmla="*/ 1114920 h 1114920"/>
              <a:gd name="csX7995" fmla="*/ 1377142 w 1722333"/>
              <a:gd name="csY7995" fmla="*/ 1114920 h 1114920"/>
              <a:gd name="csX7996" fmla="*/ 1377311 w 1722333"/>
              <a:gd name="csY7996" fmla="*/ 1114920 h 1114920"/>
              <a:gd name="csX7997" fmla="*/ 1377489 w 1722333"/>
              <a:gd name="csY7997" fmla="*/ 1114920 h 1114920"/>
              <a:gd name="csX7998" fmla="*/ 1377658 w 1722333"/>
              <a:gd name="csY7998" fmla="*/ 1114920 h 1114920"/>
              <a:gd name="csX7999" fmla="*/ 1377827 w 1722333"/>
              <a:gd name="csY7999" fmla="*/ 1114920 h 1114920"/>
              <a:gd name="csX8000" fmla="*/ 1378005 w 1722333"/>
              <a:gd name="csY8000" fmla="*/ 1114920 h 1114920"/>
              <a:gd name="csX8001" fmla="*/ 1378174 w 1722333"/>
              <a:gd name="csY8001" fmla="*/ 1114920 h 1114920"/>
              <a:gd name="csX8002" fmla="*/ 1378343 w 1722333"/>
              <a:gd name="csY8002" fmla="*/ 1114920 h 1114920"/>
              <a:gd name="csX8003" fmla="*/ 1378521 w 1722333"/>
              <a:gd name="csY8003" fmla="*/ 1114920 h 1114920"/>
              <a:gd name="csX8004" fmla="*/ 1378690 w 1722333"/>
              <a:gd name="csY8004" fmla="*/ 1114920 h 1114920"/>
              <a:gd name="csX8005" fmla="*/ 1378859 w 1722333"/>
              <a:gd name="csY8005" fmla="*/ 1114920 h 1114920"/>
              <a:gd name="csX8006" fmla="*/ 1379037 w 1722333"/>
              <a:gd name="csY8006" fmla="*/ 1114920 h 1114920"/>
              <a:gd name="csX8007" fmla="*/ 1379206 w 1722333"/>
              <a:gd name="csY8007" fmla="*/ 1114920 h 1114920"/>
              <a:gd name="csX8008" fmla="*/ 1379384 w 1722333"/>
              <a:gd name="csY8008" fmla="*/ 1114920 h 1114920"/>
              <a:gd name="csX8009" fmla="*/ 1379553 w 1722333"/>
              <a:gd name="csY8009" fmla="*/ 1114920 h 1114920"/>
              <a:gd name="csX8010" fmla="*/ 1379722 w 1722333"/>
              <a:gd name="csY8010" fmla="*/ 1114920 h 1114920"/>
              <a:gd name="csX8011" fmla="*/ 1379900 w 1722333"/>
              <a:gd name="csY8011" fmla="*/ 1114920 h 1114920"/>
              <a:gd name="csX8012" fmla="*/ 1380069 w 1722333"/>
              <a:gd name="csY8012" fmla="*/ 1114920 h 1114920"/>
              <a:gd name="csX8013" fmla="*/ 1380238 w 1722333"/>
              <a:gd name="csY8013" fmla="*/ 1114920 h 1114920"/>
              <a:gd name="csX8014" fmla="*/ 1380416 w 1722333"/>
              <a:gd name="csY8014" fmla="*/ 1114920 h 1114920"/>
              <a:gd name="csX8015" fmla="*/ 1380585 w 1722333"/>
              <a:gd name="csY8015" fmla="*/ 1114920 h 1114920"/>
              <a:gd name="csX8016" fmla="*/ 1380754 w 1722333"/>
              <a:gd name="csY8016" fmla="*/ 1114920 h 1114920"/>
              <a:gd name="csX8017" fmla="*/ 1380932 w 1722333"/>
              <a:gd name="csY8017" fmla="*/ 1114920 h 1114920"/>
              <a:gd name="csX8018" fmla="*/ 1381101 w 1722333"/>
              <a:gd name="csY8018" fmla="*/ 1114920 h 1114920"/>
              <a:gd name="csX8019" fmla="*/ 1381279 w 1722333"/>
              <a:gd name="csY8019" fmla="*/ 1114920 h 1114920"/>
              <a:gd name="csX8020" fmla="*/ 1381448 w 1722333"/>
              <a:gd name="csY8020" fmla="*/ 1114920 h 1114920"/>
              <a:gd name="csX8021" fmla="*/ 1381617 w 1722333"/>
              <a:gd name="csY8021" fmla="*/ 1114920 h 1114920"/>
              <a:gd name="csX8022" fmla="*/ 1381795 w 1722333"/>
              <a:gd name="csY8022" fmla="*/ 1114920 h 1114920"/>
              <a:gd name="csX8023" fmla="*/ 1381964 w 1722333"/>
              <a:gd name="csY8023" fmla="*/ 1114920 h 1114920"/>
              <a:gd name="csX8024" fmla="*/ 1382133 w 1722333"/>
              <a:gd name="csY8024" fmla="*/ 1114920 h 1114920"/>
              <a:gd name="csX8025" fmla="*/ 1382311 w 1722333"/>
              <a:gd name="csY8025" fmla="*/ 1114920 h 1114920"/>
              <a:gd name="csX8026" fmla="*/ 1382480 w 1722333"/>
              <a:gd name="csY8026" fmla="*/ 1114920 h 1114920"/>
              <a:gd name="csX8027" fmla="*/ 1382649 w 1722333"/>
              <a:gd name="csY8027" fmla="*/ 1114920 h 1114920"/>
              <a:gd name="csX8028" fmla="*/ 1382827 w 1722333"/>
              <a:gd name="csY8028" fmla="*/ 1114920 h 1114920"/>
              <a:gd name="csX8029" fmla="*/ 1382996 w 1722333"/>
              <a:gd name="csY8029" fmla="*/ 1114920 h 1114920"/>
              <a:gd name="csX8030" fmla="*/ 1383174 w 1722333"/>
              <a:gd name="csY8030" fmla="*/ 1114920 h 1114920"/>
              <a:gd name="csX8031" fmla="*/ 1383343 w 1722333"/>
              <a:gd name="csY8031" fmla="*/ 1114920 h 1114920"/>
              <a:gd name="csX8032" fmla="*/ 1383512 w 1722333"/>
              <a:gd name="csY8032" fmla="*/ 1114920 h 1114920"/>
              <a:gd name="csX8033" fmla="*/ 1383690 w 1722333"/>
              <a:gd name="csY8033" fmla="*/ 1114920 h 1114920"/>
              <a:gd name="csX8034" fmla="*/ 1383859 w 1722333"/>
              <a:gd name="csY8034" fmla="*/ 1114920 h 1114920"/>
              <a:gd name="csX8035" fmla="*/ 1384028 w 1722333"/>
              <a:gd name="csY8035" fmla="*/ 1114920 h 1114920"/>
              <a:gd name="csX8036" fmla="*/ 1384206 w 1722333"/>
              <a:gd name="csY8036" fmla="*/ 1114920 h 1114920"/>
              <a:gd name="csX8037" fmla="*/ 1384375 w 1722333"/>
              <a:gd name="csY8037" fmla="*/ 1114920 h 1114920"/>
              <a:gd name="csX8038" fmla="*/ 1384544 w 1722333"/>
              <a:gd name="csY8038" fmla="*/ 1114920 h 1114920"/>
              <a:gd name="csX8039" fmla="*/ 1384722 w 1722333"/>
              <a:gd name="csY8039" fmla="*/ 1114920 h 1114920"/>
              <a:gd name="csX8040" fmla="*/ 1384891 w 1722333"/>
              <a:gd name="csY8040" fmla="*/ 1114920 h 1114920"/>
              <a:gd name="csX8041" fmla="*/ 1385060 w 1722333"/>
              <a:gd name="csY8041" fmla="*/ 1114920 h 1114920"/>
              <a:gd name="csX8042" fmla="*/ 1385238 w 1722333"/>
              <a:gd name="csY8042" fmla="*/ 1114920 h 1114920"/>
              <a:gd name="csX8043" fmla="*/ 1385407 w 1722333"/>
              <a:gd name="csY8043" fmla="*/ 1114920 h 1114920"/>
              <a:gd name="csX8044" fmla="*/ 1385585 w 1722333"/>
              <a:gd name="csY8044" fmla="*/ 1114920 h 1114920"/>
              <a:gd name="csX8045" fmla="*/ 1385754 w 1722333"/>
              <a:gd name="csY8045" fmla="*/ 1114920 h 1114920"/>
              <a:gd name="csX8046" fmla="*/ 1385923 w 1722333"/>
              <a:gd name="csY8046" fmla="*/ 1114920 h 1114920"/>
              <a:gd name="csX8047" fmla="*/ 1386101 w 1722333"/>
              <a:gd name="csY8047" fmla="*/ 1114920 h 1114920"/>
              <a:gd name="csX8048" fmla="*/ 1386270 w 1722333"/>
              <a:gd name="csY8048" fmla="*/ 1114920 h 1114920"/>
              <a:gd name="csX8049" fmla="*/ 1386439 w 1722333"/>
              <a:gd name="csY8049" fmla="*/ 1114920 h 1114920"/>
              <a:gd name="csX8050" fmla="*/ 1386617 w 1722333"/>
              <a:gd name="csY8050" fmla="*/ 1114920 h 1114920"/>
              <a:gd name="csX8051" fmla="*/ 1386786 w 1722333"/>
              <a:gd name="csY8051" fmla="*/ 1114920 h 1114920"/>
              <a:gd name="csX8052" fmla="*/ 1386955 w 1722333"/>
              <a:gd name="csY8052" fmla="*/ 1114920 h 1114920"/>
              <a:gd name="csX8053" fmla="*/ 1387133 w 1722333"/>
              <a:gd name="csY8053" fmla="*/ 1114920 h 1114920"/>
              <a:gd name="csX8054" fmla="*/ 1387302 w 1722333"/>
              <a:gd name="csY8054" fmla="*/ 1114920 h 1114920"/>
              <a:gd name="csX8055" fmla="*/ 1387480 w 1722333"/>
              <a:gd name="csY8055" fmla="*/ 1114920 h 1114920"/>
              <a:gd name="csX8056" fmla="*/ 1387649 w 1722333"/>
              <a:gd name="csY8056" fmla="*/ 1114920 h 1114920"/>
              <a:gd name="csX8057" fmla="*/ 1387818 w 1722333"/>
              <a:gd name="csY8057" fmla="*/ 1114920 h 1114920"/>
              <a:gd name="csX8058" fmla="*/ 1387996 w 1722333"/>
              <a:gd name="csY8058" fmla="*/ 1114920 h 1114920"/>
              <a:gd name="csX8059" fmla="*/ 1388165 w 1722333"/>
              <a:gd name="csY8059" fmla="*/ 1114920 h 1114920"/>
              <a:gd name="csX8060" fmla="*/ 1388334 w 1722333"/>
              <a:gd name="csY8060" fmla="*/ 1114920 h 1114920"/>
              <a:gd name="csX8061" fmla="*/ 1388512 w 1722333"/>
              <a:gd name="csY8061" fmla="*/ 1114920 h 1114920"/>
              <a:gd name="csX8062" fmla="*/ 1388681 w 1722333"/>
              <a:gd name="csY8062" fmla="*/ 1114920 h 1114920"/>
              <a:gd name="csX8063" fmla="*/ 1388850 w 1722333"/>
              <a:gd name="csY8063" fmla="*/ 1114920 h 1114920"/>
              <a:gd name="csX8064" fmla="*/ 1389028 w 1722333"/>
              <a:gd name="csY8064" fmla="*/ 1114920 h 1114920"/>
              <a:gd name="csX8065" fmla="*/ 1389197 w 1722333"/>
              <a:gd name="csY8065" fmla="*/ 1114920 h 1114920"/>
              <a:gd name="csX8066" fmla="*/ 1389375 w 1722333"/>
              <a:gd name="csY8066" fmla="*/ 1114920 h 1114920"/>
              <a:gd name="csX8067" fmla="*/ 1389544 w 1722333"/>
              <a:gd name="csY8067" fmla="*/ 1114920 h 1114920"/>
              <a:gd name="csX8068" fmla="*/ 1389713 w 1722333"/>
              <a:gd name="csY8068" fmla="*/ 1114920 h 1114920"/>
              <a:gd name="csX8069" fmla="*/ 1389891 w 1722333"/>
              <a:gd name="csY8069" fmla="*/ 1114920 h 1114920"/>
              <a:gd name="csX8070" fmla="*/ 1390060 w 1722333"/>
              <a:gd name="csY8070" fmla="*/ 1114920 h 1114920"/>
              <a:gd name="csX8071" fmla="*/ 1390229 w 1722333"/>
              <a:gd name="csY8071" fmla="*/ 1114920 h 1114920"/>
              <a:gd name="csX8072" fmla="*/ 1390407 w 1722333"/>
              <a:gd name="csY8072" fmla="*/ 1114920 h 1114920"/>
              <a:gd name="csX8073" fmla="*/ 1390576 w 1722333"/>
              <a:gd name="csY8073" fmla="*/ 1114920 h 1114920"/>
              <a:gd name="csX8074" fmla="*/ 1390745 w 1722333"/>
              <a:gd name="csY8074" fmla="*/ 1114920 h 1114920"/>
              <a:gd name="csX8075" fmla="*/ 1390923 w 1722333"/>
              <a:gd name="csY8075" fmla="*/ 1114920 h 1114920"/>
              <a:gd name="csX8076" fmla="*/ 1391092 w 1722333"/>
              <a:gd name="csY8076" fmla="*/ 1114920 h 1114920"/>
              <a:gd name="csX8077" fmla="*/ 1391270 w 1722333"/>
              <a:gd name="csY8077" fmla="*/ 1114920 h 1114920"/>
              <a:gd name="csX8078" fmla="*/ 1391439 w 1722333"/>
              <a:gd name="csY8078" fmla="*/ 1114920 h 1114920"/>
              <a:gd name="csX8079" fmla="*/ 1391608 w 1722333"/>
              <a:gd name="csY8079" fmla="*/ 1114920 h 1114920"/>
              <a:gd name="csX8080" fmla="*/ 1391786 w 1722333"/>
              <a:gd name="csY8080" fmla="*/ 1114920 h 1114920"/>
              <a:gd name="csX8081" fmla="*/ 1391955 w 1722333"/>
              <a:gd name="csY8081" fmla="*/ 1114920 h 1114920"/>
              <a:gd name="csX8082" fmla="*/ 1392124 w 1722333"/>
              <a:gd name="csY8082" fmla="*/ 1114920 h 1114920"/>
              <a:gd name="csX8083" fmla="*/ 1392302 w 1722333"/>
              <a:gd name="csY8083" fmla="*/ 1114920 h 1114920"/>
              <a:gd name="csX8084" fmla="*/ 1392471 w 1722333"/>
              <a:gd name="csY8084" fmla="*/ 1114920 h 1114920"/>
              <a:gd name="csX8085" fmla="*/ 1392640 w 1722333"/>
              <a:gd name="csY8085" fmla="*/ 1114920 h 1114920"/>
              <a:gd name="csX8086" fmla="*/ 1392818 w 1722333"/>
              <a:gd name="csY8086" fmla="*/ 1114920 h 1114920"/>
              <a:gd name="csX8087" fmla="*/ 1392987 w 1722333"/>
              <a:gd name="csY8087" fmla="*/ 1114920 h 1114920"/>
              <a:gd name="csX8088" fmla="*/ 1393156 w 1722333"/>
              <a:gd name="csY8088" fmla="*/ 1114920 h 1114920"/>
              <a:gd name="csX8089" fmla="*/ 1393334 w 1722333"/>
              <a:gd name="csY8089" fmla="*/ 1114920 h 1114920"/>
              <a:gd name="csX8090" fmla="*/ 1393503 w 1722333"/>
              <a:gd name="csY8090" fmla="*/ 1114920 h 1114920"/>
              <a:gd name="csX8091" fmla="*/ 1393681 w 1722333"/>
              <a:gd name="csY8091" fmla="*/ 1114920 h 1114920"/>
              <a:gd name="csX8092" fmla="*/ 1393850 w 1722333"/>
              <a:gd name="csY8092" fmla="*/ 1114920 h 1114920"/>
              <a:gd name="csX8093" fmla="*/ 1394019 w 1722333"/>
              <a:gd name="csY8093" fmla="*/ 1114920 h 1114920"/>
              <a:gd name="csX8094" fmla="*/ 1394197 w 1722333"/>
              <a:gd name="csY8094" fmla="*/ 1114920 h 1114920"/>
              <a:gd name="csX8095" fmla="*/ 1394366 w 1722333"/>
              <a:gd name="csY8095" fmla="*/ 1114920 h 1114920"/>
              <a:gd name="csX8096" fmla="*/ 1394535 w 1722333"/>
              <a:gd name="csY8096" fmla="*/ 1114920 h 1114920"/>
              <a:gd name="csX8097" fmla="*/ 1394713 w 1722333"/>
              <a:gd name="csY8097" fmla="*/ 1114920 h 1114920"/>
              <a:gd name="csX8098" fmla="*/ 1394882 w 1722333"/>
              <a:gd name="csY8098" fmla="*/ 1114920 h 1114920"/>
              <a:gd name="csX8099" fmla="*/ 1395051 w 1722333"/>
              <a:gd name="csY8099" fmla="*/ 1114920 h 1114920"/>
              <a:gd name="csX8100" fmla="*/ 1395229 w 1722333"/>
              <a:gd name="csY8100" fmla="*/ 1114920 h 1114920"/>
              <a:gd name="csX8101" fmla="*/ 1395398 w 1722333"/>
              <a:gd name="csY8101" fmla="*/ 1114920 h 1114920"/>
              <a:gd name="csX8102" fmla="*/ 1395576 w 1722333"/>
              <a:gd name="csY8102" fmla="*/ 1114920 h 1114920"/>
              <a:gd name="csX8103" fmla="*/ 1395744 w 1722333"/>
              <a:gd name="csY8103" fmla="*/ 1114920 h 1114920"/>
              <a:gd name="csX8104" fmla="*/ 1395914 w 1722333"/>
              <a:gd name="csY8104" fmla="*/ 1114920 h 1114920"/>
              <a:gd name="csX8105" fmla="*/ 1396091 w 1722333"/>
              <a:gd name="csY8105" fmla="*/ 1114920 h 1114920"/>
              <a:gd name="csX8106" fmla="*/ 1396261 w 1722333"/>
              <a:gd name="csY8106" fmla="*/ 1114920 h 1114920"/>
              <a:gd name="csX8107" fmla="*/ 1396430 w 1722333"/>
              <a:gd name="csY8107" fmla="*/ 1114920 h 1114920"/>
              <a:gd name="csX8108" fmla="*/ 1396608 w 1722333"/>
              <a:gd name="csY8108" fmla="*/ 1114920 h 1114920"/>
              <a:gd name="csX8109" fmla="*/ 1396777 w 1722333"/>
              <a:gd name="csY8109" fmla="*/ 1114920 h 1114920"/>
              <a:gd name="csX8110" fmla="*/ 1396946 w 1722333"/>
              <a:gd name="csY8110" fmla="*/ 1114920 h 1114920"/>
              <a:gd name="csX8111" fmla="*/ 1397123 w 1722333"/>
              <a:gd name="csY8111" fmla="*/ 1114920 h 1114920"/>
              <a:gd name="csX8112" fmla="*/ 1397292 w 1722333"/>
              <a:gd name="csY8112" fmla="*/ 1114920 h 1114920"/>
              <a:gd name="csX8113" fmla="*/ 1397470 w 1722333"/>
              <a:gd name="csY8113" fmla="*/ 1114920 h 1114920"/>
              <a:gd name="csX8114" fmla="*/ 1397639 w 1722333"/>
              <a:gd name="csY8114" fmla="*/ 1114920 h 1114920"/>
              <a:gd name="csX8115" fmla="*/ 1397809 w 1722333"/>
              <a:gd name="csY8115" fmla="*/ 1114920 h 1114920"/>
              <a:gd name="csX8116" fmla="*/ 1397986 w 1722333"/>
              <a:gd name="csY8116" fmla="*/ 1114920 h 1114920"/>
              <a:gd name="csX8117" fmla="*/ 1398156 w 1722333"/>
              <a:gd name="csY8117" fmla="*/ 1114920 h 1114920"/>
              <a:gd name="csX8118" fmla="*/ 1398324 w 1722333"/>
              <a:gd name="csY8118" fmla="*/ 1114920 h 1114920"/>
              <a:gd name="csX8119" fmla="*/ 1398502 w 1722333"/>
              <a:gd name="csY8119" fmla="*/ 1114920 h 1114920"/>
              <a:gd name="csX8120" fmla="*/ 1398671 w 1722333"/>
              <a:gd name="csY8120" fmla="*/ 1114920 h 1114920"/>
              <a:gd name="csX8121" fmla="*/ 1398841 w 1722333"/>
              <a:gd name="csY8121" fmla="*/ 1114920 h 1114920"/>
              <a:gd name="csX8122" fmla="*/ 1399018 w 1722333"/>
              <a:gd name="csY8122" fmla="*/ 1114920 h 1114920"/>
              <a:gd name="csX8123" fmla="*/ 1399187 w 1722333"/>
              <a:gd name="csY8123" fmla="*/ 1114920 h 1114920"/>
              <a:gd name="csX8124" fmla="*/ 1399365 w 1722333"/>
              <a:gd name="csY8124" fmla="*/ 1114920 h 1114920"/>
              <a:gd name="csX8125" fmla="*/ 1399534 w 1722333"/>
              <a:gd name="csY8125" fmla="*/ 1114920 h 1114920"/>
              <a:gd name="csX8126" fmla="*/ 1399703 w 1722333"/>
              <a:gd name="csY8126" fmla="*/ 1114920 h 1114920"/>
              <a:gd name="csX8127" fmla="*/ 1399881 w 1722333"/>
              <a:gd name="csY8127" fmla="*/ 1114920 h 1114920"/>
              <a:gd name="csX8128" fmla="*/ 1400050 w 1722333"/>
              <a:gd name="csY8128" fmla="*/ 1114920 h 1114920"/>
              <a:gd name="csX8129" fmla="*/ 1400219 w 1722333"/>
              <a:gd name="csY8129" fmla="*/ 1114920 h 1114920"/>
              <a:gd name="csX8130" fmla="*/ 1400397 w 1722333"/>
              <a:gd name="csY8130" fmla="*/ 1114920 h 1114920"/>
              <a:gd name="csX8131" fmla="*/ 1400566 w 1722333"/>
              <a:gd name="csY8131" fmla="*/ 1114920 h 1114920"/>
              <a:gd name="csX8132" fmla="*/ 1400735 w 1722333"/>
              <a:gd name="csY8132" fmla="*/ 1114920 h 1114920"/>
              <a:gd name="csX8133" fmla="*/ 1400913 w 1722333"/>
              <a:gd name="csY8133" fmla="*/ 1114920 h 1114920"/>
              <a:gd name="csX8134" fmla="*/ 1401082 w 1722333"/>
              <a:gd name="csY8134" fmla="*/ 1114920 h 1114920"/>
              <a:gd name="csX8135" fmla="*/ 1401251 w 1722333"/>
              <a:gd name="csY8135" fmla="*/ 1114920 h 1114920"/>
              <a:gd name="csX8136" fmla="*/ 1401429 w 1722333"/>
              <a:gd name="csY8136" fmla="*/ 1114920 h 1114920"/>
              <a:gd name="csX8137" fmla="*/ 1401598 w 1722333"/>
              <a:gd name="csY8137" fmla="*/ 1114920 h 1114920"/>
              <a:gd name="csX8138" fmla="*/ 1401776 w 1722333"/>
              <a:gd name="csY8138" fmla="*/ 1114920 h 1114920"/>
              <a:gd name="csX8139" fmla="*/ 1401945 w 1722333"/>
              <a:gd name="csY8139" fmla="*/ 1114920 h 1114920"/>
              <a:gd name="csX8140" fmla="*/ 1402114 w 1722333"/>
              <a:gd name="csY8140" fmla="*/ 1114920 h 1114920"/>
              <a:gd name="csX8141" fmla="*/ 1402292 w 1722333"/>
              <a:gd name="csY8141" fmla="*/ 1114920 h 1114920"/>
              <a:gd name="csX8142" fmla="*/ 1402461 w 1722333"/>
              <a:gd name="csY8142" fmla="*/ 1114920 h 1114920"/>
              <a:gd name="csX8143" fmla="*/ 1402630 w 1722333"/>
              <a:gd name="csY8143" fmla="*/ 1114920 h 1114920"/>
              <a:gd name="csX8144" fmla="*/ 1402808 w 1722333"/>
              <a:gd name="csY8144" fmla="*/ 1114920 h 1114920"/>
              <a:gd name="csX8145" fmla="*/ 1402977 w 1722333"/>
              <a:gd name="csY8145" fmla="*/ 1114920 h 1114920"/>
              <a:gd name="csX8146" fmla="*/ 1403146 w 1722333"/>
              <a:gd name="csY8146" fmla="*/ 1114920 h 1114920"/>
              <a:gd name="csX8147" fmla="*/ 1403324 w 1722333"/>
              <a:gd name="csY8147" fmla="*/ 1114920 h 1114920"/>
              <a:gd name="csX8148" fmla="*/ 1403493 w 1722333"/>
              <a:gd name="csY8148" fmla="*/ 1114920 h 1114920"/>
              <a:gd name="csX8149" fmla="*/ 1403671 w 1722333"/>
              <a:gd name="csY8149" fmla="*/ 1114920 h 1114920"/>
              <a:gd name="csX8150" fmla="*/ 1403840 w 1722333"/>
              <a:gd name="csY8150" fmla="*/ 1114920 h 1114920"/>
              <a:gd name="csX8151" fmla="*/ 1404009 w 1722333"/>
              <a:gd name="csY8151" fmla="*/ 1114920 h 1114920"/>
              <a:gd name="csX8152" fmla="*/ 1404187 w 1722333"/>
              <a:gd name="csY8152" fmla="*/ 1114920 h 1114920"/>
              <a:gd name="csX8153" fmla="*/ 1404356 w 1722333"/>
              <a:gd name="csY8153" fmla="*/ 1114920 h 1114920"/>
              <a:gd name="csX8154" fmla="*/ 1404525 w 1722333"/>
              <a:gd name="csY8154" fmla="*/ 1114920 h 1114920"/>
              <a:gd name="csX8155" fmla="*/ 1404703 w 1722333"/>
              <a:gd name="csY8155" fmla="*/ 1114920 h 1114920"/>
              <a:gd name="csX8156" fmla="*/ 1404872 w 1722333"/>
              <a:gd name="csY8156" fmla="*/ 1114920 h 1114920"/>
              <a:gd name="csX8157" fmla="*/ 1405041 w 1722333"/>
              <a:gd name="csY8157" fmla="*/ 1114920 h 1114920"/>
              <a:gd name="csX8158" fmla="*/ 1405219 w 1722333"/>
              <a:gd name="csY8158" fmla="*/ 1114920 h 1114920"/>
              <a:gd name="csX8159" fmla="*/ 1405388 w 1722333"/>
              <a:gd name="csY8159" fmla="*/ 1114920 h 1114920"/>
              <a:gd name="csX8160" fmla="*/ 1405566 w 1722333"/>
              <a:gd name="csY8160" fmla="*/ 1114920 h 1114920"/>
              <a:gd name="csX8161" fmla="*/ 1405735 w 1722333"/>
              <a:gd name="csY8161" fmla="*/ 1114920 h 1114920"/>
              <a:gd name="csX8162" fmla="*/ 1405904 w 1722333"/>
              <a:gd name="csY8162" fmla="*/ 1114920 h 1114920"/>
              <a:gd name="csX8163" fmla="*/ 1406082 w 1722333"/>
              <a:gd name="csY8163" fmla="*/ 1114920 h 1114920"/>
              <a:gd name="csX8164" fmla="*/ 1406251 w 1722333"/>
              <a:gd name="csY8164" fmla="*/ 1114920 h 1114920"/>
              <a:gd name="csX8165" fmla="*/ 1406420 w 1722333"/>
              <a:gd name="csY8165" fmla="*/ 1114920 h 1114920"/>
              <a:gd name="csX8166" fmla="*/ 1406598 w 1722333"/>
              <a:gd name="csY8166" fmla="*/ 1114920 h 1114920"/>
              <a:gd name="csX8167" fmla="*/ 1406767 w 1722333"/>
              <a:gd name="csY8167" fmla="*/ 1114920 h 1114920"/>
              <a:gd name="csX8168" fmla="*/ 1406936 w 1722333"/>
              <a:gd name="csY8168" fmla="*/ 1114920 h 1114920"/>
              <a:gd name="csX8169" fmla="*/ 1407114 w 1722333"/>
              <a:gd name="csY8169" fmla="*/ 1114920 h 1114920"/>
              <a:gd name="csX8170" fmla="*/ 1407283 w 1722333"/>
              <a:gd name="csY8170" fmla="*/ 1114920 h 1114920"/>
              <a:gd name="csX8171" fmla="*/ 1407461 w 1722333"/>
              <a:gd name="csY8171" fmla="*/ 1114920 h 1114920"/>
              <a:gd name="csX8172" fmla="*/ 1407630 w 1722333"/>
              <a:gd name="csY8172" fmla="*/ 1114920 h 1114920"/>
              <a:gd name="csX8173" fmla="*/ 1407799 w 1722333"/>
              <a:gd name="csY8173" fmla="*/ 1114920 h 1114920"/>
              <a:gd name="csX8174" fmla="*/ 1407977 w 1722333"/>
              <a:gd name="csY8174" fmla="*/ 1114920 h 1114920"/>
              <a:gd name="csX8175" fmla="*/ 1408146 w 1722333"/>
              <a:gd name="csY8175" fmla="*/ 1114920 h 1114920"/>
              <a:gd name="csX8176" fmla="*/ 1408315 w 1722333"/>
              <a:gd name="csY8176" fmla="*/ 1114920 h 1114920"/>
              <a:gd name="csX8177" fmla="*/ 1408493 w 1722333"/>
              <a:gd name="csY8177" fmla="*/ 1114920 h 1114920"/>
              <a:gd name="csX8178" fmla="*/ 1408662 w 1722333"/>
              <a:gd name="csY8178" fmla="*/ 1114920 h 1114920"/>
              <a:gd name="csX8179" fmla="*/ 1408831 w 1722333"/>
              <a:gd name="csY8179" fmla="*/ 1114920 h 1114920"/>
              <a:gd name="csX8180" fmla="*/ 1409009 w 1722333"/>
              <a:gd name="csY8180" fmla="*/ 1114920 h 1114920"/>
              <a:gd name="csX8181" fmla="*/ 1409178 w 1722333"/>
              <a:gd name="csY8181" fmla="*/ 1114920 h 1114920"/>
              <a:gd name="csX8182" fmla="*/ 1409347 w 1722333"/>
              <a:gd name="csY8182" fmla="*/ 1114920 h 1114920"/>
              <a:gd name="csX8183" fmla="*/ 1409525 w 1722333"/>
              <a:gd name="csY8183" fmla="*/ 1114920 h 1114920"/>
              <a:gd name="csX8184" fmla="*/ 1409694 w 1722333"/>
              <a:gd name="csY8184" fmla="*/ 1114920 h 1114920"/>
              <a:gd name="csX8185" fmla="*/ 1409872 w 1722333"/>
              <a:gd name="csY8185" fmla="*/ 1114920 h 1114920"/>
              <a:gd name="csX8186" fmla="*/ 1410041 w 1722333"/>
              <a:gd name="csY8186" fmla="*/ 1114920 h 1114920"/>
              <a:gd name="csX8187" fmla="*/ 1410210 w 1722333"/>
              <a:gd name="csY8187" fmla="*/ 1114920 h 1114920"/>
              <a:gd name="csX8188" fmla="*/ 1410388 w 1722333"/>
              <a:gd name="csY8188" fmla="*/ 1114920 h 1114920"/>
              <a:gd name="csX8189" fmla="*/ 1410557 w 1722333"/>
              <a:gd name="csY8189" fmla="*/ 1114920 h 1114920"/>
              <a:gd name="csX8190" fmla="*/ 1410726 w 1722333"/>
              <a:gd name="csY8190" fmla="*/ 1114920 h 1114920"/>
              <a:gd name="csX8191" fmla="*/ 1410904 w 1722333"/>
              <a:gd name="csY8191" fmla="*/ 1114920 h 1114920"/>
              <a:gd name="csX8192" fmla="*/ 1411073 w 1722333"/>
              <a:gd name="csY8192" fmla="*/ 1114920 h 1114920"/>
              <a:gd name="csX8193" fmla="*/ 1411242 w 1722333"/>
              <a:gd name="csY8193" fmla="*/ 1114920 h 1114920"/>
              <a:gd name="csX8194" fmla="*/ 1411420 w 1722333"/>
              <a:gd name="csY8194" fmla="*/ 1114920 h 1114920"/>
              <a:gd name="csX8195" fmla="*/ 1411589 w 1722333"/>
              <a:gd name="csY8195" fmla="*/ 1114920 h 1114920"/>
              <a:gd name="csX8196" fmla="*/ 1411767 w 1722333"/>
              <a:gd name="csY8196" fmla="*/ 1114920 h 1114920"/>
              <a:gd name="csX8197" fmla="*/ 1411936 w 1722333"/>
              <a:gd name="csY8197" fmla="*/ 1114920 h 1114920"/>
              <a:gd name="csX8198" fmla="*/ 1412105 w 1722333"/>
              <a:gd name="csY8198" fmla="*/ 1114920 h 1114920"/>
              <a:gd name="csX8199" fmla="*/ 1412283 w 1722333"/>
              <a:gd name="csY8199" fmla="*/ 1114920 h 1114920"/>
              <a:gd name="csX8200" fmla="*/ 1412452 w 1722333"/>
              <a:gd name="csY8200" fmla="*/ 1114920 h 1114920"/>
              <a:gd name="csX8201" fmla="*/ 1412621 w 1722333"/>
              <a:gd name="csY8201" fmla="*/ 1114920 h 1114920"/>
              <a:gd name="csX8202" fmla="*/ 1412799 w 1722333"/>
              <a:gd name="csY8202" fmla="*/ 1114920 h 1114920"/>
              <a:gd name="csX8203" fmla="*/ 1412968 w 1722333"/>
              <a:gd name="csY8203" fmla="*/ 1114920 h 1114920"/>
              <a:gd name="csX8204" fmla="*/ 1413137 w 1722333"/>
              <a:gd name="csY8204" fmla="*/ 1114920 h 1114920"/>
              <a:gd name="csX8205" fmla="*/ 1413315 w 1722333"/>
              <a:gd name="csY8205" fmla="*/ 1114920 h 1114920"/>
              <a:gd name="csX8206" fmla="*/ 1413484 w 1722333"/>
              <a:gd name="csY8206" fmla="*/ 1114920 h 1114920"/>
              <a:gd name="csX8207" fmla="*/ 1413662 w 1722333"/>
              <a:gd name="csY8207" fmla="*/ 1114920 h 1114920"/>
              <a:gd name="csX8208" fmla="*/ 1413831 w 1722333"/>
              <a:gd name="csY8208" fmla="*/ 1114920 h 1114920"/>
              <a:gd name="csX8209" fmla="*/ 1414000 w 1722333"/>
              <a:gd name="csY8209" fmla="*/ 1114920 h 1114920"/>
              <a:gd name="csX8210" fmla="*/ 1414178 w 1722333"/>
              <a:gd name="csY8210" fmla="*/ 1114920 h 1114920"/>
              <a:gd name="csX8211" fmla="*/ 1414347 w 1722333"/>
              <a:gd name="csY8211" fmla="*/ 1114920 h 1114920"/>
              <a:gd name="csX8212" fmla="*/ 1414516 w 1722333"/>
              <a:gd name="csY8212" fmla="*/ 1114920 h 1114920"/>
              <a:gd name="csX8213" fmla="*/ 1414694 w 1722333"/>
              <a:gd name="csY8213" fmla="*/ 1114920 h 1114920"/>
              <a:gd name="csX8214" fmla="*/ 1414863 w 1722333"/>
              <a:gd name="csY8214" fmla="*/ 1114920 h 1114920"/>
              <a:gd name="csX8215" fmla="*/ 1415032 w 1722333"/>
              <a:gd name="csY8215" fmla="*/ 1114920 h 1114920"/>
              <a:gd name="csX8216" fmla="*/ 1415210 w 1722333"/>
              <a:gd name="csY8216" fmla="*/ 1114920 h 1114920"/>
              <a:gd name="csX8217" fmla="*/ 1415379 w 1722333"/>
              <a:gd name="csY8217" fmla="*/ 1114920 h 1114920"/>
              <a:gd name="csX8218" fmla="*/ 1415557 w 1722333"/>
              <a:gd name="csY8218" fmla="*/ 1114920 h 1114920"/>
              <a:gd name="csX8219" fmla="*/ 1415726 w 1722333"/>
              <a:gd name="csY8219" fmla="*/ 1114920 h 1114920"/>
              <a:gd name="csX8220" fmla="*/ 1415895 w 1722333"/>
              <a:gd name="csY8220" fmla="*/ 1114920 h 1114920"/>
              <a:gd name="csX8221" fmla="*/ 1416073 w 1722333"/>
              <a:gd name="csY8221" fmla="*/ 1114920 h 1114920"/>
              <a:gd name="csX8222" fmla="*/ 1416242 w 1722333"/>
              <a:gd name="csY8222" fmla="*/ 1114920 h 1114920"/>
              <a:gd name="csX8223" fmla="*/ 1416411 w 1722333"/>
              <a:gd name="csY8223" fmla="*/ 1114920 h 1114920"/>
              <a:gd name="csX8224" fmla="*/ 1416589 w 1722333"/>
              <a:gd name="csY8224" fmla="*/ 1114920 h 1114920"/>
              <a:gd name="csX8225" fmla="*/ 1416758 w 1722333"/>
              <a:gd name="csY8225" fmla="*/ 1114920 h 1114920"/>
              <a:gd name="csX8226" fmla="*/ 1416927 w 1722333"/>
              <a:gd name="csY8226" fmla="*/ 1114920 h 1114920"/>
              <a:gd name="csX8227" fmla="*/ 1417105 w 1722333"/>
              <a:gd name="csY8227" fmla="*/ 1114920 h 1114920"/>
              <a:gd name="csX8228" fmla="*/ 1417274 w 1722333"/>
              <a:gd name="csY8228" fmla="*/ 1114920 h 1114920"/>
              <a:gd name="csX8229" fmla="*/ 1417443 w 1722333"/>
              <a:gd name="csY8229" fmla="*/ 1114920 h 1114920"/>
              <a:gd name="csX8230" fmla="*/ 1417621 w 1722333"/>
              <a:gd name="csY8230" fmla="*/ 1114920 h 1114920"/>
              <a:gd name="csX8231" fmla="*/ 1417790 w 1722333"/>
              <a:gd name="csY8231" fmla="*/ 1114920 h 1114920"/>
              <a:gd name="csX8232" fmla="*/ 1417968 w 1722333"/>
              <a:gd name="csY8232" fmla="*/ 1114920 h 1114920"/>
              <a:gd name="csX8233" fmla="*/ 1418137 w 1722333"/>
              <a:gd name="csY8233" fmla="*/ 1114920 h 1114920"/>
              <a:gd name="csX8234" fmla="*/ 1418306 w 1722333"/>
              <a:gd name="csY8234" fmla="*/ 1114920 h 1114920"/>
              <a:gd name="csX8235" fmla="*/ 1418484 w 1722333"/>
              <a:gd name="csY8235" fmla="*/ 1114920 h 1114920"/>
              <a:gd name="csX8236" fmla="*/ 1418653 w 1722333"/>
              <a:gd name="csY8236" fmla="*/ 1114920 h 1114920"/>
              <a:gd name="csX8237" fmla="*/ 1418822 w 1722333"/>
              <a:gd name="csY8237" fmla="*/ 1114920 h 1114920"/>
              <a:gd name="csX8238" fmla="*/ 1419000 w 1722333"/>
              <a:gd name="csY8238" fmla="*/ 1114920 h 1114920"/>
              <a:gd name="csX8239" fmla="*/ 1419169 w 1722333"/>
              <a:gd name="csY8239" fmla="*/ 1114920 h 1114920"/>
              <a:gd name="csX8240" fmla="*/ 1419338 w 1722333"/>
              <a:gd name="csY8240" fmla="*/ 1114920 h 1114920"/>
              <a:gd name="csX8241" fmla="*/ 1419516 w 1722333"/>
              <a:gd name="csY8241" fmla="*/ 1114920 h 1114920"/>
              <a:gd name="csX8242" fmla="*/ 1419685 w 1722333"/>
              <a:gd name="csY8242" fmla="*/ 1114920 h 1114920"/>
              <a:gd name="csX8243" fmla="*/ 1419863 w 1722333"/>
              <a:gd name="csY8243" fmla="*/ 1114920 h 1114920"/>
              <a:gd name="csX8244" fmla="*/ 1420032 w 1722333"/>
              <a:gd name="csY8244" fmla="*/ 1114920 h 1114920"/>
              <a:gd name="csX8245" fmla="*/ 1420201 w 1722333"/>
              <a:gd name="csY8245" fmla="*/ 1114920 h 1114920"/>
              <a:gd name="csX8246" fmla="*/ 1420379 w 1722333"/>
              <a:gd name="csY8246" fmla="*/ 1114920 h 1114920"/>
              <a:gd name="csX8247" fmla="*/ 1420548 w 1722333"/>
              <a:gd name="csY8247" fmla="*/ 1114920 h 1114920"/>
              <a:gd name="csX8248" fmla="*/ 1420717 w 1722333"/>
              <a:gd name="csY8248" fmla="*/ 1114920 h 1114920"/>
              <a:gd name="csX8249" fmla="*/ 1420895 w 1722333"/>
              <a:gd name="csY8249" fmla="*/ 1114920 h 1114920"/>
              <a:gd name="csX8250" fmla="*/ 1421064 w 1722333"/>
              <a:gd name="csY8250" fmla="*/ 1114920 h 1114920"/>
              <a:gd name="csX8251" fmla="*/ 1421233 w 1722333"/>
              <a:gd name="csY8251" fmla="*/ 1114920 h 1114920"/>
              <a:gd name="csX8252" fmla="*/ 1421411 w 1722333"/>
              <a:gd name="csY8252" fmla="*/ 1114920 h 1114920"/>
              <a:gd name="csX8253" fmla="*/ 1421580 w 1722333"/>
              <a:gd name="csY8253" fmla="*/ 1114920 h 1114920"/>
              <a:gd name="csX8254" fmla="*/ 1421758 w 1722333"/>
              <a:gd name="csY8254" fmla="*/ 1114920 h 1114920"/>
              <a:gd name="csX8255" fmla="*/ 1421927 w 1722333"/>
              <a:gd name="csY8255" fmla="*/ 1114920 h 1114920"/>
              <a:gd name="csX8256" fmla="*/ 1422096 w 1722333"/>
              <a:gd name="csY8256" fmla="*/ 1114920 h 1114920"/>
              <a:gd name="csX8257" fmla="*/ 1422274 w 1722333"/>
              <a:gd name="csY8257" fmla="*/ 1114920 h 1114920"/>
              <a:gd name="csX8258" fmla="*/ 1422443 w 1722333"/>
              <a:gd name="csY8258" fmla="*/ 1114920 h 1114920"/>
              <a:gd name="csX8259" fmla="*/ 1422612 w 1722333"/>
              <a:gd name="csY8259" fmla="*/ 1114920 h 1114920"/>
              <a:gd name="csX8260" fmla="*/ 1422790 w 1722333"/>
              <a:gd name="csY8260" fmla="*/ 1114920 h 1114920"/>
              <a:gd name="csX8261" fmla="*/ 1422959 w 1722333"/>
              <a:gd name="csY8261" fmla="*/ 1114920 h 1114920"/>
              <a:gd name="csX8262" fmla="*/ 1423128 w 1722333"/>
              <a:gd name="csY8262" fmla="*/ 1114920 h 1114920"/>
              <a:gd name="csX8263" fmla="*/ 1423306 w 1722333"/>
              <a:gd name="csY8263" fmla="*/ 1114920 h 1114920"/>
              <a:gd name="csX8264" fmla="*/ 1423475 w 1722333"/>
              <a:gd name="csY8264" fmla="*/ 1114920 h 1114920"/>
              <a:gd name="csX8265" fmla="*/ 1423644 w 1722333"/>
              <a:gd name="csY8265" fmla="*/ 1114920 h 1114920"/>
              <a:gd name="csX8266" fmla="*/ 1423822 w 1722333"/>
              <a:gd name="csY8266" fmla="*/ 1114920 h 1114920"/>
              <a:gd name="csX8267" fmla="*/ 1423991 w 1722333"/>
              <a:gd name="csY8267" fmla="*/ 1114920 h 1114920"/>
              <a:gd name="csX8268" fmla="*/ 1424169 w 1722333"/>
              <a:gd name="csY8268" fmla="*/ 1114920 h 1114920"/>
              <a:gd name="csX8269" fmla="*/ 1424338 w 1722333"/>
              <a:gd name="csY8269" fmla="*/ 1114920 h 1114920"/>
              <a:gd name="csX8270" fmla="*/ 1424507 w 1722333"/>
              <a:gd name="csY8270" fmla="*/ 1114920 h 1114920"/>
              <a:gd name="csX8271" fmla="*/ 1424685 w 1722333"/>
              <a:gd name="csY8271" fmla="*/ 1114920 h 1114920"/>
              <a:gd name="csX8272" fmla="*/ 1424854 w 1722333"/>
              <a:gd name="csY8272" fmla="*/ 1114920 h 1114920"/>
              <a:gd name="csX8273" fmla="*/ 1425023 w 1722333"/>
              <a:gd name="csY8273" fmla="*/ 1114920 h 1114920"/>
              <a:gd name="csX8274" fmla="*/ 1425201 w 1722333"/>
              <a:gd name="csY8274" fmla="*/ 1114920 h 1114920"/>
              <a:gd name="csX8275" fmla="*/ 1425370 w 1722333"/>
              <a:gd name="csY8275" fmla="*/ 1114920 h 1114920"/>
              <a:gd name="csX8276" fmla="*/ 1425539 w 1722333"/>
              <a:gd name="csY8276" fmla="*/ 1114920 h 1114920"/>
              <a:gd name="csX8277" fmla="*/ 1425717 w 1722333"/>
              <a:gd name="csY8277" fmla="*/ 1114920 h 1114920"/>
              <a:gd name="csX8278" fmla="*/ 1425886 w 1722333"/>
              <a:gd name="csY8278" fmla="*/ 1114920 h 1114920"/>
              <a:gd name="csX8279" fmla="*/ 1426064 w 1722333"/>
              <a:gd name="csY8279" fmla="*/ 1114920 h 1114920"/>
              <a:gd name="csX8280" fmla="*/ 1426233 w 1722333"/>
              <a:gd name="csY8280" fmla="*/ 1114920 h 1114920"/>
              <a:gd name="csX8281" fmla="*/ 1426402 w 1722333"/>
              <a:gd name="csY8281" fmla="*/ 1114920 h 1114920"/>
              <a:gd name="csX8282" fmla="*/ 1426580 w 1722333"/>
              <a:gd name="csY8282" fmla="*/ 1114920 h 1114920"/>
              <a:gd name="csX8283" fmla="*/ 1426749 w 1722333"/>
              <a:gd name="csY8283" fmla="*/ 1114920 h 1114920"/>
              <a:gd name="csX8284" fmla="*/ 1426918 w 1722333"/>
              <a:gd name="csY8284" fmla="*/ 1114920 h 1114920"/>
              <a:gd name="csX8285" fmla="*/ 1427096 w 1722333"/>
              <a:gd name="csY8285" fmla="*/ 1114920 h 1114920"/>
              <a:gd name="csX8286" fmla="*/ 1427265 w 1722333"/>
              <a:gd name="csY8286" fmla="*/ 1114920 h 1114920"/>
              <a:gd name="csX8287" fmla="*/ 1427434 w 1722333"/>
              <a:gd name="csY8287" fmla="*/ 1114920 h 1114920"/>
              <a:gd name="csX8288" fmla="*/ 1427612 w 1722333"/>
              <a:gd name="csY8288" fmla="*/ 1114920 h 1114920"/>
              <a:gd name="csX8289" fmla="*/ 1427781 w 1722333"/>
              <a:gd name="csY8289" fmla="*/ 1114920 h 1114920"/>
              <a:gd name="csX8290" fmla="*/ 1427959 w 1722333"/>
              <a:gd name="csY8290" fmla="*/ 1114920 h 1114920"/>
              <a:gd name="csX8291" fmla="*/ 1428128 w 1722333"/>
              <a:gd name="csY8291" fmla="*/ 1114920 h 1114920"/>
              <a:gd name="csX8292" fmla="*/ 1428297 w 1722333"/>
              <a:gd name="csY8292" fmla="*/ 1114920 h 1114920"/>
              <a:gd name="csX8293" fmla="*/ 1428475 w 1722333"/>
              <a:gd name="csY8293" fmla="*/ 1114920 h 1114920"/>
              <a:gd name="csX8294" fmla="*/ 1428644 w 1722333"/>
              <a:gd name="csY8294" fmla="*/ 1114920 h 1114920"/>
              <a:gd name="csX8295" fmla="*/ 1428813 w 1722333"/>
              <a:gd name="csY8295" fmla="*/ 1114920 h 1114920"/>
              <a:gd name="csX8296" fmla="*/ 1428991 w 1722333"/>
              <a:gd name="csY8296" fmla="*/ 1114920 h 1114920"/>
              <a:gd name="csX8297" fmla="*/ 1429160 w 1722333"/>
              <a:gd name="csY8297" fmla="*/ 1114920 h 1114920"/>
              <a:gd name="csX8298" fmla="*/ 1429329 w 1722333"/>
              <a:gd name="csY8298" fmla="*/ 1114920 h 1114920"/>
              <a:gd name="csX8299" fmla="*/ 1429507 w 1722333"/>
              <a:gd name="csY8299" fmla="*/ 1114920 h 1114920"/>
              <a:gd name="csX8300" fmla="*/ 1429676 w 1722333"/>
              <a:gd name="csY8300" fmla="*/ 1114920 h 1114920"/>
              <a:gd name="csX8301" fmla="*/ 1429854 w 1722333"/>
              <a:gd name="csY8301" fmla="*/ 1114920 h 1114920"/>
              <a:gd name="csX8302" fmla="*/ 1430023 w 1722333"/>
              <a:gd name="csY8302" fmla="*/ 1114920 h 1114920"/>
              <a:gd name="csX8303" fmla="*/ 1430192 w 1722333"/>
              <a:gd name="csY8303" fmla="*/ 1114920 h 1114920"/>
              <a:gd name="csX8304" fmla="*/ 1430370 w 1722333"/>
              <a:gd name="csY8304" fmla="*/ 1114920 h 1114920"/>
              <a:gd name="csX8305" fmla="*/ 1430538 w 1722333"/>
              <a:gd name="csY8305" fmla="*/ 1114920 h 1114920"/>
              <a:gd name="csX8306" fmla="*/ 1430708 w 1722333"/>
              <a:gd name="csY8306" fmla="*/ 1114920 h 1114920"/>
              <a:gd name="csX8307" fmla="*/ 1430885 w 1722333"/>
              <a:gd name="csY8307" fmla="*/ 1114920 h 1114920"/>
              <a:gd name="csX8308" fmla="*/ 1431055 w 1722333"/>
              <a:gd name="csY8308" fmla="*/ 1114920 h 1114920"/>
              <a:gd name="csX8309" fmla="*/ 1431224 w 1722333"/>
              <a:gd name="csY8309" fmla="*/ 1114920 h 1114920"/>
              <a:gd name="csX8310" fmla="*/ 1431402 w 1722333"/>
              <a:gd name="csY8310" fmla="*/ 1114920 h 1114920"/>
              <a:gd name="csX8311" fmla="*/ 1431571 w 1722333"/>
              <a:gd name="csY8311" fmla="*/ 1114920 h 1114920"/>
              <a:gd name="csX8312" fmla="*/ 1431740 w 1722333"/>
              <a:gd name="csY8312" fmla="*/ 1114920 h 1114920"/>
              <a:gd name="csX8313" fmla="*/ 1431917 w 1722333"/>
              <a:gd name="csY8313" fmla="*/ 1114920 h 1114920"/>
              <a:gd name="csX8314" fmla="*/ 1432087 w 1722333"/>
              <a:gd name="csY8314" fmla="*/ 1114920 h 1114920"/>
              <a:gd name="csX8315" fmla="*/ 1432264 w 1722333"/>
              <a:gd name="csY8315" fmla="*/ 1114920 h 1114920"/>
              <a:gd name="csX8316" fmla="*/ 1432433 w 1722333"/>
              <a:gd name="csY8316" fmla="*/ 1114920 h 1114920"/>
              <a:gd name="csX8317" fmla="*/ 1432603 w 1722333"/>
              <a:gd name="csY8317" fmla="*/ 1114920 h 1114920"/>
              <a:gd name="csX8318" fmla="*/ 1432780 w 1722333"/>
              <a:gd name="csY8318" fmla="*/ 1114920 h 1114920"/>
              <a:gd name="csX8319" fmla="*/ 1432950 w 1722333"/>
              <a:gd name="csY8319" fmla="*/ 1114920 h 1114920"/>
              <a:gd name="csX8320" fmla="*/ 1433118 w 1722333"/>
              <a:gd name="csY8320" fmla="*/ 1114920 h 1114920"/>
              <a:gd name="csX8321" fmla="*/ 1433296 w 1722333"/>
              <a:gd name="csY8321" fmla="*/ 1114920 h 1114920"/>
              <a:gd name="csX8322" fmla="*/ 1433465 w 1722333"/>
              <a:gd name="csY8322" fmla="*/ 1114920 h 1114920"/>
              <a:gd name="csX8323" fmla="*/ 1433635 w 1722333"/>
              <a:gd name="csY8323" fmla="*/ 1114920 h 1114920"/>
              <a:gd name="csX8324" fmla="*/ 1433812 w 1722333"/>
              <a:gd name="csY8324" fmla="*/ 1114920 h 1114920"/>
              <a:gd name="csX8325" fmla="*/ 1433982 w 1722333"/>
              <a:gd name="csY8325" fmla="*/ 1114920 h 1114920"/>
              <a:gd name="csX8326" fmla="*/ 1434159 w 1722333"/>
              <a:gd name="csY8326" fmla="*/ 1114920 h 1114920"/>
              <a:gd name="csX8327" fmla="*/ 1434328 w 1722333"/>
              <a:gd name="csY8327" fmla="*/ 1114920 h 1114920"/>
              <a:gd name="csX8328" fmla="*/ 1434497 w 1722333"/>
              <a:gd name="csY8328" fmla="*/ 1114920 h 1114920"/>
              <a:gd name="csX8329" fmla="*/ 1434675 w 1722333"/>
              <a:gd name="csY8329" fmla="*/ 1114920 h 1114920"/>
              <a:gd name="csX8330" fmla="*/ 1434844 w 1722333"/>
              <a:gd name="csY8330" fmla="*/ 1114920 h 1114920"/>
              <a:gd name="csX8331" fmla="*/ 1435013 w 1722333"/>
              <a:gd name="csY8331" fmla="*/ 1114920 h 1114920"/>
              <a:gd name="csX8332" fmla="*/ 1435191 w 1722333"/>
              <a:gd name="csY8332" fmla="*/ 1114920 h 1114920"/>
              <a:gd name="csX8333" fmla="*/ 1435360 w 1722333"/>
              <a:gd name="csY8333" fmla="*/ 1114920 h 1114920"/>
              <a:gd name="csX8334" fmla="*/ 1435530 w 1722333"/>
              <a:gd name="csY8334" fmla="*/ 1114920 h 1114920"/>
              <a:gd name="csX8335" fmla="*/ 1435707 w 1722333"/>
              <a:gd name="csY8335" fmla="*/ 1114920 h 1114920"/>
              <a:gd name="csX8336" fmla="*/ 1435876 w 1722333"/>
              <a:gd name="csY8336" fmla="*/ 1114920 h 1114920"/>
              <a:gd name="csX8337" fmla="*/ 1436054 w 1722333"/>
              <a:gd name="csY8337" fmla="*/ 1114920 h 1114920"/>
              <a:gd name="csX8338" fmla="*/ 1436223 w 1722333"/>
              <a:gd name="csY8338" fmla="*/ 1114920 h 1114920"/>
              <a:gd name="csX8339" fmla="*/ 1436392 w 1722333"/>
              <a:gd name="csY8339" fmla="*/ 1114920 h 1114920"/>
              <a:gd name="csX8340" fmla="*/ 1436570 w 1722333"/>
              <a:gd name="csY8340" fmla="*/ 1114920 h 1114920"/>
              <a:gd name="csX8341" fmla="*/ 1436739 w 1722333"/>
              <a:gd name="csY8341" fmla="*/ 1114920 h 1114920"/>
              <a:gd name="csX8342" fmla="*/ 1436908 w 1722333"/>
              <a:gd name="csY8342" fmla="*/ 1114920 h 1114920"/>
              <a:gd name="csX8343" fmla="*/ 1437086 w 1722333"/>
              <a:gd name="csY8343" fmla="*/ 1114920 h 1114920"/>
              <a:gd name="csX8344" fmla="*/ 1437255 w 1722333"/>
              <a:gd name="csY8344" fmla="*/ 1114920 h 1114920"/>
              <a:gd name="csX8345" fmla="*/ 1437424 w 1722333"/>
              <a:gd name="csY8345" fmla="*/ 1114920 h 1114920"/>
              <a:gd name="csX8346" fmla="*/ 1437602 w 1722333"/>
              <a:gd name="csY8346" fmla="*/ 1114920 h 1114920"/>
              <a:gd name="csX8347" fmla="*/ 1437771 w 1722333"/>
              <a:gd name="csY8347" fmla="*/ 1114920 h 1114920"/>
              <a:gd name="csX8348" fmla="*/ 1437949 w 1722333"/>
              <a:gd name="csY8348" fmla="*/ 1114920 h 1114920"/>
              <a:gd name="csX8349" fmla="*/ 1438118 w 1722333"/>
              <a:gd name="csY8349" fmla="*/ 1114920 h 1114920"/>
              <a:gd name="csX8350" fmla="*/ 1438287 w 1722333"/>
              <a:gd name="csY8350" fmla="*/ 1114920 h 1114920"/>
              <a:gd name="csX8351" fmla="*/ 1438465 w 1722333"/>
              <a:gd name="csY8351" fmla="*/ 1114920 h 1114920"/>
              <a:gd name="csX8352" fmla="*/ 1438634 w 1722333"/>
              <a:gd name="csY8352" fmla="*/ 1114920 h 1114920"/>
              <a:gd name="csX8353" fmla="*/ 1438803 w 1722333"/>
              <a:gd name="csY8353" fmla="*/ 1114920 h 1114920"/>
              <a:gd name="csX8354" fmla="*/ 1438981 w 1722333"/>
              <a:gd name="csY8354" fmla="*/ 1114920 h 1114920"/>
              <a:gd name="csX8355" fmla="*/ 1439150 w 1722333"/>
              <a:gd name="csY8355" fmla="*/ 1114920 h 1114920"/>
              <a:gd name="csX8356" fmla="*/ 1439319 w 1722333"/>
              <a:gd name="csY8356" fmla="*/ 1114920 h 1114920"/>
              <a:gd name="csX8357" fmla="*/ 1439497 w 1722333"/>
              <a:gd name="csY8357" fmla="*/ 1114920 h 1114920"/>
              <a:gd name="csX8358" fmla="*/ 1439666 w 1722333"/>
              <a:gd name="csY8358" fmla="*/ 1114920 h 1114920"/>
              <a:gd name="csX8359" fmla="*/ 1439835 w 1722333"/>
              <a:gd name="csY8359" fmla="*/ 1114920 h 1114920"/>
              <a:gd name="csX8360" fmla="*/ 1440013 w 1722333"/>
              <a:gd name="csY8360" fmla="*/ 1114920 h 1114920"/>
              <a:gd name="csX8361" fmla="*/ 1440182 w 1722333"/>
              <a:gd name="csY8361" fmla="*/ 1114920 h 1114920"/>
              <a:gd name="csX8362" fmla="*/ 1440360 w 1722333"/>
              <a:gd name="csY8362" fmla="*/ 1114920 h 1114920"/>
              <a:gd name="csX8363" fmla="*/ 1440529 w 1722333"/>
              <a:gd name="csY8363" fmla="*/ 1114920 h 1114920"/>
              <a:gd name="csX8364" fmla="*/ 1440698 w 1722333"/>
              <a:gd name="csY8364" fmla="*/ 1114920 h 1114920"/>
              <a:gd name="csX8365" fmla="*/ 1440876 w 1722333"/>
              <a:gd name="csY8365" fmla="*/ 1114920 h 1114920"/>
              <a:gd name="csX8366" fmla="*/ 1441045 w 1722333"/>
              <a:gd name="csY8366" fmla="*/ 1114920 h 1114920"/>
              <a:gd name="csX8367" fmla="*/ 1441214 w 1722333"/>
              <a:gd name="csY8367" fmla="*/ 1114920 h 1114920"/>
              <a:gd name="csX8368" fmla="*/ 1441392 w 1722333"/>
              <a:gd name="csY8368" fmla="*/ 1114920 h 1114920"/>
              <a:gd name="csX8369" fmla="*/ 1441561 w 1722333"/>
              <a:gd name="csY8369" fmla="*/ 1114920 h 1114920"/>
              <a:gd name="csX8370" fmla="*/ 1441730 w 1722333"/>
              <a:gd name="csY8370" fmla="*/ 1114920 h 1114920"/>
              <a:gd name="csX8371" fmla="*/ 1441908 w 1722333"/>
              <a:gd name="csY8371" fmla="*/ 1114920 h 1114920"/>
              <a:gd name="csX8372" fmla="*/ 1442077 w 1722333"/>
              <a:gd name="csY8372" fmla="*/ 1114920 h 1114920"/>
              <a:gd name="csX8373" fmla="*/ 1442255 w 1722333"/>
              <a:gd name="csY8373" fmla="*/ 1114920 h 1114920"/>
              <a:gd name="csX8374" fmla="*/ 1442424 w 1722333"/>
              <a:gd name="csY8374" fmla="*/ 1114920 h 1114920"/>
              <a:gd name="csX8375" fmla="*/ 1442593 w 1722333"/>
              <a:gd name="csY8375" fmla="*/ 1114920 h 1114920"/>
              <a:gd name="csX8376" fmla="*/ 1442771 w 1722333"/>
              <a:gd name="csY8376" fmla="*/ 1114920 h 1114920"/>
              <a:gd name="csX8377" fmla="*/ 1442940 w 1722333"/>
              <a:gd name="csY8377" fmla="*/ 1114920 h 1114920"/>
              <a:gd name="csX8378" fmla="*/ 1443109 w 1722333"/>
              <a:gd name="csY8378" fmla="*/ 1114920 h 1114920"/>
              <a:gd name="csX8379" fmla="*/ 1443287 w 1722333"/>
              <a:gd name="csY8379" fmla="*/ 1114920 h 1114920"/>
              <a:gd name="csX8380" fmla="*/ 1443456 w 1722333"/>
              <a:gd name="csY8380" fmla="*/ 1114920 h 1114920"/>
              <a:gd name="csX8381" fmla="*/ 1443625 w 1722333"/>
              <a:gd name="csY8381" fmla="*/ 1114920 h 1114920"/>
              <a:gd name="csX8382" fmla="*/ 1443803 w 1722333"/>
              <a:gd name="csY8382" fmla="*/ 1114920 h 1114920"/>
              <a:gd name="csX8383" fmla="*/ 1443972 w 1722333"/>
              <a:gd name="csY8383" fmla="*/ 1114920 h 1114920"/>
              <a:gd name="csX8384" fmla="*/ 1444150 w 1722333"/>
              <a:gd name="csY8384" fmla="*/ 1114920 h 1114920"/>
              <a:gd name="csX8385" fmla="*/ 1444319 w 1722333"/>
              <a:gd name="csY8385" fmla="*/ 1114920 h 1114920"/>
              <a:gd name="csX8386" fmla="*/ 1444488 w 1722333"/>
              <a:gd name="csY8386" fmla="*/ 1114920 h 1114920"/>
              <a:gd name="csX8387" fmla="*/ 1444666 w 1722333"/>
              <a:gd name="csY8387" fmla="*/ 1114920 h 1114920"/>
              <a:gd name="csX8388" fmla="*/ 1444835 w 1722333"/>
              <a:gd name="csY8388" fmla="*/ 1114920 h 1114920"/>
              <a:gd name="csX8389" fmla="*/ 1445004 w 1722333"/>
              <a:gd name="csY8389" fmla="*/ 1114920 h 1114920"/>
              <a:gd name="csX8390" fmla="*/ 1445182 w 1722333"/>
              <a:gd name="csY8390" fmla="*/ 1114920 h 1114920"/>
              <a:gd name="csX8391" fmla="*/ 1445351 w 1722333"/>
              <a:gd name="csY8391" fmla="*/ 1114920 h 1114920"/>
              <a:gd name="csX8392" fmla="*/ 1445520 w 1722333"/>
              <a:gd name="csY8392" fmla="*/ 1114920 h 1114920"/>
              <a:gd name="csX8393" fmla="*/ 1445698 w 1722333"/>
              <a:gd name="csY8393" fmla="*/ 1114920 h 1114920"/>
              <a:gd name="csX8394" fmla="*/ 1445867 w 1722333"/>
              <a:gd name="csY8394" fmla="*/ 1114920 h 1114920"/>
              <a:gd name="csX8395" fmla="*/ 1446045 w 1722333"/>
              <a:gd name="csY8395" fmla="*/ 1114920 h 1114920"/>
              <a:gd name="csX8396" fmla="*/ 1446214 w 1722333"/>
              <a:gd name="csY8396" fmla="*/ 1114920 h 1114920"/>
              <a:gd name="csX8397" fmla="*/ 1446383 w 1722333"/>
              <a:gd name="csY8397" fmla="*/ 1114920 h 1114920"/>
              <a:gd name="csX8398" fmla="*/ 1446561 w 1722333"/>
              <a:gd name="csY8398" fmla="*/ 1114920 h 1114920"/>
              <a:gd name="csX8399" fmla="*/ 1446730 w 1722333"/>
              <a:gd name="csY8399" fmla="*/ 1114920 h 1114920"/>
              <a:gd name="csX8400" fmla="*/ 1446899 w 1722333"/>
              <a:gd name="csY8400" fmla="*/ 1114920 h 1114920"/>
              <a:gd name="csX8401" fmla="*/ 1447077 w 1722333"/>
              <a:gd name="csY8401" fmla="*/ 1114920 h 1114920"/>
              <a:gd name="csX8402" fmla="*/ 1447246 w 1722333"/>
              <a:gd name="csY8402" fmla="*/ 1114920 h 1114920"/>
              <a:gd name="csX8403" fmla="*/ 1447415 w 1722333"/>
              <a:gd name="csY8403" fmla="*/ 1114920 h 1114920"/>
              <a:gd name="csX8404" fmla="*/ 1447593 w 1722333"/>
              <a:gd name="csY8404" fmla="*/ 1114920 h 1114920"/>
              <a:gd name="csX8405" fmla="*/ 1447762 w 1722333"/>
              <a:gd name="csY8405" fmla="*/ 1114920 h 1114920"/>
              <a:gd name="csX8406" fmla="*/ 1447931 w 1722333"/>
              <a:gd name="csY8406" fmla="*/ 1114920 h 1114920"/>
              <a:gd name="csX8407" fmla="*/ 1448109 w 1722333"/>
              <a:gd name="csY8407" fmla="*/ 1114920 h 1114920"/>
              <a:gd name="csX8408" fmla="*/ 1448278 w 1722333"/>
              <a:gd name="csY8408" fmla="*/ 1114920 h 1114920"/>
              <a:gd name="csX8409" fmla="*/ 1448456 w 1722333"/>
              <a:gd name="csY8409" fmla="*/ 1114920 h 1114920"/>
              <a:gd name="csX8410" fmla="*/ 1448625 w 1722333"/>
              <a:gd name="csY8410" fmla="*/ 1114920 h 1114920"/>
              <a:gd name="csX8411" fmla="*/ 1448794 w 1722333"/>
              <a:gd name="csY8411" fmla="*/ 1114920 h 1114920"/>
              <a:gd name="csX8412" fmla="*/ 1448972 w 1722333"/>
              <a:gd name="csY8412" fmla="*/ 1114920 h 1114920"/>
              <a:gd name="csX8413" fmla="*/ 1449141 w 1722333"/>
              <a:gd name="csY8413" fmla="*/ 1114920 h 1114920"/>
              <a:gd name="csX8414" fmla="*/ 1449310 w 1722333"/>
              <a:gd name="csY8414" fmla="*/ 1114920 h 1114920"/>
              <a:gd name="csX8415" fmla="*/ 1449488 w 1722333"/>
              <a:gd name="csY8415" fmla="*/ 1114920 h 1114920"/>
              <a:gd name="csX8416" fmla="*/ 1449657 w 1722333"/>
              <a:gd name="csY8416" fmla="*/ 1114920 h 1114920"/>
              <a:gd name="csX8417" fmla="*/ 1449826 w 1722333"/>
              <a:gd name="csY8417" fmla="*/ 1114920 h 1114920"/>
              <a:gd name="csX8418" fmla="*/ 1450004 w 1722333"/>
              <a:gd name="csY8418" fmla="*/ 1114920 h 1114920"/>
              <a:gd name="csX8419" fmla="*/ 1450173 w 1722333"/>
              <a:gd name="csY8419" fmla="*/ 1114920 h 1114920"/>
              <a:gd name="csX8420" fmla="*/ 1450351 w 1722333"/>
              <a:gd name="csY8420" fmla="*/ 1114920 h 1114920"/>
              <a:gd name="csX8421" fmla="*/ 1450520 w 1722333"/>
              <a:gd name="csY8421" fmla="*/ 1114920 h 1114920"/>
              <a:gd name="csX8422" fmla="*/ 1450689 w 1722333"/>
              <a:gd name="csY8422" fmla="*/ 1114920 h 1114920"/>
              <a:gd name="csX8423" fmla="*/ 1450867 w 1722333"/>
              <a:gd name="csY8423" fmla="*/ 1114920 h 1114920"/>
              <a:gd name="csX8424" fmla="*/ 1451036 w 1722333"/>
              <a:gd name="csY8424" fmla="*/ 1114920 h 1114920"/>
              <a:gd name="csX8425" fmla="*/ 1451205 w 1722333"/>
              <a:gd name="csY8425" fmla="*/ 1114920 h 1114920"/>
              <a:gd name="csX8426" fmla="*/ 1451383 w 1722333"/>
              <a:gd name="csY8426" fmla="*/ 1114920 h 1114920"/>
              <a:gd name="csX8427" fmla="*/ 1451552 w 1722333"/>
              <a:gd name="csY8427" fmla="*/ 1114920 h 1114920"/>
              <a:gd name="csX8428" fmla="*/ 1451721 w 1722333"/>
              <a:gd name="csY8428" fmla="*/ 1114920 h 1114920"/>
              <a:gd name="csX8429" fmla="*/ 1451899 w 1722333"/>
              <a:gd name="csY8429" fmla="*/ 1114920 h 1114920"/>
              <a:gd name="csX8430" fmla="*/ 1452068 w 1722333"/>
              <a:gd name="csY8430" fmla="*/ 1114920 h 1114920"/>
              <a:gd name="csX8431" fmla="*/ 1452246 w 1722333"/>
              <a:gd name="csY8431" fmla="*/ 1114920 h 1114920"/>
              <a:gd name="csX8432" fmla="*/ 1452415 w 1722333"/>
              <a:gd name="csY8432" fmla="*/ 1114920 h 1114920"/>
              <a:gd name="csX8433" fmla="*/ 1452584 w 1722333"/>
              <a:gd name="csY8433" fmla="*/ 1114920 h 1114920"/>
              <a:gd name="csX8434" fmla="*/ 1452762 w 1722333"/>
              <a:gd name="csY8434" fmla="*/ 1114920 h 1114920"/>
              <a:gd name="csX8435" fmla="*/ 1452931 w 1722333"/>
              <a:gd name="csY8435" fmla="*/ 1114920 h 1114920"/>
              <a:gd name="csX8436" fmla="*/ 1453100 w 1722333"/>
              <a:gd name="csY8436" fmla="*/ 1114920 h 1114920"/>
              <a:gd name="csX8437" fmla="*/ 1453278 w 1722333"/>
              <a:gd name="csY8437" fmla="*/ 1114920 h 1114920"/>
              <a:gd name="csX8438" fmla="*/ 1453447 w 1722333"/>
              <a:gd name="csY8438" fmla="*/ 1114920 h 1114920"/>
              <a:gd name="csX8439" fmla="*/ 1453616 w 1722333"/>
              <a:gd name="csY8439" fmla="*/ 1114920 h 1114920"/>
              <a:gd name="csX8440" fmla="*/ 1453794 w 1722333"/>
              <a:gd name="csY8440" fmla="*/ 1114920 h 1114920"/>
              <a:gd name="csX8441" fmla="*/ 1453963 w 1722333"/>
              <a:gd name="csY8441" fmla="*/ 1114920 h 1114920"/>
              <a:gd name="csX8442" fmla="*/ 1454141 w 1722333"/>
              <a:gd name="csY8442" fmla="*/ 1114920 h 1114920"/>
              <a:gd name="csX8443" fmla="*/ 1454310 w 1722333"/>
              <a:gd name="csY8443" fmla="*/ 1114920 h 1114920"/>
              <a:gd name="csX8444" fmla="*/ 1454479 w 1722333"/>
              <a:gd name="csY8444" fmla="*/ 1114920 h 1114920"/>
              <a:gd name="csX8445" fmla="*/ 1454657 w 1722333"/>
              <a:gd name="csY8445" fmla="*/ 1114920 h 1114920"/>
              <a:gd name="csX8446" fmla="*/ 1454826 w 1722333"/>
              <a:gd name="csY8446" fmla="*/ 1114920 h 1114920"/>
              <a:gd name="csX8447" fmla="*/ 1454995 w 1722333"/>
              <a:gd name="csY8447" fmla="*/ 1114920 h 1114920"/>
              <a:gd name="csX8448" fmla="*/ 1455173 w 1722333"/>
              <a:gd name="csY8448" fmla="*/ 1114920 h 1114920"/>
              <a:gd name="csX8449" fmla="*/ 1455342 w 1722333"/>
              <a:gd name="csY8449" fmla="*/ 1114920 h 1114920"/>
              <a:gd name="csX8450" fmla="*/ 1455511 w 1722333"/>
              <a:gd name="csY8450" fmla="*/ 1114920 h 1114920"/>
              <a:gd name="csX8451" fmla="*/ 1455689 w 1722333"/>
              <a:gd name="csY8451" fmla="*/ 1114920 h 1114920"/>
              <a:gd name="csX8452" fmla="*/ 1455858 w 1722333"/>
              <a:gd name="csY8452" fmla="*/ 1114920 h 1114920"/>
              <a:gd name="csX8453" fmla="*/ 1456027 w 1722333"/>
              <a:gd name="csY8453" fmla="*/ 1114920 h 1114920"/>
              <a:gd name="csX8454" fmla="*/ 1456205 w 1722333"/>
              <a:gd name="csY8454" fmla="*/ 1114920 h 1114920"/>
              <a:gd name="csX8455" fmla="*/ 1456374 w 1722333"/>
              <a:gd name="csY8455" fmla="*/ 1114920 h 1114920"/>
              <a:gd name="csX8456" fmla="*/ 1456552 w 1722333"/>
              <a:gd name="csY8456" fmla="*/ 1114920 h 1114920"/>
              <a:gd name="csX8457" fmla="*/ 1456721 w 1722333"/>
              <a:gd name="csY8457" fmla="*/ 1114920 h 1114920"/>
              <a:gd name="csX8458" fmla="*/ 1456890 w 1722333"/>
              <a:gd name="csY8458" fmla="*/ 1114920 h 1114920"/>
              <a:gd name="csX8459" fmla="*/ 1457068 w 1722333"/>
              <a:gd name="csY8459" fmla="*/ 1114920 h 1114920"/>
              <a:gd name="csX8460" fmla="*/ 1457237 w 1722333"/>
              <a:gd name="csY8460" fmla="*/ 1114920 h 1114920"/>
              <a:gd name="csX8461" fmla="*/ 1457406 w 1722333"/>
              <a:gd name="csY8461" fmla="*/ 1114920 h 1114920"/>
              <a:gd name="csX8462" fmla="*/ 1457584 w 1722333"/>
              <a:gd name="csY8462" fmla="*/ 1114920 h 1114920"/>
              <a:gd name="csX8463" fmla="*/ 1457753 w 1722333"/>
              <a:gd name="csY8463" fmla="*/ 1114920 h 1114920"/>
              <a:gd name="csX8464" fmla="*/ 1457922 w 1722333"/>
              <a:gd name="csY8464" fmla="*/ 1114920 h 1114920"/>
              <a:gd name="csX8465" fmla="*/ 1458100 w 1722333"/>
              <a:gd name="csY8465" fmla="*/ 1114920 h 1114920"/>
              <a:gd name="csX8466" fmla="*/ 1458269 w 1722333"/>
              <a:gd name="csY8466" fmla="*/ 1114920 h 1114920"/>
              <a:gd name="csX8467" fmla="*/ 1458447 w 1722333"/>
              <a:gd name="csY8467" fmla="*/ 1114920 h 1114920"/>
              <a:gd name="csX8468" fmla="*/ 1458616 w 1722333"/>
              <a:gd name="csY8468" fmla="*/ 1114920 h 1114920"/>
              <a:gd name="csX8469" fmla="*/ 1458785 w 1722333"/>
              <a:gd name="csY8469" fmla="*/ 1114920 h 1114920"/>
              <a:gd name="csX8470" fmla="*/ 1458963 w 1722333"/>
              <a:gd name="csY8470" fmla="*/ 1114920 h 1114920"/>
              <a:gd name="csX8471" fmla="*/ 1459132 w 1722333"/>
              <a:gd name="csY8471" fmla="*/ 1114920 h 1114920"/>
              <a:gd name="csX8472" fmla="*/ 1459301 w 1722333"/>
              <a:gd name="csY8472" fmla="*/ 1114920 h 1114920"/>
              <a:gd name="csX8473" fmla="*/ 1459479 w 1722333"/>
              <a:gd name="csY8473" fmla="*/ 1114920 h 1114920"/>
              <a:gd name="csX8474" fmla="*/ 1459648 w 1722333"/>
              <a:gd name="csY8474" fmla="*/ 1114920 h 1114920"/>
              <a:gd name="csX8475" fmla="*/ 1459817 w 1722333"/>
              <a:gd name="csY8475" fmla="*/ 1114920 h 1114920"/>
              <a:gd name="csX8476" fmla="*/ 1459995 w 1722333"/>
              <a:gd name="csY8476" fmla="*/ 1114920 h 1114920"/>
              <a:gd name="csX8477" fmla="*/ 1460164 w 1722333"/>
              <a:gd name="csY8477" fmla="*/ 1114920 h 1114920"/>
              <a:gd name="csX8478" fmla="*/ 1460342 w 1722333"/>
              <a:gd name="csY8478" fmla="*/ 1114920 h 1114920"/>
              <a:gd name="csX8479" fmla="*/ 1460511 w 1722333"/>
              <a:gd name="csY8479" fmla="*/ 1114920 h 1114920"/>
              <a:gd name="csX8480" fmla="*/ 1460680 w 1722333"/>
              <a:gd name="csY8480" fmla="*/ 1114920 h 1114920"/>
              <a:gd name="csX8481" fmla="*/ 1460858 w 1722333"/>
              <a:gd name="csY8481" fmla="*/ 1114920 h 1114920"/>
              <a:gd name="csX8482" fmla="*/ 1461027 w 1722333"/>
              <a:gd name="csY8482" fmla="*/ 1114920 h 1114920"/>
              <a:gd name="csX8483" fmla="*/ 1461196 w 1722333"/>
              <a:gd name="csY8483" fmla="*/ 1114920 h 1114920"/>
              <a:gd name="csX8484" fmla="*/ 1461374 w 1722333"/>
              <a:gd name="csY8484" fmla="*/ 1114920 h 1114920"/>
              <a:gd name="csX8485" fmla="*/ 1461543 w 1722333"/>
              <a:gd name="csY8485" fmla="*/ 1114920 h 1114920"/>
              <a:gd name="csX8486" fmla="*/ 1461712 w 1722333"/>
              <a:gd name="csY8486" fmla="*/ 1114920 h 1114920"/>
              <a:gd name="csX8487" fmla="*/ 1461890 w 1722333"/>
              <a:gd name="csY8487" fmla="*/ 1114920 h 1114920"/>
              <a:gd name="csX8488" fmla="*/ 1462059 w 1722333"/>
              <a:gd name="csY8488" fmla="*/ 1114920 h 1114920"/>
              <a:gd name="csX8489" fmla="*/ 1462237 w 1722333"/>
              <a:gd name="csY8489" fmla="*/ 1114920 h 1114920"/>
              <a:gd name="csX8490" fmla="*/ 1462406 w 1722333"/>
              <a:gd name="csY8490" fmla="*/ 1114920 h 1114920"/>
              <a:gd name="csX8491" fmla="*/ 1462575 w 1722333"/>
              <a:gd name="csY8491" fmla="*/ 1114920 h 1114920"/>
              <a:gd name="csX8492" fmla="*/ 1462753 w 1722333"/>
              <a:gd name="csY8492" fmla="*/ 1114920 h 1114920"/>
              <a:gd name="csX8493" fmla="*/ 1462922 w 1722333"/>
              <a:gd name="csY8493" fmla="*/ 1114920 h 1114920"/>
              <a:gd name="csX8494" fmla="*/ 1463091 w 1722333"/>
              <a:gd name="csY8494" fmla="*/ 1114920 h 1114920"/>
              <a:gd name="csX8495" fmla="*/ 1463269 w 1722333"/>
              <a:gd name="csY8495" fmla="*/ 1114920 h 1114920"/>
              <a:gd name="csX8496" fmla="*/ 1463438 w 1722333"/>
              <a:gd name="csY8496" fmla="*/ 1114920 h 1114920"/>
              <a:gd name="csX8497" fmla="*/ 1463607 w 1722333"/>
              <a:gd name="csY8497" fmla="*/ 1114920 h 1114920"/>
              <a:gd name="csX8498" fmla="*/ 1463785 w 1722333"/>
              <a:gd name="csY8498" fmla="*/ 1114920 h 1114920"/>
              <a:gd name="csX8499" fmla="*/ 1463954 w 1722333"/>
              <a:gd name="csY8499" fmla="*/ 1114920 h 1114920"/>
              <a:gd name="csX8500" fmla="*/ 1464123 w 1722333"/>
              <a:gd name="csY8500" fmla="*/ 1114920 h 1114920"/>
              <a:gd name="csX8501" fmla="*/ 1464301 w 1722333"/>
              <a:gd name="csY8501" fmla="*/ 1114920 h 1114920"/>
              <a:gd name="csX8502" fmla="*/ 1464470 w 1722333"/>
              <a:gd name="csY8502" fmla="*/ 1114920 h 1114920"/>
              <a:gd name="csX8503" fmla="*/ 1464648 w 1722333"/>
              <a:gd name="csY8503" fmla="*/ 1114920 h 1114920"/>
              <a:gd name="csX8504" fmla="*/ 1464817 w 1722333"/>
              <a:gd name="csY8504" fmla="*/ 1114920 h 1114920"/>
              <a:gd name="csX8505" fmla="*/ 1464986 w 1722333"/>
              <a:gd name="csY8505" fmla="*/ 1114920 h 1114920"/>
              <a:gd name="csX8506" fmla="*/ 1465164 w 1722333"/>
              <a:gd name="csY8506" fmla="*/ 1114920 h 1114920"/>
              <a:gd name="csX8507" fmla="*/ 1465333 w 1722333"/>
              <a:gd name="csY8507" fmla="*/ 1114920 h 1114920"/>
              <a:gd name="csX8508" fmla="*/ 1465502 w 1722333"/>
              <a:gd name="csY8508" fmla="*/ 1114920 h 1114920"/>
              <a:gd name="csX8509" fmla="*/ 1465679 w 1722333"/>
              <a:gd name="csY8509" fmla="*/ 1114920 h 1114920"/>
              <a:gd name="csX8510" fmla="*/ 1465849 w 1722333"/>
              <a:gd name="csY8510" fmla="*/ 1114920 h 1114920"/>
              <a:gd name="csX8511" fmla="*/ 1466018 w 1722333"/>
              <a:gd name="csY8511" fmla="*/ 1114920 h 1114920"/>
              <a:gd name="csX8512" fmla="*/ 1466196 w 1722333"/>
              <a:gd name="csY8512" fmla="*/ 1114920 h 1114920"/>
              <a:gd name="csX8513" fmla="*/ 1466365 w 1722333"/>
              <a:gd name="csY8513" fmla="*/ 1114920 h 1114920"/>
              <a:gd name="csX8514" fmla="*/ 1466543 w 1722333"/>
              <a:gd name="csY8514" fmla="*/ 1114920 h 1114920"/>
              <a:gd name="csX8515" fmla="*/ 1466711 w 1722333"/>
              <a:gd name="csY8515" fmla="*/ 1114920 h 1114920"/>
              <a:gd name="csX8516" fmla="*/ 1466881 w 1722333"/>
              <a:gd name="csY8516" fmla="*/ 1114920 h 1114920"/>
              <a:gd name="csX8517" fmla="*/ 1467058 w 1722333"/>
              <a:gd name="csY8517" fmla="*/ 1114920 h 1114920"/>
              <a:gd name="csX8518" fmla="*/ 1467228 w 1722333"/>
              <a:gd name="csY8518" fmla="*/ 1114920 h 1114920"/>
              <a:gd name="csX8519" fmla="*/ 1467397 w 1722333"/>
              <a:gd name="csY8519" fmla="*/ 1114920 h 1114920"/>
              <a:gd name="csX8520" fmla="*/ 1467574 w 1722333"/>
              <a:gd name="csY8520" fmla="*/ 1114920 h 1114920"/>
              <a:gd name="csX8521" fmla="*/ 1467744 w 1722333"/>
              <a:gd name="csY8521" fmla="*/ 1114920 h 1114920"/>
              <a:gd name="csX8522" fmla="*/ 1467912 w 1722333"/>
              <a:gd name="csY8522" fmla="*/ 1114920 h 1114920"/>
              <a:gd name="csX8523" fmla="*/ 1468090 w 1722333"/>
              <a:gd name="csY8523" fmla="*/ 1114920 h 1114920"/>
              <a:gd name="csX8524" fmla="*/ 1468259 w 1722333"/>
              <a:gd name="csY8524" fmla="*/ 1114920 h 1114920"/>
              <a:gd name="csX8525" fmla="*/ 1468437 w 1722333"/>
              <a:gd name="csY8525" fmla="*/ 1114920 h 1114920"/>
              <a:gd name="csX8526" fmla="*/ 1468606 w 1722333"/>
              <a:gd name="csY8526" fmla="*/ 1114920 h 1114920"/>
              <a:gd name="csX8527" fmla="*/ 1468776 w 1722333"/>
              <a:gd name="csY8527" fmla="*/ 1114920 h 1114920"/>
              <a:gd name="csX8528" fmla="*/ 1468953 w 1722333"/>
              <a:gd name="csY8528" fmla="*/ 1114920 h 1114920"/>
              <a:gd name="csX8529" fmla="*/ 1469123 w 1722333"/>
              <a:gd name="csY8529" fmla="*/ 1114920 h 1114920"/>
              <a:gd name="csX8530" fmla="*/ 1469291 w 1722333"/>
              <a:gd name="csY8530" fmla="*/ 1114920 h 1114920"/>
              <a:gd name="csX8531" fmla="*/ 1469469 w 1722333"/>
              <a:gd name="csY8531" fmla="*/ 1114920 h 1114920"/>
              <a:gd name="csX8532" fmla="*/ 1469638 w 1722333"/>
              <a:gd name="csY8532" fmla="*/ 1114920 h 1114920"/>
              <a:gd name="csX8533" fmla="*/ 1469807 w 1722333"/>
              <a:gd name="csY8533" fmla="*/ 1114920 h 1114920"/>
              <a:gd name="csX8534" fmla="*/ 1469985 w 1722333"/>
              <a:gd name="csY8534" fmla="*/ 1114920 h 1114920"/>
              <a:gd name="csX8535" fmla="*/ 1470154 w 1722333"/>
              <a:gd name="csY8535" fmla="*/ 1114920 h 1114920"/>
              <a:gd name="csX8536" fmla="*/ 1470332 w 1722333"/>
              <a:gd name="csY8536" fmla="*/ 1114920 h 1114920"/>
              <a:gd name="csX8537" fmla="*/ 1470501 w 1722333"/>
              <a:gd name="csY8537" fmla="*/ 1114920 h 1114920"/>
              <a:gd name="csX8538" fmla="*/ 1470670 w 1722333"/>
              <a:gd name="csY8538" fmla="*/ 1114920 h 1114920"/>
              <a:gd name="csX8539" fmla="*/ 1470848 w 1722333"/>
              <a:gd name="csY8539" fmla="*/ 1114920 h 1114920"/>
              <a:gd name="csX8540" fmla="*/ 1471017 w 1722333"/>
              <a:gd name="csY8540" fmla="*/ 1114920 h 1114920"/>
              <a:gd name="csX8541" fmla="*/ 1471186 w 1722333"/>
              <a:gd name="csY8541" fmla="*/ 1114920 h 1114920"/>
              <a:gd name="csX8542" fmla="*/ 1471364 w 1722333"/>
              <a:gd name="csY8542" fmla="*/ 1114920 h 1114920"/>
              <a:gd name="csX8543" fmla="*/ 1471533 w 1722333"/>
              <a:gd name="csY8543" fmla="*/ 1114920 h 1114920"/>
              <a:gd name="csX8544" fmla="*/ 1471702 w 1722333"/>
              <a:gd name="csY8544" fmla="*/ 1114920 h 1114920"/>
              <a:gd name="csX8545" fmla="*/ 1471880 w 1722333"/>
              <a:gd name="csY8545" fmla="*/ 1114920 h 1114920"/>
              <a:gd name="csX8546" fmla="*/ 1472049 w 1722333"/>
              <a:gd name="csY8546" fmla="*/ 1114920 h 1114920"/>
              <a:gd name="csX8547" fmla="*/ 1472218 w 1722333"/>
              <a:gd name="csY8547" fmla="*/ 1114920 h 1114920"/>
              <a:gd name="csX8548" fmla="*/ 1472396 w 1722333"/>
              <a:gd name="csY8548" fmla="*/ 1114920 h 1114920"/>
              <a:gd name="csX8549" fmla="*/ 1472565 w 1722333"/>
              <a:gd name="csY8549" fmla="*/ 1114920 h 1114920"/>
              <a:gd name="csX8550" fmla="*/ 1472743 w 1722333"/>
              <a:gd name="csY8550" fmla="*/ 1114920 h 1114920"/>
              <a:gd name="csX8551" fmla="*/ 1472912 w 1722333"/>
              <a:gd name="csY8551" fmla="*/ 1114920 h 1114920"/>
              <a:gd name="csX8552" fmla="*/ 1473081 w 1722333"/>
              <a:gd name="csY8552" fmla="*/ 1114920 h 1114920"/>
              <a:gd name="csX8553" fmla="*/ 1473259 w 1722333"/>
              <a:gd name="csY8553" fmla="*/ 1114920 h 1114920"/>
              <a:gd name="csX8554" fmla="*/ 1473428 w 1722333"/>
              <a:gd name="csY8554" fmla="*/ 1114920 h 1114920"/>
              <a:gd name="csX8555" fmla="*/ 1473597 w 1722333"/>
              <a:gd name="csY8555" fmla="*/ 1114920 h 1114920"/>
              <a:gd name="csX8556" fmla="*/ 1473775 w 1722333"/>
              <a:gd name="csY8556" fmla="*/ 1114920 h 1114920"/>
              <a:gd name="csX8557" fmla="*/ 1473944 w 1722333"/>
              <a:gd name="csY8557" fmla="*/ 1114920 h 1114920"/>
              <a:gd name="csX8558" fmla="*/ 1474113 w 1722333"/>
              <a:gd name="csY8558" fmla="*/ 1114920 h 1114920"/>
              <a:gd name="csX8559" fmla="*/ 1474291 w 1722333"/>
              <a:gd name="csY8559" fmla="*/ 1114920 h 1114920"/>
              <a:gd name="csX8560" fmla="*/ 1474460 w 1722333"/>
              <a:gd name="csY8560" fmla="*/ 1114920 h 1114920"/>
              <a:gd name="csX8561" fmla="*/ 1474638 w 1722333"/>
              <a:gd name="csY8561" fmla="*/ 1114920 h 1114920"/>
              <a:gd name="csX8562" fmla="*/ 1474807 w 1722333"/>
              <a:gd name="csY8562" fmla="*/ 1114920 h 1114920"/>
              <a:gd name="csX8563" fmla="*/ 1474976 w 1722333"/>
              <a:gd name="csY8563" fmla="*/ 1114920 h 1114920"/>
              <a:gd name="csX8564" fmla="*/ 1475154 w 1722333"/>
              <a:gd name="csY8564" fmla="*/ 1114920 h 1114920"/>
              <a:gd name="csX8565" fmla="*/ 1475323 w 1722333"/>
              <a:gd name="csY8565" fmla="*/ 1114920 h 1114920"/>
              <a:gd name="csX8566" fmla="*/ 1475492 w 1722333"/>
              <a:gd name="csY8566" fmla="*/ 1114920 h 1114920"/>
              <a:gd name="csX8567" fmla="*/ 1475670 w 1722333"/>
              <a:gd name="csY8567" fmla="*/ 1114920 h 1114920"/>
              <a:gd name="csX8568" fmla="*/ 1475839 w 1722333"/>
              <a:gd name="csY8568" fmla="*/ 1114920 h 1114920"/>
              <a:gd name="csX8569" fmla="*/ 1476008 w 1722333"/>
              <a:gd name="csY8569" fmla="*/ 1114920 h 1114920"/>
              <a:gd name="csX8570" fmla="*/ 1476186 w 1722333"/>
              <a:gd name="csY8570" fmla="*/ 1114920 h 1114920"/>
              <a:gd name="csX8571" fmla="*/ 1476355 w 1722333"/>
              <a:gd name="csY8571" fmla="*/ 1114920 h 1114920"/>
              <a:gd name="csX8572" fmla="*/ 1476533 w 1722333"/>
              <a:gd name="csY8572" fmla="*/ 1114920 h 1114920"/>
              <a:gd name="csX8573" fmla="*/ 1476702 w 1722333"/>
              <a:gd name="csY8573" fmla="*/ 1114920 h 1114920"/>
              <a:gd name="csX8574" fmla="*/ 1476871 w 1722333"/>
              <a:gd name="csY8574" fmla="*/ 1114920 h 1114920"/>
              <a:gd name="csX8575" fmla="*/ 1477049 w 1722333"/>
              <a:gd name="csY8575" fmla="*/ 1114920 h 1114920"/>
              <a:gd name="csX8576" fmla="*/ 1477218 w 1722333"/>
              <a:gd name="csY8576" fmla="*/ 1114920 h 1114920"/>
              <a:gd name="csX8577" fmla="*/ 1477387 w 1722333"/>
              <a:gd name="csY8577" fmla="*/ 1114920 h 1114920"/>
              <a:gd name="csX8578" fmla="*/ 1477565 w 1722333"/>
              <a:gd name="csY8578" fmla="*/ 1114920 h 1114920"/>
              <a:gd name="csX8579" fmla="*/ 1477734 w 1722333"/>
              <a:gd name="csY8579" fmla="*/ 1114920 h 1114920"/>
              <a:gd name="csX8580" fmla="*/ 1477903 w 1722333"/>
              <a:gd name="csY8580" fmla="*/ 1114920 h 1114920"/>
              <a:gd name="csX8581" fmla="*/ 1478081 w 1722333"/>
              <a:gd name="csY8581" fmla="*/ 1114920 h 1114920"/>
              <a:gd name="csX8582" fmla="*/ 1478250 w 1722333"/>
              <a:gd name="csY8582" fmla="*/ 1114920 h 1114920"/>
              <a:gd name="csX8583" fmla="*/ 1478428 w 1722333"/>
              <a:gd name="csY8583" fmla="*/ 1114920 h 1114920"/>
              <a:gd name="csX8584" fmla="*/ 1478597 w 1722333"/>
              <a:gd name="csY8584" fmla="*/ 1114920 h 1114920"/>
              <a:gd name="csX8585" fmla="*/ 1478766 w 1722333"/>
              <a:gd name="csY8585" fmla="*/ 1114920 h 1114920"/>
              <a:gd name="csX8586" fmla="*/ 1478944 w 1722333"/>
              <a:gd name="csY8586" fmla="*/ 1114920 h 1114920"/>
              <a:gd name="csX8587" fmla="*/ 1479113 w 1722333"/>
              <a:gd name="csY8587" fmla="*/ 1114920 h 1114920"/>
              <a:gd name="csX8588" fmla="*/ 1479282 w 1722333"/>
              <a:gd name="csY8588" fmla="*/ 1114920 h 1114920"/>
              <a:gd name="csX8589" fmla="*/ 1479460 w 1722333"/>
              <a:gd name="csY8589" fmla="*/ 1114920 h 1114920"/>
              <a:gd name="csX8590" fmla="*/ 1479629 w 1722333"/>
              <a:gd name="csY8590" fmla="*/ 1114920 h 1114920"/>
              <a:gd name="csX8591" fmla="*/ 1479798 w 1722333"/>
              <a:gd name="csY8591" fmla="*/ 1114920 h 1114920"/>
              <a:gd name="csX8592" fmla="*/ 1479976 w 1722333"/>
              <a:gd name="csY8592" fmla="*/ 1114920 h 1114920"/>
              <a:gd name="csX8593" fmla="*/ 1480145 w 1722333"/>
              <a:gd name="csY8593" fmla="*/ 1114920 h 1114920"/>
              <a:gd name="csX8594" fmla="*/ 1480314 w 1722333"/>
              <a:gd name="csY8594" fmla="*/ 1114920 h 1114920"/>
              <a:gd name="csX8595" fmla="*/ 1480492 w 1722333"/>
              <a:gd name="csY8595" fmla="*/ 1114920 h 1114920"/>
              <a:gd name="csX8596" fmla="*/ 1480661 w 1722333"/>
              <a:gd name="csY8596" fmla="*/ 1114920 h 1114920"/>
              <a:gd name="csX8597" fmla="*/ 1480839 w 1722333"/>
              <a:gd name="csY8597" fmla="*/ 1114920 h 1114920"/>
              <a:gd name="csX8598" fmla="*/ 1481008 w 1722333"/>
              <a:gd name="csY8598" fmla="*/ 1114920 h 1114920"/>
              <a:gd name="csX8599" fmla="*/ 1481177 w 1722333"/>
              <a:gd name="csY8599" fmla="*/ 1114920 h 1114920"/>
              <a:gd name="csX8600" fmla="*/ 1481355 w 1722333"/>
              <a:gd name="csY8600" fmla="*/ 1114920 h 1114920"/>
              <a:gd name="csX8601" fmla="*/ 1481524 w 1722333"/>
              <a:gd name="csY8601" fmla="*/ 1114920 h 1114920"/>
              <a:gd name="csX8602" fmla="*/ 1481693 w 1722333"/>
              <a:gd name="csY8602" fmla="*/ 1114920 h 1114920"/>
              <a:gd name="csX8603" fmla="*/ 1481871 w 1722333"/>
              <a:gd name="csY8603" fmla="*/ 1114920 h 1114920"/>
              <a:gd name="csX8604" fmla="*/ 1482040 w 1722333"/>
              <a:gd name="csY8604" fmla="*/ 1114920 h 1114920"/>
              <a:gd name="csX8605" fmla="*/ 1482209 w 1722333"/>
              <a:gd name="csY8605" fmla="*/ 1114920 h 1114920"/>
              <a:gd name="csX8606" fmla="*/ 1482387 w 1722333"/>
              <a:gd name="csY8606" fmla="*/ 1114920 h 1114920"/>
              <a:gd name="csX8607" fmla="*/ 1482556 w 1722333"/>
              <a:gd name="csY8607" fmla="*/ 1114920 h 1114920"/>
              <a:gd name="csX8608" fmla="*/ 1482734 w 1722333"/>
              <a:gd name="csY8608" fmla="*/ 1114920 h 1114920"/>
              <a:gd name="csX8609" fmla="*/ 1482903 w 1722333"/>
              <a:gd name="csY8609" fmla="*/ 1114920 h 1114920"/>
              <a:gd name="csX8610" fmla="*/ 1483072 w 1722333"/>
              <a:gd name="csY8610" fmla="*/ 1114920 h 1114920"/>
              <a:gd name="csX8611" fmla="*/ 1483250 w 1722333"/>
              <a:gd name="csY8611" fmla="*/ 1114920 h 1114920"/>
              <a:gd name="csX8612" fmla="*/ 1483419 w 1722333"/>
              <a:gd name="csY8612" fmla="*/ 1114920 h 1114920"/>
              <a:gd name="csX8613" fmla="*/ 1483588 w 1722333"/>
              <a:gd name="csY8613" fmla="*/ 1114920 h 1114920"/>
              <a:gd name="csX8614" fmla="*/ 1483766 w 1722333"/>
              <a:gd name="csY8614" fmla="*/ 1114920 h 1114920"/>
              <a:gd name="csX8615" fmla="*/ 1483935 w 1722333"/>
              <a:gd name="csY8615" fmla="*/ 1114920 h 1114920"/>
              <a:gd name="csX8616" fmla="*/ 1484104 w 1722333"/>
              <a:gd name="csY8616" fmla="*/ 1114920 h 1114920"/>
              <a:gd name="csX8617" fmla="*/ 1484282 w 1722333"/>
              <a:gd name="csY8617" fmla="*/ 1114920 h 1114920"/>
              <a:gd name="csX8618" fmla="*/ 1484451 w 1722333"/>
              <a:gd name="csY8618" fmla="*/ 1114920 h 1114920"/>
              <a:gd name="csX8619" fmla="*/ 1484629 w 1722333"/>
              <a:gd name="csY8619" fmla="*/ 1114920 h 1114920"/>
              <a:gd name="csX8620" fmla="*/ 1484798 w 1722333"/>
              <a:gd name="csY8620" fmla="*/ 1114920 h 1114920"/>
              <a:gd name="csX8621" fmla="*/ 1484967 w 1722333"/>
              <a:gd name="csY8621" fmla="*/ 1114920 h 1114920"/>
              <a:gd name="csX8622" fmla="*/ 1485145 w 1722333"/>
              <a:gd name="csY8622" fmla="*/ 1114920 h 1114920"/>
              <a:gd name="csX8623" fmla="*/ 1485314 w 1722333"/>
              <a:gd name="csY8623" fmla="*/ 1114920 h 1114920"/>
              <a:gd name="csX8624" fmla="*/ 1485483 w 1722333"/>
              <a:gd name="csY8624" fmla="*/ 1114920 h 1114920"/>
              <a:gd name="csX8625" fmla="*/ 1485661 w 1722333"/>
              <a:gd name="csY8625" fmla="*/ 1114920 h 1114920"/>
              <a:gd name="csX8626" fmla="*/ 1485830 w 1722333"/>
              <a:gd name="csY8626" fmla="*/ 1114920 h 1114920"/>
              <a:gd name="csX8627" fmla="*/ 1485999 w 1722333"/>
              <a:gd name="csY8627" fmla="*/ 1114920 h 1114920"/>
              <a:gd name="csX8628" fmla="*/ 1486177 w 1722333"/>
              <a:gd name="csY8628" fmla="*/ 1114920 h 1114920"/>
              <a:gd name="csX8629" fmla="*/ 1486346 w 1722333"/>
              <a:gd name="csY8629" fmla="*/ 1114920 h 1114920"/>
              <a:gd name="csX8630" fmla="*/ 1486524 w 1722333"/>
              <a:gd name="csY8630" fmla="*/ 1114920 h 1114920"/>
              <a:gd name="csX8631" fmla="*/ 1486693 w 1722333"/>
              <a:gd name="csY8631" fmla="*/ 1114920 h 1114920"/>
              <a:gd name="csX8632" fmla="*/ 1486862 w 1722333"/>
              <a:gd name="csY8632" fmla="*/ 1114920 h 1114920"/>
              <a:gd name="csX8633" fmla="*/ 1487040 w 1722333"/>
              <a:gd name="csY8633" fmla="*/ 1114920 h 1114920"/>
              <a:gd name="csX8634" fmla="*/ 1487209 w 1722333"/>
              <a:gd name="csY8634" fmla="*/ 1114920 h 1114920"/>
              <a:gd name="csX8635" fmla="*/ 1487378 w 1722333"/>
              <a:gd name="csY8635" fmla="*/ 1114920 h 1114920"/>
              <a:gd name="csX8636" fmla="*/ 1487556 w 1722333"/>
              <a:gd name="csY8636" fmla="*/ 1114920 h 1114920"/>
              <a:gd name="csX8637" fmla="*/ 1487725 w 1722333"/>
              <a:gd name="csY8637" fmla="*/ 1114920 h 1114920"/>
              <a:gd name="csX8638" fmla="*/ 1487894 w 1722333"/>
              <a:gd name="csY8638" fmla="*/ 1114920 h 1114920"/>
              <a:gd name="csX8639" fmla="*/ 1488072 w 1722333"/>
              <a:gd name="csY8639" fmla="*/ 1114920 h 1114920"/>
              <a:gd name="csX8640" fmla="*/ 1488241 w 1722333"/>
              <a:gd name="csY8640" fmla="*/ 1114920 h 1114920"/>
              <a:gd name="csX8641" fmla="*/ 1488410 w 1722333"/>
              <a:gd name="csY8641" fmla="*/ 1114920 h 1114920"/>
              <a:gd name="csX8642" fmla="*/ 1488588 w 1722333"/>
              <a:gd name="csY8642" fmla="*/ 1114920 h 1114920"/>
              <a:gd name="csX8643" fmla="*/ 1488757 w 1722333"/>
              <a:gd name="csY8643" fmla="*/ 1114920 h 1114920"/>
              <a:gd name="csX8644" fmla="*/ 1488935 w 1722333"/>
              <a:gd name="csY8644" fmla="*/ 1114920 h 1114920"/>
              <a:gd name="csX8645" fmla="*/ 1489104 w 1722333"/>
              <a:gd name="csY8645" fmla="*/ 1114920 h 1114920"/>
              <a:gd name="csX8646" fmla="*/ 1489273 w 1722333"/>
              <a:gd name="csY8646" fmla="*/ 1114920 h 1114920"/>
              <a:gd name="csX8647" fmla="*/ 1489451 w 1722333"/>
              <a:gd name="csY8647" fmla="*/ 1114920 h 1114920"/>
              <a:gd name="csX8648" fmla="*/ 1489620 w 1722333"/>
              <a:gd name="csY8648" fmla="*/ 1114920 h 1114920"/>
              <a:gd name="csX8649" fmla="*/ 1489789 w 1722333"/>
              <a:gd name="csY8649" fmla="*/ 1114920 h 1114920"/>
              <a:gd name="csX8650" fmla="*/ 1489967 w 1722333"/>
              <a:gd name="csY8650" fmla="*/ 1114920 h 1114920"/>
              <a:gd name="csX8651" fmla="*/ 1490136 w 1722333"/>
              <a:gd name="csY8651" fmla="*/ 1114920 h 1114920"/>
              <a:gd name="csX8652" fmla="*/ 1490305 w 1722333"/>
              <a:gd name="csY8652" fmla="*/ 1114920 h 1114920"/>
              <a:gd name="csX8653" fmla="*/ 1490483 w 1722333"/>
              <a:gd name="csY8653" fmla="*/ 1114920 h 1114920"/>
              <a:gd name="csX8654" fmla="*/ 1490652 w 1722333"/>
              <a:gd name="csY8654" fmla="*/ 1114920 h 1114920"/>
              <a:gd name="csX8655" fmla="*/ 1490830 w 1722333"/>
              <a:gd name="csY8655" fmla="*/ 1114920 h 1114920"/>
              <a:gd name="csX8656" fmla="*/ 1490999 w 1722333"/>
              <a:gd name="csY8656" fmla="*/ 1114920 h 1114920"/>
              <a:gd name="csX8657" fmla="*/ 1491168 w 1722333"/>
              <a:gd name="csY8657" fmla="*/ 1114920 h 1114920"/>
              <a:gd name="csX8658" fmla="*/ 1491346 w 1722333"/>
              <a:gd name="csY8658" fmla="*/ 1114920 h 1114920"/>
              <a:gd name="csX8659" fmla="*/ 1491515 w 1722333"/>
              <a:gd name="csY8659" fmla="*/ 1114920 h 1114920"/>
              <a:gd name="csX8660" fmla="*/ 1491684 w 1722333"/>
              <a:gd name="csY8660" fmla="*/ 1114920 h 1114920"/>
              <a:gd name="csX8661" fmla="*/ 1491862 w 1722333"/>
              <a:gd name="csY8661" fmla="*/ 1114920 h 1114920"/>
              <a:gd name="csX8662" fmla="*/ 1492031 w 1722333"/>
              <a:gd name="csY8662" fmla="*/ 1114920 h 1114920"/>
              <a:gd name="csX8663" fmla="*/ 1492200 w 1722333"/>
              <a:gd name="csY8663" fmla="*/ 1114920 h 1114920"/>
              <a:gd name="csX8664" fmla="*/ 1492378 w 1722333"/>
              <a:gd name="csY8664" fmla="*/ 1114920 h 1114920"/>
              <a:gd name="csX8665" fmla="*/ 1492547 w 1722333"/>
              <a:gd name="csY8665" fmla="*/ 1114920 h 1114920"/>
              <a:gd name="csX8666" fmla="*/ 1492725 w 1722333"/>
              <a:gd name="csY8666" fmla="*/ 1114920 h 1114920"/>
              <a:gd name="csX8667" fmla="*/ 1492894 w 1722333"/>
              <a:gd name="csY8667" fmla="*/ 1114920 h 1114920"/>
              <a:gd name="csX8668" fmla="*/ 1493063 w 1722333"/>
              <a:gd name="csY8668" fmla="*/ 1114920 h 1114920"/>
              <a:gd name="csX8669" fmla="*/ 1493241 w 1722333"/>
              <a:gd name="csY8669" fmla="*/ 1114920 h 1114920"/>
              <a:gd name="csX8670" fmla="*/ 1493410 w 1722333"/>
              <a:gd name="csY8670" fmla="*/ 1114920 h 1114920"/>
              <a:gd name="csX8671" fmla="*/ 1493579 w 1722333"/>
              <a:gd name="csY8671" fmla="*/ 1114920 h 1114920"/>
              <a:gd name="csX8672" fmla="*/ 1493757 w 1722333"/>
              <a:gd name="csY8672" fmla="*/ 1114920 h 1114920"/>
              <a:gd name="csX8673" fmla="*/ 1493926 w 1722333"/>
              <a:gd name="csY8673" fmla="*/ 1114920 h 1114920"/>
              <a:gd name="csX8674" fmla="*/ 1494095 w 1722333"/>
              <a:gd name="csY8674" fmla="*/ 1114920 h 1114920"/>
              <a:gd name="csX8675" fmla="*/ 1494273 w 1722333"/>
              <a:gd name="csY8675" fmla="*/ 1114920 h 1114920"/>
              <a:gd name="csX8676" fmla="*/ 1494442 w 1722333"/>
              <a:gd name="csY8676" fmla="*/ 1114920 h 1114920"/>
              <a:gd name="csX8677" fmla="*/ 1494620 w 1722333"/>
              <a:gd name="csY8677" fmla="*/ 1114920 h 1114920"/>
              <a:gd name="csX8678" fmla="*/ 1494789 w 1722333"/>
              <a:gd name="csY8678" fmla="*/ 1114920 h 1114920"/>
              <a:gd name="csX8679" fmla="*/ 1494958 w 1722333"/>
              <a:gd name="csY8679" fmla="*/ 1114920 h 1114920"/>
              <a:gd name="csX8680" fmla="*/ 1495136 w 1722333"/>
              <a:gd name="csY8680" fmla="*/ 1114920 h 1114920"/>
              <a:gd name="csX8681" fmla="*/ 1495305 w 1722333"/>
              <a:gd name="csY8681" fmla="*/ 1114920 h 1114920"/>
              <a:gd name="csX8682" fmla="*/ 1495474 w 1722333"/>
              <a:gd name="csY8682" fmla="*/ 1114920 h 1114920"/>
              <a:gd name="csX8683" fmla="*/ 1495652 w 1722333"/>
              <a:gd name="csY8683" fmla="*/ 1114920 h 1114920"/>
              <a:gd name="csX8684" fmla="*/ 1495821 w 1722333"/>
              <a:gd name="csY8684" fmla="*/ 1114920 h 1114920"/>
              <a:gd name="csX8685" fmla="*/ 1495990 w 1722333"/>
              <a:gd name="csY8685" fmla="*/ 1114920 h 1114920"/>
              <a:gd name="csX8686" fmla="*/ 1496168 w 1722333"/>
              <a:gd name="csY8686" fmla="*/ 1114920 h 1114920"/>
              <a:gd name="csX8687" fmla="*/ 1496337 w 1722333"/>
              <a:gd name="csY8687" fmla="*/ 1114920 h 1114920"/>
              <a:gd name="csX8688" fmla="*/ 1496506 w 1722333"/>
              <a:gd name="csY8688" fmla="*/ 1114920 h 1114920"/>
              <a:gd name="csX8689" fmla="*/ 1496684 w 1722333"/>
              <a:gd name="csY8689" fmla="*/ 1114920 h 1114920"/>
              <a:gd name="csX8690" fmla="*/ 1496853 w 1722333"/>
              <a:gd name="csY8690" fmla="*/ 1114920 h 1114920"/>
              <a:gd name="csX8691" fmla="*/ 1497031 w 1722333"/>
              <a:gd name="csY8691" fmla="*/ 1114920 h 1114920"/>
              <a:gd name="csX8692" fmla="*/ 1497200 w 1722333"/>
              <a:gd name="csY8692" fmla="*/ 1114920 h 1114920"/>
              <a:gd name="csX8693" fmla="*/ 1497369 w 1722333"/>
              <a:gd name="csY8693" fmla="*/ 1114920 h 1114920"/>
              <a:gd name="csX8694" fmla="*/ 1497547 w 1722333"/>
              <a:gd name="csY8694" fmla="*/ 1114920 h 1114920"/>
              <a:gd name="csX8695" fmla="*/ 1497716 w 1722333"/>
              <a:gd name="csY8695" fmla="*/ 1114920 h 1114920"/>
              <a:gd name="csX8696" fmla="*/ 1497885 w 1722333"/>
              <a:gd name="csY8696" fmla="*/ 1114920 h 1114920"/>
              <a:gd name="csX8697" fmla="*/ 1498063 w 1722333"/>
              <a:gd name="csY8697" fmla="*/ 1114920 h 1114920"/>
              <a:gd name="csX8698" fmla="*/ 1498232 w 1722333"/>
              <a:gd name="csY8698" fmla="*/ 1114920 h 1114920"/>
              <a:gd name="csX8699" fmla="*/ 1498401 w 1722333"/>
              <a:gd name="csY8699" fmla="*/ 1114920 h 1114920"/>
              <a:gd name="csX8700" fmla="*/ 1498579 w 1722333"/>
              <a:gd name="csY8700" fmla="*/ 1114920 h 1114920"/>
              <a:gd name="csX8701" fmla="*/ 1498748 w 1722333"/>
              <a:gd name="csY8701" fmla="*/ 1114920 h 1114920"/>
              <a:gd name="csX8702" fmla="*/ 1498926 w 1722333"/>
              <a:gd name="csY8702" fmla="*/ 1114920 h 1114920"/>
              <a:gd name="csX8703" fmla="*/ 1499095 w 1722333"/>
              <a:gd name="csY8703" fmla="*/ 1114920 h 1114920"/>
              <a:gd name="csX8704" fmla="*/ 1499264 w 1722333"/>
              <a:gd name="csY8704" fmla="*/ 1114920 h 1114920"/>
              <a:gd name="csX8705" fmla="*/ 1499442 w 1722333"/>
              <a:gd name="csY8705" fmla="*/ 1114920 h 1114920"/>
              <a:gd name="csX8706" fmla="*/ 1499611 w 1722333"/>
              <a:gd name="csY8706" fmla="*/ 1114920 h 1114920"/>
              <a:gd name="csX8707" fmla="*/ 1499780 w 1722333"/>
              <a:gd name="csY8707" fmla="*/ 1114920 h 1114920"/>
              <a:gd name="csX8708" fmla="*/ 1499958 w 1722333"/>
              <a:gd name="csY8708" fmla="*/ 1114920 h 1114920"/>
              <a:gd name="csX8709" fmla="*/ 1500127 w 1722333"/>
              <a:gd name="csY8709" fmla="*/ 1114920 h 1114920"/>
              <a:gd name="csX8710" fmla="*/ 1500296 w 1722333"/>
              <a:gd name="csY8710" fmla="*/ 1114920 h 1114920"/>
              <a:gd name="csX8711" fmla="*/ 1500474 w 1722333"/>
              <a:gd name="csY8711" fmla="*/ 1114920 h 1114920"/>
              <a:gd name="csX8712" fmla="*/ 1500643 w 1722333"/>
              <a:gd name="csY8712" fmla="*/ 1114920 h 1114920"/>
              <a:gd name="csX8713" fmla="*/ 1500820 w 1722333"/>
              <a:gd name="csY8713" fmla="*/ 1114920 h 1114920"/>
              <a:gd name="csX8714" fmla="*/ 1500990 w 1722333"/>
              <a:gd name="csY8714" fmla="*/ 1114920 h 1114920"/>
              <a:gd name="csX8715" fmla="*/ 1501159 w 1722333"/>
              <a:gd name="csY8715" fmla="*/ 1114920 h 1114920"/>
              <a:gd name="csX8716" fmla="*/ 1501337 w 1722333"/>
              <a:gd name="csY8716" fmla="*/ 1114920 h 1114920"/>
              <a:gd name="csX8717" fmla="*/ 1501505 w 1722333"/>
              <a:gd name="csY8717" fmla="*/ 1114920 h 1114920"/>
              <a:gd name="csX8718" fmla="*/ 1501675 w 1722333"/>
              <a:gd name="csY8718" fmla="*/ 1114920 h 1114920"/>
              <a:gd name="csX8719" fmla="*/ 1501852 w 1722333"/>
              <a:gd name="csY8719" fmla="*/ 1114920 h 1114920"/>
              <a:gd name="csX8720" fmla="*/ 1502022 w 1722333"/>
              <a:gd name="csY8720" fmla="*/ 1114920 h 1114920"/>
              <a:gd name="csX8721" fmla="*/ 1502191 w 1722333"/>
              <a:gd name="csY8721" fmla="*/ 1114920 h 1114920"/>
              <a:gd name="csX8722" fmla="*/ 1502369 w 1722333"/>
              <a:gd name="csY8722" fmla="*/ 1114920 h 1114920"/>
              <a:gd name="csX8723" fmla="*/ 1502538 w 1722333"/>
              <a:gd name="csY8723" fmla="*/ 1114920 h 1114920"/>
              <a:gd name="csX8724" fmla="*/ 1502715 w 1722333"/>
              <a:gd name="csY8724" fmla="*/ 1114920 h 1114920"/>
              <a:gd name="csX8725" fmla="*/ 1502884 w 1722333"/>
              <a:gd name="csY8725" fmla="*/ 1114920 h 1114920"/>
              <a:gd name="csX8726" fmla="*/ 1503053 w 1722333"/>
              <a:gd name="csY8726" fmla="*/ 1114920 h 1114920"/>
              <a:gd name="csX8727" fmla="*/ 1503231 w 1722333"/>
              <a:gd name="csY8727" fmla="*/ 1114920 h 1114920"/>
              <a:gd name="csX8728" fmla="*/ 1503401 w 1722333"/>
              <a:gd name="csY8728" fmla="*/ 1114920 h 1114920"/>
              <a:gd name="csX8729" fmla="*/ 1503570 w 1722333"/>
              <a:gd name="csY8729" fmla="*/ 1114920 h 1114920"/>
              <a:gd name="csX8730" fmla="*/ 1503747 w 1722333"/>
              <a:gd name="csY8730" fmla="*/ 1114920 h 1114920"/>
              <a:gd name="csX8731" fmla="*/ 1503916 w 1722333"/>
              <a:gd name="csY8731" fmla="*/ 1114920 h 1114920"/>
              <a:gd name="csX8732" fmla="*/ 1504086 w 1722333"/>
              <a:gd name="csY8732" fmla="*/ 1114920 h 1114920"/>
              <a:gd name="csX8733" fmla="*/ 1504263 w 1722333"/>
              <a:gd name="csY8733" fmla="*/ 1114920 h 1114920"/>
              <a:gd name="csX8734" fmla="*/ 1504432 w 1722333"/>
              <a:gd name="csY8734" fmla="*/ 1114920 h 1114920"/>
              <a:gd name="csX8735" fmla="*/ 1504601 w 1722333"/>
              <a:gd name="csY8735" fmla="*/ 1114920 h 1114920"/>
              <a:gd name="csX8736" fmla="*/ 1504779 w 1722333"/>
              <a:gd name="csY8736" fmla="*/ 1114920 h 1114920"/>
              <a:gd name="csX8737" fmla="*/ 1504949 w 1722333"/>
              <a:gd name="csY8737" fmla="*/ 1114920 h 1114920"/>
              <a:gd name="csX8738" fmla="*/ 1505126 w 1722333"/>
              <a:gd name="csY8738" fmla="*/ 1114920 h 1114920"/>
              <a:gd name="csX8739" fmla="*/ 1505295 w 1722333"/>
              <a:gd name="csY8739" fmla="*/ 1114920 h 1114920"/>
              <a:gd name="csX8740" fmla="*/ 1505464 w 1722333"/>
              <a:gd name="csY8740" fmla="*/ 1114920 h 1114920"/>
              <a:gd name="csX8741" fmla="*/ 1505642 w 1722333"/>
              <a:gd name="csY8741" fmla="*/ 1114920 h 1114920"/>
              <a:gd name="csX8742" fmla="*/ 1505811 w 1722333"/>
              <a:gd name="csY8742" fmla="*/ 1114920 h 1114920"/>
              <a:gd name="csX8743" fmla="*/ 1505980 w 1722333"/>
              <a:gd name="csY8743" fmla="*/ 1114920 h 1114920"/>
              <a:gd name="csX8744" fmla="*/ 1506158 w 1722333"/>
              <a:gd name="csY8744" fmla="*/ 1114920 h 1114920"/>
              <a:gd name="csX8745" fmla="*/ 1506327 w 1722333"/>
              <a:gd name="csY8745" fmla="*/ 1114920 h 1114920"/>
              <a:gd name="csX8746" fmla="*/ 1506497 w 1722333"/>
              <a:gd name="csY8746" fmla="*/ 1114920 h 1114920"/>
              <a:gd name="csX8747" fmla="*/ 1506674 w 1722333"/>
              <a:gd name="csY8747" fmla="*/ 1114920 h 1114920"/>
              <a:gd name="csX8748" fmla="*/ 1506843 w 1722333"/>
              <a:gd name="csY8748" fmla="*/ 1114920 h 1114920"/>
              <a:gd name="csX8749" fmla="*/ 1507021 w 1722333"/>
              <a:gd name="csY8749" fmla="*/ 1114920 h 1114920"/>
              <a:gd name="csX8750" fmla="*/ 1507190 w 1722333"/>
              <a:gd name="csY8750" fmla="*/ 1114920 h 1114920"/>
              <a:gd name="csX8751" fmla="*/ 1507359 w 1722333"/>
              <a:gd name="csY8751" fmla="*/ 1114920 h 1114920"/>
              <a:gd name="csX8752" fmla="*/ 1507537 w 1722333"/>
              <a:gd name="csY8752" fmla="*/ 1114920 h 1114920"/>
              <a:gd name="csX8753" fmla="*/ 1507706 w 1722333"/>
              <a:gd name="csY8753" fmla="*/ 1114920 h 1114920"/>
              <a:gd name="csX8754" fmla="*/ 1507875 w 1722333"/>
              <a:gd name="csY8754" fmla="*/ 1114920 h 1114920"/>
              <a:gd name="csX8755" fmla="*/ 1508053 w 1722333"/>
              <a:gd name="csY8755" fmla="*/ 1114920 h 1114920"/>
              <a:gd name="csX8756" fmla="*/ 1508222 w 1722333"/>
              <a:gd name="csY8756" fmla="*/ 1114920 h 1114920"/>
              <a:gd name="csX8757" fmla="*/ 1508391 w 1722333"/>
              <a:gd name="csY8757" fmla="*/ 1114920 h 1114920"/>
              <a:gd name="csX8758" fmla="*/ 1508569 w 1722333"/>
              <a:gd name="csY8758" fmla="*/ 1114920 h 1114920"/>
              <a:gd name="csX8759" fmla="*/ 1508738 w 1722333"/>
              <a:gd name="csY8759" fmla="*/ 1114920 h 1114920"/>
              <a:gd name="csX8760" fmla="*/ 1508916 w 1722333"/>
              <a:gd name="csY8760" fmla="*/ 1114920 h 1114920"/>
              <a:gd name="csX8761" fmla="*/ 1509085 w 1722333"/>
              <a:gd name="csY8761" fmla="*/ 1114920 h 1114920"/>
              <a:gd name="csX8762" fmla="*/ 1509254 w 1722333"/>
              <a:gd name="csY8762" fmla="*/ 1114920 h 1114920"/>
              <a:gd name="csX8763" fmla="*/ 1509432 w 1722333"/>
              <a:gd name="csY8763" fmla="*/ 1114920 h 1114920"/>
              <a:gd name="csX8764" fmla="*/ 1509601 w 1722333"/>
              <a:gd name="csY8764" fmla="*/ 1114920 h 1114920"/>
              <a:gd name="csX8765" fmla="*/ 1509770 w 1722333"/>
              <a:gd name="csY8765" fmla="*/ 1114920 h 1114920"/>
              <a:gd name="csX8766" fmla="*/ 1509948 w 1722333"/>
              <a:gd name="csY8766" fmla="*/ 1114920 h 1114920"/>
              <a:gd name="csX8767" fmla="*/ 1510117 w 1722333"/>
              <a:gd name="csY8767" fmla="*/ 1114920 h 1114920"/>
              <a:gd name="csX8768" fmla="*/ 1510286 w 1722333"/>
              <a:gd name="csY8768" fmla="*/ 1114920 h 1114920"/>
              <a:gd name="csX8769" fmla="*/ 1510464 w 1722333"/>
              <a:gd name="csY8769" fmla="*/ 1114920 h 1114920"/>
              <a:gd name="csX8770" fmla="*/ 1510633 w 1722333"/>
              <a:gd name="csY8770" fmla="*/ 1114920 h 1114920"/>
              <a:gd name="csX8771" fmla="*/ 1510811 w 1722333"/>
              <a:gd name="csY8771" fmla="*/ 1114920 h 1114920"/>
              <a:gd name="csX8772" fmla="*/ 1510980 w 1722333"/>
              <a:gd name="csY8772" fmla="*/ 1114920 h 1114920"/>
              <a:gd name="csX8773" fmla="*/ 1511149 w 1722333"/>
              <a:gd name="csY8773" fmla="*/ 1114920 h 1114920"/>
              <a:gd name="csX8774" fmla="*/ 1511327 w 1722333"/>
              <a:gd name="csY8774" fmla="*/ 1114920 h 1114920"/>
              <a:gd name="csX8775" fmla="*/ 1511496 w 1722333"/>
              <a:gd name="csY8775" fmla="*/ 1114920 h 1114920"/>
              <a:gd name="csX8776" fmla="*/ 1511665 w 1722333"/>
              <a:gd name="csY8776" fmla="*/ 1114920 h 1114920"/>
              <a:gd name="csX8777" fmla="*/ 1511843 w 1722333"/>
              <a:gd name="csY8777" fmla="*/ 1114920 h 1114920"/>
              <a:gd name="csX8778" fmla="*/ 1512012 w 1722333"/>
              <a:gd name="csY8778" fmla="*/ 1114920 h 1114920"/>
              <a:gd name="csX8779" fmla="*/ 1512181 w 1722333"/>
              <a:gd name="csY8779" fmla="*/ 1114920 h 1114920"/>
              <a:gd name="csX8780" fmla="*/ 1512359 w 1722333"/>
              <a:gd name="csY8780" fmla="*/ 1114920 h 1114920"/>
              <a:gd name="csX8781" fmla="*/ 1512528 w 1722333"/>
              <a:gd name="csY8781" fmla="*/ 1114920 h 1114920"/>
              <a:gd name="csX8782" fmla="*/ 1512697 w 1722333"/>
              <a:gd name="csY8782" fmla="*/ 1114920 h 1114920"/>
              <a:gd name="csX8783" fmla="*/ 1512875 w 1722333"/>
              <a:gd name="csY8783" fmla="*/ 1114920 h 1114920"/>
              <a:gd name="csX8784" fmla="*/ 1513044 w 1722333"/>
              <a:gd name="csY8784" fmla="*/ 1114920 h 1114920"/>
              <a:gd name="csX8785" fmla="*/ 1513222 w 1722333"/>
              <a:gd name="csY8785" fmla="*/ 1114920 h 1114920"/>
              <a:gd name="csX8786" fmla="*/ 1513391 w 1722333"/>
              <a:gd name="csY8786" fmla="*/ 1114920 h 1114920"/>
              <a:gd name="csX8787" fmla="*/ 1513560 w 1722333"/>
              <a:gd name="csY8787" fmla="*/ 1114920 h 1114920"/>
              <a:gd name="csX8788" fmla="*/ 1513738 w 1722333"/>
              <a:gd name="csY8788" fmla="*/ 1114920 h 1114920"/>
              <a:gd name="csX8789" fmla="*/ 1513907 w 1722333"/>
              <a:gd name="csY8789" fmla="*/ 1114920 h 1114920"/>
              <a:gd name="csX8790" fmla="*/ 1514076 w 1722333"/>
              <a:gd name="csY8790" fmla="*/ 1114920 h 1114920"/>
              <a:gd name="csX8791" fmla="*/ 1514254 w 1722333"/>
              <a:gd name="csY8791" fmla="*/ 1114920 h 1114920"/>
              <a:gd name="csX8792" fmla="*/ 1514423 w 1722333"/>
              <a:gd name="csY8792" fmla="*/ 1114920 h 1114920"/>
              <a:gd name="csX8793" fmla="*/ 1514592 w 1722333"/>
              <a:gd name="csY8793" fmla="*/ 1114920 h 1114920"/>
              <a:gd name="csX8794" fmla="*/ 1514770 w 1722333"/>
              <a:gd name="csY8794" fmla="*/ 1114920 h 1114920"/>
              <a:gd name="csX8795" fmla="*/ 1514939 w 1722333"/>
              <a:gd name="csY8795" fmla="*/ 1114920 h 1114920"/>
              <a:gd name="csX8796" fmla="*/ 1515117 w 1722333"/>
              <a:gd name="csY8796" fmla="*/ 1114920 h 1114920"/>
              <a:gd name="csX8797" fmla="*/ 1515286 w 1722333"/>
              <a:gd name="csY8797" fmla="*/ 1114920 h 1114920"/>
              <a:gd name="csX8798" fmla="*/ 1515455 w 1722333"/>
              <a:gd name="csY8798" fmla="*/ 1114920 h 1114920"/>
              <a:gd name="csX8799" fmla="*/ 1515633 w 1722333"/>
              <a:gd name="csY8799" fmla="*/ 1114920 h 1114920"/>
              <a:gd name="csX8800" fmla="*/ 1515802 w 1722333"/>
              <a:gd name="csY8800" fmla="*/ 1114920 h 1114920"/>
              <a:gd name="csX8801" fmla="*/ 1515971 w 1722333"/>
              <a:gd name="csY8801" fmla="*/ 1114920 h 1114920"/>
              <a:gd name="csX8802" fmla="*/ 1516149 w 1722333"/>
              <a:gd name="csY8802" fmla="*/ 1114920 h 1114920"/>
              <a:gd name="csX8803" fmla="*/ 1516318 w 1722333"/>
              <a:gd name="csY8803" fmla="*/ 1114920 h 1114920"/>
              <a:gd name="csX8804" fmla="*/ 1516487 w 1722333"/>
              <a:gd name="csY8804" fmla="*/ 1114920 h 1114920"/>
              <a:gd name="csX8805" fmla="*/ 1516665 w 1722333"/>
              <a:gd name="csY8805" fmla="*/ 1114920 h 1114920"/>
              <a:gd name="csX8806" fmla="*/ 1516834 w 1722333"/>
              <a:gd name="csY8806" fmla="*/ 1114920 h 1114920"/>
              <a:gd name="csX8807" fmla="*/ 1517012 w 1722333"/>
              <a:gd name="csY8807" fmla="*/ 1114920 h 1114920"/>
              <a:gd name="csX8808" fmla="*/ 1517181 w 1722333"/>
              <a:gd name="csY8808" fmla="*/ 1114920 h 1114920"/>
              <a:gd name="csX8809" fmla="*/ 1517350 w 1722333"/>
              <a:gd name="csY8809" fmla="*/ 1114920 h 1114920"/>
              <a:gd name="csX8810" fmla="*/ 1517528 w 1722333"/>
              <a:gd name="csY8810" fmla="*/ 1114920 h 1114920"/>
              <a:gd name="csX8811" fmla="*/ 1517697 w 1722333"/>
              <a:gd name="csY8811" fmla="*/ 1114920 h 1114920"/>
              <a:gd name="csX8812" fmla="*/ 1517866 w 1722333"/>
              <a:gd name="csY8812" fmla="*/ 1114920 h 1114920"/>
              <a:gd name="csX8813" fmla="*/ 1518044 w 1722333"/>
              <a:gd name="csY8813" fmla="*/ 1114920 h 1114920"/>
              <a:gd name="csX8814" fmla="*/ 1518213 w 1722333"/>
              <a:gd name="csY8814" fmla="*/ 1114920 h 1114920"/>
              <a:gd name="csX8815" fmla="*/ 1518382 w 1722333"/>
              <a:gd name="csY8815" fmla="*/ 1114920 h 1114920"/>
              <a:gd name="csX8816" fmla="*/ 1518560 w 1722333"/>
              <a:gd name="csY8816" fmla="*/ 1114920 h 1114920"/>
              <a:gd name="csX8817" fmla="*/ 1518729 w 1722333"/>
              <a:gd name="csY8817" fmla="*/ 1114920 h 1114920"/>
              <a:gd name="csX8818" fmla="*/ 1518907 w 1722333"/>
              <a:gd name="csY8818" fmla="*/ 1114920 h 1114920"/>
              <a:gd name="csX8819" fmla="*/ 1519076 w 1722333"/>
              <a:gd name="csY8819" fmla="*/ 1114920 h 1114920"/>
              <a:gd name="csX8820" fmla="*/ 1519245 w 1722333"/>
              <a:gd name="csY8820" fmla="*/ 1114920 h 1114920"/>
              <a:gd name="csX8821" fmla="*/ 1519423 w 1722333"/>
              <a:gd name="csY8821" fmla="*/ 1114920 h 1114920"/>
              <a:gd name="csX8822" fmla="*/ 1519592 w 1722333"/>
              <a:gd name="csY8822" fmla="*/ 1114920 h 1114920"/>
              <a:gd name="csX8823" fmla="*/ 1519761 w 1722333"/>
              <a:gd name="csY8823" fmla="*/ 1114920 h 1114920"/>
              <a:gd name="csX8824" fmla="*/ 1519939 w 1722333"/>
              <a:gd name="csY8824" fmla="*/ 1114920 h 1114920"/>
              <a:gd name="csX8825" fmla="*/ 1520108 w 1722333"/>
              <a:gd name="csY8825" fmla="*/ 1114920 h 1114920"/>
              <a:gd name="csX8826" fmla="*/ 1520277 w 1722333"/>
              <a:gd name="csY8826" fmla="*/ 1114920 h 1114920"/>
              <a:gd name="csX8827" fmla="*/ 1520455 w 1722333"/>
              <a:gd name="csY8827" fmla="*/ 1114920 h 1114920"/>
              <a:gd name="csX8828" fmla="*/ 1520624 w 1722333"/>
              <a:gd name="csY8828" fmla="*/ 1114920 h 1114920"/>
              <a:gd name="csX8829" fmla="*/ 1520793 w 1722333"/>
              <a:gd name="csY8829" fmla="*/ 1114920 h 1114920"/>
              <a:gd name="csX8830" fmla="*/ 1520971 w 1722333"/>
              <a:gd name="csY8830" fmla="*/ 1114920 h 1114920"/>
              <a:gd name="csX8831" fmla="*/ 1521140 w 1722333"/>
              <a:gd name="csY8831" fmla="*/ 1114920 h 1114920"/>
              <a:gd name="csX8832" fmla="*/ 1521318 w 1722333"/>
              <a:gd name="csY8832" fmla="*/ 1114920 h 1114920"/>
              <a:gd name="csX8833" fmla="*/ 1521487 w 1722333"/>
              <a:gd name="csY8833" fmla="*/ 1114920 h 1114920"/>
              <a:gd name="csX8834" fmla="*/ 1521656 w 1722333"/>
              <a:gd name="csY8834" fmla="*/ 1114920 h 1114920"/>
              <a:gd name="csX8835" fmla="*/ 1521834 w 1722333"/>
              <a:gd name="csY8835" fmla="*/ 1114920 h 1114920"/>
              <a:gd name="csX8836" fmla="*/ 1522003 w 1722333"/>
              <a:gd name="csY8836" fmla="*/ 1114920 h 1114920"/>
              <a:gd name="csX8837" fmla="*/ 1522172 w 1722333"/>
              <a:gd name="csY8837" fmla="*/ 1114920 h 1114920"/>
              <a:gd name="csX8838" fmla="*/ 1522350 w 1722333"/>
              <a:gd name="csY8838" fmla="*/ 1114920 h 1114920"/>
              <a:gd name="csX8839" fmla="*/ 1522519 w 1722333"/>
              <a:gd name="csY8839" fmla="*/ 1114920 h 1114920"/>
              <a:gd name="csX8840" fmla="*/ 1522688 w 1722333"/>
              <a:gd name="csY8840" fmla="*/ 1114920 h 1114920"/>
              <a:gd name="csX8841" fmla="*/ 1522866 w 1722333"/>
              <a:gd name="csY8841" fmla="*/ 1114920 h 1114920"/>
              <a:gd name="csX8842" fmla="*/ 1523035 w 1722333"/>
              <a:gd name="csY8842" fmla="*/ 1114920 h 1114920"/>
              <a:gd name="csX8843" fmla="*/ 1523213 w 1722333"/>
              <a:gd name="csY8843" fmla="*/ 1114920 h 1114920"/>
              <a:gd name="csX8844" fmla="*/ 1523382 w 1722333"/>
              <a:gd name="csY8844" fmla="*/ 1114920 h 1114920"/>
              <a:gd name="csX8845" fmla="*/ 1523551 w 1722333"/>
              <a:gd name="csY8845" fmla="*/ 1114920 h 1114920"/>
              <a:gd name="csX8846" fmla="*/ 1523729 w 1722333"/>
              <a:gd name="csY8846" fmla="*/ 1114920 h 1114920"/>
              <a:gd name="csX8847" fmla="*/ 1523898 w 1722333"/>
              <a:gd name="csY8847" fmla="*/ 1114920 h 1114920"/>
              <a:gd name="csX8848" fmla="*/ 1524067 w 1722333"/>
              <a:gd name="csY8848" fmla="*/ 1114920 h 1114920"/>
              <a:gd name="csX8849" fmla="*/ 1524245 w 1722333"/>
              <a:gd name="csY8849" fmla="*/ 1114920 h 1114920"/>
              <a:gd name="csX8850" fmla="*/ 1524414 w 1722333"/>
              <a:gd name="csY8850" fmla="*/ 1114920 h 1114920"/>
              <a:gd name="csX8851" fmla="*/ 1524583 w 1722333"/>
              <a:gd name="csY8851" fmla="*/ 1114920 h 1114920"/>
              <a:gd name="csX8852" fmla="*/ 1524761 w 1722333"/>
              <a:gd name="csY8852" fmla="*/ 1114920 h 1114920"/>
              <a:gd name="csX8853" fmla="*/ 1524930 w 1722333"/>
              <a:gd name="csY8853" fmla="*/ 1114920 h 1114920"/>
              <a:gd name="csX8854" fmla="*/ 1525108 w 1722333"/>
              <a:gd name="csY8854" fmla="*/ 1114920 h 1114920"/>
              <a:gd name="csX8855" fmla="*/ 1525277 w 1722333"/>
              <a:gd name="csY8855" fmla="*/ 1114920 h 1114920"/>
              <a:gd name="csX8856" fmla="*/ 1525446 w 1722333"/>
              <a:gd name="csY8856" fmla="*/ 1114920 h 1114920"/>
              <a:gd name="csX8857" fmla="*/ 1525624 w 1722333"/>
              <a:gd name="csY8857" fmla="*/ 1114920 h 1114920"/>
              <a:gd name="csX8858" fmla="*/ 1525793 w 1722333"/>
              <a:gd name="csY8858" fmla="*/ 1114920 h 1114920"/>
              <a:gd name="csX8859" fmla="*/ 1525962 w 1722333"/>
              <a:gd name="csY8859" fmla="*/ 1114920 h 1114920"/>
              <a:gd name="csX8860" fmla="*/ 1526140 w 1722333"/>
              <a:gd name="csY8860" fmla="*/ 1114920 h 1114920"/>
              <a:gd name="csX8861" fmla="*/ 1526309 w 1722333"/>
              <a:gd name="csY8861" fmla="*/ 1114920 h 1114920"/>
              <a:gd name="csX8862" fmla="*/ 1526478 w 1722333"/>
              <a:gd name="csY8862" fmla="*/ 1114920 h 1114920"/>
              <a:gd name="csX8863" fmla="*/ 1526656 w 1722333"/>
              <a:gd name="csY8863" fmla="*/ 1114920 h 1114920"/>
              <a:gd name="csX8864" fmla="*/ 1526825 w 1722333"/>
              <a:gd name="csY8864" fmla="*/ 1114920 h 1114920"/>
              <a:gd name="csX8865" fmla="*/ 1527003 w 1722333"/>
              <a:gd name="csY8865" fmla="*/ 1114920 h 1114920"/>
              <a:gd name="csX8866" fmla="*/ 1527172 w 1722333"/>
              <a:gd name="csY8866" fmla="*/ 1114920 h 1114920"/>
              <a:gd name="csX8867" fmla="*/ 1527341 w 1722333"/>
              <a:gd name="csY8867" fmla="*/ 1114920 h 1114920"/>
              <a:gd name="csX8868" fmla="*/ 1527519 w 1722333"/>
              <a:gd name="csY8868" fmla="*/ 1114920 h 1114920"/>
              <a:gd name="csX8869" fmla="*/ 1527688 w 1722333"/>
              <a:gd name="csY8869" fmla="*/ 1114920 h 1114920"/>
              <a:gd name="csX8870" fmla="*/ 1527857 w 1722333"/>
              <a:gd name="csY8870" fmla="*/ 1114920 h 1114920"/>
              <a:gd name="csX8871" fmla="*/ 1528035 w 1722333"/>
              <a:gd name="csY8871" fmla="*/ 1114920 h 1114920"/>
              <a:gd name="csX8872" fmla="*/ 1528204 w 1722333"/>
              <a:gd name="csY8872" fmla="*/ 1114920 h 1114920"/>
              <a:gd name="csX8873" fmla="*/ 1528373 w 1722333"/>
              <a:gd name="csY8873" fmla="*/ 1114920 h 1114920"/>
              <a:gd name="csX8874" fmla="*/ 1528551 w 1722333"/>
              <a:gd name="csY8874" fmla="*/ 1114920 h 1114920"/>
              <a:gd name="csX8875" fmla="*/ 1528720 w 1722333"/>
              <a:gd name="csY8875" fmla="*/ 1114920 h 1114920"/>
              <a:gd name="csX8876" fmla="*/ 1528889 w 1722333"/>
              <a:gd name="csY8876" fmla="*/ 1114920 h 1114920"/>
              <a:gd name="csX8877" fmla="*/ 1529067 w 1722333"/>
              <a:gd name="csY8877" fmla="*/ 1114920 h 1114920"/>
              <a:gd name="csX8878" fmla="*/ 1529236 w 1722333"/>
              <a:gd name="csY8878" fmla="*/ 1114920 h 1114920"/>
              <a:gd name="csX8879" fmla="*/ 1529414 w 1722333"/>
              <a:gd name="csY8879" fmla="*/ 1114920 h 1114920"/>
              <a:gd name="csX8880" fmla="*/ 1529583 w 1722333"/>
              <a:gd name="csY8880" fmla="*/ 1114920 h 1114920"/>
              <a:gd name="csX8881" fmla="*/ 1529752 w 1722333"/>
              <a:gd name="csY8881" fmla="*/ 1114920 h 1114920"/>
              <a:gd name="csX8882" fmla="*/ 1529930 w 1722333"/>
              <a:gd name="csY8882" fmla="*/ 1114920 h 1114920"/>
              <a:gd name="csX8883" fmla="*/ 1530099 w 1722333"/>
              <a:gd name="csY8883" fmla="*/ 1114920 h 1114920"/>
              <a:gd name="csX8884" fmla="*/ 1530268 w 1722333"/>
              <a:gd name="csY8884" fmla="*/ 1114920 h 1114920"/>
              <a:gd name="csX8885" fmla="*/ 1530446 w 1722333"/>
              <a:gd name="csY8885" fmla="*/ 1114920 h 1114920"/>
              <a:gd name="csX8886" fmla="*/ 1530615 w 1722333"/>
              <a:gd name="csY8886" fmla="*/ 1114920 h 1114920"/>
              <a:gd name="csX8887" fmla="*/ 1530784 w 1722333"/>
              <a:gd name="csY8887" fmla="*/ 1114920 h 1114920"/>
              <a:gd name="csX8888" fmla="*/ 1530962 w 1722333"/>
              <a:gd name="csY8888" fmla="*/ 1114920 h 1114920"/>
              <a:gd name="csX8889" fmla="*/ 1531131 w 1722333"/>
              <a:gd name="csY8889" fmla="*/ 1114920 h 1114920"/>
              <a:gd name="csX8890" fmla="*/ 1531309 w 1722333"/>
              <a:gd name="csY8890" fmla="*/ 1114920 h 1114920"/>
              <a:gd name="csX8891" fmla="*/ 1531478 w 1722333"/>
              <a:gd name="csY8891" fmla="*/ 1114920 h 1114920"/>
              <a:gd name="csX8892" fmla="*/ 1531647 w 1722333"/>
              <a:gd name="csY8892" fmla="*/ 1114920 h 1114920"/>
              <a:gd name="csX8893" fmla="*/ 1531825 w 1722333"/>
              <a:gd name="csY8893" fmla="*/ 1114920 h 1114920"/>
              <a:gd name="csX8894" fmla="*/ 1531994 w 1722333"/>
              <a:gd name="csY8894" fmla="*/ 1114920 h 1114920"/>
              <a:gd name="csX8895" fmla="*/ 1532163 w 1722333"/>
              <a:gd name="csY8895" fmla="*/ 1114920 h 1114920"/>
              <a:gd name="csX8896" fmla="*/ 1532341 w 1722333"/>
              <a:gd name="csY8896" fmla="*/ 1114920 h 1114920"/>
              <a:gd name="csX8897" fmla="*/ 1532510 w 1722333"/>
              <a:gd name="csY8897" fmla="*/ 1114920 h 1114920"/>
              <a:gd name="csX8898" fmla="*/ 1532679 w 1722333"/>
              <a:gd name="csY8898" fmla="*/ 1114920 h 1114920"/>
              <a:gd name="csX8899" fmla="*/ 1532857 w 1722333"/>
              <a:gd name="csY8899" fmla="*/ 1114920 h 1114920"/>
              <a:gd name="csX8900" fmla="*/ 1533026 w 1722333"/>
              <a:gd name="csY8900" fmla="*/ 1114920 h 1114920"/>
              <a:gd name="csX8901" fmla="*/ 1533204 w 1722333"/>
              <a:gd name="csY8901" fmla="*/ 1114920 h 1114920"/>
              <a:gd name="csX8902" fmla="*/ 1533373 w 1722333"/>
              <a:gd name="csY8902" fmla="*/ 1114920 h 1114920"/>
              <a:gd name="csX8903" fmla="*/ 1533542 w 1722333"/>
              <a:gd name="csY8903" fmla="*/ 1114920 h 1114920"/>
              <a:gd name="csX8904" fmla="*/ 1533720 w 1722333"/>
              <a:gd name="csY8904" fmla="*/ 1114920 h 1114920"/>
              <a:gd name="csX8905" fmla="*/ 1533889 w 1722333"/>
              <a:gd name="csY8905" fmla="*/ 1114920 h 1114920"/>
              <a:gd name="csX8906" fmla="*/ 1534058 w 1722333"/>
              <a:gd name="csY8906" fmla="*/ 1114920 h 1114920"/>
              <a:gd name="csX8907" fmla="*/ 1534236 w 1722333"/>
              <a:gd name="csY8907" fmla="*/ 1114920 h 1114920"/>
              <a:gd name="csX8908" fmla="*/ 1534405 w 1722333"/>
              <a:gd name="csY8908" fmla="*/ 1114920 h 1114920"/>
              <a:gd name="csX8909" fmla="*/ 1534574 w 1722333"/>
              <a:gd name="csY8909" fmla="*/ 1114920 h 1114920"/>
              <a:gd name="csX8910" fmla="*/ 1534752 w 1722333"/>
              <a:gd name="csY8910" fmla="*/ 1114920 h 1114920"/>
              <a:gd name="csX8911" fmla="*/ 1534921 w 1722333"/>
              <a:gd name="csY8911" fmla="*/ 1114920 h 1114920"/>
              <a:gd name="csX8912" fmla="*/ 1535099 w 1722333"/>
              <a:gd name="csY8912" fmla="*/ 1114920 h 1114920"/>
              <a:gd name="csX8913" fmla="*/ 1535267 w 1722333"/>
              <a:gd name="csY8913" fmla="*/ 1114920 h 1114920"/>
              <a:gd name="csX8914" fmla="*/ 1535437 w 1722333"/>
              <a:gd name="csY8914" fmla="*/ 1114920 h 1114920"/>
              <a:gd name="csX8915" fmla="*/ 1535615 w 1722333"/>
              <a:gd name="csY8915" fmla="*/ 1114920 h 1114920"/>
              <a:gd name="csX8916" fmla="*/ 1535784 w 1722333"/>
              <a:gd name="csY8916" fmla="*/ 1114920 h 1114920"/>
              <a:gd name="csX8917" fmla="*/ 1535953 w 1722333"/>
              <a:gd name="csY8917" fmla="*/ 1114920 h 1114920"/>
              <a:gd name="csX8918" fmla="*/ 1536130 w 1722333"/>
              <a:gd name="csY8918" fmla="*/ 1114920 h 1114920"/>
              <a:gd name="csX8919" fmla="*/ 1536300 w 1722333"/>
              <a:gd name="csY8919" fmla="*/ 1114920 h 1114920"/>
              <a:gd name="csX8920" fmla="*/ 1536469 w 1722333"/>
              <a:gd name="csY8920" fmla="*/ 1114920 h 1114920"/>
              <a:gd name="csX8921" fmla="*/ 1536646 w 1722333"/>
              <a:gd name="csY8921" fmla="*/ 1114920 h 1114920"/>
              <a:gd name="csX8922" fmla="*/ 1536815 w 1722333"/>
              <a:gd name="csY8922" fmla="*/ 1114920 h 1114920"/>
              <a:gd name="csX8923" fmla="*/ 1536985 w 1722333"/>
              <a:gd name="csY8923" fmla="*/ 1114920 h 1114920"/>
              <a:gd name="csX8924" fmla="*/ 1537163 w 1722333"/>
              <a:gd name="csY8924" fmla="*/ 1114920 h 1114920"/>
              <a:gd name="csX8925" fmla="*/ 1537332 w 1722333"/>
              <a:gd name="csY8925" fmla="*/ 1114920 h 1114920"/>
              <a:gd name="csX8926" fmla="*/ 1537509 w 1722333"/>
              <a:gd name="csY8926" fmla="*/ 1114920 h 1114920"/>
              <a:gd name="csX8927" fmla="*/ 1537679 w 1722333"/>
              <a:gd name="csY8927" fmla="*/ 1114920 h 1114920"/>
              <a:gd name="csX8928" fmla="*/ 1537848 w 1722333"/>
              <a:gd name="csY8928" fmla="*/ 1114920 h 1114920"/>
              <a:gd name="csX8929" fmla="*/ 1538025 w 1722333"/>
              <a:gd name="csY8929" fmla="*/ 1114920 h 1114920"/>
              <a:gd name="csX8930" fmla="*/ 1538194 w 1722333"/>
              <a:gd name="csY8930" fmla="*/ 1114920 h 1114920"/>
              <a:gd name="csX8931" fmla="*/ 1538363 w 1722333"/>
              <a:gd name="csY8931" fmla="*/ 1114920 h 1114920"/>
              <a:gd name="csX8932" fmla="*/ 1538542 w 1722333"/>
              <a:gd name="csY8932" fmla="*/ 1114920 h 1114920"/>
              <a:gd name="csX8933" fmla="*/ 1538711 w 1722333"/>
              <a:gd name="csY8933" fmla="*/ 1114920 h 1114920"/>
              <a:gd name="csX8934" fmla="*/ 1538879 w 1722333"/>
              <a:gd name="csY8934" fmla="*/ 1114920 h 1114920"/>
              <a:gd name="csX8935" fmla="*/ 1539057 w 1722333"/>
              <a:gd name="csY8935" fmla="*/ 1114920 h 1114920"/>
              <a:gd name="csX8936" fmla="*/ 1539227 w 1722333"/>
              <a:gd name="csY8936" fmla="*/ 1114920 h 1114920"/>
              <a:gd name="csX8937" fmla="*/ 1539404 w 1722333"/>
              <a:gd name="csY8937" fmla="*/ 1114920 h 1114920"/>
              <a:gd name="csX8938" fmla="*/ 1539573 w 1722333"/>
              <a:gd name="csY8938" fmla="*/ 1114920 h 1114920"/>
              <a:gd name="csX8939" fmla="*/ 1539742 w 1722333"/>
              <a:gd name="csY8939" fmla="*/ 1114920 h 1114920"/>
              <a:gd name="csX8940" fmla="*/ 1539920 w 1722333"/>
              <a:gd name="csY8940" fmla="*/ 1114920 h 1114920"/>
              <a:gd name="csX8941" fmla="*/ 1540090 w 1722333"/>
              <a:gd name="csY8941" fmla="*/ 1114920 h 1114920"/>
              <a:gd name="csX8942" fmla="*/ 1540258 w 1722333"/>
              <a:gd name="csY8942" fmla="*/ 1114920 h 1114920"/>
              <a:gd name="csX8943" fmla="*/ 1540436 w 1722333"/>
              <a:gd name="csY8943" fmla="*/ 1114920 h 1114920"/>
              <a:gd name="csX8944" fmla="*/ 1540605 w 1722333"/>
              <a:gd name="csY8944" fmla="*/ 1114920 h 1114920"/>
              <a:gd name="csX8945" fmla="*/ 1540775 w 1722333"/>
              <a:gd name="csY8945" fmla="*/ 1114920 h 1114920"/>
              <a:gd name="csX8946" fmla="*/ 1540952 w 1722333"/>
              <a:gd name="csY8946" fmla="*/ 1114920 h 1114920"/>
              <a:gd name="csX8947" fmla="*/ 1541121 w 1722333"/>
              <a:gd name="csY8947" fmla="*/ 1114920 h 1114920"/>
              <a:gd name="csX8948" fmla="*/ 1541299 w 1722333"/>
              <a:gd name="csY8948" fmla="*/ 1114920 h 1114920"/>
              <a:gd name="csX8949" fmla="*/ 1541468 w 1722333"/>
              <a:gd name="csY8949" fmla="*/ 1114920 h 1114920"/>
              <a:gd name="csX8950" fmla="*/ 1541637 w 1722333"/>
              <a:gd name="csY8950" fmla="*/ 1114920 h 1114920"/>
              <a:gd name="csX8951" fmla="*/ 1541815 w 1722333"/>
              <a:gd name="csY8951" fmla="*/ 1114920 h 1114920"/>
              <a:gd name="csX8952" fmla="*/ 1541984 w 1722333"/>
              <a:gd name="csY8952" fmla="*/ 1114920 h 1114920"/>
              <a:gd name="csX8953" fmla="*/ 1542153 w 1722333"/>
              <a:gd name="csY8953" fmla="*/ 1114920 h 1114920"/>
              <a:gd name="csX8954" fmla="*/ 1542331 w 1722333"/>
              <a:gd name="csY8954" fmla="*/ 1114920 h 1114920"/>
              <a:gd name="csX8955" fmla="*/ 1542500 w 1722333"/>
              <a:gd name="csY8955" fmla="*/ 1114920 h 1114920"/>
              <a:gd name="csX8956" fmla="*/ 1542669 w 1722333"/>
              <a:gd name="csY8956" fmla="*/ 1114920 h 1114920"/>
              <a:gd name="csX8957" fmla="*/ 1542847 w 1722333"/>
              <a:gd name="csY8957" fmla="*/ 1114920 h 1114920"/>
              <a:gd name="csX8958" fmla="*/ 1543016 w 1722333"/>
              <a:gd name="csY8958" fmla="*/ 1114920 h 1114920"/>
              <a:gd name="csX8959" fmla="*/ 1543194 w 1722333"/>
              <a:gd name="csY8959" fmla="*/ 1114920 h 1114920"/>
              <a:gd name="csX8960" fmla="*/ 1543363 w 1722333"/>
              <a:gd name="csY8960" fmla="*/ 1114920 h 1114920"/>
              <a:gd name="csX8961" fmla="*/ 1543532 w 1722333"/>
              <a:gd name="csY8961" fmla="*/ 1114920 h 1114920"/>
              <a:gd name="csX8962" fmla="*/ 1543710 w 1722333"/>
              <a:gd name="csY8962" fmla="*/ 1114920 h 1114920"/>
              <a:gd name="csX8963" fmla="*/ 1543879 w 1722333"/>
              <a:gd name="csY8963" fmla="*/ 1114920 h 1114920"/>
              <a:gd name="csX8964" fmla="*/ 1544048 w 1722333"/>
              <a:gd name="csY8964" fmla="*/ 1114920 h 1114920"/>
              <a:gd name="csX8965" fmla="*/ 1544226 w 1722333"/>
              <a:gd name="csY8965" fmla="*/ 1114920 h 1114920"/>
              <a:gd name="csX8966" fmla="*/ 1544395 w 1722333"/>
              <a:gd name="csY8966" fmla="*/ 1114920 h 1114920"/>
              <a:gd name="csX8967" fmla="*/ 1544564 w 1722333"/>
              <a:gd name="csY8967" fmla="*/ 1114920 h 1114920"/>
              <a:gd name="csX8968" fmla="*/ 1544742 w 1722333"/>
              <a:gd name="csY8968" fmla="*/ 1114920 h 1114920"/>
              <a:gd name="csX8969" fmla="*/ 1544911 w 1722333"/>
              <a:gd name="csY8969" fmla="*/ 1114920 h 1114920"/>
              <a:gd name="csX8970" fmla="*/ 1545080 w 1722333"/>
              <a:gd name="csY8970" fmla="*/ 1114920 h 1114920"/>
              <a:gd name="csX8971" fmla="*/ 1545258 w 1722333"/>
              <a:gd name="csY8971" fmla="*/ 1114920 h 1114920"/>
              <a:gd name="csX8972" fmla="*/ 1545427 w 1722333"/>
              <a:gd name="csY8972" fmla="*/ 1114920 h 1114920"/>
              <a:gd name="csX8973" fmla="*/ 1545605 w 1722333"/>
              <a:gd name="csY8973" fmla="*/ 1114920 h 1114920"/>
              <a:gd name="csX8974" fmla="*/ 1545774 w 1722333"/>
              <a:gd name="csY8974" fmla="*/ 1114920 h 1114920"/>
              <a:gd name="csX8975" fmla="*/ 1545943 w 1722333"/>
              <a:gd name="csY8975" fmla="*/ 1114920 h 1114920"/>
              <a:gd name="csX8976" fmla="*/ 1546121 w 1722333"/>
              <a:gd name="csY8976" fmla="*/ 1114920 h 1114920"/>
              <a:gd name="csX8977" fmla="*/ 1546290 w 1722333"/>
              <a:gd name="csY8977" fmla="*/ 1114920 h 1114920"/>
              <a:gd name="csX8978" fmla="*/ 1546459 w 1722333"/>
              <a:gd name="csY8978" fmla="*/ 1114920 h 1114920"/>
              <a:gd name="csX8979" fmla="*/ 1546637 w 1722333"/>
              <a:gd name="csY8979" fmla="*/ 1114920 h 1114920"/>
              <a:gd name="csX8980" fmla="*/ 1546806 w 1722333"/>
              <a:gd name="csY8980" fmla="*/ 1114920 h 1114920"/>
              <a:gd name="csX8981" fmla="*/ 1546975 w 1722333"/>
              <a:gd name="csY8981" fmla="*/ 1114920 h 1114920"/>
              <a:gd name="csX8982" fmla="*/ 1547153 w 1722333"/>
              <a:gd name="csY8982" fmla="*/ 1114920 h 1114920"/>
              <a:gd name="csX8983" fmla="*/ 1547322 w 1722333"/>
              <a:gd name="csY8983" fmla="*/ 1114920 h 1114920"/>
              <a:gd name="csX8984" fmla="*/ 1547500 w 1722333"/>
              <a:gd name="csY8984" fmla="*/ 1114920 h 1114920"/>
              <a:gd name="csX8985" fmla="*/ 1547669 w 1722333"/>
              <a:gd name="csY8985" fmla="*/ 1114920 h 1114920"/>
              <a:gd name="csX8986" fmla="*/ 1547838 w 1722333"/>
              <a:gd name="csY8986" fmla="*/ 1114920 h 1114920"/>
              <a:gd name="csX8987" fmla="*/ 1548016 w 1722333"/>
              <a:gd name="csY8987" fmla="*/ 1114920 h 1114920"/>
              <a:gd name="csX8988" fmla="*/ 1548185 w 1722333"/>
              <a:gd name="csY8988" fmla="*/ 1114920 h 1114920"/>
              <a:gd name="csX8989" fmla="*/ 1548354 w 1722333"/>
              <a:gd name="csY8989" fmla="*/ 1114920 h 1114920"/>
              <a:gd name="csX8990" fmla="*/ 1548532 w 1722333"/>
              <a:gd name="csY8990" fmla="*/ 1114920 h 1114920"/>
              <a:gd name="csX8991" fmla="*/ 1548701 w 1722333"/>
              <a:gd name="csY8991" fmla="*/ 1114920 h 1114920"/>
              <a:gd name="csX8992" fmla="*/ 1548870 w 1722333"/>
              <a:gd name="csY8992" fmla="*/ 1114920 h 1114920"/>
              <a:gd name="csX8993" fmla="*/ 1549048 w 1722333"/>
              <a:gd name="csY8993" fmla="*/ 1114920 h 1114920"/>
              <a:gd name="csX8994" fmla="*/ 1549217 w 1722333"/>
              <a:gd name="csY8994" fmla="*/ 1114920 h 1114920"/>
              <a:gd name="csX8995" fmla="*/ 1549395 w 1722333"/>
              <a:gd name="csY8995" fmla="*/ 1114920 h 1114920"/>
              <a:gd name="csX8996" fmla="*/ 1549564 w 1722333"/>
              <a:gd name="csY8996" fmla="*/ 1114920 h 1114920"/>
              <a:gd name="csX8997" fmla="*/ 1549733 w 1722333"/>
              <a:gd name="csY8997" fmla="*/ 1114920 h 1114920"/>
              <a:gd name="csX8998" fmla="*/ 1549911 w 1722333"/>
              <a:gd name="csY8998" fmla="*/ 1114920 h 1114920"/>
              <a:gd name="csX8999" fmla="*/ 1550080 w 1722333"/>
              <a:gd name="csY8999" fmla="*/ 1114920 h 1114920"/>
              <a:gd name="csX9000" fmla="*/ 1550249 w 1722333"/>
              <a:gd name="csY9000" fmla="*/ 1114920 h 1114920"/>
              <a:gd name="csX9001" fmla="*/ 1550427 w 1722333"/>
              <a:gd name="csY9001" fmla="*/ 1114920 h 1114920"/>
              <a:gd name="csX9002" fmla="*/ 1550596 w 1722333"/>
              <a:gd name="csY9002" fmla="*/ 1114920 h 1114920"/>
              <a:gd name="csX9003" fmla="*/ 1550765 w 1722333"/>
              <a:gd name="csY9003" fmla="*/ 1114920 h 1114920"/>
              <a:gd name="csX9004" fmla="*/ 1550943 w 1722333"/>
              <a:gd name="csY9004" fmla="*/ 1114920 h 1114920"/>
              <a:gd name="csX9005" fmla="*/ 1551112 w 1722333"/>
              <a:gd name="csY9005" fmla="*/ 1114920 h 1114920"/>
              <a:gd name="csX9006" fmla="*/ 1551290 w 1722333"/>
              <a:gd name="csY9006" fmla="*/ 1114920 h 1114920"/>
              <a:gd name="csX9007" fmla="*/ 1551459 w 1722333"/>
              <a:gd name="csY9007" fmla="*/ 1114920 h 1114920"/>
              <a:gd name="csX9008" fmla="*/ 1551628 w 1722333"/>
              <a:gd name="csY9008" fmla="*/ 1114920 h 1114920"/>
              <a:gd name="csX9009" fmla="*/ 1551806 w 1722333"/>
              <a:gd name="csY9009" fmla="*/ 1114920 h 1114920"/>
              <a:gd name="csX9010" fmla="*/ 1551975 w 1722333"/>
              <a:gd name="csY9010" fmla="*/ 1114920 h 1114920"/>
              <a:gd name="csX9011" fmla="*/ 1552144 w 1722333"/>
              <a:gd name="csY9011" fmla="*/ 1114920 h 1114920"/>
              <a:gd name="csX9012" fmla="*/ 1552322 w 1722333"/>
              <a:gd name="csY9012" fmla="*/ 1114920 h 1114920"/>
              <a:gd name="csX9013" fmla="*/ 1552491 w 1722333"/>
              <a:gd name="csY9013" fmla="*/ 1114920 h 1114920"/>
              <a:gd name="csX9014" fmla="*/ 1552660 w 1722333"/>
              <a:gd name="csY9014" fmla="*/ 1114920 h 1114920"/>
              <a:gd name="csX9015" fmla="*/ 1552838 w 1722333"/>
              <a:gd name="csY9015" fmla="*/ 1114920 h 1114920"/>
              <a:gd name="csX9016" fmla="*/ 1553007 w 1722333"/>
              <a:gd name="csY9016" fmla="*/ 1114920 h 1114920"/>
              <a:gd name="csX9017" fmla="*/ 1553176 w 1722333"/>
              <a:gd name="csY9017" fmla="*/ 1114920 h 1114920"/>
              <a:gd name="csX9018" fmla="*/ 1553354 w 1722333"/>
              <a:gd name="csY9018" fmla="*/ 1114920 h 1114920"/>
              <a:gd name="csX9019" fmla="*/ 1553523 w 1722333"/>
              <a:gd name="csY9019" fmla="*/ 1114920 h 1114920"/>
              <a:gd name="csX9020" fmla="*/ 1553701 w 1722333"/>
              <a:gd name="csY9020" fmla="*/ 1114920 h 1114920"/>
              <a:gd name="csX9021" fmla="*/ 1553870 w 1722333"/>
              <a:gd name="csY9021" fmla="*/ 1114920 h 1114920"/>
              <a:gd name="csX9022" fmla="*/ 1554039 w 1722333"/>
              <a:gd name="csY9022" fmla="*/ 1114920 h 1114920"/>
              <a:gd name="csX9023" fmla="*/ 1554217 w 1722333"/>
              <a:gd name="csY9023" fmla="*/ 1114920 h 1114920"/>
              <a:gd name="csX9024" fmla="*/ 1554386 w 1722333"/>
              <a:gd name="csY9024" fmla="*/ 1114920 h 1114920"/>
              <a:gd name="csX9025" fmla="*/ 1554555 w 1722333"/>
              <a:gd name="csY9025" fmla="*/ 1114920 h 1114920"/>
              <a:gd name="csX9026" fmla="*/ 1554733 w 1722333"/>
              <a:gd name="csY9026" fmla="*/ 1114920 h 1114920"/>
              <a:gd name="csX9027" fmla="*/ 1554902 w 1722333"/>
              <a:gd name="csY9027" fmla="*/ 1114920 h 1114920"/>
              <a:gd name="csX9028" fmla="*/ 1555071 w 1722333"/>
              <a:gd name="csY9028" fmla="*/ 1114920 h 1114920"/>
              <a:gd name="csX9029" fmla="*/ 1555249 w 1722333"/>
              <a:gd name="csY9029" fmla="*/ 1114920 h 1114920"/>
              <a:gd name="csX9030" fmla="*/ 1555418 w 1722333"/>
              <a:gd name="csY9030" fmla="*/ 1114920 h 1114920"/>
              <a:gd name="csX9031" fmla="*/ 1555596 w 1722333"/>
              <a:gd name="csY9031" fmla="*/ 1114920 h 1114920"/>
              <a:gd name="csX9032" fmla="*/ 1555765 w 1722333"/>
              <a:gd name="csY9032" fmla="*/ 1114920 h 1114920"/>
              <a:gd name="csX9033" fmla="*/ 1555934 w 1722333"/>
              <a:gd name="csY9033" fmla="*/ 1114920 h 1114920"/>
              <a:gd name="csX9034" fmla="*/ 1556112 w 1722333"/>
              <a:gd name="csY9034" fmla="*/ 1114920 h 1114920"/>
              <a:gd name="csX9035" fmla="*/ 1556281 w 1722333"/>
              <a:gd name="csY9035" fmla="*/ 1114920 h 1114920"/>
              <a:gd name="csX9036" fmla="*/ 1556450 w 1722333"/>
              <a:gd name="csY9036" fmla="*/ 1114920 h 1114920"/>
              <a:gd name="csX9037" fmla="*/ 1556628 w 1722333"/>
              <a:gd name="csY9037" fmla="*/ 1114920 h 1114920"/>
              <a:gd name="csX9038" fmla="*/ 1556797 w 1722333"/>
              <a:gd name="csY9038" fmla="*/ 1114920 h 1114920"/>
              <a:gd name="csX9039" fmla="*/ 1556966 w 1722333"/>
              <a:gd name="csY9039" fmla="*/ 1114920 h 1114920"/>
              <a:gd name="csX9040" fmla="*/ 1557144 w 1722333"/>
              <a:gd name="csY9040" fmla="*/ 1114920 h 1114920"/>
              <a:gd name="csX9041" fmla="*/ 1557313 w 1722333"/>
              <a:gd name="csY9041" fmla="*/ 1114920 h 1114920"/>
              <a:gd name="csX9042" fmla="*/ 1557491 w 1722333"/>
              <a:gd name="csY9042" fmla="*/ 1114920 h 1114920"/>
              <a:gd name="csX9043" fmla="*/ 1557660 w 1722333"/>
              <a:gd name="csY9043" fmla="*/ 1114920 h 1114920"/>
              <a:gd name="csX9044" fmla="*/ 1557829 w 1722333"/>
              <a:gd name="csY9044" fmla="*/ 1114920 h 1114920"/>
              <a:gd name="csX9045" fmla="*/ 1558007 w 1722333"/>
              <a:gd name="csY9045" fmla="*/ 1114920 h 1114920"/>
              <a:gd name="csX9046" fmla="*/ 1558176 w 1722333"/>
              <a:gd name="csY9046" fmla="*/ 1114920 h 1114920"/>
              <a:gd name="csX9047" fmla="*/ 1558345 w 1722333"/>
              <a:gd name="csY9047" fmla="*/ 1114920 h 1114920"/>
              <a:gd name="csX9048" fmla="*/ 1558523 w 1722333"/>
              <a:gd name="csY9048" fmla="*/ 1114920 h 1114920"/>
              <a:gd name="csX9049" fmla="*/ 1558692 w 1722333"/>
              <a:gd name="csY9049" fmla="*/ 1114920 h 1114920"/>
              <a:gd name="csX9050" fmla="*/ 1558861 w 1722333"/>
              <a:gd name="csY9050" fmla="*/ 1114920 h 1114920"/>
              <a:gd name="csX9051" fmla="*/ 1559039 w 1722333"/>
              <a:gd name="csY9051" fmla="*/ 1114920 h 1114920"/>
              <a:gd name="csX9052" fmla="*/ 1559208 w 1722333"/>
              <a:gd name="csY9052" fmla="*/ 1114920 h 1114920"/>
              <a:gd name="csX9053" fmla="*/ 1559386 w 1722333"/>
              <a:gd name="csY9053" fmla="*/ 1114920 h 1114920"/>
              <a:gd name="csX9054" fmla="*/ 1559555 w 1722333"/>
              <a:gd name="csY9054" fmla="*/ 1114920 h 1114920"/>
              <a:gd name="csX9055" fmla="*/ 1559724 w 1722333"/>
              <a:gd name="csY9055" fmla="*/ 1114920 h 1114920"/>
              <a:gd name="csX9056" fmla="*/ 1559902 w 1722333"/>
              <a:gd name="csY9056" fmla="*/ 1114920 h 1114920"/>
              <a:gd name="csX9057" fmla="*/ 1560071 w 1722333"/>
              <a:gd name="csY9057" fmla="*/ 1114920 h 1114920"/>
              <a:gd name="csX9058" fmla="*/ 1560240 w 1722333"/>
              <a:gd name="csY9058" fmla="*/ 1114920 h 1114920"/>
              <a:gd name="csX9059" fmla="*/ 1560418 w 1722333"/>
              <a:gd name="csY9059" fmla="*/ 1114920 h 1114920"/>
              <a:gd name="csX9060" fmla="*/ 1560587 w 1722333"/>
              <a:gd name="csY9060" fmla="*/ 1114920 h 1114920"/>
              <a:gd name="csX9061" fmla="*/ 1560756 w 1722333"/>
              <a:gd name="csY9061" fmla="*/ 1114920 h 1114920"/>
              <a:gd name="csX9062" fmla="*/ 1560934 w 1722333"/>
              <a:gd name="csY9062" fmla="*/ 1114920 h 1114920"/>
              <a:gd name="csX9063" fmla="*/ 1561103 w 1722333"/>
              <a:gd name="csY9063" fmla="*/ 1114920 h 1114920"/>
              <a:gd name="csX9064" fmla="*/ 1561272 w 1722333"/>
              <a:gd name="csY9064" fmla="*/ 1114920 h 1114920"/>
              <a:gd name="csX9065" fmla="*/ 1561450 w 1722333"/>
              <a:gd name="csY9065" fmla="*/ 1114920 h 1114920"/>
              <a:gd name="csX9066" fmla="*/ 1561619 w 1722333"/>
              <a:gd name="csY9066" fmla="*/ 1114920 h 1114920"/>
              <a:gd name="csX9067" fmla="*/ 1561797 w 1722333"/>
              <a:gd name="csY9067" fmla="*/ 1114920 h 1114920"/>
              <a:gd name="csX9068" fmla="*/ 1561966 w 1722333"/>
              <a:gd name="csY9068" fmla="*/ 1114920 h 1114920"/>
              <a:gd name="csX9069" fmla="*/ 1562135 w 1722333"/>
              <a:gd name="csY9069" fmla="*/ 1114920 h 1114920"/>
              <a:gd name="csX9070" fmla="*/ 1562313 w 1722333"/>
              <a:gd name="csY9070" fmla="*/ 1114920 h 1114920"/>
              <a:gd name="csX9071" fmla="*/ 1562482 w 1722333"/>
              <a:gd name="csY9071" fmla="*/ 1114920 h 1114920"/>
              <a:gd name="csX9072" fmla="*/ 1562651 w 1722333"/>
              <a:gd name="csY9072" fmla="*/ 1114920 h 1114920"/>
              <a:gd name="csX9073" fmla="*/ 1562829 w 1722333"/>
              <a:gd name="csY9073" fmla="*/ 1114920 h 1114920"/>
              <a:gd name="csX9074" fmla="*/ 1562998 w 1722333"/>
              <a:gd name="csY9074" fmla="*/ 1114920 h 1114920"/>
              <a:gd name="csX9075" fmla="*/ 1563167 w 1722333"/>
              <a:gd name="csY9075" fmla="*/ 1114920 h 1114920"/>
              <a:gd name="csX9076" fmla="*/ 1563345 w 1722333"/>
              <a:gd name="csY9076" fmla="*/ 1114920 h 1114920"/>
              <a:gd name="csX9077" fmla="*/ 1563514 w 1722333"/>
              <a:gd name="csY9077" fmla="*/ 1114920 h 1114920"/>
              <a:gd name="csX9078" fmla="*/ 1563692 w 1722333"/>
              <a:gd name="csY9078" fmla="*/ 1114920 h 1114920"/>
              <a:gd name="csX9079" fmla="*/ 1563861 w 1722333"/>
              <a:gd name="csY9079" fmla="*/ 1114920 h 1114920"/>
              <a:gd name="csX9080" fmla="*/ 1564030 w 1722333"/>
              <a:gd name="csY9080" fmla="*/ 1114920 h 1114920"/>
              <a:gd name="csX9081" fmla="*/ 1564208 w 1722333"/>
              <a:gd name="csY9081" fmla="*/ 1114920 h 1114920"/>
              <a:gd name="csX9082" fmla="*/ 1564377 w 1722333"/>
              <a:gd name="csY9082" fmla="*/ 1114920 h 1114920"/>
              <a:gd name="csX9083" fmla="*/ 1564546 w 1722333"/>
              <a:gd name="csY9083" fmla="*/ 1114920 h 1114920"/>
              <a:gd name="csX9084" fmla="*/ 1564724 w 1722333"/>
              <a:gd name="csY9084" fmla="*/ 1114920 h 1114920"/>
              <a:gd name="csX9085" fmla="*/ 1564893 w 1722333"/>
              <a:gd name="csY9085" fmla="*/ 1114920 h 1114920"/>
              <a:gd name="csX9086" fmla="*/ 1565062 w 1722333"/>
              <a:gd name="csY9086" fmla="*/ 1114920 h 1114920"/>
              <a:gd name="csX9087" fmla="*/ 1565240 w 1722333"/>
              <a:gd name="csY9087" fmla="*/ 1114920 h 1114920"/>
              <a:gd name="csX9088" fmla="*/ 1565409 w 1722333"/>
              <a:gd name="csY9088" fmla="*/ 1114920 h 1114920"/>
              <a:gd name="csX9089" fmla="*/ 1565587 w 1722333"/>
              <a:gd name="csY9089" fmla="*/ 1114920 h 1114920"/>
              <a:gd name="csX9090" fmla="*/ 1565756 w 1722333"/>
              <a:gd name="csY9090" fmla="*/ 1114920 h 1114920"/>
              <a:gd name="csX9091" fmla="*/ 1565925 w 1722333"/>
              <a:gd name="csY9091" fmla="*/ 1114920 h 1114920"/>
              <a:gd name="csX9092" fmla="*/ 1566103 w 1722333"/>
              <a:gd name="csY9092" fmla="*/ 1114920 h 1114920"/>
              <a:gd name="csX9093" fmla="*/ 1566272 w 1722333"/>
              <a:gd name="csY9093" fmla="*/ 1114920 h 1114920"/>
              <a:gd name="csX9094" fmla="*/ 1566441 w 1722333"/>
              <a:gd name="csY9094" fmla="*/ 1114920 h 1114920"/>
              <a:gd name="csX9095" fmla="*/ 1566619 w 1722333"/>
              <a:gd name="csY9095" fmla="*/ 1114920 h 1114920"/>
              <a:gd name="csX9096" fmla="*/ 1566788 w 1722333"/>
              <a:gd name="csY9096" fmla="*/ 1114920 h 1114920"/>
              <a:gd name="csX9097" fmla="*/ 1566957 w 1722333"/>
              <a:gd name="csY9097" fmla="*/ 1114920 h 1114920"/>
              <a:gd name="csX9098" fmla="*/ 1567135 w 1722333"/>
              <a:gd name="csY9098" fmla="*/ 1114920 h 1114920"/>
              <a:gd name="csX9099" fmla="*/ 1567304 w 1722333"/>
              <a:gd name="csY9099" fmla="*/ 1114920 h 1114920"/>
              <a:gd name="csX9100" fmla="*/ 1567482 w 1722333"/>
              <a:gd name="csY9100" fmla="*/ 1114920 h 1114920"/>
              <a:gd name="csX9101" fmla="*/ 1567651 w 1722333"/>
              <a:gd name="csY9101" fmla="*/ 1114920 h 1114920"/>
              <a:gd name="csX9102" fmla="*/ 1567820 w 1722333"/>
              <a:gd name="csY9102" fmla="*/ 1114920 h 1114920"/>
              <a:gd name="csX9103" fmla="*/ 1567998 w 1722333"/>
              <a:gd name="csY9103" fmla="*/ 1114920 h 1114920"/>
              <a:gd name="csX9104" fmla="*/ 1568167 w 1722333"/>
              <a:gd name="csY9104" fmla="*/ 1114920 h 1114920"/>
              <a:gd name="csX9105" fmla="*/ 1568336 w 1722333"/>
              <a:gd name="csY9105" fmla="*/ 1114920 h 1114920"/>
              <a:gd name="csX9106" fmla="*/ 1568514 w 1722333"/>
              <a:gd name="csY9106" fmla="*/ 1114920 h 1114920"/>
              <a:gd name="csX9107" fmla="*/ 1568683 w 1722333"/>
              <a:gd name="csY9107" fmla="*/ 1114920 h 1114920"/>
              <a:gd name="csX9108" fmla="*/ 1568852 w 1722333"/>
              <a:gd name="csY9108" fmla="*/ 1114920 h 1114920"/>
              <a:gd name="csX9109" fmla="*/ 1569030 w 1722333"/>
              <a:gd name="csY9109" fmla="*/ 1114920 h 1114920"/>
              <a:gd name="csX9110" fmla="*/ 1569199 w 1722333"/>
              <a:gd name="csY9110" fmla="*/ 1114920 h 1114920"/>
              <a:gd name="csX9111" fmla="*/ 1569368 w 1722333"/>
              <a:gd name="csY9111" fmla="*/ 1114920 h 1114920"/>
              <a:gd name="csX9112" fmla="*/ 1569546 w 1722333"/>
              <a:gd name="csY9112" fmla="*/ 1114920 h 1114920"/>
              <a:gd name="csX9113" fmla="*/ 1569715 w 1722333"/>
              <a:gd name="csY9113" fmla="*/ 1114920 h 1114920"/>
              <a:gd name="csX9114" fmla="*/ 1569893 w 1722333"/>
              <a:gd name="csY9114" fmla="*/ 1114920 h 1114920"/>
              <a:gd name="csX9115" fmla="*/ 1570062 w 1722333"/>
              <a:gd name="csY9115" fmla="*/ 1114920 h 1114920"/>
              <a:gd name="csX9116" fmla="*/ 1570231 w 1722333"/>
              <a:gd name="csY9116" fmla="*/ 1114920 h 1114920"/>
              <a:gd name="csX9117" fmla="*/ 1570408 w 1722333"/>
              <a:gd name="csY9117" fmla="*/ 1114920 h 1114920"/>
              <a:gd name="csX9118" fmla="*/ 1570578 w 1722333"/>
              <a:gd name="csY9118" fmla="*/ 1114920 h 1114920"/>
              <a:gd name="csX9119" fmla="*/ 1570747 w 1722333"/>
              <a:gd name="csY9119" fmla="*/ 1114920 h 1114920"/>
              <a:gd name="csX9120" fmla="*/ 1570925 w 1722333"/>
              <a:gd name="csY9120" fmla="*/ 1114920 h 1114920"/>
              <a:gd name="csX9121" fmla="*/ 1571094 w 1722333"/>
              <a:gd name="csY9121" fmla="*/ 1114920 h 1114920"/>
              <a:gd name="csX9122" fmla="*/ 1571263 w 1722333"/>
              <a:gd name="csY9122" fmla="*/ 1114920 h 1114920"/>
              <a:gd name="csX9123" fmla="*/ 1571441 w 1722333"/>
              <a:gd name="csY9123" fmla="*/ 1114920 h 1114920"/>
              <a:gd name="csX9124" fmla="*/ 1571610 w 1722333"/>
              <a:gd name="csY9124" fmla="*/ 1114920 h 1114920"/>
              <a:gd name="csX9125" fmla="*/ 1571787 w 1722333"/>
              <a:gd name="csY9125" fmla="*/ 1114920 h 1114920"/>
              <a:gd name="csX9126" fmla="*/ 1571956 w 1722333"/>
              <a:gd name="csY9126" fmla="*/ 1114920 h 1114920"/>
              <a:gd name="csX9127" fmla="*/ 1572126 w 1722333"/>
              <a:gd name="csY9127" fmla="*/ 1114920 h 1114920"/>
              <a:gd name="csX9128" fmla="*/ 1572304 w 1722333"/>
              <a:gd name="csY9128" fmla="*/ 1114920 h 1114920"/>
              <a:gd name="csX9129" fmla="*/ 1572472 w 1722333"/>
              <a:gd name="csY9129" fmla="*/ 1114920 h 1114920"/>
              <a:gd name="csX9130" fmla="*/ 1572641 w 1722333"/>
              <a:gd name="csY9130" fmla="*/ 1114920 h 1114920"/>
              <a:gd name="csX9131" fmla="*/ 1572820 w 1722333"/>
              <a:gd name="csY9131" fmla="*/ 1114920 h 1114920"/>
              <a:gd name="csX9132" fmla="*/ 1572989 w 1722333"/>
              <a:gd name="csY9132" fmla="*/ 1114920 h 1114920"/>
              <a:gd name="csX9133" fmla="*/ 1573158 w 1722333"/>
              <a:gd name="csY9133" fmla="*/ 1114920 h 1114920"/>
              <a:gd name="csX9134" fmla="*/ 1573335 w 1722333"/>
              <a:gd name="csY9134" fmla="*/ 1114920 h 1114920"/>
              <a:gd name="csX9135" fmla="*/ 1573504 w 1722333"/>
              <a:gd name="csY9135" fmla="*/ 1114920 h 1114920"/>
              <a:gd name="csX9136" fmla="*/ 1573683 w 1722333"/>
              <a:gd name="csY9136" fmla="*/ 1114920 h 1114920"/>
              <a:gd name="csX9137" fmla="*/ 1573851 w 1722333"/>
              <a:gd name="csY9137" fmla="*/ 1114920 h 1114920"/>
              <a:gd name="csX9138" fmla="*/ 1574020 w 1722333"/>
              <a:gd name="csY9138" fmla="*/ 1114920 h 1114920"/>
              <a:gd name="csX9139" fmla="*/ 1574198 w 1722333"/>
              <a:gd name="csY9139" fmla="*/ 1114920 h 1114920"/>
              <a:gd name="csX9140" fmla="*/ 1574368 w 1722333"/>
              <a:gd name="csY9140" fmla="*/ 1114920 h 1114920"/>
              <a:gd name="csX9141" fmla="*/ 1574537 w 1722333"/>
              <a:gd name="csY9141" fmla="*/ 1114920 h 1114920"/>
              <a:gd name="csX9142" fmla="*/ 1574714 w 1722333"/>
              <a:gd name="csY9142" fmla="*/ 1114920 h 1114920"/>
              <a:gd name="csX9143" fmla="*/ 1574883 w 1722333"/>
              <a:gd name="csY9143" fmla="*/ 1114920 h 1114920"/>
              <a:gd name="csX9144" fmla="*/ 1575052 w 1722333"/>
              <a:gd name="csY9144" fmla="*/ 1114920 h 1114920"/>
              <a:gd name="csX9145" fmla="*/ 1575230 w 1722333"/>
              <a:gd name="csY9145" fmla="*/ 1114920 h 1114920"/>
              <a:gd name="csX9146" fmla="*/ 1575399 w 1722333"/>
              <a:gd name="csY9146" fmla="*/ 1114920 h 1114920"/>
              <a:gd name="csX9147" fmla="*/ 1575577 w 1722333"/>
              <a:gd name="csY9147" fmla="*/ 1114920 h 1114920"/>
              <a:gd name="csX9148" fmla="*/ 1575746 w 1722333"/>
              <a:gd name="csY9148" fmla="*/ 1114920 h 1114920"/>
              <a:gd name="csX9149" fmla="*/ 1575916 w 1722333"/>
              <a:gd name="csY9149" fmla="*/ 1114920 h 1114920"/>
              <a:gd name="csX9150" fmla="*/ 1576093 w 1722333"/>
              <a:gd name="csY9150" fmla="*/ 1114920 h 1114920"/>
              <a:gd name="csX9151" fmla="*/ 1576262 w 1722333"/>
              <a:gd name="csY9151" fmla="*/ 1114920 h 1114920"/>
              <a:gd name="csX9152" fmla="*/ 1576431 w 1722333"/>
              <a:gd name="csY9152" fmla="*/ 1114920 h 1114920"/>
              <a:gd name="csX9153" fmla="*/ 1576609 w 1722333"/>
              <a:gd name="csY9153" fmla="*/ 1114920 h 1114920"/>
              <a:gd name="csX9154" fmla="*/ 1576778 w 1722333"/>
              <a:gd name="csY9154" fmla="*/ 1114920 h 1114920"/>
              <a:gd name="csX9155" fmla="*/ 1576947 w 1722333"/>
              <a:gd name="csY9155" fmla="*/ 1114920 h 1114920"/>
              <a:gd name="csX9156" fmla="*/ 1577125 w 1722333"/>
              <a:gd name="csY9156" fmla="*/ 1114920 h 1114920"/>
              <a:gd name="csX9157" fmla="*/ 1577294 w 1722333"/>
              <a:gd name="csY9157" fmla="*/ 1114920 h 1114920"/>
              <a:gd name="csX9158" fmla="*/ 1577464 w 1722333"/>
              <a:gd name="csY9158" fmla="*/ 1114920 h 1114920"/>
              <a:gd name="csX9159" fmla="*/ 1577641 w 1722333"/>
              <a:gd name="csY9159" fmla="*/ 1114920 h 1114920"/>
              <a:gd name="csX9160" fmla="*/ 1577810 w 1722333"/>
              <a:gd name="csY9160" fmla="*/ 1114920 h 1114920"/>
              <a:gd name="csX9161" fmla="*/ 1577988 w 1722333"/>
              <a:gd name="csY9161" fmla="*/ 1114920 h 1114920"/>
              <a:gd name="csX9162" fmla="*/ 1578157 w 1722333"/>
              <a:gd name="csY9162" fmla="*/ 1114920 h 1114920"/>
              <a:gd name="csX9163" fmla="*/ 1578326 w 1722333"/>
              <a:gd name="csY9163" fmla="*/ 1114920 h 1114920"/>
              <a:gd name="csX9164" fmla="*/ 1578504 w 1722333"/>
              <a:gd name="csY9164" fmla="*/ 1114920 h 1114920"/>
              <a:gd name="csX9165" fmla="*/ 1578673 w 1722333"/>
              <a:gd name="csY9165" fmla="*/ 1114920 h 1114920"/>
              <a:gd name="csX9166" fmla="*/ 1578842 w 1722333"/>
              <a:gd name="csY9166" fmla="*/ 1114920 h 1114920"/>
              <a:gd name="csX9167" fmla="*/ 1579020 w 1722333"/>
              <a:gd name="csY9167" fmla="*/ 1114920 h 1114920"/>
              <a:gd name="csX9168" fmla="*/ 1579189 w 1722333"/>
              <a:gd name="csY9168" fmla="*/ 1114920 h 1114920"/>
              <a:gd name="csX9169" fmla="*/ 1579358 w 1722333"/>
              <a:gd name="csY9169" fmla="*/ 1114920 h 1114920"/>
              <a:gd name="csX9170" fmla="*/ 1579536 w 1722333"/>
              <a:gd name="csY9170" fmla="*/ 1114920 h 1114920"/>
              <a:gd name="csX9171" fmla="*/ 1579705 w 1722333"/>
              <a:gd name="csY9171" fmla="*/ 1114920 h 1114920"/>
              <a:gd name="csX9172" fmla="*/ 1579883 w 1722333"/>
              <a:gd name="csY9172" fmla="*/ 1114920 h 1114920"/>
              <a:gd name="csX9173" fmla="*/ 1580052 w 1722333"/>
              <a:gd name="csY9173" fmla="*/ 1114920 h 1114920"/>
              <a:gd name="csX9174" fmla="*/ 1580221 w 1722333"/>
              <a:gd name="csY9174" fmla="*/ 1114920 h 1114920"/>
              <a:gd name="csX9175" fmla="*/ 1580399 w 1722333"/>
              <a:gd name="csY9175" fmla="*/ 1114920 h 1114920"/>
              <a:gd name="csX9176" fmla="*/ 1580568 w 1722333"/>
              <a:gd name="csY9176" fmla="*/ 1114920 h 1114920"/>
              <a:gd name="csX9177" fmla="*/ 1580737 w 1722333"/>
              <a:gd name="csY9177" fmla="*/ 1114920 h 1114920"/>
              <a:gd name="csX9178" fmla="*/ 1580915 w 1722333"/>
              <a:gd name="csY9178" fmla="*/ 1114920 h 1114920"/>
              <a:gd name="csX9179" fmla="*/ 1581084 w 1722333"/>
              <a:gd name="csY9179" fmla="*/ 1114920 h 1114920"/>
              <a:gd name="csX9180" fmla="*/ 1581253 w 1722333"/>
              <a:gd name="csY9180" fmla="*/ 1114920 h 1114920"/>
              <a:gd name="csX9181" fmla="*/ 1581431 w 1722333"/>
              <a:gd name="csY9181" fmla="*/ 1114920 h 1114920"/>
              <a:gd name="csX9182" fmla="*/ 1581600 w 1722333"/>
              <a:gd name="csY9182" fmla="*/ 1114920 h 1114920"/>
              <a:gd name="csX9183" fmla="*/ 1581778 w 1722333"/>
              <a:gd name="csY9183" fmla="*/ 1114920 h 1114920"/>
              <a:gd name="csX9184" fmla="*/ 1581947 w 1722333"/>
              <a:gd name="csY9184" fmla="*/ 1114920 h 1114920"/>
              <a:gd name="csX9185" fmla="*/ 1582116 w 1722333"/>
              <a:gd name="csY9185" fmla="*/ 1114920 h 1114920"/>
              <a:gd name="csX9186" fmla="*/ 1582294 w 1722333"/>
              <a:gd name="csY9186" fmla="*/ 1114920 h 1114920"/>
              <a:gd name="csX9187" fmla="*/ 1582463 w 1722333"/>
              <a:gd name="csY9187" fmla="*/ 1114920 h 1114920"/>
              <a:gd name="csX9188" fmla="*/ 1582632 w 1722333"/>
              <a:gd name="csY9188" fmla="*/ 1114920 h 1114920"/>
              <a:gd name="csX9189" fmla="*/ 1582810 w 1722333"/>
              <a:gd name="csY9189" fmla="*/ 1114920 h 1114920"/>
              <a:gd name="csX9190" fmla="*/ 1582979 w 1722333"/>
              <a:gd name="csY9190" fmla="*/ 1114920 h 1114920"/>
              <a:gd name="csX9191" fmla="*/ 1583148 w 1722333"/>
              <a:gd name="csY9191" fmla="*/ 1114920 h 1114920"/>
              <a:gd name="csX9192" fmla="*/ 1583326 w 1722333"/>
              <a:gd name="csY9192" fmla="*/ 1114920 h 1114920"/>
              <a:gd name="csX9193" fmla="*/ 1583495 w 1722333"/>
              <a:gd name="csY9193" fmla="*/ 1114920 h 1114920"/>
              <a:gd name="csX9194" fmla="*/ 1583673 w 1722333"/>
              <a:gd name="csY9194" fmla="*/ 1114920 h 1114920"/>
              <a:gd name="csX9195" fmla="*/ 1583842 w 1722333"/>
              <a:gd name="csY9195" fmla="*/ 1114920 h 1114920"/>
              <a:gd name="csX9196" fmla="*/ 1584011 w 1722333"/>
              <a:gd name="csY9196" fmla="*/ 1114920 h 1114920"/>
              <a:gd name="csX9197" fmla="*/ 1584189 w 1722333"/>
              <a:gd name="csY9197" fmla="*/ 1114920 h 1114920"/>
              <a:gd name="csX9198" fmla="*/ 1584358 w 1722333"/>
              <a:gd name="csY9198" fmla="*/ 1114920 h 1114920"/>
              <a:gd name="csX9199" fmla="*/ 1584527 w 1722333"/>
              <a:gd name="csY9199" fmla="*/ 1114920 h 1114920"/>
              <a:gd name="csX9200" fmla="*/ 1584705 w 1722333"/>
              <a:gd name="csY9200" fmla="*/ 1114920 h 1114920"/>
              <a:gd name="csX9201" fmla="*/ 1584874 w 1722333"/>
              <a:gd name="csY9201" fmla="*/ 1114920 h 1114920"/>
              <a:gd name="csX9202" fmla="*/ 1585043 w 1722333"/>
              <a:gd name="csY9202" fmla="*/ 1114920 h 1114920"/>
              <a:gd name="csX9203" fmla="*/ 1585221 w 1722333"/>
              <a:gd name="csY9203" fmla="*/ 1114920 h 1114920"/>
              <a:gd name="csX9204" fmla="*/ 1585390 w 1722333"/>
              <a:gd name="csY9204" fmla="*/ 1114920 h 1114920"/>
              <a:gd name="csX9205" fmla="*/ 1585559 w 1722333"/>
              <a:gd name="csY9205" fmla="*/ 1114920 h 1114920"/>
              <a:gd name="csX9206" fmla="*/ 1585737 w 1722333"/>
              <a:gd name="csY9206" fmla="*/ 1114920 h 1114920"/>
              <a:gd name="csX9207" fmla="*/ 1585906 w 1722333"/>
              <a:gd name="csY9207" fmla="*/ 1114920 h 1114920"/>
              <a:gd name="csX9208" fmla="*/ 1586084 w 1722333"/>
              <a:gd name="csY9208" fmla="*/ 1114920 h 1114920"/>
              <a:gd name="csX9209" fmla="*/ 1586253 w 1722333"/>
              <a:gd name="csY9209" fmla="*/ 1114920 h 1114920"/>
              <a:gd name="csX9210" fmla="*/ 1586422 w 1722333"/>
              <a:gd name="csY9210" fmla="*/ 1114920 h 1114920"/>
              <a:gd name="csX9211" fmla="*/ 1586600 w 1722333"/>
              <a:gd name="csY9211" fmla="*/ 1114920 h 1114920"/>
              <a:gd name="csX9212" fmla="*/ 1586769 w 1722333"/>
              <a:gd name="csY9212" fmla="*/ 1114920 h 1114920"/>
              <a:gd name="csX9213" fmla="*/ 1586938 w 1722333"/>
              <a:gd name="csY9213" fmla="*/ 1114920 h 1114920"/>
              <a:gd name="csX9214" fmla="*/ 1587116 w 1722333"/>
              <a:gd name="csY9214" fmla="*/ 1114920 h 1114920"/>
              <a:gd name="csX9215" fmla="*/ 1587285 w 1722333"/>
              <a:gd name="csY9215" fmla="*/ 1114920 h 1114920"/>
              <a:gd name="csX9216" fmla="*/ 1587454 w 1722333"/>
              <a:gd name="csY9216" fmla="*/ 1114920 h 1114920"/>
              <a:gd name="csX9217" fmla="*/ 1587632 w 1722333"/>
              <a:gd name="csY9217" fmla="*/ 1114920 h 1114920"/>
              <a:gd name="csX9218" fmla="*/ 1587801 w 1722333"/>
              <a:gd name="csY9218" fmla="*/ 1114920 h 1114920"/>
              <a:gd name="csX9219" fmla="*/ 1587979 w 1722333"/>
              <a:gd name="csY9219" fmla="*/ 1114920 h 1114920"/>
              <a:gd name="csX9220" fmla="*/ 1588148 w 1722333"/>
              <a:gd name="csY9220" fmla="*/ 1114920 h 1114920"/>
              <a:gd name="csX9221" fmla="*/ 1588317 w 1722333"/>
              <a:gd name="csY9221" fmla="*/ 1114920 h 1114920"/>
              <a:gd name="csX9222" fmla="*/ 1588495 w 1722333"/>
              <a:gd name="csY9222" fmla="*/ 1114920 h 1114920"/>
              <a:gd name="csX9223" fmla="*/ 1588664 w 1722333"/>
              <a:gd name="csY9223" fmla="*/ 1114920 h 1114920"/>
              <a:gd name="csX9224" fmla="*/ 1588833 w 1722333"/>
              <a:gd name="csY9224" fmla="*/ 1114920 h 1114920"/>
              <a:gd name="csX9225" fmla="*/ 1589011 w 1722333"/>
              <a:gd name="csY9225" fmla="*/ 1114920 h 1114920"/>
              <a:gd name="csX9226" fmla="*/ 1589180 w 1722333"/>
              <a:gd name="csY9226" fmla="*/ 1114920 h 1114920"/>
              <a:gd name="csX9227" fmla="*/ 1589349 w 1722333"/>
              <a:gd name="csY9227" fmla="*/ 1114920 h 1114920"/>
              <a:gd name="csX9228" fmla="*/ 1589527 w 1722333"/>
              <a:gd name="csY9228" fmla="*/ 1114920 h 1114920"/>
              <a:gd name="csX9229" fmla="*/ 1589696 w 1722333"/>
              <a:gd name="csY9229" fmla="*/ 1114920 h 1114920"/>
              <a:gd name="csX9230" fmla="*/ 1589874 w 1722333"/>
              <a:gd name="csY9230" fmla="*/ 1114920 h 1114920"/>
              <a:gd name="csX9231" fmla="*/ 1590043 w 1722333"/>
              <a:gd name="csY9231" fmla="*/ 1114920 h 1114920"/>
              <a:gd name="csX9232" fmla="*/ 1590212 w 1722333"/>
              <a:gd name="csY9232" fmla="*/ 1114920 h 1114920"/>
              <a:gd name="csX9233" fmla="*/ 1590390 w 1722333"/>
              <a:gd name="csY9233" fmla="*/ 1114920 h 1114920"/>
              <a:gd name="csX9234" fmla="*/ 1590559 w 1722333"/>
              <a:gd name="csY9234" fmla="*/ 1114920 h 1114920"/>
              <a:gd name="csX9235" fmla="*/ 1590728 w 1722333"/>
              <a:gd name="csY9235" fmla="*/ 1114920 h 1114920"/>
              <a:gd name="csX9236" fmla="*/ 1590906 w 1722333"/>
              <a:gd name="csY9236" fmla="*/ 1114920 h 1114920"/>
              <a:gd name="csX9237" fmla="*/ 1591075 w 1722333"/>
              <a:gd name="csY9237" fmla="*/ 1114920 h 1114920"/>
              <a:gd name="csX9238" fmla="*/ 1591244 w 1722333"/>
              <a:gd name="csY9238" fmla="*/ 1114920 h 1114920"/>
              <a:gd name="csX9239" fmla="*/ 1591422 w 1722333"/>
              <a:gd name="csY9239" fmla="*/ 1114920 h 1114920"/>
              <a:gd name="csX9240" fmla="*/ 1591591 w 1722333"/>
              <a:gd name="csY9240" fmla="*/ 1114920 h 1114920"/>
              <a:gd name="csX9241" fmla="*/ 1591769 w 1722333"/>
              <a:gd name="csY9241" fmla="*/ 1114920 h 1114920"/>
              <a:gd name="csX9242" fmla="*/ 1591938 w 1722333"/>
              <a:gd name="csY9242" fmla="*/ 1114920 h 1114920"/>
              <a:gd name="csX9243" fmla="*/ 1592107 w 1722333"/>
              <a:gd name="csY9243" fmla="*/ 1114920 h 1114920"/>
              <a:gd name="csX9244" fmla="*/ 1592285 w 1722333"/>
              <a:gd name="csY9244" fmla="*/ 1114920 h 1114920"/>
              <a:gd name="csX9245" fmla="*/ 1592454 w 1722333"/>
              <a:gd name="csY9245" fmla="*/ 1114920 h 1114920"/>
              <a:gd name="csX9246" fmla="*/ 1592623 w 1722333"/>
              <a:gd name="csY9246" fmla="*/ 1114920 h 1114920"/>
              <a:gd name="csX9247" fmla="*/ 1592801 w 1722333"/>
              <a:gd name="csY9247" fmla="*/ 1114920 h 1114920"/>
              <a:gd name="csX9248" fmla="*/ 1592970 w 1722333"/>
              <a:gd name="csY9248" fmla="*/ 1114920 h 1114920"/>
              <a:gd name="csX9249" fmla="*/ 1593139 w 1722333"/>
              <a:gd name="csY9249" fmla="*/ 1114920 h 1114920"/>
              <a:gd name="csX9250" fmla="*/ 1593317 w 1722333"/>
              <a:gd name="csY9250" fmla="*/ 1114920 h 1114920"/>
              <a:gd name="csX9251" fmla="*/ 1593486 w 1722333"/>
              <a:gd name="csY9251" fmla="*/ 1114920 h 1114920"/>
              <a:gd name="csX9252" fmla="*/ 1593655 w 1722333"/>
              <a:gd name="csY9252" fmla="*/ 1114920 h 1114920"/>
              <a:gd name="csX9253" fmla="*/ 1593833 w 1722333"/>
              <a:gd name="csY9253" fmla="*/ 1114920 h 1114920"/>
              <a:gd name="csX9254" fmla="*/ 1594002 w 1722333"/>
              <a:gd name="csY9254" fmla="*/ 1114920 h 1114920"/>
              <a:gd name="csX9255" fmla="*/ 1594180 w 1722333"/>
              <a:gd name="csY9255" fmla="*/ 1114920 h 1114920"/>
              <a:gd name="csX9256" fmla="*/ 1594349 w 1722333"/>
              <a:gd name="csY9256" fmla="*/ 1114920 h 1114920"/>
              <a:gd name="csX9257" fmla="*/ 1594518 w 1722333"/>
              <a:gd name="csY9257" fmla="*/ 1114920 h 1114920"/>
              <a:gd name="csX9258" fmla="*/ 1594696 w 1722333"/>
              <a:gd name="csY9258" fmla="*/ 1114920 h 1114920"/>
              <a:gd name="csX9259" fmla="*/ 1594865 w 1722333"/>
              <a:gd name="csY9259" fmla="*/ 1114920 h 1114920"/>
              <a:gd name="csX9260" fmla="*/ 1595034 w 1722333"/>
              <a:gd name="csY9260" fmla="*/ 1114920 h 1114920"/>
              <a:gd name="csX9261" fmla="*/ 1595212 w 1722333"/>
              <a:gd name="csY9261" fmla="*/ 1114920 h 1114920"/>
              <a:gd name="csX9262" fmla="*/ 1595381 w 1722333"/>
              <a:gd name="csY9262" fmla="*/ 1114920 h 1114920"/>
              <a:gd name="csX9263" fmla="*/ 1595550 w 1722333"/>
              <a:gd name="csY9263" fmla="*/ 1114920 h 1114920"/>
              <a:gd name="csX9264" fmla="*/ 1595728 w 1722333"/>
              <a:gd name="csY9264" fmla="*/ 1114920 h 1114920"/>
              <a:gd name="csX9265" fmla="*/ 1595897 w 1722333"/>
              <a:gd name="csY9265" fmla="*/ 1114920 h 1114920"/>
              <a:gd name="csX9266" fmla="*/ 1596075 w 1722333"/>
              <a:gd name="csY9266" fmla="*/ 1114920 h 1114920"/>
              <a:gd name="csX9267" fmla="*/ 1596244 w 1722333"/>
              <a:gd name="csY9267" fmla="*/ 1114920 h 1114920"/>
              <a:gd name="csX9268" fmla="*/ 1596413 w 1722333"/>
              <a:gd name="csY9268" fmla="*/ 1114920 h 1114920"/>
              <a:gd name="csX9269" fmla="*/ 1596591 w 1722333"/>
              <a:gd name="csY9269" fmla="*/ 1114920 h 1114920"/>
              <a:gd name="csX9270" fmla="*/ 1596760 w 1722333"/>
              <a:gd name="csY9270" fmla="*/ 1114920 h 1114920"/>
              <a:gd name="csX9271" fmla="*/ 1596929 w 1722333"/>
              <a:gd name="csY9271" fmla="*/ 1114920 h 1114920"/>
              <a:gd name="csX9272" fmla="*/ 1597107 w 1722333"/>
              <a:gd name="csY9272" fmla="*/ 1114920 h 1114920"/>
              <a:gd name="csX9273" fmla="*/ 1597276 w 1722333"/>
              <a:gd name="csY9273" fmla="*/ 1114920 h 1114920"/>
              <a:gd name="csX9274" fmla="*/ 1597445 w 1722333"/>
              <a:gd name="csY9274" fmla="*/ 1114920 h 1114920"/>
              <a:gd name="csX9275" fmla="*/ 1597623 w 1722333"/>
              <a:gd name="csY9275" fmla="*/ 1114920 h 1114920"/>
              <a:gd name="csX9276" fmla="*/ 1597792 w 1722333"/>
              <a:gd name="csY9276" fmla="*/ 1114920 h 1114920"/>
              <a:gd name="csX9277" fmla="*/ 1597970 w 1722333"/>
              <a:gd name="csY9277" fmla="*/ 1114920 h 1114920"/>
              <a:gd name="csX9278" fmla="*/ 1598139 w 1722333"/>
              <a:gd name="csY9278" fmla="*/ 1114920 h 1114920"/>
              <a:gd name="csX9279" fmla="*/ 1598308 w 1722333"/>
              <a:gd name="csY9279" fmla="*/ 1114920 h 1114920"/>
              <a:gd name="csX9280" fmla="*/ 1598486 w 1722333"/>
              <a:gd name="csY9280" fmla="*/ 1114920 h 1114920"/>
              <a:gd name="csX9281" fmla="*/ 1598655 w 1722333"/>
              <a:gd name="csY9281" fmla="*/ 1114920 h 1114920"/>
              <a:gd name="csX9282" fmla="*/ 1598824 w 1722333"/>
              <a:gd name="csY9282" fmla="*/ 1114920 h 1114920"/>
              <a:gd name="csX9283" fmla="*/ 1599002 w 1722333"/>
              <a:gd name="csY9283" fmla="*/ 1114920 h 1114920"/>
              <a:gd name="csX9284" fmla="*/ 1599171 w 1722333"/>
              <a:gd name="csY9284" fmla="*/ 1114920 h 1114920"/>
              <a:gd name="csX9285" fmla="*/ 1599340 w 1722333"/>
              <a:gd name="csY9285" fmla="*/ 1114920 h 1114920"/>
              <a:gd name="csX9286" fmla="*/ 1599518 w 1722333"/>
              <a:gd name="csY9286" fmla="*/ 1114920 h 1114920"/>
              <a:gd name="csX9287" fmla="*/ 1599687 w 1722333"/>
              <a:gd name="csY9287" fmla="*/ 1114920 h 1114920"/>
              <a:gd name="csX9288" fmla="*/ 1599865 w 1722333"/>
              <a:gd name="csY9288" fmla="*/ 1114920 h 1114920"/>
              <a:gd name="csX9289" fmla="*/ 1600034 w 1722333"/>
              <a:gd name="csY9289" fmla="*/ 1114920 h 1114920"/>
              <a:gd name="csX9290" fmla="*/ 1600203 w 1722333"/>
              <a:gd name="csY9290" fmla="*/ 1114920 h 1114920"/>
              <a:gd name="csX9291" fmla="*/ 1600381 w 1722333"/>
              <a:gd name="csY9291" fmla="*/ 1114920 h 1114920"/>
              <a:gd name="csX9292" fmla="*/ 1600550 w 1722333"/>
              <a:gd name="csY9292" fmla="*/ 1114920 h 1114920"/>
              <a:gd name="csX9293" fmla="*/ 1600719 w 1722333"/>
              <a:gd name="csY9293" fmla="*/ 1114920 h 1114920"/>
              <a:gd name="csX9294" fmla="*/ 1600897 w 1722333"/>
              <a:gd name="csY9294" fmla="*/ 1114920 h 1114920"/>
              <a:gd name="csX9295" fmla="*/ 1601066 w 1722333"/>
              <a:gd name="csY9295" fmla="*/ 1114920 h 1114920"/>
              <a:gd name="csX9296" fmla="*/ 1601235 w 1722333"/>
              <a:gd name="csY9296" fmla="*/ 1114920 h 1114920"/>
              <a:gd name="csX9297" fmla="*/ 1601413 w 1722333"/>
              <a:gd name="csY9297" fmla="*/ 1114920 h 1114920"/>
              <a:gd name="csX9298" fmla="*/ 1601582 w 1722333"/>
              <a:gd name="csY9298" fmla="*/ 1114920 h 1114920"/>
              <a:gd name="csX9299" fmla="*/ 1601751 w 1722333"/>
              <a:gd name="csY9299" fmla="*/ 1114920 h 1114920"/>
              <a:gd name="csX9300" fmla="*/ 1601929 w 1722333"/>
              <a:gd name="csY9300" fmla="*/ 1114920 h 1114920"/>
              <a:gd name="csX9301" fmla="*/ 1602098 w 1722333"/>
              <a:gd name="csY9301" fmla="*/ 1114920 h 1114920"/>
              <a:gd name="csX9302" fmla="*/ 1602276 w 1722333"/>
              <a:gd name="csY9302" fmla="*/ 1114920 h 1114920"/>
              <a:gd name="csX9303" fmla="*/ 1602445 w 1722333"/>
              <a:gd name="csY9303" fmla="*/ 1114920 h 1114920"/>
              <a:gd name="csX9304" fmla="*/ 1602614 w 1722333"/>
              <a:gd name="csY9304" fmla="*/ 1114920 h 1114920"/>
              <a:gd name="csX9305" fmla="*/ 1602792 w 1722333"/>
              <a:gd name="csY9305" fmla="*/ 1114920 h 1114920"/>
              <a:gd name="csX9306" fmla="*/ 1602961 w 1722333"/>
              <a:gd name="csY9306" fmla="*/ 1114920 h 1114920"/>
              <a:gd name="csX9307" fmla="*/ 1603130 w 1722333"/>
              <a:gd name="csY9307" fmla="*/ 1114920 h 1114920"/>
              <a:gd name="csX9308" fmla="*/ 1603308 w 1722333"/>
              <a:gd name="csY9308" fmla="*/ 1114920 h 1114920"/>
              <a:gd name="csX9309" fmla="*/ 1603477 w 1722333"/>
              <a:gd name="csY9309" fmla="*/ 1114920 h 1114920"/>
              <a:gd name="csX9310" fmla="*/ 1603646 w 1722333"/>
              <a:gd name="csY9310" fmla="*/ 1114920 h 1114920"/>
              <a:gd name="csX9311" fmla="*/ 1603824 w 1722333"/>
              <a:gd name="csY9311" fmla="*/ 1114920 h 1114920"/>
              <a:gd name="csX9312" fmla="*/ 1603993 w 1722333"/>
              <a:gd name="csY9312" fmla="*/ 1114920 h 1114920"/>
              <a:gd name="csX9313" fmla="*/ 1604171 w 1722333"/>
              <a:gd name="csY9313" fmla="*/ 1114920 h 1114920"/>
              <a:gd name="csX9314" fmla="*/ 1604340 w 1722333"/>
              <a:gd name="csY9314" fmla="*/ 1114920 h 1114920"/>
              <a:gd name="csX9315" fmla="*/ 1604509 w 1722333"/>
              <a:gd name="csY9315" fmla="*/ 1114920 h 1114920"/>
              <a:gd name="csX9316" fmla="*/ 1604687 w 1722333"/>
              <a:gd name="csY9316" fmla="*/ 1114920 h 1114920"/>
              <a:gd name="csX9317" fmla="*/ 1604855 w 1722333"/>
              <a:gd name="csY9317" fmla="*/ 1114920 h 1114920"/>
              <a:gd name="csX9318" fmla="*/ 1605025 w 1722333"/>
              <a:gd name="csY9318" fmla="*/ 1114920 h 1114920"/>
              <a:gd name="csX9319" fmla="*/ 1605203 w 1722333"/>
              <a:gd name="csY9319" fmla="*/ 1114920 h 1114920"/>
              <a:gd name="csX9320" fmla="*/ 1605372 w 1722333"/>
              <a:gd name="csY9320" fmla="*/ 1114920 h 1114920"/>
              <a:gd name="csX9321" fmla="*/ 1605541 w 1722333"/>
              <a:gd name="csY9321" fmla="*/ 1114920 h 1114920"/>
              <a:gd name="csX9322" fmla="*/ 1605719 w 1722333"/>
              <a:gd name="csY9322" fmla="*/ 1114920 h 1114920"/>
              <a:gd name="csX9323" fmla="*/ 1605888 w 1722333"/>
              <a:gd name="csY9323" fmla="*/ 1114920 h 1114920"/>
              <a:gd name="csX9324" fmla="*/ 1606066 w 1722333"/>
              <a:gd name="csY9324" fmla="*/ 1114920 h 1114920"/>
              <a:gd name="csX9325" fmla="*/ 1606234 w 1722333"/>
              <a:gd name="csY9325" fmla="*/ 1114920 h 1114920"/>
              <a:gd name="csX9326" fmla="*/ 1606404 w 1722333"/>
              <a:gd name="csY9326" fmla="*/ 1114920 h 1114920"/>
              <a:gd name="csX9327" fmla="*/ 1606582 w 1722333"/>
              <a:gd name="csY9327" fmla="*/ 1114920 h 1114920"/>
              <a:gd name="csX9328" fmla="*/ 1606751 w 1722333"/>
              <a:gd name="csY9328" fmla="*/ 1114920 h 1114920"/>
              <a:gd name="csX9329" fmla="*/ 1606920 w 1722333"/>
              <a:gd name="csY9329" fmla="*/ 1114920 h 1114920"/>
              <a:gd name="csX9330" fmla="*/ 1607097 w 1722333"/>
              <a:gd name="csY9330" fmla="*/ 1114920 h 1114920"/>
              <a:gd name="csX9331" fmla="*/ 1607267 w 1722333"/>
              <a:gd name="csY9331" fmla="*/ 1114920 h 1114920"/>
              <a:gd name="csX9332" fmla="*/ 1607436 w 1722333"/>
              <a:gd name="csY9332" fmla="*/ 1114920 h 1114920"/>
              <a:gd name="csX9333" fmla="*/ 1607613 w 1722333"/>
              <a:gd name="csY9333" fmla="*/ 1114920 h 1114920"/>
              <a:gd name="csX9334" fmla="*/ 1607782 w 1722333"/>
              <a:gd name="csY9334" fmla="*/ 1114920 h 1114920"/>
              <a:gd name="csX9335" fmla="*/ 1607961 w 1722333"/>
              <a:gd name="csY9335" fmla="*/ 1114920 h 1114920"/>
              <a:gd name="csX9336" fmla="*/ 1608130 w 1722333"/>
              <a:gd name="csY9336" fmla="*/ 1114920 h 1114920"/>
              <a:gd name="csX9337" fmla="*/ 1608299 w 1722333"/>
              <a:gd name="csY9337" fmla="*/ 1114920 h 1114920"/>
              <a:gd name="csX9338" fmla="*/ 1608476 w 1722333"/>
              <a:gd name="csY9338" fmla="*/ 1114920 h 1114920"/>
              <a:gd name="csX9339" fmla="*/ 1608645 w 1722333"/>
              <a:gd name="csY9339" fmla="*/ 1114920 h 1114920"/>
              <a:gd name="csX9340" fmla="*/ 1608815 w 1722333"/>
              <a:gd name="csY9340" fmla="*/ 1114920 h 1114920"/>
              <a:gd name="csX9341" fmla="*/ 1608992 w 1722333"/>
              <a:gd name="csY9341" fmla="*/ 1114920 h 1114920"/>
              <a:gd name="csX9342" fmla="*/ 1609161 w 1722333"/>
              <a:gd name="csY9342" fmla="*/ 1114920 h 1114920"/>
              <a:gd name="csX9343" fmla="*/ 1609330 w 1722333"/>
              <a:gd name="csY9343" fmla="*/ 1114920 h 1114920"/>
              <a:gd name="csX9344" fmla="*/ 1609509 w 1722333"/>
              <a:gd name="csY9344" fmla="*/ 1114920 h 1114920"/>
              <a:gd name="csX9345" fmla="*/ 1609678 w 1722333"/>
              <a:gd name="csY9345" fmla="*/ 1114920 h 1114920"/>
              <a:gd name="csX9346" fmla="*/ 1609846 w 1722333"/>
              <a:gd name="csY9346" fmla="*/ 1114920 h 1114920"/>
              <a:gd name="csX9347" fmla="*/ 1610024 w 1722333"/>
              <a:gd name="csY9347" fmla="*/ 1114920 h 1114920"/>
              <a:gd name="csX9348" fmla="*/ 1610193 w 1722333"/>
              <a:gd name="csY9348" fmla="*/ 1114920 h 1114920"/>
              <a:gd name="csX9349" fmla="*/ 1610371 w 1722333"/>
              <a:gd name="csY9349" fmla="*/ 1114920 h 1114920"/>
              <a:gd name="csX9350" fmla="*/ 1610540 w 1722333"/>
              <a:gd name="csY9350" fmla="*/ 1114920 h 1114920"/>
              <a:gd name="csX9351" fmla="*/ 1610709 w 1722333"/>
              <a:gd name="csY9351" fmla="*/ 1114920 h 1114920"/>
              <a:gd name="csX9352" fmla="*/ 1610887 w 1722333"/>
              <a:gd name="csY9352" fmla="*/ 1114920 h 1114920"/>
              <a:gd name="csX9353" fmla="*/ 1611057 w 1722333"/>
              <a:gd name="csY9353" fmla="*/ 1114920 h 1114920"/>
              <a:gd name="csX9354" fmla="*/ 1611225 w 1722333"/>
              <a:gd name="csY9354" fmla="*/ 1114920 h 1114920"/>
              <a:gd name="csX9355" fmla="*/ 1611403 w 1722333"/>
              <a:gd name="csY9355" fmla="*/ 1114920 h 1114920"/>
              <a:gd name="csX9356" fmla="*/ 1611572 w 1722333"/>
              <a:gd name="csY9356" fmla="*/ 1114920 h 1114920"/>
              <a:gd name="csX9357" fmla="*/ 1611742 w 1722333"/>
              <a:gd name="csY9357" fmla="*/ 1114920 h 1114920"/>
              <a:gd name="csX9358" fmla="*/ 1611919 w 1722333"/>
              <a:gd name="csY9358" fmla="*/ 1114920 h 1114920"/>
              <a:gd name="csX9359" fmla="*/ 1612088 w 1722333"/>
              <a:gd name="csY9359" fmla="*/ 1114920 h 1114920"/>
              <a:gd name="csX9360" fmla="*/ 1612266 w 1722333"/>
              <a:gd name="csY9360" fmla="*/ 1114920 h 1114920"/>
              <a:gd name="csX9361" fmla="*/ 1612435 w 1722333"/>
              <a:gd name="csY9361" fmla="*/ 1114920 h 1114920"/>
              <a:gd name="csX9362" fmla="*/ 1612604 w 1722333"/>
              <a:gd name="csY9362" fmla="*/ 1114920 h 1114920"/>
              <a:gd name="csX9363" fmla="*/ 1612782 w 1722333"/>
              <a:gd name="csY9363" fmla="*/ 1114920 h 1114920"/>
              <a:gd name="csX9364" fmla="*/ 1612951 w 1722333"/>
              <a:gd name="csY9364" fmla="*/ 1114920 h 1114920"/>
              <a:gd name="csX9365" fmla="*/ 1613120 w 1722333"/>
              <a:gd name="csY9365" fmla="*/ 1114920 h 1114920"/>
              <a:gd name="csX9366" fmla="*/ 1613298 w 1722333"/>
              <a:gd name="csY9366" fmla="*/ 1114920 h 1114920"/>
              <a:gd name="csX9367" fmla="*/ 1613467 w 1722333"/>
              <a:gd name="csY9367" fmla="*/ 1114920 h 1114920"/>
              <a:gd name="csX9368" fmla="*/ 1613636 w 1722333"/>
              <a:gd name="csY9368" fmla="*/ 1114920 h 1114920"/>
              <a:gd name="csX9369" fmla="*/ 1613814 w 1722333"/>
              <a:gd name="csY9369" fmla="*/ 1114920 h 1114920"/>
              <a:gd name="csX9370" fmla="*/ 1613983 w 1722333"/>
              <a:gd name="csY9370" fmla="*/ 1114920 h 1114920"/>
              <a:gd name="csX9371" fmla="*/ 1614161 w 1722333"/>
              <a:gd name="csY9371" fmla="*/ 1114920 h 1114920"/>
              <a:gd name="csX9372" fmla="*/ 1614330 w 1722333"/>
              <a:gd name="csY9372" fmla="*/ 1114920 h 1114920"/>
              <a:gd name="csX9373" fmla="*/ 1614499 w 1722333"/>
              <a:gd name="csY9373" fmla="*/ 1114920 h 1114920"/>
              <a:gd name="csX9374" fmla="*/ 1614677 w 1722333"/>
              <a:gd name="csY9374" fmla="*/ 1114920 h 1114920"/>
              <a:gd name="csX9375" fmla="*/ 1614846 w 1722333"/>
              <a:gd name="csY9375" fmla="*/ 1114920 h 1114920"/>
              <a:gd name="csX9376" fmla="*/ 1615015 w 1722333"/>
              <a:gd name="csY9376" fmla="*/ 1114920 h 1114920"/>
              <a:gd name="csX9377" fmla="*/ 1615193 w 1722333"/>
              <a:gd name="csY9377" fmla="*/ 1114920 h 1114920"/>
              <a:gd name="csX9378" fmla="*/ 1615362 w 1722333"/>
              <a:gd name="csY9378" fmla="*/ 1114920 h 1114920"/>
              <a:gd name="csX9379" fmla="*/ 1615531 w 1722333"/>
              <a:gd name="csY9379" fmla="*/ 1114920 h 1114920"/>
              <a:gd name="csX9380" fmla="*/ 1615709 w 1722333"/>
              <a:gd name="csY9380" fmla="*/ 1114920 h 1114920"/>
              <a:gd name="csX9381" fmla="*/ 1615878 w 1722333"/>
              <a:gd name="csY9381" fmla="*/ 1114920 h 1114920"/>
              <a:gd name="csX9382" fmla="*/ 1616056 w 1722333"/>
              <a:gd name="csY9382" fmla="*/ 1114920 h 1114920"/>
              <a:gd name="csX9383" fmla="*/ 1616225 w 1722333"/>
              <a:gd name="csY9383" fmla="*/ 1114920 h 1114920"/>
              <a:gd name="csX9384" fmla="*/ 1616394 w 1722333"/>
              <a:gd name="csY9384" fmla="*/ 1114920 h 1114920"/>
              <a:gd name="csX9385" fmla="*/ 1616572 w 1722333"/>
              <a:gd name="csY9385" fmla="*/ 1114920 h 1114920"/>
              <a:gd name="csX9386" fmla="*/ 1616741 w 1722333"/>
              <a:gd name="csY9386" fmla="*/ 1114920 h 1114920"/>
              <a:gd name="csX9387" fmla="*/ 1616910 w 1722333"/>
              <a:gd name="csY9387" fmla="*/ 1114920 h 1114920"/>
              <a:gd name="csX9388" fmla="*/ 1617088 w 1722333"/>
              <a:gd name="csY9388" fmla="*/ 1114920 h 1114920"/>
              <a:gd name="csX9389" fmla="*/ 1617257 w 1722333"/>
              <a:gd name="csY9389" fmla="*/ 1114920 h 1114920"/>
              <a:gd name="csX9390" fmla="*/ 1617426 w 1722333"/>
              <a:gd name="csY9390" fmla="*/ 1114920 h 1114920"/>
              <a:gd name="csX9391" fmla="*/ 1617604 w 1722333"/>
              <a:gd name="csY9391" fmla="*/ 1114920 h 1114920"/>
              <a:gd name="csX9392" fmla="*/ 1617773 w 1722333"/>
              <a:gd name="csY9392" fmla="*/ 1114920 h 1114920"/>
              <a:gd name="csX9393" fmla="*/ 1617942 w 1722333"/>
              <a:gd name="csY9393" fmla="*/ 1114920 h 1114920"/>
              <a:gd name="csX9394" fmla="*/ 1618120 w 1722333"/>
              <a:gd name="csY9394" fmla="*/ 1114920 h 1114920"/>
              <a:gd name="csX9395" fmla="*/ 1618289 w 1722333"/>
              <a:gd name="csY9395" fmla="*/ 1114920 h 1114920"/>
              <a:gd name="csX9396" fmla="*/ 1618467 w 1722333"/>
              <a:gd name="csY9396" fmla="*/ 1114920 h 1114920"/>
              <a:gd name="csX9397" fmla="*/ 1618636 w 1722333"/>
              <a:gd name="csY9397" fmla="*/ 1114920 h 1114920"/>
              <a:gd name="csX9398" fmla="*/ 1618805 w 1722333"/>
              <a:gd name="csY9398" fmla="*/ 1114920 h 1114920"/>
              <a:gd name="csX9399" fmla="*/ 1618983 w 1722333"/>
              <a:gd name="csY9399" fmla="*/ 1114920 h 1114920"/>
              <a:gd name="csX9400" fmla="*/ 1619152 w 1722333"/>
              <a:gd name="csY9400" fmla="*/ 1114920 h 1114920"/>
              <a:gd name="csX9401" fmla="*/ 1619321 w 1722333"/>
              <a:gd name="csY9401" fmla="*/ 1114920 h 1114920"/>
              <a:gd name="csX9402" fmla="*/ 1619499 w 1722333"/>
              <a:gd name="csY9402" fmla="*/ 1114920 h 1114920"/>
              <a:gd name="csX9403" fmla="*/ 1619668 w 1722333"/>
              <a:gd name="csY9403" fmla="*/ 1114920 h 1114920"/>
              <a:gd name="csX9404" fmla="*/ 1619837 w 1722333"/>
              <a:gd name="csY9404" fmla="*/ 1114920 h 1114920"/>
              <a:gd name="csX9405" fmla="*/ 1620015 w 1722333"/>
              <a:gd name="csY9405" fmla="*/ 1114920 h 1114920"/>
              <a:gd name="csX9406" fmla="*/ 1620184 w 1722333"/>
              <a:gd name="csY9406" fmla="*/ 1114920 h 1114920"/>
              <a:gd name="csX9407" fmla="*/ 1620362 w 1722333"/>
              <a:gd name="csY9407" fmla="*/ 1114920 h 1114920"/>
              <a:gd name="csX9408" fmla="*/ 1620531 w 1722333"/>
              <a:gd name="csY9408" fmla="*/ 1114920 h 1114920"/>
              <a:gd name="csX9409" fmla="*/ 1620700 w 1722333"/>
              <a:gd name="csY9409" fmla="*/ 1114920 h 1114920"/>
              <a:gd name="csX9410" fmla="*/ 1620878 w 1722333"/>
              <a:gd name="csY9410" fmla="*/ 1114920 h 1114920"/>
              <a:gd name="csX9411" fmla="*/ 1621047 w 1722333"/>
              <a:gd name="csY9411" fmla="*/ 1114920 h 1114920"/>
              <a:gd name="csX9412" fmla="*/ 1621216 w 1722333"/>
              <a:gd name="csY9412" fmla="*/ 1114920 h 1114920"/>
              <a:gd name="csX9413" fmla="*/ 1621394 w 1722333"/>
              <a:gd name="csY9413" fmla="*/ 1114920 h 1114920"/>
              <a:gd name="csX9414" fmla="*/ 1621563 w 1722333"/>
              <a:gd name="csY9414" fmla="*/ 1114920 h 1114920"/>
              <a:gd name="csX9415" fmla="*/ 1621732 w 1722333"/>
              <a:gd name="csY9415" fmla="*/ 1114920 h 1114920"/>
              <a:gd name="csX9416" fmla="*/ 1621910 w 1722333"/>
              <a:gd name="csY9416" fmla="*/ 1114920 h 1114920"/>
              <a:gd name="csX9417" fmla="*/ 1622079 w 1722333"/>
              <a:gd name="csY9417" fmla="*/ 1114920 h 1114920"/>
              <a:gd name="csX9418" fmla="*/ 1622257 w 1722333"/>
              <a:gd name="csY9418" fmla="*/ 1114920 h 1114920"/>
              <a:gd name="csX9419" fmla="*/ 1622426 w 1722333"/>
              <a:gd name="csY9419" fmla="*/ 1114920 h 1114920"/>
              <a:gd name="csX9420" fmla="*/ 1622595 w 1722333"/>
              <a:gd name="csY9420" fmla="*/ 1114920 h 1114920"/>
              <a:gd name="csX9421" fmla="*/ 1622773 w 1722333"/>
              <a:gd name="csY9421" fmla="*/ 1114920 h 1114920"/>
              <a:gd name="csX9422" fmla="*/ 1622942 w 1722333"/>
              <a:gd name="csY9422" fmla="*/ 1114920 h 1114920"/>
              <a:gd name="csX9423" fmla="*/ 1623111 w 1722333"/>
              <a:gd name="csY9423" fmla="*/ 1114920 h 1114920"/>
              <a:gd name="csX9424" fmla="*/ 1623289 w 1722333"/>
              <a:gd name="csY9424" fmla="*/ 1114920 h 1114920"/>
              <a:gd name="csX9425" fmla="*/ 1623458 w 1722333"/>
              <a:gd name="csY9425" fmla="*/ 1114920 h 1114920"/>
              <a:gd name="csX9426" fmla="*/ 1623627 w 1722333"/>
              <a:gd name="csY9426" fmla="*/ 1114920 h 1114920"/>
              <a:gd name="csX9427" fmla="*/ 1623805 w 1722333"/>
              <a:gd name="csY9427" fmla="*/ 1114920 h 1114920"/>
              <a:gd name="csX9428" fmla="*/ 1623974 w 1722333"/>
              <a:gd name="csY9428" fmla="*/ 1114920 h 1114920"/>
              <a:gd name="csX9429" fmla="*/ 1624152 w 1722333"/>
              <a:gd name="csY9429" fmla="*/ 1114920 h 1114920"/>
              <a:gd name="csX9430" fmla="*/ 1624321 w 1722333"/>
              <a:gd name="csY9430" fmla="*/ 1114920 h 1114920"/>
              <a:gd name="csX9431" fmla="*/ 1624490 w 1722333"/>
              <a:gd name="csY9431" fmla="*/ 1114920 h 1114920"/>
              <a:gd name="csX9432" fmla="*/ 1624668 w 1722333"/>
              <a:gd name="csY9432" fmla="*/ 1114920 h 1114920"/>
              <a:gd name="csX9433" fmla="*/ 1624837 w 1722333"/>
              <a:gd name="csY9433" fmla="*/ 1114920 h 1114920"/>
              <a:gd name="csX9434" fmla="*/ 1625006 w 1722333"/>
              <a:gd name="csY9434" fmla="*/ 1114920 h 1114920"/>
              <a:gd name="csX9435" fmla="*/ 1625184 w 1722333"/>
              <a:gd name="csY9435" fmla="*/ 1114920 h 1114920"/>
              <a:gd name="csX9436" fmla="*/ 1625353 w 1722333"/>
              <a:gd name="csY9436" fmla="*/ 1114920 h 1114920"/>
              <a:gd name="csX9437" fmla="*/ 1625522 w 1722333"/>
              <a:gd name="csY9437" fmla="*/ 1114920 h 1114920"/>
              <a:gd name="csX9438" fmla="*/ 1625700 w 1722333"/>
              <a:gd name="csY9438" fmla="*/ 1114920 h 1114920"/>
              <a:gd name="csX9439" fmla="*/ 1625869 w 1722333"/>
              <a:gd name="csY9439" fmla="*/ 1114920 h 1114920"/>
              <a:gd name="csX9440" fmla="*/ 1626038 w 1722333"/>
              <a:gd name="csY9440" fmla="*/ 1114920 h 1114920"/>
              <a:gd name="csX9441" fmla="*/ 1626216 w 1722333"/>
              <a:gd name="csY9441" fmla="*/ 1114920 h 1114920"/>
              <a:gd name="csX9442" fmla="*/ 1626385 w 1722333"/>
              <a:gd name="csY9442" fmla="*/ 1114920 h 1114920"/>
              <a:gd name="csX9443" fmla="*/ 1626563 w 1722333"/>
              <a:gd name="csY9443" fmla="*/ 1114920 h 1114920"/>
              <a:gd name="csX9444" fmla="*/ 1626732 w 1722333"/>
              <a:gd name="csY9444" fmla="*/ 1114920 h 1114920"/>
              <a:gd name="csX9445" fmla="*/ 1626901 w 1722333"/>
              <a:gd name="csY9445" fmla="*/ 1114920 h 1114920"/>
              <a:gd name="csX9446" fmla="*/ 1627079 w 1722333"/>
              <a:gd name="csY9446" fmla="*/ 1114920 h 1114920"/>
              <a:gd name="csX9447" fmla="*/ 1627248 w 1722333"/>
              <a:gd name="csY9447" fmla="*/ 1114920 h 1114920"/>
              <a:gd name="csX9448" fmla="*/ 1627417 w 1722333"/>
              <a:gd name="csY9448" fmla="*/ 1114920 h 1114920"/>
              <a:gd name="csX9449" fmla="*/ 1627595 w 1722333"/>
              <a:gd name="csY9449" fmla="*/ 1114920 h 1114920"/>
              <a:gd name="csX9450" fmla="*/ 1627764 w 1722333"/>
              <a:gd name="csY9450" fmla="*/ 1114920 h 1114920"/>
              <a:gd name="csX9451" fmla="*/ 1627933 w 1722333"/>
              <a:gd name="csY9451" fmla="*/ 1114920 h 1114920"/>
              <a:gd name="csX9452" fmla="*/ 1628111 w 1722333"/>
              <a:gd name="csY9452" fmla="*/ 1114920 h 1114920"/>
              <a:gd name="csX9453" fmla="*/ 1628280 w 1722333"/>
              <a:gd name="csY9453" fmla="*/ 1114920 h 1114920"/>
              <a:gd name="csX9454" fmla="*/ 1628458 w 1722333"/>
              <a:gd name="csY9454" fmla="*/ 1114920 h 1114920"/>
              <a:gd name="csX9455" fmla="*/ 1628627 w 1722333"/>
              <a:gd name="csY9455" fmla="*/ 1114920 h 1114920"/>
              <a:gd name="csX9456" fmla="*/ 1628796 w 1722333"/>
              <a:gd name="csY9456" fmla="*/ 1114920 h 1114920"/>
              <a:gd name="csX9457" fmla="*/ 1628974 w 1722333"/>
              <a:gd name="csY9457" fmla="*/ 1114920 h 1114920"/>
              <a:gd name="csX9458" fmla="*/ 1629143 w 1722333"/>
              <a:gd name="csY9458" fmla="*/ 1114920 h 1114920"/>
              <a:gd name="csX9459" fmla="*/ 1629312 w 1722333"/>
              <a:gd name="csY9459" fmla="*/ 1114920 h 1114920"/>
              <a:gd name="csX9460" fmla="*/ 1629490 w 1722333"/>
              <a:gd name="csY9460" fmla="*/ 1114920 h 1114920"/>
              <a:gd name="csX9461" fmla="*/ 1629659 w 1722333"/>
              <a:gd name="csY9461" fmla="*/ 1114920 h 1114920"/>
              <a:gd name="csX9462" fmla="*/ 1629828 w 1722333"/>
              <a:gd name="csY9462" fmla="*/ 1114920 h 1114920"/>
              <a:gd name="csX9463" fmla="*/ 1630006 w 1722333"/>
              <a:gd name="csY9463" fmla="*/ 1114920 h 1114920"/>
              <a:gd name="csX9464" fmla="*/ 1630175 w 1722333"/>
              <a:gd name="csY9464" fmla="*/ 1114920 h 1114920"/>
              <a:gd name="csX9465" fmla="*/ 1630353 w 1722333"/>
              <a:gd name="csY9465" fmla="*/ 1114920 h 1114920"/>
              <a:gd name="csX9466" fmla="*/ 1630522 w 1722333"/>
              <a:gd name="csY9466" fmla="*/ 1114920 h 1114920"/>
              <a:gd name="csX9467" fmla="*/ 1630691 w 1722333"/>
              <a:gd name="csY9467" fmla="*/ 1114920 h 1114920"/>
              <a:gd name="csX9468" fmla="*/ 1630869 w 1722333"/>
              <a:gd name="csY9468" fmla="*/ 1114920 h 1114920"/>
              <a:gd name="csX9469" fmla="*/ 1631038 w 1722333"/>
              <a:gd name="csY9469" fmla="*/ 1114920 h 1114920"/>
              <a:gd name="csX9470" fmla="*/ 1631207 w 1722333"/>
              <a:gd name="csY9470" fmla="*/ 1114920 h 1114920"/>
              <a:gd name="csX9471" fmla="*/ 1631385 w 1722333"/>
              <a:gd name="csY9471" fmla="*/ 1114920 h 1114920"/>
              <a:gd name="csX9472" fmla="*/ 1631554 w 1722333"/>
              <a:gd name="csY9472" fmla="*/ 1114920 h 1114920"/>
              <a:gd name="csX9473" fmla="*/ 1631723 w 1722333"/>
              <a:gd name="csY9473" fmla="*/ 1114920 h 1114920"/>
              <a:gd name="csX9474" fmla="*/ 1631901 w 1722333"/>
              <a:gd name="csY9474" fmla="*/ 1114920 h 1114920"/>
              <a:gd name="csX9475" fmla="*/ 1632070 w 1722333"/>
              <a:gd name="csY9475" fmla="*/ 1114920 h 1114920"/>
              <a:gd name="csX9476" fmla="*/ 1632248 w 1722333"/>
              <a:gd name="csY9476" fmla="*/ 1114920 h 1114920"/>
              <a:gd name="csX9477" fmla="*/ 1632417 w 1722333"/>
              <a:gd name="csY9477" fmla="*/ 1114920 h 1114920"/>
              <a:gd name="csX9478" fmla="*/ 1632586 w 1722333"/>
              <a:gd name="csY9478" fmla="*/ 1114920 h 1114920"/>
              <a:gd name="csX9479" fmla="*/ 1632764 w 1722333"/>
              <a:gd name="csY9479" fmla="*/ 1114920 h 1114920"/>
              <a:gd name="csX9480" fmla="*/ 1632933 w 1722333"/>
              <a:gd name="csY9480" fmla="*/ 1114920 h 1114920"/>
              <a:gd name="csX9481" fmla="*/ 1633102 w 1722333"/>
              <a:gd name="csY9481" fmla="*/ 1114920 h 1114920"/>
              <a:gd name="csX9482" fmla="*/ 1633280 w 1722333"/>
              <a:gd name="csY9482" fmla="*/ 1114920 h 1114920"/>
              <a:gd name="csX9483" fmla="*/ 1633449 w 1722333"/>
              <a:gd name="csY9483" fmla="*/ 1114920 h 1114920"/>
              <a:gd name="csX9484" fmla="*/ 1633618 w 1722333"/>
              <a:gd name="csY9484" fmla="*/ 1114920 h 1114920"/>
              <a:gd name="csX9485" fmla="*/ 1633796 w 1722333"/>
              <a:gd name="csY9485" fmla="*/ 1114920 h 1114920"/>
              <a:gd name="csX9486" fmla="*/ 1633965 w 1722333"/>
              <a:gd name="csY9486" fmla="*/ 1114920 h 1114920"/>
              <a:gd name="csX9487" fmla="*/ 1634134 w 1722333"/>
              <a:gd name="csY9487" fmla="*/ 1114920 h 1114920"/>
              <a:gd name="csX9488" fmla="*/ 1634312 w 1722333"/>
              <a:gd name="csY9488" fmla="*/ 1114920 h 1114920"/>
              <a:gd name="csX9489" fmla="*/ 1634481 w 1722333"/>
              <a:gd name="csY9489" fmla="*/ 1114920 h 1114920"/>
              <a:gd name="csX9490" fmla="*/ 1634659 w 1722333"/>
              <a:gd name="csY9490" fmla="*/ 1114920 h 1114920"/>
              <a:gd name="csX9491" fmla="*/ 1634828 w 1722333"/>
              <a:gd name="csY9491" fmla="*/ 1114920 h 1114920"/>
              <a:gd name="csX9492" fmla="*/ 1634997 w 1722333"/>
              <a:gd name="csY9492" fmla="*/ 1114920 h 1114920"/>
              <a:gd name="csX9493" fmla="*/ 1635175 w 1722333"/>
              <a:gd name="csY9493" fmla="*/ 1114920 h 1114920"/>
              <a:gd name="csX9494" fmla="*/ 1635344 w 1722333"/>
              <a:gd name="csY9494" fmla="*/ 1114920 h 1114920"/>
              <a:gd name="csX9495" fmla="*/ 1635513 w 1722333"/>
              <a:gd name="csY9495" fmla="*/ 1114920 h 1114920"/>
              <a:gd name="csX9496" fmla="*/ 1635691 w 1722333"/>
              <a:gd name="csY9496" fmla="*/ 1114920 h 1114920"/>
              <a:gd name="csX9497" fmla="*/ 1635860 w 1722333"/>
              <a:gd name="csY9497" fmla="*/ 1114920 h 1114920"/>
              <a:gd name="csX9498" fmla="*/ 1636029 w 1722333"/>
              <a:gd name="csY9498" fmla="*/ 1114920 h 1114920"/>
              <a:gd name="csX9499" fmla="*/ 1636207 w 1722333"/>
              <a:gd name="csY9499" fmla="*/ 1114920 h 1114920"/>
              <a:gd name="csX9500" fmla="*/ 1636376 w 1722333"/>
              <a:gd name="csY9500" fmla="*/ 1114920 h 1114920"/>
              <a:gd name="csX9501" fmla="*/ 1636554 w 1722333"/>
              <a:gd name="csY9501" fmla="*/ 1114920 h 1114920"/>
              <a:gd name="csX9502" fmla="*/ 1636723 w 1722333"/>
              <a:gd name="csY9502" fmla="*/ 1114920 h 1114920"/>
              <a:gd name="csX9503" fmla="*/ 1636892 w 1722333"/>
              <a:gd name="csY9503" fmla="*/ 1114920 h 1114920"/>
              <a:gd name="csX9504" fmla="*/ 1637070 w 1722333"/>
              <a:gd name="csY9504" fmla="*/ 1114920 h 1114920"/>
              <a:gd name="csX9505" fmla="*/ 1637239 w 1722333"/>
              <a:gd name="csY9505" fmla="*/ 1114920 h 1114920"/>
              <a:gd name="csX9506" fmla="*/ 1637408 w 1722333"/>
              <a:gd name="csY9506" fmla="*/ 1114920 h 1114920"/>
              <a:gd name="csX9507" fmla="*/ 1637586 w 1722333"/>
              <a:gd name="csY9507" fmla="*/ 1114920 h 1114920"/>
              <a:gd name="csX9508" fmla="*/ 1637755 w 1722333"/>
              <a:gd name="csY9508" fmla="*/ 1114920 h 1114920"/>
              <a:gd name="csX9509" fmla="*/ 1637924 w 1722333"/>
              <a:gd name="csY9509" fmla="*/ 1114920 h 1114920"/>
              <a:gd name="csX9510" fmla="*/ 1638102 w 1722333"/>
              <a:gd name="csY9510" fmla="*/ 1114920 h 1114920"/>
              <a:gd name="csX9511" fmla="*/ 1638271 w 1722333"/>
              <a:gd name="csY9511" fmla="*/ 1114920 h 1114920"/>
              <a:gd name="csX9512" fmla="*/ 1638448 w 1722333"/>
              <a:gd name="csY9512" fmla="*/ 1114920 h 1114920"/>
              <a:gd name="csX9513" fmla="*/ 1638618 w 1722333"/>
              <a:gd name="csY9513" fmla="*/ 1114920 h 1114920"/>
              <a:gd name="csX9514" fmla="*/ 1638787 w 1722333"/>
              <a:gd name="csY9514" fmla="*/ 1114920 h 1114920"/>
              <a:gd name="csX9515" fmla="*/ 1638965 w 1722333"/>
              <a:gd name="csY9515" fmla="*/ 1114920 h 1114920"/>
              <a:gd name="csX9516" fmla="*/ 1639134 w 1722333"/>
              <a:gd name="csY9516" fmla="*/ 1114920 h 1114920"/>
              <a:gd name="csX9517" fmla="*/ 1639303 w 1722333"/>
              <a:gd name="csY9517" fmla="*/ 1114920 h 1114920"/>
              <a:gd name="csX9518" fmla="*/ 1639481 w 1722333"/>
              <a:gd name="csY9518" fmla="*/ 1114920 h 1114920"/>
              <a:gd name="csX9519" fmla="*/ 1639650 w 1722333"/>
              <a:gd name="csY9519" fmla="*/ 1114920 h 1114920"/>
              <a:gd name="csX9520" fmla="*/ 1639819 w 1722333"/>
              <a:gd name="csY9520" fmla="*/ 1114920 h 1114920"/>
              <a:gd name="csX9521" fmla="*/ 1639996 w 1722333"/>
              <a:gd name="csY9521" fmla="*/ 1114920 h 1114920"/>
              <a:gd name="csX9522" fmla="*/ 1640166 w 1722333"/>
              <a:gd name="csY9522" fmla="*/ 1114920 h 1114920"/>
              <a:gd name="csX9523" fmla="*/ 1640344 w 1722333"/>
              <a:gd name="csY9523" fmla="*/ 1114920 h 1114920"/>
              <a:gd name="csX9524" fmla="*/ 1640513 w 1722333"/>
              <a:gd name="csY9524" fmla="*/ 1114920 h 1114920"/>
              <a:gd name="csX9525" fmla="*/ 1640682 w 1722333"/>
              <a:gd name="csY9525" fmla="*/ 1114920 h 1114920"/>
              <a:gd name="csX9526" fmla="*/ 1640860 w 1722333"/>
              <a:gd name="csY9526" fmla="*/ 1114920 h 1114920"/>
              <a:gd name="csX9527" fmla="*/ 1641029 w 1722333"/>
              <a:gd name="csY9527" fmla="*/ 1114920 h 1114920"/>
              <a:gd name="csX9528" fmla="*/ 1641198 w 1722333"/>
              <a:gd name="csY9528" fmla="*/ 1114920 h 1114920"/>
              <a:gd name="csX9529" fmla="*/ 1641375 w 1722333"/>
              <a:gd name="csY9529" fmla="*/ 1114920 h 1114920"/>
              <a:gd name="csX9530" fmla="*/ 1641545 w 1722333"/>
              <a:gd name="csY9530" fmla="*/ 1114920 h 1114920"/>
              <a:gd name="csX9531" fmla="*/ 1641714 w 1722333"/>
              <a:gd name="csY9531" fmla="*/ 1114920 h 1114920"/>
              <a:gd name="csX9532" fmla="*/ 1641892 w 1722333"/>
              <a:gd name="csY9532" fmla="*/ 1114920 h 1114920"/>
              <a:gd name="csX9533" fmla="*/ 1642061 w 1722333"/>
              <a:gd name="csY9533" fmla="*/ 1114920 h 1114920"/>
              <a:gd name="csX9534" fmla="*/ 1642229 w 1722333"/>
              <a:gd name="csY9534" fmla="*/ 1114920 h 1114920"/>
              <a:gd name="csX9535" fmla="*/ 1642408 w 1722333"/>
              <a:gd name="csY9535" fmla="*/ 1114920 h 1114920"/>
              <a:gd name="csX9536" fmla="*/ 1642577 w 1722333"/>
              <a:gd name="csY9536" fmla="*/ 1114920 h 1114920"/>
              <a:gd name="csX9537" fmla="*/ 1642754 w 1722333"/>
              <a:gd name="csY9537" fmla="*/ 1114920 h 1114920"/>
              <a:gd name="csX9538" fmla="*/ 1642923 w 1722333"/>
              <a:gd name="csY9538" fmla="*/ 1114920 h 1114920"/>
              <a:gd name="csX9539" fmla="*/ 1643093 w 1722333"/>
              <a:gd name="csY9539" fmla="*/ 1114920 h 1114920"/>
              <a:gd name="csX9540" fmla="*/ 1643271 w 1722333"/>
              <a:gd name="csY9540" fmla="*/ 1114920 h 1114920"/>
              <a:gd name="csX9541" fmla="*/ 1643439 w 1722333"/>
              <a:gd name="csY9541" fmla="*/ 1114920 h 1114920"/>
              <a:gd name="csX9542" fmla="*/ 1643608 w 1722333"/>
              <a:gd name="csY9542" fmla="*/ 1114920 h 1114920"/>
              <a:gd name="csX9543" fmla="*/ 1643786 w 1722333"/>
              <a:gd name="csY9543" fmla="*/ 1114920 h 1114920"/>
              <a:gd name="csX9544" fmla="*/ 1643956 w 1722333"/>
              <a:gd name="csY9544" fmla="*/ 1114920 h 1114920"/>
              <a:gd name="csX9545" fmla="*/ 1644125 w 1722333"/>
              <a:gd name="csY9545" fmla="*/ 1114920 h 1114920"/>
              <a:gd name="csX9546" fmla="*/ 1644302 w 1722333"/>
              <a:gd name="csY9546" fmla="*/ 1114920 h 1114920"/>
              <a:gd name="csX9547" fmla="*/ 1644471 w 1722333"/>
              <a:gd name="csY9547" fmla="*/ 1114920 h 1114920"/>
              <a:gd name="csX9548" fmla="*/ 1644650 w 1722333"/>
              <a:gd name="csY9548" fmla="*/ 1114920 h 1114920"/>
              <a:gd name="csX9549" fmla="*/ 1644818 w 1722333"/>
              <a:gd name="csY9549" fmla="*/ 1114920 h 1114920"/>
              <a:gd name="csX9550" fmla="*/ 1644987 w 1722333"/>
              <a:gd name="csY9550" fmla="*/ 1114920 h 1114920"/>
              <a:gd name="csX9551" fmla="*/ 1645165 w 1722333"/>
              <a:gd name="csY9551" fmla="*/ 1114920 h 1114920"/>
              <a:gd name="csX9552" fmla="*/ 1645334 w 1722333"/>
              <a:gd name="csY9552" fmla="*/ 1114920 h 1114920"/>
              <a:gd name="csX9553" fmla="*/ 1645504 w 1722333"/>
              <a:gd name="csY9553" fmla="*/ 1114920 h 1114920"/>
              <a:gd name="csX9554" fmla="*/ 1645681 w 1722333"/>
              <a:gd name="csY9554" fmla="*/ 1114920 h 1114920"/>
              <a:gd name="csX9555" fmla="*/ 1645850 w 1722333"/>
              <a:gd name="csY9555" fmla="*/ 1114920 h 1114920"/>
              <a:gd name="csX9556" fmla="*/ 1646019 w 1722333"/>
              <a:gd name="csY9556" fmla="*/ 1114920 h 1114920"/>
              <a:gd name="csX9557" fmla="*/ 1646197 w 1722333"/>
              <a:gd name="csY9557" fmla="*/ 1114920 h 1114920"/>
              <a:gd name="csX9558" fmla="*/ 1646366 w 1722333"/>
              <a:gd name="csY9558" fmla="*/ 1114920 h 1114920"/>
              <a:gd name="csX9559" fmla="*/ 1646544 w 1722333"/>
              <a:gd name="csY9559" fmla="*/ 1114920 h 1114920"/>
              <a:gd name="csX9560" fmla="*/ 1646713 w 1722333"/>
              <a:gd name="csY9560" fmla="*/ 1114920 h 1114920"/>
              <a:gd name="csX9561" fmla="*/ 1646883 w 1722333"/>
              <a:gd name="csY9561" fmla="*/ 1114920 h 1114920"/>
              <a:gd name="csX9562" fmla="*/ 1647060 w 1722333"/>
              <a:gd name="csY9562" fmla="*/ 1114920 h 1114920"/>
              <a:gd name="csX9563" fmla="*/ 1647229 w 1722333"/>
              <a:gd name="csY9563" fmla="*/ 1114920 h 1114920"/>
              <a:gd name="csX9564" fmla="*/ 1647398 w 1722333"/>
              <a:gd name="csY9564" fmla="*/ 1114920 h 1114920"/>
              <a:gd name="csX9565" fmla="*/ 1647576 w 1722333"/>
              <a:gd name="csY9565" fmla="*/ 1114920 h 1114920"/>
              <a:gd name="csX9566" fmla="*/ 1647745 w 1722333"/>
              <a:gd name="csY9566" fmla="*/ 1114920 h 1114920"/>
              <a:gd name="csX9567" fmla="*/ 1647914 w 1722333"/>
              <a:gd name="csY9567" fmla="*/ 1114920 h 1114920"/>
              <a:gd name="csX9568" fmla="*/ 1648092 w 1722333"/>
              <a:gd name="csY9568" fmla="*/ 1114920 h 1114920"/>
              <a:gd name="csX9569" fmla="*/ 1648261 w 1722333"/>
              <a:gd name="csY9569" fmla="*/ 1114920 h 1114920"/>
              <a:gd name="csX9570" fmla="*/ 1648439 w 1722333"/>
              <a:gd name="csY9570" fmla="*/ 1114920 h 1114920"/>
              <a:gd name="csX9571" fmla="*/ 1648608 w 1722333"/>
              <a:gd name="csY9571" fmla="*/ 1114920 h 1114920"/>
              <a:gd name="csX9572" fmla="*/ 1648777 w 1722333"/>
              <a:gd name="csY9572" fmla="*/ 1114920 h 1114920"/>
              <a:gd name="csX9573" fmla="*/ 1648955 w 1722333"/>
              <a:gd name="csY9573" fmla="*/ 1114920 h 1114920"/>
              <a:gd name="csX9574" fmla="*/ 1649124 w 1722333"/>
              <a:gd name="csY9574" fmla="*/ 1114920 h 1114920"/>
              <a:gd name="csX9575" fmla="*/ 1649293 w 1722333"/>
              <a:gd name="csY9575" fmla="*/ 1114920 h 1114920"/>
              <a:gd name="csX9576" fmla="*/ 1649471 w 1722333"/>
              <a:gd name="csY9576" fmla="*/ 1114920 h 1114920"/>
              <a:gd name="csX9577" fmla="*/ 1649640 w 1722333"/>
              <a:gd name="csY9577" fmla="*/ 1114920 h 1114920"/>
              <a:gd name="csX9578" fmla="*/ 1649809 w 1722333"/>
              <a:gd name="csY9578" fmla="*/ 1114920 h 1114920"/>
              <a:gd name="csX9579" fmla="*/ 1649987 w 1722333"/>
              <a:gd name="csY9579" fmla="*/ 1114920 h 1114920"/>
              <a:gd name="csX9580" fmla="*/ 1650156 w 1722333"/>
              <a:gd name="csY9580" fmla="*/ 1114920 h 1114920"/>
              <a:gd name="csX9581" fmla="*/ 1650325 w 1722333"/>
              <a:gd name="csY9581" fmla="*/ 1114920 h 1114920"/>
              <a:gd name="csX9582" fmla="*/ 1650503 w 1722333"/>
              <a:gd name="csY9582" fmla="*/ 1114920 h 1114920"/>
              <a:gd name="csX9583" fmla="*/ 1650672 w 1722333"/>
              <a:gd name="csY9583" fmla="*/ 1114920 h 1114920"/>
              <a:gd name="csX9584" fmla="*/ 1650850 w 1722333"/>
              <a:gd name="csY9584" fmla="*/ 1114920 h 1114920"/>
              <a:gd name="csX9585" fmla="*/ 1651019 w 1722333"/>
              <a:gd name="csY9585" fmla="*/ 1114920 h 1114920"/>
              <a:gd name="csX9586" fmla="*/ 1651188 w 1722333"/>
              <a:gd name="csY9586" fmla="*/ 1114920 h 1114920"/>
              <a:gd name="csX9587" fmla="*/ 1651366 w 1722333"/>
              <a:gd name="csY9587" fmla="*/ 1114920 h 1114920"/>
              <a:gd name="csX9588" fmla="*/ 1651535 w 1722333"/>
              <a:gd name="csY9588" fmla="*/ 1114920 h 1114920"/>
              <a:gd name="csX9589" fmla="*/ 1651704 w 1722333"/>
              <a:gd name="csY9589" fmla="*/ 1114920 h 1114920"/>
              <a:gd name="csX9590" fmla="*/ 1651882 w 1722333"/>
              <a:gd name="csY9590" fmla="*/ 1114920 h 1114920"/>
              <a:gd name="csX9591" fmla="*/ 1652051 w 1722333"/>
              <a:gd name="csY9591" fmla="*/ 1114920 h 1114920"/>
              <a:gd name="csX9592" fmla="*/ 1652220 w 1722333"/>
              <a:gd name="csY9592" fmla="*/ 1114920 h 1114920"/>
              <a:gd name="csX9593" fmla="*/ 1652398 w 1722333"/>
              <a:gd name="csY9593" fmla="*/ 1114920 h 1114920"/>
              <a:gd name="csX9594" fmla="*/ 1652567 w 1722333"/>
              <a:gd name="csY9594" fmla="*/ 1114920 h 1114920"/>
              <a:gd name="csX9595" fmla="*/ 1652745 w 1722333"/>
              <a:gd name="csY9595" fmla="*/ 1114920 h 1114920"/>
              <a:gd name="csX9596" fmla="*/ 1652914 w 1722333"/>
              <a:gd name="csY9596" fmla="*/ 1114920 h 1114920"/>
              <a:gd name="csX9597" fmla="*/ 1653083 w 1722333"/>
              <a:gd name="csY9597" fmla="*/ 1114920 h 1114920"/>
              <a:gd name="csX9598" fmla="*/ 1653261 w 1722333"/>
              <a:gd name="csY9598" fmla="*/ 1114920 h 1114920"/>
              <a:gd name="csX9599" fmla="*/ 1653430 w 1722333"/>
              <a:gd name="csY9599" fmla="*/ 1114920 h 1114920"/>
              <a:gd name="csX9600" fmla="*/ 1653599 w 1722333"/>
              <a:gd name="csY9600" fmla="*/ 1114920 h 1114920"/>
              <a:gd name="csX9601" fmla="*/ 1653777 w 1722333"/>
              <a:gd name="csY9601" fmla="*/ 1114920 h 1114920"/>
              <a:gd name="csX9602" fmla="*/ 1653946 w 1722333"/>
              <a:gd name="csY9602" fmla="*/ 1114920 h 1114920"/>
              <a:gd name="csX9603" fmla="*/ 1654115 w 1722333"/>
              <a:gd name="csY9603" fmla="*/ 1114920 h 1114920"/>
              <a:gd name="csX9604" fmla="*/ 1654293 w 1722333"/>
              <a:gd name="csY9604" fmla="*/ 1114920 h 1114920"/>
              <a:gd name="csX9605" fmla="*/ 1654462 w 1722333"/>
              <a:gd name="csY9605" fmla="*/ 1114920 h 1114920"/>
              <a:gd name="csX9606" fmla="*/ 1654640 w 1722333"/>
              <a:gd name="csY9606" fmla="*/ 1114920 h 1114920"/>
              <a:gd name="csX9607" fmla="*/ 1654809 w 1722333"/>
              <a:gd name="csY9607" fmla="*/ 1114920 h 1114920"/>
              <a:gd name="csX9608" fmla="*/ 1654978 w 1722333"/>
              <a:gd name="csY9608" fmla="*/ 1114920 h 1114920"/>
              <a:gd name="csX9609" fmla="*/ 1655156 w 1722333"/>
              <a:gd name="csY9609" fmla="*/ 1114920 h 1114920"/>
              <a:gd name="csX9610" fmla="*/ 1655325 w 1722333"/>
              <a:gd name="csY9610" fmla="*/ 1114920 h 1114920"/>
              <a:gd name="csX9611" fmla="*/ 1655494 w 1722333"/>
              <a:gd name="csY9611" fmla="*/ 1114920 h 1114920"/>
              <a:gd name="csX9612" fmla="*/ 1655672 w 1722333"/>
              <a:gd name="csY9612" fmla="*/ 1114920 h 1114920"/>
              <a:gd name="csX9613" fmla="*/ 1655841 w 1722333"/>
              <a:gd name="csY9613" fmla="*/ 1114920 h 1114920"/>
              <a:gd name="csX9614" fmla="*/ 1656010 w 1722333"/>
              <a:gd name="csY9614" fmla="*/ 1114920 h 1114920"/>
              <a:gd name="csX9615" fmla="*/ 1656188 w 1722333"/>
              <a:gd name="csY9615" fmla="*/ 1114920 h 1114920"/>
              <a:gd name="csX9616" fmla="*/ 1656357 w 1722333"/>
              <a:gd name="csY9616" fmla="*/ 1114920 h 1114920"/>
              <a:gd name="csX9617" fmla="*/ 1656535 w 1722333"/>
              <a:gd name="csY9617" fmla="*/ 1114920 h 1114920"/>
              <a:gd name="csX9618" fmla="*/ 1656704 w 1722333"/>
              <a:gd name="csY9618" fmla="*/ 1114920 h 1114920"/>
              <a:gd name="csX9619" fmla="*/ 1656873 w 1722333"/>
              <a:gd name="csY9619" fmla="*/ 1114920 h 1114920"/>
              <a:gd name="csX9620" fmla="*/ 1657051 w 1722333"/>
              <a:gd name="csY9620" fmla="*/ 1114920 h 1114920"/>
              <a:gd name="csX9621" fmla="*/ 1657220 w 1722333"/>
              <a:gd name="csY9621" fmla="*/ 1114920 h 1114920"/>
              <a:gd name="csX9622" fmla="*/ 1657389 w 1722333"/>
              <a:gd name="csY9622" fmla="*/ 1114920 h 1114920"/>
              <a:gd name="csX9623" fmla="*/ 1657567 w 1722333"/>
              <a:gd name="csY9623" fmla="*/ 1114920 h 1114920"/>
              <a:gd name="csX9624" fmla="*/ 1657736 w 1722333"/>
              <a:gd name="csY9624" fmla="*/ 1114920 h 1114920"/>
              <a:gd name="csX9625" fmla="*/ 1657905 w 1722333"/>
              <a:gd name="csY9625" fmla="*/ 1114920 h 1114920"/>
              <a:gd name="csX9626" fmla="*/ 1658083 w 1722333"/>
              <a:gd name="csY9626" fmla="*/ 1114920 h 1114920"/>
              <a:gd name="csX9627" fmla="*/ 1658252 w 1722333"/>
              <a:gd name="csY9627" fmla="*/ 1114920 h 1114920"/>
              <a:gd name="csX9628" fmla="*/ 1658421 w 1722333"/>
              <a:gd name="csY9628" fmla="*/ 1114920 h 1114920"/>
              <a:gd name="csX9629" fmla="*/ 1658599 w 1722333"/>
              <a:gd name="csY9629" fmla="*/ 1114920 h 1114920"/>
              <a:gd name="csX9630" fmla="*/ 1658768 w 1722333"/>
              <a:gd name="csY9630" fmla="*/ 1114920 h 1114920"/>
              <a:gd name="csX9631" fmla="*/ 1658946 w 1722333"/>
              <a:gd name="csY9631" fmla="*/ 1114920 h 1114920"/>
              <a:gd name="csX9632" fmla="*/ 1659115 w 1722333"/>
              <a:gd name="csY9632" fmla="*/ 1114920 h 1114920"/>
              <a:gd name="csX9633" fmla="*/ 1659284 w 1722333"/>
              <a:gd name="csY9633" fmla="*/ 1114920 h 1114920"/>
              <a:gd name="csX9634" fmla="*/ 1659462 w 1722333"/>
              <a:gd name="csY9634" fmla="*/ 1114920 h 1114920"/>
              <a:gd name="csX9635" fmla="*/ 1659631 w 1722333"/>
              <a:gd name="csY9635" fmla="*/ 1114920 h 1114920"/>
              <a:gd name="csX9636" fmla="*/ 1659800 w 1722333"/>
              <a:gd name="csY9636" fmla="*/ 1114920 h 1114920"/>
              <a:gd name="csX9637" fmla="*/ 1659978 w 1722333"/>
              <a:gd name="csY9637" fmla="*/ 1114920 h 1114920"/>
              <a:gd name="csX9638" fmla="*/ 1660147 w 1722333"/>
              <a:gd name="csY9638" fmla="*/ 1114920 h 1114920"/>
              <a:gd name="csX9639" fmla="*/ 1660316 w 1722333"/>
              <a:gd name="csY9639" fmla="*/ 1114920 h 1114920"/>
              <a:gd name="csX9640" fmla="*/ 1660494 w 1722333"/>
              <a:gd name="csY9640" fmla="*/ 1114920 h 1114920"/>
              <a:gd name="csX9641" fmla="*/ 1660663 w 1722333"/>
              <a:gd name="csY9641" fmla="*/ 1114920 h 1114920"/>
              <a:gd name="csX9642" fmla="*/ 1660841 w 1722333"/>
              <a:gd name="csY9642" fmla="*/ 1114920 h 1114920"/>
              <a:gd name="csX9643" fmla="*/ 1661010 w 1722333"/>
              <a:gd name="csY9643" fmla="*/ 1114920 h 1114920"/>
              <a:gd name="csX9644" fmla="*/ 1661179 w 1722333"/>
              <a:gd name="csY9644" fmla="*/ 1114920 h 1114920"/>
              <a:gd name="csX9645" fmla="*/ 1661357 w 1722333"/>
              <a:gd name="csY9645" fmla="*/ 1114920 h 1114920"/>
              <a:gd name="csX9646" fmla="*/ 1661526 w 1722333"/>
              <a:gd name="csY9646" fmla="*/ 1114920 h 1114920"/>
              <a:gd name="csX9647" fmla="*/ 1661695 w 1722333"/>
              <a:gd name="csY9647" fmla="*/ 1114920 h 1114920"/>
              <a:gd name="csX9648" fmla="*/ 1661873 w 1722333"/>
              <a:gd name="csY9648" fmla="*/ 1114920 h 1114920"/>
              <a:gd name="csX9649" fmla="*/ 1662042 w 1722333"/>
              <a:gd name="csY9649" fmla="*/ 1114920 h 1114920"/>
              <a:gd name="csX9650" fmla="*/ 1662211 w 1722333"/>
              <a:gd name="csY9650" fmla="*/ 1114920 h 1114920"/>
              <a:gd name="csX9651" fmla="*/ 1662389 w 1722333"/>
              <a:gd name="csY9651" fmla="*/ 1114920 h 1114920"/>
              <a:gd name="csX9652" fmla="*/ 1662558 w 1722333"/>
              <a:gd name="csY9652" fmla="*/ 1114920 h 1114920"/>
              <a:gd name="csX9653" fmla="*/ 1662736 w 1722333"/>
              <a:gd name="csY9653" fmla="*/ 1114920 h 1114920"/>
              <a:gd name="csX9654" fmla="*/ 1662905 w 1722333"/>
              <a:gd name="csY9654" fmla="*/ 1114920 h 1114920"/>
              <a:gd name="csX9655" fmla="*/ 1663074 w 1722333"/>
              <a:gd name="csY9655" fmla="*/ 1114920 h 1114920"/>
              <a:gd name="csX9656" fmla="*/ 1663252 w 1722333"/>
              <a:gd name="csY9656" fmla="*/ 1114920 h 1114920"/>
              <a:gd name="csX9657" fmla="*/ 1663421 w 1722333"/>
              <a:gd name="csY9657" fmla="*/ 1114920 h 1114920"/>
              <a:gd name="csX9658" fmla="*/ 1663590 w 1722333"/>
              <a:gd name="csY9658" fmla="*/ 1114920 h 1114920"/>
              <a:gd name="csX9659" fmla="*/ 1663768 w 1722333"/>
              <a:gd name="csY9659" fmla="*/ 1114920 h 1114920"/>
              <a:gd name="csX9660" fmla="*/ 1663937 w 1722333"/>
              <a:gd name="csY9660" fmla="*/ 1114920 h 1114920"/>
              <a:gd name="csX9661" fmla="*/ 1664106 w 1722333"/>
              <a:gd name="csY9661" fmla="*/ 1114920 h 1114920"/>
              <a:gd name="csX9662" fmla="*/ 1664284 w 1722333"/>
              <a:gd name="csY9662" fmla="*/ 1114920 h 1114920"/>
              <a:gd name="csX9663" fmla="*/ 1664453 w 1722333"/>
              <a:gd name="csY9663" fmla="*/ 1114920 h 1114920"/>
              <a:gd name="csX9664" fmla="*/ 1664631 w 1722333"/>
              <a:gd name="csY9664" fmla="*/ 1114920 h 1114920"/>
              <a:gd name="csX9665" fmla="*/ 1664800 w 1722333"/>
              <a:gd name="csY9665" fmla="*/ 1114920 h 1114920"/>
              <a:gd name="csX9666" fmla="*/ 1664969 w 1722333"/>
              <a:gd name="csY9666" fmla="*/ 1114920 h 1114920"/>
              <a:gd name="csX9667" fmla="*/ 1665147 w 1722333"/>
              <a:gd name="csY9667" fmla="*/ 1114920 h 1114920"/>
              <a:gd name="csX9668" fmla="*/ 1665316 w 1722333"/>
              <a:gd name="csY9668" fmla="*/ 1114920 h 1114920"/>
              <a:gd name="csX9669" fmla="*/ 1665485 w 1722333"/>
              <a:gd name="csY9669" fmla="*/ 1114920 h 1114920"/>
              <a:gd name="csX9670" fmla="*/ 1665663 w 1722333"/>
              <a:gd name="csY9670" fmla="*/ 1114920 h 1114920"/>
              <a:gd name="csX9671" fmla="*/ 1665832 w 1722333"/>
              <a:gd name="csY9671" fmla="*/ 1114920 h 1114920"/>
              <a:gd name="csX9672" fmla="*/ 1666001 w 1722333"/>
              <a:gd name="csY9672" fmla="*/ 1114920 h 1114920"/>
              <a:gd name="csX9673" fmla="*/ 1666179 w 1722333"/>
              <a:gd name="csY9673" fmla="*/ 1114920 h 1114920"/>
              <a:gd name="csX9674" fmla="*/ 1666348 w 1722333"/>
              <a:gd name="csY9674" fmla="*/ 1114920 h 1114920"/>
              <a:gd name="csX9675" fmla="*/ 1666517 w 1722333"/>
              <a:gd name="csY9675" fmla="*/ 1114920 h 1114920"/>
              <a:gd name="csX9676" fmla="*/ 1666695 w 1722333"/>
              <a:gd name="csY9676" fmla="*/ 1114920 h 1114920"/>
              <a:gd name="csX9677" fmla="*/ 1666864 w 1722333"/>
              <a:gd name="csY9677" fmla="*/ 1114920 h 1114920"/>
              <a:gd name="csX9678" fmla="*/ 1667042 w 1722333"/>
              <a:gd name="csY9678" fmla="*/ 1114920 h 1114920"/>
              <a:gd name="csX9679" fmla="*/ 1667211 w 1722333"/>
              <a:gd name="csY9679" fmla="*/ 1114920 h 1114920"/>
              <a:gd name="csX9680" fmla="*/ 1667380 w 1722333"/>
              <a:gd name="csY9680" fmla="*/ 1114920 h 1114920"/>
              <a:gd name="csX9681" fmla="*/ 1667558 w 1722333"/>
              <a:gd name="csY9681" fmla="*/ 1114920 h 1114920"/>
              <a:gd name="csX9682" fmla="*/ 1667727 w 1722333"/>
              <a:gd name="csY9682" fmla="*/ 1114920 h 1114920"/>
              <a:gd name="csX9683" fmla="*/ 1667896 w 1722333"/>
              <a:gd name="csY9683" fmla="*/ 1114920 h 1114920"/>
              <a:gd name="csX9684" fmla="*/ 1668074 w 1722333"/>
              <a:gd name="csY9684" fmla="*/ 1114920 h 1114920"/>
              <a:gd name="csX9685" fmla="*/ 1668243 w 1722333"/>
              <a:gd name="csY9685" fmla="*/ 1114920 h 1114920"/>
              <a:gd name="csX9686" fmla="*/ 1668412 w 1722333"/>
              <a:gd name="csY9686" fmla="*/ 1114920 h 1114920"/>
              <a:gd name="csX9687" fmla="*/ 1668590 w 1722333"/>
              <a:gd name="csY9687" fmla="*/ 1114920 h 1114920"/>
              <a:gd name="csX9688" fmla="*/ 1668759 w 1722333"/>
              <a:gd name="csY9688" fmla="*/ 1114920 h 1114920"/>
              <a:gd name="csX9689" fmla="*/ 1668937 w 1722333"/>
              <a:gd name="csY9689" fmla="*/ 1114920 h 1114920"/>
              <a:gd name="csX9690" fmla="*/ 1669106 w 1722333"/>
              <a:gd name="csY9690" fmla="*/ 1114920 h 1114920"/>
              <a:gd name="csX9691" fmla="*/ 1669275 w 1722333"/>
              <a:gd name="csY9691" fmla="*/ 1114920 h 1114920"/>
              <a:gd name="csX9692" fmla="*/ 1669453 w 1722333"/>
              <a:gd name="csY9692" fmla="*/ 1114920 h 1114920"/>
              <a:gd name="csX9693" fmla="*/ 1669622 w 1722333"/>
              <a:gd name="csY9693" fmla="*/ 1114920 h 1114920"/>
              <a:gd name="csX9694" fmla="*/ 1669791 w 1722333"/>
              <a:gd name="csY9694" fmla="*/ 1114920 h 1114920"/>
              <a:gd name="csX9695" fmla="*/ 1669969 w 1722333"/>
              <a:gd name="csY9695" fmla="*/ 1114920 h 1114920"/>
              <a:gd name="csX9696" fmla="*/ 1670138 w 1722333"/>
              <a:gd name="csY9696" fmla="*/ 1114920 h 1114920"/>
              <a:gd name="csX9697" fmla="*/ 1670307 w 1722333"/>
              <a:gd name="csY9697" fmla="*/ 1114920 h 1114920"/>
              <a:gd name="csX9698" fmla="*/ 1670485 w 1722333"/>
              <a:gd name="csY9698" fmla="*/ 1114920 h 1114920"/>
              <a:gd name="csX9699" fmla="*/ 1670654 w 1722333"/>
              <a:gd name="csY9699" fmla="*/ 1114920 h 1114920"/>
              <a:gd name="csX9700" fmla="*/ 1670832 w 1722333"/>
              <a:gd name="csY9700" fmla="*/ 1114920 h 1114920"/>
              <a:gd name="csX9701" fmla="*/ 1671001 w 1722333"/>
              <a:gd name="csY9701" fmla="*/ 1114920 h 1114920"/>
              <a:gd name="csX9702" fmla="*/ 1671170 w 1722333"/>
              <a:gd name="csY9702" fmla="*/ 1114920 h 1114920"/>
              <a:gd name="csX9703" fmla="*/ 1671348 w 1722333"/>
              <a:gd name="csY9703" fmla="*/ 1114920 h 1114920"/>
              <a:gd name="csX9704" fmla="*/ 1671517 w 1722333"/>
              <a:gd name="csY9704" fmla="*/ 1114920 h 1114920"/>
              <a:gd name="csX9705" fmla="*/ 1671686 w 1722333"/>
              <a:gd name="csY9705" fmla="*/ 1114920 h 1114920"/>
              <a:gd name="csX9706" fmla="*/ 1671864 w 1722333"/>
              <a:gd name="csY9706" fmla="*/ 1114920 h 1114920"/>
              <a:gd name="csX9707" fmla="*/ 1672033 w 1722333"/>
              <a:gd name="csY9707" fmla="*/ 1114920 h 1114920"/>
              <a:gd name="csX9708" fmla="*/ 1672202 w 1722333"/>
              <a:gd name="csY9708" fmla="*/ 1114920 h 1114920"/>
              <a:gd name="csX9709" fmla="*/ 1672380 w 1722333"/>
              <a:gd name="csY9709" fmla="*/ 1114920 h 1114920"/>
              <a:gd name="csX9710" fmla="*/ 1672549 w 1722333"/>
              <a:gd name="csY9710" fmla="*/ 1114920 h 1114920"/>
              <a:gd name="csX9711" fmla="*/ 1672718 w 1722333"/>
              <a:gd name="csY9711" fmla="*/ 1114920 h 1114920"/>
              <a:gd name="csX9712" fmla="*/ 1672896 w 1722333"/>
              <a:gd name="csY9712" fmla="*/ 1114920 h 1114920"/>
              <a:gd name="csX9713" fmla="*/ 1673065 w 1722333"/>
              <a:gd name="csY9713" fmla="*/ 1114920 h 1114920"/>
              <a:gd name="csX9714" fmla="*/ 1673243 w 1722333"/>
              <a:gd name="csY9714" fmla="*/ 1114920 h 1114920"/>
              <a:gd name="csX9715" fmla="*/ 1673412 w 1722333"/>
              <a:gd name="csY9715" fmla="*/ 1114920 h 1114920"/>
              <a:gd name="csX9716" fmla="*/ 1673581 w 1722333"/>
              <a:gd name="csY9716" fmla="*/ 1114920 h 1114920"/>
              <a:gd name="csX9717" fmla="*/ 1673759 w 1722333"/>
              <a:gd name="csY9717" fmla="*/ 1114920 h 1114920"/>
              <a:gd name="csX9718" fmla="*/ 1673928 w 1722333"/>
              <a:gd name="csY9718" fmla="*/ 1114920 h 1114920"/>
              <a:gd name="csX9719" fmla="*/ 1674097 w 1722333"/>
              <a:gd name="csY9719" fmla="*/ 1114920 h 1114920"/>
              <a:gd name="csX9720" fmla="*/ 1674275 w 1722333"/>
              <a:gd name="csY9720" fmla="*/ 1114920 h 1114920"/>
              <a:gd name="csX9721" fmla="*/ 1674444 w 1722333"/>
              <a:gd name="csY9721" fmla="*/ 1114920 h 1114920"/>
              <a:gd name="csX9722" fmla="*/ 1674613 w 1722333"/>
              <a:gd name="csY9722" fmla="*/ 1114920 h 1114920"/>
              <a:gd name="csX9723" fmla="*/ 1674791 w 1722333"/>
              <a:gd name="csY9723" fmla="*/ 1114920 h 1114920"/>
              <a:gd name="csX9724" fmla="*/ 1674960 w 1722333"/>
              <a:gd name="csY9724" fmla="*/ 1114920 h 1114920"/>
              <a:gd name="csX9725" fmla="*/ 1675137 w 1722333"/>
              <a:gd name="csY9725" fmla="*/ 1114920 h 1114920"/>
              <a:gd name="csX9726" fmla="*/ 1675307 w 1722333"/>
              <a:gd name="csY9726" fmla="*/ 1114920 h 1114920"/>
              <a:gd name="csX9727" fmla="*/ 1675476 w 1722333"/>
              <a:gd name="csY9727" fmla="*/ 1114920 h 1114920"/>
              <a:gd name="csX9728" fmla="*/ 1675654 w 1722333"/>
              <a:gd name="csY9728" fmla="*/ 1114920 h 1114920"/>
              <a:gd name="csX9729" fmla="*/ 1675822 w 1722333"/>
              <a:gd name="csY9729" fmla="*/ 1114920 h 1114920"/>
              <a:gd name="csX9730" fmla="*/ 1675992 w 1722333"/>
              <a:gd name="csY9730" fmla="*/ 1114920 h 1114920"/>
              <a:gd name="csX9731" fmla="*/ 1676170 w 1722333"/>
              <a:gd name="csY9731" fmla="*/ 1114920 h 1114920"/>
              <a:gd name="csX9732" fmla="*/ 1676339 w 1722333"/>
              <a:gd name="csY9732" fmla="*/ 1114920 h 1114920"/>
              <a:gd name="csX9733" fmla="*/ 1676508 w 1722333"/>
              <a:gd name="csY9733" fmla="*/ 1114920 h 1114920"/>
              <a:gd name="csX9734" fmla="*/ 1676686 w 1722333"/>
              <a:gd name="csY9734" fmla="*/ 1114920 h 1114920"/>
              <a:gd name="csX9735" fmla="*/ 1676855 w 1722333"/>
              <a:gd name="csY9735" fmla="*/ 1114920 h 1114920"/>
              <a:gd name="csX9736" fmla="*/ 1677032 w 1722333"/>
              <a:gd name="csY9736" fmla="*/ 1114920 h 1114920"/>
              <a:gd name="csX9737" fmla="*/ 1677201 w 1722333"/>
              <a:gd name="csY9737" fmla="*/ 1114920 h 1114920"/>
              <a:gd name="csX9738" fmla="*/ 1677370 w 1722333"/>
              <a:gd name="csY9738" fmla="*/ 1114920 h 1114920"/>
              <a:gd name="csX9739" fmla="*/ 1677549 w 1722333"/>
              <a:gd name="csY9739" fmla="*/ 1114920 h 1114920"/>
              <a:gd name="csX9740" fmla="*/ 1677718 w 1722333"/>
              <a:gd name="csY9740" fmla="*/ 1114920 h 1114920"/>
              <a:gd name="csX9741" fmla="*/ 1677887 w 1722333"/>
              <a:gd name="csY9741" fmla="*/ 1114920 h 1114920"/>
              <a:gd name="csX9742" fmla="*/ 1678064 w 1722333"/>
              <a:gd name="csY9742" fmla="*/ 1114920 h 1114920"/>
              <a:gd name="csX9743" fmla="*/ 1678234 w 1722333"/>
              <a:gd name="csY9743" fmla="*/ 1114920 h 1114920"/>
              <a:gd name="csX9744" fmla="*/ 1678403 w 1722333"/>
              <a:gd name="csY9744" fmla="*/ 1114920 h 1114920"/>
              <a:gd name="csX9745" fmla="*/ 1678580 w 1722333"/>
              <a:gd name="csY9745" fmla="*/ 1114920 h 1114920"/>
              <a:gd name="csX9746" fmla="*/ 1678749 w 1722333"/>
              <a:gd name="csY9746" fmla="*/ 1114920 h 1114920"/>
              <a:gd name="csX9747" fmla="*/ 1678927 w 1722333"/>
              <a:gd name="csY9747" fmla="*/ 1114920 h 1114920"/>
              <a:gd name="csX9748" fmla="*/ 1679097 w 1722333"/>
              <a:gd name="csY9748" fmla="*/ 1114920 h 1114920"/>
              <a:gd name="csX9749" fmla="*/ 1679266 w 1722333"/>
              <a:gd name="csY9749" fmla="*/ 1114920 h 1114920"/>
              <a:gd name="csX9750" fmla="*/ 1679443 w 1722333"/>
              <a:gd name="csY9750" fmla="*/ 1114920 h 1114920"/>
              <a:gd name="csX9751" fmla="*/ 1679612 w 1722333"/>
              <a:gd name="csY9751" fmla="*/ 1114920 h 1114920"/>
              <a:gd name="csX9752" fmla="*/ 1679782 w 1722333"/>
              <a:gd name="csY9752" fmla="*/ 1114920 h 1114920"/>
              <a:gd name="csX9753" fmla="*/ 1679959 w 1722333"/>
              <a:gd name="csY9753" fmla="*/ 1114920 h 1114920"/>
              <a:gd name="csX9754" fmla="*/ 1680128 w 1722333"/>
              <a:gd name="csY9754" fmla="*/ 1114920 h 1114920"/>
              <a:gd name="csX9755" fmla="*/ 1680297 w 1722333"/>
              <a:gd name="csY9755" fmla="*/ 1114920 h 1114920"/>
              <a:gd name="csX9756" fmla="*/ 1680475 w 1722333"/>
              <a:gd name="csY9756" fmla="*/ 1114920 h 1114920"/>
              <a:gd name="csX9757" fmla="*/ 1680645 w 1722333"/>
              <a:gd name="csY9757" fmla="*/ 1114920 h 1114920"/>
              <a:gd name="csX9758" fmla="*/ 1680813 w 1722333"/>
              <a:gd name="csY9758" fmla="*/ 1114920 h 1114920"/>
              <a:gd name="csX9759" fmla="*/ 1680991 w 1722333"/>
              <a:gd name="csY9759" fmla="*/ 1114920 h 1114920"/>
              <a:gd name="csX9760" fmla="*/ 1681160 w 1722333"/>
              <a:gd name="csY9760" fmla="*/ 1114920 h 1114920"/>
              <a:gd name="csX9761" fmla="*/ 1681338 w 1722333"/>
              <a:gd name="csY9761" fmla="*/ 1114920 h 1114920"/>
              <a:gd name="csX9762" fmla="*/ 1681507 w 1722333"/>
              <a:gd name="csY9762" fmla="*/ 1114920 h 1114920"/>
              <a:gd name="csX9763" fmla="*/ 1681676 w 1722333"/>
              <a:gd name="csY9763" fmla="*/ 1114920 h 1114920"/>
              <a:gd name="csX9764" fmla="*/ 1681854 w 1722333"/>
              <a:gd name="csY9764" fmla="*/ 1114920 h 1114920"/>
              <a:gd name="csX9765" fmla="*/ 1682024 w 1722333"/>
              <a:gd name="csY9765" fmla="*/ 1114920 h 1114920"/>
              <a:gd name="csX9766" fmla="*/ 1682192 w 1722333"/>
              <a:gd name="csY9766" fmla="*/ 1114920 h 1114920"/>
              <a:gd name="csX9767" fmla="*/ 1682370 w 1722333"/>
              <a:gd name="csY9767" fmla="*/ 1114920 h 1114920"/>
              <a:gd name="csX9768" fmla="*/ 1682539 w 1722333"/>
              <a:gd name="csY9768" fmla="*/ 1114920 h 1114920"/>
              <a:gd name="csX9769" fmla="*/ 1682708 w 1722333"/>
              <a:gd name="csY9769" fmla="*/ 1114920 h 1114920"/>
              <a:gd name="csX9770" fmla="*/ 1682886 w 1722333"/>
              <a:gd name="csY9770" fmla="*/ 1114920 h 1114920"/>
              <a:gd name="csX9771" fmla="*/ 1683055 w 1722333"/>
              <a:gd name="csY9771" fmla="*/ 1114920 h 1114920"/>
              <a:gd name="csX9772" fmla="*/ 1683233 w 1722333"/>
              <a:gd name="csY9772" fmla="*/ 1114920 h 1114920"/>
              <a:gd name="csX9773" fmla="*/ 1683402 w 1722333"/>
              <a:gd name="csY9773" fmla="*/ 1114920 h 1114920"/>
              <a:gd name="csX9774" fmla="*/ 1683571 w 1722333"/>
              <a:gd name="csY9774" fmla="*/ 1114920 h 1114920"/>
              <a:gd name="csX9775" fmla="*/ 1683749 w 1722333"/>
              <a:gd name="csY9775" fmla="*/ 1114920 h 1114920"/>
              <a:gd name="csX9776" fmla="*/ 1683918 w 1722333"/>
              <a:gd name="csY9776" fmla="*/ 1114920 h 1114920"/>
              <a:gd name="csX9777" fmla="*/ 1684087 w 1722333"/>
              <a:gd name="csY9777" fmla="*/ 1114920 h 1114920"/>
              <a:gd name="csX9778" fmla="*/ 1684265 w 1722333"/>
              <a:gd name="csY9778" fmla="*/ 1114920 h 1114920"/>
              <a:gd name="csX9779" fmla="*/ 1684434 w 1722333"/>
              <a:gd name="csY9779" fmla="*/ 1114920 h 1114920"/>
              <a:gd name="csX9780" fmla="*/ 1684603 w 1722333"/>
              <a:gd name="csY9780" fmla="*/ 1114920 h 1114920"/>
              <a:gd name="csX9781" fmla="*/ 1684781 w 1722333"/>
              <a:gd name="csY9781" fmla="*/ 1114920 h 1114920"/>
              <a:gd name="csX9782" fmla="*/ 1684950 w 1722333"/>
              <a:gd name="csY9782" fmla="*/ 1114920 h 1114920"/>
              <a:gd name="csX9783" fmla="*/ 1685128 w 1722333"/>
              <a:gd name="csY9783" fmla="*/ 1114920 h 1114920"/>
              <a:gd name="csX9784" fmla="*/ 1685297 w 1722333"/>
              <a:gd name="csY9784" fmla="*/ 1114920 h 1114920"/>
              <a:gd name="csX9785" fmla="*/ 1685466 w 1722333"/>
              <a:gd name="csY9785" fmla="*/ 1114920 h 1114920"/>
              <a:gd name="csX9786" fmla="*/ 1685644 w 1722333"/>
              <a:gd name="csY9786" fmla="*/ 1114920 h 1114920"/>
              <a:gd name="csX9787" fmla="*/ 1685813 w 1722333"/>
              <a:gd name="csY9787" fmla="*/ 1114920 h 1114920"/>
              <a:gd name="csX9788" fmla="*/ 1685982 w 1722333"/>
              <a:gd name="csY9788" fmla="*/ 1114920 h 1114920"/>
              <a:gd name="csX9789" fmla="*/ 1686160 w 1722333"/>
              <a:gd name="csY9789" fmla="*/ 1114920 h 1114920"/>
              <a:gd name="csX9790" fmla="*/ 1686329 w 1722333"/>
              <a:gd name="csY9790" fmla="*/ 1114920 h 1114920"/>
              <a:gd name="csX9791" fmla="*/ 1686498 w 1722333"/>
              <a:gd name="csY9791" fmla="*/ 1114920 h 1114920"/>
              <a:gd name="csX9792" fmla="*/ 1686676 w 1722333"/>
              <a:gd name="csY9792" fmla="*/ 1114920 h 1114920"/>
              <a:gd name="csX9793" fmla="*/ 1686845 w 1722333"/>
              <a:gd name="csY9793" fmla="*/ 1114920 h 1114920"/>
              <a:gd name="csX9794" fmla="*/ 1687023 w 1722333"/>
              <a:gd name="csY9794" fmla="*/ 1114920 h 1114920"/>
              <a:gd name="csX9795" fmla="*/ 1687192 w 1722333"/>
              <a:gd name="csY9795" fmla="*/ 1114920 h 1114920"/>
              <a:gd name="csX9796" fmla="*/ 1687361 w 1722333"/>
              <a:gd name="csY9796" fmla="*/ 1114920 h 1114920"/>
              <a:gd name="csX9797" fmla="*/ 1687539 w 1722333"/>
              <a:gd name="csY9797" fmla="*/ 1114920 h 1114920"/>
              <a:gd name="csX9798" fmla="*/ 1687708 w 1722333"/>
              <a:gd name="csY9798" fmla="*/ 1114920 h 1114920"/>
              <a:gd name="csX9799" fmla="*/ 1687877 w 1722333"/>
              <a:gd name="csY9799" fmla="*/ 1114920 h 1114920"/>
              <a:gd name="csX9800" fmla="*/ 1688055 w 1722333"/>
              <a:gd name="csY9800" fmla="*/ 1114920 h 1114920"/>
              <a:gd name="csX9801" fmla="*/ 1688224 w 1722333"/>
              <a:gd name="csY9801" fmla="*/ 1114920 h 1114920"/>
              <a:gd name="csX9802" fmla="*/ 1688393 w 1722333"/>
              <a:gd name="csY9802" fmla="*/ 1114920 h 1114920"/>
              <a:gd name="csX9803" fmla="*/ 1688571 w 1722333"/>
              <a:gd name="csY9803" fmla="*/ 1114920 h 1114920"/>
              <a:gd name="csX9804" fmla="*/ 1688740 w 1722333"/>
              <a:gd name="csY9804" fmla="*/ 1114920 h 1114920"/>
              <a:gd name="csX9805" fmla="*/ 1688909 w 1722333"/>
              <a:gd name="csY9805" fmla="*/ 1114920 h 1114920"/>
              <a:gd name="csX9806" fmla="*/ 1689087 w 1722333"/>
              <a:gd name="csY9806" fmla="*/ 1114920 h 1114920"/>
              <a:gd name="csX9807" fmla="*/ 1689256 w 1722333"/>
              <a:gd name="csY9807" fmla="*/ 1114920 h 1114920"/>
              <a:gd name="csX9808" fmla="*/ 1689434 w 1722333"/>
              <a:gd name="csY9808" fmla="*/ 1114920 h 1114920"/>
              <a:gd name="csX9809" fmla="*/ 1689603 w 1722333"/>
              <a:gd name="csY9809" fmla="*/ 1114920 h 1114920"/>
              <a:gd name="csX9810" fmla="*/ 1689772 w 1722333"/>
              <a:gd name="csY9810" fmla="*/ 1114920 h 1114920"/>
              <a:gd name="csX9811" fmla="*/ 1689950 w 1722333"/>
              <a:gd name="csY9811" fmla="*/ 1114920 h 1114920"/>
              <a:gd name="csX9812" fmla="*/ 1690119 w 1722333"/>
              <a:gd name="csY9812" fmla="*/ 1114920 h 1114920"/>
              <a:gd name="csX9813" fmla="*/ 1690288 w 1722333"/>
              <a:gd name="csY9813" fmla="*/ 1114920 h 1114920"/>
              <a:gd name="csX9814" fmla="*/ 1690466 w 1722333"/>
              <a:gd name="csY9814" fmla="*/ 1114920 h 1114920"/>
              <a:gd name="csX9815" fmla="*/ 1690635 w 1722333"/>
              <a:gd name="csY9815" fmla="*/ 1114920 h 1114920"/>
              <a:gd name="csX9816" fmla="*/ 1690804 w 1722333"/>
              <a:gd name="csY9816" fmla="*/ 1114920 h 1114920"/>
              <a:gd name="csX9817" fmla="*/ 1690982 w 1722333"/>
              <a:gd name="csY9817" fmla="*/ 1114920 h 1114920"/>
              <a:gd name="csX9818" fmla="*/ 1691151 w 1722333"/>
              <a:gd name="csY9818" fmla="*/ 1114920 h 1114920"/>
              <a:gd name="csX9819" fmla="*/ 1691329 w 1722333"/>
              <a:gd name="csY9819" fmla="*/ 1114920 h 1114920"/>
              <a:gd name="csX9820" fmla="*/ 1691498 w 1722333"/>
              <a:gd name="csY9820" fmla="*/ 1114920 h 1114920"/>
              <a:gd name="csX9821" fmla="*/ 1691667 w 1722333"/>
              <a:gd name="csY9821" fmla="*/ 1114920 h 1114920"/>
              <a:gd name="csX9822" fmla="*/ 1691845 w 1722333"/>
              <a:gd name="csY9822" fmla="*/ 1114920 h 1114920"/>
              <a:gd name="csX9823" fmla="*/ 1692014 w 1722333"/>
              <a:gd name="csY9823" fmla="*/ 1114920 h 1114920"/>
              <a:gd name="csX9824" fmla="*/ 1692183 w 1722333"/>
              <a:gd name="csY9824" fmla="*/ 1114920 h 1114920"/>
              <a:gd name="csX9825" fmla="*/ 1692361 w 1722333"/>
              <a:gd name="csY9825" fmla="*/ 1114920 h 1114920"/>
              <a:gd name="csX9826" fmla="*/ 1692530 w 1722333"/>
              <a:gd name="csY9826" fmla="*/ 1114920 h 1114920"/>
              <a:gd name="csX9827" fmla="*/ 1692699 w 1722333"/>
              <a:gd name="csY9827" fmla="*/ 1114920 h 1114920"/>
              <a:gd name="csX9828" fmla="*/ 1692877 w 1722333"/>
              <a:gd name="csY9828" fmla="*/ 1114920 h 1114920"/>
              <a:gd name="csX9829" fmla="*/ 1693046 w 1722333"/>
              <a:gd name="csY9829" fmla="*/ 1114920 h 1114920"/>
              <a:gd name="csX9830" fmla="*/ 1693224 w 1722333"/>
              <a:gd name="csY9830" fmla="*/ 1114920 h 1114920"/>
              <a:gd name="csX9831" fmla="*/ 1693393 w 1722333"/>
              <a:gd name="csY9831" fmla="*/ 1114920 h 1114920"/>
              <a:gd name="csX9832" fmla="*/ 1693562 w 1722333"/>
              <a:gd name="csY9832" fmla="*/ 1114920 h 1114920"/>
              <a:gd name="csX9833" fmla="*/ 1693740 w 1722333"/>
              <a:gd name="csY9833" fmla="*/ 1114920 h 1114920"/>
              <a:gd name="csX9834" fmla="*/ 1693909 w 1722333"/>
              <a:gd name="csY9834" fmla="*/ 1114920 h 1114920"/>
              <a:gd name="csX9835" fmla="*/ 1694078 w 1722333"/>
              <a:gd name="csY9835" fmla="*/ 1114920 h 1114920"/>
              <a:gd name="csX9836" fmla="*/ 1694256 w 1722333"/>
              <a:gd name="csY9836" fmla="*/ 1114920 h 1114920"/>
              <a:gd name="csX9837" fmla="*/ 1694425 w 1722333"/>
              <a:gd name="csY9837" fmla="*/ 1114920 h 1114920"/>
              <a:gd name="csX9838" fmla="*/ 1694594 w 1722333"/>
              <a:gd name="csY9838" fmla="*/ 1114920 h 1114920"/>
              <a:gd name="csX9839" fmla="*/ 1694772 w 1722333"/>
              <a:gd name="csY9839" fmla="*/ 1114920 h 1114920"/>
              <a:gd name="csX9840" fmla="*/ 1694941 w 1722333"/>
              <a:gd name="csY9840" fmla="*/ 1114920 h 1114920"/>
              <a:gd name="csX9841" fmla="*/ 1695119 w 1722333"/>
              <a:gd name="csY9841" fmla="*/ 1114920 h 1114920"/>
              <a:gd name="csX9842" fmla="*/ 1695288 w 1722333"/>
              <a:gd name="csY9842" fmla="*/ 1114920 h 1114920"/>
              <a:gd name="csX9843" fmla="*/ 1695457 w 1722333"/>
              <a:gd name="csY9843" fmla="*/ 1114920 h 1114920"/>
              <a:gd name="csX9844" fmla="*/ 1695635 w 1722333"/>
              <a:gd name="csY9844" fmla="*/ 1114920 h 1114920"/>
              <a:gd name="csX9845" fmla="*/ 1695804 w 1722333"/>
              <a:gd name="csY9845" fmla="*/ 1114920 h 1114920"/>
              <a:gd name="csX9846" fmla="*/ 1695973 w 1722333"/>
              <a:gd name="csY9846" fmla="*/ 1114920 h 1114920"/>
              <a:gd name="csX9847" fmla="*/ 1696151 w 1722333"/>
              <a:gd name="csY9847" fmla="*/ 1114920 h 1114920"/>
              <a:gd name="csX9848" fmla="*/ 1696320 w 1722333"/>
              <a:gd name="csY9848" fmla="*/ 1114920 h 1114920"/>
              <a:gd name="csX9849" fmla="*/ 1696489 w 1722333"/>
              <a:gd name="csY9849" fmla="*/ 1114920 h 1114920"/>
              <a:gd name="csX9850" fmla="*/ 1696667 w 1722333"/>
              <a:gd name="csY9850" fmla="*/ 1114920 h 1114920"/>
              <a:gd name="csX9851" fmla="*/ 1696836 w 1722333"/>
              <a:gd name="csY9851" fmla="*/ 1114920 h 1114920"/>
              <a:gd name="csX9852" fmla="*/ 1697005 w 1722333"/>
              <a:gd name="csY9852" fmla="*/ 1114920 h 1114920"/>
              <a:gd name="csX9853" fmla="*/ 1697183 w 1722333"/>
              <a:gd name="csY9853" fmla="*/ 1114920 h 1114920"/>
              <a:gd name="csX9854" fmla="*/ 1697352 w 1722333"/>
              <a:gd name="csY9854" fmla="*/ 1114920 h 1114920"/>
              <a:gd name="csX9855" fmla="*/ 1697530 w 1722333"/>
              <a:gd name="csY9855" fmla="*/ 1114920 h 1114920"/>
              <a:gd name="csX9856" fmla="*/ 1697699 w 1722333"/>
              <a:gd name="csY9856" fmla="*/ 1114920 h 1114920"/>
              <a:gd name="csX9857" fmla="*/ 1697868 w 1722333"/>
              <a:gd name="csY9857" fmla="*/ 1114920 h 1114920"/>
              <a:gd name="csX9858" fmla="*/ 1698046 w 1722333"/>
              <a:gd name="csY9858" fmla="*/ 1114920 h 1114920"/>
              <a:gd name="csX9859" fmla="*/ 1698215 w 1722333"/>
              <a:gd name="csY9859" fmla="*/ 1114920 h 1114920"/>
              <a:gd name="csX9860" fmla="*/ 1698384 w 1722333"/>
              <a:gd name="csY9860" fmla="*/ 1114920 h 1114920"/>
              <a:gd name="csX9861" fmla="*/ 1698562 w 1722333"/>
              <a:gd name="csY9861" fmla="*/ 1114920 h 1114920"/>
              <a:gd name="csX9862" fmla="*/ 1698731 w 1722333"/>
              <a:gd name="csY9862" fmla="*/ 1114920 h 1114920"/>
              <a:gd name="csX9863" fmla="*/ 1698900 w 1722333"/>
              <a:gd name="csY9863" fmla="*/ 1114920 h 1114920"/>
              <a:gd name="csX9864" fmla="*/ 1699078 w 1722333"/>
              <a:gd name="csY9864" fmla="*/ 1114920 h 1114920"/>
              <a:gd name="csX9865" fmla="*/ 1699247 w 1722333"/>
              <a:gd name="csY9865" fmla="*/ 1114920 h 1114920"/>
              <a:gd name="csX9866" fmla="*/ 1699425 w 1722333"/>
              <a:gd name="csY9866" fmla="*/ 1114920 h 1114920"/>
              <a:gd name="csX9867" fmla="*/ 1699594 w 1722333"/>
              <a:gd name="csY9867" fmla="*/ 1114920 h 1114920"/>
              <a:gd name="csX9868" fmla="*/ 1699763 w 1722333"/>
              <a:gd name="csY9868" fmla="*/ 1114920 h 1114920"/>
              <a:gd name="csX9869" fmla="*/ 1699941 w 1722333"/>
              <a:gd name="csY9869" fmla="*/ 1114920 h 1114920"/>
              <a:gd name="csX9870" fmla="*/ 1700110 w 1722333"/>
              <a:gd name="csY9870" fmla="*/ 1114920 h 1114920"/>
              <a:gd name="csX9871" fmla="*/ 1700279 w 1722333"/>
              <a:gd name="csY9871" fmla="*/ 1114920 h 1114920"/>
              <a:gd name="csX9872" fmla="*/ 1700457 w 1722333"/>
              <a:gd name="csY9872" fmla="*/ 1114920 h 1114920"/>
              <a:gd name="csX9873" fmla="*/ 1700626 w 1722333"/>
              <a:gd name="csY9873" fmla="*/ 1114920 h 1114920"/>
              <a:gd name="csX9874" fmla="*/ 1700795 w 1722333"/>
              <a:gd name="csY9874" fmla="*/ 1114920 h 1114920"/>
              <a:gd name="csX9875" fmla="*/ 1700973 w 1722333"/>
              <a:gd name="csY9875" fmla="*/ 1114920 h 1114920"/>
              <a:gd name="csX9876" fmla="*/ 1701142 w 1722333"/>
              <a:gd name="csY9876" fmla="*/ 1114920 h 1114920"/>
              <a:gd name="csX9877" fmla="*/ 1701320 w 1722333"/>
              <a:gd name="csY9877" fmla="*/ 1114920 h 1114920"/>
              <a:gd name="csX9878" fmla="*/ 1701489 w 1722333"/>
              <a:gd name="csY9878" fmla="*/ 1114920 h 1114920"/>
              <a:gd name="csX9879" fmla="*/ 1701658 w 1722333"/>
              <a:gd name="csY9879" fmla="*/ 1114920 h 1114920"/>
              <a:gd name="csX9880" fmla="*/ 1701836 w 1722333"/>
              <a:gd name="csY9880" fmla="*/ 1114920 h 1114920"/>
              <a:gd name="csX9881" fmla="*/ 1702005 w 1722333"/>
              <a:gd name="csY9881" fmla="*/ 1114920 h 1114920"/>
              <a:gd name="csX9882" fmla="*/ 1702174 w 1722333"/>
              <a:gd name="csY9882" fmla="*/ 1114920 h 1114920"/>
              <a:gd name="csX9883" fmla="*/ 1702352 w 1722333"/>
              <a:gd name="csY9883" fmla="*/ 1114920 h 1114920"/>
              <a:gd name="csX9884" fmla="*/ 1702521 w 1722333"/>
              <a:gd name="csY9884" fmla="*/ 1114920 h 1114920"/>
              <a:gd name="csX9885" fmla="*/ 1702690 w 1722333"/>
              <a:gd name="csY9885" fmla="*/ 1114920 h 1114920"/>
              <a:gd name="csX9886" fmla="*/ 1702868 w 1722333"/>
              <a:gd name="csY9886" fmla="*/ 1114920 h 1114920"/>
              <a:gd name="csX9887" fmla="*/ 1703037 w 1722333"/>
              <a:gd name="csY9887" fmla="*/ 1114920 h 1114920"/>
              <a:gd name="csX9888" fmla="*/ 1703215 w 1722333"/>
              <a:gd name="csY9888" fmla="*/ 1114920 h 1114920"/>
              <a:gd name="csX9889" fmla="*/ 1703384 w 1722333"/>
              <a:gd name="csY9889" fmla="*/ 1114920 h 1114920"/>
              <a:gd name="csX9890" fmla="*/ 1703553 w 1722333"/>
              <a:gd name="csY9890" fmla="*/ 1114920 h 1114920"/>
              <a:gd name="csX9891" fmla="*/ 1703731 w 1722333"/>
              <a:gd name="csY9891" fmla="*/ 1114920 h 1114920"/>
              <a:gd name="csX9892" fmla="*/ 1703900 w 1722333"/>
              <a:gd name="csY9892" fmla="*/ 1114920 h 1114920"/>
              <a:gd name="csX9893" fmla="*/ 1704069 w 1722333"/>
              <a:gd name="csY9893" fmla="*/ 1114920 h 1114920"/>
              <a:gd name="csX9894" fmla="*/ 1704247 w 1722333"/>
              <a:gd name="csY9894" fmla="*/ 1114920 h 1114920"/>
              <a:gd name="csX9895" fmla="*/ 1704416 w 1722333"/>
              <a:gd name="csY9895" fmla="*/ 1114920 h 1114920"/>
              <a:gd name="csX9896" fmla="*/ 1704585 w 1722333"/>
              <a:gd name="csY9896" fmla="*/ 1114920 h 1114920"/>
              <a:gd name="csX9897" fmla="*/ 1704763 w 1722333"/>
              <a:gd name="csY9897" fmla="*/ 1114920 h 1114920"/>
              <a:gd name="csX9898" fmla="*/ 1704932 w 1722333"/>
              <a:gd name="csY9898" fmla="*/ 1114920 h 1114920"/>
              <a:gd name="csX9899" fmla="*/ 1705101 w 1722333"/>
              <a:gd name="csY9899" fmla="*/ 1114920 h 1114920"/>
              <a:gd name="csX9900" fmla="*/ 1705279 w 1722333"/>
              <a:gd name="csY9900" fmla="*/ 1114920 h 1114920"/>
              <a:gd name="csX9901" fmla="*/ 1705448 w 1722333"/>
              <a:gd name="csY9901" fmla="*/ 1114920 h 1114920"/>
              <a:gd name="csX9902" fmla="*/ 1705626 w 1722333"/>
              <a:gd name="csY9902" fmla="*/ 1114920 h 1114920"/>
              <a:gd name="csX9903" fmla="*/ 1705795 w 1722333"/>
              <a:gd name="csY9903" fmla="*/ 1114920 h 1114920"/>
              <a:gd name="csX9904" fmla="*/ 1705964 w 1722333"/>
              <a:gd name="csY9904" fmla="*/ 1114920 h 1114920"/>
              <a:gd name="csX9905" fmla="*/ 1706142 w 1722333"/>
              <a:gd name="csY9905" fmla="*/ 1114920 h 1114920"/>
              <a:gd name="csX9906" fmla="*/ 1706311 w 1722333"/>
              <a:gd name="csY9906" fmla="*/ 1114920 h 1114920"/>
              <a:gd name="csX9907" fmla="*/ 1706480 w 1722333"/>
              <a:gd name="csY9907" fmla="*/ 1114920 h 1114920"/>
              <a:gd name="csX9908" fmla="*/ 1706658 w 1722333"/>
              <a:gd name="csY9908" fmla="*/ 1114920 h 1114920"/>
              <a:gd name="csX9909" fmla="*/ 1706827 w 1722333"/>
              <a:gd name="csY9909" fmla="*/ 1114920 h 1114920"/>
              <a:gd name="csX9910" fmla="*/ 1706996 w 1722333"/>
              <a:gd name="csY9910" fmla="*/ 1114920 h 1114920"/>
              <a:gd name="csX9911" fmla="*/ 1707174 w 1722333"/>
              <a:gd name="csY9911" fmla="*/ 1114920 h 1114920"/>
              <a:gd name="csX9912" fmla="*/ 1707343 w 1722333"/>
              <a:gd name="csY9912" fmla="*/ 1114920 h 1114920"/>
              <a:gd name="csX9913" fmla="*/ 1707521 w 1722333"/>
              <a:gd name="csY9913" fmla="*/ 1114920 h 1114920"/>
              <a:gd name="csX9914" fmla="*/ 1707690 w 1722333"/>
              <a:gd name="csY9914" fmla="*/ 1114920 h 1114920"/>
              <a:gd name="csX9915" fmla="*/ 1707859 w 1722333"/>
              <a:gd name="csY9915" fmla="*/ 1114920 h 1114920"/>
              <a:gd name="csX9916" fmla="*/ 1708037 w 1722333"/>
              <a:gd name="csY9916" fmla="*/ 1114920 h 1114920"/>
              <a:gd name="csX9917" fmla="*/ 1708206 w 1722333"/>
              <a:gd name="csY9917" fmla="*/ 1114920 h 1114920"/>
              <a:gd name="csX9918" fmla="*/ 1708375 w 1722333"/>
              <a:gd name="csY9918" fmla="*/ 1114920 h 1114920"/>
              <a:gd name="csX9919" fmla="*/ 1708553 w 1722333"/>
              <a:gd name="csY9919" fmla="*/ 1114920 h 1114920"/>
              <a:gd name="csX9920" fmla="*/ 1708722 w 1722333"/>
              <a:gd name="csY9920" fmla="*/ 1114920 h 1114920"/>
              <a:gd name="csX9921" fmla="*/ 1708891 w 1722333"/>
              <a:gd name="csY9921" fmla="*/ 1114920 h 1114920"/>
              <a:gd name="csX9922" fmla="*/ 1709069 w 1722333"/>
              <a:gd name="csY9922" fmla="*/ 1114920 h 1114920"/>
              <a:gd name="csX9923" fmla="*/ 1709238 w 1722333"/>
              <a:gd name="csY9923" fmla="*/ 1114920 h 1114920"/>
              <a:gd name="csX9924" fmla="*/ 1709415 w 1722333"/>
              <a:gd name="csY9924" fmla="*/ 1114920 h 1114920"/>
              <a:gd name="csX9925" fmla="*/ 1709585 w 1722333"/>
              <a:gd name="csY9925" fmla="*/ 1114920 h 1114920"/>
              <a:gd name="csX9926" fmla="*/ 1709754 w 1722333"/>
              <a:gd name="csY9926" fmla="*/ 1114920 h 1114920"/>
              <a:gd name="csX9927" fmla="*/ 1709932 w 1722333"/>
              <a:gd name="csY9927" fmla="*/ 1114920 h 1114920"/>
              <a:gd name="csX9928" fmla="*/ 1710101 w 1722333"/>
              <a:gd name="csY9928" fmla="*/ 1114920 h 1114920"/>
              <a:gd name="csX9929" fmla="*/ 1710270 w 1722333"/>
              <a:gd name="csY9929" fmla="*/ 1114920 h 1114920"/>
              <a:gd name="csX9930" fmla="*/ 1710448 w 1722333"/>
              <a:gd name="csY9930" fmla="*/ 1114920 h 1114920"/>
              <a:gd name="csX9931" fmla="*/ 1710617 w 1722333"/>
              <a:gd name="csY9931" fmla="*/ 1114920 h 1114920"/>
              <a:gd name="csX9932" fmla="*/ 1710786 w 1722333"/>
              <a:gd name="csY9932" fmla="*/ 1114920 h 1114920"/>
              <a:gd name="csX9933" fmla="*/ 1710963 w 1722333"/>
              <a:gd name="csY9933" fmla="*/ 1114920 h 1114920"/>
              <a:gd name="csX9934" fmla="*/ 1711133 w 1722333"/>
              <a:gd name="csY9934" fmla="*/ 1114920 h 1114920"/>
              <a:gd name="csX9935" fmla="*/ 1711311 w 1722333"/>
              <a:gd name="csY9935" fmla="*/ 1114920 h 1114920"/>
              <a:gd name="csX9936" fmla="*/ 1711480 w 1722333"/>
              <a:gd name="csY9936" fmla="*/ 1114920 h 1114920"/>
              <a:gd name="csX9937" fmla="*/ 1711649 w 1722333"/>
              <a:gd name="csY9937" fmla="*/ 1114920 h 1114920"/>
              <a:gd name="csX9938" fmla="*/ 1711827 w 1722333"/>
              <a:gd name="csY9938" fmla="*/ 1114920 h 1114920"/>
              <a:gd name="csX9939" fmla="*/ 1711996 w 1722333"/>
              <a:gd name="csY9939" fmla="*/ 1114920 h 1114920"/>
              <a:gd name="csX9940" fmla="*/ 1712165 w 1722333"/>
              <a:gd name="csY9940" fmla="*/ 1114920 h 1114920"/>
              <a:gd name="csX9941" fmla="*/ 1712342 w 1722333"/>
              <a:gd name="csY9941" fmla="*/ 1114920 h 1114920"/>
              <a:gd name="csX9942" fmla="*/ 1712511 w 1722333"/>
              <a:gd name="csY9942" fmla="*/ 1114920 h 1114920"/>
              <a:gd name="csX9943" fmla="*/ 1712681 w 1722333"/>
              <a:gd name="csY9943" fmla="*/ 1114920 h 1114920"/>
              <a:gd name="csX9944" fmla="*/ 1712859 w 1722333"/>
              <a:gd name="csY9944" fmla="*/ 1114920 h 1114920"/>
              <a:gd name="csX9945" fmla="*/ 1713028 w 1722333"/>
              <a:gd name="csY9945" fmla="*/ 1114920 h 1114920"/>
              <a:gd name="csX9946" fmla="*/ 1713196 w 1722333"/>
              <a:gd name="csY9946" fmla="*/ 1114920 h 1114920"/>
              <a:gd name="csX9947" fmla="*/ 1713375 w 1722333"/>
              <a:gd name="csY9947" fmla="*/ 1114920 h 1114920"/>
              <a:gd name="csX9948" fmla="*/ 1713544 w 1722333"/>
              <a:gd name="csY9948" fmla="*/ 1114920 h 1114920"/>
              <a:gd name="csX9949" fmla="*/ 1713721 w 1722333"/>
              <a:gd name="csY9949" fmla="*/ 1114920 h 1114920"/>
              <a:gd name="csX9950" fmla="*/ 1713890 w 1722333"/>
              <a:gd name="csY9950" fmla="*/ 1114920 h 1114920"/>
              <a:gd name="csX9951" fmla="*/ 1714059 w 1722333"/>
              <a:gd name="csY9951" fmla="*/ 1114920 h 1114920"/>
              <a:gd name="csX9952" fmla="*/ 1714238 w 1722333"/>
              <a:gd name="csY9952" fmla="*/ 1114920 h 1114920"/>
              <a:gd name="csX9953" fmla="*/ 1714406 w 1722333"/>
              <a:gd name="csY9953" fmla="*/ 1114920 h 1114920"/>
              <a:gd name="csX9954" fmla="*/ 1714575 w 1722333"/>
              <a:gd name="csY9954" fmla="*/ 1114920 h 1114920"/>
              <a:gd name="csX9955" fmla="*/ 1714753 w 1722333"/>
              <a:gd name="csY9955" fmla="*/ 1114920 h 1114920"/>
              <a:gd name="csX9956" fmla="*/ 1714923 w 1722333"/>
              <a:gd name="csY9956" fmla="*/ 1114920 h 1114920"/>
              <a:gd name="csX9957" fmla="*/ 1715092 w 1722333"/>
              <a:gd name="csY9957" fmla="*/ 1114920 h 1114920"/>
              <a:gd name="csX9958" fmla="*/ 1715269 w 1722333"/>
              <a:gd name="csY9958" fmla="*/ 1114920 h 1114920"/>
              <a:gd name="csX9959" fmla="*/ 1715438 w 1722333"/>
              <a:gd name="csY9959" fmla="*/ 1114920 h 1114920"/>
              <a:gd name="csX9960" fmla="*/ 1715616 w 1722333"/>
              <a:gd name="csY9960" fmla="*/ 1114920 h 1114920"/>
              <a:gd name="csX9961" fmla="*/ 1715785 w 1722333"/>
              <a:gd name="csY9961" fmla="*/ 1114920 h 1114920"/>
              <a:gd name="csX9962" fmla="*/ 1715954 w 1722333"/>
              <a:gd name="csY9962" fmla="*/ 1114920 h 1114920"/>
              <a:gd name="csX9963" fmla="*/ 1716132 w 1722333"/>
              <a:gd name="csY9963" fmla="*/ 1114920 h 1114920"/>
              <a:gd name="csX9964" fmla="*/ 1716301 w 1722333"/>
              <a:gd name="csY9964" fmla="*/ 1114920 h 1114920"/>
              <a:gd name="csX9965" fmla="*/ 1716471 w 1722333"/>
              <a:gd name="csY9965" fmla="*/ 1114920 h 1114920"/>
              <a:gd name="csX9966" fmla="*/ 1716648 w 1722333"/>
              <a:gd name="csY9966" fmla="*/ 1114920 h 1114920"/>
              <a:gd name="csX9967" fmla="*/ 1716817 w 1722333"/>
              <a:gd name="csY9967" fmla="*/ 1114920 h 1114920"/>
              <a:gd name="csX9968" fmla="*/ 1716986 w 1722333"/>
              <a:gd name="csY9968" fmla="*/ 1114920 h 1114920"/>
              <a:gd name="csX9969" fmla="*/ 1717164 w 1722333"/>
              <a:gd name="csY9969" fmla="*/ 1114920 h 1114920"/>
              <a:gd name="csX9970" fmla="*/ 1717333 w 1722333"/>
              <a:gd name="csY9970" fmla="*/ 1114920 h 1114920"/>
              <a:gd name="csX9971" fmla="*/ 1717511 w 1722333"/>
              <a:gd name="csY9971" fmla="*/ 1114920 h 1114920"/>
              <a:gd name="csX9972" fmla="*/ 1717680 w 1722333"/>
              <a:gd name="csY9972" fmla="*/ 1114920 h 1114920"/>
              <a:gd name="csX9973" fmla="*/ 1717849 w 1722333"/>
              <a:gd name="csY9973" fmla="*/ 1114920 h 1114920"/>
              <a:gd name="csX9974" fmla="*/ 1718027 w 1722333"/>
              <a:gd name="csY9974" fmla="*/ 1114920 h 1114920"/>
              <a:gd name="csX9975" fmla="*/ 1718196 w 1722333"/>
              <a:gd name="csY9975" fmla="*/ 1114920 h 1114920"/>
              <a:gd name="csX9976" fmla="*/ 1718365 w 1722333"/>
              <a:gd name="csY9976" fmla="*/ 1114920 h 1114920"/>
              <a:gd name="csX9977" fmla="*/ 1718543 w 1722333"/>
              <a:gd name="csY9977" fmla="*/ 1114920 h 1114920"/>
              <a:gd name="csX9978" fmla="*/ 1718712 w 1722333"/>
              <a:gd name="csY9978" fmla="*/ 1114920 h 1114920"/>
              <a:gd name="csX9979" fmla="*/ 1718881 w 1722333"/>
              <a:gd name="csY9979" fmla="*/ 1114920 h 1114920"/>
              <a:gd name="csX9980" fmla="*/ 1719059 w 1722333"/>
              <a:gd name="csY9980" fmla="*/ 1114920 h 1114920"/>
              <a:gd name="csX9981" fmla="*/ 1719228 w 1722333"/>
              <a:gd name="csY9981" fmla="*/ 1114920 h 1114920"/>
              <a:gd name="csX9982" fmla="*/ 1719406 w 1722333"/>
              <a:gd name="csY9982" fmla="*/ 1114920 h 1114920"/>
              <a:gd name="csX9983" fmla="*/ 1719575 w 1722333"/>
              <a:gd name="csY9983" fmla="*/ 1114920 h 1114920"/>
              <a:gd name="csX9984" fmla="*/ 1719744 w 1722333"/>
              <a:gd name="csY9984" fmla="*/ 1114920 h 1114920"/>
              <a:gd name="csX9985" fmla="*/ 1719922 w 1722333"/>
              <a:gd name="csY9985" fmla="*/ 1114920 h 1114920"/>
              <a:gd name="csX9986" fmla="*/ 1720091 w 1722333"/>
              <a:gd name="csY9986" fmla="*/ 1114920 h 1114920"/>
              <a:gd name="csX9987" fmla="*/ 1720260 w 1722333"/>
              <a:gd name="csY9987" fmla="*/ 1114920 h 1114920"/>
              <a:gd name="csX9988" fmla="*/ 1720438 w 1722333"/>
              <a:gd name="csY9988" fmla="*/ 1114920 h 1114920"/>
              <a:gd name="csX9989" fmla="*/ 1720607 w 1722333"/>
              <a:gd name="csY9989" fmla="*/ 1114920 h 1114920"/>
              <a:gd name="csX9990" fmla="*/ 1720776 w 1722333"/>
              <a:gd name="csY9990" fmla="*/ 1114920 h 1114920"/>
              <a:gd name="csX9991" fmla="*/ 1720954 w 1722333"/>
              <a:gd name="csY9991" fmla="*/ 1114920 h 1114920"/>
              <a:gd name="csX9992" fmla="*/ 1721123 w 1722333"/>
              <a:gd name="csY9992" fmla="*/ 1114920 h 1114920"/>
              <a:gd name="csX9993" fmla="*/ 1721292 w 1722333"/>
              <a:gd name="csY9993" fmla="*/ 1114920 h 1114920"/>
              <a:gd name="csX9994" fmla="*/ 1721470 w 1722333"/>
              <a:gd name="csY9994" fmla="*/ 1114920 h 1114920"/>
              <a:gd name="csX9995" fmla="*/ 1721639 w 1722333"/>
              <a:gd name="csY9995" fmla="*/ 1114920 h 1114920"/>
              <a:gd name="csX9996" fmla="*/ 1721817 w 1722333"/>
              <a:gd name="csY9996" fmla="*/ 1114920 h 1114920"/>
              <a:gd name="csX9997" fmla="*/ 1721986 w 1722333"/>
              <a:gd name="csY9997" fmla="*/ 1114920 h 1114920"/>
              <a:gd name="csX9998" fmla="*/ 1722155 w 1722333"/>
              <a:gd name="csY9998" fmla="*/ 1114920 h 1114920"/>
              <a:gd name="csX9999" fmla="*/ 1722333 w 1722333"/>
              <a:gd name="csY9999" fmla="*/ 1114920 h 11149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2333" h="1114920">
                <a:moveTo>
                  <a:pt x="0" y="1114920"/>
                </a:moveTo>
                <a:lnTo>
                  <a:pt x="172" y="1114920"/>
                </a:lnTo>
                <a:lnTo>
                  <a:pt x="344" y="1114920"/>
                </a:lnTo>
                <a:lnTo>
                  <a:pt x="516" y="1114920"/>
                </a:lnTo>
                <a:lnTo>
                  <a:pt x="689" y="1114920"/>
                </a:lnTo>
                <a:lnTo>
                  <a:pt x="861" y="1114920"/>
                </a:lnTo>
                <a:lnTo>
                  <a:pt x="1033" y="1114920"/>
                </a:lnTo>
                <a:lnTo>
                  <a:pt x="1205" y="1114920"/>
                </a:lnTo>
                <a:lnTo>
                  <a:pt x="1377" y="1114920"/>
                </a:lnTo>
                <a:lnTo>
                  <a:pt x="1550" y="1114920"/>
                </a:lnTo>
                <a:lnTo>
                  <a:pt x="1722" y="1114920"/>
                </a:lnTo>
                <a:lnTo>
                  <a:pt x="1894" y="1114920"/>
                </a:lnTo>
                <a:lnTo>
                  <a:pt x="2067" y="1114920"/>
                </a:lnTo>
                <a:lnTo>
                  <a:pt x="2239" y="1114920"/>
                </a:lnTo>
                <a:lnTo>
                  <a:pt x="2411" y="1114920"/>
                </a:lnTo>
                <a:lnTo>
                  <a:pt x="2584" y="1114920"/>
                </a:lnTo>
                <a:lnTo>
                  <a:pt x="2755" y="1114920"/>
                </a:lnTo>
                <a:lnTo>
                  <a:pt x="2928" y="1114920"/>
                </a:lnTo>
                <a:lnTo>
                  <a:pt x="3100" y="1114920"/>
                </a:lnTo>
                <a:lnTo>
                  <a:pt x="3272" y="1114920"/>
                </a:lnTo>
                <a:lnTo>
                  <a:pt x="3445" y="1114920"/>
                </a:lnTo>
                <a:lnTo>
                  <a:pt x="3617" y="1114920"/>
                </a:lnTo>
                <a:lnTo>
                  <a:pt x="3789" y="1114920"/>
                </a:lnTo>
                <a:lnTo>
                  <a:pt x="3962" y="1114920"/>
                </a:lnTo>
                <a:lnTo>
                  <a:pt x="4133" y="1114920"/>
                </a:lnTo>
                <a:lnTo>
                  <a:pt x="4306" y="1114920"/>
                </a:lnTo>
                <a:lnTo>
                  <a:pt x="4478" y="1114920"/>
                </a:lnTo>
                <a:lnTo>
                  <a:pt x="4650" y="1114920"/>
                </a:lnTo>
                <a:lnTo>
                  <a:pt x="4823" y="1114920"/>
                </a:lnTo>
                <a:lnTo>
                  <a:pt x="4994" y="1114920"/>
                </a:lnTo>
                <a:lnTo>
                  <a:pt x="5167" y="1114920"/>
                </a:lnTo>
                <a:lnTo>
                  <a:pt x="5340" y="1114920"/>
                </a:lnTo>
                <a:lnTo>
                  <a:pt x="5511" y="1114920"/>
                </a:lnTo>
                <a:lnTo>
                  <a:pt x="5684" y="1114920"/>
                </a:lnTo>
                <a:lnTo>
                  <a:pt x="5857" y="1114920"/>
                </a:lnTo>
                <a:lnTo>
                  <a:pt x="6028" y="1114920"/>
                </a:lnTo>
                <a:lnTo>
                  <a:pt x="6201" y="1114920"/>
                </a:lnTo>
                <a:lnTo>
                  <a:pt x="6373" y="1114920"/>
                </a:lnTo>
                <a:lnTo>
                  <a:pt x="6545" y="1114920"/>
                </a:lnTo>
                <a:lnTo>
                  <a:pt x="6718" y="1114920"/>
                </a:lnTo>
                <a:lnTo>
                  <a:pt x="6889" y="1114920"/>
                </a:lnTo>
                <a:lnTo>
                  <a:pt x="7062" y="1114920"/>
                </a:lnTo>
                <a:lnTo>
                  <a:pt x="7234" y="1114920"/>
                </a:lnTo>
                <a:lnTo>
                  <a:pt x="7406" y="1114920"/>
                </a:lnTo>
                <a:lnTo>
                  <a:pt x="7579" y="1114920"/>
                </a:lnTo>
                <a:lnTo>
                  <a:pt x="7751" y="1114920"/>
                </a:lnTo>
                <a:lnTo>
                  <a:pt x="7923" y="1114920"/>
                </a:lnTo>
                <a:lnTo>
                  <a:pt x="8096" y="1114920"/>
                </a:lnTo>
                <a:lnTo>
                  <a:pt x="8267" y="1114920"/>
                </a:lnTo>
                <a:lnTo>
                  <a:pt x="8440" y="1114920"/>
                </a:lnTo>
                <a:lnTo>
                  <a:pt x="8612" y="1114920"/>
                </a:lnTo>
                <a:lnTo>
                  <a:pt x="8784" y="1114920"/>
                </a:lnTo>
                <a:lnTo>
                  <a:pt x="8957" y="1114920"/>
                </a:lnTo>
                <a:lnTo>
                  <a:pt x="9129" y="1114920"/>
                </a:lnTo>
                <a:lnTo>
                  <a:pt x="9301" y="1114920"/>
                </a:lnTo>
                <a:lnTo>
                  <a:pt x="9473" y="1114920"/>
                </a:lnTo>
                <a:lnTo>
                  <a:pt x="9646" y="1114920"/>
                </a:lnTo>
                <a:lnTo>
                  <a:pt x="9818" y="1114920"/>
                </a:lnTo>
                <a:lnTo>
                  <a:pt x="9990" y="1114920"/>
                </a:lnTo>
                <a:lnTo>
                  <a:pt x="10162" y="1114920"/>
                </a:lnTo>
                <a:lnTo>
                  <a:pt x="10335" y="1114920"/>
                </a:lnTo>
                <a:lnTo>
                  <a:pt x="10507" y="1114920"/>
                </a:lnTo>
                <a:lnTo>
                  <a:pt x="10679" y="1114920"/>
                </a:lnTo>
                <a:lnTo>
                  <a:pt x="10851" y="1114920"/>
                </a:lnTo>
                <a:lnTo>
                  <a:pt x="11024" y="1114920"/>
                </a:lnTo>
                <a:lnTo>
                  <a:pt x="11196" y="1114920"/>
                </a:lnTo>
                <a:lnTo>
                  <a:pt x="11368" y="1114920"/>
                </a:lnTo>
                <a:lnTo>
                  <a:pt x="11540" y="1114920"/>
                </a:lnTo>
                <a:lnTo>
                  <a:pt x="11713" y="1114920"/>
                </a:lnTo>
                <a:lnTo>
                  <a:pt x="11885" y="1114920"/>
                </a:lnTo>
                <a:lnTo>
                  <a:pt x="12057" y="1114920"/>
                </a:lnTo>
                <a:lnTo>
                  <a:pt x="12229" y="1114920"/>
                </a:lnTo>
                <a:lnTo>
                  <a:pt x="12402" y="1114920"/>
                </a:lnTo>
                <a:lnTo>
                  <a:pt x="12574" y="1114920"/>
                </a:lnTo>
                <a:lnTo>
                  <a:pt x="12746" y="1114920"/>
                </a:lnTo>
                <a:lnTo>
                  <a:pt x="12919" y="1114920"/>
                </a:lnTo>
                <a:lnTo>
                  <a:pt x="13090" y="1114920"/>
                </a:lnTo>
                <a:lnTo>
                  <a:pt x="13263" y="1114920"/>
                </a:lnTo>
                <a:lnTo>
                  <a:pt x="13435" y="1114920"/>
                </a:lnTo>
                <a:lnTo>
                  <a:pt x="13607" y="1114920"/>
                </a:lnTo>
                <a:lnTo>
                  <a:pt x="13780" y="1114920"/>
                </a:lnTo>
                <a:lnTo>
                  <a:pt x="13952" y="1114920"/>
                </a:lnTo>
                <a:lnTo>
                  <a:pt x="14124" y="1114920"/>
                </a:lnTo>
                <a:lnTo>
                  <a:pt x="14297" y="1114920"/>
                </a:lnTo>
                <a:lnTo>
                  <a:pt x="14468" y="1114920"/>
                </a:lnTo>
                <a:lnTo>
                  <a:pt x="14641" y="1114920"/>
                </a:lnTo>
                <a:lnTo>
                  <a:pt x="14813" y="1114920"/>
                </a:lnTo>
                <a:lnTo>
                  <a:pt x="14985" y="1114920"/>
                </a:lnTo>
                <a:lnTo>
                  <a:pt x="15158" y="1114920"/>
                </a:lnTo>
                <a:lnTo>
                  <a:pt x="15329" y="1114920"/>
                </a:lnTo>
                <a:lnTo>
                  <a:pt x="15502" y="1114920"/>
                </a:lnTo>
                <a:lnTo>
                  <a:pt x="15675" y="1114920"/>
                </a:lnTo>
                <a:lnTo>
                  <a:pt x="15846" y="1114920"/>
                </a:lnTo>
                <a:lnTo>
                  <a:pt x="16019" y="1114920"/>
                </a:lnTo>
                <a:lnTo>
                  <a:pt x="16192" y="1114920"/>
                </a:lnTo>
                <a:lnTo>
                  <a:pt x="16363" y="1114920"/>
                </a:lnTo>
                <a:lnTo>
                  <a:pt x="16536" y="1114920"/>
                </a:lnTo>
                <a:lnTo>
                  <a:pt x="16708" y="1114920"/>
                </a:lnTo>
                <a:lnTo>
                  <a:pt x="16880" y="1114920"/>
                </a:lnTo>
                <a:lnTo>
                  <a:pt x="17053" y="1114920"/>
                </a:lnTo>
                <a:lnTo>
                  <a:pt x="17224" y="1114920"/>
                </a:lnTo>
                <a:lnTo>
                  <a:pt x="17397" y="1114920"/>
                </a:lnTo>
                <a:lnTo>
                  <a:pt x="17569" y="1114920"/>
                </a:lnTo>
                <a:lnTo>
                  <a:pt x="17741" y="1114920"/>
                </a:lnTo>
                <a:lnTo>
                  <a:pt x="17914" y="1114920"/>
                </a:lnTo>
                <a:lnTo>
                  <a:pt x="18086" y="1114920"/>
                </a:lnTo>
                <a:lnTo>
                  <a:pt x="18258" y="1114920"/>
                </a:lnTo>
                <a:lnTo>
                  <a:pt x="18431" y="1114920"/>
                </a:lnTo>
                <a:lnTo>
                  <a:pt x="18602" y="1114920"/>
                </a:lnTo>
                <a:lnTo>
                  <a:pt x="18775" y="1114920"/>
                </a:lnTo>
                <a:lnTo>
                  <a:pt x="18947" y="1114920"/>
                </a:lnTo>
                <a:lnTo>
                  <a:pt x="19119" y="1114920"/>
                </a:lnTo>
                <a:lnTo>
                  <a:pt x="19292" y="1114920"/>
                </a:lnTo>
                <a:lnTo>
                  <a:pt x="19464" y="1114920"/>
                </a:lnTo>
                <a:lnTo>
                  <a:pt x="19636" y="1114920"/>
                </a:lnTo>
                <a:lnTo>
                  <a:pt x="19808" y="1114920"/>
                </a:lnTo>
                <a:lnTo>
                  <a:pt x="19981" y="1114920"/>
                </a:lnTo>
                <a:lnTo>
                  <a:pt x="20153" y="1114920"/>
                </a:lnTo>
                <a:lnTo>
                  <a:pt x="20325" y="1114920"/>
                </a:lnTo>
                <a:lnTo>
                  <a:pt x="20497" y="1114920"/>
                </a:lnTo>
                <a:lnTo>
                  <a:pt x="20670" y="1114920"/>
                </a:lnTo>
                <a:lnTo>
                  <a:pt x="20842" y="1114920"/>
                </a:lnTo>
                <a:lnTo>
                  <a:pt x="21014" y="1114920"/>
                </a:lnTo>
                <a:lnTo>
                  <a:pt x="21186" y="1114920"/>
                </a:lnTo>
                <a:lnTo>
                  <a:pt x="21359" y="1114920"/>
                </a:lnTo>
                <a:lnTo>
                  <a:pt x="21531" y="1114920"/>
                </a:lnTo>
                <a:lnTo>
                  <a:pt x="21703" y="1114920"/>
                </a:lnTo>
                <a:lnTo>
                  <a:pt x="21875" y="1114920"/>
                </a:lnTo>
                <a:lnTo>
                  <a:pt x="22048" y="1114920"/>
                </a:lnTo>
                <a:lnTo>
                  <a:pt x="22220" y="1114920"/>
                </a:lnTo>
                <a:lnTo>
                  <a:pt x="22392" y="1114920"/>
                </a:lnTo>
                <a:lnTo>
                  <a:pt x="22564" y="1114920"/>
                </a:lnTo>
                <a:lnTo>
                  <a:pt x="22737" y="1114920"/>
                </a:lnTo>
                <a:lnTo>
                  <a:pt x="22909" y="1114920"/>
                </a:lnTo>
                <a:lnTo>
                  <a:pt x="23081" y="1114920"/>
                </a:lnTo>
                <a:lnTo>
                  <a:pt x="23254" y="1114920"/>
                </a:lnTo>
                <a:lnTo>
                  <a:pt x="23425" y="1114920"/>
                </a:lnTo>
                <a:lnTo>
                  <a:pt x="23598" y="1114920"/>
                </a:lnTo>
                <a:lnTo>
                  <a:pt x="23770" y="1114920"/>
                </a:lnTo>
                <a:lnTo>
                  <a:pt x="23942" y="1114920"/>
                </a:lnTo>
                <a:lnTo>
                  <a:pt x="24115" y="1114920"/>
                </a:lnTo>
                <a:lnTo>
                  <a:pt x="24287" y="1114920"/>
                </a:lnTo>
                <a:lnTo>
                  <a:pt x="24459" y="1114920"/>
                </a:lnTo>
                <a:lnTo>
                  <a:pt x="24632" y="1114920"/>
                </a:lnTo>
                <a:lnTo>
                  <a:pt x="24803" y="1114920"/>
                </a:lnTo>
                <a:lnTo>
                  <a:pt x="24976" y="1114920"/>
                </a:lnTo>
                <a:lnTo>
                  <a:pt x="25148" y="1114920"/>
                </a:lnTo>
                <a:lnTo>
                  <a:pt x="25320" y="1114920"/>
                </a:lnTo>
                <a:lnTo>
                  <a:pt x="25493" y="1114920"/>
                </a:lnTo>
                <a:lnTo>
                  <a:pt x="25664" y="1114920"/>
                </a:lnTo>
                <a:lnTo>
                  <a:pt x="25837" y="1114920"/>
                </a:lnTo>
                <a:lnTo>
                  <a:pt x="26010" y="1114920"/>
                </a:lnTo>
                <a:lnTo>
                  <a:pt x="26181" y="1114920"/>
                </a:lnTo>
                <a:lnTo>
                  <a:pt x="26354" y="1114920"/>
                </a:lnTo>
                <a:lnTo>
                  <a:pt x="26527" y="1114920"/>
                </a:lnTo>
                <a:lnTo>
                  <a:pt x="26698" y="1114920"/>
                </a:lnTo>
                <a:lnTo>
                  <a:pt x="26871" y="1114920"/>
                </a:lnTo>
                <a:lnTo>
                  <a:pt x="27043" y="1114920"/>
                </a:lnTo>
                <a:lnTo>
                  <a:pt x="27215" y="1114920"/>
                </a:lnTo>
                <a:lnTo>
                  <a:pt x="27388" y="1114920"/>
                </a:lnTo>
                <a:lnTo>
                  <a:pt x="27559" y="1114920"/>
                </a:lnTo>
                <a:lnTo>
                  <a:pt x="27732" y="1114920"/>
                </a:lnTo>
                <a:lnTo>
                  <a:pt x="27904" y="1114920"/>
                </a:lnTo>
                <a:lnTo>
                  <a:pt x="28076" y="1114920"/>
                </a:lnTo>
                <a:lnTo>
                  <a:pt x="28249" y="1114920"/>
                </a:lnTo>
                <a:lnTo>
                  <a:pt x="28421" y="1114920"/>
                </a:lnTo>
                <a:lnTo>
                  <a:pt x="28593" y="1114920"/>
                </a:lnTo>
                <a:lnTo>
                  <a:pt x="28766" y="1114920"/>
                </a:lnTo>
                <a:lnTo>
                  <a:pt x="28937" y="1114920"/>
                </a:lnTo>
                <a:lnTo>
                  <a:pt x="29110" y="1114920"/>
                </a:lnTo>
                <a:lnTo>
                  <a:pt x="29282" y="1114920"/>
                </a:lnTo>
                <a:lnTo>
                  <a:pt x="29454" y="1114920"/>
                </a:lnTo>
                <a:lnTo>
                  <a:pt x="29627" y="1114920"/>
                </a:lnTo>
                <a:lnTo>
                  <a:pt x="29799" y="1114920"/>
                </a:lnTo>
                <a:lnTo>
                  <a:pt x="29971" y="1114920"/>
                </a:lnTo>
                <a:lnTo>
                  <a:pt x="30144" y="1114920"/>
                </a:lnTo>
                <a:lnTo>
                  <a:pt x="30316" y="1114920"/>
                </a:lnTo>
                <a:lnTo>
                  <a:pt x="30488" y="1114920"/>
                </a:lnTo>
                <a:lnTo>
                  <a:pt x="30660" y="1114920"/>
                </a:lnTo>
                <a:lnTo>
                  <a:pt x="30832" y="1114920"/>
                </a:lnTo>
                <a:lnTo>
                  <a:pt x="31005" y="1114920"/>
                </a:lnTo>
                <a:lnTo>
                  <a:pt x="31177" y="1114920"/>
                </a:lnTo>
                <a:lnTo>
                  <a:pt x="31349" y="1114920"/>
                </a:lnTo>
                <a:lnTo>
                  <a:pt x="31521" y="1114920"/>
                </a:lnTo>
                <a:lnTo>
                  <a:pt x="31694" y="1114920"/>
                </a:lnTo>
                <a:lnTo>
                  <a:pt x="31866" y="1114920"/>
                </a:lnTo>
                <a:lnTo>
                  <a:pt x="32038" y="1114920"/>
                </a:lnTo>
                <a:lnTo>
                  <a:pt x="32210" y="1114920"/>
                </a:lnTo>
                <a:lnTo>
                  <a:pt x="32383" y="1114920"/>
                </a:lnTo>
                <a:lnTo>
                  <a:pt x="32555" y="1114920"/>
                </a:lnTo>
                <a:lnTo>
                  <a:pt x="32727" y="1114920"/>
                </a:lnTo>
                <a:lnTo>
                  <a:pt x="32899" y="1114920"/>
                </a:lnTo>
                <a:lnTo>
                  <a:pt x="33072" y="1114920"/>
                </a:lnTo>
                <a:lnTo>
                  <a:pt x="33244" y="1114920"/>
                </a:lnTo>
                <a:lnTo>
                  <a:pt x="33416" y="1114920"/>
                </a:lnTo>
                <a:lnTo>
                  <a:pt x="33589" y="1114920"/>
                </a:lnTo>
                <a:lnTo>
                  <a:pt x="33760" y="1114920"/>
                </a:lnTo>
                <a:lnTo>
                  <a:pt x="33933" y="1114920"/>
                </a:lnTo>
                <a:lnTo>
                  <a:pt x="34105" y="1114920"/>
                </a:lnTo>
                <a:lnTo>
                  <a:pt x="34277" y="1114920"/>
                </a:lnTo>
                <a:lnTo>
                  <a:pt x="34450" y="1114920"/>
                </a:lnTo>
                <a:lnTo>
                  <a:pt x="34622" y="1114920"/>
                </a:lnTo>
                <a:lnTo>
                  <a:pt x="34794" y="1114920"/>
                </a:lnTo>
                <a:lnTo>
                  <a:pt x="34967" y="1114920"/>
                </a:lnTo>
                <a:lnTo>
                  <a:pt x="35138" y="1114920"/>
                </a:lnTo>
                <a:lnTo>
                  <a:pt x="35311" y="1114920"/>
                </a:lnTo>
                <a:lnTo>
                  <a:pt x="35484" y="1114920"/>
                </a:lnTo>
                <a:lnTo>
                  <a:pt x="35655" y="1114920"/>
                </a:lnTo>
                <a:lnTo>
                  <a:pt x="35828" y="1114920"/>
                </a:lnTo>
                <a:lnTo>
                  <a:pt x="35999" y="1114920"/>
                </a:lnTo>
                <a:lnTo>
                  <a:pt x="36172" y="1114920"/>
                </a:lnTo>
                <a:lnTo>
                  <a:pt x="36345" y="1114920"/>
                </a:lnTo>
                <a:lnTo>
                  <a:pt x="36516" y="1114920"/>
                </a:lnTo>
                <a:lnTo>
                  <a:pt x="36689" y="1114920"/>
                </a:lnTo>
                <a:lnTo>
                  <a:pt x="36862" y="1114920"/>
                </a:lnTo>
                <a:lnTo>
                  <a:pt x="37033" y="1114920"/>
                </a:lnTo>
                <a:lnTo>
                  <a:pt x="37206" y="1114920"/>
                </a:lnTo>
                <a:lnTo>
                  <a:pt x="37378" y="1114920"/>
                </a:lnTo>
                <a:lnTo>
                  <a:pt x="37550" y="1114920"/>
                </a:lnTo>
                <a:lnTo>
                  <a:pt x="37723" y="1114920"/>
                </a:lnTo>
                <a:lnTo>
                  <a:pt x="37894" y="1114920"/>
                </a:lnTo>
                <a:lnTo>
                  <a:pt x="38067" y="1114920"/>
                </a:lnTo>
                <a:lnTo>
                  <a:pt x="38240" y="1114920"/>
                </a:lnTo>
                <a:lnTo>
                  <a:pt x="38411" y="1114920"/>
                </a:lnTo>
                <a:lnTo>
                  <a:pt x="38584" y="1114920"/>
                </a:lnTo>
                <a:lnTo>
                  <a:pt x="38756" y="1114920"/>
                </a:lnTo>
                <a:lnTo>
                  <a:pt x="38928" y="1114920"/>
                </a:lnTo>
                <a:lnTo>
                  <a:pt x="39101" y="1114920"/>
                </a:lnTo>
                <a:lnTo>
                  <a:pt x="39273" y="1114920"/>
                </a:lnTo>
                <a:lnTo>
                  <a:pt x="39445" y="1114920"/>
                </a:lnTo>
                <a:lnTo>
                  <a:pt x="39617" y="1114920"/>
                </a:lnTo>
                <a:lnTo>
                  <a:pt x="39789" y="1114920"/>
                </a:lnTo>
                <a:lnTo>
                  <a:pt x="39962" y="1114920"/>
                </a:lnTo>
                <a:lnTo>
                  <a:pt x="40134" y="1114920"/>
                </a:lnTo>
                <a:lnTo>
                  <a:pt x="40306" y="1114920"/>
                </a:lnTo>
                <a:lnTo>
                  <a:pt x="40479" y="1114920"/>
                </a:lnTo>
                <a:lnTo>
                  <a:pt x="40651" y="1114920"/>
                </a:lnTo>
                <a:lnTo>
                  <a:pt x="40823" y="1114920"/>
                </a:lnTo>
                <a:lnTo>
                  <a:pt x="40995" y="1114920"/>
                </a:lnTo>
                <a:lnTo>
                  <a:pt x="41167" y="1114920"/>
                </a:lnTo>
                <a:lnTo>
                  <a:pt x="41340" y="1114920"/>
                </a:lnTo>
                <a:lnTo>
                  <a:pt x="41512" y="1114920"/>
                </a:lnTo>
                <a:lnTo>
                  <a:pt x="41684" y="1114920"/>
                </a:lnTo>
                <a:lnTo>
                  <a:pt x="41856" y="1114920"/>
                </a:lnTo>
                <a:lnTo>
                  <a:pt x="42029" y="1114920"/>
                </a:lnTo>
                <a:lnTo>
                  <a:pt x="42201" y="1114920"/>
                </a:lnTo>
                <a:lnTo>
                  <a:pt x="42373" y="1114920"/>
                </a:lnTo>
                <a:lnTo>
                  <a:pt x="42545" y="1114920"/>
                </a:lnTo>
                <a:lnTo>
                  <a:pt x="42718" y="1114920"/>
                </a:lnTo>
                <a:lnTo>
                  <a:pt x="42890" y="1114920"/>
                </a:lnTo>
                <a:lnTo>
                  <a:pt x="43062" y="1114920"/>
                </a:lnTo>
                <a:lnTo>
                  <a:pt x="43234" y="1114920"/>
                </a:lnTo>
                <a:lnTo>
                  <a:pt x="43407" y="1114920"/>
                </a:lnTo>
                <a:lnTo>
                  <a:pt x="43579" y="1114920"/>
                </a:lnTo>
                <a:lnTo>
                  <a:pt x="43751" y="1114920"/>
                </a:lnTo>
                <a:lnTo>
                  <a:pt x="43924" y="1114920"/>
                </a:lnTo>
                <a:lnTo>
                  <a:pt x="44095" y="1114920"/>
                </a:lnTo>
                <a:lnTo>
                  <a:pt x="44268" y="1114920"/>
                </a:lnTo>
                <a:lnTo>
                  <a:pt x="44440" y="1114920"/>
                </a:lnTo>
                <a:lnTo>
                  <a:pt x="44612" y="1114920"/>
                </a:lnTo>
                <a:lnTo>
                  <a:pt x="44785" y="1114920"/>
                </a:lnTo>
                <a:lnTo>
                  <a:pt x="44957" y="1114920"/>
                </a:lnTo>
                <a:lnTo>
                  <a:pt x="45129" y="1114920"/>
                </a:lnTo>
                <a:lnTo>
                  <a:pt x="45302" y="1114920"/>
                </a:lnTo>
                <a:lnTo>
                  <a:pt x="45473" y="1114920"/>
                </a:lnTo>
                <a:lnTo>
                  <a:pt x="45646" y="1114920"/>
                </a:lnTo>
                <a:lnTo>
                  <a:pt x="45819" y="1114920"/>
                </a:lnTo>
                <a:lnTo>
                  <a:pt x="45990" y="1114920"/>
                </a:lnTo>
                <a:lnTo>
                  <a:pt x="46163" y="1114920"/>
                </a:lnTo>
                <a:lnTo>
                  <a:pt x="46334" y="1114920"/>
                </a:lnTo>
                <a:lnTo>
                  <a:pt x="46507" y="1114920"/>
                </a:lnTo>
                <a:lnTo>
                  <a:pt x="46680" y="1114920"/>
                </a:lnTo>
                <a:lnTo>
                  <a:pt x="46851" y="1114920"/>
                </a:lnTo>
                <a:lnTo>
                  <a:pt x="47024" y="1114920"/>
                </a:lnTo>
                <a:lnTo>
                  <a:pt x="47197" y="1114920"/>
                </a:lnTo>
                <a:lnTo>
                  <a:pt x="47368" y="1114920"/>
                </a:lnTo>
                <a:lnTo>
                  <a:pt x="47541" y="1114920"/>
                </a:lnTo>
                <a:lnTo>
                  <a:pt x="47713" y="1114920"/>
                </a:lnTo>
                <a:lnTo>
                  <a:pt x="47885" y="1114920"/>
                </a:lnTo>
                <a:lnTo>
                  <a:pt x="48058" y="1114920"/>
                </a:lnTo>
                <a:lnTo>
                  <a:pt x="48229" y="1114920"/>
                </a:lnTo>
                <a:lnTo>
                  <a:pt x="48402" y="1114920"/>
                </a:lnTo>
                <a:lnTo>
                  <a:pt x="48575" y="1114920"/>
                </a:lnTo>
                <a:lnTo>
                  <a:pt x="48746" y="1114920"/>
                </a:lnTo>
                <a:lnTo>
                  <a:pt x="48919" y="1114920"/>
                </a:lnTo>
                <a:lnTo>
                  <a:pt x="49091" y="1114920"/>
                </a:lnTo>
                <a:lnTo>
                  <a:pt x="49263" y="1114920"/>
                </a:lnTo>
                <a:lnTo>
                  <a:pt x="49436" y="1114920"/>
                </a:lnTo>
                <a:lnTo>
                  <a:pt x="49608" y="1114920"/>
                </a:lnTo>
                <a:lnTo>
                  <a:pt x="49780" y="1114920"/>
                </a:lnTo>
                <a:lnTo>
                  <a:pt x="49952" y="1114920"/>
                </a:lnTo>
                <a:lnTo>
                  <a:pt x="50124" y="1114920"/>
                </a:lnTo>
                <a:lnTo>
                  <a:pt x="50297" y="1114920"/>
                </a:lnTo>
                <a:lnTo>
                  <a:pt x="50469" y="1114920"/>
                </a:lnTo>
                <a:lnTo>
                  <a:pt x="50641" y="1114920"/>
                </a:lnTo>
                <a:lnTo>
                  <a:pt x="50814" y="1114920"/>
                </a:lnTo>
                <a:lnTo>
                  <a:pt x="50986" y="1114920"/>
                </a:lnTo>
                <a:lnTo>
                  <a:pt x="51158" y="1114920"/>
                </a:lnTo>
                <a:lnTo>
                  <a:pt x="51330" y="1114920"/>
                </a:lnTo>
                <a:lnTo>
                  <a:pt x="51502" y="1114920"/>
                </a:lnTo>
                <a:lnTo>
                  <a:pt x="51675" y="1114920"/>
                </a:lnTo>
                <a:lnTo>
                  <a:pt x="51847" y="1114920"/>
                </a:lnTo>
                <a:lnTo>
                  <a:pt x="52019" y="1114920"/>
                </a:lnTo>
                <a:lnTo>
                  <a:pt x="52191" y="1114920"/>
                </a:lnTo>
                <a:lnTo>
                  <a:pt x="52364" y="1114920"/>
                </a:lnTo>
                <a:lnTo>
                  <a:pt x="52536" y="1114920"/>
                </a:lnTo>
                <a:lnTo>
                  <a:pt x="52708" y="1114920"/>
                </a:lnTo>
                <a:lnTo>
                  <a:pt x="52881" y="1114920"/>
                </a:lnTo>
                <a:lnTo>
                  <a:pt x="53053" y="1114920"/>
                </a:lnTo>
                <a:lnTo>
                  <a:pt x="53225" y="1114920"/>
                </a:lnTo>
                <a:lnTo>
                  <a:pt x="53397" y="1114920"/>
                </a:lnTo>
                <a:lnTo>
                  <a:pt x="53569" y="1114920"/>
                </a:lnTo>
                <a:lnTo>
                  <a:pt x="53742" y="1114920"/>
                </a:lnTo>
                <a:lnTo>
                  <a:pt x="53914" y="1114920"/>
                </a:lnTo>
                <a:lnTo>
                  <a:pt x="54086" y="1114920"/>
                </a:lnTo>
                <a:lnTo>
                  <a:pt x="54259" y="1114920"/>
                </a:lnTo>
                <a:lnTo>
                  <a:pt x="54430" y="1114920"/>
                </a:lnTo>
                <a:lnTo>
                  <a:pt x="54603" y="1114920"/>
                </a:lnTo>
                <a:lnTo>
                  <a:pt x="54775" y="1114920"/>
                </a:lnTo>
                <a:lnTo>
                  <a:pt x="54947" y="1114920"/>
                </a:lnTo>
                <a:lnTo>
                  <a:pt x="55120" y="1114920"/>
                </a:lnTo>
                <a:lnTo>
                  <a:pt x="55292" y="1114920"/>
                </a:lnTo>
                <a:lnTo>
                  <a:pt x="55464" y="1114920"/>
                </a:lnTo>
                <a:lnTo>
                  <a:pt x="55637" y="1114920"/>
                </a:lnTo>
                <a:lnTo>
                  <a:pt x="55808" y="1114920"/>
                </a:lnTo>
                <a:lnTo>
                  <a:pt x="55981" y="1114920"/>
                </a:lnTo>
                <a:lnTo>
                  <a:pt x="56154" y="1114920"/>
                </a:lnTo>
                <a:lnTo>
                  <a:pt x="56325" y="1114920"/>
                </a:lnTo>
                <a:lnTo>
                  <a:pt x="56498" y="1114920"/>
                </a:lnTo>
                <a:lnTo>
                  <a:pt x="56670" y="1114920"/>
                </a:lnTo>
                <a:lnTo>
                  <a:pt x="56842" y="1114920"/>
                </a:lnTo>
                <a:lnTo>
                  <a:pt x="57015" y="1114920"/>
                </a:lnTo>
                <a:lnTo>
                  <a:pt x="57186" y="1114920"/>
                </a:lnTo>
                <a:lnTo>
                  <a:pt x="57359" y="1114920"/>
                </a:lnTo>
                <a:lnTo>
                  <a:pt x="57532" y="1114920"/>
                </a:lnTo>
                <a:lnTo>
                  <a:pt x="57703" y="1114920"/>
                </a:lnTo>
                <a:lnTo>
                  <a:pt x="57876" y="1114920"/>
                </a:lnTo>
                <a:lnTo>
                  <a:pt x="58048" y="1114920"/>
                </a:lnTo>
                <a:lnTo>
                  <a:pt x="58220" y="1114920"/>
                </a:lnTo>
                <a:lnTo>
                  <a:pt x="58393" y="1114920"/>
                </a:lnTo>
                <a:lnTo>
                  <a:pt x="58564" y="1114920"/>
                </a:lnTo>
                <a:lnTo>
                  <a:pt x="58737" y="1114920"/>
                </a:lnTo>
                <a:lnTo>
                  <a:pt x="58910" y="1114920"/>
                </a:lnTo>
                <a:lnTo>
                  <a:pt x="59081" y="1114920"/>
                </a:lnTo>
                <a:lnTo>
                  <a:pt x="59254" y="1114920"/>
                </a:lnTo>
                <a:lnTo>
                  <a:pt x="59426" y="1114920"/>
                </a:lnTo>
                <a:lnTo>
                  <a:pt x="59598" y="1114920"/>
                </a:lnTo>
                <a:lnTo>
                  <a:pt x="59771" y="1114920"/>
                </a:lnTo>
                <a:lnTo>
                  <a:pt x="59942" y="1114920"/>
                </a:lnTo>
                <a:lnTo>
                  <a:pt x="60115" y="1114920"/>
                </a:lnTo>
                <a:lnTo>
                  <a:pt x="60287" y="1114920"/>
                </a:lnTo>
                <a:lnTo>
                  <a:pt x="60459" y="1114920"/>
                </a:lnTo>
                <a:lnTo>
                  <a:pt x="60632" y="1114920"/>
                </a:lnTo>
                <a:lnTo>
                  <a:pt x="60804" y="1114920"/>
                </a:lnTo>
                <a:lnTo>
                  <a:pt x="60976" y="1114920"/>
                </a:lnTo>
                <a:lnTo>
                  <a:pt x="61149" y="1114920"/>
                </a:lnTo>
                <a:lnTo>
                  <a:pt x="61321" y="1114920"/>
                </a:lnTo>
                <a:lnTo>
                  <a:pt x="61493" y="1114920"/>
                </a:lnTo>
                <a:lnTo>
                  <a:pt x="61665" y="1114920"/>
                </a:lnTo>
                <a:lnTo>
                  <a:pt x="61837" y="1114920"/>
                </a:lnTo>
                <a:lnTo>
                  <a:pt x="62010" y="1114920"/>
                </a:lnTo>
                <a:lnTo>
                  <a:pt x="62182" y="1114920"/>
                </a:lnTo>
                <a:lnTo>
                  <a:pt x="62354" y="1114920"/>
                </a:lnTo>
                <a:lnTo>
                  <a:pt x="62526" y="1114920"/>
                </a:lnTo>
                <a:lnTo>
                  <a:pt x="62699" y="1114920"/>
                </a:lnTo>
                <a:lnTo>
                  <a:pt x="62871" y="1114920"/>
                </a:lnTo>
                <a:lnTo>
                  <a:pt x="63043" y="1114920"/>
                </a:lnTo>
                <a:lnTo>
                  <a:pt x="63216" y="1114920"/>
                </a:lnTo>
                <a:lnTo>
                  <a:pt x="63388" y="1114920"/>
                </a:lnTo>
                <a:lnTo>
                  <a:pt x="63560" y="1114920"/>
                </a:lnTo>
                <a:lnTo>
                  <a:pt x="63732" y="1114920"/>
                </a:lnTo>
                <a:lnTo>
                  <a:pt x="63904" y="1114920"/>
                </a:lnTo>
                <a:lnTo>
                  <a:pt x="64077" y="1114920"/>
                </a:lnTo>
                <a:lnTo>
                  <a:pt x="64249" y="1114920"/>
                </a:lnTo>
                <a:lnTo>
                  <a:pt x="64421" y="1114920"/>
                </a:lnTo>
                <a:lnTo>
                  <a:pt x="64594" y="1114920"/>
                </a:lnTo>
                <a:lnTo>
                  <a:pt x="64766" y="1114920"/>
                </a:lnTo>
                <a:lnTo>
                  <a:pt x="64938" y="1114920"/>
                </a:lnTo>
                <a:lnTo>
                  <a:pt x="65110" y="1114920"/>
                </a:lnTo>
                <a:lnTo>
                  <a:pt x="65282" y="1114920"/>
                </a:lnTo>
                <a:lnTo>
                  <a:pt x="65455" y="1114920"/>
                </a:lnTo>
                <a:lnTo>
                  <a:pt x="65627" y="1114920"/>
                </a:lnTo>
                <a:lnTo>
                  <a:pt x="65799" y="1114920"/>
                </a:lnTo>
                <a:lnTo>
                  <a:pt x="65972" y="1114920"/>
                </a:lnTo>
                <a:lnTo>
                  <a:pt x="66143" y="1114920"/>
                </a:lnTo>
                <a:lnTo>
                  <a:pt x="66316" y="1114920"/>
                </a:lnTo>
                <a:lnTo>
                  <a:pt x="66489" y="1114920"/>
                </a:lnTo>
                <a:lnTo>
                  <a:pt x="66660" y="1114920"/>
                </a:lnTo>
                <a:lnTo>
                  <a:pt x="66833" y="1114920"/>
                </a:lnTo>
                <a:lnTo>
                  <a:pt x="67005" y="1114920"/>
                </a:lnTo>
                <a:lnTo>
                  <a:pt x="67177" y="1114920"/>
                </a:lnTo>
                <a:lnTo>
                  <a:pt x="67350" y="1114920"/>
                </a:lnTo>
                <a:lnTo>
                  <a:pt x="67521" y="1114920"/>
                </a:lnTo>
                <a:lnTo>
                  <a:pt x="67694" y="1114920"/>
                </a:lnTo>
                <a:lnTo>
                  <a:pt x="67867" y="1114920"/>
                </a:lnTo>
                <a:lnTo>
                  <a:pt x="68038" y="1114920"/>
                </a:lnTo>
                <a:lnTo>
                  <a:pt x="68211" y="1114920"/>
                </a:lnTo>
                <a:lnTo>
                  <a:pt x="68383" y="1114920"/>
                </a:lnTo>
                <a:lnTo>
                  <a:pt x="68555" y="1114920"/>
                </a:lnTo>
                <a:lnTo>
                  <a:pt x="68728" y="1114920"/>
                </a:lnTo>
                <a:lnTo>
                  <a:pt x="68899" y="1114920"/>
                </a:lnTo>
                <a:lnTo>
                  <a:pt x="69072" y="1114920"/>
                </a:lnTo>
                <a:lnTo>
                  <a:pt x="69245" y="1114920"/>
                </a:lnTo>
                <a:lnTo>
                  <a:pt x="69416" y="1114920"/>
                </a:lnTo>
                <a:lnTo>
                  <a:pt x="69589" y="1114920"/>
                </a:lnTo>
                <a:lnTo>
                  <a:pt x="69761" y="1114920"/>
                </a:lnTo>
                <a:lnTo>
                  <a:pt x="69933" y="1114920"/>
                </a:lnTo>
                <a:lnTo>
                  <a:pt x="70106" y="1114920"/>
                </a:lnTo>
                <a:lnTo>
                  <a:pt x="70278" y="1114920"/>
                </a:lnTo>
                <a:lnTo>
                  <a:pt x="70450" y="1114920"/>
                </a:lnTo>
                <a:lnTo>
                  <a:pt x="70622" y="1114920"/>
                </a:lnTo>
                <a:lnTo>
                  <a:pt x="70794" y="1114920"/>
                </a:lnTo>
                <a:lnTo>
                  <a:pt x="70967" y="1114920"/>
                </a:lnTo>
                <a:lnTo>
                  <a:pt x="71139" y="1114920"/>
                </a:lnTo>
                <a:lnTo>
                  <a:pt x="71311" y="1114920"/>
                </a:lnTo>
                <a:lnTo>
                  <a:pt x="71484" y="1114920"/>
                </a:lnTo>
                <a:lnTo>
                  <a:pt x="71656" y="1114920"/>
                </a:lnTo>
                <a:lnTo>
                  <a:pt x="71828" y="1114920"/>
                </a:lnTo>
                <a:lnTo>
                  <a:pt x="72000" y="1114920"/>
                </a:lnTo>
                <a:lnTo>
                  <a:pt x="72172" y="1114920"/>
                </a:lnTo>
                <a:lnTo>
                  <a:pt x="72345" y="1114920"/>
                </a:lnTo>
                <a:lnTo>
                  <a:pt x="72517" y="1114920"/>
                </a:lnTo>
                <a:lnTo>
                  <a:pt x="72689" y="1114920"/>
                </a:lnTo>
                <a:lnTo>
                  <a:pt x="72861" y="1114920"/>
                </a:lnTo>
                <a:lnTo>
                  <a:pt x="73034" y="1114920"/>
                </a:lnTo>
                <a:lnTo>
                  <a:pt x="73206" y="1114920"/>
                </a:lnTo>
                <a:lnTo>
                  <a:pt x="73378" y="1114920"/>
                </a:lnTo>
                <a:lnTo>
                  <a:pt x="73551" y="1114920"/>
                </a:lnTo>
                <a:lnTo>
                  <a:pt x="73723" y="1114920"/>
                </a:lnTo>
                <a:lnTo>
                  <a:pt x="73895" y="1114920"/>
                </a:lnTo>
                <a:lnTo>
                  <a:pt x="74067" y="1114920"/>
                </a:lnTo>
                <a:lnTo>
                  <a:pt x="74239" y="1114920"/>
                </a:lnTo>
                <a:lnTo>
                  <a:pt x="74412" y="1114920"/>
                </a:lnTo>
                <a:lnTo>
                  <a:pt x="74584" y="1114920"/>
                </a:lnTo>
                <a:lnTo>
                  <a:pt x="74756" y="1114920"/>
                </a:lnTo>
                <a:lnTo>
                  <a:pt x="74929" y="1114920"/>
                </a:lnTo>
                <a:lnTo>
                  <a:pt x="75101" y="1114920"/>
                </a:lnTo>
                <a:lnTo>
                  <a:pt x="75273" y="1114920"/>
                </a:lnTo>
                <a:lnTo>
                  <a:pt x="75445" y="1114920"/>
                </a:lnTo>
                <a:lnTo>
                  <a:pt x="75617" y="1114920"/>
                </a:lnTo>
                <a:lnTo>
                  <a:pt x="75790" y="1114920"/>
                </a:lnTo>
                <a:lnTo>
                  <a:pt x="75962" y="1114920"/>
                </a:lnTo>
                <a:lnTo>
                  <a:pt x="76134" y="1114920"/>
                </a:lnTo>
                <a:lnTo>
                  <a:pt x="76307" y="1114920"/>
                </a:lnTo>
                <a:lnTo>
                  <a:pt x="76478" y="1114920"/>
                </a:lnTo>
                <a:lnTo>
                  <a:pt x="76651" y="1114920"/>
                </a:lnTo>
                <a:lnTo>
                  <a:pt x="76824" y="1114920"/>
                </a:lnTo>
                <a:lnTo>
                  <a:pt x="76995" y="1114920"/>
                </a:lnTo>
                <a:lnTo>
                  <a:pt x="77168" y="1114920"/>
                </a:lnTo>
                <a:lnTo>
                  <a:pt x="77340" y="1114920"/>
                </a:lnTo>
                <a:lnTo>
                  <a:pt x="77512" y="1114920"/>
                </a:lnTo>
                <a:lnTo>
                  <a:pt x="77685" y="1114920"/>
                </a:lnTo>
                <a:lnTo>
                  <a:pt x="77856" y="1114920"/>
                </a:lnTo>
                <a:lnTo>
                  <a:pt x="78029" y="1114920"/>
                </a:lnTo>
                <a:lnTo>
                  <a:pt x="78202" y="1114920"/>
                </a:lnTo>
                <a:lnTo>
                  <a:pt x="78373" y="1114920"/>
                </a:lnTo>
                <a:lnTo>
                  <a:pt x="78546" y="1114920"/>
                </a:lnTo>
                <a:lnTo>
                  <a:pt x="78718" y="1114920"/>
                </a:lnTo>
                <a:lnTo>
                  <a:pt x="78890" y="1114920"/>
                </a:lnTo>
                <a:lnTo>
                  <a:pt x="79063" y="1114920"/>
                </a:lnTo>
                <a:lnTo>
                  <a:pt x="79234" y="1114920"/>
                </a:lnTo>
                <a:lnTo>
                  <a:pt x="79407" y="1114920"/>
                </a:lnTo>
                <a:lnTo>
                  <a:pt x="79580" y="1114920"/>
                </a:lnTo>
                <a:lnTo>
                  <a:pt x="79751" y="1114920"/>
                </a:lnTo>
                <a:lnTo>
                  <a:pt x="79924" y="1114920"/>
                </a:lnTo>
                <a:lnTo>
                  <a:pt x="80096" y="1114920"/>
                </a:lnTo>
                <a:lnTo>
                  <a:pt x="80268" y="1114920"/>
                </a:lnTo>
                <a:lnTo>
                  <a:pt x="80441" y="1114920"/>
                </a:lnTo>
                <a:lnTo>
                  <a:pt x="80613" y="1114920"/>
                </a:lnTo>
                <a:lnTo>
                  <a:pt x="80785" y="1114920"/>
                </a:lnTo>
                <a:lnTo>
                  <a:pt x="80957" y="1114920"/>
                </a:lnTo>
                <a:lnTo>
                  <a:pt x="81129" y="1114920"/>
                </a:lnTo>
                <a:lnTo>
                  <a:pt x="81302" y="1114920"/>
                </a:lnTo>
                <a:lnTo>
                  <a:pt x="81474" y="1114920"/>
                </a:lnTo>
                <a:lnTo>
                  <a:pt x="81646" y="1114920"/>
                </a:lnTo>
                <a:lnTo>
                  <a:pt x="81819" y="1114920"/>
                </a:lnTo>
                <a:lnTo>
                  <a:pt x="81991" y="1114920"/>
                </a:lnTo>
                <a:lnTo>
                  <a:pt x="82163" y="1114920"/>
                </a:lnTo>
                <a:lnTo>
                  <a:pt x="82335" y="1114920"/>
                </a:lnTo>
                <a:lnTo>
                  <a:pt x="82507" y="1114920"/>
                </a:lnTo>
                <a:lnTo>
                  <a:pt x="82680" y="1114920"/>
                </a:lnTo>
                <a:lnTo>
                  <a:pt x="82852" y="1114920"/>
                </a:lnTo>
                <a:lnTo>
                  <a:pt x="83024" y="1114920"/>
                </a:lnTo>
                <a:lnTo>
                  <a:pt x="83197" y="1114920"/>
                </a:lnTo>
                <a:lnTo>
                  <a:pt x="83369" y="1114920"/>
                </a:lnTo>
                <a:lnTo>
                  <a:pt x="83541" y="1114920"/>
                </a:lnTo>
                <a:lnTo>
                  <a:pt x="83713" y="1114920"/>
                </a:lnTo>
                <a:lnTo>
                  <a:pt x="83886" y="1114920"/>
                </a:lnTo>
                <a:lnTo>
                  <a:pt x="84058" y="1114920"/>
                </a:lnTo>
                <a:lnTo>
                  <a:pt x="84230" y="1114920"/>
                </a:lnTo>
                <a:lnTo>
                  <a:pt x="84402" y="1114920"/>
                </a:lnTo>
                <a:lnTo>
                  <a:pt x="84574" y="1114920"/>
                </a:lnTo>
                <a:lnTo>
                  <a:pt x="84747" y="1114920"/>
                </a:lnTo>
                <a:lnTo>
                  <a:pt x="84919" y="1114920"/>
                </a:lnTo>
                <a:lnTo>
                  <a:pt x="85091" y="1114920"/>
                </a:lnTo>
                <a:lnTo>
                  <a:pt x="85264" y="1114920"/>
                </a:lnTo>
                <a:lnTo>
                  <a:pt x="85436" y="1114920"/>
                </a:lnTo>
                <a:lnTo>
                  <a:pt x="85608" y="1114920"/>
                </a:lnTo>
                <a:lnTo>
                  <a:pt x="85780" y="1114920"/>
                </a:lnTo>
                <a:lnTo>
                  <a:pt x="85952" y="1114920"/>
                </a:lnTo>
                <a:lnTo>
                  <a:pt x="86125" y="1114920"/>
                </a:lnTo>
                <a:lnTo>
                  <a:pt x="86297" y="1114920"/>
                </a:lnTo>
                <a:lnTo>
                  <a:pt x="86469" y="1114920"/>
                </a:lnTo>
                <a:lnTo>
                  <a:pt x="86642" y="1114920"/>
                </a:lnTo>
                <a:lnTo>
                  <a:pt x="86813" y="1114920"/>
                </a:lnTo>
                <a:lnTo>
                  <a:pt x="86986" y="1114920"/>
                </a:lnTo>
                <a:lnTo>
                  <a:pt x="87159" y="1114920"/>
                </a:lnTo>
                <a:lnTo>
                  <a:pt x="87330" y="1114920"/>
                </a:lnTo>
                <a:lnTo>
                  <a:pt x="87503" y="1114920"/>
                </a:lnTo>
                <a:lnTo>
                  <a:pt x="87675" y="1114920"/>
                </a:lnTo>
                <a:lnTo>
                  <a:pt x="87847" y="1114920"/>
                </a:lnTo>
                <a:lnTo>
                  <a:pt x="88020" y="1114920"/>
                </a:lnTo>
                <a:lnTo>
                  <a:pt x="88191" y="1114920"/>
                </a:lnTo>
                <a:lnTo>
                  <a:pt x="88364" y="1114920"/>
                </a:lnTo>
                <a:lnTo>
                  <a:pt x="88537" y="1114920"/>
                </a:lnTo>
                <a:lnTo>
                  <a:pt x="88708" y="1114920"/>
                </a:lnTo>
                <a:lnTo>
                  <a:pt x="88881" y="1114920"/>
                </a:lnTo>
                <a:lnTo>
                  <a:pt x="89053" y="1114920"/>
                </a:lnTo>
                <a:lnTo>
                  <a:pt x="89225" y="1114920"/>
                </a:lnTo>
                <a:lnTo>
                  <a:pt x="89398" y="1114920"/>
                </a:lnTo>
                <a:lnTo>
                  <a:pt x="89569" y="1114920"/>
                </a:lnTo>
                <a:lnTo>
                  <a:pt x="89742" y="1114920"/>
                </a:lnTo>
                <a:lnTo>
                  <a:pt x="89915" y="1114920"/>
                </a:lnTo>
                <a:lnTo>
                  <a:pt x="90086" y="1114920"/>
                </a:lnTo>
                <a:lnTo>
                  <a:pt x="90259" y="1114920"/>
                </a:lnTo>
                <a:lnTo>
                  <a:pt x="90431" y="1114920"/>
                </a:lnTo>
                <a:lnTo>
                  <a:pt x="90603" y="1114920"/>
                </a:lnTo>
                <a:lnTo>
                  <a:pt x="90776" y="1114920"/>
                </a:lnTo>
                <a:lnTo>
                  <a:pt x="90948" y="1114920"/>
                </a:lnTo>
                <a:lnTo>
                  <a:pt x="91120" y="1114920"/>
                </a:lnTo>
                <a:lnTo>
                  <a:pt x="91293" y="1114920"/>
                </a:lnTo>
                <a:lnTo>
                  <a:pt x="91464" y="1114920"/>
                </a:lnTo>
                <a:lnTo>
                  <a:pt x="91637" y="1114920"/>
                </a:lnTo>
                <a:lnTo>
                  <a:pt x="91809" y="1114920"/>
                </a:lnTo>
                <a:lnTo>
                  <a:pt x="91981" y="1114920"/>
                </a:lnTo>
                <a:lnTo>
                  <a:pt x="92154" y="1114920"/>
                </a:lnTo>
                <a:lnTo>
                  <a:pt x="92326" y="1114920"/>
                </a:lnTo>
                <a:lnTo>
                  <a:pt x="92498" y="1114920"/>
                </a:lnTo>
                <a:lnTo>
                  <a:pt x="92670" y="1114920"/>
                </a:lnTo>
                <a:lnTo>
                  <a:pt x="92842" y="1114920"/>
                </a:lnTo>
                <a:lnTo>
                  <a:pt x="93015" y="1114920"/>
                </a:lnTo>
                <a:lnTo>
                  <a:pt x="93187" y="1114920"/>
                </a:lnTo>
                <a:lnTo>
                  <a:pt x="93359" y="1114920"/>
                </a:lnTo>
                <a:lnTo>
                  <a:pt x="93532" y="1114920"/>
                </a:lnTo>
                <a:lnTo>
                  <a:pt x="93704" y="1114920"/>
                </a:lnTo>
                <a:lnTo>
                  <a:pt x="93876" y="1114920"/>
                </a:lnTo>
                <a:lnTo>
                  <a:pt x="94048" y="1114920"/>
                </a:lnTo>
                <a:lnTo>
                  <a:pt x="94221" y="1114920"/>
                </a:lnTo>
                <a:lnTo>
                  <a:pt x="94393" y="1114920"/>
                </a:lnTo>
                <a:lnTo>
                  <a:pt x="94565" y="1114920"/>
                </a:lnTo>
                <a:lnTo>
                  <a:pt x="94737" y="1114920"/>
                </a:lnTo>
                <a:lnTo>
                  <a:pt x="94909" y="1114920"/>
                </a:lnTo>
                <a:lnTo>
                  <a:pt x="95082" y="1114920"/>
                </a:lnTo>
                <a:lnTo>
                  <a:pt x="95254" y="1114920"/>
                </a:lnTo>
                <a:lnTo>
                  <a:pt x="95426" y="1114920"/>
                </a:lnTo>
                <a:lnTo>
                  <a:pt x="95599" y="1114920"/>
                </a:lnTo>
                <a:lnTo>
                  <a:pt x="95771" y="1114920"/>
                </a:lnTo>
                <a:lnTo>
                  <a:pt x="95943" y="1114920"/>
                </a:lnTo>
                <a:lnTo>
                  <a:pt x="96115" y="1114920"/>
                </a:lnTo>
                <a:lnTo>
                  <a:pt x="96287" y="1114920"/>
                </a:lnTo>
                <a:lnTo>
                  <a:pt x="96460" y="1114920"/>
                </a:lnTo>
                <a:lnTo>
                  <a:pt x="96632" y="1114920"/>
                </a:lnTo>
                <a:lnTo>
                  <a:pt x="96804" y="1114920"/>
                </a:lnTo>
                <a:lnTo>
                  <a:pt x="96977" y="1114920"/>
                </a:lnTo>
                <a:lnTo>
                  <a:pt x="97148" y="1114920"/>
                </a:lnTo>
                <a:lnTo>
                  <a:pt x="97321" y="1114920"/>
                </a:lnTo>
                <a:lnTo>
                  <a:pt x="97494" y="1114920"/>
                </a:lnTo>
                <a:lnTo>
                  <a:pt x="97665" y="1114920"/>
                </a:lnTo>
                <a:lnTo>
                  <a:pt x="97838" y="1114920"/>
                </a:lnTo>
                <a:lnTo>
                  <a:pt x="98010" y="1114920"/>
                </a:lnTo>
                <a:lnTo>
                  <a:pt x="98182" y="1114920"/>
                </a:lnTo>
                <a:lnTo>
                  <a:pt x="98355" y="1114920"/>
                </a:lnTo>
                <a:lnTo>
                  <a:pt x="98526" y="1114920"/>
                </a:lnTo>
                <a:lnTo>
                  <a:pt x="98699" y="1114920"/>
                </a:lnTo>
                <a:lnTo>
                  <a:pt x="98872" y="1114920"/>
                </a:lnTo>
                <a:lnTo>
                  <a:pt x="99043" y="1114920"/>
                </a:lnTo>
                <a:lnTo>
                  <a:pt x="99216" y="1114920"/>
                </a:lnTo>
                <a:lnTo>
                  <a:pt x="99388" y="1114920"/>
                </a:lnTo>
                <a:lnTo>
                  <a:pt x="99560" y="1114920"/>
                </a:lnTo>
                <a:lnTo>
                  <a:pt x="99733" y="1114920"/>
                </a:lnTo>
                <a:lnTo>
                  <a:pt x="99904" y="1114920"/>
                </a:lnTo>
                <a:lnTo>
                  <a:pt x="100077" y="1114920"/>
                </a:lnTo>
                <a:lnTo>
                  <a:pt x="100250" y="1114920"/>
                </a:lnTo>
                <a:lnTo>
                  <a:pt x="100421" y="1114920"/>
                </a:lnTo>
                <a:lnTo>
                  <a:pt x="100594" y="1114920"/>
                </a:lnTo>
                <a:lnTo>
                  <a:pt x="100766" y="1114920"/>
                </a:lnTo>
                <a:lnTo>
                  <a:pt x="100938" y="1114920"/>
                </a:lnTo>
                <a:lnTo>
                  <a:pt x="101111" y="1114920"/>
                </a:lnTo>
                <a:lnTo>
                  <a:pt x="101283" y="1114920"/>
                </a:lnTo>
                <a:lnTo>
                  <a:pt x="101455" y="1114920"/>
                </a:lnTo>
                <a:lnTo>
                  <a:pt x="101628" y="1114920"/>
                </a:lnTo>
                <a:lnTo>
                  <a:pt x="101799" y="1114920"/>
                </a:lnTo>
                <a:lnTo>
                  <a:pt x="101972" y="1114920"/>
                </a:lnTo>
                <a:lnTo>
                  <a:pt x="102144" y="1114920"/>
                </a:lnTo>
                <a:lnTo>
                  <a:pt x="102316" y="1114920"/>
                </a:lnTo>
                <a:lnTo>
                  <a:pt x="102489" y="1114920"/>
                </a:lnTo>
                <a:lnTo>
                  <a:pt x="102661" y="1114920"/>
                </a:lnTo>
                <a:lnTo>
                  <a:pt x="102833" y="1114920"/>
                </a:lnTo>
                <a:lnTo>
                  <a:pt x="103005" y="1114920"/>
                </a:lnTo>
                <a:lnTo>
                  <a:pt x="103177" y="1114920"/>
                </a:lnTo>
                <a:lnTo>
                  <a:pt x="103350" y="1114920"/>
                </a:lnTo>
                <a:lnTo>
                  <a:pt x="103522" y="1114920"/>
                </a:lnTo>
                <a:lnTo>
                  <a:pt x="103694" y="1114920"/>
                </a:lnTo>
                <a:lnTo>
                  <a:pt x="103867" y="1114920"/>
                </a:lnTo>
                <a:lnTo>
                  <a:pt x="104039" y="1114920"/>
                </a:lnTo>
                <a:lnTo>
                  <a:pt x="104211" y="1114920"/>
                </a:lnTo>
                <a:lnTo>
                  <a:pt x="104383" y="1114920"/>
                </a:lnTo>
                <a:lnTo>
                  <a:pt x="104556" y="1114920"/>
                </a:lnTo>
                <a:lnTo>
                  <a:pt x="104728" y="1114920"/>
                </a:lnTo>
                <a:lnTo>
                  <a:pt x="104900" y="1114920"/>
                </a:lnTo>
                <a:lnTo>
                  <a:pt x="105072" y="1114920"/>
                </a:lnTo>
                <a:lnTo>
                  <a:pt x="105244" y="1114920"/>
                </a:lnTo>
                <a:lnTo>
                  <a:pt x="105417" y="1114920"/>
                </a:lnTo>
                <a:lnTo>
                  <a:pt x="105589" y="1114920"/>
                </a:lnTo>
                <a:lnTo>
                  <a:pt x="105761" y="1114920"/>
                </a:lnTo>
                <a:lnTo>
                  <a:pt x="105934" y="1114920"/>
                </a:lnTo>
                <a:lnTo>
                  <a:pt x="106106" y="1114920"/>
                </a:lnTo>
                <a:lnTo>
                  <a:pt x="106278" y="1114920"/>
                </a:lnTo>
                <a:lnTo>
                  <a:pt x="106450" y="1114920"/>
                </a:lnTo>
                <a:lnTo>
                  <a:pt x="106622" y="1114920"/>
                </a:lnTo>
                <a:lnTo>
                  <a:pt x="106795" y="1114920"/>
                </a:lnTo>
                <a:lnTo>
                  <a:pt x="106967" y="1114920"/>
                </a:lnTo>
                <a:lnTo>
                  <a:pt x="107139" y="1114920"/>
                </a:lnTo>
                <a:lnTo>
                  <a:pt x="107312" y="1114920"/>
                </a:lnTo>
                <a:lnTo>
                  <a:pt x="107483" y="1114920"/>
                </a:lnTo>
                <a:lnTo>
                  <a:pt x="107656" y="1114920"/>
                </a:lnTo>
                <a:lnTo>
                  <a:pt x="107829" y="1114920"/>
                </a:lnTo>
                <a:lnTo>
                  <a:pt x="108000" y="1114920"/>
                </a:lnTo>
                <a:lnTo>
                  <a:pt x="108173" y="1114920"/>
                </a:lnTo>
                <a:lnTo>
                  <a:pt x="108345" y="1114920"/>
                </a:lnTo>
                <a:lnTo>
                  <a:pt x="108517" y="1114920"/>
                </a:lnTo>
                <a:lnTo>
                  <a:pt x="108690" y="1114920"/>
                </a:lnTo>
                <a:lnTo>
                  <a:pt x="108861" y="1114920"/>
                </a:lnTo>
                <a:lnTo>
                  <a:pt x="109034" y="1114920"/>
                </a:lnTo>
                <a:lnTo>
                  <a:pt x="109207" y="1114920"/>
                </a:lnTo>
                <a:lnTo>
                  <a:pt x="109378" y="1114920"/>
                </a:lnTo>
                <a:lnTo>
                  <a:pt x="109551" y="1114920"/>
                </a:lnTo>
                <a:lnTo>
                  <a:pt x="109723" y="1114920"/>
                </a:lnTo>
                <a:lnTo>
                  <a:pt x="109895" y="1114920"/>
                </a:lnTo>
                <a:lnTo>
                  <a:pt x="110068" y="1114920"/>
                </a:lnTo>
                <a:lnTo>
                  <a:pt x="110239" y="1114920"/>
                </a:lnTo>
                <a:lnTo>
                  <a:pt x="110412" y="1114920"/>
                </a:lnTo>
                <a:lnTo>
                  <a:pt x="110585" y="1114920"/>
                </a:lnTo>
                <a:lnTo>
                  <a:pt x="110756" y="1114920"/>
                </a:lnTo>
                <a:lnTo>
                  <a:pt x="110929" y="1114920"/>
                </a:lnTo>
                <a:lnTo>
                  <a:pt x="111101" y="1114920"/>
                </a:lnTo>
                <a:lnTo>
                  <a:pt x="111273" y="1114920"/>
                </a:lnTo>
                <a:lnTo>
                  <a:pt x="111446" y="1114920"/>
                </a:lnTo>
                <a:lnTo>
                  <a:pt x="111618" y="1114920"/>
                </a:lnTo>
                <a:lnTo>
                  <a:pt x="111790" y="1114920"/>
                </a:lnTo>
                <a:lnTo>
                  <a:pt x="111963" y="1114920"/>
                </a:lnTo>
                <a:lnTo>
                  <a:pt x="112134" y="1114920"/>
                </a:lnTo>
                <a:lnTo>
                  <a:pt x="112307" y="1114920"/>
                </a:lnTo>
                <a:lnTo>
                  <a:pt x="112479" y="1114920"/>
                </a:lnTo>
                <a:lnTo>
                  <a:pt x="112651" y="1114920"/>
                </a:lnTo>
                <a:lnTo>
                  <a:pt x="112824" y="1114920"/>
                </a:lnTo>
                <a:lnTo>
                  <a:pt x="112996" y="1114920"/>
                </a:lnTo>
                <a:lnTo>
                  <a:pt x="113168" y="1114920"/>
                </a:lnTo>
                <a:lnTo>
                  <a:pt x="113340" y="1114920"/>
                </a:lnTo>
                <a:lnTo>
                  <a:pt x="113512" y="1114920"/>
                </a:lnTo>
                <a:lnTo>
                  <a:pt x="113685" y="1114920"/>
                </a:lnTo>
                <a:lnTo>
                  <a:pt x="113857" y="1114920"/>
                </a:lnTo>
                <a:lnTo>
                  <a:pt x="114029" y="1114920"/>
                </a:lnTo>
                <a:lnTo>
                  <a:pt x="114202" y="1114920"/>
                </a:lnTo>
                <a:lnTo>
                  <a:pt x="114374" y="1114920"/>
                </a:lnTo>
                <a:lnTo>
                  <a:pt x="114546" y="1114920"/>
                </a:lnTo>
                <a:lnTo>
                  <a:pt x="114718" y="1114920"/>
                </a:lnTo>
                <a:lnTo>
                  <a:pt x="114891" y="1114920"/>
                </a:lnTo>
                <a:lnTo>
                  <a:pt x="115063" y="1114920"/>
                </a:lnTo>
                <a:lnTo>
                  <a:pt x="115235" y="1114920"/>
                </a:lnTo>
                <a:lnTo>
                  <a:pt x="115407" y="1114920"/>
                </a:lnTo>
                <a:lnTo>
                  <a:pt x="115579" y="1114920"/>
                </a:lnTo>
                <a:lnTo>
                  <a:pt x="115752" y="1114920"/>
                </a:lnTo>
                <a:lnTo>
                  <a:pt x="115924" y="1114920"/>
                </a:lnTo>
                <a:lnTo>
                  <a:pt x="116096" y="1114920"/>
                </a:lnTo>
                <a:lnTo>
                  <a:pt x="116269" y="1114920"/>
                </a:lnTo>
                <a:lnTo>
                  <a:pt x="116441" y="1114920"/>
                </a:lnTo>
                <a:lnTo>
                  <a:pt x="116613" y="1114920"/>
                </a:lnTo>
                <a:lnTo>
                  <a:pt x="116785" y="1114920"/>
                </a:lnTo>
                <a:lnTo>
                  <a:pt x="116957" y="1114920"/>
                </a:lnTo>
                <a:lnTo>
                  <a:pt x="117130" y="1114920"/>
                </a:lnTo>
                <a:lnTo>
                  <a:pt x="117302" y="1114920"/>
                </a:lnTo>
                <a:lnTo>
                  <a:pt x="117474" y="1114920"/>
                </a:lnTo>
                <a:lnTo>
                  <a:pt x="117647" y="1114920"/>
                </a:lnTo>
                <a:lnTo>
                  <a:pt x="117818" y="1114920"/>
                </a:lnTo>
                <a:lnTo>
                  <a:pt x="117991" y="1114920"/>
                </a:lnTo>
                <a:lnTo>
                  <a:pt x="118164" y="1114920"/>
                </a:lnTo>
                <a:lnTo>
                  <a:pt x="118335" y="1114920"/>
                </a:lnTo>
                <a:lnTo>
                  <a:pt x="118508" y="1114920"/>
                </a:lnTo>
                <a:lnTo>
                  <a:pt x="118680" y="1114920"/>
                </a:lnTo>
                <a:lnTo>
                  <a:pt x="118852" y="1114920"/>
                </a:lnTo>
                <a:lnTo>
                  <a:pt x="119025" y="1114920"/>
                </a:lnTo>
                <a:lnTo>
                  <a:pt x="119196" y="1114920"/>
                </a:lnTo>
                <a:lnTo>
                  <a:pt x="119369" y="1114920"/>
                </a:lnTo>
                <a:lnTo>
                  <a:pt x="119542" y="1114920"/>
                </a:lnTo>
                <a:lnTo>
                  <a:pt x="119713" y="1114920"/>
                </a:lnTo>
                <a:lnTo>
                  <a:pt x="119886" y="1114920"/>
                </a:lnTo>
                <a:lnTo>
                  <a:pt x="120059" y="1114920"/>
                </a:lnTo>
                <a:lnTo>
                  <a:pt x="120230" y="1114920"/>
                </a:lnTo>
                <a:lnTo>
                  <a:pt x="120403" y="1114920"/>
                </a:lnTo>
                <a:lnTo>
                  <a:pt x="120574" y="1114920"/>
                </a:lnTo>
                <a:lnTo>
                  <a:pt x="120747" y="1114920"/>
                </a:lnTo>
                <a:lnTo>
                  <a:pt x="120920" y="1114920"/>
                </a:lnTo>
                <a:lnTo>
                  <a:pt x="121091" y="1114920"/>
                </a:lnTo>
                <a:lnTo>
                  <a:pt x="121264" y="1114920"/>
                </a:lnTo>
                <a:lnTo>
                  <a:pt x="121436" y="1114920"/>
                </a:lnTo>
                <a:lnTo>
                  <a:pt x="121608" y="1114920"/>
                </a:lnTo>
                <a:lnTo>
                  <a:pt x="121781" y="1114920"/>
                </a:lnTo>
                <a:lnTo>
                  <a:pt x="121953" y="1114920"/>
                </a:lnTo>
                <a:lnTo>
                  <a:pt x="122125" y="1114920"/>
                </a:lnTo>
                <a:lnTo>
                  <a:pt x="122298" y="1114920"/>
                </a:lnTo>
                <a:lnTo>
                  <a:pt x="122469" y="1114920"/>
                </a:lnTo>
                <a:lnTo>
                  <a:pt x="122642" y="1114920"/>
                </a:lnTo>
                <a:lnTo>
                  <a:pt x="122814" y="1114920"/>
                </a:lnTo>
                <a:lnTo>
                  <a:pt x="122986" y="1114920"/>
                </a:lnTo>
                <a:lnTo>
                  <a:pt x="123159" y="1114920"/>
                </a:lnTo>
                <a:lnTo>
                  <a:pt x="123331" y="1114920"/>
                </a:lnTo>
                <a:lnTo>
                  <a:pt x="123503" y="1114920"/>
                </a:lnTo>
                <a:lnTo>
                  <a:pt x="123675" y="1114920"/>
                </a:lnTo>
                <a:lnTo>
                  <a:pt x="123847" y="1114920"/>
                </a:lnTo>
                <a:lnTo>
                  <a:pt x="124020" y="1114920"/>
                </a:lnTo>
                <a:lnTo>
                  <a:pt x="124192" y="1114920"/>
                </a:lnTo>
                <a:lnTo>
                  <a:pt x="124364" y="1114920"/>
                </a:lnTo>
                <a:lnTo>
                  <a:pt x="124537" y="1114920"/>
                </a:lnTo>
                <a:lnTo>
                  <a:pt x="124709" y="1114920"/>
                </a:lnTo>
                <a:lnTo>
                  <a:pt x="124881" y="1114920"/>
                </a:lnTo>
                <a:lnTo>
                  <a:pt x="125053" y="1114920"/>
                </a:lnTo>
                <a:lnTo>
                  <a:pt x="125226" y="1114920"/>
                </a:lnTo>
                <a:lnTo>
                  <a:pt x="125398" y="1114920"/>
                </a:lnTo>
                <a:lnTo>
                  <a:pt x="125570" y="1114920"/>
                </a:lnTo>
                <a:lnTo>
                  <a:pt x="125742" y="1114920"/>
                </a:lnTo>
                <a:lnTo>
                  <a:pt x="125914" y="1114920"/>
                </a:lnTo>
                <a:lnTo>
                  <a:pt x="126087" y="1114920"/>
                </a:lnTo>
                <a:lnTo>
                  <a:pt x="126259" y="1114920"/>
                </a:lnTo>
                <a:lnTo>
                  <a:pt x="126431" y="1114920"/>
                </a:lnTo>
                <a:lnTo>
                  <a:pt x="126604" y="1114920"/>
                </a:lnTo>
                <a:lnTo>
                  <a:pt x="126776" y="1114920"/>
                </a:lnTo>
                <a:lnTo>
                  <a:pt x="126948" y="1114920"/>
                </a:lnTo>
                <a:lnTo>
                  <a:pt x="127120" y="1114920"/>
                </a:lnTo>
                <a:lnTo>
                  <a:pt x="127292" y="1114920"/>
                </a:lnTo>
                <a:lnTo>
                  <a:pt x="127465" y="1114920"/>
                </a:lnTo>
                <a:lnTo>
                  <a:pt x="127637" y="1114920"/>
                </a:lnTo>
                <a:lnTo>
                  <a:pt x="127809" y="1114920"/>
                </a:lnTo>
                <a:lnTo>
                  <a:pt x="127982" y="1114920"/>
                </a:lnTo>
                <a:lnTo>
                  <a:pt x="128154" y="1114920"/>
                </a:lnTo>
                <a:lnTo>
                  <a:pt x="128326" y="1114920"/>
                </a:lnTo>
                <a:lnTo>
                  <a:pt x="128499" y="1114920"/>
                </a:lnTo>
                <a:lnTo>
                  <a:pt x="128670" y="1114920"/>
                </a:lnTo>
                <a:lnTo>
                  <a:pt x="128843" y="1114920"/>
                </a:lnTo>
                <a:lnTo>
                  <a:pt x="129015" y="1114920"/>
                </a:lnTo>
                <a:lnTo>
                  <a:pt x="129187" y="1114920"/>
                </a:lnTo>
                <a:lnTo>
                  <a:pt x="129360" y="1114920"/>
                </a:lnTo>
                <a:lnTo>
                  <a:pt x="129531" y="1114920"/>
                </a:lnTo>
                <a:lnTo>
                  <a:pt x="129704" y="1114920"/>
                </a:lnTo>
                <a:lnTo>
                  <a:pt x="129877" y="1114920"/>
                </a:lnTo>
                <a:lnTo>
                  <a:pt x="130048" y="1114920"/>
                </a:lnTo>
                <a:lnTo>
                  <a:pt x="130221" y="1114920"/>
                </a:lnTo>
                <a:lnTo>
                  <a:pt x="130393" y="1114920"/>
                </a:lnTo>
                <a:lnTo>
                  <a:pt x="130565" y="1114920"/>
                </a:lnTo>
                <a:lnTo>
                  <a:pt x="130738" y="1114920"/>
                </a:lnTo>
                <a:lnTo>
                  <a:pt x="130909" y="1114920"/>
                </a:lnTo>
                <a:lnTo>
                  <a:pt x="131082" y="1114920"/>
                </a:lnTo>
                <a:lnTo>
                  <a:pt x="131255" y="1114920"/>
                </a:lnTo>
                <a:lnTo>
                  <a:pt x="131426" y="1114920"/>
                </a:lnTo>
                <a:lnTo>
                  <a:pt x="131599" y="1114920"/>
                </a:lnTo>
                <a:lnTo>
                  <a:pt x="131771" y="1114920"/>
                </a:lnTo>
                <a:lnTo>
                  <a:pt x="131943" y="1114920"/>
                </a:lnTo>
                <a:lnTo>
                  <a:pt x="132116" y="1114920"/>
                </a:lnTo>
                <a:lnTo>
                  <a:pt x="132288" y="1114920"/>
                </a:lnTo>
                <a:lnTo>
                  <a:pt x="132460" y="1114920"/>
                </a:lnTo>
                <a:lnTo>
                  <a:pt x="132633" y="1114920"/>
                </a:lnTo>
                <a:lnTo>
                  <a:pt x="132804" y="1114920"/>
                </a:lnTo>
                <a:lnTo>
                  <a:pt x="132977" y="1114920"/>
                </a:lnTo>
                <a:lnTo>
                  <a:pt x="133149" y="1114920"/>
                </a:lnTo>
                <a:lnTo>
                  <a:pt x="133321" y="1114920"/>
                </a:lnTo>
                <a:lnTo>
                  <a:pt x="133494" y="1114920"/>
                </a:lnTo>
                <a:lnTo>
                  <a:pt x="133666" y="1114920"/>
                </a:lnTo>
                <a:lnTo>
                  <a:pt x="133838" y="1114920"/>
                </a:lnTo>
                <a:lnTo>
                  <a:pt x="134010" y="1114920"/>
                </a:lnTo>
                <a:lnTo>
                  <a:pt x="134182" y="1114920"/>
                </a:lnTo>
                <a:lnTo>
                  <a:pt x="134355" y="1114920"/>
                </a:lnTo>
                <a:lnTo>
                  <a:pt x="134527" y="1114920"/>
                </a:lnTo>
                <a:lnTo>
                  <a:pt x="134699" y="1114920"/>
                </a:lnTo>
                <a:lnTo>
                  <a:pt x="134872" y="1114920"/>
                </a:lnTo>
                <a:lnTo>
                  <a:pt x="135044" y="1114920"/>
                </a:lnTo>
                <a:lnTo>
                  <a:pt x="135216" y="1114920"/>
                </a:lnTo>
                <a:lnTo>
                  <a:pt x="135388" y="1114920"/>
                </a:lnTo>
                <a:lnTo>
                  <a:pt x="135561" y="1114920"/>
                </a:lnTo>
                <a:lnTo>
                  <a:pt x="135733" y="1114920"/>
                </a:lnTo>
                <a:lnTo>
                  <a:pt x="135905" y="1114920"/>
                </a:lnTo>
                <a:lnTo>
                  <a:pt x="136077" y="1114920"/>
                </a:lnTo>
                <a:lnTo>
                  <a:pt x="136250" y="1114920"/>
                </a:lnTo>
                <a:lnTo>
                  <a:pt x="136422" y="1114920"/>
                </a:lnTo>
                <a:lnTo>
                  <a:pt x="136594" y="1114920"/>
                </a:lnTo>
                <a:lnTo>
                  <a:pt x="136766" y="1114920"/>
                </a:lnTo>
                <a:lnTo>
                  <a:pt x="136939" y="1114920"/>
                </a:lnTo>
                <a:lnTo>
                  <a:pt x="137111" y="1114920"/>
                </a:lnTo>
                <a:lnTo>
                  <a:pt x="137283" y="1114920"/>
                </a:lnTo>
                <a:lnTo>
                  <a:pt x="137456" y="1114920"/>
                </a:lnTo>
                <a:lnTo>
                  <a:pt x="137627" y="1114920"/>
                </a:lnTo>
                <a:lnTo>
                  <a:pt x="137800" y="1114920"/>
                </a:lnTo>
                <a:lnTo>
                  <a:pt x="137972" y="1114920"/>
                </a:lnTo>
                <a:lnTo>
                  <a:pt x="138144" y="1114920"/>
                </a:lnTo>
                <a:lnTo>
                  <a:pt x="138317" y="1114920"/>
                </a:lnTo>
                <a:lnTo>
                  <a:pt x="138489" y="1114920"/>
                </a:lnTo>
                <a:lnTo>
                  <a:pt x="138661" y="1114920"/>
                </a:lnTo>
                <a:lnTo>
                  <a:pt x="138834" y="1114920"/>
                </a:lnTo>
                <a:lnTo>
                  <a:pt x="139005" y="1114920"/>
                </a:lnTo>
                <a:lnTo>
                  <a:pt x="139178" y="1114920"/>
                </a:lnTo>
                <a:lnTo>
                  <a:pt x="139350" y="1114920"/>
                </a:lnTo>
                <a:lnTo>
                  <a:pt x="139522" y="1114920"/>
                </a:lnTo>
                <a:lnTo>
                  <a:pt x="139695" y="1114920"/>
                </a:lnTo>
                <a:lnTo>
                  <a:pt x="139866" y="1114920"/>
                </a:lnTo>
                <a:lnTo>
                  <a:pt x="140039" y="1114920"/>
                </a:lnTo>
                <a:lnTo>
                  <a:pt x="140212" y="1114920"/>
                </a:lnTo>
                <a:lnTo>
                  <a:pt x="140383" y="1114920"/>
                </a:lnTo>
                <a:lnTo>
                  <a:pt x="140556" y="1114920"/>
                </a:lnTo>
                <a:lnTo>
                  <a:pt x="140729" y="1114920"/>
                </a:lnTo>
                <a:lnTo>
                  <a:pt x="140900" y="1114920"/>
                </a:lnTo>
                <a:lnTo>
                  <a:pt x="141073" y="1114920"/>
                </a:lnTo>
                <a:lnTo>
                  <a:pt x="141244" y="1114920"/>
                </a:lnTo>
                <a:lnTo>
                  <a:pt x="141417" y="1114920"/>
                </a:lnTo>
                <a:lnTo>
                  <a:pt x="141590" y="1114920"/>
                </a:lnTo>
                <a:lnTo>
                  <a:pt x="141761" y="1114920"/>
                </a:lnTo>
                <a:lnTo>
                  <a:pt x="141934" y="1114920"/>
                </a:lnTo>
                <a:lnTo>
                  <a:pt x="142106" y="1114920"/>
                </a:lnTo>
                <a:lnTo>
                  <a:pt x="142278" y="1114920"/>
                </a:lnTo>
                <a:lnTo>
                  <a:pt x="142451" y="1114920"/>
                </a:lnTo>
                <a:lnTo>
                  <a:pt x="142623" y="1114920"/>
                </a:lnTo>
                <a:lnTo>
                  <a:pt x="142795" y="1114920"/>
                </a:lnTo>
                <a:lnTo>
                  <a:pt x="142968" y="1114920"/>
                </a:lnTo>
                <a:lnTo>
                  <a:pt x="143139" y="1114920"/>
                </a:lnTo>
                <a:lnTo>
                  <a:pt x="143312" y="1114920"/>
                </a:lnTo>
                <a:lnTo>
                  <a:pt x="143484" y="1114920"/>
                </a:lnTo>
                <a:lnTo>
                  <a:pt x="143656" y="1114920"/>
                </a:lnTo>
                <a:lnTo>
                  <a:pt x="143829" y="1114920"/>
                </a:lnTo>
                <a:lnTo>
                  <a:pt x="144001" y="1114920"/>
                </a:lnTo>
                <a:lnTo>
                  <a:pt x="144173" y="1114920"/>
                </a:lnTo>
                <a:lnTo>
                  <a:pt x="144345" y="1114920"/>
                </a:lnTo>
                <a:lnTo>
                  <a:pt x="144518" y="1114920"/>
                </a:lnTo>
                <a:lnTo>
                  <a:pt x="144690" y="1114920"/>
                </a:lnTo>
                <a:lnTo>
                  <a:pt x="144862" y="1114920"/>
                </a:lnTo>
                <a:lnTo>
                  <a:pt x="145034" y="1114920"/>
                </a:lnTo>
                <a:lnTo>
                  <a:pt x="145207" y="1114920"/>
                </a:lnTo>
                <a:lnTo>
                  <a:pt x="145379" y="1114920"/>
                </a:lnTo>
                <a:lnTo>
                  <a:pt x="145551" y="1114920"/>
                </a:lnTo>
                <a:lnTo>
                  <a:pt x="145723" y="1114920"/>
                </a:lnTo>
                <a:lnTo>
                  <a:pt x="145896" y="1114920"/>
                </a:lnTo>
                <a:lnTo>
                  <a:pt x="146068" y="1114920"/>
                </a:lnTo>
                <a:lnTo>
                  <a:pt x="146240" y="1114920"/>
                </a:lnTo>
                <a:lnTo>
                  <a:pt x="146412" y="1114920"/>
                </a:lnTo>
                <a:lnTo>
                  <a:pt x="146585" y="1114920"/>
                </a:lnTo>
                <a:lnTo>
                  <a:pt x="146757" y="1114920"/>
                </a:lnTo>
                <a:lnTo>
                  <a:pt x="146929" y="1114920"/>
                </a:lnTo>
                <a:lnTo>
                  <a:pt x="147101" y="1114920"/>
                </a:lnTo>
                <a:lnTo>
                  <a:pt x="147274" y="1114920"/>
                </a:lnTo>
                <a:lnTo>
                  <a:pt x="147446" y="1114920"/>
                </a:lnTo>
                <a:lnTo>
                  <a:pt x="147618" y="1114920"/>
                </a:lnTo>
                <a:lnTo>
                  <a:pt x="147791" y="1114920"/>
                </a:lnTo>
                <a:lnTo>
                  <a:pt x="147962" y="1114920"/>
                </a:lnTo>
                <a:lnTo>
                  <a:pt x="148135" y="1114920"/>
                </a:lnTo>
                <a:lnTo>
                  <a:pt x="148307" y="1114920"/>
                </a:lnTo>
                <a:lnTo>
                  <a:pt x="148479" y="1114920"/>
                </a:lnTo>
                <a:lnTo>
                  <a:pt x="148652" y="1114920"/>
                </a:lnTo>
                <a:lnTo>
                  <a:pt x="148824" y="1114920"/>
                </a:lnTo>
                <a:lnTo>
                  <a:pt x="148996" y="1114920"/>
                </a:lnTo>
                <a:lnTo>
                  <a:pt x="149169" y="1114920"/>
                </a:lnTo>
                <a:lnTo>
                  <a:pt x="149340" y="1114920"/>
                </a:lnTo>
                <a:lnTo>
                  <a:pt x="149513" y="1114920"/>
                </a:lnTo>
                <a:lnTo>
                  <a:pt x="149685" y="1114920"/>
                </a:lnTo>
                <a:lnTo>
                  <a:pt x="149857" y="1114920"/>
                </a:lnTo>
                <a:lnTo>
                  <a:pt x="150030" y="1114920"/>
                </a:lnTo>
                <a:lnTo>
                  <a:pt x="150201" y="1114920"/>
                </a:lnTo>
                <a:lnTo>
                  <a:pt x="150374" y="1114920"/>
                </a:lnTo>
                <a:lnTo>
                  <a:pt x="150547" y="1114920"/>
                </a:lnTo>
                <a:lnTo>
                  <a:pt x="150718" y="1114920"/>
                </a:lnTo>
                <a:lnTo>
                  <a:pt x="150891" y="1114920"/>
                </a:lnTo>
                <a:lnTo>
                  <a:pt x="151064" y="1114920"/>
                </a:lnTo>
                <a:lnTo>
                  <a:pt x="151235" y="1114920"/>
                </a:lnTo>
                <a:lnTo>
                  <a:pt x="151408" y="1114920"/>
                </a:lnTo>
                <a:lnTo>
                  <a:pt x="151579" y="1114920"/>
                </a:lnTo>
                <a:lnTo>
                  <a:pt x="151752" y="1114920"/>
                </a:lnTo>
                <a:lnTo>
                  <a:pt x="151925" y="1114920"/>
                </a:lnTo>
                <a:lnTo>
                  <a:pt x="152096" y="1114920"/>
                </a:lnTo>
                <a:lnTo>
                  <a:pt x="152269" y="1114920"/>
                </a:lnTo>
                <a:lnTo>
                  <a:pt x="152441" y="1114920"/>
                </a:lnTo>
                <a:lnTo>
                  <a:pt x="152613" y="1114920"/>
                </a:lnTo>
                <a:lnTo>
                  <a:pt x="152786" y="1114920"/>
                </a:lnTo>
                <a:lnTo>
                  <a:pt x="152958" y="1114920"/>
                </a:lnTo>
                <a:lnTo>
                  <a:pt x="153130" y="1114920"/>
                </a:lnTo>
                <a:lnTo>
                  <a:pt x="153303" y="1114920"/>
                </a:lnTo>
                <a:lnTo>
                  <a:pt x="153474" y="1114920"/>
                </a:lnTo>
                <a:lnTo>
                  <a:pt x="153647" y="1114920"/>
                </a:lnTo>
                <a:lnTo>
                  <a:pt x="153819" y="1114920"/>
                </a:lnTo>
                <a:lnTo>
                  <a:pt x="153991" y="1114920"/>
                </a:lnTo>
                <a:lnTo>
                  <a:pt x="154164" y="1114920"/>
                </a:lnTo>
                <a:lnTo>
                  <a:pt x="154336" y="1114920"/>
                </a:lnTo>
                <a:lnTo>
                  <a:pt x="154508" y="1114920"/>
                </a:lnTo>
                <a:lnTo>
                  <a:pt x="154681" y="1114920"/>
                </a:lnTo>
                <a:lnTo>
                  <a:pt x="154853" y="1114920"/>
                </a:lnTo>
                <a:lnTo>
                  <a:pt x="155025" y="1114920"/>
                </a:lnTo>
                <a:lnTo>
                  <a:pt x="155197" y="1114920"/>
                </a:lnTo>
                <a:lnTo>
                  <a:pt x="155369" y="1114920"/>
                </a:lnTo>
                <a:lnTo>
                  <a:pt x="155542" y="1114920"/>
                </a:lnTo>
                <a:lnTo>
                  <a:pt x="155714" y="1114920"/>
                </a:lnTo>
                <a:lnTo>
                  <a:pt x="155886" y="1114920"/>
                </a:lnTo>
                <a:lnTo>
                  <a:pt x="156058" y="1114920"/>
                </a:lnTo>
                <a:lnTo>
                  <a:pt x="156231" y="1114920"/>
                </a:lnTo>
                <a:lnTo>
                  <a:pt x="156403" y="1114920"/>
                </a:lnTo>
                <a:lnTo>
                  <a:pt x="156575" y="1114920"/>
                </a:lnTo>
                <a:lnTo>
                  <a:pt x="156747" y="1114920"/>
                </a:lnTo>
                <a:lnTo>
                  <a:pt x="156920" y="1114920"/>
                </a:lnTo>
                <a:lnTo>
                  <a:pt x="157092" y="1114920"/>
                </a:lnTo>
                <a:lnTo>
                  <a:pt x="157264" y="1114920"/>
                </a:lnTo>
                <a:lnTo>
                  <a:pt x="157436" y="1114920"/>
                </a:lnTo>
                <a:lnTo>
                  <a:pt x="157609" y="1114920"/>
                </a:lnTo>
                <a:lnTo>
                  <a:pt x="157781" y="1114920"/>
                </a:lnTo>
                <a:lnTo>
                  <a:pt x="157953" y="1114920"/>
                </a:lnTo>
                <a:lnTo>
                  <a:pt x="158126" y="1114920"/>
                </a:lnTo>
                <a:lnTo>
                  <a:pt x="158297" y="1114920"/>
                </a:lnTo>
                <a:lnTo>
                  <a:pt x="158470" y="1114920"/>
                </a:lnTo>
                <a:lnTo>
                  <a:pt x="158642" y="1114920"/>
                </a:lnTo>
                <a:lnTo>
                  <a:pt x="158814" y="1114920"/>
                </a:lnTo>
                <a:lnTo>
                  <a:pt x="158987" y="1114920"/>
                </a:lnTo>
                <a:lnTo>
                  <a:pt x="159159" y="1114920"/>
                </a:lnTo>
                <a:lnTo>
                  <a:pt x="159331" y="1114920"/>
                </a:lnTo>
                <a:lnTo>
                  <a:pt x="159504" y="1114920"/>
                </a:lnTo>
                <a:lnTo>
                  <a:pt x="159675" y="1114920"/>
                </a:lnTo>
                <a:lnTo>
                  <a:pt x="159848" y="1114920"/>
                </a:lnTo>
                <a:lnTo>
                  <a:pt x="160020" y="1114920"/>
                </a:lnTo>
                <a:lnTo>
                  <a:pt x="160192" y="1114920"/>
                </a:lnTo>
                <a:lnTo>
                  <a:pt x="160365" y="1114920"/>
                </a:lnTo>
                <a:lnTo>
                  <a:pt x="160536" y="1114920"/>
                </a:lnTo>
                <a:lnTo>
                  <a:pt x="160709" y="1114920"/>
                </a:lnTo>
                <a:lnTo>
                  <a:pt x="160882" y="1114920"/>
                </a:lnTo>
                <a:lnTo>
                  <a:pt x="161053" y="1114920"/>
                </a:lnTo>
                <a:lnTo>
                  <a:pt x="161226" y="1114920"/>
                </a:lnTo>
                <a:lnTo>
                  <a:pt x="161398" y="1114920"/>
                </a:lnTo>
                <a:lnTo>
                  <a:pt x="161570" y="1114920"/>
                </a:lnTo>
                <a:lnTo>
                  <a:pt x="161743" y="1114920"/>
                </a:lnTo>
                <a:lnTo>
                  <a:pt x="161915" y="1114920"/>
                </a:lnTo>
                <a:lnTo>
                  <a:pt x="162087" y="1114920"/>
                </a:lnTo>
                <a:lnTo>
                  <a:pt x="162260" y="1114920"/>
                </a:lnTo>
                <a:lnTo>
                  <a:pt x="162431" y="1114920"/>
                </a:lnTo>
                <a:lnTo>
                  <a:pt x="162604" y="1114920"/>
                </a:lnTo>
                <a:lnTo>
                  <a:pt x="162777" y="1114920"/>
                </a:lnTo>
                <a:lnTo>
                  <a:pt x="162948" y="1114920"/>
                </a:lnTo>
                <a:lnTo>
                  <a:pt x="163121" y="1114920"/>
                </a:lnTo>
                <a:lnTo>
                  <a:pt x="163293" y="1114920"/>
                </a:lnTo>
                <a:lnTo>
                  <a:pt x="163465" y="1114920"/>
                </a:lnTo>
                <a:lnTo>
                  <a:pt x="163638" y="1114920"/>
                </a:lnTo>
                <a:lnTo>
                  <a:pt x="163809" y="1114920"/>
                </a:lnTo>
                <a:lnTo>
                  <a:pt x="163982" y="1114920"/>
                </a:lnTo>
                <a:lnTo>
                  <a:pt x="164154" y="1114920"/>
                </a:lnTo>
                <a:lnTo>
                  <a:pt x="164326" y="1114920"/>
                </a:lnTo>
                <a:lnTo>
                  <a:pt x="164499" y="1114920"/>
                </a:lnTo>
                <a:lnTo>
                  <a:pt x="164671" y="1114920"/>
                </a:lnTo>
                <a:lnTo>
                  <a:pt x="164843" y="1114920"/>
                </a:lnTo>
                <a:lnTo>
                  <a:pt x="165016" y="1114920"/>
                </a:lnTo>
                <a:lnTo>
                  <a:pt x="165188" y="1114920"/>
                </a:lnTo>
                <a:lnTo>
                  <a:pt x="165360" y="1114920"/>
                </a:lnTo>
                <a:lnTo>
                  <a:pt x="165532" y="1114920"/>
                </a:lnTo>
                <a:lnTo>
                  <a:pt x="165704" y="1114920"/>
                </a:lnTo>
                <a:lnTo>
                  <a:pt x="165877" y="1114920"/>
                </a:lnTo>
                <a:lnTo>
                  <a:pt x="166049" y="1114920"/>
                </a:lnTo>
                <a:lnTo>
                  <a:pt x="166221" y="1114920"/>
                </a:lnTo>
                <a:lnTo>
                  <a:pt x="166393" y="1114920"/>
                </a:lnTo>
                <a:lnTo>
                  <a:pt x="166566" y="1114920"/>
                </a:lnTo>
                <a:lnTo>
                  <a:pt x="166738" y="1114920"/>
                </a:lnTo>
                <a:lnTo>
                  <a:pt x="166910" y="1114920"/>
                </a:lnTo>
                <a:lnTo>
                  <a:pt x="167082" y="1114920"/>
                </a:lnTo>
                <a:lnTo>
                  <a:pt x="167255" y="1114920"/>
                </a:lnTo>
                <a:lnTo>
                  <a:pt x="167427" y="1114920"/>
                </a:lnTo>
                <a:lnTo>
                  <a:pt x="167599" y="1114920"/>
                </a:lnTo>
                <a:lnTo>
                  <a:pt x="167771" y="1114920"/>
                </a:lnTo>
                <a:lnTo>
                  <a:pt x="167944" y="1114920"/>
                </a:lnTo>
                <a:lnTo>
                  <a:pt x="168116" y="1114920"/>
                </a:lnTo>
                <a:lnTo>
                  <a:pt x="168288" y="1114920"/>
                </a:lnTo>
                <a:lnTo>
                  <a:pt x="168461" y="1114920"/>
                </a:lnTo>
                <a:lnTo>
                  <a:pt x="168632" y="1114920"/>
                </a:lnTo>
                <a:lnTo>
                  <a:pt x="168805" y="1114920"/>
                </a:lnTo>
                <a:lnTo>
                  <a:pt x="168977" y="1114920"/>
                </a:lnTo>
                <a:lnTo>
                  <a:pt x="169149" y="1114920"/>
                </a:lnTo>
                <a:lnTo>
                  <a:pt x="169322" y="1114920"/>
                </a:lnTo>
                <a:lnTo>
                  <a:pt x="169494" y="1114920"/>
                </a:lnTo>
                <a:lnTo>
                  <a:pt x="169666" y="1114920"/>
                </a:lnTo>
                <a:lnTo>
                  <a:pt x="169839" y="1114920"/>
                </a:lnTo>
                <a:lnTo>
                  <a:pt x="170010" y="1114920"/>
                </a:lnTo>
                <a:lnTo>
                  <a:pt x="170183" y="1114920"/>
                </a:lnTo>
                <a:lnTo>
                  <a:pt x="170355" y="1114920"/>
                </a:lnTo>
                <a:lnTo>
                  <a:pt x="170527" y="1114920"/>
                </a:lnTo>
                <a:lnTo>
                  <a:pt x="170700" y="1114920"/>
                </a:lnTo>
                <a:lnTo>
                  <a:pt x="170871" y="1114920"/>
                </a:lnTo>
                <a:lnTo>
                  <a:pt x="171044" y="1114920"/>
                </a:lnTo>
                <a:lnTo>
                  <a:pt x="171217" y="1114920"/>
                </a:lnTo>
                <a:lnTo>
                  <a:pt x="171388" y="1114920"/>
                </a:lnTo>
                <a:lnTo>
                  <a:pt x="171561" y="1114920"/>
                </a:lnTo>
                <a:lnTo>
                  <a:pt x="171734" y="1114920"/>
                </a:lnTo>
                <a:lnTo>
                  <a:pt x="171905" y="1114920"/>
                </a:lnTo>
                <a:lnTo>
                  <a:pt x="172078" y="1114920"/>
                </a:lnTo>
                <a:lnTo>
                  <a:pt x="172250" y="1114920"/>
                </a:lnTo>
                <a:lnTo>
                  <a:pt x="172422" y="1114920"/>
                </a:lnTo>
                <a:lnTo>
                  <a:pt x="172595" y="1114920"/>
                </a:lnTo>
                <a:lnTo>
                  <a:pt x="172766" y="1114920"/>
                </a:lnTo>
                <a:lnTo>
                  <a:pt x="172939" y="1114920"/>
                </a:lnTo>
                <a:lnTo>
                  <a:pt x="173112" y="1114920"/>
                </a:lnTo>
                <a:lnTo>
                  <a:pt x="173283" y="1114920"/>
                </a:lnTo>
                <a:lnTo>
                  <a:pt x="173456" y="1114920"/>
                </a:lnTo>
                <a:lnTo>
                  <a:pt x="173628" y="1114920"/>
                </a:lnTo>
                <a:lnTo>
                  <a:pt x="173800" y="1114920"/>
                </a:lnTo>
                <a:lnTo>
                  <a:pt x="173973" y="1114920"/>
                </a:lnTo>
                <a:lnTo>
                  <a:pt x="174144" y="1114920"/>
                </a:lnTo>
                <a:lnTo>
                  <a:pt x="174317" y="1114920"/>
                </a:lnTo>
                <a:lnTo>
                  <a:pt x="174489" y="1114920"/>
                </a:lnTo>
                <a:lnTo>
                  <a:pt x="174661" y="1114920"/>
                </a:lnTo>
                <a:lnTo>
                  <a:pt x="174834" y="1114920"/>
                </a:lnTo>
                <a:lnTo>
                  <a:pt x="175006" y="1114920"/>
                </a:lnTo>
                <a:lnTo>
                  <a:pt x="175178" y="1114920"/>
                </a:lnTo>
                <a:lnTo>
                  <a:pt x="175351" y="1114920"/>
                </a:lnTo>
                <a:lnTo>
                  <a:pt x="175523" y="1114920"/>
                </a:lnTo>
                <a:lnTo>
                  <a:pt x="175695" y="1114920"/>
                </a:lnTo>
                <a:lnTo>
                  <a:pt x="175867" y="1114920"/>
                </a:lnTo>
                <a:lnTo>
                  <a:pt x="176039" y="1114920"/>
                </a:lnTo>
                <a:lnTo>
                  <a:pt x="176212" y="1114920"/>
                </a:lnTo>
                <a:lnTo>
                  <a:pt x="176384" y="1114920"/>
                </a:lnTo>
                <a:lnTo>
                  <a:pt x="176556" y="1114920"/>
                </a:lnTo>
                <a:lnTo>
                  <a:pt x="176728" y="1114920"/>
                </a:lnTo>
                <a:lnTo>
                  <a:pt x="176901" y="1114920"/>
                </a:lnTo>
                <a:lnTo>
                  <a:pt x="177073" y="1114920"/>
                </a:lnTo>
                <a:lnTo>
                  <a:pt x="177245" y="1114920"/>
                </a:lnTo>
                <a:lnTo>
                  <a:pt x="177417" y="1114920"/>
                </a:lnTo>
                <a:lnTo>
                  <a:pt x="177590" y="1114920"/>
                </a:lnTo>
                <a:lnTo>
                  <a:pt x="177762" y="1114920"/>
                </a:lnTo>
                <a:lnTo>
                  <a:pt x="177934" y="1114920"/>
                </a:lnTo>
                <a:lnTo>
                  <a:pt x="178106" y="1114920"/>
                </a:lnTo>
                <a:lnTo>
                  <a:pt x="178279" y="1114920"/>
                </a:lnTo>
                <a:lnTo>
                  <a:pt x="178451" y="1114920"/>
                </a:lnTo>
                <a:lnTo>
                  <a:pt x="178623" y="1114920"/>
                </a:lnTo>
                <a:lnTo>
                  <a:pt x="178796" y="1114920"/>
                </a:lnTo>
                <a:lnTo>
                  <a:pt x="178967" y="1114920"/>
                </a:lnTo>
                <a:lnTo>
                  <a:pt x="179140" y="1114920"/>
                </a:lnTo>
                <a:lnTo>
                  <a:pt x="179312" y="1114920"/>
                </a:lnTo>
                <a:lnTo>
                  <a:pt x="179484" y="1114920"/>
                </a:lnTo>
                <a:lnTo>
                  <a:pt x="179657" y="1114920"/>
                </a:lnTo>
                <a:lnTo>
                  <a:pt x="179829" y="1114920"/>
                </a:lnTo>
                <a:lnTo>
                  <a:pt x="180001" y="1114920"/>
                </a:lnTo>
                <a:lnTo>
                  <a:pt x="180174" y="1114920"/>
                </a:lnTo>
                <a:lnTo>
                  <a:pt x="180345" y="1114920"/>
                </a:lnTo>
                <a:lnTo>
                  <a:pt x="180518" y="1114920"/>
                </a:lnTo>
                <a:lnTo>
                  <a:pt x="180690" y="1114920"/>
                </a:lnTo>
                <a:lnTo>
                  <a:pt x="180862" y="1114920"/>
                </a:lnTo>
                <a:lnTo>
                  <a:pt x="181035" y="1114920"/>
                </a:lnTo>
                <a:lnTo>
                  <a:pt x="181207" y="1114920"/>
                </a:lnTo>
                <a:lnTo>
                  <a:pt x="181379" y="1114920"/>
                </a:lnTo>
                <a:lnTo>
                  <a:pt x="181552" y="1114920"/>
                </a:lnTo>
                <a:lnTo>
                  <a:pt x="181723" y="1114920"/>
                </a:lnTo>
                <a:lnTo>
                  <a:pt x="181896" y="1114920"/>
                </a:lnTo>
                <a:lnTo>
                  <a:pt x="182069" y="1114920"/>
                </a:lnTo>
                <a:lnTo>
                  <a:pt x="182240" y="1114920"/>
                </a:lnTo>
                <a:lnTo>
                  <a:pt x="182413" y="1114920"/>
                </a:lnTo>
                <a:lnTo>
                  <a:pt x="182585" y="1114920"/>
                </a:lnTo>
                <a:lnTo>
                  <a:pt x="182757" y="1114920"/>
                </a:lnTo>
                <a:lnTo>
                  <a:pt x="182930" y="1114920"/>
                </a:lnTo>
                <a:lnTo>
                  <a:pt x="183101" y="1114920"/>
                </a:lnTo>
                <a:lnTo>
                  <a:pt x="183274" y="1114920"/>
                </a:lnTo>
                <a:lnTo>
                  <a:pt x="183447" y="1114920"/>
                </a:lnTo>
                <a:lnTo>
                  <a:pt x="183618" y="1114920"/>
                </a:lnTo>
                <a:lnTo>
                  <a:pt x="183791" y="1114920"/>
                </a:lnTo>
                <a:lnTo>
                  <a:pt x="183963" y="1114920"/>
                </a:lnTo>
                <a:lnTo>
                  <a:pt x="184135" y="1114920"/>
                </a:lnTo>
                <a:lnTo>
                  <a:pt x="184308" y="1114920"/>
                </a:lnTo>
                <a:lnTo>
                  <a:pt x="184479" y="1114920"/>
                </a:lnTo>
                <a:lnTo>
                  <a:pt x="184652" y="1114920"/>
                </a:lnTo>
                <a:lnTo>
                  <a:pt x="184824" y="1114920"/>
                </a:lnTo>
                <a:lnTo>
                  <a:pt x="184996" y="1114920"/>
                </a:lnTo>
                <a:lnTo>
                  <a:pt x="185169" y="1114920"/>
                </a:lnTo>
                <a:lnTo>
                  <a:pt x="185341" y="1114920"/>
                </a:lnTo>
                <a:lnTo>
                  <a:pt x="185513" y="1114920"/>
                </a:lnTo>
                <a:lnTo>
                  <a:pt x="185686" y="1114920"/>
                </a:lnTo>
                <a:lnTo>
                  <a:pt x="185858" y="1114920"/>
                </a:lnTo>
                <a:lnTo>
                  <a:pt x="186030" y="1114920"/>
                </a:lnTo>
                <a:lnTo>
                  <a:pt x="186202" y="1114920"/>
                </a:lnTo>
                <a:lnTo>
                  <a:pt x="186374" y="1114920"/>
                </a:lnTo>
                <a:lnTo>
                  <a:pt x="186547" y="1114920"/>
                </a:lnTo>
                <a:lnTo>
                  <a:pt x="186719" y="1114920"/>
                </a:lnTo>
                <a:lnTo>
                  <a:pt x="186891" y="1114920"/>
                </a:lnTo>
                <a:lnTo>
                  <a:pt x="187063" y="1114920"/>
                </a:lnTo>
                <a:lnTo>
                  <a:pt x="187236" y="1114920"/>
                </a:lnTo>
                <a:lnTo>
                  <a:pt x="187408" y="1114920"/>
                </a:lnTo>
                <a:lnTo>
                  <a:pt x="187580" y="1114920"/>
                </a:lnTo>
                <a:lnTo>
                  <a:pt x="187752" y="1114920"/>
                </a:lnTo>
                <a:lnTo>
                  <a:pt x="187925" y="1114920"/>
                </a:lnTo>
                <a:lnTo>
                  <a:pt x="188097" y="1114920"/>
                </a:lnTo>
                <a:lnTo>
                  <a:pt x="188269" y="1114920"/>
                </a:lnTo>
                <a:lnTo>
                  <a:pt x="188441" y="1114920"/>
                </a:lnTo>
                <a:lnTo>
                  <a:pt x="188614" y="1114920"/>
                </a:lnTo>
                <a:lnTo>
                  <a:pt x="188786" y="1114920"/>
                </a:lnTo>
                <a:lnTo>
                  <a:pt x="188958" y="1114920"/>
                </a:lnTo>
                <a:lnTo>
                  <a:pt x="189131" y="1114920"/>
                </a:lnTo>
                <a:lnTo>
                  <a:pt x="189302" y="1114920"/>
                </a:lnTo>
                <a:lnTo>
                  <a:pt x="189475" y="1114920"/>
                </a:lnTo>
                <a:lnTo>
                  <a:pt x="189647" y="1114920"/>
                </a:lnTo>
                <a:lnTo>
                  <a:pt x="189819" y="1114920"/>
                </a:lnTo>
                <a:lnTo>
                  <a:pt x="189992" y="1114920"/>
                </a:lnTo>
                <a:lnTo>
                  <a:pt x="190164" y="1114920"/>
                </a:lnTo>
                <a:lnTo>
                  <a:pt x="190336" y="1114920"/>
                </a:lnTo>
                <a:lnTo>
                  <a:pt x="190509" y="1114920"/>
                </a:lnTo>
                <a:lnTo>
                  <a:pt x="190680" y="1114920"/>
                </a:lnTo>
                <a:lnTo>
                  <a:pt x="190853" y="1114920"/>
                </a:lnTo>
                <a:lnTo>
                  <a:pt x="191025" y="1114920"/>
                </a:lnTo>
                <a:lnTo>
                  <a:pt x="191197" y="1114920"/>
                </a:lnTo>
                <a:lnTo>
                  <a:pt x="191370" y="1114920"/>
                </a:lnTo>
                <a:lnTo>
                  <a:pt x="191542" y="1114920"/>
                </a:lnTo>
                <a:lnTo>
                  <a:pt x="191714" y="1114920"/>
                </a:lnTo>
                <a:lnTo>
                  <a:pt x="191887" y="1114920"/>
                </a:lnTo>
                <a:lnTo>
                  <a:pt x="192058" y="1114920"/>
                </a:lnTo>
                <a:lnTo>
                  <a:pt x="192231" y="1114920"/>
                </a:lnTo>
                <a:lnTo>
                  <a:pt x="192404" y="1114920"/>
                </a:lnTo>
                <a:lnTo>
                  <a:pt x="192575" y="1114920"/>
                </a:lnTo>
                <a:lnTo>
                  <a:pt x="192748" y="1114920"/>
                </a:lnTo>
                <a:lnTo>
                  <a:pt x="192920" y="1114920"/>
                </a:lnTo>
                <a:lnTo>
                  <a:pt x="193092" y="1114920"/>
                </a:lnTo>
                <a:lnTo>
                  <a:pt x="193265" y="1114920"/>
                </a:lnTo>
                <a:lnTo>
                  <a:pt x="193436" y="1114920"/>
                </a:lnTo>
                <a:lnTo>
                  <a:pt x="193609" y="1114920"/>
                </a:lnTo>
                <a:lnTo>
                  <a:pt x="193782" y="1114920"/>
                </a:lnTo>
                <a:lnTo>
                  <a:pt x="193953" y="1114920"/>
                </a:lnTo>
                <a:lnTo>
                  <a:pt x="194126" y="1114920"/>
                </a:lnTo>
                <a:lnTo>
                  <a:pt x="194298" y="1114920"/>
                </a:lnTo>
                <a:lnTo>
                  <a:pt x="194470" y="1114920"/>
                </a:lnTo>
                <a:lnTo>
                  <a:pt x="194643" y="1114920"/>
                </a:lnTo>
                <a:lnTo>
                  <a:pt x="194814" y="1114920"/>
                </a:lnTo>
                <a:lnTo>
                  <a:pt x="194987" y="1114920"/>
                </a:lnTo>
                <a:lnTo>
                  <a:pt x="195159" y="1114920"/>
                </a:lnTo>
                <a:lnTo>
                  <a:pt x="195331" y="1114920"/>
                </a:lnTo>
                <a:lnTo>
                  <a:pt x="195504" y="1114920"/>
                </a:lnTo>
                <a:lnTo>
                  <a:pt x="195676" y="1114920"/>
                </a:lnTo>
                <a:lnTo>
                  <a:pt x="195848" y="1114920"/>
                </a:lnTo>
                <a:lnTo>
                  <a:pt x="196021" y="1114920"/>
                </a:lnTo>
                <a:lnTo>
                  <a:pt x="196193" y="1114920"/>
                </a:lnTo>
                <a:lnTo>
                  <a:pt x="196365" y="1114920"/>
                </a:lnTo>
                <a:lnTo>
                  <a:pt x="196537" y="1114920"/>
                </a:lnTo>
                <a:lnTo>
                  <a:pt x="196709" y="1114920"/>
                </a:lnTo>
                <a:lnTo>
                  <a:pt x="196882" y="1114920"/>
                </a:lnTo>
                <a:lnTo>
                  <a:pt x="197054" y="1114920"/>
                </a:lnTo>
                <a:lnTo>
                  <a:pt x="197226" y="1114920"/>
                </a:lnTo>
                <a:lnTo>
                  <a:pt x="197398" y="1114920"/>
                </a:lnTo>
                <a:lnTo>
                  <a:pt x="197571" y="1114920"/>
                </a:lnTo>
                <a:lnTo>
                  <a:pt x="197743" y="1114920"/>
                </a:lnTo>
                <a:lnTo>
                  <a:pt x="197915" y="1114920"/>
                </a:lnTo>
                <a:lnTo>
                  <a:pt x="198087" y="1114920"/>
                </a:lnTo>
                <a:lnTo>
                  <a:pt x="198260" y="1114920"/>
                </a:lnTo>
                <a:lnTo>
                  <a:pt x="198432" y="1114920"/>
                </a:lnTo>
                <a:lnTo>
                  <a:pt x="198604" y="1114920"/>
                </a:lnTo>
                <a:lnTo>
                  <a:pt x="198776" y="1114920"/>
                </a:lnTo>
                <a:lnTo>
                  <a:pt x="198949" y="1114920"/>
                </a:lnTo>
                <a:lnTo>
                  <a:pt x="199121" y="1114920"/>
                </a:lnTo>
                <a:lnTo>
                  <a:pt x="199293" y="1114920"/>
                </a:lnTo>
                <a:lnTo>
                  <a:pt x="199466" y="1114920"/>
                </a:lnTo>
                <a:lnTo>
                  <a:pt x="199638" y="1114920"/>
                </a:lnTo>
                <a:lnTo>
                  <a:pt x="199810" y="1114920"/>
                </a:lnTo>
                <a:lnTo>
                  <a:pt x="199982" y="1114920"/>
                </a:lnTo>
                <a:lnTo>
                  <a:pt x="200154" y="1114920"/>
                </a:lnTo>
                <a:lnTo>
                  <a:pt x="200327" y="1114920"/>
                </a:lnTo>
                <a:lnTo>
                  <a:pt x="200499" y="1114920"/>
                </a:lnTo>
                <a:lnTo>
                  <a:pt x="200671" y="1114920"/>
                </a:lnTo>
                <a:lnTo>
                  <a:pt x="200844" y="1114920"/>
                </a:lnTo>
                <a:lnTo>
                  <a:pt x="201015" y="1114920"/>
                </a:lnTo>
                <a:lnTo>
                  <a:pt x="201188" y="1114920"/>
                </a:lnTo>
                <a:lnTo>
                  <a:pt x="201360" y="1114920"/>
                </a:lnTo>
                <a:lnTo>
                  <a:pt x="201532" y="1114920"/>
                </a:lnTo>
                <a:lnTo>
                  <a:pt x="201705" y="1114920"/>
                </a:lnTo>
                <a:lnTo>
                  <a:pt x="201877" y="1114920"/>
                </a:lnTo>
                <a:lnTo>
                  <a:pt x="202049" y="1114920"/>
                </a:lnTo>
                <a:lnTo>
                  <a:pt x="202222" y="1114920"/>
                </a:lnTo>
                <a:lnTo>
                  <a:pt x="202393" y="1114920"/>
                </a:lnTo>
                <a:lnTo>
                  <a:pt x="202566" y="1114920"/>
                </a:lnTo>
                <a:lnTo>
                  <a:pt x="202739" y="1114920"/>
                </a:lnTo>
                <a:lnTo>
                  <a:pt x="202910" y="1114920"/>
                </a:lnTo>
                <a:lnTo>
                  <a:pt x="203083" y="1114920"/>
                </a:lnTo>
                <a:lnTo>
                  <a:pt x="203255" y="1114920"/>
                </a:lnTo>
                <a:lnTo>
                  <a:pt x="203427" y="1114920"/>
                </a:lnTo>
                <a:lnTo>
                  <a:pt x="203600" y="1114920"/>
                </a:lnTo>
                <a:lnTo>
                  <a:pt x="203771" y="1114920"/>
                </a:lnTo>
                <a:lnTo>
                  <a:pt x="203944" y="1114920"/>
                </a:lnTo>
                <a:lnTo>
                  <a:pt x="204117" y="1114920"/>
                </a:lnTo>
                <a:lnTo>
                  <a:pt x="204288" y="1114920"/>
                </a:lnTo>
                <a:lnTo>
                  <a:pt x="204461" y="1114920"/>
                </a:lnTo>
                <a:lnTo>
                  <a:pt x="204633" y="1114920"/>
                </a:lnTo>
                <a:lnTo>
                  <a:pt x="204805" y="1114920"/>
                </a:lnTo>
                <a:lnTo>
                  <a:pt x="204978" y="1114920"/>
                </a:lnTo>
                <a:lnTo>
                  <a:pt x="205149" y="1114920"/>
                </a:lnTo>
                <a:lnTo>
                  <a:pt x="205322" y="1114920"/>
                </a:lnTo>
                <a:lnTo>
                  <a:pt x="205494" y="1114920"/>
                </a:lnTo>
                <a:lnTo>
                  <a:pt x="205666" y="1114920"/>
                </a:lnTo>
                <a:lnTo>
                  <a:pt x="205839" y="1114920"/>
                </a:lnTo>
                <a:lnTo>
                  <a:pt x="206011" y="1114920"/>
                </a:lnTo>
                <a:lnTo>
                  <a:pt x="206183" y="1114920"/>
                </a:lnTo>
                <a:lnTo>
                  <a:pt x="206356" y="1114920"/>
                </a:lnTo>
                <a:lnTo>
                  <a:pt x="206528" y="1114920"/>
                </a:lnTo>
                <a:lnTo>
                  <a:pt x="206700" y="1114920"/>
                </a:lnTo>
                <a:lnTo>
                  <a:pt x="206872" y="1114920"/>
                </a:lnTo>
                <a:lnTo>
                  <a:pt x="207044" y="1114920"/>
                </a:lnTo>
                <a:lnTo>
                  <a:pt x="207217" y="1114920"/>
                </a:lnTo>
                <a:lnTo>
                  <a:pt x="207389" y="1114920"/>
                </a:lnTo>
                <a:lnTo>
                  <a:pt x="207561" y="1114920"/>
                </a:lnTo>
                <a:lnTo>
                  <a:pt x="207734" y="1114920"/>
                </a:lnTo>
                <a:lnTo>
                  <a:pt x="207906" y="1114920"/>
                </a:lnTo>
                <a:lnTo>
                  <a:pt x="208078" y="1114920"/>
                </a:lnTo>
                <a:lnTo>
                  <a:pt x="208250" y="1114920"/>
                </a:lnTo>
                <a:lnTo>
                  <a:pt x="208423" y="1114920"/>
                </a:lnTo>
                <a:lnTo>
                  <a:pt x="208595" y="1114920"/>
                </a:lnTo>
                <a:lnTo>
                  <a:pt x="208767" y="1114920"/>
                </a:lnTo>
                <a:lnTo>
                  <a:pt x="208939" y="1114920"/>
                </a:lnTo>
                <a:lnTo>
                  <a:pt x="209111" y="1114920"/>
                </a:lnTo>
                <a:lnTo>
                  <a:pt x="209284" y="1114920"/>
                </a:lnTo>
                <a:lnTo>
                  <a:pt x="209456" y="1114920"/>
                </a:lnTo>
                <a:lnTo>
                  <a:pt x="209628" y="1114920"/>
                </a:lnTo>
                <a:lnTo>
                  <a:pt x="209801" y="1114920"/>
                </a:lnTo>
                <a:lnTo>
                  <a:pt x="209973" y="1114920"/>
                </a:lnTo>
                <a:lnTo>
                  <a:pt x="210145" y="1114920"/>
                </a:lnTo>
                <a:lnTo>
                  <a:pt x="210317" y="1114920"/>
                </a:lnTo>
                <a:lnTo>
                  <a:pt x="210489" y="1114920"/>
                </a:lnTo>
                <a:lnTo>
                  <a:pt x="210662" y="1114920"/>
                </a:lnTo>
                <a:lnTo>
                  <a:pt x="210834" y="1114920"/>
                </a:lnTo>
                <a:lnTo>
                  <a:pt x="211006" y="1114920"/>
                </a:lnTo>
                <a:lnTo>
                  <a:pt x="211179" y="1114920"/>
                </a:lnTo>
                <a:lnTo>
                  <a:pt x="211350" y="1114920"/>
                </a:lnTo>
                <a:lnTo>
                  <a:pt x="211523" y="1114920"/>
                </a:lnTo>
                <a:lnTo>
                  <a:pt x="211695" y="1114920"/>
                </a:lnTo>
                <a:lnTo>
                  <a:pt x="211867" y="1114920"/>
                </a:lnTo>
                <a:lnTo>
                  <a:pt x="212040" y="1114920"/>
                </a:lnTo>
                <a:lnTo>
                  <a:pt x="212212" y="1114920"/>
                </a:lnTo>
                <a:lnTo>
                  <a:pt x="212384" y="1114920"/>
                </a:lnTo>
                <a:lnTo>
                  <a:pt x="212557" y="1114920"/>
                </a:lnTo>
                <a:lnTo>
                  <a:pt x="212728" y="1114920"/>
                </a:lnTo>
                <a:lnTo>
                  <a:pt x="212901" y="1114920"/>
                </a:lnTo>
                <a:lnTo>
                  <a:pt x="213074" y="1114920"/>
                </a:lnTo>
                <a:lnTo>
                  <a:pt x="213245" y="1114920"/>
                </a:lnTo>
                <a:lnTo>
                  <a:pt x="213418" y="1114920"/>
                </a:lnTo>
                <a:lnTo>
                  <a:pt x="213590" y="1114920"/>
                </a:lnTo>
                <a:lnTo>
                  <a:pt x="213762" y="1114920"/>
                </a:lnTo>
                <a:lnTo>
                  <a:pt x="213935" y="1114920"/>
                </a:lnTo>
                <a:lnTo>
                  <a:pt x="214106" y="1114920"/>
                </a:lnTo>
                <a:lnTo>
                  <a:pt x="214279" y="1114920"/>
                </a:lnTo>
                <a:lnTo>
                  <a:pt x="214452" y="1114920"/>
                </a:lnTo>
                <a:lnTo>
                  <a:pt x="214623" y="1114920"/>
                </a:lnTo>
                <a:lnTo>
                  <a:pt x="214796" y="1114920"/>
                </a:lnTo>
                <a:lnTo>
                  <a:pt x="214968" y="1114920"/>
                </a:lnTo>
                <a:lnTo>
                  <a:pt x="215140" y="1114920"/>
                </a:lnTo>
                <a:lnTo>
                  <a:pt x="215313" y="1114920"/>
                </a:lnTo>
                <a:lnTo>
                  <a:pt x="215484" y="1114920"/>
                </a:lnTo>
                <a:lnTo>
                  <a:pt x="215657" y="1114920"/>
                </a:lnTo>
                <a:lnTo>
                  <a:pt x="215829" y="1114920"/>
                </a:lnTo>
                <a:lnTo>
                  <a:pt x="216001" y="1114920"/>
                </a:lnTo>
                <a:lnTo>
                  <a:pt x="216174" y="1114920"/>
                </a:lnTo>
                <a:lnTo>
                  <a:pt x="216346" y="1114920"/>
                </a:lnTo>
                <a:lnTo>
                  <a:pt x="216518" y="1114920"/>
                </a:lnTo>
                <a:lnTo>
                  <a:pt x="216691" y="1114920"/>
                </a:lnTo>
                <a:lnTo>
                  <a:pt x="216863" y="1114920"/>
                </a:lnTo>
                <a:lnTo>
                  <a:pt x="217035" y="1114920"/>
                </a:lnTo>
                <a:lnTo>
                  <a:pt x="217207" y="1114920"/>
                </a:lnTo>
                <a:lnTo>
                  <a:pt x="217379" y="1114920"/>
                </a:lnTo>
                <a:lnTo>
                  <a:pt x="217552" y="1114920"/>
                </a:lnTo>
                <a:lnTo>
                  <a:pt x="217724" y="1114920"/>
                </a:lnTo>
                <a:lnTo>
                  <a:pt x="217896" y="1114920"/>
                </a:lnTo>
                <a:lnTo>
                  <a:pt x="218069" y="1114920"/>
                </a:lnTo>
                <a:lnTo>
                  <a:pt x="218241" y="1114920"/>
                </a:lnTo>
                <a:lnTo>
                  <a:pt x="218413" y="1114920"/>
                </a:lnTo>
                <a:lnTo>
                  <a:pt x="218585" y="1114920"/>
                </a:lnTo>
                <a:lnTo>
                  <a:pt x="218757" y="1114920"/>
                </a:lnTo>
                <a:lnTo>
                  <a:pt x="218930" y="1114920"/>
                </a:lnTo>
                <a:lnTo>
                  <a:pt x="219102" y="1114920"/>
                </a:lnTo>
                <a:lnTo>
                  <a:pt x="219274" y="1114920"/>
                </a:lnTo>
                <a:lnTo>
                  <a:pt x="219446" y="1114920"/>
                </a:lnTo>
                <a:lnTo>
                  <a:pt x="219619" y="1114920"/>
                </a:lnTo>
                <a:lnTo>
                  <a:pt x="219791" y="1114920"/>
                </a:lnTo>
                <a:lnTo>
                  <a:pt x="219963" y="1114920"/>
                </a:lnTo>
                <a:lnTo>
                  <a:pt x="220136" y="1114920"/>
                </a:lnTo>
                <a:lnTo>
                  <a:pt x="220308" y="1114920"/>
                </a:lnTo>
                <a:lnTo>
                  <a:pt x="220480" y="1114920"/>
                </a:lnTo>
                <a:lnTo>
                  <a:pt x="220652" y="1114920"/>
                </a:lnTo>
                <a:lnTo>
                  <a:pt x="220824" y="1114920"/>
                </a:lnTo>
                <a:lnTo>
                  <a:pt x="220997" y="1114920"/>
                </a:lnTo>
                <a:lnTo>
                  <a:pt x="221169" y="1114920"/>
                </a:lnTo>
                <a:lnTo>
                  <a:pt x="221341" y="1114920"/>
                </a:lnTo>
                <a:lnTo>
                  <a:pt x="221514" y="1114920"/>
                </a:lnTo>
                <a:lnTo>
                  <a:pt x="221685" y="1114920"/>
                </a:lnTo>
                <a:lnTo>
                  <a:pt x="221858" y="1114920"/>
                </a:lnTo>
                <a:lnTo>
                  <a:pt x="222030" y="1114920"/>
                </a:lnTo>
                <a:lnTo>
                  <a:pt x="222202" y="1114920"/>
                </a:lnTo>
                <a:lnTo>
                  <a:pt x="222375" y="1114920"/>
                </a:lnTo>
                <a:lnTo>
                  <a:pt x="222547" y="1114920"/>
                </a:lnTo>
                <a:lnTo>
                  <a:pt x="222719" y="1114920"/>
                </a:lnTo>
                <a:lnTo>
                  <a:pt x="222892" y="1114920"/>
                </a:lnTo>
                <a:lnTo>
                  <a:pt x="223063" y="1114920"/>
                </a:lnTo>
                <a:lnTo>
                  <a:pt x="223236" y="1114920"/>
                </a:lnTo>
                <a:lnTo>
                  <a:pt x="223409" y="1114920"/>
                </a:lnTo>
                <a:lnTo>
                  <a:pt x="223580" y="1114920"/>
                </a:lnTo>
                <a:lnTo>
                  <a:pt x="223753" y="1114920"/>
                </a:lnTo>
                <a:lnTo>
                  <a:pt x="223925" y="1114920"/>
                </a:lnTo>
                <a:lnTo>
                  <a:pt x="224097" y="1114920"/>
                </a:lnTo>
                <a:lnTo>
                  <a:pt x="224270" y="1114920"/>
                </a:lnTo>
                <a:lnTo>
                  <a:pt x="224441" y="1114920"/>
                </a:lnTo>
                <a:lnTo>
                  <a:pt x="224614" y="1114920"/>
                </a:lnTo>
                <a:lnTo>
                  <a:pt x="224787" y="1114920"/>
                </a:lnTo>
                <a:lnTo>
                  <a:pt x="224958" y="1114920"/>
                </a:lnTo>
                <a:lnTo>
                  <a:pt x="225131" y="1114920"/>
                </a:lnTo>
                <a:lnTo>
                  <a:pt x="225303" y="1114920"/>
                </a:lnTo>
                <a:lnTo>
                  <a:pt x="225475" y="1114920"/>
                </a:lnTo>
                <a:lnTo>
                  <a:pt x="225648" y="1114920"/>
                </a:lnTo>
                <a:lnTo>
                  <a:pt x="225820" y="1114920"/>
                </a:lnTo>
                <a:lnTo>
                  <a:pt x="225992" y="1114920"/>
                </a:lnTo>
                <a:lnTo>
                  <a:pt x="226165" y="1114920"/>
                </a:lnTo>
                <a:lnTo>
                  <a:pt x="226336" y="1114920"/>
                </a:lnTo>
                <a:lnTo>
                  <a:pt x="226509" y="1114920"/>
                </a:lnTo>
                <a:lnTo>
                  <a:pt x="226681" y="1114920"/>
                </a:lnTo>
                <a:lnTo>
                  <a:pt x="226853" y="1114920"/>
                </a:lnTo>
                <a:lnTo>
                  <a:pt x="227026" y="1114920"/>
                </a:lnTo>
                <a:lnTo>
                  <a:pt x="227198" y="1114920"/>
                </a:lnTo>
                <a:lnTo>
                  <a:pt x="227370" y="1114920"/>
                </a:lnTo>
                <a:lnTo>
                  <a:pt x="227542" y="1114920"/>
                </a:lnTo>
                <a:lnTo>
                  <a:pt x="227714" y="1114920"/>
                </a:lnTo>
                <a:lnTo>
                  <a:pt x="227887" y="1114920"/>
                </a:lnTo>
                <a:lnTo>
                  <a:pt x="228059" y="1114920"/>
                </a:lnTo>
                <a:lnTo>
                  <a:pt x="228231" y="1114920"/>
                </a:lnTo>
                <a:lnTo>
                  <a:pt x="228404" y="1114920"/>
                </a:lnTo>
                <a:lnTo>
                  <a:pt x="228576" y="1114920"/>
                </a:lnTo>
                <a:lnTo>
                  <a:pt x="228748" y="1114920"/>
                </a:lnTo>
                <a:lnTo>
                  <a:pt x="228920" y="1114920"/>
                </a:lnTo>
                <a:lnTo>
                  <a:pt x="229092" y="1114920"/>
                </a:lnTo>
                <a:lnTo>
                  <a:pt x="229265" y="1114920"/>
                </a:lnTo>
                <a:lnTo>
                  <a:pt x="229437" y="1114920"/>
                </a:lnTo>
                <a:lnTo>
                  <a:pt x="229609" y="1114920"/>
                </a:lnTo>
                <a:lnTo>
                  <a:pt x="229781" y="1114920"/>
                </a:lnTo>
                <a:lnTo>
                  <a:pt x="229954" y="1114920"/>
                </a:lnTo>
                <a:lnTo>
                  <a:pt x="230126" y="1114920"/>
                </a:lnTo>
                <a:lnTo>
                  <a:pt x="230298" y="1114920"/>
                </a:lnTo>
                <a:lnTo>
                  <a:pt x="230471" y="1114920"/>
                </a:lnTo>
                <a:lnTo>
                  <a:pt x="230643" y="1114920"/>
                </a:lnTo>
                <a:lnTo>
                  <a:pt x="230815" y="1114920"/>
                </a:lnTo>
                <a:lnTo>
                  <a:pt x="230987" y="1114920"/>
                </a:lnTo>
                <a:lnTo>
                  <a:pt x="231159" y="1114920"/>
                </a:lnTo>
                <a:lnTo>
                  <a:pt x="231332" y="1114920"/>
                </a:lnTo>
                <a:lnTo>
                  <a:pt x="231504" y="1114920"/>
                </a:lnTo>
                <a:lnTo>
                  <a:pt x="231676" y="1114920"/>
                </a:lnTo>
                <a:lnTo>
                  <a:pt x="231849" y="1114920"/>
                </a:lnTo>
                <a:lnTo>
                  <a:pt x="232020" y="1114920"/>
                </a:lnTo>
                <a:lnTo>
                  <a:pt x="232193" y="1114920"/>
                </a:lnTo>
                <a:lnTo>
                  <a:pt x="232365" y="1114920"/>
                </a:lnTo>
                <a:lnTo>
                  <a:pt x="232537" y="1114920"/>
                </a:lnTo>
                <a:lnTo>
                  <a:pt x="232710" y="1114920"/>
                </a:lnTo>
                <a:lnTo>
                  <a:pt x="232882" y="1114920"/>
                </a:lnTo>
                <a:lnTo>
                  <a:pt x="233054" y="1114920"/>
                </a:lnTo>
                <a:lnTo>
                  <a:pt x="233227" y="1114920"/>
                </a:lnTo>
                <a:lnTo>
                  <a:pt x="233398" y="1114920"/>
                </a:lnTo>
                <a:lnTo>
                  <a:pt x="233571" y="1114920"/>
                </a:lnTo>
                <a:lnTo>
                  <a:pt x="233744" y="1114920"/>
                </a:lnTo>
                <a:lnTo>
                  <a:pt x="233915" y="1114920"/>
                </a:lnTo>
                <a:lnTo>
                  <a:pt x="234088" y="1114920"/>
                </a:lnTo>
                <a:lnTo>
                  <a:pt x="234260" y="1114920"/>
                </a:lnTo>
                <a:lnTo>
                  <a:pt x="234432" y="1114920"/>
                </a:lnTo>
                <a:lnTo>
                  <a:pt x="234605" y="1114920"/>
                </a:lnTo>
                <a:lnTo>
                  <a:pt x="234776" y="1114920"/>
                </a:lnTo>
                <a:lnTo>
                  <a:pt x="234949" y="1114920"/>
                </a:lnTo>
                <a:lnTo>
                  <a:pt x="235122" y="1114920"/>
                </a:lnTo>
                <a:lnTo>
                  <a:pt x="235293" y="1114920"/>
                </a:lnTo>
                <a:lnTo>
                  <a:pt x="235466" y="1114920"/>
                </a:lnTo>
                <a:lnTo>
                  <a:pt x="235638" y="1114920"/>
                </a:lnTo>
                <a:lnTo>
                  <a:pt x="235810" y="1114920"/>
                </a:lnTo>
                <a:lnTo>
                  <a:pt x="235983" y="1114920"/>
                </a:lnTo>
                <a:lnTo>
                  <a:pt x="236155" y="1114920"/>
                </a:lnTo>
                <a:lnTo>
                  <a:pt x="236327" y="1114920"/>
                </a:lnTo>
                <a:lnTo>
                  <a:pt x="236500" y="1114920"/>
                </a:lnTo>
                <a:lnTo>
                  <a:pt x="236671" y="1114920"/>
                </a:lnTo>
                <a:lnTo>
                  <a:pt x="236844" y="1114920"/>
                </a:lnTo>
                <a:lnTo>
                  <a:pt x="237016" y="1114920"/>
                </a:lnTo>
                <a:lnTo>
                  <a:pt x="237188" y="1114920"/>
                </a:lnTo>
                <a:lnTo>
                  <a:pt x="237361" y="1114920"/>
                </a:lnTo>
                <a:lnTo>
                  <a:pt x="237533" y="1114920"/>
                </a:lnTo>
                <a:lnTo>
                  <a:pt x="237705" y="1114920"/>
                </a:lnTo>
                <a:lnTo>
                  <a:pt x="237877" y="1114920"/>
                </a:lnTo>
                <a:lnTo>
                  <a:pt x="238049" y="1114920"/>
                </a:lnTo>
                <a:lnTo>
                  <a:pt x="238222" y="1114920"/>
                </a:lnTo>
                <a:lnTo>
                  <a:pt x="238394" y="1114920"/>
                </a:lnTo>
                <a:lnTo>
                  <a:pt x="238566" y="1114920"/>
                </a:lnTo>
                <a:lnTo>
                  <a:pt x="238739" y="1114920"/>
                </a:lnTo>
                <a:lnTo>
                  <a:pt x="238911" y="1114920"/>
                </a:lnTo>
                <a:lnTo>
                  <a:pt x="239083" y="1114920"/>
                </a:lnTo>
                <a:lnTo>
                  <a:pt x="239255" y="1114920"/>
                </a:lnTo>
                <a:lnTo>
                  <a:pt x="239427" y="1114920"/>
                </a:lnTo>
                <a:lnTo>
                  <a:pt x="239600" y="1114920"/>
                </a:lnTo>
                <a:lnTo>
                  <a:pt x="239772" y="1114920"/>
                </a:lnTo>
                <a:lnTo>
                  <a:pt x="239944" y="1114920"/>
                </a:lnTo>
                <a:lnTo>
                  <a:pt x="240116" y="1114920"/>
                </a:lnTo>
                <a:lnTo>
                  <a:pt x="240289" y="1114920"/>
                </a:lnTo>
                <a:lnTo>
                  <a:pt x="240461" y="1114920"/>
                </a:lnTo>
                <a:lnTo>
                  <a:pt x="240633" y="1114920"/>
                </a:lnTo>
                <a:lnTo>
                  <a:pt x="240806" y="1114920"/>
                </a:lnTo>
                <a:lnTo>
                  <a:pt x="240978" y="1114920"/>
                </a:lnTo>
                <a:lnTo>
                  <a:pt x="241150" y="1114920"/>
                </a:lnTo>
                <a:lnTo>
                  <a:pt x="241322" y="1114920"/>
                </a:lnTo>
                <a:lnTo>
                  <a:pt x="241494" y="1114920"/>
                </a:lnTo>
                <a:lnTo>
                  <a:pt x="241667" y="1114920"/>
                </a:lnTo>
                <a:lnTo>
                  <a:pt x="241839" y="1114920"/>
                </a:lnTo>
                <a:lnTo>
                  <a:pt x="242011" y="1114920"/>
                </a:lnTo>
                <a:lnTo>
                  <a:pt x="242184" y="1114920"/>
                </a:lnTo>
                <a:lnTo>
                  <a:pt x="242355" y="1114920"/>
                </a:lnTo>
                <a:lnTo>
                  <a:pt x="242528" y="1114920"/>
                </a:lnTo>
                <a:lnTo>
                  <a:pt x="242701" y="1114920"/>
                </a:lnTo>
                <a:lnTo>
                  <a:pt x="242872" y="1114920"/>
                </a:lnTo>
                <a:lnTo>
                  <a:pt x="243045" y="1114920"/>
                </a:lnTo>
                <a:lnTo>
                  <a:pt x="243217" y="1114920"/>
                </a:lnTo>
                <a:lnTo>
                  <a:pt x="243389" y="1114920"/>
                </a:lnTo>
                <a:lnTo>
                  <a:pt x="243562" y="1114920"/>
                </a:lnTo>
                <a:lnTo>
                  <a:pt x="243733" y="1114920"/>
                </a:lnTo>
                <a:lnTo>
                  <a:pt x="243906" y="1114920"/>
                </a:lnTo>
                <a:lnTo>
                  <a:pt x="244079" y="1114920"/>
                </a:lnTo>
                <a:lnTo>
                  <a:pt x="244250" y="1114920"/>
                </a:lnTo>
                <a:lnTo>
                  <a:pt x="244423" y="1114920"/>
                </a:lnTo>
                <a:lnTo>
                  <a:pt x="244595" y="1114920"/>
                </a:lnTo>
                <a:lnTo>
                  <a:pt x="244767" y="1114920"/>
                </a:lnTo>
                <a:lnTo>
                  <a:pt x="244940" y="1114920"/>
                </a:lnTo>
                <a:lnTo>
                  <a:pt x="245111" y="1114920"/>
                </a:lnTo>
                <a:lnTo>
                  <a:pt x="245284" y="1114920"/>
                </a:lnTo>
                <a:lnTo>
                  <a:pt x="245457" y="1114920"/>
                </a:lnTo>
                <a:lnTo>
                  <a:pt x="245628" y="1114920"/>
                </a:lnTo>
                <a:lnTo>
                  <a:pt x="245801" y="1114920"/>
                </a:lnTo>
                <a:lnTo>
                  <a:pt x="245973" y="1114920"/>
                </a:lnTo>
                <a:lnTo>
                  <a:pt x="246145" y="1114920"/>
                </a:lnTo>
                <a:lnTo>
                  <a:pt x="246318" y="1114920"/>
                </a:lnTo>
                <a:lnTo>
                  <a:pt x="246490" y="1114920"/>
                </a:lnTo>
                <a:lnTo>
                  <a:pt x="246662" y="1114920"/>
                </a:lnTo>
                <a:lnTo>
                  <a:pt x="246835" y="1114920"/>
                </a:lnTo>
                <a:lnTo>
                  <a:pt x="247006" y="1114920"/>
                </a:lnTo>
                <a:lnTo>
                  <a:pt x="247179" y="1114920"/>
                </a:lnTo>
                <a:lnTo>
                  <a:pt x="247351" y="1114920"/>
                </a:lnTo>
                <a:lnTo>
                  <a:pt x="247523" y="1114920"/>
                </a:lnTo>
                <a:lnTo>
                  <a:pt x="247696" y="1114920"/>
                </a:lnTo>
                <a:lnTo>
                  <a:pt x="247868" y="1114920"/>
                </a:lnTo>
                <a:lnTo>
                  <a:pt x="248040" y="1114920"/>
                </a:lnTo>
                <a:lnTo>
                  <a:pt x="248212" y="1114920"/>
                </a:lnTo>
                <a:lnTo>
                  <a:pt x="248384" y="1114920"/>
                </a:lnTo>
                <a:lnTo>
                  <a:pt x="248557" y="1114920"/>
                </a:lnTo>
                <a:lnTo>
                  <a:pt x="248729" y="1114920"/>
                </a:lnTo>
                <a:lnTo>
                  <a:pt x="248901" y="1114920"/>
                </a:lnTo>
                <a:lnTo>
                  <a:pt x="249074" y="1114920"/>
                </a:lnTo>
                <a:lnTo>
                  <a:pt x="249246" y="1114920"/>
                </a:lnTo>
                <a:lnTo>
                  <a:pt x="249418" y="1114920"/>
                </a:lnTo>
                <a:lnTo>
                  <a:pt x="249590" y="1114920"/>
                </a:lnTo>
                <a:lnTo>
                  <a:pt x="249762" y="1114920"/>
                </a:lnTo>
                <a:lnTo>
                  <a:pt x="249935" y="1114920"/>
                </a:lnTo>
                <a:lnTo>
                  <a:pt x="250107" y="1114920"/>
                </a:lnTo>
                <a:lnTo>
                  <a:pt x="250279" y="1114920"/>
                </a:lnTo>
                <a:lnTo>
                  <a:pt x="250451" y="1114920"/>
                </a:lnTo>
                <a:lnTo>
                  <a:pt x="250624" y="1114920"/>
                </a:lnTo>
                <a:lnTo>
                  <a:pt x="250796" y="1114920"/>
                </a:lnTo>
                <a:lnTo>
                  <a:pt x="250968" y="1114920"/>
                </a:lnTo>
                <a:lnTo>
                  <a:pt x="251141" y="1114920"/>
                </a:lnTo>
                <a:lnTo>
                  <a:pt x="251313" y="1114920"/>
                </a:lnTo>
                <a:lnTo>
                  <a:pt x="251485" y="1114920"/>
                </a:lnTo>
                <a:lnTo>
                  <a:pt x="251657" y="1114920"/>
                </a:lnTo>
                <a:lnTo>
                  <a:pt x="251829" y="1114920"/>
                </a:lnTo>
                <a:lnTo>
                  <a:pt x="252002" y="1114920"/>
                </a:lnTo>
                <a:lnTo>
                  <a:pt x="252174" y="1114920"/>
                </a:lnTo>
                <a:lnTo>
                  <a:pt x="252346" y="1114920"/>
                </a:lnTo>
                <a:lnTo>
                  <a:pt x="252519" y="1114920"/>
                </a:lnTo>
                <a:lnTo>
                  <a:pt x="252691" y="1114920"/>
                </a:lnTo>
                <a:lnTo>
                  <a:pt x="252863" y="1114920"/>
                </a:lnTo>
                <a:lnTo>
                  <a:pt x="253036" y="1114920"/>
                </a:lnTo>
                <a:lnTo>
                  <a:pt x="253207" y="1114920"/>
                </a:lnTo>
                <a:lnTo>
                  <a:pt x="253380" y="1114920"/>
                </a:lnTo>
                <a:lnTo>
                  <a:pt x="253552" y="1114920"/>
                </a:lnTo>
                <a:lnTo>
                  <a:pt x="253724" y="1114920"/>
                </a:lnTo>
                <a:lnTo>
                  <a:pt x="253897" y="1114920"/>
                </a:lnTo>
                <a:lnTo>
                  <a:pt x="254068" y="1114920"/>
                </a:lnTo>
                <a:lnTo>
                  <a:pt x="254241" y="1114920"/>
                </a:lnTo>
                <a:lnTo>
                  <a:pt x="254414" y="1114920"/>
                </a:lnTo>
                <a:lnTo>
                  <a:pt x="254585" y="1114920"/>
                </a:lnTo>
                <a:lnTo>
                  <a:pt x="254758" y="1114920"/>
                </a:lnTo>
                <a:lnTo>
                  <a:pt x="254930" y="1114920"/>
                </a:lnTo>
                <a:lnTo>
                  <a:pt x="255102" y="1114920"/>
                </a:lnTo>
                <a:lnTo>
                  <a:pt x="255275" y="1114920"/>
                </a:lnTo>
                <a:lnTo>
                  <a:pt x="255446" y="1114920"/>
                </a:lnTo>
                <a:lnTo>
                  <a:pt x="255619" y="1114920"/>
                </a:lnTo>
                <a:lnTo>
                  <a:pt x="255792" y="1114920"/>
                </a:lnTo>
                <a:lnTo>
                  <a:pt x="255963" y="1114920"/>
                </a:lnTo>
                <a:lnTo>
                  <a:pt x="256136" y="1114920"/>
                </a:lnTo>
                <a:lnTo>
                  <a:pt x="256308" y="1114920"/>
                </a:lnTo>
                <a:lnTo>
                  <a:pt x="256480" y="1114920"/>
                </a:lnTo>
                <a:lnTo>
                  <a:pt x="256653" y="1114920"/>
                </a:lnTo>
                <a:lnTo>
                  <a:pt x="256824" y="1114920"/>
                </a:lnTo>
                <a:lnTo>
                  <a:pt x="256997" y="1114920"/>
                </a:lnTo>
                <a:lnTo>
                  <a:pt x="257170" y="1114920"/>
                </a:lnTo>
                <a:lnTo>
                  <a:pt x="257341" y="1114920"/>
                </a:lnTo>
                <a:lnTo>
                  <a:pt x="257514" y="1114920"/>
                </a:lnTo>
                <a:lnTo>
                  <a:pt x="257686" y="1114920"/>
                </a:lnTo>
                <a:lnTo>
                  <a:pt x="257858" y="1114920"/>
                </a:lnTo>
                <a:lnTo>
                  <a:pt x="258031" y="1114920"/>
                </a:lnTo>
                <a:lnTo>
                  <a:pt x="258203" y="1114920"/>
                </a:lnTo>
                <a:lnTo>
                  <a:pt x="258375" y="1114920"/>
                </a:lnTo>
                <a:lnTo>
                  <a:pt x="258547" y="1114920"/>
                </a:lnTo>
                <a:lnTo>
                  <a:pt x="258719" y="1114920"/>
                </a:lnTo>
                <a:lnTo>
                  <a:pt x="258892" y="1114920"/>
                </a:lnTo>
                <a:lnTo>
                  <a:pt x="259064" y="1114920"/>
                </a:lnTo>
                <a:lnTo>
                  <a:pt x="259236" y="1114920"/>
                </a:lnTo>
                <a:lnTo>
                  <a:pt x="259409" y="1114920"/>
                </a:lnTo>
                <a:lnTo>
                  <a:pt x="259581" y="1114920"/>
                </a:lnTo>
                <a:lnTo>
                  <a:pt x="259753" y="1114920"/>
                </a:lnTo>
                <a:lnTo>
                  <a:pt x="259925" y="1114920"/>
                </a:lnTo>
                <a:lnTo>
                  <a:pt x="260098" y="1114920"/>
                </a:lnTo>
                <a:lnTo>
                  <a:pt x="260270" y="1114920"/>
                </a:lnTo>
                <a:lnTo>
                  <a:pt x="260442" y="1114920"/>
                </a:lnTo>
                <a:lnTo>
                  <a:pt x="260614" y="1114920"/>
                </a:lnTo>
                <a:lnTo>
                  <a:pt x="260787" y="1114920"/>
                </a:lnTo>
                <a:lnTo>
                  <a:pt x="260959" y="1114920"/>
                </a:lnTo>
                <a:lnTo>
                  <a:pt x="261131" y="1114920"/>
                </a:lnTo>
                <a:lnTo>
                  <a:pt x="261303" y="1114920"/>
                </a:lnTo>
                <a:lnTo>
                  <a:pt x="261476" y="1114920"/>
                </a:lnTo>
                <a:lnTo>
                  <a:pt x="261648" y="1114920"/>
                </a:lnTo>
                <a:lnTo>
                  <a:pt x="261820" y="1114920"/>
                </a:lnTo>
                <a:lnTo>
                  <a:pt x="261992" y="1114920"/>
                </a:lnTo>
                <a:lnTo>
                  <a:pt x="262164" y="1114920"/>
                </a:lnTo>
                <a:lnTo>
                  <a:pt x="262337" y="1114920"/>
                </a:lnTo>
                <a:lnTo>
                  <a:pt x="262509" y="1114920"/>
                </a:lnTo>
                <a:lnTo>
                  <a:pt x="262681" y="1114920"/>
                </a:lnTo>
                <a:lnTo>
                  <a:pt x="262854" y="1114920"/>
                </a:lnTo>
                <a:lnTo>
                  <a:pt x="263026" y="1114920"/>
                </a:lnTo>
                <a:lnTo>
                  <a:pt x="263198" y="1114920"/>
                </a:lnTo>
                <a:lnTo>
                  <a:pt x="263371" y="1114920"/>
                </a:lnTo>
                <a:lnTo>
                  <a:pt x="263542" y="1114920"/>
                </a:lnTo>
                <a:lnTo>
                  <a:pt x="263715" y="1114920"/>
                </a:lnTo>
                <a:lnTo>
                  <a:pt x="263887" y="1114920"/>
                </a:lnTo>
                <a:lnTo>
                  <a:pt x="264059" y="1114920"/>
                </a:lnTo>
                <a:lnTo>
                  <a:pt x="264232" y="1114920"/>
                </a:lnTo>
                <a:lnTo>
                  <a:pt x="264403" y="1114920"/>
                </a:lnTo>
                <a:lnTo>
                  <a:pt x="264576" y="1114920"/>
                </a:lnTo>
                <a:lnTo>
                  <a:pt x="264749" y="1114920"/>
                </a:lnTo>
                <a:lnTo>
                  <a:pt x="264920" y="1114920"/>
                </a:lnTo>
                <a:lnTo>
                  <a:pt x="265093" y="1114920"/>
                </a:lnTo>
                <a:lnTo>
                  <a:pt x="265265" y="1114920"/>
                </a:lnTo>
                <a:lnTo>
                  <a:pt x="265437" y="1114920"/>
                </a:lnTo>
                <a:lnTo>
                  <a:pt x="265610" y="1114920"/>
                </a:lnTo>
                <a:lnTo>
                  <a:pt x="265781" y="1114920"/>
                </a:lnTo>
                <a:lnTo>
                  <a:pt x="265954" y="1114920"/>
                </a:lnTo>
                <a:lnTo>
                  <a:pt x="266127" y="1114920"/>
                </a:lnTo>
                <a:lnTo>
                  <a:pt x="266298" y="1114920"/>
                </a:lnTo>
                <a:lnTo>
                  <a:pt x="266471" y="1114920"/>
                </a:lnTo>
                <a:lnTo>
                  <a:pt x="266643" y="1114920"/>
                </a:lnTo>
                <a:lnTo>
                  <a:pt x="266815" y="1114920"/>
                </a:lnTo>
                <a:lnTo>
                  <a:pt x="266988" y="1114920"/>
                </a:lnTo>
                <a:lnTo>
                  <a:pt x="267160" y="1114920"/>
                </a:lnTo>
                <a:lnTo>
                  <a:pt x="267332" y="1114920"/>
                </a:lnTo>
                <a:lnTo>
                  <a:pt x="267505" y="1114920"/>
                </a:lnTo>
                <a:lnTo>
                  <a:pt x="267676" y="1114920"/>
                </a:lnTo>
                <a:lnTo>
                  <a:pt x="267849" y="1114920"/>
                </a:lnTo>
                <a:lnTo>
                  <a:pt x="268021" y="1114920"/>
                </a:lnTo>
                <a:lnTo>
                  <a:pt x="268193" y="1114920"/>
                </a:lnTo>
                <a:lnTo>
                  <a:pt x="268366" y="1114920"/>
                </a:lnTo>
                <a:lnTo>
                  <a:pt x="268538" y="1114920"/>
                </a:lnTo>
                <a:lnTo>
                  <a:pt x="268710" y="1114920"/>
                </a:lnTo>
                <a:lnTo>
                  <a:pt x="268882" y="1114920"/>
                </a:lnTo>
                <a:lnTo>
                  <a:pt x="269054" y="1114920"/>
                </a:lnTo>
                <a:lnTo>
                  <a:pt x="269227" y="1114920"/>
                </a:lnTo>
                <a:lnTo>
                  <a:pt x="269399" y="1114920"/>
                </a:lnTo>
                <a:lnTo>
                  <a:pt x="269571" y="1114920"/>
                </a:lnTo>
                <a:lnTo>
                  <a:pt x="269744" y="1114920"/>
                </a:lnTo>
                <a:lnTo>
                  <a:pt x="269916" y="1114920"/>
                </a:lnTo>
                <a:lnTo>
                  <a:pt x="270088" y="1114920"/>
                </a:lnTo>
                <a:lnTo>
                  <a:pt x="270260" y="1114920"/>
                </a:lnTo>
                <a:lnTo>
                  <a:pt x="270433" y="1114920"/>
                </a:lnTo>
                <a:lnTo>
                  <a:pt x="270605" y="1114920"/>
                </a:lnTo>
                <a:lnTo>
                  <a:pt x="270777" y="1114920"/>
                </a:lnTo>
                <a:lnTo>
                  <a:pt x="270949" y="1114920"/>
                </a:lnTo>
                <a:lnTo>
                  <a:pt x="271122" y="1114920"/>
                </a:lnTo>
                <a:lnTo>
                  <a:pt x="271294" y="1114920"/>
                </a:lnTo>
                <a:lnTo>
                  <a:pt x="271466" y="1114920"/>
                </a:lnTo>
                <a:lnTo>
                  <a:pt x="271638" y="1114920"/>
                </a:lnTo>
                <a:lnTo>
                  <a:pt x="271811" y="1114920"/>
                </a:lnTo>
                <a:lnTo>
                  <a:pt x="271983" y="1114920"/>
                </a:lnTo>
                <a:lnTo>
                  <a:pt x="272155" y="1114920"/>
                </a:lnTo>
                <a:lnTo>
                  <a:pt x="272327" y="1114920"/>
                </a:lnTo>
                <a:lnTo>
                  <a:pt x="272499" y="1114920"/>
                </a:lnTo>
                <a:lnTo>
                  <a:pt x="272672" y="1114920"/>
                </a:lnTo>
                <a:lnTo>
                  <a:pt x="272844" y="1114920"/>
                </a:lnTo>
                <a:lnTo>
                  <a:pt x="273016" y="1114920"/>
                </a:lnTo>
                <a:lnTo>
                  <a:pt x="273189" y="1114920"/>
                </a:lnTo>
                <a:lnTo>
                  <a:pt x="273361" y="1114920"/>
                </a:lnTo>
                <a:lnTo>
                  <a:pt x="273533" y="1114920"/>
                </a:lnTo>
                <a:lnTo>
                  <a:pt x="273706" y="1114920"/>
                </a:lnTo>
                <a:lnTo>
                  <a:pt x="273877" y="1114920"/>
                </a:lnTo>
                <a:lnTo>
                  <a:pt x="274050" y="1114920"/>
                </a:lnTo>
                <a:lnTo>
                  <a:pt x="274222" y="1114920"/>
                </a:lnTo>
                <a:lnTo>
                  <a:pt x="274394" y="1114920"/>
                </a:lnTo>
                <a:lnTo>
                  <a:pt x="274567" y="1114920"/>
                </a:lnTo>
                <a:lnTo>
                  <a:pt x="274738" y="1114920"/>
                </a:lnTo>
                <a:lnTo>
                  <a:pt x="274911" y="1114920"/>
                </a:lnTo>
                <a:lnTo>
                  <a:pt x="275084" y="1114920"/>
                </a:lnTo>
                <a:lnTo>
                  <a:pt x="275255" y="1114920"/>
                </a:lnTo>
                <a:lnTo>
                  <a:pt x="275428" y="1114920"/>
                </a:lnTo>
                <a:lnTo>
                  <a:pt x="275600" y="1114920"/>
                </a:lnTo>
                <a:lnTo>
                  <a:pt x="275772" y="1114920"/>
                </a:lnTo>
                <a:lnTo>
                  <a:pt x="275945" y="1114920"/>
                </a:lnTo>
                <a:lnTo>
                  <a:pt x="276116" y="1114920"/>
                </a:lnTo>
                <a:lnTo>
                  <a:pt x="276289" y="1114920"/>
                </a:lnTo>
                <a:lnTo>
                  <a:pt x="276462" y="1114920"/>
                </a:lnTo>
                <a:lnTo>
                  <a:pt x="276633" y="1114920"/>
                </a:lnTo>
                <a:lnTo>
                  <a:pt x="276806" y="1114920"/>
                </a:lnTo>
                <a:lnTo>
                  <a:pt x="276978" y="1114920"/>
                </a:lnTo>
                <a:lnTo>
                  <a:pt x="277150" y="1114920"/>
                </a:lnTo>
                <a:lnTo>
                  <a:pt x="277323" y="1114920"/>
                </a:lnTo>
                <a:lnTo>
                  <a:pt x="277495" y="1114920"/>
                </a:lnTo>
                <a:lnTo>
                  <a:pt x="277667" y="1114920"/>
                </a:lnTo>
                <a:lnTo>
                  <a:pt x="277840" y="1114920"/>
                </a:lnTo>
                <a:lnTo>
                  <a:pt x="278011" y="1114920"/>
                </a:lnTo>
                <a:lnTo>
                  <a:pt x="278184" y="1114920"/>
                </a:lnTo>
                <a:lnTo>
                  <a:pt x="278356" y="1114920"/>
                </a:lnTo>
                <a:lnTo>
                  <a:pt x="278528" y="1114920"/>
                </a:lnTo>
                <a:lnTo>
                  <a:pt x="278701" y="1114920"/>
                </a:lnTo>
                <a:lnTo>
                  <a:pt x="278873" y="1114920"/>
                </a:lnTo>
                <a:lnTo>
                  <a:pt x="279045" y="1114920"/>
                </a:lnTo>
                <a:lnTo>
                  <a:pt x="279218" y="1114920"/>
                </a:lnTo>
                <a:lnTo>
                  <a:pt x="279389" y="1114920"/>
                </a:lnTo>
                <a:lnTo>
                  <a:pt x="279562" y="1114920"/>
                </a:lnTo>
                <a:lnTo>
                  <a:pt x="279734" y="1114920"/>
                </a:lnTo>
                <a:lnTo>
                  <a:pt x="279906" y="1114920"/>
                </a:lnTo>
                <a:lnTo>
                  <a:pt x="280079" y="1114920"/>
                </a:lnTo>
                <a:lnTo>
                  <a:pt x="280251" y="1114920"/>
                </a:lnTo>
                <a:lnTo>
                  <a:pt x="280423" y="1114920"/>
                </a:lnTo>
                <a:lnTo>
                  <a:pt x="280595" y="1114920"/>
                </a:lnTo>
                <a:lnTo>
                  <a:pt x="280768" y="1114920"/>
                </a:lnTo>
                <a:lnTo>
                  <a:pt x="280940" y="1114920"/>
                </a:lnTo>
                <a:lnTo>
                  <a:pt x="281112" y="1114920"/>
                </a:lnTo>
                <a:lnTo>
                  <a:pt x="281284" y="1114920"/>
                </a:lnTo>
                <a:lnTo>
                  <a:pt x="281457" y="1114920"/>
                </a:lnTo>
                <a:lnTo>
                  <a:pt x="281629" y="1114920"/>
                </a:lnTo>
                <a:lnTo>
                  <a:pt x="281801" y="1114920"/>
                </a:lnTo>
                <a:lnTo>
                  <a:pt x="281973" y="1114920"/>
                </a:lnTo>
                <a:lnTo>
                  <a:pt x="282146" y="1114920"/>
                </a:lnTo>
                <a:lnTo>
                  <a:pt x="282318" y="1114920"/>
                </a:lnTo>
                <a:lnTo>
                  <a:pt x="282490" y="1114920"/>
                </a:lnTo>
                <a:lnTo>
                  <a:pt x="282662" y="1114920"/>
                </a:lnTo>
                <a:lnTo>
                  <a:pt x="282834" y="1114920"/>
                </a:lnTo>
                <a:lnTo>
                  <a:pt x="283007" y="1114920"/>
                </a:lnTo>
                <a:lnTo>
                  <a:pt x="283179" y="1114920"/>
                </a:lnTo>
                <a:lnTo>
                  <a:pt x="283351" y="1114920"/>
                </a:lnTo>
                <a:lnTo>
                  <a:pt x="283524" y="1114920"/>
                </a:lnTo>
                <a:lnTo>
                  <a:pt x="283696" y="1114920"/>
                </a:lnTo>
                <a:lnTo>
                  <a:pt x="283868" y="1114920"/>
                </a:lnTo>
                <a:lnTo>
                  <a:pt x="284041" y="1114920"/>
                </a:lnTo>
                <a:lnTo>
                  <a:pt x="284212" y="1114920"/>
                </a:lnTo>
                <a:lnTo>
                  <a:pt x="284385" y="1114920"/>
                </a:lnTo>
                <a:lnTo>
                  <a:pt x="284557" y="1114920"/>
                </a:lnTo>
                <a:lnTo>
                  <a:pt x="284729" y="1114920"/>
                </a:lnTo>
                <a:lnTo>
                  <a:pt x="284902" y="1114920"/>
                </a:lnTo>
                <a:lnTo>
                  <a:pt x="285073" y="1114920"/>
                </a:lnTo>
                <a:lnTo>
                  <a:pt x="285246" y="1114920"/>
                </a:lnTo>
                <a:lnTo>
                  <a:pt x="285419" y="1114920"/>
                </a:lnTo>
                <a:lnTo>
                  <a:pt x="285590" y="1114920"/>
                </a:lnTo>
                <a:lnTo>
                  <a:pt x="285763" y="1114920"/>
                </a:lnTo>
                <a:lnTo>
                  <a:pt x="285935" y="1114920"/>
                </a:lnTo>
                <a:lnTo>
                  <a:pt x="286107" y="1114920"/>
                </a:lnTo>
                <a:lnTo>
                  <a:pt x="286280" y="1114920"/>
                </a:lnTo>
                <a:lnTo>
                  <a:pt x="286451" y="1114920"/>
                </a:lnTo>
                <a:lnTo>
                  <a:pt x="286624" y="1114920"/>
                </a:lnTo>
                <a:lnTo>
                  <a:pt x="286797" y="1114920"/>
                </a:lnTo>
                <a:lnTo>
                  <a:pt x="286968" y="1114920"/>
                </a:lnTo>
                <a:lnTo>
                  <a:pt x="287141" y="1114920"/>
                </a:lnTo>
                <a:lnTo>
                  <a:pt x="287313" y="1114920"/>
                </a:lnTo>
                <a:lnTo>
                  <a:pt x="287485" y="1114920"/>
                </a:lnTo>
                <a:lnTo>
                  <a:pt x="287658" y="1114920"/>
                </a:lnTo>
                <a:lnTo>
                  <a:pt x="287830" y="1114920"/>
                </a:lnTo>
                <a:lnTo>
                  <a:pt x="288002" y="1114920"/>
                </a:lnTo>
                <a:lnTo>
                  <a:pt x="288175" y="1114920"/>
                </a:lnTo>
                <a:lnTo>
                  <a:pt x="288346" y="1114920"/>
                </a:lnTo>
                <a:lnTo>
                  <a:pt x="288519" y="1114920"/>
                </a:lnTo>
                <a:lnTo>
                  <a:pt x="288691" y="1114920"/>
                </a:lnTo>
                <a:lnTo>
                  <a:pt x="288863" y="1114920"/>
                </a:lnTo>
                <a:lnTo>
                  <a:pt x="289036" y="1114920"/>
                </a:lnTo>
                <a:lnTo>
                  <a:pt x="289208" y="1114920"/>
                </a:lnTo>
                <a:lnTo>
                  <a:pt x="289380" y="1114920"/>
                </a:lnTo>
                <a:lnTo>
                  <a:pt x="289553" y="1114920"/>
                </a:lnTo>
                <a:lnTo>
                  <a:pt x="289724" y="1114920"/>
                </a:lnTo>
                <a:lnTo>
                  <a:pt x="289897" y="1114920"/>
                </a:lnTo>
                <a:lnTo>
                  <a:pt x="290069" y="1114920"/>
                </a:lnTo>
                <a:lnTo>
                  <a:pt x="290241" y="1114920"/>
                </a:lnTo>
                <a:lnTo>
                  <a:pt x="290414" y="1114920"/>
                </a:lnTo>
                <a:lnTo>
                  <a:pt x="290586" y="1114920"/>
                </a:lnTo>
                <a:lnTo>
                  <a:pt x="290758" y="1114920"/>
                </a:lnTo>
                <a:lnTo>
                  <a:pt x="290930" y="1114920"/>
                </a:lnTo>
                <a:lnTo>
                  <a:pt x="291103" y="1114920"/>
                </a:lnTo>
                <a:lnTo>
                  <a:pt x="291275" y="1114920"/>
                </a:lnTo>
                <a:lnTo>
                  <a:pt x="291447" y="1114920"/>
                </a:lnTo>
                <a:lnTo>
                  <a:pt x="291619" y="1114920"/>
                </a:lnTo>
                <a:lnTo>
                  <a:pt x="291792" y="1114920"/>
                </a:lnTo>
                <a:lnTo>
                  <a:pt x="291964" y="1114920"/>
                </a:lnTo>
                <a:lnTo>
                  <a:pt x="292136" y="1114920"/>
                </a:lnTo>
                <a:lnTo>
                  <a:pt x="292308" y="1114920"/>
                </a:lnTo>
                <a:lnTo>
                  <a:pt x="292481" y="1114920"/>
                </a:lnTo>
                <a:lnTo>
                  <a:pt x="292653" y="1114920"/>
                </a:lnTo>
                <a:lnTo>
                  <a:pt x="292825" y="1114920"/>
                </a:lnTo>
                <a:lnTo>
                  <a:pt x="292997" y="1114920"/>
                </a:lnTo>
                <a:lnTo>
                  <a:pt x="293169" y="1114920"/>
                </a:lnTo>
                <a:lnTo>
                  <a:pt x="293342" y="1114920"/>
                </a:lnTo>
                <a:lnTo>
                  <a:pt x="293514" y="1114920"/>
                </a:lnTo>
                <a:lnTo>
                  <a:pt x="293686" y="1114920"/>
                </a:lnTo>
                <a:lnTo>
                  <a:pt x="293859" y="1114920"/>
                </a:lnTo>
                <a:lnTo>
                  <a:pt x="294031" y="1114920"/>
                </a:lnTo>
                <a:lnTo>
                  <a:pt x="294203" y="1114920"/>
                </a:lnTo>
                <a:lnTo>
                  <a:pt x="294376" y="1114920"/>
                </a:lnTo>
                <a:lnTo>
                  <a:pt x="294547" y="1114920"/>
                </a:lnTo>
                <a:lnTo>
                  <a:pt x="294720" y="1114920"/>
                </a:lnTo>
                <a:lnTo>
                  <a:pt x="294892" y="1114920"/>
                </a:lnTo>
                <a:lnTo>
                  <a:pt x="295064" y="1114920"/>
                </a:lnTo>
                <a:lnTo>
                  <a:pt x="295237" y="1114920"/>
                </a:lnTo>
                <a:lnTo>
                  <a:pt x="295408" y="1114920"/>
                </a:lnTo>
                <a:lnTo>
                  <a:pt x="295581" y="1114920"/>
                </a:lnTo>
                <a:lnTo>
                  <a:pt x="295754" y="1114920"/>
                </a:lnTo>
                <a:lnTo>
                  <a:pt x="295925" y="1114920"/>
                </a:lnTo>
                <a:lnTo>
                  <a:pt x="296098" y="1114920"/>
                </a:lnTo>
                <a:lnTo>
                  <a:pt x="296271" y="1114920"/>
                </a:lnTo>
                <a:lnTo>
                  <a:pt x="296442" y="1114920"/>
                </a:lnTo>
                <a:lnTo>
                  <a:pt x="296615" y="1114920"/>
                </a:lnTo>
                <a:lnTo>
                  <a:pt x="296786" y="1114920"/>
                </a:lnTo>
                <a:lnTo>
                  <a:pt x="296959" y="1114920"/>
                </a:lnTo>
                <a:lnTo>
                  <a:pt x="297132" y="1114920"/>
                </a:lnTo>
                <a:lnTo>
                  <a:pt x="297303" y="1114920"/>
                </a:lnTo>
                <a:lnTo>
                  <a:pt x="297476" y="1114920"/>
                </a:lnTo>
                <a:lnTo>
                  <a:pt x="297649" y="1114920"/>
                </a:lnTo>
                <a:lnTo>
                  <a:pt x="297820" y="1114920"/>
                </a:lnTo>
                <a:lnTo>
                  <a:pt x="297993" y="1114920"/>
                </a:lnTo>
                <a:lnTo>
                  <a:pt x="298165" y="1114920"/>
                </a:lnTo>
                <a:lnTo>
                  <a:pt x="298337" y="1114920"/>
                </a:lnTo>
                <a:lnTo>
                  <a:pt x="298510" y="1114920"/>
                </a:lnTo>
                <a:lnTo>
                  <a:pt x="298681" y="1114920"/>
                </a:lnTo>
                <a:lnTo>
                  <a:pt x="298854" y="1114920"/>
                </a:lnTo>
                <a:lnTo>
                  <a:pt x="299026" y="1114920"/>
                </a:lnTo>
                <a:lnTo>
                  <a:pt x="299198" y="1114920"/>
                </a:lnTo>
                <a:lnTo>
                  <a:pt x="299371" y="1114920"/>
                </a:lnTo>
                <a:lnTo>
                  <a:pt x="299543" y="1114920"/>
                </a:lnTo>
                <a:lnTo>
                  <a:pt x="299715" y="1114920"/>
                </a:lnTo>
                <a:lnTo>
                  <a:pt x="299888" y="1114920"/>
                </a:lnTo>
                <a:lnTo>
                  <a:pt x="300059" y="1114920"/>
                </a:lnTo>
                <a:lnTo>
                  <a:pt x="300232" y="1114920"/>
                </a:lnTo>
                <a:lnTo>
                  <a:pt x="300404" y="1114920"/>
                </a:lnTo>
                <a:lnTo>
                  <a:pt x="300576" y="1114920"/>
                </a:lnTo>
                <a:lnTo>
                  <a:pt x="300749" y="1114920"/>
                </a:lnTo>
                <a:lnTo>
                  <a:pt x="300921" y="1114920"/>
                </a:lnTo>
                <a:lnTo>
                  <a:pt x="301093" y="1114920"/>
                </a:lnTo>
                <a:lnTo>
                  <a:pt x="301265" y="1114920"/>
                </a:lnTo>
                <a:lnTo>
                  <a:pt x="301438" y="1114920"/>
                </a:lnTo>
                <a:lnTo>
                  <a:pt x="301610" y="1114920"/>
                </a:lnTo>
                <a:lnTo>
                  <a:pt x="301782" y="1114920"/>
                </a:lnTo>
                <a:lnTo>
                  <a:pt x="301954" y="1114920"/>
                </a:lnTo>
                <a:lnTo>
                  <a:pt x="302127" y="1114920"/>
                </a:lnTo>
                <a:lnTo>
                  <a:pt x="302299" y="1114920"/>
                </a:lnTo>
                <a:lnTo>
                  <a:pt x="302471" y="1114920"/>
                </a:lnTo>
                <a:lnTo>
                  <a:pt x="302643" y="1114920"/>
                </a:lnTo>
                <a:lnTo>
                  <a:pt x="302816" y="1114920"/>
                </a:lnTo>
                <a:lnTo>
                  <a:pt x="302988" y="1114920"/>
                </a:lnTo>
                <a:lnTo>
                  <a:pt x="303160" y="1114920"/>
                </a:lnTo>
                <a:lnTo>
                  <a:pt x="303332" y="1114920"/>
                </a:lnTo>
                <a:lnTo>
                  <a:pt x="303504" y="1114920"/>
                </a:lnTo>
                <a:lnTo>
                  <a:pt x="303677" y="1114920"/>
                </a:lnTo>
                <a:lnTo>
                  <a:pt x="303849" y="1114920"/>
                </a:lnTo>
                <a:lnTo>
                  <a:pt x="304021" y="1114920"/>
                </a:lnTo>
                <a:lnTo>
                  <a:pt x="304194" y="1114920"/>
                </a:lnTo>
                <a:lnTo>
                  <a:pt x="304366" y="1114920"/>
                </a:lnTo>
                <a:lnTo>
                  <a:pt x="304538" y="1114920"/>
                </a:lnTo>
                <a:lnTo>
                  <a:pt x="304711" y="1114920"/>
                </a:lnTo>
                <a:lnTo>
                  <a:pt x="304882" y="1114920"/>
                </a:lnTo>
                <a:lnTo>
                  <a:pt x="305055" y="1114920"/>
                </a:lnTo>
                <a:lnTo>
                  <a:pt x="305227" y="1114920"/>
                </a:lnTo>
                <a:lnTo>
                  <a:pt x="305399" y="1114920"/>
                </a:lnTo>
                <a:lnTo>
                  <a:pt x="305572" y="1114920"/>
                </a:lnTo>
                <a:lnTo>
                  <a:pt x="305744" y="1114920"/>
                </a:lnTo>
                <a:lnTo>
                  <a:pt x="305916" y="1114920"/>
                </a:lnTo>
                <a:lnTo>
                  <a:pt x="306089" y="1114920"/>
                </a:lnTo>
                <a:lnTo>
                  <a:pt x="306260" y="1114920"/>
                </a:lnTo>
                <a:lnTo>
                  <a:pt x="306433" y="1114920"/>
                </a:lnTo>
                <a:lnTo>
                  <a:pt x="306606" y="1114920"/>
                </a:lnTo>
                <a:lnTo>
                  <a:pt x="306777" y="1114920"/>
                </a:lnTo>
                <a:lnTo>
                  <a:pt x="306950" y="1114920"/>
                </a:lnTo>
                <a:lnTo>
                  <a:pt x="307121" y="1114920"/>
                </a:lnTo>
                <a:lnTo>
                  <a:pt x="307294" y="1114920"/>
                </a:lnTo>
                <a:lnTo>
                  <a:pt x="307467" y="1114920"/>
                </a:lnTo>
                <a:lnTo>
                  <a:pt x="307638" y="1114920"/>
                </a:lnTo>
                <a:lnTo>
                  <a:pt x="307811" y="1114920"/>
                </a:lnTo>
                <a:lnTo>
                  <a:pt x="307984" y="1114920"/>
                </a:lnTo>
                <a:lnTo>
                  <a:pt x="308155" y="1114920"/>
                </a:lnTo>
                <a:lnTo>
                  <a:pt x="308328" y="1114920"/>
                </a:lnTo>
                <a:lnTo>
                  <a:pt x="308500" y="1114920"/>
                </a:lnTo>
                <a:lnTo>
                  <a:pt x="308672" y="1114920"/>
                </a:lnTo>
                <a:lnTo>
                  <a:pt x="308845" y="1114920"/>
                </a:lnTo>
                <a:lnTo>
                  <a:pt x="309016" y="1114920"/>
                </a:lnTo>
                <a:lnTo>
                  <a:pt x="309189" y="1114920"/>
                </a:lnTo>
                <a:lnTo>
                  <a:pt x="309361" y="1114920"/>
                </a:lnTo>
                <a:lnTo>
                  <a:pt x="309533" y="1114920"/>
                </a:lnTo>
                <a:lnTo>
                  <a:pt x="309706" y="1114920"/>
                </a:lnTo>
                <a:lnTo>
                  <a:pt x="309878" y="1114920"/>
                </a:lnTo>
                <a:lnTo>
                  <a:pt x="310050" y="1114920"/>
                </a:lnTo>
                <a:lnTo>
                  <a:pt x="310223" y="1114920"/>
                </a:lnTo>
                <a:lnTo>
                  <a:pt x="310394" y="1114920"/>
                </a:lnTo>
                <a:lnTo>
                  <a:pt x="310567" y="1114920"/>
                </a:lnTo>
                <a:lnTo>
                  <a:pt x="310739" y="1114920"/>
                </a:lnTo>
                <a:lnTo>
                  <a:pt x="310911" y="1114920"/>
                </a:lnTo>
                <a:lnTo>
                  <a:pt x="311084" y="1114920"/>
                </a:lnTo>
                <a:lnTo>
                  <a:pt x="311256" y="1114920"/>
                </a:lnTo>
                <a:lnTo>
                  <a:pt x="311428" y="1114920"/>
                </a:lnTo>
                <a:lnTo>
                  <a:pt x="311600" y="1114920"/>
                </a:lnTo>
                <a:lnTo>
                  <a:pt x="311773" y="1114920"/>
                </a:lnTo>
                <a:lnTo>
                  <a:pt x="311945" y="1114920"/>
                </a:lnTo>
                <a:lnTo>
                  <a:pt x="312117" y="1114920"/>
                </a:lnTo>
                <a:lnTo>
                  <a:pt x="312289" y="1114920"/>
                </a:lnTo>
                <a:lnTo>
                  <a:pt x="312462" y="1114920"/>
                </a:lnTo>
                <a:lnTo>
                  <a:pt x="312634" y="1114920"/>
                </a:lnTo>
                <a:lnTo>
                  <a:pt x="312806" y="1114920"/>
                </a:lnTo>
                <a:lnTo>
                  <a:pt x="312978" y="1114920"/>
                </a:lnTo>
                <a:lnTo>
                  <a:pt x="313151" y="1114920"/>
                </a:lnTo>
                <a:lnTo>
                  <a:pt x="313323" y="1114920"/>
                </a:lnTo>
                <a:lnTo>
                  <a:pt x="313495" y="1114920"/>
                </a:lnTo>
                <a:lnTo>
                  <a:pt x="313668" y="1114920"/>
                </a:lnTo>
                <a:lnTo>
                  <a:pt x="313839" y="1114920"/>
                </a:lnTo>
                <a:lnTo>
                  <a:pt x="314012" y="1114920"/>
                </a:lnTo>
                <a:lnTo>
                  <a:pt x="314184" y="1114920"/>
                </a:lnTo>
                <a:lnTo>
                  <a:pt x="314356" y="1114920"/>
                </a:lnTo>
                <a:lnTo>
                  <a:pt x="314529" y="1114920"/>
                </a:lnTo>
                <a:lnTo>
                  <a:pt x="314701" y="1114920"/>
                </a:lnTo>
                <a:lnTo>
                  <a:pt x="314873" y="1114920"/>
                </a:lnTo>
                <a:lnTo>
                  <a:pt x="315046" y="1114920"/>
                </a:lnTo>
                <a:lnTo>
                  <a:pt x="315217" y="1114920"/>
                </a:lnTo>
                <a:lnTo>
                  <a:pt x="315390" y="1114920"/>
                </a:lnTo>
                <a:lnTo>
                  <a:pt x="315562" y="1114920"/>
                </a:lnTo>
                <a:lnTo>
                  <a:pt x="315734" y="1114920"/>
                </a:lnTo>
                <a:lnTo>
                  <a:pt x="315907" y="1114920"/>
                </a:lnTo>
                <a:lnTo>
                  <a:pt x="316079" y="1114920"/>
                </a:lnTo>
                <a:lnTo>
                  <a:pt x="316251" y="1114920"/>
                </a:lnTo>
                <a:lnTo>
                  <a:pt x="316424" y="1114920"/>
                </a:lnTo>
                <a:lnTo>
                  <a:pt x="316595" y="1114920"/>
                </a:lnTo>
                <a:lnTo>
                  <a:pt x="316768" y="1114920"/>
                </a:lnTo>
                <a:lnTo>
                  <a:pt x="316940" y="1114920"/>
                </a:lnTo>
                <a:lnTo>
                  <a:pt x="317112" y="1114920"/>
                </a:lnTo>
                <a:lnTo>
                  <a:pt x="317285" y="1114920"/>
                </a:lnTo>
                <a:lnTo>
                  <a:pt x="317456" y="1114920"/>
                </a:lnTo>
                <a:lnTo>
                  <a:pt x="317629" y="1114920"/>
                </a:lnTo>
                <a:lnTo>
                  <a:pt x="317802" y="1114920"/>
                </a:lnTo>
                <a:lnTo>
                  <a:pt x="317973" y="1114920"/>
                </a:lnTo>
                <a:lnTo>
                  <a:pt x="318146" y="1114920"/>
                </a:lnTo>
                <a:lnTo>
                  <a:pt x="318319" y="1114920"/>
                </a:lnTo>
                <a:lnTo>
                  <a:pt x="318490" y="1114920"/>
                </a:lnTo>
                <a:lnTo>
                  <a:pt x="318663" y="1114920"/>
                </a:lnTo>
                <a:lnTo>
                  <a:pt x="318835" y="1114920"/>
                </a:lnTo>
                <a:lnTo>
                  <a:pt x="319007" y="1114920"/>
                </a:lnTo>
                <a:lnTo>
                  <a:pt x="319180" y="1114920"/>
                </a:lnTo>
                <a:lnTo>
                  <a:pt x="319351" y="1114920"/>
                </a:lnTo>
                <a:lnTo>
                  <a:pt x="319524" y="1114920"/>
                </a:lnTo>
                <a:lnTo>
                  <a:pt x="319696" y="1114920"/>
                </a:lnTo>
                <a:lnTo>
                  <a:pt x="319868" y="1114920"/>
                </a:lnTo>
                <a:lnTo>
                  <a:pt x="320041" y="1114920"/>
                </a:lnTo>
                <a:lnTo>
                  <a:pt x="320213" y="1114920"/>
                </a:lnTo>
                <a:lnTo>
                  <a:pt x="320385" y="1114920"/>
                </a:lnTo>
                <a:lnTo>
                  <a:pt x="320558" y="1114920"/>
                </a:lnTo>
                <a:lnTo>
                  <a:pt x="320729" y="1114920"/>
                </a:lnTo>
                <a:lnTo>
                  <a:pt x="320902" y="1114920"/>
                </a:lnTo>
                <a:lnTo>
                  <a:pt x="321074" y="1114920"/>
                </a:lnTo>
                <a:lnTo>
                  <a:pt x="321246" y="1114920"/>
                </a:lnTo>
                <a:lnTo>
                  <a:pt x="321419" y="1114920"/>
                </a:lnTo>
                <a:lnTo>
                  <a:pt x="321591" y="1114920"/>
                </a:lnTo>
                <a:lnTo>
                  <a:pt x="321763" y="1114920"/>
                </a:lnTo>
                <a:lnTo>
                  <a:pt x="321935" y="1114920"/>
                </a:lnTo>
                <a:lnTo>
                  <a:pt x="322108" y="1114920"/>
                </a:lnTo>
                <a:lnTo>
                  <a:pt x="322280" y="1114920"/>
                </a:lnTo>
                <a:lnTo>
                  <a:pt x="322452" y="1114920"/>
                </a:lnTo>
                <a:lnTo>
                  <a:pt x="322624" y="1114920"/>
                </a:lnTo>
                <a:lnTo>
                  <a:pt x="322797" y="1114920"/>
                </a:lnTo>
                <a:lnTo>
                  <a:pt x="322969" y="1114920"/>
                </a:lnTo>
                <a:lnTo>
                  <a:pt x="323141" y="1114920"/>
                </a:lnTo>
                <a:lnTo>
                  <a:pt x="323313" y="1114920"/>
                </a:lnTo>
                <a:lnTo>
                  <a:pt x="323486" y="1114920"/>
                </a:lnTo>
                <a:lnTo>
                  <a:pt x="323658" y="1114920"/>
                </a:lnTo>
                <a:lnTo>
                  <a:pt x="323830" y="1114920"/>
                </a:lnTo>
                <a:lnTo>
                  <a:pt x="324003" y="1114920"/>
                </a:lnTo>
                <a:lnTo>
                  <a:pt x="324175" y="1114920"/>
                </a:lnTo>
                <a:lnTo>
                  <a:pt x="324347" y="1114920"/>
                </a:lnTo>
                <a:lnTo>
                  <a:pt x="324519" y="1114920"/>
                </a:lnTo>
                <a:lnTo>
                  <a:pt x="324691" y="1114920"/>
                </a:lnTo>
                <a:lnTo>
                  <a:pt x="324864" y="1114920"/>
                </a:lnTo>
                <a:lnTo>
                  <a:pt x="325036" y="1114920"/>
                </a:lnTo>
                <a:lnTo>
                  <a:pt x="325208" y="1114920"/>
                </a:lnTo>
                <a:lnTo>
                  <a:pt x="325381" y="1114920"/>
                </a:lnTo>
                <a:lnTo>
                  <a:pt x="325552" y="1114920"/>
                </a:lnTo>
                <a:lnTo>
                  <a:pt x="325725" y="1114920"/>
                </a:lnTo>
                <a:lnTo>
                  <a:pt x="325897" y="1114920"/>
                </a:lnTo>
                <a:lnTo>
                  <a:pt x="326069" y="1114920"/>
                </a:lnTo>
                <a:lnTo>
                  <a:pt x="326242" y="1114920"/>
                </a:lnTo>
                <a:lnTo>
                  <a:pt x="326414" y="1114920"/>
                </a:lnTo>
                <a:lnTo>
                  <a:pt x="326586" y="1114920"/>
                </a:lnTo>
                <a:lnTo>
                  <a:pt x="326759" y="1114920"/>
                </a:lnTo>
                <a:lnTo>
                  <a:pt x="326930" y="1114920"/>
                </a:lnTo>
                <a:lnTo>
                  <a:pt x="327103" y="1114920"/>
                </a:lnTo>
                <a:lnTo>
                  <a:pt x="327275" y="1114920"/>
                </a:lnTo>
                <a:lnTo>
                  <a:pt x="327447" y="1114920"/>
                </a:lnTo>
                <a:lnTo>
                  <a:pt x="327620" y="1114920"/>
                </a:lnTo>
                <a:lnTo>
                  <a:pt x="327791" y="1114920"/>
                </a:lnTo>
                <a:lnTo>
                  <a:pt x="327964" y="1114920"/>
                </a:lnTo>
                <a:lnTo>
                  <a:pt x="328137" y="1114920"/>
                </a:lnTo>
                <a:lnTo>
                  <a:pt x="328308" y="1114920"/>
                </a:lnTo>
                <a:lnTo>
                  <a:pt x="328481" y="1114920"/>
                </a:lnTo>
                <a:lnTo>
                  <a:pt x="328654" y="1114920"/>
                </a:lnTo>
                <a:lnTo>
                  <a:pt x="328825" y="1114920"/>
                </a:lnTo>
                <a:lnTo>
                  <a:pt x="328998" y="1114920"/>
                </a:lnTo>
                <a:lnTo>
                  <a:pt x="329170" y="1114920"/>
                </a:lnTo>
                <a:lnTo>
                  <a:pt x="329342" y="1114920"/>
                </a:lnTo>
                <a:lnTo>
                  <a:pt x="329515" y="1114920"/>
                </a:lnTo>
                <a:lnTo>
                  <a:pt x="329686" y="1114920"/>
                </a:lnTo>
                <a:lnTo>
                  <a:pt x="329859" y="1114920"/>
                </a:lnTo>
                <a:lnTo>
                  <a:pt x="330031" y="1114920"/>
                </a:lnTo>
                <a:lnTo>
                  <a:pt x="330203" y="1114920"/>
                </a:lnTo>
                <a:lnTo>
                  <a:pt x="330376" y="1114920"/>
                </a:lnTo>
                <a:lnTo>
                  <a:pt x="330548" y="1114920"/>
                </a:lnTo>
                <a:lnTo>
                  <a:pt x="330720" y="1114920"/>
                </a:lnTo>
                <a:lnTo>
                  <a:pt x="330893" y="1114920"/>
                </a:lnTo>
                <a:lnTo>
                  <a:pt x="331065" y="1114920"/>
                </a:lnTo>
                <a:lnTo>
                  <a:pt x="331237" y="1114920"/>
                </a:lnTo>
                <a:lnTo>
                  <a:pt x="331409" y="1114920"/>
                </a:lnTo>
                <a:lnTo>
                  <a:pt x="331581" y="1114920"/>
                </a:lnTo>
                <a:lnTo>
                  <a:pt x="331754" y="1114920"/>
                </a:lnTo>
                <a:lnTo>
                  <a:pt x="331926" y="1114920"/>
                </a:lnTo>
                <a:lnTo>
                  <a:pt x="332098" y="1114920"/>
                </a:lnTo>
                <a:lnTo>
                  <a:pt x="332271" y="1114920"/>
                </a:lnTo>
                <a:lnTo>
                  <a:pt x="332443" y="1114920"/>
                </a:lnTo>
                <a:lnTo>
                  <a:pt x="332615" y="1114920"/>
                </a:lnTo>
                <a:lnTo>
                  <a:pt x="332787" y="1114920"/>
                </a:lnTo>
                <a:lnTo>
                  <a:pt x="332959" y="1114920"/>
                </a:lnTo>
                <a:lnTo>
                  <a:pt x="333132" y="1114920"/>
                </a:lnTo>
                <a:lnTo>
                  <a:pt x="333304" y="1114920"/>
                </a:lnTo>
                <a:lnTo>
                  <a:pt x="333476" y="1114920"/>
                </a:lnTo>
                <a:lnTo>
                  <a:pt x="333648" y="1114920"/>
                </a:lnTo>
                <a:lnTo>
                  <a:pt x="333821" y="1114920"/>
                </a:lnTo>
                <a:lnTo>
                  <a:pt x="333993" y="1114920"/>
                </a:lnTo>
                <a:lnTo>
                  <a:pt x="334165" y="1114920"/>
                </a:lnTo>
                <a:lnTo>
                  <a:pt x="334338" y="1114920"/>
                </a:lnTo>
                <a:lnTo>
                  <a:pt x="334510" y="1114920"/>
                </a:lnTo>
                <a:lnTo>
                  <a:pt x="334682" y="1114920"/>
                </a:lnTo>
                <a:lnTo>
                  <a:pt x="334854" y="1114920"/>
                </a:lnTo>
                <a:lnTo>
                  <a:pt x="335026" y="1114920"/>
                </a:lnTo>
                <a:lnTo>
                  <a:pt x="335199" y="1114920"/>
                </a:lnTo>
                <a:lnTo>
                  <a:pt x="335371" y="1114920"/>
                </a:lnTo>
                <a:lnTo>
                  <a:pt x="335543" y="1114920"/>
                </a:lnTo>
                <a:lnTo>
                  <a:pt x="335716" y="1114920"/>
                </a:lnTo>
                <a:lnTo>
                  <a:pt x="335887" y="1114920"/>
                </a:lnTo>
                <a:lnTo>
                  <a:pt x="336060" y="1114920"/>
                </a:lnTo>
                <a:lnTo>
                  <a:pt x="336232" y="1114920"/>
                </a:lnTo>
                <a:lnTo>
                  <a:pt x="336404" y="1114920"/>
                </a:lnTo>
                <a:lnTo>
                  <a:pt x="336577" y="1114920"/>
                </a:lnTo>
                <a:lnTo>
                  <a:pt x="336749" y="1114920"/>
                </a:lnTo>
                <a:lnTo>
                  <a:pt x="336921" y="1114920"/>
                </a:lnTo>
                <a:lnTo>
                  <a:pt x="337094" y="1114920"/>
                </a:lnTo>
                <a:lnTo>
                  <a:pt x="337265" y="1114920"/>
                </a:lnTo>
                <a:lnTo>
                  <a:pt x="337438" y="1114920"/>
                </a:lnTo>
                <a:lnTo>
                  <a:pt x="337610" y="1114920"/>
                </a:lnTo>
                <a:lnTo>
                  <a:pt x="337782" y="1114920"/>
                </a:lnTo>
                <a:lnTo>
                  <a:pt x="337955" y="1114920"/>
                </a:lnTo>
                <a:lnTo>
                  <a:pt x="338127" y="1114920"/>
                </a:lnTo>
                <a:lnTo>
                  <a:pt x="338299" y="1114920"/>
                </a:lnTo>
                <a:lnTo>
                  <a:pt x="338472" y="1114920"/>
                </a:lnTo>
                <a:lnTo>
                  <a:pt x="338643" y="1114920"/>
                </a:lnTo>
                <a:lnTo>
                  <a:pt x="338816" y="1114920"/>
                </a:lnTo>
                <a:lnTo>
                  <a:pt x="338989" y="1114920"/>
                </a:lnTo>
                <a:lnTo>
                  <a:pt x="339160" y="1114920"/>
                </a:lnTo>
                <a:lnTo>
                  <a:pt x="339333" y="1114920"/>
                </a:lnTo>
                <a:lnTo>
                  <a:pt x="339505" y="1114920"/>
                </a:lnTo>
                <a:lnTo>
                  <a:pt x="339677" y="1114920"/>
                </a:lnTo>
                <a:lnTo>
                  <a:pt x="339850" y="1114920"/>
                </a:lnTo>
                <a:lnTo>
                  <a:pt x="340021" y="1114920"/>
                </a:lnTo>
                <a:lnTo>
                  <a:pt x="340194" y="1114920"/>
                </a:lnTo>
                <a:lnTo>
                  <a:pt x="340366" y="1114920"/>
                </a:lnTo>
                <a:lnTo>
                  <a:pt x="340538" y="1114920"/>
                </a:lnTo>
                <a:lnTo>
                  <a:pt x="340711" y="1114920"/>
                </a:lnTo>
                <a:lnTo>
                  <a:pt x="340883" y="1114920"/>
                </a:lnTo>
                <a:lnTo>
                  <a:pt x="341055" y="1114920"/>
                </a:lnTo>
                <a:lnTo>
                  <a:pt x="341228" y="1114920"/>
                </a:lnTo>
                <a:lnTo>
                  <a:pt x="341400" y="1114920"/>
                </a:lnTo>
                <a:lnTo>
                  <a:pt x="341572" y="1114920"/>
                </a:lnTo>
                <a:lnTo>
                  <a:pt x="341744" y="1114920"/>
                </a:lnTo>
                <a:lnTo>
                  <a:pt x="341916" y="1114920"/>
                </a:lnTo>
                <a:lnTo>
                  <a:pt x="342089" y="1114920"/>
                </a:lnTo>
                <a:lnTo>
                  <a:pt x="342261" y="1114920"/>
                </a:lnTo>
                <a:lnTo>
                  <a:pt x="342433" y="1114920"/>
                </a:lnTo>
                <a:lnTo>
                  <a:pt x="342606" y="1114920"/>
                </a:lnTo>
                <a:lnTo>
                  <a:pt x="342778" y="1114920"/>
                </a:lnTo>
                <a:lnTo>
                  <a:pt x="342950" y="1114920"/>
                </a:lnTo>
                <a:lnTo>
                  <a:pt x="343122" y="1114920"/>
                </a:lnTo>
                <a:lnTo>
                  <a:pt x="343294" y="1114920"/>
                </a:lnTo>
                <a:lnTo>
                  <a:pt x="343467" y="1114920"/>
                </a:lnTo>
                <a:lnTo>
                  <a:pt x="343639" y="1114920"/>
                </a:lnTo>
                <a:lnTo>
                  <a:pt x="343811" y="1114920"/>
                </a:lnTo>
                <a:lnTo>
                  <a:pt x="343983" y="1114920"/>
                </a:lnTo>
                <a:lnTo>
                  <a:pt x="344156" y="1114920"/>
                </a:lnTo>
                <a:lnTo>
                  <a:pt x="344328" y="1114920"/>
                </a:lnTo>
                <a:lnTo>
                  <a:pt x="344500" y="1114920"/>
                </a:lnTo>
                <a:lnTo>
                  <a:pt x="344673" y="1114920"/>
                </a:lnTo>
                <a:lnTo>
                  <a:pt x="344845" y="1114920"/>
                </a:lnTo>
                <a:lnTo>
                  <a:pt x="345017" y="1114920"/>
                </a:lnTo>
                <a:lnTo>
                  <a:pt x="345189" y="1114920"/>
                </a:lnTo>
                <a:lnTo>
                  <a:pt x="345361" y="1114920"/>
                </a:lnTo>
                <a:lnTo>
                  <a:pt x="345534" y="1114920"/>
                </a:lnTo>
                <a:lnTo>
                  <a:pt x="345706" y="1114920"/>
                </a:lnTo>
                <a:lnTo>
                  <a:pt x="345878" y="1114920"/>
                </a:lnTo>
                <a:lnTo>
                  <a:pt x="346051" y="1114920"/>
                </a:lnTo>
                <a:lnTo>
                  <a:pt x="346222" y="1114920"/>
                </a:lnTo>
                <a:lnTo>
                  <a:pt x="346395" y="1114920"/>
                </a:lnTo>
                <a:lnTo>
                  <a:pt x="346567" y="1114920"/>
                </a:lnTo>
                <a:lnTo>
                  <a:pt x="346739" y="1114920"/>
                </a:lnTo>
                <a:lnTo>
                  <a:pt x="346912" y="1114920"/>
                </a:lnTo>
                <a:lnTo>
                  <a:pt x="347084" y="1114920"/>
                </a:lnTo>
                <a:lnTo>
                  <a:pt x="347256" y="1114920"/>
                </a:lnTo>
                <a:lnTo>
                  <a:pt x="347429" y="1114920"/>
                </a:lnTo>
                <a:lnTo>
                  <a:pt x="347600" y="1114920"/>
                </a:lnTo>
                <a:lnTo>
                  <a:pt x="347773" y="1114920"/>
                </a:lnTo>
                <a:lnTo>
                  <a:pt x="347946" y="1114920"/>
                </a:lnTo>
                <a:lnTo>
                  <a:pt x="348117" y="1114920"/>
                </a:lnTo>
                <a:lnTo>
                  <a:pt x="348290" y="1114920"/>
                </a:lnTo>
                <a:lnTo>
                  <a:pt x="348462" y="1114920"/>
                </a:lnTo>
                <a:lnTo>
                  <a:pt x="348634" y="1114920"/>
                </a:lnTo>
                <a:lnTo>
                  <a:pt x="348807" y="1114920"/>
                </a:lnTo>
                <a:lnTo>
                  <a:pt x="348978" y="1114920"/>
                </a:lnTo>
                <a:lnTo>
                  <a:pt x="349151" y="1114920"/>
                </a:lnTo>
                <a:lnTo>
                  <a:pt x="349324" y="1114920"/>
                </a:lnTo>
                <a:lnTo>
                  <a:pt x="349495" y="1114920"/>
                </a:lnTo>
                <a:lnTo>
                  <a:pt x="349668" y="1114920"/>
                </a:lnTo>
                <a:lnTo>
                  <a:pt x="349840" y="1114920"/>
                </a:lnTo>
                <a:lnTo>
                  <a:pt x="350012" y="1114920"/>
                </a:lnTo>
                <a:lnTo>
                  <a:pt x="350185" y="1114920"/>
                </a:lnTo>
                <a:lnTo>
                  <a:pt x="350356" y="1114920"/>
                </a:lnTo>
                <a:lnTo>
                  <a:pt x="350529" y="1114920"/>
                </a:lnTo>
                <a:lnTo>
                  <a:pt x="350702" y="1114920"/>
                </a:lnTo>
                <a:lnTo>
                  <a:pt x="350873" y="1114920"/>
                </a:lnTo>
                <a:lnTo>
                  <a:pt x="351046" y="1114920"/>
                </a:lnTo>
                <a:lnTo>
                  <a:pt x="351218" y="1114920"/>
                </a:lnTo>
                <a:lnTo>
                  <a:pt x="351390" y="1114920"/>
                </a:lnTo>
                <a:lnTo>
                  <a:pt x="351563" y="1114920"/>
                </a:lnTo>
                <a:lnTo>
                  <a:pt x="351735" y="1114920"/>
                </a:lnTo>
                <a:lnTo>
                  <a:pt x="351907" y="1114920"/>
                </a:lnTo>
                <a:lnTo>
                  <a:pt x="352079" y="1114920"/>
                </a:lnTo>
                <a:lnTo>
                  <a:pt x="352251" y="1114920"/>
                </a:lnTo>
                <a:lnTo>
                  <a:pt x="352424" y="1114920"/>
                </a:lnTo>
                <a:lnTo>
                  <a:pt x="352596" y="1114920"/>
                </a:lnTo>
                <a:lnTo>
                  <a:pt x="352768" y="1114920"/>
                </a:lnTo>
                <a:lnTo>
                  <a:pt x="352941" y="1114920"/>
                </a:lnTo>
                <a:lnTo>
                  <a:pt x="353113" y="1114920"/>
                </a:lnTo>
                <a:lnTo>
                  <a:pt x="353285" y="1114920"/>
                </a:lnTo>
                <a:lnTo>
                  <a:pt x="353457" y="1114920"/>
                </a:lnTo>
                <a:lnTo>
                  <a:pt x="353629" y="1114920"/>
                </a:lnTo>
                <a:lnTo>
                  <a:pt x="353802" y="1114920"/>
                </a:lnTo>
                <a:lnTo>
                  <a:pt x="353974" y="1114920"/>
                </a:lnTo>
                <a:lnTo>
                  <a:pt x="354146" y="1114920"/>
                </a:lnTo>
                <a:lnTo>
                  <a:pt x="354318" y="1114920"/>
                </a:lnTo>
                <a:lnTo>
                  <a:pt x="354491" y="1114920"/>
                </a:lnTo>
                <a:lnTo>
                  <a:pt x="354663" y="1114920"/>
                </a:lnTo>
                <a:lnTo>
                  <a:pt x="354835" y="1114920"/>
                </a:lnTo>
                <a:lnTo>
                  <a:pt x="355007" y="1114920"/>
                </a:lnTo>
                <a:lnTo>
                  <a:pt x="355180" y="1114920"/>
                </a:lnTo>
                <a:lnTo>
                  <a:pt x="355352" y="1114920"/>
                </a:lnTo>
                <a:lnTo>
                  <a:pt x="355524" y="1114920"/>
                </a:lnTo>
                <a:lnTo>
                  <a:pt x="355696" y="1114920"/>
                </a:lnTo>
                <a:lnTo>
                  <a:pt x="355869" y="1114920"/>
                </a:lnTo>
                <a:lnTo>
                  <a:pt x="356041" y="1114920"/>
                </a:lnTo>
                <a:lnTo>
                  <a:pt x="356213" y="1114920"/>
                </a:lnTo>
                <a:lnTo>
                  <a:pt x="356386" y="1114920"/>
                </a:lnTo>
                <a:lnTo>
                  <a:pt x="356557" y="1114920"/>
                </a:lnTo>
                <a:lnTo>
                  <a:pt x="356730" y="1114920"/>
                </a:lnTo>
                <a:lnTo>
                  <a:pt x="356902" y="1114920"/>
                </a:lnTo>
                <a:lnTo>
                  <a:pt x="357074" y="1114920"/>
                </a:lnTo>
                <a:lnTo>
                  <a:pt x="357247" y="1114920"/>
                </a:lnTo>
                <a:lnTo>
                  <a:pt x="357419" y="1114920"/>
                </a:lnTo>
                <a:lnTo>
                  <a:pt x="357591" y="1114920"/>
                </a:lnTo>
                <a:lnTo>
                  <a:pt x="357764" y="1114920"/>
                </a:lnTo>
                <a:lnTo>
                  <a:pt x="357935" y="1114920"/>
                </a:lnTo>
                <a:lnTo>
                  <a:pt x="358108" y="1114920"/>
                </a:lnTo>
                <a:lnTo>
                  <a:pt x="358281" y="1114920"/>
                </a:lnTo>
                <a:lnTo>
                  <a:pt x="358452" y="1114920"/>
                </a:lnTo>
                <a:lnTo>
                  <a:pt x="358625" y="1114920"/>
                </a:lnTo>
                <a:lnTo>
                  <a:pt x="358797" y="1114920"/>
                </a:lnTo>
                <a:lnTo>
                  <a:pt x="358969" y="1114920"/>
                </a:lnTo>
                <a:lnTo>
                  <a:pt x="359142" y="1114920"/>
                </a:lnTo>
                <a:lnTo>
                  <a:pt x="359313" y="1114920"/>
                </a:lnTo>
                <a:lnTo>
                  <a:pt x="359486" y="1114920"/>
                </a:lnTo>
                <a:lnTo>
                  <a:pt x="359659" y="1114920"/>
                </a:lnTo>
                <a:lnTo>
                  <a:pt x="359830" y="1114920"/>
                </a:lnTo>
                <a:lnTo>
                  <a:pt x="360003" y="1114920"/>
                </a:lnTo>
                <a:lnTo>
                  <a:pt x="360175" y="1114920"/>
                </a:lnTo>
                <a:lnTo>
                  <a:pt x="360347" y="1114920"/>
                </a:lnTo>
                <a:lnTo>
                  <a:pt x="360520" y="1114920"/>
                </a:lnTo>
                <a:lnTo>
                  <a:pt x="360691" y="1114920"/>
                </a:lnTo>
                <a:lnTo>
                  <a:pt x="360864" y="1114920"/>
                </a:lnTo>
                <a:lnTo>
                  <a:pt x="361037" y="1114920"/>
                </a:lnTo>
                <a:lnTo>
                  <a:pt x="361208" y="1114920"/>
                </a:lnTo>
                <a:lnTo>
                  <a:pt x="361381" y="1114920"/>
                </a:lnTo>
                <a:lnTo>
                  <a:pt x="361553" y="1114920"/>
                </a:lnTo>
                <a:lnTo>
                  <a:pt x="361725" y="1114920"/>
                </a:lnTo>
                <a:lnTo>
                  <a:pt x="361898" y="1114920"/>
                </a:lnTo>
                <a:lnTo>
                  <a:pt x="362070" y="1114920"/>
                </a:lnTo>
                <a:lnTo>
                  <a:pt x="362242" y="1114920"/>
                </a:lnTo>
                <a:lnTo>
                  <a:pt x="362414" y="1114920"/>
                </a:lnTo>
                <a:lnTo>
                  <a:pt x="362586" y="1114920"/>
                </a:lnTo>
                <a:lnTo>
                  <a:pt x="362759" y="1114920"/>
                </a:lnTo>
                <a:lnTo>
                  <a:pt x="362931" y="1114920"/>
                </a:lnTo>
                <a:lnTo>
                  <a:pt x="363103" y="1114920"/>
                </a:lnTo>
                <a:lnTo>
                  <a:pt x="363276" y="1114920"/>
                </a:lnTo>
                <a:lnTo>
                  <a:pt x="363448" y="1114920"/>
                </a:lnTo>
                <a:lnTo>
                  <a:pt x="363620" y="1114920"/>
                </a:lnTo>
                <a:lnTo>
                  <a:pt x="363792" y="1114920"/>
                </a:lnTo>
                <a:lnTo>
                  <a:pt x="363964" y="1114920"/>
                </a:lnTo>
                <a:lnTo>
                  <a:pt x="364137" y="1114920"/>
                </a:lnTo>
                <a:lnTo>
                  <a:pt x="364309" y="1114920"/>
                </a:lnTo>
                <a:lnTo>
                  <a:pt x="364481" y="1114920"/>
                </a:lnTo>
                <a:lnTo>
                  <a:pt x="364653" y="1114920"/>
                </a:lnTo>
                <a:lnTo>
                  <a:pt x="364826" y="1114920"/>
                </a:lnTo>
                <a:lnTo>
                  <a:pt x="364998" y="1114920"/>
                </a:lnTo>
                <a:lnTo>
                  <a:pt x="365170" y="1114920"/>
                </a:lnTo>
                <a:lnTo>
                  <a:pt x="365343" y="1114920"/>
                </a:lnTo>
                <a:lnTo>
                  <a:pt x="365515" y="1114920"/>
                </a:lnTo>
                <a:lnTo>
                  <a:pt x="365687" y="1114920"/>
                </a:lnTo>
                <a:lnTo>
                  <a:pt x="365859" y="1114920"/>
                </a:lnTo>
                <a:lnTo>
                  <a:pt x="366031" y="1114920"/>
                </a:lnTo>
                <a:lnTo>
                  <a:pt x="366204" y="1114920"/>
                </a:lnTo>
                <a:lnTo>
                  <a:pt x="366376" y="1114920"/>
                </a:lnTo>
                <a:lnTo>
                  <a:pt x="366548" y="1114920"/>
                </a:lnTo>
                <a:lnTo>
                  <a:pt x="366721" y="1114920"/>
                </a:lnTo>
                <a:lnTo>
                  <a:pt x="366892" y="1114920"/>
                </a:lnTo>
                <a:lnTo>
                  <a:pt x="367065" y="1114920"/>
                </a:lnTo>
                <a:lnTo>
                  <a:pt x="367237" y="1114920"/>
                </a:lnTo>
                <a:lnTo>
                  <a:pt x="367409" y="1114920"/>
                </a:lnTo>
                <a:lnTo>
                  <a:pt x="367582" y="1114920"/>
                </a:lnTo>
                <a:lnTo>
                  <a:pt x="367754" y="1114920"/>
                </a:lnTo>
                <a:lnTo>
                  <a:pt x="367926" y="1114920"/>
                </a:lnTo>
                <a:lnTo>
                  <a:pt x="368099" y="1114920"/>
                </a:lnTo>
                <a:lnTo>
                  <a:pt x="368270" y="1114920"/>
                </a:lnTo>
                <a:lnTo>
                  <a:pt x="368443" y="1114920"/>
                </a:lnTo>
                <a:lnTo>
                  <a:pt x="368616" y="1114920"/>
                </a:lnTo>
                <a:lnTo>
                  <a:pt x="368787" y="1114920"/>
                </a:lnTo>
                <a:lnTo>
                  <a:pt x="368960" y="1114920"/>
                </a:lnTo>
                <a:lnTo>
                  <a:pt x="369132" y="1114920"/>
                </a:lnTo>
                <a:lnTo>
                  <a:pt x="369304" y="1114920"/>
                </a:lnTo>
                <a:lnTo>
                  <a:pt x="369477" y="1114920"/>
                </a:lnTo>
                <a:lnTo>
                  <a:pt x="369648" y="1114920"/>
                </a:lnTo>
                <a:lnTo>
                  <a:pt x="369821" y="1114920"/>
                </a:lnTo>
                <a:lnTo>
                  <a:pt x="369994" y="1114920"/>
                </a:lnTo>
                <a:lnTo>
                  <a:pt x="370165" y="1114920"/>
                </a:lnTo>
                <a:lnTo>
                  <a:pt x="370338" y="1114920"/>
                </a:lnTo>
                <a:lnTo>
                  <a:pt x="370510" y="1114920"/>
                </a:lnTo>
                <a:lnTo>
                  <a:pt x="370682" y="1114920"/>
                </a:lnTo>
                <a:lnTo>
                  <a:pt x="370855" y="1114920"/>
                </a:lnTo>
                <a:lnTo>
                  <a:pt x="371026" y="1114920"/>
                </a:lnTo>
                <a:lnTo>
                  <a:pt x="371199" y="1114920"/>
                </a:lnTo>
                <a:lnTo>
                  <a:pt x="371372" y="1114920"/>
                </a:lnTo>
                <a:lnTo>
                  <a:pt x="371543" y="1114920"/>
                </a:lnTo>
                <a:lnTo>
                  <a:pt x="371716" y="1114920"/>
                </a:lnTo>
                <a:lnTo>
                  <a:pt x="371888" y="1114920"/>
                </a:lnTo>
                <a:lnTo>
                  <a:pt x="372060" y="1114920"/>
                </a:lnTo>
                <a:lnTo>
                  <a:pt x="372233" y="1114920"/>
                </a:lnTo>
                <a:lnTo>
                  <a:pt x="372405" y="1114920"/>
                </a:lnTo>
                <a:lnTo>
                  <a:pt x="372577" y="1114920"/>
                </a:lnTo>
                <a:lnTo>
                  <a:pt x="372749" y="1114920"/>
                </a:lnTo>
                <a:lnTo>
                  <a:pt x="372921" y="1114920"/>
                </a:lnTo>
                <a:lnTo>
                  <a:pt x="373094" y="1114920"/>
                </a:lnTo>
                <a:lnTo>
                  <a:pt x="373266" y="1114920"/>
                </a:lnTo>
                <a:lnTo>
                  <a:pt x="373438" y="1114920"/>
                </a:lnTo>
                <a:lnTo>
                  <a:pt x="373611" y="1114920"/>
                </a:lnTo>
                <a:lnTo>
                  <a:pt x="373783" y="1114920"/>
                </a:lnTo>
                <a:lnTo>
                  <a:pt x="373955" y="1114920"/>
                </a:lnTo>
                <a:lnTo>
                  <a:pt x="374127" y="1114920"/>
                </a:lnTo>
                <a:lnTo>
                  <a:pt x="374299" y="1114920"/>
                </a:lnTo>
                <a:lnTo>
                  <a:pt x="374472" y="1114920"/>
                </a:lnTo>
                <a:lnTo>
                  <a:pt x="374644" y="1114920"/>
                </a:lnTo>
                <a:lnTo>
                  <a:pt x="374816" y="1114920"/>
                </a:lnTo>
                <a:lnTo>
                  <a:pt x="374988" y="1114920"/>
                </a:lnTo>
                <a:lnTo>
                  <a:pt x="375161" y="1114920"/>
                </a:lnTo>
                <a:lnTo>
                  <a:pt x="375333" y="1114920"/>
                </a:lnTo>
                <a:lnTo>
                  <a:pt x="375505" y="1114920"/>
                </a:lnTo>
                <a:lnTo>
                  <a:pt x="375678" y="1114920"/>
                </a:lnTo>
                <a:lnTo>
                  <a:pt x="375850" y="1114920"/>
                </a:lnTo>
                <a:lnTo>
                  <a:pt x="376022" y="1114920"/>
                </a:lnTo>
                <a:lnTo>
                  <a:pt x="376194" y="1114920"/>
                </a:lnTo>
                <a:lnTo>
                  <a:pt x="376366" y="1114920"/>
                </a:lnTo>
                <a:lnTo>
                  <a:pt x="376539" y="1114920"/>
                </a:lnTo>
                <a:lnTo>
                  <a:pt x="376711" y="1114920"/>
                </a:lnTo>
                <a:lnTo>
                  <a:pt x="376883" y="1114920"/>
                </a:lnTo>
                <a:lnTo>
                  <a:pt x="377056" y="1114920"/>
                </a:lnTo>
                <a:lnTo>
                  <a:pt x="377228" y="1114920"/>
                </a:lnTo>
                <a:lnTo>
                  <a:pt x="377400" y="1114920"/>
                </a:lnTo>
                <a:lnTo>
                  <a:pt x="377572" y="1114920"/>
                </a:lnTo>
                <a:lnTo>
                  <a:pt x="377744" y="1114920"/>
                </a:lnTo>
                <a:lnTo>
                  <a:pt x="377917" y="1114920"/>
                </a:lnTo>
                <a:lnTo>
                  <a:pt x="378089" y="1114920"/>
                </a:lnTo>
                <a:lnTo>
                  <a:pt x="378261" y="1114920"/>
                </a:lnTo>
                <a:lnTo>
                  <a:pt x="378434" y="1114920"/>
                </a:lnTo>
                <a:lnTo>
                  <a:pt x="378605" y="1114920"/>
                </a:lnTo>
                <a:lnTo>
                  <a:pt x="378778" y="1114920"/>
                </a:lnTo>
                <a:lnTo>
                  <a:pt x="378951" y="1114920"/>
                </a:lnTo>
                <a:lnTo>
                  <a:pt x="379122" y="1114920"/>
                </a:lnTo>
                <a:lnTo>
                  <a:pt x="379295" y="1114920"/>
                </a:lnTo>
                <a:lnTo>
                  <a:pt x="379467" y="1114920"/>
                </a:lnTo>
                <a:lnTo>
                  <a:pt x="379639" y="1114920"/>
                </a:lnTo>
                <a:lnTo>
                  <a:pt x="379812" y="1114920"/>
                </a:lnTo>
                <a:lnTo>
                  <a:pt x="379983" y="1114920"/>
                </a:lnTo>
                <a:lnTo>
                  <a:pt x="380156" y="1114920"/>
                </a:lnTo>
                <a:lnTo>
                  <a:pt x="380329" y="1114920"/>
                </a:lnTo>
                <a:lnTo>
                  <a:pt x="380500" y="1114920"/>
                </a:lnTo>
                <a:lnTo>
                  <a:pt x="380673" y="1114920"/>
                </a:lnTo>
                <a:lnTo>
                  <a:pt x="380845" y="1114920"/>
                </a:lnTo>
                <a:lnTo>
                  <a:pt x="381017" y="1114920"/>
                </a:lnTo>
                <a:lnTo>
                  <a:pt x="381190" y="1114920"/>
                </a:lnTo>
                <a:lnTo>
                  <a:pt x="381361" y="1114920"/>
                </a:lnTo>
                <a:lnTo>
                  <a:pt x="381534" y="1114920"/>
                </a:lnTo>
                <a:lnTo>
                  <a:pt x="381707" y="1114920"/>
                </a:lnTo>
                <a:lnTo>
                  <a:pt x="381878" y="1114920"/>
                </a:lnTo>
                <a:lnTo>
                  <a:pt x="382051" y="1114920"/>
                </a:lnTo>
                <a:lnTo>
                  <a:pt x="382223" y="1114920"/>
                </a:lnTo>
                <a:lnTo>
                  <a:pt x="382395" y="1114920"/>
                </a:lnTo>
                <a:lnTo>
                  <a:pt x="382568" y="1114920"/>
                </a:lnTo>
                <a:lnTo>
                  <a:pt x="382740" y="1114920"/>
                </a:lnTo>
                <a:lnTo>
                  <a:pt x="382912" y="1114920"/>
                </a:lnTo>
                <a:lnTo>
                  <a:pt x="383084" y="1114920"/>
                </a:lnTo>
                <a:lnTo>
                  <a:pt x="383256" y="1114920"/>
                </a:lnTo>
                <a:lnTo>
                  <a:pt x="383429" y="1114920"/>
                </a:lnTo>
                <a:lnTo>
                  <a:pt x="383601" y="1114920"/>
                </a:lnTo>
                <a:lnTo>
                  <a:pt x="383773" y="1114920"/>
                </a:lnTo>
                <a:lnTo>
                  <a:pt x="383946" y="1114920"/>
                </a:lnTo>
                <a:lnTo>
                  <a:pt x="384118" y="1114920"/>
                </a:lnTo>
                <a:lnTo>
                  <a:pt x="384290" y="1114920"/>
                </a:lnTo>
                <a:lnTo>
                  <a:pt x="384462" y="1114920"/>
                </a:lnTo>
                <a:lnTo>
                  <a:pt x="384634" y="1114920"/>
                </a:lnTo>
                <a:lnTo>
                  <a:pt x="384807" y="1114920"/>
                </a:lnTo>
                <a:lnTo>
                  <a:pt x="384979" y="1114920"/>
                </a:lnTo>
                <a:lnTo>
                  <a:pt x="385151" y="1114920"/>
                </a:lnTo>
                <a:lnTo>
                  <a:pt x="385323" y="1114920"/>
                </a:lnTo>
                <a:lnTo>
                  <a:pt x="385496" y="1114920"/>
                </a:lnTo>
                <a:lnTo>
                  <a:pt x="385668" y="1114920"/>
                </a:lnTo>
                <a:lnTo>
                  <a:pt x="385840" y="1114920"/>
                </a:lnTo>
                <a:lnTo>
                  <a:pt x="386013" y="1114920"/>
                </a:lnTo>
                <a:lnTo>
                  <a:pt x="386185" y="1114920"/>
                </a:lnTo>
                <a:lnTo>
                  <a:pt x="386357" y="1114920"/>
                </a:lnTo>
                <a:lnTo>
                  <a:pt x="386529" y="1114920"/>
                </a:lnTo>
                <a:lnTo>
                  <a:pt x="386701" y="1114920"/>
                </a:lnTo>
                <a:lnTo>
                  <a:pt x="386874" y="1114920"/>
                </a:lnTo>
                <a:lnTo>
                  <a:pt x="387046" y="1114920"/>
                </a:lnTo>
                <a:lnTo>
                  <a:pt x="387218" y="1114920"/>
                </a:lnTo>
                <a:lnTo>
                  <a:pt x="387391" y="1114920"/>
                </a:lnTo>
                <a:lnTo>
                  <a:pt x="387563" y="1114920"/>
                </a:lnTo>
                <a:lnTo>
                  <a:pt x="387735" y="1114920"/>
                </a:lnTo>
                <a:lnTo>
                  <a:pt x="387907" y="1114920"/>
                </a:lnTo>
                <a:lnTo>
                  <a:pt x="388079" y="1114920"/>
                </a:lnTo>
                <a:lnTo>
                  <a:pt x="388252" y="1114920"/>
                </a:lnTo>
                <a:lnTo>
                  <a:pt x="388424" y="1114920"/>
                </a:lnTo>
                <a:lnTo>
                  <a:pt x="388596" y="1114920"/>
                </a:lnTo>
                <a:lnTo>
                  <a:pt x="388769" y="1114920"/>
                </a:lnTo>
                <a:lnTo>
                  <a:pt x="388940" y="1114920"/>
                </a:lnTo>
                <a:lnTo>
                  <a:pt x="389113" y="1114920"/>
                </a:lnTo>
                <a:lnTo>
                  <a:pt x="389286" y="1114920"/>
                </a:lnTo>
                <a:lnTo>
                  <a:pt x="389457" y="1114920"/>
                </a:lnTo>
                <a:lnTo>
                  <a:pt x="389630" y="1114920"/>
                </a:lnTo>
                <a:lnTo>
                  <a:pt x="389802" y="1114920"/>
                </a:lnTo>
                <a:lnTo>
                  <a:pt x="389974" y="1114920"/>
                </a:lnTo>
                <a:lnTo>
                  <a:pt x="390147" y="1114920"/>
                </a:lnTo>
                <a:lnTo>
                  <a:pt x="390318" y="1114920"/>
                </a:lnTo>
                <a:lnTo>
                  <a:pt x="390491" y="1114920"/>
                </a:lnTo>
                <a:lnTo>
                  <a:pt x="390664" y="1114920"/>
                </a:lnTo>
                <a:lnTo>
                  <a:pt x="390835" y="1114920"/>
                </a:lnTo>
                <a:lnTo>
                  <a:pt x="391008" y="1114920"/>
                </a:lnTo>
                <a:lnTo>
                  <a:pt x="391180" y="1114920"/>
                </a:lnTo>
                <a:lnTo>
                  <a:pt x="391352" y="1114920"/>
                </a:lnTo>
                <a:lnTo>
                  <a:pt x="391525" y="1114920"/>
                </a:lnTo>
                <a:lnTo>
                  <a:pt x="391696" y="1114920"/>
                </a:lnTo>
                <a:lnTo>
                  <a:pt x="391869" y="1114920"/>
                </a:lnTo>
                <a:lnTo>
                  <a:pt x="392042" y="1114920"/>
                </a:lnTo>
                <a:lnTo>
                  <a:pt x="392213" y="1114920"/>
                </a:lnTo>
                <a:lnTo>
                  <a:pt x="392386" y="1114920"/>
                </a:lnTo>
                <a:lnTo>
                  <a:pt x="392558" y="1114920"/>
                </a:lnTo>
                <a:lnTo>
                  <a:pt x="392730" y="1114920"/>
                </a:lnTo>
                <a:lnTo>
                  <a:pt x="392903" y="1114920"/>
                </a:lnTo>
                <a:lnTo>
                  <a:pt x="393075" y="1114920"/>
                </a:lnTo>
                <a:lnTo>
                  <a:pt x="393247" y="1114920"/>
                </a:lnTo>
                <a:lnTo>
                  <a:pt x="393419" y="1114920"/>
                </a:lnTo>
                <a:lnTo>
                  <a:pt x="393591" y="1114920"/>
                </a:lnTo>
                <a:lnTo>
                  <a:pt x="393764" y="1114920"/>
                </a:lnTo>
                <a:lnTo>
                  <a:pt x="393936" y="1114920"/>
                </a:lnTo>
                <a:lnTo>
                  <a:pt x="394108" y="1114920"/>
                </a:lnTo>
                <a:lnTo>
                  <a:pt x="394281" y="1114920"/>
                </a:lnTo>
                <a:lnTo>
                  <a:pt x="394453" y="1114920"/>
                </a:lnTo>
                <a:lnTo>
                  <a:pt x="394625" y="1114920"/>
                </a:lnTo>
                <a:lnTo>
                  <a:pt x="394797" y="1114920"/>
                </a:lnTo>
                <a:lnTo>
                  <a:pt x="394969" y="1114920"/>
                </a:lnTo>
                <a:lnTo>
                  <a:pt x="395142" y="1114920"/>
                </a:lnTo>
                <a:lnTo>
                  <a:pt x="395314" y="1114920"/>
                </a:lnTo>
                <a:lnTo>
                  <a:pt x="395486" y="1114920"/>
                </a:lnTo>
                <a:lnTo>
                  <a:pt x="395659" y="1114920"/>
                </a:lnTo>
                <a:lnTo>
                  <a:pt x="395831" y="1114920"/>
                </a:lnTo>
                <a:lnTo>
                  <a:pt x="396003" y="1114920"/>
                </a:lnTo>
                <a:lnTo>
                  <a:pt x="396175" y="1114920"/>
                </a:lnTo>
                <a:lnTo>
                  <a:pt x="396348" y="1114920"/>
                </a:lnTo>
                <a:lnTo>
                  <a:pt x="396520" y="1114920"/>
                </a:lnTo>
                <a:lnTo>
                  <a:pt x="396692" y="1114920"/>
                </a:lnTo>
                <a:lnTo>
                  <a:pt x="396864" y="1114920"/>
                </a:lnTo>
                <a:lnTo>
                  <a:pt x="397036" y="1114920"/>
                </a:lnTo>
                <a:lnTo>
                  <a:pt x="397209" y="1114920"/>
                </a:lnTo>
                <a:lnTo>
                  <a:pt x="397381" y="1114920"/>
                </a:lnTo>
                <a:lnTo>
                  <a:pt x="397553" y="1114920"/>
                </a:lnTo>
                <a:lnTo>
                  <a:pt x="397726" y="1114920"/>
                </a:lnTo>
                <a:lnTo>
                  <a:pt x="397898" y="1114920"/>
                </a:lnTo>
                <a:lnTo>
                  <a:pt x="398070" y="1114920"/>
                </a:lnTo>
                <a:lnTo>
                  <a:pt x="398242" y="1114920"/>
                </a:lnTo>
                <a:lnTo>
                  <a:pt x="398414" y="1114920"/>
                </a:lnTo>
                <a:lnTo>
                  <a:pt x="398587" y="1114920"/>
                </a:lnTo>
                <a:lnTo>
                  <a:pt x="398759" y="1114920"/>
                </a:lnTo>
                <a:lnTo>
                  <a:pt x="398931" y="1114920"/>
                </a:lnTo>
                <a:lnTo>
                  <a:pt x="399104" y="1114920"/>
                </a:lnTo>
                <a:lnTo>
                  <a:pt x="399275" y="1114920"/>
                </a:lnTo>
                <a:lnTo>
                  <a:pt x="399448" y="1114920"/>
                </a:lnTo>
                <a:lnTo>
                  <a:pt x="399621" y="1114920"/>
                </a:lnTo>
                <a:lnTo>
                  <a:pt x="399792" y="1114920"/>
                </a:lnTo>
                <a:lnTo>
                  <a:pt x="399965" y="1114920"/>
                </a:lnTo>
                <a:lnTo>
                  <a:pt x="400137" y="1114920"/>
                </a:lnTo>
                <a:lnTo>
                  <a:pt x="400309" y="1114920"/>
                </a:lnTo>
                <a:lnTo>
                  <a:pt x="400482" y="1114920"/>
                </a:lnTo>
                <a:lnTo>
                  <a:pt x="400653" y="1114920"/>
                </a:lnTo>
                <a:lnTo>
                  <a:pt x="400826" y="1114920"/>
                </a:lnTo>
                <a:lnTo>
                  <a:pt x="400999" y="1114920"/>
                </a:lnTo>
                <a:lnTo>
                  <a:pt x="401170" y="1114920"/>
                </a:lnTo>
                <a:lnTo>
                  <a:pt x="401343" y="1114920"/>
                </a:lnTo>
                <a:lnTo>
                  <a:pt x="401515" y="1114920"/>
                </a:lnTo>
                <a:lnTo>
                  <a:pt x="401687" y="1114920"/>
                </a:lnTo>
                <a:lnTo>
                  <a:pt x="401860" y="1114920"/>
                </a:lnTo>
                <a:lnTo>
                  <a:pt x="402032" y="1114920"/>
                </a:lnTo>
                <a:lnTo>
                  <a:pt x="402204" y="1114920"/>
                </a:lnTo>
                <a:lnTo>
                  <a:pt x="402377" y="1114920"/>
                </a:lnTo>
                <a:lnTo>
                  <a:pt x="402548" y="1114920"/>
                </a:lnTo>
                <a:lnTo>
                  <a:pt x="402721" y="1114920"/>
                </a:lnTo>
                <a:lnTo>
                  <a:pt x="402893" y="1114920"/>
                </a:lnTo>
                <a:lnTo>
                  <a:pt x="403065" y="1114920"/>
                </a:lnTo>
                <a:lnTo>
                  <a:pt x="403238" y="1114920"/>
                </a:lnTo>
                <a:lnTo>
                  <a:pt x="403410" y="1114920"/>
                </a:lnTo>
                <a:lnTo>
                  <a:pt x="403582" y="1114920"/>
                </a:lnTo>
                <a:lnTo>
                  <a:pt x="403755" y="1114920"/>
                </a:lnTo>
                <a:lnTo>
                  <a:pt x="403926" y="1114920"/>
                </a:lnTo>
                <a:lnTo>
                  <a:pt x="404099" y="1114920"/>
                </a:lnTo>
                <a:lnTo>
                  <a:pt x="404271" y="1114920"/>
                </a:lnTo>
                <a:lnTo>
                  <a:pt x="404443" y="1114920"/>
                </a:lnTo>
                <a:lnTo>
                  <a:pt x="404616" y="1114920"/>
                </a:lnTo>
                <a:lnTo>
                  <a:pt x="404788" y="1114920"/>
                </a:lnTo>
                <a:lnTo>
                  <a:pt x="404960" y="1114920"/>
                </a:lnTo>
                <a:lnTo>
                  <a:pt x="405132" y="1114920"/>
                </a:lnTo>
                <a:lnTo>
                  <a:pt x="405304" y="1114920"/>
                </a:lnTo>
                <a:lnTo>
                  <a:pt x="405477" y="1114920"/>
                </a:lnTo>
                <a:lnTo>
                  <a:pt x="405649" y="1114920"/>
                </a:lnTo>
                <a:lnTo>
                  <a:pt x="405821" y="1114920"/>
                </a:lnTo>
                <a:lnTo>
                  <a:pt x="405994" y="1114920"/>
                </a:lnTo>
                <a:lnTo>
                  <a:pt x="406166" y="1114920"/>
                </a:lnTo>
                <a:lnTo>
                  <a:pt x="406338" y="1114920"/>
                </a:lnTo>
                <a:lnTo>
                  <a:pt x="406510" y="1114920"/>
                </a:lnTo>
                <a:lnTo>
                  <a:pt x="406683" y="1114920"/>
                </a:lnTo>
                <a:lnTo>
                  <a:pt x="406855" y="1114920"/>
                </a:lnTo>
                <a:lnTo>
                  <a:pt x="407027" y="1114920"/>
                </a:lnTo>
                <a:lnTo>
                  <a:pt x="407199" y="1114920"/>
                </a:lnTo>
                <a:lnTo>
                  <a:pt x="407371" y="1114920"/>
                </a:lnTo>
                <a:lnTo>
                  <a:pt x="407544" y="1114920"/>
                </a:lnTo>
                <a:lnTo>
                  <a:pt x="407716" y="1114920"/>
                </a:lnTo>
                <a:lnTo>
                  <a:pt x="407888" y="1114920"/>
                </a:lnTo>
                <a:lnTo>
                  <a:pt x="408061" y="1114920"/>
                </a:lnTo>
                <a:lnTo>
                  <a:pt x="408233" y="1114920"/>
                </a:lnTo>
                <a:lnTo>
                  <a:pt x="408405" y="1114920"/>
                </a:lnTo>
                <a:lnTo>
                  <a:pt x="408577" y="1114920"/>
                </a:lnTo>
                <a:lnTo>
                  <a:pt x="408749" y="1114920"/>
                </a:lnTo>
                <a:lnTo>
                  <a:pt x="408922" y="1114920"/>
                </a:lnTo>
                <a:lnTo>
                  <a:pt x="409094" y="1114920"/>
                </a:lnTo>
                <a:lnTo>
                  <a:pt x="409266" y="1114920"/>
                </a:lnTo>
                <a:lnTo>
                  <a:pt x="409439" y="1114920"/>
                </a:lnTo>
                <a:lnTo>
                  <a:pt x="409610" y="1114920"/>
                </a:lnTo>
                <a:lnTo>
                  <a:pt x="409783" y="1114920"/>
                </a:lnTo>
                <a:lnTo>
                  <a:pt x="409956" y="1114920"/>
                </a:lnTo>
                <a:lnTo>
                  <a:pt x="410127" y="1114920"/>
                </a:lnTo>
                <a:lnTo>
                  <a:pt x="410300" y="1114920"/>
                </a:lnTo>
                <a:lnTo>
                  <a:pt x="410472" y="1114920"/>
                </a:lnTo>
                <a:lnTo>
                  <a:pt x="410644" y="1114920"/>
                </a:lnTo>
                <a:lnTo>
                  <a:pt x="410817" y="1114920"/>
                </a:lnTo>
                <a:lnTo>
                  <a:pt x="410988" y="1114920"/>
                </a:lnTo>
                <a:lnTo>
                  <a:pt x="411161" y="1114920"/>
                </a:lnTo>
                <a:lnTo>
                  <a:pt x="411334" y="1114920"/>
                </a:lnTo>
                <a:lnTo>
                  <a:pt x="411505" y="1114920"/>
                </a:lnTo>
                <a:lnTo>
                  <a:pt x="411678" y="1114920"/>
                </a:lnTo>
                <a:lnTo>
                  <a:pt x="411850" y="1114920"/>
                </a:lnTo>
                <a:lnTo>
                  <a:pt x="412022" y="1114920"/>
                </a:lnTo>
                <a:lnTo>
                  <a:pt x="412195" y="1114920"/>
                </a:lnTo>
                <a:lnTo>
                  <a:pt x="412366" y="1114920"/>
                </a:lnTo>
                <a:lnTo>
                  <a:pt x="412539" y="1114920"/>
                </a:lnTo>
                <a:lnTo>
                  <a:pt x="412712" y="1114920"/>
                </a:lnTo>
                <a:lnTo>
                  <a:pt x="412883" y="1114920"/>
                </a:lnTo>
                <a:lnTo>
                  <a:pt x="413056" y="1114920"/>
                </a:lnTo>
                <a:lnTo>
                  <a:pt x="413228" y="1114920"/>
                </a:lnTo>
                <a:lnTo>
                  <a:pt x="413400" y="1114920"/>
                </a:lnTo>
                <a:lnTo>
                  <a:pt x="413573" y="1114920"/>
                </a:lnTo>
                <a:lnTo>
                  <a:pt x="413745" y="1114920"/>
                </a:lnTo>
                <a:lnTo>
                  <a:pt x="413917" y="1114920"/>
                </a:lnTo>
                <a:lnTo>
                  <a:pt x="414090" y="1114920"/>
                </a:lnTo>
                <a:lnTo>
                  <a:pt x="414261" y="1114920"/>
                </a:lnTo>
                <a:lnTo>
                  <a:pt x="414434" y="1114920"/>
                </a:lnTo>
                <a:lnTo>
                  <a:pt x="414606" y="1114920"/>
                </a:lnTo>
                <a:lnTo>
                  <a:pt x="414778" y="1114920"/>
                </a:lnTo>
                <a:lnTo>
                  <a:pt x="414951" y="1114920"/>
                </a:lnTo>
                <a:lnTo>
                  <a:pt x="415123" y="1114920"/>
                </a:lnTo>
                <a:lnTo>
                  <a:pt x="415295" y="1114920"/>
                </a:lnTo>
                <a:lnTo>
                  <a:pt x="415467" y="1114920"/>
                </a:lnTo>
                <a:lnTo>
                  <a:pt x="415639" y="1114920"/>
                </a:lnTo>
                <a:lnTo>
                  <a:pt x="415812" y="1114920"/>
                </a:lnTo>
                <a:lnTo>
                  <a:pt x="415984" y="1114920"/>
                </a:lnTo>
                <a:lnTo>
                  <a:pt x="416156" y="1114920"/>
                </a:lnTo>
                <a:lnTo>
                  <a:pt x="416329" y="1114920"/>
                </a:lnTo>
                <a:lnTo>
                  <a:pt x="416501" y="1114920"/>
                </a:lnTo>
                <a:lnTo>
                  <a:pt x="416673" y="1114920"/>
                </a:lnTo>
                <a:lnTo>
                  <a:pt x="416845" y="1114920"/>
                </a:lnTo>
                <a:lnTo>
                  <a:pt x="417018" y="1114920"/>
                </a:lnTo>
                <a:lnTo>
                  <a:pt x="417190" y="1114920"/>
                </a:lnTo>
                <a:lnTo>
                  <a:pt x="417362" y="1114920"/>
                </a:lnTo>
                <a:lnTo>
                  <a:pt x="417534" y="1114920"/>
                </a:lnTo>
                <a:lnTo>
                  <a:pt x="417706" y="1114920"/>
                </a:lnTo>
                <a:lnTo>
                  <a:pt x="417879" y="1114920"/>
                </a:lnTo>
                <a:lnTo>
                  <a:pt x="418051" y="1114920"/>
                </a:lnTo>
                <a:lnTo>
                  <a:pt x="418223" y="1114920"/>
                </a:lnTo>
                <a:lnTo>
                  <a:pt x="418396" y="1114920"/>
                </a:lnTo>
                <a:lnTo>
                  <a:pt x="418568" y="1114920"/>
                </a:lnTo>
                <a:lnTo>
                  <a:pt x="418740" y="1114920"/>
                </a:lnTo>
                <a:lnTo>
                  <a:pt x="418913" y="1114920"/>
                </a:lnTo>
                <a:lnTo>
                  <a:pt x="419084" y="1114920"/>
                </a:lnTo>
                <a:lnTo>
                  <a:pt x="419257" y="1114920"/>
                </a:lnTo>
                <a:lnTo>
                  <a:pt x="419429" y="1114920"/>
                </a:lnTo>
                <a:lnTo>
                  <a:pt x="419601" y="1114920"/>
                </a:lnTo>
                <a:lnTo>
                  <a:pt x="419774" y="1114920"/>
                </a:lnTo>
                <a:lnTo>
                  <a:pt x="419945" y="1114920"/>
                </a:lnTo>
                <a:lnTo>
                  <a:pt x="420118" y="1114920"/>
                </a:lnTo>
                <a:lnTo>
                  <a:pt x="420291" y="1114920"/>
                </a:lnTo>
                <a:lnTo>
                  <a:pt x="420462" y="1114920"/>
                </a:lnTo>
                <a:lnTo>
                  <a:pt x="420635" y="1114920"/>
                </a:lnTo>
                <a:lnTo>
                  <a:pt x="420807" y="1114920"/>
                </a:lnTo>
                <a:lnTo>
                  <a:pt x="420979" y="1114920"/>
                </a:lnTo>
                <a:lnTo>
                  <a:pt x="421152" y="1114920"/>
                </a:lnTo>
                <a:lnTo>
                  <a:pt x="421323" y="1114920"/>
                </a:lnTo>
                <a:lnTo>
                  <a:pt x="421496" y="1114920"/>
                </a:lnTo>
                <a:lnTo>
                  <a:pt x="421669" y="1114920"/>
                </a:lnTo>
                <a:lnTo>
                  <a:pt x="421840" y="1114920"/>
                </a:lnTo>
                <a:lnTo>
                  <a:pt x="422013" y="1114920"/>
                </a:lnTo>
                <a:lnTo>
                  <a:pt x="422186" y="1114920"/>
                </a:lnTo>
                <a:lnTo>
                  <a:pt x="422357" y="1114920"/>
                </a:lnTo>
                <a:lnTo>
                  <a:pt x="422530" y="1114920"/>
                </a:lnTo>
                <a:lnTo>
                  <a:pt x="422701" y="1114920"/>
                </a:lnTo>
                <a:lnTo>
                  <a:pt x="422874" y="1114920"/>
                </a:lnTo>
                <a:lnTo>
                  <a:pt x="423047" y="1114920"/>
                </a:lnTo>
                <a:lnTo>
                  <a:pt x="423218" y="1114920"/>
                </a:lnTo>
                <a:lnTo>
                  <a:pt x="423391" y="1114920"/>
                </a:lnTo>
                <a:lnTo>
                  <a:pt x="423563" y="1114920"/>
                </a:lnTo>
                <a:lnTo>
                  <a:pt x="423735" y="1114920"/>
                </a:lnTo>
                <a:lnTo>
                  <a:pt x="423908" y="1114920"/>
                </a:lnTo>
                <a:lnTo>
                  <a:pt x="424080" y="1114920"/>
                </a:lnTo>
                <a:lnTo>
                  <a:pt x="424252" y="1114920"/>
                </a:lnTo>
                <a:lnTo>
                  <a:pt x="424425" y="1114920"/>
                </a:lnTo>
                <a:lnTo>
                  <a:pt x="424596" y="1114920"/>
                </a:lnTo>
                <a:lnTo>
                  <a:pt x="424769" y="1114920"/>
                </a:lnTo>
                <a:lnTo>
                  <a:pt x="424941" y="1114920"/>
                </a:lnTo>
                <a:lnTo>
                  <a:pt x="425113" y="1114920"/>
                </a:lnTo>
                <a:lnTo>
                  <a:pt x="425286" y="1114920"/>
                </a:lnTo>
                <a:lnTo>
                  <a:pt x="425458" y="1114920"/>
                </a:lnTo>
                <a:lnTo>
                  <a:pt x="425630" y="1114920"/>
                </a:lnTo>
                <a:lnTo>
                  <a:pt x="425802" y="1114920"/>
                </a:lnTo>
                <a:lnTo>
                  <a:pt x="425974" y="1114920"/>
                </a:lnTo>
                <a:lnTo>
                  <a:pt x="426147" y="1114920"/>
                </a:lnTo>
                <a:lnTo>
                  <a:pt x="426319" y="1114920"/>
                </a:lnTo>
                <a:lnTo>
                  <a:pt x="426491" y="1114920"/>
                </a:lnTo>
                <a:lnTo>
                  <a:pt x="426664" y="1114920"/>
                </a:lnTo>
                <a:lnTo>
                  <a:pt x="426836" y="1114920"/>
                </a:lnTo>
                <a:lnTo>
                  <a:pt x="427008" y="1114920"/>
                </a:lnTo>
                <a:lnTo>
                  <a:pt x="427180" y="1114920"/>
                </a:lnTo>
                <a:lnTo>
                  <a:pt x="427353" y="1114920"/>
                </a:lnTo>
                <a:lnTo>
                  <a:pt x="427525" y="1114920"/>
                </a:lnTo>
                <a:lnTo>
                  <a:pt x="427697" y="1114920"/>
                </a:lnTo>
                <a:lnTo>
                  <a:pt x="427869" y="1114920"/>
                </a:lnTo>
                <a:lnTo>
                  <a:pt x="428041" y="1114920"/>
                </a:lnTo>
                <a:lnTo>
                  <a:pt x="428214" y="1114920"/>
                </a:lnTo>
                <a:lnTo>
                  <a:pt x="428386" y="1114920"/>
                </a:lnTo>
                <a:lnTo>
                  <a:pt x="428558" y="1114920"/>
                </a:lnTo>
                <a:lnTo>
                  <a:pt x="428731" y="1114920"/>
                </a:lnTo>
                <a:lnTo>
                  <a:pt x="428903" y="1114920"/>
                </a:lnTo>
                <a:lnTo>
                  <a:pt x="429075" y="1114920"/>
                </a:lnTo>
                <a:lnTo>
                  <a:pt x="429248" y="1114920"/>
                </a:lnTo>
                <a:lnTo>
                  <a:pt x="429419" y="1114920"/>
                </a:lnTo>
                <a:lnTo>
                  <a:pt x="429592" y="1114920"/>
                </a:lnTo>
                <a:lnTo>
                  <a:pt x="429764" y="1114920"/>
                </a:lnTo>
                <a:lnTo>
                  <a:pt x="429936" y="1114920"/>
                </a:lnTo>
                <a:lnTo>
                  <a:pt x="430109" y="1114920"/>
                </a:lnTo>
                <a:lnTo>
                  <a:pt x="430281" y="1114920"/>
                </a:lnTo>
                <a:lnTo>
                  <a:pt x="430453" y="1114920"/>
                </a:lnTo>
                <a:lnTo>
                  <a:pt x="430626" y="1114920"/>
                </a:lnTo>
                <a:lnTo>
                  <a:pt x="430797" y="1114920"/>
                </a:lnTo>
                <a:lnTo>
                  <a:pt x="430970" y="1114920"/>
                </a:lnTo>
                <a:lnTo>
                  <a:pt x="431142" y="1114920"/>
                </a:lnTo>
                <a:lnTo>
                  <a:pt x="431314" y="1114920"/>
                </a:lnTo>
                <a:lnTo>
                  <a:pt x="431487" y="1114920"/>
                </a:lnTo>
                <a:lnTo>
                  <a:pt x="431658" y="1114920"/>
                </a:lnTo>
                <a:lnTo>
                  <a:pt x="431831" y="1114920"/>
                </a:lnTo>
                <a:lnTo>
                  <a:pt x="432004" y="1114920"/>
                </a:lnTo>
                <a:lnTo>
                  <a:pt x="432175" y="1114920"/>
                </a:lnTo>
                <a:lnTo>
                  <a:pt x="432348" y="1114920"/>
                </a:lnTo>
                <a:lnTo>
                  <a:pt x="432521" y="1114920"/>
                </a:lnTo>
                <a:lnTo>
                  <a:pt x="432692" y="1114920"/>
                </a:lnTo>
                <a:lnTo>
                  <a:pt x="432865" y="1114920"/>
                </a:lnTo>
                <a:lnTo>
                  <a:pt x="433036" y="1114920"/>
                </a:lnTo>
                <a:lnTo>
                  <a:pt x="433209" y="1114920"/>
                </a:lnTo>
                <a:lnTo>
                  <a:pt x="433382" y="1114920"/>
                </a:lnTo>
                <a:lnTo>
                  <a:pt x="433553" y="1114920"/>
                </a:lnTo>
                <a:lnTo>
                  <a:pt x="433726" y="1114920"/>
                </a:lnTo>
                <a:lnTo>
                  <a:pt x="433898" y="1114920"/>
                </a:lnTo>
                <a:lnTo>
                  <a:pt x="434070" y="1114920"/>
                </a:lnTo>
                <a:lnTo>
                  <a:pt x="434243" y="1114920"/>
                </a:lnTo>
                <a:lnTo>
                  <a:pt x="434415" y="1114920"/>
                </a:lnTo>
                <a:lnTo>
                  <a:pt x="434587" y="1114920"/>
                </a:lnTo>
                <a:lnTo>
                  <a:pt x="434760" y="1114920"/>
                </a:lnTo>
                <a:lnTo>
                  <a:pt x="434931" y="1114920"/>
                </a:lnTo>
                <a:lnTo>
                  <a:pt x="435104" y="1114920"/>
                </a:lnTo>
                <a:lnTo>
                  <a:pt x="435276" y="1114920"/>
                </a:lnTo>
                <a:lnTo>
                  <a:pt x="435448" y="1114920"/>
                </a:lnTo>
                <a:lnTo>
                  <a:pt x="435621" y="1114920"/>
                </a:lnTo>
                <a:lnTo>
                  <a:pt x="435793" y="1114920"/>
                </a:lnTo>
                <a:lnTo>
                  <a:pt x="435965" y="1114920"/>
                </a:lnTo>
                <a:lnTo>
                  <a:pt x="436137" y="1114920"/>
                </a:lnTo>
                <a:lnTo>
                  <a:pt x="436310" y="1114920"/>
                </a:lnTo>
                <a:lnTo>
                  <a:pt x="436482" y="1114920"/>
                </a:lnTo>
                <a:lnTo>
                  <a:pt x="436654" y="1114920"/>
                </a:lnTo>
                <a:lnTo>
                  <a:pt x="436826" y="1114920"/>
                </a:lnTo>
                <a:lnTo>
                  <a:pt x="436999" y="1114920"/>
                </a:lnTo>
                <a:lnTo>
                  <a:pt x="437171" y="1114920"/>
                </a:lnTo>
                <a:lnTo>
                  <a:pt x="437343" y="1114920"/>
                </a:lnTo>
                <a:lnTo>
                  <a:pt x="437515" y="1114920"/>
                </a:lnTo>
                <a:lnTo>
                  <a:pt x="437688" y="1114920"/>
                </a:lnTo>
                <a:lnTo>
                  <a:pt x="437860" y="1114920"/>
                </a:lnTo>
                <a:lnTo>
                  <a:pt x="438032" y="1114920"/>
                </a:lnTo>
                <a:lnTo>
                  <a:pt x="438204" y="1114920"/>
                </a:lnTo>
                <a:lnTo>
                  <a:pt x="438376" y="1114920"/>
                </a:lnTo>
                <a:lnTo>
                  <a:pt x="438549" y="1114920"/>
                </a:lnTo>
                <a:lnTo>
                  <a:pt x="438721" y="1114920"/>
                </a:lnTo>
                <a:lnTo>
                  <a:pt x="438893" y="1114920"/>
                </a:lnTo>
                <a:lnTo>
                  <a:pt x="439066" y="1114920"/>
                </a:lnTo>
                <a:lnTo>
                  <a:pt x="439238" y="1114920"/>
                </a:lnTo>
                <a:lnTo>
                  <a:pt x="439410" y="1114920"/>
                </a:lnTo>
                <a:lnTo>
                  <a:pt x="439583" y="1114920"/>
                </a:lnTo>
                <a:lnTo>
                  <a:pt x="439754" y="1114920"/>
                </a:lnTo>
                <a:lnTo>
                  <a:pt x="439927" y="1114920"/>
                </a:lnTo>
                <a:lnTo>
                  <a:pt x="440099" y="1114920"/>
                </a:lnTo>
                <a:lnTo>
                  <a:pt x="440271" y="1114920"/>
                </a:lnTo>
                <a:lnTo>
                  <a:pt x="440444" y="1114920"/>
                </a:lnTo>
                <a:lnTo>
                  <a:pt x="440616" y="1114920"/>
                </a:lnTo>
                <a:lnTo>
                  <a:pt x="440788" y="1114920"/>
                </a:lnTo>
                <a:lnTo>
                  <a:pt x="440961" y="1114920"/>
                </a:lnTo>
                <a:lnTo>
                  <a:pt x="441132" y="1114920"/>
                </a:lnTo>
                <a:lnTo>
                  <a:pt x="441305" y="1114920"/>
                </a:lnTo>
                <a:lnTo>
                  <a:pt x="441477" y="1114920"/>
                </a:lnTo>
                <a:lnTo>
                  <a:pt x="441649" y="1114920"/>
                </a:lnTo>
                <a:lnTo>
                  <a:pt x="441822" y="1114920"/>
                </a:lnTo>
                <a:lnTo>
                  <a:pt x="441993" y="1114920"/>
                </a:lnTo>
                <a:lnTo>
                  <a:pt x="442166" y="1114920"/>
                </a:lnTo>
                <a:lnTo>
                  <a:pt x="442339" y="1114920"/>
                </a:lnTo>
                <a:lnTo>
                  <a:pt x="442510" y="1114920"/>
                </a:lnTo>
                <a:lnTo>
                  <a:pt x="442683" y="1114920"/>
                </a:lnTo>
                <a:lnTo>
                  <a:pt x="442856" y="1114920"/>
                </a:lnTo>
                <a:lnTo>
                  <a:pt x="443027" y="1114920"/>
                </a:lnTo>
                <a:lnTo>
                  <a:pt x="443200" y="1114920"/>
                </a:lnTo>
                <a:lnTo>
                  <a:pt x="443371" y="1114920"/>
                </a:lnTo>
                <a:lnTo>
                  <a:pt x="443544" y="1114920"/>
                </a:lnTo>
                <a:lnTo>
                  <a:pt x="443717" y="1114920"/>
                </a:lnTo>
                <a:lnTo>
                  <a:pt x="443888" y="1114920"/>
                </a:lnTo>
                <a:lnTo>
                  <a:pt x="444061" y="1114920"/>
                </a:lnTo>
                <a:lnTo>
                  <a:pt x="444233" y="1114920"/>
                </a:lnTo>
                <a:lnTo>
                  <a:pt x="444405" y="1114920"/>
                </a:lnTo>
                <a:lnTo>
                  <a:pt x="444578" y="1114920"/>
                </a:lnTo>
                <a:lnTo>
                  <a:pt x="444750" y="1114920"/>
                </a:lnTo>
                <a:lnTo>
                  <a:pt x="444922" y="1114920"/>
                </a:lnTo>
                <a:lnTo>
                  <a:pt x="445095" y="1114920"/>
                </a:lnTo>
                <a:lnTo>
                  <a:pt x="445266" y="1114920"/>
                </a:lnTo>
                <a:lnTo>
                  <a:pt x="445439" y="1114920"/>
                </a:lnTo>
                <a:lnTo>
                  <a:pt x="445611" y="1114920"/>
                </a:lnTo>
                <a:lnTo>
                  <a:pt x="445783" y="1114920"/>
                </a:lnTo>
                <a:lnTo>
                  <a:pt x="445956" y="1114920"/>
                </a:lnTo>
                <a:lnTo>
                  <a:pt x="446128" y="1114920"/>
                </a:lnTo>
                <a:lnTo>
                  <a:pt x="446300" y="1114920"/>
                </a:lnTo>
                <a:lnTo>
                  <a:pt x="446472" y="1114920"/>
                </a:lnTo>
                <a:lnTo>
                  <a:pt x="446645" y="1114920"/>
                </a:lnTo>
                <a:lnTo>
                  <a:pt x="446817" y="1114920"/>
                </a:lnTo>
                <a:lnTo>
                  <a:pt x="446989" y="1114920"/>
                </a:lnTo>
                <a:lnTo>
                  <a:pt x="447161" y="1114920"/>
                </a:lnTo>
                <a:lnTo>
                  <a:pt x="447334" y="1114920"/>
                </a:lnTo>
                <a:lnTo>
                  <a:pt x="447506" y="1114920"/>
                </a:lnTo>
                <a:lnTo>
                  <a:pt x="447678" y="1114920"/>
                </a:lnTo>
                <a:lnTo>
                  <a:pt x="447850" y="1114920"/>
                </a:lnTo>
                <a:lnTo>
                  <a:pt x="448023" y="1114920"/>
                </a:lnTo>
                <a:lnTo>
                  <a:pt x="448195" y="1114920"/>
                </a:lnTo>
                <a:lnTo>
                  <a:pt x="448367" y="1114920"/>
                </a:lnTo>
                <a:lnTo>
                  <a:pt x="448539" y="1114920"/>
                </a:lnTo>
                <a:lnTo>
                  <a:pt x="448712" y="1114920"/>
                </a:lnTo>
                <a:lnTo>
                  <a:pt x="448884" y="1114920"/>
                </a:lnTo>
                <a:lnTo>
                  <a:pt x="449056" y="1114920"/>
                </a:lnTo>
                <a:lnTo>
                  <a:pt x="449228" y="1114920"/>
                </a:lnTo>
                <a:lnTo>
                  <a:pt x="449401" y="1114920"/>
                </a:lnTo>
                <a:lnTo>
                  <a:pt x="449573" y="1114920"/>
                </a:lnTo>
                <a:lnTo>
                  <a:pt x="449745" y="1114920"/>
                </a:lnTo>
                <a:lnTo>
                  <a:pt x="449918" y="1114920"/>
                </a:lnTo>
                <a:lnTo>
                  <a:pt x="450089" y="1114920"/>
                </a:lnTo>
                <a:lnTo>
                  <a:pt x="450262" y="1114920"/>
                </a:lnTo>
                <a:lnTo>
                  <a:pt x="450434" y="1114920"/>
                </a:lnTo>
                <a:lnTo>
                  <a:pt x="450606" y="1114920"/>
                </a:lnTo>
                <a:lnTo>
                  <a:pt x="450779" y="1114920"/>
                </a:lnTo>
                <a:lnTo>
                  <a:pt x="450951" y="1114920"/>
                </a:lnTo>
                <a:lnTo>
                  <a:pt x="451123" y="1114920"/>
                </a:lnTo>
                <a:lnTo>
                  <a:pt x="451296" y="1114920"/>
                </a:lnTo>
                <a:lnTo>
                  <a:pt x="451467" y="1114920"/>
                </a:lnTo>
                <a:lnTo>
                  <a:pt x="451640" y="1114920"/>
                </a:lnTo>
                <a:lnTo>
                  <a:pt x="451812" y="1114920"/>
                </a:lnTo>
                <a:lnTo>
                  <a:pt x="451984" y="1114920"/>
                </a:lnTo>
                <a:lnTo>
                  <a:pt x="452157" y="1114920"/>
                </a:lnTo>
                <a:lnTo>
                  <a:pt x="452328" y="1114920"/>
                </a:lnTo>
                <a:lnTo>
                  <a:pt x="452501" y="1114920"/>
                </a:lnTo>
                <a:lnTo>
                  <a:pt x="452674" y="1114920"/>
                </a:lnTo>
                <a:lnTo>
                  <a:pt x="452845" y="1114920"/>
                </a:lnTo>
                <a:lnTo>
                  <a:pt x="453018" y="1114920"/>
                </a:lnTo>
                <a:lnTo>
                  <a:pt x="453190" y="1114920"/>
                </a:lnTo>
                <a:lnTo>
                  <a:pt x="453362" y="1114920"/>
                </a:lnTo>
                <a:lnTo>
                  <a:pt x="453535" y="1114920"/>
                </a:lnTo>
                <a:lnTo>
                  <a:pt x="453707" y="1114920"/>
                </a:lnTo>
                <a:lnTo>
                  <a:pt x="453879" y="1114920"/>
                </a:lnTo>
                <a:lnTo>
                  <a:pt x="454052" y="1114920"/>
                </a:lnTo>
                <a:lnTo>
                  <a:pt x="454223" y="1114920"/>
                </a:lnTo>
                <a:lnTo>
                  <a:pt x="454396" y="1114920"/>
                </a:lnTo>
                <a:lnTo>
                  <a:pt x="454568" y="1114920"/>
                </a:lnTo>
                <a:lnTo>
                  <a:pt x="454740" y="1114920"/>
                </a:lnTo>
                <a:lnTo>
                  <a:pt x="454913" y="1114920"/>
                </a:lnTo>
                <a:lnTo>
                  <a:pt x="455085" y="1114920"/>
                </a:lnTo>
                <a:lnTo>
                  <a:pt x="455257" y="1114920"/>
                </a:lnTo>
                <a:lnTo>
                  <a:pt x="455430" y="1114920"/>
                </a:lnTo>
                <a:lnTo>
                  <a:pt x="455601" y="1114920"/>
                </a:lnTo>
                <a:lnTo>
                  <a:pt x="455774" y="1114920"/>
                </a:lnTo>
                <a:lnTo>
                  <a:pt x="455946" y="1114920"/>
                </a:lnTo>
                <a:lnTo>
                  <a:pt x="456118" y="1114920"/>
                </a:lnTo>
                <a:lnTo>
                  <a:pt x="456291" y="1114920"/>
                </a:lnTo>
                <a:lnTo>
                  <a:pt x="456463" y="1114920"/>
                </a:lnTo>
                <a:lnTo>
                  <a:pt x="456635" y="1114920"/>
                </a:lnTo>
                <a:lnTo>
                  <a:pt x="456808" y="1114920"/>
                </a:lnTo>
                <a:lnTo>
                  <a:pt x="456980" y="1114920"/>
                </a:lnTo>
                <a:lnTo>
                  <a:pt x="457152" y="1114920"/>
                </a:lnTo>
                <a:lnTo>
                  <a:pt x="457324" y="1114920"/>
                </a:lnTo>
                <a:lnTo>
                  <a:pt x="457496" y="1114920"/>
                </a:lnTo>
                <a:lnTo>
                  <a:pt x="457669" y="1114920"/>
                </a:lnTo>
                <a:lnTo>
                  <a:pt x="457841" y="1114920"/>
                </a:lnTo>
                <a:lnTo>
                  <a:pt x="458013" y="1114920"/>
                </a:lnTo>
                <a:lnTo>
                  <a:pt x="458185" y="1114920"/>
                </a:lnTo>
                <a:lnTo>
                  <a:pt x="458358" y="1114920"/>
                </a:lnTo>
                <a:lnTo>
                  <a:pt x="458530" y="1114920"/>
                </a:lnTo>
                <a:lnTo>
                  <a:pt x="458702" y="1114920"/>
                </a:lnTo>
                <a:lnTo>
                  <a:pt x="458874" y="1114920"/>
                </a:lnTo>
                <a:lnTo>
                  <a:pt x="459047" y="1114920"/>
                </a:lnTo>
                <a:lnTo>
                  <a:pt x="459219" y="1114920"/>
                </a:lnTo>
                <a:lnTo>
                  <a:pt x="459391" y="1114920"/>
                </a:lnTo>
                <a:lnTo>
                  <a:pt x="459563" y="1114920"/>
                </a:lnTo>
                <a:lnTo>
                  <a:pt x="459736" y="1114920"/>
                </a:lnTo>
                <a:lnTo>
                  <a:pt x="459908" y="1114920"/>
                </a:lnTo>
                <a:lnTo>
                  <a:pt x="460080" y="1114920"/>
                </a:lnTo>
                <a:lnTo>
                  <a:pt x="460253" y="1114920"/>
                </a:lnTo>
                <a:lnTo>
                  <a:pt x="460424" y="1114920"/>
                </a:lnTo>
                <a:lnTo>
                  <a:pt x="460597" y="1114920"/>
                </a:lnTo>
                <a:lnTo>
                  <a:pt x="460769" y="1114920"/>
                </a:lnTo>
                <a:lnTo>
                  <a:pt x="460941" y="1114920"/>
                </a:lnTo>
                <a:lnTo>
                  <a:pt x="461114" y="1114920"/>
                </a:lnTo>
                <a:lnTo>
                  <a:pt x="461286" y="1114920"/>
                </a:lnTo>
                <a:lnTo>
                  <a:pt x="461458" y="1114920"/>
                </a:lnTo>
                <a:lnTo>
                  <a:pt x="461631" y="1114920"/>
                </a:lnTo>
                <a:lnTo>
                  <a:pt x="461802" y="1114920"/>
                </a:lnTo>
                <a:lnTo>
                  <a:pt x="461975" y="1114920"/>
                </a:lnTo>
                <a:lnTo>
                  <a:pt x="462147" y="1114920"/>
                </a:lnTo>
                <a:lnTo>
                  <a:pt x="462319" y="1114920"/>
                </a:lnTo>
                <a:lnTo>
                  <a:pt x="462492" y="1114920"/>
                </a:lnTo>
                <a:lnTo>
                  <a:pt x="462663" y="1114920"/>
                </a:lnTo>
                <a:lnTo>
                  <a:pt x="462836" y="1114920"/>
                </a:lnTo>
                <a:lnTo>
                  <a:pt x="463009" y="1114920"/>
                </a:lnTo>
                <a:lnTo>
                  <a:pt x="463180" y="1114920"/>
                </a:lnTo>
                <a:lnTo>
                  <a:pt x="463353" y="1114920"/>
                </a:lnTo>
                <a:lnTo>
                  <a:pt x="463526" y="1114920"/>
                </a:lnTo>
                <a:lnTo>
                  <a:pt x="463697" y="1114920"/>
                </a:lnTo>
                <a:lnTo>
                  <a:pt x="463870" y="1114920"/>
                </a:lnTo>
                <a:lnTo>
                  <a:pt x="464042" y="1114920"/>
                </a:lnTo>
                <a:lnTo>
                  <a:pt x="464214" y="1114920"/>
                </a:lnTo>
                <a:lnTo>
                  <a:pt x="464387" y="1114920"/>
                </a:lnTo>
                <a:lnTo>
                  <a:pt x="464558" y="1114920"/>
                </a:lnTo>
                <a:lnTo>
                  <a:pt x="464731" y="1114920"/>
                </a:lnTo>
                <a:lnTo>
                  <a:pt x="464903" y="1114920"/>
                </a:lnTo>
                <a:lnTo>
                  <a:pt x="465075" y="1114920"/>
                </a:lnTo>
                <a:lnTo>
                  <a:pt x="465248" y="1114920"/>
                </a:lnTo>
                <a:lnTo>
                  <a:pt x="465420" y="1114920"/>
                </a:lnTo>
                <a:lnTo>
                  <a:pt x="465592" y="1114920"/>
                </a:lnTo>
                <a:lnTo>
                  <a:pt x="465765" y="1114920"/>
                </a:lnTo>
                <a:lnTo>
                  <a:pt x="465936" y="1114920"/>
                </a:lnTo>
                <a:lnTo>
                  <a:pt x="466109" y="1114920"/>
                </a:lnTo>
                <a:lnTo>
                  <a:pt x="466281" y="1114920"/>
                </a:lnTo>
                <a:lnTo>
                  <a:pt x="466453" y="1114920"/>
                </a:lnTo>
                <a:lnTo>
                  <a:pt x="466626" y="1114920"/>
                </a:lnTo>
                <a:lnTo>
                  <a:pt x="466798" y="1114920"/>
                </a:lnTo>
                <a:lnTo>
                  <a:pt x="466970" y="1114920"/>
                </a:lnTo>
                <a:lnTo>
                  <a:pt x="467143" y="1114920"/>
                </a:lnTo>
                <a:lnTo>
                  <a:pt x="467315" y="1114920"/>
                </a:lnTo>
                <a:lnTo>
                  <a:pt x="467487" y="1114920"/>
                </a:lnTo>
                <a:lnTo>
                  <a:pt x="467659" y="1114920"/>
                </a:lnTo>
                <a:lnTo>
                  <a:pt x="467831" y="1114920"/>
                </a:lnTo>
                <a:lnTo>
                  <a:pt x="468004" y="1114920"/>
                </a:lnTo>
                <a:lnTo>
                  <a:pt x="468176" y="1114920"/>
                </a:lnTo>
                <a:lnTo>
                  <a:pt x="468348" y="1114920"/>
                </a:lnTo>
                <a:lnTo>
                  <a:pt x="468520" y="1114920"/>
                </a:lnTo>
                <a:lnTo>
                  <a:pt x="468693" y="1114920"/>
                </a:lnTo>
                <a:lnTo>
                  <a:pt x="468865" y="1114920"/>
                </a:lnTo>
                <a:lnTo>
                  <a:pt x="469037" y="1114920"/>
                </a:lnTo>
                <a:lnTo>
                  <a:pt x="469209" y="1114920"/>
                </a:lnTo>
                <a:lnTo>
                  <a:pt x="469382" y="1114920"/>
                </a:lnTo>
                <a:lnTo>
                  <a:pt x="469554" y="1114920"/>
                </a:lnTo>
                <a:lnTo>
                  <a:pt x="469726" y="1114920"/>
                </a:lnTo>
                <a:lnTo>
                  <a:pt x="469898" y="1114920"/>
                </a:lnTo>
                <a:lnTo>
                  <a:pt x="470071" y="1114920"/>
                </a:lnTo>
                <a:lnTo>
                  <a:pt x="470243" y="1114920"/>
                </a:lnTo>
                <a:lnTo>
                  <a:pt x="470415" y="1114920"/>
                </a:lnTo>
                <a:lnTo>
                  <a:pt x="470588" y="1114920"/>
                </a:lnTo>
                <a:lnTo>
                  <a:pt x="470759" y="1114920"/>
                </a:lnTo>
                <a:lnTo>
                  <a:pt x="470932" y="1114920"/>
                </a:lnTo>
                <a:lnTo>
                  <a:pt x="471104" y="1114920"/>
                </a:lnTo>
                <a:lnTo>
                  <a:pt x="471276" y="1114920"/>
                </a:lnTo>
                <a:lnTo>
                  <a:pt x="471449" y="1114920"/>
                </a:lnTo>
                <a:lnTo>
                  <a:pt x="471621" y="1114920"/>
                </a:lnTo>
                <a:lnTo>
                  <a:pt x="471793" y="1114920"/>
                </a:lnTo>
                <a:lnTo>
                  <a:pt x="471966" y="1114920"/>
                </a:lnTo>
                <a:lnTo>
                  <a:pt x="472137" y="1114920"/>
                </a:lnTo>
                <a:lnTo>
                  <a:pt x="472310" y="1114920"/>
                </a:lnTo>
                <a:lnTo>
                  <a:pt x="472482" y="1114920"/>
                </a:lnTo>
                <a:lnTo>
                  <a:pt x="472654" y="1114920"/>
                </a:lnTo>
                <a:lnTo>
                  <a:pt x="472827" y="1114920"/>
                </a:lnTo>
                <a:lnTo>
                  <a:pt x="472998" y="1114920"/>
                </a:lnTo>
                <a:lnTo>
                  <a:pt x="473171" y="1114920"/>
                </a:lnTo>
                <a:lnTo>
                  <a:pt x="473344" y="1114920"/>
                </a:lnTo>
                <a:lnTo>
                  <a:pt x="473515" y="1114920"/>
                </a:lnTo>
                <a:lnTo>
                  <a:pt x="473688" y="1114920"/>
                </a:lnTo>
                <a:lnTo>
                  <a:pt x="473861" y="1114920"/>
                </a:lnTo>
                <a:lnTo>
                  <a:pt x="474032" y="1114920"/>
                </a:lnTo>
                <a:lnTo>
                  <a:pt x="474205" y="1114920"/>
                </a:lnTo>
                <a:lnTo>
                  <a:pt x="474377" y="1114920"/>
                </a:lnTo>
                <a:lnTo>
                  <a:pt x="474549" y="1114920"/>
                </a:lnTo>
                <a:lnTo>
                  <a:pt x="474722" y="1114920"/>
                </a:lnTo>
                <a:lnTo>
                  <a:pt x="474893" y="1114920"/>
                </a:lnTo>
                <a:lnTo>
                  <a:pt x="475066" y="1114920"/>
                </a:lnTo>
                <a:lnTo>
                  <a:pt x="475239" y="1114920"/>
                </a:lnTo>
                <a:lnTo>
                  <a:pt x="475410" y="1114920"/>
                </a:lnTo>
                <a:lnTo>
                  <a:pt x="475583" y="1114920"/>
                </a:lnTo>
                <a:lnTo>
                  <a:pt x="475755" y="1114920"/>
                </a:lnTo>
                <a:lnTo>
                  <a:pt x="475927" y="1114920"/>
                </a:lnTo>
                <a:lnTo>
                  <a:pt x="476100" y="1114920"/>
                </a:lnTo>
                <a:lnTo>
                  <a:pt x="476271" y="1114920"/>
                </a:lnTo>
                <a:lnTo>
                  <a:pt x="476444" y="1114920"/>
                </a:lnTo>
                <a:lnTo>
                  <a:pt x="476616" y="1114920"/>
                </a:lnTo>
                <a:lnTo>
                  <a:pt x="476788" y="1114920"/>
                </a:lnTo>
                <a:lnTo>
                  <a:pt x="476961" y="1114920"/>
                </a:lnTo>
                <a:lnTo>
                  <a:pt x="477133" y="1114920"/>
                </a:lnTo>
                <a:lnTo>
                  <a:pt x="477305" y="1114920"/>
                </a:lnTo>
                <a:lnTo>
                  <a:pt x="477478" y="1114920"/>
                </a:lnTo>
                <a:lnTo>
                  <a:pt x="477650" y="1114920"/>
                </a:lnTo>
                <a:lnTo>
                  <a:pt x="477822" y="1114920"/>
                </a:lnTo>
                <a:lnTo>
                  <a:pt x="477994" y="1114920"/>
                </a:lnTo>
                <a:lnTo>
                  <a:pt x="478166" y="1114920"/>
                </a:lnTo>
                <a:lnTo>
                  <a:pt x="478339" y="1114920"/>
                </a:lnTo>
                <a:lnTo>
                  <a:pt x="478511" y="1114920"/>
                </a:lnTo>
                <a:lnTo>
                  <a:pt x="478683" y="1114920"/>
                </a:lnTo>
                <a:lnTo>
                  <a:pt x="478855" y="1114920"/>
                </a:lnTo>
                <a:lnTo>
                  <a:pt x="479028" y="1114920"/>
                </a:lnTo>
                <a:lnTo>
                  <a:pt x="479200" y="1114920"/>
                </a:lnTo>
                <a:lnTo>
                  <a:pt x="479372" y="1114920"/>
                </a:lnTo>
                <a:lnTo>
                  <a:pt x="479544" y="1114920"/>
                </a:lnTo>
                <a:lnTo>
                  <a:pt x="479717" y="1114920"/>
                </a:lnTo>
                <a:lnTo>
                  <a:pt x="479889" y="1114920"/>
                </a:lnTo>
                <a:lnTo>
                  <a:pt x="480061" y="1114920"/>
                </a:lnTo>
                <a:lnTo>
                  <a:pt x="480233" y="1114920"/>
                </a:lnTo>
                <a:lnTo>
                  <a:pt x="480406" y="1114920"/>
                </a:lnTo>
                <a:lnTo>
                  <a:pt x="480578" y="1114920"/>
                </a:lnTo>
                <a:lnTo>
                  <a:pt x="480750" y="1114920"/>
                </a:lnTo>
                <a:lnTo>
                  <a:pt x="480923" y="1114920"/>
                </a:lnTo>
                <a:lnTo>
                  <a:pt x="481094" y="1114920"/>
                </a:lnTo>
                <a:lnTo>
                  <a:pt x="481267" y="1114920"/>
                </a:lnTo>
                <a:lnTo>
                  <a:pt x="481439" y="1114920"/>
                </a:lnTo>
                <a:lnTo>
                  <a:pt x="481611" y="1114920"/>
                </a:lnTo>
                <a:lnTo>
                  <a:pt x="481784" y="1114920"/>
                </a:lnTo>
                <a:lnTo>
                  <a:pt x="481956" y="1114920"/>
                </a:lnTo>
                <a:lnTo>
                  <a:pt x="482128" y="1114920"/>
                </a:lnTo>
                <a:lnTo>
                  <a:pt x="482301" y="1114920"/>
                </a:lnTo>
                <a:lnTo>
                  <a:pt x="482472" y="1114920"/>
                </a:lnTo>
                <a:lnTo>
                  <a:pt x="482645" y="1114920"/>
                </a:lnTo>
                <a:lnTo>
                  <a:pt x="482817" y="1114920"/>
                </a:lnTo>
                <a:lnTo>
                  <a:pt x="482989" y="1114920"/>
                </a:lnTo>
                <a:lnTo>
                  <a:pt x="483162" y="1114920"/>
                </a:lnTo>
                <a:lnTo>
                  <a:pt x="483333" y="1114920"/>
                </a:lnTo>
                <a:lnTo>
                  <a:pt x="483506" y="1114920"/>
                </a:lnTo>
                <a:lnTo>
                  <a:pt x="483679" y="1114920"/>
                </a:lnTo>
                <a:lnTo>
                  <a:pt x="483850" y="1114920"/>
                </a:lnTo>
                <a:lnTo>
                  <a:pt x="484023" y="1114920"/>
                </a:lnTo>
                <a:lnTo>
                  <a:pt x="484196" y="1114920"/>
                </a:lnTo>
                <a:lnTo>
                  <a:pt x="484367" y="1114920"/>
                </a:lnTo>
                <a:lnTo>
                  <a:pt x="484540" y="1114920"/>
                </a:lnTo>
                <a:lnTo>
                  <a:pt x="484712" y="1114920"/>
                </a:lnTo>
                <a:lnTo>
                  <a:pt x="484884" y="1114920"/>
                </a:lnTo>
                <a:lnTo>
                  <a:pt x="485057" y="1114920"/>
                </a:lnTo>
                <a:lnTo>
                  <a:pt x="485228" y="1114920"/>
                </a:lnTo>
                <a:lnTo>
                  <a:pt x="485401" y="1114920"/>
                </a:lnTo>
                <a:lnTo>
                  <a:pt x="485574" y="1114920"/>
                </a:lnTo>
                <a:lnTo>
                  <a:pt x="485745" y="1114920"/>
                </a:lnTo>
                <a:lnTo>
                  <a:pt x="485918" y="1114920"/>
                </a:lnTo>
                <a:lnTo>
                  <a:pt x="486090" y="1114920"/>
                </a:lnTo>
                <a:lnTo>
                  <a:pt x="486262" y="1114920"/>
                </a:lnTo>
                <a:lnTo>
                  <a:pt x="486435" y="1114920"/>
                </a:lnTo>
                <a:lnTo>
                  <a:pt x="486606" y="1114920"/>
                </a:lnTo>
                <a:lnTo>
                  <a:pt x="486779" y="1114920"/>
                </a:lnTo>
                <a:lnTo>
                  <a:pt x="486951" y="1114920"/>
                </a:lnTo>
                <a:lnTo>
                  <a:pt x="487123" y="1114920"/>
                </a:lnTo>
                <a:lnTo>
                  <a:pt x="487296" y="1114920"/>
                </a:lnTo>
                <a:lnTo>
                  <a:pt x="487468" y="1114920"/>
                </a:lnTo>
                <a:lnTo>
                  <a:pt x="487640" y="1114920"/>
                </a:lnTo>
                <a:lnTo>
                  <a:pt x="487813" y="1114920"/>
                </a:lnTo>
                <a:lnTo>
                  <a:pt x="487985" y="1114920"/>
                </a:lnTo>
                <a:lnTo>
                  <a:pt x="488157" y="1114920"/>
                </a:lnTo>
                <a:lnTo>
                  <a:pt x="488329" y="1114920"/>
                </a:lnTo>
                <a:lnTo>
                  <a:pt x="488501" y="1114920"/>
                </a:lnTo>
                <a:lnTo>
                  <a:pt x="488674" y="1114920"/>
                </a:lnTo>
                <a:lnTo>
                  <a:pt x="488846" y="1114920"/>
                </a:lnTo>
                <a:lnTo>
                  <a:pt x="489018" y="1114920"/>
                </a:lnTo>
                <a:lnTo>
                  <a:pt x="489190" y="1114920"/>
                </a:lnTo>
                <a:lnTo>
                  <a:pt x="489363" y="1114920"/>
                </a:lnTo>
                <a:lnTo>
                  <a:pt x="489535" y="1114920"/>
                </a:lnTo>
                <a:lnTo>
                  <a:pt x="489707" y="1114920"/>
                </a:lnTo>
                <a:lnTo>
                  <a:pt x="489879" y="1114920"/>
                </a:lnTo>
                <a:lnTo>
                  <a:pt x="490052" y="1114920"/>
                </a:lnTo>
                <a:lnTo>
                  <a:pt x="490224" y="1114920"/>
                </a:lnTo>
                <a:lnTo>
                  <a:pt x="490396" y="1114920"/>
                </a:lnTo>
                <a:lnTo>
                  <a:pt x="490568" y="1114920"/>
                </a:lnTo>
                <a:lnTo>
                  <a:pt x="490741" y="1114920"/>
                </a:lnTo>
                <a:lnTo>
                  <a:pt x="490913" y="1114920"/>
                </a:lnTo>
                <a:lnTo>
                  <a:pt x="491085" y="1114920"/>
                </a:lnTo>
                <a:lnTo>
                  <a:pt x="491258" y="1114920"/>
                </a:lnTo>
                <a:lnTo>
                  <a:pt x="491429" y="1114920"/>
                </a:lnTo>
                <a:lnTo>
                  <a:pt x="491602" y="1114920"/>
                </a:lnTo>
                <a:lnTo>
                  <a:pt x="491774" y="1114920"/>
                </a:lnTo>
                <a:lnTo>
                  <a:pt x="491946" y="1114920"/>
                </a:lnTo>
                <a:lnTo>
                  <a:pt x="492119" y="1114920"/>
                </a:lnTo>
                <a:lnTo>
                  <a:pt x="492291" y="1114920"/>
                </a:lnTo>
                <a:lnTo>
                  <a:pt x="492463" y="1114920"/>
                </a:lnTo>
                <a:lnTo>
                  <a:pt x="492636" y="1114920"/>
                </a:lnTo>
                <a:lnTo>
                  <a:pt x="492807" y="1114920"/>
                </a:lnTo>
                <a:lnTo>
                  <a:pt x="492980" y="1114920"/>
                </a:lnTo>
                <a:lnTo>
                  <a:pt x="493152" y="1114920"/>
                </a:lnTo>
                <a:lnTo>
                  <a:pt x="493324" y="1114920"/>
                </a:lnTo>
                <a:lnTo>
                  <a:pt x="493497" y="1114920"/>
                </a:lnTo>
                <a:lnTo>
                  <a:pt x="493669" y="1114920"/>
                </a:lnTo>
                <a:lnTo>
                  <a:pt x="493841" y="1114920"/>
                </a:lnTo>
                <a:lnTo>
                  <a:pt x="494014" y="1114920"/>
                </a:lnTo>
                <a:lnTo>
                  <a:pt x="494185" y="1114920"/>
                </a:lnTo>
                <a:lnTo>
                  <a:pt x="494358" y="1114920"/>
                </a:lnTo>
                <a:lnTo>
                  <a:pt x="494531" y="1114920"/>
                </a:lnTo>
                <a:lnTo>
                  <a:pt x="494702" y="1114920"/>
                </a:lnTo>
                <a:lnTo>
                  <a:pt x="494875" y="1114920"/>
                </a:lnTo>
                <a:lnTo>
                  <a:pt x="495047" y="1114920"/>
                </a:lnTo>
                <a:lnTo>
                  <a:pt x="495219" y="1114920"/>
                </a:lnTo>
                <a:lnTo>
                  <a:pt x="495392" y="1114920"/>
                </a:lnTo>
                <a:lnTo>
                  <a:pt x="495563" y="1114920"/>
                </a:lnTo>
                <a:lnTo>
                  <a:pt x="495736" y="1114920"/>
                </a:lnTo>
                <a:lnTo>
                  <a:pt x="495909" y="1114920"/>
                </a:lnTo>
                <a:lnTo>
                  <a:pt x="496080" y="1114920"/>
                </a:lnTo>
                <a:lnTo>
                  <a:pt x="496253" y="1114920"/>
                </a:lnTo>
                <a:lnTo>
                  <a:pt x="496425" y="1114920"/>
                </a:lnTo>
                <a:lnTo>
                  <a:pt x="496597" y="1114920"/>
                </a:lnTo>
                <a:lnTo>
                  <a:pt x="496770" y="1114920"/>
                </a:lnTo>
                <a:lnTo>
                  <a:pt x="496941" y="1114920"/>
                </a:lnTo>
                <a:lnTo>
                  <a:pt x="497114" y="1114920"/>
                </a:lnTo>
                <a:lnTo>
                  <a:pt x="497286" y="1114920"/>
                </a:lnTo>
                <a:lnTo>
                  <a:pt x="497458" y="1114920"/>
                </a:lnTo>
                <a:lnTo>
                  <a:pt x="497631" y="1114920"/>
                </a:lnTo>
                <a:lnTo>
                  <a:pt x="497803" y="1114920"/>
                </a:lnTo>
                <a:lnTo>
                  <a:pt x="497975" y="1114920"/>
                </a:lnTo>
                <a:lnTo>
                  <a:pt x="498148" y="1114920"/>
                </a:lnTo>
                <a:lnTo>
                  <a:pt x="498320" y="1114920"/>
                </a:lnTo>
                <a:lnTo>
                  <a:pt x="498492" y="1114920"/>
                </a:lnTo>
                <a:lnTo>
                  <a:pt x="498664" y="1114920"/>
                </a:lnTo>
                <a:lnTo>
                  <a:pt x="498836" y="1114920"/>
                </a:lnTo>
                <a:lnTo>
                  <a:pt x="499009" y="1114920"/>
                </a:lnTo>
                <a:lnTo>
                  <a:pt x="499181" y="1114920"/>
                </a:lnTo>
                <a:lnTo>
                  <a:pt x="499353" y="1114920"/>
                </a:lnTo>
                <a:lnTo>
                  <a:pt x="499525" y="1114920"/>
                </a:lnTo>
                <a:lnTo>
                  <a:pt x="499698" y="1114920"/>
                </a:lnTo>
                <a:lnTo>
                  <a:pt x="499870" y="1114920"/>
                </a:lnTo>
                <a:lnTo>
                  <a:pt x="500042" y="1114920"/>
                </a:lnTo>
                <a:lnTo>
                  <a:pt x="500215" y="1114920"/>
                </a:lnTo>
                <a:lnTo>
                  <a:pt x="500387" y="1114920"/>
                </a:lnTo>
                <a:lnTo>
                  <a:pt x="500559" y="1114920"/>
                </a:lnTo>
                <a:lnTo>
                  <a:pt x="500731" y="1114920"/>
                </a:lnTo>
                <a:lnTo>
                  <a:pt x="500903" y="1114920"/>
                </a:lnTo>
                <a:lnTo>
                  <a:pt x="501076" y="1114920"/>
                </a:lnTo>
                <a:lnTo>
                  <a:pt x="501248" y="1114920"/>
                </a:lnTo>
                <a:lnTo>
                  <a:pt x="501420" y="1114920"/>
                </a:lnTo>
                <a:lnTo>
                  <a:pt x="501593" y="1114920"/>
                </a:lnTo>
                <a:lnTo>
                  <a:pt x="501765" y="1114920"/>
                </a:lnTo>
                <a:lnTo>
                  <a:pt x="501937" y="1114920"/>
                </a:lnTo>
                <a:lnTo>
                  <a:pt x="502109" y="1114920"/>
                </a:lnTo>
                <a:lnTo>
                  <a:pt x="502281" y="1114920"/>
                </a:lnTo>
                <a:lnTo>
                  <a:pt x="502454" y="1114920"/>
                </a:lnTo>
                <a:lnTo>
                  <a:pt x="502626" y="1114920"/>
                </a:lnTo>
                <a:lnTo>
                  <a:pt x="502798" y="1114920"/>
                </a:lnTo>
                <a:lnTo>
                  <a:pt x="502971" y="1114920"/>
                </a:lnTo>
                <a:lnTo>
                  <a:pt x="503142" y="1114920"/>
                </a:lnTo>
                <a:lnTo>
                  <a:pt x="503315" y="1114920"/>
                </a:lnTo>
                <a:lnTo>
                  <a:pt x="503487" y="1114920"/>
                </a:lnTo>
                <a:lnTo>
                  <a:pt x="503659" y="1114920"/>
                </a:lnTo>
                <a:lnTo>
                  <a:pt x="503832" y="1114920"/>
                </a:lnTo>
                <a:lnTo>
                  <a:pt x="504004" y="1114920"/>
                </a:lnTo>
                <a:lnTo>
                  <a:pt x="504176" y="1114920"/>
                </a:lnTo>
                <a:lnTo>
                  <a:pt x="504349" y="1114920"/>
                </a:lnTo>
                <a:lnTo>
                  <a:pt x="504520" y="1114920"/>
                </a:lnTo>
                <a:lnTo>
                  <a:pt x="504693" y="1114920"/>
                </a:lnTo>
                <a:lnTo>
                  <a:pt x="504866" y="1114920"/>
                </a:lnTo>
                <a:lnTo>
                  <a:pt x="505037" y="1114920"/>
                </a:lnTo>
                <a:lnTo>
                  <a:pt x="505210" y="1114920"/>
                </a:lnTo>
                <a:lnTo>
                  <a:pt x="505382" y="1114920"/>
                </a:lnTo>
                <a:lnTo>
                  <a:pt x="505554" y="1114920"/>
                </a:lnTo>
                <a:lnTo>
                  <a:pt x="505727" y="1114920"/>
                </a:lnTo>
                <a:lnTo>
                  <a:pt x="505898" y="1114920"/>
                </a:lnTo>
                <a:lnTo>
                  <a:pt x="506071" y="1114920"/>
                </a:lnTo>
                <a:lnTo>
                  <a:pt x="506244" y="1114920"/>
                </a:lnTo>
                <a:lnTo>
                  <a:pt x="506415" y="1114920"/>
                </a:lnTo>
                <a:lnTo>
                  <a:pt x="506588" y="1114920"/>
                </a:lnTo>
                <a:lnTo>
                  <a:pt x="506760" y="1114920"/>
                </a:lnTo>
                <a:lnTo>
                  <a:pt x="506932" y="1114920"/>
                </a:lnTo>
                <a:lnTo>
                  <a:pt x="507105" y="1114920"/>
                </a:lnTo>
                <a:lnTo>
                  <a:pt x="507277" y="1114920"/>
                </a:lnTo>
                <a:lnTo>
                  <a:pt x="507449" y="1114920"/>
                </a:lnTo>
                <a:lnTo>
                  <a:pt x="507621" y="1114920"/>
                </a:lnTo>
                <a:lnTo>
                  <a:pt x="507793" y="1114920"/>
                </a:lnTo>
                <a:lnTo>
                  <a:pt x="507966" y="1114920"/>
                </a:lnTo>
                <a:lnTo>
                  <a:pt x="508138" y="1114920"/>
                </a:lnTo>
                <a:lnTo>
                  <a:pt x="508310" y="1114920"/>
                </a:lnTo>
                <a:lnTo>
                  <a:pt x="508483" y="1114920"/>
                </a:lnTo>
                <a:lnTo>
                  <a:pt x="508655" y="1114920"/>
                </a:lnTo>
                <a:lnTo>
                  <a:pt x="508827" y="1114920"/>
                </a:lnTo>
                <a:lnTo>
                  <a:pt x="508999" y="1114920"/>
                </a:lnTo>
                <a:lnTo>
                  <a:pt x="509171" y="1114920"/>
                </a:lnTo>
                <a:lnTo>
                  <a:pt x="509344" y="1114920"/>
                </a:lnTo>
                <a:lnTo>
                  <a:pt x="509516" y="1114920"/>
                </a:lnTo>
                <a:lnTo>
                  <a:pt x="509688" y="1114920"/>
                </a:lnTo>
                <a:lnTo>
                  <a:pt x="509860" y="1114920"/>
                </a:lnTo>
                <a:lnTo>
                  <a:pt x="510033" y="1114920"/>
                </a:lnTo>
                <a:lnTo>
                  <a:pt x="510205" y="1114920"/>
                </a:lnTo>
                <a:lnTo>
                  <a:pt x="510377" y="1114920"/>
                </a:lnTo>
                <a:lnTo>
                  <a:pt x="510549" y="1114920"/>
                </a:lnTo>
                <a:lnTo>
                  <a:pt x="510722" y="1114920"/>
                </a:lnTo>
                <a:lnTo>
                  <a:pt x="510894" y="1114920"/>
                </a:lnTo>
                <a:lnTo>
                  <a:pt x="511066" y="1114920"/>
                </a:lnTo>
                <a:lnTo>
                  <a:pt x="511238" y="1114920"/>
                </a:lnTo>
                <a:lnTo>
                  <a:pt x="511411" y="1114920"/>
                </a:lnTo>
                <a:lnTo>
                  <a:pt x="511583" y="1114920"/>
                </a:lnTo>
                <a:lnTo>
                  <a:pt x="511755" y="1114920"/>
                </a:lnTo>
                <a:lnTo>
                  <a:pt x="511928" y="1114920"/>
                </a:lnTo>
                <a:lnTo>
                  <a:pt x="512100" y="1114920"/>
                </a:lnTo>
                <a:lnTo>
                  <a:pt x="512272" y="1114920"/>
                </a:lnTo>
                <a:lnTo>
                  <a:pt x="512444" y="1114920"/>
                </a:lnTo>
                <a:lnTo>
                  <a:pt x="512616" y="1114920"/>
                </a:lnTo>
                <a:lnTo>
                  <a:pt x="512789" y="1114920"/>
                </a:lnTo>
                <a:lnTo>
                  <a:pt x="512961" y="1114920"/>
                </a:lnTo>
                <a:lnTo>
                  <a:pt x="513133" y="1114920"/>
                </a:lnTo>
                <a:lnTo>
                  <a:pt x="513306" y="1114920"/>
                </a:lnTo>
                <a:lnTo>
                  <a:pt x="513477" y="1114920"/>
                </a:lnTo>
                <a:lnTo>
                  <a:pt x="513650" y="1114920"/>
                </a:lnTo>
                <a:lnTo>
                  <a:pt x="513822" y="1114920"/>
                </a:lnTo>
                <a:lnTo>
                  <a:pt x="513994" y="1114920"/>
                </a:lnTo>
                <a:lnTo>
                  <a:pt x="514167" y="1114920"/>
                </a:lnTo>
                <a:lnTo>
                  <a:pt x="514339" y="1114920"/>
                </a:lnTo>
                <a:lnTo>
                  <a:pt x="514511" y="1114920"/>
                </a:lnTo>
                <a:lnTo>
                  <a:pt x="514684" y="1114920"/>
                </a:lnTo>
                <a:lnTo>
                  <a:pt x="514855" y="1114920"/>
                </a:lnTo>
                <a:lnTo>
                  <a:pt x="515028" y="1114920"/>
                </a:lnTo>
                <a:lnTo>
                  <a:pt x="515201" y="1114920"/>
                </a:lnTo>
                <a:lnTo>
                  <a:pt x="515372" y="1114920"/>
                </a:lnTo>
                <a:lnTo>
                  <a:pt x="515545" y="1114920"/>
                </a:lnTo>
                <a:lnTo>
                  <a:pt x="515717" y="1114920"/>
                </a:lnTo>
                <a:lnTo>
                  <a:pt x="515889" y="1114920"/>
                </a:lnTo>
                <a:lnTo>
                  <a:pt x="516062" y="1114920"/>
                </a:lnTo>
                <a:lnTo>
                  <a:pt x="516233" y="1114920"/>
                </a:lnTo>
                <a:lnTo>
                  <a:pt x="516406" y="1114920"/>
                </a:lnTo>
                <a:lnTo>
                  <a:pt x="516579" y="1114920"/>
                </a:lnTo>
                <a:lnTo>
                  <a:pt x="516750" y="1114920"/>
                </a:lnTo>
                <a:lnTo>
                  <a:pt x="516923" y="1114920"/>
                </a:lnTo>
                <a:lnTo>
                  <a:pt x="517095" y="1114920"/>
                </a:lnTo>
                <a:lnTo>
                  <a:pt x="517267" y="1114920"/>
                </a:lnTo>
                <a:lnTo>
                  <a:pt x="517440" y="1114920"/>
                </a:lnTo>
                <a:lnTo>
                  <a:pt x="517612" y="1114920"/>
                </a:lnTo>
                <a:lnTo>
                  <a:pt x="517784" y="1114920"/>
                </a:lnTo>
                <a:lnTo>
                  <a:pt x="517956" y="1114920"/>
                </a:lnTo>
                <a:lnTo>
                  <a:pt x="518128" y="1114920"/>
                </a:lnTo>
                <a:lnTo>
                  <a:pt x="518301" y="1114920"/>
                </a:lnTo>
                <a:lnTo>
                  <a:pt x="518473" y="1114920"/>
                </a:lnTo>
                <a:lnTo>
                  <a:pt x="518645" y="1114920"/>
                </a:lnTo>
                <a:lnTo>
                  <a:pt x="518818" y="1114920"/>
                </a:lnTo>
                <a:lnTo>
                  <a:pt x="518990" y="1114920"/>
                </a:lnTo>
                <a:lnTo>
                  <a:pt x="519162" y="1114920"/>
                </a:lnTo>
                <a:lnTo>
                  <a:pt x="519334" y="1114920"/>
                </a:lnTo>
                <a:lnTo>
                  <a:pt x="519506" y="1114920"/>
                </a:lnTo>
                <a:lnTo>
                  <a:pt x="519679" y="1114920"/>
                </a:lnTo>
                <a:lnTo>
                  <a:pt x="519851" y="1114920"/>
                </a:lnTo>
                <a:lnTo>
                  <a:pt x="520023" y="1114920"/>
                </a:lnTo>
                <a:lnTo>
                  <a:pt x="520196" y="1114920"/>
                </a:lnTo>
                <a:lnTo>
                  <a:pt x="520368" y="1114920"/>
                </a:lnTo>
                <a:lnTo>
                  <a:pt x="520540" y="1114920"/>
                </a:lnTo>
                <a:lnTo>
                  <a:pt x="520712" y="1114920"/>
                </a:lnTo>
                <a:lnTo>
                  <a:pt x="520884" y="1114920"/>
                </a:lnTo>
                <a:lnTo>
                  <a:pt x="521057" y="1114920"/>
                </a:lnTo>
                <a:lnTo>
                  <a:pt x="521229" y="1114920"/>
                </a:lnTo>
                <a:lnTo>
                  <a:pt x="521401" y="1114920"/>
                </a:lnTo>
                <a:lnTo>
                  <a:pt x="521573" y="1114920"/>
                </a:lnTo>
                <a:lnTo>
                  <a:pt x="521746" y="1114920"/>
                </a:lnTo>
                <a:lnTo>
                  <a:pt x="521918" y="1114920"/>
                </a:lnTo>
                <a:lnTo>
                  <a:pt x="522090" y="1114920"/>
                </a:lnTo>
                <a:lnTo>
                  <a:pt x="522263" y="1114920"/>
                </a:lnTo>
                <a:lnTo>
                  <a:pt x="522435" y="1114920"/>
                </a:lnTo>
                <a:lnTo>
                  <a:pt x="522607" y="1114920"/>
                </a:lnTo>
                <a:lnTo>
                  <a:pt x="522779" y="1114920"/>
                </a:lnTo>
                <a:lnTo>
                  <a:pt x="522951" y="1114920"/>
                </a:lnTo>
                <a:lnTo>
                  <a:pt x="523124" y="1114920"/>
                </a:lnTo>
                <a:lnTo>
                  <a:pt x="523296" y="1114920"/>
                </a:lnTo>
                <a:lnTo>
                  <a:pt x="523468" y="1114920"/>
                </a:lnTo>
                <a:lnTo>
                  <a:pt x="523641" y="1114920"/>
                </a:lnTo>
                <a:lnTo>
                  <a:pt x="523812" y="1114920"/>
                </a:lnTo>
                <a:lnTo>
                  <a:pt x="523985" y="1114920"/>
                </a:lnTo>
                <a:lnTo>
                  <a:pt x="524157" y="1114920"/>
                </a:lnTo>
                <a:lnTo>
                  <a:pt x="524329" y="1114920"/>
                </a:lnTo>
                <a:lnTo>
                  <a:pt x="524502" y="1114920"/>
                </a:lnTo>
                <a:lnTo>
                  <a:pt x="524674" y="1114920"/>
                </a:lnTo>
                <a:lnTo>
                  <a:pt x="524846" y="1114920"/>
                </a:lnTo>
                <a:lnTo>
                  <a:pt x="525019" y="1114920"/>
                </a:lnTo>
                <a:lnTo>
                  <a:pt x="525190" y="1114920"/>
                </a:lnTo>
                <a:lnTo>
                  <a:pt x="525363" y="1114920"/>
                </a:lnTo>
                <a:lnTo>
                  <a:pt x="525536" y="1114920"/>
                </a:lnTo>
                <a:lnTo>
                  <a:pt x="525707" y="1114920"/>
                </a:lnTo>
                <a:lnTo>
                  <a:pt x="525880" y="1114920"/>
                </a:lnTo>
                <a:lnTo>
                  <a:pt x="526052" y="1114920"/>
                </a:lnTo>
                <a:lnTo>
                  <a:pt x="526224" y="1114920"/>
                </a:lnTo>
                <a:lnTo>
                  <a:pt x="526397" y="1114920"/>
                </a:lnTo>
                <a:lnTo>
                  <a:pt x="526568" y="1114920"/>
                </a:lnTo>
                <a:lnTo>
                  <a:pt x="526741" y="1114920"/>
                </a:lnTo>
                <a:lnTo>
                  <a:pt x="526914" y="1114920"/>
                </a:lnTo>
                <a:lnTo>
                  <a:pt x="527085" y="1114920"/>
                </a:lnTo>
                <a:lnTo>
                  <a:pt x="527258" y="1114920"/>
                </a:lnTo>
                <a:lnTo>
                  <a:pt x="527430" y="1114920"/>
                </a:lnTo>
                <a:lnTo>
                  <a:pt x="527602" y="1114920"/>
                </a:lnTo>
                <a:lnTo>
                  <a:pt x="527775" y="1114920"/>
                </a:lnTo>
                <a:lnTo>
                  <a:pt x="527947" y="1114920"/>
                </a:lnTo>
                <a:lnTo>
                  <a:pt x="528119" y="1114920"/>
                </a:lnTo>
                <a:lnTo>
                  <a:pt x="528292" y="1114920"/>
                </a:lnTo>
                <a:lnTo>
                  <a:pt x="528463" y="1114920"/>
                </a:lnTo>
                <a:lnTo>
                  <a:pt x="528636" y="1114920"/>
                </a:lnTo>
                <a:lnTo>
                  <a:pt x="528808" y="1114920"/>
                </a:lnTo>
                <a:lnTo>
                  <a:pt x="528980" y="1114920"/>
                </a:lnTo>
                <a:lnTo>
                  <a:pt x="529153" y="1114920"/>
                </a:lnTo>
                <a:lnTo>
                  <a:pt x="529325" y="1114920"/>
                </a:lnTo>
                <a:lnTo>
                  <a:pt x="529497" y="1114920"/>
                </a:lnTo>
                <a:lnTo>
                  <a:pt x="529669" y="1114920"/>
                </a:lnTo>
                <a:lnTo>
                  <a:pt x="529841" y="1114920"/>
                </a:lnTo>
                <a:lnTo>
                  <a:pt x="530014" y="1114920"/>
                </a:lnTo>
                <a:lnTo>
                  <a:pt x="530186" y="1114920"/>
                </a:lnTo>
                <a:lnTo>
                  <a:pt x="530358" y="1114920"/>
                </a:lnTo>
                <a:lnTo>
                  <a:pt x="530531" y="1114920"/>
                </a:lnTo>
                <a:lnTo>
                  <a:pt x="530703" y="1114920"/>
                </a:lnTo>
                <a:lnTo>
                  <a:pt x="530875" y="1114920"/>
                </a:lnTo>
                <a:lnTo>
                  <a:pt x="531047" y="1114920"/>
                </a:lnTo>
                <a:lnTo>
                  <a:pt x="531220" y="1114920"/>
                </a:lnTo>
                <a:lnTo>
                  <a:pt x="531392" y="1114920"/>
                </a:lnTo>
                <a:lnTo>
                  <a:pt x="531564" y="1114920"/>
                </a:lnTo>
                <a:lnTo>
                  <a:pt x="531736" y="1114920"/>
                </a:lnTo>
                <a:lnTo>
                  <a:pt x="531908" y="1114920"/>
                </a:lnTo>
                <a:lnTo>
                  <a:pt x="532081" y="1114920"/>
                </a:lnTo>
                <a:lnTo>
                  <a:pt x="532253" y="1114920"/>
                </a:lnTo>
                <a:lnTo>
                  <a:pt x="532425" y="1114920"/>
                </a:lnTo>
                <a:lnTo>
                  <a:pt x="532598" y="1114920"/>
                </a:lnTo>
                <a:lnTo>
                  <a:pt x="532770" y="1114920"/>
                </a:lnTo>
                <a:lnTo>
                  <a:pt x="532942" y="1114920"/>
                </a:lnTo>
                <a:lnTo>
                  <a:pt x="533114" y="1114920"/>
                </a:lnTo>
                <a:lnTo>
                  <a:pt x="533286" y="1114920"/>
                </a:lnTo>
                <a:lnTo>
                  <a:pt x="533459" y="1114920"/>
                </a:lnTo>
                <a:lnTo>
                  <a:pt x="533631" y="1114920"/>
                </a:lnTo>
                <a:lnTo>
                  <a:pt x="533803" y="1114920"/>
                </a:lnTo>
                <a:lnTo>
                  <a:pt x="533976" y="1114920"/>
                </a:lnTo>
                <a:lnTo>
                  <a:pt x="534147" y="1114920"/>
                </a:lnTo>
                <a:lnTo>
                  <a:pt x="534320" y="1114920"/>
                </a:lnTo>
                <a:lnTo>
                  <a:pt x="534493" y="1114920"/>
                </a:lnTo>
                <a:lnTo>
                  <a:pt x="534664" y="1114920"/>
                </a:lnTo>
                <a:lnTo>
                  <a:pt x="534837" y="1114920"/>
                </a:lnTo>
                <a:lnTo>
                  <a:pt x="535009" y="1114920"/>
                </a:lnTo>
                <a:lnTo>
                  <a:pt x="535181" y="1114920"/>
                </a:lnTo>
                <a:lnTo>
                  <a:pt x="535354" y="1114920"/>
                </a:lnTo>
                <a:lnTo>
                  <a:pt x="535525" y="1114920"/>
                </a:lnTo>
                <a:lnTo>
                  <a:pt x="535698" y="1114920"/>
                </a:lnTo>
                <a:lnTo>
                  <a:pt x="535871" y="1114920"/>
                </a:lnTo>
                <a:lnTo>
                  <a:pt x="536042" y="1114920"/>
                </a:lnTo>
                <a:lnTo>
                  <a:pt x="536215" y="1114920"/>
                </a:lnTo>
                <a:lnTo>
                  <a:pt x="536387" y="1114920"/>
                </a:lnTo>
                <a:lnTo>
                  <a:pt x="536559" y="1114920"/>
                </a:lnTo>
                <a:lnTo>
                  <a:pt x="536732" y="1114920"/>
                </a:lnTo>
                <a:lnTo>
                  <a:pt x="536903" y="1114920"/>
                </a:lnTo>
                <a:lnTo>
                  <a:pt x="537076" y="1114920"/>
                </a:lnTo>
                <a:lnTo>
                  <a:pt x="537249" y="1114920"/>
                </a:lnTo>
                <a:lnTo>
                  <a:pt x="537420" y="1114920"/>
                </a:lnTo>
                <a:lnTo>
                  <a:pt x="537593" y="1114920"/>
                </a:lnTo>
                <a:lnTo>
                  <a:pt x="537765" y="1114920"/>
                </a:lnTo>
                <a:lnTo>
                  <a:pt x="537937" y="1114920"/>
                </a:lnTo>
                <a:lnTo>
                  <a:pt x="538110" y="1114920"/>
                </a:lnTo>
                <a:lnTo>
                  <a:pt x="538282" y="1114920"/>
                </a:lnTo>
                <a:lnTo>
                  <a:pt x="538454" y="1114920"/>
                </a:lnTo>
                <a:lnTo>
                  <a:pt x="538627" y="1114920"/>
                </a:lnTo>
                <a:lnTo>
                  <a:pt x="538798" y="1114920"/>
                </a:lnTo>
                <a:lnTo>
                  <a:pt x="538971" y="1114920"/>
                </a:lnTo>
                <a:lnTo>
                  <a:pt x="539143" y="1114920"/>
                </a:lnTo>
                <a:lnTo>
                  <a:pt x="539315" y="1114920"/>
                </a:lnTo>
                <a:lnTo>
                  <a:pt x="539488" y="1114920"/>
                </a:lnTo>
                <a:lnTo>
                  <a:pt x="539660" y="1114920"/>
                </a:lnTo>
                <a:lnTo>
                  <a:pt x="539832" y="1114920"/>
                </a:lnTo>
                <a:lnTo>
                  <a:pt x="540004" y="1114920"/>
                </a:lnTo>
                <a:lnTo>
                  <a:pt x="540176" y="1114920"/>
                </a:lnTo>
                <a:lnTo>
                  <a:pt x="540349" y="1114920"/>
                </a:lnTo>
                <a:lnTo>
                  <a:pt x="540521" y="1114920"/>
                </a:lnTo>
                <a:lnTo>
                  <a:pt x="540693" y="1114920"/>
                </a:lnTo>
                <a:lnTo>
                  <a:pt x="540866" y="1114920"/>
                </a:lnTo>
                <a:lnTo>
                  <a:pt x="541038" y="1114920"/>
                </a:lnTo>
                <a:lnTo>
                  <a:pt x="541210" y="1114920"/>
                </a:lnTo>
                <a:lnTo>
                  <a:pt x="541382" y="1114920"/>
                </a:lnTo>
                <a:lnTo>
                  <a:pt x="541555" y="1114920"/>
                </a:lnTo>
                <a:lnTo>
                  <a:pt x="541727" y="1114920"/>
                </a:lnTo>
                <a:lnTo>
                  <a:pt x="541899" y="1114920"/>
                </a:lnTo>
                <a:lnTo>
                  <a:pt x="542071" y="1114920"/>
                </a:lnTo>
                <a:lnTo>
                  <a:pt x="542243" y="1114920"/>
                </a:lnTo>
                <a:lnTo>
                  <a:pt x="542416" y="1114920"/>
                </a:lnTo>
                <a:lnTo>
                  <a:pt x="542588" y="1114920"/>
                </a:lnTo>
                <a:lnTo>
                  <a:pt x="542760" y="1114920"/>
                </a:lnTo>
                <a:lnTo>
                  <a:pt x="542933" y="1114920"/>
                </a:lnTo>
                <a:lnTo>
                  <a:pt x="543105" y="1114920"/>
                </a:lnTo>
                <a:lnTo>
                  <a:pt x="543277" y="1114920"/>
                </a:lnTo>
                <a:lnTo>
                  <a:pt x="543449" y="1114920"/>
                </a:lnTo>
                <a:lnTo>
                  <a:pt x="543621" y="1114920"/>
                </a:lnTo>
                <a:lnTo>
                  <a:pt x="543794" y="1114920"/>
                </a:lnTo>
                <a:lnTo>
                  <a:pt x="543966" y="1114920"/>
                </a:lnTo>
                <a:lnTo>
                  <a:pt x="544138" y="1114920"/>
                </a:lnTo>
                <a:lnTo>
                  <a:pt x="544311" y="1114920"/>
                </a:lnTo>
                <a:lnTo>
                  <a:pt x="544482" y="1114920"/>
                </a:lnTo>
                <a:lnTo>
                  <a:pt x="544655" y="1114920"/>
                </a:lnTo>
                <a:lnTo>
                  <a:pt x="544828" y="1114920"/>
                </a:lnTo>
                <a:lnTo>
                  <a:pt x="544999" y="1114920"/>
                </a:lnTo>
                <a:lnTo>
                  <a:pt x="545172" y="1114920"/>
                </a:lnTo>
                <a:lnTo>
                  <a:pt x="545344" y="1114920"/>
                </a:lnTo>
                <a:lnTo>
                  <a:pt x="545516" y="1114920"/>
                </a:lnTo>
                <a:lnTo>
                  <a:pt x="545689" y="1114920"/>
                </a:lnTo>
                <a:lnTo>
                  <a:pt x="545860" y="1114920"/>
                </a:lnTo>
                <a:lnTo>
                  <a:pt x="546033" y="1114920"/>
                </a:lnTo>
                <a:lnTo>
                  <a:pt x="546206" y="1114920"/>
                </a:lnTo>
                <a:lnTo>
                  <a:pt x="546377" y="1114920"/>
                </a:lnTo>
                <a:lnTo>
                  <a:pt x="546550" y="1114920"/>
                </a:lnTo>
                <a:lnTo>
                  <a:pt x="546722" y="1114920"/>
                </a:lnTo>
                <a:lnTo>
                  <a:pt x="546894" y="1114920"/>
                </a:lnTo>
                <a:lnTo>
                  <a:pt x="547067" y="1114920"/>
                </a:lnTo>
                <a:lnTo>
                  <a:pt x="547238" y="1114920"/>
                </a:lnTo>
                <a:lnTo>
                  <a:pt x="547411" y="1114920"/>
                </a:lnTo>
                <a:lnTo>
                  <a:pt x="547584" y="1114920"/>
                </a:lnTo>
                <a:lnTo>
                  <a:pt x="547755" y="1114920"/>
                </a:lnTo>
                <a:lnTo>
                  <a:pt x="547928" y="1114920"/>
                </a:lnTo>
                <a:lnTo>
                  <a:pt x="548100" y="1114920"/>
                </a:lnTo>
                <a:lnTo>
                  <a:pt x="548272" y="1114920"/>
                </a:lnTo>
                <a:lnTo>
                  <a:pt x="548445" y="1114920"/>
                </a:lnTo>
                <a:lnTo>
                  <a:pt x="548617" y="1114920"/>
                </a:lnTo>
                <a:lnTo>
                  <a:pt x="548789" y="1114920"/>
                </a:lnTo>
                <a:lnTo>
                  <a:pt x="548962" y="1114920"/>
                </a:lnTo>
                <a:lnTo>
                  <a:pt x="549133" y="1114920"/>
                </a:lnTo>
                <a:lnTo>
                  <a:pt x="549306" y="1114920"/>
                </a:lnTo>
                <a:lnTo>
                  <a:pt x="549478" y="1114920"/>
                </a:lnTo>
                <a:lnTo>
                  <a:pt x="549650" y="1114920"/>
                </a:lnTo>
                <a:lnTo>
                  <a:pt x="549823" y="1114920"/>
                </a:lnTo>
                <a:lnTo>
                  <a:pt x="549995" y="1114920"/>
                </a:lnTo>
                <a:lnTo>
                  <a:pt x="550167" y="1114920"/>
                </a:lnTo>
                <a:lnTo>
                  <a:pt x="550339" y="1114920"/>
                </a:lnTo>
                <a:lnTo>
                  <a:pt x="550511" y="1114920"/>
                </a:lnTo>
                <a:lnTo>
                  <a:pt x="550684" y="1114920"/>
                </a:lnTo>
                <a:lnTo>
                  <a:pt x="550856" y="1114920"/>
                </a:lnTo>
                <a:lnTo>
                  <a:pt x="551028" y="1114920"/>
                </a:lnTo>
                <a:lnTo>
                  <a:pt x="551201" y="1114920"/>
                </a:lnTo>
                <a:lnTo>
                  <a:pt x="551373" y="1114920"/>
                </a:lnTo>
                <a:lnTo>
                  <a:pt x="551545" y="1114920"/>
                </a:lnTo>
                <a:lnTo>
                  <a:pt x="551717" y="1114920"/>
                </a:lnTo>
                <a:lnTo>
                  <a:pt x="551890" y="1114920"/>
                </a:lnTo>
                <a:lnTo>
                  <a:pt x="552062" y="1114920"/>
                </a:lnTo>
                <a:lnTo>
                  <a:pt x="552234" y="1114920"/>
                </a:lnTo>
                <a:lnTo>
                  <a:pt x="552406" y="1114920"/>
                </a:lnTo>
                <a:lnTo>
                  <a:pt x="552578" y="1114920"/>
                </a:lnTo>
                <a:lnTo>
                  <a:pt x="552751" y="1114920"/>
                </a:lnTo>
                <a:lnTo>
                  <a:pt x="552923" y="1114920"/>
                </a:lnTo>
                <a:lnTo>
                  <a:pt x="553095" y="1114920"/>
                </a:lnTo>
                <a:lnTo>
                  <a:pt x="553268" y="1114920"/>
                </a:lnTo>
                <a:lnTo>
                  <a:pt x="553440" y="1114920"/>
                </a:lnTo>
                <a:lnTo>
                  <a:pt x="553612" y="1114920"/>
                </a:lnTo>
                <a:lnTo>
                  <a:pt x="553784" y="1114920"/>
                </a:lnTo>
                <a:lnTo>
                  <a:pt x="553956" y="1114920"/>
                </a:lnTo>
                <a:lnTo>
                  <a:pt x="554129" y="1114920"/>
                </a:lnTo>
                <a:lnTo>
                  <a:pt x="554301" y="1114920"/>
                </a:lnTo>
                <a:lnTo>
                  <a:pt x="554473" y="1114920"/>
                </a:lnTo>
                <a:lnTo>
                  <a:pt x="554646" y="1114920"/>
                </a:lnTo>
                <a:lnTo>
                  <a:pt x="554818" y="1114920"/>
                </a:lnTo>
                <a:lnTo>
                  <a:pt x="554990" y="1114920"/>
                </a:lnTo>
                <a:lnTo>
                  <a:pt x="555163" y="1114920"/>
                </a:lnTo>
                <a:lnTo>
                  <a:pt x="555334" y="1114920"/>
                </a:lnTo>
                <a:lnTo>
                  <a:pt x="555507" y="1114920"/>
                </a:lnTo>
                <a:lnTo>
                  <a:pt x="555679" y="1114920"/>
                </a:lnTo>
                <a:lnTo>
                  <a:pt x="555851" y="1114920"/>
                </a:lnTo>
                <a:lnTo>
                  <a:pt x="556024" y="1114920"/>
                </a:lnTo>
                <a:lnTo>
                  <a:pt x="556195" y="1114920"/>
                </a:lnTo>
                <a:lnTo>
                  <a:pt x="556368" y="1114920"/>
                </a:lnTo>
                <a:lnTo>
                  <a:pt x="556541" y="1114920"/>
                </a:lnTo>
                <a:lnTo>
                  <a:pt x="556712" y="1114920"/>
                </a:lnTo>
                <a:lnTo>
                  <a:pt x="556885" y="1114920"/>
                </a:lnTo>
                <a:lnTo>
                  <a:pt x="557057" y="1114920"/>
                </a:lnTo>
                <a:lnTo>
                  <a:pt x="557229" y="1114920"/>
                </a:lnTo>
                <a:lnTo>
                  <a:pt x="557402" y="1114920"/>
                </a:lnTo>
                <a:lnTo>
                  <a:pt x="557573" y="1114920"/>
                </a:lnTo>
                <a:lnTo>
                  <a:pt x="557746" y="1114920"/>
                </a:lnTo>
                <a:lnTo>
                  <a:pt x="557919" y="1114920"/>
                </a:lnTo>
                <a:lnTo>
                  <a:pt x="558090" y="1114920"/>
                </a:lnTo>
                <a:lnTo>
                  <a:pt x="558263" y="1114920"/>
                </a:lnTo>
                <a:lnTo>
                  <a:pt x="558435" y="1114920"/>
                </a:lnTo>
                <a:lnTo>
                  <a:pt x="558607" y="1114920"/>
                </a:lnTo>
                <a:lnTo>
                  <a:pt x="558780" y="1114920"/>
                </a:lnTo>
                <a:lnTo>
                  <a:pt x="558952" y="1114920"/>
                </a:lnTo>
                <a:lnTo>
                  <a:pt x="559124" y="1114920"/>
                </a:lnTo>
                <a:lnTo>
                  <a:pt x="559297" y="1114920"/>
                </a:lnTo>
                <a:lnTo>
                  <a:pt x="559468" y="1114920"/>
                </a:lnTo>
                <a:lnTo>
                  <a:pt x="559641" y="1114920"/>
                </a:lnTo>
                <a:lnTo>
                  <a:pt x="559813" y="1114920"/>
                </a:lnTo>
                <a:lnTo>
                  <a:pt x="559985" y="1114920"/>
                </a:lnTo>
                <a:lnTo>
                  <a:pt x="560158" y="1114920"/>
                </a:lnTo>
                <a:lnTo>
                  <a:pt x="560330" y="1114920"/>
                </a:lnTo>
                <a:lnTo>
                  <a:pt x="560502" y="1114920"/>
                </a:lnTo>
                <a:lnTo>
                  <a:pt x="560674" y="1114920"/>
                </a:lnTo>
                <a:lnTo>
                  <a:pt x="560846" y="1114920"/>
                </a:lnTo>
                <a:lnTo>
                  <a:pt x="561019" y="1114920"/>
                </a:lnTo>
                <a:lnTo>
                  <a:pt x="561191" y="1114920"/>
                </a:lnTo>
                <a:lnTo>
                  <a:pt x="561363" y="1114920"/>
                </a:lnTo>
                <a:lnTo>
                  <a:pt x="561536" y="1114920"/>
                </a:lnTo>
                <a:lnTo>
                  <a:pt x="561708" y="1114920"/>
                </a:lnTo>
                <a:lnTo>
                  <a:pt x="561880" y="1114920"/>
                </a:lnTo>
                <a:lnTo>
                  <a:pt x="562052" y="1114920"/>
                </a:lnTo>
                <a:lnTo>
                  <a:pt x="562225" y="1114920"/>
                </a:lnTo>
                <a:lnTo>
                  <a:pt x="562397" y="1114920"/>
                </a:lnTo>
                <a:lnTo>
                  <a:pt x="562569" y="1114920"/>
                </a:lnTo>
                <a:lnTo>
                  <a:pt x="562741" y="1114920"/>
                </a:lnTo>
                <a:lnTo>
                  <a:pt x="562913" y="1114920"/>
                </a:lnTo>
                <a:lnTo>
                  <a:pt x="563086" y="1114920"/>
                </a:lnTo>
                <a:lnTo>
                  <a:pt x="563258" y="1114920"/>
                </a:lnTo>
                <a:lnTo>
                  <a:pt x="563430" y="1114920"/>
                </a:lnTo>
                <a:lnTo>
                  <a:pt x="563603" y="1114920"/>
                </a:lnTo>
                <a:lnTo>
                  <a:pt x="563775" y="1114920"/>
                </a:lnTo>
                <a:lnTo>
                  <a:pt x="563947" y="1114920"/>
                </a:lnTo>
                <a:lnTo>
                  <a:pt x="564119" y="1114920"/>
                </a:lnTo>
                <a:lnTo>
                  <a:pt x="564291" y="1114920"/>
                </a:lnTo>
                <a:lnTo>
                  <a:pt x="564464" y="1114920"/>
                </a:lnTo>
                <a:lnTo>
                  <a:pt x="564636" y="1114920"/>
                </a:lnTo>
                <a:lnTo>
                  <a:pt x="564808" y="1114920"/>
                </a:lnTo>
                <a:lnTo>
                  <a:pt x="564981" y="1114920"/>
                </a:lnTo>
                <a:lnTo>
                  <a:pt x="565153" y="1114920"/>
                </a:lnTo>
                <a:lnTo>
                  <a:pt x="565325" y="1114920"/>
                </a:lnTo>
                <a:lnTo>
                  <a:pt x="565498" y="1114920"/>
                </a:lnTo>
                <a:lnTo>
                  <a:pt x="565669" y="1114920"/>
                </a:lnTo>
                <a:lnTo>
                  <a:pt x="565842" y="1114920"/>
                </a:lnTo>
                <a:lnTo>
                  <a:pt x="566014" y="1114920"/>
                </a:lnTo>
                <a:lnTo>
                  <a:pt x="566186" y="1114920"/>
                </a:lnTo>
                <a:lnTo>
                  <a:pt x="566359" y="1114920"/>
                </a:lnTo>
                <a:lnTo>
                  <a:pt x="566530" y="1114920"/>
                </a:lnTo>
                <a:lnTo>
                  <a:pt x="566703" y="1114920"/>
                </a:lnTo>
                <a:lnTo>
                  <a:pt x="566876" y="1114920"/>
                </a:lnTo>
                <a:lnTo>
                  <a:pt x="567047" y="1114920"/>
                </a:lnTo>
                <a:lnTo>
                  <a:pt x="567220" y="1114920"/>
                </a:lnTo>
                <a:lnTo>
                  <a:pt x="567392" y="1114920"/>
                </a:lnTo>
                <a:lnTo>
                  <a:pt x="567564" y="1114920"/>
                </a:lnTo>
                <a:lnTo>
                  <a:pt x="567737" y="1114920"/>
                </a:lnTo>
                <a:lnTo>
                  <a:pt x="567909" y="1114920"/>
                </a:lnTo>
                <a:lnTo>
                  <a:pt x="568081" y="1114920"/>
                </a:lnTo>
                <a:lnTo>
                  <a:pt x="568254" y="1114920"/>
                </a:lnTo>
                <a:lnTo>
                  <a:pt x="568425" y="1114920"/>
                </a:lnTo>
                <a:lnTo>
                  <a:pt x="568598" y="1114920"/>
                </a:lnTo>
                <a:lnTo>
                  <a:pt x="568770" y="1114920"/>
                </a:lnTo>
                <a:lnTo>
                  <a:pt x="568942" y="1114920"/>
                </a:lnTo>
                <a:lnTo>
                  <a:pt x="569115" y="1114920"/>
                </a:lnTo>
                <a:lnTo>
                  <a:pt x="569287" y="1114920"/>
                </a:lnTo>
                <a:lnTo>
                  <a:pt x="569459" y="1114920"/>
                </a:lnTo>
                <a:lnTo>
                  <a:pt x="569632" y="1114920"/>
                </a:lnTo>
                <a:lnTo>
                  <a:pt x="569803" y="1114920"/>
                </a:lnTo>
                <a:lnTo>
                  <a:pt x="569976" y="1114920"/>
                </a:lnTo>
                <a:lnTo>
                  <a:pt x="570148" y="1114920"/>
                </a:lnTo>
                <a:lnTo>
                  <a:pt x="570320" y="1114920"/>
                </a:lnTo>
                <a:lnTo>
                  <a:pt x="570493" y="1114920"/>
                </a:lnTo>
                <a:lnTo>
                  <a:pt x="570661" y="1114920"/>
                </a:lnTo>
                <a:lnTo>
                  <a:pt x="570839" y="1114920"/>
                </a:lnTo>
                <a:lnTo>
                  <a:pt x="571008" y="1114920"/>
                </a:lnTo>
                <a:lnTo>
                  <a:pt x="571186" y="1114920"/>
                </a:lnTo>
                <a:lnTo>
                  <a:pt x="571355" y="1114920"/>
                </a:lnTo>
                <a:lnTo>
                  <a:pt x="571524" y="1114920"/>
                </a:lnTo>
                <a:lnTo>
                  <a:pt x="571702" y="1114920"/>
                </a:lnTo>
                <a:lnTo>
                  <a:pt x="571871" y="1114920"/>
                </a:lnTo>
                <a:lnTo>
                  <a:pt x="572040" y="1114920"/>
                </a:lnTo>
                <a:lnTo>
                  <a:pt x="572218" y="1114920"/>
                </a:lnTo>
                <a:lnTo>
                  <a:pt x="572387" y="1114920"/>
                </a:lnTo>
                <a:lnTo>
                  <a:pt x="572556" y="1114920"/>
                </a:lnTo>
                <a:lnTo>
                  <a:pt x="572734" y="1114920"/>
                </a:lnTo>
                <a:lnTo>
                  <a:pt x="572903" y="1114920"/>
                </a:lnTo>
                <a:lnTo>
                  <a:pt x="573072" y="1114920"/>
                </a:lnTo>
                <a:lnTo>
                  <a:pt x="573250" y="1114920"/>
                </a:lnTo>
                <a:lnTo>
                  <a:pt x="573419" y="1114920"/>
                </a:lnTo>
                <a:lnTo>
                  <a:pt x="573597" y="1114920"/>
                </a:lnTo>
                <a:lnTo>
                  <a:pt x="573766" y="1114920"/>
                </a:lnTo>
                <a:lnTo>
                  <a:pt x="573935" y="1114920"/>
                </a:lnTo>
                <a:lnTo>
                  <a:pt x="574113" y="1114920"/>
                </a:lnTo>
                <a:lnTo>
                  <a:pt x="574282" y="1114920"/>
                </a:lnTo>
                <a:lnTo>
                  <a:pt x="574451" y="1114920"/>
                </a:lnTo>
                <a:lnTo>
                  <a:pt x="574629" y="1114920"/>
                </a:lnTo>
                <a:lnTo>
                  <a:pt x="574798" y="1114920"/>
                </a:lnTo>
                <a:lnTo>
                  <a:pt x="574967" y="1114920"/>
                </a:lnTo>
                <a:lnTo>
                  <a:pt x="575145" y="1114920"/>
                </a:lnTo>
                <a:lnTo>
                  <a:pt x="575314" y="1114920"/>
                </a:lnTo>
                <a:lnTo>
                  <a:pt x="575492" y="1114920"/>
                </a:lnTo>
                <a:lnTo>
                  <a:pt x="575661" y="1114920"/>
                </a:lnTo>
                <a:lnTo>
                  <a:pt x="575830" y="1114920"/>
                </a:lnTo>
                <a:lnTo>
                  <a:pt x="576008" y="1114920"/>
                </a:lnTo>
                <a:lnTo>
                  <a:pt x="576177" y="1114920"/>
                </a:lnTo>
                <a:lnTo>
                  <a:pt x="576346" y="1114920"/>
                </a:lnTo>
                <a:lnTo>
                  <a:pt x="576524" y="1114920"/>
                </a:lnTo>
                <a:lnTo>
                  <a:pt x="576693" y="1114920"/>
                </a:lnTo>
                <a:lnTo>
                  <a:pt x="576862" y="1114920"/>
                </a:lnTo>
                <a:lnTo>
                  <a:pt x="577040" y="1114920"/>
                </a:lnTo>
                <a:lnTo>
                  <a:pt x="577209" y="1114920"/>
                </a:lnTo>
                <a:lnTo>
                  <a:pt x="577387" y="1114920"/>
                </a:lnTo>
                <a:lnTo>
                  <a:pt x="577556" y="1114920"/>
                </a:lnTo>
                <a:lnTo>
                  <a:pt x="577725" y="1114920"/>
                </a:lnTo>
                <a:lnTo>
                  <a:pt x="577903" y="1114920"/>
                </a:lnTo>
                <a:lnTo>
                  <a:pt x="578072" y="1114920"/>
                </a:lnTo>
                <a:lnTo>
                  <a:pt x="578241" y="1114920"/>
                </a:lnTo>
                <a:lnTo>
                  <a:pt x="578419" y="1114920"/>
                </a:lnTo>
                <a:lnTo>
                  <a:pt x="578588" y="1114920"/>
                </a:lnTo>
                <a:lnTo>
                  <a:pt x="578757" y="1114920"/>
                </a:lnTo>
                <a:lnTo>
                  <a:pt x="578935" y="1114920"/>
                </a:lnTo>
                <a:lnTo>
                  <a:pt x="579104" y="1114920"/>
                </a:lnTo>
                <a:lnTo>
                  <a:pt x="579282" y="1114920"/>
                </a:lnTo>
                <a:lnTo>
                  <a:pt x="579451" y="1114920"/>
                </a:lnTo>
                <a:lnTo>
                  <a:pt x="579620" y="1114920"/>
                </a:lnTo>
                <a:lnTo>
                  <a:pt x="579798" y="1114920"/>
                </a:lnTo>
                <a:lnTo>
                  <a:pt x="579967" y="1114920"/>
                </a:lnTo>
                <a:lnTo>
                  <a:pt x="580136" y="1114920"/>
                </a:lnTo>
                <a:lnTo>
                  <a:pt x="580314" y="1114920"/>
                </a:lnTo>
                <a:lnTo>
                  <a:pt x="580483" y="1114920"/>
                </a:lnTo>
                <a:lnTo>
                  <a:pt x="580652" y="1114920"/>
                </a:lnTo>
                <a:lnTo>
                  <a:pt x="580830" y="1114920"/>
                </a:lnTo>
                <a:lnTo>
                  <a:pt x="580999" y="1114920"/>
                </a:lnTo>
                <a:lnTo>
                  <a:pt x="581168" y="1114920"/>
                </a:lnTo>
                <a:lnTo>
                  <a:pt x="581346" y="1114920"/>
                </a:lnTo>
                <a:lnTo>
                  <a:pt x="581515" y="1114920"/>
                </a:lnTo>
                <a:lnTo>
                  <a:pt x="581693" y="1114920"/>
                </a:lnTo>
                <a:lnTo>
                  <a:pt x="581862" y="1114920"/>
                </a:lnTo>
                <a:lnTo>
                  <a:pt x="582031" y="1114920"/>
                </a:lnTo>
                <a:lnTo>
                  <a:pt x="582209" y="1114920"/>
                </a:lnTo>
                <a:lnTo>
                  <a:pt x="582378" y="1114920"/>
                </a:lnTo>
                <a:lnTo>
                  <a:pt x="582547" y="1114920"/>
                </a:lnTo>
                <a:lnTo>
                  <a:pt x="582725" y="1114920"/>
                </a:lnTo>
                <a:lnTo>
                  <a:pt x="582894" y="1114920"/>
                </a:lnTo>
                <a:lnTo>
                  <a:pt x="583063" y="1114920"/>
                </a:lnTo>
                <a:lnTo>
                  <a:pt x="583241" y="1114920"/>
                </a:lnTo>
                <a:lnTo>
                  <a:pt x="583410" y="1114920"/>
                </a:lnTo>
                <a:lnTo>
                  <a:pt x="583588" y="1114920"/>
                </a:lnTo>
                <a:lnTo>
                  <a:pt x="583757" y="1114920"/>
                </a:lnTo>
                <a:lnTo>
                  <a:pt x="583926" y="1114920"/>
                </a:lnTo>
                <a:lnTo>
                  <a:pt x="584104" y="1114920"/>
                </a:lnTo>
                <a:lnTo>
                  <a:pt x="584273" y="1114920"/>
                </a:lnTo>
                <a:lnTo>
                  <a:pt x="584442" y="1114920"/>
                </a:lnTo>
                <a:lnTo>
                  <a:pt x="584620" y="1114920"/>
                </a:lnTo>
                <a:lnTo>
                  <a:pt x="584789" y="1114920"/>
                </a:lnTo>
                <a:lnTo>
                  <a:pt x="584958" y="1114920"/>
                </a:lnTo>
                <a:lnTo>
                  <a:pt x="585136" y="1114920"/>
                </a:lnTo>
                <a:lnTo>
                  <a:pt x="585305" y="1114920"/>
                </a:lnTo>
                <a:lnTo>
                  <a:pt x="585483" y="1114920"/>
                </a:lnTo>
                <a:lnTo>
                  <a:pt x="585652" y="1114920"/>
                </a:lnTo>
                <a:lnTo>
                  <a:pt x="585821" y="1114920"/>
                </a:lnTo>
                <a:lnTo>
                  <a:pt x="585999" y="1114920"/>
                </a:lnTo>
                <a:lnTo>
                  <a:pt x="586168" y="1114920"/>
                </a:lnTo>
                <a:lnTo>
                  <a:pt x="586337" y="1114920"/>
                </a:lnTo>
                <a:lnTo>
                  <a:pt x="586514" y="1114920"/>
                </a:lnTo>
                <a:lnTo>
                  <a:pt x="586684" y="1114920"/>
                </a:lnTo>
                <a:lnTo>
                  <a:pt x="586853" y="1114920"/>
                </a:lnTo>
                <a:lnTo>
                  <a:pt x="587030" y="1114920"/>
                </a:lnTo>
                <a:lnTo>
                  <a:pt x="587200" y="1114920"/>
                </a:lnTo>
                <a:lnTo>
                  <a:pt x="587377" y="1114920"/>
                </a:lnTo>
                <a:lnTo>
                  <a:pt x="587547" y="1114920"/>
                </a:lnTo>
                <a:lnTo>
                  <a:pt x="587716" y="1114920"/>
                </a:lnTo>
                <a:lnTo>
                  <a:pt x="587893" y="1114920"/>
                </a:lnTo>
                <a:lnTo>
                  <a:pt x="588063" y="1114920"/>
                </a:lnTo>
                <a:lnTo>
                  <a:pt x="588232" y="1114920"/>
                </a:lnTo>
                <a:lnTo>
                  <a:pt x="588409" y="1114920"/>
                </a:lnTo>
                <a:lnTo>
                  <a:pt x="588578" y="1114920"/>
                </a:lnTo>
                <a:lnTo>
                  <a:pt x="588748" y="1114920"/>
                </a:lnTo>
                <a:lnTo>
                  <a:pt x="588925" y="1114920"/>
                </a:lnTo>
                <a:lnTo>
                  <a:pt x="589094" y="1114920"/>
                </a:lnTo>
                <a:lnTo>
                  <a:pt x="589264" y="1114920"/>
                </a:lnTo>
                <a:lnTo>
                  <a:pt x="589441" y="1114920"/>
                </a:lnTo>
                <a:lnTo>
                  <a:pt x="589610" y="1114920"/>
                </a:lnTo>
                <a:lnTo>
                  <a:pt x="589788" y="1114920"/>
                </a:lnTo>
                <a:lnTo>
                  <a:pt x="589957" y="1114920"/>
                </a:lnTo>
                <a:lnTo>
                  <a:pt x="590126" y="1114920"/>
                </a:lnTo>
                <a:lnTo>
                  <a:pt x="590304" y="1114920"/>
                </a:lnTo>
                <a:lnTo>
                  <a:pt x="590473" y="1114920"/>
                </a:lnTo>
                <a:lnTo>
                  <a:pt x="590642" y="1114920"/>
                </a:lnTo>
                <a:lnTo>
                  <a:pt x="590820" y="1114920"/>
                </a:lnTo>
                <a:lnTo>
                  <a:pt x="590989" y="1114920"/>
                </a:lnTo>
                <a:lnTo>
                  <a:pt x="591158" y="1114920"/>
                </a:lnTo>
                <a:lnTo>
                  <a:pt x="591336" y="1114920"/>
                </a:lnTo>
                <a:lnTo>
                  <a:pt x="591505" y="1114920"/>
                </a:lnTo>
                <a:lnTo>
                  <a:pt x="591683" y="1114920"/>
                </a:lnTo>
                <a:lnTo>
                  <a:pt x="591852" y="1114920"/>
                </a:lnTo>
                <a:lnTo>
                  <a:pt x="592021" y="1114920"/>
                </a:lnTo>
                <a:lnTo>
                  <a:pt x="592199" y="1114920"/>
                </a:lnTo>
                <a:lnTo>
                  <a:pt x="592368" y="1114920"/>
                </a:lnTo>
                <a:lnTo>
                  <a:pt x="592537" y="1114920"/>
                </a:lnTo>
                <a:lnTo>
                  <a:pt x="592715" y="1114920"/>
                </a:lnTo>
                <a:lnTo>
                  <a:pt x="592884" y="1114920"/>
                </a:lnTo>
                <a:lnTo>
                  <a:pt x="593053" y="1114920"/>
                </a:lnTo>
                <a:lnTo>
                  <a:pt x="593231" y="1114920"/>
                </a:lnTo>
                <a:lnTo>
                  <a:pt x="593400" y="1114920"/>
                </a:lnTo>
                <a:lnTo>
                  <a:pt x="593578" y="1114920"/>
                </a:lnTo>
                <a:lnTo>
                  <a:pt x="593747" y="1114920"/>
                </a:lnTo>
                <a:lnTo>
                  <a:pt x="593916" y="1114920"/>
                </a:lnTo>
                <a:lnTo>
                  <a:pt x="594094" y="1114920"/>
                </a:lnTo>
                <a:lnTo>
                  <a:pt x="594263" y="1114920"/>
                </a:lnTo>
                <a:lnTo>
                  <a:pt x="594432" y="1114920"/>
                </a:lnTo>
                <a:lnTo>
                  <a:pt x="594610" y="1114920"/>
                </a:lnTo>
                <a:lnTo>
                  <a:pt x="594779" y="1114920"/>
                </a:lnTo>
                <a:lnTo>
                  <a:pt x="594948" y="1114920"/>
                </a:lnTo>
                <a:lnTo>
                  <a:pt x="595126" y="1114920"/>
                </a:lnTo>
                <a:lnTo>
                  <a:pt x="595295" y="1114920"/>
                </a:lnTo>
                <a:lnTo>
                  <a:pt x="595473" y="1114920"/>
                </a:lnTo>
                <a:lnTo>
                  <a:pt x="595642" y="1114920"/>
                </a:lnTo>
                <a:lnTo>
                  <a:pt x="595811" y="1114920"/>
                </a:lnTo>
                <a:lnTo>
                  <a:pt x="595989" y="1114920"/>
                </a:lnTo>
                <a:lnTo>
                  <a:pt x="596158" y="1114920"/>
                </a:lnTo>
                <a:lnTo>
                  <a:pt x="596327" y="1114920"/>
                </a:lnTo>
                <a:lnTo>
                  <a:pt x="596505" y="1114920"/>
                </a:lnTo>
                <a:lnTo>
                  <a:pt x="596674" y="1114920"/>
                </a:lnTo>
                <a:lnTo>
                  <a:pt x="596843" y="1114920"/>
                </a:lnTo>
                <a:lnTo>
                  <a:pt x="597021" y="1114920"/>
                </a:lnTo>
                <a:lnTo>
                  <a:pt x="597190" y="1114920"/>
                </a:lnTo>
                <a:lnTo>
                  <a:pt x="597359" y="1114920"/>
                </a:lnTo>
                <a:lnTo>
                  <a:pt x="597537" y="1114920"/>
                </a:lnTo>
                <a:lnTo>
                  <a:pt x="597706" y="1114920"/>
                </a:lnTo>
                <a:lnTo>
                  <a:pt x="597884" y="1114920"/>
                </a:lnTo>
                <a:lnTo>
                  <a:pt x="598053" y="1114920"/>
                </a:lnTo>
                <a:lnTo>
                  <a:pt x="598222" y="1114911"/>
                </a:lnTo>
                <a:lnTo>
                  <a:pt x="598400" y="1114911"/>
                </a:lnTo>
                <a:lnTo>
                  <a:pt x="598569" y="1114911"/>
                </a:lnTo>
                <a:lnTo>
                  <a:pt x="598738" y="1114911"/>
                </a:lnTo>
                <a:lnTo>
                  <a:pt x="598916" y="1114911"/>
                </a:lnTo>
                <a:lnTo>
                  <a:pt x="599085" y="1114911"/>
                </a:lnTo>
                <a:lnTo>
                  <a:pt x="599254" y="1114911"/>
                </a:lnTo>
                <a:lnTo>
                  <a:pt x="599432" y="1114911"/>
                </a:lnTo>
                <a:lnTo>
                  <a:pt x="599601" y="1114911"/>
                </a:lnTo>
                <a:lnTo>
                  <a:pt x="599779" y="1114911"/>
                </a:lnTo>
                <a:lnTo>
                  <a:pt x="599948" y="1114911"/>
                </a:lnTo>
                <a:lnTo>
                  <a:pt x="600117" y="1114911"/>
                </a:lnTo>
                <a:lnTo>
                  <a:pt x="600295" y="1114911"/>
                </a:lnTo>
                <a:lnTo>
                  <a:pt x="600464" y="1114911"/>
                </a:lnTo>
                <a:lnTo>
                  <a:pt x="600633" y="1114911"/>
                </a:lnTo>
                <a:lnTo>
                  <a:pt x="600811" y="1114911"/>
                </a:lnTo>
                <a:lnTo>
                  <a:pt x="600980" y="1114911"/>
                </a:lnTo>
                <a:lnTo>
                  <a:pt x="601149" y="1114911"/>
                </a:lnTo>
                <a:lnTo>
                  <a:pt x="601327" y="1114911"/>
                </a:lnTo>
                <a:lnTo>
                  <a:pt x="601496" y="1114911"/>
                </a:lnTo>
                <a:lnTo>
                  <a:pt x="601674" y="1114911"/>
                </a:lnTo>
                <a:lnTo>
                  <a:pt x="601843" y="1114911"/>
                </a:lnTo>
                <a:lnTo>
                  <a:pt x="602012" y="1114911"/>
                </a:lnTo>
                <a:lnTo>
                  <a:pt x="602190" y="1114911"/>
                </a:lnTo>
                <a:lnTo>
                  <a:pt x="602359" y="1114911"/>
                </a:lnTo>
                <a:lnTo>
                  <a:pt x="602528" y="1114911"/>
                </a:lnTo>
                <a:lnTo>
                  <a:pt x="602706" y="1114911"/>
                </a:lnTo>
                <a:lnTo>
                  <a:pt x="602875" y="1114911"/>
                </a:lnTo>
                <a:lnTo>
                  <a:pt x="603044" y="1114911"/>
                </a:lnTo>
                <a:lnTo>
                  <a:pt x="603222" y="1114911"/>
                </a:lnTo>
                <a:lnTo>
                  <a:pt x="603391" y="1114911"/>
                </a:lnTo>
                <a:lnTo>
                  <a:pt x="603569" y="1114911"/>
                </a:lnTo>
                <a:lnTo>
                  <a:pt x="603738" y="1114911"/>
                </a:lnTo>
                <a:lnTo>
                  <a:pt x="603907" y="1114911"/>
                </a:lnTo>
                <a:lnTo>
                  <a:pt x="604085" y="1114911"/>
                </a:lnTo>
                <a:lnTo>
                  <a:pt x="604254" y="1114911"/>
                </a:lnTo>
                <a:lnTo>
                  <a:pt x="604423" y="1114911"/>
                </a:lnTo>
                <a:lnTo>
                  <a:pt x="604601" y="1114911"/>
                </a:lnTo>
                <a:lnTo>
                  <a:pt x="604770" y="1114911"/>
                </a:lnTo>
                <a:lnTo>
                  <a:pt x="604939" y="1114911"/>
                </a:lnTo>
                <a:lnTo>
                  <a:pt x="605117" y="1114911"/>
                </a:lnTo>
                <a:lnTo>
                  <a:pt x="605286" y="1114911"/>
                </a:lnTo>
                <a:lnTo>
                  <a:pt x="605455" y="1114911"/>
                </a:lnTo>
                <a:lnTo>
                  <a:pt x="605633" y="1114911"/>
                </a:lnTo>
                <a:lnTo>
                  <a:pt x="605802" y="1114911"/>
                </a:lnTo>
                <a:lnTo>
                  <a:pt x="605980" y="1114911"/>
                </a:lnTo>
                <a:lnTo>
                  <a:pt x="606149" y="1114911"/>
                </a:lnTo>
                <a:lnTo>
                  <a:pt x="606318" y="1114911"/>
                </a:lnTo>
                <a:lnTo>
                  <a:pt x="606496" y="1114911"/>
                </a:lnTo>
                <a:lnTo>
                  <a:pt x="606665" y="1114911"/>
                </a:lnTo>
                <a:lnTo>
                  <a:pt x="606834" y="1114911"/>
                </a:lnTo>
                <a:lnTo>
                  <a:pt x="607012" y="1114911"/>
                </a:lnTo>
                <a:lnTo>
                  <a:pt x="607181" y="1114903"/>
                </a:lnTo>
                <a:lnTo>
                  <a:pt x="607350" y="1114903"/>
                </a:lnTo>
                <a:lnTo>
                  <a:pt x="607528" y="1114903"/>
                </a:lnTo>
                <a:lnTo>
                  <a:pt x="607697" y="1114903"/>
                </a:lnTo>
                <a:lnTo>
                  <a:pt x="607875" y="1114903"/>
                </a:lnTo>
                <a:lnTo>
                  <a:pt x="608044" y="1114903"/>
                </a:lnTo>
                <a:lnTo>
                  <a:pt x="608213" y="1114903"/>
                </a:lnTo>
                <a:lnTo>
                  <a:pt x="608391" y="1114903"/>
                </a:lnTo>
                <a:lnTo>
                  <a:pt x="608560" y="1114903"/>
                </a:lnTo>
                <a:lnTo>
                  <a:pt x="608729" y="1114903"/>
                </a:lnTo>
                <a:lnTo>
                  <a:pt x="608907" y="1114903"/>
                </a:lnTo>
                <a:lnTo>
                  <a:pt x="609076" y="1114903"/>
                </a:lnTo>
                <a:lnTo>
                  <a:pt x="609245" y="1114903"/>
                </a:lnTo>
                <a:lnTo>
                  <a:pt x="609423" y="1114903"/>
                </a:lnTo>
                <a:lnTo>
                  <a:pt x="609592" y="1114903"/>
                </a:lnTo>
                <a:lnTo>
                  <a:pt x="609770" y="1114903"/>
                </a:lnTo>
                <a:lnTo>
                  <a:pt x="609939" y="1114903"/>
                </a:lnTo>
                <a:lnTo>
                  <a:pt x="610108" y="1114903"/>
                </a:lnTo>
                <a:lnTo>
                  <a:pt x="610286" y="1114903"/>
                </a:lnTo>
                <a:lnTo>
                  <a:pt x="610455" y="1114903"/>
                </a:lnTo>
                <a:lnTo>
                  <a:pt x="610624" y="1114903"/>
                </a:lnTo>
                <a:lnTo>
                  <a:pt x="610802" y="1114903"/>
                </a:lnTo>
                <a:lnTo>
                  <a:pt x="610971" y="1114903"/>
                </a:lnTo>
                <a:lnTo>
                  <a:pt x="611140" y="1114903"/>
                </a:lnTo>
                <a:lnTo>
                  <a:pt x="611318" y="1114903"/>
                </a:lnTo>
                <a:lnTo>
                  <a:pt x="611487" y="1114903"/>
                </a:lnTo>
                <a:lnTo>
                  <a:pt x="611665" y="1114903"/>
                </a:lnTo>
                <a:lnTo>
                  <a:pt x="611834" y="1114903"/>
                </a:lnTo>
                <a:lnTo>
                  <a:pt x="612003" y="1114903"/>
                </a:lnTo>
                <a:lnTo>
                  <a:pt x="612181" y="1114894"/>
                </a:lnTo>
                <a:lnTo>
                  <a:pt x="612350" y="1114894"/>
                </a:lnTo>
                <a:lnTo>
                  <a:pt x="612519" y="1114894"/>
                </a:lnTo>
                <a:lnTo>
                  <a:pt x="612697" y="1114894"/>
                </a:lnTo>
                <a:lnTo>
                  <a:pt x="612866" y="1114894"/>
                </a:lnTo>
                <a:lnTo>
                  <a:pt x="613035" y="1114894"/>
                </a:lnTo>
                <a:lnTo>
                  <a:pt x="613213" y="1114894"/>
                </a:lnTo>
                <a:lnTo>
                  <a:pt x="613382" y="1114894"/>
                </a:lnTo>
                <a:lnTo>
                  <a:pt x="613551" y="1114894"/>
                </a:lnTo>
                <a:lnTo>
                  <a:pt x="613729" y="1114894"/>
                </a:lnTo>
                <a:lnTo>
                  <a:pt x="613898" y="1114894"/>
                </a:lnTo>
                <a:lnTo>
                  <a:pt x="614076" y="1114894"/>
                </a:lnTo>
                <a:lnTo>
                  <a:pt x="614245" y="1114894"/>
                </a:lnTo>
                <a:lnTo>
                  <a:pt x="614414" y="1114894"/>
                </a:lnTo>
                <a:lnTo>
                  <a:pt x="614592" y="1114894"/>
                </a:lnTo>
                <a:lnTo>
                  <a:pt x="614761" y="1114894"/>
                </a:lnTo>
                <a:lnTo>
                  <a:pt x="614930" y="1114894"/>
                </a:lnTo>
                <a:lnTo>
                  <a:pt x="615108" y="1114894"/>
                </a:lnTo>
                <a:lnTo>
                  <a:pt x="615277" y="1114894"/>
                </a:lnTo>
                <a:lnTo>
                  <a:pt x="615446" y="1114894"/>
                </a:lnTo>
                <a:lnTo>
                  <a:pt x="615624" y="1114894"/>
                </a:lnTo>
                <a:lnTo>
                  <a:pt x="615793" y="1114885"/>
                </a:lnTo>
                <a:lnTo>
                  <a:pt x="615971" y="1114885"/>
                </a:lnTo>
                <a:lnTo>
                  <a:pt x="616140" y="1114885"/>
                </a:lnTo>
                <a:lnTo>
                  <a:pt x="616309" y="1114885"/>
                </a:lnTo>
                <a:lnTo>
                  <a:pt x="616487" y="1114885"/>
                </a:lnTo>
                <a:lnTo>
                  <a:pt x="616656" y="1114885"/>
                </a:lnTo>
                <a:lnTo>
                  <a:pt x="616825" y="1114885"/>
                </a:lnTo>
                <a:lnTo>
                  <a:pt x="617003" y="1114885"/>
                </a:lnTo>
                <a:lnTo>
                  <a:pt x="617172" y="1114885"/>
                </a:lnTo>
                <a:lnTo>
                  <a:pt x="617341" y="1114885"/>
                </a:lnTo>
                <a:lnTo>
                  <a:pt x="617519" y="1114885"/>
                </a:lnTo>
                <a:lnTo>
                  <a:pt x="617688" y="1114885"/>
                </a:lnTo>
                <a:lnTo>
                  <a:pt x="617866" y="1114885"/>
                </a:lnTo>
                <a:lnTo>
                  <a:pt x="618035" y="1114885"/>
                </a:lnTo>
                <a:lnTo>
                  <a:pt x="618204" y="1114885"/>
                </a:lnTo>
                <a:lnTo>
                  <a:pt x="618382" y="1114885"/>
                </a:lnTo>
                <a:lnTo>
                  <a:pt x="618551" y="1114876"/>
                </a:lnTo>
                <a:lnTo>
                  <a:pt x="618720" y="1114876"/>
                </a:lnTo>
                <a:lnTo>
                  <a:pt x="618898" y="1114876"/>
                </a:lnTo>
                <a:lnTo>
                  <a:pt x="619067" y="1114876"/>
                </a:lnTo>
                <a:lnTo>
                  <a:pt x="619236" y="1114876"/>
                </a:lnTo>
                <a:lnTo>
                  <a:pt x="619414" y="1114876"/>
                </a:lnTo>
                <a:lnTo>
                  <a:pt x="619583" y="1114876"/>
                </a:lnTo>
                <a:lnTo>
                  <a:pt x="619761" y="1114876"/>
                </a:lnTo>
                <a:lnTo>
                  <a:pt x="619930" y="1114876"/>
                </a:lnTo>
                <a:lnTo>
                  <a:pt x="620099" y="1114876"/>
                </a:lnTo>
                <a:lnTo>
                  <a:pt x="620277" y="1114876"/>
                </a:lnTo>
                <a:lnTo>
                  <a:pt x="620446" y="1114876"/>
                </a:lnTo>
                <a:lnTo>
                  <a:pt x="620615" y="1114876"/>
                </a:lnTo>
                <a:lnTo>
                  <a:pt x="620793" y="1114867"/>
                </a:lnTo>
                <a:lnTo>
                  <a:pt x="620962" y="1114867"/>
                </a:lnTo>
                <a:lnTo>
                  <a:pt x="621131" y="1114867"/>
                </a:lnTo>
                <a:lnTo>
                  <a:pt x="621308" y="1114867"/>
                </a:lnTo>
                <a:lnTo>
                  <a:pt x="621478" y="1114867"/>
                </a:lnTo>
                <a:lnTo>
                  <a:pt x="621647" y="1114867"/>
                </a:lnTo>
                <a:lnTo>
                  <a:pt x="621825" y="1114867"/>
                </a:lnTo>
                <a:lnTo>
                  <a:pt x="621994" y="1114867"/>
                </a:lnTo>
                <a:lnTo>
                  <a:pt x="622172" y="1114867"/>
                </a:lnTo>
                <a:lnTo>
                  <a:pt x="622341" y="1114867"/>
                </a:lnTo>
                <a:lnTo>
                  <a:pt x="622510" y="1114867"/>
                </a:lnTo>
                <a:lnTo>
                  <a:pt x="622687" y="1114858"/>
                </a:lnTo>
                <a:lnTo>
                  <a:pt x="622856" y="1114858"/>
                </a:lnTo>
                <a:lnTo>
                  <a:pt x="623026" y="1114858"/>
                </a:lnTo>
                <a:lnTo>
                  <a:pt x="623203" y="1114858"/>
                </a:lnTo>
                <a:lnTo>
                  <a:pt x="623373" y="1114858"/>
                </a:lnTo>
                <a:lnTo>
                  <a:pt x="623542" y="1114858"/>
                </a:lnTo>
                <a:lnTo>
                  <a:pt x="623720" y="1114858"/>
                </a:lnTo>
                <a:lnTo>
                  <a:pt x="623888" y="1114858"/>
                </a:lnTo>
                <a:lnTo>
                  <a:pt x="624066" y="1114858"/>
                </a:lnTo>
                <a:lnTo>
                  <a:pt x="624235" y="1114858"/>
                </a:lnTo>
                <a:lnTo>
                  <a:pt x="624405" y="1114849"/>
                </a:lnTo>
                <a:lnTo>
                  <a:pt x="624582" y="1114849"/>
                </a:lnTo>
                <a:lnTo>
                  <a:pt x="624751" y="1114849"/>
                </a:lnTo>
                <a:lnTo>
                  <a:pt x="624921" y="1114849"/>
                </a:lnTo>
                <a:lnTo>
                  <a:pt x="625098" y="1114849"/>
                </a:lnTo>
                <a:lnTo>
                  <a:pt x="625267" y="1114849"/>
                </a:lnTo>
                <a:lnTo>
                  <a:pt x="625436" y="1114849"/>
                </a:lnTo>
                <a:lnTo>
                  <a:pt x="625614" y="1114849"/>
                </a:lnTo>
                <a:lnTo>
                  <a:pt x="625783" y="1114849"/>
                </a:lnTo>
                <a:lnTo>
                  <a:pt x="625961" y="1114840"/>
                </a:lnTo>
                <a:lnTo>
                  <a:pt x="626130" y="1114840"/>
                </a:lnTo>
                <a:lnTo>
                  <a:pt x="626299" y="1114840"/>
                </a:lnTo>
                <a:lnTo>
                  <a:pt x="626477" y="1114840"/>
                </a:lnTo>
                <a:lnTo>
                  <a:pt x="626646" y="1114840"/>
                </a:lnTo>
                <a:lnTo>
                  <a:pt x="626815" y="1114840"/>
                </a:lnTo>
                <a:lnTo>
                  <a:pt x="626993" y="1114840"/>
                </a:lnTo>
                <a:lnTo>
                  <a:pt x="627162" y="1114831"/>
                </a:lnTo>
                <a:lnTo>
                  <a:pt x="627331" y="1114831"/>
                </a:lnTo>
                <a:lnTo>
                  <a:pt x="627509" y="1114831"/>
                </a:lnTo>
                <a:lnTo>
                  <a:pt x="627678" y="1114831"/>
                </a:lnTo>
                <a:lnTo>
                  <a:pt x="627856" y="1114831"/>
                </a:lnTo>
                <a:lnTo>
                  <a:pt x="628025" y="1114831"/>
                </a:lnTo>
                <a:lnTo>
                  <a:pt x="628194" y="1114831"/>
                </a:lnTo>
                <a:lnTo>
                  <a:pt x="628372" y="1114822"/>
                </a:lnTo>
                <a:lnTo>
                  <a:pt x="628541" y="1114822"/>
                </a:lnTo>
                <a:lnTo>
                  <a:pt x="628710" y="1114822"/>
                </a:lnTo>
                <a:lnTo>
                  <a:pt x="628888" y="1114822"/>
                </a:lnTo>
                <a:lnTo>
                  <a:pt x="629057" y="1114822"/>
                </a:lnTo>
                <a:lnTo>
                  <a:pt x="629226" y="1114822"/>
                </a:lnTo>
                <a:lnTo>
                  <a:pt x="629404" y="1114822"/>
                </a:lnTo>
                <a:lnTo>
                  <a:pt x="629573" y="1114813"/>
                </a:lnTo>
                <a:lnTo>
                  <a:pt x="629742" y="1114813"/>
                </a:lnTo>
                <a:lnTo>
                  <a:pt x="629920" y="1114813"/>
                </a:lnTo>
                <a:lnTo>
                  <a:pt x="630089" y="1114813"/>
                </a:lnTo>
                <a:lnTo>
                  <a:pt x="630267" y="1114813"/>
                </a:lnTo>
                <a:lnTo>
                  <a:pt x="630436" y="1114813"/>
                </a:lnTo>
                <a:lnTo>
                  <a:pt x="630605" y="1114805"/>
                </a:lnTo>
                <a:lnTo>
                  <a:pt x="630783" y="1114805"/>
                </a:lnTo>
                <a:lnTo>
                  <a:pt x="630952" y="1114805"/>
                </a:lnTo>
                <a:lnTo>
                  <a:pt x="631121" y="1114805"/>
                </a:lnTo>
                <a:lnTo>
                  <a:pt x="631299" y="1114805"/>
                </a:lnTo>
                <a:lnTo>
                  <a:pt x="631468" y="1114796"/>
                </a:lnTo>
                <a:lnTo>
                  <a:pt x="631637" y="1114796"/>
                </a:lnTo>
                <a:lnTo>
                  <a:pt x="631815" y="1114796"/>
                </a:lnTo>
                <a:lnTo>
                  <a:pt x="631984" y="1114796"/>
                </a:lnTo>
                <a:lnTo>
                  <a:pt x="632162" y="1114796"/>
                </a:lnTo>
                <a:lnTo>
                  <a:pt x="632331" y="1114787"/>
                </a:lnTo>
                <a:lnTo>
                  <a:pt x="632500" y="1114787"/>
                </a:lnTo>
                <a:lnTo>
                  <a:pt x="632678" y="1114787"/>
                </a:lnTo>
                <a:lnTo>
                  <a:pt x="632847" y="1114787"/>
                </a:lnTo>
                <a:lnTo>
                  <a:pt x="633016" y="1114787"/>
                </a:lnTo>
                <a:lnTo>
                  <a:pt x="633194" y="1114778"/>
                </a:lnTo>
                <a:lnTo>
                  <a:pt x="633363" y="1114778"/>
                </a:lnTo>
                <a:lnTo>
                  <a:pt x="633532" y="1114778"/>
                </a:lnTo>
                <a:lnTo>
                  <a:pt x="633710" y="1114778"/>
                </a:lnTo>
                <a:lnTo>
                  <a:pt x="633879" y="1114769"/>
                </a:lnTo>
                <a:lnTo>
                  <a:pt x="634057" y="1114769"/>
                </a:lnTo>
                <a:lnTo>
                  <a:pt x="634226" y="1114769"/>
                </a:lnTo>
                <a:lnTo>
                  <a:pt x="634395" y="1114769"/>
                </a:lnTo>
                <a:lnTo>
                  <a:pt x="634573" y="1114769"/>
                </a:lnTo>
                <a:lnTo>
                  <a:pt x="634742" y="1114760"/>
                </a:lnTo>
                <a:lnTo>
                  <a:pt x="634911" y="1114760"/>
                </a:lnTo>
                <a:lnTo>
                  <a:pt x="635089" y="1114760"/>
                </a:lnTo>
                <a:lnTo>
                  <a:pt x="635258" y="1114760"/>
                </a:lnTo>
                <a:lnTo>
                  <a:pt x="635427" y="1114751"/>
                </a:lnTo>
                <a:lnTo>
                  <a:pt x="635605" y="1114751"/>
                </a:lnTo>
                <a:lnTo>
                  <a:pt x="635774" y="1114751"/>
                </a:lnTo>
                <a:lnTo>
                  <a:pt x="635952" y="1114751"/>
                </a:lnTo>
                <a:lnTo>
                  <a:pt x="636121" y="1114742"/>
                </a:lnTo>
                <a:lnTo>
                  <a:pt x="636290" y="1114742"/>
                </a:lnTo>
                <a:lnTo>
                  <a:pt x="636468" y="1114742"/>
                </a:lnTo>
                <a:lnTo>
                  <a:pt x="636637" y="1114733"/>
                </a:lnTo>
                <a:lnTo>
                  <a:pt x="636806" y="1114733"/>
                </a:lnTo>
                <a:lnTo>
                  <a:pt x="636984" y="1114733"/>
                </a:lnTo>
                <a:lnTo>
                  <a:pt x="637153" y="1114733"/>
                </a:lnTo>
                <a:lnTo>
                  <a:pt x="637322" y="1114725"/>
                </a:lnTo>
                <a:lnTo>
                  <a:pt x="637500" y="1114725"/>
                </a:lnTo>
                <a:lnTo>
                  <a:pt x="637669" y="1114725"/>
                </a:lnTo>
                <a:lnTo>
                  <a:pt x="637838" y="1114716"/>
                </a:lnTo>
                <a:lnTo>
                  <a:pt x="638016" y="1114716"/>
                </a:lnTo>
                <a:lnTo>
                  <a:pt x="638185" y="1114716"/>
                </a:lnTo>
                <a:lnTo>
                  <a:pt x="638363" y="1114707"/>
                </a:lnTo>
                <a:lnTo>
                  <a:pt x="638532" y="1114707"/>
                </a:lnTo>
                <a:lnTo>
                  <a:pt x="638701" y="1114707"/>
                </a:lnTo>
                <a:lnTo>
                  <a:pt x="638879" y="1114707"/>
                </a:lnTo>
                <a:lnTo>
                  <a:pt x="639048" y="1114698"/>
                </a:lnTo>
                <a:lnTo>
                  <a:pt x="639217" y="1114698"/>
                </a:lnTo>
                <a:lnTo>
                  <a:pt x="639395" y="1114698"/>
                </a:lnTo>
                <a:lnTo>
                  <a:pt x="639564" y="1114689"/>
                </a:lnTo>
                <a:lnTo>
                  <a:pt x="639733" y="1114689"/>
                </a:lnTo>
                <a:lnTo>
                  <a:pt x="639911" y="1114680"/>
                </a:lnTo>
                <a:lnTo>
                  <a:pt x="640080" y="1114680"/>
                </a:lnTo>
                <a:lnTo>
                  <a:pt x="640258" y="1114680"/>
                </a:lnTo>
                <a:lnTo>
                  <a:pt x="640427" y="1114671"/>
                </a:lnTo>
                <a:lnTo>
                  <a:pt x="640596" y="1114671"/>
                </a:lnTo>
                <a:lnTo>
                  <a:pt x="640774" y="1114671"/>
                </a:lnTo>
                <a:lnTo>
                  <a:pt x="640943" y="1114662"/>
                </a:lnTo>
                <a:lnTo>
                  <a:pt x="641112" y="1114662"/>
                </a:lnTo>
                <a:lnTo>
                  <a:pt x="641290" y="1114662"/>
                </a:lnTo>
                <a:lnTo>
                  <a:pt x="641459" y="1114653"/>
                </a:lnTo>
                <a:lnTo>
                  <a:pt x="641628" y="1114653"/>
                </a:lnTo>
                <a:lnTo>
                  <a:pt x="641806" y="1114644"/>
                </a:lnTo>
                <a:lnTo>
                  <a:pt x="641975" y="1114644"/>
                </a:lnTo>
                <a:lnTo>
                  <a:pt x="642153" y="1114644"/>
                </a:lnTo>
                <a:lnTo>
                  <a:pt x="642322" y="1114636"/>
                </a:lnTo>
                <a:lnTo>
                  <a:pt x="642491" y="1114636"/>
                </a:lnTo>
                <a:lnTo>
                  <a:pt x="642669" y="1114627"/>
                </a:lnTo>
                <a:lnTo>
                  <a:pt x="642838" y="1114627"/>
                </a:lnTo>
                <a:lnTo>
                  <a:pt x="643007" y="1114618"/>
                </a:lnTo>
                <a:lnTo>
                  <a:pt x="643185" y="1114618"/>
                </a:lnTo>
                <a:lnTo>
                  <a:pt x="643354" y="1114609"/>
                </a:lnTo>
                <a:lnTo>
                  <a:pt x="643523" y="1114609"/>
                </a:lnTo>
                <a:lnTo>
                  <a:pt x="643701" y="1114609"/>
                </a:lnTo>
                <a:lnTo>
                  <a:pt x="643870" y="1114600"/>
                </a:lnTo>
                <a:lnTo>
                  <a:pt x="644048" y="1114600"/>
                </a:lnTo>
                <a:lnTo>
                  <a:pt x="644217" y="1114591"/>
                </a:lnTo>
                <a:lnTo>
                  <a:pt x="644386" y="1114591"/>
                </a:lnTo>
                <a:lnTo>
                  <a:pt x="644564" y="1114582"/>
                </a:lnTo>
                <a:lnTo>
                  <a:pt x="644733" y="1114582"/>
                </a:lnTo>
                <a:lnTo>
                  <a:pt x="644902" y="1114573"/>
                </a:lnTo>
                <a:lnTo>
                  <a:pt x="645080" y="1114573"/>
                </a:lnTo>
                <a:lnTo>
                  <a:pt x="645249" y="1114564"/>
                </a:lnTo>
                <a:lnTo>
                  <a:pt x="645418" y="1114564"/>
                </a:lnTo>
                <a:lnTo>
                  <a:pt x="645596" y="1114556"/>
                </a:lnTo>
                <a:lnTo>
                  <a:pt x="645765" y="1114556"/>
                </a:lnTo>
                <a:lnTo>
                  <a:pt x="645934" y="1114547"/>
                </a:lnTo>
                <a:lnTo>
                  <a:pt x="646112" y="1114547"/>
                </a:lnTo>
                <a:lnTo>
                  <a:pt x="646281" y="1114538"/>
                </a:lnTo>
                <a:lnTo>
                  <a:pt x="646459" y="1114529"/>
                </a:lnTo>
                <a:lnTo>
                  <a:pt x="646628" y="1114529"/>
                </a:lnTo>
                <a:lnTo>
                  <a:pt x="646797" y="1114520"/>
                </a:lnTo>
                <a:lnTo>
                  <a:pt x="646975" y="1114520"/>
                </a:lnTo>
                <a:lnTo>
                  <a:pt x="647144" y="1114511"/>
                </a:lnTo>
                <a:lnTo>
                  <a:pt x="647313" y="1114511"/>
                </a:lnTo>
                <a:lnTo>
                  <a:pt x="647491" y="1114502"/>
                </a:lnTo>
                <a:lnTo>
                  <a:pt x="647660" y="1114493"/>
                </a:lnTo>
                <a:lnTo>
                  <a:pt x="647829" y="1114493"/>
                </a:lnTo>
                <a:lnTo>
                  <a:pt x="648007" y="1114484"/>
                </a:lnTo>
                <a:lnTo>
                  <a:pt x="648176" y="1114475"/>
                </a:lnTo>
                <a:lnTo>
                  <a:pt x="648354" y="1114475"/>
                </a:lnTo>
                <a:lnTo>
                  <a:pt x="648523" y="1114467"/>
                </a:lnTo>
                <a:lnTo>
                  <a:pt x="648692" y="1114467"/>
                </a:lnTo>
                <a:lnTo>
                  <a:pt x="648870" y="1114458"/>
                </a:lnTo>
                <a:lnTo>
                  <a:pt x="649039" y="1114449"/>
                </a:lnTo>
                <a:lnTo>
                  <a:pt x="649208" y="1114449"/>
                </a:lnTo>
                <a:lnTo>
                  <a:pt x="649386" y="1114440"/>
                </a:lnTo>
                <a:lnTo>
                  <a:pt x="649555" y="1114431"/>
                </a:lnTo>
                <a:lnTo>
                  <a:pt x="649724" y="1114422"/>
                </a:lnTo>
                <a:lnTo>
                  <a:pt x="649902" y="1114422"/>
                </a:lnTo>
                <a:lnTo>
                  <a:pt x="650071" y="1114413"/>
                </a:lnTo>
                <a:lnTo>
                  <a:pt x="650249" y="1114404"/>
                </a:lnTo>
                <a:lnTo>
                  <a:pt x="650418" y="1114404"/>
                </a:lnTo>
                <a:lnTo>
                  <a:pt x="650587" y="1114395"/>
                </a:lnTo>
                <a:lnTo>
                  <a:pt x="650765" y="1114386"/>
                </a:lnTo>
                <a:lnTo>
                  <a:pt x="650934" y="1114378"/>
                </a:lnTo>
                <a:lnTo>
                  <a:pt x="651103" y="1114378"/>
                </a:lnTo>
                <a:lnTo>
                  <a:pt x="651281" y="1114369"/>
                </a:lnTo>
                <a:lnTo>
                  <a:pt x="651450" y="1114360"/>
                </a:lnTo>
                <a:lnTo>
                  <a:pt x="651619" y="1114351"/>
                </a:lnTo>
                <a:lnTo>
                  <a:pt x="651797" y="1114342"/>
                </a:lnTo>
                <a:lnTo>
                  <a:pt x="651966" y="1114342"/>
                </a:lnTo>
                <a:lnTo>
                  <a:pt x="652144" y="1114333"/>
                </a:lnTo>
                <a:lnTo>
                  <a:pt x="652313" y="1114324"/>
                </a:lnTo>
                <a:lnTo>
                  <a:pt x="652482" y="1114315"/>
                </a:lnTo>
                <a:lnTo>
                  <a:pt x="652660" y="1114306"/>
                </a:lnTo>
                <a:lnTo>
                  <a:pt x="652829" y="1114297"/>
                </a:lnTo>
                <a:lnTo>
                  <a:pt x="652998" y="1114297"/>
                </a:lnTo>
                <a:lnTo>
                  <a:pt x="653176" y="1114289"/>
                </a:lnTo>
                <a:lnTo>
                  <a:pt x="653345" y="1114280"/>
                </a:lnTo>
                <a:lnTo>
                  <a:pt x="653514" y="1114271"/>
                </a:lnTo>
                <a:lnTo>
                  <a:pt x="653692" y="1114262"/>
                </a:lnTo>
                <a:lnTo>
                  <a:pt x="653861" y="1114253"/>
                </a:lnTo>
                <a:lnTo>
                  <a:pt x="654030" y="1114244"/>
                </a:lnTo>
                <a:lnTo>
                  <a:pt x="654208" y="1114235"/>
                </a:lnTo>
                <a:lnTo>
                  <a:pt x="654377" y="1114226"/>
                </a:lnTo>
                <a:lnTo>
                  <a:pt x="654555" y="1114217"/>
                </a:lnTo>
                <a:lnTo>
                  <a:pt x="654724" y="1114209"/>
                </a:lnTo>
                <a:lnTo>
                  <a:pt x="654893" y="1114200"/>
                </a:lnTo>
                <a:lnTo>
                  <a:pt x="655071" y="1114191"/>
                </a:lnTo>
                <a:lnTo>
                  <a:pt x="655240" y="1114182"/>
                </a:lnTo>
                <a:lnTo>
                  <a:pt x="655409" y="1114173"/>
                </a:lnTo>
                <a:lnTo>
                  <a:pt x="655587" y="1114164"/>
                </a:lnTo>
                <a:lnTo>
                  <a:pt x="655756" y="1114155"/>
                </a:lnTo>
                <a:lnTo>
                  <a:pt x="655925" y="1114146"/>
                </a:lnTo>
                <a:lnTo>
                  <a:pt x="656102" y="1114137"/>
                </a:lnTo>
                <a:lnTo>
                  <a:pt x="656272" y="1114129"/>
                </a:lnTo>
                <a:lnTo>
                  <a:pt x="656449" y="1114120"/>
                </a:lnTo>
                <a:lnTo>
                  <a:pt x="656619" y="1114111"/>
                </a:lnTo>
                <a:lnTo>
                  <a:pt x="656788" y="1114102"/>
                </a:lnTo>
                <a:lnTo>
                  <a:pt x="656966" y="1114084"/>
                </a:lnTo>
                <a:lnTo>
                  <a:pt x="657135" y="1114075"/>
                </a:lnTo>
                <a:lnTo>
                  <a:pt x="657304" y="1114066"/>
                </a:lnTo>
                <a:lnTo>
                  <a:pt x="657481" y="1114057"/>
                </a:lnTo>
                <a:lnTo>
                  <a:pt x="657651" y="1114048"/>
                </a:lnTo>
                <a:lnTo>
                  <a:pt x="657820" y="1114039"/>
                </a:lnTo>
                <a:lnTo>
                  <a:pt x="657997" y="1114022"/>
                </a:lnTo>
                <a:lnTo>
                  <a:pt x="658167" y="1114013"/>
                </a:lnTo>
                <a:lnTo>
                  <a:pt x="658344" y="1114004"/>
                </a:lnTo>
                <a:lnTo>
                  <a:pt x="658514" y="1113995"/>
                </a:lnTo>
                <a:lnTo>
                  <a:pt x="658682" y="1113977"/>
                </a:lnTo>
                <a:lnTo>
                  <a:pt x="658860" y="1113968"/>
                </a:lnTo>
                <a:lnTo>
                  <a:pt x="659029" y="1113959"/>
                </a:lnTo>
                <a:lnTo>
                  <a:pt x="659199" y="1113951"/>
                </a:lnTo>
                <a:lnTo>
                  <a:pt x="659376" y="1113933"/>
                </a:lnTo>
                <a:lnTo>
                  <a:pt x="659546" y="1113924"/>
                </a:lnTo>
                <a:lnTo>
                  <a:pt x="659715" y="1113915"/>
                </a:lnTo>
                <a:lnTo>
                  <a:pt x="659892" y="1113897"/>
                </a:lnTo>
                <a:lnTo>
                  <a:pt x="660061" y="1113888"/>
                </a:lnTo>
                <a:lnTo>
                  <a:pt x="660239" y="1113870"/>
                </a:lnTo>
                <a:lnTo>
                  <a:pt x="660408" y="1113862"/>
                </a:lnTo>
                <a:lnTo>
                  <a:pt x="660577" y="1113853"/>
                </a:lnTo>
                <a:lnTo>
                  <a:pt x="660755" y="1113835"/>
                </a:lnTo>
                <a:lnTo>
                  <a:pt x="660924" y="1113826"/>
                </a:lnTo>
                <a:lnTo>
                  <a:pt x="661093" y="1113808"/>
                </a:lnTo>
                <a:lnTo>
                  <a:pt x="661271" y="1113799"/>
                </a:lnTo>
                <a:lnTo>
                  <a:pt x="661440" y="1113782"/>
                </a:lnTo>
                <a:lnTo>
                  <a:pt x="661609" y="1113773"/>
                </a:lnTo>
                <a:lnTo>
                  <a:pt x="661787" y="1113755"/>
                </a:lnTo>
                <a:lnTo>
                  <a:pt x="661956" y="1113737"/>
                </a:lnTo>
                <a:lnTo>
                  <a:pt x="662125" y="1113728"/>
                </a:lnTo>
                <a:lnTo>
                  <a:pt x="662303" y="1113710"/>
                </a:lnTo>
                <a:lnTo>
                  <a:pt x="662472" y="1113701"/>
                </a:lnTo>
                <a:lnTo>
                  <a:pt x="662650" y="1113684"/>
                </a:lnTo>
                <a:lnTo>
                  <a:pt x="662819" y="1113666"/>
                </a:lnTo>
                <a:lnTo>
                  <a:pt x="662988" y="1113657"/>
                </a:lnTo>
                <a:lnTo>
                  <a:pt x="663166" y="1113639"/>
                </a:lnTo>
                <a:lnTo>
                  <a:pt x="663335" y="1113621"/>
                </a:lnTo>
                <a:lnTo>
                  <a:pt x="663504" y="1113612"/>
                </a:lnTo>
                <a:lnTo>
                  <a:pt x="663682" y="1113595"/>
                </a:lnTo>
                <a:lnTo>
                  <a:pt x="663851" y="1113577"/>
                </a:lnTo>
                <a:lnTo>
                  <a:pt x="664020" y="1113559"/>
                </a:lnTo>
                <a:lnTo>
                  <a:pt x="664198" y="1113541"/>
                </a:lnTo>
                <a:lnTo>
                  <a:pt x="664367" y="1113532"/>
                </a:lnTo>
                <a:lnTo>
                  <a:pt x="664545" y="1113515"/>
                </a:lnTo>
                <a:lnTo>
                  <a:pt x="664714" y="1113497"/>
                </a:lnTo>
                <a:lnTo>
                  <a:pt x="664883" y="1113479"/>
                </a:lnTo>
                <a:lnTo>
                  <a:pt x="665061" y="1113461"/>
                </a:lnTo>
                <a:lnTo>
                  <a:pt x="665230" y="1113443"/>
                </a:lnTo>
                <a:lnTo>
                  <a:pt x="665399" y="1113426"/>
                </a:lnTo>
                <a:lnTo>
                  <a:pt x="665577" y="1113408"/>
                </a:lnTo>
                <a:lnTo>
                  <a:pt x="665746" y="1113390"/>
                </a:lnTo>
                <a:lnTo>
                  <a:pt x="665915" y="1113372"/>
                </a:lnTo>
                <a:lnTo>
                  <a:pt x="666093" y="1113355"/>
                </a:lnTo>
                <a:lnTo>
                  <a:pt x="666262" y="1113337"/>
                </a:lnTo>
                <a:lnTo>
                  <a:pt x="666440" y="1113319"/>
                </a:lnTo>
                <a:lnTo>
                  <a:pt x="666609" y="1113301"/>
                </a:lnTo>
                <a:lnTo>
                  <a:pt x="666778" y="1113283"/>
                </a:lnTo>
                <a:lnTo>
                  <a:pt x="666956" y="1113265"/>
                </a:lnTo>
                <a:lnTo>
                  <a:pt x="667125" y="1113248"/>
                </a:lnTo>
                <a:lnTo>
                  <a:pt x="667294" y="1113221"/>
                </a:lnTo>
                <a:lnTo>
                  <a:pt x="667472" y="1113203"/>
                </a:lnTo>
                <a:lnTo>
                  <a:pt x="667641" y="1113185"/>
                </a:lnTo>
                <a:lnTo>
                  <a:pt x="667810" y="1113168"/>
                </a:lnTo>
                <a:lnTo>
                  <a:pt x="667988" y="1113141"/>
                </a:lnTo>
                <a:lnTo>
                  <a:pt x="668157" y="1113123"/>
                </a:lnTo>
                <a:lnTo>
                  <a:pt x="668335" y="1113105"/>
                </a:lnTo>
                <a:lnTo>
                  <a:pt x="668504" y="1113079"/>
                </a:lnTo>
                <a:lnTo>
                  <a:pt x="668673" y="1113061"/>
                </a:lnTo>
                <a:lnTo>
                  <a:pt x="668851" y="1113043"/>
                </a:lnTo>
                <a:lnTo>
                  <a:pt x="669020" y="1113016"/>
                </a:lnTo>
                <a:lnTo>
                  <a:pt x="669189" y="1112999"/>
                </a:lnTo>
                <a:lnTo>
                  <a:pt x="669367" y="1112972"/>
                </a:lnTo>
                <a:lnTo>
                  <a:pt x="669536" y="1112954"/>
                </a:lnTo>
                <a:lnTo>
                  <a:pt x="669705" y="1112927"/>
                </a:lnTo>
                <a:lnTo>
                  <a:pt x="669883" y="1112910"/>
                </a:lnTo>
                <a:lnTo>
                  <a:pt x="670052" y="1112883"/>
                </a:lnTo>
                <a:lnTo>
                  <a:pt x="670221" y="1112856"/>
                </a:lnTo>
                <a:lnTo>
                  <a:pt x="670399" y="1112838"/>
                </a:lnTo>
                <a:lnTo>
                  <a:pt x="670568" y="1112812"/>
                </a:lnTo>
                <a:lnTo>
                  <a:pt x="670746" y="1112785"/>
                </a:lnTo>
                <a:lnTo>
                  <a:pt x="670915" y="1112767"/>
                </a:lnTo>
                <a:lnTo>
                  <a:pt x="671084" y="1112741"/>
                </a:lnTo>
                <a:lnTo>
                  <a:pt x="671262" y="1112714"/>
                </a:lnTo>
                <a:lnTo>
                  <a:pt x="671431" y="1112687"/>
                </a:lnTo>
                <a:lnTo>
                  <a:pt x="671600" y="1112669"/>
                </a:lnTo>
                <a:lnTo>
                  <a:pt x="671778" y="1112643"/>
                </a:lnTo>
                <a:lnTo>
                  <a:pt x="671947" y="1112616"/>
                </a:lnTo>
                <a:lnTo>
                  <a:pt x="672116" y="1112589"/>
                </a:lnTo>
                <a:lnTo>
                  <a:pt x="672294" y="1112563"/>
                </a:lnTo>
                <a:lnTo>
                  <a:pt x="672463" y="1112536"/>
                </a:lnTo>
                <a:lnTo>
                  <a:pt x="672641" y="1112509"/>
                </a:lnTo>
                <a:lnTo>
                  <a:pt x="672810" y="1112483"/>
                </a:lnTo>
                <a:lnTo>
                  <a:pt x="672979" y="1112456"/>
                </a:lnTo>
                <a:lnTo>
                  <a:pt x="673157" y="1112429"/>
                </a:lnTo>
                <a:lnTo>
                  <a:pt x="673326" y="1112394"/>
                </a:lnTo>
                <a:lnTo>
                  <a:pt x="673495" y="1112367"/>
                </a:lnTo>
                <a:lnTo>
                  <a:pt x="673673" y="1112340"/>
                </a:lnTo>
                <a:lnTo>
                  <a:pt x="673842" y="1112314"/>
                </a:lnTo>
                <a:lnTo>
                  <a:pt x="674011" y="1112278"/>
                </a:lnTo>
                <a:lnTo>
                  <a:pt x="674189" y="1112251"/>
                </a:lnTo>
                <a:lnTo>
                  <a:pt x="674358" y="1112225"/>
                </a:lnTo>
                <a:lnTo>
                  <a:pt x="674536" y="1112189"/>
                </a:lnTo>
                <a:lnTo>
                  <a:pt x="674705" y="1112162"/>
                </a:lnTo>
                <a:lnTo>
                  <a:pt x="674874" y="1112127"/>
                </a:lnTo>
                <a:lnTo>
                  <a:pt x="675052" y="1112100"/>
                </a:lnTo>
                <a:lnTo>
                  <a:pt x="675221" y="1112064"/>
                </a:lnTo>
                <a:lnTo>
                  <a:pt x="675390" y="1112038"/>
                </a:lnTo>
                <a:lnTo>
                  <a:pt x="675568" y="1112002"/>
                </a:lnTo>
                <a:lnTo>
                  <a:pt x="675737" y="1111976"/>
                </a:lnTo>
                <a:lnTo>
                  <a:pt x="675906" y="1111940"/>
                </a:lnTo>
                <a:lnTo>
                  <a:pt x="676084" y="1111904"/>
                </a:lnTo>
                <a:lnTo>
                  <a:pt x="676253" y="1111878"/>
                </a:lnTo>
                <a:lnTo>
                  <a:pt x="676431" y="1111842"/>
                </a:lnTo>
                <a:lnTo>
                  <a:pt x="676600" y="1111807"/>
                </a:lnTo>
                <a:lnTo>
                  <a:pt x="676769" y="1111771"/>
                </a:lnTo>
                <a:lnTo>
                  <a:pt x="676947" y="1111735"/>
                </a:lnTo>
                <a:lnTo>
                  <a:pt x="677116" y="1111700"/>
                </a:lnTo>
                <a:lnTo>
                  <a:pt x="677285" y="1111664"/>
                </a:lnTo>
                <a:lnTo>
                  <a:pt x="677463" y="1111629"/>
                </a:lnTo>
                <a:lnTo>
                  <a:pt x="677632" y="1111593"/>
                </a:lnTo>
                <a:lnTo>
                  <a:pt x="677801" y="1111557"/>
                </a:lnTo>
                <a:lnTo>
                  <a:pt x="677979" y="1111522"/>
                </a:lnTo>
                <a:lnTo>
                  <a:pt x="678148" y="1111486"/>
                </a:lnTo>
                <a:lnTo>
                  <a:pt x="678317" y="1111442"/>
                </a:lnTo>
                <a:lnTo>
                  <a:pt x="678495" y="1111406"/>
                </a:lnTo>
                <a:lnTo>
                  <a:pt x="678664" y="1111371"/>
                </a:lnTo>
                <a:lnTo>
                  <a:pt x="678842" y="1111335"/>
                </a:lnTo>
                <a:lnTo>
                  <a:pt x="679011" y="1111290"/>
                </a:lnTo>
                <a:lnTo>
                  <a:pt x="679180" y="1111255"/>
                </a:lnTo>
                <a:lnTo>
                  <a:pt x="679358" y="1111210"/>
                </a:lnTo>
                <a:lnTo>
                  <a:pt x="679527" y="1111175"/>
                </a:lnTo>
                <a:lnTo>
                  <a:pt x="679696" y="1111130"/>
                </a:lnTo>
                <a:lnTo>
                  <a:pt x="679874" y="1111086"/>
                </a:lnTo>
                <a:lnTo>
                  <a:pt x="680043" y="1111050"/>
                </a:lnTo>
                <a:lnTo>
                  <a:pt x="680212" y="1111006"/>
                </a:lnTo>
                <a:lnTo>
                  <a:pt x="680390" y="1110961"/>
                </a:lnTo>
                <a:lnTo>
                  <a:pt x="680559" y="1110926"/>
                </a:lnTo>
                <a:lnTo>
                  <a:pt x="680737" y="1110881"/>
                </a:lnTo>
                <a:lnTo>
                  <a:pt x="680906" y="1110837"/>
                </a:lnTo>
                <a:lnTo>
                  <a:pt x="681075" y="1110792"/>
                </a:lnTo>
                <a:lnTo>
                  <a:pt x="681253" y="1110748"/>
                </a:lnTo>
                <a:lnTo>
                  <a:pt x="681422" y="1110703"/>
                </a:lnTo>
                <a:lnTo>
                  <a:pt x="681591" y="1110659"/>
                </a:lnTo>
                <a:lnTo>
                  <a:pt x="681769" y="1110614"/>
                </a:lnTo>
                <a:lnTo>
                  <a:pt x="681938" y="1110561"/>
                </a:lnTo>
                <a:lnTo>
                  <a:pt x="682107" y="1110517"/>
                </a:lnTo>
                <a:lnTo>
                  <a:pt x="682285" y="1110472"/>
                </a:lnTo>
                <a:lnTo>
                  <a:pt x="682454" y="1110419"/>
                </a:lnTo>
                <a:lnTo>
                  <a:pt x="682632" y="1110374"/>
                </a:lnTo>
                <a:lnTo>
                  <a:pt x="682801" y="1110330"/>
                </a:lnTo>
                <a:lnTo>
                  <a:pt x="682970" y="1110276"/>
                </a:lnTo>
                <a:lnTo>
                  <a:pt x="683148" y="1110223"/>
                </a:lnTo>
                <a:lnTo>
                  <a:pt x="683317" y="1110178"/>
                </a:lnTo>
                <a:lnTo>
                  <a:pt x="683486" y="1110125"/>
                </a:lnTo>
                <a:lnTo>
                  <a:pt x="683664" y="1110072"/>
                </a:lnTo>
                <a:lnTo>
                  <a:pt x="683833" y="1110027"/>
                </a:lnTo>
                <a:lnTo>
                  <a:pt x="684002" y="1109974"/>
                </a:lnTo>
                <a:lnTo>
                  <a:pt x="684180" y="1109920"/>
                </a:lnTo>
                <a:lnTo>
                  <a:pt x="684349" y="1109867"/>
                </a:lnTo>
                <a:lnTo>
                  <a:pt x="684527" y="1109814"/>
                </a:lnTo>
                <a:lnTo>
                  <a:pt x="684696" y="1109760"/>
                </a:lnTo>
                <a:lnTo>
                  <a:pt x="684865" y="1109707"/>
                </a:lnTo>
                <a:lnTo>
                  <a:pt x="685043" y="1109654"/>
                </a:lnTo>
                <a:lnTo>
                  <a:pt x="685212" y="1109591"/>
                </a:lnTo>
                <a:lnTo>
                  <a:pt x="685381" y="1109538"/>
                </a:lnTo>
                <a:lnTo>
                  <a:pt x="685559" y="1109484"/>
                </a:lnTo>
                <a:lnTo>
                  <a:pt x="685728" y="1109422"/>
                </a:lnTo>
                <a:lnTo>
                  <a:pt x="685897" y="1109369"/>
                </a:lnTo>
                <a:lnTo>
                  <a:pt x="686075" y="1109307"/>
                </a:lnTo>
                <a:lnTo>
                  <a:pt x="686244" y="1109253"/>
                </a:lnTo>
                <a:lnTo>
                  <a:pt x="686413" y="1109191"/>
                </a:lnTo>
                <a:lnTo>
                  <a:pt x="686591" y="1109129"/>
                </a:lnTo>
                <a:lnTo>
                  <a:pt x="686760" y="1109075"/>
                </a:lnTo>
                <a:lnTo>
                  <a:pt x="686938" y="1109013"/>
                </a:lnTo>
                <a:lnTo>
                  <a:pt x="687107" y="1108951"/>
                </a:lnTo>
                <a:lnTo>
                  <a:pt x="687276" y="1108888"/>
                </a:lnTo>
                <a:lnTo>
                  <a:pt x="687454" y="1108826"/>
                </a:lnTo>
                <a:lnTo>
                  <a:pt x="687623" y="1108764"/>
                </a:lnTo>
                <a:lnTo>
                  <a:pt x="687792" y="1108693"/>
                </a:lnTo>
                <a:lnTo>
                  <a:pt x="687970" y="1108630"/>
                </a:lnTo>
                <a:lnTo>
                  <a:pt x="688139" y="1108568"/>
                </a:lnTo>
                <a:lnTo>
                  <a:pt x="688308" y="1108506"/>
                </a:lnTo>
                <a:lnTo>
                  <a:pt x="688486" y="1108435"/>
                </a:lnTo>
                <a:lnTo>
                  <a:pt x="688655" y="1108372"/>
                </a:lnTo>
                <a:lnTo>
                  <a:pt x="688833" y="1108301"/>
                </a:lnTo>
                <a:lnTo>
                  <a:pt x="689002" y="1108230"/>
                </a:lnTo>
                <a:lnTo>
                  <a:pt x="689171" y="1108168"/>
                </a:lnTo>
                <a:lnTo>
                  <a:pt x="689349" y="1108097"/>
                </a:lnTo>
                <a:lnTo>
                  <a:pt x="689518" y="1108026"/>
                </a:lnTo>
                <a:lnTo>
                  <a:pt x="689687" y="1107954"/>
                </a:lnTo>
                <a:lnTo>
                  <a:pt x="689865" y="1107883"/>
                </a:lnTo>
                <a:lnTo>
                  <a:pt x="690034" y="1107812"/>
                </a:lnTo>
                <a:lnTo>
                  <a:pt x="690203" y="1107741"/>
                </a:lnTo>
                <a:lnTo>
                  <a:pt x="690381" y="1107661"/>
                </a:lnTo>
                <a:lnTo>
                  <a:pt x="690550" y="1107590"/>
                </a:lnTo>
                <a:lnTo>
                  <a:pt x="690728" y="1107518"/>
                </a:lnTo>
                <a:lnTo>
                  <a:pt x="690897" y="1107438"/>
                </a:lnTo>
                <a:lnTo>
                  <a:pt x="691066" y="1107367"/>
                </a:lnTo>
                <a:lnTo>
                  <a:pt x="691243" y="1107287"/>
                </a:lnTo>
                <a:lnTo>
                  <a:pt x="691413" y="1107207"/>
                </a:lnTo>
                <a:lnTo>
                  <a:pt x="691582" y="1107136"/>
                </a:lnTo>
                <a:lnTo>
                  <a:pt x="691760" y="1107056"/>
                </a:lnTo>
                <a:lnTo>
                  <a:pt x="691929" y="1106976"/>
                </a:lnTo>
                <a:lnTo>
                  <a:pt x="692098" y="1106896"/>
                </a:lnTo>
                <a:lnTo>
                  <a:pt x="692275" y="1106816"/>
                </a:lnTo>
                <a:lnTo>
                  <a:pt x="692445" y="1106727"/>
                </a:lnTo>
                <a:lnTo>
                  <a:pt x="692614" y="1106647"/>
                </a:lnTo>
                <a:lnTo>
                  <a:pt x="692792" y="1106567"/>
                </a:lnTo>
                <a:lnTo>
                  <a:pt x="692961" y="1106477"/>
                </a:lnTo>
                <a:lnTo>
                  <a:pt x="693138" y="1106397"/>
                </a:lnTo>
                <a:lnTo>
                  <a:pt x="693308" y="1106309"/>
                </a:lnTo>
                <a:lnTo>
                  <a:pt x="693476" y="1106220"/>
                </a:lnTo>
                <a:lnTo>
                  <a:pt x="693654" y="1106139"/>
                </a:lnTo>
                <a:lnTo>
                  <a:pt x="693823" y="1106050"/>
                </a:lnTo>
                <a:lnTo>
                  <a:pt x="693993" y="1105962"/>
                </a:lnTo>
                <a:lnTo>
                  <a:pt x="694170" y="1105873"/>
                </a:lnTo>
                <a:lnTo>
                  <a:pt x="694340" y="1105784"/>
                </a:lnTo>
                <a:lnTo>
                  <a:pt x="694509" y="1105686"/>
                </a:lnTo>
                <a:lnTo>
                  <a:pt x="694687" y="1105597"/>
                </a:lnTo>
                <a:lnTo>
                  <a:pt x="694855" y="1105508"/>
                </a:lnTo>
                <a:lnTo>
                  <a:pt x="695033" y="1105410"/>
                </a:lnTo>
                <a:lnTo>
                  <a:pt x="695202" y="1105312"/>
                </a:lnTo>
                <a:lnTo>
                  <a:pt x="695371" y="1105223"/>
                </a:lnTo>
                <a:lnTo>
                  <a:pt x="695549" y="1105125"/>
                </a:lnTo>
                <a:lnTo>
                  <a:pt x="695718" y="1105027"/>
                </a:lnTo>
                <a:lnTo>
                  <a:pt x="695888" y="1104930"/>
                </a:lnTo>
                <a:lnTo>
                  <a:pt x="696065" y="1104832"/>
                </a:lnTo>
                <a:lnTo>
                  <a:pt x="696234" y="1104734"/>
                </a:lnTo>
                <a:lnTo>
                  <a:pt x="696403" y="1104627"/>
                </a:lnTo>
                <a:lnTo>
                  <a:pt x="696581" y="1104529"/>
                </a:lnTo>
                <a:lnTo>
                  <a:pt x="696750" y="1104431"/>
                </a:lnTo>
                <a:lnTo>
                  <a:pt x="696928" y="1104325"/>
                </a:lnTo>
                <a:lnTo>
                  <a:pt x="697097" y="1104218"/>
                </a:lnTo>
                <a:lnTo>
                  <a:pt x="697266" y="1104120"/>
                </a:lnTo>
                <a:lnTo>
                  <a:pt x="697444" y="1104013"/>
                </a:lnTo>
                <a:lnTo>
                  <a:pt x="697613" y="1103907"/>
                </a:lnTo>
                <a:lnTo>
                  <a:pt x="697782" y="1103800"/>
                </a:lnTo>
                <a:lnTo>
                  <a:pt x="697960" y="1103684"/>
                </a:lnTo>
                <a:lnTo>
                  <a:pt x="698129" y="1103577"/>
                </a:lnTo>
                <a:lnTo>
                  <a:pt x="698298" y="1103470"/>
                </a:lnTo>
                <a:lnTo>
                  <a:pt x="698476" y="1103355"/>
                </a:lnTo>
                <a:lnTo>
                  <a:pt x="698645" y="1103239"/>
                </a:lnTo>
                <a:lnTo>
                  <a:pt x="698823" y="1103133"/>
                </a:lnTo>
                <a:lnTo>
                  <a:pt x="698992" y="1103017"/>
                </a:lnTo>
                <a:lnTo>
                  <a:pt x="699161" y="1102901"/>
                </a:lnTo>
                <a:lnTo>
                  <a:pt x="699339" y="1102786"/>
                </a:lnTo>
                <a:lnTo>
                  <a:pt x="699508" y="1102670"/>
                </a:lnTo>
                <a:lnTo>
                  <a:pt x="699677" y="1102545"/>
                </a:lnTo>
                <a:lnTo>
                  <a:pt x="699855" y="1102430"/>
                </a:lnTo>
                <a:lnTo>
                  <a:pt x="700024" y="1102305"/>
                </a:lnTo>
                <a:lnTo>
                  <a:pt x="700193" y="1102189"/>
                </a:lnTo>
                <a:lnTo>
                  <a:pt x="700371" y="1102065"/>
                </a:lnTo>
                <a:lnTo>
                  <a:pt x="700540" y="1101940"/>
                </a:lnTo>
                <a:lnTo>
                  <a:pt x="700709" y="1101816"/>
                </a:lnTo>
                <a:lnTo>
                  <a:pt x="700887" y="1101691"/>
                </a:lnTo>
                <a:lnTo>
                  <a:pt x="701056" y="1101567"/>
                </a:lnTo>
                <a:lnTo>
                  <a:pt x="701234" y="1101433"/>
                </a:lnTo>
                <a:lnTo>
                  <a:pt x="701403" y="1101309"/>
                </a:lnTo>
                <a:lnTo>
                  <a:pt x="701572" y="1101175"/>
                </a:lnTo>
                <a:lnTo>
                  <a:pt x="701750" y="1101051"/>
                </a:lnTo>
                <a:lnTo>
                  <a:pt x="701919" y="1100917"/>
                </a:lnTo>
                <a:lnTo>
                  <a:pt x="702088" y="1100784"/>
                </a:lnTo>
                <a:lnTo>
                  <a:pt x="702266" y="1100650"/>
                </a:lnTo>
                <a:lnTo>
                  <a:pt x="702435" y="1100517"/>
                </a:lnTo>
                <a:lnTo>
                  <a:pt x="702604" y="1100375"/>
                </a:lnTo>
                <a:lnTo>
                  <a:pt x="702782" y="1100241"/>
                </a:lnTo>
                <a:lnTo>
                  <a:pt x="702951" y="1100099"/>
                </a:lnTo>
                <a:lnTo>
                  <a:pt x="703129" y="1099956"/>
                </a:lnTo>
                <a:lnTo>
                  <a:pt x="703298" y="1099814"/>
                </a:lnTo>
                <a:lnTo>
                  <a:pt x="703467" y="1099672"/>
                </a:lnTo>
                <a:lnTo>
                  <a:pt x="703645" y="1099529"/>
                </a:lnTo>
                <a:lnTo>
                  <a:pt x="703814" y="1099387"/>
                </a:lnTo>
                <a:lnTo>
                  <a:pt x="703983" y="1099245"/>
                </a:lnTo>
                <a:lnTo>
                  <a:pt x="704161" y="1099093"/>
                </a:lnTo>
                <a:lnTo>
                  <a:pt x="704330" y="1098942"/>
                </a:lnTo>
                <a:lnTo>
                  <a:pt x="704499" y="1098800"/>
                </a:lnTo>
                <a:lnTo>
                  <a:pt x="704677" y="1098649"/>
                </a:lnTo>
                <a:lnTo>
                  <a:pt x="704846" y="1098497"/>
                </a:lnTo>
                <a:lnTo>
                  <a:pt x="705024" y="1098337"/>
                </a:lnTo>
                <a:lnTo>
                  <a:pt x="705193" y="1098186"/>
                </a:lnTo>
                <a:lnTo>
                  <a:pt x="705362" y="1098026"/>
                </a:lnTo>
                <a:lnTo>
                  <a:pt x="705540" y="1097875"/>
                </a:lnTo>
                <a:lnTo>
                  <a:pt x="705709" y="1097714"/>
                </a:lnTo>
                <a:lnTo>
                  <a:pt x="705878" y="1097554"/>
                </a:lnTo>
                <a:lnTo>
                  <a:pt x="706056" y="1097394"/>
                </a:lnTo>
                <a:lnTo>
                  <a:pt x="706225" y="1097234"/>
                </a:lnTo>
                <a:lnTo>
                  <a:pt x="706394" y="1097065"/>
                </a:lnTo>
                <a:lnTo>
                  <a:pt x="706572" y="1096905"/>
                </a:lnTo>
                <a:lnTo>
                  <a:pt x="706741" y="1096736"/>
                </a:lnTo>
                <a:lnTo>
                  <a:pt x="706919" y="1096567"/>
                </a:lnTo>
                <a:lnTo>
                  <a:pt x="707088" y="1096398"/>
                </a:lnTo>
                <a:lnTo>
                  <a:pt x="707257" y="1096229"/>
                </a:lnTo>
                <a:lnTo>
                  <a:pt x="707435" y="1096060"/>
                </a:lnTo>
                <a:lnTo>
                  <a:pt x="707604" y="1095882"/>
                </a:lnTo>
                <a:lnTo>
                  <a:pt x="707773" y="1095713"/>
                </a:lnTo>
                <a:lnTo>
                  <a:pt x="707951" y="1095535"/>
                </a:lnTo>
                <a:lnTo>
                  <a:pt x="708120" y="1095357"/>
                </a:lnTo>
                <a:lnTo>
                  <a:pt x="708289" y="1095179"/>
                </a:lnTo>
                <a:lnTo>
                  <a:pt x="708467" y="1095001"/>
                </a:lnTo>
                <a:lnTo>
                  <a:pt x="708636" y="1094814"/>
                </a:lnTo>
                <a:lnTo>
                  <a:pt x="708805" y="1094636"/>
                </a:lnTo>
                <a:lnTo>
                  <a:pt x="708983" y="1094450"/>
                </a:lnTo>
                <a:lnTo>
                  <a:pt x="709152" y="1094263"/>
                </a:lnTo>
                <a:lnTo>
                  <a:pt x="709330" y="1094076"/>
                </a:lnTo>
                <a:lnTo>
                  <a:pt x="709499" y="1093889"/>
                </a:lnTo>
                <a:lnTo>
                  <a:pt x="709668" y="1093693"/>
                </a:lnTo>
                <a:lnTo>
                  <a:pt x="709846" y="1093506"/>
                </a:lnTo>
                <a:lnTo>
                  <a:pt x="710015" y="1093311"/>
                </a:lnTo>
                <a:lnTo>
                  <a:pt x="710184" y="1093115"/>
                </a:lnTo>
                <a:lnTo>
                  <a:pt x="710362" y="1092919"/>
                </a:lnTo>
                <a:lnTo>
                  <a:pt x="710531" y="1092724"/>
                </a:lnTo>
                <a:lnTo>
                  <a:pt x="710700" y="1092519"/>
                </a:lnTo>
                <a:lnTo>
                  <a:pt x="710878" y="1092323"/>
                </a:lnTo>
                <a:lnTo>
                  <a:pt x="711047" y="1092119"/>
                </a:lnTo>
                <a:lnTo>
                  <a:pt x="711225" y="1091914"/>
                </a:lnTo>
                <a:lnTo>
                  <a:pt x="711394" y="1091709"/>
                </a:lnTo>
                <a:lnTo>
                  <a:pt x="711563" y="1091496"/>
                </a:lnTo>
                <a:lnTo>
                  <a:pt x="711741" y="1091291"/>
                </a:lnTo>
                <a:lnTo>
                  <a:pt x="711910" y="1091078"/>
                </a:lnTo>
                <a:lnTo>
                  <a:pt x="712079" y="1090864"/>
                </a:lnTo>
                <a:lnTo>
                  <a:pt x="712257" y="1090651"/>
                </a:lnTo>
                <a:lnTo>
                  <a:pt x="712426" y="1090437"/>
                </a:lnTo>
                <a:lnTo>
                  <a:pt x="712595" y="1090215"/>
                </a:lnTo>
                <a:lnTo>
                  <a:pt x="712773" y="1090001"/>
                </a:lnTo>
                <a:lnTo>
                  <a:pt x="712942" y="1089779"/>
                </a:lnTo>
                <a:lnTo>
                  <a:pt x="713120" y="1089557"/>
                </a:lnTo>
                <a:lnTo>
                  <a:pt x="713289" y="1089334"/>
                </a:lnTo>
                <a:lnTo>
                  <a:pt x="713458" y="1089103"/>
                </a:lnTo>
                <a:lnTo>
                  <a:pt x="713636" y="1088880"/>
                </a:lnTo>
                <a:lnTo>
                  <a:pt x="713805" y="1088649"/>
                </a:lnTo>
                <a:lnTo>
                  <a:pt x="713974" y="1088418"/>
                </a:lnTo>
                <a:lnTo>
                  <a:pt x="714152" y="1088186"/>
                </a:lnTo>
                <a:lnTo>
                  <a:pt x="714321" y="1087955"/>
                </a:lnTo>
                <a:lnTo>
                  <a:pt x="714490" y="1087715"/>
                </a:lnTo>
                <a:lnTo>
                  <a:pt x="714668" y="1087475"/>
                </a:lnTo>
                <a:lnTo>
                  <a:pt x="714837" y="1087234"/>
                </a:lnTo>
                <a:lnTo>
                  <a:pt x="715015" y="1086994"/>
                </a:lnTo>
                <a:lnTo>
                  <a:pt x="715184" y="1086754"/>
                </a:lnTo>
                <a:lnTo>
                  <a:pt x="715353" y="1086505"/>
                </a:lnTo>
                <a:lnTo>
                  <a:pt x="715531" y="1086256"/>
                </a:lnTo>
                <a:lnTo>
                  <a:pt x="715700" y="1086007"/>
                </a:lnTo>
                <a:lnTo>
                  <a:pt x="715869" y="1085758"/>
                </a:lnTo>
                <a:lnTo>
                  <a:pt x="716047" y="1085509"/>
                </a:lnTo>
                <a:lnTo>
                  <a:pt x="716216" y="1085251"/>
                </a:lnTo>
                <a:lnTo>
                  <a:pt x="716385" y="1084993"/>
                </a:lnTo>
                <a:lnTo>
                  <a:pt x="716563" y="1084735"/>
                </a:lnTo>
                <a:lnTo>
                  <a:pt x="716732" y="1084477"/>
                </a:lnTo>
                <a:lnTo>
                  <a:pt x="716901" y="1084210"/>
                </a:lnTo>
                <a:lnTo>
                  <a:pt x="717079" y="1083952"/>
                </a:lnTo>
                <a:lnTo>
                  <a:pt x="717248" y="1083685"/>
                </a:lnTo>
                <a:lnTo>
                  <a:pt x="717426" y="1083409"/>
                </a:lnTo>
                <a:lnTo>
                  <a:pt x="717595" y="1083142"/>
                </a:lnTo>
                <a:lnTo>
                  <a:pt x="717764" y="1082866"/>
                </a:lnTo>
                <a:lnTo>
                  <a:pt x="717942" y="1082599"/>
                </a:lnTo>
                <a:lnTo>
                  <a:pt x="718111" y="1082324"/>
                </a:lnTo>
                <a:lnTo>
                  <a:pt x="718280" y="1082039"/>
                </a:lnTo>
                <a:lnTo>
                  <a:pt x="718458" y="1081763"/>
                </a:lnTo>
                <a:lnTo>
                  <a:pt x="718627" y="1081478"/>
                </a:lnTo>
                <a:lnTo>
                  <a:pt x="718796" y="1081194"/>
                </a:lnTo>
                <a:lnTo>
                  <a:pt x="718974" y="1080909"/>
                </a:lnTo>
                <a:lnTo>
                  <a:pt x="719143" y="1080616"/>
                </a:lnTo>
                <a:lnTo>
                  <a:pt x="719321" y="1080331"/>
                </a:lnTo>
                <a:lnTo>
                  <a:pt x="719490" y="1080037"/>
                </a:lnTo>
                <a:lnTo>
                  <a:pt x="719659" y="1079744"/>
                </a:lnTo>
                <a:lnTo>
                  <a:pt x="719837" y="1079441"/>
                </a:lnTo>
                <a:lnTo>
                  <a:pt x="720006" y="1079148"/>
                </a:lnTo>
                <a:lnTo>
                  <a:pt x="720175" y="1078845"/>
                </a:lnTo>
                <a:lnTo>
                  <a:pt x="720353" y="1078543"/>
                </a:lnTo>
                <a:lnTo>
                  <a:pt x="720522" y="1078231"/>
                </a:lnTo>
                <a:lnTo>
                  <a:pt x="720691" y="1077929"/>
                </a:lnTo>
                <a:lnTo>
                  <a:pt x="720869" y="1077617"/>
                </a:lnTo>
                <a:lnTo>
                  <a:pt x="721038" y="1077306"/>
                </a:lnTo>
                <a:lnTo>
                  <a:pt x="721216" y="1076986"/>
                </a:lnTo>
                <a:lnTo>
                  <a:pt x="721385" y="1076674"/>
                </a:lnTo>
                <a:lnTo>
                  <a:pt x="721554" y="1076354"/>
                </a:lnTo>
                <a:lnTo>
                  <a:pt x="721732" y="1076034"/>
                </a:lnTo>
                <a:lnTo>
                  <a:pt x="721901" y="1075705"/>
                </a:lnTo>
                <a:lnTo>
                  <a:pt x="722070" y="1075384"/>
                </a:lnTo>
                <a:lnTo>
                  <a:pt x="722248" y="1075055"/>
                </a:lnTo>
                <a:lnTo>
                  <a:pt x="722417" y="1074726"/>
                </a:lnTo>
                <a:lnTo>
                  <a:pt x="722586" y="1074388"/>
                </a:lnTo>
                <a:lnTo>
                  <a:pt x="722764" y="1074059"/>
                </a:lnTo>
                <a:lnTo>
                  <a:pt x="722933" y="1073721"/>
                </a:lnTo>
                <a:lnTo>
                  <a:pt x="723111" y="1073374"/>
                </a:lnTo>
                <a:lnTo>
                  <a:pt x="723280" y="1073036"/>
                </a:lnTo>
                <a:lnTo>
                  <a:pt x="723449" y="1072689"/>
                </a:lnTo>
                <a:lnTo>
                  <a:pt x="723627" y="1072342"/>
                </a:lnTo>
                <a:lnTo>
                  <a:pt x="723796" y="1071995"/>
                </a:lnTo>
                <a:lnTo>
                  <a:pt x="723965" y="1071639"/>
                </a:lnTo>
                <a:lnTo>
                  <a:pt x="724143" y="1071292"/>
                </a:lnTo>
                <a:lnTo>
                  <a:pt x="724312" y="1070927"/>
                </a:lnTo>
                <a:lnTo>
                  <a:pt x="724481" y="1070571"/>
                </a:lnTo>
                <a:lnTo>
                  <a:pt x="724659" y="1070207"/>
                </a:lnTo>
                <a:lnTo>
                  <a:pt x="724828" y="1069851"/>
                </a:lnTo>
                <a:lnTo>
                  <a:pt x="724997" y="1069477"/>
                </a:lnTo>
                <a:lnTo>
                  <a:pt x="725175" y="1069112"/>
                </a:lnTo>
                <a:lnTo>
                  <a:pt x="725344" y="1068739"/>
                </a:lnTo>
                <a:lnTo>
                  <a:pt x="725522" y="1068365"/>
                </a:lnTo>
                <a:lnTo>
                  <a:pt x="725691" y="1067992"/>
                </a:lnTo>
                <a:lnTo>
                  <a:pt x="725860" y="1067609"/>
                </a:lnTo>
                <a:lnTo>
                  <a:pt x="726038" y="1067226"/>
                </a:lnTo>
                <a:lnTo>
                  <a:pt x="726207" y="1066844"/>
                </a:lnTo>
                <a:lnTo>
                  <a:pt x="726376" y="1066452"/>
                </a:lnTo>
                <a:lnTo>
                  <a:pt x="726554" y="1066061"/>
                </a:lnTo>
                <a:lnTo>
                  <a:pt x="726723" y="1065669"/>
                </a:lnTo>
                <a:lnTo>
                  <a:pt x="726892" y="1065278"/>
                </a:lnTo>
                <a:lnTo>
                  <a:pt x="727069" y="1064878"/>
                </a:lnTo>
                <a:lnTo>
                  <a:pt x="727239" y="1064477"/>
                </a:lnTo>
                <a:lnTo>
                  <a:pt x="727416" y="1064077"/>
                </a:lnTo>
                <a:lnTo>
                  <a:pt x="727586" y="1063668"/>
                </a:lnTo>
                <a:lnTo>
                  <a:pt x="727755" y="1063259"/>
                </a:lnTo>
                <a:lnTo>
                  <a:pt x="727933" y="1062849"/>
                </a:lnTo>
                <a:lnTo>
                  <a:pt x="728102" y="1062440"/>
                </a:lnTo>
                <a:lnTo>
                  <a:pt x="728271" y="1062022"/>
                </a:lnTo>
                <a:lnTo>
                  <a:pt x="728448" y="1061604"/>
                </a:lnTo>
                <a:lnTo>
                  <a:pt x="728617" y="1061177"/>
                </a:lnTo>
                <a:lnTo>
                  <a:pt x="728787" y="1060759"/>
                </a:lnTo>
                <a:lnTo>
                  <a:pt x="728964" y="1060323"/>
                </a:lnTo>
                <a:lnTo>
                  <a:pt x="729134" y="1059896"/>
                </a:lnTo>
                <a:lnTo>
                  <a:pt x="729311" y="1059460"/>
                </a:lnTo>
                <a:lnTo>
                  <a:pt x="729481" y="1059024"/>
                </a:lnTo>
                <a:lnTo>
                  <a:pt x="729649" y="1058588"/>
                </a:lnTo>
                <a:lnTo>
                  <a:pt x="729827" y="1058143"/>
                </a:lnTo>
                <a:lnTo>
                  <a:pt x="729996" y="1057698"/>
                </a:lnTo>
                <a:lnTo>
                  <a:pt x="730165" y="1057253"/>
                </a:lnTo>
                <a:lnTo>
                  <a:pt x="730343" y="1056800"/>
                </a:lnTo>
                <a:lnTo>
                  <a:pt x="730512" y="1056346"/>
                </a:lnTo>
                <a:lnTo>
                  <a:pt x="730682" y="1055892"/>
                </a:lnTo>
                <a:lnTo>
                  <a:pt x="730859" y="1055430"/>
                </a:lnTo>
                <a:lnTo>
                  <a:pt x="731028" y="1054967"/>
                </a:lnTo>
                <a:lnTo>
                  <a:pt x="731206" y="1054504"/>
                </a:lnTo>
                <a:lnTo>
                  <a:pt x="731375" y="1054033"/>
                </a:lnTo>
                <a:lnTo>
                  <a:pt x="731544" y="1053561"/>
                </a:lnTo>
                <a:lnTo>
                  <a:pt x="731722" y="1053090"/>
                </a:lnTo>
                <a:lnTo>
                  <a:pt x="731891" y="1052610"/>
                </a:lnTo>
                <a:lnTo>
                  <a:pt x="732060" y="1052129"/>
                </a:lnTo>
                <a:lnTo>
                  <a:pt x="732238" y="1051649"/>
                </a:lnTo>
                <a:lnTo>
                  <a:pt x="732407" y="1051159"/>
                </a:lnTo>
                <a:lnTo>
                  <a:pt x="732576" y="1050670"/>
                </a:lnTo>
                <a:lnTo>
                  <a:pt x="732754" y="1050181"/>
                </a:lnTo>
                <a:lnTo>
                  <a:pt x="732923" y="1049683"/>
                </a:lnTo>
                <a:lnTo>
                  <a:pt x="733092" y="1049184"/>
                </a:lnTo>
                <a:lnTo>
                  <a:pt x="733270" y="1048686"/>
                </a:lnTo>
                <a:lnTo>
                  <a:pt x="733439" y="1048179"/>
                </a:lnTo>
                <a:lnTo>
                  <a:pt x="733617" y="1047672"/>
                </a:lnTo>
                <a:lnTo>
                  <a:pt x="733786" y="1047156"/>
                </a:lnTo>
                <a:lnTo>
                  <a:pt x="733955" y="1046640"/>
                </a:lnTo>
                <a:lnTo>
                  <a:pt x="734133" y="1046124"/>
                </a:lnTo>
                <a:lnTo>
                  <a:pt x="734302" y="1045599"/>
                </a:lnTo>
                <a:lnTo>
                  <a:pt x="734471" y="1045074"/>
                </a:lnTo>
                <a:lnTo>
                  <a:pt x="734649" y="1044549"/>
                </a:lnTo>
                <a:lnTo>
                  <a:pt x="734818" y="1044016"/>
                </a:lnTo>
                <a:lnTo>
                  <a:pt x="734987" y="1043482"/>
                </a:lnTo>
                <a:lnTo>
                  <a:pt x="735165" y="1042948"/>
                </a:lnTo>
                <a:lnTo>
                  <a:pt x="735334" y="1042405"/>
                </a:lnTo>
                <a:lnTo>
                  <a:pt x="735512" y="1041863"/>
                </a:lnTo>
                <a:lnTo>
                  <a:pt x="735681" y="1041311"/>
                </a:lnTo>
                <a:lnTo>
                  <a:pt x="735850" y="1040768"/>
                </a:lnTo>
                <a:lnTo>
                  <a:pt x="736028" y="1040208"/>
                </a:lnTo>
                <a:lnTo>
                  <a:pt x="736197" y="1039656"/>
                </a:lnTo>
                <a:lnTo>
                  <a:pt x="736366" y="1039096"/>
                </a:lnTo>
                <a:lnTo>
                  <a:pt x="736544" y="1038526"/>
                </a:lnTo>
                <a:lnTo>
                  <a:pt x="736713" y="1037957"/>
                </a:lnTo>
                <a:lnTo>
                  <a:pt x="736882" y="1037388"/>
                </a:lnTo>
                <a:lnTo>
                  <a:pt x="737060" y="1036809"/>
                </a:lnTo>
                <a:lnTo>
                  <a:pt x="737229" y="1036231"/>
                </a:lnTo>
                <a:lnTo>
                  <a:pt x="737407" y="1035653"/>
                </a:lnTo>
                <a:lnTo>
                  <a:pt x="737576" y="1035066"/>
                </a:lnTo>
                <a:lnTo>
                  <a:pt x="737745" y="1034479"/>
                </a:lnTo>
                <a:lnTo>
                  <a:pt x="737923" y="1033891"/>
                </a:lnTo>
                <a:lnTo>
                  <a:pt x="738092" y="1033295"/>
                </a:lnTo>
                <a:lnTo>
                  <a:pt x="738261" y="1032690"/>
                </a:lnTo>
                <a:lnTo>
                  <a:pt x="738439" y="1032094"/>
                </a:lnTo>
                <a:lnTo>
                  <a:pt x="738608" y="1031480"/>
                </a:lnTo>
                <a:lnTo>
                  <a:pt x="738777" y="1030875"/>
                </a:lnTo>
                <a:lnTo>
                  <a:pt x="738955" y="1030262"/>
                </a:lnTo>
                <a:lnTo>
                  <a:pt x="739124" y="1029648"/>
                </a:lnTo>
                <a:lnTo>
                  <a:pt x="739302" y="1029025"/>
                </a:lnTo>
                <a:lnTo>
                  <a:pt x="739471" y="1028402"/>
                </a:lnTo>
                <a:lnTo>
                  <a:pt x="739640" y="1027771"/>
                </a:lnTo>
                <a:lnTo>
                  <a:pt x="739818" y="1027139"/>
                </a:lnTo>
                <a:lnTo>
                  <a:pt x="739987" y="1026507"/>
                </a:lnTo>
                <a:lnTo>
                  <a:pt x="740156" y="1025867"/>
                </a:lnTo>
                <a:lnTo>
                  <a:pt x="740334" y="1025226"/>
                </a:lnTo>
                <a:lnTo>
                  <a:pt x="740503" y="1024577"/>
                </a:lnTo>
                <a:lnTo>
                  <a:pt x="740672" y="1023927"/>
                </a:lnTo>
                <a:lnTo>
                  <a:pt x="740850" y="1023269"/>
                </a:lnTo>
                <a:lnTo>
                  <a:pt x="741019" y="1022611"/>
                </a:lnTo>
                <a:lnTo>
                  <a:pt x="741188" y="1021952"/>
                </a:lnTo>
                <a:lnTo>
                  <a:pt x="741366" y="1021285"/>
                </a:lnTo>
                <a:lnTo>
                  <a:pt x="741535" y="1020618"/>
                </a:lnTo>
                <a:lnTo>
                  <a:pt x="741713" y="1019951"/>
                </a:lnTo>
                <a:lnTo>
                  <a:pt x="741882" y="1019275"/>
                </a:lnTo>
                <a:lnTo>
                  <a:pt x="742051" y="1018589"/>
                </a:lnTo>
                <a:lnTo>
                  <a:pt x="742229" y="1017904"/>
                </a:lnTo>
                <a:lnTo>
                  <a:pt x="742398" y="1017219"/>
                </a:lnTo>
                <a:lnTo>
                  <a:pt x="742567" y="1016525"/>
                </a:lnTo>
                <a:lnTo>
                  <a:pt x="742745" y="1015832"/>
                </a:lnTo>
                <a:lnTo>
                  <a:pt x="742914" y="1015129"/>
                </a:lnTo>
                <a:lnTo>
                  <a:pt x="743083" y="1014426"/>
                </a:lnTo>
                <a:lnTo>
                  <a:pt x="743261" y="1013723"/>
                </a:lnTo>
                <a:lnTo>
                  <a:pt x="743430" y="1013011"/>
                </a:lnTo>
                <a:lnTo>
                  <a:pt x="743608" y="1012291"/>
                </a:lnTo>
                <a:lnTo>
                  <a:pt x="743777" y="1011570"/>
                </a:lnTo>
                <a:lnTo>
                  <a:pt x="743946" y="1010850"/>
                </a:lnTo>
                <a:lnTo>
                  <a:pt x="744124" y="1010120"/>
                </a:lnTo>
                <a:lnTo>
                  <a:pt x="744293" y="1009390"/>
                </a:lnTo>
                <a:lnTo>
                  <a:pt x="744462" y="1008652"/>
                </a:lnTo>
                <a:lnTo>
                  <a:pt x="744640" y="1007914"/>
                </a:lnTo>
                <a:lnTo>
                  <a:pt x="744809" y="1007175"/>
                </a:lnTo>
                <a:lnTo>
                  <a:pt x="744978" y="1006428"/>
                </a:lnTo>
                <a:lnTo>
                  <a:pt x="745156" y="1005672"/>
                </a:lnTo>
                <a:lnTo>
                  <a:pt x="745325" y="1004916"/>
                </a:lnTo>
                <a:lnTo>
                  <a:pt x="745503" y="1004159"/>
                </a:lnTo>
                <a:lnTo>
                  <a:pt x="745672" y="1003394"/>
                </a:lnTo>
                <a:lnTo>
                  <a:pt x="745841" y="1002629"/>
                </a:lnTo>
                <a:lnTo>
                  <a:pt x="746019" y="1001855"/>
                </a:lnTo>
                <a:lnTo>
                  <a:pt x="746188" y="1001081"/>
                </a:lnTo>
                <a:lnTo>
                  <a:pt x="746357" y="1000298"/>
                </a:lnTo>
                <a:lnTo>
                  <a:pt x="746535" y="999515"/>
                </a:lnTo>
                <a:lnTo>
                  <a:pt x="746704" y="998724"/>
                </a:lnTo>
                <a:lnTo>
                  <a:pt x="746873" y="997932"/>
                </a:lnTo>
                <a:lnTo>
                  <a:pt x="747051" y="997131"/>
                </a:lnTo>
                <a:lnTo>
                  <a:pt x="747220" y="996331"/>
                </a:lnTo>
                <a:lnTo>
                  <a:pt x="747398" y="995530"/>
                </a:lnTo>
                <a:lnTo>
                  <a:pt x="747567" y="994720"/>
                </a:lnTo>
                <a:lnTo>
                  <a:pt x="747736" y="993902"/>
                </a:lnTo>
                <a:lnTo>
                  <a:pt x="747914" y="993083"/>
                </a:lnTo>
                <a:lnTo>
                  <a:pt x="748083" y="992265"/>
                </a:lnTo>
                <a:lnTo>
                  <a:pt x="748252" y="991438"/>
                </a:lnTo>
                <a:lnTo>
                  <a:pt x="748430" y="990601"/>
                </a:lnTo>
                <a:lnTo>
                  <a:pt x="748599" y="989765"/>
                </a:lnTo>
                <a:lnTo>
                  <a:pt x="748768" y="988929"/>
                </a:lnTo>
                <a:lnTo>
                  <a:pt x="748946" y="988084"/>
                </a:lnTo>
                <a:lnTo>
                  <a:pt x="749115" y="987238"/>
                </a:lnTo>
                <a:lnTo>
                  <a:pt x="749284" y="986384"/>
                </a:lnTo>
                <a:lnTo>
                  <a:pt x="749462" y="985530"/>
                </a:lnTo>
                <a:lnTo>
                  <a:pt x="749631" y="984667"/>
                </a:lnTo>
                <a:lnTo>
                  <a:pt x="749809" y="983795"/>
                </a:lnTo>
                <a:lnTo>
                  <a:pt x="749978" y="982932"/>
                </a:lnTo>
                <a:lnTo>
                  <a:pt x="750147" y="982052"/>
                </a:lnTo>
                <a:lnTo>
                  <a:pt x="750325" y="981171"/>
                </a:lnTo>
                <a:lnTo>
                  <a:pt x="750494" y="980290"/>
                </a:lnTo>
                <a:lnTo>
                  <a:pt x="750663" y="979401"/>
                </a:lnTo>
                <a:lnTo>
                  <a:pt x="750841" y="978511"/>
                </a:lnTo>
                <a:lnTo>
                  <a:pt x="751010" y="977612"/>
                </a:lnTo>
                <a:lnTo>
                  <a:pt x="751179" y="976714"/>
                </a:lnTo>
                <a:lnTo>
                  <a:pt x="751357" y="975806"/>
                </a:lnTo>
                <a:lnTo>
                  <a:pt x="751526" y="974890"/>
                </a:lnTo>
                <a:lnTo>
                  <a:pt x="751704" y="973983"/>
                </a:lnTo>
                <a:lnTo>
                  <a:pt x="751873" y="973057"/>
                </a:lnTo>
                <a:lnTo>
                  <a:pt x="752042" y="972132"/>
                </a:lnTo>
                <a:lnTo>
                  <a:pt x="752220" y="971207"/>
                </a:lnTo>
                <a:lnTo>
                  <a:pt x="752389" y="970273"/>
                </a:lnTo>
                <a:lnTo>
                  <a:pt x="752558" y="969339"/>
                </a:lnTo>
                <a:lnTo>
                  <a:pt x="752736" y="968396"/>
                </a:lnTo>
                <a:lnTo>
                  <a:pt x="752905" y="967444"/>
                </a:lnTo>
                <a:lnTo>
                  <a:pt x="753074" y="966492"/>
                </a:lnTo>
                <a:lnTo>
                  <a:pt x="753252" y="965540"/>
                </a:lnTo>
                <a:lnTo>
                  <a:pt x="753421" y="964579"/>
                </a:lnTo>
                <a:lnTo>
                  <a:pt x="753599" y="963609"/>
                </a:lnTo>
                <a:lnTo>
                  <a:pt x="753768" y="962640"/>
                </a:lnTo>
                <a:lnTo>
                  <a:pt x="753937" y="961670"/>
                </a:lnTo>
                <a:lnTo>
                  <a:pt x="754115" y="960691"/>
                </a:lnTo>
                <a:lnTo>
                  <a:pt x="754284" y="959704"/>
                </a:lnTo>
                <a:lnTo>
                  <a:pt x="754453" y="958716"/>
                </a:lnTo>
                <a:lnTo>
                  <a:pt x="754631" y="957720"/>
                </a:lnTo>
                <a:lnTo>
                  <a:pt x="754800" y="956724"/>
                </a:lnTo>
                <a:lnTo>
                  <a:pt x="754969" y="955718"/>
                </a:lnTo>
                <a:lnTo>
                  <a:pt x="755147" y="954713"/>
                </a:lnTo>
                <a:lnTo>
                  <a:pt x="755316" y="953699"/>
                </a:lnTo>
                <a:lnTo>
                  <a:pt x="755494" y="952685"/>
                </a:lnTo>
                <a:lnTo>
                  <a:pt x="755663" y="951662"/>
                </a:lnTo>
                <a:lnTo>
                  <a:pt x="755832" y="950638"/>
                </a:lnTo>
                <a:lnTo>
                  <a:pt x="756010" y="949606"/>
                </a:lnTo>
                <a:lnTo>
                  <a:pt x="756179" y="948565"/>
                </a:lnTo>
                <a:lnTo>
                  <a:pt x="756348" y="947525"/>
                </a:lnTo>
                <a:lnTo>
                  <a:pt x="756526" y="946484"/>
                </a:lnTo>
                <a:lnTo>
                  <a:pt x="756695" y="945434"/>
                </a:lnTo>
                <a:lnTo>
                  <a:pt x="756864" y="944375"/>
                </a:lnTo>
                <a:lnTo>
                  <a:pt x="757042" y="943317"/>
                </a:lnTo>
                <a:lnTo>
                  <a:pt x="757211" y="942249"/>
                </a:lnTo>
                <a:lnTo>
                  <a:pt x="757380" y="941181"/>
                </a:lnTo>
                <a:lnTo>
                  <a:pt x="757558" y="940105"/>
                </a:lnTo>
                <a:lnTo>
                  <a:pt x="757727" y="939028"/>
                </a:lnTo>
                <a:lnTo>
                  <a:pt x="757905" y="937943"/>
                </a:lnTo>
                <a:lnTo>
                  <a:pt x="758074" y="936849"/>
                </a:lnTo>
                <a:lnTo>
                  <a:pt x="758243" y="935755"/>
                </a:lnTo>
                <a:lnTo>
                  <a:pt x="758421" y="934660"/>
                </a:lnTo>
                <a:lnTo>
                  <a:pt x="758590" y="933557"/>
                </a:lnTo>
                <a:lnTo>
                  <a:pt x="758759" y="932445"/>
                </a:lnTo>
                <a:lnTo>
                  <a:pt x="758937" y="931333"/>
                </a:lnTo>
                <a:lnTo>
                  <a:pt x="759106" y="930212"/>
                </a:lnTo>
                <a:lnTo>
                  <a:pt x="759275" y="929091"/>
                </a:lnTo>
                <a:lnTo>
                  <a:pt x="759453" y="927961"/>
                </a:lnTo>
                <a:lnTo>
                  <a:pt x="759622" y="926831"/>
                </a:lnTo>
                <a:lnTo>
                  <a:pt x="759800" y="925693"/>
                </a:lnTo>
                <a:lnTo>
                  <a:pt x="759969" y="924545"/>
                </a:lnTo>
                <a:lnTo>
                  <a:pt x="760138" y="923397"/>
                </a:lnTo>
                <a:lnTo>
                  <a:pt x="760316" y="922250"/>
                </a:lnTo>
                <a:lnTo>
                  <a:pt x="760485" y="921093"/>
                </a:lnTo>
                <a:lnTo>
                  <a:pt x="760654" y="919928"/>
                </a:lnTo>
                <a:lnTo>
                  <a:pt x="760832" y="918762"/>
                </a:lnTo>
                <a:lnTo>
                  <a:pt x="761001" y="917588"/>
                </a:lnTo>
                <a:lnTo>
                  <a:pt x="761170" y="916414"/>
                </a:lnTo>
                <a:lnTo>
                  <a:pt x="761348" y="915230"/>
                </a:lnTo>
                <a:lnTo>
                  <a:pt x="761517" y="914038"/>
                </a:lnTo>
                <a:lnTo>
                  <a:pt x="761695" y="912846"/>
                </a:lnTo>
                <a:lnTo>
                  <a:pt x="761863" y="911645"/>
                </a:lnTo>
                <a:lnTo>
                  <a:pt x="762033" y="910444"/>
                </a:lnTo>
                <a:lnTo>
                  <a:pt x="762210" y="909234"/>
                </a:lnTo>
                <a:lnTo>
                  <a:pt x="762380" y="908024"/>
                </a:lnTo>
                <a:lnTo>
                  <a:pt x="762549" y="906806"/>
                </a:lnTo>
                <a:lnTo>
                  <a:pt x="762727" y="905587"/>
                </a:lnTo>
                <a:lnTo>
                  <a:pt x="762896" y="904359"/>
                </a:lnTo>
                <a:lnTo>
                  <a:pt x="763065" y="903122"/>
                </a:lnTo>
                <a:lnTo>
                  <a:pt x="763242" y="901886"/>
                </a:lnTo>
                <a:lnTo>
                  <a:pt x="763412" y="900640"/>
                </a:lnTo>
                <a:lnTo>
                  <a:pt x="763589" y="899395"/>
                </a:lnTo>
                <a:lnTo>
                  <a:pt x="763758" y="898140"/>
                </a:lnTo>
                <a:lnTo>
                  <a:pt x="763928" y="896886"/>
                </a:lnTo>
                <a:lnTo>
                  <a:pt x="764105" y="895623"/>
                </a:lnTo>
                <a:lnTo>
                  <a:pt x="764275" y="894351"/>
                </a:lnTo>
                <a:lnTo>
                  <a:pt x="764443" y="893078"/>
                </a:lnTo>
                <a:lnTo>
                  <a:pt x="764621" y="891797"/>
                </a:lnTo>
                <a:lnTo>
                  <a:pt x="764790" y="890516"/>
                </a:lnTo>
                <a:lnTo>
                  <a:pt x="764960" y="889226"/>
                </a:lnTo>
                <a:lnTo>
                  <a:pt x="765137" y="887936"/>
                </a:lnTo>
                <a:lnTo>
                  <a:pt x="765306" y="886637"/>
                </a:lnTo>
                <a:lnTo>
                  <a:pt x="765476" y="885330"/>
                </a:lnTo>
                <a:lnTo>
                  <a:pt x="765653" y="884022"/>
                </a:lnTo>
                <a:lnTo>
                  <a:pt x="765822" y="882714"/>
                </a:lnTo>
                <a:lnTo>
                  <a:pt x="766000" y="881388"/>
                </a:lnTo>
                <a:lnTo>
                  <a:pt x="766169" y="880072"/>
                </a:lnTo>
                <a:lnTo>
                  <a:pt x="766338" y="878737"/>
                </a:lnTo>
                <a:lnTo>
                  <a:pt x="766516" y="877403"/>
                </a:lnTo>
                <a:lnTo>
                  <a:pt x="766685" y="876068"/>
                </a:lnTo>
                <a:lnTo>
                  <a:pt x="766855" y="874716"/>
                </a:lnTo>
                <a:lnTo>
                  <a:pt x="767032" y="873373"/>
                </a:lnTo>
                <a:lnTo>
                  <a:pt x="767201" y="872020"/>
                </a:lnTo>
                <a:lnTo>
                  <a:pt x="767370" y="870659"/>
                </a:lnTo>
                <a:lnTo>
                  <a:pt x="767548" y="869289"/>
                </a:lnTo>
                <a:lnTo>
                  <a:pt x="767717" y="867919"/>
                </a:lnTo>
                <a:lnTo>
                  <a:pt x="767895" y="866549"/>
                </a:lnTo>
                <a:lnTo>
                  <a:pt x="768064" y="865170"/>
                </a:lnTo>
                <a:lnTo>
                  <a:pt x="768233" y="863782"/>
                </a:lnTo>
                <a:lnTo>
                  <a:pt x="768411" y="862394"/>
                </a:lnTo>
                <a:lnTo>
                  <a:pt x="768580" y="860998"/>
                </a:lnTo>
                <a:lnTo>
                  <a:pt x="768749" y="859592"/>
                </a:lnTo>
                <a:lnTo>
                  <a:pt x="768927" y="858186"/>
                </a:lnTo>
                <a:lnTo>
                  <a:pt x="769096" y="856781"/>
                </a:lnTo>
                <a:lnTo>
                  <a:pt x="769265" y="855366"/>
                </a:lnTo>
                <a:lnTo>
                  <a:pt x="769443" y="853943"/>
                </a:lnTo>
                <a:lnTo>
                  <a:pt x="769612" y="852519"/>
                </a:lnTo>
                <a:lnTo>
                  <a:pt x="769790" y="851087"/>
                </a:lnTo>
                <a:lnTo>
                  <a:pt x="769959" y="849646"/>
                </a:lnTo>
                <a:lnTo>
                  <a:pt x="770128" y="848205"/>
                </a:lnTo>
                <a:lnTo>
                  <a:pt x="770306" y="846763"/>
                </a:lnTo>
                <a:lnTo>
                  <a:pt x="770475" y="845313"/>
                </a:lnTo>
                <a:lnTo>
                  <a:pt x="770644" y="843854"/>
                </a:lnTo>
                <a:lnTo>
                  <a:pt x="770822" y="842395"/>
                </a:lnTo>
                <a:lnTo>
                  <a:pt x="770991" y="840927"/>
                </a:lnTo>
                <a:lnTo>
                  <a:pt x="771160" y="839459"/>
                </a:lnTo>
                <a:lnTo>
                  <a:pt x="771338" y="837983"/>
                </a:lnTo>
                <a:lnTo>
                  <a:pt x="771507" y="836497"/>
                </a:lnTo>
                <a:lnTo>
                  <a:pt x="771685" y="835011"/>
                </a:lnTo>
                <a:lnTo>
                  <a:pt x="771854" y="833517"/>
                </a:lnTo>
                <a:lnTo>
                  <a:pt x="772023" y="832022"/>
                </a:lnTo>
                <a:lnTo>
                  <a:pt x="772201" y="830519"/>
                </a:lnTo>
                <a:lnTo>
                  <a:pt x="772370" y="829015"/>
                </a:lnTo>
                <a:lnTo>
                  <a:pt x="772539" y="827503"/>
                </a:lnTo>
                <a:lnTo>
                  <a:pt x="772717" y="825981"/>
                </a:lnTo>
                <a:lnTo>
                  <a:pt x="772886" y="824460"/>
                </a:lnTo>
                <a:lnTo>
                  <a:pt x="773055" y="822930"/>
                </a:lnTo>
                <a:lnTo>
                  <a:pt x="773233" y="821400"/>
                </a:lnTo>
                <a:lnTo>
                  <a:pt x="773402" y="819861"/>
                </a:lnTo>
                <a:lnTo>
                  <a:pt x="773571" y="818321"/>
                </a:lnTo>
                <a:lnTo>
                  <a:pt x="773749" y="816773"/>
                </a:lnTo>
                <a:lnTo>
                  <a:pt x="773918" y="815226"/>
                </a:lnTo>
                <a:lnTo>
                  <a:pt x="774096" y="813666"/>
                </a:lnTo>
                <a:lnTo>
                  <a:pt x="774265" y="812104"/>
                </a:lnTo>
                <a:lnTo>
                  <a:pt x="774434" y="810536"/>
                </a:lnTo>
                <a:lnTo>
                  <a:pt x="774612" y="808964"/>
                </a:lnTo>
                <a:lnTo>
                  <a:pt x="774781" y="807387"/>
                </a:lnTo>
                <a:lnTo>
                  <a:pt x="774950" y="805805"/>
                </a:lnTo>
                <a:lnTo>
                  <a:pt x="775128" y="804218"/>
                </a:lnTo>
                <a:lnTo>
                  <a:pt x="775297" y="802625"/>
                </a:lnTo>
                <a:lnTo>
                  <a:pt x="775466" y="801029"/>
                </a:lnTo>
                <a:lnTo>
                  <a:pt x="775644" y="799427"/>
                </a:lnTo>
                <a:lnTo>
                  <a:pt x="775813" y="797820"/>
                </a:lnTo>
                <a:lnTo>
                  <a:pt x="775991" y="796208"/>
                </a:lnTo>
                <a:lnTo>
                  <a:pt x="776160" y="794592"/>
                </a:lnTo>
                <a:lnTo>
                  <a:pt x="776329" y="792970"/>
                </a:lnTo>
                <a:lnTo>
                  <a:pt x="776507" y="791344"/>
                </a:lnTo>
                <a:lnTo>
                  <a:pt x="776676" y="789712"/>
                </a:lnTo>
                <a:lnTo>
                  <a:pt x="776845" y="788076"/>
                </a:lnTo>
                <a:lnTo>
                  <a:pt x="777023" y="786435"/>
                </a:lnTo>
                <a:lnTo>
                  <a:pt x="777192" y="784789"/>
                </a:lnTo>
                <a:lnTo>
                  <a:pt x="777361" y="783139"/>
                </a:lnTo>
                <a:lnTo>
                  <a:pt x="777539" y="781483"/>
                </a:lnTo>
                <a:lnTo>
                  <a:pt x="777708" y="779822"/>
                </a:lnTo>
                <a:lnTo>
                  <a:pt x="777886" y="778157"/>
                </a:lnTo>
                <a:lnTo>
                  <a:pt x="778055" y="776487"/>
                </a:lnTo>
                <a:lnTo>
                  <a:pt x="778224" y="774812"/>
                </a:lnTo>
                <a:lnTo>
                  <a:pt x="778402" y="773132"/>
                </a:lnTo>
                <a:lnTo>
                  <a:pt x="778571" y="771448"/>
                </a:lnTo>
                <a:lnTo>
                  <a:pt x="778740" y="769758"/>
                </a:lnTo>
                <a:lnTo>
                  <a:pt x="778918" y="768065"/>
                </a:lnTo>
                <a:lnTo>
                  <a:pt x="779087" y="766366"/>
                </a:lnTo>
                <a:lnTo>
                  <a:pt x="779256" y="764663"/>
                </a:lnTo>
                <a:lnTo>
                  <a:pt x="779434" y="762954"/>
                </a:lnTo>
                <a:lnTo>
                  <a:pt x="779603" y="761242"/>
                </a:lnTo>
                <a:lnTo>
                  <a:pt x="779781" y="759524"/>
                </a:lnTo>
                <a:lnTo>
                  <a:pt x="779950" y="757802"/>
                </a:lnTo>
                <a:lnTo>
                  <a:pt x="780119" y="756075"/>
                </a:lnTo>
                <a:lnTo>
                  <a:pt x="780297" y="754344"/>
                </a:lnTo>
                <a:lnTo>
                  <a:pt x="780466" y="752607"/>
                </a:lnTo>
                <a:lnTo>
                  <a:pt x="780635" y="750866"/>
                </a:lnTo>
                <a:lnTo>
                  <a:pt x="780813" y="749120"/>
                </a:lnTo>
                <a:lnTo>
                  <a:pt x="780982" y="747371"/>
                </a:lnTo>
                <a:lnTo>
                  <a:pt x="781151" y="745616"/>
                </a:lnTo>
                <a:lnTo>
                  <a:pt x="781329" y="743856"/>
                </a:lnTo>
                <a:lnTo>
                  <a:pt x="781498" y="742093"/>
                </a:lnTo>
                <a:lnTo>
                  <a:pt x="781667" y="740325"/>
                </a:lnTo>
                <a:lnTo>
                  <a:pt x="781845" y="738551"/>
                </a:lnTo>
                <a:lnTo>
                  <a:pt x="782014" y="736774"/>
                </a:lnTo>
                <a:lnTo>
                  <a:pt x="782192" y="734992"/>
                </a:lnTo>
                <a:lnTo>
                  <a:pt x="782361" y="733206"/>
                </a:lnTo>
                <a:lnTo>
                  <a:pt x="782530" y="731415"/>
                </a:lnTo>
                <a:lnTo>
                  <a:pt x="782708" y="729619"/>
                </a:lnTo>
                <a:lnTo>
                  <a:pt x="782877" y="727820"/>
                </a:lnTo>
                <a:lnTo>
                  <a:pt x="783046" y="726015"/>
                </a:lnTo>
                <a:lnTo>
                  <a:pt x="783224" y="724208"/>
                </a:lnTo>
                <a:lnTo>
                  <a:pt x="783393" y="722395"/>
                </a:lnTo>
                <a:lnTo>
                  <a:pt x="783562" y="720577"/>
                </a:lnTo>
                <a:lnTo>
                  <a:pt x="783740" y="718755"/>
                </a:lnTo>
                <a:lnTo>
                  <a:pt x="783909" y="716930"/>
                </a:lnTo>
                <a:lnTo>
                  <a:pt x="784087" y="715099"/>
                </a:lnTo>
                <a:lnTo>
                  <a:pt x="784256" y="713264"/>
                </a:lnTo>
                <a:lnTo>
                  <a:pt x="784425" y="711425"/>
                </a:lnTo>
                <a:lnTo>
                  <a:pt x="784603" y="709582"/>
                </a:lnTo>
                <a:lnTo>
                  <a:pt x="784772" y="707734"/>
                </a:lnTo>
                <a:lnTo>
                  <a:pt x="784941" y="705883"/>
                </a:lnTo>
                <a:lnTo>
                  <a:pt x="785119" y="704027"/>
                </a:lnTo>
                <a:lnTo>
                  <a:pt x="785288" y="702167"/>
                </a:lnTo>
                <a:lnTo>
                  <a:pt x="785457" y="700303"/>
                </a:lnTo>
                <a:lnTo>
                  <a:pt x="785635" y="698434"/>
                </a:lnTo>
                <a:lnTo>
                  <a:pt x="785804" y="696561"/>
                </a:lnTo>
                <a:lnTo>
                  <a:pt x="785982" y="694685"/>
                </a:lnTo>
                <a:lnTo>
                  <a:pt x="786151" y="692804"/>
                </a:lnTo>
                <a:lnTo>
                  <a:pt x="786320" y="690919"/>
                </a:lnTo>
                <a:lnTo>
                  <a:pt x="786498" y="689030"/>
                </a:lnTo>
                <a:lnTo>
                  <a:pt x="786667" y="687137"/>
                </a:lnTo>
                <a:lnTo>
                  <a:pt x="786836" y="685240"/>
                </a:lnTo>
                <a:lnTo>
                  <a:pt x="787014" y="683339"/>
                </a:lnTo>
                <a:lnTo>
                  <a:pt x="787183" y="681434"/>
                </a:lnTo>
                <a:lnTo>
                  <a:pt x="787352" y="679525"/>
                </a:lnTo>
                <a:lnTo>
                  <a:pt x="787530" y="677613"/>
                </a:lnTo>
                <a:lnTo>
                  <a:pt x="787699" y="675696"/>
                </a:lnTo>
                <a:lnTo>
                  <a:pt x="787877" y="673775"/>
                </a:lnTo>
                <a:lnTo>
                  <a:pt x="788046" y="671851"/>
                </a:lnTo>
                <a:lnTo>
                  <a:pt x="788215" y="669922"/>
                </a:lnTo>
                <a:lnTo>
                  <a:pt x="788393" y="667991"/>
                </a:lnTo>
                <a:lnTo>
                  <a:pt x="788562" y="666055"/>
                </a:lnTo>
                <a:lnTo>
                  <a:pt x="788731" y="664115"/>
                </a:lnTo>
                <a:lnTo>
                  <a:pt x="788909" y="662172"/>
                </a:lnTo>
                <a:lnTo>
                  <a:pt x="789078" y="660224"/>
                </a:lnTo>
                <a:lnTo>
                  <a:pt x="789247" y="658273"/>
                </a:lnTo>
                <a:lnTo>
                  <a:pt x="789425" y="656320"/>
                </a:lnTo>
                <a:lnTo>
                  <a:pt x="789594" y="654362"/>
                </a:lnTo>
                <a:lnTo>
                  <a:pt x="789763" y="652399"/>
                </a:lnTo>
                <a:lnTo>
                  <a:pt x="789941" y="650434"/>
                </a:lnTo>
                <a:lnTo>
                  <a:pt x="790110" y="648465"/>
                </a:lnTo>
                <a:lnTo>
                  <a:pt x="790288" y="646493"/>
                </a:lnTo>
                <a:lnTo>
                  <a:pt x="790457" y="644517"/>
                </a:lnTo>
                <a:lnTo>
                  <a:pt x="790626" y="642537"/>
                </a:lnTo>
                <a:lnTo>
                  <a:pt x="790804" y="640554"/>
                </a:lnTo>
                <a:lnTo>
                  <a:pt x="790973" y="638568"/>
                </a:lnTo>
                <a:lnTo>
                  <a:pt x="791142" y="636578"/>
                </a:lnTo>
                <a:lnTo>
                  <a:pt x="791320" y="634585"/>
                </a:lnTo>
                <a:lnTo>
                  <a:pt x="791489" y="632589"/>
                </a:lnTo>
                <a:lnTo>
                  <a:pt x="791658" y="630589"/>
                </a:lnTo>
                <a:lnTo>
                  <a:pt x="791836" y="628585"/>
                </a:lnTo>
                <a:lnTo>
                  <a:pt x="792005" y="626578"/>
                </a:lnTo>
                <a:lnTo>
                  <a:pt x="792183" y="624568"/>
                </a:lnTo>
                <a:lnTo>
                  <a:pt x="792352" y="622556"/>
                </a:lnTo>
                <a:lnTo>
                  <a:pt x="792521" y="620539"/>
                </a:lnTo>
                <a:lnTo>
                  <a:pt x="792699" y="618520"/>
                </a:lnTo>
                <a:lnTo>
                  <a:pt x="792868" y="616497"/>
                </a:lnTo>
                <a:lnTo>
                  <a:pt x="793037" y="614472"/>
                </a:lnTo>
                <a:lnTo>
                  <a:pt x="793215" y="612443"/>
                </a:lnTo>
                <a:lnTo>
                  <a:pt x="793384" y="610411"/>
                </a:lnTo>
                <a:lnTo>
                  <a:pt x="793553" y="608377"/>
                </a:lnTo>
                <a:lnTo>
                  <a:pt x="793731" y="606339"/>
                </a:lnTo>
                <a:lnTo>
                  <a:pt x="793900" y="604298"/>
                </a:lnTo>
                <a:lnTo>
                  <a:pt x="794078" y="602254"/>
                </a:lnTo>
                <a:lnTo>
                  <a:pt x="794247" y="600207"/>
                </a:lnTo>
                <a:lnTo>
                  <a:pt x="794416" y="598158"/>
                </a:lnTo>
                <a:lnTo>
                  <a:pt x="794594" y="596106"/>
                </a:lnTo>
                <a:lnTo>
                  <a:pt x="794763" y="594051"/>
                </a:lnTo>
                <a:lnTo>
                  <a:pt x="794932" y="591992"/>
                </a:lnTo>
                <a:lnTo>
                  <a:pt x="795110" y="589932"/>
                </a:lnTo>
                <a:lnTo>
                  <a:pt x="795279" y="587869"/>
                </a:lnTo>
                <a:lnTo>
                  <a:pt x="795448" y="585802"/>
                </a:lnTo>
                <a:lnTo>
                  <a:pt x="795626" y="583734"/>
                </a:lnTo>
                <a:lnTo>
                  <a:pt x="795795" y="581663"/>
                </a:lnTo>
                <a:lnTo>
                  <a:pt x="795973" y="579588"/>
                </a:lnTo>
                <a:lnTo>
                  <a:pt x="796142" y="577511"/>
                </a:lnTo>
                <a:lnTo>
                  <a:pt x="796311" y="575432"/>
                </a:lnTo>
                <a:lnTo>
                  <a:pt x="796489" y="573351"/>
                </a:lnTo>
                <a:lnTo>
                  <a:pt x="796658" y="571267"/>
                </a:lnTo>
                <a:lnTo>
                  <a:pt x="796827" y="569180"/>
                </a:lnTo>
                <a:lnTo>
                  <a:pt x="797004" y="567091"/>
                </a:lnTo>
                <a:lnTo>
                  <a:pt x="797174" y="565000"/>
                </a:lnTo>
                <a:lnTo>
                  <a:pt x="797343" y="562907"/>
                </a:lnTo>
                <a:lnTo>
                  <a:pt x="797521" y="560811"/>
                </a:lnTo>
                <a:lnTo>
                  <a:pt x="797690" y="558712"/>
                </a:lnTo>
                <a:lnTo>
                  <a:pt x="797859" y="556612"/>
                </a:lnTo>
                <a:lnTo>
                  <a:pt x="798036" y="554510"/>
                </a:lnTo>
                <a:lnTo>
                  <a:pt x="798206" y="552405"/>
                </a:lnTo>
                <a:lnTo>
                  <a:pt x="798383" y="550298"/>
                </a:lnTo>
                <a:lnTo>
                  <a:pt x="798553" y="548190"/>
                </a:lnTo>
                <a:lnTo>
                  <a:pt x="798722" y="546079"/>
                </a:lnTo>
                <a:lnTo>
                  <a:pt x="798899" y="543966"/>
                </a:lnTo>
                <a:lnTo>
                  <a:pt x="799069" y="541850"/>
                </a:lnTo>
                <a:lnTo>
                  <a:pt x="799237" y="539734"/>
                </a:lnTo>
                <a:lnTo>
                  <a:pt x="799415" y="537614"/>
                </a:lnTo>
                <a:lnTo>
                  <a:pt x="799584" y="535494"/>
                </a:lnTo>
                <a:lnTo>
                  <a:pt x="799754" y="533372"/>
                </a:lnTo>
                <a:lnTo>
                  <a:pt x="799931" y="531247"/>
                </a:lnTo>
                <a:lnTo>
                  <a:pt x="800101" y="529121"/>
                </a:lnTo>
                <a:lnTo>
                  <a:pt x="800278" y="526993"/>
                </a:lnTo>
                <a:lnTo>
                  <a:pt x="800447" y="524864"/>
                </a:lnTo>
                <a:lnTo>
                  <a:pt x="800616" y="522732"/>
                </a:lnTo>
                <a:lnTo>
                  <a:pt x="800794" y="520600"/>
                </a:lnTo>
                <a:lnTo>
                  <a:pt x="800963" y="518466"/>
                </a:lnTo>
                <a:lnTo>
                  <a:pt x="801132" y="516330"/>
                </a:lnTo>
                <a:lnTo>
                  <a:pt x="801310" y="514193"/>
                </a:lnTo>
                <a:lnTo>
                  <a:pt x="801479" y="512054"/>
                </a:lnTo>
                <a:lnTo>
                  <a:pt x="801649" y="509914"/>
                </a:lnTo>
                <a:lnTo>
                  <a:pt x="801826" y="507772"/>
                </a:lnTo>
                <a:lnTo>
                  <a:pt x="801995" y="505629"/>
                </a:lnTo>
                <a:lnTo>
                  <a:pt x="802173" y="503485"/>
                </a:lnTo>
                <a:lnTo>
                  <a:pt x="802342" y="501339"/>
                </a:lnTo>
                <a:lnTo>
                  <a:pt x="802511" y="499192"/>
                </a:lnTo>
                <a:lnTo>
                  <a:pt x="802689" y="497045"/>
                </a:lnTo>
                <a:lnTo>
                  <a:pt x="802858" y="494895"/>
                </a:lnTo>
                <a:lnTo>
                  <a:pt x="803027" y="492745"/>
                </a:lnTo>
                <a:lnTo>
                  <a:pt x="803205" y="490594"/>
                </a:lnTo>
                <a:lnTo>
                  <a:pt x="803374" y="488442"/>
                </a:lnTo>
                <a:lnTo>
                  <a:pt x="803543" y="486289"/>
                </a:lnTo>
                <a:lnTo>
                  <a:pt x="803721" y="484135"/>
                </a:lnTo>
                <a:lnTo>
                  <a:pt x="803890" y="481980"/>
                </a:lnTo>
                <a:lnTo>
                  <a:pt x="804068" y="479824"/>
                </a:lnTo>
                <a:lnTo>
                  <a:pt x="804237" y="477668"/>
                </a:lnTo>
                <a:lnTo>
                  <a:pt x="804406" y="475510"/>
                </a:lnTo>
                <a:lnTo>
                  <a:pt x="804584" y="473352"/>
                </a:lnTo>
                <a:lnTo>
                  <a:pt x="804753" y="471193"/>
                </a:lnTo>
                <a:lnTo>
                  <a:pt x="804922" y="469033"/>
                </a:lnTo>
                <a:lnTo>
                  <a:pt x="805100" y="466873"/>
                </a:lnTo>
                <a:lnTo>
                  <a:pt x="805269" y="464712"/>
                </a:lnTo>
                <a:lnTo>
                  <a:pt x="805438" y="462551"/>
                </a:lnTo>
                <a:lnTo>
                  <a:pt x="805616" y="460389"/>
                </a:lnTo>
                <a:lnTo>
                  <a:pt x="805785" y="458227"/>
                </a:lnTo>
                <a:lnTo>
                  <a:pt x="805954" y="456064"/>
                </a:lnTo>
                <a:lnTo>
                  <a:pt x="806132" y="453902"/>
                </a:lnTo>
                <a:lnTo>
                  <a:pt x="806301" y="451738"/>
                </a:lnTo>
                <a:lnTo>
                  <a:pt x="806479" y="449574"/>
                </a:lnTo>
                <a:lnTo>
                  <a:pt x="806648" y="447411"/>
                </a:lnTo>
                <a:lnTo>
                  <a:pt x="806817" y="445247"/>
                </a:lnTo>
                <a:lnTo>
                  <a:pt x="806995" y="443083"/>
                </a:lnTo>
                <a:lnTo>
                  <a:pt x="807164" y="440919"/>
                </a:lnTo>
                <a:lnTo>
                  <a:pt x="807333" y="438754"/>
                </a:lnTo>
                <a:lnTo>
                  <a:pt x="807511" y="436591"/>
                </a:lnTo>
                <a:lnTo>
                  <a:pt x="807680" y="434426"/>
                </a:lnTo>
                <a:lnTo>
                  <a:pt x="807849" y="432263"/>
                </a:lnTo>
                <a:lnTo>
                  <a:pt x="808027" y="430098"/>
                </a:lnTo>
                <a:lnTo>
                  <a:pt x="808196" y="427935"/>
                </a:lnTo>
                <a:lnTo>
                  <a:pt x="808374" y="425771"/>
                </a:lnTo>
                <a:lnTo>
                  <a:pt x="808543" y="423608"/>
                </a:lnTo>
                <a:lnTo>
                  <a:pt x="808712" y="421446"/>
                </a:lnTo>
                <a:lnTo>
                  <a:pt x="808890" y="419283"/>
                </a:lnTo>
                <a:lnTo>
                  <a:pt x="809059" y="417120"/>
                </a:lnTo>
                <a:lnTo>
                  <a:pt x="809228" y="414959"/>
                </a:lnTo>
                <a:lnTo>
                  <a:pt x="809406" y="412797"/>
                </a:lnTo>
                <a:lnTo>
                  <a:pt x="809575" y="410637"/>
                </a:lnTo>
                <a:lnTo>
                  <a:pt x="809744" y="408477"/>
                </a:lnTo>
                <a:lnTo>
                  <a:pt x="809922" y="406317"/>
                </a:lnTo>
                <a:lnTo>
                  <a:pt x="810091" y="404159"/>
                </a:lnTo>
                <a:lnTo>
                  <a:pt x="810269" y="402000"/>
                </a:lnTo>
                <a:lnTo>
                  <a:pt x="810438" y="399843"/>
                </a:lnTo>
                <a:lnTo>
                  <a:pt x="810607" y="397687"/>
                </a:lnTo>
                <a:lnTo>
                  <a:pt x="810785" y="395531"/>
                </a:lnTo>
                <a:lnTo>
                  <a:pt x="810954" y="393376"/>
                </a:lnTo>
                <a:lnTo>
                  <a:pt x="811123" y="391222"/>
                </a:lnTo>
                <a:lnTo>
                  <a:pt x="811301" y="389070"/>
                </a:lnTo>
                <a:lnTo>
                  <a:pt x="811470" y="386918"/>
                </a:lnTo>
                <a:lnTo>
                  <a:pt x="811639" y="384768"/>
                </a:lnTo>
                <a:lnTo>
                  <a:pt x="811817" y="382619"/>
                </a:lnTo>
                <a:lnTo>
                  <a:pt x="811986" y="380470"/>
                </a:lnTo>
                <a:lnTo>
                  <a:pt x="812164" y="378323"/>
                </a:lnTo>
                <a:lnTo>
                  <a:pt x="812333" y="376178"/>
                </a:lnTo>
                <a:lnTo>
                  <a:pt x="812502" y="374033"/>
                </a:lnTo>
                <a:lnTo>
                  <a:pt x="812680" y="371890"/>
                </a:lnTo>
                <a:lnTo>
                  <a:pt x="812849" y="369748"/>
                </a:lnTo>
                <a:lnTo>
                  <a:pt x="813018" y="367609"/>
                </a:lnTo>
                <a:lnTo>
                  <a:pt x="813196" y="365470"/>
                </a:lnTo>
                <a:lnTo>
                  <a:pt x="813365" y="363333"/>
                </a:lnTo>
                <a:lnTo>
                  <a:pt x="813534" y="361198"/>
                </a:lnTo>
                <a:lnTo>
                  <a:pt x="813712" y="359064"/>
                </a:lnTo>
                <a:lnTo>
                  <a:pt x="813881" y="356932"/>
                </a:lnTo>
                <a:lnTo>
                  <a:pt x="814050" y="354802"/>
                </a:lnTo>
                <a:lnTo>
                  <a:pt x="814228" y="352673"/>
                </a:lnTo>
                <a:lnTo>
                  <a:pt x="814397" y="350547"/>
                </a:lnTo>
                <a:lnTo>
                  <a:pt x="814575" y="348423"/>
                </a:lnTo>
                <a:lnTo>
                  <a:pt x="814744" y="346300"/>
                </a:lnTo>
                <a:lnTo>
                  <a:pt x="814913" y="344180"/>
                </a:lnTo>
                <a:lnTo>
                  <a:pt x="815091" y="342061"/>
                </a:lnTo>
                <a:lnTo>
                  <a:pt x="815260" y="339944"/>
                </a:lnTo>
                <a:lnTo>
                  <a:pt x="815429" y="337830"/>
                </a:lnTo>
                <a:lnTo>
                  <a:pt x="815607" y="335718"/>
                </a:lnTo>
                <a:lnTo>
                  <a:pt x="815776" y="333608"/>
                </a:lnTo>
                <a:lnTo>
                  <a:pt x="815945" y="331502"/>
                </a:lnTo>
                <a:lnTo>
                  <a:pt x="816123" y="329396"/>
                </a:lnTo>
                <a:lnTo>
                  <a:pt x="816292" y="327293"/>
                </a:lnTo>
                <a:lnTo>
                  <a:pt x="816470" y="325193"/>
                </a:lnTo>
                <a:lnTo>
                  <a:pt x="816639" y="323095"/>
                </a:lnTo>
                <a:lnTo>
                  <a:pt x="816808" y="321000"/>
                </a:lnTo>
                <a:lnTo>
                  <a:pt x="816986" y="318908"/>
                </a:lnTo>
                <a:lnTo>
                  <a:pt x="817155" y="316818"/>
                </a:lnTo>
                <a:lnTo>
                  <a:pt x="817324" y="314731"/>
                </a:lnTo>
                <a:lnTo>
                  <a:pt x="817502" y="312646"/>
                </a:lnTo>
                <a:lnTo>
                  <a:pt x="817671" y="310565"/>
                </a:lnTo>
                <a:lnTo>
                  <a:pt x="817840" y="308486"/>
                </a:lnTo>
                <a:lnTo>
                  <a:pt x="818018" y="306410"/>
                </a:lnTo>
                <a:lnTo>
                  <a:pt x="818187" y="304337"/>
                </a:lnTo>
                <a:lnTo>
                  <a:pt x="818365" y="302268"/>
                </a:lnTo>
                <a:lnTo>
                  <a:pt x="818534" y="300201"/>
                </a:lnTo>
                <a:lnTo>
                  <a:pt x="818703" y="298137"/>
                </a:lnTo>
                <a:lnTo>
                  <a:pt x="818881" y="296077"/>
                </a:lnTo>
                <a:lnTo>
                  <a:pt x="819050" y="294019"/>
                </a:lnTo>
                <a:lnTo>
                  <a:pt x="819219" y="291966"/>
                </a:lnTo>
                <a:lnTo>
                  <a:pt x="819397" y="289914"/>
                </a:lnTo>
                <a:lnTo>
                  <a:pt x="819566" y="287867"/>
                </a:lnTo>
                <a:lnTo>
                  <a:pt x="819735" y="285824"/>
                </a:lnTo>
                <a:lnTo>
                  <a:pt x="819913" y="283783"/>
                </a:lnTo>
                <a:lnTo>
                  <a:pt x="820082" y="281745"/>
                </a:lnTo>
                <a:lnTo>
                  <a:pt x="820260" y="279713"/>
                </a:lnTo>
                <a:lnTo>
                  <a:pt x="820429" y="277682"/>
                </a:lnTo>
                <a:lnTo>
                  <a:pt x="820598" y="275656"/>
                </a:lnTo>
                <a:lnTo>
                  <a:pt x="820776" y="273634"/>
                </a:lnTo>
                <a:lnTo>
                  <a:pt x="820945" y="271615"/>
                </a:lnTo>
                <a:lnTo>
                  <a:pt x="821114" y="269600"/>
                </a:lnTo>
                <a:lnTo>
                  <a:pt x="821292" y="267589"/>
                </a:lnTo>
                <a:lnTo>
                  <a:pt x="821461" y="265582"/>
                </a:lnTo>
                <a:lnTo>
                  <a:pt x="821630" y="263579"/>
                </a:lnTo>
                <a:lnTo>
                  <a:pt x="821808" y="261580"/>
                </a:lnTo>
                <a:lnTo>
                  <a:pt x="821977" y="259585"/>
                </a:lnTo>
                <a:lnTo>
                  <a:pt x="822146" y="257594"/>
                </a:lnTo>
                <a:lnTo>
                  <a:pt x="822324" y="255607"/>
                </a:lnTo>
                <a:lnTo>
                  <a:pt x="822493" y="253625"/>
                </a:lnTo>
                <a:lnTo>
                  <a:pt x="822671" y="251646"/>
                </a:lnTo>
                <a:lnTo>
                  <a:pt x="822840" y="249672"/>
                </a:lnTo>
                <a:lnTo>
                  <a:pt x="823009" y="247703"/>
                </a:lnTo>
                <a:lnTo>
                  <a:pt x="823187" y="245738"/>
                </a:lnTo>
                <a:lnTo>
                  <a:pt x="823356" y="243777"/>
                </a:lnTo>
                <a:lnTo>
                  <a:pt x="823525" y="241821"/>
                </a:lnTo>
                <a:lnTo>
                  <a:pt x="823703" y="239869"/>
                </a:lnTo>
                <a:lnTo>
                  <a:pt x="823872" y="237922"/>
                </a:lnTo>
                <a:lnTo>
                  <a:pt x="824041" y="235979"/>
                </a:lnTo>
                <a:lnTo>
                  <a:pt x="824219" y="234042"/>
                </a:lnTo>
                <a:lnTo>
                  <a:pt x="824388" y="232109"/>
                </a:lnTo>
                <a:lnTo>
                  <a:pt x="824566" y="230182"/>
                </a:lnTo>
                <a:lnTo>
                  <a:pt x="824735" y="228258"/>
                </a:lnTo>
                <a:lnTo>
                  <a:pt x="824904" y="226340"/>
                </a:lnTo>
                <a:lnTo>
                  <a:pt x="825082" y="224426"/>
                </a:lnTo>
                <a:lnTo>
                  <a:pt x="825251" y="222518"/>
                </a:lnTo>
                <a:lnTo>
                  <a:pt x="825420" y="220615"/>
                </a:lnTo>
                <a:lnTo>
                  <a:pt x="825598" y="218718"/>
                </a:lnTo>
                <a:lnTo>
                  <a:pt x="825767" y="216824"/>
                </a:lnTo>
                <a:lnTo>
                  <a:pt x="825936" y="214937"/>
                </a:lnTo>
                <a:lnTo>
                  <a:pt x="826114" y="213054"/>
                </a:lnTo>
                <a:lnTo>
                  <a:pt x="826283" y="211177"/>
                </a:lnTo>
                <a:lnTo>
                  <a:pt x="826461" y="209306"/>
                </a:lnTo>
                <a:lnTo>
                  <a:pt x="826630" y="207440"/>
                </a:lnTo>
                <a:lnTo>
                  <a:pt x="826799" y="205578"/>
                </a:lnTo>
                <a:lnTo>
                  <a:pt x="826977" y="203724"/>
                </a:lnTo>
                <a:lnTo>
                  <a:pt x="827146" y="201874"/>
                </a:lnTo>
                <a:lnTo>
                  <a:pt x="827315" y="200030"/>
                </a:lnTo>
                <a:lnTo>
                  <a:pt x="827493" y="198191"/>
                </a:lnTo>
                <a:lnTo>
                  <a:pt x="827662" y="196358"/>
                </a:lnTo>
                <a:lnTo>
                  <a:pt x="827831" y="194532"/>
                </a:lnTo>
                <a:lnTo>
                  <a:pt x="828009" y="192711"/>
                </a:lnTo>
                <a:lnTo>
                  <a:pt x="828178" y="190895"/>
                </a:lnTo>
                <a:lnTo>
                  <a:pt x="828356" y="189085"/>
                </a:lnTo>
                <a:lnTo>
                  <a:pt x="828525" y="187282"/>
                </a:lnTo>
                <a:lnTo>
                  <a:pt x="828694" y="185485"/>
                </a:lnTo>
                <a:lnTo>
                  <a:pt x="828872" y="183693"/>
                </a:lnTo>
                <a:lnTo>
                  <a:pt x="829041" y="181908"/>
                </a:lnTo>
                <a:lnTo>
                  <a:pt x="829210" y="180129"/>
                </a:lnTo>
                <a:lnTo>
                  <a:pt x="829388" y="178356"/>
                </a:lnTo>
                <a:lnTo>
                  <a:pt x="829557" y="176589"/>
                </a:lnTo>
                <a:lnTo>
                  <a:pt x="829726" y="174829"/>
                </a:lnTo>
                <a:lnTo>
                  <a:pt x="829904" y="173075"/>
                </a:lnTo>
                <a:lnTo>
                  <a:pt x="830073" y="171327"/>
                </a:lnTo>
                <a:lnTo>
                  <a:pt x="830242" y="169586"/>
                </a:lnTo>
                <a:lnTo>
                  <a:pt x="830420" y="167851"/>
                </a:lnTo>
                <a:lnTo>
                  <a:pt x="830589" y="166124"/>
                </a:lnTo>
                <a:lnTo>
                  <a:pt x="830767" y="164402"/>
                </a:lnTo>
                <a:lnTo>
                  <a:pt x="830936" y="162687"/>
                </a:lnTo>
                <a:lnTo>
                  <a:pt x="831105" y="160979"/>
                </a:lnTo>
                <a:lnTo>
                  <a:pt x="831283" y="159277"/>
                </a:lnTo>
                <a:lnTo>
                  <a:pt x="831452" y="157582"/>
                </a:lnTo>
                <a:lnTo>
                  <a:pt x="831621" y="155894"/>
                </a:lnTo>
                <a:lnTo>
                  <a:pt x="831799" y="154213"/>
                </a:lnTo>
                <a:lnTo>
                  <a:pt x="831968" y="152539"/>
                </a:lnTo>
                <a:lnTo>
                  <a:pt x="832137" y="150872"/>
                </a:lnTo>
                <a:lnTo>
                  <a:pt x="832315" y="149211"/>
                </a:lnTo>
                <a:lnTo>
                  <a:pt x="832484" y="147558"/>
                </a:lnTo>
                <a:lnTo>
                  <a:pt x="832662" y="145912"/>
                </a:lnTo>
                <a:lnTo>
                  <a:pt x="832830" y="144273"/>
                </a:lnTo>
                <a:lnTo>
                  <a:pt x="833000" y="142641"/>
                </a:lnTo>
                <a:lnTo>
                  <a:pt x="833177" y="141017"/>
                </a:lnTo>
                <a:lnTo>
                  <a:pt x="833347" y="139400"/>
                </a:lnTo>
                <a:lnTo>
                  <a:pt x="833516" y="137789"/>
                </a:lnTo>
                <a:lnTo>
                  <a:pt x="833694" y="136187"/>
                </a:lnTo>
                <a:lnTo>
                  <a:pt x="833863" y="134592"/>
                </a:lnTo>
                <a:lnTo>
                  <a:pt x="834031" y="133004"/>
                </a:lnTo>
                <a:lnTo>
                  <a:pt x="834209" y="131424"/>
                </a:lnTo>
                <a:lnTo>
                  <a:pt x="834378" y="129852"/>
                </a:lnTo>
                <a:lnTo>
                  <a:pt x="834556" y="128286"/>
                </a:lnTo>
                <a:lnTo>
                  <a:pt x="834725" y="126729"/>
                </a:lnTo>
                <a:lnTo>
                  <a:pt x="834895" y="125179"/>
                </a:lnTo>
                <a:lnTo>
                  <a:pt x="835072" y="123637"/>
                </a:lnTo>
                <a:lnTo>
                  <a:pt x="835242" y="122103"/>
                </a:lnTo>
                <a:lnTo>
                  <a:pt x="835410" y="120576"/>
                </a:lnTo>
                <a:lnTo>
                  <a:pt x="835588" y="119058"/>
                </a:lnTo>
                <a:lnTo>
                  <a:pt x="835757" y="117547"/>
                </a:lnTo>
                <a:lnTo>
                  <a:pt x="835926" y="116045"/>
                </a:lnTo>
                <a:lnTo>
                  <a:pt x="836104" y="114550"/>
                </a:lnTo>
                <a:lnTo>
                  <a:pt x="836273" y="113062"/>
                </a:lnTo>
                <a:lnTo>
                  <a:pt x="836451" y="111584"/>
                </a:lnTo>
                <a:lnTo>
                  <a:pt x="836620" y="110113"/>
                </a:lnTo>
                <a:lnTo>
                  <a:pt x="836789" y="108652"/>
                </a:lnTo>
                <a:lnTo>
                  <a:pt x="836967" y="107197"/>
                </a:lnTo>
                <a:lnTo>
                  <a:pt x="837136" y="105751"/>
                </a:lnTo>
                <a:lnTo>
                  <a:pt x="837305" y="104313"/>
                </a:lnTo>
                <a:lnTo>
                  <a:pt x="837483" y="102884"/>
                </a:lnTo>
                <a:lnTo>
                  <a:pt x="837652" y="101462"/>
                </a:lnTo>
                <a:lnTo>
                  <a:pt x="837821" y="100051"/>
                </a:lnTo>
                <a:lnTo>
                  <a:pt x="837999" y="98646"/>
                </a:lnTo>
                <a:lnTo>
                  <a:pt x="838168" y="97250"/>
                </a:lnTo>
                <a:lnTo>
                  <a:pt x="838337" y="95863"/>
                </a:lnTo>
                <a:lnTo>
                  <a:pt x="838515" y="94484"/>
                </a:lnTo>
                <a:lnTo>
                  <a:pt x="838684" y="93114"/>
                </a:lnTo>
                <a:lnTo>
                  <a:pt x="838862" y="91753"/>
                </a:lnTo>
                <a:lnTo>
                  <a:pt x="839031" y="90401"/>
                </a:lnTo>
                <a:lnTo>
                  <a:pt x="839200" y="89056"/>
                </a:lnTo>
                <a:lnTo>
                  <a:pt x="839378" y="87721"/>
                </a:lnTo>
                <a:lnTo>
                  <a:pt x="839547" y="86394"/>
                </a:lnTo>
                <a:lnTo>
                  <a:pt x="839716" y="85077"/>
                </a:lnTo>
                <a:lnTo>
                  <a:pt x="839894" y="83768"/>
                </a:lnTo>
                <a:lnTo>
                  <a:pt x="840063" y="82468"/>
                </a:lnTo>
                <a:lnTo>
                  <a:pt x="840232" y="81178"/>
                </a:lnTo>
                <a:lnTo>
                  <a:pt x="840410" y="79896"/>
                </a:lnTo>
                <a:lnTo>
                  <a:pt x="840579" y="78623"/>
                </a:lnTo>
                <a:lnTo>
                  <a:pt x="840757" y="77358"/>
                </a:lnTo>
                <a:lnTo>
                  <a:pt x="840926" y="76104"/>
                </a:lnTo>
                <a:lnTo>
                  <a:pt x="841095" y="74858"/>
                </a:lnTo>
                <a:lnTo>
                  <a:pt x="841273" y="73622"/>
                </a:lnTo>
                <a:lnTo>
                  <a:pt x="841442" y="72395"/>
                </a:lnTo>
                <a:lnTo>
                  <a:pt x="841611" y="71177"/>
                </a:lnTo>
                <a:lnTo>
                  <a:pt x="841789" y="69968"/>
                </a:lnTo>
                <a:lnTo>
                  <a:pt x="841958" y="68769"/>
                </a:lnTo>
                <a:lnTo>
                  <a:pt x="842127" y="67579"/>
                </a:lnTo>
                <a:lnTo>
                  <a:pt x="842305" y="66398"/>
                </a:lnTo>
                <a:lnTo>
                  <a:pt x="842474" y="65227"/>
                </a:lnTo>
                <a:lnTo>
                  <a:pt x="842652" y="64065"/>
                </a:lnTo>
                <a:lnTo>
                  <a:pt x="842821" y="62913"/>
                </a:lnTo>
                <a:lnTo>
                  <a:pt x="842990" y="61770"/>
                </a:lnTo>
                <a:lnTo>
                  <a:pt x="843168" y="60637"/>
                </a:lnTo>
                <a:lnTo>
                  <a:pt x="843337" y="59513"/>
                </a:lnTo>
                <a:lnTo>
                  <a:pt x="843506" y="58399"/>
                </a:lnTo>
                <a:lnTo>
                  <a:pt x="843684" y="57295"/>
                </a:lnTo>
                <a:lnTo>
                  <a:pt x="843853" y="56201"/>
                </a:lnTo>
                <a:lnTo>
                  <a:pt x="844022" y="55115"/>
                </a:lnTo>
                <a:lnTo>
                  <a:pt x="844200" y="54041"/>
                </a:lnTo>
                <a:lnTo>
                  <a:pt x="844369" y="52975"/>
                </a:lnTo>
                <a:lnTo>
                  <a:pt x="844547" y="51920"/>
                </a:lnTo>
                <a:lnTo>
                  <a:pt x="844716" y="50874"/>
                </a:lnTo>
                <a:lnTo>
                  <a:pt x="844885" y="49838"/>
                </a:lnTo>
                <a:lnTo>
                  <a:pt x="845063" y="48812"/>
                </a:lnTo>
                <a:lnTo>
                  <a:pt x="845232" y="47796"/>
                </a:lnTo>
                <a:lnTo>
                  <a:pt x="845401" y="46790"/>
                </a:lnTo>
                <a:lnTo>
                  <a:pt x="845579" y="45794"/>
                </a:lnTo>
                <a:lnTo>
                  <a:pt x="845748" y="44808"/>
                </a:lnTo>
                <a:lnTo>
                  <a:pt x="845917" y="43832"/>
                </a:lnTo>
                <a:lnTo>
                  <a:pt x="846095" y="42867"/>
                </a:lnTo>
                <a:lnTo>
                  <a:pt x="846264" y="41910"/>
                </a:lnTo>
                <a:lnTo>
                  <a:pt x="846433" y="40966"/>
                </a:lnTo>
                <a:lnTo>
                  <a:pt x="846611" y="40030"/>
                </a:lnTo>
                <a:lnTo>
                  <a:pt x="846780" y="39105"/>
                </a:lnTo>
                <a:lnTo>
                  <a:pt x="846958" y="38190"/>
                </a:lnTo>
                <a:lnTo>
                  <a:pt x="847127" y="37285"/>
                </a:lnTo>
                <a:lnTo>
                  <a:pt x="847296" y="36391"/>
                </a:lnTo>
                <a:lnTo>
                  <a:pt x="847474" y="35507"/>
                </a:lnTo>
                <a:lnTo>
                  <a:pt x="847643" y="34633"/>
                </a:lnTo>
                <a:lnTo>
                  <a:pt x="847812" y="33769"/>
                </a:lnTo>
                <a:lnTo>
                  <a:pt x="847990" y="32916"/>
                </a:lnTo>
                <a:lnTo>
                  <a:pt x="848159" y="32074"/>
                </a:lnTo>
                <a:lnTo>
                  <a:pt x="848328" y="31242"/>
                </a:lnTo>
                <a:lnTo>
                  <a:pt x="848506" y="30420"/>
                </a:lnTo>
                <a:lnTo>
                  <a:pt x="848675" y="29609"/>
                </a:lnTo>
                <a:lnTo>
                  <a:pt x="848853" y="28809"/>
                </a:lnTo>
                <a:lnTo>
                  <a:pt x="849022" y="28019"/>
                </a:lnTo>
                <a:lnTo>
                  <a:pt x="849191" y="27238"/>
                </a:lnTo>
                <a:lnTo>
                  <a:pt x="849369" y="26470"/>
                </a:lnTo>
                <a:lnTo>
                  <a:pt x="849538" y="25712"/>
                </a:lnTo>
                <a:lnTo>
                  <a:pt x="849707" y="24964"/>
                </a:lnTo>
                <a:lnTo>
                  <a:pt x="849885" y="24227"/>
                </a:lnTo>
                <a:lnTo>
                  <a:pt x="850054" y="23500"/>
                </a:lnTo>
                <a:lnTo>
                  <a:pt x="850223" y="22785"/>
                </a:lnTo>
                <a:lnTo>
                  <a:pt x="850401" y="22080"/>
                </a:lnTo>
                <a:lnTo>
                  <a:pt x="850570" y="21385"/>
                </a:lnTo>
                <a:lnTo>
                  <a:pt x="850748" y="20702"/>
                </a:lnTo>
                <a:lnTo>
                  <a:pt x="850917" y="20030"/>
                </a:lnTo>
                <a:lnTo>
                  <a:pt x="851086" y="19368"/>
                </a:lnTo>
                <a:lnTo>
                  <a:pt x="851264" y="18717"/>
                </a:lnTo>
                <a:lnTo>
                  <a:pt x="851433" y="18077"/>
                </a:lnTo>
                <a:lnTo>
                  <a:pt x="851602" y="17447"/>
                </a:lnTo>
                <a:lnTo>
                  <a:pt x="851780" y="16829"/>
                </a:lnTo>
                <a:lnTo>
                  <a:pt x="851949" y="16222"/>
                </a:lnTo>
                <a:lnTo>
                  <a:pt x="852118" y="15625"/>
                </a:lnTo>
                <a:lnTo>
                  <a:pt x="852296" y="15040"/>
                </a:lnTo>
                <a:lnTo>
                  <a:pt x="852465" y="14465"/>
                </a:lnTo>
                <a:lnTo>
                  <a:pt x="852643" y="13901"/>
                </a:lnTo>
                <a:lnTo>
                  <a:pt x="852812" y="13348"/>
                </a:lnTo>
                <a:lnTo>
                  <a:pt x="852981" y="12807"/>
                </a:lnTo>
                <a:lnTo>
                  <a:pt x="853159" y="12276"/>
                </a:lnTo>
                <a:lnTo>
                  <a:pt x="853328" y="11756"/>
                </a:lnTo>
                <a:lnTo>
                  <a:pt x="853497" y="11248"/>
                </a:lnTo>
                <a:lnTo>
                  <a:pt x="853675" y="10750"/>
                </a:lnTo>
                <a:lnTo>
                  <a:pt x="853844" y="10264"/>
                </a:lnTo>
                <a:lnTo>
                  <a:pt x="854013" y="9789"/>
                </a:lnTo>
                <a:lnTo>
                  <a:pt x="854191" y="9324"/>
                </a:lnTo>
                <a:lnTo>
                  <a:pt x="854360" y="8871"/>
                </a:lnTo>
                <a:lnTo>
                  <a:pt x="854529" y="8429"/>
                </a:lnTo>
                <a:lnTo>
                  <a:pt x="854707" y="7999"/>
                </a:lnTo>
                <a:lnTo>
                  <a:pt x="854876" y="7579"/>
                </a:lnTo>
                <a:lnTo>
                  <a:pt x="855054" y="7171"/>
                </a:lnTo>
                <a:lnTo>
                  <a:pt x="855223" y="6774"/>
                </a:lnTo>
                <a:lnTo>
                  <a:pt x="855392" y="6388"/>
                </a:lnTo>
                <a:lnTo>
                  <a:pt x="855570" y="6013"/>
                </a:lnTo>
                <a:lnTo>
                  <a:pt x="855739" y="5650"/>
                </a:lnTo>
                <a:lnTo>
                  <a:pt x="855908" y="5297"/>
                </a:lnTo>
                <a:lnTo>
                  <a:pt x="856086" y="4956"/>
                </a:lnTo>
                <a:lnTo>
                  <a:pt x="856255" y="4627"/>
                </a:lnTo>
                <a:lnTo>
                  <a:pt x="856424" y="4308"/>
                </a:lnTo>
                <a:lnTo>
                  <a:pt x="856602" y="4001"/>
                </a:lnTo>
                <a:lnTo>
                  <a:pt x="856771" y="3705"/>
                </a:lnTo>
                <a:lnTo>
                  <a:pt x="856949" y="3420"/>
                </a:lnTo>
                <a:lnTo>
                  <a:pt x="857118" y="3147"/>
                </a:lnTo>
                <a:lnTo>
                  <a:pt x="857287" y="2885"/>
                </a:lnTo>
                <a:lnTo>
                  <a:pt x="857465" y="2635"/>
                </a:lnTo>
                <a:lnTo>
                  <a:pt x="857634" y="2395"/>
                </a:lnTo>
                <a:lnTo>
                  <a:pt x="857803" y="2168"/>
                </a:lnTo>
                <a:lnTo>
                  <a:pt x="857981" y="1951"/>
                </a:lnTo>
                <a:lnTo>
                  <a:pt x="858150" y="1746"/>
                </a:lnTo>
                <a:lnTo>
                  <a:pt x="858319" y="1552"/>
                </a:lnTo>
                <a:lnTo>
                  <a:pt x="858497" y="1369"/>
                </a:lnTo>
                <a:lnTo>
                  <a:pt x="858666" y="1198"/>
                </a:lnTo>
                <a:lnTo>
                  <a:pt x="858844" y="1039"/>
                </a:lnTo>
                <a:lnTo>
                  <a:pt x="859013" y="890"/>
                </a:lnTo>
                <a:lnTo>
                  <a:pt x="859182" y="753"/>
                </a:lnTo>
                <a:lnTo>
                  <a:pt x="859360" y="628"/>
                </a:lnTo>
                <a:lnTo>
                  <a:pt x="859529" y="514"/>
                </a:lnTo>
                <a:lnTo>
                  <a:pt x="859698" y="411"/>
                </a:lnTo>
                <a:lnTo>
                  <a:pt x="859876" y="320"/>
                </a:lnTo>
                <a:lnTo>
                  <a:pt x="860045" y="240"/>
                </a:lnTo>
                <a:lnTo>
                  <a:pt x="860214" y="171"/>
                </a:lnTo>
                <a:lnTo>
                  <a:pt x="860392" y="114"/>
                </a:lnTo>
                <a:lnTo>
                  <a:pt x="860561" y="69"/>
                </a:lnTo>
                <a:lnTo>
                  <a:pt x="860739" y="34"/>
                </a:lnTo>
                <a:lnTo>
                  <a:pt x="860908" y="11"/>
                </a:lnTo>
                <a:lnTo>
                  <a:pt x="861077" y="0"/>
                </a:lnTo>
                <a:lnTo>
                  <a:pt x="861255" y="0"/>
                </a:lnTo>
                <a:lnTo>
                  <a:pt x="861424" y="11"/>
                </a:lnTo>
                <a:lnTo>
                  <a:pt x="861593" y="34"/>
                </a:lnTo>
                <a:lnTo>
                  <a:pt x="861771" y="69"/>
                </a:lnTo>
                <a:lnTo>
                  <a:pt x="861940" y="114"/>
                </a:lnTo>
                <a:lnTo>
                  <a:pt x="862109" y="171"/>
                </a:lnTo>
                <a:lnTo>
                  <a:pt x="862287" y="240"/>
                </a:lnTo>
                <a:lnTo>
                  <a:pt x="862456" y="320"/>
                </a:lnTo>
                <a:lnTo>
                  <a:pt x="862625" y="411"/>
                </a:lnTo>
                <a:lnTo>
                  <a:pt x="862803" y="514"/>
                </a:lnTo>
                <a:lnTo>
                  <a:pt x="862972" y="628"/>
                </a:lnTo>
                <a:lnTo>
                  <a:pt x="863150" y="753"/>
                </a:lnTo>
                <a:lnTo>
                  <a:pt x="863319" y="890"/>
                </a:lnTo>
                <a:lnTo>
                  <a:pt x="863488" y="1039"/>
                </a:lnTo>
                <a:lnTo>
                  <a:pt x="863666" y="1198"/>
                </a:lnTo>
                <a:lnTo>
                  <a:pt x="863835" y="1369"/>
                </a:lnTo>
                <a:lnTo>
                  <a:pt x="864004" y="1552"/>
                </a:lnTo>
                <a:lnTo>
                  <a:pt x="864182" y="1746"/>
                </a:lnTo>
                <a:lnTo>
                  <a:pt x="864351" y="1951"/>
                </a:lnTo>
                <a:lnTo>
                  <a:pt x="864520" y="2168"/>
                </a:lnTo>
                <a:lnTo>
                  <a:pt x="864698" y="2395"/>
                </a:lnTo>
                <a:lnTo>
                  <a:pt x="864867" y="2635"/>
                </a:lnTo>
                <a:lnTo>
                  <a:pt x="865045" y="2885"/>
                </a:lnTo>
                <a:lnTo>
                  <a:pt x="865214" y="3147"/>
                </a:lnTo>
                <a:lnTo>
                  <a:pt x="865383" y="3420"/>
                </a:lnTo>
                <a:lnTo>
                  <a:pt x="865561" y="3705"/>
                </a:lnTo>
                <a:lnTo>
                  <a:pt x="865730" y="4001"/>
                </a:lnTo>
                <a:lnTo>
                  <a:pt x="865899" y="4308"/>
                </a:lnTo>
                <a:lnTo>
                  <a:pt x="866077" y="4627"/>
                </a:lnTo>
                <a:lnTo>
                  <a:pt x="866246" y="4956"/>
                </a:lnTo>
                <a:lnTo>
                  <a:pt x="866415" y="5297"/>
                </a:lnTo>
                <a:lnTo>
                  <a:pt x="866593" y="5650"/>
                </a:lnTo>
                <a:lnTo>
                  <a:pt x="866762" y="6013"/>
                </a:lnTo>
                <a:lnTo>
                  <a:pt x="866940" y="6388"/>
                </a:lnTo>
                <a:lnTo>
                  <a:pt x="867109" y="6774"/>
                </a:lnTo>
                <a:lnTo>
                  <a:pt x="867278" y="7171"/>
                </a:lnTo>
                <a:lnTo>
                  <a:pt x="867456" y="7579"/>
                </a:lnTo>
                <a:lnTo>
                  <a:pt x="867624" y="7999"/>
                </a:lnTo>
                <a:lnTo>
                  <a:pt x="867794" y="8429"/>
                </a:lnTo>
                <a:lnTo>
                  <a:pt x="867971" y="8871"/>
                </a:lnTo>
                <a:lnTo>
                  <a:pt x="868141" y="9324"/>
                </a:lnTo>
                <a:lnTo>
                  <a:pt x="868310" y="9789"/>
                </a:lnTo>
                <a:lnTo>
                  <a:pt x="868488" y="10264"/>
                </a:lnTo>
                <a:lnTo>
                  <a:pt x="868657" y="10750"/>
                </a:lnTo>
                <a:lnTo>
                  <a:pt x="868835" y="11248"/>
                </a:lnTo>
                <a:lnTo>
                  <a:pt x="869003" y="11756"/>
                </a:lnTo>
                <a:lnTo>
                  <a:pt x="869172" y="12276"/>
                </a:lnTo>
                <a:lnTo>
                  <a:pt x="869350" y="12807"/>
                </a:lnTo>
                <a:lnTo>
                  <a:pt x="869519" y="13348"/>
                </a:lnTo>
                <a:lnTo>
                  <a:pt x="869689" y="13901"/>
                </a:lnTo>
                <a:lnTo>
                  <a:pt x="869866" y="14465"/>
                </a:lnTo>
                <a:lnTo>
                  <a:pt x="870036" y="15040"/>
                </a:lnTo>
                <a:lnTo>
                  <a:pt x="870204" y="15625"/>
                </a:lnTo>
                <a:lnTo>
                  <a:pt x="870382" y="16222"/>
                </a:lnTo>
                <a:lnTo>
                  <a:pt x="870551" y="16829"/>
                </a:lnTo>
                <a:lnTo>
                  <a:pt x="870721" y="17447"/>
                </a:lnTo>
                <a:lnTo>
                  <a:pt x="870898" y="18077"/>
                </a:lnTo>
                <a:lnTo>
                  <a:pt x="871067" y="18717"/>
                </a:lnTo>
                <a:lnTo>
                  <a:pt x="871245" y="19368"/>
                </a:lnTo>
                <a:lnTo>
                  <a:pt x="871414" y="20030"/>
                </a:lnTo>
                <a:lnTo>
                  <a:pt x="871583" y="20702"/>
                </a:lnTo>
                <a:lnTo>
                  <a:pt x="871761" y="21385"/>
                </a:lnTo>
                <a:lnTo>
                  <a:pt x="871930" y="22080"/>
                </a:lnTo>
                <a:lnTo>
                  <a:pt x="872099" y="22785"/>
                </a:lnTo>
                <a:lnTo>
                  <a:pt x="872277" y="23500"/>
                </a:lnTo>
                <a:lnTo>
                  <a:pt x="872446" y="24227"/>
                </a:lnTo>
                <a:lnTo>
                  <a:pt x="872616" y="24964"/>
                </a:lnTo>
                <a:lnTo>
                  <a:pt x="872793" y="25712"/>
                </a:lnTo>
                <a:lnTo>
                  <a:pt x="872962" y="26470"/>
                </a:lnTo>
                <a:lnTo>
                  <a:pt x="873140" y="27238"/>
                </a:lnTo>
                <a:lnTo>
                  <a:pt x="873309" y="28019"/>
                </a:lnTo>
                <a:lnTo>
                  <a:pt x="873478" y="28809"/>
                </a:lnTo>
                <a:lnTo>
                  <a:pt x="873656" y="29609"/>
                </a:lnTo>
                <a:lnTo>
                  <a:pt x="873825" y="30420"/>
                </a:lnTo>
                <a:lnTo>
                  <a:pt x="873994" y="31242"/>
                </a:lnTo>
                <a:lnTo>
                  <a:pt x="874172" y="32074"/>
                </a:lnTo>
                <a:lnTo>
                  <a:pt x="874341" y="32916"/>
                </a:lnTo>
                <a:lnTo>
                  <a:pt x="874510" y="33769"/>
                </a:lnTo>
                <a:lnTo>
                  <a:pt x="874688" y="34633"/>
                </a:lnTo>
                <a:lnTo>
                  <a:pt x="874857" y="35507"/>
                </a:lnTo>
                <a:lnTo>
                  <a:pt x="875035" y="36391"/>
                </a:lnTo>
                <a:lnTo>
                  <a:pt x="875204" y="37285"/>
                </a:lnTo>
                <a:lnTo>
                  <a:pt x="875373" y="38190"/>
                </a:lnTo>
                <a:lnTo>
                  <a:pt x="875551" y="39105"/>
                </a:lnTo>
                <a:lnTo>
                  <a:pt x="875720" y="40030"/>
                </a:lnTo>
                <a:lnTo>
                  <a:pt x="875889" y="40966"/>
                </a:lnTo>
                <a:lnTo>
                  <a:pt x="876067" y="41910"/>
                </a:lnTo>
                <a:lnTo>
                  <a:pt x="876236" y="42867"/>
                </a:lnTo>
                <a:lnTo>
                  <a:pt x="876405" y="43832"/>
                </a:lnTo>
                <a:lnTo>
                  <a:pt x="876583" y="44808"/>
                </a:lnTo>
                <a:lnTo>
                  <a:pt x="876752" y="45794"/>
                </a:lnTo>
                <a:lnTo>
                  <a:pt x="876930" y="46790"/>
                </a:lnTo>
                <a:lnTo>
                  <a:pt x="877099" y="47796"/>
                </a:lnTo>
                <a:lnTo>
                  <a:pt x="877268" y="48812"/>
                </a:lnTo>
                <a:lnTo>
                  <a:pt x="877446" y="49838"/>
                </a:lnTo>
                <a:lnTo>
                  <a:pt x="877615" y="50874"/>
                </a:lnTo>
                <a:lnTo>
                  <a:pt x="877784" y="51920"/>
                </a:lnTo>
                <a:lnTo>
                  <a:pt x="877962" y="52975"/>
                </a:lnTo>
                <a:lnTo>
                  <a:pt x="878131" y="54041"/>
                </a:lnTo>
                <a:lnTo>
                  <a:pt x="878300" y="55115"/>
                </a:lnTo>
                <a:lnTo>
                  <a:pt x="878478" y="56201"/>
                </a:lnTo>
                <a:lnTo>
                  <a:pt x="878647" y="57295"/>
                </a:lnTo>
                <a:lnTo>
                  <a:pt x="878816" y="58399"/>
                </a:lnTo>
                <a:lnTo>
                  <a:pt x="878994" y="59513"/>
                </a:lnTo>
                <a:lnTo>
                  <a:pt x="879163" y="60637"/>
                </a:lnTo>
                <a:lnTo>
                  <a:pt x="879341" y="61770"/>
                </a:lnTo>
                <a:lnTo>
                  <a:pt x="879510" y="62913"/>
                </a:lnTo>
                <a:lnTo>
                  <a:pt x="879679" y="64065"/>
                </a:lnTo>
                <a:lnTo>
                  <a:pt x="879857" y="65227"/>
                </a:lnTo>
                <a:lnTo>
                  <a:pt x="880026" y="66398"/>
                </a:lnTo>
                <a:lnTo>
                  <a:pt x="880195" y="67579"/>
                </a:lnTo>
                <a:lnTo>
                  <a:pt x="880373" y="68769"/>
                </a:lnTo>
                <a:lnTo>
                  <a:pt x="880542" y="69968"/>
                </a:lnTo>
                <a:lnTo>
                  <a:pt x="880711" y="71177"/>
                </a:lnTo>
                <a:lnTo>
                  <a:pt x="880889" y="72395"/>
                </a:lnTo>
                <a:lnTo>
                  <a:pt x="881058" y="73622"/>
                </a:lnTo>
                <a:lnTo>
                  <a:pt x="881236" y="74858"/>
                </a:lnTo>
                <a:lnTo>
                  <a:pt x="881405" y="76104"/>
                </a:lnTo>
                <a:lnTo>
                  <a:pt x="881574" y="77358"/>
                </a:lnTo>
                <a:lnTo>
                  <a:pt x="881752" y="78623"/>
                </a:lnTo>
                <a:lnTo>
                  <a:pt x="881921" y="79896"/>
                </a:lnTo>
                <a:lnTo>
                  <a:pt x="882090" y="81178"/>
                </a:lnTo>
                <a:lnTo>
                  <a:pt x="882268" y="82468"/>
                </a:lnTo>
                <a:lnTo>
                  <a:pt x="882437" y="83768"/>
                </a:lnTo>
                <a:lnTo>
                  <a:pt x="882606" y="85077"/>
                </a:lnTo>
                <a:lnTo>
                  <a:pt x="882784" y="86394"/>
                </a:lnTo>
                <a:lnTo>
                  <a:pt x="882953" y="87721"/>
                </a:lnTo>
                <a:lnTo>
                  <a:pt x="883131" y="89056"/>
                </a:lnTo>
                <a:lnTo>
                  <a:pt x="883300" y="90401"/>
                </a:lnTo>
                <a:lnTo>
                  <a:pt x="883469" y="91753"/>
                </a:lnTo>
                <a:lnTo>
                  <a:pt x="883647" y="93114"/>
                </a:lnTo>
                <a:lnTo>
                  <a:pt x="883816" y="94484"/>
                </a:lnTo>
                <a:lnTo>
                  <a:pt x="883985" y="95863"/>
                </a:lnTo>
                <a:lnTo>
                  <a:pt x="884163" y="97250"/>
                </a:lnTo>
                <a:lnTo>
                  <a:pt x="884332" y="98646"/>
                </a:lnTo>
                <a:lnTo>
                  <a:pt x="884501" y="100051"/>
                </a:lnTo>
                <a:lnTo>
                  <a:pt x="884679" y="101462"/>
                </a:lnTo>
                <a:lnTo>
                  <a:pt x="884848" y="102884"/>
                </a:lnTo>
                <a:lnTo>
                  <a:pt x="885026" y="104313"/>
                </a:lnTo>
                <a:lnTo>
                  <a:pt x="885195" y="105751"/>
                </a:lnTo>
                <a:lnTo>
                  <a:pt x="885364" y="107197"/>
                </a:lnTo>
                <a:lnTo>
                  <a:pt x="885542" y="108652"/>
                </a:lnTo>
                <a:lnTo>
                  <a:pt x="885711" y="110113"/>
                </a:lnTo>
                <a:lnTo>
                  <a:pt x="885880" y="111584"/>
                </a:lnTo>
                <a:lnTo>
                  <a:pt x="886058" y="113062"/>
                </a:lnTo>
                <a:lnTo>
                  <a:pt x="886227" y="114550"/>
                </a:lnTo>
                <a:lnTo>
                  <a:pt x="886396" y="116045"/>
                </a:lnTo>
                <a:lnTo>
                  <a:pt x="886574" y="117547"/>
                </a:lnTo>
                <a:lnTo>
                  <a:pt x="886743" y="119058"/>
                </a:lnTo>
                <a:lnTo>
                  <a:pt x="886912" y="120576"/>
                </a:lnTo>
                <a:lnTo>
                  <a:pt x="887090" y="122103"/>
                </a:lnTo>
                <a:lnTo>
                  <a:pt x="887259" y="123637"/>
                </a:lnTo>
                <a:lnTo>
                  <a:pt x="887437" y="125179"/>
                </a:lnTo>
                <a:lnTo>
                  <a:pt x="887606" y="126729"/>
                </a:lnTo>
                <a:lnTo>
                  <a:pt x="887775" y="128286"/>
                </a:lnTo>
                <a:lnTo>
                  <a:pt x="887953" y="129852"/>
                </a:lnTo>
                <a:lnTo>
                  <a:pt x="888122" y="131424"/>
                </a:lnTo>
                <a:lnTo>
                  <a:pt x="888291" y="133004"/>
                </a:lnTo>
                <a:lnTo>
                  <a:pt x="888469" y="134592"/>
                </a:lnTo>
                <a:lnTo>
                  <a:pt x="888638" y="136187"/>
                </a:lnTo>
                <a:lnTo>
                  <a:pt x="888807" y="137789"/>
                </a:lnTo>
                <a:lnTo>
                  <a:pt x="888985" y="139400"/>
                </a:lnTo>
                <a:lnTo>
                  <a:pt x="889154" y="141017"/>
                </a:lnTo>
                <a:lnTo>
                  <a:pt x="889332" y="142641"/>
                </a:lnTo>
                <a:lnTo>
                  <a:pt x="889501" y="144273"/>
                </a:lnTo>
                <a:lnTo>
                  <a:pt x="889670" y="145912"/>
                </a:lnTo>
                <a:lnTo>
                  <a:pt x="889848" y="147558"/>
                </a:lnTo>
                <a:lnTo>
                  <a:pt x="890017" y="149211"/>
                </a:lnTo>
                <a:lnTo>
                  <a:pt x="890186" y="150872"/>
                </a:lnTo>
                <a:lnTo>
                  <a:pt x="890364" y="152539"/>
                </a:lnTo>
                <a:lnTo>
                  <a:pt x="890533" y="154213"/>
                </a:lnTo>
                <a:lnTo>
                  <a:pt x="890702" y="155894"/>
                </a:lnTo>
                <a:lnTo>
                  <a:pt x="890880" y="157582"/>
                </a:lnTo>
                <a:lnTo>
                  <a:pt x="891049" y="159277"/>
                </a:lnTo>
                <a:lnTo>
                  <a:pt x="891227" y="160979"/>
                </a:lnTo>
                <a:lnTo>
                  <a:pt x="891396" y="162687"/>
                </a:lnTo>
                <a:lnTo>
                  <a:pt x="891565" y="164402"/>
                </a:lnTo>
                <a:lnTo>
                  <a:pt x="891743" y="166124"/>
                </a:lnTo>
                <a:lnTo>
                  <a:pt x="891912" y="167851"/>
                </a:lnTo>
                <a:lnTo>
                  <a:pt x="892081" y="169586"/>
                </a:lnTo>
                <a:lnTo>
                  <a:pt x="892259" y="171327"/>
                </a:lnTo>
                <a:lnTo>
                  <a:pt x="892428" y="173075"/>
                </a:lnTo>
                <a:lnTo>
                  <a:pt x="892597" y="174829"/>
                </a:lnTo>
                <a:lnTo>
                  <a:pt x="892775" y="176589"/>
                </a:lnTo>
                <a:lnTo>
                  <a:pt x="892944" y="178356"/>
                </a:lnTo>
                <a:lnTo>
                  <a:pt x="893122" y="180129"/>
                </a:lnTo>
                <a:lnTo>
                  <a:pt x="893291" y="181908"/>
                </a:lnTo>
                <a:lnTo>
                  <a:pt x="893460" y="183693"/>
                </a:lnTo>
                <a:lnTo>
                  <a:pt x="893638" y="185485"/>
                </a:lnTo>
                <a:lnTo>
                  <a:pt x="893807" y="187282"/>
                </a:lnTo>
                <a:lnTo>
                  <a:pt x="893976" y="189085"/>
                </a:lnTo>
                <a:lnTo>
                  <a:pt x="894154" y="190895"/>
                </a:lnTo>
                <a:lnTo>
                  <a:pt x="894323" y="192711"/>
                </a:lnTo>
                <a:lnTo>
                  <a:pt x="894492" y="194532"/>
                </a:lnTo>
                <a:lnTo>
                  <a:pt x="894670" y="196358"/>
                </a:lnTo>
                <a:lnTo>
                  <a:pt x="894839" y="198191"/>
                </a:lnTo>
                <a:lnTo>
                  <a:pt x="895008" y="200030"/>
                </a:lnTo>
                <a:lnTo>
                  <a:pt x="895186" y="201874"/>
                </a:lnTo>
                <a:lnTo>
                  <a:pt x="895355" y="203724"/>
                </a:lnTo>
                <a:lnTo>
                  <a:pt x="895533" y="205578"/>
                </a:lnTo>
                <a:lnTo>
                  <a:pt x="895702" y="207440"/>
                </a:lnTo>
                <a:lnTo>
                  <a:pt x="895871" y="209306"/>
                </a:lnTo>
                <a:lnTo>
                  <a:pt x="896049" y="211177"/>
                </a:lnTo>
                <a:lnTo>
                  <a:pt x="896218" y="213054"/>
                </a:lnTo>
                <a:lnTo>
                  <a:pt x="896387" y="214937"/>
                </a:lnTo>
                <a:lnTo>
                  <a:pt x="896565" y="216824"/>
                </a:lnTo>
                <a:lnTo>
                  <a:pt x="896734" y="218718"/>
                </a:lnTo>
                <a:lnTo>
                  <a:pt x="896903" y="220615"/>
                </a:lnTo>
                <a:lnTo>
                  <a:pt x="897081" y="222518"/>
                </a:lnTo>
                <a:lnTo>
                  <a:pt x="897250" y="224426"/>
                </a:lnTo>
                <a:lnTo>
                  <a:pt x="897428" y="226340"/>
                </a:lnTo>
                <a:lnTo>
                  <a:pt x="897597" y="228258"/>
                </a:lnTo>
                <a:lnTo>
                  <a:pt x="897766" y="230182"/>
                </a:lnTo>
                <a:lnTo>
                  <a:pt x="897944" y="232109"/>
                </a:lnTo>
                <a:lnTo>
                  <a:pt x="898113" y="234042"/>
                </a:lnTo>
                <a:lnTo>
                  <a:pt x="898282" y="235979"/>
                </a:lnTo>
                <a:lnTo>
                  <a:pt x="898460" y="237922"/>
                </a:lnTo>
                <a:lnTo>
                  <a:pt x="898629" y="239869"/>
                </a:lnTo>
                <a:lnTo>
                  <a:pt x="898798" y="241821"/>
                </a:lnTo>
                <a:lnTo>
                  <a:pt x="898976" y="243777"/>
                </a:lnTo>
                <a:lnTo>
                  <a:pt x="899145" y="245738"/>
                </a:lnTo>
                <a:lnTo>
                  <a:pt x="899323" y="247703"/>
                </a:lnTo>
                <a:lnTo>
                  <a:pt x="899492" y="249672"/>
                </a:lnTo>
                <a:lnTo>
                  <a:pt x="899661" y="251646"/>
                </a:lnTo>
                <a:lnTo>
                  <a:pt x="899839" y="253625"/>
                </a:lnTo>
                <a:lnTo>
                  <a:pt x="900008" y="255607"/>
                </a:lnTo>
                <a:lnTo>
                  <a:pt x="900177" y="257594"/>
                </a:lnTo>
                <a:lnTo>
                  <a:pt x="900355" y="259585"/>
                </a:lnTo>
                <a:lnTo>
                  <a:pt x="900524" y="261580"/>
                </a:lnTo>
                <a:lnTo>
                  <a:pt x="900693" y="263579"/>
                </a:lnTo>
                <a:lnTo>
                  <a:pt x="900871" y="265582"/>
                </a:lnTo>
                <a:lnTo>
                  <a:pt x="901040" y="267589"/>
                </a:lnTo>
                <a:lnTo>
                  <a:pt x="901218" y="269600"/>
                </a:lnTo>
                <a:lnTo>
                  <a:pt x="901387" y="271615"/>
                </a:lnTo>
                <a:lnTo>
                  <a:pt x="901556" y="273634"/>
                </a:lnTo>
                <a:lnTo>
                  <a:pt x="901734" y="275656"/>
                </a:lnTo>
                <a:lnTo>
                  <a:pt x="901903" y="277682"/>
                </a:lnTo>
                <a:lnTo>
                  <a:pt x="902072" y="279713"/>
                </a:lnTo>
                <a:lnTo>
                  <a:pt x="902250" y="281745"/>
                </a:lnTo>
                <a:lnTo>
                  <a:pt x="902419" y="283783"/>
                </a:lnTo>
                <a:lnTo>
                  <a:pt x="902588" y="285824"/>
                </a:lnTo>
                <a:lnTo>
                  <a:pt x="902765" y="287867"/>
                </a:lnTo>
                <a:lnTo>
                  <a:pt x="902935" y="289914"/>
                </a:lnTo>
                <a:lnTo>
                  <a:pt x="903104" y="291966"/>
                </a:lnTo>
                <a:lnTo>
                  <a:pt x="903282" y="294019"/>
                </a:lnTo>
                <a:lnTo>
                  <a:pt x="903451" y="296077"/>
                </a:lnTo>
                <a:lnTo>
                  <a:pt x="903629" y="298137"/>
                </a:lnTo>
                <a:lnTo>
                  <a:pt x="903797" y="300201"/>
                </a:lnTo>
                <a:lnTo>
                  <a:pt x="903967" y="302268"/>
                </a:lnTo>
                <a:lnTo>
                  <a:pt x="904144" y="304337"/>
                </a:lnTo>
                <a:lnTo>
                  <a:pt x="904313" y="306410"/>
                </a:lnTo>
                <a:lnTo>
                  <a:pt x="904483" y="308486"/>
                </a:lnTo>
                <a:lnTo>
                  <a:pt x="904660" y="310565"/>
                </a:lnTo>
                <a:lnTo>
                  <a:pt x="904830" y="312646"/>
                </a:lnTo>
                <a:lnTo>
                  <a:pt x="904998" y="314731"/>
                </a:lnTo>
                <a:lnTo>
                  <a:pt x="905176" y="316818"/>
                </a:lnTo>
                <a:lnTo>
                  <a:pt x="905345" y="318908"/>
                </a:lnTo>
                <a:lnTo>
                  <a:pt x="905523" y="321000"/>
                </a:lnTo>
                <a:lnTo>
                  <a:pt x="905692" y="323095"/>
                </a:lnTo>
                <a:lnTo>
                  <a:pt x="905862" y="325193"/>
                </a:lnTo>
                <a:lnTo>
                  <a:pt x="906039" y="327293"/>
                </a:lnTo>
                <a:lnTo>
                  <a:pt x="906208" y="329396"/>
                </a:lnTo>
                <a:lnTo>
                  <a:pt x="906377" y="331502"/>
                </a:lnTo>
                <a:lnTo>
                  <a:pt x="906555" y="333608"/>
                </a:lnTo>
                <a:lnTo>
                  <a:pt x="906724" y="335718"/>
                </a:lnTo>
                <a:lnTo>
                  <a:pt x="906893" y="337830"/>
                </a:lnTo>
                <a:lnTo>
                  <a:pt x="907071" y="339944"/>
                </a:lnTo>
                <a:lnTo>
                  <a:pt x="907240" y="342061"/>
                </a:lnTo>
                <a:lnTo>
                  <a:pt x="907418" y="344180"/>
                </a:lnTo>
                <a:lnTo>
                  <a:pt x="907587" y="346300"/>
                </a:lnTo>
                <a:lnTo>
                  <a:pt x="907756" y="348423"/>
                </a:lnTo>
                <a:lnTo>
                  <a:pt x="907934" y="350547"/>
                </a:lnTo>
                <a:lnTo>
                  <a:pt x="908103" y="352673"/>
                </a:lnTo>
                <a:lnTo>
                  <a:pt x="908272" y="354802"/>
                </a:lnTo>
                <a:lnTo>
                  <a:pt x="908450" y="356932"/>
                </a:lnTo>
                <a:lnTo>
                  <a:pt x="908619" y="359064"/>
                </a:lnTo>
                <a:lnTo>
                  <a:pt x="908788" y="361198"/>
                </a:lnTo>
                <a:lnTo>
                  <a:pt x="908966" y="363333"/>
                </a:lnTo>
                <a:lnTo>
                  <a:pt x="909135" y="365470"/>
                </a:lnTo>
                <a:lnTo>
                  <a:pt x="909313" y="367609"/>
                </a:lnTo>
                <a:lnTo>
                  <a:pt x="909482" y="369748"/>
                </a:lnTo>
                <a:lnTo>
                  <a:pt x="909651" y="371890"/>
                </a:lnTo>
                <a:lnTo>
                  <a:pt x="909829" y="374033"/>
                </a:lnTo>
                <a:lnTo>
                  <a:pt x="909998" y="376178"/>
                </a:lnTo>
                <a:lnTo>
                  <a:pt x="910167" y="378323"/>
                </a:lnTo>
                <a:lnTo>
                  <a:pt x="910345" y="380470"/>
                </a:lnTo>
                <a:lnTo>
                  <a:pt x="910514" y="382619"/>
                </a:lnTo>
                <a:lnTo>
                  <a:pt x="910683" y="384768"/>
                </a:lnTo>
                <a:lnTo>
                  <a:pt x="910861" y="386918"/>
                </a:lnTo>
                <a:lnTo>
                  <a:pt x="911030" y="389070"/>
                </a:lnTo>
                <a:lnTo>
                  <a:pt x="911199" y="391222"/>
                </a:lnTo>
                <a:lnTo>
                  <a:pt x="911377" y="393376"/>
                </a:lnTo>
                <a:lnTo>
                  <a:pt x="911546" y="395531"/>
                </a:lnTo>
                <a:lnTo>
                  <a:pt x="911724" y="397687"/>
                </a:lnTo>
                <a:lnTo>
                  <a:pt x="911893" y="399843"/>
                </a:lnTo>
                <a:lnTo>
                  <a:pt x="912062" y="402000"/>
                </a:lnTo>
                <a:lnTo>
                  <a:pt x="912240" y="404159"/>
                </a:lnTo>
                <a:lnTo>
                  <a:pt x="912409" y="406317"/>
                </a:lnTo>
                <a:lnTo>
                  <a:pt x="912578" y="408477"/>
                </a:lnTo>
                <a:lnTo>
                  <a:pt x="912756" y="410637"/>
                </a:lnTo>
                <a:lnTo>
                  <a:pt x="912925" y="412797"/>
                </a:lnTo>
                <a:lnTo>
                  <a:pt x="913094" y="414959"/>
                </a:lnTo>
                <a:lnTo>
                  <a:pt x="913272" y="417120"/>
                </a:lnTo>
                <a:lnTo>
                  <a:pt x="913441" y="419283"/>
                </a:lnTo>
                <a:lnTo>
                  <a:pt x="913619" y="421446"/>
                </a:lnTo>
                <a:lnTo>
                  <a:pt x="913788" y="423608"/>
                </a:lnTo>
                <a:lnTo>
                  <a:pt x="913957" y="425771"/>
                </a:lnTo>
                <a:lnTo>
                  <a:pt x="914135" y="427935"/>
                </a:lnTo>
                <a:lnTo>
                  <a:pt x="914304" y="430098"/>
                </a:lnTo>
                <a:lnTo>
                  <a:pt x="914473" y="432263"/>
                </a:lnTo>
                <a:lnTo>
                  <a:pt x="914651" y="434426"/>
                </a:lnTo>
                <a:lnTo>
                  <a:pt x="914820" y="436591"/>
                </a:lnTo>
                <a:lnTo>
                  <a:pt x="914989" y="438754"/>
                </a:lnTo>
                <a:lnTo>
                  <a:pt x="915167" y="440919"/>
                </a:lnTo>
                <a:lnTo>
                  <a:pt x="915336" y="443083"/>
                </a:lnTo>
                <a:lnTo>
                  <a:pt x="915514" y="445247"/>
                </a:lnTo>
                <a:lnTo>
                  <a:pt x="915683" y="447411"/>
                </a:lnTo>
                <a:lnTo>
                  <a:pt x="915852" y="449574"/>
                </a:lnTo>
                <a:lnTo>
                  <a:pt x="916030" y="451738"/>
                </a:lnTo>
                <a:lnTo>
                  <a:pt x="916199" y="453902"/>
                </a:lnTo>
                <a:lnTo>
                  <a:pt x="916368" y="456064"/>
                </a:lnTo>
                <a:lnTo>
                  <a:pt x="916546" y="458227"/>
                </a:lnTo>
                <a:lnTo>
                  <a:pt x="916715" y="460389"/>
                </a:lnTo>
                <a:lnTo>
                  <a:pt x="916884" y="462551"/>
                </a:lnTo>
                <a:lnTo>
                  <a:pt x="917062" y="464712"/>
                </a:lnTo>
                <a:lnTo>
                  <a:pt x="917231" y="466873"/>
                </a:lnTo>
                <a:lnTo>
                  <a:pt x="917409" y="469033"/>
                </a:lnTo>
                <a:lnTo>
                  <a:pt x="917578" y="471193"/>
                </a:lnTo>
                <a:lnTo>
                  <a:pt x="917747" y="473352"/>
                </a:lnTo>
                <a:lnTo>
                  <a:pt x="917925" y="475510"/>
                </a:lnTo>
                <a:lnTo>
                  <a:pt x="918094" y="477668"/>
                </a:lnTo>
                <a:lnTo>
                  <a:pt x="918263" y="479824"/>
                </a:lnTo>
                <a:lnTo>
                  <a:pt x="918441" y="481980"/>
                </a:lnTo>
                <a:lnTo>
                  <a:pt x="918610" y="484135"/>
                </a:lnTo>
                <a:lnTo>
                  <a:pt x="918779" y="486289"/>
                </a:lnTo>
                <a:lnTo>
                  <a:pt x="918957" y="488442"/>
                </a:lnTo>
                <a:lnTo>
                  <a:pt x="919126" y="490594"/>
                </a:lnTo>
                <a:lnTo>
                  <a:pt x="919295" y="492745"/>
                </a:lnTo>
                <a:lnTo>
                  <a:pt x="919473" y="494895"/>
                </a:lnTo>
                <a:lnTo>
                  <a:pt x="919642" y="497045"/>
                </a:lnTo>
                <a:lnTo>
                  <a:pt x="919820" y="499192"/>
                </a:lnTo>
                <a:lnTo>
                  <a:pt x="919989" y="501339"/>
                </a:lnTo>
                <a:lnTo>
                  <a:pt x="920158" y="503485"/>
                </a:lnTo>
                <a:lnTo>
                  <a:pt x="920336" y="505629"/>
                </a:lnTo>
                <a:lnTo>
                  <a:pt x="920505" y="507772"/>
                </a:lnTo>
                <a:lnTo>
                  <a:pt x="920674" y="509914"/>
                </a:lnTo>
                <a:lnTo>
                  <a:pt x="920852" y="512054"/>
                </a:lnTo>
                <a:lnTo>
                  <a:pt x="921021" y="514193"/>
                </a:lnTo>
                <a:lnTo>
                  <a:pt x="921190" y="516330"/>
                </a:lnTo>
                <a:lnTo>
                  <a:pt x="921368" y="518466"/>
                </a:lnTo>
                <a:lnTo>
                  <a:pt x="921537" y="520600"/>
                </a:lnTo>
                <a:lnTo>
                  <a:pt x="921715" y="522732"/>
                </a:lnTo>
                <a:lnTo>
                  <a:pt x="921884" y="524864"/>
                </a:lnTo>
                <a:lnTo>
                  <a:pt x="922053" y="526993"/>
                </a:lnTo>
                <a:lnTo>
                  <a:pt x="922231" y="529121"/>
                </a:lnTo>
                <a:lnTo>
                  <a:pt x="922400" y="531247"/>
                </a:lnTo>
                <a:lnTo>
                  <a:pt x="922569" y="533372"/>
                </a:lnTo>
                <a:lnTo>
                  <a:pt x="922747" y="535494"/>
                </a:lnTo>
                <a:lnTo>
                  <a:pt x="922916" y="537614"/>
                </a:lnTo>
                <a:lnTo>
                  <a:pt x="923085" y="539734"/>
                </a:lnTo>
                <a:lnTo>
                  <a:pt x="923263" y="541850"/>
                </a:lnTo>
                <a:lnTo>
                  <a:pt x="923432" y="543966"/>
                </a:lnTo>
                <a:lnTo>
                  <a:pt x="923610" y="546079"/>
                </a:lnTo>
                <a:lnTo>
                  <a:pt x="923779" y="548190"/>
                </a:lnTo>
                <a:lnTo>
                  <a:pt x="923948" y="550298"/>
                </a:lnTo>
                <a:lnTo>
                  <a:pt x="924126" y="552405"/>
                </a:lnTo>
                <a:lnTo>
                  <a:pt x="924295" y="554510"/>
                </a:lnTo>
                <a:lnTo>
                  <a:pt x="924464" y="556612"/>
                </a:lnTo>
                <a:lnTo>
                  <a:pt x="924642" y="558712"/>
                </a:lnTo>
                <a:lnTo>
                  <a:pt x="924811" y="560811"/>
                </a:lnTo>
                <a:lnTo>
                  <a:pt x="924980" y="562907"/>
                </a:lnTo>
                <a:lnTo>
                  <a:pt x="925158" y="565000"/>
                </a:lnTo>
                <a:lnTo>
                  <a:pt x="925327" y="567091"/>
                </a:lnTo>
                <a:lnTo>
                  <a:pt x="925505" y="569180"/>
                </a:lnTo>
                <a:lnTo>
                  <a:pt x="925674" y="571267"/>
                </a:lnTo>
                <a:lnTo>
                  <a:pt x="925843" y="573351"/>
                </a:lnTo>
                <a:lnTo>
                  <a:pt x="926021" y="575432"/>
                </a:lnTo>
                <a:lnTo>
                  <a:pt x="926190" y="577511"/>
                </a:lnTo>
                <a:lnTo>
                  <a:pt x="926359" y="579588"/>
                </a:lnTo>
                <a:lnTo>
                  <a:pt x="926537" y="581663"/>
                </a:lnTo>
                <a:lnTo>
                  <a:pt x="926706" y="583734"/>
                </a:lnTo>
                <a:lnTo>
                  <a:pt x="926875" y="585802"/>
                </a:lnTo>
                <a:lnTo>
                  <a:pt x="927053" y="587869"/>
                </a:lnTo>
                <a:lnTo>
                  <a:pt x="927222" y="589932"/>
                </a:lnTo>
                <a:lnTo>
                  <a:pt x="927391" y="591992"/>
                </a:lnTo>
                <a:lnTo>
                  <a:pt x="927569" y="594051"/>
                </a:lnTo>
                <a:lnTo>
                  <a:pt x="927738" y="596106"/>
                </a:lnTo>
                <a:lnTo>
                  <a:pt x="927916" y="598158"/>
                </a:lnTo>
                <a:lnTo>
                  <a:pt x="928085" y="600207"/>
                </a:lnTo>
                <a:lnTo>
                  <a:pt x="928254" y="602254"/>
                </a:lnTo>
                <a:lnTo>
                  <a:pt x="928432" y="604298"/>
                </a:lnTo>
                <a:lnTo>
                  <a:pt x="928601" y="606339"/>
                </a:lnTo>
                <a:lnTo>
                  <a:pt x="928770" y="608377"/>
                </a:lnTo>
                <a:lnTo>
                  <a:pt x="928948" y="610411"/>
                </a:lnTo>
                <a:lnTo>
                  <a:pt x="929117" y="612443"/>
                </a:lnTo>
                <a:lnTo>
                  <a:pt x="929286" y="614472"/>
                </a:lnTo>
                <a:lnTo>
                  <a:pt x="929464" y="616497"/>
                </a:lnTo>
                <a:lnTo>
                  <a:pt x="929633" y="618520"/>
                </a:lnTo>
                <a:lnTo>
                  <a:pt x="929811" y="620539"/>
                </a:lnTo>
                <a:lnTo>
                  <a:pt x="929980" y="622556"/>
                </a:lnTo>
                <a:lnTo>
                  <a:pt x="930149" y="624568"/>
                </a:lnTo>
                <a:lnTo>
                  <a:pt x="930327" y="626578"/>
                </a:lnTo>
                <a:lnTo>
                  <a:pt x="930496" y="628585"/>
                </a:lnTo>
                <a:lnTo>
                  <a:pt x="930665" y="630589"/>
                </a:lnTo>
                <a:lnTo>
                  <a:pt x="930843" y="632589"/>
                </a:lnTo>
                <a:lnTo>
                  <a:pt x="931012" y="634585"/>
                </a:lnTo>
                <a:lnTo>
                  <a:pt x="931181" y="636578"/>
                </a:lnTo>
                <a:lnTo>
                  <a:pt x="931359" y="638568"/>
                </a:lnTo>
                <a:lnTo>
                  <a:pt x="931528" y="640554"/>
                </a:lnTo>
                <a:lnTo>
                  <a:pt x="931706" y="642537"/>
                </a:lnTo>
                <a:lnTo>
                  <a:pt x="931875" y="644517"/>
                </a:lnTo>
                <a:lnTo>
                  <a:pt x="932044" y="646493"/>
                </a:lnTo>
                <a:lnTo>
                  <a:pt x="932222" y="648465"/>
                </a:lnTo>
                <a:lnTo>
                  <a:pt x="932391" y="650434"/>
                </a:lnTo>
                <a:lnTo>
                  <a:pt x="932560" y="652399"/>
                </a:lnTo>
                <a:lnTo>
                  <a:pt x="932738" y="654362"/>
                </a:lnTo>
                <a:lnTo>
                  <a:pt x="932907" y="656320"/>
                </a:lnTo>
                <a:lnTo>
                  <a:pt x="933076" y="658273"/>
                </a:lnTo>
                <a:lnTo>
                  <a:pt x="933254" y="660224"/>
                </a:lnTo>
                <a:lnTo>
                  <a:pt x="933423" y="662172"/>
                </a:lnTo>
                <a:lnTo>
                  <a:pt x="933592" y="664115"/>
                </a:lnTo>
                <a:lnTo>
                  <a:pt x="933770" y="666055"/>
                </a:lnTo>
                <a:lnTo>
                  <a:pt x="933939" y="667991"/>
                </a:lnTo>
                <a:lnTo>
                  <a:pt x="934117" y="669922"/>
                </a:lnTo>
                <a:lnTo>
                  <a:pt x="934286" y="671851"/>
                </a:lnTo>
                <a:lnTo>
                  <a:pt x="934455" y="673775"/>
                </a:lnTo>
                <a:lnTo>
                  <a:pt x="934633" y="675696"/>
                </a:lnTo>
                <a:lnTo>
                  <a:pt x="934802" y="677613"/>
                </a:lnTo>
                <a:lnTo>
                  <a:pt x="934971" y="679525"/>
                </a:lnTo>
                <a:lnTo>
                  <a:pt x="935149" y="681434"/>
                </a:lnTo>
                <a:lnTo>
                  <a:pt x="935318" y="683339"/>
                </a:lnTo>
                <a:lnTo>
                  <a:pt x="935487" y="685240"/>
                </a:lnTo>
                <a:lnTo>
                  <a:pt x="935665" y="687137"/>
                </a:lnTo>
                <a:lnTo>
                  <a:pt x="935834" y="689030"/>
                </a:lnTo>
                <a:lnTo>
                  <a:pt x="936012" y="690919"/>
                </a:lnTo>
                <a:lnTo>
                  <a:pt x="936181" y="692804"/>
                </a:lnTo>
                <a:lnTo>
                  <a:pt x="936350" y="694685"/>
                </a:lnTo>
                <a:lnTo>
                  <a:pt x="936528" y="696561"/>
                </a:lnTo>
                <a:lnTo>
                  <a:pt x="936697" y="698434"/>
                </a:lnTo>
                <a:lnTo>
                  <a:pt x="936866" y="700303"/>
                </a:lnTo>
                <a:lnTo>
                  <a:pt x="937044" y="702167"/>
                </a:lnTo>
                <a:lnTo>
                  <a:pt x="937213" y="704027"/>
                </a:lnTo>
                <a:lnTo>
                  <a:pt x="937382" y="705883"/>
                </a:lnTo>
                <a:lnTo>
                  <a:pt x="937560" y="707734"/>
                </a:lnTo>
                <a:lnTo>
                  <a:pt x="937729" y="709582"/>
                </a:lnTo>
                <a:lnTo>
                  <a:pt x="937906" y="711425"/>
                </a:lnTo>
                <a:lnTo>
                  <a:pt x="938076" y="713264"/>
                </a:lnTo>
                <a:lnTo>
                  <a:pt x="938245" y="715099"/>
                </a:lnTo>
                <a:lnTo>
                  <a:pt x="938423" y="716930"/>
                </a:lnTo>
                <a:lnTo>
                  <a:pt x="938591" y="718755"/>
                </a:lnTo>
                <a:lnTo>
                  <a:pt x="938761" y="720577"/>
                </a:lnTo>
                <a:lnTo>
                  <a:pt x="938938" y="722395"/>
                </a:lnTo>
                <a:lnTo>
                  <a:pt x="939108" y="724208"/>
                </a:lnTo>
                <a:lnTo>
                  <a:pt x="939277" y="726015"/>
                </a:lnTo>
                <a:lnTo>
                  <a:pt x="939454" y="727820"/>
                </a:lnTo>
                <a:lnTo>
                  <a:pt x="939624" y="729619"/>
                </a:lnTo>
                <a:lnTo>
                  <a:pt x="939801" y="731415"/>
                </a:lnTo>
                <a:lnTo>
                  <a:pt x="939970" y="733206"/>
                </a:lnTo>
                <a:lnTo>
                  <a:pt x="940139" y="734992"/>
                </a:lnTo>
                <a:lnTo>
                  <a:pt x="940317" y="736774"/>
                </a:lnTo>
                <a:lnTo>
                  <a:pt x="940486" y="738551"/>
                </a:lnTo>
                <a:lnTo>
                  <a:pt x="940656" y="740325"/>
                </a:lnTo>
                <a:lnTo>
                  <a:pt x="940833" y="742093"/>
                </a:lnTo>
                <a:lnTo>
                  <a:pt x="941003" y="743856"/>
                </a:lnTo>
                <a:lnTo>
                  <a:pt x="941171" y="745616"/>
                </a:lnTo>
                <a:lnTo>
                  <a:pt x="941349" y="747371"/>
                </a:lnTo>
                <a:lnTo>
                  <a:pt x="941518" y="749120"/>
                </a:lnTo>
                <a:lnTo>
                  <a:pt x="941687" y="750866"/>
                </a:lnTo>
                <a:lnTo>
                  <a:pt x="941865" y="752607"/>
                </a:lnTo>
                <a:lnTo>
                  <a:pt x="942034" y="754344"/>
                </a:lnTo>
                <a:lnTo>
                  <a:pt x="942212" y="756075"/>
                </a:lnTo>
                <a:lnTo>
                  <a:pt x="942381" y="757802"/>
                </a:lnTo>
                <a:lnTo>
                  <a:pt x="942550" y="759524"/>
                </a:lnTo>
                <a:lnTo>
                  <a:pt x="942728" y="761242"/>
                </a:lnTo>
                <a:lnTo>
                  <a:pt x="942897" y="762954"/>
                </a:lnTo>
                <a:lnTo>
                  <a:pt x="943066" y="764663"/>
                </a:lnTo>
                <a:lnTo>
                  <a:pt x="943244" y="766366"/>
                </a:lnTo>
                <a:lnTo>
                  <a:pt x="943413" y="768065"/>
                </a:lnTo>
                <a:lnTo>
                  <a:pt x="943582" y="769758"/>
                </a:lnTo>
                <a:lnTo>
                  <a:pt x="943760" y="771448"/>
                </a:lnTo>
                <a:lnTo>
                  <a:pt x="943929" y="773132"/>
                </a:lnTo>
                <a:lnTo>
                  <a:pt x="944107" y="774812"/>
                </a:lnTo>
                <a:lnTo>
                  <a:pt x="944276" y="776487"/>
                </a:lnTo>
                <a:lnTo>
                  <a:pt x="944445" y="778157"/>
                </a:lnTo>
                <a:lnTo>
                  <a:pt x="944623" y="779822"/>
                </a:lnTo>
                <a:lnTo>
                  <a:pt x="944792" y="781483"/>
                </a:lnTo>
                <a:lnTo>
                  <a:pt x="944961" y="783139"/>
                </a:lnTo>
                <a:lnTo>
                  <a:pt x="945139" y="784789"/>
                </a:lnTo>
                <a:lnTo>
                  <a:pt x="945308" y="786435"/>
                </a:lnTo>
                <a:lnTo>
                  <a:pt x="945477" y="788076"/>
                </a:lnTo>
                <a:lnTo>
                  <a:pt x="945655" y="789712"/>
                </a:lnTo>
                <a:lnTo>
                  <a:pt x="945824" y="791344"/>
                </a:lnTo>
                <a:lnTo>
                  <a:pt x="946002" y="792970"/>
                </a:lnTo>
                <a:lnTo>
                  <a:pt x="946171" y="794592"/>
                </a:lnTo>
                <a:lnTo>
                  <a:pt x="946340" y="796208"/>
                </a:lnTo>
                <a:lnTo>
                  <a:pt x="946518" y="797820"/>
                </a:lnTo>
                <a:lnTo>
                  <a:pt x="946687" y="799427"/>
                </a:lnTo>
                <a:lnTo>
                  <a:pt x="946856" y="801029"/>
                </a:lnTo>
                <a:lnTo>
                  <a:pt x="947034" y="802625"/>
                </a:lnTo>
                <a:lnTo>
                  <a:pt x="947203" y="804218"/>
                </a:lnTo>
                <a:lnTo>
                  <a:pt x="947372" y="805805"/>
                </a:lnTo>
                <a:lnTo>
                  <a:pt x="947550" y="807387"/>
                </a:lnTo>
                <a:lnTo>
                  <a:pt x="947719" y="808964"/>
                </a:lnTo>
                <a:lnTo>
                  <a:pt x="947897" y="810536"/>
                </a:lnTo>
                <a:lnTo>
                  <a:pt x="948066" y="812104"/>
                </a:lnTo>
                <a:lnTo>
                  <a:pt x="948235" y="813666"/>
                </a:lnTo>
                <a:lnTo>
                  <a:pt x="948413" y="815226"/>
                </a:lnTo>
                <a:lnTo>
                  <a:pt x="948582" y="816773"/>
                </a:lnTo>
                <a:lnTo>
                  <a:pt x="948751" y="818321"/>
                </a:lnTo>
                <a:lnTo>
                  <a:pt x="948929" y="819861"/>
                </a:lnTo>
                <a:lnTo>
                  <a:pt x="949098" y="821400"/>
                </a:lnTo>
                <a:lnTo>
                  <a:pt x="949267" y="822930"/>
                </a:lnTo>
                <a:lnTo>
                  <a:pt x="949445" y="824460"/>
                </a:lnTo>
                <a:lnTo>
                  <a:pt x="949614" y="825981"/>
                </a:lnTo>
                <a:lnTo>
                  <a:pt x="949783" y="827503"/>
                </a:lnTo>
                <a:lnTo>
                  <a:pt x="949961" y="829015"/>
                </a:lnTo>
                <a:lnTo>
                  <a:pt x="950130" y="830519"/>
                </a:lnTo>
                <a:lnTo>
                  <a:pt x="950308" y="832022"/>
                </a:lnTo>
                <a:lnTo>
                  <a:pt x="950477" y="833517"/>
                </a:lnTo>
                <a:lnTo>
                  <a:pt x="950646" y="835011"/>
                </a:lnTo>
                <a:lnTo>
                  <a:pt x="950824" y="836497"/>
                </a:lnTo>
                <a:lnTo>
                  <a:pt x="950993" y="837983"/>
                </a:lnTo>
                <a:lnTo>
                  <a:pt x="951162" y="839459"/>
                </a:lnTo>
                <a:lnTo>
                  <a:pt x="951340" y="840927"/>
                </a:lnTo>
                <a:lnTo>
                  <a:pt x="951509" y="842395"/>
                </a:lnTo>
                <a:lnTo>
                  <a:pt x="951678" y="843854"/>
                </a:lnTo>
                <a:lnTo>
                  <a:pt x="951856" y="845313"/>
                </a:lnTo>
                <a:lnTo>
                  <a:pt x="952025" y="846763"/>
                </a:lnTo>
                <a:lnTo>
                  <a:pt x="952203" y="848205"/>
                </a:lnTo>
                <a:lnTo>
                  <a:pt x="952372" y="849646"/>
                </a:lnTo>
                <a:lnTo>
                  <a:pt x="952541" y="851087"/>
                </a:lnTo>
                <a:lnTo>
                  <a:pt x="952719" y="852519"/>
                </a:lnTo>
                <a:lnTo>
                  <a:pt x="952888" y="853943"/>
                </a:lnTo>
                <a:lnTo>
                  <a:pt x="953057" y="855366"/>
                </a:lnTo>
                <a:lnTo>
                  <a:pt x="953235" y="856781"/>
                </a:lnTo>
                <a:lnTo>
                  <a:pt x="953404" y="858186"/>
                </a:lnTo>
                <a:lnTo>
                  <a:pt x="953573" y="859592"/>
                </a:lnTo>
                <a:lnTo>
                  <a:pt x="953751" y="860998"/>
                </a:lnTo>
                <a:lnTo>
                  <a:pt x="953920" y="862394"/>
                </a:lnTo>
                <a:lnTo>
                  <a:pt x="954098" y="863782"/>
                </a:lnTo>
                <a:lnTo>
                  <a:pt x="954267" y="865170"/>
                </a:lnTo>
                <a:lnTo>
                  <a:pt x="954436" y="866549"/>
                </a:lnTo>
                <a:lnTo>
                  <a:pt x="954614" y="867919"/>
                </a:lnTo>
                <a:lnTo>
                  <a:pt x="954783" y="869289"/>
                </a:lnTo>
                <a:lnTo>
                  <a:pt x="954952" y="870659"/>
                </a:lnTo>
                <a:lnTo>
                  <a:pt x="955130" y="872020"/>
                </a:lnTo>
                <a:lnTo>
                  <a:pt x="955299" y="873373"/>
                </a:lnTo>
                <a:lnTo>
                  <a:pt x="955468" y="874716"/>
                </a:lnTo>
                <a:lnTo>
                  <a:pt x="955646" y="876068"/>
                </a:lnTo>
                <a:lnTo>
                  <a:pt x="955815" y="877403"/>
                </a:lnTo>
                <a:lnTo>
                  <a:pt x="955993" y="878737"/>
                </a:lnTo>
                <a:lnTo>
                  <a:pt x="956162" y="880072"/>
                </a:lnTo>
                <a:lnTo>
                  <a:pt x="956331" y="881388"/>
                </a:lnTo>
                <a:lnTo>
                  <a:pt x="956509" y="882714"/>
                </a:lnTo>
                <a:lnTo>
                  <a:pt x="956678" y="884022"/>
                </a:lnTo>
                <a:lnTo>
                  <a:pt x="956847" y="885330"/>
                </a:lnTo>
                <a:lnTo>
                  <a:pt x="957025" y="886637"/>
                </a:lnTo>
                <a:lnTo>
                  <a:pt x="957194" y="887936"/>
                </a:lnTo>
                <a:lnTo>
                  <a:pt x="957363" y="889226"/>
                </a:lnTo>
                <a:lnTo>
                  <a:pt x="957541" y="890516"/>
                </a:lnTo>
                <a:lnTo>
                  <a:pt x="957710" y="891797"/>
                </a:lnTo>
                <a:lnTo>
                  <a:pt x="957879" y="893078"/>
                </a:lnTo>
                <a:lnTo>
                  <a:pt x="958057" y="894351"/>
                </a:lnTo>
                <a:lnTo>
                  <a:pt x="958226" y="895623"/>
                </a:lnTo>
                <a:lnTo>
                  <a:pt x="958404" y="896886"/>
                </a:lnTo>
                <a:lnTo>
                  <a:pt x="958573" y="898140"/>
                </a:lnTo>
                <a:lnTo>
                  <a:pt x="958742" y="899395"/>
                </a:lnTo>
                <a:lnTo>
                  <a:pt x="958920" y="900640"/>
                </a:lnTo>
                <a:lnTo>
                  <a:pt x="959089" y="901886"/>
                </a:lnTo>
                <a:lnTo>
                  <a:pt x="959258" y="903122"/>
                </a:lnTo>
                <a:lnTo>
                  <a:pt x="959436" y="904359"/>
                </a:lnTo>
                <a:lnTo>
                  <a:pt x="959605" y="905587"/>
                </a:lnTo>
                <a:lnTo>
                  <a:pt x="959774" y="906806"/>
                </a:lnTo>
                <a:lnTo>
                  <a:pt x="959952" y="908024"/>
                </a:lnTo>
                <a:lnTo>
                  <a:pt x="960121" y="909234"/>
                </a:lnTo>
                <a:lnTo>
                  <a:pt x="960299" y="910444"/>
                </a:lnTo>
                <a:lnTo>
                  <a:pt x="960468" y="911645"/>
                </a:lnTo>
                <a:lnTo>
                  <a:pt x="960637" y="912846"/>
                </a:lnTo>
                <a:lnTo>
                  <a:pt x="960815" y="914038"/>
                </a:lnTo>
                <a:lnTo>
                  <a:pt x="960984" y="915230"/>
                </a:lnTo>
                <a:lnTo>
                  <a:pt x="961153" y="916414"/>
                </a:lnTo>
                <a:lnTo>
                  <a:pt x="961331" y="917588"/>
                </a:lnTo>
                <a:lnTo>
                  <a:pt x="961500" y="918762"/>
                </a:lnTo>
                <a:lnTo>
                  <a:pt x="961669" y="919928"/>
                </a:lnTo>
                <a:lnTo>
                  <a:pt x="961847" y="921093"/>
                </a:lnTo>
                <a:lnTo>
                  <a:pt x="962016" y="922250"/>
                </a:lnTo>
                <a:lnTo>
                  <a:pt x="962194" y="923397"/>
                </a:lnTo>
                <a:lnTo>
                  <a:pt x="962363" y="924545"/>
                </a:lnTo>
                <a:lnTo>
                  <a:pt x="962532" y="925693"/>
                </a:lnTo>
                <a:lnTo>
                  <a:pt x="962710" y="926831"/>
                </a:lnTo>
                <a:lnTo>
                  <a:pt x="962879" y="927961"/>
                </a:lnTo>
                <a:lnTo>
                  <a:pt x="963048" y="929091"/>
                </a:lnTo>
                <a:lnTo>
                  <a:pt x="963226" y="930212"/>
                </a:lnTo>
                <a:lnTo>
                  <a:pt x="963395" y="931333"/>
                </a:lnTo>
                <a:lnTo>
                  <a:pt x="963564" y="932445"/>
                </a:lnTo>
                <a:lnTo>
                  <a:pt x="963742" y="933557"/>
                </a:lnTo>
                <a:lnTo>
                  <a:pt x="963911" y="934660"/>
                </a:lnTo>
                <a:lnTo>
                  <a:pt x="964089" y="935755"/>
                </a:lnTo>
                <a:lnTo>
                  <a:pt x="964258" y="936849"/>
                </a:lnTo>
                <a:lnTo>
                  <a:pt x="964427" y="937943"/>
                </a:lnTo>
                <a:lnTo>
                  <a:pt x="964605" y="939028"/>
                </a:lnTo>
                <a:lnTo>
                  <a:pt x="964774" y="940105"/>
                </a:lnTo>
                <a:lnTo>
                  <a:pt x="964943" y="941181"/>
                </a:lnTo>
                <a:lnTo>
                  <a:pt x="965121" y="942249"/>
                </a:lnTo>
                <a:lnTo>
                  <a:pt x="965290" y="943317"/>
                </a:lnTo>
                <a:lnTo>
                  <a:pt x="965459" y="944375"/>
                </a:lnTo>
                <a:lnTo>
                  <a:pt x="965637" y="945434"/>
                </a:lnTo>
                <a:lnTo>
                  <a:pt x="965806" y="946484"/>
                </a:lnTo>
                <a:lnTo>
                  <a:pt x="965975" y="947525"/>
                </a:lnTo>
                <a:lnTo>
                  <a:pt x="966153" y="948565"/>
                </a:lnTo>
                <a:lnTo>
                  <a:pt x="966322" y="949606"/>
                </a:lnTo>
                <a:lnTo>
                  <a:pt x="966500" y="950638"/>
                </a:lnTo>
                <a:lnTo>
                  <a:pt x="966669" y="951662"/>
                </a:lnTo>
                <a:lnTo>
                  <a:pt x="966838" y="952685"/>
                </a:lnTo>
                <a:lnTo>
                  <a:pt x="967016" y="953699"/>
                </a:lnTo>
                <a:lnTo>
                  <a:pt x="967185" y="954713"/>
                </a:lnTo>
                <a:lnTo>
                  <a:pt x="967354" y="955718"/>
                </a:lnTo>
                <a:lnTo>
                  <a:pt x="967532" y="956724"/>
                </a:lnTo>
                <a:lnTo>
                  <a:pt x="967701" y="957720"/>
                </a:lnTo>
                <a:lnTo>
                  <a:pt x="967870" y="958716"/>
                </a:lnTo>
                <a:lnTo>
                  <a:pt x="968048" y="959704"/>
                </a:lnTo>
                <a:lnTo>
                  <a:pt x="968217" y="960691"/>
                </a:lnTo>
                <a:lnTo>
                  <a:pt x="968395" y="961670"/>
                </a:lnTo>
                <a:lnTo>
                  <a:pt x="968564" y="962640"/>
                </a:lnTo>
                <a:lnTo>
                  <a:pt x="968733" y="963609"/>
                </a:lnTo>
                <a:lnTo>
                  <a:pt x="968911" y="964579"/>
                </a:lnTo>
                <a:lnTo>
                  <a:pt x="969080" y="965540"/>
                </a:lnTo>
                <a:lnTo>
                  <a:pt x="969249" y="966492"/>
                </a:lnTo>
                <a:lnTo>
                  <a:pt x="969427" y="967444"/>
                </a:lnTo>
                <a:lnTo>
                  <a:pt x="969596" y="968396"/>
                </a:lnTo>
                <a:lnTo>
                  <a:pt x="969765" y="969339"/>
                </a:lnTo>
                <a:lnTo>
                  <a:pt x="969943" y="970273"/>
                </a:lnTo>
                <a:lnTo>
                  <a:pt x="970112" y="971207"/>
                </a:lnTo>
                <a:lnTo>
                  <a:pt x="970290" y="972132"/>
                </a:lnTo>
                <a:lnTo>
                  <a:pt x="970459" y="973057"/>
                </a:lnTo>
                <a:lnTo>
                  <a:pt x="970628" y="973983"/>
                </a:lnTo>
                <a:lnTo>
                  <a:pt x="970806" y="974890"/>
                </a:lnTo>
                <a:lnTo>
                  <a:pt x="970975" y="975806"/>
                </a:lnTo>
                <a:lnTo>
                  <a:pt x="971144" y="976714"/>
                </a:lnTo>
                <a:lnTo>
                  <a:pt x="971322" y="977612"/>
                </a:lnTo>
                <a:lnTo>
                  <a:pt x="971491" y="978511"/>
                </a:lnTo>
                <a:lnTo>
                  <a:pt x="971660" y="979401"/>
                </a:lnTo>
                <a:lnTo>
                  <a:pt x="971838" y="980290"/>
                </a:lnTo>
                <a:lnTo>
                  <a:pt x="972007" y="981171"/>
                </a:lnTo>
                <a:lnTo>
                  <a:pt x="972185" y="982052"/>
                </a:lnTo>
                <a:lnTo>
                  <a:pt x="972354" y="982932"/>
                </a:lnTo>
                <a:lnTo>
                  <a:pt x="972523" y="983795"/>
                </a:lnTo>
                <a:lnTo>
                  <a:pt x="972701" y="984667"/>
                </a:lnTo>
                <a:lnTo>
                  <a:pt x="972870" y="985530"/>
                </a:lnTo>
                <a:lnTo>
                  <a:pt x="973039" y="986384"/>
                </a:lnTo>
                <a:lnTo>
                  <a:pt x="973217" y="987238"/>
                </a:lnTo>
                <a:lnTo>
                  <a:pt x="973386" y="988084"/>
                </a:lnTo>
                <a:lnTo>
                  <a:pt x="973555" y="988929"/>
                </a:lnTo>
                <a:lnTo>
                  <a:pt x="973732" y="989765"/>
                </a:lnTo>
                <a:lnTo>
                  <a:pt x="973902" y="990601"/>
                </a:lnTo>
                <a:lnTo>
                  <a:pt x="974071" y="991438"/>
                </a:lnTo>
                <a:lnTo>
                  <a:pt x="974249" y="992265"/>
                </a:lnTo>
                <a:lnTo>
                  <a:pt x="974418" y="993083"/>
                </a:lnTo>
                <a:lnTo>
                  <a:pt x="974595" y="993902"/>
                </a:lnTo>
                <a:lnTo>
                  <a:pt x="974764" y="994720"/>
                </a:lnTo>
                <a:lnTo>
                  <a:pt x="974933" y="995530"/>
                </a:lnTo>
                <a:lnTo>
                  <a:pt x="975111" y="996331"/>
                </a:lnTo>
                <a:lnTo>
                  <a:pt x="975280" y="997131"/>
                </a:lnTo>
                <a:lnTo>
                  <a:pt x="975450" y="997932"/>
                </a:lnTo>
                <a:lnTo>
                  <a:pt x="975627" y="998724"/>
                </a:lnTo>
                <a:lnTo>
                  <a:pt x="975797" y="999515"/>
                </a:lnTo>
                <a:lnTo>
                  <a:pt x="975965" y="1000298"/>
                </a:lnTo>
                <a:lnTo>
                  <a:pt x="976143" y="1001081"/>
                </a:lnTo>
                <a:lnTo>
                  <a:pt x="976312" y="1001855"/>
                </a:lnTo>
                <a:lnTo>
                  <a:pt x="976490" y="1002629"/>
                </a:lnTo>
                <a:lnTo>
                  <a:pt x="976659" y="1003394"/>
                </a:lnTo>
                <a:lnTo>
                  <a:pt x="976828" y="1004159"/>
                </a:lnTo>
                <a:lnTo>
                  <a:pt x="977006" y="1004916"/>
                </a:lnTo>
                <a:lnTo>
                  <a:pt x="977175" y="1005672"/>
                </a:lnTo>
                <a:lnTo>
                  <a:pt x="977344" y="1006428"/>
                </a:lnTo>
                <a:lnTo>
                  <a:pt x="977522" y="1007175"/>
                </a:lnTo>
                <a:lnTo>
                  <a:pt x="977691" y="1007914"/>
                </a:lnTo>
                <a:lnTo>
                  <a:pt x="977860" y="1008652"/>
                </a:lnTo>
                <a:lnTo>
                  <a:pt x="978038" y="1009390"/>
                </a:lnTo>
                <a:lnTo>
                  <a:pt x="978207" y="1010120"/>
                </a:lnTo>
                <a:lnTo>
                  <a:pt x="978385" y="1010850"/>
                </a:lnTo>
                <a:lnTo>
                  <a:pt x="978554" y="1011570"/>
                </a:lnTo>
                <a:lnTo>
                  <a:pt x="978723" y="1012291"/>
                </a:lnTo>
                <a:lnTo>
                  <a:pt x="978901" y="1013011"/>
                </a:lnTo>
                <a:lnTo>
                  <a:pt x="979070" y="1013723"/>
                </a:lnTo>
                <a:lnTo>
                  <a:pt x="979239" y="1014426"/>
                </a:lnTo>
                <a:lnTo>
                  <a:pt x="979417" y="1015129"/>
                </a:lnTo>
                <a:lnTo>
                  <a:pt x="979586" y="1015832"/>
                </a:lnTo>
                <a:lnTo>
                  <a:pt x="979755" y="1016525"/>
                </a:lnTo>
                <a:lnTo>
                  <a:pt x="979933" y="1017219"/>
                </a:lnTo>
                <a:lnTo>
                  <a:pt x="980102" y="1017904"/>
                </a:lnTo>
                <a:lnTo>
                  <a:pt x="980280" y="1018589"/>
                </a:lnTo>
                <a:lnTo>
                  <a:pt x="980449" y="1019275"/>
                </a:lnTo>
                <a:lnTo>
                  <a:pt x="980618" y="1019951"/>
                </a:lnTo>
                <a:lnTo>
                  <a:pt x="980796" y="1020618"/>
                </a:lnTo>
                <a:lnTo>
                  <a:pt x="980965" y="1021285"/>
                </a:lnTo>
                <a:lnTo>
                  <a:pt x="981134" y="1021952"/>
                </a:lnTo>
                <a:lnTo>
                  <a:pt x="981312" y="1022611"/>
                </a:lnTo>
                <a:lnTo>
                  <a:pt x="981481" y="1023269"/>
                </a:lnTo>
                <a:lnTo>
                  <a:pt x="981650" y="1023927"/>
                </a:lnTo>
                <a:lnTo>
                  <a:pt x="981828" y="1024577"/>
                </a:lnTo>
                <a:lnTo>
                  <a:pt x="981997" y="1025226"/>
                </a:lnTo>
                <a:lnTo>
                  <a:pt x="982166" y="1025867"/>
                </a:lnTo>
                <a:lnTo>
                  <a:pt x="982344" y="1026507"/>
                </a:lnTo>
                <a:lnTo>
                  <a:pt x="982513" y="1027139"/>
                </a:lnTo>
                <a:lnTo>
                  <a:pt x="982691" y="1027771"/>
                </a:lnTo>
                <a:lnTo>
                  <a:pt x="982860" y="1028402"/>
                </a:lnTo>
                <a:lnTo>
                  <a:pt x="983029" y="1029025"/>
                </a:lnTo>
                <a:lnTo>
                  <a:pt x="983207" y="1029648"/>
                </a:lnTo>
                <a:lnTo>
                  <a:pt x="983376" y="1030262"/>
                </a:lnTo>
                <a:lnTo>
                  <a:pt x="983545" y="1030875"/>
                </a:lnTo>
                <a:lnTo>
                  <a:pt x="983723" y="1031480"/>
                </a:lnTo>
                <a:lnTo>
                  <a:pt x="983892" y="1032094"/>
                </a:lnTo>
                <a:lnTo>
                  <a:pt x="984061" y="1032690"/>
                </a:lnTo>
                <a:lnTo>
                  <a:pt x="984239" y="1033295"/>
                </a:lnTo>
                <a:lnTo>
                  <a:pt x="984408" y="1033891"/>
                </a:lnTo>
                <a:lnTo>
                  <a:pt x="984586" y="1034479"/>
                </a:lnTo>
                <a:lnTo>
                  <a:pt x="984755" y="1035066"/>
                </a:lnTo>
                <a:lnTo>
                  <a:pt x="984924" y="1035653"/>
                </a:lnTo>
                <a:lnTo>
                  <a:pt x="985102" y="1036231"/>
                </a:lnTo>
                <a:lnTo>
                  <a:pt x="985271" y="1036809"/>
                </a:lnTo>
                <a:lnTo>
                  <a:pt x="985440" y="1037388"/>
                </a:lnTo>
                <a:lnTo>
                  <a:pt x="985618" y="1037957"/>
                </a:lnTo>
                <a:lnTo>
                  <a:pt x="985787" y="1038526"/>
                </a:lnTo>
                <a:lnTo>
                  <a:pt x="985956" y="1039096"/>
                </a:lnTo>
                <a:lnTo>
                  <a:pt x="986134" y="1039656"/>
                </a:lnTo>
                <a:lnTo>
                  <a:pt x="986303" y="1040208"/>
                </a:lnTo>
                <a:lnTo>
                  <a:pt x="986481" y="1040768"/>
                </a:lnTo>
                <a:lnTo>
                  <a:pt x="986650" y="1041311"/>
                </a:lnTo>
                <a:lnTo>
                  <a:pt x="986819" y="1041863"/>
                </a:lnTo>
                <a:lnTo>
                  <a:pt x="986997" y="1042405"/>
                </a:lnTo>
                <a:lnTo>
                  <a:pt x="987166" y="1042948"/>
                </a:lnTo>
                <a:lnTo>
                  <a:pt x="987335" y="1043482"/>
                </a:lnTo>
                <a:lnTo>
                  <a:pt x="987513" y="1044016"/>
                </a:lnTo>
                <a:lnTo>
                  <a:pt x="987682" y="1044549"/>
                </a:lnTo>
                <a:lnTo>
                  <a:pt x="987851" y="1045074"/>
                </a:lnTo>
                <a:lnTo>
                  <a:pt x="988029" y="1045599"/>
                </a:lnTo>
                <a:lnTo>
                  <a:pt x="988198" y="1046124"/>
                </a:lnTo>
                <a:lnTo>
                  <a:pt x="988376" y="1046640"/>
                </a:lnTo>
                <a:lnTo>
                  <a:pt x="988545" y="1047156"/>
                </a:lnTo>
                <a:lnTo>
                  <a:pt x="988714" y="1047672"/>
                </a:lnTo>
                <a:lnTo>
                  <a:pt x="988892" y="1048179"/>
                </a:lnTo>
                <a:lnTo>
                  <a:pt x="989061" y="1048686"/>
                </a:lnTo>
                <a:lnTo>
                  <a:pt x="989230" y="1049184"/>
                </a:lnTo>
                <a:lnTo>
                  <a:pt x="989408" y="1049683"/>
                </a:lnTo>
                <a:lnTo>
                  <a:pt x="989577" y="1050181"/>
                </a:lnTo>
                <a:lnTo>
                  <a:pt x="989746" y="1050670"/>
                </a:lnTo>
                <a:lnTo>
                  <a:pt x="989924" y="1051159"/>
                </a:lnTo>
                <a:lnTo>
                  <a:pt x="990093" y="1051649"/>
                </a:lnTo>
                <a:lnTo>
                  <a:pt x="990262" y="1052129"/>
                </a:lnTo>
                <a:lnTo>
                  <a:pt x="990440" y="1052610"/>
                </a:lnTo>
                <a:lnTo>
                  <a:pt x="990609" y="1053090"/>
                </a:lnTo>
                <a:lnTo>
                  <a:pt x="990787" y="1053561"/>
                </a:lnTo>
                <a:lnTo>
                  <a:pt x="990956" y="1054033"/>
                </a:lnTo>
                <a:lnTo>
                  <a:pt x="991125" y="1054504"/>
                </a:lnTo>
                <a:lnTo>
                  <a:pt x="991303" y="1054967"/>
                </a:lnTo>
                <a:lnTo>
                  <a:pt x="991472" y="1055430"/>
                </a:lnTo>
                <a:lnTo>
                  <a:pt x="991641" y="1055892"/>
                </a:lnTo>
                <a:lnTo>
                  <a:pt x="991819" y="1056346"/>
                </a:lnTo>
                <a:lnTo>
                  <a:pt x="991988" y="1056800"/>
                </a:lnTo>
                <a:lnTo>
                  <a:pt x="992157" y="1057253"/>
                </a:lnTo>
                <a:lnTo>
                  <a:pt x="992335" y="1057698"/>
                </a:lnTo>
                <a:lnTo>
                  <a:pt x="992504" y="1058143"/>
                </a:lnTo>
                <a:lnTo>
                  <a:pt x="992682" y="1058588"/>
                </a:lnTo>
                <a:lnTo>
                  <a:pt x="992851" y="1059024"/>
                </a:lnTo>
                <a:lnTo>
                  <a:pt x="993020" y="1059460"/>
                </a:lnTo>
                <a:lnTo>
                  <a:pt x="993198" y="1059896"/>
                </a:lnTo>
                <a:lnTo>
                  <a:pt x="993367" y="1060323"/>
                </a:lnTo>
                <a:lnTo>
                  <a:pt x="993536" y="1060759"/>
                </a:lnTo>
                <a:lnTo>
                  <a:pt x="993714" y="1061177"/>
                </a:lnTo>
                <a:lnTo>
                  <a:pt x="993883" y="1061604"/>
                </a:lnTo>
                <a:lnTo>
                  <a:pt x="994052" y="1062022"/>
                </a:lnTo>
                <a:lnTo>
                  <a:pt x="994230" y="1062440"/>
                </a:lnTo>
                <a:lnTo>
                  <a:pt x="994399" y="1062849"/>
                </a:lnTo>
                <a:lnTo>
                  <a:pt x="994577" y="1063259"/>
                </a:lnTo>
                <a:lnTo>
                  <a:pt x="994746" y="1063668"/>
                </a:lnTo>
                <a:lnTo>
                  <a:pt x="994915" y="1064077"/>
                </a:lnTo>
                <a:lnTo>
                  <a:pt x="995093" y="1064477"/>
                </a:lnTo>
                <a:lnTo>
                  <a:pt x="995262" y="1064878"/>
                </a:lnTo>
                <a:lnTo>
                  <a:pt x="995431" y="1065278"/>
                </a:lnTo>
                <a:lnTo>
                  <a:pt x="995609" y="1065669"/>
                </a:lnTo>
                <a:lnTo>
                  <a:pt x="995778" y="1066061"/>
                </a:lnTo>
                <a:lnTo>
                  <a:pt x="995947" y="1066452"/>
                </a:lnTo>
                <a:lnTo>
                  <a:pt x="996125" y="1066844"/>
                </a:lnTo>
                <a:lnTo>
                  <a:pt x="996294" y="1067226"/>
                </a:lnTo>
                <a:lnTo>
                  <a:pt x="996472" y="1067609"/>
                </a:lnTo>
                <a:lnTo>
                  <a:pt x="996641" y="1067992"/>
                </a:lnTo>
                <a:lnTo>
                  <a:pt x="996810" y="1068365"/>
                </a:lnTo>
                <a:lnTo>
                  <a:pt x="996988" y="1068739"/>
                </a:lnTo>
                <a:lnTo>
                  <a:pt x="997157" y="1069112"/>
                </a:lnTo>
                <a:lnTo>
                  <a:pt x="997326" y="1069477"/>
                </a:lnTo>
                <a:lnTo>
                  <a:pt x="997504" y="1069851"/>
                </a:lnTo>
                <a:lnTo>
                  <a:pt x="997673" y="1070207"/>
                </a:lnTo>
                <a:lnTo>
                  <a:pt x="997842" y="1070571"/>
                </a:lnTo>
                <a:lnTo>
                  <a:pt x="998020" y="1070927"/>
                </a:lnTo>
                <a:lnTo>
                  <a:pt x="998189" y="1071292"/>
                </a:lnTo>
                <a:lnTo>
                  <a:pt x="998358" y="1071639"/>
                </a:lnTo>
                <a:lnTo>
                  <a:pt x="998536" y="1071995"/>
                </a:lnTo>
                <a:lnTo>
                  <a:pt x="998705" y="1072342"/>
                </a:lnTo>
                <a:lnTo>
                  <a:pt x="998883" y="1072689"/>
                </a:lnTo>
                <a:lnTo>
                  <a:pt x="999052" y="1073036"/>
                </a:lnTo>
                <a:lnTo>
                  <a:pt x="999221" y="1073374"/>
                </a:lnTo>
                <a:lnTo>
                  <a:pt x="999399" y="1073721"/>
                </a:lnTo>
                <a:lnTo>
                  <a:pt x="999568" y="1074059"/>
                </a:lnTo>
                <a:lnTo>
                  <a:pt x="999737" y="1074388"/>
                </a:lnTo>
                <a:lnTo>
                  <a:pt x="999915" y="1074726"/>
                </a:lnTo>
                <a:lnTo>
                  <a:pt x="1000084" y="1075055"/>
                </a:lnTo>
                <a:lnTo>
                  <a:pt x="1000253" y="1075384"/>
                </a:lnTo>
                <a:lnTo>
                  <a:pt x="1000431" y="1075705"/>
                </a:lnTo>
                <a:lnTo>
                  <a:pt x="1000600" y="1076034"/>
                </a:lnTo>
                <a:lnTo>
                  <a:pt x="1000778" y="1076354"/>
                </a:lnTo>
                <a:lnTo>
                  <a:pt x="1000947" y="1076674"/>
                </a:lnTo>
                <a:lnTo>
                  <a:pt x="1001116" y="1076986"/>
                </a:lnTo>
                <a:lnTo>
                  <a:pt x="1001294" y="1077306"/>
                </a:lnTo>
                <a:lnTo>
                  <a:pt x="1001463" y="1077617"/>
                </a:lnTo>
                <a:lnTo>
                  <a:pt x="1001632" y="1077929"/>
                </a:lnTo>
                <a:lnTo>
                  <a:pt x="1001810" y="1078231"/>
                </a:lnTo>
                <a:lnTo>
                  <a:pt x="1001979" y="1078543"/>
                </a:lnTo>
                <a:lnTo>
                  <a:pt x="1002148" y="1078845"/>
                </a:lnTo>
                <a:lnTo>
                  <a:pt x="1002326" y="1079148"/>
                </a:lnTo>
                <a:lnTo>
                  <a:pt x="1002495" y="1079441"/>
                </a:lnTo>
                <a:lnTo>
                  <a:pt x="1002673" y="1079744"/>
                </a:lnTo>
                <a:lnTo>
                  <a:pt x="1002842" y="1080037"/>
                </a:lnTo>
                <a:lnTo>
                  <a:pt x="1003011" y="1080331"/>
                </a:lnTo>
                <a:lnTo>
                  <a:pt x="1003189" y="1080616"/>
                </a:lnTo>
                <a:lnTo>
                  <a:pt x="1003358" y="1080909"/>
                </a:lnTo>
                <a:lnTo>
                  <a:pt x="1003527" y="1081194"/>
                </a:lnTo>
                <a:lnTo>
                  <a:pt x="1003705" y="1081478"/>
                </a:lnTo>
                <a:lnTo>
                  <a:pt x="1003874" y="1081763"/>
                </a:lnTo>
                <a:lnTo>
                  <a:pt x="1004043" y="1082039"/>
                </a:lnTo>
                <a:lnTo>
                  <a:pt x="1004221" y="1082324"/>
                </a:lnTo>
                <a:lnTo>
                  <a:pt x="1004390" y="1082599"/>
                </a:lnTo>
                <a:lnTo>
                  <a:pt x="1004568" y="1082866"/>
                </a:lnTo>
                <a:lnTo>
                  <a:pt x="1004737" y="1083142"/>
                </a:lnTo>
                <a:lnTo>
                  <a:pt x="1004906" y="1083409"/>
                </a:lnTo>
                <a:lnTo>
                  <a:pt x="1005084" y="1083685"/>
                </a:lnTo>
                <a:lnTo>
                  <a:pt x="1005253" y="1083952"/>
                </a:lnTo>
                <a:lnTo>
                  <a:pt x="1005422" y="1084210"/>
                </a:lnTo>
                <a:lnTo>
                  <a:pt x="1005600" y="1084477"/>
                </a:lnTo>
                <a:lnTo>
                  <a:pt x="1005769" y="1084735"/>
                </a:lnTo>
                <a:lnTo>
                  <a:pt x="1005938" y="1084993"/>
                </a:lnTo>
                <a:lnTo>
                  <a:pt x="1006116" y="1085251"/>
                </a:lnTo>
                <a:lnTo>
                  <a:pt x="1006285" y="1085509"/>
                </a:lnTo>
                <a:lnTo>
                  <a:pt x="1006454" y="1085758"/>
                </a:lnTo>
                <a:lnTo>
                  <a:pt x="1006632" y="1086007"/>
                </a:lnTo>
                <a:lnTo>
                  <a:pt x="1006801" y="1086256"/>
                </a:lnTo>
                <a:lnTo>
                  <a:pt x="1006979" y="1086505"/>
                </a:lnTo>
                <a:lnTo>
                  <a:pt x="1007148" y="1086754"/>
                </a:lnTo>
                <a:lnTo>
                  <a:pt x="1007317" y="1086994"/>
                </a:lnTo>
                <a:lnTo>
                  <a:pt x="1007495" y="1087234"/>
                </a:lnTo>
                <a:lnTo>
                  <a:pt x="1007664" y="1087475"/>
                </a:lnTo>
                <a:lnTo>
                  <a:pt x="1007833" y="1087715"/>
                </a:lnTo>
                <a:lnTo>
                  <a:pt x="1008011" y="1087955"/>
                </a:lnTo>
                <a:lnTo>
                  <a:pt x="1008180" y="1088186"/>
                </a:lnTo>
                <a:lnTo>
                  <a:pt x="1008349" y="1088418"/>
                </a:lnTo>
                <a:lnTo>
                  <a:pt x="1008526" y="1088649"/>
                </a:lnTo>
                <a:lnTo>
                  <a:pt x="1008696" y="1088880"/>
                </a:lnTo>
                <a:lnTo>
                  <a:pt x="1008873" y="1089103"/>
                </a:lnTo>
                <a:lnTo>
                  <a:pt x="1009043" y="1089334"/>
                </a:lnTo>
                <a:lnTo>
                  <a:pt x="1009212" y="1089557"/>
                </a:lnTo>
                <a:lnTo>
                  <a:pt x="1009390" y="1089779"/>
                </a:lnTo>
                <a:lnTo>
                  <a:pt x="1009558" y="1090001"/>
                </a:lnTo>
                <a:lnTo>
                  <a:pt x="1009728" y="1090215"/>
                </a:lnTo>
                <a:lnTo>
                  <a:pt x="1009905" y="1090437"/>
                </a:lnTo>
                <a:lnTo>
                  <a:pt x="1010074" y="1090651"/>
                </a:lnTo>
                <a:lnTo>
                  <a:pt x="1010244" y="1090864"/>
                </a:lnTo>
                <a:lnTo>
                  <a:pt x="1010421" y="1091078"/>
                </a:lnTo>
                <a:lnTo>
                  <a:pt x="1010591" y="1091291"/>
                </a:lnTo>
                <a:lnTo>
                  <a:pt x="1010768" y="1091496"/>
                </a:lnTo>
                <a:lnTo>
                  <a:pt x="1010937" y="1091709"/>
                </a:lnTo>
                <a:lnTo>
                  <a:pt x="1011106" y="1091914"/>
                </a:lnTo>
                <a:lnTo>
                  <a:pt x="1011284" y="1092119"/>
                </a:lnTo>
                <a:lnTo>
                  <a:pt x="1011453" y="1092323"/>
                </a:lnTo>
                <a:lnTo>
                  <a:pt x="1011623" y="1092519"/>
                </a:lnTo>
                <a:lnTo>
                  <a:pt x="1011800" y="1092724"/>
                </a:lnTo>
                <a:lnTo>
                  <a:pt x="1011969" y="1092919"/>
                </a:lnTo>
                <a:lnTo>
                  <a:pt x="1012138" y="1093115"/>
                </a:lnTo>
                <a:lnTo>
                  <a:pt x="1012316" y="1093311"/>
                </a:lnTo>
                <a:lnTo>
                  <a:pt x="1012485" y="1093506"/>
                </a:lnTo>
                <a:lnTo>
                  <a:pt x="1012663" y="1093693"/>
                </a:lnTo>
                <a:lnTo>
                  <a:pt x="1012832" y="1093889"/>
                </a:lnTo>
                <a:lnTo>
                  <a:pt x="1013001" y="1094076"/>
                </a:lnTo>
                <a:lnTo>
                  <a:pt x="1013179" y="1094263"/>
                </a:lnTo>
                <a:lnTo>
                  <a:pt x="1013348" y="1094450"/>
                </a:lnTo>
                <a:lnTo>
                  <a:pt x="1013517" y="1094636"/>
                </a:lnTo>
                <a:lnTo>
                  <a:pt x="1013695" y="1094814"/>
                </a:lnTo>
                <a:lnTo>
                  <a:pt x="1013864" y="1095001"/>
                </a:lnTo>
                <a:lnTo>
                  <a:pt x="1014033" y="1095179"/>
                </a:lnTo>
                <a:lnTo>
                  <a:pt x="1014211" y="1095357"/>
                </a:lnTo>
                <a:lnTo>
                  <a:pt x="1014380" y="1095535"/>
                </a:lnTo>
                <a:lnTo>
                  <a:pt x="1014549" y="1095713"/>
                </a:lnTo>
                <a:lnTo>
                  <a:pt x="1014727" y="1095882"/>
                </a:lnTo>
                <a:lnTo>
                  <a:pt x="1014896" y="1096060"/>
                </a:lnTo>
                <a:lnTo>
                  <a:pt x="1015074" y="1096229"/>
                </a:lnTo>
                <a:lnTo>
                  <a:pt x="1015243" y="1096398"/>
                </a:lnTo>
                <a:lnTo>
                  <a:pt x="1015412" y="1096567"/>
                </a:lnTo>
                <a:lnTo>
                  <a:pt x="1015590" y="1096736"/>
                </a:lnTo>
                <a:lnTo>
                  <a:pt x="1015759" y="1096905"/>
                </a:lnTo>
                <a:lnTo>
                  <a:pt x="1015928" y="1097065"/>
                </a:lnTo>
                <a:lnTo>
                  <a:pt x="1016106" y="1097234"/>
                </a:lnTo>
                <a:lnTo>
                  <a:pt x="1016275" y="1097394"/>
                </a:lnTo>
                <a:lnTo>
                  <a:pt x="1016444" y="1097554"/>
                </a:lnTo>
                <a:lnTo>
                  <a:pt x="1016622" y="1097714"/>
                </a:lnTo>
                <a:lnTo>
                  <a:pt x="1016791" y="1097875"/>
                </a:lnTo>
                <a:lnTo>
                  <a:pt x="1016969" y="1098026"/>
                </a:lnTo>
                <a:lnTo>
                  <a:pt x="1017138" y="1098186"/>
                </a:lnTo>
                <a:lnTo>
                  <a:pt x="1017307" y="1098337"/>
                </a:lnTo>
                <a:lnTo>
                  <a:pt x="1017485" y="1098497"/>
                </a:lnTo>
                <a:lnTo>
                  <a:pt x="1017654" y="1098649"/>
                </a:lnTo>
                <a:lnTo>
                  <a:pt x="1017823" y="1098800"/>
                </a:lnTo>
                <a:lnTo>
                  <a:pt x="1018001" y="1098942"/>
                </a:lnTo>
                <a:lnTo>
                  <a:pt x="1018170" y="1099093"/>
                </a:lnTo>
                <a:lnTo>
                  <a:pt x="1018339" y="1099245"/>
                </a:lnTo>
                <a:lnTo>
                  <a:pt x="1018517" y="1099387"/>
                </a:lnTo>
                <a:lnTo>
                  <a:pt x="1018686" y="1099529"/>
                </a:lnTo>
                <a:lnTo>
                  <a:pt x="1018864" y="1099672"/>
                </a:lnTo>
                <a:lnTo>
                  <a:pt x="1019033" y="1099814"/>
                </a:lnTo>
                <a:lnTo>
                  <a:pt x="1019202" y="1099956"/>
                </a:lnTo>
                <a:lnTo>
                  <a:pt x="1019380" y="1100099"/>
                </a:lnTo>
                <a:lnTo>
                  <a:pt x="1019549" y="1100241"/>
                </a:lnTo>
                <a:lnTo>
                  <a:pt x="1019718" y="1100375"/>
                </a:lnTo>
                <a:lnTo>
                  <a:pt x="1019896" y="1100517"/>
                </a:lnTo>
                <a:lnTo>
                  <a:pt x="1020065" y="1100650"/>
                </a:lnTo>
                <a:lnTo>
                  <a:pt x="1020234" y="1100784"/>
                </a:lnTo>
                <a:lnTo>
                  <a:pt x="1020412" y="1100917"/>
                </a:lnTo>
                <a:lnTo>
                  <a:pt x="1020581" y="1101051"/>
                </a:lnTo>
                <a:lnTo>
                  <a:pt x="1020759" y="1101175"/>
                </a:lnTo>
                <a:lnTo>
                  <a:pt x="1020928" y="1101309"/>
                </a:lnTo>
                <a:lnTo>
                  <a:pt x="1021097" y="1101433"/>
                </a:lnTo>
                <a:lnTo>
                  <a:pt x="1021275" y="1101567"/>
                </a:lnTo>
                <a:lnTo>
                  <a:pt x="1021444" y="1101691"/>
                </a:lnTo>
                <a:lnTo>
                  <a:pt x="1021613" y="1101816"/>
                </a:lnTo>
                <a:lnTo>
                  <a:pt x="1021791" y="1101940"/>
                </a:lnTo>
                <a:lnTo>
                  <a:pt x="1021960" y="1102065"/>
                </a:lnTo>
                <a:lnTo>
                  <a:pt x="1022129" y="1102189"/>
                </a:lnTo>
                <a:lnTo>
                  <a:pt x="1022307" y="1102305"/>
                </a:lnTo>
                <a:lnTo>
                  <a:pt x="1022476" y="1102430"/>
                </a:lnTo>
                <a:lnTo>
                  <a:pt x="1022645" y="1102545"/>
                </a:lnTo>
                <a:lnTo>
                  <a:pt x="1022823" y="1102670"/>
                </a:lnTo>
                <a:lnTo>
                  <a:pt x="1022992" y="1102786"/>
                </a:lnTo>
                <a:lnTo>
                  <a:pt x="1023170" y="1102901"/>
                </a:lnTo>
                <a:lnTo>
                  <a:pt x="1023339" y="1103017"/>
                </a:lnTo>
                <a:lnTo>
                  <a:pt x="1023508" y="1103133"/>
                </a:lnTo>
                <a:lnTo>
                  <a:pt x="1023686" y="1103239"/>
                </a:lnTo>
                <a:lnTo>
                  <a:pt x="1023855" y="1103355"/>
                </a:lnTo>
                <a:lnTo>
                  <a:pt x="1024024" y="1103470"/>
                </a:lnTo>
                <a:lnTo>
                  <a:pt x="1024202" y="1103577"/>
                </a:lnTo>
                <a:lnTo>
                  <a:pt x="1024371" y="1103684"/>
                </a:lnTo>
                <a:lnTo>
                  <a:pt x="1024540" y="1103800"/>
                </a:lnTo>
                <a:lnTo>
                  <a:pt x="1024718" y="1103907"/>
                </a:lnTo>
                <a:lnTo>
                  <a:pt x="1024887" y="1104013"/>
                </a:lnTo>
                <a:lnTo>
                  <a:pt x="1025065" y="1104120"/>
                </a:lnTo>
                <a:lnTo>
                  <a:pt x="1025234" y="1104218"/>
                </a:lnTo>
                <a:lnTo>
                  <a:pt x="1025403" y="1104325"/>
                </a:lnTo>
                <a:lnTo>
                  <a:pt x="1025581" y="1104431"/>
                </a:lnTo>
                <a:lnTo>
                  <a:pt x="1025750" y="1104529"/>
                </a:lnTo>
                <a:lnTo>
                  <a:pt x="1025919" y="1104627"/>
                </a:lnTo>
                <a:lnTo>
                  <a:pt x="1026097" y="1104734"/>
                </a:lnTo>
                <a:lnTo>
                  <a:pt x="1026266" y="1104832"/>
                </a:lnTo>
                <a:lnTo>
                  <a:pt x="1026435" y="1104930"/>
                </a:lnTo>
                <a:lnTo>
                  <a:pt x="1026613" y="1105027"/>
                </a:lnTo>
                <a:lnTo>
                  <a:pt x="1026782" y="1105125"/>
                </a:lnTo>
                <a:lnTo>
                  <a:pt x="1026960" y="1105223"/>
                </a:lnTo>
                <a:lnTo>
                  <a:pt x="1027129" y="1105312"/>
                </a:lnTo>
                <a:lnTo>
                  <a:pt x="1027298" y="1105410"/>
                </a:lnTo>
                <a:lnTo>
                  <a:pt x="1027476" y="1105508"/>
                </a:lnTo>
                <a:lnTo>
                  <a:pt x="1027645" y="1105597"/>
                </a:lnTo>
                <a:lnTo>
                  <a:pt x="1027814" y="1105686"/>
                </a:lnTo>
                <a:lnTo>
                  <a:pt x="1027992" y="1105784"/>
                </a:lnTo>
                <a:lnTo>
                  <a:pt x="1028161" y="1105873"/>
                </a:lnTo>
                <a:lnTo>
                  <a:pt x="1028330" y="1105962"/>
                </a:lnTo>
                <a:lnTo>
                  <a:pt x="1028508" y="1106050"/>
                </a:lnTo>
                <a:lnTo>
                  <a:pt x="1028677" y="1106139"/>
                </a:lnTo>
                <a:lnTo>
                  <a:pt x="1028855" y="1106220"/>
                </a:lnTo>
                <a:lnTo>
                  <a:pt x="1029024" y="1106309"/>
                </a:lnTo>
                <a:lnTo>
                  <a:pt x="1029193" y="1106397"/>
                </a:lnTo>
                <a:lnTo>
                  <a:pt x="1029371" y="1106477"/>
                </a:lnTo>
                <a:lnTo>
                  <a:pt x="1029540" y="1106567"/>
                </a:lnTo>
                <a:lnTo>
                  <a:pt x="1029709" y="1106647"/>
                </a:lnTo>
                <a:lnTo>
                  <a:pt x="1029887" y="1106727"/>
                </a:lnTo>
                <a:lnTo>
                  <a:pt x="1030056" y="1106816"/>
                </a:lnTo>
                <a:lnTo>
                  <a:pt x="1030225" y="1106896"/>
                </a:lnTo>
                <a:lnTo>
                  <a:pt x="1030403" y="1106976"/>
                </a:lnTo>
                <a:lnTo>
                  <a:pt x="1030572" y="1107056"/>
                </a:lnTo>
                <a:lnTo>
                  <a:pt x="1030741" y="1107136"/>
                </a:lnTo>
                <a:lnTo>
                  <a:pt x="1030919" y="1107207"/>
                </a:lnTo>
                <a:lnTo>
                  <a:pt x="1031088" y="1107287"/>
                </a:lnTo>
                <a:lnTo>
                  <a:pt x="1031266" y="1107367"/>
                </a:lnTo>
                <a:lnTo>
                  <a:pt x="1031435" y="1107438"/>
                </a:lnTo>
                <a:lnTo>
                  <a:pt x="1031604" y="1107518"/>
                </a:lnTo>
                <a:lnTo>
                  <a:pt x="1031782" y="1107590"/>
                </a:lnTo>
                <a:lnTo>
                  <a:pt x="1031951" y="1107661"/>
                </a:lnTo>
                <a:lnTo>
                  <a:pt x="1032120" y="1107741"/>
                </a:lnTo>
                <a:lnTo>
                  <a:pt x="1032298" y="1107812"/>
                </a:lnTo>
                <a:lnTo>
                  <a:pt x="1032467" y="1107883"/>
                </a:lnTo>
                <a:lnTo>
                  <a:pt x="1032636" y="1107954"/>
                </a:lnTo>
                <a:lnTo>
                  <a:pt x="1032814" y="1108026"/>
                </a:lnTo>
                <a:lnTo>
                  <a:pt x="1032983" y="1108097"/>
                </a:lnTo>
                <a:lnTo>
                  <a:pt x="1033161" y="1108168"/>
                </a:lnTo>
                <a:lnTo>
                  <a:pt x="1033330" y="1108230"/>
                </a:lnTo>
                <a:lnTo>
                  <a:pt x="1033499" y="1108301"/>
                </a:lnTo>
                <a:lnTo>
                  <a:pt x="1033677" y="1108372"/>
                </a:lnTo>
                <a:lnTo>
                  <a:pt x="1033846" y="1108435"/>
                </a:lnTo>
                <a:lnTo>
                  <a:pt x="1034015" y="1108506"/>
                </a:lnTo>
                <a:lnTo>
                  <a:pt x="1034193" y="1108568"/>
                </a:lnTo>
                <a:lnTo>
                  <a:pt x="1034362" y="1108630"/>
                </a:lnTo>
                <a:lnTo>
                  <a:pt x="1034531" y="1108693"/>
                </a:lnTo>
                <a:lnTo>
                  <a:pt x="1034709" y="1108764"/>
                </a:lnTo>
                <a:lnTo>
                  <a:pt x="1034878" y="1108826"/>
                </a:lnTo>
                <a:lnTo>
                  <a:pt x="1035056" y="1108888"/>
                </a:lnTo>
                <a:lnTo>
                  <a:pt x="1035225" y="1108951"/>
                </a:lnTo>
                <a:lnTo>
                  <a:pt x="1035394" y="1109013"/>
                </a:lnTo>
                <a:lnTo>
                  <a:pt x="1035572" y="1109075"/>
                </a:lnTo>
                <a:lnTo>
                  <a:pt x="1035741" y="1109129"/>
                </a:lnTo>
                <a:lnTo>
                  <a:pt x="1035910" y="1109191"/>
                </a:lnTo>
                <a:lnTo>
                  <a:pt x="1036088" y="1109253"/>
                </a:lnTo>
                <a:lnTo>
                  <a:pt x="1036257" y="1109307"/>
                </a:lnTo>
                <a:lnTo>
                  <a:pt x="1036426" y="1109369"/>
                </a:lnTo>
                <a:lnTo>
                  <a:pt x="1036604" y="1109422"/>
                </a:lnTo>
                <a:lnTo>
                  <a:pt x="1036773" y="1109484"/>
                </a:lnTo>
                <a:lnTo>
                  <a:pt x="1036951" y="1109538"/>
                </a:lnTo>
                <a:lnTo>
                  <a:pt x="1037120" y="1109591"/>
                </a:lnTo>
                <a:lnTo>
                  <a:pt x="1037289" y="1109654"/>
                </a:lnTo>
                <a:lnTo>
                  <a:pt x="1037467" y="1109707"/>
                </a:lnTo>
                <a:lnTo>
                  <a:pt x="1037636" y="1109760"/>
                </a:lnTo>
                <a:lnTo>
                  <a:pt x="1037805" y="1109814"/>
                </a:lnTo>
                <a:lnTo>
                  <a:pt x="1037983" y="1109867"/>
                </a:lnTo>
                <a:lnTo>
                  <a:pt x="1038152" y="1109920"/>
                </a:lnTo>
                <a:lnTo>
                  <a:pt x="1038321" y="1109974"/>
                </a:lnTo>
                <a:lnTo>
                  <a:pt x="1038499" y="1110027"/>
                </a:lnTo>
                <a:lnTo>
                  <a:pt x="1038668" y="1110072"/>
                </a:lnTo>
                <a:lnTo>
                  <a:pt x="1038837" y="1110125"/>
                </a:lnTo>
                <a:lnTo>
                  <a:pt x="1039015" y="1110178"/>
                </a:lnTo>
                <a:lnTo>
                  <a:pt x="1039184" y="1110223"/>
                </a:lnTo>
                <a:lnTo>
                  <a:pt x="1039362" y="1110276"/>
                </a:lnTo>
                <a:lnTo>
                  <a:pt x="1039531" y="1110330"/>
                </a:lnTo>
                <a:lnTo>
                  <a:pt x="1039700" y="1110374"/>
                </a:lnTo>
                <a:lnTo>
                  <a:pt x="1039878" y="1110419"/>
                </a:lnTo>
                <a:lnTo>
                  <a:pt x="1040047" y="1110472"/>
                </a:lnTo>
                <a:lnTo>
                  <a:pt x="1040216" y="1110517"/>
                </a:lnTo>
                <a:lnTo>
                  <a:pt x="1040394" y="1110561"/>
                </a:lnTo>
                <a:lnTo>
                  <a:pt x="1040563" y="1110614"/>
                </a:lnTo>
                <a:lnTo>
                  <a:pt x="1040732" y="1110659"/>
                </a:lnTo>
                <a:lnTo>
                  <a:pt x="1040910" y="1110703"/>
                </a:lnTo>
                <a:lnTo>
                  <a:pt x="1041079" y="1110748"/>
                </a:lnTo>
                <a:lnTo>
                  <a:pt x="1041257" y="1110792"/>
                </a:lnTo>
                <a:lnTo>
                  <a:pt x="1041426" y="1110837"/>
                </a:lnTo>
                <a:lnTo>
                  <a:pt x="1041595" y="1110881"/>
                </a:lnTo>
                <a:lnTo>
                  <a:pt x="1041773" y="1110926"/>
                </a:lnTo>
                <a:lnTo>
                  <a:pt x="1041942" y="1110961"/>
                </a:lnTo>
                <a:lnTo>
                  <a:pt x="1042111" y="1111006"/>
                </a:lnTo>
                <a:lnTo>
                  <a:pt x="1042289" y="1111050"/>
                </a:lnTo>
                <a:lnTo>
                  <a:pt x="1042458" y="1111086"/>
                </a:lnTo>
                <a:lnTo>
                  <a:pt x="1042627" y="1111130"/>
                </a:lnTo>
                <a:lnTo>
                  <a:pt x="1042805" y="1111175"/>
                </a:lnTo>
                <a:lnTo>
                  <a:pt x="1042974" y="1111210"/>
                </a:lnTo>
                <a:lnTo>
                  <a:pt x="1043152" y="1111255"/>
                </a:lnTo>
                <a:lnTo>
                  <a:pt x="1043320" y="1111290"/>
                </a:lnTo>
                <a:lnTo>
                  <a:pt x="1043490" y="1111335"/>
                </a:lnTo>
                <a:lnTo>
                  <a:pt x="1043667" y="1111371"/>
                </a:lnTo>
                <a:lnTo>
                  <a:pt x="1043837" y="1111406"/>
                </a:lnTo>
                <a:lnTo>
                  <a:pt x="1044006" y="1111442"/>
                </a:lnTo>
                <a:lnTo>
                  <a:pt x="1044184" y="1111486"/>
                </a:lnTo>
                <a:lnTo>
                  <a:pt x="1044352" y="1111522"/>
                </a:lnTo>
                <a:lnTo>
                  <a:pt x="1044522" y="1111557"/>
                </a:lnTo>
                <a:lnTo>
                  <a:pt x="1044699" y="1111593"/>
                </a:lnTo>
                <a:lnTo>
                  <a:pt x="1044869" y="1111629"/>
                </a:lnTo>
                <a:lnTo>
                  <a:pt x="1045046" y="1111664"/>
                </a:lnTo>
                <a:lnTo>
                  <a:pt x="1045215" y="1111700"/>
                </a:lnTo>
                <a:lnTo>
                  <a:pt x="1045385" y="1111735"/>
                </a:lnTo>
                <a:lnTo>
                  <a:pt x="1045562" y="1111771"/>
                </a:lnTo>
                <a:lnTo>
                  <a:pt x="1045731" y="1111807"/>
                </a:lnTo>
                <a:lnTo>
                  <a:pt x="1045900" y="1111842"/>
                </a:lnTo>
                <a:lnTo>
                  <a:pt x="1046078" y="1111878"/>
                </a:lnTo>
                <a:lnTo>
                  <a:pt x="1046247" y="1111904"/>
                </a:lnTo>
                <a:lnTo>
                  <a:pt x="1046417" y="1111940"/>
                </a:lnTo>
                <a:lnTo>
                  <a:pt x="1046594" y="1111976"/>
                </a:lnTo>
                <a:lnTo>
                  <a:pt x="1046764" y="1112002"/>
                </a:lnTo>
                <a:lnTo>
                  <a:pt x="1046932" y="1112038"/>
                </a:lnTo>
                <a:lnTo>
                  <a:pt x="1047110" y="1112064"/>
                </a:lnTo>
                <a:lnTo>
                  <a:pt x="1047279" y="1112100"/>
                </a:lnTo>
                <a:lnTo>
                  <a:pt x="1047457" y="1112127"/>
                </a:lnTo>
                <a:lnTo>
                  <a:pt x="1047626" y="1112162"/>
                </a:lnTo>
                <a:lnTo>
                  <a:pt x="1047795" y="1112189"/>
                </a:lnTo>
                <a:lnTo>
                  <a:pt x="1047973" y="1112225"/>
                </a:lnTo>
                <a:lnTo>
                  <a:pt x="1048142" y="1112251"/>
                </a:lnTo>
                <a:lnTo>
                  <a:pt x="1048311" y="1112278"/>
                </a:lnTo>
                <a:lnTo>
                  <a:pt x="1048489" y="1112314"/>
                </a:lnTo>
                <a:lnTo>
                  <a:pt x="1048658" y="1112340"/>
                </a:lnTo>
                <a:lnTo>
                  <a:pt x="1048827" y="1112367"/>
                </a:lnTo>
                <a:lnTo>
                  <a:pt x="1049005" y="1112394"/>
                </a:lnTo>
                <a:lnTo>
                  <a:pt x="1049174" y="1112429"/>
                </a:lnTo>
                <a:lnTo>
                  <a:pt x="1049352" y="1112456"/>
                </a:lnTo>
                <a:lnTo>
                  <a:pt x="1049521" y="1112483"/>
                </a:lnTo>
                <a:lnTo>
                  <a:pt x="1049690" y="1112509"/>
                </a:lnTo>
                <a:lnTo>
                  <a:pt x="1049868" y="1112536"/>
                </a:lnTo>
                <a:lnTo>
                  <a:pt x="1050037" y="1112563"/>
                </a:lnTo>
                <a:lnTo>
                  <a:pt x="1050206" y="1112589"/>
                </a:lnTo>
                <a:lnTo>
                  <a:pt x="1050384" y="1112616"/>
                </a:lnTo>
                <a:lnTo>
                  <a:pt x="1050553" y="1112643"/>
                </a:lnTo>
                <a:lnTo>
                  <a:pt x="1050722" y="1112669"/>
                </a:lnTo>
                <a:lnTo>
                  <a:pt x="1050900" y="1112687"/>
                </a:lnTo>
                <a:lnTo>
                  <a:pt x="1051069" y="1112714"/>
                </a:lnTo>
                <a:lnTo>
                  <a:pt x="1051247" y="1112741"/>
                </a:lnTo>
                <a:lnTo>
                  <a:pt x="1051416" y="1112767"/>
                </a:lnTo>
                <a:lnTo>
                  <a:pt x="1051585" y="1112785"/>
                </a:lnTo>
                <a:lnTo>
                  <a:pt x="1051763" y="1112812"/>
                </a:lnTo>
                <a:lnTo>
                  <a:pt x="1051932" y="1112838"/>
                </a:lnTo>
                <a:lnTo>
                  <a:pt x="1052101" y="1112856"/>
                </a:lnTo>
                <a:lnTo>
                  <a:pt x="1052279" y="1112883"/>
                </a:lnTo>
                <a:lnTo>
                  <a:pt x="1052448" y="1112910"/>
                </a:lnTo>
                <a:lnTo>
                  <a:pt x="1052617" y="1112927"/>
                </a:lnTo>
                <a:lnTo>
                  <a:pt x="1052795" y="1112954"/>
                </a:lnTo>
                <a:lnTo>
                  <a:pt x="1052964" y="1112972"/>
                </a:lnTo>
                <a:lnTo>
                  <a:pt x="1053142" y="1112999"/>
                </a:lnTo>
                <a:lnTo>
                  <a:pt x="1053311" y="1113016"/>
                </a:lnTo>
                <a:lnTo>
                  <a:pt x="1053480" y="1113043"/>
                </a:lnTo>
                <a:lnTo>
                  <a:pt x="1053658" y="1113061"/>
                </a:lnTo>
                <a:lnTo>
                  <a:pt x="1053827" y="1113079"/>
                </a:lnTo>
                <a:lnTo>
                  <a:pt x="1053996" y="1113105"/>
                </a:lnTo>
                <a:lnTo>
                  <a:pt x="1054174" y="1113123"/>
                </a:lnTo>
                <a:lnTo>
                  <a:pt x="1054343" y="1113141"/>
                </a:lnTo>
                <a:lnTo>
                  <a:pt x="1054512" y="1113168"/>
                </a:lnTo>
                <a:lnTo>
                  <a:pt x="1054690" y="1113185"/>
                </a:lnTo>
                <a:lnTo>
                  <a:pt x="1054859" y="1113203"/>
                </a:lnTo>
                <a:lnTo>
                  <a:pt x="1055028" y="1113221"/>
                </a:lnTo>
                <a:lnTo>
                  <a:pt x="1055206" y="1113248"/>
                </a:lnTo>
                <a:lnTo>
                  <a:pt x="1055375" y="1113265"/>
                </a:lnTo>
                <a:lnTo>
                  <a:pt x="1055553" y="1113283"/>
                </a:lnTo>
                <a:lnTo>
                  <a:pt x="1055722" y="1113301"/>
                </a:lnTo>
                <a:lnTo>
                  <a:pt x="1055891" y="1113319"/>
                </a:lnTo>
                <a:lnTo>
                  <a:pt x="1056069" y="1113337"/>
                </a:lnTo>
                <a:lnTo>
                  <a:pt x="1056238" y="1113355"/>
                </a:lnTo>
                <a:lnTo>
                  <a:pt x="1056407" y="1113372"/>
                </a:lnTo>
                <a:lnTo>
                  <a:pt x="1056585" y="1113390"/>
                </a:lnTo>
                <a:lnTo>
                  <a:pt x="1056754" y="1113408"/>
                </a:lnTo>
                <a:lnTo>
                  <a:pt x="1056923" y="1113426"/>
                </a:lnTo>
                <a:lnTo>
                  <a:pt x="1057101" y="1113443"/>
                </a:lnTo>
                <a:lnTo>
                  <a:pt x="1057270" y="1113461"/>
                </a:lnTo>
                <a:lnTo>
                  <a:pt x="1057448" y="1113479"/>
                </a:lnTo>
                <a:lnTo>
                  <a:pt x="1057617" y="1113497"/>
                </a:lnTo>
                <a:lnTo>
                  <a:pt x="1057786" y="1113515"/>
                </a:lnTo>
                <a:lnTo>
                  <a:pt x="1057964" y="1113532"/>
                </a:lnTo>
                <a:lnTo>
                  <a:pt x="1058133" y="1113541"/>
                </a:lnTo>
                <a:lnTo>
                  <a:pt x="1058302" y="1113559"/>
                </a:lnTo>
                <a:lnTo>
                  <a:pt x="1058480" y="1113577"/>
                </a:lnTo>
                <a:lnTo>
                  <a:pt x="1058649" y="1113595"/>
                </a:lnTo>
                <a:lnTo>
                  <a:pt x="1058818" y="1113612"/>
                </a:lnTo>
                <a:lnTo>
                  <a:pt x="1058996" y="1113621"/>
                </a:lnTo>
                <a:lnTo>
                  <a:pt x="1059165" y="1113639"/>
                </a:lnTo>
                <a:lnTo>
                  <a:pt x="1059343" y="1113657"/>
                </a:lnTo>
                <a:lnTo>
                  <a:pt x="1059512" y="1113666"/>
                </a:lnTo>
                <a:lnTo>
                  <a:pt x="1059681" y="1113684"/>
                </a:lnTo>
                <a:lnTo>
                  <a:pt x="1059859" y="1113701"/>
                </a:lnTo>
                <a:lnTo>
                  <a:pt x="1060028" y="1113710"/>
                </a:lnTo>
                <a:lnTo>
                  <a:pt x="1060197" y="1113728"/>
                </a:lnTo>
                <a:lnTo>
                  <a:pt x="1060375" y="1113737"/>
                </a:lnTo>
                <a:lnTo>
                  <a:pt x="1060544" y="1113755"/>
                </a:lnTo>
                <a:lnTo>
                  <a:pt x="1060713" y="1113773"/>
                </a:lnTo>
                <a:lnTo>
                  <a:pt x="1060891" y="1113782"/>
                </a:lnTo>
                <a:lnTo>
                  <a:pt x="1061060" y="1113799"/>
                </a:lnTo>
                <a:lnTo>
                  <a:pt x="1061238" y="1113808"/>
                </a:lnTo>
                <a:lnTo>
                  <a:pt x="1061407" y="1113826"/>
                </a:lnTo>
                <a:lnTo>
                  <a:pt x="1061576" y="1113835"/>
                </a:lnTo>
                <a:lnTo>
                  <a:pt x="1061754" y="1113853"/>
                </a:lnTo>
                <a:lnTo>
                  <a:pt x="1061923" y="1113862"/>
                </a:lnTo>
                <a:lnTo>
                  <a:pt x="1062092" y="1113870"/>
                </a:lnTo>
                <a:lnTo>
                  <a:pt x="1062270" y="1113888"/>
                </a:lnTo>
                <a:lnTo>
                  <a:pt x="1062439" y="1113897"/>
                </a:lnTo>
                <a:lnTo>
                  <a:pt x="1062608" y="1113915"/>
                </a:lnTo>
                <a:lnTo>
                  <a:pt x="1062786" y="1113924"/>
                </a:lnTo>
                <a:lnTo>
                  <a:pt x="1062955" y="1113933"/>
                </a:lnTo>
                <a:lnTo>
                  <a:pt x="1063124" y="1113951"/>
                </a:lnTo>
                <a:lnTo>
                  <a:pt x="1063302" y="1113959"/>
                </a:lnTo>
                <a:lnTo>
                  <a:pt x="1063471" y="1113968"/>
                </a:lnTo>
                <a:lnTo>
                  <a:pt x="1063649" y="1113977"/>
                </a:lnTo>
                <a:lnTo>
                  <a:pt x="1063818" y="1113995"/>
                </a:lnTo>
                <a:lnTo>
                  <a:pt x="1063987" y="1114004"/>
                </a:lnTo>
                <a:lnTo>
                  <a:pt x="1064165" y="1114013"/>
                </a:lnTo>
                <a:lnTo>
                  <a:pt x="1064334" y="1114022"/>
                </a:lnTo>
                <a:lnTo>
                  <a:pt x="1064503" y="1114039"/>
                </a:lnTo>
                <a:lnTo>
                  <a:pt x="1064681" y="1114048"/>
                </a:lnTo>
                <a:lnTo>
                  <a:pt x="1064850" y="1114057"/>
                </a:lnTo>
                <a:lnTo>
                  <a:pt x="1065019" y="1114066"/>
                </a:lnTo>
                <a:lnTo>
                  <a:pt x="1065197" y="1114075"/>
                </a:lnTo>
                <a:lnTo>
                  <a:pt x="1065366" y="1114084"/>
                </a:lnTo>
                <a:lnTo>
                  <a:pt x="1065544" y="1114102"/>
                </a:lnTo>
                <a:lnTo>
                  <a:pt x="1065713" y="1114111"/>
                </a:lnTo>
                <a:lnTo>
                  <a:pt x="1065882" y="1114120"/>
                </a:lnTo>
                <a:lnTo>
                  <a:pt x="1066060" y="1114129"/>
                </a:lnTo>
                <a:lnTo>
                  <a:pt x="1066229" y="1114137"/>
                </a:lnTo>
                <a:lnTo>
                  <a:pt x="1066398" y="1114146"/>
                </a:lnTo>
                <a:lnTo>
                  <a:pt x="1066576" y="1114155"/>
                </a:lnTo>
                <a:lnTo>
                  <a:pt x="1066745" y="1114164"/>
                </a:lnTo>
                <a:lnTo>
                  <a:pt x="1066914" y="1114173"/>
                </a:lnTo>
                <a:lnTo>
                  <a:pt x="1067092" y="1114182"/>
                </a:lnTo>
                <a:lnTo>
                  <a:pt x="1067261" y="1114191"/>
                </a:lnTo>
                <a:lnTo>
                  <a:pt x="1067439" y="1114200"/>
                </a:lnTo>
                <a:lnTo>
                  <a:pt x="1067608" y="1114209"/>
                </a:lnTo>
                <a:lnTo>
                  <a:pt x="1067777" y="1114217"/>
                </a:lnTo>
                <a:lnTo>
                  <a:pt x="1067955" y="1114226"/>
                </a:lnTo>
                <a:lnTo>
                  <a:pt x="1068124" y="1114235"/>
                </a:lnTo>
                <a:lnTo>
                  <a:pt x="1068293" y="1114244"/>
                </a:lnTo>
                <a:lnTo>
                  <a:pt x="1068471" y="1114253"/>
                </a:lnTo>
                <a:lnTo>
                  <a:pt x="1068640" y="1114262"/>
                </a:lnTo>
                <a:lnTo>
                  <a:pt x="1068809" y="1114271"/>
                </a:lnTo>
                <a:lnTo>
                  <a:pt x="1068987" y="1114280"/>
                </a:lnTo>
                <a:lnTo>
                  <a:pt x="1069156" y="1114289"/>
                </a:lnTo>
                <a:lnTo>
                  <a:pt x="1069334" y="1114297"/>
                </a:lnTo>
                <a:lnTo>
                  <a:pt x="1069503" y="1114297"/>
                </a:lnTo>
                <a:lnTo>
                  <a:pt x="1069672" y="1114306"/>
                </a:lnTo>
                <a:lnTo>
                  <a:pt x="1069850" y="1114315"/>
                </a:lnTo>
                <a:lnTo>
                  <a:pt x="1070019" y="1114324"/>
                </a:lnTo>
                <a:lnTo>
                  <a:pt x="1070188" y="1114333"/>
                </a:lnTo>
                <a:lnTo>
                  <a:pt x="1070366" y="1114342"/>
                </a:lnTo>
                <a:lnTo>
                  <a:pt x="1070535" y="1114342"/>
                </a:lnTo>
                <a:lnTo>
                  <a:pt x="1070704" y="1114351"/>
                </a:lnTo>
                <a:lnTo>
                  <a:pt x="1070882" y="1114360"/>
                </a:lnTo>
                <a:lnTo>
                  <a:pt x="1071051" y="1114369"/>
                </a:lnTo>
                <a:lnTo>
                  <a:pt x="1071220" y="1114378"/>
                </a:lnTo>
                <a:lnTo>
                  <a:pt x="1071398" y="1114378"/>
                </a:lnTo>
                <a:lnTo>
                  <a:pt x="1071567" y="1114386"/>
                </a:lnTo>
                <a:lnTo>
                  <a:pt x="1071745" y="1114395"/>
                </a:lnTo>
                <a:lnTo>
                  <a:pt x="1071914" y="1114404"/>
                </a:lnTo>
                <a:lnTo>
                  <a:pt x="1072083" y="1114404"/>
                </a:lnTo>
                <a:lnTo>
                  <a:pt x="1072261" y="1114413"/>
                </a:lnTo>
                <a:lnTo>
                  <a:pt x="1072430" y="1114422"/>
                </a:lnTo>
                <a:lnTo>
                  <a:pt x="1072599" y="1114422"/>
                </a:lnTo>
                <a:lnTo>
                  <a:pt x="1072777" y="1114431"/>
                </a:lnTo>
                <a:lnTo>
                  <a:pt x="1072946" y="1114440"/>
                </a:lnTo>
                <a:lnTo>
                  <a:pt x="1073115" y="1114449"/>
                </a:lnTo>
                <a:lnTo>
                  <a:pt x="1073293" y="1114449"/>
                </a:lnTo>
                <a:lnTo>
                  <a:pt x="1073462" y="1114458"/>
                </a:lnTo>
                <a:lnTo>
                  <a:pt x="1073640" y="1114467"/>
                </a:lnTo>
                <a:lnTo>
                  <a:pt x="1073809" y="1114467"/>
                </a:lnTo>
                <a:lnTo>
                  <a:pt x="1073978" y="1114475"/>
                </a:lnTo>
                <a:lnTo>
                  <a:pt x="1074156" y="1114475"/>
                </a:lnTo>
                <a:lnTo>
                  <a:pt x="1074325" y="1114484"/>
                </a:lnTo>
                <a:lnTo>
                  <a:pt x="1074494" y="1114493"/>
                </a:lnTo>
                <a:lnTo>
                  <a:pt x="1074672" y="1114493"/>
                </a:lnTo>
                <a:lnTo>
                  <a:pt x="1074841" y="1114502"/>
                </a:lnTo>
                <a:lnTo>
                  <a:pt x="1075010" y="1114511"/>
                </a:lnTo>
                <a:lnTo>
                  <a:pt x="1075188" y="1114511"/>
                </a:lnTo>
                <a:lnTo>
                  <a:pt x="1075357" y="1114520"/>
                </a:lnTo>
                <a:lnTo>
                  <a:pt x="1075535" y="1114520"/>
                </a:lnTo>
                <a:lnTo>
                  <a:pt x="1075704" y="1114529"/>
                </a:lnTo>
                <a:lnTo>
                  <a:pt x="1075873" y="1114529"/>
                </a:lnTo>
                <a:lnTo>
                  <a:pt x="1076051" y="1114538"/>
                </a:lnTo>
                <a:lnTo>
                  <a:pt x="1076220" y="1114547"/>
                </a:lnTo>
                <a:lnTo>
                  <a:pt x="1076389" y="1114547"/>
                </a:lnTo>
                <a:lnTo>
                  <a:pt x="1076567" y="1114556"/>
                </a:lnTo>
                <a:lnTo>
                  <a:pt x="1076736" y="1114556"/>
                </a:lnTo>
                <a:lnTo>
                  <a:pt x="1076905" y="1114564"/>
                </a:lnTo>
                <a:lnTo>
                  <a:pt x="1077083" y="1114564"/>
                </a:lnTo>
                <a:lnTo>
                  <a:pt x="1077252" y="1114573"/>
                </a:lnTo>
                <a:lnTo>
                  <a:pt x="1077430" y="1114573"/>
                </a:lnTo>
                <a:lnTo>
                  <a:pt x="1077599" y="1114582"/>
                </a:lnTo>
                <a:lnTo>
                  <a:pt x="1077768" y="1114582"/>
                </a:lnTo>
                <a:lnTo>
                  <a:pt x="1077946" y="1114591"/>
                </a:lnTo>
                <a:lnTo>
                  <a:pt x="1078115" y="1114591"/>
                </a:lnTo>
                <a:lnTo>
                  <a:pt x="1078284" y="1114600"/>
                </a:lnTo>
                <a:lnTo>
                  <a:pt x="1078461" y="1114600"/>
                </a:lnTo>
                <a:lnTo>
                  <a:pt x="1078631" y="1114609"/>
                </a:lnTo>
                <a:lnTo>
                  <a:pt x="1078800" y="1114609"/>
                </a:lnTo>
                <a:lnTo>
                  <a:pt x="1078978" y="1114609"/>
                </a:lnTo>
                <a:lnTo>
                  <a:pt x="1079147" y="1114618"/>
                </a:lnTo>
                <a:lnTo>
                  <a:pt x="1079316" y="1114618"/>
                </a:lnTo>
                <a:lnTo>
                  <a:pt x="1079494" y="1114627"/>
                </a:lnTo>
                <a:lnTo>
                  <a:pt x="1079663" y="1114627"/>
                </a:lnTo>
                <a:lnTo>
                  <a:pt x="1079840" y="1114636"/>
                </a:lnTo>
                <a:lnTo>
                  <a:pt x="1080010" y="1114636"/>
                </a:lnTo>
                <a:lnTo>
                  <a:pt x="1080179" y="1114644"/>
                </a:lnTo>
                <a:lnTo>
                  <a:pt x="1080356" y="1114644"/>
                </a:lnTo>
                <a:lnTo>
                  <a:pt x="1080526" y="1114644"/>
                </a:lnTo>
                <a:lnTo>
                  <a:pt x="1080695" y="1114653"/>
                </a:lnTo>
                <a:lnTo>
                  <a:pt x="1080873" y="1114653"/>
                </a:lnTo>
                <a:lnTo>
                  <a:pt x="1081041" y="1114662"/>
                </a:lnTo>
                <a:lnTo>
                  <a:pt x="1081211" y="1114662"/>
                </a:lnTo>
                <a:lnTo>
                  <a:pt x="1081388" y="1114662"/>
                </a:lnTo>
                <a:lnTo>
                  <a:pt x="1081558" y="1114671"/>
                </a:lnTo>
                <a:lnTo>
                  <a:pt x="1081735" y="1114671"/>
                </a:lnTo>
                <a:lnTo>
                  <a:pt x="1081905" y="1114671"/>
                </a:lnTo>
                <a:lnTo>
                  <a:pt x="1082074" y="1114680"/>
                </a:lnTo>
                <a:lnTo>
                  <a:pt x="1082251" y="1114680"/>
                </a:lnTo>
                <a:lnTo>
                  <a:pt x="1082420" y="1114680"/>
                </a:lnTo>
                <a:lnTo>
                  <a:pt x="1082589" y="1114689"/>
                </a:lnTo>
                <a:lnTo>
                  <a:pt x="1082767" y="1114689"/>
                </a:lnTo>
                <a:lnTo>
                  <a:pt x="1082936" y="1114698"/>
                </a:lnTo>
                <a:lnTo>
                  <a:pt x="1083106" y="1114698"/>
                </a:lnTo>
                <a:lnTo>
                  <a:pt x="1083283" y="1114698"/>
                </a:lnTo>
                <a:lnTo>
                  <a:pt x="1083452" y="1114707"/>
                </a:lnTo>
                <a:lnTo>
                  <a:pt x="1083630" y="1114707"/>
                </a:lnTo>
                <a:lnTo>
                  <a:pt x="1083799" y="1114707"/>
                </a:lnTo>
                <a:lnTo>
                  <a:pt x="1083968" y="1114707"/>
                </a:lnTo>
                <a:lnTo>
                  <a:pt x="1084146" y="1114716"/>
                </a:lnTo>
                <a:lnTo>
                  <a:pt x="1084315" y="1114716"/>
                </a:lnTo>
                <a:lnTo>
                  <a:pt x="1084484" y="1114716"/>
                </a:lnTo>
                <a:lnTo>
                  <a:pt x="1084662" y="1114725"/>
                </a:lnTo>
                <a:lnTo>
                  <a:pt x="1084831" y="1114725"/>
                </a:lnTo>
                <a:lnTo>
                  <a:pt x="1085000" y="1114725"/>
                </a:lnTo>
                <a:lnTo>
                  <a:pt x="1085178" y="1114733"/>
                </a:lnTo>
                <a:lnTo>
                  <a:pt x="1085347" y="1114733"/>
                </a:lnTo>
                <a:lnTo>
                  <a:pt x="1085525" y="1114733"/>
                </a:lnTo>
                <a:lnTo>
                  <a:pt x="1085694" y="1114733"/>
                </a:lnTo>
                <a:lnTo>
                  <a:pt x="1085863" y="1114742"/>
                </a:lnTo>
                <a:lnTo>
                  <a:pt x="1086041" y="1114742"/>
                </a:lnTo>
                <a:lnTo>
                  <a:pt x="1086210" y="1114742"/>
                </a:lnTo>
                <a:lnTo>
                  <a:pt x="1086379" y="1114751"/>
                </a:lnTo>
                <a:lnTo>
                  <a:pt x="1086557" y="1114751"/>
                </a:lnTo>
                <a:lnTo>
                  <a:pt x="1086726" y="1114751"/>
                </a:lnTo>
                <a:lnTo>
                  <a:pt x="1086895" y="1114751"/>
                </a:lnTo>
                <a:lnTo>
                  <a:pt x="1087073" y="1114760"/>
                </a:lnTo>
                <a:lnTo>
                  <a:pt x="1087242" y="1114760"/>
                </a:lnTo>
                <a:lnTo>
                  <a:pt x="1087411" y="1114760"/>
                </a:lnTo>
                <a:lnTo>
                  <a:pt x="1087589" y="1114760"/>
                </a:lnTo>
                <a:lnTo>
                  <a:pt x="1087758" y="1114769"/>
                </a:lnTo>
                <a:lnTo>
                  <a:pt x="1087936" y="1114769"/>
                </a:lnTo>
                <a:lnTo>
                  <a:pt x="1088105" y="1114769"/>
                </a:lnTo>
                <a:lnTo>
                  <a:pt x="1088274" y="1114769"/>
                </a:lnTo>
                <a:lnTo>
                  <a:pt x="1088452" y="1114769"/>
                </a:lnTo>
                <a:lnTo>
                  <a:pt x="1088621" y="1114778"/>
                </a:lnTo>
                <a:lnTo>
                  <a:pt x="1088790" y="1114778"/>
                </a:lnTo>
                <a:lnTo>
                  <a:pt x="1088968" y="1114778"/>
                </a:lnTo>
                <a:lnTo>
                  <a:pt x="1089137" y="1114778"/>
                </a:lnTo>
                <a:lnTo>
                  <a:pt x="1089306" y="1114787"/>
                </a:lnTo>
                <a:lnTo>
                  <a:pt x="1089484" y="1114787"/>
                </a:lnTo>
                <a:lnTo>
                  <a:pt x="1089653" y="1114787"/>
                </a:lnTo>
                <a:lnTo>
                  <a:pt x="1089831" y="1114787"/>
                </a:lnTo>
                <a:lnTo>
                  <a:pt x="1090000" y="1114787"/>
                </a:lnTo>
                <a:lnTo>
                  <a:pt x="1090169" y="1114796"/>
                </a:lnTo>
                <a:lnTo>
                  <a:pt x="1090347" y="1114796"/>
                </a:lnTo>
                <a:lnTo>
                  <a:pt x="1090516" y="1114796"/>
                </a:lnTo>
                <a:lnTo>
                  <a:pt x="1090685" y="1114796"/>
                </a:lnTo>
                <a:lnTo>
                  <a:pt x="1090863" y="1114796"/>
                </a:lnTo>
                <a:lnTo>
                  <a:pt x="1091032" y="1114805"/>
                </a:lnTo>
                <a:lnTo>
                  <a:pt x="1091201" y="1114805"/>
                </a:lnTo>
                <a:lnTo>
                  <a:pt x="1091379" y="1114805"/>
                </a:lnTo>
                <a:lnTo>
                  <a:pt x="1091548" y="1114805"/>
                </a:lnTo>
                <a:lnTo>
                  <a:pt x="1091726" y="1114805"/>
                </a:lnTo>
                <a:lnTo>
                  <a:pt x="1091895" y="1114813"/>
                </a:lnTo>
                <a:lnTo>
                  <a:pt x="1092064" y="1114813"/>
                </a:lnTo>
                <a:lnTo>
                  <a:pt x="1092242" y="1114813"/>
                </a:lnTo>
                <a:lnTo>
                  <a:pt x="1092411" y="1114813"/>
                </a:lnTo>
                <a:lnTo>
                  <a:pt x="1092580" y="1114813"/>
                </a:lnTo>
                <a:lnTo>
                  <a:pt x="1092758" y="1114813"/>
                </a:lnTo>
                <a:lnTo>
                  <a:pt x="1092927" y="1114822"/>
                </a:lnTo>
                <a:lnTo>
                  <a:pt x="1093096" y="1114822"/>
                </a:lnTo>
                <a:lnTo>
                  <a:pt x="1093274" y="1114822"/>
                </a:lnTo>
                <a:lnTo>
                  <a:pt x="1093443" y="1114822"/>
                </a:lnTo>
                <a:lnTo>
                  <a:pt x="1093621" y="1114822"/>
                </a:lnTo>
                <a:lnTo>
                  <a:pt x="1093790" y="1114822"/>
                </a:lnTo>
                <a:lnTo>
                  <a:pt x="1093959" y="1114822"/>
                </a:lnTo>
                <a:lnTo>
                  <a:pt x="1094137" y="1114831"/>
                </a:lnTo>
                <a:lnTo>
                  <a:pt x="1094306" y="1114831"/>
                </a:lnTo>
                <a:lnTo>
                  <a:pt x="1094475" y="1114831"/>
                </a:lnTo>
                <a:lnTo>
                  <a:pt x="1094653" y="1114831"/>
                </a:lnTo>
                <a:lnTo>
                  <a:pt x="1094822" y="1114831"/>
                </a:lnTo>
                <a:lnTo>
                  <a:pt x="1094991" y="1114831"/>
                </a:lnTo>
                <a:lnTo>
                  <a:pt x="1095169" y="1114831"/>
                </a:lnTo>
                <a:lnTo>
                  <a:pt x="1095338" y="1114840"/>
                </a:lnTo>
                <a:lnTo>
                  <a:pt x="1095507" y="1114840"/>
                </a:lnTo>
                <a:lnTo>
                  <a:pt x="1095685" y="1114840"/>
                </a:lnTo>
                <a:lnTo>
                  <a:pt x="1095854" y="1114840"/>
                </a:lnTo>
                <a:lnTo>
                  <a:pt x="1096032" y="1114840"/>
                </a:lnTo>
                <a:lnTo>
                  <a:pt x="1096201" y="1114840"/>
                </a:lnTo>
                <a:lnTo>
                  <a:pt x="1096370" y="1114840"/>
                </a:lnTo>
                <a:lnTo>
                  <a:pt x="1096548" y="1114849"/>
                </a:lnTo>
                <a:lnTo>
                  <a:pt x="1096717" y="1114849"/>
                </a:lnTo>
                <a:lnTo>
                  <a:pt x="1096886" y="1114849"/>
                </a:lnTo>
                <a:lnTo>
                  <a:pt x="1097064" y="1114849"/>
                </a:lnTo>
                <a:lnTo>
                  <a:pt x="1097233" y="1114849"/>
                </a:lnTo>
                <a:lnTo>
                  <a:pt x="1097402" y="1114849"/>
                </a:lnTo>
                <a:lnTo>
                  <a:pt x="1097580" y="1114849"/>
                </a:lnTo>
                <a:lnTo>
                  <a:pt x="1097749" y="1114849"/>
                </a:lnTo>
                <a:lnTo>
                  <a:pt x="1097927" y="1114849"/>
                </a:lnTo>
                <a:lnTo>
                  <a:pt x="1098096" y="1114858"/>
                </a:lnTo>
                <a:lnTo>
                  <a:pt x="1098265" y="1114858"/>
                </a:lnTo>
                <a:lnTo>
                  <a:pt x="1098443" y="1114858"/>
                </a:lnTo>
                <a:lnTo>
                  <a:pt x="1098612" y="1114858"/>
                </a:lnTo>
                <a:lnTo>
                  <a:pt x="1098781" y="1114858"/>
                </a:lnTo>
                <a:lnTo>
                  <a:pt x="1098959" y="1114858"/>
                </a:lnTo>
                <a:lnTo>
                  <a:pt x="1099128" y="1114858"/>
                </a:lnTo>
                <a:lnTo>
                  <a:pt x="1099297" y="1114858"/>
                </a:lnTo>
                <a:lnTo>
                  <a:pt x="1099475" y="1114858"/>
                </a:lnTo>
                <a:lnTo>
                  <a:pt x="1099644" y="1114858"/>
                </a:lnTo>
                <a:lnTo>
                  <a:pt x="1099822" y="1114867"/>
                </a:lnTo>
                <a:lnTo>
                  <a:pt x="1099991" y="1114867"/>
                </a:lnTo>
                <a:lnTo>
                  <a:pt x="1100160" y="1114867"/>
                </a:lnTo>
                <a:lnTo>
                  <a:pt x="1100338" y="1114867"/>
                </a:lnTo>
                <a:lnTo>
                  <a:pt x="1100507" y="1114867"/>
                </a:lnTo>
                <a:lnTo>
                  <a:pt x="1100676" y="1114867"/>
                </a:lnTo>
                <a:lnTo>
                  <a:pt x="1100854" y="1114867"/>
                </a:lnTo>
                <a:lnTo>
                  <a:pt x="1101023" y="1114867"/>
                </a:lnTo>
                <a:lnTo>
                  <a:pt x="1101192" y="1114867"/>
                </a:lnTo>
                <a:lnTo>
                  <a:pt x="1101370" y="1114867"/>
                </a:lnTo>
                <a:lnTo>
                  <a:pt x="1101539" y="1114867"/>
                </a:lnTo>
                <a:lnTo>
                  <a:pt x="1101717" y="1114876"/>
                </a:lnTo>
                <a:lnTo>
                  <a:pt x="1101886" y="1114876"/>
                </a:lnTo>
                <a:lnTo>
                  <a:pt x="1102055" y="1114876"/>
                </a:lnTo>
                <a:lnTo>
                  <a:pt x="1102233" y="1114876"/>
                </a:lnTo>
                <a:lnTo>
                  <a:pt x="1102402" y="1114876"/>
                </a:lnTo>
                <a:lnTo>
                  <a:pt x="1102571" y="1114876"/>
                </a:lnTo>
                <a:lnTo>
                  <a:pt x="1102749" y="1114876"/>
                </a:lnTo>
                <a:lnTo>
                  <a:pt x="1102918" y="1114876"/>
                </a:lnTo>
                <a:lnTo>
                  <a:pt x="1103087" y="1114876"/>
                </a:lnTo>
                <a:lnTo>
                  <a:pt x="1103265" y="1114876"/>
                </a:lnTo>
                <a:lnTo>
                  <a:pt x="1103434" y="1114876"/>
                </a:lnTo>
                <a:lnTo>
                  <a:pt x="1103603" y="1114876"/>
                </a:lnTo>
                <a:lnTo>
                  <a:pt x="1103781" y="1114876"/>
                </a:lnTo>
                <a:lnTo>
                  <a:pt x="1103950" y="1114885"/>
                </a:lnTo>
                <a:lnTo>
                  <a:pt x="1104128" y="1114885"/>
                </a:lnTo>
                <a:lnTo>
                  <a:pt x="1104297" y="1114885"/>
                </a:lnTo>
                <a:lnTo>
                  <a:pt x="1104466" y="1114885"/>
                </a:lnTo>
                <a:lnTo>
                  <a:pt x="1104644" y="1114885"/>
                </a:lnTo>
                <a:lnTo>
                  <a:pt x="1104813" y="1114885"/>
                </a:lnTo>
                <a:lnTo>
                  <a:pt x="1104982" y="1114885"/>
                </a:lnTo>
                <a:lnTo>
                  <a:pt x="1105160" y="1114885"/>
                </a:lnTo>
                <a:lnTo>
                  <a:pt x="1105329" y="1114885"/>
                </a:lnTo>
                <a:lnTo>
                  <a:pt x="1105498" y="1114885"/>
                </a:lnTo>
                <a:lnTo>
                  <a:pt x="1105676" y="1114885"/>
                </a:lnTo>
                <a:lnTo>
                  <a:pt x="1105845" y="1114885"/>
                </a:lnTo>
                <a:lnTo>
                  <a:pt x="1106023" y="1114885"/>
                </a:lnTo>
                <a:lnTo>
                  <a:pt x="1106192" y="1114885"/>
                </a:lnTo>
                <a:lnTo>
                  <a:pt x="1106361" y="1114885"/>
                </a:lnTo>
                <a:lnTo>
                  <a:pt x="1106539" y="1114885"/>
                </a:lnTo>
                <a:lnTo>
                  <a:pt x="1106708" y="1114894"/>
                </a:lnTo>
                <a:lnTo>
                  <a:pt x="1106877" y="1114894"/>
                </a:lnTo>
                <a:lnTo>
                  <a:pt x="1107055" y="1114894"/>
                </a:lnTo>
                <a:lnTo>
                  <a:pt x="1107224" y="1114894"/>
                </a:lnTo>
                <a:lnTo>
                  <a:pt x="1107393" y="1114894"/>
                </a:lnTo>
                <a:lnTo>
                  <a:pt x="1107571" y="1114894"/>
                </a:lnTo>
                <a:lnTo>
                  <a:pt x="1107740" y="1114894"/>
                </a:lnTo>
                <a:lnTo>
                  <a:pt x="1107918" y="1114894"/>
                </a:lnTo>
                <a:lnTo>
                  <a:pt x="1108087" y="1114894"/>
                </a:lnTo>
                <a:lnTo>
                  <a:pt x="1108256" y="1114894"/>
                </a:lnTo>
                <a:lnTo>
                  <a:pt x="1108434" y="1114894"/>
                </a:lnTo>
                <a:lnTo>
                  <a:pt x="1108603" y="1114894"/>
                </a:lnTo>
                <a:lnTo>
                  <a:pt x="1108772" y="1114894"/>
                </a:lnTo>
                <a:lnTo>
                  <a:pt x="1108950" y="1114894"/>
                </a:lnTo>
                <a:lnTo>
                  <a:pt x="1109119" y="1114894"/>
                </a:lnTo>
                <a:lnTo>
                  <a:pt x="1109288" y="1114894"/>
                </a:lnTo>
                <a:lnTo>
                  <a:pt x="1109466" y="1114894"/>
                </a:lnTo>
                <a:lnTo>
                  <a:pt x="1109635" y="1114894"/>
                </a:lnTo>
                <a:lnTo>
                  <a:pt x="1109813" y="1114894"/>
                </a:lnTo>
                <a:lnTo>
                  <a:pt x="1109982" y="1114894"/>
                </a:lnTo>
                <a:lnTo>
                  <a:pt x="1110151" y="1114894"/>
                </a:lnTo>
                <a:lnTo>
                  <a:pt x="1110329" y="1114903"/>
                </a:lnTo>
                <a:lnTo>
                  <a:pt x="1110498" y="1114903"/>
                </a:lnTo>
                <a:lnTo>
                  <a:pt x="1110667" y="1114903"/>
                </a:lnTo>
                <a:lnTo>
                  <a:pt x="1110845" y="1114903"/>
                </a:lnTo>
                <a:lnTo>
                  <a:pt x="1111014" y="1114903"/>
                </a:lnTo>
                <a:lnTo>
                  <a:pt x="1111183" y="1114903"/>
                </a:lnTo>
                <a:lnTo>
                  <a:pt x="1111361" y="1114903"/>
                </a:lnTo>
                <a:lnTo>
                  <a:pt x="1111530" y="1114903"/>
                </a:lnTo>
                <a:lnTo>
                  <a:pt x="1111699" y="1114903"/>
                </a:lnTo>
                <a:lnTo>
                  <a:pt x="1111877" y="1114903"/>
                </a:lnTo>
                <a:lnTo>
                  <a:pt x="1112046" y="1114903"/>
                </a:lnTo>
                <a:lnTo>
                  <a:pt x="1112224" y="1114903"/>
                </a:lnTo>
                <a:lnTo>
                  <a:pt x="1112393" y="1114903"/>
                </a:lnTo>
                <a:lnTo>
                  <a:pt x="1112562" y="1114903"/>
                </a:lnTo>
                <a:lnTo>
                  <a:pt x="1112740" y="1114903"/>
                </a:lnTo>
                <a:lnTo>
                  <a:pt x="1112909" y="1114903"/>
                </a:lnTo>
                <a:lnTo>
                  <a:pt x="1113078" y="1114903"/>
                </a:lnTo>
                <a:lnTo>
                  <a:pt x="1113256" y="1114903"/>
                </a:lnTo>
                <a:lnTo>
                  <a:pt x="1113425" y="1114903"/>
                </a:lnTo>
                <a:lnTo>
                  <a:pt x="1113594" y="1114903"/>
                </a:lnTo>
                <a:lnTo>
                  <a:pt x="1113772" y="1114903"/>
                </a:lnTo>
                <a:lnTo>
                  <a:pt x="1113941" y="1114903"/>
                </a:lnTo>
                <a:lnTo>
                  <a:pt x="1114119" y="1114903"/>
                </a:lnTo>
                <a:lnTo>
                  <a:pt x="1114288" y="1114903"/>
                </a:lnTo>
                <a:lnTo>
                  <a:pt x="1114457" y="1114903"/>
                </a:lnTo>
                <a:lnTo>
                  <a:pt x="1114634" y="1114903"/>
                </a:lnTo>
                <a:lnTo>
                  <a:pt x="1114804" y="1114903"/>
                </a:lnTo>
                <a:lnTo>
                  <a:pt x="1114973" y="1114903"/>
                </a:lnTo>
                <a:lnTo>
                  <a:pt x="1115151" y="1114903"/>
                </a:lnTo>
                <a:lnTo>
                  <a:pt x="1115320" y="1114911"/>
                </a:lnTo>
                <a:lnTo>
                  <a:pt x="1115489" y="1114911"/>
                </a:lnTo>
                <a:lnTo>
                  <a:pt x="1115667" y="1114911"/>
                </a:lnTo>
                <a:lnTo>
                  <a:pt x="1115835" y="1114911"/>
                </a:lnTo>
                <a:lnTo>
                  <a:pt x="1116013" y="1114911"/>
                </a:lnTo>
                <a:lnTo>
                  <a:pt x="1116182" y="1114911"/>
                </a:lnTo>
                <a:lnTo>
                  <a:pt x="1116352" y="1114911"/>
                </a:lnTo>
                <a:lnTo>
                  <a:pt x="1116529" y="1114911"/>
                </a:lnTo>
                <a:lnTo>
                  <a:pt x="1116699" y="1114911"/>
                </a:lnTo>
                <a:lnTo>
                  <a:pt x="1116868" y="1114911"/>
                </a:lnTo>
                <a:lnTo>
                  <a:pt x="1117045" y="1114911"/>
                </a:lnTo>
                <a:lnTo>
                  <a:pt x="1117214" y="1114911"/>
                </a:lnTo>
                <a:lnTo>
                  <a:pt x="1117383" y="1114911"/>
                </a:lnTo>
                <a:lnTo>
                  <a:pt x="1117561" y="1114911"/>
                </a:lnTo>
                <a:lnTo>
                  <a:pt x="1117730" y="1114911"/>
                </a:lnTo>
                <a:lnTo>
                  <a:pt x="1117908" y="1114911"/>
                </a:lnTo>
                <a:lnTo>
                  <a:pt x="1118077" y="1114911"/>
                </a:lnTo>
                <a:lnTo>
                  <a:pt x="1118246" y="1114911"/>
                </a:lnTo>
                <a:lnTo>
                  <a:pt x="1118424" y="1114911"/>
                </a:lnTo>
                <a:lnTo>
                  <a:pt x="1118593" y="1114911"/>
                </a:lnTo>
                <a:lnTo>
                  <a:pt x="1118762" y="1114911"/>
                </a:lnTo>
                <a:lnTo>
                  <a:pt x="1118940" y="1114911"/>
                </a:lnTo>
                <a:lnTo>
                  <a:pt x="1119109" y="1114911"/>
                </a:lnTo>
                <a:lnTo>
                  <a:pt x="1119278" y="1114911"/>
                </a:lnTo>
                <a:lnTo>
                  <a:pt x="1119456" y="1114911"/>
                </a:lnTo>
                <a:lnTo>
                  <a:pt x="1119625" y="1114911"/>
                </a:lnTo>
                <a:lnTo>
                  <a:pt x="1119794" y="1114911"/>
                </a:lnTo>
                <a:lnTo>
                  <a:pt x="1119972" y="1114911"/>
                </a:lnTo>
                <a:lnTo>
                  <a:pt x="1120141" y="1114911"/>
                </a:lnTo>
                <a:lnTo>
                  <a:pt x="1120319" y="1114911"/>
                </a:lnTo>
                <a:lnTo>
                  <a:pt x="1120488" y="1114911"/>
                </a:lnTo>
                <a:lnTo>
                  <a:pt x="1120657" y="1114911"/>
                </a:lnTo>
                <a:lnTo>
                  <a:pt x="1120835" y="1114911"/>
                </a:lnTo>
                <a:lnTo>
                  <a:pt x="1121004" y="1114911"/>
                </a:lnTo>
                <a:lnTo>
                  <a:pt x="1121173" y="1114911"/>
                </a:lnTo>
                <a:lnTo>
                  <a:pt x="1121351" y="1114911"/>
                </a:lnTo>
                <a:lnTo>
                  <a:pt x="1121520" y="1114911"/>
                </a:lnTo>
                <a:lnTo>
                  <a:pt x="1121689" y="1114911"/>
                </a:lnTo>
                <a:lnTo>
                  <a:pt x="1121867" y="1114911"/>
                </a:lnTo>
                <a:lnTo>
                  <a:pt x="1122036" y="1114911"/>
                </a:lnTo>
                <a:lnTo>
                  <a:pt x="1122214" y="1114911"/>
                </a:lnTo>
                <a:lnTo>
                  <a:pt x="1122383" y="1114911"/>
                </a:lnTo>
                <a:lnTo>
                  <a:pt x="1122552" y="1114911"/>
                </a:lnTo>
                <a:lnTo>
                  <a:pt x="1122730" y="1114911"/>
                </a:lnTo>
                <a:lnTo>
                  <a:pt x="1122899" y="1114911"/>
                </a:lnTo>
                <a:lnTo>
                  <a:pt x="1123068" y="1114911"/>
                </a:lnTo>
                <a:lnTo>
                  <a:pt x="1123246" y="1114911"/>
                </a:lnTo>
                <a:lnTo>
                  <a:pt x="1123415" y="1114911"/>
                </a:lnTo>
                <a:lnTo>
                  <a:pt x="1123584" y="1114911"/>
                </a:lnTo>
                <a:lnTo>
                  <a:pt x="1123762" y="1114911"/>
                </a:lnTo>
                <a:lnTo>
                  <a:pt x="1123931" y="1114911"/>
                </a:lnTo>
                <a:lnTo>
                  <a:pt x="1124109" y="1114911"/>
                </a:lnTo>
                <a:lnTo>
                  <a:pt x="1124278" y="1114920"/>
                </a:lnTo>
                <a:lnTo>
                  <a:pt x="1124447" y="1114920"/>
                </a:lnTo>
                <a:lnTo>
                  <a:pt x="1124625" y="1114920"/>
                </a:lnTo>
                <a:lnTo>
                  <a:pt x="1124794" y="1114920"/>
                </a:lnTo>
                <a:lnTo>
                  <a:pt x="1124963" y="1114920"/>
                </a:lnTo>
                <a:lnTo>
                  <a:pt x="1125141" y="1114920"/>
                </a:lnTo>
                <a:lnTo>
                  <a:pt x="1125310" y="1114920"/>
                </a:lnTo>
                <a:lnTo>
                  <a:pt x="1125479" y="1114920"/>
                </a:lnTo>
                <a:lnTo>
                  <a:pt x="1125657" y="1114920"/>
                </a:lnTo>
                <a:lnTo>
                  <a:pt x="1125826" y="1114920"/>
                </a:lnTo>
                <a:lnTo>
                  <a:pt x="1126004" y="1114920"/>
                </a:lnTo>
                <a:lnTo>
                  <a:pt x="1126173" y="1114920"/>
                </a:lnTo>
                <a:lnTo>
                  <a:pt x="1126342" y="1114920"/>
                </a:lnTo>
                <a:lnTo>
                  <a:pt x="1126520" y="1114920"/>
                </a:lnTo>
                <a:lnTo>
                  <a:pt x="1126689" y="1114920"/>
                </a:lnTo>
                <a:lnTo>
                  <a:pt x="1126858" y="1114920"/>
                </a:lnTo>
                <a:lnTo>
                  <a:pt x="1127036" y="1114920"/>
                </a:lnTo>
                <a:lnTo>
                  <a:pt x="1127205" y="1114920"/>
                </a:lnTo>
                <a:lnTo>
                  <a:pt x="1127374" y="1114920"/>
                </a:lnTo>
                <a:lnTo>
                  <a:pt x="1127552" y="1114920"/>
                </a:lnTo>
                <a:lnTo>
                  <a:pt x="1127721" y="1114920"/>
                </a:lnTo>
                <a:lnTo>
                  <a:pt x="1127890" y="1114920"/>
                </a:lnTo>
                <a:lnTo>
                  <a:pt x="1128068" y="1114920"/>
                </a:lnTo>
                <a:lnTo>
                  <a:pt x="1128237" y="1114920"/>
                </a:lnTo>
                <a:lnTo>
                  <a:pt x="1128415" y="1114920"/>
                </a:lnTo>
                <a:lnTo>
                  <a:pt x="1128584" y="1114920"/>
                </a:lnTo>
                <a:lnTo>
                  <a:pt x="1128753" y="1114920"/>
                </a:lnTo>
                <a:lnTo>
                  <a:pt x="1128931" y="1114920"/>
                </a:lnTo>
                <a:lnTo>
                  <a:pt x="1129100" y="1114920"/>
                </a:lnTo>
                <a:lnTo>
                  <a:pt x="1129269" y="1114920"/>
                </a:lnTo>
                <a:lnTo>
                  <a:pt x="1129447" y="1114920"/>
                </a:lnTo>
                <a:lnTo>
                  <a:pt x="1129616" y="1114920"/>
                </a:lnTo>
                <a:lnTo>
                  <a:pt x="1129785" y="1114920"/>
                </a:lnTo>
                <a:lnTo>
                  <a:pt x="1129963" y="1114920"/>
                </a:lnTo>
                <a:lnTo>
                  <a:pt x="1130132" y="1114920"/>
                </a:lnTo>
                <a:lnTo>
                  <a:pt x="1130310" y="1114920"/>
                </a:lnTo>
                <a:lnTo>
                  <a:pt x="1130479" y="1114920"/>
                </a:lnTo>
                <a:lnTo>
                  <a:pt x="1130648" y="1114920"/>
                </a:lnTo>
                <a:lnTo>
                  <a:pt x="1130826" y="1114920"/>
                </a:lnTo>
                <a:lnTo>
                  <a:pt x="1130995" y="1114920"/>
                </a:lnTo>
                <a:lnTo>
                  <a:pt x="1131164" y="1114920"/>
                </a:lnTo>
                <a:lnTo>
                  <a:pt x="1131342" y="1114920"/>
                </a:lnTo>
                <a:lnTo>
                  <a:pt x="1131511" y="1114920"/>
                </a:lnTo>
                <a:lnTo>
                  <a:pt x="1131680" y="1114920"/>
                </a:lnTo>
                <a:lnTo>
                  <a:pt x="1131858" y="1114920"/>
                </a:lnTo>
                <a:lnTo>
                  <a:pt x="1132027" y="1114920"/>
                </a:lnTo>
                <a:lnTo>
                  <a:pt x="1132205" y="1114920"/>
                </a:lnTo>
                <a:lnTo>
                  <a:pt x="1132374" y="1114920"/>
                </a:lnTo>
                <a:lnTo>
                  <a:pt x="1132543" y="1114920"/>
                </a:lnTo>
                <a:lnTo>
                  <a:pt x="1132721" y="1114920"/>
                </a:lnTo>
                <a:lnTo>
                  <a:pt x="1132890" y="1114920"/>
                </a:lnTo>
                <a:lnTo>
                  <a:pt x="1133059" y="1114920"/>
                </a:lnTo>
                <a:lnTo>
                  <a:pt x="1133237" y="1114920"/>
                </a:lnTo>
                <a:lnTo>
                  <a:pt x="1133406" y="1114920"/>
                </a:lnTo>
                <a:lnTo>
                  <a:pt x="1133575" y="1114920"/>
                </a:lnTo>
                <a:lnTo>
                  <a:pt x="1133753" y="1114920"/>
                </a:lnTo>
                <a:lnTo>
                  <a:pt x="1133922" y="1114920"/>
                </a:lnTo>
                <a:lnTo>
                  <a:pt x="1134100" y="1114920"/>
                </a:lnTo>
                <a:lnTo>
                  <a:pt x="1134269" y="1114920"/>
                </a:lnTo>
                <a:lnTo>
                  <a:pt x="1134438" y="1114920"/>
                </a:lnTo>
                <a:lnTo>
                  <a:pt x="1134616" y="1114920"/>
                </a:lnTo>
                <a:lnTo>
                  <a:pt x="1134785" y="1114920"/>
                </a:lnTo>
                <a:lnTo>
                  <a:pt x="1134954" y="1114920"/>
                </a:lnTo>
                <a:lnTo>
                  <a:pt x="1135132" y="1114920"/>
                </a:lnTo>
                <a:lnTo>
                  <a:pt x="1135301" y="1114920"/>
                </a:lnTo>
                <a:lnTo>
                  <a:pt x="1135470" y="1114920"/>
                </a:lnTo>
                <a:lnTo>
                  <a:pt x="1135648" y="1114920"/>
                </a:lnTo>
                <a:lnTo>
                  <a:pt x="1135817" y="1114920"/>
                </a:lnTo>
                <a:lnTo>
                  <a:pt x="1135986" y="1114920"/>
                </a:lnTo>
                <a:lnTo>
                  <a:pt x="1136164" y="1114920"/>
                </a:lnTo>
                <a:lnTo>
                  <a:pt x="1136333" y="1114920"/>
                </a:lnTo>
                <a:lnTo>
                  <a:pt x="1136511" y="1114920"/>
                </a:lnTo>
                <a:lnTo>
                  <a:pt x="1136680" y="1114920"/>
                </a:lnTo>
                <a:lnTo>
                  <a:pt x="1136849" y="1114920"/>
                </a:lnTo>
                <a:lnTo>
                  <a:pt x="1137027" y="1114920"/>
                </a:lnTo>
                <a:lnTo>
                  <a:pt x="1137196" y="1114920"/>
                </a:lnTo>
                <a:lnTo>
                  <a:pt x="1137365" y="1114920"/>
                </a:lnTo>
                <a:lnTo>
                  <a:pt x="1137543" y="1114920"/>
                </a:lnTo>
                <a:lnTo>
                  <a:pt x="1137712" y="1114920"/>
                </a:lnTo>
                <a:lnTo>
                  <a:pt x="1137881" y="1114920"/>
                </a:lnTo>
                <a:lnTo>
                  <a:pt x="1138059" y="1114920"/>
                </a:lnTo>
                <a:lnTo>
                  <a:pt x="1138228" y="1114920"/>
                </a:lnTo>
                <a:lnTo>
                  <a:pt x="1138406" y="1114920"/>
                </a:lnTo>
                <a:lnTo>
                  <a:pt x="1138575" y="1114920"/>
                </a:lnTo>
                <a:lnTo>
                  <a:pt x="1138744" y="1114920"/>
                </a:lnTo>
                <a:lnTo>
                  <a:pt x="1138922" y="1114920"/>
                </a:lnTo>
                <a:lnTo>
                  <a:pt x="1139091" y="1114920"/>
                </a:lnTo>
                <a:lnTo>
                  <a:pt x="1139260" y="1114920"/>
                </a:lnTo>
                <a:lnTo>
                  <a:pt x="1139438" y="1114920"/>
                </a:lnTo>
                <a:lnTo>
                  <a:pt x="1139607" y="1114920"/>
                </a:lnTo>
                <a:lnTo>
                  <a:pt x="1139776" y="1114920"/>
                </a:lnTo>
                <a:lnTo>
                  <a:pt x="1139954" y="1114920"/>
                </a:lnTo>
                <a:lnTo>
                  <a:pt x="1140123" y="1114920"/>
                </a:lnTo>
                <a:lnTo>
                  <a:pt x="1140301" y="1114920"/>
                </a:lnTo>
                <a:lnTo>
                  <a:pt x="1140470" y="1114920"/>
                </a:lnTo>
                <a:lnTo>
                  <a:pt x="1140639" y="1114920"/>
                </a:lnTo>
                <a:lnTo>
                  <a:pt x="1140817" y="1114920"/>
                </a:lnTo>
                <a:lnTo>
                  <a:pt x="1140986" y="1114920"/>
                </a:lnTo>
                <a:lnTo>
                  <a:pt x="1141155" y="1114920"/>
                </a:lnTo>
                <a:lnTo>
                  <a:pt x="1141333" y="1114920"/>
                </a:lnTo>
                <a:lnTo>
                  <a:pt x="1141502" y="1114920"/>
                </a:lnTo>
                <a:lnTo>
                  <a:pt x="1141671" y="1114920"/>
                </a:lnTo>
                <a:lnTo>
                  <a:pt x="1141849" y="1114920"/>
                </a:lnTo>
                <a:lnTo>
                  <a:pt x="1142018" y="1114920"/>
                </a:lnTo>
                <a:lnTo>
                  <a:pt x="1142196" y="1114920"/>
                </a:lnTo>
                <a:lnTo>
                  <a:pt x="1142365" y="1114920"/>
                </a:lnTo>
                <a:lnTo>
                  <a:pt x="1142534" y="1114920"/>
                </a:lnTo>
                <a:lnTo>
                  <a:pt x="1142712" y="1114920"/>
                </a:lnTo>
                <a:lnTo>
                  <a:pt x="1142881" y="1114920"/>
                </a:lnTo>
                <a:lnTo>
                  <a:pt x="1143050" y="1114920"/>
                </a:lnTo>
                <a:lnTo>
                  <a:pt x="1143228" y="1114920"/>
                </a:lnTo>
                <a:lnTo>
                  <a:pt x="1143397" y="1114920"/>
                </a:lnTo>
                <a:lnTo>
                  <a:pt x="1143566" y="1114920"/>
                </a:lnTo>
                <a:lnTo>
                  <a:pt x="1143744" y="1114920"/>
                </a:lnTo>
                <a:lnTo>
                  <a:pt x="1143913" y="1114920"/>
                </a:lnTo>
                <a:lnTo>
                  <a:pt x="1144082" y="1114920"/>
                </a:lnTo>
                <a:lnTo>
                  <a:pt x="1144260" y="1114920"/>
                </a:lnTo>
                <a:lnTo>
                  <a:pt x="1144429" y="1114920"/>
                </a:lnTo>
                <a:lnTo>
                  <a:pt x="1144607" y="1114920"/>
                </a:lnTo>
                <a:lnTo>
                  <a:pt x="1144776" y="1114920"/>
                </a:lnTo>
                <a:lnTo>
                  <a:pt x="1144945" y="1114920"/>
                </a:lnTo>
                <a:lnTo>
                  <a:pt x="1145123" y="1114920"/>
                </a:lnTo>
                <a:lnTo>
                  <a:pt x="1145292" y="1114920"/>
                </a:lnTo>
                <a:lnTo>
                  <a:pt x="1145461" y="1114920"/>
                </a:lnTo>
                <a:lnTo>
                  <a:pt x="1145639" y="1114920"/>
                </a:lnTo>
                <a:lnTo>
                  <a:pt x="1145808" y="1114920"/>
                </a:lnTo>
                <a:lnTo>
                  <a:pt x="1145977" y="1114920"/>
                </a:lnTo>
                <a:lnTo>
                  <a:pt x="1146155" y="1114920"/>
                </a:lnTo>
                <a:lnTo>
                  <a:pt x="1146324" y="1114920"/>
                </a:lnTo>
                <a:lnTo>
                  <a:pt x="1146502" y="1114920"/>
                </a:lnTo>
                <a:lnTo>
                  <a:pt x="1146671" y="1114920"/>
                </a:lnTo>
                <a:lnTo>
                  <a:pt x="1146840" y="1114920"/>
                </a:lnTo>
                <a:lnTo>
                  <a:pt x="1147018" y="1114920"/>
                </a:lnTo>
                <a:lnTo>
                  <a:pt x="1147187" y="1114920"/>
                </a:lnTo>
                <a:lnTo>
                  <a:pt x="1147356" y="1114920"/>
                </a:lnTo>
                <a:lnTo>
                  <a:pt x="1147534" y="1114920"/>
                </a:lnTo>
                <a:lnTo>
                  <a:pt x="1147703" y="1114920"/>
                </a:lnTo>
                <a:lnTo>
                  <a:pt x="1147872" y="1114920"/>
                </a:lnTo>
                <a:lnTo>
                  <a:pt x="1148050" y="1114920"/>
                </a:lnTo>
                <a:lnTo>
                  <a:pt x="1148219" y="1114920"/>
                </a:lnTo>
                <a:lnTo>
                  <a:pt x="1148397" y="1114920"/>
                </a:lnTo>
                <a:lnTo>
                  <a:pt x="1148566" y="1114920"/>
                </a:lnTo>
                <a:lnTo>
                  <a:pt x="1148735" y="1114920"/>
                </a:lnTo>
                <a:lnTo>
                  <a:pt x="1148913" y="1114920"/>
                </a:lnTo>
                <a:lnTo>
                  <a:pt x="1149082" y="1114920"/>
                </a:lnTo>
                <a:lnTo>
                  <a:pt x="1149251" y="1114920"/>
                </a:lnTo>
                <a:lnTo>
                  <a:pt x="1149428" y="1114920"/>
                </a:lnTo>
                <a:lnTo>
                  <a:pt x="1149598" y="1114920"/>
                </a:lnTo>
                <a:lnTo>
                  <a:pt x="1149767" y="1114920"/>
                </a:lnTo>
                <a:lnTo>
                  <a:pt x="1149945" y="1114920"/>
                </a:lnTo>
                <a:lnTo>
                  <a:pt x="1150114" y="1114920"/>
                </a:lnTo>
                <a:lnTo>
                  <a:pt x="1150292" y="1114920"/>
                </a:lnTo>
                <a:lnTo>
                  <a:pt x="1150461" y="1114920"/>
                </a:lnTo>
                <a:lnTo>
                  <a:pt x="1150630" y="1114920"/>
                </a:lnTo>
                <a:lnTo>
                  <a:pt x="1150807" y="1114920"/>
                </a:lnTo>
                <a:lnTo>
                  <a:pt x="1150976" y="1114920"/>
                </a:lnTo>
                <a:lnTo>
                  <a:pt x="1151146" y="1114920"/>
                </a:lnTo>
                <a:lnTo>
                  <a:pt x="1151323" y="1114920"/>
                </a:lnTo>
                <a:lnTo>
                  <a:pt x="1151493" y="1114920"/>
                </a:lnTo>
                <a:lnTo>
                  <a:pt x="1151662" y="1114920"/>
                </a:lnTo>
                <a:lnTo>
                  <a:pt x="1151840" y="1114920"/>
                </a:lnTo>
                <a:lnTo>
                  <a:pt x="1152008" y="1114920"/>
                </a:lnTo>
                <a:lnTo>
                  <a:pt x="1152178" y="1114920"/>
                </a:lnTo>
                <a:lnTo>
                  <a:pt x="1152355" y="1114920"/>
                </a:lnTo>
                <a:lnTo>
                  <a:pt x="1152524" y="1114920"/>
                </a:lnTo>
                <a:lnTo>
                  <a:pt x="1152702" y="1114920"/>
                </a:lnTo>
                <a:lnTo>
                  <a:pt x="1152871" y="1114920"/>
                </a:lnTo>
                <a:lnTo>
                  <a:pt x="1153040" y="1114920"/>
                </a:lnTo>
                <a:lnTo>
                  <a:pt x="1153218" y="1114920"/>
                </a:lnTo>
                <a:lnTo>
                  <a:pt x="1153387" y="1114920"/>
                </a:lnTo>
                <a:lnTo>
                  <a:pt x="1153556" y="1114920"/>
                </a:lnTo>
                <a:lnTo>
                  <a:pt x="1153734" y="1114920"/>
                </a:lnTo>
                <a:lnTo>
                  <a:pt x="1153903" y="1114920"/>
                </a:lnTo>
                <a:lnTo>
                  <a:pt x="1154073" y="1114920"/>
                </a:lnTo>
                <a:lnTo>
                  <a:pt x="1154250" y="1114920"/>
                </a:lnTo>
                <a:lnTo>
                  <a:pt x="1154419" y="1114920"/>
                </a:lnTo>
                <a:lnTo>
                  <a:pt x="1154597" y="1114920"/>
                </a:lnTo>
                <a:lnTo>
                  <a:pt x="1154766" y="1114920"/>
                </a:lnTo>
                <a:lnTo>
                  <a:pt x="1154935" y="1114920"/>
                </a:lnTo>
                <a:lnTo>
                  <a:pt x="1155113" y="1114920"/>
                </a:lnTo>
                <a:lnTo>
                  <a:pt x="1155282" y="1114920"/>
                </a:lnTo>
                <a:lnTo>
                  <a:pt x="1155451" y="1114920"/>
                </a:lnTo>
                <a:lnTo>
                  <a:pt x="1155629" y="1114920"/>
                </a:lnTo>
                <a:lnTo>
                  <a:pt x="1155798" y="1114920"/>
                </a:lnTo>
                <a:lnTo>
                  <a:pt x="1155967" y="1114920"/>
                </a:lnTo>
                <a:lnTo>
                  <a:pt x="1156145" y="1114920"/>
                </a:lnTo>
                <a:lnTo>
                  <a:pt x="1156314" y="1114920"/>
                </a:lnTo>
                <a:lnTo>
                  <a:pt x="1156492" y="1114920"/>
                </a:lnTo>
                <a:lnTo>
                  <a:pt x="1156661" y="1114920"/>
                </a:lnTo>
                <a:lnTo>
                  <a:pt x="1156830" y="1114920"/>
                </a:lnTo>
                <a:lnTo>
                  <a:pt x="1157008" y="1114920"/>
                </a:lnTo>
                <a:lnTo>
                  <a:pt x="1157177" y="1114920"/>
                </a:lnTo>
                <a:lnTo>
                  <a:pt x="1157346" y="1114920"/>
                </a:lnTo>
                <a:lnTo>
                  <a:pt x="1157524" y="1114920"/>
                </a:lnTo>
                <a:lnTo>
                  <a:pt x="1157693" y="1114920"/>
                </a:lnTo>
                <a:lnTo>
                  <a:pt x="1157862" y="1114920"/>
                </a:lnTo>
                <a:lnTo>
                  <a:pt x="1158040" y="1114920"/>
                </a:lnTo>
                <a:lnTo>
                  <a:pt x="1158209" y="1114920"/>
                </a:lnTo>
                <a:lnTo>
                  <a:pt x="1158387" y="1114920"/>
                </a:lnTo>
                <a:lnTo>
                  <a:pt x="1158556" y="1114920"/>
                </a:lnTo>
                <a:lnTo>
                  <a:pt x="1158725" y="1114920"/>
                </a:lnTo>
                <a:lnTo>
                  <a:pt x="1158903" y="1114920"/>
                </a:lnTo>
                <a:lnTo>
                  <a:pt x="1159072" y="1114920"/>
                </a:lnTo>
                <a:lnTo>
                  <a:pt x="1159241" y="1114920"/>
                </a:lnTo>
                <a:lnTo>
                  <a:pt x="1159419" y="1114920"/>
                </a:lnTo>
                <a:lnTo>
                  <a:pt x="1159588" y="1114920"/>
                </a:lnTo>
                <a:lnTo>
                  <a:pt x="1159757" y="1114920"/>
                </a:lnTo>
                <a:lnTo>
                  <a:pt x="1159935" y="1114920"/>
                </a:lnTo>
                <a:lnTo>
                  <a:pt x="1160104" y="1114920"/>
                </a:lnTo>
                <a:lnTo>
                  <a:pt x="1160273" y="1114920"/>
                </a:lnTo>
                <a:lnTo>
                  <a:pt x="1160451" y="1114920"/>
                </a:lnTo>
                <a:lnTo>
                  <a:pt x="1160620" y="1114920"/>
                </a:lnTo>
                <a:lnTo>
                  <a:pt x="1160798" y="1114920"/>
                </a:lnTo>
                <a:lnTo>
                  <a:pt x="1160967" y="1114920"/>
                </a:lnTo>
                <a:lnTo>
                  <a:pt x="1161136" y="1114920"/>
                </a:lnTo>
                <a:lnTo>
                  <a:pt x="1161314" y="1114920"/>
                </a:lnTo>
                <a:lnTo>
                  <a:pt x="1161483" y="1114920"/>
                </a:lnTo>
                <a:lnTo>
                  <a:pt x="1161652" y="1114920"/>
                </a:lnTo>
                <a:lnTo>
                  <a:pt x="1161830" y="1114920"/>
                </a:lnTo>
                <a:lnTo>
                  <a:pt x="1161999" y="1114920"/>
                </a:lnTo>
                <a:lnTo>
                  <a:pt x="1162168" y="1114920"/>
                </a:lnTo>
                <a:lnTo>
                  <a:pt x="1162346" y="1114920"/>
                </a:lnTo>
                <a:lnTo>
                  <a:pt x="1162515" y="1114920"/>
                </a:lnTo>
                <a:lnTo>
                  <a:pt x="1162693" y="1114920"/>
                </a:lnTo>
                <a:lnTo>
                  <a:pt x="1162862" y="1114920"/>
                </a:lnTo>
                <a:lnTo>
                  <a:pt x="1163031" y="1114920"/>
                </a:lnTo>
                <a:lnTo>
                  <a:pt x="1163209" y="1114920"/>
                </a:lnTo>
                <a:lnTo>
                  <a:pt x="1163378" y="1114920"/>
                </a:lnTo>
                <a:lnTo>
                  <a:pt x="1163547" y="1114920"/>
                </a:lnTo>
                <a:lnTo>
                  <a:pt x="1163725" y="1114920"/>
                </a:lnTo>
                <a:lnTo>
                  <a:pt x="1163894" y="1114920"/>
                </a:lnTo>
                <a:lnTo>
                  <a:pt x="1164063" y="1114920"/>
                </a:lnTo>
                <a:lnTo>
                  <a:pt x="1164241" y="1114920"/>
                </a:lnTo>
                <a:lnTo>
                  <a:pt x="1164410" y="1114920"/>
                </a:lnTo>
                <a:lnTo>
                  <a:pt x="1164588" y="1114920"/>
                </a:lnTo>
                <a:lnTo>
                  <a:pt x="1164757" y="1114920"/>
                </a:lnTo>
                <a:lnTo>
                  <a:pt x="1164926" y="1114920"/>
                </a:lnTo>
                <a:lnTo>
                  <a:pt x="1165104" y="1114920"/>
                </a:lnTo>
                <a:lnTo>
                  <a:pt x="1165273" y="1114920"/>
                </a:lnTo>
                <a:lnTo>
                  <a:pt x="1165442" y="1114920"/>
                </a:lnTo>
                <a:lnTo>
                  <a:pt x="1165620" y="1114920"/>
                </a:lnTo>
                <a:lnTo>
                  <a:pt x="1165789" y="1114920"/>
                </a:lnTo>
                <a:lnTo>
                  <a:pt x="1165958" y="1114920"/>
                </a:lnTo>
                <a:lnTo>
                  <a:pt x="1166136" y="1114920"/>
                </a:lnTo>
                <a:lnTo>
                  <a:pt x="1166305" y="1114920"/>
                </a:lnTo>
                <a:lnTo>
                  <a:pt x="1166483" y="1114920"/>
                </a:lnTo>
                <a:lnTo>
                  <a:pt x="1166652" y="1114920"/>
                </a:lnTo>
                <a:lnTo>
                  <a:pt x="1166821" y="1114920"/>
                </a:lnTo>
                <a:lnTo>
                  <a:pt x="1166999" y="1114920"/>
                </a:lnTo>
                <a:lnTo>
                  <a:pt x="1167168" y="1114920"/>
                </a:lnTo>
                <a:lnTo>
                  <a:pt x="1167337" y="1114920"/>
                </a:lnTo>
                <a:lnTo>
                  <a:pt x="1167515" y="1114920"/>
                </a:lnTo>
                <a:lnTo>
                  <a:pt x="1167684" y="1114920"/>
                </a:lnTo>
                <a:lnTo>
                  <a:pt x="1167853" y="1114920"/>
                </a:lnTo>
                <a:lnTo>
                  <a:pt x="1168031" y="1114920"/>
                </a:lnTo>
                <a:lnTo>
                  <a:pt x="1168200" y="1114920"/>
                </a:lnTo>
                <a:lnTo>
                  <a:pt x="1168369" y="1114920"/>
                </a:lnTo>
                <a:lnTo>
                  <a:pt x="1168547" y="1114920"/>
                </a:lnTo>
                <a:lnTo>
                  <a:pt x="1168716" y="1114920"/>
                </a:lnTo>
                <a:lnTo>
                  <a:pt x="1168894" y="1114920"/>
                </a:lnTo>
                <a:lnTo>
                  <a:pt x="1169063" y="1114920"/>
                </a:lnTo>
                <a:lnTo>
                  <a:pt x="1169232" y="1114920"/>
                </a:lnTo>
                <a:lnTo>
                  <a:pt x="1169410" y="1114920"/>
                </a:lnTo>
                <a:lnTo>
                  <a:pt x="1169579" y="1114920"/>
                </a:lnTo>
                <a:lnTo>
                  <a:pt x="1169748" y="1114920"/>
                </a:lnTo>
                <a:lnTo>
                  <a:pt x="1169926" y="1114920"/>
                </a:lnTo>
                <a:lnTo>
                  <a:pt x="1170095" y="1114920"/>
                </a:lnTo>
                <a:lnTo>
                  <a:pt x="1170264" y="1114920"/>
                </a:lnTo>
                <a:lnTo>
                  <a:pt x="1170442" y="1114920"/>
                </a:lnTo>
                <a:lnTo>
                  <a:pt x="1170611" y="1114920"/>
                </a:lnTo>
                <a:lnTo>
                  <a:pt x="1170789" y="1114920"/>
                </a:lnTo>
                <a:lnTo>
                  <a:pt x="1170958" y="1114920"/>
                </a:lnTo>
                <a:lnTo>
                  <a:pt x="1171127" y="1114920"/>
                </a:lnTo>
                <a:lnTo>
                  <a:pt x="1171305" y="1114920"/>
                </a:lnTo>
                <a:lnTo>
                  <a:pt x="1171474" y="1114920"/>
                </a:lnTo>
                <a:lnTo>
                  <a:pt x="1171643" y="1114920"/>
                </a:lnTo>
                <a:lnTo>
                  <a:pt x="1171821" y="1114920"/>
                </a:lnTo>
                <a:lnTo>
                  <a:pt x="1171990" y="1114920"/>
                </a:lnTo>
                <a:lnTo>
                  <a:pt x="1172159" y="1114920"/>
                </a:lnTo>
                <a:lnTo>
                  <a:pt x="1172337" y="1114920"/>
                </a:lnTo>
                <a:lnTo>
                  <a:pt x="1172506" y="1114920"/>
                </a:lnTo>
                <a:lnTo>
                  <a:pt x="1172684" y="1114920"/>
                </a:lnTo>
                <a:lnTo>
                  <a:pt x="1172853" y="1114920"/>
                </a:lnTo>
                <a:lnTo>
                  <a:pt x="1173022" y="1114920"/>
                </a:lnTo>
                <a:lnTo>
                  <a:pt x="1173200" y="1114920"/>
                </a:lnTo>
                <a:lnTo>
                  <a:pt x="1173369" y="1114920"/>
                </a:lnTo>
                <a:lnTo>
                  <a:pt x="1173538" y="1114920"/>
                </a:lnTo>
                <a:lnTo>
                  <a:pt x="1173716" y="1114920"/>
                </a:lnTo>
                <a:lnTo>
                  <a:pt x="1173885" y="1114920"/>
                </a:lnTo>
                <a:lnTo>
                  <a:pt x="1174054" y="1114920"/>
                </a:lnTo>
                <a:lnTo>
                  <a:pt x="1174232" y="1114920"/>
                </a:lnTo>
                <a:lnTo>
                  <a:pt x="1174401" y="1114920"/>
                </a:lnTo>
                <a:lnTo>
                  <a:pt x="1174579" y="1114920"/>
                </a:lnTo>
                <a:lnTo>
                  <a:pt x="1174748" y="1114920"/>
                </a:lnTo>
                <a:lnTo>
                  <a:pt x="1174917" y="1114920"/>
                </a:lnTo>
                <a:lnTo>
                  <a:pt x="1175095" y="1114920"/>
                </a:lnTo>
                <a:lnTo>
                  <a:pt x="1175264" y="1114920"/>
                </a:lnTo>
                <a:lnTo>
                  <a:pt x="1175433" y="1114920"/>
                </a:lnTo>
                <a:lnTo>
                  <a:pt x="1175611" y="1114920"/>
                </a:lnTo>
                <a:lnTo>
                  <a:pt x="1175780" y="1114920"/>
                </a:lnTo>
                <a:lnTo>
                  <a:pt x="1175949" y="1114920"/>
                </a:lnTo>
                <a:lnTo>
                  <a:pt x="1176127" y="1114920"/>
                </a:lnTo>
                <a:lnTo>
                  <a:pt x="1176296" y="1114920"/>
                </a:lnTo>
                <a:lnTo>
                  <a:pt x="1176465" y="1114920"/>
                </a:lnTo>
                <a:lnTo>
                  <a:pt x="1176643" y="1114920"/>
                </a:lnTo>
                <a:lnTo>
                  <a:pt x="1176812" y="1114920"/>
                </a:lnTo>
                <a:lnTo>
                  <a:pt x="1176990" y="1114920"/>
                </a:lnTo>
                <a:lnTo>
                  <a:pt x="1177159" y="1114920"/>
                </a:lnTo>
                <a:lnTo>
                  <a:pt x="1177328" y="1114920"/>
                </a:lnTo>
                <a:lnTo>
                  <a:pt x="1177506" y="1114920"/>
                </a:lnTo>
                <a:lnTo>
                  <a:pt x="1177675" y="1114920"/>
                </a:lnTo>
                <a:lnTo>
                  <a:pt x="1177844" y="1114920"/>
                </a:lnTo>
                <a:lnTo>
                  <a:pt x="1178022" y="1114920"/>
                </a:lnTo>
                <a:lnTo>
                  <a:pt x="1178191" y="1114920"/>
                </a:lnTo>
                <a:lnTo>
                  <a:pt x="1178360" y="1114920"/>
                </a:lnTo>
                <a:lnTo>
                  <a:pt x="1178538" y="1114920"/>
                </a:lnTo>
                <a:lnTo>
                  <a:pt x="1178707" y="1114920"/>
                </a:lnTo>
                <a:lnTo>
                  <a:pt x="1178885" y="1114920"/>
                </a:lnTo>
                <a:lnTo>
                  <a:pt x="1179054" y="1114920"/>
                </a:lnTo>
                <a:lnTo>
                  <a:pt x="1179223" y="1114920"/>
                </a:lnTo>
                <a:lnTo>
                  <a:pt x="1179401" y="1114920"/>
                </a:lnTo>
                <a:lnTo>
                  <a:pt x="1179570" y="1114920"/>
                </a:lnTo>
                <a:lnTo>
                  <a:pt x="1179739" y="1114920"/>
                </a:lnTo>
                <a:lnTo>
                  <a:pt x="1179917" y="1114920"/>
                </a:lnTo>
                <a:lnTo>
                  <a:pt x="1180086" y="1114920"/>
                </a:lnTo>
                <a:lnTo>
                  <a:pt x="1180255" y="1114920"/>
                </a:lnTo>
                <a:lnTo>
                  <a:pt x="1180433" y="1114920"/>
                </a:lnTo>
                <a:lnTo>
                  <a:pt x="1180602" y="1114920"/>
                </a:lnTo>
                <a:lnTo>
                  <a:pt x="1180780" y="1114920"/>
                </a:lnTo>
                <a:lnTo>
                  <a:pt x="1180949" y="1114920"/>
                </a:lnTo>
                <a:lnTo>
                  <a:pt x="1181118" y="1114920"/>
                </a:lnTo>
                <a:lnTo>
                  <a:pt x="1181296" y="1114920"/>
                </a:lnTo>
                <a:lnTo>
                  <a:pt x="1181465" y="1114920"/>
                </a:lnTo>
                <a:lnTo>
                  <a:pt x="1181634" y="1114920"/>
                </a:lnTo>
                <a:lnTo>
                  <a:pt x="1181812" y="1114920"/>
                </a:lnTo>
                <a:lnTo>
                  <a:pt x="1181981" y="1114920"/>
                </a:lnTo>
                <a:lnTo>
                  <a:pt x="1182150" y="1114920"/>
                </a:lnTo>
                <a:lnTo>
                  <a:pt x="1182328" y="1114920"/>
                </a:lnTo>
                <a:lnTo>
                  <a:pt x="1182497" y="1114920"/>
                </a:lnTo>
                <a:lnTo>
                  <a:pt x="1182666" y="1114920"/>
                </a:lnTo>
                <a:lnTo>
                  <a:pt x="1182844" y="1114920"/>
                </a:lnTo>
                <a:lnTo>
                  <a:pt x="1183013" y="1114920"/>
                </a:lnTo>
                <a:lnTo>
                  <a:pt x="1183191" y="1114920"/>
                </a:lnTo>
                <a:lnTo>
                  <a:pt x="1183360" y="1114920"/>
                </a:lnTo>
                <a:lnTo>
                  <a:pt x="1183529" y="1114920"/>
                </a:lnTo>
                <a:lnTo>
                  <a:pt x="1183707" y="1114920"/>
                </a:lnTo>
                <a:lnTo>
                  <a:pt x="1183876" y="1114920"/>
                </a:lnTo>
                <a:lnTo>
                  <a:pt x="1184045" y="1114920"/>
                </a:lnTo>
                <a:lnTo>
                  <a:pt x="1184222" y="1114920"/>
                </a:lnTo>
                <a:lnTo>
                  <a:pt x="1184392" y="1114920"/>
                </a:lnTo>
                <a:lnTo>
                  <a:pt x="1184561" y="1114920"/>
                </a:lnTo>
                <a:lnTo>
                  <a:pt x="1184739" y="1114920"/>
                </a:lnTo>
                <a:lnTo>
                  <a:pt x="1184908" y="1114920"/>
                </a:lnTo>
                <a:lnTo>
                  <a:pt x="1185086" y="1114920"/>
                </a:lnTo>
                <a:lnTo>
                  <a:pt x="1185255" y="1114920"/>
                </a:lnTo>
                <a:lnTo>
                  <a:pt x="1185424" y="1114920"/>
                </a:lnTo>
                <a:lnTo>
                  <a:pt x="1185601" y="1114920"/>
                </a:lnTo>
                <a:lnTo>
                  <a:pt x="1185771" y="1114920"/>
                </a:lnTo>
                <a:lnTo>
                  <a:pt x="1185940" y="1114920"/>
                </a:lnTo>
                <a:lnTo>
                  <a:pt x="1186117" y="1114920"/>
                </a:lnTo>
                <a:lnTo>
                  <a:pt x="1186287" y="1114920"/>
                </a:lnTo>
                <a:lnTo>
                  <a:pt x="1186456" y="1114920"/>
                </a:lnTo>
                <a:lnTo>
                  <a:pt x="1186634" y="1114920"/>
                </a:lnTo>
                <a:lnTo>
                  <a:pt x="1186802" y="1114920"/>
                </a:lnTo>
                <a:lnTo>
                  <a:pt x="1186980" y="1114920"/>
                </a:lnTo>
                <a:lnTo>
                  <a:pt x="1187149" y="1114920"/>
                </a:lnTo>
                <a:lnTo>
                  <a:pt x="1187319" y="1114920"/>
                </a:lnTo>
                <a:lnTo>
                  <a:pt x="1187496" y="1114920"/>
                </a:lnTo>
                <a:lnTo>
                  <a:pt x="1187665" y="1114920"/>
                </a:lnTo>
                <a:lnTo>
                  <a:pt x="1187835" y="1114920"/>
                </a:lnTo>
                <a:lnTo>
                  <a:pt x="1188012" y="1114920"/>
                </a:lnTo>
                <a:lnTo>
                  <a:pt x="1188181" y="1114920"/>
                </a:lnTo>
                <a:lnTo>
                  <a:pt x="1188350" y="1114920"/>
                </a:lnTo>
                <a:lnTo>
                  <a:pt x="1188528" y="1114920"/>
                </a:lnTo>
                <a:lnTo>
                  <a:pt x="1188697" y="1114920"/>
                </a:lnTo>
                <a:lnTo>
                  <a:pt x="1188875" y="1114920"/>
                </a:lnTo>
                <a:lnTo>
                  <a:pt x="1189044" y="1114920"/>
                </a:lnTo>
                <a:lnTo>
                  <a:pt x="1189213" y="1114920"/>
                </a:lnTo>
                <a:lnTo>
                  <a:pt x="1189391" y="1114920"/>
                </a:lnTo>
                <a:lnTo>
                  <a:pt x="1189560" y="1114920"/>
                </a:lnTo>
                <a:lnTo>
                  <a:pt x="1189729" y="1114920"/>
                </a:lnTo>
                <a:lnTo>
                  <a:pt x="1189907" y="1114920"/>
                </a:lnTo>
                <a:lnTo>
                  <a:pt x="1190076" y="1114920"/>
                </a:lnTo>
                <a:lnTo>
                  <a:pt x="1190245" y="1114920"/>
                </a:lnTo>
                <a:lnTo>
                  <a:pt x="1190423" y="1114920"/>
                </a:lnTo>
                <a:lnTo>
                  <a:pt x="1190592" y="1114920"/>
                </a:lnTo>
                <a:lnTo>
                  <a:pt x="1190761" y="1114920"/>
                </a:lnTo>
                <a:lnTo>
                  <a:pt x="1190939" y="1114920"/>
                </a:lnTo>
                <a:lnTo>
                  <a:pt x="1191108" y="1114920"/>
                </a:lnTo>
                <a:lnTo>
                  <a:pt x="1191286" y="1114920"/>
                </a:lnTo>
                <a:lnTo>
                  <a:pt x="1191455" y="1114920"/>
                </a:lnTo>
                <a:lnTo>
                  <a:pt x="1191624" y="1114920"/>
                </a:lnTo>
                <a:lnTo>
                  <a:pt x="1191802" y="1114920"/>
                </a:lnTo>
                <a:lnTo>
                  <a:pt x="1191971" y="1114920"/>
                </a:lnTo>
                <a:lnTo>
                  <a:pt x="1192140" y="1114920"/>
                </a:lnTo>
                <a:lnTo>
                  <a:pt x="1192318" y="1114920"/>
                </a:lnTo>
                <a:lnTo>
                  <a:pt x="1192487" y="1114920"/>
                </a:lnTo>
                <a:lnTo>
                  <a:pt x="1192656" y="1114920"/>
                </a:lnTo>
                <a:lnTo>
                  <a:pt x="1192834" y="1114920"/>
                </a:lnTo>
                <a:lnTo>
                  <a:pt x="1193003" y="1114920"/>
                </a:lnTo>
                <a:lnTo>
                  <a:pt x="1193181" y="1114920"/>
                </a:lnTo>
                <a:lnTo>
                  <a:pt x="1193350" y="1114920"/>
                </a:lnTo>
                <a:lnTo>
                  <a:pt x="1193519" y="1114920"/>
                </a:lnTo>
                <a:lnTo>
                  <a:pt x="1193697" y="1114920"/>
                </a:lnTo>
                <a:lnTo>
                  <a:pt x="1193866" y="1114920"/>
                </a:lnTo>
                <a:lnTo>
                  <a:pt x="1194035" y="1114920"/>
                </a:lnTo>
                <a:lnTo>
                  <a:pt x="1194213" y="1114920"/>
                </a:lnTo>
                <a:lnTo>
                  <a:pt x="1194382" y="1114920"/>
                </a:lnTo>
                <a:lnTo>
                  <a:pt x="1194551" y="1114920"/>
                </a:lnTo>
                <a:lnTo>
                  <a:pt x="1194729" y="1114920"/>
                </a:lnTo>
                <a:lnTo>
                  <a:pt x="1194898" y="1114920"/>
                </a:lnTo>
                <a:lnTo>
                  <a:pt x="1195076" y="1114920"/>
                </a:lnTo>
                <a:lnTo>
                  <a:pt x="1195245" y="1114920"/>
                </a:lnTo>
                <a:lnTo>
                  <a:pt x="1195414" y="1114920"/>
                </a:lnTo>
                <a:lnTo>
                  <a:pt x="1195592" y="1114920"/>
                </a:lnTo>
                <a:lnTo>
                  <a:pt x="1195761" y="1114920"/>
                </a:lnTo>
                <a:lnTo>
                  <a:pt x="1195930" y="1114920"/>
                </a:lnTo>
                <a:lnTo>
                  <a:pt x="1196108" y="1114920"/>
                </a:lnTo>
                <a:lnTo>
                  <a:pt x="1196277" y="1114920"/>
                </a:lnTo>
                <a:lnTo>
                  <a:pt x="1196446" y="1114920"/>
                </a:lnTo>
                <a:lnTo>
                  <a:pt x="1196624" y="1114920"/>
                </a:lnTo>
                <a:lnTo>
                  <a:pt x="1196793" y="1114920"/>
                </a:lnTo>
                <a:lnTo>
                  <a:pt x="1196971" y="1114920"/>
                </a:lnTo>
                <a:lnTo>
                  <a:pt x="1197140" y="1114920"/>
                </a:lnTo>
                <a:lnTo>
                  <a:pt x="1197309" y="1114920"/>
                </a:lnTo>
                <a:lnTo>
                  <a:pt x="1197487" y="1114920"/>
                </a:lnTo>
                <a:lnTo>
                  <a:pt x="1197656" y="1114920"/>
                </a:lnTo>
                <a:lnTo>
                  <a:pt x="1197825" y="1114920"/>
                </a:lnTo>
                <a:lnTo>
                  <a:pt x="1198003" y="1114920"/>
                </a:lnTo>
                <a:lnTo>
                  <a:pt x="1198172" y="1114920"/>
                </a:lnTo>
                <a:lnTo>
                  <a:pt x="1198341" y="1114920"/>
                </a:lnTo>
                <a:lnTo>
                  <a:pt x="1198519" y="1114920"/>
                </a:lnTo>
                <a:lnTo>
                  <a:pt x="1198688" y="1114920"/>
                </a:lnTo>
                <a:lnTo>
                  <a:pt x="1198857" y="1114920"/>
                </a:lnTo>
                <a:lnTo>
                  <a:pt x="1199035" y="1114920"/>
                </a:lnTo>
                <a:lnTo>
                  <a:pt x="1199204" y="1114920"/>
                </a:lnTo>
                <a:lnTo>
                  <a:pt x="1199382" y="1114920"/>
                </a:lnTo>
                <a:lnTo>
                  <a:pt x="1199551" y="1114920"/>
                </a:lnTo>
                <a:lnTo>
                  <a:pt x="1199720" y="1114920"/>
                </a:lnTo>
                <a:lnTo>
                  <a:pt x="1199898" y="1114920"/>
                </a:lnTo>
                <a:lnTo>
                  <a:pt x="1200067" y="1114920"/>
                </a:lnTo>
                <a:lnTo>
                  <a:pt x="1200236" y="1114920"/>
                </a:lnTo>
                <a:lnTo>
                  <a:pt x="1200414" y="1114920"/>
                </a:lnTo>
                <a:lnTo>
                  <a:pt x="1200583" y="1114920"/>
                </a:lnTo>
                <a:lnTo>
                  <a:pt x="1200752" y="1114920"/>
                </a:lnTo>
                <a:lnTo>
                  <a:pt x="1200930" y="1114920"/>
                </a:lnTo>
                <a:lnTo>
                  <a:pt x="1201099" y="1114920"/>
                </a:lnTo>
                <a:lnTo>
                  <a:pt x="1201277" y="1114920"/>
                </a:lnTo>
                <a:lnTo>
                  <a:pt x="1201446" y="1114920"/>
                </a:lnTo>
                <a:lnTo>
                  <a:pt x="1201615" y="1114920"/>
                </a:lnTo>
                <a:lnTo>
                  <a:pt x="1201793" y="1114920"/>
                </a:lnTo>
                <a:lnTo>
                  <a:pt x="1201962" y="1114920"/>
                </a:lnTo>
                <a:lnTo>
                  <a:pt x="1202131" y="1114920"/>
                </a:lnTo>
                <a:lnTo>
                  <a:pt x="1202309" y="1114920"/>
                </a:lnTo>
                <a:lnTo>
                  <a:pt x="1202478" y="1114920"/>
                </a:lnTo>
                <a:lnTo>
                  <a:pt x="1202647" y="1114920"/>
                </a:lnTo>
                <a:lnTo>
                  <a:pt x="1202825" y="1114920"/>
                </a:lnTo>
                <a:lnTo>
                  <a:pt x="1202994" y="1114920"/>
                </a:lnTo>
                <a:lnTo>
                  <a:pt x="1203172" y="1114920"/>
                </a:lnTo>
                <a:lnTo>
                  <a:pt x="1203341" y="1114920"/>
                </a:lnTo>
                <a:lnTo>
                  <a:pt x="1203510" y="1114920"/>
                </a:lnTo>
                <a:lnTo>
                  <a:pt x="1203688" y="1114920"/>
                </a:lnTo>
                <a:lnTo>
                  <a:pt x="1203857" y="1114920"/>
                </a:lnTo>
                <a:lnTo>
                  <a:pt x="1204026" y="1114920"/>
                </a:lnTo>
                <a:lnTo>
                  <a:pt x="1204204" y="1114920"/>
                </a:lnTo>
                <a:lnTo>
                  <a:pt x="1204373" y="1114920"/>
                </a:lnTo>
                <a:lnTo>
                  <a:pt x="1204542" y="1114920"/>
                </a:lnTo>
                <a:lnTo>
                  <a:pt x="1204720" y="1114920"/>
                </a:lnTo>
                <a:lnTo>
                  <a:pt x="1204889" y="1114920"/>
                </a:lnTo>
                <a:lnTo>
                  <a:pt x="1205067" y="1114920"/>
                </a:lnTo>
                <a:lnTo>
                  <a:pt x="1205236" y="1114920"/>
                </a:lnTo>
                <a:lnTo>
                  <a:pt x="1205405" y="1114920"/>
                </a:lnTo>
                <a:lnTo>
                  <a:pt x="1205583" y="1114920"/>
                </a:lnTo>
                <a:lnTo>
                  <a:pt x="1205752" y="1114920"/>
                </a:lnTo>
                <a:lnTo>
                  <a:pt x="1205921" y="1114920"/>
                </a:lnTo>
                <a:lnTo>
                  <a:pt x="1206099" y="1114920"/>
                </a:lnTo>
                <a:lnTo>
                  <a:pt x="1206268" y="1114920"/>
                </a:lnTo>
                <a:lnTo>
                  <a:pt x="1206437" y="1114920"/>
                </a:lnTo>
                <a:lnTo>
                  <a:pt x="1206615" y="1114920"/>
                </a:lnTo>
                <a:lnTo>
                  <a:pt x="1206784" y="1114920"/>
                </a:lnTo>
                <a:lnTo>
                  <a:pt x="1206953" y="1114920"/>
                </a:lnTo>
                <a:lnTo>
                  <a:pt x="1207131" y="1114920"/>
                </a:lnTo>
                <a:lnTo>
                  <a:pt x="1207300" y="1114920"/>
                </a:lnTo>
                <a:lnTo>
                  <a:pt x="1207478" y="1114920"/>
                </a:lnTo>
                <a:lnTo>
                  <a:pt x="1207647" y="1114920"/>
                </a:lnTo>
                <a:lnTo>
                  <a:pt x="1207816" y="1114920"/>
                </a:lnTo>
                <a:lnTo>
                  <a:pt x="1207994" y="1114920"/>
                </a:lnTo>
                <a:lnTo>
                  <a:pt x="1208163" y="1114920"/>
                </a:lnTo>
                <a:lnTo>
                  <a:pt x="1208332" y="1114920"/>
                </a:lnTo>
                <a:lnTo>
                  <a:pt x="1208510" y="1114920"/>
                </a:lnTo>
                <a:lnTo>
                  <a:pt x="1208679" y="1114920"/>
                </a:lnTo>
                <a:lnTo>
                  <a:pt x="1208848" y="1114920"/>
                </a:lnTo>
                <a:lnTo>
                  <a:pt x="1209026" y="1114920"/>
                </a:lnTo>
                <a:lnTo>
                  <a:pt x="1209195" y="1114920"/>
                </a:lnTo>
                <a:lnTo>
                  <a:pt x="1209373" y="1114920"/>
                </a:lnTo>
                <a:lnTo>
                  <a:pt x="1209542" y="1114920"/>
                </a:lnTo>
                <a:lnTo>
                  <a:pt x="1209711" y="1114920"/>
                </a:lnTo>
                <a:lnTo>
                  <a:pt x="1209889" y="1114920"/>
                </a:lnTo>
                <a:lnTo>
                  <a:pt x="1210058" y="1114920"/>
                </a:lnTo>
                <a:lnTo>
                  <a:pt x="1210227" y="1114920"/>
                </a:lnTo>
                <a:lnTo>
                  <a:pt x="1210405" y="1114920"/>
                </a:lnTo>
                <a:lnTo>
                  <a:pt x="1210574" y="1114920"/>
                </a:lnTo>
                <a:lnTo>
                  <a:pt x="1210743" y="1114920"/>
                </a:lnTo>
                <a:lnTo>
                  <a:pt x="1210921" y="1114920"/>
                </a:lnTo>
                <a:lnTo>
                  <a:pt x="1211090" y="1114920"/>
                </a:lnTo>
                <a:lnTo>
                  <a:pt x="1211268" y="1114920"/>
                </a:lnTo>
                <a:lnTo>
                  <a:pt x="1211437" y="1114920"/>
                </a:lnTo>
                <a:lnTo>
                  <a:pt x="1211606" y="1114920"/>
                </a:lnTo>
                <a:lnTo>
                  <a:pt x="1211784" y="1114920"/>
                </a:lnTo>
                <a:lnTo>
                  <a:pt x="1211953" y="1114920"/>
                </a:lnTo>
                <a:lnTo>
                  <a:pt x="1212122" y="1114920"/>
                </a:lnTo>
                <a:lnTo>
                  <a:pt x="1212300" y="1114920"/>
                </a:lnTo>
                <a:lnTo>
                  <a:pt x="1212469" y="1114920"/>
                </a:lnTo>
                <a:lnTo>
                  <a:pt x="1212638" y="1114920"/>
                </a:lnTo>
                <a:lnTo>
                  <a:pt x="1212816" y="1114920"/>
                </a:lnTo>
                <a:lnTo>
                  <a:pt x="1212985" y="1114920"/>
                </a:lnTo>
                <a:lnTo>
                  <a:pt x="1213163" y="1114920"/>
                </a:lnTo>
                <a:lnTo>
                  <a:pt x="1213332" y="1114920"/>
                </a:lnTo>
                <a:lnTo>
                  <a:pt x="1213501" y="1114920"/>
                </a:lnTo>
                <a:lnTo>
                  <a:pt x="1213679" y="1114920"/>
                </a:lnTo>
                <a:lnTo>
                  <a:pt x="1213848" y="1114920"/>
                </a:lnTo>
                <a:lnTo>
                  <a:pt x="1214017" y="1114920"/>
                </a:lnTo>
                <a:lnTo>
                  <a:pt x="1214195" y="1114920"/>
                </a:lnTo>
                <a:lnTo>
                  <a:pt x="1214364" y="1114920"/>
                </a:lnTo>
                <a:lnTo>
                  <a:pt x="1214533" y="1114920"/>
                </a:lnTo>
                <a:lnTo>
                  <a:pt x="1214711" y="1114920"/>
                </a:lnTo>
                <a:lnTo>
                  <a:pt x="1214880" y="1114920"/>
                </a:lnTo>
                <a:lnTo>
                  <a:pt x="1215049" y="1114920"/>
                </a:lnTo>
                <a:lnTo>
                  <a:pt x="1215227" y="1114920"/>
                </a:lnTo>
                <a:lnTo>
                  <a:pt x="1215396" y="1114920"/>
                </a:lnTo>
                <a:lnTo>
                  <a:pt x="1215574" y="1114920"/>
                </a:lnTo>
                <a:lnTo>
                  <a:pt x="1215743" y="1114920"/>
                </a:lnTo>
                <a:lnTo>
                  <a:pt x="1215912" y="1114920"/>
                </a:lnTo>
                <a:lnTo>
                  <a:pt x="1216090" y="1114920"/>
                </a:lnTo>
                <a:lnTo>
                  <a:pt x="1216259" y="1114920"/>
                </a:lnTo>
                <a:lnTo>
                  <a:pt x="1216428" y="1114920"/>
                </a:lnTo>
                <a:lnTo>
                  <a:pt x="1216606" y="1114920"/>
                </a:lnTo>
                <a:lnTo>
                  <a:pt x="1216775" y="1114920"/>
                </a:lnTo>
                <a:lnTo>
                  <a:pt x="1216944" y="1114920"/>
                </a:lnTo>
                <a:lnTo>
                  <a:pt x="1217122" y="1114920"/>
                </a:lnTo>
                <a:lnTo>
                  <a:pt x="1217291" y="1114920"/>
                </a:lnTo>
                <a:lnTo>
                  <a:pt x="1217469" y="1114920"/>
                </a:lnTo>
                <a:lnTo>
                  <a:pt x="1217638" y="1114920"/>
                </a:lnTo>
                <a:lnTo>
                  <a:pt x="1217807" y="1114920"/>
                </a:lnTo>
                <a:lnTo>
                  <a:pt x="1217985" y="1114920"/>
                </a:lnTo>
                <a:lnTo>
                  <a:pt x="1218154" y="1114920"/>
                </a:lnTo>
                <a:lnTo>
                  <a:pt x="1218323" y="1114920"/>
                </a:lnTo>
                <a:lnTo>
                  <a:pt x="1218501" y="1114920"/>
                </a:lnTo>
                <a:lnTo>
                  <a:pt x="1218670" y="1114920"/>
                </a:lnTo>
                <a:lnTo>
                  <a:pt x="1218839" y="1114920"/>
                </a:lnTo>
                <a:lnTo>
                  <a:pt x="1219017" y="1114920"/>
                </a:lnTo>
                <a:lnTo>
                  <a:pt x="1219186" y="1114920"/>
                </a:lnTo>
                <a:lnTo>
                  <a:pt x="1219363" y="1114920"/>
                </a:lnTo>
                <a:lnTo>
                  <a:pt x="1219533" y="1114920"/>
                </a:lnTo>
                <a:lnTo>
                  <a:pt x="1219702" y="1114920"/>
                </a:lnTo>
                <a:lnTo>
                  <a:pt x="1219880" y="1114920"/>
                </a:lnTo>
                <a:lnTo>
                  <a:pt x="1220049" y="1114920"/>
                </a:lnTo>
                <a:lnTo>
                  <a:pt x="1220218" y="1114920"/>
                </a:lnTo>
                <a:lnTo>
                  <a:pt x="1220395" y="1114920"/>
                </a:lnTo>
                <a:lnTo>
                  <a:pt x="1220565" y="1114920"/>
                </a:lnTo>
                <a:lnTo>
                  <a:pt x="1220734" y="1114920"/>
                </a:lnTo>
                <a:lnTo>
                  <a:pt x="1220912" y="1114920"/>
                </a:lnTo>
                <a:lnTo>
                  <a:pt x="1221081" y="1114920"/>
                </a:lnTo>
                <a:lnTo>
                  <a:pt x="1221258" y="1114920"/>
                </a:lnTo>
                <a:lnTo>
                  <a:pt x="1221428" y="1114920"/>
                </a:lnTo>
                <a:lnTo>
                  <a:pt x="1221596" y="1114920"/>
                </a:lnTo>
                <a:lnTo>
                  <a:pt x="1221774" y="1114920"/>
                </a:lnTo>
                <a:lnTo>
                  <a:pt x="1221943" y="1114920"/>
                </a:lnTo>
                <a:lnTo>
                  <a:pt x="1222113" y="1114920"/>
                </a:lnTo>
                <a:lnTo>
                  <a:pt x="1222290" y="1114920"/>
                </a:lnTo>
                <a:lnTo>
                  <a:pt x="1222460" y="1114920"/>
                </a:lnTo>
                <a:lnTo>
                  <a:pt x="1222629" y="1114920"/>
                </a:lnTo>
                <a:lnTo>
                  <a:pt x="1222806" y="1114920"/>
                </a:lnTo>
                <a:lnTo>
                  <a:pt x="1222975" y="1114920"/>
                </a:lnTo>
                <a:lnTo>
                  <a:pt x="1223144" y="1114920"/>
                </a:lnTo>
                <a:lnTo>
                  <a:pt x="1223322" y="1114920"/>
                </a:lnTo>
                <a:lnTo>
                  <a:pt x="1223491" y="1114920"/>
                </a:lnTo>
                <a:lnTo>
                  <a:pt x="1223669" y="1114920"/>
                </a:lnTo>
                <a:lnTo>
                  <a:pt x="1223838" y="1114920"/>
                </a:lnTo>
                <a:lnTo>
                  <a:pt x="1224007" y="1114920"/>
                </a:lnTo>
                <a:lnTo>
                  <a:pt x="1224185" y="1114920"/>
                </a:lnTo>
                <a:lnTo>
                  <a:pt x="1224354" y="1114920"/>
                </a:lnTo>
                <a:lnTo>
                  <a:pt x="1224523" y="1114920"/>
                </a:lnTo>
                <a:lnTo>
                  <a:pt x="1224701" y="1114920"/>
                </a:lnTo>
                <a:lnTo>
                  <a:pt x="1224870" y="1114920"/>
                </a:lnTo>
                <a:lnTo>
                  <a:pt x="1225039" y="1114920"/>
                </a:lnTo>
                <a:lnTo>
                  <a:pt x="1225217" y="1114920"/>
                </a:lnTo>
                <a:lnTo>
                  <a:pt x="1225386" y="1114920"/>
                </a:lnTo>
                <a:lnTo>
                  <a:pt x="1225564" y="1114920"/>
                </a:lnTo>
                <a:lnTo>
                  <a:pt x="1225733" y="1114920"/>
                </a:lnTo>
                <a:lnTo>
                  <a:pt x="1225902" y="1114920"/>
                </a:lnTo>
                <a:lnTo>
                  <a:pt x="1226080" y="1114920"/>
                </a:lnTo>
                <a:lnTo>
                  <a:pt x="1226249" y="1114920"/>
                </a:lnTo>
                <a:lnTo>
                  <a:pt x="1226418" y="1114920"/>
                </a:lnTo>
                <a:lnTo>
                  <a:pt x="1226596" y="1114920"/>
                </a:lnTo>
                <a:lnTo>
                  <a:pt x="1226765" y="1114920"/>
                </a:lnTo>
                <a:lnTo>
                  <a:pt x="1226934" y="1114920"/>
                </a:lnTo>
                <a:lnTo>
                  <a:pt x="1227112" y="1114920"/>
                </a:lnTo>
                <a:lnTo>
                  <a:pt x="1227281" y="1114920"/>
                </a:lnTo>
                <a:lnTo>
                  <a:pt x="1227459" y="1114920"/>
                </a:lnTo>
                <a:lnTo>
                  <a:pt x="1227628" y="1114920"/>
                </a:lnTo>
                <a:lnTo>
                  <a:pt x="1227797" y="1114920"/>
                </a:lnTo>
                <a:lnTo>
                  <a:pt x="1227975" y="1114920"/>
                </a:lnTo>
                <a:lnTo>
                  <a:pt x="1228144" y="1114920"/>
                </a:lnTo>
                <a:lnTo>
                  <a:pt x="1228313" y="1114920"/>
                </a:lnTo>
                <a:lnTo>
                  <a:pt x="1228491" y="1114920"/>
                </a:lnTo>
                <a:lnTo>
                  <a:pt x="1228660" y="1114920"/>
                </a:lnTo>
                <a:lnTo>
                  <a:pt x="1228829" y="1114920"/>
                </a:lnTo>
                <a:lnTo>
                  <a:pt x="1229007" y="1114920"/>
                </a:lnTo>
                <a:lnTo>
                  <a:pt x="1229176" y="1114920"/>
                </a:lnTo>
                <a:lnTo>
                  <a:pt x="1229354" y="1114920"/>
                </a:lnTo>
                <a:lnTo>
                  <a:pt x="1229523" y="1114920"/>
                </a:lnTo>
                <a:lnTo>
                  <a:pt x="1229692" y="1114920"/>
                </a:lnTo>
                <a:lnTo>
                  <a:pt x="1229870" y="1114920"/>
                </a:lnTo>
                <a:lnTo>
                  <a:pt x="1230039" y="1114920"/>
                </a:lnTo>
                <a:lnTo>
                  <a:pt x="1230208" y="1114920"/>
                </a:lnTo>
                <a:lnTo>
                  <a:pt x="1230386" y="1114920"/>
                </a:lnTo>
                <a:lnTo>
                  <a:pt x="1230555" y="1114920"/>
                </a:lnTo>
                <a:lnTo>
                  <a:pt x="1230724" y="1114920"/>
                </a:lnTo>
                <a:lnTo>
                  <a:pt x="1230902" y="1114920"/>
                </a:lnTo>
                <a:lnTo>
                  <a:pt x="1231071" y="1114920"/>
                </a:lnTo>
                <a:lnTo>
                  <a:pt x="1231240" y="1114920"/>
                </a:lnTo>
                <a:lnTo>
                  <a:pt x="1231418" y="1114920"/>
                </a:lnTo>
                <a:lnTo>
                  <a:pt x="1231587" y="1114920"/>
                </a:lnTo>
                <a:lnTo>
                  <a:pt x="1231765" y="1114920"/>
                </a:lnTo>
                <a:lnTo>
                  <a:pt x="1231934" y="1114920"/>
                </a:lnTo>
                <a:lnTo>
                  <a:pt x="1232103" y="1114920"/>
                </a:lnTo>
                <a:lnTo>
                  <a:pt x="1232281" y="1114920"/>
                </a:lnTo>
                <a:lnTo>
                  <a:pt x="1232450" y="1114920"/>
                </a:lnTo>
                <a:lnTo>
                  <a:pt x="1232619" y="1114920"/>
                </a:lnTo>
                <a:lnTo>
                  <a:pt x="1232797" y="1114920"/>
                </a:lnTo>
                <a:lnTo>
                  <a:pt x="1232966" y="1114920"/>
                </a:lnTo>
                <a:lnTo>
                  <a:pt x="1233135" y="1114920"/>
                </a:lnTo>
                <a:lnTo>
                  <a:pt x="1233313" y="1114920"/>
                </a:lnTo>
                <a:lnTo>
                  <a:pt x="1233482" y="1114920"/>
                </a:lnTo>
                <a:lnTo>
                  <a:pt x="1233660" y="1114920"/>
                </a:lnTo>
                <a:lnTo>
                  <a:pt x="1233829" y="1114920"/>
                </a:lnTo>
                <a:lnTo>
                  <a:pt x="1233998" y="1114920"/>
                </a:lnTo>
                <a:lnTo>
                  <a:pt x="1234176" y="1114920"/>
                </a:lnTo>
                <a:lnTo>
                  <a:pt x="1234345" y="1114920"/>
                </a:lnTo>
                <a:lnTo>
                  <a:pt x="1234514" y="1114920"/>
                </a:lnTo>
                <a:lnTo>
                  <a:pt x="1234692" y="1114920"/>
                </a:lnTo>
                <a:lnTo>
                  <a:pt x="1234861" y="1114920"/>
                </a:lnTo>
                <a:lnTo>
                  <a:pt x="1235030" y="1114920"/>
                </a:lnTo>
                <a:lnTo>
                  <a:pt x="1235208" y="1114920"/>
                </a:lnTo>
                <a:lnTo>
                  <a:pt x="1235377" y="1114920"/>
                </a:lnTo>
                <a:lnTo>
                  <a:pt x="1235555" y="1114920"/>
                </a:lnTo>
                <a:lnTo>
                  <a:pt x="1235724" y="1114920"/>
                </a:lnTo>
                <a:lnTo>
                  <a:pt x="1235893" y="1114920"/>
                </a:lnTo>
                <a:lnTo>
                  <a:pt x="1236071" y="1114920"/>
                </a:lnTo>
                <a:lnTo>
                  <a:pt x="1236240" y="1114920"/>
                </a:lnTo>
                <a:lnTo>
                  <a:pt x="1236409" y="1114920"/>
                </a:lnTo>
                <a:lnTo>
                  <a:pt x="1236587" y="1114920"/>
                </a:lnTo>
                <a:lnTo>
                  <a:pt x="1236756" y="1114920"/>
                </a:lnTo>
                <a:lnTo>
                  <a:pt x="1236925" y="1114920"/>
                </a:lnTo>
                <a:lnTo>
                  <a:pt x="1237103" y="1114920"/>
                </a:lnTo>
                <a:lnTo>
                  <a:pt x="1237272" y="1114920"/>
                </a:lnTo>
                <a:lnTo>
                  <a:pt x="1237450" y="1114920"/>
                </a:lnTo>
                <a:lnTo>
                  <a:pt x="1237619" y="1114920"/>
                </a:lnTo>
                <a:lnTo>
                  <a:pt x="1237788" y="1114920"/>
                </a:lnTo>
                <a:lnTo>
                  <a:pt x="1237966" y="1114920"/>
                </a:lnTo>
                <a:lnTo>
                  <a:pt x="1238135" y="1114920"/>
                </a:lnTo>
                <a:lnTo>
                  <a:pt x="1238304" y="1114920"/>
                </a:lnTo>
                <a:lnTo>
                  <a:pt x="1238482" y="1114920"/>
                </a:lnTo>
                <a:lnTo>
                  <a:pt x="1238651" y="1114920"/>
                </a:lnTo>
                <a:lnTo>
                  <a:pt x="1238820" y="1114920"/>
                </a:lnTo>
                <a:lnTo>
                  <a:pt x="1238998" y="1114920"/>
                </a:lnTo>
                <a:lnTo>
                  <a:pt x="1239167" y="1114920"/>
                </a:lnTo>
                <a:lnTo>
                  <a:pt x="1239336" y="1114920"/>
                </a:lnTo>
                <a:lnTo>
                  <a:pt x="1239514" y="1114920"/>
                </a:lnTo>
                <a:lnTo>
                  <a:pt x="1239683" y="1114920"/>
                </a:lnTo>
                <a:lnTo>
                  <a:pt x="1239861" y="1114920"/>
                </a:lnTo>
                <a:lnTo>
                  <a:pt x="1240030" y="1114920"/>
                </a:lnTo>
                <a:lnTo>
                  <a:pt x="1240199" y="1114920"/>
                </a:lnTo>
                <a:lnTo>
                  <a:pt x="1240377" y="1114920"/>
                </a:lnTo>
                <a:lnTo>
                  <a:pt x="1240546" y="1114920"/>
                </a:lnTo>
                <a:lnTo>
                  <a:pt x="1240715" y="1114920"/>
                </a:lnTo>
                <a:lnTo>
                  <a:pt x="1240893" y="1114920"/>
                </a:lnTo>
                <a:lnTo>
                  <a:pt x="1241062" y="1114920"/>
                </a:lnTo>
                <a:lnTo>
                  <a:pt x="1241231" y="1114920"/>
                </a:lnTo>
                <a:lnTo>
                  <a:pt x="1241409" y="1114920"/>
                </a:lnTo>
                <a:lnTo>
                  <a:pt x="1241578" y="1114920"/>
                </a:lnTo>
                <a:lnTo>
                  <a:pt x="1241756" y="1114920"/>
                </a:lnTo>
                <a:lnTo>
                  <a:pt x="1241925" y="1114920"/>
                </a:lnTo>
                <a:lnTo>
                  <a:pt x="1242094" y="1114920"/>
                </a:lnTo>
                <a:lnTo>
                  <a:pt x="1242272" y="1114920"/>
                </a:lnTo>
                <a:lnTo>
                  <a:pt x="1242441" y="1114920"/>
                </a:lnTo>
                <a:lnTo>
                  <a:pt x="1242610" y="1114920"/>
                </a:lnTo>
                <a:lnTo>
                  <a:pt x="1242788" y="1114920"/>
                </a:lnTo>
                <a:lnTo>
                  <a:pt x="1242957" y="1114920"/>
                </a:lnTo>
                <a:lnTo>
                  <a:pt x="1243126" y="1114920"/>
                </a:lnTo>
                <a:lnTo>
                  <a:pt x="1243304" y="1114920"/>
                </a:lnTo>
                <a:lnTo>
                  <a:pt x="1243473" y="1114920"/>
                </a:lnTo>
                <a:lnTo>
                  <a:pt x="1243651" y="1114920"/>
                </a:lnTo>
                <a:lnTo>
                  <a:pt x="1243820" y="1114920"/>
                </a:lnTo>
                <a:lnTo>
                  <a:pt x="1243989" y="1114920"/>
                </a:lnTo>
                <a:lnTo>
                  <a:pt x="1244167" y="1114920"/>
                </a:lnTo>
                <a:lnTo>
                  <a:pt x="1244336" y="1114920"/>
                </a:lnTo>
                <a:lnTo>
                  <a:pt x="1244505" y="1114920"/>
                </a:lnTo>
                <a:lnTo>
                  <a:pt x="1244683" y="1114920"/>
                </a:lnTo>
                <a:lnTo>
                  <a:pt x="1244852" y="1114920"/>
                </a:lnTo>
                <a:lnTo>
                  <a:pt x="1245021" y="1114920"/>
                </a:lnTo>
                <a:lnTo>
                  <a:pt x="1245199" y="1114920"/>
                </a:lnTo>
                <a:lnTo>
                  <a:pt x="1245368" y="1114920"/>
                </a:lnTo>
                <a:lnTo>
                  <a:pt x="1245546" y="1114920"/>
                </a:lnTo>
                <a:lnTo>
                  <a:pt x="1245715" y="1114920"/>
                </a:lnTo>
                <a:lnTo>
                  <a:pt x="1245884" y="1114920"/>
                </a:lnTo>
                <a:lnTo>
                  <a:pt x="1246062" y="1114920"/>
                </a:lnTo>
                <a:lnTo>
                  <a:pt x="1246231" y="1114920"/>
                </a:lnTo>
                <a:lnTo>
                  <a:pt x="1246400" y="1114920"/>
                </a:lnTo>
                <a:lnTo>
                  <a:pt x="1246578" y="1114920"/>
                </a:lnTo>
                <a:lnTo>
                  <a:pt x="1246747" y="1114920"/>
                </a:lnTo>
                <a:lnTo>
                  <a:pt x="1246916" y="1114920"/>
                </a:lnTo>
                <a:lnTo>
                  <a:pt x="1247094" y="1114920"/>
                </a:lnTo>
                <a:lnTo>
                  <a:pt x="1247263" y="1114920"/>
                </a:lnTo>
                <a:lnTo>
                  <a:pt x="1247432" y="1114920"/>
                </a:lnTo>
                <a:lnTo>
                  <a:pt x="1247610" y="1114920"/>
                </a:lnTo>
                <a:lnTo>
                  <a:pt x="1247779" y="1114920"/>
                </a:lnTo>
                <a:lnTo>
                  <a:pt x="1247957" y="1114920"/>
                </a:lnTo>
                <a:lnTo>
                  <a:pt x="1248126" y="1114920"/>
                </a:lnTo>
                <a:lnTo>
                  <a:pt x="1248295" y="1114920"/>
                </a:lnTo>
                <a:lnTo>
                  <a:pt x="1248473" y="1114920"/>
                </a:lnTo>
                <a:lnTo>
                  <a:pt x="1248642" y="1114920"/>
                </a:lnTo>
                <a:lnTo>
                  <a:pt x="1248811" y="1114920"/>
                </a:lnTo>
                <a:lnTo>
                  <a:pt x="1248989" y="1114920"/>
                </a:lnTo>
                <a:lnTo>
                  <a:pt x="1249158" y="1114920"/>
                </a:lnTo>
                <a:lnTo>
                  <a:pt x="1249327" y="1114920"/>
                </a:lnTo>
                <a:lnTo>
                  <a:pt x="1249505" y="1114920"/>
                </a:lnTo>
                <a:lnTo>
                  <a:pt x="1249674" y="1114920"/>
                </a:lnTo>
                <a:lnTo>
                  <a:pt x="1249852" y="1114920"/>
                </a:lnTo>
                <a:lnTo>
                  <a:pt x="1250021" y="1114920"/>
                </a:lnTo>
                <a:lnTo>
                  <a:pt x="1250190" y="1114920"/>
                </a:lnTo>
                <a:lnTo>
                  <a:pt x="1250368" y="1114920"/>
                </a:lnTo>
                <a:lnTo>
                  <a:pt x="1250537" y="1114920"/>
                </a:lnTo>
                <a:lnTo>
                  <a:pt x="1250706" y="1114920"/>
                </a:lnTo>
                <a:lnTo>
                  <a:pt x="1250884" y="1114920"/>
                </a:lnTo>
                <a:lnTo>
                  <a:pt x="1251053" y="1114920"/>
                </a:lnTo>
                <a:lnTo>
                  <a:pt x="1251222" y="1114920"/>
                </a:lnTo>
                <a:lnTo>
                  <a:pt x="1251400" y="1114920"/>
                </a:lnTo>
                <a:lnTo>
                  <a:pt x="1251569" y="1114920"/>
                </a:lnTo>
                <a:lnTo>
                  <a:pt x="1251747" y="1114920"/>
                </a:lnTo>
                <a:lnTo>
                  <a:pt x="1251916" y="1114920"/>
                </a:lnTo>
                <a:lnTo>
                  <a:pt x="1252085" y="1114920"/>
                </a:lnTo>
                <a:lnTo>
                  <a:pt x="1252263" y="1114920"/>
                </a:lnTo>
                <a:lnTo>
                  <a:pt x="1252432" y="1114920"/>
                </a:lnTo>
                <a:lnTo>
                  <a:pt x="1252601" y="1114920"/>
                </a:lnTo>
                <a:lnTo>
                  <a:pt x="1252779" y="1114920"/>
                </a:lnTo>
                <a:lnTo>
                  <a:pt x="1252948" y="1114920"/>
                </a:lnTo>
                <a:lnTo>
                  <a:pt x="1253117" y="1114920"/>
                </a:lnTo>
                <a:lnTo>
                  <a:pt x="1253295" y="1114920"/>
                </a:lnTo>
                <a:lnTo>
                  <a:pt x="1253464" y="1114920"/>
                </a:lnTo>
                <a:lnTo>
                  <a:pt x="1253642" y="1114920"/>
                </a:lnTo>
                <a:lnTo>
                  <a:pt x="1253811" y="1114920"/>
                </a:lnTo>
                <a:lnTo>
                  <a:pt x="1253980" y="1114920"/>
                </a:lnTo>
                <a:lnTo>
                  <a:pt x="1254158" y="1114920"/>
                </a:lnTo>
                <a:lnTo>
                  <a:pt x="1254327" y="1114920"/>
                </a:lnTo>
                <a:lnTo>
                  <a:pt x="1254496" y="1114920"/>
                </a:lnTo>
                <a:lnTo>
                  <a:pt x="1254674" y="1114920"/>
                </a:lnTo>
                <a:lnTo>
                  <a:pt x="1254843" y="1114920"/>
                </a:lnTo>
                <a:lnTo>
                  <a:pt x="1255012" y="1114920"/>
                </a:lnTo>
                <a:lnTo>
                  <a:pt x="1255189" y="1114920"/>
                </a:lnTo>
                <a:lnTo>
                  <a:pt x="1255359" y="1114920"/>
                </a:lnTo>
                <a:lnTo>
                  <a:pt x="1255528" y="1114920"/>
                </a:lnTo>
                <a:lnTo>
                  <a:pt x="1255706" y="1114920"/>
                </a:lnTo>
                <a:lnTo>
                  <a:pt x="1255875" y="1114920"/>
                </a:lnTo>
                <a:lnTo>
                  <a:pt x="1256053" y="1114920"/>
                </a:lnTo>
                <a:lnTo>
                  <a:pt x="1256222" y="1114920"/>
                </a:lnTo>
                <a:lnTo>
                  <a:pt x="1256390" y="1114920"/>
                </a:lnTo>
                <a:lnTo>
                  <a:pt x="1256568" y="1114920"/>
                </a:lnTo>
                <a:lnTo>
                  <a:pt x="1256737" y="1114920"/>
                </a:lnTo>
                <a:lnTo>
                  <a:pt x="1256907" y="1114920"/>
                </a:lnTo>
                <a:lnTo>
                  <a:pt x="1257084" y="1114920"/>
                </a:lnTo>
                <a:lnTo>
                  <a:pt x="1257254" y="1114920"/>
                </a:lnTo>
                <a:lnTo>
                  <a:pt x="1257423" y="1114920"/>
                </a:lnTo>
                <a:lnTo>
                  <a:pt x="1257601" y="1114920"/>
                </a:lnTo>
                <a:lnTo>
                  <a:pt x="1257769" y="1114920"/>
                </a:lnTo>
                <a:lnTo>
                  <a:pt x="1257947" y="1114920"/>
                </a:lnTo>
                <a:lnTo>
                  <a:pt x="1258116" y="1114920"/>
                </a:lnTo>
                <a:lnTo>
                  <a:pt x="1258285" y="1114920"/>
                </a:lnTo>
                <a:lnTo>
                  <a:pt x="1258463" y="1114920"/>
                </a:lnTo>
                <a:lnTo>
                  <a:pt x="1258632" y="1114920"/>
                </a:lnTo>
                <a:lnTo>
                  <a:pt x="1258802" y="1114920"/>
                </a:lnTo>
                <a:lnTo>
                  <a:pt x="1258979" y="1114920"/>
                </a:lnTo>
                <a:lnTo>
                  <a:pt x="1259148" y="1114920"/>
                </a:lnTo>
                <a:lnTo>
                  <a:pt x="1259317" y="1114920"/>
                </a:lnTo>
                <a:lnTo>
                  <a:pt x="1259495" y="1114920"/>
                </a:lnTo>
                <a:lnTo>
                  <a:pt x="1259664" y="1114920"/>
                </a:lnTo>
                <a:lnTo>
                  <a:pt x="1259842" y="1114920"/>
                </a:lnTo>
                <a:lnTo>
                  <a:pt x="1260011" y="1114920"/>
                </a:lnTo>
                <a:lnTo>
                  <a:pt x="1260180" y="1114920"/>
                </a:lnTo>
                <a:lnTo>
                  <a:pt x="1260358" y="1114920"/>
                </a:lnTo>
                <a:lnTo>
                  <a:pt x="1260527" y="1114920"/>
                </a:lnTo>
                <a:lnTo>
                  <a:pt x="1260696" y="1114920"/>
                </a:lnTo>
                <a:lnTo>
                  <a:pt x="1260874" y="1114920"/>
                </a:lnTo>
                <a:lnTo>
                  <a:pt x="1261043" y="1114920"/>
                </a:lnTo>
                <a:lnTo>
                  <a:pt x="1261212" y="1114920"/>
                </a:lnTo>
                <a:lnTo>
                  <a:pt x="1261390" y="1114920"/>
                </a:lnTo>
                <a:lnTo>
                  <a:pt x="1261559" y="1114920"/>
                </a:lnTo>
                <a:lnTo>
                  <a:pt x="1261737" y="1114920"/>
                </a:lnTo>
                <a:lnTo>
                  <a:pt x="1261906" y="1114920"/>
                </a:lnTo>
                <a:lnTo>
                  <a:pt x="1262075" y="1114920"/>
                </a:lnTo>
                <a:lnTo>
                  <a:pt x="1262253" y="1114920"/>
                </a:lnTo>
                <a:lnTo>
                  <a:pt x="1262422" y="1114920"/>
                </a:lnTo>
                <a:lnTo>
                  <a:pt x="1262591" y="1114920"/>
                </a:lnTo>
                <a:lnTo>
                  <a:pt x="1262769" y="1114920"/>
                </a:lnTo>
                <a:lnTo>
                  <a:pt x="1262938" y="1114920"/>
                </a:lnTo>
                <a:lnTo>
                  <a:pt x="1263107" y="1114920"/>
                </a:lnTo>
                <a:lnTo>
                  <a:pt x="1263285" y="1114920"/>
                </a:lnTo>
                <a:lnTo>
                  <a:pt x="1263454" y="1114920"/>
                </a:lnTo>
                <a:lnTo>
                  <a:pt x="1263623" y="1114920"/>
                </a:lnTo>
                <a:lnTo>
                  <a:pt x="1263801" y="1114920"/>
                </a:lnTo>
                <a:lnTo>
                  <a:pt x="1263970" y="1114920"/>
                </a:lnTo>
                <a:lnTo>
                  <a:pt x="1264148" y="1114920"/>
                </a:lnTo>
                <a:lnTo>
                  <a:pt x="1264317" y="1114920"/>
                </a:lnTo>
                <a:lnTo>
                  <a:pt x="1264486" y="1114920"/>
                </a:lnTo>
                <a:lnTo>
                  <a:pt x="1264664" y="1114920"/>
                </a:lnTo>
                <a:lnTo>
                  <a:pt x="1264833" y="1114920"/>
                </a:lnTo>
                <a:lnTo>
                  <a:pt x="1265002" y="1114920"/>
                </a:lnTo>
                <a:lnTo>
                  <a:pt x="1265180" y="1114920"/>
                </a:lnTo>
                <a:lnTo>
                  <a:pt x="1265349" y="1114920"/>
                </a:lnTo>
                <a:lnTo>
                  <a:pt x="1265518" y="1114920"/>
                </a:lnTo>
                <a:lnTo>
                  <a:pt x="1265696" y="1114920"/>
                </a:lnTo>
                <a:lnTo>
                  <a:pt x="1265865" y="1114920"/>
                </a:lnTo>
                <a:lnTo>
                  <a:pt x="1266043" y="1114920"/>
                </a:lnTo>
                <a:lnTo>
                  <a:pt x="1266212" y="1114920"/>
                </a:lnTo>
                <a:lnTo>
                  <a:pt x="1266381" y="1114920"/>
                </a:lnTo>
                <a:lnTo>
                  <a:pt x="1266559" y="1114920"/>
                </a:lnTo>
                <a:lnTo>
                  <a:pt x="1266728" y="1114920"/>
                </a:lnTo>
                <a:lnTo>
                  <a:pt x="1266897" y="1114920"/>
                </a:lnTo>
                <a:lnTo>
                  <a:pt x="1267075" y="1114920"/>
                </a:lnTo>
                <a:lnTo>
                  <a:pt x="1267244" y="1114920"/>
                </a:lnTo>
                <a:lnTo>
                  <a:pt x="1267413" y="1114920"/>
                </a:lnTo>
                <a:lnTo>
                  <a:pt x="1267591" y="1114920"/>
                </a:lnTo>
                <a:lnTo>
                  <a:pt x="1267760" y="1114920"/>
                </a:lnTo>
                <a:lnTo>
                  <a:pt x="1267938" y="1114920"/>
                </a:lnTo>
                <a:lnTo>
                  <a:pt x="1268107" y="1114920"/>
                </a:lnTo>
                <a:lnTo>
                  <a:pt x="1268276" y="1114920"/>
                </a:lnTo>
                <a:lnTo>
                  <a:pt x="1268454" y="1114920"/>
                </a:lnTo>
                <a:lnTo>
                  <a:pt x="1268623" y="1114920"/>
                </a:lnTo>
                <a:lnTo>
                  <a:pt x="1268792" y="1114920"/>
                </a:lnTo>
                <a:lnTo>
                  <a:pt x="1268970" y="1114920"/>
                </a:lnTo>
                <a:lnTo>
                  <a:pt x="1269139" y="1114920"/>
                </a:lnTo>
                <a:lnTo>
                  <a:pt x="1269308" y="1114920"/>
                </a:lnTo>
                <a:lnTo>
                  <a:pt x="1269486" y="1114920"/>
                </a:lnTo>
                <a:lnTo>
                  <a:pt x="1269655" y="1114920"/>
                </a:lnTo>
                <a:lnTo>
                  <a:pt x="1269833" y="1114920"/>
                </a:lnTo>
                <a:lnTo>
                  <a:pt x="1270002" y="1114920"/>
                </a:lnTo>
                <a:lnTo>
                  <a:pt x="1270171" y="1114920"/>
                </a:lnTo>
                <a:lnTo>
                  <a:pt x="1270349" y="1114920"/>
                </a:lnTo>
                <a:lnTo>
                  <a:pt x="1270518" y="1114920"/>
                </a:lnTo>
                <a:lnTo>
                  <a:pt x="1270687" y="1114920"/>
                </a:lnTo>
                <a:lnTo>
                  <a:pt x="1270865" y="1114920"/>
                </a:lnTo>
                <a:lnTo>
                  <a:pt x="1271034" y="1114920"/>
                </a:lnTo>
                <a:lnTo>
                  <a:pt x="1271203" y="1114920"/>
                </a:lnTo>
                <a:lnTo>
                  <a:pt x="1271381" y="1114920"/>
                </a:lnTo>
                <a:lnTo>
                  <a:pt x="1271550" y="1114920"/>
                </a:lnTo>
                <a:lnTo>
                  <a:pt x="1271719" y="1114920"/>
                </a:lnTo>
                <a:lnTo>
                  <a:pt x="1271897" y="1114920"/>
                </a:lnTo>
                <a:lnTo>
                  <a:pt x="1272066" y="1114920"/>
                </a:lnTo>
                <a:lnTo>
                  <a:pt x="1272244" y="1114920"/>
                </a:lnTo>
                <a:lnTo>
                  <a:pt x="1272413" y="1114920"/>
                </a:lnTo>
                <a:lnTo>
                  <a:pt x="1272582" y="1114920"/>
                </a:lnTo>
                <a:lnTo>
                  <a:pt x="1272760" y="1114920"/>
                </a:lnTo>
                <a:lnTo>
                  <a:pt x="1272929" y="1114920"/>
                </a:lnTo>
                <a:lnTo>
                  <a:pt x="1273098" y="1114920"/>
                </a:lnTo>
                <a:lnTo>
                  <a:pt x="1273276" y="1114920"/>
                </a:lnTo>
                <a:lnTo>
                  <a:pt x="1273445" y="1114920"/>
                </a:lnTo>
                <a:lnTo>
                  <a:pt x="1273614" y="1114920"/>
                </a:lnTo>
                <a:lnTo>
                  <a:pt x="1273792" y="1114920"/>
                </a:lnTo>
                <a:lnTo>
                  <a:pt x="1273961" y="1114920"/>
                </a:lnTo>
                <a:lnTo>
                  <a:pt x="1274139" y="1114920"/>
                </a:lnTo>
                <a:lnTo>
                  <a:pt x="1274308" y="1114920"/>
                </a:lnTo>
                <a:lnTo>
                  <a:pt x="1274477" y="1114920"/>
                </a:lnTo>
                <a:lnTo>
                  <a:pt x="1274655" y="1114920"/>
                </a:lnTo>
                <a:lnTo>
                  <a:pt x="1274824" y="1114920"/>
                </a:lnTo>
                <a:lnTo>
                  <a:pt x="1274993" y="1114920"/>
                </a:lnTo>
                <a:lnTo>
                  <a:pt x="1275171" y="1114920"/>
                </a:lnTo>
                <a:lnTo>
                  <a:pt x="1275340" y="1114920"/>
                </a:lnTo>
                <a:lnTo>
                  <a:pt x="1275509" y="1114920"/>
                </a:lnTo>
                <a:lnTo>
                  <a:pt x="1275687" y="1114920"/>
                </a:lnTo>
                <a:lnTo>
                  <a:pt x="1275856" y="1114920"/>
                </a:lnTo>
                <a:lnTo>
                  <a:pt x="1276034" y="1114920"/>
                </a:lnTo>
                <a:lnTo>
                  <a:pt x="1276203" y="1114920"/>
                </a:lnTo>
                <a:lnTo>
                  <a:pt x="1276372" y="1114920"/>
                </a:lnTo>
                <a:lnTo>
                  <a:pt x="1276550" y="1114920"/>
                </a:lnTo>
                <a:lnTo>
                  <a:pt x="1276719" y="1114920"/>
                </a:lnTo>
                <a:lnTo>
                  <a:pt x="1276888" y="1114920"/>
                </a:lnTo>
                <a:lnTo>
                  <a:pt x="1277066" y="1114920"/>
                </a:lnTo>
                <a:lnTo>
                  <a:pt x="1277235" y="1114920"/>
                </a:lnTo>
                <a:lnTo>
                  <a:pt x="1277404" y="1114920"/>
                </a:lnTo>
                <a:lnTo>
                  <a:pt x="1277582" y="1114920"/>
                </a:lnTo>
                <a:lnTo>
                  <a:pt x="1277751" y="1114920"/>
                </a:lnTo>
                <a:lnTo>
                  <a:pt x="1277929" y="1114920"/>
                </a:lnTo>
                <a:lnTo>
                  <a:pt x="1278098" y="1114920"/>
                </a:lnTo>
                <a:lnTo>
                  <a:pt x="1278267" y="1114920"/>
                </a:lnTo>
                <a:lnTo>
                  <a:pt x="1278445" y="1114920"/>
                </a:lnTo>
                <a:lnTo>
                  <a:pt x="1278614" y="1114920"/>
                </a:lnTo>
                <a:lnTo>
                  <a:pt x="1278783" y="1114920"/>
                </a:lnTo>
                <a:lnTo>
                  <a:pt x="1278961" y="1114920"/>
                </a:lnTo>
                <a:lnTo>
                  <a:pt x="1279130" y="1114920"/>
                </a:lnTo>
                <a:lnTo>
                  <a:pt x="1279299" y="1114920"/>
                </a:lnTo>
                <a:lnTo>
                  <a:pt x="1279477" y="1114920"/>
                </a:lnTo>
                <a:lnTo>
                  <a:pt x="1279646" y="1114920"/>
                </a:lnTo>
                <a:lnTo>
                  <a:pt x="1279815" y="1114920"/>
                </a:lnTo>
                <a:lnTo>
                  <a:pt x="1279993" y="1114920"/>
                </a:lnTo>
                <a:lnTo>
                  <a:pt x="1280162" y="1114920"/>
                </a:lnTo>
                <a:lnTo>
                  <a:pt x="1280340" y="1114920"/>
                </a:lnTo>
                <a:lnTo>
                  <a:pt x="1280509" y="1114920"/>
                </a:lnTo>
                <a:lnTo>
                  <a:pt x="1280678" y="1114920"/>
                </a:lnTo>
                <a:lnTo>
                  <a:pt x="1280856" y="1114920"/>
                </a:lnTo>
                <a:lnTo>
                  <a:pt x="1281025" y="1114920"/>
                </a:lnTo>
                <a:lnTo>
                  <a:pt x="1281194" y="1114920"/>
                </a:lnTo>
                <a:lnTo>
                  <a:pt x="1281372" y="1114920"/>
                </a:lnTo>
                <a:lnTo>
                  <a:pt x="1281541" y="1114920"/>
                </a:lnTo>
                <a:lnTo>
                  <a:pt x="1281710" y="1114920"/>
                </a:lnTo>
                <a:lnTo>
                  <a:pt x="1281888" y="1114920"/>
                </a:lnTo>
                <a:lnTo>
                  <a:pt x="1282057" y="1114920"/>
                </a:lnTo>
                <a:lnTo>
                  <a:pt x="1282235" y="1114920"/>
                </a:lnTo>
                <a:lnTo>
                  <a:pt x="1282404" y="1114920"/>
                </a:lnTo>
                <a:lnTo>
                  <a:pt x="1282573" y="1114920"/>
                </a:lnTo>
                <a:lnTo>
                  <a:pt x="1282751" y="1114920"/>
                </a:lnTo>
                <a:lnTo>
                  <a:pt x="1282920" y="1114920"/>
                </a:lnTo>
                <a:lnTo>
                  <a:pt x="1283089" y="1114920"/>
                </a:lnTo>
                <a:lnTo>
                  <a:pt x="1283267" y="1114920"/>
                </a:lnTo>
                <a:lnTo>
                  <a:pt x="1283436" y="1114920"/>
                </a:lnTo>
                <a:lnTo>
                  <a:pt x="1283605" y="1114920"/>
                </a:lnTo>
                <a:lnTo>
                  <a:pt x="1283783" y="1114920"/>
                </a:lnTo>
                <a:lnTo>
                  <a:pt x="1283952" y="1114920"/>
                </a:lnTo>
                <a:lnTo>
                  <a:pt x="1284130" y="1114920"/>
                </a:lnTo>
                <a:lnTo>
                  <a:pt x="1284299" y="1114920"/>
                </a:lnTo>
                <a:lnTo>
                  <a:pt x="1284468" y="1114920"/>
                </a:lnTo>
                <a:lnTo>
                  <a:pt x="1284646" y="1114920"/>
                </a:lnTo>
                <a:lnTo>
                  <a:pt x="1284815" y="1114920"/>
                </a:lnTo>
                <a:lnTo>
                  <a:pt x="1284984" y="1114920"/>
                </a:lnTo>
                <a:lnTo>
                  <a:pt x="1285162" y="1114920"/>
                </a:lnTo>
                <a:lnTo>
                  <a:pt x="1285331" y="1114920"/>
                </a:lnTo>
                <a:lnTo>
                  <a:pt x="1285500" y="1114920"/>
                </a:lnTo>
                <a:lnTo>
                  <a:pt x="1285678" y="1114920"/>
                </a:lnTo>
                <a:lnTo>
                  <a:pt x="1285847" y="1114920"/>
                </a:lnTo>
                <a:lnTo>
                  <a:pt x="1286025" y="1114920"/>
                </a:lnTo>
                <a:lnTo>
                  <a:pt x="1286194" y="1114920"/>
                </a:lnTo>
                <a:lnTo>
                  <a:pt x="1286363" y="1114920"/>
                </a:lnTo>
                <a:lnTo>
                  <a:pt x="1286541" y="1114920"/>
                </a:lnTo>
                <a:lnTo>
                  <a:pt x="1286710" y="1114920"/>
                </a:lnTo>
                <a:lnTo>
                  <a:pt x="1286879" y="1114920"/>
                </a:lnTo>
                <a:lnTo>
                  <a:pt x="1287057" y="1114920"/>
                </a:lnTo>
                <a:lnTo>
                  <a:pt x="1287226" y="1114920"/>
                </a:lnTo>
                <a:lnTo>
                  <a:pt x="1287395" y="1114920"/>
                </a:lnTo>
                <a:lnTo>
                  <a:pt x="1287573" y="1114920"/>
                </a:lnTo>
                <a:lnTo>
                  <a:pt x="1287742" y="1114920"/>
                </a:lnTo>
                <a:lnTo>
                  <a:pt x="1287911" y="1114920"/>
                </a:lnTo>
                <a:lnTo>
                  <a:pt x="1288089" y="1114920"/>
                </a:lnTo>
                <a:lnTo>
                  <a:pt x="1288258" y="1114920"/>
                </a:lnTo>
                <a:lnTo>
                  <a:pt x="1288436" y="1114920"/>
                </a:lnTo>
                <a:lnTo>
                  <a:pt x="1288605" y="1114920"/>
                </a:lnTo>
                <a:lnTo>
                  <a:pt x="1288774" y="1114920"/>
                </a:lnTo>
                <a:lnTo>
                  <a:pt x="1288952" y="1114920"/>
                </a:lnTo>
                <a:lnTo>
                  <a:pt x="1289121" y="1114920"/>
                </a:lnTo>
                <a:lnTo>
                  <a:pt x="1289290" y="1114920"/>
                </a:lnTo>
                <a:lnTo>
                  <a:pt x="1289468" y="1114920"/>
                </a:lnTo>
                <a:lnTo>
                  <a:pt x="1289637" y="1114920"/>
                </a:lnTo>
                <a:lnTo>
                  <a:pt x="1289806" y="1114920"/>
                </a:lnTo>
                <a:lnTo>
                  <a:pt x="1289983" y="1114920"/>
                </a:lnTo>
                <a:lnTo>
                  <a:pt x="1290153" y="1114920"/>
                </a:lnTo>
                <a:lnTo>
                  <a:pt x="1290330" y="1114920"/>
                </a:lnTo>
                <a:lnTo>
                  <a:pt x="1290500" y="1114920"/>
                </a:lnTo>
                <a:lnTo>
                  <a:pt x="1290669" y="1114920"/>
                </a:lnTo>
                <a:lnTo>
                  <a:pt x="1290847" y="1114920"/>
                </a:lnTo>
                <a:lnTo>
                  <a:pt x="1291016" y="1114920"/>
                </a:lnTo>
                <a:lnTo>
                  <a:pt x="1291185" y="1114920"/>
                </a:lnTo>
                <a:lnTo>
                  <a:pt x="1291362" y="1114920"/>
                </a:lnTo>
                <a:lnTo>
                  <a:pt x="1291531" y="1114920"/>
                </a:lnTo>
                <a:lnTo>
                  <a:pt x="1291701" y="1114920"/>
                </a:lnTo>
                <a:lnTo>
                  <a:pt x="1291878" y="1114920"/>
                </a:lnTo>
                <a:lnTo>
                  <a:pt x="1292048" y="1114920"/>
                </a:lnTo>
                <a:lnTo>
                  <a:pt x="1292225" y="1114920"/>
                </a:lnTo>
                <a:lnTo>
                  <a:pt x="1292395" y="1114920"/>
                </a:lnTo>
                <a:lnTo>
                  <a:pt x="1292563" y="1114920"/>
                </a:lnTo>
                <a:lnTo>
                  <a:pt x="1292741" y="1114920"/>
                </a:lnTo>
                <a:lnTo>
                  <a:pt x="1292910" y="1114920"/>
                </a:lnTo>
                <a:lnTo>
                  <a:pt x="1293080" y="1114920"/>
                </a:lnTo>
                <a:lnTo>
                  <a:pt x="1293257" y="1114920"/>
                </a:lnTo>
                <a:lnTo>
                  <a:pt x="1293426" y="1114920"/>
                </a:lnTo>
                <a:lnTo>
                  <a:pt x="1293596" y="1114920"/>
                </a:lnTo>
                <a:lnTo>
                  <a:pt x="1293773" y="1114920"/>
                </a:lnTo>
                <a:lnTo>
                  <a:pt x="1293942" y="1114920"/>
                </a:lnTo>
                <a:lnTo>
                  <a:pt x="1294120" y="1114920"/>
                </a:lnTo>
                <a:lnTo>
                  <a:pt x="1294289" y="1114920"/>
                </a:lnTo>
                <a:lnTo>
                  <a:pt x="1294458" y="1114920"/>
                </a:lnTo>
                <a:lnTo>
                  <a:pt x="1294636" y="1114920"/>
                </a:lnTo>
                <a:lnTo>
                  <a:pt x="1294805" y="1114920"/>
                </a:lnTo>
                <a:lnTo>
                  <a:pt x="1294974" y="1114920"/>
                </a:lnTo>
                <a:lnTo>
                  <a:pt x="1295152" y="1114920"/>
                </a:lnTo>
                <a:lnTo>
                  <a:pt x="1295321" y="1114920"/>
                </a:lnTo>
                <a:lnTo>
                  <a:pt x="1295490" y="1114920"/>
                </a:lnTo>
                <a:lnTo>
                  <a:pt x="1295668" y="1114920"/>
                </a:lnTo>
                <a:lnTo>
                  <a:pt x="1295837" y="1114920"/>
                </a:lnTo>
                <a:lnTo>
                  <a:pt x="1296006" y="1114920"/>
                </a:lnTo>
                <a:lnTo>
                  <a:pt x="1296184" y="1114920"/>
                </a:lnTo>
                <a:lnTo>
                  <a:pt x="1296353" y="1114920"/>
                </a:lnTo>
                <a:lnTo>
                  <a:pt x="1296531" y="1114920"/>
                </a:lnTo>
                <a:lnTo>
                  <a:pt x="1296700" y="1114920"/>
                </a:lnTo>
                <a:lnTo>
                  <a:pt x="1296869" y="1114920"/>
                </a:lnTo>
                <a:lnTo>
                  <a:pt x="1297047" y="1114920"/>
                </a:lnTo>
                <a:lnTo>
                  <a:pt x="1297216" y="1114920"/>
                </a:lnTo>
                <a:lnTo>
                  <a:pt x="1297385" y="1114920"/>
                </a:lnTo>
                <a:lnTo>
                  <a:pt x="1297563" y="1114920"/>
                </a:lnTo>
                <a:lnTo>
                  <a:pt x="1297732" y="1114920"/>
                </a:lnTo>
                <a:lnTo>
                  <a:pt x="1297901" y="1114920"/>
                </a:lnTo>
                <a:lnTo>
                  <a:pt x="1298079" y="1114920"/>
                </a:lnTo>
                <a:lnTo>
                  <a:pt x="1298248" y="1114920"/>
                </a:lnTo>
                <a:lnTo>
                  <a:pt x="1298426" y="1114920"/>
                </a:lnTo>
                <a:lnTo>
                  <a:pt x="1298595" y="1114920"/>
                </a:lnTo>
                <a:lnTo>
                  <a:pt x="1298764" y="1114920"/>
                </a:lnTo>
                <a:lnTo>
                  <a:pt x="1298942" y="1114920"/>
                </a:lnTo>
                <a:lnTo>
                  <a:pt x="1299111" y="1114920"/>
                </a:lnTo>
                <a:lnTo>
                  <a:pt x="1299280" y="1114920"/>
                </a:lnTo>
                <a:lnTo>
                  <a:pt x="1299458" y="1114920"/>
                </a:lnTo>
                <a:lnTo>
                  <a:pt x="1299627" y="1114920"/>
                </a:lnTo>
                <a:lnTo>
                  <a:pt x="1299796" y="1114920"/>
                </a:lnTo>
                <a:lnTo>
                  <a:pt x="1299974" y="1114920"/>
                </a:lnTo>
                <a:lnTo>
                  <a:pt x="1300143" y="1114920"/>
                </a:lnTo>
                <a:lnTo>
                  <a:pt x="1300321" y="1114920"/>
                </a:lnTo>
                <a:lnTo>
                  <a:pt x="1300490" y="1114920"/>
                </a:lnTo>
                <a:lnTo>
                  <a:pt x="1300659" y="1114920"/>
                </a:lnTo>
                <a:lnTo>
                  <a:pt x="1300837" y="1114920"/>
                </a:lnTo>
                <a:lnTo>
                  <a:pt x="1301006" y="1114920"/>
                </a:lnTo>
                <a:lnTo>
                  <a:pt x="1301175" y="1114920"/>
                </a:lnTo>
                <a:lnTo>
                  <a:pt x="1301353" y="1114920"/>
                </a:lnTo>
                <a:lnTo>
                  <a:pt x="1301522" y="1114920"/>
                </a:lnTo>
                <a:lnTo>
                  <a:pt x="1301691" y="1114920"/>
                </a:lnTo>
                <a:lnTo>
                  <a:pt x="1301869" y="1114920"/>
                </a:lnTo>
                <a:lnTo>
                  <a:pt x="1302038" y="1114920"/>
                </a:lnTo>
                <a:lnTo>
                  <a:pt x="1302216" y="1114920"/>
                </a:lnTo>
                <a:lnTo>
                  <a:pt x="1302385" y="1114920"/>
                </a:lnTo>
                <a:lnTo>
                  <a:pt x="1302554" y="1114920"/>
                </a:lnTo>
                <a:lnTo>
                  <a:pt x="1302732" y="1114920"/>
                </a:lnTo>
                <a:lnTo>
                  <a:pt x="1302901" y="1114920"/>
                </a:lnTo>
                <a:lnTo>
                  <a:pt x="1303070" y="1114920"/>
                </a:lnTo>
                <a:lnTo>
                  <a:pt x="1303248" y="1114920"/>
                </a:lnTo>
                <a:lnTo>
                  <a:pt x="1303417" y="1114920"/>
                </a:lnTo>
                <a:lnTo>
                  <a:pt x="1303586" y="1114920"/>
                </a:lnTo>
                <a:lnTo>
                  <a:pt x="1303764" y="1114920"/>
                </a:lnTo>
                <a:lnTo>
                  <a:pt x="1303933" y="1114920"/>
                </a:lnTo>
                <a:lnTo>
                  <a:pt x="1304102" y="1114920"/>
                </a:lnTo>
                <a:lnTo>
                  <a:pt x="1304280" y="1114920"/>
                </a:lnTo>
                <a:lnTo>
                  <a:pt x="1304449" y="1114920"/>
                </a:lnTo>
                <a:lnTo>
                  <a:pt x="1304627" y="1114920"/>
                </a:lnTo>
                <a:lnTo>
                  <a:pt x="1304796" y="1114920"/>
                </a:lnTo>
                <a:lnTo>
                  <a:pt x="1304965" y="1114920"/>
                </a:lnTo>
                <a:lnTo>
                  <a:pt x="1305143" y="1114920"/>
                </a:lnTo>
                <a:lnTo>
                  <a:pt x="1305312" y="1114920"/>
                </a:lnTo>
                <a:lnTo>
                  <a:pt x="1305481" y="1114920"/>
                </a:lnTo>
                <a:lnTo>
                  <a:pt x="1305659" y="1114920"/>
                </a:lnTo>
                <a:lnTo>
                  <a:pt x="1305828" y="1114920"/>
                </a:lnTo>
                <a:lnTo>
                  <a:pt x="1305997" y="1114920"/>
                </a:lnTo>
                <a:lnTo>
                  <a:pt x="1306175" y="1114920"/>
                </a:lnTo>
                <a:lnTo>
                  <a:pt x="1306344" y="1114920"/>
                </a:lnTo>
                <a:lnTo>
                  <a:pt x="1306522" y="1114920"/>
                </a:lnTo>
                <a:lnTo>
                  <a:pt x="1306691" y="1114920"/>
                </a:lnTo>
                <a:lnTo>
                  <a:pt x="1306860" y="1114920"/>
                </a:lnTo>
                <a:lnTo>
                  <a:pt x="1307038" y="1114920"/>
                </a:lnTo>
                <a:lnTo>
                  <a:pt x="1307207" y="1114920"/>
                </a:lnTo>
                <a:lnTo>
                  <a:pt x="1307376" y="1114920"/>
                </a:lnTo>
                <a:lnTo>
                  <a:pt x="1307554" y="1114920"/>
                </a:lnTo>
                <a:lnTo>
                  <a:pt x="1307723" y="1114920"/>
                </a:lnTo>
                <a:lnTo>
                  <a:pt x="1307892" y="1114920"/>
                </a:lnTo>
                <a:lnTo>
                  <a:pt x="1308070" y="1114920"/>
                </a:lnTo>
                <a:lnTo>
                  <a:pt x="1308239" y="1114920"/>
                </a:lnTo>
                <a:lnTo>
                  <a:pt x="1308417" y="1114920"/>
                </a:lnTo>
                <a:lnTo>
                  <a:pt x="1308586" y="1114920"/>
                </a:lnTo>
                <a:lnTo>
                  <a:pt x="1308755" y="1114920"/>
                </a:lnTo>
                <a:lnTo>
                  <a:pt x="1308933" y="1114920"/>
                </a:lnTo>
                <a:lnTo>
                  <a:pt x="1309102" y="1114920"/>
                </a:lnTo>
                <a:lnTo>
                  <a:pt x="1309271" y="1114920"/>
                </a:lnTo>
                <a:lnTo>
                  <a:pt x="1309449" y="1114920"/>
                </a:lnTo>
                <a:lnTo>
                  <a:pt x="1309618" y="1114920"/>
                </a:lnTo>
                <a:lnTo>
                  <a:pt x="1309787" y="1114920"/>
                </a:lnTo>
                <a:lnTo>
                  <a:pt x="1309965" y="1114920"/>
                </a:lnTo>
                <a:lnTo>
                  <a:pt x="1310134" y="1114920"/>
                </a:lnTo>
                <a:lnTo>
                  <a:pt x="1310312" y="1114920"/>
                </a:lnTo>
                <a:lnTo>
                  <a:pt x="1310481" y="1114920"/>
                </a:lnTo>
                <a:lnTo>
                  <a:pt x="1310650" y="1114920"/>
                </a:lnTo>
                <a:lnTo>
                  <a:pt x="1310828" y="1114920"/>
                </a:lnTo>
                <a:lnTo>
                  <a:pt x="1310997" y="1114920"/>
                </a:lnTo>
                <a:lnTo>
                  <a:pt x="1311166" y="1114920"/>
                </a:lnTo>
                <a:lnTo>
                  <a:pt x="1311344" y="1114920"/>
                </a:lnTo>
                <a:lnTo>
                  <a:pt x="1311513" y="1114920"/>
                </a:lnTo>
                <a:lnTo>
                  <a:pt x="1311682" y="1114920"/>
                </a:lnTo>
                <a:lnTo>
                  <a:pt x="1311860" y="1114920"/>
                </a:lnTo>
                <a:lnTo>
                  <a:pt x="1312029" y="1114920"/>
                </a:lnTo>
                <a:lnTo>
                  <a:pt x="1312198" y="1114920"/>
                </a:lnTo>
                <a:lnTo>
                  <a:pt x="1312376" y="1114920"/>
                </a:lnTo>
                <a:lnTo>
                  <a:pt x="1312545" y="1114920"/>
                </a:lnTo>
                <a:lnTo>
                  <a:pt x="1312723" y="1114920"/>
                </a:lnTo>
                <a:lnTo>
                  <a:pt x="1312892" y="1114920"/>
                </a:lnTo>
                <a:lnTo>
                  <a:pt x="1313061" y="1114920"/>
                </a:lnTo>
                <a:lnTo>
                  <a:pt x="1313239" y="1114920"/>
                </a:lnTo>
                <a:lnTo>
                  <a:pt x="1313408" y="1114920"/>
                </a:lnTo>
                <a:lnTo>
                  <a:pt x="1313577" y="1114920"/>
                </a:lnTo>
                <a:lnTo>
                  <a:pt x="1313755" y="1114920"/>
                </a:lnTo>
                <a:lnTo>
                  <a:pt x="1313924" y="1114920"/>
                </a:lnTo>
                <a:lnTo>
                  <a:pt x="1314093" y="1114920"/>
                </a:lnTo>
                <a:lnTo>
                  <a:pt x="1314271" y="1114920"/>
                </a:lnTo>
                <a:lnTo>
                  <a:pt x="1314440" y="1114920"/>
                </a:lnTo>
                <a:lnTo>
                  <a:pt x="1314618" y="1114920"/>
                </a:lnTo>
                <a:lnTo>
                  <a:pt x="1314787" y="1114920"/>
                </a:lnTo>
                <a:lnTo>
                  <a:pt x="1314956" y="1114920"/>
                </a:lnTo>
                <a:lnTo>
                  <a:pt x="1315134" y="1114920"/>
                </a:lnTo>
                <a:lnTo>
                  <a:pt x="1315303" y="1114920"/>
                </a:lnTo>
                <a:lnTo>
                  <a:pt x="1315472" y="1114920"/>
                </a:lnTo>
                <a:lnTo>
                  <a:pt x="1315650" y="1114920"/>
                </a:lnTo>
                <a:lnTo>
                  <a:pt x="1315819" y="1114920"/>
                </a:lnTo>
                <a:lnTo>
                  <a:pt x="1315988" y="1114920"/>
                </a:lnTo>
                <a:lnTo>
                  <a:pt x="1316166" y="1114920"/>
                </a:lnTo>
                <a:lnTo>
                  <a:pt x="1316335" y="1114920"/>
                </a:lnTo>
                <a:lnTo>
                  <a:pt x="1316513" y="1114920"/>
                </a:lnTo>
                <a:lnTo>
                  <a:pt x="1316682" y="1114920"/>
                </a:lnTo>
                <a:lnTo>
                  <a:pt x="1316851" y="1114920"/>
                </a:lnTo>
                <a:lnTo>
                  <a:pt x="1317029" y="1114920"/>
                </a:lnTo>
                <a:lnTo>
                  <a:pt x="1317198" y="1114920"/>
                </a:lnTo>
                <a:lnTo>
                  <a:pt x="1317367" y="1114920"/>
                </a:lnTo>
                <a:lnTo>
                  <a:pt x="1317545" y="1114920"/>
                </a:lnTo>
                <a:lnTo>
                  <a:pt x="1317714" y="1114920"/>
                </a:lnTo>
                <a:lnTo>
                  <a:pt x="1317883" y="1114920"/>
                </a:lnTo>
                <a:lnTo>
                  <a:pt x="1318061" y="1114920"/>
                </a:lnTo>
                <a:lnTo>
                  <a:pt x="1318230" y="1114920"/>
                </a:lnTo>
                <a:lnTo>
                  <a:pt x="1318408" y="1114920"/>
                </a:lnTo>
                <a:lnTo>
                  <a:pt x="1318577" y="1114920"/>
                </a:lnTo>
                <a:lnTo>
                  <a:pt x="1318746" y="1114920"/>
                </a:lnTo>
                <a:lnTo>
                  <a:pt x="1318924" y="1114920"/>
                </a:lnTo>
                <a:lnTo>
                  <a:pt x="1319093" y="1114920"/>
                </a:lnTo>
                <a:lnTo>
                  <a:pt x="1319262" y="1114920"/>
                </a:lnTo>
                <a:lnTo>
                  <a:pt x="1319440" y="1114920"/>
                </a:lnTo>
                <a:lnTo>
                  <a:pt x="1319609" y="1114920"/>
                </a:lnTo>
                <a:lnTo>
                  <a:pt x="1319778" y="1114920"/>
                </a:lnTo>
                <a:lnTo>
                  <a:pt x="1319956" y="1114920"/>
                </a:lnTo>
                <a:lnTo>
                  <a:pt x="1320125" y="1114920"/>
                </a:lnTo>
                <a:lnTo>
                  <a:pt x="1320294" y="1114920"/>
                </a:lnTo>
                <a:lnTo>
                  <a:pt x="1320472" y="1114920"/>
                </a:lnTo>
                <a:lnTo>
                  <a:pt x="1320641" y="1114920"/>
                </a:lnTo>
                <a:lnTo>
                  <a:pt x="1320819" y="1114920"/>
                </a:lnTo>
                <a:lnTo>
                  <a:pt x="1320988" y="1114920"/>
                </a:lnTo>
                <a:lnTo>
                  <a:pt x="1321157" y="1114920"/>
                </a:lnTo>
                <a:lnTo>
                  <a:pt x="1321335" y="1114920"/>
                </a:lnTo>
                <a:lnTo>
                  <a:pt x="1321504" y="1114920"/>
                </a:lnTo>
                <a:lnTo>
                  <a:pt x="1321673" y="1114920"/>
                </a:lnTo>
                <a:lnTo>
                  <a:pt x="1321851" y="1114920"/>
                </a:lnTo>
                <a:lnTo>
                  <a:pt x="1322020" y="1114920"/>
                </a:lnTo>
                <a:lnTo>
                  <a:pt x="1322189" y="1114920"/>
                </a:lnTo>
                <a:lnTo>
                  <a:pt x="1322367" y="1114920"/>
                </a:lnTo>
                <a:lnTo>
                  <a:pt x="1322536" y="1114920"/>
                </a:lnTo>
                <a:lnTo>
                  <a:pt x="1322714" y="1114920"/>
                </a:lnTo>
                <a:lnTo>
                  <a:pt x="1322883" y="1114920"/>
                </a:lnTo>
                <a:lnTo>
                  <a:pt x="1323052" y="1114920"/>
                </a:lnTo>
                <a:lnTo>
                  <a:pt x="1323230" y="1114920"/>
                </a:lnTo>
                <a:lnTo>
                  <a:pt x="1323399" y="1114920"/>
                </a:lnTo>
                <a:lnTo>
                  <a:pt x="1323568" y="1114920"/>
                </a:lnTo>
                <a:lnTo>
                  <a:pt x="1323746" y="1114920"/>
                </a:lnTo>
                <a:lnTo>
                  <a:pt x="1323915" y="1114920"/>
                </a:lnTo>
                <a:lnTo>
                  <a:pt x="1324084" y="1114920"/>
                </a:lnTo>
                <a:lnTo>
                  <a:pt x="1324262" y="1114920"/>
                </a:lnTo>
                <a:lnTo>
                  <a:pt x="1324431" y="1114920"/>
                </a:lnTo>
                <a:lnTo>
                  <a:pt x="1324609" y="1114920"/>
                </a:lnTo>
                <a:lnTo>
                  <a:pt x="1324778" y="1114920"/>
                </a:lnTo>
                <a:lnTo>
                  <a:pt x="1324947" y="1114920"/>
                </a:lnTo>
                <a:lnTo>
                  <a:pt x="1325124" y="1114920"/>
                </a:lnTo>
                <a:lnTo>
                  <a:pt x="1325294" y="1114920"/>
                </a:lnTo>
                <a:lnTo>
                  <a:pt x="1325463" y="1114920"/>
                </a:lnTo>
                <a:lnTo>
                  <a:pt x="1325641" y="1114920"/>
                </a:lnTo>
                <a:lnTo>
                  <a:pt x="1325810" y="1114920"/>
                </a:lnTo>
                <a:lnTo>
                  <a:pt x="1325979" y="1114920"/>
                </a:lnTo>
                <a:lnTo>
                  <a:pt x="1326156" y="1114920"/>
                </a:lnTo>
                <a:lnTo>
                  <a:pt x="1326326" y="1114920"/>
                </a:lnTo>
                <a:lnTo>
                  <a:pt x="1326503" y="1114920"/>
                </a:lnTo>
                <a:lnTo>
                  <a:pt x="1326672" y="1114920"/>
                </a:lnTo>
                <a:lnTo>
                  <a:pt x="1326842" y="1114920"/>
                </a:lnTo>
                <a:lnTo>
                  <a:pt x="1327019" y="1114920"/>
                </a:lnTo>
                <a:lnTo>
                  <a:pt x="1327189" y="1114920"/>
                </a:lnTo>
                <a:lnTo>
                  <a:pt x="1327357" y="1114920"/>
                </a:lnTo>
                <a:lnTo>
                  <a:pt x="1327535" y="1114920"/>
                </a:lnTo>
                <a:lnTo>
                  <a:pt x="1327704" y="1114920"/>
                </a:lnTo>
                <a:lnTo>
                  <a:pt x="1327874" y="1114920"/>
                </a:lnTo>
                <a:lnTo>
                  <a:pt x="1328051" y="1114920"/>
                </a:lnTo>
                <a:lnTo>
                  <a:pt x="1328221" y="1114920"/>
                </a:lnTo>
                <a:lnTo>
                  <a:pt x="1328390" y="1114920"/>
                </a:lnTo>
                <a:lnTo>
                  <a:pt x="1328567" y="1114920"/>
                </a:lnTo>
                <a:lnTo>
                  <a:pt x="1328736" y="1114920"/>
                </a:lnTo>
                <a:lnTo>
                  <a:pt x="1328914" y="1114920"/>
                </a:lnTo>
                <a:lnTo>
                  <a:pt x="1329083" y="1114920"/>
                </a:lnTo>
                <a:lnTo>
                  <a:pt x="1329252" y="1114920"/>
                </a:lnTo>
                <a:lnTo>
                  <a:pt x="1329430" y="1114920"/>
                </a:lnTo>
                <a:lnTo>
                  <a:pt x="1329599" y="1114920"/>
                </a:lnTo>
                <a:lnTo>
                  <a:pt x="1329769" y="1114920"/>
                </a:lnTo>
                <a:lnTo>
                  <a:pt x="1329946" y="1114920"/>
                </a:lnTo>
                <a:lnTo>
                  <a:pt x="1330115" y="1114920"/>
                </a:lnTo>
                <a:lnTo>
                  <a:pt x="1330284" y="1114920"/>
                </a:lnTo>
                <a:lnTo>
                  <a:pt x="1330462" y="1114920"/>
                </a:lnTo>
                <a:lnTo>
                  <a:pt x="1330631" y="1114920"/>
                </a:lnTo>
                <a:lnTo>
                  <a:pt x="1330809" y="1114920"/>
                </a:lnTo>
                <a:lnTo>
                  <a:pt x="1330978" y="1114920"/>
                </a:lnTo>
                <a:lnTo>
                  <a:pt x="1331147" y="1114920"/>
                </a:lnTo>
                <a:lnTo>
                  <a:pt x="1331325" y="1114920"/>
                </a:lnTo>
                <a:lnTo>
                  <a:pt x="1331494" y="1114920"/>
                </a:lnTo>
                <a:lnTo>
                  <a:pt x="1331663" y="1114920"/>
                </a:lnTo>
                <a:lnTo>
                  <a:pt x="1331841" y="1114920"/>
                </a:lnTo>
                <a:lnTo>
                  <a:pt x="1332010" y="1114920"/>
                </a:lnTo>
                <a:lnTo>
                  <a:pt x="1332179" y="1114920"/>
                </a:lnTo>
                <a:lnTo>
                  <a:pt x="1332357" y="1114920"/>
                </a:lnTo>
                <a:lnTo>
                  <a:pt x="1332526" y="1114920"/>
                </a:lnTo>
                <a:lnTo>
                  <a:pt x="1332704" y="1114920"/>
                </a:lnTo>
                <a:lnTo>
                  <a:pt x="1332873" y="1114920"/>
                </a:lnTo>
                <a:lnTo>
                  <a:pt x="1333042" y="1114920"/>
                </a:lnTo>
                <a:lnTo>
                  <a:pt x="1333220" y="1114920"/>
                </a:lnTo>
                <a:lnTo>
                  <a:pt x="1333389" y="1114920"/>
                </a:lnTo>
                <a:lnTo>
                  <a:pt x="1333558" y="1114920"/>
                </a:lnTo>
                <a:lnTo>
                  <a:pt x="1333736" y="1114920"/>
                </a:lnTo>
                <a:lnTo>
                  <a:pt x="1333905" y="1114920"/>
                </a:lnTo>
                <a:lnTo>
                  <a:pt x="1334074" y="1114920"/>
                </a:lnTo>
                <a:lnTo>
                  <a:pt x="1334252" y="1114920"/>
                </a:lnTo>
                <a:lnTo>
                  <a:pt x="1334421" y="1114920"/>
                </a:lnTo>
                <a:lnTo>
                  <a:pt x="1334599" y="1114920"/>
                </a:lnTo>
                <a:lnTo>
                  <a:pt x="1334768" y="1114920"/>
                </a:lnTo>
                <a:lnTo>
                  <a:pt x="1334937" y="1114920"/>
                </a:lnTo>
                <a:lnTo>
                  <a:pt x="1335115" y="1114920"/>
                </a:lnTo>
                <a:lnTo>
                  <a:pt x="1335284" y="1114920"/>
                </a:lnTo>
                <a:lnTo>
                  <a:pt x="1335453" y="1114920"/>
                </a:lnTo>
                <a:lnTo>
                  <a:pt x="1335631" y="1114920"/>
                </a:lnTo>
                <a:lnTo>
                  <a:pt x="1335800" y="1114920"/>
                </a:lnTo>
                <a:lnTo>
                  <a:pt x="1335969" y="1114920"/>
                </a:lnTo>
                <a:lnTo>
                  <a:pt x="1336147" y="1114920"/>
                </a:lnTo>
                <a:lnTo>
                  <a:pt x="1336316" y="1114920"/>
                </a:lnTo>
                <a:lnTo>
                  <a:pt x="1336485" y="1114920"/>
                </a:lnTo>
                <a:lnTo>
                  <a:pt x="1336663" y="1114920"/>
                </a:lnTo>
                <a:lnTo>
                  <a:pt x="1336832" y="1114920"/>
                </a:lnTo>
                <a:lnTo>
                  <a:pt x="1337010" y="1114920"/>
                </a:lnTo>
                <a:lnTo>
                  <a:pt x="1337179" y="1114920"/>
                </a:lnTo>
                <a:lnTo>
                  <a:pt x="1337348" y="1114920"/>
                </a:lnTo>
                <a:lnTo>
                  <a:pt x="1337526" y="1114920"/>
                </a:lnTo>
                <a:lnTo>
                  <a:pt x="1337695" y="1114920"/>
                </a:lnTo>
                <a:lnTo>
                  <a:pt x="1337864" y="1114920"/>
                </a:lnTo>
                <a:lnTo>
                  <a:pt x="1338042" y="1114920"/>
                </a:lnTo>
                <a:lnTo>
                  <a:pt x="1338211" y="1114920"/>
                </a:lnTo>
                <a:lnTo>
                  <a:pt x="1338380" y="1114920"/>
                </a:lnTo>
                <a:lnTo>
                  <a:pt x="1338558" y="1114920"/>
                </a:lnTo>
                <a:lnTo>
                  <a:pt x="1338727" y="1114920"/>
                </a:lnTo>
                <a:lnTo>
                  <a:pt x="1338905" y="1114920"/>
                </a:lnTo>
                <a:lnTo>
                  <a:pt x="1339074" y="1114920"/>
                </a:lnTo>
                <a:lnTo>
                  <a:pt x="1339243" y="1114920"/>
                </a:lnTo>
                <a:lnTo>
                  <a:pt x="1339421" y="1114920"/>
                </a:lnTo>
                <a:lnTo>
                  <a:pt x="1339590" y="1114920"/>
                </a:lnTo>
                <a:lnTo>
                  <a:pt x="1339759" y="1114920"/>
                </a:lnTo>
                <a:lnTo>
                  <a:pt x="1339937" y="1114920"/>
                </a:lnTo>
                <a:lnTo>
                  <a:pt x="1340106" y="1114920"/>
                </a:lnTo>
                <a:lnTo>
                  <a:pt x="1340275" y="1114920"/>
                </a:lnTo>
                <a:lnTo>
                  <a:pt x="1340453" y="1114920"/>
                </a:lnTo>
                <a:lnTo>
                  <a:pt x="1340622" y="1114920"/>
                </a:lnTo>
                <a:lnTo>
                  <a:pt x="1340800" y="1114920"/>
                </a:lnTo>
                <a:lnTo>
                  <a:pt x="1340969" y="1114920"/>
                </a:lnTo>
                <a:lnTo>
                  <a:pt x="1341138" y="1114920"/>
                </a:lnTo>
                <a:lnTo>
                  <a:pt x="1341316" y="1114920"/>
                </a:lnTo>
                <a:lnTo>
                  <a:pt x="1341485" y="1114920"/>
                </a:lnTo>
                <a:lnTo>
                  <a:pt x="1341654" y="1114920"/>
                </a:lnTo>
                <a:lnTo>
                  <a:pt x="1341832" y="1114920"/>
                </a:lnTo>
                <a:lnTo>
                  <a:pt x="1342001" y="1114920"/>
                </a:lnTo>
                <a:lnTo>
                  <a:pt x="1342170" y="1114920"/>
                </a:lnTo>
                <a:lnTo>
                  <a:pt x="1342348" y="1114920"/>
                </a:lnTo>
                <a:lnTo>
                  <a:pt x="1342517" y="1114920"/>
                </a:lnTo>
                <a:lnTo>
                  <a:pt x="1342695" y="1114920"/>
                </a:lnTo>
                <a:lnTo>
                  <a:pt x="1342864" y="1114920"/>
                </a:lnTo>
                <a:lnTo>
                  <a:pt x="1343033" y="1114920"/>
                </a:lnTo>
                <a:lnTo>
                  <a:pt x="1343211" y="1114920"/>
                </a:lnTo>
                <a:lnTo>
                  <a:pt x="1343380" y="1114920"/>
                </a:lnTo>
                <a:lnTo>
                  <a:pt x="1343549" y="1114920"/>
                </a:lnTo>
                <a:lnTo>
                  <a:pt x="1343727" y="1114920"/>
                </a:lnTo>
                <a:lnTo>
                  <a:pt x="1343896" y="1114920"/>
                </a:lnTo>
                <a:lnTo>
                  <a:pt x="1344065" y="1114920"/>
                </a:lnTo>
                <a:lnTo>
                  <a:pt x="1344243" y="1114920"/>
                </a:lnTo>
                <a:lnTo>
                  <a:pt x="1344412" y="1114920"/>
                </a:lnTo>
                <a:lnTo>
                  <a:pt x="1344581" y="1114920"/>
                </a:lnTo>
                <a:lnTo>
                  <a:pt x="1344759" y="1114920"/>
                </a:lnTo>
                <a:lnTo>
                  <a:pt x="1344928" y="1114920"/>
                </a:lnTo>
                <a:lnTo>
                  <a:pt x="1345106" y="1114920"/>
                </a:lnTo>
                <a:lnTo>
                  <a:pt x="1345275" y="1114920"/>
                </a:lnTo>
                <a:lnTo>
                  <a:pt x="1345444" y="1114920"/>
                </a:lnTo>
                <a:lnTo>
                  <a:pt x="1345622" y="1114920"/>
                </a:lnTo>
                <a:lnTo>
                  <a:pt x="1345791" y="1114920"/>
                </a:lnTo>
                <a:lnTo>
                  <a:pt x="1345960" y="1114920"/>
                </a:lnTo>
                <a:lnTo>
                  <a:pt x="1346138" y="1114920"/>
                </a:lnTo>
                <a:lnTo>
                  <a:pt x="1346307" y="1114920"/>
                </a:lnTo>
                <a:lnTo>
                  <a:pt x="1346476" y="1114920"/>
                </a:lnTo>
                <a:lnTo>
                  <a:pt x="1346654" y="1114920"/>
                </a:lnTo>
                <a:lnTo>
                  <a:pt x="1346823" y="1114920"/>
                </a:lnTo>
                <a:lnTo>
                  <a:pt x="1347001" y="1114920"/>
                </a:lnTo>
                <a:lnTo>
                  <a:pt x="1347170" y="1114920"/>
                </a:lnTo>
                <a:lnTo>
                  <a:pt x="1347339" y="1114920"/>
                </a:lnTo>
                <a:lnTo>
                  <a:pt x="1347517" y="1114920"/>
                </a:lnTo>
                <a:lnTo>
                  <a:pt x="1347686" y="1114920"/>
                </a:lnTo>
                <a:lnTo>
                  <a:pt x="1347855" y="1114920"/>
                </a:lnTo>
                <a:lnTo>
                  <a:pt x="1348033" y="1114920"/>
                </a:lnTo>
                <a:lnTo>
                  <a:pt x="1348202" y="1114920"/>
                </a:lnTo>
                <a:lnTo>
                  <a:pt x="1348371" y="1114920"/>
                </a:lnTo>
                <a:lnTo>
                  <a:pt x="1348549" y="1114920"/>
                </a:lnTo>
                <a:lnTo>
                  <a:pt x="1348718" y="1114920"/>
                </a:lnTo>
                <a:lnTo>
                  <a:pt x="1348896" y="1114920"/>
                </a:lnTo>
                <a:lnTo>
                  <a:pt x="1349065" y="1114920"/>
                </a:lnTo>
                <a:lnTo>
                  <a:pt x="1349234" y="1114920"/>
                </a:lnTo>
                <a:lnTo>
                  <a:pt x="1349412" y="1114920"/>
                </a:lnTo>
                <a:lnTo>
                  <a:pt x="1349581" y="1114920"/>
                </a:lnTo>
                <a:lnTo>
                  <a:pt x="1349750" y="1114920"/>
                </a:lnTo>
                <a:lnTo>
                  <a:pt x="1349928" y="1114920"/>
                </a:lnTo>
                <a:lnTo>
                  <a:pt x="1350097" y="1114920"/>
                </a:lnTo>
                <a:lnTo>
                  <a:pt x="1350266" y="1114920"/>
                </a:lnTo>
                <a:lnTo>
                  <a:pt x="1350444" y="1114920"/>
                </a:lnTo>
                <a:lnTo>
                  <a:pt x="1350613" y="1114920"/>
                </a:lnTo>
                <a:lnTo>
                  <a:pt x="1350791" y="1114920"/>
                </a:lnTo>
                <a:lnTo>
                  <a:pt x="1350960" y="1114920"/>
                </a:lnTo>
                <a:lnTo>
                  <a:pt x="1351129" y="1114920"/>
                </a:lnTo>
                <a:lnTo>
                  <a:pt x="1351307" y="1114920"/>
                </a:lnTo>
                <a:lnTo>
                  <a:pt x="1351476" y="1114920"/>
                </a:lnTo>
                <a:lnTo>
                  <a:pt x="1351645" y="1114920"/>
                </a:lnTo>
                <a:lnTo>
                  <a:pt x="1351823" y="1114920"/>
                </a:lnTo>
                <a:lnTo>
                  <a:pt x="1351992" y="1114920"/>
                </a:lnTo>
                <a:lnTo>
                  <a:pt x="1352161" y="1114920"/>
                </a:lnTo>
                <a:lnTo>
                  <a:pt x="1352339" y="1114920"/>
                </a:lnTo>
                <a:lnTo>
                  <a:pt x="1352508" y="1114920"/>
                </a:lnTo>
                <a:lnTo>
                  <a:pt x="1352677" y="1114920"/>
                </a:lnTo>
                <a:lnTo>
                  <a:pt x="1352855" y="1114920"/>
                </a:lnTo>
                <a:lnTo>
                  <a:pt x="1353024" y="1114920"/>
                </a:lnTo>
                <a:lnTo>
                  <a:pt x="1353202" y="1114920"/>
                </a:lnTo>
                <a:lnTo>
                  <a:pt x="1353371" y="1114920"/>
                </a:lnTo>
                <a:lnTo>
                  <a:pt x="1353540" y="1114920"/>
                </a:lnTo>
                <a:lnTo>
                  <a:pt x="1353718" y="1114920"/>
                </a:lnTo>
                <a:lnTo>
                  <a:pt x="1353887" y="1114920"/>
                </a:lnTo>
                <a:lnTo>
                  <a:pt x="1354056" y="1114920"/>
                </a:lnTo>
                <a:lnTo>
                  <a:pt x="1354234" y="1114920"/>
                </a:lnTo>
                <a:lnTo>
                  <a:pt x="1354403" y="1114920"/>
                </a:lnTo>
                <a:lnTo>
                  <a:pt x="1354572" y="1114920"/>
                </a:lnTo>
                <a:lnTo>
                  <a:pt x="1354750" y="1114920"/>
                </a:lnTo>
                <a:lnTo>
                  <a:pt x="1354919" y="1114920"/>
                </a:lnTo>
                <a:lnTo>
                  <a:pt x="1355097" y="1114920"/>
                </a:lnTo>
                <a:lnTo>
                  <a:pt x="1355266" y="1114920"/>
                </a:lnTo>
                <a:lnTo>
                  <a:pt x="1355435" y="1114920"/>
                </a:lnTo>
                <a:lnTo>
                  <a:pt x="1355613" y="1114920"/>
                </a:lnTo>
                <a:lnTo>
                  <a:pt x="1355782" y="1114920"/>
                </a:lnTo>
                <a:lnTo>
                  <a:pt x="1355951" y="1114920"/>
                </a:lnTo>
                <a:lnTo>
                  <a:pt x="1356129" y="1114920"/>
                </a:lnTo>
                <a:lnTo>
                  <a:pt x="1356298" y="1114920"/>
                </a:lnTo>
                <a:lnTo>
                  <a:pt x="1356467" y="1114920"/>
                </a:lnTo>
                <a:lnTo>
                  <a:pt x="1356645" y="1114920"/>
                </a:lnTo>
                <a:lnTo>
                  <a:pt x="1356814" y="1114920"/>
                </a:lnTo>
                <a:lnTo>
                  <a:pt x="1356992" y="1114920"/>
                </a:lnTo>
                <a:lnTo>
                  <a:pt x="1357161" y="1114920"/>
                </a:lnTo>
                <a:lnTo>
                  <a:pt x="1357330" y="1114920"/>
                </a:lnTo>
                <a:lnTo>
                  <a:pt x="1357508" y="1114920"/>
                </a:lnTo>
                <a:lnTo>
                  <a:pt x="1357677" y="1114920"/>
                </a:lnTo>
                <a:lnTo>
                  <a:pt x="1357846" y="1114920"/>
                </a:lnTo>
                <a:lnTo>
                  <a:pt x="1358024" y="1114920"/>
                </a:lnTo>
                <a:lnTo>
                  <a:pt x="1358193" y="1114920"/>
                </a:lnTo>
                <a:lnTo>
                  <a:pt x="1358362" y="1114920"/>
                </a:lnTo>
                <a:lnTo>
                  <a:pt x="1358540" y="1114920"/>
                </a:lnTo>
                <a:lnTo>
                  <a:pt x="1358709" y="1114920"/>
                </a:lnTo>
                <a:lnTo>
                  <a:pt x="1358887" y="1114920"/>
                </a:lnTo>
                <a:lnTo>
                  <a:pt x="1359056" y="1114920"/>
                </a:lnTo>
                <a:lnTo>
                  <a:pt x="1359225" y="1114920"/>
                </a:lnTo>
                <a:lnTo>
                  <a:pt x="1359403" y="1114920"/>
                </a:lnTo>
                <a:lnTo>
                  <a:pt x="1359572" y="1114920"/>
                </a:lnTo>
                <a:lnTo>
                  <a:pt x="1359741" y="1114920"/>
                </a:lnTo>
                <a:lnTo>
                  <a:pt x="1359919" y="1114920"/>
                </a:lnTo>
                <a:lnTo>
                  <a:pt x="1360088" y="1114920"/>
                </a:lnTo>
                <a:lnTo>
                  <a:pt x="1360257" y="1114920"/>
                </a:lnTo>
                <a:lnTo>
                  <a:pt x="1360435" y="1114920"/>
                </a:lnTo>
                <a:lnTo>
                  <a:pt x="1360604" y="1114920"/>
                </a:lnTo>
                <a:lnTo>
                  <a:pt x="1360773" y="1114920"/>
                </a:lnTo>
                <a:lnTo>
                  <a:pt x="1360950" y="1114920"/>
                </a:lnTo>
                <a:lnTo>
                  <a:pt x="1361120" y="1114920"/>
                </a:lnTo>
                <a:lnTo>
                  <a:pt x="1361297" y="1114920"/>
                </a:lnTo>
                <a:lnTo>
                  <a:pt x="1361467" y="1114920"/>
                </a:lnTo>
                <a:lnTo>
                  <a:pt x="1361636" y="1114920"/>
                </a:lnTo>
                <a:lnTo>
                  <a:pt x="1361813" y="1114920"/>
                </a:lnTo>
                <a:lnTo>
                  <a:pt x="1361983" y="1114920"/>
                </a:lnTo>
                <a:lnTo>
                  <a:pt x="1362151" y="1114920"/>
                </a:lnTo>
                <a:lnTo>
                  <a:pt x="1362329" y="1114920"/>
                </a:lnTo>
                <a:lnTo>
                  <a:pt x="1362498" y="1114920"/>
                </a:lnTo>
                <a:lnTo>
                  <a:pt x="1362668" y="1114920"/>
                </a:lnTo>
                <a:lnTo>
                  <a:pt x="1362845" y="1114920"/>
                </a:lnTo>
                <a:lnTo>
                  <a:pt x="1363015" y="1114920"/>
                </a:lnTo>
                <a:lnTo>
                  <a:pt x="1363192" y="1114920"/>
                </a:lnTo>
                <a:lnTo>
                  <a:pt x="1363362" y="1114920"/>
                </a:lnTo>
                <a:lnTo>
                  <a:pt x="1363530" y="1114920"/>
                </a:lnTo>
                <a:lnTo>
                  <a:pt x="1363708" y="1114920"/>
                </a:lnTo>
                <a:lnTo>
                  <a:pt x="1363877" y="1114920"/>
                </a:lnTo>
                <a:lnTo>
                  <a:pt x="1364046" y="1114920"/>
                </a:lnTo>
                <a:lnTo>
                  <a:pt x="1364224" y="1114920"/>
                </a:lnTo>
                <a:lnTo>
                  <a:pt x="1364393" y="1114920"/>
                </a:lnTo>
                <a:lnTo>
                  <a:pt x="1364563" y="1114920"/>
                </a:lnTo>
                <a:lnTo>
                  <a:pt x="1364740" y="1114920"/>
                </a:lnTo>
                <a:lnTo>
                  <a:pt x="1364909" y="1114920"/>
                </a:lnTo>
                <a:lnTo>
                  <a:pt x="1365087" y="1114920"/>
                </a:lnTo>
                <a:lnTo>
                  <a:pt x="1365256" y="1114920"/>
                </a:lnTo>
                <a:lnTo>
                  <a:pt x="1365425" y="1114920"/>
                </a:lnTo>
                <a:lnTo>
                  <a:pt x="1365603" y="1114920"/>
                </a:lnTo>
                <a:lnTo>
                  <a:pt x="1365772" y="1114920"/>
                </a:lnTo>
                <a:lnTo>
                  <a:pt x="1365941" y="1114920"/>
                </a:lnTo>
                <a:lnTo>
                  <a:pt x="1366119" y="1114920"/>
                </a:lnTo>
                <a:lnTo>
                  <a:pt x="1366288" y="1114920"/>
                </a:lnTo>
                <a:lnTo>
                  <a:pt x="1366457" y="1114920"/>
                </a:lnTo>
                <a:lnTo>
                  <a:pt x="1366635" y="1114920"/>
                </a:lnTo>
                <a:lnTo>
                  <a:pt x="1366804" y="1114920"/>
                </a:lnTo>
                <a:lnTo>
                  <a:pt x="1366982" y="1114920"/>
                </a:lnTo>
                <a:lnTo>
                  <a:pt x="1367151" y="1114920"/>
                </a:lnTo>
                <a:lnTo>
                  <a:pt x="1367320" y="1114920"/>
                </a:lnTo>
                <a:lnTo>
                  <a:pt x="1367498" y="1114920"/>
                </a:lnTo>
                <a:lnTo>
                  <a:pt x="1367667" y="1114920"/>
                </a:lnTo>
                <a:lnTo>
                  <a:pt x="1367836" y="1114920"/>
                </a:lnTo>
                <a:lnTo>
                  <a:pt x="1368014" y="1114920"/>
                </a:lnTo>
                <a:lnTo>
                  <a:pt x="1368183" y="1114920"/>
                </a:lnTo>
                <a:lnTo>
                  <a:pt x="1368352" y="1114920"/>
                </a:lnTo>
                <a:lnTo>
                  <a:pt x="1368530" y="1114920"/>
                </a:lnTo>
                <a:lnTo>
                  <a:pt x="1368699" y="1114920"/>
                </a:lnTo>
                <a:lnTo>
                  <a:pt x="1368868" y="1114920"/>
                </a:lnTo>
                <a:lnTo>
                  <a:pt x="1369046" y="1114920"/>
                </a:lnTo>
                <a:lnTo>
                  <a:pt x="1369215" y="1114920"/>
                </a:lnTo>
                <a:lnTo>
                  <a:pt x="1369393" y="1114920"/>
                </a:lnTo>
                <a:lnTo>
                  <a:pt x="1369562" y="1114920"/>
                </a:lnTo>
                <a:lnTo>
                  <a:pt x="1369731" y="1114920"/>
                </a:lnTo>
                <a:lnTo>
                  <a:pt x="1369909" y="1114920"/>
                </a:lnTo>
                <a:lnTo>
                  <a:pt x="1370078" y="1114920"/>
                </a:lnTo>
                <a:lnTo>
                  <a:pt x="1370247" y="1114920"/>
                </a:lnTo>
                <a:lnTo>
                  <a:pt x="1370425" y="1114920"/>
                </a:lnTo>
                <a:lnTo>
                  <a:pt x="1370594" y="1114920"/>
                </a:lnTo>
                <a:lnTo>
                  <a:pt x="1370763" y="1114920"/>
                </a:lnTo>
                <a:lnTo>
                  <a:pt x="1370941" y="1114920"/>
                </a:lnTo>
                <a:lnTo>
                  <a:pt x="1371110" y="1114920"/>
                </a:lnTo>
                <a:lnTo>
                  <a:pt x="1371288" y="1114920"/>
                </a:lnTo>
                <a:lnTo>
                  <a:pt x="1371457" y="1114920"/>
                </a:lnTo>
                <a:lnTo>
                  <a:pt x="1371626" y="1114920"/>
                </a:lnTo>
                <a:lnTo>
                  <a:pt x="1371804" y="1114920"/>
                </a:lnTo>
                <a:lnTo>
                  <a:pt x="1371973" y="1114920"/>
                </a:lnTo>
                <a:lnTo>
                  <a:pt x="1372142" y="1114920"/>
                </a:lnTo>
                <a:lnTo>
                  <a:pt x="1372320" y="1114920"/>
                </a:lnTo>
                <a:lnTo>
                  <a:pt x="1372489" y="1114920"/>
                </a:lnTo>
                <a:lnTo>
                  <a:pt x="1372658" y="1114920"/>
                </a:lnTo>
                <a:lnTo>
                  <a:pt x="1372836" y="1114920"/>
                </a:lnTo>
                <a:lnTo>
                  <a:pt x="1373005" y="1114920"/>
                </a:lnTo>
                <a:lnTo>
                  <a:pt x="1373183" y="1114920"/>
                </a:lnTo>
                <a:lnTo>
                  <a:pt x="1373352" y="1114920"/>
                </a:lnTo>
                <a:lnTo>
                  <a:pt x="1373521" y="1114920"/>
                </a:lnTo>
                <a:lnTo>
                  <a:pt x="1373699" y="1114920"/>
                </a:lnTo>
                <a:lnTo>
                  <a:pt x="1373868" y="1114920"/>
                </a:lnTo>
                <a:lnTo>
                  <a:pt x="1374037" y="1114920"/>
                </a:lnTo>
                <a:lnTo>
                  <a:pt x="1374215" y="1114920"/>
                </a:lnTo>
                <a:lnTo>
                  <a:pt x="1374384" y="1114920"/>
                </a:lnTo>
                <a:lnTo>
                  <a:pt x="1374553" y="1114920"/>
                </a:lnTo>
                <a:lnTo>
                  <a:pt x="1374731" y="1114920"/>
                </a:lnTo>
                <a:lnTo>
                  <a:pt x="1374900" y="1114920"/>
                </a:lnTo>
                <a:lnTo>
                  <a:pt x="1375078" y="1114920"/>
                </a:lnTo>
                <a:lnTo>
                  <a:pt x="1375247" y="1114920"/>
                </a:lnTo>
                <a:lnTo>
                  <a:pt x="1375416" y="1114920"/>
                </a:lnTo>
                <a:lnTo>
                  <a:pt x="1375594" y="1114920"/>
                </a:lnTo>
                <a:lnTo>
                  <a:pt x="1375763" y="1114920"/>
                </a:lnTo>
                <a:lnTo>
                  <a:pt x="1375932" y="1114920"/>
                </a:lnTo>
                <a:lnTo>
                  <a:pt x="1376110" y="1114920"/>
                </a:lnTo>
                <a:lnTo>
                  <a:pt x="1376279" y="1114920"/>
                </a:lnTo>
                <a:lnTo>
                  <a:pt x="1376448" y="1114920"/>
                </a:lnTo>
                <a:lnTo>
                  <a:pt x="1376626" y="1114920"/>
                </a:lnTo>
                <a:lnTo>
                  <a:pt x="1376795" y="1114920"/>
                </a:lnTo>
                <a:lnTo>
                  <a:pt x="1376964" y="1114920"/>
                </a:lnTo>
                <a:lnTo>
                  <a:pt x="1377142" y="1114920"/>
                </a:lnTo>
                <a:lnTo>
                  <a:pt x="1377311" y="1114920"/>
                </a:lnTo>
                <a:lnTo>
                  <a:pt x="1377489" y="1114920"/>
                </a:lnTo>
                <a:lnTo>
                  <a:pt x="1377658" y="1114920"/>
                </a:lnTo>
                <a:lnTo>
                  <a:pt x="1377827" y="1114920"/>
                </a:lnTo>
                <a:lnTo>
                  <a:pt x="1378005" y="1114920"/>
                </a:lnTo>
                <a:lnTo>
                  <a:pt x="1378174" y="1114920"/>
                </a:lnTo>
                <a:lnTo>
                  <a:pt x="1378343" y="1114920"/>
                </a:lnTo>
                <a:lnTo>
                  <a:pt x="1378521" y="1114920"/>
                </a:lnTo>
                <a:lnTo>
                  <a:pt x="1378690" y="1114920"/>
                </a:lnTo>
                <a:lnTo>
                  <a:pt x="1378859" y="1114920"/>
                </a:lnTo>
                <a:lnTo>
                  <a:pt x="1379037" y="1114920"/>
                </a:lnTo>
                <a:lnTo>
                  <a:pt x="1379206" y="1114920"/>
                </a:lnTo>
                <a:lnTo>
                  <a:pt x="1379384" y="1114920"/>
                </a:lnTo>
                <a:lnTo>
                  <a:pt x="1379553" y="1114920"/>
                </a:lnTo>
                <a:lnTo>
                  <a:pt x="1379722" y="1114920"/>
                </a:lnTo>
                <a:lnTo>
                  <a:pt x="1379900" y="1114920"/>
                </a:lnTo>
                <a:lnTo>
                  <a:pt x="1380069" y="1114920"/>
                </a:lnTo>
                <a:lnTo>
                  <a:pt x="1380238" y="1114920"/>
                </a:lnTo>
                <a:lnTo>
                  <a:pt x="1380416" y="1114920"/>
                </a:lnTo>
                <a:lnTo>
                  <a:pt x="1380585" y="1114920"/>
                </a:lnTo>
                <a:lnTo>
                  <a:pt x="1380754" y="1114920"/>
                </a:lnTo>
                <a:lnTo>
                  <a:pt x="1380932" y="1114920"/>
                </a:lnTo>
                <a:lnTo>
                  <a:pt x="1381101" y="1114920"/>
                </a:lnTo>
                <a:lnTo>
                  <a:pt x="1381279" y="1114920"/>
                </a:lnTo>
                <a:lnTo>
                  <a:pt x="1381448" y="1114920"/>
                </a:lnTo>
                <a:lnTo>
                  <a:pt x="1381617" y="1114920"/>
                </a:lnTo>
                <a:lnTo>
                  <a:pt x="1381795" y="1114920"/>
                </a:lnTo>
                <a:lnTo>
                  <a:pt x="1381964" y="1114920"/>
                </a:lnTo>
                <a:lnTo>
                  <a:pt x="1382133" y="1114920"/>
                </a:lnTo>
                <a:lnTo>
                  <a:pt x="1382311" y="1114920"/>
                </a:lnTo>
                <a:lnTo>
                  <a:pt x="1382480" y="1114920"/>
                </a:lnTo>
                <a:lnTo>
                  <a:pt x="1382649" y="1114920"/>
                </a:lnTo>
                <a:lnTo>
                  <a:pt x="1382827" y="1114920"/>
                </a:lnTo>
                <a:lnTo>
                  <a:pt x="1382996" y="1114920"/>
                </a:lnTo>
                <a:lnTo>
                  <a:pt x="1383174" y="1114920"/>
                </a:lnTo>
                <a:lnTo>
                  <a:pt x="1383343" y="1114920"/>
                </a:lnTo>
                <a:lnTo>
                  <a:pt x="1383512" y="1114920"/>
                </a:lnTo>
                <a:lnTo>
                  <a:pt x="1383690" y="1114920"/>
                </a:lnTo>
                <a:lnTo>
                  <a:pt x="1383859" y="1114920"/>
                </a:lnTo>
                <a:lnTo>
                  <a:pt x="1384028" y="1114920"/>
                </a:lnTo>
                <a:lnTo>
                  <a:pt x="1384206" y="1114920"/>
                </a:lnTo>
                <a:lnTo>
                  <a:pt x="1384375" y="1114920"/>
                </a:lnTo>
                <a:lnTo>
                  <a:pt x="1384544" y="1114920"/>
                </a:lnTo>
                <a:lnTo>
                  <a:pt x="1384722" y="1114920"/>
                </a:lnTo>
                <a:lnTo>
                  <a:pt x="1384891" y="1114920"/>
                </a:lnTo>
                <a:lnTo>
                  <a:pt x="1385060" y="1114920"/>
                </a:lnTo>
                <a:lnTo>
                  <a:pt x="1385238" y="1114920"/>
                </a:lnTo>
                <a:lnTo>
                  <a:pt x="1385407" y="1114920"/>
                </a:lnTo>
                <a:lnTo>
                  <a:pt x="1385585" y="1114920"/>
                </a:lnTo>
                <a:lnTo>
                  <a:pt x="1385754" y="1114920"/>
                </a:lnTo>
                <a:lnTo>
                  <a:pt x="1385923" y="1114920"/>
                </a:lnTo>
                <a:lnTo>
                  <a:pt x="1386101" y="1114920"/>
                </a:lnTo>
                <a:lnTo>
                  <a:pt x="1386270" y="1114920"/>
                </a:lnTo>
                <a:lnTo>
                  <a:pt x="1386439" y="1114920"/>
                </a:lnTo>
                <a:lnTo>
                  <a:pt x="1386617" y="1114920"/>
                </a:lnTo>
                <a:lnTo>
                  <a:pt x="1386786" y="1114920"/>
                </a:lnTo>
                <a:lnTo>
                  <a:pt x="1386955" y="1114920"/>
                </a:lnTo>
                <a:lnTo>
                  <a:pt x="1387133" y="1114920"/>
                </a:lnTo>
                <a:lnTo>
                  <a:pt x="1387302" y="1114920"/>
                </a:lnTo>
                <a:lnTo>
                  <a:pt x="1387480" y="1114920"/>
                </a:lnTo>
                <a:lnTo>
                  <a:pt x="1387649" y="1114920"/>
                </a:lnTo>
                <a:lnTo>
                  <a:pt x="1387818" y="1114920"/>
                </a:lnTo>
                <a:lnTo>
                  <a:pt x="1387996" y="1114920"/>
                </a:lnTo>
                <a:lnTo>
                  <a:pt x="1388165" y="1114920"/>
                </a:lnTo>
                <a:lnTo>
                  <a:pt x="1388334" y="1114920"/>
                </a:lnTo>
                <a:lnTo>
                  <a:pt x="1388512" y="1114920"/>
                </a:lnTo>
                <a:lnTo>
                  <a:pt x="1388681" y="1114920"/>
                </a:lnTo>
                <a:lnTo>
                  <a:pt x="1388850" y="1114920"/>
                </a:lnTo>
                <a:lnTo>
                  <a:pt x="1389028" y="1114920"/>
                </a:lnTo>
                <a:lnTo>
                  <a:pt x="1389197" y="1114920"/>
                </a:lnTo>
                <a:lnTo>
                  <a:pt x="1389375" y="1114920"/>
                </a:lnTo>
                <a:lnTo>
                  <a:pt x="1389544" y="1114920"/>
                </a:lnTo>
                <a:lnTo>
                  <a:pt x="1389713" y="1114920"/>
                </a:lnTo>
                <a:lnTo>
                  <a:pt x="1389891" y="1114920"/>
                </a:lnTo>
                <a:lnTo>
                  <a:pt x="1390060" y="1114920"/>
                </a:lnTo>
                <a:lnTo>
                  <a:pt x="1390229" y="1114920"/>
                </a:lnTo>
                <a:lnTo>
                  <a:pt x="1390407" y="1114920"/>
                </a:lnTo>
                <a:lnTo>
                  <a:pt x="1390576" y="1114920"/>
                </a:lnTo>
                <a:lnTo>
                  <a:pt x="1390745" y="1114920"/>
                </a:lnTo>
                <a:lnTo>
                  <a:pt x="1390923" y="1114920"/>
                </a:lnTo>
                <a:lnTo>
                  <a:pt x="1391092" y="1114920"/>
                </a:lnTo>
                <a:lnTo>
                  <a:pt x="1391270" y="1114920"/>
                </a:lnTo>
                <a:lnTo>
                  <a:pt x="1391439" y="1114920"/>
                </a:lnTo>
                <a:lnTo>
                  <a:pt x="1391608" y="1114920"/>
                </a:lnTo>
                <a:lnTo>
                  <a:pt x="1391786" y="1114920"/>
                </a:lnTo>
                <a:lnTo>
                  <a:pt x="1391955" y="1114920"/>
                </a:lnTo>
                <a:lnTo>
                  <a:pt x="1392124" y="1114920"/>
                </a:lnTo>
                <a:lnTo>
                  <a:pt x="1392302" y="1114920"/>
                </a:lnTo>
                <a:lnTo>
                  <a:pt x="1392471" y="1114920"/>
                </a:lnTo>
                <a:lnTo>
                  <a:pt x="1392640" y="1114920"/>
                </a:lnTo>
                <a:lnTo>
                  <a:pt x="1392818" y="1114920"/>
                </a:lnTo>
                <a:lnTo>
                  <a:pt x="1392987" y="1114920"/>
                </a:lnTo>
                <a:lnTo>
                  <a:pt x="1393156" y="1114920"/>
                </a:lnTo>
                <a:lnTo>
                  <a:pt x="1393334" y="1114920"/>
                </a:lnTo>
                <a:lnTo>
                  <a:pt x="1393503" y="1114920"/>
                </a:lnTo>
                <a:lnTo>
                  <a:pt x="1393681" y="1114920"/>
                </a:lnTo>
                <a:lnTo>
                  <a:pt x="1393850" y="1114920"/>
                </a:lnTo>
                <a:lnTo>
                  <a:pt x="1394019" y="1114920"/>
                </a:lnTo>
                <a:lnTo>
                  <a:pt x="1394197" y="1114920"/>
                </a:lnTo>
                <a:lnTo>
                  <a:pt x="1394366" y="1114920"/>
                </a:lnTo>
                <a:lnTo>
                  <a:pt x="1394535" y="1114920"/>
                </a:lnTo>
                <a:lnTo>
                  <a:pt x="1394713" y="1114920"/>
                </a:lnTo>
                <a:lnTo>
                  <a:pt x="1394882" y="1114920"/>
                </a:lnTo>
                <a:lnTo>
                  <a:pt x="1395051" y="1114920"/>
                </a:lnTo>
                <a:lnTo>
                  <a:pt x="1395229" y="1114920"/>
                </a:lnTo>
                <a:lnTo>
                  <a:pt x="1395398" y="1114920"/>
                </a:lnTo>
                <a:lnTo>
                  <a:pt x="1395576" y="1114920"/>
                </a:lnTo>
                <a:lnTo>
                  <a:pt x="1395744" y="1114920"/>
                </a:lnTo>
                <a:lnTo>
                  <a:pt x="1395914" y="1114920"/>
                </a:lnTo>
                <a:lnTo>
                  <a:pt x="1396091" y="1114920"/>
                </a:lnTo>
                <a:lnTo>
                  <a:pt x="1396261" y="1114920"/>
                </a:lnTo>
                <a:lnTo>
                  <a:pt x="1396430" y="1114920"/>
                </a:lnTo>
                <a:lnTo>
                  <a:pt x="1396608" y="1114920"/>
                </a:lnTo>
                <a:lnTo>
                  <a:pt x="1396777" y="1114920"/>
                </a:lnTo>
                <a:lnTo>
                  <a:pt x="1396946" y="1114920"/>
                </a:lnTo>
                <a:lnTo>
                  <a:pt x="1397123" y="1114920"/>
                </a:lnTo>
                <a:lnTo>
                  <a:pt x="1397292" y="1114920"/>
                </a:lnTo>
                <a:lnTo>
                  <a:pt x="1397470" y="1114920"/>
                </a:lnTo>
                <a:lnTo>
                  <a:pt x="1397639" y="1114920"/>
                </a:lnTo>
                <a:lnTo>
                  <a:pt x="1397809" y="1114920"/>
                </a:lnTo>
                <a:lnTo>
                  <a:pt x="1397986" y="1114920"/>
                </a:lnTo>
                <a:lnTo>
                  <a:pt x="1398156" y="1114920"/>
                </a:lnTo>
                <a:lnTo>
                  <a:pt x="1398324" y="1114920"/>
                </a:lnTo>
                <a:lnTo>
                  <a:pt x="1398502" y="1114920"/>
                </a:lnTo>
                <a:lnTo>
                  <a:pt x="1398671" y="1114920"/>
                </a:lnTo>
                <a:lnTo>
                  <a:pt x="1398841" y="1114920"/>
                </a:lnTo>
                <a:lnTo>
                  <a:pt x="1399018" y="1114920"/>
                </a:lnTo>
                <a:lnTo>
                  <a:pt x="1399187" y="1114920"/>
                </a:lnTo>
                <a:lnTo>
                  <a:pt x="1399365" y="1114920"/>
                </a:lnTo>
                <a:lnTo>
                  <a:pt x="1399534" y="1114920"/>
                </a:lnTo>
                <a:lnTo>
                  <a:pt x="1399703" y="1114920"/>
                </a:lnTo>
                <a:lnTo>
                  <a:pt x="1399881" y="1114920"/>
                </a:lnTo>
                <a:lnTo>
                  <a:pt x="1400050" y="1114920"/>
                </a:lnTo>
                <a:lnTo>
                  <a:pt x="1400219" y="1114920"/>
                </a:lnTo>
                <a:lnTo>
                  <a:pt x="1400397" y="1114920"/>
                </a:lnTo>
                <a:lnTo>
                  <a:pt x="1400566" y="1114920"/>
                </a:lnTo>
                <a:lnTo>
                  <a:pt x="1400735" y="1114920"/>
                </a:lnTo>
                <a:lnTo>
                  <a:pt x="1400913" y="1114920"/>
                </a:lnTo>
                <a:lnTo>
                  <a:pt x="1401082" y="1114920"/>
                </a:lnTo>
                <a:lnTo>
                  <a:pt x="1401251" y="1114920"/>
                </a:lnTo>
                <a:lnTo>
                  <a:pt x="1401429" y="1114920"/>
                </a:lnTo>
                <a:lnTo>
                  <a:pt x="1401598" y="1114920"/>
                </a:lnTo>
                <a:lnTo>
                  <a:pt x="1401776" y="1114920"/>
                </a:lnTo>
                <a:lnTo>
                  <a:pt x="1401945" y="1114920"/>
                </a:lnTo>
                <a:lnTo>
                  <a:pt x="1402114" y="1114920"/>
                </a:lnTo>
                <a:lnTo>
                  <a:pt x="1402292" y="1114920"/>
                </a:lnTo>
                <a:lnTo>
                  <a:pt x="1402461" y="1114920"/>
                </a:lnTo>
                <a:lnTo>
                  <a:pt x="1402630" y="1114920"/>
                </a:lnTo>
                <a:lnTo>
                  <a:pt x="1402808" y="1114920"/>
                </a:lnTo>
                <a:lnTo>
                  <a:pt x="1402977" y="1114920"/>
                </a:lnTo>
                <a:lnTo>
                  <a:pt x="1403146" y="1114920"/>
                </a:lnTo>
                <a:lnTo>
                  <a:pt x="1403324" y="1114920"/>
                </a:lnTo>
                <a:lnTo>
                  <a:pt x="1403493" y="1114920"/>
                </a:lnTo>
                <a:lnTo>
                  <a:pt x="1403671" y="1114920"/>
                </a:lnTo>
                <a:lnTo>
                  <a:pt x="1403840" y="1114920"/>
                </a:lnTo>
                <a:lnTo>
                  <a:pt x="1404009" y="1114920"/>
                </a:lnTo>
                <a:lnTo>
                  <a:pt x="1404187" y="1114920"/>
                </a:lnTo>
                <a:lnTo>
                  <a:pt x="1404356" y="1114920"/>
                </a:lnTo>
                <a:lnTo>
                  <a:pt x="1404525" y="1114920"/>
                </a:lnTo>
                <a:lnTo>
                  <a:pt x="1404703" y="1114920"/>
                </a:lnTo>
                <a:lnTo>
                  <a:pt x="1404872" y="1114920"/>
                </a:lnTo>
                <a:lnTo>
                  <a:pt x="1405041" y="1114920"/>
                </a:lnTo>
                <a:lnTo>
                  <a:pt x="1405219" y="1114920"/>
                </a:lnTo>
                <a:lnTo>
                  <a:pt x="1405388" y="1114920"/>
                </a:lnTo>
                <a:lnTo>
                  <a:pt x="1405566" y="1114920"/>
                </a:lnTo>
                <a:lnTo>
                  <a:pt x="1405735" y="1114920"/>
                </a:lnTo>
                <a:lnTo>
                  <a:pt x="1405904" y="1114920"/>
                </a:lnTo>
                <a:lnTo>
                  <a:pt x="1406082" y="1114920"/>
                </a:lnTo>
                <a:lnTo>
                  <a:pt x="1406251" y="1114920"/>
                </a:lnTo>
                <a:lnTo>
                  <a:pt x="1406420" y="1114920"/>
                </a:lnTo>
                <a:lnTo>
                  <a:pt x="1406598" y="1114920"/>
                </a:lnTo>
                <a:lnTo>
                  <a:pt x="1406767" y="1114920"/>
                </a:lnTo>
                <a:lnTo>
                  <a:pt x="1406936" y="1114920"/>
                </a:lnTo>
                <a:lnTo>
                  <a:pt x="1407114" y="1114920"/>
                </a:lnTo>
                <a:lnTo>
                  <a:pt x="1407283" y="1114920"/>
                </a:lnTo>
                <a:lnTo>
                  <a:pt x="1407461" y="1114920"/>
                </a:lnTo>
                <a:lnTo>
                  <a:pt x="1407630" y="1114920"/>
                </a:lnTo>
                <a:lnTo>
                  <a:pt x="1407799" y="1114920"/>
                </a:lnTo>
                <a:lnTo>
                  <a:pt x="1407977" y="1114920"/>
                </a:lnTo>
                <a:lnTo>
                  <a:pt x="1408146" y="1114920"/>
                </a:lnTo>
                <a:lnTo>
                  <a:pt x="1408315" y="1114920"/>
                </a:lnTo>
                <a:lnTo>
                  <a:pt x="1408493" y="1114920"/>
                </a:lnTo>
                <a:lnTo>
                  <a:pt x="1408662" y="1114920"/>
                </a:lnTo>
                <a:lnTo>
                  <a:pt x="1408831" y="1114920"/>
                </a:lnTo>
                <a:lnTo>
                  <a:pt x="1409009" y="1114920"/>
                </a:lnTo>
                <a:lnTo>
                  <a:pt x="1409178" y="1114920"/>
                </a:lnTo>
                <a:lnTo>
                  <a:pt x="1409347" y="1114920"/>
                </a:lnTo>
                <a:lnTo>
                  <a:pt x="1409525" y="1114920"/>
                </a:lnTo>
                <a:lnTo>
                  <a:pt x="1409694" y="1114920"/>
                </a:lnTo>
                <a:lnTo>
                  <a:pt x="1409872" y="1114920"/>
                </a:lnTo>
                <a:lnTo>
                  <a:pt x="1410041" y="1114920"/>
                </a:lnTo>
                <a:lnTo>
                  <a:pt x="1410210" y="1114920"/>
                </a:lnTo>
                <a:lnTo>
                  <a:pt x="1410388" y="1114920"/>
                </a:lnTo>
                <a:lnTo>
                  <a:pt x="1410557" y="1114920"/>
                </a:lnTo>
                <a:lnTo>
                  <a:pt x="1410726" y="1114920"/>
                </a:lnTo>
                <a:lnTo>
                  <a:pt x="1410904" y="1114920"/>
                </a:lnTo>
                <a:lnTo>
                  <a:pt x="1411073" y="1114920"/>
                </a:lnTo>
                <a:lnTo>
                  <a:pt x="1411242" y="1114920"/>
                </a:lnTo>
                <a:lnTo>
                  <a:pt x="1411420" y="1114920"/>
                </a:lnTo>
                <a:lnTo>
                  <a:pt x="1411589" y="1114920"/>
                </a:lnTo>
                <a:lnTo>
                  <a:pt x="1411767" y="1114920"/>
                </a:lnTo>
                <a:lnTo>
                  <a:pt x="1411936" y="1114920"/>
                </a:lnTo>
                <a:lnTo>
                  <a:pt x="1412105" y="1114920"/>
                </a:lnTo>
                <a:lnTo>
                  <a:pt x="1412283" y="1114920"/>
                </a:lnTo>
                <a:lnTo>
                  <a:pt x="1412452" y="1114920"/>
                </a:lnTo>
                <a:lnTo>
                  <a:pt x="1412621" y="1114920"/>
                </a:lnTo>
                <a:lnTo>
                  <a:pt x="1412799" y="1114920"/>
                </a:lnTo>
                <a:lnTo>
                  <a:pt x="1412968" y="1114920"/>
                </a:lnTo>
                <a:lnTo>
                  <a:pt x="1413137" y="1114920"/>
                </a:lnTo>
                <a:lnTo>
                  <a:pt x="1413315" y="1114920"/>
                </a:lnTo>
                <a:lnTo>
                  <a:pt x="1413484" y="1114920"/>
                </a:lnTo>
                <a:lnTo>
                  <a:pt x="1413662" y="1114920"/>
                </a:lnTo>
                <a:lnTo>
                  <a:pt x="1413831" y="1114920"/>
                </a:lnTo>
                <a:lnTo>
                  <a:pt x="1414000" y="1114920"/>
                </a:lnTo>
                <a:lnTo>
                  <a:pt x="1414178" y="1114920"/>
                </a:lnTo>
                <a:lnTo>
                  <a:pt x="1414347" y="1114920"/>
                </a:lnTo>
                <a:lnTo>
                  <a:pt x="1414516" y="1114920"/>
                </a:lnTo>
                <a:lnTo>
                  <a:pt x="1414694" y="1114920"/>
                </a:lnTo>
                <a:lnTo>
                  <a:pt x="1414863" y="1114920"/>
                </a:lnTo>
                <a:lnTo>
                  <a:pt x="1415032" y="1114920"/>
                </a:lnTo>
                <a:lnTo>
                  <a:pt x="1415210" y="1114920"/>
                </a:lnTo>
                <a:lnTo>
                  <a:pt x="1415379" y="1114920"/>
                </a:lnTo>
                <a:lnTo>
                  <a:pt x="1415557" y="1114920"/>
                </a:lnTo>
                <a:lnTo>
                  <a:pt x="1415726" y="1114920"/>
                </a:lnTo>
                <a:lnTo>
                  <a:pt x="1415895" y="1114920"/>
                </a:lnTo>
                <a:lnTo>
                  <a:pt x="1416073" y="1114920"/>
                </a:lnTo>
                <a:lnTo>
                  <a:pt x="1416242" y="1114920"/>
                </a:lnTo>
                <a:lnTo>
                  <a:pt x="1416411" y="1114920"/>
                </a:lnTo>
                <a:lnTo>
                  <a:pt x="1416589" y="1114920"/>
                </a:lnTo>
                <a:lnTo>
                  <a:pt x="1416758" y="1114920"/>
                </a:lnTo>
                <a:lnTo>
                  <a:pt x="1416927" y="1114920"/>
                </a:lnTo>
                <a:lnTo>
                  <a:pt x="1417105" y="1114920"/>
                </a:lnTo>
                <a:lnTo>
                  <a:pt x="1417274" y="1114920"/>
                </a:lnTo>
                <a:lnTo>
                  <a:pt x="1417443" y="1114920"/>
                </a:lnTo>
                <a:lnTo>
                  <a:pt x="1417621" y="1114920"/>
                </a:lnTo>
                <a:lnTo>
                  <a:pt x="1417790" y="1114920"/>
                </a:lnTo>
                <a:lnTo>
                  <a:pt x="1417968" y="1114920"/>
                </a:lnTo>
                <a:lnTo>
                  <a:pt x="1418137" y="1114920"/>
                </a:lnTo>
                <a:lnTo>
                  <a:pt x="1418306" y="1114920"/>
                </a:lnTo>
                <a:lnTo>
                  <a:pt x="1418484" y="1114920"/>
                </a:lnTo>
                <a:lnTo>
                  <a:pt x="1418653" y="1114920"/>
                </a:lnTo>
                <a:lnTo>
                  <a:pt x="1418822" y="1114920"/>
                </a:lnTo>
                <a:lnTo>
                  <a:pt x="1419000" y="1114920"/>
                </a:lnTo>
                <a:lnTo>
                  <a:pt x="1419169" y="1114920"/>
                </a:lnTo>
                <a:lnTo>
                  <a:pt x="1419338" y="1114920"/>
                </a:lnTo>
                <a:lnTo>
                  <a:pt x="1419516" y="1114920"/>
                </a:lnTo>
                <a:lnTo>
                  <a:pt x="1419685" y="1114920"/>
                </a:lnTo>
                <a:lnTo>
                  <a:pt x="1419863" y="1114920"/>
                </a:lnTo>
                <a:lnTo>
                  <a:pt x="1420032" y="1114920"/>
                </a:lnTo>
                <a:lnTo>
                  <a:pt x="1420201" y="1114920"/>
                </a:lnTo>
                <a:lnTo>
                  <a:pt x="1420379" y="1114920"/>
                </a:lnTo>
                <a:lnTo>
                  <a:pt x="1420548" y="1114920"/>
                </a:lnTo>
                <a:lnTo>
                  <a:pt x="1420717" y="1114920"/>
                </a:lnTo>
                <a:lnTo>
                  <a:pt x="1420895" y="1114920"/>
                </a:lnTo>
                <a:lnTo>
                  <a:pt x="1421064" y="1114920"/>
                </a:lnTo>
                <a:lnTo>
                  <a:pt x="1421233" y="1114920"/>
                </a:lnTo>
                <a:lnTo>
                  <a:pt x="1421411" y="1114920"/>
                </a:lnTo>
                <a:lnTo>
                  <a:pt x="1421580" y="1114920"/>
                </a:lnTo>
                <a:lnTo>
                  <a:pt x="1421758" y="1114920"/>
                </a:lnTo>
                <a:lnTo>
                  <a:pt x="1421927" y="1114920"/>
                </a:lnTo>
                <a:lnTo>
                  <a:pt x="1422096" y="1114920"/>
                </a:lnTo>
                <a:lnTo>
                  <a:pt x="1422274" y="1114920"/>
                </a:lnTo>
                <a:lnTo>
                  <a:pt x="1422443" y="1114920"/>
                </a:lnTo>
                <a:lnTo>
                  <a:pt x="1422612" y="1114920"/>
                </a:lnTo>
                <a:lnTo>
                  <a:pt x="1422790" y="1114920"/>
                </a:lnTo>
                <a:lnTo>
                  <a:pt x="1422959" y="1114920"/>
                </a:lnTo>
                <a:lnTo>
                  <a:pt x="1423128" y="1114920"/>
                </a:lnTo>
                <a:lnTo>
                  <a:pt x="1423306" y="1114920"/>
                </a:lnTo>
                <a:lnTo>
                  <a:pt x="1423475" y="1114920"/>
                </a:lnTo>
                <a:lnTo>
                  <a:pt x="1423644" y="1114920"/>
                </a:lnTo>
                <a:lnTo>
                  <a:pt x="1423822" y="1114920"/>
                </a:lnTo>
                <a:lnTo>
                  <a:pt x="1423991" y="1114920"/>
                </a:lnTo>
                <a:lnTo>
                  <a:pt x="1424169" y="1114920"/>
                </a:lnTo>
                <a:lnTo>
                  <a:pt x="1424338" y="1114920"/>
                </a:lnTo>
                <a:lnTo>
                  <a:pt x="1424507" y="1114920"/>
                </a:lnTo>
                <a:lnTo>
                  <a:pt x="1424685" y="1114920"/>
                </a:lnTo>
                <a:lnTo>
                  <a:pt x="1424854" y="1114920"/>
                </a:lnTo>
                <a:lnTo>
                  <a:pt x="1425023" y="1114920"/>
                </a:lnTo>
                <a:lnTo>
                  <a:pt x="1425201" y="1114920"/>
                </a:lnTo>
                <a:lnTo>
                  <a:pt x="1425370" y="1114920"/>
                </a:lnTo>
                <a:lnTo>
                  <a:pt x="1425539" y="1114920"/>
                </a:lnTo>
                <a:lnTo>
                  <a:pt x="1425717" y="1114920"/>
                </a:lnTo>
                <a:lnTo>
                  <a:pt x="1425886" y="1114920"/>
                </a:lnTo>
                <a:lnTo>
                  <a:pt x="1426064" y="1114920"/>
                </a:lnTo>
                <a:lnTo>
                  <a:pt x="1426233" y="1114920"/>
                </a:lnTo>
                <a:lnTo>
                  <a:pt x="1426402" y="1114920"/>
                </a:lnTo>
                <a:lnTo>
                  <a:pt x="1426580" y="1114920"/>
                </a:lnTo>
                <a:lnTo>
                  <a:pt x="1426749" y="1114920"/>
                </a:lnTo>
                <a:lnTo>
                  <a:pt x="1426918" y="1114920"/>
                </a:lnTo>
                <a:lnTo>
                  <a:pt x="1427096" y="1114920"/>
                </a:lnTo>
                <a:lnTo>
                  <a:pt x="1427265" y="1114920"/>
                </a:lnTo>
                <a:lnTo>
                  <a:pt x="1427434" y="1114920"/>
                </a:lnTo>
                <a:lnTo>
                  <a:pt x="1427612" y="1114920"/>
                </a:lnTo>
                <a:lnTo>
                  <a:pt x="1427781" y="1114920"/>
                </a:lnTo>
                <a:lnTo>
                  <a:pt x="1427959" y="1114920"/>
                </a:lnTo>
                <a:lnTo>
                  <a:pt x="1428128" y="1114920"/>
                </a:lnTo>
                <a:lnTo>
                  <a:pt x="1428297" y="1114920"/>
                </a:lnTo>
                <a:lnTo>
                  <a:pt x="1428475" y="1114920"/>
                </a:lnTo>
                <a:lnTo>
                  <a:pt x="1428644" y="1114920"/>
                </a:lnTo>
                <a:lnTo>
                  <a:pt x="1428813" y="1114920"/>
                </a:lnTo>
                <a:lnTo>
                  <a:pt x="1428991" y="1114920"/>
                </a:lnTo>
                <a:lnTo>
                  <a:pt x="1429160" y="1114920"/>
                </a:lnTo>
                <a:lnTo>
                  <a:pt x="1429329" y="1114920"/>
                </a:lnTo>
                <a:lnTo>
                  <a:pt x="1429507" y="1114920"/>
                </a:lnTo>
                <a:lnTo>
                  <a:pt x="1429676" y="1114920"/>
                </a:lnTo>
                <a:lnTo>
                  <a:pt x="1429854" y="1114920"/>
                </a:lnTo>
                <a:lnTo>
                  <a:pt x="1430023" y="1114920"/>
                </a:lnTo>
                <a:lnTo>
                  <a:pt x="1430192" y="1114920"/>
                </a:lnTo>
                <a:lnTo>
                  <a:pt x="1430370" y="1114920"/>
                </a:lnTo>
                <a:lnTo>
                  <a:pt x="1430538" y="1114920"/>
                </a:lnTo>
                <a:lnTo>
                  <a:pt x="1430708" y="1114920"/>
                </a:lnTo>
                <a:lnTo>
                  <a:pt x="1430885" y="1114920"/>
                </a:lnTo>
                <a:lnTo>
                  <a:pt x="1431055" y="1114920"/>
                </a:lnTo>
                <a:lnTo>
                  <a:pt x="1431224" y="1114920"/>
                </a:lnTo>
                <a:lnTo>
                  <a:pt x="1431402" y="1114920"/>
                </a:lnTo>
                <a:lnTo>
                  <a:pt x="1431571" y="1114920"/>
                </a:lnTo>
                <a:lnTo>
                  <a:pt x="1431740" y="1114920"/>
                </a:lnTo>
                <a:lnTo>
                  <a:pt x="1431917" y="1114920"/>
                </a:lnTo>
                <a:lnTo>
                  <a:pt x="1432087" y="1114920"/>
                </a:lnTo>
                <a:lnTo>
                  <a:pt x="1432264" y="1114920"/>
                </a:lnTo>
                <a:lnTo>
                  <a:pt x="1432433" y="1114920"/>
                </a:lnTo>
                <a:lnTo>
                  <a:pt x="1432603" y="1114920"/>
                </a:lnTo>
                <a:lnTo>
                  <a:pt x="1432780" y="1114920"/>
                </a:lnTo>
                <a:lnTo>
                  <a:pt x="1432950" y="1114920"/>
                </a:lnTo>
                <a:lnTo>
                  <a:pt x="1433118" y="1114920"/>
                </a:lnTo>
                <a:lnTo>
                  <a:pt x="1433296" y="1114920"/>
                </a:lnTo>
                <a:lnTo>
                  <a:pt x="1433465" y="1114920"/>
                </a:lnTo>
                <a:lnTo>
                  <a:pt x="1433635" y="1114920"/>
                </a:lnTo>
                <a:lnTo>
                  <a:pt x="1433812" y="1114920"/>
                </a:lnTo>
                <a:lnTo>
                  <a:pt x="1433982" y="1114920"/>
                </a:lnTo>
                <a:lnTo>
                  <a:pt x="1434159" y="1114920"/>
                </a:lnTo>
                <a:lnTo>
                  <a:pt x="1434328" y="1114920"/>
                </a:lnTo>
                <a:lnTo>
                  <a:pt x="1434497" y="1114920"/>
                </a:lnTo>
                <a:lnTo>
                  <a:pt x="1434675" y="1114920"/>
                </a:lnTo>
                <a:lnTo>
                  <a:pt x="1434844" y="1114920"/>
                </a:lnTo>
                <a:lnTo>
                  <a:pt x="1435013" y="1114920"/>
                </a:lnTo>
                <a:lnTo>
                  <a:pt x="1435191" y="1114920"/>
                </a:lnTo>
                <a:lnTo>
                  <a:pt x="1435360" y="1114920"/>
                </a:lnTo>
                <a:lnTo>
                  <a:pt x="1435530" y="1114920"/>
                </a:lnTo>
                <a:lnTo>
                  <a:pt x="1435707" y="1114920"/>
                </a:lnTo>
                <a:lnTo>
                  <a:pt x="1435876" y="1114920"/>
                </a:lnTo>
                <a:lnTo>
                  <a:pt x="1436054" y="1114920"/>
                </a:lnTo>
                <a:lnTo>
                  <a:pt x="1436223" y="1114920"/>
                </a:lnTo>
                <a:lnTo>
                  <a:pt x="1436392" y="1114920"/>
                </a:lnTo>
                <a:lnTo>
                  <a:pt x="1436570" y="1114920"/>
                </a:lnTo>
                <a:lnTo>
                  <a:pt x="1436739" y="1114920"/>
                </a:lnTo>
                <a:lnTo>
                  <a:pt x="1436908" y="1114920"/>
                </a:lnTo>
                <a:lnTo>
                  <a:pt x="1437086" y="1114920"/>
                </a:lnTo>
                <a:lnTo>
                  <a:pt x="1437255" y="1114920"/>
                </a:lnTo>
                <a:lnTo>
                  <a:pt x="1437424" y="1114920"/>
                </a:lnTo>
                <a:lnTo>
                  <a:pt x="1437602" y="1114920"/>
                </a:lnTo>
                <a:lnTo>
                  <a:pt x="1437771" y="1114920"/>
                </a:lnTo>
                <a:lnTo>
                  <a:pt x="1437949" y="1114920"/>
                </a:lnTo>
                <a:lnTo>
                  <a:pt x="1438118" y="1114920"/>
                </a:lnTo>
                <a:lnTo>
                  <a:pt x="1438287" y="1114920"/>
                </a:lnTo>
                <a:lnTo>
                  <a:pt x="1438465" y="1114920"/>
                </a:lnTo>
                <a:lnTo>
                  <a:pt x="1438634" y="1114920"/>
                </a:lnTo>
                <a:lnTo>
                  <a:pt x="1438803" y="1114920"/>
                </a:lnTo>
                <a:lnTo>
                  <a:pt x="1438981" y="1114920"/>
                </a:lnTo>
                <a:lnTo>
                  <a:pt x="1439150" y="1114920"/>
                </a:lnTo>
                <a:lnTo>
                  <a:pt x="1439319" y="1114920"/>
                </a:lnTo>
                <a:lnTo>
                  <a:pt x="1439497" y="1114920"/>
                </a:lnTo>
                <a:lnTo>
                  <a:pt x="1439666" y="1114920"/>
                </a:lnTo>
                <a:lnTo>
                  <a:pt x="1439835" y="1114920"/>
                </a:lnTo>
                <a:lnTo>
                  <a:pt x="1440013" y="1114920"/>
                </a:lnTo>
                <a:lnTo>
                  <a:pt x="1440182" y="1114920"/>
                </a:lnTo>
                <a:lnTo>
                  <a:pt x="1440360" y="1114920"/>
                </a:lnTo>
                <a:lnTo>
                  <a:pt x="1440529" y="1114920"/>
                </a:lnTo>
                <a:lnTo>
                  <a:pt x="1440698" y="1114920"/>
                </a:lnTo>
                <a:lnTo>
                  <a:pt x="1440876" y="1114920"/>
                </a:lnTo>
                <a:lnTo>
                  <a:pt x="1441045" y="1114920"/>
                </a:lnTo>
                <a:lnTo>
                  <a:pt x="1441214" y="1114920"/>
                </a:lnTo>
                <a:lnTo>
                  <a:pt x="1441392" y="1114920"/>
                </a:lnTo>
                <a:lnTo>
                  <a:pt x="1441561" y="1114920"/>
                </a:lnTo>
                <a:lnTo>
                  <a:pt x="1441730" y="1114920"/>
                </a:lnTo>
                <a:lnTo>
                  <a:pt x="1441908" y="1114920"/>
                </a:lnTo>
                <a:lnTo>
                  <a:pt x="1442077" y="1114920"/>
                </a:lnTo>
                <a:lnTo>
                  <a:pt x="1442255" y="1114920"/>
                </a:lnTo>
                <a:lnTo>
                  <a:pt x="1442424" y="1114920"/>
                </a:lnTo>
                <a:lnTo>
                  <a:pt x="1442593" y="1114920"/>
                </a:lnTo>
                <a:lnTo>
                  <a:pt x="1442771" y="1114920"/>
                </a:lnTo>
                <a:lnTo>
                  <a:pt x="1442940" y="1114920"/>
                </a:lnTo>
                <a:lnTo>
                  <a:pt x="1443109" y="1114920"/>
                </a:lnTo>
                <a:lnTo>
                  <a:pt x="1443287" y="1114920"/>
                </a:lnTo>
                <a:lnTo>
                  <a:pt x="1443456" y="1114920"/>
                </a:lnTo>
                <a:lnTo>
                  <a:pt x="1443625" y="1114920"/>
                </a:lnTo>
                <a:lnTo>
                  <a:pt x="1443803" y="1114920"/>
                </a:lnTo>
                <a:lnTo>
                  <a:pt x="1443972" y="1114920"/>
                </a:lnTo>
                <a:lnTo>
                  <a:pt x="1444150" y="1114920"/>
                </a:lnTo>
                <a:lnTo>
                  <a:pt x="1444319" y="1114920"/>
                </a:lnTo>
                <a:lnTo>
                  <a:pt x="1444488" y="1114920"/>
                </a:lnTo>
                <a:lnTo>
                  <a:pt x="1444666" y="1114920"/>
                </a:lnTo>
                <a:lnTo>
                  <a:pt x="1444835" y="1114920"/>
                </a:lnTo>
                <a:lnTo>
                  <a:pt x="1445004" y="1114920"/>
                </a:lnTo>
                <a:lnTo>
                  <a:pt x="1445182" y="1114920"/>
                </a:lnTo>
                <a:lnTo>
                  <a:pt x="1445351" y="1114920"/>
                </a:lnTo>
                <a:lnTo>
                  <a:pt x="1445520" y="1114920"/>
                </a:lnTo>
                <a:lnTo>
                  <a:pt x="1445698" y="1114920"/>
                </a:lnTo>
                <a:lnTo>
                  <a:pt x="1445867" y="1114920"/>
                </a:lnTo>
                <a:lnTo>
                  <a:pt x="1446045" y="1114920"/>
                </a:lnTo>
                <a:lnTo>
                  <a:pt x="1446214" y="1114920"/>
                </a:lnTo>
                <a:lnTo>
                  <a:pt x="1446383" y="1114920"/>
                </a:lnTo>
                <a:lnTo>
                  <a:pt x="1446561" y="1114920"/>
                </a:lnTo>
                <a:lnTo>
                  <a:pt x="1446730" y="1114920"/>
                </a:lnTo>
                <a:lnTo>
                  <a:pt x="1446899" y="1114920"/>
                </a:lnTo>
                <a:lnTo>
                  <a:pt x="1447077" y="1114920"/>
                </a:lnTo>
                <a:lnTo>
                  <a:pt x="1447246" y="1114920"/>
                </a:lnTo>
                <a:lnTo>
                  <a:pt x="1447415" y="1114920"/>
                </a:lnTo>
                <a:lnTo>
                  <a:pt x="1447593" y="1114920"/>
                </a:lnTo>
                <a:lnTo>
                  <a:pt x="1447762" y="1114920"/>
                </a:lnTo>
                <a:lnTo>
                  <a:pt x="1447931" y="1114920"/>
                </a:lnTo>
                <a:lnTo>
                  <a:pt x="1448109" y="1114920"/>
                </a:lnTo>
                <a:lnTo>
                  <a:pt x="1448278" y="1114920"/>
                </a:lnTo>
                <a:lnTo>
                  <a:pt x="1448456" y="1114920"/>
                </a:lnTo>
                <a:lnTo>
                  <a:pt x="1448625" y="1114920"/>
                </a:lnTo>
                <a:lnTo>
                  <a:pt x="1448794" y="1114920"/>
                </a:lnTo>
                <a:lnTo>
                  <a:pt x="1448972" y="1114920"/>
                </a:lnTo>
                <a:lnTo>
                  <a:pt x="1449141" y="1114920"/>
                </a:lnTo>
                <a:lnTo>
                  <a:pt x="1449310" y="1114920"/>
                </a:lnTo>
                <a:lnTo>
                  <a:pt x="1449488" y="1114920"/>
                </a:lnTo>
                <a:lnTo>
                  <a:pt x="1449657" y="1114920"/>
                </a:lnTo>
                <a:lnTo>
                  <a:pt x="1449826" y="1114920"/>
                </a:lnTo>
                <a:lnTo>
                  <a:pt x="1450004" y="1114920"/>
                </a:lnTo>
                <a:lnTo>
                  <a:pt x="1450173" y="1114920"/>
                </a:lnTo>
                <a:lnTo>
                  <a:pt x="1450351" y="1114920"/>
                </a:lnTo>
                <a:lnTo>
                  <a:pt x="1450520" y="1114920"/>
                </a:lnTo>
                <a:lnTo>
                  <a:pt x="1450689" y="1114920"/>
                </a:lnTo>
                <a:lnTo>
                  <a:pt x="1450867" y="1114920"/>
                </a:lnTo>
                <a:lnTo>
                  <a:pt x="1451036" y="1114920"/>
                </a:lnTo>
                <a:lnTo>
                  <a:pt x="1451205" y="1114920"/>
                </a:lnTo>
                <a:lnTo>
                  <a:pt x="1451383" y="1114920"/>
                </a:lnTo>
                <a:lnTo>
                  <a:pt x="1451552" y="1114920"/>
                </a:lnTo>
                <a:lnTo>
                  <a:pt x="1451721" y="1114920"/>
                </a:lnTo>
                <a:lnTo>
                  <a:pt x="1451899" y="1114920"/>
                </a:lnTo>
                <a:lnTo>
                  <a:pt x="1452068" y="1114920"/>
                </a:lnTo>
                <a:lnTo>
                  <a:pt x="1452246" y="1114920"/>
                </a:lnTo>
                <a:lnTo>
                  <a:pt x="1452415" y="1114920"/>
                </a:lnTo>
                <a:lnTo>
                  <a:pt x="1452584" y="1114920"/>
                </a:lnTo>
                <a:lnTo>
                  <a:pt x="1452762" y="1114920"/>
                </a:lnTo>
                <a:lnTo>
                  <a:pt x="1452931" y="1114920"/>
                </a:lnTo>
                <a:lnTo>
                  <a:pt x="1453100" y="1114920"/>
                </a:lnTo>
                <a:lnTo>
                  <a:pt x="1453278" y="1114920"/>
                </a:lnTo>
                <a:lnTo>
                  <a:pt x="1453447" y="1114920"/>
                </a:lnTo>
                <a:lnTo>
                  <a:pt x="1453616" y="1114920"/>
                </a:lnTo>
                <a:lnTo>
                  <a:pt x="1453794" y="1114920"/>
                </a:lnTo>
                <a:lnTo>
                  <a:pt x="1453963" y="1114920"/>
                </a:lnTo>
                <a:lnTo>
                  <a:pt x="1454141" y="1114920"/>
                </a:lnTo>
                <a:lnTo>
                  <a:pt x="1454310" y="1114920"/>
                </a:lnTo>
                <a:lnTo>
                  <a:pt x="1454479" y="1114920"/>
                </a:lnTo>
                <a:lnTo>
                  <a:pt x="1454657" y="1114920"/>
                </a:lnTo>
                <a:lnTo>
                  <a:pt x="1454826" y="1114920"/>
                </a:lnTo>
                <a:lnTo>
                  <a:pt x="1454995" y="1114920"/>
                </a:lnTo>
                <a:lnTo>
                  <a:pt x="1455173" y="1114920"/>
                </a:lnTo>
                <a:lnTo>
                  <a:pt x="1455342" y="1114920"/>
                </a:lnTo>
                <a:lnTo>
                  <a:pt x="1455511" y="1114920"/>
                </a:lnTo>
                <a:lnTo>
                  <a:pt x="1455689" y="1114920"/>
                </a:lnTo>
                <a:lnTo>
                  <a:pt x="1455858" y="1114920"/>
                </a:lnTo>
                <a:lnTo>
                  <a:pt x="1456027" y="1114920"/>
                </a:lnTo>
                <a:lnTo>
                  <a:pt x="1456205" y="1114920"/>
                </a:lnTo>
                <a:lnTo>
                  <a:pt x="1456374" y="1114920"/>
                </a:lnTo>
                <a:lnTo>
                  <a:pt x="1456552" y="1114920"/>
                </a:lnTo>
                <a:lnTo>
                  <a:pt x="1456721" y="1114920"/>
                </a:lnTo>
                <a:lnTo>
                  <a:pt x="1456890" y="1114920"/>
                </a:lnTo>
                <a:lnTo>
                  <a:pt x="1457068" y="1114920"/>
                </a:lnTo>
                <a:lnTo>
                  <a:pt x="1457237" y="1114920"/>
                </a:lnTo>
                <a:lnTo>
                  <a:pt x="1457406" y="1114920"/>
                </a:lnTo>
                <a:lnTo>
                  <a:pt x="1457584" y="1114920"/>
                </a:lnTo>
                <a:lnTo>
                  <a:pt x="1457753" y="1114920"/>
                </a:lnTo>
                <a:lnTo>
                  <a:pt x="1457922" y="1114920"/>
                </a:lnTo>
                <a:lnTo>
                  <a:pt x="1458100" y="1114920"/>
                </a:lnTo>
                <a:lnTo>
                  <a:pt x="1458269" y="1114920"/>
                </a:lnTo>
                <a:lnTo>
                  <a:pt x="1458447" y="1114920"/>
                </a:lnTo>
                <a:lnTo>
                  <a:pt x="1458616" y="1114920"/>
                </a:lnTo>
                <a:lnTo>
                  <a:pt x="1458785" y="1114920"/>
                </a:lnTo>
                <a:lnTo>
                  <a:pt x="1458963" y="1114920"/>
                </a:lnTo>
                <a:lnTo>
                  <a:pt x="1459132" y="1114920"/>
                </a:lnTo>
                <a:lnTo>
                  <a:pt x="1459301" y="1114920"/>
                </a:lnTo>
                <a:lnTo>
                  <a:pt x="1459479" y="1114920"/>
                </a:lnTo>
                <a:lnTo>
                  <a:pt x="1459648" y="1114920"/>
                </a:lnTo>
                <a:lnTo>
                  <a:pt x="1459817" y="1114920"/>
                </a:lnTo>
                <a:lnTo>
                  <a:pt x="1459995" y="1114920"/>
                </a:lnTo>
                <a:lnTo>
                  <a:pt x="1460164" y="1114920"/>
                </a:lnTo>
                <a:lnTo>
                  <a:pt x="1460342" y="1114920"/>
                </a:lnTo>
                <a:lnTo>
                  <a:pt x="1460511" y="1114920"/>
                </a:lnTo>
                <a:lnTo>
                  <a:pt x="1460680" y="1114920"/>
                </a:lnTo>
                <a:lnTo>
                  <a:pt x="1460858" y="1114920"/>
                </a:lnTo>
                <a:lnTo>
                  <a:pt x="1461027" y="1114920"/>
                </a:lnTo>
                <a:lnTo>
                  <a:pt x="1461196" y="1114920"/>
                </a:lnTo>
                <a:lnTo>
                  <a:pt x="1461374" y="1114920"/>
                </a:lnTo>
                <a:lnTo>
                  <a:pt x="1461543" y="1114920"/>
                </a:lnTo>
                <a:lnTo>
                  <a:pt x="1461712" y="1114920"/>
                </a:lnTo>
                <a:lnTo>
                  <a:pt x="1461890" y="1114920"/>
                </a:lnTo>
                <a:lnTo>
                  <a:pt x="1462059" y="1114920"/>
                </a:lnTo>
                <a:lnTo>
                  <a:pt x="1462237" y="1114920"/>
                </a:lnTo>
                <a:lnTo>
                  <a:pt x="1462406" y="1114920"/>
                </a:lnTo>
                <a:lnTo>
                  <a:pt x="1462575" y="1114920"/>
                </a:lnTo>
                <a:lnTo>
                  <a:pt x="1462753" y="1114920"/>
                </a:lnTo>
                <a:lnTo>
                  <a:pt x="1462922" y="1114920"/>
                </a:lnTo>
                <a:lnTo>
                  <a:pt x="1463091" y="1114920"/>
                </a:lnTo>
                <a:lnTo>
                  <a:pt x="1463269" y="1114920"/>
                </a:lnTo>
                <a:lnTo>
                  <a:pt x="1463438" y="1114920"/>
                </a:lnTo>
                <a:lnTo>
                  <a:pt x="1463607" y="1114920"/>
                </a:lnTo>
                <a:lnTo>
                  <a:pt x="1463785" y="1114920"/>
                </a:lnTo>
                <a:lnTo>
                  <a:pt x="1463954" y="1114920"/>
                </a:lnTo>
                <a:lnTo>
                  <a:pt x="1464123" y="1114920"/>
                </a:lnTo>
                <a:lnTo>
                  <a:pt x="1464301" y="1114920"/>
                </a:lnTo>
                <a:lnTo>
                  <a:pt x="1464470" y="1114920"/>
                </a:lnTo>
                <a:lnTo>
                  <a:pt x="1464648" y="1114920"/>
                </a:lnTo>
                <a:lnTo>
                  <a:pt x="1464817" y="1114920"/>
                </a:lnTo>
                <a:lnTo>
                  <a:pt x="1464986" y="1114920"/>
                </a:lnTo>
                <a:lnTo>
                  <a:pt x="1465164" y="1114920"/>
                </a:lnTo>
                <a:lnTo>
                  <a:pt x="1465333" y="1114920"/>
                </a:lnTo>
                <a:lnTo>
                  <a:pt x="1465502" y="1114920"/>
                </a:lnTo>
                <a:lnTo>
                  <a:pt x="1465679" y="1114920"/>
                </a:lnTo>
                <a:lnTo>
                  <a:pt x="1465849" y="1114920"/>
                </a:lnTo>
                <a:lnTo>
                  <a:pt x="1466018" y="1114920"/>
                </a:lnTo>
                <a:lnTo>
                  <a:pt x="1466196" y="1114920"/>
                </a:lnTo>
                <a:lnTo>
                  <a:pt x="1466365" y="1114920"/>
                </a:lnTo>
                <a:lnTo>
                  <a:pt x="1466543" y="1114920"/>
                </a:lnTo>
                <a:lnTo>
                  <a:pt x="1466711" y="1114920"/>
                </a:lnTo>
                <a:lnTo>
                  <a:pt x="1466881" y="1114920"/>
                </a:lnTo>
                <a:lnTo>
                  <a:pt x="1467058" y="1114920"/>
                </a:lnTo>
                <a:lnTo>
                  <a:pt x="1467228" y="1114920"/>
                </a:lnTo>
                <a:lnTo>
                  <a:pt x="1467397" y="1114920"/>
                </a:lnTo>
                <a:lnTo>
                  <a:pt x="1467574" y="1114920"/>
                </a:lnTo>
                <a:lnTo>
                  <a:pt x="1467744" y="1114920"/>
                </a:lnTo>
                <a:lnTo>
                  <a:pt x="1467912" y="1114920"/>
                </a:lnTo>
                <a:lnTo>
                  <a:pt x="1468090" y="1114920"/>
                </a:lnTo>
                <a:lnTo>
                  <a:pt x="1468259" y="1114920"/>
                </a:lnTo>
                <a:lnTo>
                  <a:pt x="1468437" y="1114920"/>
                </a:lnTo>
                <a:lnTo>
                  <a:pt x="1468606" y="1114920"/>
                </a:lnTo>
                <a:lnTo>
                  <a:pt x="1468776" y="1114920"/>
                </a:lnTo>
                <a:lnTo>
                  <a:pt x="1468953" y="1114920"/>
                </a:lnTo>
                <a:lnTo>
                  <a:pt x="1469123" y="1114920"/>
                </a:lnTo>
                <a:lnTo>
                  <a:pt x="1469291" y="1114920"/>
                </a:lnTo>
                <a:lnTo>
                  <a:pt x="1469469" y="1114920"/>
                </a:lnTo>
                <a:lnTo>
                  <a:pt x="1469638" y="1114920"/>
                </a:lnTo>
                <a:lnTo>
                  <a:pt x="1469807" y="1114920"/>
                </a:lnTo>
                <a:lnTo>
                  <a:pt x="1469985" y="1114920"/>
                </a:lnTo>
                <a:lnTo>
                  <a:pt x="1470154" y="1114920"/>
                </a:lnTo>
                <a:lnTo>
                  <a:pt x="1470332" y="1114920"/>
                </a:lnTo>
                <a:lnTo>
                  <a:pt x="1470501" y="1114920"/>
                </a:lnTo>
                <a:lnTo>
                  <a:pt x="1470670" y="1114920"/>
                </a:lnTo>
                <a:lnTo>
                  <a:pt x="1470848" y="1114920"/>
                </a:lnTo>
                <a:lnTo>
                  <a:pt x="1471017" y="1114920"/>
                </a:lnTo>
                <a:lnTo>
                  <a:pt x="1471186" y="1114920"/>
                </a:lnTo>
                <a:lnTo>
                  <a:pt x="1471364" y="1114920"/>
                </a:lnTo>
                <a:lnTo>
                  <a:pt x="1471533" y="1114920"/>
                </a:lnTo>
                <a:lnTo>
                  <a:pt x="1471702" y="1114920"/>
                </a:lnTo>
                <a:lnTo>
                  <a:pt x="1471880" y="1114920"/>
                </a:lnTo>
                <a:lnTo>
                  <a:pt x="1472049" y="1114920"/>
                </a:lnTo>
                <a:lnTo>
                  <a:pt x="1472218" y="1114920"/>
                </a:lnTo>
                <a:lnTo>
                  <a:pt x="1472396" y="1114920"/>
                </a:lnTo>
                <a:lnTo>
                  <a:pt x="1472565" y="1114920"/>
                </a:lnTo>
                <a:lnTo>
                  <a:pt x="1472743" y="1114920"/>
                </a:lnTo>
                <a:lnTo>
                  <a:pt x="1472912" y="1114920"/>
                </a:lnTo>
                <a:lnTo>
                  <a:pt x="1473081" y="1114920"/>
                </a:lnTo>
                <a:lnTo>
                  <a:pt x="1473259" y="1114920"/>
                </a:lnTo>
                <a:lnTo>
                  <a:pt x="1473428" y="1114920"/>
                </a:lnTo>
                <a:lnTo>
                  <a:pt x="1473597" y="1114920"/>
                </a:lnTo>
                <a:lnTo>
                  <a:pt x="1473775" y="1114920"/>
                </a:lnTo>
                <a:lnTo>
                  <a:pt x="1473944" y="1114920"/>
                </a:lnTo>
                <a:lnTo>
                  <a:pt x="1474113" y="1114920"/>
                </a:lnTo>
                <a:lnTo>
                  <a:pt x="1474291" y="1114920"/>
                </a:lnTo>
                <a:lnTo>
                  <a:pt x="1474460" y="1114920"/>
                </a:lnTo>
                <a:lnTo>
                  <a:pt x="1474638" y="1114920"/>
                </a:lnTo>
                <a:lnTo>
                  <a:pt x="1474807" y="1114920"/>
                </a:lnTo>
                <a:lnTo>
                  <a:pt x="1474976" y="1114920"/>
                </a:lnTo>
                <a:lnTo>
                  <a:pt x="1475154" y="1114920"/>
                </a:lnTo>
                <a:lnTo>
                  <a:pt x="1475323" y="1114920"/>
                </a:lnTo>
                <a:lnTo>
                  <a:pt x="1475492" y="1114920"/>
                </a:lnTo>
                <a:lnTo>
                  <a:pt x="1475670" y="1114920"/>
                </a:lnTo>
                <a:lnTo>
                  <a:pt x="1475839" y="1114920"/>
                </a:lnTo>
                <a:lnTo>
                  <a:pt x="1476008" y="1114920"/>
                </a:lnTo>
                <a:lnTo>
                  <a:pt x="1476186" y="1114920"/>
                </a:lnTo>
                <a:lnTo>
                  <a:pt x="1476355" y="1114920"/>
                </a:lnTo>
                <a:lnTo>
                  <a:pt x="1476533" y="1114920"/>
                </a:lnTo>
                <a:lnTo>
                  <a:pt x="1476702" y="1114920"/>
                </a:lnTo>
                <a:lnTo>
                  <a:pt x="1476871" y="1114920"/>
                </a:lnTo>
                <a:lnTo>
                  <a:pt x="1477049" y="1114920"/>
                </a:lnTo>
                <a:lnTo>
                  <a:pt x="1477218" y="1114920"/>
                </a:lnTo>
                <a:lnTo>
                  <a:pt x="1477387" y="1114920"/>
                </a:lnTo>
                <a:lnTo>
                  <a:pt x="1477565" y="1114920"/>
                </a:lnTo>
                <a:lnTo>
                  <a:pt x="1477734" y="1114920"/>
                </a:lnTo>
                <a:lnTo>
                  <a:pt x="1477903" y="1114920"/>
                </a:lnTo>
                <a:lnTo>
                  <a:pt x="1478081" y="1114920"/>
                </a:lnTo>
                <a:lnTo>
                  <a:pt x="1478250" y="1114920"/>
                </a:lnTo>
                <a:lnTo>
                  <a:pt x="1478428" y="1114920"/>
                </a:lnTo>
                <a:lnTo>
                  <a:pt x="1478597" y="1114920"/>
                </a:lnTo>
                <a:lnTo>
                  <a:pt x="1478766" y="1114920"/>
                </a:lnTo>
                <a:lnTo>
                  <a:pt x="1478944" y="1114920"/>
                </a:lnTo>
                <a:lnTo>
                  <a:pt x="1479113" y="1114920"/>
                </a:lnTo>
                <a:lnTo>
                  <a:pt x="1479282" y="1114920"/>
                </a:lnTo>
                <a:lnTo>
                  <a:pt x="1479460" y="1114920"/>
                </a:lnTo>
                <a:lnTo>
                  <a:pt x="1479629" y="1114920"/>
                </a:lnTo>
                <a:lnTo>
                  <a:pt x="1479798" y="1114920"/>
                </a:lnTo>
                <a:lnTo>
                  <a:pt x="1479976" y="1114920"/>
                </a:lnTo>
                <a:lnTo>
                  <a:pt x="1480145" y="1114920"/>
                </a:lnTo>
                <a:lnTo>
                  <a:pt x="1480314" y="1114920"/>
                </a:lnTo>
                <a:lnTo>
                  <a:pt x="1480492" y="1114920"/>
                </a:lnTo>
                <a:lnTo>
                  <a:pt x="1480661" y="1114920"/>
                </a:lnTo>
                <a:lnTo>
                  <a:pt x="1480839" y="1114920"/>
                </a:lnTo>
                <a:lnTo>
                  <a:pt x="1481008" y="1114920"/>
                </a:lnTo>
                <a:lnTo>
                  <a:pt x="1481177" y="1114920"/>
                </a:lnTo>
                <a:lnTo>
                  <a:pt x="1481355" y="1114920"/>
                </a:lnTo>
                <a:lnTo>
                  <a:pt x="1481524" y="1114920"/>
                </a:lnTo>
                <a:lnTo>
                  <a:pt x="1481693" y="1114920"/>
                </a:lnTo>
                <a:lnTo>
                  <a:pt x="1481871" y="1114920"/>
                </a:lnTo>
                <a:lnTo>
                  <a:pt x="1482040" y="1114920"/>
                </a:lnTo>
                <a:lnTo>
                  <a:pt x="1482209" y="1114920"/>
                </a:lnTo>
                <a:lnTo>
                  <a:pt x="1482387" y="1114920"/>
                </a:lnTo>
                <a:lnTo>
                  <a:pt x="1482556" y="1114920"/>
                </a:lnTo>
                <a:lnTo>
                  <a:pt x="1482734" y="1114920"/>
                </a:lnTo>
                <a:lnTo>
                  <a:pt x="1482903" y="1114920"/>
                </a:lnTo>
                <a:lnTo>
                  <a:pt x="1483072" y="1114920"/>
                </a:lnTo>
                <a:lnTo>
                  <a:pt x="1483250" y="1114920"/>
                </a:lnTo>
                <a:lnTo>
                  <a:pt x="1483419" y="1114920"/>
                </a:lnTo>
                <a:lnTo>
                  <a:pt x="1483588" y="1114920"/>
                </a:lnTo>
                <a:lnTo>
                  <a:pt x="1483766" y="1114920"/>
                </a:lnTo>
                <a:lnTo>
                  <a:pt x="1483935" y="1114920"/>
                </a:lnTo>
                <a:lnTo>
                  <a:pt x="1484104" y="1114920"/>
                </a:lnTo>
                <a:lnTo>
                  <a:pt x="1484282" y="1114920"/>
                </a:lnTo>
                <a:lnTo>
                  <a:pt x="1484451" y="1114920"/>
                </a:lnTo>
                <a:lnTo>
                  <a:pt x="1484629" y="1114920"/>
                </a:lnTo>
                <a:lnTo>
                  <a:pt x="1484798" y="1114920"/>
                </a:lnTo>
                <a:lnTo>
                  <a:pt x="1484967" y="1114920"/>
                </a:lnTo>
                <a:lnTo>
                  <a:pt x="1485145" y="1114920"/>
                </a:lnTo>
                <a:lnTo>
                  <a:pt x="1485314" y="1114920"/>
                </a:lnTo>
                <a:lnTo>
                  <a:pt x="1485483" y="1114920"/>
                </a:lnTo>
                <a:lnTo>
                  <a:pt x="1485661" y="1114920"/>
                </a:lnTo>
                <a:lnTo>
                  <a:pt x="1485830" y="1114920"/>
                </a:lnTo>
                <a:lnTo>
                  <a:pt x="1485999" y="1114920"/>
                </a:lnTo>
                <a:lnTo>
                  <a:pt x="1486177" y="1114920"/>
                </a:lnTo>
                <a:lnTo>
                  <a:pt x="1486346" y="1114920"/>
                </a:lnTo>
                <a:lnTo>
                  <a:pt x="1486524" y="1114920"/>
                </a:lnTo>
                <a:lnTo>
                  <a:pt x="1486693" y="1114920"/>
                </a:lnTo>
                <a:lnTo>
                  <a:pt x="1486862" y="1114920"/>
                </a:lnTo>
                <a:lnTo>
                  <a:pt x="1487040" y="1114920"/>
                </a:lnTo>
                <a:lnTo>
                  <a:pt x="1487209" y="1114920"/>
                </a:lnTo>
                <a:lnTo>
                  <a:pt x="1487378" y="1114920"/>
                </a:lnTo>
                <a:lnTo>
                  <a:pt x="1487556" y="1114920"/>
                </a:lnTo>
                <a:lnTo>
                  <a:pt x="1487725" y="1114920"/>
                </a:lnTo>
                <a:lnTo>
                  <a:pt x="1487894" y="1114920"/>
                </a:lnTo>
                <a:lnTo>
                  <a:pt x="1488072" y="1114920"/>
                </a:lnTo>
                <a:lnTo>
                  <a:pt x="1488241" y="1114920"/>
                </a:lnTo>
                <a:lnTo>
                  <a:pt x="1488410" y="1114920"/>
                </a:lnTo>
                <a:lnTo>
                  <a:pt x="1488588" y="1114920"/>
                </a:lnTo>
                <a:lnTo>
                  <a:pt x="1488757" y="1114920"/>
                </a:lnTo>
                <a:lnTo>
                  <a:pt x="1488935" y="1114920"/>
                </a:lnTo>
                <a:lnTo>
                  <a:pt x="1489104" y="1114920"/>
                </a:lnTo>
                <a:lnTo>
                  <a:pt x="1489273" y="1114920"/>
                </a:lnTo>
                <a:lnTo>
                  <a:pt x="1489451" y="1114920"/>
                </a:lnTo>
                <a:lnTo>
                  <a:pt x="1489620" y="1114920"/>
                </a:lnTo>
                <a:lnTo>
                  <a:pt x="1489789" y="1114920"/>
                </a:lnTo>
                <a:lnTo>
                  <a:pt x="1489967" y="1114920"/>
                </a:lnTo>
                <a:lnTo>
                  <a:pt x="1490136" y="1114920"/>
                </a:lnTo>
                <a:lnTo>
                  <a:pt x="1490305" y="1114920"/>
                </a:lnTo>
                <a:lnTo>
                  <a:pt x="1490483" y="1114920"/>
                </a:lnTo>
                <a:lnTo>
                  <a:pt x="1490652" y="1114920"/>
                </a:lnTo>
                <a:lnTo>
                  <a:pt x="1490830" y="1114920"/>
                </a:lnTo>
                <a:lnTo>
                  <a:pt x="1490999" y="1114920"/>
                </a:lnTo>
                <a:lnTo>
                  <a:pt x="1491168" y="1114920"/>
                </a:lnTo>
                <a:lnTo>
                  <a:pt x="1491346" y="1114920"/>
                </a:lnTo>
                <a:lnTo>
                  <a:pt x="1491515" y="1114920"/>
                </a:lnTo>
                <a:lnTo>
                  <a:pt x="1491684" y="1114920"/>
                </a:lnTo>
                <a:lnTo>
                  <a:pt x="1491862" y="1114920"/>
                </a:lnTo>
                <a:lnTo>
                  <a:pt x="1492031" y="1114920"/>
                </a:lnTo>
                <a:lnTo>
                  <a:pt x="1492200" y="1114920"/>
                </a:lnTo>
                <a:lnTo>
                  <a:pt x="1492378" y="1114920"/>
                </a:lnTo>
                <a:lnTo>
                  <a:pt x="1492547" y="1114920"/>
                </a:lnTo>
                <a:lnTo>
                  <a:pt x="1492725" y="1114920"/>
                </a:lnTo>
                <a:lnTo>
                  <a:pt x="1492894" y="1114920"/>
                </a:lnTo>
                <a:lnTo>
                  <a:pt x="1493063" y="1114920"/>
                </a:lnTo>
                <a:lnTo>
                  <a:pt x="1493241" y="1114920"/>
                </a:lnTo>
                <a:lnTo>
                  <a:pt x="1493410" y="1114920"/>
                </a:lnTo>
                <a:lnTo>
                  <a:pt x="1493579" y="1114920"/>
                </a:lnTo>
                <a:lnTo>
                  <a:pt x="1493757" y="1114920"/>
                </a:lnTo>
                <a:lnTo>
                  <a:pt x="1493926" y="1114920"/>
                </a:lnTo>
                <a:lnTo>
                  <a:pt x="1494095" y="1114920"/>
                </a:lnTo>
                <a:lnTo>
                  <a:pt x="1494273" y="1114920"/>
                </a:lnTo>
                <a:lnTo>
                  <a:pt x="1494442" y="1114920"/>
                </a:lnTo>
                <a:lnTo>
                  <a:pt x="1494620" y="1114920"/>
                </a:lnTo>
                <a:lnTo>
                  <a:pt x="1494789" y="1114920"/>
                </a:lnTo>
                <a:lnTo>
                  <a:pt x="1494958" y="1114920"/>
                </a:lnTo>
                <a:lnTo>
                  <a:pt x="1495136" y="1114920"/>
                </a:lnTo>
                <a:lnTo>
                  <a:pt x="1495305" y="1114920"/>
                </a:lnTo>
                <a:lnTo>
                  <a:pt x="1495474" y="1114920"/>
                </a:lnTo>
                <a:lnTo>
                  <a:pt x="1495652" y="1114920"/>
                </a:lnTo>
                <a:lnTo>
                  <a:pt x="1495821" y="1114920"/>
                </a:lnTo>
                <a:lnTo>
                  <a:pt x="1495990" y="1114920"/>
                </a:lnTo>
                <a:lnTo>
                  <a:pt x="1496168" y="1114920"/>
                </a:lnTo>
                <a:lnTo>
                  <a:pt x="1496337" y="1114920"/>
                </a:lnTo>
                <a:lnTo>
                  <a:pt x="1496506" y="1114920"/>
                </a:lnTo>
                <a:lnTo>
                  <a:pt x="1496684" y="1114920"/>
                </a:lnTo>
                <a:lnTo>
                  <a:pt x="1496853" y="1114920"/>
                </a:lnTo>
                <a:lnTo>
                  <a:pt x="1497031" y="1114920"/>
                </a:lnTo>
                <a:lnTo>
                  <a:pt x="1497200" y="1114920"/>
                </a:lnTo>
                <a:lnTo>
                  <a:pt x="1497369" y="1114920"/>
                </a:lnTo>
                <a:lnTo>
                  <a:pt x="1497547" y="1114920"/>
                </a:lnTo>
                <a:lnTo>
                  <a:pt x="1497716" y="1114920"/>
                </a:lnTo>
                <a:lnTo>
                  <a:pt x="1497885" y="1114920"/>
                </a:lnTo>
                <a:lnTo>
                  <a:pt x="1498063" y="1114920"/>
                </a:lnTo>
                <a:lnTo>
                  <a:pt x="1498232" y="1114920"/>
                </a:lnTo>
                <a:lnTo>
                  <a:pt x="1498401" y="1114920"/>
                </a:lnTo>
                <a:lnTo>
                  <a:pt x="1498579" y="1114920"/>
                </a:lnTo>
                <a:lnTo>
                  <a:pt x="1498748" y="1114920"/>
                </a:lnTo>
                <a:lnTo>
                  <a:pt x="1498926" y="1114920"/>
                </a:lnTo>
                <a:lnTo>
                  <a:pt x="1499095" y="1114920"/>
                </a:lnTo>
                <a:lnTo>
                  <a:pt x="1499264" y="1114920"/>
                </a:lnTo>
                <a:lnTo>
                  <a:pt x="1499442" y="1114920"/>
                </a:lnTo>
                <a:lnTo>
                  <a:pt x="1499611" y="1114920"/>
                </a:lnTo>
                <a:lnTo>
                  <a:pt x="1499780" y="1114920"/>
                </a:lnTo>
                <a:lnTo>
                  <a:pt x="1499958" y="1114920"/>
                </a:lnTo>
                <a:lnTo>
                  <a:pt x="1500127" y="1114920"/>
                </a:lnTo>
                <a:lnTo>
                  <a:pt x="1500296" y="1114920"/>
                </a:lnTo>
                <a:lnTo>
                  <a:pt x="1500474" y="1114920"/>
                </a:lnTo>
                <a:lnTo>
                  <a:pt x="1500643" y="1114920"/>
                </a:lnTo>
                <a:lnTo>
                  <a:pt x="1500820" y="1114920"/>
                </a:lnTo>
                <a:lnTo>
                  <a:pt x="1500990" y="1114920"/>
                </a:lnTo>
                <a:lnTo>
                  <a:pt x="1501159" y="1114920"/>
                </a:lnTo>
                <a:lnTo>
                  <a:pt x="1501337" y="1114920"/>
                </a:lnTo>
                <a:lnTo>
                  <a:pt x="1501505" y="1114920"/>
                </a:lnTo>
                <a:lnTo>
                  <a:pt x="1501675" y="1114920"/>
                </a:lnTo>
                <a:lnTo>
                  <a:pt x="1501852" y="1114920"/>
                </a:lnTo>
                <a:lnTo>
                  <a:pt x="1502022" y="1114920"/>
                </a:lnTo>
                <a:lnTo>
                  <a:pt x="1502191" y="1114920"/>
                </a:lnTo>
                <a:lnTo>
                  <a:pt x="1502369" y="1114920"/>
                </a:lnTo>
                <a:lnTo>
                  <a:pt x="1502538" y="1114920"/>
                </a:lnTo>
                <a:lnTo>
                  <a:pt x="1502715" y="1114920"/>
                </a:lnTo>
                <a:lnTo>
                  <a:pt x="1502884" y="1114920"/>
                </a:lnTo>
                <a:lnTo>
                  <a:pt x="1503053" y="1114920"/>
                </a:lnTo>
                <a:lnTo>
                  <a:pt x="1503231" y="1114920"/>
                </a:lnTo>
                <a:lnTo>
                  <a:pt x="1503401" y="1114920"/>
                </a:lnTo>
                <a:lnTo>
                  <a:pt x="1503570" y="1114920"/>
                </a:lnTo>
                <a:lnTo>
                  <a:pt x="1503747" y="1114920"/>
                </a:lnTo>
                <a:lnTo>
                  <a:pt x="1503916" y="1114920"/>
                </a:lnTo>
                <a:lnTo>
                  <a:pt x="1504086" y="1114920"/>
                </a:lnTo>
                <a:lnTo>
                  <a:pt x="1504263" y="1114920"/>
                </a:lnTo>
                <a:lnTo>
                  <a:pt x="1504432" y="1114920"/>
                </a:lnTo>
                <a:lnTo>
                  <a:pt x="1504601" y="1114920"/>
                </a:lnTo>
                <a:lnTo>
                  <a:pt x="1504779" y="1114920"/>
                </a:lnTo>
                <a:lnTo>
                  <a:pt x="1504949" y="1114920"/>
                </a:lnTo>
                <a:lnTo>
                  <a:pt x="1505126" y="1114920"/>
                </a:lnTo>
                <a:lnTo>
                  <a:pt x="1505295" y="1114920"/>
                </a:lnTo>
                <a:lnTo>
                  <a:pt x="1505464" y="1114920"/>
                </a:lnTo>
                <a:lnTo>
                  <a:pt x="1505642" y="1114920"/>
                </a:lnTo>
                <a:lnTo>
                  <a:pt x="1505811" y="1114920"/>
                </a:lnTo>
                <a:lnTo>
                  <a:pt x="1505980" y="1114920"/>
                </a:lnTo>
                <a:lnTo>
                  <a:pt x="1506158" y="1114920"/>
                </a:lnTo>
                <a:lnTo>
                  <a:pt x="1506327" y="1114920"/>
                </a:lnTo>
                <a:lnTo>
                  <a:pt x="1506497" y="1114920"/>
                </a:lnTo>
                <a:lnTo>
                  <a:pt x="1506674" y="1114920"/>
                </a:lnTo>
                <a:lnTo>
                  <a:pt x="1506843" y="1114920"/>
                </a:lnTo>
                <a:lnTo>
                  <a:pt x="1507021" y="1114920"/>
                </a:lnTo>
                <a:lnTo>
                  <a:pt x="1507190" y="1114920"/>
                </a:lnTo>
                <a:lnTo>
                  <a:pt x="1507359" y="1114920"/>
                </a:lnTo>
                <a:lnTo>
                  <a:pt x="1507537" y="1114920"/>
                </a:lnTo>
                <a:lnTo>
                  <a:pt x="1507706" y="1114920"/>
                </a:lnTo>
                <a:lnTo>
                  <a:pt x="1507875" y="1114920"/>
                </a:lnTo>
                <a:lnTo>
                  <a:pt x="1508053" y="1114920"/>
                </a:lnTo>
                <a:lnTo>
                  <a:pt x="1508222" y="1114920"/>
                </a:lnTo>
                <a:lnTo>
                  <a:pt x="1508391" y="1114920"/>
                </a:lnTo>
                <a:lnTo>
                  <a:pt x="1508569" y="1114920"/>
                </a:lnTo>
                <a:lnTo>
                  <a:pt x="1508738" y="1114920"/>
                </a:lnTo>
                <a:lnTo>
                  <a:pt x="1508916" y="1114920"/>
                </a:lnTo>
                <a:lnTo>
                  <a:pt x="1509085" y="1114920"/>
                </a:lnTo>
                <a:lnTo>
                  <a:pt x="1509254" y="1114920"/>
                </a:lnTo>
                <a:lnTo>
                  <a:pt x="1509432" y="1114920"/>
                </a:lnTo>
                <a:lnTo>
                  <a:pt x="1509601" y="1114920"/>
                </a:lnTo>
                <a:lnTo>
                  <a:pt x="1509770" y="1114920"/>
                </a:lnTo>
                <a:lnTo>
                  <a:pt x="1509948" y="1114920"/>
                </a:lnTo>
                <a:lnTo>
                  <a:pt x="1510117" y="1114920"/>
                </a:lnTo>
                <a:lnTo>
                  <a:pt x="1510286" y="1114920"/>
                </a:lnTo>
                <a:lnTo>
                  <a:pt x="1510464" y="1114920"/>
                </a:lnTo>
                <a:lnTo>
                  <a:pt x="1510633" y="1114920"/>
                </a:lnTo>
                <a:lnTo>
                  <a:pt x="1510811" y="1114920"/>
                </a:lnTo>
                <a:lnTo>
                  <a:pt x="1510980" y="1114920"/>
                </a:lnTo>
                <a:lnTo>
                  <a:pt x="1511149" y="1114920"/>
                </a:lnTo>
                <a:lnTo>
                  <a:pt x="1511327" y="1114920"/>
                </a:lnTo>
                <a:lnTo>
                  <a:pt x="1511496" y="1114920"/>
                </a:lnTo>
                <a:lnTo>
                  <a:pt x="1511665" y="1114920"/>
                </a:lnTo>
                <a:lnTo>
                  <a:pt x="1511843" y="1114920"/>
                </a:lnTo>
                <a:lnTo>
                  <a:pt x="1512012" y="1114920"/>
                </a:lnTo>
                <a:lnTo>
                  <a:pt x="1512181" y="1114920"/>
                </a:lnTo>
                <a:lnTo>
                  <a:pt x="1512359" y="1114920"/>
                </a:lnTo>
                <a:lnTo>
                  <a:pt x="1512528" y="1114920"/>
                </a:lnTo>
                <a:lnTo>
                  <a:pt x="1512697" y="1114920"/>
                </a:lnTo>
                <a:lnTo>
                  <a:pt x="1512875" y="1114920"/>
                </a:lnTo>
                <a:lnTo>
                  <a:pt x="1513044" y="1114920"/>
                </a:lnTo>
                <a:lnTo>
                  <a:pt x="1513222" y="1114920"/>
                </a:lnTo>
                <a:lnTo>
                  <a:pt x="1513391" y="1114920"/>
                </a:lnTo>
                <a:lnTo>
                  <a:pt x="1513560" y="1114920"/>
                </a:lnTo>
                <a:lnTo>
                  <a:pt x="1513738" y="1114920"/>
                </a:lnTo>
                <a:lnTo>
                  <a:pt x="1513907" y="1114920"/>
                </a:lnTo>
                <a:lnTo>
                  <a:pt x="1514076" y="1114920"/>
                </a:lnTo>
                <a:lnTo>
                  <a:pt x="1514254" y="1114920"/>
                </a:lnTo>
                <a:lnTo>
                  <a:pt x="1514423" y="1114920"/>
                </a:lnTo>
                <a:lnTo>
                  <a:pt x="1514592" y="1114920"/>
                </a:lnTo>
                <a:lnTo>
                  <a:pt x="1514770" y="1114920"/>
                </a:lnTo>
                <a:lnTo>
                  <a:pt x="1514939" y="1114920"/>
                </a:lnTo>
                <a:lnTo>
                  <a:pt x="1515117" y="1114920"/>
                </a:lnTo>
                <a:lnTo>
                  <a:pt x="1515286" y="1114920"/>
                </a:lnTo>
                <a:lnTo>
                  <a:pt x="1515455" y="1114920"/>
                </a:lnTo>
                <a:lnTo>
                  <a:pt x="1515633" y="1114920"/>
                </a:lnTo>
                <a:lnTo>
                  <a:pt x="1515802" y="1114920"/>
                </a:lnTo>
                <a:lnTo>
                  <a:pt x="1515971" y="1114920"/>
                </a:lnTo>
                <a:lnTo>
                  <a:pt x="1516149" y="1114920"/>
                </a:lnTo>
                <a:lnTo>
                  <a:pt x="1516318" y="1114920"/>
                </a:lnTo>
                <a:lnTo>
                  <a:pt x="1516487" y="1114920"/>
                </a:lnTo>
                <a:lnTo>
                  <a:pt x="1516665" y="1114920"/>
                </a:lnTo>
                <a:lnTo>
                  <a:pt x="1516834" y="1114920"/>
                </a:lnTo>
                <a:lnTo>
                  <a:pt x="1517012" y="1114920"/>
                </a:lnTo>
                <a:lnTo>
                  <a:pt x="1517181" y="1114920"/>
                </a:lnTo>
                <a:lnTo>
                  <a:pt x="1517350" y="1114920"/>
                </a:lnTo>
                <a:lnTo>
                  <a:pt x="1517528" y="1114920"/>
                </a:lnTo>
                <a:lnTo>
                  <a:pt x="1517697" y="1114920"/>
                </a:lnTo>
                <a:lnTo>
                  <a:pt x="1517866" y="1114920"/>
                </a:lnTo>
                <a:lnTo>
                  <a:pt x="1518044" y="1114920"/>
                </a:lnTo>
                <a:lnTo>
                  <a:pt x="1518213" y="1114920"/>
                </a:lnTo>
                <a:lnTo>
                  <a:pt x="1518382" y="1114920"/>
                </a:lnTo>
                <a:lnTo>
                  <a:pt x="1518560" y="1114920"/>
                </a:lnTo>
                <a:lnTo>
                  <a:pt x="1518729" y="1114920"/>
                </a:lnTo>
                <a:lnTo>
                  <a:pt x="1518907" y="1114920"/>
                </a:lnTo>
                <a:lnTo>
                  <a:pt x="1519076" y="1114920"/>
                </a:lnTo>
                <a:lnTo>
                  <a:pt x="1519245" y="1114920"/>
                </a:lnTo>
                <a:lnTo>
                  <a:pt x="1519423" y="1114920"/>
                </a:lnTo>
                <a:lnTo>
                  <a:pt x="1519592" y="1114920"/>
                </a:lnTo>
                <a:lnTo>
                  <a:pt x="1519761" y="1114920"/>
                </a:lnTo>
                <a:lnTo>
                  <a:pt x="1519939" y="1114920"/>
                </a:lnTo>
                <a:lnTo>
                  <a:pt x="1520108" y="1114920"/>
                </a:lnTo>
                <a:lnTo>
                  <a:pt x="1520277" y="1114920"/>
                </a:lnTo>
                <a:lnTo>
                  <a:pt x="1520455" y="1114920"/>
                </a:lnTo>
                <a:lnTo>
                  <a:pt x="1520624" y="1114920"/>
                </a:lnTo>
                <a:lnTo>
                  <a:pt x="1520793" y="1114920"/>
                </a:lnTo>
                <a:lnTo>
                  <a:pt x="1520971" y="1114920"/>
                </a:lnTo>
                <a:lnTo>
                  <a:pt x="1521140" y="1114920"/>
                </a:lnTo>
                <a:lnTo>
                  <a:pt x="1521318" y="1114920"/>
                </a:lnTo>
                <a:lnTo>
                  <a:pt x="1521487" y="1114920"/>
                </a:lnTo>
                <a:lnTo>
                  <a:pt x="1521656" y="1114920"/>
                </a:lnTo>
                <a:lnTo>
                  <a:pt x="1521834" y="1114920"/>
                </a:lnTo>
                <a:lnTo>
                  <a:pt x="1522003" y="1114920"/>
                </a:lnTo>
                <a:lnTo>
                  <a:pt x="1522172" y="1114920"/>
                </a:lnTo>
                <a:lnTo>
                  <a:pt x="1522350" y="1114920"/>
                </a:lnTo>
                <a:lnTo>
                  <a:pt x="1522519" y="1114920"/>
                </a:lnTo>
                <a:lnTo>
                  <a:pt x="1522688" y="1114920"/>
                </a:lnTo>
                <a:lnTo>
                  <a:pt x="1522866" y="1114920"/>
                </a:lnTo>
                <a:lnTo>
                  <a:pt x="1523035" y="1114920"/>
                </a:lnTo>
                <a:lnTo>
                  <a:pt x="1523213" y="1114920"/>
                </a:lnTo>
                <a:lnTo>
                  <a:pt x="1523382" y="1114920"/>
                </a:lnTo>
                <a:lnTo>
                  <a:pt x="1523551" y="1114920"/>
                </a:lnTo>
                <a:lnTo>
                  <a:pt x="1523729" y="1114920"/>
                </a:lnTo>
                <a:lnTo>
                  <a:pt x="1523898" y="1114920"/>
                </a:lnTo>
                <a:lnTo>
                  <a:pt x="1524067" y="1114920"/>
                </a:lnTo>
                <a:lnTo>
                  <a:pt x="1524245" y="1114920"/>
                </a:lnTo>
                <a:lnTo>
                  <a:pt x="1524414" y="1114920"/>
                </a:lnTo>
                <a:lnTo>
                  <a:pt x="1524583" y="1114920"/>
                </a:lnTo>
                <a:lnTo>
                  <a:pt x="1524761" y="1114920"/>
                </a:lnTo>
                <a:lnTo>
                  <a:pt x="1524930" y="1114920"/>
                </a:lnTo>
                <a:lnTo>
                  <a:pt x="1525108" y="1114920"/>
                </a:lnTo>
                <a:lnTo>
                  <a:pt x="1525277" y="1114920"/>
                </a:lnTo>
                <a:lnTo>
                  <a:pt x="1525446" y="1114920"/>
                </a:lnTo>
                <a:lnTo>
                  <a:pt x="1525624" y="1114920"/>
                </a:lnTo>
                <a:lnTo>
                  <a:pt x="1525793" y="1114920"/>
                </a:lnTo>
                <a:lnTo>
                  <a:pt x="1525962" y="1114920"/>
                </a:lnTo>
                <a:lnTo>
                  <a:pt x="1526140" y="1114920"/>
                </a:lnTo>
                <a:lnTo>
                  <a:pt x="1526309" y="1114920"/>
                </a:lnTo>
                <a:lnTo>
                  <a:pt x="1526478" y="1114920"/>
                </a:lnTo>
                <a:lnTo>
                  <a:pt x="1526656" y="1114920"/>
                </a:lnTo>
                <a:lnTo>
                  <a:pt x="1526825" y="1114920"/>
                </a:lnTo>
                <a:lnTo>
                  <a:pt x="1527003" y="1114920"/>
                </a:lnTo>
                <a:lnTo>
                  <a:pt x="1527172" y="1114920"/>
                </a:lnTo>
                <a:lnTo>
                  <a:pt x="1527341" y="1114920"/>
                </a:lnTo>
                <a:lnTo>
                  <a:pt x="1527519" y="1114920"/>
                </a:lnTo>
                <a:lnTo>
                  <a:pt x="1527688" y="1114920"/>
                </a:lnTo>
                <a:lnTo>
                  <a:pt x="1527857" y="1114920"/>
                </a:lnTo>
                <a:lnTo>
                  <a:pt x="1528035" y="1114920"/>
                </a:lnTo>
                <a:lnTo>
                  <a:pt x="1528204" y="1114920"/>
                </a:lnTo>
                <a:lnTo>
                  <a:pt x="1528373" y="1114920"/>
                </a:lnTo>
                <a:lnTo>
                  <a:pt x="1528551" y="1114920"/>
                </a:lnTo>
                <a:lnTo>
                  <a:pt x="1528720" y="1114920"/>
                </a:lnTo>
                <a:lnTo>
                  <a:pt x="1528889" y="1114920"/>
                </a:lnTo>
                <a:lnTo>
                  <a:pt x="1529067" y="1114920"/>
                </a:lnTo>
                <a:lnTo>
                  <a:pt x="1529236" y="1114920"/>
                </a:lnTo>
                <a:lnTo>
                  <a:pt x="1529414" y="1114920"/>
                </a:lnTo>
                <a:lnTo>
                  <a:pt x="1529583" y="1114920"/>
                </a:lnTo>
                <a:lnTo>
                  <a:pt x="1529752" y="1114920"/>
                </a:lnTo>
                <a:lnTo>
                  <a:pt x="1529930" y="1114920"/>
                </a:lnTo>
                <a:lnTo>
                  <a:pt x="1530099" y="1114920"/>
                </a:lnTo>
                <a:lnTo>
                  <a:pt x="1530268" y="1114920"/>
                </a:lnTo>
                <a:lnTo>
                  <a:pt x="1530446" y="1114920"/>
                </a:lnTo>
                <a:lnTo>
                  <a:pt x="1530615" y="1114920"/>
                </a:lnTo>
                <a:lnTo>
                  <a:pt x="1530784" y="1114920"/>
                </a:lnTo>
                <a:lnTo>
                  <a:pt x="1530962" y="1114920"/>
                </a:lnTo>
                <a:lnTo>
                  <a:pt x="1531131" y="1114920"/>
                </a:lnTo>
                <a:lnTo>
                  <a:pt x="1531309" y="1114920"/>
                </a:lnTo>
                <a:lnTo>
                  <a:pt x="1531478" y="1114920"/>
                </a:lnTo>
                <a:lnTo>
                  <a:pt x="1531647" y="1114920"/>
                </a:lnTo>
                <a:lnTo>
                  <a:pt x="1531825" y="1114920"/>
                </a:lnTo>
                <a:lnTo>
                  <a:pt x="1531994" y="1114920"/>
                </a:lnTo>
                <a:lnTo>
                  <a:pt x="1532163" y="1114920"/>
                </a:lnTo>
                <a:lnTo>
                  <a:pt x="1532341" y="1114920"/>
                </a:lnTo>
                <a:lnTo>
                  <a:pt x="1532510" y="1114920"/>
                </a:lnTo>
                <a:lnTo>
                  <a:pt x="1532679" y="1114920"/>
                </a:lnTo>
                <a:lnTo>
                  <a:pt x="1532857" y="1114920"/>
                </a:lnTo>
                <a:lnTo>
                  <a:pt x="1533026" y="1114920"/>
                </a:lnTo>
                <a:lnTo>
                  <a:pt x="1533204" y="1114920"/>
                </a:lnTo>
                <a:lnTo>
                  <a:pt x="1533373" y="1114920"/>
                </a:lnTo>
                <a:lnTo>
                  <a:pt x="1533542" y="1114920"/>
                </a:lnTo>
                <a:lnTo>
                  <a:pt x="1533720" y="1114920"/>
                </a:lnTo>
                <a:lnTo>
                  <a:pt x="1533889" y="1114920"/>
                </a:lnTo>
                <a:lnTo>
                  <a:pt x="1534058" y="1114920"/>
                </a:lnTo>
                <a:lnTo>
                  <a:pt x="1534236" y="1114920"/>
                </a:lnTo>
                <a:lnTo>
                  <a:pt x="1534405" y="1114920"/>
                </a:lnTo>
                <a:lnTo>
                  <a:pt x="1534574" y="1114920"/>
                </a:lnTo>
                <a:lnTo>
                  <a:pt x="1534752" y="1114920"/>
                </a:lnTo>
                <a:lnTo>
                  <a:pt x="1534921" y="1114920"/>
                </a:lnTo>
                <a:lnTo>
                  <a:pt x="1535099" y="1114920"/>
                </a:lnTo>
                <a:lnTo>
                  <a:pt x="1535267" y="1114920"/>
                </a:lnTo>
                <a:lnTo>
                  <a:pt x="1535437" y="1114920"/>
                </a:lnTo>
                <a:lnTo>
                  <a:pt x="1535615" y="1114920"/>
                </a:lnTo>
                <a:lnTo>
                  <a:pt x="1535784" y="1114920"/>
                </a:lnTo>
                <a:lnTo>
                  <a:pt x="1535953" y="1114920"/>
                </a:lnTo>
                <a:lnTo>
                  <a:pt x="1536130" y="1114920"/>
                </a:lnTo>
                <a:lnTo>
                  <a:pt x="1536300" y="1114920"/>
                </a:lnTo>
                <a:lnTo>
                  <a:pt x="1536469" y="1114920"/>
                </a:lnTo>
                <a:lnTo>
                  <a:pt x="1536646" y="1114920"/>
                </a:lnTo>
                <a:lnTo>
                  <a:pt x="1536815" y="1114920"/>
                </a:lnTo>
                <a:lnTo>
                  <a:pt x="1536985" y="1114920"/>
                </a:lnTo>
                <a:lnTo>
                  <a:pt x="1537163" y="1114920"/>
                </a:lnTo>
                <a:lnTo>
                  <a:pt x="1537332" y="1114920"/>
                </a:lnTo>
                <a:lnTo>
                  <a:pt x="1537509" y="1114920"/>
                </a:lnTo>
                <a:lnTo>
                  <a:pt x="1537679" y="1114920"/>
                </a:lnTo>
                <a:lnTo>
                  <a:pt x="1537848" y="1114920"/>
                </a:lnTo>
                <a:lnTo>
                  <a:pt x="1538025" y="1114920"/>
                </a:lnTo>
                <a:lnTo>
                  <a:pt x="1538194" y="1114920"/>
                </a:lnTo>
                <a:lnTo>
                  <a:pt x="1538363" y="1114920"/>
                </a:lnTo>
                <a:lnTo>
                  <a:pt x="1538542" y="1114920"/>
                </a:lnTo>
                <a:lnTo>
                  <a:pt x="1538711" y="1114920"/>
                </a:lnTo>
                <a:lnTo>
                  <a:pt x="1538879" y="1114920"/>
                </a:lnTo>
                <a:lnTo>
                  <a:pt x="1539057" y="1114920"/>
                </a:lnTo>
                <a:lnTo>
                  <a:pt x="1539227" y="1114920"/>
                </a:lnTo>
                <a:lnTo>
                  <a:pt x="1539404" y="1114920"/>
                </a:lnTo>
                <a:lnTo>
                  <a:pt x="1539573" y="1114920"/>
                </a:lnTo>
                <a:lnTo>
                  <a:pt x="1539742" y="1114920"/>
                </a:lnTo>
                <a:lnTo>
                  <a:pt x="1539920" y="1114920"/>
                </a:lnTo>
                <a:lnTo>
                  <a:pt x="1540090" y="1114920"/>
                </a:lnTo>
                <a:lnTo>
                  <a:pt x="1540258" y="1114920"/>
                </a:lnTo>
                <a:lnTo>
                  <a:pt x="1540436" y="1114920"/>
                </a:lnTo>
                <a:lnTo>
                  <a:pt x="1540605" y="1114920"/>
                </a:lnTo>
                <a:lnTo>
                  <a:pt x="1540775" y="1114920"/>
                </a:lnTo>
                <a:lnTo>
                  <a:pt x="1540952" y="1114920"/>
                </a:lnTo>
                <a:lnTo>
                  <a:pt x="1541121" y="1114920"/>
                </a:lnTo>
                <a:lnTo>
                  <a:pt x="1541299" y="1114920"/>
                </a:lnTo>
                <a:lnTo>
                  <a:pt x="1541468" y="1114920"/>
                </a:lnTo>
                <a:lnTo>
                  <a:pt x="1541637" y="1114920"/>
                </a:lnTo>
                <a:lnTo>
                  <a:pt x="1541815" y="1114920"/>
                </a:lnTo>
                <a:lnTo>
                  <a:pt x="1541984" y="1114920"/>
                </a:lnTo>
                <a:lnTo>
                  <a:pt x="1542153" y="1114920"/>
                </a:lnTo>
                <a:lnTo>
                  <a:pt x="1542331" y="1114920"/>
                </a:lnTo>
                <a:lnTo>
                  <a:pt x="1542500" y="1114920"/>
                </a:lnTo>
                <a:lnTo>
                  <a:pt x="1542669" y="1114920"/>
                </a:lnTo>
                <a:lnTo>
                  <a:pt x="1542847" y="1114920"/>
                </a:lnTo>
                <a:lnTo>
                  <a:pt x="1543016" y="1114920"/>
                </a:lnTo>
                <a:lnTo>
                  <a:pt x="1543194" y="1114920"/>
                </a:lnTo>
                <a:lnTo>
                  <a:pt x="1543363" y="1114920"/>
                </a:lnTo>
                <a:lnTo>
                  <a:pt x="1543532" y="1114920"/>
                </a:lnTo>
                <a:lnTo>
                  <a:pt x="1543710" y="1114920"/>
                </a:lnTo>
                <a:lnTo>
                  <a:pt x="1543879" y="1114920"/>
                </a:lnTo>
                <a:lnTo>
                  <a:pt x="1544048" y="1114920"/>
                </a:lnTo>
                <a:lnTo>
                  <a:pt x="1544226" y="1114920"/>
                </a:lnTo>
                <a:lnTo>
                  <a:pt x="1544395" y="1114920"/>
                </a:lnTo>
                <a:lnTo>
                  <a:pt x="1544564" y="1114920"/>
                </a:lnTo>
                <a:lnTo>
                  <a:pt x="1544742" y="1114920"/>
                </a:lnTo>
                <a:lnTo>
                  <a:pt x="1544911" y="1114920"/>
                </a:lnTo>
                <a:lnTo>
                  <a:pt x="1545080" y="1114920"/>
                </a:lnTo>
                <a:lnTo>
                  <a:pt x="1545258" y="1114920"/>
                </a:lnTo>
                <a:lnTo>
                  <a:pt x="1545427" y="1114920"/>
                </a:lnTo>
                <a:lnTo>
                  <a:pt x="1545605" y="1114920"/>
                </a:lnTo>
                <a:lnTo>
                  <a:pt x="1545774" y="1114920"/>
                </a:lnTo>
                <a:lnTo>
                  <a:pt x="1545943" y="1114920"/>
                </a:lnTo>
                <a:lnTo>
                  <a:pt x="1546121" y="1114920"/>
                </a:lnTo>
                <a:lnTo>
                  <a:pt x="1546290" y="1114920"/>
                </a:lnTo>
                <a:lnTo>
                  <a:pt x="1546459" y="1114920"/>
                </a:lnTo>
                <a:lnTo>
                  <a:pt x="1546637" y="1114920"/>
                </a:lnTo>
                <a:lnTo>
                  <a:pt x="1546806" y="1114920"/>
                </a:lnTo>
                <a:lnTo>
                  <a:pt x="1546975" y="1114920"/>
                </a:lnTo>
                <a:lnTo>
                  <a:pt x="1547153" y="1114920"/>
                </a:lnTo>
                <a:lnTo>
                  <a:pt x="1547322" y="1114920"/>
                </a:lnTo>
                <a:lnTo>
                  <a:pt x="1547500" y="1114920"/>
                </a:lnTo>
                <a:lnTo>
                  <a:pt x="1547669" y="1114920"/>
                </a:lnTo>
                <a:lnTo>
                  <a:pt x="1547838" y="1114920"/>
                </a:lnTo>
                <a:lnTo>
                  <a:pt x="1548016" y="1114920"/>
                </a:lnTo>
                <a:lnTo>
                  <a:pt x="1548185" y="1114920"/>
                </a:lnTo>
                <a:lnTo>
                  <a:pt x="1548354" y="1114920"/>
                </a:lnTo>
                <a:lnTo>
                  <a:pt x="1548532" y="1114920"/>
                </a:lnTo>
                <a:lnTo>
                  <a:pt x="1548701" y="1114920"/>
                </a:lnTo>
                <a:lnTo>
                  <a:pt x="1548870" y="1114920"/>
                </a:lnTo>
                <a:lnTo>
                  <a:pt x="1549048" y="1114920"/>
                </a:lnTo>
                <a:lnTo>
                  <a:pt x="1549217" y="1114920"/>
                </a:lnTo>
                <a:lnTo>
                  <a:pt x="1549395" y="1114920"/>
                </a:lnTo>
                <a:lnTo>
                  <a:pt x="1549564" y="1114920"/>
                </a:lnTo>
                <a:lnTo>
                  <a:pt x="1549733" y="1114920"/>
                </a:lnTo>
                <a:lnTo>
                  <a:pt x="1549911" y="1114920"/>
                </a:lnTo>
                <a:lnTo>
                  <a:pt x="1550080" y="1114920"/>
                </a:lnTo>
                <a:lnTo>
                  <a:pt x="1550249" y="1114920"/>
                </a:lnTo>
                <a:lnTo>
                  <a:pt x="1550427" y="1114920"/>
                </a:lnTo>
                <a:lnTo>
                  <a:pt x="1550596" y="1114920"/>
                </a:lnTo>
                <a:lnTo>
                  <a:pt x="1550765" y="1114920"/>
                </a:lnTo>
                <a:lnTo>
                  <a:pt x="1550943" y="1114920"/>
                </a:lnTo>
                <a:lnTo>
                  <a:pt x="1551112" y="1114920"/>
                </a:lnTo>
                <a:lnTo>
                  <a:pt x="1551290" y="1114920"/>
                </a:lnTo>
                <a:lnTo>
                  <a:pt x="1551459" y="1114920"/>
                </a:lnTo>
                <a:lnTo>
                  <a:pt x="1551628" y="1114920"/>
                </a:lnTo>
                <a:lnTo>
                  <a:pt x="1551806" y="1114920"/>
                </a:lnTo>
                <a:lnTo>
                  <a:pt x="1551975" y="1114920"/>
                </a:lnTo>
                <a:lnTo>
                  <a:pt x="1552144" y="1114920"/>
                </a:lnTo>
                <a:lnTo>
                  <a:pt x="1552322" y="1114920"/>
                </a:lnTo>
                <a:lnTo>
                  <a:pt x="1552491" y="1114920"/>
                </a:lnTo>
                <a:lnTo>
                  <a:pt x="1552660" y="1114920"/>
                </a:lnTo>
                <a:lnTo>
                  <a:pt x="1552838" y="1114920"/>
                </a:lnTo>
                <a:lnTo>
                  <a:pt x="1553007" y="1114920"/>
                </a:lnTo>
                <a:lnTo>
                  <a:pt x="1553176" y="1114920"/>
                </a:lnTo>
                <a:lnTo>
                  <a:pt x="1553354" y="1114920"/>
                </a:lnTo>
                <a:lnTo>
                  <a:pt x="1553523" y="1114920"/>
                </a:lnTo>
                <a:lnTo>
                  <a:pt x="1553701" y="1114920"/>
                </a:lnTo>
                <a:lnTo>
                  <a:pt x="1553870" y="1114920"/>
                </a:lnTo>
                <a:lnTo>
                  <a:pt x="1554039" y="1114920"/>
                </a:lnTo>
                <a:lnTo>
                  <a:pt x="1554217" y="1114920"/>
                </a:lnTo>
                <a:lnTo>
                  <a:pt x="1554386" y="1114920"/>
                </a:lnTo>
                <a:lnTo>
                  <a:pt x="1554555" y="1114920"/>
                </a:lnTo>
                <a:lnTo>
                  <a:pt x="1554733" y="1114920"/>
                </a:lnTo>
                <a:lnTo>
                  <a:pt x="1554902" y="1114920"/>
                </a:lnTo>
                <a:lnTo>
                  <a:pt x="1555071" y="1114920"/>
                </a:lnTo>
                <a:lnTo>
                  <a:pt x="1555249" y="1114920"/>
                </a:lnTo>
                <a:lnTo>
                  <a:pt x="1555418" y="1114920"/>
                </a:lnTo>
                <a:lnTo>
                  <a:pt x="1555596" y="1114920"/>
                </a:lnTo>
                <a:lnTo>
                  <a:pt x="1555765" y="1114920"/>
                </a:lnTo>
                <a:lnTo>
                  <a:pt x="1555934" y="1114920"/>
                </a:lnTo>
                <a:lnTo>
                  <a:pt x="1556112" y="1114920"/>
                </a:lnTo>
                <a:lnTo>
                  <a:pt x="1556281" y="1114920"/>
                </a:lnTo>
                <a:lnTo>
                  <a:pt x="1556450" y="1114920"/>
                </a:lnTo>
                <a:lnTo>
                  <a:pt x="1556628" y="1114920"/>
                </a:lnTo>
                <a:lnTo>
                  <a:pt x="1556797" y="1114920"/>
                </a:lnTo>
                <a:lnTo>
                  <a:pt x="1556966" y="1114920"/>
                </a:lnTo>
                <a:lnTo>
                  <a:pt x="1557144" y="1114920"/>
                </a:lnTo>
                <a:lnTo>
                  <a:pt x="1557313" y="1114920"/>
                </a:lnTo>
                <a:lnTo>
                  <a:pt x="1557491" y="1114920"/>
                </a:lnTo>
                <a:lnTo>
                  <a:pt x="1557660" y="1114920"/>
                </a:lnTo>
                <a:lnTo>
                  <a:pt x="1557829" y="1114920"/>
                </a:lnTo>
                <a:lnTo>
                  <a:pt x="1558007" y="1114920"/>
                </a:lnTo>
                <a:lnTo>
                  <a:pt x="1558176" y="1114920"/>
                </a:lnTo>
                <a:lnTo>
                  <a:pt x="1558345" y="1114920"/>
                </a:lnTo>
                <a:lnTo>
                  <a:pt x="1558523" y="1114920"/>
                </a:lnTo>
                <a:lnTo>
                  <a:pt x="1558692" y="1114920"/>
                </a:lnTo>
                <a:lnTo>
                  <a:pt x="1558861" y="1114920"/>
                </a:lnTo>
                <a:lnTo>
                  <a:pt x="1559039" y="1114920"/>
                </a:lnTo>
                <a:lnTo>
                  <a:pt x="1559208" y="1114920"/>
                </a:lnTo>
                <a:lnTo>
                  <a:pt x="1559386" y="1114920"/>
                </a:lnTo>
                <a:lnTo>
                  <a:pt x="1559555" y="1114920"/>
                </a:lnTo>
                <a:lnTo>
                  <a:pt x="1559724" y="1114920"/>
                </a:lnTo>
                <a:lnTo>
                  <a:pt x="1559902" y="1114920"/>
                </a:lnTo>
                <a:lnTo>
                  <a:pt x="1560071" y="1114920"/>
                </a:lnTo>
                <a:lnTo>
                  <a:pt x="1560240" y="1114920"/>
                </a:lnTo>
                <a:lnTo>
                  <a:pt x="1560418" y="1114920"/>
                </a:lnTo>
                <a:lnTo>
                  <a:pt x="1560587" y="1114920"/>
                </a:lnTo>
                <a:lnTo>
                  <a:pt x="1560756" y="1114920"/>
                </a:lnTo>
                <a:lnTo>
                  <a:pt x="1560934" y="1114920"/>
                </a:lnTo>
                <a:lnTo>
                  <a:pt x="1561103" y="1114920"/>
                </a:lnTo>
                <a:lnTo>
                  <a:pt x="1561272" y="1114920"/>
                </a:lnTo>
                <a:lnTo>
                  <a:pt x="1561450" y="1114920"/>
                </a:lnTo>
                <a:lnTo>
                  <a:pt x="1561619" y="1114920"/>
                </a:lnTo>
                <a:lnTo>
                  <a:pt x="1561797" y="1114920"/>
                </a:lnTo>
                <a:lnTo>
                  <a:pt x="1561966" y="1114920"/>
                </a:lnTo>
                <a:lnTo>
                  <a:pt x="1562135" y="1114920"/>
                </a:lnTo>
                <a:lnTo>
                  <a:pt x="1562313" y="1114920"/>
                </a:lnTo>
                <a:lnTo>
                  <a:pt x="1562482" y="1114920"/>
                </a:lnTo>
                <a:lnTo>
                  <a:pt x="1562651" y="1114920"/>
                </a:lnTo>
                <a:lnTo>
                  <a:pt x="1562829" y="1114920"/>
                </a:lnTo>
                <a:lnTo>
                  <a:pt x="1562998" y="1114920"/>
                </a:lnTo>
                <a:lnTo>
                  <a:pt x="1563167" y="1114920"/>
                </a:lnTo>
                <a:lnTo>
                  <a:pt x="1563345" y="1114920"/>
                </a:lnTo>
                <a:lnTo>
                  <a:pt x="1563514" y="1114920"/>
                </a:lnTo>
                <a:lnTo>
                  <a:pt x="1563692" y="1114920"/>
                </a:lnTo>
                <a:lnTo>
                  <a:pt x="1563861" y="1114920"/>
                </a:lnTo>
                <a:lnTo>
                  <a:pt x="1564030" y="1114920"/>
                </a:lnTo>
                <a:lnTo>
                  <a:pt x="1564208" y="1114920"/>
                </a:lnTo>
                <a:lnTo>
                  <a:pt x="1564377" y="1114920"/>
                </a:lnTo>
                <a:lnTo>
                  <a:pt x="1564546" y="1114920"/>
                </a:lnTo>
                <a:lnTo>
                  <a:pt x="1564724" y="1114920"/>
                </a:lnTo>
                <a:lnTo>
                  <a:pt x="1564893" y="1114920"/>
                </a:lnTo>
                <a:lnTo>
                  <a:pt x="1565062" y="1114920"/>
                </a:lnTo>
                <a:lnTo>
                  <a:pt x="1565240" y="1114920"/>
                </a:lnTo>
                <a:lnTo>
                  <a:pt x="1565409" y="1114920"/>
                </a:lnTo>
                <a:lnTo>
                  <a:pt x="1565587" y="1114920"/>
                </a:lnTo>
                <a:lnTo>
                  <a:pt x="1565756" y="1114920"/>
                </a:lnTo>
                <a:lnTo>
                  <a:pt x="1565925" y="1114920"/>
                </a:lnTo>
                <a:lnTo>
                  <a:pt x="1566103" y="1114920"/>
                </a:lnTo>
                <a:lnTo>
                  <a:pt x="1566272" y="1114920"/>
                </a:lnTo>
                <a:lnTo>
                  <a:pt x="1566441" y="1114920"/>
                </a:lnTo>
                <a:lnTo>
                  <a:pt x="1566619" y="1114920"/>
                </a:lnTo>
                <a:lnTo>
                  <a:pt x="1566788" y="1114920"/>
                </a:lnTo>
                <a:lnTo>
                  <a:pt x="1566957" y="1114920"/>
                </a:lnTo>
                <a:lnTo>
                  <a:pt x="1567135" y="1114920"/>
                </a:lnTo>
                <a:lnTo>
                  <a:pt x="1567304" y="1114920"/>
                </a:lnTo>
                <a:lnTo>
                  <a:pt x="1567482" y="1114920"/>
                </a:lnTo>
                <a:lnTo>
                  <a:pt x="1567651" y="1114920"/>
                </a:lnTo>
                <a:lnTo>
                  <a:pt x="1567820" y="1114920"/>
                </a:lnTo>
                <a:lnTo>
                  <a:pt x="1567998" y="1114920"/>
                </a:lnTo>
                <a:lnTo>
                  <a:pt x="1568167" y="1114920"/>
                </a:lnTo>
                <a:lnTo>
                  <a:pt x="1568336" y="1114920"/>
                </a:lnTo>
                <a:lnTo>
                  <a:pt x="1568514" y="1114920"/>
                </a:lnTo>
                <a:lnTo>
                  <a:pt x="1568683" y="1114920"/>
                </a:lnTo>
                <a:lnTo>
                  <a:pt x="1568852" y="1114920"/>
                </a:lnTo>
                <a:lnTo>
                  <a:pt x="1569030" y="1114920"/>
                </a:lnTo>
                <a:lnTo>
                  <a:pt x="1569199" y="1114920"/>
                </a:lnTo>
                <a:lnTo>
                  <a:pt x="1569368" y="1114920"/>
                </a:lnTo>
                <a:lnTo>
                  <a:pt x="1569546" y="1114920"/>
                </a:lnTo>
                <a:lnTo>
                  <a:pt x="1569715" y="1114920"/>
                </a:lnTo>
                <a:lnTo>
                  <a:pt x="1569893" y="1114920"/>
                </a:lnTo>
                <a:lnTo>
                  <a:pt x="1570062" y="1114920"/>
                </a:lnTo>
                <a:lnTo>
                  <a:pt x="1570231" y="1114920"/>
                </a:lnTo>
                <a:lnTo>
                  <a:pt x="1570408" y="1114920"/>
                </a:lnTo>
                <a:lnTo>
                  <a:pt x="1570578" y="1114920"/>
                </a:lnTo>
                <a:lnTo>
                  <a:pt x="1570747" y="1114920"/>
                </a:lnTo>
                <a:lnTo>
                  <a:pt x="1570925" y="1114920"/>
                </a:lnTo>
                <a:lnTo>
                  <a:pt x="1571094" y="1114920"/>
                </a:lnTo>
                <a:lnTo>
                  <a:pt x="1571263" y="1114920"/>
                </a:lnTo>
                <a:lnTo>
                  <a:pt x="1571441" y="1114920"/>
                </a:lnTo>
                <a:lnTo>
                  <a:pt x="1571610" y="1114920"/>
                </a:lnTo>
                <a:lnTo>
                  <a:pt x="1571787" y="1114920"/>
                </a:lnTo>
                <a:lnTo>
                  <a:pt x="1571956" y="1114920"/>
                </a:lnTo>
                <a:lnTo>
                  <a:pt x="1572126" y="1114920"/>
                </a:lnTo>
                <a:lnTo>
                  <a:pt x="1572304" y="1114920"/>
                </a:lnTo>
                <a:lnTo>
                  <a:pt x="1572472" y="1114920"/>
                </a:lnTo>
                <a:lnTo>
                  <a:pt x="1572641" y="1114920"/>
                </a:lnTo>
                <a:lnTo>
                  <a:pt x="1572820" y="1114920"/>
                </a:lnTo>
                <a:lnTo>
                  <a:pt x="1572989" y="1114920"/>
                </a:lnTo>
                <a:lnTo>
                  <a:pt x="1573158" y="1114920"/>
                </a:lnTo>
                <a:lnTo>
                  <a:pt x="1573335" y="1114920"/>
                </a:lnTo>
                <a:lnTo>
                  <a:pt x="1573504" y="1114920"/>
                </a:lnTo>
                <a:lnTo>
                  <a:pt x="1573683" y="1114920"/>
                </a:lnTo>
                <a:lnTo>
                  <a:pt x="1573851" y="1114920"/>
                </a:lnTo>
                <a:lnTo>
                  <a:pt x="1574020" y="1114920"/>
                </a:lnTo>
                <a:lnTo>
                  <a:pt x="1574198" y="1114920"/>
                </a:lnTo>
                <a:lnTo>
                  <a:pt x="1574368" y="1114920"/>
                </a:lnTo>
                <a:lnTo>
                  <a:pt x="1574537" y="1114920"/>
                </a:lnTo>
                <a:lnTo>
                  <a:pt x="1574714" y="1114920"/>
                </a:lnTo>
                <a:lnTo>
                  <a:pt x="1574883" y="1114920"/>
                </a:lnTo>
                <a:lnTo>
                  <a:pt x="1575052" y="1114920"/>
                </a:lnTo>
                <a:lnTo>
                  <a:pt x="1575230" y="1114920"/>
                </a:lnTo>
                <a:lnTo>
                  <a:pt x="1575399" y="1114920"/>
                </a:lnTo>
                <a:lnTo>
                  <a:pt x="1575577" y="1114920"/>
                </a:lnTo>
                <a:lnTo>
                  <a:pt x="1575746" y="1114920"/>
                </a:lnTo>
                <a:lnTo>
                  <a:pt x="1575916" y="1114920"/>
                </a:lnTo>
                <a:lnTo>
                  <a:pt x="1576093" y="1114920"/>
                </a:lnTo>
                <a:lnTo>
                  <a:pt x="1576262" y="1114920"/>
                </a:lnTo>
                <a:lnTo>
                  <a:pt x="1576431" y="1114920"/>
                </a:lnTo>
                <a:lnTo>
                  <a:pt x="1576609" y="1114920"/>
                </a:lnTo>
                <a:lnTo>
                  <a:pt x="1576778" y="1114920"/>
                </a:lnTo>
                <a:lnTo>
                  <a:pt x="1576947" y="1114920"/>
                </a:lnTo>
                <a:lnTo>
                  <a:pt x="1577125" y="1114920"/>
                </a:lnTo>
                <a:lnTo>
                  <a:pt x="1577294" y="1114920"/>
                </a:lnTo>
                <a:lnTo>
                  <a:pt x="1577464" y="1114920"/>
                </a:lnTo>
                <a:lnTo>
                  <a:pt x="1577641" y="1114920"/>
                </a:lnTo>
                <a:lnTo>
                  <a:pt x="1577810" y="1114920"/>
                </a:lnTo>
                <a:lnTo>
                  <a:pt x="1577988" y="1114920"/>
                </a:lnTo>
                <a:lnTo>
                  <a:pt x="1578157" y="1114920"/>
                </a:lnTo>
                <a:lnTo>
                  <a:pt x="1578326" y="1114920"/>
                </a:lnTo>
                <a:lnTo>
                  <a:pt x="1578504" y="1114920"/>
                </a:lnTo>
                <a:lnTo>
                  <a:pt x="1578673" y="1114920"/>
                </a:lnTo>
                <a:lnTo>
                  <a:pt x="1578842" y="1114920"/>
                </a:lnTo>
                <a:lnTo>
                  <a:pt x="1579020" y="1114920"/>
                </a:lnTo>
                <a:lnTo>
                  <a:pt x="1579189" y="1114920"/>
                </a:lnTo>
                <a:lnTo>
                  <a:pt x="1579358" y="1114920"/>
                </a:lnTo>
                <a:lnTo>
                  <a:pt x="1579536" y="1114920"/>
                </a:lnTo>
                <a:lnTo>
                  <a:pt x="1579705" y="1114920"/>
                </a:lnTo>
                <a:lnTo>
                  <a:pt x="1579883" y="1114920"/>
                </a:lnTo>
                <a:lnTo>
                  <a:pt x="1580052" y="1114920"/>
                </a:lnTo>
                <a:lnTo>
                  <a:pt x="1580221" y="1114920"/>
                </a:lnTo>
                <a:lnTo>
                  <a:pt x="1580399" y="1114920"/>
                </a:lnTo>
                <a:lnTo>
                  <a:pt x="1580568" y="1114920"/>
                </a:lnTo>
                <a:lnTo>
                  <a:pt x="1580737" y="1114920"/>
                </a:lnTo>
                <a:lnTo>
                  <a:pt x="1580915" y="1114920"/>
                </a:lnTo>
                <a:lnTo>
                  <a:pt x="1581084" y="1114920"/>
                </a:lnTo>
                <a:lnTo>
                  <a:pt x="1581253" y="1114920"/>
                </a:lnTo>
                <a:lnTo>
                  <a:pt x="1581431" y="1114920"/>
                </a:lnTo>
                <a:lnTo>
                  <a:pt x="1581600" y="1114920"/>
                </a:lnTo>
                <a:lnTo>
                  <a:pt x="1581778" y="1114920"/>
                </a:lnTo>
                <a:lnTo>
                  <a:pt x="1581947" y="1114920"/>
                </a:lnTo>
                <a:lnTo>
                  <a:pt x="1582116" y="1114920"/>
                </a:lnTo>
                <a:lnTo>
                  <a:pt x="1582294" y="1114920"/>
                </a:lnTo>
                <a:lnTo>
                  <a:pt x="1582463" y="1114920"/>
                </a:lnTo>
                <a:lnTo>
                  <a:pt x="1582632" y="1114920"/>
                </a:lnTo>
                <a:lnTo>
                  <a:pt x="1582810" y="1114920"/>
                </a:lnTo>
                <a:lnTo>
                  <a:pt x="1582979" y="1114920"/>
                </a:lnTo>
                <a:lnTo>
                  <a:pt x="1583148" y="1114920"/>
                </a:lnTo>
                <a:lnTo>
                  <a:pt x="1583326" y="1114920"/>
                </a:lnTo>
                <a:lnTo>
                  <a:pt x="1583495" y="1114920"/>
                </a:lnTo>
                <a:lnTo>
                  <a:pt x="1583673" y="1114920"/>
                </a:lnTo>
                <a:lnTo>
                  <a:pt x="1583842" y="1114920"/>
                </a:lnTo>
                <a:lnTo>
                  <a:pt x="1584011" y="1114920"/>
                </a:lnTo>
                <a:lnTo>
                  <a:pt x="1584189" y="1114920"/>
                </a:lnTo>
                <a:lnTo>
                  <a:pt x="1584358" y="1114920"/>
                </a:lnTo>
                <a:lnTo>
                  <a:pt x="1584527" y="1114920"/>
                </a:lnTo>
                <a:lnTo>
                  <a:pt x="1584705" y="1114920"/>
                </a:lnTo>
                <a:lnTo>
                  <a:pt x="1584874" y="1114920"/>
                </a:lnTo>
                <a:lnTo>
                  <a:pt x="1585043" y="1114920"/>
                </a:lnTo>
                <a:lnTo>
                  <a:pt x="1585221" y="1114920"/>
                </a:lnTo>
                <a:lnTo>
                  <a:pt x="1585390" y="1114920"/>
                </a:lnTo>
                <a:lnTo>
                  <a:pt x="1585559" y="1114920"/>
                </a:lnTo>
                <a:lnTo>
                  <a:pt x="1585737" y="1114920"/>
                </a:lnTo>
                <a:lnTo>
                  <a:pt x="1585906" y="1114920"/>
                </a:lnTo>
                <a:lnTo>
                  <a:pt x="1586084" y="1114920"/>
                </a:lnTo>
                <a:lnTo>
                  <a:pt x="1586253" y="1114920"/>
                </a:lnTo>
                <a:lnTo>
                  <a:pt x="1586422" y="1114920"/>
                </a:lnTo>
                <a:lnTo>
                  <a:pt x="1586600" y="1114920"/>
                </a:lnTo>
                <a:lnTo>
                  <a:pt x="1586769" y="1114920"/>
                </a:lnTo>
                <a:lnTo>
                  <a:pt x="1586938" y="1114920"/>
                </a:lnTo>
                <a:lnTo>
                  <a:pt x="1587116" y="1114920"/>
                </a:lnTo>
                <a:lnTo>
                  <a:pt x="1587285" y="1114920"/>
                </a:lnTo>
                <a:lnTo>
                  <a:pt x="1587454" y="1114920"/>
                </a:lnTo>
                <a:lnTo>
                  <a:pt x="1587632" y="1114920"/>
                </a:lnTo>
                <a:lnTo>
                  <a:pt x="1587801" y="1114920"/>
                </a:lnTo>
                <a:lnTo>
                  <a:pt x="1587979" y="1114920"/>
                </a:lnTo>
                <a:lnTo>
                  <a:pt x="1588148" y="1114920"/>
                </a:lnTo>
                <a:lnTo>
                  <a:pt x="1588317" y="1114920"/>
                </a:lnTo>
                <a:lnTo>
                  <a:pt x="1588495" y="1114920"/>
                </a:lnTo>
                <a:lnTo>
                  <a:pt x="1588664" y="1114920"/>
                </a:lnTo>
                <a:lnTo>
                  <a:pt x="1588833" y="1114920"/>
                </a:lnTo>
                <a:lnTo>
                  <a:pt x="1589011" y="1114920"/>
                </a:lnTo>
                <a:lnTo>
                  <a:pt x="1589180" y="1114920"/>
                </a:lnTo>
                <a:lnTo>
                  <a:pt x="1589349" y="1114920"/>
                </a:lnTo>
                <a:lnTo>
                  <a:pt x="1589527" y="1114920"/>
                </a:lnTo>
                <a:lnTo>
                  <a:pt x="1589696" y="1114920"/>
                </a:lnTo>
                <a:lnTo>
                  <a:pt x="1589874" y="1114920"/>
                </a:lnTo>
                <a:lnTo>
                  <a:pt x="1590043" y="1114920"/>
                </a:lnTo>
                <a:lnTo>
                  <a:pt x="1590212" y="1114920"/>
                </a:lnTo>
                <a:lnTo>
                  <a:pt x="1590390" y="1114920"/>
                </a:lnTo>
                <a:lnTo>
                  <a:pt x="1590559" y="1114920"/>
                </a:lnTo>
                <a:lnTo>
                  <a:pt x="1590728" y="1114920"/>
                </a:lnTo>
                <a:lnTo>
                  <a:pt x="1590906" y="1114920"/>
                </a:lnTo>
                <a:lnTo>
                  <a:pt x="1591075" y="1114920"/>
                </a:lnTo>
                <a:lnTo>
                  <a:pt x="1591244" y="1114920"/>
                </a:lnTo>
                <a:lnTo>
                  <a:pt x="1591422" y="1114920"/>
                </a:lnTo>
                <a:lnTo>
                  <a:pt x="1591591" y="1114920"/>
                </a:lnTo>
                <a:lnTo>
                  <a:pt x="1591769" y="1114920"/>
                </a:lnTo>
                <a:lnTo>
                  <a:pt x="1591938" y="1114920"/>
                </a:lnTo>
                <a:lnTo>
                  <a:pt x="1592107" y="1114920"/>
                </a:lnTo>
                <a:lnTo>
                  <a:pt x="1592285" y="1114920"/>
                </a:lnTo>
                <a:lnTo>
                  <a:pt x="1592454" y="1114920"/>
                </a:lnTo>
                <a:lnTo>
                  <a:pt x="1592623" y="1114920"/>
                </a:lnTo>
                <a:lnTo>
                  <a:pt x="1592801" y="1114920"/>
                </a:lnTo>
                <a:lnTo>
                  <a:pt x="1592970" y="1114920"/>
                </a:lnTo>
                <a:lnTo>
                  <a:pt x="1593139" y="1114920"/>
                </a:lnTo>
                <a:lnTo>
                  <a:pt x="1593317" y="1114920"/>
                </a:lnTo>
                <a:lnTo>
                  <a:pt x="1593486" y="1114920"/>
                </a:lnTo>
                <a:lnTo>
                  <a:pt x="1593655" y="1114920"/>
                </a:lnTo>
                <a:lnTo>
                  <a:pt x="1593833" y="1114920"/>
                </a:lnTo>
                <a:lnTo>
                  <a:pt x="1594002" y="1114920"/>
                </a:lnTo>
                <a:lnTo>
                  <a:pt x="1594180" y="1114920"/>
                </a:lnTo>
                <a:lnTo>
                  <a:pt x="1594349" y="1114920"/>
                </a:lnTo>
                <a:lnTo>
                  <a:pt x="1594518" y="1114920"/>
                </a:lnTo>
                <a:lnTo>
                  <a:pt x="1594696" y="1114920"/>
                </a:lnTo>
                <a:lnTo>
                  <a:pt x="1594865" y="1114920"/>
                </a:lnTo>
                <a:lnTo>
                  <a:pt x="1595034" y="1114920"/>
                </a:lnTo>
                <a:lnTo>
                  <a:pt x="1595212" y="1114920"/>
                </a:lnTo>
                <a:lnTo>
                  <a:pt x="1595381" y="1114920"/>
                </a:lnTo>
                <a:lnTo>
                  <a:pt x="1595550" y="1114920"/>
                </a:lnTo>
                <a:lnTo>
                  <a:pt x="1595728" y="1114920"/>
                </a:lnTo>
                <a:lnTo>
                  <a:pt x="1595897" y="1114920"/>
                </a:lnTo>
                <a:lnTo>
                  <a:pt x="1596075" y="1114920"/>
                </a:lnTo>
                <a:lnTo>
                  <a:pt x="1596244" y="1114920"/>
                </a:lnTo>
                <a:lnTo>
                  <a:pt x="1596413" y="1114920"/>
                </a:lnTo>
                <a:lnTo>
                  <a:pt x="1596591" y="1114920"/>
                </a:lnTo>
                <a:lnTo>
                  <a:pt x="1596760" y="1114920"/>
                </a:lnTo>
                <a:lnTo>
                  <a:pt x="1596929" y="1114920"/>
                </a:lnTo>
                <a:lnTo>
                  <a:pt x="1597107" y="1114920"/>
                </a:lnTo>
                <a:lnTo>
                  <a:pt x="1597276" y="1114920"/>
                </a:lnTo>
                <a:lnTo>
                  <a:pt x="1597445" y="1114920"/>
                </a:lnTo>
                <a:lnTo>
                  <a:pt x="1597623" y="1114920"/>
                </a:lnTo>
                <a:lnTo>
                  <a:pt x="1597792" y="1114920"/>
                </a:lnTo>
                <a:lnTo>
                  <a:pt x="1597970" y="1114920"/>
                </a:lnTo>
                <a:lnTo>
                  <a:pt x="1598139" y="1114920"/>
                </a:lnTo>
                <a:lnTo>
                  <a:pt x="1598308" y="1114920"/>
                </a:lnTo>
                <a:lnTo>
                  <a:pt x="1598486" y="1114920"/>
                </a:lnTo>
                <a:lnTo>
                  <a:pt x="1598655" y="1114920"/>
                </a:lnTo>
                <a:lnTo>
                  <a:pt x="1598824" y="1114920"/>
                </a:lnTo>
                <a:lnTo>
                  <a:pt x="1599002" y="1114920"/>
                </a:lnTo>
                <a:lnTo>
                  <a:pt x="1599171" y="1114920"/>
                </a:lnTo>
                <a:lnTo>
                  <a:pt x="1599340" y="1114920"/>
                </a:lnTo>
                <a:lnTo>
                  <a:pt x="1599518" y="1114920"/>
                </a:lnTo>
                <a:lnTo>
                  <a:pt x="1599687" y="1114920"/>
                </a:lnTo>
                <a:lnTo>
                  <a:pt x="1599865" y="1114920"/>
                </a:lnTo>
                <a:lnTo>
                  <a:pt x="1600034" y="1114920"/>
                </a:lnTo>
                <a:lnTo>
                  <a:pt x="1600203" y="1114920"/>
                </a:lnTo>
                <a:lnTo>
                  <a:pt x="1600381" y="1114920"/>
                </a:lnTo>
                <a:lnTo>
                  <a:pt x="1600550" y="1114920"/>
                </a:lnTo>
                <a:lnTo>
                  <a:pt x="1600719" y="1114920"/>
                </a:lnTo>
                <a:lnTo>
                  <a:pt x="1600897" y="1114920"/>
                </a:lnTo>
                <a:lnTo>
                  <a:pt x="1601066" y="1114920"/>
                </a:lnTo>
                <a:lnTo>
                  <a:pt x="1601235" y="1114920"/>
                </a:lnTo>
                <a:lnTo>
                  <a:pt x="1601413" y="1114920"/>
                </a:lnTo>
                <a:lnTo>
                  <a:pt x="1601582" y="1114920"/>
                </a:lnTo>
                <a:lnTo>
                  <a:pt x="1601751" y="1114920"/>
                </a:lnTo>
                <a:lnTo>
                  <a:pt x="1601929" y="1114920"/>
                </a:lnTo>
                <a:lnTo>
                  <a:pt x="1602098" y="1114920"/>
                </a:lnTo>
                <a:lnTo>
                  <a:pt x="1602276" y="1114920"/>
                </a:lnTo>
                <a:lnTo>
                  <a:pt x="1602445" y="1114920"/>
                </a:lnTo>
                <a:lnTo>
                  <a:pt x="1602614" y="1114920"/>
                </a:lnTo>
                <a:lnTo>
                  <a:pt x="1602792" y="1114920"/>
                </a:lnTo>
                <a:lnTo>
                  <a:pt x="1602961" y="1114920"/>
                </a:lnTo>
                <a:lnTo>
                  <a:pt x="1603130" y="1114920"/>
                </a:lnTo>
                <a:lnTo>
                  <a:pt x="1603308" y="1114920"/>
                </a:lnTo>
                <a:lnTo>
                  <a:pt x="1603477" y="1114920"/>
                </a:lnTo>
                <a:lnTo>
                  <a:pt x="1603646" y="1114920"/>
                </a:lnTo>
                <a:lnTo>
                  <a:pt x="1603824" y="1114920"/>
                </a:lnTo>
                <a:lnTo>
                  <a:pt x="1603993" y="1114920"/>
                </a:lnTo>
                <a:lnTo>
                  <a:pt x="1604171" y="1114920"/>
                </a:lnTo>
                <a:lnTo>
                  <a:pt x="1604340" y="1114920"/>
                </a:lnTo>
                <a:lnTo>
                  <a:pt x="1604509" y="1114920"/>
                </a:lnTo>
                <a:lnTo>
                  <a:pt x="1604687" y="1114920"/>
                </a:lnTo>
                <a:lnTo>
                  <a:pt x="1604855" y="1114920"/>
                </a:lnTo>
                <a:lnTo>
                  <a:pt x="1605025" y="1114920"/>
                </a:lnTo>
                <a:lnTo>
                  <a:pt x="1605203" y="1114920"/>
                </a:lnTo>
                <a:lnTo>
                  <a:pt x="1605372" y="1114920"/>
                </a:lnTo>
                <a:lnTo>
                  <a:pt x="1605541" y="1114920"/>
                </a:lnTo>
                <a:lnTo>
                  <a:pt x="1605719" y="1114920"/>
                </a:lnTo>
                <a:lnTo>
                  <a:pt x="1605888" y="1114920"/>
                </a:lnTo>
                <a:lnTo>
                  <a:pt x="1606066" y="1114920"/>
                </a:lnTo>
                <a:lnTo>
                  <a:pt x="1606234" y="1114920"/>
                </a:lnTo>
                <a:lnTo>
                  <a:pt x="1606404" y="1114920"/>
                </a:lnTo>
                <a:lnTo>
                  <a:pt x="1606582" y="1114920"/>
                </a:lnTo>
                <a:lnTo>
                  <a:pt x="1606751" y="1114920"/>
                </a:lnTo>
                <a:lnTo>
                  <a:pt x="1606920" y="1114920"/>
                </a:lnTo>
                <a:lnTo>
                  <a:pt x="1607097" y="1114920"/>
                </a:lnTo>
                <a:lnTo>
                  <a:pt x="1607267" y="1114920"/>
                </a:lnTo>
                <a:lnTo>
                  <a:pt x="1607436" y="1114920"/>
                </a:lnTo>
                <a:lnTo>
                  <a:pt x="1607613" y="1114920"/>
                </a:lnTo>
                <a:lnTo>
                  <a:pt x="1607782" y="1114920"/>
                </a:lnTo>
                <a:lnTo>
                  <a:pt x="1607961" y="1114920"/>
                </a:lnTo>
                <a:lnTo>
                  <a:pt x="1608130" y="1114920"/>
                </a:lnTo>
                <a:lnTo>
                  <a:pt x="1608299" y="1114920"/>
                </a:lnTo>
                <a:lnTo>
                  <a:pt x="1608476" y="1114920"/>
                </a:lnTo>
                <a:lnTo>
                  <a:pt x="1608645" y="1114920"/>
                </a:lnTo>
                <a:lnTo>
                  <a:pt x="1608815" y="1114920"/>
                </a:lnTo>
                <a:lnTo>
                  <a:pt x="1608992" y="1114920"/>
                </a:lnTo>
                <a:lnTo>
                  <a:pt x="1609161" y="1114920"/>
                </a:lnTo>
                <a:lnTo>
                  <a:pt x="1609330" y="1114920"/>
                </a:lnTo>
                <a:lnTo>
                  <a:pt x="1609509" y="1114920"/>
                </a:lnTo>
                <a:lnTo>
                  <a:pt x="1609678" y="1114920"/>
                </a:lnTo>
                <a:lnTo>
                  <a:pt x="1609846" y="1114920"/>
                </a:lnTo>
                <a:lnTo>
                  <a:pt x="1610024" y="1114920"/>
                </a:lnTo>
                <a:lnTo>
                  <a:pt x="1610193" y="1114920"/>
                </a:lnTo>
                <a:lnTo>
                  <a:pt x="1610371" y="1114920"/>
                </a:lnTo>
                <a:lnTo>
                  <a:pt x="1610540" y="1114920"/>
                </a:lnTo>
                <a:lnTo>
                  <a:pt x="1610709" y="1114920"/>
                </a:lnTo>
                <a:lnTo>
                  <a:pt x="1610887" y="1114920"/>
                </a:lnTo>
                <a:lnTo>
                  <a:pt x="1611057" y="1114920"/>
                </a:lnTo>
                <a:lnTo>
                  <a:pt x="1611225" y="1114920"/>
                </a:lnTo>
                <a:lnTo>
                  <a:pt x="1611403" y="1114920"/>
                </a:lnTo>
                <a:lnTo>
                  <a:pt x="1611572" y="1114920"/>
                </a:lnTo>
                <a:lnTo>
                  <a:pt x="1611742" y="1114920"/>
                </a:lnTo>
                <a:lnTo>
                  <a:pt x="1611919" y="1114920"/>
                </a:lnTo>
                <a:lnTo>
                  <a:pt x="1612088" y="1114920"/>
                </a:lnTo>
                <a:lnTo>
                  <a:pt x="1612266" y="1114920"/>
                </a:lnTo>
                <a:lnTo>
                  <a:pt x="1612435" y="1114920"/>
                </a:lnTo>
                <a:lnTo>
                  <a:pt x="1612604" y="1114920"/>
                </a:lnTo>
                <a:lnTo>
                  <a:pt x="1612782" y="1114920"/>
                </a:lnTo>
                <a:lnTo>
                  <a:pt x="1612951" y="1114920"/>
                </a:lnTo>
                <a:lnTo>
                  <a:pt x="1613120" y="1114920"/>
                </a:lnTo>
                <a:lnTo>
                  <a:pt x="1613298" y="1114920"/>
                </a:lnTo>
                <a:lnTo>
                  <a:pt x="1613467" y="1114920"/>
                </a:lnTo>
                <a:lnTo>
                  <a:pt x="1613636" y="1114920"/>
                </a:lnTo>
                <a:lnTo>
                  <a:pt x="1613814" y="1114920"/>
                </a:lnTo>
                <a:lnTo>
                  <a:pt x="1613983" y="1114920"/>
                </a:lnTo>
                <a:lnTo>
                  <a:pt x="1614161" y="1114920"/>
                </a:lnTo>
                <a:lnTo>
                  <a:pt x="1614330" y="1114920"/>
                </a:lnTo>
                <a:lnTo>
                  <a:pt x="1614499" y="1114920"/>
                </a:lnTo>
                <a:lnTo>
                  <a:pt x="1614677" y="1114920"/>
                </a:lnTo>
                <a:lnTo>
                  <a:pt x="1614846" y="1114920"/>
                </a:lnTo>
                <a:lnTo>
                  <a:pt x="1615015" y="1114920"/>
                </a:lnTo>
                <a:lnTo>
                  <a:pt x="1615193" y="1114920"/>
                </a:lnTo>
                <a:lnTo>
                  <a:pt x="1615362" y="1114920"/>
                </a:lnTo>
                <a:lnTo>
                  <a:pt x="1615531" y="1114920"/>
                </a:lnTo>
                <a:lnTo>
                  <a:pt x="1615709" y="1114920"/>
                </a:lnTo>
                <a:lnTo>
                  <a:pt x="1615878" y="1114920"/>
                </a:lnTo>
                <a:lnTo>
                  <a:pt x="1616056" y="1114920"/>
                </a:lnTo>
                <a:lnTo>
                  <a:pt x="1616225" y="1114920"/>
                </a:lnTo>
                <a:lnTo>
                  <a:pt x="1616394" y="1114920"/>
                </a:lnTo>
                <a:lnTo>
                  <a:pt x="1616572" y="1114920"/>
                </a:lnTo>
                <a:lnTo>
                  <a:pt x="1616741" y="1114920"/>
                </a:lnTo>
                <a:lnTo>
                  <a:pt x="1616910" y="1114920"/>
                </a:lnTo>
                <a:lnTo>
                  <a:pt x="1617088" y="1114920"/>
                </a:lnTo>
                <a:lnTo>
                  <a:pt x="1617257" y="1114920"/>
                </a:lnTo>
                <a:lnTo>
                  <a:pt x="1617426" y="1114920"/>
                </a:lnTo>
                <a:lnTo>
                  <a:pt x="1617604" y="1114920"/>
                </a:lnTo>
                <a:lnTo>
                  <a:pt x="1617773" y="1114920"/>
                </a:lnTo>
                <a:lnTo>
                  <a:pt x="1617942" y="1114920"/>
                </a:lnTo>
                <a:lnTo>
                  <a:pt x="1618120" y="1114920"/>
                </a:lnTo>
                <a:lnTo>
                  <a:pt x="1618289" y="1114920"/>
                </a:lnTo>
                <a:lnTo>
                  <a:pt x="1618467" y="1114920"/>
                </a:lnTo>
                <a:lnTo>
                  <a:pt x="1618636" y="1114920"/>
                </a:lnTo>
                <a:lnTo>
                  <a:pt x="1618805" y="1114920"/>
                </a:lnTo>
                <a:lnTo>
                  <a:pt x="1618983" y="1114920"/>
                </a:lnTo>
                <a:lnTo>
                  <a:pt x="1619152" y="1114920"/>
                </a:lnTo>
                <a:lnTo>
                  <a:pt x="1619321" y="1114920"/>
                </a:lnTo>
                <a:lnTo>
                  <a:pt x="1619499" y="1114920"/>
                </a:lnTo>
                <a:lnTo>
                  <a:pt x="1619668" y="1114920"/>
                </a:lnTo>
                <a:lnTo>
                  <a:pt x="1619837" y="1114920"/>
                </a:lnTo>
                <a:lnTo>
                  <a:pt x="1620015" y="1114920"/>
                </a:lnTo>
                <a:lnTo>
                  <a:pt x="1620184" y="1114920"/>
                </a:lnTo>
                <a:lnTo>
                  <a:pt x="1620362" y="1114920"/>
                </a:lnTo>
                <a:lnTo>
                  <a:pt x="1620531" y="1114920"/>
                </a:lnTo>
                <a:lnTo>
                  <a:pt x="1620700" y="1114920"/>
                </a:lnTo>
                <a:lnTo>
                  <a:pt x="1620878" y="1114920"/>
                </a:lnTo>
                <a:lnTo>
                  <a:pt x="1621047" y="1114920"/>
                </a:lnTo>
                <a:lnTo>
                  <a:pt x="1621216" y="1114920"/>
                </a:lnTo>
                <a:lnTo>
                  <a:pt x="1621394" y="1114920"/>
                </a:lnTo>
                <a:lnTo>
                  <a:pt x="1621563" y="1114920"/>
                </a:lnTo>
                <a:lnTo>
                  <a:pt x="1621732" y="1114920"/>
                </a:lnTo>
                <a:lnTo>
                  <a:pt x="1621910" y="1114920"/>
                </a:lnTo>
                <a:lnTo>
                  <a:pt x="1622079" y="1114920"/>
                </a:lnTo>
                <a:lnTo>
                  <a:pt x="1622257" y="1114920"/>
                </a:lnTo>
                <a:lnTo>
                  <a:pt x="1622426" y="1114920"/>
                </a:lnTo>
                <a:lnTo>
                  <a:pt x="1622595" y="1114920"/>
                </a:lnTo>
                <a:lnTo>
                  <a:pt x="1622773" y="1114920"/>
                </a:lnTo>
                <a:lnTo>
                  <a:pt x="1622942" y="1114920"/>
                </a:lnTo>
                <a:lnTo>
                  <a:pt x="1623111" y="1114920"/>
                </a:lnTo>
                <a:lnTo>
                  <a:pt x="1623289" y="1114920"/>
                </a:lnTo>
                <a:lnTo>
                  <a:pt x="1623458" y="1114920"/>
                </a:lnTo>
                <a:lnTo>
                  <a:pt x="1623627" y="1114920"/>
                </a:lnTo>
                <a:lnTo>
                  <a:pt x="1623805" y="1114920"/>
                </a:lnTo>
                <a:lnTo>
                  <a:pt x="1623974" y="1114920"/>
                </a:lnTo>
                <a:lnTo>
                  <a:pt x="1624152" y="1114920"/>
                </a:lnTo>
                <a:lnTo>
                  <a:pt x="1624321" y="1114920"/>
                </a:lnTo>
                <a:lnTo>
                  <a:pt x="1624490" y="1114920"/>
                </a:lnTo>
                <a:lnTo>
                  <a:pt x="1624668" y="1114920"/>
                </a:lnTo>
                <a:lnTo>
                  <a:pt x="1624837" y="1114920"/>
                </a:lnTo>
                <a:lnTo>
                  <a:pt x="1625006" y="1114920"/>
                </a:lnTo>
                <a:lnTo>
                  <a:pt x="1625184" y="1114920"/>
                </a:lnTo>
                <a:lnTo>
                  <a:pt x="1625353" y="1114920"/>
                </a:lnTo>
                <a:lnTo>
                  <a:pt x="1625522" y="1114920"/>
                </a:lnTo>
                <a:lnTo>
                  <a:pt x="1625700" y="1114920"/>
                </a:lnTo>
                <a:lnTo>
                  <a:pt x="1625869" y="1114920"/>
                </a:lnTo>
                <a:lnTo>
                  <a:pt x="1626038" y="1114920"/>
                </a:lnTo>
                <a:lnTo>
                  <a:pt x="1626216" y="1114920"/>
                </a:lnTo>
                <a:lnTo>
                  <a:pt x="1626385" y="1114920"/>
                </a:lnTo>
                <a:lnTo>
                  <a:pt x="1626563" y="1114920"/>
                </a:lnTo>
                <a:lnTo>
                  <a:pt x="1626732" y="1114920"/>
                </a:lnTo>
                <a:lnTo>
                  <a:pt x="1626901" y="1114920"/>
                </a:lnTo>
                <a:lnTo>
                  <a:pt x="1627079" y="1114920"/>
                </a:lnTo>
                <a:lnTo>
                  <a:pt x="1627248" y="1114920"/>
                </a:lnTo>
                <a:lnTo>
                  <a:pt x="1627417" y="1114920"/>
                </a:lnTo>
                <a:lnTo>
                  <a:pt x="1627595" y="1114920"/>
                </a:lnTo>
                <a:lnTo>
                  <a:pt x="1627764" y="1114920"/>
                </a:lnTo>
                <a:lnTo>
                  <a:pt x="1627933" y="1114920"/>
                </a:lnTo>
                <a:lnTo>
                  <a:pt x="1628111" y="1114920"/>
                </a:lnTo>
                <a:lnTo>
                  <a:pt x="1628280" y="1114920"/>
                </a:lnTo>
                <a:lnTo>
                  <a:pt x="1628458" y="1114920"/>
                </a:lnTo>
                <a:lnTo>
                  <a:pt x="1628627" y="1114920"/>
                </a:lnTo>
                <a:lnTo>
                  <a:pt x="1628796" y="1114920"/>
                </a:lnTo>
                <a:lnTo>
                  <a:pt x="1628974" y="1114920"/>
                </a:lnTo>
                <a:lnTo>
                  <a:pt x="1629143" y="1114920"/>
                </a:lnTo>
                <a:lnTo>
                  <a:pt x="1629312" y="1114920"/>
                </a:lnTo>
                <a:lnTo>
                  <a:pt x="1629490" y="1114920"/>
                </a:lnTo>
                <a:lnTo>
                  <a:pt x="1629659" y="1114920"/>
                </a:lnTo>
                <a:lnTo>
                  <a:pt x="1629828" y="1114920"/>
                </a:lnTo>
                <a:lnTo>
                  <a:pt x="1630006" y="1114920"/>
                </a:lnTo>
                <a:lnTo>
                  <a:pt x="1630175" y="1114920"/>
                </a:lnTo>
                <a:lnTo>
                  <a:pt x="1630353" y="1114920"/>
                </a:lnTo>
                <a:lnTo>
                  <a:pt x="1630522" y="1114920"/>
                </a:lnTo>
                <a:lnTo>
                  <a:pt x="1630691" y="1114920"/>
                </a:lnTo>
                <a:lnTo>
                  <a:pt x="1630869" y="1114920"/>
                </a:lnTo>
                <a:lnTo>
                  <a:pt x="1631038" y="1114920"/>
                </a:lnTo>
                <a:lnTo>
                  <a:pt x="1631207" y="1114920"/>
                </a:lnTo>
                <a:lnTo>
                  <a:pt x="1631385" y="1114920"/>
                </a:lnTo>
                <a:lnTo>
                  <a:pt x="1631554" y="1114920"/>
                </a:lnTo>
                <a:lnTo>
                  <a:pt x="1631723" y="1114920"/>
                </a:lnTo>
                <a:lnTo>
                  <a:pt x="1631901" y="1114920"/>
                </a:lnTo>
                <a:lnTo>
                  <a:pt x="1632070" y="1114920"/>
                </a:lnTo>
                <a:lnTo>
                  <a:pt x="1632248" y="1114920"/>
                </a:lnTo>
                <a:lnTo>
                  <a:pt x="1632417" y="1114920"/>
                </a:lnTo>
                <a:lnTo>
                  <a:pt x="1632586" y="1114920"/>
                </a:lnTo>
                <a:lnTo>
                  <a:pt x="1632764" y="1114920"/>
                </a:lnTo>
                <a:lnTo>
                  <a:pt x="1632933" y="1114920"/>
                </a:lnTo>
                <a:lnTo>
                  <a:pt x="1633102" y="1114920"/>
                </a:lnTo>
                <a:lnTo>
                  <a:pt x="1633280" y="1114920"/>
                </a:lnTo>
                <a:lnTo>
                  <a:pt x="1633449" y="1114920"/>
                </a:lnTo>
                <a:lnTo>
                  <a:pt x="1633618" y="1114920"/>
                </a:lnTo>
                <a:lnTo>
                  <a:pt x="1633796" y="1114920"/>
                </a:lnTo>
                <a:lnTo>
                  <a:pt x="1633965" y="1114920"/>
                </a:lnTo>
                <a:lnTo>
                  <a:pt x="1634134" y="1114920"/>
                </a:lnTo>
                <a:lnTo>
                  <a:pt x="1634312" y="1114920"/>
                </a:lnTo>
                <a:lnTo>
                  <a:pt x="1634481" y="1114920"/>
                </a:lnTo>
                <a:lnTo>
                  <a:pt x="1634659" y="1114920"/>
                </a:lnTo>
                <a:lnTo>
                  <a:pt x="1634828" y="1114920"/>
                </a:lnTo>
                <a:lnTo>
                  <a:pt x="1634997" y="1114920"/>
                </a:lnTo>
                <a:lnTo>
                  <a:pt x="1635175" y="1114920"/>
                </a:lnTo>
                <a:lnTo>
                  <a:pt x="1635344" y="1114920"/>
                </a:lnTo>
                <a:lnTo>
                  <a:pt x="1635513" y="1114920"/>
                </a:lnTo>
                <a:lnTo>
                  <a:pt x="1635691" y="1114920"/>
                </a:lnTo>
                <a:lnTo>
                  <a:pt x="1635860" y="1114920"/>
                </a:lnTo>
                <a:lnTo>
                  <a:pt x="1636029" y="1114920"/>
                </a:lnTo>
                <a:lnTo>
                  <a:pt x="1636207" y="1114920"/>
                </a:lnTo>
                <a:lnTo>
                  <a:pt x="1636376" y="1114920"/>
                </a:lnTo>
                <a:lnTo>
                  <a:pt x="1636554" y="1114920"/>
                </a:lnTo>
                <a:lnTo>
                  <a:pt x="1636723" y="1114920"/>
                </a:lnTo>
                <a:lnTo>
                  <a:pt x="1636892" y="1114920"/>
                </a:lnTo>
                <a:lnTo>
                  <a:pt x="1637070" y="1114920"/>
                </a:lnTo>
                <a:lnTo>
                  <a:pt x="1637239" y="1114920"/>
                </a:lnTo>
                <a:lnTo>
                  <a:pt x="1637408" y="1114920"/>
                </a:lnTo>
                <a:lnTo>
                  <a:pt x="1637586" y="1114920"/>
                </a:lnTo>
                <a:lnTo>
                  <a:pt x="1637755" y="1114920"/>
                </a:lnTo>
                <a:lnTo>
                  <a:pt x="1637924" y="1114920"/>
                </a:lnTo>
                <a:lnTo>
                  <a:pt x="1638102" y="1114920"/>
                </a:lnTo>
                <a:lnTo>
                  <a:pt x="1638271" y="1114920"/>
                </a:lnTo>
                <a:lnTo>
                  <a:pt x="1638448" y="1114920"/>
                </a:lnTo>
                <a:lnTo>
                  <a:pt x="1638618" y="1114920"/>
                </a:lnTo>
                <a:lnTo>
                  <a:pt x="1638787" y="1114920"/>
                </a:lnTo>
                <a:lnTo>
                  <a:pt x="1638965" y="1114920"/>
                </a:lnTo>
                <a:lnTo>
                  <a:pt x="1639134" y="1114920"/>
                </a:lnTo>
                <a:lnTo>
                  <a:pt x="1639303" y="1114920"/>
                </a:lnTo>
                <a:lnTo>
                  <a:pt x="1639481" y="1114920"/>
                </a:lnTo>
                <a:lnTo>
                  <a:pt x="1639650" y="1114920"/>
                </a:lnTo>
                <a:lnTo>
                  <a:pt x="1639819" y="1114920"/>
                </a:lnTo>
                <a:lnTo>
                  <a:pt x="1639996" y="1114920"/>
                </a:lnTo>
                <a:lnTo>
                  <a:pt x="1640166" y="1114920"/>
                </a:lnTo>
                <a:lnTo>
                  <a:pt x="1640344" y="1114920"/>
                </a:lnTo>
                <a:lnTo>
                  <a:pt x="1640513" y="1114920"/>
                </a:lnTo>
                <a:lnTo>
                  <a:pt x="1640682" y="1114920"/>
                </a:lnTo>
                <a:lnTo>
                  <a:pt x="1640860" y="1114920"/>
                </a:lnTo>
                <a:lnTo>
                  <a:pt x="1641029" y="1114920"/>
                </a:lnTo>
                <a:lnTo>
                  <a:pt x="1641198" y="1114920"/>
                </a:lnTo>
                <a:lnTo>
                  <a:pt x="1641375" y="1114920"/>
                </a:lnTo>
                <a:lnTo>
                  <a:pt x="1641545" y="1114920"/>
                </a:lnTo>
                <a:lnTo>
                  <a:pt x="1641714" y="1114920"/>
                </a:lnTo>
                <a:lnTo>
                  <a:pt x="1641892" y="1114920"/>
                </a:lnTo>
                <a:lnTo>
                  <a:pt x="1642061" y="1114920"/>
                </a:lnTo>
                <a:lnTo>
                  <a:pt x="1642229" y="1114920"/>
                </a:lnTo>
                <a:lnTo>
                  <a:pt x="1642408" y="1114920"/>
                </a:lnTo>
                <a:lnTo>
                  <a:pt x="1642577" y="1114920"/>
                </a:lnTo>
                <a:lnTo>
                  <a:pt x="1642754" y="1114920"/>
                </a:lnTo>
                <a:lnTo>
                  <a:pt x="1642923" y="1114920"/>
                </a:lnTo>
                <a:lnTo>
                  <a:pt x="1643093" y="1114920"/>
                </a:lnTo>
                <a:lnTo>
                  <a:pt x="1643271" y="1114920"/>
                </a:lnTo>
                <a:lnTo>
                  <a:pt x="1643439" y="1114920"/>
                </a:lnTo>
                <a:lnTo>
                  <a:pt x="1643608" y="1114920"/>
                </a:lnTo>
                <a:lnTo>
                  <a:pt x="1643786" y="1114920"/>
                </a:lnTo>
                <a:lnTo>
                  <a:pt x="1643956" y="1114920"/>
                </a:lnTo>
                <a:lnTo>
                  <a:pt x="1644125" y="1114920"/>
                </a:lnTo>
                <a:lnTo>
                  <a:pt x="1644302" y="1114920"/>
                </a:lnTo>
                <a:lnTo>
                  <a:pt x="1644471" y="1114920"/>
                </a:lnTo>
                <a:lnTo>
                  <a:pt x="1644650" y="1114920"/>
                </a:lnTo>
                <a:lnTo>
                  <a:pt x="1644818" y="1114920"/>
                </a:lnTo>
                <a:lnTo>
                  <a:pt x="1644987" y="1114920"/>
                </a:lnTo>
                <a:lnTo>
                  <a:pt x="1645165" y="1114920"/>
                </a:lnTo>
                <a:lnTo>
                  <a:pt x="1645334" y="1114920"/>
                </a:lnTo>
                <a:lnTo>
                  <a:pt x="1645504" y="1114920"/>
                </a:lnTo>
                <a:lnTo>
                  <a:pt x="1645681" y="1114920"/>
                </a:lnTo>
                <a:lnTo>
                  <a:pt x="1645850" y="1114920"/>
                </a:lnTo>
                <a:lnTo>
                  <a:pt x="1646019" y="1114920"/>
                </a:lnTo>
                <a:lnTo>
                  <a:pt x="1646197" y="1114920"/>
                </a:lnTo>
                <a:lnTo>
                  <a:pt x="1646366" y="1114920"/>
                </a:lnTo>
                <a:lnTo>
                  <a:pt x="1646544" y="1114920"/>
                </a:lnTo>
                <a:lnTo>
                  <a:pt x="1646713" y="1114920"/>
                </a:lnTo>
                <a:lnTo>
                  <a:pt x="1646883" y="1114920"/>
                </a:lnTo>
                <a:lnTo>
                  <a:pt x="1647060" y="1114920"/>
                </a:lnTo>
                <a:lnTo>
                  <a:pt x="1647229" y="1114920"/>
                </a:lnTo>
                <a:lnTo>
                  <a:pt x="1647398" y="1114920"/>
                </a:lnTo>
                <a:lnTo>
                  <a:pt x="1647576" y="1114920"/>
                </a:lnTo>
                <a:lnTo>
                  <a:pt x="1647745" y="1114920"/>
                </a:lnTo>
                <a:lnTo>
                  <a:pt x="1647914" y="1114920"/>
                </a:lnTo>
                <a:lnTo>
                  <a:pt x="1648092" y="1114920"/>
                </a:lnTo>
                <a:lnTo>
                  <a:pt x="1648261" y="1114920"/>
                </a:lnTo>
                <a:lnTo>
                  <a:pt x="1648439" y="1114920"/>
                </a:lnTo>
                <a:lnTo>
                  <a:pt x="1648608" y="1114920"/>
                </a:lnTo>
                <a:lnTo>
                  <a:pt x="1648777" y="1114920"/>
                </a:lnTo>
                <a:lnTo>
                  <a:pt x="1648955" y="1114920"/>
                </a:lnTo>
                <a:lnTo>
                  <a:pt x="1649124" y="1114920"/>
                </a:lnTo>
                <a:lnTo>
                  <a:pt x="1649293" y="1114920"/>
                </a:lnTo>
                <a:lnTo>
                  <a:pt x="1649471" y="1114920"/>
                </a:lnTo>
                <a:lnTo>
                  <a:pt x="1649640" y="1114920"/>
                </a:lnTo>
                <a:lnTo>
                  <a:pt x="1649809" y="1114920"/>
                </a:lnTo>
                <a:lnTo>
                  <a:pt x="1649987" y="1114920"/>
                </a:lnTo>
                <a:lnTo>
                  <a:pt x="1650156" y="1114920"/>
                </a:lnTo>
                <a:lnTo>
                  <a:pt x="1650325" y="1114920"/>
                </a:lnTo>
                <a:lnTo>
                  <a:pt x="1650503" y="1114920"/>
                </a:lnTo>
                <a:lnTo>
                  <a:pt x="1650672" y="1114920"/>
                </a:lnTo>
                <a:lnTo>
                  <a:pt x="1650850" y="1114920"/>
                </a:lnTo>
                <a:lnTo>
                  <a:pt x="1651019" y="1114920"/>
                </a:lnTo>
                <a:lnTo>
                  <a:pt x="1651188" y="1114920"/>
                </a:lnTo>
                <a:lnTo>
                  <a:pt x="1651366" y="1114920"/>
                </a:lnTo>
                <a:lnTo>
                  <a:pt x="1651535" y="1114920"/>
                </a:lnTo>
                <a:lnTo>
                  <a:pt x="1651704" y="1114920"/>
                </a:lnTo>
                <a:lnTo>
                  <a:pt x="1651882" y="1114920"/>
                </a:lnTo>
                <a:lnTo>
                  <a:pt x="1652051" y="1114920"/>
                </a:lnTo>
                <a:lnTo>
                  <a:pt x="1652220" y="1114920"/>
                </a:lnTo>
                <a:lnTo>
                  <a:pt x="1652398" y="1114920"/>
                </a:lnTo>
                <a:lnTo>
                  <a:pt x="1652567" y="1114920"/>
                </a:lnTo>
                <a:lnTo>
                  <a:pt x="1652745" y="1114920"/>
                </a:lnTo>
                <a:lnTo>
                  <a:pt x="1652914" y="1114920"/>
                </a:lnTo>
                <a:lnTo>
                  <a:pt x="1653083" y="1114920"/>
                </a:lnTo>
                <a:lnTo>
                  <a:pt x="1653261" y="1114920"/>
                </a:lnTo>
                <a:lnTo>
                  <a:pt x="1653430" y="1114920"/>
                </a:lnTo>
                <a:lnTo>
                  <a:pt x="1653599" y="1114920"/>
                </a:lnTo>
                <a:lnTo>
                  <a:pt x="1653777" y="1114920"/>
                </a:lnTo>
                <a:lnTo>
                  <a:pt x="1653946" y="1114920"/>
                </a:lnTo>
                <a:lnTo>
                  <a:pt x="1654115" y="1114920"/>
                </a:lnTo>
                <a:lnTo>
                  <a:pt x="1654293" y="1114920"/>
                </a:lnTo>
                <a:lnTo>
                  <a:pt x="1654462" y="1114920"/>
                </a:lnTo>
                <a:lnTo>
                  <a:pt x="1654640" y="1114920"/>
                </a:lnTo>
                <a:lnTo>
                  <a:pt x="1654809" y="1114920"/>
                </a:lnTo>
                <a:lnTo>
                  <a:pt x="1654978" y="1114920"/>
                </a:lnTo>
                <a:lnTo>
                  <a:pt x="1655156" y="1114920"/>
                </a:lnTo>
                <a:lnTo>
                  <a:pt x="1655325" y="1114920"/>
                </a:lnTo>
                <a:lnTo>
                  <a:pt x="1655494" y="1114920"/>
                </a:lnTo>
                <a:lnTo>
                  <a:pt x="1655672" y="1114920"/>
                </a:lnTo>
                <a:lnTo>
                  <a:pt x="1655841" y="1114920"/>
                </a:lnTo>
                <a:lnTo>
                  <a:pt x="1656010" y="1114920"/>
                </a:lnTo>
                <a:lnTo>
                  <a:pt x="1656188" y="1114920"/>
                </a:lnTo>
                <a:lnTo>
                  <a:pt x="1656357" y="1114920"/>
                </a:lnTo>
                <a:lnTo>
                  <a:pt x="1656535" y="1114920"/>
                </a:lnTo>
                <a:lnTo>
                  <a:pt x="1656704" y="1114920"/>
                </a:lnTo>
                <a:lnTo>
                  <a:pt x="1656873" y="1114920"/>
                </a:lnTo>
                <a:lnTo>
                  <a:pt x="1657051" y="1114920"/>
                </a:lnTo>
                <a:lnTo>
                  <a:pt x="1657220" y="1114920"/>
                </a:lnTo>
                <a:lnTo>
                  <a:pt x="1657389" y="1114920"/>
                </a:lnTo>
                <a:lnTo>
                  <a:pt x="1657567" y="1114920"/>
                </a:lnTo>
                <a:lnTo>
                  <a:pt x="1657736" y="1114920"/>
                </a:lnTo>
                <a:lnTo>
                  <a:pt x="1657905" y="1114920"/>
                </a:lnTo>
                <a:lnTo>
                  <a:pt x="1658083" y="1114920"/>
                </a:lnTo>
                <a:lnTo>
                  <a:pt x="1658252" y="1114920"/>
                </a:lnTo>
                <a:lnTo>
                  <a:pt x="1658421" y="1114920"/>
                </a:lnTo>
                <a:lnTo>
                  <a:pt x="1658599" y="1114920"/>
                </a:lnTo>
                <a:lnTo>
                  <a:pt x="1658768" y="1114920"/>
                </a:lnTo>
                <a:lnTo>
                  <a:pt x="1658946" y="1114920"/>
                </a:lnTo>
                <a:lnTo>
                  <a:pt x="1659115" y="1114920"/>
                </a:lnTo>
                <a:lnTo>
                  <a:pt x="1659284" y="1114920"/>
                </a:lnTo>
                <a:lnTo>
                  <a:pt x="1659462" y="1114920"/>
                </a:lnTo>
                <a:lnTo>
                  <a:pt x="1659631" y="1114920"/>
                </a:lnTo>
                <a:lnTo>
                  <a:pt x="1659800" y="1114920"/>
                </a:lnTo>
                <a:lnTo>
                  <a:pt x="1659978" y="1114920"/>
                </a:lnTo>
                <a:lnTo>
                  <a:pt x="1660147" y="1114920"/>
                </a:lnTo>
                <a:lnTo>
                  <a:pt x="1660316" y="1114920"/>
                </a:lnTo>
                <a:lnTo>
                  <a:pt x="1660494" y="1114920"/>
                </a:lnTo>
                <a:lnTo>
                  <a:pt x="1660663" y="1114920"/>
                </a:lnTo>
                <a:lnTo>
                  <a:pt x="1660841" y="1114920"/>
                </a:lnTo>
                <a:lnTo>
                  <a:pt x="1661010" y="1114920"/>
                </a:lnTo>
                <a:lnTo>
                  <a:pt x="1661179" y="1114920"/>
                </a:lnTo>
                <a:lnTo>
                  <a:pt x="1661357" y="1114920"/>
                </a:lnTo>
                <a:lnTo>
                  <a:pt x="1661526" y="1114920"/>
                </a:lnTo>
                <a:lnTo>
                  <a:pt x="1661695" y="1114920"/>
                </a:lnTo>
                <a:lnTo>
                  <a:pt x="1661873" y="1114920"/>
                </a:lnTo>
                <a:lnTo>
                  <a:pt x="1662042" y="1114920"/>
                </a:lnTo>
                <a:lnTo>
                  <a:pt x="1662211" y="1114920"/>
                </a:lnTo>
                <a:lnTo>
                  <a:pt x="1662389" y="1114920"/>
                </a:lnTo>
                <a:lnTo>
                  <a:pt x="1662558" y="1114920"/>
                </a:lnTo>
                <a:lnTo>
                  <a:pt x="1662736" y="1114920"/>
                </a:lnTo>
                <a:lnTo>
                  <a:pt x="1662905" y="1114920"/>
                </a:lnTo>
                <a:lnTo>
                  <a:pt x="1663074" y="1114920"/>
                </a:lnTo>
                <a:lnTo>
                  <a:pt x="1663252" y="1114920"/>
                </a:lnTo>
                <a:lnTo>
                  <a:pt x="1663421" y="1114920"/>
                </a:lnTo>
                <a:lnTo>
                  <a:pt x="1663590" y="1114920"/>
                </a:lnTo>
                <a:lnTo>
                  <a:pt x="1663768" y="1114920"/>
                </a:lnTo>
                <a:lnTo>
                  <a:pt x="1663937" y="1114920"/>
                </a:lnTo>
                <a:lnTo>
                  <a:pt x="1664106" y="1114920"/>
                </a:lnTo>
                <a:lnTo>
                  <a:pt x="1664284" y="1114920"/>
                </a:lnTo>
                <a:lnTo>
                  <a:pt x="1664453" y="1114920"/>
                </a:lnTo>
                <a:lnTo>
                  <a:pt x="1664631" y="1114920"/>
                </a:lnTo>
                <a:lnTo>
                  <a:pt x="1664800" y="1114920"/>
                </a:lnTo>
                <a:lnTo>
                  <a:pt x="1664969" y="1114920"/>
                </a:lnTo>
                <a:lnTo>
                  <a:pt x="1665147" y="1114920"/>
                </a:lnTo>
                <a:lnTo>
                  <a:pt x="1665316" y="1114920"/>
                </a:lnTo>
                <a:lnTo>
                  <a:pt x="1665485" y="1114920"/>
                </a:lnTo>
                <a:lnTo>
                  <a:pt x="1665663" y="1114920"/>
                </a:lnTo>
                <a:lnTo>
                  <a:pt x="1665832" y="1114920"/>
                </a:lnTo>
                <a:lnTo>
                  <a:pt x="1666001" y="1114920"/>
                </a:lnTo>
                <a:lnTo>
                  <a:pt x="1666179" y="1114920"/>
                </a:lnTo>
                <a:lnTo>
                  <a:pt x="1666348" y="1114920"/>
                </a:lnTo>
                <a:lnTo>
                  <a:pt x="1666517" y="1114920"/>
                </a:lnTo>
                <a:lnTo>
                  <a:pt x="1666695" y="1114920"/>
                </a:lnTo>
                <a:lnTo>
                  <a:pt x="1666864" y="1114920"/>
                </a:lnTo>
                <a:lnTo>
                  <a:pt x="1667042" y="1114920"/>
                </a:lnTo>
                <a:lnTo>
                  <a:pt x="1667211" y="1114920"/>
                </a:lnTo>
                <a:lnTo>
                  <a:pt x="1667380" y="1114920"/>
                </a:lnTo>
                <a:lnTo>
                  <a:pt x="1667558" y="1114920"/>
                </a:lnTo>
                <a:lnTo>
                  <a:pt x="1667727" y="1114920"/>
                </a:lnTo>
                <a:lnTo>
                  <a:pt x="1667896" y="1114920"/>
                </a:lnTo>
                <a:lnTo>
                  <a:pt x="1668074" y="1114920"/>
                </a:lnTo>
                <a:lnTo>
                  <a:pt x="1668243" y="1114920"/>
                </a:lnTo>
                <a:lnTo>
                  <a:pt x="1668412" y="1114920"/>
                </a:lnTo>
                <a:lnTo>
                  <a:pt x="1668590" y="1114920"/>
                </a:lnTo>
                <a:lnTo>
                  <a:pt x="1668759" y="1114920"/>
                </a:lnTo>
                <a:lnTo>
                  <a:pt x="1668937" y="1114920"/>
                </a:lnTo>
                <a:lnTo>
                  <a:pt x="1669106" y="1114920"/>
                </a:lnTo>
                <a:lnTo>
                  <a:pt x="1669275" y="1114920"/>
                </a:lnTo>
                <a:lnTo>
                  <a:pt x="1669453" y="1114920"/>
                </a:lnTo>
                <a:lnTo>
                  <a:pt x="1669622" y="1114920"/>
                </a:lnTo>
                <a:lnTo>
                  <a:pt x="1669791" y="1114920"/>
                </a:lnTo>
                <a:lnTo>
                  <a:pt x="1669969" y="1114920"/>
                </a:lnTo>
                <a:lnTo>
                  <a:pt x="1670138" y="1114920"/>
                </a:lnTo>
                <a:lnTo>
                  <a:pt x="1670307" y="1114920"/>
                </a:lnTo>
                <a:lnTo>
                  <a:pt x="1670485" y="1114920"/>
                </a:lnTo>
                <a:lnTo>
                  <a:pt x="1670654" y="1114920"/>
                </a:lnTo>
                <a:lnTo>
                  <a:pt x="1670832" y="1114920"/>
                </a:lnTo>
                <a:lnTo>
                  <a:pt x="1671001" y="1114920"/>
                </a:lnTo>
                <a:lnTo>
                  <a:pt x="1671170" y="1114920"/>
                </a:lnTo>
                <a:lnTo>
                  <a:pt x="1671348" y="1114920"/>
                </a:lnTo>
                <a:lnTo>
                  <a:pt x="1671517" y="1114920"/>
                </a:lnTo>
                <a:lnTo>
                  <a:pt x="1671686" y="1114920"/>
                </a:lnTo>
                <a:lnTo>
                  <a:pt x="1671864" y="1114920"/>
                </a:lnTo>
                <a:lnTo>
                  <a:pt x="1672033" y="1114920"/>
                </a:lnTo>
                <a:lnTo>
                  <a:pt x="1672202" y="1114920"/>
                </a:lnTo>
                <a:lnTo>
                  <a:pt x="1672380" y="1114920"/>
                </a:lnTo>
                <a:lnTo>
                  <a:pt x="1672549" y="1114920"/>
                </a:lnTo>
                <a:lnTo>
                  <a:pt x="1672718" y="1114920"/>
                </a:lnTo>
                <a:lnTo>
                  <a:pt x="1672896" y="1114920"/>
                </a:lnTo>
                <a:lnTo>
                  <a:pt x="1673065" y="1114920"/>
                </a:lnTo>
                <a:lnTo>
                  <a:pt x="1673243" y="1114920"/>
                </a:lnTo>
                <a:lnTo>
                  <a:pt x="1673412" y="1114920"/>
                </a:lnTo>
                <a:lnTo>
                  <a:pt x="1673581" y="1114920"/>
                </a:lnTo>
                <a:lnTo>
                  <a:pt x="1673759" y="1114920"/>
                </a:lnTo>
                <a:lnTo>
                  <a:pt x="1673928" y="1114920"/>
                </a:lnTo>
                <a:lnTo>
                  <a:pt x="1674097" y="1114920"/>
                </a:lnTo>
                <a:lnTo>
                  <a:pt x="1674275" y="1114920"/>
                </a:lnTo>
                <a:lnTo>
                  <a:pt x="1674444" y="1114920"/>
                </a:lnTo>
                <a:lnTo>
                  <a:pt x="1674613" y="1114920"/>
                </a:lnTo>
                <a:lnTo>
                  <a:pt x="1674791" y="1114920"/>
                </a:lnTo>
                <a:lnTo>
                  <a:pt x="1674960" y="1114920"/>
                </a:lnTo>
                <a:lnTo>
                  <a:pt x="1675137" y="1114920"/>
                </a:lnTo>
                <a:lnTo>
                  <a:pt x="1675307" y="1114920"/>
                </a:lnTo>
                <a:lnTo>
                  <a:pt x="1675476" y="1114920"/>
                </a:lnTo>
                <a:lnTo>
                  <a:pt x="1675654" y="1114920"/>
                </a:lnTo>
                <a:lnTo>
                  <a:pt x="1675822" y="1114920"/>
                </a:lnTo>
                <a:lnTo>
                  <a:pt x="1675992" y="1114920"/>
                </a:lnTo>
                <a:lnTo>
                  <a:pt x="1676170" y="1114920"/>
                </a:lnTo>
                <a:lnTo>
                  <a:pt x="1676339" y="1114920"/>
                </a:lnTo>
                <a:lnTo>
                  <a:pt x="1676508" y="1114920"/>
                </a:lnTo>
                <a:lnTo>
                  <a:pt x="1676686" y="1114920"/>
                </a:lnTo>
                <a:lnTo>
                  <a:pt x="1676855" y="1114920"/>
                </a:lnTo>
                <a:lnTo>
                  <a:pt x="1677032" y="1114920"/>
                </a:lnTo>
                <a:lnTo>
                  <a:pt x="1677201" y="1114920"/>
                </a:lnTo>
                <a:lnTo>
                  <a:pt x="1677370" y="1114920"/>
                </a:lnTo>
                <a:lnTo>
                  <a:pt x="1677549" y="1114920"/>
                </a:lnTo>
                <a:lnTo>
                  <a:pt x="1677718" y="1114920"/>
                </a:lnTo>
                <a:lnTo>
                  <a:pt x="1677887" y="1114920"/>
                </a:lnTo>
                <a:lnTo>
                  <a:pt x="1678064" y="1114920"/>
                </a:lnTo>
                <a:lnTo>
                  <a:pt x="1678234" y="1114920"/>
                </a:lnTo>
                <a:lnTo>
                  <a:pt x="1678403" y="1114920"/>
                </a:lnTo>
                <a:lnTo>
                  <a:pt x="1678580" y="1114920"/>
                </a:lnTo>
                <a:lnTo>
                  <a:pt x="1678749" y="1114920"/>
                </a:lnTo>
                <a:lnTo>
                  <a:pt x="1678927" y="1114920"/>
                </a:lnTo>
                <a:lnTo>
                  <a:pt x="1679097" y="1114920"/>
                </a:lnTo>
                <a:lnTo>
                  <a:pt x="1679266" y="1114920"/>
                </a:lnTo>
                <a:lnTo>
                  <a:pt x="1679443" y="1114920"/>
                </a:lnTo>
                <a:lnTo>
                  <a:pt x="1679612" y="1114920"/>
                </a:lnTo>
                <a:lnTo>
                  <a:pt x="1679782" y="1114920"/>
                </a:lnTo>
                <a:lnTo>
                  <a:pt x="1679959" y="1114920"/>
                </a:lnTo>
                <a:lnTo>
                  <a:pt x="1680128" y="1114920"/>
                </a:lnTo>
                <a:lnTo>
                  <a:pt x="1680297" y="1114920"/>
                </a:lnTo>
                <a:lnTo>
                  <a:pt x="1680475" y="1114920"/>
                </a:lnTo>
                <a:lnTo>
                  <a:pt x="1680645" y="1114920"/>
                </a:lnTo>
                <a:lnTo>
                  <a:pt x="1680813" y="1114920"/>
                </a:lnTo>
                <a:lnTo>
                  <a:pt x="1680991" y="1114920"/>
                </a:lnTo>
                <a:lnTo>
                  <a:pt x="1681160" y="1114920"/>
                </a:lnTo>
                <a:lnTo>
                  <a:pt x="1681338" y="1114920"/>
                </a:lnTo>
                <a:lnTo>
                  <a:pt x="1681507" y="1114920"/>
                </a:lnTo>
                <a:lnTo>
                  <a:pt x="1681676" y="1114920"/>
                </a:lnTo>
                <a:lnTo>
                  <a:pt x="1681854" y="1114920"/>
                </a:lnTo>
                <a:lnTo>
                  <a:pt x="1682024" y="1114920"/>
                </a:lnTo>
                <a:lnTo>
                  <a:pt x="1682192" y="1114920"/>
                </a:lnTo>
                <a:lnTo>
                  <a:pt x="1682370" y="1114920"/>
                </a:lnTo>
                <a:lnTo>
                  <a:pt x="1682539" y="1114920"/>
                </a:lnTo>
                <a:lnTo>
                  <a:pt x="1682708" y="1114920"/>
                </a:lnTo>
                <a:lnTo>
                  <a:pt x="1682886" y="1114920"/>
                </a:lnTo>
                <a:lnTo>
                  <a:pt x="1683055" y="1114920"/>
                </a:lnTo>
                <a:lnTo>
                  <a:pt x="1683233" y="1114920"/>
                </a:lnTo>
                <a:lnTo>
                  <a:pt x="1683402" y="1114920"/>
                </a:lnTo>
                <a:lnTo>
                  <a:pt x="1683571" y="1114920"/>
                </a:lnTo>
                <a:lnTo>
                  <a:pt x="1683749" y="1114920"/>
                </a:lnTo>
                <a:lnTo>
                  <a:pt x="1683918" y="1114920"/>
                </a:lnTo>
                <a:lnTo>
                  <a:pt x="1684087" y="1114920"/>
                </a:lnTo>
                <a:lnTo>
                  <a:pt x="1684265" y="1114920"/>
                </a:lnTo>
                <a:lnTo>
                  <a:pt x="1684434" y="1114920"/>
                </a:lnTo>
                <a:lnTo>
                  <a:pt x="1684603" y="1114920"/>
                </a:lnTo>
                <a:lnTo>
                  <a:pt x="1684781" y="1114920"/>
                </a:lnTo>
                <a:lnTo>
                  <a:pt x="1684950" y="1114920"/>
                </a:lnTo>
                <a:lnTo>
                  <a:pt x="1685128" y="1114920"/>
                </a:lnTo>
                <a:lnTo>
                  <a:pt x="1685297" y="1114920"/>
                </a:lnTo>
                <a:lnTo>
                  <a:pt x="1685466" y="1114920"/>
                </a:lnTo>
                <a:lnTo>
                  <a:pt x="1685644" y="1114920"/>
                </a:lnTo>
                <a:lnTo>
                  <a:pt x="1685813" y="1114920"/>
                </a:lnTo>
                <a:lnTo>
                  <a:pt x="1685982" y="1114920"/>
                </a:lnTo>
                <a:lnTo>
                  <a:pt x="1686160" y="1114920"/>
                </a:lnTo>
                <a:lnTo>
                  <a:pt x="1686329" y="1114920"/>
                </a:lnTo>
                <a:lnTo>
                  <a:pt x="1686498" y="1114920"/>
                </a:lnTo>
                <a:lnTo>
                  <a:pt x="1686676" y="1114920"/>
                </a:lnTo>
                <a:lnTo>
                  <a:pt x="1686845" y="1114920"/>
                </a:lnTo>
                <a:lnTo>
                  <a:pt x="1687023" y="1114920"/>
                </a:lnTo>
                <a:lnTo>
                  <a:pt x="1687192" y="1114920"/>
                </a:lnTo>
                <a:lnTo>
                  <a:pt x="1687361" y="1114920"/>
                </a:lnTo>
                <a:lnTo>
                  <a:pt x="1687539" y="1114920"/>
                </a:lnTo>
                <a:lnTo>
                  <a:pt x="1687708" y="1114920"/>
                </a:lnTo>
                <a:lnTo>
                  <a:pt x="1687877" y="1114920"/>
                </a:lnTo>
                <a:lnTo>
                  <a:pt x="1688055" y="1114920"/>
                </a:lnTo>
                <a:lnTo>
                  <a:pt x="1688224" y="1114920"/>
                </a:lnTo>
                <a:lnTo>
                  <a:pt x="1688393" y="1114920"/>
                </a:lnTo>
                <a:lnTo>
                  <a:pt x="1688571" y="1114920"/>
                </a:lnTo>
                <a:lnTo>
                  <a:pt x="1688740" y="1114920"/>
                </a:lnTo>
                <a:lnTo>
                  <a:pt x="1688909" y="1114920"/>
                </a:lnTo>
                <a:lnTo>
                  <a:pt x="1689087" y="1114920"/>
                </a:lnTo>
                <a:lnTo>
                  <a:pt x="1689256" y="1114920"/>
                </a:lnTo>
                <a:lnTo>
                  <a:pt x="1689434" y="1114920"/>
                </a:lnTo>
                <a:lnTo>
                  <a:pt x="1689603" y="1114920"/>
                </a:lnTo>
                <a:lnTo>
                  <a:pt x="1689772" y="1114920"/>
                </a:lnTo>
                <a:lnTo>
                  <a:pt x="1689950" y="1114920"/>
                </a:lnTo>
                <a:lnTo>
                  <a:pt x="1690119" y="1114920"/>
                </a:lnTo>
                <a:lnTo>
                  <a:pt x="1690288" y="1114920"/>
                </a:lnTo>
                <a:lnTo>
                  <a:pt x="1690466" y="1114920"/>
                </a:lnTo>
                <a:lnTo>
                  <a:pt x="1690635" y="1114920"/>
                </a:lnTo>
                <a:lnTo>
                  <a:pt x="1690804" y="1114920"/>
                </a:lnTo>
                <a:lnTo>
                  <a:pt x="1690982" y="1114920"/>
                </a:lnTo>
                <a:lnTo>
                  <a:pt x="1691151" y="1114920"/>
                </a:lnTo>
                <a:lnTo>
                  <a:pt x="1691329" y="1114920"/>
                </a:lnTo>
                <a:lnTo>
                  <a:pt x="1691498" y="1114920"/>
                </a:lnTo>
                <a:lnTo>
                  <a:pt x="1691667" y="1114920"/>
                </a:lnTo>
                <a:lnTo>
                  <a:pt x="1691845" y="1114920"/>
                </a:lnTo>
                <a:lnTo>
                  <a:pt x="1692014" y="1114920"/>
                </a:lnTo>
                <a:lnTo>
                  <a:pt x="1692183" y="1114920"/>
                </a:lnTo>
                <a:lnTo>
                  <a:pt x="1692361" y="1114920"/>
                </a:lnTo>
                <a:lnTo>
                  <a:pt x="1692530" y="1114920"/>
                </a:lnTo>
                <a:lnTo>
                  <a:pt x="1692699" y="1114920"/>
                </a:lnTo>
                <a:lnTo>
                  <a:pt x="1692877" y="1114920"/>
                </a:lnTo>
                <a:lnTo>
                  <a:pt x="1693046" y="1114920"/>
                </a:lnTo>
                <a:lnTo>
                  <a:pt x="1693224" y="1114920"/>
                </a:lnTo>
                <a:lnTo>
                  <a:pt x="1693393" y="1114920"/>
                </a:lnTo>
                <a:lnTo>
                  <a:pt x="1693562" y="1114920"/>
                </a:lnTo>
                <a:lnTo>
                  <a:pt x="1693740" y="1114920"/>
                </a:lnTo>
                <a:lnTo>
                  <a:pt x="1693909" y="1114920"/>
                </a:lnTo>
                <a:lnTo>
                  <a:pt x="1694078" y="1114920"/>
                </a:lnTo>
                <a:lnTo>
                  <a:pt x="1694256" y="1114920"/>
                </a:lnTo>
                <a:lnTo>
                  <a:pt x="1694425" y="1114920"/>
                </a:lnTo>
                <a:lnTo>
                  <a:pt x="1694594" y="1114920"/>
                </a:lnTo>
                <a:lnTo>
                  <a:pt x="1694772" y="1114920"/>
                </a:lnTo>
                <a:lnTo>
                  <a:pt x="1694941" y="1114920"/>
                </a:lnTo>
                <a:lnTo>
                  <a:pt x="1695119" y="1114920"/>
                </a:lnTo>
                <a:lnTo>
                  <a:pt x="1695288" y="1114920"/>
                </a:lnTo>
                <a:lnTo>
                  <a:pt x="1695457" y="1114920"/>
                </a:lnTo>
                <a:lnTo>
                  <a:pt x="1695635" y="1114920"/>
                </a:lnTo>
                <a:lnTo>
                  <a:pt x="1695804" y="1114920"/>
                </a:lnTo>
                <a:lnTo>
                  <a:pt x="1695973" y="1114920"/>
                </a:lnTo>
                <a:lnTo>
                  <a:pt x="1696151" y="1114920"/>
                </a:lnTo>
                <a:lnTo>
                  <a:pt x="1696320" y="1114920"/>
                </a:lnTo>
                <a:lnTo>
                  <a:pt x="1696489" y="1114920"/>
                </a:lnTo>
                <a:lnTo>
                  <a:pt x="1696667" y="1114920"/>
                </a:lnTo>
                <a:lnTo>
                  <a:pt x="1696836" y="1114920"/>
                </a:lnTo>
                <a:lnTo>
                  <a:pt x="1697005" y="1114920"/>
                </a:lnTo>
                <a:lnTo>
                  <a:pt x="1697183" y="1114920"/>
                </a:lnTo>
                <a:lnTo>
                  <a:pt x="1697352" y="1114920"/>
                </a:lnTo>
                <a:lnTo>
                  <a:pt x="1697530" y="1114920"/>
                </a:lnTo>
                <a:lnTo>
                  <a:pt x="1697699" y="1114920"/>
                </a:lnTo>
                <a:lnTo>
                  <a:pt x="1697868" y="1114920"/>
                </a:lnTo>
                <a:lnTo>
                  <a:pt x="1698046" y="1114920"/>
                </a:lnTo>
                <a:lnTo>
                  <a:pt x="1698215" y="1114920"/>
                </a:lnTo>
                <a:lnTo>
                  <a:pt x="1698384" y="1114920"/>
                </a:lnTo>
                <a:lnTo>
                  <a:pt x="1698562" y="1114920"/>
                </a:lnTo>
                <a:lnTo>
                  <a:pt x="1698731" y="1114920"/>
                </a:lnTo>
                <a:lnTo>
                  <a:pt x="1698900" y="1114920"/>
                </a:lnTo>
                <a:lnTo>
                  <a:pt x="1699078" y="1114920"/>
                </a:lnTo>
                <a:lnTo>
                  <a:pt x="1699247" y="1114920"/>
                </a:lnTo>
                <a:lnTo>
                  <a:pt x="1699425" y="1114920"/>
                </a:lnTo>
                <a:lnTo>
                  <a:pt x="1699594" y="1114920"/>
                </a:lnTo>
                <a:lnTo>
                  <a:pt x="1699763" y="1114920"/>
                </a:lnTo>
                <a:lnTo>
                  <a:pt x="1699941" y="1114920"/>
                </a:lnTo>
                <a:lnTo>
                  <a:pt x="1700110" y="1114920"/>
                </a:lnTo>
                <a:lnTo>
                  <a:pt x="1700279" y="1114920"/>
                </a:lnTo>
                <a:lnTo>
                  <a:pt x="1700457" y="1114920"/>
                </a:lnTo>
                <a:lnTo>
                  <a:pt x="1700626" y="1114920"/>
                </a:lnTo>
                <a:lnTo>
                  <a:pt x="1700795" y="1114920"/>
                </a:lnTo>
                <a:lnTo>
                  <a:pt x="1700973" y="1114920"/>
                </a:lnTo>
                <a:lnTo>
                  <a:pt x="1701142" y="1114920"/>
                </a:lnTo>
                <a:lnTo>
                  <a:pt x="1701320" y="1114920"/>
                </a:lnTo>
                <a:lnTo>
                  <a:pt x="1701489" y="1114920"/>
                </a:lnTo>
                <a:lnTo>
                  <a:pt x="1701658" y="1114920"/>
                </a:lnTo>
                <a:lnTo>
                  <a:pt x="1701836" y="1114920"/>
                </a:lnTo>
                <a:lnTo>
                  <a:pt x="1702005" y="1114920"/>
                </a:lnTo>
                <a:lnTo>
                  <a:pt x="1702174" y="1114920"/>
                </a:lnTo>
                <a:lnTo>
                  <a:pt x="1702352" y="1114920"/>
                </a:lnTo>
                <a:lnTo>
                  <a:pt x="1702521" y="1114920"/>
                </a:lnTo>
                <a:lnTo>
                  <a:pt x="1702690" y="1114920"/>
                </a:lnTo>
                <a:lnTo>
                  <a:pt x="1702868" y="1114920"/>
                </a:lnTo>
                <a:lnTo>
                  <a:pt x="1703037" y="1114920"/>
                </a:lnTo>
                <a:lnTo>
                  <a:pt x="1703215" y="1114920"/>
                </a:lnTo>
                <a:lnTo>
                  <a:pt x="1703384" y="1114920"/>
                </a:lnTo>
                <a:lnTo>
                  <a:pt x="1703553" y="1114920"/>
                </a:lnTo>
                <a:lnTo>
                  <a:pt x="1703731" y="1114920"/>
                </a:lnTo>
                <a:lnTo>
                  <a:pt x="1703900" y="1114920"/>
                </a:lnTo>
                <a:lnTo>
                  <a:pt x="1704069" y="1114920"/>
                </a:lnTo>
                <a:lnTo>
                  <a:pt x="1704247" y="1114920"/>
                </a:lnTo>
                <a:lnTo>
                  <a:pt x="1704416" y="1114920"/>
                </a:lnTo>
                <a:lnTo>
                  <a:pt x="1704585" y="1114920"/>
                </a:lnTo>
                <a:lnTo>
                  <a:pt x="1704763" y="1114920"/>
                </a:lnTo>
                <a:lnTo>
                  <a:pt x="1704932" y="1114920"/>
                </a:lnTo>
                <a:lnTo>
                  <a:pt x="1705101" y="1114920"/>
                </a:lnTo>
                <a:lnTo>
                  <a:pt x="1705279" y="1114920"/>
                </a:lnTo>
                <a:lnTo>
                  <a:pt x="1705448" y="1114920"/>
                </a:lnTo>
                <a:lnTo>
                  <a:pt x="1705626" y="1114920"/>
                </a:lnTo>
                <a:lnTo>
                  <a:pt x="1705795" y="1114920"/>
                </a:lnTo>
                <a:lnTo>
                  <a:pt x="1705964" y="1114920"/>
                </a:lnTo>
                <a:lnTo>
                  <a:pt x="1706142" y="1114920"/>
                </a:lnTo>
                <a:lnTo>
                  <a:pt x="1706311" y="1114920"/>
                </a:lnTo>
                <a:lnTo>
                  <a:pt x="1706480" y="1114920"/>
                </a:lnTo>
                <a:lnTo>
                  <a:pt x="1706658" y="1114920"/>
                </a:lnTo>
                <a:lnTo>
                  <a:pt x="1706827" y="1114920"/>
                </a:lnTo>
                <a:lnTo>
                  <a:pt x="1706996" y="1114920"/>
                </a:lnTo>
                <a:lnTo>
                  <a:pt x="1707174" y="1114920"/>
                </a:lnTo>
                <a:lnTo>
                  <a:pt x="1707343" y="1114920"/>
                </a:lnTo>
                <a:lnTo>
                  <a:pt x="1707521" y="1114920"/>
                </a:lnTo>
                <a:lnTo>
                  <a:pt x="1707690" y="1114920"/>
                </a:lnTo>
                <a:lnTo>
                  <a:pt x="1707859" y="1114920"/>
                </a:lnTo>
                <a:lnTo>
                  <a:pt x="1708037" y="1114920"/>
                </a:lnTo>
                <a:lnTo>
                  <a:pt x="1708206" y="1114920"/>
                </a:lnTo>
                <a:lnTo>
                  <a:pt x="1708375" y="1114920"/>
                </a:lnTo>
                <a:lnTo>
                  <a:pt x="1708553" y="1114920"/>
                </a:lnTo>
                <a:lnTo>
                  <a:pt x="1708722" y="1114920"/>
                </a:lnTo>
                <a:lnTo>
                  <a:pt x="1708891" y="1114920"/>
                </a:lnTo>
                <a:lnTo>
                  <a:pt x="1709069" y="1114920"/>
                </a:lnTo>
                <a:lnTo>
                  <a:pt x="1709238" y="1114920"/>
                </a:lnTo>
                <a:lnTo>
                  <a:pt x="1709415" y="1114920"/>
                </a:lnTo>
                <a:lnTo>
                  <a:pt x="1709585" y="1114920"/>
                </a:lnTo>
                <a:lnTo>
                  <a:pt x="1709754" y="1114920"/>
                </a:lnTo>
                <a:lnTo>
                  <a:pt x="1709932" y="1114920"/>
                </a:lnTo>
                <a:lnTo>
                  <a:pt x="1710101" y="1114920"/>
                </a:lnTo>
                <a:lnTo>
                  <a:pt x="1710270" y="1114920"/>
                </a:lnTo>
                <a:lnTo>
                  <a:pt x="1710448" y="1114920"/>
                </a:lnTo>
                <a:lnTo>
                  <a:pt x="1710617" y="1114920"/>
                </a:lnTo>
                <a:lnTo>
                  <a:pt x="1710786" y="1114920"/>
                </a:lnTo>
                <a:lnTo>
                  <a:pt x="1710963" y="1114920"/>
                </a:lnTo>
                <a:lnTo>
                  <a:pt x="1711133" y="1114920"/>
                </a:lnTo>
                <a:lnTo>
                  <a:pt x="1711311" y="1114920"/>
                </a:lnTo>
                <a:lnTo>
                  <a:pt x="1711480" y="1114920"/>
                </a:lnTo>
                <a:lnTo>
                  <a:pt x="1711649" y="1114920"/>
                </a:lnTo>
                <a:lnTo>
                  <a:pt x="1711827" y="1114920"/>
                </a:lnTo>
                <a:lnTo>
                  <a:pt x="1711996" y="1114920"/>
                </a:lnTo>
                <a:lnTo>
                  <a:pt x="1712165" y="1114920"/>
                </a:lnTo>
                <a:lnTo>
                  <a:pt x="1712342" y="1114920"/>
                </a:lnTo>
                <a:lnTo>
                  <a:pt x="1712511" y="1114920"/>
                </a:lnTo>
                <a:lnTo>
                  <a:pt x="1712681" y="1114920"/>
                </a:lnTo>
                <a:lnTo>
                  <a:pt x="1712859" y="1114920"/>
                </a:lnTo>
                <a:lnTo>
                  <a:pt x="1713028" y="1114920"/>
                </a:lnTo>
                <a:lnTo>
                  <a:pt x="1713196" y="1114920"/>
                </a:lnTo>
                <a:lnTo>
                  <a:pt x="1713375" y="1114920"/>
                </a:lnTo>
                <a:lnTo>
                  <a:pt x="1713544" y="1114920"/>
                </a:lnTo>
                <a:lnTo>
                  <a:pt x="1713721" y="1114920"/>
                </a:lnTo>
                <a:lnTo>
                  <a:pt x="1713890" y="1114920"/>
                </a:lnTo>
                <a:lnTo>
                  <a:pt x="1714059" y="1114920"/>
                </a:lnTo>
                <a:lnTo>
                  <a:pt x="1714238" y="1114920"/>
                </a:lnTo>
                <a:lnTo>
                  <a:pt x="1714406" y="1114920"/>
                </a:lnTo>
                <a:lnTo>
                  <a:pt x="1714575" y="1114920"/>
                </a:lnTo>
                <a:lnTo>
                  <a:pt x="1714753" y="1114920"/>
                </a:lnTo>
                <a:lnTo>
                  <a:pt x="1714923" y="1114920"/>
                </a:lnTo>
                <a:lnTo>
                  <a:pt x="1715092" y="1114920"/>
                </a:lnTo>
                <a:lnTo>
                  <a:pt x="1715269" y="1114920"/>
                </a:lnTo>
                <a:lnTo>
                  <a:pt x="1715438" y="1114920"/>
                </a:lnTo>
                <a:lnTo>
                  <a:pt x="1715616" y="1114920"/>
                </a:lnTo>
                <a:lnTo>
                  <a:pt x="1715785" y="1114920"/>
                </a:lnTo>
                <a:lnTo>
                  <a:pt x="1715954" y="1114920"/>
                </a:lnTo>
                <a:lnTo>
                  <a:pt x="1716132" y="1114920"/>
                </a:lnTo>
                <a:lnTo>
                  <a:pt x="1716301" y="1114920"/>
                </a:lnTo>
                <a:lnTo>
                  <a:pt x="1716471" y="1114920"/>
                </a:lnTo>
                <a:lnTo>
                  <a:pt x="1716648" y="1114920"/>
                </a:lnTo>
                <a:lnTo>
                  <a:pt x="1716817" y="1114920"/>
                </a:lnTo>
                <a:lnTo>
                  <a:pt x="1716986" y="1114920"/>
                </a:lnTo>
                <a:lnTo>
                  <a:pt x="1717164" y="1114920"/>
                </a:lnTo>
                <a:lnTo>
                  <a:pt x="1717333" y="1114920"/>
                </a:lnTo>
                <a:lnTo>
                  <a:pt x="1717511" y="1114920"/>
                </a:lnTo>
                <a:lnTo>
                  <a:pt x="1717680" y="1114920"/>
                </a:lnTo>
                <a:lnTo>
                  <a:pt x="1717849" y="1114920"/>
                </a:lnTo>
                <a:lnTo>
                  <a:pt x="1718027" y="1114920"/>
                </a:lnTo>
                <a:lnTo>
                  <a:pt x="1718196" y="1114920"/>
                </a:lnTo>
                <a:lnTo>
                  <a:pt x="1718365" y="1114920"/>
                </a:lnTo>
                <a:lnTo>
                  <a:pt x="1718543" y="1114920"/>
                </a:lnTo>
                <a:lnTo>
                  <a:pt x="1718712" y="1114920"/>
                </a:lnTo>
                <a:lnTo>
                  <a:pt x="1718881" y="1114920"/>
                </a:lnTo>
                <a:lnTo>
                  <a:pt x="1719059" y="1114920"/>
                </a:lnTo>
                <a:lnTo>
                  <a:pt x="1719228" y="1114920"/>
                </a:lnTo>
                <a:lnTo>
                  <a:pt x="1719406" y="1114920"/>
                </a:lnTo>
                <a:lnTo>
                  <a:pt x="1719575" y="1114920"/>
                </a:lnTo>
                <a:lnTo>
                  <a:pt x="1719744" y="1114920"/>
                </a:lnTo>
                <a:lnTo>
                  <a:pt x="1719922" y="1114920"/>
                </a:lnTo>
                <a:lnTo>
                  <a:pt x="1720091" y="1114920"/>
                </a:lnTo>
                <a:lnTo>
                  <a:pt x="1720260" y="1114920"/>
                </a:lnTo>
                <a:lnTo>
                  <a:pt x="1720438" y="1114920"/>
                </a:lnTo>
                <a:lnTo>
                  <a:pt x="1720607" y="1114920"/>
                </a:lnTo>
                <a:lnTo>
                  <a:pt x="1720776" y="1114920"/>
                </a:lnTo>
                <a:lnTo>
                  <a:pt x="1720954" y="1114920"/>
                </a:lnTo>
                <a:lnTo>
                  <a:pt x="1721123" y="1114920"/>
                </a:lnTo>
                <a:lnTo>
                  <a:pt x="1721292" y="1114920"/>
                </a:lnTo>
                <a:lnTo>
                  <a:pt x="1721470" y="1114920"/>
                </a:lnTo>
                <a:lnTo>
                  <a:pt x="1721639" y="1114920"/>
                </a:lnTo>
                <a:lnTo>
                  <a:pt x="1721817" y="1114920"/>
                </a:lnTo>
                <a:lnTo>
                  <a:pt x="1721986" y="1114920"/>
                </a:lnTo>
                <a:lnTo>
                  <a:pt x="1722155" y="1114920"/>
                </a:lnTo>
                <a:lnTo>
                  <a:pt x="1722333" y="1114920"/>
                </a:lnTo>
              </a:path>
            </a:pathLst>
          </a:custGeom>
          <a:noFill/>
          <a:ln w="19050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D4BF6270-C5F8-86CC-14E3-97CB5321D8CD}"/>
              </a:ext>
            </a:extLst>
          </p:cNvPr>
          <p:cNvGrpSpPr/>
          <p:nvPr/>
        </p:nvGrpSpPr>
        <p:grpSpPr>
          <a:xfrm>
            <a:off x="2333851" y="3693491"/>
            <a:ext cx="458220" cy="228411"/>
            <a:chOff x="1755023" y="3747246"/>
            <a:chExt cx="458220" cy="228411"/>
          </a:xfrm>
        </p:grpSpPr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90D567C9-7E53-9B1C-D8E7-30FC7A5E98DE}"/>
                </a:ext>
              </a:extLst>
            </p:cNvPr>
            <p:cNvSpPr/>
            <p:nvPr/>
          </p:nvSpPr>
          <p:spPr>
            <a:xfrm>
              <a:off x="1755023" y="3747246"/>
              <a:ext cx="458220" cy="228411"/>
            </a:xfrm>
            <a:custGeom>
              <a:avLst/>
              <a:gdLst>
                <a:gd name="csX0" fmla="*/ 0 w 458220"/>
                <a:gd name="csY0" fmla="*/ 228411 h 228411"/>
                <a:gd name="csX1" fmla="*/ 458221 w 458220"/>
                <a:gd name="csY1" fmla="*/ 228411 h 228411"/>
                <a:gd name="csX2" fmla="*/ 458221 w 458220"/>
                <a:gd name="csY2" fmla="*/ 0 h 228411"/>
                <a:gd name="csX3" fmla="*/ 0 w 458220"/>
                <a:gd name="csY3" fmla="*/ 0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58220" h="228411">
                  <a:moveTo>
                    <a:pt x="0" y="228411"/>
                  </a:moveTo>
                  <a:lnTo>
                    <a:pt x="458221" y="228411"/>
                  </a:lnTo>
                  <a:lnTo>
                    <a:pt x="458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E1079F0F-3776-A29C-0508-E6AA4D67F6CA}"/>
                </a:ext>
              </a:extLst>
            </p:cNvPr>
            <p:cNvSpPr/>
            <p:nvPr/>
          </p:nvSpPr>
          <p:spPr>
            <a:xfrm>
              <a:off x="1755023" y="3747246"/>
              <a:ext cx="458220" cy="228411"/>
            </a:xfrm>
            <a:custGeom>
              <a:avLst/>
              <a:gdLst>
                <a:gd name="csX0" fmla="*/ 0 w 458220"/>
                <a:gd name="csY0" fmla="*/ 228411 h 228411"/>
                <a:gd name="csX1" fmla="*/ 458221 w 458220"/>
                <a:gd name="csY1" fmla="*/ 228411 h 228411"/>
                <a:gd name="csX2" fmla="*/ 458221 w 458220"/>
                <a:gd name="csY2" fmla="*/ 0 h 228411"/>
                <a:gd name="csX3" fmla="*/ 0 w 458220"/>
                <a:gd name="csY3" fmla="*/ 0 h 228411"/>
                <a:gd name="csX4" fmla="*/ 0 w 458220"/>
                <a:gd name="csY4" fmla="*/ 228411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8220" h="228411">
                  <a:moveTo>
                    <a:pt x="0" y="228411"/>
                  </a:moveTo>
                  <a:lnTo>
                    <a:pt x="458221" y="228411"/>
                  </a:lnTo>
                  <a:lnTo>
                    <a:pt x="458221" y="0"/>
                  </a:lnTo>
                  <a:lnTo>
                    <a:pt x="0" y="0"/>
                  </a:lnTo>
                  <a:lnTo>
                    <a:pt x="0" y="228411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A6D239FB-72B4-8875-09EC-7441EE2DB6C7}"/>
              </a:ext>
            </a:extLst>
          </p:cNvPr>
          <p:cNvGrpSpPr/>
          <p:nvPr/>
        </p:nvGrpSpPr>
        <p:grpSpPr>
          <a:xfrm>
            <a:off x="2354134" y="3731104"/>
            <a:ext cx="407920" cy="89054"/>
            <a:chOff x="1775306" y="3784859"/>
            <a:chExt cx="407920" cy="89054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A8644E39-3250-4905-3CC8-ACBED93EA670}"/>
                </a:ext>
              </a:extLst>
            </p:cNvPr>
            <p:cNvSpPr/>
            <p:nvPr/>
          </p:nvSpPr>
          <p:spPr>
            <a:xfrm>
              <a:off x="1775306" y="3823383"/>
              <a:ext cx="121712" cy="889"/>
            </a:xfrm>
            <a:custGeom>
              <a:avLst/>
              <a:gdLst>
                <a:gd name="csX0" fmla="*/ 0 w 121712"/>
                <a:gd name="csY0" fmla="*/ 0 h 889"/>
                <a:gd name="csX1" fmla="*/ 121712 w 1217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712" h="889">
                  <a:moveTo>
                    <a:pt x="0" y="0"/>
                  </a:moveTo>
                  <a:lnTo>
                    <a:pt x="121712" y="0"/>
                  </a:lnTo>
                </a:path>
              </a:pathLst>
            </a:custGeom>
            <a:noFill/>
            <a:ln w="1600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BECA2CDF-3438-73B5-BE38-D020411976C2}"/>
                </a:ext>
              </a:extLst>
            </p:cNvPr>
            <p:cNvSpPr/>
            <p:nvPr/>
          </p:nvSpPr>
          <p:spPr>
            <a:xfrm>
              <a:off x="1917303" y="3804582"/>
              <a:ext cx="52444" cy="29005"/>
            </a:xfrm>
            <a:custGeom>
              <a:avLst/>
              <a:gdLst>
                <a:gd name="csX0" fmla="*/ 52445 w 52444"/>
                <a:gd name="csY0" fmla="*/ 19128 h 29005"/>
                <a:gd name="csX1" fmla="*/ 52169 w 52444"/>
                <a:gd name="csY1" fmla="*/ 20348 h 29005"/>
                <a:gd name="csX2" fmla="*/ 51199 w 52444"/>
                <a:gd name="csY2" fmla="*/ 22817 h 29005"/>
                <a:gd name="csX3" fmla="*/ 49598 w 52444"/>
                <a:gd name="csY3" fmla="*/ 25692 h 29005"/>
                <a:gd name="csX4" fmla="*/ 47196 w 52444"/>
                <a:gd name="csY4" fmla="*/ 28036 h 29005"/>
                <a:gd name="csX5" fmla="*/ 44037 w 52444"/>
                <a:gd name="csY5" fmla="*/ 29006 h 29005"/>
                <a:gd name="csX6" fmla="*/ 40283 w 52444"/>
                <a:gd name="csY6" fmla="*/ 27505 h 29005"/>
                <a:gd name="csX7" fmla="*/ 38789 w 52444"/>
                <a:gd name="csY7" fmla="*/ 23754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19 h 29005"/>
                <a:gd name="csX12" fmla="*/ 33442 w 52444"/>
                <a:gd name="csY12" fmla="*/ 4156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49 h 29005"/>
                <a:gd name="csX17" fmla="*/ 25222 w 52444"/>
                <a:gd name="csY17" fmla="*/ 27286 h 29005"/>
                <a:gd name="csX18" fmla="*/ 24412 w 52444"/>
                <a:gd name="csY18" fmla="*/ 28443 h 29005"/>
                <a:gd name="csX19" fmla="*/ 22882 w 52444"/>
                <a:gd name="csY19" fmla="*/ 29006 h 29005"/>
                <a:gd name="csX20" fmla="*/ 21529 w 52444"/>
                <a:gd name="csY20" fmla="*/ 28537 h 29005"/>
                <a:gd name="csX21" fmla="*/ 21005 w 52444"/>
                <a:gd name="csY21" fmla="*/ 27255 h 29005"/>
                <a:gd name="csX22" fmla="*/ 21156 w 52444"/>
                <a:gd name="csY22" fmla="*/ 26474 h 29005"/>
                <a:gd name="csX23" fmla="*/ 21529 w 52444"/>
                <a:gd name="csY23" fmla="*/ 24911 h 29005"/>
                <a:gd name="csX24" fmla="*/ 21850 w 52444"/>
                <a:gd name="csY24" fmla="*/ 23473 h 29005"/>
                <a:gd name="csX25" fmla="*/ 23131 w 52444"/>
                <a:gd name="csY25" fmla="*/ 18628 h 29005"/>
                <a:gd name="csX26" fmla="*/ 24910 w 52444"/>
                <a:gd name="csY26" fmla="*/ 11189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2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7 h 29005"/>
                <a:gd name="csX33" fmla="*/ 11966 w 52444"/>
                <a:gd name="csY33" fmla="*/ 9220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8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5 h 29005"/>
                <a:gd name="csX42" fmla="*/ 3310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4 h 29005"/>
                <a:gd name="csX45" fmla="*/ 7500 w 52444"/>
                <a:gd name="csY45" fmla="*/ 9720 h 29005"/>
                <a:gd name="csX46" fmla="*/ 8345 w 52444"/>
                <a:gd name="csY46" fmla="*/ 6188 h 29005"/>
                <a:gd name="csX47" fmla="*/ 8532 w 52444"/>
                <a:gd name="csY47" fmla="*/ 4344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1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8 h 29005"/>
                <a:gd name="csX56" fmla="*/ 2002 w 52444"/>
                <a:gd name="csY56" fmla="*/ 3656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3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8 h 29005"/>
                <a:gd name="csX66" fmla="*/ 40354 w 52444"/>
                <a:gd name="csY66" fmla="*/ 0 h 29005"/>
                <a:gd name="csX67" fmla="*/ 45790 w 52444"/>
                <a:gd name="csY67" fmla="*/ 1843 h 29005"/>
                <a:gd name="csX68" fmla="*/ 47694 w 52444"/>
                <a:gd name="csY68" fmla="*/ 6845 h 29005"/>
                <a:gd name="csX69" fmla="*/ 46849 w 52444"/>
                <a:gd name="csY69" fmla="*/ 11658 h 29005"/>
                <a:gd name="csX70" fmla="*/ 45443 w 52444"/>
                <a:gd name="csY70" fmla="*/ 16346 h 29005"/>
                <a:gd name="csX71" fmla="*/ 43788 w 52444"/>
                <a:gd name="csY71" fmla="*/ 20910 h 29005"/>
                <a:gd name="csX72" fmla="*/ 42632 w 52444"/>
                <a:gd name="csY72" fmla="*/ 25473 h 29005"/>
                <a:gd name="csX73" fmla="*/ 43006 w 52444"/>
                <a:gd name="csY73" fmla="*/ 27067 h 29005"/>
                <a:gd name="csX74" fmla="*/ 44198 w 52444"/>
                <a:gd name="csY74" fmla="*/ 27567 h 29005"/>
                <a:gd name="csX75" fmla="*/ 46537 w 52444"/>
                <a:gd name="csY75" fmla="*/ 26849 h 29005"/>
                <a:gd name="csX76" fmla="*/ 48415 w 52444"/>
                <a:gd name="csY76" fmla="*/ 24880 h 29005"/>
                <a:gd name="csX77" fmla="*/ 49758 w 52444"/>
                <a:gd name="csY77" fmla="*/ 22379 h 29005"/>
                <a:gd name="csX78" fmla="*/ 50692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8"/>
                  </a:moveTo>
                  <a:cubicBezTo>
                    <a:pt x="52445" y="19295"/>
                    <a:pt x="52353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6" y="24776"/>
                    <a:pt x="49598" y="25692"/>
                  </a:cubicBezTo>
                  <a:cubicBezTo>
                    <a:pt x="48999" y="26588"/>
                    <a:pt x="48198" y="27370"/>
                    <a:pt x="47196" y="28036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6" y="28506"/>
                    <a:pt x="40283" y="27505"/>
                  </a:cubicBezTo>
                  <a:cubicBezTo>
                    <a:pt x="39287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7"/>
                    <a:pt x="36378" y="2219"/>
                  </a:cubicBezTo>
                  <a:cubicBezTo>
                    <a:pt x="35191" y="2761"/>
                    <a:pt x="34213" y="3407"/>
                    <a:pt x="33442" y="4156"/>
                  </a:cubicBezTo>
                  <a:cubicBezTo>
                    <a:pt x="32671" y="4907"/>
                    <a:pt x="31983" y="5709"/>
                    <a:pt x="31378" y="6564"/>
                  </a:cubicBezTo>
                  <a:cubicBezTo>
                    <a:pt x="30773" y="7418"/>
                    <a:pt x="30337" y="8126"/>
                    <a:pt x="30070" y="8689"/>
                  </a:cubicBezTo>
                  <a:cubicBezTo>
                    <a:pt x="29815" y="9251"/>
                    <a:pt x="29658" y="9658"/>
                    <a:pt x="29599" y="9908"/>
                  </a:cubicBezTo>
                  <a:lnTo>
                    <a:pt x="25755" y="25349"/>
                  </a:lnTo>
                  <a:cubicBezTo>
                    <a:pt x="25548" y="26224"/>
                    <a:pt x="25370" y="26870"/>
                    <a:pt x="25222" y="27286"/>
                  </a:cubicBezTo>
                  <a:cubicBezTo>
                    <a:pt x="25073" y="27703"/>
                    <a:pt x="24803" y="28089"/>
                    <a:pt x="24412" y="28443"/>
                  </a:cubicBezTo>
                  <a:cubicBezTo>
                    <a:pt x="24015" y="28818"/>
                    <a:pt x="23504" y="29006"/>
                    <a:pt x="22882" y="29006"/>
                  </a:cubicBezTo>
                  <a:cubicBezTo>
                    <a:pt x="22360" y="29006"/>
                    <a:pt x="21909" y="28850"/>
                    <a:pt x="21529" y="28537"/>
                  </a:cubicBezTo>
                  <a:cubicBezTo>
                    <a:pt x="21180" y="28225"/>
                    <a:pt x="21005" y="27797"/>
                    <a:pt x="21005" y="27255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6"/>
                    <a:pt x="21387" y="25515"/>
                    <a:pt x="21529" y="24911"/>
                  </a:cubicBezTo>
                  <a:cubicBezTo>
                    <a:pt x="21678" y="24307"/>
                    <a:pt x="21784" y="23827"/>
                    <a:pt x="21850" y="23473"/>
                  </a:cubicBezTo>
                  <a:cubicBezTo>
                    <a:pt x="22597" y="20639"/>
                    <a:pt x="23024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6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2" y="6449"/>
                    <a:pt x="13143" y="7116"/>
                    <a:pt x="12811" y="7657"/>
                  </a:cubicBezTo>
                  <a:cubicBezTo>
                    <a:pt x="12502" y="8179"/>
                    <a:pt x="12221" y="8700"/>
                    <a:pt x="11966" y="9220"/>
                  </a:cubicBezTo>
                  <a:lnTo>
                    <a:pt x="11156" y="12409"/>
                  </a:lnTo>
                  <a:cubicBezTo>
                    <a:pt x="11032" y="12992"/>
                    <a:pt x="10667" y="14419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8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6" y="28225"/>
                    <a:pt x="3221" y="27797"/>
                    <a:pt x="3221" y="27255"/>
                  </a:cubicBezTo>
                  <a:cubicBezTo>
                    <a:pt x="3221" y="27172"/>
                    <a:pt x="3250" y="26974"/>
                    <a:pt x="3310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5"/>
                    <a:pt x="3781" y="24504"/>
                  </a:cubicBezTo>
                  <a:lnTo>
                    <a:pt x="7500" y="9720"/>
                  </a:lnTo>
                  <a:cubicBezTo>
                    <a:pt x="7956" y="7929"/>
                    <a:pt x="8238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5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2" y="4636"/>
                    <a:pt x="2476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299" y="10429"/>
                    <a:pt x="1091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15" y="8022"/>
                    <a:pt x="655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5" y="2854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08" y="979"/>
                    <a:pt x="4276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8"/>
                    <a:pt x="12482" y="3813"/>
                    <a:pt x="12624" y="5563"/>
                  </a:cubicBezTo>
                  <a:cubicBezTo>
                    <a:pt x="15394" y="1854"/>
                    <a:pt x="18718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74" y="2719"/>
                    <a:pt x="29762" y="4229"/>
                    <a:pt x="29910" y="6188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59" y="3052"/>
                    <a:pt x="47694" y="4719"/>
                    <a:pt x="47694" y="6845"/>
                  </a:cubicBezTo>
                  <a:cubicBezTo>
                    <a:pt x="47694" y="7949"/>
                    <a:pt x="47412" y="9554"/>
                    <a:pt x="46849" y="11658"/>
                  </a:cubicBezTo>
                  <a:cubicBezTo>
                    <a:pt x="46285" y="13742"/>
                    <a:pt x="45817" y="15305"/>
                    <a:pt x="45443" y="16346"/>
                  </a:cubicBezTo>
                  <a:cubicBezTo>
                    <a:pt x="45069" y="17388"/>
                    <a:pt x="44518" y="18910"/>
                    <a:pt x="43788" y="20910"/>
                  </a:cubicBezTo>
                  <a:cubicBezTo>
                    <a:pt x="43017" y="22827"/>
                    <a:pt x="42632" y="24348"/>
                    <a:pt x="42632" y="25473"/>
                  </a:cubicBezTo>
                  <a:cubicBezTo>
                    <a:pt x="42632" y="26203"/>
                    <a:pt x="42756" y="26734"/>
                    <a:pt x="43006" y="27067"/>
                  </a:cubicBezTo>
                  <a:cubicBezTo>
                    <a:pt x="43255" y="27401"/>
                    <a:pt x="43652" y="27567"/>
                    <a:pt x="44198" y="27567"/>
                  </a:cubicBezTo>
                  <a:cubicBezTo>
                    <a:pt x="45028" y="27567"/>
                    <a:pt x="45808" y="27328"/>
                    <a:pt x="46537" y="26849"/>
                  </a:cubicBezTo>
                  <a:cubicBezTo>
                    <a:pt x="47267" y="26349"/>
                    <a:pt x="47893" y="25692"/>
                    <a:pt x="48415" y="24880"/>
                  </a:cubicBezTo>
                  <a:cubicBezTo>
                    <a:pt x="48954" y="24047"/>
                    <a:pt x="49402" y="23213"/>
                    <a:pt x="49758" y="22379"/>
                  </a:cubicBezTo>
                  <a:cubicBezTo>
                    <a:pt x="50114" y="21525"/>
                    <a:pt x="50425" y="20619"/>
                    <a:pt x="50692" y="19660"/>
                  </a:cubicBezTo>
                  <a:cubicBezTo>
                    <a:pt x="50864" y="19139"/>
                    <a:pt x="50992" y="18816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0EB4EF61-6ED4-42CE-A984-5ADA05E45F8D}"/>
                </a:ext>
              </a:extLst>
            </p:cNvPr>
            <p:cNvSpPr/>
            <p:nvPr/>
          </p:nvSpPr>
          <p:spPr>
            <a:xfrm>
              <a:off x="1976082" y="3820759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84 w 22338"/>
                <a:gd name="csY2" fmla="*/ 5776 h 40783"/>
                <a:gd name="csX3" fmla="*/ 18709 w 22338"/>
                <a:gd name="csY3" fmla="*/ 5361 h 40783"/>
                <a:gd name="csX4" fmla="*/ 18220 w 22338"/>
                <a:gd name="csY4" fmla="*/ 4223 h 40783"/>
                <a:gd name="csX5" fmla="*/ 18789 w 22338"/>
                <a:gd name="csY5" fmla="*/ 2691 h 40783"/>
                <a:gd name="csX6" fmla="*/ 20649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3 h 40783"/>
                <a:gd name="csX9" fmla="*/ 16343 w 22338"/>
                <a:gd name="csY9" fmla="*/ 2517 h 40783"/>
                <a:gd name="csX10" fmla="*/ 15266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7 h 40783"/>
                <a:gd name="csX15" fmla="*/ 19074 w 22338"/>
                <a:gd name="csY15" fmla="*/ 12427 h 40783"/>
                <a:gd name="csX16" fmla="*/ 19252 w 22338"/>
                <a:gd name="csY16" fmla="*/ 12778 h 40783"/>
                <a:gd name="csX17" fmla="*/ 18967 w 22338"/>
                <a:gd name="csY17" fmla="*/ 13544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24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75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82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1 w 22338"/>
                <a:gd name="csY39" fmla="*/ 39624 h 40783"/>
                <a:gd name="csX40" fmla="*/ 5276 w 22338"/>
                <a:gd name="csY40" fmla="*/ 39077 h 40783"/>
                <a:gd name="csX41" fmla="*/ 5836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3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76 w 22338"/>
                <a:gd name="csY57" fmla="*/ 2582 h 40783"/>
                <a:gd name="csX58" fmla="*/ 15551 w 22338"/>
                <a:gd name="csY58" fmla="*/ 941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76" y="5529"/>
                    <a:pt x="20512" y="5776"/>
                    <a:pt x="19884" y="5776"/>
                  </a:cubicBezTo>
                  <a:cubicBezTo>
                    <a:pt x="19433" y="5776"/>
                    <a:pt x="19041" y="5638"/>
                    <a:pt x="18709" y="5361"/>
                  </a:cubicBezTo>
                  <a:cubicBezTo>
                    <a:pt x="18383" y="5083"/>
                    <a:pt x="18220" y="4704"/>
                    <a:pt x="18220" y="4223"/>
                  </a:cubicBezTo>
                  <a:cubicBezTo>
                    <a:pt x="18220" y="3727"/>
                    <a:pt x="18410" y="3217"/>
                    <a:pt x="18789" y="2691"/>
                  </a:cubicBezTo>
                  <a:cubicBezTo>
                    <a:pt x="19169" y="2166"/>
                    <a:pt x="19789" y="1867"/>
                    <a:pt x="20649" y="1794"/>
                  </a:cubicBezTo>
                  <a:cubicBezTo>
                    <a:pt x="20085" y="1255"/>
                    <a:pt x="19350" y="985"/>
                    <a:pt x="18442" y="985"/>
                  </a:cubicBezTo>
                  <a:cubicBezTo>
                    <a:pt x="17992" y="985"/>
                    <a:pt x="17576" y="1131"/>
                    <a:pt x="17197" y="1423"/>
                  </a:cubicBezTo>
                  <a:cubicBezTo>
                    <a:pt x="16829" y="1700"/>
                    <a:pt x="16544" y="2064"/>
                    <a:pt x="16343" y="2517"/>
                  </a:cubicBezTo>
                  <a:cubicBezTo>
                    <a:pt x="16123" y="2984"/>
                    <a:pt x="15764" y="4537"/>
                    <a:pt x="15266" y="7177"/>
                  </a:cubicBezTo>
                  <a:cubicBezTo>
                    <a:pt x="15106" y="8037"/>
                    <a:pt x="14955" y="8883"/>
                    <a:pt x="14813" y="9715"/>
                  </a:cubicBezTo>
                  <a:cubicBezTo>
                    <a:pt x="14664" y="10546"/>
                    <a:pt x="14504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7"/>
                  </a:cubicBezTo>
                  <a:cubicBezTo>
                    <a:pt x="18857" y="12311"/>
                    <a:pt x="18973" y="12355"/>
                    <a:pt x="19074" y="12427"/>
                  </a:cubicBezTo>
                  <a:cubicBezTo>
                    <a:pt x="19193" y="12500"/>
                    <a:pt x="19252" y="12617"/>
                    <a:pt x="19252" y="12778"/>
                  </a:cubicBezTo>
                  <a:cubicBezTo>
                    <a:pt x="19252" y="13187"/>
                    <a:pt x="19157" y="13442"/>
                    <a:pt x="18967" y="13544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2"/>
                    <a:pt x="11212" y="28728"/>
                    <a:pt x="11023" y="29603"/>
                  </a:cubicBezTo>
                  <a:cubicBezTo>
                    <a:pt x="10851" y="30464"/>
                    <a:pt x="10551" y="31601"/>
                    <a:pt x="10124" y="33017"/>
                  </a:cubicBezTo>
                  <a:cubicBezTo>
                    <a:pt x="9703" y="34446"/>
                    <a:pt x="9282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2" y="38764"/>
                    <a:pt x="6975" y="39231"/>
                  </a:cubicBezTo>
                  <a:cubicBezTo>
                    <a:pt x="6554" y="39697"/>
                    <a:pt x="6067" y="40069"/>
                    <a:pt x="5516" y="40346"/>
                  </a:cubicBezTo>
                  <a:cubicBezTo>
                    <a:pt x="4958" y="40638"/>
                    <a:pt x="4389" y="40784"/>
                    <a:pt x="3808" y="40784"/>
                  </a:cubicBezTo>
                  <a:cubicBezTo>
                    <a:pt x="2817" y="40784"/>
                    <a:pt x="1934" y="40507"/>
                    <a:pt x="1156" y="39952"/>
                  </a:cubicBezTo>
                  <a:cubicBezTo>
                    <a:pt x="386" y="39398"/>
                    <a:pt x="0" y="38647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1"/>
                    <a:pt x="4110" y="36080"/>
                    <a:pt x="4110" y="36561"/>
                  </a:cubicBezTo>
                  <a:cubicBezTo>
                    <a:pt x="4110" y="36765"/>
                    <a:pt x="4075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0" y="38238"/>
                    <a:pt x="3232" y="38472"/>
                    <a:pt x="2882" y="38661"/>
                  </a:cubicBezTo>
                  <a:cubicBezTo>
                    <a:pt x="2533" y="38851"/>
                    <a:pt x="2117" y="38961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1" y="39799"/>
                    <a:pt x="4341" y="39741"/>
                    <a:pt x="4591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5"/>
                    <a:pt x="5676" y="38552"/>
                    <a:pt x="5836" y="38289"/>
                  </a:cubicBezTo>
                  <a:cubicBezTo>
                    <a:pt x="6002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7"/>
                    <a:pt x="7322" y="33374"/>
                    <a:pt x="7393" y="32994"/>
                  </a:cubicBezTo>
                  <a:cubicBezTo>
                    <a:pt x="7464" y="32630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8"/>
                    <a:pt x="7348" y="13653"/>
                  </a:cubicBezTo>
                  <a:cubicBezTo>
                    <a:pt x="7218" y="13639"/>
                    <a:pt x="7102" y="13595"/>
                    <a:pt x="7002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07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1"/>
                  </a:cubicBezTo>
                  <a:cubicBezTo>
                    <a:pt x="16109" y="591"/>
                    <a:pt x="16613" y="351"/>
                    <a:pt x="17063" y="219"/>
                  </a:cubicBezTo>
                  <a:cubicBezTo>
                    <a:pt x="17532" y="73"/>
                    <a:pt x="17992" y="0"/>
                    <a:pt x="18442" y="0"/>
                  </a:cubicBezTo>
                  <a:cubicBezTo>
                    <a:pt x="19462" y="0"/>
                    <a:pt x="20367" y="277"/>
                    <a:pt x="21156" y="832"/>
                  </a:cubicBezTo>
                  <a:cubicBezTo>
                    <a:pt x="21945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EC0A760B-221A-8452-E957-454DAFD644ED}"/>
                </a:ext>
              </a:extLst>
            </p:cNvPr>
            <p:cNvSpPr/>
            <p:nvPr/>
          </p:nvSpPr>
          <p:spPr>
            <a:xfrm>
              <a:off x="2010244" y="3829512"/>
              <a:ext cx="39651" cy="23279"/>
            </a:xfrm>
            <a:custGeom>
              <a:avLst/>
              <a:gdLst>
                <a:gd name="csX0" fmla="*/ 39251 w 39651"/>
                <a:gd name="csY0" fmla="*/ 11049 h 23279"/>
                <a:gd name="csX1" fmla="*/ 39652 w 39651"/>
                <a:gd name="csY1" fmla="*/ 11639 h 23279"/>
                <a:gd name="csX2" fmla="*/ 39251 w 39651"/>
                <a:gd name="csY2" fmla="*/ 12231 h 23279"/>
                <a:gd name="csX3" fmla="*/ 33104 w 39651"/>
                <a:gd name="csY3" fmla="*/ 16891 h 23279"/>
                <a:gd name="csX4" fmla="*/ 30506 w 39651"/>
                <a:gd name="csY4" fmla="*/ 22579 h 23279"/>
                <a:gd name="csX5" fmla="*/ 30195 w 39651"/>
                <a:gd name="csY5" fmla="*/ 23083 h 23279"/>
                <a:gd name="csX6" fmla="*/ 29625 w 39651"/>
                <a:gd name="csY6" fmla="*/ 23279 h 23279"/>
                <a:gd name="csX7" fmla="*/ 28994 w 39651"/>
                <a:gd name="csY7" fmla="*/ 23017 h 23279"/>
                <a:gd name="csX8" fmla="*/ 28727 w 39651"/>
                <a:gd name="csY8" fmla="*/ 22405 h 23279"/>
                <a:gd name="csX9" fmla="*/ 28753 w 39651"/>
                <a:gd name="csY9" fmla="*/ 22317 h 23279"/>
                <a:gd name="csX10" fmla="*/ 28771 w 39651"/>
                <a:gd name="csY10" fmla="*/ 22207 h 23279"/>
                <a:gd name="csX11" fmla="*/ 31725 w 39651"/>
                <a:gd name="csY11" fmla="*/ 15753 h 23279"/>
                <a:gd name="csX12" fmla="*/ 35230 w 39651"/>
                <a:gd name="csY12" fmla="*/ 12537 h 23279"/>
                <a:gd name="csX13" fmla="*/ 899 w 39651"/>
                <a:gd name="csY13" fmla="*/ 12537 h 23279"/>
                <a:gd name="csX14" fmla="*/ 267 w 39651"/>
                <a:gd name="csY14" fmla="*/ 12274 h 23279"/>
                <a:gd name="csX15" fmla="*/ 0 w 39651"/>
                <a:gd name="csY15" fmla="*/ 11639 h 23279"/>
                <a:gd name="csX16" fmla="*/ 267 w 39651"/>
                <a:gd name="csY16" fmla="*/ 11005 h 23279"/>
                <a:gd name="csX17" fmla="*/ 899 w 39651"/>
                <a:gd name="csY17" fmla="*/ 10742 h 23279"/>
                <a:gd name="csX18" fmla="*/ 35230 w 39651"/>
                <a:gd name="csY18" fmla="*/ 10742 h 23279"/>
                <a:gd name="csX19" fmla="*/ 31725 w 39651"/>
                <a:gd name="csY19" fmla="*/ 7526 h 23279"/>
                <a:gd name="csX20" fmla="*/ 28771 w 39651"/>
                <a:gd name="csY20" fmla="*/ 1072 h 23279"/>
                <a:gd name="csX21" fmla="*/ 28753 w 39651"/>
                <a:gd name="csY21" fmla="*/ 984 h 23279"/>
                <a:gd name="csX22" fmla="*/ 28727 w 39651"/>
                <a:gd name="csY22" fmla="*/ 875 h 23279"/>
                <a:gd name="csX23" fmla="*/ 28994 w 39651"/>
                <a:gd name="csY23" fmla="*/ 262 h 23279"/>
                <a:gd name="csX24" fmla="*/ 29625 w 39651"/>
                <a:gd name="csY24" fmla="*/ 0 h 23279"/>
                <a:gd name="csX25" fmla="*/ 30195 w 39651"/>
                <a:gd name="csY25" fmla="*/ 197 h 23279"/>
                <a:gd name="csX26" fmla="*/ 30506 w 39651"/>
                <a:gd name="csY26" fmla="*/ 700 h 23279"/>
                <a:gd name="csX27" fmla="*/ 33104 w 39651"/>
                <a:gd name="csY27" fmla="*/ 6389 h 23279"/>
                <a:gd name="csX28" fmla="*/ 39251 w 39651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51" h="23279">
                  <a:moveTo>
                    <a:pt x="39251" y="11049"/>
                  </a:moveTo>
                  <a:cubicBezTo>
                    <a:pt x="39518" y="11151"/>
                    <a:pt x="39652" y="11348"/>
                    <a:pt x="39652" y="11639"/>
                  </a:cubicBezTo>
                  <a:cubicBezTo>
                    <a:pt x="39652" y="11931"/>
                    <a:pt x="39518" y="12128"/>
                    <a:pt x="39251" y="12231"/>
                  </a:cubicBezTo>
                  <a:cubicBezTo>
                    <a:pt x="37063" y="12960"/>
                    <a:pt x="35013" y="14513"/>
                    <a:pt x="33104" y="16891"/>
                  </a:cubicBezTo>
                  <a:cubicBezTo>
                    <a:pt x="31751" y="18656"/>
                    <a:pt x="30886" y="20552"/>
                    <a:pt x="30506" y="22579"/>
                  </a:cubicBezTo>
                  <a:cubicBezTo>
                    <a:pt x="30459" y="22784"/>
                    <a:pt x="30355" y="22952"/>
                    <a:pt x="30195" y="23083"/>
                  </a:cubicBezTo>
                  <a:cubicBezTo>
                    <a:pt x="30034" y="23214"/>
                    <a:pt x="29845" y="23279"/>
                    <a:pt x="29625" y="23279"/>
                  </a:cubicBezTo>
                  <a:cubicBezTo>
                    <a:pt x="29376" y="23279"/>
                    <a:pt x="29166" y="23192"/>
                    <a:pt x="28994" y="23017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7"/>
                  </a:cubicBezTo>
                  <a:cubicBezTo>
                    <a:pt x="28765" y="22259"/>
                    <a:pt x="28771" y="22222"/>
                    <a:pt x="28771" y="22207"/>
                  </a:cubicBezTo>
                  <a:cubicBezTo>
                    <a:pt x="29210" y="19844"/>
                    <a:pt x="30195" y="17693"/>
                    <a:pt x="31725" y="15753"/>
                  </a:cubicBezTo>
                  <a:cubicBezTo>
                    <a:pt x="32692" y="14528"/>
                    <a:pt x="33860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9" y="12449"/>
                    <a:pt x="267" y="12274"/>
                  </a:cubicBezTo>
                  <a:cubicBezTo>
                    <a:pt x="89" y="12099"/>
                    <a:pt x="0" y="11888"/>
                    <a:pt x="0" y="11639"/>
                  </a:cubicBezTo>
                  <a:cubicBezTo>
                    <a:pt x="0" y="11391"/>
                    <a:pt x="89" y="11180"/>
                    <a:pt x="267" y="11005"/>
                  </a:cubicBezTo>
                  <a:cubicBezTo>
                    <a:pt x="439" y="10830"/>
                    <a:pt x="649" y="10742"/>
                    <a:pt x="899" y="10742"/>
                  </a:cubicBezTo>
                  <a:lnTo>
                    <a:pt x="35230" y="10742"/>
                  </a:lnTo>
                  <a:cubicBezTo>
                    <a:pt x="33860" y="9824"/>
                    <a:pt x="32692" y="8752"/>
                    <a:pt x="31725" y="7526"/>
                  </a:cubicBezTo>
                  <a:cubicBezTo>
                    <a:pt x="30195" y="5586"/>
                    <a:pt x="29210" y="3435"/>
                    <a:pt x="28771" y="1072"/>
                  </a:cubicBezTo>
                  <a:cubicBezTo>
                    <a:pt x="28771" y="1057"/>
                    <a:pt x="28765" y="1028"/>
                    <a:pt x="28753" y="984"/>
                  </a:cubicBezTo>
                  <a:cubicBezTo>
                    <a:pt x="28736" y="926"/>
                    <a:pt x="28727" y="889"/>
                    <a:pt x="28727" y="875"/>
                  </a:cubicBezTo>
                  <a:cubicBezTo>
                    <a:pt x="28727" y="627"/>
                    <a:pt x="28816" y="423"/>
                    <a:pt x="28994" y="262"/>
                  </a:cubicBezTo>
                  <a:cubicBezTo>
                    <a:pt x="29166" y="87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9" y="496"/>
                    <a:pt x="30506" y="700"/>
                  </a:cubicBezTo>
                  <a:cubicBezTo>
                    <a:pt x="30886" y="2727"/>
                    <a:pt x="31752" y="4623"/>
                    <a:pt x="33104" y="6389"/>
                  </a:cubicBezTo>
                  <a:cubicBezTo>
                    <a:pt x="35013" y="8766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EAB01E0-0E5C-1EC4-EB5C-9E1609D93116}"/>
                </a:ext>
              </a:extLst>
            </p:cNvPr>
            <p:cNvSpPr/>
            <p:nvPr/>
          </p:nvSpPr>
          <p:spPr>
            <a:xfrm>
              <a:off x="2067057" y="3821744"/>
              <a:ext cx="36938" cy="30609"/>
            </a:xfrm>
            <a:custGeom>
              <a:avLst/>
              <a:gdLst>
                <a:gd name="csX0" fmla="*/ 36938 w 36938"/>
                <a:gd name="csY0" fmla="*/ 504 h 30609"/>
                <a:gd name="csX1" fmla="*/ 36778 w 36938"/>
                <a:gd name="csY1" fmla="*/ 1116 h 30609"/>
                <a:gd name="csX2" fmla="*/ 36493 w 36938"/>
                <a:gd name="csY2" fmla="*/ 1357 h 30609"/>
                <a:gd name="csX3" fmla="*/ 35950 w 36938"/>
                <a:gd name="csY3" fmla="*/ 1400 h 30609"/>
                <a:gd name="csX4" fmla="*/ 30257 w 36938"/>
                <a:gd name="csY4" fmla="*/ 3676 h 30609"/>
                <a:gd name="csX5" fmla="*/ 28033 w 36938"/>
                <a:gd name="csY5" fmla="*/ 5929 h 30609"/>
                <a:gd name="csX6" fmla="*/ 24349 w 36938"/>
                <a:gd name="csY6" fmla="*/ 9912 h 30609"/>
                <a:gd name="csX7" fmla="*/ 21076 w 36938"/>
                <a:gd name="csY7" fmla="*/ 13412 h 30609"/>
                <a:gd name="csX8" fmla="*/ 26849 w 36938"/>
                <a:gd name="csY8" fmla="*/ 27240 h 30609"/>
                <a:gd name="csX9" fmla="*/ 27179 w 36938"/>
                <a:gd name="csY9" fmla="*/ 28027 h 30609"/>
                <a:gd name="csX10" fmla="*/ 27508 w 36938"/>
                <a:gd name="csY10" fmla="*/ 28531 h 30609"/>
                <a:gd name="csX11" fmla="*/ 27917 w 36938"/>
                <a:gd name="csY11" fmla="*/ 28903 h 30609"/>
                <a:gd name="csX12" fmla="*/ 28531 w 36938"/>
                <a:gd name="csY12" fmla="*/ 29099 h 30609"/>
                <a:gd name="csX13" fmla="*/ 29412 w 36938"/>
                <a:gd name="csY13" fmla="*/ 29209 h 30609"/>
                <a:gd name="csX14" fmla="*/ 30702 w 36938"/>
                <a:gd name="csY14" fmla="*/ 29231 h 30609"/>
                <a:gd name="csX15" fmla="*/ 31066 w 36938"/>
                <a:gd name="csY15" fmla="*/ 29253 h 30609"/>
                <a:gd name="csX16" fmla="*/ 31351 w 36938"/>
                <a:gd name="csY16" fmla="*/ 29384 h 30609"/>
                <a:gd name="csX17" fmla="*/ 31511 w 36938"/>
                <a:gd name="csY17" fmla="*/ 29756 h 30609"/>
                <a:gd name="csX18" fmla="*/ 31333 w 36938"/>
                <a:gd name="csY18" fmla="*/ 30369 h 30609"/>
                <a:gd name="csX19" fmla="*/ 31031 w 36938"/>
                <a:gd name="csY19" fmla="*/ 30588 h 30609"/>
                <a:gd name="csX20" fmla="*/ 30657 w 36938"/>
                <a:gd name="csY20" fmla="*/ 30609 h 30609"/>
                <a:gd name="csX21" fmla="*/ 28157 w 36938"/>
                <a:gd name="csY21" fmla="*/ 30544 h 30609"/>
                <a:gd name="csX22" fmla="*/ 25684 w 36938"/>
                <a:gd name="csY22" fmla="*/ 30478 h 30609"/>
                <a:gd name="csX23" fmla="*/ 20044 w 36938"/>
                <a:gd name="csY23" fmla="*/ 30609 h 30609"/>
                <a:gd name="csX24" fmla="*/ 19368 w 36938"/>
                <a:gd name="csY24" fmla="*/ 30063 h 30609"/>
                <a:gd name="csX25" fmla="*/ 19412 w 36938"/>
                <a:gd name="csY25" fmla="*/ 29625 h 30609"/>
                <a:gd name="csX26" fmla="*/ 19626 w 36938"/>
                <a:gd name="csY26" fmla="*/ 29384 h 30609"/>
                <a:gd name="csX27" fmla="*/ 19892 w 36938"/>
                <a:gd name="csY27" fmla="*/ 29275 h 30609"/>
                <a:gd name="csX28" fmla="*/ 20266 w 36938"/>
                <a:gd name="csY28" fmla="*/ 29231 h 30609"/>
                <a:gd name="csX29" fmla="*/ 21681 w 36938"/>
                <a:gd name="csY29" fmla="*/ 28903 h 30609"/>
                <a:gd name="csX30" fmla="*/ 22579 w 36938"/>
                <a:gd name="csY30" fmla="*/ 28378 h 30609"/>
                <a:gd name="csX31" fmla="*/ 22864 w 36938"/>
                <a:gd name="csY31" fmla="*/ 27918 h 30609"/>
                <a:gd name="csX32" fmla="*/ 22650 w 36938"/>
                <a:gd name="csY32" fmla="*/ 27284 h 30609"/>
                <a:gd name="csX33" fmla="*/ 18122 w 36938"/>
                <a:gd name="csY33" fmla="*/ 16585 h 30609"/>
                <a:gd name="csX34" fmla="*/ 14074 w 36938"/>
                <a:gd name="csY34" fmla="*/ 20982 h 30609"/>
                <a:gd name="csX35" fmla="*/ 9501 w 36938"/>
                <a:gd name="csY35" fmla="*/ 25817 h 30609"/>
                <a:gd name="csX36" fmla="*/ 8292 w 36938"/>
                <a:gd name="csY36" fmla="*/ 27831 h 30609"/>
                <a:gd name="csX37" fmla="*/ 10089 w 36938"/>
                <a:gd name="csY37" fmla="*/ 29231 h 30609"/>
                <a:gd name="csX38" fmla="*/ 10631 w 36938"/>
                <a:gd name="csY38" fmla="*/ 29712 h 30609"/>
                <a:gd name="csX39" fmla="*/ 10462 w 36938"/>
                <a:gd name="csY39" fmla="*/ 30347 h 30609"/>
                <a:gd name="csX40" fmla="*/ 10151 w 36938"/>
                <a:gd name="csY40" fmla="*/ 30588 h 30609"/>
                <a:gd name="csX41" fmla="*/ 9822 w 36938"/>
                <a:gd name="csY41" fmla="*/ 30609 h 30609"/>
                <a:gd name="csX42" fmla="*/ 7313 w 36938"/>
                <a:gd name="csY42" fmla="*/ 30544 h 30609"/>
                <a:gd name="csX43" fmla="*/ 4795 w 36938"/>
                <a:gd name="csY43" fmla="*/ 30478 h 30609"/>
                <a:gd name="csX44" fmla="*/ 2669 w 36938"/>
                <a:gd name="csY44" fmla="*/ 30544 h 30609"/>
                <a:gd name="csX45" fmla="*/ 596 w 36938"/>
                <a:gd name="csY45" fmla="*/ 30609 h 30609"/>
                <a:gd name="csX46" fmla="*/ 178 w 36938"/>
                <a:gd name="csY46" fmla="*/ 30478 h 30609"/>
                <a:gd name="csX47" fmla="*/ 27 w 36938"/>
                <a:gd name="csY47" fmla="*/ 30216 h 30609"/>
                <a:gd name="csX48" fmla="*/ 0 w 36938"/>
                <a:gd name="csY48" fmla="*/ 30106 h 30609"/>
                <a:gd name="csX49" fmla="*/ 45 w 36938"/>
                <a:gd name="csY49" fmla="*/ 29625 h 30609"/>
                <a:gd name="csX50" fmla="*/ 285 w 36938"/>
                <a:gd name="csY50" fmla="*/ 29363 h 30609"/>
                <a:gd name="csX51" fmla="*/ 569 w 36938"/>
                <a:gd name="csY51" fmla="*/ 29275 h 30609"/>
                <a:gd name="csX52" fmla="*/ 987 w 36938"/>
                <a:gd name="csY52" fmla="*/ 29231 h 30609"/>
                <a:gd name="csX53" fmla="*/ 4422 w 36938"/>
                <a:gd name="csY53" fmla="*/ 28399 h 30609"/>
                <a:gd name="csX54" fmla="*/ 7571 w 36938"/>
                <a:gd name="csY54" fmla="*/ 25993 h 30609"/>
                <a:gd name="csX55" fmla="*/ 7856 w 36938"/>
                <a:gd name="csY55" fmla="*/ 25753 h 30609"/>
                <a:gd name="csX56" fmla="*/ 8167 w 36938"/>
                <a:gd name="csY56" fmla="*/ 25511 h 30609"/>
                <a:gd name="csX57" fmla="*/ 17615 w 36938"/>
                <a:gd name="csY57" fmla="*/ 15337 h 30609"/>
                <a:gd name="csX58" fmla="*/ 12321 w 36938"/>
                <a:gd name="csY58" fmla="*/ 2823 h 30609"/>
                <a:gd name="csX59" fmla="*/ 11859 w 36938"/>
                <a:gd name="csY59" fmla="*/ 2013 h 30609"/>
                <a:gd name="csX60" fmla="*/ 10960 w 36938"/>
                <a:gd name="csY60" fmla="*/ 1576 h 30609"/>
                <a:gd name="csX61" fmla="*/ 8977 w 36938"/>
                <a:gd name="csY61" fmla="*/ 1400 h 30609"/>
                <a:gd name="csX62" fmla="*/ 8425 w 36938"/>
                <a:gd name="csY62" fmla="*/ 1378 h 30609"/>
                <a:gd name="csX63" fmla="*/ 8096 w 36938"/>
                <a:gd name="csY63" fmla="*/ 1247 h 30609"/>
                <a:gd name="csX64" fmla="*/ 7944 w 36938"/>
                <a:gd name="csY64" fmla="*/ 897 h 30609"/>
                <a:gd name="csX65" fmla="*/ 8096 w 36938"/>
                <a:gd name="csY65" fmla="*/ 285 h 30609"/>
                <a:gd name="csX66" fmla="*/ 8407 w 36938"/>
                <a:gd name="csY66" fmla="*/ 44 h 30609"/>
                <a:gd name="csX67" fmla="*/ 8754 w 36938"/>
                <a:gd name="csY67" fmla="*/ 0 h 30609"/>
                <a:gd name="csX68" fmla="*/ 11245 w 36938"/>
                <a:gd name="csY68" fmla="*/ 66 h 30609"/>
                <a:gd name="csX69" fmla="*/ 13763 w 36938"/>
                <a:gd name="csY69" fmla="*/ 132 h 30609"/>
                <a:gd name="csX70" fmla="*/ 16583 w 36938"/>
                <a:gd name="csY70" fmla="*/ 66 h 30609"/>
                <a:gd name="csX71" fmla="*/ 19412 w 36938"/>
                <a:gd name="csY71" fmla="*/ 0 h 30609"/>
                <a:gd name="csX72" fmla="*/ 20088 w 36938"/>
                <a:gd name="csY72" fmla="*/ 547 h 30609"/>
                <a:gd name="csX73" fmla="*/ 19937 w 36938"/>
                <a:gd name="csY73" fmla="*/ 1094 h 30609"/>
                <a:gd name="csX74" fmla="*/ 19626 w 36938"/>
                <a:gd name="csY74" fmla="*/ 1334 h 30609"/>
                <a:gd name="csX75" fmla="*/ 19190 w 36938"/>
                <a:gd name="csY75" fmla="*/ 1400 h 30609"/>
                <a:gd name="csX76" fmla="*/ 17677 w 36938"/>
                <a:gd name="csY76" fmla="*/ 1772 h 30609"/>
                <a:gd name="csX77" fmla="*/ 16787 w 36938"/>
                <a:gd name="csY77" fmla="*/ 2297 h 30609"/>
                <a:gd name="csX78" fmla="*/ 16539 w 36938"/>
                <a:gd name="csY78" fmla="*/ 2691 h 30609"/>
                <a:gd name="csX79" fmla="*/ 16761 w 36938"/>
                <a:gd name="csY79" fmla="*/ 3282 h 30609"/>
                <a:gd name="csX80" fmla="*/ 20524 w 36938"/>
                <a:gd name="csY80" fmla="*/ 12187 h 30609"/>
                <a:gd name="csX81" fmla="*/ 27793 w 36938"/>
                <a:gd name="csY81" fmla="*/ 4398 h 30609"/>
                <a:gd name="csX82" fmla="*/ 28638 w 36938"/>
                <a:gd name="csY82" fmla="*/ 2778 h 30609"/>
                <a:gd name="csX83" fmla="*/ 26849 w 36938"/>
                <a:gd name="csY83" fmla="*/ 1400 h 30609"/>
                <a:gd name="csX84" fmla="*/ 26298 w 36938"/>
                <a:gd name="csY84" fmla="*/ 897 h 30609"/>
                <a:gd name="csX85" fmla="*/ 26476 w 36938"/>
                <a:gd name="csY85" fmla="*/ 285 h 30609"/>
                <a:gd name="csX86" fmla="*/ 26778 w 36938"/>
                <a:gd name="csY86" fmla="*/ 44 h 30609"/>
                <a:gd name="csX87" fmla="*/ 27152 w 36938"/>
                <a:gd name="csY87" fmla="*/ 0 h 30609"/>
                <a:gd name="csX88" fmla="*/ 29625 w 36938"/>
                <a:gd name="csY88" fmla="*/ 66 h 30609"/>
                <a:gd name="csX89" fmla="*/ 32143 w 36938"/>
                <a:gd name="csY89" fmla="*/ 132 h 30609"/>
                <a:gd name="csX90" fmla="*/ 34269 w 36938"/>
                <a:gd name="csY90" fmla="*/ 66 h 30609"/>
                <a:gd name="csX91" fmla="*/ 36342 w 36938"/>
                <a:gd name="csY91" fmla="*/ 0 h 30609"/>
                <a:gd name="csX92" fmla="*/ 36760 w 36938"/>
                <a:gd name="csY92" fmla="*/ 132 h 30609"/>
                <a:gd name="csX93" fmla="*/ 36911 w 36938"/>
                <a:gd name="csY93" fmla="*/ 372 h 30609"/>
                <a:gd name="csX94" fmla="*/ 36938 w 36938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38" h="30609">
                  <a:moveTo>
                    <a:pt x="36938" y="504"/>
                  </a:moveTo>
                  <a:cubicBezTo>
                    <a:pt x="36938" y="766"/>
                    <a:pt x="36885" y="970"/>
                    <a:pt x="36778" y="1116"/>
                  </a:cubicBezTo>
                  <a:cubicBezTo>
                    <a:pt x="36695" y="1247"/>
                    <a:pt x="36600" y="1328"/>
                    <a:pt x="36493" y="1357"/>
                  </a:cubicBezTo>
                  <a:cubicBezTo>
                    <a:pt x="36392" y="1371"/>
                    <a:pt x="36212" y="1385"/>
                    <a:pt x="35950" y="1400"/>
                  </a:cubicBezTo>
                  <a:cubicBezTo>
                    <a:pt x="33863" y="1502"/>
                    <a:pt x="31965" y="2261"/>
                    <a:pt x="30257" y="3676"/>
                  </a:cubicBezTo>
                  <a:cubicBezTo>
                    <a:pt x="29836" y="4041"/>
                    <a:pt x="29094" y="4792"/>
                    <a:pt x="28033" y="5929"/>
                  </a:cubicBezTo>
                  <a:cubicBezTo>
                    <a:pt x="26983" y="7067"/>
                    <a:pt x="25755" y="8394"/>
                    <a:pt x="24349" y="9912"/>
                  </a:cubicBezTo>
                  <a:cubicBezTo>
                    <a:pt x="22968" y="11429"/>
                    <a:pt x="21876" y="12596"/>
                    <a:pt x="21076" y="13412"/>
                  </a:cubicBezTo>
                  <a:lnTo>
                    <a:pt x="26849" y="27240"/>
                  </a:lnTo>
                  <a:cubicBezTo>
                    <a:pt x="27010" y="27605"/>
                    <a:pt x="27119" y="27867"/>
                    <a:pt x="27179" y="28027"/>
                  </a:cubicBezTo>
                  <a:cubicBezTo>
                    <a:pt x="27250" y="28173"/>
                    <a:pt x="27360" y="28341"/>
                    <a:pt x="27508" y="28531"/>
                  </a:cubicBezTo>
                  <a:cubicBezTo>
                    <a:pt x="27668" y="28721"/>
                    <a:pt x="27804" y="28845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2" y="29158"/>
                    <a:pt x="29115" y="29195"/>
                    <a:pt x="29412" y="29209"/>
                  </a:cubicBezTo>
                  <a:cubicBezTo>
                    <a:pt x="29714" y="29209"/>
                    <a:pt x="30144" y="29216"/>
                    <a:pt x="30702" y="29231"/>
                  </a:cubicBezTo>
                  <a:cubicBezTo>
                    <a:pt x="30874" y="29231"/>
                    <a:pt x="30995" y="29238"/>
                    <a:pt x="31066" y="29253"/>
                  </a:cubicBezTo>
                  <a:cubicBezTo>
                    <a:pt x="31155" y="29253"/>
                    <a:pt x="31250" y="29297"/>
                    <a:pt x="31351" y="29384"/>
                  </a:cubicBezTo>
                  <a:cubicBezTo>
                    <a:pt x="31458" y="29457"/>
                    <a:pt x="31511" y="29581"/>
                    <a:pt x="31511" y="29756"/>
                  </a:cubicBezTo>
                  <a:cubicBezTo>
                    <a:pt x="31511" y="30019"/>
                    <a:pt x="31452" y="30223"/>
                    <a:pt x="31333" y="30369"/>
                  </a:cubicBezTo>
                  <a:cubicBezTo>
                    <a:pt x="31232" y="30500"/>
                    <a:pt x="31132" y="30573"/>
                    <a:pt x="31031" y="30588"/>
                  </a:cubicBezTo>
                  <a:cubicBezTo>
                    <a:pt x="30942" y="30602"/>
                    <a:pt x="30817" y="30609"/>
                    <a:pt x="30657" y="30609"/>
                  </a:cubicBezTo>
                  <a:cubicBezTo>
                    <a:pt x="30277" y="30609"/>
                    <a:pt x="29444" y="30587"/>
                    <a:pt x="28157" y="30544"/>
                  </a:cubicBezTo>
                  <a:cubicBezTo>
                    <a:pt x="26876" y="30500"/>
                    <a:pt x="26052" y="30478"/>
                    <a:pt x="25684" y="30478"/>
                  </a:cubicBezTo>
                  <a:lnTo>
                    <a:pt x="20044" y="30609"/>
                  </a:lnTo>
                  <a:cubicBezTo>
                    <a:pt x="19593" y="30609"/>
                    <a:pt x="19368" y="30427"/>
                    <a:pt x="19368" y="30063"/>
                  </a:cubicBezTo>
                  <a:cubicBezTo>
                    <a:pt x="19368" y="29873"/>
                    <a:pt x="19382" y="29727"/>
                    <a:pt x="19412" y="29625"/>
                  </a:cubicBezTo>
                  <a:cubicBezTo>
                    <a:pt x="19454" y="29508"/>
                    <a:pt x="19525" y="29428"/>
                    <a:pt x="19626" y="29384"/>
                  </a:cubicBezTo>
                  <a:cubicBezTo>
                    <a:pt x="19726" y="29326"/>
                    <a:pt x="19815" y="29289"/>
                    <a:pt x="19892" y="29275"/>
                  </a:cubicBezTo>
                  <a:cubicBezTo>
                    <a:pt x="19964" y="29260"/>
                    <a:pt x="20088" y="29246"/>
                    <a:pt x="20266" y="29231"/>
                  </a:cubicBezTo>
                  <a:cubicBezTo>
                    <a:pt x="20806" y="29173"/>
                    <a:pt x="21277" y="29064"/>
                    <a:pt x="21681" y="28903"/>
                  </a:cubicBezTo>
                  <a:cubicBezTo>
                    <a:pt x="22108" y="28728"/>
                    <a:pt x="22407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50" y="27284"/>
                  </a:lnTo>
                  <a:lnTo>
                    <a:pt x="18122" y="16585"/>
                  </a:lnTo>
                  <a:lnTo>
                    <a:pt x="14074" y="20982"/>
                  </a:lnTo>
                  <a:lnTo>
                    <a:pt x="9501" y="25817"/>
                  </a:lnTo>
                  <a:cubicBezTo>
                    <a:pt x="8695" y="26678"/>
                    <a:pt x="8292" y="27349"/>
                    <a:pt x="8292" y="27831"/>
                  </a:cubicBezTo>
                  <a:cubicBezTo>
                    <a:pt x="8292" y="28633"/>
                    <a:pt x="8891" y="29100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5" y="30201"/>
                    <a:pt x="10462" y="30347"/>
                  </a:cubicBezTo>
                  <a:cubicBezTo>
                    <a:pt x="10361" y="30478"/>
                    <a:pt x="10258" y="30559"/>
                    <a:pt x="10151" y="30588"/>
                  </a:cubicBezTo>
                  <a:cubicBezTo>
                    <a:pt x="10068" y="30602"/>
                    <a:pt x="9958" y="30609"/>
                    <a:pt x="9822" y="30609"/>
                  </a:cubicBezTo>
                  <a:cubicBezTo>
                    <a:pt x="9282" y="30609"/>
                    <a:pt x="8446" y="30587"/>
                    <a:pt x="7313" y="30544"/>
                  </a:cubicBezTo>
                  <a:cubicBezTo>
                    <a:pt x="6186" y="30500"/>
                    <a:pt x="5347" y="30478"/>
                    <a:pt x="4795" y="30478"/>
                  </a:cubicBezTo>
                  <a:cubicBezTo>
                    <a:pt x="4327" y="30478"/>
                    <a:pt x="3618" y="30500"/>
                    <a:pt x="2669" y="30544"/>
                  </a:cubicBezTo>
                  <a:cubicBezTo>
                    <a:pt x="1720" y="30587"/>
                    <a:pt x="1029" y="30609"/>
                    <a:pt x="596" y="30609"/>
                  </a:cubicBezTo>
                  <a:cubicBezTo>
                    <a:pt x="418" y="30609"/>
                    <a:pt x="279" y="30566"/>
                    <a:pt x="178" y="30478"/>
                  </a:cubicBezTo>
                  <a:cubicBezTo>
                    <a:pt x="77" y="30391"/>
                    <a:pt x="27" y="30303"/>
                    <a:pt x="27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5"/>
                  </a:cubicBezTo>
                  <a:cubicBezTo>
                    <a:pt x="86" y="29508"/>
                    <a:pt x="166" y="29421"/>
                    <a:pt x="285" y="29363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6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9" y="27918"/>
                    <a:pt x="6539" y="27116"/>
                    <a:pt x="7571" y="25993"/>
                  </a:cubicBezTo>
                  <a:cubicBezTo>
                    <a:pt x="7660" y="25920"/>
                    <a:pt x="7755" y="25840"/>
                    <a:pt x="7856" y="25753"/>
                  </a:cubicBezTo>
                  <a:cubicBezTo>
                    <a:pt x="7974" y="25665"/>
                    <a:pt x="8078" y="25584"/>
                    <a:pt x="8167" y="25511"/>
                  </a:cubicBezTo>
                  <a:lnTo>
                    <a:pt x="17615" y="15337"/>
                  </a:lnTo>
                  <a:lnTo>
                    <a:pt x="12321" y="2823"/>
                  </a:lnTo>
                  <a:cubicBezTo>
                    <a:pt x="12161" y="2443"/>
                    <a:pt x="12007" y="2173"/>
                    <a:pt x="11859" y="2013"/>
                  </a:cubicBezTo>
                  <a:cubicBezTo>
                    <a:pt x="11717" y="1838"/>
                    <a:pt x="11417" y="1692"/>
                    <a:pt x="10960" y="1576"/>
                  </a:cubicBezTo>
                  <a:cubicBezTo>
                    <a:pt x="10510" y="1459"/>
                    <a:pt x="9848" y="1400"/>
                    <a:pt x="8977" y="1400"/>
                  </a:cubicBezTo>
                  <a:cubicBezTo>
                    <a:pt x="8727" y="1400"/>
                    <a:pt x="8544" y="1393"/>
                    <a:pt x="8425" y="1378"/>
                  </a:cubicBezTo>
                  <a:cubicBezTo>
                    <a:pt x="8306" y="1364"/>
                    <a:pt x="8197" y="1320"/>
                    <a:pt x="8096" y="1247"/>
                  </a:cubicBezTo>
                  <a:cubicBezTo>
                    <a:pt x="7995" y="1174"/>
                    <a:pt x="7944" y="1057"/>
                    <a:pt x="7944" y="897"/>
                  </a:cubicBezTo>
                  <a:cubicBezTo>
                    <a:pt x="7944" y="620"/>
                    <a:pt x="7995" y="416"/>
                    <a:pt x="8096" y="285"/>
                  </a:cubicBezTo>
                  <a:cubicBezTo>
                    <a:pt x="8214" y="139"/>
                    <a:pt x="8318" y="58"/>
                    <a:pt x="8407" y="44"/>
                  </a:cubicBezTo>
                  <a:cubicBezTo>
                    <a:pt x="8508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6"/>
                  </a:cubicBezTo>
                  <a:cubicBezTo>
                    <a:pt x="12544" y="110"/>
                    <a:pt x="13383" y="132"/>
                    <a:pt x="13763" y="132"/>
                  </a:cubicBezTo>
                  <a:cubicBezTo>
                    <a:pt x="14392" y="132"/>
                    <a:pt x="15332" y="110"/>
                    <a:pt x="16583" y="66"/>
                  </a:cubicBezTo>
                  <a:cubicBezTo>
                    <a:pt x="17852" y="22"/>
                    <a:pt x="18795" y="0"/>
                    <a:pt x="19412" y="0"/>
                  </a:cubicBezTo>
                  <a:cubicBezTo>
                    <a:pt x="19863" y="0"/>
                    <a:pt x="20088" y="182"/>
                    <a:pt x="20088" y="547"/>
                  </a:cubicBezTo>
                  <a:cubicBezTo>
                    <a:pt x="20088" y="780"/>
                    <a:pt x="20038" y="963"/>
                    <a:pt x="19937" y="1094"/>
                  </a:cubicBezTo>
                  <a:cubicBezTo>
                    <a:pt x="19830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60" y="2122"/>
                    <a:pt x="16787" y="2297"/>
                  </a:cubicBezTo>
                  <a:cubicBezTo>
                    <a:pt x="16622" y="2458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93" y="4398"/>
                  </a:lnTo>
                  <a:cubicBezTo>
                    <a:pt x="28356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49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6"/>
                    <a:pt x="26476" y="285"/>
                  </a:cubicBezTo>
                  <a:cubicBezTo>
                    <a:pt x="26594" y="139"/>
                    <a:pt x="26695" y="58"/>
                    <a:pt x="26778" y="44"/>
                  </a:cubicBezTo>
                  <a:cubicBezTo>
                    <a:pt x="26885" y="15"/>
                    <a:pt x="27010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52" y="110"/>
                    <a:pt x="31591" y="132"/>
                    <a:pt x="32143" y="132"/>
                  </a:cubicBezTo>
                  <a:cubicBezTo>
                    <a:pt x="32611" y="132"/>
                    <a:pt x="33320" y="110"/>
                    <a:pt x="34269" y="66"/>
                  </a:cubicBezTo>
                  <a:cubicBezTo>
                    <a:pt x="35212" y="22"/>
                    <a:pt x="35903" y="0"/>
                    <a:pt x="36342" y="0"/>
                  </a:cubicBezTo>
                  <a:cubicBezTo>
                    <a:pt x="36520" y="0"/>
                    <a:pt x="36659" y="44"/>
                    <a:pt x="36760" y="132"/>
                  </a:cubicBezTo>
                  <a:cubicBezTo>
                    <a:pt x="36861" y="205"/>
                    <a:pt x="36911" y="285"/>
                    <a:pt x="36911" y="372"/>
                  </a:cubicBezTo>
                  <a:lnTo>
                    <a:pt x="36938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F05D953D-5FCE-A44C-A369-C10F5989F30B}"/>
                </a:ext>
              </a:extLst>
            </p:cNvPr>
            <p:cNvSpPr/>
            <p:nvPr/>
          </p:nvSpPr>
          <p:spPr>
            <a:xfrm>
              <a:off x="2110623" y="3784859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2 h 64013"/>
                <a:gd name="csX2" fmla="*/ 8158 w 14848"/>
                <a:gd name="csY2" fmla="*/ 5752 h 64013"/>
                <a:gd name="csX3" fmla="*/ 12161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09 w 14848"/>
                <a:gd name="csY12" fmla="*/ 58512 h 64013"/>
                <a:gd name="csX13" fmla="*/ 4217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3" y="18285"/>
                    <a:pt x="4030" y="12472"/>
                  </a:cubicBezTo>
                  <a:cubicBezTo>
                    <a:pt x="5175" y="10034"/>
                    <a:pt x="6551" y="7794"/>
                    <a:pt x="8158" y="5752"/>
                  </a:cubicBezTo>
                  <a:cubicBezTo>
                    <a:pt x="9759" y="3710"/>
                    <a:pt x="11094" y="2240"/>
                    <a:pt x="12161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3" y="8721"/>
                    <a:pt x="3695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198" y="61877"/>
                    <a:pt x="9893" y="60471"/>
                    <a:pt x="8309" y="58512"/>
                  </a:cubicBezTo>
                  <a:cubicBezTo>
                    <a:pt x="6726" y="56554"/>
                    <a:pt x="5362" y="54376"/>
                    <a:pt x="4217" y="51980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CDA9E0D8-6D0E-A2E6-DDB5-F36A348EA172}"/>
                </a:ext>
              </a:extLst>
            </p:cNvPr>
            <p:cNvSpPr/>
            <p:nvPr/>
          </p:nvSpPr>
          <p:spPr>
            <a:xfrm>
              <a:off x="2130337" y="3804582"/>
              <a:ext cx="31876" cy="29005"/>
            </a:xfrm>
            <a:custGeom>
              <a:avLst/>
              <a:gdLst>
                <a:gd name="csX0" fmla="*/ 31876 w 31876"/>
                <a:gd name="csY0" fmla="*/ 4220 h 29005"/>
                <a:gd name="csX1" fmla="*/ 30782 w 31876"/>
                <a:gd name="csY1" fmla="*/ 6969 h 29005"/>
                <a:gd name="csX2" fmla="*/ 28442 w 31876"/>
                <a:gd name="csY2" fmla="*/ 7939 h 29005"/>
                <a:gd name="csX3" fmla="*/ 26627 w 31876"/>
                <a:gd name="csY3" fmla="*/ 7251 h 29005"/>
                <a:gd name="csX4" fmla="*/ 26004 w 31876"/>
                <a:gd name="csY4" fmla="*/ 5688 h 29005"/>
                <a:gd name="csX5" fmla="*/ 26876 w 31876"/>
                <a:gd name="csY5" fmla="*/ 3469 h 29005"/>
                <a:gd name="csX6" fmla="*/ 29065 w 31876"/>
                <a:gd name="csY6" fmla="*/ 2219 h 29005"/>
                <a:gd name="csX7" fmla="*/ 25880 w 31876"/>
                <a:gd name="csY7" fmla="*/ 1407 h 29005"/>
                <a:gd name="csX8" fmla="*/ 23531 w 31876"/>
                <a:gd name="csY8" fmla="*/ 2062 h 29005"/>
                <a:gd name="csX9" fmla="*/ 21814 w 31876"/>
                <a:gd name="csY9" fmla="*/ 3563 h 29005"/>
                <a:gd name="csX10" fmla="*/ 20622 w 31876"/>
                <a:gd name="csY10" fmla="*/ 5626 h 29005"/>
                <a:gd name="csX11" fmla="*/ 19875 w 31876"/>
                <a:gd name="csY11" fmla="*/ 7533 h 29005"/>
                <a:gd name="csX12" fmla="*/ 19537 w 31876"/>
                <a:gd name="csY12" fmla="*/ 8970 h 29005"/>
                <a:gd name="csX13" fmla="*/ 17348 w 31876"/>
                <a:gd name="csY13" fmla="*/ 17722 h 29005"/>
                <a:gd name="csX14" fmla="*/ 16281 w 31876"/>
                <a:gd name="csY14" fmla="*/ 23348 h 29005"/>
                <a:gd name="csX15" fmla="*/ 17152 w 31876"/>
                <a:gd name="csY15" fmla="*/ 26380 h 29005"/>
                <a:gd name="csX16" fmla="*/ 19786 w 31876"/>
                <a:gd name="csY16" fmla="*/ 27567 h 29005"/>
                <a:gd name="csX17" fmla="*/ 21254 w 31876"/>
                <a:gd name="csY17" fmla="*/ 27381 h 29005"/>
                <a:gd name="csX18" fmla="*/ 23033 w 31876"/>
                <a:gd name="csY18" fmla="*/ 26599 h 29005"/>
                <a:gd name="csX19" fmla="*/ 24972 w 31876"/>
                <a:gd name="csY19" fmla="*/ 25130 h 29005"/>
                <a:gd name="csX20" fmla="*/ 26814 w 31876"/>
                <a:gd name="csY20" fmla="*/ 22692 h 29005"/>
                <a:gd name="csX21" fmla="*/ 28317 w 31876"/>
                <a:gd name="csY21" fmla="*/ 19191 h 29005"/>
                <a:gd name="csX22" fmla="*/ 29127 w 31876"/>
                <a:gd name="csY22" fmla="*/ 18504 h 29005"/>
                <a:gd name="csX23" fmla="*/ 29910 w 31876"/>
                <a:gd name="csY23" fmla="*/ 19128 h 29005"/>
                <a:gd name="csX24" fmla="*/ 29474 w 31876"/>
                <a:gd name="csY24" fmla="*/ 20785 h 29005"/>
                <a:gd name="csX25" fmla="*/ 28157 w 31876"/>
                <a:gd name="csY25" fmla="*/ 23317 h 29005"/>
                <a:gd name="csX26" fmla="*/ 26129 w 31876"/>
                <a:gd name="csY26" fmla="*/ 26005 h 29005"/>
                <a:gd name="csX27" fmla="*/ 23255 w 31876"/>
                <a:gd name="csY27" fmla="*/ 28131 h 29005"/>
                <a:gd name="csX28" fmla="*/ 19661 w 31876"/>
                <a:gd name="csY28" fmla="*/ 29006 h 29005"/>
                <a:gd name="csX29" fmla="*/ 15186 w 31876"/>
                <a:gd name="csY29" fmla="*/ 27567 h 29005"/>
                <a:gd name="csX30" fmla="*/ 12749 w 31876"/>
                <a:gd name="csY30" fmla="*/ 24130 h 29005"/>
                <a:gd name="csX31" fmla="*/ 12375 w 31876"/>
                <a:gd name="csY31" fmla="*/ 24786 h 29005"/>
                <a:gd name="csX32" fmla="*/ 11503 w 31876"/>
                <a:gd name="csY32" fmla="*/ 26005 h 29005"/>
                <a:gd name="csX33" fmla="*/ 10151 w 31876"/>
                <a:gd name="csY33" fmla="*/ 27443 h 29005"/>
                <a:gd name="csX34" fmla="*/ 8309 w 31876"/>
                <a:gd name="csY34" fmla="*/ 28505 h 29005"/>
                <a:gd name="csX35" fmla="*/ 6032 w 31876"/>
                <a:gd name="csY35" fmla="*/ 29006 h 29005"/>
                <a:gd name="csX36" fmla="*/ 3185 w 31876"/>
                <a:gd name="csY36" fmla="*/ 28568 h 29005"/>
                <a:gd name="csX37" fmla="*/ 934 w 31876"/>
                <a:gd name="csY37" fmla="*/ 27131 h 29005"/>
                <a:gd name="csX38" fmla="*/ 0 w 31876"/>
                <a:gd name="csY38" fmla="*/ 24754 h 29005"/>
                <a:gd name="csX39" fmla="*/ 1032 w 31876"/>
                <a:gd name="csY39" fmla="*/ 22160 h 29005"/>
                <a:gd name="csX40" fmla="*/ 3532 w 31876"/>
                <a:gd name="csY40" fmla="*/ 21067 h 29005"/>
                <a:gd name="csX41" fmla="*/ 5151 w 31876"/>
                <a:gd name="csY41" fmla="*/ 21598 h 29005"/>
                <a:gd name="csX42" fmla="*/ 5907 w 31876"/>
                <a:gd name="csY42" fmla="*/ 23286 h 29005"/>
                <a:gd name="csX43" fmla="*/ 5027 w 31876"/>
                <a:gd name="csY43" fmla="*/ 25536 h 29005"/>
                <a:gd name="csX44" fmla="*/ 2900 w 31876"/>
                <a:gd name="csY44" fmla="*/ 26755 h 29005"/>
                <a:gd name="csX45" fmla="*/ 6094 w 31876"/>
                <a:gd name="csY45" fmla="*/ 27567 h 29005"/>
                <a:gd name="csX46" fmla="*/ 9777 w 31876"/>
                <a:gd name="csY46" fmla="*/ 25755 h 29005"/>
                <a:gd name="csX47" fmla="*/ 12188 w 31876"/>
                <a:gd name="csY47" fmla="*/ 20910 h 29005"/>
                <a:gd name="csX48" fmla="*/ 14875 w 31876"/>
                <a:gd name="csY48" fmla="*/ 10377 h 29005"/>
                <a:gd name="csX49" fmla="*/ 15622 w 31876"/>
                <a:gd name="csY49" fmla="*/ 5688 h 29005"/>
                <a:gd name="csX50" fmla="*/ 15284 w 31876"/>
                <a:gd name="csY50" fmla="*/ 3469 h 29005"/>
                <a:gd name="csX51" fmla="*/ 14341 w 31876"/>
                <a:gd name="csY51" fmla="*/ 2156 h 29005"/>
                <a:gd name="csX52" fmla="*/ 13247 w 31876"/>
                <a:gd name="csY52" fmla="*/ 1562 h 29005"/>
                <a:gd name="csX53" fmla="*/ 12188 w 31876"/>
                <a:gd name="csY53" fmla="*/ 1407 h 29005"/>
                <a:gd name="csX54" fmla="*/ 10187 w 31876"/>
                <a:gd name="csY54" fmla="*/ 1781 h 29005"/>
                <a:gd name="csX55" fmla="*/ 7909 w 31876"/>
                <a:gd name="csY55" fmla="*/ 3032 h 29005"/>
                <a:gd name="csX56" fmla="*/ 5534 w 31876"/>
                <a:gd name="csY56" fmla="*/ 5626 h 29005"/>
                <a:gd name="csX57" fmla="*/ 3594 w 31876"/>
                <a:gd name="csY57" fmla="*/ 9783 h 29005"/>
                <a:gd name="csX58" fmla="*/ 2749 w 31876"/>
                <a:gd name="csY58" fmla="*/ 10501 h 29005"/>
                <a:gd name="csX59" fmla="*/ 2002 w 31876"/>
                <a:gd name="csY59" fmla="*/ 9846 h 29005"/>
                <a:gd name="csX60" fmla="*/ 2402 w 31876"/>
                <a:gd name="csY60" fmla="*/ 8220 h 29005"/>
                <a:gd name="csX61" fmla="*/ 3719 w 31876"/>
                <a:gd name="csY61" fmla="*/ 5688 h 29005"/>
                <a:gd name="csX62" fmla="*/ 5783 w 31876"/>
                <a:gd name="csY62" fmla="*/ 3032 h 29005"/>
                <a:gd name="csX63" fmla="*/ 8683 w 31876"/>
                <a:gd name="csY63" fmla="*/ 875 h 29005"/>
                <a:gd name="csX64" fmla="*/ 12313 w 31876"/>
                <a:gd name="csY64" fmla="*/ 0 h 29005"/>
                <a:gd name="csX65" fmla="*/ 13968 w 31876"/>
                <a:gd name="csY65" fmla="*/ 187 h 29005"/>
                <a:gd name="csX66" fmla="*/ 15809 w 31876"/>
                <a:gd name="csY66" fmla="*/ 812 h 29005"/>
                <a:gd name="csX67" fmla="*/ 17749 w 31876"/>
                <a:gd name="csY67" fmla="*/ 2312 h 29005"/>
                <a:gd name="csX68" fmla="*/ 19216 w 31876"/>
                <a:gd name="csY68" fmla="*/ 4844 h 29005"/>
                <a:gd name="csX69" fmla="*/ 20097 w 31876"/>
                <a:gd name="csY69" fmla="*/ 3438 h 29005"/>
                <a:gd name="csX70" fmla="*/ 21441 w 31876"/>
                <a:gd name="csY70" fmla="*/ 1907 h 29005"/>
                <a:gd name="csX71" fmla="*/ 23442 w 31876"/>
                <a:gd name="csY71" fmla="*/ 531 h 29005"/>
                <a:gd name="csX72" fmla="*/ 25942 w 31876"/>
                <a:gd name="csY72" fmla="*/ 0 h 29005"/>
                <a:gd name="csX73" fmla="*/ 28469 w 31876"/>
                <a:gd name="csY73" fmla="*/ 343 h 29005"/>
                <a:gd name="csX74" fmla="*/ 30782 w 31876"/>
                <a:gd name="csY74" fmla="*/ 1688 h 29005"/>
                <a:gd name="csX75" fmla="*/ 31876 w 31876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6" h="29005">
                  <a:moveTo>
                    <a:pt x="31876" y="4220"/>
                  </a:moveTo>
                  <a:cubicBezTo>
                    <a:pt x="31876" y="5386"/>
                    <a:pt x="31511" y="6303"/>
                    <a:pt x="30782" y="6969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69"/>
                  </a:cubicBezTo>
                  <a:cubicBezTo>
                    <a:pt x="27463" y="2781"/>
                    <a:pt x="28193" y="2365"/>
                    <a:pt x="29065" y="2219"/>
                  </a:cubicBezTo>
                  <a:cubicBezTo>
                    <a:pt x="28211" y="1677"/>
                    <a:pt x="27149" y="1407"/>
                    <a:pt x="25880" y="1407"/>
                  </a:cubicBezTo>
                  <a:cubicBezTo>
                    <a:pt x="25044" y="1407"/>
                    <a:pt x="24261" y="1625"/>
                    <a:pt x="23531" y="2062"/>
                  </a:cubicBezTo>
                  <a:cubicBezTo>
                    <a:pt x="22825" y="2500"/>
                    <a:pt x="22253" y="3000"/>
                    <a:pt x="21814" y="3563"/>
                  </a:cubicBezTo>
                  <a:cubicBezTo>
                    <a:pt x="21399" y="4125"/>
                    <a:pt x="21002" y="4813"/>
                    <a:pt x="20622" y="5626"/>
                  </a:cubicBezTo>
                  <a:cubicBezTo>
                    <a:pt x="20272" y="6418"/>
                    <a:pt x="20023" y="7053"/>
                    <a:pt x="19875" y="7533"/>
                  </a:cubicBezTo>
                  <a:cubicBezTo>
                    <a:pt x="19750" y="7991"/>
                    <a:pt x="19638" y="8470"/>
                    <a:pt x="19537" y="8970"/>
                  </a:cubicBezTo>
                  <a:lnTo>
                    <a:pt x="17348" y="17722"/>
                  </a:lnTo>
                  <a:cubicBezTo>
                    <a:pt x="16636" y="20493"/>
                    <a:pt x="16281" y="22369"/>
                    <a:pt x="16281" y="23348"/>
                  </a:cubicBezTo>
                  <a:cubicBezTo>
                    <a:pt x="16281" y="24557"/>
                    <a:pt x="16571" y="25567"/>
                    <a:pt x="17152" y="26380"/>
                  </a:cubicBezTo>
                  <a:cubicBezTo>
                    <a:pt x="17740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6" y="27235"/>
                    <a:pt x="22369" y="26974"/>
                    <a:pt x="23033" y="26599"/>
                  </a:cubicBezTo>
                  <a:cubicBezTo>
                    <a:pt x="23721" y="26203"/>
                    <a:pt x="24367" y="25713"/>
                    <a:pt x="24972" y="25130"/>
                  </a:cubicBezTo>
                  <a:cubicBezTo>
                    <a:pt x="25595" y="24525"/>
                    <a:pt x="26209" y="23713"/>
                    <a:pt x="26814" y="22692"/>
                  </a:cubicBezTo>
                  <a:cubicBezTo>
                    <a:pt x="27419" y="21671"/>
                    <a:pt x="27920" y="20504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8"/>
                  </a:cubicBezTo>
                  <a:cubicBezTo>
                    <a:pt x="29910" y="19483"/>
                    <a:pt x="29765" y="20035"/>
                    <a:pt x="29474" y="20785"/>
                  </a:cubicBezTo>
                  <a:cubicBezTo>
                    <a:pt x="29201" y="21514"/>
                    <a:pt x="28762" y="22358"/>
                    <a:pt x="28157" y="23317"/>
                  </a:cubicBezTo>
                  <a:cubicBezTo>
                    <a:pt x="27576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64" y="29006"/>
                    <a:pt x="16372" y="28526"/>
                    <a:pt x="15186" y="27567"/>
                  </a:cubicBezTo>
                  <a:cubicBezTo>
                    <a:pt x="14000" y="26609"/>
                    <a:pt x="13188" y="25463"/>
                    <a:pt x="12749" y="24130"/>
                  </a:cubicBezTo>
                  <a:cubicBezTo>
                    <a:pt x="12648" y="24317"/>
                    <a:pt x="12523" y="24536"/>
                    <a:pt x="12375" y="24786"/>
                  </a:cubicBezTo>
                  <a:cubicBezTo>
                    <a:pt x="12227" y="25036"/>
                    <a:pt x="11936" y="25442"/>
                    <a:pt x="11503" y="26005"/>
                  </a:cubicBezTo>
                  <a:cubicBezTo>
                    <a:pt x="11082" y="26547"/>
                    <a:pt x="10631" y="27026"/>
                    <a:pt x="10151" y="27443"/>
                  </a:cubicBezTo>
                  <a:cubicBezTo>
                    <a:pt x="9676" y="27838"/>
                    <a:pt x="9063" y="28193"/>
                    <a:pt x="8309" y="28505"/>
                  </a:cubicBezTo>
                  <a:cubicBezTo>
                    <a:pt x="7580" y="28839"/>
                    <a:pt x="6821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07" y="28276"/>
                    <a:pt x="1557" y="27797"/>
                    <a:pt x="934" y="27131"/>
                  </a:cubicBezTo>
                  <a:cubicBezTo>
                    <a:pt x="311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38" y="21431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2"/>
                    <a:pt x="5907" y="22515"/>
                    <a:pt x="5907" y="23286"/>
                  </a:cubicBezTo>
                  <a:cubicBezTo>
                    <a:pt x="5907" y="24140"/>
                    <a:pt x="5614" y="24890"/>
                    <a:pt x="5027" y="25536"/>
                  </a:cubicBezTo>
                  <a:cubicBezTo>
                    <a:pt x="4445" y="26182"/>
                    <a:pt x="3737" y="26589"/>
                    <a:pt x="2900" y="26755"/>
                  </a:cubicBezTo>
                  <a:cubicBezTo>
                    <a:pt x="3754" y="27297"/>
                    <a:pt x="4819" y="27567"/>
                    <a:pt x="6094" y="27567"/>
                  </a:cubicBezTo>
                  <a:cubicBezTo>
                    <a:pt x="7470" y="27567"/>
                    <a:pt x="8698" y="26963"/>
                    <a:pt x="9777" y="25755"/>
                  </a:cubicBezTo>
                  <a:cubicBezTo>
                    <a:pt x="10863" y="24546"/>
                    <a:pt x="11666" y="22931"/>
                    <a:pt x="12188" y="20910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3"/>
                    <a:pt x="15509" y="4073"/>
                    <a:pt x="15284" y="3469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8" y="1865"/>
                    <a:pt x="13603" y="1667"/>
                    <a:pt x="13247" y="1562"/>
                  </a:cubicBezTo>
                  <a:cubicBezTo>
                    <a:pt x="12915" y="1458"/>
                    <a:pt x="12562" y="1407"/>
                    <a:pt x="12188" y="1407"/>
                  </a:cubicBezTo>
                  <a:cubicBezTo>
                    <a:pt x="11560" y="1407"/>
                    <a:pt x="10892" y="1531"/>
                    <a:pt x="10187" y="1781"/>
                  </a:cubicBezTo>
                  <a:cubicBezTo>
                    <a:pt x="9499" y="2031"/>
                    <a:pt x="8739" y="2448"/>
                    <a:pt x="7909" y="3032"/>
                  </a:cubicBezTo>
                  <a:cubicBezTo>
                    <a:pt x="7097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88" y="10262"/>
                    <a:pt x="3206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5" y="8949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7"/>
                    <a:pt x="7538" y="1458"/>
                    <a:pt x="8683" y="875"/>
                  </a:cubicBezTo>
                  <a:cubicBezTo>
                    <a:pt x="9851" y="291"/>
                    <a:pt x="11061" y="0"/>
                    <a:pt x="12313" y="0"/>
                  </a:cubicBezTo>
                  <a:cubicBezTo>
                    <a:pt x="12876" y="0"/>
                    <a:pt x="13428" y="62"/>
                    <a:pt x="13968" y="187"/>
                  </a:cubicBezTo>
                  <a:cubicBezTo>
                    <a:pt x="14531" y="291"/>
                    <a:pt x="15145" y="500"/>
                    <a:pt x="15809" y="812"/>
                  </a:cubicBezTo>
                  <a:cubicBezTo>
                    <a:pt x="16497" y="1125"/>
                    <a:pt x="17143" y="1625"/>
                    <a:pt x="17749" y="2312"/>
                  </a:cubicBezTo>
                  <a:cubicBezTo>
                    <a:pt x="18353" y="3000"/>
                    <a:pt x="18843" y="3844"/>
                    <a:pt x="19216" y="4844"/>
                  </a:cubicBezTo>
                  <a:cubicBezTo>
                    <a:pt x="19471" y="4365"/>
                    <a:pt x="19765" y="3896"/>
                    <a:pt x="20097" y="3438"/>
                  </a:cubicBezTo>
                  <a:cubicBezTo>
                    <a:pt x="20447" y="2979"/>
                    <a:pt x="20895" y="2469"/>
                    <a:pt x="21441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4"/>
                    <a:pt x="28469" y="343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4"/>
                    <a:pt x="31876" y="3198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CA683C3F-5CB4-D947-2BEE-B6A901F952C1}"/>
                </a:ext>
              </a:extLst>
            </p:cNvPr>
            <p:cNvSpPr/>
            <p:nvPr/>
          </p:nvSpPr>
          <p:spPr>
            <a:xfrm>
              <a:off x="2168378" y="3784859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0 w 14848"/>
                <a:gd name="csY1" fmla="*/ 62295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2 h 64013"/>
                <a:gd name="csX7" fmla="*/ 6503 w 14848"/>
                <a:gd name="csY7" fmla="*/ 5502 h 64013"/>
                <a:gd name="csX8" fmla="*/ 10631 w 14848"/>
                <a:gd name="csY8" fmla="*/ 12034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0" y="62815"/>
                    <a:pt x="810" y="62295"/>
                  </a:cubicBezTo>
                  <a:cubicBezTo>
                    <a:pt x="7690" y="55293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9" y="0"/>
                    <a:pt x="1578" y="427"/>
                    <a:pt x="2598" y="1282"/>
                  </a:cubicBezTo>
                  <a:cubicBezTo>
                    <a:pt x="3636" y="2136"/>
                    <a:pt x="4938" y="3543"/>
                    <a:pt x="6503" y="5502"/>
                  </a:cubicBezTo>
                  <a:cubicBezTo>
                    <a:pt x="8087" y="7460"/>
                    <a:pt x="9463" y="9638"/>
                    <a:pt x="10631" y="12034"/>
                  </a:cubicBezTo>
                  <a:cubicBezTo>
                    <a:pt x="13443" y="17848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68" y="53980"/>
                    <a:pt x="8292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04E80685-9217-BB2E-7D04-D5A29485D510}"/>
                </a:ext>
              </a:extLst>
            </p:cNvPr>
            <p:cNvSpPr/>
            <p:nvPr/>
          </p:nvSpPr>
          <p:spPr>
            <a:xfrm>
              <a:off x="1939588" y="3867327"/>
              <a:ext cx="16307" cy="6586"/>
            </a:xfrm>
            <a:custGeom>
              <a:avLst/>
              <a:gdLst>
                <a:gd name="csX0" fmla="*/ 16307 w 16307"/>
                <a:gd name="csY0" fmla="*/ 5689 h 6586"/>
                <a:gd name="csX1" fmla="*/ 15756 w 16307"/>
                <a:gd name="csY1" fmla="*/ 6586 h 6586"/>
                <a:gd name="csX2" fmla="*/ 8140 w 16307"/>
                <a:gd name="csY2" fmla="*/ 2779 h 6586"/>
                <a:gd name="csX3" fmla="*/ 534 w 16307"/>
                <a:gd name="csY3" fmla="*/ 6586 h 6586"/>
                <a:gd name="csX4" fmla="*/ 0 w 16307"/>
                <a:gd name="csY4" fmla="*/ 5689 h 6586"/>
                <a:gd name="csX5" fmla="*/ 8140 w 16307"/>
                <a:gd name="csY5" fmla="*/ 0 h 6586"/>
                <a:gd name="csX6" fmla="*/ 16307 w 16307"/>
                <a:gd name="csY6" fmla="*/ 5689 h 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307" h="6586">
                  <a:moveTo>
                    <a:pt x="16307" y="5689"/>
                  </a:moveTo>
                  <a:lnTo>
                    <a:pt x="15756" y="6586"/>
                  </a:lnTo>
                  <a:cubicBezTo>
                    <a:pt x="13496" y="5609"/>
                    <a:pt x="10957" y="4340"/>
                    <a:pt x="8140" y="2779"/>
                  </a:cubicBezTo>
                  <a:cubicBezTo>
                    <a:pt x="5329" y="4340"/>
                    <a:pt x="2793" y="5609"/>
                    <a:pt x="534" y="6586"/>
                  </a:cubicBezTo>
                  <a:lnTo>
                    <a:pt x="0" y="5689"/>
                  </a:lnTo>
                  <a:cubicBezTo>
                    <a:pt x="2467" y="3545"/>
                    <a:pt x="5181" y="1648"/>
                    <a:pt x="8140" y="0"/>
                  </a:cubicBezTo>
                  <a:cubicBezTo>
                    <a:pt x="11135" y="1663"/>
                    <a:pt x="13858" y="3559"/>
                    <a:pt x="16307" y="568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3C826C2E-E9B1-57D7-8231-3743841FFBD5}"/>
              </a:ext>
            </a:extLst>
          </p:cNvPr>
          <p:cNvGrpSpPr/>
          <p:nvPr/>
        </p:nvGrpSpPr>
        <p:grpSpPr>
          <a:xfrm>
            <a:off x="2354134" y="3807241"/>
            <a:ext cx="407920" cy="76684"/>
            <a:chOff x="1775306" y="3860996"/>
            <a:chExt cx="407920" cy="76684"/>
          </a:xfrm>
        </p:grpSpPr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3520089A-0442-E5D0-9B2F-BAACA4CCC8F2}"/>
                </a:ext>
              </a:extLst>
            </p:cNvPr>
            <p:cNvSpPr/>
            <p:nvPr/>
          </p:nvSpPr>
          <p:spPr>
            <a:xfrm>
              <a:off x="1775306" y="3899521"/>
              <a:ext cx="121712" cy="889"/>
            </a:xfrm>
            <a:custGeom>
              <a:avLst/>
              <a:gdLst>
                <a:gd name="csX0" fmla="*/ 0 w 121712"/>
                <a:gd name="csY0" fmla="*/ 0 h 889"/>
                <a:gd name="csX1" fmla="*/ 121712 w 121712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712" h="889">
                  <a:moveTo>
                    <a:pt x="0" y="0"/>
                  </a:moveTo>
                  <a:lnTo>
                    <a:pt x="121712" y="0"/>
                  </a:lnTo>
                </a:path>
              </a:pathLst>
            </a:custGeom>
            <a:noFill/>
            <a:ln w="16002" cap="rnd">
              <a:solidFill>
                <a:srgbClr val="00B05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D0486993-50A3-FAC2-22D0-B1C313317E20}"/>
                </a:ext>
              </a:extLst>
            </p:cNvPr>
            <p:cNvSpPr/>
            <p:nvPr/>
          </p:nvSpPr>
          <p:spPr>
            <a:xfrm>
              <a:off x="1917303" y="3880719"/>
              <a:ext cx="52444" cy="29005"/>
            </a:xfrm>
            <a:custGeom>
              <a:avLst/>
              <a:gdLst>
                <a:gd name="csX0" fmla="*/ 52445 w 52444"/>
                <a:gd name="csY0" fmla="*/ 19129 h 29005"/>
                <a:gd name="csX1" fmla="*/ 52169 w 52444"/>
                <a:gd name="csY1" fmla="*/ 20348 h 29005"/>
                <a:gd name="csX2" fmla="*/ 51199 w 52444"/>
                <a:gd name="csY2" fmla="*/ 22818 h 29005"/>
                <a:gd name="csX3" fmla="*/ 49598 w 52444"/>
                <a:gd name="csY3" fmla="*/ 25693 h 29005"/>
                <a:gd name="csX4" fmla="*/ 47196 w 52444"/>
                <a:gd name="csY4" fmla="*/ 28037 h 29005"/>
                <a:gd name="csX5" fmla="*/ 44037 w 52444"/>
                <a:gd name="csY5" fmla="*/ 29006 h 29005"/>
                <a:gd name="csX6" fmla="*/ 40283 w 52444"/>
                <a:gd name="csY6" fmla="*/ 27506 h 29005"/>
                <a:gd name="csX7" fmla="*/ 38789 w 52444"/>
                <a:gd name="csY7" fmla="*/ 23755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20 h 29005"/>
                <a:gd name="csX12" fmla="*/ 33442 w 52444"/>
                <a:gd name="csY12" fmla="*/ 4157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50 h 29005"/>
                <a:gd name="csX17" fmla="*/ 25222 w 52444"/>
                <a:gd name="csY17" fmla="*/ 27287 h 29005"/>
                <a:gd name="csX18" fmla="*/ 24412 w 52444"/>
                <a:gd name="csY18" fmla="*/ 28444 h 29005"/>
                <a:gd name="csX19" fmla="*/ 22882 w 52444"/>
                <a:gd name="csY19" fmla="*/ 29006 h 29005"/>
                <a:gd name="csX20" fmla="*/ 21529 w 52444"/>
                <a:gd name="csY20" fmla="*/ 28537 h 29005"/>
                <a:gd name="csX21" fmla="*/ 21005 w 52444"/>
                <a:gd name="csY21" fmla="*/ 27256 h 29005"/>
                <a:gd name="csX22" fmla="*/ 21156 w 52444"/>
                <a:gd name="csY22" fmla="*/ 26474 h 29005"/>
                <a:gd name="csX23" fmla="*/ 21529 w 52444"/>
                <a:gd name="csY23" fmla="*/ 24912 h 29005"/>
                <a:gd name="csX24" fmla="*/ 21850 w 52444"/>
                <a:gd name="csY24" fmla="*/ 23474 h 29005"/>
                <a:gd name="csX25" fmla="*/ 23131 w 52444"/>
                <a:gd name="csY25" fmla="*/ 18629 h 29005"/>
                <a:gd name="csX26" fmla="*/ 24910 w 52444"/>
                <a:gd name="csY26" fmla="*/ 11190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3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8 h 29005"/>
                <a:gd name="csX33" fmla="*/ 11966 w 52444"/>
                <a:gd name="csY33" fmla="*/ 9221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8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6 h 29005"/>
                <a:gd name="csX42" fmla="*/ 3310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5 h 29005"/>
                <a:gd name="csX45" fmla="*/ 7500 w 52444"/>
                <a:gd name="csY45" fmla="*/ 9721 h 29005"/>
                <a:gd name="csX46" fmla="*/ 8345 w 52444"/>
                <a:gd name="csY46" fmla="*/ 6189 h 29005"/>
                <a:gd name="csX47" fmla="*/ 8532 w 52444"/>
                <a:gd name="csY47" fmla="*/ 4345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2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9 h 29005"/>
                <a:gd name="csX56" fmla="*/ 2002 w 52444"/>
                <a:gd name="csY56" fmla="*/ 3657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4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9 h 29005"/>
                <a:gd name="csX66" fmla="*/ 40354 w 52444"/>
                <a:gd name="csY66" fmla="*/ 0 h 29005"/>
                <a:gd name="csX67" fmla="*/ 45790 w 52444"/>
                <a:gd name="csY67" fmla="*/ 1844 h 29005"/>
                <a:gd name="csX68" fmla="*/ 47694 w 52444"/>
                <a:gd name="csY68" fmla="*/ 6845 h 29005"/>
                <a:gd name="csX69" fmla="*/ 46849 w 52444"/>
                <a:gd name="csY69" fmla="*/ 11659 h 29005"/>
                <a:gd name="csX70" fmla="*/ 45443 w 52444"/>
                <a:gd name="csY70" fmla="*/ 16347 h 29005"/>
                <a:gd name="csX71" fmla="*/ 43788 w 52444"/>
                <a:gd name="csY71" fmla="*/ 20911 h 29005"/>
                <a:gd name="csX72" fmla="*/ 42632 w 52444"/>
                <a:gd name="csY72" fmla="*/ 25474 h 29005"/>
                <a:gd name="csX73" fmla="*/ 43006 w 52444"/>
                <a:gd name="csY73" fmla="*/ 27068 h 29005"/>
                <a:gd name="csX74" fmla="*/ 44198 w 52444"/>
                <a:gd name="csY74" fmla="*/ 27568 h 29005"/>
                <a:gd name="csX75" fmla="*/ 46537 w 52444"/>
                <a:gd name="csY75" fmla="*/ 26849 h 29005"/>
                <a:gd name="csX76" fmla="*/ 48415 w 52444"/>
                <a:gd name="csY76" fmla="*/ 24881 h 29005"/>
                <a:gd name="csX77" fmla="*/ 49758 w 52444"/>
                <a:gd name="csY77" fmla="*/ 22380 h 29005"/>
                <a:gd name="csX78" fmla="*/ 50692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9"/>
                  </a:moveTo>
                  <a:cubicBezTo>
                    <a:pt x="52445" y="19296"/>
                    <a:pt x="52353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6" y="24776"/>
                    <a:pt x="49598" y="25693"/>
                  </a:cubicBezTo>
                  <a:cubicBezTo>
                    <a:pt x="48999" y="26589"/>
                    <a:pt x="48198" y="27371"/>
                    <a:pt x="47196" y="28037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6" y="28506"/>
                    <a:pt x="40283" y="27506"/>
                  </a:cubicBezTo>
                  <a:cubicBezTo>
                    <a:pt x="39287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8"/>
                    <a:pt x="36378" y="2220"/>
                  </a:cubicBezTo>
                  <a:cubicBezTo>
                    <a:pt x="35191" y="2761"/>
                    <a:pt x="34213" y="3407"/>
                    <a:pt x="33442" y="4157"/>
                  </a:cubicBezTo>
                  <a:cubicBezTo>
                    <a:pt x="32671" y="4908"/>
                    <a:pt x="31983" y="5710"/>
                    <a:pt x="31378" y="6564"/>
                  </a:cubicBezTo>
                  <a:cubicBezTo>
                    <a:pt x="30773" y="7418"/>
                    <a:pt x="30337" y="8127"/>
                    <a:pt x="30070" y="8689"/>
                  </a:cubicBezTo>
                  <a:cubicBezTo>
                    <a:pt x="29815" y="9252"/>
                    <a:pt x="29658" y="9658"/>
                    <a:pt x="29599" y="9908"/>
                  </a:cubicBezTo>
                  <a:lnTo>
                    <a:pt x="25755" y="25350"/>
                  </a:lnTo>
                  <a:cubicBezTo>
                    <a:pt x="25548" y="26224"/>
                    <a:pt x="25370" y="26870"/>
                    <a:pt x="25222" y="27287"/>
                  </a:cubicBezTo>
                  <a:cubicBezTo>
                    <a:pt x="25073" y="27704"/>
                    <a:pt x="24803" y="28089"/>
                    <a:pt x="24412" y="28444"/>
                  </a:cubicBezTo>
                  <a:cubicBezTo>
                    <a:pt x="24015" y="28819"/>
                    <a:pt x="23504" y="29006"/>
                    <a:pt x="22882" y="29006"/>
                  </a:cubicBezTo>
                  <a:cubicBezTo>
                    <a:pt x="22360" y="29006"/>
                    <a:pt x="21909" y="28850"/>
                    <a:pt x="21529" y="28537"/>
                  </a:cubicBezTo>
                  <a:cubicBezTo>
                    <a:pt x="21180" y="28225"/>
                    <a:pt x="21005" y="27798"/>
                    <a:pt x="21005" y="27256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7"/>
                    <a:pt x="21387" y="25516"/>
                    <a:pt x="21529" y="24912"/>
                  </a:cubicBezTo>
                  <a:cubicBezTo>
                    <a:pt x="21678" y="24307"/>
                    <a:pt x="21784" y="23828"/>
                    <a:pt x="21850" y="23474"/>
                  </a:cubicBezTo>
                  <a:cubicBezTo>
                    <a:pt x="22597" y="20640"/>
                    <a:pt x="23024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6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2" y="6449"/>
                    <a:pt x="13143" y="7116"/>
                    <a:pt x="12811" y="7658"/>
                  </a:cubicBezTo>
                  <a:cubicBezTo>
                    <a:pt x="12502" y="8179"/>
                    <a:pt x="12221" y="8700"/>
                    <a:pt x="11966" y="9221"/>
                  </a:cubicBezTo>
                  <a:lnTo>
                    <a:pt x="11156" y="12409"/>
                  </a:lnTo>
                  <a:cubicBezTo>
                    <a:pt x="11032" y="12992"/>
                    <a:pt x="10667" y="14420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8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6" y="28225"/>
                    <a:pt x="3221" y="27798"/>
                    <a:pt x="3221" y="27256"/>
                  </a:cubicBezTo>
                  <a:cubicBezTo>
                    <a:pt x="3221" y="27172"/>
                    <a:pt x="3250" y="26974"/>
                    <a:pt x="3310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6"/>
                    <a:pt x="3781" y="24505"/>
                  </a:cubicBezTo>
                  <a:lnTo>
                    <a:pt x="7500" y="9721"/>
                  </a:lnTo>
                  <a:cubicBezTo>
                    <a:pt x="7956" y="7929"/>
                    <a:pt x="8238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5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2" y="4637"/>
                    <a:pt x="2476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299" y="10429"/>
                    <a:pt x="1091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15" y="8023"/>
                    <a:pt x="655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5" y="2855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08" y="979"/>
                    <a:pt x="4276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9"/>
                    <a:pt x="12482" y="3814"/>
                    <a:pt x="12624" y="5564"/>
                  </a:cubicBezTo>
                  <a:cubicBezTo>
                    <a:pt x="15394" y="1855"/>
                    <a:pt x="18718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74" y="2719"/>
                    <a:pt x="29762" y="4230"/>
                    <a:pt x="29910" y="6189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59" y="3053"/>
                    <a:pt x="47694" y="4720"/>
                    <a:pt x="47694" y="6845"/>
                  </a:cubicBezTo>
                  <a:cubicBezTo>
                    <a:pt x="47694" y="7949"/>
                    <a:pt x="47412" y="9554"/>
                    <a:pt x="46849" y="11659"/>
                  </a:cubicBezTo>
                  <a:cubicBezTo>
                    <a:pt x="46285" y="13742"/>
                    <a:pt x="45817" y="15305"/>
                    <a:pt x="45443" y="16347"/>
                  </a:cubicBezTo>
                  <a:cubicBezTo>
                    <a:pt x="45069" y="17389"/>
                    <a:pt x="44518" y="18911"/>
                    <a:pt x="43788" y="20911"/>
                  </a:cubicBezTo>
                  <a:cubicBezTo>
                    <a:pt x="43017" y="22828"/>
                    <a:pt x="42632" y="24349"/>
                    <a:pt x="42632" y="25474"/>
                  </a:cubicBezTo>
                  <a:cubicBezTo>
                    <a:pt x="42632" y="26204"/>
                    <a:pt x="42756" y="26735"/>
                    <a:pt x="43006" y="27068"/>
                  </a:cubicBezTo>
                  <a:cubicBezTo>
                    <a:pt x="43255" y="27402"/>
                    <a:pt x="43652" y="27568"/>
                    <a:pt x="44198" y="27568"/>
                  </a:cubicBezTo>
                  <a:cubicBezTo>
                    <a:pt x="45028" y="27568"/>
                    <a:pt x="45808" y="27329"/>
                    <a:pt x="46537" y="26849"/>
                  </a:cubicBezTo>
                  <a:cubicBezTo>
                    <a:pt x="47267" y="26350"/>
                    <a:pt x="47893" y="25693"/>
                    <a:pt x="48415" y="24881"/>
                  </a:cubicBezTo>
                  <a:cubicBezTo>
                    <a:pt x="48954" y="24047"/>
                    <a:pt x="49402" y="23213"/>
                    <a:pt x="49758" y="22380"/>
                  </a:cubicBezTo>
                  <a:cubicBezTo>
                    <a:pt x="50114" y="21525"/>
                    <a:pt x="50425" y="20619"/>
                    <a:pt x="50692" y="19660"/>
                  </a:cubicBezTo>
                  <a:cubicBezTo>
                    <a:pt x="50864" y="19140"/>
                    <a:pt x="50992" y="18817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9EE02333-13C6-1D8D-F89E-B6E07B257856}"/>
                </a:ext>
              </a:extLst>
            </p:cNvPr>
            <p:cNvSpPr/>
            <p:nvPr/>
          </p:nvSpPr>
          <p:spPr>
            <a:xfrm>
              <a:off x="1976082" y="389689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84 w 22338"/>
                <a:gd name="csY2" fmla="*/ 5776 h 40783"/>
                <a:gd name="csX3" fmla="*/ 18709 w 22338"/>
                <a:gd name="csY3" fmla="*/ 5360 h 40783"/>
                <a:gd name="csX4" fmla="*/ 18220 w 22338"/>
                <a:gd name="csY4" fmla="*/ 4222 h 40783"/>
                <a:gd name="csX5" fmla="*/ 18789 w 22338"/>
                <a:gd name="csY5" fmla="*/ 2691 h 40783"/>
                <a:gd name="csX6" fmla="*/ 20649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2 h 40783"/>
                <a:gd name="csX9" fmla="*/ 16343 w 22338"/>
                <a:gd name="csY9" fmla="*/ 2516 h 40783"/>
                <a:gd name="csX10" fmla="*/ 15266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6 h 40783"/>
                <a:gd name="csX15" fmla="*/ 19074 w 22338"/>
                <a:gd name="csY15" fmla="*/ 12427 h 40783"/>
                <a:gd name="csX16" fmla="*/ 19252 w 22338"/>
                <a:gd name="csY16" fmla="*/ 12777 h 40783"/>
                <a:gd name="csX17" fmla="*/ 18967 w 22338"/>
                <a:gd name="csY17" fmla="*/ 13543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24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75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82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1 w 22338"/>
                <a:gd name="csY39" fmla="*/ 39624 h 40783"/>
                <a:gd name="csX40" fmla="*/ 5276 w 22338"/>
                <a:gd name="csY40" fmla="*/ 39077 h 40783"/>
                <a:gd name="csX41" fmla="*/ 5836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2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76 w 22338"/>
                <a:gd name="csY57" fmla="*/ 2582 h 40783"/>
                <a:gd name="csX58" fmla="*/ 15551 w 22338"/>
                <a:gd name="csY58" fmla="*/ 940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76" y="5528"/>
                    <a:pt x="20512" y="5776"/>
                    <a:pt x="19884" y="5776"/>
                  </a:cubicBezTo>
                  <a:cubicBezTo>
                    <a:pt x="19433" y="5776"/>
                    <a:pt x="19041" y="5638"/>
                    <a:pt x="18709" y="5360"/>
                  </a:cubicBezTo>
                  <a:cubicBezTo>
                    <a:pt x="18383" y="5083"/>
                    <a:pt x="18220" y="4704"/>
                    <a:pt x="18220" y="4222"/>
                  </a:cubicBezTo>
                  <a:cubicBezTo>
                    <a:pt x="18220" y="3726"/>
                    <a:pt x="18410" y="3216"/>
                    <a:pt x="18789" y="2691"/>
                  </a:cubicBezTo>
                  <a:cubicBezTo>
                    <a:pt x="19169" y="2166"/>
                    <a:pt x="19789" y="1867"/>
                    <a:pt x="20649" y="1794"/>
                  </a:cubicBezTo>
                  <a:cubicBezTo>
                    <a:pt x="20085" y="1255"/>
                    <a:pt x="19350" y="985"/>
                    <a:pt x="18442" y="985"/>
                  </a:cubicBezTo>
                  <a:cubicBezTo>
                    <a:pt x="17992" y="985"/>
                    <a:pt x="17576" y="1130"/>
                    <a:pt x="17197" y="1422"/>
                  </a:cubicBezTo>
                  <a:cubicBezTo>
                    <a:pt x="16829" y="1699"/>
                    <a:pt x="16544" y="2064"/>
                    <a:pt x="16343" y="2516"/>
                  </a:cubicBezTo>
                  <a:cubicBezTo>
                    <a:pt x="16123" y="2983"/>
                    <a:pt x="15764" y="4536"/>
                    <a:pt x="15266" y="7177"/>
                  </a:cubicBezTo>
                  <a:cubicBezTo>
                    <a:pt x="15106" y="8037"/>
                    <a:pt x="14955" y="8883"/>
                    <a:pt x="14813" y="9714"/>
                  </a:cubicBezTo>
                  <a:cubicBezTo>
                    <a:pt x="14664" y="10546"/>
                    <a:pt x="14504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6"/>
                  </a:cubicBezTo>
                  <a:cubicBezTo>
                    <a:pt x="18857" y="12311"/>
                    <a:pt x="18973" y="12354"/>
                    <a:pt x="19074" y="12427"/>
                  </a:cubicBezTo>
                  <a:cubicBezTo>
                    <a:pt x="19193" y="12500"/>
                    <a:pt x="19252" y="12617"/>
                    <a:pt x="19252" y="12777"/>
                  </a:cubicBezTo>
                  <a:cubicBezTo>
                    <a:pt x="19252" y="13186"/>
                    <a:pt x="19157" y="13441"/>
                    <a:pt x="18967" y="13543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1"/>
                    <a:pt x="11212" y="28728"/>
                    <a:pt x="11023" y="29603"/>
                  </a:cubicBezTo>
                  <a:cubicBezTo>
                    <a:pt x="10851" y="30464"/>
                    <a:pt x="10551" y="31601"/>
                    <a:pt x="10124" y="33017"/>
                  </a:cubicBezTo>
                  <a:cubicBezTo>
                    <a:pt x="9703" y="34446"/>
                    <a:pt x="9282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2" y="38763"/>
                    <a:pt x="6975" y="39230"/>
                  </a:cubicBezTo>
                  <a:cubicBezTo>
                    <a:pt x="6554" y="39697"/>
                    <a:pt x="6067" y="40068"/>
                    <a:pt x="5516" y="40345"/>
                  </a:cubicBezTo>
                  <a:cubicBezTo>
                    <a:pt x="4958" y="40637"/>
                    <a:pt x="4389" y="40783"/>
                    <a:pt x="3808" y="40783"/>
                  </a:cubicBezTo>
                  <a:cubicBezTo>
                    <a:pt x="2817" y="40783"/>
                    <a:pt x="1934" y="40506"/>
                    <a:pt x="1156" y="39952"/>
                  </a:cubicBezTo>
                  <a:cubicBezTo>
                    <a:pt x="386" y="39398"/>
                    <a:pt x="0" y="38646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0"/>
                    <a:pt x="4110" y="36079"/>
                    <a:pt x="4110" y="36561"/>
                  </a:cubicBezTo>
                  <a:cubicBezTo>
                    <a:pt x="4110" y="36765"/>
                    <a:pt x="4075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0" y="38238"/>
                    <a:pt x="3232" y="38472"/>
                    <a:pt x="2882" y="38661"/>
                  </a:cubicBezTo>
                  <a:cubicBezTo>
                    <a:pt x="2533" y="38850"/>
                    <a:pt x="2117" y="38960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1" y="39799"/>
                    <a:pt x="4341" y="39741"/>
                    <a:pt x="4591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4"/>
                    <a:pt x="5676" y="38552"/>
                    <a:pt x="5836" y="38289"/>
                  </a:cubicBezTo>
                  <a:cubicBezTo>
                    <a:pt x="6002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6"/>
                    <a:pt x="7322" y="33373"/>
                    <a:pt x="7393" y="32994"/>
                  </a:cubicBezTo>
                  <a:cubicBezTo>
                    <a:pt x="7464" y="32629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7"/>
                    <a:pt x="7348" y="13652"/>
                  </a:cubicBezTo>
                  <a:cubicBezTo>
                    <a:pt x="7218" y="13638"/>
                    <a:pt x="7102" y="13595"/>
                    <a:pt x="7002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07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0"/>
                  </a:cubicBezTo>
                  <a:cubicBezTo>
                    <a:pt x="16109" y="590"/>
                    <a:pt x="16613" y="350"/>
                    <a:pt x="17063" y="219"/>
                  </a:cubicBezTo>
                  <a:cubicBezTo>
                    <a:pt x="17532" y="73"/>
                    <a:pt x="17992" y="0"/>
                    <a:pt x="18442" y="0"/>
                  </a:cubicBezTo>
                  <a:cubicBezTo>
                    <a:pt x="19462" y="0"/>
                    <a:pt x="20367" y="277"/>
                    <a:pt x="21156" y="831"/>
                  </a:cubicBezTo>
                  <a:cubicBezTo>
                    <a:pt x="21945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0B6A2F70-B2AD-D658-C2F1-8133CC89210A}"/>
                </a:ext>
              </a:extLst>
            </p:cNvPr>
            <p:cNvSpPr/>
            <p:nvPr/>
          </p:nvSpPr>
          <p:spPr>
            <a:xfrm>
              <a:off x="2010244" y="3905648"/>
              <a:ext cx="39651" cy="23280"/>
            </a:xfrm>
            <a:custGeom>
              <a:avLst/>
              <a:gdLst>
                <a:gd name="csX0" fmla="*/ 39251 w 39651"/>
                <a:gd name="csY0" fmla="*/ 11049 h 23280"/>
                <a:gd name="csX1" fmla="*/ 39652 w 39651"/>
                <a:gd name="csY1" fmla="*/ 11640 h 23280"/>
                <a:gd name="csX2" fmla="*/ 39251 w 39651"/>
                <a:gd name="csY2" fmla="*/ 12231 h 23280"/>
                <a:gd name="csX3" fmla="*/ 33104 w 39651"/>
                <a:gd name="csY3" fmla="*/ 16892 h 23280"/>
                <a:gd name="csX4" fmla="*/ 30506 w 39651"/>
                <a:gd name="csY4" fmla="*/ 22580 h 23280"/>
                <a:gd name="csX5" fmla="*/ 30195 w 39651"/>
                <a:gd name="csY5" fmla="*/ 23083 h 23280"/>
                <a:gd name="csX6" fmla="*/ 29625 w 39651"/>
                <a:gd name="csY6" fmla="*/ 23280 h 23280"/>
                <a:gd name="csX7" fmla="*/ 28994 w 39651"/>
                <a:gd name="csY7" fmla="*/ 23018 h 23280"/>
                <a:gd name="csX8" fmla="*/ 28727 w 39651"/>
                <a:gd name="csY8" fmla="*/ 22405 h 23280"/>
                <a:gd name="csX9" fmla="*/ 28753 w 39651"/>
                <a:gd name="csY9" fmla="*/ 22318 h 23280"/>
                <a:gd name="csX10" fmla="*/ 28771 w 39651"/>
                <a:gd name="csY10" fmla="*/ 22208 h 23280"/>
                <a:gd name="csX11" fmla="*/ 31725 w 39651"/>
                <a:gd name="csY11" fmla="*/ 15754 h 23280"/>
                <a:gd name="csX12" fmla="*/ 35230 w 39651"/>
                <a:gd name="csY12" fmla="*/ 12537 h 23280"/>
                <a:gd name="csX13" fmla="*/ 899 w 39651"/>
                <a:gd name="csY13" fmla="*/ 12537 h 23280"/>
                <a:gd name="csX14" fmla="*/ 267 w 39651"/>
                <a:gd name="csY14" fmla="*/ 12274 h 23280"/>
                <a:gd name="csX15" fmla="*/ 0 w 39651"/>
                <a:gd name="csY15" fmla="*/ 11640 h 23280"/>
                <a:gd name="csX16" fmla="*/ 267 w 39651"/>
                <a:gd name="csY16" fmla="*/ 11006 h 23280"/>
                <a:gd name="csX17" fmla="*/ 899 w 39651"/>
                <a:gd name="csY17" fmla="*/ 10743 h 23280"/>
                <a:gd name="csX18" fmla="*/ 35230 w 39651"/>
                <a:gd name="csY18" fmla="*/ 10743 h 23280"/>
                <a:gd name="csX19" fmla="*/ 31725 w 39651"/>
                <a:gd name="csY19" fmla="*/ 7526 h 23280"/>
                <a:gd name="csX20" fmla="*/ 28771 w 39651"/>
                <a:gd name="csY20" fmla="*/ 1072 h 23280"/>
                <a:gd name="csX21" fmla="*/ 28753 w 39651"/>
                <a:gd name="csY21" fmla="*/ 985 h 23280"/>
                <a:gd name="csX22" fmla="*/ 28727 w 39651"/>
                <a:gd name="csY22" fmla="*/ 875 h 23280"/>
                <a:gd name="csX23" fmla="*/ 28994 w 39651"/>
                <a:gd name="csY23" fmla="*/ 262 h 23280"/>
                <a:gd name="csX24" fmla="*/ 29625 w 39651"/>
                <a:gd name="csY24" fmla="*/ 0 h 23280"/>
                <a:gd name="csX25" fmla="*/ 30195 w 39651"/>
                <a:gd name="csY25" fmla="*/ 198 h 23280"/>
                <a:gd name="csX26" fmla="*/ 30506 w 39651"/>
                <a:gd name="csY26" fmla="*/ 700 h 23280"/>
                <a:gd name="csX27" fmla="*/ 33104 w 39651"/>
                <a:gd name="csY27" fmla="*/ 6389 h 23280"/>
                <a:gd name="csX28" fmla="*/ 39251 w 39651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51" h="23280">
                  <a:moveTo>
                    <a:pt x="39251" y="11049"/>
                  </a:moveTo>
                  <a:cubicBezTo>
                    <a:pt x="39518" y="11151"/>
                    <a:pt x="39652" y="11348"/>
                    <a:pt x="39652" y="11640"/>
                  </a:cubicBezTo>
                  <a:cubicBezTo>
                    <a:pt x="39652" y="11932"/>
                    <a:pt x="39518" y="12129"/>
                    <a:pt x="39251" y="12231"/>
                  </a:cubicBezTo>
                  <a:cubicBezTo>
                    <a:pt x="37063" y="12960"/>
                    <a:pt x="35013" y="14514"/>
                    <a:pt x="33104" y="16892"/>
                  </a:cubicBezTo>
                  <a:cubicBezTo>
                    <a:pt x="31751" y="18656"/>
                    <a:pt x="30886" y="20552"/>
                    <a:pt x="30506" y="22580"/>
                  </a:cubicBezTo>
                  <a:cubicBezTo>
                    <a:pt x="30459" y="22784"/>
                    <a:pt x="30355" y="22952"/>
                    <a:pt x="30195" y="23083"/>
                  </a:cubicBezTo>
                  <a:cubicBezTo>
                    <a:pt x="30034" y="23214"/>
                    <a:pt x="29845" y="23280"/>
                    <a:pt x="29625" y="23280"/>
                  </a:cubicBezTo>
                  <a:cubicBezTo>
                    <a:pt x="29376" y="23280"/>
                    <a:pt x="29166" y="23193"/>
                    <a:pt x="28994" y="23018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8"/>
                  </a:cubicBezTo>
                  <a:cubicBezTo>
                    <a:pt x="28765" y="22259"/>
                    <a:pt x="28771" y="22222"/>
                    <a:pt x="28771" y="22208"/>
                  </a:cubicBezTo>
                  <a:cubicBezTo>
                    <a:pt x="29210" y="19845"/>
                    <a:pt x="30195" y="17694"/>
                    <a:pt x="31725" y="15754"/>
                  </a:cubicBezTo>
                  <a:cubicBezTo>
                    <a:pt x="32692" y="14529"/>
                    <a:pt x="33860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9" y="12449"/>
                    <a:pt x="267" y="12274"/>
                  </a:cubicBezTo>
                  <a:cubicBezTo>
                    <a:pt x="89" y="12099"/>
                    <a:pt x="0" y="11888"/>
                    <a:pt x="0" y="11640"/>
                  </a:cubicBezTo>
                  <a:cubicBezTo>
                    <a:pt x="0" y="11392"/>
                    <a:pt x="89" y="11181"/>
                    <a:pt x="267" y="11006"/>
                  </a:cubicBezTo>
                  <a:cubicBezTo>
                    <a:pt x="439" y="10831"/>
                    <a:pt x="649" y="10743"/>
                    <a:pt x="899" y="10743"/>
                  </a:cubicBezTo>
                  <a:lnTo>
                    <a:pt x="35230" y="10743"/>
                  </a:lnTo>
                  <a:cubicBezTo>
                    <a:pt x="33860" y="9824"/>
                    <a:pt x="32692" y="8752"/>
                    <a:pt x="31725" y="7526"/>
                  </a:cubicBezTo>
                  <a:cubicBezTo>
                    <a:pt x="30195" y="5587"/>
                    <a:pt x="29210" y="3436"/>
                    <a:pt x="28771" y="1072"/>
                  </a:cubicBezTo>
                  <a:cubicBezTo>
                    <a:pt x="28771" y="1058"/>
                    <a:pt x="28765" y="1029"/>
                    <a:pt x="28753" y="985"/>
                  </a:cubicBezTo>
                  <a:cubicBezTo>
                    <a:pt x="28736" y="927"/>
                    <a:pt x="28727" y="890"/>
                    <a:pt x="28727" y="875"/>
                  </a:cubicBezTo>
                  <a:cubicBezTo>
                    <a:pt x="28727" y="628"/>
                    <a:pt x="28816" y="423"/>
                    <a:pt x="28994" y="262"/>
                  </a:cubicBezTo>
                  <a:cubicBezTo>
                    <a:pt x="29166" y="88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9" y="496"/>
                    <a:pt x="30506" y="700"/>
                  </a:cubicBezTo>
                  <a:cubicBezTo>
                    <a:pt x="30886" y="2728"/>
                    <a:pt x="31752" y="4624"/>
                    <a:pt x="33104" y="6389"/>
                  </a:cubicBezTo>
                  <a:cubicBezTo>
                    <a:pt x="35013" y="8767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8B864578-ACA5-8CE1-E9DF-828EF0FF370A}"/>
                </a:ext>
              </a:extLst>
            </p:cNvPr>
            <p:cNvSpPr/>
            <p:nvPr/>
          </p:nvSpPr>
          <p:spPr>
            <a:xfrm>
              <a:off x="2067057" y="3897882"/>
              <a:ext cx="36938" cy="30609"/>
            </a:xfrm>
            <a:custGeom>
              <a:avLst/>
              <a:gdLst>
                <a:gd name="csX0" fmla="*/ 36938 w 36938"/>
                <a:gd name="csY0" fmla="*/ 503 h 30609"/>
                <a:gd name="csX1" fmla="*/ 36778 w 36938"/>
                <a:gd name="csY1" fmla="*/ 1116 h 30609"/>
                <a:gd name="csX2" fmla="*/ 36493 w 36938"/>
                <a:gd name="csY2" fmla="*/ 1356 h 30609"/>
                <a:gd name="csX3" fmla="*/ 35950 w 36938"/>
                <a:gd name="csY3" fmla="*/ 1400 h 30609"/>
                <a:gd name="csX4" fmla="*/ 30257 w 36938"/>
                <a:gd name="csY4" fmla="*/ 3675 h 30609"/>
                <a:gd name="csX5" fmla="*/ 28033 w 36938"/>
                <a:gd name="csY5" fmla="*/ 5929 h 30609"/>
                <a:gd name="csX6" fmla="*/ 24349 w 36938"/>
                <a:gd name="csY6" fmla="*/ 9911 h 30609"/>
                <a:gd name="csX7" fmla="*/ 21076 w 36938"/>
                <a:gd name="csY7" fmla="*/ 13411 h 30609"/>
                <a:gd name="csX8" fmla="*/ 26849 w 36938"/>
                <a:gd name="csY8" fmla="*/ 27240 h 30609"/>
                <a:gd name="csX9" fmla="*/ 27179 w 36938"/>
                <a:gd name="csY9" fmla="*/ 28027 h 30609"/>
                <a:gd name="csX10" fmla="*/ 27508 w 36938"/>
                <a:gd name="csY10" fmla="*/ 28531 h 30609"/>
                <a:gd name="csX11" fmla="*/ 27917 w 36938"/>
                <a:gd name="csY11" fmla="*/ 28903 h 30609"/>
                <a:gd name="csX12" fmla="*/ 28531 w 36938"/>
                <a:gd name="csY12" fmla="*/ 29099 h 30609"/>
                <a:gd name="csX13" fmla="*/ 29412 w 36938"/>
                <a:gd name="csY13" fmla="*/ 29209 h 30609"/>
                <a:gd name="csX14" fmla="*/ 30702 w 36938"/>
                <a:gd name="csY14" fmla="*/ 29231 h 30609"/>
                <a:gd name="csX15" fmla="*/ 31066 w 36938"/>
                <a:gd name="csY15" fmla="*/ 29252 h 30609"/>
                <a:gd name="csX16" fmla="*/ 31351 w 36938"/>
                <a:gd name="csY16" fmla="*/ 29384 h 30609"/>
                <a:gd name="csX17" fmla="*/ 31511 w 36938"/>
                <a:gd name="csY17" fmla="*/ 29756 h 30609"/>
                <a:gd name="csX18" fmla="*/ 31333 w 36938"/>
                <a:gd name="csY18" fmla="*/ 30368 h 30609"/>
                <a:gd name="csX19" fmla="*/ 31031 w 36938"/>
                <a:gd name="csY19" fmla="*/ 30587 h 30609"/>
                <a:gd name="csX20" fmla="*/ 30657 w 36938"/>
                <a:gd name="csY20" fmla="*/ 30609 h 30609"/>
                <a:gd name="csX21" fmla="*/ 28157 w 36938"/>
                <a:gd name="csY21" fmla="*/ 30543 h 30609"/>
                <a:gd name="csX22" fmla="*/ 25684 w 36938"/>
                <a:gd name="csY22" fmla="*/ 30477 h 30609"/>
                <a:gd name="csX23" fmla="*/ 20044 w 36938"/>
                <a:gd name="csY23" fmla="*/ 30609 h 30609"/>
                <a:gd name="csX24" fmla="*/ 19368 w 36938"/>
                <a:gd name="csY24" fmla="*/ 30062 h 30609"/>
                <a:gd name="csX25" fmla="*/ 19412 w 36938"/>
                <a:gd name="csY25" fmla="*/ 29624 h 30609"/>
                <a:gd name="csX26" fmla="*/ 19626 w 36938"/>
                <a:gd name="csY26" fmla="*/ 29384 h 30609"/>
                <a:gd name="csX27" fmla="*/ 19892 w 36938"/>
                <a:gd name="csY27" fmla="*/ 29275 h 30609"/>
                <a:gd name="csX28" fmla="*/ 20266 w 36938"/>
                <a:gd name="csY28" fmla="*/ 29231 h 30609"/>
                <a:gd name="csX29" fmla="*/ 21681 w 36938"/>
                <a:gd name="csY29" fmla="*/ 28903 h 30609"/>
                <a:gd name="csX30" fmla="*/ 22579 w 36938"/>
                <a:gd name="csY30" fmla="*/ 28377 h 30609"/>
                <a:gd name="csX31" fmla="*/ 22864 w 36938"/>
                <a:gd name="csY31" fmla="*/ 27918 h 30609"/>
                <a:gd name="csX32" fmla="*/ 22650 w 36938"/>
                <a:gd name="csY32" fmla="*/ 27284 h 30609"/>
                <a:gd name="csX33" fmla="*/ 18122 w 36938"/>
                <a:gd name="csY33" fmla="*/ 16584 h 30609"/>
                <a:gd name="csX34" fmla="*/ 14074 w 36938"/>
                <a:gd name="csY34" fmla="*/ 20982 h 30609"/>
                <a:gd name="csX35" fmla="*/ 9501 w 36938"/>
                <a:gd name="csY35" fmla="*/ 25817 h 30609"/>
                <a:gd name="csX36" fmla="*/ 8292 w 36938"/>
                <a:gd name="csY36" fmla="*/ 27831 h 30609"/>
                <a:gd name="csX37" fmla="*/ 10089 w 36938"/>
                <a:gd name="csY37" fmla="*/ 29231 h 30609"/>
                <a:gd name="csX38" fmla="*/ 10631 w 36938"/>
                <a:gd name="csY38" fmla="*/ 29712 h 30609"/>
                <a:gd name="csX39" fmla="*/ 10462 w 36938"/>
                <a:gd name="csY39" fmla="*/ 30347 h 30609"/>
                <a:gd name="csX40" fmla="*/ 10151 w 36938"/>
                <a:gd name="csY40" fmla="*/ 30587 h 30609"/>
                <a:gd name="csX41" fmla="*/ 9822 w 36938"/>
                <a:gd name="csY41" fmla="*/ 30609 h 30609"/>
                <a:gd name="csX42" fmla="*/ 7313 w 36938"/>
                <a:gd name="csY42" fmla="*/ 30543 h 30609"/>
                <a:gd name="csX43" fmla="*/ 4795 w 36938"/>
                <a:gd name="csY43" fmla="*/ 30477 h 30609"/>
                <a:gd name="csX44" fmla="*/ 2669 w 36938"/>
                <a:gd name="csY44" fmla="*/ 30543 h 30609"/>
                <a:gd name="csX45" fmla="*/ 596 w 36938"/>
                <a:gd name="csY45" fmla="*/ 30609 h 30609"/>
                <a:gd name="csX46" fmla="*/ 178 w 36938"/>
                <a:gd name="csY46" fmla="*/ 30477 h 30609"/>
                <a:gd name="csX47" fmla="*/ 27 w 36938"/>
                <a:gd name="csY47" fmla="*/ 30215 h 30609"/>
                <a:gd name="csX48" fmla="*/ 0 w 36938"/>
                <a:gd name="csY48" fmla="*/ 30106 h 30609"/>
                <a:gd name="csX49" fmla="*/ 45 w 36938"/>
                <a:gd name="csY49" fmla="*/ 29624 h 30609"/>
                <a:gd name="csX50" fmla="*/ 285 w 36938"/>
                <a:gd name="csY50" fmla="*/ 29362 h 30609"/>
                <a:gd name="csX51" fmla="*/ 569 w 36938"/>
                <a:gd name="csY51" fmla="*/ 29275 h 30609"/>
                <a:gd name="csX52" fmla="*/ 987 w 36938"/>
                <a:gd name="csY52" fmla="*/ 29231 h 30609"/>
                <a:gd name="csX53" fmla="*/ 4422 w 36938"/>
                <a:gd name="csY53" fmla="*/ 28399 h 30609"/>
                <a:gd name="csX54" fmla="*/ 7571 w 36938"/>
                <a:gd name="csY54" fmla="*/ 25993 h 30609"/>
                <a:gd name="csX55" fmla="*/ 7856 w 36938"/>
                <a:gd name="csY55" fmla="*/ 25752 h 30609"/>
                <a:gd name="csX56" fmla="*/ 8167 w 36938"/>
                <a:gd name="csY56" fmla="*/ 25511 h 30609"/>
                <a:gd name="csX57" fmla="*/ 17615 w 36938"/>
                <a:gd name="csY57" fmla="*/ 15337 h 30609"/>
                <a:gd name="csX58" fmla="*/ 12321 w 36938"/>
                <a:gd name="csY58" fmla="*/ 2822 h 30609"/>
                <a:gd name="csX59" fmla="*/ 11859 w 36938"/>
                <a:gd name="csY59" fmla="*/ 2012 h 30609"/>
                <a:gd name="csX60" fmla="*/ 10960 w 36938"/>
                <a:gd name="csY60" fmla="*/ 1575 h 30609"/>
                <a:gd name="csX61" fmla="*/ 8977 w 36938"/>
                <a:gd name="csY61" fmla="*/ 1400 h 30609"/>
                <a:gd name="csX62" fmla="*/ 8425 w 36938"/>
                <a:gd name="csY62" fmla="*/ 1378 h 30609"/>
                <a:gd name="csX63" fmla="*/ 8096 w 36938"/>
                <a:gd name="csY63" fmla="*/ 1246 h 30609"/>
                <a:gd name="csX64" fmla="*/ 7944 w 36938"/>
                <a:gd name="csY64" fmla="*/ 897 h 30609"/>
                <a:gd name="csX65" fmla="*/ 8096 w 36938"/>
                <a:gd name="csY65" fmla="*/ 284 h 30609"/>
                <a:gd name="csX66" fmla="*/ 8407 w 36938"/>
                <a:gd name="csY66" fmla="*/ 44 h 30609"/>
                <a:gd name="csX67" fmla="*/ 8754 w 36938"/>
                <a:gd name="csY67" fmla="*/ 0 h 30609"/>
                <a:gd name="csX68" fmla="*/ 11245 w 36938"/>
                <a:gd name="csY68" fmla="*/ 65 h 30609"/>
                <a:gd name="csX69" fmla="*/ 13763 w 36938"/>
                <a:gd name="csY69" fmla="*/ 131 h 30609"/>
                <a:gd name="csX70" fmla="*/ 16583 w 36938"/>
                <a:gd name="csY70" fmla="*/ 65 h 30609"/>
                <a:gd name="csX71" fmla="*/ 19412 w 36938"/>
                <a:gd name="csY71" fmla="*/ 0 h 30609"/>
                <a:gd name="csX72" fmla="*/ 20088 w 36938"/>
                <a:gd name="csY72" fmla="*/ 546 h 30609"/>
                <a:gd name="csX73" fmla="*/ 19937 w 36938"/>
                <a:gd name="csY73" fmla="*/ 1093 h 30609"/>
                <a:gd name="csX74" fmla="*/ 19626 w 36938"/>
                <a:gd name="csY74" fmla="*/ 1334 h 30609"/>
                <a:gd name="csX75" fmla="*/ 19190 w 36938"/>
                <a:gd name="csY75" fmla="*/ 1400 h 30609"/>
                <a:gd name="csX76" fmla="*/ 17677 w 36938"/>
                <a:gd name="csY76" fmla="*/ 1772 h 30609"/>
                <a:gd name="csX77" fmla="*/ 16787 w 36938"/>
                <a:gd name="csY77" fmla="*/ 2297 h 30609"/>
                <a:gd name="csX78" fmla="*/ 16539 w 36938"/>
                <a:gd name="csY78" fmla="*/ 2691 h 30609"/>
                <a:gd name="csX79" fmla="*/ 16761 w 36938"/>
                <a:gd name="csY79" fmla="*/ 3282 h 30609"/>
                <a:gd name="csX80" fmla="*/ 20524 w 36938"/>
                <a:gd name="csY80" fmla="*/ 12186 h 30609"/>
                <a:gd name="csX81" fmla="*/ 27793 w 36938"/>
                <a:gd name="csY81" fmla="*/ 4398 h 30609"/>
                <a:gd name="csX82" fmla="*/ 28638 w 36938"/>
                <a:gd name="csY82" fmla="*/ 2778 h 30609"/>
                <a:gd name="csX83" fmla="*/ 26849 w 36938"/>
                <a:gd name="csY83" fmla="*/ 1400 h 30609"/>
                <a:gd name="csX84" fmla="*/ 26298 w 36938"/>
                <a:gd name="csY84" fmla="*/ 897 h 30609"/>
                <a:gd name="csX85" fmla="*/ 26476 w 36938"/>
                <a:gd name="csY85" fmla="*/ 284 h 30609"/>
                <a:gd name="csX86" fmla="*/ 26778 w 36938"/>
                <a:gd name="csY86" fmla="*/ 44 h 30609"/>
                <a:gd name="csX87" fmla="*/ 27152 w 36938"/>
                <a:gd name="csY87" fmla="*/ 0 h 30609"/>
                <a:gd name="csX88" fmla="*/ 29625 w 36938"/>
                <a:gd name="csY88" fmla="*/ 65 h 30609"/>
                <a:gd name="csX89" fmla="*/ 32143 w 36938"/>
                <a:gd name="csY89" fmla="*/ 131 h 30609"/>
                <a:gd name="csX90" fmla="*/ 34269 w 36938"/>
                <a:gd name="csY90" fmla="*/ 65 h 30609"/>
                <a:gd name="csX91" fmla="*/ 36342 w 36938"/>
                <a:gd name="csY91" fmla="*/ 0 h 30609"/>
                <a:gd name="csX92" fmla="*/ 36760 w 36938"/>
                <a:gd name="csY92" fmla="*/ 131 h 30609"/>
                <a:gd name="csX93" fmla="*/ 36911 w 36938"/>
                <a:gd name="csY93" fmla="*/ 372 h 30609"/>
                <a:gd name="csX94" fmla="*/ 36938 w 36938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38" h="30609">
                  <a:moveTo>
                    <a:pt x="36938" y="503"/>
                  </a:moveTo>
                  <a:cubicBezTo>
                    <a:pt x="36938" y="765"/>
                    <a:pt x="36885" y="970"/>
                    <a:pt x="36778" y="1116"/>
                  </a:cubicBezTo>
                  <a:cubicBezTo>
                    <a:pt x="36695" y="1247"/>
                    <a:pt x="36600" y="1327"/>
                    <a:pt x="36493" y="1356"/>
                  </a:cubicBezTo>
                  <a:cubicBezTo>
                    <a:pt x="36392" y="1371"/>
                    <a:pt x="36212" y="1385"/>
                    <a:pt x="35950" y="1400"/>
                  </a:cubicBezTo>
                  <a:cubicBezTo>
                    <a:pt x="33863" y="1502"/>
                    <a:pt x="31965" y="2261"/>
                    <a:pt x="30257" y="3675"/>
                  </a:cubicBezTo>
                  <a:cubicBezTo>
                    <a:pt x="29836" y="4040"/>
                    <a:pt x="29094" y="4791"/>
                    <a:pt x="28033" y="5929"/>
                  </a:cubicBezTo>
                  <a:cubicBezTo>
                    <a:pt x="26983" y="7067"/>
                    <a:pt x="25755" y="8394"/>
                    <a:pt x="24349" y="9911"/>
                  </a:cubicBezTo>
                  <a:cubicBezTo>
                    <a:pt x="22968" y="11428"/>
                    <a:pt x="21876" y="12595"/>
                    <a:pt x="21076" y="13411"/>
                  </a:cubicBezTo>
                  <a:lnTo>
                    <a:pt x="26849" y="27240"/>
                  </a:lnTo>
                  <a:cubicBezTo>
                    <a:pt x="27010" y="27604"/>
                    <a:pt x="27119" y="27867"/>
                    <a:pt x="27179" y="28027"/>
                  </a:cubicBezTo>
                  <a:cubicBezTo>
                    <a:pt x="27250" y="28173"/>
                    <a:pt x="27360" y="28341"/>
                    <a:pt x="27508" y="28531"/>
                  </a:cubicBezTo>
                  <a:cubicBezTo>
                    <a:pt x="27668" y="28720"/>
                    <a:pt x="27804" y="28844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2" y="29158"/>
                    <a:pt x="29115" y="29194"/>
                    <a:pt x="29412" y="29209"/>
                  </a:cubicBezTo>
                  <a:cubicBezTo>
                    <a:pt x="29714" y="29209"/>
                    <a:pt x="30144" y="29216"/>
                    <a:pt x="30702" y="29231"/>
                  </a:cubicBezTo>
                  <a:cubicBezTo>
                    <a:pt x="30874" y="29231"/>
                    <a:pt x="30995" y="29238"/>
                    <a:pt x="31066" y="29252"/>
                  </a:cubicBezTo>
                  <a:cubicBezTo>
                    <a:pt x="31155" y="29252"/>
                    <a:pt x="31250" y="29296"/>
                    <a:pt x="31351" y="29384"/>
                  </a:cubicBezTo>
                  <a:cubicBezTo>
                    <a:pt x="31458" y="29457"/>
                    <a:pt x="31511" y="29581"/>
                    <a:pt x="31511" y="29756"/>
                  </a:cubicBezTo>
                  <a:cubicBezTo>
                    <a:pt x="31511" y="30018"/>
                    <a:pt x="31452" y="30222"/>
                    <a:pt x="31333" y="30368"/>
                  </a:cubicBezTo>
                  <a:cubicBezTo>
                    <a:pt x="31232" y="30500"/>
                    <a:pt x="31132" y="30573"/>
                    <a:pt x="31031" y="30587"/>
                  </a:cubicBezTo>
                  <a:cubicBezTo>
                    <a:pt x="30942" y="30602"/>
                    <a:pt x="30817" y="30609"/>
                    <a:pt x="30657" y="30609"/>
                  </a:cubicBezTo>
                  <a:cubicBezTo>
                    <a:pt x="30277" y="30609"/>
                    <a:pt x="29444" y="30587"/>
                    <a:pt x="28157" y="30543"/>
                  </a:cubicBezTo>
                  <a:cubicBezTo>
                    <a:pt x="26876" y="30499"/>
                    <a:pt x="26052" y="30477"/>
                    <a:pt x="25684" y="30477"/>
                  </a:cubicBezTo>
                  <a:lnTo>
                    <a:pt x="20044" y="30609"/>
                  </a:lnTo>
                  <a:cubicBezTo>
                    <a:pt x="19593" y="30609"/>
                    <a:pt x="19368" y="30427"/>
                    <a:pt x="19368" y="30062"/>
                  </a:cubicBezTo>
                  <a:cubicBezTo>
                    <a:pt x="19368" y="29872"/>
                    <a:pt x="19382" y="29726"/>
                    <a:pt x="19412" y="29624"/>
                  </a:cubicBezTo>
                  <a:cubicBezTo>
                    <a:pt x="19454" y="29508"/>
                    <a:pt x="19525" y="29428"/>
                    <a:pt x="19626" y="29384"/>
                  </a:cubicBezTo>
                  <a:cubicBezTo>
                    <a:pt x="19726" y="29325"/>
                    <a:pt x="19815" y="29289"/>
                    <a:pt x="19892" y="29275"/>
                  </a:cubicBezTo>
                  <a:cubicBezTo>
                    <a:pt x="19964" y="29260"/>
                    <a:pt x="20088" y="29245"/>
                    <a:pt x="20266" y="29231"/>
                  </a:cubicBezTo>
                  <a:cubicBezTo>
                    <a:pt x="20806" y="29172"/>
                    <a:pt x="21277" y="29063"/>
                    <a:pt x="21681" y="28903"/>
                  </a:cubicBezTo>
                  <a:cubicBezTo>
                    <a:pt x="22108" y="28728"/>
                    <a:pt x="22407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50" y="27284"/>
                  </a:lnTo>
                  <a:lnTo>
                    <a:pt x="18122" y="16584"/>
                  </a:lnTo>
                  <a:lnTo>
                    <a:pt x="14074" y="20982"/>
                  </a:lnTo>
                  <a:lnTo>
                    <a:pt x="9501" y="25817"/>
                  </a:lnTo>
                  <a:cubicBezTo>
                    <a:pt x="8695" y="26678"/>
                    <a:pt x="8292" y="27349"/>
                    <a:pt x="8292" y="27831"/>
                  </a:cubicBezTo>
                  <a:cubicBezTo>
                    <a:pt x="8292" y="28633"/>
                    <a:pt x="8891" y="29099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5" y="30201"/>
                    <a:pt x="10462" y="30347"/>
                  </a:cubicBezTo>
                  <a:cubicBezTo>
                    <a:pt x="10361" y="30478"/>
                    <a:pt x="10258" y="30558"/>
                    <a:pt x="10151" y="30587"/>
                  </a:cubicBezTo>
                  <a:cubicBezTo>
                    <a:pt x="10068" y="30602"/>
                    <a:pt x="9958" y="30609"/>
                    <a:pt x="9822" y="30609"/>
                  </a:cubicBezTo>
                  <a:cubicBezTo>
                    <a:pt x="9282" y="30609"/>
                    <a:pt x="8446" y="30587"/>
                    <a:pt x="7313" y="30543"/>
                  </a:cubicBezTo>
                  <a:cubicBezTo>
                    <a:pt x="6186" y="30499"/>
                    <a:pt x="5347" y="30477"/>
                    <a:pt x="4795" y="30477"/>
                  </a:cubicBezTo>
                  <a:cubicBezTo>
                    <a:pt x="4327" y="30477"/>
                    <a:pt x="3618" y="30499"/>
                    <a:pt x="2669" y="30543"/>
                  </a:cubicBezTo>
                  <a:cubicBezTo>
                    <a:pt x="1720" y="30587"/>
                    <a:pt x="1029" y="30609"/>
                    <a:pt x="596" y="30609"/>
                  </a:cubicBezTo>
                  <a:cubicBezTo>
                    <a:pt x="418" y="30609"/>
                    <a:pt x="279" y="30565"/>
                    <a:pt x="178" y="30477"/>
                  </a:cubicBezTo>
                  <a:cubicBezTo>
                    <a:pt x="77" y="30390"/>
                    <a:pt x="27" y="30303"/>
                    <a:pt x="27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4"/>
                  </a:cubicBezTo>
                  <a:cubicBezTo>
                    <a:pt x="86" y="29508"/>
                    <a:pt x="166" y="29421"/>
                    <a:pt x="285" y="29362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5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9" y="27918"/>
                    <a:pt x="6539" y="27115"/>
                    <a:pt x="7571" y="25993"/>
                  </a:cubicBezTo>
                  <a:cubicBezTo>
                    <a:pt x="7660" y="25920"/>
                    <a:pt x="7755" y="25839"/>
                    <a:pt x="7856" y="25752"/>
                  </a:cubicBezTo>
                  <a:cubicBezTo>
                    <a:pt x="7974" y="25664"/>
                    <a:pt x="8078" y="25584"/>
                    <a:pt x="8167" y="25511"/>
                  </a:cubicBezTo>
                  <a:lnTo>
                    <a:pt x="17615" y="15337"/>
                  </a:lnTo>
                  <a:lnTo>
                    <a:pt x="12321" y="2822"/>
                  </a:lnTo>
                  <a:cubicBezTo>
                    <a:pt x="12161" y="2443"/>
                    <a:pt x="12007" y="2173"/>
                    <a:pt x="11859" y="2012"/>
                  </a:cubicBezTo>
                  <a:cubicBezTo>
                    <a:pt x="11717" y="1837"/>
                    <a:pt x="11417" y="1692"/>
                    <a:pt x="10960" y="1575"/>
                  </a:cubicBezTo>
                  <a:cubicBezTo>
                    <a:pt x="10510" y="1458"/>
                    <a:pt x="9848" y="1400"/>
                    <a:pt x="8977" y="1400"/>
                  </a:cubicBezTo>
                  <a:cubicBezTo>
                    <a:pt x="8727" y="1400"/>
                    <a:pt x="8544" y="1393"/>
                    <a:pt x="8425" y="1378"/>
                  </a:cubicBezTo>
                  <a:cubicBezTo>
                    <a:pt x="8306" y="1363"/>
                    <a:pt x="8197" y="1319"/>
                    <a:pt x="8096" y="1246"/>
                  </a:cubicBezTo>
                  <a:cubicBezTo>
                    <a:pt x="7995" y="1173"/>
                    <a:pt x="7944" y="1057"/>
                    <a:pt x="7944" y="897"/>
                  </a:cubicBezTo>
                  <a:cubicBezTo>
                    <a:pt x="7944" y="620"/>
                    <a:pt x="7995" y="415"/>
                    <a:pt x="8096" y="284"/>
                  </a:cubicBezTo>
                  <a:cubicBezTo>
                    <a:pt x="8214" y="138"/>
                    <a:pt x="8318" y="58"/>
                    <a:pt x="8407" y="44"/>
                  </a:cubicBezTo>
                  <a:cubicBezTo>
                    <a:pt x="8508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5"/>
                  </a:cubicBezTo>
                  <a:cubicBezTo>
                    <a:pt x="12544" y="109"/>
                    <a:pt x="13383" y="131"/>
                    <a:pt x="13763" y="131"/>
                  </a:cubicBezTo>
                  <a:cubicBezTo>
                    <a:pt x="14392" y="131"/>
                    <a:pt x="15332" y="109"/>
                    <a:pt x="16583" y="65"/>
                  </a:cubicBezTo>
                  <a:cubicBezTo>
                    <a:pt x="17852" y="22"/>
                    <a:pt x="18795" y="0"/>
                    <a:pt x="19412" y="0"/>
                  </a:cubicBezTo>
                  <a:cubicBezTo>
                    <a:pt x="19863" y="0"/>
                    <a:pt x="20088" y="182"/>
                    <a:pt x="20088" y="546"/>
                  </a:cubicBezTo>
                  <a:cubicBezTo>
                    <a:pt x="20088" y="780"/>
                    <a:pt x="20038" y="962"/>
                    <a:pt x="19937" y="1093"/>
                  </a:cubicBezTo>
                  <a:cubicBezTo>
                    <a:pt x="19830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60" y="2122"/>
                    <a:pt x="16787" y="2297"/>
                  </a:cubicBezTo>
                  <a:cubicBezTo>
                    <a:pt x="16622" y="2457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93" y="4398"/>
                  </a:lnTo>
                  <a:cubicBezTo>
                    <a:pt x="28356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49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5"/>
                    <a:pt x="26476" y="284"/>
                  </a:cubicBezTo>
                  <a:cubicBezTo>
                    <a:pt x="26594" y="138"/>
                    <a:pt x="26695" y="58"/>
                    <a:pt x="26778" y="44"/>
                  </a:cubicBezTo>
                  <a:cubicBezTo>
                    <a:pt x="26885" y="15"/>
                    <a:pt x="27010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52" y="109"/>
                    <a:pt x="31591" y="131"/>
                    <a:pt x="32143" y="131"/>
                  </a:cubicBezTo>
                  <a:cubicBezTo>
                    <a:pt x="32611" y="131"/>
                    <a:pt x="33320" y="109"/>
                    <a:pt x="34269" y="65"/>
                  </a:cubicBezTo>
                  <a:cubicBezTo>
                    <a:pt x="35212" y="22"/>
                    <a:pt x="35903" y="0"/>
                    <a:pt x="36342" y="0"/>
                  </a:cubicBezTo>
                  <a:cubicBezTo>
                    <a:pt x="36520" y="0"/>
                    <a:pt x="36659" y="44"/>
                    <a:pt x="36760" y="131"/>
                  </a:cubicBezTo>
                  <a:cubicBezTo>
                    <a:pt x="36861" y="204"/>
                    <a:pt x="36911" y="284"/>
                    <a:pt x="36911" y="372"/>
                  </a:cubicBezTo>
                  <a:lnTo>
                    <a:pt x="36938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5D48BB05-1A07-16BF-4721-AE9D8561EFC4}"/>
                </a:ext>
              </a:extLst>
            </p:cNvPr>
            <p:cNvSpPr/>
            <p:nvPr/>
          </p:nvSpPr>
          <p:spPr>
            <a:xfrm>
              <a:off x="2110623" y="3860996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1 h 64013"/>
                <a:gd name="csX2" fmla="*/ 8158 w 14848"/>
                <a:gd name="csY2" fmla="*/ 5751 h 64013"/>
                <a:gd name="csX3" fmla="*/ 12161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09 w 14848"/>
                <a:gd name="csY12" fmla="*/ 58512 h 64013"/>
                <a:gd name="csX13" fmla="*/ 4217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3" y="18285"/>
                    <a:pt x="4030" y="12471"/>
                  </a:cubicBezTo>
                  <a:cubicBezTo>
                    <a:pt x="5175" y="10033"/>
                    <a:pt x="6551" y="7793"/>
                    <a:pt x="8158" y="5751"/>
                  </a:cubicBezTo>
                  <a:cubicBezTo>
                    <a:pt x="9759" y="3709"/>
                    <a:pt x="11094" y="2240"/>
                    <a:pt x="12161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3" y="8720"/>
                    <a:pt x="3695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198" y="61877"/>
                    <a:pt x="9893" y="60471"/>
                    <a:pt x="8309" y="58512"/>
                  </a:cubicBezTo>
                  <a:cubicBezTo>
                    <a:pt x="6726" y="56553"/>
                    <a:pt x="5362" y="54375"/>
                    <a:pt x="4217" y="51979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E90BDC1B-7659-0AEA-638F-5EE7F70BDD0C}"/>
                </a:ext>
              </a:extLst>
            </p:cNvPr>
            <p:cNvSpPr/>
            <p:nvPr/>
          </p:nvSpPr>
          <p:spPr>
            <a:xfrm>
              <a:off x="2130337" y="3880719"/>
              <a:ext cx="31876" cy="29005"/>
            </a:xfrm>
            <a:custGeom>
              <a:avLst/>
              <a:gdLst>
                <a:gd name="csX0" fmla="*/ 31876 w 31876"/>
                <a:gd name="csY0" fmla="*/ 4220 h 29005"/>
                <a:gd name="csX1" fmla="*/ 30782 w 31876"/>
                <a:gd name="csY1" fmla="*/ 6970 h 29005"/>
                <a:gd name="csX2" fmla="*/ 28442 w 31876"/>
                <a:gd name="csY2" fmla="*/ 7939 h 29005"/>
                <a:gd name="csX3" fmla="*/ 26627 w 31876"/>
                <a:gd name="csY3" fmla="*/ 7251 h 29005"/>
                <a:gd name="csX4" fmla="*/ 26004 w 31876"/>
                <a:gd name="csY4" fmla="*/ 5688 h 29005"/>
                <a:gd name="csX5" fmla="*/ 26876 w 31876"/>
                <a:gd name="csY5" fmla="*/ 3470 h 29005"/>
                <a:gd name="csX6" fmla="*/ 29065 w 31876"/>
                <a:gd name="csY6" fmla="*/ 2220 h 29005"/>
                <a:gd name="csX7" fmla="*/ 25880 w 31876"/>
                <a:gd name="csY7" fmla="*/ 1407 h 29005"/>
                <a:gd name="csX8" fmla="*/ 23531 w 31876"/>
                <a:gd name="csY8" fmla="*/ 2063 h 29005"/>
                <a:gd name="csX9" fmla="*/ 21814 w 31876"/>
                <a:gd name="csY9" fmla="*/ 3563 h 29005"/>
                <a:gd name="csX10" fmla="*/ 20622 w 31876"/>
                <a:gd name="csY10" fmla="*/ 5626 h 29005"/>
                <a:gd name="csX11" fmla="*/ 19875 w 31876"/>
                <a:gd name="csY11" fmla="*/ 7533 h 29005"/>
                <a:gd name="csX12" fmla="*/ 19537 w 31876"/>
                <a:gd name="csY12" fmla="*/ 8970 h 29005"/>
                <a:gd name="csX13" fmla="*/ 17348 w 31876"/>
                <a:gd name="csY13" fmla="*/ 17723 h 29005"/>
                <a:gd name="csX14" fmla="*/ 16281 w 31876"/>
                <a:gd name="csY14" fmla="*/ 23349 h 29005"/>
                <a:gd name="csX15" fmla="*/ 17152 w 31876"/>
                <a:gd name="csY15" fmla="*/ 26381 h 29005"/>
                <a:gd name="csX16" fmla="*/ 19786 w 31876"/>
                <a:gd name="csY16" fmla="*/ 27568 h 29005"/>
                <a:gd name="csX17" fmla="*/ 21254 w 31876"/>
                <a:gd name="csY17" fmla="*/ 27381 h 29005"/>
                <a:gd name="csX18" fmla="*/ 23033 w 31876"/>
                <a:gd name="csY18" fmla="*/ 26599 h 29005"/>
                <a:gd name="csX19" fmla="*/ 24972 w 31876"/>
                <a:gd name="csY19" fmla="*/ 25131 h 29005"/>
                <a:gd name="csX20" fmla="*/ 26814 w 31876"/>
                <a:gd name="csY20" fmla="*/ 22692 h 29005"/>
                <a:gd name="csX21" fmla="*/ 28317 w 31876"/>
                <a:gd name="csY21" fmla="*/ 19191 h 29005"/>
                <a:gd name="csX22" fmla="*/ 29127 w 31876"/>
                <a:gd name="csY22" fmla="*/ 18504 h 29005"/>
                <a:gd name="csX23" fmla="*/ 29910 w 31876"/>
                <a:gd name="csY23" fmla="*/ 19129 h 29005"/>
                <a:gd name="csX24" fmla="*/ 29474 w 31876"/>
                <a:gd name="csY24" fmla="*/ 20786 h 29005"/>
                <a:gd name="csX25" fmla="*/ 28157 w 31876"/>
                <a:gd name="csY25" fmla="*/ 23318 h 29005"/>
                <a:gd name="csX26" fmla="*/ 26129 w 31876"/>
                <a:gd name="csY26" fmla="*/ 26005 h 29005"/>
                <a:gd name="csX27" fmla="*/ 23255 w 31876"/>
                <a:gd name="csY27" fmla="*/ 28131 h 29005"/>
                <a:gd name="csX28" fmla="*/ 19661 w 31876"/>
                <a:gd name="csY28" fmla="*/ 29006 h 29005"/>
                <a:gd name="csX29" fmla="*/ 15186 w 31876"/>
                <a:gd name="csY29" fmla="*/ 27568 h 29005"/>
                <a:gd name="csX30" fmla="*/ 12749 w 31876"/>
                <a:gd name="csY30" fmla="*/ 24130 h 29005"/>
                <a:gd name="csX31" fmla="*/ 12375 w 31876"/>
                <a:gd name="csY31" fmla="*/ 24786 h 29005"/>
                <a:gd name="csX32" fmla="*/ 11503 w 31876"/>
                <a:gd name="csY32" fmla="*/ 26005 h 29005"/>
                <a:gd name="csX33" fmla="*/ 10151 w 31876"/>
                <a:gd name="csY33" fmla="*/ 27443 h 29005"/>
                <a:gd name="csX34" fmla="*/ 8309 w 31876"/>
                <a:gd name="csY34" fmla="*/ 28506 h 29005"/>
                <a:gd name="csX35" fmla="*/ 6032 w 31876"/>
                <a:gd name="csY35" fmla="*/ 29006 h 29005"/>
                <a:gd name="csX36" fmla="*/ 3185 w 31876"/>
                <a:gd name="csY36" fmla="*/ 28568 h 29005"/>
                <a:gd name="csX37" fmla="*/ 934 w 31876"/>
                <a:gd name="csY37" fmla="*/ 27131 h 29005"/>
                <a:gd name="csX38" fmla="*/ 0 w 31876"/>
                <a:gd name="csY38" fmla="*/ 24755 h 29005"/>
                <a:gd name="csX39" fmla="*/ 1032 w 31876"/>
                <a:gd name="csY39" fmla="*/ 22161 h 29005"/>
                <a:gd name="csX40" fmla="*/ 3532 w 31876"/>
                <a:gd name="csY40" fmla="*/ 21067 h 29005"/>
                <a:gd name="csX41" fmla="*/ 5151 w 31876"/>
                <a:gd name="csY41" fmla="*/ 21598 h 29005"/>
                <a:gd name="csX42" fmla="*/ 5907 w 31876"/>
                <a:gd name="csY42" fmla="*/ 23286 h 29005"/>
                <a:gd name="csX43" fmla="*/ 5027 w 31876"/>
                <a:gd name="csY43" fmla="*/ 25536 h 29005"/>
                <a:gd name="csX44" fmla="*/ 2900 w 31876"/>
                <a:gd name="csY44" fmla="*/ 26756 h 29005"/>
                <a:gd name="csX45" fmla="*/ 6094 w 31876"/>
                <a:gd name="csY45" fmla="*/ 27568 h 29005"/>
                <a:gd name="csX46" fmla="*/ 9777 w 31876"/>
                <a:gd name="csY46" fmla="*/ 25755 h 29005"/>
                <a:gd name="csX47" fmla="*/ 12188 w 31876"/>
                <a:gd name="csY47" fmla="*/ 20911 h 29005"/>
                <a:gd name="csX48" fmla="*/ 14875 w 31876"/>
                <a:gd name="csY48" fmla="*/ 10377 h 29005"/>
                <a:gd name="csX49" fmla="*/ 15622 w 31876"/>
                <a:gd name="csY49" fmla="*/ 5688 h 29005"/>
                <a:gd name="csX50" fmla="*/ 15284 w 31876"/>
                <a:gd name="csY50" fmla="*/ 3470 h 29005"/>
                <a:gd name="csX51" fmla="*/ 14341 w 31876"/>
                <a:gd name="csY51" fmla="*/ 2156 h 29005"/>
                <a:gd name="csX52" fmla="*/ 13247 w 31876"/>
                <a:gd name="csY52" fmla="*/ 1563 h 29005"/>
                <a:gd name="csX53" fmla="*/ 12188 w 31876"/>
                <a:gd name="csY53" fmla="*/ 1407 h 29005"/>
                <a:gd name="csX54" fmla="*/ 10187 w 31876"/>
                <a:gd name="csY54" fmla="*/ 1782 h 29005"/>
                <a:gd name="csX55" fmla="*/ 7909 w 31876"/>
                <a:gd name="csY55" fmla="*/ 3032 h 29005"/>
                <a:gd name="csX56" fmla="*/ 5534 w 31876"/>
                <a:gd name="csY56" fmla="*/ 5626 h 29005"/>
                <a:gd name="csX57" fmla="*/ 3594 w 31876"/>
                <a:gd name="csY57" fmla="*/ 9783 h 29005"/>
                <a:gd name="csX58" fmla="*/ 2749 w 31876"/>
                <a:gd name="csY58" fmla="*/ 10502 h 29005"/>
                <a:gd name="csX59" fmla="*/ 2002 w 31876"/>
                <a:gd name="csY59" fmla="*/ 9846 h 29005"/>
                <a:gd name="csX60" fmla="*/ 2402 w 31876"/>
                <a:gd name="csY60" fmla="*/ 8220 h 29005"/>
                <a:gd name="csX61" fmla="*/ 3719 w 31876"/>
                <a:gd name="csY61" fmla="*/ 5688 h 29005"/>
                <a:gd name="csX62" fmla="*/ 5783 w 31876"/>
                <a:gd name="csY62" fmla="*/ 3032 h 29005"/>
                <a:gd name="csX63" fmla="*/ 8683 w 31876"/>
                <a:gd name="csY63" fmla="*/ 875 h 29005"/>
                <a:gd name="csX64" fmla="*/ 12313 w 31876"/>
                <a:gd name="csY64" fmla="*/ 0 h 29005"/>
                <a:gd name="csX65" fmla="*/ 13968 w 31876"/>
                <a:gd name="csY65" fmla="*/ 188 h 29005"/>
                <a:gd name="csX66" fmla="*/ 15809 w 31876"/>
                <a:gd name="csY66" fmla="*/ 813 h 29005"/>
                <a:gd name="csX67" fmla="*/ 17749 w 31876"/>
                <a:gd name="csY67" fmla="*/ 2313 h 29005"/>
                <a:gd name="csX68" fmla="*/ 19216 w 31876"/>
                <a:gd name="csY68" fmla="*/ 4845 h 29005"/>
                <a:gd name="csX69" fmla="*/ 20097 w 31876"/>
                <a:gd name="csY69" fmla="*/ 3438 h 29005"/>
                <a:gd name="csX70" fmla="*/ 21441 w 31876"/>
                <a:gd name="csY70" fmla="*/ 1907 h 29005"/>
                <a:gd name="csX71" fmla="*/ 23442 w 31876"/>
                <a:gd name="csY71" fmla="*/ 531 h 29005"/>
                <a:gd name="csX72" fmla="*/ 25942 w 31876"/>
                <a:gd name="csY72" fmla="*/ 0 h 29005"/>
                <a:gd name="csX73" fmla="*/ 28469 w 31876"/>
                <a:gd name="csY73" fmla="*/ 344 h 29005"/>
                <a:gd name="csX74" fmla="*/ 30782 w 31876"/>
                <a:gd name="csY74" fmla="*/ 1688 h 29005"/>
                <a:gd name="csX75" fmla="*/ 31876 w 31876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6" h="29005">
                  <a:moveTo>
                    <a:pt x="31876" y="4220"/>
                  </a:moveTo>
                  <a:cubicBezTo>
                    <a:pt x="31876" y="5387"/>
                    <a:pt x="31511" y="6304"/>
                    <a:pt x="30782" y="6970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70"/>
                  </a:cubicBezTo>
                  <a:cubicBezTo>
                    <a:pt x="27463" y="2782"/>
                    <a:pt x="28193" y="2366"/>
                    <a:pt x="29065" y="2220"/>
                  </a:cubicBezTo>
                  <a:cubicBezTo>
                    <a:pt x="28211" y="1678"/>
                    <a:pt x="27149" y="1407"/>
                    <a:pt x="25880" y="1407"/>
                  </a:cubicBezTo>
                  <a:cubicBezTo>
                    <a:pt x="25044" y="1407"/>
                    <a:pt x="24261" y="1625"/>
                    <a:pt x="23531" y="2063"/>
                  </a:cubicBezTo>
                  <a:cubicBezTo>
                    <a:pt x="22825" y="2501"/>
                    <a:pt x="22253" y="3001"/>
                    <a:pt x="21814" y="3563"/>
                  </a:cubicBezTo>
                  <a:cubicBezTo>
                    <a:pt x="21399" y="4126"/>
                    <a:pt x="21002" y="4814"/>
                    <a:pt x="20622" y="5626"/>
                  </a:cubicBezTo>
                  <a:cubicBezTo>
                    <a:pt x="20272" y="6418"/>
                    <a:pt x="20023" y="7053"/>
                    <a:pt x="19875" y="7533"/>
                  </a:cubicBezTo>
                  <a:cubicBezTo>
                    <a:pt x="19750" y="7991"/>
                    <a:pt x="19638" y="8470"/>
                    <a:pt x="19537" y="8970"/>
                  </a:cubicBezTo>
                  <a:lnTo>
                    <a:pt x="17348" y="17723"/>
                  </a:lnTo>
                  <a:cubicBezTo>
                    <a:pt x="16636" y="20494"/>
                    <a:pt x="16281" y="22370"/>
                    <a:pt x="16281" y="23349"/>
                  </a:cubicBezTo>
                  <a:cubicBezTo>
                    <a:pt x="16281" y="24557"/>
                    <a:pt x="16571" y="25568"/>
                    <a:pt x="17152" y="26381"/>
                  </a:cubicBezTo>
                  <a:cubicBezTo>
                    <a:pt x="17740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6" y="27235"/>
                    <a:pt x="22369" y="26974"/>
                    <a:pt x="23033" y="26599"/>
                  </a:cubicBezTo>
                  <a:cubicBezTo>
                    <a:pt x="23721" y="26203"/>
                    <a:pt x="24367" y="25714"/>
                    <a:pt x="24972" y="25131"/>
                  </a:cubicBezTo>
                  <a:cubicBezTo>
                    <a:pt x="25595" y="24526"/>
                    <a:pt x="26209" y="23714"/>
                    <a:pt x="26814" y="22692"/>
                  </a:cubicBezTo>
                  <a:cubicBezTo>
                    <a:pt x="27419" y="21671"/>
                    <a:pt x="27920" y="20505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9"/>
                  </a:cubicBezTo>
                  <a:cubicBezTo>
                    <a:pt x="29910" y="19483"/>
                    <a:pt x="29765" y="20035"/>
                    <a:pt x="29474" y="20786"/>
                  </a:cubicBezTo>
                  <a:cubicBezTo>
                    <a:pt x="29201" y="21515"/>
                    <a:pt x="28762" y="22359"/>
                    <a:pt x="28157" y="23318"/>
                  </a:cubicBezTo>
                  <a:cubicBezTo>
                    <a:pt x="27576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64" y="29006"/>
                    <a:pt x="16372" y="28527"/>
                    <a:pt x="15186" y="27568"/>
                  </a:cubicBezTo>
                  <a:cubicBezTo>
                    <a:pt x="14000" y="26610"/>
                    <a:pt x="13188" y="25464"/>
                    <a:pt x="12749" y="24130"/>
                  </a:cubicBezTo>
                  <a:cubicBezTo>
                    <a:pt x="12648" y="24318"/>
                    <a:pt x="12523" y="24537"/>
                    <a:pt x="12375" y="24786"/>
                  </a:cubicBezTo>
                  <a:cubicBezTo>
                    <a:pt x="12227" y="25037"/>
                    <a:pt x="11936" y="25443"/>
                    <a:pt x="11503" y="26005"/>
                  </a:cubicBezTo>
                  <a:cubicBezTo>
                    <a:pt x="11082" y="26547"/>
                    <a:pt x="10631" y="27027"/>
                    <a:pt x="10151" y="27443"/>
                  </a:cubicBezTo>
                  <a:cubicBezTo>
                    <a:pt x="9676" y="27839"/>
                    <a:pt x="9063" y="28193"/>
                    <a:pt x="8309" y="28506"/>
                  </a:cubicBezTo>
                  <a:cubicBezTo>
                    <a:pt x="7580" y="28839"/>
                    <a:pt x="6821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07" y="28276"/>
                    <a:pt x="1557" y="27797"/>
                    <a:pt x="934" y="27131"/>
                  </a:cubicBezTo>
                  <a:cubicBezTo>
                    <a:pt x="311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38" y="21432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3"/>
                    <a:pt x="5907" y="22515"/>
                    <a:pt x="5907" y="23286"/>
                  </a:cubicBezTo>
                  <a:cubicBezTo>
                    <a:pt x="5907" y="24141"/>
                    <a:pt x="5614" y="24890"/>
                    <a:pt x="5027" y="25536"/>
                  </a:cubicBezTo>
                  <a:cubicBezTo>
                    <a:pt x="4445" y="26182"/>
                    <a:pt x="3737" y="26589"/>
                    <a:pt x="2900" y="26756"/>
                  </a:cubicBezTo>
                  <a:cubicBezTo>
                    <a:pt x="3754" y="27298"/>
                    <a:pt x="4819" y="27568"/>
                    <a:pt x="6094" y="27568"/>
                  </a:cubicBezTo>
                  <a:cubicBezTo>
                    <a:pt x="7470" y="27568"/>
                    <a:pt x="8698" y="26964"/>
                    <a:pt x="9777" y="25755"/>
                  </a:cubicBezTo>
                  <a:cubicBezTo>
                    <a:pt x="10863" y="24547"/>
                    <a:pt x="11666" y="22932"/>
                    <a:pt x="12188" y="20911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4"/>
                    <a:pt x="15509" y="4074"/>
                    <a:pt x="15284" y="3470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8" y="1865"/>
                    <a:pt x="13603" y="1667"/>
                    <a:pt x="13247" y="1563"/>
                  </a:cubicBezTo>
                  <a:cubicBezTo>
                    <a:pt x="12915" y="1459"/>
                    <a:pt x="12562" y="1407"/>
                    <a:pt x="12188" y="1407"/>
                  </a:cubicBezTo>
                  <a:cubicBezTo>
                    <a:pt x="11560" y="1407"/>
                    <a:pt x="10892" y="1532"/>
                    <a:pt x="10187" y="1782"/>
                  </a:cubicBezTo>
                  <a:cubicBezTo>
                    <a:pt x="9499" y="2032"/>
                    <a:pt x="8739" y="2448"/>
                    <a:pt x="7909" y="3032"/>
                  </a:cubicBezTo>
                  <a:cubicBezTo>
                    <a:pt x="7097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88" y="10263"/>
                    <a:pt x="3206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5" y="8950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8"/>
                    <a:pt x="7538" y="1459"/>
                    <a:pt x="8683" y="875"/>
                  </a:cubicBezTo>
                  <a:cubicBezTo>
                    <a:pt x="9851" y="292"/>
                    <a:pt x="11061" y="0"/>
                    <a:pt x="12313" y="0"/>
                  </a:cubicBezTo>
                  <a:cubicBezTo>
                    <a:pt x="12876" y="0"/>
                    <a:pt x="13428" y="63"/>
                    <a:pt x="13968" y="188"/>
                  </a:cubicBezTo>
                  <a:cubicBezTo>
                    <a:pt x="14531" y="292"/>
                    <a:pt x="15145" y="501"/>
                    <a:pt x="15809" y="813"/>
                  </a:cubicBezTo>
                  <a:cubicBezTo>
                    <a:pt x="16497" y="1126"/>
                    <a:pt x="17143" y="1626"/>
                    <a:pt x="17749" y="2313"/>
                  </a:cubicBezTo>
                  <a:cubicBezTo>
                    <a:pt x="18353" y="3000"/>
                    <a:pt x="18843" y="3844"/>
                    <a:pt x="19216" y="4845"/>
                  </a:cubicBezTo>
                  <a:cubicBezTo>
                    <a:pt x="19471" y="4366"/>
                    <a:pt x="19765" y="3897"/>
                    <a:pt x="20097" y="3438"/>
                  </a:cubicBezTo>
                  <a:cubicBezTo>
                    <a:pt x="20447" y="2980"/>
                    <a:pt x="20895" y="2469"/>
                    <a:pt x="21441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5"/>
                    <a:pt x="28469" y="344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5"/>
                    <a:pt x="31876" y="3199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C0BE0EEE-F670-DBF7-B082-934FCF6A40C5}"/>
                </a:ext>
              </a:extLst>
            </p:cNvPr>
            <p:cNvSpPr/>
            <p:nvPr/>
          </p:nvSpPr>
          <p:spPr>
            <a:xfrm>
              <a:off x="2168378" y="3860996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0 w 14848"/>
                <a:gd name="csY1" fmla="*/ 62294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1 h 64013"/>
                <a:gd name="csX7" fmla="*/ 6503 w 14848"/>
                <a:gd name="csY7" fmla="*/ 5501 h 64013"/>
                <a:gd name="csX8" fmla="*/ 10631 w 14848"/>
                <a:gd name="csY8" fmla="*/ 12033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0" y="62815"/>
                    <a:pt x="810" y="62294"/>
                  </a:cubicBezTo>
                  <a:cubicBezTo>
                    <a:pt x="7690" y="55292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9" y="0"/>
                    <a:pt x="1578" y="427"/>
                    <a:pt x="2598" y="1281"/>
                  </a:cubicBezTo>
                  <a:cubicBezTo>
                    <a:pt x="3636" y="2136"/>
                    <a:pt x="4938" y="3542"/>
                    <a:pt x="6503" y="5501"/>
                  </a:cubicBezTo>
                  <a:cubicBezTo>
                    <a:pt x="8087" y="7460"/>
                    <a:pt x="9463" y="9637"/>
                    <a:pt x="10631" y="12033"/>
                  </a:cubicBezTo>
                  <a:cubicBezTo>
                    <a:pt x="13443" y="17847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68" y="53980"/>
                    <a:pt x="8292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E4B9B699-CA8F-F92E-BA77-390E4C7C9696}"/>
              </a:ext>
            </a:extLst>
          </p:cNvPr>
          <p:cNvGrpSpPr/>
          <p:nvPr/>
        </p:nvGrpSpPr>
        <p:grpSpPr>
          <a:xfrm>
            <a:off x="4040870" y="1597345"/>
            <a:ext cx="2135148" cy="1423432"/>
            <a:chOff x="2644461" y="1651100"/>
            <a:chExt cx="2135148" cy="1423432"/>
          </a:xfrm>
        </p:grpSpPr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973D90F-5F06-95BF-F49E-95EC8AF7C323}"/>
                </a:ext>
              </a:extLst>
            </p:cNvPr>
            <p:cNvSpPr/>
            <p:nvPr/>
          </p:nvSpPr>
          <p:spPr>
            <a:xfrm>
              <a:off x="2644461" y="1651100"/>
              <a:ext cx="2135148" cy="1423432"/>
            </a:xfrm>
            <a:custGeom>
              <a:avLst/>
              <a:gdLst>
                <a:gd name="csX0" fmla="*/ 0 w 2135148"/>
                <a:gd name="csY0" fmla="*/ 1423432 h 1423432"/>
                <a:gd name="csX1" fmla="*/ 2135148 w 2135148"/>
                <a:gd name="csY1" fmla="*/ 1423432 h 1423432"/>
                <a:gd name="csX2" fmla="*/ 2135148 w 2135148"/>
                <a:gd name="csY2" fmla="*/ 0 h 1423432"/>
                <a:gd name="csX3" fmla="*/ 0 w 2135148"/>
                <a:gd name="csY3" fmla="*/ 0 h 1423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5148" h="1423432">
                  <a:moveTo>
                    <a:pt x="0" y="1423432"/>
                  </a:moveTo>
                  <a:lnTo>
                    <a:pt x="2135148" y="1423432"/>
                  </a:lnTo>
                  <a:lnTo>
                    <a:pt x="2135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B27F9889-2E3E-5E37-B7FE-026A3B0ED23F}"/>
                </a:ext>
              </a:extLst>
            </p:cNvPr>
            <p:cNvSpPr/>
            <p:nvPr/>
          </p:nvSpPr>
          <p:spPr>
            <a:xfrm>
              <a:off x="2905723" y="1693130"/>
              <a:ext cx="1831858" cy="1181818"/>
            </a:xfrm>
            <a:custGeom>
              <a:avLst/>
              <a:gdLst>
                <a:gd name="csX0" fmla="*/ 0 w 1831858"/>
                <a:gd name="csY0" fmla="*/ 1181819 h 1181818"/>
                <a:gd name="csX1" fmla="*/ 1831858 w 1831858"/>
                <a:gd name="csY1" fmla="*/ 1181819 h 1181818"/>
                <a:gd name="csX2" fmla="*/ 1831858 w 1831858"/>
                <a:gd name="csY2" fmla="*/ 0 h 1181818"/>
                <a:gd name="csX3" fmla="*/ 0 w 1831858"/>
                <a:gd name="csY3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31858" h="1181818">
                  <a:moveTo>
                    <a:pt x="0" y="1181819"/>
                  </a:moveTo>
                  <a:lnTo>
                    <a:pt x="1831858" y="1181819"/>
                  </a:lnTo>
                  <a:lnTo>
                    <a:pt x="1831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B3FDE7F4-8206-7D23-8B3E-2F29E1516E82}"/>
                </a:ext>
              </a:extLst>
            </p:cNvPr>
            <p:cNvSpPr/>
            <p:nvPr/>
          </p:nvSpPr>
          <p:spPr>
            <a:xfrm>
              <a:off x="3210652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074D21DC-4C2F-80A5-6928-E90E6174A1D2}"/>
                </a:ext>
              </a:extLst>
            </p:cNvPr>
            <p:cNvSpPr/>
            <p:nvPr/>
          </p:nvSpPr>
          <p:spPr>
            <a:xfrm>
              <a:off x="3516152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C56CD3D6-0C04-E0B1-A891-86FB8373E8C8}"/>
                </a:ext>
              </a:extLst>
            </p:cNvPr>
            <p:cNvSpPr/>
            <p:nvPr/>
          </p:nvSpPr>
          <p:spPr>
            <a:xfrm>
              <a:off x="3821648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CE9DF76E-B02E-BB94-B829-0EE49246277D}"/>
                </a:ext>
              </a:extLst>
            </p:cNvPr>
            <p:cNvSpPr/>
            <p:nvPr/>
          </p:nvSpPr>
          <p:spPr>
            <a:xfrm>
              <a:off x="4127152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4D542FC2-88FA-220C-9183-AD86596DF5D5}"/>
                </a:ext>
              </a:extLst>
            </p:cNvPr>
            <p:cNvSpPr/>
            <p:nvPr/>
          </p:nvSpPr>
          <p:spPr>
            <a:xfrm>
              <a:off x="4432647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065537-C3D9-9AB0-F9FC-C465949C98BF}"/>
                </a:ext>
              </a:extLst>
            </p:cNvPr>
            <p:cNvSpPr/>
            <p:nvPr/>
          </p:nvSpPr>
          <p:spPr>
            <a:xfrm>
              <a:off x="2905723" y="2841498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AF2291DC-5626-05A4-861A-0B35DB507D18}"/>
                </a:ext>
              </a:extLst>
            </p:cNvPr>
            <p:cNvSpPr/>
            <p:nvPr/>
          </p:nvSpPr>
          <p:spPr>
            <a:xfrm>
              <a:off x="2905723" y="2666896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43E731D1-06BF-770F-2DF0-F129C72EB375}"/>
                </a:ext>
              </a:extLst>
            </p:cNvPr>
            <p:cNvSpPr/>
            <p:nvPr/>
          </p:nvSpPr>
          <p:spPr>
            <a:xfrm>
              <a:off x="2905723" y="2492291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E539CBBD-1F16-EC38-369C-F716339A1BB4}"/>
                </a:ext>
              </a:extLst>
            </p:cNvPr>
            <p:cNvSpPr/>
            <p:nvPr/>
          </p:nvSpPr>
          <p:spPr>
            <a:xfrm>
              <a:off x="2905723" y="2317686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8D0A1FBC-55E5-83CD-72F2-5E8992F7F4E1}"/>
                </a:ext>
              </a:extLst>
            </p:cNvPr>
            <p:cNvSpPr/>
            <p:nvPr/>
          </p:nvSpPr>
          <p:spPr>
            <a:xfrm>
              <a:off x="2905723" y="2143080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F7DD8998-B536-FC0C-FADC-CCE1F8168C2F}"/>
                </a:ext>
              </a:extLst>
            </p:cNvPr>
            <p:cNvSpPr/>
            <p:nvPr/>
          </p:nvSpPr>
          <p:spPr>
            <a:xfrm>
              <a:off x="2905723" y="1968476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250352EA-24B6-0FD6-DAC6-6DBD84F63B59}"/>
                </a:ext>
              </a:extLst>
            </p:cNvPr>
            <p:cNvSpPr/>
            <p:nvPr/>
          </p:nvSpPr>
          <p:spPr>
            <a:xfrm>
              <a:off x="2905723" y="1793871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615347E2-7C7F-F318-73C3-59455AEF7455}"/>
                </a:ext>
              </a:extLst>
            </p:cNvPr>
            <p:cNvSpPr/>
            <p:nvPr/>
          </p:nvSpPr>
          <p:spPr>
            <a:xfrm>
              <a:off x="2905723" y="2874949"/>
              <a:ext cx="1831858" cy="889"/>
            </a:xfrm>
            <a:custGeom>
              <a:avLst/>
              <a:gdLst>
                <a:gd name="csX0" fmla="*/ 0 w 1831858"/>
                <a:gd name="csY0" fmla="*/ 0 h 889"/>
                <a:gd name="csX1" fmla="*/ 1831858 w 1831858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1858" h="889">
                  <a:moveTo>
                    <a:pt x="0" y="0"/>
                  </a:moveTo>
                  <a:lnTo>
                    <a:pt x="1831858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A8E1BB1D-F780-9254-A7A6-EC667091A50F}"/>
                </a:ext>
              </a:extLst>
            </p:cNvPr>
            <p:cNvSpPr/>
            <p:nvPr/>
          </p:nvSpPr>
          <p:spPr>
            <a:xfrm>
              <a:off x="3210652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99EED5EF-F9B5-2D03-5612-A05EC3A461ED}"/>
                </a:ext>
              </a:extLst>
            </p:cNvPr>
            <p:cNvSpPr/>
            <p:nvPr/>
          </p:nvSpPr>
          <p:spPr>
            <a:xfrm>
              <a:off x="3516152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DCC424AA-4842-D0E1-73CA-CEA2042E7563}"/>
                </a:ext>
              </a:extLst>
            </p:cNvPr>
            <p:cNvSpPr/>
            <p:nvPr/>
          </p:nvSpPr>
          <p:spPr>
            <a:xfrm>
              <a:off x="3821648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38B4FB23-A526-FADA-7D4C-A46165F517E7}"/>
                </a:ext>
              </a:extLst>
            </p:cNvPr>
            <p:cNvSpPr/>
            <p:nvPr/>
          </p:nvSpPr>
          <p:spPr>
            <a:xfrm>
              <a:off x="4127152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AE8AAE12-54AA-9021-821C-9BCFA1E1D120}"/>
                </a:ext>
              </a:extLst>
            </p:cNvPr>
            <p:cNvSpPr/>
            <p:nvPr/>
          </p:nvSpPr>
          <p:spPr>
            <a:xfrm>
              <a:off x="4432647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ADC67F62-7AC0-EC8D-672D-D5D74017B17F}"/>
                </a:ext>
              </a:extLst>
            </p:cNvPr>
            <p:cNvSpPr/>
            <p:nvPr/>
          </p:nvSpPr>
          <p:spPr>
            <a:xfrm>
              <a:off x="3194633" y="2905481"/>
              <a:ext cx="32037" cy="53805"/>
            </a:xfrm>
            <a:custGeom>
              <a:avLst/>
              <a:gdLst>
                <a:gd name="csX0" fmla="*/ 1045 w 32037"/>
                <a:gd name="csY0" fmla="*/ 47676 h 53805"/>
                <a:gd name="csX1" fmla="*/ 12938 w 32037"/>
                <a:gd name="csY1" fmla="*/ 47676 h 53805"/>
                <a:gd name="csX2" fmla="*/ 12938 w 32037"/>
                <a:gd name="csY2" fmla="*/ 6628 h 53805"/>
                <a:gd name="csX3" fmla="*/ 0 w 32037"/>
                <a:gd name="csY3" fmla="*/ 9226 h 53805"/>
                <a:gd name="csX4" fmla="*/ 0 w 32037"/>
                <a:gd name="csY4" fmla="*/ 2598 h 53805"/>
                <a:gd name="csX5" fmla="*/ 12866 w 32037"/>
                <a:gd name="csY5" fmla="*/ 0 h 53805"/>
                <a:gd name="csX6" fmla="*/ 20146 w 32037"/>
                <a:gd name="csY6" fmla="*/ 0 h 53805"/>
                <a:gd name="csX7" fmla="*/ 20146 w 32037"/>
                <a:gd name="csY7" fmla="*/ 47676 h 53805"/>
                <a:gd name="csX8" fmla="*/ 32038 w 32037"/>
                <a:gd name="csY8" fmla="*/ 47676 h 53805"/>
                <a:gd name="csX9" fmla="*/ 32038 w 32037"/>
                <a:gd name="csY9" fmla="*/ 53806 h 53805"/>
                <a:gd name="csX10" fmla="*/ 1045 w 32037"/>
                <a:gd name="csY10" fmla="*/ 53806 h 53805"/>
                <a:gd name="csX11" fmla="*/ 1045 w 32037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7" h="53805">
                  <a:moveTo>
                    <a:pt x="1045" y="47676"/>
                  </a:moveTo>
                  <a:lnTo>
                    <a:pt x="12938" y="47676"/>
                  </a:lnTo>
                  <a:lnTo>
                    <a:pt x="12938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6" y="0"/>
                  </a:lnTo>
                  <a:lnTo>
                    <a:pt x="20146" y="0"/>
                  </a:lnTo>
                  <a:lnTo>
                    <a:pt x="20146" y="47676"/>
                  </a:lnTo>
                  <a:lnTo>
                    <a:pt x="32038" y="47676"/>
                  </a:lnTo>
                  <a:lnTo>
                    <a:pt x="32038" y="53806"/>
                  </a:lnTo>
                  <a:lnTo>
                    <a:pt x="1045" y="53806"/>
                  </a:lnTo>
                  <a:lnTo>
                    <a:pt x="1045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FF1B5FF6-706D-F35B-2CD3-D90E1963A364}"/>
                </a:ext>
              </a:extLst>
            </p:cNvPr>
            <p:cNvSpPr/>
            <p:nvPr/>
          </p:nvSpPr>
          <p:spPr>
            <a:xfrm>
              <a:off x="3499069" y="2904511"/>
              <a:ext cx="34164" cy="54775"/>
            </a:xfrm>
            <a:custGeom>
              <a:avLst/>
              <a:gdLst>
                <a:gd name="csX0" fmla="*/ 8757 w 34164"/>
                <a:gd name="csY0" fmla="*/ 48646 h 54775"/>
                <a:gd name="csX1" fmla="*/ 34164 w 34164"/>
                <a:gd name="csY1" fmla="*/ 48646 h 54775"/>
                <a:gd name="csX2" fmla="*/ 34164 w 34164"/>
                <a:gd name="csY2" fmla="*/ 54775 h 54775"/>
                <a:gd name="csX3" fmla="*/ 0 w 34164"/>
                <a:gd name="csY3" fmla="*/ 54775 h 54775"/>
                <a:gd name="csX4" fmla="*/ 0 w 34164"/>
                <a:gd name="csY4" fmla="*/ 48646 h 54775"/>
                <a:gd name="csX5" fmla="*/ 11280 w 34164"/>
                <a:gd name="csY5" fmla="*/ 37152 h 54775"/>
                <a:gd name="csX6" fmla="*/ 20289 w 34164"/>
                <a:gd name="csY6" fmla="*/ 27819 h 54775"/>
                <a:gd name="csX7" fmla="*/ 25155 w 34164"/>
                <a:gd name="csY7" fmla="*/ 21191 h 54775"/>
                <a:gd name="csX8" fmla="*/ 26560 w 34164"/>
                <a:gd name="csY8" fmla="*/ 15818 h 54775"/>
                <a:gd name="csX9" fmla="*/ 23533 w 34164"/>
                <a:gd name="csY9" fmla="*/ 8825 h 54775"/>
                <a:gd name="csX10" fmla="*/ 15712 w 34164"/>
                <a:gd name="csY10" fmla="*/ 6121 h 54775"/>
                <a:gd name="csX11" fmla="*/ 8469 w 34164"/>
                <a:gd name="csY11" fmla="*/ 7313 h 54775"/>
                <a:gd name="csX12" fmla="*/ 360 w 34164"/>
                <a:gd name="csY12" fmla="*/ 10916 h 54775"/>
                <a:gd name="csX13" fmla="*/ 360 w 34164"/>
                <a:gd name="csY13" fmla="*/ 3567 h 54775"/>
                <a:gd name="csX14" fmla="*/ 8577 w 34164"/>
                <a:gd name="csY14" fmla="*/ 899 h 54775"/>
                <a:gd name="csX15" fmla="*/ 15568 w 34164"/>
                <a:gd name="csY15" fmla="*/ 0 h 54775"/>
                <a:gd name="csX16" fmla="*/ 28903 w 34164"/>
                <a:gd name="csY16" fmla="*/ 4181 h 54775"/>
                <a:gd name="csX17" fmla="*/ 33876 w 34164"/>
                <a:gd name="csY17" fmla="*/ 15346 h 54775"/>
                <a:gd name="csX18" fmla="*/ 32614 w 34164"/>
                <a:gd name="csY18" fmla="*/ 21654 h 54775"/>
                <a:gd name="csX19" fmla="*/ 28110 w 34164"/>
                <a:gd name="csY19" fmla="*/ 28647 h 54775"/>
                <a:gd name="csX20" fmla="*/ 22380 w 34164"/>
                <a:gd name="csY20" fmla="*/ 34705 h 54775"/>
                <a:gd name="csX21" fmla="*/ 8757 w 34164"/>
                <a:gd name="csY21" fmla="*/ 48646 h 54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4" h="54775">
                  <a:moveTo>
                    <a:pt x="8757" y="48646"/>
                  </a:moveTo>
                  <a:lnTo>
                    <a:pt x="34164" y="48646"/>
                  </a:lnTo>
                  <a:lnTo>
                    <a:pt x="34164" y="54775"/>
                  </a:lnTo>
                  <a:lnTo>
                    <a:pt x="0" y="54775"/>
                  </a:lnTo>
                  <a:lnTo>
                    <a:pt x="0" y="48646"/>
                  </a:lnTo>
                  <a:cubicBezTo>
                    <a:pt x="2763" y="45787"/>
                    <a:pt x="6523" y="41956"/>
                    <a:pt x="11280" y="37152"/>
                  </a:cubicBezTo>
                  <a:cubicBezTo>
                    <a:pt x="16061" y="32324"/>
                    <a:pt x="19064" y="29213"/>
                    <a:pt x="20289" y="27819"/>
                  </a:cubicBezTo>
                  <a:cubicBezTo>
                    <a:pt x="22620" y="25198"/>
                    <a:pt x="24241" y="22988"/>
                    <a:pt x="25155" y="21191"/>
                  </a:cubicBezTo>
                  <a:cubicBezTo>
                    <a:pt x="26092" y="19365"/>
                    <a:pt x="26560" y="17573"/>
                    <a:pt x="26560" y="15818"/>
                  </a:cubicBezTo>
                  <a:cubicBezTo>
                    <a:pt x="26560" y="12959"/>
                    <a:pt x="25551" y="10628"/>
                    <a:pt x="23533" y="8825"/>
                  </a:cubicBezTo>
                  <a:cubicBezTo>
                    <a:pt x="21539" y="7022"/>
                    <a:pt x="18932" y="6121"/>
                    <a:pt x="15712" y="6121"/>
                  </a:cubicBezTo>
                  <a:cubicBezTo>
                    <a:pt x="13430" y="6121"/>
                    <a:pt x="11015" y="6518"/>
                    <a:pt x="8469" y="7313"/>
                  </a:cubicBezTo>
                  <a:cubicBezTo>
                    <a:pt x="5946" y="8108"/>
                    <a:pt x="3243" y="9309"/>
                    <a:pt x="360" y="10916"/>
                  </a:cubicBezTo>
                  <a:lnTo>
                    <a:pt x="360" y="3567"/>
                  </a:lnTo>
                  <a:cubicBezTo>
                    <a:pt x="3291" y="2387"/>
                    <a:pt x="6030" y="1498"/>
                    <a:pt x="8577" y="899"/>
                  </a:cubicBezTo>
                  <a:cubicBezTo>
                    <a:pt x="11124" y="300"/>
                    <a:pt x="13454" y="0"/>
                    <a:pt x="15568" y="0"/>
                  </a:cubicBezTo>
                  <a:cubicBezTo>
                    <a:pt x="21142" y="0"/>
                    <a:pt x="25587" y="1394"/>
                    <a:pt x="28903" y="4181"/>
                  </a:cubicBezTo>
                  <a:cubicBezTo>
                    <a:pt x="32218" y="6963"/>
                    <a:pt x="33876" y="10685"/>
                    <a:pt x="33876" y="15346"/>
                  </a:cubicBezTo>
                  <a:cubicBezTo>
                    <a:pt x="33876" y="17559"/>
                    <a:pt x="33455" y="19661"/>
                    <a:pt x="32614" y="21654"/>
                  </a:cubicBezTo>
                  <a:cubicBezTo>
                    <a:pt x="31798" y="23623"/>
                    <a:pt x="30296" y="25954"/>
                    <a:pt x="28110" y="28647"/>
                  </a:cubicBezTo>
                  <a:cubicBezTo>
                    <a:pt x="27509" y="29346"/>
                    <a:pt x="25599" y="31366"/>
                    <a:pt x="22380" y="34705"/>
                  </a:cubicBezTo>
                  <a:cubicBezTo>
                    <a:pt x="19160" y="38020"/>
                    <a:pt x="14619" y="42667"/>
                    <a:pt x="8757" y="4864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F501057A-2403-4672-1434-0224C570A6DB}"/>
                </a:ext>
              </a:extLst>
            </p:cNvPr>
            <p:cNvSpPr/>
            <p:nvPr/>
          </p:nvSpPr>
          <p:spPr>
            <a:xfrm>
              <a:off x="3803935" y="2904511"/>
              <a:ext cx="35425" cy="55816"/>
            </a:xfrm>
            <a:custGeom>
              <a:avLst/>
              <a:gdLst>
                <a:gd name="csX0" fmla="*/ 24332 w 35425"/>
                <a:gd name="csY0" fmla="*/ 25764 h 55816"/>
                <a:gd name="csX1" fmla="*/ 32472 w 35425"/>
                <a:gd name="csY1" fmla="*/ 30417 h 55816"/>
                <a:gd name="csX2" fmla="*/ 35426 w 35425"/>
                <a:gd name="csY2" fmla="*/ 39135 h 55816"/>
                <a:gd name="csX3" fmla="*/ 29954 w 35425"/>
                <a:gd name="csY3" fmla="*/ 51457 h 55816"/>
                <a:gd name="csX4" fmla="*/ 14385 w 35425"/>
                <a:gd name="csY4" fmla="*/ 55816 h 55816"/>
                <a:gd name="csX5" fmla="*/ 7393 w 35425"/>
                <a:gd name="csY5" fmla="*/ 55131 h 55816"/>
                <a:gd name="csX6" fmla="*/ 0 w 35425"/>
                <a:gd name="csY6" fmla="*/ 53156 h 55816"/>
                <a:gd name="csX7" fmla="*/ 0 w 35425"/>
                <a:gd name="csY7" fmla="*/ 46128 h 55816"/>
                <a:gd name="csX8" fmla="*/ 6637 w 35425"/>
                <a:gd name="csY8" fmla="*/ 48797 h 55816"/>
                <a:gd name="csX9" fmla="*/ 14163 w 35425"/>
                <a:gd name="csY9" fmla="*/ 49696 h 55816"/>
                <a:gd name="csX10" fmla="*/ 24581 w 35425"/>
                <a:gd name="csY10" fmla="*/ 46991 h 55816"/>
                <a:gd name="csX11" fmla="*/ 28184 w 35425"/>
                <a:gd name="csY11" fmla="*/ 39135 h 55816"/>
                <a:gd name="csX12" fmla="*/ 24830 w 35425"/>
                <a:gd name="csY12" fmla="*/ 31707 h 55816"/>
                <a:gd name="csX13" fmla="*/ 15569 w 35425"/>
                <a:gd name="csY13" fmla="*/ 29011 h 55816"/>
                <a:gd name="csX14" fmla="*/ 9297 w 35425"/>
                <a:gd name="csY14" fmla="*/ 29011 h 55816"/>
                <a:gd name="csX15" fmla="*/ 9297 w 35425"/>
                <a:gd name="csY15" fmla="*/ 23024 h 55816"/>
                <a:gd name="csX16" fmla="*/ 15862 w 35425"/>
                <a:gd name="csY16" fmla="*/ 23024 h 55816"/>
                <a:gd name="csX17" fmla="*/ 24074 w 35425"/>
                <a:gd name="csY17" fmla="*/ 20898 h 55816"/>
                <a:gd name="csX18" fmla="*/ 26921 w 35425"/>
                <a:gd name="csY18" fmla="*/ 14697 h 55816"/>
                <a:gd name="csX19" fmla="*/ 23967 w 35425"/>
                <a:gd name="csY19" fmla="*/ 8354 h 55816"/>
                <a:gd name="csX20" fmla="*/ 15569 w 35425"/>
                <a:gd name="csY20" fmla="*/ 6121 h 55816"/>
                <a:gd name="csX21" fmla="*/ 9154 w 35425"/>
                <a:gd name="csY21" fmla="*/ 6770 h 55816"/>
                <a:gd name="csX22" fmla="*/ 1628 w 35425"/>
                <a:gd name="csY22" fmla="*/ 8790 h 55816"/>
                <a:gd name="csX23" fmla="*/ 1628 w 35425"/>
                <a:gd name="csY23" fmla="*/ 2304 h 55816"/>
                <a:gd name="csX24" fmla="*/ 9377 w 35425"/>
                <a:gd name="csY24" fmla="*/ 569 h 55816"/>
                <a:gd name="csX25" fmla="*/ 16218 w 35425"/>
                <a:gd name="csY25" fmla="*/ 0 h 55816"/>
                <a:gd name="csX26" fmla="*/ 29340 w 35425"/>
                <a:gd name="csY26" fmla="*/ 3781 h 55816"/>
                <a:gd name="csX27" fmla="*/ 34171 w 35425"/>
                <a:gd name="csY27" fmla="*/ 13941 h 55816"/>
                <a:gd name="csX28" fmla="*/ 31609 w 35425"/>
                <a:gd name="csY28" fmla="*/ 21512 h 55816"/>
                <a:gd name="csX29" fmla="*/ 24332 w 35425"/>
                <a:gd name="csY29" fmla="*/ 25764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425" h="55816">
                  <a:moveTo>
                    <a:pt x="24332" y="25764"/>
                  </a:moveTo>
                  <a:cubicBezTo>
                    <a:pt x="27813" y="26511"/>
                    <a:pt x="30527" y="28062"/>
                    <a:pt x="32472" y="30417"/>
                  </a:cubicBezTo>
                  <a:cubicBezTo>
                    <a:pt x="34441" y="32772"/>
                    <a:pt x="35426" y="35678"/>
                    <a:pt x="35426" y="39135"/>
                  </a:cubicBezTo>
                  <a:cubicBezTo>
                    <a:pt x="35426" y="44444"/>
                    <a:pt x="33602" y="48551"/>
                    <a:pt x="29954" y="51457"/>
                  </a:cubicBezTo>
                  <a:cubicBezTo>
                    <a:pt x="26301" y="54363"/>
                    <a:pt x="21111" y="55816"/>
                    <a:pt x="14385" y="55816"/>
                  </a:cubicBezTo>
                  <a:cubicBezTo>
                    <a:pt x="12126" y="55816"/>
                    <a:pt x="9795" y="55588"/>
                    <a:pt x="7393" y="55131"/>
                  </a:cubicBezTo>
                  <a:cubicBezTo>
                    <a:pt x="5015" y="54704"/>
                    <a:pt x="2550" y="54046"/>
                    <a:pt x="0" y="53156"/>
                  </a:cubicBezTo>
                  <a:lnTo>
                    <a:pt x="0" y="46128"/>
                  </a:lnTo>
                  <a:cubicBezTo>
                    <a:pt x="2022" y="47302"/>
                    <a:pt x="4235" y="48192"/>
                    <a:pt x="6637" y="48797"/>
                  </a:cubicBezTo>
                  <a:cubicBezTo>
                    <a:pt x="9039" y="49396"/>
                    <a:pt x="11548" y="49696"/>
                    <a:pt x="14163" y="49696"/>
                  </a:cubicBezTo>
                  <a:cubicBezTo>
                    <a:pt x="18730" y="49696"/>
                    <a:pt x="22203" y="48794"/>
                    <a:pt x="24581" y="46991"/>
                  </a:cubicBezTo>
                  <a:cubicBezTo>
                    <a:pt x="26983" y="45188"/>
                    <a:pt x="28184" y="42569"/>
                    <a:pt x="28184" y="39135"/>
                  </a:cubicBezTo>
                  <a:cubicBezTo>
                    <a:pt x="28184" y="35962"/>
                    <a:pt x="27066" y="33486"/>
                    <a:pt x="24830" y="31707"/>
                  </a:cubicBezTo>
                  <a:cubicBezTo>
                    <a:pt x="22624" y="29910"/>
                    <a:pt x="19537" y="29011"/>
                    <a:pt x="15569" y="29011"/>
                  </a:cubicBezTo>
                  <a:lnTo>
                    <a:pt x="9297" y="29011"/>
                  </a:lnTo>
                  <a:lnTo>
                    <a:pt x="9297" y="23024"/>
                  </a:lnTo>
                  <a:lnTo>
                    <a:pt x="15862" y="23024"/>
                  </a:lnTo>
                  <a:cubicBezTo>
                    <a:pt x="19439" y="23024"/>
                    <a:pt x="22176" y="22315"/>
                    <a:pt x="24074" y="20898"/>
                  </a:cubicBezTo>
                  <a:cubicBezTo>
                    <a:pt x="25972" y="19457"/>
                    <a:pt x="26921" y="17390"/>
                    <a:pt x="26921" y="14697"/>
                  </a:cubicBezTo>
                  <a:cubicBezTo>
                    <a:pt x="26921" y="11939"/>
                    <a:pt x="25936" y="9825"/>
                    <a:pt x="23967" y="8354"/>
                  </a:cubicBezTo>
                  <a:cubicBezTo>
                    <a:pt x="22022" y="6865"/>
                    <a:pt x="19222" y="6121"/>
                    <a:pt x="15569" y="6121"/>
                  </a:cubicBezTo>
                  <a:cubicBezTo>
                    <a:pt x="13576" y="6121"/>
                    <a:pt x="11438" y="6337"/>
                    <a:pt x="9154" y="6770"/>
                  </a:cubicBezTo>
                  <a:cubicBezTo>
                    <a:pt x="6871" y="7203"/>
                    <a:pt x="4362" y="7876"/>
                    <a:pt x="1628" y="8790"/>
                  </a:cubicBezTo>
                  <a:lnTo>
                    <a:pt x="1628" y="2304"/>
                  </a:lnTo>
                  <a:cubicBezTo>
                    <a:pt x="4386" y="1533"/>
                    <a:pt x="6969" y="955"/>
                    <a:pt x="9377" y="569"/>
                  </a:cubicBezTo>
                  <a:cubicBezTo>
                    <a:pt x="11803" y="190"/>
                    <a:pt x="14083" y="0"/>
                    <a:pt x="16218" y="0"/>
                  </a:cubicBezTo>
                  <a:cubicBezTo>
                    <a:pt x="21746" y="0"/>
                    <a:pt x="26120" y="1260"/>
                    <a:pt x="29340" y="3781"/>
                  </a:cubicBezTo>
                  <a:cubicBezTo>
                    <a:pt x="32561" y="6278"/>
                    <a:pt x="34171" y="9664"/>
                    <a:pt x="34171" y="13941"/>
                  </a:cubicBezTo>
                  <a:cubicBezTo>
                    <a:pt x="34171" y="16924"/>
                    <a:pt x="33317" y="19448"/>
                    <a:pt x="31609" y="21512"/>
                  </a:cubicBezTo>
                  <a:cubicBezTo>
                    <a:pt x="29901" y="23552"/>
                    <a:pt x="27475" y="24969"/>
                    <a:pt x="24332" y="25764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B5E923B4-D43A-45B8-505B-5988C8F9955A}"/>
                </a:ext>
              </a:extLst>
            </p:cNvPr>
            <p:cNvSpPr/>
            <p:nvPr/>
          </p:nvSpPr>
          <p:spPr>
            <a:xfrm>
              <a:off x="4107544" y="2905481"/>
              <a:ext cx="39206" cy="53805"/>
            </a:xfrm>
            <a:custGeom>
              <a:avLst/>
              <a:gdLst>
                <a:gd name="csX0" fmla="*/ 24287 w 39206"/>
                <a:gd name="csY0" fmla="*/ 6343 h 53805"/>
                <a:gd name="csX1" fmla="*/ 5907 w 39206"/>
                <a:gd name="csY1" fmla="*/ 35070 h 53805"/>
                <a:gd name="csX2" fmla="*/ 24287 w 39206"/>
                <a:gd name="csY2" fmla="*/ 35070 h 53805"/>
                <a:gd name="csX3" fmla="*/ 24287 w 39206"/>
                <a:gd name="csY3" fmla="*/ 6343 h 53805"/>
                <a:gd name="csX4" fmla="*/ 22383 w 39206"/>
                <a:gd name="csY4" fmla="*/ 0 h 53805"/>
                <a:gd name="csX5" fmla="*/ 31538 w 39206"/>
                <a:gd name="csY5" fmla="*/ 0 h 53805"/>
                <a:gd name="csX6" fmla="*/ 31538 w 39206"/>
                <a:gd name="csY6" fmla="*/ 35070 h 53805"/>
                <a:gd name="csX7" fmla="*/ 39207 w 39206"/>
                <a:gd name="csY7" fmla="*/ 35070 h 53805"/>
                <a:gd name="csX8" fmla="*/ 39207 w 39206"/>
                <a:gd name="csY8" fmla="*/ 41119 h 53805"/>
                <a:gd name="csX9" fmla="*/ 31538 w 39206"/>
                <a:gd name="csY9" fmla="*/ 41119 h 53805"/>
                <a:gd name="csX10" fmla="*/ 31538 w 39206"/>
                <a:gd name="csY10" fmla="*/ 53806 h 53805"/>
                <a:gd name="csX11" fmla="*/ 24287 w 39206"/>
                <a:gd name="csY11" fmla="*/ 53806 h 53805"/>
                <a:gd name="csX12" fmla="*/ 24287 w 39206"/>
                <a:gd name="csY12" fmla="*/ 41119 h 53805"/>
                <a:gd name="csX13" fmla="*/ 0 w 39206"/>
                <a:gd name="csY13" fmla="*/ 41119 h 53805"/>
                <a:gd name="csX14" fmla="*/ 0 w 39206"/>
                <a:gd name="csY14" fmla="*/ 34091 h 53805"/>
                <a:gd name="csX15" fmla="*/ 22383 w 39206"/>
                <a:gd name="csY15" fmla="*/ 0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206" h="53805">
                  <a:moveTo>
                    <a:pt x="24287" y="6343"/>
                  </a:moveTo>
                  <a:lnTo>
                    <a:pt x="5907" y="35070"/>
                  </a:lnTo>
                  <a:lnTo>
                    <a:pt x="24287" y="35070"/>
                  </a:lnTo>
                  <a:lnTo>
                    <a:pt x="24287" y="6343"/>
                  </a:lnTo>
                  <a:moveTo>
                    <a:pt x="22383" y="0"/>
                  </a:moveTo>
                  <a:lnTo>
                    <a:pt x="31538" y="0"/>
                  </a:lnTo>
                  <a:lnTo>
                    <a:pt x="31538" y="35070"/>
                  </a:lnTo>
                  <a:lnTo>
                    <a:pt x="39207" y="35070"/>
                  </a:lnTo>
                  <a:lnTo>
                    <a:pt x="39207" y="41119"/>
                  </a:lnTo>
                  <a:lnTo>
                    <a:pt x="31538" y="41119"/>
                  </a:lnTo>
                  <a:lnTo>
                    <a:pt x="31538" y="53806"/>
                  </a:lnTo>
                  <a:lnTo>
                    <a:pt x="24287" y="53806"/>
                  </a:lnTo>
                  <a:lnTo>
                    <a:pt x="24287" y="41119"/>
                  </a:lnTo>
                  <a:lnTo>
                    <a:pt x="0" y="41119"/>
                  </a:lnTo>
                  <a:lnTo>
                    <a:pt x="0" y="34091"/>
                  </a:lnTo>
                  <a:lnTo>
                    <a:pt x="22383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90D34C93-85AE-9611-D647-2FADDCD9C133}"/>
                </a:ext>
              </a:extLst>
            </p:cNvPr>
            <p:cNvSpPr/>
            <p:nvPr/>
          </p:nvSpPr>
          <p:spPr>
            <a:xfrm>
              <a:off x="4415245" y="2905481"/>
              <a:ext cx="34811" cy="54846"/>
            </a:xfrm>
            <a:custGeom>
              <a:avLst/>
              <a:gdLst>
                <a:gd name="csX0" fmla="*/ 2269 w 34811"/>
                <a:gd name="csY0" fmla="*/ 0 h 54846"/>
                <a:gd name="csX1" fmla="*/ 30844 w 34811"/>
                <a:gd name="csY1" fmla="*/ 0 h 54846"/>
                <a:gd name="csX2" fmla="*/ 30844 w 34811"/>
                <a:gd name="csY2" fmla="*/ 6130 h 54846"/>
                <a:gd name="csX3" fmla="*/ 8932 w 34811"/>
                <a:gd name="csY3" fmla="*/ 6130 h 54846"/>
                <a:gd name="csX4" fmla="*/ 8932 w 34811"/>
                <a:gd name="csY4" fmla="*/ 19314 h 54846"/>
                <a:gd name="csX5" fmla="*/ 12108 w 34811"/>
                <a:gd name="csY5" fmla="*/ 18522 h 54846"/>
                <a:gd name="csX6" fmla="*/ 15275 w 34811"/>
                <a:gd name="csY6" fmla="*/ 18238 h 54846"/>
                <a:gd name="csX7" fmla="*/ 29545 w 34811"/>
                <a:gd name="csY7" fmla="*/ 23175 h 54846"/>
                <a:gd name="csX8" fmla="*/ 34812 w 34811"/>
                <a:gd name="csY8" fmla="*/ 36547 h 54846"/>
                <a:gd name="csX9" fmla="*/ 29403 w 34811"/>
                <a:gd name="csY9" fmla="*/ 50060 h 54846"/>
                <a:gd name="csX10" fmla="*/ 14163 w 34811"/>
                <a:gd name="csY10" fmla="*/ 54847 h 54846"/>
                <a:gd name="csX11" fmla="*/ 7242 w 34811"/>
                <a:gd name="csY11" fmla="*/ 54277 h 54846"/>
                <a:gd name="csX12" fmla="*/ 0 w 34811"/>
                <a:gd name="csY12" fmla="*/ 52542 h 54846"/>
                <a:gd name="csX13" fmla="*/ 0 w 34811"/>
                <a:gd name="csY13" fmla="*/ 45230 h 54846"/>
                <a:gd name="csX14" fmla="*/ 6699 w 34811"/>
                <a:gd name="csY14" fmla="*/ 47863 h 54846"/>
                <a:gd name="csX15" fmla="*/ 14012 w 34811"/>
                <a:gd name="csY15" fmla="*/ 48726 h 54846"/>
                <a:gd name="csX16" fmla="*/ 23887 w 34811"/>
                <a:gd name="csY16" fmla="*/ 45443 h 54846"/>
                <a:gd name="csX17" fmla="*/ 27535 w 34811"/>
                <a:gd name="csY17" fmla="*/ 36547 h 54846"/>
                <a:gd name="csX18" fmla="*/ 23887 w 34811"/>
                <a:gd name="csY18" fmla="*/ 27641 h 54846"/>
                <a:gd name="csX19" fmla="*/ 14012 w 34811"/>
                <a:gd name="csY19" fmla="*/ 24358 h 54846"/>
                <a:gd name="csX20" fmla="*/ 8176 w 34811"/>
                <a:gd name="csY20" fmla="*/ 25008 h 54846"/>
                <a:gd name="csX21" fmla="*/ 2269 w 34811"/>
                <a:gd name="csY21" fmla="*/ 27027 h 54846"/>
                <a:gd name="csX22" fmla="*/ 2269 w 34811"/>
                <a:gd name="csY22" fmla="*/ 0 h 54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1" h="54846">
                  <a:moveTo>
                    <a:pt x="2269" y="0"/>
                  </a:moveTo>
                  <a:lnTo>
                    <a:pt x="30844" y="0"/>
                  </a:lnTo>
                  <a:lnTo>
                    <a:pt x="30844" y="6130"/>
                  </a:lnTo>
                  <a:lnTo>
                    <a:pt x="8932" y="6130"/>
                  </a:lnTo>
                  <a:lnTo>
                    <a:pt x="8932" y="19314"/>
                  </a:lnTo>
                  <a:cubicBezTo>
                    <a:pt x="9994" y="18958"/>
                    <a:pt x="11052" y="18694"/>
                    <a:pt x="12108" y="18522"/>
                  </a:cubicBezTo>
                  <a:cubicBezTo>
                    <a:pt x="13164" y="18333"/>
                    <a:pt x="14220" y="18238"/>
                    <a:pt x="15275" y="18238"/>
                  </a:cubicBezTo>
                  <a:cubicBezTo>
                    <a:pt x="21283" y="18238"/>
                    <a:pt x="26040" y="19884"/>
                    <a:pt x="29545" y="23175"/>
                  </a:cubicBezTo>
                  <a:cubicBezTo>
                    <a:pt x="33056" y="26467"/>
                    <a:pt x="34812" y="30924"/>
                    <a:pt x="34812" y="36547"/>
                  </a:cubicBezTo>
                  <a:cubicBezTo>
                    <a:pt x="34812" y="42335"/>
                    <a:pt x="33009" y="46840"/>
                    <a:pt x="29403" y="50060"/>
                  </a:cubicBezTo>
                  <a:cubicBezTo>
                    <a:pt x="25803" y="53251"/>
                    <a:pt x="20723" y="54847"/>
                    <a:pt x="14163" y="54847"/>
                  </a:cubicBezTo>
                  <a:cubicBezTo>
                    <a:pt x="11903" y="54847"/>
                    <a:pt x="9596" y="54657"/>
                    <a:pt x="7242" y="54277"/>
                  </a:cubicBezTo>
                  <a:cubicBezTo>
                    <a:pt x="4911" y="53892"/>
                    <a:pt x="2497" y="53313"/>
                    <a:pt x="0" y="52542"/>
                  </a:cubicBezTo>
                  <a:lnTo>
                    <a:pt x="0" y="45230"/>
                  </a:lnTo>
                  <a:cubicBezTo>
                    <a:pt x="2159" y="46404"/>
                    <a:pt x="4392" y="47282"/>
                    <a:pt x="6699" y="47863"/>
                  </a:cubicBezTo>
                  <a:cubicBezTo>
                    <a:pt x="9006" y="48438"/>
                    <a:pt x="11444" y="48726"/>
                    <a:pt x="14012" y="48726"/>
                  </a:cubicBezTo>
                  <a:cubicBezTo>
                    <a:pt x="18170" y="48726"/>
                    <a:pt x="21461" y="47632"/>
                    <a:pt x="23887" y="45443"/>
                  </a:cubicBezTo>
                  <a:cubicBezTo>
                    <a:pt x="26319" y="43261"/>
                    <a:pt x="27535" y="40295"/>
                    <a:pt x="27535" y="36547"/>
                  </a:cubicBezTo>
                  <a:cubicBezTo>
                    <a:pt x="27535" y="32798"/>
                    <a:pt x="26319" y="29830"/>
                    <a:pt x="23887" y="27641"/>
                  </a:cubicBezTo>
                  <a:cubicBezTo>
                    <a:pt x="21461" y="25453"/>
                    <a:pt x="18170" y="24358"/>
                    <a:pt x="14012" y="24358"/>
                  </a:cubicBezTo>
                  <a:cubicBezTo>
                    <a:pt x="12067" y="24358"/>
                    <a:pt x="10121" y="24575"/>
                    <a:pt x="8176" y="25008"/>
                  </a:cubicBezTo>
                  <a:cubicBezTo>
                    <a:pt x="6254" y="25441"/>
                    <a:pt x="4285" y="26114"/>
                    <a:pt x="2269" y="27027"/>
                  </a:cubicBezTo>
                  <a:lnTo>
                    <a:pt x="2269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1683D0BA-CC6C-09B6-2DD0-1D9C42109320}"/>
                </a:ext>
              </a:extLst>
            </p:cNvPr>
            <p:cNvSpPr/>
            <p:nvPr/>
          </p:nvSpPr>
          <p:spPr>
            <a:xfrm>
              <a:off x="3797485" y="3005068"/>
              <a:ext cx="42507" cy="38672"/>
            </a:xfrm>
            <a:custGeom>
              <a:avLst/>
              <a:gdLst>
                <a:gd name="csX0" fmla="*/ 42507 w 42507"/>
                <a:gd name="csY0" fmla="*/ 5623 h 38672"/>
                <a:gd name="csX1" fmla="*/ 41048 w 42507"/>
                <a:gd name="csY1" fmla="*/ 9288 h 38672"/>
                <a:gd name="csX2" fmla="*/ 37926 w 42507"/>
                <a:gd name="csY2" fmla="*/ 10587 h 38672"/>
                <a:gd name="csX3" fmla="*/ 35506 w 42507"/>
                <a:gd name="csY3" fmla="*/ 9670 h 38672"/>
                <a:gd name="csX4" fmla="*/ 34669 w 42507"/>
                <a:gd name="csY4" fmla="*/ 7580 h 38672"/>
                <a:gd name="csX5" fmla="*/ 35844 w 42507"/>
                <a:gd name="csY5" fmla="*/ 4626 h 38672"/>
                <a:gd name="csX6" fmla="*/ 38762 w 42507"/>
                <a:gd name="csY6" fmla="*/ 2954 h 38672"/>
                <a:gd name="csX7" fmla="*/ 34509 w 42507"/>
                <a:gd name="csY7" fmla="*/ 1877 h 38672"/>
                <a:gd name="csX8" fmla="*/ 31378 w 42507"/>
                <a:gd name="csY8" fmla="*/ 2749 h 38672"/>
                <a:gd name="csX9" fmla="*/ 29091 w 42507"/>
                <a:gd name="csY9" fmla="*/ 4751 h 38672"/>
                <a:gd name="csX10" fmla="*/ 27508 w 42507"/>
                <a:gd name="csY10" fmla="*/ 7500 h 38672"/>
                <a:gd name="csX11" fmla="*/ 26502 w 42507"/>
                <a:gd name="csY11" fmla="*/ 10044 h 38672"/>
                <a:gd name="csX12" fmla="*/ 26049 w 42507"/>
                <a:gd name="csY12" fmla="*/ 11957 h 38672"/>
                <a:gd name="csX13" fmla="*/ 23131 w 42507"/>
                <a:gd name="csY13" fmla="*/ 23629 h 38672"/>
                <a:gd name="csX14" fmla="*/ 21716 w 42507"/>
                <a:gd name="csY14" fmla="*/ 31129 h 38672"/>
                <a:gd name="csX15" fmla="*/ 22882 w 42507"/>
                <a:gd name="csY15" fmla="*/ 35176 h 38672"/>
                <a:gd name="csX16" fmla="*/ 26378 w 42507"/>
                <a:gd name="csY16" fmla="*/ 36760 h 38672"/>
                <a:gd name="csX17" fmla="*/ 28335 w 42507"/>
                <a:gd name="csY17" fmla="*/ 36502 h 38672"/>
                <a:gd name="csX18" fmla="*/ 30710 w 42507"/>
                <a:gd name="csY18" fmla="*/ 35461 h 38672"/>
                <a:gd name="csX19" fmla="*/ 33299 w 42507"/>
                <a:gd name="csY19" fmla="*/ 33504 h 38672"/>
                <a:gd name="csX20" fmla="*/ 35755 w 42507"/>
                <a:gd name="csY20" fmla="*/ 30257 h 38672"/>
                <a:gd name="csX21" fmla="*/ 37756 w 42507"/>
                <a:gd name="csY21" fmla="*/ 25586 h 38672"/>
                <a:gd name="csX22" fmla="*/ 38842 w 42507"/>
                <a:gd name="csY22" fmla="*/ 24670 h 38672"/>
                <a:gd name="csX23" fmla="*/ 39883 w 42507"/>
                <a:gd name="csY23" fmla="*/ 25506 h 38672"/>
                <a:gd name="csX24" fmla="*/ 39296 w 42507"/>
                <a:gd name="csY24" fmla="*/ 27712 h 38672"/>
                <a:gd name="csX25" fmla="*/ 37552 w 42507"/>
                <a:gd name="csY25" fmla="*/ 31084 h 38672"/>
                <a:gd name="csX26" fmla="*/ 34838 w 42507"/>
                <a:gd name="csY26" fmla="*/ 34669 h 38672"/>
                <a:gd name="csX27" fmla="*/ 31004 w 42507"/>
                <a:gd name="csY27" fmla="*/ 37507 h 38672"/>
                <a:gd name="csX28" fmla="*/ 26209 w 42507"/>
                <a:gd name="csY28" fmla="*/ 38673 h 38672"/>
                <a:gd name="csX29" fmla="*/ 20257 w 42507"/>
                <a:gd name="csY29" fmla="*/ 36760 h 38672"/>
                <a:gd name="csX30" fmla="*/ 17001 w 42507"/>
                <a:gd name="csY30" fmla="*/ 32169 h 38672"/>
                <a:gd name="csX31" fmla="*/ 16503 w 42507"/>
                <a:gd name="csY31" fmla="*/ 33050 h 38672"/>
                <a:gd name="csX32" fmla="*/ 15337 w 42507"/>
                <a:gd name="csY32" fmla="*/ 34669 h 38672"/>
                <a:gd name="csX33" fmla="*/ 13540 w 42507"/>
                <a:gd name="csY33" fmla="*/ 36591 h 38672"/>
                <a:gd name="csX34" fmla="*/ 11085 w 42507"/>
                <a:gd name="csY34" fmla="*/ 38006 h 38672"/>
                <a:gd name="csX35" fmla="*/ 8042 w 42507"/>
                <a:gd name="csY35" fmla="*/ 38673 h 38672"/>
                <a:gd name="csX36" fmla="*/ 4252 w 42507"/>
                <a:gd name="csY36" fmla="*/ 38086 h 38672"/>
                <a:gd name="csX37" fmla="*/ 1245 w 42507"/>
                <a:gd name="csY37" fmla="*/ 36173 h 38672"/>
                <a:gd name="csX38" fmla="*/ 0 w 42507"/>
                <a:gd name="csY38" fmla="*/ 33006 h 38672"/>
                <a:gd name="csX39" fmla="*/ 1379 w 42507"/>
                <a:gd name="csY39" fmla="*/ 29545 h 38672"/>
                <a:gd name="csX40" fmla="*/ 4706 w 42507"/>
                <a:gd name="csY40" fmla="*/ 28086 h 38672"/>
                <a:gd name="csX41" fmla="*/ 6877 w 42507"/>
                <a:gd name="csY41" fmla="*/ 28798 h 38672"/>
                <a:gd name="csX42" fmla="*/ 7873 w 42507"/>
                <a:gd name="csY42" fmla="*/ 31049 h 38672"/>
                <a:gd name="csX43" fmla="*/ 6708 w 42507"/>
                <a:gd name="csY43" fmla="*/ 34047 h 38672"/>
                <a:gd name="csX44" fmla="*/ 3879 w 42507"/>
                <a:gd name="csY44" fmla="*/ 35675 h 38672"/>
                <a:gd name="csX45" fmla="*/ 8122 w 42507"/>
                <a:gd name="csY45" fmla="*/ 36760 h 38672"/>
                <a:gd name="csX46" fmla="*/ 13042 w 42507"/>
                <a:gd name="csY46" fmla="*/ 34340 h 38672"/>
                <a:gd name="csX47" fmla="*/ 16254 w 42507"/>
                <a:gd name="csY47" fmla="*/ 27881 h 38672"/>
                <a:gd name="csX48" fmla="*/ 19839 w 42507"/>
                <a:gd name="csY48" fmla="*/ 13834 h 38672"/>
                <a:gd name="csX49" fmla="*/ 20835 w 42507"/>
                <a:gd name="csY49" fmla="*/ 7580 h 38672"/>
                <a:gd name="csX50" fmla="*/ 20382 w 42507"/>
                <a:gd name="csY50" fmla="*/ 4626 h 38672"/>
                <a:gd name="csX51" fmla="*/ 19127 w 42507"/>
                <a:gd name="csY51" fmla="*/ 2874 h 38672"/>
                <a:gd name="csX52" fmla="*/ 17668 w 42507"/>
                <a:gd name="csY52" fmla="*/ 2082 h 38672"/>
                <a:gd name="csX53" fmla="*/ 16254 w 42507"/>
                <a:gd name="csY53" fmla="*/ 1877 h 38672"/>
                <a:gd name="csX54" fmla="*/ 13585 w 42507"/>
                <a:gd name="csY54" fmla="*/ 2375 h 38672"/>
                <a:gd name="csX55" fmla="*/ 10542 w 42507"/>
                <a:gd name="csY55" fmla="*/ 4039 h 38672"/>
                <a:gd name="csX56" fmla="*/ 7375 w 42507"/>
                <a:gd name="csY56" fmla="*/ 7500 h 38672"/>
                <a:gd name="csX57" fmla="*/ 4795 w 42507"/>
                <a:gd name="csY57" fmla="*/ 13042 h 38672"/>
                <a:gd name="csX58" fmla="*/ 3665 w 42507"/>
                <a:gd name="csY58" fmla="*/ 14003 h 38672"/>
                <a:gd name="csX59" fmla="*/ 2669 w 42507"/>
                <a:gd name="csY59" fmla="*/ 13122 h 38672"/>
                <a:gd name="csX60" fmla="*/ 3212 w 42507"/>
                <a:gd name="csY60" fmla="*/ 10960 h 38672"/>
                <a:gd name="csX61" fmla="*/ 4955 w 42507"/>
                <a:gd name="csY61" fmla="*/ 7580 h 38672"/>
                <a:gd name="csX62" fmla="*/ 7713 w 42507"/>
                <a:gd name="csY62" fmla="*/ 4039 h 38672"/>
                <a:gd name="csX63" fmla="*/ 11583 w 42507"/>
                <a:gd name="csY63" fmla="*/ 1165 h 38672"/>
                <a:gd name="csX64" fmla="*/ 16423 w 42507"/>
                <a:gd name="csY64" fmla="*/ 0 h 38672"/>
                <a:gd name="csX65" fmla="*/ 18629 w 42507"/>
                <a:gd name="csY65" fmla="*/ 249 h 38672"/>
                <a:gd name="csX66" fmla="*/ 21085 w 42507"/>
                <a:gd name="csY66" fmla="*/ 1085 h 38672"/>
                <a:gd name="csX67" fmla="*/ 23673 w 42507"/>
                <a:gd name="csY67" fmla="*/ 3078 h 38672"/>
                <a:gd name="csX68" fmla="*/ 25631 w 42507"/>
                <a:gd name="csY68" fmla="*/ 6459 h 38672"/>
                <a:gd name="csX69" fmla="*/ 26796 w 42507"/>
                <a:gd name="csY69" fmla="*/ 4582 h 38672"/>
                <a:gd name="csX70" fmla="*/ 28593 w 42507"/>
                <a:gd name="csY70" fmla="*/ 2544 h 38672"/>
                <a:gd name="csX71" fmla="*/ 31253 w 42507"/>
                <a:gd name="csY71" fmla="*/ 703 h 38672"/>
                <a:gd name="csX72" fmla="*/ 34589 w 42507"/>
                <a:gd name="csY72" fmla="*/ 0 h 38672"/>
                <a:gd name="csX73" fmla="*/ 37970 w 42507"/>
                <a:gd name="csY73" fmla="*/ 454 h 38672"/>
                <a:gd name="csX74" fmla="*/ 41048 w 42507"/>
                <a:gd name="csY74" fmla="*/ 2251 h 38672"/>
                <a:gd name="csX75" fmla="*/ 42507 w 42507"/>
                <a:gd name="csY75" fmla="*/ 5623 h 38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507" h="38672">
                  <a:moveTo>
                    <a:pt x="42507" y="5623"/>
                  </a:moveTo>
                  <a:cubicBezTo>
                    <a:pt x="42507" y="7182"/>
                    <a:pt x="42021" y="8404"/>
                    <a:pt x="41048" y="9288"/>
                  </a:cubicBezTo>
                  <a:cubicBezTo>
                    <a:pt x="40076" y="10154"/>
                    <a:pt x="39035" y="10587"/>
                    <a:pt x="37926" y="10587"/>
                  </a:cubicBezTo>
                  <a:cubicBezTo>
                    <a:pt x="36870" y="10587"/>
                    <a:pt x="36063" y="10281"/>
                    <a:pt x="35506" y="9670"/>
                  </a:cubicBezTo>
                  <a:cubicBezTo>
                    <a:pt x="34948" y="9060"/>
                    <a:pt x="34669" y="8363"/>
                    <a:pt x="34669" y="7580"/>
                  </a:cubicBezTo>
                  <a:cubicBezTo>
                    <a:pt x="34669" y="6524"/>
                    <a:pt x="35061" y="5539"/>
                    <a:pt x="35844" y="4626"/>
                  </a:cubicBezTo>
                  <a:cubicBezTo>
                    <a:pt x="36621" y="3707"/>
                    <a:pt x="37593" y="3149"/>
                    <a:pt x="38762" y="2954"/>
                  </a:cubicBezTo>
                  <a:cubicBezTo>
                    <a:pt x="37617" y="2236"/>
                    <a:pt x="36200" y="1877"/>
                    <a:pt x="34509" y="1877"/>
                  </a:cubicBezTo>
                  <a:cubicBezTo>
                    <a:pt x="33394" y="1877"/>
                    <a:pt x="32350" y="2168"/>
                    <a:pt x="31378" y="2749"/>
                  </a:cubicBezTo>
                  <a:cubicBezTo>
                    <a:pt x="30435" y="3330"/>
                    <a:pt x="29673" y="3997"/>
                    <a:pt x="29091" y="4751"/>
                  </a:cubicBezTo>
                  <a:cubicBezTo>
                    <a:pt x="28534" y="5498"/>
                    <a:pt x="28006" y="6414"/>
                    <a:pt x="27508" y="7500"/>
                  </a:cubicBezTo>
                  <a:cubicBezTo>
                    <a:pt x="27033" y="8555"/>
                    <a:pt x="26698" y="9404"/>
                    <a:pt x="26502" y="10044"/>
                  </a:cubicBezTo>
                  <a:cubicBezTo>
                    <a:pt x="26336" y="10655"/>
                    <a:pt x="26185" y="11292"/>
                    <a:pt x="26049" y="11957"/>
                  </a:cubicBezTo>
                  <a:lnTo>
                    <a:pt x="23131" y="23629"/>
                  </a:lnTo>
                  <a:cubicBezTo>
                    <a:pt x="22188" y="27324"/>
                    <a:pt x="21716" y="29824"/>
                    <a:pt x="21716" y="31129"/>
                  </a:cubicBezTo>
                  <a:cubicBezTo>
                    <a:pt x="21716" y="32742"/>
                    <a:pt x="22105" y="34091"/>
                    <a:pt x="22882" y="35176"/>
                  </a:cubicBezTo>
                  <a:cubicBezTo>
                    <a:pt x="23659" y="36232"/>
                    <a:pt x="24824" y="36760"/>
                    <a:pt x="26378" y="36760"/>
                  </a:cubicBezTo>
                  <a:cubicBezTo>
                    <a:pt x="26989" y="36760"/>
                    <a:pt x="27641" y="36674"/>
                    <a:pt x="28335" y="36502"/>
                  </a:cubicBezTo>
                  <a:cubicBezTo>
                    <a:pt x="29035" y="36312"/>
                    <a:pt x="29827" y="35965"/>
                    <a:pt x="30710" y="35461"/>
                  </a:cubicBezTo>
                  <a:cubicBezTo>
                    <a:pt x="31630" y="34933"/>
                    <a:pt x="32493" y="34281"/>
                    <a:pt x="33299" y="33504"/>
                  </a:cubicBezTo>
                  <a:cubicBezTo>
                    <a:pt x="34130" y="32697"/>
                    <a:pt x="34948" y="31615"/>
                    <a:pt x="35755" y="30257"/>
                  </a:cubicBezTo>
                  <a:cubicBezTo>
                    <a:pt x="36561" y="28893"/>
                    <a:pt x="37229" y="27336"/>
                    <a:pt x="37756" y="25586"/>
                  </a:cubicBezTo>
                  <a:cubicBezTo>
                    <a:pt x="37923" y="24975"/>
                    <a:pt x="38284" y="24670"/>
                    <a:pt x="38842" y="24670"/>
                  </a:cubicBezTo>
                  <a:cubicBezTo>
                    <a:pt x="39536" y="24670"/>
                    <a:pt x="39883" y="24949"/>
                    <a:pt x="39883" y="25506"/>
                  </a:cubicBezTo>
                  <a:cubicBezTo>
                    <a:pt x="39883" y="25975"/>
                    <a:pt x="39687" y="26710"/>
                    <a:pt x="39296" y="27712"/>
                  </a:cubicBezTo>
                  <a:cubicBezTo>
                    <a:pt x="38940" y="28685"/>
                    <a:pt x="38358" y="29809"/>
                    <a:pt x="37552" y="31084"/>
                  </a:cubicBezTo>
                  <a:cubicBezTo>
                    <a:pt x="36775" y="32336"/>
                    <a:pt x="35870" y="33531"/>
                    <a:pt x="34838" y="34669"/>
                  </a:cubicBezTo>
                  <a:cubicBezTo>
                    <a:pt x="33812" y="35784"/>
                    <a:pt x="32534" y="36730"/>
                    <a:pt x="31004" y="37507"/>
                  </a:cubicBezTo>
                  <a:cubicBezTo>
                    <a:pt x="29480" y="38284"/>
                    <a:pt x="27881" y="38673"/>
                    <a:pt x="26209" y="38673"/>
                  </a:cubicBezTo>
                  <a:cubicBezTo>
                    <a:pt x="23825" y="38673"/>
                    <a:pt x="21841" y="38035"/>
                    <a:pt x="20257" y="36760"/>
                  </a:cubicBezTo>
                  <a:cubicBezTo>
                    <a:pt x="18674" y="35479"/>
                    <a:pt x="17588" y="33949"/>
                    <a:pt x="17001" y="32169"/>
                  </a:cubicBezTo>
                  <a:cubicBezTo>
                    <a:pt x="16865" y="32419"/>
                    <a:pt x="16699" y="32712"/>
                    <a:pt x="16503" y="33050"/>
                  </a:cubicBezTo>
                  <a:cubicBezTo>
                    <a:pt x="16307" y="33382"/>
                    <a:pt x="15919" y="33922"/>
                    <a:pt x="15337" y="34669"/>
                  </a:cubicBezTo>
                  <a:cubicBezTo>
                    <a:pt x="14780" y="35393"/>
                    <a:pt x="14181" y="36034"/>
                    <a:pt x="13540" y="36591"/>
                  </a:cubicBezTo>
                  <a:cubicBezTo>
                    <a:pt x="12906" y="37119"/>
                    <a:pt x="12087" y="37590"/>
                    <a:pt x="11085" y="38006"/>
                  </a:cubicBezTo>
                  <a:cubicBezTo>
                    <a:pt x="10112" y="38450"/>
                    <a:pt x="9098" y="38673"/>
                    <a:pt x="8042" y="38673"/>
                  </a:cubicBezTo>
                  <a:cubicBezTo>
                    <a:pt x="6708" y="38673"/>
                    <a:pt x="5445" y="38477"/>
                    <a:pt x="4252" y="38086"/>
                  </a:cubicBezTo>
                  <a:cubicBezTo>
                    <a:pt x="3084" y="37700"/>
                    <a:pt x="2082" y="37063"/>
                    <a:pt x="1245" y="36173"/>
                  </a:cubicBezTo>
                  <a:cubicBezTo>
                    <a:pt x="415" y="35283"/>
                    <a:pt x="0" y="34228"/>
                    <a:pt x="0" y="33006"/>
                  </a:cubicBezTo>
                  <a:cubicBezTo>
                    <a:pt x="0" y="31642"/>
                    <a:pt x="460" y="30488"/>
                    <a:pt x="1379" y="29545"/>
                  </a:cubicBezTo>
                  <a:cubicBezTo>
                    <a:pt x="2322" y="28572"/>
                    <a:pt x="3431" y="28086"/>
                    <a:pt x="4706" y="28086"/>
                  </a:cubicBezTo>
                  <a:cubicBezTo>
                    <a:pt x="5513" y="28086"/>
                    <a:pt x="6236" y="28323"/>
                    <a:pt x="6877" y="28798"/>
                  </a:cubicBezTo>
                  <a:cubicBezTo>
                    <a:pt x="7541" y="29266"/>
                    <a:pt x="7873" y="30017"/>
                    <a:pt x="7873" y="31049"/>
                  </a:cubicBezTo>
                  <a:cubicBezTo>
                    <a:pt x="7873" y="32187"/>
                    <a:pt x="7485" y="33187"/>
                    <a:pt x="6708" y="34047"/>
                  </a:cubicBezTo>
                  <a:cubicBezTo>
                    <a:pt x="5931" y="34907"/>
                    <a:pt x="4988" y="35449"/>
                    <a:pt x="3879" y="35675"/>
                  </a:cubicBezTo>
                  <a:cubicBezTo>
                    <a:pt x="5018" y="36398"/>
                    <a:pt x="6432" y="36760"/>
                    <a:pt x="8122" y="36760"/>
                  </a:cubicBezTo>
                  <a:cubicBezTo>
                    <a:pt x="9961" y="36760"/>
                    <a:pt x="11601" y="35954"/>
                    <a:pt x="13042" y="34340"/>
                  </a:cubicBezTo>
                  <a:cubicBezTo>
                    <a:pt x="14489" y="32727"/>
                    <a:pt x="15560" y="30574"/>
                    <a:pt x="16254" y="27881"/>
                  </a:cubicBezTo>
                  <a:cubicBezTo>
                    <a:pt x="17974" y="21405"/>
                    <a:pt x="19169" y="16722"/>
                    <a:pt x="19839" y="13834"/>
                  </a:cubicBezTo>
                  <a:cubicBezTo>
                    <a:pt x="20503" y="10916"/>
                    <a:pt x="20835" y="8831"/>
                    <a:pt x="20835" y="7580"/>
                  </a:cubicBezTo>
                  <a:cubicBezTo>
                    <a:pt x="20835" y="6417"/>
                    <a:pt x="20684" y="5433"/>
                    <a:pt x="20382" y="4626"/>
                  </a:cubicBezTo>
                  <a:cubicBezTo>
                    <a:pt x="20073" y="3820"/>
                    <a:pt x="19655" y="3235"/>
                    <a:pt x="19127" y="2874"/>
                  </a:cubicBezTo>
                  <a:cubicBezTo>
                    <a:pt x="18629" y="2482"/>
                    <a:pt x="18143" y="2218"/>
                    <a:pt x="17668" y="2082"/>
                  </a:cubicBezTo>
                  <a:cubicBezTo>
                    <a:pt x="17224" y="1945"/>
                    <a:pt x="16752" y="1877"/>
                    <a:pt x="16254" y="1877"/>
                  </a:cubicBezTo>
                  <a:cubicBezTo>
                    <a:pt x="15418" y="1877"/>
                    <a:pt x="14528" y="2043"/>
                    <a:pt x="13585" y="2375"/>
                  </a:cubicBezTo>
                  <a:cubicBezTo>
                    <a:pt x="12671" y="2707"/>
                    <a:pt x="11657" y="3262"/>
                    <a:pt x="10542" y="4039"/>
                  </a:cubicBezTo>
                  <a:cubicBezTo>
                    <a:pt x="9457" y="4792"/>
                    <a:pt x="8401" y="5946"/>
                    <a:pt x="7375" y="7500"/>
                  </a:cubicBezTo>
                  <a:cubicBezTo>
                    <a:pt x="6349" y="9054"/>
                    <a:pt x="5489" y="10901"/>
                    <a:pt x="4795" y="13042"/>
                  </a:cubicBezTo>
                  <a:cubicBezTo>
                    <a:pt x="4653" y="13683"/>
                    <a:pt x="4276" y="14003"/>
                    <a:pt x="3665" y="14003"/>
                  </a:cubicBezTo>
                  <a:cubicBezTo>
                    <a:pt x="3001" y="13973"/>
                    <a:pt x="2669" y="13680"/>
                    <a:pt x="2669" y="13122"/>
                  </a:cubicBezTo>
                  <a:cubicBezTo>
                    <a:pt x="2669" y="12654"/>
                    <a:pt x="2850" y="11933"/>
                    <a:pt x="3212" y="10960"/>
                  </a:cubicBezTo>
                  <a:cubicBezTo>
                    <a:pt x="3597" y="9958"/>
                    <a:pt x="4178" y="8831"/>
                    <a:pt x="4955" y="7580"/>
                  </a:cubicBezTo>
                  <a:cubicBezTo>
                    <a:pt x="5762" y="6334"/>
                    <a:pt x="6681" y="5154"/>
                    <a:pt x="7713" y="4039"/>
                  </a:cubicBezTo>
                  <a:cubicBezTo>
                    <a:pt x="8769" y="2900"/>
                    <a:pt x="10059" y="1942"/>
                    <a:pt x="11583" y="1165"/>
                  </a:cubicBezTo>
                  <a:cubicBezTo>
                    <a:pt x="13143" y="388"/>
                    <a:pt x="14756" y="0"/>
                    <a:pt x="16423" y="0"/>
                  </a:cubicBezTo>
                  <a:cubicBezTo>
                    <a:pt x="17170" y="0"/>
                    <a:pt x="17906" y="83"/>
                    <a:pt x="18629" y="249"/>
                  </a:cubicBezTo>
                  <a:cubicBezTo>
                    <a:pt x="19376" y="385"/>
                    <a:pt x="20195" y="664"/>
                    <a:pt x="21085" y="1085"/>
                  </a:cubicBezTo>
                  <a:cubicBezTo>
                    <a:pt x="22004" y="1501"/>
                    <a:pt x="22867" y="2165"/>
                    <a:pt x="23673" y="3078"/>
                  </a:cubicBezTo>
                  <a:cubicBezTo>
                    <a:pt x="24480" y="3997"/>
                    <a:pt x="25132" y="5124"/>
                    <a:pt x="25631" y="6459"/>
                  </a:cubicBezTo>
                  <a:cubicBezTo>
                    <a:pt x="25963" y="5818"/>
                    <a:pt x="26351" y="5193"/>
                    <a:pt x="26796" y="4582"/>
                  </a:cubicBezTo>
                  <a:cubicBezTo>
                    <a:pt x="27271" y="3971"/>
                    <a:pt x="27870" y="3292"/>
                    <a:pt x="28593" y="2544"/>
                  </a:cubicBezTo>
                  <a:cubicBezTo>
                    <a:pt x="29340" y="1761"/>
                    <a:pt x="30227" y="1148"/>
                    <a:pt x="31253" y="703"/>
                  </a:cubicBezTo>
                  <a:cubicBezTo>
                    <a:pt x="32309" y="234"/>
                    <a:pt x="33421" y="0"/>
                    <a:pt x="34589" y="0"/>
                  </a:cubicBezTo>
                  <a:cubicBezTo>
                    <a:pt x="35728" y="0"/>
                    <a:pt x="36855" y="151"/>
                    <a:pt x="37970" y="454"/>
                  </a:cubicBezTo>
                  <a:cubicBezTo>
                    <a:pt x="39079" y="733"/>
                    <a:pt x="40105" y="1331"/>
                    <a:pt x="41048" y="2251"/>
                  </a:cubicBezTo>
                  <a:cubicBezTo>
                    <a:pt x="42021" y="3140"/>
                    <a:pt x="42507" y="4264"/>
                    <a:pt x="42507" y="5623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7A950AFE-949A-2AB0-A7F8-3D9F7F426DBE}"/>
                </a:ext>
              </a:extLst>
            </p:cNvPr>
            <p:cNvSpPr/>
            <p:nvPr/>
          </p:nvSpPr>
          <p:spPr>
            <a:xfrm>
              <a:off x="2905723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B3197325-4C1B-A0BB-4C12-644DDC8057D4}"/>
                </a:ext>
              </a:extLst>
            </p:cNvPr>
            <p:cNvSpPr/>
            <p:nvPr/>
          </p:nvSpPr>
          <p:spPr>
            <a:xfrm>
              <a:off x="2905723" y="2841498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95D43365-421A-FE82-166C-3EDFD095AB34}"/>
                </a:ext>
              </a:extLst>
            </p:cNvPr>
            <p:cNvSpPr/>
            <p:nvPr/>
          </p:nvSpPr>
          <p:spPr>
            <a:xfrm>
              <a:off x="2905723" y="2666896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D265D7B7-D06D-7600-6EA5-1A414EEE4F94}"/>
                </a:ext>
              </a:extLst>
            </p:cNvPr>
            <p:cNvSpPr/>
            <p:nvPr/>
          </p:nvSpPr>
          <p:spPr>
            <a:xfrm>
              <a:off x="2905723" y="2492291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9B22BCD2-24E3-508F-21E6-E9CA52C48831}"/>
                </a:ext>
              </a:extLst>
            </p:cNvPr>
            <p:cNvSpPr/>
            <p:nvPr/>
          </p:nvSpPr>
          <p:spPr>
            <a:xfrm>
              <a:off x="2905723" y="2317686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23ACABA9-F93F-15F0-46BD-778F75078F3B}"/>
                </a:ext>
              </a:extLst>
            </p:cNvPr>
            <p:cNvSpPr/>
            <p:nvPr/>
          </p:nvSpPr>
          <p:spPr>
            <a:xfrm>
              <a:off x="2905723" y="2143080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AE9A9AEE-B869-06F8-C404-E4E5112B8BB4}"/>
                </a:ext>
              </a:extLst>
            </p:cNvPr>
            <p:cNvSpPr/>
            <p:nvPr/>
          </p:nvSpPr>
          <p:spPr>
            <a:xfrm>
              <a:off x="2905723" y="1968476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B78492BB-6C1C-C520-AD70-4FF4D55F548A}"/>
                </a:ext>
              </a:extLst>
            </p:cNvPr>
            <p:cNvSpPr/>
            <p:nvPr/>
          </p:nvSpPr>
          <p:spPr>
            <a:xfrm>
              <a:off x="2905723" y="1793871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BD3F4D0A-62F5-6564-6D04-F33130BC195C}"/>
                </a:ext>
              </a:extLst>
            </p:cNvPr>
            <p:cNvSpPr/>
            <p:nvPr/>
          </p:nvSpPr>
          <p:spPr>
            <a:xfrm>
              <a:off x="2766085" y="2813625"/>
              <a:ext cx="37191" cy="55825"/>
            </a:xfrm>
            <a:custGeom>
              <a:avLst/>
              <a:gdLst>
                <a:gd name="csX0" fmla="*/ 18596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6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6 w 37191"/>
                <a:gd name="csY8" fmla="*/ 5765 h 55825"/>
                <a:gd name="csX9" fmla="*/ 18596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26 h 55825"/>
                <a:gd name="csX12" fmla="*/ 32398 w 37191"/>
                <a:gd name="csY12" fmla="*/ 48690 h 55825"/>
                <a:gd name="csX13" fmla="*/ 18596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6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6" y="50060"/>
                  </a:cubicBezTo>
                  <a:cubicBezTo>
                    <a:pt x="22368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6" y="55825"/>
                  </a:cubicBezTo>
                  <a:cubicBezTo>
                    <a:pt x="12566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4BA60D62-E73E-5C2E-8C0E-B02660A660F3}"/>
                </a:ext>
              </a:extLst>
            </p:cNvPr>
            <p:cNvSpPr/>
            <p:nvPr/>
          </p:nvSpPr>
          <p:spPr>
            <a:xfrm>
              <a:off x="2816070" y="2859246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F5898672-D015-0668-B823-005671E62749}"/>
                </a:ext>
              </a:extLst>
            </p:cNvPr>
            <p:cNvSpPr/>
            <p:nvPr/>
          </p:nvSpPr>
          <p:spPr>
            <a:xfrm>
              <a:off x="2836505" y="2813625"/>
              <a:ext cx="37191" cy="55825"/>
            </a:xfrm>
            <a:custGeom>
              <a:avLst/>
              <a:gdLst>
                <a:gd name="csX0" fmla="*/ 18595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5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5 w 37191"/>
                <a:gd name="csY8" fmla="*/ 5765 h 55825"/>
                <a:gd name="csX9" fmla="*/ 18595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26 h 55825"/>
                <a:gd name="csX12" fmla="*/ 32398 w 37191"/>
                <a:gd name="csY12" fmla="*/ 48690 h 55825"/>
                <a:gd name="csX13" fmla="*/ 18595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5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5" y="50060"/>
                  </a:cubicBezTo>
                  <a:cubicBezTo>
                    <a:pt x="22367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5" y="55825"/>
                  </a:cubicBezTo>
                  <a:cubicBezTo>
                    <a:pt x="12565" y="55825"/>
                    <a:pt x="7952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2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C415A5B8-5907-238C-97E0-B1BB2CDEAF04}"/>
                </a:ext>
              </a:extLst>
            </p:cNvPr>
            <p:cNvSpPr/>
            <p:nvPr/>
          </p:nvSpPr>
          <p:spPr>
            <a:xfrm>
              <a:off x="2767995" y="2639024"/>
              <a:ext cx="37191" cy="55816"/>
            </a:xfrm>
            <a:custGeom>
              <a:avLst/>
              <a:gdLst>
                <a:gd name="csX0" fmla="*/ 18595 w 37191"/>
                <a:gd name="csY0" fmla="*/ 5765 h 55816"/>
                <a:gd name="csX1" fmla="*/ 10127 w 37191"/>
                <a:gd name="csY1" fmla="*/ 11316 h 55816"/>
                <a:gd name="csX2" fmla="*/ 7316 w 37191"/>
                <a:gd name="csY2" fmla="*/ 27926 h 55816"/>
                <a:gd name="csX3" fmla="*/ 10127 w 37191"/>
                <a:gd name="csY3" fmla="*/ 44536 h 55816"/>
                <a:gd name="csX4" fmla="*/ 18595 w 37191"/>
                <a:gd name="csY4" fmla="*/ 50051 h 55816"/>
                <a:gd name="csX5" fmla="*/ 27065 w 37191"/>
                <a:gd name="csY5" fmla="*/ 44536 h 55816"/>
                <a:gd name="csX6" fmla="*/ 29912 w 37191"/>
                <a:gd name="csY6" fmla="*/ 27926 h 55816"/>
                <a:gd name="csX7" fmla="*/ 27065 w 37191"/>
                <a:gd name="csY7" fmla="*/ 11316 h 55816"/>
                <a:gd name="csX8" fmla="*/ 18595 w 37191"/>
                <a:gd name="csY8" fmla="*/ 5765 h 55816"/>
                <a:gd name="csX9" fmla="*/ 18595 w 37191"/>
                <a:gd name="csY9" fmla="*/ 0 h 55816"/>
                <a:gd name="csX10" fmla="*/ 32398 w 37191"/>
                <a:gd name="csY10" fmla="*/ 7171 h 55816"/>
                <a:gd name="csX11" fmla="*/ 37192 w 37191"/>
                <a:gd name="csY11" fmla="*/ 27926 h 55816"/>
                <a:gd name="csX12" fmla="*/ 32398 w 37191"/>
                <a:gd name="csY12" fmla="*/ 48681 h 55816"/>
                <a:gd name="csX13" fmla="*/ 18595 w 37191"/>
                <a:gd name="csY13" fmla="*/ 55816 h 55816"/>
                <a:gd name="csX14" fmla="*/ 4757 w 37191"/>
                <a:gd name="csY14" fmla="*/ 48681 h 55816"/>
                <a:gd name="csX15" fmla="*/ 0 w 37191"/>
                <a:gd name="csY15" fmla="*/ 27926 h 55816"/>
                <a:gd name="csX16" fmla="*/ 4757 w 37191"/>
                <a:gd name="csY16" fmla="*/ 7171 h 55816"/>
                <a:gd name="csX17" fmla="*/ 18595 w 37191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16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88"/>
                    <a:pt x="7316" y="20524"/>
                    <a:pt x="7316" y="27926"/>
                  </a:cubicBezTo>
                  <a:cubicBezTo>
                    <a:pt x="7316" y="35304"/>
                    <a:pt x="8253" y="40841"/>
                    <a:pt x="10127" y="44536"/>
                  </a:cubicBezTo>
                  <a:cubicBezTo>
                    <a:pt x="12025" y="48213"/>
                    <a:pt x="14848" y="50051"/>
                    <a:pt x="18595" y="50051"/>
                  </a:cubicBezTo>
                  <a:cubicBezTo>
                    <a:pt x="22367" y="50051"/>
                    <a:pt x="25191" y="48213"/>
                    <a:pt x="27065" y="44536"/>
                  </a:cubicBezTo>
                  <a:cubicBezTo>
                    <a:pt x="28963" y="40841"/>
                    <a:pt x="29912" y="35304"/>
                    <a:pt x="29912" y="27926"/>
                  </a:cubicBezTo>
                  <a:cubicBezTo>
                    <a:pt x="29912" y="20524"/>
                    <a:pt x="28963" y="14988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3"/>
                    <a:pt x="35594" y="43901"/>
                    <a:pt x="32398" y="48681"/>
                  </a:cubicBezTo>
                  <a:cubicBezTo>
                    <a:pt x="29227" y="53438"/>
                    <a:pt x="24626" y="55816"/>
                    <a:pt x="18595" y="55816"/>
                  </a:cubicBezTo>
                  <a:cubicBezTo>
                    <a:pt x="12565" y="55816"/>
                    <a:pt x="7953" y="53438"/>
                    <a:pt x="4757" y="48681"/>
                  </a:cubicBezTo>
                  <a:cubicBezTo>
                    <a:pt x="1586" y="43901"/>
                    <a:pt x="0" y="36983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A061E14F-DAC6-B7DD-DF98-A57048A5EB85}"/>
                </a:ext>
              </a:extLst>
            </p:cNvPr>
            <p:cNvSpPr/>
            <p:nvPr/>
          </p:nvSpPr>
          <p:spPr>
            <a:xfrm>
              <a:off x="2817980" y="2684645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E1466157-FFF0-6AE4-4118-DD889C6B92B3}"/>
                </a:ext>
              </a:extLst>
            </p:cNvPr>
            <p:cNvSpPr/>
            <p:nvPr/>
          </p:nvSpPr>
          <p:spPr>
            <a:xfrm>
              <a:off x="2841657" y="2639993"/>
              <a:ext cx="32038" cy="53805"/>
            </a:xfrm>
            <a:custGeom>
              <a:avLst/>
              <a:gdLst>
                <a:gd name="csX0" fmla="*/ 1045 w 32038"/>
                <a:gd name="csY0" fmla="*/ 47676 h 53805"/>
                <a:gd name="csX1" fmla="*/ 12938 w 32038"/>
                <a:gd name="csY1" fmla="*/ 47676 h 53805"/>
                <a:gd name="csX2" fmla="*/ 12938 w 32038"/>
                <a:gd name="csY2" fmla="*/ 6628 h 53805"/>
                <a:gd name="csX3" fmla="*/ 0 w 32038"/>
                <a:gd name="csY3" fmla="*/ 9226 h 53805"/>
                <a:gd name="csX4" fmla="*/ 0 w 32038"/>
                <a:gd name="csY4" fmla="*/ 2598 h 53805"/>
                <a:gd name="csX5" fmla="*/ 12866 w 32038"/>
                <a:gd name="csY5" fmla="*/ 0 h 53805"/>
                <a:gd name="csX6" fmla="*/ 20146 w 32038"/>
                <a:gd name="csY6" fmla="*/ 0 h 53805"/>
                <a:gd name="csX7" fmla="*/ 20146 w 32038"/>
                <a:gd name="csY7" fmla="*/ 47676 h 53805"/>
                <a:gd name="csX8" fmla="*/ 32039 w 32038"/>
                <a:gd name="csY8" fmla="*/ 47676 h 53805"/>
                <a:gd name="csX9" fmla="*/ 32039 w 32038"/>
                <a:gd name="csY9" fmla="*/ 53806 h 53805"/>
                <a:gd name="csX10" fmla="*/ 1045 w 32038"/>
                <a:gd name="csY10" fmla="*/ 53806 h 53805"/>
                <a:gd name="csX11" fmla="*/ 1045 w 32038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8" h="53805">
                  <a:moveTo>
                    <a:pt x="1045" y="47676"/>
                  </a:moveTo>
                  <a:lnTo>
                    <a:pt x="12938" y="47676"/>
                  </a:lnTo>
                  <a:lnTo>
                    <a:pt x="12938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6" y="0"/>
                  </a:lnTo>
                  <a:lnTo>
                    <a:pt x="20146" y="0"/>
                  </a:lnTo>
                  <a:lnTo>
                    <a:pt x="20146" y="47676"/>
                  </a:lnTo>
                  <a:lnTo>
                    <a:pt x="32039" y="47676"/>
                  </a:lnTo>
                  <a:lnTo>
                    <a:pt x="32039" y="53806"/>
                  </a:lnTo>
                  <a:lnTo>
                    <a:pt x="1045" y="53806"/>
                  </a:lnTo>
                  <a:lnTo>
                    <a:pt x="1045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BEA4503B-AC6E-B953-13E6-AB44490DC70C}"/>
                </a:ext>
              </a:extLst>
            </p:cNvPr>
            <p:cNvSpPr/>
            <p:nvPr/>
          </p:nvSpPr>
          <p:spPr>
            <a:xfrm>
              <a:off x="2768571" y="2464415"/>
              <a:ext cx="37191" cy="55824"/>
            </a:xfrm>
            <a:custGeom>
              <a:avLst/>
              <a:gdLst>
                <a:gd name="csX0" fmla="*/ 18596 w 37191"/>
                <a:gd name="csY0" fmla="*/ 5767 h 55824"/>
                <a:gd name="csX1" fmla="*/ 10127 w 37191"/>
                <a:gd name="csY1" fmla="*/ 11316 h 55824"/>
                <a:gd name="csX2" fmla="*/ 7316 w 37191"/>
                <a:gd name="csY2" fmla="*/ 27930 h 55824"/>
                <a:gd name="csX3" fmla="*/ 10127 w 37191"/>
                <a:gd name="csY3" fmla="*/ 44544 h 55824"/>
                <a:gd name="csX4" fmla="*/ 18596 w 37191"/>
                <a:gd name="csY4" fmla="*/ 50058 h 55824"/>
                <a:gd name="csX5" fmla="*/ 27065 w 37191"/>
                <a:gd name="csY5" fmla="*/ 44544 h 55824"/>
                <a:gd name="csX6" fmla="*/ 29912 w 37191"/>
                <a:gd name="csY6" fmla="*/ 27930 h 55824"/>
                <a:gd name="csX7" fmla="*/ 27065 w 37191"/>
                <a:gd name="csY7" fmla="*/ 11316 h 55824"/>
                <a:gd name="csX8" fmla="*/ 18596 w 37191"/>
                <a:gd name="csY8" fmla="*/ 5767 h 55824"/>
                <a:gd name="csX9" fmla="*/ 18596 w 37191"/>
                <a:gd name="csY9" fmla="*/ 0 h 55824"/>
                <a:gd name="csX10" fmla="*/ 32399 w 37191"/>
                <a:gd name="csY10" fmla="*/ 7171 h 55824"/>
                <a:gd name="csX11" fmla="*/ 37192 w 37191"/>
                <a:gd name="csY11" fmla="*/ 27930 h 55824"/>
                <a:gd name="csX12" fmla="*/ 32399 w 37191"/>
                <a:gd name="csY12" fmla="*/ 48688 h 55824"/>
                <a:gd name="csX13" fmla="*/ 18596 w 37191"/>
                <a:gd name="csY13" fmla="*/ 55824 h 55824"/>
                <a:gd name="csX14" fmla="*/ 4757 w 37191"/>
                <a:gd name="csY14" fmla="*/ 48688 h 55824"/>
                <a:gd name="csX15" fmla="*/ 0 w 37191"/>
                <a:gd name="csY15" fmla="*/ 27930 h 55824"/>
                <a:gd name="csX16" fmla="*/ 4757 w 37191"/>
                <a:gd name="csY16" fmla="*/ 7171 h 55824"/>
                <a:gd name="csX17" fmla="*/ 18596 w 37191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4">
                  <a:moveTo>
                    <a:pt x="18596" y="5767"/>
                  </a:moveTo>
                  <a:cubicBezTo>
                    <a:pt x="14848" y="5767"/>
                    <a:pt x="12025" y="7616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6"/>
                    <a:pt x="22368" y="5767"/>
                    <a:pt x="18596" y="5767"/>
                  </a:cubicBezTo>
                  <a:moveTo>
                    <a:pt x="18596" y="0"/>
                  </a:moveTo>
                  <a:cubicBezTo>
                    <a:pt x="24626" y="0"/>
                    <a:pt x="29227" y="2390"/>
                    <a:pt x="32399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8"/>
                    <a:pt x="32399" y="48688"/>
                  </a:cubicBezTo>
                  <a:cubicBezTo>
                    <a:pt x="29227" y="53446"/>
                    <a:pt x="24626" y="55824"/>
                    <a:pt x="18596" y="55824"/>
                  </a:cubicBezTo>
                  <a:cubicBezTo>
                    <a:pt x="12566" y="55824"/>
                    <a:pt x="7953" y="53446"/>
                    <a:pt x="4757" y="48688"/>
                  </a:cubicBezTo>
                  <a:cubicBezTo>
                    <a:pt x="1586" y="43907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37C5BC5B-88FD-0263-587D-95D6D8C686ED}"/>
                </a:ext>
              </a:extLst>
            </p:cNvPr>
            <p:cNvSpPr/>
            <p:nvPr/>
          </p:nvSpPr>
          <p:spPr>
            <a:xfrm>
              <a:off x="2818557" y="2510040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A409A2E4-C0D3-72E8-E957-3DB44013A789}"/>
                </a:ext>
              </a:extLst>
            </p:cNvPr>
            <p:cNvSpPr/>
            <p:nvPr/>
          </p:nvSpPr>
          <p:spPr>
            <a:xfrm>
              <a:off x="2839531" y="2464415"/>
              <a:ext cx="34165" cy="54778"/>
            </a:xfrm>
            <a:custGeom>
              <a:avLst/>
              <a:gdLst>
                <a:gd name="csX0" fmla="*/ 8758 w 34165"/>
                <a:gd name="csY0" fmla="*/ 48652 h 54778"/>
                <a:gd name="csX1" fmla="*/ 34165 w 34165"/>
                <a:gd name="csY1" fmla="*/ 48652 h 54778"/>
                <a:gd name="csX2" fmla="*/ 34165 w 34165"/>
                <a:gd name="csY2" fmla="*/ 54779 h 54778"/>
                <a:gd name="csX3" fmla="*/ 0 w 34165"/>
                <a:gd name="csY3" fmla="*/ 54779 h 54778"/>
                <a:gd name="csX4" fmla="*/ 0 w 34165"/>
                <a:gd name="csY4" fmla="*/ 48652 h 54778"/>
                <a:gd name="csX5" fmla="*/ 11281 w 34165"/>
                <a:gd name="csY5" fmla="*/ 37156 h 54778"/>
                <a:gd name="csX6" fmla="*/ 20290 w 34165"/>
                <a:gd name="csY6" fmla="*/ 27822 h 54778"/>
                <a:gd name="csX7" fmla="*/ 25156 w 34165"/>
                <a:gd name="csY7" fmla="*/ 21190 h 54778"/>
                <a:gd name="csX8" fmla="*/ 26560 w 34165"/>
                <a:gd name="csY8" fmla="*/ 15821 h 54778"/>
                <a:gd name="csX9" fmla="*/ 23534 w 34165"/>
                <a:gd name="csY9" fmla="*/ 8830 h 54778"/>
                <a:gd name="csX10" fmla="*/ 15713 w 34165"/>
                <a:gd name="csY10" fmla="*/ 6127 h 54778"/>
                <a:gd name="csX11" fmla="*/ 8469 w 34165"/>
                <a:gd name="csY11" fmla="*/ 7316 h 54778"/>
                <a:gd name="csX12" fmla="*/ 360 w 34165"/>
                <a:gd name="csY12" fmla="*/ 10919 h 54778"/>
                <a:gd name="csX13" fmla="*/ 360 w 34165"/>
                <a:gd name="csY13" fmla="*/ 3567 h 54778"/>
                <a:gd name="csX14" fmla="*/ 8577 w 34165"/>
                <a:gd name="csY14" fmla="*/ 901 h 54778"/>
                <a:gd name="csX15" fmla="*/ 15569 w 34165"/>
                <a:gd name="csY15" fmla="*/ 0 h 54778"/>
                <a:gd name="csX16" fmla="*/ 28904 w 34165"/>
                <a:gd name="csY16" fmla="*/ 4180 h 54778"/>
                <a:gd name="csX17" fmla="*/ 33877 w 34165"/>
                <a:gd name="csY17" fmla="*/ 15353 h 54778"/>
                <a:gd name="csX18" fmla="*/ 32615 w 34165"/>
                <a:gd name="csY18" fmla="*/ 21659 h 54778"/>
                <a:gd name="csX19" fmla="*/ 28110 w 34165"/>
                <a:gd name="csY19" fmla="*/ 28651 h 54778"/>
                <a:gd name="csX20" fmla="*/ 22380 w 34165"/>
                <a:gd name="csY20" fmla="*/ 34705 h 54778"/>
                <a:gd name="csX21" fmla="*/ 8758 w 34165"/>
                <a:gd name="csY21" fmla="*/ 48652 h 54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5" h="54778">
                  <a:moveTo>
                    <a:pt x="8758" y="48652"/>
                  </a:moveTo>
                  <a:lnTo>
                    <a:pt x="34165" y="48652"/>
                  </a:lnTo>
                  <a:lnTo>
                    <a:pt x="34165" y="54779"/>
                  </a:lnTo>
                  <a:lnTo>
                    <a:pt x="0" y="54779"/>
                  </a:lnTo>
                  <a:lnTo>
                    <a:pt x="0" y="48652"/>
                  </a:lnTo>
                  <a:cubicBezTo>
                    <a:pt x="2763" y="45793"/>
                    <a:pt x="6523" y="41961"/>
                    <a:pt x="11281" y="37156"/>
                  </a:cubicBezTo>
                  <a:cubicBezTo>
                    <a:pt x="16062" y="32327"/>
                    <a:pt x="19065" y="29216"/>
                    <a:pt x="20290" y="27822"/>
                  </a:cubicBezTo>
                  <a:cubicBezTo>
                    <a:pt x="22620" y="25203"/>
                    <a:pt x="24242" y="22993"/>
                    <a:pt x="25156" y="21190"/>
                  </a:cubicBezTo>
                  <a:cubicBezTo>
                    <a:pt x="26092" y="19365"/>
                    <a:pt x="26560" y="17575"/>
                    <a:pt x="26560" y="15821"/>
                  </a:cubicBezTo>
                  <a:cubicBezTo>
                    <a:pt x="26560" y="12962"/>
                    <a:pt x="25551" y="10632"/>
                    <a:pt x="23534" y="8830"/>
                  </a:cubicBezTo>
                  <a:cubicBezTo>
                    <a:pt x="21539" y="7028"/>
                    <a:pt x="18932" y="6127"/>
                    <a:pt x="15713" y="6127"/>
                  </a:cubicBezTo>
                  <a:cubicBezTo>
                    <a:pt x="13431" y="6127"/>
                    <a:pt x="11016" y="6523"/>
                    <a:pt x="8469" y="7316"/>
                  </a:cubicBezTo>
                  <a:cubicBezTo>
                    <a:pt x="5946" y="8109"/>
                    <a:pt x="3243" y="9310"/>
                    <a:pt x="360" y="10919"/>
                  </a:cubicBezTo>
                  <a:lnTo>
                    <a:pt x="360" y="3567"/>
                  </a:lnTo>
                  <a:cubicBezTo>
                    <a:pt x="3291" y="2391"/>
                    <a:pt x="6030" y="1502"/>
                    <a:pt x="8577" y="901"/>
                  </a:cubicBezTo>
                  <a:cubicBezTo>
                    <a:pt x="11124" y="300"/>
                    <a:pt x="13454" y="0"/>
                    <a:pt x="15569" y="0"/>
                  </a:cubicBezTo>
                  <a:cubicBezTo>
                    <a:pt x="21143" y="0"/>
                    <a:pt x="25588" y="1393"/>
                    <a:pt x="28904" y="4180"/>
                  </a:cubicBezTo>
                  <a:cubicBezTo>
                    <a:pt x="32219" y="6967"/>
                    <a:pt x="33877" y="10691"/>
                    <a:pt x="33877" y="15353"/>
                  </a:cubicBezTo>
                  <a:cubicBezTo>
                    <a:pt x="33877" y="17563"/>
                    <a:pt x="33456" y="19665"/>
                    <a:pt x="32615" y="21659"/>
                  </a:cubicBezTo>
                  <a:cubicBezTo>
                    <a:pt x="31799" y="23630"/>
                    <a:pt x="30297" y="25960"/>
                    <a:pt x="28110" y="28651"/>
                  </a:cubicBezTo>
                  <a:cubicBezTo>
                    <a:pt x="27510" y="29348"/>
                    <a:pt x="25600" y="31366"/>
                    <a:pt x="22380" y="34705"/>
                  </a:cubicBezTo>
                  <a:cubicBezTo>
                    <a:pt x="19161" y="38021"/>
                    <a:pt x="14620" y="42670"/>
                    <a:pt x="8758" y="48652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66BC2E05-8042-B231-4D35-5FED57577DB9}"/>
                </a:ext>
              </a:extLst>
            </p:cNvPr>
            <p:cNvSpPr/>
            <p:nvPr/>
          </p:nvSpPr>
          <p:spPr>
            <a:xfrm>
              <a:off x="2767094" y="2289809"/>
              <a:ext cx="37191" cy="55824"/>
            </a:xfrm>
            <a:custGeom>
              <a:avLst/>
              <a:gdLst>
                <a:gd name="csX0" fmla="*/ 18596 w 37191"/>
                <a:gd name="csY0" fmla="*/ 5767 h 55824"/>
                <a:gd name="csX1" fmla="*/ 10127 w 37191"/>
                <a:gd name="csY1" fmla="*/ 11316 h 55824"/>
                <a:gd name="csX2" fmla="*/ 7316 w 37191"/>
                <a:gd name="csY2" fmla="*/ 27930 h 55824"/>
                <a:gd name="csX3" fmla="*/ 10127 w 37191"/>
                <a:gd name="csY3" fmla="*/ 44545 h 55824"/>
                <a:gd name="csX4" fmla="*/ 18596 w 37191"/>
                <a:gd name="csY4" fmla="*/ 50058 h 55824"/>
                <a:gd name="csX5" fmla="*/ 27065 w 37191"/>
                <a:gd name="csY5" fmla="*/ 44545 h 55824"/>
                <a:gd name="csX6" fmla="*/ 29913 w 37191"/>
                <a:gd name="csY6" fmla="*/ 27930 h 55824"/>
                <a:gd name="csX7" fmla="*/ 27065 w 37191"/>
                <a:gd name="csY7" fmla="*/ 11316 h 55824"/>
                <a:gd name="csX8" fmla="*/ 18596 w 37191"/>
                <a:gd name="csY8" fmla="*/ 5767 h 55824"/>
                <a:gd name="csX9" fmla="*/ 18596 w 37191"/>
                <a:gd name="csY9" fmla="*/ 0 h 55824"/>
                <a:gd name="csX10" fmla="*/ 32399 w 37191"/>
                <a:gd name="csY10" fmla="*/ 7172 h 55824"/>
                <a:gd name="csX11" fmla="*/ 37192 w 37191"/>
                <a:gd name="csY11" fmla="*/ 27930 h 55824"/>
                <a:gd name="csX12" fmla="*/ 32399 w 37191"/>
                <a:gd name="csY12" fmla="*/ 48689 h 55824"/>
                <a:gd name="csX13" fmla="*/ 18596 w 37191"/>
                <a:gd name="csY13" fmla="*/ 55824 h 55824"/>
                <a:gd name="csX14" fmla="*/ 4757 w 37191"/>
                <a:gd name="csY14" fmla="*/ 48689 h 55824"/>
                <a:gd name="csX15" fmla="*/ 0 w 37191"/>
                <a:gd name="csY15" fmla="*/ 27930 h 55824"/>
                <a:gd name="csX16" fmla="*/ 4757 w 37191"/>
                <a:gd name="csY16" fmla="*/ 7172 h 55824"/>
                <a:gd name="csX17" fmla="*/ 18596 w 37191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4">
                  <a:moveTo>
                    <a:pt x="18596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5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5"/>
                  </a:cubicBezTo>
                  <a:cubicBezTo>
                    <a:pt x="28963" y="40844"/>
                    <a:pt x="29913" y="35306"/>
                    <a:pt x="29913" y="27930"/>
                  </a:cubicBezTo>
                  <a:cubicBezTo>
                    <a:pt x="29913" y="20530"/>
                    <a:pt x="28963" y="14992"/>
                    <a:pt x="27065" y="11316"/>
                  </a:cubicBezTo>
                  <a:cubicBezTo>
                    <a:pt x="25191" y="7617"/>
                    <a:pt x="22368" y="5767"/>
                    <a:pt x="18596" y="5767"/>
                  </a:cubicBezTo>
                  <a:moveTo>
                    <a:pt x="18596" y="0"/>
                  </a:moveTo>
                  <a:cubicBezTo>
                    <a:pt x="24627" y="0"/>
                    <a:pt x="29228" y="2391"/>
                    <a:pt x="32399" y="7172"/>
                  </a:cubicBezTo>
                  <a:cubicBezTo>
                    <a:pt x="35594" y="11930"/>
                    <a:pt x="37192" y="18849"/>
                    <a:pt x="37192" y="27930"/>
                  </a:cubicBezTo>
                  <a:cubicBezTo>
                    <a:pt x="37192" y="36988"/>
                    <a:pt x="35594" y="43908"/>
                    <a:pt x="32399" y="48689"/>
                  </a:cubicBezTo>
                  <a:cubicBezTo>
                    <a:pt x="29228" y="53446"/>
                    <a:pt x="24627" y="55824"/>
                    <a:pt x="18596" y="55824"/>
                  </a:cubicBezTo>
                  <a:cubicBezTo>
                    <a:pt x="12566" y="55824"/>
                    <a:pt x="7953" y="53446"/>
                    <a:pt x="4757" y="48689"/>
                  </a:cubicBezTo>
                  <a:cubicBezTo>
                    <a:pt x="1586" y="43908"/>
                    <a:pt x="0" y="36988"/>
                    <a:pt x="0" y="27930"/>
                  </a:cubicBezTo>
                  <a:cubicBezTo>
                    <a:pt x="0" y="18849"/>
                    <a:pt x="1586" y="11930"/>
                    <a:pt x="4757" y="7172"/>
                  </a:cubicBezTo>
                  <a:cubicBezTo>
                    <a:pt x="7953" y="2391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27C36748-1485-905E-3EA1-50286E9206EF}"/>
                </a:ext>
              </a:extLst>
            </p:cNvPr>
            <p:cNvSpPr/>
            <p:nvPr/>
          </p:nvSpPr>
          <p:spPr>
            <a:xfrm>
              <a:off x="2817079" y="2335435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17A3AD8-DA35-07B6-237A-88F61637CA6F}"/>
                </a:ext>
              </a:extLst>
            </p:cNvPr>
            <p:cNvSpPr/>
            <p:nvPr/>
          </p:nvSpPr>
          <p:spPr>
            <a:xfrm>
              <a:off x="2838270" y="2289809"/>
              <a:ext cx="35426" cy="55824"/>
            </a:xfrm>
            <a:custGeom>
              <a:avLst/>
              <a:gdLst>
                <a:gd name="csX0" fmla="*/ 24326 w 35426"/>
                <a:gd name="csY0" fmla="*/ 25768 h 55824"/>
                <a:gd name="csX1" fmla="*/ 32471 w 35426"/>
                <a:gd name="csY1" fmla="*/ 30417 h 55824"/>
                <a:gd name="csX2" fmla="*/ 35427 w 35426"/>
                <a:gd name="csY2" fmla="*/ 39138 h 55824"/>
                <a:gd name="csX3" fmla="*/ 29948 w 35426"/>
                <a:gd name="csY3" fmla="*/ 51463 h 55824"/>
                <a:gd name="csX4" fmla="*/ 14380 w 35426"/>
                <a:gd name="csY4" fmla="*/ 55824 h 55824"/>
                <a:gd name="csX5" fmla="*/ 7388 w 35426"/>
                <a:gd name="csY5" fmla="*/ 55139 h 55824"/>
                <a:gd name="csX6" fmla="*/ 0 w 35426"/>
                <a:gd name="csY6" fmla="*/ 53157 h 55824"/>
                <a:gd name="csX7" fmla="*/ 0 w 35426"/>
                <a:gd name="csY7" fmla="*/ 46130 h 55824"/>
                <a:gd name="csX8" fmla="*/ 6631 w 35426"/>
                <a:gd name="csY8" fmla="*/ 48797 h 55824"/>
                <a:gd name="csX9" fmla="*/ 14164 w 35426"/>
                <a:gd name="csY9" fmla="*/ 49697 h 55824"/>
                <a:gd name="csX10" fmla="*/ 24579 w 35426"/>
                <a:gd name="csY10" fmla="*/ 46995 h 55824"/>
                <a:gd name="csX11" fmla="*/ 28183 w 35426"/>
                <a:gd name="csY11" fmla="*/ 39138 h 55824"/>
                <a:gd name="csX12" fmla="*/ 24831 w 35426"/>
                <a:gd name="csY12" fmla="*/ 31714 h 55824"/>
                <a:gd name="csX13" fmla="*/ 15569 w 35426"/>
                <a:gd name="csY13" fmla="*/ 29011 h 55824"/>
                <a:gd name="csX14" fmla="*/ 9299 w 35426"/>
                <a:gd name="csY14" fmla="*/ 29011 h 55824"/>
                <a:gd name="csX15" fmla="*/ 9299 w 35426"/>
                <a:gd name="csY15" fmla="*/ 23029 h 55824"/>
                <a:gd name="csX16" fmla="*/ 15857 w 35426"/>
                <a:gd name="csY16" fmla="*/ 23029 h 55824"/>
                <a:gd name="csX17" fmla="*/ 24074 w 35426"/>
                <a:gd name="csY17" fmla="*/ 20903 h 55824"/>
                <a:gd name="csX18" fmla="*/ 26922 w 35426"/>
                <a:gd name="csY18" fmla="*/ 14704 h 55824"/>
                <a:gd name="csX19" fmla="*/ 23966 w 35426"/>
                <a:gd name="csY19" fmla="*/ 8362 h 55824"/>
                <a:gd name="csX20" fmla="*/ 15569 w 35426"/>
                <a:gd name="csY20" fmla="*/ 6127 h 55824"/>
                <a:gd name="csX21" fmla="*/ 9154 w 35426"/>
                <a:gd name="csY21" fmla="*/ 6776 h 55824"/>
                <a:gd name="csX22" fmla="*/ 1622 w 35426"/>
                <a:gd name="csY22" fmla="*/ 8794 h 55824"/>
                <a:gd name="csX23" fmla="*/ 1622 w 35426"/>
                <a:gd name="csY23" fmla="*/ 2307 h 55824"/>
                <a:gd name="csX24" fmla="*/ 9371 w 35426"/>
                <a:gd name="csY24" fmla="*/ 577 h 55824"/>
                <a:gd name="csX25" fmla="*/ 16218 w 35426"/>
                <a:gd name="csY25" fmla="*/ 0 h 55824"/>
                <a:gd name="csX26" fmla="*/ 29336 w 35426"/>
                <a:gd name="csY26" fmla="*/ 3785 h 55824"/>
                <a:gd name="csX27" fmla="*/ 34165 w 35426"/>
                <a:gd name="csY27" fmla="*/ 13947 h 55824"/>
                <a:gd name="csX28" fmla="*/ 31606 w 35426"/>
                <a:gd name="csY28" fmla="*/ 21515 h 55824"/>
                <a:gd name="csX29" fmla="*/ 24326 w 35426"/>
                <a:gd name="csY29" fmla="*/ 25768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426" h="55824">
                  <a:moveTo>
                    <a:pt x="24326" y="25768"/>
                  </a:moveTo>
                  <a:cubicBezTo>
                    <a:pt x="27810" y="26513"/>
                    <a:pt x="30525" y="28062"/>
                    <a:pt x="32471" y="30417"/>
                  </a:cubicBezTo>
                  <a:cubicBezTo>
                    <a:pt x="34441" y="32772"/>
                    <a:pt x="35427" y="35679"/>
                    <a:pt x="35427" y="39138"/>
                  </a:cubicBezTo>
                  <a:cubicBezTo>
                    <a:pt x="35427" y="44448"/>
                    <a:pt x="33600" y="48557"/>
                    <a:pt x="29948" y="51463"/>
                  </a:cubicBezTo>
                  <a:cubicBezTo>
                    <a:pt x="26296" y="54371"/>
                    <a:pt x="21107" y="55824"/>
                    <a:pt x="14380" y="55824"/>
                  </a:cubicBezTo>
                  <a:cubicBezTo>
                    <a:pt x="12122" y="55824"/>
                    <a:pt x="9791" y="55596"/>
                    <a:pt x="7388" y="55139"/>
                  </a:cubicBezTo>
                  <a:cubicBezTo>
                    <a:pt x="5010" y="54707"/>
                    <a:pt x="2547" y="54046"/>
                    <a:pt x="0" y="53157"/>
                  </a:cubicBezTo>
                  <a:lnTo>
                    <a:pt x="0" y="46130"/>
                  </a:lnTo>
                  <a:cubicBezTo>
                    <a:pt x="2018" y="47307"/>
                    <a:pt x="4229" y="48196"/>
                    <a:pt x="6631" y="48797"/>
                  </a:cubicBezTo>
                  <a:cubicBezTo>
                    <a:pt x="9034" y="49397"/>
                    <a:pt x="11545" y="49697"/>
                    <a:pt x="14164" y="49697"/>
                  </a:cubicBezTo>
                  <a:cubicBezTo>
                    <a:pt x="18729" y="49697"/>
                    <a:pt x="22200" y="48796"/>
                    <a:pt x="24579" y="46995"/>
                  </a:cubicBezTo>
                  <a:cubicBezTo>
                    <a:pt x="26982" y="45193"/>
                    <a:pt x="28183" y="42574"/>
                    <a:pt x="28183" y="39138"/>
                  </a:cubicBezTo>
                  <a:cubicBezTo>
                    <a:pt x="28183" y="35967"/>
                    <a:pt x="27066" y="33492"/>
                    <a:pt x="24831" y="31714"/>
                  </a:cubicBezTo>
                  <a:cubicBezTo>
                    <a:pt x="22620" y="29912"/>
                    <a:pt x="19533" y="29011"/>
                    <a:pt x="15569" y="29011"/>
                  </a:cubicBezTo>
                  <a:lnTo>
                    <a:pt x="9299" y="29011"/>
                  </a:lnTo>
                  <a:lnTo>
                    <a:pt x="9299" y="23029"/>
                  </a:lnTo>
                  <a:lnTo>
                    <a:pt x="15857" y="23029"/>
                  </a:lnTo>
                  <a:cubicBezTo>
                    <a:pt x="19437" y="23029"/>
                    <a:pt x="22176" y="22321"/>
                    <a:pt x="24074" y="20903"/>
                  </a:cubicBezTo>
                  <a:cubicBezTo>
                    <a:pt x="25972" y="19461"/>
                    <a:pt x="26922" y="17395"/>
                    <a:pt x="26922" y="14704"/>
                  </a:cubicBezTo>
                  <a:cubicBezTo>
                    <a:pt x="26922" y="11941"/>
                    <a:pt x="25936" y="9827"/>
                    <a:pt x="23966" y="8362"/>
                  </a:cubicBezTo>
                  <a:cubicBezTo>
                    <a:pt x="22020" y="6872"/>
                    <a:pt x="19221" y="6127"/>
                    <a:pt x="15569" y="6127"/>
                  </a:cubicBezTo>
                  <a:cubicBezTo>
                    <a:pt x="13575" y="6127"/>
                    <a:pt x="11437" y="6343"/>
                    <a:pt x="9154" y="6776"/>
                  </a:cubicBezTo>
                  <a:cubicBezTo>
                    <a:pt x="6872" y="7208"/>
                    <a:pt x="4361" y="7881"/>
                    <a:pt x="1622" y="8794"/>
                  </a:cubicBezTo>
                  <a:lnTo>
                    <a:pt x="1622" y="2307"/>
                  </a:lnTo>
                  <a:cubicBezTo>
                    <a:pt x="4385" y="1538"/>
                    <a:pt x="6968" y="962"/>
                    <a:pt x="9371" y="577"/>
                  </a:cubicBezTo>
                  <a:cubicBezTo>
                    <a:pt x="11797" y="192"/>
                    <a:pt x="14080" y="0"/>
                    <a:pt x="16218" y="0"/>
                  </a:cubicBezTo>
                  <a:cubicBezTo>
                    <a:pt x="21744" y="0"/>
                    <a:pt x="26117" y="1262"/>
                    <a:pt x="29336" y="3785"/>
                  </a:cubicBezTo>
                  <a:cubicBezTo>
                    <a:pt x="32555" y="6283"/>
                    <a:pt x="34165" y="9671"/>
                    <a:pt x="34165" y="13947"/>
                  </a:cubicBezTo>
                  <a:cubicBezTo>
                    <a:pt x="34165" y="16927"/>
                    <a:pt x="33312" y="19449"/>
                    <a:pt x="31606" y="21515"/>
                  </a:cubicBezTo>
                  <a:cubicBezTo>
                    <a:pt x="29901" y="23558"/>
                    <a:pt x="27474" y="24975"/>
                    <a:pt x="24326" y="257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F51A9663-54C4-6CA5-2AC0-4962E0526269}"/>
                </a:ext>
              </a:extLst>
            </p:cNvPr>
            <p:cNvSpPr/>
            <p:nvPr/>
          </p:nvSpPr>
          <p:spPr>
            <a:xfrm>
              <a:off x="2765328" y="2115205"/>
              <a:ext cx="37191" cy="55823"/>
            </a:xfrm>
            <a:custGeom>
              <a:avLst/>
              <a:gdLst>
                <a:gd name="csX0" fmla="*/ 18596 w 37191"/>
                <a:gd name="csY0" fmla="*/ 5766 h 55823"/>
                <a:gd name="csX1" fmla="*/ 10127 w 37191"/>
                <a:gd name="csY1" fmla="*/ 11316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6 w 37191"/>
                <a:gd name="csY4" fmla="*/ 50058 h 55823"/>
                <a:gd name="csX5" fmla="*/ 27065 w 37191"/>
                <a:gd name="csY5" fmla="*/ 44544 h 55823"/>
                <a:gd name="csX6" fmla="*/ 29913 w 37191"/>
                <a:gd name="csY6" fmla="*/ 27930 h 55823"/>
                <a:gd name="csX7" fmla="*/ 27065 w 37191"/>
                <a:gd name="csY7" fmla="*/ 11316 h 55823"/>
                <a:gd name="csX8" fmla="*/ 18596 w 37191"/>
                <a:gd name="csY8" fmla="*/ 5766 h 55823"/>
                <a:gd name="csX9" fmla="*/ 18596 w 37191"/>
                <a:gd name="csY9" fmla="*/ 0 h 55823"/>
                <a:gd name="csX10" fmla="*/ 32399 w 37191"/>
                <a:gd name="csY10" fmla="*/ 7171 h 55823"/>
                <a:gd name="csX11" fmla="*/ 37192 w 37191"/>
                <a:gd name="csY11" fmla="*/ 27930 h 55823"/>
                <a:gd name="csX12" fmla="*/ 32399 w 37191"/>
                <a:gd name="csY12" fmla="*/ 48688 h 55823"/>
                <a:gd name="csX13" fmla="*/ 18596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6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6" y="5766"/>
                  </a:moveTo>
                  <a:cubicBezTo>
                    <a:pt x="14848" y="5766"/>
                    <a:pt x="12025" y="7616"/>
                    <a:pt x="10127" y="11316"/>
                  </a:cubicBezTo>
                  <a:cubicBezTo>
                    <a:pt x="8253" y="14992"/>
                    <a:pt x="7316" y="20529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4"/>
                    <a:pt x="29913" y="35306"/>
                    <a:pt x="29913" y="27930"/>
                  </a:cubicBezTo>
                  <a:cubicBezTo>
                    <a:pt x="29913" y="20529"/>
                    <a:pt x="28963" y="14992"/>
                    <a:pt x="27065" y="11316"/>
                  </a:cubicBezTo>
                  <a:cubicBezTo>
                    <a:pt x="25191" y="7616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9" y="48688"/>
                  </a:cubicBezTo>
                  <a:cubicBezTo>
                    <a:pt x="29228" y="53445"/>
                    <a:pt x="24627" y="55823"/>
                    <a:pt x="18596" y="55823"/>
                  </a:cubicBezTo>
                  <a:cubicBezTo>
                    <a:pt x="12566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88981042-C10E-56C1-4839-690BF239798E}"/>
                </a:ext>
              </a:extLst>
            </p:cNvPr>
            <p:cNvSpPr/>
            <p:nvPr/>
          </p:nvSpPr>
          <p:spPr>
            <a:xfrm>
              <a:off x="2815313" y="2160830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713C1BBA-0508-9633-E854-899DA7B86265}"/>
                </a:ext>
              </a:extLst>
            </p:cNvPr>
            <p:cNvSpPr/>
            <p:nvPr/>
          </p:nvSpPr>
          <p:spPr>
            <a:xfrm>
              <a:off x="2834486" y="2116177"/>
              <a:ext cx="39210" cy="53805"/>
            </a:xfrm>
            <a:custGeom>
              <a:avLst/>
              <a:gdLst>
                <a:gd name="csX0" fmla="*/ 24290 w 39210"/>
                <a:gd name="csY0" fmla="*/ 6343 h 53805"/>
                <a:gd name="csX1" fmla="*/ 5910 w 39210"/>
                <a:gd name="csY1" fmla="*/ 35066 h 53805"/>
                <a:gd name="csX2" fmla="*/ 24290 w 39210"/>
                <a:gd name="csY2" fmla="*/ 35066 h 53805"/>
                <a:gd name="csX3" fmla="*/ 24290 w 39210"/>
                <a:gd name="csY3" fmla="*/ 6343 h 53805"/>
                <a:gd name="csX4" fmla="*/ 22380 w 39210"/>
                <a:gd name="csY4" fmla="*/ 0 h 53805"/>
                <a:gd name="csX5" fmla="*/ 31533 w 39210"/>
                <a:gd name="csY5" fmla="*/ 0 h 53805"/>
                <a:gd name="csX6" fmla="*/ 31533 w 39210"/>
                <a:gd name="csY6" fmla="*/ 35066 h 53805"/>
                <a:gd name="csX7" fmla="*/ 39210 w 39210"/>
                <a:gd name="csY7" fmla="*/ 35066 h 53805"/>
                <a:gd name="csX8" fmla="*/ 39210 w 39210"/>
                <a:gd name="csY8" fmla="*/ 41120 h 53805"/>
                <a:gd name="csX9" fmla="*/ 31533 w 39210"/>
                <a:gd name="csY9" fmla="*/ 41120 h 53805"/>
                <a:gd name="csX10" fmla="*/ 31533 w 39210"/>
                <a:gd name="csY10" fmla="*/ 53806 h 53805"/>
                <a:gd name="csX11" fmla="*/ 24290 w 39210"/>
                <a:gd name="csY11" fmla="*/ 53806 h 53805"/>
                <a:gd name="csX12" fmla="*/ 24290 w 39210"/>
                <a:gd name="csY12" fmla="*/ 41120 h 53805"/>
                <a:gd name="csX13" fmla="*/ 0 w 39210"/>
                <a:gd name="csY13" fmla="*/ 41120 h 53805"/>
                <a:gd name="csX14" fmla="*/ 0 w 39210"/>
                <a:gd name="csY14" fmla="*/ 34093 h 53805"/>
                <a:gd name="csX15" fmla="*/ 22380 w 39210"/>
                <a:gd name="csY15" fmla="*/ 0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9210" h="53805">
                  <a:moveTo>
                    <a:pt x="24290" y="6343"/>
                  </a:moveTo>
                  <a:lnTo>
                    <a:pt x="5910" y="35066"/>
                  </a:lnTo>
                  <a:lnTo>
                    <a:pt x="24290" y="35066"/>
                  </a:lnTo>
                  <a:lnTo>
                    <a:pt x="24290" y="6343"/>
                  </a:lnTo>
                  <a:moveTo>
                    <a:pt x="22380" y="0"/>
                  </a:moveTo>
                  <a:lnTo>
                    <a:pt x="31533" y="0"/>
                  </a:lnTo>
                  <a:lnTo>
                    <a:pt x="31533" y="35066"/>
                  </a:lnTo>
                  <a:lnTo>
                    <a:pt x="39210" y="35066"/>
                  </a:lnTo>
                  <a:lnTo>
                    <a:pt x="39210" y="41120"/>
                  </a:lnTo>
                  <a:lnTo>
                    <a:pt x="31533" y="41120"/>
                  </a:lnTo>
                  <a:lnTo>
                    <a:pt x="31533" y="53806"/>
                  </a:lnTo>
                  <a:lnTo>
                    <a:pt x="24290" y="53806"/>
                  </a:lnTo>
                  <a:lnTo>
                    <a:pt x="24290" y="41120"/>
                  </a:lnTo>
                  <a:lnTo>
                    <a:pt x="0" y="41120"/>
                  </a:lnTo>
                  <a:lnTo>
                    <a:pt x="0" y="34093"/>
                  </a:lnTo>
                  <a:lnTo>
                    <a:pt x="2238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5869E69-254F-C0ED-832A-CD4D6E01B1A8}"/>
                </a:ext>
              </a:extLst>
            </p:cNvPr>
            <p:cNvSpPr/>
            <p:nvPr/>
          </p:nvSpPr>
          <p:spPr>
            <a:xfrm>
              <a:off x="2767635" y="1940600"/>
              <a:ext cx="37191" cy="55824"/>
            </a:xfrm>
            <a:custGeom>
              <a:avLst/>
              <a:gdLst>
                <a:gd name="csX0" fmla="*/ 18595 w 37191"/>
                <a:gd name="csY0" fmla="*/ 5767 h 55824"/>
                <a:gd name="csX1" fmla="*/ 10127 w 37191"/>
                <a:gd name="csY1" fmla="*/ 11316 h 55824"/>
                <a:gd name="csX2" fmla="*/ 7316 w 37191"/>
                <a:gd name="csY2" fmla="*/ 27930 h 55824"/>
                <a:gd name="csX3" fmla="*/ 10127 w 37191"/>
                <a:gd name="csY3" fmla="*/ 44544 h 55824"/>
                <a:gd name="csX4" fmla="*/ 18595 w 37191"/>
                <a:gd name="csY4" fmla="*/ 50058 h 55824"/>
                <a:gd name="csX5" fmla="*/ 27065 w 37191"/>
                <a:gd name="csY5" fmla="*/ 44544 h 55824"/>
                <a:gd name="csX6" fmla="*/ 29912 w 37191"/>
                <a:gd name="csY6" fmla="*/ 27930 h 55824"/>
                <a:gd name="csX7" fmla="*/ 27065 w 37191"/>
                <a:gd name="csY7" fmla="*/ 11316 h 55824"/>
                <a:gd name="csX8" fmla="*/ 18595 w 37191"/>
                <a:gd name="csY8" fmla="*/ 5767 h 55824"/>
                <a:gd name="csX9" fmla="*/ 18595 w 37191"/>
                <a:gd name="csY9" fmla="*/ 0 h 55824"/>
                <a:gd name="csX10" fmla="*/ 32398 w 37191"/>
                <a:gd name="csY10" fmla="*/ 7171 h 55824"/>
                <a:gd name="csX11" fmla="*/ 37192 w 37191"/>
                <a:gd name="csY11" fmla="*/ 27930 h 55824"/>
                <a:gd name="csX12" fmla="*/ 32398 w 37191"/>
                <a:gd name="csY12" fmla="*/ 48688 h 55824"/>
                <a:gd name="csX13" fmla="*/ 18595 w 37191"/>
                <a:gd name="csY13" fmla="*/ 55824 h 55824"/>
                <a:gd name="csX14" fmla="*/ 4757 w 37191"/>
                <a:gd name="csY14" fmla="*/ 48688 h 55824"/>
                <a:gd name="csX15" fmla="*/ 0 w 37191"/>
                <a:gd name="csY15" fmla="*/ 27930 h 55824"/>
                <a:gd name="csX16" fmla="*/ 4757 w 37191"/>
                <a:gd name="csY16" fmla="*/ 7171 h 55824"/>
                <a:gd name="csX17" fmla="*/ 18595 w 37191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4">
                  <a:moveTo>
                    <a:pt x="18595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7"/>
                    <a:pt x="22367" y="5767"/>
                    <a:pt x="18595" y="5767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7"/>
                    <a:pt x="32398" y="48688"/>
                  </a:cubicBezTo>
                  <a:cubicBezTo>
                    <a:pt x="29227" y="53446"/>
                    <a:pt x="24626" y="55824"/>
                    <a:pt x="18595" y="55824"/>
                  </a:cubicBezTo>
                  <a:cubicBezTo>
                    <a:pt x="12565" y="55824"/>
                    <a:pt x="7953" y="53446"/>
                    <a:pt x="4757" y="48688"/>
                  </a:cubicBezTo>
                  <a:cubicBezTo>
                    <a:pt x="1586" y="43907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A3A9DFA0-DDD6-6E6E-78B3-5CA4F36FC216}"/>
                </a:ext>
              </a:extLst>
            </p:cNvPr>
            <p:cNvSpPr/>
            <p:nvPr/>
          </p:nvSpPr>
          <p:spPr>
            <a:xfrm>
              <a:off x="2817620" y="1986225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31B7FD23-17D7-E8AD-B8A9-6685118F1BF0}"/>
                </a:ext>
              </a:extLst>
            </p:cNvPr>
            <p:cNvSpPr/>
            <p:nvPr/>
          </p:nvSpPr>
          <p:spPr>
            <a:xfrm>
              <a:off x="2838883" y="1941573"/>
              <a:ext cx="34813" cy="54851"/>
            </a:xfrm>
            <a:custGeom>
              <a:avLst/>
              <a:gdLst>
                <a:gd name="csX0" fmla="*/ 2270 w 34813"/>
                <a:gd name="csY0" fmla="*/ 0 h 54851"/>
                <a:gd name="csX1" fmla="*/ 30849 w 34813"/>
                <a:gd name="csY1" fmla="*/ 0 h 54851"/>
                <a:gd name="csX2" fmla="*/ 30849 w 34813"/>
                <a:gd name="csY2" fmla="*/ 6126 h 54851"/>
                <a:gd name="csX3" fmla="*/ 8937 w 34813"/>
                <a:gd name="csY3" fmla="*/ 6126 h 54851"/>
                <a:gd name="csX4" fmla="*/ 8937 w 34813"/>
                <a:gd name="csY4" fmla="*/ 19317 h 54851"/>
                <a:gd name="csX5" fmla="*/ 12109 w 34813"/>
                <a:gd name="csY5" fmla="*/ 18523 h 54851"/>
                <a:gd name="csX6" fmla="*/ 15281 w 34813"/>
                <a:gd name="csY6" fmla="*/ 18235 h 54851"/>
                <a:gd name="csX7" fmla="*/ 29552 w 34813"/>
                <a:gd name="csY7" fmla="*/ 23173 h 54851"/>
                <a:gd name="csX8" fmla="*/ 34814 w 34813"/>
                <a:gd name="csY8" fmla="*/ 36543 h 54851"/>
                <a:gd name="csX9" fmla="*/ 29407 w 34813"/>
                <a:gd name="csY9" fmla="*/ 50058 h 54851"/>
                <a:gd name="csX10" fmla="*/ 14163 w 34813"/>
                <a:gd name="csY10" fmla="*/ 54851 h 54851"/>
                <a:gd name="csX11" fmla="*/ 7243 w 34813"/>
                <a:gd name="csY11" fmla="*/ 54274 h 54851"/>
                <a:gd name="csX12" fmla="*/ 0 w 34813"/>
                <a:gd name="csY12" fmla="*/ 52544 h 54851"/>
                <a:gd name="csX13" fmla="*/ 0 w 34813"/>
                <a:gd name="csY13" fmla="*/ 45229 h 54851"/>
                <a:gd name="csX14" fmla="*/ 6703 w 34813"/>
                <a:gd name="csY14" fmla="*/ 47859 h 54851"/>
                <a:gd name="csX15" fmla="*/ 14019 w 34813"/>
                <a:gd name="csY15" fmla="*/ 48724 h 54851"/>
                <a:gd name="csX16" fmla="*/ 23894 w 34813"/>
                <a:gd name="csY16" fmla="*/ 45445 h 54851"/>
                <a:gd name="csX17" fmla="*/ 27534 w 34813"/>
                <a:gd name="csY17" fmla="*/ 36543 h 54851"/>
                <a:gd name="csX18" fmla="*/ 23894 w 34813"/>
                <a:gd name="csY18" fmla="*/ 27641 h 54851"/>
                <a:gd name="csX19" fmla="*/ 14019 w 34813"/>
                <a:gd name="csY19" fmla="*/ 24362 h 54851"/>
                <a:gd name="csX20" fmla="*/ 8181 w 34813"/>
                <a:gd name="csY20" fmla="*/ 25011 h 54851"/>
                <a:gd name="csX21" fmla="*/ 2270 w 34813"/>
                <a:gd name="csY21" fmla="*/ 27029 h 54851"/>
                <a:gd name="csX22" fmla="*/ 2270 w 34813"/>
                <a:gd name="csY22" fmla="*/ 0 h 54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813" h="54851">
                  <a:moveTo>
                    <a:pt x="2270" y="0"/>
                  </a:moveTo>
                  <a:lnTo>
                    <a:pt x="30849" y="0"/>
                  </a:lnTo>
                  <a:lnTo>
                    <a:pt x="30849" y="6126"/>
                  </a:lnTo>
                  <a:lnTo>
                    <a:pt x="8937" y="6126"/>
                  </a:lnTo>
                  <a:lnTo>
                    <a:pt x="8937" y="19317"/>
                  </a:lnTo>
                  <a:cubicBezTo>
                    <a:pt x="9995" y="18956"/>
                    <a:pt x="11052" y="18692"/>
                    <a:pt x="12109" y="18523"/>
                  </a:cubicBezTo>
                  <a:cubicBezTo>
                    <a:pt x="13166" y="18331"/>
                    <a:pt x="14224" y="18235"/>
                    <a:pt x="15281" y="18235"/>
                  </a:cubicBezTo>
                  <a:cubicBezTo>
                    <a:pt x="21287" y="18235"/>
                    <a:pt x="26044" y="19881"/>
                    <a:pt x="29552" y="23173"/>
                  </a:cubicBezTo>
                  <a:cubicBezTo>
                    <a:pt x="33060" y="26464"/>
                    <a:pt x="34814" y="30921"/>
                    <a:pt x="34814" y="36543"/>
                  </a:cubicBezTo>
                  <a:cubicBezTo>
                    <a:pt x="34814" y="42333"/>
                    <a:pt x="33011" y="46838"/>
                    <a:pt x="29407" y="50058"/>
                  </a:cubicBezTo>
                  <a:cubicBezTo>
                    <a:pt x="25804" y="53253"/>
                    <a:pt x="20722" y="54851"/>
                    <a:pt x="14163" y="54851"/>
                  </a:cubicBezTo>
                  <a:cubicBezTo>
                    <a:pt x="11905" y="54851"/>
                    <a:pt x="9598" y="54659"/>
                    <a:pt x="7243" y="54274"/>
                  </a:cubicBezTo>
                  <a:cubicBezTo>
                    <a:pt x="4913" y="53889"/>
                    <a:pt x="2499" y="53313"/>
                    <a:pt x="0" y="52544"/>
                  </a:cubicBezTo>
                  <a:lnTo>
                    <a:pt x="0" y="45229"/>
                  </a:lnTo>
                  <a:cubicBezTo>
                    <a:pt x="2162" y="46406"/>
                    <a:pt x="4397" y="47283"/>
                    <a:pt x="6703" y="47859"/>
                  </a:cubicBezTo>
                  <a:cubicBezTo>
                    <a:pt x="9010" y="48436"/>
                    <a:pt x="11449" y="48724"/>
                    <a:pt x="14019" y="48724"/>
                  </a:cubicBezTo>
                  <a:cubicBezTo>
                    <a:pt x="18175" y="48724"/>
                    <a:pt x="21467" y="47631"/>
                    <a:pt x="23894" y="45445"/>
                  </a:cubicBezTo>
                  <a:cubicBezTo>
                    <a:pt x="26320" y="43258"/>
                    <a:pt x="27534" y="40291"/>
                    <a:pt x="27534" y="36543"/>
                  </a:cubicBezTo>
                  <a:cubicBezTo>
                    <a:pt x="27534" y="32795"/>
                    <a:pt x="26320" y="29828"/>
                    <a:pt x="23894" y="27641"/>
                  </a:cubicBezTo>
                  <a:cubicBezTo>
                    <a:pt x="21467" y="25455"/>
                    <a:pt x="18175" y="24362"/>
                    <a:pt x="14019" y="24362"/>
                  </a:cubicBezTo>
                  <a:cubicBezTo>
                    <a:pt x="12073" y="24362"/>
                    <a:pt x="10127" y="24578"/>
                    <a:pt x="8181" y="25011"/>
                  </a:cubicBezTo>
                  <a:cubicBezTo>
                    <a:pt x="6259" y="25443"/>
                    <a:pt x="4289" y="26116"/>
                    <a:pt x="2270" y="27029"/>
                  </a:cubicBezTo>
                  <a:lnTo>
                    <a:pt x="227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0D8BCB33-45CB-6AB0-060B-000A5BCB72C8}"/>
                </a:ext>
              </a:extLst>
            </p:cNvPr>
            <p:cNvSpPr/>
            <p:nvPr/>
          </p:nvSpPr>
          <p:spPr>
            <a:xfrm>
              <a:off x="2765832" y="1765994"/>
              <a:ext cx="37192" cy="55824"/>
            </a:xfrm>
            <a:custGeom>
              <a:avLst/>
              <a:gdLst>
                <a:gd name="csX0" fmla="*/ 18596 w 37192"/>
                <a:gd name="csY0" fmla="*/ 5767 h 55824"/>
                <a:gd name="csX1" fmla="*/ 10127 w 37192"/>
                <a:gd name="csY1" fmla="*/ 11316 h 55824"/>
                <a:gd name="csX2" fmla="*/ 7316 w 37192"/>
                <a:gd name="csY2" fmla="*/ 27930 h 55824"/>
                <a:gd name="csX3" fmla="*/ 10127 w 37192"/>
                <a:gd name="csY3" fmla="*/ 44545 h 55824"/>
                <a:gd name="csX4" fmla="*/ 18596 w 37192"/>
                <a:gd name="csY4" fmla="*/ 50058 h 55824"/>
                <a:gd name="csX5" fmla="*/ 27066 w 37192"/>
                <a:gd name="csY5" fmla="*/ 44545 h 55824"/>
                <a:gd name="csX6" fmla="*/ 29913 w 37192"/>
                <a:gd name="csY6" fmla="*/ 27930 h 55824"/>
                <a:gd name="csX7" fmla="*/ 27066 w 37192"/>
                <a:gd name="csY7" fmla="*/ 11316 h 55824"/>
                <a:gd name="csX8" fmla="*/ 18596 w 37192"/>
                <a:gd name="csY8" fmla="*/ 5767 h 55824"/>
                <a:gd name="csX9" fmla="*/ 18596 w 37192"/>
                <a:gd name="csY9" fmla="*/ 0 h 55824"/>
                <a:gd name="csX10" fmla="*/ 32399 w 37192"/>
                <a:gd name="csY10" fmla="*/ 7172 h 55824"/>
                <a:gd name="csX11" fmla="*/ 37193 w 37192"/>
                <a:gd name="csY11" fmla="*/ 27930 h 55824"/>
                <a:gd name="csX12" fmla="*/ 32399 w 37192"/>
                <a:gd name="csY12" fmla="*/ 48688 h 55824"/>
                <a:gd name="csX13" fmla="*/ 18596 w 37192"/>
                <a:gd name="csY13" fmla="*/ 55824 h 55824"/>
                <a:gd name="csX14" fmla="*/ 4757 w 37192"/>
                <a:gd name="csY14" fmla="*/ 48688 h 55824"/>
                <a:gd name="csX15" fmla="*/ 0 w 37192"/>
                <a:gd name="csY15" fmla="*/ 27930 h 55824"/>
                <a:gd name="csX16" fmla="*/ 4757 w 37192"/>
                <a:gd name="csY16" fmla="*/ 7172 h 55824"/>
                <a:gd name="csX17" fmla="*/ 18596 w 37192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2" h="55824">
                  <a:moveTo>
                    <a:pt x="18596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5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6" y="44545"/>
                  </a:cubicBezTo>
                  <a:cubicBezTo>
                    <a:pt x="28964" y="40844"/>
                    <a:pt x="29913" y="35306"/>
                    <a:pt x="29913" y="27930"/>
                  </a:cubicBezTo>
                  <a:cubicBezTo>
                    <a:pt x="29913" y="20530"/>
                    <a:pt x="28964" y="14992"/>
                    <a:pt x="27066" y="11316"/>
                  </a:cubicBezTo>
                  <a:cubicBezTo>
                    <a:pt x="25191" y="7617"/>
                    <a:pt x="22368" y="5767"/>
                    <a:pt x="18596" y="5767"/>
                  </a:cubicBezTo>
                  <a:moveTo>
                    <a:pt x="18596" y="0"/>
                  </a:moveTo>
                  <a:cubicBezTo>
                    <a:pt x="24627" y="0"/>
                    <a:pt x="29228" y="2391"/>
                    <a:pt x="32399" y="7172"/>
                  </a:cubicBezTo>
                  <a:cubicBezTo>
                    <a:pt x="35595" y="11929"/>
                    <a:pt x="37193" y="18848"/>
                    <a:pt x="37193" y="27930"/>
                  </a:cubicBezTo>
                  <a:cubicBezTo>
                    <a:pt x="37193" y="36988"/>
                    <a:pt x="35595" y="43908"/>
                    <a:pt x="32399" y="48688"/>
                  </a:cubicBezTo>
                  <a:cubicBezTo>
                    <a:pt x="29228" y="53446"/>
                    <a:pt x="24627" y="55824"/>
                    <a:pt x="18596" y="55824"/>
                  </a:cubicBezTo>
                  <a:cubicBezTo>
                    <a:pt x="12566" y="55824"/>
                    <a:pt x="7953" y="53446"/>
                    <a:pt x="4757" y="48688"/>
                  </a:cubicBezTo>
                  <a:cubicBezTo>
                    <a:pt x="1586" y="43908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2"/>
                  </a:cubicBezTo>
                  <a:cubicBezTo>
                    <a:pt x="7953" y="2391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C68A3A74-82CC-ED46-01EB-384E24C5EF8E}"/>
                </a:ext>
              </a:extLst>
            </p:cNvPr>
            <p:cNvSpPr/>
            <p:nvPr/>
          </p:nvSpPr>
          <p:spPr>
            <a:xfrm>
              <a:off x="2815818" y="1811620"/>
              <a:ext cx="7604" cy="9153"/>
            </a:xfrm>
            <a:custGeom>
              <a:avLst/>
              <a:gdLst>
                <a:gd name="csX0" fmla="*/ 0 w 7604"/>
                <a:gd name="csY0" fmla="*/ 0 h 9153"/>
                <a:gd name="csX1" fmla="*/ 7605 w 7604"/>
                <a:gd name="csY1" fmla="*/ 0 h 9153"/>
                <a:gd name="csX2" fmla="*/ 7605 w 7604"/>
                <a:gd name="csY2" fmla="*/ 9154 h 9153"/>
                <a:gd name="csX3" fmla="*/ 0 w 7604"/>
                <a:gd name="csY3" fmla="*/ 9154 h 9153"/>
                <a:gd name="csX4" fmla="*/ 0 w 7604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4" h="9153">
                  <a:moveTo>
                    <a:pt x="0" y="0"/>
                  </a:moveTo>
                  <a:lnTo>
                    <a:pt x="7605" y="0"/>
                  </a:lnTo>
                  <a:lnTo>
                    <a:pt x="7605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18CB74C7-F3C2-5C86-7CE5-9A3BE2D2E954}"/>
                </a:ext>
              </a:extLst>
            </p:cNvPr>
            <p:cNvSpPr/>
            <p:nvPr/>
          </p:nvSpPr>
          <p:spPr>
            <a:xfrm>
              <a:off x="2836540" y="1765994"/>
              <a:ext cx="37156" cy="55824"/>
            </a:xfrm>
            <a:custGeom>
              <a:avLst/>
              <a:gdLst>
                <a:gd name="csX0" fmla="*/ 19208 w 37156"/>
                <a:gd name="csY0" fmla="*/ 24975 h 55824"/>
                <a:gd name="csX1" fmla="*/ 11424 w 37156"/>
                <a:gd name="csY1" fmla="*/ 28327 h 55824"/>
                <a:gd name="csX2" fmla="*/ 8577 w 37156"/>
                <a:gd name="csY2" fmla="*/ 37516 h 55824"/>
                <a:gd name="csX3" fmla="*/ 11424 w 37156"/>
                <a:gd name="csY3" fmla="*/ 46706 h 55824"/>
                <a:gd name="csX4" fmla="*/ 19208 w 37156"/>
                <a:gd name="csY4" fmla="*/ 50058 h 55824"/>
                <a:gd name="csX5" fmla="*/ 26957 w 37156"/>
                <a:gd name="csY5" fmla="*/ 46706 h 55824"/>
                <a:gd name="csX6" fmla="*/ 29840 w 37156"/>
                <a:gd name="csY6" fmla="*/ 37516 h 55824"/>
                <a:gd name="csX7" fmla="*/ 26957 w 37156"/>
                <a:gd name="csY7" fmla="*/ 28327 h 55824"/>
                <a:gd name="csX8" fmla="*/ 19208 w 37156"/>
                <a:gd name="csY8" fmla="*/ 24975 h 55824"/>
                <a:gd name="csX9" fmla="*/ 33660 w 37156"/>
                <a:gd name="csY9" fmla="*/ 2163 h 55824"/>
                <a:gd name="csX10" fmla="*/ 33660 w 37156"/>
                <a:gd name="csY10" fmla="*/ 8794 h 55824"/>
                <a:gd name="csX11" fmla="*/ 28110 w 37156"/>
                <a:gd name="csY11" fmla="*/ 6812 h 55824"/>
                <a:gd name="csX12" fmla="*/ 22596 w 37156"/>
                <a:gd name="csY12" fmla="*/ 6127 h 55824"/>
                <a:gd name="csX13" fmla="*/ 11568 w 37156"/>
                <a:gd name="csY13" fmla="*/ 10992 h 55824"/>
                <a:gd name="csX14" fmla="*/ 7243 w 37156"/>
                <a:gd name="csY14" fmla="*/ 25696 h 55824"/>
                <a:gd name="csX15" fmla="*/ 12578 w 37156"/>
                <a:gd name="csY15" fmla="*/ 20903 h 55824"/>
                <a:gd name="csX16" fmla="*/ 19641 w 37156"/>
                <a:gd name="csY16" fmla="*/ 19209 h 55824"/>
                <a:gd name="csX17" fmla="*/ 32435 w 37156"/>
                <a:gd name="csY17" fmla="*/ 24146 h 55824"/>
                <a:gd name="csX18" fmla="*/ 37156 w 37156"/>
                <a:gd name="csY18" fmla="*/ 37516 h 55824"/>
                <a:gd name="csX19" fmla="*/ 32255 w 37156"/>
                <a:gd name="csY19" fmla="*/ 50815 h 55824"/>
                <a:gd name="csX20" fmla="*/ 19208 w 37156"/>
                <a:gd name="csY20" fmla="*/ 55824 h 55824"/>
                <a:gd name="csX21" fmla="*/ 4938 w 37156"/>
                <a:gd name="csY21" fmla="*/ 48688 h 55824"/>
                <a:gd name="csX22" fmla="*/ 0 w 37156"/>
                <a:gd name="csY22" fmla="*/ 27930 h 55824"/>
                <a:gd name="csX23" fmla="*/ 6055 w 37156"/>
                <a:gd name="csY23" fmla="*/ 7605 h 55824"/>
                <a:gd name="csX24" fmla="*/ 22308 w 37156"/>
                <a:gd name="csY24" fmla="*/ 0 h 55824"/>
                <a:gd name="csX25" fmla="*/ 27822 w 37156"/>
                <a:gd name="csY25" fmla="*/ 541 h 55824"/>
                <a:gd name="csX26" fmla="*/ 33660 w 37156"/>
                <a:gd name="csY26" fmla="*/ 2163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7156" h="55824">
                  <a:moveTo>
                    <a:pt x="19208" y="24975"/>
                  </a:moveTo>
                  <a:cubicBezTo>
                    <a:pt x="15941" y="24975"/>
                    <a:pt x="13346" y="26092"/>
                    <a:pt x="11424" y="28327"/>
                  </a:cubicBezTo>
                  <a:cubicBezTo>
                    <a:pt x="9526" y="30561"/>
                    <a:pt x="8577" y="33624"/>
                    <a:pt x="8577" y="37516"/>
                  </a:cubicBezTo>
                  <a:cubicBezTo>
                    <a:pt x="8577" y="41384"/>
                    <a:pt x="9526" y="44448"/>
                    <a:pt x="11424" y="46706"/>
                  </a:cubicBezTo>
                  <a:cubicBezTo>
                    <a:pt x="13346" y="48941"/>
                    <a:pt x="15941" y="50058"/>
                    <a:pt x="19208" y="50058"/>
                  </a:cubicBezTo>
                  <a:cubicBezTo>
                    <a:pt x="22476" y="50058"/>
                    <a:pt x="25059" y="48941"/>
                    <a:pt x="26957" y="46706"/>
                  </a:cubicBezTo>
                  <a:cubicBezTo>
                    <a:pt x="28879" y="44448"/>
                    <a:pt x="29840" y="41384"/>
                    <a:pt x="29840" y="37516"/>
                  </a:cubicBezTo>
                  <a:cubicBezTo>
                    <a:pt x="29840" y="33624"/>
                    <a:pt x="28879" y="30561"/>
                    <a:pt x="26957" y="28327"/>
                  </a:cubicBezTo>
                  <a:cubicBezTo>
                    <a:pt x="25059" y="26092"/>
                    <a:pt x="22476" y="24975"/>
                    <a:pt x="19208" y="24975"/>
                  </a:cubicBezTo>
                  <a:moveTo>
                    <a:pt x="33660" y="2163"/>
                  </a:moveTo>
                  <a:lnTo>
                    <a:pt x="33660" y="8794"/>
                  </a:lnTo>
                  <a:cubicBezTo>
                    <a:pt x="31834" y="7929"/>
                    <a:pt x="29984" y="7268"/>
                    <a:pt x="28110" y="6812"/>
                  </a:cubicBezTo>
                  <a:cubicBezTo>
                    <a:pt x="26260" y="6355"/>
                    <a:pt x="24422" y="6127"/>
                    <a:pt x="22596" y="6127"/>
                  </a:cubicBezTo>
                  <a:cubicBezTo>
                    <a:pt x="17791" y="6127"/>
                    <a:pt x="14115" y="7749"/>
                    <a:pt x="11568" y="10992"/>
                  </a:cubicBezTo>
                  <a:cubicBezTo>
                    <a:pt x="9046" y="14236"/>
                    <a:pt x="7604" y="19137"/>
                    <a:pt x="7243" y="25696"/>
                  </a:cubicBezTo>
                  <a:cubicBezTo>
                    <a:pt x="8661" y="23606"/>
                    <a:pt x="10439" y="22008"/>
                    <a:pt x="12578" y="20903"/>
                  </a:cubicBezTo>
                  <a:cubicBezTo>
                    <a:pt x="14716" y="19774"/>
                    <a:pt x="17070" y="19209"/>
                    <a:pt x="19641" y="19209"/>
                  </a:cubicBezTo>
                  <a:cubicBezTo>
                    <a:pt x="25047" y="19209"/>
                    <a:pt x="29311" y="20855"/>
                    <a:pt x="32435" y="24146"/>
                  </a:cubicBezTo>
                  <a:cubicBezTo>
                    <a:pt x="35582" y="27414"/>
                    <a:pt x="37156" y="31871"/>
                    <a:pt x="37156" y="37516"/>
                  </a:cubicBezTo>
                  <a:cubicBezTo>
                    <a:pt x="37156" y="43042"/>
                    <a:pt x="35522" y="47475"/>
                    <a:pt x="32255" y="50815"/>
                  </a:cubicBezTo>
                  <a:cubicBezTo>
                    <a:pt x="28987" y="54154"/>
                    <a:pt x="24638" y="55824"/>
                    <a:pt x="19208" y="55824"/>
                  </a:cubicBezTo>
                  <a:cubicBezTo>
                    <a:pt x="12986" y="55824"/>
                    <a:pt x="8229" y="53446"/>
                    <a:pt x="4938" y="48688"/>
                  </a:cubicBezTo>
                  <a:cubicBezTo>
                    <a:pt x="1646" y="43908"/>
                    <a:pt x="0" y="36988"/>
                    <a:pt x="0" y="27930"/>
                  </a:cubicBezTo>
                  <a:cubicBezTo>
                    <a:pt x="0" y="19425"/>
                    <a:pt x="2018" y="12650"/>
                    <a:pt x="6055" y="7605"/>
                  </a:cubicBezTo>
                  <a:cubicBezTo>
                    <a:pt x="10091" y="2535"/>
                    <a:pt x="15509" y="0"/>
                    <a:pt x="22308" y="0"/>
                  </a:cubicBezTo>
                  <a:cubicBezTo>
                    <a:pt x="24134" y="0"/>
                    <a:pt x="25972" y="180"/>
                    <a:pt x="27822" y="541"/>
                  </a:cubicBezTo>
                  <a:cubicBezTo>
                    <a:pt x="29696" y="902"/>
                    <a:pt x="31642" y="1442"/>
                    <a:pt x="33660" y="2163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3DEE943A-2FFD-0AEF-439E-1489E9ED1282}"/>
                </a:ext>
              </a:extLst>
            </p:cNvPr>
            <p:cNvSpPr/>
            <p:nvPr/>
          </p:nvSpPr>
          <p:spPr>
            <a:xfrm>
              <a:off x="2679825" y="2321399"/>
              <a:ext cx="54260" cy="44592"/>
            </a:xfrm>
            <a:custGeom>
              <a:avLst/>
              <a:gdLst>
                <a:gd name="csX0" fmla="*/ 13628 w 54260"/>
                <a:gd name="csY0" fmla="*/ 0 h 44592"/>
                <a:gd name="csX1" fmla="*/ 25589 w 54260"/>
                <a:gd name="csY1" fmla="*/ 3084 h 44592"/>
                <a:gd name="csX2" fmla="*/ 35091 w 54260"/>
                <a:gd name="csY2" fmla="*/ 10919 h 44592"/>
                <a:gd name="csX3" fmla="*/ 38675 w 54260"/>
                <a:gd name="csY3" fmla="*/ 20587 h 44592"/>
                <a:gd name="csX4" fmla="*/ 37091 w 54260"/>
                <a:gd name="csY4" fmla="*/ 25463 h 44592"/>
                <a:gd name="csX5" fmla="*/ 33174 w 54260"/>
                <a:gd name="csY5" fmla="*/ 28422 h 44592"/>
                <a:gd name="csX6" fmla="*/ 42801 w 54260"/>
                <a:gd name="csY6" fmla="*/ 30923 h 44592"/>
                <a:gd name="csX7" fmla="*/ 50260 w 54260"/>
                <a:gd name="csY7" fmla="*/ 32632 h 44592"/>
                <a:gd name="csX8" fmla="*/ 50802 w 54260"/>
                <a:gd name="csY8" fmla="*/ 32549 h 44592"/>
                <a:gd name="csX9" fmla="*/ 51177 w 54260"/>
                <a:gd name="csY9" fmla="*/ 32090 h 44592"/>
                <a:gd name="csX10" fmla="*/ 51511 w 54260"/>
                <a:gd name="csY10" fmla="*/ 30798 h 44592"/>
                <a:gd name="csX11" fmla="*/ 51636 w 54260"/>
                <a:gd name="csY11" fmla="*/ 28340 h 44592"/>
                <a:gd name="csX12" fmla="*/ 51636 w 54260"/>
                <a:gd name="csY12" fmla="*/ 27256 h 44592"/>
                <a:gd name="csX13" fmla="*/ 51886 w 54260"/>
                <a:gd name="csY13" fmla="*/ 26631 h 44592"/>
                <a:gd name="csX14" fmla="*/ 52553 w 54260"/>
                <a:gd name="csY14" fmla="*/ 26297 h 44592"/>
                <a:gd name="csX15" fmla="*/ 54261 w 54260"/>
                <a:gd name="csY15" fmla="*/ 27839 h 44592"/>
                <a:gd name="csX16" fmla="*/ 54136 w 54260"/>
                <a:gd name="csY16" fmla="*/ 32049 h 44592"/>
                <a:gd name="csX17" fmla="*/ 54011 w 54260"/>
                <a:gd name="csY17" fmla="*/ 36299 h 44592"/>
                <a:gd name="csX18" fmla="*/ 54136 w 54260"/>
                <a:gd name="csY18" fmla="*/ 39925 h 44592"/>
                <a:gd name="csX19" fmla="*/ 54261 w 54260"/>
                <a:gd name="csY19" fmla="*/ 43467 h 44592"/>
                <a:gd name="csX20" fmla="*/ 53261 w 54260"/>
                <a:gd name="csY20" fmla="*/ 44593 h 44592"/>
                <a:gd name="csX21" fmla="*/ 52303 w 54260"/>
                <a:gd name="csY21" fmla="*/ 44426 h 44592"/>
                <a:gd name="csX22" fmla="*/ 51802 w 54260"/>
                <a:gd name="csY22" fmla="*/ 43967 h 44592"/>
                <a:gd name="csX23" fmla="*/ 51636 w 54260"/>
                <a:gd name="csY23" fmla="*/ 43343 h 44592"/>
                <a:gd name="csX24" fmla="*/ 51636 w 54260"/>
                <a:gd name="csY24" fmla="*/ 42593 h 44592"/>
                <a:gd name="csX25" fmla="*/ 51302 w 54260"/>
                <a:gd name="csY25" fmla="*/ 39842 h 44592"/>
                <a:gd name="csX26" fmla="*/ 50385 w 54260"/>
                <a:gd name="csY26" fmla="*/ 38717 h 44592"/>
                <a:gd name="csX27" fmla="*/ 48135 w 54260"/>
                <a:gd name="csY27" fmla="*/ 38008 h 44592"/>
                <a:gd name="csX28" fmla="*/ 10127 w 54260"/>
                <a:gd name="csY28" fmla="*/ 28422 h 44592"/>
                <a:gd name="csX29" fmla="*/ 5793 w 54260"/>
                <a:gd name="csY29" fmla="*/ 27839 h 44592"/>
                <a:gd name="csX30" fmla="*/ 2709 w 54260"/>
                <a:gd name="csY30" fmla="*/ 28548 h 44592"/>
                <a:gd name="csX31" fmla="*/ 1875 w 54260"/>
                <a:gd name="csY31" fmla="*/ 30506 h 44592"/>
                <a:gd name="csX32" fmla="*/ 4459 w 54260"/>
                <a:gd name="csY32" fmla="*/ 34090 h 44592"/>
                <a:gd name="csX33" fmla="*/ 12044 w 54260"/>
                <a:gd name="csY33" fmla="*/ 36716 h 44592"/>
                <a:gd name="csX34" fmla="*/ 13711 w 54260"/>
                <a:gd name="csY34" fmla="*/ 37341 h 44592"/>
                <a:gd name="csX35" fmla="*/ 14003 w 54260"/>
                <a:gd name="csY35" fmla="*/ 38175 h 44592"/>
                <a:gd name="csX36" fmla="*/ 13128 w 54260"/>
                <a:gd name="csY36" fmla="*/ 39216 h 44592"/>
                <a:gd name="csX37" fmla="*/ 11586 w 54260"/>
                <a:gd name="csY37" fmla="*/ 38883 h 44592"/>
                <a:gd name="csX38" fmla="*/ 8210 w 54260"/>
                <a:gd name="csY38" fmla="*/ 37925 h 44592"/>
                <a:gd name="csX39" fmla="*/ 4876 w 54260"/>
                <a:gd name="csY39" fmla="*/ 36549 h 44592"/>
                <a:gd name="csX40" fmla="*/ 3417 w 54260"/>
                <a:gd name="csY40" fmla="*/ 35757 h 44592"/>
                <a:gd name="csX41" fmla="*/ 1917 w 54260"/>
                <a:gd name="csY41" fmla="*/ 34632 h 44592"/>
                <a:gd name="csX42" fmla="*/ 500 w 54260"/>
                <a:gd name="csY42" fmla="*/ 32715 h 44592"/>
                <a:gd name="csX43" fmla="*/ 0 w 54260"/>
                <a:gd name="csY43" fmla="*/ 30215 h 44592"/>
                <a:gd name="csX44" fmla="*/ 1584 w 54260"/>
                <a:gd name="csY44" fmla="*/ 25339 h 44592"/>
                <a:gd name="csX45" fmla="*/ 6376 w 54260"/>
                <a:gd name="csY45" fmla="*/ 22546 h 44592"/>
                <a:gd name="csX46" fmla="*/ 1792 w 54260"/>
                <a:gd name="csY46" fmla="*/ 17254 h 44592"/>
                <a:gd name="csX47" fmla="*/ 0 w 54260"/>
                <a:gd name="csY47" fmla="*/ 11378 h 44592"/>
                <a:gd name="csX48" fmla="*/ 3834 w 54260"/>
                <a:gd name="csY48" fmla="*/ 3251 h 44592"/>
                <a:gd name="csX49" fmla="*/ 13628 w 54260"/>
                <a:gd name="csY49" fmla="*/ 0 h 44592"/>
                <a:gd name="csX50" fmla="*/ 9877 w 54260"/>
                <a:gd name="csY50" fmla="*/ 6168 h 44592"/>
                <a:gd name="csX51" fmla="*/ 4001 w 54260"/>
                <a:gd name="csY51" fmla="*/ 7627 h 44592"/>
                <a:gd name="csX52" fmla="*/ 1875 w 54260"/>
                <a:gd name="csY52" fmla="*/ 11628 h 44592"/>
                <a:gd name="csX53" fmla="*/ 5126 w 54260"/>
                <a:gd name="csY53" fmla="*/ 18546 h 44592"/>
                <a:gd name="csX54" fmla="*/ 11086 w 54260"/>
                <a:gd name="csY54" fmla="*/ 22964 h 44592"/>
                <a:gd name="csX55" fmla="*/ 27797 w 54260"/>
                <a:gd name="csY55" fmla="*/ 27172 h 44592"/>
                <a:gd name="csX56" fmla="*/ 29173 w 54260"/>
                <a:gd name="csY56" fmla="*/ 27422 h 44592"/>
                <a:gd name="csX57" fmla="*/ 30173 w 54260"/>
                <a:gd name="csY57" fmla="*/ 27297 h 44592"/>
                <a:gd name="csX58" fmla="*/ 32048 w 54260"/>
                <a:gd name="csY58" fmla="*/ 26672 h 44592"/>
                <a:gd name="csX59" fmla="*/ 34257 w 54260"/>
                <a:gd name="csY59" fmla="*/ 25505 h 44592"/>
                <a:gd name="csX60" fmla="*/ 36007 w 54260"/>
                <a:gd name="csY60" fmla="*/ 23546 h 44592"/>
                <a:gd name="csX61" fmla="*/ 36758 w 54260"/>
                <a:gd name="csY61" fmla="*/ 20671 h 44592"/>
                <a:gd name="csX62" fmla="*/ 34507 w 54260"/>
                <a:gd name="csY62" fmla="*/ 15378 h 44592"/>
                <a:gd name="csX63" fmla="*/ 28006 w 54260"/>
                <a:gd name="csY63" fmla="*/ 10502 h 44592"/>
                <a:gd name="csX64" fmla="*/ 19337 w 54260"/>
                <a:gd name="csY64" fmla="*/ 7710 h 44592"/>
                <a:gd name="csX65" fmla="*/ 9877 w 54260"/>
                <a:gd name="csY65" fmla="*/ 6168 h 44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4260" h="44592">
                  <a:moveTo>
                    <a:pt x="13628" y="0"/>
                  </a:moveTo>
                  <a:cubicBezTo>
                    <a:pt x="17684" y="0"/>
                    <a:pt x="21671" y="1028"/>
                    <a:pt x="25589" y="3084"/>
                  </a:cubicBezTo>
                  <a:cubicBezTo>
                    <a:pt x="29506" y="5112"/>
                    <a:pt x="32673" y="7724"/>
                    <a:pt x="35091" y="10919"/>
                  </a:cubicBezTo>
                  <a:cubicBezTo>
                    <a:pt x="37480" y="14114"/>
                    <a:pt x="38675" y="17337"/>
                    <a:pt x="38675" y="20587"/>
                  </a:cubicBezTo>
                  <a:cubicBezTo>
                    <a:pt x="38675" y="22533"/>
                    <a:pt x="38147" y="24158"/>
                    <a:pt x="37091" y="25463"/>
                  </a:cubicBezTo>
                  <a:cubicBezTo>
                    <a:pt x="36007" y="26742"/>
                    <a:pt x="34702" y="27728"/>
                    <a:pt x="33174" y="28422"/>
                  </a:cubicBezTo>
                  <a:cubicBezTo>
                    <a:pt x="35063" y="28950"/>
                    <a:pt x="38272" y="29784"/>
                    <a:pt x="42801" y="30923"/>
                  </a:cubicBezTo>
                  <a:cubicBezTo>
                    <a:pt x="47329" y="32063"/>
                    <a:pt x="49816" y="32632"/>
                    <a:pt x="50260" y="32632"/>
                  </a:cubicBezTo>
                  <a:cubicBezTo>
                    <a:pt x="50511" y="32632"/>
                    <a:pt x="50691" y="32604"/>
                    <a:pt x="50802" y="32549"/>
                  </a:cubicBezTo>
                  <a:cubicBezTo>
                    <a:pt x="50913" y="32493"/>
                    <a:pt x="51038" y="32340"/>
                    <a:pt x="51177" y="32090"/>
                  </a:cubicBezTo>
                  <a:cubicBezTo>
                    <a:pt x="51344" y="31840"/>
                    <a:pt x="51455" y="31409"/>
                    <a:pt x="51511" y="30798"/>
                  </a:cubicBezTo>
                  <a:cubicBezTo>
                    <a:pt x="51594" y="30187"/>
                    <a:pt x="51636" y="29368"/>
                    <a:pt x="51636" y="28340"/>
                  </a:cubicBezTo>
                  <a:cubicBezTo>
                    <a:pt x="51636" y="27811"/>
                    <a:pt x="51636" y="27450"/>
                    <a:pt x="51636" y="27256"/>
                  </a:cubicBezTo>
                  <a:cubicBezTo>
                    <a:pt x="51664" y="27034"/>
                    <a:pt x="51747" y="26825"/>
                    <a:pt x="51886" y="26631"/>
                  </a:cubicBezTo>
                  <a:cubicBezTo>
                    <a:pt x="52025" y="26408"/>
                    <a:pt x="52247" y="26297"/>
                    <a:pt x="52553" y="26297"/>
                  </a:cubicBezTo>
                  <a:cubicBezTo>
                    <a:pt x="53692" y="26297"/>
                    <a:pt x="54261" y="26811"/>
                    <a:pt x="54261" y="27839"/>
                  </a:cubicBezTo>
                  <a:cubicBezTo>
                    <a:pt x="54261" y="28756"/>
                    <a:pt x="54219" y="30159"/>
                    <a:pt x="54136" y="32049"/>
                  </a:cubicBezTo>
                  <a:cubicBezTo>
                    <a:pt x="54053" y="33938"/>
                    <a:pt x="54011" y="35354"/>
                    <a:pt x="54011" y="36299"/>
                  </a:cubicBezTo>
                  <a:cubicBezTo>
                    <a:pt x="54011" y="37105"/>
                    <a:pt x="54053" y="38313"/>
                    <a:pt x="54136" y="39925"/>
                  </a:cubicBezTo>
                  <a:cubicBezTo>
                    <a:pt x="54219" y="41536"/>
                    <a:pt x="54261" y="42717"/>
                    <a:pt x="54261" y="43467"/>
                  </a:cubicBezTo>
                  <a:cubicBezTo>
                    <a:pt x="54261" y="44217"/>
                    <a:pt x="53928" y="44593"/>
                    <a:pt x="53261" y="44593"/>
                  </a:cubicBezTo>
                  <a:cubicBezTo>
                    <a:pt x="52872" y="44593"/>
                    <a:pt x="52553" y="44537"/>
                    <a:pt x="52303" y="44426"/>
                  </a:cubicBezTo>
                  <a:cubicBezTo>
                    <a:pt x="52080" y="44343"/>
                    <a:pt x="51914" y="44190"/>
                    <a:pt x="51802" y="43967"/>
                  </a:cubicBezTo>
                  <a:cubicBezTo>
                    <a:pt x="51719" y="43745"/>
                    <a:pt x="51664" y="43537"/>
                    <a:pt x="51636" y="43343"/>
                  </a:cubicBezTo>
                  <a:cubicBezTo>
                    <a:pt x="51636" y="43176"/>
                    <a:pt x="51636" y="42926"/>
                    <a:pt x="51636" y="42593"/>
                  </a:cubicBezTo>
                  <a:cubicBezTo>
                    <a:pt x="51636" y="41315"/>
                    <a:pt x="51525" y="40398"/>
                    <a:pt x="51302" y="39842"/>
                  </a:cubicBezTo>
                  <a:cubicBezTo>
                    <a:pt x="51108" y="39286"/>
                    <a:pt x="50802" y="38911"/>
                    <a:pt x="50385" y="38717"/>
                  </a:cubicBezTo>
                  <a:cubicBezTo>
                    <a:pt x="49997" y="38494"/>
                    <a:pt x="49246" y="38258"/>
                    <a:pt x="48135" y="38008"/>
                  </a:cubicBezTo>
                  <a:lnTo>
                    <a:pt x="10127" y="28422"/>
                  </a:lnTo>
                  <a:cubicBezTo>
                    <a:pt x="8432" y="28033"/>
                    <a:pt x="6988" y="27839"/>
                    <a:pt x="5793" y="27839"/>
                  </a:cubicBezTo>
                  <a:cubicBezTo>
                    <a:pt x="4293" y="27839"/>
                    <a:pt x="3265" y="28075"/>
                    <a:pt x="2709" y="28548"/>
                  </a:cubicBezTo>
                  <a:cubicBezTo>
                    <a:pt x="2153" y="29020"/>
                    <a:pt x="1875" y="29673"/>
                    <a:pt x="1875" y="30506"/>
                  </a:cubicBezTo>
                  <a:cubicBezTo>
                    <a:pt x="1875" y="31951"/>
                    <a:pt x="2737" y="33146"/>
                    <a:pt x="4459" y="34090"/>
                  </a:cubicBezTo>
                  <a:cubicBezTo>
                    <a:pt x="6182" y="35035"/>
                    <a:pt x="8710" y="35910"/>
                    <a:pt x="12044" y="36716"/>
                  </a:cubicBezTo>
                  <a:cubicBezTo>
                    <a:pt x="12961" y="36966"/>
                    <a:pt x="13517" y="37174"/>
                    <a:pt x="13711" y="37341"/>
                  </a:cubicBezTo>
                  <a:cubicBezTo>
                    <a:pt x="13906" y="37480"/>
                    <a:pt x="14003" y="37758"/>
                    <a:pt x="14003" y="38175"/>
                  </a:cubicBezTo>
                  <a:cubicBezTo>
                    <a:pt x="13975" y="38869"/>
                    <a:pt x="13683" y="39216"/>
                    <a:pt x="13128" y="39216"/>
                  </a:cubicBezTo>
                  <a:cubicBezTo>
                    <a:pt x="12989" y="39216"/>
                    <a:pt x="12475" y="39105"/>
                    <a:pt x="11586" y="38883"/>
                  </a:cubicBezTo>
                  <a:cubicBezTo>
                    <a:pt x="10669" y="38661"/>
                    <a:pt x="9544" y="38342"/>
                    <a:pt x="8210" y="37925"/>
                  </a:cubicBezTo>
                  <a:cubicBezTo>
                    <a:pt x="6849" y="37480"/>
                    <a:pt x="5737" y="37021"/>
                    <a:pt x="4876" y="36549"/>
                  </a:cubicBezTo>
                  <a:cubicBezTo>
                    <a:pt x="4293" y="36272"/>
                    <a:pt x="3806" y="36008"/>
                    <a:pt x="3417" y="35757"/>
                  </a:cubicBezTo>
                  <a:cubicBezTo>
                    <a:pt x="3028" y="35507"/>
                    <a:pt x="2528" y="35132"/>
                    <a:pt x="1917" y="34632"/>
                  </a:cubicBezTo>
                  <a:cubicBezTo>
                    <a:pt x="1306" y="34104"/>
                    <a:pt x="834" y="33465"/>
                    <a:pt x="500" y="32715"/>
                  </a:cubicBezTo>
                  <a:cubicBezTo>
                    <a:pt x="167" y="31965"/>
                    <a:pt x="0" y="31131"/>
                    <a:pt x="0" y="30215"/>
                  </a:cubicBezTo>
                  <a:cubicBezTo>
                    <a:pt x="0" y="28436"/>
                    <a:pt x="528" y="26811"/>
                    <a:pt x="1584" y="25339"/>
                  </a:cubicBezTo>
                  <a:cubicBezTo>
                    <a:pt x="2640" y="23866"/>
                    <a:pt x="4237" y="22935"/>
                    <a:pt x="6376" y="22546"/>
                  </a:cubicBezTo>
                  <a:cubicBezTo>
                    <a:pt x="4515" y="20963"/>
                    <a:pt x="2987" y="19199"/>
                    <a:pt x="1792" y="17254"/>
                  </a:cubicBezTo>
                  <a:cubicBezTo>
                    <a:pt x="597" y="15309"/>
                    <a:pt x="0" y="13350"/>
                    <a:pt x="0" y="11378"/>
                  </a:cubicBezTo>
                  <a:cubicBezTo>
                    <a:pt x="0" y="8099"/>
                    <a:pt x="1278" y="5390"/>
                    <a:pt x="3834" y="3251"/>
                  </a:cubicBezTo>
                  <a:cubicBezTo>
                    <a:pt x="6363" y="1084"/>
                    <a:pt x="9627" y="0"/>
                    <a:pt x="13628" y="0"/>
                  </a:cubicBezTo>
                  <a:moveTo>
                    <a:pt x="9877" y="6168"/>
                  </a:moveTo>
                  <a:cubicBezTo>
                    <a:pt x="7349" y="6168"/>
                    <a:pt x="5390" y="6654"/>
                    <a:pt x="4001" y="7627"/>
                  </a:cubicBezTo>
                  <a:cubicBezTo>
                    <a:pt x="2584" y="8571"/>
                    <a:pt x="1875" y="9905"/>
                    <a:pt x="1875" y="11628"/>
                  </a:cubicBezTo>
                  <a:cubicBezTo>
                    <a:pt x="1875" y="13767"/>
                    <a:pt x="2959" y="16073"/>
                    <a:pt x="5126" y="18546"/>
                  </a:cubicBezTo>
                  <a:cubicBezTo>
                    <a:pt x="7182" y="20990"/>
                    <a:pt x="9169" y="22463"/>
                    <a:pt x="11086" y="22964"/>
                  </a:cubicBezTo>
                  <a:lnTo>
                    <a:pt x="27797" y="27172"/>
                  </a:lnTo>
                  <a:lnTo>
                    <a:pt x="29173" y="27422"/>
                  </a:lnTo>
                  <a:cubicBezTo>
                    <a:pt x="29339" y="27422"/>
                    <a:pt x="29673" y="27381"/>
                    <a:pt x="30173" y="27297"/>
                  </a:cubicBezTo>
                  <a:cubicBezTo>
                    <a:pt x="30645" y="27186"/>
                    <a:pt x="31270" y="26978"/>
                    <a:pt x="32048" y="26672"/>
                  </a:cubicBezTo>
                  <a:cubicBezTo>
                    <a:pt x="32826" y="26339"/>
                    <a:pt x="33563" y="25950"/>
                    <a:pt x="34257" y="25505"/>
                  </a:cubicBezTo>
                  <a:cubicBezTo>
                    <a:pt x="34924" y="25033"/>
                    <a:pt x="35507" y="24380"/>
                    <a:pt x="36007" y="23546"/>
                  </a:cubicBezTo>
                  <a:cubicBezTo>
                    <a:pt x="36508" y="22685"/>
                    <a:pt x="36758" y="21727"/>
                    <a:pt x="36758" y="20671"/>
                  </a:cubicBezTo>
                  <a:cubicBezTo>
                    <a:pt x="36758" y="18976"/>
                    <a:pt x="36007" y="17212"/>
                    <a:pt x="34507" y="15378"/>
                  </a:cubicBezTo>
                  <a:cubicBezTo>
                    <a:pt x="33007" y="13517"/>
                    <a:pt x="30840" y="11891"/>
                    <a:pt x="28006" y="10502"/>
                  </a:cubicBezTo>
                  <a:cubicBezTo>
                    <a:pt x="26172" y="9641"/>
                    <a:pt x="23283" y="8710"/>
                    <a:pt x="19337" y="7710"/>
                  </a:cubicBezTo>
                  <a:cubicBezTo>
                    <a:pt x="15364" y="6682"/>
                    <a:pt x="12211" y="6168"/>
                    <a:pt x="9877" y="61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77AB4267-A60C-E502-18B4-C31A09BF7025}"/>
                </a:ext>
              </a:extLst>
            </p:cNvPr>
            <p:cNvSpPr/>
            <p:nvPr/>
          </p:nvSpPr>
          <p:spPr>
            <a:xfrm>
              <a:off x="2653528" y="2292068"/>
              <a:ext cx="85351" cy="19795"/>
            </a:xfrm>
            <a:custGeom>
              <a:avLst/>
              <a:gdLst>
                <a:gd name="csX0" fmla="*/ 42676 w 85351"/>
                <a:gd name="csY0" fmla="*/ 19796 h 19795"/>
                <a:gd name="csX1" fmla="*/ 16628 w 85351"/>
                <a:gd name="csY1" fmla="*/ 14419 h 19795"/>
                <a:gd name="csX2" fmla="*/ 7668 w 85351"/>
                <a:gd name="csY2" fmla="*/ 8918 h 19795"/>
                <a:gd name="csX3" fmla="*/ 1792 w 85351"/>
                <a:gd name="csY3" fmla="*/ 3584 h 19795"/>
                <a:gd name="csX4" fmla="*/ 0 w 85351"/>
                <a:gd name="csY4" fmla="*/ 875 h 19795"/>
                <a:gd name="csX5" fmla="*/ 834 w 85351"/>
                <a:gd name="csY5" fmla="*/ 0 h 19795"/>
                <a:gd name="csX6" fmla="*/ 2292 w 85351"/>
                <a:gd name="csY6" fmla="*/ 1125 h 19795"/>
                <a:gd name="csX7" fmla="*/ 42676 w 85351"/>
                <a:gd name="csY7" fmla="*/ 14836 h 19795"/>
                <a:gd name="csX8" fmla="*/ 82601 w 85351"/>
                <a:gd name="csY8" fmla="*/ 1458 h 19795"/>
                <a:gd name="csX9" fmla="*/ 84518 w 85351"/>
                <a:gd name="csY9" fmla="*/ 0 h 19795"/>
                <a:gd name="csX10" fmla="*/ 85351 w 85351"/>
                <a:gd name="csY10" fmla="*/ 875 h 19795"/>
                <a:gd name="csX11" fmla="*/ 83642 w 85351"/>
                <a:gd name="csY11" fmla="*/ 3501 h 19795"/>
                <a:gd name="csX12" fmla="*/ 78016 w 85351"/>
                <a:gd name="csY12" fmla="*/ 8710 h 19795"/>
                <a:gd name="csX13" fmla="*/ 69306 w 85351"/>
                <a:gd name="csY13" fmla="*/ 14169 h 19795"/>
                <a:gd name="csX14" fmla="*/ 42676 w 85351"/>
                <a:gd name="csY14" fmla="*/ 19796 h 1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5">
                  <a:moveTo>
                    <a:pt x="42676" y="19796"/>
                  </a:moveTo>
                  <a:cubicBezTo>
                    <a:pt x="33062" y="19796"/>
                    <a:pt x="24380" y="18003"/>
                    <a:pt x="16628" y="14419"/>
                  </a:cubicBezTo>
                  <a:cubicBezTo>
                    <a:pt x="13378" y="12891"/>
                    <a:pt x="10391" y="11057"/>
                    <a:pt x="7668" y="8918"/>
                  </a:cubicBezTo>
                  <a:cubicBezTo>
                    <a:pt x="4946" y="6778"/>
                    <a:pt x="2987" y="5000"/>
                    <a:pt x="1792" y="3584"/>
                  </a:cubicBezTo>
                  <a:cubicBezTo>
                    <a:pt x="597" y="2167"/>
                    <a:pt x="0" y="1264"/>
                    <a:pt x="0" y="875"/>
                  </a:cubicBezTo>
                  <a:cubicBezTo>
                    <a:pt x="0" y="319"/>
                    <a:pt x="278" y="27"/>
                    <a:pt x="834" y="0"/>
                  </a:cubicBezTo>
                  <a:cubicBezTo>
                    <a:pt x="1111" y="0"/>
                    <a:pt x="1598" y="375"/>
                    <a:pt x="2292" y="1125"/>
                  </a:cubicBezTo>
                  <a:cubicBezTo>
                    <a:pt x="11627" y="10293"/>
                    <a:pt x="25089" y="14864"/>
                    <a:pt x="42676" y="14836"/>
                  </a:cubicBezTo>
                  <a:cubicBezTo>
                    <a:pt x="60318" y="14836"/>
                    <a:pt x="73626" y="10377"/>
                    <a:pt x="82601" y="1458"/>
                  </a:cubicBezTo>
                  <a:cubicBezTo>
                    <a:pt x="83573" y="486"/>
                    <a:pt x="84212" y="0"/>
                    <a:pt x="84518" y="0"/>
                  </a:cubicBezTo>
                  <a:cubicBezTo>
                    <a:pt x="85074" y="0"/>
                    <a:pt x="85351" y="292"/>
                    <a:pt x="85351" y="875"/>
                  </a:cubicBezTo>
                  <a:cubicBezTo>
                    <a:pt x="85351" y="1264"/>
                    <a:pt x="84782" y="2139"/>
                    <a:pt x="83642" y="3501"/>
                  </a:cubicBezTo>
                  <a:cubicBezTo>
                    <a:pt x="82503" y="4862"/>
                    <a:pt x="80628" y="6598"/>
                    <a:pt x="78016" y="8710"/>
                  </a:cubicBezTo>
                  <a:cubicBezTo>
                    <a:pt x="75405" y="10821"/>
                    <a:pt x="72501" y="12641"/>
                    <a:pt x="69306" y="14169"/>
                  </a:cubicBezTo>
                  <a:cubicBezTo>
                    <a:pt x="61554" y="17920"/>
                    <a:pt x="52678" y="19796"/>
                    <a:pt x="42676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E8974335-C6ED-7ECB-EA83-5607662BCF79}"/>
                </a:ext>
              </a:extLst>
            </p:cNvPr>
            <p:cNvSpPr/>
            <p:nvPr/>
          </p:nvSpPr>
          <p:spPr>
            <a:xfrm>
              <a:off x="2679825" y="2243074"/>
              <a:ext cx="38674" cy="42509"/>
            </a:xfrm>
            <a:custGeom>
              <a:avLst/>
              <a:gdLst>
                <a:gd name="csX0" fmla="*/ 5626 w 38674"/>
                <a:gd name="csY0" fmla="*/ 0 h 42509"/>
                <a:gd name="csX1" fmla="*/ 9294 w 38674"/>
                <a:gd name="csY1" fmla="*/ 1459 h 42509"/>
                <a:gd name="csX2" fmla="*/ 10586 w 38674"/>
                <a:gd name="csY2" fmla="*/ 4584 h 42509"/>
                <a:gd name="csX3" fmla="*/ 9669 w 38674"/>
                <a:gd name="csY3" fmla="*/ 7002 h 42509"/>
                <a:gd name="csX4" fmla="*/ 7585 w 38674"/>
                <a:gd name="csY4" fmla="*/ 7835 h 42509"/>
                <a:gd name="csX5" fmla="*/ 4626 w 38674"/>
                <a:gd name="csY5" fmla="*/ 6668 h 42509"/>
                <a:gd name="csX6" fmla="*/ 2959 w 38674"/>
                <a:gd name="csY6" fmla="*/ 3751 h 42509"/>
                <a:gd name="csX7" fmla="*/ 1875 w 38674"/>
                <a:gd name="csY7" fmla="*/ 8001 h 42509"/>
                <a:gd name="csX8" fmla="*/ 2751 w 38674"/>
                <a:gd name="csY8" fmla="*/ 11128 h 42509"/>
                <a:gd name="csX9" fmla="*/ 4751 w 38674"/>
                <a:gd name="csY9" fmla="*/ 13419 h 42509"/>
                <a:gd name="csX10" fmla="*/ 7502 w 38674"/>
                <a:gd name="csY10" fmla="*/ 15003 h 42509"/>
                <a:gd name="csX11" fmla="*/ 10044 w 38674"/>
                <a:gd name="csY11" fmla="*/ 16003 h 42509"/>
                <a:gd name="csX12" fmla="*/ 11961 w 38674"/>
                <a:gd name="csY12" fmla="*/ 16462 h 42509"/>
                <a:gd name="csX13" fmla="*/ 23630 w 38674"/>
                <a:gd name="csY13" fmla="*/ 19379 h 42509"/>
                <a:gd name="csX14" fmla="*/ 31132 w 38674"/>
                <a:gd name="csY14" fmla="*/ 20796 h 42509"/>
                <a:gd name="csX15" fmla="*/ 35174 w 38674"/>
                <a:gd name="csY15" fmla="*/ 19629 h 42509"/>
                <a:gd name="csX16" fmla="*/ 36758 w 38674"/>
                <a:gd name="csY16" fmla="*/ 16128 h 42509"/>
                <a:gd name="csX17" fmla="*/ 36508 w 38674"/>
                <a:gd name="csY17" fmla="*/ 14169 h 42509"/>
                <a:gd name="csX18" fmla="*/ 35466 w 38674"/>
                <a:gd name="csY18" fmla="*/ 11794 h 42509"/>
                <a:gd name="csX19" fmla="*/ 33507 w 38674"/>
                <a:gd name="csY19" fmla="*/ 9210 h 42509"/>
                <a:gd name="csX20" fmla="*/ 30256 w 38674"/>
                <a:gd name="csY20" fmla="*/ 6752 h 42509"/>
                <a:gd name="csX21" fmla="*/ 25589 w 38674"/>
                <a:gd name="csY21" fmla="*/ 4751 h 42509"/>
                <a:gd name="csX22" fmla="*/ 24672 w 38674"/>
                <a:gd name="csY22" fmla="*/ 3667 h 42509"/>
                <a:gd name="csX23" fmla="*/ 25505 w 38674"/>
                <a:gd name="csY23" fmla="*/ 2625 h 42509"/>
                <a:gd name="csX24" fmla="*/ 27714 w 38674"/>
                <a:gd name="csY24" fmla="*/ 3209 h 42509"/>
                <a:gd name="csX25" fmla="*/ 31090 w 38674"/>
                <a:gd name="csY25" fmla="*/ 4960 h 42509"/>
                <a:gd name="csX26" fmla="*/ 34674 w 38674"/>
                <a:gd name="csY26" fmla="*/ 7668 h 42509"/>
                <a:gd name="csX27" fmla="*/ 37508 w 38674"/>
                <a:gd name="csY27" fmla="*/ 11502 h 42509"/>
                <a:gd name="csX28" fmla="*/ 38675 w 38674"/>
                <a:gd name="csY28" fmla="*/ 16295 h 42509"/>
                <a:gd name="csX29" fmla="*/ 36758 w 38674"/>
                <a:gd name="csY29" fmla="*/ 22254 h 42509"/>
                <a:gd name="csX30" fmla="*/ 32173 w 38674"/>
                <a:gd name="csY30" fmla="*/ 25505 h 42509"/>
                <a:gd name="csX31" fmla="*/ 33049 w 38674"/>
                <a:gd name="csY31" fmla="*/ 26005 h 42509"/>
                <a:gd name="csX32" fmla="*/ 34674 w 38674"/>
                <a:gd name="csY32" fmla="*/ 27172 h 42509"/>
                <a:gd name="csX33" fmla="*/ 36591 w 38674"/>
                <a:gd name="csY33" fmla="*/ 28964 h 42509"/>
                <a:gd name="csX34" fmla="*/ 38008 w 38674"/>
                <a:gd name="csY34" fmla="*/ 31423 h 42509"/>
                <a:gd name="csX35" fmla="*/ 38675 w 38674"/>
                <a:gd name="csY35" fmla="*/ 34466 h 42509"/>
                <a:gd name="csX36" fmla="*/ 38091 w 38674"/>
                <a:gd name="csY36" fmla="*/ 38258 h 42509"/>
                <a:gd name="csX37" fmla="*/ 36174 w 38674"/>
                <a:gd name="csY37" fmla="*/ 41258 h 42509"/>
                <a:gd name="csX38" fmla="*/ 33007 w 38674"/>
                <a:gd name="csY38" fmla="*/ 42509 h 42509"/>
                <a:gd name="csX39" fmla="*/ 29548 w 38674"/>
                <a:gd name="csY39" fmla="*/ 41134 h 42509"/>
                <a:gd name="csX40" fmla="*/ 28089 w 38674"/>
                <a:gd name="csY40" fmla="*/ 37799 h 42509"/>
                <a:gd name="csX41" fmla="*/ 28798 w 38674"/>
                <a:gd name="csY41" fmla="*/ 35632 h 42509"/>
                <a:gd name="csX42" fmla="*/ 31048 w 38674"/>
                <a:gd name="csY42" fmla="*/ 34632 h 42509"/>
                <a:gd name="csX43" fmla="*/ 34049 w 38674"/>
                <a:gd name="csY43" fmla="*/ 35799 h 42509"/>
                <a:gd name="csX44" fmla="*/ 35674 w 38674"/>
                <a:gd name="csY44" fmla="*/ 38633 h 42509"/>
                <a:gd name="csX45" fmla="*/ 36758 w 38674"/>
                <a:gd name="csY45" fmla="*/ 34382 h 42509"/>
                <a:gd name="csX46" fmla="*/ 34340 w 38674"/>
                <a:gd name="csY46" fmla="*/ 29464 h 42509"/>
                <a:gd name="csX47" fmla="*/ 27881 w 38674"/>
                <a:gd name="csY47" fmla="*/ 26255 h 42509"/>
                <a:gd name="csX48" fmla="*/ 13836 w 38674"/>
                <a:gd name="csY48" fmla="*/ 22672 h 42509"/>
                <a:gd name="csX49" fmla="*/ 7585 w 38674"/>
                <a:gd name="csY49" fmla="*/ 21671 h 42509"/>
                <a:gd name="csX50" fmla="*/ 4626 w 38674"/>
                <a:gd name="csY50" fmla="*/ 22130 h 42509"/>
                <a:gd name="csX51" fmla="*/ 2876 w 38674"/>
                <a:gd name="csY51" fmla="*/ 23380 h 42509"/>
                <a:gd name="csX52" fmla="*/ 2084 w 38674"/>
                <a:gd name="csY52" fmla="*/ 24839 h 42509"/>
                <a:gd name="csX53" fmla="*/ 1875 w 38674"/>
                <a:gd name="csY53" fmla="*/ 26255 h 42509"/>
                <a:gd name="csX54" fmla="*/ 2376 w 38674"/>
                <a:gd name="csY54" fmla="*/ 28922 h 42509"/>
                <a:gd name="csX55" fmla="*/ 4043 w 38674"/>
                <a:gd name="csY55" fmla="*/ 31965 h 42509"/>
                <a:gd name="csX56" fmla="*/ 7502 w 38674"/>
                <a:gd name="csY56" fmla="*/ 35132 h 42509"/>
                <a:gd name="csX57" fmla="*/ 13044 w 38674"/>
                <a:gd name="csY57" fmla="*/ 37716 h 42509"/>
                <a:gd name="csX58" fmla="*/ 14003 w 38674"/>
                <a:gd name="csY58" fmla="*/ 38841 h 42509"/>
                <a:gd name="csX59" fmla="*/ 13128 w 38674"/>
                <a:gd name="csY59" fmla="*/ 39842 h 42509"/>
                <a:gd name="csX60" fmla="*/ 10961 w 38674"/>
                <a:gd name="csY60" fmla="*/ 39300 h 42509"/>
                <a:gd name="csX61" fmla="*/ 7585 w 38674"/>
                <a:gd name="csY61" fmla="*/ 37549 h 42509"/>
                <a:gd name="csX62" fmla="*/ 4043 w 38674"/>
                <a:gd name="csY62" fmla="*/ 34798 h 42509"/>
                <a:gd name="csX63" fmla="*/ 1167 w 38674"/>
                <a:gd name="csY63" fmla="*/ 30923 h 42509"/>
                <a:gd name="csX64" fmla="*/ 0 w 38674"/>
                <a:gd name="csY64" fmla="*/ 26089 h 42509"/>
                <a:gd name="csX65" fmla="*/ 250 w 38674"/>
                <a:gd name="csY65" fmla="*/ 23880 h 42509"/>
                <a:gd name="csX66" fmla="*/ 1084 w 38674"/>
                <a:gd name="csY66" fmla="*/ 21421 h 42509"/>
                <a:gd name="csX67" fmla="*/ 3084 w 38674"/>
                <a:gd name="csY67" fmla="*/ 18837 h 42509"/>
                <a:gd name="csX68" fmla="*/ 6460 w 38674"/>
                <a:gd name="csY68" fmla="*/ 16878 h 42509"/>
                <a:gd name="csX69" fmla="*/ 4584 w 38674"/>
                <a:gd name="csY69" fmla="*/ 15712 h 42509"/>
                <a:gd name="csX70" fmla="*/ 2542 w 38674"/>
                <a:gd name="csY70" fmla="*/ 13919 h 42509"/>
                <a:gd name="csX71" fmla="*/ 709 w 38674"/>
                <a:gd name="csY71" fmla="*/ 11252 h 42509"/>
                <a:gd name="csX72" fmla="*/ 0 w 38674"/>
                <a:gd name="csY72" fmla="*/ 7919 h 42509"/>
                <a:gd name="csX73" fmla="*/ 458 w 38674"/>
                <a:gd name="csY73" fmla="*/ 4542 h 42509"/>
                <a:gd name="csX74" fmla="*/ 2251 w 38674"/>
                <a:gd name="csY74" fmla="*/ 1459 h 42509"/>
                <a:gd name="csX75" fmla="*/ 5626 w 38674"/>
                <a:gd name="csY75" fmla="*/ 0 h 42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674" h="42509">
                  <a:moveTo>
                    <a:pt x="5626" y="0"/>
                  </a:moveTo>
                  <a:cubicBezTo>
                    <a:pt x="7182" y="0"/>
                    <a:pt x="8405" y="486"/>
                    <a:pt x="9294" y="1459"/>
                  </a:cubicBezTo>
                  <a:cubicBezTo>
                    <a:pt x="10155" y="2431"/>
                    <a:pt x="10586" y="3473"/>
                    <a:pt x="10586" y="4584"/>
                  </a:cubicBezTo>
                  <a:cubicBezTo>
                    <a:pt x="10586" y="5640"/>
                    <a:pt x="10280" y="6446"/>
                    <a:pt x="9669" y="7002"/>
                  </a:cubicBezTo>
                  <a:cubicBezTo>
                    <a:pt x="9058" y="7557"/>
                    <a:pt x="8363" y="7835"/>
                    <a:pt x="7585" y="7835"/>
                  </a:cubicBezTo>
                  <a:cubicBezTo>
                    <a:pt x="6529" y="7835"/>
                    <a:pt x="5543" y="7446"/>
                    <a:pt x="4626" y="6668"/>
                  </a:cubicBezTo>
                  <a:cubicBezTo>
                    <a:pt x="3709" y="5890"/>
                    <a:pt x="3153" y="4918"/>
                    <a:pt x="2959" y="3751"/>
                  </a:cubicBezTo>
                  <a:cubicBezTo>
                    <a:pt x="2237" y="4890"/>
                    <a:pt x="1875" y="6307"/>
                    <a:pt x="1875" y="8001"/>
                  </a:cubicBezTo>
                  <a:cubicBezTo>
                    <a:pt x="1875" y="9113"/>
                    <a:pt x="2167" y="10155"/>
                    <a:pt x="2751" y="11128"/>
                  </a:cubicBezTo>
                  <a:cubicBezTo>
                    <a:pt x="3334" y="12072"/>
                    <a:pt x="4001" y="12836"/>
                    <a:pt x="4751" y="13419"/>
                  </a:cubicBezTo>
                  <a:cubicBezTo>
                    <a:pt x="5501" y="13975"/>
                    <a:pt x="6418" y="14503"/>
                    <a:pt x="7502" y="15003"/>
                  </a:cubicBezTo>
                  <a:cubicBezTo>
                    <a:pt x="8557" y="15476"/>
                    <a:pt x="9405" y="15809"/>
                    <a:pt x="10044" y="16003"/>
                  </a:cubicBezTo>
                  <a:cubicBezTo>
                    <a:pt x="10655" y="16170"/>
                    <a:pt x="11294" y="16323"/>
                    <a:pt x="11961" y="16462"/>
                  </a:cubicBezTo>
                  <a:lnTo>
                    <a:pt x="23630" y="19379"/>
                  </a:lnTo>
                  <a:cubicBezTo>
                    <a:pt x="27325" y="20324"/>
                    <a:pt x="29826" y="20796"/>
                    <a:pt x="31132" y="20796"/>
                  </a:cubicBezTo>
                  <a:cubicBezTo>
                    <a:pt x="32743" y="20796"/>
                    <a:pt x="34090" y="20407"/>
                    <a:pt x="35174" y="19629"/>
                  </a:cubicBezTo>
                  <a:cubicBezTo>
                    <a:pt x="36230" y="18851"/>
                    <a:pt x="36758" y="17684"/>
                    <a:pt x="36758" y="16128"/>
                  </a:cubicBezTo>
                  <a:cubicBezTo>
                    <a:pt x="36758" y="15517"/>
                    <a:pt x="36674" y="14864"/>
                    <a:pt x="36508" y="14169"/>
                  </a:cubicBezTo>
                  <a:cubicBezTo>
                    <a:pt x="36313" y="13475"/>
                    <a:pt x="35966" y="12683"/>
                    <a:pt x="35466" y="11794"/>
                  </a:cubicBezTo>
                  <a:cubicBezTo>
                    <a:pt x="34938" y="10877"/>
                    <a:pt x="34285" y="10016"/>
                    <a:pt x="33507" y="9210"/>
                  </a:cubicBezTo>
                  <a:cubicBezTo>
                    <a:pt x="32701" y="8377"/>
                    <a:pt x="31618" y="7557"/>
                    <a:pt x="30256" y="6752"/>
                  </a:cubicBezTo>
                  <a:cubicBezTo>
                    <a:pt x="28895" y="5945"/>
                    <a:pt x="27339" y="5279"/>
                    <a:pt x="25589" y="4751"/>
                  </a:cubicBezTo>
                  <a:cubicBezTo>
                    <a:pt x="24977" y="4584"/>
                    <a:pt x="24672" y="4223"/>
                    <a:pt x="24672" y="3667"/>
                  </a:cubicBezTo>
                  <a:cubicBezTo>
                    <a:pt x="24672" y="2973"/>
                    <a:pt x="24950" y="2625"/>
                    <a:pt x="25505" y="2625"/>
                  </a:cubicBezTo>
                  <a:cubicBezTo>
                    <a:pt x="25978" y="2625"/>
                    <a:pt x="26714" y="2820"/>
                    <a:pt x="27714" y="3209"/>
                  </a:cubicBezTo>
                  <a:cubicBezTo>
                    <a:pt x="28687" y="3570"/>
                    <a:pt x="29812" y="4154"/>
                    <a:pt x="31090" y="4960"/>
                  </a:cubicBezTo>
                  <a:cubicBezTo>
                    <a:pt x="32340" y="5737"/>
                    <a:pt x="33535" y="6640"/>
                    <a:pt x="34674" y="7668"/>
                  </a:cubicBezTo>
                  <a:cubicBezTo>
                    <a:pt x="35785" y="8696"/>
                    <a:pt x="36730" y="9974"/>
                    <a:pt x="37508" y="11502"/>
                  </a:cubicBezTo>
                  <a:cubicBezTo>
                    <a:pt x="38286" y="13031"/>
                    <a:pt x="38675" y="14628"/>
                    <a:pt x="38675" y="16295"/>
                  </a:cubicBezTo>
                  <a:cubicBezTo>
                    <a:pt x="38675" y="18684"/>
                    <a:pt x="38036" y="20671"/>
                    <a:pt x="36758" y="22254"/>
                  </a:cubicBezTo>
                  <a:cubicBezTo>
                    <a:pt x="35480" y="23838"/>
                    <a:pt x="33952" y="24922"/>
                    <a:pt x="32173" y="25505"/>
                  </a:cubicBezTo>
                  <a:cubicBezTo>
                    <a:pt x="32423" y="25644"/>
                    <a:pt x="32715" y="25811"/>
                    <a:pt x="33049" y="26005"/>
                  </a:cubicBezTo>
                  <a:cubicBezTo>
                    <a:pt x="33382" y="26200"/>
                    <a:pt x="33924" y="26589"/>
                    <a:pt x="34674" y="27172"/>
                  </a:cubicBezTo>
                  <a:cubicBezTo>
                    <a:pt x="35396" y="27728"/>
                    <a:pt x="36035" y="28325"/>
                    <a:pt x="36591" y="28964"/>
                  </a:cubicBezTo>
                  <a:cubicBezTo>
                    <a:pt x="37119" y="29604"/>
                    <a:pt x="37591" y="30423"/>
                    <a:pt x="38008" y="31423"/>
                  </a:cubicBezTo>
                  <a:cubicBezTo>
                    <a:pt x="38452" y="32396"/>
                    <a:pt x="38675" y="33410"/>
                    <a:pt x="38675" y="34466"/>
                  </a:cubicBezTo>
                  <a:cubicBezTo>
                    <a:pt x="38675" y="35799"/>
                    <a:pt x="38480" y="37063"/>
                    <a:pt x="38091" y="38258"/>
                  </a:cubicBezTo>
                  <a:cubicBezTo>
                    <a:pt x="37702" y="39425"/>
                    <a:pt x="37063" y="40425"/>
                    <a:pt x="36174" y="41258"/>
                  </a:cubicBezTo>
                  <a:cubicBezTo>
                    <a:pt x="35285" y="42092"/>
                    <a:pt x="34229" y="42509"/>
                    <a:pt x="33007" y="42509"/>
                  </a:cubicBezTo>
                  <a:cubicBezTo>
                    <a:pt x="31646" y="42509"/>
                    <a:pt x="30492" y="42051"/>
                    <a:pt x="29548" y="41134"/>
                  </a:cubicBezTo>
                  <a:cubicBezTo>
                    <a:pt x="28575" y="40189"/>
                    <a:pt x="28089" y="39077"/>
                    <a:pt x="28089" y="37799"/>
                  </a:cubicBezTo>
                  <a:cubicBezTo>
                    <a:pt x="28089" y="36994"/>
                    <a:pt x="28325" y="36271"/>
                    <a:pt x="28798" y="35632"/>
                  </a:cubicBezTo>
                  <a:cubicBezTo>
                    <a:pt x="29270" y="34965"/>
                    <a:pt x="30020" y="34632"/>
                    <a:pt x="31048" y="34632"/>
                  </a:cubicBezTo>
                  <a:cubicBezTo>
                    <a:pt x="32187" y="34632"/>
                    <a:pt x="33187" y="35021"/>
                    <a:pt x="34049" y="35799"/>
                  </a:cubicBezTo>
                  <a:cubicBezTo>
                    <a:pt x="34910" y="36577"/>
                    <a:pt x="35452" y="37521"/>
                    <a:pt x="35674" y="38633"/>
                  </a:cubicBezTo>
                  <a:cubicBezTo>
                    <a:pt x="36396" y="37494"/>
                    <a:pt x="36758" y="36077"/>
                    <a:pt x="36758" y="34382"/>
                  </a:cubicBezTo>
                  <a:cubicBezTo>
                    <a:pt x="36758" y="32548"/>
                    <a:pt x="35952" y="30909"/>
                    <a:pt x="34340" y="29464"/>
                  </a:cubicBezTo>
                  <a:cubicBezTo>
                    <a:pt x="32729" y="28019"/>
                    <a:pt x="30576" y="26950"/>
                    <a:pt x="27881" y="26255"/>
                  </a:cubicBezTo>
                  <a:cubicBezTo>
                    <a:pt x="21407" y="24533"/>
                    <a:pt x="16726" y="23338"/>
                    <a:pt x="13836" y="22672"/>
                  </a:cubicBezTo>
                  <a:cubicBezTo>
                    <a:pt x="10919" y="22004"/>
                    <a:pt x="8835" y="21671"/>
                    <a:pt x="7585" y="21671"/>
                  </a:cubicBezTo>
                  <a:cubicBezTo>
                    <a:pt x="6418" y="21671"/>
                    <a:pt x="5432" y="21824"/>
                    <a:pt x="4626" y="22130"/>
                  </a:cubicBezTo>
                  <a:cubicBezTo>
                    <a:pt x="3820" y="22435"/>
                    <a:pt x="3237" y="22852"/>
                    <a:pt x="2876" y="23380"/>
                  </a:cubicBezTo>
                  <a:cubicBezTo>
                    <a:pt x="2487" y="23880"/>
                    <a:pt x="2223" y="24366"/>
                    <a:pt x="2084" y="24839"/>
                  </a:cubicBezTo>
                  <a:cubicBezTo>
                    <a:pt x="1945" y="25283"/>
                    <a:pt x="1875" y="25755"/>
                    <a:pt x="1875" y="26255"/>
                  </a:cubicBezTo>
                  <a:cubicBezTo>
                    <a:pt x="1875" y="27089"/>
                    <a:pt x="2042" y="27978"/>
                    <a:pt x="2376" y="28922"/>
                  </a:cubicBezTo>
                  <a:cubicBezTo>
                    <a:pt x="2709" y="29839"/>
                    <a:pt x="3265" y="30853"/>
                    <a:pt x="4043" y="31965"/>
                  </a:cubicBezTo>
                  <a:cubicBezTo>
                    <a:pt x="4793" y="33048"/>
                    <a:pt x="5946" y="34104"/>
                    <a:pt x="7502" y="35132"/>
                  </a:cubicBezTo>
                  <a:cubicBezTo>
                    <a:pt x="9057" y="36160"/>
                    <a:pt x="10905" y="37021"/>
                    <a:pt x="13044" y="37716"/>
                  </a:cubicBezTo>
                  <a:cubicBezTo>
                    <a:pt x="13683" y="37855"/>
                    <a:pt x="14003" y="38230"/>
                    <a:pt x="14003" y="38841"/>
                  </a:cubicBezTo>
                  <a:cubicBezTo>
                    <a:pt x="13975" y="39508"/>
                    <a:pt x="13683" y="39842"/>
                    <a:pt x="13128" y="39842"/>
                  </a:cubicBezTo>
                  <a:cubicBezTo>
                    <a:pt x="12655" y="39842"/>
                    <a:pt x="11933" y="39661"/>
                    <a:pt x="10961" y="39300"/>
                  </a:cubicBezTo>
                  <a:cubicBezTo>
                    <a:pt x="9960" y="38911"/>
                    <a:pt x="8835" y="38327"/>
                    <a:pt x="7585" y="37549"/>
                  </a:cubicBezTo>
                  <a:cubicBezTo>
                    <a:pt x="6335" y="36744"/>
                    <a:pt x="5154" y="35827"/>
                    <a:pt x="4043" y="34798"/>
                  </a:cubicBezTo>
                  <a:cubicBezTo>
                    <a:pt x="2903" y="33743"/>
                    <a:pt x="1945" y="32451"/>
                    <a:pt x="1167" y="30923"/>
                  </a:cubicBezTo>
                  <a:cubicBezTo>
                    <a:pt x="389" y="29367"/>
                    <a:pt x="0" y="27756"/>
                    <a:pt x="0" y="26089"/>
                  </a:cubicBezTo>
                  <a:cubicBezTo>
                    <a:pt x="0" y="25339"/>
                    <a:pt x="83" y="24602"/>
                    <a:pt x="250" y="23880"/>
                  </a:cubicBezTo>
                  <a:cubicBezTo>
                    <a:pt x="389" y="23130"/>
                    <a:pt x="667" y="22310"/>
                    <a:pt x="1084" y="21421"/>
                  </a:cubicBezTo>
                  <a:cubicBezTo>
                    <a:pt x="1500" y="20504"/>
                    <a:pt x="2167" y="19643"/>
                    <a:pt x="3084" y="18837"/>
                  </a:cubicBezTo>
                  <a:cubicBezTo>
                    <a:pt x="4001" y="18031"/>
                    <a:pt x="5126" y="17378"/>
                    <a:pt x="6460" y="16878"/>
                  </a:cubicBezTo>
                  <a:cubicBezTo>
                    <a:pt x="5821" y="16545"/>
                    <a:pt x="5196" y="16156"/>
                    <a:pt x="4584" y="15712"/>
                  </a:cubicBezTo>
                  <a:cubicBezTo>
                    <a:pt x="3973" y="15239"/>
                    <a:pt x="3292" y="14642"/>
                    <a:pt x="2542" y="13919"/>
                  </a:cubicBezTo>
                  <a:cubicBezTo>
                    <a:pt x="1764" y="13169"/>
                    <a:pt x="1153" y="12280"/>
                    <a:pt x="709" y="11252"/>
                  </a:cubicBezTo>
                  <a:cubicBezTo>
                    <a:pt x="236" y="10196"/>
                    <a:pt x="0" y="9085"/>
                    <a:pt x="0" y="7919"/>
                  </a:cubicBezTo>
                  <a:cubicBezTo>
                    <a:pt x="0" y="6779"/>
                    <a:pt x="153" y="5654"/>
                    <a:pt x="458" y="4542"/>
                  </a:cubicBezTo>
                  <a:cubicBezTo>
                    <a:pt x="736" y="3431"/>
                    <a:pt x="1334" y="2403"/>
                    <a:pt x="2251" y="1459"/>
                  </a:cubicBezTo>
                  <a:cubicBezTo>
                    <a:pt x="3140" y="486"/>
                    <a:pt x="4265" y="0"/>
                    <a:pt x="562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9C522617-A4C0-EA34-1CEF-410AF0F1A8F7}"/>
                </a:ext>
              </a:extLst>
            </p:cNvPr>
            <p:cNvSpPr/>
            <p:nvPr/>
          </p:nvSpPr>
          <p:spPr>
            <a:xfrm>
              <a:off x="2653528" y="2215063"/>
              <a:ext cx="85351" cy="19795"/>
            </a:xfrm>
            <a:custGeom>
              <a:avLst/>
              <a:gdLst>
                <a:gd name="csX0" fmla="*/ 84518 w 85351"/>
                <a:gd name="csY0" fmla="*/ 19796 h 19795"/>
                <a:gd name="csX1" fmla="*/ 83059 w 85351"/>
                <a:gd name="csY1" fmla="*/ 18712 h 19795"/>
                <a:gd name="csX2" fmla="*/ 42676 w 85351"/>
                <a:gd name="csY2" fmla="*/ 4959 h 19795"/>
                <a:gd name="csX3" fmla="*/ 2834 w 85351"/>
                <a:gd name="csY3" fmla="*/ 18170 h 19795"/>
                <a:gd name="csX4" fmla="*/ 834 w 85351"/>
                <a:gd name="csY4" fmla="*/ 19796 h 19795"/>
                <a:gd name="csX5" fmla="*/ 0 w 85351"/>
                <a:gd name="csY5" fmla="*/ 18962 h 19795"/>
                <a:gd name="csX6" fmla="*/ 1709 w 85351"/>
                <a:gd name="csY6" fmla="*/ 16337 h 19795"/>
                <a:gd name="csX7" fmla="*/ 7335 w 85351"/>
                <a:gd name="csY7" fmla="*/ 11127 h 19795"/>
                <a:gd name="csX8" fmla="*/ 16045 w 85351"/>
                <a:gd name="csY8" fmla="*/ 5626 h 19795"/>
                <a:gd name="csX9" fmla="*/ 42676 w 85351"/>
                <a:gd name="csY9" fmla="*/ 0 h 19795"/>
                <a:gd name="csX10" fmla="*/ 68723 w 85351"/>
                <a:gd name="csY10" fmla="*/ 5376 h 19795"/>
                <a:gd name="csX11" fmla="*/ 77683 w 85351"/>
                <a:gd name="csY11" fmla="*/ 10877 h 19795"/>
                <a:gd name="csX12" fmla="*/ 83559 w 85351"/>
                <a:gd name="csY12" fmla="*/ 16211 h 19795"/>
                <a:gd name="csX13" fmla="*/ 85351 w 85351"/>
                <a:gd name="csY13" fmla="*/ 18962 h 19795"/>
                <a:gd name="csX14" fmla="*/ 84518 w 85351"/>
                <a:gd name="csY14" fmla="*/ 19796 h 19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5">
                  <a:moveTo>
                    <a:pt x="84518" y="19796"/>
                  </a:moveTo>
                  <a:cubicBezTo>
                    <a:pt x="84240" y="19796"/>
                    <a:pt x="83753" y="19434"/>
                    <a:pt x="83059" y="18712"/>
                  </a:cubicBezTo>
                  <a:cubicBezTo>
                    <a:pt x="73724" y="9543"/>
                    <a:pt x="60263" y="4959"/>
                    <a:pt x="42676" y="4959"/>
                  </a:cubicBezTo>
                  <a:cubicBezTo>
                    <a:pt x="25033" y="4959"/>
                    <a:pt x="11752" y="9363"/>
                    <a:pt x="2834" y="18170"/>
                  </a:cubicBezTo>
                  <a:cubicBezTo>
                    <a:pt x="1806" y="19254"/>
                    <a:pt x="1139" y="19796"/>
                    <a:pt x="834" y="19796"/>
                  </a:cubicBezTo>
                  <a:cubicBezTo>
                    <a:pt x="278" y="19796"/>
                    <a:pt x="0" y="19518"/>
                    <a:pt x="0" y="18962"/>
                  </a:cubicBezTo>
                  <a:cubicBezTo>
                    <a:pt x="0" y="18573"/>
                    <a:pt x="570" y="17698"/>
                    <a:pt x="1709" y="16337"/>
                  </a:cubicBezTo>
                  <a:cubicBezTo>
                    <a:pt x="2848" y="14948"/>
                    <a:pt x="4723" y="13211"/>
                    <a:pt x="7335" y="11127"/>
                  </a:cubicBezTo>
                  <a:cubicBezTo>
                    <a:pt x="9946" y="9015"/>
                    <a:pt x="12850" y="7182"/>
                    <a:pt x="16045" y="5626"/>
                  </a:cubicBezTo>
                  <a:cubicBezTo>
                    <a:pt x="23797" y="1875"/>
                    <a:pt x="32673" y="0"/>
                    <a:pt x="42676" y="0"/>
                  </a:cubicBezTo>
                  <a:cubicBezTo>
                    <a:pt x="52289" y="0"/>
                    <a:pt x="60971" y="1792"/>
                    <a:pt x="68723" y="5376"/>
                  </a:cubicBezTo>
                  <a:cubicBezTo>
                    <a:pt x="71973" y="6904"/>
                    <a:pt x="74960" y="8738"/>
                    <a:pt x="77683" y="10877"/>
                  </a:cubicBezTo>
                  <a:cubicBezTo>
                    <a:pt x="80406" y="13016"/>
                    <a:pt x="82364" y="14794"/>
                    <a:pt x="83559" y="16211"/>
                  </a:cubicBezTo>
                  <a:cubicBezTo>
                    <a:pt x="84754" y="17628"/>
                    <a:pt x="85351" y="18545"/>
                    <a:pt x="85351" y="18962"/>
                  </a:cubicBezTo>
                  <a:cubicBezTo>
                    <a:pt x="85351" y="19518"/>
                    <a:pt x="85074" y="19796"/>
                    <a:pt x="84518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217" name="Freeform 216">
            <a:extLst>
              <a:ext uri="{FF2B5EF4-FFF2-40B4-BE49-F238E27FC236}">
                <a16:creationId xmlns:a16="http://schemas.microsoft.com/office/drawing/2014/main" id="{39AEB9C4-8021-809C-FDD8-0F58526BF91D}"/>
              </a:ext>
            </a:extLst>
          </p:cNvPr>
          <p:cNvSpPr/>
          <p:nvPr/>
        </p:nvSpPr>
        <p:spPr>
          <a:xfrm>
            <a:off x="4353977" y="1722470"/>
            <a:ext cx="1728164" cy="1065273"/>
          </a:xfrm>
          <a:custGeom>
            <a:avLst/>
            <a:gdLst>
              <a:gd name="csX0" fmla="*/ 0 w 1728164"/>
              <a:gd name="csY0" fmla="*/ 1065273 h 1065273"/>
              <a:gd name="csX1" fmla="*/ 173 w 1728164"/>
              <a:gd name="csY1" fmla="*/ 1065273 h 1065273"/>
              <a:gd name="csX2" fmla="*/ 345 w 1728164"/>
              <a:gd name="csY2" fmla="*/ 1065273 h 1065273"/>
              <a:gd name="csX3" fmla="*/ 519 w 1728164"/>
              <a:gd name="csY3" fmla="*/ 1065273 h 1065273"/>
              <a:gd name="csX4" fmla="*/ 691 w 1728164"/>
              <a:gd name="csY4" fmla="*/ 1065273 h 1065273"/>
              <a:gd name="csX5" fmla="*/ 864 w 1728164"/>
              <a:gd name="csY5" fmla="*/ 1065273 h 1065273"/>
              <a:gd name="csX6" fmla="*/ 1036 w 1728164"/>
              <a:gd name="csY6" fmla="*/ 1065273 h 1065273"/>
              <a:gd name="csX7" fmla="*/ 1210 w 1728164"/>
              <a:gd name="csY7" fmla="*/ 1065273 h 1065273"/>
              <a:gd name="csX8" fmla="*/ 1383 w 1728164"/>
              <a:gd name="csY8" fmla="*/ 1065273 h 1065273"/>
              <a:gd name="csX9" fmla="*/ 1555 w 1728164"/>
              <a:gd name="csY9" fmla="*/ 1065273 h 1065273"/>
              <a:gd name="csX10" fmla="*/ 1729 w 1728164"/>
              <a:gd name="csY10" fmla="*/ 1065273 h 1065273"/>
              <a:gd name="csX11" fmla="*/ 1901 w 1728164"/>
              <a:gd name="csY11" fmla="*/ 1065273 h 1065273"/>
              <a:gd name="csX12" fmla="*/ 2074 w 1728164"/>
              <a:gd name="csY12" fmla="*/ 1065273 h 1065273"/>
              <a:gd name="csX13" fmla="*/ 2246 w 1728164"/>
              <a:gd name="csY13" fmla="*/ 1065273 h 1065273"/>
              <a:gd name="csX14" fmla="*/ 2420 w 1728164"/>
              <a:gd name="csY14" fmla="*/ 1065273 h 1065273"/>
              <a:gd name="csX15" fmla="*/ 2592 w 1728164"/>
              <a:gd name="csY15" fmla="*/ 1065273 h 1065273"/>
              <a:gd name="csX16" fmla="*/ 2765 w 1728164"/>
              <a:gd name="csY16" fmla="*/ 1065273 h 1065273"/>
              <a:gd name="csX17" fmla="*/ 2938 w 1728164"/>
              <a:gd name="csY17" fmla="*/ 1065273 h 1065273"/>
              <a:gd name="csX18" fmla="*/ 3111 w 1728164"/>
              <a:gd name="csY18" fmla="*/ 1065273 h 1065273"/>
              <a:gd name="csX19" fmla="*/ 3284 w 1728164"/>
              <a:gd name="csY19" fmla="*/ 1065273 h 1065273"/>
              <a:gd name="csX20" fmla="*/ 3456 w 1728164"/>
              <a:gd name="csY20" fmla="*/ 1065273 h 1065273"/>
              <a:gd name="csX21" fmla="*/ 3630 w 1728164"/>
              <a:gd name="csY21" fmla="*/ 1065273 h 1065273"/>
              <a:gd name="csX22" fmla="*/ 3802 w 1728164"/>
              <a:gd name="csY22" fmla="*/ 1065273 h 1065273"/>
              <a:gd name="csX23" fmla="*/ 3975 w 1728164"/>
              <a:gd name="csY23" fmla="*/ 1065273 h 1065273"/>
              <a:gd name="csX24" fmla="*/ 4148 w 1728164"/>
              <a:gd name="csY24" fmla="*/ 1065273 h 1065273"/>
              <a:gd name="csX25" fmla="*/ 4321 w 1728164"/>
              <a:gd name="csY25" fmla="*/ 1065273 h 1065273"/>
              <a:gd name="csX26" fmla="*/ 4494 w 1728164"/>
              <a:gd name="csY26" fmla="*/ 1065273 h 1065273"/>
              <a:gd name="csX27" fmla="*/ 4666 w 1728164"/>
              <a:gd name="csY27" fmla="*/ 1065273 h 1065273"/>
              <a:gd name="csX28" fmla="*/ 4839 w 1728164"/>
              <a:gd name="csY28" fmla="*/ 1065273 h 1065273"/>
              <a:gd name="csX29" fmla="*/ 5012 w 1728164"/>
              <a:gd name="csY29" fmla="*/ 1065273 h 1065273"/>
              <a:gd name="csX30" fmla="*/ 5185 w 1728164"/>
              <a:gd name="csY30" fmla="*/ 1065273 h 1065273"/>
              <a:gd name="csX31" fmla="*/ 5357 w 1728164"/>
              <a:gd name="csY31" fmla="*/ 1065273 h 1065273"/>
              <a:gd name="csX32" fmla="*/ 5531 w 1728164"/>
              <a:gd name="csY32" fmla="*/ 1065273 h 1065273"/>
              <a:gd name="csX33" fmla="*/ 5704 w 1728164"/>
              <a:gd name="csY33" fmla="*/ 1065273 h 1065273"/>
              <a:gd name="csX34" fmla="*/ 5876 w 1728164"/>
              <a:gd name="csY34" fmla="*/ 1065273 h 1065273"/>
              <a:gd name="csX35" fmla="*/ 6049 w 1728164"/>
              <a:gd name="csY35" fmla="*/ 1065273 h 1065273"/>
              <a:gd name="csX36" fmla="*/ 6222 w 1728164"/>
              <a:gd name="csY36" fmla="*/ 1065273 h 1065273"/>
              <a:gd name="csX37" fmla="*/ 6395 w 1728164"/>
              <a:gd name="csY37" fmla="*/ 1065273 h 1065273"/>
              <a:gd name="csX38" fmla="*/ 6567 w 1728164"/>
              <a:gd name="csY38" fmla="*/ 1065273 h 1065273"/>
              <a:gd name="csX39" fmla="*/ 6740 w 1728164"/>
              <a:gd name="csY39" fmla="*/ 1065273 h 1065273"/>
              <a:gd name="csX40" fmla="*/ 6913 w 1728164"/>
              <a:gd name="csY40" fmla="*/ 1065273 h 1065273"/>
              <a:gd name="csX41" fmla="*/ 7086 w 1728164"/>
              <a:gd name="csY41" fmla="*/ 1065273 h 1065273"/>
              <a:gd name="csX42" fmla="*/ 7259 w 1728164"/>
              <a:gd name="csY42" fmla="*/ 1065273 h 1065273"/>
              <a:gd name="csX43" fmla="*/ 7432 w 1728164"/>
              <a:gd name="csY43" fmla="*/ 1065273 h 1065273"/>
              <a:gd name="csX44" fmla="*/ 7605 w 1728164"/>
              <a:gd name="csY44" fmla="*/ 1065273 h 1065273"/>
              <a:gd name="csX45" fmla="*/ 7777 w 1728164"/>
              <a:gd name="csY45" fmla="*/ 1065273 h 1065273"/>
              <a:gd name="csX46" fmla="*/ 7950 w 1728164"/>
              <a:gd name="csY46" fmla="*/ 1065273 h 1065273"/>
              <a:gd name="csX47" fmla="*/ 8123 w 1728164"/>
              <a:gd name="csY47" fmla="*/ 1065273 h 1065273"/>
              <a:gd name="csX48" fmla="*/ 8296 w 1728164"/>
              <a:gd name="csY48" fmla="*/ 1065273 h 1065273"/>
              <a:gd name="csX49" fmla="*/ 8469 w 1728164"/>
              <a:gd name="csY49" fmla="*/ 1065273 h 1065273"/>
              <a:gd name="csX50" fmla="*/ 8641 w 1728164"/>
              <a:gd name="csY50" fmla="*/ 1065273 h 1065273"/>
              <a:gd name="csX51" fmla="*/ 8815 w 1728164"/>
              <a:gd name="csY51" fmla="*/ 1065273 h 1065273"/>
              <a:gd name="csX52" fmla="*/ 8987 w 1728164"/>
              <a:gd name="csY52" fmla="*/ 1065273 h 1065273"/>
              <a:gd name="csX53" fmla="*/ 9160 w 1728164"/>
              <a:gd name="csY53" fmla="*/ 1065273 h 1065273"/>
              <a:gd name="csX54" fmla="*/ 9333 w 1728164"/>
              <a:gd name="csY54" fmla="*/ 1065273 h 1065273"/>
              <a:gd name="csX55" fmla="*/ 9506 w 1728164"/>
              <a:gd name="csY55" fmla="*/ 1065273 h 1065273"/>
              <a:gd name="csX56" fmla="*/ 9678 w 1728164"/>
              <a:gd name="csY56" fmla="*/ 1065273 h 1065273"/>
              <a:gd name="csX57" fmla="*/ 9851 w 1728164"/>
              <a:gd name="csY57" fmla="*/ 1065273 h 1065273"/>
              <a:gd name="csX58" fmla="*/ 10025 w 1728164"/>
              <a:gd name="csY58" fmla="*/ 1065273 h 1065273"/>
              <a:gd name="csX59" fmla="*/ 10197 w 1728164"/>
              <a:gd name="csY59" fmla="*/ 1065273 h 1065273"/>
              <a:gd name="csX60" fmla="*/ 10370 w 1728164"/>
              <a:gd name="csY60" fmla="*/ 1065273 h 1065273"/>
              <a:gd name="csX61" fmla="*/ 10542 w 1728164"/>
              <a:gd name="csY61" fmla="*/ 1065273 h 1065273"/>
              <a:gd name="csX62" fmla="*/ 10716 w 1728164"/>
              <a:gd name="csY62" fmla="*/ 1065273 h 1065273"/>
              <a:gd name="csX63" fmla="*/ 10888 w 1728164"/>
              <a:gd name="csY63" fmla="*/ 1065273 h 1065273"/>
              <a:gd name="csX64" fmla="*/ 11061 w 1728164"/>
              <a:gd name="csY64" fmla="*/ 1065273 h 1065273"/>
              <a:gd name="csX65" fmla="*/ 11234 w 1728164"/>
              <a:gd name="csY65" fmla="*/ 1065273 h 1065273"/>
              <a:gd name="csX66" fmla="*/ 11407 w 1728164"/>
              <a:gd name="csY66" fmla="*/ 1065273 h 1065273"/>
              <a:gd name="csX67" fmla="*/ 11580 w 1728164"/>
              <a:gd name="csY67" fmla="*/ 1065273 h 1065273"/>
              <a:gd name="csX68" fmla="*/ 11752 w 1728164"/>
              <a:gd name="csY68" fmla="*/ 1065273 h 1065273"/>
              <a:gd name="csX69" fmla="*/ 11926 w 1728164"/>
              <a:gd name="csY69" fmla="*/ 1065273 h 1065273"/>
              <a:gd name="csX70" fmla="*/ 12098 w 1728164"/>
              <a:gd name="csY70" fmla="*/ 1065273 h 1065273"/>
              <a:gd name="csX71" fmla="*/ 12271 w 1728164"/>
              <a:gd name="csY71" fmla="*/ 1065273 h 1065273"/>
              <a:gd name="csX72" fmla="*/ 12443 w 1728164"/>
              <a:gd name="csY72" fmla="*/ 1065273 h 1065273"/>
              <a:gd name="csX73" fmla="*/ 12617 w 1728164"/>
              <a:gd name="csY73" fmla="*/ 1065273 h 1065273"/>
              <a:gd name="csX74" fmla="*/ 12790 w 1728164"/>
              <a:gd name="csY74" fmla="*/ 1065273 h 1065273"/>
              <a:gd name="csX75" fmla="*/ 12962 w 1728164"/>
              <a:gd name="csY75" fmla="*/ 1065273 h 1065273"/>
              <a:gd name="csX76" fmla="*/ 13136 w 1728164"/>
              <a:gd name="csY76" fmla="*/ 1065273 h 1065273"/>
              <a:gd name="csX77" fmla="*/ 13308 w 1728164"/>
              <a:gd name="csY77" fmla="*/ 1065273 h 1065273"/>
              <a:gd name="csX78" fmla="*/ 13481 w 1728164"/>
              <a:gd name="csY78" fmla="*/ 1065273 h 1065273"/>
              <a:gd name="csX79" fmla="*/ 13653 w 1728164"/>
              <a:gd name="csY79" fmla="*/ 1065273 h 1065273"/>
              <a:gd name="csX80" fmla="*/ 13827 w 1728164"/>
              <a:gd name="csY80" fmla="*/ 1065273 h 1065273"/>
              <a:gd name="csX81" fmla="*/ 13999 w 1728164"/>
              <a:gd name="csY81" fmla="*/ 1065273 h 1065273"/>
              <a:gd name="csX82" fmla="*/ 14172 w 1728164"/>
              <a:gd name="csY82" fmla="*/ 1065273 h 1065273"/>
              <a:gd name="csX83" fmla="*/ 14345 w 1728164"/>
              <a:gd name="csY83" fmla="*/ 1065273 h 1065273"/>
              <a:gd name="csX84" fmla="*/ 14518 w 1728164"/>
              <a:gd name="csY84" fmla="*/ 1065273 h 1065273"/>
              <a:gd name="csX85" fmla="*/ 14691 w 1728164"/>
              <a:gd name="csY85" fmla="*/ 1065273 h 1065273"/>
              <a:gd name="csX86" fmla="*/ 14863 w 1728164"/>
              <a:gd name="csY86" fmla="*/ 1065273 h 1065273"/>
              <a:gd name="csX87" fmla="*/ 15037 w 1728164"/>
              <a:gd name="csY87" fmla="*/ 1065273 h 1065273"/>
              <a:gd name="csX88" fmla="*/ 15209 w 1728164"/>
              <a:gd name="csY88" fmla="*/ 1065273 h 1065273"/>
              <a:gd name="csX89" fmla="*/ 15382 w 1728164"/>
              <a:gd name="csY89" fmla="*/ 1065273 h 1065273"/>
              <a:gd name="csX90" fmla="*/ 15555 w 1728164"/>
              <a:gd name="csY90" fmla="*/ 1065273 h 1065273"/>
              <a:gd name="csX91" fmla="*/ 15728 w 1728164"/>
              <a:gd name="csY91" fmla="*/ 1065273 h 1065273"/>
              <a:gd name="csX92" fmla="*/ 15901 w 1728164"/>
              <a:gd name="csY92" fmla="*/ 1065273 h 1065273"/>
              <a:gd name="csX93" fmla="*/ 16073 w 1728164"/>
              <a:gd name="csY93" fmla="*/ 1065273 h 1065273"/>
              <a:gd name="csX94" fmla="*/ 16246 w 1728164"/>
              <a:gd name="csY94" fmla="*/ 1065273 h 1065273"/>
              <a:gd name="csX95" fmla="*/ 16419 w 1728164"/>
              <a:gd name="csY95" fmla="*/ 1065273 h 1065273"/>
              <a:gd name="csX96" fmla="*/ 16592 w 1728164"/>
              <a:gd name="csY96" fmla="*/ 1065273 h 1065273"/>
              <a:gd name="csX97" fmla="*/ 16764 w 1728164"/>
              <a:gd name="csY97" fmla="*/ 1065273 h 1065273"/>
              <a:gd name="csX98" fmla="*/ 16938 w 1728164"/>
              <a:gd name="csY98" fmla="*/ 1065273 h 1065273"/>
              <a:gd name="csX99" fmla="*/ 17111 w 1728164"/>
              <a:gd name="csY99" fmla="*/ 1065273 h 1065273"/>
              <a:gd name="csX100" fmla="*/ 17283 w 1728164"/>
              <a:gd name="csY100" fmla="*/ 1065273 h 1065273"/>
              <a:gd name="csX101" fmla="*/ 17456 w 1728164"/>
              <a:gd name="csY101" fmla="*/ 1065273 h 1065273"/>
              <a:gd name="csX102" fmla="*/ 17629 w 1728164"/>
              <a:gd name="csY102" fmla="*/ 1065273 h 1065273"/>
              <a:gd name="csX103" fmla="*/ 17802 w 1728164"/>
              <a:gd name="csY103" fmla="*/ 1065273 h 1065273"/>
              <a:gd name="csX104" fmla="*/ 17974 w 1728164"/>
              <a:gd name="csY104" fmla="*/ 1065273 h 1065273"/>
              <a:gd name="csX105" fmla="*/ 18147 w 1728164"/>
              <a:gd name="csY105" fmla="*/ 1065273 h 1065273"/>
              <a:gd name="csX106" fmla="*/ 18320 w 1728164"/>
              <a:gd name="csY106" fmla="*/ 1065273 h 1065273"/>
              <a:gd name="csX107" fmla="*/ 18493 w 1728164"/>
              <a:gd name="csY107" fmla="*/ 1065273 h 1065273"/>
              <a:gd name="csX108" fmla="*/ 18666 w 1728164"/>
              <a:gd name="csY108" fmla="*/ 1065273 h 1065273"/>
              <a:gd name="csX109" fmla="*/ 18839 w 1728164"/>
              <a:gd name="csY109" fmla="*/ 1065273 h 1065273"/>
              <a:gd name="csX110" fmla="*/ 19012 w 1728164"/>
              <a:gd name="csY110" fmla="*/ 1065273 h 1065273"/>
              <a:gd name="csX111" fmla="*/ 19184 w 1728164"/>
              <a:gd name="csY111" fmla="*/ 1065273 h 1065273"/>
              <a:gd name="csX112" fmla="*/ 19357 w 1728164"/>
              <a:gd name="csY112" fmla="*/ 1065273 h 1065273"/>
              <a:gd name="csX113" fmla="*/ 19530 w 1728164"/>
              <a:gd name="csY113" fmla="*/ 1065273 h 1065273"/>
              <a:gd name="csX114" fmla="*/ 19703 w 1728164"/>
              <a:gd name="csY114" fmla="*/ 1065273 h 1065273"/>
              <a:gd name="csX115" fmla="*/ 19876 w 1728164"/>
              <a:gd name="csY115" fmla="*/ 1065273 h 1065273"/>
              <a:gd name="csX116" fmla="*/ 20048 w 1728164"/>
              <a:gd name="csY116" fmla="*/ 1065273 h 1065273"/>
              <a:gd name="csX117" fmla="*/ 20222 w 1728164"/>
              <a:gd name="csY117" fmla="*/ 1065273 h 1065273"/>
              <a:gd name="csX118" fmla="*/ 20394 w 1728164"/>
              <a:gd name="csY118" fmla="*/ 1065273 h 1065273"/>
              <a:gd name="csX119" fmla="*/ 20567 w 1728164"/>
              <a:gd name="csY119" fmla="*/ 1065273 h 1065273"/>
              <a:gd name="csX120" fmla="*/ 20740 w 1728164"/>
              <a:gd name="csY120" fmla="*/ 1065273 h 1065273"/>
              <a:gd name="csX121" fmla="*/ 20913 w 1728164"/>
              <a:gd name="csY121" fmla="*/ 1065273 h 1065273"/>
              <a:gd name="csX122" fmla="*/ 21085 w 1728164"/>
              <a:gd name="csY122" fmla="*/ 1065273 h 1065273"/>
              <a:gd name="csX123" fmla="*/ 21258 w 1728164"/>
              <a:gd name="csY123" fmla="*/ 1065273 h 1065273"/>
              <a:gd name="csX124" fmla="*/ 21432 w 1728164"/>
              <a:gd name="csY124" fmla="*/ 1065273 h 1065273"/>
              <a:gd name="csX125" fmla="*/ 21604 w 1728164"/>
              <a:gd name="csY125" fmla="*/ 1065273 h 1065273"/>
              <a:gd name="csX126" fmla="*/ 21777 w 1728164"/>
              <a:gd name="csY126" fmla="*/ 1065273 h 1065273"/>
              <a:gd name="csX127" fmla="*/ 21949 w 1728164"/>
              <a:gd name="csY127" fmla="*/ 1065273 h 1065273"/>
              <a:gd name="csX128" fmla="*/ 22123 w 1728164"/>
              <a:gd name="csY128" fmla="*/ 1065273 h 1065273"/>
              <a:gd name="csX129" fmla="*/ 22295 w 1728164"/>
              <a:gd name="csY129" fmla="*/ 1065273 h 1065273"/>
              <a:gd name="csX130" fmla="*/ 22468 w 1728164"/>
              <a:gd name="csY130" fmla="*/ 1065273 h 1065273"/>
              <a:gd name="csX131" fmla="*/ 22641 w 1728164"/>
              <a:gd name="csY131" fmla="*/ 1065273 h 1065273"/>
              <a:gd name="csX132" fmla="*/ 22814 w 1728164"/>
              <a:gd name="csY132" fmla="*/ 1065273 h 1065273"/>
              <a:gd name="csX133" fmla="*/ 22987 w 1728164"/>
              <a:gd name="csY133" fmla="*/ 1065273 h 1065273"/>
              <a:gd name="csX134" fmla="*/ 23159 w 1728164"/>
              <a:gd name="csY134" fmla="*/ 1065273 h 1065273"/>
              <a:gd name="csX135" fmla="*/ 23333 w 1728164"/>
              <a:gd name="csY135" fmla="*/ 1065273 h 1065273"/>
              <a:gd name="csX136" fmla="*/ 23505 w 1728164"/>
              <a:gd name="csY136" fmla="*/ 1065273 h 1065273"/>
              <a:gd name="csX137" fmla="*/ 23678 w 1728164"/>
              <a:gd name="csY137" fmla="*/ 1065273 h 1065273"/>
              <a:gd name="csX138" fmla="*/ 23851 w 1728164"/>
              <a:gd name="csY138" fmla="*/ 1065273 h 1065273"/>
              <a:gd name="csX139" fmla="*/ 24024 w 1728164"/>
              <a:gd name="csY139" fmla="*/ 1065273 h 1065273"/>
              <a:gd name="csX140" fmla="*/ 24197 w 1728164"/>
              <a:gd name="csY140" fmla="*/ 1065273 h 1065273"/>
              <a:gd name="csX141" fmla="*/ 24369 w 1728164"/>
              <a:gd name="csY141" fmla="*/ 1065273 h 1065273"/>
              <a:gd name="csX142" fmla="*/ 24543 w 1728164"/>
              <a:gd name="csY142" fmla="*/ 1065273 h 1065273"/>
              <a:gd name="csX143" fmla="*/ 24715 w 1728164"/>
              <a:gd name="csY143" fmla="*/ 1065273 h 1065273"/>
              <a:gd name="csX144" fmla="*/ 24888 w 1728164"/>
              <a:gd name="csY144" fmla="*/ 1065273 h 1065273"/>
              <a:gd name="csX145" fmla="*/ 25060 w 1728164"/>
              <a:gd name="csY145" fmla="*/ 1065273 h 1065273"/>
              <a:gd name="csX146" fmla="*/ 25234 w 1728164"/>
              <a:gd name="csY146" fmla="*/ 1065273 h 1065273"/>
              <a:gd name="csX147" fmla="*/ 25406 w 1728164"/>
              <a:gd name="csY147" fmla="*/ 1065273 h 1065273"/>
              <a:gd name="csX148" fmla="*/ 25579 w 1728164"/>
              <a:gd name="csY148" fmla="*/ 1065273 h 1065273"/>
              <a:gd name="csX149" fmla="*/ 25752 w 1728164"/>
              <a:gd name="csY149" fmla="*/ 1065273 h 1065273"/>
              <a:gd name="csX150" fmla="*/ 25925 w 1728164"/>
              <a:gd name="csY150" fmla="*/ 1065273 h 1065273"/>
              <a:gd name="csX151" fmla="*/ 26098 w 1728164"/>
              <a:gd name="csY151" fmla="*/ 1065273 h 1065273"/>
              <a:gd name="csX152" fmla="*/ 26270 w 1728164"/>
              <a:gd name="csY152" fmla="*/ 1065273 h 1065273"/>
              <a:gd name="csX153" fmla="*/ 26444 w 1728164"/>
              <a:gd name="csY153" fmla="*/ 1065273 h 1065273"/>
              <a:gd name="csX154" fmla="*/ 26616 w 1728164"/>
              <a:gd name="csY154" fmla="*/ 1065273 h 1065273"/>
              <a:gd name="csX155" fmla="*/ 26789 w 1728164"/>
              <a:gd name="csY155" fmla="*/ 1065273 h 1065273"/>
              <a:gd name="csX156" fmla="*/ 26962 w 1728164"/>
              <a:gd name="csY156" fmla="*/ 1065273 h 1065273"/>
              <a:gd name="csX157" fmla="*/ 27135 w 1728164"/>
              <a:gd name="csY157" fmla="*/ 1065273 h 1065273"/>
              <a:gd name="csX158" fmla="*/ 27308 w 1728164"/>
              <a:gd name="csY158" fmla="*/ 1065273 h 1065273"/>
              <a:gd name="csX159" fmla="*/ 27480 w 1728164"/>
              <a:gd name="csY159" fmla="*/ 1065273 h 1065273"/>
              <a:gd name="csX160" fmla="*/ 27653 w 1728164"/>
              <a:gd name="csY160" fmla="*/ 1065273 h 1065273"/>
              <a:gd name="csX161" fmla="*/ 27826 w 1728164"/>
              <a:gd name="csY161" fmla="*/ 1065273 h 1065273"/>
              <a:gd name="csX162" fmla="*/ 27999 w 1728164"/>
              <a:gd name="csY162" fmla="*/ 1065273 h 1065273"/>
              <a:gd name="csX163" fmla="*/ 28172 w 1728164"/>
              <a:gd name="csY163" fmla="*/ 1065273 h 1065273"/>
              <a:gd name="csX164" fmla="*/ 28345 w 1728164"/>
              <a:gd name="csY164" fmla="*/ 1065273 h 1065273"/>
              <a:gd name="csX165" fmla="*/ 28518 w 1728164"/>
              <a:gd name="csY165" fmla="*/ 1065273 h 1065273"/>
              <a:gd name="csX166" fmla="*/ 28690 w 1728164"/>
              <a:gd name="csY166" fmla="*/ 1065273 h 1065273"/>
              <a:gd name="csX167" fmla="*/ 28863 w 1728164"/>
              <a:gd name="csY167" fmla="*/ 1065273 h 1065273"/>
              <a:gd name="csX168" fmla="*/ 29036 w 1728164"/>
              <a:gd name="csY168" fmla="*/ 1065273 h 1065273"/>
              <a:gd name="csX169" fmla="*/ 29209 w 1728164"/>
              <a:gd name="csY169" fmla="*/ 1065273 h 1065273"/>
              <a:gd name="csX170" fmla="*/ 29381 w 1728164"/>
              <a:gd name="csY170" fmla="*/ 1065273 h 1065273"/>
              <a:gd name="csX171" fmla="*/ 29554 w 1728164"/>
              <a:gd name="csY171" fmla="*/ 1065273 h 1065273"/>
              <a:gd name="csX172" fmla="*/ 29727 w 1728164"/>
              <a:gd name="csY172" fmla="*/ 1065273 h 1065273"/>
              <a:gd name="csX173" fmla="*/ 29900 w 1728164"/>
              <a:gd name="csY173" fmla="*/ 1065273 h 1065273"/>
              <a:gd name="csX174" fmla="*/ 30073 w 1728164"/>
              <a:gd name="csY174" fmla="*/ 1065273 h 1065273"/>
              <a:gd name="csX175" fmla="*/ 30246 w 1728164"/>
              <a:gd name="csY175" fmla="*/ 1065273 h 1065273"/>
              <a:gd name="csX176" fmla="*/ 30419 w 1728164"/>
              <a:gd name="csY176" fmla="*/ 1065273 h 1065273"/>
              <a:gd name="csX177" fmla="*/ 30591 w 1728164"/>
              <a:gd name="csY177" fmla="*/ 1065273 h 1065273"/>
              <a:gd name="csX178" fmla="*/ 30764 w 1728164"/>
              <a:gd name="csY178" fmla="*/ 1065273 h 1065273"/>
              <a:gd name="csX179" fmla="*/ 30937 w 1728164"/>
              <a:gd name="csY179" fmla="*/ 1065273 h 1065273"/>
              <a:gd name="csX180" fmla="*/ 31110 w 1728164"/>
              <a:gd name="csY180" fmla="*/ 1065273 h 1065273"/>
              <a:gd name="csX181" fmla="*/ 31283 w 1728164"/>
              <a:gd name="csY181" fmla="*/ 1065273 h 1065273"/>
              <a:gd name="csX182" fmla="*/ 31455 w 1728164"/>
              <a:gd name="csY182" fmla="*/ 1065273 h 1065273"/>
              <a:gd name="csX183" fmla="*/ 31629 w 1728164"/>
              <a:gd name="csY183" fmla="*/ 1065273 h 1065273"/>
              <a:gd name="csX184" fmla="*/ 31801 w 1728164"/>
              <a:gd name="csY184" fmla="*/ 1065273 h 1065273"/>
              <a:gd name="csX185" fmla="*/ 31974 w 1728164"/>
              <a:gd name="csY185" fmla="*/ 1065273 h 1065273"/>
              <a:gd name="csX186" fmla="*/ 32147 w 1728164"/>
              <a:gd name="csY186" fmla="*/ 1065273 h 1065273"/>
              <a:gd name="csX187" fmla="*/ 32320 w 1728164"/>
              <a:gd name="csY187" fmla="*/ 1065273 h 1065273"/>
              <a:gd name="csX188" fmla="*/ 32493 w 1728164"/>
              <a:gd name="csY188" fmla="*/ 1065273 h 1065273"/>
              <a:gd name="csX189" fmla="*/ 32665 w 1728164"/>
              <a:gd name="csY189" fmla="*/ 1065273 h 1065273"/>
              <a:gd name="csX190" fmla="*/ 32839 w 1728164"/>
              <a:gd name="csY190" fmla="*/ 1065273 h 1065273"/>
              <a:gd name="csX191" fmla="*/ 33011 w 1728164"/>
              <a:gd name="csY191" fmla="*/ 1065273 h 1065273"/>
              <a:gd name="csX192" fmla="*/ 33184 w 1728164"/>
              <a:gd name="csY192" fmla="*/ 1065273 h 1065273"/>
              <a:gd name="csX193" fmla="*/ 33356 w 1728164"/>
              <a:gd name="csY193" fmla="*/ 1065273 h 1065273"/>
              <a:gd name="csX194" fmla="*/ 33530 w 1728164"/>
              <a:gd name="csY194" fmla="*/ 1065273 h 1065273"/>
              <a:gd name="csX195" fmla="*/ 33702 w 1728164"/>
              <a:gd name="csY195" fmla="*/ 1065273 h 1065273"/>
              <a:gd name="csX196" fmla="*/ 33875 w 1728164"/>
              <a:gd name="csY196" fmla="*/ 1065273 h 1065273"/>
              <a:gd name="csX197" fmla="*/ 34048 w 1728164"/>
              <a:gd name="csY197" fmla="*/ 1065273 h 1065273"/>
              <a:gd name="csX198" fmla="*/ 34221 w 1728164"/>
              <a:gd name="csY198" fmla="*/ 1065273 h 1065273"/>
              <a:gd name="csX199" fmla="*/ 34394 w 1728164"/>
              <a:gd name="csY199" fmla="*/ 1065273 h 1065273"/>
              <a:gd name="csX200" fmla="*/ 34566 w 1728164"/>
              <a:gd name="csY200" fmla="*/ 1065273 h 1065273"/>
              <a:gd name="csX201" fmla="*/ 34740 w 1728164"/>
              <a:gd name="csY201" fmla="*/ 1065273 h 1065273"/>
              <a:gd name="csX202" fmla="*/ 34912 w 1728164"/>
              <a:gd name="csY202" fmla="*/ 1065273 h 1065273"/>
              <a:gd name="csX203" fmla="*/ 35085 w 1728164"/>
              <a:gd name="csY203" fmla="*/ 1065273 h 1065273"/>
              <a:gd name="csX204" fmla="*/ 35258 w 1728164"/>
              <a:gd name="csY204" fmla="*/ 1065273 h 1065273"/>
              <a:gd name="csX205" fmla="*/ 35431 w 1728164"/>
              <a:gd name="csY205" fmla="*/ 1065273 h 1065273"/>
              <a:gd name="csX206" fmla="*/ 35604 w 1728164"/>
              <a:gd name="csY206" fmla="*/ 1065273 h 1065273"/>
              <a:gd name="csX207" fmla="*/ 35776 w 1728164"/>
              <a:gd name="csY207" fmla="*/ 1065273 h 1065273"/>
              <a:gd name="csX208" fmla="*/ 35950 w 1728164"/>
              <a:gd name="csY208" fmla="*/ 1065273 h 1065273"/>
              <a:gd name="csX209" fmla="*/ 36122 w 1728164"/>
              <a:gd name="csY209" fmla="*/ 1065273 h 1065273"/>
              <a:gd name="csX210" fmla="*/ 36295 w 1728164"/>
              <a:gd name="csY210" fmla="*/ 1065273 h 1065273"/>
              <a:gd name="csX211" fmla="*/ 36467 w 1728164"/>
              <a:gd name="csY211" fmla="*/ 1065273 h 1065273"/>
              <a:gd name="csX212" fmla="*/ 36641 w 1728164"/>
              <a:gd name="csY212" fmla="*/ 1065273 h 1065273"/>
              <a:gd name="csX213" fmla="*/ 36814 w 1728164"/>
              <a:gd name="csY213" fmla="*/ 1065273 h 1065273"/>
              <a:gd name="csX214" fmla="*/ 36986 w 1728164"/>
              <a:gd name="csY214" fmla="*/ 1065273 h 1065273"/>
              <a:gd name="csX215" fmla="*/ 37159 w 1728164"/>
              <a:gd name="csY215" fmla="*/ 1065273 h 1065273"/>
              <a:gd name="csX216" fmla="*/ 37332 w 1728164"/>
              <a:gd name="csY216" fmla="*/ 1065273 h 1065273"/>
              <a:gd name="csX217" fmla="*/ 37505 w 1728164"/>
              <a:gd name="csY217" fmla="*/ 1065273 h 1065273"/>
              <a:gd name="csX218" fmla="*/ 37677 w 1728164"/>
              <a:gd name="csY218" fmla="*/ 1065273 h 1065273"/>
              <a:gd name="csX219" fmla="*/ 37851 w 1728164"/>
              <a:gd name="csY219" fmla="*/ 1065273 h 1065273"/>
              <a:gd name="csX220" fmla="*/ 38023 w 1728164"/>
              <a:gd name="csY220" fmla="*/ 1065273 h 1065273"/>
              <a:gd name="csX221" fmla="*/ 38196 w 1728164"/>
              <a:gd name="csY221" fmla="*/ 1065273 h 1065273"/>
              <a:gd name="csX222" fmla="*/ 38369 w 1728164"/>
              <a:gd name="csY222" fmla="*/ 1065273 h 1065273"/>
              <a:gd name="csX223" fmla="*/ 38542 w 1728164"/>
              <a:gd name="csY223" fmla="*/ 1065273 h 1065273"/>
              <a:gd name="csX224" fmla="*/ 38715 w 1728164"/>
              <a:gd name="csY224" fmla="*/ 1065273 h 1065273"/>
              <a:gd name="csX225" fmla="*/ 38887 w 1728164"/>
              <a:gd name="csY225" fmla="*/ 1065273 h 1065273"/>
              <a:gd name="csX226" fmla="*/ 39060 w 1728164"/>
              <a:gd name="csY226" fmla="*/ 1065273 h 1065273"/>
              <a:gd name="csX227" fmla="*/ 39233 w 1728164"/>
              <a:gd name="csY227" fmla="*/ 1065273 h 1065273"/>
              <a:gd name="csX228" fmla="*/ 39406 w 1728164"/>
              <a:gd name="csY228" fmla="*/ 1065273 h 1065273"/>
              <a:gd name="csX229" fmla="*/ 39579 w 1728164"/>
              <a:gd name="csY229" fmla="*/ 1065273 h 1065273"/>
              <a:gd name="csX230" fmla="*/ 39752 w 1728164"/>
              <a:gd name="csY230" fmla="*/ 1065273 h 1065273"/>
              <a:gd name="csX231" fmla="*/ 39925 w 1728164"/>
              <a:gd name="csY231" fmla="*/ 1065273 h 1065273"/>
              <a:gd name="csX232" fmla="*/ 40097 w 1728164"/>
              <a:gd name="csY232" fmla="*/ 1065273 h 1065273"/>
              <a:gd name="csX233" fmla="*/ 40270 w 1728164"/>
              <a:gd name="csY233" fmla="*/ 1065273 h 1065273"/>
              <a:gd name="csX234" fmla="*/ 40443 w 1728164"/>
              <a:gd name="csY234" fmla="*/ 1065273 h 1065273"/>
              <a:gd name="csX235" fmla="*/ 40616 w 1728164"/>
              <a:gd name="csY235" fmla="*/ 1065273 h 1065273"/>
              <a:gd name="csX236" fmla="*/ 40788 w 1728164"/>
              <a:gd name="csY236" fmla="*/ 1065273 h 1065273"/>
              <a:gd name="csX237" fmla="*/ 40961 w 1728164"/>
              <a:gd name="csY237" fmla="*/ 1065273 h 1065273"/>
              <a:gd name="csX238" fmla="*/ 41135 w 1728164"/>
              <a:gd name="csY238" fmla="*/ 1065273 h 1065273"/>
              <a:gd name="csX239" fmla="*/ 41307 w 1728164"/>
              <a:gd name="csY239" fmla="*/ 1065273 h 1065273"/>
              <a:gd name="csX240" fmla="*/ 41480 w 1728164"/>
              <a:gd name="csY240" fmla="*/ 1065273 h 1065273"/>
              <a:gd name="csX241" fmla="*/ 41653 w 1728164"/>
              <a:gd name="csY241" fmla="*/ 1065273 h 1065273"/>
              <a:gd name="csX242" fmla="*/ 41826 w 1728164"/>
              <a:gd name="csY242" fmla="*/ 1065273 h 1065273"/>
              <a:gd name="csX243" fmla="*/ 41998 w 1728164"/>
              <a:gd name="csY243" fmla="*/ 1065273 h 1065273"/>
              <a:gd name="csX244" fmla="*/ 42171 w 1728164"/>
              <a:gd name="csY244" fmla="*/ 1065273 h 1065273"/>
              <a:gd name="csX245" fmla="*/ 42344 w 1728164"/>
              <a:gd name="csY245" fmla="*/ 1065273 h 1065273"/>
              <a:gd name="csX246" fmla="*/ 42517 w 1728164"/>
              <a:gd name="csY246" fmla="*/ 1065273 h 1065273"/>
              <a:gd name="csX247" fmla="*/ 42690 w 1728164"/>
              <a:gd name="csY247" fmla="*/ 1065273 h 1065273"/>
              <a:gd name="csX248" fmla="*/ 42862 w 1728164"/>
              <a:gd name="csY248" fmla="*/ 1065273 h 1065273"/>
              <a:gd name="csX249" fmla="*/ 43036 w 1728164"/>
              <a:gd name="csY249" fmla="*/ 1065273 h 1065273"/>
              <a:gd name="csX250" fmla="*/ 43208 w 1728164"/>
              <a:gd name="csY250" fmla="*/ 1065273 h 1065273"/>
              <a:gd name="csX251" fmla="*/ 43381 w 1728164"/>
              <a:gd name="csY251" fmla="*/ 1065273 h 1065273"/>
              <a:gd name="csX252" fmla="*/ 43554 w 1728164"/>
              <a:gd name="csY252" fmla="*/ 1065273 h 1065273"/>
              <a:gd name="csX253" fmla="*/ 43727 w 1728164"/>
              <a:gd name="csY253" fmla="*/ 1065273 h 1065273"/>
              <a:gd name="csX254" fmla="*/ 43900 w 1728164"/>
              <a:gd name="csY254" fmla="*/ 1065273 h 1065273"/>
              <a:gd name="csX255" fmla="*/ 44072 w 1728164"/>
              <a:gd name="csY255" fmla="*/ 1065273 h 1065273"/>
              <a:gd name="csX256" fmla="*/ 44246 w 1728164"/>
              <a:gd name="csY256" fmla="*/ 1065273 h 1065273"/>
              <a:gd name="csX257" fmla="*/ 44418 w 1728164"/>
              <a:gd name="csY257" fmla="*/ 1065273 h 1065273"/>
              <a:gd name="csX258" fmla="*/ 44591 w 1728164"/>
              <a:gd name="csY258" fmla="*/ 1065273 h 1065273"/>
              <a:gd name="csX259" fmla="*/ 44763 w 1728164"/>
              <a:gd name="csY259" fmla="*/ 1065273 h 1065273"/>
              <a:gd name="csX260" fmla="*/ 44937 w 1728164"/>
              <a:gd name="csY260" fmla="*/ 1065273 h 1065273"/>
              <a:gd name="csX261" fmla="*/ 45109 w 1728164"/>
              <a:gd name="csY261" fmla="*/ 1065273 h 1065273"/>
              <a:gd name="csX262" fmla="*/ 45282 w 1728164"/>
              <a:gd name="csY262" fmla="*/ 1065273 h 1065273"/>
              <a:gd name="csX263" fmla="*/ 45456 w 1728164"/>
              <a:gd name="csY263" fmla="*/ 1065273 h 1065273"/>
              <a:gd name="csX264" fmla="*/ 45628 w 1728164"/>
              <a:gd name="csY264" fmla="*/ 1065273 h 1065273"/>
              <a:gd name="csX265" fmla="*/ 45801 w 1728164"/>
              <a:gd name="csY265" fmla="*/ 1065273 h 1065273"/>
              <a:gd name="csX266" fmla="*/ 45973 w 1728164"/>
              <a:gd name="csY266" fmla="*/ 1065273 h 1065273"/>
              <a:gd name="csX267" fmla="*/ 46147 w 1728164"/>
              <a:gd name="csY267" fmla="*/ 1065273 h 1065273"/>
              <a:gd name="csX268" fmla="*/ 46319 w 1728164"/>
              <a:gd name="csY268" fmla="*/ 1065273 h 1065273"/>
              <a:gd name="csX269" fmla="*/ 46492 w 1728164"/>
              <a:gd name="csY269" fmla="*/ 1065273 h 1065273"/>
              <a:gd name="csX270" fmla="*/ 46665 w 1728164"/>
              <a:gd name="csY270" fmla="*/ 1065273 h 1065273"/>
              <a:gd name="csX271" fmla="*/ 46838 w 1728164"/>
              <a:gd name="csY271" fmla="*/ 1065273 h 1065273"/>
              <a:gd name="csX272" fmla="*/ 47011 w 1728164"/>
              <a:gd name="csY272" fmla="*/ 1065273 h 1065273"/>
              <a:gd name="csX273" fmla="*/ 47183 w 1728164"/>
              <a:gd name="csY273" fmla="*/ 1065273 h 1065273"/>
              <a:gd name="csX274" fmla="*/ 47357 w 1728164"/>
              <a:gd name="csY274" fmla="*/ 1065273 h 1065273"/>
              <a:gd name="csX275" fmla="*/ 47529 w 1728164"/>
              <a:gd name="csY275" fmla="*/ 1065273 h 1065273"/>
              <a:gd name="csX276" fmla="*/ 47702 w 1728164"/>
              <a:gd name="csY276" fmla="*/ 1065273 h 1065273"/>
              <a:gd name="csX277" fmla="*/ 47874 w 1728164"/>
              <a:gd name="csY277" fmla="*/ 1065273 h 1065273"/>
              <a:gd name="csX278" fmla="*/ 48048 w 1728164"/>
              <a:gd name="csY278" fmla="*/ 1065273 h 1065273"/>
              <a:gd name="csX279" fmla="*/ 48221 w 1728164"/>
              <a:gd name="csY279" fmla="*/ 1065273 h 1065273"/>
              <a:gd name="csX280" fmla="*/ 48393 w 1728164"/>
              <a:gd name="csY280" fmla="*/ 1065273 h 1065273"/>
              <a:gd name="csX281" fmla="*/ 48566 w 1728164"/>
              <a:gd name="csY281" fmla="*/ 1065273 h 1065273"/>
              <a:gd name="csX282" fmla="*/ 48739 w 1728164"/>
              <a:gd name="csY282" fmla="*/ 1065273 h 1065273"/>
              <a:gd name="csX283" fmla="*/ 48912 w 1728164"/>
              <a:gd name="csY283" fmla="*/ 1065273 h 1065273"/>
              <a:gd name="csX284" fmla="*/ 49084 w 1728164"/>
              <a:gd name="csY284" fmla="*/ 1065273 h 1065273"/>
              <a:gd name="csX285" fmla="*/ 49258 w 1728164"/>
              <a:gd name="csY285" fmla="*/ 1065273 h 1065273"/>
              <a:gd name="csX286" fmla="*/ 49430 w 1728164"/>
              <a:gd name="csY286" fmla="*/ 1065273 h 1065273"/>
              <a:gd name="csX287" fmla="*/ 49603 w 1728164"/>
              <a:gd name="csY287" fmla="*/ 1065273 h 1065273"/>
              <a:gd name="csX288" fmla="*/ 49776 w 1728164"/>
              <a:gd name="csY288" fmla="*/ 1065273 h 1065273"/>
              <a:gd name="csX289" fmla="*/ 49949 w 1728164"/>
              <a:gd name="csY289" fmla="*/ 1065273 h 1065273"/>
              <a:gd name="csX290" fmla="*/ 50122 w 1728164"/>
              <a:gd name="csY290" fmla="*/ 1065273 h 1065273"/>
              <a:gd name="csX291" fmla="*/ 50294 w 1728164"/>
              <a:gd name="csY291" fmla="*/ 1065273 h 1065273"/>
              <a:gd name="csX292" fmla="*/ 50467 w 1728164"/>
              <a:gd name="csY292" fmla="*/ 1065273 h 1065273"/>
              <a:gd name="csX293" fmla="*/ 50640 w 1728164"/>
              <a:gd name="csY293" fmla="*/ 1065273 h 1065273"/>
              <a:gd name="csX294" fmla="*/ 50813 w 1728164"/>
              <a:gd name="csY294" fmla="*/ 1065273 h 1065273"/>
              <a:gd name="csX295" fmla="*/ 50986 w 1728164"/>
              <a:gd name="csY295" fmla="*/ 1065273 h 1065273"/>
              <a:gd name="csX296" fmla="*/ 51159 w 1728164"/>
              <a:gd name="csY296" fmla="*/ 1065273 h 1065273"/>
              <a:gd name="csX297" fmla="*/ 51332 w 1728164"/>
              <a:gd name="csY297" fmla="*/ 1065273 h 1065273"/>
              <a:gd name="csX298" fmla="*/ 51504 w 1728164"/>
              <a:gd name="csY298" fmla="*/ 1065273 h 1065273"/>
              <a:gd name="csX299" fmla="*/ 51677 w 1728164"/>
              <a:gd name="csY299" fmla="*/ 1065273 h 1065273"/>
              <a:gd name="csX300" fmla="*/ 51850 w 1728164"/>
              <a:gd name="csY300" fmla="*/ 1065273 h 1065273"/>
              <a:gd name="csX301" fmla="*/ 52023 w 1728164"/>
              <a:gd name="csY301" fmla="*/ 1065273 h 1065273"/>
              <a:gd name="csX302" fmla="*/ 52195 w 1728164"/>
              <a:gd name="csY302" fmla="*/ 1065273 h 1065273"/>
              <a:gd name="csX303" fmla="*/ 52368 w 1728164"/>
              <a:gd name="csY303" fmla="*/ 1065273 h 1065273"/>
              <a:gd name="csX304" fmla="*/ 52542 w 1728164"/>
              <a:gd name="csY304" fmla="*/ 1065273 h 1065273"/>
              <a:gd name="csX305" fmla="*/ 52714 w 1728164"/>
              <a:gd name="csY305" fmla="*/ 1065273 h 1065273"/>
              <a:gd name="csX306" fmla="*/ 52887 w 1728164"/>
              <a:gd name="csY306" fmla="*/ 1065273 h 1065273"/>
              <a:gd name="csX307" fmla="*/ 53060 w 1728164"/>
              <a:gd name="csY307" fmla="*/ 1065273 h 1065273"/>
              <a:gd name="csX308" fmla="*/ 53233 w 1728164"/>
              <a:gd name="csY308" fmla="*/ 1065273 h 1065273"/>
              <a:gd name="csX309" fmla="*/ 53405 w 1728164"/>
              <a:gd name="csY309" fmla="*/ 1065273 h 1065273"/>
              <a:gd name="csX310" fmla="*/ 53578 w 1728164"/>
              <a:gd name="csY310" fmla="*/ 1065273 h 1065273"/>
              <a:gd name="csX311" fmla="*/ 53751 w 1728164"/>
              <a:gd name="csY311" fmla="*/ 1065273 h 1065273"/>
              <a:gd name="csX312" fmla="*/ 53924 w 1728164"/>
              <a:gd name="csY312" fmla="*/ 1065273 h 1065273"/>
              <a:gd name="csX313" fmla="*/ 54097 w 1728164"/>
              <a:gd name="csY313" fmla="*/ 1065273 h 1065273"/>
              <a:gd name="csX314" fmla="*/ 54269 w 1728164"/>
              <a:gd name="csY314" fmla="*/ 1065273 h 1065273"/>
              <a:gd name="csX315" fmla="*/ 54443 w 1728164"/>
              <a:gd name="csY315" fmla="*/ 1065273 h 1065273"/>
              <a:gd name="csX316" fmla="*/ 54615 w 1728164"/>
              <a:gd name="csY316" fmla="*/ 1065273 h 1065273"/>
              <a:gd name="csX317" fmla="*/ 54788 w 1728164"/>
              <a:gd name="csY317" fmla="*/ 1065273 h 1065273"/>
              <a:gd name="csX318" fmla="*/ 54961 w 1728164"/>
              <a:gd name="csY318" fmla="*/ 1065273 h 1065273"/>
              <a:gd name="csX319" fmla="*/ 55134 w 1728164"/>
              <a:gd name="csY319" fmla="*/ 1065273 h 1065273"/>
              <a:gd name="csX320" fmla="*/ 55307 w 1728164"/>
              <a:gd name="csY320" fmla="*/ 1065273 h 1065273"/>
              <a:gd name="csX321" fmla="*/ 55479 w 1728164"/>
              <a:gd name="csY321" fmla="*/ 1065273 h 1065273"/>
              <a:gd name="csX322" fmla="*/ 55653 w 1728164"/>
              <a:gd name="csY322" fmla="*/ 1065273 h 1065273"/>
              <a:gd name="csX323" fmla="*/ 55825 w 1728164"/>
              <a:gd name="csY323" fmla="*/ 1065273 h 1065273"/>
              <a:gd name="csX324" fmla="*/ 55998 w 1728164"/>
              <a:gd name="csY324" fmla="*/ 1065273 h 1065273"/>
              <a:gd name="csX325" fmla="*/ 56170 w 1728164"/>
              <a:gd name="csY325" fmla="*/ 1065273 h 1065273"/>
              <a:gd name="csX326" fmla="*/ 56344 w 1728164"/>
              <a:gd name="csY326" fmla="*/ 1065273 h 1065273"/>
              <a:gd name="csX327" fmla="*/ 56516 w 1728164"/>
              <a:gd name="csY327" fmla="*/ 1065273 h 1065273"/>
              <a:gd name="csX328" fmla="*/ 56689 w 1728164"/>
              <a:gd name="csY328" fmla="*/ 1065273 h 1065273"/>
              <a:gd name="csX329" fmla="*/ 56863 w 1728164"/>
              <a:gd name="csY329" fmla="*/ 1065273 h 1065273"/>
              <a:gd name="csX330" fmla="*/ 57035 w 1728164"/>
              <a:gd name="csY330" fmla="*/ 1065273 h 1065273"/>
              <a:gd name="csX331" fmla="*/ 57208 w 1728164"/>
              <a:gd name="csY331" fmla="*/ 1065273 h 1065273"/>
              <a:gd name="csX332" fmla="*/ 57380 w 1728164"/>
              <a:gd name="csY332" fmla="*/ 1065273 h 1065273"/>
              <a:gd name="csX333" fmla="*/ 57554 w 1728164"/>
              <a:gd name="csY333" fmla="*/ 1065273 h 1065273"/>
              <a:gd name="csX334" fmla="*/ 57726 w 1728164"/>
              <a:gd name="csY334" fmla="*/ 1065273 h 1065273"/>
              <a:gd name="csX335" fmla="*/ 57899 w 1728164"/>
              <a:gd name="csY335" fmla="*/ 1065273 h 1065273"/>
              <a:gd name="csX336" fmla="*/ 58072 w 1728164"/>
              <a:gd name="csY336" fmla="*/ 1065273 h 1065273"/>
              <a:gd name="csX337" fmla="*/ 58245 w 1728164"/>
              <a:gd name="csY337" fmla="*/ 1065273 h 1065273"/>
              <a:gd name="csX338" fmla="*/ 58418 w 1728164"/>
              <a:gd name="csY338" fmla="*/ 1065273 h 1065273"/>
              <a:gd name="csX339" fmla="*/ 58590 w 1728164"/>
              <a:gd name="csY339" fmla="*/ 1065273 h 1065273"/>
              <a:gd name="csX340" fmla="*/ 58764 w 1728164"/>
              <a:gd name="csY340" fmla="*/ 1065273 h 1065273"/>
              <a:gd name="csX341" fmla="*/ 58936 w 1728164"/>
              <a:gd name="csY341" fmla="*/ 1065273 h 1065273"/>
              <a:gd name="csX342" fmla="*/ 59109 w 1728164"/>
              <a:gd name="csY342" fmla="*/ 1065273 h 1065273"/>
              <a:gd name="csX343" fmla="*/ 59282 w 1728164"/>
              <a:gd name="csY343" fmla="*/ 1065273 h 1065273"/>
              <a:gd name="csX344" fmla="*/ 59455 w 1728164"/>
              <a:gd name="csY344" fmla="*/ 1065273 h 1065273"/>
              <a:gd name="csX345" fmla="*/ 59628 w 1728164"/>
              <a:gd name="csY345" fmla="*/ 1065273 h 1065273"/>
              <a:gd name="csX346" fmla="*/ 59800 w 1728164"/>
              <a:gd name="csY346" fmla="*/ 1065273 h 1065273"/>
              <a:gd name="csX347" fmla="*/ 59973 w 1728164"/>
              <a:gd name="csY347" fmla="*/ 1065273 h 1065273"/>
              <a:gd name="csX348" fmla="*/ 60146 w 1728164"/>
              <a:gd name="csY348" fmla="*/ 1065273 h 1065273"/>
              <a:gd name="csX349" fmla="*/ 60319 w 1728164"/>
              <a:gd name="csY349" fmla="*/ 1065273 h 1065273"/>
              <a:gd name="csX350" fmla="*/ 60491 w 1728164"/>
              <a:gd name="csY350" fmla="*/ 1065273 h 1065273"/>
              <a:gd name="csX351" fmla="*/ 60665 w 1728164"/>
              <a:gd name="csY351" fmla="*/ 1065273 h 1065273"/>
              <a:gd name="csX352" fmla="*/ 60837 w 1728164"/>
              <a:gd name="csY352" fmla="*/ 1065273 h 1065273"/>
              <a:gd name="csX353" fmla="*/ 61010 w 1728164"/>
              <a:gd name="csY353" fmla="*/ 1065273 h 1065273"/>
              <a:gd name="csX354" fmla="*/ 61183 w 1728164"/>
              <a:gd name="csY354" fmla="*/ 1065273 h 1065273"/>
              <a:gd name="csX355" fmla="*/ 61356 w 1728164"/>
              <a:gd name="csY355" fmla="*/ 1065273 h 1065273"/>
              <a:gd name="csX356" fmla="*/ 61529 w 1728164"/>
              <a:gd name="csY356" fmla="*/ 1065273 h 1065273"/>
              <a:gd name="csX357" fmla="*/ 61701 w 1728164"/>
              <a:gd name="csY357" fmla="*/ 1065273 h 1065273"/>
              <a:gd name="csX358" fmla="*/ 61874 w 1728164"/>
              <a:gd name="csY358" fmla="*/ 1065273 h 1065273"/>
              <a:gd name="csX359" fmla="*/ 62047 w 1728164"/>
              <a:gd name="csY359" fmla="*/ 1065273 h 1065273"/>
              <a:gd name="csX360" fmla="*/ 62220 w 1728164"/>
              <a:gd name="csY360" fmla="*/ 1065273 h 1065273"/>
              <a:gd name="csX361" fmla="*/ 62393 w 1728164"/>
              <a:gd name="csY361" fmla="*/ 1065273 h 1065273"/>
              <a:gd name="csX362" fmla="*/ 62566 w 1728164"/>
              <a:gd name="csY362" fmla="*/ 1065273 h 1065273"/>
              <a:gd name="csX363" fmla="*/ 62739 w 1728164"/>
              <a:gd name="csY363" fmla="*/ 1065273 h 1065273"/>
              <a:gd name="csX364" fmla="*/ 62911 w 1728164"/>
              <a:gd name="csY364" fmla="*/ 1065273 h 1065273"/>
              <a:gd name="csX365" fmla="*/ 63084 w 1728164"/>
              <a:gd name="csY365" fmla="*/ 1065273 h 1065273"/>
              <a:gd name="csX366" fmla="*/ 63257 w 1728164"/>
              <a:gd name="csY366" fmla="*/ 1065273 h 1065273"/>
              <a:gd name="csX367" fmla="*/ 63430 w 1728164"/>
              <a:gd name="csY367" fmla="*/ 1065273 h 1065273"/>
              <a:gd name="csX368" fmla="*/ 63603 w 1728164"/>
              <a:gd name="csY368" fmla="*/ 1065273 h 1065273"/>
              <a:gd name="csX369" fmla="*/ 63775 w 1728164"/>
              <a:gd name="csY369" fmla="*/ 1065273 h 1065273"/>
              <a:gd name="csX370" fmla="*/ 63949 w 1728164"/>
              <a:gd name="csY370" fmla="*/ 1065273 h 1065273"/>
              <a:gd name="csX371" fmla="*/ 64121 w 1728164"/>
              <a:gd name="csY371" fmla="*/ 1065273 h 1065273"/>
              <a:gd name="csX372" fmla="*/ 64294 w 1728164"/>
              <a:gd name="csY372" fmla="*/ 1065273 h 1065273"/>
              <a:gd name="csX373" fmla="*/ 64467 w 1728164"/>
              <a:gd name="csY373" fmla="*/ 1065273 h 1065273"/>
              <a:gd name="csX374" fmla="*/ 64640 w 1728164"/>
              <a:gd name="csY374" fmla="*/ 1065273 h 1065273"/>
              <a:gd name="csX375" fmla="*/ 64812 w 1728164"/>
              <a:gd name="csY375" fmla="*/ 1065273 h 1065273"/>
              <a:gd name="csX376" fmla="*/ 64985 w 1728164"/>
              <a:gd name="csY376" fmla="*/ 1065273 h 1065273"/>
              <a:gd name="csX377" fmla="*/ 65158 w 1728164"/>
              <a:gd name="csY377" fmla="*/ 1065273 h 1065273"/>
              <a:gd name="csX378" fmla="*/ 65331 w 1728164"/>
              <a:gd name="csY378" fmla="*/ 1065273 h 1065273"/>
              <a:gd name="csX379" fmla="*/ 65504 w 1728164"/>
              <a:gd name="csY379" fmla="*/ 1065273 h 1065273"/>
              <a:gd name="csX380" fmla="*/ 65676 w 1728164"/>
              <a:gd name="csY380" fmla="*/ 1065273 h 1065273"/>
              <a:gd name="csX381" fmla="*/ 65850 w 1728164"/>
              <a:gd name="csY381" fmla="*/ 1065273 h 1065273"/>
              <a:gd name="csX382" fmla="*/ 66022 w 1728164"/>
              <a:gd name="csY382" fmla="*/ 1065273 h 1065273"/>
              <a:gd name="csX383" fmla="*/ 66195 w 1728164"/>
              <a:gd name="csY383" fmla="*/ 1065273 h 1065273"/>
              <a:gd name="csX384" fmla="*/ 66368 w 1728164"/>
              <a:gd name="csY384" fmla="*/ 1065273 h 1065273"/>
              <a:gd name="csX385" fmla="*/ 66541 w 1728164"/>
              <a:gd name="csY385" fmla="*/ 1065273 h 1065273"/>
              <a:gd name="csX386" fmla="*/ 66714 w 1728164"/>
              <a:gd name="csY386" fmla="*/ 1065273 h 1065273"/>
              <a:gd name="csX387" fmla="*/ 66886 w 1728164"/>
              <a:gd name="csY387" fmla="*/ 1065273 h 1065273"/>
              <a:gd name="csX388" fmla="*/ 67060 w 1728164"/>
              <a:gd name="csY388" fmla="*/ 1065273 h 1065273"/>
              <a:gd name="csX389" fmla="*/ 67232 w 1728164"/>
              <a:gd name="csY389" fmla="*/ 1065273 h 1065273"/>
              <a:gd name="csX390" fmla="*/ 67405 w 1728164"/>
              <a:gd name="csY390" fmla="*/ 1065273 h 1065273"/>
              <a:gd name="csX391" fmla="*/ 67577 w 1728164"/>
              <a:gd name="csY391" fmla="*/ 1065273 h 1065273"/>
              <a:gd name="csX392" fmla="*/ 67751 w 1728164"/>
              <a:gd name="csY392" fmla="*/ 1065273 h 1065273"/>
              <a:gd name="csX393" fmla="*/ 67924 w 1728164"/>
              <a:gd name="csY393" fmla="*/ 1065273 h 1065273"/>
              <a:gd name="csX394" fmla="*/ 68096 w 1728164"/>
              <a:gd name="csY394" fmla="*/ 1065273 h 1065273"/>
              <a:gd name="csX395" fmla="*/ 68270 w 1728164"/>
              <a:gd name="csY395" fmla="*/ 1065273 h 1065273"/>
              <a:gd name="csX396" fmla="*/ 68442 w 1728164"/>
              <a:gd name="csY396" fmla="*/ 1065273 h 1065273"/>
              <a:gd name="csX397" fmla="*/ 68615 w 1728164"/>
              <a:gd name="csY397" fmla="*/ 1065273 h 1065273"/>
              <a:gd name="csX398" fmla="*/ 68787 w 1728164"/>
              <a:gd name="csY398" fmla="*/ 1065273 h 1065273"/>
              <a:gd name="csX399" fmla="*/ 68961 w 1728164"/>
              <a:gd name="csY399" fmla="*/ 1065273 h 1065273"/>
              <a:gd name="csX400" fmla="*/ 69133 w 1728164"/>
              <a:gd name="csY400" fmla="*/ 1065273 h 1065273"/>
              <a:gd name="csX401" fmla="*/ 69306 w 1728164"/>
              <a:gd name="csY401" fmla="*/ 1065273 h 1065273"/>
              <a:gd name="csX402" fmla="*/ 69479 w 1728164"/>
              <a:gd name="csY402" fmla="*/ 1065273 h 1065273"/>
              <a:gd name="csX403" fmla="*/ 69652 w 1728164"/>
              <a:gd name="csY403" fmla="*/ 1065273 h 1065273"/>
              <a:gd name="csX404" fmla="*/ 69825 w 1728164"/>
              <a:gd name="csY404" fmla="*/ 1065273 h 1065273"/>
              <a:gd name="csX405" fmla="*/ 69997 w 1728164"/>
              <a:gd name="csY405" fmla="*/ 1065273 h 1065273"/>
              <a:gd name="csX406" fmla="*/ 70171 w 1728164"/>
              <a:gd name="csY406" fmla="*/ 1065273 h 1065273"/>
              <a:gd name="csX407" fmla="*/ 70343 w 1728164"/>
              <a:gd name="csY407" fmla="*/ 1065273 h 1065273"/>
              <a:gd name="csX408" fmla="*/ 70516 w 1728164"/>
              <a:gd name="csY408" fmla="*/ 1065273 h 1065273"/>
              <a:gd name="csX409" fmla="*/ 70689 w 1728164"/>
              <a:gd name="csY409" fmla="*/ 1065273 h 1065273"/>
              <a:gd name="csX410" fmla="*/ 70862 w 1728164"/>
              <a:gd name="csY410" fmla="*/ 1065273 h 1065273"/>
              <a:gd name="csX411" fmla="*/ 71035 w 1728164"/>
              <a:gd name="csY411" fmla="*/ 1065273 h 1065273"/>
              <a:gd name="csX412" fmla="*/ 71207 w 1728164"/>
              <a:gd name="csY412" fmla="*/ 1065273 h 1065273"/>
              <a:gd name="csX413" fmla="*/ 71380 w 1728164"/>
              <a:gd name="csY413" fmla="*/ 1065273 h 1065273"/>
              <a:gd name="csX414" fmla="*/ 71553 w 1728164"/>
              <a:gd name="csY414" fmla="*/ 1065273 h 1065273"/>
              <a:gd name="csX415" fmla="*/ 71726 w 1728164"/>
              <a:gd name="csY415" fmla="*/ 1065273 h 1065273"/>
              <a:gd name="csX416" fmla="*/ 71898 w 1728164"/>
              <a:gd name="csY416" fmla="*/ 1065273 h 1065273"/>
              <a:gd name="csX417" fmla="*/ 72072 w 1728164"/>
              <a:gd name="csY417" fmla="*/ 1065273 h 1065273"/>
              <a:gd name="csX418" fmla="*/ 72245 w 1728164"/>
              <a:gd name="csY418" fmla="*/ 1065273 h 1065273"/>
              <a:gd name="csX419" fmla="*/ 72417 w 1728164"/>
              <a:gd name="csY419" fmla="*/ 1065273 h 1065273"/>
              <a:gd name="csX420" fmla="*/ 72590 w 1728164"/>
              <a:gd name="csY420" fmla="*/ 1065273 h 1065273"/>
              <a:gd name="csX421" fmla="*/ 72763 w 1728164"/>
              <a:gd name="csY421" fmla="*/ 1065273 h 1065273"/>
              <a:gd name="csX422" fmla="*/ 72936 w 1728164"/>
              <a:gd name="csY422" fmla="*/ 1065273 h 1065273"/>
              <a:gd name="csX423" fmla="*/ 73108 w 1728164"/>
              <a:gd name="csY423" fmla="*/ 1065273 h 1065273"/>
              <a:gd name="csX424" fmla="*/ 73281 w 1728164"/>
              <a:gd name="csY424" fmla="*/ 1065273 h 1065273"/>
              <a:gd name="csX425" fmla="*/ 73454 w 1728164"/>
              <a:gd name="csY425" fmla="*/ 1065273 h 1065273"/>
              <a:gd name="csX426" fmla="*/ 73627 w 1728164"/>
              <a:gd name="csY426" fmla="*/ 1065273 h 1065273"/>
              <a:gd name="csX427" fmla="*/ 73800 w 1728164"/>
              <a:gd name="csY427" fmla="*/ 1065273 h 1065273"/>
              <a:gd name="csX428" fmla="*/ 73973 w 1728164"/>
              <a:gd name="csY428" fmla="*/ 1065273 h 1065273"/>
              <a:gd name="csX429" fmla="*/ 74146 w 1728164"/>
              <a:gd name="csY429" fmla="*/ 1065273 h 1065273"/>
              <a:gd name="csX430" fmla="*/ 74318 w 1728164"/>
              <a:gd name="csY430" fmla="*/ 1065273 h 1065273"/>
              <a:gd name="csX431" fmla="*/ 74491 w 1728164"/>
              <a:gd name="csY431" fmla="*/ 1065273 h 1065273"/>
              <a:gd name="csX432" fmla="*/ 74664 w 1728164"/>
              <a:gd name="csY432" fmla="*/ 1065273 h 1065273"/>
              <a:gd name="csX433" fmla="*/ 74837 w 1728164"/>
              <a:gd name="csY433" fmla="*/ 1065273 h 1065273"/>
              <a:gd name="csX434" fmla="*/ 75010 w 1728164"/>
              <a:gd name="csY434" fmla="*/ 1065273 h 1065273"/>
              <a:gd name="csX435" fmla="*/ 75182 w 1728164"/>
              <a:gd name="csY435" fmla="*/ 1065273 h 1065273"/>
              <a:gd name="csX436" fmla="*/ 75356 w 1728164"/>
              <a:gd name="csY436" fmla="*/ 1065273 h 1065273"/>
              <a:gd name="csX437" fmla="*/ 75528 w 1728164"/>
              <a:gd name="csY437" fmla="*/ 1065273 h 1065273"/>
              <a:gd name="csX438" fmla="*/ 75701 w 1728164"/>
              <a:gd name="csY438" fmla="*/ 1065273 h 1065273"/>
              <a:gd name="csX439" fmla="*/ 75874 w 1728164"/>
              <a:gd name="csY439" fmla="*/ 1065273 h 1065273"/>
              <a:gd name="csX440" fmla="*/ 76047 w 1728164"/>
              <a:gd name="csY440" fmla="*/ 1065273 h 1065273"/>
              <a:gd name="csX441" fmla="*/ 76219 w 1728164"/>
              <a:gd name="csY441" fmla="*/ 1065273 h 1065273"/>
              <a:gd name="csX442" fmla="*/ 76392 w 1728164"/>
              <a:gd name="csY442" fmla="*/ 1065273 h 1065273"/>
              <a:gd name="csX443" fmla="*/ 76566 w 1728164"/>
              <a:gd name="csY443" fmla="*/ 1065273 h 1065273"/>
              <a:gd name="csX444" fmla="*/ 76738 w 1728164"/>
              <a:gd name="csY444" fmla="*/ 1065273 h 1065273"/>
              <a:gd name="csX445" fmla="*/ 76911 w 1728164"/>
              <a:gd name="csY445" fmla="*/ 1065273 h 1065273"/>
              <a:gd name="csX446" fmla="*/ 77083 w 1728164"/>
              <a:gd name="csY446" fmla="*/ 1065273 h 1065273"/>
              <a:gd name="csX447" fmla="*/ 77257 w 1728164"/>
              <a:gd name="csY447" fmla="*/ 1065273 h 1065273"/>
              <a:gd name="csX448" fmla="*/ 77429 w 1728164"/>
              <a:gd name="csY448" fmla="*/ 1065273 h 1065273"/>
              <a:gd name="csX449" fmla="*/ 77602 w 1728164"/>
              <a:gd name="csY449" fmla="*/ 1065273 h 1065273"/>
              <a:gd name="csX450" fmla="*/ 77775 w 1728164"/>
              <a:gd name="csY450" fmla="*/ 1065273 h 1065273"/>
              <a:gd name="csX451" fmla="*/ 77948 w 1728164"/>
              <a:gd name="csY451" fmla="*/ 1065273 h 1065273"/>
              <a:gd name="csX452" fmla="*/ 78121 w 1728164"/>
              <a:gd name="csY452" fmla="*/ 1065273 h 1065273"/>
              <a:gd name="csX453" fmla="*/ 78293 w 1728164"/>
              <a:gd name="csY453" fmla="*/ 1065273 h 1065273"/>
              <a:gd name="csX454" fmla="*/ 78467 w 1728164"/>
              <a:gd name="csY454" fmla="*/ 1065273 h 1065273"/>
              <a:gd name="csX455" fmla="*/ 78639 w 1728164"/>
              <a:gd name="csY455" fmla="*/ 1065273 h 1065273"/>
              <a:gd name="csX456" fmla="*/ 78812 w 1728164"/>
              <a:gd name="csY456" fmla="*/ 1065273 h 1065273"/>
              <a:gd name="csX457" fmla="*/ 78984 w 1728164"/>
              <a:gd name="csY457" fmla="*/ 1065273 h 1065273"/>
              <a:gd name="csX458" fmla="*/ 79158 w 1728164"/>
              <a:gd name="csY458" fmla="*/ 1065273 h 1065273"/>
              <a:gd name="csX459" fmla="*/ 79331 w 1728164"/>
              <a:gd name="csY459" fmla="*/ 1065273 h 1065273"/>
              <a:gd name="csX460" fmla="*/ 79503 w 1728164"/>
              <a:gd name="csY460" fmla="*/ 1065273 h 1065273"/>
              <a:gd name="csX461" fmla="*/ 79677 w 1728164"/>
              <a:gd name="csY461" fmla="*/ 1065273 h 1065273"/>
              <a:gd name="csX462" fmla="*/ 79849 w 1728164"/>
              <a:gd name="csY462" fmla="*/ 1065273 h 1065273"/>
              <a:gd name="csX463" fmla="*/ 80022 w 1728164"/>
              <a:gd name="csY463" fmla="*/ 1065273 h 1065273"/>
              <a:gd name="csX464" fmla="*/ 80194 w 1728164"/>
              <a:gd name="csY464" fmla="*/ 1065273 h 1065273"/>
              <a:gd name="csX465" fmla="*/ 80368 w 1728164"/>
              <a:gd name="csY465" fmla="*/ 1065273 h 1065273"/>
              <a:gd name="csX466" fmla="*/ 80540 w 1728164"/>
              <a:gd name="csY466" fmla="*/ 1065273 h 1065273"/>
              <a:gd name="csX467" fmla="*/ 80713 w 1728164"/>
              <a:gd name="csY467" fmla="*/ 1065273 h 1065273"/>
              <a:gd name="csX468" fmla="*/ 80886 w 1728164"/>
              <a:gd name="csY468" fmla="*/ 1065273 h 1065273"/>
              <a:gd name="csX469" fmla="*/ 81059 w 1728164"/>
              <a:gd name="csY469" fmla="*/ 1065273 h 1065273"/>
              <a:gd name="csX470" fmla="*/ 81232 w 1728164"/>
              <a:gd name="csY470" fmla="*/ 1065273 h 1065273"/>
              <a:gd name="csX471" fmla="*/ 81404 w 1728164"/>
              <a:gd name="csY471" fmla="*/ 1065273 h 1065273"/>
              <a:gd name="csX472" fmla="*/ 81578 w 1728164"/>
              <a:gd name="csY472" fmla="*/ 1065273 h 1065273"/>
              <a:gd name="csX473" fmla="*/ 81750 w 1728164"/>
              <a:gd name="csY473" fmla="*/ 1065273 h 1065273"/>
              <a:gd name="csX474" fmla="*/ 81923 w 1728164"/>
              <a:gd name="csY474" fmla="*/ 1065273 h 1065273"/>
              <a:gd name="csX475" fmla="*/ 82096 w 1728164"/>
              <a:gd name="csY475" fmla="*/ 1065273 h 1065273"/>
              <a:gd name="csX476" fmla="*/ 82269 w 1728164"/>
              <a:gd name="csY476" fmla="*/ 1065273 h 1065273"/>
              <a:gd name="csX477" fmla="*/ 82442 w 1728164"/>
              <a:gd name="csY477" fmla="*/ 1065273 h 1065273"/>
              <a:gd name="csX478" fmla="*/ 82614 w 1728164"/>
              <a:gd name="csY478" fmla="*/ 1065273 h 1065273"/>
              <a:gd name="csX479" fmla="*/ 82787 w 1728164"/>
              <a:gd name="csY479" fmla="*/ 1065273 h 1065273"/>
              <a:gd name="csX480" fmla="*/ 82960 w 1728164"/>
              <a:gd name="csY480" fmla="*/ 1065273 h 1065273"/>
              <a:gd name="csX481" fmla="*/ 83133 w 1728164"/>
              <a:gd name="csY481" fmla="*/ 1065273 h 1065273"/>
              <a:gd name="csX482" fmla="*/ 83305 w 1728164"/>
              <a:gd name="csY482" fmla="*/ 1065273 h 1065273"/>
              <a:gd name="csX483" fmla="*/ 83479 w 1728164"/>
              <a:gd name="csY483" fmla="*/ 1065273 h 1065273"/>
              <a:gd name="csX484" fmla="*/ 83652 w 1728164"/>
              <a:gd name="csY484" fmla="*/ 1065273 h 1065273"/>
              <a:gd name="csX485" fmla="*/ 83824 w 1728164"/>
              <a:gd name="csY485" fmla="*/ 1065273 h 1065273"/>
              <a:gd name="csX486" fmla="*/ 83997 w 1728164"/>
              <a:gd name="csY486" fmla="*/ 1065273 h 1065273"/>
              <a:gd name="csX487" fmla="*/ 84170 w 1728164"/>
              <a:gd name="csY487" fmla="*/ 1065273 h 1065273"/>
              <a:gd name="csX488" fmla="*/ 84343 w 1728164"/>
              <a:gd name="csY488" fmla="*/ 1065273 h 1065273"/>
              <a:gd name="csX489" fmla="*/ 84515 w 1728164"/>
              <a:gd name="csY489" fmla="*/ 1065273 h 1065273"/>
              <a:gd name="csX490" fmla="*/ 84688 w 1728164"/>
              <a:gd name="csY490" fmla="*/ 1065273 h 1065273"/>
              <a:gd name="csX491" fmla="*/ 84861 w 1728164"/>
              <a:gd name="csY491" fmla="*/ 1065273 h 1065273"/>
              <a:gd name="csX492" fmla="*/ 85034 w 1728164"/>
              <a:gd name="csY492" fmla="*/ 1065273 h 1065273"/>
              <a:gd name="csX493" fmla="*/ 85207 w 1728164"/>
              <a:gd name="csY493" fmla="*/ 1065273 h 1065273"/>
              <a:gd name="csX494" fmla="*/ 85380 w 1728164"/>
              <a:gd name="csY494" fmla="*/ 1065273 h 1065273"/>
              <a:gd name="csX495" fmla="*/ 85553 w 1728164"/>
              <a:gd name="csY495" fmla="*/ 1065273 h 1065273"/>
              <a:gd name="csX496" fmla="*/ 85725 w 1728164"/>
              <a:gd name="csY496" fmla="*/ 1065273 h 1065273"/>
              <a:gd name="csX497" fmla="*/ 85898 w 1728164"/>
              <a:gd name="csY497" fmla="*/ 1065273 h 1065273"/>
              <a:gd name="csX498" fmla="*/ 86071 w 1728164"/>
              <a:gd name="csY498" fmla="*/ 1065273 h 1065273"/>
              <a:gd name="csX499" fmla="*/ 86244 w 1728164"/>
              <a:gd name="csY499" fmla="*/ 1065273 h 1065273"/>
              <a:gd name="csX500" fmla="*/ 86417 w 1728164"/>
              <a:gd name="csY500" fmla="*/ 1065273 h 1065273"/>
              <a:gd name="csX501" fmla="*/ 86589 w 1728164"/>
              <a:gd name="csY501" fmla="*/ 1065273 h 1065273"/>
              <a:gd name="csX502" fmla="*/ 86763 w 1728164"/>
              <a:gd name="csY502" fmla="*/ 1065273 h 1065273"/>
              <a:gd name="csX503" fmla="*/ 86935 w 1728164"/>
              <a:gd name="csY503" fmla="*/ 1065273 h 1065273"/>
              <a:gd name="csX504" fmla="*/ 87108 w 1728164"/>
              <a:gd name="csY504" fmla="*/ 1065273 h 1065273"/>
              <a:gd name="csX505" fmla="*/ 87281 w 1728164"/>
              <a:gd name="csY505" fmla="*/ 1065273 h 1065273"/>
              <a:gd name="csX506" fmla="*/ 87454 w 1728164"/>
              <a:gd name="csY506" fmla="*/ 1065273 h 1065273"/>
              <a:gd name="csX507" fmla="*/ 87626 w 1728164"/>
              <a:gd name="csY507" fmla="*/ 1065273 h 1065273"/>
              <a:gd name="csX508" fmla="*/ 87799 w 1728164"/>
              <a:gd name="csY508" fmla="*/ 1065273 h 1065273"/>
              <a:gd name="csX509" fmla="*/ 87973 w 1728164"/>
              <a:gd name="csY509" fmla="*/ 1065273 h 1065273"/>
              <a:gd name="csX510" fmla="*/ 88145 w 1728164"/>
              <a:gd name="csY510" fmla="*/ 1065273 h 1065273"/>
              <a:gd name="csX511" fmla="*/ 88318 w 1728164"/>
              <a:gd name="csY511" fmla="*/ 1065273 h 1065273"/>
              <a:gd name="csX512" fmla="*/ 88490 w 1728164"/>
              <a:gd name="csY512" fmla="*/ 1065273 h 1065273"/>
              <a:gd name="csX513" fmla="*/ 88664 w 1728164"/>
              <a:gd name="csY513" fmla="*/ 1065273 h 1065273"/>
              <a:gd name="csX514" fmla="*/ 88836 w 1728164"/>
              <a:gd name="csY514" fmla="*/ 1065273 h 1065273"/>
              <a:gd name="csX515" fmla="*/ 89009 w 1728164"/>
              <a:gd name="csY515" fmla="*/ 1065273 h 1065273"/>
              <a:gd name="csX516" fmla="*/ 89182 w 1728164"/>
              <a:gd name="csY516" fmla="*/ 1065273 h 1065273"/>
              <a:gd name="csX517" fmla="*/ 89355 w 1728164"/>
              <a:gd name="csY517" fmla="*/ 1065273 h 1065273"/>
              <a:gd name="csX518" fmla="*/ 89528 w 1728164"/>
              <a:gd name="csY518" fmla="*/ 1065273 h 1065273"/>
              <a:gd name="csX519" fmla="*/ 89700 w 1728164"/>
              <a:gd name="csY519" fmla="*/ 1065273 h 1065273"/>
              <a:gd name="csX520" fmla="*/ 89874 w 1728164"/>
              <a:gd name="csY520" fmla="*/ 1065273 h 1065273"/>
              <a:gd name="csX521" fmla="*/ 90046 w 1728164"/>
              <a:gd name="csY521" fmla="*/ 1065273 h 1065273"/>
              <a:gd name="csX522" fmla="*/ 90219 w 1728164"/>
              <a:gd name="csY522" fmla="*/ 1065273 h 1065273"/>
              <a:gd name="csX523" fmla="*/ 90391 w 1728164"/>
              <a:gd name="csY523" fmla="*/ 1065273 h 1065273"/>
              <a:gd name="csX524" fmla="*/ 90565 w 1728164"/>
              <a:gd name="csY524" fmla="*/ 1065273 h 1065273"/>
              <a:gd name="csX525" fmla="*/ 90738 w 1728164"/>
              <a:gd name="csY525" fmla="*/ 1065273 h 1065273"/>
              <a:gd name="csX526" fmla="*/ 90910 w 1728164"/>
              <a:gd name="csY526" fmla="*/ 1065273 h 1065273"/>
              <a:gd name="csX527" fmla="*/ 91084 w 1728164"/>
              <a:gd name="csY527" fmla="*/ 1065273 h 1065273"/>
              <a:gd name="csX528" fmla="*/ 91256 w 1728164"/>
              <a:gd name="csY528" fmla="*/ 1065273 h 1065273"/>
              <a:gd name="csX529" fmla="*/ 91429 w 1728164"/>
              <a:gd name="csY529" fmla="*/ 1065273 h 1065273"/>
              <a:gd name="csX530" fmla="*/ 91601 w 1728164"/>
              <a:gd name="csY530" fmla="*/ 1065273 h 1065273"/>
              <a:gd name="csX531" fmla="*/ 91775 w 1728164"/>
              <a:gd name="csY531" fmla="*/ 1065273 h 1065273"/>
              <a:gd name="csX532" fmla="*/ 91947 w 1728164"/>
              <a:gd name="csY532" fmla="*/ 1065273 h 1065273"/>
              <a:gd name="csX533" fmla="*/ 92120 w 1728164"/>
              <a:gd name="csY533" fmla="*/ 1065273 h 1065273"/>
              <a:gd name="csX534" fmla="*/ 92293 w 1728164"/>
              <a:gd name="csY534" fmla="*/ 1065273 h 1065273"/>
              <a:gd name="csX535" fmla="*/ 92466 w 1728164"/>
              <a:gd name="csY535" fmla="*/ 1065273 h 1065273"/>
              <a:gd name="csX536" fmla="*/ 92639 w 1728164"/>
              <a:gd name="csY536" fmla="*/ 1065273 h 1065273"/>
              <a:gd name="csX537" fmla="*/ 92811 w 1728164"/>
              <a:gd name="csY537" fmla="*/ 1065273 h 1065273"/>
              <a:gd name="csX538" fmla="*/ 92985 w 1728164"/>
              <a:gd name="csY538" fmla="*/ 1065273 h 1065273"/>
              <a:gd name="csX539" fmla="*/ 93157 w 1728164"/>
              <a:gd name="csY539" fmla="*/ 1065273 h 1065273"/>
              <a:gd name="csX540" fmla="*/ 93330 w 1728164"/>
              <a:gd name="csY540" fmla="*/ 1065273 h 1065273"/>
              <a:gd name="csX541" fmla="*/ 93503 w 1728164"/>
              <a:gd name="csY541" fmla="*/ 1065273 h 1065273"/>
              <a:gd name="csX542" fmla="*/ 93676 w 1728164"/>
              <a:gd name="csY542" fmla="*/ 1065273 h 1065273"/>
              <a:gd name="csX543" fmla="*/ 93849 w 1728164"/>
              <a:gd name="csY543" fmla="*/ 1065273 h 1065273"/>
              <a:gd name="csX544" fmla="*/ 94021 w 1728164"/>
              <a:gd name="csY544" fmla="*/ 1065273 h 1065273"/>
              <a:gd name="csX545" fmla="*/ 94194 w 1728164"/>
              <a:gd name="csY545" fmla="*/ 1065273 h 1065273"/>
              <a:gd name="csX546" fmla="*/ 94367 w 1728164"/>
              <a:gd name="csY546" fmla="*/ 1065273 h 1065273"/>
              <a:gd name="csX547" fmla="*/ 94540 w 1728164"/>
              <a:gd name="csY547" fmla="*/ 1065273 h 1065273"/>
              <a:gd name="csX548" fmla="*/ 94712 w 1728164"/>
              <a:gd name="csY548" fmla="*/ 1065273 h 1065273"/>
              <a:gd name="csX549" fmla="*/ 94886 w 1728164"/>
              <a:gd name="csY549" fmla="*/ 1065273 h 1065273"/>
              <a:gd name="csX550" fmla="*/ 95059 w 1728164"/>
              <a:gd name="csY550" fmla="*/ 1065273 h 1065273"/>
              <a:gd name="csX551" fmla="*/ 95231 w 1728164"/>
              <a:gd name="csY551" fmla="*/ 1065273 h 1065273"/>
              <a:gd name="csX552" fmla="*/ 95404 w 1728164"/>
              <a:gd name="csY552" fmla="*/ 1065273 h 1065273"/>
              <a:gd name="csX553" fmla="*/ 95577 w 1728164"/>
              <a:gd name="csY553" fmla="*/ 1065273 h 1065273"/>
              <a:gd name="csX554" fmla="*/ 95750 w 1728164"/>
              <a:gd name="csY554" fmla="*/ 1065273 h 1065273"/>
              <a:gd name="csX555" fmla="*/ 95922 w 1728164"/>
              <a:gd name="csY555" fmla="*/ 1065273 h 1065273"/>
              <a:gd name="csX556" fmla="*/ 96095 w 1728164"/>
              <a:gd name="csY556" fmla="*/ 1065273 h 1065273"/>
              <a:gd name="csX557" fmla="*/ 96269 w 1728164"/>
              <a:gd name="csY557" fmla="*/ 1065273 h 1065273"/>
              <a:gd name="csX558" fmla="*/ 96441 w 1728164"/>
              <a:gd name="csY558" fmla="*/ 1065273 h 1065273"/>
              <a:gd name="csX559" fmla="*/ 96614 w 1728164"/>
              <a:gd name="csY559" fmla="*/ 1065273 h 1065273"/>
              <a:gd name="csX560" fmla="*/ 96787 w 1728164"/>
              <a:gd name="csY560" fmla="*/ 1065273 h 1065273"/>
              <a:gd name="csX561" fmla="*/ 96960 w 1728164"/>
              <a:gd name="csY561" fmla="*/ 1065273 h 1065273"/>
              <a:gd name="csX562" fmla="*/ 97132 w 1728164"/>
              <a:gd name="csY562" fmla="*/ 1065273 h 1065273"/>
              <a:gd name="csX563" fmla="*/ 97305 w 1728164"/>
              <a:gd name="csY563" fmla="*/ 1065273 h 1065273"/>
              <a:gd name="csX564" fmla="*/ 97478 w 1728164"/>
              <a:gd name="csY564" fmla="*/ 1065273 h 1065273"/>
              <a:gd name="csX565" fmla="*/ 97651 w 1728164"/>
              <a:gd name="csY565" fmla="*/ 1065273 h 1065273"/>
              <a:gd name="csX566" fmla="*/ 97824 w 1728164"/>
              <a:gd name="csY566" fmla="*/ 1065273 h 1065273"/>
              <a:gd name="csX567" fmla="*/ 97996 w 1728164"/>
              <a:gd name="csY567" fmla="*/ 1065273 h 1065273"/>
              <a:gd name="csX568" fmla="*/ 98170 w 1728164"/>
              <a:gd name="csY568" fmla="*/ 1065273 h 1065273"/>
              <a:gd name="csX569" fmla="*/ 98342 w 1728164"/>
              <a:gd name="csY569" fmla="*/ 1065273 h 1065273"/>
              <a:gd name="csX570" fmla="*/ 98515 w 1728164"/>
              <a:gd name="csY570" fmla="*/ 1065273 h 1065273"/>
              <a:gd name="csX571" fmla="*/ 98688 w 1728164"/>
              <a:gd name="csY571" fmla="*/ 1065273 h 1065273"/>
              <a:gd name="csX572" fmla="*/ 98861 w 1728164"/>
              <a:gd name="csY572" fmla="*/ 1065273 h 1065273"/>
              <a:gd name="csX573" fmla="*/ 99034 w 1728164"/>
              <a:gd name="csY573" fmla="*/ 1065273 h 1065273"/>
              <a:gd name="csX574" fmla="*/ 99206 w 1728164"/>
              <a:gd name="csY574" fmla="*/ 1065273 h 1065273"/>
              <a:gd name="csX575" fmla="*/ 99380 w 1728164"/>
              <a:gd name="csY575" fmla="*/ 1065273 h 1065273"/>
              <a:gd name="csX576" fmla="*/ 99552 w 1728164"/>
              <a:gd name="csY576" fmla="*/ 1065273 h 1065273"/>
              <a:gd name="csX577" fmla="*/ 99725 w 1728164"/>
              <a:gd name="csY577" fmla="*/ 1065273 h 1065273"/>
              <a:gd name="csX578" fmla="*/ 99897 w 1728164"/>
              <a:gd name="csY578" fmla="*/ 1065273 h 1065273"/>
              <a:gd name="csX579" fmla="*/ 100071 w 1728164"/>
              <a:gd name="csY579" fmla="*/ 1065273 h 1065273"/>
              <a:gd name="csX580" fmla="*/ 100243 w 1728164"/>
              <a:gd name="csY580" fmla="*/ 1065273 h 1065273"/>
              <a:gd name="csX581" fmla="*/ 100416 w 1728164"/>
              <a:gd name="csY581" fmla="*/ 1065273 h 1065273"/>
              <a:gd name="csX582" fmla="*/ 100590 w 1728164"/>
              <a:gd name="csY582" fmla="*/ 1065273 h 1065273"/>
              <a:gd name="csX583" fmla="*/ 100762 w 1728164"/>
              <a:gd name="csY583" fmla="*/ 1065273 h 1065273"/>
              <a:gd name="csX584" fmla="*/ 100935 w 1728164"/>
              <a:gd name="csY584" fmla="*/ 1065273 h 1065273"/>
              <a:gd name="csX585" fmla="*/ 101107 w 1728164"/>
              <a:gd name="csY585" fmla="*/ 1065273 h 1065273"/>
              <a:gd name="csX586" fmla="*/ 101281 w 1728164"/>
              <a:gd name="csY586" fmla="*/ 1065273 h 1065273"/>
              <a:gd name="csX587" fmla="*/ 101453 w 1728164"/>
              <a:gd name="csY587" fmla="*/ 1065273 h 1065273"/>
              <a:gd name="csX588" fmla="*/ 101626 w 1728164"/>
              <a:gd name="csY588" fmla="*/ 1065273 h 1065273"/>
              <a:gd name="csX589" fmla="*/ 101799 w 1728164"/>
              <a:gd name="csY589" fmla="*/ 1065273 h 1065273"/>
              <a:gd name="csX590" fmla="*/ 101972 w 1728164"/>
              <a:gd name="csY590" fmla="*/ 1065273 h 1065273"/>
              <a:gd name="csX591" fmla="*/ 102145 w 1728164"/>
              <a:gd name="csY591" fmla="*/ 1065273 h 1065273"/>
              <a:gd name="csX592" fmla="*/ 102317 w 1728164"/>
              <a:gd name="csY592" fmla="*/ 1065273 h 1065273"/>
              <a:gd name="csX593" fmla="*/ 102491 w 1728164"/>
              <a:gd name="csY593" fmla="*/ 1065273 h 1065273"/>
              <a:gd name="csX594" fmla="*/ 102663 w 1728164"/>
              <a:gd name="csY594" fmla="*/ 1065273 h 1065273"/>
              <a:gd name="csX595" fmla="*/ 102836 w 1728164"/>
              <a:gd name="csY595" fmla="*/ 1065273 h 1065273"/>
              <a:gd name="csX596" fmla="*/ 103008 w 1728164"/>
              <a:gd name="csY596" fmla="*/ 1065273 h 1065273"/>
              <a:gd name="csX597" fmla="*/ 103182 w 1728164"/>
              <a:gd name="csY597" fmla="*/ 1065273 h 1065273"/>
              <a:gd name="csX598" fmla="*/ 103355 w 1728164"/>
              <a:gd name="csY598" fmla="*/ 1065273 h 1065273"/>
              <a:gd name="csX599" fmla="*/ 103527 w 1728164"/>
              <a:gd name="csY599" fmla="*/ 1065273 h 1065273"/>
              <a:gd name="csX600" fmla="*/ 103700 w 1728164"/>
              <a:gd name="csY600" fmla="*/ 1065273 h 1065273"/>
              <a:gd name="csX601" fmla="*/ 103873 w 1728164"/>
              <a:gd name="csY601" fmla="*/ 1065273 h 1065273"/>
              <a:gd name="csX602" fmla="*/ 104046 w 1728164"/>
              <a:gd name="csY602" fmla="*/ 1065273 h 1065273"/>
              <a:gd name="csX603" fmla="*/ 104218 w 1728164"/>
              <a:gd name="csY603" fmla="*/ 1065273 h 1065273"/>
              <a:gd name="csX604" fmla="*/ 104392 w 1728164"/>
              <a:gd name="csY604" fmla="*/ 1065273 h 1065273"/>
              <a:gd name="csX605" fmla="*/ 104564 w 1728164"/>
              <a:gd name="csY605" fmla="*/ 1065273 h 1065273"/>
              <a:gd name="csX606" fmla="*/ 104737 w 1728164"/>
              <a:gd name="csY606" fmla="*/ 1065273 h 1065273"/>
              <a:gd name="csX607" fmla="*/ 104910 w 1728164"/>
              <a:gd name="csY607" fmla="*/ 1065273 h 1065273"/>
              <a:gd name="csX608" fmla="*/ 105083 w 1728164"/>
              <a:gd name="csY608" fmla="*/ 1065273 h 1065273"/>
              <a:gd name="csX609" fmla="*/ 105256 w 1728164"/>
              <a:gd name="csY609" fmla="*/ 1065273 h 1065273"/>
              <a:gd name="csX610" fmla="*/ 105428 w 1728164"/>
              <a:gd name="csY610" fmla="*/ 1065273 h 1065273"/>
              <a:gd name="csX611" fmla="*/ 105601 w 1728164"/>
              <a:gd name="csY611" fmla="*/ 1065273 h 1065273"/>
              <a:gd name="csX612" fmla="*/ 105774 w 1728164"/>
              <a:gd name="csY612" fmla="*/ 1065273 h 1065273"/>
              <a:gd name="csX613" fmla="*/ 105947 w 1728164"/>
              <a:gd name="csY613" fmla="*/ 1065273 h 1065273"/>
              <a:gd name="csX614" fmla="*/ 106120 w 1728164"/>
              <a:gd name="csY614" fmla="*/ 1065273 h 1065273"/>
              <a:gd name="csX615" fmla="*/ 106293 w 1728164"/>
              <a:gd name="csY615" fmla="*/ 1065273 h 1065273"/>
              <a:gd name="csX616" fmla="*/ 106466 w 1728164"/>
              <a:gd name="csY616" fmla="*/ 1065273 h 1065273"/>
              <a:gd name="csX617" fmla="*/ 106638 w 1728164"/>
              <a:gd name="csY617" fmla="*/ 1065273 h 1065273"/>
              <a:gd name="csX618" fmla="*/ 106811 w 1728164"/>
              <a:gd name="csY618" fmla="*/ 1065273 h 1065273"/>
              <a:gd name="csX619" fmla="*/ 106984 w 1728164"/>
              <a:gd name="csY619" fmla="*/ 1065273 h 1065273"/>
              <a:gd name="csX620" fmla="*/ 107157 w 1728164"/>
              <a:gd name="csY620" fmla="*/ 1065273 h 1065273"/>
              <a:gd name="csX621" fmla="*/ 107329 w 1728164"/>
              <a:gd name="csY621" fmla="*/ 1065273 h 1065273"/>
              <a:gd name="csX622" fmla="*/ 107502 w 1728164"/>
              <a:gd name="csY622" fmla="*/ 1065273 h 1065273"/>
              <a:gd name="csX623" fmla="*/ 107676 w 1728164"/>
              <a:gd name="csY623" fmla="*/ 1065273 h 1065273"/>
              <a:gd name="csX624" fmla="*/ 107848 w 1728164"/>
              <a:gd name="csY624" fmla="*/ 1065273 h 1065273"/>
              <a:gd name="csX625" fmla="*/ 108021 w 1728164"/>
              <a:gd name="csY625" fmla="*/ 1065273 h 1065273"/>
              <a:gd name="csX626" fmla="*/ 108194 w 1728164"/>
              <a:gd name="csY626" fmla="*/ 1065273 h 1065273"/>
              <a:gd name="csX627" fmla="*/ 108367 w 1728164"/>
              <a:gd name="csY627" fmla="*/ 1065273 h 1065273"/>
              <a:gd name="csX628" fmla="*/ 108539 w 1728164"/>
              <a:gd name="csY628" fmla="*/ 1065273 h 1065273"/>
              <a:gd name="csX629" fmla="*/ 108712 w 1728164"/>
              <a:gd name="csY629" fmla="*/ 1065273 h 1065273"/>
              <a:gd name="csX630" fmla="*/ 108885 w 1728164"/>
              <a:gd name="csY630" fmla="*/ 1065273 h 1065273"/>
              <a:gd name="csX631" fmla="*/ 109058 w 1728164"/>
              <a:gd name="csY631" fmla="*/ 1065273 h 1065273"/>
              <a:gd name="csX632" fmla="*/ 109231 w 1728164"/>
              <a:gd name="csY632" fmla="*/ 1065273 h 1065273"/>
              <a:gd name="csX633" fmla="*/ 109403 w 1728164"/>
              <a:gd name="csY633" fmla="*/ 1065273 h 1065273"/>
              <a:gd name="csX634" fmla="*/ 109577 w 1728164"/>
              <a:gd name="csY634" fmla="*/ 1065273 h 1065273"/>
              <a:gd name="csX635" fmla="*/ 109749 w 1728164"/>
              <a:gd name="csY635" fmla="*/ 1065273 h 1065273"/>
              <a:gd name="csX636" fmla="*/ 109922 w 1728164"/>
              <a:gd name="csY636" fmla="*/ 1065273 h 1065273"/>
              <a:gd name="csX637" fmla="*/ 110095 w 1728164"/>
              <a:gd name="csY637" fmla="*/ 1065273 h 1065273"/>
              <a:gd name="csX638" fmla="*/ 110268 w 1728164"/>
              <a:gd name="csY638" fmla="*/ 1065273 h 1065273"/>
              <a:gd name="csX639" fmla="*/ 110441 w 1728164"/>
              <a:gd name="csY639" fmla="*/ 1065273 h 1065273"/>
              <a:gd name="csX640" fmla="*/ 110613 w 1728164"/>
              <a:gd name="csY640" fmla="*/ 1065273 h 1065273"/>
              <a:gd name="csX641" fmla="*/ 110787 w 1728164"/>
              <a:gd name="csY641" fmla="*/ 1065273 h 1065273"/>
              <a:gd name="csX642" fmla="*/ 110959 w 1728164"/>
              <a:gd name="csY642" fmla="*/ 1065273 h 1065273"/>
              <a:gd name="csX643" fmla="*/ 111132 w 1728164"/>
              <a:gd name="csY643" fmla="*/ 1065273 h 1065273"/>
              <a:gd name="csX644" fmla="*/ 111304 w 1728164"/>
              <a:gd name="csY644" fmla="*/ 1065273 h 1065273"/>
              <a:gd name="csX645" fmla="*/ 111478 w 1728164"/>
              <a:gd name="csY645" fmla="*/ 1065273 h 1065273"/>
              <a:gd name="csX646" fmla="*/ 111650 w 1728164"/>
              <a:gd name="csY646" fmla="*/ 1065273 h 1065273"/>
              <a:gd name="csX647" fmla="*/ 111823 w 1728164"/>
              <a:gd name="csY647" fmla="*/ 1065273 h 1065273"/>
              <a:gd name="csX648" fmla="*/ 111997 w 1728164"/>
              <a:gd name="csY648" fmla="*/ 1065273 h 1065273"/>
              <a:gd name="csX649" fmla="*/ 112169 w 1728164"/>
              <a:gd name="csY649" fmla="*/ 1065273 h 1065273"/>
              <a:gd name="csX650" fmla="*/ 112342 w 1728164"/>
              <a:gd name="csY650" fmla="*/ 1065273 h 1065273"/>
              <a:gd name="csX651" fmla="*/ 112514 w 1728164"/>
              <a:gd name="csY651" fmla="*/ 1065273 h 1065273"/>
              <a:gd name="csX652" fmla="*/ 112688 w 1728164"/>
              <a:gd name="csY652" fmla="*/ 1065273 h 1065273"/>
              <a:gd name="csX653" fmla="*/ 112860 w 1728164"/>
              <a:gd name="csY653" fmla="*/ 1065273 h 1065273"/>
              <a:gd name="csX654" fmla="*/ 113033 w 1728164"/>
              <a:gd name="csY654" fmla="*/ 1065273 h 1065273"/>
              <a:gd name="csX655" fmla="*/ 113206 w 1728164"/>
              <a:gd name="csY655" fmla="*/ 1065273 h 1065273"/>
              <a:gd name="csX656" fmla="*/ 113379 w 1728164"/>
              <a:gd name="csY656" fmla="*/ 1065273 h 1065273"/>
              <a:gd name="csX657" fmla="*/ 113552 w 1728164"/>
              <a:gd name="csY657" fmla="*/ 1065273 h 1065273"/>
              <a:gd name="csX658" fmla="*/ 113724 w 1728164"/>
              <a:gd name="csY658" fmla="*/ 1065273 h 1065273"/>
              <a:gd name="csX659" fmla="*/ 113898 w 1728164"/>
              <a:gd name="csY659" fmla="*/ 1065273 h 1065273"/>
              <a:gd name="csX660" fmla="*/ 114070 w 1728164"/>
              <a:gd name="csY660" fmla="*/ 1065273 h 1065273"/>
              <a:gd name="csX661" fmla="*/ 114243 w 1728164"/>
              <a:gd name="csY661" fmla="*/ 1065273 h 1065273"/>
              <a:gd name="csX662" fmla="*/ 114415 w 1728164"/>
              <a:gd name="csY662" fmla="*/ 1065273 h 1065273"/>
              <a:gd name="csX663" fmla="*/ 114589 w 1728164"/>
              <a:gd name="csY663" fmla="*/ 1065273 h 1065273"/>
              <a:gd name="csX664" fmla="*/ 114762 w 1728164"/>
              <a:gd name="csY664" fmla="*/ 1065273 h 1065273"/>
              <a:gd name="csX665" fmla="*/ 114934 w 1728164"/>
              <a:gd name="csY665" fmla="*/ 1065273 h 1065273"/>
              <a:gd name="csX666" fmla="*/ 115107 w 1728164"/>
              <a:gd name="csY666" fmla="*/ 1065273 h 1065273"/>
              <a:gd name="csX667" fmla="*/ 115280 w 1728164"/>
              <a:gd name="csY667" fmla="*/ 1065273 h 1065273"/>
              <a:gd name="csX668" fmla="*/ 115453 w 1728164"/>
              <a:gd name="csY668" fmla="*/ 1065273 h 1065273"/>
              <a:gd name="csX669" fmla="*/ 115625 w 1728164"/>
              <a:gd name="csY669" fmla="*/ 1065273 h 1065273"/>
              <a:gd name="csX670" fmla="*/ 115799 w 1728164"/>
              <a:gd name="csY670" fmla="*/ 1065273 h 1065273"/>
              <a:gd name="csX671" fmla="*/ 115971 w 1728164"/>
              <a:gd name="csY671" fmla="*/ 1065273 h 1065273"/>
              <a:gd name="csX672" fmla="*/ 116144 w 1728164"/>
              <a:gd name="csY672" fmla="*/ 1065273 h 1065273"/>
              <a:gd name="csX673" fmla="*/ 116317 w 1728164"/>
              <a:gd name="csY673" fmla="*/ 1065273 h 1065273"/>
              <a:gd name="csX674" fmla="*/ 116490 w 1728164"/>
              <a:gd name="csY674" fmla="*/ 1065273 h 1065273"/>
              <a:gd name="csX675" fmla="*/ 116663 w 1728164"/>
              <a:gd name="csY675" fmla="*/ 1065273 h 1065273"/>
              <a:gd name="csX676" fmla="*/ 116835 w 1728164"/>
              <a:gd name="csY676" fmla="*/ 1065273 h 1065273"/>
              <a:gd name="csX677" fmla="*/ 117008 w 1728164"/>
              <a:gd name="csY677" fmla="*/ 1065273 h 1065273"/>
              <a:gd name="csX678" fmla="*/ 117181 w 1728164"/>
              <a:gd name="csY678" fmla="*/ 1065273 h 1065273"/>
              <a:gd name="csX679" fmla="*/ 117354 w 1728164"/>
              <a:gd name="csY679" fmla="*/ 1065273 h 1065273"/>
              <a:gd name="csX680" fmla="*/ 117527 w 1728164"/>
              <a:gd name="csY680" fmla="*/ 1065273 h 1065273"/>
              <a:gd name="csX681" fmla="*/ 117700 w 1728164"/>
              <a:gd name="csY681" fmla="*/ 1065273 h 1065273"/>
              <a:gd name="csX682" fmla="*/ 117873 w 1728164"/>
              <a:gd name="csY682" fmla="*/ 1065273 h 1065273"/>
              <a:gd name="csX683" fmla="*/ 118045 w 1728164"/>
              <a:gd name="csY683" fmla="*/ 1065273 h 1065273"/>
              <a:gd name="csX684" fmla="*/ 118218 w 1728164"/>
              <a:gd name="csY684" fmla="*/ 1065273 h 1065273"/>
              <a:gd name="csX685" fmla="*/ 118391 w 1728164"/>
              <a:gd name="csY685" fmla="*/ 1065273 h 1065273"/>
              <a:gd name="csX686" fmla="*/ 118564 w 1728164"/>
              <a:gd name="csY686" fmla="*/ 1065273 h 1065273"/>
              <a:gd name="csX687" fmla="*/ 118736 w 1728164"/>
              <a:gd name="csY687" fmla="*/ 1065273 h 1065273"/>
              <a:gd name="csX688" fmla="*/ 118909 w 1728164"/>
              <a:gd name="csY688" fmla="*/ 1065273 h 1065273"/>
              <a:gd name="csX689" fmla="*/ 119083 w 1728164"/>
              <a:gd name="csY689" fmla="*/ 1065273 h 1065273"/>
              <a:gd name="csX690" fmla="*/ 119255 w 1728164"/>
              <a:gd name="csY690" fmla="*/ 1065273 h 1065273"/>
              <a:gd name="csX691" fmla="*/ 119428 w 1728164"/>
              <a:gd name="csY691" fmla="*/ 1065273 h 1065273"/>
              <a:gd name="csX692" fmla="*/ 119601 w 1728164"/>
              <a:gd name="csY692" fmla="*/ 1065273 h 1065273"/>
              <a:gd name="csX693" fmla="*/ 119774 w 1728164"/>
              <a:gd name="csY693" fmla="*/ 1065273 h 1065273"/>
              <a:gd name="csX694" fmla="*/ 119946 w 1728164"/>
              <a:gd name="csY694" fmla="*/ 1065273 h 1065273"/>
              <a:gd name="csX695" fmla="*/ 120119 w 1728164"/>
              <a:gd name="csY695" fmla="*/ 1065273 h 1065273"/>
              <a:gd name="csX696" fmla="*/ 120292 w 1728164"/>
              <a:gd name="csY696" fmla="*/ 1065273 h 1065273"/>
              <a:gd name="csX697" fmla="*/ 120465 w 1728164"/>
              <a:gd name="csY697" fmla="*/ 1065273 h 1065273"/>
              <a:gd name="csX698" fmla="*/ 120638 w 1728164"/>
              <a:gd name="csY698" fmla="*/ 1065273 h 1065273"/>
              <a:gd name="csX699" fmla="*/ 120810 w 1728164"/>
              <a:gd name="csY699" fmla="*/ 1065273 h 1065273"/>
              <a:gd name="csX700" fmla="*/ 120984 w 1728164"/>
              <a:gd name="csY700" fmla="*/ 1065273 h 1065273"/>
              <a:gd name="csX701" fmla="*/ 121156 w 1728164"/>
              <a:gd name="csY701" fmla="*/ 1065273 h 1065273"/>
              <a:gd name="csX702" fmla="*/ 121329 w 1728164"/>
              <a:gd name="csY702" fmla="*/ 1065273 h 1065273"/>
              <a:gd name="csX703" fmla="*/ 121502 w 1728164"/>
              <a:gd name="csY703" fmla="*/ 1065273 h 1065273"/>
              <a:gd name="csX704" fmla="*/ 121675 w 1728164"/>
              <a:gd name="csY704" fmla="*/ 1065273 h 1065273"/>
              <a:gd name="csX705" fmla="*/ 121848 w 1728164"/>
              <a:gd name="csY705" fmla="*/ 1065273 h 1065273"/>
              <a:gd name="csX706" fmla="*/ 122020 w 1728164"/>
              <a:gd name="csY706" fmla="*/ 1065273 h 1065273"/>
              <a:gd name="csX707" fmla="*/ 122194 w 1728164"/>
              <a:gd name="csY707" fmla="*/ 1065273 h 1065273"/>
              <a:gd name="csX708" fmla="*/ 122366 w 1728164"/>
              <a:gd name="csY708" fmla="*/ 1065273 h 1065273"/>
              <a:gd name="csX709" fmla="*/ 122539 w 1728164"/>
              <a:gd name="csY709" fmla="*/ 1065273 h 1065273"/>
              <a:gd name="csX710" fmla="*/ 122711 w 1728164"/>
              <a:gd name="csY710" fmla="*/ 1065273 h 1065273"/>
              <a:gd name="csX711" fmla="*/ 122885 w 1728164"/>
              <a:gd name="csY711" fmla="*/ 1065273 h 1065273"/>
              <a:gd name="csX712" fmla="*/ 123057 w 1728164"/>
              <a:gd name="csY712" fmla="*/ 1065273 h 1065273"/>
              <a:gd name="csX713" fmla="*/ 123230 w 1728164"/>
              <a:gd name="csY713" fmla="*/ 1065273 h 1065273"/>
              <a:gd name="csX714" fmla="*/ 123404 w 1728164"/>
              <a:gd name="csY714" fmla="*/ 1065273 h 1065273"/>
              <a:gd name="csX715" fmla="*/ 123576 w 1728164"/>
              <a:gd name="csY715" fmla="*/ 1065273 h 1065273"/>
              <a:gd name="csX716" fmla="*/ 123749 w 1728164"/>
              <a:gd name="csY716" fmla="*/ 1065273 h 1065273"/>
              <a:gd name="csX717" fmla="*/ 123921 w 1728164"/>
              <a:gd name="csY717" fmla="*/ 1065273 h 1065273"/>
              <a:gd name="csX718" fmla="*/ 124095 w 1728164"/>
              <a:gd name="csY718" fmla="*/ 1065273 h 1065273"/>
              <a:gd name="csX719" fmla="*/ 124267 w 1728164"/>
              <a:gd name="csY719" fmla="*/ 1065273 h 1065273"/>
              <a:gd name="csX720" fmla="*/ 124440 w 1728164"/>
              <a:gd name="csY720" fmla="*/ 1065273 h 1065273"/>
              <a:gd name="csX721" fmla="*/ 124613 w 1728164"/>
              <a:gd name="csY721" fmla="*/ 1065273 h 1065273"/>
              <a:gd name="csX722" fmla="*/ 124786 w 1728164"/>
              <a:gd name="csY722" fmla="*/ 1065273 h 1065273"/>
              <a:gd name="csX723" fmla="*/ 124959 w 1728164"/>
              <a:gd name="csY723" fmla="*/ 1065273 h 1065273"/>
              <a:gd name="csX724" fmla="*/ 125131 w 1728164"/>
              <a:gd name="csY724" fmla="*/ 1065273 h 1065273"/>
              <a:gd name="csX725" fmla="*/ 125305 w 1728164"/>
              <a:gd name="csY725" fmla="*/ 1065273 h 1065273"/>
              <a:gd name="csX726" fmla="*/ 125477 w 1728164"/>
              <a:gd name="csY726" fmla="*/ 1065273 h 1065273"/>
              <a:gd name="csX727" fmla="*/ 125650 w 1728164"/>
              <a:gd name="csY727" fmla="*/ 1065273 h 1065273"/>
              <a:gd name="csX728" fmla="*/ 125823 w 1728164"/>
              <a:gd name="csY728" fmla="*/ 1065273 h 1065273"/>
              <a:gd name="csX729" fmla="*/ 125996 w 1728164"/>
              <a:gd name="csY729" fmla="*/ 1065273 h 1065273"/>
              <a:gd name="csX730" fmla="*/ 126169 w 1728164"/>
              <a:gd name="csY730" fmla="*/ 1065273 h 1065273"/>
              <a:gd name="csX731" fmla="*/ 126341 w 1728164"/>
              <a:gd name="csY731" fmla="*/ 1065273 h 1065273"/>
              <a:gd name="csX732" fmla="*/ 126514 w 1728164"/>
              <a:gd name="csY732" fmla="*/ 1065273 h 1065273"/>
              <a:gd name="csX733" fmla="*/ 126687 w 1728164"/>
              <a:gd name="csY733" fmla="*/ 1065273 h 1065273"/>
              <a:gd name="csX734" fmla="*/ 126860 w 1728164"/>
              <a:gd name="csY734" fmla="*/ 1065273 h 1065273"/>
              <a:gd name="csX735" fmla="*/ 127032 w 1728164"/>
              <a:gd name="csY735" fmla="*/ 1065273 h 1065273"/>
              <a:gd name="csX736" fmla="*/ 127206 w 1728164"/>
              <a:gd name="csY736" fmla="*/ 1065273 h 1065273"/>
              <a:gd name="csX737" fmla="*/ 127378 w 1728164"/>
              <a:gd name="csY737" fmla="*/ 1065273 h 1065273"/>
              <a:gd name="csX738" fmla="*/ 127551 w 1728164"/>
              <a:gd name="csY738" fmla="*/ 1065273 h 1065273"/>
              <a:gd name="csX739" fmla="*/ 127724 w 1728164"/>
              <a:gd name="csY739" fmla="*/ 1065273 h 1065273"/>
              <a:gd name="csX740" fmla="*/ 127897 w 1728164"/>
              <a:gd name="csY740" fmla="*/ 1065273 h 1065273"/>
              <a:gd name="csX741" fmla="*/ 128070 w 1728164"/>
              <a:gd name="csY741" fmla="*/ 1065273 h 1065273"/>
              <a:gd name="csX742" fmla="*/ 128242 w 1728164"/>
              <a:gd name="csY742" fmla="*/ 1065273 h 1065273"/>
              <a:gd name="csX743" fmla="*/ 128415 w 1728164"/>
              <a:gd name="csY743" fmla="*/ 1065273 h 1065273"/>
              <a:gd name="csX744" fmla="*/ 128588 w 1728164"/>
              <a:gd name="csY744" fmla="*/ 1065273 h 1065273"/>
              <a:gd name="csX745" fmla="*/ 128761 w 1728164"/>
              <a:gd name="csY745" fmla="*/ 1065273 h 1065273"/>
              <a:gd name="csX746" fmla="*/ 128934 w 1728164"/>
              <a:gd name="csY746" fmla="*/ 1065273 h 1065273"/>
              <a:gd name="csX747" fmla="*/ 129107 w 1728164"/>
              <a:gd name="csY747" fmla="*/ 1065273 h 1065273"/>
              <a:gd name="csX748" fmla="*/ 129280 w 1728164"/>
              <a:gd name="csY748" fmla="*/ 1065273 h 1065273"/>
              <a:gd name="csX749" fmla="*/ 129452 w 1728164"/>
              <a:gd name="csY749" fmla="*/ 1065273 h 1065273"/>
              <a:gd name="csX750" fmla="*/ 129625 w 1728164"/>
              <a:gd name="csY750" fmla="*/ 1065273 h 1065273"/>
              <a:gd name="csX751" fmla="*/ 129798 w 1728164"/>
              <a:gd name="csY751" fmla="*/ 1065273 h 1065273"/>
              <a:gd name="csX752" fmla="*/ 129971 w 1728164"/>
              <a:gd name="csY752" fmla="*/ 1065273 h 1065273"/>
              <a:gd name="csX753" fmla="*/ 130144 w 1728164"/>
              <a:gd name="csY753" fmla="*/ 1065273 h 1065273"/>
              <a:gd name="csX754" fmla="*/ 130316 w 1728164"/>
              <a:gd name="csY754" fmla="*/ 1065273 h 1065273"/>
              <a:gd name="csX755" fmla="*/ 130490 w 1728164"/>
              <a:gd name="csY755" fmla="*/ 1065273 h 1065273"/>
              <a:gd name="csX756" fmla="*/ 130662 w 1728164"/>
              <a:gd name="csY756" fmla="*/ 1065273 h 1065273"/>
              <a:gd name="csX757" fmla="*/ 130835 w 1728164"/>
              <a:gd name="csY757" fmla="*/ 1065273 h 1065273"/>
              <a:gd name="csX758" fmla="*/ 131008 w 1728164"/>
              <a:gd name="csY758" fmla="*/ 1065273 h 1065273"/>
              <a:gd name="csX759" fmla="*/ 131181 w 1728164"/>
              <a:gd name="csY759" fmla="*/ 1065273 h 1065273"/>
              <a:gd name="csX760" fmla="*/ 131353 w 1728164"/>
              <a:gd name="csY760" fmla="*/ 1065273 h 1065273"/>
              <a:gd name="csX761" fmla="*/ 131526 w 1728164"/>
              <a:gd name="csY761" fmla="*/ 1065273 h 1065273"/>
              <a:gd name="csX762" fmla="*/ 131700 w 1728164"/>
              <a:gd name="csY762" fmla="*/ 1065273 h 1065273"/>
              <a:gd name="csX763" fmla="*/ 131872 w 1728164"/>
              <a:gd name="csY763" fmla="*/ 1065273 h 1065273"/>
              <a:gd name="csX764" fmla="*/ 132045 w 1728164"/>
              <a:gd name="csY764" fmla="*/ 1065273 h 1065273"/>
              <a:gd name="csX765" fmla="*/ 132217 w 1728164"/>
              <a:gd name="csY765" fmla="*/ 1065273 h 1065273"/>
              <a:gd name="csX766" fmla="*/ 132391 w 1728164"/>
              <a:gd name="csY766" fmla="*/ 1065273 h 1065273"/>
              <a:gd name="csX767" fmla="*/ 132563 w 1728164"/>
              <a:gd name="csY767" fmla="*/ 1065273 h 1065273"/>
              <a:gd name="csX768" fmla="*/ 132736 w 1728164"/>
              <a:gd name="csY768" fmla="*/ 1065273 h 1065273"/>
              <a:gd name="csX769" fmla="*/ 132909 w 1728164"/>
              <a:gd name="csY769" fmla="*/ 1065273 h 1065273"/>
              <a:gd name="csX770" fmla="*/ 133082 w 1728164"/>
              <a:gd name="csY770" fmla="*/ 1065273 h 1065273"/>
              <a:gd name="csX771" fmla="*/ 133255 w 1728164"/>
              <a:gd name="csY771" fmla="*/ 1065273 h 1065273"/>
              <a:gd name="csX772" fmla="*/ 133427 w 1728164"/>
              <a:gd name="csY772" fmla="*/ 1065273 h 1065273"/>
              <a:gd name="csX773" fmla="*/ 133601 w 1728164"/>
              <a:gd name="csY773" fmla="*/ 1065273 h 1065273"/>
              <a:gd name="csX774" fmla="*/ 133773 w 1728164"/>
              <a:gd name="csY774" fmla="*/ 1065273 h 1065273"/>
              <a:gd name="csX775" fmla="*/ 133946 w 1728164"/>
              <a:gd name="csY775" fmla="*/ 1065273 h 1065273"/>
              <a:gd name="csX776" fmla="*/ 134118 w 1728164"/>
              <a:gd name="csY776" fmla="*/ 1065273 h 1065273"/>
              <a:gd name="csX777" fmla="*/ 134292 w 1728164"/>
              <a:gd name="csY777" fmla="*/ 1065273 h 1065273"/>
              <a:gd name="csX778" fmla="*/ 134465 w 1728164"/>
              <a:gd name="csY778" fmla="*/ 1065273 h 1065273"/>
              <a:gd name="csX779" fmla="*/ 134637 w 1728164"/>
              <a:gd name="csY779" fmla="*/ 1065273 h 1065273"/>
              <a:gd name="csX780" fmla="*/ 134811 w 1728164"/>
              <a:gd name="csY780" fmla="*/ 1065273 h 1065273"/>
              <a:gd name="csX781" fmla="*/ 134983 w 1728164"/>
              <a:gd name="csY781" fmla="*/ 1065273 h 1065273"/>
              <a:gd name="csX782" fmla="*/ 135156 w 1728164"/>
              <a:gd name="csY782" fmla="*/ 1065273 h 1065273"/>
              <a:gd name="csX783" fmla="*/ 135328 w 1728164"/>
              <a:gd name="csY783" fmla="*/ 1065273 h 1065273"/>
              <a:gd name="csX784" fmla="*/ 135502 w 1728164"/>
              <a:gd name="csY784" fmla="*/ 1065273 h 1065273"/>
              <a:gd name="csX785" fmla="*/ 135674 w 1728164"/>
              <a:gd name="csY785" fmla="*/ 1065273 h 1065273"/>
              <a:gd name="csX786" fmla="*/ 135847 w 1728164"/>
              <a:gd name="csY786" fmla="*/ 1065273 h 1065273"/>
              <a:gd name="csX787" fmla="*/ 136020 w 1728164"/>
              <a:gd name="csY787" fmla="*/ 1065273 h 1065273"/>
              <a:gd name="csX788" fmla="*/ 136193 w 1728164"/>
              <a:gd name="csY788" fmla="*/ 1065273 h 1065273"/>
              <a:gd name="csX789" fmla="*/ 136366 w 1728164"/>
              <a:gd name="csY789" fmla="*/ 1065273 h 1065273"/>
              <a:gd name="csX790" fmla="*/ 136538 w 1728164"/>
              <a:gd name="csY790" fmla="*/ 1065273 h 1065273"/>
              <a:gd name="csX791" fmla="*/ 136712 w 1728164"/>
              <a:gd name="csY791" fmla="*/ 1065273 h 1065273"/>
              <a:gd name="csX792" fmla="*/ 136884 w 1728164"/>
              <a:gd name="csY792" fmla="*/ 1065273 h 1065273"/>
              <a:gd name="csX793" fmla="*/ 137057 w 1728164"/>
              <a:gd name="csY793" fmla="*/ 1065273 h 1065273"/>
              <a:gd name="csX794" fmla="*/ 137230 w 1728164"/>
              <a:gd name="csY794" fmla="*/ 1065273 h 1065273"/>
              <a:gd name="csX795" fmla="*/ 137403 w 1728164"/>
              <a:gd name="csY795" fmla="*/ 1065273 h 1065273"/>
              <a:gd name="csX796" fmla="*/ 137576 w 1728164"/>
              <a:gd name="csY796" fmla="*/ 1065273 h 1065273"/>
              <a:gd name="csX797" fmla="*/ 137748 w 1728164"/>
              <a:gd name="csY797" fmla="*/ 1065273 h 1065273"/>
              <a:gd name="csX798" fmla="*/ 137921 w 1728164"/>
              <a:gd name="csY798" fmla="*/ 1065273 h 1065273"/>
              <a:gd name="csX799" fmla="*/ 138094 w 1728164"/>
              <a:gd name="csY799" fmla="*/ 1065273 h 1065273"/>
              <a:gd name="csX800" fmla="*/ 138267 w 1728164"/>
              <a:gd name="csY800" fmla="*/ 1065273 h 1065273"/>
              <a:gd name="csX801" fmla="*/ 138439 w 1728164"/>
              <a:gd name="csY801" fmla="*/ 1065273 h 1065273"/>
              <a:gd name="csX802" fmla="*/ 138613 w 1728164"/>
              <a:gd name="csY802" fmla="*/ 1065273 h 1065273"/>
              <a:gd name="csX803" fmla="*/ 138786 w 1728164"/>
              <a:gd name="csY803" fmla="*/ 1065273 h 1065273"/>
              <a:gd name="csX804" fmla="*/ 138958 w 1728164"/>
              <a:gd name="csY804" fmla="*/ 1065273 h 1065273"/>
              <a:gd name="csX805" fmla="*/ 139131 w 1728164"/>
              <a:gd name="csY805" fmla="*/ 1065273 h 1065273"/>
              <a:gd name="csX806" fmla="*/ 139304 w 1728164"/>
              <a:gd name="csY806" fmla="*/ 1065273 h 1065273"/>
              <a:gd name="csX807" fmla="*/ 139477 w 1728164"/>
              <a:gd name="csY807" fmla="*/ 1065273 h 1065273"/>
              <a:gd name="csX808" fmla="*/ 139649 w 1728164"/>
              <a:gd name="csY808" fmla="*/ 1065273 h 1065273"/>
              <a:gd name="csX809" fmla="*/ 139822 w 1728164"/>
              <a:gd name="csY809" fmla="*/ 1065273 h 1065273"/>
              <a:gd name="csX810" fmla="*/ 139995 w 1728164"/>
              <a:gd name="csY810" fmla="*/ 1065273 h 1065273"/>
              <a:gd name="csX811" fmla="*/ 140168 w 1728164"/>
              <a:gd name="csY811" fmla="*/ 1065273 h 1065273"/>
              <a:gd name="csX812" fmla="*/ 140341 w 1728164"/>
              <a:gd name="csY812" fmla="*/ 1065273 h 1065273"/>
              <a:gd name="csX813" fmla="*/ 140514 w 1728164"/>
              <a:gd name="csY813" fmla="*/ 1065273 h 1065273"/>
              <a:gd name="csX814" fmla="*/ 140687 w 1728164"/>
              <a:gd name="csY814" fmla="*/ 1065273 h 1065273"/>
              <a:gd name="csX815" fmla="*/ 140859 w 1728164"/>
              <a:gd name="csY815" fmla="*/ 1065273 h 1065273"/>
              <a:gd name="csX816" fmla="*/ 141032 w 1728164"/>
              <a:gd name="csY816" fmla="*/ 1065273 h 1065273"/>
              <a:gd name="csX817" fmla="*/ 141205 w 1728164"/>
              <a:gd name="csY817" fmla="*/ 1065273 h 1065273"/>
              <a:gd name="csX818" fmla="*/ 141378 w 1728164"/>
              <a:gd name="csY818" fmla="*/ 1065273 h 1065273"/>
              <a:gd name="csX819" fmla="*/ 141551 w 1728164"/>
              <a:gd name="csY819" fmla="*/ 1065265 h 1065273"/>
              <a:gd name="csX820" fmla="*/ 141723 w 1728164"/>
              <a:gd name="csY820" fmla="*/ 1065265 h 1065273"/>
              <a:gd name="csX821" fmla="*/ 141897 w 1728164"/>
              <a:gd name="csY821" fmla="*/ 1065265 h 1065273"/>
              <a:gd name="csX822" fmla="*/ 142069 w 1728164"/>
              <a:gd name="csY822" fmla="*/ 1065265 h 1065273"/>
              <a:gd name="csX823" fmla="*/ 142242 w 1728164"/>
              <a:gd name="csY823" fmla="*/ 1065265 h 1065273"/>
              <a:gd name="csX824" fmla="*/ 142415 w 1728164"/>
              <a:gd name="csY824" fmla="*/ 1065265 h 1065273"/>
              <a:gd name="csX825" fmla="*/ 142588 w 1728164"/>
              <a:gd name="csY825" fmla="*/ 1065265 h 1065273"/>
              <a:gd name="csX826" fmla="*/ 142760 w 1728164"/>
              <a:gd name="csY826" fmla="*/ 1065265 h 1065273"/>
              <a:gd name="csX827" fmla="*/ 142933 w 1728164"/>
              <a:gd name="csY827" fmla="*/ 1065265 h 1065273"/>
              <a:gd name="csX828" fmla="*/ 143107 w 1728164"/>
              <a:gd name="csY828" fmla="*/ 1065265 h 1065273"/>
              <a:gd name="csX829" fmla="*/ 143279 w 1728164"/>
              <a:gd name="csY829" fmla="*/ 1065265 h 1065273"/>
              <a:gd name="csX830" fmla="*/ 143452 w 1728164"/>
              <a:gd name="csY830" fmla="*/ 1065265 h 1065273"/>
              <a:gd name="csX831" fmla="*/ 143624 w 1728164"/>
              <a:gd name="csY831" fmla="*/ 1065265 h 1065273"/>
              <a:gd name="csX832" fmla="*/ 143798 w 1728164"/>
              <a:gd name="csY832" fmla="*/ 1065265 h 1065273"/>
              <a:gd name="csX833" fmla="*/ 143970 w 1728164"/>
              <a:gd name="csY833" fmla="*/ 1065265 h 1065273"/>
              <a:gd name="csX834" fmla="*/ 144143 w 1728164"/>
              <a:gd name="csY834" fmla="*/ 1065265 h 1065273"/>
              <a:gd name="csX835" fmla="*/ 144316 w 1728164"/>
              <a:gd name="csY835" fmla="*/ 1065265 h 1065273"/>
              <a:gd name="csX836" fmla="*/ 144489 w 1728164"/>
              <a:gd name="csY836" fmla="*/ 1065265 h 1065273"/>
              <a:gd name="csX837" fmla="*/ 144662 w 1728164"/>
              <a:gd name="csY837" fmla="*/ 1065265 h 1065273"/>
              <a:gd name="csX838" fmla="*/ 144834 w 1728164"/>
              <a:gd name="csY838" fmla="*/ 1065265 h 1065273"/>
              <a:gd name="csX839" fmla="*/ 145008 w 1728164"/>
              <a:gd name="csY839" fmla="*/ 1065265 h 1065273"/>
              <a:gd name="csX840" fmla="*/ 145180 w 1728164"/>
              <a:gd name="csY840" fmla="*/ 1065265 h 1065273"/>
              <a:gd name="csX841" fmla="*/ 145353 w 1728164"/>
              <a:gd name="csY841" fmla="*/ 1065265 h 1065273"/>
              <a:gd name="csX842" fmla="*/ 145525 w 1728164"/>
              <a:gd name="csY842" fmla="*/ 1065265 h 1065273"/>
              <a:gd name="csX843" fmla="*/ 145699 w 1728164"/>
              <a:gd name="csY843" fmla="*/ 1065265 h 1065273"/>
              <a:gd name="csX844" fmla="*/ 145872 w 1728164"/>
              <a:gd name="csY844" fmla="*/ 1065265 h 1065273"/>
              <a:gd name="csX845" fmla="*/ 146044 w 1728164"/>
              <a:gd name="csY845" fmla="*/ 1065265 h 1065273"/>
              <a:gd name="csX846" fmla="*/ 146218 w 1728164"/>
              <a:gd name="csY846" fmla="*/ 1065265 h 1065273"/>
              <a:gd name="csX847" fmla="*/ 146390 w 1728164"/>
              <a:gd name="csY847" fmla="*/ 1065265 h 1065273"/>
              <a:gd name="csX848" fmla="*/ 146563 w 1728164"/>
              <a:gd name="csY848" fmla="*/ 1065265 h 1065273"/>
              <a:gd name="csX849" fmla="*/ 146735 w 1728164"/>
              <a:gd name="csY849" fmla="*/ 1065265 h 1065273"/>
              <a:gd name="csX850" fmla="*/ 146909 w 1728164"/>
              <a:gd name="csY850" fmla="*/ 1065265 h 1065273"/>
              <a:gd name="csX851" fmla="*/ 147081 w 1728164"/>
              <a:gd name="csY851" fmla="*/ 1065265 h 1065273"/>
              <a:gd name="csX852" fmla="*/ 147254 w 1728164"/>
              <a:gd name="csY852" fmla="*/ 1065265 h 1065273"/>
              <a:gd name="csX853" fmla="*/ 147427 w 1728164"/>
              <a:gd name="csY853" fmla="*/ 1065265 h 1065273"/>
              <a:gd name="csX854" fmla="*/ 147600 w 1728164"/>
              <a:gd name="csY854" fmla="*/ 1065265 h 1065273"/>
              <a:gd name="csX855" fmla="*/ 147773 w 1728164"/>
              <a:gd name="csY855" fmla="*/ 1065265 h 1065273"/>
              <a:gd name="csX856" fmla="*/ 147945 w 1728164"/>
              <a:gd name="csY856" fmla="*/ 1065265 h 1065273"/>
              <a:gd name="csX857" fmla="*/ 148119 w 1728164"/>
              <a:gd name="csY857" fmla="*/ 1065265 h 1065273"/>
              <a:gd name="csX858" fmla="*/ 148291 w 1728164"/>
              <a:gd name="csY858" fmla="*/ 1065265 h 1065273"/>
              <a:gd name="csX859" fmla="*/ 148464 w 1728164"/>
              <a:gd name="csY859" fmla="*/ 1065265 h 1065273"/>
              <a:gd name="csX860" fmla="*/ 148637 w 1728164"/>
              <a:gd name="csY860" fmla="*/ 1065265 h 1065273"/>
              <a:gd name="csX861" fmla="*/ 148810 w 1728164"/>
              <a:gd name="csY861" fmla="*/ 1065265 h 1065273"/>
              <a:gd name="csX862" fmla="*/ 148983 w 1728164"/>
              <a:gd name="csY862" fmla="*/ 1065265 h 1065273"/>
              <a:gd name="csX863" fmla="*/ 149155 w 1728164"/>
              <a:gd name="csY863" fmla="*/ 1065265 h 1065273"/>
              <a:gd name="csX864" fmla="*/ 149328 w 1728164"/>
              <a:gd name="csY864" fmla="*/ 1065265 h 1065273"/>
              <a:gd name="csX865" fmla="*/ 149501 w 1728164"/>
              <a:gd name="csY865" fmla="*/ 1065265 h 1065273"/>
              <a:gd name="csX866" fmla="*/ 149674 w 1728164"/>
              <a:gd name="csY866" fmla="*/ 1065265 h 1065273"/>
              <a:gd name="csX867" fmla="*/ 149846 w 1728164"/>
              <a:gd name="csY867" fmla="*/ 1065265 h 1065273"/>
              <a:gd name="csX868" fmla="*/ 150020 w 1728164"/>
              <a:gd name="csY868" fmla="*/ 1065265 h 1065273"/>
              <a:gd name="csX869" fmla="*/ 150193 w 1728164"/>
              <a:gd name="csY869" fmla="*/ 1065265 h 1065273"/>
              <a:gd name="csX870" fmla="*/ 150365 w 1728164"/>
              <a:gd name="csY870" fmla="*/ 1065265 h 1065273"/>
              <a:gd name="csX871" fmla="*/ 150538 w 1728164"/>
              <a:gd name="csY871" fmla="*/ 1065265 h 1065273"/>
              <a:gd name="csX872" fmla="*/ 150711 w 1728164"/>
              <a:gd name="csY872" fmla="*/ 1065265 h 1065273"/>
              <a:gd name="csX873" fmla="*/ 150884 w 1728164"/>
              <a:gd name="csY873" fmla="*/ 1065265 h 1065273"/>
              <a:gd name="csX874" fmla="*/ 151056 w 1728164"/>
              <a:gd name="csY874" fmla="*/ 1065265 h 1065273"/>
              <a:gd name="csX875" fmla="*/ 151229 w 1728164"/>
              <a:gd name="csY875" fmla="*/ 1065265 h 1065273"/>
              <a:gd name="csX876" fmla="*/ 151402 w 1728164"/>
              <a:gd name="csY876" fmla="*/ 1065265 h 1065273"/>
              <a:gd name="csX877" fmla="*/ 151575 w 1728164"/>
              <a:gd name="csY877" fmla="*/ 1065265 h 1065273"/>
              <a:gd name="csX878" fmla="*/ 151748 w 1728164"/>
              <a:gd name="csY878" fmla="*/ 1065265 h 1065273"/>
              <a:gd name="csX879" fmla="*/ 151921 w 1728164"/>
              <a:gd name="csY879" fmla="*/ 1065265 h 1065273"/>
              <a:gd name="csX880" fmla="*/ 152094 w 1728164"/>
              <a:gd name="csY880" fmla="*/ 1065265 h 1065273"/>
              <a:gd name="csX881" fmla="*/ 152266 w 1728164"/>
              <a:gd name="csY881" fmla="*/ 1065265 h 1065273"/>
              <a:gd name="csX882" fmla="*/ 152439 w 1728164"/>
              <a:gd name="csY882" fmla="*/ 1065265 h 1065273"/>
              <a:gd name="csX883" fmla="*/ 152612 w 1728164"/>
              <a:gd name="csY883" fmla="*/ 1065265 h 1065273"/>
              <a:gd name="csX884" fmla="*/ 152785 w 1728164"/>
              <a:gd name="csY884" fmla="*/ 1065265 h 1065273"/>
              <a:gd name="csX885" fmla="*/ 152958 w 1728164"/>
              <a:gd name="csY885" fmla="*/ 1065265 h 1065273"/>
              <a:gd name="csX886" fmla="*/ 153130 w 1728164"/>
              <a:gd name="csY886" fmla="*/ 1065265 h 1065273"/>
              <a:gd name="csX887" fmla="*/ 153304 w 1728164"/>
              <a:gd name="csY887" fmla="*/ 1065265 h 1065273"/>
              <a:gd name="csX888" fmla="*/ 153476 w 1728164"/>
              <a:gd name="csY888" fmla="*/ 1065265 h 1065273"/>
              <a:gd name="csX889" fmla="*/ 153649 w 1728164"/>
              <a:gd name="csY889" fmla="*/ 1065265 h 1065273"/>
              <a:gd name="csX890" fmla="*/ 153822 w 1728164"/>
              <a:gd name="csY890" fmla="*/ 1065265 h 1065273"/>
              <a:gd name="csX891" fmla="*/ 153995 w 1728164"/>
              <a:gd name="csY891" fmla="*/ 1065265 h 1065273"/>
              <a:gd name="csX892" fmla="*/ 154167 w 1728164"/>
              <a:gd name="csY892" fmla="*/ 1065265 h 1065273"/>
              <a:gd name="csX893" fmla="*/ 154340 w 1728164"/>
              <a:gd name="csY893" fmla="*/ 1065265 h 1065273"/>
              <a:gd name="csX894" fmla="*/ 154514 w 1728164"/>
              <a:gd name="csY894" fmla="*/ 1065265 h 1065273"/>
              <a:gd name="csX895" fmla="*/ 154686 w 1728164"/>
              <a:gd name="csY895" fmla="*/ 1065265 h 1065273"/>
              <a:gd name="csX896" fmla="*/ 154859 w 1728164"/>
              <a:gd name="csY896" fmla="*/ 1065256 h 1065273"/>
              <a:gd name="csX897" fmla="*/ 155031 w 1728164"/>
              <a:gd name="csY897" fmla="*/ 1065256 h 1065273"/>
              <a:gd name="csX898" fmla="*/ 155205 w 1728164"/>
              <a:gd name="csY898" fmla="*/ 1065256 h 1065273"/>
              <a:gd name="csX899" fmla="*/ 155377 w 1728164"/>
              <a:gd name="csY899" fmla="*/ 1065256 h 1065273"/>
              <a:gd name="csX900" fmla="*/ 155550 w 1728164"/>
              <a:gd name="csY900" fmla="*/ 1065256 h 1065273"/>
              <a:gd name="csX901" fmla="*/ 155723 w 1728164"/>
              <a:gd name="csY901" fmla="*/ 1065256 h 1065273"/>
              <a:gd name="csX902" fmla="*/ 155896 w 1728164"/>
              <a:gd name="csY902" fmla="*/ 1065256 h 1065273"/>
              <a:gd name="csX903" fmla="*/ 156069 w 1728164"/>
              <a:gd name="csY903" fmla="*/ 1065256 h 1065273"/>
              <a:gd name="csX904" fmla="*/ 156241 w 1728164"/>
              <a:gd name="csY904" fmla="*/ 1065256 h 1065273"/>
              <a:gd name="csX905" fmla="*/ 156415 w 1728164"/>
              <a:gd name="csY905" fmla="*/ 1065256 h 1065273"/>
              <a:gd name="csX906" fmla="*/ 156587 w 1728164"/>
              <a:gd name="csY906" fmla="*/ 1065256 h 1065273"/>
              <a:gd name="csX907" fmla="*/ 156760 w 1728164"/>
              <a:gd name="csY907" fmla="*/ 1065256 h 1065273"/>
              <a:gd name="csX908" fmla="*/ 156933 w 1728164"/>
              <a:gd name="csY908" fmla="*/ 1065256 h 1065273"/>
              <a:gd name="csX909" fmla="*/ 157106 w 1728164"/>
              <a:gd name="csY909" fmla="*/ 1065256 h 1065273"/>
              <a:gd name="csX910" fmla="*/ 157279 w 1728164"/>
              <a:gd name="csY910" fmla="*/ 1065256 h 1065273"/>
              <a:gd name="csX911" fmla="*/ 157451 w 1728164"/>
              <a:gd name="csY911" fmla="*/ 1065256 h 1065273"/>
              <a:gd name="csX912" fmla="*/ 157625 w 1728164"/>
              <a:gd name="csY912" fmla="*/ 1065256 h 1065273"/>
              <a:gd name="csX913" fmla="*/ 157797 w 1728164"/>
              <a:gd name="csY913" fmla="*/ 1065256 h 1065273"/>
              <a:gd name="csX914" fmla="*/ 157970 w 1728164"/>
              <a:gd name="csY914" fmla="*/ 1065256 h 1065273"/>
              <a:gd name="csX915" fmla="*/ 158142 w 1728164"/>
              <a:gd name="csY915" fmla="*/ 1065256 h 1065273"/>
              <a:gd name="csX916" fmla="*/ 158316 w 1728164"/>
              <a:gd name="csY916" fmla="*/ 1065256 h 1065273"/>
              <a:gd name="csX917" fmla="*/ 158488 w 1728164"/>
              <a:gd name="csY917" fmla="*/ 1065256 h 1065273"/>
              <a:gd name="csX918" fmla="*/ 158661 w 1728164"/>
              <a:gd name="csY918" fmla="*/ 1065256 h 1065273"/>
              <a:gd name="csX919" fmla="*/ 158834 w 1728164"/>
              <a:gd name="csY919" fmla="*/ 1065256 h 1065273"/>
              <a:gd name="csX920" fmla="*/ 159007 w 1728164"/>
              <a:gd name="csY920" fmla="*/ 1065256 h 1065273"/>
              <a:gd name="csX921" fmla="*/ 159180 w 1728164"/>
              <a:gd name="csY921" fmla="*/ 1065256 h 1065273"/>
              <a:gd name="csX922" fmla="*/ 159352 w 1728164"/>
              <a:gd name="csY922" fmla="*/ 1065256 h 1065273"/>
              <a:gd name="csX923" fmla="*/ 159526 w 1728164"/>
              <a:gd name="csY923" fmla="*/ 1065256 h 1065273"/>
              <a:gd name="csX924" fmla="*/ 159698 w 1728164"/>
              <a:gd name="csY924" fmla="*/ 1065256 h 1065273"/>
              <a:gd name="csX925" fmla="*/ 159871 w 1728164"/>
              <a:gd name="csY925" fmla="*/ 1065256 h 1065273"/>
              <a:gd name="csX926" fmla="*/ 160044 w 1728164"/>
              <a:gd name="csY926" fmla="*/ 1065256 h 1065273"/>
              <a:gd name="csX927" fmla="*/ 160217 w 1728164"/>
              <a:gd name="csY927" fmla="*/ 1065256 h 1065273"/>
              <a:gd name="csX928" fmla="*/ 160390 w 1728164"/>
              <a:gd name="csY928" fmla="*/ 1065256 h 1065273"/>
              <a:gd name="csX929" fmla="*/ 160562 w 1728164"/>
              <a:gd name="csY929" fmla="*/ 1065256 h 1065273"/>
              <a:gd name="csX930" fmla="*/ 160735 w 1728164"/>
              <a:gd name="csY930" fmla="*/ 1065256 h 1065273"/>
              <a:gd name="csX931" fmla="*/ 160908 w 1728164"/>
              <a:gd name="csY931" fmla="*/ 1065256 h 1065273"/>
              <a:gd name="csX932" fmla="*/ 161081 w 1728164"/>
              <a:gd name="csY932" fmla="*/ 1065256 h 1065273"/>
              <a:gd name="csX933" fmla="*/ 161254 w 1728164"/>
              <a:gd name="csY933" fmla="*/ 1065256 h 1065273"/>
              <a:gd name="csX934" fmla="*/ 161427 w 1728164"/>
              <a:gd name="csY934" fmla="*/ 1065256 h 1065273"/>
              <a:gd name="csX935" fmla="*/ 161600 w 1728164"/>
              <a:gd name="csY935" fmla="*/ 1065256 h 1065273"/>
              <a:gd name="csX936" fmla="*/ 161772 w 1728164"/>
              <a:gd name="csY936" fmla="*/ 1065256 h 1065273"/>
              <a:gd name="csX937" fmla="*/ 161945 w 1728164"/>
              <a:gd name="csY937" fmla="*/ 1065256 h 1065273"/>
              <a:gd name="csX938" fmla="*/ 162118 w 1728164"/>
              <a:gd name="csY938" fmla="*/ 1065256 h 1065273"/>
              <a:gd name="csX939" fmla="*/ 162291 w 1728164"/>
              <a:gd name="csY939" fmla="*/ 1065247 h 1065273"/>
              <a:gd name="csX940" fmla="*/ 162463 w 1728164"/>
              <a:gd name="csY940" fmla="*/ 1065247 h 1065273"/>
              <a:gd name="csX941" fmla="*/ 162636 w 1728164"/>
              <a:gd name="csY941" fmla="*/ 1065247 h 1065273"/>
              <a:gd name="csX942" fmla="*/ 162810 w 1728164"/>
              <a:gd name="csY942" fmla="*/ 1065247 h 1065273"/>
              <a:gd name="csX943" fmla="*/ 162982 w 1728164"/>
              <a:gd name="csY943" fmla="*/ 1065247 h 1065273"/>
              <a:gd name="csX944" fmla="*/ 163155 w 1728164"/>
              <a:gd name="csY944" fmla="*/ 1065247 h 1065273"/>
              <a:gd name="csX945" fmla="*/ 163328 w 1728164"/>
              <a:gd name="csY945" fmla="*/ 1065247 h 1065273"/>
              <a:gd name="csX946" fmla="*/ 163501 w 1728164"/>
              <a:gd name="csY946" fmla="*/ 1065247 h 1065273"/>
              <a:gd name="csX947" fmla="*/ 163673 w 1728164"/>
              <a:gd name="csY947" fmla="*/ 1065247 h 1065273"/>
              <a:gd name="csX948" fmla="*/ 163846 w 1728164"/>
              <a:gd name="csY948" fmla="*/ 1065247 h 1065273"/>
              <a:gd name="csX949" fmla="*/ 164019 w 1728164"/>
              <a:gd name="csY949" fmla="*/ 1065247 h 1065273"/>
              <a:gd name="csX950" fmla="*/ 164192 w 1728164"/>
              <a:gd name="csY950" fmla="*/ 1065247 h 1065273"/>
              <a:gd name="csX951" fmla="*/ 164365 w 1728164"/>
              <a:gd name="csY951" fmla="*/ 1065247 h 1065273"/>
              <a:gd name="csX952" fmla="*/ 164537 w 1728164"/>
              <a:gd name="csY952" fmla="*/ 1065247 h 1065273"/>
              <a:gd name="csX953" fmla="*/ 164711 w 1728164"/>
              <a:gd name="csY953" fmla="*/ 1065247 h 1065273"/>
              <a:gd name="csX954" fmla="*/ 164883 w 1728164"/>
              <a:gd name="csY954" fmla="*/ 1065247 h 1065273"/>
              <a:gd name="csX955" fmla="*/ 165056 w 1728164"/>
              <a:gd name="csY955" fmla="*/ 1065247 h 1065273"/>
              <a:gd name="csX956" fmla="*/ 165229 w 1728164"/>
              <a:gd name="csY956" fmla="*/ 1065247 h 1065273"/>
              <a:gd name="csX957" fmla="*/ 165402 w 1728164"/>
              <a:gd name="csY957" fmla="*/ 1065247 h 1065273"/>
              <a:gd name="csX958" fmla="*/ 165575 w 1728164"/>
              <a:gd name="csY958" fmla="*/ 1065247 h 1065273"/>
              <a:gd name="csX959" fmla="*/ 165747 w 1728164"/>
              <a:gd name="csY959" fmla="*/ 1065247 h 1065273"/>
              <a:gd name="csX960" fmla="*/ 165921 w 1728164"/>
              <a:gd name="csY960" fmla="*/ 1065247 h 1065273"/>
              <a:gd name="csX961" fmla="*/ 166093 w 1728164"/>
              <a:gd name="csY961" fmla="*/ 1065247 h 1065273"/>
              <a:gd name="csX962" fmla="*/ 166266 w 1728164"/>
              <a:gd name="csY962" fmla="*/ 1065247 h 1065273"/>
              <a:gd name="csX963" fmla="*/ 166438 w 1728164"/>
              <a:gd name="csY963" fmla="*/ 1065247 h 1065273"/>
              <a:gd name="csX964" fmla="*/ 166612 w 1728164"/>
              <a:gd name="csY964" fmla="*/ 1065247 h 1065273"/>
              <a:gd name="csX965" fmla="*/ 166784 w 1728164"/>
              <a:gd name="csY965" fmla="*/ 1065247 h 1065273"/>
              <a:gd name="csX966" fmla="*/ 166957 w 1728164"/>
              <a:gd name="csY966" fmla="*/ 1065247 h 1065273"/>
              <a:gd name="csX967" fmla="*/ 167131 w 1728164"/>
              <a:gd name="csY967" fmla="*/ 1065247 h 1065273"/>
              <a:gd name="csX968" fmla="*/ 167303 w 1728164"/>
              <a:gd name="csY968" fmla="*/ 1065247 h 1065273"/>
              <a:gd name="csX969" fmla="*/ 167476 w 1728164"/>
              <a:gd name="csY969" fmla="*/ 1065247 h 1065273"/>
              <a:gd name="csX970" fmla="*/ 167648 w 1728164"/>
              <a:gd name="csY970" fmla="*/ 1065238 h 1065273"/>
              <a:gd name="csX971" fmla="*/ 167822 w 1728164"/>
              <a:gd name="csY971" fmla="*/ 1065238 h 1065273"/>
              <a:gd name="csX972" fmla="*/ 167994 w 1728164"/>
              <a:gd name="csY972" fmla="*/ 1065238 h 1065273"/>
              <a:gd name="csX973" fmla="*/ 168167 w 1728164"/>
              <a:gd name="csY973" fmla="*/ 1065238 h 1065273"/>
              <a:gd name="csX974" fmla="*/ 168340 w 1728164"/>
              <a:gd name="csY974" fmla="*/ 1065238 h 1065273"/>
              <a:gd name="csX975" fmla="*/ 168513 w 1728164"/>
              <a:gd name="csY975" fmla="*/ 1065238 h 1065273"/>
              <a:gd name="csX976" fmla="*/ 168686 w 1728164"/>
              <a:gd name="csY976" fmla="*/ 1065238 h 1065273"/>
              <a:gd name="csX977" fmla="*/ 168858 w 1728164"/>
              <a:gd name="csY977" fmla="*/ 1065238 h 1065273"/>
              <a:gd name="csX978" fmla="*/ 169032 w 1728164"/>
              <a:gd name="csY978" fmla="*/ 1065238 h 1065273"/>
              <a:gd name="csX979" fmla="*/ 169204 w 1728164"/>
              <a:gd name="csY979" fmla="*/ 1065238 h 1065273"/>
              <a:gd name="csX980" fmla="*/ 169377 w 1728164"/>
              <a:gd name="csY980" fmla="*/ 1065238 h 1065273"/>
              <a:gd name="csX981" fmla="*/ 169549 w 1728164"/>
              <a:gd name="csY981" fmla="*/ 1065238 h 1065273"/>
              <a:gd name="csX982" fmla="*/ 169723 w 1728164"/>
              <a:gd name="csY982" fmla="*/ 1065238 h 1065273"/>
              <a:gd name="csX983" fmla="*/ 169896 w 1728164"/>
              <a:gd name="csY983" fmla="*/ 1065238 h 1065273"/>
              <a:gd name="csX984" fmla="*/ 170068 w 1728164"/>
              <a:gd name="csY984" fmla="*/ 1065238 h 1065273"/>
              <a:gd name="csX985" fmla="*/ 170241 w 1728164"/>
              <a:gd name="csY985" fmla="*/ 1065238 h 1065273"/>
              <a:gd name="csX986" fmla="*/ 170414 w 1728164"/>
              <a:gd name="csY986" fmla="*/ 1065238 h 1065273"/>
              <a:gd name="csX987" fmla="*/ 170587 w 1728164"/>
              <a:gd name="csY987" fmla="*/ 1065238 h 1065273"/>
              <a:gd name="csX988" fmla="*/ 170759 w 1728164"/>
              <a:gd name="csY988" fmla="*/ 1065238 h 1065273"/>
              <a:gd name="csX989" fmla="*/ 170933 w 1728164"/>
              <a:gd name="csY989" fmla="*/ 1065238 h 1065273"/>
              <a:gd name="csX990" fmla="*/ 171105 w 1728164"/>
              <a:gd name="csY990" fmla="*/ 1065238 h 1065273"/>
              <a:gd name="csX991" fmla="*/ 171278 w 1728164"/>
              <a:gd name="csY991" fmla="*/ 1065238 h 1065273"/>
              <a:gd name="csX992" fmla="*/ 171451 w 1728164"/>
              <a:gd name="csY992" fmla="*/ 1065238 h 1065273"/>
              <a:gd name="csX993" fmla="*/ 171624 w 1728164"/>
              <a:gd name="csY993" fmla="*/ 1065238 h 1065273"/>
              <a:gd name="csX994" fmla="*/ 171797 w 1728164"/>
              <a:gd name="csY994" fmla="*/ 1065229 h 1065273"/>
              <a:gd name="csX995" fmla="*/ 171969 w 1728164"/>
              <a:gd name="csY995" fmla="*/ 1065229 h 1065273"/>
              <a:gd name="csX996" fmla="*/ 172142 w 1728164"/>
              <a:gd name="csY996" fmla="*/ 1065229 h 1065273"/>
              <a:gd name="csX997" fmla="*/ 172315 w 1728164"/>
              <a:gd name="csY997" fmla="*/ 1065229 h 1065273"/>
              <a:gd name="csX998" fmla="*/ 172488 w 1728164"/>
              <a:gd name="csY998" fmla="*/ 1065229 h 1065273"/>
              <a:gd name="csX999" fmla="*/ 172661 w 1728164"/>
              <a:gd name="csY999" fmla="*/ 1065229 h 1065273"/>
              <a:gd name="csX1000" fmla="*/ 172834 w 1728164"/>
              <a:gd name="csY1000" fmla="*/ 1065229 h 1065273"/>
              <a:gd name="csX1001" fmla="*/ 173007 w 1728164"/>
              <a:gd name="csY1001" fmla="*/ 1065229 h 1065273"/>
              <a:gd name="csX1002" fmla="*/ 173179 w 1728164"/>
              <a:gd name="csY1002" fmla="*/ 1065229 h 1065273"/>
              <a:gd name="csX1003" fmla="*/ 173352 w 1728164"/>
              <a:gd name="csY1003" fmla="*/ 1065229 h 1065273"/>
              <a:gd name="csX1004" fmla="*/ 173525 w 1728164"/>
              <a:gd name="csY1004" fmla="*/ 1065229 h 1065273"/>
              <a:gd name="csX1005" fmla="*/ 173698 w 1728164"/>
              <a:gd name="csY1005" fmla="*/ 1065229 h 1065273"/>
              <a:gd name="csX1006" fmla="*/ 173870 w 1728164"/>
              <a:gd name="csY1006" fmla="*/ 1065229 h 1065273"/>
              <a:gd name="csX1007" fmla="*/ 174043 w 1728164"/>
              <a:gd name="csY1007" fmla="*/ 1065229 h 1065273"/>
              <a:gd name="csX1008" fmla="*/ 174217 w 1728164"/>
              <a:gd name="csY1008" fmla="*/ 1065229 h 1065273"/>
              <a:gd name="csX1009" fmla="*/ 174389 w 1728164"/>
              <a:gd name="csY1009" fmla="*/ 1065229 h 1065273"/>
              <a:gd name="csX1010" fmla="*/ 174562 w 1728164"/>
              <a:gd name="csY1010" fmla="*/ 1065229 h 1065273"/>
              <a:gd name="csX1011" fmla="*/ 174735 w 1728164"/>
              <a:gd name="csY1011" fmla="*/ 1065229 h 1065273"/>
              <a:gd name="csX1012" fmla="*/ 174908 w 1728164"/>
              <a:gd name="csY1012" fmla="*/ 1065229 h 1065273"/>
              <a:gd name="csX1013" fmla="*/ 175080 w 1728164"/>
              <a:gd name="csY1013" fmla="*/ 1065229 h 1065273"/>
              <a:gd name="csX1014" fmla="*/ 175253 w 1728164"/>
              <a:gd name="csY1014" fmla="*/ 1065220 h 1065273"/>
              <a:gd name="csX1015" fmla="*/ 175426 w 1728164"/>
              <a:gd name="csY1015" fmla="*/ 1065220 h 1065273"/>
              <a:gd name="csX1016" fmla="*/ 175599 w 1728164"/>
              <a:gd name="csY1016" fmla="*/ 1065220 h 1065273"/>
              <a:gd name="csX1017" fmla="*/ 175772 w 1728164"/>
              <a:gd name="csY1017" fmla="*/ 1065220 h 1065273"/>
              <a:gd name="csX1018" fmla="*/ 175944 w 1728164"/>
              <a:gd name="csY1018" fmla="*/ 1065220 h 1065273"/>
              <a:gd name="csX1019" fmla="*/ 176118 w 1728164"/>
              <a:gd name="csY1019" fmla="*/ 1065220 h 1065273"/>
              <a:gd name="csX1020" fmla="*/ 176290 w 1728164"/>
              <a:gd name="csY1020" fmla="*/ 1065220 h 1065273"/>
              <a:gd name="csX1021" fmla="*/ 176463 w 1728164"/>
              <a:gd name="csY1021" fmla="*/ 1065220 h 1065273"/>
              <a:gd name="csX1022" fmla="*/ 176636 w 1728164"/>
              <a:gd name="csY1022" fmla="*/ 1065220 h 1065273"/>
              <a:gd name="csX1023" fmla="*/ 176809 w 1728164"/>
              <a:gd name="csY1023" fmla="*/ 1065220 h 1065273"/>
              <a:gd name="csX1024" fmla="*/ 176982 w 1728164"/>
              <a:gd name="csY1024" fmla="*/ 1065220 h 1065273"/>
              <a:gd name="csX1025" fmla="*/ 177154 w 1728164"/>
              <a:gd name="csY1025" fmla="*/ 1065220 h 1065273"/>
              <a:gd name="csX1026" fmla="*/ 177328 w 1728164"/>
              <a:gd name="csY1026" fmla="*/ 1065220 h 1065273"/>
              <a:gd name="csX1027" fmla="*/ 177500 w 1728164"/>
              <a:gd name="csY1027" fmla="*/ 1065220 h 1065273"/>
              <a:gd name="csX1028" fmla="*/ 177673 w 1728164"/>
              <a:gd name="csY1028" fmla="*/ 1065220 h 1065273"/>
              <a:gd name="csX1029" fmla="*/ 177845 w 1728164"/>
              <a:gd name="csY1029" fmla="*/ 1065220 h 1065273"/>
              <a:gd name="csX1030" fmla="*/ 178019 w 1728164"/>
              <a:gd name="csY1030" fmla="*/ 1065220 h 1065273"/>
              <a:gd name="csX1031" fmla="*/ 178191 w 1728164"/>
              <a:gd name="csY1031" fmla="*/ 1065211 h 1065273"/>
              <a:gd name="csX1032" fmla="*/ 178364 w 1728164"/>
              <a:gd name="csY1032" fmla="*/ 1065211 h 1065273"/>
              <a:gd name="csX1033" fmla="*/ 178538 w 1728164"/>
              <a:gd name="csY1033" fmla="*/ 1065211 h 1065273"/>
              <a:gd name="csX1034" fmla="*/ 178710 w 1728164"/>
              <a:gd name="csY1034" fmla="*/ 1065211 h 1065273"/>
              <a:gd name="csX1035" fmla="*/ 178883 w 1728164"/>
              <a:gd name="csY1035" fmla="*/ 1065211 h 1065273"/>
              <a:gd name="csX1036" fmla="*/ 179055 w 1728164"/>
              <a:gd name="csY1036" fmla="*/ 1065211 h 1065273"/>
              <a:gd name="csX1037" fmla="*/ 179229 w 1728164"/>
              <a:gd name="csY1037" fmla="*/ 1065211 h 1065273"/>
              <a:gd name="csX1038" fmla="*/ 179401 w 1728164"/>
              <a:gd name="csY1038" fmla="*/ 1065211 h 1065273"/>
              <a:gd name="csX1039" fmla="*/ 179574 w 1728164"/>
              <a:gd name="csY1039" fmla="*/ 1065211 h 1065273"/>
              <a:gd name="csX1040" fmla="*/ 179747 w 1728164"/>
              <a:gd name="csY1040" fmla="*/ 1065211 h 1065273"/>
              <a:gd name="csX1041" fmla="*/ 179920 w 1728164"/>
              <a:gd name="csY1041" fmla="*/ 1065211 h 1065273"/>
              <a:gd name="csX1042" fmla="*/ 180093 w 1728164"/>
              <a:gd name="csY1042" fmla="*/ 1065211 h 1065273"/>
              <a:gd name="csX1043" fmla="*/ 180265 w 1728164"/>
              <a:gd name="csY1043" fmla="*/ 1065211 h 1065273"/>
              <a:gd name="csX1044" fmla="*/ 180439 w 1728164"/>
              <a:gd name="csY1044" fmla="*/ 1065211 h 1065273"/>
              <a:gd name="csX1045" fmla="*/ 180611 w 1728164"/>
              <a:gd name="csY1045" fmla="*/ 1065202 h 1065273"/>
              <a:gd name="csX1046" fmla="*/ 180784 w 1728164"/>
              <a:gd name="csY1046" fmla="*/ 1065202 h 1065273"/>
              <a:gd name="csX1047" fmla="*/ 180956 w 1728164"/>
              <a:gd name="csY1047" fmla="*/ 1065202 h 1065273"/>
              <a:gd name="csX1048" fmla="*/ 181130 w 1728164"/>
              <a:gd name="csY1048" fmla="*/ 1065202 h 1065273"/>
              <a:gd name="csX1049" fmla="*/ 181303 w 1728164"/>
              <a:gd name="csY1049" fmla="*/ 1065202 h 1065273"/>
              <a:gd name="csX1050" fmla="*/ 181475 w 1728164"/>
              <a:gd name="csY1050" fmla="*/ 1065202 h 1065273"/>
              <a:gd name="csX1051" fmla="*/ 181648 w 1728164"/>
              <a:gd name="csY1051" fmla="*/ 1065202 h 1065273"/>
              <a:gd name="csX1052" fmla="*/ 181821 w 1728164"/>
              <a:gd name="csY1052" fmla="*/ 1065202 h 1065273"/>
              <a:gd name="csX1053" fmla="*/ 181994 w 1728164"/>
              <a:gd name="csY1053" fmla="*/ 1065202 h 1065273"/>
              <a:gd name="csX1054" fmla="*/ 182166 w 1728164"/>
              <a:gd name="csY1054" fmla="*/ 1065202 h 1065273"/>
              <a:gd name="csX1055" fmla="*/ 182340 w 1728164"/>
              <a:gd name="csY1055" fmla="*/ 1065202 h 1065273"/>
              <a:gd name="csX1056" fmla="*/ 182512 w 1728164"/>
              <a:gd name="csY1056" fmla="*/ 1065202 h 1065273"/>
              <a:gd name="csX1057" fmla="*/ 182685 w 1728164"/>
              <a:gd name="csY1057" fmla="*/ 1065202 h 1065273"/>
              <a:gd name="csX1058" fmla="*/ 182858 w 1728164"/>
              <a:gd name="csY1058" fmla="*/ 1065193 h 1065273"/>
              <a:gd name="csX1059" fmla="*/ 183031 w 1728164"/>
              <a:gd name="csY1059" fmla="*/ 1065193 h 1065273"/>
              <a:gd name="csX1060" fmla="*/ 183204 w 1728164"/>
              <a:gd name="csY1060" fmla="*/ 1065193 h 1065273"/>
              <a:gd name="csX1061" fmla="*/ 183376 w 1728164"/>
              <a:gd name="csY1061" fmla="*/ 1065193 h 1065273"/>
              <a:gd name="csX1062" fmla="*/ 183549 w 1728164"/>
              <a:gd name="csY1062" fmla="*/ 1065193 h 1065273"/>
              <a:gd name="csX1063" fmla="*/ 183722 w 1728164"/>
              <a:gd name="csY1063" fmla="*/ 1065193 h 1065273"/>
              <a:gd name="csX1064" fmla="*/ 183895 w 1728164"/>
              <a:gd name="csY1064" fmla="*/ 1065193 h 1065273"/>
              <a:gd name="csX1065" fmla="*/ 184068 w 1728164"/>
              <a:gd name="csY1065" fmla="*/ 1065193 h 1065273"/>
              <a:gd name="csX1066" fmla="*/ 184241 w 1728164"/>
              <a:gd name="csY1066" fmla="*/ 1065193 h 1065273"/>
              <a:gd name="csX1067" fmla="*/ 184414 w 1728164"/>
              <a:gd name="csY1067" fmla="*/ 1065193 h 1065273"/>
              <a:gd name="csX1068" fmla="*/ 184586 w 1728164"/>
              <a:gd name="csY1068" fmla="*/ 1065193 h 1065273"/>
              <a:gd name="csX1069" fmla="*/ 184759 w 1728164"/>
              <a:gd name="csY1069" fmla="*/ 1065193 h 1065273"/>
              <a:gd name="csX1070" fmla="*/ 184932 w 1728164"/>
              <a:gd name="csY1070" fmla="*/ 1065184 h 1065273"/>
              <a:gd name="csX1071" fmla="*/ 185105 w 1728164"/>
              <a:gd name="csY1071" fmla="*/ 1065184 h 1065273"/>
              <a:gd name="csX1072" fmla="*/ 185277 w 1728164"/>
              <a:gd name="csY1072" fmla="*/ 1065184 h 1065273"/>
              <a:gd name="csX1073" fmla="*/ 185450 w 1728164"/>
              <a:gd name="csY1073" fmla="*/ 1065184 h 1065273"/>
              <a:gd name="csX1074" fmla="*/ 185624 w 1728164"/>
              <a:gd name="csY1074" fmla="*/ 1065184 h 1065273"/>
              <a:gd name="csX1075" fmla="*/ 185796 w 1728164"/>
              <a:gd name="csY1075" fmla="*/ 1065184 h 1065273"/>
              <a:gd name="csX1076" fmla="*/ 185969 w 1728164"/>
              <a:gd name="csY1076" fmla="*/ 1065184 h 1065273"/>
              <a:gd name="csX1077" fmla="*/ 186142 w 1728164"/>
              <a:gd name="csY1077" fmla="*/ 1065184 h 1065273"/>
              <a:gd name="csX1078" fmla="*/ 186315 w 1728164"/>
              <a:gd name="csY1078" fmla="*/ 1065184 h 1065273"/>
              <a:gd name="csX1079" fmla="*/ 186487 w 1728164"/>
              <a:gd name="csY1079" fmla="*/ 1065184 h 1065273"/>
              <a:gd name="csX1080" fmla="*/ 186660 w 1728164"/>
              <a:gd name="csY1080" fmla="*/ 1065184 h 1065273"/>
              <a:gd name="csX1081" fmla="*/ 186833 w 1728164"/>
              <a:gd name="csY1081" fmla="*/ 1065176 h 1065273"/>
              <a:gd name="csX1082" fmla="*/ 187006 w 1728164"/>
              <a:gd name="csY1082" fmla="*/ 1065176 h 1065273"/>
              <a:gd name="csX1083" fmla="*/ 187179 w 1728164"/>
              <a:gd name="csY1083" fmla="*/ 1065176 h 1065273"/>
              <a:gd name="csX1084" fmla="*/ 187351 w 1728164"/>
              <a:gd name="csY1084" fmla="*/ 1065176 h 1065273"/>
              <a:gd name="csX1085" fmla="*/ 187525 w 1728164"/>
              <a:gd name="csY1085" fmla="*/ 1065176 h 1065273"/>
              <a:gd name="csX1086" fmla="*/ 187697 w 1728164"/>
              <a:gd name="csY1086" fmla="*/ 1065176 h 1065273"/>
              <a:gd name="csX1087" fmla="*/ 187870 w 1728164"/>
              <a:gd name="csY1087" fmla="*/ 1065176 h 1065273"/>
              <a:gd name="csX1088" fmla="*/ 188043 w 1728164"/>
              <a:gd name="csY1088" fmla="*/ 1065176 h 1065273"/>
              <a:gd name="csX1089" fmla="*/ 188216 w 1728164"/>
              <a:gd name="csY1089" fmla="*/ 1065176 h 1065273"/>
              <a:gd name="csX1090" fmla="*/ 188389 w 1728164"/>
              <a:gd name="csY1090" fmla="*/ 1065176 h 1065273"/>
              <a:gd name="csX1091" fmla="*/ 188561 w 1728164"/>
              <a:gd name="csY1091" fmla="*/ 1065167 h 1065273"/>
              <a:gd name="csX1092" fmla="*/ 188735 w 1728164"/>
              <a:gd name="csY1092" fmla="*/ 1065167 h 1065273"/>
              <a:gd name="csX1093" fmla="*/ 188907 w 1728164"/>
              <a:gd name="csY1093" fmla="*/ 1065167 h 1065273"/>
              <a:gd name="csX1094" fmla="*/ 189080 w 1728164"/>
              <a:gd name="csY1094" fmla="*/ 1065167 h 1065273"/>
              <a:gd name="csX1095" fmla="*/ 189252 w 1728164"/>
              <a:gd name="csY1095" fmla="*/ 1065167 h 1065273"/>
              <a:gd name="csX1096" fmla="*/ 189426 w 1728164"/>
              <a:gd name="csY1096" fmla="*/ 1065167 h 1065273"/>
              <a:gd name="csX1097" fmla="*/ 189599 w 1728164"/>
              <a:gd name="csY1097" fmla="*/ 1065167 h 1065273"/>
              <a:gd name="csX1098" fmla="*/ 189771 w 1728164"/>
              <a:gd name="csY1098" fmla="*/ 1065167 h 1065273"/>
              <a:gd name="csX1099" fmla="*/ 189945 w 1728164"/>
              <a:gd name="csY1099" fmla="*/ 1065167 h 1065273"/>
              <a:gd name="csX1100" fmla="*/ 190117 w 1728164"/>
              <a:gd name="csY1100" fmla="*/ 1065158 h 1065273"/>
              <a:gd name="csX1101" fmla="*/ 190290 w 1728164"/>
              <a:gd name="csY1101" fmla="*/ 1065158 h 1065273"/>
              <a:gd name="csX1102" fmla="*/ 190462 w 1728164"/>
              <a:gd name="csY1102" fmla="*/ 1065158 h 1065273"/>
              <a:gd name="csX1103" fmla="*/ 190636 w 1728164"/>
              <a:gd name="csY1103" fmla="*/ 1065158 h 1065273"/>
              <a:gd name="csX1104" fmla="*/ 190808 w 1728164"/>
              <a:gd name="csY1104" fmla="*/ 1065158 h 1065273"/>
              <a:gd name="csX1105" fmla="*/ 190981 w 1728164"/>
              <a:gd name="csY1105" fmla="*/ 1065158 h 1065273"/>
              <a:gd name="csX1106" fmla="*/ 191154 w 1728164"/>
              <a:gd name="csY1106" fmla="*/ 1065158 h 1065273"/>
              <a:gd name="csX1107" fmla="*/ 191327 w 1728164"/>
              <a:gd name="csY1107" fmla="*/ 1065158 h 1065273"/>
              <a:gd name="csX1108" fmla="*/ 191500 w 1728164"/>
              <a:gd name="csY1108" fmla="*/ 1065149 h 1065273"/>
              <a:gd name="csX1109" fmla="*/ 191672 w 1728164"/>
              <a:gd name="csY1109" fmla="*/ 1065149 h 1065273"/>
              <a:gd name="csX1110" fmla="*/ 191846 w 1728164"/>
              <a:gd name="csY1110" fmla="*/ 1065149 h 1065273"/>
              <a:gd name="csX1111" fmla="*/ 192018 w 1728164"/>
              <a:gd name="csY1111" fmla="*/ 1065149 h 1065273"/>
              <a:gd name="csX1112" fmla="*/ 192191 w 1728164"/>
              <a:gd name="csY1112" fmla="*/ 1065149 h 1065273"/>
              <a:gd name="csX1113" fmla="*/ 192364 w 1728164"/>
              <a:gd name="csY1113" fmla="*/ 1065149 h 1065273"/>
              <a:gd name="csX1114" fmla="*/ 192537 w 1728164"/>
              <a:gd name="csY1114" fmla="*/ 1065149 h 1065273"/>
              <a:gd name="csX1115" fmla="*/ 192710 w 1728164"/>
              <a:gd name="csY1115" fmla="*/ 1065149 h 1065273"/>
              <a:gd name="csX1116" fmla="*/ 192882 w 1728164"/>
              <a:gd name="csY1116" fmla="*/ 1065140 h 1065273"/>
              <a:gd name="csX1117" fmla="*/ 193055 w 1728164"/>
              <a:gd name="csY1117" fmla="*/ 1065140 h 1065273"/>
              <a:gd name="csX1118" fmla="*/ 193228 w 1728164"/>
              <a:gd name="csY1118" fmla="*/ 1065140 h 1065273"/>
              <a:gd name="csX1119" fmla="*/ 193401 w 1728164"/>
              <a:gd name="csY1119" fmla="*/ 1065140 h 1065273"/>
              <a:gd name="csX1120" fmla="*/ 193573 w 1728164"/>
              <a:gd name="csY1120" fmla="*/ 1065140 h 1065273"/>
              <a:gd name="csX1121" fmla="*/ 193747 w 1728164"/>
              <a:gd name="csY1121" fmla="*/ 1065140 h 1065273"/>
              <a:gd name="csX1122" fmla="*/ 193920 w 1728164"/>
              <a:gd name="csY1122" fmla="*/ 1065140 h 1065273"/>
              <a:gd name="csX1123" fmla="*/ 194092 w 1728164"/>
              <a:gd name="csY1123" fmla="*/ 1065140 h 1065273"/>
              <a:gd name="csX1124" fmla="*/ 194265 w 1728164"/>
              <a:gd name="csY1124" fmla="*/ 1065131 h 1065273"/>
              <a:gd name="csX1125" fmla="*/ 194438 w 1728164"/>
              <a:gd name="csY1125" fmla="*/ 1065131 h 1065273"/>
              <a:gd name="csX1126" fmla="*/ 194611 w 1728164"/>
              <a:gd name="csY1126" fmla="*/ 1065131 h 1065273"/>
              <a:gd name="csX1127" fmla="*/ 194783 w 1728164"/>
              <a:gd name="csY1127" fmla="*/ 1065131 h 1065273"/>
              <a:gd name="csX1128" fmla="*/ 194956 w 1728164"/>
              <a:gd name="csY1128" fmla="*/ 1065131 h 1065273"/>
              <a:gd name="csX1129" fmla="*/ 195129 w 1728164"/>
              <a:gd name="csY1129" fmla="*/ 1065131 h 1065273"/>
              <a:gd name="csX1130" fmla="*/ 195302 w 1728164"/>
              <a:gd name="csY1130" fmla="*/ 1065131 h 1065273"/>
              <a:gd name="csX1131" fmla="*/ 195475 w 1728164"/>
              <a:gd name="csY1131" fmla="*/ 1065122 h 1065273"/>
              <a:gd name="csX1132" fmla="*/ 195648 w 1728164"/>
              <a:gd name="csY1132" fmla="*/ 1065122 h 1065273"/>
              <a:gd name="csX1133" fmla="*/ 195821 w 1728164"/>
              <a:gd name="csY1133" fmla="*/ 1065122 h 1065273"/>
              <a:gd name="csX1134" fmla="*/ 195993 w 1728164"/>
              <a:gd name="csY1134" fmla="*/ 1065122 h 1065273"/>
              <a:gd name="csX1135" fmla="*/ 196166 w 1728164"/>
              <a:gd name="csY1135" fmla="*/ 1065122 h 1065273"/>
              <a:gd name="csX1136" fmla="*/ 196339 w 1728164"/>
              <a:gd name="csY1136" fmla="*/ 1065122 h 1065273"/>
              <a:gd name="csX1137" fmla="*/ 196512 w 1728164"/>
              <a:gd name="csY1137" fmla="*/ 1065113 h 1065273"/>
              <a:gd name="csX1138" fmla="*/ 196685 w 1728164"/>
              <a:gd name="csY1138" fmla="*/ 1065113 h 1065273"/>
              <a:gd name="csX1139" fmla="*/ 196857 w 1728164"/>
              <a:gd name="csY1139" fmla="*/ 1065113 h 1065273"/>
              <a:gd name="csX1140" fmla="*/ 197031 w 1728164"/>
              <a:gd name="csY1140" fmla="*/ 1065113 h 1065273"/>
              <a:gd name="csX1141" fmla="*/ 197203 w 1728164"/>
              <a:gd name="csY1141" fmla="*/ 1065113 h 1065273"/>
              <a:gd name="csX1142" fmla="*/ 197376 w 1728164"/>
              <a:gd name="csY1142" fmla="*/ 1065113 h 1065273"/>
              <a:gd name="csX1143" fmla="*/ 197549 w 1728164"/>
              <a:gd name="csY1143" fmla="*/ 1065113 h 1065273"/>
              <a:gd name="csX1144" fmla="*/ 197722 w 1728164"/>
              <a:gd name="csY1144" fmla="*/ 1065104 h 1065273"/>
              <a:gd name="csX1145" fmla="*/ 197894 w 1728164"/>
              <a:gd name="csY1145" fmla="*/ 1065104 h 1065273"/>
              <a:gd name="csX1146" fmla="*/ 198067 w 1728164"/>
              <a:gd name="csY1146" fmla="*/ 1065104 h 1065273"/>
              <a:gd name="csX1147" fmla="*/ 198241 w 1728164"/>
              <a:gd name="csY1147" fmla="*/ 1065104 h 1065273"/>
              <a:gd name="csX1148" fmla="*/ 198413 w 1728164"/>
              <a:gd name="csY1148" fmla="*/ 1065104 h 1065273"/>
              <a:gd name="csX1149" fmla="*/ 198586 w 1728164"/>
              <a:gd name="csY1149" fmla="*/ 1065104 h 1065273"/>
              <a:gd name="csX1150" fmla="*/ 198758 w 1728164"/>
              <a:gd name="csY1150" fmla="*/ 1065096 h 1065273"/>
              <a:gd name="csX1151" fmla="*/ 198932 w 1728164"/>
              <a:gd name="csY1151" fmla="*/ 1065096 h 1065273"/>
              <a:gd name="csX1152" fmla="*/ 199104 w 1728164"/>
              <a:gd name="csY1152" fmla="*/ 1065096 h 1065273"/>
              <a:gd name="csX1153" fmla="*/ 199277 w 1728164"/>
              <a:gd name="csY1153" fmla="*/ 1065096 h 1065273"/>
              <a:gd name="csX1154" fmla="*/ 199450 w 1728164"/>
              <a:gd name="csY1154" fmla="*/ 1065096 h 1065273"/>
              <a:gd name="csX1155" fmla="*/ 199623 w 1728164"/>
              <a:gd name="csY1155" fmla="*/ 1065096 h 1065273"/>
              <a:gd name="csX1156" fmla="*/ 199796 w 1728164"/>
              <a:gd name="csY1156" fmla="*/ 1065087 h 1065273"/>
              <a:gd name="csX1157" fmla="*/ 199968 w 1728164"/>
              <a:gd name="csY1157" fmla="*/ 1065087 h 1065273"/>
              <a:gd name="csX1158" fmla="*/ 200142 w 1728164"/>
              <a:gd name="csY1158" fmla="*/ 1065087 h 1065273"/>
              <a:gd name="csX1159" fmla="*/ 200314 w 1728164"/>
              <a:gd name="csY1159" fmla="*/ 1065087 h 1065273"/>
              <a:gd name="csX1160" fmla="*/ 200487 w 1728164"/>
              <a:gd name="csY1160" fmla="*/ 1065087 h 1065273"/>
              <a:gd name="csX1161" fmla="*/ 200659 w 1728164"/>
              <a:gd name="csY1161" fmla="*/ 1065078 h 1065273"/>
              <a:gd name="csX1162" fmla="*/ 200833 w 1728164"/>
              <a:gd name="csY1162" fmla="*/ 1065078 h 1065273"/>
              <a:gd name="csX1163" fmla="*/ 201006 w 1728164"/>
              <a:gd name="csY1163" fmla="*/ 1065078 h 1065273"/>
              <a:gd name="csX1164" fmla="*/ 201178 w 1728164"/>
              <a:gd name="csY1164" fmla="*/ 1065078 h 1065273"/>
              <a:gd name="csX1165" fmla="*/ 201352 w 1728164"/>
              <a:gd name="csY1165" fmla="*/ 1065078 h 1065273"/>
              <a:gd name="csX1166" fmla="*/ 201524 w 1728164"/>
              <a:gd name="csY1166" fmla="*/ 1065069 h 1065273"/>
              <a:gd name="csX1167" fmla="*/ 201697 w 1728164"/>
              <a:gd name="csY1167" fmla="*/ 1065069 h 1065273"/>
              <a:gd name="csX1168" fmla="*/ 201869 w 1728164"/>
              <a:gd name="csY1168" fmla="*/ 1065069 h 1065273"/>
              <a:gd name="csX1169" fmla="*/ 202043 w 1728164"/>
              <a:gd name="csY1169" fmla="*/ 1065069 h 1065273"/>
              <a:gd name="csX1170" fmla="*/ 202215 w 1728164"/>
              <a:gd name="csY1170" fmla="*/ 1065069 h 1065273"/>
              <a:gd name="csX1171" fmla="*/ 202388 w 1728164"/>
              <a:gd name="csY1171" fmla="*/ 1065060 h 1065273"/>
              <a:gd name="csX1172" fmla="*/ 202561 w 1728164"/>
              <a:gd name="csY1172" fmla="*/ 1065060 h 1065273"/>
              <a:gd name="csX1173" fmla="*/ 202734 w 1728164"/>
              <a:gd name="csY1173" fmla="*/ 1065060 h 1065273"/>
              <a:gd name="csX1174" fmla="*/ 202907 w 1728164"/>
              <a:gd name="csY1174" fmla="*/ 1065060 h 1065273"/>
              <a:gd name="csX1175" fmla="*/ 203079 w 1728164"/>
              <a:gd name="csY1175" fmla="*/ 1065060 h 1065273"/>
              <a:gd name="csX1176" fmla="*/ 203253 w 1728164"/>
              <a:gd name="csY1176" fmla="*/ 1065051 h 1065273"/>
              <a:gd name="csX1177" fmla="*/ 203425 w 1728164"/>
              <a:gd name="csY1177" fmla="*/ 1065051 h 1065273"/>
              <a:gd name="csX1178" fmla="*/ 203598 w 1728164"/>
              <a:gd name="csY1178" fmla="*/ 1065051 h 1065273"/>
              <a:gd name="csX1179" fmla="*/ 203771 w 1728164"/>
              <a:gd name="csY1179" fmla="*/ 1065051 h 1065273"/>
              <a:gd name="csX1180" fmla="*/ 203944 w 1728164"/>
              <a:gd name="csY1180" fmla="*/ 1065051 h 1065273"/>
              <a:gd name="csX1181" fmla="*/ 204117 w 1728164"/>
              <a:gd name="csY1181" fmla="*/ 1065042 h 1065273"/>
              <a:gd name="csX1182" fmla="*/ 204289 w 1728164"/>
              <a:gd name="csY1182" fmla="*/ 1065042 h 1065273"/>
              <a:gd name="csX1183" fmla="*/ 204462 w 1728164"/>
              <a:gd name="csY1183" fmla="*/ 1065042 h 1065273"/>
              <a:gd name="csX1184" fmla="*/ 204635 w 1728164"/>
              <a:gd name="csY1184" fmla="*/ 1065042 h 1065273"/>
              <a:gd name="csX1185" fmla="*/ 204808 w 1728164"/>
              <a:gd name="csY1185" fmla="*/ 1065042 h 1065273"/>
              <a:gd name="csX1186" fmla="*/ 204980 w 1728164"/>
              <a:gd name="csY1186" fmla="*/ 1065033 h 1065273"/>
              <a:gd name="csX1187" fmla="*/ 205154 w 1728164"/>
              <a:gd name="csY1187" fmla="*/ 1065033 h 1065273"/>
              <a:gd name="csX1188" fmla="*/ 205327 w 1728164"/>
              <a:gd name="csY1188" fmla="*/ 1065033 h 1065273"/>
              <a:gd name="csX1189" fmla="*/ 205499 w 1728164"/>
              <a:gd name="csY1189" fmla="*/ 1065033 h 1065273"/>
              <a:gd name="csX1190" fmla="*/ 205672 w 1728164"/>
              <a:gd name="csY1190" fmla="*/ 1065024 h 1065273"/>
              <a:gd name="csX1191" fmla="*/ 205845 w 1728164"/>
              <a:gd name="csY1191" fmla="*/ 1065024 h 1065273"/>
              <a:gd name="csX1192" fmla="*/ 206018 w 1728164"/>
              <a:gd name="csY1192" fmla="*/ 1065024 h 1065273"/>
              <a:gd name="csX1193" fmla="*/ 206190 w 1728164"/>
              <a:gd name="csY1193" fmla="*/ 1065024 h 1065273"/>
              <a:gd name="csX1194" fmla="*/ 206363 w 1728164"/>
              <a:gd name="csY1194" fmla="*/ 1065015 h 1065273"/>
              <a:gd name="csX1195" fmla="*/ 206536 w 1728164"/>
              <a:gd name="csY1195" fmla="*/ 1065015 h 1065273"/>
              <a:gd name="csX1196" fmla="*/ 206709 w 1728164"/>
              <a:gd name="csY1196" fmla="*/ 1065015 h 1065273"/>
              <a:gd name="csX1197" fmla="*/ 206882 w 1728164"/>
              <a:gd name="csY1197" fmla="*/ 1065015 h 1065273"/>
              <a:gd name="csX1198" fmla="*/ 207055 w 1728164"/>
              <a:gd name="csY1198" fmla="*/ 1065007 h 1065273"/>
              <a:gd name="csX1199" fmla="*/ 207228 w 1728164"/>
              <a:gd name="csY1199" fmla="*/ 1065007 h 1065273"/>
              <a:gd name="csX1200" fmla="*/ 207400 w 1728164"/>
              <a:gd name="csY1200" fmla="*/ 1065007 h 1065273"/>
              <a:gd name="csX1201" fmla="*/ 207573 w 1728164"/>
              <a:gd name="csY1201" fmla="*/ 1065007 h 1065273"/>
              <a:gd name="csX1202" fmla="*/ 207746 w 1728164"/>
              <a:gd name="csY1202" fmla="*/ 1064998 h 1065273"/>
              <a:gd name="csX1203" fmla="*/ 207919 w 1728164"/>
              <a:gd name="csY1203" fmla="*/ 1064998 h 1065273"/>
              <a:gd name="csX1204" fmla="*/ 208092 w 1728164"/>
              <a:gd name="csY1204" fmla="*/ 1064998 h 1065273"/>
              <a:gd name="csX1205" fmla="*/ 208264 w 1728164"/>
              <a:gd name="csY1205" fmla="*/ 1064998 h 1065273"/>
              <a:gd name="csX1206" fmla="*/ 208438 w 1728164"/>
              <a:gd name="csY1206" fmla="*/ 1064989 h 1065273"/>
              <a:gd name="csX1207" fmla="*/ 208610 w 1728164"/>
              <a:gd name="csY1207" fmla="*/ 1064989 h 1065273"/>
              <a:gd name="csX1208" fmla="*/ 208783 w 1728164"/>
              <a:gd name="csY1208" fmla="*/ 1064989 h 1065273"/>
              <a:gd name="csX1209" fmla="*/ 208956 w 1728164"/>
              <a:gd name="csY1209" fmla="*/ 1064989 h 1065273"/>
              <a:gd name="csX1210" fmla="*/ 209129 w 1728164"/>
              <a:gd name="csY1210" fmla="*/ 1064980 h 1065273"/>
              <a:gd name="csX1211" fmla="*/ 209301 w 1728164"/>
              <a:gd name="csY1211" fmla="*/ 1064980 h 1065273"/>
              <a:gd name="csX1212" fmla="*/ 209474 w 1728164"/>
              <a:gd name="csY1212" fmla="*/ 1064980 h 1065273"/>
              <a:gd name="csX1213" fmla="*/ 209648 w 1728164"/>
              <a:gd name="csY1213" fmla="*/ 1064980 h 1065273"/>
              <a:gd name="csX1214" fmla="*/ 209820 w 1728164"/>
              <a:gd name="csY1214" fmla="*/ 1064971 h 1065273"/>
              <a:gd name="csX1215" fmla="*/ 209993 w 1728164"/>
              <a:gd name="csY1215" fmla="*/ 1064971 h 1065273"/>
              <a:gd name="csX1216" fmla="*/ 210165 w 1728164"/>
              <a:gd name="csY1216" fmla="*/ 1064971 h 1065273"/>
              <a:gd name="csX1217" fmla="*/ 210339 w 1728164"/>
              <a:gd name="csY1217" fmla="*/ 1064962 h 1065273"/>
              <a:gd name="csX1218" fmla="*/ 210511 w 1728164"/>
              <a:gd name="csY1218" fmla="*/ 1064962 h 1065273"/>
              <a:gd name="csX1219" fmla="*/ 210684 w 1728164"/>
              <a:gd name="csY1219" fmla="*/ 1064962 h 1065273"/>
              <a:gd name="csX1220" fmla="*/ 210857 w 1728164"/>
              <a:gd name="csY1220" fmla="*/ 1064962 h 1065273"/>
              <a:gd name="csX1221" fmla="*/ 211030 w 1728164"/>
              <a:gd name="csY1221" fmla="*/ 1064953 h 1065273"/>
              <a:gd name="csX1222" fmla="*/ 211203 w 1728164"/>
              <a:gd name="csY1222" fmla="*/ 1064953 h 1065273"/>
              <a:gd name="csX1223" fmla="*/ 211375 w 1728164"/>
              <a:gd name="csY1223" fmla="*/ 1064953 h 1065273"/>
              <a:gd name="csX1224" fmla="*/ 211549 w 1728164"/>
              <a:gd name="csY1224" fmla="*/ 1064944 h 1065273"/>
              <a:gd name="csX1225" fmla="*/ 211721 w 1728164"/>
              <a:gd name="csY1225" fmla="*/ 1064944 h 1065273"/>
              <a:gd name="csX1226" fmla="*/ 211894 w 1728164"/>
              <a:gd name="csY1226" fmla="*/ 1064944 h 1065273"/>
              <a:gd name="csX1227" fmla="*/ 212066 w 1728164"/>
              <a:gd name="csY1227" fmla="*/ 1064944 h 1065273"/>
              <a:gd name="csX1228" fmla="*/ 212240 w 1728164"/>
              <a:gd name="csY1228" fmla="*/ 1064935 h 1065273"/>
              <a:gd name="csX1229" fmla="*/ 212413 w 1728164"/>
              <a:gd name="csY1229" fmla="*/ 1064935 h 1065273"/>
              <a:gd name="csX1230" fmla="*/ 212585 w 1728164"/>
              <a:gd name="csY1230" fmla="*/ 1064935 h 1065273"/>
              <a:gd name="csX1231" fmla="*/ 212759 w 1728164"/>
              <a:gd name="csY1231" fmla="*/ 1064927 h 1065273"/>
              <a:gd name="csX1232" fmla="*/ 212931 w 1728164"/>
              <a:gd name="csY1232" fmla="*/ 1064927 h 1065273"/>
              <a:gd name="csX1233" fmla="*/ 213104 w 1728164"/>
              <a:gd name="csY1233" fmla="*/ 1064927 h 1065273"/>
              <a:gd name="csX1234" fmla="*/ 213276 w 1728164"/>
              <a:gd name="csY1234" fmla="*/ 1064918 h 1065273"/>
              <a:gd name="csX1235" fmla="*/ 213450 w 1728164"/>
              <a:gd name="csY1235" fmla="*/ 1064918 h 1065273"/>
              <a:gd name="csX1236" fmla="*/ 213622 w 1728164"/>
              <a:gd name="csY1236" fmla="*/ 1064918 h 1065273"/>
              <a:gd name="csX1237" fmla="*/ 213795 w 1728164"/>
              <a:gd name="csY1237" fmla="*/ 1064909 h 1065273"/>
              <a:gd name="csX1238" fmla="*/ 213968 w 1728164"/>
              <a:gd name="csY1238" fmla="*/ 1064909 h 1065273"/>
              <a:gd name="csX1239" fmla="*/ 214141 w 1728164"/>
              <a:gd name="csY1239" fmla="*/ 1064909 h 1065273"/>
              <a:gd name="csX1240" fmla="*/ 214314 w 1728164"/>
              <a:gd name="csY1240" fmla="*/ 1064900 h 1065273"/>
              <a:gd name="csX1241" fmla="*/ 214486 w 1728164"/>
              <a:gd name="csY1241" fmla="*/ 1064900 h 1065273"/>
              <a:gd name="csX1242" fmla="*/ 214660 w 1728164"/>
              <a:gd name="csY1242" fmla="*/ 1064900 h 1065273"/>
              <a:gd name="csX1243" fmla="*/ 214832 w 1728164"/>
              <a:gd name="csY1243" fmla="*/ 1064891 h 1065273"/>
              <a:gd name="csX1244" fmla="*/ 215005 w 1728164"/>
              <a:gd name="csY1244" fmla="*/ 1064891 h 1065273"/>
              <a:gd name="csX1245" fmla="*/ 215178 w 1728164"/>
              <a:gd name="csY1245" fmla="*/ 1064891 h 1065273"/>
              <a:gd name="csX1246" fmla="*/ 215351 w 1728164"/>
              <a:gd name="csY1246" fmla="*/ 1064882 h 1065273"/>
              <a:gd name="csX1247" fmla="*/ 215524 w 1728164"/>
              <a:gd name="csY1247" fmla="*/ 1064882 h 1065273"/>
              <a:gd name="csX1248" fmla="*/ 215696 w 1728164"/>
              <a:gd name="csY1248" fmla="*/ 1064882 h 1065273"/>
              <a:gd name="csX1249" fmla="*/ 215869 w 1728164"/>
              <a:gd name="csY1249" fmla="*/ 1064873 h 1065273"/>
              <a:gd name="csX1250" fmla="*/ 216042 w 1728164"/>
              <a:gd name="csY1250" fmla="*/ 1064873 h 1065273"/>
              <a:gd name="csX1251" fmla="*/ 216215 w 1728164"/>
              <a:gd name="csY1251" fmla="*/ 1064873 h 1065273"/>
              <a:gd name="csX1252" fmla="*/ 216388 w 1728164"/>
              <a:gd name="csY1252" fmla="*/ 1064864 h 1065273"/>
              <a:gd name="csX1253" fmla="*/ 216561 w 1728164"/>
              <a:gd name="csY1253" fmla="*/ 1064864 h 1065273"/>
              <a:gd name="csX1254" fmla="*/ 216734 w 1728164"/>
              <a:gd name="csY1254" fmla="*/ 1064855 h 1065273"/>
              <a:gd name="csX1255" fmla="*/ 216906 w 1728164"/>
              <a:gd name="csY1255" fmla="*/ 1064855 h 1065273"/>
              <a:gd name="csX1256" fmla="*/ 217079 w 1728164"/>
              <a:gd name="csY1256" fmla="*/ 1064855 h 1065273"/>
              <a:gd name="csX1257" fmla="*/ 217252 w 1728164"/>
              <a:gd name="csY1257" fmla="*/ 1064846 h 1065273"/>
              <a:gd name="csX1258" fmla="*/ 217425 w 1728164"/>
              <a:gd name="csY1258" fmla="*/ 1064846 h 1065273"/>
              <a:gd name="csX1259" fmla="*/ 217597 w 1728164"/>
              <a:gd name="csY1259" fmla="*/ 1064846 h 1065273"/>
              <a:gd name="csX1260" fmla="*/ 217770 w 1728164"/>
              <a:gd name="csY1260" fmla="*/ 1064837 h 1065273"/>
              <a:gd name="csX1261" fmla="*/ 217943 w 1728164"/>
              <a:gd name="csY1261" fmla="*/ 1064837 h 1065273"/>
              <a:gd name="csX1262" fmla="*/ 218116 w 1728164"/>
              <a:gd name="csY1262" fmla="*/ 1064829 h 1065273"/>
              <a:gd name="csX1263" fmla="*/ 218289 w 1728164"/>
              <a:gd name="csY1263" fmla="*/ 1064829 h 1065273"/>
              <a:gd name="csX1264" fmla="*/ 218462 w 1728164"/>
              <a:gd name="csY1264" fmla="*/ 1064829 h 1065273"/>
              <a:gd name="csX1265" fmla="*/ 218635 w 1728164"/>
              <a:gd name="csY1265" fmla="*/ 1064820 h 1065273"/>
              <a:gd name="csX1266" fmla="*/ 218807 w 1728164"/>
              <a:gd name="csY1266" fmla="*/ 1064820 h 1065273"/>
              <a:gd name="csX1267" fmla="*/ 218980 w 1728164"/>
              <a:gd name="csY1267" fmla="*/ 1064811 h 1065273"/>
              <a:gd name="csX1268" fmla="*/ 219153 w 1728164"/>
              <a:gd name="csY1268" fmla="*/ 1064811 h 1065273"/>
              <a:gd name="csX1269" fmla="*/ 219326 w 1728164"/>
              <a:gd name="csY1269" fmla="*/ 1064811 h 1065273"/>
              <a:gd name="csX1270" fmla="*/ 219499 w 1728164"/>
              <a:gd name="csY1270" fmla="*/ 1064802 h 1065273"/>
              <a:gd name="csX1271" fmla="*/ 219671 w 1728164"/>
              <a:gd name="csY1271" fmla="*/ 1064802 h 1065273"/>
              <a:gd name="csX1272" fmla="*/ 219845 w 1728164"/>
              <a:gd name="csY1272" fmla="*/ 1064793 h 1065273"/>
              <a:gd name="csX1273" fmla="*/ 220017 w 1728164"/>
              <a:gd name="csY1273" fmla="*/ 1064793 h 1065273"/>
              <a:gd name="csX1274" fmla="*/ 220190 w 1728164"/>
              <a:gd name="csY1274" fmla="*/ 1064793 h 1065273"/>
              <a:gd name="csX1275" fmla="*/ 220363 w 1728164"/>
              <a:gd name="csY1275" fmla="*/ 1064784 h 1065273"/>
              <a:gd name="csX1276" fmla="*/ 220536 w 1728164"/>
              <a:gd name="csY1276" fmla="*/ 1064784 h 1065273"/>
              <a:gd name="csX1277" fmla="*/ 220709 w 1728164"/>
              <a:gd name="csY1277" fmla="*/ 1064775 h 1065273"/>
              <a:gd name="csX1278" fmla="*/ 220881 w 1728164"/>
              <a:gd name="csY1278" fmla="*/ 1064775 h 1065273"/>
              <a:gd name="csX1279" fmla="*/ 221055 w 1728164"/>
              <a:gd name="csY1279" fmla="*/ 1064766 h 1065273"/>
              <a:gd name="csX1280" fmla="*/ 221227 w 1728164"/>
              <a:gd name="csY1280" fmla="*/ 1064766 h 1065273"/>
              <a:gd name="csX1281" fmla="*/ 221400 w 1728164"/>
              <a:gd name="csY1281" fmla="*/ 1064766 h 1065273"/>
              <a:gd name="csX1282" fmla="*/ 221572 w 1728164"/>
              <a:gd name="csY1282" fmla="*/ 1064757 h 1065273"/>
              <a:gd name="csX1283" fmla="*/ 221746 w 1728164"/>
              <a:gd name="csY1283" fmla="*/ 1064757 h 1065273"/>
              <a:gd name="csX1284" fmla="*/ 221918 w 1728164"/>
              <a:gd name="csY1284" fmla="*/ 1064749 h 1065273"/>
              <a:gd name="csX1285" fmla="*/ 222091 w 1728164"/>
              <a:gd name="csY1285" fmla="*/ 1064749 h 1065273"/>
              <a:gd name="csX1286" fmla="*/ 222264 w 1728164"/>
              <a:gd name="csY1286" fmla="*/ 1064740 h 1065273"/>
              <a:gd name="csX1287" fmla="*/ 222437 w 1728164"/>
              <a:gd name="csY1287" fmla="*/ 1064740 h 1065273"/>
              <a:gd name="csX1288" fmla="*/ 222610 w 1728164"/>
              <a:gd name="csY1288" fmla="*/ 1064731 h 1065273"/>
              <a:gd name="csX1289" fmla="*/ 222782 w 1728164"/>
              <a:gd name="csY1289" fmla="*/ 1064731 h 1065273"/>
              <a:gd name="csX1290" fmla="*/ 222956 w 1728164"/>
              <a:gd name="csY1290" fmla="*/ 1064722 h 1065273"/>
              <a:gd name="csX1291" fmla="*/ 223128 w 1728164"/>
              <a:gd name="csY1291" fmla="*/ 1064722 h 1065273"/>
              <a:gd name="csX1292" fmla="*/ 223301 w 1728164"/>
              <a:gd name="csY1292" fmla="*/ 1064713 h 1065273"/>
              <a:gd name="csX1293" fmla="*/ 223473 w 1728164"/>
              <a:gd name="csY1293" fmla="*/ 1064713 h 1065273"/>
              <a:gd name="csX1294" fmla="*/ 223647 w 1728164"/>
              <a:gd name="csY1294" fmla="*/ 1064704 h 1065273"/>
              <a:gd name="csX1295" fmla="*/ 223820 w 1728164"/>
              <a:gd name="csY1295" fmla="*/ 1064704 h 1065273"/>
              <a:gd name="csX1296" fmla="*/ 223992 w 1728164"/>
              <a:gd name="csY1296" fmla="*/ 1064695 h 1065273"/>
              <a:gd name="csX1297" fmla="*/ 224166 w 1728164"/>
              <a:gd name="csY1297" fmla="*/ 1064695 h 1065273"/>
              <a:gd name="csX1298" fmla="*/ 224338 w 1728164"/>
              <a:gd name="csY1298" fmla="*/ 1064686 h 1065273"/>
              <a:gd name="csX1299" fmla="*/ 224511 w 1728164"/>
              <a:gd name="csY1299" fmla="*/ 1064686 h 1065273"/>
              <a:gd name="csX1300" fmla="*/ 224683 w 1728164"/>
              <a:gd name="csY1300" fmla="*/ 1064677 h 1065273"/>
              <a:gd name="csX1301" fmla="*/ 224857 w 1728164"/>
              <a:gd name="csY1301" fmla="*/ 1064677 h 1065273"/>
              <a:gd name="csX1302" fmla="*/ 225030 w 1728164"/>
              <a:gd name="csY1302" fmla="*/ 1064668 h 1065273"/>
              <a:gd name="csX1303" fmla="*/ 225202 w 1728164"/>
              <a:gd name="csY1303" fmla="*/ 1064668 h 1065273"/>
              <a:gd name="csX1304" fmla="*/ 225375 w 1728164"/>
              <a:gd name="csY1304" fmla="*/ 1064660 h 1065273"/>
              <a:gd name="csX1305" fmla="*/ 225548 w 1728164"/>
              <a:gd name="csY1305" fmla="*/ 1064660 h 1065273"/>
              <a:gd name="csX1306" fmla="*/ 225721 w 1728164"/>
              <a:gd name="csY1306" fmla="*/ 1064651 h 1065273"/>
              <a:gd name="csX1307" fmla="*/ 225893 w 1728164"/>
              <a:gd name="csY1307" fmla="*/ 1064651 h 1065273"/>
              <a:gd name="csX1308" fmla="*/ 226067 w 1728164"/>
              <a:gd name="csY1308" fmla="*/ 1064642 h 1065273"/>
              <a:gd name="csX1309" fmla="*/ 226239 w 1728164"/>
              <a:gd name="csY1309" fmla="*/ 1064642 h 1065273"/>
              <a:gd name="csX1310" fmla="*/ 226412 w 1728164"/>
              <a:gd name="csY1310" fmla="*/ 1064633 h 1065273"/>
              <a:gd name="csX1311" fmla="*/ 226585 w 1728164"/>
              <a:gd name="csY1311" fmla="*/ 1064633 h 1065273"/>
              <a:gd name="csX1312" fmla="*/ 226758 w 1728164"/>
              <a:gd name="csY1312" fmla="*/ 1064624 h 1065273"/>
              <a:gd name="csX1313" fmla="*/ 226931 w 1728164"/>
              <a:gd name="csY1313" fmla="*/ 1064624 h 1065273"/>
              <a:gd name="csX1314" fmla="*/ 227103 w 1728164"/>
              <a:gd name="csY1314" fmla="*/ 1064615 h 1065273"/>
              <a:gd name="csX1315" fmla="*/ 227276 w 1728164"/>
              <a:gd name="csY1315" fmla="*/ 1064606 h 1065273"/>
              <a:gd name="csX1316" fmla="*/ 227449 w 1728164"/>
              <a:gd name="csY1316" fmla="*/ 1064606 h 1065273"/>
              <a:gd name="csX1317" fmla="*/ 227622 w 1728164"/>
              <a:gd name="csY1317" fmla="*/ 1064597 h 1065273"/>
              <a:gd name="csX1318" fmla="*/ 227794 w 1728164"/>
              <a:gd name="csY1318" fmla="*/ 1064597 h 1065273"/>
              <a:gd name="csX1319" fmla="*/ 227968 w 1728164"/>
              <a:gd name="csY1319" fmla="*/ 1064588 h 1065273"/>
              <a:gd name="csX1320" fmla="*/ 228141 w 1728164"/>
              <a:gd name="csY1320" fmla="*/ 1064588 h 1065273"/>
              <a:gd name="csX1321" fmla="*/ 228313 w 1728164"/>
              <a:gd name="csY1321" fmla="*/ 1064580 h 1065273"/>
              <a:gd name="csX1322" fmla="*/ 228486 w 1728164"/>
              <a:gd name="csY1322" fmla="*/ 1064571 h 1065273"/>
              <a:gd name="csX1323" fmla="*/ 228659 w 1728164"/>
              <a:gd name="csY1323" fmla="*/ 1064571 h 1065273"/>
              <a:gd name="csX1324" fmla="*/ 228832 w 1728164"/>
              <a:gd name="csY1324" fmla="*/ 1064562 h 1065273"/>
              <a:gd name="csX1325" fmla="*/ 229004 w 1728164"/>
              <a:gd name="csY1325" fmla="*/ 1064562 h 1065273"/>
              <a:gd name="csX1326" fmla="*/ 229177 w 1728164"/>
              <a:gd name="csY1326" fmla="*/ 1064553 h 1065273"/>
              <a:gd name="csX1327" fmla="*/ 229351 w 1728164"/>
              <a:gd name="csY1327" fmla="*/ 1064544 h 1065273"/>
              <a:gd name="csX1328" fmla="*/ 229523 w 1728164"/>
              <a:gd name="csY1328" fmla="*/ 1064544 h 1065273"/>
              <a:gd name="csX1329" fmla="*/ 229696 w 1728164"/>
              <a:gd name="csY1329" fmla="*/ 1064535 h 1065273"/>
              <a:gd name="csX1330" fmla="*/ 229869 w 1728164"/>
              <a:gd name="csY1330" fmla="*/ 1064535 h 1065273"/>
              <a:gd name="csX1331" fmla="*/ 230042 w 1728164"/>
              <a:gd name="csY1331" fmla="*/ 1064526 h 1065273"/>
              <a:gd name="csX1332" fmla="*/ 230214 w 1728164"/>
              <a:gd name="csY1332" fmla="*/ 1064517 h 1065273"/>
              <a:gd name="csX1333" fmla="*/ 230387 w 1728164"/>
              <a:gd name="csY1333" fmla="*/ 1064517 h 1065273"/>
              <a:gd name="csX1334" fmla="*/ 230560 w 1728164"/>
              <a:gd name="csY1334" fmla="*/ 1064508 h 1065273"/>
              <a:gd name="csX1335" fmla="*/ 230733 w 1728164"/>
              <a:gd name="csY1335" fmla="*/ 1064508 h 1065273"/>
              <a:gd name="csX1336" fmla="*/ 230906 w 1728164"/>
              <a:gd name="csY1336" fmla="*/ 1064499 h 1065273"/>
              <a:gd name="csX1337" fmla="*/ 231078 w 1728164"/>
              <a:gd name="csY1337" fmla="*/ 1064491 h 1065273"/>
              <a:gd name="csX1338" fmla="*/ 231252 w 1728164"/>
              <a:gd name="csY1338" fmla="*/ 1064491 h 1065273"/>
              <a:gd name="csX1339" fmla="*/ 231424 w 1728164"/>
              <a:gd name="csY1339" fmla="*/ 1064482 h 1065273"/>
              <a:gd name="csX1340" fmla="*/ 231597 w 1728164"/>
              <a:gd name="csY1340" fmla="*/ 1064473 h 1065273"/>
              <a:gd name="csX1341" fmla="*/ 231770 w 1728164"/>
              <a:gd name="csY1341" fmla="*/ 1064473 h 1065273"/>
              <a:gd name="csX1342" fmla="*/ 231943 w 1728164"/>
              <a:gd name="csY1342" fmla="*/ 1064464 h 1065273"/>
              <a:gd name="csX1343" fmla="*/ 232115 w 1728164"/>
              <a:gd name="csY1343" fmla="*/ 1064455 h 1065273"/>
              <a:gd name="csX1344" fmla="*/ 232288 w 1728164"/>
              <a:gd name="csY1344" fmla="*/ 1064455 h 1065273"/>
              <a:gd name="csX1345" fmla="*/ 232462 w 1728164"/>
              <a:gd name="csY1345" fmla="*/ 1064446 h 1065273"/>
              <a:gd name="csX1346" fmla="*/ 232634 w 1728164"/>
              <a:gd name="csY1346" fmla="*/ 1064437 h 1065273"/>
              <a:gd name="csX1347" fmla="*/ 232807 w 1728164"/>
              <a:gd name="csY1347" fmla="*/ 1064437 h 1065273"/>
              <a:gd name="csX1348" fmla="*/ 232979 w 1728164"/>
              <a:gd name="csY1348" fmla="*/ 1064428 h 1065273"/>
              <a:gd name="csX1349" fmla="*/ 233153 w 1728164"/>
              <a:gd name="csY1349" fmla="*/ 1064419 h 1065273"/>
              <a:gd name="csX1350" fmla="*/ 233325 w 1728164"/>
              <a:gd name="csY1350" fmla="*/ 1064410 h 1065273"/>
              <a:gd name="csX1351" fmla="*/ 233498 w 1728164"/>
              <a:gd name="csY1351" fmla="*/ 1064410 h 1065273"/>
              <a:gd name="csX1352" fmla="*/ 233672 w 1728164"/>
              <a:gd name="csY1352" fmla="*/ 1064402 h 1065273"/>
              <a:gd name="csX1353" fmla="*/ 233844 w 1728164"/>
              <a:gd name="csY1353" fmla="*/ 1064393 h 1065273"/>
              <a:gd name="csX1354" fmla="*/ 234017 w 1728164"/>
              <a:gd name="csY1354" fmla="*/ 1064393 h 1065273"/>
              <a:gd name="csX1355" fmla="*/ 234189 w 1728164"/>
              <a:gd name="csY1355" fmla="*/ 1064384 h 1065273"/>
              <a:gd name="csX1356" fmla="*/ 234363 w 1728164"/>
              <a:gd name="csY1356" fmla="*/ 1064375 h 1065273"/>
              <a:gd name="csX1357" fmla="*/ 234535 w 1728164"/>
              <a:gd name="csY1357" fmla="*/ 1064366 h 1065273"/>
              <a:gd name="csX1358" fmla="*/ 234708 w 1728164"/>
              <a:gd name="csY1358" fmla="*/ 1064366 h 1065273"/>
              <a:gd name="csX1359" fmla="*/ 234881 w 1728164"/>
              <a:gd name="csY1359" fmla="*/ 1064357 h 1065273"/>
              <a:gd name="csX1360" fmla="*/ 235054 w 1728164"/>
              <a:gd name="csY1360" fmla="*/ 1064348 h 1065273"/>
              <a:gd name="csX1361" fmla="*/ 235227 w 1728164"/>
              <a:gd name="csY1361" fmla="*/ 1064339 h 1065273"/>
              <a:gd name="csX1362" fmla="*/ 235399 w 1728164"/>
              <a:gd name="csY1362" fmla="*/ 1064339 h 1065273"/>
              <a:gd name="csX1363" fmla="*/ 235573 w 1728164"/>
              <a:gd name="csY1363" fmla="*/ 1064330 h 1065273"/>
              <a:gd name="csX1364" fmla="*/ 235745 w 1728164"/>
              <a:gd name="csY1364" fmla="*/ 1064322 h 1065273"/>
              <a:gd name="csX1365" fmla="*/ 235918 w 1728164"/>
              <a:gd name="csY1365" fmla="*/ 1064313 h 1065273"/>
              <a:gd name="csX1366" fmla="*/ 236090 w 1728164"/>
              <a:gd name="csY1366" fmla="*/ 1064313 h 1065273"/>
              <a:gd name="csX1367" fmla="*/ 236264 w 1728164"/>
              <a:gd name="csY1367" fmla="*/ 1064304 h 1065273"/>
              <a:gd name="csX1368" fmla="*/ 236436 w 1728164"/>
              <a:gd name="csY1368" fmla="*/ 1064295 h 1065273"/>
              <a:gd name="csX1369" fmla="*/ 236609 w 1728164"/>
              <a:gd name="csY1369" fmla="*/ 1064286 h 1065273"/>
              <a:gd name="csX1370" fmla="*/ 236782 w 1728164"/>
              <a:gd name="csY1370" fmla="*/ 1064277 h 1065273"/>
              <a:gd name="csX1371" fmla="*/ 236955 w 1728164"/>
              <a:gd name="csY1371" fmla="*/ 1064277 h 1065273"/>
              <a:gd name="csX1372" fmla="*/ 237128 w 1728164"/>
              <a:gd name="csY1372" fmla="*/ 1064268 h 1065273"/>
              <a:gd name="csX1373" fmla="*/ 237300 w 1728164"/>
              <a:gd name="csY1373" fmla="*/ 1064259 h 1065273"/>
              <a:gd name="csX1374" fmla="*/ 237474 w 1728164"/>
              <a:gd name="csY1374" fmla="*/ 1064250 h 1065273"/>
              <a:gd name="csX1375" fmla="*/ 237646 w 1728164"/>
              <a:gd name="csY1375" fmla="*/ 1064241 h 1065273"/>
              <a:gd name="csX1376" fmla="*/ 237819 w 1728164"/>
              <a:gd name="csY1376" fmla="*/ 1064241 h 1065273"/>
              <a:gd name="csX1377" fmla="*/ 237992 w 1728164"/>
              <a:gd name="csY1377" fmla="*/ 1064233 h 1065273"/>
              <a:gd name="csX1378" fmla="*/ 238165 w 1728164"/>
              <a:gd name="csY1378" fmla="*/ 1064224 h 1065273"/>
              <a:gd name="csX1379" fmla="*/ 238338 w 1728164"/>
              <a:gd name="csY1379" fmla="*/ 1064215 h 1065273"/>
              <a:gd name="csX1380" fmla="*/ 238510 w 1728164"/>
              <a:gd name="csY1380" fmla="*/ 1064206 h 1065273"/>
              <a:gd name="csX1381" fmla="*/ 238683 w 1728164"/>
              <a:gd name="csY1381" fmla="*/ 1064197 h 1065273"/>
              <a:gd name="csX1382" fmla="*/ 238856 w 1728164"/>
              <a:gd name="csY1382" fmla="*/ 1064188 h 1065273"/>
              <a:gd name="csX1383" fmla="*/ 239029 w 1728164"/>
              <a:gd name="csY1383" fmla="*/ 1064188 h 1065273"/>
              <a:gd name="csX1384" fmla="*/ 239202 w 1728164"/>
              <a:gd name="csY1384" fmla="*/ 1064179 h 1065273"/>
              <a:gd name="csX1385" fmla="*/ 239375 w 1728164"/>
              <a:gd name="csY1385" fmla="*/ 1064170 h 1065273"/>
              <a:gd name="csX1386" fmla="*/ 239548 w 1728164"/>
              <a:gd name="csY1386" fmla="*/ 1064161 h 1065273"/>
              <a:gd name="csX1387" fmla="*/ 239720 w 1728164"/>
              <a:gd name="csY1387" fmla="*/ 1064153 h 1065273"/>
              <a:gd name="csX1388" fmla="*/ 239893 w 1728164"/>
              <a:gd name="csY1388" fmla="*/ 1064144 h 1065273"/>
              <a:gd name="csX1389" fmla="*/ 240066 w 1728164"/>
              <a:gd name="csY1389" fmla="*/ 1064135 h 1065273"/>
              <a:gd name="csX1390" fmla="*/ 240239 w 1728164"/>
              <a:gd name="csY1390" fmla="*/ 1064126 h 1065273"/>
              <a:gd name="csX1391" fmla="*/ 240411 w 1728164"/>
              <a:gd name="csY1391" fmla="*/ 1064117 h 1065273"/>
              <a:gd name="csX1392" fmla="*/ 240584 w 1728164"/>
              <a:gd name="csY1392" fmla="*/ 1064117 h 1065273"/>
              <a:gd name="csX1393" fmla="*/ 240757 w 1728164"/>
              <a:gd name="csY1393" fmla="*/ 1064108 h 1065273"/>
              <a:gd name="csX1394" fmla="*/ 240930 w 1728164"/>
              <a:gd name="csY1394" fmla="*/ 1064099 h 1065273"/>
              <a:gd name="csX1395" fmla="*/ 241103 w 1728164"/>
              <a:gd name="csY1395" fmla="*/ 1064090 h 1065273"/>
              <a:gd name="csX1396" fmla="*/ 241276 w 1728164"/>
              <a:gd name="csY1396" fmla="*/ 1064081 h 1065273"/>
              <a:gd name="csX1397" fmla="*/ 241449 w 1728164"/>
              <a:gd name="csY1397" fmla="*/ 1064072 h 1065273"/>
              <a:gd name="csX1398" fmla="*/ 241621 w 1728164"/>
              <a:gd name="csY1398" fmla="*/ 1064063 h 1065273"/>
              <a:gd name="csX1399" fmla="*/ 241794 w 1728164"/>
              <a:gd name="csY1399" fmla="*/ 1064055 h 1065273"/>
              <a:gd name="csX1400" fmla="*/ 241967 w 1728164"/>
              <a:gd name="csY1400" fmla="*/ 1064046 h 1065273"/>
              <a:gd name="csX1401" fmla="*/ 242140 w 1728164"/>
              <a:gd name="csY1401" fmla="*/ 1064037 h 1065273"/>
              <a:gd name="csX1402" fmla="*/ 242313 w 1728164"/>
              <a:gd name="csY1402" fmla="*/ 1064028 h 1065273"/>
              <a:gd name="csX1403" fmla="*/ 242485 w 1728164"/>
              <a:gd name="csY1403" fmla="*/ 1064019 h 1065273"/>
              <a:gd name="csX1404" fmla="*/ 242659 w 1728164"/>
              <a:gd name="csY1404" fmla="*/ 1064010 h 1065273"/>
              <a:gd name="csX1405" fmla="*/ 242831 w 1728164"/>
              <a:gd name="csY1405" fmla="*/ 1064001 h 1065273"/>
              <a:gd name="csX1406" fmla="*/ 243004 w 1728164"/>
              <a:gd name="csY1406" fmla="*/ 1063992 h 1065273"/>
              <a:gd name="csX1407" fmla="*/ 243177 w 1728164"/>
              <a:gd name="csY1407" fmla="*/ 1063983 h 1065273"/>
              <a:gd name="csX1408" fmla="*/ 243350 w 1728164"/>
              <a:gd name="csY1408" fmla="*/ 1063975 h 1065273"/>
              <a:gd name="csX1409" fmla="*/ 243523 w 1728164"/>
              <a:gd name="csY1409" fmla="*/ 1063966 h 1065273"/>
              <a:gd name="csX1410" fmla="*/ 243695 w 1728164"/>
              <a:gd name="csY1410" fmla="*/ 1063957 h 1065273"/>
              <a:gd name="csX1411" fmla="*/ 243869 w 1728164"/>
              <a:gd name="csY1411" fmla="*/ 1063948 h 1065273"/>
              <a:gd name="csX1412" fmla="*/ 244041 w 1728164"/>
              <a:gd name="csY1412" fmla="*/ 1063939 h 1065273"/>
              <a:gd name="csX1413" fmla="*/ 244214 w 1728164"/>
              <a:gd name="csY1413" fmla="*/ 1063930 h 1065273"/>
              <a:gd name="csX1414" fmla="*/ 244386 w 1728164"/>
              <a:gd name="csY1414" fmla="*/ 1063921 h 1065273"/>
              <a:gd name="csX1415" fmla="*/ 244560 w 1728164"/>
              <a:gd name="csY1415" fmla="*/ 1063912 h 1065273"/>
              <a:gd name="csX1416" fmla="*/ 244732 w 1728164"/>
              <a:gd name="csY1416" fmla="*/ 1063903 h 1065273"/>
              <a:gd name="csX1417" fmla="*/ 244905 w 1728164"/>
              <a:gd name="csY1417" fmla="*/ 1063895 h 1065273"/>
              <a:gd name="csX1418" fmla="*/ 245079 w 1728164"/>
              <a:gd name="csY1418" fmla="*/ 1063886 h 1065273"/>
              <a:gd name="csX1419" fmla="*/ 245251 w 1728164"/>
              <a:gd name="csY1419" fmla="*/ 1063877 h 1065273"/>
              <a:gd name="csX1420" fmla="*/ 245424 w 1728164"/>
              <a:gd name="csY1420" fmla="*/ 1063868 h 1065273"/>
              <a:gd name="csX1421" fmla="*/ 245596 w 1728164"/>
              <a:gd name="csY1421" fmla="*/ 1063850 h 1065273"/>
              <a:gd name="csX1422" fmla="*/ 245770 w 1728164"/>
              <a:gd name="csY1422" fmla="*/ 1063841 h 1065273"/>
              <a:gd name="csX1423" fmla="*/ 245942 w 1728164"/>
              <a:gd name="csY1423" fmla="*/ 1063832 h 1065273"/>
              <a:gd name="csX1424" fmla="*/ 246115 w 1728164"/>
              <a:gd name="csY1424" fmla="*/ 1063823 h 1065273"/>
              <a:gd name="csX1425" fmla="*/ 246288 w 1728164"/>
              <a:gd name="csY1425" fmla="*/ 1063814 h 1065273"/>
              <a:gd name="csX1426" fmla="*/ 246461 w 1728164"/>
              <a:gd name="csY1426" fmla="*/ 1063806 h 1065273"/>
              <a:gd name="csX1427" fmla="*/ 246634 w 1728164"/>
              <a:gd name="csY1427" fmla="*/ 1063797 h 1065273"/>
              <a:gd name="csX1428" fmla="*/ 246806 w 1728164"/>
              <a:gd name="csY1428" fmla="*/ 1063788 h 1065273"/>
              <a:gd name="csX1429" fmla="*/ 246980 w 1728164"/>
              <a:gd name="csY1429" fmla="*/ 1063779 h 1065273"/>
              <a:gd name="csX1430" fmla="*/ 247152 w 1728164"/>
              <a:gd name="csY1430" fmla="*/ 1063761 h 1065273"/>
              <a:gd name="csX1431" fmla="*/ 247325 w 1728164"/>
              <a:gd name="csY1431" fmla="*/ 1063752 h 1065273"/>
              <a:gd name="csX1432" fmla="*/ 247497 w 1728164"/>
              <a:gd name="csY1432" fmla="*/ 1063743 h 1065273"/>
              <a:gd name="csX1433" fmla="*/ 247671 w 1728164"/>
              <a:gd name="csY1433" fmla="*/ 1063734 h 1065273"/>
              <a:gd name="csX1434" fmla="*/ 247844 w 1728164"/>
              <a:gd name="csY1434" fmla="*/ 1063725 h 1065273"/>
              <a:gd name="csX1435" fmla="*/ 248016 w 1728164"/>
              <a:gd name="csY1435" fmla="*/ 1063717 h 1065273"/>
              <a:gd name="csX1436" fmla="*/ 248189 w 1728164"/>
              <a:gd name="csY1436" fmla="*/ 1063699 h 1065273"/>
              <a:gd name="csX1437" fmla="*/ 248362 w 1728164"/>
              <a:gd name="csY1437" fmla="*/ 1063690 h 1065273"/>
              <a:gd name="csX1438" fmla="*/ 248535 w 1728164"/>
              <a:gd name="csY1438" fmla="*/ 1063681 h 1065273"/>
              <a:gd name="csX1439" fmla="*/ 248707 w 1728164"/>
              <a:gd name="csY1439" fmla="*/ 1063672 h 1065273"/>
              <a:gd name="csX1440" fmla="*/ 248881 w 1728164"/>
              <a:gd name="csY1440" fmla="*/ 1063663 h 1065273"/>
              <a:gd name="csX1441" fmla="*/ 249053 w 1728164"/>
              <a:gd name="csY1441" fmla="*/ 1063645 h 1065273"/>
              <a:gd name="csX1442" fmla="*/ 249226 w 1728164"/>
              <a:gd name="csY1442" fmla="*/ 1063636 h 1065273"/>
              <a:gd name="csX1443" fmla="*/ 249399 w 1728164"/>
              <a:gd name="csY1443" fmla="*/ 1063628 h 1065273"/>
              <a:gd name="csX1444" fmla="*/ 249572 w 1728164"/>
              <a:gd name="csY1444" fmla="*/ 1063619 h 1065273"/>
              <a:gd name="csX1445" fmla="*/ 249745 w 1728164"/>
              <a:gd name="csY1445" fmla="*/ 1063601 h 1065273"/>
              <a:gd name="csX1446" fmla="*/ 249917 w 1728164"/>
              <a:gd name="csY1446" fmla="*/ 1063592 h 1065273"/>
              <a:gd name="csX1447" fmla="*/ 250090 w 1728164"/>
              <a:gd name="csY1447" fmla="*/ 1063583 h 1065273"/>
              <a:gd name="csX1448" fmla="*/ 250263 w 1728164"/>
              <a:gd name="csY1448" fmla="*/ 1063574 h 1065273"/>
              <a:gd name="csX1449" fmla="*/ 250436 w 1728164"/>
              <a:gd name="csY1449" fmla="*/ 1063556 h 1065273"/>
              <a:gd name="csX1450" fmla="*/ 250609 w 1728164"/>
              <a:gd name="csY1450" fmla="*/ 1063548 h 1065273"/>
              <a:gd name="csX1451" fmla="*/ 250782 w 1728164"/>
              <a:gd name="csY1451" fmla="*/ 1063539 h 1065273"/>
              <a:gd name="csX1452" fmla="*/ 250955 w 1728164"/>
              <a:gd name="csY1452" fmla="*/ 1063521 h 1065273"/>
              <a:gd name="csX1453" fmla="*/ 251127 w 1728164"/>
              <a:gd name="csY1453" fmla="*/ 1063512 h 1065273"/>
              <a:gd name="csX1454" fmla="*/ 251300 w 1728164"/>
              <a:gd name="csY1454" fmla="*/ 1063503 h 1065273"/>
              <a:gd name="csX1455" fmla="*/ 251473 w 1728164"/>
              <a:gd name="csY1455" fmla="*/ 1063485 h 1065273"/>
              <a:gd name="csX1456" fmla="*/ 251646 w 1728164"/>
              <a:gd name="csY1456" fmla="*/ 1063476 h 1065273"/>
              <a:gd name="csX1457" fmla="*/ 251818 w 1728164"/>
              <a:gd name="csY1457" fmla="*/ 1063467 h 1065273"/>
              <a:gd name="csX1458" fmla="*/ 251991 w 1728164"/>
              <a:gd name="csY1458" fmla="*/ 1063450 h 1065273"/>
              <a:gd name="csX1459" fmla="*/ 252165 w 1728164"/>
              <a:gd name="csY1459" fmla="*/ 1063441 h 1065273"/>
              <a:gd name="csX1460" fmla="*/ 252337 w 1728164"/>
              <a:gd name="csY1460" fmla="*/ 1063432 h 1065273"/>
              <a:gd name="csX1461" fmla="*/ 252510 w 1728164"/>
              <a:gd name="csY1461" fmla="*/ 1063414 h 1065273"/>
              <a:gd name="csX1462" fmla="*/ 252683 w 1728164"/>
              <a:gd name="csY1462" fmla="*/ 1063405 h 1065273"/>
              <a:gd name="csX1463" fmla="*/ 252856 w 1728164"/>
              <a:gd name="csY1463" fmla="*/ 1063387 h 1065273"/>
              <a:gd name="csX1464" fmla="*/ 253028 w 1728164"/>
              <a:gd name="csY1464" fmla="*/ 1063379 h 1065273"/>
              <a:gd name="csX1465" fmla="*/ 253201 w 1728164"/>
              <a:gd name="csY1465" fmla="*/ 1063370 h 1065273"/>
              <a:gd name="csX1466" fmla="*/ 253374 w 1728164"/>
              <a:gd name="csY1466" fmla="*/ 1063352 h 1065273"/>
              <a:gd name="csX1467" fmla="*/ 253547 w 1728164"/>
              <a:gd name="csY1467" fmla="*/ 1063343 h 1065273"/>
              <a:gd name="csX1468" fmla="*/ 253720 w 1728164"/>
              <a:gd name="csY1468" fmla="*/ 1063325 h 1065273"/>
              <a:gd name="csX1469" fmla="*/ 253892 w 1728164"/>
              <a:gd name="csY1469" fmla="*/ 1063316 h 1065273"/>
              <a:gd name="csX1470" fmla="*/ 254066 w 1728164"/>
              <a:gd name="csY1470" fmla="*/ 1063298 h 1065273"/>
              <a:gd name="csX1471" fmla="*/ 254238 w 1728164"/>
              <a:gd name="csY1471" fmla="*/ 1063289 h 1065273"/>
              <a:gd name="csX1472" fmla="*/ 254411 w 1728164"/>
              <a:gd name="csY1472" fmla="*/ 1063281 h 1065273"/>
              <a:gd name="csX1473" fmla="*/ 254584 w 1728164"/>
              <a:gd name="csY1473" fmla="*/ 1063263 h 1065273"/>
              <a:gd name="csX1474" fmla="*/ 254757 w 1728164"/>
              <a:gd name="csY1474" fmla="*/ 1063254 h 1065273"/>
              <a:gd name="csX1475" fmla="*/ 254930 w 1728164"/>
              <a:gd name="csY1475" fmla="*/ 1063236 h 1065273"/>
              <a:gd name="csX1476" fmla="*/ 255102 w 1728164"/>
              <a:gd name="csY1476" fmla="*/ 1063227 h 1065273"/>
              <a:gd name="csX1477" fmla="*/ 255276 w 1728164"/>
              <a:gd name="csY1477" fmla="*/ 1063209 h 1065273"/>
              <a:gd name="csX1478" fmla="*/ 255448 w 1728164"/>
              <a:gd name="csY1478" fmla="*/ 1063201 h 1065273"/>
              <a:gd name="csX1479" fmla="*/ 255621 w 1728164"/>
              <a:gd name="csY1479" fmla="*/ 1063183 h 1065273"/>
              <a:gd name="csX1480" fmla="*/ 255793 w 1728164"/>
              <a:gd name="csY1480" fmla="*/ 1063174 h 1065273"/>
              <a:gd name="csX1481" fmla="*/ 255967 w 1728164"/>
              <a:gd name="csY1481" fmla="*/ 1063156 h 1065273"/>
              <a:gd name="csX1482" fmla="*/ 256139 w 1728164"/>
              <a:gd name="csY1482" fmla="*/ 1063138 h 1065273"/>
              <a:gd name="csX1483" fmla="*/ 256312 w 1728164"/>
              <a:gd name="csY1483" fmla="*/ 1063129 h 1065273"/>
              <a:gd name="csX1484" fmla="*/ 256486 w 1728164"/>
              <a:gd name="csY1484" fmla="*/ 1063112 h 1065273"/>
              <a:gd name="csX1485" fmla="*/ 256658 w 1728164"/>
              <a:gd name="csY1485" fmla="*/ 1063103 h 1065273"/>
              <a:gd name="csX1486" fmla="*/ 256831 w 1728164"/>
              <a:gd name="csY1486" fmla="*/ 1063085 h 1065273"/>
              <a:gd name="csX1487" fmla="*/ 257003 w 1728164"/>
              <a:gd name="csY1487" fmla="*/ 1063076 h 1065273"/>
              <a:gd name="csX1488" fmla="*/ 257177 w 1728164"/>
              <a:gd name="csY1488" fmla="*/ 1063058 h 1065273"/>
              <a:gd name="csX1489" fmla="*/ 257349 w 1728164"/>
              <a:gd name="csY1489" fmla="*/ 1063040 h 1065273"/>
              <a:gd name="csX1490" fmla="*/ 257522 w 1728164"/>
              <a:gd name="csY1490" fmla="*/ 1063032 h 1065273"/>
              <a:gd name="csX1491" fmla="*/ 257695 w 1728164"/>
              <a:gd name="csY1491" fmla="*/ 1063014 h 1065273"/>
              <a:gd name="csX1492" fmla="*/ 257868 w 1728164"/>
              <a:gd name="csY1492" fmla="*/ 1062996 h 1065273"/>
              <a:gd name="csX1493" fmla="*/ 258041 w 1728164"/>
              <a:gd name="csY1493" fmla="*/ 1062987 h 1065273"/>
              <a:gd name="csX1494" fmla="*/ 258213 w 1728164"/>
              <a:gd name="csY1494" fmla="*/ 1062969 h 1065273"/>
              <a:gd name="csX1495" fmla="*/ 258387 w 1728164"/>
              <a:gd name="csY1495" fmla="*/ 1062960 h 1065273"/>
              <a:gd name="csX1496" fmla="*/ 258559 w 1728164"/>
              <a:gd name="csY1496" fmla="*/ 1062943 h 1065273"/>
              <a:gd name="csX1497" fmla="*/ 258732 w 1728164"/>
              <a:gd name="csY1497" fmla="*/ 1062925 h 1065273"/>
              <a:gd name="csX1498" fmla="*/ 258904 w 1728164"/>
              <a:gd name="csY1498" fmla="*/ 1062907 h 1065273"/>
              <a:gd name="csX1499" fmla="*/ 259078 w 1728164"/>
              <a:gd name="csY1499" fmla="*/ 1062898 h 1065273"/>
              <a:gd name="csX1500" fmla="*/ 259251 w 1728164"/>
              <a:gd name="csY1500" fmla="*/ 1062880 h 1065273"/>
              <a:gd name="csX1501" fmla="*/ 259423 w 1728164"/>
              <a:gd name="csY1501" fmla="*/ 1062862 h 1065273"/>
              <a:gd name="csX1502" fmla="*/ 259596 w 1728164"/>
              <a:gd name="csY1502" fmla="*/ 1062854 h 1065273"/>
              <a:gd name="csX1503" fmla="*/ 259769 w 1728164"/>
              <a:gd name="csY1503" fmla="*/ 1062836 h 1065273"/>
              <a:gd name="csX1504" fmla="*/ 259942 w 1728164"/>
              <a:gd name="csY1504" fmla="*/ 1062818 h 1065273"/>
              <a:gd name="csX1505" fmla="*/ 260114 w 1728164"/>
              <a:gd name="csY1505" fmla="*/ 1062800 h 1065273"/>
              <a:gd name="csX1506" fmla="*/ 260288 w 1728164"/>
              <a:gd name="csY1506" fmla="*/ 1062791 h 1065273"/>
              <a:gd name="csX1507" fmla="*/ 260460 w 1728164"/>
              <a:gd name="csY1507" fmla="*/ 1062774 h 1065273"/>
              <a:gd name="csX1508" fmla="*/ 260633 w 1728164"/>
              <a:gd name="csY1508" fmla="*/ 1062756 h 1065273"/>
              <a:gd name="csX1509" fmla="*/ 260806 w 1728164"/>
              <a:gd name="csY1509" fmla="*/ 1062738 h 1065273"/>
              <a:gd name="csX1510" fmla="*/ 260979 w 1728164"/>
              <a:gd name="csY1510" fmla="*/ 1062720 h 1065273"/>
              <a:gd name="csX1511" fmla="*/ 261152 w 1728164"/>
              <a:gd name="csY1511" fmla="*/ 1062711 h 1065273"/>
              <a:gd name="csX1512" fmla="*/ 261324 w 1728164"/>
              <a:gd name="csY1512" fmla="*/ 1062694 h 1065273"/>
              <a:gd name="csX1513" fmla="*/ 261497 w 1728164"/>
              <a:gd name="csY1513" fmla="*/ 1062676 h 1065273"/>
              <a:gd name="csX1514" fmla="*/ 261670 w 1728164"/>
              <a:gd name="csY1514" fmla="*/ 1062658 h 1065273"/>
              <a:gd name="csX1515" fmla="*/ 261843 w 1728164"/>
              <a:gd name="csY1515" fmla="*/ 1062640 h 1065273"/>
              <a:gd name="csX1516" fmla="*/ 262016 w 1728164"/>
              <a:gd name="csY1516" fmla="*/ 1062622 h 1065273"/>
              <a:gd name="csX1517" fmla="*/ 262189 w 1728164"/>
              <a:gd name="csY1517" fmla="*/ 1062605 h 1065273"/>
              <a:gd name="csX1518" fmla="*/ 262362 w 1728164"/>
              <a:gd name="csY1518" fmla="*/ 1062596 h 1065273"/>
              <a:gd name="csX1519" fmla="*/ 262534 w 1728164"/>
              <a:gd name="csY1519" fmla="*/ 1062578 h 1065273"/>
              <a:gd name="csX1520" fmla="*/ 262707 w 1728164"/>
              <a:gd name="csY1520" fmla="*/ 1062560 h 1065273"/>
              <a:gd name="csX1521" fmla="*/ 262880 w 1728164"/>
              <a:gd name="csY1521" fmla="*/ 1062542 h 1065273"/>
              <a:gd name="csX1522" fmla="*/ 263053 w 1728164"/>
              <a:gd name="csY1522" fmla="*/ 1062524 h 1065273"/>
              <a:gd name="csX1523" fmla="*/ 263225 w 1728164"/>
              <a:gd name="csY1523" fmla="*/ 1062507 h 1065273"/>
              <a:gd name="csX1524" fmla="*/ 263398 w 1728164"/>
              <a:gd name="csY1524" fmla="*/ 1062489 h 1065273"/>
              <a:gd name="csX1525" fmla="*/ 263572 w 1728164"/>
              <a:gd name="csY1525" fmla="*/ 1062471 h 1065273"/>
              <a:gd name="csX1526" fmla="*/ 263744 w 1728164"/>
              <a:gd name="csY1526" fmla="*/ 1062453 h 1065273"/>
              <a:gd name="csX1527" fmla="*/ 263917 w 1728164"/>
              <a:gd name="csY1527" fmla="*/ 1062435 h 1065273"/>
              <a:gd name="csX1528" fmla="*/ 264090 w 1728164"/>
              <a:gd name="csY1528" fmla="*/ 1062418 h 1065273"/>
              <a:gd name="csX1529" fmla="*/ 264263 w 1728164"/>
              <a:gd name="csY1529" fmla="*/ 1062400 h 1065273"/>
              <a:gd name="csX1530" fmla="*/ 264435 w 1728164"/>
              <a:gd name="csY1530" fmla="*/ 1062382 h 1065273"/>
              <a:gd name="csX1531" fmla="*/ 264608 w 1728164"/>
              <a:gd name="csY1531" fmla="*/ 1062364 h 1065273"/>
              <a:gd name="csX1532" fmla="*/ 264782 w 1728164"/>
              <a:gd name="csY1532" fmla="*/ 1062347 h 1065273"/>
              <a:gd name="csX1533" fmla="*/ 264954 w 1728164"/>
              <a:gd name="csY1533" fmla="*/ 1062329 h 1065273"/>
              <a:gd name="csX1534" fmla="*/ 265127 w 1728164"/>
              <a:gd name="csY1534" fmla="*/ 1062311 h 1065273"/>
              <a:gd name="csX1535" fmla="*/ 265299 w 1728164"/>
              <a:gd name="csY1535" fmla="*/ 1062293 h 1065273"/>
              <a:gd name="csX1536" fmla="*/ 265473 w 1728164"/>
              <a:gd name="csY1536" fmla="*/ 1062275 h 1065273"/>
              <a:gd name="csX1537" fmla="*/ 265645 w 1728164"/>
              <a:gd name="csY1537" fmla="*/ 1062258 h 1065273"/>
              <a:gd name="csX1538" fmla="*/ 265818 w 1728164"/>
              <a:gd name="csY1538" fmla="*/ 1062240 h 1065273"/>
              <a:gd name="csX1539" fmla="*/ 265991 w 1728164"/>
              <a:gd name="csY1539" fmla="*/ 1062222 h 1065273"/>
              <a:gd name="csX1540" fmla="*/ 266164 w 1728164"/>
              <a:gd name="csY1540" fmla="*/ 1062195 h 1065273"/>
              <a:gd name="csX1541" fmla="*/ 266337 w 1728164"/>
              <a:gd name="csY1541" fmla="*/ 1062177 h 1065273"/>
              <a:gd name="csX1542" fmla="*/ 266509 w 1728164"/>
              <a:gd name="csY1542" fmla="*/ 1062160 h 1065273"/>
              <a:gd name="csX1543" fmla="*/ 266683 w 1728164"/>
              <a:gd name="csY1543" fmla="*/ 1062142 h 1065273"/>
              <a:gd name="csX1544" fmla="*/ 266855 w 1728164"/>
              <a:gd name="csY1544" fmla="*/ 1062124 h 1065273"/>
              <a:gd name="csX1545" fmla="*/ 267028 w 1728164"/>
              <a:gd name="csY1545" fmla="*/ 1062106 h 1065273"/>
              <a:gd name="csX1546" fmla="*/ 267200 w 1728164"/>
              <a:gd name="csY1546" fmla="*/ 1062080 h 1065273"/>
              <a:gd name="csX1547" fmla="*/ 267374 w 1728164"/>
              <a:gd name="csY1547" fmla="*/ 1062062 h 1065273"/>
              <a:gd name="csX1548" fmla="*/ 267547 w 1728164"/>
              <a:gd name="csY1548" fmla="*/ 1062044 h 1065273"/>
              <a:gd name="csX1549" fmla="*/ 267719 w 1728164"/>
              <a:gd name="csY1549" fmla="*/ 1062026 h 1065273"/>
              <a:gd name="csX1550" fmla="*/ 267893 w 1728164"/>
              <a:gd name="csY1550" fmla="*/ 1062008 h 1065273"/>
              <a:gd name="csX1551" fmla="*/ 268065 w 1728164"/>
              <a:gd name="csY1551" fmla="*/ 1061982 h 1065273"/>
              <a:gd name="csX1552" fmla="*/ 268238 w 1728164"/>
              <a:gd name="csY1552" fmla="*/ 1061964 h 1065273"/>
              <a:gd name="csX1553" fmla="*/ 268410 w 1728164"/>
              <a:gd name="csY1553" fmla="*/ 1061946 h 1065273"/>
              <a:gd name="csX1554" fmla="*/ 268584 w 1728164"/>
              <a:gd name="csY1554" fmla="*/ 1061928 h 1065273"/>
              <a:gd name="csX1555" fmla="*/ 268756 w 1728164"/>
              <a:gd name="csY1555" fmla="*/ 1061902 h 1065273"/>
              <a:gd name="csX1556" fmla="*/ 268929 w 1728164"/>
              <a:gd name="csY1556" fmla="*/ 1061884 h 1065273"/>
              <a:gd name="csX1557" fmla="*/ 269102 w 1728164"/>
              <a:gd name="csY1557" fmla="*/ 1061866 h 1065273"/>
              <a:gd name="csX1558" fmla="*/ 269275 w 1728164"/>
              <a:gd name="csY1558" fmla="*/ 1061839 h 1065273"/>
              <a:gd name="csX1559" fmla="*/ 269448 w 1728164"/>
              <a:gd name="csY1559" fmla="*/ 1061822 h 1065273"/>
              <a:gd name="csX1560" fmla="*/ 269620 w 1728164"/>
              <a:gd name="csY1560" fmla="*/ 1061804 h 1065273"/>
              <a:gd name="csX1561" fmla="*/ 269794 w 1728164"/>
              <a:gd name="csY1561" fmla="*/ 1061777 h 1065273"/>
              <a:gd name="csX1562" fmla="*/ 269966 w 1728164"/>
              <a:gd name="csY1562" fmla="*/ 1061759 h 1065273"/>
              <a:gd name="csX1563" fmla="*/ 270139 w 1728164"/>
              <a:gd name="csY1563" fmla="*/ 1061733 h 1065273"/>
              <a:gd name="csX1564" fmla="*/ 270312 w 1728164"/>
              <a:gd name="csY1564" fmla="*/ 1061715 h 1065273"/>
              <a:gd name="csX1565" fmla="*/ 270485 w 1728164"/>
              <a:gd name="csY1565" fmla="*/ 1061697 h 1065273"/>
              <a:gd name="csX1566" fmla="*/ 270658 w 1728164"/>
              <a:gd name="csY1566" fmla="*/ 1061670 h 1065273"/>
              <a:gd name="csX1567" fmla="*/ 270830 w 1728164"/>
              <a:gd name="csY1567" fmla="*/ 1061653 h 1065273"/>
              <a:gd name="csX1568" fmla="*/ 271003 w 1728164"/>
              <a:gd name="csY1568" fmla="*/ 1061626 h 1065273"/>
              <a:gd name="csX1569" fmla="*/ 271176 w 1728164"/>
              <a:gd name="csY1569" fmla="*/ 1061608 h 1065273"/>
              <a:gd name="csX1570" fmla="*/ 271349 w 1728164"/>
              <a:gd name="csY1570" fmla="*/ 1061581 h 1065273"/>
              <a:gd name="csX1571" fmla="*/ 271521 w 1728164"/>
              <a:gd name="csY1571" fmla="*/ 1061564 h 1065273"/>
              <a:gd name="csX1572" fmla="*/ 271695 w 1728164"/>
              <a:gd name="csY1572" fmla="*/ 1061537 h 1065273"/>
              <a:gd name="csX1573" fmla="*/ 271868 w 1728164"/>
              <a:gd name="csY1573" fmla="*/ 1061519 h 1065273"/>
              <a:gd name="csX1574" fmla="*/ 272040 w 1728164"/>
              <a:gd name="csY1574" fmla="*/ 1061493 h 1065273"/>
              <a:gd name="csX1575" fmla="*/ 272213 w 1728164"/>
              <a:gd name="csY1575" fmla="*/ 1061475 h 1065273"/>
              <a:gd name="csX1576" fmla="*/ 272386 w 1728164"/>
              <a:gd name="csY1576" fmla="*/ 1061448 h 1065273"/>
              <a:gd name="csX1577" fmla="*/ 272559 w 1728164"/>
              <a:gd name="csY1577" fmla="*/ 1061430 h 1065273"/>
              <a:gd name="csX1578" fmla="*/ 272731 w 1728164"/>
              <a:gd name="csY1578" fmla="*/ 1061403 h 1065273"/>
              <a:gd name="csX1579" fmla="*/ 272904 w 1728164"/>
              <a:gd name="csY1579" fmla="*/ 1061386 h 1065273"/>
              <a:gd name="csX1580" fmla="*/ 273077 w 1728164"/>
              <a:gd name="csY1580" fmla="*/ 1061359 h 1065273"/>
              <a:gd name="csX1581" fmla="*/ 273250 w 1728164"/>
              <a:gd name="csY1581" fmla="*/ 1061332 h 1065273"/>
              <a:gd name="csX1582" fmla="*/ 273423 w 1728164"/>
              <a:gd name="csY1582" fmla="*/ 1061315 h 1065273"/>
              <a:gd name="csX1583" fmla="*/ 273596 w 1728164"/>
              <a:gd name="csY1583" fmla="*/ 1061288 h 1065273"/>
              <a:gd name="csX1584" fmla="*/ 273769 w 1728164"/>
              <a:gd name="csY1584" fmla="*/ 1061261 h 1065273"/>
              <a:gd name="csX1585" fmla="*/ 273941 w 1728164"/>
              <a:gd name="csY1585" fmla="*/ 1061243 h 1065273"/>
              <a:gd name="csX1586" fmla="*/ 274114 w 1728164"/>
              <a:gd name="csY1586" fmla="*/ 1061217 h 1065273"/>
              <a:gd name="csX1587" fmla="*/ 274287 w 1728164"/>
              <a:gd name="csY1587" fmla="*/ 1061190 h 1065273"/>
              <a:gd name="csX1588" fmla="*/ 274460 w 1728164"/>
              <a:gd name="csY1588" fmla="*/ 1061172 h 1065273"/>
              <a:gd name="csX1589" fmla="*/ 274633 w 1728164"/>
              <a:gd name="csY1589" fmla="*/ 1061146 h 1065273"/>
              <a:gd name="csX1590" fmla="*/ 274805 w 1728164"/>
              <a:gd name="csY1590" fmla="*/ 1061119 h 1065273"/>
              <a:gd name="csX1591" fmla="*/ 274979 w 1728164"/>
              <a:gd name="csY1591" fmla="*/ 1061092 h 1065273"/>
              <a:gd name="csX1592" fmla="*/ 275151 w 1728164"/>
              <a:gd name="csY1592" fmla="*/ 1061074 h 1065273"/>
              <a:gd name="csX1593" fmla="*/ 275324 w 1728164"/>
              <a:gd name="csY1593" fmla="*/ 1061048 h 1065273"/>
              <a:gd name="csX1594" fmla="*/ 275497 w 1728164"/>
              <a:gd name="csY1594" fmla="*/ 1061021 h 1065273"/>
              <a:gd name="csX1595" fmla="*/ 275670 w 1728164"/>
              <a:gd name="csY1595" fmla="*/ 1060994 h 1065273"/>
              <a:gd name="csX1596" fmla="*/ 275842 w 1728164"/>
              <a:gd name="csY1596" fmla="*/ 1060968 h 1065273"/>
              <a:gd name="csX1597" fmla="*/ 276015 w 1728164"/>
              <a:gd name="csY1597" fmla="*/ 1060950 h 1065273"/>
              <a:gd name="csX1598" fmla="*/ 276189 w 1728164"/>
              <a:gd name="csY1598" fmla="*/ 1060923 h 1065273"/>
              <a:gd name="csX1599" fmla="*/ 276361 w 1728164"/>
              <a:gd name="csY1599" fmla="*/ 1060896 h 1065273"/>
              <a:gd name="csX1600" fmla="*/ 276534 w 1728164"/>
              <a:gd name="csY1600" fmla="*/ 1060870 h 1065273"/>
              <a:gd name="csX1601" fmla="*/ 276706 w 1728164"/>
              <a:gd name="csY1601" fmla="*/ 1060843 h 1065273"/>
              <a:gd name="csX1602" fmla="*/ 276880 w 1728164"/>
              <a:gd name="csY1602" fmla="*/ 1060816 h 1065273"/>
              <a:gd name="csX1603" fmla="*/ 277052 w 1728164"/>
              <a:gd name="csY1603" fmla="*/ 1060790 h 1065273"/>
              <a:gd name="csX1604" fmla="*/ 277225 w 1728164"/>
              <a:gd name="csY1604" fmla="*/ 1060763 h 1065273"/>
              <a:gd name="csX1605" fmla="*/ 277398 w 1728164"/>
              <a:gd name="csY1605" fmla="*/ 1060736 h 1065273"/>
              <a:gd name="csX1606" fmla="*/ 277571 w 1728164"/>
              <a:gd name="csY1606" fmla="*/ 1060718 h 1065273"/>
              <a:gd name="csX1607" fmla="*/ 277744 w 1728164"/>
              <a:gd name="csY1607" fmla="*/ 1060692 h 1065273"/>
              <a:gd name="csX1608" fmla="*/ 277916 w 1728164"/>
              <a:gd name="csY1608" fmla="*/ 1060665 h 1065273"/>
              <a:gd name="csX1609" fmla="*/ 278090 w 1728164"/>
              <a:gd name="csY1609" fmla="*/ 1060638 h 1065273"/>
              <a:gd name="csX1610" fmla="*/ 278262 w 1728164"/>
              <a:gd name="csY1610" fmla="*/ 1060612 h 1065273"/>
              <a:gd name="csX1611" fmla="*/ 278435 w 1728164"/>
              <a:gd name="csY1611" fmla="*/ 1060576 h 1065273"/>
              <a:gd name="csX1612" fmla="*/ 278607 w 1728164"/>
              <a:gd name="csY1612" fmla="*/ 1060549 h 1065273"/>
              <a:gd name="csX1613" fmla="*/ 278781 w 1728164"/>
              <a:gd name="csY1613" fmla="*/ 1060523 h 1065273"/>
              <a:gd name="csX1614" fmla="*/ 278954 w 1728164"/>
              <a:gd name="csY1614" fmla="*/ 1060496 h 1065273"/>
              <a:gd name="csX1615" fmla="*/ 279126 w 1728164"/>
              <a:gd name="csY1615" fmla="*/ 1060469 h 1065273"/>
              <a:gd name="csX1616" fmla="*/ 279300 w 1728164"/>
              <a:gd name="csY1616" fmla="*/ 1060443 h 1065273"/>
              <a:gd name="csX1617" fmla="*/ 279472 w 1728164"/>
              <a:gd name="csY1617" fmla="*/ 1060416 h 1065273"/>
              <a:gd name="csX1618" fmla="*/ 279645 w 1728164"/>
              <a:gd name="csY1618" fmla="*/ 1060389 h 1065273"/>
              <a:gd name="csX1619" fmla="*/ 279817 w 1728164"/>
              <a:gd name="csY1619" fmla="*/ 1060363 h 1065273"/>
              <a:gd name="csX1620" fmla="*/ 279991 w 1728164"/>
              <a:gd name="csY1620" fmla="*/ 1060336 h 1065273"/>
              <a:gd name="csX1621" fmla="*/ 280163 w 1728164"/>
              <a:gd name="csY1621" fmla="*/ 1060300 h 1065273"/>
              <a:gd name="csX1622" fmla="*/ 280336 w 1728164"/>
              <a:gd name="csY1622" fmla="*/ 1060274 h 1065273"/>
              <a:gd name="csX1623" fmla="*/ 280509 w 1728164"/>
              <a:gd name="csY1623" fmla="*/ 1060247 h 1065273"/>
              <a:gd name="csX1624" fmla="*/ 280682 w 1728164"/>
              <a:gd name="csY1624" fmla="*/ 1060220 h 1065273"/>
              <a:gd name="csX1625" fmla="*/ 280855 w 1728164"/>
              <a:gd name="csY1625" fmla="*/ 1060185 h 1065273"/>
              <a:gd name="csX1626" fmla="*/ 281027 w 1728164"/>
              <a:gd name="csY1626" fmla="*/ 1060158 h 1065273"/>
              <a:gd name="csX1627" fmla="*/ 281201 w 1728164"/>
              <a:gd name="csY1627" fmla="*/ 1060131 h 1065273"/>
              <a:gd name="csX1628" fmla="*/ 281373 w 1728164"/>
              <a:gd name="csY1628" fmla="*/ 1060105 h 1065273"/>
              <a:gd name="csX1629" fmla="*/ 281546 w 1728164"/>
              <a:gd name="csY1629" fmla="*/ 1060069 h 1065273"/>
              <a:gd name="csX1630" fmla="*/ 281719 w 1728164"/>
              <a:gd name="csY1630" fmla="*/ 1060042 h 1065273"/>
              <a:gd name="csX1631" fmla="*/ 281892 w 1728164"/>
              <a:gd name="csY1631" fmla="*/ 1060016 h 1065273"/>
              <a:gd name="csX1632" fmla="*/ 282065 w 1728164"/>
              <a:gd name="csY1632" fmla="*/ 1059980 h 1065273"/>
              <a:gd name="csX1633" fmla="*/ 282237 w 1728164"/>
              <a:gd name="csY1633" fmla="*/ 1059953 h 1065273"/>
              <a:gd name="csX1634" fmla="*/ 282410 w 1728164"/>
              <a:gd name="csY1634" fmla="*/ 1059927 h 1065273"/>
              <a:gd name="csX1635" fmla="*/ 282583 w 1728164"/>
              <a:gd name="csY1635" fmla="*/ 1059891 h 1065273"/>
              <a:gd name="csX1636" fmla="*/ 282756 w 1728164"/>
              <a:gd name="csY1636" fmla="*/ 1059864 h 1065273"/>
              <a:gd name="csX1637" fmla="*/ 282928 w 1728164"/>
              <a:gd name="csY1637" fmla="*/ 1059829 h 1065273"/>
              <a:gd name="csX1638" fmla="*/ 283102 w 1728164"/>
              <a:gd name="csY1638" fmla="*/ 1059802 h 1065273"/>
              <a:gd name="csX1639" fmla="*/ 283275 w 1728164"/>
              <a:gd name="csY1639" fmla="*/ 1059767 h 1065273"/>
              <a:gd name="csX1640" fmla="*/ 283447 w 1728164"/>
              <a:gd name="csY1640" fmla="*/ 1059740 h 1065273"/>
              <a:gd name="csX1641" fmla="*/ 283620 w 1728164"/>
              <a:gd name="csY1641" fmla="*/ 1059704 h 1065273"/>
              <a:gd name="csX1642" fmla="*/ 283793 w 1728164"/>
              <a:gd name="csY1642" fmla="*/ 1059678 h 1065273"/>
              <a:gd name="csX1643" fmla="*/ 283966 w 1728164"/>
              <a:gd name="csY1643" fmla="*/ 1059642 h 1065273"/>
              <a:gd name="csX1644" fmla="*/ 284138 w 1728164"/>
              <a:gd name="csY1644" fmla="*/ 1059615 h 1065273"/>
              <a:gd name="csX1645" fmla="*/ 284311 w 1728164"/>
              <a:gd name="csY1645" fmla="*/ 1059580 h 1065273"/>
              <a:gd name="csX1646" fmla="*/ 284484 w 1728164"/>
              <a:gd name="csY1646" fmla="*/ 1059553 h 1065273"/>
              <a:gd name="csX1647" fmla="*/ 284657 w 1728164"/>
              <a:gd name="csY1647" fmla="*/ 1059517 h 1065273"/>
              <a:gd name="csX1648" fmla="*/ 284830 w 1728164"/>
              <a:gd name="csY1648" fmla="*/ 1059482 h 1065273"/>
              <a:gd name="csX1649" fmla="*/ 285003 w 1728164"/>
              <a:gd name="csY1649" fmla="*/ 1059455 h 1065273"/>
              <a:gd name="csX1650" fmla="*/ 285176 w 1728164"/>
              <a:gd name="csY1650" fmla="*/ 1059420 h 1065273"/>
              <a:gd name="csX1651" fmla="*/ 285348 w 1728164"/>
              <a:gd name="csY1651" fmla="*/ 1059384 h 1065273"/>
              <a:gd name="csX1652" fmla="*/ 285521 w 1728164"/>
              <a:gd name="csY1652" fmla="*/ 1059357 h 1065273"/>
              <a:gd name="csX1653" fmla="*/ 285694 w 1728164"/>
              <a:gd name="csY1653" fmla="*/ 1059322 h 1065273"/>
              <a:gd name="csX1654" fmla="*/ 285867 w 1728164"/>
              <a:gd name="csY1654" fmla="*/ 1059286 h 1065273"/>
              <a:gd name="csX1655" fmla="*/ 286040 w 1728164"/>
              <a:gd name="csY1655" fmla="*/ 1059259 h 1065273"/>
              <a:gd name="csX1656" fmla="*/ 286212 w 1728164"/>
              <a:gd name="csY1656" fmla="*/ 1059224 h 1065273"/>
              <a:gd name="csX1657" fmla="*/ 286386 w 1728164"/>
              <a:gd name="csY1657" fmla="*/ 1059188 h 1065273"/>
              <a:gd name="csX1658" fmla="*/ 286558 w 1728164"/>
              <a:gd name="csY1658" fmla="*/ 1059153 h 1065273"/>
              <a:gd name="csX1659" fmla="*/ 286731 w 1728164"/>
              <a:gd name="csY1659" fmla="*/ 1059117 h 1065273"/>
              <a:gd name="csX1660" fmla="*/ 286904 w 1728164"/>
              <a:gd name="csY1660" fmla="*/ 1059090 h 1065273"/>
              <a:gd name="csX1661" fmla="*/ 287077 w 1728164"/>
              <a:gd name="csY1661" fmla="*/ 1059055 h 1065273"/>
              <a:gd name="csX1662" fmla="*/ 287249 w 1728164"/>
              <a:gd name="csY1662" fmla="*/ 1059019 h 1065273"/>
              <a:gd name="csX1663" fmla="*/ 287422 w 1728164"/>
              <a:gd name="csY1663" fmla="*/ 1058984 h 1065273"/>
              <a:gd name="csX1664" fmla="*/ 287596 w 1728164"/>
              <a:gd name="csY1664" fmla="*/ 1058948 h 1065273"/>
              <a:gd name="csX1665" fmla="*/ 287768 w 1728164"/>
              <a:gd name="csY1665" fmla="*/ 1058913 h 1065273"/>
              <a:gd name="csX1666" fmla="*/ 287941 w 1728164"/>
              <a:gd name="csY1666" fmla="*/ 1058877 h 1065273"/>
              <a:gd name="csX1667" fmla="*/ 288113 w 1728164"/>
              <a:gd name="csY1667" fmla="*/ 1058841 h 1065273"/>
              <a:gd name="csX1668" fmla="*/ 288287 w 1728164"/>
              <a:gd name="csY1668" fmla="*/ 1058806 h 1065273"/>
              <a:gd name="csX1669" fmla="*/ 288459 w 1728164"/>
              <a:gd name="csY1669" fmla="*/ 1058770 h 1065273"/>
              <a:gd name="csX1670" fmla="*/ 288632 w 1728164"/>
              <a:gd name="csY1670" fmla="*/ 1058735 h 1065273"/>
              <a:gd name="csX1671" fmla="*/ 288806 w 1728164"/>
              <a:gd name="csY1671" fmla="*/ 1058699 h 1065273"/>
              <a:gd name="csX1672" fmla="*/ 288978 w 1728164"/>
              <a:gd name="csY1672" fmla="*/ 1058663 h 1065273"/>
              <a:gd name="csX1673" fmla="*/ 289151 w 1728164"/>
              <a:gd name="csY1673" fmla="*/ 1058628 h 1065273"/>
              <a:gd name="csX1674" fmla="*/ 289323 w 1728164"/>
              <a:gd name="csY1674" fmla="*/ 1058592 h 1065273"/>
              <a:gd name="csX1675" fmla="*/ 289497 w 1728164"/>
              <a:gd name="csY1675" fmla="*/ 1058557 h 1065273"/>
              <a:gd name="csX1676" fmla="*/ 289669 w 1728164"/>
              <a:gd name="csY1676" fmla="*/ 1058521 h 1065273"/>
              <a:gd name="csX1677" fmla="*/ 289842 w 1728164"/>
              <a:gd name="csY1677" fmla="*/ 1058486 h 1065273"/>
              <a:gd name="csX1678" fmla="*/ 290014 w 1728164"/>
              <a:gd name="csY1678" fmla="*/ 1058450 h 1065273"/>
              <a:gd name="csX1679" fmla="*/ 290188 w 1728164"/>
              <a:gd name="csY1679" fmla="*/ 1058414 h 1065273"/>
              <a:gd name="csX1680" fmla="*/ 290361 w 1728164"/>
              <a:gd name="csY1680" fmla="*/ 1058370 h 1065273"/>
              <a:gd name="csX1681" fmla="*/ 290533 w 1728164"/>
              <a:gd name="csY1681" fmla="*/ 1058334 h 1065273"/>
              <a:gd name="csX1682" fmla="*/ 290707 w 1728164"/>
              <a:gd name="csY1682" fmla="*/ 1058299 h 1065273"/>
              <a:gd name="csX1683" fmla="*/ 290879 w 1728164"/>
              <a:gd name="csY1683" fmla="*/ 1058263 h 1065273"/>
              <a:gd name="csX1684" fmla="*/ 291052 w 1728164"/>
              <a:gd name="csY1684" fmla="*/ 1058227 h 1065273"/>
              <a:gd name="csX1685" fmla="*/ 291224 w 1728164"/>
              <a:gd name="csY1685" fmla="*/ 1058183 h 1065273"/>
              <a:gd name="csX1686" fmla="*/ 291398 w 1728164"/>
              <a:gd name="csY1686" fmla="*/ 1058147 h 1065273"/>
              <a:gd name="csX1687" fmla="*/ 291570 w 1728164"/>
              <a:gd name="csY1687" fmla="*/ 1058112 h 1065273"/>
              <a:gd name="csX1688" fmla="*/ 291743 w 1728164"/>
              <a:gd name="csY1688" fmla="*/ 1058067 h 1065273"/>
              <a:gd name="csX1689" fmla="*/ 291916 w 1728164"/>
              <a:gd name="csY1689" fmla="*/ 1058032 h 1065273"/>
              <a:gd name="csX1690" fmla="*/ 292089 w 1728164"/>
              <a:gd name="csY1690" fmla="*/ 1057996 h 1065273"/>
              <a:gd name="csX1691" fmla="*/ 292262 w 1728164"/>
              <a:gd name="csY1691" fmla="*/ 1057952 h 1065273"/>
              <a:gd name="csX1692" fmla="*/ 292434 w 1728164"/>
              <a:gd name="csY1692" fmla="*/ 1057916 h 1065273"/>
              <a:gd name="csX1693" fmla="*/ 292608 w 1728164"/>
              <a:gd name="csY1693" fmla="*/ 1057872 h 1065273"/>
              <a:gd name="csX1694" fmla="*/ 292780 w 1728164"/>
              <a:gd name="csY1694" fmla="*/ 1057836 h 1065273"/>
              <a:gd name="csX1695" fmla="*/ 292953 w 1728164"/>
              <a:gd name="csY1695" fmla="*/ 1057792 h 1065273"/>
              <a:gd name="csX1696" fmla="*/ 293126 w 1728164"/>
              <a:gd name="csY1696" fmla="*/ 1057756 h 1065273"/>
              <a:gd name="csX1697" fmla="*/ 293299 w 1728164"/>
              <a:gd name="csY1697" fmla="*/ 1057712 h 1065273"/>
              <a:gd name="csX1698" fmla="*/ 293472 w 1728164"/>
              <a:gd name="csY1698" fmla="*/ 1057676 h 1065273"/>
              <a:gd name="csX1699" fmla="*/ 293644 w 1728164"/>
              <a:gd name="csY1699" fmla="*/ 1057631 h 1065273"/>
              <a:gd name="csX1700" fmla="*/ 293817 w 1728164"/>
              <a:gd name="csY1700" fmla="*/ 1057596 h 1065273"/>
              <a:gd name="csX1701" fmla="*/ 293990 w 1728164"/>
              <a:gd name="csY1701" fmla="*/ 1057551 h 1065273"/>
              <a:gd name="csX1702" fmla="*/ 294163 w 1728164"/>
              <a:gd name="csY1702" fmla="*/ 1057516 h 1065273"/>
              <a:gd name="csX1703" fmla="*/ 294336 w 1728164"/>
              <a:gd name="csY1703" fmla="*/ 1057471 h 1065273"/>
              <a:gd name="csX1704" fmla="*/ 294509 w 1728164"/>
              <a:gd name="csY1704" fmla="*/ 1057427 h 1065273"/>
              <a:gd name="csX1705" fmla="*/ 294682 w 1728164"/>
              <a:gd name="csY1705" fmla="*/ 1057391 h 1065273"/>
              <a:gd name="csX1706" fmla="*/ 294854 w 1728164"/>
              <a:gd name="csY1706" fmla="*/ 1057347 h 1065273"/>
              <a:gd name="csX1707" fmla="*/ 295027 w 1728164"/>
              <a:gd name="csY1707" fmla="*/ 1057302 h 1065273"/>
              <a:gd name="csX1708" fmla="*/ 295200 w 1728164"/>
              <a:gd name="csY1708" fmla="*/ 1057258 h 1065273"/>
              <a:gd name="csX1709" fmla="*/ 295373 w 1728164"/>
              <a:gd name="csY1709" fmla="*/ 1057222 h 1065273"/>
              <a:gd name="csX1710" fmla="*/ 295545 w 1728164"/>
              <a:gd name="csY1710" fmla="*/ 1057178 h 1065273"/>
              <a:gd name="csX1711" fmla="*/ 295718 w 1728164"/>
              <a:gd name="csY1711" fmla="*/ 1057133 h 1065273"/>
              <a:gd name="csX1712" fmla="*/ 295891 w 1728164"/>
              <a:gd name="csY1712" fmla="*/ 1057089 h 1065273"/>
              <a:gd name="csX1713" fmla="*/ 296064 w 1728164"/>
              <a:gd name="csY1713" fmla="*/ 1057044 h 1065273"/>
              <a:gd name="csX1714" fmla="*/ 296237 w 1728164"/>
              <a:gd name="csY1714" fmla="*/ 1057009 h 1065273"/>
              <a:gd name="csX1715" fmla="*/ 296410 w 1728164"/>
              <a:gd name="csY1715" fmla="*/ 1056964 h 1065273"/>
              <a:gd name="csX1716" fmla="*/ 296583 w 1728164"/>
              <a:gd name="csY1716" fmla="*/ 1056920 h 1065273"/>
              <a:gd name="csX1717" fmla="*/ 296755 w 1728164"/>
              <a:gd name="csY1717" fmla="*/ 1056875 h 1065273"/>
              <a:gd name="csX1718" fmla="*/ 296928 w 1728164"/>
              <a:gd name="csY1718" fmla="*/ 1056831 h 1065273"/>
              <a:gd name="csX1719" fmla="*/ 297101 w 1728164"/>
              <a:gd name="csY1719" fmla="*/ 1056786 h 1065273"/>
              <a:gd name="csX1720" fmla="*/ 297274 w 1728164"/>
              <a:gd name="csY1720" fmla="*/ 1056742 h 1065273"/>
              <a:gd name="csX1721" fmla="*/ 297447 w 1728164"/>
              <a:gd name="csY1721" fmla="*/ 1056697 h 1065273"/>
              <a:gd name="csX1722" fmla="*/ 297619 w 1728164"/>
              <a:gd name="csY1722" fmla="*/ 1056653 h 1065273"/>
              <a:gd name="csX1723" fmla="*/ 297793 w 1728164"/>
              <a:gd name="csY1723" fmla="*/ 1056608 h 1065273"/>
              <a:gd name="csX1724" fmla="*/ 297965 w 1728164"/>
              <a:gd name="csY1724" fmla="*/ 1056564 h 1065273"/>
              <a:gd name="csX1725" fmla="*/ 298138 w 1728164"/>
              <a:gd name="csY1725" fmla="*/ 1056519 h 1065273"/>
              <a:gd name="csX1726" fmla="*/ 298311 w 1728164"/>
              <a:gd name="csY1726" fmla="*/ 1056475 h 1065273"/>
              <a:gd name="csX1727" fmla="*/ 298484 w 1728164"/>
              <a:gd name="csY1727" fmla="*/ 1056430 h 1065273"/>
              <a:gd name="csX1728" fmla="*/ 298657 w 1728164"/>
              <a:gd name="csY1728" fmla="*/ 1056377 h 1065273"/>
              <a:gd name="csX1729" fmla="*/ 298829 w 1728164"/>
              <a:gd name="csY1729" fmla="*/ 1056333 h 1065273"/>
              <a:gd name="csX1730" fmla="*/ 299003 w 1728164"/>
              <a:gd name="csY1730" fmla="*/ 1056288 h 1065273"/>
              <a:gd name="csX1731" fmla="*/ 299175 w 1728164"/>
              <a:gd name="csY1731" fmla="*/ 1056244 h 1065273"/>
              <a:gd name="csX1732" fmla="*/ 299348 w 1728164"/>
              <a:gd name="csY1732" fmla="*/ 1056199 h 1065273"/>
              <a:gd name="csX1733" fmla="*/ 299520 w 1728164"/>
              <a:gd name="csY1733" fmla="*/ 1056146 h 1065273"/>
              <a:gd name="csX1734" fmla="*/ 299694 w 1728164"/>
              <a:gd name="csY1734" fmla="*/ 1056101 h 1065273"/>
              <a:gd name="csX1735" fmla="*/ 299866 w 1728164"/>
              <a:gd name="csY1735" fmla="*/ 1056057 h 1065273"/>
              <a:gd name="csX1736" fmla="*/ 300039 w 1728164"/>
              <a:gd name="csY1736" fmla="*/ 1056003 h 1065273"/>
              <a:gd name="csX1737" fmla="*/ 300212 w 1728164"/>
              <a:gd name="csY1737" fmla="*/ 1055959 h 1065273"/>
              <a:gd name="csX1738" fmla="*/ 300385 w 1728164"/>
              <a:gd name="csY1738" fmla="*/ 1055914 h 1065273"/>
              <a:gd name="csX1739" fmla="*/ 300558 w 1728164"/>
              <a:gd name="csY1739" fmla="*/ 1055861 h 1065273"/>
              <a:gd name="csX1740" fmla="*/ 300730 w 1728164"/>
              <a:gd name="csY1740" fmla="*/ 1055817 h 1065273"/>
              <a:gd name="csX1741" fmla="*/ 300904 w 1728164"/>
              <a:gd name="csY1741" fmla="*/ 1055763 h 1065273"/>
              <a:gd name="csX1742" fmla="*/ 301076 w 1728164"/>
              <a:gd name="csY1742" fmla="*/ 1055719 h 1065273"/>
              <a:gd name="csX1743" fmla="*/ 301249 w 1728164"/>
              <a:gd name="csY1743" fmla="*/ 1055665 h 1065273"/>
              <a:gd name="csX1744" fmla="*/ 301422 w 1728164"/>
              <a:gd name="csY1744" fmla="*/ 1055621 h 1065273"/>
              <a:gd name="csX1745" fmla="*/ 301595 w 1728164"/>
              <a:gd name="csY1745" fmla="*/ 1055567 h 1065273"/>
              <a:gd name="csX1746" fmla="*/ 301768 w 1728164"/>
              <a:gd name="csY1746" fmla="*/ 1055523 h 1065273"/>
              <a:gd name="csX1747" fmla="*/ 301940 w 1728164"/>
              <a:gd name="csY1747" fmla="*/ 1055470 h 1065273"/>
              <a:gd name="csX1748" fmla="*/ 302114 w 1728164"/>
              <a:gd name="csY1748" fmla="*/ 1055425 h 1065273"/>
              <a:gd name="csX1749" fmla="*/ 302286 w 1728164"/>
              <a:gd name="csY1749" fmla="*/ 1055372 h 1065273"/>
              <a:gd name="csX1750" fmla="*/ 302459 w 1728164"/>
              <a:gd name="csY1750" fmla="*/ 1055318 h 1065273"/>
              <a:gd name="csX1751" fmla="*/ 302631 w 1728164"/>
              <a:gd name="csY1751" fmla="*/ 1055274 h 1065273"/>
              <a:gd name="csX1752" fmla="*/ 302805 w 1728164"/>
              <a:gd name="csY1752" fmla="*/ 1055220 h 1065273"/>
              <a:gd name="csX1753" fmla="*/ 302978 w 1728164"/>
              <a:gd name="csY1753" fmla="*/ 1055167 h 1065273"/>
              <a:gd name="csX1754" fmla="*/ 303150 w 1728164"/>
              <a:gd name="csY1754" fmla="*/ 1055114 h 1065273"/>
              <a:gd name="csX1755" fmla="*/ 303323 w 1728164"/>
              <a:gd name="csY1755" fmla="*/ 1055069 h 1065273"/>
              <a:gd name="csX1756" fmla="*/ 303496 w 1728164"/>
              <a:gd name="csY1756" fmla="*/ 1055016 h 1065273"/>
              <a:gd name="csX1757" fmla="*/ 303669 w 1728164"/>
              <a:gd name="csY1757" fmla="*/ 1054962 h 1065273"/>
              <a:gd name="csX1758" fmla="*/ 303841 w 1728164"/>
              <a:gd name="csY1758" fmla="*/ 1054909 h 1065273"/>
              <a:gd name="csX1759" fmla="*/ 304015 w 1728164"/>
              <a:gd name="csY1759" fmla="*/ 1054856 h 1065273"/>
              <a:gd name="csX1760" fmla="*/ 304187 w 1728164"/>
              <a:gd name="csY1760" fmla="*/ 1054802 h 1065273"/>
              <a:gd name="csX1761" fmla="*/ 304360 w 1728164"/>
              <a:gd name="csY1761" fmla="*/ 1054749 h 1065273"/>
              <a:gd name="csX1762" fmla="*/ 304533 w 1728164"/>
              <a:gd name="csY1762" fmla="*/ 1054705 h 1065273"/>
              <a:gd name="csX1763" fmla="*/ 304706 w 1728164"/>
              <a:gd name="csY1763" fmla="*/ 1054651 h 1065273"/>
              <a:gd name="csX1764" fmla="*/ 304879 w 1728164"/>
              <a:gd name="csY1764" fmla="*/ 1054598 h 1065273"/>
              <a:gd name="csX1765" fmla="*/ 305051 w 1728164"/>
              <a:gd name="csY1765" fmla="*/ 1054544 h 1065273"/>
              <a:gd name="csX1766" fmla="*/ 305224 w 1728164"/>
              <a:gd name="csY1766" fmla="*/ 1054491 h 1065273"/>
              <a:gd name="csX1767" fmla="*/ 305397 w 1728164"/>
              <a:gd name="csY1767" fmla="*/ 1054438 h 1065273"/>
              <a:gd name="csX1768" fmla="*/ 305570 w 1728164"/>
              <a:gd name="csY1768" fmla="*/ 1054375 h 1065273"/>
              <a:gd name="csX1769" fmla="*/ 305743 w 1728164"/>
              <a:gd name="csY1769" fmla="*/ 1054322 h 1065273"/>
              <a:gd name="csX1770" fmla="*/ 305916 w 1728164"/>
              <a:gd name="csY1770" fmla="*/ 1054268 h 1065273"/>
              <a:gd name="csX1771" fmla="*/ 306089 w 1728164"/>
              <a:gd name="csY1771" fmla="*/ 1054215 h 1065273"/>
              <a:gd name="csX1772" fmla="*/ 306261 w 1728164"/>
              <a:gd name="csY1772" fmla="*/ 1054162 h 1065273"/>
              <a:gd name="csX1773" fmla="*/ 306434 w 1728164"/>
              <a:gd name="csY1773" fmla="*/ 1054108 h 1065273"/>
              <a:gd name="csX1774" fmla="*/ 306607 w 1728164"/>
              <a:gd name="csY1774" fmla="*/ 1054046 h 1065273"/>
              <a:gd name="csX1775" fmla="*/ 306780 w 1728164"/>
              <a:gd name="csY1775" fmla="*/ 1053993 h 1065273"/>
              <a:gd name="csX1776" fmla="*/ 306952 w 1728164"/>
              <a:gd name="csY1776" fmla="*/ 1053939 h 1065273"/>
              <a:gd name="csX1777" fmla="*/ 307125 w 1728164"/>
              <a:gd name="csY1777" fmla="*/ 1053886 h 1065273"/>
              <a:gd name="csX1778" fmla="*/ 307299 w 1728164"/>
              <a:gd name="csY1778" fmla="*/ 1053824 h 1065273"/>
              <a:gd name="csX1779" fmla="*/ 307471 w 1728164"/>
              <a:gd name="csY1779" fmla="*/ 1053770 h 1065273"/>
              <a:gd name="csX1780" fmla="*/ 307644 w 1728164"/>
              <a:gd name="csY1780" fmla="*/ 1053708 h 1065273"/>
              <a:gd name="csX1781" fmla="*/ 307817 w 1728164"/>
              <a:gd name="csY1781" fmla="*/ 1053655 h 1065273"/>
              <a:gd name="csX1782" fmla="*/ 307990 w 1728164"/>
              <a:gd name="csY1782" fmla="*/ 1053601 h 1065273"/>
              <a:gd name="csX1783" fmla="*/ 308162 w 1728164"/>
              <a:gd name="csY1783" fmla="*/ 1053539 h 1065273"/>
              <a:gd name="csX1784" fmla="*/ 308335 w 1728164"/>
              <a:gd name="csY1784" fmla="*/ 1053486 h 1065273"/>
              <a:gd name="csX1785" fmla="*/ 308508 w 1728164"/>
              <a:gd name="csY1785" fmla="*/ 1053423 h 1065273"/>
              <a:gd name="csX1786" fmla="*/ 308681 w 1728164"/>
              <a:gd name="csY1786" fmla="*/ 1053370 h 1065273"/>
              <a:gd name="csX1787" fmla="*/ 308854 w 1728164"/>
              <a:gd name="csY1787" fmla="*/ 1053308 h 1065273"/>
              <a:gd name="csX1788" fmla="*/ 309026 w 1728164"/>
              <a:gd name="csY1788" fmla="*/ 1053245 h 1065273"/>
              <a:gd name="csX1789" fmla="*/ 309200 w 1728164"/>
              <a:gd name="csY1789" fmla="*/ 1053192 h 1065273"/>
              <a:gd name="csX1790" fmla="*/ 309372 w 1728164"/>
              <a:gd name="csY1790" fmla="*/ 1053130 h 1065273"/>
              <a:gd name="csX1791" fmla="*/ 309545 w 1728164"/>
              <a:gd name="csY1791" fmla="*/ 1053076 h 1065273"/>
              <a:gd name="csX1792" fmla="*/ 309718 w 1728164"/>
              <a:gd name="csY1792" fmla="*/ 1053014 h 1065273"/>
              <a:gd name="csX1793" fmla="*/ 309891 w 1728164"/>
              <a:gd name="csY1793" fmla="*/ 1052952 h 1065273"/>
              <a:gd name="csX1794" fmla="*/ 310064 w 1728164"/>
              <a:gd name="csY1794" fmla="*/ 1052890 h 1065273"/>
              <a:gd name="csX1795" fmla="*/ 310236 w 1728164"/>
              <a:gd name="csY1795" fmla="*/ 1052836 h 1065273"/>
              <a:gd name="csX1796" fmla="*/ 310410 w 1728164"/>
              <a:gd name="csY1796" fmla="*/ 1052774 h 1065273"/>
              <a:gd name="csX1797" fmla="*/ 310582 w 1728164"/>
              <a:gd name="csY1797" fmla="*/ 1052712 h 1065273"/>
              <a:gd name="csX1798" fmla="*/ 310755 w 1728164"/>
              <a:gd name="csY1798" fmla="*/ 1052649 h 1065273"/>
              <a:gd name="csX1799" fmla="*/ 310927 w 1728164"/>
              <a:gd name="csY1799" fmla="*/ 1052587 h 1065273"/>
              <a:gd name="csX1800" fmla="*/ 311101 w 1728164"/>
              <a:gd name="csY1800" fmla="*/ 1052525 h 1065273"/>
              <a:gd name="csX1801" fmla="*/ 311273 w 1728164"/>
              <a:gd name="csY1801" fmla="*/ 1052463 h 1065273"/>
              <a:gd name="csX1802" fmla="*/ 311446 w 1728164"/>
              <a:gd name="csY1802" fmla="*/ 1052400 h 1065273"/>
              <a:gd name="csX1803" fmla="*/ 311620 w 1728164"/>
              <a:gd name="csY1803" fmla="*/ 1052338 h 1065273"/>
              <a:gd name="csX1804" fmla="*/ 311792 w 1728164"/>
              <a:gd name="csY1804" fmla="*/ 1052276 h 1065273"/>
              <a:gd name="csX1805" fmla="*/ 311965 w 1728164"/>
              <a:gd name="csY1805" fmla="*/ 1052213 h 1065273"/>
              <a:gd name="csX1806" fmla="*/ 312137 w 1728164"/>
              <a:gd name="csY1806" fmla="*/ 1052151 h 1065273"/>
              <a:gd name="csX1807" fmla="*/ 312311 w 1728164"/>
              <a:gd name="csY1807" fmla="*/ 1052089 h 1065273"/>
              <a:gd name="csX1808" fmla="*/ 312483 w 1728164"/>
              <a:gd name="csY1808" fmla="*/ 1052027 h 1065273"/>
              <a:gd name="csX1809" fmla="*/ 312656 w 1728164"/>
              <a:gd name="csY1809" fmla="*/ 1051964 h 1065273"/>
              <a:gd name="csX1810" fmla="*/ 312829 w 1728164"/>
              <a:gd name="csY1810" fmla="*/ 1051902 h 1065273"/>
              <a:gd name="csX1811" fmla="*/ 313002 w 1728164"/>
              <a:gd name="csY1811" fmla="*/ 1051840 h 1065273"/>
              <a:gd name="csX1812" fmla="*/ 313175 w 1728164"/>
              <a:gd name="csY1812" fmla="*/ 1051769 h 1065273"/>
              <a:gd name="csX1813" fmla="*/ 313347 w 1728164"/>
              <a:gd name="csY1813" fmla="*/ 1051706 h 1065273"/>
              <a:gd name="csX1814" fmla="*/ 313521 w 1728164"/>
              <a:gd name="csY1814" fmla="*/ 1051644 h 1065273"/>
              <a:gd name="csX1815" fmla="*/ 313693 w 1728164"/>
              <a:gd name="csY1815" fmla="*/ 1051573 h 1065273"/>
              <a:gd name="csX1816" fmla="*/ 313866 w 1728164"/>
              <a:gd name="csY1816" fmla="*/ 1051511 h 1065273"/>
              <a:gd name="csX1817" fmla="*/ 314038 w 1728164"/>
              <a:gd name="csY1817" fmla="*/ 1051448 h 1065273"/>
              <a:gd name="csX1818" fmla="*/ 314212 w 1728164"/>
              <a:gd name="csY1818" fmla="*/ 1051377 h 1065273"/>
              <a:gd name="csX1819" fmla="*/ 314385 w 1728164"/>
              <a:gd name="csY1819" fmla="*/ 1051315 h 1065273"/>
              <a:gd name="csX1820" fmla="*/ 314557 w 1728164"/>
              <a:gd name="csY1820" fmla="*/ 1051244 h 1065273"/>
              <a:gd name="csX1821" fmla="*/ 314730 w 1728164"/>
              <a:gd name="csY1821" fmla="*/ 1051181 h 1065273"/>
              <a:gd name="csX1822" fmla="*/ 314903 w 1728164"/>
              <a:gd name="csY1822" fmla="*/ 1051110 h 1065273"/>
              <a:gd name="csX1823" fmla="*/ 315076 w 1728164"/>
              <a:gd name="csY1823" fmla="*/ 1051048 h 1065273"/>
              <a:gd name="csX1824" fmla="*/ 315248 w 1728164"/>
              <a:gd name="csY1824" fmla="*/ 1050977 h 1065273"/>
              <a:gd name="csX1825" fmla="*/ 315422 w 1728164"/>
              <a:gd name="csY1825" fmla="*/ 1050915 h 1065273"/>
              <a:gd name="csX1826" fmla="*/ 315594 w 1728164"/>
              <a:gd name="csY1826" fmla="*/ 1050843 h 1065273"/>
              <a:gd name="csX1827" fmla="*/ 315767 w 1728164"/>
              <a:gd name="csY1827" fmla="*/ 1050772 h 1065273"/>
              <a:gd name="csX1828" fmla="*/ 315940 w 1728164"/>
              <a:gd name="csY1828" fmla="*/ 1050710 h 1065273"/>
              <a:gd name="csX1829" fmla="*/ 316113 w 1728164"/>
              <a:gd name="csY1829" fmla="*/ 1050639 h 1065273"/>
              <a:gd name="csX1830" fmla="*/ 316286 w 1728164"/>
              <a:gd name="csY1830" fmla="*/ 1050568 h 1065273"/>
              <a:gd name="csX1831" fmla="*/ 316458 w 1728164"/>
              <a:gd name="csY1831" fmla="*/ 1050505 h 1065273"/>
              <a:gd name="csX1832" fmla="*/ 316631 w 1728164"/>
              <a:gd name="csY1832" fmla="*/ 1050434 h 1065273"/>
              <a:gd name="csX1833" fmla="*/ 316804 w 1728164"/>
              <a:gd name="csY1833" fmla="*/ 1050363 h 1065273"/>
              <a:gd name="csX1834" fmla="*/ 316977 w 1728164"/>
              <a:gd name="csY1834" fmla="*/ 1050292 h 1065273"/>
              <a:gd name="csX1835" fmla="*/ 317150 w 1728164"/>
              <a:gd name="csY1835" fmla="*/ 1050221 h 1065273"/>
              <a:gd name="csX1836" fmla="*/ 317323 w 1728164"/>
              <a:gd name="csY1836" fmla="*/ 1050150 h 1065273"/>
              <a:gd name="csX1837" fmla="*/ 317496 w 1728164"/>
              <a:gd name="csY1837" fmla="*/ 1050078 h 1065273"/>
              <a:gd name="csX1838" fmla="*/ 317668 w 1728164"/>
              <a:gd name="csY1838" fmla="*/ 1050007 h 1065273"/>
              <a:gd name="csX1839" fmla="*/ 317841 w 1728164"/>
              <a:gd name="csY1839" fmla="*/ 1049936 h 1065273"/>
              <a:gd name="csX1840" fmla="*/ 318014 w 1728164"/>
              <a:gd name="csY1840" fmla="*/ 1049865 h 1065273"/>
              <a:gd name="csX1841" fmla="*/ 318187 w 1728164"/>
              <a:gd name="csY1841" fmla="*/ 1049794 h 1065273"/>
              <a:gd name="csX1842" fmla="*/ 318359 w 1728164"/>
              <a:gd name="csY1842" fmla="*/ 1049722 h 1065273"/>
              <a:gd name="csX1843" fmla="*/ 318532 w 1728164"/>
              <a:gd name="csY1843" fmla="*/ 1049651 h 1065273"/>
              <a:gd name="csX1844" fmla="*/ 318706 w 1728164"/>
              <a:gd name="csY1844" fmla="*/ 1049580 h 1065273"/>
              <a:gd name="csX1845" fmla="*/ 318878 w 1728164"/>
              <a:gd name="csY1845" fmla="*/ 1049509 h 1065273"/>
              <a:gd name="csX1846" fmla="*/ 319051 w 1728164"/>
              <a:gd name="csY1846" fmla="*/ 1049429 h 1065273"/>
              <a:gd name="csX1847" fmla="*/ 319224 w 1728164"/>
              <a:gd name="csY1847" fmla="*/ 1049358 h 1065273"/>
              <a:gd name="csX1848" fmla="*/ 319397 w 1728164"/>
              <a:gd name="csY1848" fmla="*/ 1049286 h 1065273"/>
              <a:gd name="csX1849" fmla="*/ 319569 w 1728164"/>
              <a:gd name="csY1849" fmla="*/ 1049215 h 1065273"/>
              <a:gd name="csX1850" fmla="*/ 319742 w 1728164"/>
              <a:gd name="csY1850" fmla="*/ 1049135 h 1065273"/>
              <a:gd name="csX1851" fmla="*/ 319915 w 1728164"/>
              <a:gd name="csY1851" fmla="*/ 1049064 h 1065273"/>
              <a:gd name="csX1852" fmla="*/ 320088 w 1728164"/>
              <a:gd name="csY1852" fmla="*/ 1048993 h 1065273"/>
              <a:gd name="csX1853" fmla="*/ 320261 w 1728164"/>
              <a:gd name="csY1853" fmla="*/ 1048913 h 1065273"/>
              <a:gd name="csX1854" fmla="*/ 320433 w 1728164"/>
              <a:gd name="csY1854" fmla="*/ 1048842 h 1065273"/>
              <a:gd name="csX1855" fmla="*/ 320607 w 1728164"/>
              <a:gd name="csY1855" fmla="*/ 1048762 h 1065273"/>
              <a:gd name="csX1856" fmla="*/ 320779 w 1728164"/>
              <a:gd name="csY1856" fmla="*/ 1048691 h 1065273"/>
              <a:gd name="csX1857" fmla="*/ 320952 w 1728164"/>
              <a:gd name="csY1857" fmla="*/ 1048610 h 1065273"/>
              <a:gd name="csX1858" fmla="*/ 321125 w 1728164"/>
              <a:gd name="csY1858" fmla="*/ 1048530 h 1065273"/>
              <a:gd name="csX1859" fmla="*/ 321298 w 1728164"/>
              <a:gd name="csY1859" fmla="*/ 1048459 h 1065273"/>
              <a:gd name="csX1860" fmla="*/ 321471 w 1728164"/>
              <a:gd name="csY1860" fmla="*/ 1048379 h 1065273"/>
              <a:gd name="csX1861" fmla="*/ 321643 w 1728164"/>
              <a:gd name="csY1861" fmla="*/ 1048308 h 1065273"/>
              <a:gd name="csX1862" fmla="*/ 321817 w 1728164"/>
              <a:gd name="csY1862" fmla="*/ 1048228 h 1065273"/>
              <a:gd name="csX1863" fmla="*/ 321989 w 1728164"/>
              <a:gd name="csY1863" fmla="*/ 1048148 h 1065273"/>
              <a:gd name="csX1864" fmla="*/ 322162 w 1728164"/>
              <a:gd name="csY1864" fmla="*/ 1048068 h 1065273"/>
              <a:gd name="csX1865" fmla="*/ 322334 w 1728164"/>
              <a:gd name="csY1865" fmla="*/ 1047997 h 1065273"/>
              <a:gd name="csX1866" fmla="*/ 322508 w 1728164"/>
              <a:gd name="csY1866" fmla="*/ 1047916 h 1065273"/>
              <a:gd name="csX1867" fmla="*/ 322680 w 1728164"/>
              <a:gd name="csY1867" fmla="*/ 1047836 h 1065273"/>
              <a:gd name="csX1868" fmla="*/ 322853 w 1728164"/>
              <a:gd name="csY1868" fmla="*/ 1047756 h 1065273"/>
              <a:gd name="csX1869" fmla="*/ 323027 w 1728164"/>
              <a:gd name="csY1869" fmla="*/ 1047676 h 1065273"/>
              <a:gd name="csX1870" fmla="*/ 323199 w 1728164"/>
              <a:gd name="csY1870" fmla="*/ 1047596 h 1065273"/>
              <a:gd name="csX1871" fmla="*/ 323372 w 1728164"/>
              <a:gd name="csY1871" fmla="*/ 1047516 h 1065273"/>
              <a:gd name="csX1872" fmla="*/ 323544 w 1728164"/>
              <a:gd name="csY1872" fmla="*/ 1047436 h 1065273"/>
              <a:gd name="csX1873" fmla="*/ 323718 w 1728164"/>
              <a:gd name="csY1873" fmla="*/ 1047356 h 1065273"/>
              <a:gd name="csX1874" fmla="*/ 323890 w 1728164"/>
              <a:gd name="csY1874" fmla="*/ 1047276 h 1065273"/>
              <a:gd name="csX1875" fmla="*/ 324063 w 1728164"/>
              <a:gd name="csY1875" fmla="*/ 1047196 h 1065273"/>
              <a:gd name="csX1876" fmla="*/ 324236 w 1728164"/>
              <a:gd name="csY1876" fmla="*/ 1047116 h 1065273"/>
              <a:gd name="csX1877" fmla="*/ 324409 w 1728164"/>
              <a:gd name="csY1877" fmla="*/ 1047027 h 1065273"/>
              <a:gd name="csX1878" fmla="*/ 324582 w 1728164"/>
              <a:gd name="csY1878" fmla="*/ 1046947 h 1065273"/>
              <a:gd name="csX1879" fmla="*/ 324754 w 1728164"/>
              <a:gd name="csY1879" fmla="*/ 1046867 h 1065273"/>
              <a:gd name="csX1880" fmla="*/ 324928 w 1728164"/>
              <a:gd name="csY1880" fmla="*/ 1046787 h 1065273"/>
              <a:gd name="csX1881" fmla="*/ 325100 w 1728164"/>
              <a:gd name="csY1881" fmla="*/ 1046698 h 1065273"/>
              <a:gd name="csX1882" fmla="*/ 325273 w 1728164"/>
              <a:gd name="csY1882" fmla="*/ 1046618 h 1065273"/>
              <a:gd name="csX1883" fmla="*/ 325446 w 1728164"/>
              <a:gd name="csY1883" fmla="*/ 1046537 h 1065273"/>
              <a:gd name="csX1884" fmla="*/ 325619 w 1728164"/>
              <a:gd name="csY1884" fmla="*/ 1046449 h 1065273"/>
              <a:gd name="csX1885" fmla="*/ 325792 w 1728164"/>
              <a:gd name="csY1885" fmla="*/ 1046369 h 1065273"/>
              <a:gd name="csX1886" fmla="*/ 325964 w 1728164"/>
              <a:gd name="csY1886" fmla="*/ 1046279 h 1065273"/>
              <a:gd name="csX1887" fmla="*/ 326137 w 1728164"/>
              <a:gd name="csY1887" fmla="*/ 1046199 h 1065273"/>
              <a:gd name="csX1888" fmla="*/ 326310 w 1728164"/>
              <a:gd name="csY1888" fmla="*/ 1046110 h 1065273"/>
              <a:gd name="csX1889" fmla="*/ 326483 w 1728164"/>
              <a:gd name="csY1889" fmla="*/ 1046030 h 1065273"/>
              <a:gd name="csX1890" fmla="*/ 326655 w 1728164"/>
              <a:gd name="csY1890" fmla="*/ 1045941 h 1065273"/>
              <a:gd name="csX1891" fmla="*/ 326829 w 1728164"/>
              <a:gd name="csY1891" fmla="*/ 1045852 h 1065273"/>
              <a:gd name="csX1892" fmla="*/ 327001 w 1728164"/>
              <a:gd name="csY1892" fmla="*/ 1045772 h 1065273"/>
              <a:gd name="csX1893" fmla="*/ 327174 w 1728164"/>
              <a:gd name="csY1893" fmla="*/ 1045683 h 1065273"/>
              <a:gd name="csX1894" fmla="*/ 327347 w 1728164"/>
              <a:gd name="csY1894" fmla="*/ 1045594 h 1065273"/>
              <a:gd name="csX1895" fmla="*/ 327520 w 1728164"/>
              <a:gd name="csY1895" fmla="*/ 1045505 h 1065273"/>
              <a:gd name="csX1896" fmla="*/ 327693 w 1728164"/>
              <a:gd name="csY1896" fmla="*/ 1045425 h 1065273"/>
              <a:gd name="csX1897" fmla="*/ 327865 w 1728164"/>
              <a:gd name="csY1897" fmla="*/ 1045336 h 1065273"/>
              <a:gd name="csX1898" fmla="*/ 328038 w 1728164"/>
              <a:gd name="csY1898" fmla="*/ 1045248 h 1065273"/>
              <a:gd name="csX1899" fmla="*/ 328211 w 1728164"/>
              <a:gd name="csY1899" fmla="*/ 1045158 h 1065273"/>
              <a:gd name="csX1900" fmla="*/ 328384 w 1728164"/>
              <a:gd name="csY1900" fmla="*/ 1045070 h 1065273"/>
              <a:gd name="csX1901" fmla="*/ 328557 w 1728164"/>
              <a:gd name="csY1901" fmla="*/ 1044981 h 1065273"/>
              <a:gd name="csX1902" fmla="*/ 328730 w 1728164"/>
              <a:gd name="csY1902" fmla="*/ 1044892 h 1065273"/>
              <a:gd name="csX1903" fmla="*/ 328903 w 1728164"/>
              <a:gd name="csY1903" fmla="*/ 1044803 h 1065273"/>
              <a:gd name="csX1904" fmla="*/ 329075 w 1728164"/>
              <a:gd name="csY1904" fmla="*/ 1044714 h 1065273"/>
              <a:gd name="csX1905" fmla="*/ 329248 w 1728164"/>
              <a:gd name="csY1905" fmla="*/ 1044625 h 1065273"/>
              <a:gd name="csX1906" fmla="*/ 329421 w 1728164"/>
              <a:gd name="csY1906" fmla="*/ 1044527 h 1065273"/>
              <a:gd name="csX1907" fmla="*/ 329594 w 1728164"/>
              <a:gd name="csY1907" fmla="*/ 1044438 h 1065273"/>
              <a:gd name="csX1908" fmla="*/ 329767 w 1728164"/>
              <a:gd name="csY1908" fmla="*/ 1044349 h 1065273"/>
              <a:gd name="csX1909" fmla="*/ 329939 w 1728164"/>
              <a:gd name="csY1909" fmla="*/ 1044260 h 1065273"/>
              <a:gd name="csX1910" fmla="*/ 330113 w 1728164"/>
              <a:gd name="csY1910" fmla="*/ 1044162 h 1065273"/>
              <a:gd name="csX1911" fmla="*/ 330285 w 1728164"/>
              <a:gd name="csY1911" fmla="*/ 1044073 h 1065273"/>
              <a:gd name="csX1912" fmla="*/ 330458 w 1728164"/>
              <a:gd name="csY1912" fmla="*/ 1043984 h 1065273"/>
              <a:gd name="csX1913" fmla="*/ 330631 w 1728164"/>
              <a:gd name="csY1913" fmla="*/ 1043886 h 1065273"/>
              <a:gd name="csX1914" fmla="*/ 330804 w 1728164"/>
              <a:gd name="csY1914" fmla="*/ 1043797 h 1065273"/>
              <a:gd name="csX1915" fmla="*/ 330976 w 1728164"/>
              <a:gd name="csY1915" fmla="*/ 1043700 h 1065273"/>
              <a:gd name="csX1916" fmla="*/ 331149 w 1728164"/>
              <a:gd name="csY1916" fmla="*/ 1043611 h 1065273"/>
              <a:gd name="csX1917" fmla="*/ 331322 w 1728164"/>
              <a:gd name="csY1917" fmla="*/ 1043513 h 1065273"/>
              <a:gd name="csX1918" fmla="*/ 331495 w 1728164"/>
              <a:gd name="csY1918" fmla="*/ 1043424 h 1065273"/>
              <a:gd name="csX1919" fmla="*/ 331668 w 1728164"/>
              <a:gd name="csY1919" fmla="*/ 1043326 h 1065273"/>
              <a:gd name="csX1920" fmla="*/ 331840 w 1728164"/>
              <a:gd name="csY1920" fmla="*/ 1043237 h 1065273"/>
              <a:gd name="csX1921" fmla="*/ 332014 w 1728164"/>
              <a:gd name="csY1921" fmla="*/ 1043139 h 1065273"/>
              <a:gd name="csX1922" fmla="*/ 332186 w 1728164"/>
              <a:gd name="csY1922" fmla="*/ 1043041 h 1065273"/>
              <a:gd name="csX1923" fmla="*/ 332359 w 1728164"/>
              <a:gd name="csY1923" fmla="*/ 1042943 h 1065273"/>
              <a:gd name="csX1924" fmla="*/ 332532 w 1728164"/>
              <a:gd name="csY1924" fmla="*/ 1042854 h 1065273"/>
              <a:gd name="csX1925" fmla="*/ 332705 w 1728164"/>
              <a:gd name="csY1925" fmla="*/ 1042756 h 1065273"/>
              <a:gd name="csX1926" fmla="*/ 332878 w 1728164"/>
              <a:gd name="csY1926" fmla="*/ 1042659 h 1065273"/>
              <a:gd name="csX1927" fmla="*/ 333050 w 1728164"/>
              <a:gd name="csY1927" fmla="*/ 1042561 h 1065273"/>
              <a:gd name="csX1928" fmla="*/ 333224 w 1728164"/>
              <a:gd name="csY1928" fmla="*/ 1042463 h 1065273"/>
              <a:gd name="csX1929" fmla="*/ 333396 w 1728164"/>
              <a:gd name="csY1929" fmla="*/ 1042365 h 1065273"/>
              <a:gd name="csX1930" fmla="*/ 333569 w 1728164"/>
              <a:gd name="csY1930" fmla="*/ 1042267 h 1065273"/>
              <a:gd name="csX1931" fmla="*/ 333741 w 1728164"/>
              <a:gd name="csY1931" fmla="*/ 1042169 h 1065273"/>
              <a:gd name="csX1932" fmla="*/ 333915 w 1728164"/>
              <a:gd name="csY1932" fmla="*/ 1042071 h 1065273"/>
              <a:gd name="csX1933" fmla="*/ 334088 w 1728164"/>
              <a:gd name="csY1933" fmla="*/ 1041974 h 1065273"/>
              <a:gd name="csX1934" fmla="*/ 334260 w 1728164"/>
              <a:gd name="csY1934" fmla="*/ 1041876 h 1065273"/>
              <a:gd name="csX1935" fmla="*/ 334434 w 1728164"/>
              <a:gd name="csY1935" fmla="*/ 1041769 h 1065273"/>
              <a:gd name="csX1936" fmla="*/ 334606 w 1728164"/>
              <a:gd name="csY1936" fmla="*/ 1041671 h 1065273"/>
              <a:gd name="csX1937" fmla="*/ 334779 w 1728164"/>
              <a:gd name="csY1937" fmla="*/ 1041573 h 1065273"/>
              <a:gd name="csX1938" fmla="*/ 334951 w 1728164"/>
              <a:gd name="csY1938" fmla="*/ 1041475 h 1065273"/>
              <a:gd name="csX1939" fmla="*/ 335125 w 1728164"/>
              <a:gd name="csY1939" fmla="*/ 1041369 h 1065273"/>
              <a:gd name="csX1940" fmla="*/ 335297 w 1728164"/>
              <a:gd name="csY1940" fmla="*/ 1041271 h 1065273"/>
              <a:gd name="csX1941" fmla="*/ 335470 w 1728164"/>
              <a:gd name="csY1941" fmla="*/ 1041164 h 1065273"/>
              <a:gd name="csX1942" fmla="*/ 335643 w 1728164"/>
              <a:gd name="csY1942" fmla="*/ 1041066 h 1065273"/>
              <a:gd name="csX1943" fmla="*/ 335816 w 1728164"/>
              <a:gd name="csY1943" fmla="*/ 1040968 h 1065273"/>
              <a:gd name="csX1944" fmla="*/ 335989 w 1728164"/>
              <a:gd name="csY1944" fmla="*/ 1040862 h 1065273"/>
              <a:gd name="csX1945" fmla="*/ 336161 w 1728164"/>
              <a:gd name="csY1945" fmla="*/ 1040755 h 1065273"/>
              <a:gd name="csX1946" fmla="*/ 336335 w 1728164"/>
              <a:gd name="csY1946" fmla="*/ 1040657 h 1065273"/>
              <a:gd name="csX1947" fmla="*/ 336507 w 1728164"/>
              <a:gd name="csY1947" fmla="*/ 1040550 h 1065273"/>
              <a:gd name="csX1948" fmla="*/ 336680 w 1728164"/>
              <a:gd name="csY1948" fmla="*/ 1040443 h 1065273"/>
              <a:gd name="csX1949" fmla="*/ 336853 w 1728164"/>
              <a:gd name="csY1949" fmla="*/ 1040346 h 1065273"/>
              <a:gd name="csX1950" fmla="*/ 337026 w 1728164"/>
              <a:gd name="csY1950" fmla="*/ 1040239 h 1065273"/>
              <a:gd name="csX1951" fmla="*/ 337199 w 1728164"/>
              <a:gd name="csY1951" fmla="*/ 1040132 h 1065273"/>
              <a:gd name="csX1952" fmla="*/ 337371 w 1728164"/>
              <a:gd name="csY1952" fmla="*/ 1040025 h 1065273"/>
              <a:gd name="csX1953" fmla="*/ 337544 w 1728164"/>
              <a:gd name="csY1953" fmla="*/ 1039919 h 1065273"/>
              <a:gd name="csX1954" fmla="*/ 337717 w 1728164"/>
              <a:gd name="csY1954" fmla="*/ 1039821 h 1065273"/>
              <a:gd name="csX1955" fmla="*/ 337890 w 1728164"/>
              <a:gd name="csY1955" fmla="*/ 1039714 h 1065273"/>
              <a:gd name="csX1956" fmla="*/ 338062 w 1728164"/>
              <a:gd name="csY1956" fmla="*/ 1039607 h 1065273"/>
              <a:gd name="csX1957" fmla="*/ 338236 w 1728164"/>
              <a:gd name="csY1957" fmla="*/ 1039500 h 1065273"/>
              <a:gd name="csX1958" fmla="*/ 338409 w 1728164"/>
              <a:gd name="csY1958" fmla="*/ 1039394 h 1065273"/>
              <a:gd name="csX1959" fmla="*/ 338581 w 1728164"/>
              <a:gd name="csY1959" fmla="*/ 1039278 h 1065273"/>
              <a:gd name="csX1960" fmla="*/ 338754 w 1728164"/>
              <a:gd name="csY1960" fmla="*/ 1039171 h 1065273"/>
              <a:gd name="csX1961" fmla="*/ 338927 w 1728164"/>
              <a:gd name="csY1961" fmla="*/ 1039064 h 1065273"/>
              <a:gd name="csX1962" fmla="*/ 339100 w 1728164"/>
              <a:gd name="csY1962" fmla="*/ 1038958 h 1065273"/>
              <a:gd name="csX1963" fmla="*/ 339272 w 1728164"/>
              <a:gd name="csY1963" fmla="*/ 1038851 h 1065273"/>
              <a:gd name="csX1964" fmla="*/ 339445 w 1728164"/>
              <a:gd name="csY1964" fmla="*/ 1038735 h 1065273"/>
              <a:gd name="csX1965" fmla="*/ 339618 w 1728164"/>
              <a:gd name="csY1965" fmla="*/ 1038629 h 1065273"/>
              <a:gd name="csX1966" fmla="*/ 339791 w 1728164"/>
              <a:gd name="csY1966" fmla="*/ 1038522 h 1065273"/>
              <a:gd name="csX1967" fmla="*/ 339964 w 1728164"/>
              <a:gd name="csY1967" fmla="*/ 1038406 h 1065273"/>
              <a:gd name="csX1968" fmla="*/ 340137 w 1728164"/>
              <a:gd name="csY1968" fmla="*/ 1038299 h 1065273"/>
              <a:gd name="csX1969" fmla="*/ 340310 w 1728164"/>
              <a:gd name="csY1969" fmla="*/ 1038184 h 1065273"/>
              <a:gd name="csX1970" fmla="*/ 340482 w 1728164"/>
              <a:gd name="csY1970" fmla="*/ 1038077 h 1065273"/>
              <a:gd name="csX1971" fmla="*/ 340655 w 1728164"/>
              <a:gd name="csY1971" fmla="*/ 1037961 h 1065273"/>
              <a:gd name="csX1972" fmla="*/ 340828 w 1728164"/>
              <a:gd name="csY1972" fmla="*/ 1037855 h 1065273"/>
              <a:gd name="csX1973" fmla="*/ 341001 w 1728164"/>
              <a:gd name="csY1973" fmla="*/ 1037739 h 1065273"/>
              <a:gd name="csX1974" fmla="*/ 341174 w 1728164"/>
              <a:gd name="csY1974" fmla="*/ 1037623 h 1065273"/>
              <a:gd name="csX1975" fmla="*/ 341346 w 1728164"/>
              <a:gd name="csY1975" fmla="*/ 1037516 h 1065273"/>
              <a:gd name="csX1976" fmla="*/ 341520 w 1728164"/>
              <a:gd name="csY1976" fmla="*/ 1037401 h 1065273"/>
              <a:gd name="csX1977" fmla="*/ 341692 w 1728164"/>
              <a:gd name="csY1977" fmla="*/ 1037285 h 1065273"/>
              <a:gd name="csX1978" fmla="*/ 341865 w 1728164"/>
              <a:gd name="csY1978" fmla="*/ 1037170 h 1065273"/>
              <a:gd name="csX1979" fmla="*/ 342038 w 1728164"/>
              <a:gd name="csY1979" fmla="*/ 1037054 h 1065273"/>
              <a:gd name="csX1980" fmla="*/ 342211 w 1728164"/>
              <a:gd name="csY1980" fmla="*/ 1036938 h 1065273"/>
              <a:gd name="csX1981" fmla="*/ 342383 w 1728164"/>
              <a:gd name="csY1981" fmla="*/ 1036823 h 1065273"/>
              <a:gd name="csX1982" fmla="*/ 342556 w 1728164"/>
              <a:gd name="csY1982" fmla="*/ 1036707 h 1065273"/>
              <a:gd name="csX1983" fmla="*/ 342730 w 1728164"/>
              <a:gd name="csY1983" fmla="*/ 1036591 h 1065273"/>
              <a:gd name="csX1984" fmla="*/ 342902 w 1728164"/>
              <a:gd name="csY1984" fmla="*/ 1036476 h 1065273"/>
              <a:gd name="csX1985" fmla="*/ 343075 w 1728164"/>
              <a:gd name="csY1985" fmla="*/ 1036360 h 1065273"/>
              <a:gd name="csX1986" fmla="*/ 343247 w 1728164"/>
              <a:gd name="csY1986" fmla="*/ 1036244 h 1065273"/>
              <a:gd name="csX1987" fmla="*/ 343421 w 1728164"/>
              <a:gd name="csY1987" fmla="*/ 1036129 h 1065273"/>
              <a:gd name="csX1988" fmla="*/ 343593 w 1728164"/>
              <a:gd name="csY1988" fmla="*/ 1036004 h 1065273"/>
              <a:gd name="csX1989" fmla="*/ 343766 w 1728164"/>
              <a:gd name="csY1989" fmla="*/ 1035888 h 1065273"/>
              <a:gd name="csX1990" fmla="*/ 343939 w 1728164"/>
              <a:gd name="csY1990" fmla="*/ 1035773 h 1065273"/>
              <a:gd name="csX1991" fmla="*/ 344112 w 1728164"/>
              <a:gd name="csY1991" fmla="*/ 1035648 h 1065273"/>
              <a:gd name="csX1992" fmla="*/ 344285 w 1728164"/>
              <a:gd name="csY1992" fmla="*/ 1035533 h 1065273"/>
              <a:gd name="csX1993" fmla="*/ 344457 w 1728164"/>
              <a:gd name="csY1993" fmla="*/ 1035417 h 1065273"/>
              <a:gd name="csX1994" fmla="*/ 344631 w 1728164"/>
              <a:gd name="csY1994" fmla="*/ 1035292 h 1065273"/>
              <a:gd name="csX1995" fmla="*/ 344803 w 1728164"/>
              <a:gd name="csY1995" fmla="*/ 1035168 h 1065273"/>
              <a:gd name="csX1996" fmla="*/ 344976 w 1728164"/>
              <a:gd name="csY1996" fmla="*/ 1035052 h 1065273"/>
              <a:gd name="csX1997" fmla="*/ 345148 w 1728164"/>
              <a:gd name="csY1997" fmla="*/ 1034928 h 1065273"/>
              <a:gd name="csX1998" fmla="*/ 345322 w 1728164"/>
              <a:gd name="csY1998" fmla="*/ 1034812 h 1065273"/>
              <a:gd name="csX1999" fmla="*/ 345495 w 1728164"/>
              <a:gd name="csY1999" fmla="*/ 1034687 h 1065273"/>
              <a:gd name="csX2000" fmla="*/ 345667 w 1728164"/>
              <a:gd name="csY2000" fmla="*/ 1034563 h 1065273"/>
              <a:gd name="csX2001" fmla="*/ 345841 w 1728164"/>
              <a:gd name="csY2001" fmla="*/ 1034438 h 1065273"/>
              <a:gd name="csX2002" fmla="*/ 346013 w 1728164"/>
              <a:gd name="csY2002" fmla="*/ 1034323 h 1065273"/>
              <a:gd name="csX2003" fmla="*/ 346186 w 1728164"/>
              <a:gd name="csY2003" fmla="*/ 1034198 h 1065273"/>
              <a:gd name="csX2004" fmla="*/ 346358 w 1728164"/>
              <a:gd name="csY2004" fmla="*/ 1034074 h 1065273"/>
              <a:gd name="csX2005" fmla="*/ 346532 w 1728164"/>
              <a:gd name="csY2005" fmla="*/ 1033949 h 1065273"/>
              <a:gd name="csX2006" fmla="*/ 346704 w 1728164"/>
              <a:gd name="csY2006" fmla="*/ 1033824 h 1065273"/>
              <a:gd name="csX2007" fmla="*/ 346877 w 1728164"/>
              <a:gd name="csY2007" fmla="*/ 1033700 h 1065273"/>
              <a:gd name="csX2008" fmla="*/ 347050 w 1728164"/>
              <a:gd name="csY2008" fmla="*/ 1033575 h 1065273"/>
              <a:gd name="csX2009" fmla="*/ 347223 w 1728164"/>
              <a:gd name="csY2009" fmla="*/ 1033451 h 1065273"/>
              <a:gd name="csX2010" fmla="*/ 347396 w 1728164"/>
              <a:gd name="csY2010" fmla="*/ 1033317 h 1065273"/>
              <a:gd name="csX2011" fmla="*/ 347568 w 1728164"/>
              <a:gd name="csY2011" fmla="*/ 1033193 h 1065273"/>
              <a:gd name="csX2012" fmla="*/ 347742 w 1728164"/>
              <a:gd name="csY2012" fmla="*/ 1033068 h 1065273"/>
              <a:gd name="csX2013" fmla="*/ 347914 w 1728164"/>
              <a:gd name="csY2013" fmla="*/ 1032944 h 1065273"/>
              <a:gd name="csX2014" fmla="*/ 348087 w 1728164"/>
              <a:gd name="csY2014" fmla="*/ 1032810 h 1065273"/>
              <a:gd name="csX2015" fmla="*/ 348260 w 1728164"/>
              <a:gd name="csY2015" fmla="*/ 1032686 h 1065273"/>
              <a:gd name="csX2016" fmla="*/ 348433 w 1728164"/>
              <a:gd name="csY2016" fmla="*/ 1032561 h 1065273"/>
              <a:gd name="csX2017" fmla="*/ 348606 w 1728164"/>
              <a:gd name="csY2017" fmla="*/ 1032428 h 1065273"/>
              <a:gd name="csX2018" fmla="*/ 348778 w 1728164"/>
              <a:gd name="csY2018" fmla="*/ 1032303 h 1065273"/>
              <a:gd name="csX2019" fmla="*/ 348951 w 1728164"/>
              <a:gd name="csY2019" fmla="*/ 1032170 h 1065273"/>
              <a:gd name="csX2020" fmla="*/ 349124 w 1728164"/>
              <a:gd name="csY2020" fmla="*/ 1032036 h 1065273"/>
              <a:gd name="csX2021" fmla="*/ 349297 w 1728164"/>
              <a:gd name="csY2021" fmla="*/ 1031912 h 1065273"/>
              <a:gd name="csX2022" fmla="*/ 349469 w 1728164"/>
              <a:gd name="csY2022" fmla="*/ 1031778 h 1065273"/>
              <a:gd name="csX2023" fmla="*/ 349643 w 1728164"/>
              <a:gd name="csY2023" fmla="*/ 1031645 h 1065273"/>
              <a:gd name="csX2024" fmla="*/ 349816 w 1728164"/>
              <a:gd name="csY2024" fmla="*/ 1031520 h 1065273"/>
              <a:gd name="csX2025" fmla="*/ 349988 w 1728164"/>
              <a:gd name="csY2025" fmla="*/ 1031387 h 1065273"/>
              <a:gd name="csX2026" fmla="*/ 350161 w 1728164"/>
              <a:gd name="csY2026" fmla="*/ 1031253 h 1065273"/>
              <a:gd name="csX2027" fmla="*/ 350334 w 1728164"/>
              <a:gd name="csY2027" fmla="*/ 1031120 h 1065273"/>
              <a:gd name="csX2028" fmla="*/ 350507 w 1728164"/>
              <a:gd name="csY2028" fmla="*/ 1030987 h 1065273"/>
              <a:gd name="csX2029" fmla="*/ 350679 w 1728164"/>
              <a:gd name="csY2029" fmla="*/ 1030853 h 1065273"/>
              <a:gd name="csX2030" fmla="*/ 350852 w 1728164"/>
              <a:gd name="csY2030" fmla="*/ 1030720 h 1065273"/>
              <a:gd name="csX2031" fmla="*/ 351025 w 1728164"/>
              <a:gd name="csY2031" fmla="*/ 1030586 h 1065273"/>
              <a:gd name="csX2032" fmla="*/ 351198 w 1728164"/>
              <a:gd name="csY2032" fmla="*/ 1030453 h 1065273"/>
              <a:gd name="csX2033" fmla="*/ 351371 w 1728164"/>
              <a:gd name="csY2033" fmla="*/ 1030319 h 1065273"/>
              <a:gd name="csX2034" fmla="*/ 351544 w 1728164"/>
              <a:gd name="csY2034" fmla="*/ 1030186 h 1065273"/>
              <a:gd name="csX2035" fmla="*/ 351717 w 1728164"/>
              <a:gd name="csY2035" fmla="*/ 1030043 h 1065273"/>
              <a:gd name="csX2036" fmla="*/ 351889 w 1728164"/>
              <a:gd name="csY2036" fmla="*/ 1029910 h 1065273"/>
              <a:gd name="csX2037" fmla="*/ 352062 w 1728164"/>
              <a:gd name="csY2037" fmla="*/ 1029777 h 1065273"/>
              <a:gd name="csX2038" fmla="*/ 352235 w 1728164"/>
              <a:gd name="csY2038" fmla="*/ 1029634 h 1065273"/>
              <a:gd name="csX2039" fmla="*/ 352408 w 1728164"/>
              <a:gd name="csY2039" fmla="*/ 1029501 h 1065273"/>
              <a:gd name="csX2040" fmla="*/ 352581 w 1728164"/>
              <a:gd name="csY2040" fmla="*/ 1029358 h 1065273"/>
              <a:gd name="csX2041" fmla="*/ 352753 w 1728164"/>
              <a:gd name="csY2041" fmla="*/ 1029225 h 1065273"/>
              <a:gd name="csX2042" fmla="*/ 352927 w 1728164"/>
              <a:gd name="csY2042" fmla="*/ 1029083 h 1065273"/>
              <a:gd name="csX2043" fmla="*/ 353099 w 1728164"/>
              <a:gd name="csY2043" fmla="*/ 1028949 h 1065273"/>
              <a:gd name="csX2044" fmla="*/ 353272 w 1728164"/>
              <a:gd name="csY2044" fmla="*/ 1028807 h 1065273"/>
              <a:gd name="csX2045" fmla="*/ 353445 w 1728164"/>
              <a:gd name="csY2045" fmla="*/ 1028665 h 1065273"/>
              <a:gd name="csX2046" fmla="*/ 353618 w 1728164"/>
              <a:gd name="csY2046" fmla="*/ 1028531 h 1065273"/>
              <a:gd name="csX2047" fmla="*/ 353790 w 1728164"/>
              <a:gd name="csY2047" fmla="*/ 1028389 h 1065273"/>
              <a:gd name="csX2048" fmla="*/ 353963 w 1728164"/>
              <a:gd name="csY2048" fmla="*/ 1028246 h 1065273"/>
              <a:gd name="csX2049" fmla="*/ 354137 w 1728164"/>
              <a:gd name="csY2049" fmla="*/ 1028104 h 1065273"/>
              <a:gd name="csX2050" fmla="*/ 354309 w 1728164"/>
              <a:gd name="csY2050" fmla="*/ 1027962 h 1065273"/>
              <a:gd name="csX2051" fmla="*/ 354482 w 1728164"/>
              <a:gd name="csY2051" fmla="*/ 1027819 h 1065273"/>
              <a:gd name="csX2052" fmla="*/ 354654 w 1728164"/>
              <a:gd name="csY2052" fmla="*/ 1027677 h 1065273"/>
              <a:gd name="csX2053" fmla="*/ 354828 w 1728164"/>
              <a:gd name="csY2053" fmla="*/ 1027535 h 1065273"/>
              <a:gd name="csX2054" fmla="*/ 355000 w 1728164"/>
              <a:gd name="csY2054" fmla="*/ 1027392 h 1065273"/>
              <a:gd name="csX2055" fmla="*/ 355173 w 1728164"/>
              <a:gd name="csY2055" fmla="*/ 1027250 h 1065273"/>
              <a:gd name="csX2056" fmla="*/ 355346 w 1728164"/>
              <a:gd name="csY2056" fmla="*/ 1027108 h 1065273"/>
              <a:gd name="csX2057" fmla="*/ 355519 w 1728164"/>
              <a:gd name="csY2057" fmla="*/ 1026965 h 1065273"/>
              <a:gd name="csX2058" fmla="*/ 355692 w 1728164"/>
              <a:gd name="csY2058" fmla="*/ 1026814 h 1065273"/>
              <a:gd name="csX2059" fmla="*/ 355864 w 1728164"/>
              <a:gd name="csY2059" fmla="*/ 1026672 h 1065273"/>
              <a:gd name="csX2060" fmla="*/ 356038 w 1728164"/>
              <a:gd name="csY2060" fmla="*/ 1026529 h 1065273"/>
              <a:gd name="csX2061" fmla="*/ 356210 w 1728164"/>
              <a:gd name="csY2061" fmla="*/ 1026378 h 1065273"/>
              <a:gd name="csX2062" fmla="*/ 356383 w 1728164"/>
              <a:gd name="csY2062" fmla="*/ 1026236 h 1065273"/>
              <a:gd name="csX2063" fmla="*/ 356556 w 1728164"/>
              <a:gd name="csY2063" fmla="*/ 1026085 h 1065273"/>
              <a:gd name="csX2064" fmla="*/ 356729 w 1728164"/>
              <a:gd name="csY2064" fmla="*/ 1025942 h 1065273"/>
              <a:gd name="csX2065" fmla="*/ 356902 w 1728164"/>
              <a:gd name="csY2065" fmla="*/ 1025791 h 1065273"/>
              <a:gd name="csX2066" fmla="*/ 357074 w 1728164"/>
              <a:gd name="csY2066" fmla="*/ 1025640 h 1065273"/>
              <a:gd name="csX2067" fmla="*/ 357248 w 1728164"/>
              <a:gd name="csY2067" fmla="*/ 1025497 h 1065273"/>
              <a:gd name="csX2068" fmla="*/ 357420 w 1728164"/>
              <a:gd name="csY2068" fmla="*/ 1025346 h 1065273"/>
              <a:gd name="csX2069" fmla="*/ 357593 w 1728164"/>
              <a:gd name="csY2069" fmla="*/ 1025195 h 1065273"/>
              <a:gd name="csX2070" fmla="*/ 357765 w 1728164"/>
              <a:gd name="csY2070" fmla="*/ 1025044 h 1065273"/>
              <a:gd name="csX2071" fmla="*/ 357939 w 1728164"/>
              <a:gd name="csY2071" fmla="*/ 1024901 h 1065273"/>
              <a:gd name="csX2072" fmla="*/ 358111 w 1728164"/>
              <a:gd name="csY2072" fmla="*/ 1024750 h 1065273"/>
              <a:gd name="csX2073" fmla="*/ 358284 w 1728164"/>
              <a:gd name="csY2073" fmla="*/ 1024599 h 1065273"/>
              <a:gd name="csX2074" fmla="*/ 358457 w 1728164"/>
              <a:gd name="csY2074" fmla="*/ 1024448 h 1065273"/>
              <a:gd name="csX2075" fmla="*/ 358630 w 1728164"/>
              <a:gd name="csY2075" fmla="*/ 1024296 h 1065273"/>
              <a:gd name="csX2076" fmla="*/ 358803 w 1728164"/>
              <a:gd name="csY2076" fmla="*/ 1024136 h 1065273"/>
              <a:gd name="csX2077" fmla="*/ 358975 w 1728164"/>
              <a:gd name="csY2077" fmla="*/ 1023985 h 1065273"/>
              <a:gd name="csX2078" fmla="*/ 359149 w 1728164"/>
              <a:gd name="csY2078" fmla="*/ 1023834 h 1065273"/>
              <a:gd name="csX2079" fmla="*/ 359321 w 1728164"/>
              <a:gd name="csY2079" fmla="*/ 1023683 h 1065273"/>
              <a:gd name="csX2080" fmla="*/ 359494 w 1728164"/>
              <a:gd name="csY2080" fmla="*/ 1023531 h 1065273"/>
              <a:gd name="csX2081" fmla="*/ 359667 w 1728164"/>
              <a:gd name="csY2081" fmla="*/ 1023371 h 1065273"/>
              <a:gd name="csX2082" fmla="*/ 359840 w 1728164"/>
              <a:gd name="csY2082" fmla="*/ 1023220 h 1065273"/>
              <a:gd name="csX2083" fmla="*/ 360013 w 1728164"/>
              <a:gd name="csY2083" fmla="*/ 1023060 h 1065273"/>
              <a:gd name="csX2084" fmla="*/ 360185 w 1728164"/>
              <a:gd name="csY2084" fmla="*/ 1022908 h 1065273"/>
              <a:gd name="csX2085" fmla="*/ 360358 w 1728164"/>
              <a:gd name="csY2085" fmla="*/ 1022748 h 1065273"/>
              <a:gd name="csX2086" fmla="*/ 360531 w 1728164"/>
              <a:gd name="csY2086" fmla="*/ 1022597 h 1065273"/>
              <a:gd name="csX2087" fmla="*/ 360704 w 1728164"/>
              <a:gd name="csY2087" fmla="*/ 1022437 h 1065273"/>
              <a:gd name="csX2088" fmla="*/ 360877 w 1728164"/>
              <a:gd name="csY2088" fmla="*/ 1022277 h 1065273"/>
              <a:gd name="csX2089" fmla="*/ 361050 w 1728164"/>
              <a:gd name="csY2089" fmla="*/ 1022126 h 1065273"/>
              <a:gd name="csX2090" fmla="*/ 361223 w 1728164"/>
              <a:gd name="csY2090" fmla="*/ 1021965 h 1065273"/>
              <a:gd name="csX2091" fmla="*/ 361395 w 1728164"/>
              <a:gd name="csY2091" fmla="*/ 1021805 h 1065273"/>
              <a:gd name="csX2092" fmla="*/ 361568 w 1728164"/>
              <a:gd name="csY2092" fmla="*/ 1021645 h 1065273"/>
              <a:gd name="csX2093" fmla="*/ 361741 w 1728164"/>
              <a:gd name="csY2093" fmla="*/ 1021485 h 1065273"/>
              <a:gd name="csX2094" fmla="*/ 361914 w 1728164"/>
              <a:gd name="csY2094" fmla="*/ 1021325 h 1065273"/>
              <a:gd name="csX2095" fmla="*/ 362086 w 1728164"/>
              <a:gd name="csY2095" fmla="*/ 1021165 h 1065273"/>
              <a:gd name="csX2096" fmla="*/ 362259 w 1728164"/>
              <a:gd name="csY2096" fmla="*/ 1021005 h 1065273"/>
              <a:gd name="csX2097" fmla="*/ 362432 w 1728164"/>
              <a:gd name="csY2097" fmla="*/ 1020845 h 1065273"/>
              <a:gd name="csX2098" fmla="*/ 362605 w 1728164"/>
              <a:gd name="csY2098" fmla="*/ 1020684 h 1065273"/>
              <a:gd name="csX2099" fmla="*/ 362778 w 1728164"/>
              <a:gd name="csY2099" fmla="*/ 1020524 h 1065273"/>
              <a:gd name="csX2100" fmla="*/ 362951 w 1728164"/>
              <a:gd name="csY2100" fmla="*/ 1020364 h 1065273"/>
              <a:gd name="csX2101" fmla="*/ 363124 w 1728164"/>
              <a:gd name="csY2101" fmla="*/ 1020195 h 1065273"/>
              <a:gd name="csX2102" fmla="*/ 363296 w 1728164"/>
              <a:gd name="csY2102" fmla="*/ 1020035 h 1065273"/>
              <a:gd name="csX2103" fmla="*/ 363469 w 1728164"/>
              <a:gd name="csY2103" fmla="*/ 1019866 h 1065273"/>
              <a:gd name="csX2104" fmla="*/ 363642 w 1728164"/>
              <a:gd name="csY2104" fmla="*/ 1019706 h 1065273"/>
              <a:gd name="csX2105" fmla="*/ 363815 w 1728164"/>
              <a:gd name="csY2105" fmla="*/ 1019546 h 1065273"/>
              <a:gd name="csX2106" fmla="*/ 363988 w 1728164"/>
              <a:gd name="csY2106" fmla="*/ 1019377 h 1065273"/>
              <a:gd name="csX2107" fmla="*/ 364160 w 1728164"/>
              <a:gd name="csY2107" fmla="*/ 1019208 h 1065273"/>
              <a:gd name="csX2108" fmla="*/ 364334 w 1728164"/>
              <a:gd name="csY2108" fmla="*/ 1019047 h 1065273"/>
              <a:gd name="csX2109" fmla="*/ 364506 w 1728164"/>
              <a:gd name="csY2109" fmla="*/ 1018878 h 1065273"/>
              <a:gd name="csX2110" fmla="*/ 364679 w 1728164"/>
              <a:gd name="csY2110" fmla="*/ 1018709 h 1065273"/>
              <a:gd name="csX2111" fmla="*/ 364852 w 1728164"/>
              <a:gd name="csY2111" fmla="*/ 1018549 h 1065273"/>
              <a:gd name="csX2112" fmla="*/ 365025 w 1728164"/>
              <a:gd name="csY2112" fmla="*/ 1018380 h 1065273"/>
              <a:gd name="csX2113" fmla="*/ 365198 w 1728164"/>
              <a:gd name="csY2113" fmla="*/ 1018211 h 1065273"/>
              <a:gd name="csX2114" fmla="*/ 365370 w 1728164"/>
              <a:gd name="csY2114" fmla="*/ 1018042 h 1065273"/>
              <a:gd name="csX2115" fmla="*/ 365544 w 1728164"/>
              <a:gd name="csY2115" fmla="*/ 1017873 h 1065273"/>
              <a:gd name="csX2116" fmla="*/ 365716 w 1728164"/>
              <a:gd name="csY2116" fmla="*/ 1017704 h 1065273"/>
              <a:gd name="csX2117" fmla="*/ 365889 w 1728164"/>
              <a:gd name="csY2117" fmla="*/ 1017535 h 1065273"/>
              <a:gd name="csX2118" fmla="*/ 366061 w 1728164"/>
              <a:gd name="csY2118" fmla="*/ 1017366 h 1065273"/>
              <a:gd name="csX2119" fmla="*/ 366235 w 1728164"/>
              <a:gd name="csY2119" fmla="*/ 1017188 h 1065273"/>
              <a:gd name="csX2120" fmla="*/ 366407 w 1728164"/>
              <a:gd name="csY2120" fmla="*/ 1017019 h 1065273"/>
              <a:gd name="csX2121" fmla="*/ 366580 w 1728164"/>
              <a:gd name="csY2121" fmla="*/ 1016850 h 1065273"/>
              <a:gd name="csX2122" fmla="*/ 366753 w 1728164"/>
              <a:gd name="csY2122" fmla="*/ 1016681 h 1065273"/>
              <a:gd name="csX2123" fmla="*/ 366926 w 1728164"/>
              <a:gd name="csY2123" fmla="*/ 1016503 h 1065273"/>
              <a:gd name="csX2124" fmla="*/ 367099 w 1728164"/>
              <a:gd name="csY2124" fmla="*/ 1016334 h 1065273"/>
              <a:gd name="csX2125" fmla="*/ 367271 w 1728164"/>
              <a:gd name="csY2125" fmla="*/ 1016156 h 1065273"/>
              <a:gd name="csX2126" fmla="*/ 367445 w 1728164"/>
              <a:gd name="csY2126" fmla="*/ 1015987 h 1065273"/>
              <a:gd name="csX2127" fmla="*/ 367617 w 1728164"/>
              <a:gd name="csY2127" fmla="*/ 1015809 h 1065273"/>
              <a:gd name="csX2128" fmla="*/ 367790 w 1728164"/>
              <a:gd name="csY2128" fmla="*/ 1015631 h 1065273"/>
              <a:gd name="csX2129" fmla="*/ 367963 w 1728164"/>
              <a:gd name="csY2129" fmla="*/ 1015462 h 1065273"/>
              <a:gd name="csX2130" fmla="*/ 368136 w 1728164"/>
              <a:gd name="csY2130" fmla="*/ 1015284 h 1065273"/>
              <a:gd name="csX2131" fmla="*/ 368309 w 1728164"/>
              <a:gd name="csY2131" fmla="*/ 1015106 h 1065273"/>
              <a:gd name="csX2132" fmla="*/ 368481 w 1728164"/>
              <a:gd name="csY2132" fmla="*/ 1014928 h 1065273"/>
              <a:gd name="csX2133" fmla="*/ 368655 w 1728164"/>
              <a:gd name="csY2133" fmla="*/ 1014759 h 1065273"/>
              <a:gd name="csX2134" fmla="*/ 368827 w 1728164"/>
              <a:gd name="csY2134" fmla="*/ 1014581 h 1065273"/>
              <a:gd name="csX2135" fmla="*/ 369000 w 1728164"/>
              <a:gd name="csY2135" fmla="*/ 1014404 h 1065273"/>
              <a:gd name="csX2136" fmla="*/ 369172 w 1728164"/>
              <a:gd name="csY2136" fmla="*/ 1014226 h 1065273"/>
              <a:gd name="csX2137" fmla="*/ 369346 w 1728164"/>
              <a:gd name="csY2137" fmla="*/ 1014039 h 1065273"/>
              <a:gd name="csX2138" fmla="*/ 369519 w 1728164"/>
              <a:gd name="csY2138" fmla="*/ 1013861 h 1065273"/>
              <a:gd name="csX2139" fmla="*/ 369691 w 1728164"/>
              <a:gd name="csY2139" fmla="*/ 1013683 h 1065273"/>
              <a:gd name="csX2140" fmla="*/ 369864 w 1728164"/>
              <a:gd name="csY2140" fmla="*/ 1013505 h 1065273"/>
              <a:gd name="csX2141" fmla="*/ 370037 w 1728164"/>
              <a:gd name="csY2141" fmla="*/ 1013327 h 1065273"/>
              <a:gd name="csX2142" fmla="*/ 370210 w 1728164"/>
              <a:gd name="csY2142" fmla="*/ 1013140 h 1065273"/>
              <a:gd name="csX2143" fmla="*/ 370382 w 1728164"/>
              <a:gd name="csY2143" fmla="*/ 1012962 h 1065273"/>
              <a:gd name="csX2144" fmla="*/ 370556 w 1728164"/>
              <a:gd name="csY2144" fmla="*/ 1012776 h 1065273"/>
              <a:gd name="csX2145" fmla="*/ 370728 w 1728164"/>
              <a:gd name="csY2145" fmla="*/ 1012598 h 1065273"/>
              <a:gd name="csX2146" fmla="*/ 370901 w 1728164"/>
              <a:gd name="csY2146" fmla="*/ 1012411 h 1065273"/>
              <a:gd name="csX2147" fmla="*/ 371074 w 1728164"/>
              <a:gd name="csY2147" fmla="*/ 1012233 h 1065273"/>
              <a:gd name="csX2148" fmla="*/ 371247 w 1728164"/>
              <a:gd name="csY2148" fmla="*/ 1012046 h 1065273"/>
              <a:gd name="csX2149" fmla="*/ 371420 w 1728164"/>
              <a:gd name="csY2149" fmla="*/ 1011859 h 1065273"/>
              <a:gd name="csX2150" fmla="*/ 371592 w 1728164"/>
              <a:gd name="csY2150" fmla="*/ 1011681 h 1065273"/>
              <a:gd name="csX2151" fmla="*/ 371765 w 1728164"/>
              <a:gd name="csY2151" fmla="*/ 1011494 h 1065273"/>
              <a:gd name="csX2152" fmla="*/ 371938 w 1728164"/>
              <a:gd name="csY2152" fmla="*/ 1011308 h 1065273"/>
              <a:gd name="csX2153" fmla="*/ 372111 w 1728164"/>
              <a:gd name="csY2153" fmla="*/ 1011121 h 1065273"/>
              <a:gd name="csX2154" fmla="*/ 372284 w 1728164"/>
              <a:gd name="csY2154" fmla="*/ 1010934 h 1065273"/>
              <a:gd name="csX2155" fmla="*/ 372457 w 1728164"/>
              <a:gd name="csY2155" fmla="*/ 1010747 h 1065273"/>
              <a:gd name="csX2156" fmla="*/ 372630 w 1728164"/>
              <a:gd name="csY2156" fmla="*/ 1010560 h 1065273"/>
              <a:gd name="csX2157" fmla="*/ 372802 w 1728164"/>
              <a:gd name="csY2157" fmla="*/ 1010373 h 1065273"/>
              <a:gd name="csX2158" fmla="*/ 372975 w 1728164"/>
              <a:gd name="csY2158" fmla="*/ 1010187 h 1065273"/>
              <a:gd name="csX2159" fmla="*/ 373148 w 1728164"/>
              <a:gd name="csY2159" fmla="*/ 1009991 h 1065273"/>
              <a:gd name="csX2160" fmla="*/ 373321 w 1728164"/>
              <a:gd name="csY2160" fmla="*/ 1009804 h 1065273"/>
              <a:gd name="csX2161" fmla="*/ 373493 w 1728164"/>
              <a:gd name="csY2161" fmla="*/ 1009617 h 1065273"/>
              <a:gd name="csX2162" fmla="*/ 373666 w 1728164"/>
              <a:gd name="csY2162" fmla="*/ 1009430 h 1065273"/>
              <a:gd name="csX2163" fmla="*/ 373840 w 1728164"/>
              <a:gd name="csY2163" fmla="*/ 1009235 h 1065273"/>
              <a:gd name="csX2164" fmla="*/ 374012 w 1728164"/>
              <a:gd name="csY2164" fmla="*/ 1009048 h 1065273"/>
              <a:gd name="csX2165" fmla="*/ 374185 w 1728164"/>
              <a:gd name="csY2165" fmla="*/ 1008852 h 1065273"/>
              <a:gd name="csX2166" fmla="*/ 374358 w 1728164"/>
              <a:gd name="csY2166" fmla="*/ 1008656 h 1065273"/>
              <a:gd name="csX2167" fmla="*/ 374531 w 1728164"/>
              <a:gd name="csY2167" fmla="*/ 1008470 h 1065273"/>
              <a:gd name="csX2168" fmla="*/ 374703 w 1728164"/>
              <a:gd name="csY2168" fmla="*/ 1008274 h 1065273"/>
              <a:gd name="csX2169" fmla="*/ 374876 w 1728164"/>
              <a:gd name="csY2169" fmla="*/ 1008078 h 1065273"/>
              <a:gd name="csX2170" fmla="*/ 375049 w 1728164"/>
              <a:gd name="csY2170" fmla="*/ 1007891 h 1065273"/>
              <a:gd name="csX2171" fmla="*/ 375222 w 1728164"/>
              <a:gd name="csY2171" fmla="*/ 1007696 h 1065273"/>
              <a:gd name="csX2172" fmla="*/ 375395 w 1728164"/>
              <a:gd name="csY2172" fmla="*/ 1007500 h 1065273"/>
              <a:gd name="csX2173" fmla="*/ 375567 w 1728164"/>
              <a:gd name="csY2173" fmla="*/ 1007304 h 1065273"/>
              <a:gd name="csX2174" fmla="*/ 375741 w 1728164"/>
              <a:gd name="csY2174" fmla="*/ 1007108 h 1065273"/>
              <a:gd name="csX2175" fmla="*/ 375913 w 1728164"/>
              <a:gd name="csY2175" fmla="*/ 1006913 h 1065273"/>
              <a:gd name="csX2176" fmla="*/ 376086 w 1728164"/>
              <a:gd name="csY2176" fmla="*/ 1006717 h 1065273"/>
              <a:gd name="csX2177" fmla="*/ 376259 w 1728164"/>
              <a:gd name="csY2177" fmla="*/ 1006521 h 1065273"/>
              <a:gd name="csX2178" fmla="*/ 376432 w 1728164"/>
              <a:gd name="csY2178" fmla="*/ 1006317 h 1065273"/>
              <a:gd name="csX2179" fmla="*/ 376605 w 1728164"/>
              <a:gd name="csY2179" fmla="*/ 1006121 h 1065273"/>
              <a:gd name="csX2180" fmla="*/ 376777 w 1728164"/>
              <a:gd name="csY2180" fmla="*/ 1005925 h 1065273"/>
              <a:gd name="csX2181" fmla="*/ 376951 w 1728164"/>
              <a:gd name="csY2181" fmla="*/ 1005721 h 1065273"/>
              <a:gd name="csX2182" fmla="*/ 377123 w 1728164"/>
              <a:gd name="csY2182" fmla="*/ 1005525 h 1065273"/>
              <a:gd name="csX2183" fmla="*/ 377296 w 1728164"/>
              <a:gd name="csY2183" fmla="*/ 1005320 h 1065273"/>
              <a:gd name="csX2184" fmla="*/ 377468 w 1728164"/>
              <a:gd name="csY2184" fmla="*/ 1005124 h 1065273"/>
              <a:gd name="csX2185" fmla="*/ 377642 w 1728164"/>
              <a:gd name="csY2185" fmla="*/ 1004920 h 1065273"/>
              <a:gd name="csX2186" fmla="*/ 377814 w 1728164"/>
              <a:gd name="csY2186" fmla="*/ 1004724 h 1065273"/>
              <a:gd name="csX2187" fmla="*/ 377987 w 1728164"/>
              <a:gd name="csY2187" fmla="*/ 1004520 h 1065273"/>
              <a:gd name="csX2188" fmla="*/ 378161 w 1728164"/>
              <a:gd name="csY2188" fmla="*/ 1004315 h 1065273"/>
              <a:gd name="csX2189" fmla="*/ 378333 w 1728164"/>
              <a:gd name="csY2189" fmla="*/ 1004110 h 1065273"/>
              <a:gd name="csX2190" fmla="*/ 378506 w 1728164"/>
              <a:gd name="csY2190" fmla="*/ 1003915 h 1065273"/>
              <a:gd name="csX2191" fmla="*/ 378678 w 1728164"/>
              <a:gd name="csY2191" fmla="*/ 1003710 h 1065273"/>
              <a:gd name="csX2192" fmla="*/ 378852 w 1728164"/>
              <a:gd name="csY2192" fmla="*/ 1003505 h 1065273"/>
              <a:gd name="csX2193" fmla="*/ 379024 w 1728164"/>
              <a:gd name="csY2193" fmla="*/ 1003301 h 1065273"/>
              <a:gd name="csX2194" fmla="*/ 379197 w 1728164"/>
              <a:gd name="csY2194" fmla="*/ 1003096 h 1065273"/>
              <a:gd name="csX2195" fmla="*/ 379370 w 1728164"/>
              <a:gd name="csY2195" fmla="*/ 1002883 h 1065273"/>
              <a:gd name="csX2196" fmla="*/ 379543 w 1728164"/>
              <a:gd name="csY2196" fmla="*/ 1002678 h 1065273"/>
              <a:gd name="csX2197" fmla="*/ 379716 w 1728164"/>
              <a:gd name="csY2197" fmla="*/ 1002473 h 1065273"/>
              <a:gd name="csX2198" fmla="*/ 379888 w 1728164"/>
              <a:gd name="csY2198" fmla="*/ 1002269 h 1065273"/>
              <a:gd name="csX2199" fmla="*/ 380062 w 1728164"/>
              <a:gd name="csY2199" fmla="*/ 1002055 h 1065273"/>
              <a:gd name="csX2200" fmla="*/ 380234 w 1728164"/>
              <a:gd name="csY2200" fmla="*/ 1001851 h 1065273"/>
              <a:gd name="csX2201" fmla="*/ 380407 w 1728164"/>
              <a:gd name="csY2201" fmla="*/ 1001637 h 1065273"/>
              <a:gd name="csX2202" fmla="*/ 380579 w 1728164"/>
              <a:gd name="csY2202" fmla="*/ 1001433 h 1065273"/>
              <a:gd name="csX2203" fmla="*/ 380753 w 1728164"/>
              <a:gd name="csY2203" fmla="*/ 1001219 h 1065273"/>
              <a:gd name="csX2204" fmla="*/ 380926 w 1728164"/>
              <a:gd name="csY2204" fmla="*/ 1001014 h 1065273"/>
              <a:gd name="csX2205" fmla="*/ 381098 w 1728164"/>
              <a:gd name="csY2205" fmla="*/ 1000801 h 1065273"/>
              <a:gd name="csX2206" fmla="*/ 381271 w 1728164"/>
              <a:gd name="csY2206" fmla="*/ 1000587 h 1065273"/>
              <a:gd name="csX2207" fmla="*/ 381444 w 1728164"/>
              <a:gd name="csY2207" fmla="*/ 1000383 h 1065273"/>
              <a:gd name="csX2208" fmla="*/ 381617 w 1728164"/>
              <a:gd name="csY2208" fmla="*/ 1000169 h 1065273"/>
              <a:gd name="csX2209" fmla="*/ 381789 w 1728164"/>
              <a:gd name="csY2209" fmla="*/ 999956 h 1065273"/>
              <a:gd name="csX2210" fmla="*/ 381963 w 1728164"/>
              <a:gd name="csY2210" fmla="*/ 999742 h 1065273"/>
              <a:gd name="csX2211" fmla="*/ 382135 w 1728164"/>
              <a:gd name="csY2211" fmla="*/ 999529 h 1065273"/>
              <a:gd name="csX2212" fmla="*/ 382308 w 1728164"/>
              <a:gd name="csY2212" fmla="*/ 999315 h 1065273"/>
              <a:gd name="csX2213" fmla="*/ 382481 w 1728164"/>
              <a:gd name="csY2213" fmla="*/ 999102 h 1065273"/>
              <a:gd name="csX2214" fmla="*/ 382654 w 1728164"/>
              <a:gd name="csY2214" fmla="*/ 998888 h 1065273"/>
              <a:gd name="csX2215" fmla="*/ 382827 w 1728164"/>
              <a:gd name="csY2215" fmla="*/ 998666 h 1065273"/>
              <a:gd name="csX2216" fmla="*/ 382999 w 1728164"/>
              <a:gd name="csY2216" fmla="*/ 998452 h 1065273"/>
              <a:gd name="csX2217" fmla="*/ 383172 w 1728164"/>
              <a:gd name="csY2217" fmla="*/ 998239 h 1065273"/>
              <a:gd name="csX2218" fmla="*/ 383345 w 1728164"/>
              <a:gd name="csY2218" fmla="*/ 998016 h 1065273"/>
              <a:gd name="csX2219" fmla="*/ 383518 w 1728164"/>
              <a:gd name="csY2219" fmla="*/ 997803 h 1065273"/>
              <a:gd name="csX2220" fmla="*/ 383691 w 1728164"/>
              <a:gd name="csY2220" fmla="*/ 997580 h 1065273"/>
              <a:gd name="csX2221" fmla="*/ 383864 w 1728164"/>
              <a:gd name="csY2221" fmla="*/ 997367 h 1065273"/>
              <a:gd name="csX2222" fmla="*/ 384037 w 1728164"/>
              <a:gd name="csY2222" fmla="*/ 997144 h 1065273"/>
              <a:gd name="csX2223" fmla="*/ 384209 w 1728164"/>
              <a:gd name="csY2223" fmla="*/ 996931 h 1065273"/>
              <a:gd name="csX2224" fmla="*/ 384382 w 1728164"/>
              <a:gd name="csY2224" fmla="*/ 996708 h 1065273"/>
              <a:gd name="csX2225" fmla="*/ 384555 w 1728164"/>
              <a:gd name="csY2225" fmla="*/ 996486 h 1065273"/>
              <a:gd name="csX2226" fmla="*/ 384728 w 1728164"/>
              <a:gd name="csY2226" fmla="*/ 996264 h 1065273"/>
              <a:gd name="csX2227" fmla="*/ 384900 w 1728164"/>
              <a:gd name="csY2227" fmla="*/ 996041 h 1065273"/>
              <a:gd name="csX2228" fmla="*/ 385073 w 1728164"/>
              <a:gd name="csY2228" fmla="*/ 995828 h 1065273"/>
              <a:gd name="csX2229" fmla="*/ 385247 w 1728164"/>
              <a:gd name="csY2229" fmla="*/ 995605 h 1065273"/>
              <a:gd name="csX2230" fmla="*/ 385419 w 1728164"/>
              <a:gd name="csY2230" fmla="*/ 995374 h 1065273"/>
              <a:gd name="csX2231" fmla="*/ 385592 w 1728164"/>
              <a:gd name="csY2231" fmla="*/ 995152 h 1065273"/>
              <a:gd name="csX2232" fmla="*/ 385765 w 1728164"/>
              <a:gd name="csY2232" fmla="*/ 994929 h 1065273"/>
              <a:gd name="csX2233" fmla="*/ 385938 w 1728164"/>
              <a:gd name="csY2233" fmla="*/ 994707 h 1065273"/>
              <a:gd name="csX2234" fmla="*/ 386110 w 1728164"/>
              <a:gd name="csY2234" fmla="*/ 994484 h 1065273"/>
              <a:gd name="csX2235" fmla="*/ 386283 w 1728164"/>
              <a:gd name="csY2235" fmla="*/ 994253 h 1065273"/>
              <a:gd name="csX2236" fmla="*/ 386456 w 1728164"/>
              <a:gd name="csY2236" fmla="*/ 994031 h 1065273"/>
              <a:gd name="csX2237" fmla="*/ 386629 w 1728164"/>
              <a:gd name="csY2237" fmla="*/ 993808 h 1065273"/>
              <a:gd name="csX2238" fmla="*/ 386802 w 1728164"/>
              <a:gd name="csY2238" fmla="*/ 993577 h 1065273"/>
              <a:gd name="csX2239" fmla="*/ 386974 w 1728164"/>
              <a:gd name="csY2239" fmla="*/ 993354 h 1065273"/>
              <a:gd name="csX2240" fmla="*/ 387148 w 1728164"/>
              <a:gd name="csY2240" fmla="*/ 993123 h 1065273"/>
              <a:gd name="csX2241" fmla="*/ 387320 w 1728164"/>
              <a:gd name="csY2241" fmla="*/ 992892 h 1065273"/>
              <a:gd name="csX2242" fmla="*/ 387493 w 1728164"/>
              <a:gd name="csY2242" fmla="*/ 992669 h 1065273"/>
              <a:gd name="csX2243" fmla="*/ 387666 w 1728164"/>
              <a:gd name="csY2243" fmla="*/ 992438 h 1065273"/>
              <a:gd name="csX2244" fmla="*/ 387839 w 1728164"/>
              <a:gd name="csY2244" fmla="*/ 992207 h 1065273"/>
              <a:gd name="csX2245" fmla="*/ 388012 w 1728164"/>
              <a:gd name="csY2245" fmla="*/ 991976 h 1065273"/>
              <a:gd name="csX2246" fmla="*/ 388184 w 1728164"/>
              <a:gd name="csY2246" fmla="*/ 991744 h 1065273"/>
              <a:gd name="csX2247" fmla="*/ 388358 w 1728164"/>
              <a:gd name="csY2247" fmla="*/ 991513 h 1065273"/>
              <a:gd name="csX2248" fmla="*/ 388530 w 1728164"/>
              <a:gd name="csY2248" fmla="*/ 991282 h 1065273"/>
              <a:gd name="csX2249" fmla="*/ 388703 w 1728164"/>
              <a:gd name="csY2249" fmla="*/ 991050 h 1065273"/>
              <a:gd name="csX2250" fmla="*/ 388875 w 1728164"/>
              <a:gd name="csY2250" fmla="*/ 990819 h 1065273"/>
              <a:gd name="csX2251" fmla="*/ 389049 w 1728164"/>
              <a:gd name="csY2251" fmla="*/ 990579 h 1065273"/>
              <a:gd name="csX2252" fmla="*/ 389221 w 1728164"/>
              <a:gd name="csY2252" fmla="*/ 990347 h 1065273"/>
              <a:gd name="csX2253" fmla="*/ 389394 w 1728164"/>
              <a:gd name="csY2253" fmla="*/ 990116 h 1065273"/>
              <a:gd name="csX2254" fmla="*/ 389568 w 1728164"/>
              <a:gd name="csY2254" fmla="*/ 989876 h 1065273"/>
              <a:gd name="csX2255" fmla="*/ 389740 w 1728164"/>
              <a:gd name="csY2255" fmla="*/ 989645 h 1065273"/>
              <a:gd name="csX2256" fmla="*/ 389913 w 1728164"/>
              <a:gd name="csY2256" fmla="*/ 989405 h 1065273"/>
              <a:gd name="csX2257" fmla="*/ 390085 w 1728164"/>
              <a:gd name="csY2257" fmla="*/ 989173 h 1065273"/>
              <a:gd name="csX2258" fmla="*/ 390259 w 1728164"/>
              <a:gd name="csY2258" fmla="*/ 988933 h 1065273"/>
              <a:gd name="csX2259" fmla="*/ 390431 w 1728164"/>
              <a:gd name="csY2259" fmla="*/ 988702 h 1065273"/>
              <a:gd name="csX2260" fmla="*/ 390604 w 1728164"/>
              <a:gd name="csY2260" fmla="*/ 988461 h 1065273"/>
              <a:gd name="csX2261" fmla="*/ 390777 w 1728164"/>
              <a:gd name="csY2261" fmla="*/ 988221 h 1065273"/>
              <a:gd name="csX2262" fmla="*/ 390950 w 1728164"/>
              <a:gd name="csY2262" fmla="*/ 987981 h 1065273"/>
              <a:gd name="csX2263" fmla="*/ 391123 w 1728164"/>
              <a:gd name="csY2263" fmla="*/ 987741 h 1065273"/>
              <a:gd name="csX2264" fmla="*/ 391295 w 1728164"/>
              <a:gd name="csY2264" fmla="*/ 987501 h 1065273"/>
              <a:gd name="csX2265" fmla="*/ 391469 w 1728164"/>
              <a:gd name="csY2265" fmla="*/ 987260 h 1065273"/>
              <a:gd name="csX2266" fmla="*/ 391641 w 1728164"/>
              <a:gd name="csY2266" fmla="*/ 987020 h 1065273"/>
              <a:gd name="csX2267" fmla="*/ 391814 w 1728164"/>
              <a:gd name="csY2267" fmla="*/ 986780 h 1065273"/>
              <a:gd name="csX2268" fmla="*/ 391987 w 1728164"/>
              <a:gd name="csY2268" fmla="*/ 986540 h 1065273"/>
              <a:gd name="csX2269" fmla="*/ 392160 w 1728164"/>
              <a:gd name="csY2269" fmla="*/ 986300 h 1065273"/>
              <a:gd name="csX2270" fmla="*/ 392333 w 1728164"/>
              <a:gd name="csY2270" fmla="*/ 986051 h 1065273"/>
              <a:gd name="csX2271" fmla="*/ 392505 w 1728164"/>
              <a:gd name="csY2271" fmla="*/ 985810 h 1065273"/>
              <a:gd name="csX2272" fmla="*/ 392678 w 1728164"/>
              <a:gd name="csY2272" fmla="*/ 985570 h 1065273"/>
              <a:gd name="csX2273" fmla="*/ 392851 w 1728164"/>
              <a:gd name="csY2273" fmla="*/ 985321 h 1065273"/>
              <a:gd name="csX2274" fmla="*/ 393024 w 1728164"/>
              <a:gd name="csY2274" fmla="*/ 985081 h 1065273"/>
              <a:gd name="csX2275" fmla="*/ 393196 w 1728164"/>
              <a:gd name="csY2275" fmla="*/ 984832 h 1065273"/>
              <a:gd name="csX2276" fmla="*/ 393370 w 1728164"/>
              <a:gd name="csY2276" fmla="*/ 984583 h 1065273"/>
              <a:gd name="csX2277" fmla="*/ 393543 w 1728164"/>
              <a:gd name="csY2277" fmla="*/ 984342 h 1065273"/>
              <a:gd name="csX2278" fmla="*/ 393715 w 1728164"/>
              <a:gd name="csY2278" fmla="*/ 984093 h 1065273"/>
              <a:gd name="csX2279" fmla="*/ 393888 w 1728164"/>
              <a:gd name="csY2279" fmla="*/ 983844 h 1065273"/>
              <a:gd name="csX2280" fmla="*/ 394061 w 1728164"/>
              <a:gd name="csY2280" fmla="*/ 983595 h 1065273"/>
              <a:gd name="csX2281" fmla="*/ 394234 w 1728164"/>
              <a:gd name="csY2281" fmla="*/ 983346 h 1065273"/>
              <a:gd name="csX2282" fmla="*/ 394406 w 1728164"/>
              <a:gd name="csY2282" fmla="*/ 983097 h 1065273"/>
              <a:gd name="csX2283" fmla="*/ 394579 w 1728164"/>
              <a:gd name="csY2283" fmla="*/ 982848 h 1065273"/>
              <a:gd name="csX2284" fmla="*/ 394752 w 1728164"/>
              <a:gd name="csY2284" fmla="*/ 982599 h 1065273"/>
              <a:gd name="csX2285" fmla="*/ 394925 w 1728164"/>
              <a:gd name="csY2285" fmla="*/ 982350 h 1065273"/>
              <a:gd name="csX2286" fmla="*/ 395098 w 1728164"/>
              <a:gd name="csY2286" fmla="*/ 982100 h 1065273"/>
              <a:gd name="csX2287" fmla="*/ 395271 w 1728164"/>
              <a:gd name="csY2287" fmla="*/ 981843 h 1065273"/>
              <a:gd name="csX2288" fmla="*/ 395444 w 1728164"/>
              <a:gd name="csY2288" fmla="*/ 981593 h 1065273"/>
              <a:gd name="csX2289" fmla="*/ 395616 w 1728164"/>
              <a:gd name="csY2289" fmla="*/ 981344 h 1065273"/>
              <a:gd name="csX2290" fmla="*/ 395789 w 1728164"/>
              <a:gd name="csY2290" fmla="*/ 981086 h 1065273"/>
              <a:gd name="csX2291" fmla="*/ 395962 w 1728164"/>
              <a:gd name="csY2291" fmla="*/ 980837 h 1065273"/>
              <a:gd name="csX2292" fmla="*/ 396135 w 1728164"/>
              <a:gd name="csY2292" fmla="*/ 980579 h 1065273"/>
              <a:gd name="csX2293" fmla="*/ 396308 w 1728164"/>
              <a:gd name="csY2293" fmla="*/ 980321 h 1065273"/>
              <a:gd name="csX2294" fmla="*/ 396480 w 1728164"/>
              <a:gd name="csY2294" fmla="*/ 980072 h 1065273"/>
              <a:gd name="csX2295" fmla="*/ 396654 w 1728164"/>
              <a:gd name="csY2295" fmla="*/ 979814 h 1065273"/>
              <a:gd name="csX2296" fmla="*/ 396826 w 1728164"/>
              <a:gd name="csY2296" fmla="*/ 979556 h 1065273"/>
              <a:gd name="csX2297" fmla="*/ 396999 w 1728164"/>
              <a:gd name="csY2297" fmla="*/ 979298 h 1065273"/>
              <a:gd name="csX2298" fmla="*/ 397172 w 1728164"/>
              <a:gd name="csY2298" fmla="*/ 979040 h 1065273"/>
              <a:gd name="csX2299" fmla="*/ 397345 w 1728164"/>
              <a:gd name="csY2299" fmla="*/ 978782 h 1065273"/>
              <a:gd name="csX2300" fmla="*/ 397517 w 1728164"/>
              <a:gd name="csY2300" fmla="*/ 978524 h 1065273"/>
              <a:gd name="csX2301" fmla="*/ 397690 w 1728164"/>
              <a:gd name="csY2301" fmla="*/ 978266 h 1065273"/>
              <a:gd name="csX2302" fmla="*/ 397864 w 1728164"/>
              <a:gd name="csY2302" fmla="*/ 978008 h 1065273"/>
              <a:gd name="csX2303" fmla="*/ 398036 w 1728164"/>
              <a:gd name="csY2303" fmla="*/ 977750 h 1065273"/>
              <a:gd name="csX2304" fmla="*/ 398209 w 1728164"/>
              <a:gd name="csY2304" fmla="*/ 977483 h 1065273"/>
              <a:gd name="csX2305" fmla="*/ 398381 w 1728164"/>
              <a:gd name="csY2305" fmla="*/ 977225 h 1065273"/>
              <a:gd name="csX2306" fmla="*/ 398555 w 1728164"/>
              <a:gd name="csY2306" fmla="*/ 976967 h 1065273"/>
              <a:gd name="csX2307" fmla="*/ 398727 w 1728164"/>
              <a:gd name="csY2307" fmla="*/ 976700 h 1065273"/>
              <a:gd name="csX2308" fmla="*/ 398900 w 1728164"/>
              <a:gd name="csY2308" fmla="*/ 976442 h 1065273"/>
              <a:gd name="csX2309" fmla="*/ 399073 w 1728164"/>
              <a:gd name="csY2309" fmla="*/ 976175 h 1065273"/>
              <a:gd name="csX2310" fmla="*/ 399246 w 1728164"/>
              <a:gd name="csY2310" fmla="*/ 975909 h 1065273"/>
              <a:gd name="csX2311" fmla="*/ 399419 w 1728164"/>
              <a:gd name="csY2311" fmla="*/ 975651 h 1065273"/>
              <a:gd name="csX2312" fmla="*/ 399591 w 1728164"/>
              <a:gd name="csY2312" fmla="*/ 975384 h 1065273"/>
              <a:gd name="csX2313" fmla="*/ 399765 w 1728164"/>
              <a:gd name="csY2313" fmla="*/ 975117 h 1065273"/>
              <a:gd name="csX2314" fmla="*/ 399937 w 1728164"/>
              <a:gd name="csY2314" fmla="*/ 974850 h 1065273"/>
              <a:gd name="csX2315" fmla="*/ 400110 w 1728164"/>
              <a:gd name="csY2315" fmla="*/ 974583 h 1065273"/>
              <a:gd name="csX2316" fmla="*/ 400282 w 1728164"/>
              <a:gd name="csY2316" fmla="*/ 974316 h 1065273"/>
              <a:gd name="csX2317" fmla="*/ 400456 w 1728164"/>
              <a:gd name="csY2317" fmla="*/ 974049 h 1065273"/>
              <a:gd name="csX2318" fmla="*/ 400629 w 1728164"/>
              <a:gd name="csY2318" fmla="*/ 973782 h 1065273"/>
              <a:gd name="csX2319" fmla="*/ 400801 w 1728164"/>
              <a:gd name="csY2319" fmla="*/ 973515 h 1065273"/>
              <a:gd name="csX2320" fmla="*/ 400975 w 1728164"/>
              <a:gd name="csY2320" fmla="*/ 973249 h 1065273"/>
              <a:gd name="csX2321" fmla="*/ 401147 w 1728164"/>
              <a:gd name="csY2321" fmla="*/ 972982 h 1065273"/>
              <a:gd name="csX2322" fmla="*/ 401320 w 1728164"/>
              <a:gd name="csY2322" fmla="*/ 972706 h 1065273"/>
              <a:gd name="csX2323" fmla="*/ 401492 w 1728164"/>
              <a:gd name="csY2323" fmla="*/ 972439 h 1065273"/>
              <a:gd name="csX2324" fmla="*/ 401666 w 1728164"/>
              <a:gd name="csY2324" fmla="*/ 972163 h 1065273"/>
              <a:gd name="csX2325" fmla="*/ 401838 w 1728164"/>
              <a:gd name="csY2325" fmla="*/ 971896 h 1065273"/>
              <a:gd name="csX2326" fmla="*/ 402011 w 1728164"/>
              <a:gd name="csY2326" fmla="*/ 971621 h 1065273"/>
              <a:gd name="csX2327" fmla="*/ 402184 w 1728164"/>
              <a:gd name="csY2327" fmla="*/ 971354 h 1065273"/>
              <a:gd name="csX2328" fmla="*/ 402357 w 1728164"/>
              <a:gd name="csY2328" fmla="*/ 971078 h 1065273"/>
              <a:gd name="csX2329" fmla="*/ 402530 w 1728164"/>
              <a:gd name="csY2329" fmla="*/ 970802 h 1065273"/>
              <a:gd name="csX2330" fmla="*/ 402702 w 1728164"/>
              <a:gd name="csY2330" fmla="*/ 970526 h 1065273"/>
              <a:gd name="csX2331" fmla="*/ 402876 w 1728164"/>
              <a:gd name="csY2331" fmla="*/ 970259 h 1065273"/>
              <a:gd name="csX2332" fmla="*/ 403048 w 1728164"/>
              <a:gd name="csY2332" fmla="*/ 969983 h 1065273"/>
              <a:gd name="csX2333" fmla="*/ 403221 w 1728164"/>
              <a:gd name="csY2333" fmla="*/ 969708 h 1065273"/>
              <a:gd name="csX2334" fmla="*/ 403394 w 1728164"/>
              <a:gd name="csY2334" fmla="*/ 969432 h 1065273"/>
              <a:gd name="csX2335" fmla="*/ 403567 w 1728164"/>
              <a:gd name="csY2335" fmla="*/ 969156 h 1065273"/>
              <a:gd name="csX2336" fmla="*/ 403740 w 1728164"/>
              <a:gd name="csY2336" fmla="*/ 968871 h 1065273"/>
              <a:gd name="csX2337" fmla="*/ 403912 w 1728164"/>
              <a:gd name="csY2337" fmla="*/ 968596 h 1065273"/>
              <a:gd name="csX2338" fmla="*/ 404085 w 1728164"/>
              <a:gd name="csY2338" fmla="*/ 968320 h 1065273"/>
              <a:gd name="csX2339" fmla="*/ 404258 w 1728164"/>
              <a:gd name="csY2339" fmla="*/ 968035 h 1065273"/>
              <a:gd name="csX2340" fmla="*/ 404431 w 1728164"/>
              <a:gd name="csY2340" fmla="*/ 967759 h 1065273"/>
              <a:gd name="csX2341" fmla="*/ 404603 w 1728164"/>
              <a:gd name="csY2341" fmla="*/ 967484 h 1065273"/>
              <a:gd name="csX2342" fmla="*/ 404777 w 1728164"/>
              <a:gd name="csY2342" fmla="*/ 967199 h 1065273"/>
              <a:gd name="csX2343" fmla="*/ 404950 w 1728164"/>
              <a:gd name="csY2343" fmla="*/ 966914 h 1065273"/>
              <a:gd name="csX2344" fmla="*/ 405122 w 1728164"/>
              <a:gd name="csY2344" fmla="*/ 966638 h 1065273"/>
              <a:gd name="csX2345" fmla="*/ 405295 w 1728164"/>
              <a:gd name="csY2345" fmla="*/ 966354 h 1065273"/>
              <a:gd name="csX2346" fmla="*/ 405468 w 1728164"/>
              <a:gd name="csY2346" fmla="*/ 966069 h 1065273"/>
              <a:gd name="csX2347" fmla="*/ 405641 w 1728164"/>
              <a:gd name="csY2347" fmla="*/ 965793 h 1065273"/>
              <a:gd name="csX2348" fmla="*/ 405813 w 1728164"/>
              <a:gd name="csY2348" fmla="*/ 965509 h 1065273"/>
              <a:gd name="csX2349" fmla="*/ 405986 w 1728164"/>
              <a:gd name="csY2349" fmla="*/ 965224 h 1065273"/>
              <a:gd name="csX2350" fmla="*/ 406159 w 1728164"/>
              <a:gd name="csY2350" fmla="*/ 964939 h 1065273"/>
              <a:gd name="csX2351" fmla="*/ 406332 w 1728164"/>
              <a:gd name="csY2351" fmla="*/ 964655 h 1065273"/>
              <a:gd name="csX2352" fmla="*/ 406505 w 1728164"/>
              <a:gd name="csY2352" fmla="*/ 964370 h 1065273"/>
              <a:gd name="csX2353" fmla="*/ 406678 w 1728164"/>
              <a:gd name="csY2353" fmla="*/ 964076 h 1065273"/>
              <a:gd name="csX2354" fmla="*/ 406851 w 1728164"/>
              <a:gd name="csY2354" fmla="*/ 963792 h 1065273"/>
              <a:gd name="csX2355" fmla="*/ 407023 w 1728164"/>
              <a:gd name="csY2355" fmla="*/ 963507 h 1065273"/>
              <a:gd name="csX2356" fmla="*/ 407196 w 1728164"/>
              <a:gd name="csY2356" fmla="*/ 963213 h 1065273"/>
              <a:gd name="csX2357" fmla="*/ 407369 w 1728164"/>
              <a:gd name="csY2357" fmla="*/ 962929 h 1065273"/>
              <a:gd name="csX2358" fmla="*/ 407542 w 1728164"/>
              <a:gd name="csY2358" fmla="*/ 962644 h 1065273"/>
              <a:gd name="csX2359" fmla="*/ 407715 w 1728164"/>
              <a:gd name="csY2359" fmla="*/ 962350 h 1065273"/>
              <a:gd name="csX2360" fmla="*/ 407887 w 1728164"/>
              <a:gd name="csY2360" fmla="*/ 962057 h 1065273"/>
              <a:gd name="csX2361" fmla="*/ 408061 w 1728164"/>
              <a:gd name="csY2361" fmla="*/ 961772 h 1065273"/>
              <a:gd name="csX2362" fmla="*/ 408233 w 1728164"/>
              <a:gd name="csY2362" fmla="*/ 961479 h 1065273"/>
              <a:gd name="csX2363" fmla="*/ 408406 w 1728164"/>
              <a:gd name="csY2363" fmla="*/ 961185 h 1065273"/>
              <a:gd name="csX2364" fmla="*/ 408579 w 1728164"/>
              <a:gd name="csY2364" fmla="*/ 960891 h 1065273"/>
              <a:gd name="csX2365" fmla="*/ 408752 w 1728164"/>
              <a:gd name="csY2365" fmla="*/ 960598 h 1065273"/>
              <a:gd name="csX2366" fmla="*/ 408924 w 1728164"/>
              <a:gd name="csY2366" fmla="*/ 960304 h 1065273"/>
              <a:gd name="csX2367" fmla="*/ 409097 w 1728164"/>
              <a:gd name="csY2367" fmla="*/ 960011 h 1065273"/>
              <a:gd name="csX2368" fmla="*/ 409271 w 1728164"/>
              <a:gd name="csY2368" fmla="*/ 959717 h 1065273"/>
              <a:gd name="csX2369" fmla="*/ 409443 w 1728164"/>
              <a:gd name="csY2369" fmla="*/ 959423 h 1065273"/>
              <a:gd name="csX2370" fmla="*/ 409616 w 1728164"/>
              <a:gd name="csY2370" fmla="*/ 959130 h 1065273"/>
              <a:gd name="csX2371" fmla="*/ 409788 w 1728164"/>
              <a:gd name="csY2371" fmla="*/ 958836 h 1065273"/>
              <a:gd name="csX2372" fmla="*/ 409962 w 1728164"/>
              <a:gd name="csY2372" fmla="*/ 958534 h 1065273"/>
              <a:gd name="csX2373" fmla="*/ 410134 w 1728164"/>
              <a:gd name="csY2373" fmla="*/ 958240 h 1065273"/>
              <a:gd name="csX2374" fmla="*/ 410307 w 1728164"/>
              <a:gd name="csY2374" fmla="*/ 957947 h 1065273"/>
              <a:gd name="csX2375" fmla="*/ 410480 w 1728164"/>
              <a:gd name="csY2375" fmla="*/ 957644 h 1065273"/>
              <a:gd name="csX2376" fmla="*/ 410653 w 1728164"/>
              <a:gd name="csY2376" fmla="*/ 957351 h 1065273"/>
              <a:gd name="csX2377" fmla="*/ 410826 w 1728164"/>
              <a:gd name="csY2377" fmla="*/ 957048 h 1065273"/>
              <a:gd name="csX2378" fmla="*/ 410998 w 1728164"/>
              <a:gd name="csY2378" fmla="*/ 956746 h 1065273"/>
              <a:gd name="csX2379" fmla="*/ 411172 w 1728164"/>
              <a:gd name="csY2379" fmla="*/ 956443 h 1065273"/>
              <a:gd name="csX2380" fmla="*/ 411344 w 1728164"/>
              <a:gd name="csY2380" fmla="*/ 956150 h 1065273"/>
              <a:gd name="csX2381" fmla="*/ 411517 w 1728164"/>
              <a:gd name="csY2381" fmla="*/ 955847 h 1065273"/>
              <a:gd name="csX2382" fmla="*/ 411689 w 1728164"/>
              <a:gd name="csY2382" fmla="*/ 955545 h 1065273"/>
              <a:gd name="csX2383" fmla="*/ 411863 w 1728164"/>
              <a:gd name="csY2383" fmla="*/ 955242 h 1065273"/>
              <a:gd name="csX2384" fmla="*/ 412036 w 1728164"/>
              <a:gd name="csY2384" fmla="*/ 954940 h 1065273"/>
              <a:gd name="csX2385" fmla="*/ 412208 w 1728164"/>
              <a:gd name="csY2385" fmla="*/ 954637 h 1065273"/>
              <a:gd name="csX2386" fmla="*/ 412382 w 1728164"/>
              <a:gd name="csY2386" fmla="*/ 954335 h 1065273"/>
              <a:gd name="csX2387" fmla="*/ 412554 w 1728164"/>
              <a:gd name="csY2387" fmla="*/ 954023 h 1065273"/>
              <a:gd name="csX2388" fmla="*/ 412727 w 1728164"/>
              <a:gd name="csY2388" fmla="*/ 953721 h 1065273"/>
              <a:gd name="csX2389" fmla="*/ 412899 w 1728164"/>
              <a:gd name="csY2389" fmla="*/ 953418 h 1065273"/>
              <a:gd name="csX2390" fmla="*/ 413073 w 1728164"/>
              <a:gd name="csY2390" fmla="*/ 953107 h 1065273"/>
              <a:gd name="csX2391" fmla="*/ 413245 w 1728164"/>
              <a:gd name="csY2391" fmla="*/ 952805 h 1065273"/>
              <a:gd name="csX2392" fmla="*/ 413418 w 1728164"/>
              <a:gd name="csY2392" fmla="*/ 952493 h 1065273"/>
              <a:gd name="csX2393" fmla="*/ 413591 w 1728164"/>
              <a:gd name="csY2393" fmla="*/ 952191 h 1065273"/>
              <a:gd name="csX2394" fmla="*/ 413764 w 1728164"/>
              <a:gd name="csY2394" fmla="*/ 951879 h 1065273"/>
              <a:gd name="csX2395" fmla="*/ 413937 w 1728164"/>
              <a:gd name="csY2395" fmla="*/ 951568 h 1065273"/>
              <a:gd name="csX2396" fmla="*/ 414109 w 1728164"/>
              <a:gd name="csY2396" fmla="*/ 951257 h 1065273"/>
              <a:gd name="csX2397" fmla="*/ 414283 w 1728164"/>
              <a:gd name="csY2397" fmla="*/ 950954 h 1065273"/>
              <a:gd name="csX2398" fmla="*/ 414455 w 1728164"/>
              <a:gd name="csY2398" fmla="*/ 950643 h 1065273"/>
              <a:gd name="csX2399" fmla="*/ 414628 w 1728164"/>
              <a:gd name="csY2399" fmla="*/ 950331 h 1065273"/>
              <a:gd name="csX2400" fmla="*/ 414801 w 1728164"/>
              <a:gd name="csY2400" fmla="*/ 950020 h 1065273"/>
              <a:gd name="csX2401" fmla="*/ 414974 w 1728164"/>
              <a:gd name="csY2401" fmla="*/ 949709 h 1065273"/>
              <a:gd name="csX2402" fmla="*/ 415147 w 1728164"/>
              <a:gd name="csY2402" fmla="*/ 949397 h 1065273"/>
              <a:gd name="csX2403" fmla="*/ 415319 w 1728164"/>
              <a:gd name="csY2403" fmla="*/ 949077 h 1065273"/>
              <a:gd name="csX2404" fmla="*/ 415492 w 1728164"/>
              <a:gd name="csY2404" fmla="*/ 948765 h 1065273"/>
              <a:gd name="csX2405" fmla="*/ 415665 w 1728164"/>
              <a:gd name="csY2405" fmla="*/ 948454 h 1065273"/>
              <a:gd name="csX2406" fmla="*/ 415838 w 1728164"/>
              <a:gd name="csY2406" fmla="*/ 948134 h 1065273"/>
              <a:gd name="csX2407" fmla="*/ 416010 w 1728164"/>
              <a:gd name="csY2407" fmla="*/ 947823 h 1065273"/>
              <a:gd name="csX2408" fmla="*/ 416184 w 1728164"/>
              <a:gd name="csY2408" fmla="*/ 947502 h 1065273"/>
              <a:gd name="csX2409" fmla="*/ 416357 w 1728164"/>
              <a:gd name="csY2409" fmla="*/ 947191 h 1065273"/>
              <a:gd name="csX2410" fmla="*/ 416529 w 1728164"/>
              <a:gd name="csY2410" fmla="*/ 946871 h 1065273"/>
              <a:gd name="csX2411" fmla="*/ 416702 w 1728164"/>
              <a:gd name="csY2411" fmla="*/ 946559 h 1065273"/>
              <a:gd name="csX2412" fmla="*/ 416875 w 1728164"/>
              <a:gd name="csY2412" fmla="*/ 946239 h 1065273"/>
              <a:gd name="csX2413" fmla="*/ 417048 w 1728164"/>
              <a:gd name="csY2413" fmla="*/ 945919 h 1065273"/>
              <a:gd name="csX2414" fmla="*/ 417220 w 1728164"/>
              <a:gd name="csY2414" fmla="*/ 945598 h 1065273"/>
              <a:gd name="csX2415" fmla="*/ 417393 w 1728164"/>
              <a:gd name="csY2415" fmla="*/ 945278 h 1065273"/>
              <a:gd name="csX2416" fmla="*/ 417566 w 1728164"/>
              <a:gd name="csY2416" fmla="*/ 944958 h 1065273"/>
              <a:gd name="csX2417" fmla="*/ 417739 w 1728164"/>
              <a:gd name="csY2417" fmla="*/ 944638 h 1065273"/>
              <a:gd name="csX2418" fmla="*/ 417912 w 1728164"/>
              <a:gd name="csY2418" fmla="*/ 944317 h 1065273"/>
              <a:gd name="csX2419" fmla="*/ 418085 w 1728164"/>
              <a:gd name="csY2419" fmla="*/ 943997 h 1065273"/>
              <a:gd name="csX2420" fmla="*/ 418258 w 1728164"/>
              <a:gd name="csY2420" fmla="*/ 943677 h 1065273"/>
              <a:gd name="csX2421" fmla="*/ 418430 w 1728164"/>
              <a:gd name="csY2421" fmla="*/ 943348 h 1065273"/>
              <a:gd name="csX2422" fmla="*/ 418603 w 1728164"/>
              <a:gd name="csY2422" fmla="*/ 943027 h 1065273"/>
              <a:gd name="csX2423" fmla="*/ 418776 w 1728164"/>
              <a:gd name="csY2423" fmla="*/ 942707 h 1065273"/>
              <a:gd name="csX2424" fmla="*/ 418949 w 1728164"/>
              <a:gd name="csY2424" fmla="*/ 942378 h 1065273"/>
              <a:gd name="csX2425" fmla="*/ 419122 w 1728164"/>
              <a:gd name="csY2425" fmla="*/ 942058 h 1065273"/>
              <a:gd name="csX2426" fmla="*/ 419294 w 1728164"/>
              <a:gd name="csY2426" fmla="*/ 941728 h 1065273"/>
              <a:gd name="csX2427" fmla="*/ 419468 w 1728164"/>
              <a:gd name="csY2427" fmla="*/ 941399 h 1065273"/>
              <a:gd name="csX2428" fmla="*/ 419640 w 1728164"/>
              <a:gd name="csY2428" fmla="*/ 941079 h 1065273"/>
              <a:gd name="csX2429" fmla="*/ 419813 w 1728164"/>
              <a:gd name="csY2429" fmla="*/ 940750 h 1065273"/>
              <a:gd name="csX2430" fmla="*/ 419986 w 1728164"/>
              <a:gd name="csY2430" fmla="*/ 940421 h 1065273"/>
              <a:gd name="csX2431" fmla="*/ 420159 w 1728164"/>
              <a:gd name="csY2431" fmla="*/ 940091 h 1065273"/>
              <a:gd name="csX2432" fmla="*/ 420332 w 1728164"/>
              <a:gd name="csY2432" fmla="*/ 939762 h 1065273"/>
              <a:gd name="csX2433" fmla="*/ 420504 w 1728164"/>
              <a:gd name="csY2433" fmla="*/ 939433 h 1065273"/>
              <a:gd name="csX2434" fmla="*/ 420678 w 1728164"/>
              <a:gd name="csY2434" fmla="*/ 939104 h 1065273"/>
              <a:gd name="csX2435" fmla="*/ 420850 w 1728164"/>
              <a:gd name="csY2435" fmla="*/ 938775 h 1065273"/>
              <a:gd name="csX2436" fmla="*/ 421023 w 1728164"/>
              <a:gd name="csY2436" fmla="*/ 938446 h 1065273"/>
              <a:gd name="csX2437" fmla="*/ 421195 w 1728164"/>
              <a:gd name="csY2437" fmla="*/ 938108 h 1065273"/>
              <a:gd name="csX2438" fmla="*/ 421369 w 1728164"/>
              <a:gd name="csY2438" fmla="*/ 937778 h 1065273"/>
              <a:gd name="csX2439" fmla="*/ 421541 w 1728164"/>
              <a:gd name="csY2439" fmla="*/ 937449 h 1065273"/>
              <a:gd name="csX2440" fmla="*/ 421714 w 1728164"/>
              <a:gd name="csY2440" fmla="*/ 937111 h 1065273"/>
              <a:gd name="csX2441" fmla="*/ 421887 w 1728164"/>
              <a:gd name="csY2441" fmla="*/ 936782 h 1065273"/>
              <a:gd name="csX2442" fmla="*/ 422060 w 1728164"/>
              <a:gd name="csY2442" fmla="*/ 936444 h 1065273"/>
              <a:gd name="csX2443" fmla="*/ 422233 w 1728164"/>
              <a:gd name="csY2443" fmla="*/ 936106 h 1065273"/>
              <a:gd name="csX2444" fmla="*/ 422405 w 1728164"/>
              <a:gd name="csY2444" fmla="*/ 935777 h 1065273"/>
              <a:gd name="csX2445" fmla="*/ 422579 w 1728164"/>
              <a:gd name="csY2445" fmla="*/ 935439 h 1065273"/>
              <a:gd name="csX2446" fmla="*/ 422751 w 1728164"/>
              <a:gd name="csY2446" fmla="*/ 935101 h 1065273"/>
              <a:gd name="csX2447" fmla="*/ 422924 w 1728164"/>
              <a:gd name="csY2447" fmla="*/ 934762 h 1065273"/>
              <a:gd name="csX2448" fmla="*/ 423097 w 1728164"/>
              <a:gd name="csY2448" fmla="*/ 934424 h 1065273"/>
              <a:gd name="csX2449" fmla="*/ 423270 w 1728164"/>
              <a:gd name="csY2449" fmla="*/ 934086 h 1065273"/>
              <a:gd name="csX2450" fmla="*/ 423443 w 1728164"/>
              <a:gd name="csY2450" fmla="*/ 933748 h 1065273"/>
              <a:gd name="csX2451" fmla="*/ 423615 w 1728164"/>
              <a:gd name="csY2451" fmla="*/ 933410 h 1065273"/>
              <a:gd name="csX2452" fmla="*/ 423789 w 1728164"/>
              <a:gd name="csY2452" fmla="*/ 933072 h 1065273"/>
              <a:gd name="csX2453" fmla="*/ 423961 w 1728164"/>
              <a:gd name="csY2453" fmla="*/ 932734 h 1065273"/>
              <a:gd name="csX2454" fmla="*/ 424134 w 1728164"/>
              <a:gd name="csY2454" fmla="*/ 932387 h 1065273"/>
              <a:gd name="csX2455" fmla="*/ 424306 w 1728164"/>
              <a:gd name="csY2455" fmla="*/ 932049 h 1065273"/>
              <a:gd name="csX2456" fmla="*/ 424480 w 1728164"/>
              <a:gd name="csY2456" fmla="*/ 931711 h 1065273"/>
              <a:gd name="csX2457" fmla="*/ 424653 w 1728164"/>
              <a:gd name="csY2457" fmla="*/ 931364 h 1065273"/>
              <a:gd name="csX2458" fmla="*/ 424825 w 1728164"/>
              <a:gd name="csY2458" fmla="*/ 931026 h 1065273"/>
              <a:gd name="csX2459" fmla="*/ 424998 w 1728164"/>
              <a:gd name="csY2459" fmla="*/ 930679 h 1065273"/>
              <a:gd name="csX2460" fmla="*/ 425171 w 1728164"/>
              <a:gd name="csY2460" fmla="*/ 930332 h 1065273"/>
              <a:gd name="csX2461" fmla="*/ 425344 w 1728164"/>
              <a:gd name="csY2461" fmla="*/ 929985 h 1065273"/>
              <a:gd name="csX2462" fmla="*/ 425516 w 1728164"/>
              <a:gd name="csY2462" fmla="*/ 929647 h 1065273"/>
              <a:gd name="csX2463" fmla="*/ 425690 w 1728164"/>
              <a:gd name="csY2463" fmla="*/ 929300 h 1065273"/>
              <a:gd name="csX2464" fmla="*/ 425862 w 1728164"/>
              <a:gd name="csY2464" fmla="*/ 928953 h 1065273"/>
              <a:gd name="csX2465" fmla="*/ 426035 w 1728164"/>
              <a:gd name="csY2465" fmla="*/ 928606 h 1065273"/>
              <a:gd name="csX2466" fmla="*/ 426208 w 1728164"/>
              <a:gd name="csY2466" fmla="*/ 928259 h 1065273"/>
              <a:gd name="csX2467" fmla="*/ 426381 w 1728164"/>
              <a:gd name="csY2467" fmla="*/ 927912 h 1065273"/>
              <a:gd name="csX2468" fmla="*/ 426554 w 1728164"/>
              <a:gd name="csY2468" fmla="*/ 927565 h 1065273"/>
              <a:gd name="csX2469" fmla="*/ 426726 w 1728164"/>
              <a:gd name="csY2469" fmla="*/ 927209 h 1065273"/>
              <a:gd name="csX2470" fmla="*/ 426899 w 1728164"/>
              <a:gd name="csY2470" fmla="*/ 926862 h 1065273"/>
              <a:gd name="csX2471" fmla="*/ 427072 w 1728164"/>
              <a:gd name="csY2471" fmla="*/ 926515 h 1065273"/>
              <a:gd name="csX2472" fmla="*/ 427245 w 1728164"/>
              <a:gd name="csY2472" fmla="*/ 926160 h 1065273"/>
              <a:gd name="csX2473" fmla="*/ 427418 w 1728164"/>
              <a:gd name="csY2473" fmla="*/ 925813 h 1065273"/>
              <a:gd name="csX2474" fmla="*/ 427591 w 1728164"/>
              <a:gd name="csY2474" fmla="*/ 925457 h 1065273"/>
              <a:gd name="csX2475" fmla="*/ 427764 w 1728164"/>
              <a:gd name="csY2475" fmla="*/ 925110 h 1065273"/>
              <a:gd name="csX2476" fmla="*/ 427936 w 1728164"/>
              <a:gd name="csY2476" fmla="*/ 924754 h 1065273"/>
              <a:gd name="csX2477" fmla="*/ 428109 w 1728164"/>
              <a:gd name="csY2477" fmla="*/ 924398 h 1065273"/>
              <a:gd name="csX2478" fmla="*/ 428282 w 1728164"/>
              <a:gd name="csY2478" fmla="*/ 924051 h 1065273"/>
              <a:gd name="csX2479" fmla="*/ 428455 w 1728164"/>
              <a:gd name="csY2479" fmla="*/ 923695 h 1065273"/>
              <a:gd name="csX2480" fmla="*/ 428627 w 1728164"/>
              <a:gd name="csY2480" fmla="*/ 923339 h 1065273"/>
              <a:gd name="csX2481" fmla="*/ 428800 w 1728164"/>
              <a:gd name="csY2481" fmla="*/ 922984 h 1065273"/>
              <a:gd name="csX2482" fmla="*/ 428974 w 1728164"/>
              <a:gd name="csY2482" fmla="*/ 922628 h 1065273"/>
              <a:gd name="csX2483" fmla="*/ 429146 w 1728164"/>
              <a:gd name="csY2483" fmla="*/ 922272 h 1065273"/>
              <a:gd name="csX2484" fmla="*/ 429319 w 1728164"/>
              <a:gd name="csY2484" fmla="*/ 921916 h 1065273"/>
              <a:gd name="csX2485" fmla="*/ 429492 w 1728164"/>
              <a:gd name="csY2485" fmla="*/ 921560 h 1065273"/>
              <a:gd name="csX2486" fmla="*/ 429665 w 1728164"/>
              <a:gd name="csY2486" fmla="*/ 921195 h 1065273"/>
              <a:gd name="csX2487" fmla="*/ 429837 w 1728164"/>
              <a:gd name="csY2487" fmla="*/ 920840 h 1065273"/>
              <a:gd name="csX2488" fmla="*/ 430010 w 1728164"/>
              <a:gd name="csY2488" fmla="*/ 920484 h 1065273"/>
              <a:gd name="csX2489" fmla="*/ 430183 w 1728164"/>
              <a:gd name="csY2489" fmla="*/ 920119 h 1065273"/>
              <a:gd name="csX2490" fmla="*/ 430356 w 1728164"/>
              <a:gd name="csY2490" fmla="*/ 919763 h 1065273"/>
              <a:gd name="csX2491" fmla="*/ 430529 w 1728164"/>
              <a:gd name="csY2491" fmla="*/ 919398 h 1065273"/>
              <a:gd name="csX2492" fmla="*/ 430701 w 1728164"/>
              <a:gd name="csY2492" fmla="*/ 919034 h 1065273"/>
              <a:gd name="csX2493" fmla="*/ 430875 w 1728164"/>
              <a:gd name="csY2493" fmla="*/ 918678 h 1065273"/>
              <a:gd name="csX2494" fmla="*/ 431047 w 1728164"/>
              <a:gd name="csY2494" fmla="*/ 918313 h 1065273"/>
              <a:gd name="csX2495" fmla="*/ 431220 w 1728164"/>
              <a:gd name="csY2495" fmla="*/ 917948 h 1065273"/>
              <a:gd name="csX2496" fmla="*/ 431393 w 1728164"/>
              <a:gd name="csY2496" fmla="*/ 917583 h 1065273"/>
              <a:gd name="csX2497" fmla="*/ 431566 w 1728164"/>
              <a:gd name="csY2497" fmla="*/ 917219 h 1065273"/>
              <a:gd name="csX2498" fmla="*/ 431739 w 1728164"/>
              <a:gd name="csY2498" fmla="*/ 916854 h 1065273"/>
              <a:gd name="csX2499" fmla="*/ 431911 w 1728164"/>
              <a:gd name="csY2499" fmla="*/ 916489 h 1065273"/>
              <a:gd name="csX2500" fmla="*/ 432085 w 1728164"/>
              <a:gd name="csY2500" fmla="*/ 916124 h 1065273"/>
              <a:gd name="csX2501" fmla="*/ 432257 w 1728164"/>
              <a:gd name="csY2501" fmla="*/ 915760 h 1065273"/>
              <a:gd name="csX2502" fmla="*/ 432430 w 1728164"/>
              <a:gd name="csY2502" fmla="*/ 915395 h 1065273"/>
              <a:gd name="csX2503" fmla="*/ 432602 w 1728164"/>
              <a:gd name="csY2503" fmla="*/ 915030 h 1065273"/>
              <a:gd name="csX2504" fmla="*/ 432776 w 1728164"/>
              <a:gd name="csY2504" fmla="*/ 914657 h 1065273"/>
              <a:gd name="csX2505" fmla="*/ 432948 w 1728164"/>
              <a:gd name="csY2505" fmla="*/ 914292 h 1065273"/>
              <a:gd name="csX2506" fmla="*/ 433121 w 1728164"/>
              <a:gd name="csY2506" fmla="*/ 913918 h 1065273"/>
              <a:gd name="csX2507" fmla="*/ 433295 w 1728164"/>
              <a:gd name="csY2507" fmla="*/ 913553 h 1065273"/>
              <a:gd name="csX2508" fmla="*/ 433467 w 1728164"/>
              <a:gd name="csY2508" fmla="*/ 913180 h 1065273"/>
              <a:gd name="csX2509" fmla="*/ 433640 w 1728164"/>
              <a:gd name="csY2509" fmla="*/ 912806 h 1065273"/>
              <a:gd name="csX2510" fmla="*/ 433812 w 1728164"/>
              <a:gd name="csY2510" fmla="*/ 912441 h 1065273"/>
              <a:gd name="csX2511" fmla="*/ 433986 w 1728164"/>
              <a:gd name="csY2511" fmla="*/ 912068 h 1065273"/>
              <a:gd name="csX2512" fmla="*/ 434158 w 1728164"/>
              <a:gd name="csY2512" fmla="*/ 911694 h 1065273"/>
              <a:gd name="csX2513" fmla="*/ 434331 w 1728164"/>
              <a:gd name="csY2513" fmla="*/ 911320 h 1065273"/>
              <a:gd name="csX2514" fmla="*/ 434504 w 1728164"/>
              <a:gd name="csY2514" fmla="*/ 910947 h 1065273"/>
              <a:gd name="csX2515" fmla="*/ 434677 w 1728164"/>
              <a:gd name="csY2515" fmla="*/ 910573 h 1065273"/>
              <a:gd name="csX2516" fmla="*/ 434850 w 1728164"/>
              <a:gd name="csY2516" fmla="*/ 910199 h 1065273"/>
              <a:gd name="csX2517" fmla="*/ 435022 w 1728164"/>
              <a:gd name="csY2517" fmla="*/ 909826 h 1065273"/>
              <a:gd name="csX2518" fmla="*/ 435196 w 1728164"/>
              <a:gd name="csY2518" fmla="*/ 909452 h 1065273"/>
              <a:gd name="csX2519" fmla="*/ 435368 w 1728164"/>
              <a:gd name="csY2519" fmla="*/ 909078 h 1065273"/>
              <a:gd name="csX2520" fmla="*/ 435541 w 1728164"/>
              <a:gd name="csY2520" fmla="*/ 908696 h 1065273"/>
              <a:gd name="csX2521" fmla="*/ 435713 w 1728164"/>
              <a:gd name="csY2521" fmla="*/ 908322 h 1065273"/>
              <a:gd name="csX2522" fmla="*/ 435887 w 1728164"/>
              <a:gd name="csY2522" fmla="*/ 907940 h 1065273"/>
              <a:gd name="csX2523" fmla="*/ 436060 w 1728164"/>
              <a:gd name="csY2523" fmla="*/ 907566 h 1065273"/>
              <a:gd name="csX2524" fmla="*/ 436232 w 1728164"/>
              <a:gd name="csY2524" fmla="*/ 907183 h 1065273"/>
              <a:gd name="csX2525" fmla="*/ 436405 w 1728164"/>
              <a:gd name="csY2525" fmla="*/ 906810 h 1065273"/>
              <a:gd name="csX2526" fmla="*/ 436578 w 1728164"/>
              <a:gd name="csY2526" fmla="*/ 906427 h 1065273"/>
              <a:gd name="csX2527" fmla="*/ 436751 w 1728164"/>
              <a:gd name="csY2527" fmla="*/ 906045 h 1065273"/>
              <a:gd name="csX2528" fmla="*/ 436923 w 1728164"/>
              <a:gd name="csY2528" fmla="*/ 905662 h 1065273"/>
              <a:gd name="csX2529" fmla="*/ 437097 w 1728164"/>
              <a:gd name="csY2529" fmla="*/ 905289 h 1065273"/>
              <a:gd name="csX2530" fmla="*/ 437269 w 1728164"/>
              <a:gd name="csY2530" fmla="*/ 904906 h 1065273"/>
              <a:gd name="csX2531" fmla="*/ 437442 w 1728164"/>
              <a:gd name="csY2531" fmla="*/ 904523 h 1065273"/>
              <a:gd name="csX2532" fmla="*/ 437615 w 1728164"/>
              <a:gd name="csY2532" fmla="*/ 904141 h 1065273"/>
              <a:gd name="csX2533" fmla="*/ 437788 w 1728164"/>
              <a:gd name="csY2533" fmla="*/ 903749 h 1065273"/>
              <a:gd name="csX2534" fmla="*/ 437961 w 1728164"/>
              <a:gd name="csY2534" fmla="*/ 903367 h 1065273"/>
              <a:gd name="csX2535" fmla="*/ 438133 w 1728164"/>
              <a:gd name="csY2535" fmla="*/ 902984 h 1065273"/>
              <a:gd name="csX2536" fmla="*/ 438306 w 1728164"/>
              <a:gd name="csY2536" fmla="*/ 902602 h 1065273"/>
              <a:gd name="csX2537" fmla="*/ 438479 w 1728164"/>
              <a:gd name="csY2537" fmla="*/ 902210 h 1065273"/>
              <a:gd name="csX2538" fmla="*/ 438652 w 1728164"/>
              <a:gd name="csY2538" fmla="*/ 901828 h 1065273"/>
              <a:gd name="csX2539" fmla="*/ 438825 w 1728164"/>
              <a:gd name="csY2539" fmla="*/ 901436 h 1065273"/>
              <a:gd name="csX2540" fmla="*/ 438998 w 1728164"/>
              <a:gd name="csY2540" fmla="*/ 901054 h 1065273"/>
              <a:gd name="csX2541" fmla="*/ 439171 w 1728164"/>
              <a:gd name="csY2541" fmla="*/ 900662 h 1065273"/>
              <a:gd name="csX2542" fmla="*/ 439343 w 1728164"/>
              <a:gd name="csY2542" fmla="*/ 900280 h 1065273"/>
              <a:gd name="csX2543" fmla="*/ 439516 w 1728164"/>
              <a:gd name="csY2543" fmla="*/ 899888 h 1065273"/>
              <a:gd name="csX2544" fmla="*/ 439689 w 1728164"/>
              <a:gd name="csY2544" fmla="*/ 899497 h 1065273"/>
              <a:gd name="csX2545" fmla="*/ 439862 w 1728164"/>
              <a:gd name="csY2545" fmla="*/ 899106 h 1065273"/>
              <a:gd name="csX2546" fmla="*/ 440034 w 1728164"/>
              <a:gd name="csY2546" fmla="*/ 898714 h 1065273"/>
              <a:gd name="csX2547" fmla="*/ 440207 w 1728164"/>
              <a:gd name="csY2547" fmla="*/ 898323 h 1065273"/>
              <a:gd name="csX2548" fmla="*/ 440381 w 1728164"/>
              <a:gd name="csY2548" fmla="*/ 897931 h 1065273"/>
              <a:gd name="csX2549" fmla="*/ 440553 w 1728164"/>
              <a:gd name="csY2549" fmla="*/ 897540 h 1065273"/>
              <a:gd name="csX2550" fmla="*/ 440726 w 1728164"/>
              <a:gd name="csY2550" fmla="*/ 897148 h 1065273"/>
              <a:gd name="csX2551" fmla="*/ 440899 w 1728164"/>
              <a:gd name="csY2551" fmla="*/ 896757 h 1065273"/>
              <a:gd name="csX2552" fmla="*/ 441072 w 1728164"/>
              <a:gd name="csY2552" fmla="*/ 896365 h 1065273"/>
              <a:gd name="csX2553" fmla="*/ 441244 w 1728164"/>
              <a:gd name="csY2553" fmla="*/ 895965 h 1065273"/>
              <a:gd name="csX2554" fmla="*/ 441417 w 1728164"/>
              <a:gd name="csY2554" fmla="*/ 895574 h 1065273"/>
              <a:gd name="csX2555" fmla="*/ 441590 w 1728164"/>
              <a:gd name="csY2555" fmla="*/ 895182 h 1065273"/>
              <a:gd name="csX2556" fmla="*/ 441763 w 1728164"/>
              <a:gd name="csY2556" fmla="*/ 894782 h 1065273"/>
              <a:gd name="csX2557" fmla="*/ 441936 w 1728164"/>
              <a:gd name="csY2557" fmla="*/ 894390 h 1065273"/>
              <a:gd name="csX2558" fmla="*/ 442108 w 1728164"/>
              <a:gd name="csY2558" fmla="*/ 893990 h 1065273"/>
              <a:gd name="csX2559" fmla="*/ 442282 w 1728164"/>
              <a:gd name="csY2559" fmla="*/ 893590 h 1065273"/>
              <a:gd name="csX2560" fmla="*/ 442454 w 1728164"/>
              <a:gd name="csY2560" fmla="*/ 893198 h 1065273"/>
              <a:gd name="csX2561" fmla="*/ 442627 w 1728164"/>
              <a:gd name="csY2561" fmla="*/ 892798 h 1065273"/>
              <a:gd name="csX2562" fmla="*/ 442800 w 1728164"/>
              <a:gd name="csY2562" fmla="*/ 892398 h 1065273"/>
              <a:gd name="csX2563" fmla="*/ 442973 w 1728164"/>
              <a:gd name="csY2563" fmla="*/ 891997 h 1065273"/>
              <a:gd name="csX2564" fmla="*/ 443146 w 1728164"/>
              <a:gd name="csY2564" fmla="*/ 891597 h 1065273"/>
              <a:gd name="csX2565" fmla="*/ 443318 w 1728164"/>
              <a:gd name="csY2565" fmla="*/ 891197 h 1065273"/>
              <a:gd name="csX2566" fmla="*/ 443492 w 1728164"/>
              <a:gd name="csY2566" fmla="*/ 890796 h 1065273"/>
              <a:gd name="csX2567" fmla="*/ 443664 w 1728164"/>
              <a:gd name="csY2567" fmla="*/ 890396 h 1065273"/>
              <a:gd name="csX2568" fmla="*/ 443837 w 1728164"/>
              <a:gd name="csY2568" fmla="*/ 889996 h 1065273"/>
              <a:gd name="csX2569" fmla="*/ 444009 w 1728164"/>
              <a:gd name="csY2569" fmla="*/ 889586 h 1065273"/>
              <a:gd name="csX2570" fmla="*/ 444183 w 1728164"/>
              <a:gd name="csY2570" fmla="*/ 889186 h 1065273"/>
              <a:gd name="csX2571" fmla="*/ 444355 w 1728164"/>
              <a:gd name="csY2571" fmla="*/ 888786 h 1065273"/>
              <a:gd name="csX2572" fmla="*/ 444528 w 1728164"/>
              <a:gd name="csY2572" fmla="*/ 888376 h 1065273"/>
              <a:gd name="csX2573" fmla="*/ 444702 w 1728164"/>
              <a:gd name="csY2573" fmla="*/ 887976 h 1065273"/>
              <a:gd name="csX2574" fmla="*/ 444874 w 1728164"/>
              <a:gd name="csY2574" fmla="*/ 887567 h 1065273"/>
              <a:gd name="csX2575" fmla="*/ 445047 w 1728164"/>
              <a:gd name="csY2575" fmla="*/ 887158 h 1065273"/>
              <a:gd name="csX2576" fmla="*/ 445219 w 1728164"/>
              <a:gd name="csY2576" fmla="*/ 886757 h 1065273"/>
              <a:gd name="csX2577" fmla="*/ 445393 w 1728164"/>
              <a:gd name="csY2577" fmla="*/ 886348 h 1065273"/>
              <a:gd name="csX2578" fmla="*/ 445565 w 1728164"/>
              <a:gd name="csY2578" fmla="*/ 885939 h 1065273"/>
              <a:gd name="csX2579" fmla="*/ 445738 w 1728164"/>
              <a:gd name="csY2579" fmla="*/ 885530 h 1065273"/>
              <a:gd name="csX2580" fmla="*/ 445911 w 1728164"/>
              <a:gd name="csY2580" fmla="*/ 885120 h 1065273"/>
              <a:gd name="csX2581" fmla="*/ 446084 w 1728164"/>
              <a:gd name="csY2581" fmla="*/ 884711 h 1065273"/>
              <a:gd name="csX2582" fmla="*/ 446257 w 1728164"/>
              <a:gd name="csY2582" fmla="*/ 884302 h 1065273"/>
              <a:gd name="csX2583" fmla="*/ 446429 w 1728164"/>
              <a:gd name="csY2583" fmla="*/ 883893 h 1065273"/>
              <a:gd name="csX2584" fmla="*/ 446603 w 1728164"/>
              <a:gd name="csY2584" fmla="*/ 883483 h 1065273"/>
              <a:gd name="csX2585" fmla="*/ 446775 w 1728164"/>
              <a:gd name="csY2585" fmla="*/ 883074 h 1065273"/>
              <a:gd name="csX2586" fmla="*/ 446948 w 1728164"/>
              <a:gd name="csY2586" fmla="*/ 882656 h 1065273"/>
              <a:gd name="csX2587" fmla="*/ 447121 w 1728164"/>
              <a:gd name="csY2587" fmla="*/ 882247 h 1065273"/>
              <a:gd name="csX2588" fmla="*/ 447294 w 1728164"/>
              <a:gd name="csY2588" fmla="*/ 881838 h 1065273"/>
              <a:gd name="csX2589" fmla="*/ 447467 w 1728164"/>
              <a:gd name="csY2589" fmla="*/ 881419 h 1065273"/>
              <a:gd name="csX2590" fmla="*/ 447639 w 1728164"/>
              <a:gd name="csY2590" fmla="*/ 881010 h 1065273"/>
              <a:gd name="csX2591" fmla="*/ 447812 w 1728164"/>
              <a:gd name="csY2591" fmla="*/ 880592 h 1065273"/>
              <a:gd name="csX2592" fmla="*/ 447985 w 1728164"/>
              <a:gd name="csY2592" fmla="*/ 880174 h 1065273"/>
              <a:gd name="csX2593" fmla="*/ 448158 w 1728164"/>
              <a:gd name="csY2593" fmla="*/ 879765 h 1065273"/>
              <a:gd name="csX2594" fmla="*/ 448330 w 1728164"/>
              <a:gd name="csY2594" fmla="*/ 879346 h 1065273"/>
              <a:gd name="csX2595" fmla="*/ 448504 w 1728164"/>
              <a:gd name="csY2595" fmla="*/ 878928 h 1065273"/>
              <a:gd name="csX2596" fmla="*/ 448676 w 1728164"/>
              <a:gd name="csY2596" fmla="*/ 878510 h 1065273"/>
              <a:gd name="csX2597" fmla="*/ 448849 w 1728164"/>
              <a:gd name="csY2597" fmla="*/ 878092 h 1065273"/>
              <a:gd name="csX2598" fmla="*/ 449022 w 1728164"/>
              <a:gd name="csY2598" fmla="*/ 877674 h 1065273"/>
              <a:gd name="csX2599" fmla="*/ 449195 w 1728164"/>
              <a:gd name="csY2599" fmla="*/ 877256 h 1065273"/>
              <a:gd name="csX2600" fmla="*/ 449368 w 1728164"/>
              <a:gd name="csY2600" fmla="*/ 876838 h 1065273"/>
              <a:gd name="csX2601" fmla="*/ 449540 w 1728164"/>
              <a:gd name="csY2601" fmla="*/ 876420 h 1065273"/>
              <a:gd name="csX2602" fmla="*/ 449713 w 1728164"/>
              <a:gd name="csY2602" fmla="*/ 876001 h 1065273"/>
              <a:gd name="csX2603" fmla="*/ 449886 w 1728164"/>
              <a:gd name="csY2603" fmla="*/ 875583 h 1065273"/>
              <a:gd name="csX2604" fmla="*/ 450059 w 1728164"/>
              <a:gd name="csY2604" fmla="*/ 875156 h 1065273"/>
              <a:gd name="csX2605" fmla="*/ 450232 w 1728164"/>
              <a:gd name="csY2605" fmla="*/ 874738 h 1065273"/>
              <a:gd name="csX2606" fmla="*/ 450405 w 1728164"/>
              <a:gd name="csY2606" fmla="*/ 874311 h 1065273"/>
              <a:gd name="csX2607" fmla="*/ 450578 w 1728164"/>
              <a:gd name="csY2607" fmla="*/ 873893 h 1065273"/>
              <a:gd name="csX2608" fmla="*/ 450750 w 1728164"/>
              <a:gd name="csY2608" fmla="*/ 873466 h 1065273"/>
              <a:gd name="csX2609" fmla="*/ 450923 w 1728164"/>
              <a:gd name="csY2609" fmla="*/ 873048 h 1065273"/>
              <a:gd name="csX2610" fmla="*/ 451096 w 1728164"/>
              <a:gd name="csY2610" fmla="*/ 872621 h 1065273"/>
              <a:gd name="csX2611" fmla="*/ 451269 w 1728164"/>
              <a:gd name="csY2611" fmla="*/ 872194 h 1065273"/>
              <a:gd name="csX2612" fmla="*/ 451442 w 1728164"/>
              <a:gd name="csY2612" fmla="*/ 871767 h 1065273"/>
              <a:gd name="csX2613" fmla="*/ 451614 w 1728164"/>
              <a:gd name="csY2613" fmla="*/ 871340 h 1065273"/>
              <a:gd name="csX2614" fmla="*/ 451788 w 1728164"/>
              <a:gd name="csY2614" fmla="*/ 870913 h 1065273"/>
              <a:gd name="csX2615" fmla="*/ 451960 w 1728164"/>
              <a:gd name="csY2615" fmla="*/ 870486 h 1065273"/>
              <a:gd name="csX2616" fmla="*/ 452133 w 1728164"/>
              <a:gd name="csY2616" fmla="*/ 870059 h 1065273"/>
              <a:gd name="csX2617" fmla="*/ 452306 w 1728164"/>
              <a:gd name="csY2617" fmla="*/ 869632 h 1065273"/>
              <a:gd name="csX2618" fmla="*/ 452479 w 1728164"/>
              <a:gd name="csY2618" fmla="*/ 869205 h 1065273"/>
              <a:gd name="csX2619" fmla="*/ 452651 w 1728164"/>
              <a:gd name="csY2619" fmla="*/ 868777 h 1065273"/>
              <a:gd name="csX2620" fmla="*/ 452824 w 1728164"/>
              <a:gd name="csY2620" fmla="*/ 868350 h 1065273"/>
              <a:gd name="csX2621" fmla="*/ 452997 w 1728164"/>
              <a:gd name="csY2621" fmla="*/ 867915 h 1065273"/>
              <a:gd name="csX2622" fmla="*/ 453170 w 1728164"/>
              <a:gd name="csY2622" fmla="*/ 867488 h 1065273"/>
              <a:gd name="csX2623" fmla="*/ 453343 w 1728164"/>
              <a:gd name="csY2623" fmla="*/ 867052 h 1065273"/>
              <a:gd name="csX2624" fmla="*/ 453515 w 1728164"/>
              <a:gd name="csY2624" fmla="*/ 866625 h 1065273"/>
              <a:gd name="csX2625" fmla="*/ 453689 w 1728164"/>
              <a:gd name="csY2625" fmla="*/ 866189 h 1065273"/>
              <a:gd name="csX2626" fmla="*/ 453861 w 1728164"/>
              <a:gd name="csY2626" fmla="*/ 865762 h 1065273"/>
              <a:gd name="csX2627" fmla="*/ 454034 w 1728164"/>
              <a:gd name="csY2627" fmla="*/ 865326 h 1065273"/>
              <a:gd name="csX2628" fmla="*/ 454207 w 1728164"/>
              <a:gd name="csY2628" fmla="*/ 864890 h 1065273"/>
              <a:gd name="csX2629" fmla="*/ 454380 w 1728164"/>
              <a:gd name="csY2629" fmla="*/ 864454 h 1065273"/>
              <a:gd name="csX2630" fmla="*/ 454553 w 1728164"/>
              <a:gd name="csY2630" fmla="*/ 864027 h 1065273"/>
              <a:gd name="csX2631" fmla="*/ 454725 w 1728164"/>
              <a:gd name="csY2631" fmla="*/ 863591 h 1065273"/>
              <a:gd name="csX2632" fmla="*/ 454899 w 1728164"/>
              <a:gd name="csY2632" fmla="*/ 863155 h 1065273"/>
              <a:gd name="csX2633" fmla="*/ 455071 w 1728164"/>
              <a:gd name="csY2633" fmla="*/ 862719 h 1065273"/>
              <a:gd name="csX2634" fmla="*/ 455244 w 1728164"/>
              <a:gd name="csY2634" fmla="*/ 862283 h 1065273"/>
              <a:gd name="csX2635" fmla="*/ 455416 w 1728164"/>
              <a:gd name="csY2635" fmla="*/ 861838 h 1065273"/>
              <a:gd name="csX2636" fmla="*/ 455590 w 1728164"/>
              <a:gd name="csY2636" fmla="*/ 861402 h 1065273"/>
              <a:gd name="csX2637" fmla="*/ 455763 w 1728164"/>
              <a:gd name="csY2637" fmla="*/ 860966 h 1065273"/>
              <a:gd name="csX2638" fmla="*/ 455935 w 1728164"/>
              <a:gd name="csY2638" fmla="*/ 860531 h 1065273"/>
              <a:gd name="csX2639" fmla="*/ 456109 w 1728164"/>
              <a:gd name="csY2639" fmla="*/ 860086 h 1065273"/>
              <a:gd name="csX2640" fmla="*/ 456281 w 1728164"/>
              <a:gd name="csY2640" fmla="*/ 859650 h 1065273"/>
              <a:gd name="csX2641" fmla="*/ 456454 w 1728164"/>
              <a:gd name="csY2641" fmla="*/ 859205 h 1065273"/>
              <a:gd name="csX2642" fmla="*/ 456626 w 1728164"/>
              <a:gd name="csY2642" fmla="*/ 858769 h 1065273"/>
              <a:gd name="csX2643" fmla="*/ 456800 w 1728164"/>
              <a:gd name="csY2643" fmla="*/ 858324 h 1065273"/>
              <a:gd name="csX2644" fmla="*/ 456972 w 1728164"/>
              <a:gd name="csY2644" fmla="*/ 857879 h 1065273"/>
              <a:gd name="csX2645" fmla="*/ 457145 w 1728164"/>
              <a:gd name="csY2645" fmla="*/ 857443 h 1065273"/>
              <a:gd name="csX2646" fmla="*/ 457318 w 1728164"/>
              <a:gd name="csY2646" fmla="*/ 856999 h 1065273"/>
              <a:gd name="csX2647" fmla="*/ 457491 w 1728164"/>
              <a:gd name="csY2647" fmla="*/ 856554 h 1065273"/>
              <a:gd name="csX2648" fmla="*/ 457664 w 1728164"/>
              <a:gd name="csY2648" fmla="*/ 856109 h 1065273"/>
              <a:gd name="csX2649" fmla="*/ 457836 w 1728164"/>
              <a:gd name="csY2649" fmla="*/ 855664 h 1065273"/>
              <a:gd name="csX2650" fmla="*/ 458010 w 1728164"/>
              <a:gd name="csY2650" fmla="*/ 855219 h 1065273"/>
              <a:gd name="csX2651" fmla="*/ 458182 w 1728164"/>
              <a:gd name="csY2651" fmla="*/ 854774 h 1065273"/>
              <a:gd name="csX2652" fmla="*/ 458355 w 1728164"/>
              <a:gd name="csY2652" fmla="*/ 854330 h 1065273"/>
              <a:gd name="csX2653" fmla="*/ 458527 w 1728164"/>
              <a:gd name="csY2653" fmla="*/ 853885 h 1065273"/>
              <a:gd name="csX2654" fmla="*/ 458701 w 1728164"/>
              <a:gd name="csY2654" fmla="*/ 853440 h 1065273"/>
              <a:gd name="csX2655" fmla="*/ 458874 w 1728164"/>
              <a:gd name="csY2655" fmla="*/ 852986 h 1065273"/>
              <a:gd name="csX2656" fmla="*/ 459046 w 1728164"/>
              <a:gd name="csY2656" fmla="*/ 852541 h 1065273"/>
              <a:gd name="csX2657" fmla="*/ 459219 w 1728164"/>
              <a:gd name="csY2657" fmla="*/ 852097 h 1065273"/>
              <a:gd name="csX2658" fmla="*/ 459392 w 1728164"/>
              <a:gd name="csY2658" fmla="*/ 851643 h 1065273"/>
              <a:gd name="csX2659" fmla="*/ 459565 w 1728164"/>
              <a:gd name="csY2659" fmla="*/ 851198 h 1065273"/>
              <a:gd name="csX2660" fmla="*/ 459737 w 1728164"/>
              <a:gd name="csY2660" fmla="*/ 850744 h 1065273"/>
              <a:gd name="csX2661" fmla="*/ 459911 w 1728164"/>
              <a:gd name="csY2661" fmla="*/ 850291 h 1065273"/>
              <a:gd name="csX2662" fmla="*/ 460084 w 1728164"/>
              <a:gd name="csY2662" fmla="*/ 849846 h 1065273"/>
              <a:gd name="csX2663" fmla="*/ 460256 w 1728164"/>
              <a:gd name="csY2663" fmla="*/ 849392 h 1065273"/>
              <a:gd name="csX2664" fmla="*/ 460429 w 1728164"/>
              <a:gd name="csY2664" fmla="*/ 848938 h 1065273"/>
              <a:gd name="csX2665" fmla="*/ 460602 w 1728164"/>
              <a:gd name="csY2665" fmla="*/ 848485 h 1065273"/>
              <a:gd name="csX2666" fmla="*/ 460775 w 1728164"/>
              <a:gd name="csY2666" fmla="*/ 848031 h 1065273"/>
              <a:gd name="csX2667" fmla="*/ 460947 w 1728164"/>
              <a:gd name="csY2667" fmla="*/ 847577 h 1065273"/>
              <a:gd name="csX2668" fmla="*/ 461120 w 1728164"/>
              <a:gd name="csY2668" fmla="*/ 847124 h 1065273"/>
              <a:gd name="csX2669" fmla="*/ 461293 w 1728164"/>
              <a:gd name="csY2669" fmla="*/ 846670 h 1065273"/>
              <a:gd name="csX2670" fmla="*/ 461466 w 1728164"/>
              <a:gd name="csY2670" fmla="*/ 846216 h 1065273"/>
              <a:gd name="csX2671" fmla="*/ 461639 w 1728164"/>
              <a:gd name="csY2671" fmla="*/ 845762 h 1065273"/>
              <a:gd name="csX2672" fmla="*/ 461812 w 1728164"/>
              <a:gd name="csY2672" fmla="*/ 845309 h 1065273"/>
              <a:gd name="csX2673" fmla="*/ 461985 w 1728164"/>
              <a:gd name="csY2673" fmla="*/ 844846 h 1065273"/>
              <a:gd name="csX2674" fmla="*/ 462157 w 1728164"/>
              <a:gd name="csY2674" fmla="*/ 844392 h 1065273"/>
              <a:gd name="csX2675" fmla="*/ 462330 w 1728164"/>
              <a:gd name="csY2675" fmla="*/ 843939 h 1065273"/>
              <a:gd name="csX2676" fmla="*/ 462503 w 1728164"/>
              <a:gd name="csY2676" fmla="*/ 843476 h 1065273"/>
              <a:gd name="csX2677" fmla="*/ 462676 w 1728164"/>
              <a:gd name="csY2677" fmla="*/ 843022 h 1065273"/>
              <a:gd name="csX2678" fmla="*/ 462848 w 1728164"/>
              <a:gd name="csY2678" fmla="*/ 842560 h 1065273"/>
              <a:gd name="csX2679" fmla="*/ 463021 w 1728164"/>
              <a:gd name="csY2679" fmla="*/ 842097 h 1065273"/>
              <a:gd name="csX2680" fmla="*/ 463195 w 1728164"/>
              <a:gd name="csY2680" fmla="*/ 841643 h 1065273"/>
              <a:gd name="csX2681" fmla="*/ 463367 w 1728164"/>
              <a:gd name="csY2681" fmla="*/ 841181 h 1065273"/>
              <a:gd name="csX2682" fmla="*/ 463540 w 1728164"/>
              <a:gd name="csY2682" fmla="*/ 840718 h 1065273"/>
              <a:gd name="csX2683" fmla="*/ 463713 w 1728164"/>
              <a:gd name="csY2683" fmla="*/ 840256 h 1065273"/>
              <a:gd name="csX2684" fmla="*/ 463886 w 1728164"/>
              <a:gd name="csY2684" fmla="*/ 839793 h 1065273"/>
              <a:gd name="csX2685" fmla="*/ 464058 w 1728164"/>
              <a:gd name="csY2685" fmla="*/ 839330 h 1065273"/>
              <a:gd name="csX2686" fmla="*/ 464231 w 1728164"/>
              <a:gd name="csY2686" fmla="*/ 838868 h 1065273"/>
              <a:gd name="csX2687" fmla="*/ 464405 w 1728164"/>
              <a:gd name="csY2687" fmla="*/ 838405 h 1065273"/>
              <a:gd name="csX2688" fmla="*/ 464577 w 1728164"/>
              <a:gd name="csY2688" fmla="*/ 837942 h 1065273"/>
              <a:gd name="csX2689" fmla="*/ 464750 w 1728164"/>
              <a:gd name="csY2689" fmla="*/ 837480 h 1065273"/>
              <a:gd name="csX2690" fmla="*/ 464922 w 1728164"/>
              <a:gd name="csY2690" fmla="*/ 837017 h 1065273"/>
              <a:gd name="csX2691" fmla="*/ 465096 w 1728164"/>
              <a:gd name="csY2691" fmla="*/ 836546 h 1065273"/>
              <a:gd name="csX2692" fmla="*/ 465268 w 1728164"/>
              <a:gd name="csY2692" fmla="*/ 836083 h 1065273"/>
              <a:gd name="csX2693" fmla="*/ 465441 w 1728164"/>
              <a:gd name="csY2693" fmla="*/ 835620 h 1065273"/>
              <a:gd name="csX2694" fmla="*/ 465614 w 1728164"/>
              <a:gd name="csY2694" fmla="*/ 835149 h 1065273"/>
              <a:gd name="csX2695" fmla="*/ 465787 w 1728164"/>
              <a:gd name="csY2695" fmla="*/ 834686 h 1065273"/>
              <a:gd name="csX2696" fmla="*/ 465960 w 1728164"/>
              <a:gd name="csY2696" fmla="*/ 834215 h 1065273"/>
              <a:gd name="csX2697" fmla="*/ 466132 w 1728164"/>
              <a:gd name="csY2697" fmla="*/ 833743 h 1065273"/>
              <a:gd name="csX2698" fmla="*/ 466306 w 1728164"/>
              <a:gd name="csY2698" fmla="*/ 833281 h 1065273"/>
              <a:gd name="csX2699" fmla="*/ 466478 w 1728164"/>
              <a:gd name="csY2699" fmla="*/ 832809 h 1065273"/>
              <a:gd name="csX2700" fmla="*/ 466651 w 1728164"/>
              <a:gd name="csY2700" fmla="*/ 832338 h 1065273"/>
              <a:gd name="csX2701" fmla="*/ 466823 w 1728164"/>
              <a:gd name="csY2701" fmla="*/ 831866 h 1065273"/>
              <a:gd name="csX2702" fmla="*/ 466997 w 1728164"/>
              <a:gd name="csY2702" fmla="*/ 831395 h 1065273"/>
              <a:gd name="csX2703" fmla="*/ 467169 w 1728164"/>
              <a:gd name="csY2703" fmla="*/ 830923 h 1065273"/>
              <a:gd name="csX2704" fmla="*/ 467342 w 1728164"/>
              <a:gd name="csY2704" fmla="*/ 830452 h 1065273"/>
              <a:gd name="csX2705" fmla="*/ 467516 w 1728164"/>
              <a:gd name="csY2705" fmla="*/ 829980 h 1065273"/>
              <a:gd name="csX2706" fmla="*/ 467688 w 1728164"/>
              <a:gd name="csY2706" fmla="*/ 829509 h 1065273"/>
              <a:gd name="csX2707" fmla="*/ 467861 w 1728164"/>
              <a:gd name="csY2707" fmla="*/ 829037 h 1065273"/>
              <a:gd name="csX2708" fmla="*/ 468033 w 1728164"/>
              <a:gd name="csY2708" fmla="*/ 828566 h 1065273"/>
              <a:gd name="csX2709" fmla="*/ 468207 w 1728164"/>
              <a:gd name="csY2709" fmla="*/ 828085 h 1065273"/>
              <a:gd name="csX2710" fmla="*/ 468379 w 1728164"/>
              <a:gd name="csY2710" fmla="*/ 827614 h 1065273"/>
              <a:gd name="csX2711" fmla="*/ 468552 w 1728164"/>
              <a:gd name="csY2711" fmla="*/ 827142 h 1065273"/>
              <a:gd name="csX2712" fmla="*/ 468725 w 1728164"/>
              <a:gd name="csY2712" fmla="*/ 826662 h 1065273"/>
              <a:gd name="csX2713" fmla="*/ 468898 w 1728164"/>
              <a:gd name="csY2713" fmla="*/ 826190 h 1065273"/>
              <a:gd name="csX2714" fmla="*/ 469071 w 1728164"/>
              <a:gd name="csY2714" fmla="*/ 825710 h 1065273"/>
              <a:gd name="csX2715" fmla="*/ 469243 w 1728164"/>
              <a:gd name="csY2715" fmla="*/ 825229 h 1065273"/>
              <a:gd name="csX2716" fmla="*/ 469417 w 1728164"/>
              <a:gd name="csY2716" fmla="*/ 824758 h 1065273"/>
              <a:gd name="csX2717" fmla="*/ 469589 w 1728164"/>
              <a:gd name="csY2717" fmla="*/ 824278 h 1065273"/>
              <a:gd name="csX2718" fmla="*/ 469762 w 1728164"/>
              <a:gd name="csY2718" fmla="*/ 823797 h 1065273"/>
              <a:gd name="csX2719" fmla="*/ 469935 w 1728164"/>
              <a:gd name="csY2719" fmla="*/ 823317 h 1065273"/>
              <a:gd name="csX2720" fmla="*/ 470108 w 1728164"/>
              <a:gd name="csY2720" fmla="*/ 822845 h 1065273"/>
              <a:gd name="csX2721" fmla="*/ 470281 w 1728164"/>
              <a:gd name="csY2721" fmla="*/ 822365 h 1065273"/>
              <a:gd name="csX2722" fmla="*/ 470453 w 1728164"/>
              <a:gd name="csY2722" fmla="*/ 821884 h 1065273"/>
              <a:gd name="csX2723" fmla="*/ 470626 w 1728164"/>
              <a:gd name="csY2723" fmla="*/ 821404 h 1065273"/>
              <a:gd name="csX2724" fmla="*/ 470799 w 1728164"/>
              <a:gd name="csY2724" fmla="*/ 820924 h 1065273"/>
              <a:gd name="csX2725" fmla="*/ 470972 w 1728164"/>
              <a:gd name="csY2725" fmla="*/ 820434 h 1065273"/>
              <a:gd name="csX2726" fmla="*/ 471144 w 1728164"/>
              <a:gd name="csY2726" fmla="*/ 819954 h 1065273"/>
              <a:gd name="csX2727" fmla="*/ 471318 w 1728164"/>
              <a:gd name="csY2727" fmla="*/ 819473 h 1065273"/>
              <a:gd name="csX2728" fmla="*/ 471490 w 1728164"/>
              <a:gd name="csY2728" fmla="*/ 818993 h 1065273"/>
              <a:gd name="csX2729" fmla="*/ 471663 w 1728164"/>
              <a:gd name="csY2729" fmla="*/ 818504 h 1065273"/>
              <a:gd name="csX2730" fmla="*/ 471836 w 1728164"/>
              <a:gd name="csY2730" fmla="*/ 818023 h 1065273"/>
              <a:gd name="csX2731" fmla="*/ 472009 w 1728164"/>
              <a:gd name="csY2731" fmla="*/ 817534 h 1065273"/>
              <a:gd name="csX2732" fmla="*/ 472182 w 1728164"/>
              <a:gd name="csY2732" fmla="*/ 817054 h 1065273"/>
              <a:gd name="csX2733" fmla="*/ 472354 w 1728164"/>
              <a:gd name="csY2733" fmla="*/ 816564 h 1065273"/>
              <a:gd name="csX2734" fmla="*/ 472527 w 1728164"/>
              <a:gd name="csY2734" fmla="*/ 816084 h 1065273"/>
              <a:gd name="csX2735" fmla="*/ 472700 w 1728164"/>
              <a:gd name="csY2735" fmla="*/ 815595 h 1065273"/>
              <a:gd name="csX2736" fmla="*/ 472873 w 1728164"/>
              <a:gd name="csY2736" fmla="*/ 815105 h 1065273"/>
              <a:gd name="csX2737" fmla="*/ 473046 w 1728164"/>
              <a:gd name="csY2737" fmla="*/ 814616 h 1065273"/>
              <a:gd name="csX2738" fmla="*/ 473219 w 1728164"/>
              <a:gd name="csY2738" fmla="*/ 814136 h 1065273"/>
              <a:gd name="csX2739" fmla="*/ 473392 w 1728164"/>
              <a:gd name="csY2739" fmla="*/ 813646 h 1065273"/>
              <a:gd name="csX2740" fmla="*/ 473564 w 1728164"/>
              <a:gd name="csY2740" fmla="*/ 813157 h 1065273"/>
              <a:gd name="csX2741" fmla="*/ 473737 w 1728164"/>
              <a:gd name="csY2741" fmla="*/ 812668 h 1065273"/>
              <a:gd name="csX2742" fmla="*/ 473910 w 1728164"/>
              <a:gd name="csY2742" fmla="*/ 812178 h 1065273"/>
              <a:gd name="csX2743" fmla="*/ 474083 w 1728164"/>
              <a:gd name="csY2743" fmla="*/ 811689 h 1065273"/>
              <a:gd name="csX2744" fmla="*/ 474256 w 1728164"/>
              <a:gd name="csY2744" fmla="*/ 811191 h 1065273"/>
              <a:gd name="csX2745" fmla="*/ 474428 w 1728164"/>
              <a:gd name="csY2745" fmla="*/ 810702 h 1065273"/>
              <a:gd name="csX2746" fmla="*/ 474602 w 1728164"/>
              <a:gd name="csY2746" fmla="*/ 810212 h 1065273"/>
              <a:gd name="csX2747" fmla="*/ 474774 w 1728164"/>
              <a:gd name="csY2747" fmla="*/ 809723 h 1065273"/>
              <a:gd name="csX2748" fmla="*/ 474947 w 1728164"/>
              <a:gd name="csY2748" fmla="*/ 809225 h 1065273"/>
              <a:gd name="csX2749" fmla="*/ 475120 w 1728164"/>
              <a:gd name="csY2749" fmla="*/ 808735 h 1065273"/>
              <a:gd name="csX2750" fmla="*/ 475293 w 1728164"/>
              <a:gd name="csY2750" fmla="*/ 808237 h 1065273"/>
              <a:gd name="csX2751" fmla="*/ 475465 w 1728164"/>
              <a:gd name="csY2751" fmla="*/ 807748 h 1065273"/>
              <a:gd name="csX2752" fmla="*/ 475638 w 1728164"/>
              <a:gd name="csY2752" fmla="*/ 807250 h 1065273"/>
              <a:gd name="csX2753" fmla="*/ 475812 w 1728164"/>
              <a:gd name="csY2753" fmla="*/ 806760 h 1065273"/>
              <a:gd name="csX2754" fmla="*/ 475984 w 1728164"/>
              <a:gd name="csY2754" fmla="*/ 806262 h 1065273"/>
              <a:gd name="csX2755" fmla="*/ 476157 w 1728164"/>
              <a:gd name="csY2755" fmla="*/ 805764 h 1065273"/>
              <a:gd name="csX2756" fmla="*/ 476329 w 1728164"/>
              <a:gd name="csY2756" fmla="*/ 805266 h 1065273"/>
              <a:gd name="csX2757" fmla="*/ 476503 w 1728164"/>
              <a:gd name="csY2757" fmla="*/ 804776 h 1065273"/>
              <a:gd name="csX2758" fmla="*/ 476675 w 1728164"/>
              <a:gd name="csY2758" fmla="*/ 804278 h 1065273"/>
              <a:gd name="csX2759" fmla="*/ 476848 w 1728164"/>
              <a:gd name="csY2759" fmla="*/ 803780 h 1065273"/>
              <a:gd name="csX2760" fmla="*/ 477021 w 1728164"/>
              <a:gd name="csY2760" fmla="*/ 803282 h 1065273"/>
              <a:gd name="csX2761" fmla="*/ 477194 w 1728164"/>
              <a:gd name="csY2761" fmla="*/ 802784 h 1065273"/>
              <a:gd name="csX2762" fmla="*/ 477367 w 1728164"/>
              <a:gd name="csY2762" fmla="*/ 802285 h 1065273"/>
              <a:gd name="csX2763" fmla="*/ 477539 w 1728164"/>
              <a:gd name="csY2763" fmla="*/ 801787 h 1065273"/>
              <a:gd name="csX2764" fmla="*/ 477713 w 1728164"/>
              <a:gd name="csY2764" fmla="*/ 801280 h 1065273"/>
              <a:gd name="csX2765" fmla="*/ 477885 w 1728164"/>
              <a:gd name="csY2765" fmla="*/ 800782 h 1065273"/>
              <a:gd name="csX2766" fmla="*/ 478058 w 1728164"/>
              <a:gd name="csY2766" fmla="*/ 800284 h 1065273"/>
              <a:gd name="csX2767" fmla="*/ 478230 w 1728164"/>
              <a:gd name="csY2767" fmla="*/ 799786 h 1065273"/>
              <a:gd name="csX2768" fmla="*/ 478404 w 1728164"/>
              <a:gd name="csY2768" fmla="*/ 799278 h 1065273"/>
              <a:gd name="csX2769" fmla="*/ 478577 w 1728164"/>
              <a:gd name="csY2769" fmla="*/ 798780 h 1065273"/>
              <a:gd name="csX2770" fmla="*/ 478749 w 1728164"/>
              <a:gd name="csY2770" fmla="*/ 798273 h 1065273"/>
              <a:gd name="csX2771" fmla="*/ 478923 w 1728164"/>
              <a:gd name="csY2771" fmla="*/ 797775 h 1065273"/>
              <a:gd name="csX2772" fmla="*/ 479095 w 1728164"/>
              <a:gd name="csY2772" fmla="*/ 797268 h 1065273"/>
              <a:gd name="csX2773" fmla="*/ 479268 w 1728164"/>
              <a:gd name="csY2773" fmla="*/ 796761 h 1065273"/>
              <a:gd name="csX2774" fmla="*/ 479440 w 1728164"/>
              <a:gd name="csY2774" fmla="*/ 796263 h 1065273"/>
              <a:gd name="csX2775" fmla="*/ 479614 w 1728164"/>
              <a:gd name="csY2775" fmla="*/ 795755 h 1065273"/>
              <a:gd name="csX2776" fmla="*/ 479786 w 1728164"/>
              <a:gd name="csY2776" fmla="*/ 795248 h 1065273"/>
              <a:gd name="csX2777" fmla="*/ 479959 w 1728164"/>
              <a:gd name="csY2777" fmla="*/ 794741 h 1065273"/>
              <a:gd name="csX2778" fmla="*/ 480132 w 1728164"/>
              <a:gd name="csY2778" fmla="*/ 794234 h 1065273"/>
              <a:gd name="csX2779" fmla="*/ 480305 w 1728164"/>
              <a:gd name="csY2779" fmla="*/ 793727 h 1065273"/>
              <a:gd name="csX2780" fmla="*/ 480478 w 1728164"/>
              <a:gd name="csY2780" fmla="*/ 793229 h 1065273"/>
              <a:gd name="csX2781" fmla="*/ 480650 w 1728164"/>
              <a:gd name="csY2781" fmla="*/ 792713 h 1065273"/>
              <a:gd name="csX2782" fmla="*/ 480824 w 1728164"/>
              <a:gd name="csY2782" fmla="*/ 792206 h 1065273"/>
              <a:gd name="csX2783" fmla="*/ 480996 w 1728164"/>
              <a:gd name="csY2783" fmla="*/ 791699 h 1065273"/>
              <a:gd name="csX2784" fmla="*/ 481169 w 1728164"/>
              <a:gd name="csY2784" fmla="*/ 791192 h 1065273"/>
              <a:gd name="csX2785" fmla="*/ 481342 w 1728164"/>
              <a:gd name="csY2785" fmla="*/ 790685 h 1065273"/>
              <a:gd name="csX2786" fmla="*/ 481515 w 1728164"/>
              <a:gd name="csY2786" fmla="*/ 790168 h 1065273"/>
              <a:gd name="csX2787" fmla="*/ 481688 w 1728164"/>
              <a:gd name="csY2787" fmla="*/ 789661 h 1065273"/>
              <a:gd name="csX2788" fmla="*/ 481860 w 1728164"/>
              <a:gd name="csY2788" fmla="*/ 789154 h 1065273"/>
              <a:gd name="csX2789" fmla="*/ 482033 w 1728164"/>
              <a:gd name="csY2789" fmla="*/ 788638 h 1065273"/>
              <a:gd name="csX2790" fmla="*/ 482206 w 1728164"/>
              <a:gd name="csY2790" fmla="*/ 788131 h 1065273"/>
              <a:gd name="csX2791" fmla="*/ 482379 w 1728164"/>
              <a:gd name="csY2791" fmla="*/ 787615 h 1065273"/>
              <a:gd name="csX2792" fmla="*/ 482551 w 1728164"/>
              <a:gd name="csY2792" fmla="*/ 787108 h 1065273"/>
              <a:gd name="csX2793" fmla="*/ 482725 w 1728164"/>
              <a:gd name="csY2793" fmla="*/ 786592 h 1065273"/>
              <a:gd name="csX2794" fmla="*/ 482898 w 1728164"/>
              <a:gd name="csY2794" fmla="*/ 786076 h 1065273"/>
              <a:gd name="csX2795" fmla="*/ 483070 w 1728164"/>
              <a:gd name="csY2795" fmla="*/ 785569 h 1065273"/>
              <a:gd name="csX2796" fmla="*/ 483243 w 1728164"/>
              <a:gd name="csY2796" fmla="*/ 785053 h 1065273"/>
              <a:gd name="csX2797" fmla="*/ 483416 w 1728164"/>
              <a:gd name="csY2797" fmla="*/ 784537 h 1065273"/>
              <a:gd name="csX2798" fmla="*/ 483589 w 1728164"/>
              <a:gd name="csY2798" fmla="*/ 784021 h 1065273"/>
              <a:gd name="csX2799" fmla="*/ 483761 w 1728164"/>
              <a:gd name="csY2799" fmla="*/ 783505 h 1065273"/>
              <a:gd name="csX2800" fmla="*/ 483934 w 1728164"/>
              <a:gd name="csY2800" fmla="*/ 782989 h 1065273"/>
              <a:gd name="csX2801" fmla="*/ 484107 w 1728164"/>
              <a:gd name="csY2801" fmla="*/ 782473 h 1065273"/>
              <a:gd name="csX2802" fmla="*/ 484280 w 1728164"/>
              <a:gd name="csY2802" fmla="*/ 781957 h 1065273"/>
              <a:gd name="csX2803" fmla="*/ 484453 w 1728164"/>
              <a:gd name="csY2803" fmla="*/ 781441 h 1065273"/>
              <a:gd name="csX2804" fmla="*/ 484626 w 1728164"/>
              <a:gd name="csY2804" fmla="*/ 780925 h 1065273"/>
              <a:gd name="csX2805" fmla="*/ 484799 w 1728164"/>
              <a:gd name="csY2805" fmla="*/ 780409 h 1065273"/>
              <a:gd name="csX2806" fmla="*/ 484971 w 1728164"/>
              <a:gd name="csY2806" fmla="*/ 779884 h 1065273"/>
              <a:gd name="csX2807" fmla="*/ 485144 w 1728164"/>
              <a:gd name="csY2807" fmla="*/ 779368 h 1065273"/>
              <a:gd name="csX2808" fmla="*/ 485317 w 1728164"/>
              <a:gd name="csY2808" fmla="*/ 778852 h 1065273"/>
              <a:gd name="csX2809" fmla="*/ 485490 w 1728164"/>
              <a:gd name="csY2809" fmla="*/ 778327 h 1065273"/>
              <a:gd name="csX2810" fmla="*/ 485663 w 1728164"/>
              <a:gd name="csY2810" fmla="*/ 777811 h 1065273"/>
              <a:gd name="csX2811" fmla="*/ 485835 w 1728164"/>
              <a:gd name="csY2811" fmla="*/ 777286 h 1065273"/>
              <a:gd name="csX2812" fmla="*/ 486009 w 1728164"/>
              <a:gd name="csY2812" fmla="*/ 776770 h 1065273"/>
              <a:gd name="csX2813" fmla="*/ 486181 w 1728164"/>
              <a:gd name="csY2813" fmla="*/ 776246 h 1065273"/>
              <a:gd name="csX2814" fmla="*/ 486354 w 1728164"/>
              <a:gd name="csY2814" fmla="*/ 775721 h 1065273"/>
              <a:gd name="csX2815" fmla="*/ 486527 w 1728164"/>
              <a:gd name="csY2815" fmla="*/ 775205 h 1065273"/>
              <a:gd name="csX2816" fmla="*/ 486700 w 1728164"/>
              <a:gd name="csY2816" fmla="*/ 774680 h 1065273"/>
              <a:gd name="csX2817" fmla="*/ 486872 w 1728164"/>
              <a:gd name="csY2817" fmla="*/ 774155 h 1065273"/>
              <a:gd name="csX2818" fmla="*/ 487045 w 1728164"/>
              <a:gd name="csY2818" fmla="*/ 773630 h 1065273"/>
              <a:gd name="csX2819" fmla="*/ 487219 w 1728164"/>
              <a:gd name="csY2819" fmla="*/ 773105 h 1065273"/>
              <a:gd name="csX2820" fmla="*/ 487391 w 1728164"/>
              <a:gd name="csY2820" fmla="*/ 772589 h 1065273"/>
              <a:gd name="csX2821" fmla="*/ 487564 w 1728164"/>
              <a:gd name="csY2821" fmla="*/ 772064 h 1065273"/>
              <a:gd name="csX2822" fmla="*/ 487736 w 1728164"/>
              <a:gd name="csY2822" fmla="*/ 771530 h 1065273"/>
              <a:gd name="csX2823" fmla="*/ 487910 w 1728164"/>
              <a:gd name="csY2823" fmla="*/ 771006 h 1065273"/>
              <a:gd name="csX2824" fmla="*/ 488082 w 1728164"/>
              <a:gd name="csY2824" fmla="*/ 770481 h 1065273"/>
              <a:gd name="csX2825" fmla="*/ 488255 w 1728164"/>
              <a:gd name="csY2825" fmla="*/ 769956 h 1065273"/>
              <a:gd name="csX2826" fmla="*/ 488428 w 1728164"/>
              <a:gd name="csY2826" fmla="*/ 769431 h 1065273"/>
              <a:gd name="csX2827" fmla="*/ 488601 w 1728164"/>
              <a:gd name="csY2827" fmla="*/ 768906 h 1065273"/>
              <a:gd name="csX2828" fmla="*/ 488774 w 1728164"/>
              <a:gd name="csY2828" fmla="*/ 768372 h 1065273"/>
              <a:gd name="csX2829" fmla="*/ 488946 w 1728164"/>
              <a:gd name="csY2829" fmla="*/ 767847 h 1065273"/>
              <a:gd name="csX2830" fmla="*/ 489120 w 1728164"/>
              <a:gd name="csY2830" fmla="*/ 767322 h 1065273"/>
              <a:gd name="csX2831" fmla="*/ 489292 w 1728164"/>
              <a:gd name="csY2831" fmla="*/ 766789 h 1065273"/>
              <a:gd name="csX2832" fmla="*/ 489465 w 1728164"/>
              <a:gd name="csY2832" fmla="*/ 766264 h 1065273"/>
              <a:gd name="csX2833" fmla="*/ 489637 w 1728164"/>
              <a:gd name="csY2833" fmla="*/ 765730 h 1065273"/>
              <a:gd name="csX2834" fmla="*/ 489811 w 1728164"/>
              <a:gd name="csY2834" fmla="*/ 765196 h 1065273"/>
              <a:gd name="csX2835" fmla="*/ 489984 w 1728164"/>
              <a:gd name="csY2835" fmla="*/ 764671 h 1065273"/>
              <a:gd name="csX2836" fmla="*/ 490156 w 1728164"/>
              <a:gd name="csY2836" fmla="*/ 764138 h 1065273"/>
              <a:gd name="csX2837" fmla="*/ 490330 w 1728164"/>
              <a:gd name="csY2837" fmla="*/ 763607 h 1065273"/>
              <a:gd name="csX2838" fmla="*/ 490502 w 1728164"/>
              <a:gd name="csY2838" fmla="*/ 763075 h 1065273"/>
              <a:gd name="csX2839" fmla="*/ 490675 w 1728164"/>
              <a:gd name="csY2839" fmla="*/ 762543 h 1065273"/>
              <a:gd name="csX2840" fmla="*/ 490847 w 1728164"/>
              <a:gd name="csY2840" fmla="*/ 762011 h 1065273"/>
              <a:gd name="csX2841" fmla="*/ 491021 w 1728164"/>
              <a:gd name="csY2841" fmla="*/ 761477 h 1065273"/>
              <a:gd name="csX2842" fmla="*/ 491193 w 1728164"/>
              <a:gd name="csY2842" fmla="*/ 760945 h 1065273"/>
              <a:gd name="csX2843" fmla="*/ 491366 w 1728164"/>
              <a:gd name="csY2843" fmla="*/ 760411 h 1065273"/>
              <a:gd name="csX2844" fmla="*/ 491539 w 1728164"/>
              <a:gd name="csY2844" fmla="*/ 759876 h 1065273"/>
              <a:gd name="csX2845" fmla="*/ 491712 w 1728164"/>
              <a:gd name="csY2845" fmla="*/ 759341 h 1065273"/>
              <a:gd name="csX2846" fmla="*/ 491885 w 1728164"/>
              <a:gd name="csY2846" fmla="*/ 758807 h 1065273"/>
              <a:gd name="csX2847" fmla="*/ 492057 w 1728164"/>
              <a:gd name="csY2847" fmla="*/ 758271 h 1065273"/>
              <a:gd name="csX2848" fmla="*/ 492231 w 1728164"/>
              <a:gd name="csY2848" fmla="*/ 757736 h 1065273"/>
              <a:gd name="csX2849" fmla="*/ 492403 w 1728164"/>
              <a:gd name="csY2849" fmla="*/ 757199 h 1065273"/>
              <a:gd name="csX2850" fmla="*/ 492576 w 1728164"/>
              <a:gd name="csY2850" fmla="*/ 756663 h 1065273"/>
              <a:gd name="csX2851" fmla="*/ 492749 w 1728164"/>
              <a:gd name="csY2851" fmla="*/ 756125 h 1065273"/>
              <a:gd name="csX2852" fmla="*/ 492922 w 1728164"/>
              <a:gd name="csY2852" fmla="*/ 755588 h 1065273"/>
              <a:gd name="csX2853" fmla="*/ 493095 w 1728164"/>
              <a:gd name="csY2853" fmla="*/ 755051 h 1065273"/>
              <a:gd name="csX2854" fmla="*/ 493267 w 1728164"/>
              <a:gd name="csY2854" fmla="*/ 754512 h 1065273"/>
              <a:gd name="csX2855" fmla="*/ 493440 w 1728164"/>
              <a:gd name="csY2855" fmla="*/ 753973 h 1065273"/>
              <a:gd name="csX2856" fmla="*/ 493613 w 1728164"/>
              <a:gd name="csY2856" fmla="*/ 753435 h 1065273"/>
              <a:gd name="csX2857" fmla="*/ 493786 w 1728164"/>
              <a:gd name="csY2857" fmla="*/ 752895 h 1065273"/>
              <a:gd name="csX2858" fmla="*/ 493958 w 1728164"/>
              <a:gd name="csY2858" fmla="*/ 752356 h 1065273"/>
              <a:gd name="csX2859" fmla="*/ 494132 w 1728164"/>
              <a:gd name="csY2859" fmla="*/ 751815 h 1065273"/>
              <a:gd name="csX2860" fmla="*/ 494305 w 1728164"/>
              <a:gd name="csY2860" fmla="*/ 751275 h 1065273"/>
              <a:gd name="csX2861" fmla="*/ 494477 w 1728164"/>
              <a:gd name="csY2861" fmla="*/ 750734 h 1065273"/>
              <a:gd name="csX2862" fmla="*/ 494650 w 1728164"/>
              <a:gd name="csY2862" fmla="*/ 750192 h 1065273"/>
              <a:gd name="csX2863" fmla="*/ 494823 w 1728164"/>
              <a:gd name="csY2863" fmla="*/ 749651 h 1065273"/>
              <a:gd name="csX2864" fmla="*/ 494996 w 1728164"/>
              <a:gd name="csY2864" fmla="*/ 749109 h 1065273"/>
              <a:gd name="csX2865" fmla="*/ 495168 w 1728164"/>
              <a:gd name="csY2865" fmla="*/ 748566 h 1065273"/>
              <a:gd name="csX2866" fmla="*/ 495341 w 1728164"/>
              <a:gd name="csY2866" fmla="*/ 748023 h 1065273"/>
              <a:gd name="csX2867" fmla="*/ 495514 w 1728164"/>
              <a:gd name="csY2867" fmla="*/ 747480 h 1065273"/>
              <a:gd name="csX2868" fmla="*/ 495687 w 1728164"/>
              <a:gd name="csY2868" fmla="*/ 746936 h 1065273"/>
              <a:gd name="csX2869" fmla="*/ 495860 w 1728164"/>
              <a:gd name="csY2869" fmla="*/ 746392 h 1065273"/>
              <a:gd name="csX2870" fmla="*/ 496033 w 1728164"/>
              <a:gd name="csY2870" fmla="*/ 745847 h 1065273"/>
              <a:gd name="csX2871" fmla="*/ 496206 w 1728164"/>
              <a:gd name="csY2871" fmla="*/ 745303 h 1065273"/>
              <a:gd name="csX2872" fmla="*/ 496378 w 1728164"/>
              <a:gd name="csY2872" fmla="*/ 744757 h 1065273"/>
              <a:gd name="csX2873" fmla="*/ 496551 w 1728164"/>
              <a:gd name="csY2873" fmla="*/ 744212 h 1065273"/>
              <a:gd name="csX2874" fmla="*/ 496724 w 1728164"/>
              <a:gd name="csY2874" fmla="*/ 743666 h 1065273"/>
              <a:gd name="csX2875" fmla="*/ 496897 w 1728164"/>
              <a:gd name="csY2875" fmla="*/ 743120 h 1065273"/>
              <a:gd name="csX2876" fmla="*/ 497070 w 1728164"/>
              <a:gd name="csY2876" fmla="*/ 742572 h 1065273"/>
              <a:gd name="csX2877" fmla="*/ 497242 w 1728164"/>
              <a:gd name="csY2877" fmla="*/ 742025 h 1065273"/>
              <a:gd name="csX2878" fmla="*/ 497416 w 1728164"/>
              <a:gd name="csY2878" fmla="*/ 741478 h 1065273"/>
              <a:gd name="csX2879" fmla="*/ 497588 w 1728164"/>
              <a:gd name="csY2879" fmla="*/ 740930 h 1065273"/>
              <a:gd name="csX2880" fmla="*/ 497761 w 1728164"/>
              <a:gd name="csY2880" fmla="*/ 740382 h 1065273"/>
              <a:gd name="csX2881" fmla="*/ 497934 w 1728164"/>
              <a:gd name="csY2881" fmla="*/ 739833 h 1065273"/>
              <a:gd name="csX2882" fmla="*/ 498107 w 1728164"/>
              <a:gd name="csY2882" fmla="*/ 739284 h 1065273"/>
              <a:gd name="csX2883" fmla="*/ 498279 w 1728164"/>
              <a:gd name="csY2883" fmla="*/ 738735 h 1065273"/>
              <a:gd name="csX2884" fmla="*/ 498452 w 1728164"/>
              <a:gd name="csY2884" fmla="*/ 738185 h 1065273"/>
              <a:gd name="csX2885" fmla="*/ 498626 w 1728164"/>
              <a:gd name="csY2885" fmla="*/ 737635 h 1065273"/>
              <a:gd name="csX2886" fmla="*/ 498798 w 1728164"/>
              <a:gd name="csY2886" fmla="*/ 737084 h 1065273"/>
              <a:gd name="csX2887" fmla="*/ 498971 w 1728164"/>
              <a:gd name="csY2887" fmla="*/ 736534 h 1065273"/>
              <a:gd name="csX2888" fmla="*/ 499143 w 1728164"/>
              <a:gd name="csY2888" fmla="*/ 735982 h 1065273"/>
              <a:gd name="csX2889" fmla="*/ 499317 w 1728164"/>
              <a:gd name="csY2889" fmla="*/ 735430 h 1065273"/>
              <a:gd name="csX2890" fmla="*/ 499489 w 1728164"/>
              <a:gd name="csY2890" fmla="*/ 734879 h 1065273"/>
              <a:gd name="csX2891" fmla="*/ 499662 w 1728164"/>
              <a:gd name="csY2891" fmla="*/ 734326 h 1065273"/>
              <a:gd name="csX2892" fmla="*/ 499835 w 1728164"/>
              <a:gd name="csY2892" fmla="*/ 733773 h 1065273"/>
              <a:gd name="csX2893" fmla="*/ 500008 w 1728164"/>
              <a:gd name="csY2893" fmla="*/ 733221 h 1065273"/>
              <a:gd name="csX2894" fmla="*/ 500181 w 1728164"/>
              <a:gd name="csY2894" fmla="*/ 732667 h 1065273"/>
              <a:gd name="csX2895" fmla="*/ 500353 w 1728164"/>
              <a:gd name="csY2895" fmla="*/ 732113 h 1065273"/>
              <a:gd name="csX2896" fmla="*/ 500527 w 1728164"/>
              <a:gd name="csY2896" fmla="*/ 731559 h 1065273"/>
              <a:gd name="csX2897" fmla="*/ 500699 w 1728164"/>
              <a:gd name="csY2897" fmla="*/ 731004 h 1065273"/>
              <a:gd name="csX2898" fmla="*/ 500872 w 1728164"/>
              <a:gd name="csY2898" fmla="*/ 730449 h 1065273"/>
              <a:gd name="csX2899" fmla="*/ 501045 w 1728164"/>
              <a:gd name="csY2899" fmla="*/ 729894 h 1065273"/>
              <a:gd name="csX2900" fmla="*/ 501218 w 1728164"/>
              <a:gd name="csY2900" fmla="*/ 729338 h 1065273"/>
              <a:gd name="csX2901" fmla="*/ 501391 w 1728164"/>
              <a:gd name="csY2901" fmla="*/ 728782 h 1065273"/>
              <a:gd name="csX2902" fmla="*/ 501563 w 1728164"/>
              <a:gd name="csY2902" fmla="*/ 728226 h 1065273"/>
              <a:gd name="csX2903" fmla="*/ 501737 w 1728164"/>
              <a:gd name="csY2903" fmla="*/ 727669 h 1065273"/>
              <a:gd name="csX2904" fmla="*/ 501909 w 1728164"/>
              <a:gd name="csY2904" fmla="*/ 727111 h 1065273"/>
              <a:gd name="csX2905" fmla="*/ 502082 w 1728164"/>
              <a:gd name="csY2905" fmla="*/ 726554 h 1065273"/>
              <a:gd name="csX2906" fmla="*/ 502254 w 1728164"/>
              <a:gd name="csY2906" fmla="*/ 725997 h 1065273"/>
              <a:gd name="csX2907" fmla="*/ 502428 w 1728164"/>
              <a:gd name="csY2907" fmla="*/ 725438 h 1065273"/>
              <a:gd name="csX2908" fmla="*/ 502601 w 1728164"/>
              <a:gd name="csY2908" fmla="*/ 724880 h 1065273"/>
              <a:gd name="csX2909" fmla="*/ 502773 w 1728164"/>
              <a:gd name="csY2909" fmla="*/ 724321 h 1065273"/>
              <a:gd name="csX2910" fmla="*/ 502946 w 1728164"/>
              <a:gd name="csY2910" fmla="*/ 723762 h 1065273"/>
              <a:gd name="csX2911" fmla="*/ 503119 w 1728164"/>
              <a:gd name="csY2911" fmla="*/ 723202 h 1065273"/>
              <a:gd name="csX2912" fmla="*/ 503292 w 1728164"/>
              <a:gd name="csY2912" fmla="*/ 722642 h 1065273"/>
              <a:gd name="csX2913" fmla="*/ 503464 w 1728164"/>
              <a:gd name="csY2913" fmla="*/ 722081 h 1065273"/>
              <a:gd name="csX2914" fmla="*/ 503638 w 1728164"/>
              <a:gd name="csY2914" fmla="*/ 721521 h 1065273"/>
              <a:gd name="csX2915" fmla="*/ 503810 w 1728164"/>
              <a:gd name="csY2915" fmla="*/ 720959 h 1065273"/>
              <a:gd name="csX2916" fmla="*/ 503983 w 1728164"/>
              <a:gd name="csY2916" fmla="*/ 720398 h 1065273"/>
              <a:gd name="csX2917" fmla="*/ 504156 w 1728164"/>
              <a:gd name="csY2917" fmla="*/ 719837 h 1065273"/>
              <a:gd name="csX2918" fmla="*/ 504329 w 1728164"/>
              <a:gd name="csY2918" fmla="*/ 719274 h 1065273"/>
              <a:gd name="csX2919" fmla="*/ 504502 w 1728164"/>
              <a:gd name="csY2919" fmla="*/ 718712 h 1065273"/>
              <a:gd name="csX2920" fmla="*/ 504674 w 1728164"/>
              <a:gd name="csY2920" fmla="*/ 718149 h 1065273"/>
              <a:gd name="csX2921" fmla="*/ 504847 w 1728164"/>
              <a:gd name="csY2921" fmla="*/ 717586 h 1065273"/>
              <a:gd name="csX2922" fmla="*/ 505020 w 1728164"/>
              <a:gd name="csY2922" fmla="*/ 717023 h 1065273"/>
              <a:gd name="csX2923" fmla="*/ 505193 w 1728164"/>
              <a:gd name="csY2923" fmla="*/ 716459 h 1065273"/>
              <a:gd name="csX2924" fmla="*/ 505366 w 1728164"/>
              <a:gd name="csY2924" fmla="*/ 715895 h 1065273"/>
              <a:gd name="csX2925" fmla="*/ 505539 w 1728164"/>
              <a:gd name="csY2925" fmla="*/ 715331 h 1065273"/>
              <a:gd name="csX2926" fmla="*/ 505712 w 1728164"/>
              <a:gd name="csY2926" fmla="*/ 714766 h 1065273"/>
              <a:gd name="csX2927" fmla="*/ 505884 w 1728164"/>
              <a:gd name="csY2927" fmla="*/ 714200 h 1065273"/>
              <a:gd name="csX2928" fmla="*/ 506057 w 1728164"/>
              <a:gd name="csY2928" fmla="*/ 713635 h 1065273"/>
              <a:gd name="csX2929" fmla="*/ 506230 w 1728164"/>
              <a:gd name="csY2929" fmla="*/ 713069 h 1065273"/>
              <a:gd name="csX2930" fmla="*/ 506403 w 1728164"/>
              <a:gd name="csY2930" fmla="*/ 712503 h 1065273"/>
              <a:gd name="csX2931" fmla="*/ 506575 w 1728164"/>
              <a:gd name="csY2931" fmla="*/ 711936 h 1065273"/>
              <a:gd name="csX2932" fmla="*/ 506748 w 1728164"/>
              <a:gd name="csY2932" fmla="*/ 711369 h 1065273"/>
              <a:gd name="csX2933" fmla="*/ 506922 w 1728164"/>
              <a:gd name="csY2933" fmla="*/ 710801 h 1065273"/>
              <a:gd name="csX2934" fmla="*/ 507094 w 1728164"/>
              <a:gd name="csY2934" fmla="*/ 710234 h 1065273"/>
              <a:gd name="csX2935" fmla="*/ 507267 w 1728164"/>
              <a:gd name="csY2935" fmla="*/ 709666 h 1065273"/>
              <a:gd name="csX2936" fmla="*/ 507440 w 1728164"/>
              <a:gd name="csY2936" fmla="*/ 709098 h 1065273"/>
              <a:gd name="csX2937" fmla="*/ 507613 w 1728164"/>
              <a:gd name="csY2937" fmla="*/ 708529 h 1065273"/>
              <a:gd name="csX2938" fmla="*/ 507785 w 1728164"/>
              <a:gd name="csY2938" fmla="*/ 707961 h 1065273"/>
              <a:gd name="csX2939" fmla="*/ 507958 w 1728164"/>
              <a:gd name="csY2939" fmla="*/ 707391 h 1065273"/>
              <a:gd name="csX2940" fmla="*/ 508131 w 1728164"/>
              <a:gd name="csY2940" fmla="*/ 706822 h 1065273"/>
              <a:gd name="csX2941" fmla="*/ 508304 w 1728164"/>
              <a:gd name="csY2941" fmla="*/ 706252 h 1065273"/>
              <a:gd name="csX2942" fmla="*/ 508477 w 1728164"/>
              <a:gd name="csY2942" fmla="*/ 705682 h 1065273"/>
              <a:gd name="csX2943" fmla="*/ 508649 w 1728164"/>
              <a:gd name="csY2943" fmla="*/ 705111 h 1065273"/>
              <a:gd name="csX2944" fmla="*/ 508823 w 1728164"/>
              <a:gd name="csY2944" fmla="*/ 704540 h 1065273"/>
              <a:gd name="csX2945" fmla="*/ 508995 w 1728164"/>
              <a:gd name="csY2945" fmla="*/ 703969 h 1065273"/>
              <a:gd name="csX2946" fmla="*/ 509168 w 1728164"/>
              <a:gd name="csY2946" fmla="*/ 703398 h 1065273"/>
              <a:gd name="csX2947" fmla="*/ 509341 w 1728164"/>
              <a:gd name="csY2947" fmla="*/ 702826 h 1065273"/>
              <a:gd name="csX2948" fmla="*/ 509514 w 1728164"/>
              <a:gd name="csY2948" fmla="*/ 702254 h 1065273"/>
              <a:gd name="csX2949" fmla="*/ 509687 w 1728164"/>
              <a:gd name="csY2949" fmla="*/ 701681 h 1065273"/>
              <a:gd name="csX2950" fmla="*/ 509859 w 1728164"/>
              <a:gd name="csY2950" fmla="*/ 701108 h 1065273"/>
              <a:gd name="csX2951" fmla="*/ 510033 w 1728164"/>
              <a:gd name="csY2951" fmla="*/ 700535 h 1065273"/>
              <a:gd name="csX2952" fmla="*/ 510205 w 1728164"/>
              <a:gd name="csY2952" fmla="*/ 699961 h 1065273"/>
              <a:gd name="csX2953" fmla="*/ 510378 w 1728164"/>
              <a:gd name="csY2953" fmla="*/ 699387 h 1065273"/>
              <a:gd name="csX2954" fmla="*/ 510550 w 1728164"/>
              <a:gd name="csY2954" fmla="*/ 698814 h 1065273"/>
              <a:gd name="csX2955" fmla="*/ 510724 w 1728164"/>
              <a:gd name="csY2955" fmla="*/ 698239 h 1065273"/>
              <a:gd name="csX2956" fmla="*/ 510896 w 1728164"/>
              <a:gd name="csY2956" fmla="*/ 697664 h 1065273"/>
              <a:gd name="csX2957" fmla="*/ 511069 w 1728164"/>
              <a:gd name="csY2957" fmla="*/ 697089 h 1065273"/>
              <a:gd name="csX2958" fmla="*/ 511243 w 1728164"/>
              <a:gd name="csY2958" fmla="*/ 696514 h 1065273"/>
              <a:gd name="csX2959" fmla="*/ 511415 w 1728164"/>
              <a:gd name="csY2959" fmla="*/ 695938 h 1065273"/>
              <a:gd name="csX2960" fmla="*/ 511588 w 1728164"/>
              <a:gd name="csY2960" fmla="*/ 695362 h 1065273"/>
              <a:gd name="csX2961" fmla="*/ 511760 w 1728164"/>
              <a:gd name="csY2961" fmla="*/ 694785 h 1065273"/>
              <a:gd name="csX2962" fmla="*/ 511934 w 1728164"/>
              <a:gd name="csY2962" fmla="*/ 694209 h 1065273"/>
              <a:gd name="csX2963" fmla="*/ 512106 w 1728164"/>
              <a:gd name="csY2963" fmla="*/ 693632 h 1065273"/>
              <a:gd name="csX2964" fmla="*/ 512279 w 1728164"/>
              <a:gd name="csY2964" fmla="*/ 693055 h 1065273"/>
              <a:gd name="csX2965" fmla="*/ 512452 w 1728164"/>
              <a:gd name="csY2965" fmla="*/ 692477 h 1065273"/>
              <a:gd name="csX2966" fmla="*/ 512625 w 1728164"/>
              <a:gd name="csY2966" fmla="*/ 691899 h 1065273"/>
              <a:gd name="csX2967" fmla="*/ 512798 w 1728164"/>
              <a:gd name="csY2967" fmla="*/ 691321 h 1065273"/>
              <a:gd name="csX2968" fmla="*/ 512970 w 1728164"/>
              <a:gd name="csY2968" fmla="*/ 690743 h 1065273"/>
              <a:gd name="csX2969" fmla="*/ 513144 w 1728164"/>
              <a:gd name="csY2969" fmla="*/ 690163 h 1065273"/>
              <a:gd name="csX2970" fmla="*/ 513316 w 1728164"/>
              <a:gd name="csY2970" fmla="*/ 689584 h 1065273"/>
              <a:gd name="csX2971" fmla="*/ 513489 w 1728164"/>
              <a:gd name="csY2971" fmla="*/ 689005 h 1065273"/>
              <a:gd name="csX2972" fmla="*/ 513661 w 1728164"/>
              <a:gd name="csY2972" fmla="*/ 688425 h 1065273"/>
              <a:gd name="csX2973" fmla="*/ 513835 w 1728164"/>
              <a:gd name="csY2973" fmla="*/ 687845 h 1065273"/>
              <a:gd name="csX2974" fmla="*/ 514008 w 1728164"/>
              <a:gd name="csY2974" fmla="*/ 687265 h 1065273"/>
              <a:gd name="csX2975" fmla="*/ 514180 w 1728164"/>
              <a:gd name="csY2975" fmla="*/ 686684 h 1065273"/>
              <a:gd name="csX2976" fmla="*/ 514353 w 1728164"/>
              <a:gd name="csY2976" fmla="*/ 686103 h 1065273"/>
              <a:gd name="csX2977" fmla="*/ 514526 w 1728164"/>
              <a:gd name="csY2977" fmla="*/ 685522 h 1065273"/>
              <a:gd name="csX2978" fmla="*/ 514699 w 1728164"/>
              <a:gd name="csY2978" fmla="*/ 684940 h 1065273"/>
              <a:gd name="csX2979" fmla="*/ 514871 w 1728164"/>
              <a:gd name="csY2979" fmla="*/ 684359 h 1065273"/>
              <a:gd name="csX2980" fmla="*/ 515045 w 1728164"/>
              <a:gd name="csY2980" fmla="*/ 683776 h 1065273"/>
              <a:gd name="csX2981" fmla="*/ 515217 w 1728164"/>
              <a:gd name="csY2981" fmla="*/ 683194 h 1065273"/>
              <a:gd name="csX2982" fmla="*/ 515390 w 1728164"/>
              <a:gd name="csY2982" fmla="*/ 682611 h 1065273"/>
              <a:gd name="csX2983" fmla="*/ 515563 w 1728164"/>
              <a:gd name="csY2983" fmla="*/ 682028 h 1065273"/>
              <a:gd name="csX2984" fmla="*/ 515736 w 1728164"/>
              <a:gd name="csY2984" fmla="*/ 681445 h 1065273"/>
              <a:gd name="csX2985" fmla="*/ 515909 w 1728164"/>
              <a:gd name="csY2985" fmla="*/ 680861 h 1065273"/>
              <a:gd name="csX2986" fmla="*/ 516081 w 1728164"/>
              <a:gd name="csY2986" fmla="*/ 680277 h 1065273"/>
              <a:gd name="csX2987" fmla="*/ 516254 w 1728164"/>
              <a:gd name="csY2987" fmla="*/ 679692 h 1065273"/>
              <a:gd name="csX2988" fmla="*/ 516427 w 1728164"/>
              <a:gd name="csY2988" fmla="*/ 679108 h 1065273"/>
              <a:gd name="csX2989" fmla="*/ 516600 w 1728164"/>
              <a:gd name="csY2989" fmla="*/ 678523 h 1065273"/>
              <a:gd name="csX2990" fmla="*/ 516773 w 1728164"/>
              <a:gd name="csY2990" fmla="*/ 677938 h 1065273"/>
              <a:gd name="csX2991" fmla="*/ 516946 w 1728164"/>
              <a:gd name="csY2991" fmla="*/ 677353 h 1065273"/>
              <a:gd name="csX2992" fmla="*/ 517119 w 1728164"/>
              <a:gd name="csY2992" fmla="*/ 676767 h 1065273"/>
              <a:gd name="csX2993" fmla="*/ 517291 w 1728164"/>
              <a:gd name="csY2993" fmla="*/ 676181 h 1065273"/>
              <a:gd name="csX2994" fmla="*/ 517464 w 1728164"/>
              <a:gd name="csY2994" fmla="*/ 675595 h 1065273"/>
              <a:gd name="csX2995" fmla="*/ 517637 w 1728164"/>
              <a:gd name="csY2995" fmla="*/ 675008 h 1065273"/>
              <a:gd name="csX2996" fmla="*/ 517810 w 1728164"/>
              <a:gd name="csY2996" fmla="*/ 674421 h 1065273"/>
              <a:gd name="csX2997" fmla="*/ 517982 w 1728164"/>
              <a:gd name="csY2997" fmla="*/ 673834 h 1065273"/>
              <a:gd name="csX2998" fmla="*/ 518155 w 1728164"/>
              <a:gd name="csY2998" fmla="*/ 673247 h 1065273"/>
              <a:gd name="csX2999" fmla="*/ 518329 w 1728164"/>
              <a:gd name="csY2999" fmla="*/ 672660 h 1065273"/>
              <a:gd name="csX3000" fmla="*/ 518501 w 1728164"/>
              <a:gd name="csY3000" fmla="*/ 672072 h 1065273"/>
              <a:gd name="csX3001" fmla="*/ 518674 w 1728164"/>
              <a:gd name="csY3001" fmla="*/ 671484 h 1065273"/>
              <a:gd name="csX3002" fmla="*/ 518847 w 1728164"/>
              <a:gd name="csY3002" fmla="*/ 670895 h 1065273"/>
              <a:gd name="csX3003" fmla="*/ 519020 w 1728164"/>
              <a:gd name="csY3003" fmla="*/ 670306 h 1065273"/>
              <a:gd name="csX3004" fmla="*/ 519192 w 1728164"/>
              <a:gd name="csY3004" fmla="*/ 669717 h 1065273"/>
              <a:gd name="csX3005" fmla="*/ 519365 w 1728164"/>
              <a:gd name="csY3005" fmla="*/ 669128 h 1065273"/>
              <a:gd name="csX3006" fmla="*/ 519538 w 1728164"/>
              <a:gd name="csY3006" fmla="*/ 668538 h 1065273"/>
              <a:gd name="csX3007" fmla="*/ 519711 w 1728164"/>
              <a:gd name="csY3007" fmla="*/ 667948 h 1065273"/>
              <a:gd name="csX3008" fmla="*/ 519884 w 1728164"/>
              <a:gd name="csY3008" fmla="*/ 667357 h 1065273"/>
              <a:gd name="csX3009" fmla="*/ 520056 w 1728164"/>
              <a:gd name="csY3009" fmla="*/ 666768 h 1065273"/>
              <a:gd name="csX3010" fmla="*/ 520230 w 1728164"/>
              <a:gd name="csY3010" fmla="*/ 666177 h 1065273"/>
              <a:gd name="csX3011" fmla="*/ 520402 w 1728164"/>
              <a:gd name="csY3011" fmla="*/ 665585 h 1065273"/>
              <a:gd name="csX3012" fmla="*/ 520575 w 1728164"/>
              <a:gd name="csY3012" fmla="*/ 664995 h 1065273"/>
              <a:gd name="csX3013" fmla="*/ 520748 w 1728164"/>
              <a:gd name="csY3013" fmla="*/ 664403 h 1065273"/>
              <a:gd name="csX3014" fmla="*/ 520921 w 1728164"/>
              <a:gd name="csY3014" fmla="*/ 663811 h 1065273"/>
              <a:gd name="csX3015" fmla="*/ 521094 w 1728164"/>
              <a:gd name="csY3015" fmla="*/ 663219 h 1065273"/>
              <a:gd name="csX3016" fmla="*/ 521266 w 1728164"/>
              <a:gd name="csY3016" fmla="*/ 662626 h 1065273"/>
              <a:gd name="csX3017" fmla="*/ 521440 w 1728164"/>
              <a:gd name="csY3017" fmla="*/ 662034 h 1065273"/>
              <a:gd name="csX3018" fmla="*/ 521612 w 1728164"/>
              <a:gd name="csY3018" fmla="*/ 661441 h 1065273"/>
              <a:gd name="csX3019" fmla="*/ 521785 w 1728164"/>
              <a:gd name="csY3019" fmla="*/ 660848 h 1065273"/>
              <a:gd name="csX3020" fmla="*/ 521957 w 1728164"/>
              <a:gd name="csY3020" fmla="*/ 660255 h 1065273"/>
              <a:gd name="csX3021" fmla="*/ 522131 w 1728164"/>
              <a:gd name="csY3021" fmla="*/ 659661 h 1065273"/>
              <a:gd name="csX3022" fmla="*/ 522303 w 1728164"/>
              <a:gd name="csY3022" fmla="*/ 659067 h 1065273"/>
              <a:gd name="csX3023" fmla="*/ 522476 w 1728164"/>
              <a:gd name="csY3023" fmla="*/ 658473 h 1065273"/>
              <a:gd name="csX3024" fmla="*/ 522650 w 1728164"/>
              <a:gd name="csY3024" fmla="*/ 657878 h 1065273"/>
              <a:gd name="csX3025" fmla="*/ 522822 w 1728164"/>
              <a:gd name="csY3025" fmla="*/ 657283 h 1065273"/>
              <a:gd name="csX3026" fmla="*/ 522995 w 1728164"/>
              <a:gd name="csY3026" fmla="*/ 656689 h 1065273"/>
              <a:gd name="csX3027" fmla="*/ 523167 w 1728164"/>
              <a:gd name="csY3027" fmla="*/ 656094 h 1065273"/>
              <a:gd name="csX3028" fmla="*/ 523341 w 1728164"/>
              <a:gd name="csY3028" fmla="*/ 655498 h 1065273"/>
              <a:gd name="csX3029" fmla="*/ 523513 w 1728164"/>
              <a:gd name="csY3029" fmla="*/ 654902 h 1065273"/>
              <a:gd name="csX3030" fmla="*/ 523686 w 1728164"/>
              <a:gd name="csY3030" fmla="*/ 654306 h 1065273"/>
              <a:gd name="csX3031" fmla="*/ 523859 w 1728164"/>
              <a:gd name="csY3031" fmla="*/ 653709 h 1065273"/>
              <a:gd name="csX3032" fmla="*/ 524032 w 1728164"/>
              <a:gd name="csY3032" fmla="*/ 653113 h 1065273"/>
              <a:gd name="csX3033" fmla="*/ 524205 w 1728164"/>
              <a:gd name="csY3033" fmla="*/ 652516 h 1065273"/>
              <a:gd name="csX3034" fmla="*/ 524377 w 1728164"/>
              <a:gd name="csY3034" fmla="*/ 651919 h 1065273"/>
              <a:gd name="csX3035" fmla="*/ 524551 w 1728164"/>
              <a:gd name="csY3035" fmla="*/ 651322 h 1065273"/>
              <a:gd name="csX3036" fmla="*/ 524723 w 1728164"/>
              <a:gd name="csY3036" fmla="*/ 650725 h 1065273"/>
              <a:gd name="csX3037" fmla="*/ 524896 w 1728164"/>
              <a:gd name="csY3037" fmla="*/ 650127 h 1065273"/>
              <a:gd name="csX3038" fmla="*/ 525068 w 1728164"/>
              <a:gd name="csY3038" fmla="*/ 649529 h 1065273"/>
              <a:gd name="csX3039" fmla="*/ 525242 w 1728164"/>
              <a:gd name="csY3039" fmla="*/ 648931 h 1065273"/>
              <a:gd name="csX3040" fmla="*/ 525415 w 1728164"/>
              <a:gd name="csY3040" fmla="*/ 648332 h 1065273"/>
              <a:gd name="csX3041" fmla="*/ 525587 w 1728164"/>
              <a:gd name="csY3041" fmla="*/ 647734 h 1065273"/>
              <a:gd name="csX3042" fmla="*/ 525760 w 1728164"/>
              <a:gd name="csY3042" fmla="*/ 647135 h 1065273"/>
              <a:gd name="csX3043" fmla="*/ 525933 w 1728164"/>
              <a:gd name="csY3043" fmla="*/ 646535 h 1065273"/>
              <a:gd name="csX3044" fmla="*/ 526106 w 1728164"/>
              <a:gd name="csY3044" fmla="*/ 645936 h 1065273"/>
              <a:gd name="csX3045" fmla="*/ 526278 w 1728164"/>
              <a:gd name="csY3045" fmla="*/ 645336 h 1065273"/>
              <a:gd name="csX3046" fmla="*/ 526452 w 1728164"/>
              <a:gd name="csY3046" fmla="*/ 644736 h 1065273"/>
              <a:gd name="csX3047" fmla="*/ 526625 w 1728164"/>
              <a:gd name="csY3047" fmla="*/ 644136 h 1065273"/>
              <a:gd name="csX3048" fmla="*/ 526797 w 1728164"/>
              <a:gd name="csY3048" fmla="*/ 643535 h 1065273"/>
              <a:gd name="csX3049" fmla="*/ 526970 w 1728164"/>
              <a:gd name="csY3049" fmla="*/ 642935 h 1065273"/>
              <a:gd name="csX3050" fmla="*/ 527143 w 1728164"/>
              <a:gd name="csY3050" fmla="*/ 642334 h 1065273"/>
              <a:gd name="csX3051" fmla="*/ 527316 w 1728164"/>
              <a:gd name="csY3051" fmla="*/ 641733 h 1065273"/>
              <a:gd name="csX3052" fmla="*/ 527488 w 1728164"/>
              <a:gd name="csY3052" fmla="*/ 641132 h 1065273"/>
              <a:gd name="csX3053" fmla="*/ 527661 w 1728164"/>
              <a:gd name="csY3053" fmla="*/ 640530 h 1065273"/>
              <a:gd name="csX3054" fmla="*/ 527834 w 1728164"/>
              <a:gd name="csY3054" fmla="*/ 639928 h 1065273"/>
              <a:gd name="csX3055" fmla="*/ 528007 w 1728164"/>
              <a:gd name="csY3055" fmla="*/ 639326 h 1065273"/>
              <a:gd name="csX3056" fmla="*/ 528180 w 1728164"/>
              <a:gd name="csY3056" fmla="*/ 638723 h 1065273"/>
              <a:gd name="csX3057" fmla="*/ 528353 w 1728164"/>
              <a:gd name="csY3057" fmla="*/ 638121 h 1065273"/>
              <a:gd name="csX3058" fmla="*/ 528526 w 1728164"/>
              <a:gd name="csY3058" fmla="*/ 637519 h 1065273"/>
              <a:gd name="csX3059" fmla="*/ 528698 w 1728164"/>
              <a:gd name="csY3059" fmla="*/ 636916 h 1065273"/>
              <a:gd name="csX3060" fmla="*/ 528871 w 1728164"/>
              <a:gd name="csY3060" fmla="*/ 636312 h 1065273"/>
              <a:gd name="csX3061" fmla="*/ 529044 w 1728164"/>
              <a:gd name="csY3061" fmla="*/ 635708 h 1065273"/>
              <a:gd name="csX3062" fmla="*/ 529217 w 1728164"/>
              <a:gd name="csY3062" fmla="*/ 635105 h 1065273"/>
              <a:gd name="csX3063" fmla="*/ 529390 w 1728164"/>
              <a:gd name="csY3063" fmla="*/ 634501 h 1065273"/>
              <a:gd name="csX3064" fmla="*/ 529562 w 1728164"/>
              <a:gd name="csY3064" fmla="*/ 633897 h 1065273"/>
              <a:gd name="csX3065" fmla="*/ 529736 w 1728164"/>
              <a:gd name="csY3065" fmla="*/ 633293 h 1065273"/>
              <a:gd name="csX3066" fmla="*/ 529908 w 1728164"/>
              <a:gd name="csY3066" fmla="*/ 632688 h 1065273"/>
              <a:gd name="csX3067" fmla="*/ 530081 w 1728164"/>
              <a:gd name="csY3067" fmla="*/ 632083 h 1065273"/>
              <a:gd name="csX3068" fmla="*/ 530254 w 1728164"/>
              <a:gd name="csY3068" fmla="*/ 631478 h 1065273"/>
              <a:gd name="csX3069" fmla="*/ 530427 w 1728164"/>
              <a:gd name="csY3069" fmla="*/ 630873 h 1065273"/>
              <a:gd name="csX3070" fmla="*/ 530599 w 1728164"/>
              <a:gd name="csY3070" fmla="*/ 630268 h 1065273"/>
              <a:gd name="csX3071" fmla="*/ 530772 w 1728164"/>
              <a:gd name="csY3071" fmla="*/ 629662 h 1065273"/>
              <a:gd name="csX3072" fmla="*/ 530946 w 1728164"/>
              <a:gd name="csY3072" fmla="*/ 629056 h 1065273"/>
              <a:gd name="csX3073" fmla="*/ 531118 w 1728164"/>
              <a:gd name="csY3073" fmla="*/ 628450 h 1065273"/>
              <a:gd name="csX3074" fmla="*/ 531291 w 1728164"/>
              <a:gd name="csY3074" fmla="*/ 627844 h 1065273"/>
              <a:gd name="csX3075" fmla="*/ 531463 w 1728164"/>
              <a:gd name="csY3075" fmla="*/ 627237 h 1065273"/>
              <a:gd name="csX3076" fmla="*/ 531637 w 1728164"/>
              <a:gd name="csY3076" fmla="*/ 626630 h 1065273"/>
              <a:gd name="csX3077" fmla="*/ 531809 w 1728164"/>
              <a:gd name="csY3077" fmla="*/ 626024 h 1065273"/>
              <a:gd name="csX3078" fmla="*/ 531982 w 1728164"/>
              <a:gd name="csY3078" fmla="*/ 625416 h 1065273"/>
              <a:gd name="csX3079" fmla="*/ 532155 w 1728164"/>
              <a:gd name="csY3079" fmla="*/ 624809 h 1065273"/>
              <a:gd name="csX3080" fmla="*/ 532328 w 1728164"/>
              <a:gd name="csY3080" fmla="*/ 624202 h 1065273"/>
              <a:gd name="csX3081" fmla="*/ 532501 w 1728164"/>
              <a:gd name="csY3081" fmla="*/ 623594 h 1065273"/>
              <a:gd name="csX3082" fmla="*/ 532673 w 1728164"/>
              <a:gd name="csY3082" fmla="*/ 622986 h 1065273"/>
              <a:gd name="csX3083" fmla="*/ 532847 w 1728164"/>
              <a:gd name="csY3083" fmla="*/ 622378 h 1065273"/>
              <a:gd name="csX3084" fmla="*/ 533019 w 1728164"/>
              <a:gd name="csY3084" fmla="*/ 621769 h 1065273"/>
              <a:gd name="csX3085" fmla="*/ 533192 w 1728164"/>
              <a:gd name="csY3085" fmla="*/ 621161 h 1065273"/>
              <a:gd name="csX3086" fmla="*/ 533364 w 1728164"/>
              <a:gd name="csY3086" fmla="*/ 620551 h 1065273"/>
              <a:gd name="csX3087" fmla="*/ 533538 w 1728164"/>
              <a:gd name="csY3087" fmla="*/ 619943 h 1065273"/>
              <a:gd name="csX3088" fmla="*/ 533711 w 1728164"/>
              <a:gd name="csY3088" fmla="*/ 619334 h 1065273"/>
              <a:gd name="csX3089" fmla="*/ 533883 w 1728164"/>
              <a:gd name="csY3089" fmla="*/ 618724 h 1065273"/>
              <a:gd name="csX3090" fmla="*/ 534057 w 1728164"/>
              <a:gd name="csY3090" fmla="*/ 618115 h 1065273"/>
              <a:gd name="csX3091" fmla="*/ 534229 w 1728164"/>
              <a:gd name="csY3091" fmla="*/ 617504 h 1065273"/>
              <a:gd name="csX3092" fmla="*/ 534402 w 1728164"/>
              <a:gd name="csY3092" fmla="*/ 616895 h 1065273"/>
              <a:gd name="csX3093" fmla="*/ 534574 w 1728164"/>
              <a:gd name="csY3093" fmla="*/ 616285 h 1065273"/>
              <a:gd name="csX3094" fmla="*/ 534748 w 1728164"/>
              <a:gd name="csY3094" fmla="*/ 615674 h 1065273"/>
              <a:gd name="csX3095" fmla="*/ 534920 w 1728164"/>
              <a:gd name="csY3095" fmla="*/ 615063 h 1065273"/>
              <a:gd name="csX3096" fmla="*/ 535093 w 1728164"/>
              <a:gd name="csY3096" fmla="*/ 614453 h 1065273"/>
              <a:gd name="csX3097" fmla="*/ 535266 w 1728164"/>
              <a:gd name="csY3097" fmla="*/ 613842 h 1065273"/>
              <a:gd name="csX3098" fmla="*/ 535439 w 1728164"/>
              <a:gd name="csY3098" fmla="*/ 613231 h 1065273"/>
              <a:gd name="csX3099" fmla="*/ 535612 w 1728164"/>
              <a:gd name="csY3099" fmla="*/ 612619 h 1065273"/>
              <a:gd name="csX3100" fmla="*/ 535784 w 1728164"/>
              <a:gd name="csY3100" fmla="*/ 612007 h 1065273"/>
              <a:gd name="csX3101" fmla="*/ 535958 w 1728164"/>
              <a:gd name="csY3101" fmla="*/ 611396 h 1065273"/>
              <a:gd name="csX3102" fmla="*/ 536130 w 1728164"/>
              <a:gd name="csY3102" fmla="*/ 610784 h 1065273"/>
              <a:gd name="csX3103" fmla="*/ 536303 w 1728164"/>
              <a:gd name="csY3103" fmla="*/ 610172 h 1065273"/>
              <a:gd name="csX3104" fmla="*/ 536476 w 1728164"/>
              <a:gd name="csY3104" fmla="*/ 609560 h 1065273"/>
              <a:gd name="csX3105" fmla="*/ 536649 w 1728164"/>
              <a:gd name="csY3105" fmla="*/ 608947 h 1065273"/>
              <a:gd name="csX3106" fmla="*/ 536822 w 1728164"/>
              <a:gd name="csY3106" fmla="*/ 608335 h 1065273"/>
              <a:gd name="csX3107" fmla="*/ 536994 w 1728164"/>
              <a:gd name="csY3107" fmla="*/ 607722 h 1065273"/>
              <a:gd name="csX3108" fmla="*/ 537167 w 1728164"/>
              <a:gd name="csY3108" fmla="*/ 607109 h 1065273"/>
              <a:gd name="csX3109" fmla="*/ 537340 w 1728164"/>
              <a:gd name="csY3109" fmla="*/ 606495 h 1065273"/>
              <a:gd name="csX3110" fmla="*/ 537513 w 1728164"/>
              <a:gd name="csY3110" fmla="*/ 605882 h 1065273"/>
              <a:gd name="csX3111" fmla="*/ 537685 w 1728164"/>
              <a:gd name="csY3111" fmla="*/ 605268 h 1065273"/>
              <a:gd name="csX3112" fmla="*/ 537859 w 1728164"/>
              <a:gd name="csY3112" fmla="*/ 604654 h 1065273"/>
              <a:gd name="csX3113" fmla="*/ 538032 w 1728164"/>
              <a:gd name="csY3113" fmla="*/ 604041 h 1065273"/>
              <a:gd name="csX3114" fmla="*/ 538204 w 1728164"/>
              <a:gd name="csY3114" fmla="*/ 603427 h 1065273"/>
              <a:gd name="csX3115" fmla="*/ 538377 w 1728164"/>
              <a:gd name="csY3115" fmla="*/ 602812 h 1065273"/>
              <a:gd name="csX3116" fmla="*/ 538550 w 1728164"/>
              <a:gd name="csY3116" fmla="*/ 602198 h 1065273"/>
              <a:gd name="csX3117" fmla="*/ 538723 w 1728164"/>
              <a:gd name="csY3117" fmla="*/ 601583 h 1065273"/>
              <a:gd name="csX3118" fmla="*/ 538895 w 1728164"/>
              <a:gd name="csY3118" fmla="*/ 600969 h 1065273"/>
              <a:gd name="csX3119" fmla="*/ 539068 w 1728164"/>
              <a:gd name="csY3119" fmla="*/ 600354 h 1065273"/>
              <a:gd name="csX3120" fmla="*/ 539241 w 1728164"/>
              <a:gd name="csY3120" fmla="*/ 599738 h 1065273"/>
              <a:gd name="csX3121" fmla="*/ 539414 w 1728164"/>
              <a:gd name="csY3121" fmla="*/ 599123 h 1065273"/>
              <a:gd name="csX3122" fmla="*/ 539587 w 1728164"/>
              <a:gd name="csY3122" fmla="*/ 598508 h 1065273"/>
              <a:gd name="csX3123" fmla="*/ 539760 w 1728164"/>
              <a:gd name="csY3123" fmla="*/ 597892 h 1065273"/>
              <a:gd name="csX3124" fmla="*/ 539933 w 1728164"/>
              <a:gd name="csY3124" fmla="*/ 597276 h 1065273"/>
              <a:gd name="csX3125" fmla="*/ 540105 w 1728164"/>
              <a:gd name="csY3125" fmla="*/ 596660 h 1065273"/>
              <a:gd name="csX3126" fmla="*/ 540278 w 1728164"/>
              <a:gd name="csY3126" fmla="*/ 596044 h 1065273"/>
              <a:gd name="csX3127" fmla="*/ 540451 w 1728164"/>
              <a:gd name="csY3127" fmla="*/ 595428 h 1065273"/>
              <a:gd name="csX3128" fmla="*/ 540624 w 1728164"/>
              <a:gd name="csY3128" fmla="*/ 594811 h 1065273"/>
              <a:gd name="csX3129" fmla="*/ 540797 w 1728164"/>
              <a:gd name="csY3129" fmla="*/ 594195 h 1065273"/>
              <a:gd name="csX3130" fmla="*/ 540969 w 1728164"/>
              <a:gd name="csY3130" fmla="*/ 593577 h 1065273"/>
              <a:gd name="csX3131" fmla="*/ 541143 w 1728164"/>
              <a:gd name="csY3131" fmla="*/ 592961 h 1065273"/>
              <a:gd name="csX3132" fmla="*/ 541315 w 1728164"/>
              <a:gd name="csY3132" fmla="*/ 592343 h 1065273"/>
              <a:gd name="csX3133" fmla="*/ 541488 w 1728164"/>
              <a:gd name="csY3133" fmla="*/ 591726 h 1065273"/>
              <a:gd name="csX3134" fmla="*/ 541661 w 1728164"/>
              <a:gd name="csY3134" fmla="*/ 591109 h 1065273"/>
              <a:gd name="csX3135" fmla="*/ 541834 w 1728164"/>
              <a:gd name="csY3135" fmla="*/ 590491 h 1065273"/>
              <a:gd name="csX3136" fmla="*/ 542006 w 1728164"/>
              <a:gd name="csY3136" fmla="*/ 589874 h 1065273"/>
              <a:gd name="csX3137" fmla="*/ 542179 w 1728164"/>
              <a:gd name="csY3137" fmla="*/ 589256 h 1065273"/>
              <a:gd name="csX3138" fmla="*/ 542353 w 1728164"/>
              <a:gd name="csY3138" fmla="*/ 588638 h 1065273"/>
              <a:gd name="csX3139" fmla="*/ 542525 w 1728164"/>
              <a:gd name="csY3139" fmla="*/ 588020 h 1065273"/>
              <a:gd name="csX3140" fmla="*/ 542698 w 1728164"/>
              <a:gd name="csY3140" fmla="*/ 587402 h 1065273"/>
              <a:gd name="csX3141" fmla="*/ 542870 w 1728164"/>
              <a:gd name="csY3141" fmla="*/ 586782 h 1065273"/>
              <a:gd name="csX3142" fmla="*/ 543044 w 1728164"/>
              <a:gd name="csY3142" fmla="*/ 586164 h 1065273"/>
              <a:gd name="csX3143" fmla="*/ 543216 w 1728164"/>
              <a:gd name="csY3143" fmla="*/ 585545 h 1065273"/>
              <a:gd name="csX3144" fmla="*/ 543389 w 1728164"/>
              <a:gd name="csY3144" fmla="*/ 584927 h 1065273"/>
              <a:gd name="csX3145" fmla="*/ 543562 w 1728164"/>
              <a:gd name="csY3145" fmla="*/ 584307 h 1065273"/>
              <a:gd name="csX3146" fmla="*/ 543735 w 1728164"/>
              <a:gd name="csY3146" fmla="*/ 583688 h 1065273"/>
              <a:gd name="csX3147" fmla="*/ 543908 w 1728164"/>
              <a:gd name="csY3147" fmla="*/ 583069 h 1065273"/>
              <a:gd name="csX3148" fmla="*/ 544080 w 1728164"/>
              <a:gd name="csY3148" fmla="*/ 582449 h 1065273"/>
              <a:gd name="csX3149" fmla="*/ 544254 w 1728164"/>
              <a:gd name="csY3149" fmla="*/ 581830 h 1065273"/>
              <a:gd name="csX3150" fmla="*/ 544426 w 1728164"/>
              <a:gd name="csY3150" fmla="*/ 581210 h 1065273"/>
              <a:gd name="csX3151" fmla="*/ 544599 w 1728164"/>
              <a:gd name="csY3151" fmla="*/ 580590 h 1065273"/>
              <a:gd name="csX3152" fmla="*/ 544771 w 1728164"/>
              <a:gd name="csY3152" fmla="*/ 579969 h 1065273"/>
              <a:gd name="csX3153" fmla="*/ 544945 w 1728164"/>
              <a:gd name="csY3153" fmla="*/ 579349 h 1065273"/>
              <a:gd name="csX3154" fmla="*/ 545118 w 1728164"/>
              <a:gd name="csY3154" fmla="*/ 578729 h 1065273"/>
              <a:gd name="csX3155" fmla="*/ 545290 w 1728164"/>
              <a:gd name="csY3155" fmla="*/ 578108 h 1065273"/>
              <a:gd name="csX3156" fmla="*/ 545464 w 1728164"/>
              <a:gd name="csY3156" fmla="*/ 577488 h 1065273"/>
              <a:gd name="csX3157" fmla="*/ 545636 w 1728164"/>
              <a:gd name="csY3157" fmla="*/ 576867 h 1065273"/>
              <a:gd name="csX3158" fmla="*/ 545809 w 1728164"/>
              <a:gd name="csY3158" fmla="*/ 576246 h 1065273"/>
              <a:gd name="csX3159" fmla="*/ 545981 w 1728164"/>
              <a:gd name="csY3159" fmla="*/ 575625 h 1065273"/>
              <a:gd name="csX3160" fmla="*/ 546155 w 1728164"/>
              <a:gd name="csY3160" fmla="*/ 575004 h 1065273"/>
              <a:gd name="csX3161" fmla="*/ 546328 w 1728164"/>
              <a:gd name="csY3161" fmla="*/ 574382 h 1065273"/>
              <a:gd name="csX3162" fmla="*/ 546500 w 1728164"/>
              <a:gd name="csY3162" fmla="*/ 573761 h 1065273"/>
              <a:gd name="csX3163" fmla="*/ 546673 w 1728164"/>
              <a:gd name="csY3163" fmla="*/ 573140 h 1065273"/>
              <a:gd name="csX3164" fmla="*/ 546846 w 1728164"/>
              <a:gd name="csY3164" fmla="*/ 572518 h 1065273"/>
              <a:gd name="csX3165" fmla="*/ 547019 w 1728164"/>
              <a:gd name="csY3165" fmla="*/ 571896 h 1065273"/>
              <a:gd name="csX3166" fmla="*/ 547191 w 1728164"/>
              <a:gd name="csY3166" fmla="*/ 571274 h 1065273"/>
              <a:gd name="csX3167" fmla="*/ 547365 w 1728164"/>
              <a:gd name="csY3167" fmla="*/ 570652 h 1065273"/>
              <a:gd name="csX3168" fmla="*/ 547537 w 1728164"/>
              <a:gd name="csY3168" fmla="*/ 570030 h 1065273"/>
              <a:gd name="csX3169" fmla="*/ 547710 w 1728164"/>
              <a:gd name="csY3169" fmla="*/ 569408 h 1065273"/>
              <a:gd name="csX3170" fmla="*/ 547883 w 1728164"/>
              <a:gd name="csY3170" fmla="*/ 568785 h 1065273"/>
              <a:gd name="csX3171" fmla="*/ 548056 w 1728164"/>
              <a:gd name="csY3171" fmla="*/ 568163 h 1065273"/>
              <a:gd name="csX3172" fmla="*/ 548229 w 1728164"/>
              <a:gd name="csY3172" fmla="*/ 567540 h 1065273"/>
              <a:gd name="csX3173" fmla="*/ 548401 w 1728164"/>
              <a:gd name="csY3173" fmla="*/ 566917 h 1065273"/>
              <a:gd name="csX3174" fmla="*/ 548574 w 1728164"/>
              <a:gd name="csY3174" fmla="*/ 566295 h 1065273"/>
              <a:gd name="csX3175" fmla="*/ 548747 w 1728164"/>
              <a:gd name="csY3175" fmla="*/ 565671 h 1065273"/>
              <a:gd name="csX3176" fmla="*/ 548920 w 1728164"/>
              <a:gd name="csY3176" fmla="*/ 565048 h 1065273"/>
              <a:gd name="csX3177" fmla="*/ 549092 w 1728164"/>
              <a:gd name="csY3177" fmla="*/ 564425 h 1065273"/>
              <a:gd name="csX3178" fmla="*/ 549266 w 1728164"/>
              <a:gd name="csY3178" fmla="*/ 563802 h 1065273"/>
              <a:gd name="csX3179" fmla="*/ 549439 w 1728164"/>
              <a:gd name="csY3179" fmla="*/ 563178 h 1065273"/>
              <a:gd name="csX3180" fmla="*/ 549611 w 1728164"/>
              <a:gd name="csY3180" fmla="*/ 562555 h 1065273"/>
              <a:gd name="csX3181" fmla="*/ 549784 w 1728164"/>
              <a:gd name="csY3181" fmla="*/ 561931 h 1065273"/>
              <a:gd name="csX3182" fmla="*/ 549957 w 1728164"/>
              <a:gd name="csY3182" fmla="*/ 561307 h 1065273"/>
              <a:gd name="csX3183" fmla="*/ 550130 w 1728164"/>
              <a:gd name="csY3183" fmla="*/ 560683 h 1065273"/>
              <a:gd name="csX3184" fmla="*/ 550302 w 1728164"/>
              <a:gd name="csY3184" fmla="*/ 560059 h 1065273"/>
              <a:gd name="csX3185" fmla="*/ 550475 w 1728164"/>
              <a:gd name="csY3185" fmla="*/ 559435 h 1065273"/>
              <a:gd name="csX3186" fmla="*/ 550649 w 1728164"/>
              <a:gd name="csY3186" fmla="*/ 558811 h 1065273"/>
              <a:gd name="csX3187" fmla="*/ 550821 w 1728164"/>
              <a:gd name="csY3187" fmla="*/ 558186 h 1065273"/>
              <a:gd name="csX3188" fmla="*/ 550994 w 1728164"/>
              <a:gd name="csY3188" fmla="*/ 557562 h 1065273"/>
              <a:gd name="csX3189" fmla="*/ 551167 w 1728164"/>
              <a:gd name="csY3189" fmla="*/ 556937 h 1065273"/>
              <a:gd name="csX3190" fmla="*/ 551340 w 1728164"/>
              <a:gd name="csY3190" fmla="*/ 556313 h 1065273"/>
              <a:gd name="csX3191" fmla="*/ 551512 w 1728164"/>
              <a:gd name="csY3191" fmla="*/ 555688 h 1065273"/>
              <a:gd name="csX3192" fmla="*/ 551685 w 1728164"/>
              <a:gd name="csY3192" fmla="*/ 555063 h 1065273"/>
              <a:gd name="csX3193" fmla="*/ 551858 w 1728164"/>
              <a:gd name="csY3193" fmla="*/ 554438 h 1065273"/>
              <a:gd name="csX3194" fmla="*/ 552031 w 1728164"/>
              <a:gd name="csY3194" fmla="*/ 553813 h 1065273"/>
              <a:gd name="csX3195" fmla="*/ 552204 w 1728164"/>
              <a:gd name="csY3195" fmla="*/ 553188 h 1065273"/>
              <a:gd name="csX3196" fmla="*/ 552376 w 1728164"/>
              <a:gd name="csY3196" fmla="*/ 552563 h 1065273"/>
              <a:gd name="csX3197" fmla="*/ 552550 w 1728164"/>
              <a:gd name="csY3197" fmla="*/ 551938 h 1065273"/>
              <a:gd name="csX3198" fmla="*/ 552722 w 1728164"/>
              <a:gd name="csY3198" fmla="*/ 551312 h 1065273"/>
              <a:gd name="csX3199" fmla="*/ 552895 w 1728164"/>
              <a:gd name="csY3199" fmla="*/ 550687 h 1065273"/>
              <a:gd name="csX3200" fmla="*/ 553068 w 1728164"/>
              <a:gd name="csY3200" fmla="*/ 550060 h 1065273"/>
              <a:gd name="csX3201" fmla="*/ 553241 w 1728164"/>
              <a:gd name="csY3201" fmla="*/ 549435 h 1065273"/>
              <a:gd name="csX3202" fmla="*/ 553413 w 1728164"/>
              <a:gd name="csY3202" fmla="*/ 548810 h 1065273"/>
              <a:gd name="csX3203" fmla="*/ 553586 w 1728164"/>
              <a:gd name="csY3203" fmla="*/ 548183 h 1065273"/>
              <a:gd name="csX3204" fmla="*/ 553760 w 1728164"/>
              <a:gd name="csY3204" fmla="*/ 547558 h 1065273"/>
              <a:gd name="csX3205" fmla="*/ 553932 w 1728164"/>
              <a:gd name="csY3205" fmla="*/ 546932 h 1065273"/>
              <a:gd name="csX3206" fmla="*/ 554105 w 1728164"/>
              <a:gd name="csY3206" fmla="*/ 546305 h 1065273"/>
              <a:gd name="csX3207" fmla="*/ 554277 w 1728164"/>
              <a:gd name="csY3207" fmla="*/ 545679 h 1065273"/>
              <a:gd name="csX3208" fmla="*/ 554451 w 1728164"/>
              <a:gd name="csY3208" fmla="*/ 545053 h 1065273"/>
              <a:gd name="csX3209" fmla="*/ 554623 w 1728164"/>
              <a:gd name="csY3209" fmla="*/ 544426 h 1065273"/>
              <a:gd name="csX3210" fmla="*/ 554796 w 1728164"/>
              <a:gd name="csY3210" fmla="*/ 543800 h 1065273"/>
              <a:gd name="csX3211" fmla="*/ 554970 w 1728164"/>
              <a:gd name="csY3211" fmla="*/ 543174 h 1065273"/>
              <a:gd name="csX3212" fmla="*/ 555142 w 1728164"/>
              <a:gd name="csY3212" fmla="*/ 542546 h 1065273"/>
              <a:gd name="csX3213" fmla="*/ 555315 w 1728164"/>
              <a:gd name="csY3213" fmla="*/ 541920 h 1065273"/>
              <a:gd name="csX3214" fmla="*/ 555487 w 1728164"/>
              <a:gd name="csY3214" fmla="*/ 541293 h 1065273"/>
              <a:gd name="csX3215" fmla="*/ 555661 w 1728164"/>
              <a:gd name="csY3215" fmla="*/ 540667 h 1065273"/>
              <a:gd name="csX3216" fmla="*/ 555833 w 1728164"/>
              <a:gd name="csY3216" fmla="*/ 540039 h 1065273"/>
              <a:gd name="csX3217" fmla="*/ 556006 w 1728164"/>
              <a:gd name="csY3217" fmla="*/ 539412 h 1065273"/>
              <a:gd name="csX3218" fmla="*/ 556179 w 1728164"/>
              <a:gd name="csY3218" fmla="*/ 538785 h 1065273"/>
              <a:gd name="csX3219" fmla="*/ 556352 w 1728164"/>
              <a:gd name="csY3219" fmla="*/ 538158 h 1065273"/>
              <a:gd name="csX3220" fmla="*/ 556525 w 1728164"/>
              <a:gd name="csY3220" fmla="*/ 537531 h 1065273"/>
              <a:gd name="csX3221" fmla="*/ 556697 w 1728164"/>
              <a:gd name="csY3221" fmla="*/ 536903 h 1065273"/>
              <a:gd name="csX3222" fmla="*/ 556871 w 1728164"/>
              <a:gd name="csY3222" fmla="*/ 536276 h 1065273"/>
              <a:gd name="csX3223" fmla="*/ 557043 w 1728164"/>
              <a:gd name="csY3223" fmla="*/ 535649 h 1065273"/>
              <a:gd name="csX3224" fmla="*/ 557216 w 1728164"/>
              <a:gd name="csY3224" fmla="*/ 535021 h 1065273"/>
              <a:gd name="csX3225" fmla="*/ 557388 w 1728164"/>
              <a:gd name="csY3225" fmla="*/ 534394 h 1065273"/>
              <a:gd name="csX3226" fmla="*/ 557562 w 1728164"/>
              <a:gd name="csY3226" fmla="*/ 533767 h 1065273"/>
              <a:gd name="csX3227" fmla="*/ 557734 w 1728164"/>
              <a:gd name="csY3227" fmla="*/ 533138 h 1065273"/>
              <a:gd name="csX3228" fmla="*/ 557907 w 1728164"/>
              <a:gd name="csY3228" fmla="*/ 532510 h 1065273"/>
              <a:gd name="csX3229" fmla="*/ 558080 w 1728164"/>
              <a:gd name="csY3229" fmla="*/ 531883 h 1065273"/>
              <a:gd name="csX3230" fmla="*/ 558253 w 1728164"/>
              <a:gd name="csY3230" fmla="*/ 531255 h 1065273"/>
              <a:gd name="csX3231" fmla="*/ 558426 w 1728164"/>
              <a:gd name="csY3231" fmla="*/ 530627 h 1065273"/>
              <a:gd name="csX3232" fmla="*/ 558598 w 1728164"/>
              <a:gd name="csY3232" fmla="*/ 529999 h 1065273"/>
              <a:gd name="csX3233" fmla="*/ 558772 w 1728164"/>
              <a:gd name="csY3233" fmla="*/ 529371 h 1065273"/>
              <a:gd name="csX3234" fmla="*/ 558944 w 1728164"/>
              <a:gd name="csY3234" fmla="*/ 528743 h 1065273"/>
              <a:gd name="csX3235" fmla="*/ 559117 w 1728164"/>
              <a:gd name="csY3235" fmla="*/ 528115 h 1065273"/>
              <a:gd name="csX3236" fmla="*/ 559290 w 1728164"/>
              <a:gd name="csY3236" fmla="*/ 527487 h 1065273"/>
              <a:gd name="csX3237" fmla="*/ 559463 w 1728164"/>
              <a:gd name="csY3237" fmla="*/ 526858 h 1065273"/>
              <a:gd name="csX3238" fmla="*/ 559636 w 1728164"/>
              <a:gd name="csY3238" fmla="*/ 526230 h 1065273"/>
              <a:gd name="csX3239" fmla="*/ 559808 w 1728164"/>
              <a:gd name="csY3239" fmla="*/ 525601 h 1065273"/>
              <a:gd name="csX3240" fmla="*/ 559981 w 1728164"/>
              <a:gd name="csY3240" fmla="*/ 524973 h 1065273"/>
              <a:gd name="csX3241" fmla="*/ 560154 w 1728164"/>
              <a:gd name="csY3241" fmla="*/ 524344 h 1065273"/>
              <a:gd name="csX3242" fmla="*/ 560327 w 1728164"/>
              <a:gd name="csY3242" fmla="*/ 523716 h 1065273"/>
              <a:gd name="csX3243" fmla="*/ 560500 w 1728164"/>
              <a:gd name="csY3243" fmla="*/ 523087 h 1065273"/>
              <a:gd name="csX3244" fmla="*/ 560673 w 1728164"/>
              <a:gd name="csY3244" fmla="*/ 522459 h 1065273"/>
              <a:gd name="csX3245" fmla="*/ 560846 w 1728164"/>
              <a:gd name="csY3245" fmla="*/ 521830 h 1065273"/>
              <a:gd name="csX3246" fmla="*/ 561018 w 1728164"/>
              <a:gd name="csY3246" fmla="*/ 521201 h 1065273"/>
              <a:gd name="csX3247" fmla="*/ 561191 w 1728164"/>
              <a:gd name="csY3247" fmla="*/ 520573 h 1065273"/>
              <a:gd name="csX3248" fmla="*/ 561364 w 1728164"/>
              <a:gd name="csY3248" fmla="*/ 519944 h 1065273"/>
              <a:gd name="csX3249" fmla="*/ 561537 w 1728164"/>
              <a:gd name="csY3249" fmla="*/ 519315 h 1065273"/>
              <a:gd name="csX3250" fmla="*/ 561709 w 1728164"/>
              <a:gd name="csY3250" fmla="*/ 518686 h 1065273"/>
              <a:gd name="csX3251" fmla="*/ 561882 w 1728164"/>
              <a:gd name="csY3251" fmla="*/ 518057 h 1065273"/>
              <a:gd name="csX3252" fmla="*/ 562055 w 1728164"/>
              <a:gd name="csY3252" fmla="*/ 517428 h 1065273"/>
              <a:gd name="csX3253" fmla="*/ 562228 w 1728164"/>
              <a:gd name="csY3253" fmla="*/ 516799 h 1065273"/>
              <a:gd name="csX3254" fmla="*/ 562401 w 1728164"/>
              <a:gd name="csY3254" fmla="*/ 516170 h 1065273"/>
              <a:gd name="csX3255" fmla="*/ 562574 w 1728164"/>
              <a:gd name="csY3255" fmla="*/ 515541 h 1065273"/>
              <a:gd name="csX3256" fmla="*/ 562747 w 1728164"/>
              <a:gd name="csY3256" fmla="*/ 514912 h 1065273"/>
              <a:gd name="csX3257" fmla="*/ 562919 w 1728164"/>
              <a:gd name="csY3257" fmla="*/ 514283 h 1065273"/>
              <a:gd name="csX3258" fmla="*/ 563092 w 1728164"/>
              <a:gd name="csY3258" fmla="*/ 513653 h 1065273"/>
              <a:gd name="csX3259" fmla="*/ 563265 w 1728164"/>
              <a:gd name="csY3259" fmla="*/ 513024 h 1065273"/>
              <a:gd name="csX3260" fmla="*/ 563438 w 1728164"/>
              <a:gd name="csY3260" fmla="*/ 512396 h 1065273"/>
              <a:gd name="csX3261" fmla="*/ 563611 w 1728164"/>
              <a:gd name="csY3261" fmla="*/ 511767 h 1065273"/>
              <a:gd name="csX3262" fmla="*/ 563783 w 1728164"/>
              <a:gd name="csY3262" fmla="*/ 511137 h 1065273"/>
              <a:gd name="csX3263" fmla="*/ 563957 w 1728164"/>
              <a:gd name="csY3263" fmla="*/ 510508 h 1065273"/>
              <a:gd name="csX3264" fmla="*/ 564129 w 1728164"/>
              <a:gd name="csY3264" fmla="*/ 509878 h 1065273"/>
              <a:gd name="csX3265" fmla="*/ 564302 w 1728164"/>
              <a:gd name="csY3265" fmla="*/ 509249 h 1065273"/>
              <a:gd name="csX3266" fmla="*/ 564475 w 1728164"/>
              <a:gd name="csY3266" fmla="*/ 508619 h 1065273"/>
              <a:gd name="csX3267" fmla="*/ 564648 w 1728164"/>
              <a:gd name="csY3267" fmla="*/ 507990 h 1065273"/>
              <a:gd name="csX3268" fmla="*/ 564821 w 1728164"/>
              <a:gd name="csY3268" fmla="*/ 507360 h 1065273"/>
              <a:gd name="csX3269" fmla="*/ 564993 w 1728164"/>
              <a:gd name="csY3269" fmla="*/ 506731 h 1065273"/>
              <a:gd name="csX3270" fmla="*/ 565167 w 1728164"/>
              <a:gd name="csY3270" fmla="*/ 506101 h 1065273"/>
              <a:gd name="csX3271" fmla="*/ 565339 w 1728164"/>
              <a:gd name="csY3271" fmla="*/ 505472 h 1065273"/>
              <a:gd name="csX3272" fmla="*/ 565512 w 1728164"/>
              <a:gd name="csY3272" fmla="*/ 504842 h 1065273"/>
              <a:gd name="csX3273" fmla="*/ 565685 w 1728164"/>
              <a:gd name="csY3273" fmla="*/ 504213 h 1065273"/>
              <a:gd name="csX3274" fmla="*/ 565858 w 1728164"/>
              <a:gd name="csY3274" fmla="*/ 503584 h 1065273"/>
              <a:gd name="csX3275" fmla="*/ 566030 w 1728164"/>
              <a:gd name="csY3275" fmla="*/ 502954 h 1065273"/>
              <a:gd name="csX3276" fmla="*/ 566203 w 1728164"/>
              <a:gd name="csY3276" fmla="*/ 502325 h 1065273"/>
              <a:gd name="csX3277" fmla="*/ 566376 w 1728164"/>
              <a:gd name="csY3277" fmla="*/ 501695 h 1065273"/>
              <a:gd name="csX3278" fmla="*/ 566549 w 1728164"/>
              <a:gd name="csY3278" fmla="*/ 501065 h 1065273"/>
              <a:gd name="csX3279" fmla="*/ 566722 w 1728164"/>
              <a:gd name="csY3279" fmla="*/ 500435 h 1065273"/>
              <a:gd name="csX3280" fmla="*/ 566894 w 1728164"/>
              <a:gd name="csY3280" fmla="*/ 499806 h 1065273"/>
              <a:gd name="csX3281" fmla="*/ 567068 w 1728164"/>
              <a:gd name="csY3281" fmla="*/ 499176 h 1065273"/>
              <a:gd name="csX3282" fmla="*/ 567240 w 1728164"/>
              <a:gd name="csY3282" fmla="*/ 498546 h 1065273"/>
              <a:gd name="csX3283" fmla="*/ 567413 w 1728164"/>
              <a:gd name="csY3283" fmla="*/ 497917 h 1065273"/>
              <a:gd name="csX3284" fmla="*/ 567586 w 1728164"/>
              <a:gd name="csY3284" fmla="*/ 497288 h 1065273"/>
              <a:gd name="csX3285" fmla="*/ 567759 w 1728164"/>
              <a:gd name="csY3285" fmla="*/ 496658 h 1065273"/>
              <a:gd name="csX3286" fmla="*/ 567932 w 1728164"/>
              <a:gd name="csY3286" fmla="*/ 496028 h 1065273"/>
              <a:gd name="csX3287" fmla="*/ 568104 w 1728164"/>
              <a:gd name="csY3287" fmla="*/ 495398 h 1065273"/>
              <a:gd name="csX3288" fmla="*/ 568278 w 1728164"/>
              <a:gd name="csY3288" fmla="*/ 494769 h 1065273"/>
              <a:gd name="csX3289" fmla="*/ 568450 w 1728164"/>
              <a:gd name="csY3289" fmla="*/ 494139 h 1065273"/>
              <a:gd name="csX3290" fmla="*/ 568623 w 1728164"/>
              <a:gd name="csY3290" fmla="*/ 493509 h 1065273"/>
              <a:gd name="csX3291" fmla="*/ 568795 w 1728164"/>
              <a:gd name="csY3291" fmla="*/ 492879 h 1065273"/>
              <a:gd name="csX3292" fmla="*/ 568969 w 1728164"/>
              <a:gd name="csY3292" fmla="*/ 492250 h 1065273"/>
              <a:gd name="csX3293" fmla="*/ 569142 w 1728164"/>
              <a:gd name="csY3293" fmla="*/ 491621 h 1065273"/>
              <a:gd name="csX3294" fmla="*/ 569314 w 1728164"/>
              <a:gd name="csY3294" fmla="*/ 490991 h 1065273"/>
              <a:gd name="csX3295" fmla="*/ 569488 w 1728164"/>
              <a:gd name="csY3295" fmla="*/ 490361 h 1065273"/>
              <a:gd name="csX3296" fmla="*/ 569660 w 1728164"/>
              <a:gd name="csY3296" fmla="*/ 489732 h 1065273"/>
              <a:gd name="csX3297" fmla="*/ 569833 w 1728164"/>
              <a:gd name="csY3297" fmla="*/ 489102 h 1065273"/>
              <a:gd name="csX3298" fmla="*/ 570005 w 1728164"/>
              <a:gd name="csY3298" fmla="*/ 488472 h 1065273"/>
              <a:gd name="csX3299" fmla="*/ 570179 w 1728164"/>
              <a:gd name="csY3299" fmla="*/ 487842 h 1065273"/>
              <a:gd name="csX3300" fmla="*/ 570351 w 1728164"/>
              <a:gd name="csY3300" fmla="*/ 487213 h 1065273"/>
              <a:gd name="csX3301" fmla="*/ 570524 w 1728164"/>
              <a:gd name="csY3301" fmla="*/ 486583 h 1065273"/>
              <a:gd name="csX3302" fmla="*/ 570697 w 1728164"/>
              <a:gd name="csY3302" fmla="*/ 485954 h 1065273"/>
              <a:gd name="csX3303" fmla="*/ 570870 w 1728164"/>
              <a:gd name="csY3303" fmla="*/ 485324 h 1065273"/>
              <a:gd name="csX3304" fmla="*/ 571043 w 1728164"/>
              <a:gd name="csY3304" fmla="*/ 484695 h 1065273"/>
              <a:gd name="csX3305" fmla="*/ 571215 w 1728164"/>
              <a:gd name="csY3305" fmla="*/ 484065 h 1065273"/>
              <a:gd name="csX3306" fmla="*/ 571389 w 1728164"/>
              <a:gd name="csY3306" fmla="*/ 483436 h 1065273"/>
              <a:gd name="csX3307" fmla="*/ 571561 w 1728164"/>
              <a:gd name="csY3307" fmla="*/ 482806 h 1065273"/>
              <a:gd name="csX3308" fmla="*/ 571734 w 1728164"/>
              <a:gd name="csY3308" fmla="*/ 482177 h 1065273"/>
              <a:gd name="csX3309" fmla="*/ 571907 w 1728164"/>
              <a:gd name="csY3309" fmla="*/ 481547 h 1065273"/>
              <a:gd name="csX3310" fmla="*/ 572080 w 1728164"/>
              <a:gd name="csY3310" fmla="*/ 480918 h 1065273"/>
              <a:gd name="csX3311" fmla="*/ 572253 w 1728164"/>
              <a:gd name="csY3311" fmla="*/ 480288 h 1065273"/>
              <a:gd name="csX3312" fmla="*/ 572425 w 1728164"/>
              <a:gd name="csY3312" fmla="*/ 479659 h 1065273"/>
              <a:gd name="csX3313" fmla="*/ 572598 w 1728164"/>
              <a:gd name="csY3313" fmla="*/ 479029 h 1065273"/>
              <a:gd name="csX3314" fmla="*/ 572771 w 1728164"/>
              <a:gd name="csY3314" fmla="*/ 478400 h 1065273"/>
              <a:gd name="csX3315" fmla="*/ 572944 w 1728164"/>
              <a:gd name="csY3315" fmla="*/ 477771 h 1065273"/>
              <a:gd name="csX3316" fmla="*/ 573116 w 1728164"/>
              <a:gd name="csY3316" fmla="*/ 477142 h 1065273"/>
              <a:gd name="csX3317" fmla="*/ 573290 w 1728164"/>
              <a:gd name="csY3317" fmla="*/ 476513 h 1065273"/>
              <a:gd name="csX3318" fmla="*/ 573463 w 1728164"/>
              <a:gd name="csY3318" fmla="*/ 475883 h 1065273"/>
              <a:gd name="csX3319" fmla="*/ 573635 w 1728164"/>
              <a:gd name="csY3319" fmla="*/ 475254 h 1065273"/>
              <a:gd name="csX3320" fmla="*/ 573808 w 1728164"/>
              <a:gd name="csY3320" fmla="*/ 474625 h 1065273"/>
              <a:gd name="csX3321" fmla="*/ 573981 w 1728164"/>
              <a:gd name="csY3321" fmla="*/ 473996 h 1065273"/>
              <a:gd name="csX3322" fmla="*/ 574154 w 1728164"/>
              <a:gd name="csY3322" fmla="*/ 473367 h 1065273"/>
              <a:gd name="csX3323" fmla="*/ 574326 w 1728164"/>
              <a:gd name="csY3323" fmla="*/ 472738 h 1065273"/>
              <a:gd name="csX3324" fmla="*/ 574499 w 1728164"/>
              <a:gd name="csY3324" fmla="*/ 472109 h 1065273"/>
              <a:gd name="csX3325" fmla="*/ 574672 w 1728164"/>
              <a:gd name="csY3325" fmla="*/ 471480 h 1065273"/>
              <a:gd name="csX3326" fmla="*/ 574845 w 1728164"/>
              <a:gd name="csY3326" fmla="*/ 470851 h 1065273"/>
              <a:gd name="csX3327" fmla="*/ 575018 w 1728164"/>
              <a:gd name="csY3327" fmla="*/ 470222 h 1065273"/>
              <a:gd name="csX3328" fmla="*/ 575191 w 1728164"/>
              <a:gd name="csY3328" fmla="*/ 469593 h 1065273"/>
              <a:gd name="csX3329" fmla="*/ 575364 w 1728164"/>
              <a:gd name="csY3329" fmla="*/ 468964 h 1065273"/>
              <a:gd name="csX3330" fmla="*/ 575536 w 1728164"/>
              <a:gd name="csY3330" fmla="*/ 468335 h 1065273"/>
              <a:gd name="csX3331" fmla="*/ 575709 w 1728164"/>
              <a:gd name="csY3331" fmla="*/ 467706 h 1065273"/>
              <a:gd name="csX3332" fmla="*/ 575882 w 1728164"/>
              <a:gd name="csY3332" fmla="*/ 467078 h 1065273"/>
              <a:gd name="csX3333" fmla="*/ 576055 w 1728164"/>
              <a:gd name="csY3333" fmla="*/ 466449 h 1065273"/>
              <a:gd name="csX3334" fmla="*/ 576228 w 1728164"/>
              <a:gd name="csY3334" fmla="*/ 465820 h 1065273"/>
              <a:gd name="csX3335" fmla="*/ 576400 w 1728164"/>
              <a:gd name="csY3335" fmla="*/ 465192 h 1065273"/>
              <a:gd name="csX3336" fmla="*/ 576573 w 1728164"/>
              <a:gd name="csY3336" fmla="*/ 464563 h 1065273"/>
              <a:gd name="csX3337" fmla="*/ 576742 w 1728164"/>
              <a:gd name="csY3337" fmla="*/ 463935 h 1065273"/>
              <a:gd name="csX3338" fmla="*/ 576920 w 1728164"/>
              <a:gd name="csY3338" fmla="*/ 463307 h 1065273"/>
              <a:gd name="csX3339" fmla="*/ 577089 w 1728164"/>
              <a:gd name="csY3339" fmla="*/ 462678 h 1065273"/>
              <a:gd name="csX3340" fmla="*/ 577267 w 1728164"/>
              <a:gd name="csY3340" fmla="*/ 462050 h 1065273"/>
              <a:gd name="csX3341" fmla="*/ 577436 w 1728164"/>
              <a:gd name="csY3341" fmla="*/ 461422 h 1065273"/>
              <a:gd name="csX3342" fmla="*/ 577614 w 1728164"/>
              <a:gd name="csY3342" fmla="*/ 460793 h 1065273"/>
              <a:gd name="csX3343" fmla="*/ 577783 w 1728164"/>
              <a:gd name="csY3343" fmla="*/ 460165 h 1065273"/>
              <a:gd name="csX3344" fmla="*/ 577952 w 1728164"/>
              <a:gd name="csY3344" fmla="*/ 459537 h 1065273"/>
              <a:gd name="csX3345" fmla="*/ 578130 w 1728164"/>
              <a:gd name="csY3345" fmla="*/ 458909 h 1065273"/>
              <a:gd name="csX3346" fmla="*/ 578299 w 1728164"/>
              <a:gd name="csY3346" fmla="*/ 458281 h 1065273"/>
              <a:gd name="csX3347" fmla="*/ 578477 w 1728164"/>
              <a:gd name="csY3347" fmla="*/ 457653 h 1065273"/>
              <a:gd name="csX3348" fmla="*/ 578646 w 1728164"/>
              <a:gd name="csY3348" fmla="*/ 457025 h 1065273"/>
              <a:gd name="csX3349" fmla="*/ 578824 w 1728164"/>
              <a:gd name="csY3349" fmla="*/ 456398 h 1065273"/>
              <a:gd name="csX3350" fmla="*/ 578993 w 1728164"/>
              <a:gd name="csY3350" fmla="*/ 455770 h 1065273"/>
              <a:gd name="csX3351" fmla="*/ 579162 w 1728164"/>
              <a:gd name="csY3351" fmla="*/ 455142 h 1065273"/>
              <a:gd name="csX3352" fmla="*/ 579340 w 1728164"/>
              <a:gd name="csY3352" fmla="*/ 454514 h 1065273"/>
              <a:gd name="csX3353" fmla="*/ 579509 w 1728164"/>
              <a:gd name="csY3353" fmla="*/ 453887 h 1065273"/>
              <a:gd name="csX3354" fmla="*/ 579686 w 1728164"/>
              <a:gd name="csY3354" fmla="*/ 453259 h 1065273"/>
              <a:gd name="csX3355" fmla="*/ 579856 w 1728164"/>
              <a:gd name="csY3355" fmla="*/ 452632 h 1065273"/>
              <a:gd name="csX3356" fmla="*/ 580033 w 1728164"/>
              <a:gd name="csY3356" fmla="*/ 452005 h 1065273"/>
              <a:gd name="csX3357" fmla="*/ 580202 w 1728164"/>
              <a:gd name="csY3357" fmla="*/ 451377 h 1065273"/>
              <a:gd name="csX3358" fmla="*/ 580372 w 1728164"/>
              <a:gd name="csY3358" fmla="*/ 450750 h 1065273"/>
              <a:gd name="csX3359" fmla="*/ 580549 w 1728164"/>
              <a:gd name="csY3359" fmla="*/ 450123 h 1065273"/>
              <a:gd name="csX3360" fmla="*/ 580718 w 1728164"/>
              <a:gd name="csY3360" fmla="*/ 449496 h 1065273"/>
              <a:gd name="csX3361" fmla="*/ 580896 w 1728164"/>
              <a:gd name="csY3361" fmla="*/ 448869 h 1065273"/>
              <a:gd name="csX3362" fmla="*/ 581065 w 1728164"/>
              <a:gd name="csY3362" fmla="*/ 448242 h 1065273"/>
              <a:gd name="csX3363" fmla="*/ 581243 w 1728164"/>
              <a:gd name="csY3363" fmla="*/ 447615 h 1065273"/>
              <a:gd name="csX3364" fmla="*/ 581412 w 1728164"/>
              <a:gd name="csY3364" fmla="*/ 446989 h 1065273"/>
              <a:gd name="csX3365" fmla="*/ 581581 w 1728164"/>
              <a:gd name="csY3365" fmla="*/ 446362 h 1065273"/>
              <a:gd name="csX3366" fmla="*/ 581759 w 1728164"/>
              <a:gd name="csY3366" fmla="*/ 445735 h 1065273"/>
              <a:gd name="csX3367" fmla="*/ 581928 w 1728164"/>
              <a:gd name="csY3367" fmla="*/ 445109 h 1065273"/>
              <a:gd name="csX3368" fmla="*/ 582106 w 1728164"/>
              <a:gd name="csY3368" fmla="*/ 444483 h 1065273"/>
              <a:gd name="csX3369" fmla="*/ 582275 w 1728164"/>
              <a:gd name="csY3369" fmla="*/ 443856 h 1065273"/>
              <a:gd name="csX3370" fmla="*/ 582453 w 1728164"/>
              <a:gd name="csY3370" fmla="*/ 443230 h 1065273"/>
              <a:gd name="csX3371" fmla="*/ 582622 w 1728164"/>
              <a:gd name="csY3371" fmla="*/ 442604 h 1065273"/>
              <a:gd name="csX3372" fmla="*/ 582791 w 1728164"/>
              <a:gd name="csY3372" fmla="*/ 441977 h 1065273"/>
              <a:gd name="csX3373" fmla="*/ 582969 w 1728164"/>
              <a:gd name="csY3373" fmla="*/ 441351 h 1065273"/>
              <a:gd name="csX3374" fmla="*/ 583138 w 1728164"/>
              <a:gd name="csY3374" fmla="*/ 440726 h 1065273"/>
              <a:gd name="csX3375" fmla="*/ 583316 w 1728164"/>
              <a:gd name="csY3375" fmla="*/ 440099 h 1065273"/>
              <a:gd name="csX3376" fmla="*/ 583485 w 1728164"/>
              <a:gd name="csY3376" fmla="*/ 439474 h 1065273"/>
              <a:gd name="csX3377" fmla="*/ 583663 w 1728164"/>
              <a:gd name="csY3377" fmla="*/ 438849 h 1065273"/>
              <a:gd name="csX3378" fmla="*/ 583832 w 1728164"/>
              <a:gd name="csY3378" fmla="*/ 438223 h 1065273"/>
              <a:gd name="csX3379" fmla="*/ 584001 w 1728164"/>
              <a:gd name="csY3379" fmla="*/ 437598 h 1065273"/>
              <a:gd name="csX3380" fmla="*/ 584179 w 1728164"/>
              <a:gd name="csY3380" fmla="*/ 436972 h 1065273"/>
              <a:gd name="csX3381" fmla="*/ 584348 w 1728164"/>
              <a:gd name="csY3381" fmla="*/ 436347 h 1065273"/>
              <a:gd name="csX3382" fmla="*/ 584526 w 1728164"/>
              <a:gd name="csY3382" fmla="*/ 435721 h 1065273"/>
              <a:gd name="csX3383" fmla="*/ 584695 w 1728164"/>
              <a:gd name="csY3383" fmla="*/ 435096 h 1065273"/>
              <a:gd name="csX3384" fmla="*/ 584873 w 1728164"/>
              <a:gd name="csY3384" fmla="*/ 434471 h 1065273"/>
              <a:gd name="csX3385" fmla="*/ 585042 w 1728164"/>
              <a:gd name="csY3385" fmla="*/ 433846 h 1065273"/>
              <a:gd name="csX3386" fmla="*/ 585211 w 1728164"/>
              <a:gd name="csY3386" fmla="*/ 433222 h 1065273"/>
              <a:gd name="csX3387" fmla="*/ 585389 w 1728164"/>
              <a:gd name="csY3387" fmla="*/ 432597 h 1065273"/>
              <a:gd name="csX3388" fmla="*/ 585558 w 1728164"/>
              <a:gd name="csY3388" fmla="*/ 431973 h 1065273"/>
              <a:gd name="csX3389" fmla="*/ 585736 w 1728164"/>
              <a:gd name="csY3389" fmla="*/ 431348 h 1065273"/>
              <a:gd name="csX3390" fmla="*/ 585905 w 1728164"/>
              <a:gd name="csY3390" fmla="*/ 430723 h 1065273"/>
              <a:gd name="csX3391" fmla="*/ 586083 w 1728164"/>
              <a:gd name="csY3391" fmla="*/ 430100 h 1065273"/>
              <a:gd name="csX3392" fmla="*/ 586252 w 1728164"/>
              <a:gd name="csY3392" fmla="*/ 429475 h 1065273"/>
              <a:gd name="csX3393" fmla="*/ 586421 w 1728164"/>
              <a:gd name="csY3393" fmla="*/ 428851 h 1065273"/>
              <a:gd name="csX3394" fmla="*/ 586599 w 1728164"/>
              <a:gd name="csY3394" fmla="*/ 428227 h 1065273"/>
              <a:gd name="csX3395" fmla="*/ 586768 w 1728164"/>
              <a:gd name="csY3395" fmla="*/ 427603 h 1065273"/>
              <a:gd name="csX3396" fmla="*/ 586946 w 1728164"/>
              <a:gd name="csY3396" fmla="*/ 426980 h 1065273"/>
              <a:gd name="csX3397" fmla="*/ 587115 w 1728164"/>
              <a:gd name="csY3397" fmla="*/ 426356 h 1065273"/>
              <a:gd name="csX3398" fmla="*/ 587293 w 1728164"/>
              <a:gd name="csY3398" fmla="*/ 425733 h 1065273"/>
              <a:gd name="csX3399" fmla="*/ 587462 w 1728164"/>
              <a:gd name="csY3399" fmla="*/ 425109 h 1065273"/>
              <a:gd name="csX3400" fmla="*/ 587631 w 1728164"/>
              <a:gd name="csY3400" fmla="*/ 424486 h 1065273"/>
              <a:gd name="csX3401" fmla="*/ 587809 w 1728164"/>
              <a:gd name="csY3401" fmla="*/ 423862 h 1065273"/>
              <a:gd name="csX3402" fmla="*/ 587978 w 1728164"/>
              <a:gd name="csY3402" fmla="*/ 423240 h 1065273"/>
              <a:gd name="csX3403" fmla="*/ 588156 w 1728164"/>
              <a:gd name="csY3403" fmla="*/ 422617 h 1065273"/>
              <a:gd name="csX3404" fmla="*/ 588325 w 1728164"/>
              <a:gd name="csY3404" fmla="*/ 421994 h 1065273"/>
              <a:gd name="csX3405" fmla="*/ 588503 w 1728164"/>
              <a:gd name="csY3405" fmla="*/ 421371 h 1065273"/>
              <a:gd name="csX3406" fmla="*/ 588672 w 1728164"/>
              <a:gd name="csY3406" fmla="*/ 420749 h 1065273"/>
              <a:gd name="csX3407" fmla="*/ 588841 w 1728164"/>
              <a:gd name="csY3407" fmla="*/ 420126 h 1065273"/>
              <a:gd name="csX3408" fmla="*/ 589019 w 1728164"/>
              <a:gd name="csY3408" fmla="*/ 419504 h 1065273"/>
              <a:gd name="csX3409" fmla="*/ 589188 w 1728164"/>
              <a:gd name="csY3409" fmla="*/ 418881 h 1065273"/>
              <a:gd name="csX3410" fmla="*/ 589366 w 1728164"/>
              <a:gd name="csY3410" fmla="*/ 418260 h 1065273"/>
              <a:gd name="csX3411" fmla="*/ 589535 w 1728164"/>
              <a:gd name="csY3411" fmla="*/ 417638 h 1065273"/>
              <a:gd name="csX3412" fmla="*/ 589713 w 1728164"/>
              <a:gd name="csY3412" fmla="*/ 417016 h 1065273"/>
              <a:gd name="csX3413" fmla="*/ 589882 w 1728164"/>
              <a:gd name="csY3413" fmla="*/ 416394 h 1065273"/>
              <a:gd name="csX3414" fmla="*/ 590051 w 1728164"/>
              <a:gd name="csY3414" fmla="*/ 415773 h 1065273"/>
              <a:gd name="csX3415" fmla="*/ 590229 w 1728164"/>
              <a:gd name="csY3415" fmla="*/ 415151 h 1065273"/>
              <a:gd name="csX3416" fmla="*/ 590398 w 1728164"/>
              <a:gd name="csY3416" fmla="*/ 414530 h 1065273"/>
              <a:gd name="csX3417" fmla="*/ 590576 w 1728164"/>
              <a:gd name="csY3417" fmla="*/ 413908 h 1065273"/>
              <a:gd name="csX3418" fmla="*/ 590745 w 1728164"/>
              <a:gd name="csY3418" fmla="*/ 413287 h 1065273"/>
              <a:gd name="csX3419" fmla="*/ 590923 w 1728164"/>
              <a:gd name="csY3419" fmla="*/ 412666 h 1065273"/>
              <a:gd name="csX3420" fmla="*/ 591092 w 1728164"/>
              <a:gd name="csY3420" fmla="*/ 412046 h 1065273"/>
              <a:gd name="csX3421" fmla="*/ 591261 w 1728164"/>
              <a:gd name="csY3421" fmla="*/ 411425 h 1065273"/>
              <a:gd name="csX3422" fmla="*/ 591439 w 1728164"/>
              <a:gd name="csY3422" fmla="*/ 410805 h 1065273"/>
              <a:gd name="csX3423" fmla="*/ 591608 w 1728164"/>
              <a:gd name="csY3423" fmla="*/ 410184 h 1065273"/>
              <a:gd name="csX3424" fmla="*/ 591786 w 1728164"/>
              <a:gd name="csY3424" fmla="*/ 409564 h 1065273"/>
              <a:gd name="csX3425" fmla="*/ 591955 w 1728164"/>
              <a:gd name="csY3425" fmla="*/ 408944 h 1065273"/>
              <a:gd name="csX3426" fmla="*/ 592133 w 1728164"/>
              <a:gd name="csY3426" fmla="*/ 408324 h 1065273"/>
              <a:gd name="csX3427" fmla="*/ 592302 w 1728164"/>
              <a:gd name="csY3427" fmla="*/ 407705 h 1065273"/>
              <a:gd name="csX3428" fmla="*/ 592471 w 1728164"/>
              <a:gd name="csY3428" fmla="*/ 407085 h 1065273"/>
              <a:gd name="csX3429" fmla="*/ 592649 w 1728164"/>
              <a:gd name="csY3429" fmla="*/ 406465 h 1065273"/>
              <a:gd name="csX3430" fmla="*/ 592818 w 1728164"/>
              <a:gd name="csY3430" fmla="*/ 405846 h 1065273"/>
              <a:gd name="csX3431" fmla="*/ 592996 w 1728164"/>
              <a:gd name="csY3431" fmla="*/ 405227 h 1065273"/>
              <a:gd name="csX3432" fmla="*/ 593165 w 1728164"/>
              <a:gd name="csY3432" fmla="*/ 404608 h 1065273"/>
              <a:gd name="csX3433" fmla="*/ 593343 w 1728164"/>
              <a:gd name="csY3433" fmla="*/ 403989 h 1065273"/>
              <a:gd name="csX3434" fmla="*/ 593512 w 1728164"/>
              <a:gd name="csY3434" fmla="*/ 403370 h 1065273"/>
              <a:gd name="csX3435" fmla="*/ 593681 w 1728164"/>
              <a:gd name="csY3435" fmla="*/ 402751 h 1065273"/>
              <a:gd name="csX3436" fmla="*/ 593859 w 1728164"/>
              <a:gd name="csY3436" fmla="*/ 402133 h 1065273"/>
              <a:gd name="csX3437" fmla="*/ 594028 w 1728164"/>
              <a:gd name="csY3437" fmla="*/ 401515 h 1065273"/>
              <a:gd name="csX3438" fmla="*/ 594205 w 1728164"/>
              <a:gd name="csY3438" fmla="*/ 400896 h 1065273"/>
              <a:gd name="csX3439" fmla="*/ 594375 w 1728164"/>
              <a:gd name="csY3439" fmla="*/ 400278 h 1065273"/>
              <a:gd name="csX3440" fmla="*/ 594552 w 1728164"/>
              <a:gd name="csY3440" fmla="*/ 399661 h 1065273"/>
              <a:gd name="csX3441" fmla="*/ 594721 w 1728164"/>
              <a:gd name="csY3441" fmla="*/ 399043 h 1065273"/>
              <a:gd name="csX3442" fmla="*/ 594891 w 1728164"/>
              <a:gd name="csY3442" fmla="*/ 398425 h 1065273"/>
              <a:gd name="csX3443" fmla="*/ 595068 w 1728164"/>
              <a:gd name="csY3443" fmla="*/ 397808 h 1065273"/>
              <a:gd name="csX3444" fmla="*/ 595238 w 1728164"/>
              <a:gd name="csY3444" fmla="*/ 397191 h 1065273"/>
              <a:gd name="csX3445" fmla="*/ 595415 w 1728164"/>
              <a:gd name="csY3445" fmla="*/ 396574 h 1065273"/>
              <a:gd name="csX3446" fmla="*/ 595584 w 1728164"/>
              <a:gd name="csY3446" fmla="*/ 395957 h 1065273"/>
              <a:gd name="csX3447" fmla="*/ 595753 w 1728164"/>
              <a:gd name="csY3447" fmla="*/ 395340 h 1065273"/>
              <a:gd name="csX3448" fmla="*/ 595931 w 1728164"/>
              <a:gd name="csY3448" fmla="*/ 394723 h 1065273"/>
              <a:gd name="csX3449" fmla="*/ 596100 w 1728164"/>
              <a:gd name="csY3449" fmla="*/ 394107 h 1065273"/>
              <a:gd name="csX3450" fmla="*/ 596278 w 1728164"/>
              <a:gd name="csY3450" fmla="*/ 393491 h 1065273"/>
              <a:gd name="csX3451" fmla="*/ 596447 w 1728164"/>
              <a:gd name="csY3451" fmla="*/ 392874 h 1065273"/>
              <a:gd name="csX3452" fmla="*/ 596625 w 1728164"/>
              <a:gd name="csY3452" fmla="*/ 392259 h 1065273"/>
              <a:gd name="csX3453" fmla="*/ 596794 w 1728164"/>
              <a:gd name="csY3453" fmla="*/ 391643 h 1065273"/>
              <a:gd name="csX3454" fmla="*/ 596963 w 1728164"/>
              <a:gd name="csY3454" fmla="*/ 391027 h 1065273"/>
              <a:gd name="csX3455" fmla="*/ 597141 w 1728164"/>
              <a:gd name="csY3455" fmla="*/ 390412 h 1065273"/>
              <a:gd name="csX3456" fmla="*/ 597310 w 1728164"/>
              <a:gd name="csY3456" fmla="*/ 389797 h 1065273"/>
              <a:gd name="csX3457" fmla="*/ 597488 w 1728164"/>
              <a:gd name="csY3457" fmla="*/ 389181 h 1065273"/>
              <a:gd name="csX3458" fmla="*/ 597657 w 1728164"/>
              <a:gd name="csY3458" fmla="*/ 388567 h 1065273"/>
              <a:gd name="csX3459" fmla="*/ 597835 w 1728164"/>
              <a:gd name="csY3459" fmla="*/ 387952 h 1065273"/>
              <a:gd name="csX3460" fmla="*/ 598004 w 1728164"/>
              <a:gd name="csY3460" fmla="*/ 387338 h 1065273"/>
              <a:gd name="csX3461" fmla="*/ 598173 w 1728164"/>
              <a:gd name="csY3461" fmla="*/ 386723 h 1065273"/>
              <a:gd name="csX3462" fmla="*/ 598351 w 1728164"/>
              <a:gd name="csY3462" fmla="*/ 386110 h 1065273"/>
              <a:gd name="csX3463" fmla="*/ 598520 w 1728164"/>
              <a:gd name="csY3463" fmla="*/ 385496 h 1065273"/>
              <a:gd name="csX3464" fmla="*/ 598698 w 1728164"/>
              <a:gd name="csY3464" fmla="*/ 384882 h 1065273"/>
              <a:gd name="csX3465" fmla="*/ 598867 w 1728164"/>
              <a:gd name="csY3465" fmla="*/ 384268 h 1065273"/>
              <a:gd name="csX3466" fmla="*/ 599045 w 1728164"/>
              <a:gd name="csY3466" fmla="*/ 383654 h 1065273"/>
              <a:gd name="csX3467" fmla="*/ 599214 w 1728164"/>
              <a:gd name="csY3467" fmla="*/ 383041 h 1065273"/>
              <a:gd name="csX3468" fmla="*/ 599383 w 1728164"/>
              <a:gd name="csY3468" fmla="*/ 382428 h 1065273"/>
              <a:gd name="csX3469" fmla="*/ 599561 w 1728164"/>
              <a:gd name="csY3469" fmla="*/ 381815 h 1065273"/>
              <a:gd name="csX3470" fmla="*/ 599730 w 1728164"/>
              <a:gd name="csY3470" fmla="*/ 381202 h 1065273"/>
              <a:gd name="csX3471" fmla="*/ 599908 w 1728164"/>
              <a:gd name="csY3471" fmla="*/ 380590 h 1065273"/>
              <a:gd name="csX3472" fmla="*/ 600077 w 1728164"/>
              <a:gd name="csY3472" fmla="*/ 379978 h 1065273"/>
              <a:gd name="csX3473" fmla="*/ 600255 w 1728164"/>
              <a:gd name="csY3473" fmla="*/ 379365 h 1065273"/>
              <a:gd name="csX3474" fmla="*/ 600424 w 1728164"/>
              <a:gd name="csY3474" fmla="*/ 378754 h 1065273"/>
              <a:gd name="csX3475" fmla="*/ 600593 w 1728164"/>
              <a:gd name="csY3475" fmla="*/ 378142 h 1065273"/>
              <a:gd name="csX3476" fmla="*/ 600771 w 1728164"/>
              <a:gd name="csY3476" fmla="*/ 377531 h 1065273"/>
              <a:gd name="csX3477" fmla="*/ 600940 w 1728164"/>
              <a:gd name="csY3477" fmla="*/ 376919 h 1065273"/>
              <a:gd name="csX3478" fmla="*/ 601118 w 1728164"/>
              <a:gd name="csY3478" fmla="*/ 376307 h 1065273"/>
              <a:gd name="csX3479" fmla="*/ 601287 w 1728164"/>
              <a:gd name="csY3479" fmla="*/ 375697 h 1065273"/>
              <a:gd name="csX3480" fmla="*/ 601465 w 1728164"/>
              <a:gd name="csY3480" fmla="*/ 375086 h 1065273"/>
              <a:gd name="csX3481" fmla="*/ 601634 w 1728164"/>
              <a:gd name="csY3481" fmla="*/ 374476 h 1065273"/>
              <a:gd name="csX3482" fmla="*/ 601803 w 1728164"/>
              <a:gd name="csY3482" fmla="*/ 373865 h 1065273"/>
              <a:gd name="csX3483" fmla="*/ 601981 w 1728164"/>
              <a:gd name="csY3483" fmla="*/ 373255 h 1065273"/>
              <a:gd name="csX3484" fmla="*/ 602150 w 1728164"/>
              <a:gd name="csY3484" fmla="*/ 372645 h 1065273"/>
              <a:gd name="csX3485" fmla="*/ 602328 w 1728164"/>
              <a:gd name="csY3485" fmla="*/ 372035 h 1065273"/>
              <a:gd name="csX3486" fmla="*/ 602497 w 1728164"/>
              <a:gd name="csY3486" fmla="*/ 371425 h 1065273"/>
              <a:gd name="csX3487" fmla="*/ 602675 w 1728164"/>
              <a:gd name="csY3487" fmla="*/ 370816 h 1065273"/>
              <a:gd name="csX3488" fmla="*/ 602844 w 1728164"/>
              <a:gd name="csY3488" fmla="*/ 370207 h 1065273"/>
              <a:gd name="csX3489" fmla="*/ 603013 w 1728164"/>
              <a:gd name="csY3489" fmla="*/ 369598 h 1065273"/>
              <a:gd name="csX3490" fmla="*/ 603191 w 1728164"/>
              <a:gd name="csY3490" fmla="*/ 368989 h 1065273"/>
              <a:gd name="csX3491" fmla="*/ 603360 w 1728164"/>
              <a:gd name="csY3491" fmla="*/ 368381 h 1065273"/>
              <a:gd name="csX3492" fmla="*/ 603538 w 1728164"/>
              <a:gd name="csY3492" fmla="*/ 367772 h 1065273"/>
              <a:gd name="csX3493" fmla="*/ 603707 w 1728164"/>
              <a:gd name="csY3493" fmla="*/ 367164 h 1065273"/>
              <a:gd name="csX3494" fmla="*/ 603885 w 1728164"/>
              <a:gd name="csY3494" fmla="*/ 366556 h 1065273"/>
              <a:gd name="csX3495" fmla="*/ 604054 w 1728164"/>
              <a:gd name="csY3495" fmla="*/ 365948 h 1065273"/>
              <a:gd name="csX3496" fmla="*/ 604223 w 1728164"/>
              <a:gd name="csY3496" fmla="*/ 365341 h 1065273"/>
              <a:gd name="csX3497" fmla="*/ 604401 w 1728164"/>
              <a:gd name="csY3497" fmla="*/ 364734 h 1065273"/>
              <a:gd name="csX3498" fmla="*/ 604570 w 1728164"/>
              <a:gd name="csY3498" fmla="*/ 364126 h 1065273"/>
              <a:gd name="csX3499" fmla="*/ 604748 w 1728164"/>
              <a:gd name="csY3499" fmla="*/ 363520 h 1065273"/>
              <a:gd name="csX3500" fmla="*/ 604917 w 1728164"/>
              <a:gd name="csY3500" fmla="*/ 362913 h 1065273"/>
              <a:gd name="csX3501" fmla="*/ 605095 w 1728164"/>
              <a:gd name="csY3501" fmla="*/ 362307 h 1065273"/>
              <a:gd name="csX3502" fmla="*/ 605264 w 1728164"/>
              <a:gd name="csY3502" fmla="*/ 361700 h 1065273"/>
              <a:gd name="csX3503" fmla="*/ 605433 w 1728164"/>
              <a:gd name="csY3503" fmla="*/ 361094 h 1065273"/>
              <a:gd name="csX3504" fmla="*/ 605611 w 1728164"/>
              <a:gd name="csY3504" fmla="*/ 360489 h 1065273"/>
              <a:gd name="csX3505" fmla="*/ 605780 w 1728164"/>
              <a:gd name="csY3505" fmla="*/ 359883 h 1065273"/>
              <a:gd name="csX3506" fmla="*/ 605958 w 1728164"/>
              <a:gd name="csY3506" fmla="*/ 359278 h 1065273"/>
              <a:gd name="csX3507" fmla="*/ 606127 w 1728164"/>
              <a:gd name="csY3507" fmla="*/ 358673 h 1065273"/>
              <a:gd name="csX3508" fmla="*/ 606305 w 1728164"/>
              <a:gd name="csY3508" fmla="*/ 358068 h 1065273"/>
              <a:gd name="csX3509" fmla="*/ 606474 w 1728164"/>
              <a:gd name="csY3509" fmla="*/ 357463 h 1065273"/>
              <a:gd name="csX3510" fmla="*/ 606643 w 1728164"/>
              <a:gd name="csY3510" fmla="*/ 356859 h 1065273"/>
              <a:gd name="csX3511" fmla="*/ 606821 w 1728164"/>
              <a:gd name="csY3511" fmla="*/ 356255 h 1065273"/>
              <a:gd name="csX3512" fmla="*/ 606990 w 1728164"/>
              <a:gd name="csY3512" fmla="*/ 355651 h 1065273"/>
              <a:gd name="csX3513" fmla="*/ 607168 w 1728164"/>
              <a:gd name="csY3513" fmla="*/ 355047 h 1065273"/>
              <a:gd name="csX3514" fmla="*/ 607337 w 1728164"/>
              <a:gd name="csY3514" fmla="*/ 354444 h 1065273"/>
              <a:gd name="csX3515" fmla="*/ 607515 w 1728164"/>
              <a:gd name="csY3515" fmla="*/ 353840 h 1065273"/>
              <a:gd name="csX3516" fmla="*/ 607684 w 1728164"/>
              <a:gd name="csY3516" fmla="*/ 353237 h 1065273"/>
              <a:gd name="csX3517" fmla="*/ 607853 w 1728164"/>
              <a:gd name="csY3517" fmla="*/ 352634 h 1065273"/>
              <a:gd name="csX3518" fmla="*/ 608031 w 1728164"/>
              <a:gd name="csY3518" fmla="*/ 352032 h 1065273"/>
              <a:gd name="csX3519" fmla="*/ 608200 w 1728164"/>
              <a:gd name="csY3519" fmla="*/ 351429 h 1065273"/>
              <a:gd name="csX3520" fmla="*/ 608378 w 1728164"/>
              <a:gd name="csY3520" fmla="*/ 350827 h 1065273"/>
              <a:gd name="csX3521" fmla="*/ 608547 w 1728164"/>
              <a:gd name="csY3521" fmla="*/ 350226 h 1065273"/>
              <a:gd name="csX3522" fmla="*/ 608725 w 1728164"/>
              <a:gd name="csY3522" fmla="*/ 349623 h 1065273"/>
              <a:gd name="csX3523" fmla="*/ 608894 w 1728164"/>
              <a:gd name="csY3523" fmla="*/ 349022 h 1065273"/>
              <a:gd name="csX3524" fmla="*/ 609063 w 1728164"/>
              <a:gd name="csY3524" fmla="*/ 348421 h 1065273"/>
              <a:gd name="csX3525" fmla="*/ 609241 w 1728164"/>
              <a:gd name="csY3525" fmla="*/ 347820 h 1065273"/>
              <a:gd name="csX3526" fmla="*/ 609409 w 1728164"/>
              <a:gd name="csY3526" fmla="*/ 347220 h 1065273"/>
              <a:gd name="csX3527" fmla="*/ 609587 w 1728164"/>
              <a:gd name="csY3527" fmla="*/ 346619 h 1065273"/>
              <a:gd name="csX3528" fmla="*/ 609756 w 1728164"/>
              <a:gd name="csY3528" fmla="*/ 346019 h 1065273"/>
              <a:gd name="csX3529" fmla="*/ 609934 w 1728164"/>
              <a:gd name="csY3529" fmla="*/ 345419 h 1065273"/>
              <a:gd name="csX3530" fmla="*/ 610103 w 1728164"/>
              <a:gd name="csY3530" fmla="*/ 344819 h 1065273"/>
              <a:gd name="csX3531" fmla="*/ 610273 w 1728164"/>
              <a:gd name="csY3531" fmla="*/ 344220 h 1065273"/>
              <a:gd name="csX3532" fmla="*/ 610450 w 1728164"/>
              <a:gd name="csY3532" fmla="*/ 343621 h 1065273"/>
              <a:gd name="csX3533" fmla="*/ 610620 w 1728164"/>
              <a:gd name="csY3533" fmla="*/ 343022 h 1065273"/>
              <a:gd name="csX3534" fmla="*/ 610797 w 1728164"/>
              <a:gd name="csY3534" fmla="*/ 342423 h 1065273"/>
              <a:gd name="csX3535" fmla="*/ 610966 w 1728164"/>
              <a:gd name="csY3535" fmla="*/ 341825 h 1065273"/>
              <a:gd name="csX3536" fmla="*/ 611144 w 1728164"/>
              <a:gd name="csY3536" fmla="*/ 341227 h 1065273"/>
              <a:gd name="csX3537" fmla="*/ 611313 w 1728164"/>
              <a:gd name="csY3537" fmla="*/ 340629 h 1065273"/>
              <a:gd name="csX3538" fmla="*/ 611482 w 1728164"/>
              <a:gd name="csY3538" fmla="*/ 340031 h 1065273"/>
              <a:gd name="csX3539" fmla="*/ 611660 w 1728164"/>
              <a:gd name="csY3539" fmla="*/ 339433 h 1065273"/>
              <a:gd name="csX3540" fmla="*/ 611829 w 1728164"/>
              <a:gd name="csY3540" fmla="*/ 338836 h 1065273"/>
              <a:gd name="csX3541" fmla="*/ 612007 w 1728164"/>
              <a:gd name="csY3541" fmla="*/ 338239 h 1065273"/>
              <a:gd name="csX3542" fmla="*/ 612176 w 1728164"/>
              <a:gd name="csY3542" fmla="*/ 337643 h 1065273"/>
              <a:gd name="csX3543" fmla="*/ 612354 w 1728164"/>
              <a:gd name="csY3543" fmla="*/ 337046 h 1065273"/>
              <a:gd name="csX3544" fmla="*/ 612523 w 1728164"/>
              <a:gd name="csY3544" fmla="*/ 336450 h 1065273"/>
              <a:gd name="csX3545" fmla="*/ 612692 w 1728164"/>
              <a:gd name="csY3545" fmla="*/ 335854 h 1065273"/>
              <a:gd name="csX3546" fmla="*/ 612870 w 1728164"/>
              <a:gd name="csY3546" fmla="*/ 335259 h 1065273"/>
              <a:gd name="csX3547" fmla="*/ 613039 w 1728164"/>
              <a:gd name="csY3547" fmla="*/ 334664 h 1065273"/>
              <a:gd name="csX3548" fmla="*/ 613217 w 1728164"/>
              <a:gd name="csY3548" fmla="*/ 334069 h 1065273"/>
              <a:gd name="csX3549" fmla="*/ 613386 w 1728164"/>
              <a:gd name="csY3549" fmla="*/ 333474 h 1065273"/>
              <a:gd name="csX3550" fmla="*/ 613564 w 1728164"/>
              <a:gd name="csY3550" fmla="*/ 332879 h 1065273"/>
              <a:gd name="csX3551" fmla="*/ 613733 w 1728164"/>
              <a:gd name="csY3551" fmla="*/ 332285 h 1065273"/>
              <a:gd name="csX3552" fmla="*/ 613902 w 1728164"/>
              <a:gd name="csY3552" fmla="*/ 331691 h 1065273"/>
              <a:gd name="csX3553" fmla="*/ 614080 w 1728164"/>
              <a:gd name="csY3553" fmla="*/ 331097 h 1065273"/>
              <a:gd name="csX3554" fmla="*/ 614249 w 1728164"/>
              <a:gd name="csY3554" fmla="*/ 330504 h 1065273"/>
              <a:gd name="csX3555" fmla="*/ 614427 w 1728164"/>
              <a:gd name="csY3555" fmla="*/ 329911 h 1065273"/>
              <a:gd name="csX3556" fmla="*/ 614596 w 1728164"/>
              <a:gd name="csY3556" fmla="*/ 329318 h 1065273"/>
              <a:gd name="csX3557" fmla="*/ 614765 w 1728164"/>
              <a:gd name="csY3557" fmla="*/ 328725 h 1065273"/>
              <a:gd name="csX3558" fmla="*/ 614943 w 1728164"/>
              <a:gd name="csY3558" fmla="*/ 328133 h 1065273"/>
              <a:gd name="csX3559" fmla="*/ 615112 w 1728164"/>
              <a:gd name="csY3559" fmla="*/ 327541 h 1065273"/>
              <a:gd name="csX3560" fmla="*/ 615290 w 1728164"/>
              <a:gd name="csY3560" fmla="*/ 326949 h 1065273"/>
              <a:gd name="csX3561" fmla="*/ 615459 w 1728164"/>
              <a:gd name="csY3561" fmla="*/ 326357 h 1065273"/>
              <a:gd name="csX3562" fmla="*/ 615637 w 1728164"/>
              <a:gd name="csY3562" fmla="*/ 325766 h 1065273"/>
              <a:gd name="csX3563" fmla="*/ 615806 w 1728164"/>
              <a:gd name="csY3563" fmla="*/ 325175 h 1065273"/>
              <a:gd name="csX3564" fmla="*/ 615975 w 1728164"/>
              <a:gd name="csY3564" fmla="*/ 324584 h 1065273"/>
              <a:gd name="csX3565" fmla="*/ 616153 w 1728164"/>
              <a:gd name="csY3565" fmla="*/ 323994 h 1065273"/>
              <a:gd name="csX3566" fmla="*/ 616322 w 1728164"/>
              <a:gd name="csY3566" fmla="*/ 323404 h 1065273"/>
              <a:gd name="csX3567" fmla="*/ 616500 w 1728164"/>
              <a:gd name="csY3567" fmla="*/ 322814 h 1065273"/>
              <a:gd name="csX3568" fmla="*/ 616669 w 1728164"/>
              <a:gd name="csY3568" fmla="*/ 322224 h 1065273"/>
              <a:gd name="csX3569" fmla="*/ 616847 w 1728164"/>
              <a:gd name="csY3569" fmla="*/ 321635 h 1065273"/>
              <a:gd name="csX3570" fmla="*/ 617016 w 1728164"/>
              <a:gd name="csY3570" fmla="*/ 321046 h 1065273"/>
              <a:gd name="csX3571" fmla="*/ 617185 w 1728164"/>
              <a:gd name="csY3571" fmla="*/ 320457 h 1065273"/>
              <a:gd name="csX3572" fmla="*/ 617363 w 1728164"/>
              <a:gd name="csY3572" fmla="*/ 319869 h 1065273"/>
              <a:gd name="csX3573" fmla="*/ 617532 w 1728164"/>
              <a:gd name="csY3573" fmla="*/ 319281 h 1065273"/>
              <a:gd name="csX3574" fmla="*/ 617710 w 1728164"/>
              <a:gd name="csY3574" fmla="*/ 318693 h 1065273"/>
              <a:gd name="csX3575" fmla="*/ 617879 w 1728164"/>
              <a:gd name="csY3575" fmla="*/ 318105 h 1065273"/>
              <a:gd name="csX3576" fmla="*/ 618057 w 1728164"/>
              <a:gd name="csY3576" fmla="*/ 317518 h 1065273"/>
              <a:gd name="csX3577" fmla="*/ 618226 w 1728164"/>
              <a:gd name="csY3577" fmla="*/ 316931 h 1065273"/>
              <a:gd name="csX3578" fmla="*/ 618395 w 1728164"/>
              <a:gd name="csY3578" fmla="*/ 316344 h 1065273"/>
              <a:gd name="csX3579" fmla="*/ 618573 w 1728164"/>
              <a:gd name="csY3579" fmla="*/ 315758 h 1065273"/>
              <a:gd name="csX3580" fmla="*/ 618742 w 1728164"/>
              <a:gd name="csY3580" fmla="*/ 315172 h 1065273"/>
              <a:gd name="csX3581" fmla="*/ 618920 w 1728164"/>
              <a:gd name="csY3581" fmla="*/ 314587 h 1065273"/>
              <a:gd name="csX3582" fmla="*/ 619089 w 1728164"/>
              <a:gd name="csY3582" fmla="*/ 314001 h 1065273"/>
              <a:gd name="csX3583" fmla="*/ 619267 w 1728164"/>
              <a:gd name="csY3583" fmla="*/ 313416 h 1065273"/>
              <a:gd name="csX3584" fmla="*/ 619436 w 1728164"/>
              <a:gd name="csY3584" fmla="*/ 312830 h 1065273"/>
              <a:gd name="csX3585" fmla="*/ 619605 w 1728164"/>
              <a:gd name="csY3585" fmla="*/ 312246 h 1065273"/>
              <a:gd name="csX3586" fmla="*/ 619783 w 1728164"/>
              <a:gd name="csY3586" fmla="*/ 311661 h 1065273"/>
              <a:gd name="csX3587" fmla="*/ 619952 w 1728164"/>
              <a:gd name="csY3587" fmla="*/ 311078 h 1065273"/>
              <a:gd name="csX3588" fmla="*/ 620130 w 1728164"/>
              <a:gd name="csY3588" fmla="*/ 310494 h 1065273"/>
              <a:gd name="csX3589" fmla="*/ 620299 w 1728164"/>
              <a:gd name="csY3589" fmla="*/ 309911 h 1065273"/>
              <a:gd name="csX3590" fmla="*/ 620477 w 1728164"/>
              <a:gd name="csY3590" fmla="*/ 309328 h 1065273"/>
              <a:gd name="csX3591" fmla="*/ 620646 w 1728164"/>
              <a:gd name="csY3591" fmla="*/ 308745 h 1065273"/>
              <a:gd name="csX3592" fmla="*/ 620815 w 1728164"/>
              <a:gd name="csY3592" fmla="*/ 308162 h 1065273"/>
              <a:gd name="csX3593" fmla="*/ 620993 w 1728164"/>
              <a:gd name="csY3593" fmla="*/ 307581 h 1065273"/>
              <a:gd name="csX3594" fmla="*/ 621162 w 1728164"/>
              <a:gd name="csY3594" fmla="*/ 306999 h 1065273"/>
              <a:gd name="csX3595" fmla="*/ 621340 w 1728164"/>
              <a:gd name="csY3595" fmla="*/ 306417 h 1065273"/>
              <a:gd name="csX3596" fmla="*/ 621509 w 1728164"/>
              <a:gd name="csY3596" fmla="*/ 305836 h 1065273"/>
              <a:gd name="csX3597" fmla="*/ 621687 w 1728164"/>
              <a:gd name="csY3597" fmla="*/ 305255 h 1065273"/>
              <a:gd name="csX3598" fmla="*/ 621856 w 1728164"/>
              <a:gd name="csY3598" fmla="*/ 304674 h 1065273"/>
              <a:gd name="csX3599" fmla="*/ 622025 w 1728164"/>
              <a:gd name="csY3599" fmla="*/ 304094 h 1065273"/>
              <a:gd name="csX3600" fmla="*/ 622203 w 1728164"/>
              <a:gd name="csY3600" fmla="*/ 303514 h 1065273"/>
              <a:gd name="csX3601" fmla="*/ 622372 w 1728164"/>
              <a:gd name="csY3601" fmla="*/ 302934 h 1065273"/>
              <a:gd name="csX3602" fmla="*/ 622550 w 1728164"/>
              <a:gd name="csY3602" fmla="*/ 302355 h 1065273"/>
              <a:gd name="csX3603" fmla="*/ 622719 w 1728164"/>
              <a:gd name="csY3603" fmla="*/ 301776 h 1065273"/>
              <a:gd name="csX3604" fmla="*/ 622897 w 1728164"/>
              <a:gd name="csY3604" fmla="*/ 301197 h 1065273"/>
              <a:gd name="csX3605" fmla="*/ 623066 w 1728164"/>
              <a:gd name="csY3605" fmla="*/ 300619 h 1065273"/>
              <a:gd name="csX3606" fmla="*/ 623235 w 1728164"/>
              <a:gd name="csY3606" fmla="*/ 300041 h 1065273"/>
              <a:gd name="csX3607" fmla="*/ 623412 w 1728164"/>
              <a:gd name="csY3607" fmla="*/ 299463 h 1065273"/>
              <a:gd name="csX3608" fmla="*/ 623582 w 1728164"/>
              <a:gd name="csY3608" fmla="*/ 298885 h 1065273"/>
              <a:gd name="csX3609" fmla="*/ 623759 w 1728164"/>
              <a:gd name="csY3609" fmla="*/ 298309 h 1065273"/>
              <a:gd name="csX3610" fmla="*/ 623929 w 1728164"/>
              <a:gd name="csY3610" fmla="*/ 297731 h 1065273"/>
              <a:gd name="csX3611" fmla="*/ 624106 w 1728164"/>
              <a:gd name="csY3611" fmla="*/ 297155 h 1065273"/>
              <a:gd name="csX3612" fmla="*/ 624276 w 1728164"/>
              <a:gd name="csY3612" fmla="*/ 296579 h 1065273"/>
              <a:gd name="csX3613" fmla="*/ 624445 w 1728164"/>
              <a:gd name="csY3613" fmla="*/ 296004 h 1065273"/>
              <a:gd name="csX3614" fmla="*/ 624623 w 1728164"/>
              <a:gd name="csY3614" fmla="*/ 295428 h 1065273"/>
              <a:gd name="csX3615" fmla="*/ 624791 w 1728164"/>
              <a:gd name="csY3615" fmla="*/ 294852 h 1065273"/>
              <a:gd name="csX3616" fmla="*/ 624969 w 1728164"/>
              <a:gd name="csY3616" fmla="*/ 294278 h 1065273"/>
              <a:gd name="csX3617" fmla="*/ 625138 w 1728164"/>
              <a:gd name="csY3617" fmla="*/ 293704 h 1065273"/>
              <a:gd name="csX3618" fmla="*/ 625316 w 1728164"/>
              <a:gd name="csY3618" fmla="*/ 293129 h 1065273"/>
              <a:gd name="csX3619" fmla="*/ 625485 w 1728164"/>
              <a:gd name="csY3619" fmla="*/ 292555 h 1065273"/>
              <a:gd name="csX3620" fmla="*/ 625654 w 1728164"/>
              <a:gd name="csY3620" fmla="*/ 291982 h 1065273"/>
              <a:gd name="csX3621" fmla="*/ 625832 w 1728164"/>
              <a:gd name="csY3621" fmla="*/ 291409 h 1065273"/>
              <a:gd name="csX3622" fmla="*/ 626001 w 1728164"/>
              <a:gd name="csY3622" fmla="*/ 290836 h 1065273"/>
              <a:gd name="csX3623" fmla="*/ 626179 w 1728164"/>
              <a:gd name="csY3623" fmla="*/ 290264 h 1065273"/>
              <a:gd name="csX3624" fmla="*/ 626348 w 1728164"/>
              <a:gd name="csY3624" fmla="*/ 289692 h 1065273"/>
              <a:gd name="csX3625" fmla="*/ 626526 w 1728164"/>
              <a:gd name="csY3625" fmla="*/ 289120 h 1065273"/>
              <a:gd name="csX3626" fmla="*/ 626695 w 1728164"/>
              <a:gd name="csY3626" fmla="*/ 288548 h 1065273"/>
              <a:gd name="csX3627" fmla="*/ 626864 w 1728164"/>
              <a:gd name="csY3627" fmla="*/ 287977 h 1065273"/>
              <a:gd name="csX3628" fmla="*/ 627042 w 1728164"/>
              <a:gd name="csY3628" fmla="*/ 287406 h 1065273"/>
              <a:gd name="csX3629" fmla="*/ 627211 w 1728164"/>
              <a:gd name="csY3629" fmla="*/ 286836 h 1065273"/>
              <a:gd name="csX3630" fmla="*/ 627389 w 1728164"/>
              <a:gd name="csY3630" fmla="*/ 286266 h 1065273"/>
              <a:gd name="csX3631" fmla="*/ 627558 w 1728164"/>
              <a:gd name="csY3631" fmla="*/ 285696 h 1065273"/>
              <a:gd name="csX3632" fmla="*/ 627736 w 1728164"/>
              <a:gd name="csY3632" fmla="*/ 285127 h 1065273"/>
              <a:gd name="csX3633" fmla="*/ 627905 w 1728164"/>
              <a:gd name="csY3633" fmla="*/ 284557 h 1065273"/>
              <a:gd name="csX3634" fmla="*/ 628074 w 1728164"/>
              <a:gd name="csY3634" fmla="*/ 283989 h 1065273"/>
              <a:gd name="csX3635" fmla="*/ 628252 w 1728164"/>
              <a:gd name="csY3635" fmla="*/ 283420 h 1065273"/>
              <a:gd name="csX3636" fmla="*/ 628421 w 1728164"/>
              <a:gd name="csY3636" fmla="*/ 282853 h 1065273"/>
              <a:gd name="csX3637" fmla="*/ 628599 w 1728164"/>
              <a:gd name="csY3637" fmla="*/ 282285 h 1065273"/>
              <a:gd name="csX3638" fmla="*/ 628768 w 1728164"/>
              <a:gd name="csY3638" fmla="*/ 281718 h 1065273"/>
              <a:gd name="csX3639" fmla="*/ 628946 w 1728164"/>
              <a:gd name="csY3639" fmla="*/ 281151 h 1065273"/>
              <a:gd name="csX3640" fmla="*/ 629115 w 1728164"/>
              <a:gd name="csY3640" fmla="*/ 280584 h 1065273"/>
              <a:gd name="csX3641" fmla="*/ 629284 w 1728164"/>
              <a:gd name="csY3641" fmla="*/ 280018 h 1065273"/>
              <a:gd name="csX3642" fmla="*/ 629462 w 1728164"/>
              <a:gd name="csY3642" fmla="*/ 279452 h 1065273"/>
              <a:gd name="csX3643" fmla="*/ 629631 w 1728164"/>
              <a:gd name="csY3643" fmla="*/ 278887 h 1065273"/>
              <a:gd name="csX3644" fmla="*/ 629809 w 1728164"/>
              <a:gd name="csY3644" fmla="*/ 278321 h 1065273"/>
              <a:gd name="csX3645" fmla="*/ 629978 w 1728164"/>
              <a:gd name="csY3645" fmla="*/ 277756 h 1065273"/>
              <a:gd name="csX3646" fmla="*/ 630156 w 1728164"/>
              <a:gd name="csY3646" fmla="*/ 277192 h 1065273"/>
              <a:gd name="csX3647" fmla="*/ 630325 w 1728164"/>
              <a:gd name="csY3647" fmla="*/ 276628 h 1065273"/>
              <a:gd name="csX3648" fmla="*/ 630494 w 1728164"/>
              <a:gd name="csY3648" fmla="*/ 276064 h 1065273"/>
              <a:gd name="csX3649" fmla="*/ 630672 w 1728164"/>
              <a:gd name="csY3649" fmla="*/ 275501 h 1065273"/>
              <a:gd name="csX3650" fmla="*/ 630841 w 1728164"/>
              <a:gd name="csY3650" fmla="*/ 274938 h 1065273"/>
              <a:gd name="csX3651" fmla="*/ 631019 w 1728164"/>
              <a:gd name="csY3651" fmla="*/ 274375 h 1065273"/>
              <a:gd name="csX3652" fmla="*/ 631188 w 1728164"/>
              <a:gd name="csY3652" fmla="*/ 273813 h 1065273"/>
              <a:gd name="csX3653" fmla="*/ 631366 w 1728164"/>
              <a:gd name="csY3653" fmla="*/ 273251 h 1065273"/>
              <a:gd name="csX3654" fmla="*/ 631535 w 1728164"/>
              <a:gd name="csY3654" fmla="*/ 272690 h 1065273"/>
              <a:gd name="csX3655" fmla="*/ 631704 w 1728164"/>
              <a:gd name="csY3655" fmla="*/ 272128 h 1065273"/>
              <a:gd name="csX3656" fmla="*/ 631882 w 1728164"/>
              <a:gd name="csY3656" fmla="*/ 271568 h 1065273"/>
              <a:gd name="csX3657" fmla="*/ 632051 w 1728164"/>
              <a:gd name="csY3657" fmla="*/ 271007 h 1065273"/>
              <a:gd name="csX3658" fmla="*/ 632229 w 1728164"/>
              <a:gd name="csY3658" fmla="*/ 270447 h 1065273"/>
              <a:gd name="csX3659" fmla="*/ 632398 w 1728164"/>
              <a:gd name="csY3659" fmla="*/ 269887 h 1065273"/>
              <a:gd name="csX3660" fmla="*/ 632576 w 1728164"/>
              <a:gd name="csY3660" fmla="*/ 269328 h 1065273"/>
              <a:gd name="csX3661" fmla="*/ 632745 w 1728164"/>
              <a:gd name="csY3661" fmla="*/ 268769 h 1065273"/>
              <a:gd name="csX3662" fmla="*/ 632914 w 1728164"/>
              <a:gd name="csY3662" fmla="*/ 268210 h 1065273"/>
              <a:gd name="csX3663" fmla="*/ 633092 w 1728164"/>
              <a:gd name="csY3663" fmla="*/ 267652 h 1065273"/>
              <a:gd name="csX3664" fmla="*/ 633261 w 1728164"/>
              <a:gd name="csY3664" fmla="*/ 267094 h 1065273"/>
              <a:gd name="csX3665" fmla="*/ 633439 w 1728164"/>
              <a:gd name="csY3665" fmla="*/ 266537 h 1065273"/>
              <a:gd name="csX3666" fmla="*/ 633608 w 1728164"/>
              <a:gd name="csY3666" fmla="*/ 265980 h 1065273"/>
              <a:gd name="csX3667" fmla="*/ 633777 w 1728164"/>
              <a:gd name="csY3667" fmla="*/ 265423 h 1065273"/>
              <a:gd name="csX3668" fmla="*/ 633955 w 1728164"/>
              <a:gd name="csY3668" fmla="*/ 264866 h 1065273"/>
              <a:gd name="csX3669" fmla="*/ 634124 w 1728164"/>
              <a:gd name="csY3669" fmla="*/ 264311 h 1065273"/>
              <a:gd name="csX3670" fmla="*/ 634302 w 1728164"/>
              <a:gd name="csY3670" fmla="*/ 263755 h 1065273"/>
              <a:gd name="csX3671" fmla="*/ 634471 w 1728164"/>
              <a:gd name="csY3671" fmla="*/ 263200 h 1065273"/>
              <a:gd name="csX3672" fmla="*/ 634649 w 1728164"/>
              <a:gd name="csY3672" fmla="*/ 262645 h 1065273"/>
              <a:gd name="csX3673" fmla="*/ 634818 w 1728164"/>
              <a:gd name="csY3673" fmla="*/ 262090 h 1065273"/>
              <a:gd name="csX3674" fmla="*/ 634987 w 1728164"/>
              <a:gd name="csY3674" fmla="*/ 261536 h 1065273"/>
              <a:gd name="csX3675" fmla="*/ 635165 w 1728164"/>
              <a:gd name="csY3675" fmla="*/ 260983 h 1065273"/>
              <a:gd name="csX3676" fmla="*/ 635334 w 1728164"/>
              <a:gd name="csY3676" fmla="*/ 260429 h 1065273"/>
              <a:gd name="csX3677" fmla="*/ 635512 w 1728164"/>
              <a:gd name="csY3677" fmla="*/ 259877 h 1065273"/>
              <a:gd name="csX3678" fmla="*/ 635681 w 1728164"/>
              <a:gd name="csY3678" fmla="*/ 259324 h 1065273"/>
              <a:gd name="csX3679" fmla="*/ 635859 w 1728164"/>
              <a:gd name="csY3679" fmla="*/ 258772 h 1065273"/>
              <a:gd name="csX3680" fmla="*/ 636028 w 1728164"/>
              <a:gd name="csY3680" fmla="*/ 258220 h 1065273"/>
              <a:gd name="csX3681" fmla="*/ 636197 w 1728164"/>
              <a:gd name="csY3681" fmla="*/ 257669 h 1065273"/>
              <a:gd name="csX3682" fmla="*/ 636375 w 1728164"/>
              <a:gd name="csY3682" fmla="*/ 257118 h 1065273"/>
              <a:gd name="csX3683" fmla="*/ 636544 w 1728164"/>
              <a:gd name="csY3683" fmla="*/ 256567 h 1065273"/>
              <a:gd name="csX3684" fmla="*/ 636722 w 1728164"/>
              <a:gd name="csY3684" fmla="*/ 256017 h 1065273"/>
              <a:gd name="csX3685" fmla="*/ 636891 w 1728164"/>
              <a:gd name="csY3685" fmla="*/ 255468 h 1065273"/>
              <a:gd name="csX3686" fmla="*/ 637069 w 1728164"/>
              <a:gd name="csY3686" fmla="*/ 254918 h 1065273"/>
              <a:gd name="csX3687" fmla="*/ 637238 w 1728164"/>
              <a:gd name="csY3687" fmla="*/ 254369 h 1065273"/>
              <a:gd name="csX3688" fmla="*/ 637407 w 1728164"/>
              <a:gd name="csY3688" fmla="*/ 253820 h 1065273"/>
              <a:gd name="csX3689" fmla="*/ 637585 w 1728164"/>
              <a:gd name="csY3689" fmla="*/ 253272 h 1065273"/>
              <a:gd name="csX3690" fmla="*/ 637754 w 1728164"/>
              <a:gd name="csY3690" fmla="*/ 252724 h 1065273"/>
              <a:gd name="csX3691" fmla="*/ 637932 w 1728164"/>
              <a:gd name="csY3691" fmla="*/ 252177 h 1065273"/>
              <a:gd name="csX3692" fmla="*/ 638101 w 1728164"/>
              <a:gd name="csY3692" fmla="*/ 251630 h 1065273"/>
              <a:gd name="csX3693" fmla="*/ 638279 w 1728164"/>
              <a:gd name="csY3693" fmla="*/ 251084 h 1065273"/>
              <a:gd name="csX3694" fmla="*/ 638448 w 1728164"/>
              <a:gd name="csY3694" fmla="*/ 250537 h 1065273"/>
              <a:gd name="csX3695" fmla="*/ 638617 w 1728164"/>
              <a:gd name="csY3695" fmla="*/ 249991 h 1065273"/>
              <a:gd name="csX3696" fmla="*/ 638794 w 1728164"/>
              <a:gd name="csY3696" fmla="*/ 249446 h 1065273"/>
              <a:gd name="csX3697" fmla="*/ 638964 w 1728164"/>
              <a:gd name="csY3697" fmla="*/ 248901 h 1065273"/>
              <a:gd name="csX3698" fmla="*/ 639141 w 1728164"/>
              <a:gd name="csY3698" fmla="*/ 248357 h 1065273"/>
              <a:gd name="csX3699" fmla="*/ 639311 w 1728164"/>
              <a:gd name="csY3699" fmla="*/ 247812 h 1065273"/>
              <a:gd name="csX3700" fmla="*/ 639488 w 1728164"/>
              <a:gd name="csY3700" fmla="*/ 247269 h 1065273"/>
              <a:gd name="csX3701" fmla="*/ 639657 w 1728164"/>
              <a:gd name="csY3701" fmla="*/ 246725 h 1065273"/>
              <a:gd name="csX3702" fmla="*/ 639827 w 1728164"/>
              <a:gd name="csY3702" fmla="*/ 246183 h 1065273"/>
              <a:gd name="csX3703" fmla="*/ 640004 w 1728164"/>
              <a:gd name="csY3703" fmla="*/ 245640 h 1065273"/>
              <a:gd name="csX3704" fmla="*/ 640173 w 1728164"/>
              <a:gd name="csY3704" fmla="*/ 245098 h 1065273"/>
              <a:gd name="csX3705" fmla="*/ 640351 w 1728164"/>
              <a:gd name="csY3705" fmla="*/ 244556 h 1065273"/>
              <a:gd name="csX3706" fmla="*/ 640520 w 1728164"/>
              <a:gd name="csY3706" fmla="*/ 244014 h 1065273"/>
              <a:gd name="csX3707" fmla="*/ 640698 w 1728164"/>
              <a:gd name="csY3707" fmla="*/ 243474 h 1065273"/>
              <a:gd name="csX3708" fmla="*/ 640867 w 1728164"/>
              <a:gd name="csY3708" fmla="*/ 242934 h 1065273"/>
              <a:gd name="csX3709" fmla="*/ 641036 w 1728164"/>
              <a:gd name="csY3709" fmla="*/ 242394 h 1065273"/>
              <a:gd name="csX3710" fmla="*/ 641214 w 1728164"/>
              <a:gd name="csY3710" fmla="*/ 241854 h 1065273"/>
              <a:gd name="csX3711" fmla="*/ 641383 w 1728164"/>
              <a:gd name="csY3711" fmla="*/ 241314 h 1065273"/>
              <a:gd name="csX3712" fmla="*/ 641561 w 1728164"/>
              <a:gd name="csY3712" fmla="*/ 240775 h 1065273"/>
              <a:gd name="csX3713" fmla="*/ 641730 w 1728164"/>
              <a:gd name="csY3713" fmla="*/ 240237 h 1065273"/>
              <a:gd name="csX3714" fmla="*/ 641908 w 1728164"/>
              <a:gd name="csY3714" fmla="*/ 239699 h 1065273"/>
              <a:gd name="csX3715" fmla="*/ 642077 w 1728164"/>
              <a:gd name="csY3715" fmla="*/ 239161 h 1065273"/>
              <a:gd name="csX3716" fmla="*/ 642246 w 1728164"/>
              <a:gd name="csY3716" fmla="*/ 238625 h 1065273"/>
              <a:gd name="csX3717" fmla="*/ 642424 w 1728164"/>
              <a:gd name="csY3717" fmla="*/ 238088 h 1065273"/>
              <a:gd name="csX3718" fmla="*/ 642593 w 1728164"/>
              <a:gd name="csY3718" fmla="*/ 237551 h 1065273"/>
              <a:gd name="csX3719" fmla="*/ 642771 w 1728164"/>
              <a:gd name="csY3719" fmla="*/ 237016 h 1065273"/>
              <a:gd name="csX3720" fmla="*/ 642940 w 1728164"/>
              <a:gd name="csY3720" fmla="*/ 236480 h 1065273"/>
              <a:gd name="csX3721" fmla="*/ 643118 w 1728164"/>
              <a:gd name="csY3721" fmla="*/ 235945 h 1065273"/>
              <a:gd name="csX3722" fmla="*/ 643287 w 1728164"/>
              <a:gd name="csY3722" fmla="*/ 235411 h 1065273"/>
              <a:gd name="csX3723" fmla="*/ 643456 w 1728164"/>
              <a:gd name="csY3723" fmla="*/ 234877 h 1065273"/>
              <a:gd name="csX3724" fmla="*/ 643634 w 1728164"/>
              <a:gd name="csY3724" fmla="*/ 234343 h 1065273"/>
              <a:gd name="csX3725" fmla="*/ 643803 w 1728164"/>
              <a:gd name="csY3725" fmla="*/ 233809 h 1065273"/>
              <a:gd name="csX3726" fmla="*/ 643981 w 1728164"/>
              <a:gd name="csY3726" fmla="*/ 233277 h 1065273"/>
              <a:gd name="csX3727" fmla="*/ 644150 w 1728164"/>
              <a:gd name="csY3727" fmla="*/ 232744 h 1065273"/>
              <a:gd name="csX3728" fmla="*/ 644328 w 1728164"/>
              <a:gd name="csY3728" fmla="*/ 232212 h 1065273"/>
              <a:gd name="csX3729" fmla="*/ 644497 w 1728164"/>
              <a:gd name="csY3729" fmla="*/ 231680 h 1065273"/>
              <a:gd name="csX3730" fmla="*/ 644666 w 1728164"/>
              <a:gd name="csY3730" fmla="*/ 231149 h 1065273"/>
              <a:gd name="csX3731" fmla="*/ 644844 w 1728164"/>
              <a:gd name="csY3731" fmla="*/ 230619 h 1065273"/>
              <a:gd name="csX3732" fmla="*/ 645013 w 1728164"/>
              <a:gd name="csY3732" fmla="*/ 230089 h 1065273"/>
              <a:gd name="csX3733" fmla="*/ 645191 w 1728164"/>
              <a:gd name="csY3733" fmla="*/ 229559 h 1065273"/>
              <a:gd name="csX3734" fmla="*/ 645360 w 1728164"/>
              <a:gd name="csY3734" fmla="*/ 229029 h 1065273"/>
              <a:gd name="csX3735" fmla="*/ 645538 w 1728164"/>
              <a:gd name="csY3735" fmla="*/ 228501 h 1065273"/>
              <a:gd name="csX3736" fmla="*/ 645707 w 1728164"/>
              <a:gd name="csY3736" fmla="*/ 227972 h 1065273"/>
              <a:gd name="csX3737" fmla="*/ 645876 w 1728164"/>
              <a:gd name="csY3737" fmla="*/ 227444 h 1065273"/>
              <a:gd name="csX3738" fmla="*/ 646054 w 1728164"/>
              <a:gd name="csY3738" fmla="*/ 226916 h 1065273"/>
              <a:gd name="csX3739" fmla="*/ 646223 w 1728164"/>
              <a:gd name="csY3739" fmla="*/ 226389 h 1065273"/>
              <a:gd name="csX3740" fmla="*/ 646401 w 1728164"/>
              <a:gd name="csY3740" fmla="*/ 225862 h 1065273"/>
              <a:gd name="csX3741" fmla="*/ 646570 w 1728164"/>
              <a:gd name="csY3741" fmla="*/ 225336 h 1065273"/>
              <a:gd name="csX3742" fmla="*/ 646748 w 1728164"/>
              <a:gd name="csY3742" fmla="*/ 224810 h 1065273"/>
              <a:gd name="csX3743" fmla="*/ 646917 w 1728164"/>
              <a:gd name="csY3743" fmla="*/ 224285 h 1065273"/>
              <a:gd name="csX3744" fmla="*/ 647086 w 1728164"/>
              <a:gd name="csY3744" fmla="*/ 223760 h 1065273"/>
              <a:gd name="csX3745" fmla="*/ 647264 w 1728164"/>
              <a:gd name="csY3745" fmla="*/ 223235 h 1065273"/>
              <a:gd name="csX3746" fmla="*/ 647433 w 1728164"/>
              <a:gd name="csY3746" fmla="*/ 222711 h 1065273"/>
              <a:gd name="csX3747" fmla="*/ 647611 w 1728164"/>
              <a:gd name="csY3747" fmla="*/ 222187 h 1065273"/>
              <a:gd name="csX3748" fmla="*/ 647780 w 1728164"/>
              <a:gd name="csY3748" fmla="*/ 221664 h 1065273"/>
              <a:gd name="csX3749" fmla="*/ 647958 w 1728164"/>
              <a:gd name="csY3749" fmla="*/ 221142 h 1065273"/>
              <a:gd name="csX3750" fmla="*/ 648127 w 1728164"/>
              <a:gd name="csY3750" fmla="*/ 220620 h 1065273"/>
              <a:gd name="csX3751" fmla="*/ 648296 w 1728164"/>
              <a:gd name="csY3751" fmla="*/ 220097 h 1065273"/>
              <a:gd name="csX3752" fmla="*/ 648474 w 1728164"/>
              <a:gd name="csY3752" fmla="*/ 219576 h 1065273"/>
              <a:gd name="csX3753" fmla="*/ 648643 w 1728164"/>
              <a:gd name="csY3753" fmla="*/ 219055 h 1065273"/>
              <a:gd name="csX3754" fmla="*/ 648821 w 1728164"/>
              <a:gd name="csY3754" fmla="*/ 218534 h 1065273"/>
              <a:gd name="csX3755" fmla="*/ 648990 w 1728164"/>
              <a:gd name="csY3755" fmla="*/ 218015 h 1065273"/>
              <a:gd name="csX3756" fmla="*/ 649168 w 1728164"/>
              <a:gd name="csY3756" fmla="*/ 217495 h 1065273"/>
              <a:gd name="csX3757" fmla="*/ 649337 w 1728164"/>
              <a:gd name="csY3757" fmla="*/ 216976 h 1065273"/>
              <a:gd name="csX3758" fmla="*/ 649506 w 1728164"/>
              <a:gd name="csY3758" fmla="*/ 216457 h 1065273"/>
              <a:gd name="csX3759" fmla="*/ 649684 w 1728164"/>
              <a:gd name="csY3759" fmla="*/ 215939 h 1065273"/>
              <a:gd name="csX3760" fmla="*/ 649853 w 1728164"/>
              <a:gd name="csY3760" fmla="*/ 215421 h 1065273"/>
              <a:gd name="csX3761" fmla="*/ 650031 w 1728164"/>
              <a:gd name="csY3761" fmla="*/ 214904 h 1065273"/>
              <a:gd name="csX3762" fmla="*/ 650200 w 1728164"/>
              <a:gd name="csY3762" fmla="*/ 214388 h 1065273"/>
              <a:gd name="csX3763" fmla="*/ 650378 w 1728164"/>
              <a:gd name="csY3763" fmla="*/ 213871 h 1065273"/>
              <a:gd name="csX3764" fmla="*/ 650547 w 1728164"/>
              <a:gd name="csY3764" fmla="*/ 213355 h 1065273"/>
              <a:gd name="csX3765" fmla="*/ 650716 w 1728164"/>
              <a:gd name="csY3765" fmla="*/ 212840 h 1065273"/>
              <a:gd name="csX3766" fmla="*/ 650894 w 1728164"/>
              <a:gd name="csY3766" fmla="*/ 212324 h 1065273"/>
              <a:gd name="csX3767" fmla="*/ 651063 w 1728164"/>
              <a:gd name="csY3767" fmla="*/ 211810 h 1065273"/>
              <a:gd name="csX3768" fmla="*/ 651241 w 1728164"/>
              <a:gd name="csY3768" fmla="*/ 211296 h 1065273"/>
              <a:gd name="csX3769" fmla="*/ 651410 w 1728164"/>
              <a:gd name="csY3769" fmla="*/ 210783 h 1065273"/>
              <a:gd name="csX3770" fmla="*/ 651588 w 1728164"/>
              <a:gd name="csY3770" fmla="*/ 210269 h 1065273"/>
              <a:gd name="csX3771" fmla="*/ 651757 w 1728164"/>
              <a:gd name="csY3771" fmla="*/ 209757 h 1065273"/>
              <a:gd name="csX3772" fmla="*/ 651926 w 1728164"/>
              <a:gd name="csY3772" fmla="*/ 209245 h 1065273"/>
              <a:gd name="csX3773" fmla="*/ 652104 w 1728164"/>
              <a:gd name="csY3773" fmla="*/ 208733 h 1065273"/>
              <a:gd name="csX3774" fmla="*/ 652273 w 1728164"/>
              <a:gd name="csY3774" fmla="*/ 208221 h 1065273"/>
              <a:gd name="csX3775" fmla="*/ 652451 w 1728164"/>
              <a:gd name="csY3775" fmla="*/ 207711 h 1065273"/>
              <a:gd name="csX3776" fmla="*/ 652620 w 1728164"/>
              <a:gd name="csY3776" fmla="*/ 207200 h 1065273"/>
              <a:gd name="csX3777" fmla="*/ 652789 w 1728164"/>
              <a:gd name="csY3777" fmla="*/ 206690 h 1065273"/>
              <a:gd name="csX3778" fmla="*/ 652967 w 1728164"/>
              <a:gd name="csY3778" fmla="*/ 206181 h 1065273"/>
              <a:gd name="csX3779" fmla="*/ 653136 w 1728164"/>
              <a:gd name="csY3779" fmla="*/ 205673 h 1065273"/>
              <a:gd name="csX3780" fmla="*/ 653314 w 1728164"/>
              <a:gd name="csY3780" fmla="*/ 205164 h 1065273"/>
              <a:gd name="csX3781" fmla="*/ 653483 w 1728164"/>
              <a:gd name="csY3781" fmla="*/ 204656 h 1065273"/>
              <a:gd name="csX3782" fmla="*/ 653660 w 1728164"/>
              <a:gd name="csY3782" fmla="*/ 204149 h 1065273"/>
              <a:gd name="csX3783" fmla="*/ 653830 w 1728164"/>
              <a:gd name="csY3783" fmla="*/ 203642 h 1065273"/>
              <a:gd name="csX3784" fmla="*/ 653998 w 1728164"/>
              <a:gd name="csY3784" fmla="*/ 203135 h 1065273"/>
              <a:gd name="csX3785" fmla="*/ 654176 w 1728164"/>
              <a:gd name="csY3785" fmla="*/ 202629 h 1065273"/>
              <a:gd name="csX3786" fmla="*/ 654345 w 1728164"/>
              <a:gd name="csY3786" fmla="*/ 202124 h 1065273"/>
              <a:gd name="csX3787" fmla="*/ 654523 w 1728164"/>
              <a:gd name="csY3787" fmla="*/ 201618 h 1065273"/>
              <a:gd name="csX3788" fmla="*/ 654692 w 1728164"/>
              <a:gd name="csY3788" fmla="*/ 201114 h 1065273"/>
              <a:gd name="csX3789" fmla="*/ 654870 w 1728164"/>
              <a:gd name="csY3789" fmla="*/ 200610 h 1065273"/>
              <a:gd name="csX3790" fmla="*/ 655039 w 1728164"/>
              <a:gd name="csY3790" fmla="*/ 200106 h 1065273"/>
              <a:gd name="csX3791" fmla="*/ 655209 w 1728164"/>
              <a:gd name="csY3791" fmla="*/ 199603 h 1065273"/>
              <a:gd name="csX3792" fmla="*/ 655386 w 1728164"/>
              <a:gd name="csY3792" fmla="*/ 199101 h 1065273"/>
              <a:gd name="csX3793" fmla="*/ 655555 w 1728164"/>
              <a:gd name="csY3793" fmla="*/ 198599 h 1065273"/>
              <a:gd name="csX3794" fmla="*/ 655733 w 1728164"/>
              <a:gd name="csY3794" fmla="*/ 198097 h 1065273"/>
              <a:gd name="csX3795" fmla="*/ 655902 w 1728164"/>
              <a:gd name="csY3795" fmla="*/ 197596 h 1065273"/>
              <a:gd name="csX3796" fmla="*/ 656080 w 1728164"/>
              <a:gd name="csY3796" fmla="*/ 197096 h 1065273"/>
              <a:gd name="csX3797" fmla="*/ 656249 w 1728164"/>
              <a:gd name="csY3797" fmla="*/ 196595 h 1065273"/>
              <a:gd name="csX3798" fmla="*/ 656418 w 1728164"/>
              <a:gd name="csY3798" fmla="*/ 196096 h 1065273"/>
              <a:gd name="csX3799" fmla="*/ 656596 w 1728164"/>
              <a:gd name="csY3799" fmla="*/ 195596 h 1065273"/>
              <a:gd name="csX3800" fmla="*/ 656765 w 1728164"/>
              <a:gd name="csY3800" fmla="*/ 195097 h 1065273"/>
              <a:gd name="csX3801" fmla="*/ 656943 w 1728164"/>
              <a:gd name="csY3801" fmla="*/ 194599 h 1065273"/>
              <a:gd name="csX3802" fmla="*/ 657112 w 1728164"/>
              <a:gd name="csY3802" fmla="*/ 194101 h 1065273"/>
              <a:gd name="csX3803" fmla="*/ 657290 w 1728164"/>
              <a:gd name="csY3803" fmla="*/ 193604 h 1065273"/>
              <a:gd name="csX3804" fmla="*/ 657459 w 1728164"/>
              <a:gd name="csY3804" fmla="*/ 193107 h 1065273"/>
              <a:gd name="csX3805" fmla="*/ 657628 w 1728164"/>
              <a:gd name="csY3805" fmla="*/ 192611 h 1065273"/>
              <a:gd name="csX3806" fmla="*/ 657806 w 1728164"/>
              <a:gd name="csY3806" fmla="*/ 192115 h 1065273"/>
              <a:gd name="csX3807" fmla="*/ 657975 w 1728164"/>
              <a:gd name="csY3807" fmla="*/ 191620 h 1065273"/>
              <a:gd name="csX3808" fmla="*/ 658153 w 1728164"/>
              <a:gd name="csY3808" fmla="*/ 191125 h 1065273"/>
              <a:gd name="csX3809" fmla="*/ 658322 w 1728164"/>
              <a:gd name="csY3809" fmla="*/ 190631 h 1065273"/>
              <a:gd name="csX3810" fmla="*/ 658500 w 1728164"/>
              <a:gd name="csY3810" fmla="*/ 190138 h 1065273"/>
              <a:gd name="csX3811" fmla="*/ 658669 w 1728164"/>
              <a:gd name="csY3811" fmla="*/ 189644 h 1065273"/>
              <a:gd name="csX3812" fmla="*/ 658838 w 1728164"/>
              <a:gd name="csY3812" fmla="*/ 189151 h 1065273"/>
              <a:gd name="csX3813" fmla="*/ 659016 w 1728164"/>
              <a:gd name="csY3813" fmla="*/ 188659 h 1065273"/>
              <a:gd name="csX3814" fmla="*/ 659185 w 1728164"/>
              <a:gd name="csY3814" fmla="*/ 188167 h 1065273"/>
              <a:gd name="csX3815" fmla="*/ 659363 w 1728164"/>
              <a:gd name="csY3815" fmla="*/ 187676 h 1065273"/>
              <a:gd name="csX3816" fmla="*/ 659532 w 1728164"/>
              <a:gd name="csY3816" fmla="*/ 187185 h 1065273"/>
              <a:gd name="csX3817" fmla="*/ 659710 w 1728164"/>
              <a:gd name="csY3817" fmla="*/ 186695 h 1065273"/>
              <a:gd name="csX3818" fmla="*/ 659879 w 1728164"/>
              <a:gd name="csY3818" fmla="*/ 186205 h 1065273"/>
              <a:gd name="csX3819" fmla="*/ 660048 w 1728164"/>
              <a:gd name="csY3819" fmla="*/ 185716 h 1065273"/>
              <a:gd name="csX3820" fmla="*/ 660226 w 1728164"/>
              <a:gd name="csY3820" fmla="*/ 185228 h 1065273"/>
              <a:gd name="csX3821" fmla="*/ 660395 w 1728164"/>
              <a:gd name="csY3821" fmla="*/ 184739 h 1065273"/>
              <a:gd name="csX3822" fmla="*/ 660573 w 1728164"/>
              <a:gd name="csY3822" fmla="*/ 184252 h 1065273"/>
              <a:gd name="csX3823" fmla="*/ 660742 w 1728164"/>
              <a:gd name="csY3823" fmla="*/ 183764 h 1065273"/>
              <a:gd name="csX3824" fmla="*/ 660920 w 1728164"/>
              <a:gd name="csY3824" fmla="*/ 183278 h 1065273"/>
              <a:gd name="csX3825" fmla="*/ 661089 w 1728164"/>
              <a:gd name="csY3825" fmla="*/ 182791 h 1065273"/>
              <a:gd name="csX3826" fmla="*/ 661258 w 1728164"/>
              <a:gd name="csY3826" fmla="*/ 182306 h 1065273"/>
              <a:gd name="csX3827" fmla="*/ 661436 w 1728164"/>
              <a:gd name="csY3827" fmla="*/ 181820 h 1065273"/>
              <a:gd name="csX3828" fmla="*/ 661605 w 1728164"/>
              <a:gd name="csY3828" fmla="*/ 181335 h 1065273"/>
              <a:gd name="csX3829" fmla="*/ 661783 w 1728164"/>
              <a:gd name="csY3829" fmla="*/ 180851 h 1065273"/>
              <a:gd name="csX3830" fmla="*/ 661952 w 1728164"/>
              <a:gd name="csY3830" fmla="*/ 180368 h 1065273"/>
              <a:gd name="csX3831" fmla="*/ 662130 w 1728164"/>
              <a:gd name="csY3831" fmla="*/ 179885 h 1065273"/>
              <a:gd name="csX3832" fmla="*/ 662299 w 1728164"/>
              <a:gd name="csY3832" fmla="*/ 179402 h 1065273"/>
              <a:gd name="csX3833" fmla="*/ 662468 w 1728164"/>
              <a:gd name="csY3833" fmla="*/ 178920 h 1065273"/>
              <a:gd name="csX3834" fmla="*/ 662646 w 1728164"/>
              <a:gd name="csY3834" fmla="*/ 178439 h 1065273"/>
              <a:gd name="csX3835" fmla="*/ 662815 w 1728164"/>
              <a:gd name="csY3835" fmla="*/ 177957 h 1065273"/>
              <a:gd name="csX3836" fmla="*/ 662993 w 1728164"/>
              <a:gd name="csY3836" fmla="*/ 177477 h 1065273"/>
              <a:gd name="csX3837" fmla="*/ 663162 w 1728164"/>
              <a:gd name="csY3837" fmla="*/ 176998 h 1065273"/>
              <a:gd name="csX3838" fmla="*/ 663340 w 1728164"/>
              <a:gd name="csY3838" fmla="*/ 176518 h 1065273"/>
              <a:gd name="csX3839" fmla="*/ 663509 w 1728164"/>
              <a:gd name="csY3839" fmla="*/ 176039 h 1065273"/>
              <a:gd name="csX3840" fmla="*/ 663678 w 1728164"/>
              <a:gd name="csY3840" fmla="*/ 175561 h 1065273"/>
              <a:gd name="csX3841" fmla="*/ 663856 w 1728164"/>
              <a:gd name="csY3841" fmla="*/ 175082 h 1065273"/>
              <a:gd name="csX3842" fmla="*/ 664025 w 1728164"/>
              <a:gd name="csY3842" fmla="*/ 174605 h 1065273"/>
              <a:gd name="csX3843" fmla="*/ 664203 w 1728164"/>
              <a:gd name="csY3843" fmla="*/ 174128 h 1065273"/>
              <a:gd name="csX3844" fmla="*/ 664372 w 1728164"/>
              <a:gd name="csY3844" fmla="*/ 173652 h 1065273"/>
              <a:gd name="csX3845" fmla="*/ 664550 w 1728164"/>
              <a:gd name="csY3845" fmla="*/ 173177 h 1065273"/>
              <a:gd name="csX3846" fmla="*/ 664719 w 1728164"/>
              <a:gd name="csY3846" fmla="*/ 172701 h 1065273"/>
              <a:gd name="csX3847" fmla="*/ 664888 w 1728164"/>
              <a:gd name="csY3847" fmla="*/ 172226 h 1065273"/>
              <a:gd name="csX3848" fmla="*/ 665066 w 1728164"/>
              <a:gd name="csY3848" fmla="*/ 171752 h 1065273"/>
              <a:gd name="csX3849" fmla="*/ 665235 w 1728164"/>
              <a:gd name="csY3849" fmla="*/ 171278 h 1065273"/>
              <a:gd name="csX3850" fmla="*/ 665413 w 1728164"/>
              <a:gd name="csY3850" fmla="*/ 170805 h 1065273"/>
              <a:gd name="csX3851" fmla="*/ 665582 w 1728164"/>
              <a:gd name="csY3851" fmla="*/ 170332 h 1065273"/>
              <a:gd name="csX3852" fmla="*/ 665760 w 1728164"/>
              <a:gd name="csY3852" fmla="*/ 169860 h 1065273"/>
              <a:gd name="csX3853" fmla="*/ 665929 w 1728164"/>
              <a:gd name="csY3853" fmla="*/ 169388 h 1065273"/>
              <a:gd name="csX3854" fmla="*/ 666098 w 1728164"/>
              <a:gd name="csY3854" fmla="*/ 168918 h 1065273"/>
              <a:gd name="csX3855" fmla="*/ 666276 w 1728164"/>
              <a:gd name="csY3855" fmla="*/ 168447 h 1065273"/>
              <a:gd name="csX3856" fmla="*/ 666445 w 1728164"/>
              <a:gd name="csY3856" fmla="*/ 167977 h 1065273"/>
              <a:gd name="csX3857" fmla="*/ 666623 w 1728164"/>
              <a:gd name="csY3857" fmla="*/ 167508 h 1065273"/>
              <a:gd name="csX3858" fmla="*/ 666792 w 1728164"/>
              <a:gd name="csY3858" fmla="*/ 167039 h 1065273"/>
              <a:gd name="csX3859" fmla="*/ 666970 w 1728164"/>
              <a:gd name="csY3859" fmla="*/ 166571 h 1065273"/>
              <a:gd name="csX3860" fmla="*/ 667139 w 1728164"/>
              <a:gd name="csY3860" fmla="*/ 166103 h 1065273"/>
              <a:gd name="csX3861" fmla="*/ 667308 w 1728164"/>
              <a:gd name="csY3861" fmla="*/ 165636 h 1065273"/>
              <a:gd name="csX3862" fmla="*/ 667486 w 1728164"/>
              <a:gd name="csY3862" fmla="*/ 165169 h 1065273"/>
              <a:gd name="csX3863" fmla="*/ 667655 w 1728164"/>
              <a:gd name="csY3863" fmla="*/ 164703 h 1065273"/>
              <a:gd name="csX3864" fmla="*/ 667833 w 1728164"/>
              <a:gd name="csY3864" fmla="*/ 164236 h 1065273"/>
              <a:gd name="csX3865" fmla="*/ 668002 w 1728164"/>
              <a:gd name="csY3865" fmla="*/ 163772 h 1065273"/>
              <a:gd name="csX3866" fmla="*/ 668179 w 1728164"/>
              <a:gd name="csY3866" fmla="*/ 163307 h 1065273"/>
              <a:gd name="csX3867" fmla="*/ 668348 w 1728164"/>
              <a:gd name="csY3867" fmla="*/ 162843 h 1065273"/>
              <a:gd name="csX3868" fmla="*/ 668518 w 1728164"/>
              <a:gd name="csY3868" fmla="*/ 162380 h 1065273"/>
              <a:gd name="csX3869" fmla="*/ 668695 w 1728164"/>
              <a:gd name="csY3869" fmla="*/ 161916 h 1065273"/>
              <a:gd name="csX3870" fmla="*/ 668865 w 1728164"/>
              <a:gd name="csY3870" fmla="*/ 161455 h 1065273"/>
              <a:gd name="csX3871" fmla="*/ 669042 w 1728164"/>
              <a:gd name="csY3871" fmla="*/ 160992 h 1065273"/>
              <a:gd name="csX3872" fmla="*/ 669212 w 1728164"/>
              <a:gd name="csY3872" fmla="*/ 160531 h 1065273"/>
              <a:gd name="csX3873" fmla="*/ 669389 w 1728164"/>
              <a:gd name="csY3873" fmla="*/ 160070 h 1065273"/>
              <a:gd name="csX3874" fmla="*/ 669558 w 1728164"/>
              <a:gd name="csY3874" fmla="*/ 159610 h 1065273"/>
              <a:gd name="csX3875" fmla="*/ 669727 w 1728164"/>
              <a:gd name="csY3875" fmla="*/ 159150 h 1065273"/>
              <a:gd name="csX3876" fmla="*/ 669905 w 1728164"/>
              <a:gd name="csY3876" fmla="*/ 158691 h 1065273"/>
              <a:gd name="csX3877" fmla="*/ 670074 w 1728164"/>
              <a:gd name="csY3877" fmla="*/ 158232 h 1065273"/>
              <a:gd name="csX3878" fmla="*/ 670252 w 1728164"/>
              <a:gd name="csY3878" fmla="*/ 157775 h 1065273"/>
              <a:gd name="csX3879" fmla="*/ 670421 w 1728164"/>
              <a:gd name="csY3879" fmla="*/ 157317 h 1065273"/>
              <a:gd name="csX3880" fmla="*/ 670599 w 1728164"/>
              <a:gd name="csY3880" fmla="*/ 156860 h 1065273"/>
              <a:gd name="csX3881" fmla="*/ 670768 w 1728164"/>
              <a:gd name="csY3881" fmla="*/ 156404 h 1065273"/>
              <a:gd name="csX3882" fmla="*/ 670937 w 1728164"/>
              <a:gd name="csY3882" fmla="*/ 155948 h 1065273"/>
              <a:gd name="csX3883" fmla="*/ 671115 w 1728164"/>
              <a:gd name="csY3883" fmla="*/ 155493 h 1065273"/>
              <a:gd name="csX3884" fmla="*/ 671284 w 1728164"/>
              <a:gd name="csY3884" fmla="*/ 155038 h 1065273"/>
              <a:gd name="csX3885" fmla="*/ 671462 w 1728164"/>
              <a:gd name="csY3885" fmla="*/ 154584 h 1065273"/>
              <a:gd name="csX3886" fmla="*/ 671631 w 1728164"/>
              <a:gd name="csY3886" fmla="*/ 154130 h 1065273"/>
              <a:gd name="csX3887" fmla="*/ 671800 w 1728164"/>
              <a:gd name="csY3887" fmla="*/ 153677 h 1065273"/>
              <a:gd name="csX3888" fmla="*/ 671978 w 1728164"/>
              <a:gd name="csY3888" fmla="*/ 153224 h 1065273"/>
              <a:gd name="csX3889" fmla="*/ 672147 w 1728164"/>
              <a:gd name="csY3889" fmla="*/ 152773 h 1065273"/>
              <a:gd name="csX3890" fmla="*/ 672325 w 1728164"/>
              <a:gd name="csY3890" fmla="*/ 152321 h 1065273"/>
              <a:gd name="csX3891" fmla="*/ 672494 w 1728164"/>
              <a:gd name="csY3891" fmla="*/ 151870 h 1065273"/>
              <a:gd name="csX3892" fmla="*/ 672672 w 1728164"/>
              <a:gd name="csY3892" fmla="*/ 151420 h 1065273"/>
              <a:gd name="csX3893" fmla="*/ 672841 w 1728164"/>
              <a:gd name="csY3893" fmla="*/ 150971 h 1065273"/>
              <a:gd name="csX3894" fmla="*/ 673010 w 1728164"/>
              <a:gd name="csY3894" fmla="*/ 150522 h 1065273"/>
              <a:gd name="csX3895" fmla="*/ 673188 w 1728164"/>
              <a:gd name="csY3895" fmla="*/ 150073 h 1065273"/>
              <a:gd name="csX3896" fmla="*/ 673357 w 1728164"/>
              <a:gd name="csY3896" fmla="*/ 149625 h 1065273"/>
              <a:gd name="csX3897" fmla="*/ 673535 w 1728164"/>
              <a:gd name="csY3897" fmla="*/ 149177 h 1065273"/>
              <a:gd name="csX3898" fmla="*/ 673704 w 1728164"/>
              <a:gd name="csY3898" fmla="*/ 148731 h 1065273"/>
              <a:gd name="csX3899" fmla="*/ 673882 w 1728164"/>
              <a:gd name="csY3899" fmla="*/ 148284 h 1065273"/>
              <a:gd name="csX3900" fmla="*/ 674051 w 1728164"/>
              <a:gd name="csY3900" fmla="*/ 147839 h 1065273"/>
              <a:gd name="csX3901" fmla="*/ 674220 w 1728164"/>
              <a:gd name="csY3901" fmla="*/ 147394 h 1065273"/>
              <a:gd name="csX3902" fmla="*/ 674398 w 1728164"/>
              <a:gd name="csY3902" fmla="*/ 146949 h 1065273"/>
              <a:gd name="csX3903" fmla="*/ 674567 w 1728164"/>
              <a:gd name="csY3903" fmla="*/ 146505 h 1065273"/>
              <a:gd name="csX3904" fmla="*/ 674745 w 1728164"/>
              <a:gd name="csY3904" fmla="*/ 146061 h 1065273"/>
              <a:gd name="csX3905" fmla="*/ 674914 w 1728164"/>
              <a:gd name="csY3905" fmla="*/ 145618 h 1065273"/>
              <a:gd name="csX3906" fmla="*/ 675092 w 1728164"/>
              <a:gd name="csY3906" fmla="*/ 145176 h 1065273"/>
              <a:gd name="csX3907" fmla="*/ 675261 w 1728164"/>
              <a:gd name="csY3907" fmla="*/ 144735 h 1065273"/>
              <a:gd name="csX3908" fmla="*/ 675430 w 1728164"/>
              <a:gd name="csY3908" fmla="*/ 144293 h 1065273"/>
              <a:gd name="csX3909" fmla="*/ 675608 w 1728164"/>
              <a:gd name="csY3909" fmla="*/ 143852 h 1065273"/>
              <a:gd name="csX3910" fmla="*/ 675777 w 1728164"/>
              <a:gd name="csY3910" fmla="*/ 143413 h 1065273"/>
              <a:gd name="csX3911" fmla="*/ 675955 w 1728164"/>
              <a:gd name="csY3911" fmla="*/ 142973 h 1065273"/>
              <a:gd name="csX3912" fmla="*/ 676124 w 1728164"/>
              <a:gd name="csY3912" fmla="*/ 142534 h 1065273"/>
              <a:gd name="csX3913" fmla="*/ 676302 w 1728164"/>
              <a:gd name="csY3913" fmla="*/ 142096 h 1065273"/>
              <a:gd name="csX3914" fmla="*/ 676471 w 1728164"/>
              <a:gd name="csY3914" fmla="*/ 141658 h 1065273"/>
              <a:gd name="csX3915" fmla="*/ 676640 w 1728164"/>
              <a:gd name="csY3915" fmla="*/ 141220 h 1065273"/>
              <a:gd name="csX3916" fmla="*/ 676818 w 1728164"/>
              <a:gd name="csY3916" fmla="*/ 140785 h 1065273"/>
              <a:gd name="csX3917" fmla="*/ 676987 w 1728164"/>
              <a:gd name="csY3917" fmla="*/ 140348 h 1065273"/>
              <a:gd name="csX3918" fmla="*/ 677165 w 1728164"/>
              <a:gd name="csY3918" fmla="*/ 139913 h 1065273"/>
              <a:gd name="csX3919" fmla="*/ 677334 w 1728164"/>
              <a:gd name="csY3919" fmla="*/ 139478 h 1065273"/>
              <a:gd name="csX3920" fmla="*/ 677512 w 1728164"/>
              <a:gd name="csY3920" fmla="*/ 139044 h 1065273"/>
              <a:gd name="csX3921" fmla="*/ 677681 w 1728164"/>
              <a:gd name="csY3921" fmla="*/ 138609 h 1065273"/>
              <a:gd name="csX3922" fmla="*/ 677850 w 1728164"/>
              <a:gd name="csY3922" fmla="*/ 138177 h 1065273"/>
              <a:gd name="csX3923" fmla="*/ 678028 w 1728164"/>
              <a:gd name="csY3923" fmla="*/ 137744 h 1065273"/>
              <a:gd name="csX3924" fmla="*/ 678197 w 1728164"/>
              <a:gd name="csY3924" fmla="*/ 137312 h 1065273"/>
              <a:gd name="csX3925" fmla="*/ 678375 w 1728164"/>
              <a:gd name="csY3925" fmla="*/ 136881 h 1065273"/>
              <a:gd name="csX3926" fmla="*/ 678544 w 1728164"/>
              <a:gd name="csY3926" fmla="*/ 136450 h 1065273"/>
              <a:gd name="csX3927" fmla="*/ 678722 w 1728164"/>
              <a:gd name="csY3927" fmla="*/ 136020 h 1065273"/>
              <a:gd name="csX3928" fmla="*/ 678891 w 1728164"/>
              <a:gd name="csY3928" fmla="*/ 135590 h 1065273"/>
              <a:gd name="csX3929" fmla="*/ 679060 w 1728164"/>
              <a:gd name="csY3929" fmla="*/ 135161 h 1065273"/>
              <a:gd name="csX3930" fmla="*/ 679238 w 1728164"/>
              <a:gd name="csY3930" fmla="*/ 134732 h 1065273"/>
              <a:gd name="csX3931" fmla="*/ 679407 w 1728164"/>
              <a:gd name="csY3931" fmla="*/ 134304 h 1065273"/>
              <a:gd name="csX3932" fmla="*/ 679585 w 1728164"/>
              <a:gd name="csY3932" fmla="*/ 133877 h 1065273"/>
              <a:gd name="csX3933" fmla="*/ 679754 w 1728164"/>
              <a:gd name="csY3933" fmla="*/ 133450 h 1065273"/>
              <a:gd name="csX3934" fmla="*/ 679932 w 1728164"/>
              <a:gd name="csY3934" fmla="*/ 133024 h 1065273"/>
              <a:gd name="csX3935" fmla="*/ 680101 w 1728164"/>
              <a:gd name="csY3935" fmla="*/ 132599 h 1065273"/>
              <a:gd name="csX3936" fmla="*/ 680270 w 1728164"/>
              <a:gd name="csY3936" fmla="*/ 132175 h 1065273"/>
              <a:gd name="csX3937" fmla="*/ 680448 w 1728164"/>
              <a:gd name="csY3937" fmla="*/ 131750 h 1065273"/>
              <a:gd name="csX3938" fmla="*/ 680617 w 1728164"/>
              <a:gd name="csY3938" fmla="*/ 131326 h 1065273"/>
              <a:gd name="csX3939" fmla="*/ 680795 w 1728164"/>
              <a:gd name="csY3939" fmla="*/ 130903 h 1065273"/>
              <a:gd name="csX3940" fmla="*/ 680964 w 1728164"/>
              <a:gd name="csY3940" fmla="*/ 130481 h 1065273"/>
              <a:gd name="csX3941" fmla="*/ 681142 w 1728164"/>
              <a:gd name="csY3941" fmla="*/ 130058 h 1065273"/>
              <a:gd name="csX3942" fmla="*/ 681311 w 1728164"/>
              <a:gd name="csY3942" fmla="*/ 129637 h 1065273"/>
              <a:gd name="csX3943" fmla="*/ 681480 w 1728164"/>
              <a:gd name="csY3943" fmla="*/ 129216 h 1065273"/>
              <a:gd name="csX3944" fmla="*/ 681658 w 1728164"/>
              <a:gd name="csY3944" fmla="*/ 128796 h 1065273"/>
              <a:gd name="csX3945" fmla="*/ 681827 w 1728164"/>
              <a:gd name="csY3945" fmla="*/ 128377 h 1065273"/>
              <a:gd name="csX3946" fmla="*/ 682005 w 1728164"/>
              <a:gd name="csY3946" fmla="*/ 127958 h 1065273"/>
              <a:gd name="csX3947" fmla="*/ 682174 w 1728164"/>
              <a:gd name="csY3947" fmla="*/ 127539 h 1065273"/>
              <a:gd name="csX3948" fmla="*/ 682351 w 1728164"/>
              <a:gd name="csY3948" fmla="*/ 127121 h 1065273"/>
              <a:gd name="csX3949" fmla="*/ 682521 w 1728164"/>
              <a:gd name="csY3949" fmla="*/ 126704 h 1065273"/>
              <a:gd name="csX3950" fmla="*/ 682690 w 1728164"/>
              <a:gd name="csY3950" fmla="*/ 126287 h 1065273"/>
              <a:gd name="csX3951" fmla="*/ 682868 w 1728164"/>
              <a:gd name="csY3951" fmla="*/ 125871 h 1065273"/>
              <a:gd name="csX3952" fmla="*/ 683037 w 1728164"/>
              <a:gd name="csY3952" fmla="*/ 125456 h 1065273"/>
              <a:gd name="csX3953" fmla="*/ 683215 w 1728164"/>
              <a:gd name="csY3953" fmla="*/ 125041 h 1065273"/>
              <a:gd name="csX3954" fmla="*/ 683383 w 1728164"/>
              <a:gd name="csY3954" fmla="*/ 124627 h 1065273"/>
              <a:gd name="csX3955" fmla="*/ 683561 w 1728164"/>
              <a:gd name="csY3955" fmla="*/ 124213 h 1065273"/>
              <a:gd name="csX3956" fmla="*/ 683730 w 1728164"/>
              <a:gd name="csY3956" fmla="*/ 123800 h 1065273"/>
              <a:gd name="csX3957" fmla="*/ 683900 w 1728164"/>
              <a:gd name="csY3957" fmla="*/ 123388 h 1065273"/>
              <a:gd name="csX3958" fmla="*/ 684077 w 1728164"/>
              <a:gd name="csY3958" fmla="*/ 122976 h 1065273"/>
              <a:gd name="csX3959" fmla="*/ 684246 w 1728164"/>
              <a:gd name="csY3959" fmla="*/ 122565 h 1065273"/>
              <a:gd name="csX3960" fmla="*/ 684424 w 1728164"/>
              <a:gd name="csY3960" fmla="*/ 122154 h 1065273"/>
              <a:gd name="csX3961" fmla="*/ 684593 w 1728164"/>
              <a:gd name="csY3961" fmla="*/ 121744 h 1065273"/>
              <a:gd name="csX3962" fmla="*/ 684771 w 1728164"/>
              <a:gd name="csY3962" fmla="*/ 121335 h 1065273"/>
              <a:gd name="csX3963" fmla="*/ 684940 w 1728164"/>
              <a:gd name="csY3963" fmla="*/ 120926 h 1065273"/>
              <a:gd name="csX3964" fmla="*/ 685109 w 1728164"/>
              <a:gd name="csY3964" fmla="*/ 120518 h 1065273"/>
              <a:gd name="csX3965" fmla="*/ 685287 w 1728164"/>
              <a:gd name="csY3965" fmla="*/ 120110 h 1065273"/>
              <a:gd name="csX3966" fmla="*/ 685456 w 1728164"/>
              <a:gd name="csY3966" fmla="*/ 119704 h 1065273"/>
              <a:gd name="csX3967" fmla="*/ 685634 w 1728164"/>
              <a:gd name="csY3967" fmla="*/ 119297 h 1065273"/>
              <a:gd name="csX3968" fmla="*/ 685803 w 1728164"/>
              <a:gd name="csY3968" fmla="*/ 118891 h 1065273"/>
              <a:gd name="csX3969" fmla="*/ 685981 w 1728164"/>
              <a:gd name="csY3969" fmla="*/ 118486 h 1065273"/>
              <a:gd name="csX3970" fmla="*/ 686150 w 1728164"/>
              <a:gd name="csY3970" fmla="*/ 118082 h 1065273"/>
              <a:gd name="csX3971" fmla="*/ 686319 w 1728164"/>
              <a:gd name="csY3971" fmla="*/ 117678 h 1065273"/>
              <a:gd name="csX3972" fmla="*/ 686497 w 1728164"/>
              <a:gd name="csY3972" fmla="*/ 117275 h 1065273"/>
              <a:gd name="csX3973" fmla="*/ 686666 w 1728164"/>
              <a:gd name="csY3973" fmla="*/ 116872 h 1065273"/>
              <a:gd name="csX3974" fmla="*/ 686844 w 1728164"/>
              <a:gd name="csY3974" fmla="*/ 116470 h 1065273"/>
              <a:gd name="csX3975" fmla="*/ 687013 w 1728164"/>
              <a:gd name="csY3975" fmla="*/ 116068 h 1065273"/>
              <a:gd name="csX3976" fmla="*/ 687191 w 1728164"/>
              <a:gd name="csY3976" fmla="*/ 115667 h 1065273"/>
              <a:gd name="csX3977" fmla="*/ 687360 w 1728164"/>
              <a:gd name="csY3977" fmla="*/ 115268 h 1065273"/>
              <a:gd name="csX3978" fmla="*/ 687529 w 1728164"/>
              <a:gd name="csY3978" fmla="*/ 114867 h 1065273"/>
              <a:gd name="csX3979" fmla="*/ 687707 w 1728164"/>
              <a:gd name="csY3979" fmla="*/ 114469 h 1065273"/>
              <a:gd name="csX3980" fmla="*/ 687876 w 1728164"/>
              <a:gd name="csY3980" fmla="*/ 114070 h 1065273"/>
              <a:gd name="csX3981" fmla="*/ 688054 w 1728164"/>
              <a:gd name="csY3981" fmla="*/ 113673 h 1065273"/>
              <a:gd name="csX3982" fmla="*/ 688223 w 1728164"/>
              <a:gd name="csY3982" fmla="*/ 113276 h 1065273"/>
              <a:gd name="csX3983" fmla="*/ 688401 w 1728164"/>
              <a:gd name="csY3983" fmla="*/ 112879 h 1065273"/>
              <a:gd name="csX3984" fmla="*/ 688570 w 1728164"/>
              <a:gd name="csY3984" fmla="*/ 112483 h 1065273"/>
              <a:gd name="csX3985" fmla="*/ 688739 w 1728164"/>
              <a:gd name="csY3985" fmla="*/ 112088 h 1065273"/>
              <a:gd name="csX3986" fmla="*/ 688917 w 1728164"/>
              <a:gd name="csY3986" fmla="*/ 111693 h 1065273"/>
              <a:gd name="csX3987" fmla="*/ 689086 w 1728164"/>
              <a:gd name="csY3987" fmla="*/ 111299 h 1065273"/>
              <a:gd name="csX3988" fmla="*/ 689264 w 1728164"/>
              <a:gd name="csY3988" fmla="*/ 110906 h 1065273"/>
              <a:gd name="csX3989" fmla="*/ 689433 w 1728164"/>
              <a:gd name="csY3989" fmla="*/ 110513 h 1065273"/>
              <a:gd name="csX3990" fmla="*/ 689611 w 1728164"/>
              <a:gd name="csY3990" fmla="*/ 110121 h 1065273"/>
              <a:gd name="csX3991" fmla="*/ 689780 w 1728164"/>
              <a:gd name="csY3991" fmla="*/ 109730 h 1065273"/>
              <a:gd name="csX3992" fmla="*/ 689949 w 1728164"/>
              <a:gd name="csY3992" fmla="*/ 109338 h 1065273"/>
              <a:gd name="csX3993" fmla="*/ 690127 w 1728164"/>
              <a:gd name="csY3993" fmla="*/ 108948 h 1065273"/>
              <a:gd name="csX3994" fmla="*/ 690296 w 1728164"/>
              <a:gd name="csY3994" fmla="*/ 108558 h 1065273"/>
              <a:gd name="csX3995" fmla="*/ 690474 w 1728164"/>
              <a:gd name="csY3995" fmla="*/ 108169 h 1065273"/>
              <a:gd name="csX3996" fmla="*/ 690643 w 1728164"/>
              <a:gd name="csY3996" fmla="*/ 107781 h 1065273"/>
              <a:gd name="csX3997" fmla="*/ 690812 w 1728164"/>
              <a:gd name="csY3997" fmla="*/ 107393 h 1065273"/>
              <a:gd name="csX3998" fmla="*/ 690990 w 1728164"/>
              <a:gd name="csY3998" fmla="*/ 107006 h 1065273"/>
              <a:gd name="csX3999" fmla="*/ 691159 w 1728164"/>
              <a:gd name="csY3999" fmla="*/ 106620 h 1065273"/>
              <a:gd name="csX4000" fmla="*/ 691337 w 1728164"/>
              <a:gd name="csY4000" fmla="*/ 106233 h 1065273"/>
              <a:gd name="csX4001" fmla="*/ 691506 w 1728164"/>
              <a:gd name="csY4001" fmla="*/ 105848 h 1065273"/>
              <a:gd name="csX4002" fmla="*/ 691684 w 1728164"/>
              <a:gd name="csY4002" fmla="*/ 105464 h 1065273"/>
              <a:gd name="csX4003" fmla="*/ 691853 w 1728164"/>
              <a:gd name="csY4003" fmla="*/ 105080 h 1065273"/>
              <a:gd name="csX4004" fmla="*/ 692022 w 1728164"/>
              <a:gd name="csY4004" fmla="*/ 104696 h 1065273"/>
              <a:gd name="csX4005" fmla="*/ 692200 w 1728164"/>
              <a:gd name="csY4005" fmla="*/ 104314 h 1065273"/>
              <a:gd name="csX4006" fmla="*/ 692369 w 1728164"/>
              <a:gd name="csY4006" fmla="*/ 103931 h 1065273"/>
              <a:gd name="csX4007" fmla="*/ 692547 w 1728164"/>
              <a:gd name="csY4007" fmla="*/ 103550 h 1065273"/>
              <a:gd name="csX4008" fmla="*/ 692716 w 1728164"/>
              <a:gd name="csY4008" fmla="*/ 103169 h 1065273"/>
              <a:gd name="csX4009" fmla="*/ 692894 w 1728164"/>
              <a:gd name="csY4009" fmla="*/ 102789 h 1065273"/>
              <a:gd name="csX4010" fmla="*/ 693063 w 1728164"/>
              <a:gd name="csY4010" fmla="*/ 102410 h 1065273"/>
              <a:gd name="csX4011" fmla="*/ 693232 w 1728164"/>
              <a:gd name="csY4011" fmla="*/ 102031 h 1065273"/>
              <a:gd name="csX4012" fmla="*/ 693410 w 1728164"/>
              <a:gd name="csY4012" fmla="*/ 101652 h 1065273"/>
              <a:gd name="csX4013" fmla="*/ 693579 w 1728164"/>
              <a:gd name="csY4013" fmla="*/ 101275 h 1065273"/>
              <a:gd name="csX4014" fmla="*/ 693757 w 1728164"/>
              <a:gd name="csY4014" fmla="*/ 100897 h 1065273"/>
              <a:gd name="csX4015" fmla="*/ 693926 w 1728164"/>
              <a:gd name="csY4015" fmla="*/ 100521 h 1065273"/>
              <a:gd name="csX4016" fmla="*/ 694104 w 1728164"/>
              <a:gd name="csY4016" fmla="*/ 100146 h 1065273"/>
              <a:gd name="csX4017" fmla="*/ 694273 w 1728164"/>
              <a:gd name="csY4017" fmla="*/ 99770 h 1065273"/>
              <a:gd name="csX4018" fmla="*/ 694442 w 1728164"/>
              <a:gd name="csY4018" fmla="*/ 99396 h 1065273"/>
              <a:gd name="csX4019" fmla="*/ 694620 w 1728164"/>
              <a:gd name="csY4019" fmla="*/ 99022 h 1065273"/>
              <a:gd name="csX4020" fmla="*/ 694789 w 1728164"/>
              <a:gd name="csY4020" fmla="*/ 98648 h 1065273"/>
              <a:gd name="csX4021" fmla="*/ 694967 w 1728164"/>
              <a:gd name="csY4021" fmla="*/ 98276 h 1065273"/>
              <a:gd name="csX4022" fmla="*/ 695136 w 1728164"/>
              <a:gd name="csY4022" fmla="*/ 97904 h 1065273"/>
              <a:gd name="csX4023" fmla="*/ 695314 w 1728164"/>
              <a:gd name="csY4023" fmla="*/ 97533 h 1065273"/>
              <a:gd name="csX4024" fmla="*/ 695483 w 1728164"/>
              <a:gd name="csY4024" fmla="*/ 97162 h 1065273"/>
              <a:gd name="csX4025" fmla="*/ 695652 w 1728164"/>
              <a:gd name="csY4025" fmla="*/ 96792 h 1065273"/>
              <a:gd name="csX4026" fmla="*/ 695830 w 1728164"/>
              <a:gd name="csY4026" fmla="*/ 96422 h 1065273"/>
              <a:gd name="csX4027" fmla="*/ 695999 w 1728164"/>
              <a:gd name="csY4027" fmla="*/ 96054 h 1065273"/>
              <a:gd name="csX4028" fmla="*/ 696177 w 1728164"/>
              <a:gd name="csY4028" fmla="*/ 95686 h 1065273"/>
              <a:gd name="csX4029" fmla="*/ 696346 w 1728164"/>
              <a:gd name="csY4029" fmla="*/ 95318 h 1065273"/>
              <a:gd name="csX4030" fmla="*/ 696524 w 1728164"/>
              <a:gd name="csY4030" fmla="*/ 94952 h 1065273"/>
              <a:gd name="csX4031" fmla="*/ 696693 w 1728164"/>
              <a:gd name="csY4031" fmla="*/ 94585 h 1065273"/>
              <a:gd name="csX4032" fmla="*/ 696862 w 1728164"/>
              <a:gd name="csY4032" fmla="*/ 94220 h 1065273"/>
              <a:gd name="csX4033" fmla="*/ 697040 w 1728164"/>
              <a:gd name="csY4033" fmla="*/ 93855 h 1065273"/>
              <a:gd name="csX4034" fmla="*/ 697209 w 1728164"/>
              <a:gd name="csY4034" fmla="*/ 93491 h 1065273"/>
              <a:gd name="csX4035" fmla="*/ 697386 w 1728164"/>
              <a:gd name="csY4035" fmla="*/ 93127 h 1065273"/>
              <a:gd name="csX4036" fmla="*/ 697556 w 1728164"/>
              <a:gd name="csY4036" fmla="*/ 92764 h 1065273"/>
              <a:gd name="csX4037" fmla="*/ 697733 w 1728164"/>
              <a:gd name="csY4037" fmla="*/ 92402 h 1065273"/>
              <a:gd name="csX4038" fmla="*/ 697903 w 1728164"/>
              <a:gd name="csY4038" fmla="*/ 92041 h 1065273"/>
              <a:gd name="csX4039" fmla="*/ 698072 w 1728164"/>
              <a:gd name="csY4039" fmla="*/ 91680 h 1065273"/>
              <a:gd name="csX4040" fmla="*/ 698250 w 1728164"/>
              <a:gd name="csY4040" fmla="*/ 91319 h 1065273"/>
              <a:gd name="csX4041" fmla="*/ 698419 w 1728164"/>
              <a:gd name="csY4041" fmla="*/ 90960 h 1065273"/>
              <a:gd name="csX4042" fmla="*/ 698596 w 1728164"/>
              <a:gd name="csY4042" fmla="*/ 90601 h 1065273"/>
              <a:gd name="csX4043" fmla="*/ 698765 w 1728164"/>
              <a:gd name="csY4043" fmla="*/ 90242 h 1065273"/>
              <a:gd name="csX4044" fmla="*/ 698943 w 1728164"/>
              <a:gd name="csY4044" fmla="*/ 89884 h 1065273"/>
              <a:gd name="csX4045" fmla="*/ 699112 w 1728164"/>
              <a:gd name="csY4045" fmla="*/ 89528 h 1065273"/>
              <a:gd name="csX4046" fmla="*/ 699281 w 1728164"/>
              <a:gd name="csY4046" fmla="*/ 89171 h 1065273"/>
              <a:gd name="csX4047" fmla="*/ 699459 w 1728164"/>
              <a:gd name="csY4047" fmla="*/ 88816 h 1065273"/>
              <a:gd name="csX4048" fmla="*/ 699628 w 1728164"/>
              <a:gd name="csY4048" fmla="*/ 88461 h 1065273"/>
              <a:gd name="csX4049" fmla="*/ 699806 w 1728164"/>
              <a:gd name="csY4049" fmla="*/ 88106 h 1065273"/>
              <a:gd name="csX4050" fmla="*/ 699975 w 1728164"/>
              <a:gd name="csY4050" fmla="*/ 87752 h 1065273"/>
              <a:gd name="csX4051" fmla="*/ 700153 w 1728164"/>
              <a:gd name="csY4051" fmla="*/ 87400 h 1065273"/>
              <a:gd name="csX4052" fmla="*/ 700322 w 1728164"/>
              <a:gd name="csY4052" fmla="*/ 87046 h 1065273"/>
              <a:gd name="csX4053" fmla="*/ 700491 w 1728164"/>
              <a:gd name="csY4053" fmla="*/ 86695 h 1065273"/>
              <a:gd name="csX4054" fmla="*/ 700669 w 1728164"/>
              <a:gd name="csY4054" fmla="*/ 86344 h 1065273"/>
              <a:gd name="csX4055" fmla="*/ 700838 w 1728164"/>
              <a:gd name="csY4055" fmla="*/ 85993 h 1065273"/>
              <a:gd name="csX4056" fmla="*/ 701016 w 1728164"/>
              <a:gd name="csY4056" fmla="*/ 85643 h 1065273"/>
              <a:gd name="csX4057" fmla="*/ 701185 w 1728164"/>
              <a:gd name="csY4057" fmla="*/ 85295 h 1065273"/>
              <a:gd name="csX4058" fmla="*/ 701363 w 1728164"/>
              <a:gd name="csY4058" fmla="*/ 84946 h 1065273"/>
              <a:gd name="csX4059" fmla="*/ 701532 w 1728164"/>
              <a:gd name="csY4059" fmla="*/ 84598 h 1065273"/>
              <a:gd name="csX4060" fmla="*/ 701701 w 1728164"/>
              <a:gd name="csY4060" fmla="*/ 84251 h 1065273"/>
              <a:gd name="csX4061" fmla="*/ 701879 w 1728164"/>
              <a:gd name="csY4061" fmla="*/ 83904 h 1065273"/>
              <a:gd name="csX4062" fmla="*/ 702048 w 1728164"/>
              <a:gd name="csY4062" fmla="*/ 83558 h 1065273"/>
              <a:gd name="csX4063" fmla="*/ 702226 w 1728164"/>
              <a:gd name="csY4063" fmla="*/ 83213 h 1065273"/>
              <a:gd name="csX4064" fmla="*/ 702395 w 1728164"/>
              <a:gd name="csY4064" fmla="*/ 82869 h 1065273"/>
              <a:gd name="csX4065" fmla="*/ 702573 w 1728164"/>
              <a:gd name="csY4065" fmla="*/ 82525 h 1065273"/>
              <a:gd name="csX4066" fmla="*/ 702742 w 1728164"/>
              <a:gd name="csY4066" fmla="*/ 82182 h 1065273"/>
              <a:gd name="csX4067" fmla="*/ 702911 w 1728164"/>
              <a:gd name="csY4067" fmla="*/ 81839 h 1065273"/>
              <a:gd name="csX4068" fmla="*/ 703089 w 1728164"/>
              <a:gd name="csY4068" fmla="*/ 81497 h 1065273"/>
              <a:gd name="csX4069" fmla="*/ 703258 w 1728164"/>
              <a:gd name="csY4069" fmla="*/ 81156 h 1065273"/>
              <a:gd name="csX4070" fmla="*/ 703436 w 1728164"/>
              <a:gd name="csY4070" fmla="*/ 80815 h 1065273"/>
              <a:gd name="csX4071" fmla="*/ 703605 w 1728164"/>
              <a:gd name="csY4071" fmla="*/ 80476 h 1065273"/>
              <a:gd name="csX4072" fmla="*/ 703783 w 1728164"/>
              <a:gd name="csY4072" fmla="*/ 80137 h 1065273"/>
              <a:gd name="csX4073" fmla="*/ 703952 w 1728164"/>
              <a:gd name="csY4073" fmla="*/ 79798 h 1065273"/>
              <a:gd name="csX4074" fmla="*/ 704121 w 1728164"/>
              <a:gd name="csY4074" fmla="*/ 79460 h 1065273"/>
              <a:gd name="csX4075" fmla="*/ 704299 w 1728164"/>
              <a:gd name="csY4075" fmla="*/ 79122 h 1065273"/>
              <a:gd name="csX4076" fmla="*/ 704468 w 1728164"/>
              <a:gd name="csY4076" fmla="*/ 78786 h 1065273"/>
              <a:gd name="csX4077" fmla="*/ 704646 w 1728164"/>
              <a:gd name="csY4077" fmla="*/ 78451 h 1065273"/>
              <a:gd name="csX4078" fmla="*/ 704815 w 1728164"/>
              <a:gd name="csY4078" fmla="*/ 78115 h 1065273"/>
              <a:gd name="csX4079" fmla="*/ 704993 w 1728164"/>
              <a:gd name="csY4079" fmla="*/ 77781 h 1065273"/>
              <a:gd name="csX4080" fmla="*/ 705162 w 1728164"/>
              <a:gd name="csY4080" fmla="*/ 77446 h 1065273"/>
              <a:gd name="csX4081" fmla="*/ 705331 w 1728164"/>
              <a:gd name="csY4081" fmla="*/ 77114 h 1065273"/>
              <a:gd name="csX4082" fmla="*/ 705509 w 1728164"/>
              <a:gd name="csY4082" fmla="*/ 76781 h 1065273"/>
              <a:gd name="csX4083" fmla="*/ 705678 w 1728164"/>
              <a:gd name="csY4083" fmla="*/ 76449 h 1065273"/>
              <a:gd name="csX4084" fmla="*/ 705856 w 1728164"/>
              <a:gd name="csY4084" fmla="*/ 76118 h 1065273"/>
              <a:gd name="csX4085" fmla="*/ 706025 w 1728164"/>
              <a:gd name="csY4085" fmla="*/ 75787 h 1065273"/>
              <a:gd name="csX4086" fmla="*/ 706203 w 1728164"/>
              <a:gd name="csY4086" fmla="*/ 75458 h 1065273"/>
              <a:gd name="csX4087" fmla="*/ 706372 w 1728164"/>
              <a:gd name="csY4087" fmla="*/ 75129 h 1065273"/>
              <a:gd name="csX4088" fmla="*/ 706541 w 1728164"/>
              <a:gd name="csY4088" fmla="*/ 74800 h 1065273"/>
              <a:gd name="csX4089" fmla="*/ 706719 w 1728164"/>
              <a:gd name="csY4089" fmla="*/ 74472 h 1065273"/>
              <a:gd name="csX4090" fmla="*/ 706888 w 1728164"/>
              <a:gd name="csY4090" fmla="*/ 74145 h 1065273"/>
              <a:gd name="csX4091" fmla="*/ 707066 w 1728164"/>
              <a:gd name="csY4091" fmla="*/ 73818 h 1065273"/>
              <a:gd name="csX4092" fmla="*/ 707235 w 1728164"/>
              <a:gd name="csY4092" fmla="*/ 73493 h 1065273"/>
              <a:gd name="csX4093" fmla="*/ 707413 w 1728164"/>
              <a:gd name="csY4093" fmla="*/ 73167 h 1065273"/>
              <a:gd name="csX4094" fmla="*/ 707582 w 1728164"/>
              <a:gd name="csY4094" fmla="*/ 72843 h 1065273"/>
              <a:gd name="csX4095" fmla="*/ 707751 w 1728164"/>
              <a:gd name="csY4095" fmla="*/ 72519 h 1065273"/>
              <a:gd name="csX4096" fmla="*/ 707929 w 1728164"/>
              <a:gd name="csY4096" fmla="*/ 72196 h 1065273"/>
              <a:gd name="csX4097" fmla="*/ 708098 w 1728164"/>
              <a:gd name="csY4097" fmla="*/ 71874 h 1065273"/>
              <a:gd name="csX4098" fmla="*/ 708276 w 1728164"/>
              <a:gd name="csY4098" fmla="*/ 71552 h 1065273"/>
              <a:gd name="csX4099" fmla="*/ 708445 w 1728164"/>
              <a:gd name="csY4099" fmla="*/ 71231 h 1065273"/>
              <a:gd name="csX4100" fmla="*/ 708623 w 1728164"/>
              <a:gd name="csY4100" fmla="*/ 70911 h 1065273"/>
              <a:gd name="csX4101" fmla="*/ 708792 w 1728164"/>
              <a:gd name="csY4101" fmla="*/ 70591 h 1065273"/>
              <a:gd name="csX4102" fmla="*/ 708961 w 1728164"/>
              <a:gd name="csY4102" fmla="*/ 70272 h 1065273"/>
              <a:gd name="csX4103" fmla="*/ 709139 w 1728164"/>
              <a:gd name="csY4103" fmla="*/ 69954 h 1065273"/>
              <a:gd name="csX4104" fmla="*/ 709308 w 1728164"/>
              <a:gd name="csY4104" fmla="*/ 69636 h 1065273"/>
              <a:gd name="csX4105" fmla="*/ 709486 w 1728164"/>
              <a:gd name="csY4105" fmla="*/ 69319 h 1065273"/>
              <a:gd name="csX4106" fmla="*/ 709655 w 1728164"/>
              <a:gd name="csY4106" fmla="*/ 69003 h 1065273"/>
              <a:gd name="csX4107" fmla="*/ 709824 w 1728164"/>
              <a:gd name="csY4107" fmla="*/ 68687 h 1065273"/>
              <a:gd name="csX4108" fmla="*/ 710002 w 1728164"/>
              <a:gd name="csY4108" fmla="*/ 68372 h 1065273"/>
              <a:gd name="csX4109" fmla="*/ 710171 w 1728164"/>
              <a:gd name="csY4109" fmla="*/ 68058 h 1065273"/>
              <a:gd name="csX4110" fmla="*/ 710349 w 1728164"/>
              <a:gd name="csY4110" fmla="*/ 67745 h 1065273"/>
              <a:gd name="csX4111" fmla="*/ 710518 w 1728164"/>
              <a:gd name="csY4111" fmla="*/ 67432 h 1065273"/>
              <a:gd name="csX4112" fmla="*/ 710696 w 1728164"/>
              <a:gd name="csY4112" fmla="*/ 67119 h 1065273"/>
              <a:gd name="csX4113" fmla="*/ 710865 w 1728164"/>
              <a:gd name="csY4113" fmla="*/ 66808 h 1065273"/>
              <a:gd name="csX4114" fmla="*/ 711034 w 1728164"/>
              <a:gd name="csY4114" fmla="*/ 66497 h 1065273"/>
              <a:gd name="csX4115" fmla="*/ 711212 w 1728164"/>
              <a:gd name="csY4115" fmla="*/ 66187 h 1065273"/>
              <a:gd name="csX4116" fmla="*/ 711381 w 1728164"/>
              <a:gd name="csY4116" fmla="*/ 65877 h 1065273"/>
              <a:gd name="csX4117" fmla="*/ 711559 w 1728164"/>
              <a:gd name="csY4117" fmla="*/ 65569 h 1065273"/>
              <a:gd name="csX4118" fmla="*/ 711728 w 1728164"/>
              <a:gd name="csY4118" fmla="*/ 65261 h 1065273"/>
              <a:gd name="csX4119" fmla="*/ 711906 w 1728164"/>
              <a:gd name="csY4119" fmla="*/ 64953 h 1065273"/>
              <a:gd name="csX4120" fmla="*/ 712075 w 1728164"/>
              <a:gd name="csY4120" fmla="*/ 64647 h 1065273"/>
              <a:gd name="csX4121" fmla="*/ 712244 w 1728164"/>
              <a:gd name="csY4121" fmla="*/ 64341 h 1065273"/>
              <a:gd name="csX4122" fmla="*/ 712422 w 1728164"/>
              <a:gd name="csY4122" fmla="*/ 64035 h 1065273"/>
              <a:gd name="csX4123" fmla="*/ 712591 w 1728164"/>
              <a:gd name="csY4123" fmla="*/ 63731 h 1065273"/>
              <a:gd name="csX4124" fmla="*/ 712768 w 1728164"/>
              <a:gd name="csY4124" fmla="*/ 63426 h 1065273"/>
              <a:gd name="csX4125" fmla="*/ 712937 w 1728164"/>
              <a:gd name="csY4125" fmla="*/ 63124 h 1065273"/>
              <a:gd name="csX4126" fmla="*/ 713115 w 1728164"/>
              <a:gd name="csY4126" fmla="*/ 62821 h 1065273"/>
              <a:gd name="csX4127" fmla="*/ 713284 w 1728164"/>
              <a:gd name="csY4127" fmla="*/ 62519 h 1065273"/>
              <a:gd name="csX4128" fmla="*/ 713454 w 1728164"/>
              <a:gd name="csY4128" fmla="*/ 62218 h 1065273"/>
              <a:gd name="csX4129" fmla="*/ 713631 w 1728164"/>
              <a:gd name="csY4129" fmla="*/ 61918 h 1065273"/>
              <a:gd name="csX4130" fmla="*/ 713801 w 1728164"/>
              <a:gd name="csY4130" fmla="*/ 61618 h 1065273"/>
              <a:gd name="csX4131" fmla="*/ 713978 w 1728164"/>
              <a:gd name="csY4131" fmla="*/ 61319 h 1065273"/>
              <a:gd name="csX4132" fmla="*/ 714147 w 1728164"/>
              <a:gd name="csY4132" fmla="*/ 61020 h 1065273"/>
              <a:gd name="csX4133" fmla="*/ 714325 w 1728164"/>
              <a:gd name="csY4133" fmla="*/ 60723 h 1065273"/>
              <a:gd name="csX4134" fmla="*/ 714494 w 1728164"/>
              <a:gd name="csY4134" fmla="*/ 60426 h 1065273"/>
              <a:gd name="csX4135" fmla="*/ 714663 w 1728164"/>
              <a:gd name="csY4135" fmla="*/ 60129 h 1065273"/>
              <a:gd name="csX4136" fmla="*/ 714841 w 1728164"/>
              <a:gd name="csY4136" fmla="*/ 59833 h 1065273"/>
              <a:gd name="csX4137" fmla="*/ 715010 w 1728164"/>
              <a:gd name="csY4137" fmla="*/ 59539 h 1065273"/>
              <a:gd name="csX4138" fmla="*/ 715188 w 1728164"/>
              <a:gd name="csY4138" fmla="*/ 59244 h 1065273"/>
              <a:gd name="csX4139" fmla="*/ 715357 w 1728164"/>
              <a:gd name="csY4139" fmla="*/ 58951 h 1065273"/>
              <a:gd name="csX4140" fmla="*/ 715535 w 1728164"/>
              <a:gd name="csY4140" fmla="*/ 58658 h 1065273"/>
              <a:gd name="csX4141" fmla="*/ 715704 w 1728164"/>
              <a:gd name="csY4141" fmla="*/ 58366 h 1065273"/>
              <a:gd name="csX4142" fmla="*/ 715873 w 1728164"/>
              <a:gd name="csY4142" fmla="*/ 58074 h 1065273"/>
              <a:gd name="csX4143" fmla="*/ 716051 w 1728164"/>
              <a:gd name="csY4143" fmla="*/ 57783 h 1065273"/>
              <a:gd name="csX4144" fmla="*/ 716220 w 1728164"/>
              <a:gd name="csY4144" fmla="*/ 57493 h 1065273"/>
              <a:gd name="csX4145" fmla="*/ 716398 w 1728164"/>
              <a:gd name="csY4145" fmla="*/ 57204 h 1065273"/>
              <a:gd name="csX4146" fmla="*/ 716567 w 1728164"/>
              <a:gd name="csY4146" fmla="*/ 56915 h 1065273"/>
              <a:gd name="csX4147" fmla="*/ 716745 w 1728164"/>
              <a:gd name="csY4147" fmla="*/ 56628 h 1065273"/>
              <a:gd name="csX4148" fmla="*/ 716914 w 1728164"/>
              <a:gd name="csY4148" fmla="*/ 56340 h 1065273"/>
              <a:gd name="csX4149" fmla="*/ 717083 w 1728164"/>
              <a:gd name="csY4149" fmla="*/ 56054 h 1065273"/>
              <a:gd name="csX4150" fmla="*/ 717261 w 1728164"/>
              <a:gd name="csY4150" fmla="*/ 55767 h 1065273"/>
              <a:gd name="csX4151" fmla="*/ 717430 w 1728164"/>
              <a:gd name="csY4151" fmla="*/ 55483 h 1065273"/>
              <a:gd name="csX4152" fmla="*/ 717608 w 1728164"/>
              <a:gd name="csY4152" fmla="*/ 55198 h 1065273"/>
              <a:gd name="csX4153" fmla="*/ 717777 w 1728164"/>
              <a:gd name="csY4153" fmla="*/ 54914 h 1065273"/>
              <a:gd name="csX4154" fmla="*/ 717955 w 1728164"/>
              <a:gd name="csY4154" fmla="*/ 54631 h 1065273"/>
              <a:gd name="csX4155" fmla="*/ 718124 w 1728164"/>
              <a:gd name="csY4155" fmla="*/ 54348 h 1065273"/>
              <a:gd name="csX4156" fmla="*/ 718293 w 1728164"/>
              <a:gd name="csY4156" fmla="*/ 54067 h 1065273"/>
              <a:gd name="csX4157" fmla="*/ 718471 w 1728164"/>
              <a:gd name="csY4157" fmla="*/ 53786 h 1065273"/>
              <a:gd name="csX4158" fmla="*/ 718640 w 1728164"/>
              <a:gd name="csY4158" fmla="*/ 53506 h 1065273"/>
              <a:gd name="csX4159" fmla="*/ 718818 w 1728164"/>
              <a:gd name="csY4159" fmla="*/ 53227 h 1065273"/>
              <a:gd name="csX4160" fmla="*/ 718987 w 1728164"/>
              <a:gd name="csY4160" fmla="*/ 52947 h 1065273"/>
              <a:gd name="csX4161" fmla="*/ 719165 w 1728164"/>
              <a:gd name="csY4161" fmla="*/ 52670 h 1065273"/>
              <a:gd name="csX4162" fmla="*/ 719334 w 1728164"/>
              <a:gd name="csY4162" fmla="*/ 52392 h 1065273"/>
              <a:gd name="csX4163" fmla="*/ 719503 w 1728164"/>
              <a:gd name="csY4163" fmla="*/ 52115 h 1065273"/>
              <a:gd name="csX4164" fmla="*/ 719681 w 1728164"/>
              <a:gd name="csY4164" fmla="*/ 51839 h 1065273"/>
              <a:gd name="csX4165" fmla="*/ 719850 w 1728164"/>
              <a:gd name="csY4165" fmla="*/ 51564 h 1065273"/>
              <a:gd name="csX4166" fmla="*/ 720028 w 1728164"/>
              <a:gd name="csY4166" fmla="*/ 51289 h 1065273"/>
              <a:gd name="csX4167" fmla="*/ 720197 w 1728164"/>
              <a:gd name="csY4167" fmla="*/ 51015 h 1065273"/>
              <a:gd name="csX4168" fmla="*/ 720375 w 1728164"/>
              <a:gd name="csY4168" fmla="*/ 50742 h 1065273"/>
              <a:gd name="csX4169" fmla="*/ 720544 w 1728164"/>
              <a:gd name="csY4169" fmla="*/ 50470 h 1065273"/>
              <a:gd name="csX4170" fmla="*/ 720713 w 1728164"/>
              <a:gd name="csY4170" fmla="*/ 50197 h 1065273"/>
              <a:gd name="csX4171" fmla="*/ 720891 w 1728164"/>
              <a:gd name="csY4171" fmla="*/ 49927 h 1065273"/>
              <a:gd name="csX4172" fmla="*/ 721060 w 1728164"/>
              <a:gd name="csY4172" fmla="*/ 49656 h 1065273"/>
              <a:gd name="csX4173" fmla="*/ 721238 w 1728164"/>
              <a:gd name="csY4173" fmla="*/ 49387 h 1065273"/>
              <a:gd name="csX4174" fmla="*/ 721407 w 1728164"/>
              <a:gd name="csY4174" fmla="*/ 49117 h 1065273"/>
              <a:gd name="csX4175" fmla="*/ 721585 w 1728164"/>
              <a:gd name="csY4175" fmla="*/ 48850 h 1065273"/>
              <a:gd name="csX4176" fmla="*/ 721754 w 1728164"/>
              <a:gd name="csY4176" fmla="*/ 48582 h 1065273"/>
              <a:gd name="csX4177" fmla="*/ 721923 w 1728164"/>
              <a:gd name="csY4177" fmla="*/ 48315 h 1065273"/>
              <a:gd name="csX4178" fmla="*/ 722101 w 1728164"/>
              <a:gd name="csY4178" fmla="*/ 48049 h 1065273"/>
              <a:gd name="csX4179" fmla="*/ 722270 w 1728164"/>
              <a:gd name="csY4179" fmla="*/ 47784 h 1065273"/>
              <a:gd name="csX4180" fmla="*/ 722448 w 1728164"/>
              <a:gd name="csY4180" fmla="*/ 47519 h 1065273"/>
              <a:gd name="csX4181" fmla="*/ 722617 w 1728164"/>
              <a:gd name="csY4181" fmla="*/ 47254 h 1065273"/>
              <a:gd name="csX4182" fmla="*/ 722795 w 1728164"/>
              <a:gd name="csY4182" fmla="*/ 46991 h 1065273"/>
              <a:gd name="csX4183" fmla="*/ 722964 w 1728164"/>
              <a:gd name="csY4183" fmla="*/ 46729 h 1065273"/>
              <a:gd name="csX4184" fmla="*/ 723133 w 1728164"/>
              <a:gd name="csY4184" fmla="*/ 46467 h 1065273"/>
              <a:gd name="csX4185" fmla="*/ 723311 w 1728164"/>
              <a:gd name="csY4185" fmla="*/ 46205 h 1065273"/>
              <a:gd name="csX4186" fmla="*/ 723480 w 1728164"/>
              <a:gd name="csY4186" fmla="*/ 45946 h 1065273"/>
              <a:gd name="csX4187" fmla="*/ 723658 w 1728164"/>
              <a:gd name="csY4187" fmla="*/ 45686 h 1065273"/>
              <a:gd name="csX4188" fmla="*/ 723827 w 1728164"/>
              <a:gd name="csY4188" fmla="*/ 45427 h 1065273"/>
              <a:gd name="csX4189" fmla="*/ 724005 w 1728164"/>
              <a:gd name="csY4189" fmla="*/ 45168 h 1065273"/>
              <a:gd name="csX4190" fmla="*/ 724174 w 1728164"/>
              <a:gd name="csY4190" fmla="*/ 44911 h 1065273"/>
              <a:gd name="csX4191" fmla="*/ 724343 w 1728164"/>
              <a:gd name="csY4191" fmla="*/ 44654 h 1065273"/>
              <a:gd name="csX4192" fmla="*/ 724521 w 1728164"/>
              <a:gd name="csY4192" fmla="*/ 44398 h 1065273"/>
              <a:gd name="csX4193" fmla="*/ 724690 w 1728164"/>
              <a:gd name="csY4193" fmla="*/ 44142 h 1065273"/>
              <a:gd name="csX4194" fmla="*/ 724868 w 1728164"/>
              <a:gd name="csY4194" fmla="*/ 43887 h 1065273"/>
              <a:gd name="csX4195" fmla="*/ 725037 w 1728164"/>
              <a:gd name="csY4195" fmla="*/ 43634 h 1065273"/>
              <a:gd name="csX4196" fmla="*/ 725215 w 1728164"/>
              <a:gd name="csY4196" fmla="*/ 43380 h 1065273"/>
              <a:gd name="csX4197" fmla="*/ 725384 w 1728164"/>
              <a:gd name="csY4197" fmla="*/ 43127 h 1065273"/>
              <a:gd name="csX4198" fmla="*/ 725553 w 1728164"/>
              <a:gd name="csY4198" fmla="*/ 42876 h 1065273"/>
              <a:gd name="csX4199" fmla="*/ 725731 w 1728164"/>
              <a:gd name="csY4199" fmla="*/ 42625 h 1065273"/>
              <a:gd name="csX4200" fmla="*/ 725900 w 1728164"/>
              <a:gd name="csY4200" fmla="*/ 42374 h 1065273"/>
              <a:gd name="csX4201" fmla="*/ 726078 w 1728164"/>
              <a:gd name="csY4201" fmla="*/ 42125 h 1065273"/>
              <a:gd name="csX4202" fmla="*/ 726247 w 1728164"/>
              <a:gd name="csY4202" fmla="*/ 41876 h 1065273"/>
              <a:gd name="csX4203" fmla="*/ 726425 w 1728164"/>
              <a:gd name="csY4203" fmla="*/ 41627 h 1065273"/>
              <a:gd name="csX4204" fmla="*/ 726594 w 1728164"/>
              <a:gd name="csY4204" fmla="*/ 41379 h 1065273"/>
              <a:gd name="csX4205" fmla="*/ 726763 w 1728164"/>
              <a:gd name="csY4205" fmla="*/ 41133 h 1065273"/>
              <a:gd name="csX4206" fmla="*/ 726941 w 1728164"/>
              <a:gd name="csY4206" fmla="*/ 40886 h 1065273"/>
              <a:gd name="csX4207" fmla="*/ 727110 w 1728164"/>
              <a:gd name="csY4207" fmla="*/ 40641 h 1065273"/>
              <a:gd name="csX4208" fmla="*/ 727287 w 1728164"/>
              <a:gd name="csY4208" fmla="*/ 40396 h 1065273"/>
              <a:gd name="csX4209" fmla="*/ 727457 w 1728164"/>
              <a:gd name="csY4209" fmla="*/ 40152 h 1065273"/>
              <a:gd name="csX4210" fmla="*/ 727634 w 1728164"/>
              <a:gd name="csY4210" fmla="*/ 39909 h 1065273"/>
              <a:gd name="csX4211" fmla="*/ 727804 w 1728164"/>
              <a:gd name="csY4211" fmla="*/ 39667 h 1065273"/>
              <a:gd name="csX4212" fmla="*/ 727972 w 1728164"/>
              <a:gd name="csY4212" fmla="*/ 39425 h 1065273"/>
              <a:gd name="csX4213" fmla="*/ 728150 w 1728164"/>
              <a:gd name="csY4213" fmla="*/ 39184 h 1065273"/>
              <a:gd name="csX4214" fmla="*/ 728319 w 1728164"/>
              <a:gd name="csY4214" fmla="*/ 38943 h 1065273"/>
              <a:gd name="csX4215" fmla="*/ 728497 w 1728164"/>
              <a:gd name="csY4215" fmla="*/ 38704 h 1065273"/>
              <a:gd name="csX4216" fmla="*/ 728666 w 1728164"/>
              <a:gd name="csY4216" fmla="*/ 38465 h 1065273"/>
              <a:gd name="csX4217" fmla="*/ 728835 w 1728164"/>
              <a:gd name="csY4217" fmla="*/ 38226 h 1065273"/>
              <a:gd name="csX4218" fmla="*/ 729013 w 1728164"/>
              <a:gd name="csY4218" fmla="*/ 37989 h 1065273"/>
              <a:gd name="csX4219" fmla="*/ 729182 w 1728164"/>
              <a:gd name="csY4219" fmla="*/ 37752 h 1065273"/>
              <a:gd name="csX4220" fmla="*/ 729360 w 1728164"/>
              <a:gd name="csY4220" fmla="*/ 37516 h 1065273"/>
              <a:gd name="csX4221" fmla="*/ 729529 w 1728164"/>
              <a:gd name="csY4221" fmla="*/ 37281 h 1065273"/>
              <a:gd name="csX4222" fmla="*/ 729707 w 1728164"/>
              <a:gd name="csY4222" fmla="*/ 37047 h 1065273"/>
              <a:gd name="csX4223" fmla="*/ 729876 w 1728164"/>
              <a:gd name="csY4223" fmla="*/ 36813 h 1065273"/>
              <a:gd name="csX4224" fmla="*/ 730045 w 1728164"/>
              <a:gd name="csY4224" fmla="*/ 36580 h 1065273"/>
              <a:gd name="csX4225" fmla="*/ 730223 w 1728164"/>
              <a:gd name="csY4225" fmla="*/ 36347 h 1065273"/>
              <a:gd name="csX4226" fmla="*/ 730392 w 1728164"/>
              <a:gd name="csY4226" fmla="*/ 36115 h 1065273"/>
              <a:gd name="csX4227" fmla="*/ 730570 w 1728164"/>
              <a:gd name="csY4227" fmla="*/ 35884 h 1065273"/>
              <a:gd name="csX4228" fmla="*/ 730739 w 1728164"/>
              <a:gd name="csY4228" fmla="*/ 35654 h 1065273"/>
              <a:gd name="csX4229" fmla="*/ 730917 w 1728164"/>
              <a:gd name="csY4229" fmla="*/ 35425 h 1065273"/>
              <a:gd name="csX4230" fmla="*/ 731086 w 1728164"/>
              <a:gd name="csY4230" fmla="*/ 35195 h 1065273"/>
              <a:gd name="csX4231" fmla="*/ 731255 w 1728164"/>
              <a:gd name="csY4231" fmla="*/ 34968 h 1065273"/>
              <a:gd name="csX4232" fmla="*/ 731433 w 1728164"/>
              <a:gd name="csY4232" fmla="*/ 34741 h 1065273"/>
              <a:gd name="csX4233" fmla="*/ 731602 w 1728164"/>
              <a:gd name="csY4233" fmla="*/ 34514 h 1065273"/>
              <a:gd name="csX4234" fmla="*/ 731780 w 1728164"/>
              <a:gd name="csY4234" fmla="*/ 34288 h 1065273"/>
              <a:gd name="csX4235" fmla="*/ 731949 w 1728164"/>
              <a:gd name="csY4235" fmla="*/ 34063 h 1065273"/>
              <a:gd name="csX4236" fmla="*/ 732127 w 1728164"/>
              <a:gd name="csY4236" fmla="*/ 33839 h 1065273"/>
              <a:gd name="csX4237" fmla="*/ 732296 w 1728164"/>
              <a:gd name="csY4237" fmla="*/ 33614 h 1065273"/>
              <a:gd name="csX4238" fmla="*/ 732465 w 1728164"/>
              <a:gd name="csY4238" fmla="*/ 33391 h 1065273"/>
              <a:gd name="csX4239" fmla="*/ 732643 w 1728164"/>
              <a:gd name="csY4239" fmla="*/ 33170 h 1065273"/>
              <a:gd name="csX4240" fmla="*/ 732812 w 1728164"/>
              <a:gd name="csY4240" fmla="*/ 32948 h 1065273"/>
              <a:gd name="csX4241" fmla="*/ 732990 w 1728164"/>
              <a:gd name="csY4241" fmla="*/ 32726 h 1065273"/>
              <a:gd name="csX4242" fmla="*/ 733159 w 1728164"/>
              <a:gd name="csY4242" fmla="*/ 32507 h 1065273"/>
              <a:gd name="csX4243" fmla="*/ 733337 w 1728164"/>
              <a:gd name="csY4243" fmla="*/ 32287 h 1065273"/>
              <a:gd name="csX4244" fmla="*/ 733506 w 1728164"/>
              <a:gd name="csY4244" fmla="*/ 32069 h 1065273"/>
              <a:gd name="csX4245" fmla="*/ 733675 w 1728164"/>
              <a:gd name="csY4245" fmla="*/ 31851 h 1065273"/>
              <a:gd name="csX4246" fmla="*/ 733853 w 1728164"/>
              <a:gd name="csY4246" fmla="*/ 31634 h 1065273"/>
              <a:gd name="csX4247" fmla="*/ 734022 w 1728164"/>
              <a:gd name="csY4247" fmla="*/ 31417 h 1065273"/>
              <a:gd name="csX4248" fmla="*/ 734200 w 1728164"/>
              <a:gd name="csY4248" fmla="*/ 31202 h 1065273"/>
              <a:gd name="csX4249" fmla="*/ 734369 w 1728164"/>
              <a:gd name="csY4249" fmla="*/ 30986 h 1065273"/>
              <a:gd name="csX4250" fmla="*/ 734547 w 1728164"/>
              <a:gd name="csY4250" fmla="*/ 30772 h 1065273"/>
              <a:gd name="csX4251" fmla="*/ 734716 w 1728164"/>
              <a:gd name="csY4251" fmla="*/ 30558 h 1065273"/>
              <a:gd name="csX4252" fmla="*/ 734885 w 1728164"/>
              <a:gd name="csY4252" fmla="*/ 30346 h 1065273"/>
              <a:gd name="csX4253" fmla="*/ 735063 w 1728164"/>
              <a:gd name="csY4253" fmla="*/ 30134 h 1065273"/>
              <a:gd name="csX4254" fmla="*/ 735232 w 1728164"/>
              <a:gd name="csY4254" fmla="*/ 29922 h 1065273"/>
              <a:gd name="csX4255" fmla="*/ 735410 w 1728164"/>
              <a:gd name="csY4255" fmla="*/ 29712 h 1065273"/>
              <a:gd name="csX4256" fmla="*/ 735579 w 1728164"/>
              <a:gd name="csY4256" fmla="*/ 29502 h 1065273"/>
              <a:gd name="csX4257" fmla="*/ 735757 w 1728164"/>
              <a:gd name="csY4257" fmla="*/ 29293 h 1065273"/>
              <a:gd name="csX4258" fmla="*/ 735926 w 1728164"/>
              <a:gd name="csY4258" fmla="*/ 29084 h 1065273"/>
              <a:gd name="csX4259" fmla="*/ 736095 w 1728164"/>
              <a:gd name="csY4259" fmla="*/ 28877 h 1065273"/>
              <a:gd name="csX4260" fmla="*/ 736273 w 1728164"/>
              <a:gd name="csY4260" fmla="*/ 28670 h 1065273"/>
              <a:gd name="csX4261" fmla="*/ 736442 w 1728164"/>
              <a:gd name="csY4261" fmla="*/ 28464 h 1065273"/>
              <a:gd name="csX4262" fmla="*/ 736620 w 1728164"/>
              <a:gd name="csY4262" fmla="*/ 28259 h 1065273"/>
              <a:gd name="csX4263" fmla="*/ 736789 w 1728164"/>
              <a:gd name="csY4263" fmla="*/ 28054 h 1065273"/>
              <a:gd name="csX4264" fmla="*/ 736967 w 1728164"/>
              <a:gd name="csY4264" fmla="*/ 27849 h 1065273"/>
              <a:gd name="csX4265" fmla="*/ 737136 w 1728164"/>
              <a:gd name="csY4265" fmla="*/ 27647 h 1065273"/>
              <a:gd name="csX4266" fmla="*/ 737305 w 1728164"/>
              <a:gd name="csY4266" fmla="*/ 27444 h 1065273"/>
              <a:gd name="csX4267" fmla="*/ 737483 w 1728164"/>
              <a:gd name="csY4267" fmla="*/ 27242 h 1065273"/>
              <a:gd name="csX4268" fmla="*/ 737652 w 1728164"/>
              <a:gd name="csY4268" fmla="*/ 27041 h 1065273"/>
              <a:gd name="csX4269" fmla="*/ 737830 w 1728164"/>
              <a:gd name="csY4269" fmla="*/ 26841 h 1065273"/>
              <a:gd name="csX4270" fmla="*/ 737999 w 1728164"/>
              <a:gd name="csY4270" fmla="*/ 26641 h 1065273"/>
              <a:gd name="csX4271" fmla="*/ 738177 w 1728164"/>
              <a:gd name="csY4271" fmla="*/ 26442 h 1065273"/>
              <a:gd name="csX4272" fmla="*/ 738346 w 1728164"/>
              <a:gd name="csY4272" fmla="*/ 26244 h 1065273"/>
              <a:gd name="csX4273" fmla="*/ 738515 w 1728164"/>
              <a:gd name="csY4273" fmla="*/ 26047 h 1065273"/>
              <a:gd name="csX4274" fmla="*/ 738693 w 1728164"/>
              <a:gd name="csY4274" fmla="*/ 25850 h 1065273"/>
              <a:gd name="csX4275" fmla="*/ 738862 w 1728164"/>
              <a:gd name="csY4275" fmla="*/ 25654 h 1065273"/>
              <a:gd name="csX4276" fmla="*/ 739040 w 1728164"/>
              <a:gd name="csY4276" fmla="*/ 25459 h 1065273"/>
              <a:gd name="csX4277" fmla="*/ 739209 w 1728164"/>
              <a:gd name="csY4277" fmla="*/ 25264 h 1065273"/>
              <a:gd name="csX4278" fmla="*/ 739387 w 1728164"/>
              <a:gd name="csY4278" fmla="*/ 25071 h 1065273"/>
              <a:gd name="csX4279" fmla="*/ 739556 w 1728164"/>
              <a:gd name="csY4279" fmla="*/ 24878 h 1065273"/>
              <a:gd name="csX4280" fmla="*/ 739725 w 1728164"/>
              <a:gd name="csY4280" fmla="*/ 24686 h 1065273"/>
              <a:gd name="csX4281" fmla="*/ 739903 w 1728164"/>
              <a:gd name="csY4281" fmla="*/ 24494 h 1065273"/>
              <a:gd name="csX4282" fmla="*/ 740072 w 1728164"/>
              <a:gd name="csY4282" fmla="*/ 24303 h 1065273"/>
              <a:gd name="csX4283" fmla="*/ 740250 w 1728164"/>
              <a:gd name="csY4283" fmla="*/ 24113 h 1065273"/>
              <a:gd name="csX4284" fmla="*/ 740419 w 1728164"/>
              <a:gd name="csY4284" fmla="*/ 23924 h 1065273"/>
              <a:gd name="csX4285" fmla="*/ 740597 w 1728164"/>
              <a:gd name="csY4285" fmla="*/ 23736 h 1065273"/>
              <a:gd name="csX4286" fmla="*/ 740766 w 1728164"/>
              <a:gd name="csY4286" fmla="*/ 23548 h 1065273"/>
              <a:gd name="csX4287" fmla="*/ 740935 w 1728164"/>
              <a:gd name="csY4287" fmla="*/ 23360 h 1065273"/>
              <a:gd name="csX4288" fmla="*/ 741113 w 1728164"/>
              <a:gd name="csY4288" fmla="*/ 23174 h 1065273"/>
              <a:gd name="csX4289" fmla="*/ 741282 w 1728164"/>
              <a:gd name="csY4289" fmla="*/ 22988 h 1065273"/>
              <a:gd name="csX4290" fmla="*/ 741460 w 1728164"/>
              <a:gd name="csY4290" fmla="*/ 22803 h 1065273"/>
              <a:gd name="csX4291" fmla="*/ 741629 w 1728164"/>
              <a:gd name="csY4291" fmla="*/ 22619 h 1065273"/>
              <a:gd name="csX4292" fmla="*/ 741807 w 1728164"/>
              <a:gd name="csY4292" fmla="*/ 22436 h 1065273"/>
              <a:gd name="csX4293" fmla="*/ 741975 w 1728164"/>
              <a:gd name="csY4293" fmla="*/ 22254 h 1065273"/>
              <a:gd name="csX4294" fmla="*/ 742145 w 1728164"/>
              <a:gd name="csY4294" fmla="*/ 22072 h 1065273"/>
              <a:gd name="csX4295" fmla="*/ 742322 w 1728164"/>
              <a:gd name="csY4295" fmla="*/ 21891 h 1065273"/>
              <a:gd name="csX4296" fmla="*/ 742492 w 1728164"/>
              <a:gd name="csY4296" fmla="*/ 21710 h 1065273"/>
              <a:gd name="csX4297" fmla="*/ 742669 w 1728164"/>
              <a:gd name="csY4297" fmla="*/ 21530 h 1065273"/>
              <a:gd name="csX4298" fmla="*/ 742839 w 1728164"/>
              <a:gd name="csY4298" fmla="*/ 21351 h 1065273"/>
              <a:gd name="csX4299" fmla="*/ 743016 w 1728164"/>
              <a:gd name="csY4299" fmla="*/ 21174 h 1065273"/>
              <a:gd name="csX4300" fmla="*/ 743185 w 1728164"/>
              <a:gd name="csY4300" fmla="*/ 20996 h 1065273"/>
              <a:gd name="csX4301" fmla="*/ 743354 w 1728164"/>
              <a:gd name="csY4301" fmla="*/ 20819 h 1065273"/>
              <a:gd name="csX4302" fmla="*/ 743532 w 1728164"/>
              <a:gd name="csY4302" fmla="*/ 20643 h 1065273"/>
              <a:gd name="csX4303" fmla="*/ 743701 w 1728164"/>
              <a:gd name="csY4303" fmla="*/ 20468 h 1065273"/>
              <a:gd name="csX4304" fmla="*/ 743879 w 1728164"/>
              <a:gd name="csY4304" fmla="*/ 20294 h 1065273"/>
              <a:gd name="csX4305" fmla="*/ 744048 w 1728164"/>
              <a:gd name="csY4305" fmla="*/ 20119 h 1065273"/>
              <a:gd name="csX4306" fmla="*/ 744226 w 1728164"/>
              <a:gd name="csY4306" fmla="*/ 19947 h 1065273"/>
              <a:gd name="csX4307" fmla="*/ 744395 w 1728164"/>
              <a:gd name="csY4307" fmla="*/ 19774 h 1065273"/>
              <a:gd name="csX4308" fmla="*/ 744564 w 1728164"/>
              <a:gd name="csY4308" fmla="*/ 19602 h 1065273"/>
              <a:gd name="csX4309" fmla="*/ 744742 w 1728164"/>
              <a:gd name="csY4309" fmla="*/ 19432 h 1065273"/>
              <a:gd name="csX4310" fmla="*/ 744911 w 1728164"/>
              <a:gd name="csY4310" fmla="*/ 19262 h 1065273"/>
              <a:gd name="csX4311" fmla="*/ 745089 w 1728164"/>
              <a:gd name="csY4311" fmla="*/ 19093 h 1065273"/>
              <a:gd name="csX4312" fmla="*/ 745258 w 1728164"/>
              <a:gd name="csY4312" fmla="*/ 18924 h 1065273"/>
              <a:gd name="csX4313" fmla="*/ 745436 w 1728164"/>
              <a:gd name="csY4313" fmla="*/ 18756 h 1065273"/>
              <a:gd name="csX4314" fmla="*/ 745605 w 1728164"/>
              <a:gd name="csY4314" fmla="*/ 18589 h 1065273"/>
              <a:gd name="csX4315" fmla="*/ 745774 w 1728164"/>
              <a:gd name="csY4315" fmla="*/ 18423 h 1065273"/>
              <a:gd name="csX4316" fmla="*/ 745952 w 1728164"/>
              <a:gd name="csY4316" fmla="*/ 18257 h 1065273"/>
              <a:gd name="csX4317" fmla="*/ 746121 w 1728164"/>
              <a:gd name="csY4317" fmla="*/ 18093 h 1065273"/>
              <a:gd name="csX4318" fmla="*/ 746299 w 1728164"/>
              <a:gd name="csY4318" fmla="*/ 17928 h 1065273"/>
              <a:gd name="csX4319" fmla="*/ 746468 w 1728164"/>
              <a:gd name="csY4319" fmla="*/ 17764 h 1065273"/>
              <a:gd name="csX4320" fmla="*/ 746646 w 1728164"/>
              <a:gd name="csY4320" fmla="*/ 17603 h 1065273"/>
              <a:gd name="csX4321" fmla="*/ 746815 w 1728164"/>
              <a:gd name="csY4321" fmla="*/ 17441 h 1065273"/>
              <a:gd name="csX4322" fmla="*/ 746984 w 1728164"/>
              <a:gd name="csY4322" fmla="*/ 17280 h 1065273"/>
              <a:gd name="csX4323" fmla="*/ 747162 w 1728164"/>
              <a:gd name="csY4323" fmla="*/ 17119 h 1065273"/>
              <a:gd name="csX4324" fmla="*/ 747331 w 1728164"/>
              <a:gd name="csY4324" fmla="*/ 16959 h 1065273"/>
              <a:gd name="csX4325" fmla="*/ 747509 w 1728164"/>
              <a:gd name="csY4325" fmla="*/ 16800 h 1065273"/>
              <a:gd name="csX4326" fmla="*/ 747678 w 1728164"/>
              <a:gd name="csY4326" fmla="*/ 16642 h 1065273"/>
              <a:gd name="csX4327" fmla="*/ 747847 w 1728164"/>
              <a:gd name="csY4327" fmla="*/ 16484 h 1065273"/>
              <a:gd name="csX4328" fmla="*/ 748025 w 1728164"/>
              <a:gd name="csY4328" fmla="*/ 16328 h 1065273"/>
              <a:gd name="csX4329" fmla="*/ 748194 w 1728164"/>
              <a:gd name="csY4329" fmla="*/ 16172 h 1065273"/>
              <a:gd name="csX4330" fmla="*/ 748372 w 1728164"/>
              <a:gd name="csY4330" fmla="*/ 16017 h 1065273"/>
              <a:gd name="csX4331" fmla="*/ 748541 w 1728164"/>
              <a:gd name="csY4331" fmla="*/ 15862 h 1065273"/>
              <a:gd name="csX4332" fmla="*/ 748719 w 1728164"/>
              <a:gd name="csY4332" fmla="*/ 15708 h 1065273"/>
              <a:gd name="csX4333" fmla="*/ 748888 w 1728164"/>
              <a:gd name="csY4333" fmla="*/ 15555 h 1065273"/>
              <a:gd name="csX4334" fmla="*/ 749057 w 1728164"/>
              <a:gd name="csY4334" fmla="*/ 15403 h 1065273"/>
              <a:gd name="csX4335" fmla="*/ 749235 w 1728164"/>
              <a:gd name="csY4335" fmla="*/ 15252 h 1065273"/>
              <a:gd name="csX4336" fmla="*/ 749404 w 1728164"/>
              <a:gd name="csY4336" fmla="*/ 15102 h 1065273"/>
              <a:gd name="csX4337" fmla="*/ 749582 w 1728164"/>
              <a:gd name="csY4337" fmla="*/ 14951 h 1065273"/>
              <a:gd name="csX4338" fmla="*/ 749751 w 1728164"/>
              <a:gd name="csY4338" fmla="*/ 14802 h 1065273"/>
              <a:gd name="csX4339" fmla="*/ 749929 w 1728164"/>
              <a:gd name="csY4339" fmla="*/ 14653 h 1065273"/>
              <a:gd name="csX4340" fmla="*/ 750098 w 1728164"/>
              <a:gd name="csY4340" fmla="*/ 14506 h 1065273"/>
              <a:gd name="csX4341" fmla="*/ 750267 w 1728164"/>
              <a:gd name="csY4341" fmla="*/ 14359 h 1065273"/>
              <a:gd name="csX4342" fmla="*/ 750445 w 1728164"/>
              <a:gd name="csY4342" fmla="*/ 14213 h 1065273"/>
              <a:gd name="csX4343" fmla="*/ 750614 w 1728164"/>
              <a:gd name="csY4343" fmla="*/ 14067 h 1065273"/>
              <a:gd name="csX4344" fmla="*/ 750792 w 1728164"/>
              <a:gd name="csY4344" fmla="*/ 13922 h 1065273"/>
              <a:gd name="csX4345" fmla="*/ 750961 w 1728164"/>
              <a:gd name="csY4345" fmla="*/ 13779 h 1065273"/>
              <a:gd name="csX4346" fmla="*/ 751139 w 1728164"/>
              <a:gd name="csY4346" fmla="*/ 13636 h 1065273"/>
              <a:gd name="csX4347" fmla="*/ 751308 w 1728164"/>
              <a:gd name="csY4347" fmla="*/ 13492 h 1065273"/>
              <a:gd name="csX4348" fmla="*/ 751477 w 1728164"/>
              <a:gd name="csY4348" fmla="*/ 13351 h 1065273"/>
              <a:gd name="csX4349" fmla="*/ 751655 w 1728164"/>
              <a:gd name="csY4349" fmla="*/ 13210 h 1065273"/>
              <a:gd name="csX4350" fmla="*/ 751824 w 1728164"/>
              <a:gd name="csY4350" fmla="*/ 13070 h 1065273"/>
              <a:gd name="csX4351" fmla="*/ 752002 w 1728164"/>
              <a:gd name="csY4351" fmla="*/ 12930 h 1065273"/>
              <a:gd name="csX4352" fmla="*/ 752171 w 1728164"/>
              <a:gd name="csY4352" fmla="*/ 12791 h 1065273"/>
              <a:gd name="csX4353" fmla="*/ 752349 w 1728164"/>
              <a:gd name="csY4353" fmla="*/ 12653 h 1065273"/>
              <a:gd name="csX4354" fmla="*/ 752518 w 1728164"/>
              <a:gd name="csY4354" fmla="*/ 12516 h 1065273"/>
              <a:gd name="csX4355" fmla="*/ 752687 w 1728164"/>
              <a:gd name="csY4355" fmla="*/ 12379 h 1065273"/>
              <a:gd name="csX4356" fmla="*/ 752865 w 1728164"/>
              <a:gd name="csY4356" fmla="*/ 12243 h 1065273"/>
              <a:gd name="csX4357" fmla="*/ 753034 w 1728164"/>
              <a:gd name="csY4357" fmla="*/ 12109 h 1065273"/>
              <a:gd name="csX4358" fmla="*/ 753212 w 1728164"/>
              <a:gd name="csY4358" fmla="*/ 11975 h 1065273"/>
              <a:gd name="csX4359" fmla="*/ 753381 w 1728164"/>
              <a:gd name="csY4359" fmla="*/ 11841 h 1065273"/>
              <a:gd name="csX4360" fmla="*/ 753559 w 1728164"/>
              <a:gd name="csY4360" fmla="*/ 11708 h 1065273"/>
              <a:gd name="csX4361" fmla="*/ 753728 w 1728164"/>
              <a:gd name="csY4361" fmla="*/ 11576 h 1065273"/>
              <a:gd name="csX4362" fmla="*/ 753897 w 1728164"/>
              <a:gd name="csY4362" fmla="*/ 11444 h 1065273"/>
              <a:gd name="csX4363" fmla="*/ 754075 w 1728164"/>
              <a:gd name="csY4363" fmla="*/ 11315 h 1065273"/>
              <a:gd name="csX4364" fmla="*/ 754244 w 1728164"/>
              <a:gd name="csY4364" fmla="*/ 11185 h 1065273"/>
              <a:gd name="csX4365" fmla="*/ 754422 w 1728164"/>
              <a:gd name="csY4365" fmla="*/ 11056 h 1065273"/>
              <a:gd name="csX4366" fmla="*/ 754591 w 1728164"/>
              <a:gd name="csY4366" fmla="*/ 10927 h 1065273"/>
              <a:gd name="csX4367" fmla="*/ 754769 w 1728164"/>
              <a:gd name="csY4367" fmla="*/ 10799 h 1065273"/>
              <a:gd name="csX4368" fmla="*/ 754938 w 1728164"/>
              <a:gd name="csY4368" fmla="*/ 10672 h 1065273"/>
              <a:gd name="csX4369" fmla="*/ 755107 w 1728164"/>
              <a:gd name="csY4369" fmla="*/ 10547 h 1065273"/>
              <a:gd name="csX4370" fmla="*/ 755285 w 1728164"/>
              <a:gd name="csY4370" fmla="*/ 10421 h 1065273"/>
              <a:gd name="csX4371" fmla="*/ 755454 w 1728164"/>
              <a:gd name="csY4371" fmla="*/ 10297 h 1065273"/>
              <a:gd name="csX4372" fmla="*/ 755632 w 1728164"/>
              <a:gd name="csY4372" fmla="*/ 10173 h 1065273"/>
              <a:gd name="csX4373" fmla="*/ 755801 w 1728164"/>
              <a:gd name="csY4373" fmla="*/ 10049 h 1065273"/>
              <a:gd name="csX4374" fmla="*/ 755979 w 1728164"/>
              <a:gd name="csY4374" fmla="*/ 9928 h 1065273"/>
              <a:gd name="csX4375" fmla="*/ 756148 w 1728164"/>
              <a:gd name="csY4375" fmla="*/ 9806 h 1065273"/>
              <a:gd name="csX4376" fmla="*/ 756317 w 1728164"/>
              <a:gd name="csY4376" fmla="*/ 9685 h 1065273"/>
              <a:gd name="csX4377" fmla="*/ 756495 w 1728164"/>
              <a:gd name="csY4377" fmla="*/ 9565 h 1065273"/>
              <a:gd name="csX4378" fmla="*/ 756664 w 1728164"/>
              <a:gd name="csY4378" fmla="*/ 9445 h 1065273"/>
              <a:gd name="csX4379" fmla="*/ 756842 w 1728164"/>
              <a:gd name="csY4379" fmla="*/ 9327 h 1065273"/>
              <a:gd name="csX4380" fmla="*/ 757011 w 1728164"/>
              <a:gd name="csY4380" fmla="*/ 9209 h 1065273"/>
              <a:gd name="csX4381" fmla="*/ 757189 w 1728164"/>
              <a:gd name="csY4381" fmla="*/ 9092 h 1065273"/>
              <a:gd name="csX4382" fmla="*/ 757357 w 1728164"/>
              <a:gd name="csY4382" fmla="*/ 8976 h 1065273"/>
              <a:gd name="csX4383" fmla="*/ 757526 w 1728164"/>
              <a:gd name="csY4383" fmla="*/ 8860 h 1065273"/>
              <a:gd name="csX4384" fmla="*/ 757704 w 1728164"/>
              <a:gd name="csY4384" fmla="*/ 8745 h 1065273"/>
              <a:gd name="csX4385" fmla="*/ 757873 w 1728164"/>
              <a:gd name="csY4385" fmla="*/ 8631 h 1065273"/>
              <a:gd name="csX4386" fmla="*/ 758051 w 1728164"/>
              <a:gd name="csY4386" fmla="*/ 8518 h 1065273"/>
              <a:gd name="csX4387" fmla="*/ 758220 w 1728164"/>
              <a:gd name="csY4387" fmla="*/ 8405 h 1065273"/>
              <a:gd name="csX4388" fmla="*/ 758398 w 1728164"/>
              <a:gd name="csY4388" fmla="*/ 8293 h 1065273"/>
              <a:gd name="csX4389" fmla="*/ 758567 w 1728164"/>
              <a:gd name="csY4389" fmla="*/ 8182 h 1065273"/>
              <a:gd name="csX4390" fmla="*/ 758736 w 1728164"/>
              <a:gd name="csY4390" fmla="*/ 8072 h 1065273"/>
              <a:gd name="csX4391" fmla="*/ 758914 w 1728164"/>
              <a:gd name="csY4391" fmla="*/ 7962 h 1065273"/>
              <a:gd name="csX4392" fmla="*/ 759083 w 1728164"/>
              <a:gd name="csY4392" fmla="*/ 7854 h 1065273"/>
              <a:gd name="csX4393" fmla="*/ 759261 w 1728164"/>
              <a:gd name="csY4393" fmla="*/ 7745 h 1065273"/>
              <a:gd name="csX4394" fmla="*/ 759430 w 1728164"/>
              <a:gd name="csY4394" fmla="*/ 7638 h 1065273"/>
              <a:gd name="csX4395" fmla="*/ 759608 w 1728164"/>
              <a:gd name="csY4395" fmla="*/ 7532 h 1065273"/>
              <a:gd name="csX4396" fmla="*/ 759777 w 1728164"/>
              <a:gd name="csY4396" fmla="*/ 7426 h 1065273"/>
              <a:gd name="csX4397" fmla="*/ 759946 w 1728164"/>
              <a:gd name="csY4397" fmla="*/ 7321 h 1065273"/>
              <a:gd name="csX4398" fmla="*/ 760124 w 1728164"/>
              <a:gd name="csY4398" fmla="*/ 7217 h 1065273"/>
              <a:gd name="csX4399" fmla="*/ 760293 w 1728164"/>
              <a:gd name="csY4399" fmla="*/ 7113 h 1065273"/>
              <a:gd name="csX4400" fmla="*/ 760471 w 1728164"/>
              <a:gd name="csY4400" fmla="*/ 7010 h 1065273"/>
              <a:gd name="csX4401" fmla="*/ 760640 w 1728164"/>
              <a:gd name="csY4401" fmla="*/ 6908 h 1065273"/>
              <a:gd name="csX4402" fmla="*/ 760818 w 1728164"/>
              <a:gd name="csY4402" fmla="*/ 6807 h 1065273"/>
              <a:gd name="csX4403" fmla="*/ 760987 w 1728164"/>
              <a:gd name="csY4403" fmla="*/ 6706 h 1065273"/>
              <a:gd name="csX4404" fmla="*/ 761156 w 1728164"/>
              <a:gd name="csY4404" fmla="*/ 6607 h 1065273"/>
              <a:gd name="csX4405" fmla="*/ 761334 w 1728164"/>
              <a:gd name="csY4405" fmla="*/ 6507 h 1065273"/>
              <a:gd name="csX4406" fmla="*/ 761503 w 1728164"/>
              <a:gd name="csY4406" fmla="*/ 6409 h 1065273"/>
              <a:gd name="csX4407" fmla="*/ 761681 w 1728164"/>
              <a:gd name="csY4407" fmla="*/ 6311 h 1065273"/>
              <a:gd name="csX4408" fmla="*/ 761850 w 1728164"/>
              <a:gd name="csY4408" fmla="*/ 6214 h 1065273"/>
              <a:gd name="csX4409" fmla="*/ 762028 w 1728164"/>
              <a:gd name="csY4409" fmla="*/ 6118 h 1065273"/>
              <a:gd name="csX4410" fmla="*/ 762197 w 1728164"/>
              <a:gd name="csY4410" fmla="*/ 6023 h 1065273"/>
              <a:gd name="csX4411" fmla="*/ 762366 w 1728164"/>
              <a:gd name="csY4411" fmla="*/ 5929 h 1065273"/>
              <a:gd name="csX4412" fmla="*/ 762544 w 1728164"/>
              <a:gd name="csY4412" fmla="*/ 5834 h 1065273"/>
              <a:gd name="csX4413" fmla="*/ 762713 w 1728164"/>
              <a:gd name="csY4413" fmla="*/ 5741 h 1065273"/>
              <a:gd name="csX4414" fmla="*/ 762891 w 1728164"/>
              <a:gd name="csY4414" fmla="*/ 5649 h 1065273"/>
              <a:gd name="csX4415" fmla="*/ 763060 w 1728164"/>
              <a:gd name="csY4415" fmla="*/ 5558 h 1065273"/>
              <a:gd name="csX4416" fmla="*/ 763238 w 1728164"/>
              <a:gd name="csY4416" fmla="*/ 5467 h 1065273"/>
              <a:gd name="csX4417" fmla="*/ 763407 w 1728164"/>
              <a:gd name="csY4417" fmla="*/ 5376 h 1065273"/>
              <a:gd name="csX4418" fmla="*/ 763576 w 1728164"/>
              <a:gd name="csY4418" fmla="*/ 5287 h 1065273"/>
              <a:gd name="csX4419" fmla="*/ 763754 w 1728164"/>
              <a:gd name="csY4419" fmla="*/ 5198 h 1065273"/>
              <a:gd name="csX4420" fmla="*/ 763923 w 1728164"/>
              <a:gd name="csY4420" fmla="*/ 5111 h 1065273"/>
              <a:gd name="csX4421" fmla="*/ 764101 w 1728164"/>
              <a:gd name="csY4421" fmla="*/ 5024 h 1065273"/>
              <a:gd name="csX4422" fmla="*/ 764270 w 1728164"/>
              <a:gd name="csY4422" fmla="*/ 4938 h 1065273"/>
              <a:gd name="csX4423" fmla="*/ 764448 w 1728164"/>
              <a:gd name="csY4423" fmla="*/ 4851 h 1065273"/>
              <a:gd name="csX4424" fmla="*/ 764617 w 1728164"/>
              <a:gd name="csY4424" fmla="*/ 4767 h 1065273"/>
              <a:gd name="csX4425" fmla="*/ 764786 w 1728164"/>
              <a:gd name="csY4425" fmla="*/ 4683 h 1065273"/>
              <a:gd name="csX4426" fmla="*/ 764964 w 1728164"/>
              <a:gd name="csY4426" fmla="*/ 4599 h 1065273"/>
              <a:gd name="csX4427" fmla="*/ 765133 w 1728164"/>
              <a:gd name="csY4427" fmla="*/ 4517 h 1065273"/>
              <a:gd name="csX4428" fmla="*/ 765311 w 1728164"/>
              <a:gd name="csY4428" fmla="*/ 4435 h 1065273"/>
              <a:gd name="csX4429" fmla="*/ 765480 w 1728164"/>
              <a:gd name="csY4429" fmla="*/ 4354 h 1065273"/>
              <a:gd name="csX4430" fmla="*/ 765658 w 1728164"/>
              <a:gd name="csY4430" fmla="*/ 4274 h 1065273"/>
              <a:gd name="csX4431" fmla="*/ 765827 w 1728164"/>
              <a:gd name="csY4431" fmla="*/ 4194 h 1065273"/>
              <a:gd name="csX4432" fmla="*/ 765996 w 1728164"/>
              <a:gd name="csY4432" fmla="*/ 4116 h 1065273"/>
              <a:gd name="csX4433" fmla="*/ 766174 w 1728164"/>
              <a:gd name="csY4433" fmla="*/ 4037 h 1065273"/>
              <a:gd name="csX4434" fmla="*/ 766343 w 1728164"/>
              <a:gd name="csY4434" fmla="*/ 3960 h 1065273"/>
              <a:gd name="csX4435" fmla="*/ 766521 w 1728164"/>
              <a:gd name="csY4435" fmla="*/ 3883 h 1065273"/>
              <a:gd name="csX4436" fmla="*/ 766690 w 1728164"/>
              <a:gd name="csY4436" fmla="*/ 3808 h 1065273"/>
              <a:gd name="csX4437" fmla="*/ 766859 w 1728164"/>
              <a:gd name="csY4437" fmla="*/ 3732 h 1065273"/>
              <a:gd name="csX4438" fmla="*/ 767037 w 1728164"/>
              <a:gd name="csY4438" fmla="*/ 3658 h 1065273"/>
              <a:gd name="csX4439" fmla="*/ 767206 w 1728164"/>
              <a:gd name="csY4439" fmla="*/ 3584 h 1065273"/>
              <a:gd name="csX4440" fmla="*/ 767384 w 1728164"/>
              <a:gd name="csY4440" fmla="*/ 3511 h 1065273"/>
              <a:gd name="csX4441" fmla="*/ 767553 w 1728164"/>
              <a:gd name="csY4441" fmla="*/ 3439 h 1065273"/>
              <a:gd name="csX4442" fmla="*/ 767731 w 1728164"/>
              <a:gd name="csY4442" fmla="*/ 3368 h 1065273"/>
              <a:gd name="csX4443" fmla="*/ 767900 w 1728164"/>
              <a:gd name="csY4443" fmla="*/ 3297 h 1065273"/>
              <a:gd name="csX4444" fmla="*/ 768069 w 1728164"/>
              <a:gd name="csY4444" fmla="*/ 3228 h 1065273"/>
              <a:gd name="csX4445" fmla="*/ 768247 w 1728164"/>
              <a:gd name="csY4445" fmla="*/ 3158 h 1065273"/>
              <a:gd name="csX4446" fmla="*/ 768416 w 1728164"/>
              <a:gd name="csY4446" fmla="*/ 3090 h 1065273"/>
              <a:gd name="csX4447" fmla="*/ 768594 w 1728164"/>
              <a:gd name="csY4447" fmla="*/ 3022 h 1065273"/>
              <a:gd name="csX4448" fmla="*/ 768763 w 1728164"/>
              <a:gd name="csY4448" fmla="*/ 2955 h 1065273"/>
              <a:gd name="csX4449" fmla="*/ 768941 w 1728164"/>
              <a:gd name="csY4449" fmla="*/ 2890 h 1065273"/>
              <a:gd name="csX4450" fmla="*/ 769110 w 1728164"/>
              <a:gd name="csY4450" fmla="*/ 2825 h 1065273"/>
              <a:gd name="csX4451" fmla="*/ 769279 w 1728164"/>
              <a:gd name="csY4451" fmla="*/ 2760 h 1065273"/>
              <a:gd name="csX4452" fmla="*/ 769457 w 1728164"/>
              <a:gd name="csY4452" fmla="*/ 2696 h 1065273"/>
              <a:gd name="csX4453" fmla="*/ 769626 w 1728164"/>
              <a:gd name="csY4453" fmla="*/ 2632 h 1065273"/>
              <a:gd name="csX4454" fmla="*/ 769804 w 1728164"/>
              <a:gd name="csY4454" fmla="*/ 2570 h 1065273"/>
              <a:gd name="csX4455" fmla="*/ 769973 w 1728164"/>
              <a:gd name="csY4455" fmla="*/ 2509 h 1065273"/>
              <a:gd name="csX4456" fmla="*/ 770151 w 1728164"/>
              <a:gd name="csY4456" fmla="*/ 2448 h 1065273"/>
              <a:gd name="csX4457" fmla="*/ 770320 w 1728164"/>
              <a:gd name="csY4457" fmla="*/ 2388 h 1065273"/>
              <a:gd name="csX4458" fmla="*/ 770489 w 1728164"/>
              <a:gd name="csY4458" fmla="*/ 2328 h 1065273"/>
              <a:gd name="csX4459" fmla="*/ 770667 w 1728164"/>
              <a:gd name="csY4459" fmla="*/ 2269 h 1065273"/>
              <a:gd name="csX4460" fmla="*/ 770836 w 1728164"/>
              <a:gd name="csY4460" fmla="*/ 2212 h 1065273"/>
              <a:gd name="csX4461" fmla="*/ 771014 w 1728164"/>
              <a:gd name="csY4461" fmla="*/ 2155 h 1065273"/>
              <a:gd name="csX4462" fmla="*/ 771183 w 1728164"/>
              <a:gd name="csY4462" fmla="*/ 2099 h 1065273"/>
              <a:gd name="csX4463" fmla="*/ 771361 w 1728164"/>
              <a:gd name="csY4463" fmla="*/ 2043 h 1065273"/>
              <a:gd name="csX4464" fmla="*/ 771530 w 1728164"/>
              <a:gd name="csY4464" fmla="*/ 1988 h 1065273"/>
              <a:gd name="csX4465" fmla="*/ 771699 w 1728164"/>
              <a:gd name="csY4465" fmla="*/ 1934 h 1065273"/>
              <a:gd name="csX4466" fmla="*/ 771876 w 1728164"/>
              <a:gd name="csY4466" fmla="*/ 1881 h 1065273"/>
              <a:gd name="csX4467" fmla="*/ 772046 w 1728164"/>
              <a:gd name="csY4467" fmla="*/ 1828 h 1065273"/>
              <a:gd name="csX4468" fmla="*/ 772223 w 1728164"/>
              <a:gd name="csY4468" fmla="*/ 1777 h 1065273"/>
              <a:gd name="csX4469" fmla="*/ 772393 w 1728164"/>
              <a:gd name="csY4469" fmla="*/ 1725 h 1065273"/>
              <a:gd name="csX4470" fmla="*/ 772570 w 1728164"/>
              <a:gd name="csY4470" fmla="*/ 1674 h 1065273"/>
              <a:gd name="csX4471" fmla="*/ 772739 w 1728164"/>
              <a:gd name="csY4471" fmla="*/ 1625 h 1065273"/>
              <a:gd name="csX4472" fmla="*/ 772908 w 1728164"/>
              <a:gd name="csY4472" fmla="*/ 1576 h 1065273"/>
              <a:gd name="csX4473" fmla="*/ 773086 w 1728164"/>
              <a:gd name="csY4473" fmla="*/ 1528 h 1065273"/>
              <a:gd name="csX4474" fmla="*/ 773255 w 1728164"/>
              <a:gd name="csY4474" fmla="*/ 1480 h 1065273"/>
              <a:gd name="csX4475" fmla="*/ 773433 w 1728164"/>
              <a:gd name="csY4475" fmla="*/ 1434 h 1065273"/>
              <a:gd name="csX4476" fmla="*/ 773602 w 1728164"/>
              <a:gd name="csY4476" fmla="*/ 1388 h 1065273"/>
              <a:gd name="csX4477" fmla="*/ 773780 w 1728164"/>
              <a:gd name="csY4477" fmla="*/ 1343 h 1065273"/>
              <a:gd name="csX4478" fmla="*/ 773949 w 1728164"/>
              <a:gd name="csY4478" fmla="*/ 1299 h 1065273"/>
              <a:gd name="csX4479" fmla="*/ 774118 w 1728164"/>
              <a:gd name="csY4479" fmla="*/ 1255 h 1065273"/>
              <a:gd name="csX4480" fmla="*/ 774296 w 1728164"/>
              <a:gd name="csY4480" fmla="*/ 1213 h 1065273"/>
              <a:gd name="csX4481" fmla="*/ 774465 w 1728164"/>
              <a:gd name="csY4481" fmla="*/ 1170 h 1065273"/>
              <a:gd name="csX4482" fmla="*/ 774643 w 1728164"/>
              <a:gd name="csY4482" fmla="*/ 1129 h 1065273"/>
              <a:gd name="csX4483" fmla="*/ 774812 w 1728164"/>
              <a:gd name="csY4483" fmla="*/ 1088 h 1065273"/>
              <a:gd name="csX4484" fmla="*/ 774990 w 1728164"/>
              <a:gd name="csY4484" fmla="*/ 1048 h 1065273"/>
              <a:gd name="csX4485" fmla="*/ 775159 w 1728164"/>
              <a:gd name="csY4485" fmla="*/ 1009 h 1065273"/>
              <a:gd name="csX4486" fmla="*/ 775328 w 1728164"/>
              <a:gd name="csY4486" fmla="*/ 971 h 1065273"/>
              <a:gd name="csX4487" fmla="*/ 775506 w 1728164"/>
              <a:gd name="csY4487" fmla="*/ 933 h 1065273"/>
              <a:gd name="csX4488" fmla="*/ 775675 w 1728164"/>
              <a:gd name="csY4488" fmla="*/ 896 h 1065273"/>
              <a:gd name="csX4489" fmla="*/ 775853 w 1728164"/>
              <a:gd name="csY4489" fmla="*/ 860 h 1065273"/>
              <a:gd name="csX4490" fmla="*/ 776022 w 1728164"/>
              <a:gd name="csY4490" fmla="*/ 825 h 1065273"/>
              <a:gd name="csX4491" fmla="*/ 776200 w 1728164"/>
              <a:gd name="csY4491" fmla="*/ 790 h 1065273"/>
              <a:gd name="csX4492" fmla="*/ 776369 w 1728164"/>
              <a:gd name="csY4492" fmla="*/ 756 h 1065273"/>
              <a:gd name="csX4493" fmla="*/ 776538 w 1728164"/>
              <a:gd name="csY4493" fmla="*/ 722 h 1065273"/>
              <a:gd name="csX4494" fmla="*/ 776716 w 1728164"/>
              <a:gd name="csY4494" fmla="*/ 690 h 1065273"/>
              <a:gd name="csX4495" fmla="*/ 776885 w 1728164"/>
              <a:gd name="csY4495" fmla="*/ 658 h 1065273"/>
              <a:gd name="csX4496" fmla="*/ 777063 w 1728164"/>
              <a:gd name="csY4496" fmla="*/ 628 h 1065273"/>
              <a:gd name="csX4497" fmla="*/ 777232 w 1728164"/>
              <a:gd name="csY4497" fmla="*/ 598 h 1065273"/>
              <a:gd name="csX4498" fmla="*/ 777410 w 1728164"/>
              <a:gd name="csY4498" fmla="*/ 568 h 1065273"/>
              <a:gd name="csX4499" fmla="*/ 777579 w 1728164"/>
              <a:gd name="csY4499" fmla="*/ 539 h 1065273"/>
              <a:gd name="csX4500" fmla="*/ 777748 w 1728164"/>
              <a:gd name="csY4500" fmla="*/ 512 h 1065273"/>
              <a:gd name="csX4501" fmla="*/ 777926 w 1728164"/>
              <a:gd name="csY4501" fmla="*/ 484 h 1065273"/>
              <a:gd name="csX4502" fmla="*/ 778095 w 1728164"/>
              <a:gd name="csY4502" fmla="*/ 458 h 1065273"/>
              <a:gd name="csX4503" fmla="*/ 778273 w 1728164"/>
              <a:gd name="csY4503" fmla="*/ 432 h 1065273"/>
              <a:gd name="csX4504" fmla="*/ 778442 w 1728164"/>
              <a:gd name="csY4504" fmla="*/ 407 h 1065273"/>
              <a:gd name="csX4505" fmla="*/ 778620 w 1728164"/>
              <a:gd name="csY4505" fmla="*/ 383 h 1065273"/>
              <a:gd name="csX4506" fmla="*/ 778789 w 1728164"/>
              <a:gd name="csY4506" fmla="*/ 359 h 1065273"/>
              <a:gd name="csX4507" fmla="*/ 778958 w 1728164"/>
              <a:gd name="csY4507" fmla="*/ 336 h 1065273"/>
              <a:gd name="csX4508" fmla="*/ 779136 w 1728164"/>
              <a:gd name="csY4508" fmla="*/ 315 h 1065273"/>
              <a:gd name="csX4509" fmla="*/ 779305 w 1728164"/>
              <a:gd name="csY4509" fmla="*/ 294 h 1065273"/>
              <a:gd name="csX4510" fmla="*/ 779483 w 1728164"/>
              <a:gd name="csY4510" fmla="*/ 273 h 1065273"/>
              <a:gd name="csX4511" fmla="*/ 779652 w 1728164"/>
              <a:gd name="csY4511" fmla="*/ 254 h 1065273"/>
              <a:gd name="csX4512" fmla="*/ 779830 w 1728164"/>
              <a:gd name="csY4512" fmla="*/ 234 h 1065273"/>
              <a:gd name="csX4513" fmla="*/ 779999 w 1728164"/>
              <a:gd name="csY4513" fmla="*/ 216 h 1065273"/>
              <a:gd name="csX4514" fmla="*/ 780168 w 1728164"/>
              <a:gd name="csY4514" fmla="*/ 198 h 1065273"/>
              <a:gd name="csX4515" fmla="*/ 780346 w 1728164"/>
              <a:gd name="csY4515" fmla="*/ 181 h 1065273"/>
              <a:gd name="csX4516" fmla="*/ 780515 w 1728164"/>
              <a:gd name="csY4516" fmla="*/ 165 h 1065273"/>
              <a:gd name="csX4517" fmla="*/ 780693 w 1728164"/>
              <a:gd name="csY4517" fmla="*/ 150 h 1065273"/>
              <a:gd name="csX4518" fmla="*/ 780862 w 1728164"/>
              <a:gd name="csY4518" fmla="*/ 136 h 1065273"/>
              <a:gd name="csX4519" fmla="*/ 781040 w 1728164"/>
              <a:gd name="csY4519" fmla="*/ 122 h 1065273"/>
              <a:gd name="csX4520" fmla="*/ 781209 w 1728164"/>
              <a:gd name="csY4520" fmla="*/ 109 h 1065273"/>
              <a:gd name="csX4521" fmla="*/ 781378 w 1728164"/>
              <a:gd name="csY4521" fmla="*/ 96 h 1065273"/>
              <a:gd name="csX4522" fmla="*/ 781556 w 1728164"/>
              <a:gd name="csY4522" fmla="*/ 85 h 1065273"/>
              <a:gd name="csX4523" fmla="*/ 781725 w 1728164"/>
              <a:gd name="csY4523" fmla="*/ 74 h 1065273"/>
              <a:gd name="csX4524" fmla="*/ 781903 w 1728164"/>
              <a:gd name="csY4524" fmla="*/ 64 h 1065273"/>
              <a:gd name="csX4525" fmla="*/ 782072 w 1728164"/>
              <a:gd name="csY4525" fmla="*/ 54 h 1065273"/>
              <a:gd name="csX4526" fmla="*/ 782250 w 1728164"/>
              <a:gd name="csY4526" fmla="*/ 46 h 1065273"/>
              <a:gd name="csX4527" fmla="*/ 782419 w 1728164"/>
              <a:gd name="csY4527" fmla="*/ 38 h 1065273"/>
              <a:gd name="csX4528" fmla="*/ 782588 w 1728164"/>
              <a:gd name="csY4528" fmla="*/ 31 h 1065273"/>
              <a:gd name="csX4529" fmla="*/ 782766 w 1728164"/>
              <a:gd name="csY4529" fmla="*/ 25 h 1065273"/>
              <a:gd name="csX4530" fmla="*/ 782935 w 1728164"/>
              <a:gd name="csY4530" fmla="*/ 19 h 1065273"/>
              <a:gd name="csX4531" fmla="*/ 783113 w 1728164"/>
              <a:gd name="csY4531" fmla="*/ 14 h 1065273"/>
              <a:gd name="csX4532" fmla="*/ 783282 w 1728164"/>
              <a:gd name="csY4532" fmla="*/ 10 h 1065273"/>
              <a:gd name="csX4533" fmla="*/ 783460 w 1728164"/>
              <a:gd name="csY4533" fmla="*/ 6 h 1065273"/>
              <a:gd name="csX4534" fmla="*/ 783629 w 1728164"/>
              <a:gd name="csY4534" fmla="*/ 4 h 1065273"/>
              <a:gd name="csX4535" fmla="*/ 783798 w 1728164"/>
              <a:gd name="csY4535" fmla="*/ 2 h 1065273"/>
              <a:gd name="csX4536" fmla="*/ 783976 w 1728164"/>
              <a:gd name="csY4536" fmla="*/ 1 h 1065273"/>
              <a:gd name="csX4537" fmla="*/ 784145 w 1728164"/>
              <a:gd name="csY4537" fmla="*/ 0 h 1065273"/>
              <a:gd name="csX4538" fmla="*/ 784323 w 1728164"/>
              <a:gd name="csY4538" fmla="*/ 1 h 1065273"/>
              <a:gd name="csX4539" fmla="*/ 784492 w 1728164"/>
              <a:gd name="csY4539" fmla="*/ 2 h 1065273"/>
              <a:gd name="csX4540" fmla="*/ 784670 w 1728164"/>
              <a:gd name="csY4540" fmla="*/ 4 h 1065273"/>
              <a:gd name="csX4541" fmla="*/ 784839 w 1728164"/>
              <a:gd name="csY4541" fmla="*/ 6 h 1065273"/>
              <a:gd name="csX4542" fmla="*/ 785008 w 1728164"/>
              <a:gd name="csY4542" fmla="*/ 9 h 1065273"/>
              <a:gd name="csX4543" fmla="*/ 785186 w 1728164"/>
              <a:gd name="csY4543" fmla="*/ 13 h 1065273"/>
              <a:gd name="csX4544" fmla="*/ 785355 w 1728164"/>
              <a:gd name="csY4544" fmla="*/ 18 h 1065273"/>
              <a:gd name="csX4545" fmla="*/ 785533 w 1728164"/>
              <a:gd name="csY4545" fmla="*/ 23 h 1065273"/>
              <a:gd name="csX4546" fmla="*/ 785702 w 1728164"/>
              <a:gd name="csY4546" fmla="*/ 29 h 1065273"/>
              <a:gd name="csX4547" fmla="*/ 785871 w 1728164"/>
              <a:gd name="csY4547" fmla="*/ 36 h 1065273"/>
              <a:gd name="csX4548" fmla="*/ 786049 w 1728164"/>
              <a:gd name="csY4548" fmla="*/ 44 h 1065273"/>
              <a:gd name="csX4549" fmla="*/ 786218 w 1728164"/>
              <a:gd name="csY4549" fmla="*/ 52 h 1065273"/>
              <a:gd name="csX4550" fmla="*/ 786396 w 1728164"/>
              <a:gd name="csY4550" fmla="*/ 62 h 1065273"/>
              <a:gd name="csX4551" fmla="*/ 786565 w 1728164"/>
              <a:gd name="csY4551" fmla="*/ 72 h 1065273"/>
              <a:gd name="csX4552" fmla="*/ 786742 w 1728164"/>
              <a:gd name="csY4552" fmla="*/ 83 h 1065273"/>
              <a:gd name="csX4553" fmla="*/ 786911 w 1728164"/>
              <a:gd name="csY4553" fmla="*/ 93 h 1065273"/>
              <a:gd name="csX4554" fmla="*/ 787081 w 1728164"/>
              <a:gd name="csY4554" fmla="*/ 106 h 1065273"/>
              <a:gd name="csX4555" fmla="*/ 787258 w 1728164"/>
              <a:gd name="csY4555" fmla="*/ 118 h 1065273"/>
              <a:gd name="csX4556" fmla="*/ 787428 w 1728164"/>
              <a:gd name="csY4556" fmla="*/ 133 h 1065273"/>
              <a:gd name="csX4557" fmla="*/ 787605 w 1728164"/>
              <a:gd name="csY4557" fmla="*/ 147 h 1065273"/>
              <a:gd name="csX4558" fmla="*/ 787774 w 1728164"/>
              <a:gd name="csY4558" fmla="*/ 162 h 1065273"/>
              <a:gd name="csX4559" fmla="*/ 787952 w 1728164"/>
              <a:gd name="csY4559" fmla="*/ 178 h 1065273"/>
              <a:gd name="csX4560" fmla="*/ 788121 w 1728164"/>
              <a:gd name="csY4560" fmla="*/ 194 h 1065273"/>
              <a:gd name="csX4561" fmla="*/ 788290 w 1728164"/>
              <a:gd name="csY4561" fmla="*/ 212 h 1065273"/>
              <a:gd name="csX4562" fmla="*/ 788468 w 1728164"/>
              <a:gd name="csY4562" fmla="*/ 230 h 1065273"/>
              <a:gd name="csX4563" fmla="*/ 788637 w 1728164"/>
              <a:gd name="csY4563" fmla="*/ 248 h 1065273"/>
              <a:gd name="csX4564" fmla="*/ 788815 w 1728164"/>
              <a:gd name="csY4564" fmla="*/ 268 h 1065273"/>
              <a:gd name="csX4565" fmla="*/ 788984 w 1728164"/>
              <a:gd name="csY4565" fmla="*/ 288 h 1065273"/>
              <a:gd name="csX4566" fmla="*/ 789162 w 1728164"/>
              <a:gd name="csY4566" fmla="*/ 309 h 1065273"/>
              <a:gd name="csX4567" fmla="*/ 789331 w 1728164"/>
              <a:gd name="csY4567" fmla="*/ 330 h 1065273"/>
              <a:gd name="csX4568" fmla="*/ 789500 w 1728164"/>
              <a:gd name="csY4568" fmla="*/ 353 h 1065273"/>
              <a:gd name="csX4569" fmla="*/ 789678 w 1728164"/>
              <a:gd name="csY4569" fmla="*/ 376 h 1065273"/>
              <a:gd name="csX4570" fmla="*/ 789847 w 1728164"/>
              <a:gd name="csY4570" fmla="*/ 400 h 1065273"/>
              <a:gd name="csX4571" fmla="*/ 790025 w 1728164"/>
              <a:gd name="csY4571" fmla="*/ 424 h 1065273"/>
              <a:gd name="csX4572" fmla="*/ 790194 w 1728164"/>
              <a:gd name="csY4572" fmla="*/ 450 h 1065273"/>
              <a:gd name="csX4573" fmla="*/ 790372 w 1728164"/>
              <a:gd name="csY4573" fmla="*/ 476 h 1065273"/>
              <a:gd name="csX4574" fmla="*/ 790541 w 1728164"/>
              <a:gd name="csY4574" fmla="*/ 503 h 1065273"/>
              <a:gd name="csX4575" fmla="*/ 790710 w 1728164"/>
              <a:gd name="csY4575" fmla="*/ 530 h 1065273"/>
              <a:gd name="csX4576" fmla="*/ 790888 w 1728164"/>
              <a:gd name="csY4576" fmla="*/ 559 h 1065273"/>
              <a:gd name="csX4577" fmla="*/ 791057 w 1728164"/>
              <a:gd name="csY4577" fmla="*/ 588 h 1065273"/>
              <a:gd name="csX4578" fmla="*/ 791235 w 1728164"/>
              <a:gd name="csY4578" fmla="*/ 617 h 1065273"/>
              <a:gd name="csX4579" fmla="*/ 791404 w 1728164"/>
              <a:gd name="csY4579" fmla="*/ 648 h 1065273"/>
              <a:gd name="csX4580" fmla="*/ 791582 w 1728164"/>
              <a:gd name="csY4580" fmla="*/ 680 h 1065273"/>
              <a:gd name="csX4581" fmla="*/ 791751 w 1728164"/>
              <a:gd name="csY4581" fmla="*/ 711 h 1065273"/>
              <a:gd name="csX4582" fmla="*/ 791920 w 1728164"/>
              <a:gd name="csY4582" fmla="*/ 744 h 1065273"/>
              <a:gd name="csX4583" fmla="*/ 792098 w 1728164"/>
              <a:gd name="csY4583" fmla="*/ 778 h 1065273"/>
              <a:gd name="csX4584" fmla="*/ 792267 w 1728164"/>
              <a:gd name="csY4584" fmla="*/ 811 h 1065273"/>
              <a:gd name="csX4585" fmla="*/ 792445 w 1728164"/>
              <a:gd name="csY4585" fmla="*/ 846 h 1065273"/>
              <a:gd name="csX4586" fmla="*/ 792614 w 1728164"/>
              <a:gd name="csY4586" fmla="*/ 882 h 1065273"/>
              <a:gd name="csX4587" fmla="*/ 792792 w 1728164"/>
              <a:gd name="csY4587" fmla="*/ 918 h 1065273"/>
              <a:gd name="csX4588" fmla="*/ 792961 w 1728164"/>
              <a:gd name="csY4588" fmla="*/ 955 h 1065273"/>
              <a:gd name="csX4589" fmla="*/ 793130 w 1728164"/>
              <a:gd name="csY4589" fmla="*/ 994 h 1065273"/>
              <a:gd name="csX4590" fmla="*/ 793308 w 1728164"/>
              <a:gd name="csY4590" fmla="*/ 1032 h 1065273"/>
              <a:gd name="csX4591" fmla="*/ 793477 w 1728164"/>
              <a:gd name="csY4591" fmla="*/ 1071 h 1065273"/>
              <a:gd name="csX4592" fmla="*/ 793655 w 1728164"/>
              <a:gd name="csY4592" fmla="*/ 1111 h 1065273"/>
              <a:gd name="csX4593" fmla="*/ 793824 w 1728164"/>
              <a:gd name="csY4593" fmla="*/ 1152 h 1065273"/>
              <a:gd name="csX4594" fmla="*/ 794002 w 1728164"/>
              <a:gd name="csY4594" fmla="*/ 1193 h 1065273"/>
              <a:gd name="csX4595" fmla="*/ 794171 w 1728164"/>
              <a:gd name="csY4595" fmla="*/ 1236 h 1065273"/>
              <a:gd name="csX4596" fmla="*/ 794340 w 1728164"/>
              <a:gd name="csY4596" fmla="*/ 1278 h 1065273"/>
              <a:gd name="csX4597" fmla="*/ 794518 w 1728164"/>
              <a:gd name="csY4597" fmla="*/ 1322 h 1065273"/>
              <a:gd name="csX4598" fmla="*/ 794687 w 1728164"/>
              <a:gd name="csY4598" fmla="*/ 1367 h 1065273"/>
              <a:gd name="csX4599" fmla="*/ 794865 w 1728164"/>
              <a:gd name="csY4599" fmla="*/ 1412 h 1065273"/>
              <a:gd name="csX4600" fmla="*/ 795034 w 1728164"/>
              <a:gd name="csY4600" fmla="*/ 1457 h 1065273"/>
              <a:gd name="csX4601" fmla="*/ 795212 w 1728164"/>
              <a:gd name="csY4601" fmla="*/ 1504 h 1065273"/>
              <a:gd name="csX4602" fmla="*/ 795381 w 1728164"/>
              <a:gd name="csY4602" fmla="*/ 1552 h 1065273"/>
              <a:gd name="csX4603" fmla="*/ 795550 w 1728164"/>
              <a:gd name="csY4603" fmla="*/ 1600 h 1065273"/>
              <a:gd name="csX4604" fmla="*/ 795728 w 1728164"/>
              <a:gd name="csY4604" fmla="*/ 1649 h 1065273"/>
              <a:gd name="csX4605" fmla="*/ 795897 w 1728164"/>
              <a:gd name="csY4605" fmla="*/ 1697 h 1065273"/>
              <a:gd name="csX4606" fmla="*/ 796075 w 1728164"/>
              <a:gd name="csY4606" fmla="*/ 1748 h 1065273"/>
              <a:gd name="csX4607" fmla="*/ 796244 w 1728164"/>
              <a:gd name="csY4607" fmla="*/ 1799 h 1065273"/>
              <a:gd name="csX4608" fmla="*/ 796422 w 1728164"/>
              <a:gd name="csY4608" fmla="*/ 1850 h 1065273"/>
              <a:gd name="csX4609" fmla="*/ 796591 w 1728164"/>
              <a:gd name="csY4609" fmla="*/ 1903 h 1065273"/>
              <a:gd name="csX4610" fmla="*/ 796760 w 1728164"/>
              <a:gd name="csY4610" fmla="*/ 1956 h 1065273"/>
              <a:gd name="csX4611" fmla="*/ 796938 w 1728164"/>
              <a:gd name="csY4611" fmla="*/ 2010 h 1065273"/>
              <a:gd name="csX4612" fmla="*/ 797107 w 1728164"/>
              <a:gd name="csY4612" fmla="*/ 2064 h 1065273"/>
              <a:gd name="csX4613" fmla="*/ 797285 w 1728164"/>
              <a:gd name="csY4613" fmla="*/ 2120 h 1065273"/>
              <a:gd name="csX4614" fmla="*/ 797454 w 1728164"/>
              <a:gd name="csY4614" fmla="*/ 2175 h 1065273"/>
              <a:gd name="csX4615" fmla="*/ 797632 w 1728164"/>
              <a:gd name="csY4615" fmla="*/ 2232 h 1065273"/>
              <a:gd name="csX4616" fmla="*/ 797801 w 1728164"/>
              <a:gd name="csY4616" fmla="*/ 2290 h 1065273"/>
              <a:gd name="csX4617" fmla="*/ 797970 w 1728164"/>
              <a:gd name="csY4617" fmla="*/ 2348 h 1065273"/>
              <a:gd name="csX4618" fmla="*/ 798148 w 1728164"/>
              <a:gd name="csY4618" fmla="*/ 2406 h 1065273"/>
              <a:gd name="csX4619" fmla="*/ 798317 w 1728164"/>
              <a:gd name="csY4619" fmla="*/ 2467 h 1065273"/>
              <a:gd name="csX4620" fmla="*/ 798495 w 1728164"/>
              <a:gd name="csY4620" fmla="*/ 2527 h 1065273"/>
              <a:gd name="csX4621" fmla="*/ 798664 w 1728164"/>
              <a:gd name="csY4621" fmla="*/ 2588 h 1065273"/>
              <a:gd name="csX4622" fmla="*/ 798842 w 1728164"/>
              <a:gd name="csY4622" fmla="*/ 2649 h 1065273"/>
              <a:gd name="csX4623" fmla="*/ 799011 w 1728164"/>
              <a:gd name="csY4623" fmla="*/ 2713 h 1065273"/>
              <a:gd name="csX4624" fmla="*/ 799180 w 1728164"/>
              <a:gd name="csY4624" fmla="*/ 2776 h 1065273"/>
              <a:gd name="csX4625" fmla="*/ 799358 w 1728164"/>
              <a:gd name="csY4625" fmla="*/ 2840 h 1065273"/>
              <a:gd name="csX4626" fmla="*/ 799527 w 1728164"/>
              <a:gd name="csY4626" fmla="*/ 2904 h 1065273"/>
              <a:gd name="csX4627" fmla="*/ 799705 w 1728164"/>
              <a:gd name="csY4627" fmla="*/ 2970 h 1065273"/>
              <a:gd name="csX4628" fmla="*/ 799874 w 1728164"/>
              <a:gd name="csY4628" fmla="*/ 3035 h 1065273"/>
              <a:gd name="csX4629" fmla="*/ 800052 w 1728164"/>
              <a:gd name="csY4629" fmla="*/ 3102 h 1065273"/>
              <a:gd name="csX4630" fmla="*/ 800221 w 1728164"/>
              <a:gd name="csY4630" fmla="*/ 3170 h 1065273"/>
              <a:gd name="csX4631" fmla="*/ 800390 w 1728164"/>
              <a:gd name="csY4631" fmla="*/ 3238 h 1065273"/>
              <a:gd name="csX4632" fmla="*/ 800568 w 1728164"/>
              <a:gd name="csY4632" fmla="*/ 3308 h 1065273"/>
              <a:gd name="csX4633" fmla="*/ 800737 w 1728164"/>
              <a:gd name="csY4633" fmla="*/ 3377 h 1065273"/>
              <a:gd name="csX4634" fmla="*/ 800914 w 1728164"/>
              <a:gd name="csY4634" fmla="*/ 3447 h 1065273"/>
              <a:gd name="csX4635" fmla="*/ 801084 w 1728164"/>
              <a:gd name="csY4635" fmla="*/ 3519 h 1065273"/>
              <a:gd name="csX4636" fmla="*/ 801261 w 1728164"/>
              <a:gd name="csY4636" fmla="*/ 3591 h 1065273"/>
              <a:gd name="csX4637" fmla="*/ 801431 w 1728164"/>
              <a:gd name="csY4637" fmla="*/ 3664 h 1065273"/>
              <a:gd name="csX4638" fmla="*/ 801600 w 1728164"/>
              <a:gd name="csY4638" fmla="*/ 3737 h 1065273"/>
              <a:gd name="csX4639" fmla="*/ 801778 w 1728164"/>
              <a:gd name="csY4639" fmla="*/ 3810 h 1065273"/>
              <a:gd name="csX4640" fmla="*/ 801946 w 1728164"/>
              <a:gd name="csY4640" fmla="*/ 3885 h 1065273"/>
              <a:gd name="csX4641" fmla="*/ 802124 w 1728164"/>
              <a:gd name="csY4641" fmla="*/ 3961 h 1065273"/>
              <a:gd name="csX4642" fmla="*/ 802293 w 1728164"/>
              <a:gd name="csY4642" fmla="*/ 4037 h 1065273"/>
              <a:gd name="csX4643" fmla="*/ 802471 w 1728164"/>
              <a:gd name="csY4643" fmla="*/ 4114 h 1065273"/>
              <a:gd name="csX4644" fmla="*/ 802640 w 1728164"/>
              <a:gd name="csY4644" fmla="*/ 4192 h 1065273"/>
              <a:gd name="csX4645" fmla="*/ 802809 w 1728164"/>
              <a:gd name="csY4645" fmla="*/ 4270 h 1065273"/>
              <a:gd name="csX4646" fmla="*/ 802987 w 1728164"/>
              <a:gd name="csY4646" fmla="*/ 4349 h 1065273"/>
              <a:gd name="csX4647" fmla="*/ 803156 w 1728164"/>
              <a:gd name="csY4647" fmla="*/ 4429 h 1065273"/>
              <a:gd name="csX4648" fmla="*/ 803334 w 1728164"/>
              <a:gd name="csY4648" fmla="*/ 4510 h 1065273"/>
              <a:gd name="csX4649" fmla="*/ 803503 w 1728164"/>
              <a:gd name="csY4649" fmla="*/ 4591 h 1065273"/>
              <a:gd name="csX4650" fmla="*/ 803681 w 1728164"/>
              <a:gd name="csY4650" fmla="*/ 4672 h 1065273"/>
              <a:gd name="csX4651" fmla="*/ 803850 w 1728164"/>
              <a:gd name="csY4651" fmla="*/ 4755 h 1065273"/>
              <a:gd name="csX4652" fmla="*/ 804019 w 1728164"/>
              <a:gd name="csY4652" fmla="*/ 4839 h 1065273"/>
              <a:gd name="csX4653" fmla="*/ 804197 w 1728164"/>
              <a:gd name="csY4653" fmla="*/ 4922 h 1065273"/>
              <a:gd name="csX4654" fmla="*/ 804366 w 1728164"/>
              <a:gd name="csY4654" fmla="*/ 5007 h 1065273"/>
              <a:gd name="csX4655" fmla="*/ 804544 w 1728164"/>
              <a:gd name="csY4655" fmla="*/ 5092 h 1065273"/>
              <a:gd name="csX4656" fmla="*/ 804713 w 1728164"/>
              <a:gd name="csY4656" fmla="*/ 5179 h 1065273"/>
              <a:gd name="csX4657" fmla="*/ 804882 w 1728164"/>
              <a:gd name="csY4657" fmla="*/ 5266 h 1065273"/>
              <a:gd name="csX4658" fmla="*/ 805060 w 1728164"/>
              <a:gd name="csY4658" fmla="*/ 5354 h 1065273"/>
              <a:gd name="csX4659" fmla="*/ 805229 w 1728164"/>
              <a:gd name="csY4659" fmla="*/ 5442 h 1065273"/>
              <a:gd name="csX4660" fmla="*/ 805407 w 1728164"/>
              <a:gd name="csY4660" fmla="*/ 5531 h 1065273"/>
              <a:gd name="csX4661" fmla="*/ 805576 w 1728164"/>
              <a:gd name="csY4661" fmla="*/ 5621 h 1065273"/>
              <a:gd name="csX4662" fmla="*/ 805754 w 1728164"/>
              <a:gd name="csY4662" fmla="*/ 5712 h 1065273"/>
              <a:gd name="csX4663" fmla="*/ 805923 w 1728164"/>
              <a:gd name="csY4663" fmla="*/ 5802 h 1065273"/>
              <a:gd name="csX4664" fmla="*/ 806092 w 1728164"/>
              <a:gd name="csY4664" fmla="*/ 5894 h 1065273"/>
              <a:gd name="csX4665" fmla="*/ 806270 w 1728164"/>
              <a:gd name="csY4665" fmla="*/ 5986 h 1065273"/>
              <a:gd name="csX4666" fmla="*/ 806439 w 1728164"/>
              <a:gd name="csY4666" fmla="*/ 6080 h 1065273"/>
              <a:gd name="csX4667" fmla="*/ 806617 w 1728164"/>
              <a:gd name="csY4667" fmla="*/ 6174 h 1065273"/>
              <a:gd name="csX4668" fmla="*/ 806786 w 1728164"/>
              <a:gd name="csY4668" fmla="*/ 6268 h 1065273"/>
              <a:gd name="csX4669" fmla="*/ 806964 w 1728164"/>
              <a:gd name="csY4669" fmla="*/ 6365 h 1065273"/>
              <a:gd name="csX4670" fmla="*/ 807133 w 1728164"/>
              <a:gd name="csY4670" fmla="*/ 6461 h 1065273"/>
              <a:gd name="csX4671" fmla="*/ 807302 w 1728164"/>
              <a:gd name="csY4671" fmla="*/ 6558 h 1065273"/>
              <a:gd name="csX4672" fmla="*/ 807480 w 1728164"/>
              <a:gd name="csY4672" fmla="*/ 6655 h 1065273"/>
              <a:gd name="csX4673" fmla="*/ 807649 w 1728164"/>
              <a:gd name="csY4673" fmla="*/ 6753 h 1065273"/>
              <a:gd name="csX4674" fmla="*/ 807827 w 1728164"/>
              <a:gd name="csY4674" fmla="*/ 6852 h 1065273"/>
              <a:gd name="csX4675" fmla="*/ 807996 w 1728164"/>
              <a:gd name="csY4675" fmla="*/ 6952 h 1065273"/>
              <a:gd name="csX4676" fmla="*/ 808174 w 1728164"/>
              <a:gd name="csY4676" fmla="*/ 7052 h 1065273"/>
              <a:gd name="csX4677" fmla="*/ 808343 w 1728164"/>
              <a:gd name="csY4677" fmla="*/ 7154 h 1065273"/>
              <a:gd name="csX4678" fmla="*/ 808512 w 1728164"/>
              <a:gd name="csY4678" fmla="*/ 7255 h 1065273"/>
              <a:gd name="csX4679" fmla="*/ 808690 w 1728164"/>
              <a:gd name="csY4679" fmla="*/ 7357 h 1065273"/>
              <a:gd name="csX4680" fmla="*/ 808859 w 1728164"/>
              <a:gd name="csY4680" fmla="*/ 7461 h 1065273"/>
              <a:gd name="csX4681" fmla="*/ 809037 w 1728164"/>
              <a:gd name="csY4681" fmla="*/ 7565 h 1065273"/>
              <a:gd name="csX4682" fmla="*/ 809206 w 1728164"/>
              <a:gd name="csY4682" fmla="*/ 7670 h 1065273"/>
              <a:gd name="csX4683" fmla="*/ 809384 w 1728164"/>
              <a:gd name="csY4683" fmla="*/ 7775 h 1065273"/>
              <a:gd name="csX4684" fmla="*/ 809553 w 1728164"/>
              <a:gd name="csY4684" fmla="*/ 7880 h 1065273"/>
              <a:gd name="csX4685" fmla="*/ 809722 w 1728164"/>
              <a:gd name="csY4685" fmla="*/ 7987 h 1065273"/>
              <a:gd name="csX4686" fmla="*/ 809900 w 1728164"/>
              <a:gd name="csY4686" fmla="*/ 8095 h 1065273"/>
              <a:gd name="csX4687" fmla="*/ 810069 w 1728164"/>
              <a:gd name="csY4687" fmla="*/ 8203 h 1065273"/>
              <a:gd name="csX4688" fmla="*/ 810247 w 1728164"/>
              <a:gd name="csY4688" fmla="*/ 8312 h 1065273"/>
              <a:gd name="csX4689" fmla="*/ 810416 w 1728164"/>
              <a:gd name="csY4689" fmla="*/ 8421 h 1065273"/>
              <a:gd name="csX4690" fmla="*/ 810594 w 1728164"/>
              <a:gd name="csY4690" fmla="*/ 8532 h 1065273"/>
              <a:gd name="csX4691" fmla="*/ 810763 w 1728164"/>
              <a:gd name="csY4691" fmla="*/ 8643 h 1065273"/>
              <a:gd name="csX4692" fmla="*/ 810932 w 1728164"/>
              <a:gd name="csY4692" fmla="*/ 8754 h 1065273"/>
              <a:gd name="csX4693" fmla="*/ 811110 w 1728164"/>
              <a:gd name="csY4693" fmla="*/ 8867 h 1065273"/>
              <a:gd name="csX4694" fmla="*/ 811279 w 1728164"/>
              <a:gd name="csY4694" fmla="*/ 8980 h 1065273"/>
              <a:gd name="csX4695" fmla="*/ 811457 w 1728164"/>
              <a:gd name="csY4695" fmla="*/ 9093 h 1065273"/>
              <a:gd name="csX4696" fmla="*/ 811626 w 1728164"/>
              <a:gd name="csY4696" fmla="*/ 9208 h 1065273"/>
              <a:gd name="csX4697" fmla="*/ 811804 w 1728164"/>
              <a:gd name="csY4697" fmla="*/ 9323 h 1065273"/>
              <a:gd name="csX4698" fmla="*/ 811973 w 1728164"/>
              <a:gd name="csY4698" fmla="*/ 9439 h 1065273"/>
              <a:gd name="csX4699" fmla="*/ 812142 w 1728164"/>
              <a:gd name="csY4699" fmla="*/ 9556 h 1065273"/>
              <a:gd name="csX4700" fmla="*/ 812320 w 1728164"/>
              <a:gd name="csY4700" fmla="*/ 9673 h 1065273"/>
              <a:gd name="csX4701" fmla="*/ 812489 w 1728164"/>
              <a:gd name="csY4701" fmla="*/ 9791 h 1065273"/>
              <a:gd name="csX4702" fmla="*/ 812667 w 1728164"/>
              <a:gd name="csY4702" fmla="*/ 9910 h 1065273"/>
              <a:gd name="csX4703" fmla="*/ 812836 w 1728164"/>
              <a:gd name="csY4703" fmla="*/ 10029 h 1065273"/>
              <a:gd name="csX4704" fmla="*/ 813014 w 1728164"/>
              <a:gd name="csY4704" fmla="*/ 10149 h 1065273"/>
              <a:gd name="csX4705" fmla="*/ 813183 w 1728164"/>
              <a:gd name="csY4705" fmla="*/ 10269 h 1065273"/>
              <a:gd name="csX4706" fmla="*/ 813352 w 1728164"/>
              <a:gd name="csY4706" fmla="*/ 10391 h 1065273"/>
              <a:gd name="csX4707" fmla="*/ 813530 w 1728164"/>
              <a:gd name="csY4707" fmla="*/ 10513 h 1065273"/>
              <a:gd name="csX4708" fmla="*/ 813699 w 1728164"/>
              <a:gd name="csY4708" fmla="*/ 10636 h 1065273"/>
              <a:gd name="csX4709" fmla="*/ 813877 w 1728164"/>
              <a:gd name="csY4709" fmla="*/ 10759 h 1065273"/>
              <a:gd name="csX4710" fmla="*/ 814046 w 1728164"/>
              <a:gd name="csY4710" fmla="*/ 10884 h 1065273"/>
              <a:gd name="csX4711" fmla="*/ 814224 w 1728164"/>
              <a:gd name="csY4711" fmla="*/ 11008 h 1065273"/>
              <a:gd name="csX4712" fmla="*/ 814393 w 1728164"/>
              <a:gd name="csY4712" fmla="*/ 11134 h 1065273"/>
              <a:gd name="csX4713" fmla="*/ 814562 w 1728164"/>
              <a:gd name="csY4713" fmla="*/ 11260 h 1065273"/>
              <a:gd name="csX4714" fmla="*/ 814740 w 1728164"/>
              <a:gd name="csY4714" fmla="*/ 11387 h 1065273"/>
              <a:gd name="csX4715" fmla="*/ 814909 w 1728164"/>
              <a:gd name="csY4715" fmla="*/ 11515 h 1065273"/>
              <a:gd name="csX4716" fmla="*/ 815087 w 1728164"/>
              <a:gd name="csY4716" fmla="*/ 11644 h 1065273"/>
              <a:gd name="csX4717" fmla="*/ 815256 w 1728164"/>
              <a:gd name="csY4717" fmla="*/ 11773 h 1065273"/>
              <a:gd name="csX4718" fmla="*/ 815434 w 1728164"/>
              <a:gd name="csY4718" fmla="*/ 11903 h 1065273"/>
              <a:gd name="csX4719" fmla="*/ 815603 w 1728164"/>
              <a:gd name="csY4719" fmla="*/ 12032 h 1065273"/>
              <a:gd name="csX4720" fmla="*/ 815772 w 1728164"/>
              <a:gd name="csY4720" fmla="*/ 12164 h 1065273"/>
              <a:gd name="csX4721" fmla="*/ 815950 w 1728164"/>
              <a:gd name="csY4721" fmla="*/ 12296 h 1065273"/>
              <a:gd name="csX4722" fmla="*/ 816119 w 1728164"/>
              <a:gd name="csY4722" fmla="*/ 12428 h 1065273"/>
              <a:gd name="csX4723" fmla="*/ 816296 w 1728164"/>
              <a:gd name="csY4723" fmla="*/ 12561 h 1065273"/>
              <a:gd name="csX4724" fmla="*/ 816465 w 1728164"/>
              <a:gd name="csY4724" fmla="*/ 12695 h 1065273"/>
              <a:gd name="csX4725" fmla="*/ 816643 w 1728164"/>
              <a:gd name="csY4725" fmla="*/ 12830 h 1065273"/>
              <a:gd name="csX4726" fmla="*/ 816812 w 1728164"/>
              <a:gd name="csY4726" fmla="*/ 12965 h 1065273"/>
              <a:gd name="csX4727" fmla="*/ 816982 w 1728164"/>
              <a:gd name="csY4727" fmla="*/ 13101 h 1065273"/>
              <a:gd name="csX4728" fmla="*/ 817159 w 1728164"/>
              <a:gd name="csY4728" fmla="*/ 13238 h 1065273"/>
              <a:gd name="csX4729" fmla="*/ 817328 w 1728164"/>
              <a:gd name="csY4729" fmla="*/ 13375 h 1065273"/>
              <a:gd name="csX4730" fmla="*/ 817506 w 1728164"/>
              <a:gd name="csY4730" fmla="*/ 13513 h 1065273"/>
              <a:gd name="csX4731" fmla="*/ 817675 w 1728164"/>
              <a:gd name="csY4731" fmla="*/ 13652 h 1065273"/>
              <a:gd name="csX4732" fmla="*/ 817853 w 1728164"/>
              <a:gd name="csY4732" fmla="*/ 13791 h 1065273"/>
              <a:gd name="csX4733" fmla="*/ 818022 w 1728164"/>
              <a:gd name="csY4733" fmla="*/ 13931 h 1065273"/>
              <a:gd name="csX4734" fmla="*/ 818191 w 1728164"/>
              <a:gd name="csY4734" fmla="*/ 14072 h 1065273"/>
              <a:gd name="csX4735" fmla="*/ 818369 w 1728164"/>
              <a:gd name="csY4735" fmla="*/ 14214 h 1065273"/>
              <a:gd name="csX4736" fmla="*/ 818538 w 1728164"/>
              <a:gd name="csY4736" fmla="*/ 14355 h 1065273"/>
              <a:gd name="csX4737" fmla="*/ 818716 w 1728164"/>
              <a:gd name="csY4737" fmla="*/ 14499 h 1065273"/>
              <a:gd name="csX4738" fmla="*/ 818885 w 1728164"/>
              <a:gd name="csY4738" fmla="*/ 14642 h 1065273"/>
              <a:gd name="csX4739" fmla="*/ 819063 w 1728164"/>
              <a:gd name="csY4739" fmla="*/ 14786 h 1065273"/>
              <a:gd name="csX4740" fmla="*/ 819232 w 1728164"/>
              <a:gd name="csY4740" fmla="*/ 14931 h 1065273"/>
              <a:gd name="csX4741" fmla="*/ 819401 w 1728164"/>
              <a:gd name="csY4741" fmla="*/ 15077 h 1065273"/>
              <a:gd name="csX4742" fmla="*/ 819579 w 1728164"/>
              <a:gd name="csY4742" fmla="*/ 15223 h 1065273"/>
              <a:gd name="csX4743" fmla="*/ 819748 w 1728164"/>
              <a:gd name="csY4743" fmla="*/ 15370 h 1065273"/>
              <a:gd name="csX4744" fmla="*/ 819926 w 1728164"/>
              <a:gd name="csY4744" fmla="*/ 15517 h 1065273"/>
              <a:gd name="csX4745" fmla="*/ 820095 w 1728164"/>
              <a:gd name="csY4745" fmla="*/ 15666 h 1065273"/>
              <a:gd name="csX4746" fmla="*/ 820273 w 1728164"/>
              <a:gd name="csY4746" fmla="*/ 15814 h 1065273"/>
              <a:gd name="csX4747" fmla="*/ 820442 w 1728164"/>
              <a:gd name="csY4747" fmla="*/ 15964 h 1065273"/>
              <a:gd name="csX4748" fmla="*/ 820611 w 1728164"/>
              <a:gd name="csY4748" fmla="*/ 16114 h 1065273"/>
              <a:gd name="csX4749" fmla="*/ 820789 w 1728164"/>
              <a:gd name="csY4749" fmla="*/ 16265 h 1065273"/>
              <a:gd name="csX4750" fmla="*/ 820958 w 1728164"/>
              <a:gd name="csY4750" fmla="*/ 16418 h 1065273"/>
              <a:gd name="csX4751" fmla="*/ 821136 w 1728164"/>
              <a:gd name="csY4751" fmla="*/ 16570 h 1065273"/>
              <a:gd name="csX4752" fmla="*/ 821305 w 1728164"/>
              <a:gd name="csY4752" fmla="*/ 16723 h 1065273"/>
              <a:gd name="csX4753" fmla="*/ 821483 w 1728164"/>
              <a:gd name="csY4753" fmla="*/ 16877 h 1065273"/>
              <a:gd name="csX4754" fmla="*/ 821652 w 1728164"/>
              <a:gd name="csY4754" fmla="*/ 17030 h 1065273"/>
              <a:gd name="csX4755" fmla="*/ 821821 w 1728164"/>
              <a:gd name="csY4755" fmla="*/ 17185 h 1065273"/>
              <a:gd name="csX4756" fmla="*/ 821999 w 1728164"/>
              <a:gd name="csY4756" fmla="*/ 17342 h 1065273"/>
              <a:gd name="csX4757" fmla="*/ 822168 w 1728164"/>
              <a:gd name="csY4757" fmla="*/ 17498 h 1065273"/>
              <a:gd name="csX4758" fmla="*/ 822346 w 1728164"/>
              <a:gd name="csY4758" fmla="*/ 17655 h 1065273"/>
              <a:gd name="csX4759" fmla="*/ 822515 w 1728164"/>
              <a:gd name="csY4759" fmla="*/ 17812 h 1065273"/>
              <a:gd name="csX4760" fmla="*/ 822693 w 1728164"/>
              <a:gd name="csY4760" fmla="*/ 17971 h 1065273"/>
              <a:gd name="csX4761" fmla="*/ 822862 w 1728164"/>
              <a:gd name="csY4761" fmla="*/ 18130 h 1065273"/>
              <a:gd name="csX4762" fmla="*/ 823031 w 1728164"/>
              <a:gd name="csY4762" fmla="*/ 18290 h 1065273"/>
              <a:gd name="csX4763" fmla="*/ 823209 w 1728164"/>
              <a:gd name="csY4763" fmla="*/ 18450 h 1065273"/>
              <a:gd name="csX4764" fmla="*/ 823378 w 1728164"/>
              <a:gd name="csY4764" fmla="*/ 18611 h 1065273"/>
              <a:gd name="csX4765" fmla="*/ 823556 w 1728164"/>
              <a:gd name="csY4765" fmla="*/ 18773 h 1065273"/>
              <a:gd name="csX4766" fmla="*/ 823725 w 1728164"/>
              <a:gd name="csY4766" fmla="*/ 18936 h 1065273"/>
              <a:gd name="csX4767" fmla="*/ 823894 w 1728164"/>
              <a:gd name="csY4767" fmla="*/ 19099 h 1065273"/>
              <a:gd name="csX4768" fmla="*/ 824072 w 1728164"/>
              <a:gd name="csY4768" fmla="*/ 19263 h 1065273"/>
              <a:gd name="csX4769" fmla="*/ 824241 w 1728164"/>
              <a:gd name="csY4769" fmla="*/ 19427 h 1065273"/>
              <a:gd name="csX4770" fmla="*/ 824419 w 1728164"/>
              <a:gd name="csY4770" fmla="*/ 19593 h 1065273"/>
              <a:gd name="csX4771" fmla="*/ 824588 w 1728164"/>
              <a:gd name="csY4771" fmla="*/ 19758 h 1065273"/>
              <a:gd name="csX4772" fmla="*/ 824766 w 1728164"/>
              <a:gd name="csY4772" fmla="*/ 19925 h 1065273"/>
              <a:gd name="csX4773" fmla="*/ 824935 w 1728164"/>
              <a:gd name="csY4773" fmla="*/ 20092 h 1065273"/>
              <a:gd name="csX4774" fmla="*/ 825104 w 1728164"/>
              <a:gd name="csY4774" fmla="*/ 20260 h 1065273"/>
              <a:gd name="csX4775" fmla="*/ 825282 w 1728164"/>
              <a:gd name="csY4775" fmla="*/ 20428 h 1065273"/>
              <a:gd name="csX4776" fmla="*/ 825451 w 1728164"/>
              <a:gd name="csY4776" fmla="*/ 20598 h 1065273"/>
              <a:gd name="csX4777" fmla="*/ 825629 w 1728164"/>
              <a:gd name="csY4777" fmla="*/ 20768 h 1065273"/>
              <a:gd name="csX4778" fmla="*/ 825798 w 1728164"/>
              <a:gd name="csY4778" fmla="*/ 20938 h 1065273"/>
              <a:gd name="csX4779" fmla="*/ 825976 w 1728164"/>
              <a:gd name="csY4779" fmla="*/ 21109 h 1065273"/>
              <a:gd name="csX4780" fmla="*/ 826145 w 1728164"/>
              <a:gd name="csY4780" fmla="*/ 21281 h 1065273"/>
              <a:gd name="csX4781" fmla="*/ 826314 w 1728164"/>
              <a:gd name="csY4781" fmla="*/ 21454 h 1065273"/>
              <a:gd name="csX4782" fmla="*/ 826492 w 1728164"/>
              <a:gd name="csY4782" fmla="*/ 21626 h 1065273"/>
              <a:gd name="csX4783" fmla="*/ 826661 w 1728164"/>
              <a:gd name="csY4783" fmla="*/ 21801 h 1065273"/>
              <a:gd name="csX4784" fmla="*/ 826839 w 1728164"/>
              <a:gd name="csY4784" fmla="*/ 21975 h 1065273"/>
              <a:gd name="csX4785" fmla="*/ 827008 w 1728164"/>
              <a:gd name="csY4785" fmla="*/ 22150 h 1065273"/>
              <a:gd name="csX4786" fmla="*/ 827186 w 1728164"/>
              <a:gd name="csY4786" fmla="*/ 22326 h 1065273"/>
              <a:gd name="csX4787" fmla="*/ 827355 w 1728164"/>
              <a:gd name="csY4787" fmla="*/ 22503 h 1065273"/>
              <a:gd name="csX4788" fmla="*/ 827524 w 1728164"/>
              <a:gd name="csY4788" fmla="*/ 22680 h 1065273"/>
              <a:gd name="csX4789" fmla="*/ 827702 w 1728164"/>
              <a:gd name="csY4789" fmla="*/ 22858 h 1065273"/>
              <a:gd name="csX4790" fmla="*/ 827871 w 1728164"/>
              <a:gd name="csY4790" fmla="*/ 23036 h 1065273"/>
              <a:gd name="csX4791" fmla="*/ 828049 w 1728164"/>
              <a:gd name="csY4791" fmla="*/ 23215 h 1065273"/>
              <a:gd name="csX4792" fmla="*/ 828218 w 1728164"/>
              <a:gd name="csY4792" fmla="*/ 23395 h 1065273"/>
              <a:gd name="csX4793" fmla="*/ 828396 w 1728164"/>
              <a:gd name="csY4793" fmla="*/ 23576 h 1065273"/>
              <a:gd name="csX4794" fmla="*/ 828565 w 1728164"/>
              <a:gd name="csY4794" fmla="*/ 23756 h 1065273"/>
              <a:gd name="csX4795" fmla="*/ 828734 w 1728164"/>
              <a:gd name="csY4795" fmla="*/ 23939 h 1065273"/>
              <a:gd name="csX4796" fmla="*/ 828912 w 1728164"/>
              <a:gd name="csY4796" fmla="*/ 24121 h 1065273"/>
              <a:gd name="csX4797" fmla="*/ 829081 w 1728164"/>
              <a:gd name="csY4797" fmla="*/ 24304 h 1065273"/>
              <a:gd name="csX4798" fmla="*/ 829259 w 1728164"/>
              <a:gd name="csY4798" fmla="*/ 24487 h 1065273"/>
              <a:gd name="csX4799" fmla="*/ 829428 w 1728164"/>
              <a:gd name="csY4799" fmla="*/ 24672 h 1065273"/>
              <a:gd name="csX4800" fmla="*/ 829606 w 1728164"/>
              <a:gd name="csY4800" fmla="*/ 24858 h 1065273"/>
              <a:gd name="csX4801" fmla="*/ 829775 w 1728164"/>
              <a:gd name="csY4801" fmla="*/ 25043 h 1065273"/>
              <a:gd name="csX4802" fmla="*/ 829944 w 1728164"/>
              <a:gd name="csY4802" fmla="*/ 25229 h 1065273"/>
              <a:gd name="csX4803" fmla="*/ 830122 w 1728164"/>
              <a:gd name="csY4803" fmla="*/ 25416 h 1065273"/>
              <a:gd name="csX4804" fmla="*/ 830291 w 1728164"/>
              <a:gd name="csY4804" fmla="*/ 25604 h 1065273"/>
              <a:gd name="csX4805" fmla="*/ 830469 w 1728164"/>
              <a:gd name="csY4805" fmla="*/ 25793 h 1065273"/>
              <a:gd name="csX4806" fmla="*/ 830638 w 1728164"/>
              <a:gd name="csY4806" fmla="*/ 25981 h 1065273"/>
              <a:gd name="csX4807" fmla="*/ 830815 w 1728164"/>
              <a:gd name="csY4807" fmla="*/ 26171 h 1065273"/>
              <a:gd name="csX4808" fmla="*/ 830985 w 1728164"/>
              <a:gd name="csY4808" fmla="*/ 26361 h 1065273"/>
              <a:gd name="csX4809" fmla="*/ 831154 w 1728164"/>
              <a:gd name="csY4809" fmla="*/ 26552 h 1065273"/>
              <a:gd name="csX4810" fmla="*/ 831332 w 1728164"/>
              <a:gd name="csY4810" fmla="*/ 26744 h 1065273"/>
              <a:gd name="csX4811" fmla="*/ 831500 w 1728164"/>
              <a:gd name="csY4811" fmla="*/ 26936 h 1065273"/>
              <a:gd name="csX4812" fmla="*/ 831678 w 1728164"/>
              <a:gd name="csY4812" fmla="*/ 27129 h 1065273"/>
              <a:gd name="csX4813" fmla="*/ 831847 w 1728164"/>
              <a:gd name="csY4813" fmla="*/ 27323 h 1065273"/>
              <a:gd name="csX4814" fmla="*/ 832025 w 1728164"/>
              <a:gd name="csY4814" fmla="*/ 27517 h 1065273"/>
              <a:gd name="csX4815" fmla="*/ 832194 w 1728164"/>
              <a:gd name="csY4815" fmla="*/ 27712 h 1065273"/>
              <a:gd name="csX4816" fmla="*/ 832364 w 1728164"/>
              <a:gd name="csY4816" fmla="*/ 27907 h 1065273"/>
              <a:gd name="csX4817" fmla="*/ 832541 w 1728164"/>
              <a:gd name="csY4817" fmla="*/ 28103 h 1065273"/>
              <a:gd name="csX4818" fmla="*/ 832710 w 1728164"/>
              <a:gd name="csY4818" fmla="*/ 28301 h 1065273"/>
              <a:gd name="csX4819" fmla="*/ 832888 w 1728164"/>
              <a:gd name="csY4819" fmla="*/ 28498 h 1065273"/>
              <a:gd name="csX4820" fmla="*/ 833057 w 1728164"/>
              <a:gd name="csY4820" fmla="*/ 28696 h 1065273"/>
              <a:gd name="csX4821" fmla="*/ 833235 w 1728164"/>
              <a:gd name="csY4821" fmla="*/ 28895 h 1065273"/>
              <a:gd name="csX4822" fmla="*/ 833404 w 1728164"/>
              <a:gd name="csY4822" fmla="*/ 29094 h 1065273"/>
              <a:gd name="csX4823" fmla="*/ 833573 w 1728164"/>
              <a:gd name="csY4823" fmla="*/ 29294 h 1065273"/>
              <a:gd name="csX4824" fmla="*/ 833751 w 1728164"/>
              <a:gd name="csY4824" fmla="*/ 29494 h 1065273"/>
              <a:gd name="csX4825" fmla="*/ 833920 w 1728164"/>
              <a:gd name="csY4825" fmla="*/ 29696 h 1065273"/>
              <a:gd name="csX4826" fmla="*/ 834098 w 1728164"/>
              <a:gd name="csY4826" fmla="*/ 29898 h 1065273"/>
              <a:gd name="csX4827" fmla="*/ 834267 w 1728164"/>
              <a:gd name="csY4827" fmla="*/ 30100 h 1065273"/>
              <a:gd name="csX4828" fmla="*/ 834445 w 1728164"/>
              <a:gd name="csY4828" fmla="*/ 30304 h 1065273"/>
              <a:gd name="csX4829" fmla="*/ 834614 w 1728164"/>
              <a:gd name="csY4829" fmla="*/ 30508 h 1065273"/>
              <a:gd name="csX4830" fmla="*/ 834783 w 1728164"/>
              <a:gd name="csY4830" fmla="*/ 30712 h 1065273"/>
              <a:gd name="csX4831" fmla="*/ 834961 w 1728164"/>
              <a:gd name="csY4831" fmla="*/ 30918 h 1065273"/>
              <a:gd name="csX4832" fmla="*/ 835130 w 1728164"/>
              <a:gd name="csY4832" fmla="*/ 31123 h 1065273"/>
              <a:gd name="csX4833" fmla="*/ 835308 w 1728164"/>
              <a:gd name="csY4833" fmla="*/ 31330 h 1065273"/>
              <a:gd name="csX4834" fmla="*/ 835477 w 1728164"/>
              <a:gd name="csY4834" fmla="*/ 31537 h 1065273"/>
              <a:gd name="csX4835" fmla="*/ 835655 w 1728164"/>
              <a:gd name="csY4835" fmla="*/ 31744 h 1065273"/>
              <a:gd name="csX4836" fmla="*/ 835824 w 1728164"/>
              <a:gd name="csY4836" fmla="*/ 31953 h 1065273"/>
              <a:gd name="csX4837" fmla="*/ 835993 w 1728164"/>
              <a:gd name="csY4837" fmla="*/ 32162 h 1065273"/>
              <a:gd name="csX4838" fmla="*/ 836171 w 1728164"/>
              <a:gd name="csY4838" fmla="*/ 32372 h 1065273"/>
              <a:gd name="csX4839" fmla="*/ 836340 w 1728164"/>
              <a:gd name="csY4839" fmla="*/ 32582 h 1065273"/>
              <a:gd name="csX4840" fmla="*/ 836518 w 1728164"/>
              <a:gd name="csY4840" fmla="*/ 32793 h 1065273"/>
              <a:gd name="csX4841" fmla="*/ 836687 w 1728164"/>
              <a:gd name="csY4841" fmla="*/ 33005 h 1065273"/>
              <a:gd name="csX4842" fmla="*/ 836865 w 1728164"/>
              <a:gd name="csY4842" fmla="*/ 33217 h 1065273"/>
              <a:gd name="csX4843" fmla="*/ 837034 w 1728164"/>
              <a:gd name="csY4843" fmla="*/ 33430 h 1065273"/>
              <a:gd name="csX4844" fmla="*/ 837203 w 1728164"/>
              <a:gd name="csY4844" fmla="*/ 33644 h 1065273"/>
              <a:gd name="csX4845" fmla="*/ 837381 w 1728164"/>
              <a:gd name="csY4845" fmla="*/ 33857 h 1065273"/>
              <a:gd name="csX4846" fmla="*/ 837550 w 1728164"/>
              <a:gd name="csY4846" fmla="*/ 34073 h 1065273"/>
              <a:gd name="csX4847" fmla="*/ 837728 w 1728164"/>
              <a:gd name="csY4847" fmla="*/ 34288 h 1065273"/>
              <a:gd name="csX4848" fmla="*/ 837897 w 1728164"/>
              <a:gd name="csY4848" fmla="*/ 34504 h 1065273"/>
              <a:gd name="csX4849" fmla="*/ 838075 w 1728164"/>
              <a:gd name="csY4849" fmla="*/ 34720 h 1065273"/>
              <a:gd name="csX4850" fmla="*/ 838244 w 1728164"/>
              <a:gd name="csY4850" fmla="*/ 34937 h 1065273"/>
              <a:gd name="csX4851" fmla="*/ 838413 w 1728164"/>
              <a:gd name="csY4851" fmla="*/ 35155 h 1065273"/>
              <a:gd name="csX4852" fmla="*/ 838591 w 1728164"/>
              <a:gd name="csY4852" fmla="*/ 35374 h 1065273"/>
              <a:gd name="csX4853" fmla="*/ 838760 w 1728164"/>
              <a:gd name="csY4853" fmla="*/ 35593 h 1065273"/>
              <a:gd name="csX4854" fmla="*/ 838938 w 1728164"/>
              <a:gd name="csY4854" fmla="*/ 35813 h 1065273"/>
              <a:gd name="csX4855" fmla="*/ 839107 w 1728164"/>
              <a:gd name="csY4855" fmla="*/ 36033 h 1065273"/>
              <a:gd name="csX4856" fmla="*/ 839285 w 1728164"/>
              <a:gd name="csY4856" fmla="*/ 36255 h 1065273"/>
              <a:gd name="csX4857" fmla="*/ 839454 w 1728164"/>
              <a:gd name="csY4857" fmla="*/ 36476 h 1065273"/>
              <a:gd name="csX4858" fmla="*/ 839623 w 1728164"/>
              <a:gd name="csY4858" fmla="*/ 36699 h 1065273"/>
              <a:gd name="csX4859" fmla="*/ 839801 w 1728164"/>
              <a:gd name="csY4859" fmla="*/ 36922 h 1065273"/>
              <a:gd name="csX4860" fmla="*/ 839970 w 1728164"/>
              <a:gd name="csY4860" fmla="*/ 37145 h 1065273"/>
              <a:gd name="csX4861" fmla="*/ 840148 w 1728164"/>
              <a:gd name="csY4861" fmla="*/ 37370 h 1065273"/>
              <a:gd name="csX4862" fmla="*/ 840317 w 1728164"/>
              <a:gd name="csY4862" fmla="*/ 37595 h 1065273"/>
              <a:gd name="csX4863" fmla="*/ 840495 w 1728164"/>
              <a:gd name="csY4863" fmla="*/ 37820 h 1065273"/>
              <a:gd name="csX4864" fmla="*/ 840664 w 1728164"/>
              <a:gd name="csY4864" fmla="*/ 38046 h 1065273"/>
              <a:gd name="csX4865" fmla="*/ 840833 w 1728164"/>
              <a:gd name="csY4865" fmla="*/ 38273 h 1065273"/>
              <a:gd name="csX4866" fmla="*/ 841011 w 1728164"/>
              <a:gd name="csY4866" fmla="*/ 38500 h 1065273"/>
              <a:gd name="csX4867" fmla="*/ 841180 w 1728164"/>
              <a:gd name="csY4867" fmla="*/ 38728 h 1065273"/>
              <a:gd name="csX4868" fmla="*/ 841358 w 1728164"/>
              <a:gd name="csY4868" fmla="*/ 38957 h 1065273"/>
              <a:gd name="csX4869" fmla="*/ 841527 w 1728164"/>
              <a:gd name="csY4869" fmla="*/ 39185 h 1065273"/>
              <a:gd name="csX4870" fmla="*/ 841705 w 1728164"/>
              <a:gd name="csY4870" fmla="*/ 39416 h 1065273"/>
              <a:gd name="csX4871" fmla="*/ 841874 w 1728164"/>
              <a:gd name="csY4871" fmla="*/ 39646 h 1065273"/>
              <a:gd name="csX4872" fmla="*/ 842043 w 1728164"/>
              <a:gd name="csY4872" fmla="*/ 39877 h 1065273"/>
              <a:gd name="csX4873" fmla="*/ 842221 w 1728164"/>
              <a:gd name="csY4873" fmla="*/ 40109 h 1065273"/>
              <a:gd name="csX4874" fmla="*/ 842390 w 1728164"/>
              <a:gd name="csY4874" fmla="*/ 40341 h 1065273"/>
              <a:gd name="csX4875" fmla="*/ 842568 w 1728164"/>
              <a:gd name="csY4875" fmla="*/ 40574 h 1065273"/>
              <a:gd name="csX4876" fmla="*/ 842737 w 1728164"/>
              <a:gd name="csY4876" fmla="*/ 40808 h 1065273"/>
              <a:gd name="csX4877" fmla="*/ 842906 w 1728164"/>
              <a:gd name="csY4877" fmla="*/ 41042 h 1065273"/>
              <a:gd name="csX4878" fmla="*/ 843084 w 1728164"/>
              <a:gd name="csY4878" fmla="*/ 41277 h 1065273"/>
              <a:gd name="csX4879" fmla="*/ 843253 w 1728164"/>
              <a:gd name="csY4879" fmla="*/ 41512 h 1065273"/>
              <a:gd name="csX4880" fmla="*/ 843431 w 1728164"/>
              <a:gd name="csY4880" fmla="*/ 41748 h 1065273"/>
              <a:gd name="csX4881" fmla="*/ 843600 w 1728164"/>
              <a:gd name="csY4881" fmla="*/ 41985 h 1065273"/>
              <a:gd name="csX4882" fmla="*/ 843778 w 1728164"/>
              <a:gd name="csY4882" fmla="*/ 42222 h 1065273"/>
              <a:gd name="csX4883" fmla="*/ 843947 w 1728164"/>
              <a:gd name="csY4883" fmla="*/ 42460 h 1065273"/>
              <a:gd name="csX4884" fmla="*/ 844116 w 1728164"/>
              <a:gd name="csY4884" fmla="*/ 42699 h 1065273"/>
              <a:gd name="csX4885" fmla="*/ 844294 w 1728164"/>
              <a:gd name="csY4885" fmla="*/ 42937 h 1065273"/>
              <a:gd name="csX4886" fmla="*/ 844463 w 1728164"/>
              <a:gd name="csY4886" fmla="*/ 43177 h 1065273"/>
              <a:gd name="csX4887" fmla="*/ 844641 w 1728164"/>
              <a:gd name="csY4887" fmla="*/ 43417 h 1065273"/>
              <a:gd name="csX4888" fmla="*/ 844810 w 1728164"/>
              <a:gd name="csY4888" fmla="*/ 43658 h 1065273"/>
              <a:gd name="csX4889" fmla="*/ 844988 w 1728164"/>
              <a:gd name="csY4889" fmla="*/ 43900 h 1065273"/>
              <a:gd name="csX4890" fmla="*/ 845157 w 1728164"/>
              <a:gd name="csY4890" fmla="*/ 44142 h 1065273"/>
              <a:gd name="csX4891" fmla="*/ 845326 w 1728164"/>
              <a:gd name="csY4891" fmla="*/ 44384 h 1065273"/>
              <a:gd name="csX4892" fmla="*/ 845503 w 1728164"/>
              <a:gd name="csY4892" fmla="*/ 44628 h 1065273"/>
              <a:gd name="csX4893" fmla="*/ 845673 w 1728164"/>
              <a:gd name="csY4893" fmla="*/ 44872 h 1065273"/>
              <a:gd name="csX4894" fmla="*/ 845850 w 1728164"/>
              <a:gd name="csY4894" fmla="*/ 45117 h 1065273"/>
              <a:gd name="csX4895" fmla="*/ 846020 w 1728164"/>
              <a:gd name="csY4895" fmla="*/ 45362 h 1065273"/>
              <a:gd name="csX4896" fmla="*/ 846197 w 1728164"/>
              <a:gd name="csY4896" fmla="*/ 45608 h 1065273"/>
              <a:gd name="csX4897" fmla="*/ 846367 w 1728164"/>
              <a:gd name="csY4897" fmla="*/ 45854 h 1065273"/>
              <a:gd name="csX4898" fmla="*/ 846536 w 1728164"/>
              <a:gd name="csY4898" fmla="*/ 46101 h 1065273"/>
              <a:gd name="csX4899" fmla="*/ 846713 w 1728164"/>
              <a:gd name="csY4899" fmla="*/ 46349 h 1065273"/>
              <a:gd name="csX4900" fmla="*/ 846882 w 1728164"/>
              <a:gd name="csY4900" fmla="*/ 46597 h 1065273"/>
              <a:gd name="csX4901" fmla="*/ 847060 w 1728164"/>
              <a:gd name="csY4901" fmla="*/ 46846 h 1065273"/>
              <a:gd name="csX4902" fmla="*/ 847229 w 1728164"/>
              <a:gd name="csY4902" fmla="*/ 47095 h 1065273"/>
              <a:gd name="csX4903" fmla="*/ 847407 w 1728164"/>
              <a:gd name="csY4903" fmla="*/ 47345 h 1065273"/>
              <a:gd name="csX4904" fmla="*/ 847576 w 1728164"/>
              <a:gd name="csY4904" fmla="*/ 47596 h 1065273"/>
              <a:gd name="csX4905" fmla="*/ 847745 w 1728164"/>
              <a:gd name="csY4905" fmla="*/ 47848 h 1065273"/>
              <a:gd name="csX4906" fmla="*/ 847923 w 1728164"/>
              <a:gd name="csY4906" fmla="*/ 48100 h 1065273"/>
              <a:gd name="csX4907" fmla="*/ 848092 w 1728164"/>
              <a:gd name="csY4907" fmla="*/ 48351 h 1065273"/>
              <a:gd name="csX4908" fmla="*/ 848270 w 1728164"/>
              <a:gd name="csY4908" fmla="*/ 48605 h 1065273"/>
              <a:gd name="csX4909" fmla="*/ 848439 w 1728164"/>
              <a:gd name="csY4909" fmla="*/ 48858 h 1065273"/>
              <a:gd name="csX4910" fmla="*/ 848617 w 1728164"/>
              <a:gd name="csY4910" fmla="*/ 49113 h 1065273"/>
              <a:gd name="csX4911" fmla="*/ 848786 w 1728164"/>
              <a:gd name="csY4911" fmla="*/ 49367 h 1065273"/>
              <a:gd name="csX4912" fmla="*/ 848955 w 1728164"/>
              <a:gd name="csY4912" fmla="*/ 49623 h 1065273"/>
              <a:gd name="csX4913" fmla="*/ 849133 w 1728164"/>
              <a:gd name="csY4913" fmla="*/ 49879 h 1065273"/>
              <a:gd name="csX4914" fmla="*/ 849302 w 1728164"/>
              <a:gd name="csY4914" fmla="*/ 50136 h 1065273"/>
              <a:gd name="csX4915" fmla="*/ 849480 w 1728164"/>
              <a:gd name="csY4915" fmla="*/ 50393 h 1065273"/>
              <a:gd name="csX4916" fmla="*/ 849649 w 1728164"/>
              <a:gd name="csY4916" fmla="*/ 50651 h 1065273"/>
              <a:gd name="csX4917" fmla="*/ 849827 w 1728164"/>
              <a:gd name="csY4917" fmla="*/ 50909 h 1065273"/>
              <a:gd name="csX4918" fmla="*/ 849996 w 1728164"/>
              <a:gd name="csY4918" fmla="*/ 51168 h 1065273"/>
              <a:gd name="csX4919" fmla="*/ 850165 w 1728164"/>
              <a:gd name="csY4919" fmla="*/ 51428 h 1065273"/>
              <a:gd name="csX4920" fmla="*/ 850343 w 1728164"/>
              <a:gd name="csY4920" fmla="*/ 51688 h 1065273"/>
              <a:gd name="csX4921" fmla="*/ 850512 w 1728164"/>
              <a:gd name="csY4921" fmla="*/ 51949 h 1065273"/>
              <a:gd name="csX4922" fmla="*/ 850690 w 1728164"/>
              <a:gd name="csY4922" fmla="*/ 52211 h 1065273"/>
              <a:gd name="csX4923" fmla="*/ 850859 w 1728164"/>
              <a:gd name="csY4923" fmla="*/ 52472 h 1065273"/>
              <a:gd name="csX4924" fmla="*/ 851037 w 1728164"/>
              <a:gd name="csY4924" fmla="*/ 52735 h 1065273"/>
              <a:gd name="csX4925" fmla="*/ 851206 w 1728164"/>
              <a:gd name="csY4925" fmla="*/ 52998 h 1065273"/>
              <a:gd name="csX4926" fmla="*/ 851375 w 1728164"/>
              <a:gd name="csY4926" fmla="*/ 53262 h 1065273"/>
              <a:gd name="csX4927" fmla="*/ 851553 w 1728164"/>
              <a:gd name="csY4927" fmla="*/ 53526 h 1065273"/>
              <a:gd name="csX4928" fmla="*/ 851722 w 1728164"/>
              <a:gd name="csY4928" fmla="*/ 53792 h 1065273"/>
              <a:gd name="csX4929" fmla="*/ 851900 w 1728164"/>
              <a:gd name="csY4929" fmla="*/ 54057 h 1065273"/>
              <a:gd name="csX4930" fmla="*/ 852069 w 1728164"/>
              <a:gd name="csY4930" fmla="*/ 54323 h 1065273"/>
              <a:gd name="csX4931" fmla="*/ 852247 w 1728164"/>
              <a:gd name="csY4931" fmla="*/ 54590 h 1065273"/>
              <a:gd name="csX4932" fmla="*/ 852416 w 1728164"/>
              <a:gd name="csY4932" fmla="*/ 54857 h 1065273"/>
              <a:gd name="csX4933" fmla="*/ 852585 w 1728164"/>
              <a:gd name="csY4933" fmla="*/ 55125 h 1065273"/>
              <a:gd name="csX4934" fmla="*/ 852763 w 1728164"/>
              <a:gd name="csY4934" fmla="*/ 55394 h 1065273"/>
              <a:gd name="csX4935" fmla="*/ 852932 w 1728164"/>
              <a:gd name="csY4935" fmla="*/ 55662 h 1065273"/>
              <a:gd name="csX4936" fmla="*/ 853110 w 1728164"/>
              <a:gd name="csY4936" fmla="*/ 55932 h 1065273"/>
              <a:gd name="csX4937" fmla="*/ 853279 w 1728164"/>
              <a:gd name="csY4937" fmla="*/ 56202 h 1065273"/>
              <a:gd name="csX4938" fmla="*/ 853457 w 1728164"/>
              <a:gd name="csY4938" fmla="*/ 56473 h 1065273"/>
              <a:gd name="csX4939" fmla="*/ 853626 w 1728164"/>
              <a:gd name="csY4939" fmla="*/ 56744 h 1065273"/>
              <a:gd name="csX4940" fmla="*/ 853795 w 1728164"/>
              <a:gd name="csY4940" fmla="*/ 57016 h 1065273"/>
              <a:gd name="csX4941" fmla="*/ 853973 w 1728164"/>
              <a:gd name="csY4941" fmla="*/ 57290 h 1065273"/>
              <a:gd name="csX4942" fmla="*/ 854142 w 1728164"/>
              <a:gd name="csY4942" fmla="*/ 57563 h 1065273"/>
              <a:gd name="csX4943" fmla="*/ 854320 w 1728164"/>
              <a:gd name="csY4943" fmla="*/ 57836 h 1065273"/>
              <a:gd name="csX4944" fmla="*/ 854489 w 1728164"/>
              <a:gd name="csY4944" fmla="*/ 58111 h 1065273"/>
              <a:gd name="csX4945" fmla="*/ 854667 w 1728164"/>
              <a:gd name="csY4945" fmla="*/ 58386 h 1065273"/>
              <a:gd name="csX4946" fmla="*/ 854836 w 1728164"/>
              <a:gd name="csY4946" fmla="*/ 58661 h 1065273"/>
              <a:gd name="csX4947" fmla="*/ 855005 w 1728164"/>
              <a:gd name="csY4947" fmla="*/ 58937 h 1065273"/>
              <a:gd name="csX4948" fmla="*/ 855183 w 1728164"/>
              <a:gd name="csY4948" fmla="*/ 59213 h 1065273"/>
              <a:gd name="csX4949" fmla="*/ 855352 w 1728164"/>
              <a:gd name="csY4949" fmla="*/ 59491 h 1065273"/>
              <a:gd name="csX4950" fmla="*/ 855530 w 1728164"/>
              <a:gd name="csY4950" fmla="*/ 59768 h 1065273"/>
              <a:gd name="csX4951" fmla="*/ 855699 w 1728164"/>
              <a:gd name="csY4951" fmla="*/ 60047 h 1065273"/>
              <a:gd name="csX4952" fmla="*/ 855877 w 1728164"/>
              <a:gd name="csY4952" fmla="*/ 60326 h 1065273"/>
              <a:gd name="csX4953" fmla="*/ 856046 w 1728164"/>
              <a:gd name="csY4953" fmla="*/ 60605 h 1065273"/>
              <a:gd name="csX4954" fmla="*/ 856215 w 1728164"/>
              <a:gd name="csY4954" fmla="*/ 60886 h 1065273"/>
              <a:gd name="csX4955" fmla="*/ 856393 w 1728164"/>
              <a:gd name="csY4955" fmla="*/ 61166 h 1065273"/>
              <a:gd name="csX4956" fmla="*/ 856562 w 1728164"/>
              <a:gd name="csY4956" fmla="*/ 61447 h 1065273"/>
              <a:gd name="csX4957" fmla="*/ 856740 w 1728164"/>
              <a:gd name="csY4957" fmla="*/ 61729 h 1065273"/>
              <a:gd name="csX4958" fmla="*/ 856909 w 1728164"/>
              <a:gd name="csY4958" fmla="*/ 62011 h 1065273"/>
              <a:gd name="csX4959" fmla="*/ 857087 w 1728164"/>
              <a:gd name="csY4959" fmla="*/ 62294 h 1065273"/>
              <a:gd name="csX4960" fmla="*/ 857256 w 1728164"/>
              <a:gd name="csY4960" fmla="*/ 62578 h 1065273"/>
              <a:gd name="csX4961" fmla="*/ 857425 w 1728164"/>
              <a:gd name="csY4961" fmla="*/ 62861 h 1065273"/>
              <a:gd name="csX4962" fmla="*/ 857603 w 1728164"/>
              <a:gd name="csY4962" fmla="*/ 63146 h 1065273"/>
              <a:gd name="csX4963" fmla="*/ 857772 w 1728164"/>
              <a:gd name="csY4963" fmla="*/ 63432 h 1065273"/>
              <a:gd name="csX4964" fmla="*/ 857950 w 1728164"/>
              <a:gd name="csY4964" fmla="*/ 63717 h 1065273"/>
              <a:gd name="csX4965" fmla="*/ 858119 w 1728164"/>
              <a:gd name="csY4965" fmla="*/ 64004 h 1065273"/>
              <a:gd name="csX4966" fmla="*/ 858297 w 1728164"/>
              <a:gd name="csY4966" fmla="*/ 64291 h 1065273"/>
              <a:gd name="csX4967" fmla="*/ 858466 w 1728164"/>
              <a:gd name="csY4967" fmla="*/ 64578 h 1065273"/>
              <a:gd name="csX4968" fmla="*/ 858635 w 1728164"/>
              <a:gd name="csY4968" fmla="*/ 64867 h 1065273"/>
              <a:gd name="csX4969" fmla="*/ 858813 w 1728164"/>
              <a:gd name="csY4969" fmla="*/ 65155 h 1065273"/>
              <a:gd name="csX4970" fmla="*/ 858982 w 1728164"/>
              <a:gd name="csY4970" fmla="*/ 65444 h 1065273"/>
              <a:gd name="csX4971" fmla="*/ 859160 w 1728164"/>
              <a:gd name="csY4971" fmla="*/ 65734 h 1065273"/>
              <a:gd name="csX4972" fmla="*/ 859329 w 1728164"/>
              <a:gd name="csY4972" fmla="*/ 66024 h 1065273"/>
              <a:gd name="csX4973" fmla="*/ 859506 w 1728164"/>
              <a:gd name="csY4973" fmla="*/ 66315 h 1065273"/>
              <a:gd name="csX4974" fmla="*/ 859676 w 1728164"/>
              <a:gd name="csY4974" fmla="*/ 66607 h 1065273"/>
              <a:gd name="csX4975" fmla="*/ 859845 w 1728164"/>
              <a:gd name="csY4975" fmla="*/ 66899 h 1065273"/>
              <a:gd name="csX4976" fmla="*/ 860023 w 1728164"/>
              <a:gd name="csY4976" fmla="*/ 67191 h 1065273"/>
              <a:gd name="csX4977" fmla="*/ 860192 w 1728164"/>
              <a:gd name="csY4977" fmla="*/ 67484 h 1065273"/>
              <a:gd name="csX4978" fmla="*/ 860370 w 1728164"/>
              <a:gd name="csY4978" fmla="*/ 67778 h 1065273"/>
              <a:gd name="csX4979" fmla="*/ 860539 w 1728164"/>
              <a:gd name="csY4979" fmla="*/ 68072 h 1065273"/>
              <a:gd name="csX4980" fmla="*/ 860717 w 1728164"/>
              <a:gd name="csY4980" fmla="*/ 68367 h 1065273"/>
              <a:gd name="csX4981" fmla="*/ 860885 w 1728164"/>
              <a:gd name="csY4981" fmla="*/ 68662 h 1065273"/>
              <a:gd name="csX4982" fmla="*/ 861055 w 1728164"/>
              <a:gd name="csY4982" fmla="*/ 68958 h 1065273"/>
              <a:gd name="csX4983" fmla="*/ 861232 w 1728164"/>
              <a:gd name="csY4983" fmla="*/ 69254 h 1065273"/>
              <a:gd name="csX4984" fmla="*/ 861401 w 1728164"/>
              <a:gd name="csY4984" fmla="*/ 69552 h 1065273"/>
              <a:gd name="csX4985" fmla="*/ 861579 w 1728164"/>
              <a:gd name="csY4985" fmla="*/ 69850 h 1065273"/>
              <a:gd name="csX4986" fmla="*/ 861748 w 1728164"/>
              <a:gd name="csY4986" fmla="*/ 70148 h 1065273"/>
              <a:gd name="csX4987" fmla="*/ 861917 w 1728164"/>
              <a:gd name="csY4987" fmla="*/ 70446 h 1065273"/>
              <a:gd name="csX4988" fmla="*/ 862095 w 1728164"/>
              <a:gd name="csY4988" fmla="*/ 70745 h 1065273"/>
              <a:gd name="csX4989" fmla="*/ 862264 w 1728164"/>
              <a:gd name="csY4989" fmla="*/ 71045 h 1065273"/>
              <a:gd name="csX4990" fmla="*/ 862442 w 1728164"/>
              <a:gd name="csY4990" fmla="*/ 71345 h 1065273"/>
              <a:gd name="csX4991" fmla="*/ 862611 w 1728164"/>
              <a:gd name="csY4991" fmla="*/ 71647 h 1065273"/>
              <a:gd name="csX4992" fmla="*/ 862789 w 1728164"/>
              <a:gd name="csY4992" fmla="*/ 71947 h 1065273"/>
              <a:gd name="csX4993" fmla="*/ 862958 w 1728164"/>
              <a:gd name="csY4993" fmla="*/ 72250 h 1065273"/>
              <a:gd name="csX4994" fmla="*/ 863127 w 1728164"/>
              <a:gd name="csY4994" fmla="*/ 72552 h 1065273"/>
              <a:gd name="csX4995" fmla="*/ 863305 w 1728164"/>
              <a:gd name="csY4995" fmla="*/ 72856 h 1065273"/>
              <a:gd name="csX4996" fmla="*/ 863474 w 1728164"/>
              <a:gd name="csY4996" fmla="*/ 73159 h 1065273"/>
              <a:gd name="csX4997" fmla="*/ 863652 w 1728164"/>
              <a:gd name="csY4997" fmla="*/ 73463 h 1065273"/>
              <a:gd name="csX4998" fmla="*/ 863821 w 1728164"/>
              <a:gd name="csY4998" fmla="*/ 73768 h 1065273"/>
              <a:gd name="csX4999" fmla="*/ 863999 w 1728164"/>
              <a:gd name="csY4999" fmla="*/ 74073 h 1065273"/>
              <a:gd name="csX5000" fmla="*/ 864168 w 1728164"/>
              <a:gd name="csY5000" fmla="*/ 74379 h 1065273"/>
              <a:gd name="csX5001" fmla="*/ 864337 w 1728164"/>
              <a:gd name="csY5001" fmla="*/ 74686 h 1065273"/>
              <a:gd name="csX5002" fmla="*/ 864515 w 1728164"/>
              <a:gd name="csY5002" fmla="*/ 74993 h 1065273"/>
              <a:gd name="csX5003" fmla="*/ 864684 w 1728164"/>
              <a:gd name="csY5003" fmla="*/ 75300 h 1065273"/>
              <a:gd name="csX5004" fmla="*/ 864862 w 1728164"/>
              <a:gd name="csY5004" fmla="*/ 75607 h 1065273"/>
              <a:gd name="csX5005" fmla="*/ 865031 w 1728164"/>
              <a:gd name="csY5005" fmla="*/ 75916 h 1065273"/>
              <a:gd name="csX5006" fmla="*/ 865209 w 1728164"/>
              <a:gd name="csY5006" fmla="*/ 76226 h 1065273"/>
              <a:gd name="csX5007" fmla="*/ 865378 w 1728164"/>
              <a:gd name="csY5007" fmla="*/ 76535 h 1065273"/>
              <a:gd name="csX5008" fmla="*/ 865547 w 1728164"/>
              <a:gd name="csY5008" fmla="*/ 76845 h 1065273"/>
              <a:gd name="csX5009" fmla="*/ 865725 w 1728164"/>
              <a:gd name="csY5009" fmla="*/ 77156 h 1065273"/>
              <a:gd name="csX5010" fmla="*/ 865894 w 1728164"/>
              <a:gd name="csY5010" fmla="*/ 77467 h 1065273"/>
              <a:gd name="csX5011" fmla="*/ 866072 w 1728164"/>
              <a:gd name="csY5011" fmla="*/ 77779 h 1065273"/>
              <a:gd name="csX5012" fmla="*/ 866241 w 1728164"/>
              <a:gd name="csY5012" fmla="*/ 78091 h 1065273"/>
              <a:gd name="csX5013" fmla="*/ 866419 w 1728164"/>
              <a:gd name="csY5013" fmla="*/ 78404 h 1065273"/>
              <a:gd name="csX5014" fmla="*/ 866588 w 1728164"/>
              <a:gd name="csY5014" fmla="*/ 78718 h 1065273"/>
              <a:gd name="csX5015" fmla="*/ 866757 w 1728164"/>
              <a:gd name="csY5015" fmla="*/ 79032 h 1065273"/>
              <a:gd name="csX5016" fmla="*/ 866935 w 1728164"/>
              <a:gd name="csY5016" fmla="*/ 79346 h 1065273"/>
              <a:gd name="csX5017" fmla="*/ 867104 w 1728164"/>
              <a:gd name="csY5017" fmla="*/ 79661 h 1065273"/>
              <a:gd name="csX5018" fmla="*/ 867282 w 1728164"/>
              <a:gd name="csY5018" fmla="*/ 79976 h 1065273"/>
              <a:gd name="csX5019" fmla="*/ 867451 w 1728164"/>
              <a:gd name="csY5019" fmla="*/ 80292 h 1065273"/>
              <a:gd name="csX5020" fmla="*/ 867629 w 1728164"/>
              <a:gd name="csY5020" fmla="*/ 80609 h 1065273"/>
              <a:gd name="csX5021" fmla="*/ 867798 w 1728164"/>
              <a:gd name="csY5021" fmla="*/ 80927 h 1065273"/>
              <a:gd name="csX5022" fmla="*/ 867967 w 1728164"/>
              <a:gd name="csY5022" fmla="*/ 81244 h 1065273"/>
              <a:gd name="csX5023" fmla="*/ 868145 w 1728164"/>
              <a:gd name="csY5023" fmla="*/ 81562 h 1065273"/>
              <a:gd name="csX5024" fmla="*/ 868314 w 1728164"/>
              <a:gd name="csY5024" fmla="*/ 81881 h 1065273"/>
              <a:gd name="csX5025" fmla="*/ 868492 w 1728164"/>
              <a:gd name="csY5025" fmla="*/ 82200 h 1065273"/>
              <a:gd name="csX5026" fmla="*/ 868661 w 1728164"/>
              <a:gd name="csY5026" fmla="*/ 82520 h 1065273"/>
              <a:gd name="csX5027" fmla="*/ 868839 w 1728164"/>
              <a:gd name="csY5027" fmla="*/ 82840 h 1065273"/>
              <a:gd name="csX5028" fmla="*/ 869008 w 1728164"/>
              <a:gd name="csY5028" fmla="*/ 83161 h 1065273"/>
              <a:gd name="csX5029" fmla="*/ 869177 w 1728164"/>
              <a:gd name="csY5029" fmla="*/ 83483 h 1065273"/>
              <a:gd name="csX5030" fmla="*/ 869355 w 1728164"/>
              <a:gd name="csY5030" fmla="*/ 83805 h 1065273"/>
              <a:gd name="csX5031" fmla="*/ 869524 w 1728164"/>
              <a:gd name="csY5031" fmla="*/ 84127 h 1065273"/>
              <a:gd name="csX5032" fmla="*/ 869702 w 1728164"/>
              <a:gd name="csY5032" fmla="*/ 84450 h 1065273"/>
              <a:gd name="csX5033" fmla="*/ 869871 w 1728164"/>
              <a:gd name="csY5033" fmla="*/ 84773 h 1065273"/>
              <a:gd name="csX5034" fmla="*/ 870049 w 1728164"/>
              <a:gd name="csY5034" fmla="*/ 85097 h 1065273"/>
              <a:gd name="csX5035" fmla="*/ 870218 w 1728164"/>
              <a:gd name="csY5035" fmla="*/ 85422 h 1065273"/>
              <a:gd name="csX5036" fmla="*/ 870387 w 1728164"/>
              <a:gd name="csY5036" fmla="*/ 85747 h 1065273"/>
              <a:gd name="csX5037" fmla="*/ 870565 w 1728164"/>
              <a:gd name="csY5037" fmla="*/ 86072 h 1065273"/>
              <a:gd name="csX5038" fmla="*/ 870734 w 1728164"/>
              <a:gd name="csY5038" fmla="*/ 86398 h 1065273"/>
              <a:gd name="csX5039" fmla="*/ 870912 w 1728164"/>
              <a:gd name="csY5039" fmla="*/ 86725 h 1065273"/>
              <a:gd name="csX5040" fmla="*/ 871081 w 1728164"/>
              <a:gd name="csY5040" fmla="*/ 87052 h 1065273"/>
              <a:gd name="csX5041" fmla="*/ 871259 w 1728164"/>
              <a:gd name="csY5041" fmla="*/ 87380 h 1065273"/>
              <a:gd name="csX5042" fmla="*/ 871428 w 1728164"/>
              <a:gd name="csY5042" fmla="*/ 87707 h 1065273"/>
              <a:gd name="csX5043" fmla="*/ 871597 w 1728164"/>
              <a:gd name="csY5043" fmla="*/ 88037 h 1065273"/>
              <a:gd name="csX5044" fmla="*/ 871775 w 1728164"/>
              <a:gd name="csY5044" fmla="*/ 88366 h 1065273"/>
              <a:gd name="csX5045" fmla="*/ 871944 w 1728164"/>
              <a:gd name="csY5045" fmla="*/ 88695 h 1065273"/>
              <a:gd name="csX5046" fmla="*/ 872122 w 1728164"/>
              <a:gd name="csY5046" fmla="*/ 89026 h 1065273"/>
              <a:gd name="csX5047" fmla="*/ 872291 w 1728164"/>
              <a:gd name="csY5047" fmla="*/ 89356 h 1065273"/>
              <a:gd name="csX5048" fmla="*/ 872469 w 1728164"/>
              <a:gd name="csY5048" fmla="*/ 89688 h 1065273"/>
              <a:gd name="csX5049" fmla="*/ 872638 w 1728164"/>
              <a:gd name="csY5049" fmla="*/ 90020 h 1065273"/>
              <a:gd name="csX5050" fmla="*/ 872807 w 1728164"/>
              <a:gd name="csY5050" fmla="*/ 90351 h 1065273"/>
              <a:gd name="csX5051" fmla="*/ 872985 w 1728164"/>
              <a:gd name="csY5051" fmla="*/ 90684 h 1065273"/>
              <a:gd name="csX5052" fmla="*/ 873154 w 1728164"/>
              <a:gd name="csY5052" fmla="*/ 91018 h 1065273"/>
              <a:gd name="csX5053" fmla="*/ 873332 w 1728164"/>
              <a:gd name="csY5053" fmla="*/ 91351 h 1065273"/>
              <a:gd name="csX5054" fmla="*/ 873501 w 1728164"/>
              <a:gd name="csY5054" fmla="*/ 91686 h 1065273"/>
              <a:gd name="csX5055" fmla="*/ 873679 w 1728164"/>
              <a:gd name="csY5055" fmla="*/ 92020 h 1065273"/>
              <a:gd name="csX5056" fmla="*/ 873848 w 1728164"/>
              <a:gd name="csY5056" fmla="*/ 92356 h 1065273"/>
              <a:gd name="csX5057" fmla="*/ 874017 w 1728164"/>
              <a:gd name="csY5057" fmla="*/ 92692 h 1065273"/>
              <a:gd name="csX5058" fmla="*/ 874195 w 1728164"/>
              <a:gd name="csY5058" fmla="*/ 93028 h 1065273"/>
              <a:gd name="csX5059" fmla="*/ 874364 w 1728164"/>
              <a:gd name="csY5059" fmla="*/ 93365 h 1065273"/>
              <a:gd name="csX5060" fmla="*/ 874542 w 1728164"/>
              <a:gd name="csY5060" fmla="*/ 93703 h 1065273"/>
              <a:gd name="csX5061" fmla="*/ 874711 w 1728164"/>
              <a:gd name="csY5061" fmla="*/ 94040 h 1065273"/>
              <a:gd name="csX5062" fmla="*/ 874888 w 1728164"/>
              <a:gd name="csY5062" fmla="*/ 94379 h 1065273"/>
              <a:gd name="csX5063" fmla="*/ 875058 w 1728164"/>
              <a:gd name="csY5063" fmla="*/ 94718 h 1065273"/>
              <a:gd name="csX5064" fmla="*/ 875227 w 1728164"/>
              <a:gd name="csY5064" fmla="*/ 95057 h 1065273"/>
              <a:gd name="csX5065" fmla="*/ 875404 w 1728164"/>
              <a:gd name="csY5065" fmla="*/ 95397 h 1065273"/>
              <a:gd name="csX5066" fmla="*/ 875574 w 1728164"/>
              <a:gd name="csY5066" fmla="*/ 95737 h 1065273"/>
              <a:gd name="csX5067" fmla="*/ 875751 w 1728164"/>
              <a:gd name="csY5067" fmla="*/ 96078 h 1065273"/>
              <a:gd name="csX5068" fmla="*/ 875921 w 1728164"/>
              <a:gd name="csY5068" fmla="*/ 96420 h 1065273"/>
              <a:gd name="csX5069" fmla="*/ 876098 w 1728164"/>
              <a:gd name="csY5069" fmla="*/ 96761 h 1065273"/>
              <a:gd name="csX5070" fmla="*/ 876267 w 1728164"/>
              <a:gd name="csY5070" fmla="*/ 97104 h 1065273"/>
              <a:gd name="csX5071" fmla="*/ 876436 w 1728164"/>
              <a:gd name="csY5071" fmla="*/ 97446 h 1065273"/>
              <a:gd name="csX5072" fmla="*/ 876614 w 1728164"/>
              <a:gd name="csY5072" fmla="*/ 97790 h 1065273"/>
              <a:gd name="csX5073" fmla="*/ 876783 w 1728164"/>
              <a:gd name="csY5073" fmla="*/ 98134 h 1065273"/>
              <a:gd name="csX5074" fmla="*/ 876961 w 1728164"/>
              <a:gd name="csY5074" fmla="*/ 98478 h 1065273"/>
              <a:gd name="csX5075" fmla="*/ 877130 w 1728164"/>
              <a:gd name="csY5075" fmla="*/ 98824 h 1065273"/>
              <a:gd name="csX5076" fmla="*/ 877308 w 1728164"/>
              <a:gd name="csY5076" fmla="*/ 99169 h 1065273"/>
              <a:gd name="csX5077" fmla="*/ 877477 w 1728164"/>
              <a:gd name="csY5077" fmla="*/ 99515 h 1065273"/>
              <a:gd name="csX5078" fmla="*/ 877646 w 1728164"/>
              <a:gd name="csY5078" fmla="*/ 99861 h 1065273"/>
              <a:gd name="csX5079" fmla="*/ 877824 w 1728164"/>
              <a:gd name="csY5079" fmla="*/ 100208 h 1065273"/>
              <a:gd name="csX5080" fmla="*/ 877993 w 1728164"/>
              <a:gd name="csY5080" fmla="*/ 100555 h 1065273"/>
              <a:gd name="csX5081" fmla="*/ 878171 w 1728164"/>
              <a:gd name="csY5081" fmla="*/ 100903 h 1065273"/>
              <a:gd name="csX5082" fmla="*/ 878340 w 1728164"/>
              <a:gd name="csY5082" fmla="*/ 101251 h 1065273"/>
              <a:gd name="csX5083" fmla="*/ 878518 w 1728164"/>
              <a:gd name="csY5083" fmla="*/ 101600 h 1065273"/>
              <a:gd name="csX5084" fmla="*/ 878687 w 1728164"/>
              <a:gd name="csY5084" fmla="*/ 101950 h 1065273"/>
              <a:gd name="csX5085" fmla="*/ 878856 w 1728164"/>
              <a:gd name="csY5085" fmla="*/ 102299 h 1065273"/>
              <a:gd name="csX5086" fmla="*/ 879034 w 1728164"/>
              <a:gd name="csY5086" fmla="*/ 102650 h 1065273"/>
              <a:gd name="csX5087" fmla="*/ 879203 w 1728164"/>
              <a:gd name="csY5087" fmla="*/ 103000 h 1065273"/>
              <a:gd name="csX5088" fmla="*/ 879381 w 1728164"/>
              <a:gd name="csY5088" fmla="*/ 103352 h 1065273"/>
              <a:gd name="csX5089" fmla="*/ 879550 w 1728164"/>
              <a:gd name="csY5089" fmla="*/ 103703 h 1065273"/>
              <a:gd name="csX5090" fmla="*/ 879728 w 1728164"/>
              <a:gd name="csY5090" fmla="*/ 104056 h 1065273"/>
              <a:gd name="csX5091" fmla="*/ 879897 w 1728164"/>
              <a:gd name="csY5091" fmla="*/ 104409 h 1065273"/>
              <a:gd name="csX5092" fmla="*/ 880066 w 1728164"/>
              <a:gd name="csY5092" fmla="*/ 104762 h 1065273"/>
              <a:gd name="csX5093" fmla="*/ 880244 w 1728164"/>
              <a:gd name="csY5093" fmla="*/ 105115 h 1065273"/>
              <a:gd name="csX5094" fmla="*/ 880413 w 1728164"/>
              <a:gd name="csY5094" fmla="*/ 105469 h 1065273"/>
              <a:gd name="csX5095" fmla="*/ 880591 w 1728164"/>
              <a:gd name="csY5095" fmla="*/ 105824 h 1065273"/>
              <a:gd name="csX5096" fmla="*/ 880760 w 1728164"/>
              <a:gd name="csY5096" fmla="*/ 106179 h 1065273"/>
              <a:gd name="csX5097" fmla="*/ 880929 w 1728164"/>
              <a:gd name="csY5097" fmla="*/ 106535 h 1065273"/>
              <a:gd name="csX5098" fmla="*/ 881107 w 1728164"/>
              <a:gd name="csY5098" fmla="*/ 106891 h 1065273"/>
              <a:gd name="csX5099" fmla="*/ 881276 w 1728164"/>
              <a:gd name="csY5099" fmla="*/ 107248 h 1065273"/>
              <a:gd name="csX5100" fmla="*/ 881454 w 1728164"/>
              <a:gd name="csY5100" fmla="*/ 107604 h 1065273"/>
              <a:gd name="csX5101" fmla="*/ 881623 w 1728164"/>
              <a:gd name="csY5101" fmla="*/ 107962 h 1065273"/>
              <a:gd name="csX5102" fmla="*/ 881801 w 1728164"/>
              <a:gd name="csY5102" fmla="*/ 108321 h 1065273"/>
              <a:gd name="csX5103" fmla="*/ 881970 w 1728164"/>
              <a:gd name="csY5103" fmla="*/ 108679 h 1065273"/>
              <a:gd name="csX5104" fmla="*/ 882139 w 1728164"/>
              <a:gd name="csY5104" fmla="*/ 109038 h 1065273"/>
              <a:gd name="csX5105" fmla="*/ 882317 w 1728164"/>
              <a:gd name="csY5105" fmla="*/ 109397 h 1065273"/>
              <a:gd name="csX5106" fmla="*/ 882486 w 1728164"/>
              <a:gd name="csY5106" fmla="*/ 109757 h 1065273"/>
              <a:gd name="csX5107" fmla="*/ 882664 w 1728164"/>
              <a:gd name="csY5107" fmla="*/ 110118 h 1065273"/>
              <a:gd name="csX5108" fmla="*/ 882833 w 1728164"/>
              <a:gd name="csY5108" fmla="*/ 110479 h 1065273"/>
              <a:gd name="csX5109" fmla="*/ 883011 w 1728164"/>
              <a:gd name="csY5109" fmla="*/ 110840 h 1065273"/>
              <a:gd name="csX5110" fmla="*/ 883180 w 1728164"/>
              <a:gd name="csY5110" fmla="*/ 111202 h 1065273"/>
              <a:gd name="csX5111" fmla="*/ 883349 w 1728164"/>
              <a:gd name="csY5111" fmla="*/ 111564 h 1065273"/>
              <a:gd name="csX5112" fmla="*/ 883527 w 1728164"/>
              <a:gd name="csY5112" fmla="*/ 111927 h 1065273"/>
              <a:gd name="csX5113" fmla="*/ 883696 w 1728164"/>
              <a:gd name="csY5113" fmla="*/ 112290 h 1065273"/>
              <a:gd name="csX5114" fmla="*/ 883874 w 1728164"/>
              <a:gd name="csY5114" fmla="*/ 112654 h 1065273"/>
              <a:gd name="csX5115" fmla="*/ 884043 w 1728164"/>
              <a:gd name="csY5115" fmla="*/ 113018 h 1065273"/>
              <a:gd name="csX5116" fmla="*/ 884221 w 1728164"/>
              <a:gd name="csY5116" fmla="*/ 113383 h 1065273"/>
              <a:gd name="csX5117" fmla="*/ 884390 w 1728164"/>
              <a:gd name="csY5117" fmla="*/ 113747 h 1065273"/>
              <a:gd name="csX5118" fmla="*/ 884559 w 1728164"/>
              <a:gd name="csY5118" fmla="*/ 114113 h 1065273"/>
              <a:gd name="csX5119" fmla="*/ 884737 w 1728164"/>
              <a:gd name="csY5119" fmla="*/ 114480 h 1065273"/>
              <a:gd name="csX5120" fmla="*/ 884906 w 1728164"/>
              <a:gd name="csY5120" fmla="*/ 114846 h 1065273"/>
              <a:gd name="csX5121" fmla="*/ 885084 w 1728164"/>
              <a:gd name="csY5121" fmla="*/ 115213 h 1065273"/>
              <a:gd name="csX5122" fmla="*/ 885253 w 1728164"/>
              <a:gd name="csY5122" fmla="*/ 115580 h 1065273"/>
              <a:gd name="csX5123" fmla="*/ 885431 w 1728164"/>
              <a:gd name="csY5123" fmla="*/ 115948 h 1065273"/>
              <a:gd name="csX5124" fmla="*/ 885600 w 1728164"/>
              <a:gd name="csY5124" fmla="*/ 116317 h 1065273"/>
              <a:gd name="csX5125" fmla="*/ 885769 w 1728164"/>
              <a:gd name="csY5125" fmla="*/ 116685 h 1065273"/>
              <a:gd name="csX5126" fmla="*/ 885947 w 1728164"/>
              <a:gd name="csY5126" fmla="*/ 117054 h 1065273"/>
              <a:gd name="csX5127" fmla="*/ 886116 w 1728164"/>
              <a:gd name="csY5127" fmla="*/ 117424 h 1065273"/>
              <a:gd name="csX5128" fmla="*/ 886294 w 1728164"/>
              <a:gd name="csY5128" fmla="*/ 117794 h 1065273"/>
              <a:gd name="csX5129" fmla="*/ 886463 w 1728164"/>
              <a:gd name="csY5129" fmla="*/ 118165 h 1065273"/>
              <a:gd name="csX5130" fmla="*/ 886641 w 1728164"/>
              <a:gd name="csY5130" fmla="*/ 118536 h 1065273"/>
              <a:gd name="csX5131" fmla="*/ 886810 w 1728164"/>
              <a:gd name="csY5131" fmla="*/ 118907 h 1065273"/>
              <a:gd name="csX5132" fmla="*/ 886979 w 1728164"/>
              <a:gd name="csY5132" fmla="*/ 119280 h 1065273"/>
              <a:gd name="csX5133" fmla="*/ 887157 w 1728164"/>
              <a:gd name="csY5133" fmla="*/ 119652 h 1065273"/>
              <a:gd name="csX5134" fmla="*/ 887326 w 1728164"/>
              <a:gd name="csY5134" fmla="*/ 120025 h 1065273"/>
              <a:gd name="csX5135" fmla="*/ 887504 w 1728164"/>
              <a:gd name="csY5135" fmla="*/ 120398 h 1065273"/>
              <a:gd name="csX5136" fmla="*/ 887673 w 1728164"/>
              <a:gd name="csY5136" fmla="*/ 120772 h 1065273"/>
              <a:gd name="csX5137" fmla="*/ 887851 w 1728164"/>
              <a:gd name="csY5137" fmla="*/ 121147 h 1065273"/>
              <a:gd name="csX5138" fmla="*/ 888020 w 1728164"/>
              <a:gd name="csY5138" fmla="*/ 121521 h 1065273"/>
              <a:gd name="csX5139" fmla="*/ 888189 w 1728164"/>
              <a:gd name="csY5139" fmla="*/ 121896 h 1065273"/>
              <a:gd name="csX5140" fmla="*/ 888367 w 1728164"/>
              <a:gd name="csY5140" fmla="*/ 122272 h 1065273"/>
              <a:gd name="csX5141" fmla="*/ 888536 w 1728164"/>
              <a:gd name="csY5141" fmla="*/ 122648 h 1065273"/>
              <a:gd name="csX5142" fmla="*/ 888714 w 1728164"/>
              <a:gd name="csY5142" fmla="*/ 123025 h 1065273"/>
              <a:gd name="csX5143" fmla="*/ 888883 w 1728164"/>
              <a:gd name="csY5143" fmla="*/ 123402 h 1065273"/>
              <a:gd name="csX5144" fmla="*/ 889061 w 1728164"/>
              <a:gd name="csY5144" fmla="*/ 123779 h 1065273"/>
              <a:gd name="csX5145" fmla="*/ 889230 w 1728164"/>
              <a:gd name="csY5145" fmla="*/ 124157 h 1065273"/>
              <a:gd name="csX5146" fmla="*/ 889399 w 1728164"/>
              <a:gd name="csY5146" fmla="*/ 124535 h 1065273"/>
              <a:gd name="csX5147" fmla="*/ 889577 w 1728164"/>
              <a:gd name="csY5147" fmla="*/ 124914 h 1065273"/>
              <a:gd name="csX5148" fmla="*/ 889746 w 1728164"/>
              <a:gd name="csY5148" fmla="*/ 125293 h 1065273"/>
              <a:gd name="csX5149" fmla="*/ 889924 w 1728164"/>
              <a:gd name="csY5149" fmla="*/ 125673 h 1065273"/>
              <a:gd name="csX5150" fmla="*/ 890092 w 1728164"/>
              <a:gd name="csY5150" fmla="*/ 126053 h 1065273"/>
              <a:gd name="csX5151" fmla="*/ 890270 w 1728164"/>
              <a:gd name="csY5151" fmla="*/ 126434 h 1065273"/>
              <a:gd name="csX5152" fmla="*/ 890439 w 1728164"/>
              <a:gd name="csY5152" fmla="*/ 126815 h 1065273"/>
              <a:gd name="csX5153" fmla="*/ 890609 w 1728164"/>
              <a:gd name="csY5153" fmla="*/ 127196 h 1065273"/>
              <a:gd name="csX5154" fmla="*/ 890786 w 1728164"/>
              <a:gd name="csY5154" fmla="*/ 127579 h 1065273"/>
              <a:gd name="csX5155" fmla="*/ 890956 w 1728164"/>
              <a:gd name="csY5155" fmla="*/ 127960 h 1065273"/>
              <a:gd name="csX5156" fmla="*/ 891133 w 1728164"/>
              <a:gd name="csY5156" fmla="*/ 128344 h 1065273"/>
              <a:gd name="csX5157" fmla="*/ 891303 w 1728164"/>
              <a:gd name="csY5157" fmla="*/ 128726 h 1065273"/>
              <a:gd name="csX5158" fmla="*/ 891480 w 1728164"/>
              <a:gd name="csY5158" fmla="*/ 129111 h 1065273"/>
              <a:gd name="csX5159" fmla="*/ 891649 w 1728164"/>
              <a:gd name="csY5159" fmla="*/ 129494 h 1065273"/>
              <a:gd name="csX5160" fmla="*/ 891818 w 1728164"/>
              <a:gd name="csY5160" fmla="*/ 129878 h 1065273"/>
              <a:gd name="csX5161" fmla="*/ 891996 w 1728164"/>
              <a:gd name="csY5161" fmla="*/ 130264 h 1065273"/>
              <a:gd name="csX5162" fmla="*/ 892165 w 1728164"/>
              <a:gd name="csY5162" fmla="*/ 130649 h 1065273"/>
              <a:gd name="csX5163" fmla="*/ 892343 w 1728164"/>
              <a:gd name="csY5163" fmla="*/ 131035 h 1065273"/>
              <a:gd name="csX5164" fmla="*/ 892512 w 1728164"/>
              <a:gd name="csY5164" fmla="*/ 131421 h 1065273"/>
              <a:gd name="csX5165" fmla="*/ 892690 w 1728164"/>
              <a:gd name="csY5165" fmla="*/ 131808 h 1065273"/>
              <a:gd name="csX5166" fmla="*/ 892859 w 1728164"/>
              <a:gd name="csY5166" fmla="*/ 132195 h 1065273"/>
              <a:gd name="csX5167" fmla="*/ 893028 w 1728164"/>
              <a:gd name="csY5167" fmla="*/ 132583 h 1065273"/>
              <a:gd name="csX5168" fmla="*/ 893206 w 1728164"/>
              <a:gd name="csY5168" fmla="*/ 132971 h 1065273"/>
              <a:gd name="csX5169" fmla="*/ 893375 w 1728164"/>
              <a:gd name="csY5169" fmla="*/ 133359 h 1065273"/>
              <a:gd name="csX5170" fmla="*/ 893553 w 1728164"/>
              <a:gd name="csY5170" fmla="*/ 133747 h 1065273"/>
              <a:gd name="csX5171" fmla="*/ 893722 w 1728164"/>
              <a:gd name="csY5171" fmla="*/ 134137 h 1065273"/>
              <a:gd name="csX5172" fmla="*/ 893900 w 1728164"/>
              <a:gd name="csY5172" fmla="*/ 134527 h 1065273"/>
              <a:gd name="csX5173" fmla="*/ 894069 w 1728164"/>
              <a:gd name="csY5173" fmla="*/ 134917 h 1065273"/>
              <a:gd name="csX5174" fmla="*/ 894238 w 1728164"/>
              <a:gd name="csY5174" fmla="*/ 135308 h 1065273"/>
              <a:gd name="csX5175" fmla="*/ 894416 w 1728164"/>
              <a:gd name="csY5175" fmla="*/ 135698 h 1065273"/>
              <a:gd name="csX5176" fmla="*/ 894585 w 1728164"/>
              <a:gd name="csY5176" fmla="*/ 136090 h 1065273"/>
              <a:gd name="csX5177" fmla="*/ 894763 w 1728164"/>
              <a:gd name="csY5177" fmla="*/ 136481 h 1065273"/>
              <a:gd name="csX5178" fmla="*/ 894932 w 1728164"/>
              <a:gd name="csY5178" fmla="*/ 136874 h 1065273"/>
              <a:gd name="csX5179" fmla="*/ 895110 w 1728164"/>
              <a:gd name="csY5179" fmla="*/ 137267 h 1065273"/>
              <a:gd name="csX5180" fmla="*/ 895279 w 1728164"/>
              <a:gd name="csY5180" fmla="*/ 137660 h 1065273"/>
              <a:gd name="csX5181" fmla="*/ 895448 w 1728164"/>
              <a:gd name="csY5181" fmla="*/ 138053 h 1065273"/>
              <a:gd name="csX5182" fmla="*/ 895626 w 1728164"/>
              <a:gd name="csY5182" fmla="*/ 138447 h 1065273"/>
              <a:gd name="csX5183" fmla="*/ 895795 w 1728164"/>
              <a:gd name="csY5183" fmla="*/ 138842 h 1065273"/>
              <a:gd name="csX5184" fmla="*/ 895973 w 1728164"/>
              <a:gd name="csY5184" fmla="*/ 139237 h 1065273"/>
              <a:gd name="csX5185" fmla="*/ 896142 w 1728164"/>
              <a:gd name="csY5185" fmla="*/ 139632 h 1065273"/>
              <a:gd name="csX5186" fmla="*/ 896320 w 1728164"/>
              <a:gd name="csY5186" fmla="*/ 140027 h 1065273"/>
              <a:gd name="csX5187" fmla="*/ 896489 w 1728164"/>
              <a:gd name="csY5187" fmla="*/ 140423 h 1065273"/>
              <a:gd name="csX5188" fmla="*/ 896658 w 1728164"/>
              <a:gd name="csY5188" fmla="*/ 140819 h 1065273"/>
              <a:gd name="csX5189" fmla="*/ 896836 w 1728164"/>
              <a:gd name="csY5189" fmla="*/ 141216 h 1065273"/>
              <a:gd name="csX5190" fmla="*/ 897005 w 1728164"/>
              <a:gd name="csY5190" fmla="*/ 141614 h 1065273"/>
              <a:gd name="csX5191" fmla="*/ 897183 w 1728164"/>
              <a:gd name="csY5191" fmla="*/ 142011 h 1065273"/>
              <a:gd name="csX5192" fmla="*/ 897352 w 1728164"/>
              <a:gd name="csY5192" fmla="*/ 142409 h 1065273"/>
              <a:gd name="csX5193" fmla="*/ 897530 w 1728164"/>
              <a:gd name="csY5193" fmla="*/ 142808 h 1065273"/>
              <a:gd name="csX5194" fmla="*/ 897699 w 1728164"/>
              <a:gd name="csY5194" fmla="*/ 143207 h 1065273"/>
              <a:gd name="csX5195" fmla="*/ 897868 w 1728164"/>
              <a:gd name="csY5195" fmla="*/ 143607 h 1065273"/>
              <a:gd name="csX5196" fmla="*/ 898046 w 1728164"/>
              <a:gd name="csY5196" fmla="*/ 144006 h 1065273"/>
              <a:gd name="csX5197" fmla="*/ 898215 w 1728164"/>
              <a:gd name="csY5197" fmla="*/ 144406 h 1065273"/>
              <a:gd name="csX5198" fmla="*/ 898393 w 1728164"/>
              <a:gd name="csY5198" fmla="*/ 144807 h 1065273"/>
              <a:gd name="csX5199" fmla="*/ 898562 w 1728164"/>
              <a:gd name="csY5199" fmla="*/ 145208 h 1065273"/>
              <a:gd name="csX5200" fmla="*/ 898740 w 1728164"/>
              <a:gd name="csY5200" fmla="*/ 145609 h 1065273"/>
              <a:gd name="csX5201" fmla="*/ 898909 w 1728164"/>
              <a:gd name="csY5201" fmla="*/ 146011 h 1065273"/>
              <a:gd name="csX5202" fmla="*/ 899078 w 1728164"/>
              <a:gd name="csY5202" fmla="*/ 146413 h 1065273"/>
              <a:gd name="csX5203" fmla="*/ 899256 w 1728164"/>
              <a:gd name="csY5203" fmla="*/ 146815 h 1065273"/>
              <a:gd name="csX5204" fmla="*/ 899425 w 1728164"/>
              <a:gd name="csY5204" fmla="*/ 147218 h 1065273"/>
              <a:gd name="csX5205" fmla="*/ 899603 w 1728164"/>
              <a:gd name="csY5205" fmla="*/ 147622 h 1065273"/>
              <a:gd name="csX5206" fmla="*/ 899772 w 1728164"/>
              <a:gd name="csY5206" fmla="*/ 148026 h 1065273"/>
              <a:gd name="csX5207" fmla="*/ 899941 w 1728164"/>
              <a:gd name="csY5207" fmla="*/ 148430 h 1065273"/>
              <a:gd name="csX5208" fmla="*/ 900119 w 1728164"/>
              <a:gd name="csY5208" fmla="*/ 148835 h 1065273"/>
              <a:gd name="csX5209" fmla="*/ 900288 w 1728164"/>
              <a:gd name="csY5209" fmla="*/ 149240 h 1065273"/>
              <a:gd name="csX5210" fmla="*/ 900466 w 1728164"/>
              <a:gd name="csY5210" fmla="*/ 149645 h 1065273"/>
              <a:gd name="csX5211" fmla="*/ 900635 w 1728164"/>
              <a:gd name="csY5211" fmla="*/ 150051 h 1065273"/>
              <a:gd name="csX5212" fmla="*/ 900813 w 1728164"/>
              <a:gd name="csY5212" fmla="*/ 150457 h 1065273"/>
              <a:gd name="csX5213" fmla="*/ 900982 w 1728164"/>
              <a:gd name="csY5213" fmla="*/ 150863 h 1065273"/>
              <a:gd name="csX5214" fmla="*/ 901151 w 1728164"/>
              <a:gd name="csY5214" fmla="*/ 151271 h 1065273"/>
              <a:gd name="csX5215" fmla="*/ 901329 w 1728164"/>
              <a:gd name="csY5215" fmla="*/ 151678 h 1065273"/>
              <a:gd name="csX5216" fmla="*/ 901498 w 1728164"/>
              <a:gd name="csY5216" fmla="*/ 152086 h 1065273"/>
              <a:gd name="csX5217" fmla="*/ 901676 w 1728164"/>
              <a:gd name="csY5217" fmla="*/ 152494 h 1065273"/>
              <a:gd name="csX5218" fmla="*/ 901845 w 1728164"/>
              <a:gd name="csY5218" fmla="*/ 152902 h 1065273"/>
              <a:gd name="csX5219" fmla="*/ 902023 w 1728164"/>
              <a:gd name="csY5219" fmla="*/ 153312 h 1065273"/>
              <a:gd name="csX5220" fmla="*/ 902192 w 1728164"/>
              <a:gd name="csY5220" fmla="*/ 153721 h 1065273"/>
              <a:gd name="csX5221" fmla="*/ 902361 w 1728164"/>
              <a:gd name="csY5221" fmla="*/ 154131 h 1065273"/>
              <a:gd name="csX5222" fmla="*/ 902539 w 1728164"/>
              <a:gd name="csY5222" fmla="*/ 154541 h 1065273"/>
              <a:gd name="csX5223" fmla="*/ 902708 w 1728164"/>
              <a:gd name="csY5223" fmla="*/ 154951 h 1065273"/>
              <a:gd name="csX5224" fmla="*/ 902886 w 1728164"/>
              <a:gd name="csY5224" fmla="*/ 155362 h 1065273"/>
              <a:gd name="csX5225" fmla="*/ 903055 w 1728164"/>
              <a:gd name="csY5225" fmla="*/ 155774 h 1065273"/>
              <a:gd name="csX5226" fmla="*/ 903233 w 1728164"/>
              <a:gd name="csY5226" fmla="*/ 156185 h 1065273"/>
              <a:gd name="csX5227" fmla="*/ 903402 w 1728164"/>
              <a:gd name="csY5227" fmla="*/ 156598 h 1065273"/>
              <a:gd name="csX5228" fmla="*/ 903571 w 1728164"/>
              <a:gd name="csY5228" fmla="*/ 157010 h 1065273"/>
              <a:gd name="csX5229" fmla="*/ 903749 w 1728164"/>
              <a:gd name="csY5229" fmla="*/ 157423 h 1065273"/>
              <a:gd name="csX5230" fmla="*/ 903918 w 1728164"/>
              <a:gd name="csY5230" fmla="*/ 157836 h 1065273"/>
              <a:gd name="csX5231" fmla="*/ 904095 w 1728164"/>
              <a:gd name="csY5231" fmla="*/ 158250 h 1065273"/>
              <a:gd name="csX5232" fmla="*/ 904265 w 1728164"/>
              <a:gd name="csY5232" fmla="*/ 158664 h 1065273"/>
              <a:gd name="csX5233" fmla="*/ 904442 w 1728164"/>
              <a:gd name="csY5233" fmla="*/ 159078 h 1065273"/>
              <a:gd name="csX5234" fmla="*/ 904612 w 1728164"/>
              <a:gd name="csY5234" fmla="*/ 159493 h 1065273"/>
              <a:gd name="csX5235" fmla="*/ 904781 w 1728164"/>
              <a:gd name="csY5235" fmla="*/ 159908 h 1065273"/>
              <a:gd name="csX5236" fmla="*/ 904959 w 1728164"/>
              <a:gd name="csY5236" fmla="*/ 160324 h 1065273"/>
              <a:gd name="csX5237" fmla="*/ 905128 w 1728164"/>
              <a:gd name="csY5237" fmla="*/ 160740 h 1065273"/>
              <a:gd name="csX5238" fmla="*/ 905306 w 1728164"/>
              <a:gd name="csY5238" fmla="*/ 161157 h 1065273"/>
              <a:gd name="csX5239" fmla="*/ 905474 w 1728164"/>
              <a:gd name="csY5239" fmla="*/ 161573 h 1065273"/>
              <a:gd name="csX5240" fmla="*/ 905652 w 1728164"/>
              <a:gd name="csY5240" fmla="*/ 161990 h 1065273"/>
              <a:gd name="csX5241" fmla="*/ 905821 w 1728164"/>
              <a:gd name="csY5241" fmla="*/ 162407 h 1065273"/>
              <a:gd name="csX5242" fmla="*/ 905990 w 1728164"/>
              <a:gd name="csY5242" fmla="*/ 162826 h 1065273"/>
              <a:gd name="csX5243" fmla="*/ 906168 w 1728164"/>
              <a:gd name="csY5243" fmla="*/ 163244 h 1065273"/>
              <a:gd name="csX5244" fmla="*/ 906337 w 1728164"/>
              <a:gd name="csY5244" fmla="*/ 163662 h 1065273"/>
              <a:gd name="csX5245" fmla="*/ 906515 w 1728164"/>
              <a:gd name="csY5245" fmla="*/ 164081 h 1065273"/>
              <a:gd name="csX5246" fmla="*/ 906684 w 1728164"/>
              <a:gd name="csY5246" fmla="*/ 164500 h 1065273"/>
              <a:gd name="csX5247" fmla="*/ 906862 w 1728164"/>
              <a:gd name="csY5247" fmla="*/ 164920 h 1065273"/>
              <a:gd name="csX5248" fmla="*/ 907031 w 1728164"/>
              <a:gd name="csY5248" fmla="*/ 165340 h 1065273"/>
              <a:gd name="csX5249" fmla="*/ 907200 w 1728164"/>
              <a:gd name="csY5249" fmla="*/ 165760 h 1065273"/>
              <a:gd name="csX5250" fmla="*/ 907378 w 1728164"/>
              <a:gd name="csY5250" fmla="*/ 166181 h 1065273"/>
              <a:gd name="csX5251" fmla="*/ 907547 w 1728164"/>
              <a:gd name="csY5251" fmla="*/ 166602 h 1065273"/>
              <a:gd name="csX5252" fmla="*/ 907725 w 1728164"/>
              <a:gd name="csY5252" fmla="*/ 167024 h 1065273"/>
              <a:gd name="csX5253" fmla="*/ 907894 w 1728164"/>
              <a:gd name="csY5253" fmla="*/ 167446 h 1065273"/>
              <a:gd name="csX5254" fmla="*/ 908072 w 1728164"/>
              <a:gd name="csY5254" fmla="*/ 167868 h 1065273"/>
              <a:gd name="csX5255" fmla="*/ 908241 w 1728164"/>
              <a:gd name="csY5255" fmla="*/ 168291 h 1065273"/>
              <a:gd name="csX5256" fmla="*/ 908410 w 1728164"/>
              <a:gd name="csY5256" fmla="*/ 168714 h 1065273"/>
              <a:gd name="csX5257" fmla="*/ 908588 w 1728164"/>
              <a:gd name="csY5257" fmla="*/ 169138 h 1065273"/>
              <a:gd name="csX5258" fmla="*/ 908757 w 1728164"/>
              <a:gd name="csY5258" fmla="*/ 169561 h 1065273"/>
              <a:gd name="csX5259" fmla="*/ 908935 w 1728164"/>
              <a:gd name="csY5259" fmla="*/ 169985 h 1065273"/>
              <a:gd name="csX5260" fmla="*/ 909104 w 1728164"/>
              <a:gd name="csY5260" fmla="*/ 170410 h 1065273"/>
              <a:gd name="csX5261" fmla="*/ 909282 w 1728164"/>
              <a:gd name="csY5261" fmla="*/ 170834 h 1065273"/>
              <a:gd name="csX5262" fmla="*/ 909451 w 1728164"/>
              <a:gd name="csY5262" fmla="*/ 171259 h 1065273"/>
              <a:gd name="csX5263" fmla="*/ 909620 w 1728164"/>
              <a:gd name="csY5263" fmla="*/ 171685 h 1065273"/>
              <a:gd name="csX5264" fmla="*/ 909798 w 1728164"/>
              <a:gd name="csY5264" fmla="*/ 172111 h 1065273"/>
              <a:gd name="csX5265" fmla="*/ 909967 w 1728164"/>
              <a:gd name="csY5265" fmla="*/ 172537 h 1065273"/>
              <a:gd name="csX5266" fmla="*/ 910145 w 1728164"/>
              <a:gd name="csY5266" fmla="*/ 172964 h 1065273"/>
              <a:gd name="csX5267" fmla="*/ 910314 w 1728164"/>
              <a:gd name="csY5267" fmla="*/ 173391 h 1065273"/>
              <a:gd name="csX5268" fmla="*/ 910492 w 1728164"/>
              <a:gd name="csY5268" fmla="*/ 173818 h 1065273"/>
              <a:gd name="csX5269" fmla="*/ 910661 w 1728164"/>
              <a:gd name="csY5269" fmla="*/ 174246 h 1065273"/>
              <a:gd name="csX5270" fmla="*/ 910830 w 1728164"/>
              <a:gd name="csY5270" fmla="*/ 174674 h 1065273"/>
              <a:gd name="csX5271" fmla="*/ 911008 w 1728164"/>
              <a:gd name="csY5271" fmla="*/ 175103 h 1065273"/>
              <a:gd name="csX5272" fmla="*/ 911177 w 1728164"/>
              <a:gd name="csY5272" fmla="*/ 175531 h 1065273"/>
              <a:gd name="csX5273" fmla="*/ 911355 w 1728164"/>
              <a:gd name="csY5273" fmla="*/ 175960 h 1065273"/>
              <a:gd name="csX5274" fmla="*/ 911524 w 1728164"/>
              <a:gd name="csY5274" fmla="*/ 176390 h 1065273"/>
              <a:gd name="csX5275" fmla="*/ 911702 w 1728164"/>
              <a:gd name="csY5275" fmla="*/ 176820 h 1065273"/>
              <a:gd name="csX5276" fmla="*/ 911871 w 1728164"/>
              <a:gd name="csY5276" fmla="*/ 177250 h 1065273"/>
              <a:gd name="csX5277" fmla="*/ 912040 w 1728164"/>
              <a:gd name="csY5277" fmla="*/ 177680 h 1065273"/>
              <a:gd name="csX5278" fmla="*/ 912218 w 1728164"/>
              <a:gd name="csY5278" fmla="*/ 178111 h 1065273"/>
              <a:gd name="csX5279" fmla="*/ 912387 w 1728164"/>
              <a:gd name="csY5279" fmla="*/ 178543 h 1065273"/>
              <a:gd name="csX5280" fmla="*/ 912565 w 1728164"/>
              <a:gd name="csY5280" fmla="*/ 178974 h 1065273"/>
              <a:gd name="csX5281" fmla="*/ 912734 w 1728164"/>
              <a:gd name="csY5281" fmla="*/ 179406 h 1065273"/>
              <a:gd name="csX5282" fmla="*/ 912912 w 1728164"/>
              <a:gd name="csY5282" fmla="*/ 179838 h 1065273"/>
              <a:gd name="csX5283" fmla="*/ 913081 w 1728164"/>
              <a:gd name="csY5283" fmla="*/ 180271 h 1065273"/>
              <a:gd name="csX5284" fmla="*/ 913250 w 1728164"/>
              <a:gd name="csY5284" fmla="*/ 180704 h 1065273"/>
              <a:gd name="csX5285" fmla="*/ 913428 w 1728164"/>
              <a:gd name="csY5285" fmla="*/ 181137 h 1065273"/>
              <a:gd name="csX5286" fmla="*/ 913597 w 1728164"/>
              <a:gd name="csY5286" fmla="*/ 181570 h 1065273"/>
              <a:gd name="csX5287" fmla="*/ 913775 w 1728164"/>
              <a:gd name="csY5287" fmla="*/ 182004 h 1065273"/>
              <a:gd name="csX5288" fmla="*/ 913944 w 1728164"/>
              <a:gd name="csY5288" fmla="*/ 182439 h 1065273"/>
              <a:gd name="csX5289" fmla="*/ 914122 w 1728164"/>
              <a:gd name="csY5289" fmla="*/ 182874 h 1065273"/>
              <a:gd name="csX5290" fmla="*/ 914291 w 1728164"/>
              <a:gd name="csY5290" fmla="*/ 183309 h 1065273"/>
              <a:gd name="csX5291" fmla="*/ 914460 w 1728164"/>
              <a:gd name="csY5291" fmla="*/ 183744 h 1065273"/>
              <a:gd name="csX5292" fmla="*/ 914638 w 1728164"/>
              <a:gd name="csY5292" fmla="*/ 184180 h 1065273"/>
              <a:gd name="csX5293" fmla="*/ 914807 w 1728164"/>
              <a:gd name="csY5293" fmla="*/ 184616 h 1065273"/>
              <a:gd name="csX5294" fmla="*/ 914985 w 1728164"/>
              <a:gd name="csY5294" fmla="*/ 185052 h 1065273"/>
              <a:gd name="csX5295" fmla="*/ 915154 w 1728164"/>
              <a:gd name="csY5295" fmla="*/ 185488 h 1065273"/>
              <a:gd name="csX5296" fmla="*/ 915332 w 1728164"/>
              <a:gd name="csY5296" fmla="*/ 185926 h 1065273"/>
              <a:gd name="csX5297" fmla="*/ 915501 w 1728164"/>
              <a:gd name="csY5297" fmla="*/ 186363 h 1065273"/>
              <a:gd name="csX5298" fmla="*/ 915670 w 1728164"/>
              <a:gd name="csY5298" fmla="*/ 186801 h 1065273"/>
              <a:gd name="csX5299" fmla="*/ 915848 w 1728164"/>
              <a:gd name="csY5299" fmla="*/ 187239 h 1065273"/>
              <a:gd name="csX5300" fmla="*/ 916017 w 1728164"/>
              <a:gd name="csY5300" fmla="*/ 187677 h 1065273"/>
              <a:gd name="csX5301" fmla="*/ 916195 w 1728164"/>
              <a:gd name="csY5301" fmla="*/ 188116 h 1065273"/>
              <a:gd name="csX5302" fmla="*/ 916364 w 1728164"/>
              <a:gd name="csY5302" fmla="*/ 188555 h 1065273"/>
              <a:gd name="csX5303" fmla="*/ 916542 w 1728164"/>
              <a:gd name="csY5303" fmla="*/ 188994 h 1065273"/>
              <a:gd name="csX5304" fmla="*/ 916711 w 1728164"/>
              <a:gd name="csY5304" fmla="*/ 189434 h 1065273"/>
              <a:gd name="csX5305" fmla="*/ 916880 w 1728164"/>
              <a:gd name="csY5305" fmla="*/ 189874 h 1065273"/>
              <a:gd name="csX5306" fmla="*/ 917058 w 1728164"/>
              <a:gd name="csY5306" fmla="*/ 190315 h 1065273"/>
              <a:gd name="csX5307" fmla="*/ 917227 w 1728164"/>
              <a:gd name="csY5307" fmla="*/ 190755 h 1065273"/>
              <a:gd name="csX5308" fmla="*/ 917405 w 1728164"/>
              <a:gd name="csY5308" fmla="*/ 191196 h 1065273"/>
              <a:gd name="csX5309" fmla="*/ 917574 w 1728164"/>
              <a:gd name="csY5309" fmla="*/ 191638 h 1065273"/>
              <a:gd name="csX5310" fmla="*/ 917752 w 1728164"/>
              <a:gd name="csY5310" fmla="*/ 192079 h 1065273"/>
              <a:gd name="csX5311" fmla="*/ 917921 w 1728164"/>
              <a:gd name="csY5311" fmla="*/ 192521 h 1065273"/>
              <a:gd name="csX5312" fmla="*/ 918090 w 1728164"/>
              <a:gd name="csY5312" fmla="*/ 192963 h 1065273"/>
              <a:gd name="csX5313" fmla="*/ 918268 w 1728164"/>
              <a:gd name="csY5313" fmla="*/ 193406 h 1065273"/>
              <a:gd name="csX5314" fmla="*/ 918437 w 1728164"/>
              <a:gd name="csY5314" fmla="*/ 193849 h 1065273"/>
              <a:gd name="csX5315" fmla="*/ 918615 w 1728164"/>
              <a:gd name="csY5315" fmla="*/ 194292 h 1065273"/>
              <a:gd name="csX5316" fmla="*/ 918784 w 1728164"/>
              <a:gd name="csY5316" fmla="*/ 194736 h 1065273"/>
              <a:gd name="csX5317" fmla="*/ 918953 w 1728164"/>
              <a:gd name="csY5317" fmla="*/ 195180 h 1065273"/>
              <a:gd name="csX5318" fmla="*/ 919131 w 1728164"/>
              <a:gd name="csY5318" fmla="*/ 195624 h 1065273"/>
              <a:gd name="csX5319" fmla="*/ 919300 w 1728164"/>
              <a:gd name="csY5319" fmla="*/ 196069 h 1065273"/>
              <a:gd name="csX5320" fmla="*/ 919477 w 1728164"/>
              <a:gd name="csY5320" fmla="*/ 196514 h 1065273"/>
              <a:gd name="csX5321" fmla="*/ 919647 w 1728164"/>
              <a:gd name="csY5321" fmla="*/ 196959 h 1065273"/>
              <a:gd name="csX5322" fmla="*/ 919824 w 1728164"/>
              <a:gd name="csY5322" fmla="*/ 197404 h 1065273"/>
              <a:gd name="csX5323" fmla="*/ 919994 w 1728164"/>
              <a:gd name="csY5323" fmla="*/ 197850 h 1065273"/>
              <a:gd name="csX5324" fmla="*/ 920163 w 1728164"/>
              <a:gd name="csY5324" fmla="*/ 198296 h 1065273"/>
              <a:gd name="csX5325" fmla="*/ 920340 w 1728164"/>
              <a:gd name="csY5325" fmla="*/ 198742 h 1065273"/>
              <a:gd name="csX5326" fmla="*/ 920510 w 1728164"/>
              <a:gd name="csY5326" fmla="*/ 199189 h 1065273"/>
              <a:gd name="csX5327" fmla="*/ 920687 w 1728164"/>
              <a:gd name="csY5327" fmla="*/ 199636 h 1065273"/>
              <a:gd name="csX5328" fmla="*/ 920856 w 1728164"/>
              <a:gd name="csY5328" fmla="*/ 200084 h 1065273"/>
              <a:gd name="csX5329" fmla="*/ 921034 w 1728164"/>
              <a:gd name="csY5329" fmla="*/ 200531 h 1065273"/>
              <a:gd name="csX5330" fmla="*/ 921203 w 1728164"/>
              <a:gd name="csY5330" fmla="*/ 200979 h 1065273"/>
              <a:gd name="csX5331" fmla="*/ 921372 w 1728164"/>
              <a:gd name="csY5331" fmla="*/ 201427 h 1065273"/>
              <a:gd name="csX5332" fmla="*/ 921550 w 1728164"/>
              <a:gd name="csY5332" fmla="*/ 201876 h 1065273"/>
              <a:gd name="csX5333" fmla="*/ 921719 w 1728164"/>
              <a:gd name="csY5333" fmla="*/ 202325 h 1065273"/>
              <a:gd name="csX5334" fmla="*/ 921897 w 1728164"/>
              <a:gd name="csY5334" fmla="*/ 202774 h 1065273"/>
              <a:gd name="csX5335" fmla="*/ 922066 w 1728164"/>
              <a:gd name="csY5335" fmla="*/ 203224 h 1065273"/>
              <a:gd name="csX5336" fmla="*/ 922244 w 1728164"/>
              <a:gd name="csY5336" fmla="*/ 203674 h 1065273"/>
              <a:gd name="csX5337" fmla="*/ 922413 w 1728164"/>
              <a:gd name="csY5337" fmla="*/ 204124 h 1065273"/>
              <a:gd name="csX5338" fmla="*/ 922582 w 1728164"/>
              <a:gd name="csY5338" fmla="*/ 204574 h 1065273"/>
              <a:gd name="csX5339" fmla="*/ 922760 w 1728164"/>
              <a:gd name="csY5339" fmla="*/ 205025 h 1065273"/>
              <a:gd name="csX5340" fmla="*/ 922929 w 1728164"/>
              <a:gd name="csY5340" fmla="*/ 205476 h 1065273"/>
              <a:gd name="csX5341" fmla="*/ 923107 w 1728164"/>
              <a:gd name="csY5341" fmla="*/ 205928 h 1065273"/>
              <a:gd name="csX5342" fmla="*/ 923276 w 1728164"/>
              <a:gd name="csY5342" fmla="*/ 206379 h 1065273"/>
              <a:gd name="csX5343" fmla="*/ 923454 w 1728164"/>
              <a:gd name="csY5343" fmla="*/ 206831 h 1065273"/>
              <a:gd name="csX5344" fmla="*/ 923623 w 1728164"/>
              <a:gd name="csY5344" fmla="*/ 207284 h 1065273"/>
              <a:gd name="csX5345" fmla="*/ 923792 w 1728164"/>
              <a:gd name="csY5345" fmla="*/ 207736 h 1065273"/>
              <a:gd name="csX5346" fmla="*/ 923970 w 1728164"/>
              <a:gd name="csY5346" fmla="*/ 208189 h 1065273"/>
              <a:gd name="csX5347" fmla="*/ 924139 w 1728164"/>
              <a:gd name="csY5347" fmla="*/ 208642 h 1065273"/>
              <a:gd name="csX5348" fmla="*/ 924317 w 1728164"/>
              <a:gd name="csY5348" fmla="*/ 209095 h 1065273"/>
              <a:gd name="csX5349" fmla="*/ 924486 w 1728164"/>
              <a:gd name="csY5349" fmla="*/ 209549 h 1065273"/>
              <a:gd name="csX5350" fmla="*/ 924664 w 1728164"/>
              <a:gd name="csY5350" fmla="*/ 210003 h 1065273"/>
              <a:gd name="csX5351" fmla="*/ 924833 w 1728164"/>
              <a:gd name="csY5351" fmla="*/ 210457 h 1065273"/>
              <a:gd name="csX5352" fmla="*/ 925002 w 1728164"/>
              <a:gd name="csY5352" fmla="*/ 210912 h 1065273"/>
              <a:gd name="csX5353" fmla="*/ 925180 w 1728164"/>
              <a:gd name="csY5353" fmla="*/ 211367 h 1065273"/>
              <a:gd name="csX5354" fmla="*/ 925349 w 1728164"/>
              <a:gd name="csY5354" fmla="*/ 211822 h 1065273"/>
              <a:gd name="csX5355" fmla="*/ 925527 w 1728164"/>
              <a:gd name="csY5355" fmla="*/ 212277 h 1065273"/>
              <a:gd name="csX5356" fmla="*/ 925696 w 1728164"/>
              <a:gd name="csY5356" fmla="*/ 212734 h 1065273"/>
              <a:gd name="csX5357" fmla="*/ 925874 w 1728164"/>
              <a:gd name="csY5357" fmla="*/ 213189 h 1065273"/>
              <a:gd name="csX5358" fmla="*/ 926043 w 1728164"/>
              <a:gd name="csY5358" fmla="*/ 213646 h 1065273"/>
              <a:gd name="csX5359" fmla="*/ 926212 w 1728164"/>
              <a:gd name="csY5359" fmla="*/ 214103 h 1065273"/>
              <a:gd name="csX5360" fmla="*/ 926390 w 1728164"/>
              <a:gd name="csY5360" fmla="*/ 214559 h 1065273"/>
              <a:gd name="csX5361" fmla="*/ 926559 w 1728164"/>
              <a:gd name="csY5361" fmla="*/ 215017 h 1065273"/>
              <a:gd name="csX5362" fmla="*/ 926737 w 1728164"/>
              <a:gd name="csY5362" fmla="*/ 215475 h 1065273"/>
              <a:gd name="csX5363" fmla="*/ 926906 w 1728164"/>
              <a:gd name="csY5363" fmla="*/ 215932 h 1065273"/>
              <a:gd name="csX5364" fmla="*/ 927084 w 1728164"/>
              <a:gd name="csY5364" fmla="*/ 216390 h 1065273"/>
              <a:gd name="csX5365" fmla="*/ 927253 w 1728164"/>
              <a:gd name="csY5365" fmla="*/ 216848 h 1065273"/>
              <a:gd name="csX5366" fmla="*/ 927422 w 1728164"/>
              <a:gd name="csY5366" fmla="*/ 217307 h 1065273"/>
              <a:gd name="csX5367" fmla="*/ 927600 w 1728164"/>
              <a:gd name="csY5367" fmla="*/ 217766 h 1065273"/>
              <a:gd name="csX5368" fmla="*/ 927769 w 1728164"/>
              <a:gd name="csY5368" fmla="*/ 218225 h 1065273"/>
              <a:gd name="csX5369" fmla="*/ 927947 w 1728164"/>
              <a:gd name="csY5369" fmla="*/ 218685 h 1065273"/>
              <a:gd name="csX5370" fmla="*/ 928116 w 1728164"/>
              <a:gd name="csY5370" fmla="*/ 219144 h 1065273"/>
              <a:gd name="csX5371" fmla="*/ 928294 w 1728164"/>
              <a:gd name="csY5371" fmla="*/ 219604 h 1065273"/>
              <a:gd name="csX5372" fmla="*/ 928463 w 1728164"/>
              <a:gd name="csY5372" fmla="*/ 220065 h 1065273"/>
              <a:gd name="csX5373" fmla="*/ 928632 w 1728164"/>
              <a:gd name="csY5373" fmla="*/ 220525 h 1065273"/>
              <a:gd name="csX5374" fmla="*/ 928810 w 1728164"/>
              <a:gd name="csY5374" fmla="*/ 220987 h 1065273"/>
              <a:gd name="csX5375" fmla="*/ 928979 w 1728164"/>
              <a:gd name="csY5375" fmla="*/ 221448 h 1065273"/>
              <a:gd name="csX5376" fmla="*/ 929157 w 1728164"/>
              <a:gd name="csY5376" fmla="*/ 221910 h 1065273"/>
              <a:gd name="csX5377" fmla="*/ 929326 w 1728164"/>
              <a:gd name="csY5377" fmla="*/ 222371 h 1065273"/>
              <a:gd name="csX5378" fmla="*/ 929504 w 1728164"/>
              <a:gd name="csY5378" fmla="*/ 222833 h 1065273"/>
              <a:gd name="csX5379" fmla="*/ 929673 w 1728164"/>
              <a:gd name="csY5379" fmla="*/ 223295 h 1065273"/>
              <a:gd name="csX5380" fmla="*/ 929842 w 1728164"/>
              <a:gd name="csY5380" fmla="*/ 223757 h 1065273"/>
              <a:gd name="csX5381" fmla="*/ 930020 w 1728164"/>
              <a:gd name="csY5381" fmla="*/ 224221 h 1065273"/>
              <a:gd name="csX5382" fmla="*/ 930189 w 1728164"/>
              <a:gd name="csY5382" fmla="*/ 224683 h 1065273"/>
              <a:gd name="csX5383" fmla="*/ 930367 w 1728164"/>
              <a:gd name="csY5383" fmla="*/ 225147 h 1065273"/>
              <a:gd name="csX5384" fmla="*/ 930536 w 1728164"/>
              <a:gd name="csY5384" fmla="*/ 225610 h 1065273"/>
              <a:gd name="csX5385" fmla="*/ 930714 w 1728164"/>
              <a:gd name="csY5385" fmla="*/ 226074 h 1065273"/>
              <a:gd name="csX5386" fmla="*/ 930883 w 1728164"/>
              <a:gd name="csY5386" fmla="*/ 226538 h 1065273"/>
              <a:gd name="csX5387" fmla="*/ 931052 w 1728164"/>
              <a:gd name="csY5387" fmla="*/ 227003 h 1065273"/>
              <a:gd name="csX5388" fmla="*/ 931230 w 1728164"/>
              <a:gd name="csY5388" fmla="*/ 227467 h 1065273"/>
              <a:gd name="csX5389" fmla="*/ 931399 w 1728164"/>
              <a:gd name="csY5389" fmla="*/ 227932 h 1065273"/>
              <a:gd name="csX5390" fmla="*/ 931577 w 1728164"/>
              <a:gd name="csY5390" fmla="*/ 228398 h 1065273"/>
              <a:gd name="csX5391" fmla="*/ 931746 w 1728164"/>
              <a:gd name="csY5391" fmla="*/ 228863 h 1065273"/>
              <a:gd name="csX5392" fmla="*/ 931924 w 1728164"/>
              <a:gd name="csY5392" fmla="*/ 229329 h 1065273"/>
              <a:gd name="csX5393" fmla="*/ 932093 w 1728164"/>
              <a:gd name="csY5393" fmla="*/ 229795 h 1065273"/>
              <a:gd name="csX5394" fmla="*/ 932262 w 1728164"/>
              <a:gd name="csY5394" fmla="*/ 230261 h 1065273"/>
              <a:gd name="csX5395" fmla="*/ 932440 w 1728164"/>
              <a:gd name="csY5395" fmla="*/ 230728 h 1065273"/>
              <a:gd name="csX5396" fmla="*/ 932609 w 1728164"/>
              <a:gd name="csY5396" fmla="*/ 231195 h 1065273"/>
              <a:gd name="csX5397" fmla="*/ 932787 w 1728164"/>
              <a:gd name="csY5397" fmla="*/ 231662 h 1065273"/>
              <a:gd name="csX5398" fmla="*/ 932956 w 1728164"/>
              <a:gd name="csY5398" fmla="*/ 232129 h 1065273"/>
              <a:gd name="csX5399" fmla="*/ 933134 w 1728164"/>
              <a:gd name="csY5399" fmla="*/ 232596 h 1065273"/>
              <a:gd name="csX5400" fmla="*/ 933303 w 1728164"/>
              <a:gd name="csY5400" fmla="*/ 233064 h 1065273"/>
              <a:gd name="csX5401" fmla="*/ 933472 w 1728164"/>
              <a:gd name="csY5401" fmla="*/ 233532 h 1065273"/>
              <a:gd name="csX5402" fmla="*/ 933650 w 1728164"/>
              <a:gd name="csY5402" fmla="*/ 234001 h 1065273"/>
              <a:gd name="csX5403" fmla="*/ 933819 w 1728164"/>
              <a:gd name="csY5403" fmla="*/ 234470 h 1065273"/>
              <a:gd name="csX5404" fmla="*/ 933997 w 1728164"/>
              <a:gd name="csY5404" fmla="*/ 234938 h 1065273"/>
              <a:gd name="csX5405" fmla="*/ 934166 w 1728164"/>
              <a:gd name="csY5405" fmla="*/ 235407 h 1065273"/>
              <a:gd name="csX5406" fmla="*/ 934343 w 1728164"/>
              <a:gd name="csY5406" fmla="*/ 235876 h 1065273"/>
              <a:gd name="csX5407" fmla="*/ 934513 w 1728164"/>
              <a:gd name="csY5407" fmla="*/ 236346 h 1065273"/>
              <a:gd name="csX5408" fmla="*/ 934681 w 1728164"/>
              <a:gd name="csY5408" fmla="*/ 236816 h 1065273"/>
              <a:gd name="csX5409" fmla="*/ 934859 w 1728164"/>
              <a:gd name="csY5409" fmla="*/ 237286 h 1065273"/>
              <a:gd name="csX5410" fmla="*/ 935028 w 1728164"/>
              <a:gd name="csY5410" fmla="*/ 237756 h 1065273"/>
              <a:gd name="csX5411" fmla="*/ 935206 w 1728164"/>
              <a:gd name="csY5411" fmla="*/ 238226 h 1065273"/>
              <a:gd name="csX5412" fmla="*/ 935375 w 1728164"/>
              <a:gd name="csY5412" fmla="*/ 238698 h 1065273"/>
              <a:gd name="csX5413" fmla="*/ 935553 w 1728164"/>
              <a:gd name="csY5413" fmla="*/ 239169 h 1065273"/>
              <a:gd name="csX5414" fmla="*/ 935722 w 1728164"/>
              <a:gd name="csY5414" fmla="*/ 239640 h 1065273"/>
              <a:gd name="csX5415" fmla="*/ 935892 w 1728164"/>
              <a:gd name="csY5415" fmla="*/ 240112 h 1065273"/>
              <a:gd name="csX5416" fmla="*/ 936069 w 1728164"/>
              <a:gd name="csY5416" fmla="*/ 240583 h 1065273"/>
              <a:gd name="csX5417" fmla="*/ 936238 w 1728164"/>
              <a:gd name="csY5417" fmla="*/ 241056 h 1065273"/>
              <a:gd name="csX5418" fmla="*/ 936416 w 1728164"/>
              <a:gd name="csY5418" fmla="*/ 241528 h 1065273"/>
              <a:gd name="csX5419" fmla="*/ 936585 w 1728164"/>
              <a:gd name="csY5419" fmla="*/ 242000 h 1065273"/>
              <a:gd name="csX5420" fmla="*/ 936763 w 1728164"/>
              <a:gd name="csY5420" fmla="*/ 242473 h 1065273"/>
              <a:gd name="csX5421" fmla="*/ 936932 w 1728164"/>
              <a:gd name="csY5421" fmla="*/ 242946 h 1065273"/>
              <a:gd name="csX5422" fmla="*/ 937101 w 1728164"/>
              <a:gd name="csY5422" fmla="*/ 243419 h 1065273"/>
              <a:gd name="csX5423" fmla="*/ 937279 w 1728164"/>
              <a:gd name="csY5423" fmla="*/ 243893 h 1065273"/>
              <a:gd name="csX5424" fmla="*/ 937448 w 1728164"/>
              <a:gd name="csY5424" fmla="*/ 244367 h 1065273"/>
              <a:gd name="csX5425" fmla="*/ 937626 w 1728164"/>
              <a:gd name="csY5425" fmla="*/ 244841 h 1065273"/>
              <a:gd name="csX5426" fmla="*/ 937795 w 1728164"/>
              <a:gd name="csY5426" fmla="*/ 245315 h 1065273"/>
              <a:gd name="csX5427" fmla="*/ 937964 w 1728164"/>
              <a:gd name="csY5427" fmla="*/ 245789 h 1065273"/>
              <a:gd name="csX5428" fmla="*/ 938142 w 1728164"/>
              <a:gd name="csY5428" fmla="*/ 246264 h 1065273"/>
              <a:gd name="csX5429" fmla="*/ 938311 w 1728164"/>
              <a:gd name="csY5429" fmla="*/ 246739 h 1065273"/>
              <a:gd name="csX5430" fmla="*/ 938489 w 1728164"/>
              <a:gd name="csY5430" fmla="*/ 247215 h 1065273"/>
              <a:gd name="csX5431" fmla="*/ 938658 w 1728164"/>
              <a:gd name="csY5431" fmla="*/ 247690 h 1065273"/>
              <a:gd name="csX5432" fmla="*/ 938836 w 1728164"/>
              <a:gd name="csY5432" fmla="*/ 248165 h 1065273"/>
              <a:gd name="csX5433" fmla="*/ 939005 w 1728164"/>
              <a:gd name="csY5433" fmla="*/ 248641 h 1065273"/>
              <a:gd name="csX5434" fmla="*/ 939174 w 1728164"/>
              <a:gd name="csY5434" fmla="*/ 249118 h 1065273"/>
              <a:gd name="csX5435" fmla="*/ 939352 w 1728164"/>
              <a:gd name="csY5435" fmla="*/ 249593 h 1065273"/>
              <a:gd name="csX5436" fmla="*/ 939521 w 1728164"/>
              <a:gd name="csY5436" fmla="*/ 250070 h 1065273"/>
              <a:gd name="csX5437" fmla="*/ 939699 w 1728164"/>
              <a:gd name="csY5437" fmla="*/ 250547 h 1065273"/>
              <a:gd name="csX5438" fmla="*/ 939868 w 1728164"/>
              <a:gd name="csY5438" fmla="*/ 251024 h 1065273"/>
              <a:gd name="csX5439" fmla="*/ 940046 w 1728164"/>
              <a:gd name="csY5439" fmla="*/ 251501 h 1065273"/>
              <a:gd name="csX5440" fmla="*/ 940215 w 1728164"/>
              <a:gd name="csY5440" fmla="*/ 251979 h 1065273"/>
              <a:gd name="csX5441" fmla="*/ 940384 w 1728164"/>
              <a:gd name="csY5441" fmla="*/ 252456 h 1065273"/>
              <a:gd name="csX5442" fmla="*/ 940562 w 1728164"/>
              <a:gd name="csY5442" fmla="*/ 252934 h 1065273"/>
              <a:gd name="csX5443" fmla="*/ 940731 w 1728164"/>
              <a:gd name="csY5443" fmla="*/ 253412 h 1065273"/>
              <a:gd name="csX5444" fmla="*/ 940909 w 1728164"/>
              <a:gd name="csY5444" fmla="*/ 253890 h 1065273"/>
              <a:gd name="csX5445" fmla="*/ 941078 w 1728164"/>
              <a:gd name="csY5445" fmla="*/ 254369 h 1065273"/>
              <a:gd name="csX5446" fmla="*/ 941256 w 1728164"/>
              <a:gd name="csY5446" fmla="*/ 254848 h 1065273"/>
              <a:gd name="csX5447" fmla="*/ 941425 w 1728164"/>
              <a:gd name="csY5447" fmla="*/ 255327 h 1065273"/>
              <a:gd name="csX5448" fmla="*/ 941594 w 1728164"/>
              <a:gd name="csY5448" fmla="*/ 255806 h 1065273"/>
              <a:gd name="csX5449" fmla="*/ 941772 w 1728164"/>
              <a:gd name="csY5449" fmla="*/ 256285 h 1065273"/>
              <a:gd name="csX5450" fmla="*/ 941941 w 1728164"/>
              <a:gd name="csY5450" fmla="*/ 256766 h 1065273"/>
              <a:gd name="csX5451" fmla="*/ 942119 w 1728164"/>
              <a:gd name="csY5451" fmla="*/ 257245 h 1065273"/>
              <a:gd name="csX5452" fmla="*/ 942288 w 1728164"/>
              <a:gd name="csY5452" fmla="*/ 257726 h 1065273"/>
              <a:gd name="csX5453" fmla="*/ 942466 w 1728164"/>
              <a:gd name="csY5453" fmla="*/ 258206 h 1065273"/>
              <a:gd name="csX5454" fmla="*/ 942635 w 1728164"/>
              <a:gd name="csY5454" fmla="*/ 258687 h 1065273"/>
              <a:gd name="csX5455" fmla="*/ 942804 w 1728164"/>
              <a:gd name="csY5455" fmla="*/ 259167 h 1065273"/>
              <a:gd name="csX5456" fmla="*/ 942982 w 1728164"/>
              <a:gd name="csY5456" fmla="*/ 259648 h 1065273"/>
              <a:gd name="csX5457" fmla="*/ 943151 w 1728164"/>
              <a:gd name="csY5457" fmla="*/ 260130 h 1065273"/>
              <a:gd name="csX5458" fmla="*/ 943329 w 1728164"/>
              <a:gd name="csY5458" fmla="*/ 260611 h 1065273"/>
              <a:gd name="csX5459" fmla="*/ 943498 w 1728164"/>
              <a:gd name="csY5459" fmla="*/ 261092 h 1065273"/>
              <a:gd name="csX5460" fmla="*/ 943676 w 1728164"/>
              <a:gd name="csY5460" fmla="*/ 261574 h 1065273"/>
              <a:gd name="csX5461" fmla="*/ 943845 w 1728164"/>
              <a:gd name="csY5461" fmla="*/ 262057 h 1065273"/>
              <a:gd name="csX5462" fmla="*/ 944014 w 1728164"/>
              <a:gd name="csY5462" fmla="*/ 262539 h 1065273"/>
              <a:gd name="csX5463" fmla="*/ 944192 w 1728164"/>
              <a:gd name="csY5463" fmla="*/ 263021 h 1065273"/>
              <a:gd name="csX5464" fmla="*/ 944361 w 1728164"/>
              <a:gd name="csY5464" fmla="*/ 263504 h 1065273"/>
              <a:gd name="csX5465" fmla="*/ 944539 w 1728164"/>
              <a:gd name="csY5465" fmla="*/ 263986 h 1065273"/>
              <a:gd name="csX5466" fmla="*/ 944708 w 1728164"/>
              <a:gd name="csY5466" fmla="*/ 264469 h 1065273"/>
              <a:gd name="csX5467" fmla="*/ 944886 w 1728164"/>
              <a:gd name="csY5467" fmla="*/ 264953 h 1065273"/>
              <a:gd name="csX5468" fmla="*/ 945055 w 1728164"/>
              <a:gd name="csY5468" fmla="*/ 265436 h 1065273"/>
              <a:gd name="csX5469" fmla="*/ 945224 w 1728164"/>
              <a:gd name="csY5469" fmla="*/ 265920 h 1065273"/>
              <a:gd name="csX5470" fmla="*/ 945402 w 1728164"/>
              <a:gd name="csY5470" fmla="*/ 266404 h 1065273"/>
              <a:gd name="csX5471" fmla="*/ 945571 w 1728164"/>
              <a:gd name="csY5471" fmla="*/ 266888 h 1065273"/>
              <a:gd name="csX5472" fmla="*/ 945749 w 1728164"/>
              <a:gd name="csY5472" fmla="*/ 267372 h 1065273"/>
              <a:gd name="csX5473" fmla="*/ 945918 w 1728164"/>
              <a:gd name="csY5473" fmla="*/ 267857 h 1065273"/>
              <a:gd name="csX5474" fmla="*/ 946096 w 1728164"/>
              <a:gd name="csY5474" fmla="*/ 268342 h 1065273"/>
              <a:gd name="csX5475" fmla="*/ 946265 w 1728164"/>
              <a:gd name="csY5475" fmla="*/ 268827 h 1065273"/>
              <a:gd name="csX5476" fmla="*/ 946434 w 1728164"/>
              <a:gd name="csY5476" fmla="*/ 269312 h 1065273"/>
              <a:gd name="csX5477" fmla="*/ 946612 w 1728164"/>
              <a:gd name="csY5477" fmla="*/ 269797 h 1065273"/>
              <a:gd name="csX5478" fmla="*/ 946781 w 1728164"/>
              <a:gd name="csY5478" fmla="*/ 270282 h 1065273"/>
              <a:gd name="csX5479" fmla="*/ 946959 w 1728164"/>
              <a:gd name="csY5479" fmla="*/ 270768 h 1065273"/>
              <a:gd name="csX5480" fmla="*/ 947128 w 1728164"/>
              <a:gd name="csY5480" fmla="*/ 271254 h 1065273"/>
              <a:gd name="csX5481" fmla="*/ 947306 w 1728164"/>
              <a:gd name="csY5481" fmla="*/ 271740 h 1065273"/>
              <a:gd name="csX5482" fmla="*/ 947475 w 1728164"/>
              <a:gd name="csY5482" fmla="*/ 272226 h 1065273"/>
              <a:gd name="csX5483" fmla="*/ 947644 w 1728164"/>
              <a:gd name="csY5483" fmla="*/ 272713 h 1065273"/>
              <a:gd name="csX5484" fmla="*/ 947822 w 1728164"/>
              <a:gd name="csY5484" fmla="*/ 273199 h 1065273"/>
              <a:gd name="csX5485" fmla="*/ 947991 w 1728164"/>
              <a:gd name="csY5485" fmla="*/ 273687 h 1065273"/>
              <a:gd name="csX5486" fmla="*/ 948169 w 1728164"/>
              <a:gd name="csY5486" fmla="*/ 274173 h 1065273"/>
              <a:gd name="csX5487" fmla="*/ 948338 w 1728164"/>
              <a:gd name="csY5487" fmla="*/ 274661 h 1065273"/>
              <a:gd name="csX5488" fmla="*/ 948516 w 1728164"/>
              <a:gd name="csY5488" fmla="*/ 275149 h 1065273"/>
              <a:gd name="csX5489" fmla="*/ 948685 w 1728164"/>
              <a:gd name="csY5489" fmla="*/ 275636 h 1065273"/>
              <a:gd name="csX5490" fmla="*/ 948854 w 1728164"/>
              <a:gd name="csY5490" fmla="*/ 276124 h 1065273"/>
              <a:gd name="csX5491" fmla="*/ 949031 w 1728164"/>
              <a:gd name="csY5491" fmla="*/ 276612 h 1065273"/>
              <a:gd name="csX5492" fmla="*/ 949201 w 1728164"/>
              <a:gd name="csY5492" fmla="*/ 277100 h 1065273"/>
              <a:gd name="csX5493" fmla="*/ 949378 w 1728164"/>
              <a:gd name="csY5493" fmla="*/ 277588 h 1065273"/>
              <a:gd name="csX5494" fmla="*/ 949548 w 1728164"/>
              <a:gd name="csY5494" fmla="*/ 278077 h 1065273"/>
              <a:gd name="csX5495" fmla="*/ 949725 w 1728164"/>
              <a:gd name="csY5495" fmla="*/ 278566 h 1065273"/>
              <a:gd name="csX5496" fmla="*/ 949895 w 1728164"/>
              <a:gd name="csY5496" fmla="*/ 279055 h 1065273"/>
              <a:gd name="csX5497" fmla="*/ 950063 w 1728164"/>
              <a:gd name="csY5497" fmla="*/ 279543 h 1065273"/>
              <a:gd name="csX5498" fmla="*/ 950241 w 1728164"/>
              <a:gd name="csY5498" fmla="*/ 280033 h 1065273"/>
              <a:gd name="csX5499" fmla="*/ 950410 w 1728164"/>
              <a:gd name="csY5499" fmla="*/ 280523 h 1065273"/>
              <a:gd name="csX5500" fmla="*/ 950588 w 1728164"/>
              <a:gd name="csY5500" fmla="*/ 281012 h 1065273"/>
              <a:gd name="csX5501" fmla="*/ 950757 w 1728164"/>
              <a:gd name="csY5501" fmla="*/ 281502 h 1065273"/>
              <a:gd name="csX5502" fmla="*/ 950935 w 1728164"/>
              <a:gd name="csY5502" fmla="*/ 281992 h 1065273"/>
              <a:gd name="csX5503" fmla="*/ 951104 w 1728164"/>
              <a:gd name="csY5503" fmla="*/ 282483 h 1065273"/>
              <a:gd name="csX5504" fmla="*/ 951273 w 1728164"/>
              <a:gd name="csY5504" fmla="*/ 282973 h 1065273"/>
              <a:gd name="csX5505" fmla="*/ 951451 w 1728164"/>
              <a:gd name="csY5505" fmla="*/ 283463 h 1065273"/>
              <a:gd name="csX5506" fmla="*/ 951620 w 1728164"/>
              <a:gd name="csY5506" fmla="*/ 283954 h 1065273"/>
              <a:gd name="csX5507" fmla="*/ 951798 w 1728164"/>
              <a:gd name="csY5507" fmla="*/ 284445 h 1065273"/>
              <a:gd name="csX5508" fmla="*/ 951967 w 1728164"/>
              <a:gd name="csY5508" fmla="*/ 284936 h 1065273"/>
              <a:gd name="csX5509" fmla="*/ 952145 w 1728164"/>
              <a:gd name="csY5509" fmla="*/ 285427 h 1065273"/>
              <a:gd name="csX5510" fmla="*/ 952314 w 1728164"/>
              <a:gd name="csY5510" fmla="*/ 285919 h 1065273"/>
              <a:gd name="csX5511" fmla="*/ 952483 w 1728164"/>
              <a:gd name="csY5511" fmla="*/ 286411 h 1065273"/>
              <a:gd name="csX5512" fmla="*/ 952661 w 1728164"/>
              <a:gd name="csY5512" fmla="*/ 286903 h 1065273"/>
              <a:gd name="csX5513" fmla="*/ 952830 w 1728164"/>
              <a:gd name="csY5513" fmla="*/ 287395 h 1065273"/>
              <a:gd name="csX5514" fmla="*/ 953008 w 1728164"/>
              <a:gd name="csY5514" fmla="*/ 287886 h 1065273"/>
              <a:gd name="csX5515" fmla="*/ 953177 w 1728164"/>
              <a:gd name="csY5515" fmla="*/ 288378 h 1065273"/>
              <a:gd name="csX5516" fmla="*/ 953355 w 1728164"/>
              <a:gd name="csY5516" fmla="*/ 288871 h 1065273"/>
              <a:gd name="csX5517" fmla="*/ 953524 w 1728164"/>
              <a:gd name="csY5517" fmla="*/ 289364 h 1065273"/>
              <a:gd name="csX5518" fmla="*/ 953693 w 1728164"/>
              <a:gd name="csY5518" fmla="*/ 289856 h 1065273"/>
              <a:gd name="csX5519" fmla="*/ 953871 w 1728164"/>
              <a:gd name="csY5519" fmla="*/ 290350 h 1065273"/>
              <a:gd name="csX5520" fmla="*/ 954040 w 1728164"/>
              <a:gd name="csY5520" fmla="*/ 290843 h 1065273"/>
              <a:gd name="csX5521" fmla="*/ 954218 w 1728164"/>
              <a:gd name="csY5521" fmla="*/ 291336 h 1065273"/>
              <a:gd name="csX5522" fmla="*/ 954387 w 1728164"/>
              <a:gd name="csY5522" fmla="*/ 291829 h 1065273"/>
              <a:gd name="csX5523" fmla="*/ 954565 w 1728164"/>
              <a:gd name="csY5523" fmla="*/ 292323 h 1065273"/>
              <a:gd name="csX5524" fmla="*/ 954734 w 1728164"/>
              <a:gd name="csY5524" fmla="*/ 292817 h 1065273"/>
              <a:gd name="csX5525" fmla="*/ 954903 w 1728164"/>
              <a:gd name="csY5525" fmla="*/ 293311 h 1065273"/>
              <a:gd name="csX5526" fmla="*/ 955081 w 1728164"/>
              <a:gd name="csY5526" fmla="*/ 293805 h 1065273"/>
              <a:gd name="csX5527" fmla="*/ 955250 w 1728164"/>
              <a:gd name="csY5527" fmla="*/ 294299 h 1065273"/>
              <a:gd name="csX5528" fmla="*/ 955428 w 1728164"/>
              <a:gd name="csY5528" fmla="*/ 294794 h 1065273"/>
              <a:gd name="csX5529" fmla="*/ 955597 w 1728164"/>
              <a:gd name="csY5529" fmla="*/ 295288 h 1065273"/>
              <a:gd name="csX5530" fmla="*/ 955775 w 1728164"/>
              <a:gd name="csY5530" fmla="*/ 295783 h 1065273"/>
              <a:gd name="csX5531" fmla="*/ 955944 w 1728164"/>
              <a:gd name="csY5531" fmla="*/ 296278 h 1065273"/>
              <a:gd name="csX5532" fmla="*/ 956113 w 1728164"/>
              <a:gd name="csY5532" fmla="*/ 296773 h 1065273"/>
              <a:gd name="csX5533" fmla="*/ 956291 w 1728164"/>
              <a:gd name="csY5533" fmla="*/ 297269 h 1065273"/>
              <a:gd name="csX5534" fmla="*/ 956460 w 1728164"/>
              <a:gd name="csY5534" fmla="*/ 297764 h 1065273"/>
              <a:gd name="csX5535" fmla="*/ 956638 w 1728164"/>
              <a:gd name="csY5535" fmla="*/ 298260 h 1065273"/>
              <a:gd name="csX5536" fmla="*/ 956807 w 1728164"/>
              <a:gd name="csY5536" fmla="*/ 298755 h 1065273"/>
              <a:gd name="csX5537" fmla="*/ 956976 w 1728164"/>
              <a:gd name="csY5537" fmla="*/ 299251 h 1065273"/>
              <a:gd name="csX5538" fmla="*/ 957154 w 1728164"/>
              <a:gd name="csY5538" fmla="*/ 299747 h 1065273"/>
              <a:gd name="csX5539" fmla="*/ 957323 w 1728164"/>
              <a:gd name="csY5539" fmla="*/ 300244 h 1065273"/>
              <a:gd name="csX5540" fmla="*/ 957501 w 1728164"/>
              <a:gd name="csY5540" fmla="*/ 300739 h 1065273"/>
              <a:gd name="csX5541" fmla="*/ 957670 w 1728164"/>
              <a:gd name="csY5541" fmla="*/ 301236 h 1065273"/>
              <a:gd name="csX5542" fmla="*/ 957848 w 1728164"/>
              <a:gd name="csY5542" fmla="*/ 301733 h 1065273"/>
              <a:gd name="csX5543" fmla="*/ 958017 w 1728164"/>
              <a:gd name="csY5543" fmla="*/ 302229 h 1065273"/>
              <a:gd name="csX5544" fmla="*/ 958186 w 1728164"/>
              <a:gd name="csY5544" fmla="*/ 302727 h 1065273"/>
              <a:gd name="csX5545" fmla="*/ 958364 w 1728164"/>
              <a:gd name="csY5545" fmla="*/ 303223 h 1065273"/>
              <a:gd name="csX5546" fmla="*/ 958533 w 1728164"/>
              <a:gd name="csY5546" fmla="*/ 303720 h 1065273"/>
              <a:gd name="csX5547" fmla="*/ 958711 w 1728164"/>
              <a:gd name="csY5547" fmla="*/ 304218 h 1065273"/>
              <a:gd name="csX5548" fmla="*/ 958880 w 1728164"/>
              <a:gd name="csY5548" fmla="*/ 304716 h 1065273"/>
              <a:gd name="csX5549" fmla="*/ 959058 w 1728164"/>
              <a:gd name="csY5549" fmla="*/ 305213 h 1065273"/>
              <a:gd name="csX5550" fmla="*/ 959227 w 1728164"/>
              <a:gd name="csY5550" fmla="*/ 305711 h 1065273"/>
              <a:gd name="csX5551" fmla="*/ 959396 w 1728164"/>
              <a:gd name="csY5551" fmla="*/ 306209 h 1065273"/>
              <a:gd name="csX5552" fmla="*/ 959574 w 1728164"/>
              <a:gd name="csY5552" fmla="*/ 306707 h 1065273"/>
              <a:gd name="csX5553" fmla="*/ 959743 w 1728164"/>
              <a:gd name="csY5553" fmla="*/ 307205 h 1065273"/>
              <a:gd name="csX5554" fmla="*/ 959921 w 1728164"/>
              <a:gd name="csY5554" fmla="*/ 307703 h 1065273"/>
              <a:gd name="csX5555" fmla="*/ 960090 w 1728164"/>
              <a:gd name="csY5555" fmla="*/ 308202 h 1065273"/>
              <a:gd name="csX5556" fmla="*/ 960268 w 1728164"/>
              <a:gd name="csY5556" fmla="*/ 308701 h 1065273"/>
              <a:gd name="csX5557" fmla="*/ 960437 w 1728164"/>
              <a:gd name="csY5557" fmla="*/ 309200 h 1065273"/>
              <a:gd name="csX5558" fmla="*/ 960606 w 1728164"/>
              <a:gd name="csY5558" fmla="*/ 309699 h 1065273"/>
              <a:gd name="csX5559" fmla="*/ 960784 w 1728164"/>
              <a:gd name="csY5559" fmla="*/ 310198 h 1065273"/>
              <a:gd name="csX5560" fmla="*/ 960953 w 1728164"/>
              <a:gd name="csY5560" fmla="*/ 310697 h 1065273"/>
              <a:gd name="csX5561" fmla="*/ 961131 w 1728164"/>
              <a:gd name="csY5561" fmla="*/ 311196 h 1065273"/>
              <a:gd name="csX5562" fmla="*/ 961300 w 1728164"/>
              <a:gd name="csY5562" fmla="*/ 311696 h 1065273"/>
              <a:gd name="csX5563" fmla="*/ 961478 w 1728164"/>
              <a:gd name="csY5563" fmla="*/ 312195 h 1065273"/>
              <a:gd name="csX5564" fmla="*/ 961647 w 1728164"/>
              <a:gd name="csY5564" fmla="*/ 312695 h 1065273"/>
              <a:gd name="csX5565" fmla="*/ 961816 w 1728164"/>
              <a:gd name="csY5565" fmla="*/ 313195 h 1065273"/>
              <a:gd name="csX5566" fmla="*/ 961994 w 1728164"/>
              <a:gd name="csY5566" fmla="*/ 313695 h 1065273"/>
              <a:gd name="csX5567" fmla="*/ 962163 w 1728164"/>
              <a:gd name="csY5567" fmla="*/ 314195 h 1065273"/>
              <a:gd name="csX5568" fmla="*/ 962341 w 1728164"/>
              <a:gd name="csY5568" fmla="*/ 314695 h 1065273"/>
              <a:gd name="csX5569" fmla="*/ 962510 w 1728164"/>
              <a:gd name="csY5569" fmla="*/ 315196 h 1065273"/>
              <a:gd name="csX5570" fmla="*/ 962688 w 1728164"/>
              <a:gd name="csY5570" fmla="*/ 315696 h 1065273"/>
              <a:gd name="csX5571" fmla="*/ 962857 w 1728164"/>
              <a:gd name="csY5571" fmla="*/ 316197 h 1065273"/>
              <a:gd name="csX5572" fmla="*/ 963026 w 1728164"/>
              <a:gd name="csY5572" fmla="*/ 316698 h 1065273"/>
              <a:gd name="csX5573" fmla="*/ 963204 w 1728164"/>
              <a:gd name="csY5573" fmla="*/ 317199 h 1065273"/>
              <a:gd name="csX5574" fmla="*/ 963373 w 1728164"/>
              <a:gd name="csY5574" fmla="*/ 317699 h 1065273"/>
              <a:gd name="csX5575" fmla="*/ 963551 w 1728164"/>
              <a:gd name="csY5575" fmla="*/ 318201 h 1065273"/>
              <a:gd name="csX5576" fmla="*/ 963720 w 1728164"/>
              <a:gd name="csY5576" fmla="*/ 318702 h 1065273"/>
              <a:gd name="csX5577" fmla="*/ 963898 w 1728164"/>
              <a:gd name="csY5577" fmla="*/ 319204 h 1065273"/>
              <a:gd name="csX5578" fmla="*/ 964066 w 1728164"/>
              <a:gd name="csY5578" fmla="*/ 319706 h 1065273"/>
              <a:gd name="csX5579" fmla="*/ 964236 w 1728164"/>
              <a:gd name="csY5579" fmla="*/ 320207 h 1065273"/>
              <a:gd name="csX5580" fmla="*/ 964413 w 1728164"/>
              <a:gd name="csY5580" fmla="*/ 320709 h 1065273"/>
              <a:gd name="csX5581" fmla="*/ 964583 w 1728164"/>
              <a:gd name="csY5581" fmla="*/ 321211 h 1065273"/>
              <a:gd name="csX5582" fmla="*/ 964760 w 1728164"/>
              <a:gd name="csY5582" fmla="*/ 321713 h 1065273"/>
              <a:gd name="csX5583" fmla="*/ 964929 w 1728164"/>
              <a:gd name="csY5583" fmla="*/ 322215 h 1065273"/>
              <a:gd name="csX5584" fmla="*/ 965107 w 1728164"/>
              <a:gd name="csY5584" fmla="*/ 322717 h 1065273"/>
              <a:gd name="csX5585" fmla="*/ 965276 w 1728164"/>
              <a:gd name="csY5585" fmla="*/ 323220 h 1065273"/>
              <a:gd name="csX5586" fmla="*/ 965445 w 1728164"/>
              <a:gd name="csY5586" fmla="*/ 323722 h 1065273"/>
              <a:gd name="csX5587" fmla="*/ 965623 w 1728164"/>
              <a:gd name="csY5587" fmla="*/ 324225 h 1065273"/>
              <a:gd name="csX5588" fmla="*/ 965792 w 1728164"/>
              <a:gd name="csY5588" fmla="*/ 324728 h 1065273"/>
              <a:gd name="csX5589" fmla="*/ 965970 w 1728164"/>
              <a:gd name="csY5589" fmla="*/ 325230 h 1065273"/>
              <a:gd name="csX5590" fmla="*/ 966139 w 1728164"/>
              <a:gd name="csY5590" fmla="*/ 325733 h 1065273"/>
              <a:gd name="csX5591" fmla="*/ 966317 w 1728164"/>
              <a:gd name="csY5591" fmla="*/ 326236 h 1065273"/>
              <a:gd name="csX5592" fmla="*/ 966486 w 1728164"/>
              <a:gd name="csY5592" fmla="*/ 326740 h 1065273"/>
              <a:gd name="csX5593" fmla="*/ 966655 w 1728164"/>
              <a:gd name="csY5593" fmla="*/ 327243 h 1065273"/>
              <a:gd name="csX5594" fmla="*/ 966833 w 1728164"/>
              <a:gd name="csY5594" fmla="*/ 327746 h 1065273"/>
              <a:gd name="csX5595" fmla="*/ 967002 w 1728164"/>
              <a:gd name="csY5595" fmla="*/ 328250 h 1065273"/>
              <a:gd name="csX5596" fmla="*/ 967180 w 1728164"/>
              <a:gd name="csY5596" fmla="*/ 328753 h 1065273"/>
              <a:gd name="csX5597" fmla="*/ 967349 w 1728164"/>
              <a:gd name="csY5597" fmla="*/ 329258 h 1065273"/>
              <a:gd name="csX5598" fmla="*/ 967527 w 1728164"/>
              <a:gd name="csY5598" fmla="*/ 329761 h 1065273"/>
              <a:gd name="csX5599" fmla="*/ 967696 w 1728164"/>
              <a:gd name="csY5599" fmla="*/ 330266 h 1065273"/>
              <a:gd name="csX5600" fmla="*/ 967865 w 1728164"/>
              <a:gd name="csY5600" fmla="*/ 330769 h 1065273"/>
              <a:gd name="csX5601" fmla="*/ 968043 w 1728164"/>
              <a:gd name="csY5601" fmla="*/ 331274 h 1065273"/>
              <a:gd name="csX5602" fmla="*/ 968212 w 1728164"/>
              <a:gd name="csY5602" fmla="*/ 331778 h 1065273"/>
              <a:gd name="csX5603" fmla="*/ 968390 w 1728164"/>
              <a:gd name="csY5603" fmla="*/ 332282 h 1065273"/>
              <a:gd name="csX5604" fmla="*/ 968559 w 1728164"/>
              <a:gd name="csY5604" fmla="*/ 332787 h 1065273"/>
              <a:gd name="csX5605" fmla="*/ 968737 w 1728164"/>
              <a:gd name="csY5605" fmla="*/ 333291 h 1065273"/>
              <a:gd name="csX5606" fmla="*/ 968906 w 1728164"/>
              <a:gd name="csY5606" fmla="*/ 333796 h 1065273"/>
              <a:gd name="csX5607" fmla="*/ 969075 w 1728164"/>
              <a:gd name="csY5607" fmla="*/ 334301 h 1065273"/>
              <a:gd name="csX5608" fmla="*/ 969253 w 1728164"/>
              <a:gd name="csY5608" fmla="*/ 334806 h 1065273"/>
              <a:gd name="csX5609" fmla="*/ 969422 w 1728164"/>
              <a:gd name="csY5609" fmla="*/ 335311 h 1065273"/>
              <a:gd name="csX5610" fmla="*/ 969600 w 1728164"/>
              <a:gd name="csY5610" fmla="*/ 335816 h 1065273"/>
              <a:gd name="csX5611" fmla="*/ 969769 w 1728164"/>
              <a:gd name="csY5611" fmla="*/ 336321 h 1065273"/>
              <a:gd name="csX5612" fmla="*/ 969947 w 1728164"/>
              <a:gd name="csY5612" fmla="*/ 336827 h 1065273"/>
              <a:gd name="csX5613" fmla="*/ 970116 w 1728164"/>
              <a:gd name="csY5613" fmla="*/ 337332 h 1065273"/>
              <a:gd name="csX5614" fmla="*/ 970285 w 1728164"/>
              <a:gd name="csY5614" fmla="*/ 337837 h 1065273"/>
              <a:gd name="csX5615" fmla="*/ 970463 w 1728164"/>
              <a:gd name="csY5615" fmla="*/ 338344 h 1065273"/>
              <a:gd name="csX5616" fmla="*/ 970632 w 1728164"/>
              <a:gd name="csY5616" fmla="*/ 338849 h 1065273"/>
              <a:gd name="csX5617" fmla="*/ 970810 w 1728164"/>
              <a:gd name="csY5617" fmla="*/ 339355 h 1065273"/>
              <a:gd name="csX5618" fmla="*/ 970979 w 1728164"/>
              <a:gd name="csY5618" fmla="*/ 339860 h 1065273"/>
              <a:gd name="csX5619" fmla="*/ 971157 w 1728164"/>
              <a:gd name="csY5619" fmla="*/ 340367 h 1065273"/>
              <a:gd name="csX5620" fmla="*/ 971326 w 1728164"/>
              <a:gd name="csY5620" fmla="*/ 340873 h 1065273"/>
              <a:gd name="csX5621" fmla="*/ 971495 w 1728164"/>
              <a:gd name="csY5621" fmla="*/ 341379 h 1065273"/>
              <a:gd name="csX5622" fmla="*/ 971673 w 1728164"/>
              <a:gd name="csY5622" fmla="*/ 341885 h 1065273"/>
              <a:gd name="csX5623" fmla="*/ 971842 w 1728164"/>
              <a:gd name="csY5623" fmla="*/ 342391 h 1065273"/>
              <a:gd name="csX5624" fmla="*/ 972020 w 1728164"/>
              <a:gd name="csY5624" fmla="*/ 342899 h 1065273"/>
              <a:gd name="csX5625" fmla="*/ 972189 w 1728164"/>
              <a:gd name="csY5625" fmla="*/ 343405 h 1065273"/>
              <a:gd name="csX5626" fmla="*/ 972367 w 1728164"/>
              <a:gd name="csY5626" fmla="*/ 343912 h 1065273"/>
              <a:gd name="csX5627" fmla="*/ 972536 w 1728164"/>
              <a:gd name="csY5627" fmla="*/ 344418 h 1065273"/>
              <a:gd name="csX5628" fmla="*/ 972705 w 1728164"/>
              <a:gd name="csY5628" fmla="*/ 344925 h 1065273"/>
              <a:gd name="csX5629" fmla="*/ 972883 w 1728164"/>
              <a:gd name="csY5629" fmla="*/ 345432 h 1065273"/>
              <a:gd name="csX5630" fmla="*/ 973052 w 1728164"/>
              <a:gd name="csY5630" fmla="*/ 345939 h 1065273"/>
              <a:gd name="csX5631" fmla="*/ 973230 w 1728164"/>
              <a:gd name="csY5631" fmla="*/ 346446 h 1065273"/>
              <a:gd name="csX5632" fmla="*/ 973399 w 1728164"/>
              <a:gd name="csY5632" fmla="*/ 346954 h 1065273"/>
              <a:gd name="csX5633" fmla="*/ 973577 w 1728164"/>
              <a:gd name="csY5633" fmla="*/ 347461 h 1065273"/>
              <a:gd name="csX5634" fmla="*/ 973746 w 1728164"/>
              <a:gd name="csY5634" fmla="*/ 347968 h 1065273"/>
              <a:gd name="csX5635" fmla="*/ 973915 w 1728164"/>
              <a:gd name="csY5635" fmla="*/ 348476 h 1065273"/>
              <a:gd name="csX5636" fmla="*/ 974093 w 1728164"/>
              <a:gd name="csY5636" fmla="*/ 348983 h 1065273"/>
              <a:gd name="csX5637" fmla="*/ 974262 w 1728164"/>
              <a:gd name="csY5637" fmla="*/ 349491 h 1065273"/>
              <a:gd name="csX5638" fmla="*/ 974440 w 1728164"/>
              <a:gd name="csY5638" fmla="*/ 349998 h 1065273"/>
              <a:gd name="csX5639" fmla="*/ 974609 w 1728164"/>
              <a:gd name="csY5639" fmla="*/ 350506 h 1065273"/>
              <a:gd name="csX5640" fmla="*/ 974787 w 1728164"/>
              <a:gd name="csY5640" fmla="*/ 351014 h 1065273"/>
              <a:gd name="csX5641" fmla="*/ 974956 w 1728164"/>
              <a:gd name="csY5641" fmla="*/ 351522 h 1065273"/>
              <a:gd name="csX5642" fmla="*/ 975125 w 1728164"/>
              <a:gd name="csY5642" fmla="*/ 352030 h 1065273"/>
              <a:gd name="csX5643" fmla="*/ 975303 w 1728164"/>
              <a:gd name="csY5643" fmla="*/ 352538 h 1065273"/>
              <a:gd name="csX5644" fmla="*/ 975472 w 1728164"/>
              <a:gd name="csY5644" fmla="*/ 353046 h 1065273"/>
              <a:gd name="csX5645" fmla="*/ 975650 w 1728164"/>
              <a:gd name="csY5645" fmla="*/ 353555 h 1065273"/>
              <a:gd name="csX5646" fmla="*/ 975819 w 1728164"/>
              <a:gd name="csY5646" fmla="*/ 354063 h 1065273"/>
              <a:gd name="csX5647" fmla="*/ 975988 w 1728164"/>
              <a:gd name="csY5647" fmla="*/ 354571 h 1065273"/>
              <a:gd name="csX5648" fmla="*/ 976166 w 1728164"/>
              <a:gd name="csY5648" fmla="*/ 355080 h 1065273"/>
              <a:gd name="csX5649" fmla="*/ 976335 w 1728164"/>
              <a:gd name="csY5649" fmla="*/ 355588 h 1065273"/>
              <a:gd name="csX5650" fmla="*/ 976513 w 1728164"/>
              <a:gd name="csY5650" fmla="*/ 356096 h 1065273"/>
              <a:gd name="csX5651" fmla="*/ 976682 w 1728164"/>
              <a:gd name="csY5651" fmla="*/ 356605 h 1065273"/>
              <a:gd name="csX5652" fmla="*/ 976860 w 1728164"/>
              <a:gd name="csY5652" fmla="*/ 357114 h 1065273"/>
              <a:gd name="csX5653" fmla="*/ 977029 w 1728164"/>
              <a:gd name="csY5653" fmla="*/ 357623 h 1065273"/>
              <a:gd name="csX5654" fmla="*/ 977198 w 1728164"/>
              <a:gd name="csY5654" fmla="*/ 358132 h 1065273"/>
              <a:gd name="csX5655" fmla="*/ 977376 w 1728164"/>
              <a:gd name="csY5655" fmla="*/ 358641 h 1065273"/>
              <a:gd name="csX5656" fmla="*/ 977545 w 1728164"/>
              <a:gd name="csY5656" fmla="*/ 359150 h 1065273"/>
              <a:gd name="csX5657" fmla="*/ 977723 w 1728164"/>
              <a:gd name="csY5657" fmla="*/ 359659 h 1065273"/>
              <a:gd name="csX5658" fmla="*/ 977892 w 1728164"/>
              <a:gd name="csY5658" fmla="*/ 360168 h 1065273"/>
              <a:gd name="csX5659" fmla="*/ 978069 w 1728164"/>
              <a:gd name="csY5659" fmla="*/ 360677 h 1065273"/>
              <a:gd name="csX5660" fmla="*/ 978239 w 1728164"/>
              <a:gd name="csY5660" fmla="*/ 361187 h 1065273"/>
              <a:gd name="csX5661" fmla="*/ 978408 w 1728164"/>
              <a:gd name="csY5661" fmla="*/ 361696 h 1065273"/>
              <a:gd name="csX5662" fmla="*/ 978586 w 1728164"/>
              <a:gd name="csY5662" fmla="*/ 362206 h 1065273"/>
              <a:gd name="csX5663" fmla="*/ 978755 w 1728164"/>
              <a:gd name="csY5663" fmla="*/ 362715 h 1065273"/>
              <a:gd name="csX5664" fmla="*/ 978933 w 1728164"/>
              <a:gd name="csY5664" fmla="*/ 363224 h 1065273"/>
              <a:gd name="csX5665" fmla="*/ 979102 w 1728164"/>
              <a:gd name="csY5665" fmla="*/ 363734 h 1065273"/>
              <a:gd name="csX5666" fmla="*/ 979279 w 1728164"/>
              <a:gd name="csY5666" fmla="*/ 364244 h 1065273"/>
              <a:gd name="csX5667" fmla="*/ 979448 w 1728164"/>
              <a:gd name="csY5667" fmla="*/ 364754 h 1065273"/>
              <a:gd name="csX5668" fmla="*/ 979617 w 1728164"/>
              <a:gd name="csY5668" fmla="*/ 365263 h 1065273"/>
              <a:gd name="csX5669" fmla="*/ 979795 w 1728164"/>
              <a:gd name="csY5669" fmla="*/ 365773 h 1065273"/>
              <a:gd name="csX5670" fmla="*/ 979964 w 1728164"/>
              <a:gd name="csY5670" fmla="*/ 366283 h 1065273"/>
              <a:gd name="csX5671" fmla="*/ 980142 w 1728164"/>
              <a:gd name="csY5671" fmla="*/ 366794 h 1065273"/>
              <a:gd name="csX5672" fmla="*/ 980311 w 1728164"/>
              <a:gd name="csY5672" fmla="*/ 367303 h 1065273"/>
              <a:gd name="csX5673" fmla="*/ 980489 w 1728164"/>
              <a:gd name="csY5673" fmla="*/ 367813 h 1065273"/>
              <a:gd name="csX5674" fmla="*/ 980658 w 1728164"/>
              <a:gd name="csY5674" fmla="*/ 368324 h 1065273"/>
              <a:gd name="csX5675" fmla="*/ 980827 w 1728164"/>
              <a:gd name="csY5675" fmla="*/ 368834 h 1065273"/>
              <a:gd name="csX5676" fmla="*/ 981005 w 1728164"/>
              <a:gd name="csY5676" fmla="*/ 369344 h 1065273"/>
              <a:gd name="csX5677" fmla="*/ 981174 w 1728164"/>
              <a:gd name="csY5677" fmla="*/ 369854 h 1065273"/>
              <a:gd name="csX5678" fmla="*/ 981352 w 1728164"/>
              <a:gd name="csY5678" fmla="*/ 370365 h 1065273"/>
              <a:gd name="csX5679" fmla="*/ 981521 w 1728164"/>
              <a:gd name="csY5679" fmla="*/ 370875 h 1065273"/>
              <a:gd name="csX5680" fmla="*/ 981699 w 1728164"/>
              <a:gd name="csY5680" fmla="*/ 371386 h 1065273"/>
              <a:gd name="csX5681" fmla="*/ 981868 w 1728164"/>
              <a:gd name="csY5681" fmla="*/ 371896 h 1065273"/>
              <a:gd name="csX5682" fmla="*/ 982037 w 1728164"/>
              <a:gd name="csY5682" fmla="*/ 372406 h 1065273"/>
              <a:gd name="csX5683" fmla="*/ 982215 w 1728164"/>
              <a:gd name="csY5683" fmla="*/ 372917 h 1065273"/>
              <a:gd name="csX5684" fmla="*/ 982384 w 1728164"/>
              <a:gd name="csY5684" fmla="*/ 373428 h 1065273"/>
              <a:gd name="csX5685" fmla="*/ 982562 w 1728164"/>
              <a:gd name="csY5685" fmla="*/ 373938 h 1065273"/>
              <a:gd name="csX5686" fmla="*/ 982731 w 1728164"/>
              <a:gd name="csY5686" fmla="*/ 374450 h 1065273"/>
              <a:gd name="csX5687" fmla="*/ 982909 w 1728164"/>
              <a:gd name="csY5687" fmla="*/ 374960 h 1065273"/>
              <a:gd name="csX5688" fmla="*/ 983078 w 1728164"/>
              <a:gd name="csY5688" fmla="*/ 375471 h 1065273"/>
              <a:gd name="csX5689" fmla="*/ 983247 w 1728164"/>
              <a:gd name="csY5689" fmla="*/ 375982 h 1065273"/>
              <a:gd name="csX5690" fmla="*/ 983425 w 1728164"/>
              <a:gd name="csY5690" fmla="*/ 376493 h 1065273"/>
              <a:gd name="csX5691" fmla="*/ 983594 w 1728164"/>
              <a:gd name="csY5691" fmla="*/ 377004 h 1065273"/>
              <a:gd name="csX5692" fmla="*/ 983772 w 1728164"/>
              <a:gd name="csY5692" fmla="*/ 377515 h 1065273"/>
              <a:gd name="csX5693" fmla="*/ 983941 w 1728164"/>
              <a:gd name="csY5693" fmla="*/ 378026 h 1065273"/>
              <a:gd name="csX5694" fmla="*/ 984119 w 1728164"/>
              <a:gd name="csY5694" fmla="*/ 378538 h 1065273"/>
              <a:gd name="csX5695" fmla="*/ 984288 w 1728164"/>
              <a:gd name="csY5695" fmla="*/ 379048 h 1065273"/>
              <a:gd name="csX5696" fmla="*/ 984457 w 1728164"/>
              <a:gd name="csY5696" fmla="*/ 379560 h 1065273"/>
              <a:gd name="csX5697" fmla="*/ 984635 w 1728164"/>
              <a:gd name="csY5697" fmla="*/ 380071 h 1065273"/>
              <a:gd name="csX5698" fmla="*/ 984804 w 1728164"/>
              <a:gd name="csY5698" fmla="*/ 380582 h 1065273"/>
              <a:gd name="csX5699" fmla="*/ 984982 w 1728164"/>
              <a:gd name="csY5699" fmla="*/ 381094 h 1065273"/>
              <a:gd name="csX5700" fmla="*/ 985151 w 1728164"/>
              <a:gd name="csY5700" fmla="*/ 381605 h 1065273"/>
              <a:gd name="csX5701" fmla="*/ 985329 w 1728164"/>
              <a:gd name="csY5701" fmla="*/ 382117 h 1065273"/>
              <a:gd name="csX5702" fmla="*/ 985498 w 1728164"/>
              <a:gd name="csY5702" fmla="*/ 382627 h 1065273"/>
              <a:gd name="csX5703" fmla="*/ 985667 w 1728164"/>
              <a:gd name="csY5703" fmla="*/ 383139 h 1065273"/>
              <a:gd name="csX5704" fmla="*/ 985845 w 1728164"/>
              <a:gd name="csY5704" fmla="*/ 383651 h 1065273"/>
              <a:gd name="csX5705" fmla="*/ 986014 w 1728164"/>
              <a:gd name="csY5705" fmla="*/ 384162 h 1065273"/>
              <a:gd name="csX5706" fmla="*/ 986192 w 1728164"/>
              <a:gd name="csY5706" fmla="*/ 384674 h 1065273"/>
              <a:gd name="csX5707" fmla="*/ 986361 w 1728164"/>
              <a:gd name="csY5707" fmla="*/ 385186 h 1065273"/>
              <a:gd name="csX5708" fmla="*/ 986539 w 1728164"/>
              <a:gd name="csY5708" fmla="*/ 385698 h 1065273"/>
              <a:gd name="csX5709" fmla="*/ 986708 w 1728164"/>
              <a:gd name="csY5709" fmla="*/ 386209 h 1065273"/>
              <a:gd name="csX5710" fmla="*/ 986877 w 1728164"/>
              <a:gd name="csY5710" fmla="*/ 386721 h 1065273"/>
              <a:gd name="csX5711" fmla="*/ 987055 w 1728164"/>
              <a:gd name="csY5711" fmla="*/ 387232 h 1065273"/>
              <a:gd name="csX5712" fmla="*/ 987224 w 1728164"/>
              <a:gd name="csY5712" fmla="*/ 387745 h 1065273"/>
              <a:gd name="csX5713" fmla="*/ 987402 w 1728164"/>
              <a:gd name="csY5713" fmla="*/ 388256 h 1065273"/>
              <a:gd name="csX5714" fmla="*/ 987571 w 1728164"/>
              <a:gd name="csY5714" fmla="*/ 388768 h 1065273"/>
              <a:gd name="csX5715" fmla="*/ 987749 w 1728164"/>
              <a:gd name="csY5715" fmla="*/ 389280 h 1065273"/>
              <a:gd name="csX5716" fmla="*/ 987918 w 1728164"/>
              <a:gd name="csY5716" fmla="*/ 389792 h 1065273"/>
              <a:gd name="csX5717" fmla="*/ 988087 w 1728164"/>
              <a:gd name="csY5717" fmla="*/ 390304 h 1065273"/>
              <a:gd name="csX5718" fmla="*/ 988265 w 1728164"/>
              <a:gd name="csY5718" fmla="*/ 390816 h 1065273"/>
              <a:gd name="csX5719" fmla="*/ 988434 w 1728164"/>
              <a:gd name="csY5719" fmla="*/ 391327 h 1065273"/>
              <a:gd name="csX5720" fmla="*/ 988612 w 1728164"/>
              <a:gd name="csY5720" fmla="*/ 391840 h 1065273"/>
              <a:gd name="csX5721" fmla="*/ 988781 w 1728164"/>
              <a:gd name="csY5721" fmla="*/ 392352 h 1065273"/>
              <a:gd name="csX5722" fmla="*/ 988959 w 1728164"/>
              <a:gd name="csY5722" fmla="*/ 392864 h 1065273"/>
              <a:gd name="csX5723" fmla="*/ 989128 w 1728164"/>
              <a:gd name="csY5723" fmla="*/ 393376 h 1065273"/>
              <a:gd name="csX5724" fmla="*/ 989297 w 1728164"/>
              <a:gd name="csY5724" fmla="*/ 393888 h 1065273"/>
              <a:gd name="csX5725" fmla="*/ 989475 w 1728164"/>
              <a:gd name="csY5725" fmla="*/ 394400 h 1065273"/>
              <a:gd name="csX5726" fmla="*/ 989644 w 1728164"/>
              <a:gd name="csY5726" fmla="*/ 394913 h 1065273"/>
              <a:gd name="csX5727" fmla="*/ 989822 w 1728164"/>
              <a:gd name="csY5727" fmla="*/ 395424 h 1065273"/>
              <a:gd name="csX5728" fmla="*/ 989991 w 1728164"/>
              <a:gd name="csY5728" fmla="*/ 395937 h 1065273"/>
              <a:gd name="csX5729" fmla="*/ 990169 w 1728164"/>
              <a:gd name="csY5729" fmla="*/ 396449 h 1065273"/>
              <a:gd name="csX5730" fmla="*/ 990338 w 1728164"/>
              <a:gd name="csY5730" fmla="*/ 396961 h 1065273"/>
              <a:gd name="csX5731" fmla="*/ 990507 w 1728164"/>
              <a:gd name="csY5731" fmla="*/ 397473 h 1065273"/>
              <a:gd name="csX5732" fmla="*/ 990685 w 1728164"/>
              <a:gd name="csY5732" fmla="*/ 397985 h 1065273"/>
              <a:gd name="csX5733" fmla="*/ 990854 w 1728164"/>
              <a:gd name="csY5733" fmla="*/ 398498 h 1065273"/>
              <a:gd name="csX5734" fmla="*/ 991032 w 1728164"/>
              <a:gd name="csY5734" fmla="*/ 399010 h 1065273"/>
              <a:gd name="csX5735" fmla="*/ 991201 w 1728164"/>
              <a:gd name="csY5735" fmla="*/ 399523 h 1065273"/>
              <a:gd name="csX5736" fmla="*/ 991379 w 1728164"/>
              <a:gd name="csY5736" fmla="*/ 400035 h 1065273"/>
              <a:gd name="csX5737" fmla="*/ 991548 w 1728164"/>
              <a:gd name="csY5737" fmla="*/ 400548 h 1065273"/>
              <a:gd name="csX5738" fmla="*/ 991717 w 1728164"/>
              <a:gd name="csY5738" fmla="*/ 401060 h 1065273"/>
              <a:gd name="csX5739" fmla="*/ 991895 w 1728164"/>
              <a:gd name="csY5739" fmla="*/ 401572 h 1065273"/>
              <a:gd name="csX5740" fmla="*/ 992064 w 1728164"/>
              <a:gd name="csY5740" fmla="*/ 402084 h 1065273"/>
              <a:gd name="csX5741" fmla="*/ 992242 w 1728164"/>
              <a:gd name="csY5741" fmla="*/ 402596 h 1065273"/>
              <a:gd name="csX5742" fmla="*/ 992411 w 1728164"/>
              <a:gd name="csY5742" fmla="*/ 403109 h 1065273"/>
              <a:gd name="csX5743" fmla="*/ 992589 w 1728164"/>
              <a:gd name="csY5743" fmla="*/ 403621 h 1065273"/>
              <a:gd name="csX5744" fmla="*/ 992758 w 1728164"/>
              <a:gd name="csY5744" fmla="*/ 404134 h 1065273"/>
              <a:gd name="csX5745" fmla="*/ 992927 w 1728164"/>
              <a:gd name="csY5745" fmla="*/ 404646 h 1065273"/>
              <a:gd name="csX5746" fmla="*/ 993105 w 1728164"/>
              <a:gd name="csY5746" fmla="*/ 405159 h 1065273"/>
              <a:gd name="csX5747" fmla="*/ 993274 w 1728164"/>
              <a:gd name="csY5747" fmla="*/ 405671 h 1065273"/>
              <a:gd name="csX5748" fmla="*/ 993451 w 1728164"/>
              <a:gd name="csY5748" fmla="*/ 406183 h 1065273"/>
              <a:gd name="csX5749" fmla="*/ 993620 w 1728164"/>
              <a:gd name="csY5749" fmla="*/ 406696 h 1065273"/>
              <a:gd name="csX5750" fmla="*/ 993798 w 1728164"/>
              <a:gd name="csY5750" fmla="*/ 407208 h 1065273"/>
              <a:gd name="csX5751" fmla="*/ 993967 w 1728164"/>
              <a:gd name="csY5751" fmla="*/ 407721 h 1065273"/>
              <a:gd name="csX5752" fmla="*/ 994137 w 1728164"/>
              <a:gd name="csY5752" fmla="*/ 408233 h 1065273"/>
              <a:gd name="csX5753" fmla="*/ 994314 w 1728164"/>
              <a:gd name="csY5753" fmla="*/ 408746 h 1065273"/>
              <a:gd name="csX5754" fmla="*/ 994484 w 1728164"/>
              <a:gd name="csY5754" fmla="*/ 409259 h 1065273"/>
              <a:gd name="csX5755" fmla="*/ 994661 w 1728164"/>
              <a:gd name="csY5755" fmla="*/ 409771 h 1065273"/>
              <a:gd name="csX5756" fmla="*/ 994830 w 1728164"/>
              <a:gd name="csY5756" fmla="*/ 410284 h 1065273"/>
              <a:gd name="csX5757" fmla="*/ 994999 w 1728164"/>
              <a:gd name="csY5757" fmla="*/ 410796 h 1065273"/>
              <a:gd name="csX5758" fmla="*/ 995177 w 1728164"/>
              <a:gd name="csY5758" fmla="*/ 411309 h 1065273"/>
              <a:gd name="csX5759" fmla="*/ 995346 w 1728164"/>
              <a:gd name="csY5759" fmla="*/ 411821 h 1065273"/>
              <a:gd name="csX5760" fmla="*/ 995524 w 1728164"/>
              <a:gd name="csY5760" fmla="*/ 412334 h 1065273"/>
              <a:gd name="csX5761" fmla="*/ 995693 w 1728164"/>
              <a:gd name="csY5761" fmla="*/ 412846 h 1065273"/>
              <a:gd name="csX5762" fmla="*/ 995871 w 1728164"/>
              <a:gd name="csY5762" fmla="*/ 413358 h 1065273"/>
              <a:gd name="csX5763" fmla="*/ 996040 w 1728164"/>
              <a:gd name="csY5763" fmla="*/ 413871 h 1065273"/>
              <a:gd name="csX5764" fmla="*/ 996209 w 1728164"/>
              <a:gd name="csY5764" fmla="*/ 414383 h 1065273"/>
              <a:gd name="csX5765" fmla="*/ 996387 w 1728164"/>
              <a:gd name="csY5765" fmla="*/ 414896 h 1065273"/>
              <a:gd name="csX5766" fmla="*/ 996556 w 1728164"/>
              <a:gd name="csY5766" fmla="*/ 415408 h 1065273"/>
              <a:gd name="csX5767" fmla="*/ 996734 w 1728164"/>
              <a:gd name="csY5767" fmla="*/ 415921 h 1065273"/>
              <a:gd name="csX5768" fmla="*/ 996903 w 1728164"/>
              <a:gd name="csY5768" fmla="*/ 416433 h 1065273"/>
              <a:gd name="csX5769" fmla="*/ 997081 w 1728164"/>
              <a:gd name="csY5769" fmla="*/ 416945 h 1065273"/>
              <a:gd name="csX5770" fmla="*/ 997250 w 1728164"/>
              <a:gd name="csY5770" fmla="*/ 417458 h 1065273"/>
              <a:gd name="csX5771" fmla="*/ 997419 w 1728164"/>
              <a:gd name="csY5771" fmla="*/ 417970 h 1065273"/>
              <a:gd name="csX5772" fmla="*/ 997597 w 1728164"/>
              <a:gd name="csY5772" fmla="*/ 418483 h 1065273"/>
              <a:gd name="csX5773" fmla="*/ 997766 w 1728164"/>
              <a:gd name="csY5773" fmla="*/ 418995 h 1065273"/>
              <a:gd name="csX5774" fmla="*/ 997944 w 1728164"/>
              <a:gd name="csY5774" fmla="*/ 419508 h 1065273"/>
              <a:gd name="csX5775" fmla="*/ 998113 w 1728164"/>
              <a:gd name="csY5775" fmla="*/ 420020 h 1065273"/>
              <a:gd name="csX5776" fmla="*/ 998291 w 1728164"/>
              <a:gd name="csY5776" fmla="*/ 420533 h 1065273"/>
              <a:gd name="csX5777" fmla="*/ 998460 w 1728164"/>
              <a:gd name="csY5777" fmla="*/ 421045 h 1065273"/>
              <a:gd name="csX5778" fmla="*/ 998629 w 1728164"/>
              <a:gd name="csY5778" fmla="*/ 421557 h 1065273"/>
              <a:gd name="csX5779" fmla="*/ 998807 w 1728164"/>
              <a:gd name="csY5779" fmla="*/ 422070 h 1065273"/>
              <a:gd name="csX5780" fmla="*/ 998976 w 1728164"/>
              <a:gd name="csY5780" fmla="*/ 422582 h 1065273"/>
              <a:gd name="csX5781" fmla="*/ 999154 w 1728164"/>
              <a:gd name="csY5781" fmla="*/ 423095 h 1065273"/>
              <a:gd name="csX5782" fmla="*/ 999323 w 1728164"/>
              <a:gd name="csY5782" fmla="*/ 423607 h 1065273"/>
              <a:gd name="csX5783" fmla="*/ 999501 w 1728164"/>
              <a:gd name="csY5783" fmla="*/ 424120 h 1065273"/>
              <a:gd name="csX5784" fmla="*/ 999670 w 1728164"/>
              <a:gd name="csY5784" fmla="*/ 424631 h 1065273"/>
              <a:gd name="csX5785" fmla="*/ 999839 w 1728164"/>
              <a:gd name="csY5785" fmla="*/ 425144 h 1065273"/>
              <a:gd name="csX5786" fmla="*/ 1000017 w 1728164"/>
              <a:gd name="csY5786" fmla="*/ 425656 h 1065273"/>
              <a:gd name="csX5787" fmla="*/ 1000186 w 1728164"/>
              <a:gd name="csY5787" fmla="*/ 426168 h 1065273"/>
              <a:gd name="csX5788" fmla="*/ 1000364 w 1728164"/>
              <a:gd name="csY5788" fmla="*/ 426681 h 1065273"/>
              <a:gd name="csX5789" fmla="*/ 1000533 w 1728164"/>
              <a:gd name="csY5789" fmla="*/ 427192 h 1065273"/>
              <a:gd name="csX5790" fmla="*/ 1000711 w 1728164"/>
              <a:gd name="csY5790" fmla="*/ 427705 h 1065273"/>
              <a:gd name="csX5791" fmla="*/ 1000880 w 1728164"/>
              <a:gd name="csY5791" fmla="*/ 428217 h 1065273"/>
              <a:gd name="csX5792" fmla="*/ 1001049 w 1728164"/>
              <a:gd name="csY5792" fmla="*/ 428729 h 1065273"/>
              <a:gd name="csX5793" fmla="*/ 1001227 w 1728164"/>
              <a:gd name="csY5793" fmla="*/ 429241 h 1065273"/>
              <a:gd name="csX5794" fmla="*/ 1001396 w 1728164"/>
              <a:gd name="csY5794" fmla="*/ 429754 h 1065273"/>
              <a:gd name="csX5795" fmla="*/ 1001574 w 1728164"/>
              <a:gd name="csY5795" fmla="*/ 430265 h 1065273"/>
              <a:gd name="csX5796" fmla="*/ 1001743 w 1728164"/>
              <a:gd name="csY5796" fmla="*/ 430778 h 1065273"/>
              <a:gd name="csX5797" fmla="*/ 1001921 w 1728164"/>
              <a:gd name="csY5797" fmla="*/ 431289 h 1065273"/>
              <a:gd name="csX5798" fmla="*/ 1002090 w 1728164"/>
              <a:gd name="csY5798" fmla="*/ 431802 h 1065273"/>
              <a:gd name="csX5799" fmla="*/ 1002259 w 1728164"/>
              <a:gd name="csY5799" fmla="*/ 432313 h 1065273"/>
              <a:gd name="csX5800" fmla="*/ 1002437 w 1728164"/>
              <a:gd name="csY5800" fmla="*/ 432826 h 1065273"/>
              <a:gd name="csX5801" fmla="*/ 1002606 w 1728164"/>
              <a:gd name="csY5801" fmla="*/ 433337 h 1065273"/>
              <a:gd name="csX5802" fmla="*/ 1002784 w 1728164"/>
              <a:gd name="csY5802" fmla="*/ 433849 h 1065273"/>
              <a:gd name="csX5803" fmla="*/ 1002953 w 1728164"/>
              <a:gd name="csY5803" fmla="*/ 434361 h 1065273"/>
              <a:gd name="csX5804" fmla="*/ 1003131 w 1728164"/>
              <a:gd name="csY5804" fmla="*/ 434873 h 1065273"/>
              <a:gd name="csX5805" fmla="*/ 1003300 w 1728164"/>
              <a:gd name="csY5805" fmla="*/ 435384 h 1065273"/>
              <a:gd name="csX5806" fmla="*/ 1003469 w 1728164"/>
              <a:gd name="csY5806" fmla="*/ 435897 h 1065273"/>
              <a:gd name="csX5807" fmla="*/ 1003647 w 1728164"/>
              <a:gd name="csY5807" fmla="*/ 436408 h 1065273"/>
              <a:gd name="csX5808" fmla="*/ 1003816 w 1728164"/>
              <a:gd name="csY5808" fmla="*/ 436920 h 1065273"/>
              <a:gd name="csX5809" fmla="*/ 1003994 w 1728164"/>
              <a:gd name="csY5809" fmla="*/ 437431 h 1065273"/>
              <a:gd name="csX5810" fmla="*/ 1004163 w 1728164"/>
              <a:gd name="csY5810" fmla="*/ 437943 h 1065273"/>
              <a:gd name="csX5811" fmla="*/ 1004341 w 1728164"/>
              <a:gd name="csY5811" fmla="*/ 438454 h 1065273"/>
              <a:gd name="csX5812" fmla="*/ 1004510 w 1728164"/>
              <a:gd name="csY5812" fmla="*/ 438967 h 1065273"/>
              <a:gd name="csX5813" fmla="*/ 1004679 w 1728164"/>
              <a:gd name="csY5813" fmla="*/ 439478 h 1065273"/>
              <a:gd name="csX5814" fmla="*/ 1004857 w 1728164"/>
              <a:gd name="csY5814" fmla="*/ 439989 h 1065273"/>
              <a:gd name="csX5815" fmla="*/ 1005026 w 1728164"/>
              <a:gd name="csY5815" fmla="*/ 440501 h 1065273"/>
              <a:gd name="csX5816" fmla="*/ 1005204 w 1728164"/>
              <a:gd name="csY5816" fmla="*/ 441012 h 1065273"/>
              <a:gd name="csX5817" fmla="*/ 1005373 w 1728164"/>
              <a:gd name="csY5817" fmla="*/ 441524 h 1065273"/>
              <a:gd name="csX5818" fmla="*/ 1005551 w 1728164"/>
              <a:gd name="csY5818" fmla="*/ 442035 h 1065273"/>
              <a:gd name="csX5819" fmla="*/ 1005720 w 1728164"/>
              <a:gd name="csY5819" fmla="*/ 442547 h 1065273"/>
              <a:gd name="csX5820" fmla="*/ 1005889 w 1728164"/>
              <a:gd name="csY5820" fmla="*/ 443057 h 1065273"/>
              <a:gd name="csX5821" fmla="*/ 1006067 w 1728164"/>
              <a:gd name="csY5821" fmla="*/ 443569 h 1065273"/>
              <a:gd name="csX5822" fmla="*/ 1006236 w 1728164"/>
              <a:gd name="csY5822" fmla="*/ 444081 h 1065273"/>
              <a:gd name="csX5823" fmla="*/ 1006414 w 1728164"/>
              <a:gd name="csY5823" fmla="*/ 444591 h 1065273"/>
              <a:gd name="csX5824" fmla="*/ 1006583 w 1728164"/>
              <a:gd name="csY5824" fmla="*/ 445103 h 1065273"/>
              <a:gd name="csX5825" fmla="*/ 1006761 w 1728164"/>
              <a:gd name="csY5825" fmla="*/ 445613 h 1065273"/>
              <a:gd name="csX5826" fmla="*/ 1006930 w 1728164"/>
              <a:gd name="csY5826" fmla="*/ 446125 h 1065273"/>
              <a:gd name="csX5827" fmla="*/ 1007099 w 1728164"/>
              <a:gd name="csY5827" fmla="*/ 446636 h 1065273"/>
              <a:gd name="csX5828" fmla="*/ 1007277 w 1728164"/>
              <a:gd name="csY5828" fmla="*/ 447147 h 1065273"/>
              <a:gd name="csX5829" fmla="*/ 1007446 w 1728164"/>
              <a:gd name="csY5829" fmla="*/ 447658 h 1065273"/>
              <a:gd name="csX5830" fmla="*/ 1007624 w 1728164"/>
              <a:gd name="csY5830" fmla="*/ 448168 h 1065273"/>
              <a:gd name="csX5831" fmla="*/ 1007793 w 1728164"/>
              <a:gd name="csY5831" fmla="*/ 448679 h 1065273"/>
              <a:gd name="csX5832" fmla="*/ 1007970 w 1728164"/>
              <a:gd name="csY5832" fmla="*/ 449190 h 1065273"/>
              <a:gd name="csX5833" fmla="*/ 1008140 w 1728164"/>
              <a:gd name="csY5833" fmla="*/ 449701 h 1065273"/>
              <a:gd name="csX5834" fmla="*/ 1008309 w 1728164"/>
              <a:gd name="csY5834" fmla="*/ 450212 h 1065273"/>
              <a:gd name="csX5835" fmla="*/ 1008487 w 1728164"/>
              <a:gd name="csY5835" fmla="*/ 450723 h 1065273"/>
              <a:gd name="csX5836" fmla="*/ 1008655 w 1728164"/>
              <a:gd name="csY5836" fmla="*/ 451233 h 1065273"/>
              <a:gd name="csX5837" fmla="*/ 1008833 w 1728164"/>
              <a:gd name="csY5837" fmla="*/ 451743 h 1065273"/>
              <a:gd name="csX5838" fmla="*/ 1009002 w 1728164"/>
              <a:gd name="csY5838" fmla="*/ 452254 h 1065273"/>
              <a:gd name="csX5839" fmla="*/ 1009180 w 1728164"/>
              <a:gd name="csY5839" fmla="*/ 452764 h 1065273"/>
              <a:gd name="csX5840" fmla="*/ 1009349 w 1728164"/>
              <a:gd name="csY5840" fmla="*/ 453275 h 1065273"/>
              <a:gd name="csX5841" fmla="*/ 1009518 w 1728164"/>
              <a:gd name="csY5841" fmla="*/ 453785 h 1065273"/>
              <a:gd name="csX5842" fmla="*/ 1009696 w 1728164"/>
              <a:gd name="csY5842" fmla="*/ 454295 h 1065273"/>
              <a:gd name="csX5843" fmla="*/ 1009865 w 1728164"/>
              <a:gd name="csY5843" fmla="*/ 454806 h 1065273"/>
              <a:gd name="csX5844" fmla="*/ 1010043 w 1728164"/>
              <a:gd name="csY5844" fmla="*/ 455316 h 1065273"/>
              <a:gd name="csX5845" fmla="*/ 1010212 w 1728164"/>
              <a:gd name="csY5845" fmla="*/ 455827 h 1065273"/>
              <a:gd name="csX5846" fmla="*/ 1010390 w 1728164"/>
              <a:gd name="csY5846" fmla="*/ 456336 h 1065273"/>
              <a:gd name="csX5847" fmla="*/ 1010559 w 1728164"/>
              <a:gd name="csY5847" fmla="*/ 456846 h 1065273"/>
              <a:gd name="csX5848" fmla="*/ 1010728 w 1728164"/>
              <a:gd name="csY5848" fmla="*/ 457356 h 1065273"/>
              <a:gd name="csX5849" fmla="*/ 1010906 w 1728164"/>
              <a:gd name="csY5849" fmla="*/ 457866 h 1065273"/>
              <a:gd name="csX5850" fmla="*/ 1011075 w 1728164"/>
              <a:gd name="csY5850" fmla="*/ 458376 h 1065273"/>
              <a:gd name="csX5851" fmla="*/ 1011253 w 1728164"/>
              <a:gd name="csY5851" fmla="*/ 458886 h 1065273"/>
              <a:gd name="csX5852" fmla="*/ 1011422 w 1728164"/>
              <a:gd name="csY5852" fmla="*/ 459396 h 1065273"/>
              <a:gd name="csX5853" fmla="*/ 1011600 w 1728164"/>
              <a:gd name="csY5853" fmla="*/ 459906 h 1065273"/>
              <a:gd name="csX5854" fmla="*/ 1011769 w 1728164"/>
              <a:gd name="csY5854" fmla="*/ 460415 h 1065273"/>
              <a:gd name="csX5855" fmla="*/ 1011938 w 1728164"/>
              <a:gd name="csY5855" fmla="*/ 460924 h 1065273"/>
              <a:gd name="csX5856" fmla="*/ 1012116 w 1728164"/>
              <a:gd name="csY5856" fmla="*/ 461434 h 1065273"/>
              <a:gd name="csX5857" fmla="*/ 1012285 w 1728164"/>
              <a:gd name="csY5857" fmla="*/ 461944 h 1065273"/>
              <a:gd name="csX5858" fmla="*/ 1012463 w 1728164"/>
              <a:gd name="csY5858" fmla="*/ 462453 h 1065273"/>
              <a:gd name="csX5859" fmla="*/ 1012632 w 1728164"/>
              <a:gd name="csY5859" fmla="*/ 462962 h 1065273"/>
              <a:gd name="csX5860" fmla="*/ 1012810 w 1728164"/>
              <a:gd name="csY5860" fmla="*/ 463471 h 1065273"/>
              <a:gd name="csX5861" fmla="*/ 1012979 w 1728164"/>
              <a:gd name="csY5861" fmla="*/ 463981 h 1065273"/>
              <a:gd name="csX5862" fmla="*/ 1013148 w 1728164"/>
              <a:gd name="csY5862" fmla="*/ 464490 h 1065273"/>
              <a:gd name="csX5863" fmla="*/ 1013326 w 1728164"/>
              <a:gd name="csY5863" fmla="*/ 464999 h 1065273"/>
              <a:gd name="csX5864" fmla="*/ 1013495 w 1728164"/>
              <a:gd name="csY5864" fmla="*/ 465508 h 1065273"/>
              <a:gd name="csX5865" fmla="*/ 1013673 w 1728164"/>
              <a:gd name="csY5865" fmla="*/ 466017 h 1065273"/>
              <a:gd name="csX5866" fmla="*/ 1013842 w 1728164"/>
              <a:gd name="csY5866" fmla="*/ 466526 h 1065273"/>
              <a:gd name="csX5867" fmla="*/ 1014011 w 1728164"/>
              <a:gd name="csY5867" fmla="*/ 467035 h 1065273"/>
              <a:gd name="csX5868" fmla="*/ 1014189 w 1728164"/>
              <a:gd name="csY5868" fmla="*/ 467543 h 1065273"/>
              <a:gd name="csX5869" fmla="*/ 1014358 w 1728164"/>
              <a:gd name="csY5869" fmla="*/ 468052 h 1065273"/>
              <a:gd name="csX5870" fmla="*/ 1014536 w 1728164"/>
              <a:gd name="csY5870" fmla="*/ 468561 h 1065273"/>
              <a:gd name="csX5871" fmla="*/ 1014705 w 1728164"/>
              <a:gd name="csY5871" fmla="*/ 469070 h 1065273"/>
              <a:gd name="csX5872" fmla="*/ 1014883 w 1728164"/>
              <a:gd name="csY5872" fmla="*/ 469578 h 1065273"/>
              <a:gd name="csX5873" fmla="*/ 1015052 w 1728164"/>
              <a:gd name="csY5873" fmla="*/ 470087 h 1065273"/>
              <a:gd name="csX5874" fmla="*/ 1015221 w 1728164"/>
              <a:gd name="csY5874" fmla="*/ 470595 h 1065273"/>
              <a:gd name="csX5875" fmla="*/ 1015399 w 1728164"/>
              <a:gd name="csY5875" fmla="*/ 471103 h 1065273"/>
              <a:gd name="csX5876" fmla="*/ 1015568 w 1728164"/>
              <a:gd name="csY5876" fmla="*/ 471612 h 1065273"/>
              <a:gd name="csX5877" fmla="*/ 1015746 w 1728164"/>
              <a:gd name="csY5877" fmla="*/ 472119 h 1065273"/>
              <a:gd name="csX5878" fmla="*/ 1015915 w 1728164"/>
              <a:gd name="csY5878" fmla="*/ 472628 h 1065273"/>
              <a:gd name="csX5879" fmla="*/ 1016093 w 1728164"/>
              <a:gd name="csY5879" fmla="*/ 473135 h 1065273"/>
              <a:gd name="csX5880" fmla="*/ 1016262 w 1728164"/>
              <a:gd name="csY5880" fmla="*/ 473643 h 1065273"/>
              <a:gd name="csX5881" fmla="*/ 1016431 w 1728164"/>
              <a:gd name="csY5881" fmla="*/ 474151 h 1065273"/>
              <a:gd name="csX5882" fmla="*/ 1016609 w 1728164"/>
              <a:gd name="csY5882" fmla="*/ 474659 h 1065273"/>
              <a:gd name="csX5883" fmla="*/ 1016778 w 1728164"/>
              <a:gd name="csY5883" fmla="*/ 475167 h 1065273"/>
              <a:gd name="csX5884" fmla="*/ 1016956 w 1728164"/>
              <a:gd name="csY5884" fmla="*/ 475675 h 1065273"/>
              <a:gd name="csX5885" fmla="*/ 1017125 w 1728164"/>
              <a:gd name="csY5885" fmla="*/ 476182 h 1065273"/>
              <a:gd name="csX5886" fmla="*/ 1017303 w 1728164"/>
              <a:gd name="csY5886" fmla="*/ 476690 h 1065273"/>
              <a:gd name="csX5887" fmla="*/ 1017472 w 1728164"/>
              <a:gd name="csY5887" fmla="*/ 477197 h 1065273"/>
              <a:gd name="csX5888" fmla="*/ 1017641 w 1728164"/>
              <a:gd name="csY5888" fmla="*/ 477704 h 1065273"/>
              <a:gd name="csX5889" fmla="*/ 1017819 w 1728164"/>
              <a:gd name="csY5889" fmla="*/ 478211 h 1065273"/>
              <a:gd name="csX5890" fmla="*/ 1017988 w 1728164"/>
              <a:gd name="csY5890" fmla="*/ 478718 h 1065273"/>
              <a:gd name="csX5891" fmla="*/ 1018166 w 1728164"/>
              <a:gd name="csY5891" fmla="*/ 479225 h 1065273"/>
              <a:gd name="csX5892" fmla="*/ 1018335 w 1728164"/>
              <a:gd name="csY5892" fmla="*/ 479732 h 1065273"/>
              <a:gd name="csX5893" fmla="*/ 1018513 w 1728164"/>
              <a:gd name="csY5893" fmla="*/ 480239 h 1065273"/>
              <a:gd name="csX5894" fmla="*/ 1018682 w 1728164"/>
              <a:gd name="csY5894" fmla="*/ 480746 h 1065273"/>
              <a:gd name="csX5895" fmla="*/ 1018851 w 1728164"/>
              <a:gd name="csY5895" fmla="*/ 481253 h 1065273"/>
              <a:gd name="csX5896" fmla="*/ 1019029 w 1728164"/>
              <a:gd name="csY5896" fmla="*/ 481760 h 1065273"/>
              <a:gd name="csX5897" fmla="*/ 1019198 w 1728164"/>
              <a:gd name="csY5897" fmla="*/ 482266 h 1065273"/>
              <a:gd name="csX5898" fmla="*/ 1019376 w 1728164"/>
              <a:gd name="csY5898" fmla="*/ 482773 h 1065273"/>
              <a:gd name="csX5899" fmla="*/ 1019545 w 1728164"/>
              <a:gd name="csY5899" fmla="*/ 483279 h 1065273"/>
              <a:gd name="csX5900" fmla="*/ 1019723 w 1728164"/>
              <a:gd name="csY5900" fmla="*/ 483785 h 1065273"/>
              <a:gd name="csX5901" fmla="*/ 1019892 w 1728164"/>
              <a:gd name="csY5901" fmla="*/ 484292 h 1065273"/>
              <a:gd name="csX5902" fmla="*/ 1020061 w 1728164"/>
              <a:gd name="csY5902" fmla="*/ 484798 h 1065273"/>
              <a:gd name="csX5903" fmla="*/ 1020239 w 1728164"/>
              <a:gd name="csY5903" fmla="*/ 485304 h 1065273"/>
              <a:gd name="csX5904" fmla="*/ 1020408 w 1728164"/>
              <a:gd name="csY5904" fmla="*/ 485810 h 1065273"/>
              <a:gd name="csX5905" fmla="*/ 1020586 w 1728164"/>
              <a:gd name="csY5905" fmla="*/ 486316 h 1065273"/>
              <a:gd name="csX5906" fmla="*/ 1020755 w 1728164"/>
              <a:gd name="csY5906" fmla="*/ 486822 h 1065273"/>
              <a:gd name="csX5907" fmla="*/ 1020933 w 1728164"/>
              <a:gd name="csY5907" fmla="*/ 487327 h 1065273"/>
              <a:gd name="csX5908" fmla="*/ 1021102 w 1728164"/>
              <a:gd name="csY5908" fmla="*/ 487833 h 1065273"/>
              <a:gd name="csX5909" fmla="*/ 1021271 w 1728164"/>
              <a:gd name="csY5909" fmla="*/ 488339 h 1065273"/>
              <a:gd name="csX5910" fmla="*/ 1021449 w 1728164"/>
              <a:gd name="csY5910" fmla="*/ 488844 h 1065273"/>
              <a:gd name="csX5911" fmla="*/ 1021618 w 1728164"/>
              <a:gd name="csY5911" fmla="*/ 489349 h 1065273"/>
              <a:gd name="csX5912" fmla="*/ 1021796 w 1728164"/>
              <a:gd name="csY5912" fmla="*/ 489855 h 1065273"/>
              <a:gd name="csX5913" fmla="*/ 1021965 w 1728164"/>
              <a:gd name="csY5913" fmla="*/ 490360 h 1065273"/>
              <a:gd name="csX5914" fmla="*/ 1022143 w 1728164"/>
              <a:gd name="csY5914" fmla="*/ 490865 h 1065273"/>
              <a:gd name="csX5915" fmla="*/ 1022312 w 1728164"/>
              <a:gd name="csY5915" fmla="*/ 491370 h 1065273"/>
              <a:gd name="csX5916" fmla="*/ 1022481 w 1728164"/>
              <a:gd name="csY5916" fmla="*/ 491875 h 1065273"/>
              <a:gd name="csX5917" fmla="*/ 1022658 w 1728164"/>
              <a:gd name="csY5917" fmla="*/ 492379 h 1065273"/>
              <a:gd name="csX5918" fmla="*/ 1022828 w 1728164"/>
              <a:gd name="csY5918" fmla="*/ 492885 h 1065273"/>
              <a:gd name="csX5919" fmla="*/ 1023005 w 1728164"/>
              <a:gd name="csY5919" fmla="*/ 493389 h 1065273"/>
              <a:gd name="csX5920" fmla="*/ 1023175 w 1728164"/>
              <a:gd name="csY5920" fmla="*/ 493894 h 1065273"/>
              <a:gd name="csX5921" fmla="*/ 1023352 w 1728164"/>
              <a:gd name="csY5921" fmla="*/ 494398 h 1065273"/>
              <a:gd name="csX5922" fmla="*/ 1023522 w 1728164"/>
              <a:gd name="csY5922" fmla="*/ 494902 h 1065273"/>
              <a:gd name="csX5923" fmla="*/ 1023691 w 1728164"/>
              <a:gd name="csY5923" fmla="*/ 495407 h 1065273"/>
              <a:gd name="csX5924" fmla="*/ 1023868 w 1728164"/>
              <a:gd name="csY5924" fmla="*/ 495910 h 1065273"/>
              <a:gd name="csX5925" fmla="*/ 1024037 w 1728164"/>
              <a:gd name="csY5925" fmla="*/ 496415 h 1065273"/>
              <a:gd name="csX5926" fmla="*/ 1024215 w 1728164"/>
              <a:gd name="csY5926" fmla="*/ 496918 h 1065273"/>
              <a:gd name="csX5927" fmla="*/ 1024384 w 1728164"/>
              <a:gd name="csY5927" fmla="*/ 497423 h 1065273"/>
              <a:gd name="csX5928" fmla="*/ 1024562 w 1728164"/>
              <a:gd name="csY5928" fmla="*/ 497926 h 1065273"/>
              <a:gd name="csX5929" fmla="*/ 1024731 w 1728164"/>
              <a:gd name="csY5929" fmla="*/ 498430 h 1065273"/>
              <a:gd name="csX5930" fmla="*/ 1024900 w 1728164"/>
              <a:gd name="csY5930" fmla="*/ 498933 h 1065273"/>
              <a:gd name="csX5931" fmla="*/ 1025078 w 1728164"/>
              <a:gd name="csY5931" fmla="*/ 499437 h 1065273"/>
              <a:gd name="csX5932" fmla="*/ 1025247 w 1728164"/>
              <a:gd name="csY5932" fmla="*/ 499940 h 1065273"/>
              <a:gd name="csX5933" fmla="*/ 1025425 w 1728164"/>
              <a:gd name="csY5933" fmla="*/ 500444 h 1065273"/>
              <a:gd name="csX5934" fmla="*/ 1025594 w 1728164"/>
              <a:gd name="csY5934" fmla="*/ 500947 h 1065273"/>
              <a:gd name="csX5935" fmla="*/ 1025772 w 1728164"/>
              <a:gd name="csY5935" fmla="*/ 501450 h 1065273"/>
              <a:gd name="csX5936" fmla="*/ 1025941 w 1728164"/>
              <a:gd name="csY5936" fmla="*/ 501953 h 1065273"/>
              <a:gd name="csX5937" fmla="*/ 1026110 w 1728164"/>
              <a:gd name="csY5937" fmla="*/ 502455 h 1065273"/>
              <a:gd name="csX5938" fmla="*/ 1026288 w 1728164"/>
              <a:gd name="csY5938" fmla="*/ 502958 h 1065273"/>
              <a:gd name="csX5939" fmla="*/ 1026457 w 1728164"/>
              <a:gd name="csY5939" fmla="*/ 503461 h 1065273"/>
              <a:gd name="csX5940" fmla="*/ 1026635 w 1728164"/>
              <a:gd name="csY5940" fmla="*/ 503963 h 1065273"/>
              <a:gd name="csX5941" fmla="*/ 1026804 w 1728164"/>
              <a:gd name="csY5941" fmla="*/ 504466 h 1065273"/>
              <a:gd name="csX5942" fmla="*/ 1026982 w 1728164"/>
              <a:gd name="csY5942" fmla="*/ 504968 h 1065273"/>
              <a:gd name="csX5943" fmla="*/ 1027151 w 1728164"/>
              <a:gd name="csY5943" fmla="*/ 505471 h 1065273"/>
              <a:gd name="csX5944" fmla="*/ 1027320 w 1728164"/>
              <a:gd name="csY5944" fmla="*/ 505972 h 1065273"/>
              <a:gd name="csX5945" fmla="*/ 1027498 w 1728164"/>
              <a:gd name="csY5945" fmla="*/ 506474 h 1065273"/>
              <a:gd name="csX5946" fmla="*/ 1027667 w 1728164"/>
              <a:gd name="csY5946" fmla="*/ 506976 h 1065273"/>
              <a:gd name="csX5947" fmla="*/ 1027845 w 1728164"/>
              <a:gd name="csY5947" fmla="*/ 507478 h 1065273"/>
              <a:gd name="csX5948" fmla="*/ 1028014 w 1728164"/>
              <a:gd name="csY5948" fmla="*/ 507979 h 1065273"/>
              <a:gd name="csX5949" fmla="*/ 1028192 w 1728164"/>
              <a:gd name="csY5949" fmla="*/ 508481 h 1065273"/>
              <a:gd name="csX5950" fmla="*/ 1028361 w 1728164"/>
              <a:gd name="csY5950" fmla="*/ 508983 h 1065273"/>
              <a:gd name="csX5951" fmla="*/ 1028530 w 1728164"/>
              <a:gd name="csY5951" fmla="*/ 509484 h 1065273"/>
              <a:gd name="csX5952" fmla="*/ 1028708 w 1728164"/>
              <a:gd name="csY5952" fmla="*/ 509985 h 1065273"/>
              <a:gd name="csX5953" fmla="*/ 1028877 w 1728164"/>
              <a:gd name="csY5953" fmla="*/ 510486 h 1065273"/>
              <a:gd name="csX5954" fmla="*/ 1029055 w 1728164"/>
              <a:gd name="csY5954" fmla="*/ 510987 h 1065273"/>
              <a:gd name="csX5955" fmla="*/ 1029224 w 1728164"/>
              <a:gd name="csY5955" fmla="*/ 511488 h 1065273"/>
              <a:gd name="csX5956" fmla="*/ 1029402 w 1728164"/>
              <a:gd name="csY5956" fmla="*/ 511989 h 1065273"/>
              <a:gd name="csX5957" fmla="*/ 1029571 w 1728164"/>
              <a:gd name="csY5957" fmla="*/ 512489 h 1065273"/>
              <a:gd name="csX5958" fmla="*/ 1029740 w 1728164"/>
              <a:gd name="csY5958" fmla="*/ 512990 h 1065273"/>
              <a:gd name="csX5959" fmla="*/ 1029918 w 1728164"/>
              <a:gd name="csY5959" fmla="*/ 513490 h 1065273"/>
              <a:gd name="csX5960" fmla="*/ 1030087 w 1728164"/>
              <a:gd name="csY5960" fmla="*/ 513991 h 1065273"/>
              <a:gd name="csX5961" fmla="*/ 1030265 w 1728164"/>
              <a:gd name="csY5961" fmla="*/ 514491 h 1065273"/>
              <a:gd name="csX5962" fmla="*/ 1030434 w 1728164"/>
              <a:gd name="csY5962" fmla="*/ 514991 h 1065273"/>
              <a:gd name="csX5963" fmla="*/ 1030612 w 1728164"/>
              <a:gd name="csY5963" fmla="*/ 515491 h 1065273"/>
              <a:gd name="csX5964" fmla="*/ 1030781 w 1728164"/>
              <a:gd name="csY5964" fmla="*/ 515991 h 1065273"/>
              <a:gd name="csX5965" fmla="*/ 1030950 w 1728164"/>
              <a:gd name="csY5965" fmla="*/ 516490 h 1065273"/>
              <a:gd name="csX5966" fmla="*/ 1031128 w 1728164"/>
              <a:gd name="csY5966" fmla="*/ 516990 h 1065273"/>
              <a:gd name="csX5967" fmla="*/ 1031297 w 1728164"/>
              <a:gd name="csY5967" fmla="*/ 517489 h 1065273"/>
              <a:gd name="csX5968" fmla="*/ 1031475 w 1728164"/>
              <a:gd name="csY5968" fmla="*/ 517989 h 1065273"/>
              <a:gd name="csX5969" fmla="*/ 1031644 w 1728164"/>
              <a:gd name="csY5969" fmla="*/ 518488 h 1065273"/>
              <a:gd name="csX5970" fmla="*/ 1031822 w 1728164"/>
              <a:gd name="csY5970" fmla="*/ 518987 h 1065273"/>
              <a:gd name="csX5971" fmla="*/ 1031991 w 1728164"/>
              <a:gd name="csY5971" fmla="*/ 519486 h 1065273"/>
              <a:gd name="csX5972" fmla="*/ 1032160 w 1728164"/>
              <a:gd name="csY5972" fmla="*/ 519984 h 1065273"/>
              <a:gd name="csX5973" fmla="*/ 1032338 w 1728164"/>
              <a:gd name="csY5973" fmla="*/ 520483 h 1065273"/>
              <a:gd name="csX5974" fmla="*/ 1032507 w 1728164"/>
              <a:gd name="csY5974" fmla="*/ 520981 h 1065273"/>
              <a:gd name="csX5975" fmla="*/ 1032685 w 1728164"/>
              <a:gd name="csY5975" fmla="*/ 521481 h 1065273"/>
              <a:gd name="csX5976" fmla="*/ 1032854 w 1728164"/>
              <a:gd name="csY5976" fmla="*/ 521979 h 1065273"/>
              <a:gd name="csX5977" fmla="*/ 1033023 w 1728164"/>
              <a:gd name="csY5977" fmla="*/ 522477 h 1065273"/>
              <a:gd name="csX5978" fmla="*/ 1033201 w 1728164"/>
              <a:gd name="csY5978" fmla="*/ 522975 h 1065273"/>
              <a:gd name="csX5979" fmla="*/ 1033370 w 1728164"/>
              <a:gd name="csY5979" fmla="*/ 523472 h 1065273"/>
              <a:gd name="csX5980" fmla="*/ 1033548 w 1728164"/>
              <a:gd name="csY5980" fmla="*/ 523971 h 1065273"/>
              <a:gd name="csX5981" fmla="*/ 1033717 w 1728164"/>
              <a:gd name="csY5981" fmla="*/ 524468 h 1065273"/>
              <a:gd name="csX5982" fmla="*/ 1033895 w 1728164"/>
              <a:gd name="csY5982" fmla="*/ 524966 h 1065273"/>
              <a:gd name="csX5983" fmla="*/ 1034064 w 1728164"/>
              <a:gd name="csY5983" fmla="*/ 525463 h 1065273"/>
              <a:gd name="csX5984" fmla="*/ 1034233 w 1728164"/>
              <a:gd name="csY5984" fmla="*/ 525961 h 1065273"/>
              <a:gd name="csX5985" fmla="*/ 1034411 w 1728164"/>
              <a:gd name="csY5985" fmla="*/ 526458 h 1065273"/>
              <a:gd name="csX5986" fmla="*/ 1034580 w 1728164"/>
              <a:gd name="csY5986" fmla="*/ 526955 h 1065273"/>
              <a:gd name="csX5987" fmla="*/ 1034758 w 1728164"/>
              <a:gd name="csY5987" fmla="*/ 527452 h 1065273"/>
              <a:gd name="csX5988" fmla="*/ 1034927 w 1728164"/>
              <a:gd name="csY5988" fmla="*/ 527949 h 1065273"/>
              <a:gd name="csX5989" fmla="*/ 1035105 w 1728164"/>
              <a:gd name="csY5989" fmla="*/ 528446 h 1065273"/>
              <a:gd name="csX5990" fmla="*/ 1035274 w 1728164"/>
              <a:gd name="csY5990" fmla="*/ 528942 h 1065273"/>
              <a:gd name="csX5991" fmla="*/ 1035443 w 1728164"/>
              <a:gd name="csY5991" fmla="*/ 529438 h 1065273"/>
              <a:gd name="csX5992" fmla="*/ 1035621 w 1728164"/>
              <a:gd name="csY5992" fmla="*/ 529935 h 1065273"/>
              <a:gd name="csX5993" fmla="*/ 1035790 w 1728164"/>
              <a:gd name="csY5993" fmla="*/ 530430 h 1065273"/>
              <a:gd name="csX5994" fmla="*/ 1035968 w 1728164"/>
              <a:gd name="csY5994" fmla="*/ 530927 h 1065273"/>
              <a:gd name="csX5995" fmla="*/ 1036137 w 1728164"/>
              <a:gd name="csY5995" fmla="*/ 531422 h 1065273"/>
              <a:gd name="csX5996" fmla="*/ 1036315 w 1728164"/>
              <a:gd name="csY5996" fmla="*/ 531919 h 1065273"/>
              <a:gd name="csX5997" fmla="*/ 1036484 w 1728164"/>
              <a:gd name="csY5997" fmla="*/ 532414 h 1065273"/>
              <a:gd name="csX5998" fmla="*/ 1036653 w 1728164"/>
              <a:gd name="csY5998" fmla="*/ 532910 h 1065273"/>
              <a:gd name="csX5999" fmla="*/ 1036831 w 1728164"/>
              <a:gd name="csY5999" fmla="*/ 533404 h 1065273"/>
              <a:gd name="csX6000" fmla="*/ 1037000 w 1728164"/>
              <a:gd name="csY6000" fmla="*/ 533900 h 1065273"/>
              <a:gd name="csX6001" fmla="*/ 1037178 w 1728164"/>
              <a:gd name="csY6001" fmla="*/ 534396 h 1065273"/>
              <a:gd name="csX6002" fmla="*/ 1037347 w 1728164"/>
              <a:gd name="csY6002" fmla="*/ 534890 h 1065273"/>
              <a:gd name="csX6003" fmla="*/ 1037525 w 1728164"/>
              <a:gd name="csY6003" fmla="*/ 535385 h 1065273"/>
              <a:gd name="csX6004" fmla="*/ 1037694 w 1728164"/>
              <a:gd name="csY6004" fmla="*/ 535879 h 1065273"/>
              <a:gd name="csX6005" fmla="*/ 1037863 w 1728164"/>
              <a:gd name="csY6005" fmla="*/ 536374 h 1065273"/>
              <a:gd name="csX6006" fmla="*/ 1038040 w 1728164"/>
              <a:gd name="csY6006" fmla="*/ 536869 h 1065273"/>
              <a:gd name="csX6007" fmla="*/ 1038209 w 1728164"/>
              <a:gd name="csY6007" fmla="*/ 537362 h 1065273"/>
              <a:gd name="csX6008" fmla="*/ 1038387 w 1728164"/>
              <a:gd name="csY6008" fmla="*/ 537856 h 1065273"/>
              <a:gd name="csX6009" fmla="*/ 1038556 w 1728164"/>
              <a:gd name="csY6009" fmla="*/ 538351 h 1065273"/>
              <a:gd name="csX6010" fmla="*/ 1038734 w 1728164"/>
              <a:gd name="csY6010" fmla="*/ 538845 h 1065273"/>
              <a:gd name="csX6011" fmla="*/ 1038903 w 1728164"/>
              <a:gd name="csY6011" fmla="*/ 539338 h 1065273"/>
              <a:gd name="csX6012" fmla="*/ 1039073 w 1728164"/>
              <a:gd name="csY6012" fmla="*/ 539831 h 1065273"/>
              <a:gd name="csX6013" fmla="*/ 1039250 w 1728164"/>
              <a:gd name="csY6013" fmla="*/ 540325 h 1065273"/>
              <a:gd name="csX6014" fmla="*/ 1039419 w 1728164"/>
              <a:gd name="csY6014" fmla="*/ 540818 h 1065273"/>
              <a:gd name="csX6015" fmla="*/ 1039597 w 1728164"/>
              <a:gd name="csY6015" fmla="*/ 541312 h 1065273"/>
              <a:gd name="csX6016" fmla="*/ 1039766 w 1728164"/>
              <a:gd name="csY6016" fmla="*/ 541805 h 1065273"/>
              <a:gd name="csX6017" fmla="*/ 1039944 w 1728164"/>
              <a:gd name="csY6017" fmla="*/ 542297 h 1065273"/>
              <a:gd name="csX6018" fmla="*/ 1040113 w 1728164"/>
              <a:gd name="csY6018" fmla="*/ 542789 h 1065273"/>
              <a:gd name="csX6019" fmla="*/ 1040282 w 1728164"/>
              <a:gd name="csY6019" fmla="*/ 543282 h 1065273"/>
              <a:gd name="csX6020" fmla="*/ 1040460 w 1728164"/>
              <a:gd name="csY6020" fmla="*/ 543775 h 1065273"/>
              <a:gd name="csX6021" fmla="*/ 1040629 w 1728164"/>
              <a:gd name="csY6021" fmla="*/ 544267 h 1065273"/>
              <a:gd name="csX6022" fmla="*/ 1040807 w 1728164"/>
              <a:gd name="csY6022" fmla="*/ 544759 h 1065273"/>
              <a:gd name="csX6023" fmla="*/ 1040976 w 1728164"/>
              <a:gd name="csY6023" fmla="*/ 545251 h 1065273"/>
              <a:gd name="csX6024" fmla="*/ 1041154 w 1728164"/>
              <a:gd name="csY6024" fmla="*/ 545743 h 1065273"/>
              <a:gd name="csX6025" fmla="*/ 1041323 w 1728164"/>
              <a:gd name="csY6025" fmla="*/ 546234 h 1065273"/>
              <a:gd name="csX6026" fmla="*/ 1041492 w 1728164"/>
              <a:gd name="csY6026" fmla="*/ 546726 h 1065273"/>
              <a:gd name="csX6027" fmla="*/ 1041670 w 1728164"/>
              <a:gd name="csY6027" fmla="*/ 547217 h 1065273"/>
              <a:gd name="csX6028" fmla="*/ 1041839 w 1728164"/>
              <a:gd name="csY6028" fmla="*/ 547708 h 1065273"/>
              <a:gd name="csX6029" fmla="*/ 1042017 w 1728164"/>
              <a:gd name="csY6029" fmla="*/ 548199 h 1065273"/>
              <a:gd name="csX6030" fmla="*/ 1042186 w 1728164"/>
              <a:gd name="csY6030" fmla="*/ 548690 h 1065273"/>
              <a:gd name="csX6031" fmla="*/ 1042364 w 1728164"/>
              <a:gd name="csY6031" fmla="*/ 549181 h 1065273"/>
              <a:gd name="csX6032" fmla="*/ 1042533 w 1728164"/>
              <a:gd name="csY6032" fmla="*/ 549672 h 1065273"/>
              <a:gd name="csX6033" fmla="*/ 1042702 w 1728164"/>
              <a:gd name="csY6033" fmla="*/ 550162 h 1065273"/>
              <a:gd name="csX6034" fmla="*/ 1042880 w 1728164"/>
              <a:gd name="csY6034" fmla="*/ 550652 h 1065273"/>
              <a:gd name="csX6035" fmla="*/ 1043049 w 1728164"/>
              <a:gd name="csY6035" fmla="*/ 551142 h 1065273"/>
              <a:gd name="csX6036" fmla="*/ 1043227 w 1728164"/>
              <a:gd name="csY6036" fmla="*/ 551632 h 1065273"/>
              <a:gd name="csX6037" fmla="*/ 1043396 w 1728164"/>
              <a:gd name="csY6037" fmla="*/ 552122 h 1065273"/>
              <a:gd name="csX6038" fmla="*/ 1043574 w 1728164"/>
              <a:gd name="csY6038" fmla="*/ 552612 h 1065273"/>
              <a:gd name="csX6039" fmla="*/ 1043743 w 1728164"/>
              <a:gd name="csY6039" fmla="*/ 553101 h 1065273"/>
              <a:gd name="csX6040" fmla="*/ 1043912 w 1728164"/>
              <a:gd name="csY6040" fmla="*/ 553591 h 1065273"/>
              <a:gd name="csX6041" fmla="*/ 1044090 w 1728164"/>
              <a:gd name="csY6041" fmla="*/ 554080 h 1065273"/>
              <a:gd name="csX6042" fmla="*/ 1044259 w 1728164"/>
              <a:gd name="csY6042" fmla="*/ 554569 h 1065273"/>
              <a:gd name="csX6043" fmla="*/ 1044437 w 1728164"/>
              <a:gd name="csY6043" fmla="*/ 555058 h 1065273"/>
              <a:gd name="csX6044" fmla="*/ 1044606 w 1728164"/>
              <a:gd name="csY6044" fmla="*/ 555547 h 1065273"/>
              <a:gd name="csX6045" fmla="*/ 1044784 w 1728164"/>
              <a:gd name="csY6045" fmla="*/ 556035 h 1065273"/>
              <a:gd name="csX6046" fmla="*/ 1044953 w 1728164"/>
              <a:gd name="csY6046" fmla="*/ 556524 h 1065273"/>
              <a:gd name="csX6047" fmla="*/ 1045122 w 1728164"/>
              <a:gd name="csY6047" fmla="*/ 557012 h 1065273"/>
              <a:gd name="csX6048" fmla="*/ 1045300 w 1728164"/>
              <a:gd name="csY6048" fmla="*/ 557500 h 1065273"/>
              <a:gd name="csX6049" fmla="*/ 1045469 w 1728164"/>
              <a:gd name="csY6049" fmla="*/ 557988 h 1065273"/>
              <a:gd name="csX6050" fmla="*/ 1045647 w 1728164"/>
              <a:gd name="csY6050" fmla="*/ 558476 h 1065273"/>
              <a:gd name="csX6051" fmla="*/ 1045816 w 1728164"/>
              <a:gd name="csY6051" fmla="*/ 558963 h 1065273"/>
              <a:gd name="csX6052" fmla="*/ 1045994 w 1728164"/>
              <a:gd name="csY6052" fmla="*/ 559451 h 1065273"/>
              <a:gd name="csX6053" fmla="*/ 1046163 w 1728164"/>
              <a:gd name="csY6053" fmla="*/ 559938 h 1065273"/>
              <a:gd name="csX6054" fmla="*/ 1046332 w 1728164"/>
              <a:gd name="csY6054" fmla="*/ 560425 h 1065273"/>
              <a:gd name="csX6055" fmla="*/ 1046510 w 1728164"/>
              <a:gd name="csY6055" fmla="*/ 560912 h 1065273"/>
              <a:gd name="csX6056" fmla="*/ 1046679 w 1728164"/>
              <a:gd name="csY6056" fmla="*/ 561399 h 1065273"/>
              <a:gd name="csX6057" fmla="*/ 1046857 w 1728164"/>
              <a:gd name="csY6057" fmla="*/ 561886 h 1065273"/>
              <a:gd name="csX6058" fmla="*/ 1047026 w 1728164"/>
              <a:gd name="csY6058" fmla="*/ 562372 h 1065273"/>
              <a:gd name="csX6059" fmla="*/ 1047204 w 1728164"/>
              <a:gd name="csY6059" fmla="*/ 562858 h 1065273"/>
              <a:gd name="csX6060" fmla="*/ 1047373 w 1728164"/>
              <a:gd name="csY6060" fmla="*/ 563345 h 1065273"/>
              <a:gd name="csX6061" fmla="*/ 1047542 w 1728164"/>
              <a:gd name="csY6061" fmla="*/ 563830 h 1065273"/>
              <a:gd name="csX6062" fmla="*/ 1047720 w 1728164"/>
              <a:gd name="csY6062" fmla="*/ 564316 h 1065273"/>
              <a:gd name="csX6063" fmla="*/ 1047889 w 1728164"/>
              <a:gd name="csY6063" fmla="*/ 564802 h 1065273"/>
              <a:gd name="csX6064" fmla="*/ 1048067 w 1728164"/>
              <a:gd name="csY6064" fmla="*/ 565288 h 1065273"/>
              <a:gd name="csX6065" fmla="*/ 1048236 w 1728164"/>
              <a:gd name="csY6065" fmla="*/ 565772 h 1065273"/>
              <a:gd name="csX6066" fmla="*/ 1048414 w 1728164"/>
              <a:gd name="csY6066" fmla="*/ 566258 h 1065273"/>
              <a:gd name="csX6067" fmla="*/ 1048583 w 1728164"/>
              <a:gd name="csY6067" fmla="*/ 566743 h 1065273"/>
              <a:gd name="csX6068" fmla="*/ 1048752 w 1728164"/>
              <a:gd name="csY6068" fmla="*/ 567228 h 1065273"/>
              <a:gd name="csX6069" fmla="*/ 1048930 w 1728164"/>
              <a:gd name="csY6069" fmla="*/ 567712 h 1065273"/>
              <a:gd name="csX6070" fmla="*/ 1049099 w 1728164"/>
              <a:gd name="csY6070" fmla="*/ 568197 h 1065273"/>
              <a:gd name="csX6071" fmla="*/ 1049277 w 1728164"/>
              <a:gd name="csY6071" fmla="*/ 568681 h 1065273"/>
              <a:gd name="csX6072" fmla="*/ 1049446 w 1728164"/>
              <a:gd name="csY6072" fmla="*/ 569166 h 1065273"/>
              <a:gd name="csX6073" fmla="*/ 1049624 w 1728164"/>
              <a:gd name="csY6073" fmla="*/ 569649 h 1065273"/>
              <a:gd name="csX6074" fmla="*/ 1049793 w 1728164"/>
              <a:gd name="csY6074" fmla="*/ 570133 h 1065273"/>
              <a:gd name="csX6075" fmla="*/ 1049962 w 1728164"/>
              <a:gd name="csY6075" fmla="*/ 570617 h 1065273"/>
              <a:gd name="csX6076" fmla="*/ 1050140 w 1728164"/>
              <a:gd name="csY6076" fmla="*/ 571101 h 1065273"/>
              <a:gd name="csX6077" fmla="*/ 1050309 w 1728164"/>
              <a:gd name="csY6077" fmla="*/ 571584 h 1065273"/>
              <a:gd name="csX6078" fmla="*/ 1050487 w 1728164"/>
              <a:gd name="csY6078" fmla="*/ 572067 h 1065273"/>
              <a:gd name="csX6079" fmla="*/ 1050656 w 1728164"/>
              <a:gd name="csY6079" fmla="*/ 572550 h 1065273"/>
              <a:gd name="csX6080" fmla="*/ 1050834 w 1728164"/>
              <a:gd name="csY6080" fmla="*/ 573032 h 1065273"/>
              <a:gd name="csX6081" fmla="*/ 1051003 w 1728164"/>
              <a:gd name="csY6081" fmla="*/ 573515 h 1065273"/>
              <a:gd name="csX6082" fmla="*/ 1051172 w 1728164"/>
              <a:gd name="csY6082" fmla="*/ 573997 h 1065273"/>
              <a:gd name="csX6083" fmla="*/ 1051350 w 1728164"/>
              <a:gd name="csY6083" fmla="*/ 574479 h 1065273"/>
              <a:gd name="csX6084" fmla="*/ 1051519 w 1728164"/>
              <a:gd name="csY6084" fmla="*/ 574962 h 1065273"/>
              <a:gd name="csX6085" fmla="*/ 1051697 w 1728164"/>
              <a:gd name="csY6085" fmla="*/ 575444 h 1065273"/>
              <a:gd name="csX6086" fmla="*/ 1051866 w 1728164"/>
              <a:gd name="csY6086" fmla="*/ 575925 h 1065273"/>
              <a:gd name="csX6087" fmla="*/ 1052035 w 1728164"/>
              <a:gd name="csY6087" fmla="*/ 576407 h 1065273"/>
              <a:gd name="csX6088" fmla="*/ 1052213 w 1728164"/>
              <a:gd name="csY6088" fmla="*/ 576889 h 1065273"/>
              <a:gd name="csX6089" fmla="*/ 1052382 w 1728164"/>
              <a:gd name="csY6089" fmla="*/ 577370 h 1065273"/>
              <a:gd name="csX6090" fmla="*/ 1052559 w 1728164"/>
              <a:gd name="csY6090" fmla="*/ 577850 h 1065273"/>
              <a:gd name="csX6091" fmla="*/ 1052729 w 1728164"/>
              <a:gd name="csY6091" fmla="*/ 578332 h 1065273"/>
              <a:gd name="csX6092" fmla="*/ 1052906 w 1728164"/>
              <a:gd name="csY6092" fmla="*/ 578812 h 1065273"/>
              <a:gd name="csX6093" fmla="*/ 1053076 w 1728164"/>
              <a:gd name="csY6093" fmla="*/ 579292 h 1065273"/>
              <a:gd name="csX6094" fmla="*/ 1053245 w 1728164"/>
              <a:gd name="csY6094" fmla="*/ 579773 h 1065273"/>
              <a:gd name="csX6095" fmla="*/ 1053423 w 1728164"/>
              <a:gd name="csY6095" fmla="*/ 580253 h 1065273"/>
              <a:gd name="csX6096" fmla="*/ 1053592 w 1728164"/>
              <a:gd name="csY6096" fmla="*/ 580733 h 1065273"/>
              <a:gd name="csX6097" fmla="*/ 1053769 w 1728164"/>
              <a:gd name="csY6097" fmla="*/ 581213 h 1065273"/>
              <a:gd name="csX6098" fmla="*/ 1053938 w 1728164"/>
              <a:gd name="csY6098" fmla="*/ 581693 h 1065273"/>
              <a:gd name="csX6099" fmla="*/ 1054116 w 1728164"/>
              <a:gd name="csY6099" fmla="*/ 582171 h 1065273"/>
              <a:gd name="csX6100" fmla="*/ 1054285 w 1728164"/>
              <a:gd name="csY6100" fmla="*/ 582651 h 1065273"/>
              <a:gd name="csX6101" fmla="*/ 1054454 w 1728164"/>
              <a:gd name="csY6101" fmla="*/ 583130 h 1065273"/>
              <a:gd name="csX6102" fmla="*/ 1054632 w 1728164"/>
              <a:gd name="csY6102" fmla="*/ 583609 h 1065273"/>
              <a:gd name="csX6103" fmla="*/ 1054801 w 1728164"/>
              <a:gd name="csY6103" fmla="*/ 584088 h 1065273"/>
              <a:gd name="csX6104" fmla="*/ 1054979 w 1728164"/>
              <a:gd name="csY6104" fmla="*/ 584566 h 1065273"/>
              <a:gd name="csX6105" fmla="*/ 1055148 w 1728164"/>
              <a:gd name="csY6105" fmla="*/ 585045 h 1065273"/>
              <a:gd name="csX6106" fmla="*/ 1055326 w 1728164"/>
              <a:gd name="csY6106" fmla="*/ 585523 h 1065273"/>
              <a:gd name="csX6107" fmla="*/ 1055495 w 1728164"/>
              <a:gd name="csY6107" fmla="*/ 586000 h 1065273"/>
              <a:gd name="csX6108" fmla="*/ 1055664 w 1728164"/>
              <a:gd name="csY6108" fmla="*/ 586478 h 1065273"/>
              <a:gd name="csX6109" fmla="*/ 1055842 w 1728164"/>
              <a:gd name="csY6109" fmla="*/ 586956 h 1065273"/>
              <a:gd name="csX6110" fmla="*/ 1056011 w 1728164"/>
              <a:gd name="csY6110" fmla="*/ 587434 h 1065273"/>
              <a:gd name="csX6111" fmla="*/ 1056189 w 1728164"/>
              <a:gd name="csY6111" fmla="*/ 587910 h 1065273"/>
              <a:gd name="csX6112" fmla="*/ 1056358 w 1728164"/>
              <a:gd name="csY6112" fmla="*/ 588387 h 1065273"/>
              <a:gd name="csX6113" fmla="*/ 1056536 w 1728164"/>
              <a:gd name="csY6113" fmla="*/ 588864 h 1065273"/>
              <a:gd name="csX6114" fmla="*/ 1056705 w 1728164"/>
              <a:gd name="csY6114" fmla="*/ 589341 h 1065273"/>
              <a:gd name="csX6115" fmla="*/ 1056874 w 1728164"/>
              <a:gd name="csY6115" fmla="*/ 589818 h 1065273"/>
              <a:gd name="csX6116" fmla="*/ 1057052 w 1728164"/>
              <a:gd name="csY6116" fmla="*/ 590294 h 1065273"/>
              <a:gd name="csX6117" fmla="*/ 1057221 w 1728164"/>
              <a:gd name="csY6117" fmla="*/ 590770 h 1065273"/>
              <a:gd name="csX6118" fmla="*/ 1057399 w 1728164"/>
              <a:gd name="csY6118" fmla="*/ 591246 h 1065273"/>
              <a:gd name="csX6119" fmla="*/ 1057568 w 1728164"/>
              <a:gd name="csY6119" fmla="*/ 591722 h 1065273"/>
              <a:gd name="csX6120" fmla="*/ 1057746 w 1728164"/>
              <a:gd name="csY6120" fmla="*/ 592197 h 1065273"/>
              <a:gd name="csX6121" fmla="*/ 1057915 w 1728164"/>
              <a:gd name="csY6121" fmla="*/ 592673 h 1065273"/>
              <a:gd name="csX6122" fmla="*/ 1058084 w 1728164"/>
              <a:gd name="csY6122" fmla="*/ 593148 h 1065273"/>
              <a:gd name="csX6123" fmla="*/ 1058262 w 1728164"/>
              <a:gd name="csY6123" fmla="*/ 593623 h 1065273"/>
              <a:gd name="csX6124" fmla="*/ 1058431 w 1728164"/>
              <a:gd name="csY6124" fmla="*/ 594097 h 1065273"/>
              <a:gd name="csX6125" fmla="*/ 1058609 w 1728164"/>
              <a:gd name="csY6125" fmla="*/ 594572 h 1065273"/>
              <a:gd name="csX6126" fmla="*/ 1058778 w 1728164"/>
              <a:gd name="csY6126" fmla="*/ 595046 h 1065273"/>
              <a:gd name="csX6127" fmla="*/ 1058956 w 1728164"/>
              <a:gd name="csY6127" fmla="*/ 595520 h 1065273"/>
              <a:gd name="csX6128" fmla="*/ 1059125 w 1728164"/>
              <a:gd name="csY6128" fmla="*/ 595995 h 1065273"/>
              <a:gd name="csX6129" fmla="*/ 1059294 w 1728164"/>
              <a:gd name="csY6129" fmla="*/ 596468 h 1065273"/>
              <a:gd name="csX6130" fmla="*/ 1059472 w 1728164"/>
              <a:gd name="csY6130" fmla="*/ 596942 h 1065273"/>
              <a:gd name="csX6131" fmla="*/ 1059641 w 1728164"/>
              <a:gd name="csY6131" fmla="*/ 597415 h 1065273"/>
              <a:gd name="csX6132" fmla="*/ 1059819 w 1728164"/>
              <a:gd name="csY6132" fmla="*/ 597889 h 1065273"/>
              <a:gd name="csX6133" fmla="*/ 1059988 w 1728164"/>
              <a:gd name="csY6133" fmla="*/ 598361 h 1065273"/>
              <a:gd name="csX6134" fmla="*/ 1060166 w 1728164"/>
              <a:gd name="csY6134" fmla="*/ 598834 h 1065273"/>
              <a:gd name="csX6135" fmla="*/ 1060335 w 1728164"/>
              <a:gd name="csY6135" fmla="*/ 599307 h 1065273"/>
              <a:gd name="csX6136" fmla="*/ 1060504 w 1728164"/>
              <a:gd name="csY6136" fmla="*/ 599779 h 1065273"/>
              <a:gd name="csX6137" fmla="*/ 1060682 w 1728164"/>
              <a:gd name="csY6137" fmla="*/ 600252 h 1065273"/>
              <a:gd name="csX6138" fmla="*/ 1060851 w 1728164"/>
              <a:gd name="csY6138" fmla="*/ 600724 h 1065273"/>
              <a:gd name="csX6139" fmla="*/ 1061029 w 1728164"/>
              <a:gd name="csY6139" fmla="*/ 601195 h 1065273"/>
              <a:gd name="csX6140" fmla="*/ 1061198 w 1728164"/>
              <a:gd name="csY6140" fmla="*/ 601667 h 1065273"/>
              <a:gd name="csX6141" fmla="*/ 1061376 w 1728164"/>
              <a:gd name="csY6141" fmla="*/ 602138 h 1065273"/>
              <a:gd name="csX6142" fmla="*/ 1061545 w 1728164"/>
              <a:gd name="csY6142" fmla="*/ 602610 h 1065273"/>
              <a:gd name="csX6143" fmla="*/ 1061714 w 1728164"/>
              <a:gd name="csY6143" fmla="*/ 603081 h 1065273"/>
              <a:gd name="csX6144" fmla="*/ 1061892 w 1728164"/>
              <a:gd name="csY6144" fmla="*/ 603552 h 1065273"/>
              <a:gd name="csX6145" fmla="*/ 1062061 w 1728164"/>
              <a:gd name="csY6145" fmla="*/ 604023 h 1065273"/>
              <a:gd name="csX6146" fmla="*/ 1062239 w 1728164"/>
              <a:gd name="csY6146" fmla="*/ 604493 h 1065273"/>
              <a:gd name="csX6147" fmla="*/ 1062408 w 1728164"/>
              <a:gd name="csY6147" fmla="*/ 604963 h 1065273"/>
              <a:gd name="csX6148" fmla="*/ 1062586 w 1728164"/>
              <a:gd name="csY6148" fmla="*/ 605434 h 1065273"/>
              <a:gd name="csX6149" fmla="*/ 1062755 w 1728164"/>
              <a:gd name="csY6149" fmla="*/ 605903 h 1065273"/>
              <a:gd name="csX6150" fmla="*/ 1062924 w 1728164"/>
              <a:gd name="csY6150" fmla="*/ 606373 h 1065273"/>
              <a:gd name="csX6151" fmla="*/ 1063102 w 1728164"/>
              <a:gd name="csY6151" fmla="*/ 606842 h 1065273"/>
              <a:gd name="csX6152" fmla="*/ 1063271 w 1728164"/>
              <a:gd name="csY6152" fmla="*/ 607312 h 1065273"/>
              <a:gd name="csX6153" fmla="*/ 1063449 w 1728164"/>
              <a:gd name="csY6153" fmla="*/ 607781 h 1065273"/>
              <a:gd name="csX6154" fmla="*/ 1063618 w 1728164"/>
              <a:gd name="csY6154" fmla="*/ 608249 h 1065273"/>
              <a:gd name="csX6155" fmla="*/ 1063796 w 1728164"/>
              <a:gd name="csY6155" fmla="*/ 608718 h 1065273"/>
              <a:gd name="csX6156" fmla="*/ 1063965 w 1728164"/>
              <a:gd name="csY6156" fmla="*/ 609187 h 1065273"/>
              <a:gd name="csX6157" fmla="*/ 1064134 w 1728164"/>
              <a:gd name="csY6157" fmla="*/ 609655 h 1065273"/>
              <a:gd name="csX6158" fmla="*/ 1064312 w 1728164"/>
              <a:gd name="csY6158" fmla="*/ 610123 h 1065273"/>
              <a:gd name="csX6159" fmla="*/ 1064481 w 1728164"/>
              <a:gd name="csY6159" fmla="*/ 610591 h 1065273"/>
              <a:gd name="csX6160" fmla="*/ 1064659 w 1728164"/>
              <a:gd name="csY6160" fmla="*/ 611059 h 1065273"/>
              <a:gd name="csX6161" fmla="*/ 1064828 w 1728164"/>
              <a:gd name="csY6161" fmla="*/ 611526 h 1065273"/>
              <a:gd name="csX6162" fmla="*/ 1065006 w 1728164"/>
              <a:gd name="csY6162" fmla="*/ 611993 h 1065273"/>
              <a:gd name="csX6163" fmla="*/ 1065175 w 1728164"/>
              <a:gd name="csY6163" fmla="*/ 612460 h 1065273"/>
              <a:gd name="csX6164" fmla="*/ 1065344 w 1728164"/>
              <a:gd name="csY6164" fmla="*/ 612927 h 1065273"/>
              <a:gd name="csX6165" fmla="*/ 1065522 w 1728164"/>
              <a:gd name="csY6165" fmla="*/ 613393 h 1065273"/>
              <a:gd name="csX6166" fmla="*/ 1065691 w 1728164"/>
              <a:gd name="csY6166" fmla="*/ 613860 h 1065273"/>
              <a:gd name="csX6167" fmla="*/ 1065869 w 1728164"/>
              <a:gd name="csY6167" fmla="*/ 614327 h 1065273"/>
              <a:gd name="csX6168" fmla="*/ 1066038 w 1728164"/>
              <a:gd name="csY6168" fmla="*/ 614793 h 1065273"/>
              <a:gd name="csX6169" fmla="*/ 1066216 w 1728164"/>
              <a:gd name="csY6169" fmla="*/ 615258 h 1065273"/>
              <a:gd name="csX6170" fmla="*/ 1066385 w 1728164"/>
              <a:gd name="csY6170" fmla="*/ 615723 h 1065273"/>
              <a:gd name="csX6171" fmla="*/ 1066554 w 1728164"/>
              <a:gd name="csY6171" fmla="*/ 616190 h 1065273"/>
              <a:gd name="csX6172" fmla="*/ 1066732 w 1728164"/>
              <a:gd name="csY6172" fmla="*/ 616654 h 1065273"/>
              <a:gd name="csX6173" fmla="*/ 1066901 w 1728164"/>
              <a:gd name="csY6173" fmla="*/ 617119 h 1065273"/>
              <a:gd name="csX6174" fmla="*/ 1067079 w 1728164"/>
              <a:gd name="csY6174" fmla="*/ 617584 h 1065273"/>
              <a:gd name="csX6175" fmla="*/ 1067248 w 1728164"/>
              <a:gd name="csY6175" fmla="*/ 618049 h 1065273"/>
              <a:gd name="csX6176" fmla="*/ 1067426 w 1728164"/>
              <a:gd name="csY6176" fmla="*/ 618513 h 1065273"/>
              <a:gd name="csX6177" fmla="*/ 1067595 w 1728164"/>
              <a:gd name="csY6177" fmla="*/ 618977 h 1065273"/>
              <a:gd name="csX6178" fmla="*/ 1067764 w 1728164"/>
              <a:gd name="csY6178" fmla="*/ 619441 h 1065273"/>
              <a:gd name="csX6179" fmla="*/ 1067941 w 1728164"/>
              <a:gd name="csY6179" fmla="*/ 619905 h 1065273"/>
              <a:gd name="csX6180" fmla="*/ 1068111 w 1728164"/>
              <a:gd name="csY6180" fmla="*/ 620368 h 1065273"/>
              <a:gd name="csX6181" fmla="*/ 1068288 w 1728164"/>
              <a:gd name="csY6181" fmla="*/ 620832 h 1065273"/>
              <a:gd name="csX6182" fmla="*/ 1068457 w 1728164"/>
              <a:gd name="csY6182" fmla="*/ 621294 h 1065273"/>
              <a:gd name="csX6183" fmla="*/ 1068635 w 1728164"/>
              <a:gd name="csY6183" fmla="*/ 621757 h 1065273"/>
              <a:gd name="csX6184" fmla="*/ 1068804 w 1728164"/>
              <a:gd name="csY6184" fmla="*/ 622220 h 1065273"/>
              <a:gd name="csX6185" fmla="*/ 1068973 w 1728164"/>
              <a:gd name="csY6185" fmla="*/ 622682 h 1065273"/>
              <a:gd name="csX6186" fmla="*/ 1069151 w 1728164"/>
              <a:gd name="csY6186" fmla="*/ 623145 h 1065273"/>
              <a:gd name="csX6187" fmla="*/ 1069320 w 1728164"/>
              <a:gd name="csY6187" fmla="*/ 623606 h 1065273"/>
              <a:gd name="csX6188" fmla="*/ 1069498 w 1728164"/>
              <a:gd name="csY6188" fmla="*/ 624068 h 1065273"/>
              <a:gd name="csX6189" fmla="*/ 1069667 w 1728164"/>
              <a:gd name="csY6189" fmla="*/ 624530 h 1065273"/>
              <a:gd name="csX6190" fmla="*/ 1069845 w 1728164"/>
              <a:gd name="csY6190" fmla="*/ 624992 h 1065273"/>
              <a:gd name="csX6191" fmla="*/ 1070014 w 1728164"/>
              <a:gd name="csY6191" fmla="*/ 625453 h 1065273"/>
              <a:gd name="csX6192" fmla="*/ 1070183 w 1728164"/>
              <a:gd name="csY6192" fmla="*/ 625913 h 1065273"/>
              <a:gd name="csX6193" fmla="*/ 1070361 w 1728164"/>
              <a:gd name="csY6193" fmla="*/ 626374 h 1065273"/>
              <a:gd name="csX6194" fmla="*/ 1070530 w 1728164"/>
              <a:gd name="csY6194" fmla="*/ 626834 h 1065273"/>
              <a:gd name="csX6195" fmla="*/ 1070708 w 1728164"/>
              <a:gd name="csY6195" fmla="*/ 627295 h 1065273"/>
              <a:gd name="csX6196" fmla="*/ 1070877 w 1728164"/>
              <a:gd name="csY6196" fmla="*/ 627755 h 1065273"/>
              <a:gd name="csX6197" fmla="*/ 1071046 w 1728164"/>
              <a:gd name="csY6197" fmla="*/ 628215 h 1065273"/>
              <a:gd name="csX6198" fmla="*/ 1071224 w 1728164"/>
              <a:gd name="csY6198" fmla="*/ 628674 h 1065273"/>
              <a:gd name="csX6199" fmla="*/ 1071393 w 1728164"/>
              <a:gd name="csY6199" fmla="*/ 629134 h 1065273"/>
              <a:gd name="csX6200" fmla="*/ 1071571 w 1728164"/>
              <a:gd name="csY6200" fmla="*/ 629593 h 1065273"/>
              <a:gd name="csX6201" fmla="*/ 1071740 w 1728164"/>
              <a:gd name="csY6201" fmla="*/ 630052 h 1065273"/>
              <a:gd name="csX6202" fmla="*/ 1071918 w 1728164"/>
              <a:gd name="csY6202" fmla="*/ 630511 h 1065273"/>
              <a:gd name="csX6203" fmla="*/ 1072087 w 1728164"/>
              <a:gd name="csY6203" fmla="*/ 630969 h 1065273"/>
              <a:gd name="csX6204" fmla="*/ 1072256 w 1728164"/>
              <a:gd name="csY6204" fmla="*/ 631427 h 1065273"/>
              <a:gd name="csX6205" fmla="*/ 1072434 w 1728164"/>
              <a:gd name="csY6205" fmla="*/ 631886 h 1065273"/>
              <a:gd name="csX6206" fmla="*/ 1072603 w 1728164"/>
              <a:gd name="csY6206" fmla="*/ 632344 h 1065273"/>
              <a:gd name="csX6207" fmla="*/ 1072781 w 1728164"/>
              <a:gd name="csY6207" fmla="*/ 632801 h 1065273"/>
              <a:gd name="csX6208" fmla="*/ 1072950 w 1728164"/>
              <a:gd name="csY6208" fmla="*/ 633258 h 1065273"/>
              <a:gd name="csX6209" fmla="*/ 1073128 w 1728164"/>
              <a:gd name="csY6209" fmla="*/ 633715 h 1065273"/>
              <a:gd name="csX6210" fmla="*/ 1073297 w 1728164"/>
              <a:gd name="csY6210" fmla="*/ 634173 h 1065273"/>
              <a:gd name="csX6211" fmla="*/ 1073466 w 1728164"/>
              <a:gd name="csY6211" fmla="*/ 634629 h 1065273"/>
              <a:gd name="csX6212" fmla="*/ 1073644 w 1728164"/>
              <a:gd name="csY6212" fmla="*/ 635086 h 1065273"/>
              <a:gd name="csX6213" fmla="*/ 1073813 w 1728164"/>
              <a:gd name="csY6213" fmla="*/ 635542 h 1065273"/>
              <a:gd name="csX6214" fmla="*/ 1073991 w 1728164"/>
              <a:gd name="csY6214" fmla="*/ 635998 h 1065273"/>
              <a:gd name="csX6215" fmla="*/ 1074160 w 1728164"/>
              <a:gd name="csY6215" fmla="*/ 636455 h 1065273"/>
              <a:gd name="csX6216" fmla="*/ 1074338 w 1728164"/>
              <a:gd name="csY6216" fmla="*/ 636910 h 1065273"/>
              <a:gd name="csX6217" fmla="*/ 1074507 w 1728164"/>
              <a:gd name="csY6217" fmla="*/ 637366 h 1065273"/>
              <a:gd name="csX6218" fmla="*/ 1074676 w 1728164"/>
              <a:gd name="csY6218" fmla="*/ 637820 h 1065273"/>
              <a:gd name="csX6219" fmla="*/ 1074854 w 1728164"/>
              <a:gd name="csY6219" fmla="*/ 638276 h 1065273"/>
              <a:gd name="csX6220" fmla="*/ 1075023 w 1728164"/>
              <a:gd name="csY6220" fmla="*/ 638730 h 1065273"/>
              <a:gd name="csX6221" fmla="*/ 1075201 w 1728164"/>
              <a:gd name="csY6221" fmla="*/ 639185 h 1065273"/>
              <a:gd name="csX6222" fmla="*/ 1075370 w 1728164"/>
              <a:gd name="csY6222" fmla="*/ 639639 h 1065273"/>
              <a:gd name="csX6223" fmla="*/ 1075548 w 1728164"/>
              <a:gd name="csY6223" fmla="*/ 640093 h 1065273"/>
              <a:gd name="csX6224" fmla="*/ 1075717 w 1728164"/>
              <a:gd name="csY6224" fmla="*/ 640547 h 1065273"/>
              <a:gd name="csX6225" fmla="*/ 1075886 w 1728164"/>
              <a:gd name="csY6225" fmla="*/ 641001 h 1065273"/>
              <a:gd name="csX6226" fmla="*/ 1076064 w 1728164"/>
              <a:gd name="csY6226" fmla="*/ 641455 h 1065273"/>
              <a:gd name="csX6227" fmla="*/ 1076233 w 1728164"/>
              <a:gd name="csY6227" fmla="*/ 641907 h 1065273"/>
              <a:gd name="csX6228" fmla="*/ 1076411 w 1728164"/>
              <a:gd name="csY6228" fmla="*/ 642360 h 1065273"/>
              <a:gd name="csX6229" fmla="*/ 1076580 w 1728164"/>
              <a:gd name="csY6229" fmla="*/ 642813 h 1065273"/>
              <a:gd name="csX6230" fmla="*/ 1076758 w 1728164"/>
              <a:gd name="csY6230" fmla="*/ 643266 h 1065273"/>
              <a:gd name="csX6231" fmla="*/ 1076927 w 1728164"/>
              <a:gd name="csY6231" fmla="*/ 643718 h 1065273"/>
              <a:gd name="csX6232" fmla="*/ 1077096 w 1728164"/>
              <a:gd name="csY6232" fmla="*/ 644170 h 1065273"/>
              <a:gd name="csX6233" fmla="*/ 1077274 w 1728164"/>
              <a:gd name="csY6233" fmla="*/ 644622 h 1065273"/>
              <a:gd name="csX6234" fmla="*/ 1077443 w 1728164"/>
              <a:gd name="csY6234" fmla="*/ 645073 h 1065273"/>
              <a:gd name="csX6235" fmla="*/ 1077621 w 1728164"/>
              <a:gd name="csY6235" fmla="*/ 645525 h 1065273"/>
              <a:gd name="csX6236" fmla="*/ 1077790 w 1728164"/>
              <a:gd name="csY6236" fmla="*/ 645976 h 1065273"/>
              <a:gd name="csX6237" fmla="*/ 1077968 w 1728164"/>
              <a:gd name="csY6237" fmla="*/ 646427 h 1065273"/>
              <a:gd name="csX6238" fmla="*/ 1078137 w 1728164"/>
              <a:gd name="csY6238" fmla="*/ 646877 h 1065273"/>
              <a:gd name="csX6239" fmla="*/ 1078306 w 1728164"/>
              <a:gd name="csY6239" fmla="*/ 647328 h 1065273"/>
              <a:gd name="csX6240" fmla="*/ 1078484 w 1728164"/>
              <a:gd name="csY6240" fmla="*/ 647778 h 1065273"/>
              <a:gd name="csX6241" fmla="*/ 1078653 w 1728164"/>
              <a:gd name="csY6241" fmla="*/ 648227 h 1065273"/>
              <a:gd name="csX6242" fmla="*/ 1078831 w 1728164"/>
              <a:gd name="csY6242" fmla="*/ 648678 h 1065273"/>
              <a:gd name="csX6243" fmla="*/ 1079000 w 1728164"/>
              <a:gd name="csY6243" fmla="*/ 649127 h 1065273"/>
              <a:gd name="csX6244" fmla="*/ 1079178 w 1728164"/>
              <a:gd name="csY6244" fmla="*/ 649576 h 1065273"/>
              <a:gd name="csX6245" fmla="*/ 1079347 w 1728164"/>
              <a:gd name="csY6245" fmla="*/ 650025 h 1065273"/>
              <a:gd name="csX6246" fmla="*/ 1079516 w 1728164"/>
              <a:gd name="csY6246" fmla="*/ 650474 h 1065273"/>
              <a:gd name="csX6247" fmla="*/ 1079694 w 1728164"/>
              <a:gd name="csY6247" fmla="*/ 650923 h 1065273"/>
              <a:gd name="csX6248" fmla="*/ 1079863 w 1728164"/>
              <a:gd name="csY6248" fmla="*/ 651371 h 1065273"/>
              <a:gd name="csX6249" fmla="*/ 1080041 w 1728164"/>
              <a:gd name="csY6249" fmla="*/ 651819 h 1065273"/>
              <a:gd name="csX6250" fmla="*/ 1080210 w 1728164"/>
              <a:gd name="csY6250" fmla="*/ 652267 h 1065273"/>
              <a:gd name="csX6251" fmla="*/ 1080388 w 1728164"/>
              <a:gd name="csY6251" fmla="*/ 652715 h 1065273"/>
              <a:gd name="csX6252" fmla="*/ 1080557 w 1728164"/>
              <a:gd name="csY6252" fmla="*/ 653162 h 1065273"/>
              <a:gd name="csX6253" fmla="*/ 1080726 w 1728164"/>
              <a:gd name="csY6253" fmla="*/ 653609 h 1065273"/>
              <a:gd name="csX6254" fmla="*/ 1080904 w 1728164"/>
              <a:gd name="csY6254" fmla="*/ 654056 h 1065273"/>
              <a:gd name="csX6255" fmla="*/ 1081073 w 1728164"/>
              <a:gd name="csY6255" fmla="*/ 654503 h 1065273"/>
              <a:gd name="csX6256" fmla="*/ 1081251 w 1728164"/>
              <a:gd name="csY6256" fmla="*/ 654950 h 1065273"/>
              <a:gd name="csX6257" fmla="*/ 1081420 w 1728164"/>
              <a:gd name="csY6257" fmla="*/ 655395 h 1065273"/>
              <a:gd name="csX6258" fmla="*/ 1081598 w 1728164"/>
              <a:gd name="csY6258" fmla="*/ 655842 h 1065273"/>
              <a:gd name="csX6259" fmla="*/ 1081767 w 1728164"/>
              <a:gd name="csY6259" fmla="*/ 656288 h 1065273"/>
              <a:gd name="csX6260" fmla="*/ 1081936 w 1728164"/>
              <a:gd name="csY6260" fmla="*/ 656732 h 1065273"/>
              <a:gd name="csX6261" fmla="*/ 1082114 w 1728164"/>
              <a:gd name="csY6261" fmla="*/ 657178 h 1065273"/>
              <a:gd name="csX6262" fmla="*/ 1082283 w 1728164"/>
              <a:gd name="csY6262" fmla="*/ 657623 h 1065273"/>
              <a:gd name="csX6263" fmla="*/ 1082461 w 1728164"/>
              <a:gd name="csY6263" fmla="*/ 658068 h 1065273"/>
              <a:gd name="csX6264" fmla="*/ 1082630 w 1728164"/>
              <a:gd name="csY6264" fmla="*/ 658513 h 1065273"/>
              <a:gd name="csX6265" fmla="*/ 1082807 w 1728164"/>
              <a:gd name="csY6265" fmla="*/ 658957 h 1065273"/>
              <a:gd name="csX6266" fmla="*/ 1082977 w 1728164"/>
              <a:gd name="csY6266" fmla="*/ 659401 h 1065273"/>
              <a:gd name="csX6267" fmla="*/ 1083145 w 1728164"/>
              <a:gd name="csY6267" fmla="*/ 659844 h 1065273"/>
              <a:gd name="csX6268" fmla="*/ 1083323 w 1728164"/>
              <a:gd name="csY6268" fmla="*/ 660288 h 1065273"/>
              <a:gd name="csX6269" fmla="*/ 1083492 w 1728164"/>
              <a:gd name="csY6269" fmla="*/ 660731 h 1065273"/>
              <a:gd name="csX6270" fmla="*/ 1083670 w 1728164"/>
              <a:gd name="csY6270" fmla="*/ 661175 h 1065273"/>
              <a:gd name="csX6271" fmla="*/ 1083839 w 1728164"/>
              <a:gd name="csY6271" fmla="*/ 661617 h 1065273"/>
              <a:gd name="csX6272" fmla="*/ 1084017 w 1728164"/>
              <a:gd name="csY6272" fmla="*/ 662060 h 1065273"/>
              <a:gd name="csX6273" fmla="*/ 1084186 w 1728164"/>
              <a:gd name="csY6273" fmla="*/ 662503 h 1065273"/>
              <a:gd name="csX6274" fmla="*/ 1084355 w 1728164"/>
              <a:gd name="csY6274" fmla="*/ 662945 h 1065273"/>
              <a:gd name="csX6275" fmla="*/ 1084533 w 1728164"/>
              <a:gd name="csY6275" fmla="*/ 663387 h 1065273"/>
              <a:gd name="csX6276" fmla="*/ 1084702 w 1728164"/>
              <a:gd name="csY6276" fmla="*/ 663829 h 1065273"/>
              <a:gd name="csX6277" fmla="*/ 1084880 w 1728164"/>
              <a:gd name="csY6277" fmla="*/ 664270 h 1065273"/>
              <a:gd name="csX6278" fmla="*/ 1085049 w 1728164"/>
              <a:gd name="csY6278" fmla="*/ 664712 h 1065273"/>
              <a:gd name="csX6279" fmla="*/ 1085227 w 1728164"/>
              <a:gd name="csY6279" fmla="*/ 665152 h 1065273"/>
              <a:gd name="csX6280" fmla="*/ 1085396 w 1728164"/>
              <a:gd name="csY6280" fmla="*/ 665593 h 1065273"/>
              <a:gd name="csX6281" fmla="*/ 1085565 w 1728164"/>
              <a:gd name="csY6281" fmla="*/ 666034 h 1065273"/>
              <a:gd name="csX6282" fmla="*/ 1085743 w 1728164"/>
              <a:gd name="csY6282" fmla="*/ 666474 h 1065273"/>
              <a:gd name="csX6283" fmla="*/ 1085912 w 1728164"/>
              <a:gd name="csY6283" fmla="*/ 666914 h 1065273"/>
              <a:gd name="csX6284" fmla="*/ 1086090 w 1728164"/>
              <a:gd name="csY6284" fmla="*/ 667354 h 1065273"/>
              <a:gd name="csX6285" fmla="*/ 1086259 w 1728164"/>
              <a:gd name="csY6285" fmla="*/ 667793 h 1065273"/>
              <a:gd name="csX6286" fmla="*/ 1086437 w 1728164"/>
              <a:gd name="csY6286" fmla="*/ 668232 h 1065273"/>
              <a:gd name="csX6287" fmla="*/ 1086606 w 1728164"/>
              <a:gd name="csY6287" fmla="*/ 668671 h 1065273"/>
              <a:gd name="csX6288" fmla="*/ 1086775 w 1728164"/>
              <a:gd name="csY6288" fmla="*/ 669110 h 1065273"/>
              <a:gd name="csX6289" fmla="*/ 1086953 w 1728164"/>
              <a:gd name="csY6289" fmla="*/ 669549 h 1065273"/>
              <a:gd name="csX6290" fmla="*/ 1087122 w 1728164"/>
              <a:gd name="csY6290" fmla="*/ 669987 h 1065273"/>
              <a:gd name="csX6291" fmla="*/ 1087300 w 1728164"/>
              <a:gd name="csY6291" fmla="*/ 670425 h 1065273"/>
              <a:gd name="csX6292" fmla="*/ 1087469 w 1728164"/>
              <a:gd name="csY6292" fmla="*/ 670863 h 1065273"/>
              <a:gd name="csX6293" fmla="*/ 1087647 w 1728164"/>
              <a:gd name="csY6293" fmla="*/ 671300 h 1065273"/>
              <a:gd name="csX6294" fmla="*/ 1087816 w 1728164"/>
              <a:gd name="csY6294" fmla="*/ 671737 h 1065273"/>
              <a:gd name="csX6295" fmla="*/ 1087985 w 1728164"/>
              <a:gd name="csY6295" fmla="*/ 672175 h 1065273"/>
              <a:gd name="csX6296" fmla="*/ 1088163 w 1728164"/>
              <a:gd name="csY6296" fmla="*/ 672612 h 1065273"/>
              <a:gd name="csX6297" fmla="*/ 1088332 w 1728164"/>
              <a:gd name="csY6297" fmla="*/ 673048 h 1065273"/>
              <a:gd name="csX6298" fmla="*/ 1088510 w 1728164"/>
              <a:gd name="csY6298" fmla="*/ 673484 h 1065273"/>
              <a:gd name="csX6299" fmla="*/ 1088679 w 1728164"/>
              <a:gd name="csY6299" fmla="*/ 673920 h 1065273"/>
              <a:gd name="csX6300" fmla="*/ 1088857 w 1728164"/>
              <a:gd name="csY6300" fmla="*/ 674356 h 1065273"/>
              <a:gd name="csX6301" fmla="*/ 1089026 w 1728164"/>
              <a:gd name="csY6301" fmla="*/ 674792 h 1065273"/>
              <a:gd name="csX6302" fmla="*/ 1089195 w 1728164"/>
              <a:gd name="csY6302" fmla="*/ 675227 h 1065273"/>
              <a:gd name="csX6303" fmla="*/ 1089373 w 1728164"/>
              <a:gd name="csY6303" fmla="*/ 675662 h 1065273"/>
              <a:gd name="csX6304" fmla="*/ 1089542 w 1728164"/>
              <a:gd name="csY6304" fmla="*/ 676097 h 1065273"/>
              <a:gd name="csX6305" fmla="*/ 1089720 w 1728164"/>
              <a:gd name="csY6305" fmla="*/ 676531 h 1065273"/>
              <a:gd name="csX6306" fmla="*/ 1089889 w 1728164"/>
              <a:gd name="csY6306" fmla="*/ 676966 h 1065273"/>
              <a:gd name="csX6307" fmla="*/ 1090058 w 1728164"/>
              <a:gd name="csY6307" fmla="*/ 677400 h 1065273"/>
              <a:gd name="csX6308" fmla="*/ 1090236 w 1728164"/>
              <a:gd name="csY6308" fmla="*/ 677834 h 1065273"/>
              <a:gd name="csX6309" fmla="*/ 1090405 w 1728164"/>
              <a:gd name="csY6309" fmla="*/ 678267 h 1065273"/>
              <a:gd name="csX6310" fmla="*/ 1090583 w 1728164"/>
              <a:gd name="csY6310" fmla="*/ 678700 h 1065273"/>
              <a:gd name="csX6311" fmla="*/ 1090752 w 1728164"/>
              <a:gd name="csY6311" fmla="*/ 679134 h 1065273"/>
              <a:gd name="csX6312" fmla="*/ 1090930 w 1728164"/>
              <a:gd name="csY6312" fmla="*/ 679567 h 1065273"/>
              <a:gd name="csX6313" fmla="*/ 1091099 w 1728164"/>
              <a:gd name="csY6313" fmla="*/ 679999 h 1065273"/>
              <a:gd name="csX6314" fmla="*/ 1091268 w 1728164"/>
              <a:gd name="csY6314" fmla="*/ 680432 h 1065273"/>
              <a:gd name="csX6315" fmla="*/ 1091446 w 1728164"/>
              <a:gd name="csY6315" fmla="*/ 680864 h 1065273"/>
              <a:gd name="csX6316" fmla="*/ 1091615 w 1728164"/>
              <a:gd name="csY6316" fmla="*/ 681296 h 1065273"/>
              <a:gd name="csX6317" fmla="*/ 1091793 w 1728164"/>
              <a:gd name="csY6317" fmla="*/ 681727 h 1065273"/>
              <a:gd name="csX6318" fmla="*/ 1091962 w 1728164"/>
              <a:gd name="csY6318" fmla="*/ 682158 h 1065273"/>
              <a:gd name="csX6319" fmla="*/ 1092140 w 1728164"/>
              <a:gd name="csY6319" fmla="*/ 682590 h 1065273"/>
              <a:gd name="csX6320" fmla="*/ 1092309 w 1728164"/>
              <a:gd name="csY6320" fmla="*/ 683021 h 1065273"/>
              <a:gd name="csX6321" fmla="*/ 1092478 w 1728164"/>
              <a:gd name="csY6321" fmla="*/ 683451 h 1065273"/>
              <a:gd name="csX6322" fmla="*/ 1092656 w 1728164"/>
              <a:gd name="csY6322" fmla="*/ 683881 h 1065273"/>
              <a:gd name="csX6323" fmla="*/ 1092825 w 1728164"/>
              <a:gd name="csY6323" fmla="*/ 684311 h 1065273"/>
              <a:gd name="csX6324" fmla="*/ 1093003 w 1728164"/>
              <a:gd name="csY6324" fmla="*/ 684741 h 1065273"/>
              <a:gd name="csX6325" fmla="*/ 1093172 w 1728164"/>
              <a:gd name="csY6325" fmla="*/ 685171 h 1065273"/>
              <a:gd name="csX6326" fmla="*/ 1093350 w 1728164"/>
              <a:gd name="csY6326" fmla="*/ 685600 h 1065273"/>
              <a:gd name="csX6327" fmla="*/ 1093519 w 1728164"/>
              <a:gd name="csY6327" fmla="*/ 686029 h 1065273"/>
              <a:gd name="csX6328" fmla="*/ 1093688 w 1728164"/>
              <a:gd name="csY6328" fmla="*/ 686458 h 1065273"/>
              <a:gd name="csX6329" fmla="*/ 1093866 w 1728164"/>
              <a:gd name="csY6329" fmla="*/ 686886 h 1065273"/>
              <a:gd name="csX6330" fmla="*/ 1094035 w 1728164"/>
              <a:gd name="csY6330" fmla="*/ 687315 h 1065273"/>
              <a:gd name="csX6331" fmla="*/ 1094213 w 1728164"/>
              <a:gd name="csY6331" fmla="*/ 687743 h 1065273"/>
              <a:gd name="csX6332" fmla="*/ 1094382 w 1728164"/>
              <a:gd name="csY6332" fmla="*/ 688171 h 1065273"/>
              <a:gd name="csX6333" fmla="*/ 1094560 w 1728164"/>
              <a:gd name="csY6333" fmla="*/ 688598 h 1065273"/>
              <a:gd name="csX6334" fmla="*/ 1094729 w 1728164"/>
              <a:gd name="csY6334" fmla="*/ 689025 h 1065273"/>
              <a:gd name="csX6335" fmla="*/ 1094898 w 1728164"/>
              <a:gd name="csY6335" fmla="*/ 689452 h 1065273"/>
              <a:gd name="csX6336" fmla="*/ 1095076 w 1728164"/>
              <a:gd name="csY6336" fmla="*/ 689879 h 1065273"/>
              <a:gd name="csX6337" fmla="*/ 1095245 w 1728164"/>
              <a:gd name="csY6337" fmla="*/ 690305 h 1065273"/>
              <a:gd name="csX6338" fmla="*/ 1095423 w 1728164"/>
              <a:gd name="csY6338" fmla="*/ 690732 h 1065273"/>
              <a:gd name="csX6339" fmla="*/ 1095592 w 1728164"/>
              <a:gd name="csY6339" fmla="*/ 691157 h 1065273"/>
              <a:gd name="csX6340" fmla="*/ 1095770 w 1728164"/>
              <a:gd name="csY6340" fmla="*/ 691583 h 1065273"/>
              <a:gd name="csX6341" fmla="*/ 1095939 w 1728164"/>
              <a:gd name="csY6341" fmla="*/ 692009 h 1065273"/>
              <a:gd name="csX6342" fmla="*/ 1096108 w 1728164"/>
              <a:gd name="csY6342" fmla="*/ 692434 h 1065273"/>
              <a:gd name="csX6343" fmla="*/ 1096286 w 1728164"/>
              <a:gd name="csY6343" fmla="*/ 692859 h 1065273"/>
              <a:gd name="csX6344" fmla="*/ 1096455 w 1728164"/>
              <a:gd name="csY6344" fmla="*/ 693283 h 1065273"/>
              <a:gd name="csX6345" fmla="*/ 1096633 w 1728164"/>
              <a:gd name="csY6345" fmla="*/ 693708 h 1065273"/>
              <a:gd name="csX6346" fmla="*/ 1096802 w 1728164"/>
              <a:gd name="csY6346" fmla="*/ 694132 h 1065273"/>
              <a:gd name="csX6347" fmla="*/ 1096980 w 1728164"/>
              <a:gd name="csY6347" fmla="*/ 694556 h 1065273"/>
              <a:gd name="csX6348" fmla="*/ 1097148 w 1728164"/>
              <a:gd name="csY6348" fmla="*/ 694980 h 1065273"/>
              <a:gd name="csX6349" fmla="*/ 1097318 w 1728164"/>
              <a:gd name="csY6349" fmla="*/ 695404 h 1065273"/>
              <a:gd name="csX6350" fmla="*/ 1097495 w 1728164"/>
              <a:gd name="csY6350" fmla="*/ 695826 h 1065273"/>
              <a:gd name="csX6351" fmla="*/ 1097665 w 1728164"/>
              <a:gd name="csY6351" fmla="*/ 696250 h 1065273"/>
              <a:gd name="csX6352" fmla="*/ 1097842 w 1728164"/>
              <a:gd name="csY6352" fmla="*/ 696672 h 1065273"/>
              <a:gd name="csX6353" fmla="*/ 1098012 w 1728164"/>
              <a:gd name="csY6353" fmla="*/ 697094 h 1065273"/>
              <a:gd name="csX6354" fmla="*/ 1098189 w 1728164"/>
              <a:gd name="csY6354" fmla="*/ 697516 h 1065273"/>
              <a:gd name="csX6355" fmla="*/ 1098358 w 1728164"/>
              <a:gd name="csY6355" fmla="*/ 697938 h 1065273"/>
              <a:gd name="csX6356" fmla="*/ 1098527 w 1728164"/>
              <a:gd name="csY6356" fmla="*/ 698360 h 1065273"/>
              <a:gd name="csX6357" fmla="*/ 1098705 w 1728164"/>
              <a:gd name="csY6357" fmla="*/ 698781 h 1065273"/>
              <a:gd name="csX6358" fmla="*/ 1098874 w 1728164"/>
              <a:gd name="csY6358" fmla="*/ 699202 h 1065273"/>
              <a:gd name="csX6359" fmla="*/ 1099052 w 1728164"/>
              <a:gd name="csY6359" fmla="*/ 699623 h 1065273"/>
              <a:gd name="csX6360" fmla="*/ 1099221 w 1728164"/>
              <a:gd name="csY6360" fmla="*/ 700043 h 1065273"/>
              <a:gd name="csX6361" fmla="*/ 1099399 w 1728164"/>
              <a:gd name="csY6361" fmla="*/ 700464 h 1065273"/>
              <a:gd name="csX6362" fmla="*/ 1099568 w 1728164"/>
              <a:gd name="csY6362" fmla="*/ 700884 h 1065273"/>
              <a:gd name="csX6363" fmla="*/ 1099737 w 1728164"/>
              <a:gd name="csY6363" fmla="*/ 701304 h 1065273"/>
              <a:gd name="csX6364" fmla="*/ 1099915 w 1728164"/>
              <a:gd name="csY6364" fmla="*/ 701723 h 1065273"/>
              <a:gd name="csX6365" fmla="*/ 1100084 w 1728164"/>
              <a:gd name="csY6365" fmla="*/ 702142 h 1065273"/>
              <a:gd name="csX6366" fmla="*/ 1100262 w 1728164"/>
              <a:gd name="csY6366" fmla="*/ 702561 h 1065273"/>
              <a:gd name="csX6367" fmla="*/ 1100431 w 1728164"/>
              <a:gd name="csY6367" fmla="*/ 702980 h 1065273"/>
              <a:gd name="csX6368" fmla="*/ 1100609 w 1728164"/>
              <a:gd name="csY6368" fmla="*/ 703398 h 1065273"/>
              <a:gd name="csX6369" fmla="*/ 1100778 w 1728164"/>
              <a:gd name="csY6369" fmla="*/ 703816 h 1065273"/>
              <a:gd name="csX6370" fmla="*/ 1100947 w 1728164"/>
              <a:gd name="csY6370" fmla="*/ 704234 h 1065273"/>
              <a:gd name="csX6371" fmla="*/ 1101125 w 1728164"/>
              <a:gd name="csY6371" fmla="*/ 704651 h 1065273"/>
              <a:gd name="csX6372" fmla="*/ 1101294 w 1728164"/>
              <a:gd name="csY6372" fmla="*/ 705069 h 1065273"/>
              <a:gd name="csX6373" fmla="*/ 1101472 w 1728164"/>
              <a:gd name="csY6373" fmla="*/ 705486 h 1065273"/>
              <a:gd name="csX6374" fmla="*/ 1101641 w 1728164"/>
              <a:gd name="csY6374" fmla="*/ 705903 h 1065273"/>
              <a:gd name="csX6375" fmla="*/ 1101819 w 1728164"/>
              <a:gd name="csY6375" fmla="*/ 706319 h 1065273"/>
              <a:gd name="csX6376" fmla="*/ 1101988 w 1728164"/>
              <a:gd name="csY6376" fmla="*/ 706736 h 1065273"/>
              <a:gd name="csX6377" fmla="*/ 1102157 w 1728164"/>
              <a:gd name="csY6377" fmla="*/ 707152 h 1065273"/>
              <a:gd name="csX6378" fmla="*/ 1102335 w 1728164"/>
              <a:gd name="csY6378" fmla="*/ 707568 h 1065273"/>
              <a:gd name="csX6379" fmla="*/ 1102504 w 1728164"/>
              <a:gd name="csY6379" fmla="*/ 707983 h 1065273"/>
              <a:gd name="csX6380" fmla="*/ 1102682 w 1728164"/>
              <a:gd name="csY6380" fmla="*/ 708399 h 1065273"/>
              <a:gd name="csX6381" fmla="*/ 1102851 w 1728164"/>
              <a:gd name="csY6381" fmla="*/ 708814 h 1065273"/>
              <a:gd name="csX6382" fmla="*/ 1103029 w 1728164"/>
              <a:gd name="csY6382" fmla="*/ 709229 h 1065273"/>
              <a:gd name="csX6383" fmla="*/ 1103198 w 1728164"/>
              <a:gd name="csY6383" fmla="*/ 709643 h 1065273"/>
              <a:gd name="csX6384" fmla="*/ 1103367 w 1728164"/>
              <a:gd name="csY6384" fmla="*/ 710057 h 1065273"/>
              <a:gd name="csX6385" fmla="*/ 1103545 w 1728164"/>
              <a:gd name="csY6385" fmla="*/ 710471 h 1065273"/>
              <a:gd name="csX6386" fmla="*/ 1103714 w 1728164"/>
              <a:gd name="csY6386" fmla="*/ 710884 h 1065273"/>
              <a:gd name="csX6387" fmla="*/ 1103892 w 1728164"/>
              <a:gd name="csY6387" fmla="*/ 711298 h 1065273"/>
              <a:gd name="csX6388" fmla="*/ 1104061 w 1728164"/>
              <a:gd name="csY6388" fmla="*/ 711711 h 1065273"/>
              <a:gd name="csX6389" fmla="*/ 1104239 w 1728164"/>
              <a:gd name="csY6389" fmla="*/ 712123 h 1065273"/>
              <a:gd name="csX6390" fmla="*/ 1104408 w 1728164"/>
              <a:gd name="csY6390" fmla="*/ 712536 h 1065273"/>
              <a:gd name="csX6391" fmla="*/ 1104577 w 1728164"/>
              <a:gd name="csY6391" fmla="*/ 712949 h 1065273"/>
              <a:gd name="csX6392" fmla="*/ 1104755 w 1728164"/>
              <a:gd name="csY6392" fmla="*/ 713361 h 1065273"/>
              <a:gd name="csX6393" fmla="*/ 1104924 w 1728164"/>
              <a:gd name="csY6393" fmla="*/ 713773 h 1065273"/>
              <a:gd name="csX6394" fmla="*/ 1105102 w 1728164"/>
              <a:gd name="csY6394" fmla="*/ 714184 h 1065273"/>
              <a:gd name="csX6395" fmla="*/ 1105271 w 1728164"/>
              <a:gd name="csY6395" fmla="*/ 714596 h 1065273"/>
              <a:gd name="csX6396" fmla="*/ 1105449 w 1728164"/>
              <a:gd name="csY6396" fmla="*/ 715006 h 1065273"/>
              <a:gd name="csX6397" fmla="*/ 1105618 w 1728164"/>
              <a:gd name="csY6397" fmla="*/ 715417 h 1065273"/>
              <a:gd name="csX6398" fmla="*/ 1105787 w 1728164"/>
              <a:gd name="csY6398" fmla="*/ 715827 h 1065273"/>
              <a:gd name="csX6399" fmla="*/ 1105965 w 1728164"/>
              <a:gd name="csY6399" fmla="*/ 716238 h 1065273"/>
              <a:gd name="csX6400" fmla="*/ 1106134 w 1728164"/>
              <a:gd name="csY6400" fmla="*/ 716647 h 1065273"/>
              <a:gd name="csX6401" fmla="*/ 1106312 w 1728164"/>
              <a:gd name="csY6401" fmla="*/ 717057 h 1065273"/>
              <a:gd name="csX6402" fmla="*/ 1106481 w 1728164"/>
              <a:gd name="csY6402" fmla="*/ 717467 h 1065273"/>
              <a:gd name="csX6403" fmla="*/ 1106659 w 1728164"/>
              <a:gd name="csY6403" fmla="*/ 717876 h 1065273"/>
              <a:gd name="csX6404" fmla="*/ 1106828 w 1728164"/>
              <a:gd name="csY6404" fmla="*/ 718284 h 1065273"/>
              <a:gd name="csX6405" fmla="*/ 1106997 w 1728164"/>
              <a:gd name="csY6405" fmla="*/ 718693 h 1065273"/>
              <a:gd name="csX6406" fmla="*/ 1107175 w 1728164"/>
              <a:gd name="csY6406" fmla="*/ 719101 h 1065273"/>
              <a:gd name="csX6407" fmla="*/ 1107344 w 1728164"/>
              <a:gd name="csY6407" fmla="*/ 719509 h 1065273"/>
              <a:gd name="csX6408" fmla="*/ 1107522 w 1728164"/>
              <a:gd name="csY6408" fmla="*/ 719917 h 1065273"/>
              <a:gd name="csX6409" fmla="*/ 1107691 w 1728164"/>
              <a:gd name="csY6409" fmla="*/ 720324 h 1065273"/>
              <a:gd name="csX6410" fmla="*/ 1107869 w 1728164"/>
              <a:gd name="csY6410" fmla="*/ 720732 h 1065273"/>
              <a:gd name="csX6411" fmla="*/ 1108038 w 1728164"/>
              <a:gd name="csY6411" fmla="*/ 721138 h 1065273"/>
              <a:gd name="csX6412" fmla="*/ 1108207 w 1728164"/>
              <a:gd name="csY6412" fmla="*/ 721545 h 1065273"/>
              <a:gd name="csX6413" fmla="*/ 1108385 w 1728164"/>
              <a:gd name="csY6413" fmla="*/ 721951 h 1065273"/>
              <a:gd name="csX6414" fmla="*/ 1108554 w 1728164"/>
              <a:gd name="csY6414" fmla="*/ 722358 h 1065273"/>
              <a:gd name="csX6415" fmla="*/ 1108732 w 1728164"/>
              <a:gd name="csY6415" fmla="*/ 722764 h 1065273"/>
              <a:gd name="csX6416" fmla="*/ 1108901 w 1728164"/>
              <a:gd name="csY6416" fmla="*/ 723169 h 1065273"/>
              <a:gd name="csX6417" fmla="*/ 1109070 w 1728164"/>
              <a:gd name="csY6417" fmla="*/ 723574 h 1065273"/>
              <a:gd name="csX6418" fmla="*/ 1109248 w 1728164"/>
              <a:gd name="csY6418" fmla="*/ 723980 h 1065273"/>
              <a:gd name="csX6419" fmla="*/ 1109417 w 1728164"/>
              <a:gd name="csY6419" fmla="*/ 724385 h 1065273"/>
              <a:gd name="csX6420" fmla="*/ 1109595 w 1728164"/>
              <a:gd name="csY6420" fmla="*/ 724789 h 1065273"/>
              <a:gd name="csX6421" fmla="*/ 1109764 w 1728164"/>
              <a:gd name="csY6421" fmla="*/ 725193 h 1065273"/>
              <a:gd name="csX6422" fmla="*/ 1109942 w 1728164"/>
              <a:gd name="csY6422" fmla="*/ 725597 h 1065273"/>
              <a:gd name="csX6423" fmla="*/ 1110111 w 1728164"/>
              <a:gd name="csY6423" fmla="*/ 726000 h 1065273"/>
              <a:gd name="csX6424" fmla="*/ 1110280 w 1728164"/>
              <a:gd name="csY6424" fmla="*/ 726404 h 1065273"/>
              <a:gd name="csX6425" fmla="*/ 1110458 w 1728164"/>
              <a:gd name="csY6425" fmla="*/ 726807 h 1065273"/>
              <a:gd name="csX6426" fmla="*/ 1110627 w 1728164"/>
              <a:gd name="csY6426" fmla="*/ 727210 h 1065273"/>
              <a:gd name="csX6427" fmla="*/ 1110805 w 1728164"/>
              <a:gd name="csY6427" fmla="*/ 727612 h 1065273"/>
              <a:gd name="csX6428" fmla="*/ 1110974 w 1728164"/>
              <a:gd name="csY6428" fmla="*/ 728014 h 1065273"/>
              <a:gd name="csX6429" fmla="*/ 1111152 w 1728164"/>
              <a:gd name="csY6429" fmla="*/ 728416 h 1065273"/>
              <a:gd name="csX6430" fmla="*/ 1111321 w 1728164"/>
              <a:gd name="csY6430" fmla="*/ 728819 h 1065273"/>
              <a:gd name="csX6431" fmla="*/ 1111490 w 1728164"/>
              <a:gd name="csY6431" fmla="*/ 729220 h 1065273"/>
              <a:gd name="csX6432" fmla="*/ 1111668 w 1728164"/>
              <a:gd name="csY6432" fmla="*/ 729621 h 1065273"/>
              <a:gd name="csX6433" fmla="*/ 1111837 w 1728164"/>
              <a:gd name="csY6433" fmla="*/ 730022 h 1065273"/>
              <a:gd name="csX6434" fmla="*/ 1112015 w 1728164"/>
              <a:gd name="csY6434" fmla="*/ 730423 h 1065273"/>
              <a:gd name="csX6435" fmla="*/ 1112184 w 1728164"/>
              <a:gd name="csY6435" fmla="*/ 730823 h 1065273"/>
              <a:gd name="csX6436" fmla="*/ 1112362 w 1728164"/>
              <a:gd name="csY6436" fmla="*/ 731223 h 1065273"/>
              <a:gd name="csX6437" fmla="*/ 1112530 w 1728164"/>
              <a:gd name="csY6437" fmla="*/ 731623 h 1065273"/>
              <a:gd name="csX6438" fmla="*/ 1112700 w 1728164"/>
              <a:gd name="csY6438" fmla="*/ 732022 h 1065273"/>
              <a:gd name="csX6439" fmla="*/ 1112877 w 1728164"/>
              <a:gd name="csY6439" fmla="*/ 732422 h 1065273"/>
              <a:gd name="csX6440" fmla="*/ 1113047 w 1728164"/>
              <a:gd name="csY6440" fmla="*/ 732820 h 1065273"/>
              <a:gd name="csX6441" fmla="*/ 1113224 w 1728164"/>
              <a:gd name="csY6441" fmla="*/ 733219 h 1065273"/>
              <a:gd name="csX6442" fmla="*/ 1113393 w 1728164"/>
              <a:gd name="csY6442" fmla="*/ 733617 h 1065273"/>
              <a:gd name="csX6443" fmla="*/ 1113571 w 1728164"/>
              <a:gd name="csY6443" fmla="*/ 734016 h 1065273"/>
              <a:gd name="csX6444" fmla="*/ 1113740 w 1728164"/>
              <a:gd name="csY6444" fmla="*/ 734414 h 1065273"/>
              <a:gd name="csX6445" fmla="*/ 1113909 w 1728164"/>
              <a:gd name="csY6445" fmla="*/ 734811 h 1065273"/>
              <a:gd name="csX6446" fmla="*/ 1114087 w 1728164"/>
              <a:gd name="csY6446" fmla="*/ 735209 h 1065273"/>
              <a:gd name="csX6447" fmla="*/ 1114256 w 1728164"/>
              <a:gd name="csY6447" fmla="*/ 735606 h 1065273"/>
              <a:gd name="csX6448" fmla="*/ 1114434 w 1728164"/>
              <a:gd name="csY6448" fmla="*/ 736002 h 1065273"/>
              <a:gd name="csX6449" fmla="*/ 1114603 w 1728164"/>
              <a:gd name="csY6449" fmla="*/ 736398 h 1065273"/>
              <a:gd name="csX6450" fmla="*/ 1114781 w 1728164"/>
              <a:gd name="csY6450" fmla="*/ 736795 h 1065273"/>
              <a:gd name="csX6451" fmla="*/ 1114950 w 1728164"/>
              <a:gd name="csY6451" fmla="*/ 737191 h 1065273"/>
              <a:gd name="csX6452" fmla="*/ 1115119 w 1728164"/>
              <a:gd name="csY6452" fmla="*/ 737587 h 1065273"/>
              <a:gd name="csX6453" fmla="*/ 1115297 w 1728164"/>
              <a:gd name="csY6453" fmla="*/ 737982 h 1065273"/>
              <a:gd name="csX6454" fmla="*/ 1115466 w 1728164"/>
              <a:gd name="csY6454" fmla="*/ 738377 h 1065273"/>
              <a:gd name="csX6455" fmla="*/ 1115644 w 1728164"/>
              <a:gd name="csY6455" fmla="*/ 738772 h 1065273"/>
              <a:gd name="csX6456" fmla="*/ 1115813 w 1728164"/>
              <a:gd name="csY6456" fmla="*/ 739166 h 1065273"/>
              <a:gd name="csX6457" fmla="*/ 1115991 w 1728164"/>
              <a:gd name="csY6457" fmla="*/ 739561 h 1065273"/>
              <a:gd name="csX6458" fmla="*/ 1116160 w 1728164"/>
              <a:gd name="csY6458" fmla="*/ 739954 h 1065273"/>
              <a:gd name="csX6459" fmla="*/ 1116329 w 1728164"/>
              <a:gd name="csY6459" fmla="*/ 740348 h 1065273"/>
              <a:gd name="csX6460" fmla="*/ 1116507 w 1728164"/>
              <a:gd name="csY6460" fmla="*/ 740742 h 1065273"/>
              <a:gd name="csX6461" fmla="*/ 1116676 w 1728164"/>
              <a:gd name="csY6461" fmla="*/ 741135 h 1065273"/>
              <a:gd name="csX6462" fmla="*/ 1116854 w 1728164"/>
              <a:gd name="csY6462" fmla="*/ 741528 h 1065273"/>
              <a:gd name="csX6463" fmla="*/ 1117023 w 1728164"/>
              <a:gd name="csY6463" fmla="*/ 741920 h 1065273"/>
              <a:gd name="csX6464" fmla="*/ 1117201 w 1728164"/>
              <a:gd name="csY6464" fmla="*/ 742313 h 1065273"/>
              <a:gd name="csX6465" fmla="*/ 1117370 w 1728164"/>
              <a:gd name="csY6465" fmla="*/ 742705 h 1065273"/>
              <a:gd name="csX6466" fmla="*/ 1117539 w 1728164"/>
              <a:gd name="csY6466" fmla="*/ 743096 h 1065273"/>
              <a:gd name="csX6467" fmla="*/ 1117717 w 1728164"/>
              <a:gd name="csY6467" fmla="*/ 743488 h 1065273"/>
              <a:gd name="csX6468" fmla="*/ 1117886 w 1728164"/>
              <a:gd name="csY6468" fmla="*/ 743879 h 1065273"/>
              <a:gd name="csX6469" fmla="*/ 1118064 w 1728164"/>
              <a:gd name="csY6469" fmla="*/ 744270 h 1065273"/>
              <a:gd name="csX6470" fmla="*/ 1118233 w 1728164"/>
              <a:gd name="csY6470" fmla="*/ 744660 h 1065273"/>
              <a:gd name="csX6471" fmla="*/ 1118411 w 1728164"/>
              <a:gd name="csY6471" fmla="*/ 745051 h 1065273"/>
              <a:gd name="csX6472" fmla="*/ 1118580 w 1728164"/>
              <a:gd name="csY6472" fmla="*/ 745441 h 1065273"/>
              <a:gd name="csX6473" fmla="*/ 1118749 w 1728164"/>
              <a:gd name="csY6473" fmla="*/ 745830 h 1065273"/>
              <a:gd name="csX6474" fmla="*/ 1118927 w 1728164"/>
              <a:gd name="csY6474" fmla="*/ 746220 h 1065273"/>
              <a:gd name="csX6475" fmla="*/ 1119096 w 1728164"/>
              <a:gd name="csY6475" fmla="*/ 746610 h 1065273"/>
              <a:gd name="csX6476" fmla="*/ 1119274 w 1728164"/>
              <a:gd name="csY6476" fmla="*/ 746998 h 1065273"/>
              <a:gd name="csX6477" fmla="*/ 1119443 w 1728164"/>
              <a:gd name="csY6477" fmla="*/ 747387 h 1065273"/>
              <a:gd name="csX6478" fmla="*/ 1119621 w 1728164"/>
              <a:gd name="csY6478" fmla="*/ 747775 h 1065273"/>
              <a:gd name="csX6479" fmla="*/ 1119790 w 1728164"/>
              <a:gd name="csY6479" fmla="*/ 748164 h 1065273"/>
              <a:gd name="csX6480" fmla="*/ 1119959 w 1728164"/>
              <a:gd name="csY6480" fmla="*/ 748551 h 1065273"/>
              <a:gd name="csX6481" fmla="*/ 1120137 w 1728164"/>
              <a:gd name="csY6481" fmla="*/ 748939 h 1065273"/>
              <a:gd name="csX6482" fmla="*/ 1120306 w 1728164"/>
              <a:gd name="csY6482" fmla="*/ 749326 h 1065273"/>
              <a:gd name="csX6483" fmla="*/ 1120484 w 1728164"/>
              <a:gd name="csY6483" fmla="*/ 749713 h 1065273"/>
              <a:gd name="csX6484" fmla="*/ 1120653 w 1728164"/>
              <a:gd name="csY6484" fmla="*/ 750100 h 1065273"/>
              <a:gd name="csX6485" fmla="*/ 1120831 w 1728164"/>
              <a:gd name="csY6485" fmla="*/ 750486 h 1065273"/>
              <a:gd name="csX6486" fmla="*/ 1121000 w 1728164"/>
              <a:gd name="csY6486" fmla="*/ 750872 h 1065273"/>
              <a:gd name="csX6487" fmla="*/ 1121169 w 1728164"/>
              <a:gd name="csY6487" fmla="*/ 751258 h 1065273"/>
              <a:gd name="csX6488" fmla="*/ 1121347 w 1728164"/>
              <a:gd name="csY6488" fmla="*/ 751643 h 1065273"/>
              <a:gd name="csX6489" fmla="*/ 1121516 w 1728164"/>
              <a:gd name="csY6489" fmla="*/ 752029 h 1065273"/>
              <a:gd name="csX6490" fmla="*/ 1121694 w 1728164"/>
              <a:gd name="csY6490" fmla="*/ 752414 h 1065273"/>
              <a:gd name="csX6491" fmla="*/ 1121863 w 1728164"/>
              <a:gd name="csY6491" fmla="*/ 752799 h 1065273"/>
              <a:gd name="csX6492" fmla="*/ 1122041 w 1728164"/>
              <a:gd name="csY6492" fmla="*/ 753183 h 1065273"/>
              <a:gd name="csX6493" fmla="*/ 1122210 w 1728164"/>
              <a:gd name="csY6493" fmla="*/ 753567 h 1065273"/>
              <a:gd name="csX6494" fmla="*/ 1122379 w 1728164"/>
              <a:gd name="csY6494" fmla="*/ 753951 h 1065273"/>
              <a:gd name="csX6495" fmla="*/ 1122557 w 1728164"/>
              <a:gd name="csY6495" fmla="*/ 754335 h 1065273"/>
              <a:gd name="csX6496" fmla="*/ 1122726 w 1728164"/>
              <a:gd name="csY6496" fmla="*/ 754718 h 1065273"/>
              <a:gd name="csX6497" fmla="*/ 1122904 w 1728164"/>
              <a:gd name="csY6497" fmla="*/ 755100 h 1065273"/>
              <a:gd name="csX6498" fmla="*/ 1123073 w 1728164"/>
              <a:gd name="csY6498" fmla="*/ 755483 h 1065273"/>
              <a:gd name="csX6499" fmla="*/ 1123251 w 1728164"/>
              <a:gd name="csY6499" fmla="*/ 755866 h 1065273"/>
              <a:gd name="csX6500" fmla="*/ 1123420 w 1728164"/>
              <a:gd name="csY6500" fmla="*/ 756248 h 1065273"/>
              <a:gd name="csX6501" fmla="*/ 1123589 w 1728164"/>
              <a:gd name="csY6501" fmla="*/ 756630 h 1065273"/>
              <a:gd name="csX6502" fmla="*/ 1123767 w 1728164"/>
              <a:gd name="csY6502" fmla="*/ 757011 h 1065273"/>
              <a:gd name="csX6503" fmla="*/ 1123936 w 1728164"/>
              <a:gd name="csY6503" fmla="*/ 757393 h 1065273"/>
              <a:gd name="csX6504" fmla="*/ 1124114 w 1728164"/>
              <a:gd name="csY6504" fmla="*/ 757774 h 1065273"/>
              <a:gd name="csX6505" fmla="*/ 1124283 w 1728164"/>
              <a:gd name="csY6505" fmla="*/ 758155 h 1065273"/>
              <a:gd name="csX6506" fmla="*/ 1124461 w 1728164"/>
              <a:gd name="csY6506" fmla="*/ 758534 h 1065273"/>
              <a:gd name="csX6507" fmla="*/ 1124630 w 1728164"/>
              <a:gd name="csY6507" fmla="*/ 758915 h 1065273"/>
              <a:gd name="csX6508" fmla="*/ 1124799 w 1728164"/>
              <a:gd name="csY6508" fmla="*/ 759295 h 1065273"/>
              <a:gd name="csX6509" fmla="*/ 1124977 w 1728164"/>
              <a:gd name="csY6509" fmla="*/ 759674 h 1065273"/>
              <a:gd name="csX6510" fmla="*/ 1125146 w 1728164"/>
              <a:gd name="csY6510" fmla="*/ 760054 h 1065273"/>
              <a:gd name="csX6511" fmla="*/ 1125324 w 1728164"/>
              <a:gd name="csY6511" fmla="*/ 760433 h 1065273"/>
              <a:gd name="csX6512" fmla="*/ 1125493 w 1728164"/>
              <a:gd name="csY6512" fmla="*/ 760811 h 1065273"/>
              <a:gd name="csX6513" fmla="*/ 1125671 w 1728164"/>
              <a:gd name="csY6513" fmla="*/ 761190 h 1065273"/>
              <a:gd name="csX6514" fmla="*/ 1125840 w 1728164"/>
              <a:gd name="csY6514" fmla="*/ 761568 h 1065273"/>
              <a:gd name="csX6515" fmla="*/ 1126009 w 1728164"/>
              <a:gd name="csY6515" fmla="*/ 761946 h 1065273"/>
              <a:gd name="csX6516" fmla="*/ 1126187 w 1728164"/>
              <a:gd name="csY6516" fmla="*/ 762323 h 1065273"/>
              <a:gd name="csX6517" fmla="*/ 1126356 w 1728164"/>
              <a:gd name="csY6517" fmla="*/ 762701 h 1065273"/>
              <a:gd name="csX6518" fmla="*/ 1126533 w 1728164"/>
              <a:gd name="csY6518" fmla="*/ 763078 h 1065273"/>
              <a:gd name="csX6519" fmla="*/ 1126703 w 1728164"/>
              <a:gd name="csY6519" fmla="*/ 763454 h 1065273"/>
              <a:gd name="csX6520" fmla="*/ 1126880 w 1728164"/>
              <a:gd name="csY6520" fmla="*/ 763831 h 1065273"/>
              <a:gd name="csX6521" fmla="*/ 1127050 w 1728164"/>
              <a:gd name="csY6521" fmla="*/ 764207 h 1065273"/>
              <a:gd name="csX6522" fmla="*/ 1127219 w 1728164"/>
              <a:gd name="csY6522" fmla="*/ 764582 h 1065273"/>
              <a:gd name="csX6523" fmla="*/ 1127396 w 1728164"/>
              <a:gd name="csY6523" fmla="*/ 764956 h 1065273"/>
              <a:gd name="csX6524" fmla="*/ 1127566 w 1728164"/>
              <a:gd name="csY6524" fmla="*/ 765330 h 1065273"/>
              <a:gd name="csX6525" fmla="*/ 1127743 w 1728164"/>
              <a:gd name="csY6525" fmla="*/ 765712 h 1065273"/>
              <a:gd name="csX6526" fmla="*/ 1127912 w 1728164"/>
              <a:gd name="csY6526" fmla="*/ 766086 h 1065273"/>
              <a:gd name="csX6527" fmla="*/ 1128081 w 1728164"/>
              <a:gd name="csY6527" fmla="*/ 766459 h 1065273"/>
              <a:gd name="csX6528" fmla="*/ 1128259 w 1728164"/>
              <a:gd name="csY6528" fmla="*/ 766833 h 1065273"/>
              <a:gd name="csX6529" fmla="*/ 1128428 w 1728164"/>
              <a:gd name="csY6529" fmla="*/ 767207 h 1065273"/>
              <a:gd name="csX6530" fmla="*/ 1128606 w 1728164"/>
              <a:gd name="csY6530" fmla="*/ 767580 h 1065273"/>
              <a:gd name="csX6531" fmla="*/ 1128775 w 1728164"/>
              <a:gd name="csY6531" fmla="*/ 767954 h 1065273"/>
              <a:gd name="csX6532" fmla="*/ 1128953 w 1728164"/>
              <a:gd name="csY6532" fmla="*/ 768328 h 1065273"/>
              <a:gd name="csX6533" fmla="*/ 1129122 w 1728164"/>
              <a:gd name="csY6533" fmla="*/ 768701 h 1065273"/>
              <a:gd name="csX6534" fmla="*/ 1129291 w 1728164"/>
              <a:gd name="csY6534" fmla="*/ 769075 h 1065273"/>
              <a:gd name="csX6535" fmla="*/ 1129469 w 1728164"/>
              <a:gd name="csY6535" fmla="*/ 769440 h 1065273"/>
              <a:gd name="csX6536" fmla="*/ 1129638 w 1728164"/>
              <a:gd name="csY6536" fmla="*/ 769813 h 1065273"/>
              <a:gd name="csX6537" fmla="*/ 1129816 w 1728164"/>
              <a:gd name="csY6537" fmla="*/ 770187 h 1065273"/>
              <a:gd name="csX6538" fmla="*/ 1129985 w 1728164"/>
              <a:gd name="csY6538" fmla="*/ 770561 h 1065273"/>
              <a:gd name="csX6539" fmla="*/ 1130163 w 1728164"/>
              <a:gd name="csY6539" fmla="*/ 770925 h 1065273"/>
              <a:gd name="csX6540" fmla="*/ 1130332 w 1728164"/>
              <a:gd name="csY6540" fmla="*/ 771299 h 1065273"/>
              <a:gd name="csX6541" fmla="*/ 1130501 w 1728164"/>
              <a:gd name="csY6541" fmla="*/ 771673 h 1065273"/>
              <a:gd name="csX6542" fmla="*/ 1130679 w 1728164"/>
              <a:gd name="csY6542" fmla="*/ 772038 h 1065273"/>
              <a:gd name="csX6543" fmla="*/ 1130848 w 1728164"/>
              <a:gd name="csY6543" fmla="*/ 772411 h 1065273"/>
              <a:gd name="csX6544" fmla="*/ 1131026 w 1728164"/>
              <a:gd name="csY6544" fmla="*/ 772776 h 1065273"/>
              <a:gd name="csX6545" fmla="*/ 1131195 w 1728164"/>
              <a:gd name="csY6545" fmla="*/ 773150 h 1065273"/>
              <a:gd name="csX6546" fmla="*/ 1131373 w 1728164"/>
              <a:gd name="csY6546" fmla="*/ 773514 h 1065273"/>
              <a:gd name="csX6547" fmla="*/ 1131542 w 1728164"/>
              <a:gd name="csY6547" fmla="*/ 773888 h 1065273"/>
              <a:gd name="csX6548" fmla="*/ 1131711 w 1728164"/>
              <a:gd name="csY6548" fmla="*/ 774253 h 1065273"/>
              <a:gd name="csX6549" fmla="*/ 1131889 w 1728164"/>
              <a:gd name="csY6549" fmla="*/ 774626 h 1065273"/>
              <a:gd name="csX6550" fmla="*/ 1132058 w 1728164"/>
              <a:gd name="csY6550" fmla="*/ 774991 h 1065273"/>
              <a:gd name="csX6551" fmla="*/ 1132236 w 1728164"/>
              <a:gd name="csY6551" fmla="*/ 775356 h 1065273"/>
              <a:gd name="csX6552" fmla="*/ 1132405 w 1728164"/>
              <a:gd name="csY6552" fmla="*/ 775730 h 1065273"/>
              <a:gd name="csX6553" fmla="*/ 1132583 w 1728164"/>
              <a:gd name="csY6553" fmla="*/ 776094 h 1065273"/>
              <a:gd name="csX6554" fmla="*/ 1132752 w 1728164"/>
              <a:gd name="csY6554" fmla="*/ 776459 h 1065273"/>
              <a:gd name="csX6555" fmla="*/ 1132921 w 1728164"/>
              <a:gd name="csY6555" fmla="*/ 776824 h 1065273"/>
              <a:gd name="csX6556" fmla="*/ 1133099 w 1728164"/>
              <a:gd name="csY6556" fmla="*/ 777189 h 1065273"/>
              <a:gd name="csX6557" fmla="*/ 1133268 w 1728164"/>
              <a:gd name="csY6557" fmla="*/ 777553 h 1065273"/>
              <a:gd name="csX6558" fmla="*/ 1133446 w 1728164"/>
              <a:gd name="csY6558" fmla="*/ 777918 h 1065273"/>
              <a:gd name="csX6559" fmla="*/ 1133615 w 1728164"/>
              <a:gd name="csY6559" fmla="*/ 778292 h 1065273"/>
              <a:gd name="csX6560" fmla="*/ 1133793 w 1728164"/>
              <a:gd name="csY6560" fmla="*/ 778656 h 1065273"/>
              <a:gd name="csX6561" fmla="*/ 1133962 w 1728164"/>
              <a:gd name="csY6561" fmla="*/ 779021 h 1065273"/>
              <a:gd name="csX6562" fmla="*/ 1134131 w 1728164"/>
              <a:gd name="csY6562" fmla="*/ 779377 h 1065273"/>
              <a:gd name="csX6563" fmla="*/ 1134309 w 1728164"/>
              <a:gd name="csY6563" fmla="*/ 779742 h 1065273"/>
              <a:gd name="csX6564" fmla="*/ 1134478 w 1728164"/>
              <a:gd name="csY6564" fmla="*/ 780107 h 1065273"/>
              <a:gd name="csX6565" fmla="*/ 1134656 w 1728164"/>
              <a:gd name="csY6565" fmla="*/ 780471 h 1065273"/>
              <a:gd name="csX6566" fmla="*/ 1134825 w 1728164"/>
              <a:gd name="csY6566" fmla="*/ 780836 h 1065273"/>
              <a:gd name="csX6567" fmla="*/ 1135003 w 1728164"/>
              <a:gd name="csY6567" fmla="*/ 781201 h 1065273"/>
              <a:gd name="csX6568" fmla="*/ 1135172 w 1728164"/>
              <a:gd name="csY6568" fmla="*/ 781566 h 1065273"/>
              <a:gd name="csX6569" fmla="*/ 1135341 w 1728164"/>
              <a:gd name="csY6569" fmla="*/ 781921 h 1065273"/>
              <a:gd name="csX6570" fmla="*/ 1135519 w 1728164"/>
              <a:gd name="csY6570" fmla="*/ 782286 h 1065273"/>
              <a:gd name="csX6571" fmla="*/ 1135688 w 1728164"/>
              <a:gd name="csY6571" fmla="*/ 782651 h 1065273"/>
              <a:gd name="csX6572" fmla="*/ 1135866 w 1728164"/>
              <a:gd name="csY6572" fmla="*/ 783007 h 1065273"/>
              <a:gd name="csX6573" fmla="*/ 1136035 w 1728164"/>
              <a:gd name="csY6573" fmla="*/ 783372 h 1065273"/>
              <a:gd name="csX6574" fmla="*/ 1136213 w 1728164"/>
              <a:gd name="csY6574" fmla="*/ 783727 h 1065273"/>
              <a:gd name="csX6575" fmla="*/ 1136382 w 1728164"/>
              <a:gd name="csY6575" fmla="*/ 784092 h 1065273"/>
              <a:gd name="csX6576" fmla="*/ 1136551 w 1728164"/>
              <a:gd name="csY6576" fmla="*/ 784448 h 1065273"/>
              <a:gd name="csX6577" fmla="*/ 1136729 w 1728164"/>
              <a:gd name="csY6577" fmla="*/ 784813 h 1065273"/>
              <a:gd name="csX6578" fmla="*/ 1136898 w 1728164"/>
              <a:gd name="csY6578" fmla="*/ 785169 h 1065273"/>
              <a:gd name="csX6579" fmla="*/ 1137076 w 1728164"/>
              <a:gd name="csY6579" fmla="*/ 785533 h 1065273"/>
              <a:gd name="csX6580" fmla="*/ 1137245 w 1728164"/>
              <a:gd name="csY6580" fmla="*/ 785889 h 1065273"/>
              <a:gd name="csX6581" fmla="*/ 1137423 w 1728164"/>
              <a:gd name="csY6581" fmla="*/ 786245 h 1065273"/>
              <a:gd name="csX6582" fmla="*/ 1137592 w 1728164"/>
              <a:gd name="csY6582" fmla="*/ 786610 h 1065273"/>
              <a:gd name="csX6583" fmla="*/ 1137761 w 1728164"/>
              <a:gd name="csY6583" fmla="*/ 786966 h 1065273"/>
              <a:gd name="csX6584" fmla="*/ 1137939 w 1728164"/>
              <a:gd name="csY6584" fmla="*/ 787322 h 1065273"/>
              <a:gd name="csX6585" fmla="*/ 1138108 w 1728164"/>
              <a:gd name="csY6585" fmla="*/ 787678 h 1065273"/>
              <a:gd name="csX6586" fmla="*/ 1138286 w 1728164"/>
              <a:gd name="csY6586" fmla="*/ 788042 h 1065273"/>
              <a:gd name="csX6587" fmla="*/ 1138455 w 1728164"/>
              <a:gd name="csY6587" fmla="*/ 788398 h 1065273"/>
              <a:gd name="csX6588" fmla="*/ 1138633 w 1728164"/>
              <a:gd name="csY6588" fmla="*/ 788754 h 1065273"/>
              <a:gd name="csX6589" fmla="*/ 1138802 w 1728164"/>
              <a:gd name="csY6589" fmla="*/ 789110 h 1065273"/>
              <a:gd name="csX6590" fmla="*/ 1138971 w 1728164"/>
              <a:gd name="csY6590" fmla="*/ 789466 h 1065273"/>
              <a:gd name="csX6591" fmla="*/ 1139149 w 1728164"/>
              <a:gd name="csY6591" fmla="*/ 789821 h 1065273"/>
              <a:gd name="csX6592" fmla="*/ 1139318 w 1728164"/>
              <a:gd name="csY6592" fmla="*/ 790177 h 1065273"/>
              <a:gd name="csX6593" fmla="*/ 1139496 w 1728164"/>
              <a:gd name="csY6593" fmla="*/ 790533 h 1065273"/>
              <a:gd name="csX6594" fmla="*/ 1139665 w 1728164"/>
              <a:gd name="csY6594" fmla="*/ 790889 h 1065273"/>
              <a:gd name="csX6595" fmla="*/ 1139843 w 1728164"/>
              <a:gd name="csY6595" fmla="*/ 791245 h 1065273"/>
              <a:gd name="csX6596" fmla="*/ 1140012 w 1728164"/>
              <a:gd name="csY6596" fmla="*/ 791592 h 1065273"/>
              <a:gd name="csX6597" fmla="*/ 1140181 w 1728164"/>
              <a:gd name="csY6597" fmla="*/ 791948 h 1065273"/>
              <a:gd name="csX6598" fmla="*/ 1140359 w 1728164"/>
              <a:gd name="csY6598" fmla="*/ 792304 h 1065273"/>
              <a:gd name="csX6599" fmla="*/ 1140528 w 1728164"/>
              <a:gd name="csY6599" fmla="*/ 792659 h 1065273"/>
              <a:gd name="csX6600" fmla="*/ 1140706 w 1728164"/>
              <a:gd name="csY6600" fmla="*/ 793006 h 1065273"/>
              <a:gd name="csX6601" fmla="*/ 1140875 w 1728164"/>
              <a:gd name="csY6601" fmla="*/ 793362 h 1065273"/>
              <a:gd name="csX6602" fmla="*/ 1141053 w 1728164"/>
              <a:gd name="csY6602" fmla="*/ 793718 h 1065273"/>
              <a:gd name="csX6603" fmla="*/ 1141222 w 1728164"/>
              <a:gd name="csY6603" fmla="*/ 794065 h 1065273"/>
              <a:gd name="csX6604" fmla="*/ 1141391 w 1728164"/>
              <a:gd name="csY6604" fmla="*/ 794421 h 1065273"/>
              <a:gd name="csX6605" fmla="*/ 1141569 w 1728164"/>
              <a:gd name="csY6605" fmla="*/ 794768 h 1065273"/>
              <a:gd name="csX6606" fmla="*/ 1141738 w 1728164"/>
              <a:gd name="csY6606" fmla="*/ 795124 h 1065273"/>
              <a:gd name="csX6607" fmla="*/ 1141915 w 1728164"/>
              <a:gd name="csY6607" fmla="*/ 795471 h 1065273"/>
              <a:gd name="csX6608" fmla="*/ 1142084 w 1728164"/>
              <a:gd name="csY6608" fmla="*/ 795827 h 1065273"/>
              <a:gd name="csX6609" fmla="*/ 1142262 w 1728164"/>
              <a:gd name="csY6609" fmla="*/ 796174 h 1065273"/>
              <a:gd name="csX6610" fmla="*/ 1142431 w 1728164"/>
              <a:gd name="csY6610" fmla="*/ 796529 h 1065273"/>
              <a:gd name="csX6611" fmla="*/ 1142601 w 1728164"/>
              <a:gd name="csY6611" fmla="*/ 796876 h 1065273"/>
              <a:gd name="csX6612" fmla="*/ 1142778 w 1728164"/>
              <a:gd name="csY6612" fmla="*/ 797223 h 1065273"/>
              <a:gd name="csX6613" fmla="*/ 1142948 w 1728164"/>
              <a:gd name="csY6613" fmla="*/ 797579 h 1065273"/>
              <a:gd name="csX6614" fmla="*/ 1143125 w 1728164"/>
              <a:gd name="csY6614" fmla="*/ 797926 h 1065273"/>
              <a:gd name="csX6615" fmla="*/ 1143294 w 1728164"/>
              <a:gd name="csY6615" fmla="*/ 798273 h 1065273"/>
              <a:gd name="csX6616" fmla="*/ 1143472 w 1728164"/>
              <a:gd name="csY6616" fmla="*/ 798620 h 1065273"/>
              <a:gd name="csX6617" fmla="*/ 1143641 w 1728164"/>
              <a:gd name="csY6617" fmla="*/ 798967 h 1065273"/>
              <a:gd name="csX6618" fmla="*/ 1143810 w 1728164"/>
              <a:gd name="csY6618" fmla="*/ 799314 h 1065273"/>
              <a:gd name="csX6619" fmla="*/ 1143988 w 1728164"/>
              <a:gd name="csY6619" fmla="*/ 799670 h 1065273"/>
              <a:gd name="csX6620" fmla="*/ 1144157 w 1728164"/>
              <a:gd name="csY6620" fmla="*/ 800017 h 1065273"/>
              <a:gd name="csX6621" fmla="*/ 1144335 w 1728164"/>
              <a:gd name="csY6621" fmla="*/ 800364 h 1065273"/>
              <a:gd name="csX6622" fmla="*/ 1144504 w 1728164"/>
              <a:gd name="csY6622" fmla="*/ 800711 h 1065273"/>
              <a:gd name="csX6623" fmla="*/ 1144682 w 1728164"/>
              <a:gd name="csY6623" fmla="*/ 801058 h 1065273"/>
              <a:gd name="csX6624" fmla="*/ 1144851 w 1728164"/>
              <a:gd name="csY6624" fmla="*/ 801396 h 1065273"/>
              <a:gd name="csX6625" fmla="*/ 1145020 w 1728164"/>
              <a:gd name="csY6625" fmla="*/ 801743 h 1065273"/>
              <a:gd name="csX6626" fmla="*/ 1145198 w 1728164"/>
              <a:gd name="csY6626" fmla="*/ 802090 h 1065273"/>
              <a:gd name="csX6627" fmla="*/ 1145367 w 1728164"/>
              <a:gd name="csY6627" fmla="*/ 802437 h 1065273"/>
              <a:gd name="csX6628" fmla="*/ 1145545 w 1728164"/>
              <a:gd name="csY6628" fmla="*/ 802784 h 1065273"/>
              <a:gd name="csX6629" fmla="*/ 1145714 w 1728164"/>
              <a:gd name="csY6629" fmla="*/ 803131 h 1065273"/>
              <a:gd name="csX6630" fmla="*/ 1145892 w 1728164"/>
              <a:gd name="csY6630" fmla="*/ 803469 h 1065273"/>
              <a:gd name="csX6631" fmla="*/ 1146061 w 1728164"/>
              <a:gd name="csY6631" fmla="*/ 803816 h 1065273"/>
              <a:gd name="csX6632" fmla="*/ 1146230 w 1728164"/>
              <a:gd name="csY6632" fmla="*/ 804163 h 1065273"/>
              <a:gd name="csX6633" fmla="*/ 1146408 w 1728164"/>
              <a:gd name="csY6633" fmla="*/ 804501 h 1065273"/>
              <a:gd name="csX6634" fmla="*/ 1146577 w 1728164"/>
              <a:gd name="csY6634" fmla="*/ 804848 h 1065273"/>
              <a:gd name="csX6635" fmla="*/ 1146755 w 1728164"/>
              <a:gd name="csY6635" fmla="*/ 805186 h 1065273"/>
              <a:gd name="csX6636" fmla="*/ 1146924 w 1728164"/>
              <a:gd name="csY6636" fmla="*/ 805533 h 1065273"/>
              <a:gd name="csX6637" fmla="*/ 1147093 w 1728164"/>
              <a:gd name="csY6637" fmla="*/ 805871 h 1065273"/>
              <a:gd name="csX6638" fmla="*/ 1147271 w 1728164"/>
              <a:gd name="csY6638" fmla="*/ 806218 h 1065273"/>
              <a:gd name="csX6639" fmla="*/ 1147440 w 1728164"/>
              <a:gd name="csY6639" fmla="*/ 806556 h 1065273"/>
              <a:gd name="csX6640" fmla="*/ 1147618 w 1728164"/>
              <a:gd name="csY6640" fmla="*/ 806903 h 1065273"/>
              <a:gd name="csX6641" fmla="*/ 1147787 w 1728164"/>
              <a:gd name="csY6641" fmla="*/ 807241 h 1065273"/>
              <a:gd name="csX6642" fmla="*/ 1147965 w 1728164"/>
              <a:gd name="csY6642" fmla="*/ 807579 h 1065273"/>
              <a:gd name="csX6643" fmla="*/ 1148134 w 1728164"/>
              <a:gd name="csY6643" fmla="*/ 807926 h 1065273"/>
              <a:gd name="csX6644" fmla="*/ 1148303 w 1728164"/>
              <a:gd name="csY6644" fmla="*/ 808264 h 1065273"/>
              <a:gd name="csX6645" fmla="*/ 1148481 w 1728164"/>
              <a:gd name="csY6645" fmla="*/ 808602 h 1065273"/>
              <a:gd name="csX6646" fmla="*/ 1148650 w 1728164"/>
              <a:gd name="csY6646" fmla="*/ 808940 h 1065273"/>
              <a:gd name="csX6647" fmla="*/ 1148828 w 1728164"/>
              <a:gd name="csY6647" fmla="*/ 809278 h 1065273"/>
              <a:gd name="csX6648" fmla="*/ 1148997 w 1728164"/>
              <a:gd name="csY6648" fmla="*/ 809625 h 1065273"/>
              <a:gd name="csX6649" fmla="*/ 1149175 w 1728164"/>
              <a:gd name="csY6649" fmla="*/ 809963 h 1065273"/>
              <a:gd name="csX6650" fmla="*/ 1149344 w 1728164"/>
              <a:gd name="csY6650" fmla="*/ 810301 h 1065273"/>
              <a:gd name="csX6651" fmla="*/ 1149513 w 1728164"/>
              <a:gd name="csY6651" fmla="*/ 810639 h 1065273"/>
              <a:gd name="csX6652" fmla="*/ 1149691 w 1728164"/>
              <a:gd name="csY6652" fmla="*/ 810977 h 1065273"/>
              <a:gd name="csX6653" fmla="*/ 1149860 w 1728164"/>
              <a:gd name="csY6653" fmla="*/ 811315 h 1065273"/>
              <a:gd name="csX6654" fmla="*/ 1150038 w 1728164"/>
              <a:gd name="csY6654" fmla="*/ 811653 h 1065273"/>
              <a:gd name="csX6655" fmla="*/ 1150207 w 1728164"/>
              <a:gd name="csY6655" fmla="*/ 811991 h 1065273"/>
              <a:gd name="csX6656" fmla="*/ 1150385 w 1728164"/>
              <a:gd name="csY6656" fmla="*/ 812321 h 1065273"/>
              <a:gd name="csX6657" fmla="*/ 1150554 w 1728164"/>
              <a:gd name="csY6657" fmla="*/ 812659 h 1065273"/>
              <a:gd name="csX6658" fmla="*/ 1150723 w 1728164"/>
              <a:gd name="csY6658" fmla="*/ 812997 h 1065273"/>
              <a:gd name="csX6659" fmla="*/ 1150901 w 1728164"/>
              <a:gd name="csY6659" fmla="*/ 813335 h 1065273"/>
              <a:gd name="csX6660" fmla="*/ 1151070 w 1728164"/>
              <a:gd name="csY6660" fmla="*/ 813664 h 1065273"/>
              <a:gd name="csX6661" fmla="*/ 1151248 w 1728164"/>
              <a:gd name="csY6661" fmla="*/ 814002 h 1065273"/>
              <a:gd name="csX6662" fmla="*/ 1151417 w 1728164"/>
              <a:gd name="csY6662" fmla="*/ 814340 h 1065273"/>
              <a:gd name="csX6663" fmla="*/ 1151595 w 1728164"/>
              <a:gd name="csY6663" fmla="*/ 814669 h 1065273"/>
              <a:gd name="csX6664" fmla="*/ 1151764 w 1728164"/>
              <a:gd name="csY6664" fmla="*/ 815007 h 1065273"/>
              <a:gd name="csX6665" fmla="*/ 1151933 w 1728164"/>
              <a:gd name="csY6665" fmla="*/ 815345 h 1065273"/>
              <a:gd name="csX6666" fmla="*/ 1152111 w 1728164"/>
              <a:gd name="csY6666" fmla="*/ 815675 h 1065273"/>
              <a:gd name="csX6667" fmla="*/ 1152280 w 1728164"/>
              <a:gd name="csY6667" fmla="*/ 816013 h 1065273"/>
              <a:gd name="csX6668" fmla="*/ 1152458 w 1728164"/>
              <a:gd name="csY6668" fmla="*/ 816342 h 1065273"/>
              <a:gd name="csX6669" fmla="*/ 1152627 w 1728164"/>
              <a:gd name="csY6669" fmla="*/ 816680 h 1065273"/>
              <a:gd name="csX6670" fmla="*/ 1152805 w 1728164"/>
              <a:gd name="csY6670" fmla="*/ 817009 h 1065273"/>
              <a:gd name="csX6671" fmla="*/ 1152974 w 1728164"/>
              <a:gd name="csY6671" fmla="*/ 817338 h 1065273"/>
              <a:gd name="csX6672" fmla="*/ 1153143 w 1728164"/>
              <a:gd name="csY6672" fmla="*/ 817676 h 1065273"/>
              <a:gd name="csX6673" fmla="*/ 1153321 w 1728164"/>
              <a:gd name="csY6673" fmla="*/ 818005 h 1065273"/>
              <a:gd name="csX6674" fmla="*/ 1153490 w 1728164"/>
              <a:gd name="csY6674" fmla="*/ 818335 h 1065273"/>
              <a:gd name="csX6675" fmla="*/ 1153668 w 1728164"/>
              <a:gd name="csY6675" fmla="*/ 818664 h 1065273"/>
              <a:gd name="csX6676" fmla="*/ 1153837 w 1728164"/>
              <a:gd name="csY6676" fmla="*/ 819002 h 1065273"/>
              <a:gd name="csX6677" fmla="*/ 1154015 w 1728164"/>
              <a:gd name="csY6677" fmla="*/ 819331 h 1065273"/>
              <a:gd name="csX6678" fmla="*/ 1154184 w 1728164"/>
              <a:gd name="csY6678" fmla="*/ 819660 h 1065273"/>
              <a:gd name="csX6679" fmla="*/ 1154353 w 1728164"/>
              <a:gd name="csY6679" fmla="*/ 819989 h 1065273"/>
              <a:gd name="csX6680" fmla="*/ 1154531 w 1728164"/>
              <a:gd name="csY6680" fmla="*/ 820319 h 1065273"/>
              <a:gd name="csX6681" fmla="*/ 1154700 w 1728164"/>
              <a:gd name="csY6681" fmla="*/ 820648 h 1065273"/>
              <a:gd name="csX6682" fmla="*/ 1154878 w 1728164"/>
              <a:gd name="csY6682" fmla="*/ 820977 h 1065273"/>
              <a:gd name="csX6683" fmla="*/ 1155047 w 1728164"/>
              <a:gd name="csY6683" fmla="*/ 821306 h 1065273"/>
              <a:gd name="csX6684" fmla="*/ 1155225 w 1728164"/>
              <a:gd name="csY6684" fmla="*/ 821635 h 1065273"/>
              <a:gd name="csX6685" fmla="*/ 1155394 w 1728164"/>
              <a:gd name="csY6685" fmla="*/ 821964 h 1065273"/>
              <a:gd name="csX6686" fmla="*/ 1155563 w 1728164"/>
              <a:gd name="csY6686" fmla="*/ 822294 h 1065273"/>
              <a:gd name="csX6687" fmla="*/ 1155741 w 1728164"/>
              <a:gd name="csY6687" fmla="*/ 822623 h 1065273"/>
              <a:gd name="csX6688" fmla="*/ 1155910 w 1728164"/>
              <a:gd name="csY6688" fmla="*/ 822943 h 1065273"/>
              <a:gd name="csX6689" fmla="*/ 1156087 w 1728164"/>
              <a:gd name="csY6689" fmla="*/ 823272 h 1065273"/>
              <a:gd name="csX6690" fmla="*/ 1156257 w 1728164"/>
              <a:gd name="csY6690" fmla="*/ 823601 h 1065273"/>
              <a:gd name="csX6691" fmla="*/ 1156434 w 1728164"/>
              <a:gd name="csY6691" fmla="*/ 823931 h 1065273"/>
              <a:gd name="csX6692" fmla="*/ 1156604 w 1728164"/>
              <a:gd name="csY6692" fmla="*/ 824251 h 1065273"/>
              <a:gd name="csX6693" fmla="*/ 1156773 w 1728164"/>
              <a:gd name="csY6693" fmla="*/ 824580 h 1065273"/>
              <a:gd name="csX6694" fmla="*/ 1156951 w 1728164"/>
              <a:gd name="csY6694" fmla="*/ 824900 h 1065273"/>
              <a:gd name="csX6695" fmla="*/ 1157119 w 1728164"/>
              <a:gd name="csY6695" fmla="*/ 825229 h 1065273"/>
              <a:gd name="csX6696" fmla="*/ 1157297 w 1728164"/>
              <a:gd name="csY6696" fmla="*/ 825559 h 1065273"/>
              <a:gd name="csX6697" fmla="*/ 1157466 w 1728164"/>
              <a:gd name="csY6697" fmla="*/ 825879 h 1065273"/>
              <a:gd name="csX6698" fmla="*/ 1157644 w 1728164"/>
              <a:gd name="csY6698" fmla="*/ 826208 h 1065273"/>
              <a:gd name="csX6699" fmla="*/ 1157813 w 1728164"/>
              <a:gd name="csY6699" fmla="*/ 826528 h 1065273"/>
              <a:gd name="csX6700" fmla="*/ 1157982 w 1728164"/>
              <a:gd name="csY6700" fmla="*/ 826849 h 1065273"/>
              <a:gd name="csX6701" fmla="*/ 1158160 w 1728164"/>
              <a:gd name="csY6701" fmla="*/ 827178 h 1065273"/>
              <a:gd name="csX6702" fmla="*/ 1158329 w 1728164"/>
              <a:gd name="csY6702" fmla="*/ 827498 h 1065273"/>
              <a:gd name="csX6703" fmla="*/ 1158507 w 1728164"/>
              <a:gd name="csY6703" fmla="*/ 827818 h 1065273"/>
              <a:gd name="csX6704" fmla="*/ 1158676 w 1728164"/>
              <a:gd name="csY6704" fmla="*/ 828147 h 1065273"/>
              <a:gd name="csX6705" fmla="*/ 1158854 w 1728164"/>
              <a:gd name="csY6705" fmla="*/ 828468 h 1065273"/>
              <a:gd name="csX6706" fmla="*/ 1159023 w 1728164"/>
              <a:gd name="csY6706" fmla="*/ 828788 h 1065273"/>
              <a:gd name="csX6707" fmla="*/ 1159192 w 1728164"/>
              <a:gd name="csY6707" fmla="*/ 829108 h 1065273"/>
              <a:gd name="csX6708" fmla="*/ 1159370 w 1728164"/>
              <a:gd name="csY6708" fmla="*/ 829428 h 1065273"/>
              <a:gd name="csX6709" fmla="*/ 1159539 w 1728164"/>
              <a:gd name="csY6709" fmla="*/ 829758 h 1065273"/>
              <a:gd name="csX6710" fmla="*/ 1159717 w 1728164"/>
              <a:gd name="csY6710" fmla="*/ 830078 h 1065273"/>
              <a:gd name="csX6711" fmla="*/ 1159886 w 1728164"/>
              <a:gd name="csY6711" fmla="*/ 830398 h 1065273"/>
              <a:gd name="csX6712" fmla="*/ 1160064 w 1728164"/>
              <a:gd name="csY6712" fmla="*/ 830719 h 1065273"/>
              <a:gd name="csX6713" fmla="*/ 1160233 w 1728164"/>
              <a:gd name="csY6713" fmla="*/ 831039 h 1065273"/>
              <a:gd name="csX6714" fmla="*/ 1160402 w 1728164"/>
              <a:gd name="csY6714" fmla="*/ 831359 h 1065273"/>
              <a:gd name="csX6715" fmla="*/ 1160580 w 1728164"/>
              <a:gd name="csY6715" fmla="*/ 831670 h 1065273"/>
              <a:gd name="csX6716" fmla="*/ 1160749 w 1728164"/>
              <a:gd name="csY6716" fmla="*/ 831991 h 1065273"/>
              <a:gd name="csX6717" fmla="*/ 1160927 w 1728164"/>
              <a:gd name="csY6717" fmla="*/ 832311 h 1065273"/>
              <a:gd name="csX6718" fmla="*/ 1161096 w 1728164"/>
              <a:gd name="csY6718" fmla="*/ 832631 h 1065273"/>
              <a:gd name="csX6719" fmla="*/ 1161274 w 1728164"/>
              <a:gd name="csY6719" fmla="*/ 832952 h 1065273"/>
              <a:gd name="csX6720" fmla="*/ 1161443 w 1728164"/>
              <a:gd name="csY6720" fmla="*/ 833263 h 1065273"/>
              <a:gd name="csX6721" fmla="*/ 1161612 w 1728164"/>
              <a:gd name="csY6721" fmla="*/ 833583 h 1065273"/>
              <a:gd name="csX6722" fmla="*/ 1161790 w 1728164"/>
              <a:gd name="csY6722" fmla="*/ 833903 h 1065273"/>
              <a:gd name="csX6723" fmla="*/ 1161959 w 1728164"/>
              <a:gd name="csY6723" fmla="*/ 834215 h 1065273"/>
              <a:gd name="csX6724" fmla="*/ 1162137 w 1728164"/>
              <a:gd name="csY6724" fmla="*/ 834535 h 1065273"/>
              <a:gd name="csX6725" fmla="*/ 1162306 w 1728164"/>
              <a:gd name="csY6725" fmla="*/ 834855 h 1065273"/>
              <a:gd name="csX6726" fmla="*/ 1162484 w 1728164"/>
              <a:gd name="csY6726" fmla="*/ 835167 h 1065273"/>
              <a:gd name="csX6727" fmla="*/ 1162653 w 1728164"/>
              <a:gd name="csY6727" fmla="*/ 835487 h 1065273"/>
              <a:gd name="csX6728" fmla="*/ 1162822 w 1728164"/>
              <a:gd name="csY6728" fmla="*/ 835798 h 1065273"/>
              <a:gd name="csX6729" fmla="*/ 1163000 w 1728164"/>
              <a:gd name="csY6729" fmla="*/ 836119 h 1065273"/>
              <a:gd name="csX6730" fmla="*/ 1163169 w 1728164"/>
              <a:gd name="csY6730" fmla="*/ 836430 h 1065273"/>
              <a:gd name="csX6731" fmla="*/ 1163347 w 1728164"/>
              <a:gd name="csY6731" fmla="*/ 836741 h 1065273"/>
              <a:gd name="csX6732" fmla="*/ 1163516 w 1728164"/>
              <a:gd name="csY6732" fmla="*/ 837062 h 1065273"/>
              <a:gd name="csX6733" fmla="*/ 1163694 w 1728164"/>
              <a:gd name="csY6733" fmla="*/ 837373 h 1065273"/>
              <a:gd name="csX6734" fmla="*/ 1163863 w 1728164"/>
              <a:gd name="csY6734" fmla="*/ 837684 h 1065273"/>
              <a:gd name="csX6735" fmla="*/ 1164032 w 1728164"/>
              <a:gd name="csY6735" fmla="*/ 838005 h 1065273"/>
              <a:gd name="csX6736" fmla="*/ 1164210 w 1728164"/>
              <a:gd name="csY6736" fmla="*/ 838316 h 1065273"/>
              <a:gd name="csX6737" fmla="*/ 1164379 w 1728164"/>
              <a:gd name="csY6737" fmla="*/ 838627 h 1065273"/>
              <a:gd name="csX6738" fmla="*/ 1164557 w 1728164"/>
              <a:gd name="csY6738" fmla="*/ 838939 h 1065273"/>
              <a:gd name="csX6739" fmla="*/ 1164726 w 1728164"/>
              <a:gd name="csY6739" fmla="*/ 839250 h 1065273"/>
              <a:gd name="csX6740" fmla="*/ 1164904 w 1728164"/>
              <a:gd name="csY6740" fmla="*/ 839562 h 1065273"/>
              <a:gd name="csX6741" fmla="*/ 1165073 w 1728164"/>
              <a:gd name="csY6741" fmla="*/ 839873 h 1065273"/>
              <a:gd name="csX6742" fmla="*/ 1165242 w 1728164"/>
              <a:gd name="csY6742" fmla="*/ 840184 h 1065273"/>
              <a:gd name="csX6743" fmla="*/ 1165420 w 1728164"/>
              <a:gd name="csY6743" fmla="*/ 840496 h 1065273"/>
              <a:gd name="csX6744" fmla="*/ 1165589 w 1728164"/>
              <a:gd name="csY6744" fmla="*/ 840807 h 1065273"/>
              <a:gd name="csX6745" fmla="*/ 1165767 w 1728164"/>
              <a:gd name="csY6745" fmla="*/ 841118 h 1065273"/>
              <a:gd name="csX6746" fmla="*/ 1165936 w 1728164"/>
              <a:gd name="csY6746" fmla="*/ 841430 h 1065273"/>
              <a:gd name="csX6747" fmla="*/ 1166105 w 1728164"/>
              <a:gd name="csY6747" fmla="*/ 841741 h 1065273"/>
              <a:gd name="csX6748" fmla="*/ 1166283 w 1728164"/>
              <a:gd name="csY6748" fmla="*/ 842053 h 1065273"/>
              <a:gd name="csX6749" fmla="*/ 1166452 w 1728164"/>
              <a:gd name="csY6749" fmla="*/ 842364 h 1065273"/>
              <a:gd name="csX6750" fmla="*/ 1166630 w 1728164"/>
              <a:gd name="csY6750" fmla="*/ 842666 h 1065273"/>
              <a:gd name="csX6751" fmla="*/ 1166799 w 1728164"/>
              <a:gd name="csY6751" fmla="*/ 842978 h 1065273"/>
              <a:gd name="csX6752" fmla="*/ 1166977 w 1728164"/>
              <a:gd name="csY6752" fmla="*/ 843289 h 1065273"/>
              <a:gd name="csX6753" fmla="*/ 1167146 w 1728164"/>
              <a:gd name="csY6753" fmla="*/ 843592 h 1065273"/>
              <a:gd name="csX6754" fmla="*/ 1167315 w 1728164"/>
              <a:gd name="csY6754" fmla="*/ 843903 h 1065273"/>
              <a:gd name="csX6755" fmla="*/ 1167493 w 1728164"/>
              <a:gd name="csY6755" fmla="*/ 844214 h 1065273"/>
              <a:gd name="csX6756" fmla="*/ 1167662 w 1728164"/>
              <a:gd name="csY6756" fmla="*/ 844517 h 1065273"/>
              <a:gd name="csX6757" fmla="*/ 1167840 w 1728164"/>
              <a:gd name="csY6757" fmla="*/ 844828 h 1065273"/>
              <a:gd name="csX6758" fmla="*/ 1168009 w 1728164"/>
              <a:gd name="csY6758" fmla="*/ 845131 h 1065273"/>
              <a:gd name="csX6759" fmla="*/ 1168187 w 1728164"/>
              <a:gd name="csY6759" fmla="*/ 845442 h 1065273"/>
              <a:gd name="csX6760" fmla="*/ 1168356 w 1728164"/>
              <a:gd name="csY6760" fmla="*/ 845745 h 1065273"/>
              <a:gd name="csX6761" fmla="*/ 1168525 w 1728164"/>
              <a:gd name="csY6761" fmla="*/ 846047 h 1065273"/>
              <a:gd name="csX6762" fmla="*/ 1168703 w 1728164"/>
              <a:gd name="csY6762" fmla="*/ 846358 h 1065273"/>
              <a:gd name="csX6763" fmla="*/ 1168872 w 1728164"/>
              <a:gd name="csY6763" fmla="*/ 846661 h 1065273"/>
              <a:gd name="csX6764" fmla="*/ 1169050 w 1728164"/>
              <a:gd name="csY6764" fmla="*/ 846963 h 1065273"/>
              <a:gd name="csX6765" fmla="*/ 1169219 w 1728164"/>
              <a:gd name="csY6765" fmla="*/ 847275 h 1065273"/>
              <a:gd name="csX6766" fmla="*/ 1169397 w 1728164"/>
              <a:gd name="csY6766" fmla="*/ 847577 h 1065273"/>
              <a:gd name="csX6767" fmla="*/ 1169566 w 1728164"/>
              <a:gd name="csY6767" fmla="*/ 847880 h 1065273"/>
              <a:gd name="csX6768" fmla="*/ 1169735 w 1728164"/>
              <a:gd name="csY6768" fmla="*/ 848182 h 1065273"/>
              <a:gd name="csX6769" fmla="*/ 1169913 w 1728164"/>
              <a:gd name="csY6769" fmla="*/ 848485 h 1065273"/>
              <a:gd name="csX6770" fmla="*/ 1170082 w 1728164"/>
              <a:gd name="csY6770" fmla="*/ 848787 h 1065273"/>
              <a:gd name="csX6771" fmla="*/ 1170260 w 1728164"/>
              <a:gd name="csY6771" fmla="*/ 849090 h 1065273"/>
              <a:gd name="csX6772" fmla="*/ 1170429 w 1728164"/>
              <a:gd name="csY6772" fmla="*/ 849392 h 1065273"/>
              <a:gd name="csX6773" fmla="*/ 1170607 w 1728164"/>
              <a:gd name="csY6773" fmla="*/ 849695 h 1065273"/>
              <a:gd name="csX6774" fmla="*/ 1170776 w 1728164"/>
              <a:gd name="csY6774" fmla="*/ 849997 h 1065273"/>
              <a:gd name="csX6775" fmla="*/ 1170945 w 1728164"/>
              <a:gd name="csY6775" fmla="*/ 850300 h 1065273"/>
              <a:gd name="csX6776" fmla="*/ 1171122 w 1728164"/>
              <a:gd name="csY6776" fmla="*/ 850602 h 1065273"/>
              <a:gd name="csX6777" fmla="*/ 1171292 w 1728164"/>
              <a:gd name="csY6777" fmla="*/ 850905 h 1065273"/>
              <a:gd name="csX6778" fmla="*/ 1171469 w 1728164"/>
              <a:gd name="csY6778" fmla="*/ 851207 h 1065273"/>
              <a:gd name="csX6779" fmla="*/ 1171639 w 1728164"/>
              <a:gd name="csY6779" fmla="*/ 851510 h 1065273"/>
              <a:gd name="csX6780" fmla="*/ 1171816 w 1728164"/>
              <a:gd name="csY6780" fmla="*/ 851803 h 1065273"/>
              <a:gd name="csX6781" fmla="*/ 1171986 w 1728164"/>
              <a:gd name="csY6781" fmla="*/ 852106 h 1065273"/>
              <a:gd name="csX6782" fmla="*/ 1172155 w 1728164"/>
              <a:gd name="csY6782" fmla="*/ 852408 h 1065273"/>
              <a:gd name="csX6783" fmla="*/ 1172332 w 1728164"/>
              <a:gd name="csY6783" fmla="*/ 852711 h 1065273"/>
              <a:gd name="csX6784" fmla="*/ 1172501 w 1728164"/>
              <a:gd name="csY6784" fmla="*/ 853004 h 1065273"/>
              <a:gd name="csX6785" fmla="*/ 1172679 w 1728164"/>
              <a:gd name="csY6785" fmla="*/ 853307 h 1065273"/>
              <a:gd name="csX6786" fmla="*/ 1172848 w 1728164"/>
              <a:gd name="csY6786" fmla="*/ 853600 h 1065273"/>
              <a:gd name="csX6787" fmla="*/ 1173026 w 1728164"/>
              <a:gd name="csY6787" fmla="*/ 853903 h 1065273"/>
              <a:gd name="csX6788" fmla="*/ 1173195 w 1728164"/>
              <a:gd name="csY6788" fmla="*/ 854196 h 1065273"/>
              <a:gd name="csX6789" fmla="*/ 1173364 w 1728164"/>
              <a:gd name="csY6789" fmla="*/ 854499 h 1065273"/>
              <a:gd name="csX6790" fmla="*/ 1173542 w 1728164"/>
              <a:gd name="csY6790" fmla="*/ 854792 h 1065273"/>
              <a:gd name="csX6791" fmla="*/ 1173711 w 1728164"/>
              <a:gd name="csY6791" fmla="*/ 855095 h 1065273"/>
              <a:gd name="csX6792" fmla="*/ 1173889 w 1728164"/>
              <a:gd name="csY6792" fmla="*/ 855388 h 1065273"/>
              <a:gd name="csX6793" fmla="*/ 1174058 w 1728164"/>
              <a:gd name="csY6793" fmla="*/ 855682 h 1065273"/>
              <a:gd name="csX6794" fmla="*/ 1174236 w 1728164"/>
              <a:gd name="csY6794" fmla="*/ 855984 h 1065273"/>
              <a:gd name="csX6795" fmla="*/ 1174405 w 1728164"/>
              <a:gd name="csY6795" fmla="*/ 856278 h 1065273"/>
              <a:gd name="csX6796" fmla="*/ 1174574 w 1728164"/>
              <a:gd name="csY6796" fmla="*/ 856572 h 1065273"/>
              <a:gd name="csX6797" fmla="*/ 1174752 w 1728164"/>
              <a:gd name="csY6797" fmla="*/ 856865 h 1065273"/>
              <a:gd name="csX6798" fmla="*/ 1174921 w 1728164"/>
              <a:gd name="csY6798" fmla="*/ 857168 h 1065273"/>
              <a:gd name="csX6799" fmla="*/ 1175099 w 1728164"/>
              <a:gd name="csY6799" fmla="*/ 857461 h 1065273"/>
              <a:gd name="csX6800" fmla="*/ 1175268 w 1728164"/>
              <a:gd name="csY6800" fmla="*/ 857755 h 1065273"/>
              <a:gd name="csX6801" fmla="*/ 1175446 w 1728164"/>
              <a:gd name="csY6801" fmla="*/ 858048 h 1065273"/>
              <a:gd name="csX6802" fmla="*/ 1175615 w 1728164"/>
              <a:gd name="csY6802" fmla="*/ 858342 h 1065273"/>
              <a:gd name="csX6803" fmla="*/ 1175784 w 1728164"/>
              <a:gd name="csY6803" fmla="*/ 858636 h 1065273"/>
              <a:gd name="csX6804" fmla="*/ 1175962 w 1728164"/>
              <a:gd name="csY6804" fmla="*/ 858929 h 1065273"/>
              <a:gd name="csX6805" fmla="*/ 1176131 w 1728164"/>
              <a:gd name="csY6805" fmla="*/ 859223 h 1065273"/>
              <a:gd name="csX6806" fmla="*/ 1176309 w 1728164"/>
              <a:gd name="csY6806" fmla="*/ 859516 h 1065273"/>
              <a:gd name="csX6807" fmla="*/ 1176478 w 1728164"/>
              <a:gd name="csY6807" fmla="*/ 859810 h 1065273"/>
              <a:gd name="csX6808" fmla="*/ 1176656 w 1728164"/>
              <a:gd name="csY6808" fmla="*/ 860095 h 1065273"/>
              <a:gd name="csX6809" fmla="*/ 1176825 w 1728164"/>
              <a:gd name="csY6809" fmla="*/ 860388 h 1065273"/>
              <a:gd name="csX6810" fmla="*/ 1176994 w 1728164"/>
              <a:gd name="csY6810" fmla="*/ 860682 h 1065273"/>
              <a:gd name="csX6811" fmla="*/ 1177172 w 1728164"/>
              <a:gd name="csY6811" fmla="*/ 860975 h 1065273"/>
              <a:gd name="csX6812" fmla="*/ 1177341 w 1728164"/>
              <a:gd name="csY6812" fmla="*/ 861260 h 1065273"/>
              <a:gd name="csX6813" fmla="*/ 1177519 w 1728164"/>
              <a:gd name="csY6813" fmla="*/ 861554 h 1065273"/>
              <a:gd name="csX6814" fmla="*/ 1177688 w 1728164"/>
              <a:gd name="csY6814" fmla="*/ 861847 h 1065273"/>
              <a:gd name="csX6815" fmla="*/ 1177866 w 1728164"/>
              <a:gd name="csY6815" fmla="*/ 862132 h 1065273"/>
              <a:gd name="csX6816" fmla="*/ 1178035 w 1728164"/>
              <a:gd name="csY6816" fmla="*/ 862425 h 1065273"/>
              <a:gd name="csX6817" fmla="*/ 1178204 w 1728164"/>
              <a:gd name="csY6817" fmla="*/ 862719 h 1065273"/>
              <a:gd name="csX6818" fmla="*/ 1178382 w 1728164"/>
              <a:gd name="csY6818" fmla="*/ 863004 h 1065273"/>
              <a:gd name="csX6819" fmla="*/ 1178551 w 1728164"/>
              <a:gd name="csY6819" fmla="*/ 863297 h 1065273"/>
              <a:gd name="csX6820" fmla="*/ 1178729 w 1728164"/>
              <a:gd name="csY6820" fmla="*/ 863582 h 1065273"/>
              <a:gd name="csX6821" fmla="*/ 1178898 w 1728164"/>
              <a:gd name="csY6821" fmla="*/ 863867 h 1065273"/>
              <a:gd name="csX6822" fmla="*/ 1179076 w 1728164"/>
              <a:gd name="csY6822" fmla="*/ 864160 h 1065273"/>
              <a:gd name="csX6823" fmla="*/ 1179245 w 1728164"/>
              <a:gd name="csY6823" fmla="*/ 864445 h 1065273"/>
              <a:gd name="csX6824" fmla="*/ 1179414 w 1728164"/>
              <a:gd name="csY6824" fmla="*/ 864730 h 1065273"/>
              <a:gd name="csX6825" fmla="*/ 1179592 w 1728164"/>
              <a:gd name="csY6825" fmla="*/ 865023 h 1065273"/>
              <a:gd name="csX6826" fmla="*/ 1179761 w 1728164"/>
              <a:gd name="csY6826" fmla="*/ 865308 h 1065273"/>
              <a:gd name="csX6827" fmla="*/ 1179939 w 1728164"/>
              <a:gd name="csY6827" fmla="*/ 865593 h 1065273"/>
              <a:gd name="csX6828" fmla="*/ 1180108 w 1728164"/>
              <a:gd name="csY6828" fmla="*/ 865877 h 1065273"/>
              <a:gd name="csX6829" fmla="*/ 1180286 w 1728164"/>
              <a:gd name="csY6829" fmla="*/ 866171 h 1065273"/>
              <a:gd name="csX6830" fmla="*/ 1180455 w 1728164"/>
              <a:gd name="csY6830" fmla="*/ 866456 h 1065273"/>
              <a:gd name="csX6831" fmla="*/ 1180624 w 1728164"/>
              <a:gd name="csY6831" fmla="*/ 866740 h 1065273"/>
              <a:gd name="csX6832" fmla="*/ 1180802 w 1728164"/>
              <a:gd name="csY6832" fmla="*/ 867025 h 1065273"/>
              <a:gd name="csX6833" fmla="*/ 1180971 w 1728164"/>
              <a:gd name="csY6833" fmla="*/ 867310 h 1065273"/>
              <a:gd name="csX6834" fmla="*/ 1181149 w 1728164"/>
              <a:gd name="csY6834" fmla="*/ 867594 h 1065273"/>
              <a:gd name="csX6835" fmla="*/ 1181318 w 1728164"/>
              <a:gd name="csY6835" fmla="*/ 867879 h 1065273"/>
              <a:gd name="csX6836" fmla="*/ 1181496 w 1728164"/>
              <a:gd name="csY6836" fmla="*/ 868164 h 1065273"/>
              <a:gd name="csX6837" fmla="*/ 1181665 w 1728164"/>
              <a:gd name="csY6837" fmla="*/ 868448 h 1065273"/>
              <a:gd name="csX6838" fmla="*/ 1181834 w 1728164"/>
              <a:gd name="csY6838" fmla="*/ 868724 h 1065273"/>
              <a:gd name="csX6839" fmla="*/ 1182012 w 1728164"/>
              <a:gd name="csY6839" fmla="*/ 869009 h 1065273"/>
              <a:gd name="csX6840" fmla="*/ 1182181 w 1728164"/>
              <a:gd name="csY6840" fmla="*/ 869294 h 1065273"/>
              <a:gd name="csX6841" fmla="*/ 1182359 w 1728164"/>
              <a:gd name="csY6841" fmla="*/ 869578 h 1065273"/>
              <a:gd name="csX6842" fmla="*/ 1182528 w 1728164"/>
              <a:gd name="csY6842" fmla="*/ 869863 h 1065273"/>
              <a:gd name="csX6843" fmla="*/ 1182706 w 1728164"/>
              <a:gd name="csY6843" fmla="*/ 870139 h 1065273"/>
              <a:gd name="csX6844" fmla="*/ 1182875 w 1728164"/>
              <a:gd name="csY6844" fmla="*/ 870423 h 1065273"/>
              <a:gd name="csX6845" fmla="*/ 1183044 w 1728164"/>
              <a:gd name="csY6845" fmla="*/ 870708 h 1065273"/>
              <a:gd name="csX6846" fmla="*/ 1183222 w 1728164"/>
              <a:gd name="csY6846" fmla="*/ 870984 h 1065273"/>
              <a:gd name="csX6847" fmla="*/ 1183391 w 1728164"/>
              <a:gd name="csY6847" fmla="*/ 871269 h 1065273"/>
              <a:gd name="csX6848" fmla="*/ 1183569 w 1728164"/>
              <a:gd name="csY6848" fmla="*/ 871544 h 1065273"/>
              <a:gd name="csX6849" fmla="*/ 1183738 w 1728164"/>
              <a:gd name="csY6849" fmla="*/ 871829 h 1065273"/>
              <a:gd name="csX6850" fmla="*/ 1183916 w 1728164"/>
              <a:gd name="csY6850" fmla="*/ 872105 h 1065273"/>
              <a:gd name="csX6851" fmla="*/ 1184085 w 1728164"/>
              <a:gd name="csY6851" fmla="*/ 872389 h 1065273"/>
              <a:gd name="csX6852" fmla="*/ 1184254 w 1728164"/>
              <a:gd name="csY6852" fmla="*/ 872665 h 1065273"/>
              <a:gd name="csX6853" fmla="*/ 1184432 w 1728164"/>
              <a:gd name="csY6853" fmla="*/ 872950 h 1065273"/>
              <a:gd name="csX6854" fmla="*/ 1184601 w 1728164"/>
              <a:gd name="csY6854" fmla="*/ 873226 h 1065273"/>
              <a:gd name="csX6855" fmla="*/ 1184779 w 1728164"/>
              <a:gd name="csY6855" fmla="*/ 873502 h 1065273"/>
              <a:gd name="csX6856" fmla="*/ 1184948 w 1728164"/>
              <a:gd name="csY6856" fmla="*/ 873777 h 1065273"/>
              <a:gd name="csX6857" fmla="*/ 1185117 w 1728164"/>
              <a:gd name="csY6857" fmla="*/ 874062 h 1065273"/>
              <a:gd name="csX6858" fmla="*/ 1185295 w 1728164"/>
              <a:gd name="csY6858" fmla="*/ 874338 h 1065273"/>
              <a:gd name="csX6859" fmla="*/ 1185464 w 1728164"/>
              <a:gd name="csY6859" fmla="*/ 874614 h 1065273"/>
              <a:gd name="csX6860" fmla="*/ 1185642 w 1728164"/>
              <a:gd name="csY6860" fmla="*/ 874889 h 1065273"/>
              <a:gd name="csX6861" fmla="*/ 1185811 w 1728164"/>
              <a:gd name="csY6861" fmla="*/ 875165 h 1065273"/>
              <a:gd name="csX6862" fmla="*/ 1185989 w 1728164"/>
              <a:gd name="csY6862" fmla="*/ 875441 h 1065273"/>
              <a:gd name="csX6863" fmla="*/ 1186158 w 1728164"/>
              <a:gd name="csY6863" fmla="*/ 875726 h 1065273"/>
              <a:gd name="csX6864" fmla="*/ 1186327 w 1728164"/>
              <a:gd name="csY6864" fmla="*/ 876001 h 1065273"/>
              <a:gd name="csX6865" fmla="*/ 1186504 w 1728164"/>
              <a:gd name="csY6865" fmla="*/ 876277 h 1065273"/>
              <a:gd name="csX6866" fmla="*/ 1186673 w 1728164"/>
              <a:gd name="csY6866" fmla="*/ 876553 h 1065273"/>
              <a:gd name="csX6867" fmla="*/ 1186851 w 1728164"/>
              <a:gd name="csY6867" fmla="*/ 876820 h 1065273"/>
              <a:gd name="csX6868" fmla="*/ 1187020 w 1728164"/>
              <a:gd name="csY6868" fmla="*/ 877096 h 1065273"/>
              <a:gd name="csX6869" fmla="*/ 1187198 w 1728164"/>
              <a:gd name="csY6869" fmla="*/ 877371 h 1065273"/>
              <a:gd name="csX6870" fmla="*/ 1187367 w 1728164"/>
              <a:gd name="csY6870" fmla="*/ 877647 h 1065273"/>
              <a:gd name="csX6871" fmla="*/ 1187537 w 1728164"/>
              <a:gd name="csY6871" fmla="*/ 877923 h 1065273"/>
              <a:gd name="csX6872" fmla="*/ 1187714 w 1728164"/>
              <a:gd name="csY6872" fmla="*/ 878199 h 1065273"/>
              <a:gd name="csX6873" fmla="*/ 1187883 w 1728164"/>
              <a:gd name="csY6873" fmla="*/ 878466 h 1065273"/>
              <a:gd name="csX6874" fmla="*/ 1188061 w 1728164"/>
              <a:gd name="csY6874" fmla="*/ 878742 h 1065273"/>
              <a:gd name="csX6875" fmla="*/ 1188230 w 1728164"/>
              <a:gd name="csY6875" fmla="*/ 879017 h 1065273"/>
              <a:gd name="csX6876" fmla="*/ 1188408 w 1728164"/>
              <a:gd name="csY6876" fmla="*/ 879284 h 1065273"/>
              <a:gd name="csX6877" fmla="*/ 1188577 w 1728164"/>
              <a:gd name="csY6877" fmla="*/ 879560 h 1065273"/>
              <a:gd name="csX6878" fmla="*/ 1188746 w 1728164"/>
              <a:gd name="csY6878" fmla="*/ 879836 h 1065273"/>
              <a:gd name="csX6879" fmla="*/ 1188924 w 1728164"/>
              <a:gd name="csY6879" fmla="*/ 880103 h 1065273"/>
              <a:gd name="csX6880" fmla="*/ 1189093 w 1728164"/>
              <a:gd name="csY6880" fmla="*/ 880378 h 1065273"/>
              <a:gd name="csX6881" fmla="*/ 1189271 w 1728164"/>
              <a:gd name="csY6881" fmla="*/ 880645 h 1065273"/>
              <a:gd name="csX6882" fmla="*/ 1189440 w 1728164"/>
              <a:gd name="csY6882" fmla="*/ 880912 h 1065273"/>
              <a:gd name="csX6883" fmla="*/ 1189618 w 1728164"/>
              <a:gd name="csY6883" fmla="*/ 881188 h 1065273"/>
              <a:gd name="csX6884" fmla="*/ 1189787 w 1728164"/>
              <a:gd name="csY6884" fmla="*/ 881455 h 1065273"/>
              <a:gd name="csX6885" fmla="*/ 1189956 w 1728164"/>
              <a:gd name="csY6885" fmla="*/ 881731 h 1065273"/>
              <a:gd name="csX6886" fmla="*/ 1190134 w 1728164"/>
              <a:gd name="csY6886" fmla="*/ 881998 h 1065273"/>
              <a:gd name="csX6887" fmla="*/ 1190303 w 1728164"/>
              <a:gd name="csY6887" fmla="*/ 882265 h 1065273"/>
              <a:gd name="csX6888" fmla="*/ 1190481 w 1728164"/>
              <a:gd name="csY6888" fmla="*/ 882531 h 1065273"/>
              <a:gd name="csX6889" fmla="*/ 1190650 w 1728164"/>
              <a:gd name="csY6889" fmla="*/ 882807 h 1065273"/>
              <a:gd name="csX6890" fmla="*/ 1190828 w 1728164"/>
              <a:gd name="csY6890" fmla="*/ 883074 h 1065273"/>
              <a:gd name="csX6891" fmla="*/ 1190997 w 1728164"/>
              <a:gd name="csY6891" fmla="*/ 883341 h 1065273"/>
              <a:gd name="csX6892" fmla="*/ 1191166 w 1728164"/>
              <a:gd name="csY6892" fmla="*/ 883608 h 1065273"/>
              <a:gd name="csX6893" fmla="*/ 1191344 w 1728164"/>
              <a:gd name="csY6893" fmla="*/ 883875 h 1065273"/>
              <a:gd name="csX6894" fmla="*/ 1191513 w 1728164"/>
              <a:gd name="csY6894" fmla="*/ 884142 h 1065273"/>
              <a:gd name="csX6895" fmla="*/ 1191691 w 1728164"/>
              <a:gd name="csY6895" fmla="*/ 884409 h 1065273"/>
              <a:gd name="csX6896" fmla="*/ 1191860 w 1728164"/>
              <a:gd name="csY6896" fmla="*/ 884676 h 1065273"/>
              <a:gd name="csX6897" fmla="*/ 1192038 w 1728164"/>
              <a:gd name="csY6897" fmla="*/ 884942 h 1065273"/>
              <a:gd name="csX6898" fmla="*/ 1192207 w 1728164"/>
              <a:gd name="csY6898" fmla="*/ 885209 h 1065273"/>
              <a:gd name="csX6899" fmla="*/ 1192376 w 1728164"/>
              <a:gd name="csY6899" fmla="*/ 885476 h 1065273"/>
              <a:gd name="csX6900" fmla="*/ 1192554 w 1728164"/>
              <a:gd name="csY6900" fmla="*/ 885743 h 1065273"/>
              <a:gd name="csX6901" fmla="*/ 1192723 w 1728164"/>
              <a:gd name="csY6901" fmla="*/ 886010 h 1065273"/>
              <a:gd name="csX6902" fmla="*/ 1192901 w 1728164"/>
              <a:gd name="csY6902" fmla="*/ 886277 h 1065273"/>
              <a:gd name="csX6903" fmla="*/ 1193070 w 1728164"/>
              <a:gd name="csY6903" fmla="*/ 886535 h 1065273"/>
              <a:gd name="csX6904" fmla="*/ 1193248 w 1728164"/>
              <a:gd name="csY6904" fmla="*/ 886802 h 1065273"/>
              <a:gd name="csX6905" fmla="*/ 1193417 w 1728164"/>
              <a:gd name="csY6905" fmla="*/ 887069 h 1065273"/>
              <a:gd name="csX6906" fmla="*/ 1193586 w 1728164"/>
              <a:gd name="csY6906" fmla="*/ 887336 h 1065273"/>
              <a:gd name="csX6907" fmla="*/ 1193764 w 1728164"/>
              <a:gd name="csY6907" fmla="*/ 887593 h 1065273"/>
              <a:gd name="csX6908" fmla="*/ 1193933 w 1728164"/>
              <a:gd name="csY6908" fmla="*/ 887860 h 1065273"/>
              <a:gd name="csX6909" fmla="*/ 1194111 w 1728164"/>
              <a:gd name="csY6909" fmla="*/ 888118 h 1065273"/>
              <a:gd name="csX6910" fmla="*/ 1194280 w 1728164"/>
              <a:gd name="csY6910" fmla="*/ 888385 h 1065273"/>
              <a:gd name="csX6911" fmla="*/ 1194458 w 1728164"/>
              <a:gd name="csY6911" fmla="*/ 888643 h 1065273"/>
              <a:gd name="csX6912" fmla="*/ 1194627 w 1728164"/>
              <a:gd name="csY6912" fmla="*/ 888910 h 1065273"/>
              <a:gd name="csX6913" fmla="*/ 1194796 w 1728164"/>
              <a:gd name="csY6913" fmla="*/ 889168 h 1065273"/>
              <a:gd name="csX6914" fmla="*/ 1194974 w 1728164"/>
              <a:gd name="csY6914" fmla="*/ 889435 h 1065273"/>
              <a:gd name="csX6915" fmla="*/ 1195143 w 1728164"/>
              <a:gd name="csY6915" fmla="*/ 889693 h 1065273"/>
              <a:gd name="csX6916" fmla="*/ 1195321 w 1728164"/>
              <a:gd name="csY6916" fmla="*/ 889960 h 1065273"/>
              <a:gd name="csX6917" fmla="*/ 1195490 w 1728164"/>
              <a:gd name="csY6917" fmla="*/ 890218 h 1065273"/>
              <a:gd name="csX6918" fmla="*/ 1195668 w 1728164"/>
              <a:gd name="csY6918" fmla="*/ 890476 h 1065273"/>
              <a:gd name="csX6919" fmla="*/ 1195837 w 1728164"/>
              <a:gd name="csY6919" fmla="*/ 890734 h 1065273"/>
              <a:gd name="csX6920" fmla="*/ 1196006 w 1728164"/>
              <a:gd name="csY6920" fmla="*/ 891001 h 1065273"/>
              <a:gd name="csX6921" fmla="*/ 1196184 w 1728164"/>
              <a:gd name="csY6921" fmla="*/ 891259 h 1065273"/>
              <a:gd name="csX6922" fmla="*/ 1196353 w 1728164"/>
              <a:gd name="csY6922" fmla="*/ 891517 h 1065273"/>
              <a:gd name="csX6923" fmla="*/ 1196531 w 1728164"/>
              <a:gd name="csY6923" fmla="*/ 891775 h 1065273"/>
              <a:gd name="csX6924" fmla="*/ 1196700 w 1728164"/>
              <a:gd name="csY6924" fmla="*/ 892033 h 1065273"/>
              <a:gd name="csX6925" fmla="*/ 1196878 w 1728164"/>
              <a:gd name="csY6925" fmla="*/ 892291 h 1065273"/>
              <a:gd name="csX6926" fmla="*/ 1197047 w 1728164"/>
              <a:gd name="csY6926" fmla="*/ 892549 h 1065273"/>
              <a:gd name="csX6927" fmla="*/ 1197216 w 1728164"/>
              <a:gd name="csY6927" fmla="*/ 892807 h 1065273"/>
              <a:gd name="csX6928" fmla="*/ 1197394 w 1728164"/>
              <a:gd name="csY6928" fmla="*/ 893065 h 1065273"/>
              <a:gd name="csX6929" fmla="*/ 1197563 w 1728164"/>
              <a:gd name="csY6929" fmla="*/ 893323 h 1065273"/>
              <a:gd name="csX6930" fmla="*/ 1197741 w 1728164"/>
              <a:gd name="csY6930" fmla="*/ 893581 h 1065273"/>
              <a:gd name="csX6931" fmla="*/ 1197910 w 1728164"/>
              <a:gd name="csY6931" fmla="*/ 893839 h 1065273"/>
              <a:gd name="csX6932" fmla="*/ 1198088 w 1728164"/>
              <a:gd name="csY6932" fmla="*/ 894097 h 1065273"/>
              <a:gd name="csX6933" fmla="*/ 1198257 w 1728164"/>
              <a:gd name="csY6933" fmla="*/ 894355 h 1065273"/>
              <a:gd name="csX6934" fmla="*/ 1198426 w 1728164"/>
              <a:gd name="csY6934" fmla="*/ 894613 h 1065273"/>
              <a:gd name="csX6935" fmla="*/ 1198604 w 1728164"/>
              <a:gd name="csY6935" fmla="*/ 894862 h 1065273"/>
              <a:gd name="csX6936" fmla="*/ 1198773 w 1728164"/>
              <a:gd name="csY6936" fmla="*/ 895120 h 1065273"/>
              <a:gd name="csX6937" fmla="*/ 1198951 w 1728164"/>
              <a:gd name="csY6937" fmla="*/ 895378 h 1065273"/>
              <a:gd name="csX6938" fmla="*/ 1199120 w 1728164"/>
              <a:gd name="csY6938" fmla="*/ 895627 h 1065273"/>
              <a:gd name="csX6939" fmla="*/ 1199298 w 1728164"/>
              <a:gd name="csY6939" fmla="*/ 895885 h 1065273"/>
              <a:gd name="csX6940" fmla="*/ 1199467 w 1728164"/>
              <a:gd name="csY6940" fmla="*/ 896143 h 1065273"/>
              <a:gd name="csX6941" fmla="*/ 1199636 w 1728164"/>
              <a:gd name="csY6941" fmla="*/ 896392 h 1065273"/>
              <a:gd name="csX6942" fmla="*/ 1199814 w 1728164"/>
              <a:gd name="csY6942" fmla="*/ 896650 h 1065273"/>
              <a:gd name="csX6943" fmla="*/ 1199983 w 1728164"/>
              <a:gd name="csY6943" fmla="*/ 896899 h 1065273"/>
              <a:gd name="csX6944" fmla="*/ 1200161 w 1728164"/>
              <a:gd name="csY6944" fmla="*/ 897157 h 1065273"/>
              <a:gd name="csX6945" fmla="*/ 1200330 w 1728164"/>
              <a:gd name="csY6945" fmla="*/ 897406 h 1065273"/>
              <a:gd name="csX6946" fmla="*/ 1200507 w 1728164"/>
              <a:gd name="csY6946" fmla="*/ 897664 h 1065273"/>
              <a:gd name="csX6947" fmla="*/ 1200677 w 1728164"/>
              <a:gd name="csY6947" fmla="*/ 897913 h 1065273"/>
              <a:gd name="csX6948" fmla="*/ 1200846 w 1728164"/>
              <a:gd name="csY6948" fmla="*/ 898162 h 1065273"/>
              <a:gd name="csX6949" fmla="*/ 1201023 w 1728164"/>
              <a:gd name="csY6949" fmla="*/ 898421 h 1065273"/>
              <a:gd name="csX6950" fmla="*/ 1201193 w 1728164"/>
              <a:gd name="csY6950" fmla="*/ 898670 h 1065273"/>
              <a:gd name="csX6951" fmla="*/ 1201370 w 1728164"/>
              <a:gd name="csY6951" fmla="*/ 898919 h 1065273"/>
              <a:gd name="csX6952" fmla="*/ 1201540 w 1728164"/>
              <a:gd name="csY6952" fmla="*/ 899168 h 1065273"/>
              <a:gd name="csX6953" fmla="*/ 1201717 w 1728164"/>
              <a:gd name="csY6953" fmla="*/ 899426 h 1065273"/>
              <a:gd name="csX6954" fmla="*/ 1201886 w 1728164"/>
              <a:gd name="csY6954" fmla="*/ 899675 h 1065273"/>
              <a:gd name="csX6955" fmla="*/ 1202055 w 1728164"/>
              <a:gd name="csY6955" fmla="*/ 899924 h 1065273"/>
              <a:gd name="csX6956" fmla="*/ 1202233 w 1728164"/>
              <a:gd name="csY6956" fmla="*/ 900173 h 1065273"/>
              <a:gd name="csX6957" fmla="*/ 1202402 w 1728164"/>
              <a:gd name="csY6957" fmla="*/ 900422 h 1065273"/>
              <a:gd name="csX6958" fmla="*/ 1202580 w 1728164"/>
              <a:gd name="csY6958" fmla="*/ 900671 h 1065273"/>
              <a:gd name="csX6959" fmla="*/ 1202749 w 1728164"/>
              <a:gd name="csY6959" fmla="*/ 900920 h 1065273"/>
              <a:gd name="csX6960" fmla="*/ 1202927 w 1728164"/>
              <a:gd name="csY6960" fmla="*/ 901169 h 1065273"/>
              <a:gd name="csX6961" fmla="*/ 1203096 w 1728164"/>
              <a:gd name="csY6961" fmla="*/ 901419 h 1065273"/>
              <a:gd name="csX6962" fmla="*/ 1203265 w 1728164"/>
              <a:gd name="csY6962" fmla="*/ 901668 h 1065273"/>
              <a:gd name="csX6963" fmla="*/ 1203443 w 1728164"/>
              <a:gd name="csY6963" fmla="*/ 901917 h 1065273"/>
              <a:gd name="csX6964" fmla="*/ 1203612 w 1728164"/>
              <a:gd name="csY6964" fmla="*/ 902166 h 1065273"/>
              <a:gd name="csX6965" fmla="*/ 1203790 w 1728164"/>
              <a:gd name="csY6965" fmla="*/ 902415 h 1065273"/>
              <a:gd name="csX6966" fmla="*/ 1203959 w 1728164"/>
              <a:gd name="csY6966" fmla="*/ 902655 h 1065273"/>
              <a:gd name="csX6967" fmla="*/ 1204128 w 1728164"/>
              <a:gd name="csY6967" fmla="*/ 902904 h 1065273"/>
              <a:gd name="csX6968" fmla="*/ 1204306 w 1728164"/>
              <a:gd name="csY6968" fmla="*/ 903153 h 1065273"/>
              <a:gd name="csX6969" fmla="*/ 1204475 w 1728164"/>
              <a:gd name="csY6969" fmla="*/ 903394 h 1065273"/>
              <a:gd name="csX6970" fmla="*/ 1204653 w 1728164"/>
              <a:gd name="csY6970" fmla="*/ 903643 h 1065273"/>
              <a:gd name="csX6971" fmla="*/ 1204822 w 1728164"/>
              <a:gd name="csY6971" fmla="*/ 903892 h 1065273"/>
              <a:gd name="csX6972" fmla="*/ 1205000 w 1728164"/>
              <a:gd name="csY6972" fmla="*/ 904132 h 1065273"/>
              <a:gd name="csX6973" fmla="*/ 1205169 w 1728164"/>
              <a:gd name="csY6973" fmla="*/ 904381 h 1065273"/>
              <a:gd name="csX6974" fmla="*/ 1205338 w 1728164"/>
              <a:gd name="csY6974" fmla="*/ 904621 h 1065273"/>
              <a:gd name="csX6975" fmla="*/ 1205516 w 1728164"/>
              <a:gd name="csY6975" fmla="*/ 904870 h 1065273"/>
              <a:gd name="csX6976" fmla="*/ 1205685 w 1728164"/>
              <a:gd name="csY6976" fmla="*/ 905111 h 1065273"/>
              <a:gd name="csX6977" fmla="*/ 1205863 w 1728164"/>
              <a:gd name="csY6977" fmla="*/ 905360 h 1065273"/>
              <a:gd name="csX6978" fmla="*/ 1206032 w 1728164"/>
              <a:gd name="csY6978" fmla="*/ 905600 h 1065273"/>
              <a:gd name="csX6979" fmla="*/ 1206210 w 1728164"/>
              <a:gd name="csY6979" fmla="*/ 905849 h 1065273"/>
              <a:gd name="csX6980" fmla="*/ 1206379 w 1728164"/>
              <a:gd name="csY6980" fmla="*/ 906089 h 1065273"/>
              <a:gd name="csX6981" fmla="*/ 1206548 w 1728164"/>
              <a:gd name="csY6981" fmla="*/ 906329 h 1065273"/>
              <a:gd name="csX6982" fmla="*/ 1206726 w 1728164"/>
              <a:gd name="csY6982" fmla="*/ 906579 h 1065273"/>
              <a:gd name="csX6983" fmla="*/ 1206895 w 1728164"/>
              <a:gd name="csY6983" fmla="*/ 906819 h 1065273"/>
              <a:gd name="csX6984" fmla="*/ 1207073 w 1728164"/>
              <a:gd name="csY6984" fmla="*/ 907059 h 1065273"/>
              <a:gd name="csX6985" fmla="*/ 1207242 w 1728164"/>
              <a:gd name="csY6985" fmla="*/ 907299 h 1065273"/>
              <a:gd name="csX6986" fmla="*/ 1207420 w 1728164"/>
              <a:gd name="csY6986" fmla="*/ 907548 h 1065273"/>
              <a:gd name="csX6987" fmla="*/ 1207589 w 1728164"/>
              <a:gd name="csY6987" fmla="*/ 907788 h 1065273"/>
              <a:gd name="csX6988" fmla="*/ 1207758 w 1728164"/>
              <a:gd name="csY6988" fmla="*/ 908029 h 1065273"/>
              <a:gd name="csX6989" fmla="*/ 1207936 w 1728164"/>
              <a:gd name="csY6989" fmla="*/ 908269 h 1065273"/>
              <a:gd name="csX6990" fmla="*/ 1208105 w 1728164"/>
              <a:gd name="csY6990" fmla="*/ 908509 h 1065273"/>
              <a:gd name="csX6991" fmla="*/ 1208283 w 1728164"/>
              <a:gd name="csY6991" fmla="*/ 908749 h 1065273"/>
              <a:gd name="csX6992" fmla="*/ 1208452 w 1728164"/>
              <a:gd name="csY6992" fmla="*/ 908989 h 1065273"/>
              <a:gd name="csX6993" fmla="*/ 1208630 w 1728164"/>
              <a:gd name="csY6993" fmla="*/ 909230 h 1065273"/>
              <a:gd name="csX6994" fmla="*/ 1208799 w 1728164"/>
              <a:gd name="csY6994" fmla="*/ 909470 h 1065273"/>
              <a:gd name="csX6995" fmla="*/ 1208968 w 1728164"/>
              <a:gd name="csY6995" fmla="*/ 909710 h 1065273"/>
              <a:gd name="csX6996" fmla="*/ 1209146 w 1728164"/>
              <a:gd name="csY6996" fmla="*/ 909950 h 1065273"/>
              <a:gd name="csX6997" fmla="*/ 1209315 w 1728164"/>
              <a:gd name="csY6997" fmla="*/ 910182 h 1065273"/>
              <a:gd name="csX6998" fmla="*/ 1209493 w 1728164"/>
              <a:gd name="csY6998" fmla="*/ 910422 h 1065273"/>
              <a:gd name="csX6999" fmla="*/ 1209662 w 1728164"/>
              <a:gd name="csY6999" fmla="*/ 910662 h 1065273"/>
              <a:gd name="csX7000" fmla="*/ 1209840 w 1728164"/>
              <a:gd name="csY7000" fmla="*/ 910902 h 1065273"/>
              <a:gd name="csX7001" fmla="*/ 1210009 w 1728164"/>
              <a:gd name="csY7001" fmla="*/ 911134 h 1065273"/>
              <a:gd name="csX7002" fmla="*/ 1210178 w 1728164"/>
              <a:gd name="csY7002" fmla="*/ 911374 h 1065273"/>
              <a:gd name="csX7003" fmla="*/ 1210356 w 1728164"/>
              <a:gd name="csY7003" fmla="*/ 911614 h 1065273"/>
              <a:gd name="csX7004" fmla="*/ 1210525 w 1728164"/>
              <a:gd name="csY7004" fmla="*/ 911845 h 1065273"/>
              <a:gd name="csX7005" fmla="*/ 1210703 w 1728164"/>
              <a:gd name="csY7005" fmla="*/ 912085 h 1065273"/>
              <a:gd name="csX7006" fmla="*/ 1210872 w 1728164"/>
              <a:gd name="csY7006" fmla="*/ 912317 h 1065273"/>
              <a:gd name="csX7007" fmla="*/ 1211050 w 1728164"/>
              <a:gd name="csY7007" fmla="*/ 912557 h 1065273"/>
              <a:gd name="csX7008" fmla="*/ 1211219 w 1728164"/>
              <a:gd name="csY7008" fmla="*/ 912797 h 1065273"/>
              <a:gd name="csX7009" fmla="*/ 1211388 w 1728164"/>
              <a:gd name="csY7009" fmla="*/ 913029 h 1065273"/>
              <a:gd name="csX7010" fmla="*/ 1211566 w 1728164"/>
              <a:gd name="csY7010" fmla="*/ 913260 h 1065273"/>
              <a:gd name="csX7011" fmla="*/ 1211735 w 1728164"/>
              <a:gd name="csY7011" fmla="*/ 913500 h 1065273"/>
              <a:gd name="csX7012" fmla="*/ 1211913 w 1728164"/>
              <a:gd name="csY7012" fmla="*/ 913731 h 1065273"/>
              <a:gd name="csX7013" fmla="*/ 1212082 w 1728164"/>
              <a:gd name="csY7013" fmla="*/ 913971 h 1065273"/>
              <a:gd name="csX7014" fmla="*/ 1212260 w 1728164"/>
              <a:gd name="csY7014" fmla="*/ 914203 h 1065273"/>
              <a:gd name="csX7015" fmla="*/ 1212429 w 1728164"/>
              <a:gd name="csY7015" fmla="*/ 914434 h 1065273"/>
              <a:gd name="csX7016" fmla="*/ 1212598 w 1728164"/>
              <a:gd name="csY7016" fmla="*/ 914665 h 1065273"/>
              <a:gd name="csX7017" fmla="*/ 1212776 w 1728164"/>
              <a:gd name="csY7017" fmla="*/ 914906 h 1065273"/>
              <a:gd name="csX7018" fmla="*/ 1212945 w 1728164"/>
              <a:gd name="csY7018" fmla="*/ 915137 h 1065273"/>
              <a:gd name="csX7019" fmla="*/ 1213123 w 1728164"/>
              <a:gd name="csY7019" fmla="*/ 915368 h 1065273"/>
              <a:gd name="csX7020" fmla="*/ 1213292 w 1728164"/>
              <a:gd name="csY7020" fmla="*/ 915599 h 1065273"/>
              <a:gd name="csX7021" fmla="*/ 1213470 w 1728164"/>
              <a:gd name="csY7021" fmla="*/ 915831 h 1065273"/>
              <a:gd name="csX7022" fmla="*/ 1213639 w 1728164"/>
              <a:gd name="csY7022" fmla="*/ 916062 h 1065273"/>
              <a:gd name="csX7023" fmla="*/ 1213808 w 1728164"/>
              <a:gd name="csY7023" fmla="*/ 916293 h 1065273"/>
              <a:gd name="csX7024" fmla="*/ 1213986 w 1728164"/>
              <a:gd name="csY7024" fmla="*/ 916525 h 1065273"/>
              <a:gd name="csX7025" fmla="*/ 1214155 w 1728164"/>
              <a:gd name="csY7025" fmla="*/ 916756 h 1065273"/>
              <a:gd name="csX7026" fmla="*/ 1214333 w 1728164"/>
              <a:gd name="csY7026" fmla="*/ 916987 h 1065273"/>
              <a:gd name="csX7027" fmla="*/ 1214502 w 1728164"/>
              <a:gd name="csY7027" fmla="*/ 917219 h 1065273"/>
              <a:gd name="csX7028" fmla="*/ 1214680 w 1728164"/>
              <a:gd name="csY7028" fmla="*/ 917450 h 1065273"/>
              <a:gd name="csX7029" fmla="*/ 1214849 w 1728164"/>
              <a:gd name="csY7029" fmla="*/ 917681 h 1065273"/>
              <a:gd name="csX7030" fmla="*/ 1215018 w 1728164"/>
              <a:gd name="csY7030" fmla="*/ 917913 h 1065273"/>
              <a:gd name="csX7031" fmla="*/ 1215196 w 1728164"/>
              <a:gd name="csY7031" fmla="*/ 918144 h 1065273"/>
              <a:gd name="csX7032" fmla="*/ 1215365 w 1728164"/>
              <a:gd name="csY7032" fmla="*/ 918366 h 1065273"/>
              <a:gd name="csX7033" fmla="*/ 1215543 w 1728164"/>
              <a:gd name="csY7033" fmla="*/ 918598 h 1065273"/>
              <a:gd name="csX7034" fmla="*/ 1215711 w 1728164"/>
              <a:gd name="csY7034" fmla="*/ 918829 h 1065273"/>
              <a:gd name="csX7035" fmla="*/ 1215889 w 1728164"/>
              <a:gd name="csY7035" fmla="*/ 919051 h 1065273"/>
              <a:gd name="csX7036" fmla="*/ 1216058 w 1728164"/>
              <a:gd name="csY7036" fmla="*/ 919283 h 1065273"/>
              <a:gd name="csX7037" fmla="*/ 1216228 w 1728164"/>
              <a:gd name="csY7037" fmla="*/ 919514 h 1065273"/>
              <a:gd name="csX7038" fmla="*/ 1216405 w 1728164"/>
              <a:gd name="csY7038" fmla="*/ 919736 h 1065273"/>
              <a:gd name="csX7039" fmla="*/ 1216575 w 1728164"/>
              <a:gd name="csY7039" fmla="*/ 919968 h 1065273"/>
              <a:gd name="csX7040" fmla="*/ 1216752 w 1728164"/>
              <a:gd name="csY7040" fmla="*/ 920190 h 1065273"/>
              <a:gd name="csX7041" fmla="*/ 1216921 w 1728164"/>
              <a:gd name="csY7041" fmla="*/ 920421 h 1065273"/>
              <a:gd name="csX7042" fmla="*/ 1217099 w 1728164"/>
              <a:gd name="csY7042" fmla="*/ 920644 h 1065273"/>
              <a:gd name="csX7043" fmla="*/ 1217268 w 1728164"/>
              <a:gd name="csY7043" fmla="*/ 920875 h 1065273"/>
              <a:gd name="csX7044" fmla="*/ 1217437 w 1728164"/>
              <a:gd name="csY7044" fmla="*/ 921098 h 1065273"/>
              <a:gd name="csX7045" fmla="*/ 1217615 w 1728164"/>
              <a:gd name="csY7045" fmla="*/ 921329 h 1065273"/>
              <a:gd name="csX7046" fmla="*/ 1217784 w 1728164"/>
              <a:gd name="csY7046" fmla="*/ 921551 h 1065273"/>
              <a:gd name="csX7047" fmla="*/ 1217962 w 1728164"/>
              <a:gd name="csY7047" fmla="*/ 921774 h 1065273"/>
              <a:gd name="csX7048" fmla="*/ 1218131 w 1728164"/>
              <a:gd name="csY7048" fmla="*/ 921996 h 1065273"/>
              <a:gd name="csX7049" fmla="*/ 1218309 w 1728164"/>
              <a:gd name="csY7049" fmla="*/ 922227 h 1065273"/>
              <a:gd name="csX7050" fmla="*/ 1218478 w 1728164"/>
              <a:gd name="csY7050" fmla="*/ 922450 h 1065273"/>
              <a:gd name="csX7051" fmla="*/ 1218647 w 1728164"/>
              <a:gd name="csY7051" fmla="*/ 922672 h 1065273"/>
              <a:gd name="csX7052" fmla="*/ 1218825 w 1728164"/>
              <a:gd name="csY7052" fmla="*/ 922895 h 1065273"/>
              <a:gd name="csX7053" fmla="*/ 1218994 w 1728164"/>
              <a:gd name="csY7053" fmla="*/ 923117 h 1065273"/>
              <a:gd name="csX7054" fmla="*/ 1219172 w 1728164"/>
              <a:gd name="csY7054" fmla="*/ 923348 h 1065273"/>
              <a:gd name="csX7055" fmla="*/ 1219341 w 1728164"/>
              <a:gd name="csY7055" fmla="*/ 923571 h 1065273"/>
              <a:gd name="csX7056" fmla="*/ 1219519 w 1728164"/>
              <a:gd name="csY7056" fmla="*/ 923793 h 1065273"/>
              <a:gd name="csX7057" fmla="*/ 1219688 w 1728164"/>
              <a:gd name="csY7057" fmla="*/ 924016 h 1065273"/>
              <a:gd name="csX7058" fmla="*/ 1219857 w 1728164"/>
              <a:gd name="csY7058" fmla="*/ 924238 h 1065273"/>
              <a:gd name="csX7059" fmla="*/ 1220035 w 1728164"/>
              <a:gd name="csY7059" fmla="*/ 924460 h 1065273"/>
              <a:gd name="csX7060" fmla="*/ 1220204 w 1728164"/>
              <a:gd name="csY7060" fmla="*/ 924683 h 1065273"/>
              <a:gd name="csX7061" fmla="*/ 1220382 w 1728164"/>
              <a:gd name="csY7061" fmla="*/ 924905 h 1065273"/>
              <a:gd name="csX7062" fmla="*/ 1220551 w 1728164"/>
              <a:gd name="csY7062" fmla="*/ 925119 h 1065273"/>
              <a:gd name="csX7063" fmla="*/ 1220729 w 1728164"/>
              <a:gd name="csY7063" fmla="*/ 925341 h 1065273"/>
              <a:gd name="csX7064" fmla="*/ 1220898 w 1728164"/>
              <a:gd name="csY7064" fmla="*/ 925564 h 1065273"/>
              <a:gd name="csX7065" fmla="*/ 1221067 w 1728164"/>
              <a:gd name="csY7065" fmla="*/ 925786 h 1065273"/>
              <a:gd name="csX7066" fmla="*/ 1221245 w 1728164"/>
              <a:gd name="csY7066" fmla="*/ 926008 h 1065273"/>
              <a:gd name="csX7067" fmla="*/ 1221414 w 1728164"/>
              <a:gd name="csY7067" fmla="*/ 926222 h 1065273"/>
              <a:gd name="csX7068" fmla="*/ 1221592 w 1728164"/>
              <a:gd name="csY7068" fmla="*/ 926444 h 1065273"/>
              <a:gd name="csX7069" fmla="*/ 1221761 w 1728164"/>
              <a:gd name="csY7069" fmla="*/ 926667 h 1065273"/>
              <a:gd name="csX7070" fmla="*/ 1221939 w 1728164"/>
              <a:gd name="csY7070" fmla="*/ 926880 h 1065273"/>
              <a:gd name="csX7071" fmla="*/ 1222108 w 1728164"/>
              <a:gd name="csY7071" fmla="*/ 927103 h 1065273"/>
              <a:gd name="csX7072" fmla="*/ 1222277 w 1728164"/>
              <a:gd name="csY7072" fmla="*/ 927316 h 1065273"/>
              <a:gd name="csX7073" fmla="*/ 1222455 w 1728164"/>
              <a:gd name="csY7073" fmla="*/ 927539 h 1065273"/>
              <a:gd name="csX7074" fmla="*/ 1222624 w 1728164"/>
              <a:gd name="csY7074" fmla="*/ 927761 h 1065273"/>
              <a:gd name="csX7075" fmla="*/ 1222802 w 1728164"/>
              <a:gd name="csY7075" fmla="*/ 927974 h 1065273"/>
              <a:gd name="csX7076" fmla="*/ 1222971 w 1728164"/>
              <a:gd name="csY7076" fmla="*/ 928188 h 1065273"/>
              <a:gd name="csX7077" fmla="*/ 1223140 w 1728164"/>
              <a:gd name="csY7077" fmla="*/ 928410 h 1065273"/>
              <a:gd name="csX7078" fmla="*/ 1223318 w 1728164"/>
              <a:gd name="csY7078" fmla="*/ 928624 h 1065273"/>
              <a:gd name="csX7079" fmla="*/ 1223487 w 1728164"/>
              <a:gd name="csY7079" fmla="*/ 928846 h 1065273"/>
              <a:gd name="csX7080" fmla="*/ 1223665 w 1728164"/>
              <a:gd name="csY7080" fmla="*/ 929060 h 1065273"/>
              <a:gd name="csX7081" fmla="*/ 1223834 w 1728164"/>
              <a:gd name="csY7081" fmla="*/ 929273 h 1065273"/>
              <a:gd name="csX7082" fmla="*/ 1224012 w 1728164"/>
              <a:gd name="csY7082" fmla="*/ 929496 h 1065273"/>
              <a:gd name="csX7083" fmla="*/ 1224181 w 1728164"/>
              <a:gd name="csY7083" fmla="*/ 929709 h 1065273"/>
              <a:gd name="csX7084" fmla="*/ 1224350 w 1728164"/>
              <a:gd name="csY7084" fmla="*/ 929923 h 1065273"/>
              <a:gd name="csX7085" fmla="*/ 1224528 w 1728164"/>
              <a:gd name="csY7085" fmla="*/ 930136 h 1065273"/>
              <a:gd name="csX7086" fmla="*/ 1224697 w 1728164"/>
              <a:gd name="csY7086" fmla="*/ 930350 h 1065273"/>
              <a:gd name="csX7087" fmla="*/ 1224875 w 1728164"/>
              <a:gd name="csY7087" fmla="*/ 930572 h 1065273"/>
              <a:gd name="csX7088" fmla="*/ 1225044 w 1728164"/>
              <a:gd name="csY7088" fmla="*/ 930786 h 1065273"/>
              <a:gd name="csX7089" fmla="*/ 1225222 w 1728164"/>
              <a:gd name="csY7089" fmla="*/ 930999 h 1065273"/>
              <a:gd name="csX7090" fmla="*/ 1225391 w 1728164"/>
              <a:gd name="csY7090" fmla="*/ 931213 h 1065273"/>
              <a:gd name="csX7091" fmla="*/ 1225560 w 1728164"/>
              <a:gd name="csY7091" fmla="*/ 931426 h 1065273"/>
              <a:gd name="csX7092" fmla="*/ 1225738 w 1728164"/>
              <a:gd name="csY7092" fmla="*/ 931640 h 1065273"/>
              <a:gd name="csX7093" fmla="*/ 1225907 w 1728164"/>
              <a:gd name="csY7093" fmla="*/ 931853 h 1065273"/>
              <a:gd name="csX7094" fmla="*/ 1226085 w 1728164"/>
              <a:gd name="csY7094" fmla="*/ 932067 h 1065273"/>
              <a:gd name="csX7095" fmla="*/ 1226254 w 1728164"/>
              <a:gd name="csY7095" fmla="*/ 932280 h 1065273"/>
              <a:gd name="csX7096" fmla="*/ 1226432 w 1728164"/>
              <a:gd name="csY7096" fmla="*/ 932485 h 1065273"/>
              <a:gd name="csX7097" fmla="*/ 1226601 w 1728164"/>
              <a:gd name="csY7097" fmla="*/ 932699 h 1065273"/>
              <a:gd name="csX7098" fmla="*/ 1226770 w 1728164"/>
              <a:gd name="csY7098" fmla="*/ 932912 h 1065273"/>
              <a:gd name="csX7099" fmla="*/ 1226948 w 1728164"/>
              <a:gd name="csY7099" fmla="*/ 933126 h 1065273"/>
              <a:gd name="csX7100" fmla="*/ 1227117 w 1728164"/>
              <a:gd name="csY7100" fmla="*/ 933339 h 1065273"/>
              <a:gd name="csX7101" fmla="*/ 1227295 w 1728164"/>
              <a:gd name="csY7101" fmla="*/ 933544 h 1065273"/>
              <a:gd name="csX7102" fmla="*/ 1227464 w 1728164"/>
              <a:gd name="csY7102" fmla="*/ 933757 h 1065273"/>
              <a:gd name="csX7103" fmla="*/ 1227642 w 1728164"/>
              <a:gd name="csY7103" fmla="*/ 933971 h 1065273"/>
              <a:gd name="csX7104" fmla="*/ 1227811 w 1728164"/>
              <a:gd name="csY7104" fmla="*/ 934175 h 1065273"/>
              <a:gd name="csX7105" fmla="*/ 1227980 w 1728164"/>
              <a:gd name="csY7105" fmla="*/ 934389 h 1065273"/>
              <a:gd name="csX7106" fmla="*/ 1228158 w 1728164"/>
              <a:gd name="csY7106" fmla="*/ 934602 h 1065273"/>
              <a:gd name="csX7107" fmla="*/ 1228327 w 1728164"/>
              <a:gd name="csY7107" fmla="*/ 934807 h 1065273"/>
              <a:gd name="csX7108" fmla="*/ 1228505 w 1728164"/>
              <a:gd name="csY7108" fmla="*/ 935021 h 1065273"/>
              <a:gd name="csX7109" fmla="*/ 1228674 w 1728164"/>
              <a:gd name="csY7109" fmla="*/ 935225 h 1065273"/>
              <a:gd name="csX7110" fmla="*/ 1228852 w 1728164"/>
              <a:gd name="csY7110" fmla="*/ 935439 h 1065273"/>
              <a:gd name="csX7111" fmla="*/ 1229021 w 1728164"/>
              <a:gd name="csY7111" fmla="*/ 935643 h 1065273"/>
              <a:gd name="csX7112" fmla="*/ 1229190 w 1728164"/>
              <a:gd name="csY7112" fmla="*/ 935857 h 1065273"/>
              <a:gd name="csX7113" fmla="*/ 1229368 w 1728164"/>
              <a:gd name="csY7113" fmla="*/ 936061 h 1065273"/>
              <a:gd name="csX7114" fmla="*/ 1229537 w 1728164"/>
              <a:gd name="csY7114" fmla="*/ 936266 h 1065273"/>
              <a:gd name="csX7115" fmla="*/ 1229714 w 1728164"/>
              <a:gd name="csY7115" fmla="*/ 936480 h 1065273"/>
              <a:gd name="csX7116" fmla="*/ 1229884 w 1728164"/>
              <a:gd name="csY7116" fmla="*/ 936684 h 1065273"/>
              <a:gd name="csX7117" fmla="*/ 1230061 w 1728164"/>
              <a:gd name="csY7117" fmla="*/ 936889 h 1065273"/>
              <a:gd name="csX7118" fmla="*/ 1230231 w 1728164"/>
              <a:gd name="csY7118" fmla="*/ 937093 h 1065273"/>
              <a:gd name="csX7119" fmla="*/ 1230400 w 1728164"/>
              <a:gd name="csY7119" fmla="*/ 937307 h 1065273"/>
              <a:gd name="csX7120" fmla="*/ 1230578 w 1728164"/>
              <a:gd name="csY7120" fmla="*/ 937511 h 1065273"/>
              <a:gd name="csX7121" fmla="*/ 1230747 w 1728164"/>
              <a:gd name="csY7121" fmla="*/ 937716 h 1065273"/>
              <a:gd name="csX7122" fmla="*/ 1230925 w 1728164"/>
              <a:gd name="csY7122" fmla="*/ 937921 h 1065273"/>
              <a:gd name="csX7123" fmla="*/ 1231093 w 1728164"/>
              <a:gd name="csY7123" fmla="*/ 938125 h 1065273"/>
              <a:gd name="csX7124" fmla="*/ 1231271 w 1728164"/>
              <a:gd name="csY7124" fmla="*/ 938330 h 1065273"/>
              <a:gd name="csX7125" fmla="*/ 1231440 w 1728164"/>
              <a:gd name="csY7125" fmla="*/ 938535 h 1065273"/>
              <a:gd name="csX7126" fmla="*/ 1231609 w 1728164"/>
              <a:gd name="csY7126" fmla="*/ 938739 h 1065273"/>
              <a:gd name="csX7127" fmla="*/ 1231787 w 1728164"/>
              <a:gd name="csY7127" fmla="*/ 938944 h 1065273"/>
              <a:gd name="csX7128" fmla="*/ 1231956 w 1728164"/>
              <a:gd name="csY7128" fmla="*/ 939148 h 1065273"/>
              <a:gd name="csX7129" fmla="*/ 1232134 w 1728164"/>
              <a:gd name="csY7129" fmla="*/ 939353 h 1065273"/>
              <a:gd name="csX7130" fmla="*/ 1232303 w 1728164"/>
              <a:gd name="csY7130" fmla="*/ 939558 h 1065273"/>
              <a:gd name="csX7131" fmla="*/ 1232481 w 1728164"/>
              <a:gd name="csY7131" fmla="*/ 939762 h 1065273"/>
              <a:gd name="csX7132" fmla="*/ 1232650 w 1728164"/>
              <a:gd name="csY7132" fmla="*/ 939967 h 1065273"/>
              <a:gd name="csX7133" fmla="*/ 1232819 w 1728164"/>
              <a:gd name="csY7133" fmla="*/ 940171 h 1065273"/>
              <a:gd name="csX7134" fmla="*/ 1232997 w 1728164"/>
              <a:gd name="csY7134" fmla="*/ 940367 h 1065273"/>
              <a:gd name="csX7135" fmla="*/ 1233166 w 1728164"/>
              <a:gd name="csY7135" fmla="*/ 940572 h 1065273"/>
              <a:gd name="csX7136" fmla="*/ 1233344 w 1728164"/>
              <a:gd name="csY7136" fmla="*/ 940776 h 1065273"/>
              <a:gd name="csX7137" fmla="*/ 1233513 w 1728164"/>
              <a:gd name="csY7137" fmla="*/ 940972 h 1065273"/>
              <a:gd name="csX7138" fmla="*/ 1233691 w 1728164"/>
              <a:gd name="csY7138" fmla="*/ 941177 h 1065273"/>
              <a:gd name="csX7139" fmla="*/ 1233860 w 1728164"/>
              <a:gd name="csY7139" fmla="*/ 941381 h 1065273"/>
              <a:gd name="csX7140" fmla="*/ 1234029 w 1728164"/>
              <a:gd name="csY7140" fmla="*/ 941577 h 1065273"/>
              <a:gd name="csX7141" fmla="*/ 1234207 w 1728164"/>
              <a:gd name="csY7141" fmla="*/ 941782 h 1065273"/>
              <a:gd name="csX7142" fmla="*/ 1234376 w 1728164"/>
              <a:gd name="csY7142" fmla="*/ 941986 h 1065273"/>
              <a:gd name="csX7143" fmla="*/ 1234554 w 1728164"/>
              <a:gd name="csY7143" fmla="*/ 942182 h 1065273"/>
              <a:gd name="csX7144" fmla="*/ 1234723 w 1728164"/>
              <a:gd name="csY7144" fmla="*/ 942387 h 1065273"/>
              <a:gd name="csX7145" fmla="*/ 1234901 w 1728164"/>
              <a:gd name="csY7145" fmla="*/ 942582 h 1065273"/>
              <a:gd name="csX7146" fmla="*/ 1235070 w 1728164"/>
              <a:gd name="csY7146" fmla="*/ 942778 h 1065273"/>
              <a:gd name="csX7147" fmla="*/ 1235239 w 1728164"/>
              <a:gd name="csY7147" fmla="*/ 942983 h 1065273"/>
              <a:gd name="csX7148" fmla="*/ 1235417 w 1728164"/>
              <a:gd name="csY7148" fmla="*/ 943178 h 1065273"/>
              <a:gd name="csX7149" fmla="*/ 1235586 w 1728164"/>
              <a:gd name="csY7149" fmla="*/ 943383 h 1065273"/>
              <a:gd name="csX7150" fmla="*/ 1235764 w 1728164"/>
              <a:gd name="csY7150" fmla="*/ 943579 h 1065273"/>
              <a:gd name="csX7151" fmla="*/ 1235933 w 1728164"/>
              <a:gd name="csY7151" fmla="*/ 943775 h 1065273"/>
              <a:gd name="csX7152" fmla="*/ 1236111 w 1728164"/>
              <a:gd name="csY7152" fmla="*/ 943979 h 1065273"/>
              <a:gd name="csX7153" fmla="*/ 1236280 w 1728164"/>
              <a:gd name="csY7153" fmla="*/ 944175 h 1065273"/>
              <a:gd name="csX7154" fmla="*/ 1236449 w 1728164"/>
              <a:gd name="csY7154" fmla="*/ 944371 h 1065273"/>
              <a:gd name="csX7155" fmla="*/ 1236627 w 1728164"/>
              <a:gd name="csY7155" fmla="*/ 944566 h 1065273"/>
              <a:gd name="csX7156" fmla="*/ 1236796 w 1728164"/>
              <a:gd name="csY7156" fmla="*/ 944762 h 1065273"/>
              <a:gd name="csX7157" fmla="*/ 1236974 w 1728164"/>
              <a:gd name="csY7157" fmla="*/ 944958 h 1065273"/>
              <a:gd name="csX7158" fmla="*/ 1237143 w 1728164"/>
              <a:gd name="csY7158" fmla="*/ 945162 h 1065273"/>
              <a:gd name="csX7159" fmla="*/ 1237321 w 1728164"/>
              <a:gd name="csY7159" fmla="*/ 945358 h 1065273"/>
              <a:gd name="csX7160" fmla="*/ 1237490 w 1728164"/>
              <a:gd name="csY7160" fmla="*/ 945554 h 1065273"/>
              <a:gd name="csX7161" fmla="*/ 1237659 w 1728164"/>
              <a:gd name="csY7161" fmla="*/ 945750 h 1065273"/>
              <a:gd name="csX7162" fmla="*/ 1237837 w 1728164"/>
              <a:gd name="csY7162" fmla="*/ 945945 h 1065273"/>
              <a:gd name="csX7163" fmla="*/ 1238006 w 1728164"/>
              <a:gd name="csY7163" fmla="*/ 946141 h 1065273"/>
              <a:gd name="csX7164" fmla="*/ 1238184 w 1728164"/>
              <a:gd name="csY7164" fmla="*/ 946337 h 1065273"/>
              <a:gd name="csX7165" fmla="*/ 1238353 w 1728164"/>
              <a:gd name="csY7165" fmla="*/ 946532 h 1065273"/>
              <a:gd name="csX7166" fmla="*/ 1238531 w 1728164"/>
              <a:gd name="csY7166" fmla="*/ 946719 h 1065273"/>
              <a:gd name="csX7167" fmla="*/ 1238700 w 1728164"/>
              <a:gd name="csY7167" fmla="*/ 946915 h 1065273"/>
              <a:gd name="csX7168" fmla="*/ 1238869 w 1728164"/>
              <a:gd name="csY7168" fmla="*/ 947111 h 1065273"/>
              <a:gd name="csX7169" fmla="*/ 1239047 w 1728164"/>
              <a:gd name="csY7169" fmla="*/ 947306 h 1065273"/>
              <a:gd name="csX7170" fmla="*/ 1239216 w 1728164"/>
              <a:gd name="csY7170" fmla="*/ 947502 h 1065273"/>
              <a:gd name="csX7171" fmla="*/ 1239394 w 1728164"/>
              <a:gd name="csY7171" fmla="*/ 947689 h 1065273"/>
              <a:gd name="csX7172" fmla="*/ 1239563 w 1728164"/>
              <a:gd name="csY7172" fmla="*/ 947885 h 1065273"/>
              <a:gd name="csX7173" fmla="*/ 1239741 w 1728164"/>
              <a:gd name="csY7173" fmla="*/ 948080 h 1065273"/>
              <a:gd name="csX7174" fmla="*/ 1239910 w 1728164"/>
              <a:gd name="csY7174" fmla="*/ 948267 h 1065273"/>
              <a:gd name="csX7175" fmla="*/ 1240079 w 1728164"/>
              <a:gd name="csY7175" fmla="*/ 948463 h 1065273"/>
              <a:gd name="csX7176" fmla="*/ 1240257 w 1728164"/>
              <a:gd name="csY7176" fmla="*/ 948659 h 1065273"/>
              <a:gd name="csX7177" fmla="*/ 1240426 w 1728164"/>
              <a:gd name="csY7177" fmla="*/ 948846 h 1065273"/>
              <a:gd name="csX7178" fmla="*/ 1240604 w 1728164"/>
              <a:gd name="csY7178" fmla="*/ 949041 h 1065273"/>
              <a:gd name="csX7179" fmla="*/ 1240773 w 1728164"/>
              <a:gd name="csY7179" fmla="*/ 949228 h 1065273"/>
              <a:gd name="csX7180" fmla="*/ 1240951 w 1728164"/>
              <a:gd name="csY7180" fmla="*/ 949424 h 1065273"/>
              <a:gd name="csX7181" fmla="*/ 1241120 w 1728164"/>
              <a:gd name="csY7181" fmla="*/ 949611 h 1065273"/>
              <a:gd name="csX7182" fmla="*/ 1241289 w 1728164"/>
              <a:gd name="csY7182" fmla="*/ 949806 h 1065273"/>
              <a:gd name="csX7183" fmla="*/ 1241467 w 1728164"/>
              <a:gd name="csY7183" fmla="*/ 949993 h 1065273"/>
              <a:gd name="csX7184" fmla="*/ 1241636 w 1728164"/>
              <a:gd name="csY7184" fmla="*/ 950189 h 1065273"/>
              <a:gd name="csX7185" fmla="*/ 1241814 w 1728164"/>
              <a:gd name="csY7185" fmla="*/ 950376 h 1065273"/>
              <a:gd name="csX7186" fmla="*/ 1241983 w 1728164"/>
              <a:gd name="csY7186" fmla="*/ 950563 h 1065273"/>
              <a:gd name="csX7187" fmla="*/ 1242152 w 1728164"/>
              <a:gd name="csY7187" fmla="*/ 950758 h 1065273"/>
              <a:gd name="csX7188" fmla="*/ 1242330 w 1728164"/>
              <a:gd name="csY7188" fmla="*/ 950945 h 1065273"/>
              <a:gd name="csX7189" fmla="*/ 1242499 w 1728164"/>
              <a:gd name="csY7189" fmla="*/ 951132 h 1065273"/>
              <a:gd name="csX7190" fmla="*/ 1242677 w 1728164"/>
              <a:gd name="csY7190" fmla="*/ 951319 h 1065273"/>
              <a:gd name="csX7191" fmla="*/ 1242846 w 1728164"/>
              <a:gd name="csY7191" fmla="*/ 951514 h 1065273"/>
              <a:gd name="csX7192" fmla="*/ 1243024 w 1728164"/>
              <a:gd name="csY7192" fmla="*/ 951701 h 1065273"/>
              <a:gd name="csX7193" fmla="*/ 1243193 w 1728164"/>
              <a:gd name="csY7193" fmla="*/ 951888 h 1065273"/>
              <a:gd name="csX7194" fmla="*/ 1243362 w 1728164"/>
              <a:gd name="csY7194" fmla="*/ 952075 h 1065273"/>
              <a:gd name="csX7195" fmla="*/ 1243540 w 1728164"/>
              <a:gd name="csY7195" fmla="*/ 952262 h 1065273"/>
              <a:gd name="csX7196" fmla="*/ 1243709 w 1728164"/>
              <a:gd name="csY7196" fmla="*/ 952449 h 1065273"/>
              <a:gd name="csX7197" fmla="*/ 1243887 w 1728164"/>
              <a:gd name="csY7197" fmla="*/ 952635 h 1065273"/>
              <a:gd name="csX7198" fmla="*/ 1244056 w 1728164"/>
              <a:gd name="csY7198" fmla="*/ 952822 h 1065273"/>
              <a:gd name="csX7199" fmla="*/ 1244234 w 1728164"/>
              <a:gd name="csY7199" fmla="*/ 953009 h 1065273"/>
              <a:gd name="csX7200" fmla="*/ 1244403 w 1728164"/>
              <a:gd name="csY7200" fmla="*/ 953196 h 1065273"/>
              <a:gd name="csX7201" fmla="*/ 1244572 w 1728164"/>
              <a:gd name="csY7201" fmla="*/ 953383 h 1065273"/>
              <a:gd name="csX7202" fmla="*/ 1244750 w 1728164"/>
              <a:gd name="csY7202" fmla="*/ 953570 h 1065273"/>
              <a:gd name="csX7203" fmla="*/ 1244919 w 1728164"/>
              <a:gd name="csY7203" fmla="*/ 953756 h 1065273"/>
              <a:gd name="csX7204" fmla="*/ 1245096 w 1728164"/>
              <a:gd name="csY7204" fmla="*/ 953943 h 1065273"/>
              <a:gd name="csX7205" fmla="*/ 1245266 w 1728164"/>
              <a:gd name="csY7205" fmla="*/ 954121 h 1065273"/>
              <a:gd name="csX7206" fmla="*/ 1245443 w 1728164"/>
              <a:gd name="csY7206" fmla="*/ 954308 h 1065273"/>
              <a:gd name="csX7207" fmla="*/ 1245612 w 1728164"/>
              <a:gd name="csY7207" fmla="*/ 954495 h 1065273"/>
              <a:gd name="csX7208" fmla="*/ 1245782 w 1728164"/>
              <a:gd name="csY7208" fmla="*/ 954682 h 1065273"/>
              <a:gd name="csX7209" fmla="*/ 1245959 w 1728164"/>
              <a:gd name="csY7209" fmla="*/ 954860 h 1065273"/>
              <a:gd name="csX7210" fmla="*/ 1246129 w 1728164"/>
              <a:gd name="csY7210" fmla="*/ 955046 h 1065273"/>
              <a:gd name="csX7211" fmla="*/ 1246306 w 1728164"/>
              <a:gd name="csY7211" fmla="*/ 955233 h 1065273"/>
              <a:gd name="csX7212" fmla="*/ 1246475 w 1728164"/>
              <a:gd name="csY7212" fmla="*/ 955411 h 1065273"/>
              <a:gd name="csX7213" fmla="*/ 1246653 w 1728164"/>
              <a:gd name="csY7213" fmla="*/ 955598 h 1065273"/>
              <a:gd name="csX7214" fmla="*/ 1246822 w 1728164"/>
              <a:gd name="csY7214" fmla="*/ 955776 h 1065273"/>
              <a:gd name="csX7215" fmla="*/ 1246991 w 1728164"/>
              <a:gd name="csY7215" fmla="*/ 955963 h 1065273"/>
              <a:gd name="csX7216" fmla="*/ 1247169 w 1728164"/>
              <a:gd name="csY7216" fmla="*/ 956150 h 1065273"/>
              <a:gd name="csX7217" fmla="*/ 1247338 w 1728164"/>
              <a:gd name="csY7217" fmla="*/ 956327 h 1065273"/>
              <a:gd name="csX7218" fmla="*/ 1247516 w 1728164"/>
              <a:gd name="csY7218" fmla="*/ 956514 h 1065273"/>
              <a:gd name="csX7219" fmla="*/ 1247685 w 1728164"/>
              <a:gd name="csY7219" fmla="*/ 956692 h 1065273"/>
              <a:gd name="csX7220" fmla="*/ 1247863 w 1728164"/>
              <a:gd name="csY7220" fmla="*/ 956870 h 1065273"/>
              <a:gd name="csX7221" fmla="*/ 1248032 w 1728164"/>
              <a:gd name="csY7221" fmla="*/ 957057 h 1065273"/>
              <a:gd name="csX7222" fmla="*/ 1248201 w 1728164"/>
              <a:gd name="csY7222" fmla="*/ 957235 h 1065273"/>
              <a:gd name="csX7223" fmla="*/ 1248379 w 1728164"/>
              <a:gd name="csY7223" fmla="*/ 957413 h 1065273"/>
              <a:gd name="csX7224" fmla="*/ 1248548 w 1728164"/>
              <a:gd name="csY7224" fmla="*/ 957600 h 1065273"/>
              <a:gd name="csX7225" fmla="*/ 1248726 w 1728164"/>
              <a:gd name="csY7225" fmla="*/ 957778 h 1065273"/>
              <a:gd name="csX7226" fmla="*/ 1248895 w 1728164"/>
              <a:gd name="csY7226" fmla="*/ 957956 h 1065273"/>
              <a:gd name="csX7227" fmla="*/ 1249073 w 1728164"/>
              <a:gd name="csY7227" fmla="*/ 958133 h 1065273"/>
              <a:gd name="csX7228" fmla="*/ 1249242 w 1728164"/>
              <a:gd name="csY7228" fmla="*/ 958320 h 1065273"/>
              <a:gd name="csX7229" fmla="*/ 1249411 w 1728164"/>
              <a:gd name="csY7229" fmla="*/ 958498 h 1065273"/>
              <a:gd name="csX7230" fmla="*/ 1249589 w 1728164"/>
              <a:gd name="csY7230" fmla="*/ 958676 h 1065273"/>
              <a:gd name="csX7231" fmla="*/ 1249758 w 1728164"/>
              <a:gd name="csY7231" fmla="*/ 958854 h 1065273"/>
              <a:gd name="csX7232" fmla="*/ 1249936 w 1728164"/>
              <a:gd name="csY7232" fmla="*/ 959032 h 1065273"/>
              <a:gd name="csX7233" fmla="*/ 1250105 w 1728164"/>
              <a:gd name="csY7233" fmla="*/ 959210 h 1065273"/>
              <a:gd name="csX7234" fmla="*/ 1250283 w 1728164"/>
              <a:gd name="csY7234" fmla="*/ 959388 h 1065273"/>
              <a:gd name="csX7235" fmla="*/ 1250452 w 1728164"/>
              <a:gd name="csY7235" fmla="*/ 959566 h 1065273"/>
              <a:gd name="csX7236" fmla="*/ 1250621 w 1728164"/>
              <a:gd name="csY7236" fmla="*/ 959744 h 1065273"/>
              <a:gd name="csX7237" fmla="*/ 1250799 w 1728164"/>
              <a:gd name="csY7237" fmla="*/ 959922 h 1065273"/>
              <a:gd name="csX7238" fmla="*/ 1250968 w 1728164"/>
              <a:gd name="csY7238" fmla="*/ 960100 h 1065273"/>
              <a:gd name="csX7239" fmla="*/ 1251146 w 1728164"/>
              <a:gd name="csY7239" fmla="*/ 960278 h 1065273"/>
              <a:gd name="csX7240" fmla="*/ 1251315 w 1728164"/>
              <a:gd name="csY7240" fmla="*/ 960455 h 1065273"/>
              <a:gd name="csX7241" fmla="*/ 1251493 w 1728164"/>
              <a:gd name="csY7241" fmla="*/ 960633 h 1065273"/>
              <a:gd name="csX7242" fmla="*/ 1251662 w 1728164"/>
              <a:gd name="csY7242" fmla="*/ 960811 h 1065273"/>
              <a:gd name="csX7243" fmla="*/ 1251831 w 1728164"/>
              <a:gd name="csY7243" fmla="*/ 960980 h 1065273"/>
              <a:gd name="csX7244" fmla="*/ 1252009 w 1728164"/>
              <a:gd name="csY7244" fmla="*/ 961158 h 1065273"/>
              <a:gd name="csX7245" fmla="*/ 1252178 w 1728164"/>
              <a:gd name="csY7245" fmla="*/ 961336 h 1065273"/>
              <a:gd name="csX7246" fmla="*/ 1252356 w 1728164"/>
              <a:gd name="csY7246" fmla="*/ 961514 h 1065273"/>
              <a:gd name="csX7247" fmla="*/ 1252525 w 1728164"/>
              <a:gd name="csY7247" fmla="*/ 961683 h 1065273"/>
              <a:gd name="csX7248" fmla="*/ 1252703 w 1728164"/>
              <a:gd name="csY7248" fmla="*/ 961861 h 1065273"/>
              <a:gd name="csX7249" fmla="*/ 1252872 w 1728164"/>
              <a:gd name="csY7249" fmla="*/ 962039 h 1065273"/>
              <a:gd name="csX7250" fmla="*/ 1253041 w 1728164"/>
              <a:gd name="csY7250" fmla="*/ 962208 h 1065273"/>
              <a:gd name="csX7251" fmla="*/ 1253219 w 1728164"/>
              <a:gd name="csY7251" fmla="*/ 962386 h 1065273"/>
              <a:gd name="csX7252" fmla="*/ 1253388 w 1728164"/>
              <a:gd name="csY7252" fmla="*/ 962555 h 1065273"/>
              <a:gd name="csX7253" fmla="*/ 1253566 w 1728164"/>
              <a:gd name="csY7253" fmla="*/ 962733 h 1065273"/>
              <a:gd name="csX7254" fmla="*/ 1253735 w 1728164"/>
              <a:gd name="csY7254" fmla="*/ 962911 h 1065273"/>
              <a:gd name="csX7255" fmla="*/ 1253913 w 1728164"/>
              <a:gd name="csY7255" fmla="*/ 963080 h 1065273"/>
              <a:gd name="csX7256" fmla="*/ 1254082 w 1728164"/>
              <a:gd name="csY7256" fmla="*/ 963249 h 1065273"/>
              <a:gd name="csX7257" fmla="*/ 1254251 w 1728164"/>
              <a:gd name="csY7257" fmla="*/ 963427 h 1065273"/>
              <a:gd name="csX7258" fmla="*/ 1254429 w 1728164"/>
              <a:gd name="csY7258" fmla="*/ 963596 h 1065273"/>
              <a:gd name="csX7259" fmla="*/ 1254598 w 1728164"/>
              <a:gd name="csY7259" fmla="*/ 963774 h 1065273"/>
              <a:gd name="csX7260" fmla="*/ 1254776 w 1728164"/>
              <a:gd name="csY7260" fmla="*/ 963943 h 1065273"/>
              <a:gd name="csX7261" fmla="*/ 1254945 w 1728164"/>
              <a:gd name="csY7261" fmla="*/ 964112 h 1065273"/>
              <a:gd name="csX7262" fmla="*/ 1255123 w 1728164"/>
              <a:gd name="csY7262" fmla="*/ 964290 h 1065273"/>
              <a:gd name="csX7263" fmla="*/ 1255292 w 1728164"/>
              <a:gd name="csY7263" fmla="*/ 964459 h 1065273"/>
              <a:gd name="csX7264" fmla="*/ 1255461 w 1728164"/>
              <a:gd name="csY7264" fmla="*/ 964628 h 1065273"/>
              <a:gd name="csX7265" fmla="*/ 1255639 w 1728164"/>
              <a:gd name="csY7265" fmla="*/ 964797 h 1065273"/>
              <a:gd name="csX7266" fmla="*/ 1255808 w 1728164"/>
              <a:gd name="csY7266" fmla="*/ 964975 h 1065273"/>
              <a:gd name="csX7267" fmla="*/ 1255986 w 1728164"/>
              <a:gd name="csY7267" fmla="*/ 965144 h 1065273"/>
              <a:gd name="csX7268" fmla="*/ 1256155 w 1728164"/>
              <a:gd name="csY7268" fmla="*/ 965313 h 1065273"/>
              <a:gd name="csX7269" fmla="*/ 1256333 w 1728164"/>
              <a:gd name="csY7269" fmla="*/ 965482 h 1065273"/>
              <a:gd name="csX7270" fmla="*/ 1256502 w 1728164"/>
              <a:gd name="csY7270" fmla="*/ 965651 h 1065273"/>
              <a:gd name="csX7271" fmla="*/ 1256671 w 1728164"/>
              <a:gd name="csY7271" fmla="*/ 965820 h 1065273"/>
              <a:gd name="csX7272" fmla="*/ 1256849 w 1728164"/>
              <a:gd name="csY7272" fmla="*/ 965989 h 1065273"/>
              <a:gd name="csX7273" fmla="*/ 1257018 w 1728164"/>
              <a:gd name="csY7273" fmla="*/ 966158 h 1065273"/>
              <a:gd name="csX7274" fmla="*/ 1257196 w 1728164"/>
              <a:gd name="csY7274" fmla="*/ 966327 h 1065273"/>
              <a:gd name="csX7275" fmla="*/ 1257365 w 1728164"/>
              <a:gd name="csY7275" fmla="*/ 966496 h 1065273"/>
              <a:gd name="csX7276" fmla="*/ 1257543 w 1728164"/>
              <a:gd name="csY7276" fmla="*/ 966665 h 1065273"/>
              <a:gd name="csX7277" fmla="*/ 1257712 w 1728164"/>
              <a:gd name="csY7277" fmla="*/ 966834 h 1065273"/>
              <a:gd name="csX7278" fmla="*/ 1257881 w 1728164"/>
              <a:gd name="csY7278" fmla="*/ 967003 h 1065273"/>
              <a:gd name="csX7279" fmla="*/ 1258059 w 1728164"/>
              <a:gd name="csY7279" fmla="*/ 967172 h 1065273"/>
              <a:gd name="csX7280" fmla="*/ 1258228 w 1728164"/>
              <a:gd name="csY7280" fmla="*/ 967341 h 1065273"/>
              <a:gd name="csX7281" fmla="*/ 1258406 w 1728164"/>
              <a:gd name="csY7281" fmla="*/ 967510 h 1065273"/>
              <a:gd name="csX7282" fmla="*/ 1258575 w 1728164"/>
              <a:gd name="csY7282" fmla="*/ 967670 h 1065273"/>
              <a:gd name="csX7283" fmla="*/ 1258753 w 1728164"/>
              <a:gd name="csY7283" fmla="*/ 967840 h 1065273"/>
              <a:gd name="csX7284" fmla="*/ 1258922 w 1728164"/>
              <a:gd name="csY7284" fmla="*/ 968009 h 1065273"/>
              <a:gd name="csX7285" fmla="*/ 1259091 w 1728164"/>
              <a:gd name="csY7285" fmla="*/ 968178 h 1065273"/>
              <a:gd name="csX7286" fmla="*/ 1259269 w 1728164"/>
              <a:gd name="csY7286" fmla="*/ 968338 h 1065273"/>
              <a:gd name="csX7287" fmla="*/ 1259438 w 1728164"/>
              <a:gd name="csY7287" fmla="*/ 968507 h 1065273"/>
              <a:gd name="csX7288" fmla="*/ 1259616 w 1728164"/>
              <a:gd name="csY7288" fmla="*/ 968676 h 1065273"/>
              <a:gd name="csX7289" fmla="*/ 1259785 w 1728164"/>
              <a:gd name="csY7289" fmla="*/ 968836 h 1065273"/>
              <a:gd name="csX7290" fmla="*/ 1259962 w 1728164"/>
              <a:gd name="csY7290" fmla="*/ 969005 h 1065273"/>
              <a:gd name="csX7291" fmla="*/ 1260132 w 1728164"/>
              <a:gd name="csY7291" fmla="*/ 969165 h 1065273"/>
              <a:gd name="csX7292" fmla="*/ 1260300 w 1728164"/>
              <a:gd name="csY7292" fmla="*/ 969334 h 1065273"/>
              <a:gd name="csX7293" fmla="*/ 1260478 w 1728164"/>
              <a:gd name="csY7293" fmla="*/ 969494 h 1065273"/>
              <a:gd name="csX7294" fmla="*/ 1260647 w 1728164"/>
              <a:gd name="csY7294" fmla="*/ 969663 h 1065273"/>
              <a:gd name="csX7295" fmla="*/ 1260825 w 1728164"/>
              <a:gd name="csY7295" fmla="*/ 969823 h 1065273"/>
              <a:gd name="csX7296" fmla="*/ 1260994 w 1728164"/>
              <a:gd name="csY7296" fmla="*/ 969992 h 1065273"/>
              <a:gd name="csX7297" fmla="*/ 1261164 w 1728164"/>
              <a:gd name="csY7297" fmla="*/ 970153 h 1065273"/>
              <a:gd name="csX7298" fmla="*/ 1261341 w 1728164"/>
              <a:gd name="csY7298" fmla="*/ 970322 h 1065273"/>
              <a:gd name="csX7299" fmla="*/ 1261510 w 1728164"/>
              <a:gd name="csY7299" fmla="*/ 970482 h 1065273"/>
              <a:gd name="csX7300" fmla="*/ 1261688 w 1728164"/>
              <a:gd name="csY7300" fmla="*/ 970642 h 1065273"/>
              <a:gd name="csX7301" fmla="*/ 1261857 w 1728164"/>
              <a:gd name="csY7301" fmla="*/ 970811 h 1065273"/>
              <a:gd name="csX7302" fmla="*/ 1262035 w 1728164"/>
              <a:gd name="csY7302" fmla="*/ 970971 h 1065273"/>
              <a:gd name="csX7303" fmla="*/ 1262204 w 1728164"/>
              <a:gd name="csY7303" fmla="*/ 971131 h 1065273"/>
              <a:gd name="csX7304" fmla="*/ 1262373 w 1728164"/>
              <a:gd name="csY7304" fmla="*/ 971291 h 1065273"/>
              <a:gd name="csX7305" fmla="*/ 1262551 w 1728164"/>
              <a:gd name="csY7305" fmla="*/ 971460 h 1065273"/>
              <a:gd name="csX7306" fmla="*/ 1262720 w 1728164"/>
              <a:gd name="csY7306" fmla="*/ 971621 h 1065273"/>
              <a:gd name="csX7307" fmla="*/ 1262898 w 1728164"/>
              <a:gd name="csY7307" fmla="*/ 971781 h 1065273"/>
              <a:gd name="csX7308" fmla="*/ 1263067 w 1728164"/>
              <a:gd name="csY7308" fmla="*/ 971941 h 1065273"/>
              <a:gd name="csX7309" fmla="*/ 1263245 w 1728164"/>
              <a:gd name="csY7309" fmla="*/ 972101 h 1065273"/>
              <a:gd name="csX7310" fmla="*/ 1263414 w 1728164"/>
              <a:gd name="csY7310" fmla="*/ 972261 h 1065273"/>
              <a:gd name="csX7311" fmla="*/ 1263583 w 1728164"/>
              <a:gd name="csY7311" fmla="*/ 972421 h 1065273"/>
              <a:gd name="csX7312" fmla="*/ 1263761 w 1728164"/>
              <a:gd name="csY7312" fmla="*/ 972581 h 1065273"/>
              <a:gd name="csX7313" fmla="*/ 1263930 w 1728164"/>
              <a:gd name="csY7313" fmla="*/ 972741 h 1065273"/>
              <a:gd name="csX7314" fmla="*/ 1264108 w 1728164"/>
              <a:gd name="csY7314" fmla="*/ 972902 h 1065273"/>
              <a:gd name="csX7315" fmla="*/ 1264277 w 1728164"/>
              <a:gd name="csY7315" fmla="*/ 973062 h 1065273"/>
              <a:gd name="csX7316" fmla="*/ 1264455 w 1728164"/>
              <a:gd name="csY7316" fmla="*/ 973222 h 1065273"/>
              <a:gd name="csX7317" fmla="*/ 1264624 w 1728164"/>
              <a:gd name="csY7317" fmla="*/ 973382 h 1065273"/>
              <a:gd name="csX7318" fmla="*/ 1264793 w 1728164"/>
              <a:gd name="csY7318" fmla="*/ 973542 h 1065273"/>
              <a:gd name="csX7319" fmla="*/ 1264971 w 1728164"/>
              <a:gd name="csY7319" fmla="*/ 973702 h 1065273"/>
              <a:gd name="csX7320" fmla="*/ 1265140 w 1728164"/>
              <a:gd name="csY7320" fmla="*/ 973862 h 1065273"/>
              <a:gd name="csX7321" fmla="*/ 1265318 w 1728164"/>
              <a:gd name="csY7321" fmla="*/ 974023 h 1065273"/>
              <a:gd name="csX7322" fmla="*/ 1265487 w 1728164"/>
              <a:gd name="csY7322" fmla="*/ 974174 h 1065273"/>
              <a:gd name="csX7323" fmla="*/ 1265665 w 1728164"/>
              <a:gd name="csY7323" fmla="*/ 974334 h 1065273"/>
              <a:gd name="csX7324" fmla="*/ 1265834 w 1728164"/>
              <a:gd name="csY7324" fmla="*/ 974494 h 1065273"/>
              <a:gd name="csX7325" fmla="*/ 1266003 w 1728164"/>
              <a:gd name="csY7325" fmla="*/ 974654 h 1065273"/>
              <a:gd name="csX7326" fmla="*/ 1266181 w 1728164"/>
              <a:gd name="csY7326" fmla="*/ 974805 h 1065273"/>
              <a:gd name="csX7327" fmla="*/ 1266350 w 1728164"/>
              <a:gd name="csY7327" fmla="*/ 974966 h 1065273"/>
              <a:gd name="csX7328" fmla="*/ 1266528 w 1728164"/>
              <a:gd name="csY7328" fmla="*/ 975126 h 1065273"/>
              <a:gd name="csX7329" fmla="*/ 1266697 w 1728164"/>
              <a:gd name="csY7329" fmla="*/ 975277 h 1065273"/>
              <a:gd name="csX7330" fmla="*/ 1266875 w 1728164"/>
              <a:gd name="csY7330" fmla="*/ 975437 h 1065273"/>
              <a:gd name="csX7331" fmla="*/ 1267044 w 1728164"/>
              <a:gd name="csY7331" fmla="*/ 975588 h 1065273"/>
              <a:gd name="csX7332" fmla="*/ 1267213 w 1728164"/>
              <a:gd name="csY7332" fmla="*/ 975748 h 1065273"/>
              <a:gd name="csX7333" fmla="*/ 1267391 w 1728164"/>
              <a:gd name="csY7333" fmla="*/ 975909 h 1065273"/>
              <a:gd name="csX7334" fmla="*/ 1267560 w 1728164"/>
              <a:gd name="csY7334" fmla="*/ 976060 h 1065273"/>
              <a:gd name="csX7335" fmla="*/ 1267738 w 1728164"/>
              <a:gd name="csY7335" fmla="*/ 976211 h 1065273"/>
              <a:gd name="csX7336" fmla="*/ 1267907 w 1728164"/>
              <a:gd name="csY7336" fmla="*/ 976371 h 1065273"/>
              <a:gd name="csX7337" fmla="*/ 1268085 w 1728164"/>
              <a:gd name="csY7337" fmla="*/ 976522 h 1065273"/>
              <a:gd name="csX7338" fmla="*/ 1268254 w 1728164"/>
              <a:gd name="csY7338" fmla="*/ 976683 h 1065273"/>
              <a:gd name="csX7339" fmla="*/ 1268423 w 1728164"/>
              <a:gd name="csY7339" fmla="*/ 976834 h 1065273"/>
              <a:gd name="csX7340" fmla="*/ 1268601 w 1728164"/>
              <a:gd name="csY7340" fmla="*/ 976985 h 1065273"/>
              <a:gd name="csX7341" fmla="*/ 1268770 w 1728164"/>
              <a:gd name="csY7341" fmla="*/ 977145 h 1065273"/>
              <a:gd name="csX7342" fmla="*/ 1268948 w 1728164"/>
              <a:gd name="csY7342" fmla="*/ 977296 h 1065273"/>
              <a:gd name="csX7343" fmla="*/ 1269117 w 1728164"/>
              <a:gd name="csY7343" fmla="*/ 977448 h 1065273"/>
              <a:gd name="csX7344" fmla="*/ 1269295 w 1728164"/>
              <a:gd name="csY7344" fmla="*/ 977608 h 1065273"/>
              <a:gd name="csX7345" fmla="*/ 1269464 w 1728164"/>
              <a:gd name="csY7345" fmla="*/ 977759 h 1065273"/>
              <a:gd name="csX7346" fmla="*/ 1269633 w 1728164"/>
              <a:gd name="csY7346" fmla="*/ 977910 h 1065273"/>
              <a:gd name="csX7347" fmla="*/ 1269811 w 1728164"/>
              <a:gd name="csY7347" fmla="*/ 978062 h 1065273"/>
              <a:gd name="csX7348" fmla="*/ 1269980 w 1728164"/>
              <a:gd name="csY7348" fmla="*/ 978213 h 1065273"/>
              <a:gd name="csX7349" fmla="*/ 1270158 w 1728164"/>
              <a:gd name="csY7349" fmla="*/ 978373 h 1065273"/>
              <a:gd name="csX7350" fmla="*/ 1270327 w 1728164"/>
              <a:gd name="csY7350" fmla="*/ 978524 h 1065273"/>
              <a:gd name="csX7351" fmla="*/ 1270505 w 1728164"/>
              <a:gd name="csY7351" fmla="*/ 978675 h 1065273"/>
              <a:gd name="csX7352" fmla="*/ 1270674 w 1728164"/>
              <a:gd name="csY7352" fmla="*/ 978827 h 1065273"/>
              <a:gd name="csX7353" fmla="*/ 1270843 w 1728164"/>
              <a:gd name="csY7353" fmla="*/ 978978 h 1065273"/>
              <a:gd name="csX7354" fmla="*/ 1271021 w 1728164"/>
              <a:gd name="csY7354" fmla="*/ 979129 h 1065273"/>
              <a:gd name="csX7355" fmla="*/ 1271190 w 1728164"/>
              <a:gd name="csY7355" fmla="*/ 979280 h 1065273"/>
              <a:gd name="csX7356" fmla="*/ 1271368 w 1728164"/>
              <a:gd name="csY7356" fmla="*/ 979432 h 1065273"/>
              <a:gd name="csX7357" fmla="*/ 1271537 w 1728164"/>
              <a:gd name="csY7357" fmla="*/ 979583 h 1065273"/>
              <a:gd name="csX7358" fmla="*/ 1271715 w 1728164"/>
              <a:gd name="csY7358" fmla="*/ 979734 h 1065273"/>
              <a:gd name="csX7359" fmla="*/ 1271884 w 1728164"/>
              <a:gd name="csY7359" fmla="*/ 979885 h 1065273"/>
              <a:gd name="csX7360" fmla="*/ 1272053 w 1728164"/>
              <a:gd name="csY7360" fmla="*/ 980028 h 1065273"/>
              <a:gd name="csX7361" fmla="*/ 1272231 w 1728164"/>
              <a:gd name="csY7361" fmla="*/ 980179 h 1065273"/>
              <a:gd name="csX7362" fmla="*/ 1272400 w 1728164"/>
              <a:gd name="csY7362" fmla="*/ 980330 h 1065273"/>
              <a:gd name="csX7363" fmla="*/ 1272578 w 1728164"/>
              <a:gd name="csY7363" fmla="*/ 980481 h 1065273"/>
              <a:gd name="csX7364" fmla="*/ 1272747 w 1728164"/>
              <a:gd name="csY7364" fmla="*/ 980633 h 1065273"/>
              <a:gd name="csX7365" fmla="*/ 1272925 w 1728164"/>
              <a:gd name="csY7365" fmla="*/ 980775 h 1065273"/>
              <a:gd name="csX7366" fmla="*/ 1273094 w 1728164"/>
              <a:gd name="csY7366" fmla="*/ 980926 h 1065273"/>
              <a:gd name="csX7367" fmla="*/ 1273263 w 1728164"/>
              <a:gd name="csY7367" fmla="*/ 981077 h 1065273"/>
              <a:gd name="csX7368" fmla="*/ 1273441 w 1728164"/>
              <a:gd name="csY7368" fmla="*/ 981229 h 1065273"/>
              <a:gd name="csX7369" fmla="*/ 1273610 w 1728164"/>
              <a:gd name="csY7369" fmla="*/ 981371 h 1065273"/>
              <a:gd name="csX7370" fmla="*/ 1273788 w 1728164"/>
              <a:gd name="csY7370" fmla="*/ 981522 h 1065273"/>
              <a:gd name="csX7371" fmla="*/ 1273957 w 1728164"/>
              <a:gd name="csY7371" fmla="*/ 981665 h 1065273"/>
              <a:gd name="csX7372" fmla="*/ 1274135 w 1728164"/>
              <a:gd name="csY7372" fmla="*/ 981816 h 1065273"/>
              <a:gd name="csX7373" fmla="*/ 1274304 w 1728164"/>
              <a:gd name="csY7373" fmla="*/ 981967 h 1065273"/>
              <a:gd name="csX7374" fmla="*/ 1274473 w 1728164"/>
              <a:gd name="csY7374" fmla="*/ 982109 h 1065273"/>
              <a:gd name="csX7375" fmla="*/ 1274650 w 1728164"/>
              <a:gd name="csY7375" fmla="*/ 982261 h 1065273"/>
              <a:gd name="csX7376" fmla="*/ 1274820 w 1728164"/>
              <a:gd name="csY7376" fmla="*/ 982403 h 1065273"/>
              <a:gd name="csX7377" fmla="*/ 1274997 w 1728164"/>
              <a:gd name="csY7377" fmla="*/ 982554 h 1065273"/>
              <a:gd name="csX7378" fmla="*/ 1275167 w 1728164"/>
              <a:gd name="csY7378" fmla="*/ 982697 h 1065273"/>
              <a:gd name="csX7379" fmla="*/ 1275344 w 1728164"/>
              <a:gd name="csY7379" fmla="*/ 982839 h 1065273"/>
              <a:gd name="csX7380" fmla="*/ 1275514 w 1728164"/>
              <a:gd name="csY7380" fmla="*/ 982990 h 1065273"/>
              <a:gd name="csX7381" fmla="*/ 1275682 w 1728164"/>
              <a:gd name="csY7381" fmla="*/ 983132 h 1065273"/>
              <a:gd name="csX7382" fmla="*/ 1275860 w 1728164"/>
              <a:gd name="csY7382" fmla="*/ 983284 h 1065273"/>
              <a:gd name="csX7383" fmla="*/ 1276029 w 1728164"/>
              <a:gd name="csY7383" fmla="*/ 983426 h 1065273"/>
              <a:gd name="csX7384" fmla="*/ 1276207 w 1728164"/>
              <a:gd name="csY7384" fmla="*/ 983568 h 1065273"/>
              <a:gd name="csX7385" fmla="*/ 1276376 w 1728164"/>
              <a:gd name="csY7385" fmla="*/ 983711 h 1065273"/>
              <a:gd name="csX7386" fmla="*/ 1276554 w 1728164"/>
              <a:gd name="csY7386" fmla="*/ 983862 h 1065273"/>
              <a:gd name="csX7387" fmla="*/ 1276723 w 1728164"/>
              <a:gd name="csY7387" fmla="*/ 984004 h 1065273"/>
              <a:gd name="csX7388" fmla="*/ 1276892 w 1728164"/>
              <a:gd name="csY7388" fmla="*/ 984147 h 1065273"/>
              <a:gd name="csX7389" fmla="*/ 1277070 w 1728164"/>
              <a:gd name="csY7389" fmla="*/ 984289 h 1065273"/>
              <a:gd name="csX7390" fmla="*/ 1277239 w 1728164"/>
              <a:gd name="csY7390" fmla="*/ 984440 h 1065273"/>
              <a:gd name="csX7391" fmla="*/ 1277417 w 1728164"/>
              <a:gd name="csY7391" fmla="*/ 984583 h 1065273"/>
              <a:gd name="csX7392" fmla="*/ 1277586 w 1728164"/>
              <a:gd name="csY7392" fmla="*/ 984725 h 1065273"/>
              <a:gd name="csX7393" fmla="*/ 1277764 w 1728164"/>
              <a:gd name="csY7393" fmla="*/ 984867 h 1065273"/>
              <a:gd name="csX7394" fmla="*/ 1277933 w 1728164"/>
              <a:gd name="csY7394" fmla="*/ 985010 h 1065273"/>
              <a:gd name="csX7395" fmla="*/ 1278102 w 1728164"/>
              <a:gd name="csY7395" fmla="*/ 985152 h 1065273"/>
              <a:gd name="csX7396" fmla="*/ 1278280 w 1728164"/>
              <a:gd name="csY7396" fmla="*/ 985294 h 1065273"/>
              <a:gd name="csX7397" fmla="*/ 1278449 w 1728164"/>
              <a:gd name="csY7397" fmla="*/ 985437 h 1065273"/>
              <a:gd name="csX7398" fmla="*/ 1278627 w 1728164"/>
              <a:gd name="csY7398" fmla="*/ 985579 h 1065273"/>
              <a:gd name="csX7399" fmla="*/ 1278796 w 1728164"/>
              <a:gd name="csY7399" fmla="*/ 985721 h 1065273"/>
              <a:gd name="csX7400" fmla="*/ 1278974 w 1728164"/>
              <a:gd name="csY7400" fmla="*/ 985864 h 1065273"/>
              <a:gd name="csX7401" fmla="*/ 1279143 w 1728164"/>
              <a:gd name="csY7401" fmla="*/ 986006 h 1065273"/>
              <a:gd name="csX7402" fmla="*/ 1279312 w 1728164"/>
              <a:gd name="csY7402" fmla="*/ 986148 h 1065273"/>
              <a:gd name="csX7403" fmla="*/ 1279490 w 1728164"/>
              <a:gd name="csY7403" fmla="*/ 986291 h 1065273"/>
              <a:gd name="csX7404" fmla="*/ 1279659 w 1728164"/>
              <a:gd name="csY7404" fmla="*/ 986424 h 1065273"/>
              <a:gd name="csX7405" fmla="*/ 1279837 w 1728164"/>
              <a:gd name="csY7405" fmla="*/ 986566 h 1065273"/>
              <a:gd name="csX7406" fmla="*/ 1280006 w 1728164"/>
              <a:gd name="csY7406" fmla="*/ 986709 h 1065273"/>
              <a:gd name="csX7407" fmla="*/ 1280175 w 1728164"/>
              <a:gd name="csY7407" fmla="*/ 986851 h 1065273"/>
              <a:gd name="csX7408" fmla="*/ 1280353 w 1728164"/>
              <a:gd name="csY7408" fmla="*/ 986994 h 1065273"/>
              <a:gd name="csX7409" fmla="*/ 1280522 w 1728164"/>
              <a:gd name="csY7409" fmla="*/ 987127 h 1065273"/>
              <a:gd name="csX7410" fmla="*/ 1280700 w 1728164"/>
              <a:gd name="csY7410" fmla="*/ 987269 h 1065273"/>
              <a:gd name="csX7411" fmla="*/ 1280869 w 1728164"/>
              <a:gd name="csY7411" fmla="*/ 987412 h 1065273"/>
              <a:gd name="csX7412" fmla="*/ 1281047 w 1728164"/>
              <a:gd name="csY7412" fmla="*/ 987545 h 1065273"/>
              <a:gd name="csX7413" fmla="*/ 1281216 w 1728164"/>
              <a:gd name="csY7413" fmla="*/ 987687 h 1065273"/>
              <a:gd name="csX7414" fmla="*/ 1281385 w 1728164"/>
              <a:gd name="csY7414" fmla="*/ 987830 h 1065273"/>
              <a:gd name="csX7415" fmla="*/ 1281563 w 1728164"/>
              <a:gd name="csY7415" fmla="*/ 987963 h 1065273"/>
              <a:gd name="csX7416" fmla="*/ 1281732 w 1728164"/>
              <a:gd name="csY7416" fmla="*/ 988106 h 1065273"/>
              <a:gd name="csX7417" fmla="*/ 1281910 w 1728164"/>
              <a:gd name="csY7417" fmla="*/ 988239 h 1065273"/>
              <a:gd name="csX7418" fmla="*/ 1282079 w 1728164"/>
              <a:gd name="csY7418" fmla="*/ 988381 h 1065273"/>
              <a:gd name="csX7419" fmla="*/ 1282257 w 1728164"/>
              <a:gd name="csY7419" fmla="*/ 988515 h 1065273"/>
              <a:gd name="csX7420" fmla="*/ 1282426 w 1728164"/>
              <a:gd name="csY7420" fmla="*/ 988657 h 1065273"/>
              <a:gd name="csX7421" fmla="*/ 1282595 w 1728164"/>
              <a:gd name="csY7421" fmla="*/ 988791 h 1065273"/>
              <a:gd name="csX7422" fmla="*/ 1282773 w 1728164"/>
              <a:gd name="csY7422" fmla="*/ 988933 h 1065273"/>
              <a:gd name="csX7423" fmla="*/ 1282942 w 1728164"/>
              <a:gd name="csY7423" fmla="*/ 989066 h 1065273"/>
              <a:gd name="csX7424" fmla="*/ 1283120 w 1728164"/>
              <a:gd name="csY7424" fmla="*/ 989200 h 1065273"/>
              <a:gd name="csX7425" fmla="*/ 1283289 w 1728164"/>
              <a:gd name="csY7425" fmla="*/ 989342 h 1065273"/>
              <a:gd name="csX7426" fmla="*/ 1283467 w 1728164"/>
              <a:gd name="csY7426" fmla="*/ 989476 h 1065273"/>
              <a:gd name="csX7427" fmla="*/ 1283636 w 1728164"/>
              <a:gd name="csY7427" fmla="*/ 989609 h 1065273"/>
              <a:gd name="csX7428" fmla="*/ 1283805 w 1728164"/>
              <a:gd name="csY7428" fmla="*/ 989751 h 1065273"/>
              <a:gd name="csX7429" fmla="*/ 1283983 w 1728164"/>
              <a:gd name="csY7429" fmla="*/ 989885 h 1065273"/>
              <a:gd name="csX7430" fmla="*/ 1284152 w 1728164"/>
              <a:gd name="csY7430" fmla="*/ 990018 h 1065273"/>
              <a:gd name="csX7431" fmla="*/ 1284330 w 1728164"/>
              <a:gd name="csY7431" fmla="*/ 990161 h 1065273"/>
              <a:gd name="csX7432" fmla="*/ 1284499 w 1728164"/>
              <a:gd name="csY7432" fmla="*/ 990294 h 1065273"/>
              <a:gd name="csX7433" fmla="*/ 1284677 w 1728164"/>
              <a:gd name="csY7433" fmla="*/ 990428 h 1065273"/>
              <a:gd name="csX7434" fmla="*/ 1284846 w 1728164"/>
              <a:gd name="csY7434" fmla="*/ 990561 h 1065273"/>
              <a:gd name="csX7435" fmla="*/ 1285015 w 1728164"/>
              <a:gd name="csY7435" fmla="*/ 990694 h 1065273"/>
              <a:gd name="csX7436" fmla="*/ 1285193 w 1728164"/>
              <a:gd name="csY7436" fmla="*/ 990828 h 1065273"/>
              <a:gd name="csX7437" fmla="*/ 1285362 w 1728164"/>
              <a:gd name="csY7437" fmla="*/ 990961 h 1065273"/>
              <a:gd name="csX7438" fmla="*/ 1285540 w 1728164"/>
              <a:gd name="csY7438" fmla="*/ 991104 h 1065273"/>
              <a:gd name="csX7439" fmla="*/ 1285709 w 1728164"/>
              <a:gd name="csY7439" fmla="*/ 991237 h 1065273"/>
              <a:gd name="csX7440" fmla="*/ 1285887 w 1728164"/>
              <a:gd name="csY7440" fmla="*/ 991371 h 1065273"/>
              <a:gd name="csX7441" fmla="*/ 1286056 w 1728164"/>
              <a:gd name="csY7441" fmla="*/ 991504 h 1065273"/>
              <a:gd name="csX7442" fmla="*/ 1286225 w 1728164"/>
              <a:gd name="csY7442" fmla="*/ 991638 h 1065273"/>
              <a:gd name="csX7443" fmla="*/ 1286403 w 1728164"/>
              <a:gd name="csY7443" fmla="*/ 991771 h 1065273"/>
              <a:gd name="csX7444" fmla="*/ 1286572 w 1728164"/>
              <a:gd name="csY7444" fmla="*/ 991904 h 1065273"/>
              <a:gd name="csX7445" fmla="*/ 1286750 w 1728164"/>
              <a:gd name="csY7445" fmla="*/ 992029 h 1065273"/>
              <a:gd name="csX7446" fmla="*/ 1286919 w 1728164"/>
              <a:gd name="csY7446" fmla="*/ 992162 h 1065273"/>
              <a:gd name="csX7447" fmla="*/ 1287097 w 1728164"/>
              <a:gd name="csY7447" fmla="*/ 992296 h 1065273"/>
              <a:gd name="csX7448" fmla="*/ 1287266 w 1728164"/>
              <a:gd name="csY7448" fmla="*/ 992429 h 1065273"/>
              <a:gd name="csX7449" fmla="*/ 1287435 w 1728164"/>
              <a:gd name="csY7449" fmla="*/ 992563 h 1065273"/>
              <a:gd name="csX7450" fmla="*/ 1287613 w 1728164"/>
              <a:gd name="csY7450" fmla="*/ 992696 h 1065273"/>
              <a:gd name="csX7451" fmla="*/ 1287782 w 1728164"/>
              <a:gd name="csY7451" fmla="*/ 992830 h 1065273"/>
              <a:gd name="csX7452" fmla="*/ 1287960 w 1728164"/>
              <a:gd name="csY7452" fmla="*/ 992954 h 1065273"/>
              <a:gd name="csX7453" fmla="*/ 1288129 w 1728164"/>
              <a:gd name="csY7453" fmla="*/ 993088 h 1065273"/>
              <a:gd name="csX7454" fmla="*/ 1288307 w 1728164"/>
              <a:gd name="csY7454" fmla="*/ 993221 h 1065273"/>
              <a:gd name="csX7455" fmla="*/ 1288476 w 1728164"/>
              <a:gd name="csY7455" fmla="*/ 993346 h 1065273"/>
              <a:gd name="csX7456" fmla="*/ 1288645 w 1728164"/>
              <a:gd name="csY7456" fmla="*/ 993479 h 1065273"/>
              <a:gd name="csX7457" fmla="*/ 1288823 w 1728164"/>
              <a:gd name="csY7457" fmla="*/ 993613 h 1065273"/>
              <a:gd name="csX7458" fmla="*/ 1288992 w 1728164"/>
              <a:gd name="csY7458" fmla="*/ 993737 h 1065273"/>
              <a:gd name="csX7459" fmla="*/ 1289170 w 1728164"/>
              <a:gd name="csY7459" fmla="*/ 993871 h 1065273"/>
              <a:gd name="csX7460" fmla="*/ 1289339 w 1728164"/>
              <a:gd name="csY7460" fmla="*/ 994004 h 1065273"/>
              <a:gd name="csX7461" fmla="*/ 1289517 w 1728164"/>
              <a:gd name="csY7461" fmla="*/ 994128 h 1065273"/>
              <a:gd name="csX7462" fmla="*/ 1289685 w 1728164"/>
              <a:gd name="csY7462" fmla="*/ 994262 h 1065273"/>
              <a:gd name="csX7463" fmla="*/ 1289855 w 1728164"/>
              <a:gd name="csY7463" fmla="*/ 994387 h 1065273"/>
              <a:gd name="csX7464" fmla="*/ 1290032 w 1728164"/>
              <a:gd name="csY7464" fmla="*/ 994520 h 1065273"/>
              <a:gd name="csX7465" fmla="*/ 1290201 w 1728164"/>
              <a:gd name="csY7465" fmla="*/ 994645 h 1065273"/>
              <a:gd name="csX7466" fmla="*/ 1290379 w 1728164"/>
              <a:gd name="csY7466" fmla="*/ 994778 h 1065273"/>
              <a:gd name="csX7467" fmla="*/ 1290548 w 1728164"/>
              <a:gd name="csY7467" fmla="*/ 994902 h 1065273"/>
              <a:gd name="csX7468" fmla="*/ 1290726 w 1728164"/>
              <a:gd name="csY7468" fmla="*/ 995036 h 1065273"/>
              <a:gd name="csX7469" fmla="*/ 1290895 w 1728164"/>
              <a:gd name="csY7469" fmla="*/ 995160 h 1065273"/>
              <a:gd name="csX7470" fmla="*/ 1291064 w 1728164"/>
              <a:gd name="csY7470" fmla="*/ 995285 h 1065273"/>
              <a:gd name="csX7471" fmla="*/ 1291242 w 1728164"/>
              <a:gd name="csY7471" fmla="*/ 995419 h 1065273"/>
              <a:gd name="csX7472" fmla="*/ 1291411 w 1728164"/>
              <a:gd name="csY7472" fmla="*/ 995543 h 1065273"/>
              <a:gd name="csX7473" fmla="*/ 1291589 w 1728164"/>
              <a:gd name="csY7473" fmla="*/ 995668 h 1065273"/>
              <a:gd name="csX7474" fmla="*/ 1291758 w 1728164"/>
              <a:gd name="csY7474" fmla="*/ 995801 h 1065273"/>
              <a:gd name="csX7475" fmla="*/ 1291936 w 1728164"/>
              <a:gd name="csY7475" fmla="*/ 995926 h 1065273"/>
              <a:gd name="csX7476" fmla="*/ 1292105 w 1728164"/>
              <a:gd name="csY7476" fmla="*/ 996050 h 1065273"/>
              <a:gd name="csX7477" fmla="*/ 1292274 w 1728164"/>
              <a:gd name="csY7477" fmla="*/ 996175 h 1065273"/>
              <a:gd name="csX7478" fmla="*/ 1292452 w 1728164"/>
              <a:gd name="csY7478" fmla="*/ 996308 h 1065273"/>
              <a:gd name="csX7479" fmla="*/ 1292621 w 1728164"/>
              <a:gd name="csY7479" fmla="*/ 996433 h 1065273"/>
              <a:gd name="csX7480" fmla="*/ 1292799 w 1728164"/>
              <a:gd name="csY7480" fmla="*/ 996557 h 1065273"/>
              <a:gd name="csX7481" fmla="*/ 1292968 w 1728164"/>
              <a:gd name="csY7481" fmla="*/ 996682 h 1065273"/>
              <a:gd name="csX7482" fmla="*/ 1293146 w 1728164"/>
              <a:gd name="csY7482" fmla="*/ 996806 h 1065273"/>
              <a:gd name="csX7483" fmla="*/ 1293315 w 1728164"/>
              <a:gd name="csY7483" fmla="*/ 996931 h 1065273"/>
              <a:gd name="csX7484" fmla="*/ 1293484 w 1728164"/>
              <a:gd name="csY7484" fmla="*/ 997055 h 1065273"/>
              <a:gd name="csX7485" fmla="*/ 1293662 w 1728164"/>
              <a:gd name="csY7485" fmla="*/ 997189 h 1065273"/>
              <a:gd name="csX7486" fmla="*/ 1293831 w 1728164"/>
              <a:gd name="csY7486" fmla="*/ 997313 h 1065273"/>
              <a:gd name="csX7487" fmla="*/ 1294009 w 1728164"/>
              <a:gd name="csY7487" fmla="*/ 997438 h 1065273"/>
              <a:gd name="csX7488" fmla="*/ 1294178 w 1728164"/>
              <a:gd name="csY7488" fmla="*/ 997562 h 1065273"/>
              <a:gd name="csX7489" fmla="*/ 1294356 w 1728164"/>
              <a:gd name="csY7489" fmla="*/ 997687 h 1065273"/>
              <a:gd name="csX7490" fmla="*/ 1294525 w 1728164"/>
              <a:gd name="csY7490" fmla="*/ 997812 h 1065273"/>
              <a:gd name="csX7491" fmla="*/ 1294694 w 1728164"/>
              <a:gd name="csY7491" fmla="*/ 997927 h 1065273"/>
              <a:gd name="csX7492" fmla="*/ 1294872 w 1728164"/>
              <a:gd name="csY7492" fmla="*/ 998052 h 1065273"/>
              <a:gd name="csX7493" fmla="*/ 1295041 w 1728164"/>
              <a:gd name="csY7493" fmla="*/ 998176 h 1065273"/>
              <a:gd name="csX7494" fmla="*/ 1295219 w 1728164"/>
              <a:gd name="csY7494" fmla="*/ 998301 h 1065273"/>
              <a:gd name="csX7495" fmla="*/ 1295388 w 1728164"/>
              <a:gd name="csY7495" fmla="*/ 998426 h 1065273"/>
              <a:gd name="csX7496" fmla="*/ 1295566 w 1728164"/>
              <a:gd name="csY7496" fmla="*/ 998550 h 1065273"/>
              <a:gd name="csX7497" fmla="*/ 1295735 w 1728164"/>
              <a:gd name="csY7497" fmla="*/ 998675 h 1065273"/>
              <a:gd name="csX7498" fmla="*/ 1295904 w 1728164"/>
              <a:gd name="csY7498" fmla="*/ 998790 h 1065273"/>
              <a:gd name="csX7499" fmla="*/ 1296082 w 1728164"/>
              <a:gd name="csY7499" fmla="*/ 998915 h 1065273"/>
              <a:gd name="csX7500" fmla="*/ 1296251 w 1728164"/>
              <a:gd name="csY7500" fmla="*/ 999039 h 1065273"/>
              <a:gd name="csX7501" fmla="*/ 1296429 w 1728164"/>
              <a:gd name="csY7501" fmla="*/ 999164 h 1065273"/>
              <a:gd name="csX7502" fmla="*/ 1296598 w 1728164"/>
              <a:gd name="csY7502" fmla="*/ 999280 h 1065273"/>
              <a:gd name="csX7503" fmla="*/ 1296776 w 1728164"/>
              <a:gd name="csY7503" fmla="*/ 999404 h 1065273"/>
              <a:gd name="csX7504" fmla="*/ 1296945 w 1728164"/>
              <a:gd name="csY7504" fmla="*/ 999529 h 1065273"/>
              <a:gd name="csX7505" fmla="*/ 1297114 w 1728164"/>
              <a:gd name="csY7505" fmla="*/ 999644 h 1065273"/>
              <a:gd name="csX7506" fmla="*/ 1297292 w 1728164"/>
              <a:gd name="csY7506" fmla="*/ 999769 h 1065273"/>
              <a:gd name="csX7507" fmla="*/ 1297461 w 1728164"/>
              <a:gd name="csY7507" fmla="*/ 999893 h 1065273"/>
              <a:gd name="csX7508" fmla="*/ 1297639 w 1728164"/>
              <a:gd name="csY7508" fmla="*/ 1000009 h 1065273"/>
              <a:gd name="csX7509" fmla="*/ 1297808 w 1728164"/>
              <a:gd name="csY7509" fmla="*/ 1000134 h 1065273"/>
              <a:gd name="csX7510" fmla="*/ 1297986 w 1728164"/>
              <a:gd name="csY7510" fmla="*/ 1000249 h 1065273"/>
              <a:gd name="csX7511" fmla="*/ 1298155 w 1728164"/>
              <a:gd name="csY7511" fmla="*/ 1000374 h 1065273"/>
              <a:gd name="csX7512" fmla="*/ 1298324 w 1728164"/>
              <a:gd name="csY7512" fmla="*/ 1000489 h 1065273"/>
              <a:gd name="csX7513" fmla="*/ 1298502 w 1728164"/>
              <a:gd name="csY7513" fmla="*/ 1000614 h 1065273"/>
              <a:gd name="csX7514" fmla="*/ 1298671 w 1728164"/>
              <a:gd name="csY7514" fmla="*/ 1000730 h 1065273"/>
              <a:gd name="csX7515" fmla="*/ 1298849 w 1728164"/>
              <a:gd name="csY7515" fmla="*/ 1000854 h 1065273"/>
              <a:gd name="csX7516" fmla="*/ 1299018 w 1728164"/>
              <a:gd name="csY7516" fmla="*/ 1000970 h 1065273"/>
              <a:gd name="csX7517" fmla="*/ 1299187 w 1728164"/>
              <a:gd name="csY7517" fmla="*/ 1001086 h 1065273"/>
              <a:gd name="csX7518" fmla="*/ 1299365 w 1728164"/>
              <a:gd name="csY7518" fmla="*/ 1001210 h 1065273"/>
              <a:gd name="csX7519" fmla="*/ 1299534 w 1728164"/>
              <a:gd name="csY7519" fmla="*/ 1001326 h 1065273"/>
              <a:gd name="csX7520" fmla="*/ 1299712 w 1728164"/>
              <a:gd name="csY7520" fmla="*/ 1001441 h 1065273"/>
              <a:gd name="csX7521" fmla="*/ 1299881 w 1728164"/>
              <a:gd name="csY7521" fmla="*/ 1001566 h 1065273"/>
              <a:gd name="csX7522" fmla="*/ 1300059 w 1728164"/>
              <a:gd name="csY7522" fmla="*/ 1001682 h 1065273"/>
              <a:gd name="csX7523" fmla="*/ 1300228 w 1728164"/>
              <a:gd name="csY7523" fmla="*/ 1001797 h 1065273"/>
              <a:gd name="csX7524" fmla="*/ 1300397 w 1728164"/>
              <a:gd name="csY7524" fmla="*/ 1001922 h 1065273"/>
              <a:gd name="csX7525" fmla="*/ 1300575 w 1728164"/>
              <a:gd name="csY7525" fmla="*/ 1002037 h 1065273"/>
              <a:gd name="csX7526" fmla="*/ 1300744 w 1728164"/>
              <a:gd name="csY7526" fmla="*/ 1002153 h 1065273"/>
              <a:gd name="csX7527" fmla="*/ 1300922 w 1728164"/>
              <a:gd name="csY7527" fmla="*/ 1002269 h 1065273"/>
              <a:gd name="csX7528" fmla="*/ 1301091 w 1728164"/>
              <a:gd name="csY7528" fmla="*/ 1002384 h 1065273"/>
              <a:gd name="csX7529" fmla="*/ 1301269 w 1728164"/>
              <a:gd name="csY7529" fmla="*/ 1002509 h 1065273"/>
              <a:gd name="csX7530" fmla="*/ 1301438 w 1728164"/>
              <a:gd name="csY7530" fmla="*/ 1002625 h 1065273"/>
              <a:gd name="csX7531" fmla="*/ 1301607 w 1728164"/>
              <a:gd name="csY7531" fmla="*/ 1002740 h 1065273"/>
              <a:gd name="csX7532" fmla="*/ 1301785 w 1728164"/>
              <a:gd name="csY7532" fmla="*/ 1002856 h 1065273"/>
              <a:gd name="csX7533" fmla="*/ 1301954 w 1728164"/>
              <a:gd name="csY7533" fmla="*/ 1002972 h 1065273"/>
              <a:gd name="csX7534" fmla="*/ 1302132 w 1728164"/>
              <a:gd name="csY7534" fmla="*/ 1003087 h 1065273"/>
              <a:gd name="csX7535" fmla="*/ 1302301 w 1728164"/>
              <a:gd name="csY7535" fmla="*/ 1003203 h 1065273"/>
              <a:gd name="csX7536" fmla="*/ 1302479 w 1728164"/>
              <a:gd name="csY7536" fmla="*/ 1003319 h 1065273"/>
              <a:gd name="csX7537" fmla="*/ 1302648 w 1728164"/>
              <a:gd name="csY7537" fmla="*/ 1003434 h 1065273"/>
              <a:gd name="csX7538" fmla="*/ 1302817 w 1728164"/>
              <a:gd name="csY7538" fmla="*/ 1003550 h 1065273"/>
              <a:gd name="csX7539" fmla="*/ 1302995 w 1728164"/>
              <a:gd name="csY7539" fmla="*/ 1003666 h 1065273"/>
              <a:gd name="csX7540" fmla="*/ 1303164 w 1728164"/>
              <a:gd name="csY7540" fmla="*/ 1003781 h 1065273"/>
              <a:gd name="csX7541" fmla="*/ 1303342 w 1728164"/>
              <a:gd name="csY7541" fmla="*/ 1003897 h 1065273"/>
              <a:gd name="csX7542" fmla="*/ 1303511 w 1728164"/>
              <a:gd name="csY7542" fmla="*/ 1004012 h 1065273"/>
              <a:gd name="csX7543" fmla="*/ 1303689 w 1728164"/>
              <a:gd name="csY7543" fmla="*/ 1004128 h 1065273"/>
              <a:gd name="csX7544" fmla="*/ 1303858 w 1728164"/>
              <a:gd name="csY7544" fmla="*/ 1004235 h 1065273"/>
              <a:gd name="csX7545" fmla="*/ 1304027 w 1728164"/>
              <a:gd name="csY7545" fmla="*/ 1004350 h 1065273"/>
              <a:gd name="csX7546" fmla="*/ 1304205 w 1728164"/>
              <a:gd name="csY7546" fmla="*/ 1004466 h 1065273"/>
              <a:gd name="csX7547" fmla="*/ 1304374 w 1728164"/>
              <a:gd name="csY7547" fmla="*/ 1004582 h 1065273"/>
              <a:gd name="csX7548" fmla="*/ 1304551 w 1728164"/>
              <a:gd name="csY7548" fmla="*/ 1004697 h 1065273"/>
              <a:gd name="csX7549" fmla="*/ 1304721 w 1728164"/>
              <a:gd name="csY7549" fmla="*/ 1004804 h 1065273"/>
              <a:gd name="csX7550" fmla="*/ 1304898 w 1728164"/>
              <a:gd name="csY7550" fmla="*/ 1004920 h 1065273"/>
              <a:gd name="csX7551" fmla="*/ 1305067 w 1728164"/>
              <a:gd name="csY7551" fmla="*/ 1005036 h 1065273"/>
              <a:gd name="csX7552" fmla="*/ 1305236 w 1728164"/>
              <a:gd name="csY7552" fmla="*/ 1005151 h 1065273"/>
              <a:gd name="csX7553" fmla="*/ 1305414 w 1728164"/>
              <a:gd name="csY7553" fmla="*/ 1005258 h 1065273"/>
              <a:gd name="csX7554" fmla="*/ 1305583 w 1728164"/>
              <a:gd name="csY7554" fmla="*/ 1005374 h 1065273"/>
              <a:gd name="csX7555" fmla="*/ 1305761 w 1728164"/>
              <a:gd name="csY7555" fmla="*/ 1005480 h 1065273"/>
              <a:gd name="csX7556" fmla="*/ 1305930 w 1728164"/>
              <a:gd name="csY7556" fmla="*/ 1005596 h 1065273"/>
              <a:gd name="csX7557" fmla="*/ 1306108 w 1728164"/>
              <a:gd name="csY7557" fmla="*/ 1005712 h 1065273"/>
              <a:gd name="csX7558" fmla="*/ 1306277 w 1728164"/>
              <a:gd name="csY7558" fmla="*/ 1005818 h 1065273"/>
              <a:gd name="csX7559" fmla="*/ 1306446 w 1728164"/>
              <a:gd name="csY7559" fmla="*/ 1005934 h 1065273"/>
              <a:gd name="csX7560" fmla="*/ 1306624 w 1728164"/>
              <a:gd name="csY7560" fmla="*/ 1006041 h 1065273"/>
              <a:gd name="csX7561" fmla="*/ 1306793 w 1728164"/>
              <a:gd name="csY7561" fmla="*/ 1006156 h 1065273"/>
              <a:gd name="csX7562" fmla="*/ 1306971 w 1728164"/>
              <a:gd name="csY7562" fmla="*/ 1006263 h 1065273"/>
              <a:gd name="csX7563" fmla="*/ 1307140 w 1728164"/>
              <a:gd name="csY7563" fmla="*/ 1006379 h 1065273"/>
              <a:gd name="csX7564" fmla="*/ 1307318 w 1728164"/>
              <a:gd name="csY7564" fmla="*/ 1006486 h 1065273"/>
              <a:gd name="csX7565" fmla="*/ 1307487 w 1728164"/>
              <a:gd name="csY7565" fmla="*/ 1006601 h 1065273"/>
              <a:gd name="csX7566" fmla="*/ 1307656 w 1728164"/>
              <a:gd name="csY7566" fmla="*/ 1006708 h 1065273"/>
              <a:gd name="csX7567" fmla="*/ 1307834 w 1728164"/>
              <a:gd name="csY7567" fmla="*/ 1006824 h 1065273"/>
              <a:gd name="csX7568" fmla="*/ 1308003 w 1728164"/>
              <a:gd name="csY7568" fmla="*/ 1006930 h 1065273"/>
              <a:gd name="csX7569" fmla="*/ 1308181 w 1728164"/>
              <a:gd name="csY7569" fmla="*/ 1007037 h 1065273"/>
              <a:gd name="csX7570" fmla="*/ 1308350 w 1728164"/>
              <a:gd name="csY7570" fmla="*/ 1007153 h 1065273"/>
              <a:gd name="csX7571" fmla="*/ 1308528 w 1728164"/>
              <a:gd name="csY7571" fmla="*/ 1007260 h 1065273"/>
              <a:gd name="csX7572" fmla="*/ 1308697 w 1728164"/>
              <a:gd name="csY7572" fmla="*/ 1007366 h 1065273"/>
              <a:gd name="csX7573" fmla="*/ 1308866 w 1728164"/>
              <a:gd name="csY7573" fmla="*/ 1007482 h 1065273"/>
              <a:gd name="csX7574" fmla="*/ 1309044 w 1728164"/>
              <a:gd name="csY7574" fmla="*/ 1007589 h 1065273"/>
              <a:gd name="csX7575" fmla="*/ 1309213 w 1728164"/>
              <a:gd name="csY7575" fmla="*/ 1007696 h 1065273"/>
              <a:gd name="csX7576" fmla="*/ 1309391 w 1728164"/>
              <a:gd name="csY7576" fmla="*/ 1007802 h 1065273"/>
              <a:gd name="csX7577" fmla="*/ 1309560 w 1728164"/>
              <a:gd name="csY7577" fmla="*/ 1007909 h 1065273"/>
              <a:gd name="csX7578" fmla="*/ 1309738 w 1728164"/>
              <a:gd name="csY7578" fmla="*/ 1008025 h 1065273"/>
              <a:gd name="csX7579" fmla="*/ 1309907 w 1728164"/>
              <a:gd name="csY7579" fmla="*/ 1008131 h 1065273"/>
              <a:gd name="csX7580" fmla="*/ 1310076 w 1728164"/>
              <a:gd name="csY7580" fmla="*/ 1008238 h 1065273"/>
              <a:gd name="csX7581" fmla="*/ 1310254 w 1728164"/>
              <a:gd name="csY7581" fmla="*/ 1008345 h 1065273"/>
              <a:gd name="csX7582" fmla="*/ 1310423 w 1728164"/>
              <a:gd name="csY7582" fmla="*/ 1008452 h 1065273"/>
              <a:gd name="csX7583" fmla="*/ 1310601 w 1728164"/>
              <a:gd name="csY7583" fmla="*/ 1008559 h 1065273"/>
              <a:gd name="csX7584" fmla="*/ 1310770 w 1728164"/>
              <a:gd name="csY7584" fmla="*/ 1008665 h 1065273"/>
              <a:gd name="csX7585" fmla="*/ 1310948 w 1728164"/>
              <a:gd name="csY7585" fmla="*/ 1008772 h 1065273"/>
              <a:gd name="csX7586" fmla="*/ 1311117 w 1728164"/>
              <a:gd name="csY7586" fmla="*/ 1008879 h 1065273"/>
              <a:gd name="csX7587" fmla="*/ 1311286 w 1728164"/>
              <a:gd name="csY7587" fmla="*/ 1008995 h 1065273"/>
              <a:gd name="csX7588" fmla="*/ 1311464 w 1728164"/>
              <a:gd name="csY7588" fmla="*/ 1009101 h 1065273"/>
              <a:gd name="csX7589" fmla="*/ 1311633 w 1728164"/>
              <a:gd name="csY7589" fmla="*/ 1009199 h 1065273"/>
              <a:gd name="csX7590" fmla="*/ 1311811 w 1728164"/>
              <a:gd name="csY7590" fmla="*/ 1009306 h 1065273"/>
              <a:gd name="csX7591" fmla="*/ 1311980 w 1728164"/>
              <a:gd name="csY7591" fmla="*/ 1009413 h 1065273"/>
              <a:gd name="csX7592" fmla="*/ 1312158 w 1728164"/>
              <a:gd name="csY7592" fmla="*/ 1009519 h 1065273"/>
              <a:gd name="csX7593" fmla="*/ 1312327 w 1728164"/>
              <a:gd name="csY7593" fmla="*/ 1009626 h 1065273"/>
              <a:gd name="csX7594" fmla="*/ 1312496 w 1728164"/>
              <a:gd name="csY7594" fmla="*/ 1009733 h 1065273"/>
              <a:gd name="csX7595" fmla="*/ 1312674 w 1728164"/>
              <a:gd name="csY7595" fmla="*/ 1009840 h 1065273"/>
              <a:gd name="csX7596" fmla="*/ 1312843 w 1728164"/>
              <a:gd name="csY7596" fmla="*/ 1009946 h 1065273"/>
              <a:gd name="csX7597" fmla="*/ 1313021 w 1728164"/>
              <a:gd name="csY7597" fmla="*/ 1010053 h 1065273"/>
              <a:gd name="csX7598" fmla="*/ 1313190 w 1728164"/>
              <a:gd name="csY7598" fmla="*/ 1010151 h 1065273"/>
              <a:gd name="csX7599" fmla="*/ 1313368 w 1728164"/>
              <a:gd name="csY7599" fmla="*/ 1010258 h 1065273"/>
              <a:gd name="csX7600" fmla="*/ 1313537 w 1728164"/>
              <a:gd name="csY7600" fmla="*/ 1010364 h 1065273"/>
              <a:gd name="csX7601" fmla="*/ 1313706 w 1728164"/>
              <a:gd name="csY7601" fmla="*/ 1010471 h 1065273"/>
              <a:gd name="csX7602" fmla="*/ 1313884 w 1728164"/>
              <a:gd name="csY7602" fmla="*/ 1010569 h 1065273"/>
              <a:gd name="csX7603" fmla="*/ 1314053 w 1728164"/>
              <a:gd name="csY7603" fmla="*/ 1010676 h 1065273"/>
              <a:gd name="csX7604" fmla="*/ 1314231 w 1728164"/>
              <a:gd name="csY7604" fmla="*/ 1010783 h 1065273"/>
              <a:gd name="csX7605" fmla="*/ 1314400 w 1728164"/>
              <a:gd name="csY7605" fmla="*/ 1010889 h 1065273"/>
              <a:gd name="csX7606" fmla="*/ 1314578 w 1728164"/>
              <a:gd name="csY7606" fmla="*/ 1010987 h 1065273"/>
              <a:gd name="csX7607" fmla="*/ 1314747 w 1728164"/>
              <a:gd name="csY7607" fmla="*/ 1011094 h 1065273"/>
              <a:gd name="csX7608" fmla="*/ 1314916 w 1728164"/>
              <a:gd name="csY7608" fmla="*/ 1011201 h 1065273"/>
              <a:gd name="csX7609" fmla="*/ 1315094 w 1728164"/>
              <a:gd name="csY7609" fmla="*/ 1011299 h 1065273"/>
              <a:gd name="csX7610" fmla="*/ 1315263 w 1728164"/>
              <a:gd name="csY7610" fmla="*/ 1011405 h 1065273"/>
              <a:gd name="csX7611" fmla="*/ 1315441 w 1728164"/>
              <a:gd name="csY7611" fmla="*/ 1011503 h 1065273"/>
              <a:gd name="csX7612" fmla="*/ 1315610 w 1728164"/>
              <a:gd name="csY7612" fmla="*/ 1011610 h 1065273"/>
              <a:gd name="csX7613" fmla="*/ 1315788 w 1728164"/>
              <a:gd name="csY7613" fmla="*/ 1011708 h 1065273"/>
              <a:gd name="csX7614" fmla="*/ 1315957 w 1728164"/>
              <a:gd name="csY7614" fmla="*/ 1011815 h 1065273"/>
              <a:gd name="csX7615" fmla="*/ 1316126 w 1728164"/>
              <a:gd name="csY7615" fmla="*/ 1011912 h 1065273"/>
              <a:gd name="csX7616" fmla="*/ 1316304 w 1728164"/>
              <a:gd name="csY7616" fmla="*/ 1012019 h 1065273"/>
              <a:gd name="csX7617" fmla="*/ 1316473 w 1728164"/>
              <a:gd name="csY7617" fmla="*/ 1012117 h 1065273"/>
              <a:gd name="csX7618" fmla="*/ 1316651 w 1728164"/>
              <a:gd name="csY7618" fmla="*/ 1012224 h 1065273"/>
              <a:gd name="csX7619" fmla="*/ 1316820 w 1728164"/>
              <a:gd name="csY7619" fmla="*/ 1012322 h 1065273"/>
              <a:gd name="csX7620" fmla="*/ 1316998 w 1728164"/>
              <a:gd name="csY7620" fmla="*/ 1012429 h 1065273"/>
              <a:gd name="csX7621" fmla="*/ 1317167 w 1728164"/>
              <a:gd name="csY7621" fmla="*/ 1012526 h 1065273"/>
              <a:gd name="csX7622" fmla="*/ 1317336 w 1728164"/>
              <a:gd name="csY7622" fmla="*/ 1012624 h 1065273"/>
              <a:gd name="csX7623" fmla="*/ 1317514 w 1728164"/>
              <a:gd name="csY7623" fmla="*/ 1012731 h 1065273"/>
              <a:gd name="csX7624" fmla="*/ 1317683 w 1728164"/>
              <a:gd name="csY7624" fmla="*/ 1012829 h 1065273"/>
              <a:gd name="csX7625" fmla="*/ 1317861 w 1728164"/>
              <a:gd name="csY7625" fmla="*/ 1012927 h 1065273"/>
              <a:gd name="csX7626" fmla="*/ 1318030 w 1728164"/>
              <a:gd name="csY7626" fmla="*/ 1013033 h 1065273"/>
              <a:gd name="csX7627" fmla="*/ 1318199 w 1728164"/>
              <a:gd name="csY7627" fmla="*/ 1013131 h 1065273"/>
              <a:gd name="csX7628" fmla="*/ 1318377 w 1728164"/>
              <a:gd name="csY7628" fmla="*/ 1013229 h 1065273"/>
              <a:gd name="csX7629" fmla="*/ 1318546 w 1728164"/>
              <a:gd name="csY7629" fmla="*/ 1013327 h 1065273"/>
              <a:gd name="csX7630" fmla="*/ 1318724 w 1728164"/>
              <a:gd name="csY7630" fmla="*/ 1013434 h 1065273"/>
              <a:gd name="csX7631" fmla="*/ 1318893 w 1728164"/>
              <a:gd name="csY7631" fmla="*/ 1013532 h 1065273"/>
              <a:gd name="csX7632" fmla="*/ 1319070 w 1728164"/>
              <a:gd name="csY7632" fmla="*/ 1013630 h 1065273"/>
              <a:gd name="csX7633" fmla="*/ 1319239 w 1728164"/>
              <a:gd name="csY7633" fmla="*/ 1013727 h 1065273"/>
              <a:gd name="csX7634" fmla="*/ 1319409 w 1728164"/>
              <a:gd name="csY7634" fmla="*/ 1013825 h 1065273"/>
              <a:gd name="csX7635" fmla="*/ 1319586 w 1728164"/>
              <a:gd name="csY7635" fmla="*/ 1013923 h 1065273"/>
              <a:gd name="csX7636" fmla="*/ 1319756 w 1728164"/>
              <a:gd name="csY7636" fmla="*/ 1014030 h 1065273"/>
              <a:gd name="csX7637" fmla="*/ 1319933 w 1728164"/>
              <a:gd name="csY7637" fmla="*/ 1014128 h 1065273"/>
              <a:gd name="csX7638" fmla="*/ 1320103 w 1728164"/>
              <a:gd name="csY7638" fmla="*/ 1014226 h 1065273"/>
              <a:gd name="csX7639" fmla="*/ 1320280 w 1728164"/>
              <a:gd name="csY7639" fmla="*/ 1014323 h 1065273"/>
              <a:gd name="csX7640" fmla="*/ 1320449 w 1728164"/>
              <a:gd name="csY7640" fmla="*/ 1014421 h 1065273"/>
              <a:gd name="csX7641" fmla="*/ 1320618 w 1728164"/>
              <a:gd name="csY7641" fmla="*/ 1014519 h 1065273"/>
              <a:gd name="csX7642" fmla="*/ 1320796 w 1728164"/>
              <a:gd name="csY7642" fmla="*/ 1014617 h 1065273"/>
              <a:gd name="csX7643" fmla="*/ 1320965 w 1728164"/>
              <a:gd name="csY7643" fmla="*/ 1014715 h 1065273"/>
              <a:gd name="csX7644" fmla="*/ 1321143 w 1728164"/>
              <a:gd name="csY7644" fmla="*/ 1014813 h 1065273"/>
              <a:gd name="csX7645" fmla="*/ 1321312 w 1728164"/>
              <a:gd name="csY7645" fmla="*/ 1014911 h 1065273"/>
              <a:gd name="csX7646" fmla="*/ 1321490 w 1728164"/>
              <a:gd name="csY7646" fmla="*/ 1015009 h 1065273"/>
              <a:gd name="csX7647" fmla="*/ 1321659 w 1728164"/>
              <a:gd name="csY7647" fmla="*/ 1015106 h 1065273"/>
              <a:gd name="csX7648" fmla="*/ 1321828 w 1728164"/>
              <a:gd name="csY7648" fmla="*/ 1015204 h 1065273"/>
              <a:gd name="csX7649" fmla="*/ 1322006 w 1728164"/>
              <a:gd name="csY7649" fmla="*/ 1015293 h 1065273"/>
              <a:gd name="csX7650" fmla="*/ 1322175 w 1728164"/>
              <a:gd name="csY7650" fmla="*/ 1015391 h 1065273"/>
              <a:gd name="csX7651" fmla="*/ 1322353 w 1728164"/>
              <a:gd name="csY7651" fmla="*/ 1015489 h 1065273"/>
              <a:gd name="csX7652" fmla="*/ 1322522 w 1728164"/>
              <a:gd name="csY7652" fmla="*/ 1015587 h 1065273"/>
              <a:gd name="csX7653" fmla="*/ 1322700 w 1728164"/>
              <a:gd name="csY7653" fmla="*/ 1015685 h 1065273"/>
              <a:gd name="csX7654" fmla="*/ 1322869 w 1728164"/>
              <a:gd name="csY7654" fmla="*/ 1015783 h 1065273"/>
              <a:gd name="csX7655" fmla="*/ 1323038 w 1728164"/>
              <a:gd name="csY7655" fmla="*/ 1015871 h 1065273"/>
              <a:gd name="csX7656" fmla="*/ 1323216 w 1728164"/>
              <a:gd name="csY7656" fmla="*/ 1015969 h 1065273"/>
              <a:gd name="csX7657" fmla="*/ 1323385 w 1728164"/>
              <a:gd name="csY7657" fmla="*/ 1016067 h 1065273"/>
              <a:gd name="csX7658" fmla="*/ 1323563 w 1728164"/>
              <a:gd name="csY7658" fmla="*/ 1016165 h 1065273"/>
              <a:gd name="csX7659" fmla="*/ 1323732 w 1728164"/>
              <a:gd name="csY7659" fmla="*/ 1016254 h 1065273"/>
              <a:gd name="csX7660" fmla="*/ 1323910 w 1728164"/>
              <a:gd name="csY7660" fmla="*/ 1016352 h 1065273"/>
              <a:gd name="csX7661" fmla="*/ 1324079 w 1728164"/>
              <a:gd name="csY7661" fmla="*/ 1016450 h 1065273"/>
              <a:gd name="csX7662" fmla="*/ 1324248 w 1728164"/>
              <a:gd name="csY7662" fmla="*/ 1016539 h 1065273"/>
              <a:gd name="csX7663" fmla="*/ 1324426 w 1728164"/>
              <a:gd name="csY7663" fmla="*/ 1016637 h 1065273"/>
              <a:gd name="csX7664" fmla="*/ 1324595 w 1728164"/>
              <a:gd name="csY7664" fmla="*/ 1016734 h 1065273"/>
              <a:gd name="csX7665" fmla="*/ 1324773 w 1728164"/>
              <a:gd name="csY7665" fmla="*/ 1016823 h 1065273"/>
              <a:gd name="csX7666" fmla="*/ 1324942 w 1728164"/>
              <a:gd name="csY7666" fmla="*/ 1016921 h 1065273"/>
              <a:gd name="csX7667" fmla="*/ 1325120 w 1728164"/>
              <a:gd name="csY7667" fmla="*/ 1017010 h 1065273"/>
              <a:gd name="csX7668" fmla="*/ 1325289 w 1728164"/>
              <a:gd name="csY7668" fmla="*/ 1017108 h 1065273"/>
              <a:gd name="csX7669" fmla="*/ 1325458 w 1728164"/>
              <a:gd name="csY7669" fmla="*/ 1017197 h 1065273"/>
              <a:gd name="csX7670" fmla="*/ 1325636 w 1728164"/>
              <a:gd name="csY7670" fmla="*/ 1017295 h 1065273"/>
              <a:gd name="csX7671" fmla="*/ 1325805 w 1728164"/>
              <a:gd name="csY7671" fmla="*/ 1017384 h 1065273"/>
              <a:gd name="csX7672" fmla="*/ 1325983 w 1728164"/>
              <a:gd name="csY7672" fmla="*/ 1017482 h 1065273"/>
              <a:gd name="csX7673" fmla="*/ 1326152 w 1728164"/>
              <a:gd name="csY7673" fmla="*/ 1017571 h 1065273"/>
              <a:gd name="csX7674" fmla="*/ 1326330 w 1728164"/>
              <a:gd name="csY7674" fmla="*/ 1017669 h 1065273"/>
              <a:gd name="csX7675" fmla="*/ 1326499 w 1728164"/>
              <a:gd name="csY7675" fmla="*/ 1017757 h 1065273"/>
              <a:gd name="csX7676" fmla="*/ 1326668 w 1728164"/>
              <a:gd name="csY7676" fmla="*/ 1017855 h 1065273"/>
              <a:gd name="csX7677" fmla="*/ 1326846 w 1728164"/>
              <a:gd name="csY7677" fmla="*/ 1017944 h 1065273"/>
              <a:gd name="csX7678" fmla="*/ 1327015 w 1728164"/>
              <a:gd name="csY7678" fmla="*/ 1018033 h 1065273"/>
              <a:gd name="csX7679" fmla="*/ 1327193 w 1728164"/>
              <a:gd name="csY7679" fmla="*/ 1018131 h 1065273"/>
              <a:gd name="csX7680" fmla="*/ 1327362 w 1728164"/>
              <a:gd name="csY7680" fmla="*/ 1018220 h 1065273"/>
              <a:gd name="csX7681" fmla="*/ 1327540 w 1728164"/>
              <a:gd name="csY7681" fmla="*/ 1018309 h 1065273"/>
              <a:gd name="csX7682" fmla="*/ 1327709 w 1728164"/>
              <a:gd name="csY7682" fmla="*/ 1018407 h 1065273"/>
              <a:gd name="csX7683" fmla="*/ 1327878 w 1728164"/>
              <a:gd name="csY7683" fmla="*/ 1018496 h 1065273"/>
              <a:gd name="csX7684" fmla="*/ 1328056 w 1728164"/>
              <a:gd name="csY7684" fmla="*/ 1018585 h 1065273"/>
              <a:gd name="csX7685" fmla="*/ 1328225 w 1728164"/>
              <a:gd name="csY7685" fmla="*/ 1018683 h 1065273"/>
              <a:gd name="csX7686" fmla="*/ 1328403 w 1728164"/>
              <a:gd name="csY7686" fmla="*/ 1018772 h 1065273"/>
              <a:gd name="csX7687" fmla="*/ 1328572 w 1728164"/>
              <a:gd name="csY7687" fmla="*/ 1018861 h 1065273"/>
              <a:gd name="csX7688" fmla="*/ 1328750 w 1728164"/>
              <a:gd name="csY7688" fmla="*/ 1018950 h 1065273"/>
              <a:gd name="csX7689" fmla="*/ 1328919 w 1728164"/>
              <a:gd name="csY7689" fmla="*/ 1019047 h 1065273"/>
              <a:gd name="csX7690" fmla="*/ 1329088 w 1728164"/>
              <a:gd name="csY7690" fmla="*/ 1019136 h 1065273"/>
              <a:gd name="csX7691" fmla="*/ 1329266 w 1728164"/>
              <a:gd name="csY7691" fmla="*/ 1019225 h 1065273"/>
              <a:gd name="csX7692" fmla="*/ 1329435 w 1728164"/>
              <a:gd name="csY7692" fmla="*/ 1019314 h 1065273"/>
              <a:gd name="csX7693" fmla="*/ 1329613 w 1728164"/>
              <a:gd name="csY7693" fmla="*/ 1019403 h 1065273"/>
              <a:gd name="csX7694" fmla="*/ 1329782 w 1728164"/>
              <a:gd name="csY7694" fmla="*/ 1019492 h 1065273"/>
              <a:gd name="csX7695" fmla="*/ 1329960 w 1728164"/>
              <a:gd name="csY7695" fmla="*/ 1019581 h 1065273"/>
              <a:gd name="csX7696" fmla="*/ 1330129 w 1728164"/>
              <a:gd name="csY7696" fmla="*/ 1019670 h 1065273"/>
              <a:gd name="csX7697" fmla="*/ 1330298 w 1728164"/>
              <a:gd name="csY7697" fmla="*/ 1019759 h 1065273"/>
              <a:gd name="csX7698" fmla="*/ 1330476 w 1728164"/>
              <a:gd name="csY7698" fmla="*/ 1019857 h 1065273"/>
              <a:gd name="csX7699" fmla="*/ 1330645 w 1728164"/>
              <a:gd name="csY7699" fmla="*/ 1019946 h 1065273"/>
              <a:gd name="csX7700" fmla="*/ 1330823 w 1728164"/>
              <a:gd name="csY7700" fmla="*/ 1020035 h 1065273"/>
              <a:gd name="csX7701" fmla="*/ 1330992 w 1728164"/>
              <a:gd name="csY7701" fmla="*/ 1020124 h 1065273"/>
              <a:gd name="csX7702" fmla="*/ 1331170 w 1728164"/>
              <a:gd name="csY7702" fmla="*/ 1020213 h 1065273"/>
              <a:gd name="csX7703" fmla="*/ 1331339 w 1728164"/>
              <a:gd name="csY7703" fmla="*/ 1020302 h 1065273"/>
              <a:gd name="csX7704" fmla="*/ 1331508 w 1728164"/>
              <a:gd name="csY7704" fmla="*/ 1020382 h 1065273"/>
              <a:gd name="csX7705" fmla="*/ 1331686 w 1728164"/>
              <a:gd name="csY7705" fmla="*/ 1020471 h 1065273"/>
              <a:gd name="csX7706" fmla="*/ 1331855 w 1728164"/>
              <a:gd name="csY7706" fmla="*/ 1020560 h 1065273"/>
              <a:gd name="csX7707" fmla="*/ 1332033 w 1728164"/>
              <a:gd name="csY7707" fmla="*/ 1020649 h 1065273"/>
              <a:gd name="csX7708" fmla="*/ 1332202 w 1728164"/>
              <a:gd name="csY7708" fmla="*/ 1020738 h 1065273"/>
              <a:gd name="csX7709" fmla="*/ 1332380 w 1728164"/>
              <a:gd name="csY7709" fmla="*/ 1020827 h 1065273"/>
              <a:gd name="csX7710" fmla="*/ 1332549 w 1728164"/>
              <a:gd name="csY7710" fmla="*/ 1020916 h 1065273"/>
              <a:gd name="csX7711" fmla="*/ 1332718 w 1728164"/>
              <a:gd name="csY7711" fmla="*/ 1021005 h 1065273"/>
              <a:gd name="csX7712" fmla="*/ 1332896 w 1728164"/>
              <a:gd name="csY7712" fmla="*/ 1021085 h 1065273"/>
              <a:gd name="csX7713" fmla="*/ 1333065 w 1728164"/>
              <a:gd name="csY7713" fmla="*/ 1021174 h 1065273"/>
              <a:gd name="csX7714" fmla="*/ 1333242 w 1728164"/>
              <a:gd name="csY7714" fmla="*/ 1021263 h 1065273"/>
              <a:gd name="csX7715" fmla="*/ 1333412 w 1728164"/>
              <a:gd name="csY7715" fmla="*/ 1021352 h 1065273"/>
              <a:gd name="csX7716" fmla="*/ 1333589 w 1728164"/>
              <a:gd name="csY7716" fmla="*/ 1021441 h 1065273"/>
              <a:gd name="csX7717" fmla="*/ 1333759 w 1728164"/>
              <a:gd name="csY7717" fmla="*/ 1021521 h 1065273"/>
              <a:gd name="csX7718" fmla="*/ 1333928 w 1728164"/>
              <a:gd name="csY7718" fmla="*/ 1021610 h 1065273"/>
              <a:gd name="csX7719" fmla="*/ 1334106 w 1728164"/>
              <a:gd name="csY7719" fmla="*/ 1021699 h 1065273"/>
              <a:gd name="csX7720" fmla="*/ 1334275 w 1728164"/>
              <a:gd name="csY7720" fmla="*/ 1021779 h 1065273"/>
              <a:gd name="csX7721" fmla="*/ 1334452 w 1728164"/>
              <a:gd name="csY7721" fmla="*/ 1021868 h 1065273"/>
              <a:gd name="csX7722" fmla="*/ 1334621 w 1728164"/>
              <a:gd name="csY7722" fmla="*/ 1021957 h 1065273"/>
              <a:gd name="csX7723" fmla="*/ 1334799 w 1728164"/>
              <a:gd name="csY7723" fmla="*/ 1022037 h 1065273"/>
              <a:gd name="csX7724" fmla="*/ 1334968 w 1728164"/>
              <a:gd name="csY7724" fmla="*/ 1022126 h 1065273"/>
              <a:gd name="csX7725" fmla="*/ 1335137 w 1728164"/>
              <a:gd name="csY7725" fmla="*/ 1022215 h 1065273"/>
              <a:gd name="csX7726" fmla="*/ 1335315 w 1728164"/>
              <a:gd name="csY7726" fmla="*/ 1022295 h 1065273"/>
              <a:gd name="csX7727" fmla="*/ 1335484 w 1728164"/>
              <a:gd name="csY7727" fmla="*/ 1022384 h 1065273"/>
              <a:gd name="csX7728" fmla="*/ 1335662 w 1728164"/>
              <a:gd name="csY7728" fmla="*/ 1022464 h 1065273"/>
              <a:gd name="csX7729" fmla="*/ 1335831 w 1728164"/>
              <a:gd name="csY7729" fmla="*/ 1022553 h 1065273"/>
              <a:gd name="csX7730" fmla="*/ 1336009 w 1728164"/>
              <a:gd name="csY7730" fmla="*/ 1022633 h 1065273"/>
              <a:gd name="csX7731" fmla="*/ 1336178 w 1728164"/>
              <a:gd name="csY7731" fmla="*/ 1022722 h 1065273"/>
              <a:gd name="csX7732" fmla="*/ 1336347 w 1728164"/>
              <a:gd name="csY7732" fmla="*/ 1022802 h 1065273"/>
              <a:gd name="csX7733" fmla="*/ 1336525 w 1728164"/>
              <a:gd name="csY7733" fmla="*/ 1022891 h 1065273"/>
              <a:gd name="csX7734" fmla="*/ 1336694 w 1728164"/>
              <a:gd name="csY7734" fmla="*/ 1022971 h 1065273"/>
              <a:gd name="csX7735" fmla="*/ 1336872 w 1728164"/>
              <a:gd name="csY7735" fmla="*/ 1023060 h 1065273"/>
              <a:gd name="csX7736" fmla="*/ 1337041 w 1728164"/>
              <a:gd name="csY7736" fmla="*/ 1023140 h 1065273"/>
              <a:gd name="csX7737" fmla="*/ 1337210 w 1728164"/>
              <a:gd name="csY7737" fmla="*/ 1023229 h 1065273"/>
              <a:gd name="csX7738" fmla="*/ 1337388 w 1728164"/>
              <a:gd name="csY7738" fmla="*/ 1023309 h 1065273"/>
              <a:gd name="csX7739" fmla="*/ 1337557 w 1728164"/>
              <a:gd name="csY7739" fmla="*/ 1023389 h 1065273"/>
              <a:gd name="csX7740" fmla="*/ 1337735 w 1728164"/>
              <a:gd name="csY7740" fmla="*/ 1023478 h 1065273"/>
              <a:gd name="csX7741" fmla="*/ 1337904 w 1728164"/>
              <a:gd name="csY7741" fmla="*/ 1023558 h 1065273"/>
              <a:gd name="csX7742" fmla="*/ 1338082 w 1728164"/>
              <a:gd name="csY7742" fmla="*/ 1023638 h 1065273"/>
              <a:gd name="csX7743" fmla="*/ 1338251 w 1728164"/>
              <a:gd name="csY7743" fmla="*/ 1023727 h 1065273"/>
              <a:gd name="csX7744" fmla="*/ 1338420 w 1728164"/>
              <a:gd name="csY7744" fmla="*/ 1023807 h 1065273"/>
              <a:gd name="csX7745" fmla="*/ 1338598 w 1728164"/>
              <a:gd name="csY7745" fmla="*/ 1023887 h 1065273"/>
              <a:gd name="csX7746" fmla="*/ 1338767 w 1728164"/>
              <a:gd name="csY7746" fmla="*/ 1023976 h 1065273"/>
              <a:gd name="csX7747" fmla="*/ 1338945 w 1728164"/>
              <a:gd name="csY7747" fmla="*/ 1024056 h 1065273"/>
              <a:gd name="csX7748" fmla="*/ 1339114 w 1728164"/>
              <a:gd name="csY7748" fmla="*/ 1024136 h 1065273"/>
              <a:gd name="csX7749" fmla="*/ 1339292 w 1728164"/>
              <a:gd name="csY7749" fmla="*/ 1024216 h 1065273"/>
              <a:gd name="csX7750" fmla="*/ 1339461 w 1728164"/>
              <a:gd name="csY7750" fmla="*/ 1024296 h 1065273"/>
              <a:gd name="csX7751" fmla="*/ 1339630 w 1728164"/>
              <a:gd name="csY7751" fmla="*/ 1024385 h 1065273"/>
              <a:gd name="csX7752" fmla="*/ 1339808 w 1728164"/>
              <a:gd name="csY7752" fmla="*/ 1024465 h 1065273"/>
              <a:gd name="csX7753" fmla="*/ 1339977 w 1728164"/>
              <a:gd name="csY7753" fmla="*/ 1024545 h 1065273"/>
              <a:gd name="csX7754" fmla="*/ 1340155 w 1728164"/>
              <a:gd name="csY7754" fmla="*/ 1024626 h 1065273"/>
              <a:gd name="csX7755" fmla="*/ 1340324 w 1728164"/>
              <a:gd name="csY7755" fmla="*/ 1024706 h 1065273"/>
              <a:gd name="csX7756" fmla="*/ 1340502 w 1728164"/>
              <a:gd name="csY7756" fmla="*/ 1024786 h 1065273"/>
              <a:gd name="csX7757" fmla="*/ 1340671 w 1728164"/>
              <a:gd name="csY7757" fmla="*/ 1024866 h 1065273"/>
              <a:gd name="csX7758" fmla="*/ 1340840 w 1728164"/>
              <a:gd name="csY7758" fmla="*/ 1024955 h 1065273"/>
              <a:gd name="csX7759" fmla="*/ 1341018 w 1728164"/>
              <a:gd name="csY7759" fmla="*/ 1025035 h 1065273"/>
              <a:gd name="csX7760" fmla="*/ 1341187 w 1728164"/>
              <a:gd name="csY7760" fmla="*/ 1025115 h 1065273"/>
              <a:gd name="csX7761" fmla="*/ 1341365 w 1728164"/>
              <a:gd name="csY7761" fmla="*/ 1025195 h 1065273"/>
              <a:gd name="csX7762" fmla="*/ 1341534 w 1728164"/>
              <a:gd name="csY7762" fmla="*/ 1025275 h 1065273"/>
              <a:gd name="csX7763" fmla="*/ 1341712 w 1728164"/>
              <a:gd name="csY7763" fmla="*/ 1025355 h 1065273"/>
              <a:gd name="csX7764" fmla="*/ 1341881 w 1728164"/>
              <a:gd name="csY7764" fmla="*/ 1025435 h 1065273"/>
              <a:gd name="csX7765" fmla="*/ 1342050 w 1728164"/>
              <a:gd name="csY7765" fmla="*/ 1025515 h 1065273"/>
              <a:gd name="csX7766" fmla="*/ 1342228 w 1728164"/>
              <a:gd name="csY7766" fmla="*/ 1025595 h 1065273"/>
              <a:gd name="csX7767" fmla="*/ 1342397 w 1728164"/>
              <a:gd name="csY7767" fmla="*/ 1025675 h 1065273"/>
              <a:gd name="csX7768" fmla="*/ 1342575 w 1728164"/>
              <a:gd name="csY7768" fmla="*/ 1025755 h 1065273"/>
              <a:gd name="csX7769" fmla="*/ 1342744 w 1728164"/>
              <a:gd name="csY7769" fmla="*/ 1025827 h 1065273"/>
              <a:gd name="csX7770" fmla="*/ 1342922 w 1728164"/>
              <a:gd name="csY7770" fmla="*/ 1025907 h 1065273"/>
              <a:gd name="csX7771" fmla="*/ 1343091 w 1728164"/>
              <a:gd name="csY7771" fmla="*/ 1025987 h 1065273"/>
              <a:gd name="csX7772" fmla="*/ 1343260 w 1728164"/>
              <a:gd name="csY7772" fmla="*/ 1026067 h 1065273"/>
              <a:gd name="csX7773" fmla="*/ 1343438 w 1728164"/>
              <a:gd name="csY7773" fmla="*/ 1026147 h 1065273"/>
              <a:gd name="csX7774" fmla="*/ 1343607 w 1728164"/>
              <a:gd name="csY7774" fmla="*/ 1026227 h 1065273"/>
              <a:gd name="csX7775" fmla="*/ 1343785 w 1728164"/>
              <a:gd name="csY7775" fmla="*/ 1026307 h 1065273"/>
              <a:gd name="csX7776" fmla="*/ 1343954 w 1728164"/>
              <a:gd name="csY7776" fmla="*/ 1026378 h 1065273"/>
              <a:gd name="csX7777" fmla="*/ 1344132 w 1728164"/>
              <a:gd name="csY7777" fmla="*/ 1026458 h 1065273"/>
              <a:gd name="csX7778" fmla="*/ 1344301 w 1728164"/>
              <a:gd name="csY7778" fmla="*/ 1026538 h 1065273"/>
              <a:gd name="csX7779" fmla="*/ 1344470 w 1728164"/>
              <a:gd name="csY7779" fmla="*/ 1026618 h 1065273"/>
              <a:gd name="csX7780" fmla="*/ 1344648 w 1728164"/>
              <a:gd name="csY7780" fmla="*/ 1026698 h 1065273"/>
              <a:gd name="csX7781" fmla="*/ 1344817 w 1728164"/>
              <a:gd name="csY7781" fmla="*/ 1026770 h 1065273"/>
              <a:gd name="csX7782" fmla="*/ 1344995 w 1728164"/>
              <a:gd name="csY7782" fmla="*/ 1026850 h 1065273"/>
              <a:gd name="csX7783" fmla="*/ 1345164 w 1728164"/>
              <a:gd name="csY7783" fmla="*/ 1026930 h 1065273"/>
              <a:gd name="csX7784" fmla="*/ 1345342 w 1728164"/>
              <a:gd name="csY7784" fmla="*/ 1027001 h 1065273"/>
              <a:gd name="csX7785" fmla="*/ 1345511 w 1728164"/>
              <a:gd name="csY7785" fmla="*/ 1027081 h 1065273"/>
              <a:gd name="csX7786" fmla="*/ 1345680 w 1728164"/>
              <a:gd name="csY7786" fmla="*/ 1027161 h 1065273"/>
              <a:gd name="csX7787" fmla="*/ 1345858 w 1728164"/>
              <a:gd name="csY7787" fmla="*/ 1027232 h 1065273"/>
              <a:gd name="csX7788" fmla="*/ 1346027 w 1728164"/>
              <a:gd name="csY7788" fmla="*/ 1027312 h 1065273"/>
              <a:gd name="csX7789" fmla="*/ 1346205 w 1728164"/>
              <a:gd name="csY7789" fmla="*/ 1027392 h 1065273"/>
              <a:gd name="csX7790" fmla="*/ 1346374 w 1728164"/>
              <a:gd name="csY7790" fmla="*/ 1027464 h 1065273"/>
              <a:gd name="csX7791" fmla="*/ 1346552 w 1728164"/>
              <a:gd name="csY7791" fmla="*/ 1027544 h 1065273"/>
              <a:gd name="csX7792" fmla="*/ 1346721 w 1728164"/>
              <a:gd name="csY7792" fmla="*/ 1027615 h 1065273"/>
              <a:gd name="csX7793" fmla="*/ 1346890 w 1728164"/>
              <a:gd name="csY7793" fmla="*/ 1027695 h 1065273"/>
              <a:gd name="csX7794" fmla="*/ 1347068 w 1728164"/>
              <a:gd name="csY7794" fmla="*/ 1027766 h 1065273"/>
              <a:gd name="csX7795" fmla="*/ 1347237 w 1728164"/>
              <a:gd name="csY7795" fmla="*/ 1027846 h 1065273"/>
              <a:gd name="csX7796" fmla="*/ 1347415 w 1728164"/>
              <a:gd name="csY7796" fmla="*/ 1027917 h 1065273"/>
              <a:gd name="csX7797" fmla="*/ 1347584 w 1728164"/>
              <a:gd name="csY7797" fmla="*/ 1027997 h 1065273"/>
              <a:gd name="csX7798" fmla="*/ 1347762 w 1728164"/>
              <a:gd name="csY7798" fmla="*/ 1028068 h 1065273"/>
              <a:gd name="csX7799" fmla="*/ 1347931 w 1728164"/>
              <a:gd name="csY7799" fmla="*/ 1028148 h 1065273"/>
              <a:gd name="csX7800" fmla="*/ 1348100 w 1728164"/>
              <a:gd name="csY7800" fmla="*/ 1028220 h 1065273"/>
              <a:gd name="csX7801" fmla="*/ 1348278 w 1728164"/>
              <a:gd name="csY7801" fmla="*/ 1028300 h 1065273"/>
              <a:gd name="csX7802" fmla="*/ 1348447 w 1728164"/>
              <a:gd name="csY7802" fmla="*/ 1028371 h 1065273"/>
              <a:gd name="csX7803" fmla="*/ 1348624 w 1728164"/>
              <a:gd name="csY7803" fmla="*/ 1028451 h 1065273"/>
              <a:gd name="csX7804" fmla="*/ 1348794 w 1728164"/>
              <a:gd name="csY7804" fmla="*/ 1028522 h 1065273"/>
              <a:gd name="csX7805" fmla="*/ 1348971 w 1728164"/>
              <a:gd name="csY7805" fmla="*/ 1028593 h 1065273"/>
              <a:gd name="csX7806" fmla="*/ 1349140 w 1728164"/>
              <a:gd name="csY7806" fmla="*/ 1028673 h 1065273"/>
              <a:gd name="csX7807" fmla="*/ 1349310 w 1728164"/>
              <a:gd name="csY7807" fmla="*/ 1028745 h 1065273"/>
              <a:gd name="csX7808" fmla="*/ 1349487 w 1728164"/>
              <a:gd name="csY7808" fmla="*/ 1028825 h 1065273"/>
              <a:gd name="csX7809" fmla="*/ 1349656 w 1728164"/>
              <a:gd name="csY7809" fmla="*/ 1028896 h 1065273"/>
              <a:gd name="csX7810" fmla="*/ 1349834 w 1728164"/>
              <a:gd name="csY7810" fmla="*/ 1028967 h 1065273"/>
              <a:gd name="csX7811" fmla="*/ 1350003 w 1728164"/>
              <a:gd name="csY7811" fmla="*/ 1029038 h 1065273"/>
              <a:gd name="csX7812" fmla="*/ 1350181 w 1728164"/>
              <a:gd name="csY7812" fmla="*/ 1029118 h 1065273"/>
              <a:gd name="csX7813" fmla="*/ 1350350 w 1728164"/>
              <a:gd name="csY7813" fmla="*/ 1029189 h 1065273"/>
              <a:gd name="csX7814" fmla="*/ 1350519 w 1728164"/>
              <a:gd name="csY7814" fmla="*/ 1029261 h 1065273"/>
              <a:gd name="csX7815" fmla="*/ 1350697 w 1728164"/>
              <a:gd name="csY7815" fmla="*/ 1029332 h 1065273"/>
              <a:gd name="csX7816" fmla="*/ 1350866 w 1728164"/>
              <a:gd name="csY7816" fmla="*/ 1029412 h 1065273"/>
              <a:gd name="csX7817" fmla="*/ 1351044 w 1728164"/>
              <a:gd name="csY7817" fmla="*/ 1029483 h 1065273"/>
              <a:gd name="csX7818" fmla="*/ 1351213 w 1728164"/>
              <a:gd name="csY7818" fmla="*/ 1029554 h 1065273"/>
              <a:gd name="csX7819" fmla="*/ 1351391 w 1728164"/>
              <a:gd name="csY7819" fmla="*/ 1029625 h 1065273"/>
              <a:gd name="csX7820" fmla="*/ 1351560 w 1728164"/>
              <a:gd name="csY7820" fmla="*/ 1029696 h 1065273"/>
              <a:gd name="csX7821" fmla="*/ 1351729 w 1728164"/>
              <a:gd name="csY7821" fmla="*/ 1029777 h 1065273"/>
              <a:gd name="csX7822" fmla="*/ 1351907 w 1728164"/>
              <a:gd name="csY7822" fmla="*/ 1029848 h 1065273"/>
              <a:gd name="csX7823" fmla="*/ 1352076 w 1728164"/>
              <a:gd name="csY7823" fmla="*/ 1029919 h 1065273"/>
              <a:gd name="csX7824" fmla="*/ 1352254 w 1728164"/>
              <a:gd name="csY7824" fmla="*/ 1029990 h 1065273"/>
              <a:gd name="csX7825" fmla="*/ 1352423 w 1728164"/>
              <a:gd name="csY7825" fmla="*/ 1030061 h 1065273"/>
              <a:gd name="csX7826" fmla="*/ 1352601 w 1728164"/>
              <a:gd name="csY7826" fmla="*/ 1030132 h 1065273"/>
              <a:gd name="csX7827" fmla="*/ 1352770 w 1728164"/>
              <a:gd name="csY7827" fmla="*/ 1030204 h 1065273"/>
              <a:gd name="csX7828" fmla="*/ 1352939 w 1728164"/>
              <a:gd name="csY7828" fmla="*/ 1030275 h 1065273"/>
              <a:gd name="csX7829" fmla="*/ 1353117 w 1728164"/>
              <a:gd name="csY7829" fmla="*/ 1030346 h 1065273"/>
              <a:gd name="csX7830" fmla="*/ 1353286 w 1728164"/>
              <a:gd name="csY7830" fmla="*/ 1030417 h 1065273"/>
              <a:gd name="csX7831" fmla="*/ 1353464 w 1728164"/>
              <a:gd name="csY7831" fmla="*/ 1030488 h 1065273"/>
              <a:gd name="csX7832" fmla="*/ 1353633 w 1728164"/>
              <a:gd name="csY7832" fmla="*/ 1030559 h 1065273"/>
              <a:gd name="csX7833" fmla="*/ 1353811 w 1728164"/>
              <a:gd name="csY7833" fmla="*/ 1030631 h 1065273"/>
              <a:gd name="csX7834" fmla="*/ 1353980 w 1728164"/>
              <a:gd name="csY7834" fmla="*/ 1030702 h 1065273"/>
              <a:gd name="csX7835" fmla="*/ 1354149 w 1728164"/>
              <a:gd name="csY7835" fmla="*/ 1030773 h 1065273"/>
              <a:gd name="csX7836" fmla="*/ 1354327 w 1728164"/>
              <a:gd name="csY7836" fmla="*/ 1030844 h 1065273"/>
              <a:gd name="csX7837" fmla="*/ 1354496 w 1728164"/>
              <a:gd name="csY7837" fmla="*/ 1030915 h 1065273"/>
              <a:gd name="csX7838" fmla="*/ 1354674 w 1728164"/>
              <a:gd name="csY7838" fmla="*/ 1030987 h 1065273"/>
              <a:gd name="csX7839" fmla="*/ 1354843 w 1728164"/>
              <a:gd name="csY7839" fmla="*/ 1031058 h 1065273"/>
              <a:gd name="csX7840" fmla="*/ 1355021 w 1728164"/>
              <a:gd name="csY7840" fmla="*/ 1031129 h 1065273"/>
              <a:gd name="csX7841" fmla="*/ 1355190 w 1728164"/>
              <a:gd name="csY7841" fmla="*/ 1031200 h 1065273"/>
              <a:gd name="csX7842" fmla="*/ 1355359 w 1728164"/>
              <a:gd name="csY7842" fmla="*/ 1031271 h 1065273"/>
              <a:gd name="csX7843" fmla="*/ 1355537 w 1728164"/>
              <a:gd name="csY7843" fmla="*/ 1031333 h 1065273"/>
              <a:gd name="csX7844" fmla="*/ 1355706 w 1728164"/>
              <a:gd name="csY7844" fmla="*/ 1031405 h 1065273"/>
              <a:gd name="csX7845" fmla="*/ 1355884 w 1728164"/>
              <a:gd name="csY7845" fmla="*/ 1031476 h 1065273"/>
              <a:gd name="csX7846" fmla="*/ 1356053 w 1728164"/>
              <a:gd name="csY7846" fmla="*/ 1031547 h 1065273"/>
              <a:gd name="csX7847" fmla="*/ 1356222 w 1728164"/>
              <a:gd name="csY7847" fmla="*/ 1031618 h 1065273"/>
              <a:gd name="csX7848" fmla="*/ 1356400 w 1728164"/>
              <a:gd name="csY7848" fmla="*/ 1031680 h 1065273"/>
              <a:gd name="csX7849" fmla="*/ 1356569 w 1728164"/>
              <a:gd name="csY7849" fmla="*/ 1031752 h 1065273"/>
              <a:gd name="csX7850" fmla="*/ 1356747 w 1728164"/>
              <a:gd name="csY7850" fmla="*/ 1031823 h 1065273"/>
              <a:gd name="csX7851" fmla="*/ 1356916 w 1728164"/>
              <a:gd name="csY7851" fmla="*/ 1031894 h 1065273"/>
              <a:gd name="csX7852" fmla="*/ 1357094 w 1728164"/>
              <a:gd name="csY7852" fmla="*/ 1031956 h 1065273"/>
              <a:gd name="csX7853" fmla="*/ 1357263 w 1728164"/>
              <a:gd name="csY7853" fmla="*/ 1032027 h 1065273"/>
              <a:gd name="csX7854" fmla="*/ 1357432 w 1728164"/>
              <a:gd name="csY7854" fmla="*/ 1032099 h 1065273"/>
              <a:gd name="csX7855" fmla="*/ 1357610 w 1728164"/>
              <a:gd name="csY7855" fmla="*/ 1032161 h 1065273"/>
              <a:gd name="csX7856" fmla="*/ 1357779 w 1728164"/>
              <a:gd name="csY7856" fmla="*/ 1032232 h 1065273"/>
              <a:gd name="csX7857" fmla="*/ 1357957 w 1728164"/>
              <a:gd name="csY7857" fmla="*/ 1032303 h 1065273"/>
              <a:gd name="csX7858" fmla="*/ 1358126 w 1728164"/>
              <a:gd name="csY7858" fmla="*/ 1032365 h 1065273"/>
              <a:gd name="csX7859" fmla="*/ 1358304 w 1728164"/>
              <a:gd name="csY7859" fmla="*/ 1032437 h 1065273"/>
              <a:gd name="csX7860" fmla="*/ 1358473 w 1728164"/>
              <a:gd name="csY7860" fmla="*/ 1032508 h 1065273"/>
              <a:gd name="csX7861" fmla="*/ 1358642 w 1728164"/>
              <a:gd name="csY7861" fmla="*/ 1032570 h 1065273"/>
              <a:gd name="csX7862" fmla="*/ 1358820 w 1728164"/>
              <a:gd name="csY7862" fmla="*/ 1032641 h 1065273"/>
              <a:gd name="csX7863" fmla="*/ 1358989 w 1728164"/>
              <a:gd name="csY7863" fmla="*/ 1032703 h 1065273"/>
              <a:gd name="csX7864" fmla="*/ 1359167 w 1728164"/>
              <a:gd name="csY7864" fmla="*/ 1032775 h 1065273"/>
              <a:gd name="csX7865" fmla="*/ 1359336 w 1728164"/>
              <a:gd name="csY7865" fmla="*/ 1032837 h 1065273"/>
              <a:gd name="csX7866" fmla="*/ 1359514 w 1728164"/>
              <a:gd name="csY7866" fmla="*/ 1032908 h 1065273"/>
              <a:gd name="csX7867" fmla="*/ 1359683 w 1728164"/>
              <a:gd name="csY7867" fmla="*/ 1032979 h 1065273"/>
              <a:gd name="csX7868" fmla="*/ 1359852 w 1728164"/>
              <a:gd name="csY7868" fmla="*/ 1033042 h 1065273"/>
              <a:gd name="csX7869" fmla="*/ 1360030 w 1728164"/>
              <a:gd name="csY7869" fmla="*/ 1033113 h 1065273"/>
              <a:gd name="csX7870" fmla="*/ 1360199 w 1728164"/>
              <a:gd name="csY7870" fmla="*/ 1033175 h 1065273"/>
              <a:gd name="csX7871" fmla="*/ 1360377 w 1728164"/>
              <a:gd name="csY7871" fmla="*/ 1033237 h 1065273"/>
              <a:gd name="csX7872" fmla="*/ 1360546 w 1728164"/>
              <a:gd name="csY7872" fmla="*/ 1033308 h 1065273"/>
              <a:gd name="csX7873" fmla="*/ 1360724 w 1728164"/>
              <a:gd name="csY7873" fmla="*/ 1033371 h 1065273"/>
              <a:gd name="csX7874" fmla="*/ 1360893 w 1728164"/>
              <a:gd name="csY7874" fmla="*/ 1033442 h 1065273"/>
              <a:gd name="csX7875" fmla="*/ 1361062 w 1728164"/>
              <a:gd name="csY7875" fmla="*/ 1033504 h 1065273"/>
              <a:gd name="csX7876" fmla="*/ 1361240 w 1728164"/>
              <a:gd name="csY7876" fmla="*/ 1033575 h 1065273"/>
              <a:gd name="csX7877" fmla="*/ 1361409 w 1728164"/>
              <a:gd name="csY7877" fmla="*/ 1033638 h 1065273"/>
              <a:gd name="csX7878" fmla="*/ 1361587 w 1728164"/>
              <a:gd name="csY7878" fmla="*/ 1033700 h 1065273"/>
              <a:gd name="csX7879" fmla="*/ 1361756 w 1728164"/>
              <a:gd name="csY7879" fmla="*/ 1033771 h 1065273"/>
              <a:gd name="csX7880" fmla="*/ 1361934 w 1728164"/>
              <a:gd name="csY7880" fmla="*/ 1033833 h 1065273"/>
              <a:gd name="csX7881" fmla="*/ 1362103 w 1728164"/>
              <a:gd name="csY7881" fmla="*/ 1033896 h 1065273"/>
              <a:gd name="csX7882" fmla="*/ 1362272 w 1728164"/>
              <a:gd name="csY7882" fmla="*/ 1033967 h 1065273"/>
              <a:gd name="csX7883" fmla="*/ 1362450 w 1728164"/>
              <a:gd name="csY7883" fmla="*/ 1034029 h 1065273"/>
              <a:gd name="csX7884" fmla="*/ 1362619 w 1728164"/>
              <a:gd name="csY7884" fmla="*/ 1034091 h 1065273"/>
              <a:gd name="csX7885" fmla="*/ 1362797 w 1728164"/>
              <a:gd name="csY7885" fmla="*/ 1034162 h 1065273"/>
              <a:gd name="csX7886" fmla="*/ 1362966 w 1728164"/>
              <a:gd name="csY7886" fmla="*/ 1034225 h 1065273"/>
              <a:gd name="csX7887" fmla="*/ 1363144 w 1728164"/>
              <a:gd name="csY7887" fmla="*/ 1034287 h 1065273"/>
              <a:gd name="csX7888" fmla="*/ 1363313 w 1728164"/>
              <a:gd name="csY7888" fmla="*/ 1034349 h 1065273"/>
              <a:gd name="csX7889" fmla="*/ 1363482 w 1728164"/>
              <a:gd name="csY7889" fmla="*/ 1034421 h 1065273"/>
              <a:gd name="csX7890" fmla="*/ 1363660 w 1728164"/>
              <a:gd name="csY7890" fmla="*/ 1034483 h 1065273"/>
              <a:gd name="csX7891" fmla="*/ 1363828 w 1728164"/>
              <a:gd name="csY7891" fmla="*/ 1034545 h 1065273"/>
              <a:gd name="csX7892" fmla="*/ 1364006 w 1728164"/>
              <a:gd name="csY7892" fmla="*/ 1034607 h 1065273"/>
              <a:gd name="csX7893" fmla="*/ 1364175 w 1728164"/>
              <a:gd name="csY7893" fmla="*/ 1034670 h 1065273"/>
              <a:gd name="csX7894" fmla="*/ 1364353 w 1728164"/>
              <a:gd name="csY7894" fmla="*/ 1034741 h 1065273"/>
              <a:gd name="csX7895" fmla="*/ 1364522 w 1728164"/>
              <a:gd name="csY7895" fmla="*/ 1034803 h 1065273"/>
              <a:gd name="csX7896" fmla="*/ 1364692 w 1728164"/>
              <a:gd name="csY7896" fmla="*/ 1034865 h 1065273"/>
              <a:gd name="csX7897" fmla="*/ 1364869 w 1728164"/>
              <a:gd name="csY7897" fmla="*/ 1034928 h 1065273"/>
              <a:gd name="csX7898" fmla="*/ 1365038 w 1728164"/>
              <a:gd name="csY7898" fmla="*/ 1034990 h 1065273"/>
              <a:gd name="csX7899" fmla="*/ 1365216 w 1728164"/>
              <a:gd name="csY7899" fmla="*/ 1035052 h 1065273"/>
              <a:gd name="csX7900" fmla="*/ 1365385 w 1728164"/>
              <a:gd name="csY7900" fmla="*/ 1035114 h 1065273"/>
              <a:gd name="csX7901" fmla="*/ 1365563 w 1728164"/>
              <a:gd name="csY7901" fmla="*/ 1035177 h 1065273"/>
              <a:gd name="csX7902" fmla="*/ 1365732 w 1728164"/>
              <a:gd name="csY7902" fmla="*/ 1035239 h 1065273"/>
              <a:gd name="csX7903" fmla="*/ 1365901 w 1728164"/>
              <a:gd name="csY7903" fmla="*/ 1035301 h 1065273"/>
              <a:gd name="csX7904" fmla="*/ 1366079 w 1728164"/>
              <a:gd name="csY7904" fmla="*/ 1035372 h 1065273"/>
              <a:gd name="csX7905" fmla="*/ 1366248 w 1728164"/>
              <a:gd name="csY7905" fmla="*/ 1035435 h 1065273"/>
              <a:gd name="csX7906" fmla="*/ 1366426 w 1728164"/>
              <a:gd name="csY7906" fmla="*/ 1035497 h 1065273"/>
              <a:gd name="csX7907" fmla="*/ 1366595 w 1728164"/>
              <a:gd name="csY7907" fmla="*/ 1035559 h 1065273"/>
              <a:gd name="csX7908" fmla="*/ 1366773 w 1728164"/>
              <a:gd name="csY7908" fmla="*/ 1035622 h 1065273"/>
              <a:gd name="csX7909" fmla="*/ 1366942 w 1728164"/>
              <a:gd name="csY7909" fmla="*/ 1035684 h 1065273"/>
              <a:gd name="csX7910" fmla="*/ 1367111 w 1728164"/>
              <a:gd name="csY7910" fmla="*/ 1035737 h 1065273"/>
              <a:gd name="csX7911" fmla="*/ 1367289 w 1728164"/>
              <a:gd name="csY7911" fmla="*/ 1035800 h 1065273"/>
              <a:gd name="csX7912" fmla="*/ 1367458 w 1728164"/>
              <a:gd name="csY7912" fmla="*/ 1035862 h 1065273"/>
              <a:gd name="csX7913" fmla="*/ 1367636 w 1728164"/>
              <a:gd name="csY7913" fmla="*/ 1035924 h 1065273"/>
              <a:gd name="csX7914" fmla="*/ 1367805 w 1728164"/>
              <a:gd name="csY7914" fmla="*/ 1035986 h 1065273"/>
              <a:gd name="csX7915" fmla="*/ 1367983 w 1728164"/>
              <a:gd name="csY7915" fmla="*/ 1036049 h 1065273"/>
              <a:gd name="csX7916" fmla="*/ 1368152 w 1728164"/>
              <a:gd name="csY7916" fmla="*/ 1036111 h 1065273"/>
              <a:gd name="csX7917" fmla="*/ 1368321 w 1728164"/>
              <a:gd name="csY7917" fmla="*/ 1036173 h 1065273"/>
              <a:gd name="csX7918" fmla="*/ 1368499 w 1728164"/>
              <a:gd name="csY7918" fmla="*/ 1036235 h 1065273"/>
              <a:gd name="csX7919" fmla="*/ 1368668 w 1728164"/>
              <a:gd name="csY7919" fmla="*/ 1036298 h 1065273"/>
              <a:gd name="csX7920" fmla="*/ 1368846 w 1728164"/>
              <a:gd name="csY7920" fmla="*/ 1036351 h 1065273"/>
              <a:gd name="csX7921" fmla="*/ 1369015 w 1728164"/>
              <a:gd name="csY7921" fmla="*/ 1036413 h 1065273"/>
              <a:gd name="csX7922" fmla="*/ 1369193 w 1728164"/>
              <a:gd name="csY7922" fmla="*/ 1036476 h 1065273"/>
              <a:gd name="csX7923" fmla="*/ 1369362 w 1728164"/>
              <a:gd name="csY7923" fmla="*/ 1036538 h 1065273"/>
              <a:gd name="csX7924" fmla="*/ 1369531 w 1728164"/>
              <a:gd name="csY7924" fmla="*/ 1036600 h 1065273"/>
              <a:gd name="csX7925" fmla="*/ 1369709 w 1728164"/>
              <a:gd name="csY7925" fmla="*/ 1036654 h 1065273"/>
              <a:gd name="csX7926" fmla="*/ 1369878 w 1728164"/>
              <a:gd name="csY7926" fmla="*/ 1036716 h 1065273"/>
              <a:gd name="csX7927" fmla="*/ 1370056 w 1728164"/>
              <a:gd name="csY7927" fmla="*/ 1036778 h 1065273"/>
              <a:gd name="csX7928" fmla="*/ 1370225 w 1728164"/>
              <a:gd name="csY7928" fmla="*/ 1036840 h 1065273"/>
              <a:gd name="csX7929" fmla="*/ 1370403 w 1728164"/>
              <a:gd name="csY7929" fmla="*/ 1036894 h 1065273"/>
              <a:gd name="csX7930" fmla="*/ 1370572 w 1728164"/>
              <a:gd name="csY7930" fmla="*/ 1036956 h 1065273"/>
              <a:gd name="csX7931" fmla="*/ 1370741 w 1728164"/>
              <a:gd name="csY7931" fmla="*/ 1037018 h 1065273"/>
              <a:gd name="csX7932" fmla="*/ 1370919 w 1728164"/>
              <a:gd name="csY7932" fmla="*/ 1037081 h 1065273"/>
              <a:gd name="csX7933" fmla="*/ 1371088 w 1728164"/>
              <a:gd name="csY7933" fmla="*/ 1037134 h 1065273"/>
              <a:gd name="csX7934" fmla="*/ 1371266 w 1728164"/>
              <a:gd name="csY7934" fmla="*/ 1037196 h 1065273"/>
              <a:gd name="csX7935" fmla="*/ 1371435 w 1728164"/>
              <a:gd name="csY7935" fmla="*/ 1037258 h 1065273"/>
              <a:gd name="csX7936" fmla="*/ 1371613 w 1728164"/>
              <a:gd name="csY7936" fmla="*/ 1037312 h 1065273"/>
              <a:gd name="csX7937" fmla="*/ 1371782 w 1728164"/>
              <a:gd name="csY7937" fmla="*/ 1037374 h 1065273"/>
              <a:gd name="csX7938" fmla="*/ 1371951 w 1728164"/>
              <a:gd name="csY7938" fmla="*/ 1037428 h 1065273"/>
              <a:gd name="csX7939" fmla="*/ 1372129 w 1728164"/>
              <a:gd name="csY7939" fmla="*/ 1037490 h 1065273"/>
              <a:gd name="csX7940" fmla="*/ 1372298 w 1728164"/>
              <a:gd name="csY7940" fmla="*/ 1037552 h 1065273"/>
              <a:gd name="csX7941" fmla="*/ 1372476 w 1728164"/>
              <a:gd name="csY7941" fmla="*/ 1037605 h 1065273"/>
              <a:gd name="csX7942" fmla="*/ 1372645 w 1728164"/>
              <a:gd name="csY7942" fmla="*/ 1037668 h 1065273"/>
              <a:gd name="csX7943" fmla="*/ 1372823 w 1728164"/>
              <a:gd name="csY7943" fmla="*/ 1037721 h 1065273"/>
              <a:gd name="csX7944" fmla="*/ 1372992 w 1728164"/>
              <a:gd name="csY7944" fmla="*/ 1037783 h 1065273"/>
              <a:gd name="csX7945" fmla="*/ 1373161 w 1728164"/>
              <a:gd name="csY7945" fmla="*/ 1037837 h 1065273"/>
              <a:gd name="csX7946" fmla="*/ 1373339 w 1728164"/>
              <a:gd name="csY7946" fmla="*/ 1037899 h 1065273"/>
              <a:gd name="csX7947" fmla="*/ 1373508 w 1728164"/>
              <a:gd name="csY7947" fmla="*/ 1037952 h 1065273"/>
              <a:gd name="csX7948" fmla="*/ 1373686 w 1728164"/>
              <a:gd name="csY7948" fmla="*/ 1038015 h 1065273"/>
              <a:gd name="csX7949" fmla="*/ 1373855 w 1728164"/>
              <a:gd name="csY7949" fmla="*/ 1038068 h 1065273"/>
              <a:gd name="csX7950" fmla="*/ 1374033 w 1728164"/>
              <a:gd name="csY7950" fmla="*/ 1038130 h 1065273"/>
              <a:gd name="csX7951" fmla="*/ 1374202 w 1728164"/>
              <a:gd name="csY7951" fmla="*/ 1038184 h 1065273"/>
              <a:gd name="csX7952" fmla="*/ 1374371 w 1728164"/>
              <a:gd name="csY7952" fmla="*/ 1038246 h 1065273"/>
              <a:gd name="csX7953" fmla="*/ 1374549 w 1728164"/>
              <a:gd name="csY7953" fmla="*/ 1038299 h 1065273"/>
              <a:gd name="csX7954" fmla="*/ 1374718 w 1728164"/>
              <a:gd name="csY7954" fmla="*/ 1038362 h 1065273"/>
              <a:gd name="csX7955" fmla="*/ 1374896 w 1728164"/>
              <a:gd name="csY7955" fmla="*/ 1038415 h 1065273"/>
              <a:gd name="csX7956" fmla="*/ 1375065 w 1728164"/>
              <a:gd name="csY7956" fmla="*/ 1038468 h 1065273"/>
              <a:gd name="csX7957" fmla="*/ 1375234 w 1728164"/>
              <a:gd name="csY7957" fmla="*/ 1038531 h 1065273"/>
              <a:gd name="csX7958" fmla="*/ 1375412 w 1728164"/>
              <a:gd name="csY7958" fmla="*/ 1038584 h 1065273"/>
              <a:gd name="csX7959" fmla="*/ 1375581 w 1728164"/>
              <a:gd name="csY7959" fmla="*/ 1038646 h 1065273"/>
              <a:gd name="csX7960" fmla="*/ 1375759 w 1728164"/>
              <a:gd name="csY7960" fmla="*/ 1038700 h 1065273"/>
              <a:gd name="csX7961" fmla="*/ 1375928 w 1728164"/>
              <a:gd name="csY7961" fmla="*/ 1038753 h 1065273"/>
              <a:gd name="csX7962" fmla="*/ 1376106 w 1728164"/>
              <a:gd name="csY7962" fmla="*/ 1038815 h 1065273"/>
              <a:gd name="csX7963" fmla="*/ 1376275 w 1728164"/>
              <a:gd name="csY7963" fmla="*/ 1038869 h 1065273"/>
              <a:gd name="csX7964" fmla="*/ 1376444 w 1728164"/>
              <a:gd name="csY7964" fmla="*/ 1038922 h 1065273"/>
              <a:gd name="csX7965" fmla="*/ 1376622 w 1728164"/>
              <a:gd name="csY7965" fmla="*/ 1038984 h 1065273"/>
              <a:gd name="csX7966" fmla="*/ 1376791 w 1728164"/>
              <a:gd name="csY7966" fmla="*/ 1039038 h 1065273"/>
              <a:gd name="csX7967" fmla="*/ 1376969 w 1728164"/>
              <a:gd name="csY7967" fmla="*/ 1039091 h 1065273"/>
              <a:gd name="csX7968" fmla="*/ 1377138 w 1728164"/>
              <a:gd name="csY7968" fmla="*/ 1039144 h 1065273"/>
              <a:gd name="csX7969" fmla="*/ 1377316 w 1728164"/>
              <a:gd name="csY7969" fmla="*/ 1039207 h 1065273"/>
              <a:gd name="csX7970" fmla="*/ 1377485 w 1728164"/>
              <a:gd name="csY7970" fmla="*/ 1039260 h 1065273"/>
              <a:gd name="csX7971" fmla="*/ 1377654 w 1728164"/>
              <a:gd name="csY7971" fmla="*/ 1039314 h 1065273"/>
              <a:gd name="csX7972" fmla="*/ 1377831 w 1728164"/>
              <a:gd name="csY7972" fmla="*/ 1039367 h 1065273"/>
              <a:gd name="csX7973" fmla="*/ 1378001 w 1728164"/>
              <a:gd name="csY7973" fmla="*/ 1039429 h 1065273"/>
              <a:gd name="csX7974" fmla="*/ 1378178 w 1728164"/>
              <a:gd name="csY7974" fmla="*/ 1039483 h 1065273"/>
              <a:gd name="csX7975" fmla="*/ 1378348 w 1728164"/>
              <a:gd name="csY7975" fmla="*/ 1039536 h 1065273"/>
              <a:gd name="csX7976" fmla="*/ 1378525 w 1728164"/>
              <a:gd name="csY7976" fmla="*/ 1039589 h 1065273"/>
              <a:gd name="csX7977" fmla="*/ 1378695 w 1728164"/>
              <a:gd name="csY7977" fmla="*/ 1039643 h 1065273"/>
              <a:gd name="csX7978" fmla="*/ 1378864 w 1728164"/>
              <a:gd name="csY7978" fmla="*/ 1039696 h 1065273"/>
              <a:gd name="csX7979" fmla="*/ 1379041 w 1728164"/>
              <a:gd name="csY7979" fmla="*/ 1039758 h 1065273"/>
              <a:gd name="csX7980" fmla="*/ 1379210 w 1728164"/>
              <a:gd name="csY7980" fmla="*/ 1039812 h 1065273"/>
              <a:gd name="csX7981" fmla="*/ 1379388 w 1728164"/>
              <a:gd name="csY7981" fmla="*/ 1039865 h 1065273"/>
              <a:gd name="csX7982" fmla="*/ 1379557 w 1728164"/>
              <a:gd name="csY7982" fmla="*/ 1039919 h 1065273"/>
              <a:gd name="csX7983" fmla="*/ 1379735 w 1728164"/>
              <a:gd name="csY7983" fmla="*/ 1039972 h 1065273"/>
              <a:gd name="csX7984" fmla="*/ 1379904 w 1728164"/>
              <a:gd name="csY7984" fmla="*/ 1040025 h 1065273"/>
              <a:gd name="csX7985" fmla="*/ 1380073 w 1728164"/>
              <a:gd name="csY7985" fmla="*/ 1040079 h 1065273"/>
              <a:gd name="csX7986" fmla="*/ 1380251 w 1728164"/>
              <a:gd name="csY7986" fmla="*/ 1040132 h 1065273"/>
              <a:gd name="csX7987" fmla="*/ 1380420 w 1728164"/>
              <a:gd name="csY7987" fmla="*/ 1040185 h 1065273"/>
              <a:gd name="csX7988" fmla="*/ 1380598 w 1728164"/>
              <a:gd name="csY7988" fmla="*/ 1040239 h 1065273"/>
              <a:gd name="csX7989" fmla="*/ 1380767 w 1728164"/>
              <a:gd name="csY7989" fmla="*/ 1040292 h 1065273"/>
              <a:gd name="csX7990" fmla="*/ 1380945 w 1728164"/>
              <a:gd name="csY7990" fmla="*/ 1040346 h 1065273"/>
              <a:gd name="csX7991" fmla="*/ 1381114 w 1728164"/>
              <a:gd name="csY7991" fmla="*/ 1040399 h 1065273"/>
              <a:gd name="csX7992" fmla="*/ 1381283 w 1728164"/>
              <a:gd name="csY7992" fmla="*/ 1040452 h 1065273"/>
              <a:gd name="csX7993" fmla="*/ 1381461 w 1728164"/>
              <a:gd name="csY7993" fmla="*/ 1040506 h 1065273"/>
              <a:gd name="csX7994" fmla="*/ 1381630 w 1728164"/>
              <a:gd name="csY7994" fmla="*/ 1040559 h 1065273"/>
              <a:gd name="csX7995" fmla="*/ 1381808 w 1728164"/>
              <a:gd name="csY7995" fmla="*/ 1040612 h 1065273"/>
              <a:gd name="csX7996" fmla="*/ 1381977 w 1728164"/>
              <a:gd name="csY7996" fmla="*/ 1040666 h 1065273"/>
              <a:gd name="csX7997" fmla="*/ 1382155 w 1728164"/>
              <a:gd name="csY7997" fmla="*/ 1040719 h 1065273"/>
              <a:gd name="csX7998" fmla="*/ 1382324 w 1728164"/>
              <a:gd name="csY7998" fmla="*/ 1040773 h 1065273"/>
              <a:gd name="csX7999" fmla="*/ 1382493 w 1728164"/>
              <a:gd name="csY7999" fmla="*/ 1040826 h 1065273"/>
              <a:gd name="csX8000" fmla="*/ 1382671 w 1728164"/>
              <a:gd name="csY8000" fmla="*/ 1040879 h 1065273"/>
              <a:gd name="csX8001" fmla="*/ 1382840 w 1728164"/>
              <a:gd name="csY8001" fmla="*/ 1040933 h 1065273"/>
              <a:gd name="csX8002" fmla="*/ 1383018 w 1728164"/>
              <a:gd name="csY8002" fmla="*/ 1040986 h 1065273"/>
              <a:gd name="csX8003" fmla="*/ 1383187 w 1728164"/>
              <a:gd name="csY8003" fmla="*/ 1041039 h 1065273"/>
              <a:gd name="csX8004" fmla="*/ 1383365 w 1728164"/>
              <a:gd name="csY8004" fmla="*/ 1041084 h 1065273"/>
              <a:gd name="csX8005" fmla="*/ 1383534 w 1728164"/>
              <a:gd name="csY8005" fmla="*/ 1041137 h 1065273"/>
              <a:gd name="csX8006" fmla="*/ 1383703 w 1728164"/>
              <a:gd name="csY8006" fmla="*/ 1041191 h 1065273"/>
              <a:gd name="csX8007" fmla="*/ 1383881 w 1728164"/>
              <a:gd name="csY8007" fmla="*/ 1041244 h 1065273"/>
              <a:gd name="csX8008" fmla="*/ 1384050 w 1728164"/>
              <a:gd name="csY8008" fmla="*/ 1041297 h 1065273"/>
              <a:gd name="csX8009" fmla="*/ 1384228 w 1728164"/>
              <a:gd name="csY8009" fmla="*/ 1041351 h 1065273"/>
              <a:gd name="csX8010" fmla="*/ 1384397 w 1728164"/>
              <a:gd name="csY8010" fmla="*/ 1041395 h 1065273"/>
              <a:gd name="csX8011" fmla="*/ 1384575 w 1728164"/>
              <a:gd name="csY8011" fmla="*/ 1041449 h 1065273"/>
              <a:gd name="csX8012" fmla="*/ 1384744 w 1728164"/>
              <a:gd name="csY8012" fmla="*/ 1041502 h 1065273"/>
              <a:gd name="csX8013" fmla="*/ 1384913 w 1728164"/>
              <a:gd name="csY8013" fmla="*/ 1041555 h 1065273"/>
              <a:gd name="csX8014" fmla="*/ 1385091 w 1728164"/>
              <a:gd name="csY8014" fmla="*/ 1041600 h 1065273"/>
              <a:gd name="csX8015" fmla="*/ 1385260 w 1728164"/>
              <a:gd name="csY8015" fmla="*/ 1041653 h 1065273"/>
              <a:gd name="csX8016" fmla="*/ 1385438 w 1728164"/>
              <a:gd name="csY8016" fmla="*/ 1041707 h 1065273"/>
              <a:gd name="csX8017" fmla="*/ 1385607 w 1728164"/>
              <a:gd name="csY8017" fmla="*/ 1041760 h 1065273"/>
              <a:gd name="csX8018" fmla="*/ 1385785 w 1728164"/>
              <a:gd name="csY8018" fmla="*/ 1041805 h 1065273"/>
              <a:gd name="csX8019" fmla="*/ 1385954 w 1728164"/>
              <a:gd name="csY8019" fmla="*/ 1041858 h 1065273"/>
              <a:gd name="csX8020" fmla="*/ 1386123 w 1728164"/>
              <a:gd name="csY8020" fmla="*/ 1041911 h 1065273"/>
              <a:gd name="csX8021" fmla="*/ 1386301 w 1728164"/>
              <a:gd name="csY8021" fmla="*/ 1041956 h 1065273"/>
              <a:gd name="csX8022" fmla="*/ 1386470 w 1728164"/>
              <a:gd name="csY8022" fmla="*/ 1042009 h 1065273"/>
              <a:gd name="csX8023" fmla="*/ 1386648 w 1728164"/>
              <a:gd name="csY8023" fmla="*/ 1042063 h 1065273"/>
              <a:gd name="csX8024" fmla="*/ 1386817 w 1728164"/>
              <a:gd name="csY8024" fmla="*/ 1042107 h 1065273"/>
              <a:gd name="csX8025" fmla="*/ 1386995 w 1728164"/>
              <a:gd name="csY8025" fmla="*/ 1042160 h 1065273"/>
              <a:gd name="csX8026" fmla="*/ 1387164 w 1728164"/>
              <a:gd name="csY8026" fmla="*/ 1042214 h 1065273"/>
              <a:gd name="csX8027" fmla="*/ 1387333 w 1728164"/>
              <a:gd name="csY8027" fmla="*/ 1042258 h 1065273"/>
              <a:gd name="csX8028" fmla="*/ 1387511 w 1728164"/>
              <a:gd name="csY8028" fmla="*/ 1042312 h 1065273"/>
              <a:gd name="csX8029" fmla="*/ 1387680 w 1728164"/>
              <a:gd name="csY8029" fmla="*/ 1042356 h 1065273"/>
              <a:gd name="csX8030" fmla="*/ 1387858 w 1728164"/>
              <a:gd name="csY8030" fmla="*/ 1042410 h 1065273"/>
              <a:gd name="csX8031" fmla="*/ 1388027 w 1728164"/>
              <a:gd name="csY8031" fmla="*/ 1042463 h 1065273"/>
              <a:gd name="csX8032" fmla="*/ 1388205 w 1728164"/>
              <a:gd name="csY8032" fmla="*/ 1042507 h 1065273"/>
              <a:gd name="csX8033" fmla="*/ 1388374 w 1728164"/>
              <a:gd name="csY8033" fmla="*/ 1042561 h 1065273"/>
              <a:gd name="csX8034" fmla="*/ 1388543 w 1728164"/>
              <a:gd name="csY8034" fmla="*/ 1042605 h 1065273"/>
              <a:gd name="csX8035" fmla="*/ 1388721 w 1728164"/>
              <a:gd name="csY8035" fmla="*/ 1042659 h 1065273"/>
              <a:gd name="csX8036" fmla="*/ 1388890 w 1728164"/>
              <a:gd name="csY8036" fmla="*/ 1042703 h 1065273"/>
              <a:gd name="csX8037" fmla="*/ 1389068 w 1728164"/>
              <a:gd name="csY8037" fmla="*/ 1042756 h 1065273"/>
              <a:gd name="csX8038" fmla="*/ 1389237 w 1728164"/>
              <a:gd name="csY8038" fmla="*/ 1042801 h 1065273"/>
              <a:gd name="csX8039" fmla="*/ 1389415 w 1728164"/>
              <a:gd name="csY8039" fmla="*/ 1042854 h 1065273"/>
              <a:gd name="csX8040" fmla="*/ 1389584 w 1728164"/>
              <a:gd name="csY8040" fmla="*/ 1042899 h 1065273"/>
              <a:gd name="csX8041" fmla="*/ 1389753 w 1728164"/>
              <a:gd name="csY8041" fmla="*/ 1042952 h 1065273"/>
              <a:gd name="csX8042" fmla="*/ 1389931 w 1728164"/>
              <a:gd name="csY8042" fmla="*/ 1042997 h 1065273"/>
              <a:gd name="csX8043" fmla="*/ 1390100 w 1728164"/>
              <a:gd name="csY8043" fmla="*/ 1043050 h 1065273"/>
              <a:gd name="csX8044" fmla="*/ 1390278 w 1728164"/>
              <a:gd name="csY8044" fmla="*/ 1043095 h 1065273"/>
              <a:gd name="csX8045" fmla="*/ 1390447 w 1728164"/>
              <a:gd name="csY8045" fmla="*/ 1043139 h 1065273"/>
              <a:gd name="csX8046" fmla="*/ 1390625 w 1728164"/>
              <a:gd name="csY8046" fmla="*/ 1043192 h 1065273"/>
              <a:gd name="csX8047" fmla="*/ 1390794 w 1728164"/>
              <a:gd name="csY8047" fmla="*/ 1043237 h 1065273"/>
              <a:gd name="csX8048" fmla="*/ 1390963 w 1728164"/>
              <a:gd name="csY8048" fmla="*/ 1043290 h 1065273"/>
              <a:gd name="csX8049" fmla="*/ 1391141 w 1728164"/>
              <a:gd name="csY8049" fmla="*/ 1043335 h 1065273"/>
              <a:gd name="csX8050" fmla="*/ 1391310 w 1728164"/>
              <a:gd name="csY8050" fmla="*/ 1043379 h 1065273"/>
              <a:gd name="csX8051" fmla="*/ 1391488 w 1728164"/>
              <a:gd name="csY8051" fmla="*/ 1043433 h 1065273"/>
              <a:gd name="csX8052" fmla="*/ 1391657 w 1728164"/>
              <a:gd name="csY8052" fmla="*/ 1043477 h 1065273"/>
              <a:gd name="csX8053" fmla="*/ 1391835 w 1728164"/>
              <a:gd name="csY8053" fmla="*/ 1043522 h 1065273"/>
              <a:gd name="csX8054" fmla="*/ 1392004 w 1728164"/>
              <a:gd name="csY8054" fmla="*/ 1043575 h 1065273"/>
              <a:gd name="csX8055" fmla="*/ 1392173 w 1728164"/>
              <a:gd name="csY8055" fmla="*/ 1043619 h 1065273"/>
              <a:gd name="csX8056" fmla="*/ 1392351 w 1728164"/>
              <a:gd name="csY8056" fmla="*/ 1043664 h 1065273"/>
              <a:gd name="csX8057" fmla="*/ 1392520 w 1728164"/>
              <a:gd name="csY8057" fmla="*/ 1043717 h 1065273"/>
              <a:gd name="csX8058" fmla="*/ 1392698 w 1728164"/>
              <a:gd name="csY8058" fmla="*/ 1043762 h 1065273"/>
              <a:gd name="csX8059" fmla="*/ 1392867 w 1728164"/>
              <a:gd name="csY8059" fmla="*/ 1043806 h 1065273"/>
              <a:gd name="csX8060" fmla="*/ 1393045 w 1728164"/>
              <a:gd name="csY8060" fmla="*/ 1043860 h 1065273"/>
              <a:gd name="csX8061" fmla="*/ 1393213 w 1728164"/>
              <a:gd name="csY8061" fmla="*/ 1043904 h 1065273"/>
              <a:gd name="csX8062" fmla="*/ 1393383 w 1728164"/>
              <a:gd name="csY8062" fmla="*/ 1043949 h 1065273"/>
              <a:gd name="csX8063" fmla="*/ 1393560 w 1728164"/>
              <a:gd name="csY8063" fmla="*/ 1043993 h 1065273"/>
              <a:gd name="csX8064" fmla="*/ 1393730 w 1728164"/>
              <a:gd name="csY8064" fmla="*/ 1044046 h 1065273"/>
              <a:gd name="csX8065" fmla="*/ 1393907 w 1728164"/>
              <a:gd name="csY8065" fmla="*/ 1044091 h 1065273"/>
              <a:gd name="csX8066" fmla="*/ 1394076 w 1728164"/>
              <a:gd name="csY8066" fmla="*/ 1044135 h 1065273"/>
              <a:gd name="csX8067" fmla="*/ 1394246 w 1728164"/>
              <a:gd name="csY8067" fmla="*/ 1044180 h 1065273"/>
              <a:gd name="csX8068" fmla="*/ 1394423 w 1728164"/>
              <a:gd name="csY8068" fmla="*/ 1044224 h 1065273"/>
              <a:gd name="csX8069" fmla="*/ 1394592 w 1728164"/>
              <a:gd name="csY8069" fmla="*/ 1044278 h 1065273"/>
              <a:gd name="csX8070" fmla="*/ 1394770 w 1728164"/>
              <a:gd name="csY8070" fmla="*/ 1044322 h 1065273"/>
              <a:gd name="csX8071" fmla="*/ 1394939 w 1728164"/>
              <a:gd name="csY8071" fmla="*/ 1044367 h 1065273"/>
              <a:gd name="csX8072" fmla="*/ 1395117 w 1728164"/>
              <a:gd name="csY8072" fmla="*/ 1044411 h 1065273"/>
              <a:gd name="csX8073" fmla="*/ 1395286 w 1728164"/>
              <a:gd name="csY8073" fmla="*/ 1044456 h 1065273"/>
              <a:gd name="csX8074" fmla="*/ 1395455 w 1728164"/>
              <a:gd name="csY8074" fmla="*/ 1044500 h 1065273"/>
              <a:gd name="csX8075" fmla="*/ 1395633 w 1728164"/>
              <a:gd name="csY8075" fmla="*/ 1044545 h 1065273"/>
              <a:gd name="csX8076" fmla="*/ 1395802 w 1728164"/>
              <a:gd name="csY8076" fmla="*/ 1044598 h 1065273"/>
              <a:gd name="csX8077" fmla="*/ 1395980 w 1728164"/>
              <a:gd name="csY8077" fmla="*/ 1044643 h 1065273"/>
              <a:gd name="csX8078" fmla="*/ 1396149 w 1728164"/>
              <a:gd name="csY8078" fmla="*/ 1044687 h 1065273"/>
              <a:gd name="csX8079" fmla="*/ 1396327 w 1728164"/>
              <a:gd name="csY8079" fmla="*/ 1044731 h 1065273"/>
              <a:gd name="csX8080" fmla="*/ 1396496 w 1728164"/>
              <a:gd name="csY8080" fmla="*/ 1044776 h 1065273"/>
              <a:gd name="csX8081" fmla="*/ 1396665 w 1728164"/>
              <a:gd name="csY8081" fmla="*/ 1044820 h 1065273"/>
              <a:gd name="csX8082" fmla="*/ 1396843 w 1728164"/>
              <a:gd name="csY8082" fmla="*/ 1044865 h 1065273"/>
              <a:gd name="csX8083" fmla="*/ 1397012 w 1728164"/>
              <a:gd name="csY8083" fmla="*/ 1044909 h 1065273"/>
              <a:gd name="csX8084" fmla="*/ 1397190 w 1728164"/>
              <a:gd name="csY8084" fmla="*/ 1044954 h 1065273"/>
              <a:gd name="csX8085" fmla="*/ 1397359 w 1728164"/>
              <a:gd name="csY8085" fmla="*/ 1044998 h 1065273"/>
              <a:gd name="csX8086" fmla="*/ 1397537 w 1728164"/>
              <a:gd name="csY8086" fmla="*/ 1045043 h 1065273"/>
              <a:gd name="csX8087" fmla="*/ 1397706 w 1728164"/>
              <a:gd name="csY8087" fmla="*/ 1045087 h 1065273"/>
              <a:gd name="csX8088" fmla="*/ 1397875 w 1728164"/>
              <a:gd name="csY8088" fmla="*/ 1045132 h 1065273"/>
              <a:gd name="csX8089" fmla="*/ 1398053 w 1728164"/>
              <a:gd name="csY8089" fmla="*/ 1045176 h 1065273"/>
              <a:gd name="csX8090" fmla="*/ 1398222 w 1728164"/>
              <a:gd name="csY8090" fmla="*/ 1045221 h 1065273"/>
              <a:gd name="csX8091" fmla="*/ 1398400 w 1728164"/>
              <a:gd name="csY8091" fmla="*/ 1045265 h 1065273"/>
              <a:gd name="csX8092" fmla="*/ 1398569 w 1728164"/>
              <a:gd name="csY8092" fmla="*/ 1045310 h 1065273"/>
              <a:gd name="csX8093" fmla="*/ 1398747 w 1728164"/>
              <a:gd name="csY8093" fmla="*/ 1045354 h 1065273"/>
              <a:gd name="csX8094" fmla="*/ 1398916 w 1728164"/>
              <a:gd name="csY8094" fmla="*/ 1045399 h 1065273"/>
              <a:gd name="csX8095" fmla="*/ 1399085 w 1728164"/>
              <a:gd name="csY8095" fmla="*/ 1045443 h 1065273"/>
              <a:gd name="csX8096" fmla="*/ 1399263 w 1728164"/>
              <a:gd name="csY8096" fmla="*/ 1045488 h 1065273"/>
              <a:gd name="csX8097" fmla="*/ 1399432 w 1728164"/>
              <a:gd name="csY8097" fmla="*/ 1045532 h 1065273"/>
              <a:gd name="csX8098" fmla="*/ 1399610 w 1728164"/>
              <a:gd name="csY8098" fmla="*/ 1045577 h 1065273"/>
              <a:gd name="csX8099" fmla="*/ 1399779 w 1728164"/>
              <a:gd name="csY8099" fmla="*/ 1045612 h 1065273"/>
              <a:gd name="csX8100" fmla="*/ 1399957 w 1728164"/>
              <a:gd name="csY8100" fmla="*/ 1045657 h 1065273"/>
              <a:gd name="csX8101" fmla="*/ 1400126 w 1728164"/>
              <a:gd name="csY8101" fmla="*/ 1045701 h 1065273"/>
              <a:gd name="csX8102" fmla="*/ 1400295 w 1728164"/>
              <a:gd name="csY8102" fmla="*/ 1045746 h 1065273"/>
              <a:gd name="csX8103" fmla="*/ 1400473 w 1728164"/>
              <a:gd name="csY8103" fmla="*/ 1045790 h 1065273"/>
              <a:gd name="csX8104" fmla="*/ 1400642 w 1728164"/>
              <a:gd name="csY8104" fmla="*/ 1045835 h 1065273"/>
              <a:gd name="csX8105" fmla="*/ 1400820 w 1728164"/>
              <a:gd name="csY8105" fmla="*/ 1045879 h 1065273"/>
              <a:gd name="csX8106" fmla="*/ 1400989 w 1728164"/>
              <a:gd name="csY8106" fmla="*/ 1045915 h 1065273"/>
              <a:gd name="csX8107" fmla="*/ 1401167 w 1728164"/>
              <a:gd name="csY8107" fmla="*/ 1045959 h 1065273"/>
              <a:gd name="csX8108" fmla="*/ 1401336 w 1728164"/>
              <a:gd name="csY8108" fmla="*/ 1046004 h 1065273"/>
              <a:gd name="csX8109" fmla="*/ 1401505 w 1728164"/>
              <a:gd name="csY8109" fmla="*/ 1046048 h 1065273"/>
              <a:gd name="csX8110" fmla="*/ 1401683 w 1728164"/>
              <a:gd name="csY8110" fmla="*/ 1046093 h 1065273"/>
              <a:gd name="csX8111" fmla="*/ 1401852 w 1728164"/>
              <a:gd name="csY8111" fmla="*/ 1046128 h 1065273"/>
              <a:gd name="csX8112" fmla="*/ 1402030 w 1728164"/>
              <a:gd name="csY8112" fmla="*/ 1046173 h 1065273"/>
              <a:gd name="csX8113" fmla="*/ 1402199 w 1728164"/>
              <a:gd name="csY8113" fmla="*/ 1046217 h 1065273"/>
              <a:gd name="csX8114" fmla="*/ 1402377 w 1728164"/>
              <a:gd name="csY8114" fmla="*/ 1046262 h 1065273"/>
              <a:gd name="csX8115" fmla="*/ 1402546 w 1728164"/>
              <a:gd name="csY8115" fmla="*/ 1046297 h 1065273"/>
              <a:gd name="csX8116" fmla="*/ 1402715 w 1728164"/>
              <a:gd name="csY8116" fmla="*/ 1046342 h 1065273"/>
              <a:gd name="csX8117" fmla="*/ 1402893 w 1728164"/>
              <a:gd name="csY8117" fmla="*/ 1046386 h 1065273"/>
              <a:gd name="csX8118" fmla="*/ 1403062 w 1728164"/>
              <a:gd name="csY8118" fmla="*/ 1046431 h 1065273"/>
              <a:gd name="csX8119" fmla="*/ 1403240 w 1728164"/>
              <a:gd name="csY8119" fmla="*/ 1046466 h 1065273"/>
              <a:gd name="csX8120" fmla="*/ 1403409 w 1728164"/>
              <a:gd name="csY8120" fmla="*/ 1046511 h 1065273"/>
              <a:gd name="csX8121" fmla="*/ 1403587 w 1728164"/>
              <a:gd name="csY8121" fmla="*/ 1046555 h 1065273"/>
              <a:gd name="csX8122" fmla="*/ 1403756 w 1728164"/>
              <a:gd name="csY8122" fmla="*/ 1046591 h 1065273"/>
              <a:gd name="csX8123" fmla="*/ 1403925 w 1728164"/>
              <a:gd name="csY8123" fmla="*/ 1046635 h 1065273"/>
              <a:gd name="csX8124" fmla="*/ 1404103 w 1728164"/>
              <a:gd name="csY8124" fmla="*/ 1046680 h 1065273"/>
              <a:gd name="csX8125" fmla="*/ 1404272 w 1728164"/>
              <a:gd name="csY8125" fmla="*/ 1046715 h 1065273"/>
              <a:gd name="csX8126" fmla="*/ 1404450 w 1728164"/>
              <a:gd name="csY8126" fmla="*/ 1046760 h 1065273"/>
              <a:gd name="csX8127" fmla="*/ 1404619 w 1728164"/>
              <a:gd name="csY8127" fmla="*/ 1046804 h 1065273"/>
              <a:gd name="csX8128" fmla="*/ 1404797 w 1728164"/>
              <a:gd name="csY8128" fmla="*/ 1046840 h 1065273"/>
              <a:gd name="csX8129" fmla="*/ 1404966 w 1728164"/>
              <a:gd name="csY8129" fmla="*/ 1046884 h 1065273"/>
              <a:gd name="csX8130" fmla="*/ 1405135 w 1728164"/>
              <a:gd name="csY8130" fmla="*/ 1046920 h 1065273"/>
              <a:gd name="csX8131" fmla="*/ 1405313 w 1728164"/>
              <a:gd name="csY8131" fmla="*/ 1046965 h 1065273"/>
              <a:gd name="csX8132" fmla="*/ 1405482 w 1728164"/>
              <a:gd name="csY8132" fmla="*/ 1047009 h 1065273"/>
              <a:gd name="csX8133" fmla="*/ 1405660 w 1728164"/>
              <a:gd name="csY8133" fmla="*/ 1047045 h 1065273"/>
              <a:gd name="csX8134" fmla="*/ 1405829 w 1728164"/>
              <a:gd name="csY8134" fmla="*/ 1047089 h 1065273"/>
              <a:gd name="csX8135" fmla="*/ 1406007 w 1728164"/>
              <a:gd name="csY8135" fmla="*/ 1047125 h 1065273"/>
              <a:gd name="csX8136" fmla="*/ 1406176 w 1728164"/>
              <a:gd name="csY8136" fmla="*/ 1047169 h 1065273"/>
              <a:gd name="csX8137" fmla="*/ 1406345 w 1728164"/>
              <a:gd name="csY8137" fmla="*/ 1047205 h 1065273"/>
              <a:gd name="csX8138" fmla="*/ 1406523 w 1728164"/>
              <a:gd name="csY8138" fmla="*/ 1047249 h 1065273"/>
              <a:gd name="csX8139" fmla="*/ 1406692 w 1728164"/>
              <a:gd name="csY8139" fmla="*/ 1047285 h 1065273"/>
              <a:gd name="csX8140" fmla="*/ 1406870 w 1728164"/>
              <a:gd name="csY8140" fmla="*/ 1047329 h 1065273"/>
              <a:gd name="csX8141" fmla="*/ 1407039 w 1728164"/>
              <a:gd name="csY8141" fmla="*/ 1047374 h 1065273"/>
              <a:gd name="csX8142" fmla="*/ 1407216 w 1728164"/>
              <a:gd name="csY8142" fmla="*/ 1047409 h 1065273"/>
              <a:gd name="csX8143" fmla="*/ 1407386 w 1728164"/>
              <a:gd name="csY8143" fmla="*/ 1047445 h 1065273"/>
              <a:gd name="csX8144" fmla="*/ 1407555 w 1728164"/>
              <a:gd name="csY8144" fmla="*/ 1047489 h 1065273"/>
              <a:gd name="csX8145" fmla="*/ 1407733 w 1728164"/>
              <a:gd name="csY8145" fmla="*/ 1047525 h 1065273"/>
              <a:gd name="csX8146" fmla="*/ 1407902 w 1728164"/>
              <a:gd name="csY8146" fmla="*/ 1047570 h 1065273"/>
              <a:gd name="csX8147" fmla="*/ 1408079 w 1728164"/>
              <a:gd name="csY8147" fmla="*/ 1047605 h 1065273"/>
              <a:gd name="csX8148" fmla="*/ 1408249 w 1728164"/>
              <a:gd name="csY8148" fmla="*/ 1047650 h 1065273"/>
              <a:gd name="csX8149" fmla="*/ 1408426 w 1728164"/>
              <a:gd name="csY8149" fmla="*/ 1047685 h 1065273"/>
              <a:gd name="csX8150" fmla="*/ 1408595 w 1728164"/>
              <a:gd name="csY8150" fmla="*/ 1047730 h 1065273"/>
              <a:gd name="csX8151" fmla="*/ 1408764 w 1728164"/>
              <a:gd name="csY8151" fmla="*/ 1047765 h 1065273"/>
              <a:gd name="csX8152" fmla="*/ 1408942 w 1728164"/>
              <a:gd name="csY8152" fmla="*/ 1047810 h 1065273"/>
              <a:gd name="csX8153" fmla="*/ 1409111 w 1728164"/>
              <a:gd name="csY8153" fmla="*/ 1047845 h 1065273"/>
              <a:gd name="csX8154" fmla="*/ 1409289 w 1728164"/>
              <a:gd name="csY8154" fmla="*/ 1047881 h 1065273"/>
              <a:gd name="csX8155" fmla="*/ 1409458 w 1728164"/>
              <a:gd name="csY8155" fmla="*/ 1047925 h 1065273"/>
              <a:gd name="csX8156" fmla="*/ 1409636 w 1728164"/>
              <a:gd name="csY8156" fmla="*/ 1047961 h 1065273"/>
              <a:gd name="csX8157" fmla="*/ 1409805 w 1728164"/>
              <a:gd name="csY8157" fmla="*/ 1047997 h 1065273"/>
              <a:gd name="csX8158" fmla="*/ 1409974 w 1728164"/>
              <a:gd name="csY8158" fmla="*/ 1048041 h 1065273"/>
              <a:gd name="csX8159" fmla="*/ 1410152 w 1728164"/>
              <a:gd name="csY8159" fmla="*/ 1048077 h 1065273"/>
              <a:gd name="csX8160" fmla="*/ 1410321 w 1728164"/>
              <a:gd name="csY8160" fmla="*/ 1048112 h 1065273"/>
              <a:gd name="csX8161" fmla="*/ 1410499 w 1728164"/>
              <a:gd name="csY8161" fmla="*/ 1048157 h 1065273"/>
              <a:gd name="csX8162" fmla="*/ 1410668 w 1728164"/>
              <a:gd name="csY8162" fmla="*/ 1048192 h 1065273"/>
              <a:gd name="csX8163" fmla="*/ 1410846 w 1728164"/>
              <a:gd name="csY8163" fmla="*/ 1048228 h 1065273"/>
              <a:gd name="csX8164" fmla="*/ 1411015 w 1728164"/>
              <a:gd name="csY8164" fmla="*/ 1048272 h 1065273"/>
              <a:gd name="csX8165" fmla="*/ 1411184 w 1728164"/>
              <a:gd name="csY8165" fmla="*/ 1048308 h 1065273"/>
              <a:gd name="csX8166" fmla="*/ 1411362 w 1728164"/>
              <a:gd name="csY8166" fmla="*/ 1048343 h 1065273"/>
              <a:gd name="csX8167" fmla="*/ 1411531 w 1728164"/>
              <a:gd name="csY8167" fmla="*/ 1048388 h 1065273"/>
              <a:gd name="csX8168" fmla="*/ 1411709 w 1728164"/>
              <a:gd name="csY8168" fmla="*/ 1048424 h 1065273"/>
              <a:gd name="csX8169" fmla="*/ 1411878 w 1728164"/>
              <a:gd name="csY8169" fmla="*/ 1048459 h 1065273"/>
              <a:gd name="csX8170" fmla="*/ 1412056 w 1728164"/>
              <a:gd name="csY8170" fmla="*/ 1048495 h 1065273"/>
              <a:gd name="csX8171" fmla="*/ 1412225 w 1728164"/>
              <a:gd name="csY8171" fmla="*/ 1048539 h 1065273"/>
              <a:gd name="csX8172" fmla="*/ 1412394 w 1728164"/>
              <a:gd name="csY8172" fmla="*/ 1048575 h 1065273"/>
              <a:gd name="csX8173" fmla="*/ 1412572 w 1728164"/>
              <a:gd name="csY8173" fmla="*/ 1048610 h 1065273"/>
              <a:gd name="csX8174" fmla="*/ 1412741 w 1728164"/>
              <a:gd name="csY8174" fmla="*/ 1048646 h 1065273"/>
              <a:gd name="csX8175" fmla="*/ 1412919 w 1728164"/>
              <a:gd name="csY8175" fmla="*/ 1048691 h 1065273"/>
              <a:gd name="csX8176" fmla="*/ 1413088 w 1728164"/>
              <a:gd name="csY8176" fmla="*/ 1048726 h 1065273"/>
              <a:gd name="csX8177" fmla="*/ 1413257 w 1728164"/>
              <a:gd name="csY8177" fmla="*/ 1048762 h 1065273"/>
              <a:gd name="csX8178" fmla="*/ 1413435 w 1728164"/>
              <a:gd name="csY8178" fmla="*/ 1048797 h 1065273"/>
              <a:gd name="csX8179" fmla="*/ 1413604 w 1728164"/>
              <a:gd name="csY8179" fmla="*/ 1048833 h 1065273"/>
              <a:gd name="csX8180" fmla="*/ 1413782 w 1728164"/>
              <a:gd name="csY8180" fmla="*/ 1048877 h 1065273"/>
              <a:gd name="csX8181" fmla="*/ 1413951 w 1728164"/>
              <a:gd name="csY8181" fmla="*/ 1048913 h 1065273"/>
              <a:gd name="csX8182" fmla="*/ 1414129 w 1728164"/>
              <a:gd name="csY8182" fmla="*/ 1048948 h 1065273"/>
              <a:gd name="csX8183" fmla="*/ 1414298 w 1728164"/>
              <a:gd name="csY8183" fmla="*/ 1048984 h 1065273"/>
              <a:gd name="csX8184" fmla="*/ 1414467 w 1728164"/>
              <a:gd name="csY8184" fmla="*/ 1049020 h 1065273"/>
              <a:gd name="csX8185" fmla="*/ 1414645 w 1728164"/>
              <a:gd name="csY8185" fmla="*/ 1049055 h 1065273"/>
              <a:gd name="csX8186" fmla="*/ 1414814 w 1728164"/>
              <a:gd name="csY8186" fmla="*/ 1049091 h 1065273"/>
              <a:gd name="csX8187" fmla="*/ 1414992 w 1728164"/>
              <a:gd name="csY8187" fmla="*/ 1049135 h 1065273"/>
              <a:gd name="csX8188" fmla="*/ 1415161 w 1728164"/>
              <a:gd name="csY8188" fmla="*/ 1049171 h 1065273"/>
              <a:gd name="csX8189" fmla="*/ 1415339 w 1728164"/>
              <a:gd name="csY8189" fmla="*/ 1049206 h 1065273"/>
              <a:gd name="csX8190" fmla="*/ 1415508 w 1728164"/>
              <a:gd name="csY8190" fmla="*/ 1049242 h 1065273"/>
              <a:gd name="csX8191" fmla="*/ 1415677 w 1728164"/>
              <a:gd name="csY8191" fmla="*/ 1049278 h 1065273"/>
              <a:gd name="csX8192" fmla="*/ 1415855 w 1728164"/>
              <a:gd name="csY8192" fmla="*/ 1049313 h 1065273"/>
              <a:gd name="csX8193" fmla="*/ 1416024 w 1728164"/>
              <a:gd name="csY8193" fmla="*/ 1049349 h 1065273"/>
              <a:gd name="csX8194" fmla="*/ 1416202 w 1728164"/>
              <a:gd name="csY8194" fmla="*/ 1049384 h 1065273"/>
              <a:gd name="csX8195" fmla="*/ 1416371 w 1728164"/>
              <a:gd name="csY8195" fmla="*/ 1049420 h 1065273"/>
              <a:gd name="csX8196" fmla="*/ 1416549 w 1728164"/>
              <a:gd name="csY8196" fmla="*/ 1049456 h 1065273"/>
              <a:gd name="csX8197" fmla="*/ 1416718 w 1728164"/>
              <a:gd name="csY8197" fmla="*/ 1049491 h 1065273"/>
              <a:gd name="csX8198" fmla="*/ 1416887 w 1728164"/>
              <a:gd name="csY8198" fmla="*/ 1049527 h 1065273"/>
              <a:gd name="csX8199" fmla="*/ 1417065 w 1728164"/>
              <a:gd name="csY8199" fmla="*/ 1049562 h 1065273"/>
              <a:gd name="csX8200" fmla="*/ 1417234 w 1728164"/>
              <a:gd name="csY8200" fmla="*/ 1049598 h 1065273"/>
              <a:gd name="csX8201" fmla="*/ 1417412 w 1728164"/>
              <a:gd name="csY8201" fmla="*/ 1049633 h 1065273"/>
              <a:gd name="csX8202" fmla="*/ 1417581 w 1728164"/>
              <a:gd name="csY8202" fmla="*/ 1049669 h 1065273"/>
              <a:gd name="csX8203" fmla="*/ 1417759 w 1728164"/>
              <a:gd name="csY8203" fmla="*/ 1049705 h 1065273"/>
              <a:gd name="csX8204" fmla="*/ 1417928 w 1728164"/>
              <a:gd name="csY8204" fmla="*/ 1049740 h 1065273"/>
              <a:gd name="csX8205" fmla="*/ 1418097 w 1728164"/>
              <a:gd name="csY8205" fmla="*/ 1049776 h 1065273"/>
              <a:gd name="csX8206" fmla="*/ 1418275 w 1728164"/>
              <a:gd name="csY8206" fmla="*/ 1049811 h 1065273"/>
              <a:gd name="csX8207" fmla="*/ 1418444 w 1728164"/>
              <a:gd name="csY8207" fmla="*/ 1049847 h 1065273"/>
              <a:gd name="csX8208" fmla="*/ 1418622 w 1728164"/>
              <a:gd name="csY8208" fmla="*/ 1049883 h 1065273"/>
              <a:gd name="csX8209" fmla="*/ 1418791 w 1728164"/>
              <a:gd name="csY8209" fmla="*/ 1049918 h 1065273"/>
              <a:gd name="csX8210" fmla="*/ 1418969 w 1728164"/>
              <a:gd name="csY8210" fmla="*/ 1049954 h 1065273"/>
              <a:gd name="csX8211" fmla="*/ 1419138 w 1728164"/>
              <a:gd name="csY8211" fmla="*/ 1049989 h 1065273"/>
              <a:gd name="csX8212" fmla="*/ 1419307 w 1728164"/>
              <a:gd name="csY8212" fmla="*/ 1050025 h 1065273"/>
              <a:gd name="csX8213" fmla="*/ 1419485 w 1728164"/>
              <a:gd name="csY8213" fmla="*/ 1050060 h 1065273"/>
              <a:gd name="csX8214" fmla="*/ 1419654 w 1728164"/>
              <a:gd name="csY8214" fmla="*/ 1050096 h 1065273"/>
              <a:gd name="csX8215" fmla="*/ 1419832 w 1728164"/>
              <a:gd name="csY8215" fmla="*/ 1050123 h 1065273"/>
              <a:gd name="csX8216" fmla="*/ 1420001 w 1728164"/>
              <a:gd name="csY8216" fmla="*/ 1050158 h 1065273"/>
              <a:gd name="csX8217" fmla="*/ 1420179 w 1728164"/>
              <a:gd name="csY8217" fmla="*/ 1050194 h 1065273"/>
              <a:gd name="csX8218" fmla="*/ 1420348 w 1728164"/>
              <a:gd name="csY8218" fmla="*/ 1050230 h 1065273"/>
              <a:gd name="csX8219" fmla="*/ 1420517 w 1728164"/>
              <a:gd name="csY8219" fmla="*/ 1050265 h 1065273"/>
              <a:gd name="csX8220" fmla="*/ 1420695 w 1728164"/>
              <a:gd name="csY8220" fmla="*/ 1050301 h 1065273"/>
              <a:gd name="csX8221" fmla="*/ 1420864 w 1728164"/>
              <a:gd name="csY8221" fmla="*/ 1050336 h 1065273"/>
              <a:gd name="csX8222" fmla="*/ 1421042 w 1728164"/>
              <a:gd name="csY8222" fmla="*/ 1050363 h 1065273"/>
              <a:gd name="csX8223" fmla="*/ 1421211 w 1728164"/>
              <a:gd name="csY8223" fmla="*/ 1050399 h 1065273"/>
              <a:gd name="csX8224" fmla="*/ 1421389 w 1728164"/>
              <a:gd name="csY8224" fmla="*/ 1050434 h 1065273"/>
              <a:gd name="csX8225" fmla="*/ 1421558 w 1728164"/>
              <a:gd name="csY8225" fmla="*/ 1050470 h 1065273"/>
              <a:gd name="csX8226" fmla="*/ 1421727 w 1728164"/>
              <a:gd name="csY8226" fmla="*/ 1050505 h 1065273"/>
              <a:gd name="csX8227" fmla="*/ 1421905 w 1728164"/>
              <a:gd name="csY8227" fmla="*/ 1050541 h 1065273"/>
              <a:gd name="csX8228" fmla="*/ 1422074 w 1728164"/>
              <a:gd name="csY8228" fmla="*/ 1050568 h 1065273"/>
              <a:gd name="csX8229" fmla="*/ 1422252 w 1728164"/>
              <a:gd name="csY8229" fmla="*/ 1050603 h 1065273"/>
              <a:gd name="csX8230" fmla="*/ 1422421 w 1728164"/>
              <a:gd name="csY8230" fmla="*/ 1050639 h 1065273"/>
              <a:gd name="csX8231" fmla="*/ 1422598 w 1728164"/>
              <a:gd name="csY8231" fmla="*/ 1050674 h 1065273"/>
              <a:gd name="csX8232" fmla="*/ 1422767 w 1728164"/>
              <a:gd name="csY8232" fmla="*/ 1050701 h 1065273"/>
              <a:gd name="csX8233" fmla="*/ 1422937 w 1728164"/>
              <a:gd name="csY8233" fmla="*/ 1050737 h 1065273"/>
              <a:gd name="csX8234" fmla="*/ 1423114 w 1728164"/>
              <a:gd name="csY8234" fmla="*/ 1050772 h 1065273"/>
              <a:gd name="csX8235" fmla="*/ 1423284 w 1728164"/>
              <a:gd name="csY8235" fmla="*/ 1050808 h 1065273"/>
              <a:gd name="csX8236" fmla="*/ 1423461 w 1728164"/>
              <a:gd name="csY8236" fmla="*/ 1050834 h 1065273"/>
              <a:gd name="csX8237" fmla="*/ 1423631 w 1728164"/>
              <a:gd name="csY8237" fmla="*/ 1050870 h 1065273"/>
              <a:gd name="csX8238" fmla="*/ 1423808 w 1728164"/>
              <a:gd name="csY8238" fmla="*/ 1050906 h 1065273"/>
              <a:gd name="csX8239" fmla="*/ 1423977 w 1728164"/>
              <a:gd name="csY8239" fmla="*/ 1050941 h 1065273"/>
              <a:gd name="csX8240" fmla="*/ 1424146 w 1728164"/>
              <a:gd name="csY8240" fmla="*/ 1050968 h 1065273"/>
              <a:gd name="csX8241" fmla="*/ 1424324 w 1728164"/>
              <a:gd name="csY8241" fmla="*/ 1051004 h 1065273"/>
              <a:gd name="csX8242" fmla="*/ 1424493 w 1728164"/>
              <a:gd name="csY8242" fmla="*/ 1051039 h 1065273"/>
              <a:gd name="csX8243" fmla="*/ 1424671 w 1728164"/>
              <a:gd name="csY8243" fmla="*/ 1051066 h 1065273"/>
              <a:gd name="csX8244" fmla="*/ 1424840 w 1728164"/>
              <a:gd name="csY8244" fmla="*/ 1051101 h 1065273"/>
              <a:gd name="csX8245" fmla="*/ 1425018 w 1728164"/>
              <a:gd name="csY8245" fmla="*/ 1051137 h 1065273"/>
              <a:gd name="csX8246" fmla="*/ 1425187 w 1728164"/>
              <a:gd name="csY8246" fmla="*/ 1051164 h 1065273"/>
              <a:gd name="csX8247" fmla="*/ 1425356 w 1728164"/>
              <a:gd name="csY8247" fmla="*/ 1051199 h 1065273"/>
              <a:gd name="csX8248" fmla="*/ 1425534 w 1728164"/>
              <a:gd name="csY8248" fmla="*/ 1051235 h 1065273"/>
              <a:gd name="csX8249" fmla="*/ 1425703 w 1728164"/>
              <a:gd name="csY8249" fmla="*/ 1051262 h 1065273"/>
              <a:gd name="csX8250" fmla="*/ 1425881 w 1728164"/>
              <a:gd name="csY8250" fmla="*/ 1051297 h 1065273"/>
              <a:gd name="csX8251" fmla="*/ 1426050 w 1728164"/>
              <a:gd name="csY8251" fmla="*/ 1051324 h 1065273"/>
              <a:gd name="csX8252" fmla="*/ 1426228 w 1728164"/>
              <a:gd name="csY8252" fmla="*/ 1051359 h 1065273"/>
              <a:gd name="csX8253" fmla="*/ 1426397 w 1728164"/>
              <a:gd name="csY8253" fmla="*/ 1051395 h 1065273"/>
              <a:gd name="csX8254" fmla="*/ 1426566 w 1728164"/>
              <a:gd name="csY8254" fmla="*/ 1051422 h 1065273"/>
              <a:gd name="csX8255" fmla="*/ 1426744 w 1728164"/>
              <a:gd name="csY8255" fmla="*/ 1051457 h 1065273"/>
              <a:gd name="csX8256" fmla="*/ 1426913 w 1728164"/>
              <a:gd name="csY8256" fmla="*/ 1051484 h 1065273"/>
              <a:gd name="csX8257" fmla="*/ 1427091 w 1728164"/>
              <a:gd name="csY8257" fmla="*/ 1051520 h 1065273"/>
              <a:gd name="csX8258" fmla="*/ 1427260 w 1728164"/>
              <a:gd name="csY8258" fmla="*/ 1051555 h 1065273"/>
              <a:gd name="csX8259" fmla="*/ 1427438 w 1728164"/>
              <a:gd name="csY8259" fmla="*/ 1051582 h 1065273"/>
              <a:gd name="csX8260" fmla="*/ 1427607 w 1728164"/>
              <a:gd name="csY8260" fmla="*/ 1051617 h 1065273"/>
              <a:gd name="csX8261" fmla="*/ 1427776 w 1728164"/>
              <a:gd name="csY8261" fmla="*/ 1051644 h 1065273"/>
              <a:gd name="csX8262" fmla="*/ 1427954 w 1728164"/>
              <a:gd name="csY8262" fmla="*/ 1051680 h 1065273"/>
              <a:gd name="csX8263" fmla="*/ 1428123 w 1728164"/>
              <a:gd name="csY8263" fmla="*/ 1051706 h 1065273"/>
              <a:gd name="csX8264" fmla="*/ 1428301 w 1728164"/>
              <a:gd name="csY8264" fmla="*/ 1051742 h 1065273"/>
              <a:gd name="csX8265" fmla="*/ 1428470 w 1728164"/>
              <a:gd name="csY8265" fmla="*/ 1051769 h 1065273"/>
              <a:gd name="csX8266" fmla="*/ 1428648 w 1728164"/>
              <a:gd name="csY8266" fmla="*/ 1051804 h 1065273"/>
              <a:gd name="csX8267" fmla="*/ 1428817 w 1728164"/>
              <a:gd name="csY8267" fmla="*/ 1051831 h 1065273"/>
              <a:gd name="csX8268" fmla="*/ 1428986 w 1728164"/>
              <a:gd name="csY8268" fmla="*/ 1051866 h 1065273"/>
              <a:gd name="csX8269" fmla="*/ 1429164 w 1728164"/>
              <a:gd name="csY8269" fmla="*/ 1051893 h 1065273"/>
              <a:gd name="csX8270" fmla="*/ 1429333 w 1728164"/>
              <a:gd name="csY8270" fmla="*/ 1051929 h 1065273"/>
              <a:gd name="csX8271" fmla="*/ 1429511 w 1728164"/>
              <a:gd name="csY8271" fmla="*/ 1051955 h 1065273"/>
              <a:gd name="csX8272" fmla="*/ 1429680 w 1728164"/>
              <a:gd name="csY8272" fmla="*/ 1051991 h 1065273"/>
              <a:gd name="csX8273" fmla="*/ 1429858 w 1728164"/>
              <a:gd name="csY8273" fmla="*/ 1052018 h 1065273"/>
              <a:gd name="csX8274" fmla="*/ 1430027 w 1728164"/>
              <a:gd name="csY8274" fmla="*/ 1052053 h 1065273"/>
              <a:gd name="csX8275" fmla="*/ 1430196 w 1728164"/>
              <a:gd name="csY8275" fmla="*/ 1052080 h 1065273"/>
              <a:gd name="csX8276" fmla="*/ 1430374 w 1728164"/>
              <a:gd name="csY8276" fmla="*/ 1052107 h 1065273"/>
              <a:gd name="csX8277" fmla="*/ 1430543 w 1728164"/>
              <a:gd name="csY8277" fmla="*/ 1052142 h 1065273"/>
              <a:gd name="csX8278" fmla="*/ 1430721 w 1728164"/>
              <a:gd name="csY8278" fmla="*/ 1052169 h 1065273"/>
              <a:gd name="csX8279" fmla="*/ 1430890 w 1728164"/>
              <a:gd name="csY8279" fmla="*/ 1052205 h 1065273"/>
              <a:gd name="csX8280" fmla="*/ 1431068 w 1728164"/>
              <a:gd name="csY8280" fmla="*/ 1052231 h 1065273"/>
              <a:gd name="csX8281" fmla="*/ 1431237 w 1728164"/>
              <a:gd name="csY8281" fmla="*/ 1052267 h 1065273"/>
              <a:gd name="csX8282" fmla="*/ 1431406 w 1728164"/>
              <a:gd name="csY8282" fmla="*/ 1052293 h 1065273"/>
              <a:gd name="csX8283" fmla="*/ 1431584 w 1728164"/>
              <a:gd name="csY8283" fmla="*/ 1052320 h 1065273"/>
              <a:gd name="csX8284" fmla="*/ 1431753 w 1728164"/>
              <a:gd name="csY8284" fmla="*/ 1052356 h 1065273"/>
              <a:gd name="csX8285" fmla="*/ 1431931 w 1728164"/>
              <a:gd name="csY8285" fmla="*/ 1052382 h 1065273"/>
              <a:gd name="csX8286" fmla="*/ 1432100 w 1728164"/>
              <a:gd name="csY8286" fmla="*/ 1052409 h 1065273"/>
              <a:gd name="csX8287" fmla="*/ 1432269 w 1728164"/>
              <a:gd name="csY8287" fmla="*/ 1052445 h 1065273"/>
              <a:gd name="csX8288" fmla="*/ 1432447 w 1728164"/>
              <a:gd name="csY8288" fmla="*/ 1052471 h 1065273"/>
              <a:gd name="csX8289" fmla="*/ 1432616 w 1728164"/>
              <a:gd name="csY8289" fmla="*/ 1052498 h 1065273"/>
              <a:gd name="csX8290" fmla="*/ 1432794 w 1728164"/>
              <a:gd name="csY8290" fmla="*/ 1052534 h 1065273"/>
              <a:gd name="csX8291" fmla="*/ 1432963 w 1728164"/>
              <a:gd name="csY8291" fmla="*/ 1052560 h 1065273"/>
              <a:gd name="csX8292" fmla="*/ 1433141 w 1728164"/>
              <a:gd name="csY8292" fmla="*/ 1052587 h 1065273"/>
              <a:gd name="csX8293" fmla="*/ 1433310 w 1728164"/>
              <a:gd name="csY8293" fmla="*/ 1052623 h 1065273"/>
              <a:gd name="csX8294" fmla="*/ 1433479 w 1728164"/>
              <a:gd name="csY8294" fmla="*/ 1052649 h 1065273"/>
              <a:gd name="csX8295" fmla="*/ 1433657 w 1728164"/>
              <a:gd name="csY8295" fmla="*/ 1052676 h 1065273"/>
              <a:gd name="csX8296" fmla="*/ 1433826 w 1728164"/>
              <a:gd name="csY8296" fmla="*/ 1052712 h 1065273"/>
              <a:gd name="csX8297" fmla="*/ 1434004 w 1728164"/>
              <a:gd name="csY8297" fmla="*/ 1052738 h 1065273"/>
              <a:gd name="csX8298" fmla="*/ 1434173 w 1728164"/>
              <a:gd name="csY8298" fmla="*/ 1052765 h 1065273"/>
              <a:gd name="csX8299" fmla="*/ 1434351 w 1728164"/>
              <a:gd name="csY8299" fmla="*/ 1052801 h 1065273"/>
              <a:gd name="csX8300" fmla="*/ 1434520 w 1728164"/>
              <a:gd name="csY8300" fmla="*/ 1052827 h 1065273"/>
              <a:gd name="csX8301" fmla="*/ 1434689 w 1728164"/>
              <a:gd name="csY8301" fmla="*/ 1052854 h 1065273"/>
              <a:gd name="csX8302" fmla="*/ 1434867 w 1728164"/>
              <a:gd name="csY8302" fmla="*/ 1052881 h 1065273"/>
              <a:gd name="csX8303" fmla="*/ 1435036 w 1728164"/>
              <a:gd name="csY8303" fmla="*/ 1052916 h 1065273"/>
              <a:gd name="csX8304" fmla="*/ 1435214 w 1728164"/>
              <a:gd name="csY8304" fmla="*/ 1052943 h 1065273"/>
              <a:gd name="csX8305" fmla="*/ 1435383 w 1728164"/>
              <a:gd name="csY8305" fmla="*/ 1052970 h 1065273"/>
              <a:gd name="csX8306" fmla="*/ 1435561 w 1728164"/>
              <a:gd name="csY8306" fmla="*/ 1052996 h 1065273"/>
              <a:gd name="csX8307" fmla="*/ 1435730 w 1728164"/>
              <a:gd name="csY8307" fmla="*/ 1053032 h 1065273"/>
              <a:gd name="csX8308" fmla="*/ 1435899 w 1728164"/>
              <a:gd name="csY8308" fmla="*/ 1053059 h 1065273"/>
              <a:gd name="csX8309" fmla="*/ 1436077 w 1728164"/>
              <a:gd name="csY8309" fmla="*/ 1053085 h 1065273"/>
              <a:gd name="csX8310" fmla="*/ 1436246 w 1728164"/>
              <a:gd name="csY8310" fmla="*/ 1053112 h 1065273"/>
              <a:gd name="csX8311" fmla="*/ 1436424 w 1728164"/>
              <a:gd name="csY8311" fmla="*/ 1053139 h 1065273"/>
              <a:gd name="csX8312" fmla="*/ 1436593 w 1728164"/>
              <a:gd name="csY8312" fmla="*/ 1053174 h 1065273"/>
              <a:gd name="csX8313" fmla="*/ 1436770 w 1728164"/>
              <a:gd name="csY8313" fmla="*/ 1053201 h 1065273"/>
              <a:gd name="csX8314" fmla="*/ 1436940 w 1728164"/>
              <a:gd name="csY8314" fmla="*/ 1053228 h 1065273"/>
              <a:gd name="csX8315" fmla="*/ 1437109 w 1728164"/>
              <a:gd name="csY8315" fmla="*/ 1053254 h 1065273"/>
              <a:gd name="csX8316" fmla="*/ 1437287 w 1728164"/>
              <a:gd name="csY8316" fmla="*/ 1053281 h 1065273"/>
              <a:gd name="csX8317" fmla="*/ 1437456 w 1728164"/>
              <a:gd name="csY8317" fmla="*/ 1053308 h 1065273"/>
              <a:gd name="csX8318" fmla="*/ 1437634 w 1728164"/>
              <a:gd name="csY8318" fmla="*/ 1053343 h 1065273"/>
              <a:gd name="csX8319" fmla="*/ 1437802 w 1728164"/>
              <a:gd name="csY8319" fmla="*/ 1053370 h 1065273"/>
              <a:gd name="csX8320" fmla="*/ 1437980 w 1728164"/>
              <a:gd name="csY8320" fmla="*/ 1053397 h 1065273"/>
              <a:gd name="csX8321" fmla="*/ 1438149 w 1728164"/>
              <a:gd name="csY8321" fmla="*/ 1053423 h 1065273"/>
              <a:gd name="csX8322" fmla="*/ 1438319 w 1728164"/>
              <a:gd name="csY8322" fmla="*/ 1053450 h 1065273"/>
              <a:gd name="csX8323" fmla="*/ 1438496 w 1728164"/>
              <a:gd name="csY8323" fmla="*/ 1053477 h 1065273"/>
              <a:gd name="csX8324" fmla="*/ 1438665 w 1728164"/>
              <a:gd name="csY8324" fmla="*/ 1053503 h 1065273"/>
              <a:gd name="csX8325" fmla="*/ 1438843 w 1728164"/>
              <a:gd name="csY8325" fmla="*/ 1053530 h 1065273"/>
              <a:gd name="csX8326" fmla="*/ 1439012 w 1728164"/>
              <a:gd name="csY8326" fmla="*/ 1053566 h 1065273"/>
              <a:gd name="csX8327" fmla="*/ 1439190 w 1728164"/>
              <a:gd name="csY8327" fmla="*/ 1053592 h 1065273"/>
              <a:gd name="csX8328" fmla="*/ 1439359 w 1728164"/>
              <a:gd name="csY8328" fmla="*/ 1053619 h 1065273"/>
              <a:gd name="csX8329" fmla="*/ 1439528 w 1728164"/>
              <a:gd name="csY8329" fmla="*/ 1053646 h 1065273"/>
              <a:gd name="csX8330" fmla="*/ 1439706 w 1728164"/>
              <a:gd name="csY8330" fmla="*/ 1053672 h 1065273"/>
              <a:gd name="csX8331" fmla="*/ 1439875 w 1728164"/>
              <a:gd name="csY8331" fmla="*/ 1053699 h 1065273"/>
              <a:gd name="csX8332" fmla="*/ 1440053 w 1728164"/>
              <a:gd name="csY8332" fmla="*/ 1053726 h 1065273"/>
              <a:gd name="csX8333" fmla="*/ 1440222 w 1728164"/>
              <a:gd name="csY8333" fmla="*/ 1053753 h 1065273"/>
              <a:gd name="csX8334" fmla="*/ 1440400 w 1728164"/>
              <a:gd name="csY8334" fmla="*/ 1053779 h 1065273"/>
              <a:gd name="csX8335" fmla="*/ 1440569 w 1728164"/>
              <a:gd name="csY8335" fmla="*/ 1053806 h 1065273"/>
              <a:gd name="csX8336" fmla="*/ 1440738 w 1728164"/>
              <a:gd name="csY8336" fmla="*/ 1053833 h 1065273"/>
              <a:gd name="csX8337" fmla="*/ 1440916 w 1728164"/>
              <a:gd name="csY8337" fmla="*/ 1053859 h 1065273"/>
              <a:gd name="csX8338" fmla="*/ 1441085 w 1728164"/>
              <a:gd name="csY8338" fmla="*/ 1053886 h 1065273"/>
              <a:gd name="csX8339" fmla="*/ 1441263 w 1728164"/>
              <a:gd name="csY8339" fmla="*/ 1053913 h 1065273"/>
              <a:gd name="csX8340" fmla="*/ 1441432 w 1728164"/>
              <a:gd name="csY8340" fmla="*/ 1053939 h 1065273"/>
              <a:gd name="csX8341" fmla="*/ 1441610 w 1728164"/>
              <a:gd name="csY8341" fmla="*/ 1053966 h 1065273"/>
              <a:gd name="csX8342" fmla="*/ 1441779 w 1728164"/>
              <a:gd name="csY8342" fmla="*/ 1053993 h 1065273"/>
              <a:gd name="csX8343" fmla="*/ 1441948 w 1728164"/>
              <a:gd name="csY8343" fmla="*/ 1054019 h 1065273"/>
              <a:gd name="csX8344" fmla="*/ 1442126 w 1728164"/>
              <a:gd name="csY8344" fmla="*/ 1054046 h 1065273"/>
              <a:gd name="csX8345" fmla="*/ 1442295 w 1728164"/>
              <a:gd name="csY8345" fmla="*/ 1054073 h 1065273"/>
              <a:gd name="csX8346" fmla="*/ 1442473 w 1728164"/>
              <a:gd name="csY8346" fmla="*/ 1054100 h 1065273"/>
              <a:gd name="csX8347" fmla="*/ 1442642 w 1728164"/>
              <a:gd name="csY8347" fmla="*/ 1054126 h 1065273"/>
              <a:gd name="csX8348" fmla="*/ 1442820 w 1728164"/>
              <a:gd name="csY8348" fmla="*/ 1054153 h 1065273"/>
              <a:gd name="csX8349" fmla="*/ 1442989 w 1728164"/>
              <a:gd name="csY8349" fmla="*/ 1054180 h 1065273"/>
              <a:gd name="csX8350" fmla="*/ 1443158 w 1728164"/>
              <a:gd name="csY8350" fmla="*/ 1054206 h 1065273"/>
              <a:gd name="csX8351" fmla="*/ 1443336 w 1728164"/>
              <a:gd name="csY8351" fmla="*/ 1054233 h 1065273"/>
              <a:gd name="csX8352" fmla="*/ 1443505 w 1728164"/>
              <a:gd name="csY8352" fmla="*/ 1054260 h 1065273"/>
              <a:gd name="csX8353" fmla="*/ 1443683 w 1728164"/>
              <a:gd name="csY8353" fmla="*/ 1054286 h 1065273"/>
              <a:gd name="csX8354" fmla="*/ 1443852 w 1728164"/>
              <a:gd name="csY8354" fmla="*/ 1054313 h 1065273"/>
              <a:gd name="csX8355" fmla="*/ 1444030 w 1728164"/>
              <a:gd name="csY8355" fmla="*/ 1054340 h 1065273"/>
              <a:gd name="csX8356" fmla="*/ 1444199 w 1728164"/>
              <a:gd name="csY8356" fmla="*/ 1054366 h 1065273"/>
              <a:gd name="csX8357" fmla="*/ 1444368 w 1728164"/>
              <a:gd name="csY8357" fmla="*/ 1054384 h 1065273"/>
              <a:gd name="csX8358" fmla="*/ 1444546 w 1728164"/>
              <a:gd name="csY8358" fmla="*/ 1054411 h 1065273"/>
              <a:gd name="csX8359" fmla="*/ 1444715 w 1728164"/>
              <a:gd name="csY8359" fmla="*/ 1054438 h 1065273"/>
              <a:gd name="csX8360" fmla="*/ 1444893 w 1728164"/>
              <a:gd name="csY8360" fmla="*/ 1054464 h 1065273"/>
              <a:gd name="csX8361" fmla="*/ 1445062 w 1728164"/>
              <a:gd name="csY8361" fmla="*/ 1054491 h 1065273"/>
              <a:gd name="csX8362" fmla="*/ 1445240 w 1728164"/>
              <a:gd name="csY8362" fmla="*/ 1054518 h 1065273"/>
              <a:gd name="csX8363" fmla="*/ 1445409 w 1728164"/>
              <a:gd name="csY8363" fmla="*/ 1054544 h 1065273"/>
              <a:gd name="csX8364" fmla="*/ 1445578 w 1728164"/>
              <a:gd name="csY8364" fmla="*/ 1054571 h 1065273"/>
              <a:gd name="csX8365" fmla="*/ 1445756 w 1728164"/>
              <a:gd name="csY8365" fmla="*/ 1054589 h 1065273"/>
              <a:gd name="csX8366" fmla="*/ 1445925 w 1728164"/>
              <a:gd name="csY8366" fmla="*/ 1054615 h 1065273"/>
              <a:gd name="csX8367" fmla="*/ 1446103 w 1728164"/>
              <a:gd name="csY8367" fmla="*/ 1054642 h 1065273"/>
              <a:gd name="csX8368" fmla="*/ 1446272 w 1728164"/>
              <a:gd name="csY8368" fmla="*/ 1054669 h 1065273"/>
              <a:gd name="csX8369" fmla="*/ 1446450 w 1728164"/>
              <a:gd name="csY8369" fmla="*/ 1054696 h 1065273"/>
              <a:gd name="csX8370" fmla="*/ 1446619 w 1728164"/>
              <a:gd name="csY8370" fmla="*/ 1054722 h 1065273"/>
              <a:gd name="csX8371" fmla="*/ 1446788 w 1728164"/>
              <a:gd name="csY8371" fmla="*/ 1054740 h 1065273"/>
              <a:gd name="csX8372" fmla="*/ 1446966 w 1728164"/>
              <a:gd name="csY8372" fmla="*/ 1054767 h 1065273"/>
              <a:gd name="csX8373" fmla="*/ 1447135 w 1728164"/>
              <a:gd name="csY8373" fmla="*/ 1054793 h 1065273"/>
              <a:gd name="csX8374" fmla="*/ 1447313 w 1728164"/>
              <a:gd name="csY8374" fmla="*/ 1054820 h 1065273"/>
              <a:gd name="csX8375" fmla="*/ 1447482 w 1728164"/>
              <a:gd name="csY8375" fmla="*/ 1054847 h 1065273"/>
              <a:gd name="csX8376" fmla="*/ 1447660 w 1728164"/>
              <a:gd name="csY8376" fmla="*/ 1054865 h 1065273"/>
              <a:gd name="csX8377" fmla="*/ 1447829 w 1728164"/>
              <a:gd name="csY8377" fmla="*/ 1054891 h 1065273"/>
              <a:gd name="csX8378" fmla="*/ 1447998 w 1728164"/>
              <a:gd name="csY8378" fmla="*/ 1054918 h 1065273"/>
              <a:gd name="csX8379" fmla="*/ 1448176 w 1728164"/>
              <a:gd name="csY8379" fmla="*/ 1054945 h 1065273"/>
              <a:gd name="csX8380" fmla="*/ 1448345 w 1728164"/>
              <a:gd name="csY8380" fmla="*/ 1054971 h 1065273"/>
              <a:gd name="csX8381" fmla="*/ 1448523 w 1728164"/>
              <a:gd name="csY8381" fmla="*/ 1054989 h 1065273"/>
              <a:gd name="csX8382" fmla="*/ 1448692 w 1728164"/>
              <a:gd name="csY8382" fmla="*/ 1055016 h 1065273"/>
              <a:gd name="csX8383" fmla="*/ 1448870 w 1728164"/>
              <a:gd name="csY8383" fmla="*/ 1055043 h 1065273"/>
              <a:gd name="csX8384" fmla="*/ 1449039 w 1728164"/>
              <a:gd name="csY8384" fmla="*/ 1055069 h 1065273"/>
              <a:gd name="csX8385" fmla="*/ 1449208 w 1728164"/>
              <a:gd name="csY8385" fmla="*/ 1055087 h 1065273"/>
              <a:gd name="csX8386" fmla="*/ 1449386 w 1728164"/>
              <a:gd name="csY8386" fmla="*/ 1055114 h 1065273"/>
              <a:gd name="csX8387" fmla="*/ 1449555 w 1728164"/>
              <a:gd name="csY8387" fmla="*/ 1055140 h 1065273"/>
              <a:gd name="csX8388" fmla="*/ 1449733 w 1728164"/>
              <a:gd name="csY8388" fmla="*/ 1055158 h 1065273"/>
              <a:gd name="csX8389" fmla="*/ 1449902 w 1728164"/>
              <a:gd name="csY8389" fmla="*/ 1055185 h 1065273"/>
              <a:gd name="csX8390" fmla="*/ 1450080 w 1728164"/>
              <a:gd name="csY8390" fmla="*/ 1055212 h 1065273"/>
              <a:gd name="csX8391" fmla="*/ 1450249 w 1728164"/>
              <a:gd name="csY8391" fmla="*/ 1055238 h 1065273"/>
              <a:gd name="csX8392" fmla="*/ 1450418 w 1728164"/>
              <a:gd name="csY8392" fmla="*/ 1055256 h 1065273"/>
              <a:gd name="csX8393" fmla="*/ 1450596 w 1728164"/>
              <a:gd name="csY8393" fmla="*/ 1055283 h 1065273"/>
              <a:gd name="csX8394" fmla="*/ 1450765 w 1728164"/>
              <a:gd name="csY8394" fmla="*/ 1055309 h 1065273"/>
              <a:gd name="csX8395" fmla="*/ 1450943 w 1728164"/>
              <a:gd name="csY8395" fmla="*/ 1055327 h 1065273"/>
              <a:gd name="csX8396" fmla="*/ 1451112 w 1728164"/>
              <a:gd name="csY8396" fmla="*/ 1055354 h 1065273"/>
              <a:gd name="csX8397" fmla="*/ 1451281 w 1728164"/>
              <a:gd name="csY8397" fmla="*/ 1055381 h 1065273"/>
              <a:gd name="csX8398" fmla="*/ 1451459 w 1728164"/>
              <a:gd name="csY8398" fmla="*/ 1055398 h 1065273"/>
              <a:gd name="csX8399" fmla="*/ 1451628 w 1728164"/>
              <a:gd name="csY8399" fmla="*/ 1055425 h 1065273"/>
              <a:gd name="csX8400" fmla="*/ 1451805 w 1728164"/>
              <a:gd name="csY8400" fmla="*/ 1055452 h 1065273"/>
              <a:gd name="csX8401" fmla="*/ 1451975 w 1728164"/>
              <a:gd name="csY8401" fmla="*/ 1055470 h 1065273"/>
              <a:gd name="csX8402" fmla="*/ 1452152 w 1728164"/>
              <a:gd name="csY8402" fmla="*/ 1055496 h 1065273"/>
              <a:gd name="csX8403" fmla="*/ 1452322 w 1728164"/>
              <a:gd name="csY8403" fmla="*/ 1055523 h 1065273"/>
              <a:gd name="csX8404" fmla="*/ 1452491 w 1728164"/>
              <a:gd name="csY8404" fmla="*/ 1055541 h 1065273"/>
              <a:gd name="csX8405" fmla="*/ 1452669 w 1728164"/>
              <a:gd name="csY8405" fmla="*/ 1055567 h 1065273"/>
              <a:gd name="csX8406" fmla="*/ 1452838 w 1728164"/>
              <a:gd name="csY8406" fmla="*/ 1055585 h 1065273"/>
              <a:gd name="csX8407" fmla="*/ 1453015 w 1728164"/>
              <a:gd name="csY8407" fmla="*/ 1055612 h 1065273"/>
              <a:gd name="csX8408" fmla="*/ 1453184 w 1728164"/>
              <a:gd name="csY8408" fmla="*/ 1055639 h 1065273"/>
              <a:gd name="csX8409" fmla="*/ 1453362 w 1728164"/>
              <a:gd name="csY8409" fmla="*/ 1055656 h 1065273"/>
              <a:gd name="csX8410" fmla="*/ 1453531 w 1728164"/>
              <a:gd name="csY8410" fmla="*/ 1055683 h 1065273"/>
              <a:gd name="csX8411" fmla="*/ 1453700 w 1728164"/>
              <a:gd name="csY8411" fmla="*/ 1055701 h 1065273"/>
              <a:gd name="csX8412" fmla="*/ 1453878 w 1728164"/>
              <a:gd name="csY8412" fmla="*/ 1055728 h 1065273"/>
              <a:gd name="csX8413" fmla="*/ 1454047 w 1728164"/>
              <a:gd name="csY8413" fmla="*/ 1055754 h 1065273"/>
              <a:gd name="csX8414" fmla="*/ 1454225 w 1728164"/>
              <a:gd name="csY8414" fmla="*/ 1055772 h 1065273"/>
              <a:gd name="csX8415" fmla="*/ 1454394 w 1728164"/>
              <a:gd name="csY8415" fmla="*/ 1055799 h 1065273"/>
              <a:gd name="csX8416" fmla="*/ 1454572 w 1728164"/>
              <a:gd name="csY8416" fmla="*/ 1055817 h 1065273"/>
              <a:gd name="csX8417" fmla="*/ 1454741 w 1728164"/>
              <a:gd name="csY8417" fmla="*/ 1055843 h 1065273"/>
              <a:gd name="csX8418" fmla="*/ 1454910 w 1728164"/>
              <a:gd name="csY8418" fmla="*/ 1055861 h 1065273"/>
              <a:gd name="csX8419" fmla="*/ 1455088 w 1728164"/>
              <a:gd name="csY8419" fmla="*/ 1055888 h 1065273"/>
              <a:gd name="csX8420" fmla="*/ 1455257 w 1728164"/>
              <a:gd name="csY8420" fmla="*/ 1055906 h 1065273"/>
              <a:gd name="csX8421" fmla="*/ 1455435 w 1728164"/>
              <a:gd name="csY8421" fmla="*/ 1055932 h 1065273"/>
              <a:gd name="csX8422" fmla="*/ 1455604 w 1728164"/>
              <a:gd name="csY8422" fmla="*/ 1055959 h 1065273"/>
              <a:gd name="csX8423" fmla="*/ 1455782 w 1728164"/>
              <a:gd name="csY8423" fmla="*/ 1055977 h 1065273"/>
              <a:gd name="csX8424" fmla="*/ 1455951 w 1728164"/>
              <a:gd name="csY8424" fmla="*/ 1056003 h 1065273"/>
              <a:gd name="csX8425" fmla="*/ 1456120 w 1728164"/>
              <a:gd name="csY8425" fmla="*/ 1056021 h 1065273"/>
              <a:gd name="csX8426" fmla="*/ 1456298 w 1728164"/>
              <a:gd name="csY8426" fmla="*/ 1056048 h 1065273"/>
              <a:gd name="csX8427" fmla="*/ 1456467 w 1728164"/>
              <a:gd name="csY8427" fmla="*/ 1056066 h 1065273"/>
              <a:gd name="csX8428" fmla="*/ 1456645 w 1728164"/>
              <a:gd name="csY8428" fmla="*/ 1056092 h 1065273"/>
              <a:gd name="csX8429" fmla="*/ 1456814 w 1728164"/>
              <a:gd name="csY8429" fmla="*/ 1056110 h 1065273"/>
              <a:gd name="csX8430" fmla="*/ 1456992 w 1728164"/>
              <a:gd name="csY8430" fmla="*/ 1056137 h 1065273"/>
              <a:gd name="csX8431" fmla="*/ 1457161 w 1728164"/>
              <a:gd name="csY8431" fmla="*/ 1056155 h 1065273"/>
              <a:gd name="csX8432" fmla="*/ 1457330 w 1728164"/>
              <a:gd name="csY8432" fmla="*/ 1056172 h 1065273"/>
              <a:gd name="csX8433" fmla="*/ 1457508 w 1728164"/>
              <a:gd name="csY8433" fmla="*/ 1056199 h 1065273"/>
              <a:gd name="csX8434" fmla="*/ 1457677 w 1728164"/>
              <a:gd name="csY8434" fmla="*/ 1056217 h 1065273"/>
              <a:gd name="csX8435" fmla="*/ 1457855 w 1728164"/>
              <a:gd name="csY8435" fmla="*/ 1056244 h 1065273"/>
              <a:gd name="csX8436" fmla="*/ 1458024 w 1728164"/>
              <a:gd name="csY8436" fmla="*/ 1056261 h 1065273"/>
              <a:gd name="csX8437" fmla="*/ 1458202 w 1728164"/>
              <a:gd name="csY8437" fmla="*/ 1056288 h 1065273"/>
              <a:gd name="csX8438" fmla="*/ 1458371 w 1728164"/>
              <a:gd name="csY8438" fmla="*/ 1056306 h 1065273"/>
              <a:gd name="csX8439" fmla="*/ 1458540 w 1728164"/>
              <a:gd name="csY8439" fmla="*/ 1056333 h 1065273"/>
              <a:gd name="csX8440" fmla="*/ 1458718 w 1728164"/>
              <a:gd name="csY8440" fmla="*/ 1056350 h 1065273"/>
              <a:gd name="csX8441" fmla="*/ 1458887 w 1728164"/>
              <a:gd name="csY8441" fmla="*/ 1056377 h 1065273"/>
              <a:gd name="csX8442" fmla="*/ 1459065 w 1728164"/>
              <a:gd name="csY8442" fmla="*/ 1056395 h 1065273"/>
              <a:gd name="csX8443" fmla="*/ 1459234 w 1728164"/>
              <a:gd name="csY8443" fmla="*/ 1056413 h 1065273"/>
              <a:gd name="csX8444" fmla="*/ 1459412 w 1728164"/>
              <a:gd name="csY8444" fmla="*/ 1056439 h 1065273"/>
              <a:gd name="csX8445" fmla="*/ 1459581 w 1728164"/>
              <a:gd name="csY8445" fmla="*/ 1056457 h 1065273"/>
              <a:gd name="csX8446" fmla="*/ 1459750 w 1728164"/>
              <a:gd name="csY8446" fmla="*/ 1056484 h 1065273"/>
              <a:gd name="csX8447" fmla="*/ 1459928 w 1728164"/>
              <a:gd name="csY8447" fmla="*/ 1056502 h 1065273"/>
              <a:gd name="csX8448" fmla="*/ 1460097 w 1728164"/>
              <a:gd name="csY8448" fmla="*/ 1056519 h 1065273"/>
              <a:gd name="csX8449" fmla="*/ 1460275 w 1728164"/>
              <a:gd name="csY8449" fmla="*/ 1056546 h 1065273"/>
              <a:gd name="csX8450" fmla="*/ 1460444 w 1728164"/>
              <a:gd name="csY8450" fmla="*/ 1056564 h 1065273"/>
              <a:gd name="csX8451" fmla="*/ 1460622 w 1728164"/>
              <a:gd name="csY8451" fmla="*/ 1056582 h 1065273"/>
              <a:gd name="csX8452" fmla="*/ 1460791 w 1728164"/>
              <a:gd name="csY8452" fmla="*/ 1056608 h 1065273"/>
              <a:gd name="csX8453" fmla="*/ 1460960 w 1728164"/>
              <a:gd name="csY8453" fmla="*/ 1056626 h 1065273"/>
              <a:gd name="csX8454" fmla="*/ 1461138 w 1728164"/>
              <a:gd name="csY8454" fmla="*/ 1056653 h 1065273"/>
              <a:gd name="csX8455" fmla="*/ 1461307 w 1728164"/>
              <a:gd name="csY8455" fmla="*/ 1056671 h 1065273"/>
              <a:gd name="csX8456" fmla="*/ 1461485 w 1728164"/>
              <a:gd name="csY8456" fmla="*/ 1056688 h 1065273"/>
              <a:gd name="csX8457" fmla="*/ 1461654 w 1728164"/>
              <a:gd name="csY8457" fmla="*/ 1056715 h 1065273"/>
              <a:gd name="csX8458" fmla="*/ 1461832 w 1728164"/>
              <a:gd name="csY8458" fmla="*/ 1056733 h 1065273"/>
              <a:gd name="csX8459" fmla="*/ 1462001 w 1728164"/>
              <a:gd name="csY8459" fmla="*/ 1056751 h 1065273"/>
              <a:gd name="csX8460" fmla="*/ 1462170 w 1728164"/>
              <a:gd name="csY8460" fmla="*/ 1056777 h 1065273"/>
              <a:gd name="csX8461" fmla="*/ 1462348 w 1728164"/>
              <a:gd name="csY8461" fmla="*/ 1056795 h 1065273"/>
              <a:gd name="csX8462" fmla="*/ 1462517 w 1728164"/>
              <a:gd name="csY8462" fmla="*/ 1056813 h 1065273"/>
              <a:gd name="csX8463" fmla="*/ 1462695 w 1728164"/>
              <a:gd name="csY8463" fmla="*/ 1056840 h 1065273"/>
              <a:gd name="csX8464" fmla="*/ 1462864 w 1728164"/>
              <a:gd name="csY8464" fmla="*/ 1056857 h 1065273"/>
              <a:gd name="csX8465" fmla="*/ 1463042 w 1728164"/>
              <a:gd name="csY8465" fmla="*/ 1056875 h 1065273"/>
              <a:gd name="csX8466" fmla="*/ 1463211 w 1728164"/>
              <a:gd name="csY8466" fmla="*/ 1056893 h 1065273"/>
              <a:gd name="csX8467" fmla="*/ 1463380 w 1728164"/>
              <a:gd name="csY8467" fmla="*/ 1056920 h 1065273"/>
              <a:gd name="csX8468" fmla="*/ 1463558 w 1728164"/>
              <a:gd name="csY8468" fmla="*/ 1056937 h 1065273"/>
              <a:gd name="csX8469" fmla="*/ 1463727 w 1728164"/>
              <a:gd name="csY8469" fmla="*/ 1056955 h 1065273"/>
              <a:gd name="csX8470" fmla="*/ 1463905 w 1728164"/>
              <a:gd name="csY8470" fmla="*/ 1056982 h 1065273"/>
              <a:gd name="csX8471" fmla="*/ 1464074 w 1728164"/>
              <a:gd name="csY8471" fmla="*/ 1057000 h 1065273"/>
              <a:gd name="csX8472" fmla="*/ 1464252 w 1728164"/>
              <a:gd name="csY8472" fmla="*/ 1057018 h 1065273"/>
              <a:gd name="csX8473" fmla="*/ 1464421 w 1728164"/>
              <a:gd name="csY8473" fmla="*/ 1057035 h 1065273"/>
              <a:gd name="csX8474" fmla="*/ 1464590 w 1728164"/>
              <a:gd name="csY8474" fmla="*/ 1057062 h 1065273"/>
              <a:gd name="csX8475" fmla="*/ 1464768 w 1728164"/>
              <a:gd name="csY8475" fmla="*/ 1057080 h 1065273"/>
              <a:gd name="csX8476" fmla="*/ 1464937 w 1728164"/>
              <a:gd name="csY8476" fmla="*/ 1057098 h 1065273"/>
              <a:gd name="csX8477" fmla="*/ 1465115 w 1728164"/>
              <a:gd name="csY8477" fmla="*/ 1057115 h 1065273"/>
              <a:gd name="csX8478" fmla="*/ 1465284 w 1728164"/>
              <a:gd name="csY8478" fmla="*/ 1057142 h 1065273"/>
              <a:gd name="csX8479" fmla="*/ 1465462 w 1728164"/>
              <a:gd name="csY8479" fmla="*/ 1057160 h 1065273"/>
              <a:gd name="csX8480" fmla="*/ 1465631 w 1728164"/>
              <a:gd name="csY8480" fmla="*/ 1057178 h 1065273"/>
              <a:gd name="csX8481" fmla="*/ 1465800 w 1728164"/>
              <a:gd name="csY8481" fmla="*/ 1057195 h 1065273"/>
              <a:gd name="csX8482" fmla="*/ 1465978 w 1728164"/>
              <a:gd name="csY8482" fmla="*/ 1057222 h 1065273"/>
              <a:gd name="csX8483" fmla="*/ 1466147 w 1728164"/>
              <a:gd name="csY8483" fmla="*/ 1057240 h 1065273"/>
              <a:gd name="csX8484" fmla="*/ 1466325 w 1728164"/>
              <a:gd name="csY8484" fmla="*/ 1057258 h 1065273"/>
              <a:gd name="csX8485" fmla="*/ 1466494 w 1728164"/>
              <a:gd name="csY8485" fmla="*/ 1057275 h 1065273"/>
              <a:gd name="csX8486" fmla="*/ 1466672 w 1728164"/>
              <a:gd name="csY8486" fmla="*/ 1057293 h 1065273"/>
              <a:gd name="csX8487" fmla="*/ 1466841 w 1728164"/>
              <a:gd name="csY8487" fmla="*/ 1057320 h 1065273"/>
              <a:gd name="csX8488" fmla="*/ 1467010 w 1728164"/>
              <a:gd name="csY8488" fmla="*/ 1057338 h 1065273"/>
              <a:gd name="csX8489" fmla="*/ 1467187 w 1728164"/>
              <a:gd name="csY8489" fmla="*/ 1057356 h 1065273"/>
              <a:gd name="csX8490" fmla="*/ 1467356 w 1728164"/>
              <a:gd name="csY8490" fmla="*/ 1057373 h 1065273"/>
              <a:gd name="csX8491" fmla="*/ 1467534 w 1728164"/>
              <a:gd name="csY8491" fmla="*/ 1057391 h 1065273"/>
              <a:gd name="csX8492" fmla="*/ 1467703 w 1728164"/>
              <a:gd name="csY8492" fmla="*/ 1057409 h 1065273"/>
              <a:gd name="csX8493" fmla="*/ 1467881 w 1728164"/>
              <a:gd name="csY8493" fmla="*/ 1057436 h 1065273"/>
              <a:gd name="csX8494" fmla="*/ 1468050 w 1728164"/>
              <a:gd name="csY8494" fmla="*/ 1057453 h 1065273"/>
              <a:gd name="csX8495" fmla="*/ 1468220 w 1728164"/>
              <a:gd name="csY8495" fmla="*/ 1057471 h 1065273"/>
              <a:gd name="csX8496" fmla="*/ 1468397 w 1728164"/>
              <a:gd name="csY8496" fmla="*/ 1057489 h 1065273"/>
              <a:gd name="csX8497" fmla="*/ 1468566 w 1728164"/>
              <a:gd name="csY8497" fmla="*/ 1057507 h 1065273"/>
              <a:gd name="csX8498" fmla="*/ 1468744 w 1728164"/>
              <a:gd name="csY8498" fmla="*/ 1057525 h 1065273"/>
              <a:gd name="csX8499" fmla="*/ 1468913 w 1728164"/>
              <a:gd name="csY8499" fmla="*/ 1057551 h 1065273"/>
              <a:gd name="csX8500" fmla="*/ 1469091 w 1728164"/>
              <a:gd name="csY8500" fmla="*/ 1057569 h 1065273"/>
              <a:gd name="csX8501" fmla="*/ 1469260 w 1728164"/>
              <a:gd name="csY8501" fmla="*/ 1057587 h 1065273"/>
              <a:gd name="csX8502" fmla="*/ 1469429 w 1728164"/>
              <a:gd name="csY8502" fmla="*/ 1057605 h 1065273"/>
              <a:gd name="csX8503" fmla="*/ 1469607 w 1728164"/>
              <a:gd name="csY8503" fmla="*/ 1057622 h 1065273"/>
              <a:gd name="csX8504" fmla="*/ 1469776 w 1728164"/>
              <a:gd name="csY8504" fmla="*/ 1057640 h 1065273"/>
              <a:gd name="csX8505" fmla="*/ 1469954 w 1728164"/>
              <a:gd name="csY8505" fmla="*/ 1057658 h 1065273"/>
              <a:gd name="csX8506" fmla="*/ 1470123 w 1728164"/>
              <a:gd name="csY8506" fmla="*/ 1057676 h 1065273"/>
              <a:gd name="csX8507" fmla="*/ 1470292 w 1728164"/>
              <a:gd name="csY8507" fmla="*/ 1057694 h 1065273"/>
              <a:gd name="csX8508" fmla="*/ 1470470 w 1728164"/>
              <a:gd name="csY8508" fmla="*/ 1057720 h 1065273"/>
              <a:gd name="csX8509" fmla="*/ 1470639 w 1728164"/>
              <a:gd name="csY8509" fmla="*/ 1057738 h 1065273"/>
              <a:gd name="csX8510" fmla="*/ 1470817 w 1728164"/>
              <a:gd name="csY8510" fmla="*/ 1057756 h 1065273"/>
              <a:gd name="csX8511" fmla="*/ 1470986 w 1728164"/>
              <a:gd name="csY8511" fmla="*/ 1057774 h 1065273"/>
              <a:gd name="csX8512" fmla="*/ 1471164 w 1728164"/>
              <a:gd name="csY8512" fmla="*/ 1057792 h 1065273"/>
              <a:gd name="csX8513" fmla="*/ 1471333 w 1728164"/>
              <a:gd name="csY8513" fmla="*/ 1057809 h 1065273"/>
              <a:gd name="csX8514" fmla="*/ 1471502 w 1728164"/>
              <a:gd name="csY8514" fmla="*/ 1057827 h 1065273"/>
              <a:gd name="csX8515" fmla="*/ 1471680 w 1728164"/>
              <a:gd name="csY8515" fmla="*/ 1057845 h 1065273"/>
              <a:gd name="csX8516" fmla="*/ 1471849 w 1728164"/>
              <a:gd name="csY8516" fmla="*/ 1057863 h 1065273"/>
              <a:gd name="csX8517" fmla="*/ 1472027 w 1728164"/>
              <a:gd name="csY8517" fmla="*/ 1057880 h 1065273"/>
              <a:gd name="csX8518" fmla="*/ 1472196 w 1728164"/>
              <a:gd name="csY8518" fmla="*/ 1057898 h 1065273"/>
              <a:gd name="csX8519" fmla="*/ 1472374 w 1728164"/>
              <a:gd name="csY8519" fmla="*/ 1057916 h 1065273"/>
              <a:gd name="csX8520" fmla="*/ 1472543 w 1728164"/>
              <a:gd name="csY8520" fmla="*/ 1057934 h 1065273"/>
              <a:gd name="csX8521" fmla="*/ 1472712 w 1728164"/>
              <a:gd name="csY8521" fmla="*/ 1057952 h 1065273"/>
              <a:gd name="csX8522" fmla="*/ 1472890 w 1728164"/>
              <a:gd name="csY8522" fmla="*/ 1057969 h 1065273"/>
              <a:gd name="csX8523" fmla="*/ 1473059 w 1728164"/>
              <a:gd name="csY8523" fmla="*/ 1057987 h 1065273"/>
              <a:gd name="csX8524" fmla="*/ 1473237 w 1728164"/>
              <a:gd name="csY8524" fmla="*/ 1058005 h 1065273"/>
              <a:gd name="csX8525" fmla="*/ 1473406 w 1728164"/>
              <a:gd name="csY8525" fmla="*/ 1058023 h 1065273"/>
              <a:gd name="csX8526" fmla="*/ 1473584 w 1728164"/>
              <a:gd name="csY8526" fmla="*/ 1058041 h 1065273"/>
              <a:gd name="csX8527" fmla="*/ 1473753 w 1728164"/>
              <a:gd name="csY8527" fmla="*/ 1058058 h 1065273"/>
              <a:gd name="csX8528" fmla="*/ 1473922 w 1728164"/>
              <a:gd name="csY8528" fmla="*/ 1058076 h 1065273"/>
              <a:gd name="csX8529" fmla="*/ 1474100 w 1728164"/>
              <a:gd name="csY8529" fmla="*/ 1058094 h 1065273"/>
              <a:gd name="csX8530" fmla="*/ 1474269 w 1728164"/>
              <a:gd name="csY8530" fmla="*/ 1058112 h 1065273"/>
              <a:gd name="csX8531" fmla="*/ 1474447 w 1728164"/>
              <a:gd name="csY8531" fmla="*/ 1058130 h 1065273"/>
              <a:gd name="csX8532" fmla="*/ 1474616 w 1728164"/>
              <a:gd name="csY8532" fmla="*/ 1058147 h 1065273"/>
              <a:gd name="csX8533" fmla="*/ 1474794 w 1728164"/>
              <a:gd name="csY8533" fmla="*/ 1058165 h 1065273"/>
              <a:gd name="csX8534" fmla="*/ 1474963 w 1728164"/>
              <a:gd name="csY8534" fmla="*/ 1058183 h 1065273"/>
              <a:gd name="csX8535" fmla="*/ 1475132 w 1728164"/>
              <a:gd name="csY8535" fmla="*/ 1058201 h 1065273"/>
              <a:gd name="csX8536" fmla="*/ 1475310 w 1728164"/>
              <a:gd name="csY8536" fmla="*/ 1058219 h 1065273"/>
              <a:gd name="csX8537" fmla="*/ 1475479 w 1728164"/>
              <a:gd name="csY8537" fmla="*/ 1058236 h 1065273"/>
              <a:gd name="csX8538" fmla="*/ 1475657 w 1728164"/>
              <a:gd name="csY8538" fmla="*/ 1058254 h 1065273"/>
              <a:gd name="csX8539" fmla="*/ 1475826 w 1728164"/>
              <a:gd name="csY8539" fmla="*/ 1058272 h 1065273"/>
              <a:gd name="csX8540" fmla="*/ 1476004 w 1728164"/>
              <a:gd name="csY8540" fmla="*/ 1058290 h 1065273"/>
              <a:gd name="csX8541" fmla="*/ 1476173 w 1728164"/>
              <a:gd name="csY8541" fmla="*/ 1058308 h 1065273"/>
              <a:gd name="csX8542" fmla="*/ 1476342 w 1728164"/>
              <a:gd name="csY8542" fmla="*/ 1058325 h 1065273"/>
              <a:gd name="csX8543" fmla="*/ 1476520 w 1728164"/>
              <a:gd name="csY8543" fmla="*/ 1058343 h 1065273"/>
              <a:gd name="csX8544" fmla="*/ 1476689 w 1728164"/>
              <a:gd name="csY8544" fmla="*/ 1058361 h 1065273"/>
              <a:gd name="csX8545" fmla="*/ 1476867 w 1728164"/>
              <a:gd name="csY8545" fmla="*/ 1058379 h 1065273"/>
              <a:gd name="csX8546" fmla="*/ 1477036 w 1728164"/>
              <a:gd name="csY8546" fmla="*/ 1058396 h 1065273"/>
              <a:gd name="csX8547" fmla="*/ 1477214 w 1728164"/>
              <a:gd name="csY8547" fmla="*/ 1058414 h 1065273"/>
              <a:gd name="csX8548" fmla="*/ 1477383 w 1728164"/>
              <a:gd name="csY8548" fmla="*/ 1058432 h 1065273"/>
              <a:gd name="csX8549" fmla="*/ 1477552 w 1728164"/>
              <a:gd name="csY8549" fmla="*/ 1058450 h 1065273"/>
              <a:gd name="csX8550" fmla="*/ 1477730 w 1728164"/>
              <a:gd name="csY8550" fmla="*/ 1058459 h 1065273"/>
              <a:gd name="csX8551" fmla="*/ 1477899 w 1728164"/>
              <a:gd name="csY8551" fmla="*/ 1058477 h 1065273"/>
              <a:gd name="csX8552" fmla="*/ 1478077 w 1728164"/>
              <a:gd name="csY8552" fmla="*/ 1058494 h 1065273"/>
              <a:gd name="csX8553" fmla="*/ 1478246 w 1728164"/>
              <a:gd name="csY8553" fmla="*/ 1058512 h 1065273"/>
              <a:gd name="csX8554" fmla="*/ 1478424 w 1728164"/>
              <a:gd name="csY8554" fmla="*/ 1058530 h 1065273"/>
              <a:gd name="csX8555" fmla="*/ 1478593 w 1728164"/>
              <a:gd name="csY8555" fmla="*/ 1058548 h 1065273"/>
              <a:gd name="csX8556" fmla="*/ 1478762 w 1728164"/>
              <a:gd name="csY8556" fmla="*/ 1058566 h 1065273"/>
              <a:gd name="csX8557" fmla="*/ 1478940 w 1728164"/>
              <a:gd name="csY8557" fmla="*/ 1058583 h 1065273"/>
              <a:gd name="csX8558" fmla="*/ 1479109 w 1728164"/>
              <a:gd name="csY8558" fmla="*/ 1058601 h 1065273"/>
              <a:gd name="csX8559" fmla="*/ 1479287 w 1728164"/>
              <a:gd name="csY8559" fmla="*/ 1058610 h 1065273"/>
              <a:gd name="csX8560" fmla="*/ 1479456 w 1728164"/>
              <a:gd name="csY8560" fmla="*/ 1058628 h 1065273"/>
              <a:gd name="csX8561" fmla="*/ 1479634 w 1728164"/>
              <a:gd name="csY8561" fmla="*/ 1058646 h 1065273"/>
              <a:gd name="csX8562" fmla="*/ 1479803 w 1728164"/>
              <a:gd name="csY8562" fmla="*/ 1058663 h 1065273"/>
              <a:gd name="csX8563" fmla="*/ 1479972 w 1728164"/>
              <a:gd name="csY8563" fmla="*/ 1058681 h 1065273"/>
              <a:gd name="csX8564" fmla="*/ 1480150 w 1728164"/>
              <a:gd name="csY8564" fmla="*/ 1058699 h 1065273"/>
              <a:gd name="csX8565" fmla="*/ 1480319 w 1728164"/>
              <a:gd name="csY8565" fmla="*/ 1058717 h 1065273"/>
              <a:gd name="csX8566" fmla="*/ 1480497 w 1728164"/>
              <a:gd name="csY8566" fmla="*/ 1058726 h 1065273"/>
              <a:gd name="csX8567" fmla="*/ 1480666 w 1728164"/>
              <a:gd name="csY8567" fmla="*/ 1058743 h 1065273"/>
              <a:gd name="csX8568" fmla="*/ 1480844 w 1728164"/>
              <a:gd name="csY8568" fmla="*/ 1058761 h 1065273"/>
              <a:gd name="csX8569" fmla="*/ 1481013 w 1728164"/>
              <a:gd name="csY8569" fmla="*/ 1058779 h 1065273"/>
              <a:gd name="csX8570" fmla="*/ 1481182 w 1728164"/>
              <a:gd name="csY8570" fmla="*/ 1058797 h 1065273"/>
              <a:gd name="csX8571" fmla="*/ 1481360 w 1728164"/>
              <a:gd name="csY8571" fmla="*/ 1058815 h 1065273"/>
              <a:gd name="csX8572" fmla="*/ 1481529 w 1728164"/>
              <a:gd name="csY8572" fmla="*/ 1058824 h 1065273"/>
              <a:gd name="csX8573" fmla="*/ 1481706 w 1728164"/>
              <a:gd name="csY8573" fmla="*/ 1058841 h 1065273"/>
              <a:gd name="csX8574" fmla="*/ 1481876 w 1728164"/>
              <a:gd name="csY8574" fmla="*/ 1058859 h 1065273"/>
              <a:gd name="csX8575" fmla="*/ 1482053 w 1728164"/>
              <a:gd name="csY8575" fmla="*/ 1058877 h 1065273"/>
              <a:gd name="csX8576" fmla="*/ 1482223 w 1728164"/>
              <a:gd name="csY8576" fmla="*/ 1058895 h 1065273"/>
              <a:gd name="csX8577" fmla="*/ 1482391 w 1728164"/>
              <a:gd name="csY8577" fmla="*/ 1058904 h 1065273"/>
              <a:gd name="csX8578" fmla="*/ 1482569 w 1728164"/>
              <a:gd name="csY8578" fmla="*/ 1058921 h 1065273"/>
              <a:gd name="csX8579" fmla="*/ 1482738 w 1728164"/>
              <a:gd name="csY8579" fmla="*/ 1058939 h 1065273"/>
              <a:gd name="csX8580" fmla="*/ 1482916 w 1728164"/>
              <a:gd name="csY8580" fmla="*/ 1058957 h 1065273"/>
              <a:gd name="csX8581" fmla="*/ 1483085 w 1728164"/>
              <a:gd name="csY8581" fmla="*/ 1058975 h 1065273"/>
              <a:gd name="csX8582" fmla="*/ 1483263 w 1728164"/>
              <a:gd name="csY8582" fmla="*/ 1058984 h 1065273"/>
              <a:gd name="csX8583" fmla="*/ 1483432 w 1728164"/>
              <a:gd name="csY8583" fmla="*/ 1059001 h 1065273"/>
              <a:gd name="csX8584" fmla="*/ 1483601 w 1728164"/>
              <a:gd name="csY8584" fmla="*/ 1059019 h 1065273"/>
              <a:gd name="csX8585" fmla="*/ 1483779 w 1728164"/>
              <a:gd name="csY8585" fmla="*/ 1059037 h 1065273"/>
              <a:gd name="csX8586" fmla="*/ 1483948 w 1728164"/>
              <a:gd name="csY8586" fmla="*/ 1059046 h 1065273"/>
              <a:gd name="csX8587" fmla="*/ 1484126 w 1728164"/>
              <a:gd name="csY8587" fmla="*/ 1059064 h 1065273"/>
              <a:gd name="csX8588" fmla="*/ 1484295 w 1728164"/>
              <a:gd name="csY8588" fmla="*/ 1059081 h 1065273"/>
              <a:gd name="csX8589" fmla="*/ 1484473 w 1728164"/>
              <a:gd name="csY8589" fmla="*/ 1059099 h 1065273"/>
              <a:gd name="csX8590" fmla="*/ 1484642 w 1728164"/>
              <a:gd name="csY8590" fmla="*/ 1059108 h 1065273"/>
              <a:gd name="csX8591" fmla="*/ 1484811 w 1728164"/>
              <a:gd name="csY8591" fmla="*/ 1059126 h 1065273"/>
              <a:gd name="csX8592" fmla="*/ 1484989 w 1728164"/>
              <a:gd name="csY8592" fmla="*/ 1059144 h 1065273"/>
              <a:gd name="csX8593" fmla="*/ 1485158 w 1728164"/>
              <a:gd name="csY8593" fmla="*/ 1059162 h 1065273"/>
              <a:gd name="csX8594" fmla="*/ 1485336 w 1728164"/>
              <a:gd name="csY8594" fmla="*/ 1059170 h 1065273"/>
              <a:gd name="csX8595" fmla="*/ 1485505 w 1728164"/>
              <a:gd name="csY8595" fmla="*/ 1059188 h 1065273"/>
              <a:gd name="csX8596" fmla="*/ 1485683 w 1728164"/>
              <a:gd name="csY8596" fmla="*/ 1059206 h 1065273"/>
              <a:gd name="csX8597" fmla="*/ 1485852 w 1728164"/>
              <a:gd name="csY8597" fmla="*/ 1059215 h 1065273"/>
              <a:gd name="csX8598" fmla="*/ 1486021 w 1728164"/>
              <a:gd name="csY8598" fmla="*/ 1059233 h 1065273"/>
              <a:gd name="csX8599" fmla="*/ 1486199 w 1728164"/>
              <a:gd name="csY8599" fmla="*/ 1059251 h 1065273"/>
              <a:gd name="csX8600" fmla="*/ 1486368 w 1728164"/>
              <a:gd name="csY8600" fmla="*/ 1059268 h 1065273"/>
              <a:gd name="csX8601" fmla="*/ 1486546 w 1728164"/>
              <a:gd name="csY8601" fmla="*/ 1059277 h 1065273"/>
              <a:gd name="csX8602" fmla="*/ 1486715 w 1728164"/>
              <a:gd name="csY8602" fmla="*/ 1059295 h 1065273"/>
              <a:gd name="csX8603" fmla="*/ 1486893 w 1728164"/>
              <a:gd name="csY8603" fmla="*/ 1059313 h 1065273"/>
              <a:gd name="csX8604" fmla="*/ 1487062 w 1728164"/>
              <a:gd name="csY8604" fmla="*/ 1059322 h 1065273"/>
              <a:gd name="csX8605" fmla="*/ 1487231 w 1728164"/>
              <a:gd name="csY8605" fmla="*/ 1059340 h 1065273"/>
              <a:gd name="csX8606" fmla="*/ 1487409 w 1728164"/>
              <a:gd name="csY8606" fmla="*/ 1059357 h 1065273"/>
              <a:gd name="csX8607" fmla="*/ 1487578 w 1728164"/>
              <a:gd name="csY8607" fmla="*/ 1059366 h 1065273"/>
              <a:gd name="csX8608" fmla="*/ 1487756 w 1728164"/>
              <a:gd name="csY8608" fmla="*/ 1059384 h 1065273"/>
              <a:gd name="csX8609" fmla="*/ 1487925 w 1728164"/>
              <a:gd name="csY8609" fmla="*/ 1059402 h 1065273"/>
              <a:gd name="csX8610" fmla="*/ 1488103 w 1728164"/>
              <a:gd name="csY8610" fmla="*/ 1059411 h 1065273"/>
              <a:gd name="csX8611" fmla="*/ 1488272 w 1728164"/>
              <a:gd name="csY8611" fmla="*/ 1059428 h 1065273"/>
              <a:gd name="csX8612" fmla="*/ 1488441 w 1728164"/>
              <a:gd name="csY8612" fmla="*/ 1059446 h 1065273"/>
              <a:gd name="csX8613" fmla="*/ 1488619 w 1728164"/>
              <a:gd name="csY8613" fmla="*/ 1059455 h 1065273"/>
              <a:gd name="csX8614" fmla="*/ 1488788 w 1728164"/>
              <a:gd name="csY8614" fmla="*/ 1059473 h 1065273"/>
              <a:gd name="csX8615" fmla="*/ 1488966 w 1728164"/>
              <a:gd name="csY8615" fmla="*/ 1059491 h 1065273"/>
              <a:gd name="csX8616" fmla="*/ 1489135 w 1728164"/>
              <a:gd name="csY8616" fmla="*/ 1059500 h 1065273"/>
              <a:gd name="csX8617" fmla="*/ 1489304 w 1728164"/>
              <a:gd name="csY8617" fmla="*/ 1059517 h 1065273"/>
              <a:gd name="csX8618" fmla="*/ 1489482 w 1728164"/>
              <a:gd name="csY8618" fmla="*/ 1059535 h 1065273"/>
              <a:gd name="csX8619" fmla="*/ 1489651 w 1728164"/>
              <a:gd name="csY8619" fmla="*/ 1059544 h 1065273"/>
              <a:gd name="csX8620" fmla="*/ 1489829 w 1728164"/>
              <a:gd name="csY8620" fmla="*/ 1059562 h 1065273"/>
              <a:gd name="csX8621" fmla="*/ 1489998 w 1728164"/>
              <a:gd name="csY8621" fmla="*/ 1059571 h 1065273"/>
              <a:gd name="csX8622" fmla="*/ 1490176 w 1728164"/>
              <a:gd name="csY8622" fmla="*/ 1059589 h 1065273"/>
              <a:gd name="csX8623" fmla="*/ 1490345 w 1728164"/>
              <a:gd name="csY8623" fmla="*/ 1059606 h 1065273"/>
              <a:gd name="csX8624" fmla="*/ 1490514 w 1728164"/>
              <a:gd name="csY8624" fmla="*/ 1059615 h 1065273"/>
              <a:gd name="csX8625" fmla="*/ 1490692 w 1728164"/>
              <a:gd name="csY8625" fmla="*/ 1059633 h 1065273"/>
              <a:gd name="csX8626" fmla="*/ 1490861 w 1728164"/>
              <a:gd name="csY8626" fmla="*/ 1059651 h 1065273"/>
              <a:gd name="csX8627" fmla="*/ 1491039 w 1728164"/>
              <a:gd name="csY8627" fmla="*/ 1059660 h 1065273"/>
              <a:gd name="csX8628" fmla="*/ 1491208 w 1728164"/>
              <a:gd name="csY8628" fmla="*/ 1059678 h 1065273"/>
              <a:gd name="csX8629" fmla="*/ 1491386 w 1728164"/>
              <a:gd name="csY8629" fmla="*/ 1059686 h 1065273"/>
              <a:gd name="csX8630" fmla="*/ 1491555 w 1728164"/>
              <a:gd name="csY8630" fmla="*/ 1059704 h 1065273"/>
              <a:gd name="csX8631" fmla="*/ 1491724 w 1728164"/>
              <a:gd name="csY8631" fmla="*/ 1059722 h 1065273"/>
              <a:gd name="csX8632" fmla="*/ 1491902 w 1728164"/>
              <a:gd name="csY8632" fmla="*/ 1059731 h 1065273"/>
              <a:gd name="csX8633" fmla="*/ 1492071 w 1728164"/>
              <a:gd name="csY8633" fmla="*/ 1059749 h 1065273"/>
              <a:gd name="csX8634" fmla="*/ 1492249 w 1728164"/>
              <a:gd name="csY8634" fmla="*/ 1059758 h 1065273"/>
              <a:gd name="csX8635" fmla="*/ 1492418 w 1728164"/>
              <a:gd name="csY8635" fmla="*/ 1059775 h 1065273"/>
              <a:gd name="csX8636" fmla="*/ 1492596 w 1728164"/>
              <a:gd name="csY8636" fmla="*/ 1059784 h 1065273"/>
              <a:gd name="csX8637" fmla="*/ 1492765 w 1728164"/>
              <a:gd name="csY8637" fmla="*/ 1059802 h 1065273"/>
              <a:gd name="csX8638" fmla="*/ 1492934 w 1728164"/>
              <a:gd name="csY8638" fmla="*/ 1059820 h 1065273"/>
              <a:gd name="csX8639" fmla="*/ 1493112 w 1728164"/>
              <a:gd name="csY8639" fmla="*/ 1059829 h 1065273"/>
              <a:gd name="csX8640" fmla="*/ 1493281 w 1728164"/>
              <a:gd name="csY8640" fmla="*/ 1059847 h 1065273"/>
              <a:gd name="csX8641" fmla="*/ 1493459 w 1728164"/>
              <a:gd name="csY8641" fmla="*/ 1059855 h 1065273"/>
              <a:gd name="csX8642" fmla="*/ 1493628 w 1728164"/>
              <a:gd name="csY8642" fmla="*/ 1059873 h 1065273"/>
              <a:gd name="csX8643" fmla="*/ 1493806 w 1728164"/>
              <a:gd name="csY8643" fmla="*/ 1059882 h 1065273"/>
              <a:gd name="csX8644" fmla="*/ 1493975 w 1728164"/>
              <a:gd name="csY8644" fmla="*/ 1059900 h 1065273"/>
              <a:gd name="csX8645" fmla="*/ 1494144 w 1728164"/>
              <a:gd name="csY8645" fmla="*/ 1059909 h 1065273"/>
              <a:gd name="csX8646" fmla="*/ 1494322 w 1728164"/>
              <a:gd name="csY8646" fmla="*/ 1059927 h 1065273"/>
              <a:gd name="csX8647" fmla="*/ 1494491 w 1728164"/>
              <a:gd name="csY8647" fmla="*/ 1059936 h 1065273"/>
              <a:gd name="csX8648" fmla="*/ 1494669 w 1728164"/>
              <a:gd name="csY8648" fmla="*/ 1059953 h 1065273"/>
              <a:gd name="csX8649" fmla="*/ 1494838 w 1728164"/>
              <a:gd name="csY8649" fmla="*/ 1059962 h 1065273"/>
              <a:gd name="csX8650" fmla="*/ 1495016 w 1728164"/>
              <a:gd name="csY8650" fmla="*/ 1059980 h 1065273"/>
              <a:gd name="csX8651" fmla="*/ 1495185 w 1728164"/>
              <a:gd name="csY8651" fmla="*/ 1059998 h 1065273"/>
              <a:gd name="csX8652" fmla="*/ 1495354 w 1728164"/>
              <a:gd name="csY8652" fmla="*/ 1060007 h 1065273"/>
              <a:gd name="csX8653" fmla="*/ 1495532 w 1728164"/>
              <a:gd name="csY8653" fmla="*/ 1060025 h 1065273"/>
              <a:gd name="csX8654" fmla="*/ 1495701 w 1728164"/>
              <a:gd name="csY8654" fmla="*/ 1060033 h 1065273"/>
              <a:gd name="csX8655" fmla="*/ 1495879 w 1728164"/>
              <a:gd name="csY8655" fmla="*/ 1060051 h 1065273"/>
              <a:gd name="csX8656" fmla="*/ 1496048 w 1728164"/>
              <a:gd name="csY8656" fmla="*/ 1060060 h 1065273"/>
              <a:gd name="csX8657" fmla="*/ 1496226 w 1728164"/>
              <a:gd name="csY8657" fmla="*/ 1060078 h 1065273"/>
              <a:gd name="csX8658" fmla="*/ 1496394 w 1728164"/>
              <a:gd name="csY8658" fmla="*/ 1060087 h 1065273"/>
              <a:gd name="csX8659" fmla="*/ 1496564 w 1728164"/>
              <a:gd name="csY8659" fmla="*/ 1060105 h 1065273"/>
              <a:gd name="csX8660" fmla="*/ 1496741 w 1728164"/>
              <a:gd name="csY8660" fmla="*/ 1060114 h 1065273"/>
              <a:gd name="csX8661" fmla="*/ 1496911 w 1728164"/>
              <a:gd name="csY8661" fmla="*/ 1060131 h 1065273"/>
              <a:gd name="csX8662" fmla="*/ 1497088 w 1728164"/>
              <a:gd name="csY8662" fmla="*/ 1060140 h 1065273"/>
              <a:gd name="csX8663" fmla="*/ 1497258 w 1728164"/>
              <a:gd name="csY8663" fmla="*/ 1060149 h 1065273"/>
              <a:gd name="csX8664" fmla="*/ 1497435 w 1728164"/>
              <a:gd name="csY8664" fmla="*/ 1060167 h 1065273"/>
              <a:gd name="csX8665" fmla="*/ 1497604 w 1728164"/>
              <a:gd name="csY8665" fmla="*/ 1060176 h 1065273"/>
              <a:gd name="csX8666" fmla="*/ 1497773 w 1728164"/>
              <a:gd name="csY8666" fmla="*/ 1060194 h 1065273"/>
              <a:gd name="csX8667" fmla="*/ 1497951 w 1728164"/>
              <a:gd name="csY8667" fmla="*/ 1060202 h 1065273"/>
              <a:gd name="csX8668" fmla="*/ 1498120 w 1728164"/>
              <a:gd name="csY8668" fmla="*/ 1060220 h 1065273"/>
              <a:gd name="csX8669" fmla="*/ 1498298 w 1728164"/>
              <a:gd name="csY8669" fmla="*/ 1060229 h 1065273"/>
              <a:gd name="csX8670" fmla="*/ 1498467 w 1728164"/>
              <a:gd name="csY8670" fmla="*/ 1060247 h 1065273"/>
              <a:gd name="csX8671" fmla="*/ 1498645 w 1728164"/>
              <a:gd name="csY8671" fmla="*/ 1060256 h 1065273"/>
              <a:gd name="csX8672" fmla="*/ 1498814 w 1728164"/>
              <a:gd name="csY8672" fmla="*/ 1060274 h 1065273"/>
              <a:gd name="csX8673" fmla="*/ 1498983 w 1728164"/>
              <a:gd name="csY8673" fmla="*/ 1060282 h 1065273"/>
              <a:gd name="csX8674" fmla="*/ 1499161 w 1728164"/>
              <a:gd name="csY8674" fmla="*/ 1060291 h 1065273"/>
              <a:gd name="csX8675" fmla="*/ 1499330 w 1728164"/>
              <a:gd name="csY8675" fmla="*/ 1060309 h 1065273"/>
              <a:gd name="csX8676" fmla="*/ 1499508 w 1728164"/>
              <a:gd name="csY8676" fmla="*/ 1060318 h 1065273"/>
              <a:gd name="csX8677" fmla="*/ 1499677 w 1728164"/>
              <a:gd name="csY8677" fmla="*/ 1060336 h 1065273"/>
              <a:gd name="csX8678" fmla="*/ 1499855 w 1728164"/>
              <a:gd name="csY8678" fmla="*/ 1060345 h 1065273"/>
              <a:gd name="csX8679" fmla="*/ 1500024 w 1728164"/>
              <a:gd name="csY8679" fmla="*/ 1060363 h 1065273"/>
              <a:gd name="csX8680" fmla="*/ 1500193 w 1728164"/>
              <a:gd name="csY8680" fmla="*/ 1060372 h 1065273"/>
              <a:gd name="csX8681" fmla="*/ 1500371 w 1728164"/>
              <a:gd name="csY8681" fmla="*/ 1060380 h 1065273"/>
              <a:gd name="csX8682" fmla="*/ 1500540 w 1728164"/>
              <a:gd name="csY8682" fmla="*/ 1060398 h 1065273"/>
              <a:gd name="csX8683" fmla="*/ 1500718 w 1728164"/>
              <a:gd name="csY8683" fmla="*/ 1060407 h 1065273"/>
              <a:gd name="csX8684" fmla="*/ 1500887 w 1728164"/>
              <a:gd name="csY8684" fmla="*/ 1060425 h 1065273"/>
              <a:gd name="csX8685" fmla="*/ 1501065 w 1728164"/>
              <a:gd name="csY8685" fmla="*/ 1060434 h 1065273"/>
              <a:gd name="csX8686" fmla="*/ 1501234 w 1728164"/>
              <a:gd name="csY8686" fmla="*/ 1060443 h 1065273"/>
              <a:gd name="csX8687" fmla="*/ 1501403 w 1728164"/>
              <a:gd name="csY8687" fmla="*/ 1060460 h 1065273"/>
              <a:gd name="csX8688" fmla="*/ 1501581 w 1728164"/>
              <a:gd name="csY8688" fmla="*/ 1060469 h 1065273"/>
              <a:gd name="csX8689" fmla="*/ 1501750 w 1728164"/>
              <a:gd name="csY8689" fmla="*/ 1060487 h 1065273"/>
              <a:gd name="csX8690" fmla="*/ 1501928 w 1728164"/>
              <a:gd name="csY8690" fmla="*/ 1060496 h 1065273"/>
              <a:gd name="csX8691" fmla="*/ 1502097 w 1728164"/>
              <a:gd name="csY8691" fmla="*/ 1060505 h 1065273"/>
              <a:gd name="csX8692" fmla="*/ 1502275 w 1728164"/>
              <a:gd name="csY8692" fmla="*/ 1060523 h 1065273"/>
              <a:gd name="csX8693" fmla="*/ 1502444 w 1728164"/>
              <a:gd name="csY8693" fmla="*/ 1060532 h 1065273"/>
              <a:gd name="csX8694" fmla="*/ 1502613 w 1728164"/>
              <a:gd name="csY8694" fmla="*/ 1060549 h 1065273"/>
              <a:gd name="csX8695" fmla="*/ 1502791 w 1728164"/>
              <a:gd name="csY8695" fmla="*/ 1060558 h 1065273"/>
              <a:gd name="csX8696" fmla="*/ 1502960 w 1728164"/>
              <a:gd name="csY8696" fmla="*/ 1060567 h 1065273"/>
              <a:gd name="csX8697" fmla="*/ 1503138 w 1728164"/>
              <a:gd name="csY8697" fmla="*/ 1060585 h 1065273"/>
              <a:gd name="csX8698" fmla="*/ 1503307 w 1728164"/>
              <a:gd name="csY8698" fmla="*/ 1060594 h 1065273"/>
              <a:gd name="csX8699" fmla="*/ 1503485 w 1728164"/>
              <a:gd name="csY8699" fmla="*/ 1060603 h 1065273"/>
              <a:gd name="csX8700" fmla="*/ 1503654 w 1728164"/>
              <a:gd name="csY8700" fmla="*/ 1060621 h 1065273"/>
              <a:gd name="csX8701" fmla="*/ 1503823 w 1728164"/>
              <a:gd name="csY8701" fmla="*/ 1060629 h 1065273"/>
              <a:gd name="csX8702" fmla="*/ 1504001 w 1728164"/>
              <a:gd name="csY8702" fmla="*/ 1060638 h 1065273"/>
              <a:gd name="csX8703" fmla="*/ 1504170 w 1728164"/>
              <a:gd name="csY8703" fmla="*/ 1060656 h 1065273"/>
              <a:gd name="csX8704" fmla="*/ 1504348 w 1728164"/>
              <a:gd name="csY8704" fmla="*/ 1060665 h 1065273"/>
              <a:gd name="csX8705" fmla="*/ 1504517 w 1728164"/>
              <a:gd name="csY8705" fmla="*/ 1060674 h 1065273"/>
              <a:gd name="csX8706" fmla="*/ 1504695 w 1728164"/>
              <a:gd name="csY8706" fmla="*/ 1060692 h 1065273"/>
              <a:gd name="csX8707" fmla="*/ 1504864 w 1728164"/>
              <a:gd name="csY8707" fmla="*/ 1060701 h 1065273"/>
              <a:gd name="csX8708" fmla="*/ 1505033 w 1728164"/>
              <a:gd name="csY8708" fmla="*/ 1060710 h 1065273"/>
              <a:gd name="csX8709" fmla="*/ 1505211 w 1728164"/>
              <a:gd name="csY8709" fmla="*/ 1060727 h 1065273"/>
              <a:gd name="csX8710" fmla="*/ 1505380 w 1728164"/>
              <a:gd name="csY8710" fmla="*/ 1060736 h 1065273"/>
              <a:gd name="csX8711" fmla="*/ 1505558 w 1728164"/>
              <a:gd name="csY8711" fmla="*/ 1060745 h 1065273"/>
              <a:gd name="csX8712" fmla="*/ 1505727 w 1728164"/>
              <a:gd name="csY8712" fmla="*/ 1060763 h 1065273"/>
              <a:gd name="csX8713" fmla="*/ 1505905 w 1728164"/>
              <a:gd name="csY8713" fmla="*/ 1060772 h 1065273"/>
              <a:gd name="csX8714" fmla="*/ 1506074 w 1728164"/>
              <a:gd name="csY8714" fmla="*/ 1060781 h 1065273"/>
              <a:gd name="csX8715" fmla="*/ 1506243 w 1728164"/>
              <a:gd name="csY8715" fmla="*/ 1060799 h 1065273"/>
              <a:gd name="csX8716" fmla="*/ 1506421 w 1728164"/>
              <a:gd name="csY8716" fmla="*/ 1060807 h 1065273"/>
              <a:gd name="csX8717" fmla="*/ 1506590 w 1728164"/>
              <a:gd name="csY8717" fmla="*/ 1060816 h 1065273"/>
              <a:gd name="csX8718" fmla="*/ 1506768 w 1728164"/>
              <a:gd name="csY8718" fmla="*/ 1060825 h 1065273"/>
              <a:gd name="csX8719" fmla="*/ 1506937 w 1728164"/>
              <a:gd name="csY8719" fmla="*/ 1060843 h 1065273"/>
              <a:gd name="csX8720" fmla="*/ 1507115 w 1728164"/>
              <a:gd name="csY8720" fmla="*/ 1060852 h 1065273"/>
              <a:gd name="csX8721" fmla="*/ 1507284 w 1728164"/>
              <a:gd name="csY8721" fmla="*/ 1060861 h 1065273"/>
              <a:gd name="csX8722" fmla="*/ 1507453 w 1728164"/>
              <a:gd name="csY8722" fmla="*/ 1060879 h 1065273"/>
              <a:gd name="csX8723" fmla="*/ 1507631 w 1728164"/>
              <a:gd name="csY8723" fmla="*/ 1060887 h 1065273"/>
              <a:gd name="csX8724" fmla="*/ 1507800 w 1728164"/>
              <a:gd name="csY8724" fmla="*/ 1060896 h 1065273"/>
              <a:gd name="csX8725" fmla="*/ 1507978 w 1728164"/>
              <a:gd name="csY8725" fmla="*/ 1060905 h 1065273"/>
              <a:gd name="csX8726" fmla="*/ 1508147 w 1728164"/>
              <a:gd name="csY8726" fmla="*/ 1060923 h 1065273"/>
              <a:gd name="csX8727" fmla="*/ 1508316 w 1728164"/>
              <a:gd name="csY8727" fmla="*/ 1060932 h 1065273"/>
              <a:gd name="csX8728" fmla="*/ 1508494 w 1728164"/>
              <a:gd name="csY8728" fmla="*/ 1060941 h 1065273"/>
              <a:gd name="csX8729" fmla="*/ 1508663 w 1728164"/>
              <a:gd name="csY8729" fmla="*/ 1060959 h 1065273"/>
              <a:gd name="csX8730" fmla="*/ 1508841 w 1728164"/>
              <a:gd name="csY8730" fmla="*/ 1060968 h 1065273"/>
              <a:gd name="csX8731" fmla="*/ 1509010 w 1728164"/>
              <a:gd name="csY8731" fmla="*/ 1060976 h 1065273"/>
              <a:gd name="csX8732" fmla="*/ 1509188 w 1728164"/>
              <a:gd name="csY8732" fmla="*/ 1060985 h 1065273"/>
              <a:gd name="csX8733" fmla="*/ 1509357 w 1728164"/>
              <a:gd name="csY8733" fmla="*/ 1061003 h 1065273"/>
              <a:gd name="csX8734" fmla="*/ 1509526 w 1728164"/>
              <a:gd name="csY8734" fmla="*/ 1061012 h 1065273"/>
              <a:gd name="csX8735" fmla="*/ 1509704 w 1728164"/>
              <a:gd name="csY8735" fmla="*/ 1061021 h 1065273"/>
              <a:gd name="csX8736" fmla="*/ 1509873 w 1728164"/>
              <a:gd name="csY8736" fmla="*/ 1061030 h 1065273"/>
              <a:gd name="csX8737" fmla="*/ 1510051 w 1728164"/>
              <a:gd name="csY8737" fmla="*/ 1061048 h 1065273"/>
              <a:gd name="csX8738" fmla="*/ 1510220 w 1728164"/>
              <a:gd name="csY8738" fmla="*/ 1061056 h 1065273"/>
              <a:gd name="csX8739" fmla="*/ 1510397 w 1728164"/>
              <a:gd name="csY8739" fmla="*/ 1061065 h 1065273"/>
              <a:gd name="csX8740" fmla="*/ 1510566 w 1728164"/>
              <a:gd name="csY8740" fmla="*/ 1061074 h 1065273"/>
              <a:gd name="csX8741" fmla="*/ 1510736 w 1728164"/>
              <a:gd name="csY8741" fmla="*/ 1061092 h 1065273"/>
              <a:gd name="csX8742" fmla="*/ 1510914 w 1728164"/>
              <a:gd name="csY8742" fmla="*/ 1061101 h 1065273"/>
              <a:gd name="csX8743" fmla="*/ 1511083 w 1728164"/>
              <a:gd name="csY8743" fmla="*/ 1061110 h 1065273"/>
              <a:gd name="csX8744" fmla="*/ 1511260 w 1728164"/>
              <a:gd name="csY8744" fmla="*/ 1061119 h 1065273"/>
              <a:gd name="csX8745" fmla="*/ 1511430 w 1728164"/>
              <a:gd name="csY8745" fmla="*/ 1061128 h 1065273"/>
              <a:gd name="csX8746" fmla="*/ 1511608 w 1728164"/>
              <a:gd name="csY8746" fmla="*/ 1061146 h 1065273"/>
              <a:gd name="csX8747" fmla="*/ 1511776 w 1728164"/>
              <a:gd name="csY8747" fmla="*/ 1061154 h 1065273"/>
              <a:gd name="csX8748" fmla="*/ 1511945 w 1728164"/>
              <a:gd name="csY8748" fmla="*/ 1061163 h 1065273"/>
              <a:gd name="csX8749" fmla="*/ 1512123 w 1728164"/>
              <a:gd name="csY8749" fmla="*/ 1061172 h 1065273"/>
              <a:gd name="csX8750" fmla="*/ 1512293 w 1728164"/>
              <a:gd name="csY8750" fmla="*/ 1061181 h 1065273"/>
              <a:gd name="csX8751" fmla="*/ 1512470 w 1728164"/>
              <a:gd name="csY8751" fmla="*/ 1061199 h 1065273"/>
              <a:gd name="csX8752" fmla="*/ 1512639 w 1728164"/>
              <a:gd name="csY8752" fmla="*/ 1061208 h 1065273"/>
              <a:gd name="csX8753" fmla="*/ 1512817 w 1728164"/>
              <a:gd name="csY8753" fmla="*/ 1061217 h 1065273"/>
              <a:gd name="csX8754" fmla="*/ 1512987 w 1728164"/>
              <a:gd name="csY8754" fmla="*/ 1061226 h 1065273"/>
              <a:gd name="csX8755" fmla="*/ 1513155 w 1728164"/>
              <a:gd name="csY8755" fmla="*/ 1061234 h 1065273"/>
              <a:gd name="csX8756" fmla="*/ 1513333 w 1728164"/>
              <a:gd name="csY8756" fmla="*/ 1061252 h 1065273"/>
              <a:gd name="csX8757" fmla="*/ 1513502 w 1728164"/>
              <a:gd name="csY8757" fmla="*/ 1061261 h 1065273"/>
              <a:gd name="csX8758" fmla="*/ 1513680 w 1728164"/>
              <a:gd name="csY8758" fmla="*/ 1061270 h 1065273"/>
              <a:gd name="csX8759" fmla="*/ 1513849 w 1728164"/>
              <a:gd name="csY8759" fmla="*/ 1061279 h 1065273"/>
              <a:gd name="csX8760" fmla="*/ 1514027 w 1728164"/>
              <a:gd name="csY8760" fmla="*/ 1061288 h 1065273"/>
              <a:gd name="csX8761" fmla="*/ 1514196 w 1728164"/>
              <a:gd name="csY8761" fmla="*/ 1061297 h 1065273"/>
              <a:gd name="csX8762" fmla="*/ 1514365 w 1728164"/>
              <a:gd name="csY8762" fmla="*/ 1061315 h 1065273"/>
              <a:gd name="csX8763" fmla="*/ 1514543 w 1728164"/>
              <a:gd name="csY8763" fmla="*/ 1061323 h 1065273"/>
              <a:gd name="csX8764" fmla="*/ 1514712 w 1728164"/>
              <a:gd name="csY8764" fmla="*/ 1061332 h 1065273"/>
              <a:gd name="csX8765" fmla="*/ 1514890 w 1728164"/>
              <a:gd name="csY8765" fmla="*/ 1061341 h 1065273"/>
              <a:gd name="csX8766" fmla="*/ 1515059 w 1728164"/>
              <a:gd name="csY8766" fmla="*/ 1061350 h 1065273"/>
              <a:gd name="csX8767" fmla="*/ 1515237 w 1728164"/>
              <a:gd name="csY8767" fmla="*/ 1061359 h 1065273"/>
              <a:gd name="csX8768" fmla="*/ 1515406 w 1728164"/>
              <a:gd name="csY8768" fmla="*/ 1061377 h 1065273"/>
              <a:gd name="csX8769" fmla="*/ 1515575 w 1728164"/>
              <a:gd name="csY8769" fmla="*/ 1061386 h 1065273"/>
              <a:gd name="csX8770" fmla="*/ 1515753 w 1728164"/>
              <a:gd name="csY8770" fmla="*/ 1061395 h 1065273"/>
              <a:gd name="csX8771" fmla="*/ 1515922 w 1728164"/>
              <a:gd name="csY8771" fmla="*/ 1061403 h 1065273"/>
              <a:gd name="csX8772" fmla="*/ 1516100 w 1728164"/>
              <a:gd name="csY8772" fmla="*/ 1061412 h 1065273"/>
              <a:gd name="csX8773" fmla="*/ 1516269 w 1728164"/>
              <a:gd name="csY8773" fmla="*/ 1061421 h 1065273"/>
              <a:gd name="csX8774" fmla="*/ 1516447 w 1728164"/>
              <a:gd name="csY8774" fmla="*/ 1061430 h 1065273"/>
              <a:gd name="csX8775" fmla="*/ 1516616 w 1728164"/>
              <a:gd name="csY8775" fmla="*/ 1061448 h 1065273"/>
              <a:gd name="csX8776" fmla="*/ 1516785 w 1728164"/>
              <a:gd name="csY8776" fmla="*/ 1061457 h 1065273"/>
              <a:gd name="csX8777" fmla="*/ 1516963 w 1728164"/>
              <a:gd name="csY8777" fmla="*/ 1061466 h 1065273"/>
              <a:gd name="csX8778" fmla="*/ 1517132 w 1728164"/>
              <a:gd name="csY8778" fmla="*/ 1061475 h 1065273"/>
              <a:gd name="csX8779" fmla="*/ 1517310 w 1728164"/>
              <a:gd name="csY8779" fmla="*/ 1061484 h 1065273"/>
              <a:gd name="csX8780" fmla="*/ 1517479 w 1728164"/>
              <a:gd name="csY8780" fmla="*/ 1061493 h 1065273"/>
              <a:gd name="csX8781" fmla="*/ 1517657 w 1728164"/>
              <a:gd name="csY8781" fmla="*/ 1061501 h 1065273"/>
              <a:gd name="csX8782" fmla="*/ 1517826 w 1728164"/>
              <a:gd name="csY8782" fmla="*/ 1061510 h 1065273"/>
              <a:gd name="csX8783" fmla="*/ 1517995 w 1728164"/>
              <a:gd name="csY8783" fmla="*/ 1061528 h 1065273"/>
              <a:gd name="csX8784" fmla="*/ 1518173 w 1728164"/>
              <a:gd name="csY8784" fmla="*/ 1061537 h 1065273"/>
              <a:gd name="csX8785" fmla="*/ 1518342 w 1728164"/>
              <a:gd name="csY8785" fmla="*/ 1061546 h 1065273"/>
              <a:gd name="csX8786" fmla="*/ 1518520 w 1728164"/>
              <a:gd name="csY8786" fmla="*/ 1061555 h 1065273"/>
              <a:gd name="csX8787" fmla="*/ 1518689 w 1728164"/>
              <a:gd name="csY8787" fmla="*/ 1061564 h 1065273"/>
              <a:gd name="csX8788" fmla="*/ 1518867 w 1728164"/>
              <a:gd name="csY8788" fmla="*/ 1061573 h 1065273"/>
              <a:gd name="csX8789" fmla="*/ 1519036 w 1728164"/>
              <a:gd name="csY8789" fmla="*/ 1061581 h 1065273"/>
              <a:gd name="csX8790" fmla="*/ 1519205 w 1728164"/>
              <a:gd name="csY8790" fmla="*/ 1061590 h 1065273"/>
              <a:gd name="csX8791" fmla="*/ 1519383 w 1728164"/>
              <a:gd name="csY8791" fmla="*/ 1061599 h 1065273"/>
              <a:gd name="csX8792" fmla="*/ 1519552 w 1728164"/>
              <a:gd name="csY8792" fmla="*/ 1061608 h 1065273"/>
              <a:gd name="csX8793" fmla="*/ 1519730 w 1728164"/>
              <a:gd name="csY8793" fmla="*/ 1061626 h 1065273"/>
              <a:gd name="csX8794" fmla="*/ 1519899 w 1728164"/>
              <a:gd name="csY8794" fmla="*/ 1061635 h 1065273"/>
              <a:gd name="csX8795" fmla="*/ 1520077 w 1728164"/>
              <a:gd name="csY8795" fmla="*/ 1061644 h 1065273"/>
              <a:gd name="csX8796" fmla="*/ 1520246 w 1728164"/>
              <a:gd name="csY8796" fmla="*/ 1061653 h 1065273"/>
              <a:gd name="csX8797" fmla="*/ 1520415 w 1728164"/>
              <a:gd name="csY8797" fmla="*/ 1061661 h 1065273"/>
              <a:gd name="csX8798" fmla="*/ 1520593 w 1728164"/>
              <a:gd name="csY8798" fmla="*/ 1061670 h 1065273"/>
              <a:gd name="csX8799" fmla="*/ 1520762 w 1728164"/>
              <a:gd name="csY8799" fmla="*/ 1061679 h 1065273"/>
              <a:gd name="csX8800" fmla="*/ 1520940 w 1728164"/>
              <a:gd name="csY8800" fmla="*/ 1061688 h 1065273"/>
              <a:gd name="csX8801" fmla="*/ 1521109 w 1728164"/>
              <a:gd name="csY8801" fmla="*/ 1061697 h 1065273"/>
              <a:gd name="csX8802" fmla="*/ 1521287 w 1728164"/>
              <a:gd name="csY8802" fmla="*/ 1061706 h 1065273"/>
              <a:gd name="csX8803" fmla="*/ 1521456 w 1728164"/>
              <a:gd name="csY8803" fmla="*/ 1061715 h 1065273"/>
              <a:gd name="csX8804" fmla="*/ 1521625 w 1728164"/>
              <a:gd name="csY8804" fmla="*/ 1061724 h 1065273"/>
              <a:gd name="csX8805" fmla="*/ 1521803 w 1728164"/>
              <a:gd name="csY8805" fmla="*/ 1061733 h 1065273"/>
              <a:gd name="csX8806" fmla="*/ 1521972 w 1728164"/>
              <a:gd name="csY8806" fmla="*/ 1061742 h 1065273"/>
              <a:gd name="csX8807" fmla="*/ 1522150 w 1728164"/>
              <a:gd name="csY8807" fmla="*/ 1061750 h 1065273"/>
              <a:gd name="csX8808" fmla="*/ 1522319 w 1728164"/>
              <a:gd name="csY8808" fmla="*/ 1061759 h 1065273"/>
              <a:gd name="csX8809" fmla="*/ 1522497 w 1728164"/>
              <a:gd name="csY8809" fmla="*/ 1061777 h 1065273"/>
              <a:gd name="csX8810" fmla="*/ 1522666 w 1728164"/>
              <a:gd name="csY8810" fmla="*/ 1061786 h 1065273"/>
              <a:gd name="csX8811" fmla="*/ 1522835 w 1728164"/>
              <a:gd name="csY8811" fmla="*/ 1061795 h 1065273"/>
              <a:gd name="csX8812" fmla="*/ 1523013 w 1728164"/>
              <a:gd name="csY8812" fmla="*/ 1061804 h 1065273"/>
              <a:gd name="csX8813" fmla="*/ 1523182 w 1728164"/>
              <a:gd name="csY8813" fmla="*/ 1061813 h 1065273"/>
              <a:gd name="csX8814" fmla="*/ 1523360 w 1728164"/>
              <a:gd name="csY8814" fmla="*/ 1061822 h 1065273"/>
              <a:gd name="csX8815" fmla="*/ 1523529 w 1728164"/>
              <a:gd name="csY8815" fmla="*/ 1061830 h 1065273"/>
              <a:gd name="csX8816" fmla="*/ 1523707 w 1728164"/>
              <a:gd name="csY8816" fmla="*/ 1061839 h 1065273"/>
              <a:gd name="csX8817" fmla="*/ 1523876 w 1728164"/>
              <a:gd name="csY8817" fmla="*/ 1061848 h 1065273"/>
              <a:gd name="csX8818" fmla="*/ 1524045 w 1728164"/>
              <a:gd name="csY8818" fmla="*/ 1061857 h 1065273"/>
              <a:gd name="csX8819" fmla="*/ 1524223 w 1728164"/>
              <a:gd name="csY8819" fmla="*/ 1061866 h 1065273"/>
              <a:gd name="csX8820" fmla="*/ 1524392 w 1728164"/>
              <a:gd name="csY8820" fmla="*/ 1061875 h 1065273"/>
              <a:gd name="csX8821" fmla="*/ 1524569 w 1728164"/>
              <a:gd name="csY8821" fmla="*/ 1061884 h 1065273"/>
              <a:gd name="csX8822" fmla="*/ 1524739 w 1728164"/>
              <a:gd name="csY8822" fmla="*/ 1061893 h 1065273"/>
              <a:gd name="csX8823" fmla="*/ 1524917 w 1728164"/>
              <a:gd name="csY8823" fmla="*/ 1061902 h 1065273"/>
              <a:gd name="csX8824" fmla="*/ 1525086 w 1728164"/>
              <a:gd name="csY8824" fmla="*/ 1061911 h 1065273"/>
              <a:gd name="csX8825" fmla="*/ 1525255 w 1728164"/>
              <a:gd name="csY8825" fmla="*/ 1061920 h 1065273"/>
              <a:gd name="csX8826" fmla="*/ 1525433 w 1728164"/>
              <a:gd name="csY8826" fmla="*/ 1061928 h 1065273"/>
              <a:gd name="csX8827" fmla="*/ 1525602 w 1728164"/>
              <a:gd name="csY8827" fmla="*/ 1061937 h 1065273"/>
              <a:gd name="csX8828" fmla="*/ 1525779 w 1728164"/>
              <a:gd name="csY8828" fmla="*/ 1061946 h 1065273"/>
              <a:gd name="csX8829" fmla="*/ 1525948 w 1728164"/>
              <a:gd name="csY8829" fmla="*/ 1061955 h 1065273"/>
              <a:gd name="csX8830" fmla="*/ 1526126 w 1728164"/>
              <a:gd name="csY8830" fmla="*/ 1061964 h 1065273"/>
              <a:gd name="csX8831" fmla="*/ 1526296 w 1728164"/>
              <a:gd name="csY8831" fmla="*/ 1061973 h 1065273"/>
              <a:gd name="csX8832" fmla="*/ 1526465 w 1728164"/>
              <a:gd name="csY8832" fmla="*/ 1061982 h 1065273"/>
              <a:gd name="csX8833" fmla="*/ 1526642 w 1728164"/>
              <a:gd name="csY8833" fmla="*/ 1061991 h 1065273"/>
              <a:gd name="csX8834" fmla="*/ 1526811 w 1728164"/>
              <a:gd name="csY8834" fmla="*/ 1062000 h 1065273"/>
              <a:gd name="csX8835" fmla="*/ 1526990 w 1728164"/>
              <a:gd name="csY8835" fmla="*/ 1062008 h 1065273"/>
              <a:gd name="csX8836" fmla="*/ 1527158 w 1728164"/>
              <a:gd name="csY8836" fmla="*/ 1062017 h 1065273"/>
              <a:gd name="csX8837" fmla="*/ 1527327 w 1728164"/>
              <a:gd name="csY8837" fmla="*/ 1062026 h 1065273"/>
              <a:gd name="csX8838" fmla="*/ 1527505 w 1728164"/>
              <a:gd name="csY8838" fmla="*/ 1062035 h 1065273"/>
              <a:gd name="csX8839" fmla="*/ 1527675 w 1728164"/>
              <a:gd name="csY8839" fmla="*/ 1062044 h 1065273"/>
              <a:gd name="csX8840" fmla="*/ 1527852 w 1728164"/>
              <a:gd name="csY8840" fmla="*/ 1062053 h 1065273"/>
              <a:gd name="csX8841" fmla="*/ 1528021 w 1728164"/>
              <a:gd name="csY8841" fmla="*/ 1062062 h 1065273"/>
              <a:gd name="csX8842" fmla="*/ 1528199 w 1728164"/>
              <a:gd name="csY8842" fmla="*/ 1062071 h 1065273"/>
              <a:gd name="csX8843" fmla="*/ 1528368 w 1728164"/>
              <a:gd name="csY8843" fmla="*/ 1062080 h 1065273"/>
              <a:gd name="csX8844" fmla="*/ 1528537 w 1728164"/>
              <a:gd name="csY8844" fmla="*/ 1062088 h 1065273"/>
              <a:gd name="csX8845" fmla="*/ 1528715 w 1728164"/>
              <a:gd name="csY8845" fmla="*/ 1062088 h 1065273"/>
              <a:gd name="csX8846" fmla="*/ 1528884 w 1728164"/>
              <a:gd name="csY8846" fmla="*/ 1062097 h 1065273"/>
              <a:gd name="csX8847" fmla="*/ 1529062 w 1728164"/>
              <a:gd name="csY8847" fmla="*/ 1062106 h 1065273"/>
              <a:gd name="csX8848" fmla="*/ 1529231 w 1728164"/>
              <a:gd name="csY8848" fmla="*/ 1062115 h 1065273"/>
              <a:gd name="csX8849" fmla="*/ 1529409 w 1728164"/>
              <a:gd name="csY8849" fmla="*/ 1062124 h 1065273"/>
              <a:gd name="csX8850" fmla="*/ 1529578 w 1728164"/>
              <a:gd name="csY8850" fmla="*/ 1062133 h 1065273"/>
              <a:gd name="csX8851" fmla="*/ 1529747 w 1728164"/>
              <a:gd name="csY8851" fmla="*/ 1062142 h 1065273"/>
              <a:gd name="csX8852" fmla="*/ 1529925 w 1728164"/>
              <a:gd name="csY8852" fmla="*/ 1062151 h 1065273"/>
              <a:gd name="csX8853" fmla="*/ 1530094 w 1728164"/>
              <a:gd name="csY8853" fmla="*/ 1062160 h 1065273"/>
              <a:gd name="csX8854" fmla="*/ 1530272 w 1728164"/>
              <a:gd name="csY8854" fmla="*/ 1062169 h 1065273"/>
              <a:gd name="csX8855" fmla="*/ 1530441 w 1728164"/>
              <a:gd name="csY8855" fmla="*/ 1062177 h 1065273"/>
              <a:gd name="csX8856" fmla="*/ 1530619 w 1728164"/>
              <a:gd name="csY8856" fmla="*/ 1062186 h 1065273"/>
              <a:gd name="csX8857" fmla="*/ 1530788 w 1728164"/>
              <a:gd name="csY8857" fmla="*/ 1062195 h 1065273"/>
              <a:gd name="csX8858" fmla="*/ 1530957 w 1728164"/>
              <a:gd name="csY8858" fmla="*/ 1062204 h 1065273"/>
              <a:gd name="csX8859" fmla="*/ 1531135 w 1728164"/>
              <a:gd name="csY8859" fmla="*/ 1062213 h 1065273"/>
              <a:gd name="csX8860" fmla="*/ 1531304 w 1728164"/>
              <a:gd name="csY8860" fmla="*/ 1062222 h 1065273"/>
              <a:gd name="csX8861" fmla="*/ 1531482 w 1728164"/>
              <a:gd name="csY8861" fmla="*/ 1062222 h 1065273"/>
              <a:gd name="csX8862" fmla="*/ 1531651 w 1728164"/>
              <a:gd name="csY8862" fmla="*/ 1062231 h 1065273"/>
              <a:gd name="csX8863" fmla="*/ 1531829 w 1728164"/>
              <a:gd name="csY8863" fmla="*/ 1062240 h 1065273"/>
              <a:gd name="csX8864" fmla="*/ 1531998 w 1728164"/>
              <a:gd name="csY8864" fmla="*/ 1062249 h 1065273"/>
              <a:gd name="csX8865" fmla="*/ 1532167 w 1728164"/>
              <a:gd name="csY8865" fmla="*/ 1062258 h 1065273"/>
              <a:gd name="csX8866" fmla="*/ 1532345 w 1728164"/>
              <a:gd name="csY8866" fmla="*/ 1062266 h 1065273"/>
              <a:gd name="csX8867" fmla="*/ 1532514 w 1728164"/>
              <a:gd name="csY8867" fmla="*/ 1062275 h 1065273"/>
              <a:gd name="csX8868" fmla="*/ 1532692 w 1728164"/>
              <a:gd name="csY8868" fmla="*/ 1062284 h 1065273"/>
              <a:gd name="csX8869" fmla="*/ 1532861 w 1728164"/>
              <a:gd name="csY8869" fmla="*/ 1062293 h 1065273"/>
              <a:gd name="csX8870" fmla="*/ 1533039 w 1728164"/>
              <a:gd name="csY8870" fmla="*/ 1062302 h 1065273"/>
              <a:gd name="csX8871" fmla="*/ 1533208 w 1728164"/>
              <a:gd name="csY8871" fmla="*/ 1062311 h 1065273"/>
              <a:gd name="csX8872" fmla="*/ 1533377 w 1728164"/>
              <a:gd name="csY8872" fmla="*/ 1062311 h 1065273"/>
              <a:gd name="csX8873" fmla="*/ 1533555 w 1728164"/>
              <a:gd name="csY8873" fmla="*/ 1062320 h 1065273"/>
              <a:gd name="csX8874" fmla="*/ 1533724 w 1728164"/>
              <a:gd name="csY8874" fmla="*/ 1062329 h 1065273"/>
              <a:gd name="csX8875" fmla="*/ 1533902 w 1728164"/>
              <a:gd name="csY8875" fmla="*/ 1062338 h 1065273"/>
              <a:gd name="csX8876" fmla="*/ 1534071 w 1728164"/>
              <a:gd name="csY8876" fmla="*/ 1062347 h 1065273"/>
              <a:gd name="csX8877" fmla="*/ 1534249 w 1728164"/>
              <a:gd name="csY8877" fmla="*/ 1062355 h 1065273"/>
              <a:gd name="csX8878" fmla="*/ 1534418 w 1728164"/>
              <a:gd name="csY8878" fmla="*/ 1062364 h 1065273"/>
              <a:gd name="csX8879" fmla="*/ 1534587 w 1728164"/>
              <a:gd name="csY8879" fmla="*/ 1062373 h 1065273"/>
              <a:gd name="csX8880" fmla="*/ 1534765 w 1728164"/>
              <a:gd name="csY8880" fmla="*/ 1062382 h 1065273"/>
              <a:gd name="csX8881" fmla="*/ 1534934 w 1728164"/>
              <a:gd name="csY8881" fmla="*/ 1062382 h 1065273"/>
              <a:gd name="csX8882" fmla="*/ 1535112 w 1728164"/>
              <a:gd name="csY8882" fmla="*/ 1062391 h 1065273"/>
              <a:gd name="csX8883" fmla="*/ 1535281 w 1728164"/>
              <a:gd name="csY8883" fmla="*/ 1062400 h 1065273"/>
              <a:gd name="csX8884" fmla="*/ 1535459 w 1728164"/>
              <a:gd name="csY8884" fmla="*/ 1062409 h 1065273"/>
              <a:gd name="csX8885" fmla="*/ 1535628 w 1728164"/>
              <a:gd name="csY8885" fmla="*/ 1062418 h 1065273"/>
              <a:gd name="csX8886" fmla="*/ 1535797 w 1728164"/>
              <a:gd name="csY8886" fmla="*/ 1062427 h 1065273"/>
              <a:gd name="csX8887" fmla="*/ 1535975 w 1728164"/>
              <a:gd name="csY8887" fmla="*/ 1062435 h 1065273"/>
              <a:gd name="csX8888" fmla="*/ 1536144 w 1728164"/>
              <a:gd name="csY8888" fmla="*/ 1062435 h 1065273"/>
              <a:gd name="csX8889" fmla="*/ 1536322 w 1728164"/>
              <a:gd name="csY8889" fmla="*/ 1062444 h 1065273"/>
              <a:gd name="csX8890" fmla="*/ 1536491 w 1728164"/>
              <a:gd name="csY8890" fmla="*/ 1062453 h 1065273"/>
              <a:gd name="csX8891" fmla="*/ 1536669 w 1728164"/>
              <a:gd name="csY8891" fmla="*/ 1062462 h 1065273"/>
              <a:gd name="csX8892" fmla="*/ 1536838 w 1728164"/>
              <a:gd name="csY8892" fmla="*/ 1062471 h 1065273"/>
              <a:gd name="csX8893" fmla="*/ 1537007 w 1728164"/>
              <a:gd name="csY8893" fmla="*/ 1062480 h 1065273"/>
              <a:gd name="csX8894" fmla="*/ 1537185 w 1728164"/>
              <a:gd name="csY8894" fmla="*/ 1062489 h 1065273"/>
              <a:gd name="csX8895" fmla="*/ 1537354 w 1728164"/>
              <a:gd name="csY8895" fmla="*/ 1062489 h 1065273"/>
              <a:gd name="csX8896" fmla="*/ 1537532 w 1728164"/>
              <a:gd name="csY8896" fmla="*/ 1062498 h 1065273"/>
              <a:gd name="csX8897" fmla="*/ 1537701 w 1728164"/>
              <a:gd name="csY8897" fmla="*/ 1062507 h 1065273"/>
              <a:gd name="csX8898" fmla="*/ 1537879 w 1728164"/>
              <a:gd name="csY8898" fmla="*/ 1062516 h 1065273"/>
              <a:gd name="csX8899" fmla="*/ 1538048 w 1728164"/>
              <a:gd name="csY8899" fmla="*/ 1062524 h 1065273"/>
              <a:gd name="csX8900" fmla="*/ 1538217 w 1728164"/>
              <a:gd name="csY8900" fmla="*/ 1062533 h 1065273"/>
              <a:gd name="csX8901" fmla="*/ 1538395 w 1728164"/>
              <a:gd name="csY8901" fmla="*/ 1062533 h 1065273"/>
              <a:gd name="csX8902" fmla="*/ 1538564 w 1728164"/>
              <a:gd name="csY8902" fmla="*/ 1062542 h 1065273"/>
              <a:gd name="csX8903" fmla="*/ 1538742 w 1728164"/>
              <a:gd name="csY8903" fmla="*/ 1062551 h 1065273"/>
              <a:gd name="csX8904" fmla="*/ 1538911 w 1728164"/>
              <a:gd name="csY8904" fmla="*/ 1062560 h 1065273"/>
              <a:gd name="csX8905" fmla="*/ 1539089 w 1728164"/>
              <a:gd name="csY8905" fmla="*/ 1062569 h 1065273"/>
              <a:gd name="csX8906" fmla="*/ 1539258 w 1728164"/>
              <a:gd name="csY8906" fmla="*/ 1062578 h 1065273"/>
              <a:gd name="csX8907" fmla="*/ 1539427 w 1728164"/>
              <a:gd name="csY8907" fmla="*/ 1062578 h 1065273"/>
              <a:gd name="csX8908" fmla="*/ 1539605 w 1728164"/>
              <a:gd name="csY8908" fmla="*/ 1062587 h 1065273"/>
              <a:gd name="csX8909" fmla="*/ 1539774 w 1728164"/>
              <a:gd name="csY8909" fmla="*/ 1062596 h 1065273"/>
              <a:gd name="csX8910" fmla="*/ 1539951 w 1728164"/>
              <a:gd name="csY8910" fmla="*/ 1062605 h 1065273"/>
              <a:gd name="csX8911" fmla="*/ 1540121 w 1728164"/>
              <a:gd name="csY8911" fmla="*/ 1062613 h 1065273"/>
              <a:gd name="csX8912" fmla="*/ 1540299 w 1728164"/>
              <a:gd name="csY8912" fmla="*/ 1062622 h 1065273"/>
              <a:gd name="csX8913" fmla="*/ 1540468 w 1728164"/>
              <a:gd name="csY8913" fmla="*/ 1062622 h 1065273"/>
              <a:gd name="csX8914" fmla="*/ 1540637 w 1728164"/>
              <a:gd name="csY8914" fmla="*/ 1062631 h 1065273"/>
              <a:gd name="csX8915" fmla="*/ 1540814 w 1728164"/>
              <a:gd name="csY8915" fmla="*/ 1062640 h 1065273"/>
              <a:gd name="csX8916" fmla="*/ 1540984 w 1728164"/>
              <a:gd name="csY8916" fmla="*/ 1062649 h 1065273"/>
              <a:gd name="csX8917" fmla="*/ 1541161 w 1728164"/>
              <a:gd name="csY8917" fmla="*/ 1062658 h 1065273"/>
              <a:gd name="csX8918" fmla="*/ 1541330 w 1728164"/>
              <a:gd name="csY8918" fmla="*/ 1062658 h 1065273"/>
              <a:gd name="csX8919" fmla="*/ 1541508 w 1728164"/>
              <a:gd name="csY8919" fmla="*/ 1062667 h 1065273"/>
              <a:gd name="csX8920" fmla="*/ 1541678 w 1728164"/>
              <a:gd name="csY8920" fmla="*/ 1062676 h 1065273"/>
              <a:gd name="csX8921" fmla="*/ 1541847 w 1728164"/>
              <a:gd name="csY8921" fmla="*/ 1062685 h 1065273"/>
              <a:gd name="csX8922" fmla="*/ 1542024 w 1728164"/>
              <a:gd name="csY8922" fmla="*/ 1062694 h 1065273"/>
              <a:gd name="csX8923" fmla="*/ 1542193 w 1728164"/>
              <a:gd name="csY8923" fmla="*/ 1062694 h 1065273"/>
              <a:gd name="csX8924" fmla="*/ 1542371 w 1728164"/>
              <a:gd name="csY8924" fmla="*/ 1062702 h 1065273"/>
              <a:gd name="csX8925" fmla="*/ 1542540 w 1728164"/>
              <a:gd name="csY8925" fmla="*/ 1062711 h 1065273"/>
              <a:gd name="csX8926" fmla="*/ 1542718 w 1728164"/>
              <a:gd name="csY8926" fmla="*/ 1062720 h 1065273"/>
              <a:gd name="csX8927" fmla="*/ 1542887 w 1728164"/>
              <a:gd name="csY8927" fmla="*/ 1062720 h 1065273"/>
              <a:gd name="csX8928" fmla="*/ 1543056 w 1728164"/>
              <a:gd name="csY8928" fmla="*/ 1062729 h 1065273"/>
              <a:gd name="csX8929" fmla="*/ 1543234 w 1728164"/>
              <a:gd name="csY8929" fmla="*/ 1062738 h 1065273"/>
              <a:gd name="csX8930" fmla="*/ 1543403 w 1728164"/>
              <a:gd name="csY8930" fmla="*/ 1062747 h 1065273"/>
              <a:gd name="csX8931" fmla="*/ 1543581 w 1728164"/>
              <a:gd name="csY8931" fmla="*/ 1062756 h 1065273"/>
              <a:gd name="csX8932" fmla="*/ 1543750 w 1728164"/>
              <a:gd name="csY8932" fmla="*/ 1062756 h 1065273"/>
              <a:gd name="csX8933" fmla="*/ 1543928 w 1728164"/>
              <a:gd name="csY8933" fmla="*/ 1062765 h 1065273"/>
              <a:gd name="csX8934" fmla="*/ 1544097 w 1728164"/>
              <a:gd name="csY8934" fmla="*/ 1062774 h 1065273"/>
              <a:gd name="csX8935" fmla="*/ 1544266 w 1728164"/>
              <a:gd name="csY8935" fmla="*/ 1062782 h 1065273"/>
              <a:gd name="csX8936" fmla="*/ 1544444 w 1728164"/>
              <a:gd name="csY8936" fmla="*/ 1062782 h 1065273"/>
              <a:gd name="csX8937" fmla="*/ 1544613 w 1728164"/>
              <a:gd name="csY8937" fmla="*/ 1062791 h 1065273"/>
              <a:gd name="csX8938" fmla="*/ 1544791 w 1728164"/>
              <a:gd name="csY8938" fmla="*/ 1062800 h 1065273"/>
              <a:gd name="csX8939" fmla="*/ 1544960 w 1728164"/>
              <a:gd name="csY8939" fmla="*/ 1062809 h 1065273"/>
              <a:gd name="csX8940" fmla="*/ 1545138 w 1728164"/>
              <a:gd name="csY8940" fmla="*/ 1062809 h 1065273"/>
              <a:gd name="csX8941" fmla="*/ 1545307 w 1728164"/>
              <a:gd name="csY8941" fmla="*/ 1062818 h 1065273"/>
              <a:gd name="csX8942" fmla="*/ 1545476 w 1728164"/>
              <a:gd name="csY8942" fmla="*/ 1062827 h 1065273"/>
              <a:gd name="csX8943" fmla="*/ 1545654 w 1728164"/>
              <a:gd name="csY8943" fmla="*/ 1062836 h 1065273"/>
              <a:gd name="csX8944" fmla="*/ 1545823 w 1728164"/>
              <a:gd name="csY8944" fmla="*/ 1062836 h 1065273"/>
              <a:gd name="csX8945" fmla="*/ 1546001 w 1728164"/>
              <a:gd name="csY8945" fmla="*/ 1062845 h 1065273"/>
              <a:gd name="csX8946" fmla="*/ 1546170 w 1728164"/>
              <a:gd name="csY8946" fmla="*/ 1062854 h 1065273"/>
              <a:gd name="csX8947" fmla="*/ 1546339 w 1728164"/>
              <a:gd name="csY8947" fmla="*/ 1062862 h 1065273"/>
              <a:gd name="csX8948" fmla="*/ 1546517 w 1728164"/>
              <a:gd name="csY8948" fmla="*/ 1062862 h 1065273"/>
              <a:gd name="csX8949" fmla="*/ 1546686 w 1728164"/>
              <a:gd name="csY8949" fmla="*/ 1062871 h 1065273"/>
              <a:gd name="csX8950" fmla="*/ 1546864 w 1728164"/>
              <a:gd name="csY8950" fmla="*/ 1062880 h 1065273"/>
              <a:gd name="csX8951" fmla="*/ 1547033 w 1728164"/>
              <a:gd name="csY8951" fmla="*/ 1062889 h 1065273"/>
              <a:gd name="csX8952" fmla="*/ 1547211 w 1728164"/>
              <a:gd name="csY8952" fmla="*/ 1062889 h 1065273"/>
              <a:gd name="csX8953" fmla="*/ 1547380 w 1728164"/>
              <a:gd name="csY8953" fmla="*/ 1062898 h 1065273"/>
              <a:gd name="csX8954" fmla="*/ 1547549 w 1728164"/>
              <a:gd name="csY8954" fmla="*/ 1062907 h 1065273"/>
              <a:gd name="csX8955" fmla="*/ 1547727 w 1728164"/>
              <a:gd name="csY8955" fmla="*/ 1062916 h 1065273"/>
              <a:gd name="csX8956" fmla="*/ 1547896 w 1728164"/>
              <a:gd name="csY8956" fmla="*/ 1062916 h 1065273"/>
              <a:gd name="csX8957" fmla="*/ 1548074 w 1728164"/>
              <a:gd name="csY8957" fmla="*/ 1062925 h 1065273"/>
              <a:gd name="csX8958" fmla="*/ 1548243 w 1728164"/>
              <a:gd name="csY8958" fmla="*/ 1062934 h 1065273"/>
              <a:gd name="csX8959" fmla="*/ 1548421 w 1728164"/>
              <a:gd name="csY8959" fmla="*/ 1062934 h 1065273"/>
              <a:gd name="csX8960" fmla="*/ 1548590 w 1728164"/>
              <a:gd name="csY8960" fmla="*/ 1062943 h 1065273"/>
              <a:gd name="csX8961" fmla="*/ 1548759 w 1728164"/>
              <a:gd name="csY8961" fmla="*/ 1062951 h 1065273"/>
              <a:gd name="csX8962" fmla="*/ 1548937 w 1728164"/>
              <a:gd name="csY8962" fmla="*/ 1062960 h 1065273"/>
              <a:gd name="csX8963" fmla="*/ 1549106 w 1728164"/>
              <a:gd name="csY8963" fmla="*/ 1062960 h 1065273"/>
              <a:gd name="csX8964" fmla="*/ 1549284 w 1728164"/>
              <a:gd name="csY8964" fmla="*/ 1062969 h 1065273"/>
              <a:gd name="csX8965" fmla="*/ 1549453 w 1728164"/>
              <a:gd name="csY8965" fmla="*/ 1062978 h 1065273"/>
              <a:gd name="csX8966" fmla="*/ 1549631 w 1728164"/>
              <a:gd name="csY8966" fmla="*/ 1062978 h 1065273"/>
              <a:gd name="csX8967" fmla="*/ 1549800 w 1728164"/>
              <a:gd name="csY8967" fmla="*/ 1062987 h 1065273"/>
              <a:gd name="csX8968" fmla="*/ 1549969 w 1728164"/>
              <a:gd name="csY8968" fmla="*/ 1062996 h 1065273"/>
              <a:gd name="csX8969" fmla="*/ 1550147 w 1728164"/>
              <a:gd name="csY8969" fmla="*/ 1063005 h 1065273"/>
              <a:gd name="csX8970" fmla="*/ 1550316 w 1728164"/>
              <a:gd name="csY8970" fmla="*/ 1063005 h 1065273"/>
              <a:gd name="csX8971" fmla="*/ 1550494 w 1728164"/>
              <a:gd name="csY8971" fmla="*/ 1063014 h 1065273"/>
              <a:gd name="csX8972" fmla="*/ 1550663 w 1728164"/>
              <a:gd name="csY8972" fmla="*/ 1063023 h 1065273"/>
              <a:gd name="csX8973" fmla="*/ 1550841 w 1728164"/>
              <a:gd name="csY8973" fmla="*/ 1063023 h 1065273"/>
              <a:gd name="csX8974" fmla="*/ 1551010 w 1728164"/>
              <a:gd name="csY8974" fmla="*/ 1063032 h 1065273"/>
              <a:gd name="csX8975" fmla="*/ 1551179 w 1728164"/>
              <a:gd name="csY8975" fmla="*/ 1063040 h 1065273"/>
              <a:gd name="csX8976" fmla="*/ 1551357 w 1728164"/>
              <a:gd name="csY8976" fmla="*/ 1063040 h 1065273"/>
              <a:gd name="csX8977" fmla="*/ 1551526 w 1728164"/>
              <a:gd name="csY8977" fmla="*/ 1063049 h 1065273"/>
              <a:gd name="csX8978" fmla="*/ 1551704 w 1728164"/>
              <a:gd name="csY8978" fmla="*/ 1063058 h 1065273"/>
              <a:gd name="csX8979" fmla="*/ 1551873 w 1728164"/>
              <a:gd name="csY8979" fmla="*/ 1063058 h 1065273"/>
              <a:gd name="csX8980" fmla="*/ 1552051 w 1728164"/>
              <a:gd name="csY8980" fmla="*/ 1063067 h 1065273"/>
              <a:gd name="csX8981" fmla="*/ 1552220 w 1728164"/>
              <a:gd name="csY8981" fmla="*/ 1063076 h 1065273"/>
              <a:gd name="csX8982" fmla="*/ 1552389 w 1728164"/>
              <a:gd name="csY8982" fmla="*/ 1063085 h 1065273"/>
              <a:gd name="csX8983" fmla="*/ 1552567 w 1728164"/>
              <a:gd name="csY8983" fmla="*/ 1063085 h 1065273"/>
              <a:gd name="csX8984" fmla="*/ 1552736 w 1728164"/>
              <a:gd name="csY8984" fmla="*/ 1063094 h 1065273"/>
              <a:gd name="csX8985" fmla="*/ 1552914 w 1728164"/>
              <a:gd name="csY8985" fmla="*/ 1063103 h 1065273"/>
              <a:gd name="csX8986" fmla="*/ 1553083 w 1728164"/>
              <a:gd name="csY8986" fmla="*/ 1063103 h 1065273"/>
              <a:gd name="csX8987" fmla="*/ 1553261 w 1728164"/>
              <a:gd name="csY8987" fmla="*/ 1063112 h 1065273"/>
              <a:gd name="csX8988" fmla="*/ 1553430 w 1728164"/>
              <a:gd name="csY8988" fmla="*/ 1063121 h 1065273"/>
              <a:gd name="csX8989" fmla="*/ 1553599 w 1728164"/>
              <a:gd name="csY8989" fmla="*/ 1063121 h 1065273"/>
              <a:gd name="csX8990" fmla="*/ 1553777 w 1728164"/>
              <a:gd name="csY8990" fmla="*/ 1063129 h 1065273"/>
              <a:gd name="csX8991" fmla="*/ 1553946 w 1728164"/>
              <a:gd name="csY8991" fmla="*/ 1063138 h 1065273"/>
              <a:gd name="csX8992" fmla="*/ 1554124 w 1728164"/>
              <a:gd name="csY8992" fmla="*/ 1063138 h 1065273"/>
              <a:gd name="csX8993" fmla="*/ 1554293 w 1728164"/>
              <a:gd name="csY8993" fmla="*/ 1063147 h 1065273"/>
              <a:gd name="csX8994" fmla="*/ 1554471 w 1728164"/>
              <a:gd name="csY8994" fmla="*/ 1063156 h 1065273"/>
              <a:gd name="csX8995" fmla="*/ 1554640 w 1728164"/>
              <a:gd name="csY8995" fmla="*/ 1063156 h 1065273"/>
              <a:gd name="csX8996" fmla="*/ 1554809 w 1728164"/>
              <a:gd name="csY8996" fmla="*/ 1063165 h 1065273"/>
              <a:gd name="csX8997" fmla="*/ 1554987 w 1728164"/>
              <a:gd name="csY8997" fmla="*/ 1063174 h 1065273"/>
              <a:gd name="csX8998" fmla="*/ 1555156 w 1728164"/>
              <a:gd name="csY8998" fmla="*/ 1063174 h 1065273"/>
              <a:gd name="csX8999" fmla="*/ 1555333 w 1728164"/>
              <a:gd name="csY8999" fmla="*/ 1063183 h 1065273"/>
              <a:gd name="csX9000" fmla="*/ 1555502 w 1728164"/>
              <a:gd name="csY9000" fmla="*/ 1063192 h 1065273"/>
              <a:gd name="csX9001" fmla="*/ 1555681 w 1728164"/>
              <a:gd name="csY9001" fmla="*/ 1063192 h 1065273"/>
              <a:gd name="csX9002" fmla="*/ 1555850 w 1728164"/>
              <a:gd name="csY9002" fmla="*/ 1063201 h 1065273"/>
              <a:gd name="csX9003" fmla="*/ 1556019 w 1728164"/>
              <a:gd name="csY9003" fmla="*/ 1063201 h 1065273"/>
              <a:gd name="csX9004" fmla="*/ 1556196 w 1728164"/>
              <a:gd name="csY9004" fmla="*/ 1063209 h 1065273"/>
              <a:gd name="csX9005" fmla="*/ 1556366 w 1728164"/>
              <a:gd name="csY9005" fmla="*/ 1063218 h 1065273"/>
              <a:gd name="csX9006" fmla="*/ 1556543 w 1728164"/>
              <a:gd name="csY9006" fmla="*/ 1063218 h 1065273"/>
              <a:gd name="csX9007" fmla="*/ 1556712 w 1728164"/>
              <a:gd name="csY9007" fmla="*/ 1063227 h 1065273"/>
              <a:gd name="csX9008" fmla="*/ 1556890 w 1728164"/>
              <a:gd name="csY9008" fmla="*/ 1063236 h 1065273"/>
              <a:gd name="csX9009" fmla="*/ 1557059 w 1728164"/>
              <a:gd name="csY9009" fmla="*/ 1063236 h 1065273"/>
              <a:gd name="csX9010" fmla="*/ 1557229 w 1728164"/>
              <a:gd name="csY9010" fmla="*/ 1063245 h 1065273"/>
              <a:gd name="csX9011" fmla="*/ 1557406 w 1728164"/>
              <a:gd name="csY9011" fmla="*/ 1063254 h 1065273"/>
              <a:gd name="csX9012" fmla="*/ 1557575 w 1728164"/>
              <a:gd name="csY9012" fmla="*/ 1063254 h 1065273"/>
              <a:gd name="csX9013" fmla="*/ 1557753 w 1728164"/>
              <a:gd name="csY9013" fmla="*/ 1063263 h 1065273"/>
              <a:gd name="csX9014" fmla="*/ 1557922 w 1728164"/>
              <a:gd name="csY9014" fmla="*/ 1063263 h 1065273"/>
              <a:gd name="csX9015" fmla="*/ 1558100 w 1728164"/>
              <a:gd name="csY9015" fmla="*/ 1063272 h 1065273"/>
              <a:gd name="csX9016" fmla="*/ 1558269 w 1728164"/>
              <a:gd name="csY9016" fmla="*/ 1063281 h 1065273"/>
              <a:gd name="csX9017" fmla="*/ 1558438 w 1728164"/>
              <a:gd name="csY9017" fmla="*/ 1063281 h 1065273"/>
              <a:gd name="csX9018" fmla="*/ 1558616 w 1728164"/>
              <a:gd name="csY9018" fmla="*/ 1063289 h 1065273"/>
              <a:gd name="csX9019" fmla="*/ 1558785 w 1728164"/>
              <a:gd name="csY9019" fmla="*/ 1063298 h 1065273"/>
              <a:gd name="csX9020" fmla="*/ 1558963 w 1728164"/>
              <a:gd name="csY9020" fmla="*/ 1063298 h 1065273"/>
              <a:gd name="csX9021" fmla="*/ 1559132 w 1728164"/>
              <a:gd name="csY9021" fmla="*/ 1063307 h 1065273"/>
              <a:gd name="csX9022" fmla="*/ 1559310 w 1728164"/>
              <a:gd name="csY9022" fmla="*/ 1063307 h 1065273"/>
              <a:gd name="csX9023" fmla="*/ 1559479 w 1728164"/>
              <a:gd name="csY9023" fmla="*/ 1063316 h 1065273"/>
              <a:gd name="csX9024" fmla="*/ 1559648 w 1728164"/>
              <a:gd name="csY9024" fmla="*/ 1063325 h 1065273"/>
              <a:gd name="csX9025" fmla="*/ 1559826 w 1728164"/>
              <a:gd name="csY9025" fmla="*/ 1063325 h 1065273"/>
              <a:gd name="csX9026" fmla="*/ 1559995 w 1728164"/>
              <a:gd name="csY9026" fmla="*/ 1063334 h 1065273"/>
              <a:gd name="csX9027" fmla="*/ 1560173 w 1728164"/>
              <a:gd name="csY9027" fmla="*/ 1063334 h 1065273"/>
              <a:gd name="csX9028" fmla="*/ 1560342 w 1728164"/>
              <a:gd name="csY9028" fmla="*/ 1063343 h 1065273"/>
              <a:gd name="csX9029" fmla="*/ 1560520 w 1728164"/>
              <a:gd name="csY9029" fmla="*/ 1063352 h 1065273"/>
              <a:gd name="csX9030" fmla="*/ 1560689 w 1728164"/>
              <a:gd name="csY9030" fmla="*/ 1063352 h 1065273"/>
              <a:gd name="csX9031" fmla="*/ 1560858 w 1728164"/>
              <a:gd name="csY9031" fmla="*/ 1063361 h 1065273"/>
              <a:gd name="csX9032" fmla="*/ 1561036 w 1728164"/>
              <a:gd name="csY9032" fmla="*/ 1063361 h 1065273"/>
              <a:gd name="csX9033" fmla="*/ 1561205 w 1728164"/>
              <a:gd name="csY9033" fmla="*/ 1063370 h 1065273"/>
              <a:gd name="csX9034" fmla="*/ 1561383 w 1728164"/>
              <a:gd name="csY9034" fmla="*/ 1063379 h 1065273"/>
              <a:gd name="csX9035" fmla="*/ 1561552 w 1728164"/>
              <a:gd name="csY9035" fmla="*/ 1063379 h 1065273"/>
              <a:gd name="csX9036" fmla="*/ 1561730 w 1728164"/>
              <a:gd name="csY9036" fmla="*/ 1063387 h 1065273"/>
              <a:gd name="csX9037" fmla="*/ 1561899 w 1728164"/>
              <a:gd name="csY9037" fmla="*/ 1063387 h 1065273"/>
              <a:gd name="csX9038" fmla="*/ 1562068 w 1728164"/>
              <a:gd name="csY9038" fmla="*/ 1063396 h 1065273"/>
              <a:gd name="csX9039" fmla="*/ 1562246 w 1728164"/>
              <a:gd name="csY9039" fmla="*/ 1063405 h 1065273"/>
              <a:gd name="csX9040" fmla="*/ 1562415 w 1728164"/>
              <a:gd name="csY9040" fmla="*/ 1063405 h 1065273"/>
              <a:gd name="csX9041" fmla="*/ 1562593 w 1728164"/>
              <a:gd name="csY9041" fmla="*/ 1063414 h 1065273"/>
              <a:gd name="csX9042" fmla="*/ 1562762 w 1728164"/>
              <a:gd name="csY9042" fmla="*/ 1063414 h 1065273"/>
              <a:gd name="csX9043" fmla="*/ 1562940 w 1728164"/>
              <a:gd name="csY9043" fmla="*/ 1063423 h 1065273"/>
              <a:gd name="csX9044" fmla="*/ 1563109 w 1728164"/>
              <a:gd name="csY9044" fmla="*/ 1063432 h 1065273"/>
              <a:gd name="csX9045" fmla="*/ 1563278 w 1728164"/>
              <a:gd name="csY9045" fmla="*/ 1063432 h 1065273"/>
              <a:gd name="csX9046" fmla="*/ 1563456 w 1728164"/>
              <a:gd name="csY9046" fmla="*/ 1063441 h 1065273"/>
              <a:gd name="csX9047" fmla="*/ 1563625 w 1728164"/>
              <a:gd name="csY9047" fmla="*/ 1063441 h 1065273"/>
              <a:gd name="csX9048" fmla="*/ 1563803 w 1728164"/>
              <a:gd name="csY9048" fmla="*/ 1063450 h 1065273"/>
              <a:gd name="csX9049" fmla="*/ 1563972 w 1728164"/>
              <a:gd name="csY9049" fmla="*/ 1063450 h 1065273"/>
              <a:gd name="csX9050" fmla="*/ 1564150 w 1728164"/>
              <a:gd name="csY9050" fmla="*/ 1063459 h 1065273"/>
              <a:gd name="csX9051" fmla="*/ 1564319 w 1728164"/>
              <a:gd name="csY9051" fmla="*/ 1063467 h 1065273"/>
              <a:gd name="csX9052" fmla="*/ 1564488 w 1728164"/>
              <a:gd name="csY9052" fmla="*/ 1063467 h 1065273"/>
              <a:gd name="csX9053" fmla="*/ 1564666 w 1728164"/>
              <a:gd name="csY9053" fmla="*/ 1063476 h 1065273"/>
              <a:gd name="csX9054" fmla="*/ 1564835 w 1728164"/>
              <a:gd name="csY9054" fmla="*/ 1063476 h 1065273"/>
              <a:gd name="csX9055" fmla="*/ 1565013 w 1728164"/>
              <a:gd name="csY9055" fmla="*/ 1063485 h 1065273"/>
              <a:gd name="csX9056" fmla="*/ 1565182 w 1728164"/>
              <a:gd name="csY9056" fmla="*/ 1063485 h 1065273"/>
              <a:gd name="csX9057" fmla="*/ 1565351 w 1728164"/>
              <a:gd name="csY9057" fmla="*/ 1063494 h 1065273"/>
              <a:gd name="csX9058" fmla="*/ 1565529 w 1728164"/>
              <a:gd name="csY9058" fmla="*/ 1063503 h 1065273"/>
              <a:gd name="csX9059" fmla="*/ 1565698 w 1728164"/>
              <a:gd name="csY9059" fmla="*/ 1063503 h 1065273"/>
              <a:gd name="csX9060" fmla="*/ 1565876 w 1728164"/>
              <a:gd name="csY9060" fmla="*/ 1063512 h 1065273"/>
              <a:gd name="csX9061" fmla="*/ 1566045 w 1728164"/>
              <a:gd name="csY9061" fmla="*/ 1063512 h 1065273"/>
              <a:gd name="csX9062" fmla="*/ 1566223 w 1728164"/>
              <a:gd name="csY9062" fmla="*/ 1063521 h 1065273"/>
              <a:gd name="csX9063" fmla="*/ 1566392 w 1728164"/>
              <a:gd name="csY9063" fmla="*/ 1063521 h 1065273"/>
              <a:gd name="csX9064" fmla="*/ 1566561 w 1728164"/>
              <a:gd name="csY9064" fmla="*/ 1063530 h 1065273"/>
              <a:gd name="csX9065" fmla="*/ 1566739 w 1728164"/>
              <a:gd name="csY9065" fmla="*/ 1063530 h 1065273"/>
              <a:gd name="csX9066" fmla="*/ 1566908 w 1728164"/>
              <a:gd name="csY9066" fmla="*/ 1063539 h 1065273"/>
              <a:gd name="csX9067" fmla="*/ 1567086 w 1728164"/>
              <a:gd name="csY9067" fmla="*/ 1063539 h 1065273"/>
              <a:gd name="csX9068" fmla="*/ 1567255 w 1728164"/>
              <a:gd name="csY9068" fmla="*/ 1063548 h 1065273"/>
              <a:gd name="csX9069" fmla="*/ 1567433 w 1728164"/>
              <a:gd name="csY9069" fmla="*/ 1063556 h 1065273"/>
              <a:gd name="csX9070" fmla="*/ 1567602 w 1728164"/>
              <a:gd name="csY9070" fmla="*/ 1063556 h 1065273"/>
              <a:gd name="csX9071" fmla="*/ 1567771 w 1728164"/>
              <a:gd name="csY9071" fmla="*/ 1063565 h 1065273"/>
              <a:gd name="csX9072" fmla="*/ 1567949 w 1728164"/>
              <a:gd name="csY9072" fmla="*/ 1063565 h 1065273"/>
              <a:gd name="csX9073" fmla="*/ 1568118 w 1728164"/>
              <a:gd name="csY9073" fmla="*/ 1063574 h 1065273"/>
              <a:gd name="csX9074" fmla="*/ 1568296 w 1728164"/>
              <a:gd name="csY9074" fmla="*/ 1063574 h 1065273"/>
              <a:gd name="csX9075" fmla="*/ 1568465 w 1728164"/>
              <a:gd name="csY9075" fmla="*/ 1063583 h 1065273"/>
              <a:gd name="csX9076" fmla="*/ 1568643 w 1728164"/>
              <a:gd name="csY9076" fmla="*/ 1063583 h 1065273"/>
              <a:gd name="csX9077" fmla="*/ 1568812 w 1728164"/>
              <a:gd name="csY9077" fmla="*/ 1063592 h 1065273"/>
              <a:gd name="csX9078" fmla="*/ 1568981 w 1728164"/>
              <a:gd name="csY9078" fmla="*/ 1063592 h 1065273"/>
              <a:gd name="csX9079" fmla="*/ 1569159 w 1728164"/>
              <a:gd name="csY9079" fmla="*/ 1063601 h 1065273"/>
              <a:gd name="csX9080" fmla="*/ 1569328 w 1728164"/>
              <a:gd name="csY9080" fmla="*/ 1063601 h 1065273"/>
              <a:gd name="csX9081" fmla="*/ 1569505 w 1728164"/>
              <a:gd name="csY9081" fmla="*/ 1063610 h 1065273"/>
              <a:gd name="csX9082" fmla="*/ 1569675 w 1728164"/>
              <a:gd name="csY9082" fmla="*/ 1063619 h 1065273"/>
              <a:gd name="csX9083" fmla="*/ 1569853 w 1728164"/>
              <a:gd name="csY9083" fmla="*/ 1063619 h 1065273"/>
              <a:gd name="csX9084" fmla="*/ 1570022 w 1728164"/>
              <a:gd name="csY9084" fmla="*/ 1063628 h 1065273"/>
              <a:gd name="csX9085" fmla="*/ 1570191 w 1728164"/>
              <a:gd name="csY9085" fmla="*/ 1063628 h 1065273"/>
              <a:gd name="csX9086" fmla="*/ 1570369 w 1728164"/>
              <a:gd name="csY9086" fmla="*/ 1063636 h 1065273"/>
              <a:gd name="csX9087" fmla="*/ 1570538 w 1728164"/>
              <a:gd name="csY9087" fmla="*/ 1063636 h 1065273"/>
              <a:gd name="csX9088" fmla="*/ 1570715 w 1728164"/>
              <a:gd name="csY9088" fmla="*/ 1063645 h 1065273"/>
              <a:gd name="csX9089" fmla="*/ 1570884 w 1728164"/>
              <a:gd name="csY9089" fmla="*/ 1063645 h 1065273"/>
              <a:gd name="csX9090" fmla="*/ 1571062 w 1728164"/>
              <a:gd name="csY9090" fmla="*/ 1063654 h 1065273"/>
              <a:gd name="csX9091" fmla="*/ 1571232 w 1728164"/>
              <a:gd name="csY9091" fmla="*/ 1063654 h 1065273"/>
              <a:gd name="csX9092" fmla="*/ 1571401 w 1728164"/>
              <a:gd name="csY9092" fmla="*/ 1063663 h 1065273"/>
              <a:gd name="csX9093" fmla="*/ 1571578 w 1728164"/>
              <a:gd name="csY9093" fmla="*/ 1063663 h 1065273"/>
              <a:gd name="csX9094" fmla="*/ 1571747 w 1728164"/>
              <a:gd name="csY9094" fmla="*/ 1063672 h 1065273"/>
              <a:gd name="csX9095" fmla="*/ 1571925 w 1728164"/>
              <a:gd name="csY9095" fmla="*/ 1063672 h 1065273"/>
              <a:gd name="csX9096" fmla="*/ 1572094 w 1728164"/>
              <a:gd name="csY9096" fmla="*/ 1063681 h 1065273"/>
              <a:gd name="csX9097" fmla="*/ 1572272 w 1728164"/>
              <a:gd name="csY9097" fmla="*/ 1063681 h 1065273"/>
              <a:gd name="csX9098" fmla="*/ 1572441 w 1728164"/>
              <a:gd name="csY9098" fmla="*/ 1063690 h 1065273"/>
              <a:gd name="csX9099" fmla="*/ 1572610 w 1728164"/>
              <a:gd name="csY9099" fmla="*/ 1063690 h 1065273"/>
              <a:gd name="csX9100" fmla="*/ 1572788 w 1728164"/>
              <a:gd name="csY9100" fmla="*/ 1063699 h 1065273"/>
              <a:gd name="csX9101" fmla="*/ 1572957 w 1728164"/>
              <a:gd name="csY9101" fmla="*/ 1063699 h 1065273"/>
              <a:gd name="csX9102" fmla="*/ 1573135 w 1728164"/>
              <a:gd name="csY9102" fmla="*/ 1063708 h 1065273"/>
              <a:gd name="csX9103" fmla="*/ 1573304 w 1728164"/>
              <a:gd name="csY9103" fmla="*/ 1063708 h 1065273"/>
              <a:gd name="csX9104" fmla="*/ 1573482 w 1728164"/>
              <a:gd name="csY9104" fmla="*/ 1063717 h 1065273"/>
              <a:gd name="csX9105" fmla="*/ 1573651 w 1728164"/>
              <a:gd name="csY9105" fmla="*/ 1063717 h 1065273"/>
              <a:gd name="csX9106" fmla="*/ 1573820 w 1728164"/>
              <a:gd name="csY9106" fmla="*/ 1063725 h 1065273"/>
              <a:gd name="csX9107" fmla="*/ 1573998 w 1728164"/>
              <a:gd name="csY9107" fmla="*/ 1063725 h 1065273"/>
              <a:gd name="csX9108" fmla="*/ 1574167 w 1728164"/>
              <a:gd name="csY9108" fmla="*/ 1063734 h 1065273"/>
              <a:gd name="csX9109" fmla="*/ 1574345 w 1728164"/>
              <a:gd name="csY9109" fmla="*/ 1063734 h 1065273"/>
              <a:gd name="csX9110" fmla="*/ 1574514 w 1728164"/>
              <a:gd name="csY9110" fmla="*/ 1063743 h 1065273"/>
              <a:gd name="csX9111" fmla="*/ 1574692 w 1728164"/>
              <a:gd name="csY9111" fmla="*/ 1063743 h 1065273"/>
              <a:gd name="csX9112" fmla="*/ 1574861 w 1728164"/>
              <a:gd name="csY9112" fmla="*/ 1063752 h 1065273"/>
              <a:gd name="csX9113" fmla="*/ 1575030 w 1728164"/>
              <a:gd name="csY9113" fmla="*/ 1063752 h 1065273"/>
              <a:gd name="csX9114" fmla="*/ 1575208 w 1728164"/>
              <a:gd name="csY9114" fmla="*/ 1063761 h 1065273"/>
              <a:gd name="csX9115" fmla="*/ 1575377 w 1728164"/>
              <a:gd name="csY9115" fmla="*/ 1063761 h 1065273"/>
              <a:gd name="csX9116" fmla="*/ 1575555 w 1728164"/>
              <a:gd name="csY9116" fmla="*/ 1063770 h 1065273"/>
              <a:gd name="csX9117" fmla="*/ 1575724 w 1728164"/>
              <a:gd name="csY9117" fmla="*/ 1063770 h 1065273"/>
              <a:gd name="csX9118" fmla="*/ 1575902 w 1728164"/>
              <a:gd name="csY9118" fmla="*/ 1063779 h 1065273"/>
              <a:gd name="csX9119" fmla="*/ 1576071 w 1728164"/>
              <a:gd name="csY9119" fmla="*/ 1063779 h 1065273"/>
              <a:gd name="csX9120" fmla="*/ 1576240 w 1728164"/>
              <a:gd name="csY9120" fmla="*/ 1063788 h 1065273"/>
              <a:gd name="csX9121" fmla="*/ 1576418 w 1728164"/>
              <a:gd name="csY9121" fmla="*/ 1063788 h 1065273"/>
              <a:gd name="csX9122" fmla="*/ 1576587 w 1728164"/>
              <a:gd name="csY9122" fmla="*/ 1063797 h 1065273"/>
              <a:gd name="csX9123" fmla="*/ 1576765 w 1728164"/>
              <a:gd name="csY9123" fmla="*/ 1063797 h 1065273"/>
              <a:gd name="csX9124" fmla="*/ 1576934 w 1728164"/>
              <a:gd name="csY9124" fmla="*/ 1063797 h 1065273"/>
              <a:gd name="csX9125" fmla="*/ 1577112 w 1728164"/>
              <a:gd name="csY9125" fmla="*/ 1063806 h 1065273"/>
              <a:gd name="csX9126" fmla="*/ 1577281 w 1728164"/>
              <a:gd name="csY9126" fmla="*/ 1063806 h 1065273"/>
              <a:gd name="csX9127" fmla="*/ 1577450 w 1728164"/>
              <a:gd name="csY9127" fmla="*/ 1063814 h 1065273"/>
              <a:gd name="csX9128" fmla="*/ 1577628 w 1728164"/>
              <a:gd name="csY9128" fmla="*/ 1063814 h 1065273"/>
              <a:gd name="csX9129" fmla="*/ 1577797 w 1728164"/>
              <a:gd name="csY9129" fmla="*/ 1063823 h 1065273"/>
              <a:gd name="csX9130" fmla="*/ 1577975 w 1728164"/>
              <a:gd name="csY9130" fmla="*/ 1063823 h 1065273"/>
              <a:gd name="csX9131" fmla="*/ 1578144 w 1728164"/>
              <a:gd name="csY9131" fmla="*/ 1063832 h 1065273"/>
              <a:gd name="csX9132" fmla="*/ 1578322 w 1728164"/>
              <a:gd name="csY9132" fmla="*/ 1063832 h 1065273"/>
              <a:gd name="csX9133" fmla="*/ 1578491 w 1728164"/>
              <a:gd name="csY9133" fmla="*/ 1063841 h 1065273"/>
              <a:gd name="csX9134" fmla="*/ 1578660 w 1728164"/>
              <a:gd name="csY9134" fmla="*/ 1063841 h 1065273"/>
              <a:gd name="csX9135" fmla="*/ 1578838 w 1728164"/>
              <a:gd name="csY9135" fmla="*/ 1063850 h 1065273"/>
              <a:gd name="csX9136" fmla="*/ 1579007 w 1728164"/>
              <a:gd name="csY9136" fmla="*/ 1063850 h 1065273"/>
              <a:gd name="csX9137" fmla="*/ 1579185 w 1728164"/>
              <a:gd name="csY9137" fmla="*/ 1063850 h 1065273"/>
              <a:gd name="csX9138" fmla="*/ 1579354 w 1728164"/>
              <a:gd name="csY9138" fmla="*/ 1063859 h 1065273"/>
              <a:gd name="csX9139" fmla="*/ 1579532 w 1728164"/>
              <a:gd name="csY9139" fmla="*/ 1063859 h 1065273"/>
              <a:gd name="csX9140" fmla="*/ 1579701 w 1728164"/>
              <a:gd name="csY9140" fmla="*/ 1063868 h 1065273"/>
              <a:gd name="csX9141" fmla="*/ 1579870 w 1728164"/>
              <a:gd name="csY9141" fmla="*/ 1063868 h 1065273"/>
              <a:gd name="csX9142" fmla="*/ 1580048 w 1728164"/>
              <a:gd name="csY9142" fmla="*/ 1063877 h 1065273"/>
              <a:gd name="csX9143" fmla="*/ 1580217 w 1728164"/>
              <a:gd name="csY9143" fmla="*/ 1063877 h 1065273"/>
              <a:gd name="csX9144" fmla="*/ 1580395 w 1728164"/>
              <a:gd name="csY9144" fmla="*/ 1063886 h 1065273"/>
              <a:gd name="csX9145" fmla="*/ 1580564 w 1728164"/>
              <a:gd name="csY9145" fmla="*/ 1063886 h 1065273"/>
              <a:gd name="csX9146" fmla="*/ 1580742 w 1728164"/>
              <a:gd name="csY9146" fmla="*/ 1063895 h 1065273"/>
              <a:gd name="csX9147" fmla="*/ 1580911 w 1728164"/>
              <a:gd name="csY9147" fmla="*/ 1063895 h 1065273"/>
              <a:gd name="csX9148" fmla="*/ 1581080 w 1728164"/>
              <a:gd name="csY9148" fmla="*/ 1063895 h 1065273"/>
              <a:gd name="csX9149" fmla="*/ 1581258 w 1728164"/>
              <a:gd name="csY9149" fmla="*/ 1063903 h 1065273"/>
              <a:gd name="csX9150" fmla="*/ 1581427 w 1728164"/>
              <a:gd name="csY9150" fmla="*/ 1063903 h 1065273"/>
              <a:gd name="csX9151" fmla="*/ 1581605 w 1728164"/>
              <a:gd name="csY9151" fmla="*/ 1063912 h 1065273"/>
              <a:gd name="csX9152" fmla="*/ 1581774 w 1728164"/>
              <a:gd name="csY9152" fmla="*/ 1063912 h 1065273"/>
              <a:gd name="csX9153" fmla="*/ 1581952 w 1728164"/>
              <a:gd name="csY9153" fmla="*/ 1063921 h 1065273"/>
              <a:gd name="csX9154" fmla="*/ 1582121 w 1728164"/>
              <a:gd name="csY9154" fmla="*/ 1063921 h 1065273"/>
              <a:gd name="csX9155" fmla="*/ 1582290 w 1728164"/>
              <a:gd name="csY9155" fmla="*/ 1063930 h 1065273"/>
              <a:gd name="csX9156" fmla="*/ 1582468 w 1728164"/>
              <a:gd name="csY9156" fmla="*/ 1063930 h 1065273"/>
              <a:gd name="csX9157" fmla="*/ 1582637 w 1728164"/>
              <a:gd name="csY9157" fmla="*/ 1063930 h 1065273"/>
              <a:gd name="csX9158" fmla="*/ 1582815 w 1728164"/>
              <a:gd name="csY9158" fmla="*/ 1063939 h 1065273"/>
              <a:gd name="csX9159" fmla="*/ 1582984 w 1728164"/>
              <a:gd name="csY9159" fmla="*/ 1063939 h 1065273"/>
              <a:gd name="csX9160" fmla="*/ 1583162 w 1728164"/>
              <a:gd name="csY9160" fmla="*/ 1063948 h 1065273"/>
              <a:gd name="csX9161" fmla="*/ 1583331 w 1728164"/>
              <a:gd name="csY9161" fmla="*/ 1063948 h 1065273"/>
              <a:gd name="csX9162" fmla="*/ 1583500 w 1728164"/>
              <a:gd name="csY9162" fmla="*/ 1063957 h 1065273"/>
              <a:gd name="csX9163" fmla="*/ 1583678 w 1728164"/>
              <a:gd name="csY9163" fmla="*/ 1063957 h 1065273"/>
              <a:gd name="csX9164" fmla="*/ 1583847 w 1728164"/>
              <a:gd name="csY9164" fmla="*/ 1063957 h 1065273"/>
              <a:gd name="csX9165" fmla="*/ 1584025 w 1728164"/>
              <a:gd name="csY9165" fmla="*/ 1063966 h 1065273"/>
              <a:gd name="csX9166" fmla="*/ 1584194 w 1728164"/>
              <a:gd name="csY9166" fmla="*/ 1063966 h 1065273"/>
              <a:gd name="csX9167" fmla="*/ 1584363 w 1728164"/>
              <a:gd name="csY9167" fmla="*/ 1063975 h 1065273"/>
              <a:gd name="csX9168" fmla="*/ 1584541 w 1728164"/>
              <a:gd name="csY9168" fmla="*/ 1063975 h 1065273"/>
              <a:gd name="csX9169" fmla="*/ 1584710 w 1728164"/>
              <a:gd name="csY9169" fmla="*/ 1063975 h 1065273"/>
              <a:gd name="csX9170" fmla="*/ 1584887 w 1728164"/>
              <a:gd name="csY9170" fmla="*/ 1063983 h 1065273"/>
              <a:gd name="csX9171" fmla="*/ 1585057 w 1728164"/>
              <a:gd name="csY9171" fmla="*/ 1063983 h 1065273"/>
              <a:gd name="csX9172" fmla="*/ 1585235 w 1728164"/>
              <a:gd name="csY9172" fmla="*/ 1063992 h 1065273"/>
              <a:gd name="csX9173" fmla="*/ 1585404 w 1728164"/>
              <a:gd name="csY9173" fmla="*/ 1063992 h 1065273"/>
              <a:gd name="csX9174" fmla="*/ 1585572 w 1728164"/>
              <a:gd name="csY9174" fmla="*/ 1064001 h 1065273"/>
              <a:gd name="csX9175" fmla="*/ 1585750 w 1728164"/>
              <a:gd name="csY9175" fmla="*/ 1064001 h 1065273"/>
              <a:gd name="csX9176" fmla="*/ 1585920 w 1728164"/>
              <a:gd name="csY9176" fmla="*/ 1064001 h 1065273"/>
              <a:gd name="csX9177" fmla="*/ 1586097 w 1728164"/>
              <a:gd name="csY9177" fmla="*/ 1064010 h 1065273"/>
              <a:gd name="csX9178" fmla="*/ 1586266 w 1728164"/>
              <a:gd name="csY9178" fmla="*/ 1064010 h 1065273"/>
              <a:gd name="csX9179" fmla="*/ 1586444 w 1728164"/>
              <a:gd name="csY9179" fmla="*/ 1064019 h 1065273"/>
              <a:gd name="csX9180" fmla="*/ 1586614 w 1728164"/>
              <a:gd name="csY9180" fmla="*/ 1064019 h 1065273"/>
              <a:gd name="csX9181" fmla="*/ 1586783 w 1728164"/>
              <a:gd name="csY9181" fmla="*/ 1064019 h 1065273"/>
              <a:gd name="csX9182" fmla="*/ 1586960 w 1728164"/>
              <a:gd name="csY9182" fmla="*/ 1064028 h 1065273"/>
              <a:gd name="csX9183" fmla="*/ 1587129 w 1728164"/>
              <a:gd name="csY9183" fmla="*/ 1064028 h 1065273"/>
              <a:gd name="csX9184" fmla="*/ 1587307 w 1728164"/>
              <a:gd name="csY9184" fmla="*/ 1064037 h 1065273"/>
              <a:gd name="csX9185" fmla="*/ 1587476 w 1728164"/>
              <a:gd name="csY9185" fmla="*/ 1064037 h 1065273"/>
              <a:gd name="csX9186" fmla="*/ 1587654 w 1728164"/>
              <a:gd name="csY9186" fmla="*/ 1064037 h 1065273"/>
              <a:gd name="csX9187" fmla="*/ 1587823 w 1728164"/>
              <a:gd name="csY9187" fmla="*/ 1064046 h 1065273"/>
              <a:gd name="csX9188" fmla="*/ 1587992 w 1728164"/>
              <a:gd name="csY9188" fmla="*/ 1064046 h 1065273"/>
              <a:gd name="csX9189" fmla="*/ 1588170 w 1728164"/>
              <a:gd name="csY9189" fmla="*/ 1064055 h 1065273"/>
              <a:gd name="csX9190" fmla="*/ 1588339 w 1728164"/>
              <a:gd name="csY9190" fmla="*/ 1064055 h 1065273"/>
              <a:gd name="csX9191" fmla="*/ 1588517 w 1728164"/>
              <a:gd name="csY9191" fmla="*/ 1064055 h 1065273"/>
              <a:gd name="csX9192" fmla="*/ 1588686 w 1728164"/>
              <a:gd name="csY9192" fmla="*/ 1064063 h 1065273"/>
              <a:gd name="csX9193" fmla="*/ 1588864 w 1728164"/>
              <a:gd name="csY9193" fmla="*/ 1064063 h 1065273"/>
              <a:gd name="csX9194" fmla="*/ 1589033 w 1728164"/>
              <a:gd name="csY9194" fmla="*/ 1064072 h 1065273"/>
              <a:gd name="csX9195" fmla="*/ 1589202 w 1728164"/>
              <a:gd name="csY9195" fmla="*/ 1064072 h 1065273"/>
              <a:gd name="csX9196" fmla="*/ 1589380 w 1728164"/>
              <a:gd name="csY9196" fmla="*/ 1064072 h 1065273"/>
              <a:gd name="csX9197" fmla="*/ 1589549 w 1728164"/>
              <a:gd name="csY9197" fmla="*/ 1064081 h 1065273"/>
              <a:gd name="csX9198" fmla="*/ 1589727 w 1728164"/>
              <a:gd name="csY9198" fmla="*/ 1064081 h 1065273"/>
              <a:gd name="csX9199" fmla="*/ 1589896 w 1728164"/>
              <a:gd name="csY9199" fmla="*/ 1064090 h 1065273"/>
              <a:gd name="csX9200" fmla="*/ 1590074 w 1728164"/>
              <a:gd name="csY9200" fmla="*/ 1064090 h 1065273"/>
              <a:gd name="csX9201" fmla="*/ 1590243 w 1728164"/>
              <a:gd name="csY9201" fmla="*/ 1064090 h 1065273"/>
              <a:gd name="csX9202" fmla="*/ 1590412 w 1728164"/>
              <a:gd name="csY9202" fmla="*/ 1064099 h 1065273"/>
              <a:gd name="csX9203" fmla="*/ 1590590 w 1728164"/>
              <a:gd name="csY9203" fmla="*/ 1064099 h 1065273"/>
              <a:gd name="csX9204" fmla="*/ 1590759 w 1728164"/>
              <a:gd name="csY9204" fmla="*/ 1064099 h 1065273"/>
              <a:gd name="csX9205" fmla="*/ 1590937 w 1728164"/>
              <a:gd name="csY9205" fmla="*/ 1064108 h 1065273"/>
              <a:gd name="csX9206" fmla="*/ 1591106 w 1728164"/>
              <a:gd name="csY9206" fmla="*/ 1064108 h 1065273"/>
              <a:gd name="csX9207" fmla="*/ 1591284 w 1728164"/>
              <a:gd name="csY9207" fmla="*/ 1064117 h 1065273"/>
              <a:gd name="csX9208" fmla="*/ 1591453 w 1728164"/>
              <a:gd name="csY9208" fmla="*/ 1064117 h 1065273"/>
              <a:gd name="csX9209" fmla="*/ 1591622 w 1728164"/>
              <a:gd name="csY9209" fmla="*/ 1064117 h 1065273"/>
              <a:gd name="csX9210" fmla="*/ 1591800 w 1728164"/>
              <a:gd name="csY9210" fmla="*/ 1064126 h 1065273"/>
              <a:gd name="csX9211" fmla="*/ 1591969 w 1728164"/>
              <a:gd name="csY9211" fmla="*/ 1064126 h 1065273"/>
              <a:gd name="csX9212" fmla="*/ 1592147 w 1728164"/>
              <a:gd name="csY9212" fmla="*/ 1064126 h 1065273"/>
              <a:gd name="csX9213" fmla="*/ 1592316 w 1728164"/>
              <a:gd name="csY9213" fmla="*/ 1064135 h 1065273"/>
              <a:gd name="csX9214" fmla="*/ 1592494 w 1728164"/>
              <a:gd name="csY9214" fmla="*/ 1064135 h 1065273"/>
              <a:gd name="csX9215" fmla="*/ 1592663 w 1728164"/>
              <a:gd name="csY9215" fmla="*/ 1064144 h 1065273"/>
              <a:gd name="csX9216" fmla="*/ 1592832 w 1728164"/>
              <a:gd name="csY9216" fmla="*/ 1064144 h 1065273"/>
              <a:gd name="csX9217" fmla="*/ 1593010 w 1728164"/>
              <a:gd name="csY9217" fmla="*/ 1064144 h 1065273"/>
              <a:gd name="csX9218" fmla="*/ 1593179 w 1728164"/>
              <a:gd name="csY9218" fmla="*/ 1064153 h 1065273"/>
              <a:gd name="csX9219" fmla="*/ 1593357 w 1728164"/>
              <a:gd name="csY9219" fmla="*/ 1064153 h 1065273"/>
              <a:gd name="csX9220" fmla="*/ 1593526 w 1728164"/>
              <a:gd name="csY9220" fmla="*/ 1064153 h 1065273"/>
              <a:gd name="csX9221" fmla="*/ 1593704 w 1728164"/>
              <a:gd name="csY9221" fmla="*/ 1064161 h 1065273"/>
              <a:gd name="csX9222" fmla="*/ 1593873 w 1728164"/>
              <a:gd name="csY9222" fmla="*/ 1064161 h 1065273"/>
              <a:gd name="csX9223" fmla="*/ 1594042 w 1728164"/>
              <a:gd name="csY9223" fmla="*/ 1064170 h 1065273"/>
              <a:gd name="csX9224" fmla="*/ 1594220 w 1728164"/>
              <a:gd name="csY9224" fmla="*/ 1064170 h 1065273"/>
              <a:gd name="csX9225" fmla="*/ 1594389 w 1728164"/>
              <a:gd name="csY9225" fmla="*/ 1064170 h 1065273"/>
              <a:gd name="csX9226" fmla="*/ 1594567 w 1728164"/>
              <a:gd name="csY9226" fmla="*/ 1064179 h 1065273"/>
              <a:gd name="csX9227" fmla="*/ 1594736 w 1728164"/>
              <a:gd name="csY9227" fmla="*/ 1064179 h 1065273"/>
              <a:gd name="csX9228" fmla="*/ 1594914 w 1728164"/>
              <a:gd name="csY9228" fmla="*/ 1064179 h 1065273"/>
              <a:gd name="csX9229" fmla="*/ 1595083 w 1728164"/>
              <a:gd name="csY9229" fmla="*/ 1064188 h 1065273"/>
              <a:gd name="csX9230" fmla="*/ 1595252 w 1728164"/>
              <a:gd name="csY9230" fmla="*/ 1064188 h 1065273"/>
              <a:gd name="csX9231" fmla="*/ 1595430 w 1728164"/>
              <a:gd name="csY9231" fmla="*/ 1064188 h 1065273"/>
              <a:gd name="csX9232" fmla="*/ 1595599 w 1728164"/>
              <a:gd name="csY9232" fmla="*/ 1064197 h 1065273"/>
              <a:gd name="csX9233" fmla="*/ 1595777 w 1728164"/>
              <a:gd name="csY9233" fmla="*/ 1064197 h 1065273"/>
              <a:gd name="csX9234" fmla="*/ 1595946 w 1728164"/>
              <a:gd name="csY9234" fmla="*/ 1064197 h 1065273"/>
              <a:gd name="csX9235" fmla="*/ 1596124 w 1728164"/>
              <a:gd name="csY9235" fmla="*/ 1064206 h 1065273"/>
              <a:gd name="csX9236" fmla="*/ 1596293 w 1728164"/>
              <a:gd name="csY9236" fmla="*/ 1064206 h 1065273"/>
              <a:gd name="csX9237" fmla="*/ 1596462 w 1728164"/>
              <a:gd name="csY9237" fmla="*/ 1064215 h 1065273"/>
              <a:gd name="csX9238" fmla="*/ 1596640 w 1728164"/>
              <a:gd name="csY9238" fmla="*/ 1064215 h 1065273"/>
              <a:gd name="csX9239" fmla="*/ 1596809 w 1728164"/>
              <a:gd name="csY9239" fmla="*/ 1064215 h 1065273"/>
              <a:gd name="csX9240" fmla="*/ 1596987 w 1728164"/>
              <a:gd name="csY9240" fmla="*/ 1064224 h 1065273"/>
              <a:gd name="csX9241" fmla="*/ 1597156 w 1728164"/>
              <a:gd name="csY9241" fmla="*/ 1064224 h 1065273"/>
              <a:gd name="csX9242" fmla="*/ 1597334 w 1728164"/>
              <a:gd name="csY9242" fmla="*/ 1064224 h 1065273"/>
              <a:gd name="csX9243" fmla="*/ 1597503 w 1728164"/>
              <a:gd name="csY9243" fmla="*/ 1064233 h 1065273"/>
              <a:gd name="csX9244" fmla="*/ 1597672 w 1728164"/>
              <a:gd name="csY9244" fmla="*/ 1064233 h 1065273"/>
              <a:gd name="csX9245" fmla="*/ 1597850 w 1728164"/>
              <a:gd name="csY9245" fmla="*/ 1064233 h 1065273"/>
              <a:gd name="csX9246" fmla="*/ 1598019 w 1728164"/>
              <a:gd name="csY9246" fmla="*/ 1064241 h 1065273"/>
              <a:gd name="csX9247" fmla="*/ 1598197 w 1728164"/>
              <a:gd name="csY9247" fmla="*/ 1064241 h 1065273"/>
              <a:gd name="csX9248" fmla="*/ 1598366 w 1728164"/>
              <a:gd name="csY9248" fmla="*/ 1064241 h 1065273"/>
              <a:gd name="csX9249" fmla="*/ 1598544 w 1728164"/>
              <a:gd name="csY9249" fmla="*/ 1064250 h 1065273"/>
              <a:gd name="csX9250" fmla="*/ 1598713 w 1728164"/>
              <a:gd name="csY9250" fmla="*/ 1064250 h 1065273"/>
              <a:gd name="csX9251" fmla="*/ 1598882 w 1728164"/>
              <a:gd name="csY9251" fmla="*/ 1064250 h 1065273"/>
              <a:gd name="csX9252" fmla="*/ 1599060 w 1728164"/>
              <a:gd name="csY9252" fmla="*/ 1064259 h 1065273"/>
              <a:gd name="csX9253" fmla="*/ 1599229 w 1728164"/>
              <a:gd name="csY9253" fmla="*/ 1064259 h 1065273"/>
              <a:gd name="csX9254" fmla="*/ 1599407 w 1728164"/>
              <a:gd name="csY9254" fmla="*/ 1064259 h 1065273"/>
              <a:gd name="csX9255" fmla="*/ 1599576 w 1728164"/>
              <a:gd name="csY9255" fmla="*/ 1064268 h 1065273"/>
              <a:gd name="csX9256" fmla="*/ 1599753 w 1728164"/>
              <a:gd name="csY9256" fmla="*/ 1064268 h 1065273"/>
              <a:gd name="csX9257" fmla="*/ 1599923 w 1728164"/>
              <a:gd name="csY9257" fmla="*/ 1064268 h 1065273"/>
              <a:gd name="csX9258" fmla="*/ 1600092 w 1728164"/>
              <a:gd name="csY9258" fmla="*/ 1064277 h 1065273"/>
              <a:gd name="csX9259" fmla="*/ 1600269 w 1728164"/>
              <a:gd name="csY9259" fmla="*/ 1064277 h 1065273"/>
              <a:gd name="csX9260" fmla="*/ 1600438 w 1728164"/>
              <a:gd name="csY9260" fmla="*/ 1064277 h 1065273"/>
              <a:gd name="csX9261" fmla="*/ 1600617 w 1728164"/>
              <a:gd name="csY9261" fmla="*/ 1064286 h 1065273"/>
              <a:gd name="csX9262" fmla="*/ 1600786 w 1728164"/>
              <a:gd name="csY9262" fmla="*/ 1064286 h 1065273"/>
              <a:gd name="csX9263" fmla="*/ 1600963 w 1728164"/>
              <a:gd name="csY9263" fmla="*/ 1064286 h 1065273"/>
              <a:gd name="csX9264" fmla="*/ 1601132 w 1728164"/>
              <a:gd name="csY9264" fmla="*/ 1064295 h 1065273"/>
              <a:gd name="csX9265" fmla="*/ 1601301 w 1728164"/>
              <a:gd name="csY9265" fmla="*/ 1064295 h 1065273"/>
              <a:gd name="csX9266" fmla="*/ 1601479 w 1728164"/>
              <a:gd name="csY9266" fmla="*/ 1064295 h 1065273"/>
              <a:gd name="csX9267" fmla="*/ 1601648 w 1728164"/>
              <a:gd name="csY9267" fmla="*/ 1064304 h 1065273"/>
              <a:gd name="csX9268" fmla="*/ 1601826 w 1728164"/>
              <a:gd name="csY9268" fmla="*/ 1064304 h 1065273"/>
              <a:gd name="csX9269" fmla="*/ 1601995 w 1728164"/>
              <a:gd name="csY9269" fmla="*/ 1064304 h 1065273"/>
              <a:gd name="csX9270" fmla="*/ 1602173 w 1728164"/>
              <a:gd name="csY9270" fmla="*/ 1064313 h 1065273"/>
              <a:gd name="csX9271" fmla="*/ 1602342 w 1728164"/>
              <a:gd name="csY9271" fmla="*/ 1064313 h 1065273"/>
              <a:gd name="csX9272" fmla="*/ 1602511 w 1728164"/>
              <a:gd name="csY9272" fmla="*/ 1064313 h 1065273"/>
              <a:gd name="csX9273" fmla="*/ 1602689 w 1728164"/>
              <a:gd name="csY9273" fmla="*/ 1064313 h 1065273"/>
              <a:gd name="csX9274" fmla="*/ 1602858 w 1728164"/>
              <a:gd name="csY9274" fmla="*/ 1064322 h 1065273"/>
              <a:gd name="csX9275" fmla="*/ 1603036 w 1728164"/>
              <a:gd name="csY9275" fmla="*/ 1064322 h 1065273"/>
              <a:gd name="csX9276" fmla="*/ 1603205 w 1728164"/>
              <a:gd name="csY9276" fmla="*/ 1064322 h 1065273"/>
              <a:gd name="csX9277" fmla="*/ 1603374 w 1728164"/>
              <a:gd name="csY9277" fmla="*/ 1064330 h 1065273"/>
              <a:gd name="csX9278" fmla="*/ 1603552 w 1728164"/>
              <a:gd name="csY9278" fmla="*/ 1064330 h 1065273"/>
              <a:gd name="csX9279" fmla="*/ 1603721 w 1728164"/>
              <a:gd name="csY9279" fmla="*/ 1064330 h 1065273"/>
              <a:gd name="csX9280" fmla="*/ 1603899 w 1728164"/>
              <a:gd name="csY9280" fmla="*/ 1064339 h 1065273"/>
              <a:gd name="csX9281" fmla="*/ 1604068 w 1728164"/>
              <a:gd name="csY9281" fmla="*/ 1064339 h 1065273"/>
              <a:gd name="csX9282" fmla="*/ 1604246 w 1728164"/>
              <a:gd name="csY9282" fmla="*/ 1064339 h 1065273"/>
              <a:gd name="csX9283" fmla="*/ 1604415 w 1728164"/>
              <a:gd name="csY9283" fmla="*/ 1064348 h 1065273"/>
              <a:gd name="csX9284" fmla="*/ 1604584 w 1728164"/>
              <a:gd name="csY9284" fmla="*/ 1064348 h 1065273"/>
              <a:gd name="csX9285" fmla="*/ 1604762 w 1728164"/>
              <a:gd name="csY9285" fmla="*/ 1064348 h 1065273"/>
              <a:gd name="csX9286" fmla="*/ 1604931 w 1728164"/>
              <a:gd name="csY9286" fmla="*/ 1064357 h 1065273"/>
              <a:gd name="csX9287" fmla="*/ 1605109 w 1728164"/>
              <a:gd name="csY9287" fmla="*/ 1064357 h 1065273"/>
              <a:gd name="csX9288" fmla="*/ 1605278 w 1728164"/>
              <a:gd name="csY9288" fmla="*/ 1064357 h 1065273"/>
              <a:gd name="csX9289" fmla="*/ 1605456 w 1728164"/>
              <a:gd name="csY9289" fmla="*/ 1064357 h 1065273"/>
              <a:gd name="csX9290" fmla="*/ 1605625 w 1728164"/>
              <a:gd name="csY9290" fmla="*/ 1064366 h 1065273"/>
              <a:gd name="csX9291" fmla="*/ 1605794 w 1728164"/>
              <a:gd name="csY9291" fmla="*/ 1064366 h 1065273"/>
              <a:gd name="csX9292" fmla="*/ 1605972 w 1728164"/>
              <a:gd name="csY9292" fmla="*/ 1064366 h 1065273"/>
              <a:gd name="csX9293" fmla="*/ 1606141 w 1728164"/>
              <a:gd name="csY9293" fmla="*/ 1064375 h 1065273"/>
              <a:gd name="csX9294" fmla="*/ 1606319 w 1728164"/>
              <a:gd name="csY9294" fmla="*/ 1064375 h 1065273"/>
              <a:gd name="csX9295" fmla="*/ 1606488 w 1728164"/>
              <a:gd name="csY9295" fmla="*/ 1064375 h 1065273"/>
              <a:gd name="csX9296" fmla="*/ 1606666 w 1728164"/>
              <a:gd name="csY9296" fmla="*/ 1064384 h 1065273"/>
              <a:gd name="csX9297" fmla="*/ 1606835 w 1728164"/>
              <a:gd name="csY9297" fmla="*/ 1064384 h 1065273"/>
              <a:gd name="csX9298" fmla="*/ 1607004 w 1728164"/>
              <a:gd name="csY9298" fmla="*/ 1064384 h 1065273"/>
              <a:gd name="csX9299" fmla="*/ 1607182 w 1728164"/>
              <a:gd name="csY9299" fmla="*/ 1064384 h 1065273"/>
              <a:gd name="csX9300" fmla="*/ 1607351 w 1728164"/>
              <a:gd name="csY9300" fmla="*/ 1064393 h 1065273"/>
              <a:gd name="csX9301" fmla="*/ 1607529 w 1728164"/>
              <a:gd name="csY9301" fmla="*/ 1064393 h 1065273"/>
              <a:gd name="csX9302" fmla="*/ 1607698 w 1728164"/>
              <a:gd name="csY9302" fmla="*/ 1064393 h 1065273"/>
              <a:gd name="csX9303" fmla="*/ 1607876 w 1728164"/>
              <a:gd name="csY9303" fmla="*/ 1064402 h 1065273"/>
              <a:gd name="csX9304" fmla="*/ 1608045 w 1728164"/>
              <a:gd name="csY9304" fmla="*/ 1064402 h 1065273"/>
              <a:gd name="csX9305" fmla="*/ 1608214 w 1728164"/>
              <a:gd name="csY9305" fmla="*/ 1064402 h 1065273"/>
              <a:gd name="csX9306" fmla="*/ 1608392 w 1728164"/>
              <a:gd name="csY9306" fmla="*/ 1064402 h 1065273"/>
              <a:gd name="csX9307" fmla="*/ 1608561 w 1728164"/>
              <a:gd name="csY9307" fmla="*/ 1064410 h 1065273"/>
              <a:gd name="csX9308" fmla="*/ 1608739 w 1728164"/>
              <a:gd name="csY9308" fmla="*/ 1064410 h 1065273"/>
              <a:gd name="csX9309" fmla="*/ 1608908 w 1728164"/>
              <a:gd name="csY9309" fmla="*/ 1064410 h 1065273"/>
              <a:gd name="csX9310" fmla="*/ 1609086 w 1728164"/>
              <a:gd name="csY9310" fmla="*/ 1064419 h 1065273"/>
              <a:gd name="csX9311" fmla="*/ 1609255 w 1728164"/>
              <a:gd name="csY9311" fmla="*/ 1064419 h 1065273"/>
              <a:gd name="csX9312" fmla="*/ 1609424 w 1728164"/>
              <a:gd name="csY9312" fmla="*/ 1064419 h 1065273"/>
              <a:gd name="csX9313" fmla="*/ 1609602 w 1728164"/>
              <a:gd name="csY9313" fmla="*/ 1064419 h 1065273"/>
              <a:gd name="csX9314" fmla="*/ 1609771 w 1728164"/>
              <a:gd name="csY9314" fmla="*/ 1064428 h 1065273"/>
              <a:gd name="csX9315" fmla="*/ 1609949 w 1728164"/>
              <a:gd name="csY9315" fmla="*/ 1064428 h 1065273"/>
              <a:gd name="csX9316" fmla="*/ 1610118 w 1728164"/>
              <a:gd name="csY9316" fmla="*/ 1064428 h 1065273"/>
              <a:gd name="csX9317" fmla="*/ 1610296 w 1728164"/>
              <a:gd name="csY9317" fmla="*/ 1064437 h 1065273"/>
              <a:gd name="csX9318" fmla="*/ 1610465 w 1728164"/>
              <a:gd name="csY9318" fmla="*/ 1064437 h 1065273"/>
              <a:gd name="csX9319" fmla="*/ 1610634 w 1728164"/>
              <a:gd name="csY9319" fmla="*/ 1064437 h 1065273"/>
              <a:gd name="csX9320" fmla="*/ 1610812 w 1728164"/>
              <a:gd name="csY9320" fmla="*/ 1064437 h 1065273"/>
              <a:gd name="csX9321" fmla="*/ 1610981 w 1728164"/>
              <a:gd name="csY9321" fmla="*/ 1064446 h 1065273"/>
              <a:gd name="csX9322" fmla="*/ 1611159 w 1728164"/>
              <a:gd name="csY9322" fmla="*/ 1064446 h 1065273"/>
              <a:gd name="csX9323" fmla="*/ 1611328 w 1728164"/>
              <a:gd name="csY9323" fmla="*/ 1064446 h 1065273"/>
              <a:gd name="csX9324" fmla="*/ 1611506 w 1728164"/>
              <a:gd name="csY9324" fmla="*/ 1064455 h 1065273"/>
              <a:gd name="csX9325" fmla="*/ 1611675 w 1728164"/>
              <a:gd name="csY9325" fmla="*/ 1064455 h 1065273"/>
              <a:gd name="csX9326" fmla="*/ 1611844 w 1728164"/>
              <a:gd name="csY9326" fmla="*/ 1064455 h 1065273"/>
              <a:gd name="csX9327" fmla="*/ 1612022 w 1728164"/>
              <a:gd name="csY9327" fmla="*/ 1064455 h 1065273"/>
              <a:gd name="csX9328" fmla="*/ 1612191 w 1728164"/>
              <a:gd name="csY9328" fmla="*/ 1064464 h 1065273"/>
              <a:gd name="csX9329" fmla="*/ 1612369 w 1728164"/>
              <a:gd name="csY9329" fmla="*/ 1064464 h 1065273"/>
              <a:gd name="csX9330" fmla="*/ 1612538 w 1728164"/>
              <a:gd name="csY9330" fmla="*/ 1064464 h 1065273"/>
              <a:gd name="csX9331" fmla="*/ 1612716 w 1728164"/>
              <a:gd name="csY9331" fmla="*/ 1064464 h 1065273"/>
              <a:gd name="csX9332" fmla="*/ 1612885 w 1728164"/>
              <a:gd name="csY9332" fmla="*/ 1064473 h 1065273"/>
              <a:gd name="csX9333" fmla="*/ 1613054 w 1728164"/>
              <a:gd name="csY9333" fmla="*/ 1064473 h 1065273"/>
              <a:gd name="csX9334" fmla="*/ 1613232 w 1728164"/>
              <a:gd name="csY9334" fmla="*/ 1064473 h 1065273"/>
              <a:gd name="csX9335" fmla="*/ 1613401 w 1728164"/>
              <a:gd name="csY9335" fmla="*/ 1064482 h 1065273"/>
              <a:gd name="csX9336" fmla="*/ 1613579 w 1728164"/>
              <a:gd name="csY9336" fmla="*/ 1064482 h 1065273"/>
              <a:gd name="csX9337" fmla="*/ 1613748 w 1728164"/>
              <a:gd name="csY9337" fmla="*/ 1064482 h 1065273"/>
              <a:gd name="csX9338" fmla="*/ 1613926 w 1728164"/>
              <a:gd name="csY9338" fmla="*/ 1064482 h 1065273"/>
              <a:gd name="csX9339" fmla="*/ 1614095 w 1728164"/>
              <a:gd name="csY9339" fmla="*/ 1064491 h 1065273"/>
              <a:gd name="csX9340" fmla="*/ 1614264 w 1728164"/>
              <a:gd name="csY9340" fmla="*/ 1064491 h 1065273"/>
              <a:gd name="csX9341" fmla="*/ 1614441 w 1728164"/>
              <a:gd name="csY9341" fmla="*/ 1064491 h 1065273"/>
              <a:gd name="csX9342" fmla="*/ 1614611 w 1728164"/>
              <a:gd name="csY9342" fmla="*/ 1064491 h 1065273"/>
              <a:gd name="csX9343" fmla="*/ 1614789 w 1728164"/>
              <a:gd name="csY9343" fmla="*/ 1064499 h 1065273"/>
              <a:gd name="csX9344" fmla="*/ 1614957 w 1728164"/>
              <a:gd name="csY9344" fmla="*/ 1064499 h 1065273"/>
              <a:gd name="csX9345" fmla="*/ 1615135 w 1728164"/>
              <a:gd name="csY9345" fmla="*/ 1064499 h 1065273"/>
              <a:gd name="csX9346" fmla="*/ 1615305 w 1728164"/>
              <a:gd name="csY9346" fmla="*/ 1064499 h 1065273"/>
              <a:gd name="csX9347" fmla="*/ 1615474 w 1728164"/>
              <a:gd name="csY9347" fmla="*/ 1064508 h 1065273"/>
              <a:gd name="csX9348" fmla="*/ 1615651 w 1728164"/>
              <a:gd name="csY9348" fmla="*/ 1064508 h 1065273"/>
              <a:gd name="csX9349" fmla="*/ 1615820 w 1728164"/>
              <a:gd name="csY9349" fmla="*/ 1064508 h 1065273"/>
              <a:gd name="csX9350" fmla="*/ 1615998 w 1728164"/>
              <a:gd name="csY9350" fmla="*/ 1064508 h 1065273"/>
              <a:gd name="csX9351" fmla="*/ 1616168 w 1728164"/>
              <a:gd name="csY9351" fmla="*/ 1064517 h 1065273"/>
              <a:gd name="csX9352" fmla="*/ 1616345 w 1728164"/>
              <a:gd name="csY9352" fmla="*/ 1064517 h 1065273"/>
              <a:gd name="csX9353" fmla="*/ 1616514 w 1728164"/>
              <a:gd name="csY9353" fmla="*/ 1064517 h 1065273"/>
              <a:gd name="csX9354" fmla="*/ 1616683 w 1728164"/>
              <a:gd name="csY9354" fmla="*/ 1064517 h 1065273"/>
              <a:gd name="csX9355" fmla="*/ 1616861 w 1728164"/>
              <a:gd name="csY9355" fmla="*/ 1064526 h 1065273"/>
              <a:gd name="csX9356" fmla="*/ 1617030 w 1728164"/>
              <a:gd name="csY9356" fmla="*/ 1064526 h 1065273"/>
              <a:gd name="csX9357" fmla="*/ 1617208 w 1728164"/>
              <a:gd name="csY9357" fmla="*/ 1064526 h 1065273"/>
              <a:gd name="csX9358" fmla="*/ 1617377 w 1728164"/>
              <a:gd name="csY9358" fmla="*/ 1064526 h 1065273"/>
              <a:gd name="csX9359" fmla="*/ 1617555 w 1728164"/>
              <a:gd name="csY9359" fmla="*/ 1064535 h 1065273"/>
              <a:gd name="csX9360" fmla="*/ 1617724 w 1728164"/>
              <a:gd name="csY9360" fmla="*/ 1064535 h 1065273"/>
              <a:gd name="csX9361" fmla="*/ 1617893 w 1728164"/>
              <a:gd name="csY9361" fmla="*/ 1064535 h 1065273"/>
              <a:gd name="csX9362" fmla="*/ 1618071 w 1728164"/>
              <a:gd name="csY9362" fmla="*/ 1064535 h 1065273"/>
              <a:gd name="csX9363" fmla="*/ 1618240 w 1728164"/>
              <a:gd name="csY9363" fmla="*/ 1064544 h 1065273"/>
              <a:gd name="csX9364" fmla="*/ 1618418 w 1728164"/>
              <a:gd name="csY9364" fmla="*/ 1064544 h 1065273"/>
              <a:gd name="csX9365" fmla="*/ 1618587 w 1728164"/>
              <a:gd name="csY9365" fmla="*/ 1064544 h 1065273"/>
              <a:gd name="csX9366" fmla="*/ 1618765 w 1728164"/>
              <a:gd name="csY9366" fmla="*/ 1064544 h 1065273"/>
              <a:gd name="csX9367" fmla="*/ 1618934 w 1728164"/>
              <a:gd name="csY9367" fmla="*/ 1064553 h 1065273"/>
              <a:gd name="csX9368" fmla="*/ 1619103 w 1728164"/>
              <a:gd name="csY9368" fmla="*/ 1064553 h 1065273"/>
              <a:gd name="csX9369" fmla="*/ 1619281 w 1728164"/>
              <a:gd name="csY9369" fmla="*/ 1064553 h 1065273"/>
              <a:gd name="csX9370" fmla="*/ 1619450 w 1728164"/>
              <a:gd name="csY9370" fmla="*/ 1064553 h 1065273"/>
              <a:gd name="csX9371" fmla="*/ 1619628 w 1728164"/>
              <a:gd name="csY9371" fmla="*/ 1064562 h 1065273"/>
              <a:gd name="csX9372" fmla="*/ 1619797 w 1728164"/>
              <a:gd name="csY9372" fmla="*/ 1064562 h 1065273"/>
              <a:gd name="csX9373" fmla="*/ 1619975 w 1728164"/>
              <a:gd name="csY9373" fmla="*/ 1064562 h 1065273"/>
              <a:gd name="csX9374" fmla="*/ 1620144 w 1728164"/>
              <a:gd name="csY9374" fmla="*/ 1064562 h 1065273"/>
              <a:gd name="csX9375" fmla="*/ 1620313 w 1728164"/>
              <a:gd name="csY9375" fmla="*/ 1064571 h 1065273"/>
              <a:gd name="csX9376" fmla="*/ 1620491 w 1728164"/>
              <a:gd name="csY9376" fmla="*/ 1064571 h 1065273"/>
              <a:gd name="csX9377" fmla="*/ 1620660 w 1728164"/>
              <a:gd name="csY9377" fmla="*/ 1064571 h 1065273"/>
              <a:gd name="csX9378" fmla="*/ 1620838 w 1728164"/>
              <a:gd name="csY9378" fmla="*/ 1064571 h 1065273"/>
              <a:gd name="csX9379" fmla="*/ 1621007 w 1728164"/>
              <a:gd name="csY9379" fmla="*/ 1064580 h 1065273"/>
              <a:gd name="csX9380" fmla="*/ 1621185 w 1728164"/>
              <a:gd name="csY9380" fmla="*/ 1064580 h 1065273"/>
              <a:gd name="csX9381" fmla="*/ 1621354 w 1728164"/>
              <a:gd name="csY9381" fmla="*/ 1064580 h 1065273"/>
              <a:gd name="csX9382" fmla="*/ 1621523 w 1728164"/>
              <a:gd name="csY9382" fmla="*/ 1064580 h 1065273"/>
              <a:gd name="csX9383" fmla="*/ 1621701 w 1728164"/>
              <a:gd name="csY9383" fmla="*/ 1064588 h 1065273"/>
              <a:gd name="csX9384" fmla="*/ 1621870 w 1728164"/>
              <a:gd name="csY9384" fmla="*/ 1064588 h 1065273"/>
              <a:gd name="csX9385" fmla="*/ 1622048 w 1728164"/>
              <a:gd name="csY9385" fmla="*/ 1064588 h 1065273"/>
              <a:gd name="csX9386" fmla="*/ 1622217 w 1728164"/>
              <a:gd name="csY9386" fmla="*/ 1064588 h 1065273"/>
              <a:gd name="csX9387" fmla="*/ 1622386 w 1728164"/>
              <a:gd name="csY9387" fmla="*/ 1064588 h 1065273"/>
              <a:gd name="csX9388" fmla="*/ 1622564 w 1728164"/>
              <a:gd name="csY9388" fmla="*/ 1064597 h 1065273"/>
              <a:gd name="csX9389" fmla="*/ 1622733 w 1728164"/>
              <a:gd name="csY9389" fmla="*/ 1064597 h 1065273"/>
              <a:gd name="csX9390" fmla="*/ 1622911 w 1728164"/>
              <a:gd name="csY9390" fmla="*/ 1064597 h 1065273"/>
              <a:gd name="csX9391" fmla="*/ 1623080 w 1728164"/>
              <a:gd name="csY9391" fmla="*/ 1064597 h 1065273"/>
              <a:gd name="csX9392" fmla="*/ 1623258 w 1728164"/>
              <a:gd name="csY9392" fmla="*/ 1064606 h 1065273"/>
              <a:gd name="csX9393" fmla="*/ 1623427 w 1728164"/>
              <a:gd name="csY9393" fmla="*/ 1064606 h 1065273"/>
              <a:gd name="csX9394" fmla="*/ 1623596 w 1728164"/>
              <a:gd name="csY9394" fmla="*/ 1064606 h 1065273"/>
              <a:gd name="csX9395" fmla="*/ 1623774 w 1728164"/>
              <a:gd name="csY9395" fmla="*/ 1064606 h 1065273"/>
              <a:gd name="csX9396" fmla="*/ 1623943 w 1728164"/>
              <a:gd name="csY9396" fmla="*/ 1064615 h 1065273"/>
              <a:gd name="csX9397" fmla="*/ 1624121 w 1728164"/>
              <a:gd name="csY9397" fmla="*/ 1064615 h 1065273"/>
              <a:gd name="csX9398" fmla="*/ 1624290 w 1728164"/>
              <a:gd name="csY9398" fmla="*/ 1064615 h 1065273"/>
              <a:gd name="csX9399" fmla="*/ 1624468 w 1728164"/>
              <a:gd name="csY9399" fmla="*/ 1064615 h 1065273"/>
              <a:gd name="csX9400" fmla="*/ 1624637 w 1728164"/>
              <a:gd name="csY9400" fmla="*/ 1064615 h 1065273"/>
              <a:gd name="csX9401" fmla="*/ 1624806 w 1728164"/>
              <a:gd name="csY9401" fmla="*/ 1064624 h 1065273"/>
              <a:gd name="csX9402" fmla="*/ 1624984 w 1728164"/>
              <a:gd name="csY9402" fmla="*/ 1064624 h 1065273"/>
              <a:gd name="csX9403" fmla="*/ 1625153 w 1728164"/>
              <a:gd name="csY9403" fmla="*/ 1064624 h 1065273"/>
              <a:gd name="csX9404" fmla="*/ 1625331 w 1728164"/>
              <a:gd name="csY9404" fmla="*/ 1064624 h 1065273"/>
              <a:gd name="csX9405" fmla="*/ 1625500 w 1728164"/>
              <a:gd name="csY9405" fmla="*/ 1064633 h 1065273"/>
              <a:gd name="csX9406" fmla="*/ 1625678 w 1728164"/>
              <a:gd name="csY9406" fmla="*/ 1064633 h 1065273"/>
              <a:gd name="csX9407" fmla="*/ 1625847 w 1728164"/>
              <a:gd name="csY9407" fmla="*/ 1064633 h 1065273"/>
              <a:gd name="csX9408" fmla="*/ 1626016 w 1728164"/>
              <a:gd name="csY9408" fmla="*/ 1064633 h 1065273"/>
              <a:gd name="csX9409" fmla="*/ 1626194 w 1728164"/>
              <a:gd name="csY9409" fmla="*/ 1064633 h 1065273"/>
              <a:gd name="csX9410" fmla="*/ 1626363 w 1728164"/>
              <a:gd name="csY9410" fmla="*/ 1064642 h 1065273"/>
              <a:gd name="csX9411" fmla="*/ 1626541 w 1728164"/>
              <a:gd name="csY9411" fmla="*/ 1064642 h 1065273"/>
              <a:gd name="csX9412" fmla="*/ 1626710 w 1728164"/>
              <a:gd name="csY9412" fmla="*/ 1064642 h 1065273"/>
              <a:gd name="csX9413" fmla="*/ 1626888 w 1728164"/>
              <a:gd name="csY9413" fmla="*/ 1064642 h 1065273"/>
              <a:gd name="csX9414" fmla="*/ 1627057 w 1728164"/>
              <a:gd name="csY9414" fmla="*/ 1064642 h 1065273"/>
              <a:gd name="csX9415" fmla="*/ 1627226 w 1728164"/>
              <a:gd name="csY9415" fmla="*/ 1064651 h 1065273"/>
              <a:gd name="csX9416" fmla="*/ 1627404 w 1728164"/>
              <a:gd name="csY9416" fmla="*/ 1064651 h 1065273"/>
              <a:gd name="csX9417" fmla="*/ 1627573 w 1728164"/>
              <a:gd name="csY9417" fmla="*/ 1064651 h 1065273"/>
              <a:gd name="csX9418" fmla="*/ 1627751 w 1728164"/>
              <a:gd name="csY9418" fmla="*/ 1064651 h 1065273"/>
              <a:gd name="csX9419" fmla="*/ 1627920 w 1728164"/>
              <a:gd name="csY9419" fmla="*/ 1064660 h 1065273"/>
              <a:gd name="csX9420" fmla="*/ 1628098 w 1728164"/>
              <a:gd name="csY9420" fmla="*/ 1064660 h 1065273"/>
              <a:gd name="csX9421" fmla="*/ 1628267 w 1728164"/>
              <a:gd name="csY9421" fmla="*/ 1064660 h 1065273"/>
              <a:gd name="csX9422" fmla="*/ 1628436 w 1728164"/>
              <a:gd name="csY9422" fmla="*/ 1064660 h 1065273"/>
              <a:gd name="csX9423" fmla="*/ 1628614 w 1728164"/>
              <a:gd name="csY9423" fmla="*/ 1064660 h 1065273"/>
              <a:gd name="csX9424" fmla="*/ 1628783 w 1728164"/>
              <a:gd name="csY9424" fmla="*/ 1064668 h 1065273"/>
              <a:gd name="csX9425" fmla="*/ 1628961 w 1728164"/>
              <a:gd name="csY9425" fmla="*/ 1064668 h 1065273"/>
              <a:gd name="csX9426" fmla="*/ 1629129 w 1728164"/>
              <a:gd name="csY9426" fmla="*/ 1064668 h 1065273"/>
              <a:gd name="csX9427" fmla="*/ 1629308 w 1728164"/>
              <a:gd name="csY9427" fmla="*/ 1064668 h 1065273"/>
              <a:gd name="csX9428" fmla="*/ 1629477 w 1728164"/>
              <a:gd name="csY9428" fmla="*/ 1064668 h 1065273"/>
              <a:gd name="csX9429" fmla="*/ 1629646 w 1728164"/>
              <a:gd name="csY9429" fmla="*/ 1064677 h 1065273"/>
              <a:gd name="csX9430" fmla="*/ 1629823 w 1728164"/>
              <a:gd name="csY9430" fmla="*/ 1064677 h 1065273"/>
              <a:gd name="csX9431" fmla="*/ 1629992 w 1728164"/>
              <a:gd name="csY9431" fmla="*/ 1064677 h 1065273"/>
              <a:gd name="csX9432" fmla="*/ 1630171 w 1728164"/>
              <a:gd name="csY9432" fmla="*/ 1064677 h 1065273"/>
              <a:gd name="csX9433" fmla="*/ 1630339 w 1728164"/>
              <a:gd name="csY9433" fmla="*/ 1064677 h 1065273"/>
              <a:gd name="csX9434" fmla="*/ 1630517 w 1728164"/>
              <a:gd name="csY9434" fmla="*/ 1064686 h 1065273"/>
              <a:gd name="csX9435" fmla="*/ 1630686 w 1728164"/>
              <a:gd name="csY9435" fmla="*/ 1064686 h 1065273"/>
              <a:gd name="csX9436" fmla="*/ 1630856 w 1728164"/>
              <a:gd name="csY9436" fmla="*/ 1064686 h 1065273"/>
              <a:gd name="csX9437" fmla="*/ 1631033 w 1728164"/>
              <a:gd name="csY9437" fmla="*/ 1064686 h 1065273"/>
              <a:gd name="csX9438" fmla="*/ 1631202 w 1728164"/>
              <a:gd name="csY9438" fmla="*/ 1064686 h 1065273"/>
              <a:gd name="csX9439" fmla="*/ 1631380 w 1728164"/>
              <a:gd name="csY9439" fmla="*/ 1064695 h 1065273"/>
              <a:gd name="csX9440" fmla="*/ 1631549 w 1728164"/>
              <a:gd name="csY9440" fmla="*/ 1064695 h 1065273"/>
              <a:gd name="csX9441" fmla="*/ 1631727 w 1728164"/>
              <a:gd name="csY9441" fmla="*/ 1064695 h 1065273"/>
              <a:gd name="csX9442" fmla="*/ 1631896 w 1728164"/>
              <a:gd name="csY9442" fmla="*/ 1064695 h 1065273"/>
              <a:gd name="csX9443" fmla="*/ 1632065 w 1728164"/>
              <a:gd name="csY9443" fmla="*/ 1064695 h 1065273"/>
              <a:gd name="csX9444" fmla="*/ 1632243 w 1728164"/>
              <a:gd name="csY9444" fmla="*/ 1064704 h 1065273"/>
              <a:gd name="csX9445" fmla="*/ 1632412 w 1728164"/>
              <a:gd name="csY9445" fmla="*/ 1064704 h 1065273"/>
              <a:gd name="csX9446" fmla="*/ 1632590 w 1728164"/>
              <a:gd name="csY9446" fmla="*/ 1064704 h 1065273"/>
              <a:gd name="csX9447" fmla="*/ 1632759 w 1728164"/>
              <a:gd name="csY9447" fmla="*/ 1064704 h 1065273"/>
              <a:gd name="csX9448" fmla="*/ 1632937 w 1728164"/>
              <a:gd name="csY9448" fmla="*/ 1064704 h 1065273"/>
              <a:gd name="csX9449" fmla="*/ 1633106 w 1728164"/>
              <a:gd name="csY9449" fmla="*/ 1064713 h 1065273"/>
              <a:gd name="csX9450" fmla="*/ 1633275 w 1728164"/>
              <a:gd name="csY9450" fmla="*/ 1064713 h 1065273"/>
              <a:gd name="csX9451" fmla="*/ 1633453 w 1728164"/>
              <a:gd name="csY9451" fmla="*/ 1064713 h 1065273"/>
              <a:gd name="csX9452" fmla="*/ 1633622 w 1728164"/>
              <a:gd name="csY9452" fmla="*/ 1064713 h 1065273"/>
              <a:gd name="csX9453" fmla="*/ 1633800 w 1728164"/>
              <a:gd name="csY9453" fmla="*/ 1064713 h 1065273"/>
              <a:gd name="csX9454" fmla="*/ 1633969 w 1728164"/>
              <a:gd name="csY9454" fmla="*/ 1064722 h 1065273"/>
              <a:gd name="csX9455" fmla="*/ 1634147 w 1728164"/>
              <a:gd name="csY9455" fmla="*/ 1064722 h 1065273"/>
              <a:gd name="csX9456" fmla="*/ 1634316 w 1728164"/>
              <a:gd name="csY9456" fmla="*/ 1064722 h 1065273"/>
              <a:gd name="csX9457" fmla="*/ 1634485 w 1728164"/>
              <a:gd name="csY9457" fmla="*/ 1064722 h 1065273"/>
              <a:gd name="csX9458" fmla="*/ 1634663 w 1728164"/>
              <a:gd name="csY9458" fmla="*/ 1064722 h 1065273"/>
              <a:gd name="csX9459" fmla="*/ 1634832 w 1728164"/>
              <a:gd name="csY9459" fmla="*/ 1064731 h 1065273"/>
              <a:gd name="csX9460" fmla="*/ 1635010 w 1728164"/>
              <a:gd name="csY9460" fmla="*/ 1064731 h 1065273"/>
              <a:gd name="csX9461" fmla="*/ 1635179 w 1728164"/>
              <a:gd name="csY9461" fmla="*/ 1064731 h 1065273"/>
              <a:gd name="csX9462" fmla="*/ 1635357 w 1728164"/>
              <a:gd name="csY9462" fmla="*/ 1064731 h 1065273"/>
              <a:gd name="csX9463" fmla="*/ 1635526 w 1728164"/>
              <a:gd name="csY9463" fmla="*/ 1064731 h 1065273"/>
              <a:gd name="csX9464" fmla="*/ 1635695 w 1728164"/>
              <a:gd name="csY9464" fmla="*/ 1064731 h 1065273"/>
              <a:gd name="csX9465" fmla="*/ 1635873 w 1728164"/>
              <a:gd name="csY9465" fmla="*/ 1064740 h 1065273"/>
              <a:gd name="csX9466" fmla="*/ 1636042 w 1728164"/>
              <a:gd name="csY9466" fmla="*/ 1064740 h 1065273"/>
              <a:gd name="csX9467" fmla="*/ 1636220 w 1728164"/>
              <a:gd name="csY9467" fmla="*/ 1064740 h 1065273"/>
              <a:gd name="csX9468" fmla="*/ 1636389 w 1728164"/>
              <a:gd name="csY9468" fmla="*/ 1064740 h 1065273"/>
              <a:gd name="csX9469" fmla="*/ 1636567 w 1728164"/>
              <a:gd name="csY9469" fmla="*/ 1064740 h 1065273"/>
              <a:gd name="csX9470" fmla="*/ 1636736 w 1728164"/>
              <a:gd name="csY9470" fmla="*/ 1064749 h 1065273"/>
              <a:gd name="csX9471" fmla="*/ 1636905 w 1728164"/>
              <a:gd name="csY9471" fmla="*/ 1064749 h 1065273"/>
              <a:gd name="csX9472" fmla="*/ 1637083 w 1728164"/>
              <a:gd name="csY9472" fmla="*/ 1064749 h 1065273"/>
              <a:gd name="csX9473" fmla="*/ 1637252 w 1728164"/>
              <a:gd name="csY9473" fmla="*/ 1064749 h 1065273"/>
              <a:gd name="csX9474" fmla="*/ 1637430 w 1728164"/>
              <a:gd name="csY9474" fmla="*/ 1064749 h 1065273"/>
              <a:gd name="csX9475" fmla="*/ 1637599 w 1728164"/>
              <a:gd name="csY9475" fmla="*/ 1064749 h 1065273"/>
              <a:gd name="csX9476" fmla="*/ 1637777 w 1728164"/>
              <a:gd name="csY9476" fmla="*/ 1064757 h 1065273"/>
              <a:gd name="csX9477" fmla="*/ 1637946 w 1728164"/>
              <a:gd name="csY9477" fmla="*/ 1064757 h 1065273"/>
              <a:gd name="csX9478" fmla="*/ 1638115 w 1728164"/>
              <a:gd name="csY9478" fmla="*/ 1064757 h 1065273"/>
              <a:gd name="csX9479" fmla="*/ 1638293 w 1728164"/>
              <a:gd name="csY9479" fmla="*/ 1064757 h 1065273"/>
              <a:gd name="csX9480" fmla="*/ 1638462 w 1728164"/>
              <a:gd name="csY9480" fmla="*/ 1064757 h 1065273"/>
              <a:gd name="csX9481" fmla="*/ 1638640 w 1728164"/>
              <a:gd name="csY9481" fmla="*/ 1064766 h 1065273"/>
              <a:gd name="csX9482" fmla="*/ 1638809 w 1728164"/>
              <a:gd name="csY9482" fmla="*/ 1064766 h 1065273"/>
              <a:gd name="csX9483" fmla="*/ 1638987 w 1728164"/>
              <a:gd name="csY9483" fmla="*/ 1064766 h 1065273"/>
              <a:gd name="csX9484" fmla="*/ 1639156 w 1728164"/>
              <a:gd name="csY9484" fmla="*/ 1064766 h 1065273"/>
              <a:gd name="csX9485" fmla="*/ 1639325 w 1728164"/>
              <a:gd name="csY9485" fmla="*/ 1064766 h 1065273"/>
              <a:gd name="csX9486" fmla="*/ 1639503 w 1728164"/>
              <a:gd name="csY9486" fmla="*/ 1064766 h 1065273"/>
              <a:gd name="csX9487" fmla="*/ 1639672 w 1728164"/>
              <a:gd name="csY9487" fmla="*/ 1064775 h 1065273"/>
              <a:gd name="csX9488" fmla="*/ 1639850 w 1728164"/>
              <a:gd name="csY9488" fmla="*/ 1064775 h 1065273"/>
              <a:gd name="csX9489" fmla="*/ 1640019 w 1728164"/>
              <a:gd name="csY9489" fmla="*/ 1064775 h 1065273"/>
              <a:gd name="csX9490" fmla="*/ 1640197 w 1728164"/>
              <a:gd name="csY9490" fmla="*/ 1064775 h 1065273"/>
              <a:gd name="csX9491" fmla="*/ 1640366 w 1728164"/>
              <a:gd name="csY9491" fmla="*/ 1064775 h 1065273"/>
              <a:gd name="csX9492" fmla="*/ 1640535 w 1728164"/>
              <a:gd name="csY9492" fmla="*/ 1064775 h 1065273"/>
              <a:gd name="csX9493" fmla="*/ 1640713 w 1728164"/>
              <a:gd name="csY9493" fmla="*/ 1064784 h 1065273"/>
              <a:gd name="csX9494" fmla="*/ 1640882 w 1728164"/>
              <a:gd name="csY9494" fmla="*/ 1064784 h 1065273"/>
              <a:gd name="csX9495" fmla="*/ 1641060 w 1728164"/>
              <a:gd name="csY9495" fmla="*/ 1064784 h 1065273"/>
              <a:gd name="csX9496" fmla="*/ 1641229 w 1728164"/>
              <a:gd name="csY9496" fmla="*/ 1064784 h 1065273"/>
              <a:gd name="csX9497" fmla="*/ 1641407 w 1728164"/>
              <a:gd name="csY9497" fmla="*/ 1064784 h 1065273"/>
              <a:gd name="csX9498" fmla="*/ 1641576 w 1728164"/>
              <a:gd name="csY9498" fmla="*/ 1064784 h 1065273"/>
              <a:gd name="csX9499" fmla="*/ 1641745 w 1728164"/>
              <a:gd name="csY9499" fmla="*/ 1064793 h 1065273"/>
              <a:gd name="csX9500" fmla="*/ 1641923 w 1728164"/>
              <a:gd name="csY9500" fmla="*/ 1064793 h 1065273"/>
              <a:gd name="csX9501" fmla="*/ 1642092 w 1728164"/>
              <a:gd name="csY9501" fmla="*/ 1064793 h 1065273"/>
              <a:gd name="csX9502" fmla="*/ 1642270 w 1728164"/>
              <a:gd name="csY9502" fmla="*/ 1064793 h 1065273"/>
              <a:gd name="csX9503" fmla="*/ 1642439 w 1728164"/>
              <a:gd name="csY9503" fmla="*/ 1064793 h 1065273"/>
              <a:gd name="csX9504" fmla="*/ 1642608 w 1728164"/>
              <a:gd name="csY9504" fmla="*/ 1064793 h 1065273"/>
              <a:gd name="csX9505" fmla="*/ 1642786 w 1728164"/>
              <a:gd name="csY9505" fmla="*/ 1064802 h 1065273"/>
              <a:gd name="csX9506" fmla="*/ 1642955 w 1728164"/>
              <a:gd name="csY9506" fmla="*/ 1064802 h 1065273"/>
              <a:gd name="csX9507" fmla="*/ 1643132 w 1728164"/>
              <a:gd name="csY9507" fmla="*/ 1064802 h 1065273"/>
              <a:gd name="csX9508" fmla="*/ 1643302 w 1728164"/>
              <a:gd name="csY9508" fmla="*/ 1064802 h 1065273"/>
              <a:gd name="csX9509" fmla="*/ 1643480 w 1728164"/>
              <a:gd name="csY9509" fmla="*/ 1064802 h 1065273"/>
              <a:gd name="csX9510" fmla="*/ 1643649 w 1728164"/>
              <a:gd name="csY9510" fmla="*/ 1064802 h 1065273"/>
              <a:gd name="csX9511" fmla="*/ 1643818 w 1728164"/>
              <a:gd name="csY9511" fmla="*/ 1064811 h 1065273"/>
              <a:gd name="csX9512" fmla="*/ 1643996 w 1728164"/>
              <a:gd name="csY9512" fmla="*/ 1064811 h 1065273"/>
              <a:gd name="csX9513" fmla="*/ 1644165 w 1728164"/>
              <a:gd name="csY9513" fmla="*/ 1064811 h 1065273"/>
              <a:gd name="csX9514" fmla="*/ 1644342 w 1728164"/>
              <a:gd name="csY9514" fmla="*/ 1064811 h 1065273"/>
              <a:gd name="csX9515" fmla="*/ 1644511 w 1728164"/>
              <a:gd name="csY9515" fmla="*/ 1064811 h 1065273"/>
              <a:gd name="csX9516" fmla="*/ 1644689 w 1728164"/>
              <a:gd name="csY9516" fmla="*/ 1064811 h 1065273"/>
              <a:gd name="csX9517" fmla="*/ 1644859 w 1728164"/>
              <a:gd name="csY9517" fmla="*/ 1064820 h 1065273"/>
              <a:gd name="csX9518" fmla="*/ 1645028 w 1728164"/>
              <a:gd name="csY9518" fmla="*/ 1064820 h 1065273"/>
              <a:gd name="csX9519" fmla="*/ 1645205 w 1728164"/>
              <a:gd name="csY9519" fmla="*/ 1064820 h 1065273"/>
              <a:gd name="csX9520" fmla="*/ 1645374 w 1728164"/>
              <a:gd name="csY9520" fmla="*/ 1064820 h 1065273"/>
              <a:gd name="csX9521" fmla="*/ 1645553 w 1728164"/>
              <a:gd name="csY9521" fmla="*/ 1064820 h 1065273"/>
              <a:gd name="csX9522" fmla="*/ 1645721 w 1728164"/>
              <a:gd name="csY9522" fmla="*/ 1064820 h 1065273"/>
              <a:gd name="csX9523" fmla="*/ 1645899 w 1728164"/>
              <a:gd name="csY9523" fmla="*/ 1064829 h 1065273"/>
              <a:gd name="csX9524" fmla="*/ 1646068 w 1728164"/>
              <a:gd name="csY9524" fmla="*/ 1064829 h 1065273"/>
              <a:gd name="csX9525" fmla="*/ 1646237 w 1728164"/>
              <a:gd name="csY9525" fmla="*/ 1064829 h 1065273"/>
              <a:gd name="csX9526" fmla="*/ 1646415 w 1728164"/>
              <a:gd name="csY9526" fmla="*/ 1064829 h 1065273"/>
              <a:gd name="csX9527" fmla="*/ 1646584 w 1728164"/>
              <a:gd name="csY9527" fmla="*/ 1064829 h 1065273"/>
              <a:gd name="csX9528" fmla="*/ 1646762 w 1728164"/>
              <a:gd name="csY9528" fmla="*/ 1064829 h 1065273"/>
              <a:gd name="csX9529" fmla="*/ 1646931 w 1728164"/>
              <a:gd name="csY9529" fmla="*/ 1064829 h 1065273"/>
              <a:gd name="csX9530" fmla="*/ 1647109 w 1728164"/>
              <a:gd name="csY9530" fmla="*/ 1064837 h 1065273"/>
              <a:gd name="csX9531" fmla="*/ 1647278 w 1728164"/>
              <a:gd name="csY9531" fmla="*/ 1064837 h 1065273"/>
              <a:gd name="csX9532" fmla="*/ 1647447 w 1728164"/>
              <a:gd name="csY9532" fmla="*/ 1064837 h 1065273"/>
              <a:gd name="csX9533" fmla="*/ 1647625 w 1728164"/>
              <a:gd name="csY9533" fmla="*/ 1064837 h 1065273"/>
              <a:gd name="csX9534" fmla="*/ 1647794 w 1728164"/>
              <a:gd name="csY9534" fmla="*/ 1064837 h 1065273"/>
              <a:gd name="csX9535" fmla="*/ 1647972 w 1728164"/>
              <a:gd name="csY9535" fmla="*/ 1064837 h 1065273"/>
              <a:gd name="csX9536" fmla="*/ 1648141 w 1728164"/>
              <a:gd name="csY9536" fmla="*/ 1064846 h 1065273"/>
              <a:gd name="csX9537" fmla="*/ 1648319 w 1728164"/>
              <a:gd name="csY9537" fmla="*/ 1064846 h 1065273"/>
              <a:gd name="csX9538" fmla="*/ 1648488 w 1728164"/>
              <a:gd name="csY9538" fmla="*/ 1064846 h 1065273"/>
              <a:gd name="csX9539" fmla="*/ 1648657 w 1728164"/>
              <a:gd name="csY9539" fmla="*/ 1064846 h 1065273"/>
              <a:gd name="csX9540" fmla="*/ 1648835 w 1728164"/>
              <a:gd name="csY9540" fmla="*/ 1064846 h 1065273"/>
              <a:gd name="csX9541" fmla="*/ 1649004 w 1728164"/>
              <a:gd name="csY9541" fmla="*/ 1064846 h 1065273"/>
              <a:gd name="csX9542" fmla="*/ 1649182 w 1728164"/>
              <a:gd name="csY9542" fmla="*/ 1064846 h 1065273"/>
              <a:gd name="csX9543" fmla="*/ 1649351 w 1728164"/>
              <a:gd name="csY9543" fmla="*/ 1064855 h 1065273"/>
              <a:gd name="csX9544" fmla="*/ 1649529 w 1728164"/>
              <a:gd name="csY9544" fmla="*/ 1064855 h 1065273"/>
              <a:gd name="csX9545" fmla="*/ 1649698 w 1728164"/>
              <a:gd name="csY9545" fmla="*/ 1064855 h 1065273"/>
              <a:gd name="csX9546" fmla="*/ 1649867 w 1728164"/>
              <a:gd name="csY9546" fmla="*/ 1064855 h 1065273"/>
              <a:gd name="csX9547" fmla="*/ 1650045 w 1728164"/>
              <a:gd name="csY9547" fmla="*/ 1064855 h 1065273"/>
              <a:gd name="csX9548" fmla="*/ 1650214 w 1728164"/>
              <a:gd name="csY9548" fmla="*/ 1064855 h 1065273"/>
              <a:gd name="csX9549" fmla="*/ 1650392 w 1728164"/>
              <a:gd name="csY9549" fmla="*/ 1064855 h 1065273"/>
              <a:gd name="csX9550" fmla="*/ 1650561 w 1728164"/>
              <a:gd name="csY9550" fmla="*/ 1064864 h 1065273"/>
              <a:gd name="csX9551" fmla="*/ 1650739 w 1728164"/>
              <a:gd name="csY9551" fmla="*/ 1064864 h 1065273"/>
              <a:gd name="csX9552" fmla="*/ 1650908 w 1728164"/>
              <a:gd name="csY9552" fmla="*/ 1064864 h 1065273"/>
              <a:gd name="csX9553" fmla="*/ 1651077 w 1728164"/>
              <a:gd name="csY9553" fmla="*/ 1064864 h 1065273"/>
              <a:gd name="csX9554" fmla="*/ 1651255 w 1728164"/>
              <a:gd name="csY9554" fmla="*/ 1064864 h 1065273"/>
              <a:gd name="csX9555" fmla="*/ 1651424 w 1728164"/>
              <a:gd name="csY9555" fmla="*/ 1064864 h 1065273"/>
              <a:gd name="csX9556" fmla="*/ 1651602 w 1728164"/>
              <a:gd name="csY9556" fmla="*/ 1064864 h 1065273"/>
              <a:gd name="csX9557" fmla="*/ 1651771 w 1728164"/>
              <a:gd name="csY9557" fmla="*/ 1064873 h 1065273"/>
              <a:gd name="csX9558" fmla="*/ 1651949 w 1728164"/>
              <a:gd name="csY9558" fmla="*/ 1064873 h 1065273"/>
              <a:gd name="csX9559" fmla="*/ 1652118 w 1728164"/>
              <a:gd name="csY9559" fmla="*/ 1064873 h 1065273"/>
              <a:gd name="csX9560" fmla="*/ 1652287 w 1728164"/>
              <a:gd name="csY9560" fmla="*/ 1064873 h 1065273"/>
              <a:gd name="csX9561" fmla="*/ 1652465 w 1728164"/>
              <a:gd name="csY9561" fmla="*/ 1064873 h 1065273"/>
              <a:gd name="csX9562" fmla="*/ 1652634 w 1728164"/>
              <a:gd name="csY9562" fmla="*/ 1064873 h 1065273"/>
              <a:gd name="csX9563" fmla="*/ 1652812 w 1728164"/>
              <a:gd name="csY9563" fmla="*/ 1064873 h 1065273"/>
              <a:gd name="csX9564" fmla="*/ 1652981 w 1728164"/>
              <a:gd name="csY9564" fmla="*/ 1064882 h 1065273"/>
              <a:gd name="csX9565" fmla="*/ 1653159 w 1728164"/>
              <a:gd name="csY9565" fmla="*/ 1064882 h 1065273"/>
              <a:gd name="csX9566" fmla="*/ 1653328 w 1728164"/>
              <a:gd name="csY9566" fmla="*/ 1064882 h 1065273"/>
              <a:gd name="csX9567" fmla="*/ 1653497 w 1728164"/>
              <a:gd name="csY9567" fmla="*/ 1064882 h 1065273"/>
              <a:gd name="csX9568" fmla="*/ 1653675 w 1728164"/>
              <a:gd name="csY9568" fmla="*/ 1064882 h 1065273"/>
              <a:gd name="csX9569" fmla="*/ 1653844 w 1728164"/>
              <a:gd name="csY9569" fmla="*/ 1064882 h 1065273"/>
              <a:gd name="csX9570" fmla="*/ 1654022 w 1728164"/>
              <a:gd name="csY9570" fmla="*/ 1064882 h 1065273"/>
              <a:gd name="csX9571" fmla="*/ 1654191 w 1728164"/>
              <a:gd name="csY9571" fmla="*/ 1064891 h 1065273"/>
              <a:gd name="csX9572" fmla="*/ 1654369 w 1728164"/>
              <a:gd name="csY9572" fmla="*/ 1064891 h 1065273"/>
              <a:gd name="csX9573" fmla="*/ 1654538 w 1728164"/>
              <a:gd name="csY9573" fmla="*/ 1064891 h 1065273"/>
              <a:gd name="csX9574" fmla="*/ 1654707 w 1728164"/>
              <a:gd name="csY9574" fmla="*/ 1064891 h 1065273"/>
              <a:gd name="csX9575" fmla="*/ 1654885 w 1728164"/>
              <a:gd name="csY9575" fmla="*/ 1064891 h 1065273"/>
              <a:gd name="csX9576" fmla="*/ 1655054 w 1728164"/>
              <a:gd name="csY9576" fmla="*/ 1064891 h 1065273"/>
              <a:gd name="csX9577" fmla="*/ 1655232 w 1728164"/>
              <a:gd name="csY9577" fmla="*/ 1064891 h 1065273"/>
              <a:gd name="csX9578" fmla="*/ 1655401 w 1728164"/>
              <a:gd name="csY9578" fmla="*/ 1064900 h 1065273"/>
              <a:gd name="csX9579" fmla="*/ 1655579 w 1728164"/>
              <a:gd name="csY9579" fmla="*/ 1064900 h 1065273"/>
              <a:gd name="csX9580" fmla="*/ 1655748 w 1728164"/>
              <a:gd name="csY9580" fmla="*/ 1064900 h 1065273"/>
              <a:gd name="csX9581" fmla="*/ 1655917 w 1728164"/>
              <a:gd name="csY9581" fmla="*/ 1064900 h 1065273"/>
              <a:gd name="csX9582" fmla="*/ 1656095 w 1728164"/>
              <a:gd name="csY9582" fmla="*/ 1064900 h 1065273"/>
              <a:gd name="csX9583" fmla="*/ 1656264 w 1728164"/>
              <a:gd name="csY9583" fmla="*/ 1064900 h 1065273"/>
              <a:gd name="csX9584" fmla="*/ 1656442 w 1728164"/>
              <a:gd name="csY9584" fmla="*/ 1064900 h 1065273"/>
              <a:gd name="csX9585" fmla="*/ 1656611 w 1728164"/>
              <a:gd name="csY9585" fmla="*/ 1064900 h 1065273"/>
              <a:gd name="csX9586" fmla="*/ 1656789 w 1728164"/>
              <a:gd name="csY9586" fmla="*/ 1064909 h 1065273"/>
              <a:gd name="csX9587" fmla="*/ 1656958 w 1728164"/>
              <a:gd name="csY9587" fmla="*/ 1064909 h 1065273"/>
              <a:gd name="csX9588" fmla="*/ 1657127 w 1728164"/>
              <a:gd name="csY9588" fmla="*/ 1064909 h 1065273"/>
              <a:gd name="csX9589" fmla="*/ 1657305 w 1728164"/>
              <a:gd name="csY9589" fmla="*/ 1064909 h 1065273"/>
              <a:gd name="csX9590" fmla="*/ 1657474 w 1728164"/>
              <a:gd name="csY9590" fmla="*/ 1064909 h 1065273"/>
              <a:gd name="csX9591" fmla="*/ 1657652 w 1728164"/>
              <a:gd name="csY9591" fmla="*/ 1064909 h 1065273"/>
              <a:gd name="csX9592" fmla="*/ 1657821 w 1728164"/>
              <a:gd name="csY9592" fmla="*/ 1064909 h 1065273"/>
              <a:gd name="csX9593" fmla="*/ 1657999 w 1728164"/>
              <a:gd name="csY9593" fmla="*/ 1064909 h 1065273"/>
              <a:gd name="csX9594" fmla="*/ 1658168 w 1728164"/>
              <a:gd name="csY9594" fmla="*/ 1064918 h 1065273"/>
              <a:gd name="csX9595" fmla="*/ 1658337 w 1728164"/>
              <a:gd name="csY9595" fmla="*/ 1064918 h 1065273"/>
              <a:gd name="csX9596" fmla="*/ 1658514 w 1728164"/>
              <a:gd name="csY9596" fmla="*/ 1064918 h 1065273"/>
              <a:gd name="csX9597" fmla="*/ 1658683 w 1728164"/>
              <a:gd name="csY9597" fmla="*/ 1064918 h 1065273"/>
              <a:gd name="csX9598" fmla="*/ 1658862 w 1728164"/>
              <a:gd name="csY9598" fmla="*/ 1064918 h 1065273"/>
              <a:gd name="csX9599" fmla="*/ 1659031 w 1728164"/>
              <a:gd name="csY9599" fmla="*/ 1064918 h 1065273"/>
              <a:gd name="csX9600" fmla="*/ 1659208 w 1728164"/>
              <a:gd name="csY9600" fmla="*/ 1064918 h 1065273"/>
              <a:gd name="csX9601" fmla="*/ 1659377 w 1728164"/>
              <a:gd name="csY9601" fmla="*/ 1064918 h 1065273"/>
              <a:gd name="csX9602" fmla="*/ 1659547 w 1728164"/>
              <a:gd name="csY9602" fmla="*/ 1064927 h 1065273"/>
              <a:gd name="csX9603" fmla="*/ 1659724 w 1728164"/>
              <a:gd name="csY9603" fmla="*/ 1064927 h 1065273"/>
              <a:gd name="csX9604" fmla="*/ 1659893 w 1728164"/>
              <a:gd name="csY9604" fmla="*/ 1064927 h 1065273"/>
              <a:gd name="csX9605" fmla="*/ 1660071 w 1728164"/>
              <a:gd name="csY9605" fmla="*/ 1064927 h 1065273"/>
              <a:gd name="csX9606" fmla="*/ 1660240 w 1728164"/>
              <a:gd name="csY9606" fmla="*/ 1064927 h 1065273"/>
              <a:gd name="csX9607" fmla="*/ 1660418 w 1728164"/>
              <a:gd name="csY9607" fmla="*/ 1064927 h 1065273"/>
              <a:gd name="csX9608" fmla="*/ 1660587 w 1728164"/>
              <a:gd name="csY9608" fmla="*/ 1064927 h 1065273"/>
              <a:gd name="csX9609" fmla="*/ 1660756 w 1728164"/>
              <a:gd name="csY9609" fmla="*/ 1064927 h 1065273"/>
              <a:gd name="csX9610" fmla="*/ 1660934 w 1728164"/>
              <a:gd name="csY9610" fmla="*/ 1064935 h 1065273"/>
              <a:gd name="csX9611" fmla="*/ 1661103 w 1728164"/>
              <a:gd name="csY9611" fmla="*/ 1064935 h 1065273"/>
              <a:gd name="csX9612" fmla="*/ 1661281 w 1728164"/>
              <a:gd name="csY9612" fmla="*/ 1064935 h 1065273"/>
              <a:gd name="csX9613" fmla="*/ 1661450 w 1728164"/>
              <a:gd name="csY9613" fmla="*/ 1064935 h 1065273"/>
              <a:gd name="csX9614" fmla="*/ 1661619 w 1728164"/>
              <a:gd name="csY9614" fmla="*/ 1064935 h 1065273"/>
              <a:gd name="csX9615" fmla="*/ 1661797 w 1728164"/>
              <a:gd name="csY9615" fmla="*/ 1064935 h 1065273"/>
              <a:gd name="csX9616" fmla="*/ 1661966 w 1728164"/>
              <a:gd name="csY9616" fmla="*/ 1064935 h 1065273"/>
              <a:gd name="csX9617" fmla="*/ 1662144 w 1728164"/>
              <a:gd name="csY9617" fmla="*/ 1064935 h 1065273"/>
              <a:gd name="csX9618" fmla="*/ 1662313 w 1728164"/>
              <a:gd name="csY9618" fmla="*/ 1064944 h 1065273"/>
              <a:gd name="csX9619" fmla="*/ 1662491 w 1728164"/>
              <a:gd name="csY9619" fmla="*/ 1064944 h 1065273"/>
              <a:gd name="csX9620" fmla="*/ 1662660 w 1728164"/>
              <a:gd name="csY9620" fmla="*/ 1064944 h 1065273"/>
              <a:gd name="csX9621" fmla="*/ 1662829 w 1728164"/>
              <a:gd name="csY9621" fmla="*/ 1064944 h 1065273"/>
              <a:gd name="csX9622" fmla="*/ 1663007 w 1728164"/>
              <a:gd name="csY9622" fmla="*/ 1064944 h 1065273"/>
              <a:gd name="csX9623" fmla="*/ 1663176 w 1728164"/>
              <a:gd name="csY9623" fmla="*/ 1064944 h 1065273"/>
              <a:gd name="csX9624" fmla="*/ 1663354 w 1728164"/>
              <a:gd name="csY9624" fmla="*/ 1064944 h 1065273"/>
              <a:gd name="csX9625" fmla="*/ 1663523 w 1728164"/>
              <a:gd name="csY9625" fmla="*/ 1064944 h 1065273"/>
              <a:gd name="csX9626" fmla="*/ 1663701 w 1728164"/>
              <a:gd name="csY9626" fmla="*/ 1064944 h 1065273"/>
              <a:gd name="csX9627" fmla="*/ 1663870 w 1728164"/>
              <a:gd name="csY9627" fmla="*/ 1064953 h 1065273"/>
              <a:gd name="csX9628" fmla="*/ 1664039 w 1728164"/>
              <a:gd name="csY9628" fmla="*/ 1064953 h 1065273"/>
              <a:gd name="csX9629" fmla="*/ 1664217 w 1728164"/>
              <a:gd name="csY9629" fmla="*/ 1064953 h 1065273"/>
              <a:gd name="csX9630" fmla="*/ 1664386 w 1728164"/>
              <a:gd name="csY9630" fmla="*/ 1064953 h 1065273"/>
              <a:gd name="csX9631" fmla="*/ 1664564 w 1728164"/>
              <a:gd name="csY9631" fmla="*/ 1064953 h 1065273"/>
              <a:gd name="csX9632" fmla="*/ 1664733 w 1728164"/>
              <a:gd name="csY9632" fmla="*/ 1064953 h 1065273"/>
              <a:gd name="csX9633" fmla="*/ 1664911 w 1728164"/>
              <a:gd name="csY9633" fmla="*/ 1064953 h 1065273"/>
              <a:gd name="csX9634" fmla="*/ 1665080 w 1728164"/>
              <a:gd name="csY9634" fmla="*/ 1064953 h 1065273"/>
              <a:gd name="csX9635" fmla="*/ 1665249 w 1728164"/>
              <a:gd name="csY9635" fmla="*/ 1064962 h 1065273"/>
              <a:gd name="csX9636" fmla="*/ 1665427 w 1728164"/>
              <a:gd name="csY9636" fmla="*/ 1064962 h 1065273"/>
              <a:gd name="csX9637" fmla="*/ 1665596 w 1728164"/>
              <a:gd name="csY9637" fmla="*/ 1064962 h 1065273"/>
              <a:gd name="csX9638" fmla="*/ 1665774 w 1728164"/>
              <a:gd name="csY9638" fmla="*/ 1064962 h 1065273"/>
              <a:gd name="csX9639" fmla="*/ 1665943 w 1728164"/>
              <a:gd name="csY9639" fmla="*/ 1064962 h 1065273"/>
              <a:gd name="csX9640" fmla="*/ 1666121 w 1728164"/>
              <a:gd name="csY9640" fmla="*/ 1064962 h 1065273"/>
              <a:gd name="csX9641" fmla="*/ 1666290 w 1728164"/>
              <a:gd name="csY9641" fmla="*/ 1064962 h 1065273"/>
              <a:gd name="csX9642" fmla="*/ 1666459 w 1728164"/>
              <a:gd name="csY9642" fmla="*/ 1064962 h 1065273"/>
              <a:gd name="csX9643" fmla="*/ 1666637 w 1728164"/>
              <a:gd name="csY9643" fmla="*/ 1064962 h 1065273"/>
              <a:gd name="csX9644" fmla="*/ 1666806 w 1728164"/>
              <a:gd name="csY9644" fmla="*/ 1064971 h 1065273"/>
              <a:gd name="csX9645" fmla="*/ 1666984 w 1728164"/>
              <a:gd name="csY9645" fmla="*/ 1064971 h 1065273"/>
              <a:gd name="csX9646" fmla="*/ 1667153 w 1728164"/>
              <a:gd name="csY9646" fmla="*/ 1064971 h 1065273"/>
              <a:gd name="csX9647" fmla="*/ 1667331 w 1728164"/>
              <a:gd name="csY9647" fmla="*/ 1064971 h 1065273"/>
              <a:gd name="csX9648" fmla="*/ 1667500 w 1728164"/>
              <a:gd name="csY9648" fmla="*/ 1064971 h 1065273"/>
              <a:gd name="csX9649" fmla="*/ 1667669 w 1728164"/>
              <a:gd name="csY9649" fmla="*/ 1064971 h 1065273"/>
              <a:gd name="csX9650" fmla="*/ 1667847 w 1728164"/>
              <a:gd name="csY9650" fmla="*/ 1064971 h 1065273"/>
              <a:gd name="csX9651" fmla="*/ 1668016 w 1728164"/>
              <a:gd name="csY9651" fmla="*/ 1064971 h 1065273"/>
              <a:gd name="csX9652" fmla="*/ 1668194 w 1728164"/>
              <a:gd name="csY9652" fmla="*/ 1064971 h 1065273"/>
              <a:gd name="csX9653" fmla="*/ 1668363 w 1728164"/>
              <a:gd name="csY9653" fmla="*/ 1064980 h 1065273"/>
              <a:gd name="csX9654" fmla="*/ 1668541 w 1728164"/>
              <a:gd name="csY9654" fmla="*/ 1064980 h 1065273"/>
              <a:gd name="csX9655" fmla="*/ 1668710 w 1728164"/>
              <a:gd name="csY9655" fmla="*/ 1064980 h 1065273"/>
              <a:gd name="csX9656" fmla="*/ 1668879 w 1728164"/>
              <a:gd name="csY9656" fmla="*/ 1064980 h 1065273"/>
              <a:gd name="csX9657" fmla="*/ 1669057 w 1728164"/>
              <a:gd name="csY9657" fmla="*/ 1064980 h 1065273"/>
              <a:gd name="csX9658" fmla="*/ 1669226 w 1728164"/>
              <a:gd name="csY9658" fmla="*/ 1064980 h 1065273"/>
              <a:gd name="csX9659" fmla="*/ 1669404 w 1728164"/>
              <a:gd name="csY9659" fmla="*/ 1064980 h 1065273"/>
              <a:gd name="csX9660" fmla="*/ 1669573 w 1728164"/>
              <a:gd name="csY9660" fmla="*/ 1064980 h 1065273"/>
              <a:gd name="csX9661" fmla="*/ 1669751 w 1728164"/>
              <a:gd name="csY9661" fmla="*/ 1064980 h 1065273"/>
              <a:gd name="csX9662" fmla="*/ 1669920 w 1728164"/>
              <a:gd name="csY9662" fmla="*/ 1064980 h 1065273"/>
              <a:gd name="csX9663" fmla="*/ 1670089 w 1728164"/>
              <a:gd name="csY9663" fmla="*/ 1064989 h 1065273"/>
              <a:gd name="csX9664" fmla="*/ 1670267 w 1728164"/>
              <a:gd name="csY9664" fmla="*/ 1064989 h 1065273"/>
              <a:gd name="csX9665" fmla="*/ 1670436 w 1728164"/>
              <a:gd name="csY9665" fmla="*/ 1064989 h 1065273"/>
              <a:gd name="csX9666" fmla="*/ 1670614 w 1728164"/>
              <a:gd name="csY9666" fmla="*/ 1064989 h 1065273"/>
              <a:gd name="csX9667" fmla="*/ 1670783 w 1728164"/>
              <a:gd name="csY9667" fmla="*/ 1064989 h 1065273"/>
              <a:gd name="csX9668" fmla="*/ 1670961 w 1728164"/>
              <a:gd name="csY9668" fmla="*/ 1064989 h 1065273"/>
              <a:gd name="csX9669" fmla="*/ 1671130 w 1728164"/>
              <a:gd name="csY9669" fmla="*/ 1064989 h 1065273"/>
              <a:gd name="csX9670" fmla="*/ 1671299 w 1728164"/>
              <a:gd name="csY9670" fmla="*/ 1064989 h 1065273"/>
              <a:gd name="csX9671" fmla="*/ 1671477 w 1728164"/>
              <a:gd name="csY9671" fmla="*/ 1064989 h 1065273"/>
              <a:gd name="csX9672" fmla="*/ 1671646 w 1728164"/>
              <a:gd name="csY9672" fmla="*/ 1064989 h 1065273"/>
              <a:gd name="csX9673" fmla="*/ 1671824 w 1728164"/>
              <a:gd name="csY9673" fmla="*/ 1064998 h 1065273"/>
              <a:gd name="csX9674" fmla="*/ 1671993 w 1728164"/>
              <a:gd name="csY9674" fmla="*/ 1064998 h 1065273"/>
              <a:gd name="csX9675" fmla="*/ 1672171 w 1728164"/>
              <a:gd name="csY9675" fmla="*/ 1064998 h 1065273"/>
              <a:gd name="csX9676" fmla="*/ 1672340 w 1728164"/>
              <a:gd name="csY9676" fmla="*/ 1064998 h 1065273"/>
              <a:gd name="csX9677" fmla="*/ 1672509 w 1728164"/>
              <a:gd name="csY9677" fmla="*/ 1064998 h 1065273"/>
              <a:gd name="csX9678" fmla="*/ 1672687 w 1728164"/>
              <a:gd name="csY9678" fmla="*/ 1064998 h 1065273"/>
              <a:gd name="csX9679" fmla="*/ 1672856 w 1728164"/>
              <a:gd name="csY9679" fmla="*/ 1064998 h 1065273"/>
              <a:gd name="csX9680" fmla="*/ 1673034 w 1728164"/>
              <a:gd name="csY9680" fmla="*/ 1064998 h 1065273"/>
              <a:gd name="csX9681" fmla="*/ 1673203 w 1728164"/>
              <a:gd name="csY9681" fmla="*/ 1064998 h 1065273"/>
              <a:gd name="csX9682" fmla="*/ 1673380 w 1728164"/>
              <a:gd name="csY9682" fmla="*/ 1064998 h 1065273"/>
              <a:gd name="csX9683" fmla="*/ 1673550 w 1728164"/>
              <a:gd name="csY9683" fmla="*/ 1065007 h 1065273"/>
              <a:gd name="csX9684" fmla="*/ 1673719 w 1728164"/>
              <a:gd name="csY9684" fmla="*/ 1065007 h 1065273"/>
              <a:gd name="csX9685" fmla="*/ 1673896 w 1728164"/>
              <a:gd name="csY9685" fmla="*/ 1065007 h 1065273"/>
              <a:gd name="csX9686" fmla="*/ 1674065 w 1728164"/>
              <a:gd name="csY9686" fmla="*/ 1065007 h 1065273"/>
              <a:gd name="csX9687" fmla="*/ 1674244 w 1728164"/>
              <a:gd name="csY9687" fmla="*/ 1065007 h 1065273"/>
              <a:gd name="csX9688" fmla="*/ 1674413 w 1728164"/>
              <a:gd name="csY9688" fmla="*/ 1065007 h 1065273"/>
              <a:gd name="csX9689" fmla="*/ 1674590 w 1728164"/>
              <a:gd name="csY9689" fmla="*/ 1065007 h 1065273"/>
              <a:gd name="csX9690" fmla="*/ 1674759 w 1728164"/>
              <a:gd name="csY9690" fmla="*/ 1065007 h 1065273"/>
              <a:gd name="csX9691" fmla="*/ 1674928 w 1728164"/>
              <a:gd name="csY9691" fmla="*/ 1065007 h 1065273"/>
              <a:gd name="csX9692" fmla="*/ 1675106 w 1728164"/>
              <a:gd name="csY9692" fmla="*/ 1065007 h 1065273"/>
              <a:gd name="csX9693" fmla="*/ 1675275 w 1728164"/>
              <a:gd name="csY9693" fmla="*/ 1065015 h 1065273"/>
              <a:gd name="csX9694" fmla="*/ 1675453 w 1728164"/>
              <a:gd name="csY9694" fmla="*/ 1065015 h 1065273"/>
              <a:gd name="csX9695" fmla="*/ 1675622 w 1728164"/>
              <a:gd name="csY9695" fmla="*/ 1065015 h 1065273"/>
              <a:gd name="csX9696" fmla="*/ 1675800 w 1728164"/>
              <a:gd name="csY9696" fmla="*/ 1065015 h 1065273"/>
              <a:gd name="csX9697" fmla="*/ 1675969 w 1728164"/>
              <a:gd name="csY9697" fmla="*/ 1065015 h 1065273"/>
              <a:gd name="csX9698" fmla="*/ 1676138 w 1728164"/>
              <a:gd name="csY9698" fmla="*/ 1065015 h 1065273"/>
              <a:gd name="csX9699" fmla="*/ 1676316 w 1728164"/>
              <a:gd name="csY9699" fmla="*/ 1065015 h 1065273"/>
              <a:gd name="csX9700" fmla="*/ 1676485 w 1728164"/>
              <a:gd name="csY9700" fmla="*/ 1065015 h 1065273"/>
              <a:gd name="csX9701" fmla="*/ 1676663 w 1728164"/>
              <a:gd name="csY9701" fmla="*/ 1065015 h 1065273"/>
              <a:gd name="csX9702" fmla="*/ 1676832 w 1728164"/>
              <a:gd name="csY9702" fmla="*/ 1065015 h 1065273"/>
              <a:gd name="csX9703" fmla="*/ 1677010 w 1728164"/>
              <a:gd name="csY9703" fmla="*/ 1065015 h 1065273"/>
              <a:gd name="csX9704" fmla="*/ 1677179 w 1728164"/>
              <a:gd name="csY9704" fmla="*/ 1065024 h 1065273"/>
              <a:gd name="csX9705" fmla="*/ 1677348 w 1728164"/>
              <a:gd name="csY9705" fmla="*/ 1065024 h 1065273"/>
              <a:gd name="csX9706" fmla="*/ 1677526 w 1728164"/>
              <a:gd name="csY9706" fmla="*/ 1065024 h 1065273"/>
              <a:gd name="csX9707" fmla="*/ 1677695 w 1728164"/>
              <a:gd name="csY9707" fmla="*/ 1065024 h 1065273"/>
              <a:gd name="csX9708" fmla="*/ 1677873 w 1728164"/>
              <a:gd name="csY9708" fmla="*/ 1065024 h 1065273"/>
              <a:gd name="csX9709" fmla="*/ 1678042 w 1728164"/>
              <a:gd name="csY9709" fmla="*/ 1065024 h 1065273"/>
              <a:gd name="csX9710" fmla="*/ 1678220 w 1728164"/>
              <a:gd name="csY9710" fmla="*/ 1065024 h 1065273"/>
              <a:gd name="csX9711" fmla="*/ 1678389 w 1728164"/>
              <a:gd name="csY9711" fmla="*/ 1065024 h 1065273"/>
              <a:gd name="csX9712" fmla="*/ 1678558 w 1728164"/>
              <a:gd name="csY9712" fmla="*/ 1065024 h 1065273"/>
              <a:gd name="csX9713" fmla="*/ 1678736 w 1728164"/>
              <a:gd name="csY9713" fmla="*/ 1065024 h 1065273"/>
              <a:gd name="csX9714" fmla="*/ 1678905 w 1728164"/>
              <a:gd name="csY9714" fmla="*/ 1065024 h 1065273"/>
              <a:gd name="csX9715" fmla="*/ 1679083 w 1728164"/>
              <a:gd name="csY9715" fmla="*/ 1065033 h 1065273"/>
              <a:gd name="csX9716" fmla="*/ 1679252 w 1728164"/>
              <a:gd name="csY9716" fmla="*/ 1065033 h 1065273"/>
              <a:gd name="csX9717" fmla="*/ 1679430 w 1728164"/>
              <a:gd name="csY9717" fmla="*/ 1065033 h 1065273"/>
              <a:gd name="csX9718" fmla="*/ 1679599 w 1728164"/>
              <a:gd name="csY9718" fmla="*/ 1065033 h 1065273"/>
              <a:gd name="csX9719" fmla="*/ 1679768 w 1728164"/>
              <a:gd name="csY9719" fmla="*/ 1065033 h 1065273"/>
              <a:gd name="csX9720" fmla="*/ 1679946 w 1728164"/>
              <a:gd name="csY9720" fmla="*/ 1065033 h 1065273"/>
              <a:gd name="csX9721" fmla="*/ 1680115 w 1728164"/>
              <a:gd name="csY9721" fmla="*/ 1065033 h 1065273"/>
              <a:gd name="csX9722" fmla="*/ 1680293 w 1728164"/>
              <a:gd name="csY9722" fmla="*/ 1065033 h 1065273"/>
              <a:gd name="csX9723" fmla="*/ 1680462 w 1728164"/>
              <a:gd name="csY9723" fmla="*/ 1065033 h 1065273"/>
              <a:gd name="csX9724" fmla="*/ 1680631 w 1728164"/>
              <a:gd name="csY9724" fmla="*/ 1065033 h 1065273"/>
              <a:gd name="csX9725" fmla="*/ 1680809 w 1728164"/>
              <a:gd name="csY9725" fmla="*/ 1065033 h 1065273"/>
              <a:gd name="csX9726" fmla="*/ 1680978 w 1728164"/>
              <a:gd name="csY9726" fmla="*/ 1065042 h 1065273"/>
              <a:gd name="csX9727" fmla="*/ 1681156 w 1728164"/>
              <a:gd name="csY9727" fmla="*/ 1065042 h 1065273"/>
              <a:gd name="csX9728" fmla="*/ 1681325 w 1728164"/>
              <a:gd name="csY9728" fmla="*/ 1065042 h 1065273"/>
              <a:gd name="csX9729" fmla="*/ 1681503 w 1728164"/>
              <a:gd name="csY9729" fmla="*/ 1065042 h 1065273"/>
              <a:gd name="csX9730" fmla="*/ 1681672 w 1728164"/>
              <a:gd name="csY9730" fmla="*/ 1065042 h 1065273"/>
              <a:gd name="csX9731" fmla="*/ 1681841 w 1728164"/>
              <a:gd name="csY9731" fmla="*/ 1065042 h 1065273"/>
              <a:gd name="csX9732" fmla="*/ 1682019 w 1728164"/>
              <a:gd name="csY9732" fmla="*/ 1065042 h 1065273"/>
              <a:gd name="csX9733" fmla="*/ 1682188 w 1728164"/>
              <a:gd name="csY9733" fmla="*/ 1065042 h 1065273"/>
              <a:gd name="csX9734" fmla="*/ 1682366 w 1728164"/>
              <a:gd name="csY9734" fmla="*/ 1065042 h 1065273"/>
              <a:gd name="csX9735" fmla="*/ 1682535 w 1728164"/>
              <a:gd name="csY9735" fmla="*/ 1065042 h 1065273"/>
              <a:gd name="csX9736" fmla="*/ 1682713 w 1728164"/>
              <a:gd name="csY9736" fmla="*/ 1065042 h 1065273"/>
              <a:gd name="csX9737" fmla="*/ 1682882 w 1728164"/>
              <a:gd name="csY9737" fmla="*/ 1065042 h 1065273"/>
              <a:gd name="csX9738" fmla="*/ 1683051 w 1728164"/>
              <a:gd name="csY9738" fmla="*/ 1065051 h 1065273"/>
              <a:gd name="csX9739" fmla="*/ 1683229 w 1728164"/>
              <a:gd name="csY9739" fmla="*/ 1065051 h 1065273"/>
              <a:gd name="csX9740" fmla="*/ 1683398 w 1728164"/>
              <a:gd name="csY9740" fmla="*/ 1065051 h 1065273"/>
              <a:gd name="csX9741" fmla="*/ 1683576 w 1728164"/>
              <a:gd name="csY9741" fmla="*/ 1065051 h 1065273"/>
              <a:gd name="csX9742" fmla="*/ 1683745 w 1728164"/>
              <a:gd name="csY9742" fmla="*/ 1065051 h 1065273"/>
              <a:gd name="csX9743" fmla="*/ 1683923 w 1728164"/>
              <a:gd name="csY9743" fmla="*/ 1065051 h 1065273"/>
              <a:gd name="csX9744" fmla="*/ 1684092 w 1728164"/>
              <a:gd name="csY9744" fmla="*/ 1065051 h 1065273"/>
              <a:gd name="csX9745" fmla="*/ 1684261 w 1728164"/>
              <a:gd name="csY9745" fmla="*/ 1065051 h 1065273"/>
              <a:gd name="csX9746" fmla="*/ 1684439 w 1728164"/>
              <a:gd name="csY9746" fmla="*/ 1065051 h 1065273"/>
              <a:gd name="csX9747" fmla="*/ 1684608 w 1728164"/>
              <a:gd name="csY9747" fmla="*/ 1065051 h 1065273"/>
              <a:gd name="csX9748" fmla="*/ 1684786 w 1728164"/>
              <a:gd name="csY9748" fmla="*/ 1065051 h 1065273"/>
              <a:gd name="csX9749" fmla="*/ 1684955 w 1728164"/>
              <a:gd name="csY9749" fmla="*/ 1065051 h 1065273"/>
              <a:gd name="csX9750" fmla="*/ 1685133 w 1728164"/>
              <a:gd name="csY9750" fmla="*/ 1065060 h 1065273"/>
              <a:gd name="csX9751" fmla="*/ 1685302 w 1728164"/>
              <a:gd name="csY9751" fmla="*/ 1065060 h 1065273"/>
              <a:gd name="csX9752" fmla="*/ 1685471 w 1728164"/>
              <a:gd name="csY9752" fmla="*/ 1065060 h 1065273"/>
              <a:gd name="csX9753" fmla="*/ 1685649 w 1728164"/>
              <a:gd name="csY9753" fmla="*/ 1065060 h 1065273"/>
              <a:gd name="csX9754" fmla="*/ 1685818 w 1728164"/>
              <a:gd name="csY9754" fmla="*/ 1065060 h 1065273"/>
              <a:gd name="csX9755" fmla="*/ 1685996 w 1728164"/>
              <a:gd name="csY9755" fmla="*/ 1065060 h 1065273"/>
              <a:gd name="csX9756" fmla="*/ 1686165 w 1728164"/>
              <a:gd name="csY9756" fmla="*/ 1065060 h 1065273"/>
              <a:gd name="csX9757" fmla="*/ 1686343 w 1728164"/>
              <a:gd name="csY9757" fmla="*/ 1065060 h 1065273"/>
              <a:gd name="csX9758" fmla="*/ 1686512 w 1728164"/>
              <a:gd name="csY9758" fmla="*/ 1065060 h 1065273"/>
              <a:gd name="csX9759" fmla="*/ 1686681 w 1728164"/>
              <a:gd name="csY9759" fmla="*/ 1065060 h 1065273"/>
              <a:gd name="csX9760" fmla="*/ 1686859 w 1728164"/>
              <a:gd name="csY9760" fmla="*/ 1065060 h 1065273"/>
              <a:gd name="csX9761" fmla="*/ 1687028 w 1728164"/>
              <a:gd name="csY9761" fmla="*/ 1065060 h 1065273"/>
              <a:gd name="csX9762" fmla="*/ 1687206 w 1728164"/>
              <a:gd name="csY9762" fmla="*/ 1065060 h 1065273"/>
              <a:gd name="csX9763" fmla="*/ 1687375 w 1728164"/>
              <a:gd name="csY9763" fmla="*/ 1065069 h 1065273"/>
              <a:gd name="csX9764" fmla="*/ 1687553 w 1728164"/>
              <a:gd name="csY9764" fmla="*/ 1065069 h 1065273"/>
              <a:gd name="csX9765" fmla="*/ 1687722 w 1728164"/>
              <a:gd name="csY9765" fmla="*/ 1065069 h 1065273"/>
              <a:gd name="csX9766" fmla="*/ 1687891 w 1728164"/>
              <a:gd name="csY9766" fmla="*/ 1065069 h 1065273"/>
              <a:gd name="csX9767" fmla="*/ 1688068 w 1728164"/>
              <a:gd name="csY9767" fmla="*/ 1065069 h 1065273"/>
              <a:gd name="csX9768" fmla="*/ 1688238 w 1728164"/>
              <a:gd name="csY9768" fmla="*/ 1065069 h 1065273"/>
              <a:gd name="csX9769" fmla="*/ 1688416 w 1728164"/>
              <a:gd name="csY9769" fmla="*/ 1065069 h 1065273"/>
              <a:gd name="csX9770" fmla="*/ 1688585 w 1728164"/>
              <a:gd name="csY9770" fmla="*/ 1065069 h 1065273"/>
              <a:gd name="csX9771" fmla="*/ 1688762 w 1728164"/>
              <a:gd name="csY9771" fmla="*/ 1065069 h 1065273"/>
              <a:gd name="csX9772" fmla="*/ 1688931 w 1728164"/>
              <a:gd name="csY9772" fmla="*/ 1065069 h 1065273"/>
              <a:gd name="csX9773" fmla="*/ 1689101 w 1728164"/>
              <a:gd name="csY9773" fmla="*/ 1065069 h 1065273"/>
              <a:gd name="csX9774" fmla="*/ 1689278 w 1728164"/>
              <a:gd name="csY9774" fmla="*/ 1065069 h 1065273"/>
              <a:gd name="csX9775" fmla="*/ 1689447 w 1728164"/>
              <a:gd name="csY9775" fmla="*/ 1065069 h 1065273"/>
              <a:gd name="csX9776" fmla="*/ 1689625 w 1728164"/>
              <a:gd name="csY9776" fmla="*/ 1065078 h 1065273"/>
              <a:gd name="csX9777" fmla="*/ 1689795 w 1728164"/>
              <a:gd name="csY9777" fmla="*/ 1065078 h 1065273"/>
              <a:gd name="csX9778" fmla="*/ 1689972 w 1728164"/>
              <a:gd name="csY9778" fmla="*/ 1065078 h 1065273"/>
              <a:gd name="csX9779" fmla="*/ 1690141 w 1728164"/>
              <a:gd name="csY9779" fmla="*/ 1065078 h 1065273"/>
              <a:gd name="csX9780" fmla="*/ 1690310 w 1728164"/>
              <a:gd name="csY9780" fmla="*/ 1065078 h 1065273"/>
              <a:gd name="csX9781" fmla="*/ 1690488 w 1728164"/>
              <a:gd name="csY9781" fmla="*/ 1065078 h 1065273"/>
              <a:gd name="csX9782" fmla="*/ 1690657 w 1728164"/>
              <a:gd name="csY9782" fmla="*/ 1065078 h 1065273"/>
              <a:gd name="csX9783" fmla="*/ 1690835 w 1728164"/>
              <a:gd name="csY9783" fmla="*/ 1065078 h 1065273"/>
              <a:gd name="csX9784" fmla="*/ 1691004 w 1728164"/>
              <a:gd name="csY9784" fmla="*/ 1065078 h 1065273"/>
              <a:gd name="csX9785" fmla="*/ 1691182 w 1728164"/>
              <a:gd name="csY9785" fmla="*/ 1065078 h 1065273"/>
              <a:gd name="csX9786" fmla="*/ 1691351 w 1728164"/>
              <a:gd name="csY9786" fmla="*/ 1065078 h 1065273"/>
              <a:gd name="csX9787" fmla="*/ 1691520 w 1728164"/>
              <a:gd name="csY9787" fmla="*/ 1065078 h 1065273"/>
              <a:gd name="csX9788" fmla="*/ 1691698 w 1728164"/>
              <a:gd name="csY9788" fmla="*/ 1065078 h 1065273"/>
              <a:gd name="csX9789" fmla="*/ 1691867 w 1728164"/>
              <a:gd name="csY9789" fmla="*/ 1065078 h 1065273"/>
              <a:gd name="csX9790" fmla="*/ 1692045 w 1728164"/>
              <a:gd name="csY9790" fmla="*/ 1065087 h 1065273"/>
              <a:gd name="csX9791" fmla="*/ 1692214 w 1728164"/>
              <a:gd name="csY9791" fmla="*/ 1065087 h 1065273"/>
              <a:gd name="csX9792" fmla="*/ 1692392 w 1728164"/>
              <a:gd name="csY9792" fmla="*/ 1065087 h 1065273"/>
              <a:gd name="csX9793" fmla="*/ 1692561 w 1728164"/>
              <a:gd name="csY9793" fmla="*/ 1065087 h 1065273"/>
              <a:gd name="csX9794" fmla="*/ 1692730 w 1728164"/>
              <a:gd name="csY9794" fmla="*/ 1065087 h 1065273"/>
              <a:gd name="csX9795" fmla="*/ 1692908 w 1728164"/>
              <a:gd name="csY9795" fmla="*/ 1065087 h 1065273"/>
              <a:gd name="csX9796" fmla="*/ 1693077 w 1728164"/>
              <a:gd name="csY9796" fmla="*/ 1065087 h 1065273"/>
              <a:gd name="csX9797" fmla="*/ 1693255 w 1728164"/>
              <a:gd name="csY9797" fmla="*/ 1065087 h 1065273"/>
              <a:gd name="csX9798" fmla="*/ 1693424 w 1728164"/>
              <a:gd name="csY9798" fmla="*/ 1065087 h 1065273"/>
              <a:gd name="csX9799" fmla="*/ 1693602 w 1728164"/>
              <a:gd name="csY9799" fmla="*/ 1065087 h 1065273"/>
              <a:gd name="csX9800" fmla="*/ 1693771 w 1728164"/>
              <a:gd name="csY9800" fmla="*/ 1065087 h 1065273"/>
              <a:gd name="csX9801" fmla="*/ 1693940 w 1728164"/>
              <a:gd name="csY9801" fmla="*/ 1065087 h 1065273"/>
              <a:gd name="csX9802" fmla="*/ 1694118 w 1728164"/>
              <a:gd name="csY9802" fmla="*/ 1065087 h 1065273"/>
              <a:gd name="csX9803" fmla="*/ 1694287 w 1728164"/>
              <a:gd name="csY9803" fmla="*/ 1065087 h 1065273"/>
              <a:gd name="csX9804" fmla="*/ 1694465 w 1728164"/>
              <a:gd name="csY9804" fmla="*/ 1065096 h 1065273"/>
              <a:gd name="csX9805" fmla="*/ 1694634 w 1728164"/>
              <a:gd name="csY9805" fmla="*/ 1065096 h 1065273"/>
              <a:gd name="csX9806" fmla="*/ 1694812 w 1728164"/>
              <a:gd name="csY9806" fmla="*/ 1065096 h 1065273"/>
              <a:gd name="csX9807" fmla="*/ 1694981 w 1728164"/>
              <a:gd name="csY9807" fmla="*/ 1065096 h 1065273"/>
              <a:gd name="csX9808" fmla="*/ 1695150 w 1728164"/>
              <a:gd name="csY9808" fmla="*/ 1065096 h 1065273"/>
              <a:gd name="csX9809" fmla="*/ 1695328 w 1728164"/>
              <a:gd name="csY9809" fmla="*/ 1065096 h 1065273"/>
              <a:gd name="csX9810" fmla="*/ 1695497 w 1728164"/>
              <a:gd name="csY9810" fmla="*/ 1065096 h 1065273"/>
              <a:gd name="csX9811" fmla="*/ 1695675 w 1728164"/>
              <a:gd name="csY9811" fmla="*/ 1065096 h 1065273"/>
              <a:gd name="csX9812" fmla="*/ 1695844 w 1728164"/>
              <a:gd name="csY9812" fmla="*/ 1065096 h 1065273"/>
              <a:gd name="csX9813" fmla="*/ 1696022 w 1728164"/>
              <a:gd name="csY9813" fmla="*/ 1065096 h 1065273"/>
              <a:gd name="csX9814" fmla="*/ 1696191 w 1728164"/>
              <a:gd name="csY9814" fmla="*/ 1065096 h 1065273"/>
              <a:gd name="csX9815" fmla="*/ 1696360 w 1728164"/>
              <a:gd name="csY9815" fmla="*/ 1065096 h 1065273"/>
              <a:gd name="csX9816" fmla="*/ 1696538 w 1728164"/>
              <a:gd name="csY9816" fmla="*/ 1065096 h 1065273"/>
              <a:gd name="csX9817" fmla="*/ 1696707 w 1728164"/>
              <a:gd name="csY9817" fmla="*/ 1065096 h 1065273"/>
              <a:gd name="csX9818" fmla="*/ 1696885 w 1728164"/>
              <a:gd name="csY9818" fmla="*/ 1065096 h 1065273"/>
              <a:gd name="csX9819" fmla="*/ 1697054 w 1728164"/>
              <a:gd name="csY9819" fmla="*/ 1065104 h 1065273"/>
              <a:gd name="csX9820" fmla="*/ 1697232 w 1728164"/>
              <a:gd name="csY9820" fmla="*/ 1065104 h 1065273"/>
              <a:gd name="csX9821" fmla="*/ 1697401 w 1728164"/>
              <a:gd name="csY9821" fmla="*/ 1065104 h 1065273"/>
              <a:gd name="csX9822" fmla="*/ 1697570 w 1728164"/>
              <a:gd name="csY9822" fmla="*/ 1065104 h 1065273"/>
              <a:gd name="csX9823" fmla="*/ 1697748 w 1728164"/>
              <a:gd name="csY9823" fmla="*/ 1065104 h 1065273"/>
              <a:gd name="csX9824" fmla="*/ 1697917 w 1728164"/>
              <a:gd name="csY9824" fmla="*/ 1065104 h 1065273"/>
              <a:gd name="csX9825" fmla="*/ 1698095 w 1728164"/>
              <a:gd name="csY9825" fmla="*/ 1065104 h 1065273"/>
              <a:gd name="csX9826" fmla="*/ 1698264 w 1728164"/>
              <a:gd name="csY9826" fmla="*/ 1065104 h 1065273"/>
              <a:gd name="csX9827" fmla="*/ 1698442 w 1728164"/>
              <a:gd name="csY9827" fmla="*/ 1065104 h 1065273"/>
              <a:gd name="csX9828" fmla="*/ 1698611 w 1728164"/>
              <a:gd name="csY9828" fmla="*/ 1065104 h 1065273"/>
              <a:gd name="csX9829" fmla="*/ 1698780 w 1728164"/>
              <a:gd name="csY9829" fmla="*/ 1065104 h 1065273"/>
              <a:gd name="csX9830" fmla="*/ 1698958 w 1728164"/>
              <a:gd name="csY9830" fmla="*/ 1065104 h 1065273"/>
              <a:gd name="csX9831" fmla="*/ 1699127 w 1728164"/>
              <a:gd name="csY9831" fmla="*/ 1065104 h 1065273"/>
              <a:gd name="csX9832" fmla="*/ 1699305 w 1728164"/>
              <a:gd name="csY9832" fmla="*/ 1065104 h 1065273"/>
              <a:gd name="csX9833" fmla="*/ 1699474 w 1728164"/>
              <a:gd name="csY9833" fmla="*/ 1065104 h 1065273"/>
              <a:gd name="csX9834" fmla="*/ 1699643 w 1728164"/>
              <a:gd name="csY9834" fmla="*/ 1065104 h 1065273"/>
              <a:gd name="csX9835" fmla="*/ 1699821 w 1728164"/>
              <a:gd name="csY9835" fmla="*/ 1065113 h 1065273"/>
              <a:gd name="csX9836" fmla="*/ 1699990 w 1728164"/>
              <a:gd name="csY9836" fmla="*/ 1065113 h 1065273"/>
              <a:gd name="csX9837" fmla="*/ 1700168 w 1728164"/>
              <a:gd name="csY9837" fmla="*/ 1065113 h 1065273"/>
              <a:gd name="csX9838" fmla="*/ 1700337 w 1728164"/>
              <a:gd name="csY9838" fmla="*/ 1065113 h 1065273"/>
              <a:gd name="csX9839" fmla="*/ 1700515 w 1728164"/>
              <a:gd name="csY9839" fmla="*/ 1065113 h 1065273"/>
              <a:gd name="csX9840" fmla="*/ 1700684 w 1728164"/>
              <a:gd name="csY9840" fmla="*/ 1065113 h 1065273"/>
              <a:gd name="csX9841" fmla="*/ 1700853 w 1728164"/>
              <a:gd name="csY9841" fmla="*/ 1065113 h 1065273"/>
              <a:gd name="csX9842" fmla="*/ 1701031 w 1728164"/>
              <a:gd name="csY9842" fmla="*/ 1065113 h 1065273"/>
              <a:gd name="csX9843" fmla="*/ 1701200 w 1728164"/>
              <a:gd name="csY9843" fmla="*/ 1065113 h 1065273"/>
              <a:gd name="csX9844" fmla="*/ 1701378 w 1728164"/>
              <a:gd name="csY9844" fmla="*/ 1065113 h 1065273"/>
              <a:gd name="csX9845" fmla="*/ 1701547 w 1728164"/>
              <a:gd name="csY9845" fmla="*/ 1065113 h 1065273"/>
              <a:gd name="csX9846" fmla="*/ 1701725 w 1728164"/>
              <a:gd name="csY9846" fmla="*/ 1065113 h 1065273"/>
              <a:gd name="csX9847" fmla="*/ 1701894 w 1728164"/>
              <a:gd name="csY9847" fmla="*/ 1065113 h 1065273"/>
              <a:gd name="csX9848" fmla="*/ 1702063 w 1728164"/>
              <a:gd name="csY9848" fmla="*/ 1065113 h 1065273"/>
              <a:gd name="csX9849" fmla="*/ 1702241 w 1728164"/>
              <a:gd name="csY9849" fmla="*/ 1065113 h 1065273"/>
              <a:gd name="csX9850" fmla="*/ 1702410 w 1728164"/>
              <a:gd name="csY9850" fmla="*/ 1065113 h 1065273"/>
              <a:gd name="csX9851" fmla="*/ 1702588 w 1728164"/>
              <a:gd name="csY9851" fmla="*/ 1065113 h 1065273"/>
              <a:gd name="csX9852" fmla="*/ 1702757 w 1728164"/>
              <a:gd name="csY9852" fmla="*/ 1065122 h 1065273"/>
              <a:gd name="csX9853" fmla="*/ 1702935 w 1728164"/>
              <a:gd name="csY9853" fmla="*/ 1065122 h 1065273"/>
              <a:gd name="csX9854" fmla="*/ 1703104 w 1728164"/>
              <a:gd name="csY9854" fmla="*/ 1065122 h 1065273"/>
              <a:gd name="csX9855" fmla="*/ 1703273 w 1728164"/>
              <a:gd name="csY9855" fmla="*/ 1065122 h 1065273"/>
              <a:gd name="csX9856" fmla="*/ 1703450 w 1728164"/>
              <a:gd name="csY9856" fmla="*/ 1065122 h 1065273"/>
              <a:gd name="csX9857" fmla="*/ 1703619 w 1728164"/>
              <a:gd name="csY9857" fmla="*/ 1065122 h 1065273"/>
              <a:gd name="csX9858" fmla="*/ 1703798 w 1728164"/>
              <a:gd name="csY9858" fmla="*/ 1065122 h 1065273"/>
              <a:gd name="csX9859" fmla="*/ 1703967 w 1728164"/>
              <a:gd name="csY9859" fmla="*/ 1065122 h 1065273"/>
              <a:gd name="csX9860" fmla="*/ 1704144 w 1728164"/>
              <a:gd name="csY9860" fmla="*/ 1065122 h 1065273"/>
              <a:gd name="csX9861" fmla="*/ 1704313 w 1728164"/>
              <a:gd name="csY9861" fmla="*/ 1065122 h 1065273"/>
              <a:gd name="csX9862" fmla="*/ 1704483 w 1728164"/>
              <a:gd name="csY9862" fmla="*/ 1065122 h 1065273"/>
              <a:gd name="csX9863" fmla="*/ 1704660 w 1728164"/>
              <a:gd name="csY9863" fmla="*/ 1065122 h 1065273"/>
              <a:gd name="csX9864" fmla="*/ 1704829 w 1728164"/>
              <a:gd name="csY9864" fmla="*/ 1065122 h 1065273"/>
              <a:gd name="csX9865" fmla="*/ 1705007 w 1728164"/>
              <a:gd name="csY9865" fmla="*/ 1065122 h 1065273"/>
              <a:gd name="csX9866" fmla="*/ 1705176 w 1728164"/>
              <a:gd name="csY9866" fmla="*/ 1065122 h 1065273"/>
              <a:gd name="csX9867" fmla="*/ 1705354 w 1728164"/>
              <a:gd name="csY9867" fmla="*/ 1065122 h 1065273"/>
              <a:gd name="csX9868" fmla="*/ 1705523 w 1728164"/>
              <a:gd name="csY9868" fmla="*/ 1065122 h 1065273"/>
              <a:gd name="csX9869" fmla="*/ 1705692 w 1728164"/>
              <a:gd name="csY9869" fmla="*/ 1065131 h 1065273"/>
              <a:gd name="csX9870" fmla="*/ 1705870 w 1728164"/>
              <a:gd name="csY9870" fmla="*/ 1065131 h 1065273"/>
              <a:gd name="csX9871" fmla="*/ 1706039 w 1728164"/>
              <a:gd name="csY9871" fmla="*/ 1065131 h 1065273"/>
              <a:gd name="csX9872" fmla="*/ 1706217 w 1728164"/>
              <a:gd name="csY9872" fmla="*/ 1065131 h 1065273"/>
              <a:gd name="csX9873" fmla="*/ 1706386 w 1728164"/>
              <a:gd name="csY9873" fmla="*/ 1065131 h 1065273"/>
              <a:gd name="csX9874" fmla="*/ 1706564 w 1728164"/>
              <a:gd name="csY9874" fmla="*/ 1065131 h 1065273"/>
              <a:gd name="csX9875" fmla="*/ 1706733 w 1728164"/>
              <a:gd name="csY9875" fmla="*/ 1065131 h 1065273"/>
              <a:gd name="csX9876" fmla="*/ 1706902 w 1728164"/>
              <a:gd name="csY9876" fmla="*/ 1065131 h 1065273"/>
              <a:gd name="csX9877" fmla="*/ 1707080 w 1728164"/>
              <a:gd name="csY9877" fmla="*/ 1065131 h 1065273"/>
              <a:gd name="csX9878" fmla="*/ 1707249 w 1728164"/>
              <a:gd name="csY9878" fmla="*/ 1065131 h 1065273"/>
              <a:gd name="csX9879" fmla="*/ 1707427 w 1728164"/>
              <a:gd name="csY9879" fmla="*/ 1065131 h 1065273"/>
              <a:gd name="csX9880" fmla="*/ 1707596 w 1728164"/>
              <a:gd name="csY9880" fmla="*/ 1065131 h 1065273"/>
              <a:gd name="csX9881" fmla="*/ 1707774 w 1728164"/>
              <a:gd name="csY9881" fmla="*/ 1065131 h 1065273"/>
              <a:gd name="csX9882" fmla="*/ 1707943 w 1728164"/>
              <a:gd name="csY9882" fmla="*/ 1065131 h 1065273"/>
              <a:gd name="csX9883" fmla="*/ 1708112 w 1728164"/>
              <a:gd name="csY9883" fmla="*/ 1065131 h 1065273"/>
              <a:gd name="csX9884" fmla="*/ 1708290 w 1728164"/>
              <a:gd name="csY9884" fmla="*/ 1065131 h 1065273"/>
              <a:gd name="csX9885" fmla="*/ 1708459 w 1728164"/>
              <a:gd name="csY9885" fmla="*/ 1065131 h 1065273"/>
              <a:gd name="csX9886" fmla="*/ 1708637 w 1728164"/>
              <a:gd name="csY9886" fmla="*/ 1065131 h 1065273"/>
              <a:gd name="csX9887" fmla="*/ 1708806 w 1728164"/>
              <a:gd name="csY9887" fmla="*/ 1065131 h 1065273"/>
              <a:gd name="csX9888" fmla="*/ 1708984 w 1728164"/>
              <a:gd name="csY9888" fmla="*/ 1065140 h 1065273"/>
              <a:gd name="csX9889" fmla="*/ 1709153 w 1728164"/>
              <a:gd name="csY9889" fmla="*/ 1065140 h 1065273"/>
              <a:gd name="csX9890" fmla="*/ 1709322 w 1728164"/>
              <a:gd name="csY9890" fmla="*/ 1065140 h 1065273"/>
              <a:gd name="csX9891" fmla="*/ 1709500 w 1728164"/>
              <a:gd name="csY9891" fmla="*/ 1065140 h 1065273"/>
              <a:gd name="csX9892" fmla="*/ 1709669 w 1728164"/>
              <a:gd name="csY9892" fmla="*/ 1065140 h 1065273"/>
              <a:gd name="csX9893" fmla="*/ 1709847 w 1728164"/>
              <a:gd name="csY9893" fmla="*/ 1065140 h 1065273"/>
              <a:gd name="csX9894" fmla="*/ 1710016 w 1728164"/>
              <a:gd name="csY9894" fmla="*/ 1065140 h 1065273"/>
              <a:gd name="csX9895" fmla="*/ 1710194 w 1728164"/>
              <a:gd name="csY9895" fmla="*/ 1065140 h 1065273"/>
              <a:gd name="csX9896" fmla="*/ 1710363 w 1728164"/>
              <a:gd name="csY9896" fmla="*/ 1065140 h 1065273"/>
              <a:gd name="csX9897" fmla="*/ 1710532 w 1728164"/>
              <a:gd name="csY9897" fmla="*/ 1065140 h 1065273"/>
              <a:gd name="csX9898" fmla="*/ 1710710 w 1728164"/>
              <a:gd name="csY9898" fmla="*/ 1065140 h 1065273"/>
              <a:gd name="csX9899" fmla="*/ 1710879 w 1728164"/>
              <a:gd name="csY9899" fmla="*/ 1065140 h 1065273"/>
              <a:gd name="csX9900" fmla="*/ 1711057 w 1728164"/>
              <a:gd name="csY9900" fmla="*/ 1065140 h 1065273"/>
              <a:gd name="csX9901" fmla="*/ 1711226 w 1728164"/>
              <a:gd name="csY9901" fmla="*/ 1065140 h 1065273"/>
              <a:gd name="csX9902" fmla="*/ 1711404 w 1728164"/>
              <a:gd name="csY9902" fmla="*/ 1065140 h 1065273"/>
              <a:gd name="csX9903" fmla="*/ 1711573 w 1728164"/>
              <a:gd name="csY9903" fmla="*/ 1065140 h 1065273"/>
              <a:gd name="csX9904" fmla="*/ 1711742 w 1728164"/>
              <a:gd name="csY9904" fmla="*/ 1065140 h 1065273"/>
              <a:gd name="csX9905" fmla="*/ 1711920 w 1728164"/>
              <a:gd name="csY9905" fmla="*/ 1065140 h 1065273"/>
              <a:gd name="csX9906" fmla="*/ 1712089 w 1728164"/>
              <a:gd name="csY9906" fmla="*/ 1065140 h 1065273"/>
              <a:gd name="csX9907" fmla="*/ 1712267 w 1728164"/>
              <a:gd name="csY9907" fmla="*/ 1065149 h 1065273"/>
              <a:gd name="csX9908" fmla="*/ 1712436 w 1728164"/>
              <a:gd name="csY9908" fmla="*/ 1065149 h 1065273"/>
              <a:gd name="csX9909" fmla="*/ 1712614 w 1728164"/>
              <a:gd name="csY9909" fmla="*/ 1065149 h 1065273"/>
              <a:gd name="csX9910" fmla="*/ 1712783 w 1728164"/>
              <a:gd name="csY9910" fmla="*/ 1065149 h 1065273"/>
              <a:gd name="csX9911" fmla="*/ 1712952 w 1728164"/>
              <a:gd name="csY9911" fmla="*/ 1065149 h 1065273"/>
              <a:gd name="csX9912" fmla="*/ 1713130 w 1728164"/>
              <a:gd name="csY9912" fmla="*/ 1065149 h 1065273"/>
              <a:gd name="csX9913" fmla="*/ 1713299 w 1728164"/>
              <a:gd name="csY9913" fmla="*/ 1065149 h 1065273"/>
              <a:gd name="csX9914" fmla="*/ 1713477 w 1728164"/>
              <a:gd name="csY9914" fmla="*/ 1065149 h 1065273"/>
              <a:gd name="csX9915" fmla="*/ 1713646 w 1728164"/>
              <a:gd name="csY9915" fmla="*/ 1065149 h 1065273"/>
              <a:gd name="csX9916" fmla="*/ 1713824 w 1728164"/>
              <a:gd name="csY9916" fmla="*/ 1065149 h 1065273"/>
              <a:gd name="csX9917" fmla="*/ 1713993 w 1728164"/>
              <a:gd name="csY9917" fmla="*/ 1065149 h 1065273"/>
              <a:gd name="csX9918" fmla="*/ 1714162 w 1728164"/>
              <a:gd name="csY9918" fmla="*/ 1065149 h 1065273"/>
              <a:gd name="csX9919" fmla="*/ 1714340 w 1728164"/>
              <a:gd name="csY9919" fmla="*/ 1065149 h 1065273"/>
              <a:gd name="csX9920" fmla="*/ 1714509 w 1728164"/>
              <a:gd name="csY9920" fmla="*/ 1065149 h 1065273"/>
              <a:gd name="csX9921" fmla="*/ 1714687 w 1728164"/>
              <a:gd name="csY9921" fmla="*/ 1065149 h 1065273"/>
              <a:gd name="csX9922" fmla="*/ 1714856 w 1728164"/>
              <a:gd name="csY9922" fmla="*/ 1065149 h 1065273"/>
              <a:gd name="csX9923" fmla="*/ 1715034 w 1728164"/>
              <a:gd name="csY9923" fmla="*/ 1065149 h 1065273"/>
              <a:gd name="csX9924" fmla="*/ 1715203 w 1728164"/>
              <a:gd name="csY9924" fmla="*/ 1065149 h 1065273"/>
              <a:gd name="csX9925" fmla="*/ 1715372 w 1728164"/>
              <a:gd name="csY9925" fmla="*/ 1065149 h 1065273"/>
              <a:gd name="csX9926" fmla="*/ 1715550 w 1728164"/>
              <a:gd name="csY9926" fmla="*/ 1065149 h 1065273"/>
              <a:gd name="csX9927" fmla="*/ 1715719 w 1728164"/>
              <a:gd name="csY9927" fmla="*/ 1065149 h 1065273"/>
              <a:gd name="csX9928" fmla="*/ 1715897 w 1728164"/>
              <a:gd name="csY9928" fmla="*/ 1065158 h 1065273"/>
              <a:gd name="csX9929" fmla="*/ 1716066 w 1728164"/>
              <a:gd name="csY9929" fmla="*/ 1065158 h 1065273"/>
              <a:gd name="csX9930" fmla="*/ 1716244 w 1728164"/>
              <a:gd name="csY9930" fmla="*/ 1065158 h 1065273"/>
              <a:gd name="csX9931" fmla="*/ 1716413 w 1728164"/>
              <a:gd name="csY9931" fmla="*/ 1065158 h 1065273"/>
              <a:gd name="csX9932" fmla="*/ 1716582 w 1728164"/>
              <a:gd name="csY9932" fmla="*/ 1065158 h 1065273"/>
              <a:gd name="csX9933" fmla="*/ 1716760 w 1728164"/>
              <a:gd name="csY9933" fmla="*/ 1065158 h 1065273"/>
              <a:gd name="csX9934" fmla="*/ 1716929 w 1728164"/>
              <a:gd name="csY9934" fmla="*/ 1065158 h 1065273"/>
              <a:gd name="csX9935" fmla="*/ 1717107 w 1728164"/>
              <a:gd name="csY9935" fmla="*/ 1065158 h 1065273"/>
              <a:gd name="csX9936" fmla="*/ 1717276 w 1728164"/>
              <a:gd name="csY9936" fmla="*/ 1065158 h 1065273"/>
              <a:gd name="csX9937" fmla="*/ 1717453 w 1728164"/>
              <a:gd name="csY9937" fmla="*/ 1065158 h 1065273"/>
              <a:gd name="csX9938" fmla="*/ 1717622 w 1728164"/>
              <a:gd name="csY9938" fmla="*/ 1065158 h 1065273"/>
              <a:gd name="csX9939" fmla="*/ 1717792 w 1728164"/>
              <a:gd name="csY9939" fmla="*/ 1065158 h 1065273"/>
              <a:gd name="csX9940" fmla="*/ 1717970 w 1728164"/>
              <a:gd name="csY9940" fmla="*/ 1065158 h 1065273"/>
              <a:gd name="csX9941" fmla="*/ 1718139 w 1728164"/>
              <a:gd name="csY9941" fmla="*/ 1065158 h 1065273"/>
              <a:gd name="csX9942" fmla="*/ 1718316 w 1728164"/>
              <a:gd name="csY9942" fmla="*/ 1065158 h 1065273"/>
              <a:gd name="csX9943" fmla="*/ 1718486 w 1728164"/>
              <a:gd name="csY9943" fmla="*/ 1065158 h 1065273"/>
              <a:gd name="csX9944" fmla="*/ 1718655 w 1728164"/>
              <a:gd name="csY9944" fmla="*/ 1065158 h 1065273"/>
              <a:gd name="csX9945" fmla="*/ 1718832 w 1728164"/>
              <a:gd name="csY9945" fmla="*/ 1065158 h 1065273"/>
              <a:gd name="csX9946" fmla="*/ 1719001 w 1728164"/>
              <a:gd name="csY9946" fmla="*/ 1065158 h 1065273"/>
              <a:gd name="csX9947" fmla="*/ 1719179 w 1728164"/>
              <a:gd name="csY9947" fmla="*/ 1065158 h 1065273"/>
              <a:gd name="csX9948" fmla="*/ 1719349 w 1728164"/>
              <a:gd name="csY9948" fmla="*/ 1065158 h 1065273"/>
              <a:gd name="csX9949" fmla="*/ 1719526 w 1728164"/>
              <a:gd name="csY9949" fmla="*/ 1065158 h 1065273"/>
              <a:gd name="csX9950" fmla="*/ 1719695 w 1728164"/>
              <a:gd name="csY9950" fmla="*/ 1065158 h 1065273"/>
              <a:gd name="csX9951" fmla="*/ 1719864 w 1728164"/>
              <a:gd name="csY9951" fmla="*/ 1065167 h 1065273"/>
              <a:gd name="csX9952" fmla="*/ 1720042 w 1728164"/>
              <a:gd name="csY9952" fmla="*/ 1065167 h 1065273"/>
              <a:gd name="csX9953" fmla="*/ 1720211 w 1728164"/>
              <a:gd name="csY9953" fmla="*/ 1065167 h 1065273"/>
              <a:gd name="csX9954" fmla="*/ 1720389 w 1728164"/>
              <a:gd name="csY9954" fmla="*/ 1065167 h 1065273"/>
              <a:gd name="csX9955" fmla="*/ 1720558 w 1728164"/>
              <a:gd name="csY9955" fmla="*/ 1065167 h 1065273"/>
              <a:gd name="csX9956" fmla="*/ 1720736 w 1728164"/>
              <a:gd name="csY9956" fmla="*/ 1065167 h 1065273"/>
              <a:gd name="csX9957" fmla="*/ 1720905 w 1728164"/>
              <a:gd name="csY9957" fmla="*/ 1065167 h 1065273"/>
              <a:gd name="csX9958" fmla="*/ 1721074 w 1728164"/>
              <a:gd name="csY9958" fmla="*/ 1065167 h 1065273"/>
              <a:gd name="csX9959" fmla="*/ 1721252 w 1728164"/>
              <a:gd name="csY9959" fmla="*/ 1065167 h 1065273"/>
              <a:gd name="csX9960" fmla="*/ 1721421 w 1728164"/>
              <a:gd name="csY9960" fmla="*/ 1065167 h 1065273"/>
              <a:gd name="csX9961" fmla="*/ 1721599 w 1728164"/>
              <a:gd name="csY9961" fmla="*/ 1065167 h 1065273"/>
              <a:gd name="csX9962" fmla="*/ 1721768 w 1728164"/>
              <a:gd name="csY9962" fmla="*/ 1065167 h 1065273"/>
              <a:gd name="csX9963" fmla="*/ 1721946 w 1728164"/>
              <a:gd name="csY9963" fmla="*/ 1065167 h 1065273"/>
              <a:gd name="csX9964" fmla="*/ 1722115 w 1728164"/>
              <a:gd name="csY9964" fmla="*/ 1065167 h 1065273"/>
              <a:gd name="csX9965" fmla="*/ 1722284 w 1728164"/>
              <a:gd name="csY9965" fmla="*/ 1065167 h 1065273"/>
              <a:gd name="csX9966" fmla="*/ 1722462 w 1728164"/>
              <a:gd name="csY9966" fmla="*/ 1065167 h 1065273"/>
              <a:gd name="csX9967" fmla="*/ 1722631 w 1728164"/>
              <a:gd name="csY9967" fmla="*/ 1065167 h 1065273"/>
              <a:gd name="csX9968" fmla="*/ 1722809 w 1728164"/>
              <a:gd name="csY9968" fmla="*/ 1065167 h 1065273"/>
              <a:gd name="csX9969" fmla="*/ 1722978 w 1728164"/>
              <a:gd name="csY9969" fmla="*/ 1065167 h 1065273"/>
              <a:gd name="csX9970" fmla="*/ 1723156 w 1728164"/>
              <a:gd name="csY9970" fmla="*/ 1065167 h 1065273"/>
              <a:gd name="csX9971" fmla="*/ 1723325 w 1728164"/>
              <a:gd name="csY9971" fmla="*/ 1065167 h 1065273"/>
              <a:gd name="csX9972" fmla="*/ 1723494 w 1728164"/>
              <a:gd name="csY9972" fmla="*/ 1065167 h 1065273"/>
              <a:gd name="csX9973" fmla="*/ 1723672 w 1728164"/>
              <a:gd name="csY9973" fmla="*/ 1065167 h 1065273"/>
              <a:gd name="csX9974" fmla="*/ 1723841 w 1728164"/>
              <a:gd name="csY9974" fmla="*/ 1065167 h 1065273"/>
              <a:gd name="csX9975" fmla="*/ 1724019 w 1728164"/>
              <a:gd name="csY9975" fmla="*/ 1065176 h 1065273"/>
              <a:gd name="csX9976" fmla="*/ 1724188 w 1728164"/>
              <a:gd name="csY9976" fmla="*/ 1065176 h 1065273"/>
              <a:gd name="csX9977" fmla="*/ 1724366 w 1728164"/>
              <a:gd name="csY9977" fmla="*/ 1065176 h 1065273"/>
              <a:gd name="csX9978" fmla="*/ 1724535 w 1728164"/>
              <a:gd name="csY9978" fmla="*/ 1065176 h 1065273"/>
              <a:gd name="csX9979" fmla="*/ 1724704 w 1728164"/>
              <a:gd name="csY9979" fmla="*/ 1065176 h 1065273"/>
              <a:gd name="csX9980" fmla="*/ 1724882 w 1728164"/>
              <a:gd name="csY9980" fmla="*/ 1065176 h 1065273"/>
              <a:gd name="csX9981" fmla="*/ 1725051 w 1728164"/>
              <a:gd name="csY9981" fmla="*/ 1065176 h 1065273"/>
              <a:gd name="csX9982" fmla="*/ 1725229 w 1728164"/>
              <a:gd name="csY9982" fmla="*/ 1065176 h 1065273"/>
              <a:gd name="csX9983" fmla="*/ 1725398 w 1728164"/>
              <a:gd name="csY9983" fmla="*/ 1065176 h 1065273"/>
              <a:gd name="csX9984" fmla="*/ 1725576 w 1728164"/>
              <a:gd name="csY9984" fmla="*/ 1065176 h 1065273"/>
              <a:gd name="csX9985" fmla="*/ 1725745 w 1728164"/>
              <a:gd name="csY9985" fmla="*/ 1065176 h 1065273"/>
              <a:gd name="csX9986" fmla="*/ 1725914 w 1728164"/>
              <a:gd name="csY9986" fmla="*/ 1065176 h 1065273"/>
              <a:gd name="csX9987" fmla="*/ 1726092 w 1728164"/>
              <a:gd name="csY9987" fmla="*/ 1065176 h 1065273"/>
              <a:gd name="csX9988" fmla="*/ 1726261 w 1728164"/>
              <a:gd name="csY9988" fmla="*/ 1065176 h 1065273"/>
              <a:gd name="csX9989" fmla="*/ 1726439 w 1728164"/>
              <a:gd name="csY9989" fmla="*/ 1065176 h 1065273"/>
              <a:gd name="csX9990" fmla="*/ 1726608 w 1728164"/>
              <a:gd name="csY9990" fmla="*/ 1065176 h 1065273"/>
              <a:gd name="csX9991" fmla="*/ 1726786 w 1728164"/>
              <a:gd name="csY9991" fmla="*/ 1065176 h 1065273"/>
              <a:gd name="csX9992" fmla="*/ 1726955 w 1728164"/>
              <a:gd name="csY9992" fmla="*/ 1065176 h 1065273"/>
              <a:gd name="csX9993" fmla="*/ 1727124 w 1728164"/>
              <a:gd name="csY9993" fmla="*/ 1065176 h 1065273"/>
              <a:gd name="csX9994" fmla="*/ 1727302 w 1728164"/>
              <a:gd name="csY9994" fmla="*/ 1065176 h 1065273"/>
              <a:gd name="csX9995" fmla="*/ 1727471 w 1728164"/>
              <a:gd name="csY9995" fmla="*/ 1065176 h 1065273"/>
              <a:gd name="csX9996" fmla="*/ 1727649 w 1728164"/>
              <a:gd name="csY9996" fmla="*/ 1065176 h 1065273"/>
              <a:gd name="csX9997" fmla="*/ 1727818 w 1728164"/>
              <a:gd name="csY9997" fmla="*/ 1065176 h 1065273"/>
              <a:gd name="csX9998" fmla="*/ 1727996 w 1728164"/>
              <a:gd name="csY9998" fmla="*/ 1065176 h 1065273"/>
              <a:gd name="csX9999" fmla="*/ 1728165 w 1728164"/>
              <a:gd name="csY9999" fmla="*/ 1065176 h 106527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8164" h="1065273">
                <a:moveTo>
                  <a:pt x="0" y="1065273"/>
                </a:moveTo>
                <a:lnTo>
                  <a:pt x="173" y="1065273"/>
                </a:lnTo>
                <a:lnTo>
                  <a:pt x="345" y="1065273"/>
                </a:lnTo>
                <a:lnTo>
                  <a:pt x="519" y="1065273"/>
                </a:lnTo>
                <a:lnTo>
                  <a:pt x="691" y="1065273"/>
                </a:lnTo>
                <a:lnTo>
                  <a:pt x="864" y="1065273"/>
                </a:lnTo>
                <a:lnTo>
                  <a:pt x="1036" y="1065273"/>
                </a:lnTo>
                <a:lnTo>
                  <a:pt x="1210" y="1065273"/>
                </a:lnTo>
                <a:lnTo>
                  <a:pt x="1383" y="1065273"/>
                </a:lnTo>
                <a:lnTo>
                  <a:pt x="1555" y="1065273"/>
                </a:lnTo>
                <a:lnTo>
                  <a:pt x="1729" y="1065273"/>
                </a:lnTo>
                <a:lnTo>
                  <a:pt x="1901" y="1065273"/>
                </a:lnTo>
                <a:lnTo>
                  <a:pt x="2074" y="1065273"/>
                </a:lnTo>
                <a:lnTo>
                  <a:pt x="2246" y="1065273"/>
                </a:lnTo>
                <a:lnTo>
                  <a:pt x="2420" y="1065273"/>
                </a:lnTo>
                <a:lnTo>
                  <a:pt x="2592" y="1065273"/>
                </a:lnTo>
                <a:lnTo>
                  <a:pt x="2765" y="1065273"/>
                </a:lnTo>
                <a:lnTo>
                  <a:pt x="2938" y="1065273"/>
                </a:lnTo>
                <a:lnTo>
                  <a:pt x="3111" y="1065273"/>
                </a:lnTo>
                <a:lnTo>
                  <a:pt x="3284" y="1065273"/>
                </a:lnTo>
                <a:lnTo>
                  <a:pt x="3456" y="1065273"/>
                </a:lnTo>
                <a:lnTo>
                  <a:pt x="3630" y="1065273"/>
                </a:lnTo>
                <a:lnTo>
                  <a:pt x="3802" y="1065273"/>
                </a:lnTo>
                <a:lnTo>
                  <a:pt x="3975" y="1065273"/>
                </a:lnTo>
                <a:lnTo>
                  <a:pt x="4148" y="1065273"/>
                </a:lnTo>
                <a:lnTo>
                  <a:pt x="4321" y="1065273"/>
                </a:lnTo>
                <a:lnTo>
                  <a:pt x="4494" y="1065273"/>
                </a:lnTo>
                <a:lnTo>
                  <a:pt x="4666" y="1065273"/>
                </a:lnTo>
                <a:lnTo>
                  <a:pt x="4839" y="1065273"/>
                </a:lnTo>
                <a:lnTo>
                  <a:pt x="5012" y="1065273"/>
                </a:lnTo>
                <a:lnTo>
                  <a:pt x="5185" y="1065273"/>
                </a:lnTo>
                <a:lnTo>
                  <a:pt x="5357" y="1065273"/>
                </a:lnTo>
                <a:lnTo>
                  <a:pt x="5531" y="1065273"/>
                </a:lnTo>
                <a:lnTo>
                  <a:pt x="5704" y="1065273"/>
                </a:lnTo>
                <a:lnTo>
                  <a:pt x="5876" y="1065273"/>
                </a:lnTo>
                <a:lnTo>
                  <a:pt x="6049" y="1065273"/>
                </a:lnTo>
                <a:lnTo>
                  <a:pt x="6222" y="1065273"/>
                </a:lnTo>
                <a:lnTo>
                  <a:pt x="6395" y="1065273"/>
                </a:lnTo>
                <a:lnTo>
                  <a:pt x="6567" y="1065273"/>
                </a:lnTo>
                <a:lnTo>
                  <a:pt x="6740" y="1065273"/>
                </a:lnTo>
                <a:lnTo>
                  <a:pt x="6913" y="1065273"/>
                </a:lnTo>
                <a:lnTo>
                  <a:pt x="7086" y="1065273"/>
                </a:lnTo>
                <a:lnTo>
                  <a:pt x="7259" y="1065273"/>
                </a:lnTo>
                <a:lnTo>
                  <a:pt x="7432" y="1065273"/>
                </a:lnTo>
                <a:lnTo>
                  <a:pt x="7605" y="1065273"/>
                </a:lnTo>
                <a:lnTo>
                  <a:pt x="7777" y="1065273"/>
                </a:lnTo>
                <a:lnTo>
                  <a:pt x="7950" y="1065273"/>
                </a:lnTo>
                <a:lnTo>
                  <a:pt x="8123" y="1065273"/>
                </a:lnTo>
                <a:lnTo>
                  <a:pt x="8296" y="1065273"/>
                </a:lnTo>
                <a:lnTo>
                  <a:pt x="8469" y="1065273"/>
                </a:lnTo>
                <a:lnTo>
                  <a:pt x="8641" y="1065273"/>
                </a:lnTo>
                <a:lnTo>
                  <a:pt x="8815" y="1065273"/>
                </a:lnTo>
                <a:lnTo>
                  <a:pt x="8987" y="1065273"/>
                </a:lnTo>
                <a:lnTo>
                  <a:pt x="9160" y="1065273"/>
                </a:lnTo>
                <a:lnTo>
                  <a:pt x="9333" y="1065273"/>
                </a:lnTo>
                <a:lnTo>
                  <a:pt x="9506" y="1065273"/>
                </a:lnTo>
                <a:lnTo>
                  <a:pt x="9678" y="1065273"/>
                </a:lnTo>
                <a:lnTo>
                  <a:pt x="9851" y="1065273"/>
                </a:lnTo>
                <a:lnTo>
                  <a:pt x="10025" y="1065273"/>
                </a:lnTo>
                <a:lnTo>
                  <a:pt x="10197" y="1065273"/>
                </a:lnTo>
                <a:lnTo>
                  <a:pt x="10370" y="1065273"/>
                </a:lnTo>
                <a:lnTo>
                  <a:pt x="10542" y="1065273"/>
                </a:lnTo>
                <a:lnTo>
                  <a:pt x="10716" y="1065273"/>
                </a:lnTo>
                <a:lnTo>
                  <a:pt x="10888" y="1065273"/>
                </a:lnTo>
                <a:lnTo>
                  <a:pt x="11061" y="1065273"/>
                </a:lnTo>
                <a:lnTo>
                  <a:pt x="11234" y="1065273"/>
                </a:lnTo>
                <a:lnTo>
                  <a:pt x="11407" y="1065273"/>
                </a:lnTo>
                <a:lnTo>
                  <a:pt x="11580" y="1065273"/>
                </a:lnTo>
                <a:lnTo>
                  <a:pt x="11752" y="1065273"/>
                </a:lnTo>
                <a:lnTo>
                  <a:pt x="11926" y="1065273"/>
                </a:lnTo>
                <a:lnTo>
                  <a:pt x="12098" y="1065273"/>
                </a:lnTo>
                <a:lnTo>
                  <a:pt x="12271" y="1065273"/>
                </a:lnTo>
                <a:lnTo>
                  <a:pt x="12443" y="1065273"/>
                </a:lnTo>
                <a:lnTo>
                  <a:pt x="12617" y="1065273"/>
                </a:lnTo>
                <a:lnTo>
                  <a:pt x="12790" y="1065273"/>
                </a:lnTo>
                <a:lnTo>
                  <a:pt x="12962" y="1065273"/>
                </a:lnTo>
                <a:lnTo>
                  <a:pt x="13136" y="1065273"/>
                </a:lnTo>
                <a:lnTo>
                  <a:pt x="13308" y="1065273"/>
                </a:lnTo>
                <a:lnTo>
                  <a:pt x="13481" y="1065273"/>
                </a:lnTo>
                <a:lnTo>
                  <a:pt x="13653" y="1065273"/>
                </a:lnTo>
                <a:lnTo>
                  <a:pt x="13827" y="1065273"/>
                </a:lnTo>
                <a:lnTo>
                  <a:pt x="13999" y="1065273"/>
                </a:lnTo>
                <a:lnTo>
                  <a:pt x="14172" y="1065273"/>
                </a:lnTo>
                <a:lnTo>
                  <a:pt x="14345" y="1065273"/>
                </a:lnTo>
                <a:lnTo>
                  <a:pt x="14518" y="1065273"/>
                </a:lnTo>
                <a:lnTo>
                  <a:pt x="14691" y="1065273"/>
                </a:lnTo>
                <a:lnTo>
                  <a:pt x="14863" y="1065273"/>
                </a:lnTo>
                <a:lnTo>
                  <a:pt x="15037" y="1065273"/>
                </a:lnTo>
                <a:lnTo>
                  <a:pt x="15209" y="1065273"/>
                </a:lnTo>
                <a:lnTo>
                  <a:pt x="15382" y="1065273"/>
                </a:lnTo>
                <a:lnTo>
                  <a:pt x="15555" y="1065273"/>
                </a:lnTo>
                <a:lnTo>
                  <a:pt x="15728" y="1065273"/>
                </a:lnTo>
                <a:lnTo>
                  <a:pt x="15901" y="1065273"/>
                </a:lnTo>
                <a:lnTo>
                  <a:pt x="16073" y="1065273"/>
                </a:lnTo>
                <a:lnTo>
                  <a:pt x="16246" y="1065273"/>
                </a:lnTo>
                <a:lnTo>
                  <a:pt x="16419" y="1065273"/>
                </a:lnTo>
                <a:lnTo>
                  <a:pt x="16592" y="1065273"/>
                </a:lnTo>
                <a:lnTo>
                  <a:pt x="16764" y="1065273"/>
                </a:lnTo>
                <a:lnTo>
                  <a:pt x="16938" y="1065273"/>
                </a:lnTo>
                <a:lnTo>
                  <a:pt x="17111" y="1065273"/>
                </a:lnTo>
                <a:lnTo>
                  <a:pt x="17283" y="1065273"/>
                </a:lnTo>
                <a:lnTo>
                  <a:pt x="17456" y="1065273"/>
                </a:lnTo>
                <a:lnTo>
                  <a:pt x="17629" y="1065273"/>
                </a:lnTo>
                <a:lnTo>
                  <a:pt x="17802" y="1065273"/>
                </a:lnTo>
                <a:lnTo>
                  <a:pt x="17974" y="1065273"/>
                </a:lnTo>
                <a:lnTo>
                  <a:pt x="18147" y="1065273"/>
                </a:lnTo>
                <a:lnTo>
                  <a:pt x="18320" y="1065273"/>
                </a:lnTo>
                <a:lnTo>
                  <a:pt x="18493" y="1065273"/>
                </a:lnTo>
                <a:lnTo>
                  <a:pt x="18666" y="1065273"/>
                </a:lnTo>
                <a:lnTo>
                  <a:pt x="18839" y="1065273"/>
                </a:lnTo>
                <a:lnTo>
                  <a:pt x="19012" y="1065273"/>
                </a:lnTo>
                <a:lnTo>
                  <a:pt x="19184" y="1065273"/>
                </a:lnTo>
                <a:lnTo>
                  <a:pt x="19357" y="1065273"/>
                </a:lnTo>
                <a:lnTo>
                  <a:pt x="19530" y="1065273"/>
                </a:lnTo>
                <a:lnTo>
                  <a:pt x="19703" y="1065273"/>
                </a:lnTo>
                <a:lnTo>
                  <a:pt x="19876" y="1065273"/>
                </a:lnTo>
                <a:lnTo>
                  <a:pt x="20048" y="1065273"/>
                </a:lnTo>
                <a:lnTo>
                  <a:pt x="20222" y="1065273"/>
                </a:lnTo>
                <a:lnTo>
                  <a:pt x="20394" y="1065273"/>
                </a:lnTo>
                <a:lnTo>
                  <a:pt x="20567" y="1065273"/>
                </a:lnTo>
                <a:lnTo>
                  <a:pt x="20740" y="1065273"/>
                </a:lnTo>
                <a:lnTo>
                  <a:pt x="20913" y="1065273"/>
                </a:lnTo>
                <a:lnTo>
                  <a:pt x="21085" y="1065273"/>
                </a:lnTo>
                <a:lnTo>
                  <a:pt x="21258" y="1065273"/>
                </a:lnTo>
                <a:lnTo>
                  <a:pt x="21432" y="1065273"/>
                </a:lnTo>
                <a:lnTo>
                  <a:pt x="21604" y="1065273"/>
                </a:lnTo>
                <a:lnTo>
                  <a:pt x="21777" y="1065273"/>
                </a:lnTo>
                <a:lnTo>
                  <a:pt x="21949" y="1065273"/>
                </a:lnTo>
                <a:lnTo>
                  <a:pt x="22123" y="1065273"/>
                </a:lnTo>
                <a:lnTo>
                  <a:pt x="22295" y="1065273"/>
                </a:lnTo>
                <a:lnTo>
                  <a:pt x="22468" y="1065273"/>
                </a:lnTo>
                <a:lnTo>
                  <a:pt x="22641" y="1065273"/>
                </a:lnTo>
                <a:lnTo>
                  <a:pt x="22814" y="1065273"/>
                </a:lnTo>
                <a:lnTo>
                  <a:pt x="22987" y="1065273"/>
                </a:lnTo>
                <a:lnTo>
                  <a:pt x="23159" y="1065273"/>
                </a:lnTo>
                <a:lnTo>
                  <a:pt x="23333" y="1065273"/>
                </a:lnTo>
                <a:lnTo>
                  <a:pt x="23505" y="1065273"/>
                </a:lnTo>
                <a:lnTo>
                  <a:pt x="23678" y="1065273"/>
                </a:lnTo>
                <a:lnTo>
                  <a:pt x="23851" y="1065273"/>
                </a:lnTo>
                <a:lnTo>
                  <a:pt x="24024" y="1065273"/>
                </a:lnTo>
                <a:lnTo>
                  <a:pt x="24197" y="1065273"/>
                </a:lnTo>
                <a:lnTo>
                  <a:pt x="24369" y="1065273"/>
                </a:lnTo>
                <a:lnTo>
                  <a:pt x="24543" y="1065273"/>
                </a:lnTo>
                <a:lnTo>
                  <a:pt x="24715" y="1065273"/>
                </a:lnTo>
                <a:lnTo>
                  <a:pt x="24888" y="1065273"/>
                </a:lnTo>
                <a:lnTo>
                  <a:pt x="25060" y="1065273"/>
                </a:lnTo>
                <a:lnTo>
                  <a:pt x="25234" y="1065273"/>
                </a:lnTo>
                <a:lnTo>
                  <a:pt x="25406" y="1065273"/>
                </a:lnTo>
                <a:lnTo>
                  <a:pt x="25579" y="1065273"/>
                </a:lnTo>
                <a:lnTo>
                  <a:pt x="25752" y="1065273"/>
                </a:lnTo>
                <a:lnTo>
                  <a:pt x="25925" y="1065273"/>
                </a:lnTo>
                <a:lnTo>
                  <a:pt x="26098" y="1065273"/>
                </a:lnTo>
                <a:lnTo>
                  <a:pt x="26270" y="1065273"/>
                </a:lnTo>
                <a:lnTo>
                  <a:pt x="26444" y="1065273"/>
                </a:lnTo>
                <a:lnTo>
                  <a:pt x="26616" y="1065273"/>
                </a:lnTo>
                <a:lnTo>
                  <a:pt x="26789" y="1065273"/>
                </a:lnTo>
                <a:lnTo>
                  <a:pt x="26962" y="1065273"/>
                </a:lnTo>
                <a:lnTo>
                  <a:pt x="27135" y="1065273"/>
                </a:lnTo>
                <a:lnTo>
                  <a:pt x="27308" y="1065273"/>
                </a:lnTo>
                <a:lnTo>
                  <a:pt x="27480" y="1065273"/>
                </a:lnTo>
                <a:lnTo>
                  <a:pt x="27653" y="1065273"/>
                </a:lnTo>
                <a:lnTo>
                  <a:pt x="27826" y="1065273"/>
                </a:lnTo>
                <a:lnTo>
                  <a:pt x="27999" y="1065273"/>
                </a:lnTo>
                <a:lnTo>
                  <a:pt x="28172" y="1065273"/>
                </a:lnTo>
                <a:lnTo>
                  <a:pt x="28345" y="1065273"/>
                </a:lnTo>
                <a:lnTo>
                  <a:pt x="28518" y="1065273"/>
                </a:lnTo>
                <a:lnTo>
                  <a:pt x="28690" y="1065273"/>
                </a:lnTo>
                <a:lnTo>
                  <a:pt x="28863" y="1065273"/>
                </a:lnTo>
                <a:lnTo>
                  <a:pt x="29036" y="1065273"/>
                </a:lnTo>
                <a:lnTo>
                  <a:pt x="29209" y="1065273"/>
                </a:lnTo>
                <a:lnTo>
                  <a:pt x="29381" y="1065273"/>
                </a:lnTo>
                <a:lnTo>
                  <a:pt x="29554" y="1065273"/>
                </a:lnTo>
                <a:lnTo>
                  <a:pt x="29727" y="1065273"/>
                </a:lnTo>
                <a:lnTo>
                  <a:pt x="29900" y="1065273"/>
                </a:lnTo>
                <a:lnTo>
                  <a:pt x="30073" y="1065273"/>
                </a:lnTo>
                <a:lnTo>
                  <a:pt x="30246" y="1065273"/>
                </a:lnTo>
                <a:lnTo>
                  <a:pt x="30419" y="1065273"/>
                </a:lnTo>
                <a:lnTo>
                  <a:pt x="30591" y="1065273"/>
                </a:lnTo>
                <a:lnTo>
                  <a:pt x="30764" y="1065273"/>
                </a:lnTo>
                <a:lnTo>
                  <a:pt x="30937" y="1065273"/>
                </a:lnTo>
                <a:lnTo>
                  <a:pt x="31110" y="1065273"/>
                </a:lnTo>
                <a:lnTo>
                  <a:pt x="31283" y="1065273"/>
                </a:lnTo>
                <a:lnTo>
                  <a:pt x="31455" y="1065273"/>
                </a:lnTo>
                <a:lnTo>
                  <a:pt x="31629" y="1065273"/>
                </a:lnTo>
                <a:lnTo>
                  <a:pt x="31801" y="1065273"/>
                </a:lnTo>
                <a:lnTo>
                  <a:pt x="31974" y="1065273"/>
                </a:lnTo>
                <a:lnTo>
                  <a:pt x="32147" y="1065273"/>
                </a:lnTo>
                <a:lnTo>
                  <a:pt x="32320" y="1065273"/>
                </a:lnTo>
                <a:lnTo>
                  <a:pt x="32493" y="1065273"/>
                </a:lnTo>
                <a:lnTo>
                  <a:pt x="32665" y="1065273"/>
                </a:lnTo>
                <a:lnTo>
                  <a:pt x="32839" y="1065273"/>
                </a:lnTo>
                <a:lnTo>
                  <a:pt x="33011" y="1065273"/>
                </a:lnTo>
                <a:lnTo>
                  <a:pt x="33184" y="1065273"/>
                </a:lnTo>
                <a:lnTo>
                  <a:pt x="33356" y="1065273"/>
                </a:lnTo>
                <a:lnTo>
                  <a:pt x="33530" y="1065273"/>
                </a:lnTo>
                <a:lnTo>
                  <a:pt x="33702" y="1065273"/>
                </a:lnTo>
                <a:lnTo>
                  <a:pt x="33875" y="1065273"/>
                </a:lnTo>
                <a:lnTo>
                  <a:pt x="34048" y="1065273"/>
                </a:lnTo>
                <a:lnTo>
                  <a:pt x="34221" y="1065273"/>
                </a:lnTo>
                <a:lnTo>
                  <a:pt x="34394" y="1065273"/>
                </a:lnTo>
                <a:lnTo>
                  <a:pt x="34566" y="1065273"/>
                </a:lnTo>
                <a:lnTo>
                  <a:pt x="34740" y="1065273"/>
                </a:lnTo>
                <a:lnTo>
                  <a:pt x="34912" y="1065273"/>
                </a:lnTo>
                <a:lnTo>
                  <a:pt x="35085" y="1065273"/>
                </a:lnTo>
                <a:lnTo>
                  <a:pt x="35258" y="1065273"/>
                </a:lnTo>
                <a:lnTo>
                  <a:pt x="35431" y="1065273"/>
                </a:lnTo>
                <a:lnTo>
                  <a:pt x="35604" y="1065273"/>
                </a:lnTo>
                <a:lnTo>
                  <a:pt x="35776" y="1065273"/>
                </a:lnTo>
                <a:lnTo>
                  <a:pt x="35950" y="1065273"/>
                </a:lnTo>
                <a:lnTo>
                  <a:pt x="36122" y="1065273"/>
                </a:lnTo>
                <a:lnTo>
                  <a:pt x="36295" y="1065273"/>
                </a:lnTo>
                <a:lnTo>
                  <a:pt x="36467" y="1065273"/>
                </a:lnTo>
                <a:lnTo>
                  <a:pt x="36641" y="1065273"/>
                </a:lnTo>
                <a:lnTo>
                  <a:pt x="36814" y="1065273"/>
                </a:lnTo>
                <a:lnTo>
                  <a:pt x="36986" y="1065273"/>
                </a:lnTo>
                <a:lnTo>
                  <a:pt x="37159" y="1065273"/>
                </a:lnTo>
                <a:lnTo>
                  <a:pt x="37332" y="1065273"/>
                </a:lnTo>
                <a:lnTo>
                  <a:pt x="37505" y="1065273"/>
                </a:lnTo>
                <a:lnTo>
                  <a:pt x="37677" y="1065273"/>
                </a:lnTo>
                <a:lnTo>
                  <a:pt x="37851" y="1065273"/>
                </a:lnTo>
                <a:lnTo>
                  <a:pt x="38023" y="1065273"/>
                </a:lnTo>
                <a:lnTo>
                  <a:pt x="38196" y="1065273"/>
                </a:lnTo>
                <a:lnTo>
                  <a:pt x="38369" y="1065273"/>
                </a:lnTo>
                <a:lnTo>
                  <a:pt x="38542" y="1065273"/>
                </a:lnTo>
                <a:lnTo>
                  <a:pt x="38715" y="1065273"/>
                </a:lnTo>
                <a:lnTo>
                  <a:pt x="38887" y="1065273"/>
                </a:lnTo>
                <a:lnTo>
                  <a:pt x="39060" y="1065273"/>
                </a:lnTo>
                <a:lnTo>
                  <a:pt x="39233" y="1065273"/>
                </a:lnTo>
                <a:lnTo>
                  <a:pt x="39406" y="1065273"/>
                </a:lnTo>
                <a:lnTo>
                  <a:pt x="39579" y="1065273"/>
                </a:lnTo>
                <a:lnTo>
                  <a:pt x="39752" y="1065273"/>
                </a:lnTo>
                <a:lnTo>
                  <a:pt x="39925" y="1065273"/>
                </a:lnTo>
                <a:lnTo>
                  <a:pt x="40097" y="1065273"/>
                </a:lnTo>
                <a:lnTo>
                  <a:pt x="40270" y="1065273"/>
                </a:lnTo>
                <a:lnTo>
                  <a:pt x="40443" y="1065273"/>
                </a:lnTo>
                <a:lnTo>
                  <a:pt x="40616" y="1065273"/>
                </a:lnTo>
                <a:lnTo>
                  <a:pt x="40788" y="1065273"/>
                </a:lnTo>
                <a:lnTo>
                  <a:pt x="40961" y="1065273"/>
                </a:lnTo>
                <a:lnTo>
                  <a:pt x="41135" y="1065273"/>
                </a:lnTo>
                <a:lnTo>
                  <a:pt x="41307" y="1065273"/>
                </a:lnTo>
                <a:lnTo>
                  <a:pt x="41480" y="1065273"/>
                </a:lnTo>
                <a:lnTo>
                  <a:pt x="41653" y="1065273"/>
                </a:lnTo>
                <a:lnTo>
                  <a:pt x="41826" y="1065273"/>
                </a:lnTo>
                <a:lnTo>
                  <a:pt x="41998" y="1065273"/>
                </a:lnTo>
                <a:lnTo>
                  <a:pt x="42171" y="1065273"/>
                </a:lnTo>
                <a:lnTo>
                  <a:pt x="42344" y="1065273"/>
                </a:lnTo>
                <a:lnTo>
                  <a:pt x="42517" y="1065273"/>
                </a:lnTo>
                <a:lnTo>
                  <a:pt x="42690" y="1065273"/>
                </a:lnTo>
                <a:lnTo>
                  <a:pt x="42862" y="1065273"/>
                </a:lnTo>
                <a:lnTo>
                  <a:pt x="43036" y="1065273"/>
                </a:lnTo>
                <a:lnTo>
                  <a:pt x="43208" y="1065273"/>
                </a:lnTo>
                <a:lnTo>
                  <a:pt x="43381" y="1065273"/>
                </a:lnTo>
                <a:lnTo>
                  <a:pt x="43554" y="1065273"/>
                </a:lnTo>
                <a:lnTo>
                  <a:pt x="43727" y="1065273"/>
                </a:lnTo>
                <a:lnTo>
                  <a:pt x="43900" y="1065273"/>
                </a:lnTo>
                <a:lnTo>
                  <a:pt x="44072" y="1065273"/>
                </a:lnTo>
                <a:lnTo>
                  <a:pt x="44246" y="1065273"/>
                </a:lnTo>
                <a:lnTo>
                  <a:pt x="44418" y="1065273"/>
                </a:lnTo>
                <a:lnTo>
                  <a:pt x="44591" y="1065273"/>
                </a:lnTo>
                <a:lnTo>
                  <a:pt x="44763" y="1065273"/>
                </a:lnTo>
                <a:lnTo>
                  <a:pt x="44937" y="1065273"/>
                </a:lnTo>
                <a:lnTo>
                  <a:pt x="45109" y="1065273"/>
                </a:lnTo>
                <a:lnTo>
                  <a:pt x="45282" y="1065273"/>
                </a:lnTo>
                <a:lnTo>
                  <a:pt x="45456" y="1065273"/>
                </a:lnTo>
                <a:lnTo>
                  <a:pt x="45628" y="1065273"/>
                </a:lnTo>
                <a:lnTo>
                  <a:pt x="45801" y="1065273"/>
                </a:lnTo>
                <a:lnTo>
                  <a:pt x="45973" y="1065273"/>
                </a:lnTo>
                <a:lnTo>
                  <a:pt x="46147" y="1065273"/>
                </a:lnTo>
                <a:lnTo>
                  <a:pt x="46319" y="1065273"/>
                </a:lnTo>
                <a:lnTo>
                  <a:pt x="46492" y="1065273"/>
                </a:lnTo>
                <a:lnTo>
                  <a:pt x="46665" y="1065273"/>
                </a:lnTo>
                <a:lnTo>
                  <a:pt x="46838" y="1065273"/>
                </a:lnTo>
                <a:lnTo>
                  <a:pt x="47011" y="1065273"/>
                </a:lnTo>
                <a:lnTo>
                  <a:pt x="47183" y="1065273"/>
                </a:lnTo>
                <a:lnTo>
                  <a:pt x="47357" y="1065273"/>
                </a:lnTo>
                <a:lnTo>
                  <a:pt x="47529" y="1065273"/>
                </a:lnTo>
                <a:lnTo>
                  <a:pt x="47702" y="1065273"/>
                </a:lnTo>
                <a:lnTo>
                  <a:pt x="47874" y="1065273"/>
                </a:lnTo>
                <a:lnTo>
                  <a:pt x="48048" y="1065273"/>
                </a:lnTo>
                <a:lnTo>
                  <a:pt x="48221" y="1065273"/>
                </a:lnTo>
                <a:lnTo>
                  <a:pt x="48393" y="1065273"/>
                </a:lnTo>
                <a:lnTo>
                  <a:pt x="48566" y="1065273"/>
                </a:lnTo>
                <a:lnTo>
                  <a:pt x="48739" y="1065273"/>
                </a:lnTo>
                <a:lnTo>
                  <a:pt x="48912" y="1065273"/>
                </a:lnTo>
                <a:lnTo>
                  <a:pt x="49084" y="1065273"/>
                </a:lnTo>
                <a:lnTo>
                  <a:pt x="49258" y="1065273"/>
                </a:lnTo>
                <a:lnTo>
                  <a:pt x="49430" y="1065273"/>
                </a:lnTo>
                <a:lnTo>
                  <a:pt x="49603" y="1065273"/>
                </a:lnTo>
                <a:lnTo>
                  <a:pt x="49776" y="1065273"/>
                </a:lnTo>
                <a:lnTo>
                  <a:pt x="49949" y="1065273"/>
                </a:lnTo>
                <a:lnTo>
                  <a:pt x="50122" y="1065273"/>
                </a:lnTo>
                <a:lnTo>
                  <a:pt x="50294" y="1065273"/>
                </a:lnTo>
                <a:lnTo>
                  <a:pt x="50467" y="1065273"/>
                </a:lnTo>
                <a:lnTo>
                  <a:pt x="50640" y="1065273"/>
                </a:lnTo>
                <a:lnTo>
                  <a:pt x="50813" y="1065273"/>
                </a:lnTo>
                <a:lnTo>
                  <a:pt x="50986" y="1065273"/>
                </a:lnTo>
                <a:lnTo>
                  <a:pt x="51159" y="1065273"/>
                </a:lnTo>
                <a:lnTo>
                  <a:pt x="51332" y="1065273"/>
                </a:lnTo>
                <a:lnTo>
                  <a:pt x="51504" y="1065273"/>
                </a:lnTo>
                <a:lnTo>
                  <a:pt x="51677" y="1065273"/>
                </a:lnTo>
                <a:lnTo>
                  <a:pt x="51850" y="1065273"/>
                </a:lnTo>
                <a:lnTo>
                  <a:pt x="52023" y="1065273"/>
                </a:lnTo>
                <a:lnTo>
                  <a:pt x="52195" y="1065273"/>
                </a:lnTo>
                <a:lnTo>
                  <a:pt x="52368" y="1065273"/>
                </a:lnTo>
                <a:lnTo>
                  <a:pt x="52542" y="1065273"/>
                </a:lnTo>
                <a:lnTo>
                  <a:pt x="52714" y="1065273"/>
                </a:lnTo>
                <a:lnTo>
                  <a:pt x="52887" y="1065273"/>
                </a:lnTo>
                <a:lnTo>
                  <a:pt x="53060" y="1065273"/>
                </a:lnTo>
                <a:lnTo>
                  <a:pt x="53233" y="1065273"/>
                </a:lnTo>
                <a:lnTo>
                  <a:pt x="53405" y="1065273"/>
                </a:lnTo>
                <a:lnTo>
                  <a:pt x="53578" y="1065273"/>
                </a:lnTo>
                <a:lnTo>
                  <a:pt x="53751" y="1065273"/>
                </a:lnTo>
                <a:lnTo>
                  <a:pt x="53924" y="1065273"/>
                </a:lnTo>
                <a:lnTo>
                  <a:pt x="54097" y="1065273"/>
                </a:lnTo>
                <a:lnTo>
                  <a:pt x="54269" y="1065273"/>
                </a:lnTo>
                <a:lnTo>
                  <a:pt x="54443" y="1065273"/>
                </a:lnTo>
                <a:lnTo>
                  <a:pt x="54615" y="1065273"/>
                </a:lnTo>
                <a:lnTo>
                  <a:pt x="54788" y="1065273"/>
                </a:lnTo>
                <a:lnTo>
                  <a:pt x="54961" y="1065273"/>
                </a:lnTo>
                <a:lnTo>
                  <a:pt x="55134" y="1065273"/>
                </a:lnTo>
                <a:lnTo>
                  <a:pt x="55307" y="1065273"/>
                </a:lnTo>
                <a:lnTo>
                  <a:pt x="55479" y="1065273"/>
                </a:lnTo>
                <a:lnTo>
                  <a:pt x="55653" y="1065273"/>
                </a:lnTo>
                <a:lnTo>
                  <a:pt x="55825" y="1065273"/>
                </a:lnTo>
                <a:lnTo>
                  <a:pt x="55998" y="1065273"/>
                </a:lnTo>
                <a:lnTo>
                  <a:pt x="56170" y="1065273"/>
                </a:lnTo>
                <a:lnTo>
                  <a:pt x="56344" y="1065273"/>
                </a:lnTo>
                <a:lnTo>
                  <a:pt x="56516" y="1065273"/>
                </a:lnTo>
                <a:lnTo>
                  <a:pt x="56689" y="1065273"/>
                </a:lnTo>
                <a:lnTo>
                  <a:pt x="56863" y="1065273"/>
                </a:lnTo>
                <a:lnTo>
                  <a:pt x="57035" y="1065273"/>
                </a:lnTo>
                <a:lnTo>
                  <a:pt x="57208" y="1065273"/>
                </a:lnTo>
                <a:lnTo>
                  <a:pt x="57380" y="1065273"/>
                </a:lnTo>
                <a:lnTo>
                  <a:pt x="57554" y="1065273"/>
                </a:lnTo>
                <a:lnTo>
                  <a:pt x="57726" y="1065273"/>
                </a:lnTo>
                <a:lnTo>
                  <a:pt x="57899" y="1065273"/>
                </a:lnTo>
                <a:lnTo>
                  <a:pt x="58072" y="1065273"/>
                </a:lnTo>
                <a:lnTo>
                  <a:pt x="58245" y="1065273"/>
                </a:lnTo>
                <a:lnTo>
                  <a:pt x="58418" y="1065273"/>
                </a:lnTo>
                <a:lnTo>
                  <a:pt x="58590" y="1065273"/>
                </a:lnTo>
                <a:lnTo>
                  <a:pt x="58764" y="1065273"/>
                </a:lnTo>
                <a:lnTo>
                  <a:pt x="58936" y="1065273"/>
                </a:lnTo>
                <a:lnTo>
                  <a:pt x="59109" y="1065273"/>
                </a:lnTo>
                <a:lnTo>
                  <a:pt x="59282" y="1065273"/>
                </a:lnTo>
                <a:lnTo>
                  <a:pt x="59455" y="1065273"/>
                </a:lnTo>
                <a:lnTo>
                  <a:pt x="59628" y="1065273"/>
                </a:lnTo>
                <a:lnTo>
                  <a:pt x="59800" y="1065273"/>
                </a:lnTo>
                <a:lnTo>
                  <a:pt x="59973" y="1065273"/>
                </a:lnTo>
                <a:lnTo>
                  <a:pt x="60146" y="1065273"/>
                </a:lnTo>
                <a:lnTo>
                  <a:pt x="60319" y="1065273"/>
                </a:lnTo>
                <a:lnTo>
                  <a:pt x="60491" y="1065273"/>
                </a:lnTo>
                <a:lnTo>
                  <a:pt x="60665" y="1065273"/>
                </a:lnTo>
                <a:lnTo>
                  <a:pt x="60837" y="1065273"/>
                </a:lnTo>
                <a:lnTo>
                  <a:pt x="61010" y="1065273"/>
                </a:lnTo>
                <a:lnTo>
                  <a:pt x="61183" y="1065273"/>
                </a:lnTo>
                <a:lnTo>
                  <a:pt x="61356" y="1065273"/>
                </a:lnTo>
                <a:lnTo>
                  <a:pt x="61529" y="1065273"/>
                </a:lnTo>
                <a:lnTo>
                  <a:pt x="61701" y="1065273"/>
                </a:lnTo>
                <a:lnTo>
                  <a:pt x="61874" y="1065273"/>
                </a:lnTo>
                <a:lnTo>
                  <a:pt x="62047" y="1065273"/>
                </a:lnTo>
                <a:lnTo>
                  <a:pt x="62220" y="1065273"/>
                </a:lnTo>
                <a:lnTo>
                  <a:pt x="62393" y="1065273"/>
                </a:lnTo>
                <a:lnTo>
                  <a:pt x="62566" y="1065273"/>
                </a:lnTo>
                <a:lnTo>
                  <a:pt x="62739" y="1065273"/>
                </a:lnTo>
                <a:lnTo>
                  <a:pt x="62911" y="1065273"/>
                </a:lnTo>
                <a:lnTo>
                  <a:pt x="63084" y="1065273"/>
                </a:lnTo>
                <a:lnTo>
                  <a:pt x="63257" y="1065273"/>
                </a:lnTo>
                <a:lnTo>
                  <a:pt x="63430" y="1065273"/>
                </a:lnTo>
                <a:lnTo>
                  <a:pt x="63603" y="1065273"/>
                </a:lnTo>
                <a:lnTo>
                  <a:pt x="63775" y="1065273"/>
                </a:lnTo>
                <a:lnTo>
                  <a:pt x="63949" y="1065273"/>
                </a:lnTo>
                <a:lnTo>
                  <a:pt x="64121" y="1065273"/>
                </a:lnTo>
                <a:lnTo>
                  <a:pt x="64294" y="1065273"/>
                </a:lnTo>
                <a:lnTo>
                  <a:pt x="64467" y="1065273"/>
                </a:lnTo>
                <a:lnTo>
                  <a:pt x="64640" y="1065273"/>
                </a:lnTo>
                <a:lnTo>
                  <a:pt x="64812" y="1065273"/>
                </a:lnTo>
                <a:lnTo>
                  <a:pt x="64985" y="1065273"/>
                </a:lnTo>
                <a:lnTo>
                  <a:pt x="65158" y="1065273"/>
                </a:lnTo>
                <a:lnTo>
                  <a:pt x="65331" y="1065273"/>
                </a:lnTo>
                <a:lnTo>
                  <a:pt x="65504" y="1065273"/>
                </a:lnTo>
                <a:lnTo>
                  <a:pt x="65676" y="1065273"/>
                </a:lnTo>
                <a:lnTo>
                  <a:pt x="65850" y="1065273"/>
                </a:lnTo>
                <a:lnTo>
                  <a:pt x="66022" y="1065273"/>
                </a:lnTo>
                <a:lnTo>
                  <a:pt x="66195" y="1065273"/>
                </a:lnTo>
                <a:lnTo>
                  <a:pt x="66368" y="1065273"/>
                </a:lnTo>
                <a:lnTo>
                  <a:pt x="66541" y="1065273"/>
                </a:lnTo>
                <a:lnTo>
                  <a:pt x="66714" y="1065273"/>
                </a:lnTo>
                <a:lnTo>
                  <a:pt x="66886" y="1065273"/>
                </a:lnTo>
                <a:lnTo>
                  <a:pt x="67060" y="1065273"/>
                </a:lnTo>
                <a:lnTo>
                  <a:pt x="67232" y="1065273"/>
                </a:lnTo>
                <a:lnTo>
                  <a:pt x="67405" y="1065273"/>
                </a:lnTo>
                <a:lnTo>
                  <a:pt x="67577" y="1065273"/>
                </a:lnTo>
                <a:lnTo>
                  <a:pt x="67751" y="1065273"/>
                </a:lnTo>
                <a:lnTo>
                  <a:pt x="67924" y="1065273"/>
                </a:lnTo>
                <a:lnTo>
                  <a:pt x="68096" y="1065273"/>
                </a:lnTo>
                <a:lnTo>
                  <a:pt x="68270" y="1065273"/>
                </a:lnTo>
                <a:lnTo>
                  <a:pt x="68442" y="1065273"/>
                </a:lnTo>
                <a:lnTo>
                  <a:pt x="68615" y="1065273"/>
                </a:lnTo>
                <a:lnTo>
                  <a:pt x="68787" y="1065273"/>
                </a:lnTo>
                <a:lnTo>
                  <a:pt x="68961" y="1065273"/>
                </a:lnTo>
                <a:lnTo>
                  <a:pt x="69133" y="1065273"/>
                </a:lnTo>
                <a:lnTo>
                  <a:pt x="69306" y="1065273"/>
                </a:lnTo>
                <a:lnTo>
                  <a:pt x="69479" y="1065273"/>
                </a:lnTo>
                <a:lnTo>
                  <a:pt x="69652" y="1065273"/>
                </a:lnTo>
                <a:lnTo>
                  <a:pt x="69825" y="1065273"/>
                </a:lnTo>
                <a:lnTo>
                  <a:pt x="69997" y="1065273"/>
                </a:lnTo>
                <a:lnTo>
                  <a:pt x="70171" y="1065273"/>
                </a:lnTo>
                <a:lnTo>
                  <a:pt x="70343" y="1065273"/>
                </a:lnTo>
                <a:lnTo>
                  <a:pt x="70516" y="1065273"/>
                </a:lnTo>
                <a:lnTo>
                  <a:pt x="70689" y="1065273"/>
                </a:lnTo>
                <a:lnTo>
                  <a:pt x="70862" y="1065273"/>
                </a:lnTo>
                <a:lnTo>
                  <a:pt x="71035" y="1065273"/>
                </a:lnTo>
                <a:lnTo>
                  <a:pt x="71207" y="1065273"/>
                </a:lnTo>
                <a:lnTo>
                  <a:pt x="71380" y="1065273"/>
                </a:lnTo>
                <a:lnTo>
                  <a:pt x="71553" y="1065273"/>
                </a:lnTo>
                <a:lnTo>
                  <a:pt x="71726" y="1065273"/>
                </a:lnTo>
                <a:lnTo>
                  <a:pt x="71898" y="1065273"/>
                </a:lnTo>
                <a:lnTo>
                  <a:pt x="72072" y="1065273"/>
                </a:lnTo>
                <a:lnTo>
                  <a:pt x="72245" y="1065273"/>
                </a:lnTo>
                <a:lnTo>
                  <a:pt x="72417" y="1065273"/>
                </a:lnTo>
                <a:lnTo>
                  <a:pt x="72590" y="1065273"/>
                </a:lnTo>
                <a:lnTo>
                  <a:pt x="72763" y="1065273"/>
                </a:lnTo>
                <a:lnTo>
                  <a:pt x="72936" y="1065273"/>
                </a:lnTo>
                <a:lnTo>
                  <a:pt x="73108" y="1065273"/>
                </a:lnTo>
                <a:lnTo>
                  <a:pt x="73281" y="1065273"/>
                </a:lnTo>
                <a:lnTo>
                  <a:pt x="73454" y="1065273"/>
                </a:lnTo>
                <a:lnTo>
                  <a:pt x="73627" y="1065273"/>
                </a:lnTo>
                <a:lnTo>
                  <a:pt x="73800" y="1065273"/>
                </a:lnTo>
                <a:lnTo>
                  <a:pt x="73973" y="1065273"/>
                </a:lnTo>
                <a:lnTo>
                  <a:pt x="74146" y="1065273"/>
                </a:lnTo>
                <a:lnTo>
                  <a:pt x="74318" y="1065273"/>
                </a:lnTo>
                <a:lnTo>
                  <a:pt x="74491" y="1065273"/>
                </a:lnTo>
                <a:lnTo>
                  <a:pt x="74664" y="1065273"/>
                </a:lnTo>
                <a:lnTo>
                  <a:pt x="74837" y="1065273"/>
                </a:lnTo>
                <a:lnTo>
                  <a:pt x="75010" y="1065273"/>
                </a:lnTo>
                <a:lnTo>
                  <a:pt x="75182" y="1065273"/>
                </a:lnTo>
                <a:lnTo>
                  <a:pt x="75356" y="1065273"/>
                </a:lnTo>
                <a:lnTo>
                  <a:pt x="75528" y="1065273"/>
                </a:lnTo>
                <a:lnTo>
                  <a:pt x="75701" y="1065273"/>
                </a:lnTo>
                <a:lnTo>
                  <a:pt x="75874" y="1065273"/>
                </a:lnTo>
                <a:lnTo>
                  <a:pt x="76047" y="1065273"/>
                </a:lnTo>
                <a:lnTo>
                  <a:pt x="76219" y="1065273"/>
                </a:lnTo>
                <a:lnTo>
                  <a:pt x="76392" y="1065273"/>
                </a:lnTo>
                <a:lnTo>
                  <a:pt x="76566" y="1065273"/>
                </a:lnTo>
                <a:lnTo>
                  <a:pt x="76738" y="1065273"/>
                </a:lnTo>
                <a:lnTo>
                  <a:pt x="76911" y="1065273"/>
                </a:lnTo>
                <a:lnTo>
                  <a:pt x="77083" y="1065273"/>
                </a:lnTo>
                <a:lnTo>
                  <a:pt x="77257" y="1065273"/>
                </a:lnTo>
                <a:lnTo>
                  <a:pt x="77429" y="1065273"/>
                </a:lnTo>
                <a:lnTo>
                  <a:pt x="77602" y="1065273"/>
                </a:lnTo>
                <a:lnTo>
                  <a:pt x="77775" y="1065273"/>
                </a:lnTo>
                <a:lnTo>
                  <a:pt x="77948" y="1065273"/>
                </a:lnTo>
                <a:lnTo>
                  <a:pt x="78121" y="1065273"/>
                </a:lnTo>
                <a:lnTo>
                  <a:pt x="78293" y="1065273"/>
                </a:lnTo>
                <a:lnTo>
                  <a:pt x="78467" y="1065273"/>
                </a:lnTo>
                <a:lnTo>
                  <a:pt x="78639" y="1065273"/>
                </a:lnTo>
                <a:lnTo>
                  <a:pt x="78812" y="1065273"/>
                </a:lnTo>
                <a:lnTo>
                  <a:pt x="78984" y="1065273"/>
                </a:lnTo>
                <a:lnTo>
                  <a:pt x="79158" y="1065273"/>
                </a:lnTo>
                <a:lnTo>
                  <a:pt x="79331" y="1065273"/>
                </a:lnTo>
                <a:lnTo>
                  <a:pt x="79503" y="1065273"/>
                </a:lnTo>
                <a:lnTo>
                  <a:pt x="79677" y="1065273"/>
                </a:lnTo>
                <a:lnTo>
                  <a:pt x="79849" y="1065273"/>
                </a:lnTo>
                <a:lnTo>
                  <a:pt x="80022" y="1065273"/>
                </a:lnTo>
                <a:lnTo>
                  <a:pt x="80194" y="1065273"/>
                </a:lnTo>
                <a:lnTo>
                  <a:pt x="80368" y="1065273"/>
                </a:lnTo>
                <a:lnTo>
                  <a:pt x="80540" y="1065273"/>
                </a:lnTo>
                <a:lnTo>
                  <a:pt x="80713" y="1065273"/>
                </a:lnTo>
                <a:lnTo>
                  <a:pt x="80886" y="1065273"/>
                </a:lnTo>
                <a:lnTo>
                  <a:pt x="81059" y="1065273"/>
                </a:lnTo>
                <a:lnTo>
                  <a:pt x="81232" y="1065273"/>
                </a:lnTo>
                <a:lnTo>
                  <a:pt x="81404" y="1065273"/>
                </a:lnTo>
                <a:lnTo>
                  <a:pt x="81578" y="1065273"/>
                </a:lnTo>
                <a:lnTo>
                  <a:pt x="81750" y="1065273"/>
                </a:lnTo>
                <a:lnTo>
                  <a:pt x="81923" y="1065273"/>
                </a:lnTo>
                <a:lnTo>
                  <a:pt x="82096" y="1065273"/>
                </a:lnTo>
                <a:lnTo>
                  <a:pt x="82269" y="1065273"/>
                </a:lnTo>
                <a:lnTo>
                  <a:pt x="82442" y="1065273"/>
                </a:lnTo>
                <a:lnTo>
                  <a:pt x="82614" y="1065273"/>
                </a:lnTo>
                <a:lnTo>
                  <a:pt x="82787" y="1065273"/>
                </a:lnTo>
                <a:lnTo>
                  <a:pt x="82960" y="1065273"/>
                </a:lnTo>
                <a:lnTo>
                  <a:pt x="83133" y="1065273"/>
                </a:lnTo>
                <a:lnTo>
                  <a:pt x="83305" y="1065273"/>
                </a:lnTo>
                <a:lnTo>
                  <a:pt x="83479" y="1065273"/>
                </a:lnTo>
                <a:lnTo>
                  <a:pt x="83652" y="1065273"/>
                </a:lnTo>
                <a:lnTo>
                  <a:pt x="83824" y="1065273"/>
                </a:lnTo>
                <a:lnTo>
                  <a:pt x="83997" y="1065273"/>
                </a:lnTo>
                <a:lnTo>
                  <a:pt x="84170" y="1065273"/>
                </a:lnTo>
                <a:lnTo>
                  <a:pt x="84343" y="1065273"/>
                </a:lnTo>
                <a:lnTo>
                  <a:pt x="84515" y="1065273"/>
                </a:lnTo>
                <a:lnTo>
                  <a:pt x="84688" y="1065273"/>
                </a:lnTo>
                <a:lnTo>
                  <a:pt x="84861" y="1065273"/>
                </a:lnTo>
                <a:lnTo>
                  <a:pt x="85034" y="1065273"/>
                </a:lnTo>
                <a:lnTo>
                  <a:pt x="85207" y="1065273"/>
                </a:lnTo>
                <a:lnTo>
                  <a:pt x="85380" y="1065273"/>
                </a:lnTo>
                <a:lnTo>
                  <a:pt x="85553" y="1065273"/>
                </a:lnTo>
                <a:lnTo>
                  <a:pt x="85725" y="1065273"/>
                </a:lnTo>
                <a:lnTo>
                  <a:pt x="85898" y="1065273"/>
                </a:lnTo>
                <a:lnTo>
                  <a:pt x="86071" y="1065273"/>
                </a:lnTo>
                <a:lnTo>
                  <a:pt x="86244" y="1065273"/>
                </a:lnTo>
                <a:lnTo>
                  <a:pt x="86417" y="1065273"/>
                </a:lnTo>
                <a:lnTo>
                  <a:pt x="86589" y="1065273"/>
                </a:lnTo>
                <a:lnTo>
                  <a:pt x="86763" y="1065273"/>
                </a:lnTo>
                <a:lnTo>
                  <a:pt x="86935" y="1065273"/>
                </a:lnTo>
                <a:lnTo>
                  <a:pt x="87108" y="1065273"/>
                </a:lnTo>
                <a:lnTo>
                  <a:pt x="87281" y="1065273"/>
                </a:lnTo>
                <a:lnTo>
                  <a:pt x="87454" y="1065273"/>
                </a:lnTo>
                <a:lnTo>
                  <a:pt x="87626" y="1065273"/>
                </a:lnTo>
                <a:lnTo>
                  <a:pt x="87799" y="1065273"/>
                </a:lnTo>
                <a:lnTo>
                  <a:pt x="87973" y="1065273"/>
                </a:lnTo>
                <a:lnTo>
                  <a:pt x="88145" y="1065273"/>
                </a:lnTo>
                <a:lnTo>
                  <a:pt x="88318" y="1065273"/>
                </a:lnTo>
                <a:lnTo>
                  <a:pt x="88490" y="1065273"/>
                </a:lnTo>
                <a:lnTo>
                  <a:pt x="88664" y="1065273"/>
                </a:lnTo>
                <a:lnTo>
                  <a:pt x="88836" y="1065273"/>
                </a:lnTo>
                <a:lnTo>
                  <a:pt x="89009" y="1065273"/>
                </a:lnTo>
                <a:lnTo>
                  <a:pt x="89182" y="1065273"/>
                </a:lnTo>
                <a:lnTo>
                  <a:pt x="89355" y="1065273"/>
                </a:lnTo>
                <a:lnTo>
                  <a:pt x="89528" y="1065273"/>
                </a:lnTo>
                <a:lnTo>
                  <a:pt x="89700" y="1065273"/>
                </a:lnTo>
                <a:lnTo>
                  <a:pt x="89874" y="1065273"/>
                </a:lnTo>
                <a:lnTo>
                  <a:pt x="90046" y="1065273"/>
                </a:lnTo>
                <a:lnTo>
                  <a:pt x="90219" y="1065273"/>
                </a:lnTo>
                <a:lnTo>
                  <a:pt x="90391" y="1065273"/>
                </a:lnTo>
                <a:lnTo>
                  <a:pt x="90565" y="1065273"/>
                </a:lnTo>
                <a:lnTo>
                  <a:pt x="90738" y="1065273"/>
                </a:lnTo>
                <a:lnTo>
                  <a:pt x="90910" y="1065273"/>
                </a:lnTo>
                <a:lnTo>
                  <a:pt x="91084" y="1065273"/>
                </a:lnTo>
                <a:lnTo>
                  <a:pt x="91256" y="1065273"/>
                </a:lnTo>
                <a:lnTo>
                  <a:pt x="91429" y="1065273"/>
                </a:lnTo>
                <a:lnTo>
                  <a:pt x="91601" y="1065273"/>
                </a:lnTo>
                <a:lnTo>
                  <a:pt x="91775" y="1065273"/>
                </a:lnTo>
                <a:lnTo>
                  <a:pt x="91947" y="1065273"/>
                </a:lnTo>
                <a:lnTo>
                  <a:pt x="92120" y="1065273"/>
                </a:lnTo>
                <a:lnTo>
                  <a:pt x="92293" y="1065273"/>
                </a:lnTo>
                <a:lnTo>
                  <a:pt x="92466" y="1065273"/>
                </a:lnTo>
                <a:lnTo>
                  <a:pt x="92639" y="1065273"/>
                </a:lnTo>
                <a:lnTo>
                  <a:pt x="92811" y="1065273"/>
                </a:lnTo>
                <a:lnTo>
                  <a:pt x="92985" y="1065273"/>
                </a:lnTo>
                <a:lnTo>
                  <a:pt x="93157" y="1065273"/>
                </a:lnTo>
                <a:lnTo>
                  <a:pt x="93330" y="1065273"/>
                </a:lnTo>
                <a:lnTo>
                  <a:pt x="93503" y="1065273"/>
                </a:lnTo>
                <a:lnTo>
                  <a:pt x="93676" y="1065273"/>
                </a:lnTo>
                <a:lnTo>
                  <a:pt x="93849" y="1065273"/>
                </a:lnTo>
                <a:lnTo>
                  <a:pt x="94021" y="1065273"/>
                </a:lnTo>
                <a:lnTo>
                  <a:pt x="94194" y="1065273"/>
                </a:lnTo>
                <a:lnTo>
                  <a:pt x="94367" y="1065273"/>
                </a:lnTo>
                <a:lnTo>
                  <a:pt x="94540" y="1065273"/>
                </a:lnTo>
                <a:lnTo>
                  <a:pt x="94712" y="1065273"/>
                </a:lnTo>
                <a:lnTo>
                  <a:pt x="94886" y="1065273"/>
                </a:lnTo>
                <a:lnTo>
                  <a:pt x="95059" y="1065273"/>
                </a:lnTo>
                <a:lnTo>
                  <a:pt x="95231" y="1065273"/>
                </a:lnTo>
                <a:lnTo>
                  <a:pt x="95404" y="1065273"/>
                </a:lnTo>
                <a:lnTo>
                  <a:pt x="95577" y="1065273"/>
                </a:lnTo>
                <a:lnTo>
                  <a:pt x="95750" y="1065273"/>
                </a:lnTo>
                <a:lnTo>
                  <a:pt x="95922" y="1065273"/>
                </a:lnTo>
                <a:lnTo>
                  <a:pt x="96095" y="1065273"/>
                </a:lnTo>
                <a:lnTo>
                  <a:pt x="96269" y="1065273"/>
                </a:lnTo>
                <a:lnTo>
                  <a:pt x="96441" y="1065273"/>
                </a:lnTo>
                <a:lnTo>
                  <a:pt x="96614" y="1065273"/>
                </a:lnTo>
                <a:lnTo>
                  <a:pt x="96787" y="1065273"/>
                </a:lnTo>
                <a:lnTo>
                  <a:pt x="96960" y="1065273"/>
                </a:lnTo>
                <a:lnTo>
                  <a:pt x="97132" y="1065273"/>
                </a:lnTo>
                <a:lnTo>
                  <a:pt x="97305" y="1065273"/>
                </a:lnTo>
                <a:lnTo>
                  <a:pt x="97478" y="1065273"/>
                </a:lnTo>
                <a:lnTo>
                  <a:pt x="97651" y="1065273"/>
                </a:lnTo>
                <a:lnTo>
                  <a:pt x="97824" y="1065273"/>
                </a:lnTo>
                <a:lnTo>
                  <a:pt x="97996" y="1065273"/>
                </a:lnTo>
                <a:lnTo>
                  <a:pt x="98170" y="1065273"/>
                </a:lnTo>
                <a:lnTo>
                  <a:pt x="98342" y="1065273"/>
                </a:lnTo>
                <a:lnTo>
                  <a:pt x="98515" y="1065273"/>
                </a:lnTo>
                <a:lnTo>
                  <a:pt x="98688" y="1065273"/>
                </a:lnTo>
                <a:lnTo>
                  <a:pt x="98861" y="1065273"/>
                </a:lnTo>
                <a:lnTo>
                  <a:pt x="99034" y="1065273"/>
                </a:lnTo>
                <a:lnTo>
                  <a:pt x="99206" y="1065273"/>
                </a:lnTo>
                <a:lnTo>
                  <a:pt x="99380" y="1065273"/>
                </a:lnTo>
                <a:lnTo>
                  <a:pt x="99552" y="1065273"/>
                </a:lnTo>
                <a:lnTo>
                  <a:pt x="99725" y="1065273"/>
                </a:lnTo>
                <a:lnTo>
                  <a:pt x="99897" y="1065273"/>
                </a:lnTo>
                <a:lnTo>
                  <a:pt x="100071" y="1065273"/>
                </a:lnTo>
                <a:lnTo>
                  <a:pt x="100243" y="1065273"/>
                </a:lnTo>
                <a:lnTo>
                  <a:pt x="100416" y="1065273"/>
                </a:lnTo>
                <a:lnTo>
                  <a:pt x="100590" y="1065273"/>
                </a:lnTo>
                <a:lnTo>
                  <a:pt x="100762" y="1065273"/>
                </a:lnTo>
                <a:lnTo>
                  <a:pt x="100935" y="1065273"/>
                </a:lnTo>
                <a:lnTo>
                  <a:pt x="101107" y="1065273"/>
                </a:lnTo>
                <a:lnTo>
                  <a:pt x="101281" y="1065273"/>
                </a:lnTo>
                <a:lnTo>
                  <a:pt x="101453" y="1065273"/>
                </a:lnTo>
                <a:lnTo>
                  <a:pt x="101626" y="1065273"/>
                </a:lnTo>
                <a:lnTo>
                  <a:pt x="101799" y="1065273"/>
                </a:lnTo>
                <a:lnTo>
                  <a:pt x="101972" y="1065273"/>
                </a:lnTo>
                <a:lnTo>
                  <a:pt x="102145" y="1065273"/>
                </a:lnTo>
                <a:lnTo>
                  <a:pt x="102317" y="1065273"/>
                </a:lnTo>
                <a:lnTo>
                  <a:pt x="102491" y="1065273"/>
                </a:lnTo>
                <a:lnTo>
                  <a:pt x="102663" y="1065273"/>
                </a:lnTo>
                <a:lnTo>
                  <a:pt x="102836" y="1065273"/>
                </a:lnTo>
                <a:lnTo>
                  <a:pt x="103008" y="1065273"/>
                </a:lnTo>
                <a:lnTo>
                  <a:pt x="103182" y="1065273"/>
                </a:lnTo>
                <a:lnTo>
                  <a:pt x="103355" y="1065273"/>
                </a:lnTo>
                <a:lnTo>
                  <a:pt x="103527" y="1065273"/>
                </a:lnTo>
                <a:lnTo>
                  <a:pt x="103700" y="1065273"/>
                </a:lnTo>
                <a:lnTo>
                  <a:pt x="103873" y="1065273"/>
                </a:lnTo>
                <a:lnTo>
                  <a:pt x="104046" y="1065273"/>
                </a:lnTo>
                <a:lnTo>
                  <a:pt x="104218" y="1065273"/>
                </a:lnTo>
                <a:lnTo>
                  <a:pt x="104392" y="1065273"/>
                </a:lnTo>
                <a:lnTo>
                  <a:pt x="104564" y="1065273"/>
                </a:lnTo>
                <a:lnTo>
                  <a:pt x="104737" y="1065273"/>
                </a:lnTo>
                <a:lnTo>
                  <a:pt x="104910" y="1065273"/>
                </a:lnTo>
                <a:lnTo>
                  <a:pt x="105083" y="1065273"/>
                </a:lnTo>
                <a:lnTo>
                  <a:pt x="105256" y="1065273"/>
                </a:lnTo>
                <a:lnTo>
                  <a:pt x="105428" y="1065273"/>
                </a:lnTo>
                <a:lnTo>
                  <a:pt x="105601" y="1065273"/>
                </a:lnTo>
                <a:lnTo>
                  <a:pt x="105774" y="1065273"/>
                </a:lnTo>
                <a:lnTo>
                  <a:pt x="105947" y="1065273"/>
                </a:lnTo>
                <a:lnTo>
                  <a:pt x="106120" y="1065273"/>
                </a:lnTo>
                <a:lnTo>
                  <a:pt x="106293" y="1065273"/>
                </a:lnTo>
                <a:lnTo>
                  <a:pt x="106466" y="1065273"/>
                </a:lnTo>
                <a:lnTo>
                  <a:pt x="106638" y="1065273"/>
                </a:lnTo>
                <a:lnTo>
                  <a:pt x="106811" y="1065273"/>
                </a:lnTo>
                <a:lnTo>
                  <a:pt x="106984" y="1065273"/>
                </a:lnTo>
                <a:lnTo>
                  <a:pt x="107157" y="1065273"/>
                </a:lnTo>
                <a:lnTo>
                  <a:pt x="107329" y="1065273"/>
                </a:lnTo>
                <a:lnTo>
                  <a:pt x="107502" y="1065273"/>
                </a:lnTo>
                <a:lnTo>
                  <a:pt x="107676" y="1065273"/>
                </a:lnTo>
                <a:lnTo>
                  <a:pt x="107848" y="1065273"/>
                </a:lnTo>
                <a:lnTo>
                  <a:pt x="108021" y="1065273"/>
                </a:lnTo>
                <a:lnTo>
                  <a:pt x="108194" y="1065273"/>
                </a:lnTo>
                <a:lnTo>
                  <a:pt x="108367" y="1065273"/>
                </a:lnTo>
                <a:lnTo>
                  <a:pt x="108539" y="1065273"/>
                </a:lnTo>
                <a:lnTo>
                  <a:pt x="108712" y="1065273"/>
                </a:lnTo>
                <a:lnTo>
                  <a:pt x="108885" y="1065273"/>
                </a:lnTo>
                <a:lnTo>
                  <a:pt x="109058" y="1065273"/>
                </a:lnTo>
                <a:lnTo>
                  <a:pt x="109231" y="1065273"/>
                </a:lnTo>
                <a:lnTo>
                  <a:pt x="109403" y="1065273"/>
                </a:lnTo>
                <a:lnTo>
                  <a:pt x="109577" y="1065273"/>
                </a:lnTo>
                <a:lnTo>
                  <a:pt x="109749" y="1065273"/>
                </a:lnTo>
                <a:lnTo>
                  <a:pt x="109922" y="1065273"/>
                </a:lnTo>
                <a:lnTo>
                  <a:pt x="110095" y="1065273"/>
                </a:lnTo>
                <a:lnTo>
                  <a:pt x="110268" y="1065273"/>
                </a:lnTo>
                <a:lnTo>
                  <a:pt x="110441" y="1065273"/>
                </a:lnTo>
                <a:lnTo>
                  <a:pt x="110613" y="1065273"/>
                </a:lnTo>
                <a:lnTo>
                  <a:pt x="110787" y="1065273"/>
                </a:lnTo>
                <a:lnTo>
                  <a:pt x="110959" y="1065273"/>
                </a:lnTo>
                <a:lnTo>
                  <a:pt x="111132" y="1065273"/>
                </a:lnTo>
                <a:lnTo>
                  <a:pt x="111304" y="1065273"/>
                </a:lnTo>
                <a:lnTo>
                  <a:pt x="111478" y="1065273"/>
                </a:lnTo>
                <a:lnTo>
                  <a:pt x="111650" y="1065273"/>
                </a:lnTo>
                <a:lnTo>
                  <a:pt x="111823" y="1065273"/>
                </a:lnTo>
                <a:lnTo>
                  <a:pt x="111997" y="1065273"/>
                </a:lnTo>
                <a:lnTo>
                  <a:pt x="112169" y="1065273"/>
                </a:lnTo>
                <a:lnTo>
                  <a:pt x="112342" y="1065273"/>
                </a:lnTo>
                <a:lnTo>
                  <a:pt x="112514" y="1065273"/>
                </a:lnTo>
                <a:lnTo>
                  <a:pt x="112688" y="1065273"/>
                </a:lnTo>
                <a:lnTo>
                  <a:pt x="112860" y="1065273"/>
                </a:lnTo>
                <a:lnTo>
                  <a:pt x="113033" y="1065273"/>
                </a:lnTo>
                <a:lnTo>
                  <a:pt x="113206" y="1065273"/>
                </a:lnTo>
                <a:lnTo>
                  <a:pt x="113379" y="1065273"/>
                </a:lnTo>
                <a:lnTo>
                  <a:pt x="113552" y="1065273"/>
                </a:lnTo>
                <a:lnTo>
                  <a:pt x="113724" y="1065273"/>
                </a:lnTo>
                <a:lnTo>
                  <a:pt x="113898" y="1065273"/>
                </a:lnTo>
                <a:lnTo>
                  <a:pt x="114070" y="1065273"/>
                </a:lnTo>
                <a:lnTo>
                  <a:pt x="114243" y="1065273"/>
                </a:lnTo>
                <a:lnTo>
                  <a:pt x="114415" y="1065273"/>
                </a:lnTo>
                <a:lnTo>
                  <a:pt x="114589" y="1065273"/>
                </a:lnTo>
                <a:lnTo>
                  <a:pt x="114762" y="1065273"/>
                </a:lnTo>
                <a:lnTo>
                  <a:pt x="114934" y="1065273"/>
                </a:lnTo>
                <a:lnTo>
                  <a:pt x="115107" y="1065273"/>
                </a:lnTo>
                <a:lnTo>
                  <a:pt x="115280" y="1065273"/>
                </a:lnTo>
                <a:lnTo>
                  <a:pt x="115453" y="1065273"/>
                </a:lnTo>
                <a:lnTo>
                  <a:pt x="115625" y="1065273"/>
                </a:lnTo>
                <a:lnTo>
                  <a:pt x="115799" y="1065273"/>
                </a:lnTo>
                <a:lnTo>
                  <a:pt x="115971" y="1065273"/>
                </a:lnTo>
                <a:lnTo>
                  <a:pt x="116144" y="1065273"/>
                </a:lnTo>
                <a:lnTo>
                  <a:pt x="116317" y="1065273"/>
                </a:lnTo>
                <a:lnTo>
                  <a:pt x="116490" y="1065273"/>
                </a:lnTo>
                <a:lnTo>
                  <a:pt x="116663" y="1065273"/>
                </a:lnTo>
                <a:lnTo>
                  <a:pt x="116835" y="1065273"/>
                </a:lnTo>
                <a:lnTo>
                  <a:pt x="117008" y="1065273"/>
                </a:lnTo>
                <a:lnTo>
                  <a:pt x="117181" y="1065273"/>
                </a:lnTo>
                <a:lnTo>
                  <a:pt x="117354" y="1065273"/>
                </a:lnTo>
                <a:lnTo>
                  <a:pt x="117527" y="1065273"/>
                </a:lnTo>
                <a:lnTo>
                  <a:pt x="117700" y="1065273"/>
                </a:lnTo>
                <a:lnTo>
                  <a:pt x="117873" y="1065273"/>
                </a:lnTo>
                <a:lnTo>
                  <a:pt x="118045" y="1065273"/>
                </a:lnTo>
                <a:lnTo>
                  <a:pt x="118218" y="1065273"/>
                </a:lnTo>
                <a:lnTo>
                  <a:pt x="118391" y="1065273"/>
                </a:lnTo>
                <a:lnTo>
                  <a:pt x="118564" y="1065273"/>
                </a:lnTo>
                <a:lnTo>
                  <a:pt x="118736" y="1065273"/>
                </a:lnTo>
                <a:lnTo>
                  <a:pt x="118909" y="1065273"/>
                </a:lnTo>
                <a:lnTo>
                  <a:pt x="119083" y="1065273"/>
                </a:lnTo>
                <a:lnTo>
                  <a:pt x="119255" y="1065273"/>
                </a:lnTo>
                <a:lnTo>
                  <a:pt x="119428" y="1065273"/>
                </a:lnTo>
                <a:lnTo>
                  <a:pt x="119601" y="1065273"/>
                </a:lnTo>
                <a:lnTo>
                  <a:pt x="119774" y="1065273"/>
                </a:lnTo>
                <a:lnTo>
                  <a:pt x="119946" y="1065273"/>
                </a:lnTo>
                <a:lnTo>
                  <a:pt x="120119" y="1065273"/>
                </a:lnTo>
                <a:lnTo>
                  <a:pt x="120292" y="1065273"/>
                </a:lnTo>
                <a:lnTo>
                  <a:pt x="120465" y="1065273"/>
                </a:lnTo>
                <a:lnTo>
                  <a:pt x="120638" y="1065273"/>
                </a:lnTo>
                <a:lnTo>
                  <a:pt x="120810" y="1065273"/>
                </a:lnTo>
                <a:lnTo>
                  <a:pt x="120984" y="1065273"/>
                </a:lnTo>
                <a:lnTo>
                  <a:pt x="121156" y="1065273"/>
                </a:lnTo>
                <a:lnTo>
                  <a:pt x="121329" y="1065273"/>
                </a:lnTo>
                <a:lnTo>
                  <a:pt x="121502" y="1065273"/>
                </a:lnTo>
                <a:lnTo>
                  <a:pt x="121675" y="1065273"/>
                </a:lnTo>
                <a:lnTo>
                  <a:pt x="121848" y="1065273"/>
                </a:lnTo>
                <a:lnTo>
                  <a:pt x="122020" y="1065273"/>
                </a:lnTo>
                <a:lnTo>
                  <a:pt x="122194" y="1065273"/>
                </a:lnTo>
                <a:lnTo>
                  <a:pt x="122366" y="1065273"/>
                </a:lnTo>
                <a:lnTo>
                  <a:pt x="122539" y="1065273"/>
                </a:lnTo>
                <a:lnTo>
                  <a:pt x="122711" y="1065273"/>
                </a:lnTo>
                <a:lnTo>
                  <a:pt x="122885" y="1065273"/>
                </a:lnTo>
                <a:lnTo>
                  <a:pt x="123057" y="1065273"/>
                </a:lnTo>
                <a:lnTo>
                  <a:pt x="123230" y="1065273"/>
                </a:lnTo>
                <a:lnTo>
                  <a:pt x="123404" y="1065273"/>
                </a:lnTo>
                <a:lnTo>
                  <a:pt x="123576" y="1065273"/>
                </a:lnTo>
                <a:lnTo>
                  <a:pt x="123749" y="1065273"/>
                </a:lnTo>
                <a:lnTo>
                  <a:pt x="123921" y="1065273"/>
                </a:lnTo>
                <a:lnTo>
                  <a:pt x="124095" y="1065273"/>
                </a:lnTo>
                <a:lnTo>
                  <a:pt x="124267" y="1065273"/>
                </a:lnTo>
                <a:lnTo>
                  <a:pt x="124440" y="1065273"/>
                </a:lnTo>
                <a:lnTo>
                  <a:pt x="124613" y="1065273"/>
                </a:lnTo>
                <a:lnTo>
                  <a:pt x="124786" y="1065273"/>
                </a:lnTo>
                <a:lnTo>
                  <a:pt x="124959" y="1065273"/>
                </a:lnTo>
                <a:lnTo>
                  <a:pt x="125131" y="1065273"/>
                </a:lnTo>
                <a:lnTo>
                  <a:pt x="125305" y="1065273"/>
                </a:lnTo>
                <a:lnTo>
                  <a:pt x="125477" y="1065273"/>
                </a:lnTo>
                <a:lnTo>
                  <a:pt x="125650" y="1065273"/>
                </a:lnTo>
                <a:lnTo>
                  <a:pt x="125823" y="1065273"/>
                </a:lnTo>
                <a:lnTo>
                  <a:pt x="125996" y="1065273"/>
                </a:lnTo>
                <a:lnTo>
                  <a:pt x="126169" y="1065273"/>
                </a:lnTo>
                <a:lnTo>
                  <a:pt x="126341" y="1065273"/>
                </a:lnTo>
                <a:lnTo>
                  <a:pt x="126514" y="1065273"/>
                </a:lnTo>
                <a:lnTo>
                  <a:pt x="126687" y="1065273"/>
                </a:lnTo>
                <a:lnTo>
                  <a:pt x="126860" y="1065273"/>
                </a:lnTo>
                <a:lnTo>
                  <a:pt x="127032" y="1065273"/>
                </a:lnTo>
                <a:lnTo>
                  <a:pt x="127206" y="1065273"/>
                </a:lnTo>
                <a:lnTo>
                  <a:pt x="127378" y="1065273"/>
                </a:lnTo>
                <a:lnTo>
                  <a:pt x="127551" y="1065273"/>
                </a:lnTo>
                <a:lnTo>
                  <a:pt x="127724" y="1065273"/>
                </a:lnTo>
                <a:lnTo>
                  <a:pt x="127897" y="1065273"/>
                </a:lnTo>
                <a:lnTo>
                  <a:pt x="128070" y="1065273"/>
                </a:lnTo>
                <a:lnTo>
                  <a:pt x="128242" y="1065273"/>
                </a:lnTo>
                <a:lnTo>
                  <a:pt x="128415" y="1065273"/>
                </a:lnTo>
                <a:lnTo>
                  <a:pt x="128588" y="1065273"/>
                </a:lnTo>
                <a:lnTo>
                  <a:pt x="128761" y="1065273"/>
                </a:lnTo>
                <a:lnTo>
                  <a:pt x="128934" y="1065273"/>
                </a:lnTo>
                <a:lnTo>
                  <a:pt x="129107" y="1065273"/>
                </a:lnTo>
                <a:lnTo>
                  <a:pt x="129280" y="1065273"/>
                </a:lnTo>
                <a:lnTo>
                  <a:pt x="129452" y="1065273"/>
                </a:lnTo>
                <a:lnTo>
                  <a:pt x="129625" y="1065273"/>
                </a:lnTo>
                <a:lnTo>
                  <a:pt x="129798" y="1065273"/>
                </a:lnTo>
                <a:lnTo>
                  <a:pt x="129971" y="1065273"/>
                </a:lnTo>
                <a:lnTo>
                  <a:pt x="130144" y="1065273"/>
                </a:lnTo>
                <a:lnTo>
                  <a:pt x="130316" y="1065273"/>
                </a:lnTo>
                <a:lnTo>
                  <a:pt x="130490" y="1065273"/>
                </a:lnTo>
                <a:lnTo>
                  <a:pt x="130662" y="1065273"/>
                </a:lnTo>
                <a:lnTo>
                  <a:pt x="130835" y="1065273"/>
                </a:lnTo>
                <a:lnTo>
                  <a:pt x="131008" y="1065273"/>
                </a:lnTo>
                <a:lnTo>
                  <a:pt x="131181" y="1065273"/>
                </a:lnTo>
                <a:lnTo>
                  <a:pt x="131353" y="1065273"/>
                </a:lnTo>
                <a:lnTo>
                  <a:pt x="131526" y="1065273"/>
                </a:lnTo>
                <a:lnTo>
                  <a:pt x="131700" y="1065273"/>
                </a:lnTo>
                <a:lnTo>
                  <a:pt x="131872" y="1065273"/>
                </a:lnTo>
                <a:lnTo>
                  <a:pt x="132045" y="1065273"/>
                </a:lnTo>
                <a:lnTo>
                  <a:pt x="132217" y="1065273"/>
                </a:lnTo>
                <a:lnTo>
                  <a:pt x="132391" y="1065273"/>
                </a:lnTo>
                <a:lnTo>
                  <a:pt x="132563" y="1065273"/>
                </a:lnTo>
                <a:lnTo>
                  <a:pt x="132736" y="1065273"/>
                </a:lnTo>
                <a:lnTo>
                  <a:pt x="132909" y="1065273"/>
                </a:lnTo>
                <a:lnTo>
                  <a:pt x="133082" y="1065273"/>
                </a:lnTo>
                <a:lnTo>
                  <a:pt x="133255" y="1065273"/>
                </a:lnTo>
                <a:lnTo>
                  <a:pt x="133427" y="1065273"/>
                </a:lnTo>
                <a:lnTo>
                  <a:pt x="133601" y="1065273"/>
                </a:lnTo>
                <a:lnTo>
                  <a:pt x="133773" y="1065273"/>
                </a:lnTo>
                <a:lnTo>
                  <a:pt x="133946" y="1065273"/>
                </a:lnTo>
                <a:lnTo>
                  <a:pt x="134118" y="1065273"/>
                </a:lnTo>
                <a:lnTo>
                  <a:pt x="134292" y="1065273"/>
                </a:lnTo>
                <a:lnTo>
                  <a:pt x="134465" y="1065273"/>
                </a:lnTo>
                <a:lnTo>
                  <a:pt x="134637" y="1065273"/>
                </a:lnTo>
                <a:lnTo>
                  <a:pt x="134811" y="1065273"/>
                </a:lnTo>
                <a:lnTo>
                  <a:pt x="134983" y="1065273"/>
                </a:lnTo>
                <a:lnTo>
                  <a:pt x="135156" y="1065273"/>
                </a:lnTo>
                <a:lnTo>
                  <a:pt x="135328" y="1065273"/>
                </a:lnTo>
                <a:lnTo>
                  <a:pt x="135502" y="1065273"/>
                </a:lnTo>
                <a:lnTo>
                  <a:pt x="135674" y="1065273"/>
                </a:lnTo>
                <a:lnTo>
                  <a:pt x="135847" y="1065273"/>
                </a:lnTo>
                <a:lnTo>
                  <a:pt x="136020" y="1065273"/>
                </a:lnTo>
                <a:lnTo>
                  <a:pt x="136193" y="1065273"/>
                </a:lnTo>
                <a:lnTo>
                  <a:pt x="136366" y="1065273"/>
                </a:lnTo>
                <a:lnTo>
                  <a:pt x="136538" y="1065273"/>
                </a:lnTo>
                <a:lnTo>
                  <a:pt x="136712" y="1065273"/>
                </a:lnTo>
                <a:lnTo>
                  <a:pt x="136884" y="1065273"/>
                </a:lnTo>
                <a:lnTo>
                  <a:pt x="137057" y="1065273"/>
                </a:lnTo>
                <a:lnTo>
                  <a:pt x="137230" y="1065273"/>
                </a:lnTo>
                <a:lnTo>
                  <a:pt x="137403" y="1065273"/>
                </a:lnTo>
                <a:lnTo>
                  <a:pt x="137576" y="1065273"/>
                </a:lnTo>
                <a:lnTo>
                  <a:pt x="137748" y="1065273"/>
                </a:lnTo>
                <a:lnTo>
                  <a:pt x="137921" y="1065273"/>
                </a:lnTo>
                <a:lnTo>
                  <a:pt x="138094" y="1065273"/>
                </a:lnTo>
                <a:lnTo>
                  <a:pt x="138267" y="1065273"/>
                </a:lnTo>
                <a:lnTo>
                  <a:pt x="138439" y="1065273"/>
                </a:lnTo>
                <a:lnTo>
                  <a:pt x="138613" y="1065273"/>
                </a:lnTo>
                <a:lnTo>
                  <a:pt x="138786" y="1065273"/>
                </a:lnTo>
                <a:lnTo>
                  <a:pt x="138958" y="1065273"/>
                </a:lnTo>
                <a:lnTo>
                  <a:pt x="139131" y="1065273"/>
                </a:lnTo>
                <a:lnTo>
                  <a:pt x="139304" y="1065273"/>
                </a:lnTo>
                <a:lnTo>
                  <a:pt x="139477" y="1065273"/>
                </a:lnTo>
                <a:lnTo>
                  <a:pt x="139649" y="1065273"/>
                </a:lnTo>
                <a:lnTo>
                  <a:pt x="139822" y="1065273"/>
                </a:lnTo>
                <a:lnTo>
                  <a:pt x="139995" y="1065273"/>
                </a:lnTo>
                <a:lnTo>
                  <a:pt x="140168" y="1065273"/>
                </a:lnTo>
                <a:lnTo>
                  <a:pt x="140341" y="1065273"/>
                </a:lnTo>
                <a:lnTo>
                  <a:pt x="140514" y="1065273"/>
                </a:lnTo>
                <a:lnTo>
                  <a:pt x="140687" y="1065273"/>
                </a:lnTo>
                <a:lnTo>
                  <a:pt x="140859" y="1065273"/>
                </a:lnTo>
                <a:lnTo>
                  <a:pt x="141032" y="1065273"/>
                </a:lnTo>
                <a:lnTo>
                  <a:pt x="141205" y="1065273"/>
                </a:lnTo>
                <a:lnTo>
                  <a:pt x="141378" y="1065273"/>
                </a:lnTo>
                <a:lnTo>
                  <a:pt x="141551" y="1065265"/>
                </a:lnTo>
                <a:lnTo>
                  <a:pt x="141723" y="1065265"/>
                </a:lnTo>
                <a:lnTo>
                  <a:pt x="141897" y="1065265"/>
                </a:lnTo>
                <a:lnTo>
                  <a:pt x="142069" y="1065265"/>
                </a:lnTo>
                <a:lnTo>
                  <a:pt x="142242" y="1065265"/>
                </a:lnTo>
                <a:lnTo>
                  <a:pt x="142415" y="1065265"/>
                </a:lnTo>
                <a:lnTo>
                  <a:pt x="142588" y="1065265"/>
                </a:lnTo>
                <a:lnTo>
                  <a:pt x="142760" y="1065265"/>
                </a:lnTo>
                <a:lnTo>
                  <a:pt x="142933" y="1065265"/>
                </a:lnTo>
                <a:lnTo>
                  <a:pt x="143107" y="1065265"/>
                </a:lnTo>
                <a:lnTo>
                  <a:pt x="143279" y="1065265"/>
                </a:lnTo>
                <a:lnTo>
                  <a:pt x="143452" y="1065265"/>
                </a:lnTo>
                <a:lnTo>
                  <a:pt x="143624" y="1065265"/>
                </a:lnTo>
                <a:lnTo>
                  <a:pt x="143798" y="1065265"/>
                </a:lnTo>
                <a:lnTo>
                  <a:pt x="143970" y="1065265"/>
                </a:lnTo>
                <a:lnTo>
                  <a:pt x="144143" y="1065265"/>
                </a:lnTo>
                <a:lnTo>
                  <a:pt x="144316" y="1065265"/>
                </a:lnTo>
                <a:lnTo>
                  <a:pt x="144489" y="1065265"/>
                </a:lnTo>
                <a:lnTo>
                  <a:pt x="144662" y="1065265"/>
                </a:lnTo>
                <a:lnTo>
                  <a:pt x="144834" y="1065265"/>
                </a:lnTo>
                <a:lnTo>
                  <a:pt x="145008" y="1065265"/>
                </a:lnTo>
                <a:lnTo>
                  <a:pt x="145180" y="1065265"/>
                </a:lnTo>
                <a:lnTo>
                  <a:pt x="145353" y="1065265"/>
                </a:lnTo>
                <a:lnTo>
                  <a:pt x="145525" y="1065265"/>
                </a:lnTo>
                <a:lnTo>
                  <a:pt x="145699" y="1065265"/>
                </a:lnTo>
                <a:lnTo>
                  <a:pt x="145872" y="1065265"/>
                </a:lnTo>
                <a:lnTo>
                  <a:pt x="146044" y="1065265"/>
                </a:lnTo>
                <a:lnTo>
                  <a:pt x="146218" y="1065265"/>
                </a:lnTo>
                <a:lnTo>
                  <a:pt x="146390" y="1065265"/>
                </a:lnTo>
                <a:lnTo>
                  <a:pt x="146563" y="1065265"/>
                </a:lnTo>
                <a:lnTo>
                  <a:pt x="146735" y="1065265"/>
                </a:lnTo>
                <a:lnTo>
                  <a:pt x="146909" y="1065265"/>
                </a:lnTo>
                <a:lnTo>
                  <a:pt x="147081" y="1065265"/>
                </a:lnTo>
                <a:lnTo>
                  <a:pt x="147254" y="1065265"/>
                </a:lnTo>
                <a:lnTo>
                  <a:pt x="147427" y="1065265"/>
                </a:lnTo>
                <a:lnTo>
                  <a:pt x="147600" y="1065265"/>
                </a:lnTo>
                <a:lnTo>
                  <a:pt x="147773" y="1065265"/>
                </a:lnTo>
                <a:lnTo>
                  <a:pt x="147945" y="1065265"/>
                </a:lnTo>
                <a:lnTo>
                  <a:pt x="148119" y="1065265"/>
                </a:lnTo>
                <a:lnTo>
                  <a:pt x="148291" y="1065265"/>
                </a:lnTo>
                <a:lnTo>
                  <a:pt x="148464" y="1065265"/>
                </a:lnTo>
                <a:lnTo>
                  <a:pt x="148637" y="1065265"/>
                </a:lnTo>
                <a:lnTo>
                  <a:pt x="148810" y="1065265"/>
                </a:lnTo>
                <a:lnTo>
                  <a:pt x="148983" y="1065265"/>
                </a:lnTo>
                <a:lnTo>
                  <a:pt x="149155" y="1065265"/>
                </a:lnTo>
                <a:lnTo>
                  <a:pt x="149328" y="1065265"/>
                </a:lnTo>
                <a:lnTo>
                  <a:pt x="149501" y="1065265"/>
                </a:lnTo>
                <a:lnTo>
                  <a:pt x="149674" y="1065265"/>
                </a:lnTo>
                <a:lnTo>
                  <a:pt x="149846" y="1065265"/>
                </a:lnTo>
                <a:lnTo>
                  <a:pt x="150020" y="1065265"/>
                </a:lnTo>
                <a:lnTo>
                  <a:pt x="150193" y="1065265"/>
                </a:lnTo>
                <a:lnTo>
                  <a:pt x="150365" y="1065265"/>
                </a:lnTo>
                <a:lnTo>
                  <a:pt x="150538" y="1065265"/>
                </a:lnTo>
                <a:lnTo>
                  <a:pt x="150711" y="1065265"/>
                </a:lnTo>
                <a:lnTo>
                  <a:pt x="150884" y="1065265"/>
                </a:lnTo>
                <a:lnTo>
                  <a:pt x="151056" y="1065265"/>
                </a:lnTo>
                <a:lnTo>
                  <a:pt x="151229" y="1065265"/>
                </a:lnTo>
                <a:lnTo>
                  <a:pt x="151402" y="1065265"/>
                </a:lnTo>
                <a:lnTo>
                  <a:pt x="151575" y="1065265"/>
                </a:lnTo>
                <a:lnTo>
                  <a:pt x="151748" y="1065265"/>
                </a:lnTo>
                <a:lnTo>
                  <a:pt x="151921" y="1065265"/>
                </a:lnTo>
                <a:lnTo>
                  <a:pt x="152094" y="1065265"/>
                </a:lnTo>
                <a:lnTo>
                  <a:pt x="152266" y="1065265"/>
                </a:lnTo>
                <a:lnTo>
                  <a:pt x="152439" y="1065265"/>
                </a:lnTo>
                <a:lnTo>
                  <a:pt x="152612" y="1065265"/>
                </a:lnTo>
                <a:lnTo>
                  <a:pt x="152785" y="1065265"/>
                </a:lnTo>
                <a:lnTo>
                  <a:pt x="152958" y="1065265"/>
                </a:lnTo>
                <a:lnTo>
                  <a:pt x="153130" y="1065265"/>
                </a:lnTo>
                <a:lnTo>
                  <a:pt x="153304" y="1065265"/>
                </a:lnTo>
                <a:lnTo>
                  <a:pt x="153476" y="1065265"/>
                </a:lnTo>
                <a:lnTo>
                  <a:pt x="153649" y="1065265"/>
                </a:lnTo>
                <a:lnTo>
                  <a:pt x="153822" y="1065265"/>
                </a:lnTo>
                <a:lnTo>
                  <a:pt x="153995" y="1065265"/>
                </a:lnTo>
                <a:lnTo>
                  <a:pt x="154167" y="1065265"/>
                </a:lnTo>
                <a:lnTo>
                  <a:pt x="154340" y="1065265"/>
                </a:lnTo>
                <a:lnTo>
                  <a:pt x="154514" y="1065265"/>
                </a:lnTo>
                <a:lnTo>
                  <a:pt x="154686" y="1065265"/>
                </a:lnTo>
                <a:lnTo>
                  <a:pt x="154859" y="1065256"/>
                </a:lnTo>
                <a:lnTo>
                  <a:pt x="155031" y="1065256"/>
                </a:lnTo>
                <a:lnTo>
                  <a:pt x="155205" y="1065256"/>
                </a:lnTo>
                <a:lnTo>
                  <a:pt x="155377" y="1065256"/>
                </a:lnTo>
                <a:lnTo>
                  <a:pt x="155550" y="1065256"/>
                </a:lnTo>
                <a:lnTo>
                  <a:pt x="155723" y="1065256"/>
                </a:lnTo>
                <a:lnTo>
                  <a:pt x="155896" y="1065256"/>
                </a:lnTo>
                <a:lnTo>
                  <a:pt x="156069" y="1065256"/>
                </a:lnTo>
                <a:lnTo>
                  <a:pt x="156241" y="1065256"/>
                </a:lnTo>
                <a:lnTo>
                  <a:pt x="156415" y="1065256"/>
                </a:lnTo>
                <a:lnTo>
                  <a:pt x="156587" y="1065256"/>
                </a:lnTo>
                <a:lnTo>
                  <a:pt x="156760" y="1065256"/>
                </a:lnTo>
                <a:lnTo>
                  <a:pt x="156933" y="1065256"/>
                </a:lnTo>
                <a:lnTo>
                  <a:pt x="157106" y="1065256"/>
                </a:lnTo>
                <a:lnTo>
                  <a:pt x="157279" y="1065256"/>
                </a:lnTo>
                <a:lnTo>
                  <a:pt x="157451" y="1065256"/>
                </a:lnTo>
                <a:lnTo>
                  <a:pt x="157625" y="1065256"/>
                </a:lnTo>
                <a:lnTo>
                  <a:pt x="157797" y="1065256"/>
                </a:lnTo>
                <a:lnTo>
                  <a:pt x="157970" y="1065256"/>
                </a:lnTo>
                <a:lnTo>
                  <a:pt x="158142" y="1065256"/>
                </a:lnTo>
                <a:lnTo>
                  <a:pt x="158316" y="1065256"/>
                </a:lnTo>
                <a:lnTo>
                  <a:pt x="158488" y="1065256"/>
                </a:lnTo>
                <a:lnTo>
                  <a:pt x="158661" y="1065256"/>
                </a:lnTo>
                <a:lnTo>
                  <a:pt x="158834" y="1065256"/>
                </a:lnTo>
                <a:lnTo>
                  <a:pt x="159007" y="1065256"/>
                </a:lnTo>
                <a:lnTo>
                  <a:pt x="159180" y="1065256"/>
                </a:lnTo>
                <a:lnTo>
                  <a:pt x="159352" y="1065256"/>
                </a:lnTo>
                <a:lnTo>
                  <a:pt x="159526" y="1065256"/>
                </a:lnTo>
                <a:lnTo>
                  <a:pt x="159698" y="1065256"/>
                </a:lnTo>
                <a:lnTo>
                  <a:pt x="159871" y="1065256"/>
                </a:lnTo>
                <a:lnTo>
                  <a:pt x="160044" y="1065256"/>
                </a:lnTo>
                <a:lnTo>
                  <a:pt x="160217" y="1065256"/>
                </a:lnTo>
                <a:lnTo>
                  <a:pt x="160390" y="1065256"/>
                </a:lnTo>
                <a:lnTo>
                  <a:pt x="160562" y="1065256"/>
                </a:lnTo>
                <a:lnTo>
                  <a:pt x="160735" y="1065256"/>
                </a:lnTo>
                <a:lnTo>
                  <a:pt x="160908" y="1065256"/>
                </a:lnTo>
                <a:lnTo>
                  <a:pt x="161081" y="1065256"/>
                </a:lnTo>
                <a:lnTo>
                  <a:pt x="161254" y="1065256"/>
                </a:lnTo>
                <a:lnTo>
                  <a:pt x="161427" y="1065256"/>
                </a:lnTo>
                <a:lnTo>
                  <a:pt x="161600" y="1065256"/>
                </a:lnTo>
                <a:lnTo>
                  <a:pt x="161772" y="1065256"/>
                </a:lnTo>
                <a:lnTo>
                  <a:pt x="161945" y="1065256"/>
                </a:lnTo>
                <a:lnTo>
                  <a:pt x="162118" y="1065256"/>
                </a:lnTo>
                <a:lnTo>
                  <a:pt x="162291" y="1065247"/>
                </a:lnTo>
                <a:lnTo>
                  <a:pt x="162463" y="1065247"/>
                </a:lnTo>
                <a:lnTo>
                  <a:pt x="162636" y="1065247"/>
                </a:lnTo>
                <a:lnTo>
                  <a:pt x="162810" y="1065247"/>
                </a:lnTo>
                <a:lnTo>
                  <a:pt x="162982" y="1065247"/>
                </a:lnTo>
                <a:lnTo>
                  <a:pt x="163155" y="1065247"/>
                </a:lnTo>
                <a:lnTo>
                  <a:pt x="163328" y="1065247"/>
                </a:lnTo>
                <a:lnTo>
                  <a:pt x="163501" y="1065247"/>
                </a:lnTo>
                <a:lnTo>
                  <a:pt x="163673" y="1065247"/>
                </a:lnTo>
                <a:lnTo>
                  <a:pt x="163846" y="1065247"/>
                </a:lnTo>
                <a:lnTo>
                  <a:pt x="164019" y="1065247"/>
                </a:lnTo>
                <a:lnTo>
                  <a:pt x="164192" y="1065247"/>
                </a:lnTo>
                <a:lnTo>
                  <a:pt x="164365" y="1065247"/>
                </a:lnTo>
                <a:lnTo>
                  <a:pt x="164537" y="1065247"/>
                </a:lnTo>
                <a:lnTo>
                  <a:pt x="164711" y="1065247"/>
                </a:lnTo>
                <a:lnTo>
                  <a:pt x="164883" y="1065247"/>
                </a:lnTo>
                <a:lnTo>
                  <a:pt x="165056" y="1065247"/>
                </a:lnTo>
                <a:lnTo>
                  <a:pt x="165229" y="1065247"/>
                </a:lnTo>
                <a:lnTo>
                  <a:pt x="165402" y="1065247"/>
                </a:lnTo>
                <a:lnTo>
                  <a:pt x="165575" y="1065247"/>
                </a:lnTo>
                <a:lnTo>
                  <a:pt x="165747" y="1065247"/>
                </a:lnTo>
                <a:lnTo>
                  <a:pt x="165921" y="1065247"/>
                </a:lnTo>
                <a:lnTo>
                  <a:pt x="166093" y="1065247"/>
                </a:lnTo>
                <a:lnTo>
                  <a:pt x="166266" y="1065247"/>
                </a:lnTo>
                <a:lnTo>
                  <a:pt x="166438" y="1065247"/>
                </a:lnTo>
                <a:lnTo>
                  <a:pt x="166612" y="1065247"/>
                </a:lnTo>
                <a:lnTo>
                  <a:pt x="166784" y="1065247"/>
                </a:lnTo>
                <a:lnTo>
                  <a:pt x="166957" y="1065247"/>
                </a:lnTo>
                <a:lnTo>
                  <a:pt x="167131" y="1065247"/>
                </a:lnTo>
                <a:lnTo>
                  <a:pt x="167303" y="1065247"/>
                </a:lnTo>
                <a:lnTo>
                  <a:pt x="167476" y="1065247"/>
                </a:lnTo>
                <a:lnTo>
                  <a:pt x="167648" y="1065238"/>
                </a:lnTo>
                <a:lnTo>
                  <a:pt x="167822" y="1065238"/>
                </a:lnTo>
                <a:lnTo>
                  <a:pt x="167994" y="1065238"/>
                </a:lnTo>
                <a:lnTo>
                  <a:pt x="168167" y="1065238"/>
                </a:lnTo>
                <a:lnTo>
                  <a:pt x="168340" y="1065238"/>
                </a:lnTo>
                <a:lnTo>
                  <a:pt x="168513" y="1065238"/>
                </a:lnTo>
                <a:lnTo>
                  <a:pt x="168686" y="1065238"/>
                </a:lnTo>
                <a:lnTo>
                  <a:pt x="168858" y="1065238"/>
                </a:lnTo>
                <a:lnTo>
                  <a:pt x="169032" y="1065238"/>
                </a:lnTo>
                <a:lnTo>
                  <a:pt x="169204" y="1065238"/>
                </a:lnTo>
                <a:lnTo>
                  <a:pt x="169377" y="1065238"/>
                </a:lnTo>
                <a:lnTo>
                  <a:pt x="169549" y="1065238"/>
                </a:lnTo>
                <a:lnTo>
                  <a:pt x="169723" y="1065238"/>
                </a:lnTo>
                <a:lnTo>
                  <a:pt x="169896" y="1065238"/>
                </a:lnTo>
                <a:lnTo>
                  <a:pt x="170068" y="1065238"/>
                </a:lnTo>
                <a:lnTo>
                  <a:pt x="170241" y="1065238"/>
                </a:lnTo>
                <a:lnTo>
                  <a:pt x="170414" y="1065238"/>
                </a:lnTo>
                <a:lnTo>
                  <a:pt x="170587" y="1065238"/>
                </a:lnTo>
                <a:lnTo>
                  <a:pt x="170759" y="1065238"/>
                </a:lnTo>
                <a:lnTo>
                  <a:pt x="170933" y="1065238"/>
                </a:lnTo>
                <a:lnTo>
                  <a:pt x="171105" y="1065238"/>
                </a:lnTo>
                <a:lnTo>
                  <a:pt x="171278" y="1065238"/>
                </a:lnTo>
                <a:lnTo>
                  <a:pt x="171451" y="1065238"/>
                </a:lnTo>
                <a:lnTo>
                  <a:pt x="171624" y="1065238"/>
                </a:lnTo>
                <a:lnTo>
                  <a:pt x="171797" y="1065229"/>
                </a:lnTo>
                <a:lnTo>
                  <a:pt x="171969" y="1065229"/>
                </a:lnTo>
                <a:lnTo>
                  <a:pt x="172142" y="1065229"/>
                </a:lnTo>
                <a:lnTo>
                  <a:pt x="172315" y="1065229"/>
                </a:lnTo>
                <a:lnTo>
                  <a:pt x="172488" y="1065229"/>
                </a:lnTo>
                <a:lnTo>
                  <a:pt x="172661" y="1065229"/>
                </a:lnTo>
                <a:lnTo>
                  <a:pt x="172834" y="1065229"/>
                </a:lnTo>
                <a:lnTo>
                  <a:pt x="173007" y="1065229"/>
                </a:lnTo>
                <a:lnTo>
                  <a:pt x="173179" y="1065229"/>
                </a:lnTo>
                <a:lnTo>
                  <a:pt x="173352" y="1065229"/>
                </a:lnTo>
                <a:lnTo>
                  <a:pt x="173525" y="1065229"/>
                </a:lnTo>
                <a:lnTo>
                  <a:pt x="173698" y="1065229"/>
                </a:lnTo>
                <a:lnTo>
                  <a:pt x="173870" y="1065229"/>
                </a:lnTo>
                <a:lnTo>
                  <a:pt x="174043" y="1065229"/>
                </a:lnTo>
                <a:lnTo>
                  <a:pt x="174217" y="1065229"/>
                </a:lnTo>
                <a:lnTo>
                  <a:pt x="174389" y="1065229"/>
                </a:lnTo>
                <a:lnTo>
                  <a:pt x="174562" y="1065229"/>
                </a:lnTo>
                <a:lnTo>
                  <a:pt x="174735" y="1065229"/>
                </a:lnTo>
                <a:lnTo>
                  <a:pt x="174908" y="1065229"/>
                </a:lnTo>
                <a:lnTo>
                  <a:pt x="175080" y="1065229"/>
                </a:lnTo>
                <a:lnTo>
                  <a:pt x="175253" y="1065220"/>
                </a:lnTo>
                <a:lnTo>
                  <a:pt x="175426" y="1065220"/>
                </a:lnTo>
                <a:lnTo>
                  <a:pt x="175599" y="1065220"/>
                </a:lnTo>
                <a:lnTo>
                  <a:pt x="175772" y="1065220"/>
                </a:lnTo>
                <a:lnTo>
                  <a:pt x="175944" y="1065220"/>
                </a:lnTo>
                <a:lnTo>
                  <a:pt x="176118" y="1065220"/>
                </a:lnTo>
                <a:lnTo>
                  <a:pt x="176290" y="1065220"/>
                </a:lnTo>
                <a:lnTo>
                  <a:pt x="176463" y="1065220"/>
                </a:lnTo>
                <a:lnTo>
                  <a:pt x="176636" y="1065220"/>
                </a:lnTo>
                <a:lnTo>
                  <a:pt x="176809" y="1065220"/>
                </a:lnTo>
                <a:lnTo>
                  <a:pt x="176982" y="1065220"/>
                </a:lnTo>
                <a:lnTo>
                  <a:pt x="177154" y="1065220"/>
                </a:lnTo>
                <a:lnTo>
                  <a:pt x="177328" y="1065220"/>
                </a:lnTo>
                <a:lnTo>
                  <a:pt x="177500" y="1065220"/>
                </a:lnTo>
                <a:lnTo>
                  <a:pt x="177673" y="1065220"/>
                </a:lnTo>
                <a:lnTo>
                  <a:pt x="177845" y="1065220"/>
                </a:lnTo>
                <a:lnTo>
                  <a:pt x="178019" y="1065220"/>
                </a:lnTo>
                <a:lnTo>
                  <a:pt x="178191" y="1065211"/>
                </a:lnTo>
                <a:lnTo>
                  <a:pt x="178364" y="1065211"/>
                </a:lnTo>
                <a:lnTo>
                  <a:pt x="178538" y="1065211"/>
                </a:lnTo>
                <a:lnTo>
                  <a:pt x="178710" y="1065211"/>
                </a:lnTo>
                <a:lnTo>
                  <a:pt x="178883" y="1065211"/>
                </a:lnTo>
                <a:lnTo>
                  <a:pt x="179055" y="1065211"/>
                </a:lnTo>
                <a:lnTo>
                  <a:pt x="179229" y="1065211"/>
                </a:lnTo>
                <a:lnTo>
                  <a:pt x="179401" y="1065211"/>
                </a:lnTo>
                <a:lnTo>
                  <a:pt x="179574" y="1065211"/>
                </a:lnTo>
                <a:lnTo>
                  <a:pt x="179747" y="1065211"/>
                </a:lnTo>
                <a:lnTo>
                  <a:pt x="179920" y="1065211"/>
                </a:lnTo>
                <a:lnTo>
                  <a:pt x="180093" y="1065211"/>
                </a:lnTo>
                <a:lnTo>
                  <a:pt x="180265" y="1065211"/>
                </a:lnTo>
                <a:lnTo>
                  <a:pt x="180439" y="1065211"/>
                </a:lnTo>
                <a:lnTo>
                  <a:pt x="180611" y="1065202"/>
                </a:lnTo>
                <a:lnTo>
                  <a:pt x="180784" y="1065202"/>
                </a:lnTo>
                <a:lnTo>
                  <a:pt x="180956" y="1065202"/>
                </a:lnTo>
                <a:lnTo>
                  <a:pt x="181130" y="1065202"/>
                </a:lnTo>
                <a:lnTo>
                  <a:pt x="181303" y="1065202"/>
                </a:lnTo>
                <a:lnTo>
                  <a:pt x="181475" y="1065202"/>
                </a:lnTo>
                <a:lnTo>
                  <a:pt x="181648" y="1065202"/>
                </a:lnTo>
                <a:lnTo>
                  <a:pt x="181821" y="1065202"/>
                </a:lnTo>
                <a:lnTo>
                  <a:pt x="181994" y="1065202"/>
                </a:lnTo>
                <a:lnTo>
                  <a:pt x="182166" y="1065202"/>
                </a:lnTo>
                <a:lnTo>
                  <a:pt x="182340" y="1065202"/>
                </a:lnTo>
                <a:lnTo>
                  <a:pt x="182512" y="1065202"/>
                </a:lnTo>
                <a:lnTo>
                  <a:pt x="182685" y="1065202"/>
                </a:lnTo>
                <a:lnTo>
                  <a:pt x="182858" y="1065193"/>
                </a:lnTo>
                <a:lnTo>
                  <a:pt x="183031" y="1065193"/>
                </a:lnTo>
                <a:lnTo>
                  <a:pt x="183204" y="1065193"/>
                </a:lnTo>
                <a:lnTo>
                  <a:pt x="183376" y="1065193"/>
                </a:lnTo>
                <a:lnTo>
                  <a:pt x="183549" y="1065193"/>
                </a:lnTo>
                <a:lnTo>
                  <a:pt x="183722" y="1065193"/>
                </a:lnTo>
                <a:lnTo>
                  <a:pt x="183895" y="1065193"/>
                </a:lnTo>
                <a:lnTo>
                  <a:pt x="184068" y="1065193"/>
                </a:lnTo>
                <a:lnTo>
                  <a:pt x="184241" y="1065193"/>
                </a:lnTo>
                <a:lnTo>
                  <a:pt x="184414" y="1065193"/>
                </a:lnTo>
                <a:lnTo>
                  <a:pt x="184586" y="1065193"/>
                </a:lnTo>
                <a:lnTo>
                  <a:pt x="184759" y="1065193"/>
                </a:lnTo>
                <a:lnTo>
                  <a:pt x="184932" y="1065184"/>
                </a:lnTo>
                <a:lnTo>
                  <a:pt x="185105" y="1065184"/>
                </a:lnTo>
                <a:lnTo>
                  <a:pt x="185277" y="1065184"/>
                </a:lnTo>
                <a:lnTo>
                  <a:pt x="185450" y="1065184"/>
                </a:lnTo>
                <a:lnTo>
                  <a:pt x="185624" y="1065184"/>
                </a:lnTo>
                <a:lnTo>
                  <a:pt x="185796" y="1065184"/>
                </a:lnTo>
                <a:lnTo>
                  <a:pt x="185969" y="1065184"/>
                </a:lnTo>
                <a:lnTo>
                  <a:pt x="186142" y="1065184"/>
                </a:lnTo>
                <a:lnTo>
                  <a:pt x="186315" y="1065184"/>
                </a:lnTo>
                <a:lnTo>
                  <a:pt x="186487" y="1065184"/>
                </a:lnTo>
                <a:lnTo>
                  <a:pt x="186660" y="1065184"/>
                </a:lnTo>
                <a:lnTo>
                  <a:pt x="186833" y="1065176"/>
                </a:lnTo>
                <a:lnTo>
                  <a:pt x="187006" y="1065176"/>
                </a:lnTo>
                <a:lnTo>
                  <a:pt x="187179" y="1065176"/>
                </a:lnTo>
                <a:lnTo>
                  <a:pt x="187351" y="1065176"/>
                </a:lnTo>
                <a:lnTo>
                  <a:pt x="187525" y="1065176"/>
                </a:lnTo>
                <a:lnTo>
                  <a:pt x="187697" y="1065176"/>
                </a:lnTo>
                <a:lnTo>
                  <a:pt x="187870" y="1065176"/>
                </a:lnTo>
                <a:lnTo>
                  <a:pt x="188043" y="1065176"/>
                </a:lnTo>
                <a:lnTo>
                  <a:pt x="188216" y="1065176"/>
                </a:lnTo>
                <a:lnTo>
                  <a:pt x="188389" y="1065176"/>
                </a:lnTo>
                <a:lnTo>
                  <a:pt x="188561" y="1065167"/>
                </a:lnTo>
                <a:lnTo>
                  <a:pt x="188735" y="1065167"/>
                </a:lnTo>
                <a:lnTo>
                  <a:pt x="188907" y="1065167"/>
                </a:lnTo>
                <a:lnTo>
                  <a:pt x="189080" y="1065167"/>
                </a:lnTo>
                <a:lnTo>
                  <a:pt x="189252" y="1065167"/>
                </a:lnTo>
                <a:lnTo>
                  <a:pt x="189426" y="1065167"/>
                </a:lnTo>
                <a:lnTo>
                  <a:pt x="189599" y="1065167"/>
                </a:lnTo>
                <a:lnTo>
                  <a:pt x="189771" y="1065167"/>
                </a:lnTo>
                <a:lnTo>
                  <a:pt x="189945" y="1065167"/>
                </a:lnTo>
                <a:lnTo>
                  <a:pt x="190117" y="1065158"/>
                </a:lnTo>
                <a:lnTo>
                  <a:pt x="190290" y="1065158"/>
                </a:lnTo>
                <a:lnTo>
                  <a:pt x="190462" y="1065158"/>
                </a:lnTo>
                <a:lnTo>
                  <a:pt x="190636" y="1065158"/>
                </a:lnTo>
                <a:lnTo>
                  <a:pt x="190808" y="1065158"/>
                </a:lnTo>
                <a:lnTo>
                  <a:pt x="190981" y="1065158"/>
                </a:lnTo>
                <a:lnTo>
                  <a:pt x="191154" y="1065158"/>
                </a:lnTo>
                <a:lnTo>
                  <a:pt x="191327" y="1065158"/>
                </a:lnTo>
                <a:lnTo>
                  <a:pt x="191500" y="1065149"/>
                </a:lnTo>
                <a:lnTo>
                  <a:pt x="191672" y="1065149"/>
                </a:lnTo>
                <a:lnTo>
                  <a:pt x="191846" y="1065149"/>
                </a:lnTo>
                <a:lnTo>
                  <a:pt x="192018" y="1065149"/>
                </a:lnTo>
                <a:lnTo>
                  <a:pt x="192191" y="1065149"/>
                </a:lnTo>
                <a:lnTo>
                  <a:pt x="192364" y="1065149"/>
                </a:lnTo>
                <a:lnTo>
                  <a:pt x="192537" y="1065149"/>
                </a:lnTo>
                <a:lnTo>
                  <a:pt x="192710" y="1065149"/>
                </a:lnTo>
                <a:lnTo>
                  <a:pt x="192882" y="1065140"/>
                </a:lnTo>
                <a:lnTo>
                  <a:pt x="193055" y="1065140"/>
                </a:lnTo>
                <a:lnTo>
                  <a:pt x="193228" y="1065140"/>
                </a:lnTo>
                <a:lnTo>
                  <a:pt x="193401" y="1065140"/>
                </a:lnTo>
                <a:lnTo>
                  <a:pt x="193573" y="1065140"/>
                </a:lnTo>
                <a:lnTo>
                  <a:pt x="193747" y="1065140"/>
                </a:lnTo>
                <a:lnTo>
                  <a:pt x="193920" y="1065140"/>
                </a:lnTo>
                <a:lnTo>
                  <a:pt x="194092" y="1065140"/>
                </a:lnTo>
                <a:lnTo>
                  <a:pt x="194265" y="1065131"/>
                </a:lnTo>
                <a:lnTo>
                  <a:pt x="194438" y="1065131"/>
                </a:lnTo>
                <a:lnTo>
                  <a:pt x="194611" y="1065131"/>
                </a:lnTo>
                <a:lnTo>
                  <a:pt x="194783" y="1065131"/>
                </a:lnTo>
                <a:lnTo>
                  <a:pt x="194956" y="1065131"/>
                </a:lnTo>
                <a:lnTo>
                  <a:pt x="195129" y="1065131"/>
                </a:lnTo>
                <a:lnTo>
                  <a:pt x="195302" y="1065131"/>
                </a:lnTo>
                <a:lnTo>
                  <a:pt x="195475" y="1065122"/>
                </a:lnTo>
                <a:lnTo>
                  <a:pt x="195648" y="1065122"/>
                </a:lnTo>
                <a:lnTo>
                  <a:pt x="195821" y="1065122"/>
                </a:lnTo>
                <a:lnTo>
                  <a:pt x="195993" y="1065122"/>
                </a:lnTo>
                <a:lnTo>
                  <a:pt x="196166" y="1065122"/>
                </a:lnTo>
                <a:lnTo>
                  <a:pt x="196339" y="1065122"/>
                </a:lnTo>
                <a:lnTo>
                  <a:pt x="196512" y="1065113"/>
                </a:lnTo>
                <a:lnTo>
                  <a:pt x="196685" y="1065113"/>
                </a:lnTo>
                <a:lnTo>
                  <a:pt x="196857" y="1065113"/>
                </a:lnTo>
                <a:lnTo>
                  <a:pt x="197031" y="1065113"/>
                </a:lnTo>
                <a:lnTo>
                  <a:pt x="197203" y="1065113"/>
                </a:lnTo>
                <a:lnTo>
                  <a:pt x="197376" y="1065113"/>
                </a:lnTo>
                <a:lnTo>
                  <a:pt x="197549" y="1065113"/>
                </a:lnTo>
                <a:lnTo>
                  <a:pt x="197722" y="1065104"/>
                </a:lnTo>
                <a:lnTo>
                  <a:pt x="197894" y="1065104"/>
                </a:lnTo>
                <a:lnTo>
                  <a:pt x="198067" y="1065104"/>
                </a:lnTo>
                <a:lnTo>
                  <a:pt x="198241" y="1065104"/>
                </a:lnTo>
                <a:lnTo>
                  <a:pt x="198413" y="1065104"/>
                </a:lnTo>
                <a:lnTo>
                  <a:pt x="198586" y="1065104"/>
                </a:lnTo>
                <a:lnTo>
                  <a:pt x="198758" y="1065096"/>
                </a:lnTo>
                <a:lnTo>
                  <a:pt x="198932" y="1065096"/>
                </a:lnTo>
                <a:lnTo>
                  <a:pt x="199104" y="1065096"/>
                </a:lnTo>
                <a:lnTo>
                  <a:pt x="199277" y="1065096"/>
                </a:lnTo>
                <a:lnTo>
                  <a:pt x="199450" y="1065096"/>
                </a:lnTo>
                <a:lnTo>
                  <a:pt x="199623" y="1065096"/>
                </a:lnTo>
                <a:lnTo>
                  <a:pt x="199796" y="1065087"/>
                </a:lnTo>
                <a:lnTo>
                  <a:pt x="199968" y="1065087"/>
                </a:lnTo>
                <a:lnTo>
                  <a:pt x="200142" y="1065087"/>
                </a:lnTo>
                <a:lnTo>
                  <a:pt x="200314" y="1065087"/>
                </a:lnTo>
                <a:lnTo>
                  <a:pt x="200487" y="1065087"/>
                </a:lnTo>
                <a:lnTo>
                  <a:pt x="200659" y="1065078"/>
                </a:lnTo>
                <a:lnTo>
                  <a:pt x="200833" y="1065078"/>
                </a:lnTo>
                <a:lnTo>
                  <a:pt x="201006" y="1065078"/>
                </a:lnTo>
                <a:lnTo>
                  <a:pt x="201178" y="1065078"/>
                </a:lnTo>
                <a:lnTo>
                  <a:pt x="201352" y="1065078"/>
                </a:lnTo>
                <a:lnTo>
                  <a:pt x="201524" y="1065069"/>
                </a:lnTo>
                <a:lnTo>
                  <a:pt x="201697" y="1065069"/>
                </a:lnTo>
                <a:lnTo>
                  <a:pt x="201869" y="1065069"/>
                </a:lnTo>
                <a:lnTo>
                  <a:pt x="202043" y="1065069"/>
                </a:lnTo>
                <a:lnTo>
                  <a:pt x="202215" y="1065069"/>
                </a:lnTo>
                <a:lnTo>
                  <a:pt x="202388" y="1065060"/>
                </a:lnTo>
                <a:lnTo>
                  <a:pt x="202561" y="1065060"/>
                </a:lnTo>
                <a:lnTo>
                  <a:pt x="202734" y="1065060"/>
                </a:lnTo>
                <a:lnTo>
                  <a:pt x="202907" y="1065060"/>
                </a:lnTo>
                <a:lnTo>
                  <a:pt x="203079" y="1065060"/>
                </a:lnTo>
                <a:lnTo>
                  <a:pt x="203253" y="1065051"/>
                </a:lnTo>
                <a:lnTo>
                  <a:pt x="203425" y="1065051"/>
                </a:lnTo>
                <a:lnTo>
                  <a:pt x="203598" y="1065051"/>
                </a:lnTo>
                <a:lnTo>
                  <a:pt x="203771" y="1065051"/>
                </a:lnTo>
                <a:lnTo>
                  <a:pt x="203944" y="1065051"/>
                </a:lnTo>
                <a:lnTo>
                  <a:pt x="204117" y="1065042"/>
                </a:lnTo>
                <a:lnTo>
                  <a:pt x="204289" y="1065042"/>
                </a:lnTo>
                <a:lnTo>
                  <a:pt x="204462" y="1065042"/>
                </a:lnTo>
                <a:lnTo>
                  <a:pt x="204635" y="1065042"/>
                </a:lnTo>
                <a:lnTo>
                  <a:pt x="204808" y="1065042"/>
                </a:lnTo>
                <a:lnTo>
                  <a:pt x="204980" y="1065033"/>
                </a:lnTo>
                <a:lnTo>
                  <a:pt x="205154" y="1065033"/>
                </a:lnTo>
                <a:lnTo>
                  <a:pt x="205327" y="1065033"/>
                </a:lnTo>
                <a:lnTo>
                  <a:pt x="205499" y="1065033"/>
                </a:lnTo>
                <a:lnTo>
                  <a:pt x="205672" y="1065024"/>
                </a:lnTo>
                <a:lnTo>
                  <a:pt x="205845" y="1065024"/>
                </a:lnTo>
                <a:lnTo>
                  <a:pt x="206018" y="1065024"/>
                </a:lnTo>
                <a:lnTo>
                  <a:pt x="206190" y="1065024"/>
                </a:lnTo>
                <a:lnTo>
                  <a:pt x="206363" y="1065015"/>
                </a:lnTo>
                <a:lnTo>
                  <a:pt x="206536" y="1065015"/>
                </a:lnTo>
                <a:lnTo>
                  <a:pt x="206709" y="1065015"/>
                </a:lnTo>
                <a:lnTo>
                  <a:pt x="206882" y="1065015"/>
                </a:lnTo>
                <a:lnTo>
                  <a:pt x="207055" y="1065007"/>
                </a:lnTo>
                <a:lnTo>
                  <a:pt x="207228" y="1065007"/>
                </a:lnTo>
                <a:lnTo>
                  <a:pt x="207400" y="1065007"/>
                </a:lnTo>
                <a:lnTo>
                  <a:pt x="207573" y="1065007"/>
                </a:lnTo>
                <a:lnTo>
                  <a:pt x="207746" y="1064998"/>
                </a:lnTo>
                <a:lnTo>
                  <a:pt x="207919" y="1064998"/>
                </a:lnTo>
                <a:lnTo>
                  <a:pt x="208092" y="1064998"/>
                </a:lnTo>
                <a:lnTo>
                  <a:pt x="208264" y="1064998"/>
                </a:lnTo>
                <a:lnTo>
                  <a:pt x="208438" y="1064989"/>
                </a:lnTo>
                <a:lnTo>
                  <a:pt x="208610" y="1064989"/>
                </a:lnTo>
                <a:lnTo>
                  <a:pt x="208783" y="1064989"/>
                </a:lnTo>
                <a:lnTo>
                  <a:pt x="208956" y="1064989"/>
                </a:lnTo>
                <a:lnTo>
                  <a:pt x="209129" y="1064980"/>
                </a:lnTo>
                <a:lnTo>
                  <a:pt x="209301" y="1064980"/>
                </a:lnTo>
                <a:lnTo>
                  <a:pt x="209474" y="1064980"/>
                </a:lnTo>
                <a:lnTo>
                  <a:pt x="209648" y="1064980"/>
                </a:lnTo>
                <a:lnTo>
                  <a:pt x="209820" y="1064971"/>
                </a:lnTo>
                <a:lnTo>
                  <a:pt x="209993" y="1064971"/>
                </a:lnTo>
                <a:lnTo>
                  <a:pt x="210165" y="1064971"/>
                </a:lnTo>
                <a:lnTo>
                  <a:pt x="210339" y="1064962"/>
                </a:lnTo>
                <a:lnTo>
                  <a:pt x="210511" y="1064962"/>
                </a:lnTo>
                <a:lnTo>
                  <a:pt x="210684" y="1064962"/>
                </a:lnTo>
                <a:lnTo>
                  <a:pt x="210857" y="1064962"/>
                </a:lnTo>
                <a:lnTo>
                  <a:pt x="211030" y="1064953"/>
                </a:lnTo>
                <a:lnTo>
                  <a:pt x="211203" y="1064953"/>
                </a:lnTo>
                <a:lnTo>
                  <a:pt x="211375" y="1064953"/>
                </a:lnTo>
                <a:lnTo>
                  <a:pt x="211549" y="1064944"/>
                </a:lnTo>
                <a:lnTo>
                  <a:pt x="211721" y="1064944"/>
                </a:lnTo>
                <a:lnTo>
                  <a:pt x="211894" y="1064944"/>
                </a:lnTo>
                <a:lnTo>
                  <a:pt x="212066" y="1064944"/>
                </a:lnTo>
                <a:lnTo>
                  <a:pt x="212240" y="1064935"/>
                </a:lnTo>
                <a:lnTo>
                  <a:pt x="212413" y="1064935"/>
                </a:lnTo>
                <a:lnTo>
                  <a:pt x="212585" y="1064935"/>
                </a:lnTo>
                <a:lnTo>
                  <a:pt x="212759" y="1064927"/>
                </a:lnTo>
                <a:lnTo>
                  <a:pt x="212931" y="1064927"/>
                </a:lnTo>
                <a:lnTo>
                  <a:pt x="213104" y="1064927"/>
                </a:lnTo>
                <a:lnTo>
                  <a:pt x="213276" y="1064918"/>
                </a:lnTo>
                <a:lnTo>
                  <a:pt x="213450" y="1064918"/>
                </a:lnTo>
                <a:lnTo>
                  <a:pt x="213622" y="1064918"/>
                </a:lnTo>
                <a:lnTo>
                  <a:pt x="213795" y="1064909"/>
                </a:lnTo>
                <a:lnTo>
                  <a:pt x="213968" y="1064909"/>
                </a:lnTo>
                <a:lnTo>
                  <a:pt x="214141" y="1064909"/>
                </a:lnTo>
                <a:lnTo>
                  <a:pt x="214314" y="1064900"/>
                </a:lnTo>
                <a:lnTo>
                  <a:pt x="214486" y="1064900"/>
                </a:lnTo>
                <a:lnTo>
                  <a:pt x="214660" y="1064900"/>
                </a:lnTo>
                <a:lnTo>
                  <a:pt x="214832" y="1064891"/>
                </a:lnTo>
                <a:lnTo>
                  <a:pt x="215005" y="1064891"/>
                </a:lnTo>
                <a:lnTo>
                  <a:pt x="215178" y="1064891"/>
                </a:lnTo>
                <a:lnTo>
                  <a:pt x="215351" y="1064882"/>
                </a:lnTo>
                <a:lnTo>
                  <a:pt x="215524" y="1064882"/>
                </a:lnTo>
                <a:lnTo>
                  <a:pt x="215696" y="1064882"/>
                </a:lnTo>
                <a:lnTo>
                  <a:pt x="215869" y="1064873"/>
                </a:lnTo>
                <a:lnTo>
                  <a:pt x="216042" y="1064873"/>
                </a:lnTo>
                <a:lnTo>
                  <a:pt x="216215" y="1064873"/>
                </a:lnTo>
                <a:lnTo>
                  <a:pt x="216388" y="1064864"/>
                </a:lnTo>
                <a:lnTo>
                  <a:pt x="216561" y="1064864"/>
                </a:lnTo>
                <a:lnTo>
                  <a:pt x="216734" y="1064855"/>
                </a:lnTo>
                <a:lnTo>
                  <a:pt x="216906" y="1064855"/>
                </a:lnTo>
                <a:lnTo>
                  <a:pt x="217079" y="1064855"/>
                </a:lnTo>
                <a:lnTo>
                  <a:pt x="217252" y="1064846"/>
                </a:lnTo>
                <a:lnTo>
                  <a:pt x="217425" y="1064846"/>
                </a:lnTo>
                <a:lnTo>
                  <a:pt x="217597" y="1064846"/>
                </a:lnTo>
                <a:lnTo>
                  <a:pt x="217770" y="1064837"/>
                </a:lnTo>
                <a:lnTo>
                  <a:pt x="217943" y="1064837"/>
                </a:lnTo>
                <a:lnTo>
                  <a:pt x="218116" y="1064829"/>
                </a:lnTo>
                <a:lnTo>
                  <a:pt x="218289" y="1064829"/>
                </a:lnTo>
                <a:lnTo>
                  <a:pt x="218462" y="1064829"/>
                </a:lnTo>
                <a:lnTo>
                  <a:pt x="218635" y="1064820"/>
                </a:lnTo>
                <a:lnTo>
                  <a:pt x="218807" y="1064820"/>
                </a:lnTo>
                <a:lnTo>
                  <a:pt x="218980" y="1064811"/>
                </a:lnTo>
                <a:lnTo>
                  <a:pt x="219153" y="1064811"/>
                </a:lnTo>
                <a:lnTo>
                  <a:pt x="219326" y="1064811"/>
                </a:lnTo>
                <a:lnTo>
                  <a:pt x="219499" y="1064802"/>
                </a:lnTo>
                <a:lnTo>
                  <a:pt x="219671" y="1064802"/>
                </a:lnTo>
                <a:lnTo>
                  <a:pt x="219845" y="1064793"/>
                </a:lnTo>
                <a:lnTo>
                  <a:pt x="220017" y="1064793"/>
                </a:lnTo>
                <a:lnTo>
                  <a:pt x="220190" y="1064793"/>
                </a:lnTo>
                <a:lnTo>
                  <a:pt x="220363" y="1064784"/>
                </a:lnTo>
                <a:lnTo>
                  <a:pt x="220536" y="1064784"/>
                </a:lnTo>
                <a:lnTo>
                  <a:pt x="220709" y="1064775"/>
                </a:lnTo>
                <a:lnTo>
                  <a:pt x="220881" y="1064775"/>
                </a:lnTo>
                <a:lnTo>
                  <a:pt x="221055" y="1064766"/>
                </a:lnTo>
                <a:lnTo>
                  <a:pt x="221227" y="1064766"/>
                </a:lnTo>
                <a:lnTo>
                  <a:pt x="221400" y="1064766"/>
                </a:lnTo>
                <a:lnTo>
                  <a:pt x="221572" y="1064757"/>
                </a:lnTo>
                <a:lnTo>
                  <a:pt x="221746" y="1064757"/>
                </a:lnTo>
                <a:lnTo>
                  <a:pt x="221918" y="1064749"/>
                </a:lnTo>
                <a:lnTo>
                  <a:pt x="222091" y="1064749"/>
                </a:lnTo>
                <a:lnTo>
                  <a:pt x="222264" y="1064740"/>
                </a:lnTo>
                <a:lnTo>
                  <a:pt x="222437" y="1064740"/>
                </a:lnTo>
                <a:lnTo>
                  <a:pt x="222610" y="1064731"/>
                </a:lnTo>
                <a:lnTo>
                  <a:pt x="222782" y="1064731"/>
                </a:lnTo>
                <a:lnTo>
                  <a:pt x="222956" y="1064722"/>
                </a:lnTo>
                <a:lnTo>
                  <a:pt x="223128" y="1064722"/>
                </a:lnTo>
                <a:lnTo>
                  <a:pt x="223301" y="1064713"/>
                </a:lnTo>
                <a:lnTo>
                  <a:pt x="223473" y="1064713"/>
                </a:lnTo>
                <a:lnTo>
                  <a:pt x="223647" y="1064704"/>
                </a:lnTo>
                <a:lnTo>
                  <a:pt x="223820" y="1064704"/>
                </a:lnTo>
                <a:lnTo>
                  <a:pt x="223992" y="1064695"/>
                </a:lnTo>
                <a:lnTo>
                  <a:pt x="224166" y="1064695"/>
                </a:lnTo>
                <a:lnTo>
                  <a:pt x="224338" y="1064686"/>
                </a:lnTo>
                <a:lnTo>
                  <a:pt x="224511" y="1064686"/>
                </a:lnTo>
                <a:lnTo>
                  <a:pt x="224683" y="1064677"/>
                </a:lnTo>
                <a:lnTo>
                  <a:pt x="224857" y="1064677"/>
                </a:lnTo>
                <a:lnTo>
                  <a:pt x="225030" y="1064668"/>
                </a:lnTo>
                <a:lnTo>
                  <a:pt x="225202" y="1064668"/>
                </a:lnTo>
                <a:lnTo>
                  <a:pt x="225375" y="1064660"/>
                </a:lnTo>
                <a:lnTo>
                  <a:pt x="225548" y="1064660"/>
                </a:lnTo>
                <a:lnTo>
                  <a:pt x="225721" y="1064651"/>
                </a:lnTo>
                <a:lnTo>
                  <a:pt x="225893" y="1064651"/>
                </a:lnTo>
                <a:lnTo>
                  <a:pt x="226067" y="1064642"/>
                </a:lnTo>
                <a:lnTo>
                  <a:pt x="226239" y="1064642"/>
                </a:lnTo>
                <a:lnTo>
                  <a:pt x="226412" y="1064633"/>
                </a:lnTo>
                <a:lnTo>
                  <a:pt x="226585" y="1064633"/>
                </a:lnTo>
                <a:lnTo>
                  <a:pt x="226758" y="1064624"/>
                </a:lnTo>
                <a:lnTo>
                  <a:pt x="226931" y="1064624"/>
                </a:lnTo>
                <a:lnTo>
                  <a:pt x="227103" y="1064615"/>
                </a:lnTo>
                <a:lnTo>
                  <a:pt x="227276" y="1064606"/>
                </a:lnTo>
                <a:lnTo>
                  <a:pt x="227449" y="1064606"/>
                </a:lnTo>
                <a:lnTo>
                  <a:pt x="227622" y="1064597"/>
                </a:lnTo>
                <a:lnTo>
                  <a:pt x="227794" y="1064597"/>
                </a:lnTo>
                <a:lnTo>
                  <a:pt x="227968" y="1064588"/>
                </a:lnTo>
                <a:lnTo>
                  <a:pt x="228141" y="1064588"/>
                </a:lnTo>
                <a:lnTo>
                  <a:pt x="228313" y="1064580"/>
                </a:lnTo>
                <a:lnTo>
                  <a:pt x="228486" y="1064571"/>
                </a:lnTo>
                <a:lnTo>
                  <a:pt x="228659" y="1064571"/>
                </a:lnTo>
                <a:lnTo>
                  <a:pt x="228832" y="1064562"/>
                </a:lnTo>
                <a:lnTo>
                  <a:pt x="229004" y="1064562"/>
                </a:lnTo>
                <a:lnTo>
                  <a:pt x="229177" y="1064553"/>
                </a:lnTo>
                <a:lnTo>
                  <a:pt x="229351" y="1064544"/>
                </a:lnTo>
                <a:lnTo>
                  <a:pt x="229523" y="1064544"/>
                </a:lnTo>
                <a:lnTo>
                  <a:pt x="229696" y="1064535"/>
                </a:lnTo>
                <a:lnTo>
                  <a:pt x="229869" y="1064535"/>
                </a:lnTo>
                <a:lnTo>
                  <a:pt x="230042" y="1064526"/>
                </a:lnTo>
                <a:lnTo>
                  <a:pt x="230214" y="1064517"/>
                </a:lnTo>
                <a:lnTo>
                  <a:pt x="230387" y="1064517"/>
                </a:lnTo>
                <a:lnTo>
                  <a:pt x="230560" y="1064508"/>
                </a:lnTo>
                <a:lnTo>
                  <a:pt x="230733" y="1064508"/>
                </a:lnTo>
                <a:lnTo>
                  <a:pt x="230906" y="1064499"/>
                </a:lnTo>
                <a:lnTo>
                  <a:pt x="231078" y="1064491"/>
                </a:lnTo>
                <a:lnTo>
                  <a:pt x="231252" y="1064491"/>
                </a:lnTo>
                <a:lnTo>
                  <a:pt x="231424" y="1064482"/>
                </a:lnTo>
                <a:lnTo>
                  <a:pt x="231597" y="1064473"/>
                </a:lnTo>
                <a:lnTo>
                  <a:pt x="231770" y="1064473"/>
                </a:lnTo>
                <a:lnTo>
                  <a:pt x="231943" y="1064464"/>
                </a:lnTo>
                <a:lnTo>
                  <a:pt x="232115" y="1064455"/>
                </a:lnTo>
                <a:lnTo>
                  <a:pt x="232288" y="1064455"/>
                </a:lnTo>
                <a:lnTo>
                  <a:pt x="232462" y="1064446"/>
                </a:lnTo>
                <a:lnTo>
                  <a:pt x="232634" y="1064437"/>
                </a:lnTo>
                <a:lnTo>
                  <a:pt x="232807" y="1064437"/>
                </a:lnTo>
                <a:lnTo>
                  <a:pt x="232979" y="1064428"/>
                </a:lnTo>
                <a:lnTo>
                  <a:pt x="233153" y="1064419"/>
                </a:lnTo>
                <a:lnTo>
                  <a:pt x="233325" y="1064410"/>
                </a:lnTo>
                <a:lnTo>
                  <a:pt x="233498" y="1064410"/>
                </a:lnTo>
                <a:lnTo>
                  <a:pt x="233672" y="1064402"/>
                </a:lnTo>
                <a:lnTo>
                  <a:pt x="233844" y="1064393"/>
                </a:lnTo>
                <a:lnTo>
                  <a:pt x="234017" y="1064393"/>
                </a:lnTo>
                <a:lnTo>
                  <a:pt x="234189" y="1064384"/>
                </a:lnTo>
                <a:lnTo>
                  <a:pt x="234363" y="1064375"/>
                </a:lnTo>
                <a:lnTo>
                  <a:pt x="234535" y="1064366"/>
                </a:lnTo>
                <a:lnTo>
                  <a:pt x="234708" y="1064366"/>
                </a:lnTo>
                <a:lnTo>
                  <a:pt x="234881" y="1064357"/>
                </a:lnTo>
                <a:lnTo>
                  <a:pt x="235054" y="1064348"/>
                </a:lnTo>
                <a:lnTo>
                  <a:pt x="235227" y="1064339"/>
                </a:lnTo>
                <a:lnTo>
                  <a:pt x="235399" y="1064339"/>
                </a:lnTo>
                <a:lnTo>
                  <a:pt x="235573" y="1064330"/>
                </a:lnTo>
                <a:lnTo>
                  <a:pt x="235745" y="1064322"/>
                </a:lnTo>
                <a:lnTo>
                  <a:pt x="235918" y="1064313"/>
                </a:lnTo>
                <a:lnTo>
                  <a:pt x="236090" y="1064313"/>
                </a:lnTo>
                <a:lnTo>
                  <a:pt x="236264" y="1064304"/>
                </a:lnTo>
                <a:lnTo>
                  <a:pt x="236436" y="1064295"/>
                </a:lnTo>
                <a:lnTo>
                  <a:pt x="236609" y="1064286"/>
                </a:lnTo>
                <a:lnTo>
                  <a:pt x="236782" y="1064277"/>
                </a:lnTo>
                <a:lnTo>
                  <a:pt x="236955" y="1064277"/>
                </a:lnTo>
                <a:lnTo>
                  <a:pt x="237128" y="1064268"/>
                </a:lnTo>
                <a:lnTo>
                  <a:pt x="237300" y="1064259"/>
                </a:lnTo>
                <a:lnTo>
                  <a:pt x="237474" y="1064250"/>
                </a:lnTo>
                <a:lnTo>
                  <a:pt x="237646" y="1064241"/>
                </a:lnTo>
                <a:lnTo>
                  <a:pt x="237819" y="1064241"/>
                </a:lnTo>
                <a:lnTo>
                  <a:pt x="237992" y="1064233"/>
                </a:lnTo>
                <a:lnTo>
                  <a:pt x="238165" y="1064224"/>
                </a:lnTo>
                <a:lnTo>
                  <a:pt x="238338" y="1064215"/>
                </a:lnTo>
                <a:lnTo>
                  <a:pt x="238510" y="1064206"/>
                </a:lnTo>
                <a:lnTo>
                  <a:pt x="238683" y="1064197"/>
                </a:lnTo>
                <a:lnTo>
                  <a:pt x="238856" y="1064188"/>
                </a:lnTo>
                <a:lnTo>
                  <a:pt x="239029" y="1064188"/>
                </a:lnTo>
                <a:lnTo>
                  <a:pt x="239202" y="1064179"/>
                </a:lnTo>
                <a:lnTo>
                  <a:pt x="239375" y="1064170"/>
                </a:lnTo>
                <a:lnTo>
                  <a:pt x="239548" y="1064161"/>
                </a:lnTo>
                <a:lnTo>
                  <a:pt x="239720" y="1064153"/>
                </a:lnTo>
                <a:lnTo>
                  <a:pt x="239893" y="1064144"/>
                </a:lnTo>
                <a:lnTo>
                  <a:pt x="240066" y="1064135"/>
                </a:lnTo>
                <a:lnTo>
                  <a:pt x="240239" y="1064126"/>
                </a:lnTo>
                <a:lnTo>
                  <a:pt x="240411" y="1064117"/>
                </a:lnTo>
                <a:lnTo>
                  <a:pt x="240584" y="1064117"/>
                </a:lnTo>
                <a:lnTo>
                  <a:pt x="240757" y="1064108"/>
                </a:lnTo>
                <a:lnTo>
                  <a:pt x="240930" y="1064099"/>
                </a:lnTo>
                <a:lnTo>
                  <a:pt x="241103" y="1064090"/>
                </a:lnTo>
                <a:lnTo>
                  <a:pt x="241276" y="1064081"/>
                </a:lnTo>
                <a:lnTo>
                  <a:pt x="241449" y="1064072"/>
                </a:lnTo>
                <a:lnTo>
                  <a:pt x="241621" y="1064063"/>
                </a:lnTo>
                <a:lnTo>
                  <a:pt x="241794" y="1064055"/>
                </a:lnTo>
                <a:lnTo>
                  <a:pt x="241967" y="1064046"/>
                </a:lnTo>
                <a:lnTo>
                  <a:pt x="242140" y="1064037"/>
                </a:lnTo>
                <a:lnTo>
                  <a:pt x="242313" y="1064028"/>
                </a:lnTo>
                <a:lnTo>
                  <a:pt x="242485" y="1064019"/>
                </a:lnTo>
                <a:lnTo>
                  <a:pt x="242659" y="1064010"/>
                </a:lnTo>
                <a:lnTo>
                  <a:pt x="242831" y="1064001"/>
                </a:lnTo>
                <a:lnTo>
                  <a:pt x="243004" y="1063992"/>
                </a:lnTo>
                <a:lnTo>
                  <a:pt x="243177" y="1063983"/>
                </a:lnTo>
                <a:lnTo>
                  <a:pt x="243350" y="1063975"/>
                </a:lnTo>
                <a:lnTo>
                  <a:pt x="243523" y="1063966"/>
                </a:lnTo>
                <a:lnTo>
                  <a:pt x="243695" y="1063957"/>
                </a:lnTo>
                <a:lnTo>
                  <a:pt x="243869" y="1063948"/>
                </a:lnTo>
                <a:lnTo>
                  <a:pt x="244041" y="1063939"/>
                </a:lnTo>
                <a:lnTo>
                  <a:pt x="244214" y="1063930"/>
                </a:lnTo>
                <a:lnTo>
                  <a:pt x="244386" y="1063921"/>
                </a:lnTo>
                <a:lnTo>
                  <a:pt x="244560" y="1063912"/>
                </a:lnTo>
                <a:lnTo>
                  <a:pt x="244732" y="1063903"/>
                </a:lnTo>
                <a:lnTo>
                  <a:pt x="244905" y="1063895"/>
                </a:lnTo>
                <a:lnTo>
                  <a:pt x="245079" y="1063886"/>
                </a:lnTo>
                <a:lnTo>
                  <a:pt x="245251" y="1063877"/>
                </a:lnTo>
                <a:lnTo>
                  <a:pt x="245424" y="1063868"/>
                </a:lnTo>
                <a:lnTo>
                  <a:pt x="245596" y="1063850"/>
                </a:lnTo>
                <a:lnTo>
                  <a:pt x="245770" y="1063841"/>
                </a:lnTo>
                <a:lnTo>
                  <a:pt x="245942" y="1063832"/>
                </a:lnTo>
                <a:lnTo>
                  <a:pt x="246115" y="1063823"/>
                </a:lnTo>
                <a:lnTo>
                  <a:pt x="246288" y="1063814"/>
                </a:lnTo>
                <a:lnTo>
                  <a:pt x="246461" y="1063806"/>
                </a:lnTo>
                <a:lnTo>
                  <a:pt x="246634" y="1063797"/>
                </a:lnTo>
                <a:lnTo>
                  <a:pt x="246806" y="1063788"/>
                </a:lnTo>
                <a:lnTo>
                  <a:pt x="246980" y="1063779"/>
                </a:lnTo>
                <a:lnTo>
                  <a:pt x="247152" y="1063761"/>
                </a:lnTo>
                <a:lnTo>
                  <a:pt x="247325" y="1063752"/>
                </a:lnTo>
                <a:lnTo>
                  <a:pt x="247497" y="1063743"/>
                </a:lnTo>
                <a:lnTo>
                  <a:pt x="247671" y="1063734"/>
                </a:lnTo>
                <a:lnTo>
                  <a:pt x="247844" y="1063725"/>
                </a:lnTo>
                <a:lnTo>
                  <a:pt x="248016" y="1063717"/>
                </a:lnTo>
                <a:lnTo>
                  <a:pt x="248189" y="1063699"/>
                </a:lnTo>
                <a:lnTo>
                  <a:pt x="248362" y="1063690"/>
                </a:lnTo>
                <a:lnTo>
                  <a:pt x="248535" y="1063681"/>
                </a:lnTo>
                <a:lnTo>
                  <a:pt x="248707" y="1063672"/>
                </a:lnTo>
                <a:lnTo>
                  <a:pt x="248881" y="1063663"/>
                </a:lnTo>
                <a:lnTo>
                  <a:pt x="249053" y="1063645"/>
                </a:lnTo>
                <a:lnTo>
                  <a:pt x="249226" y="1063636"/>
                </a:lnTo>
                <a:lnTo>
                  <a:pt x="249399" y="1063628"/>
                </a:lnTo>
                <a:lnTo>
                  <a:pt x="249572" y="1063619"/>
                </a:lnTo>
                <a:lnTo>
                  <a:pt x="249745" y="1063601"/>
                </a:lnTo>
                <a:lnTo>
                  <a:pt x="249917" y="1063592"/>
                </a:lnTo>
                <a:lnTo>
                  <a:pt x="250090" y="1063583"/>
                </a:lnTo>
                <a:lnTo>
                  <a:pt x="250263" y="1063574"/>
                </a:lnTo>
                <a:lnTo>
                  <a:pt x="250436" y="1063556"/>
                </a:lnTo>
                <a:lnTo>
                  <a:pt x="250609" y="1063548"/>
                </a:lnTo>
                <a:lnTo>
                  <a:pt x="250782" y="1063539"/>
                </a:lnTo>
                <a:lnTo>
                  <a:pt x="250955" y="1063521"/>
                </a:lnTo>
                <a:lnTo>
                  <a:pt x="251127" y="1063512"/>
                </a:lnTo>
                <a:lnTo>
                  <a:pt x="251300" y="1063503"/>
                </a:lnTo>
                <a:lnTo>
                  <a:pt x="251473" y="1063485"/>
                </a:lnTo>
                <a:lnTo>
                  <a:pt x="251646" y="1063476"/>
                </a:lnTo>
                <a:lnTo>
                  <a:pt x="251818" y="1063467"/>
                </a:lnTo>
                <a:lnTo>
                  <a:pt x="251991" y="1063450"/>
                </a:lnTo>
                <a:lnTo>
                  <a:pt x="252165" y="1063441"/>
                </a:lnTo>
                <a:lnTo>
                  <a:pt x="252337" y="1063432"/>
                </a:lnTo>
                <a:lnTo>
                  <a:pt x="252510" y="1063414"/>
                </a:lnTo>
                <a:lnTo>
                  <a:pt x="252683" y="1063405"/>
                </a:lnTo>
                <a:lnTo>
                  <a:pt x="252856" y="1063387"/>
                </a:lnTo>
                <a:lnTo>
                  <a:pt x="253028" y="1063379"/>
                </a:lnTo>
                <a:lnTo>
                  <a:pt x="253201" y="1063370"/>
                </a:lnTo>
                <a:lnTo>
                  <a:pt x="253374" y="1063352"/>
                </a:lnTo>
                <a:lnTo>
                  <a:pt x="253547" y="1063343"/>
                </a:lnTo>
                <a:lnTo>
                  <a:pt x="253720" y="1063325"/>
                </a:lnTo>
                <a:lnTo>
                  <a:pt x="253892" y="1063316"/>
                </a:lnTo>
                <a:lnTo>
                  <a:pt x="254066" y="1063298"/>
                </a:lnTo>
                <a:lnTo>
                  <a:pt x="254238" y="1063289"/>
                </a:lnTo>
                <a:lnTo>
                  <a:pt x="254411" y="1063281"/>
                </a:lnTo>
                <a:lnTo>
                  <a:pt x="254584" y="1063263"/>
                </a:lnTo>
                <a:lnTo>
                  <a:pt x="254757" y="1063254"/>
                </a:lnTo>
                <a:lnTo>
                  <a:pt x="254930" y="1063236"/>
                </a:lnTo>
                <a:lnTo>
                  <a:pt x="255102" y="1063227"/>
                </a:lnTo>
                <a:lnTo>
                  <a:pt x="255276" y="1063209"/>
                </a:lnTo>
                <a:lnTo>
                  <a:pt x="255448" y="1063201"/>
                </a:lnTo>
                <a:lnTo>
                  <a:pt x="255621" y="1063183"/>
                </a:lnTo>
                <a:lnTo>
                  <a:pt x="255793" y="1063174"/>
                </a:lnTo>
                <a:lnTo>
                  <a:pt x="255967" y="1063156"/>
                </a:lnTo>
                <a:lnTo>
                  <a:pt x="256139" y="1063138"/>
                </a:lnTo>
                <a:lnTo>
                  <a:pt x="256312" y="1063129"/>
                </a:lnTo>
                <a:lnTo>
                  <a:pt x="256486" y="1063112"/>
                </a:lnTo>
                <a:lnTo>
                  <a:pt x="256658" y="1063103"/>
                </a:lnTo>
                <a:lnTo>
                  <a:pt x="256831" y="1063085"/>
                </a:lnTo>
                <a:lnTo>
                  <a:pt x="257003" y="1063076"/>
                </a:lnTo>
                <a:lnTo>
                  <a:pt x="257177" y="1063058"/>
                </a:lnTo>
                <a:lnTo>
                  <a:pt x="257349" y="1063040"/>
                </a:lnTo>
                <a:lnTo>
                  <a:pt x="257522" y="1063032"/>
                </a:lnTo>
                <a:lnTo>
                  <a:pt x="257695" y="1063014"/>
                </a:lnTo>
                <a:lnTo>
                  <a:pt x="257868" y="1062996"/>
                </a:lnTo>
                <a:lnTo>
                  <a:pt x="258041" y="1062987"/>
                </a:lnTo>
                <a:lnTo>
                  <a:pt x="258213" y="1062969"/>
                </a:lnTo>
                <a:lnTo>
                  <a:pt x="258387" y="1062960"/>
                </a:lnTo>
                <a:lnTo>
                  <a:pt x="258559" y="1062943"/>
                </a:lnTo>
                <a:lnTo>
                  <a:pt x="258732" y="1062925"/>
                </a:lnTo>
                <a:lnTo>
                  <a:pt x="258904" y="1062907"/>
                </a:lnTo>
                <a:lnTo>
                  <a:pt x="259078" y="1062898"/>
                </a:lnTo>
                <a:lnTo>
                  <a:pt x="259251" y="1062880"/>
                </a:lnTo>
                <a:lnTo>
                  <a:pt x="259423" y="1062862"/>
                </a:lnTo>
                <a:lnTo>
                  <a:pt x="259596" y="1062854"/>
                </a:lnTo>
                <a:lnTo>
                  <a:pt x="259769" y="1062836"/>
                </a:lnTo>
                <a:lnTo>
                  <a:pt x="259942" y="1062818"/>
                </a:lnTo>
                <a:lnTo>
                  <a:pt x="260114" y="1062800"/>
                </a:lnTo>
                <a:lnTo>
                  <a:pt x="260288" y="1062791"/>
                </a:lnTo>
                <a:lnTo>
                  <a:pt x="260460" y="1062774"/>
                </a:lnTo>
                <a:lnTo>
                  <a:pt x="260633" y="1062756"/>
                </a:lnTo>
                <a:lnTo>
                  <a:pt x="260806" y="1062738"/>
                </a:lnTo>
                <a:lnTo>
                  <a:pt x="260979" y="1062720"/>
                </a:lnTo>
                <a:lnTo>
                  <a:pt x="261152" y="1062711"/>
                </a:lnTo>
                <a:lnTo>
                  <a:pt x="261324" y="1062694"/>
                </a:lnTo>
                <a:lnTo>
                  <a:pt x="261497" y="1062676"/>
                </a:lnTo>
                <a:lnTo>
                  <a:pt x="261670" y="1062658"/>
                </a:lnTo>
                <a:lnTo>
                  <a:pt x="261843" y="1062640"/>
                </a:lnTo>
                <a:lnTo>
                  <a:pt x="262016" y="1062622"/>
                </a:lnTo>
                <a:lnTo>
                  <a:pt x="262189" y="1062605"/>
                </a:lnTo>
                <a:lnTo>
                  <a:pt x="262362" y="1062596"/>
                </a:lnTo>
                <a:lnTo>
                  <a:pt x="262534" y="1062578"/>
                </a:lnTo>
                <a:lnTo>
                  <a:pt x="262707" y="1062560"/>
                </a:lnTo>
                <a:lnTo>
                  <a:pt x="262880" y="1062542"/>
                </a:lnTo>
                <a:lnTo>
                  <a:pt x="263053" y="1062524"/>
                </a:lnTo>
                <a:lnTo>
                  <a:pt x="263225" y="1062507"/>
                </a:lnTo>
                <a:lnTo>
                  <a:pt x="263398" y="1062489"/>
                </a:lnTo>
                <a:lnTo>
                  <a:pt x="263572" y="1062471"/>
                </a:lnTo>
                <a:lnTo>
                  <a:pt x="263744" y="1062453"/>
                </a:lnTo>
                <a:lnTo>
                  <a:pt x="263917" y="1062435"/>
                </a:lnTo>
                <a:lnTo>
                  <a:pt x="264090" y="1062418"/>
                </a:lnTo>
                <a:lnTo>
                  <a:pt x="264263" y="1062400"/>
                </a:lnTo>
                <a:lnTo>
                  <a:pt x="264435" y="1062382"/>
                </a:lnTo>
                <a:lnTo>
                  <a:pt x="264608" y="1062364"/>
                </a:lnTo>
                <a:lnTo>
                  <a:pt x="264782" y="1062347"/>
                </a:lnTo>
                <a:lnTo>
                  <a:pt x="264954" y="1062329"/>
                </a:lnTo>
                <a:lnTo>
                  <a:pt x="265127" y="1062311"/>
                </a:lnTo>
                <a:lnTo>
                  <a:pt x="265299" y="1062293"/>
                </a:lnTo>
                <a:lnTo>
                  <a:pt x="265473" y="1062275"/>
                </a:lnTo>
                <a:lnTo>
                  <a:pt x="265645" y="1062258"/>
                </a:lnTo>
                <a:lnTo>
                  <a:pt x="265818" y="1062240"/>
                </a:lnTo>
                <a:lnTo>
                  <a:pt x="265991" y="1062222"/>
                </a:lnTo>
                <a:lnTo>
                  <a:pt x="266164" y="1062195"/>
                </a:lnTo>
                <a:lnTo>
                  <a:pt x="266337" y="1062177"/>
                </a:lnTo>
                <a:lnTo>
                  <a:pt x="266509" y="1062160"/>
                </a:lnTo>
                <a:lnTo>
                  <a:pt x="266683" y="1062142"/>
                </a:lnTo>
                <a:lnTo>
                  <a:pt x="266855" y="1062124"/>
                </a:lnTo>
                <a:lnTo>
                  <a:pt x="267028" y="1062106"/>
                </a:lnTo>
                <a:lnTo>
                  <a:pt x="267200" y="1062080"/>
                </a:lnTo>
                <a:lnTo>
                  <a:pt x="267374" y="1062062"/>
                </a:lnTo>
                <a:lnTo>
                  <a:pt x="267547" y="1062044"/>
                </a:lnTo>
                <a:lnTo>
                  <a:pt x="267719" y="1062026"/>
                </a:lnTo>
                <a:lnTo>
                  <a:pt x="267893" y="1062008"/>
                </a:lnTo>
                <a:lnTo>
                  <a:pt x="268065" y="1061982"/>
                </a:lnTo>
                <a:lnTo>
                  <a:pt x="268238" y="1061964"/>
                </a:lnTo>
                <a:lnTo>
                  <a:pt x="268410" y="1061946"/>
                </a:lnTo>
                <a:lnTo>
                  <a:pt x="268584" y="1061928"/>
                </a:lnTo>
                <a:lnTo>
                  <a:pt x="268756" y="1061902"/>
                </a:lnTo>
                <a:lnTo>
                  <a:pt x="268929" y="1061884"/>
                </a:lnTo>
                <a:lnTo>
                  <a:pt x="269102" y="1061866"/>
                </a:lnTo>
                <a:lnTo>
                  <a:pt x="269275" y="1061839"/>
                </a:lnTo>
                <a:lnTo>
                  <a:pt x="269448" y="1061822"/>
                </a:lnTo>
                <a:lnTo>
                  <a:pt x="269620" y="1061804"/>
                </a:lnTo>
                <a:lnTo>
                  <a:pt x="269794" y="1061777"/>
                </a:lnTo>
                <a:lnTo>
                  <a:pt x="269966" y="1061759"/>
                </a:lnTo>
                <a:lnTo>
                  <a:pt x="270139" y="1061733"/>
                </a:lnTo>
                <a:lnTo>
                  <a:pt x="270312" y="1061715"/>
                </a:lnTo>
                <a:lnTo>
                  <a:pt x="270485" y="1061697"/>
                </a:lnTo>
                <a:lnTo>
                  <a:pt x="270658" y="1061670"/>
                </a:lnTo>
                <a:lnTo>
                  <a:pt x="270830" y="1061653"/>
                </a:lnTo>
                <a:lnTo>
                  <a:pt x="271003" y="1061626"/>
                </a:lnTo>
                <a:lnTo>
                  <a:pt x="271176" y="1061608"/>
                </a:lnTo>
                <a:lnTo>
                  <a:pt x="271349" y="1061581"/>
                </a:lnTo>
                <a:lnTo>
                  <a:pt x="271521" y="1061564"/>
                </a:lnTo>
                <a:lnTo>
                  <a:pt x="271695" y="1061537"/>
                </a:lnTo>
                <a:lnTo>
                  <a:pt x="271868" y="1061519"/>
                </a:lnTo>
                <a:lnTo>
                  <a:pt x="272040" y="1061493"/>
                </a:lnTo>
                <a:lnTo>
                  <a:pt x="272213" y="1061475"/>
                </a:lnTo>
                <a:lnTo>
                  <a:pt x="272386" y="1061448"/>
                </a:lnTo>
                <a:lnTo>
                  <a:pt x="272559" y="1061430"/>
                </a:lnTo>
                <a:lnTo>
                  <a:pt x="272731" y="1061403"/>
                </a:lnTo>
                <a:lnTo>
                  <a:pt x="272904" y="1061386"/>
                </a:lnTo>
                <a:lnTo>
                  <a:pt x="273077" y="1061359"/>
                </a:lnTo>
                <a:lnTo>
                  <a:pt x="273250" y="1061332"/>
                </a:lnTo>
                <a:lnTo>
                  <a:pt x="273423" y="1061315"/>
                </a:lnTo>
                <a:lnTo>
                  <a:pt x="273596" y="1061288"/>
                </a:lnTo>
                <a:lnTo>
                  <a:pt x="273769" y="1061261"/>
                </a:lnTo>
                <a:lnTo>
                  <a:pt x="273941" y="1061243"/>
                </a:lnTo>
                <a:lnTo>
                  <a:pt x="274114" y="1061217"/>
                </a:lnTo>
                <a:lnTo>
                  <a:pt x="274287" y="1061190"/>
                </a:lnTo>
                <a:lnTo>
                  <a:pt x="274460" y="1061172"/>
                </a:lnTo>
                <a:lnTo>
                  <a:pt x="274633" y="1061146"/>
                </a:lnTo>
                <a:lnTo>
                  <a:pt x="274805" y="1061119"/>
                </a:lnTo>
                <a:lnTo>
                  <a:pt x="274979" y="1061092"/>
                </a:lnTo>
                <a:lnTo>
                  <a:pt x="275151" y="1061074"/>
                </a:lnTo>
                <a:lnTo>
                  <a:pt x="275324" y="1061048"/>
                </a:lnTo>
                <a:lnTo>
                  <a:pt x="275497" y="1061021"/>
                </a:lnTo>
                <a:lnTo>
                  <a:pt x="275670" y="1060994"/>
                </a:lnTo>
                <a:lnTo>
                  <a:pt x="275842" y="1060968"/>
                </a:lnTo>
                <a:lnTo>
                  <a:pt x="276015" y="1060950"/>
                </a:lnTo>
                <a:lnTo>
                  <a:pt x="276189" y="1060923"/>
                </a:lnTo>
                <a:lnTo>
                  <a:pt x="276361" y="1060896"/>
                </a:lnTo>
                <a:lnTo>
                  <a:pt x="276534" y="1060870"/>
                </a:lnTo>
                <a:lnTo>
                  <a:pt x="276706" y="1060843"/>
                </a:lnTo>
                <a:lnTo>
                  <a:pt x="276880" y="1060816"/>
                </a:lnTo>
                <a:lnTo>
                  <a:pt x="277052" y="1060790"/>
                </a:lnTo>
                <a:lnTo>
                  <a:pt x="277225" y="1060763"/>
                </a:lnTo>
                <a:lnTo>
                  <a:pt x="277398" y="1060736"/>
                </a:lnTo>
                <a:lnTo>
                  <a:pt x="277571" y="1060718"/>
                </a:lnTo>
                <a:lnTo>
                  <a:pt x="277744" y="1060692"/>
                </a:lnTo>
                <a:lnTo>
                  <a:pt x="277916" y="1060665"/>
                </a:lnTo>
                <a:lnTo>
                  <a:pt x="278090" y="1060638"/>
                </a:lnTo>
                <a:lnTo>
                  <a:pt x="278262" y="1060612"/>
                </a:lnTo>
                <a:lnTo>
                  <a:pt x="278435" y="1060576"/>
                </a:lnTo>
                <a:lnTo>
                  <a:pt x="278607" y="1060549"/>
                </a:lnTo>
                <a:lnTo>
                  <a:pt x="278781" y="1060523"/>
                </a:lnTo>
                <a:lnTo>
                  <a:pt x="278954" y="1060496"/>
                </a:lnTo>
                <a:lnTo>
                  <a:pt x="279126" y="1060469"/>
                </a:lnTo>
                <a:lnTo>
                  <a:pt x="279300" y="1060443"/>
                </a:lnTo>
                <a:lnTo>
                  <a:pt x="279472" y="1060416"/>
                </a:lnTo>
                <a:lnTo>
                  <a:pt x="279645" y="1060389"/>
                </a:lnTo>
                <a:lnTo>
                  <a:pt x="279817" y="1060363"/>
                </a:lnTo>
                <a:lnTo>
                  <a:pt x="279991" y="1060336"/>
                </a:lnTo>
                <a:lnTo>
                  <a:pt x="280163" y="1060300"/>
                </a:lnTo>
                <a:lnTo>
                  <a:pt x="280336" y="1060274"/>
                </a:lnTo>
                <a:lnTo>
                  <a:pt x="280509" y="1060247"/>
                </a:lnTo>
                <a:lnTo>
                  <a:pt x="280682" y="1060220"/>
                </a:lnTo>
                <a:lnTo>
                  <a:pt x="280855" y="1060185"/>
                </a:lnTo>
                <a:lnTo>
                  <a:pt x="281027" y="1060158"/>
                </a:lnTo>
                <a:lnTo>
                  <a:pt x="281201" y="1060131"/>
                </a:lnTo>
                <a:lnTo>
                  <a:pt x="281373" y="1060105"/>
                </a:lnTo>
                <a:lnTo>
                  <a:pt x="281546" y="1060069"/>
                </a:lnTo>
                <a:lnTo>
                  <a:pt x="281719" y="1060042"/>
                </a:lnTo>
                <a:lnTo>
                  <a:pt x="281892" y="1060016"/>
                </a:lnTo>
                <a:lnTo>
                  <a:pt x="282065" y="1059980"/>
                </a:lnTo>
                <a:lnTo>
                  <a:pt x="282237" y="1059953"/>
                </a:lnTo>
                <a:lnTo>
                  <a:pt x="282410" y="1059927"/>
                </a:lnTo>
                <a:lnTo>
                  <a:pt x="282583" y="1059891"/>
                </a:lnTo>
                <a:lnTo>
                  <a:pt x="282756" y="1059864"/>
                </a:lnTo>
                <a:lnTo>
                  <a:pt x="282928" y="1059829"/>
                </a:lnTo>
                <a:lnTo>
                  <a:pt x="283102" y="1059802"/>
                </a:lnTo>
                <a:lnTo>
                  <a:pt x="283275" y="1059767"/>
                </a:lnTo>
                <a:lnTo>
                  <a:pt x="283447" y="1059740"/>
                </a:lnTo>
                <a:lnTo>
                  <a:pt x="283620" y="1059704"/>
                </a:lnTo>
                <a:lnTo>
                  <a:pt x="283793" y="1059678"/>
                </a:lnTo>
                <a:lnTo>
                  <a:pt x="283966" y="1059642"/>
                </a:lnTo>
                <a:lnTo>
                  <a:pt x="284138" y="1059615"/>
                </a:lnTo>
                <a:lnTo>
                  <a:pt x="284311" y="1059580"/>
                </a:lnTo>
                <a:lnTo>
                  <a:pt x="284484" y="1059553"/>
                </a:lnTo>
                <a:lnTo>
                  <a:pt x="284657" y="1059517"/>
                </a:lnTo>
                <a:lnTo>
                  <a:pt x="284830" y="1059482"/>
                </a:lnTo>
                <a:lnTo>
                  <a:pt x="285003" y="1059455"/>
                </a:lnTo>
                <a:lnTo>
                  <a:pt x="285176" y="1059420"/>
                </a:lnTo>
                <a:lnTo>
                  <a:pt x="285348" y="1059384"/>
                </a:lnTo>
                <a:lnTo>
                  <a:pt x="285521" y="1059357"/>
                </a:lnTo>
                <a:lnTo>
                  <a:pt x="285694" y="1059322"/>
                </a:lnTo>
                <a:lnTo>
                  <a:pt x="285867" y="1059286"/>
                </a:lnTo>
                <a:lnTo>
                  <a:pt x="286040" y="1059259"/>
                </a:lnTo>
                <a:lnTo>
                  <a:pt x="286212" y="1059224"/>
                </a:lnTo>
                <a:lnTo>
                  <a:pt x="286386" y="1059188"/>
                </a:lnTo>
                <a:lnTo>
                  <a:pt x="286558" y="1059153"/>
                </a:lnTo>
                <a:lnTo>
                  <a:pt x="286731" y="1059117"/>
                </a:lnTo>
                <a:lnTo>
                  <a:pt x="286904" y="1059090"/>
                </a:lnTo>
                <a:lnTo>
                  <a:pt x="287077" y="1059055"/>
                </a:lnTo>
                <a:lnTo>
                  <a:pt x="287249" y="1059019"/>
                </a:lnTo>
                <a:lnTo>
                  <a:pt x="287422" y="1058984"/>
                </a:lnTo>
                <a:lnTo>
                  <a:pt x="287596" y="1058948"/>
                </a:lnTo>
                <a:lnTo>
                  <a:pt x="287768" y="1058913"/>
                </a:lnTo>
                <a:lnTo>
                  <a:pt x="287941" y="1058877"/>
                </a:lnTo>
                <a:lnTo>
                  <a:pt x="288113" y="1058841"/>
                </a:lnTo>
                <a:lnTo>
                  <a:pt x="288287" y="1058806"/>
                </a:lnTo>
                <a:lnTo>
                  <a:pt x="288459" y="1058770"/>
                </a:lnTo>
                <a:lnTo>
                  <a:pt x="288632" y="1058735"/>
                </a:lnTo>
                <a:lnTo>
                  <a:pt x="288806" y="1058699"/>
                </a:lnTo>
                <a:lnTo>
                  <a:pt x="288978" y="1058663"/>
                </a:lnTo>
                <a:lnTo>
                  <a:pt x="289151" y="1058628"/>
                </a:lnTo>
                <a:lnTo>
                  <a:pt x="289323" y="1058592"/>
                </a:lnTo>
                <a:lnTo>
                  <a:pt x="289497" y="1058557"/>
                </a:lnTo>
                <a:lnTo>
                  <a:pt x="289669" y="1058521"/>
                </a:lnTo>
                <a:lnTo>
                  <a:pt x="289842" y="1058486"/>
                </a:lnTo>
                <a:lnTo>
                  <a:pt x="290014" y="1058450"/>
                </a:lnTo>
                <a:lnTo>
                  <a:pt x="290188" y="1058414"/>
                </a:lnTo>
                <a:lnTo>
                  <a:pt x="290361" y="1058370"/>
                </a:lnTo>
                <a:lnTo>
                  <a:pt x="290533" y="1058334"/>
                </a:lnTo>
                <a:lnTo>
                  <a:pt x="290707" y="1058299"/>
                </a:lnTo>
                <a:lnTo>
                  <a:pt x="290879" y="1058263"/>
                </a:lnTo>
                <a:lnTo>
                  <a:pt x="291052" y="1058227"/>
                </a:lnTo>
                <a:lnTo>
                  <a:pt x="291224" y="1058183"/>
                </a:lnTo>
                <a:lnTo>
                  <a:pt x="291398" y="1058147"/>
                </a:lnTo>
                <a:lnTo>
                  <a:pt x="291570" y="1058112"/>
                </a:lnTo>
                <a:lnTo>
                  <a:pt x="291743" y="1058067"/>
                </a:lnTo>
                <a:lnTo>
                  <a:pt x="291916" y="1058032"/>
                </a:lnTo>
                <a:lnTo>
                  <a:pt x="292089" y="1057996"/>
                </a:lnTo>
                <a:lnTo>
                  <a:pt x="292262" y="1057952"/>
                </a:lnTo>
                <a:lnTo>
                  <a:pt x="292434" y="1057916"/>
                </a:lnTo>
                <a:lnTo>
                  <a:pt x="292608" y="1057872"/>
                </a:lnTo>
                <a:lnTo>
                  <a:pt x="292780" y="1057836"/>
                </a:lnTo>
                <a:lnTo>
                  <a:pt x="292953" y="1057792"/>
                </a:lnTo>
                <a:lnTo>
                  <a:pt x="293126" y="1057756"/>
                </a:lnTo>
                <a:lnTo>
                  <a:pt x="293299" y="1057712"/>
                </a:lnTo>
                <a:lnTo>
                  <a:pt x="293472" y="1057676"/>
                </a:lnTo>
                <a:lnTo>
                  <a:pt x="293644" y="1057631"/>
                </a:lnTo>
                <a:lnTo>
                  <a:pt x="293817" y="1057596"/>
                </a:lnTo>
                <a:lnTo>
                  <a:pt x="293990" y="1057551"/>
                </a:lnTo>
                <a:lnTo>
                  <a:pt x="294163" y="1057516"/>
                </a:lnTo>
                <a:lnTo>
                  <a:pt x="294336" y="1057471"/>
                </a:lnTo>
                <a:lnTo>
                  <a:pt x="294509" y="1057427"/>
                </a:lnTo>
                <a:lnTo>
                  <a:pt x="294682" y="1057391"/>
                </a:lnTo>
                <a:lnTo>
                  <a:pt x="294854" y="1057347"/>
                </a:lnTo>
                <a:lnTo>
                  <a:pt x="295027" y="1057302"/>
                </a:lnTo>
                <a:lnTo>
                  <a:pt x="295200" y="1057258"/>
                </a:lnTo>
                <a:lnTo>
                  <a:pt x="295373" y="1057222"/>
                </a:lnTo>
                <a:lnTo>
                  <a:pt x="295545" y="1057178"/>
                </a:lnTo>
                <a:lnTo>
                  <a:pt x="295718" y="1057133"/>
                </a:lnTo>
                <a:lnTo>
                  <a:pt x="295891" y="1057089"/>
                </a:lnTo>
                <a:lnTo>
                  <a:pt x="296064" y="1057044"/>
                </a:lnTo>
                <a:lnTo>
                  <a:pt x="296237" y="1057009"/>
                </a:lnTo>
                <a:lnTo>
                  <a:pt x="296410" y="1056964"/>
                </a:lnTo>
                <a:lnTo>
                  <a:pt x="296583" y="1056920"/>
                </a:lnTo>
                <a:lnTo>
                  <a:pt x="296755" y="1056875"/>
                </a:lnTo>
                <a:lnTo>
                  <a:pt x="296928" y="1056831"/>
                </a:lnTo>
                <a:lnTo>
                  <a:pt x="297101" y="1056786"/>
                </a:lnTo>
                <a:lnTo>
                  <a:pt x="297274" y="1056742"/>
                </a:lnTo>
                <a:lnTo>
                  <a:pt x="297447" y="1056697"/>
                </a:lnTo>
                <a:lnTo>
                  <a:pt x="297619" y="1056653"/>
                </a:lnTo>
                <a:lnTo>
                  <a:pt x="297793" y="1056608"/>
                </a:lnTo>
                <a:lnTo>
                  <a:pt x="297965" y="1056564"/>
                </a:lnTo>
                <a:lnTo>
                  <a:pt x="298138" y="1056519"/>
                </a:lnTo>
                <a:lnTo>
                  <a:pt x="298311" y="1056475"/>
                </a:lnTo>
                <a:lnTo>
                  <a:pt x="298484" y="1056430"/>
                </a:lnTo>
                <a:lnTo>
                  <a:pt x="298657" y="1056377"/>
                </a:lnTo>
                <a:lnTo>
                  <a:pt x="298829" y="1056333"/>
                </a:lnTo>
                <a:lnTo>
                  <a:pt x="299003" y="1056288"/>
                </a:lnTo>
                <a:lnTo>
                  <a:pt x="299175" y="1056244"/>
                </a:lnTo>
                <a:lnTo>
                  <a:pt x="299348" y="1056199"/>
                </a:lnTo>
                <a:lnTo>
                  <a:pt x="299520" y="1056146"/>
                </a:lnTo>
                <a:lnTo>
                  <a:pt x="299694" y="1056101"/>
                </a:lnTo>
                <a:lnTo>
                  <a:pt x="299866" y="1056057"/>
                </a:lnTo>
                <a:lnTo>
                  <a:pt x="300039" y="1056003"/>
                </a:lnTo>
                <a:lnTo>
                  <a:pt x="300212" y="1055959"/>
                </a:lnTo>
                <a:lnTo>
                  <a:pt x="300385" y="1055914"/>
                </a:lnTo>
                <a:lnTo>
                  <a:pt x="300558" y="1055861"/>
                </a:lnTo>
                <a:lnTo>
                  <a:pt x="300730" y="1055817"/>
                </a:lnTo>
                <a:lnTo>
                  <a:pt x="300904" y="1055763"/>
                </a:lnTo>
                <a:lnTo>
                  <a:pt x="301076" y="1055719"/>
                </a:lnTo>
                <a:lnTo>
                  <a:pt x="301249" y="1055665"/>
                </a:lnTo>
                <a:lnTo>
                  <a:pt x="301422" y="1055621"/>
                </a:lnTo>
                <a:lnTo>
                  <a:pt x="301595" y="1055567"/>
                </a:lnTo>
                <a:lnTo>
                  <a:pt x="301768" y="1055523"/>
                </a:lnTo>
                <a:lnTo>
                  <a:pt x="301940" y="1055470"/>
                </a:lnTo>
                <a:lnTo>
                  <a:pt x="302114" y="1055425"/>
                </a:lnTo>
                <a:lnTo>
                  <a:pt x="302286" y="1055372"/>
                </a:lnTo>
                <a:lnTo>
                  <a:pt x="302459" y="1055318"/>
                </a:lnTo>
                <a:lnTo>
                  <a:pt x="302631" y="1055274"/>
                </a:lnTo>
                <a:lnTo>
                  <a:pt x="302805" y="1055220"/>
                </a:lnTo>
                <a:lnTo>
                  <a:pt x="302978" y="1055167"/>
                </a:lnTo>
                <a:lnTo>
                  <a:pt x="303150" y="1055114"/>
                </a:lnTo>
                <a:lnTo>
                  <a:pt x="303323" y="1055069"/>
                </a:lnTo>
                <a:lnTo>
                  <a:pt x="303496" y="1055016"/>
                </a:lnTo>
                <a:lnTo>
                  <a:pt x="303669" y="1054962"/>
                </a:lnTo>
                <a:lnTo>
                  <a:pt x="303841" y="1054909"/>
                </a:lnTo>
                <a:lnTo>
                  <a:pt x="304015" y="1054856"/>
                </a:lnTo>
                <a:lnTo>
                  <a:pt x="304187" y="1054802"/>
                </a:lnTo>
                <a:lnTo>
                  <a:pt x="304360" y="1054749"/>
                </a:lnTo>
                <a:lnTo>
                  <a:pt x="304533" y="1054705"/>
                </a:lnTo>
                <a:lnTo>
                  <a:pt x="304706" y="1054651"/>
                </a:lnTo>
                <a:lnTo>
                  <a:pt x="304879" y="1054598"/>
                </a:lnTo>
                <a:lnTo>
                  <a:pt x="305051" y="1054544"/>
                </a:lnTo>
                <a:lnTo>
                  <a:pt x="305224" y="1054491"/>
                </a:lnTo>
                <a:lnTo>
                  <a:pt x="305397" y="1054438"/>
                </a:lnTo>
                <a:lnTo>
                  <a:pt x="305570" y="1054375"/>
                </a:lnTo>
                <a:lnTo>
                  <a:pt x="305743" y="1054322"/>
                </a:lnTo>
                <a:lnTo>
                  <a:pt x="305916" y="1054268"/>
                </a:lnTo>
                <a:lnTo>
                  <a:pt x="306089" y="1054215"/>
                </a:lnTo>
                <a:lnTo>
                  <a:pt x="306261" y="1054162"/>
                </a:lnTo>
                <a:lnTo>
                  <a:pt x="306434" y="1054108"/>
                </a:lnTo>
                <a:lnTo>
                  <a:pt x="306607" y="1054046"/>
                </a:lnTo>
                <a:lnTo>
                  <a:pt x="306780" y="1053993"/>
                </a:lnTo>
                <a:lnTo>
                  <a:pt x="306952" y="1053939"/>
                </a:lnTo>
                <a:lnTo>
                  <a:pt x="307125" y="1053886"/>
                </a:lnTo>
                <a:lnTo>
                  <a:pt x="307299" y="1053824"/>
                </a:lnTo>
                <a:lnTo>
                  <a:pt x="307471" y="1053770"/>
                </a:lnTo>
                <a:lnTo>
                  <a:pt x="307644" y="1053708"/>
                </a:lnTo>
                <a:lnTo>
                  <a:pt x="307817" y="1053655"/>
                </a:lnTo>
                <a:lnTo>
                  <a:pt x="307990" y="1053601"/>
                </a:lnTo>
                <a:lnTo>
                  <a:pt x="308162" y="1053539"/>
                </a:lnTo>
                <a:lnTo>
                  <a:pt x="308335" y="1053486"/>
                </a:lnTo>
                <a:lnTo>
                  <a:pt x="308508" y="1053423"/>
                </a:lnTo>
                <a:lnTo>
                  <a:pt x="308681" y="1053370"/>
                </a:lnTo>
                <a:lnTo>
                  <a:pt x="308854" y="1053308"/>
                </a:lnTo>
                <a:lnTo>
                  <a:pt x="309026" y="1053245"/>
                </a:lnTo>
                <a:lnTo>
                  <a:pt x="309200" y="1053192"/>
                </a:lnTo>
                <a:lnTo>
                  <a:pt x="309372" y="1053130"/>
                </a:lnTo>
                <a:lnTo>
                  <a:pt x="309545" y="1053076"/>
                </a:lnTo>
                <a:lnTo>
                  <a:pt x="309718" y="1053014"/>
                </a:lnTo>
                <a:lnTo>
                  <a:pt x="309891" y="1052952"/>
                </a:lnTo>
                <a:lnTo>
                  <a:pt x="310064" y="1052890"/>
                </a:lnTo>
                <a:lnTo>
                  <a:pt x="310236" y="1052836"/>
                </a:lnTo>
                <a:lnTo>
                  <a:pt x="310410" y="1052774"/>
                </a:lnTo>
                <a:lnTo>
                  <a:pt x="310582" y="1052712"/>
                </a:lnTo>
                <a:lnTo>
                  <a:pt x="310755" y="1052649"/>
                </a:lnTo>
                <a:lnTo>
                  <a:pt x="310927" y="1052587"/>
                </a:lnTo>
                <a:lnTo>
                  <a:pt x="311101" y="1052525"/>
                </a:lnTo>
                <a:lnTo>
                  <a:pt x="311273" y="1052463"/>
                </a:lnTo>
                <a:lnTo>
                  <a:pt x="311446" y="1052400"/>
                </a:lnTo>
                <a:lnTo>
                  <a:pt x="311620" y="1052338"/>
                </a:lnTo>
                <a:lnTo>
                  <a:pt x="311792" y="1052276"/>
                </a:lnTo>
                <a:lnTo>
                  <a:pt x="311965" y="1052213"/>
                </a:lnTo>
                <a:lnTo>
                  <a:pt x="312137" y="1052151"/>
                </a:lnTo>
                <a:lnTo>
                  <a:pt x="312311" y="1052089"/>
                </a:lnTo>
                <a:lnTo>
                  <a:pt x="312483" y="1052027"/>
                </a:lnTo>
                <a:lnTo>
                  <a:pt x="312656" y="1051964"/>
                </a:lnTo>
                <a:lnTo>
                  <a:pt x="312829" y="1051902"/>
                </a:lnTo>
                <a:lnTo>
                  <a:pt x="313002" y="1051840"/>
                </a:lnTo>
                <a:lnTo>
                  <a:pt x="313175" y="1051769"/>
                </a:lnTo>
                <a:lnTo>
                  <a:pt x="313347" y="1051706"/>
                </a:lnTo>
                <a:lnTo>
                  <a:pt x="313521" y="1051644"/>
                </a:lnTo>
                <a:lnTo>
                  <a:pt x="313693" y="1051573"/>
                </a:lnTo>
                <a:lnTo>
                  <a:pt x="313866" y="1051511"/>
                </a:lnTo>
                <a:lnTo>
                  <a:pt x="314038" y="1051448"/>
                </a:lnTo>
                <a:lnTo>
                  <a:pt x="314212" y="1051377"/>
                </a:lnTo>
                <a:lnTo>
                  <a:pt x="314385" y="1051315"/>
                </a:lnTo>
                <a:lnTo>
                  <a:pt x="314557" y="1051244"/>
                </a:lnTo>
                <a:lnTo>
                  <a:pt x="314730" y="1051181"/>
                </a:lnTo>
                <a:lnTo>
                  <a:pt x="314903" y="1051110"/>
                </a:lnTo>
                <a:lnTo>
                  <a:pt x="315076" y="1051048"/>
                </a:lnTo>
                <a:lnTo>
                  <a:pt x="315248" y="1050977"/>
                </a:lnTo>
                <a:lnTo>
                  <a:pt x="315422" y="1050915"/>
                </a:lnTo>
                <a:lnTo>
                  <a:pt x="315594" y="1050843"/>
                </a:lnTo>
                <a:lnTo>
                  <a:pt x="315767" y="1050772"/>
                </a:lnTo>
                <a:lnTo>
                  <a:pt x="315940" y="1050710"/>
                </a:lnTo>
                <a:lnTo>
                  <a:pt x="316113" y="1050639"/>
                </a:lnTo>
                <a:lnTo>
                  <a:pt x="316286" y="1050568"/>
                </a:lnTo>
                <a:lnTo>
                  <a:pt x="316458" y="1050505"/>
                </a:lnTo>
                <a:lnTo>
                  <a:pt x="316631" y="1050434"/>
                </a:lnTo>
                <a:lnTo>
                  <a:pt x="316804" y="1050363"/>
                </a:lnTo>
                <a:lnTo>
                  <a:pt x="316977" y="1050292"/>
                </a:lnTo>
                <a:lnTo>
                  <a:pt x="317150" y="1050221"/>
                </a:lnTo>
                <a:lnTo>
                  <a:pt x="317323" y="1050150"/>
                </a:lnTo>
                <a:lnTo>
                  <a:pt x="317496" y="1050078"/>
                </a:lnTo>
                <a:lnTo>
                  <a:pt x="317668" y="1050007"/>
                </a:lnTo>
                <a:lnTo>
                  <a:pt x="317841" y="1049936"/>
                </a:lnTo>
                <a:lnTo>
                  <a:pt x="318014" y="1049865"/>
                </a:lnTo>
                <a:lnTo>
                  <a:pt x="318187" y="1049794"/>
                </a:lnTo>
                <a:lnTo>
                  <a:pt x="318359" y="1049722"/>
                </a:lnTo>
                <a:lnTo>
                  <a:pt x="318532" y="1049651"/>
                </a:lnTo>
                <a:lnTo>
                  <a:pt x="318706" y="1049580"/>
                </a:lnTo>
                <a:lnTo>
                  <a:pt x="318878" y="1049509"/>
                </a:lnTo>
                <a:lnTo>
                  <a:pt x="319051" y="1049429"/>
                </a:lnTo>
                <a:lnTo>
                  <a:pt x="319224" y="1049358"/>
                </a:lnTo>
                <a:lnTo>
                  <a:pt x="319397" y="1049286"/>
                </a:lnTo>
                <a:lnTo>
                  <a:pt x="319569" y="1049215"/>
                </a:lnTo>
                <a:lnTo>
                  <a:pt x="319742" y="1049135"/>
                </a:lnTo>
                <a:lnTo>
                  <a:pt x="319915" y="1049064"/>
                </a:lnTo>
                <a:lnTo>
                  <a:pt x="320088" y="1048993"/>
                </a:lnTo>
                <a:lnTo>
                  <a:pt x="320261" y="1048913"/>
                </a:lnTo>
                <a:lnTo>
                  <a:pt x="320433" y="1048842"/>
                </a:lnTo>
                <a:lnTo>
                  <a:pt x="320607" y="1048762"/>
                </a:lnTo>
                <a:lnTo>
                  <a:pt x="320779" y="1048691"/>
                </a:lnTo>
                <a:lnTo>
                  <a:pt x="320952" y="1048610"/>
                </a:lnTo>
                <a:lnTo>
                  <a:pt x="321125" y="1048530"/>
                </a:lnTo>
                <a:lnTo>
                  <a:pt x="321298" y="1048459"/>
                </a:lnTo>
                <a:lnTo>
                  <a:pt x="321471" y="1048379"/>
                </a:lnTo>
                <a:lnTo>
                  <a:pt x="321643" y="1048308"/>
                </a:lnTo>
                <a:lnTo>
                  <a:pt x="321817" y="1048228"/>
                </a:lnTo>
                <a:lnTo>
                  <a:pt x="321989" y="1048148"/>
                </a:lnTo>
                <a:lnTo>
                  <a:pt x="322162" y="1048068"/>
                </a:lnTo>
                <a:lnTo>
                  <a:pt x="322334" y="1047997"/>
                </a:lnTo>
                <a:lnTo>
                  <a:pt x="322508" y="1047916"/>
                </a:lnTo>
                <a:lnTo>
                  <a:pt x="322680" y="1047836"/>
                </a:lnTo>
                <a:lnTo>
                  <a:pt x="322853" y="1047756"/>
                </a:lnTo>
                <a:lnTo>
                  <a:pt x="323027" y="1047676"/>
                </a:lnTo>
                <a:lnTo>
                  <a:pt x="323199" y="1047596"/>
                </a:lnTo>
                <a:lnTo>
                  <a:pt x="323372" y="1047516"/>
                </a:lnTo>
                <a:lnTo>
                  <a:pt x="323544" y="1047436"/>
                </a:lnTo>
                <a:lnTo>
                  <a:pt x="323718" y="1047356"/>
                </a:lnTo>
                <a:lnTo>
                  <a:pt x="323890" y="1047276"/>
                </a:lnTo>
                <a:lnTo>
                  <a:pt x="324063" y="1047196"/>
                </a:lnTo>
                <a:lnTo>
                  <a:pt x="324236" y="1047116"/>
                </a:lnTo>
                <a:lnTo>
                  <a:pt x="324409" y="1047027"/>
                </a:lnTo>
                <a:lnTo>
                  <a:pt x="324582" y="1046947"/>
                </a:lnTo>
                <a:lnTo>
                  <a:pt x="324754" y="1046867"/>
                </a:lnTo>
                <a:lnTo>
                  <a:pt x="324928" y="1046787"/>
                </a:lnTo>
                <a:lnTo>
                  <a:pt x="325100" y="1046698"/>
                </a:lnTo>
                <a:lnTo>
                  <a:pt x="325273" y="1046618"/>
                </a:lnTo>
                <a:lnTo>
                  <a:pt x="325446" y="1046537"/>
                </a:lnTo>
                <a:lnTo>
                  <a:pt x="325619" y="1046449"/>
                </a:lnTo>
                <a:lnTo>
                  <a:pt x="325792" y="1046369"/>
                </a:lnTo>
                <a:lnTo>
                  <a:pt x="325964" y="1046279"/>
                </a:lnTo>
                <a:lnTo>
                  <a:pt x="326137" y="1046199"/>
                </a:lnTo>
                <a:lnTo>
                  <a:pt x="326310" y="1046110"/>
                </a:lnTo>
                <a:lnTo>
                  <a:pt x="326483" y="1046030"/>
                </a:lnTo>
                <a:lnTo>
                  <a:pt x="326655" y="1045941"/>
                </a:lnTo>
                <a:lnTo>
                  <a:pt x="326829" y="1045852"/>
                </a:lnTo>
                <a:lnTo>
                  <a:pt x="327001" y="1045772"/>
                </a:lnTo>
                <a:lnTo>
                  <a:pt x="327174" y="1045683"/>
                </a:lnTo>
                <a:lnTo>
                  <a:pt x="327347" y="1045594"/>
                </a:lnTo>
                <a:lnTo>
                  <a:pt x="327520" y="1045505"/>
                </a:lnTo>
                <a:lnTo>
                  <a:pt x="327693" y="1045425"/>
                </a:lnTo>
                <a:lnTo>
                  <a:pt x="327865" y="1045336"/>
                </a:lnTo>
                <a:lnTo>
                  <a:pt x="328038" y="1045248"/>
                </a:lnTo>
                <a:lnTo>
                  <a:pt x="328211" y="1045158"/>
                </a:lnTo>
                <a:lnTo>
                  <a:pt x="328384" y="1045070"/>
                </a:lnTo>
                <a:lnTo>
                  <a:pt x="328557" y="1044981"/>
                </a:lnTo>
                <a:lnTo>
                  <a:pt x="328730" y="1044892"/>
                </a:lnTo>
                <a:lnTo>
                  <a:pt x="328903" y="1044803"/>
                </a:lnTo>
                <a:lnTo>
                  <a:pt x="329075" y="1044714"/>
                </a:lnTo>
                <a:lnTo>
                  <a:pt x="329248" y="1044625"/>
                </a:lnTo>
                <a:lnTo>
                  <a:pt x="329421" y="1044527"/>
                </a:lnTo>
                <a:lnTo>
                  <a:pt x="329594" y="1044438"/>
                </a:lnTo>
                <a:lnTo>
                  <a:pt x="329767" y="1044349"/>
                </a:lnTo>
                <a:lnTo>
                  <a:pt x="329939" y="1044260"/>
                </a:lnTo>
                <a:lnTo>
                  <a:pt x="330113" y="1044162"/>
                </a:lnTo>
                <a:lnTo>
                  <a:pt x="330285" y="1044073"/>
                </a:lnTo>
                <a:lnTo>
                  <a:pt x="330458" y="1043984"/>
                </a:lnTo>
                <a:lnTo>
                  <a:pt x="330631" y="1043886"/>
                </a:lnTo>
                <a:lnTo>
                  <a:pt x="330804" y="1043797"/>
                </a:lnTo>
                <a:lnTo>
                  <a:pt x="330976" y="1043700"/>
                </a:lnTo>
                <a:lnTo>
                  <a:pt x="331149" y="1043611"/>
                </a:lnTo>
                <a:lnTo>
                  <a:pt x="331322" y="1043513"/>
                </a:lnTo>
                <a:lnTo>
                  <a:pt x="331495" y="1043424"/>
                </a:lnTo>
                <a:lnTo>
                  <a:pt x="331668" y="1043326"/>
                </a:lnTo>
                <a:lnTo>
                  <a:pt x="331840" y="1043237"/>
                </a:lnTo>
                <a:lnTo>
                  <a:pt x="332014" y="1043139"/>
                </a:lnTo>
                <a:lnTo>
                  <a:pt x="332186" y="1043041"/>
                </a:lnTo>
                <a:lnTo>
                  <a:pt x="332359" y="1042943"/>
                </a:lnTo>
                <a:lnTo>
                  <a:pt x="332532" y="1042854"/>
                </a:lnTo>
                <a:lnTo>
                  <a:pt x="332705" y="1042756"/>
                </a:lnTo>
                <a:lnTo>
                  <a:pt x="332878" y="1042659"/>
                </a:lnTo>
                <a:lnTo>
                  <a:pt x="333050" y="1042561"/>
                </a:lnTo>
                <a:lnTo>
                  <a:pt x="333224" y="1042463"/>
                </a:lnTo>
                <a:lnTo>
                  <a:pt x="333396" y="1042365"/>
                </a:lnTo>
                <a:lnTo>
                  <a:pt x="333569" y="1042267"/>
                </a:lnTo>
                <a:lnTo>
                  <a:pt x="333741" y="1042169"/>
                </a:lnTo>
                <a:lnTo>
                  <a:pt x="333915" y="1042071"/>
                </a:lnTo>
                <a:lnTo>
                  <a:pt x="334088" y="1041974"/>
                </a:lnTo>
                <a:lnTo>
                  <a:pt x="334260" y="1041876"/>
                </a:lnTo>
                <a:lnTo>
                  <a:pt x="334434" y="1041769"/>
                </a:lnTo>
                <a:lnTo>
                  <a:pt x="334606" y="1041671"/>
                </a:lnTo>
                <a:lnTo>
                  <a:pt x="334779" y="1041573"/>
                </a:lnTo>
                <a:lnTo>
                  <a:pt x="334951" y="1041475"/>
                </a:lnTo>
                <a:lnTo>
                  <a:pt x="335125" y="1041369"/>
                </a:lnTo>
                <a:lnTo>
                  <a:pt x="335297" y="1041271"/>
                </a:lnTo>
                <a:lnTo>
                  <a:pt x="335470" y="1041164"/>
                </a:lnTo>
                <a:lnTo>
                  <a:pt x="335643" y="1041066"/>
                </a:lnTo>
                <a:lnTo>
                  <a:pt x="335816" y="1040968"/>
                </a:lnTo>
                <a:lnTo>
                  <a:pt x="335989" y="1040862"/>
                </a:lnTo>
                <a:lnTo>
                  <a:pt x="336161" y="1040755"/>
                </a:lnTo>
                <a:lnTo>
                  <a:pt x="336335" y="1040657"/>
                </a:lnTo>
                <a:lnTo>
                  <a:pt x="336507" y="1040550"/>
                </a:lnTo>
                <a:lnTo>
                  <a:pt x="336680" y="1040443"/>
                </a:lnTo>
                <a:lnTo>
                  <a:pt x="336853" y="1040346"/>
                </a:lnTo>
                <a:lnTo>
                  <a:pt x="337026" y="1040239"/>
                </a:lnTo>
                <a:lnTo>
                  <a:pt x="337199" y="1040132"/>
                </a:lnTo>
                <a:lnTo>
                  <a:pt x="337371" y="1040025"/>
                </a:lnTo>
                <a:lnTo>
                  <a:pt x="337544" y="1039919"/>
                </a:lnTo>
                <a:lnTo>
                  <a:pt x="337717" y="1039821"/>
                </a:lnTo>
                <a:lnTo>
                  <a:pt x="337890" y="1039714"/>
                </a:lnTo>
                <a:lnTo>
                  <a:pt x="338062" y="1039607"/>
                </a:lnTo>
                <a:lnTo>
                  <a:pt x="338236" y="1039500"/>
                </a:lnTo>
                <a:lnTo>
                  <a:pt x="338409" y="1039394"/>
                </a:lnTo>
                <a:lnTo>
                  <a:pt x="338581" y="1039278"/>
                </a:lnTo>
                <a:lnTo>
                  <a:pt x="338754" y="1039171"/>
                </a:lnTo>
                <a:lnTo>
                  <a:pt x="338927" y="1039064"/>
                </a:lnTo>
                <a:lnTo>
                  <a:pt x="339100" y="1038958"/>
                </a:lnTo>
                <a:lnTo>
                  <a:pt x="339272" y="1038851"/>
                </a:lnTo>
                <a:lnTo>
                  <a:pt x="339445" y="1038735"/>
                </a:lnTo>
                <a:lnTo>
                  <a:pt x="339618" y="1038629"/>
                </a:lnTo>
                <a:lnTo>
                  <a:pt x="339791" y="1038522"/>
                </a:lnTo>
                <a:lnTo>
                  <a:pt x="339964" y="1038406"/>
                </a:lnTo>
                <a:lnTo>
                  <a:pt x="340137" y="1038299"/>
                </a:lnTo>
                <a:lnTo>
                  <a:pt x="340310" y="1038184"/>
                </a:lnTo>
                <a:lnTo>
                  <a:pt x="340482" y="1038077"/>
                </a:lnTo>
                <a:lnTo>
                  <a:pt x="340655" y="1037961"/>
                </a:lnTo>
                <a:lnTo>
                  <a:pt x="340828" y="1037855"/>
                </a:lnTo>
                <a:lnTo>
                  <a:pt x="341001" y="1037739"/>
                </a:lnTo>
                <a:lnTo>
                  <a:pt x="341174" y="1037623"/>
                </a:lnTo>
                <a:lnTo>
                  <a:pt x="341346" y="1037516"/>
                </a:lnTo>
                <a:lnTo>
                  <a:pt x="341520" y="1037401"/>
                </a:lnTo>
                <a:lnTo>
                  <a:pt x="341692" y="1037285"/>
                </a:lnTo>
                <a:lnTo>
                  <a:pt x="341865" y="1037170"/>
                </a:lnTo>
                <a:lnTo>
                  <a:pt x="342038" y="1037054"/>
                </a:lnTo>
                <a:lnTo>
                  <a:pt x="342211" y="1036938"/>
                </a:lnTo>
                <a:lnTo>
                  <a:pt x="342383" y="1036823"/>
                </a:lnTo>
                <a:lnTo>
                  <a:pt x="342556" y="1036707"/>
                </a:lnTo>
                <a:lnTo>
                  <a:pt x="342730" y="1036591"/>
                </a:lnTo>
                <a:lnTo>
                  <a:pt x="342902" y="1036476"/>
                </a:lnTo>
                <a:lnTo>
                  <a:pt x="343075" y="1036360"/>
                </a:lnTo>
                <a:lnTo>
                  <a:pt x="343247" y="1036244"/>
                </a:lnTo>
                <a:lnTo>
                  <a:pt x="343421" y="1036129"/>
                </a:lnTo>
                <a:lnTo>
                  <a:pt x="343593" y="1036004"/>
                </a:lnTo>
                <a:lnTo>
                  <a:pt x="343766" y="1035888"/>
                </a:lnTo>
                <a:lnTo>
                  <a:pt x="343939" y="1035773"/>
                </a:lnTo>
                <a:lnTo>
                  <a:pt x="344112" y="1035648"/>
                </a:lnTo>
                <a:lnTo>
                  <a:pt x="344285" y="1035533"/>
                </a:lnTo>
                <a:lnTo>
                  <a:pt x="344457" y="1035417"/>
                </a:lnTo>
                <a:lnTo>
                  <a:pt x="344631" y="1035292"/>
                </a:lnTo>
                <a:lnTo>
                  <a:pt x="344803" y="1035168"/>
                </a:lnTo>
                <a:lnTo>
                  <a:pt x="344976" y="1035052"/>
                </a:lnTo>
                <a:lnTo>
                  <a:pt x="345148" y="1034928"/>
                </a:lnTo>
                <a:lnTo>
                  <a:pt x="345322" y="1034812"/>
                </a:lnTo>
                <a:lnTo>
                  <a:pt x="345495" y="1034687"/>
                </a:lnTo>
                <a:lnTo>
                  <a:pt x="345667" y="1034563"/>
                </a:lnTo>
                <a:lnTo>
                  <a:pt x="345841" y="1034438"/>
                </a:lnTo>
                <a:lnTo>
                  <a:pt x="346013" y="1034323"/>
                </a:lnTo>
                <a:lnTo>
                  <a:pt x="346186" y="1034198"/>
                </a:lnTo>
                <a:lnTo>
                  <a:pt x="346358" y="1034074"/>
                </a:lnTo>
                <a:lnTo>
                  <a:pt x="346532" y="1033949"/>
                </a:lnTo>
                <a:lnTo>
                  <a:pt x="346704" y="1033824"/>
                </a:lnTo>
                <a:lnTo>
                  <a:pt x="346877" y="1033700"/>
                </a:lnTo>
                <a:lnTo>
                  <a:pt x="347050" y="1033575"/>
                </a:lnTo>
                <a:lnTo>
                  <a:pt x="347223" y="1033451"/>
                </a:lnTo>
                <a:lnTo>
                  <a:pt x="347396" y="1033317"/>
                </a:lnTo>
                <a:lnTo>
                  <a:pt x="347568" y="1033193"/>
                </a:lnTo>
                <a:lnTo>
                  <a:pt x="347742" y="1033068"/>
                </a:lnTo>
                <a:lnTo>
                  <a:pt x="347914" y="1032944"/>
                </a:lnTo>
                <a:lnTo>
                  <a:pt x="348087" y="1032810"/>
                </a:lnTo>
                <a:lnTo>
                  <a:pt x="348260" y="1032686"/>
                </a:lnTo>
                <a:lnTo>
                  <a:pt x="348433" y="1032561"/>
                </a:lnTo>
                <a:lnTo>
                  <a:pt x="348606" y="1032428"/>
                </a:lnTo>
                <a:lnTo>
                  <a:pt x="348778" y="1032303"/>
                </a:lnTo>
                <a:lnTo>
                  <a:pt x="348951" y="1032170"/>
                </a:lnTo>
                <a:lnTo>
                  <a:pt x="349124" y="1032036"/>
                </a:lnTo>
                <a:lnTo>
                  <a:pt x="349297" y="1031912"/>
                </a:lnTo>
                <a:lnTo>
                  <a:pt x="349469" y="1031778"/>
                </a:lnTo>
                <a:lnTo>
                  <a:pt x="349643" y="1031645"/>
                </a:lnTo>
                <a:lnTo>
                  <a:pt x="349816" y="1031520"/>
                </a:lnTo>
                <a:lnTo>
                  <a:pt x="349988" y="1031387"/>
                </a:lnTo>
                <a:lnTo>
                  <a:pt x="350161" y="1031253"/>
                </a:lnTo>
                <a:lnTo>
                  <a:pt x="350334" y="1031120"/>
                </a:lnTo>
                <a:lnTo>
                  <a:pt x="350507" y="1030987"/>
                </a:lnTo>
                <a:lnTo>
                  <a:pt x="350679" y="1030853"/>
                </a:lnTo>
                <a:lnTo>
                  <a:pt x="350852" y="1030720"/>
                </a:lnTo>
                <a:lnTo>
                  <a:pt x="351025" y="1030586"/>
                </a:lnTo>
                <a:lnTo>
                  <a:pt x="351198" y="1030453"/>
                </a:lnTo>
                <a:lnTo>
                  <a:pt x="351371" y="1030319"/>
                </a:lnTo>
                <a:lnTo>
                  <a:pt x="351544" y="1030186"/>
                </a:lnTo>
                <a:lnTo>
                  <a:pt x="351717" y="1030043"/>
                </a:lnTo>
                <a:lnTo>
                  <a:pt x="351889" y="1029910"/>
                </a:lnTo>
                <a:lnTo>
                  <a:pt x="352062" y="1029777"/>
                </a:lnTo>
                <a:lnTo>
                  <a:pt x="352235" y="1029634"/>
                </a:lnTo>
                <a:lnTo>
                  <a:pt x="352408" y="1029501"/>
                </a:lnTo>
                <a:lnTo>
                  <a:pt x="352581" y="1029358"/>
                </a:lnTo>
                <a:lnTo>
                  <a:pt x="352753" y="1029225"/>
                </a:lnTo>
                <a:lnTo>
                  <a:pt x="352927" y="1029083"/>
                </a:lnTo>
                <a:lnTo>
                  <a:pt x="353099" y="1028949"/>
                </a:lnTo>
                <a:lnTo>
                  <a:pt x="353272" y="1028807"/>
                </a:lnTo>
                <a:lnTo>
                  <a:pt x="353445" y="1028665"/>
                </a:lnTo>
                <a:lnTo>
                  <a:pt x="353618" y="1028531"/>
                </a:lnTo>
                <a:lnTo>
                  <a:pt x="353790" y="1028389"/>
                </a:lnTo>
                <a:lnTo>
                  <a:pt x="353963" y="1028246"/>
                </a:lnTo>
                <a:lnTo>
                  <a:pt x="354137" y="1028104"/>
                </a:lnTo>
                <a:lnTo>
                  <a:pt x="354309" y="1027962"/>
                </a:lnTo>
                <a:lnTo>
                  <a:pt x="354482" y="1027819"/>
                </a:lnTo>
                <a:lnTo>
                  <a:pt x="354654" y="1027677"/>
                </a:lnTo>
                <a:lnTo>
                  <a:pt x="354828" y="1027535"/>
                </a:lnTo>
                <a:lnTo>
                  <a:pt x="355000" y="1027392"/>
                </a:lnTo>
                <a:lnTo>
                  <a:pt x="355173" y="1027250"/>
                </a:lnTo>
                <a:lnTo>
                  <a:pt x="355346" y="1027108"/>
                </a:lnTo>
                <a:lnTo>
                  <a:pt x="355519" y="1026965"/>
                </a:lnTo>
                <a:lnTo>
                  <a:pt x="355692" y="1026814"/>
                </a:lnTo>
                <a:lnTo>
                  <a:pt x="355864" y="1026672"/>
                </a:lnTo>
                <a:lnTo>
                  <a:pt x="356038" y="1026529"/>
                </a:lnTo>
                <a:lnTo>
                  <a:pt x="356210" y="1026378"/>
                </a:lnTo>
                <a:lnTo>
                  <a:pt x="356383" y="1026236"/>
                </a:lnTo>
                <a:lnTo>
                  <a:pt x="356556" y="1026085"/>
                </a:lnTo>
                <a:lnTo>
                  <a:pt x="356729" y="1025942"/>
                </a:lnTo>
                <a:lnTo>
                  <a:pt x="356902" y="1025791"/>
                </a:lnTo>
                <a:lnTo>
                  <a:pt x="357074" y="1025640"/>
                </a:lnTo>
                <a:lnTo>
                  <a:pt x="357248" y="1025497"/>
                </a:lnTo>
                <a:lnTo>
                  <a:pt x="357420" y="1025346"/>
                </a:lnTo>
                <a:lnTo>
                  <a:pt x="357593" y="1025195"/>
                </a:lnTo>
                <a:lnTo>
                  <a:pt x="357765" y="1025044"/>
                </a:lnTo>
                <a:lnTo>
                  <a:pt x="357939" y="1024901"/>
                </a:lnTo>
                <a:lnTo>
                  <a:pt x="358111" y="1024750"/>
                </a:lnTo>
                <a:lnTo>
                  <a:pt x="358284" y="1024599"/>
                </a:lnTo>
                <a:lnTo>
                  <a:pt x="358457" y="1024448"/>
                </a:lnTo>
                <a:lnTo>
                  <a:pt x="358630" y="1024296"/>
                </a:lnTo>
                <a:lnTo>
                  <a:pt x="358803" y="1024136"/>
                </a:lnTo>
                <a:lnTo>
                  <a:pt x="358975" y="1023985"/>
                </a:lnTo>
                <a:lnTo>
                  <a:pt x="359149" y="1023834"/>
                </a:lnTo>
                <a:lnTo>
                  <a:pt x="359321" y="1023683"/>
                </a:lnTo>
                <a:lnTo>
                  <a:pt x="359494" y="1023531"/>
                </a:lnTo>
                <a:lnTo>
                  <a:pt x="359667" y="1023371"/>
                </a:lnTo>
                <a:lnTo>
                  <a:pt x="359840" y="1023220"/>
                </a:lnTo>
                <a:lnTo>
                  <a:pt x="360013" y="1023060"/>
                </a:lnTo>
                <a:lnTo>
                  <a:pt x="360185" y="1022908"/>
                </a:lnTo>
                <a:lnTo>
                  <a:pt x="360358" y="1022748"/>
                </a:lnTo>
                <a:lnTo>
                  <a:pt x="360531" y="1022597"/>
                </a:lnTo>
                <a:lnTo>
                  <a:pt x="360704" y="1022437"/>
                </a:lnTo>
                <a:lnTo>
                  <a:pt x="360877" y="1022277"/>
                </a:lnTo>
                <a:lnTo>
                  <a:pt x="361050" y="1022126"/>
                </a:lnTo>
                <a:lnTo>
                  <a:pt x="361223" y="1021965"/>
                </a:lnTo>
                <a:lnTo>
                  <a:pt x="361395" y="1021805"/>
                </a:lnTo>
                <a:lnTo>
                  <a:pt x="361568" y="1021645"/>
                </a:lnTo>
                <a:lnTo>
                  <a:pt x="361741" y="1021485"/>
                </a:lnTo>
                <a:lnTo>
                  <a:pt x="361914" y="1021325"/>
                </a:lnTo>
                <a:lnTo>
                  <a:pt x="362086" y="1021165"/>
                </a:lnTo>
                <a:lnTo>
                  <a:pt x="362259" y="1021005"/>
                </a:lnTo>
                <a:lnTo>
                  <a:pt x="362432" y="1020845"/>
                </a:lnTo>
                <a:lnTo>
                  <a:pt x="362605" y="1020684"/>
                </a:lnTo>
                <a:lnTo>
                  <a:pt x="362778" y="1020524"/>
                </a:lnTo>
                <a:lnTo>
                  <a:pt x="362951" y="1020364"/>
                </a:lnTo>
                <a:lnTo>
                  <a:pt x="363124" y="1020195"/>
                </a:lnTo>
                <a:lnTo>
                  <a:pt x="363296" y="1020035"/>
                </a:lnTo>
                <a:lnTo>
                  <a:pt x="363469" y="1019866"/>
                </a:lnTo>
                <a:lnTo>
                  <a:pt x="363642" y="1019706"/>
                </a:lnTo>
                <a:lnTo>
                  <a:pt x="363815" y="1019546"/>
                </a:lnTo>
                <a:lnTo>
                  <a:pt x="363988" y="1019377"/>
                </a:lnTo>
                <a:lnTo>
                  <a:pt x="364160" y="1019208"/>
                </a:lnTo>
                <a:lnTo>
                  <a:pt x="364334" y="1019047"/>
                </a:lnTo>
                <a:lnTo>
                  <a:pt x="364506" y="1018878"/>
                </a:lnTo>
                <a:lnTo>
                  <a:pt x="364679" y="1018709"/>
                </a:lnTo>
                <a:lnTo>
                  <a:pt x="364852" y="1018549"/>
                </a:lnTo>
                <a:lnTo>
                  <a:pt x="365025" y="1018380"/>
                </a:lnTo>
                <a:lnTo>
                  <a:pt x="365198" y="1018211"/>
                </a:lnTo>
                <a:lnTo>
                  <a:pt x="365370" y="1018042"/>
                </a:lnTo>
                <a:lnTo>
                  <a:pt x="365544" y="1017873"/>
                </a:lnTo>
                <a:lnTo>
                  <a:pt x="365716" y="1017704"/>
                </a:lnTo>
                <a:lnTo>
                  <a:pt x="365889" y="1017535"/>
                </a:lnTo>
                <a:lnTo>
                  <a:pt x="366061" y="1017366"/>
                </a:lnTo>
                <a:lnTo>
                  <a:pt x="366235" y="1017188"/>
                </a:lnTo>
                <a:lnTo>
                  <a:pt x="366407" y="1017019"/>
                </a:lnTo>
                <a:lnTo>
                  <a:pt x="366580" y="1016850"/>
                </a:lnTo>
                <a:lnTo>
                  <a:pt x="366753" y="1016681"/>
                </a:lnTo>
                <a:lnTo>
                  <a:pt x="366926" y="1016503"/>
                </a:lnTo>
                <a:lnTo>
                  <a:pt x="367099" y="1016334"/>
                </a:lnTo>
                <a:lnTo>
                  <a:pt x="367271" y="1016156"/>
                </a:lnTo>
                <a:lnTo>
                  <a:pt x="367445" y="1015987"/>
                </a:lnTo>
                <a:lnTo>
                  <a:pt x="367617" y="1015809"/>
                </a:lnTo>
                <a:lnTo>
                  <a:pt x="367790" y="1015631"/>
                </a:lnTo>
                <a:lnTo>
                  <a:pt x="367963" y="1015462"/>
                </a:lnTo>
                <a:lnTo>
                  <a:pt x="368136" y="1015284"/>
                </a:lnTo>
                <a:lnTo>
                  <a:pt x="368309" y="1015106"/>
                </a:lnTo>
                <a:lnTo>
                  <a:pt x="368481" y="1014928"/>
                </a:lnTo>
                <a:lnTo>
                  <a:pt x="368655" y="1014759"/>
                </a:lnTo>
                <a:lnTo>
                  <a:pt x="368827" y="1014581"/>
                </a:lnTo>
                <a:lnTo>
                  <a:pt x="369000" y="1014404"/>
                </a:lnTo>
                <a:lnTo>
                  <a:pt x="369172" y="1014226"/>
                </a:lnTo>
                <a:lnTo>
                  <a:pt x="369346" y="1014039"/>
                </a:lnTo>
                <a:lnTo>
                  <a:pt x="369519" y="1013861"/>
                </a:lnTo>
                <a:lnTo>
                  <a:pt x="369691" y="1013683"/>
                </a:lnTo>
                <a:lnTo>
                  <a:pt x="369864" y="1013505"/>
                </a:lnTo>
                <a:lnTo>
                  <a:pt x="370037" y="1013327"/>
                </a:lnTo>
                <a:lnTo>
                  <a:pt x="370210" y="1013140"/>
                </a:lnTo>
                <a:lnTo>
                  <a:pt x="370382" y="1012962"/>
                </a:lnTo>
                <a:lnTo>
                  <a:pt x="370556" y="1012776"/>
                </a:lnTo>
                <a:lnTo>
                  <a:pt x="370728" y="1012598"/>
                </a:lnTo>
                <a:lnTo>
                  <a:pt x="370901" y="1012411"/>
                </a:lnTo>
                <a:lnTo>
                  <a:pt x="371074" y="1012233"/>
                </a:lnTo>
                <a:lnTo>
                  <a:pt x="371247" y="1012046"/>
                </a:lnTo>
                <a:lnTo>
                  <a:pt x="371420" y="1011859"/>
                </a:lnTo>
                <a:lnTo>
                  <a:pt x="371592" y="1011681"/>
                </a:lnTo>
                <a:lnTo>
                  <a:pt x="371765" y="1011494"/>
                </a:lnTo>
                <a:lnTo>
                  <a:pt x="371938" y="1011308"/>
                </a:lnTo>
                <a:lnTo>
                  <a:pt x="372111" y="1011121"/>
                </a:lnTo>
                <a:lnTo>
                  <a:pt x="372284" y="1010934"/>
                </a:lnTo>
                <a:lnTo>
                  <a:pt x="372457" y="1010747"/>
                </a:lnTo>
                <a:lnTo>
                  <a:pt x="372630" y="1010560"/>
                </a:lnTo>
                <a:lnTo>
                  <a:pt x="372802" y="1010373"/>
                </a:lnTo>
                <a:lnTo>
                  <a:pt x="372975" y="1010187"/>
                </a:lnTo>
                <a:lnTo>
                  <a:pt x="373148" y="1009991"/>
                </a:lnTo>
                <a:lnTo>
                  <a:pt x="373321" y="1009804"/>
                </a:lnTo>
                <a:lnTo>
                  <a:pt x="373493" y="1009617"/>
                </a:lnTo>
                <a:lnTo>
                  <a:pt x="373666" y="1009430"/>
                </a:lnTo>
                <a:lnTo>
                  <a:pt x="373840" y="1009235"/>
                </a:lnTo>
                <a:lnTo>
                  <a:pt x="374012" y="1009048"/>
                </a:lnTo>
                <a:lnTo>
                  <a:pt x="374185" y="1008852"/>
                </a:lnTo>
                <a:lnTo>
                  <a:pt x="374358" y="1008656"/>
                </a:lnTo>
                <a:lnTo>
                  <a:pt x="374531" y="1008470"/>
                </a:lnTo>
                <a:lnTo>
                  <a:pt x="374703" y="1008274"/>
                </a:lnTo>
                <a:lnTo>
                  <a:pt x="374876" y="1008078"/>
                </a:lnTo>
                <a:lnTo>
                  <a:pt x="375049" y="1007891"/>
                </a:lnTo>
                <a:lnTo>
                  <a:pt x="375222" y="1007696"/>
                </a:lnTo>
                <a:lnTo>
                  <a:pt x="375395" y="1007500"/>
                </a:lnTo>
                <a:lnTo>
                  <a:pt x="375567" y="1007304"/>
                </a:lnTo>
                <a:lnTo>
                  <a:pt x="375741" y="1007108"/>
                </a:lnTo>
                <a:lnTo>
                  <a:pt x="375913" y="1006913"/>
                </a:lnTo>
                <a:lnTo>
                  <a:pt x="376086" y="1006717"/>
                </a:lnTo>
                <a:lnTo>
                  <a:pt x="376259" y="1006521"/>
                </a:lnTo>
                <a:lnTo>
                  <a:pt x="376432" y="1006317"/>
                </a:lnTo>
                <a:lnTo>
                  <a:pt x="376605" y="1006121"/>
                </a:lnTo>
                <a:lnTo>
                  <a:pt x="376777" y="1005925"/>
                </a:lnTo>
                <a:lnTo>
                  <a:pt x="376951" y="1005721"/>
                </a:lnTo>
                <a:lnTo>
                  <a:pt x="377123" y="1005525"/>
                </a:lnTo>
                <a:lnTo>
                  <a:pt x="377296" y="1005320"/>
                </a:lnTo>
                <a:lnTo>
                  <a:pt x="377468" y="1005124"/>
                </a:lnTo>
                <a:lnTo>
                  <a:pt x="377642" y="1004920"/>
                </a:lnTo>
                <a:lnTo>
                  <a:pt x="377814" y="1004724"/>
                </a:lnTo>
                <a:lnTo>
                  <a:pt x="377987" y="1004520"/>
                </a:lnTo>
                <a:lnTo>
                  <a:pt x="378161" y="1004315"/>
                </a:lnTo>
                <a:lnTo>
                  <a:pt x="378333" y="1004110"/>
                </a:lnTo>
                <a:lnTo>
                  <a:pt x="378506" y="1003915"/>
                </a:lnTo>
                <a:lnTo>
                  <a:pt x="378678" y="1003710"/>
                </a:lnTo>
                <a:lnTo>
                  <a:pt x="378852" y="1003505"/>
                </a:lnTo>
                <a:lnTo>
                  <a:pt x="379024" y="1003301"/>
                </a:lnTo>
                <a:lnTo>
                  <a:pt x="379197" y="1003096"/>
                </a:lnTo>
                <a:lnTo>
                  <a:pt x="379370" y="1002883"/>
                </a:lnTo>
                <a:lnTo>
                  <a:pt x="379543" y="1002678"/>
                </a:lnTo>
                <a:lnTo>
                  <a:pt x="379716" y="1002473"/>
                </a:lnTo>
                <a:lnTo>
                  <a:pt x="379888" y="1002269"/>
                </a:lnTo>
                <a:lnTo>
                  <a:pt x="380062" y="1002055"/>
                </a:lnTo>
                <a:lnTo>
                  <a:pt x="380234" y="1001851"/>
                </a:lnTo>
                <a:lnTo>
                  <a:pt x="380407" y="1001637"/>
                </a:lnTo>
                <a:lnTo>
                  <a:pt x="380579" y="1001433"/>
                </a:lnTo>
                <a:lnTo>
                  <a:pt x="380753" y="1001219"/>
                </a:lnTo>
                <a:lnTo>
                  <a:pt x="380926" y="1001014"/>
                </a:lnTo>
                <a:lnTo>
                  <a:pt x="381098" y="1000801"/>
                </a:lnTo>
                <a:lnTo>
                  <a:pt x="381271" y="1000587"/>
                </a:lnTo>
                <a:lnTo>
                  <a:pt x="381444" y="1000383"/>
                </a:lnTo>
                <a:lnTo>
                  <a:pt x="381617" y="1000169"/>
                </a:lnTo>
                <a:lnTo>
                  <a:pt x="381789" y="999956"/>
                </a:lnTo>
                <a:lnTo>
                  <a:pt x="381963" y="999742"/>
                </a:lnTo>
                <a:lnTo>
                  <a:pt x="382135" y="999529"/>
                </a:lnTo>
                <a:lnTo>
                  <a:pt x="382308" y="999315"/>
                </a:lnTo>
                <a:lnTo>
                  <a:pt x="382481" y="999102"/>
                </a:lnTo>
                <a:lnTo>
                  <a:pt x="382654" y="998888"/>
                </a:lnTo>
                <a:lnTo>
                  <a:pt x="382827" y="998666"/>
                </a:lnTo>
                <a:lnTo>
                  <a:pt x="382999" y="998452"/>
                </a:lnTo>
                <a:lnTo>
                  <a:pt x="383172" y="998239"/>
                </a:lnTo>
                <a:lnTo>
                  <a:pt x="383345" y="998016"/>
                </a:lnTo>
                <a:lnTo>
                  <a:pt x="383518" y="997803"/>
                </a:lnTo>
                <a:lnTo>
                  <a:pt x="383691" y="997580"/>
                </a:lnTo>
                <a:lnTo>
                  <a:pt x="383864" y="997367"/>
                </a:lnTo>
                <a:lnTo>
                  <a:pt x="384037" y="997144"/>
                </a:lnTo>
                <a:lnTo>
                  <a:pt x="384209" y="996931"/>
                </a:lnTo>
                <a:lnTo>
                  <a:pt x="384382" y="996708"/>
                </a:lnTo>
                <a:lnTo>
                  <a:pt x="384555" y="996486"/>
                </a:lnTo>
                <a:lnTo>
                  <a:pt x="384728" y="996264"/>
                </a:lnTo>
                <a:lnTo>
                  <a:pt x="384900" y="996041"/>
                </a:lnTo>
                <a:lnTo>
                  <a:pt x="385073" y="995828"/>
                </a:lnTo>
                <a:lnTo>
                  <a:pt x="385247" y="995605"/>
                </a:lnTo>
                <a:lnTo>
                  <a:pt x="385419" y="995374"/>
                </a:lnTo>
                <a:lnTo>
                  <a:pt x="385592" y="995152"/>
                </a:lnTo>
                <a:lnTo>
                  <a:pt x="385765" y="994929"/>
                </a:lnTo>
                <a:lnTo>
                  <a:pt x="385938" y="994707"/>
                </a:lnTo>
                <a:lnTo>
                  <a:pt x="386110" y="994484"/>
                </a:lnTo>
                <a:lnTo>
                  <a:pt x="386283" y="994253"/>
                </a:lnTo>
                <a:lnTo>
                  <a:pt x="386456" y="994031"/>
                </a:lnTo>
                <a:lnTo>
                  <a:pt x="386629" y="993808"/>
                </a:lnTo>
                <a:lnTo>
                  <a:pt x="386802" y="993577"/>
                </a:lnTo>
                <a:lnTo>
                  <a:pt x="386974" y="993354"/>
                </a:lnTo>
                <a:lnTo>
                  <a:pt x="387148" y="993123"/>
                </a:lnTo>
                <a:lnTo>
                  <a:pt x="387320" y="992892"/>
                </a:lnTo>
                <a:lnTo>
                  <a:pt x="387493" y="992669"/>
                </a:lnTo>
                <a:lnTo>
                  <a:pt x="387666" y="992438"/>
                </a:lnTo>
                <a:lnTo>
                  <a:pt x="387839" y="992207"/>
                </a:lnTo>
                <a:lnTo>
                  <a:pt x="388012" y="991976"/>
                </a:lnTo>
                <a:lnTo>
                  <a:pt x="388184" y="991744"/>
                </a:lnTo>
                <a:lnTo>
                  <a:pt x="388358" y="991513"/>
                </a:lnTo>
                <a:lnTo>
                  <a:pt x="388530" y="991282"/>
                </a:lnTo>
                <a:lnTo>
                  <a:pt x="388703" y="991050"/>
                </a:lnTo>
                <a:lnTo>
                  <a:pt x="388875" y="990819"/>
                </a:lnTo>
                <a:lnTo>
                  <a:pt x="389049" y="990579"/>
                </a:lnTo>
                <a:lnTo>
                  <a:pt x="389221" y="990347"/>
                </a:lnTo>
                <a:lnTo>
                  <a:pt x="389394" y="990116"/>
                </a:lnTo>
                <a:lnTo>
                  <a:pt x="389568" y="989876"/>
                </a:lnTo>
                <a:lnTo>
                  <a:pt x="389740" y="989645"/>
                </a:lnTo>
                <a:lnTo>
                  <a:pt x="389913" y="989405"/>
                </a:lnTo>
                <a:lnTo>
                  <a:pt x="390085" y="989173"/>
                </a:lnTo>
                <a:lnTo>
                  <a:pt x="390259" y="988933"/>
                </a:lnTo>
                <a:lnTo>
                  <a:pt x="390431" y="988702"/>
                </a:lnTo>
                <a:lnTo>
                  <a:pt x="390604" y="988461"/>
                </a:lnTo>
                <a:lnTo>
                  <a:pt x="390777" y="988221"/>
                </a:lnTo>
                <a:lnTo>
                  <a:pt x="390950" y="987981"/>
                </a:lnTo>
                <a:lnTo>
                  <a:pt x="391123" y="987741"/>
                </a:lnTo>
                <a:lnTo>
                  <a:pt x="391295" y="987501"/>
                </a:lnTo>
                <a:lnTo>
                  <a:pt x="391469" y="987260"/>
                </a:lnTo>
                <a:lnTo>
                  <a:pt x="391641" y="987020"/>
                </a:lnTo>
                <a:lnTo>
                  <a:pt x="391814" y="986780"/>
                </a:lnTo>
                <a:lnTo>
                  <a:pt x="391987" y="986540"/>
                </a:lnTo>
                <a:lnTo>
                  <a:pt x="392160" y="986300"/>
                </a:lnTo>
                <a:lnTo>
                  <a:pt x="392333" y="986051"/>
                </a:lnTo>
                <a:lnTo>
                  <a:pt x="392505" y="985810"/>
                </a:lnTo>
                <a:lnTo>
                  <a:pt x="392678" y="985570"/>
                </a:lnTo>
                <a:lnTo>
                  <a:pt x="392851" y="985321"/>
                </a:lnTo>
                <a:lnTo>
                  <a:pt x="393024" y="985081"/>
                </a:lnTo>
                <a:lnTo>
                  <a:pt x="393196" y="984832"/>
                </a:lnTo>
                <a:lnTo>
                  <a:pt x="393370" y="984583"/>
                </a:lnTo>
                <a:lnTo>
                  <a:pt x="393543" y="984342"/>
                </a:lnTo>
                <a:lnTo>
                  <a:pt x="393715" y="984093"/>
                </a:lnTo>
                <a:lnTo>
                  <a:pt x="393888" y="983844"/>
                </a:lnTo>
                <a:lnTo>
                  <a:pt x="394061" y="983595"/>
                </a:lnTo>
                <a:lnTo>
                  <a:pt x="394234" y="983346"/>
                </a:lnTo>
                <a:lnTo>
                  <a:pt x="394406" y="983097"/>
                </a:lnTo>
                <a:lnTo>
                  <a:pt x="394579" y="982848"/>
                </a:lnTo>
                <a:lnTo>
                  <a:pt x="394752" y="982599"/>
                </a:lnTo>
                <a:lnTo>
                  <a:pt x="394925" y="982350"/>
                </a:lnTo>
                <a:lnTo>
                  <a:pt x="395098" y="982100"/>
                </a:lnTo>
                <a:lnTo>
                  <a:pt x="395271" y="981843"/>
                </a:lnTo>
                <a:lnTo>
                  <a:pt x="395444" y="981593"/>
                </a:lnTo>
                <a:lnTo>
                  <a:pt x="395616" y="981344"/>
                </a:lnTo>
                <a:lnTo>
                  <a:pt x="395789" y="981086"/>
                </a:lnTo>
                <a:lnTo>
                  <a:pt x="395962" y="980837"/>
                </a:lnTo>
                <a:lnTo>
                  <a:pt x="396135" y="980579"/>
                </a:lnTo>
                <a:lnTo>
                  <a:pt x="396308" y="980321"/>
                </a:lnTo>
                <a:lnTo>
                  <a:pt x="396480" y="980072"/>
                </a:lnTo>
                <a:lnTo>
                  <a:pt x="396654" y="979814"/>
                </a:lnTo>
                <a:lnTo>
                  <a:pt x="396826" y="979556"/>
                </a:lnTo>
                <a:lnTo>
                  <a:pt x="396999" y="979298"/>
                </a:lnTo>
                <a:lnTo>
                  <a:pt x="397172" y="979040"/>
                </a:lnTo>
                <a:lnTo>
                  <a:pt x="397345" y="978782"/>
                </a:lnTo>
                <a:lnTo>
                  <a:pt x="397517" y="978524"/>
                </a:lnTo>
                <a:lnTo>
                  <a:pt x="397690" y="978266"/>
                </a:lnTo>
                <a:lnTo>
                  <a:pt x="397864" y="978008"/>
                </a:lnTo>
                <a:lnTo>
                  <a:pt x="398036" y="977750"/>
                </a:lnTo>
                <a:lnTo>
                  <a:pt x="398209" y="977483"/>
                </a:lnTo>
                <a:lnTo>
                  <a:pt x="398381" y="977225"/>
                </a:lnTo>
                <a:lnTo>
                  <a:pt x="398555" y="976967"/>
                </a:lnTo>
                <a:lnTo>
                  <a:pt x="398727" y="976700"/>
                </a:lnTo>
                <a:lnTo>
                  <a:pt x="398900" y="976442"/>
                </a:lnTo>
                <a:lnTo>
                  <a:pt x="399073" y="976175"/>
                </a:lnTo>
                <a:lnTo>
                  <a:pt x="399246" y="975909"/>
                </a:lnTo>
                <a:lnTo>
                  <a:pt x="399419" y="975651"/>
                </a:lnTo>
                <a:lnTo>
                  <a:pt x="399591" y="975384"/>
                </a:lnTo>
                <a:lnTo>
                  <a:pt x="399765" y="975117"/>
                </a:lnTo>
                <a:lnTo>
                  <a:pt x="399937" y="974850"/>
                </a:lnTo>
                <a:lnTo>
                  <a:pt x="400110" y="974583"/>
                </a:lnTo>
                <a:lnTo>
                  <a:pt x="400282" y="974316"/>
                </a:lnTo>
                <a:lnTo>
                  <a:pt x="400456" y="974049"/>
                </a:lnTo>
                <a:lnTo>
                  <a:pt x="400629" y="973782"/>
                </a:lnTo>
                <a:lnTo>
                  <a:pt x="400801" y="973515"/>
                </a:lnTo>
                <a:lnTo>
                  <a:pt x="400975" y="973249"/>
                </a:lnTo>
                <a:lnTo>
                  <a:pt x="401147" y="972982"/>
                </a:lnTo>
                <a:lnTo>
                  <a:pt x="401320" y="972706"/>
                </a:lnTo>
                <a:lnTo>
                  <a:pt x="401492" y="972439"/>
                </a:lnTo>
                <a:lnTo>
                  <a:pt x="401666" y="972163"/>
                </a:lnTo>
                <a:lnTo>
                  <a:pt x="401838" y="971896"/>
                </a:lnTo>
                <a:lnTo>
                  <a:pt x="402011" y="971621"/>
                </a:lnTo>
                <a:lnTo>
                  <a:pt x="402184" y="971354"/>
                </a:lnTo>
                <a:lnTo>
                  <a:pt x="402357" y="971078"/>
                </a:lnTo>
                <a:lnTo>
                  <a:pt x="402530" y="970802"/>
                </a:lnTo>
                <a:lnTo>
                  <a:pt x="402702" y="970526"/>
                </a:lnTo>
                <a:lnTo>
                  <a:pt x="402876" y="970259"/>
                </a:lnTo>
                <a:lnTo>
                  <a:pt x="403048" y="969983"/>
                </a:lnTo>
                <a:lnTo>
                  <a:pt x="403221" y="969708"/>
                </a:lnTo>
                <a:lnTo>
                  <a:pt x="403394" y="969432"/>
                </a:lnTo>
                <a:lnTo>
                  <a:pt x="403567" y="969156"/>
                </a:lnTo>
                <a:lnTo>
                  <a:pt x="403740" y="968871"/>
                </a:lnTo>
                <a:lnTo>
                  <a:pt x="403912" y="968596"/>
                </a:lnTo>
                <a:lnTo>
                  <a:pt x="404085" y="968320"/>
                </a:lnTo>
                <a:lnTo>
                  <a:pt x="404258" y="968035"/>
                </a:lnTo>
                <a:lnTo>
                  <a:pt x="404431" y="967759"/>
                </a:lnTo>
                <a:lnTo>
                  <a:pt x="404603" y="967484"/>
                </a:lnTo>
                <a:lnTo>
                  <a:pt x="404777" y="967199"/>
                </a:lnTo>
                <a:lnTo>
                  <a:pt x="404950" y="966914"/>
                </a:lnTo>
                <a:lnTo>
                  <a:pt x="405122" y="966638"/>
                </a:lnTo>
                <a:lnTo>
                  <a:pt x="405295" y="966354"/>
                </a:lnTo>
                <a:lnTo>
                  <a:pt x="405468" y="966069"/>
                </a:lnTo>
                <a:lnTo>
                  <a:pt x="405641" y="965793"/>
                </a:lnTo>
                <a:lnTo>
                  <a:pt x="405813" y="965509"/>
                </a:lnTo>
                <a:lnTo>
                  <a:pt x="405986" y="965224"/>
                </a:lnTo>
                <a:lnTo>
                  <a:pt x="406159" y="964939"/>
                </a:lnTo>
                <a:lnTo>
                  <a:pt x="406332" y="964655"/>
                </a:lnTo>
                <a:lnTo>
                  <a:pt x="406505" y="964370"/>
                </a:lnTo>
                <a:lnTo>
                  <a:pt x="406678" y="964076"/>
                </a:lnTo>
                <a:lnTo>
                  <a:pt x="406851" y="963792"/>
                </a:lnTo>
                <a:lnTo>
                  <a:pt x="407023" y="963507"/>
                </a:lnTo>
                <a:lnTo>
                  <a:pt x="407196" y="963213"/>
                </a:lnTo>
                <a:lnTo>
                  <a:pt x="407369" y="962929"/>
                </a:lnTo>
                <a:lnTo>
                  <a:pt x="407542" y="962644"/>
                </a:lnTo>
                <a:lnTo>
                  <a:pt x="407715" y="962350"/>
                </a:lnTo>
                <a:lnTo>
                  <a:pt x="407887" y="962057"/>
                </a:lnTo>
                <a:lnTo>
                  <a:pt x="408061" y="961772"/>
                </a:lnTo>
                <a:lnTo>
                  <a:pt x="408233" y="961479"/>
                </a:lnTo>
                <a:lnTo>
                  <a:pt x="408406" y="961185"/>
                </a:lnTo>
                <a:lnTo>
                  <a:pt x="408579" y="960891"/>
                </a:lnTo>
                <a:lnTo>
                  <a:pt x="408752" y="960598"/>
                </a:lnTo>
                <a:lnTo>
                  <a:pt x="408924" y="960304"/>
                </a:lnTo>
                <a:lnTo>
                  <a:pt x="409097" y="960011"/>
                </a:lnTo>
                <a:lnTo>
                  <a:pt x="409271" y="959717"/>
                </a:lnTo>
                <a:lnTo>
                  <a:pt x="409443" y="959423"/>
                </a:lnTo>
                <a:lnTo>
                  <a:pt x="409616" y="959130"/>
                </a:lnTo>
                <a:lnTo>
                  <a:pt x="409788" y="958836"/>
                </a:lnTo>
                <a:lnTo>
                  <a:pt x="409962" y="958534"/>
                </a:lnTo>
                <a:lnTo>
                  <a:pt x="410134" y="958240"/>
                </a:lnTo>
                <a:lnTo>
                  <a:pt x="410307" y="957947"/>
                </a:lnTo>
                <a:lnTo>
                  <a:pt x="410480" y="957644"/>
                </a:lnTo>
                <a:lnTo>
                  <a:pt x="410653" y="957351"/>
                </a:lnTo>
                <a:lnTo>
                  <a:pt x="410826" y="957048"/>
                </a:lnTo>
                <a:lnTo>
                  <a:pt x="410998" y="956746"/>
                </a:lnTo>
                <a:lnTo>
                  <a:pt x="411172" y="956443"/>
                </a:lnTo>
                <a:lnTo>
                  <a:pt x="411344" y="956150"/>
                </a:lnTo>
                <a:lnTo>
                  <a:pt x="411517" y="955847"/>
                </a:lnTo>
                <a:lnTo>
                  <a:pt x="411689" y="955545"/>
                </a:lnTo>
                <a:lnTo>
                  <a:pt x="411863" y="955242"/>
                </a:lnTo>
                <a:lnTo>
                  <a:pt x="412036" y="954940"/>
                </a:lnTo>
                <a:lnTo>
                  <a:pt x="412208" y="954637"/>
                </a:lnTo>
                <a:lnTo>
                  <a:pt x="412382" y="954335"/>
                </a:lnTo>
                <a:lnTo>
                  <a:pt x="412554" y="954023"/>
                </a:lnTo>
                <a:lnTo>
                  <a:pt x="412727" y="953721"/>
                </a:lnTo>
                <a:lnTo>
                  <a:pt x="412899" y="953418"/>
                </a:lnTo>
                <a:lnTo>
                  <a:pt x="413073" y="953107"/>
                </a:lnTo>
                <a:lnTo>
                  <a:pt x="413245" y="952805"/>
                </a:lnTo>
                <a:lnTo>
                  <a:pt x="413418" y="952493"/>
                </a:lnTo>
                <a:lnTo>
                  <a:pt x="413591" y="952191"/>
                </a:lnTo>
                <a:lnTo>
                  <a:pt x="413764" y="951879"/>
                </a:lnTo>
                <a:lnTo>
                  <a:pt x="413937" y="951568"/>
                </a:lnTo>
                <a:lnTo>
                  <a:pt x="414109" y="951257"/>
                </a:lnTo>
                <a:lnTo>
                  <a:pt x="414283" y="950954"/>
                </a:lnTo>
                <a:lnTo>
                  <a:pt x="414455" y="950643"/>
                </a:lnTo>
                <a:lnTo>
                  <a:pt x="414628" y="950331"/>
                </a:lnTo>
                <a:lnTo>
                  <a:pt x="414801" y="950020"/>
                </a:lnTo>
                <a:lnTo>
                  <a:pt x="414974" y="949709"/>
                </a:lnTo>
                <a:lnTo>
                  <a:pt x="415147" y="949397"/>
                </a:lnTo>
                <a:lnTo>
                  <a:pt x="415319" y="949077"/>
                </a:lnTo>
                <a:lnTo>
                  <a:pt x="415492" y="948765"/>
                </a:lnTo>
                <a:lnTo>
                  <a:pt x="415665" y="948454"/>
                </a:lnTo>
                <a:lnTo>
                  <a:pt x="415838" y="948134"/>
                </a:lnTo>
                <a:lnTo>
                  <a:pt x="416010" y="947823"/>
                </a:lnTo>
                <a:lnTo>
                  <a:pt x="416184" y="947502"/>
                </a:lnTo>
                <a:lnTo>
                  <a:pt x="416357" y="947191"/>
                </a:lnTo>
                <a:lnTo>
                  <a:pt x="416529" y="946871"/>
                </a:lnTo>
                <a:lnTo>
                  <a:pt x="416702" y="946559"/>
                </a:lnTo>
                <a:lnTo>
                  <a:pt x="416875" y="946239"/>
                </a:lnTo>
                <a:lnTo>
                  <a:pt x="417048" y="945919"/>
                </a:lnTo>
                <a:lnTo>
                  <a:pt x="417220" y="945598"/>
                </a:lnTo>
                <a:lnTo>
                  <a:pt x="417393" y="945278"/>
                </a:lnTo>
                <a:lnTo>
                  <a:pt x="417566" y="944958"/>
                </a:lnTo>
                <a:lnTo>
                  <a:pt x="417739" y="944638"/>
                </a:lnTo>
                <a:lnTo>
                  <a:pt x="417912" y="944317"/>
                </a:lnTo>
                <a:lnTo>
                  <a:pt x="418085" y="943997"/>
                </a:lnTo>
                <a:lnTo>
                  <a:pt x="418258" y="943677"/>
                </a:lnTo>
                <a:lnTo>
                  <a:pt x="418430" y="943348"/>
                </a:lnTo>
                <a:lnTo>
                  <a:pt x="418603" y="943027"/>
                </a:lnTo>
                <a:lnTo>
                  <a:pt x="418776" y="942707"/>
                </a:lnTo>
                <a:lnTo>
                  <a:pt x="418949" y="942378"/>
                </a:lnTo>
                <a:lnTo>
                  <a:pt x="419122" y="942058"/>
                </a:lnTo>
                <a:lnTo>
                  <a:pt x="419294" y="941728"/>
                </a:lnTo>
                <a:lnTo>
                  <a:pt x="419468" y="941399"/>
                </a:lnTo>
                <a:lnTo>
                  <a:pt x="419640" y="941079"/>
                </a:lnTo>
                <a:lnTo>
                  <a:pt x="419813" y="940750"/>
                </a:lnTo>
                <a:lnTo>
                  <a:pt x="419986" y="940421"/>
                </a:lnTo>
                <a:lnTo>
                  <a:pt x="420159" y="940091"/>
                </a:lnTo>
                <a:lnTo>
                  <a:pt x="420332" y="939762"/>
                </a:lnTo>
                <a:lnTo>
                  <a:pt x="420504" y="939433"/>
                </a:lnTo>
                <a:lnTo>
                  <a:pt x="420678" y="939104"/>
                </a:lnTo>
                <a:lnTo>
                  <a:pt x="420850" y="938775"/>
                </a:lnTo>
                <a:lnTo>
                  <a:pt x="421023" y="938446"/>
                </a:lnTo>
                <a:lnTo>
                  <a:pt x="421195" y="938108"/>
                </a:lnTo>
                <a:lnTo>
                  <a:pt x="421369" y="937778"/>
                </a:lnTo>
                <a:lnTo>
                  <a:pt x="421541" y="937449"/>
                </a:lnTo>
                <a:lnTo>
                  <a:pt x="421714" y="937111"/>
                </a:lnTo>
                <a:lnTo>
                  <a:pt x="421887" y="936782"/>
                </a:lnTo>
                <a:lnTo>
                  <a:pt x="422060" y="936444"/>
                </a:lnTo>
                <a:lnTo>
                  <a:pt x="422233" y="936106"/>
                </a:lnTo>
                <a:lnTo>
                  <a:pt x="422405" y="935777"/>
                </a:lnTo>
                <a:lnTo>
                  <a:pt x="422579" y="935439"/>
                </a:lnTo>
                <a:lnTo>
                  <a:pt x="422751" y="935101"/>
                </a:lnTo>
                <a:lnTo>
                  <a:pt x="422924" y="934762"/>
                </a:lnTo>
                <a:lnTo>
                  <a:pt x="423097" y="934424"/>
                </a:lnTo>
                <a:lnTo>
                  <a:pt x="423270" y="934086"/>
                </a:lnTo>
                <a:lnTo>
                  <a:pt x="423443" y="933748"/>
                </a:lnTo>
                <a:lnTo>
                  <a:pt x="423615" y="933410"/>
                </a:lnTo>
                <a:lnTo>
                  <a:pt x="423789" y="933072"/>
                </a:lnTo>
                <a:lnTo>
                  <a:pt x="423961" y="932734"/>
                </a:lnTo>
                <a:lnTo>
                  <a:pt x="424134" y="932387"/>
                </a:lnTo>
                <a:lnTo>
                  <a:pt x="424306" y="932049"/>
                </a:lnTo>
                <a:lnTo>
                  <a:pt x="424480" y="931711"/>
                </a:lnTo>
                <a:lnTo>
                  <a:pt x="424653" y="931364"/>
                </a:lnTo>
                <a:lnTo>
                  <a:pt x="424825" y="931026"/>
                </a:lnTo>
                <a:lnTo>
                  <a:pt x="424998" y="930679"/>
                </a:lnTo>
                <a:lnTo>
                  <a:pt x="425171" y="930332"/>
                </a:lnTo>
                <a:lnTo>
                  <a:pt x="425344" y="929985"/>
                </a:lnTo>
                <a:lnTo>
                  <a:pt x="425516" y="929647"/>
                </a:lnTo>
                <a:lnTo>
                  <a:pt x="425690" y="929300"/>
                </a:lnTo>
                <a:lnTo>
                  <a:pt x="425862" y="928953"/>
                </a:lnTo>
                <a:lnTo>
                  <a:pt x="426035" y="928606"/>
                </a:lnTo>
                <a:lnTo>
                  <a:pt x="426208" y="928259"/>
                </a:lnTo>
                <a:lnTo>
                  <a:pt x="426381" y="927912"/>
                </a:lnTo>
                <a:lnTo>
                  <a:pt x="426554" y="927565"/>
                </a:lnTo>
                <a:lnTo>
                  <a:pt x="426726" y="927209"/>
                </a:lnTo>
                <a:lnTo>
                  <a:pt x="426899" y="926862"/>
                </a:lnTo>
                <a:lnTo>
                  <a:pt x="427072" y="926515"/>
                </a:lnTo>
                <a:lnTo>
                  <a:pt x="427245" y="926160"/>
                </a:lnTo>
                <a:lnTo>
                  <a:pt x="427418" y="925813"/>
                </a:lnTo>
                <a:lnTo>
                  <a:pt x="427591" y="925457"/>
                </a:lnTo>
                <a:lnTo>
                  <a:pt x="427764" y="925110"/>
                </a:lnTo>
                <a:lnTo>
                  <a:pt x="427936" y="924754"/>
                </a:lnTo>
                <a:lnTo>
                  <a:pt x="428109" y="924398"/>
                </a:lnTo>
                <a:lnTo>
                  <a:pt x="428282" y="924051"/>
                </a:lnTo>
                <a:lnTo>
                  <a:pt x="428455" y="923695"/>
                </a:lnTo>
                <a:lnTo>
                  <a:pt x="428627" y="923339"/>
                </a:lnTo>
                <a:lnTo>
                  <a:pt x="428800" y="922984"/>
                </a:lnTo>
                <a:lnTo>
                  <a:pt x="428974" y="922628"/>
                </a:lnTo>
                <a:lnTo>
                  <a:pt x="429146" y="922272"/>
                </a:lnTo>
                <a:lnTo>
                  <a:pt x="429319" y="921916"/>
                </a:lnTo>
                <a:lnTo>
                  <a:pt x="429492" y="921560"/>
                </a:lnTo>
                <a:lnTo>
                  <a:pt x="429665" y="921195"/>
                </a:lnTo>
                <a:lnTo>
                  <a:pt x="429837" y="920840"/>
                </a:lnTo>
                <a:lnTo>
                  <a:pt x="430010" y="920484"/>
                </a:lnTo>
                <a:lnTo>
                  <a:pt x="430183" y="920119"/>
                </a:lnTo>
                <a:lnTo>
                  <a:pt x="430356" y="919763"/>
                </a:lnTo>
                <a:lnTo>
                  <a:pt x="430529" y="919398"/>
                </a:lnTo>
                <a:lnTo>
                  <a:pt x="430701" y="919034"/>
                </a:lnTo>
                <a:lnTo>
                  <a:pt x="430875" y="918678"/>
                </a:lnTo>
                <a:lnTo>
                  <a:pt x="431047" y="918313"/>
                </a:lnTo>
                <a:lnTo>
                  <a:pt x="431220" y="917948"/>
                </a:lnTo>
                <a:lnTo>
                  <a:pt x="431393" y="917583"/>
                </a:lnTo>
                <a:lnTo>
                  <a:pt x="431566" y="917219"/>
                </a:lnTo>
                <a:lnTo>
                  <a:pt x="431739" y="916854"/>
                </a:lnTo>
                <a:lnTo>
                  <a:pt x="431911" y="916489"/>
                </a:lnTo>
                <a:lnTo>
                  <a:pt x="432085" y="916124"/>
                </a:lnTo>
                <a:lnTo>
                  <a:pt x="432257" y="915760"/>
                </a:lnTo>
                <a:lnTo>
                  <a:pt x="432430" y="915395"/>
                </a:lnTo>
                <a:lnTo>
                  <a:pt x="432602" y="915030"/>
                </a:lnTo>
                <a:lnTo>
                  <a:pt x="432776" y="914657"/>
                </a:lnTo>
                <a:lnTo>
                  <a:pt x="432948" y="914292"/>
                </a:lnTo>
                <a:lnTo>
                  <a:pt x="433121" y="913918"/>
                </a:lnTo>
                <a:lnTo>
                  <a:pt x="433295" y="913553"/>
                </a:lnTo>
                <a:lnTo>
                  <a:pt x="433467" y="913180"/>
                </a:lnTo>
                <a:lnTo>
                  <a:pt x="433640" y="912806"/>
                </a:lnTo>
                <a:lnTo>
                  <a:pt x="433812" y="912441"/>
                </a:lnTo>
                <a:lnTo>
                  <a:pt x="433986" y="912068"/>
                </a:lnTo>
                <a:lnTo>
                  <a:pt x="434158" y="911694"/>
                </a:lnTo>
                <a:lnTo>
                  <a:pt x="434331" y="911320"/>
                </a:lnTo>
                <a:lnTo>
                  <a:pt x="434504" y="910947"/>
                </a:lnTo>
                <a:lnTo>
                  <a:pt x="434677" y="910573"/>
                </a:lnTo>
                <a:lnTo>
                  <a:pt x="434850" y="910199"/>
                </a:lnTo>
                <a:lnTo>
                  <a:pt x="435022" y="909826"/>
                </a:lnTo>
                <a:lnTo>
                  <a:pt x="435196" y="909452"/>
                </a:lnTo>
                <a:lnTo>
                  <a:pt x="435368" y="909078"/>
                </a:lnTo>
                <a:lnTo>
                  <a:pt x="435541" y="908696"/>
                </a:lnTo>
                <a:lnTo>
                  <a:pt x="435713" y="908322"/>
                </a:lnTo>
                <a:lnTo>
                  <a:pt x="435887" y="907940"/>
                </a:lnTo>
                <a:lnTo>
                  <a:pt x="436060" y="907566"/>
                </a:lnTo>
                <a:lnTo>
                  <a:pt x="436232" y="907183"/>
                </a:lnTo>
                <a:lnTo>
                  <a:pt x="436405" y="906810"/>
                </a:lnTo>
                <a:lnTo>
                  <a:pt x="436578" y="906427"/>
                </a:lnTo>
                <a:lnTo>
                  <a:pt x="436751" y="906045"/>
                </a:lnTo>
                <a:lnTo>
                  <a:pt x="436923" y="905662"/>
                </a:lnTo>
                <a:lnTo>
                  <a:pt x="437097" y="905289"/>
                </a:lnTo>
                <a:lnTo>
                  <a:pt x="437269" y="904906"/>
                </a:lnTo>
                <a:lnTo>
                  <a:pt x="437442" y="904523"/>
                </a:lnTo>
                <a:lnTo>
                  <a:pt x="437615" y="904141"/>
                </a:lnTo>
                <a:lnTo>
                  <a:pt x="437788" y="903749"/>
                </a:lnTo>
                <a:lnTo>
                  <a:pt x="437961" y="903367"/>
                </a:lnTo>
                <a:lnTo>
                  <a:pt x="438133" y="902984"/>
                </a:lnTo>
                <a:lnTo>
                  <a:pt x="438306" y="902602"/>
                </a:lnTo>
                <a:lnTo>
                  <a:pt x="438479" y="902210"/>
                </a:lnTo>
                <a:lnTo>
                  <a:pt x="438652" y="901828"/>
                </a:lnTo>
                <a:lnTo>
                  <a:pt x="438825" y="901436"/>
                </a:lnTo>
                <a:lnTo>
                  <a:pt x="438998" y="901054"/>
                </a:lnTo>
                <a:lnTo>
                  <a:pt x="439171" y="900662"/>
                </a:lnTo>
                <a:lnTo>
                  <a:pt x="439343" y="900280"/>
                </a:lnTo>
                <a:lnTo>
                  <a:pt x="439516" y="899888"/>
                </a:lnTo>
                <a:lnTo>
                  <a:pt x="439689" y="899497"/>
                </a:lnTo>
                <a:lnTo>
                  <a:pt x="439862" y="899106"/>
                </a:lnTo>
                <a:lnTo>
                  <a:pt x="440034" y="898714"/>
                </a:lnTo>
                <a:lnTo>
                  <a:pt x="440207" y="898323"/>
                </a:lnTo>
                <a:lnTo>
                  <a:pt x="440381" y="897931"/>
                </a:lnTo>
                <a:lnTo>
                  <a:pt x="440553" y="897540"/>
                </a:lnTo>
                <a:lnTo>
                  <a:pt x="440726" y="897148"/>
                </a:lnTo>
                <a:lnTo>
                  <a:pt x="440899" y="896757"/>
                </a:lnTo>
                <a:lnTo>
                  <a:pt x="441072" y="896365"/>
                </a:lnTo>
                <a:lnTo>
                  <a:pt x="441244" y="895965"/>
                </a:lnTo>
                <a:lnTo>
                  <a:pt x="441417" y="895574"/>
                </a:lnTo>
                <a:lnTo>
                  <a:pt x="441590" y="895182"/>
                </a:lnTo>
                <a:lnTo>
                  <a:pt x="441763" y="894782"/>
                </a:lnTo>
                <a:lnTo>
                  <a:pt x="441936" y="894390"/>
                </a:lnTo>
                <a:lnTo>
                  <a:pt x="442108" y="893990"/>
                </a:lnTo>
                <a:lnTo>
                  <a:pt x="442282" y="893590"/>
                </a:lnTo>
                <a:lnTo>
                  <a:pt x="442454" y="893198"/>
                </a:lnTo>
                <a:lnTo>
                  <a:pt x="442627" y="892798"/>
                </a:lnTo>
                <a:lnTo>
                  <a:pt x="442800" y="892398"/>
                </a:lnTo>
                <a:lnTo>
                  <a:pt x="442973" y="891997"/>
                </a:lnTo>
                <a:lnTo>
                  <a:pt x="443146" y="891597"/>
                </a:lnTo>
                <a:lnTo>
                  <a:pt x="443318" y="891197"/>
                </a:lnTo>
                <a:lnTo>
                  <a:pt x="443492" y="890796"/>
                </a:lnTo>
                <a:lnTo>
                  <a:pt x="443664" y="890396"/>
                </a:lnTo>
                <a:lnTo>
                  <a:pt x="443837" y="889996"/>
                </a:lnTo>
                <a:lnTo>
                  <a:pt x="444009" y="889586"/>
                </a:lnTo>
                <a:lnTo>
                  <a:pt x="444183" y="889186"/>
                </a:lnTo>
                <a:lnTo>
                  <a:pt x="444355" y="888786"/>
                </a:lnTo>
                <a:lnTo>
                  <a:pt x="444528" y="888376"/>
                </a:lnTo>
                <a:lnTo>
                  <a:pt x="444702" y="887976"/>
                </a:lnTo>
                <a:lnTo>
                  <a:pt x="444874" y="887567"/>
                </a:lnTo>
                <a:lnTo>
                  <a:pt x="445047" y="887158"/>
                </a:lnTo>
                <a:lnTo>
                  <a:pt x="445219" y="886757"/>
                </a:lnTo>
                <a:lnTo>
                  <a:pt x="445393" y="886348"/>
                </a:lnTo>
                <a:lnTo>
                  <a:pt x="445565" y="885939"/>
                </a:lnTo>
                <a:lnTo>
                  <a:pt x="445738" y="885530"/>
                </a:lnTo>
                <a:lnTo>
                  <a:pt x="445911" y="885120"/>
                </a:lnTo>
                <a:lnTo>
                  <a:pt x="446084" y="884711"/>
                </a:lnTo>
                <a:lnTo>
                  <a:pt x="446257" y="884302"/>
                </a:lnTo>
                <a:lnTo>
                  <a:pt x="446429" y="883893"/>
                </a:lnTo>
                <a:lnTo>
                  <a:pt x="446603" y="883483"/>
                </a:lnTo>
                <a:lnTo>
                  <a:pt x="446775" y="883074"/>
                </a:lnTo>
                <a:lnTo>
                  <a:pt x="446948" y="882656"/>
                </a:lnTo>
                <a:lnTo>
                  <a:pt x="447121" y="882247"/>
                </a:lnTo>
                <a:lnTo>
                  <a:pt x="447294" y="881838"/>
                </a:lnTo>
                <a:lnTo>
                  <a:pt x="447467" y="881419"/>
                </a:lnTo>
                <a:lnTo>
                  <a:pt x="447639" y="881010"/>
                </a:lnTo>
                <a:lnTo>
                  <a:pt x="447812" y="880592"/>
                </a:lnTo>
                <a:lnTo>
                  <a:pt x="447985" y="880174"/>
                </a:lnTo>
                <a:lnTo>
                  <a:pt x="448158" y="879765"/>
                </a:lnTo>
                <a:lnTo>
                  <a:pt x="448330" y="879346"/>
                </a:lnTo>
                <a:lnTo>
                  <a:pt x="448504" y="878928"/>
                </a:lnTo>
                <a:lnTo>
                  <a:pt x="448676" y="878510"/>
                </a:lnTo>
                <a:lnTo>
                  <a:pt x="448849" y="878092"/>
                </a:lnTo>
                <a:lnTo>
                  <a:pt x="449022" y="877674"/>
                </a:lnTo>
                <a:lnTo>
                  <a:pt x="449195" y="877256"/>
                </a:lnTo>
                <a:lnTo>
                  <a:pt x="449368" y="876838"/>
                </a:lnTo>
                <a:lnTo>
                  <a:pt x="449540" y="876420"/>
                </a:lnTo>
                <a:lnTo>
                  <a:pt x="449713" y="876001"/>
                </a:lnTo>
                <a:lnTo>
                  <a:pt x="449886" y="875583"/>
                </a:lnTo>
                <a:lnTo>
                  <a:pt x="450059" y="875156"/>
                </a:lnTo>
                <a:lnTo>
                  <a:pt x="450232" y="874738"/>
                </a:lnTo>
                <a:lnTo>
                  <a:pt x="450405" y="874311"/>
                </a:lnTo>
                <a:lnTo>
                  <a:pt x="450578" y="873893"/>
                </a:lnTo>
                <a:lnTo>
                  <a:pt x="450750" y="873466"/>
                </a:lnTo>
                <a:lnTo>
                  <a:pt x="450923" y="873048"/>
                </a:lnTo>
                <a:lnTo>
                  <a:pt x="451096" y="872621"/>
                </a:lnTo>
                <a:lnTo>
                  <a:pt x="451269" y="872194"/>
                </a:lnTo>
                <a:lnTo>
                  <a:pt x="451442" y="871767"/>
                </a:lnTo>
                <a:lnTo>
                  <a:pt x="451614" y="871340"/>
                </a:lnTo>
                <a:lnTo>
                  <a:pt x="451788" y="870913"/>
                </a:lnTo>
                <a:lnTo>
                  <a:pt x="451960" y="870486"/>
                </a:lnTo>
                <a:lnTo>
                  <a:pt x="452133" y="870059"/>
                </a:lnTo>
                <a:lnTo>
                  <a:pt x="452306" y="869632"/>
                </a:lnTo>
                <a:lnTo>
                  <a:pt x="452479" y="869205"/>
                </a:lnTo>
                <a:lnTo>
                  <a:pt x="452651" y="868777"/>
                </a:lnTo>
                <a:lnTo>
                  <a:pt x="452824" y="868350"/>
                </a:lnTo>
                <a:lnTo>
                  <a:pt x="452997" y="867915"/>
                </a:lnTo>
                <a:lnTo>
                  <a:pt x="453170" y="867488"/>
                </a:lnTo>
                <a:lnTo>
                  <a:pt x="453343" y="867052"/>
                </a:lnTo>
                <a:lnTo>
                  <a:pt x="453515" y="866625"/>
                </a:lnTo>
                <a:lnTo>
                  <a:pt x="453689" y="866189"/>
                </a:lnTo>
                <a:lnTo>
                  <a:pt x="453861" y="865762"/>
                </a:lnTo>
                <a:lnTo>
                  <a:pt x="454034" y="865326"/>
                </a:lnTo>
                <a:lnTo>
                  <a:pt x="454207" y="864890"/>
                </a:lnTo>
                <a:lnTo>
                  <a:pt x="454380" y="864454"/>
                </a:lnTo>
                <a:lnTo>
                  <a:pt x="454553" y="864027"/>
                </a:lnTo>
                <a:lnTo>
                  <a:pt x="454725" y="863591"/>
                </a:lnTo>
                <a:lnTo>
                  <a:pt x="454899" y="863155"/>
                </a:lnTo>
                <a:lnTo>
                  <a:pt x="455071" y="862719"/>
                </a:lnTo>
                <a:lnTo>
                  <a:pt x="455244" y="862283"/>
                </a:lnTo>
                <a:lnTo>
                  <a:pt x="455416" y="861838"/>
                </a:lnTo>
                <a:lnTo>
                  <a:pt x="455590" y="861402"/>
                </a:lnTo>
                <a:lnTo>
                  <a:pt x="455763" y="860966"/>
                </a:lnTo>
                <a:lnTo>
                  <a:pt x="455935" y="860531"/>
                </a:lnTo>
                <a:lnTo>
                  <a:pt x="456109" y="860086"/>
                </a:lnTo>
                <a:lnTo>
                  <a:pt x="456281" y="859650"/>
                </a:lnTo>
                <a:lnTo>
                  <a:pt x="456454" y="859205"/>
                </a:lnTo>
                <a:lnTo>
                  <a:pt x="456626" y="858769"/>
                </a:lnTo>
                <a:lnTo>
                  <a:pt x="456800" y="858324"/>
                </a:lnTo>
                <a:lnTo>
                  <a:pt x="456972" y="857879"/>
                </a:lnTo>
                <a:lnTo>
                  <a:pt x="457145" y="857443"/>
                </a:lnTo>
                <a:lnTo>
                  <a:pt x="457318" y="856999"/>
                </a:lnTo>
                <a:lnTo>
                  <a:pt x="457491" y="856554"/>
                </a:lnTo>
                <a:lnTo>
                  <a:pt x="457664" y="856109"/>
                </a:lnTo>
                <a:lnTo>
                  <a:pt x="457836" y="855664"/>
                </a:lnTo>
                <a:lnTo>
                  <a:pt x="458010" y="855219"/>
                </a:lnTo>
                <a:lnTo>
                  <a:pt x="458182" y="854774"/>
                </a:lnTo>
                <a:lnTo>
                  <a:pt x="458355" y="854330"/>
                </a:lnTo>
                <a:lnTo>
                  <a:pt x="458527" y="853885"/>
                </a:lnTo>
                <a:lnTo>
                  <a:pt x="458701" y="853440"/>
                </a:lnTo>
                <a:lnTo>
                  <a:pt x="458874" y="852986"/>
                </a:lnTo>
                <a:lnTo>
                  <a:pt x="459046" y="852541"/>
                </a:lnTo>
                <a:lnTo>
                  <a:pt x="459219" y="852097"/>
                </a:lnTo>
                <a:lnTo>
                  <a:pt x="459392" y="851643"/>
                </a:lnTo>
                <a:lnTo>
                  <a:pt x="459565" y="851198"/>
                </a:lnTo>
                <a:lnTo>
                  <a:pt x="459737" y="850744"/>
                </a:lnTo>
                <a:lnTo>
                  <a:pt x="459911" y="850291"/>
                </a:lnTo>
                <a:lnTo>
                  <a:pt x="460084" y="849846"/>
                </a:lnTo>
                <a:lnTo>
                  <a:pt x="460256" y="849392"/>
                </a:lnTo>
                <a:lnTo>
                  <a:pt x="460429" y="848938"/>
                </a:lnTo>
                <a:lnTo>
                  <a:pt x="460602" y="848485"/>
                </a:lnTo>
                <a:lnTo>
                  <a:pt x="460775" y="848031"/>
                </a:lnTo>
                <a:lnTo>
                  <a:pt x="460947" y="847577"/>
                </a:lnTo>
                <a:lnTo>
                  <a:pt x="461120" y="847124"/>
                </a:lnTo>
                <a:lnTo>
                  <a:pt x="461293" y="846670"/>
                </a:lnTo>
                <a:lnTo>
                  <a:pt x="461466" y="846216"/>
                </a:lnTo>
                <a:lnTo>
                  <a:pt x="461639" y="845762"/>
                </a:lnTo>
                <a:lnTo>
                  <a:pt x="461812" y="845309"/>
                </a:lnTo>
                <a:lnTo>
                  <a:pt x="461985" y="844846"/>
                </a:lnTo>
                <a:lnTo>
                  <a:pt x="462157" y="844392"/>
                </a:lnTo>
                <a:lnTo>
                  <a:pt x="462330" y="843939"/>
                </a:lnTo>
                <a:lnTo>
                  <a:pt x="462503" y="843476"/>
                </a:lnTo>
                <a:lnTo>
                  <a:pt x="462676" y="843022"/>
                </a:lnTo>
                <a:lnTo>
                  <a:pt x="462848" y="842560"/>
                </a:lnTo>
                <a:lnTo>
                  <a:pt x="463021" y="842097"/>
                </a:lnTo>
                <a:lnTo>
                  <a:pt x="463195" y="841643"/>
                </a:lnTo>
                <a:lnTo>
                  <a:pt x="463367" y="841181"/>
                </a:lnTo>
                <a:lnTo>
                  <a:pt x="463540" y="840718"/>
                </a:lnTo>
                <a:lnTo>
                  <a:pt x="463713" y="840256"/>
                </a:lnTo>
                <a:lnTo>
                  <a:pt x="463886" y="839793"/>
                </a:lnTo>
                <a:lnTo>
                  <a:pt x="464058" y="839330"/>
                </a:lnTo>
                <a:lnTo>
                  <a:pt x="464231" y="838868"/>
                </a:lnTo>
                <a:lnTo>
                  <a:pt x="464405" y="838405"/>
                </a:lnTo>
                <a:lnTo>
                  <a:pt x="464577" y="837942"/>
                </a:lnTo>
                <a:lnTo>
                  <a:pt x="464750" y="837480"/>
                </a:lnTo>
                <a:lnTo>
                  <a:pt x="464922" y="837017"/>
                </a:lnTo>
                <a:lnTo>
                  <a:pt x="465096" y="836546"/>
                </a:lnTo>
                <a:lnTo>
                  <a:pt x="465268" y="836083"/>
                </a:lnTo>
                <a:lnTo>
                  <a:pt x="465441" y="835620"/>
                </a:lnTo>
                <a:lnTo>
                  <a:pt x="465614" y="835149"/>
                </a:lnTo>
                <a:lnTo>
                  <a:pt x="465787" y="834686"/>
                </a:lnTo>
                <a:lnTo>
                  <a:pt x="465960" y="834215"/>
                </a:lnTo>
                <a:lnTo>
                  <a:pt x="466132" y="833743"/>
                </a:lnTo>
                <a:lnTo>
                  <a:pt x="466306" y="833281"/>
                </a:lnTo>
                <a:lnTo>
                  <a:pt x="466478" y="832809"/>
                </a:lnTo>
                <a:lnTo>
                  <a:pt x="466651" y="832338"/>
                </a:lnTo>
                <a:lnTo>
                  <a:pt x="466823" y="831866"/>
                </a:lnTo>
                <a:lnTo>
                  <a:pt x="466997" y="831395"/>
                </a:lnTo>
                <a:lnTo>
                  <a:pt x="467169" y="830923"/>
                </a:lnTo>
                <a:lnTo>
                  <a:pt x="467342" y="830452"/>
                </a:lnTo>
                <a:lnTo>
                  <a:pt x="467516" y="829980"/>
                </a:lnTo>
                <a:lnTo>
                  <a:pt x="467688" y="829509"/>
                </a:lnTo>
                <a:lnTo>
                  <a:pt x="467861" y="829037"/>
                </a:lnTo>
                <a:lnTo>
                  <a:pt x="468033" y="828566"/>
                </a:lnTo>
                <a:lnTo>
                  <a:pt x="468207" y="828085"/>
                </a:lnTo>
                <a:lnTo>
                  <a:pt x="468379" y="827614"/>
                </a:lnTo>
                <a:lnTo>
                  <a:pt x="468552" y="827142"/>
                </a:lnTo>
                <a:lnTo>
                  <a:pt x="468725" y="826662"/>
                </a:lnTo>
                <a:lnTo>
                  <a:pt x="468898" y="826190"/>
                </a:lnTo>
                <a:lnTo>
                  <a:pt x="469071" y="825710"/>
                </a:lnTo>
                <a:lnTo>
                  <a:pt x="469243" y="825229"/>
                </a:lnTo>
                <a:lnTo>
                  <a:pt x="469417" y="824758"/>
                </a:lnTo>
                <a:lnTo>
                  <a:pt x="469589" y="824278"/>
                </a:lnTo>
                <a:lnTo>
                  <a:pt x="469762" y="823797"/>
                </a:lnTo>
                <a:lnTo>
                  <a:pt x="469935" y="823317"/>
                </a:lnTo>
                <a:lnTo>
                  <a:pt x="470108" y="822845"/>
                </a:lnTo>
                <a:lnTo>
                  <a:pt x="470281" y="822365"/>
                </a:lnTo>
                <a:lnTo>
                  <a:pt x="470453" y="821884"/>
                </a:lnTo>
                <a:lnTo>
                  <a:pt x="470626" y="821404"/>
                </a:lnTo>
                <a:lnTo>
                  <a:pt x="470799" y="820924"/>
                </a:lnTo>
                <a:lnTo>
                  <a:pt x="470972" y="820434"/>
                </a:lnTo>
                <a:lnTo>
                  <a:pt x="471144" y="819954"/>
                </a:lnTo>
                <a:lnTo>
                  <a:pt x="471318" y="819473"/>
                </a:lnTo>
                <a:lnTo>
                  <a:pt x="471490" y="818993"/>
                </a:lnTo>
                <a:lnTo>
                  <a:pt x="471663" y="818504"/>
                </a:lnTo>
                <a:lnTo>
                  <a:pt x="471836" y="818023"/>
                </a:lnTo>
                <a:lnTo>
                  <a:pt x="472009" y="817534"/>
                </a:lnTo>
                <a:lnTo>
                  <a:pt x="472182" y="817054"/>
                </a:lnTo>
                <a:lnTo>
                  <a:pt x="472354" y="816564"/>
                </a:lnTo>
                <a:lnTo>
                  <a:pt x="472527" y="816084"/>
                </a:lnTo>
                <a:lnTo>
                  <a:pt x="472700" y="815595"/>
                </a:lnTo>
                <a:lnTo>
                  <a:pt x="472873" y="815105"/>
                </a:lnTo>
                <a:lnTo>
                  <a:pt x="473046" y="814616"/>
                </a:lnTo>
                <a:lnTo>
                  <a:pt x="473219" y="814136"/>
                </a:lnTo>
                <a:lnTo>
                  <a:pt x="473392" y="813646"/>
                </a:lnTo>
                <a:lnTo>
                  <a:pt x="473564" y="813157"/>
                </a:lnTo>
                <a:lnTo>
                  <a:pt x="473737" y="812668"/>
                </a:lnTo>
                <a:lnTo>
                  <a:pt x="473910" y="812178"/>
                </a:lnTo>
                <a:lnTo>
                  <a:pt x="474083" y="811689"/>
                </a:lnTo>
                <a:lnTo>
                  <a:pt x="474256" y="811191"/>
                </a:lnTo>
                <a:lnTo>
                  <a:pt x="474428" y="810702"/>
                </a:lnTo>
                <a:lnTo>
                  <a:pt x="474602" y="810212"/>
                </a:lnTo>
                <a:lnTo>
                  <a:pt x="474774" y="809723"/>
                </a:lnTo>
                <a:lnTo>
                  <a:pt x="474947" y="809225"/>
                </a:lnTo>
                <a:lnTo>
                  <a:pt x="475120" y="808735"/>
                </a:lnTo>
                <a:lnTo>
                  <a:pt x="475293" y="808237"/>
                </a:lnTo>
                <a:lnTo>
                  <a:pt x="475465" y="807748"/>
                </a:lnTo>
                <a:lnTo>
                  <a:pt x="475638" y="807250"/>
                </a:lnTo>
                <a:lnTo>
                  <a:pt x="475812" y="806760"/>
                </a:lnTo>
                <a:lnTo>
                  <a:pt x="475984" y="806262"/>
                </a:lnTo>
                <a:lnTo>
                  <a:pt x="476157" y="805764"/>
                </a:lnTo>
                <a:lnTo>
                  <a:pt x="476329" y="805266"/>
                </a:lnTo>
                <a:lnTo>
                  <a:pt x="476503" y="804776"/>
                </a:lnTo>
                <a:lnTo>
                  <a:pt x="476675" y="804278"/>
                </a:lnTo>
                <a:lnTo>
                  <a:pt x="476848" y="803780"/>
                </a:lnTo>
                <a:lnTo>
                  <a:pt x="477021" y="803282"/>
                </a:lnTo>
                <a:lnTo>
                  <a:pt x="477194" y="802784"/>
                </a:lnTo>
                <a:lnTo>
                  <a:pt x="477367" y="802285"/>
                </a:lnTo>
                <a:lnTo>
                  <a:pt x="477539" y="801787"/>
                </a:lnTo>
                <a:lnTo>
                  <a:pt x="477713" y="801280"/>
                </a:lnTo>
                <a:lnTo>
                  <a:pt x="477885" y="800782"/>
                </a:lnTo>
                <a:lnTo>
                  <a:pt x="478058" y="800284"/>
                </a:lnTo>
                <a:lnTo>
                  <a:pt x="478230" y="799786"/>
                </a:lnTo>
                <a:lnTo>
                  <a:pt x="478404" y="799278"/>
                </a:lnTo>
                <a:lnTo>
                  <a:pt x="478577" y="798780"/>
                </a:lnTo>
                <a:lnTo>
                  <a:pt x="478749" y="798273"/>
                </a:lnTo>
                <a:lnTo>
                  <a:pt x="478923" y="797775"/>
                </a:lnTo>
                <a:lnTo>
                  <a:pt x="479095" y="797268"/>
                </a:lnTo>
                <a:lnTo>
                  <a:pt x="479268" y="796761"/>
                </a:lnTo>
                <a:lnTo>
                  <a:pt x="479440" y="796263"/>
                </a:lnTo>
                <a:lnTo>
                  <a:pt x="479614" y="795755"/>
                </a:lnTo>
                <a:lnTo>
                  <a:pt x="479786" y="795248"/>
                </a:lnTo>
                <a:lnTo>
                  <a:pt x="479959" y="794741"/>
                </a:lnTo>
                <a:lnTo>
                  <a:pt x="480132" y="794234"/>
                </a:lnTo>
                <a:lnTo>
                  <a:pt x="480305" y="793727"/>
                </a:lnTo>
                <a:lnTo>
                  <a:pt x="480478" y="793229"/>
                </a:lnTo>
                <a:lnTo>
                  <a:pt x="480650" y="792713"/>
                </a:lnTo>
                <a:lnTo>
                  <a:pt x="480824" y="792206"/>
                </a:lnTo>
                <a:lnTo>
                  <a:pt x="480996" y="791699"/>
                </a:lnTo>
                <a:lnTo>
                  <a:pt x="481169" y="791192"/>
                </a:lnTo>
                <a:lnTo>
                  <a:pt x="481342" y="790685"/>
                </a:lnTo>
                <a:lnTo>
                  <a:pt x="481515" y="790168"/>
                </a:lnTo>
                <a:lnTo>
                  <a:pt x="481688" y="789661"/>
                </a:lnTo>
                <a:lnTo>
                  <a:pt x="481860" y="789154"/>
                </a:lnTo>
                <a:lnTo>
                  <a:pt x="482033" y="788638"/>
                </a:lnTo>
                <a:lnTo>
                  <a:pt x="482206" y="788131"/>
                </a:lnTo>
                <a:lnTo>
                  <a:pt x="482379" y="787615"/>
                </a:lnTo>
                <a:lnTo>
                  <a:pt x="482551" y="787108"/>
                </a:lnTo>
                <a:lnTo>
                  <a:pt x="482725" y="786592"/>
                </a:lnTo>
                <a:lnTo>
                  <a:pt x="482898" y="786076"/>
                </a:lnTo>
                <a:lnTo>
                  <a:pt x="483070" y="785569"/>
                </a:lnTo>
                <a:lnTo>
                  <a:pt x="483243" y="785053"/>
                </a:lnTo>
                <a:lnTo>
                  <a:pt x="483416" y="784537"/>
                </a:lnTo>
                <a:lnTo>
                  <a:pt x="483589" y="784021"/>
                </a:lnTo>
                <a:lnTo>
                  <a:pt x="483761" y="783505"/>
                </a:lnTo>
                <a:lnTo>
                  <a:pt x="483934" y="782989"/>
                </a:lnTo>
                <a:lnTo>
                  <a:pt x="484107" y="782473"/>
                </a:lnTo>
                <a:lnTo>
                  <a:pt x="484280" y="781957"/>
                </a:lnTo>
                <a:lnTo>
                  <a:pt x="484453" y="781441"/>
                </a:lnTo>
                <a:lnTo>
                  <a:pt x="484626" y="780925"/>
                </a:lnTo>
                <a:lnTo>
                  <a:pt x="484799" y="780409"/>
                </a:lnTo>
                <a:lnTo>
                  <a:pt x="484971" y="779884"/>
                </a:lnTo>
                <a:lnTo>
                  <a:pt x="485144" y="779368"/>
                </a:lnTo>
                <a:lnTo>
                  <a:pt x="485317" y="778852"/>
                </a:lnTo>
                <a:lnTo>
                  <a:pt x="485490" y="778327"/>
                </a:lnTo>
                <a:lnTo>
                  <a:pt x="485663" y="777811"/>
                </a:lnTo>
                <a:lnTo>
                  <a:pt x="485835" y="777286"/>
                </a:lnTo>
                <a:lnTo>
                  <a:pt x="486009" y="776770"/>
                </a:lnTo>
                <a:lnTo>
                  <a:pt x="486181" y="776246"/>
                </a:lnTo>
                <a:lnTo>
                  <a:pt x="486354" y="775721"/>
                </a:lnTo>
                <a:lnTo>
                  <a:pt x="486527" y="775205"/>
                </a:lnTo>
                <a:lnTo>
                  <a:pt x="486700" y="774680"/>
                </a:lnTo>
                <a:lnTo>
                  <a:pt x="486872" y="774155"/>
                </a:lnTo>
                <a:lnTo>
                  <a:pt x="487045" y="773630"/>
                </a:lnTo>
                <a:lnTo>
                  <a:pt x="487219" y="773105"/>
                </a:lnTo>
                <a:lnTo>
                  <a:pt x="487391" y="772589"/>
                </a:lnTo>
                <a:lnTo>
                  <a:pt x="487564" y="772064"/>
                </a:lnTo>
                <a:lnTo>
                  <a:pt x="487736" y="771530"/>
                </a:lnTo>
                <a:lnTo>
                  <a:pt x="487910" y="771006"/>
                </a:lnTo>
                <a:lnTo>
                  <a:pt x="488082" y="770481"/>
                </a:lnTo>
                <a:lnTo>
                  <a:pt x="488255" y="769956"/>
                </a:lnTo>
                <a:lnTo>
                  <a:pt x="488428" y="769431"/>
                </a:lnTo>
                <a:lnTo>
                  <a:pt x="488601" y="768906"/>
                </a:lnTo>
                <a:lnTo>
                  <a:pt x="488774" y="768372"/>
                </a:lnTo>
                <a:lnTo>
                  <a:pt x="488946" y="767847"/>
                </a:lnTo>
                <a:lnTo>
                  <a:pt x="489120" y="767322"/>
                </a:lnTo>
                <a:lnTo>
                  <a:pt x="489292" y="766789"/>
                </a:lnTo>
                <a:lnTo>
                  <a:pt x="489465" y="766264"/>
                </a:lnTo>
                <a:lnTo>
                  <a:pt x="489637" y="765730"/>
                </a:lnTo>
                <a:lnTo>
                  <a:pt x="489811" y="765196"/>
                </a:lnTo>
                <a:lnTo>
                  <a:pt x="489984" y="764671"/>
                </a:lnTo>
                <a:lnTo>
                  <a:pt x="490156" y="764138"/>
                </a:lnTo>
                <a:lnTo>
                  <a:pt x="490330" y="763607"/>
                </a:lnTo>
                <a:lnTo>
                  <a:pt x="490502" y="763075"/>
                </a:lnTo>
                <a:lnTo>
                  <a:pt x="490675" y="762543"/>
                </a:lnTo>
                <a:lnTo>
                  <a:pt x="490847" y="762011"/>
                </a:lnTo>
                <a:lnTo>
                  <a:pt x="491021" y="761477"/>
                </a:lnTo>
                <a:lnTo>
                  <a:pt x="491193" y="760945"/>
                </a:lnTo>
                <a:lnTo>
                  <a:pt x="491366" y="760411"/>
                </a:lnTo>
                <a:lnTo>
                  <a:pt x="491539" y="759876"/>
                </a:lnTo>
                <a:lnTo>
                  <a:pt x="491712" y="759341"/>
                </a:lnTo>
                <a:lnTo>
                  <a:pt x="491885" y="758807"/>
                </a:lnTo>
                <a:lnTo>
                  <a:pt x="492057" y="758271"/>
                </a:lnTo>
                <a:lnTo>
                  <a:pt x="492231" y="757736"/>
                </a:lnTo>
                <a:lnTo>
                  <a:pt x="492403" y="757199"/>
                </a:lnTo>
                <a:lnTo>
                  <a:pt x="492576" y="756663"/>
                </a:lnTo>
                <a:lnTo>
                  <a:pt x="492749" y="756125"/>
                </a:lnTo>
                <a:lnTo>
                  <a:pt x="492922" y="755588"/>
                </a:lnTo>
                <a:lnTo>
                  <a:pt x="493095" y="755051"/>
                </a:lnTo>
                <a:lnTo>
                  <a:pt x="493267" y="754512"/>
                </a:lnTo>
                <a:lnTo>
                  <a:pt x="493440" y="753973"/>
                </a:lnTo>
                <a:lnTo>
                  <a:pt x="493613" y="753435"/>
                </a:lnTo>
                <a:lnTo>
                  <a:pt x="493786" y="752895"/>
                </a:lnTo>
                <a:lnTo>
                  <a:pt x="493958" y="752356"/>
                </a:lnTo>
                <a:lnTo>
                  <a:pt x="494132" y="751815"/>
                </a:lnTo>
                <a:lnTo>
                  <a:pt x="494305" y="751275"/>
                </a:lnTo>
                <a:lnTo>
                  <a:pt x="494477" y="750734"/>
                </a:lnTo>
                <a:lnTo>
                  <a:pt x="494650" y="750192"/>
                </a:lnTo>
                <a:lnTo>
                  <a:pt x="494823" y="749651"/>
                </a:lnTo>
                <a:lnTo>
                  <a:pt x="494996" y="749109"/>
                </a:lnTo>
                <a:lnTo>
                  <a:pt x="495168" y="748566"/>
                </a:lnTo>
                <a:lnTo>
                  <a:pt x="495341" y="748023"/>
                </a:lnTo>
                <a:lnTo>
                  <a:pt x="495514" y="747480"/>
                </a:lnTo>
                <a:lnTo>
                  <a:pt x="495687" y="746936"/>
                </a:lnTo>
                <a:lnTo>
                  <a:pt x="495860" y="746392"/>
                </a:lnTo>
                <a:lnTo>
                  <a:pt x="496033" y="745847"/>
                </a:lnTo>
                <a:lnTo>
                  <a:pt x="496206" y="745303"/>
                </a:lnTo>
                <a:lnTo>
                  <a:pt x="496378" y="744757"/>
                </a:lnTo>
                <a:lnTo>
                  <a:pt x="496551" y="744212"/>
                </a:lnTo>
                <a:lnTo>
                  <a:pt x="496724" y="743666"/>
                </a:lnTo>
                <a:lnTo>
                  <a:pt x="496897" y="743120"/>
                </a:lnTo>
                <a:lnTo>
                  <a:pt x="497070" y="742572"/>
                </a:lnTo>
                <a:lnTo>
                  <a:pt x="497242" y="742025"/>
                </a:lnTo>
                <a:lnTo>
                  <a:pt x="497416" y="741478"/>
                </a:lnTo>
                <a:lnTo>
                  <a:pt x="497588" y="740930"/>
                </a:lnTo>
                <a:lnTo>
                  <a:pt x="497761" y="740382"/>
                </a:lnTo>
                <a:lnTo>
                  <a:pt x="497934" y="739833"/>
                </a:lnTo>
                <a:lnTo>
                  <a:pt x="498107" y="739284"/>
                </a:lnTo>
                <a:lnTo>
                  <a:pt x="498279" y="738735"/>
                </a:lnTo>
                <a:lnTo>
                  <a:pt x="498452" y="738185"/>
                </a:lnTo>
                <a:lnTo>
                  <a:pt x="498626" y="737635"/>
                </a:lnTo>
                <a:lnTo>
                  <a:pt x="498798" y="737084"/>
                </a:lnTo>
                <a:lnTo>
                  <a:pt x="498971" y="736534"/>
                </a:lnTo>
                <a:lnTo>
                  <a:pt x="499143" y="735982"/>
                </a:lnTo>
                <a:lnTo>
                  <a:pt x="499317" y="735430"/>
                </a:lnTo>
                <a:lnTo>
                  <a:pt x="499489" y="734879"/>
                </a:lnTo>
                <a:lnTo>
                  <a:pt x="499662" y="734326"/>
                </a:lnTo>
                <a:lnTo>
                  <a:pt x="499835" y="733773"/>
                </a:lnTo>
                <a:lnTo>
                  <a:pt x="500008" y="733221"/>
                </a:lnTo>
                <a:lnTo>
                  <a:pt x="500181" y="732667"/>
                </a:lnTo>
                <a:lnTo>
                  <a:pt x="500353" y="732113"/>
                </a:lnTo>
                <a:lnTo>
                  <a:pt x="500527" y="731559"/>
                </a:lnTo>
                <a:lnTo>
                  <a:pt x="500699" y="731004"/>
                </a:lnTo>
                <a:lnTo>
                  <a:pt x="500872" y="730449"/>
                </a:lnTo>
                <a:lnTo>
                  <a:pt x="501045" y="729894"/>
                </a:lnTo>
                <a:lnTo>
                  <a:pt x="501218" y="729338"/>
                </a:lnTo>
                <a:lnTo>
                  <a:pt x="501391" y="728782"/>
                </a:lnTo>
                <a:lnTo>
                  <a:pt x="501563" y="728226"/>
                </a:lnTo>
                <a:lnTo>
                  <a:pt x="501737" y="727669"/>
                </a:lnTo>
                <a:lnTo>
                  <a:pt x="501909" y="727111"/>
                </a:lnTo>
                <a:lnTo>
                  <a:pt x="502082" y="726554"/>
                </a:lnTo>
                <a:lnTo>
                  <a:pt x="502254" y="725997"/>
                </a:lnTo>
                <a:lnTo>
                  <a:pt x="502428" y="725438"/>
                </a:lnTo>
                <a:lnTo>
                  <a:pt x="502601" y="724880"/>
                </a:lnTo>
                <a:lnTo>
                  <a:pt x="502773" y="724321"/>
                </a:lnTo>
                <a:lnTo>
                  <a:pt x="502946" y="723762"/>
                </a:lnTo>
                <a:lnTo>
                  <a:pt x="503119" y="723202"/>
                </a:lnTo>
                <a:lnTo>
                  <a:pt x="503292" y="722642"/>
                </a:lnTo>
                <a:lnTo>
                  <a:pt x="503464" y="722081"/>
                </a:lnTo>
                <a:lnTo>
                  <a:pt x="503638" y="721521"/>
                </a:lnTo>
                <a:lnTo>
                  <a:pt x="503810" y="720959"/>
                </a:lnTo>
                <a:lnTo>
                  <a:pt x="503983" y="720398"/>
                </a:lnTo>
                <a:lnTo>
                  <a:pt x="504156" y="719837"/>
                </a:lnTo>
                <a:lnTo>
                  <a:pt x="504329" y="719274"/>
                </a:lnTo>
                <a:lnTo>
                  <a:pt x="504502" y="718712"/>
                </a:lnTo>
                <a:lnTo>
                  <a:pt x="504674" y="718149"/>
                </a:lnTo>
                <a:lnTo>
                  <a:pt x="504847" y="717586"/>
                </a:lnTo>
                <a:lnTo>
                  <a:pt x="505020" y="717023"/>
                </a:lnTo>
                <a:lnTo>
                  <a:pt x="505193" y="716459"/>
                </a:lnTo>
                <a:lnTo>
                  <a:pt x="505366" y="715895"/>
                </a:lnTo>
                <a:lnTo>
                  <a:pt x="505539" y="715331"/>
                </a:lnTo>
                <a:lnTo>
                  <a:pt x="505712" y="714766"/>
                </a:lnTo>
                <a:lnTo>
                  <a:pt x="505884" y="714200"/>
                </a:lnTo>
                <a:lnTo>
                  <a:pt x="506057" y="713635"/>
                </a:lnTo>
                <a:lnTo>
                  <a:pt x="506230" y="713069"/>
                </a:lnTo>
                <a:lnTo>
                  <a:pt x="506403" y="712503"/>
                </a:lnTo>
                <a:lnTo>
                  <a:pt x="506575" y="711936"/>
                </a:lnTo>
                <a:lnTo>
                  <a:pt x="506748" y="711369"/>
                </a:lnTo>
                <a:lnTo>
                  <a:pt x="506922" y="710801"/>
                </a:lnTo>
                <a:lnTo>
                  <a:pt x="507094" y="710234"/>
                </a:lnTo>
                <a:lnTo>
                  <a:pt x="507267" y="709666"/>
                </a:lnTo>
                <a:lnTo>
                  <a:pt x="507440" y="709098"/>
                </a:lnTo>
                <a:lnTo>
                  <a:pt x="507613" y="708529"/>
                </a:lnTo>
                <a:lnTo>
                  <a:pt x="507785" y="707961"/>
                </a:lnTo>
                <a:lnTo>
                  <a:pt x="507958" y="707391"/>
                </a:lnTo>
                <a:lnTo>
                  <a:pt x="508131" y="706822"/>
                </a:lnTo>
                <a:lnTo>
                  <a:pt x="508304" y="706252"/>
                </a:lnTo>
                <a:lnTo>
                  <a:pt x="508477" y="705682"/>
                </a:lnTo>
                <a:lnTo>
                  <a:pt x="508649" y="705111"/>
                </a:lnTo>
                <a:lnTo>
                  <a:pt x="508823" y="704540"/>
                </a:lnTo>
                <a:lnTo>
                  <a:pt x="508995" y="703969"/>
                </a:lnTo>
                <a:lnTo>
                  <a:pt x="509168" y="703398"/>
                </a:lnTo>
                <a:lnTo>
                  <a:pt x="509341" y="702826"/>
                </a:lnTo>
                <a:lnTo>
                  <a:pt x="509514" y="702254"/>
                </a:lnTo>
                <a:lnTo>
                  <a:pt x="509687" y="701681"/>
                </a:lnTo>
                <a:lnTo>
                  <a:pt x="509859" y="701108"/>
                </a:lnTo>
                <a:lnTo>
                  <a:pt x="510033" y="700535"/>
                </a:lnTo>
                <a:lnTo>
                  <a:pt x="510205" y="699961"/>
                </a:lnTo>
                <a:lnTo>
                  <a:pt x="510378" y="699387"/>
                </a:lnTo>
                <a:lnTo>
                  <a:pt x="510550" y="698814"/>
                </a:lnTo>
                <a:lnTo>
                  <a:pt x="510724" y="698239"/>
                </a:lnTo>
                <a:lnTo>
                  <a:pt x="510896" y="697664"/>
                </a:lnTo>
                <a:lnTo>
                  <a:pt x="511069" y="697089"/>
                </a:lnTo>
                <a:lnTo>
                  <a:pt x="511243" y="696514"/>
                </a:lnTo>
                <a:lnTo>
                  <a:pt x="511415" y="695938"/>
                </a:lnTo>
                <a:lnTo>
                  <a:pt x="511588" y="695362"/>
                </a:lnTo>
                <a:lnTo>
                  <a:pt x="511760" y="694785"/>
                </a:lnTo>
                <a:lnTo>
                  <a:pt x="511934" y="694209"/>
                </a:lnTo>
                <a:lnTo>
                  <a:pt x="512106" y="693632"/>
                </a:lnTo>
                <a:lnTo>
                  <a:pt x="512279" y="693055"/>
                </a:lnTo>
                <a:lnTo>
                  <a:pt x="512452" y="692477"/>
                </a:lnTo>
                <a:lnTo>
                  <a:pt x="512625" y="691899"/>
                </a:lnTo>
                <a:lnTo>
                  <a:pt x="512798" y="691321"/>
                </a:lnTo>
                <a:lnTo>
                  <a:pt x="512970" y="690743"/>
                </a:lnTo>
                <a:lnTo>
                  <a:pt x="513144" y="690163"/>
                </a:lnTo>
                <a:lnTo>
                  <a:pt x="513316" y="689584"/>
                </a:lnTo>
                <a:lnTo>
                  <a:pt x="513489" y="689005"/>
                </a:lnTo>
                <a:lnTo>
                  <a:pt x="513661" y="688425"/>
                </a:lnTo>
                <a:lnTo>
                  <a:pt x="513835" y="687845"/>
                </a:lnTo>
                <a:lnTo>
                  <a:pt x="514008" y="687265"/>
                </a:lnTo>
                <a:lnTo>
                  <a:pt x="514180" y="686684"/>
                </a:lnTo>
                <a:lnTo>
                  <a:pt x="514353" y="686103"/>
                </a:lnTo>
                <a:lnTo>
                  <a:pt x="514526" y="685522"/>
                </a:lnTo>
                <a:lnTo>
                  <a:pt x="514699" y="684940"/>
                </a:lnTo>
                <a:lnTo>
                  <a:pt x="514871" y="684359"/>
                </a:lnTo>
                <a:lnTo>
                  <a:pt x="515045" y="683776"/>
                </a:lnTo>
                <a:lnTo>
                  <a:pt x="515217" y="683194"/>
                </a:lnTo>
                <a:lnTo>
                  <a:pt x="515390" y="682611"/>
                </a:lnTo>
                <a:lnTo>
                  <a:pt x="515563" y="682028"/>
                </a:lnTo>
                <a:lnTo>
                  <a:pt x="515736" y="681445"/>
                </a:lnTo>
                <a:lnTo>
                  <a:pt x="515909" y="680861"/>
                </a:lnTo>
                <a:lnTo>
                  <a:pt x="516081" y="680277"/>
                </a:lnTo>
                <a:lnTo>
                  <a:pt x="516254" y="679692"/>
                </a:lnTo>
                <a:lnTo>
                  <a:pt x="516427" y="679108"/>
                </a:lnTo>
                <a:lnTo>
                  <a:pt x="516600" y="678523"/>
                </a:lnTo>
                <a:lnTo>
                  <a:pt x="516773" y="677938"/>
                </a:lnTo>
                <a:lnTo>
                  <a:pt x="516946" y="677353"/>
                </a:lnTo>
                <a:lnTo>
                  <a:pt x="517119" y="676767"/>
                </a:lnTo>
                <a:lnTo>
                  <a:pt x="517291" y="676181"/>
                </a:lnTo>
                <a:lnTo>
                  <a:pt x="517464" y="675595"/>
                </a:lnTo>
                <a:lnTo>
                  <a:pt x="517637" y="675008"/>
                </a:lnTo>
                <a:lnTo>
                  <a:pt x="517810" y="674421"/>
                </a:lnTo>
                <a:lnTo>
                  <a:pt x="517982" y="673834"/>
                </a:lnTo>
                <a:lnTo>
                  <a:pt x="518155" y="673247"/>
                </a:lnTo>
                <a:lnTo>
                  <a:pt x="518329" y="672660"/>
                </a:lnTo>
                <a:lnTo>
                  <a:pt x="518501" y="672072"/>
                </a:lnTo>
                <a:lnTo>
                  <a:pt x="518674" y="671484"/>
                </a:lnTo>
                <a:lnTo>
                  <a:pt x="518847" y="670895"/>
                </a:lnTo>
                <a:lnTo>
                  <a:pt x="519020" y="670306"/>
                </a:lnTo>
                <a:lnTo>
                  <a:pt x="519192" y="669717"/>
                </a:lnTo>
                <a:lnTo>
                  <a:pt x="519365" y="669128"/>
                </a:lnTo>
                <a:lnTo>
                  <a:pt x="519538" y="668538"/>
                </a:lnTo>
                <a:lnTo>
                  <a:pt x="519711" y="667948"/>
                </a:lnTo>
                <a:lnTo>
                  <a:pt x="519884" y="667357"/>
                </a:lnTo>
                <a:lnTo>
                  <a:pt x="520056" y="666768"/>
                </a:lnTo>
                <a:lnTo>
                  <a:pt x="520230" y="666177"/>
                </a:lnTo>
                <a:lnTo>
                  <a:pt x="520402" y="665585"/>
                </a:lnTo>
                <a:lnTo>
                  <a:pt x="520575" y="664995"/>
                </a:lnTo>
                <a:lnTo>
                  <a:pt x="520748" y="664403"/>
                </a:lnTo>
                <a:lnTo>
                  <a:pt x="520921" y="663811"/>
                </a:lnTo>
                <a:lnTo>
                  <a:pt x="521094" y="663219"/>
                </a:lnTo>
                <a:lnTo>
                  <a:pt x="521266" y="662626"/>
                </a:lnTo>
                <a:lnTo>
                  <a:pt x="521440" y="662034"/>
                </a:lnTo>
                <a:lnTo>
                  <a:pt x="521612" y="661441"/>
                </a:lnTo>
                <a:lnTo>
                  <a:pt x="521785" y="660848"/>
                </a:lnTo>
                <a:lnTo>
                  <a:pt x="521957" y="660255"/>
                </a:lnTo>
                <a:lnTo>
                  <a:pt x="522131" y="659661"/>
                </a:lnTo>
                <a:lnTo>
                  <a:pt x="522303" y="659067"/>
                </a:lnTo>
                <a:lnTo>
                  <a:pt x="522476" y="658473"/>
                </a:lnTo>
                <a:lnTo>
                  <a:pt x="522650" y="657878"/>
                </a:lnTo>
                <a:lnTo>
                  <a:pt x="522822" y="657283"/>
                </a:lnTo>
                <a:lnTo>
                  <a:pt x="522995" y="656689"/>
                </a:lnTo>
                <a:lnTo>
                  <a:pt x="523167" y="656094"/>
                </a:lnTo>
                <a:lnTo>
                  <a:pt x="523341" y="655498"/>
                </a:lnTo>
                <a:lnTo>
                  <a:pt x="523513" y="654902"/>
                </a:lnTo>
                <a:lnTo>
                  <a:pt x="523686" y="654306"/>
                </a:lnTo>
                <a:lnTo>
                  <a:pt x="523859" y="653709"/>
                </a:lnTo>
                <a:lnTo>
                  <a:pt x="524032" y="653113"/>
                </a:lnTo>
                <a:lnTo>
                  <a:pt x="524205" y="652516"/>
                </a:lnTo>
                <a:lnTo>
                  <a:pt x="524377" y="651919"/>
                </a:lnTo>
                <a:lnTo>
                  <a:pt x="524551" y="651322"/>
                </a:lnTo>
                <a:lnTo>
                  <a:pt x="524723" y="650725"/>
                </a:lnTo>
                <a:lnTo>
                  <a:pt x="524896" y="650127"/>
                </a:lnTo>
                <a:lnTo>
                  <a:pt x="525068" y="649529"/>
                </a:lnTo>
                <a:lnTo>
                  <a:pt x="525242" y="648931"/>
                </a:lnTo>
                <a:lnTo>
                  <a:pt x="525415" y="648332"/>
                </a:lnTo>
                <a:lnTo>
                  <a:pt x="525587" y="647734"/>
                </a:lnTo>
                <a:lnTo>
                  <a:pt x="525760" y="647135"/>
                </a:lnTo>
                <a:lnTo>
                  <a:pt x="525933" y="646535"/>
                </a:lnTo>
                <a:lnTo>
                  <a:pt x="526106" y="645936"/>
                </a:lnTo>
                <a:lnTo>
                  <a:pt x="526278" y="645336"/>
                </a:lnTo>
                <a:lnTo>
                  <a:pt x="526452" y="644736"/>
                </a:lnTo>
                <a:lnTo>
                  <a:pt x="526625" y="644136"/>
                </a:lnTo>
                <a:lnTo>
                  <a:pt x="526797" y="643535"/>
                </a:lnTo>
                <a:lnTo>
                  <a:pt x="526970" y="642935"/>
                </a:lnTo>
                <a:lnTo>
                  <a:pt x="527143" y="642334"/>
                </a:lnTo>
                <a:lnTo>
                  <a:pt x="527316" y="641733"/>
                </a:lnTo>
                <a:lnTo>
                  <a:pt x="527488" y="641132"/>
                </a:lnTo>
                <a:lnTo>
                  <a:pt x="527661" y="640530"/>
                </a:lnTo>
                <a:lnTo>
                  <a:pt x="527834" y="639928"/>
                </a:lnTo>
                <a:lnTo>
                  <a:pt x="528007" y="639326"/>
                </a:lnTo>
                <a:lnTo>
                  <a:pt x="528180" y="638723"/>
                </a:lnTo>
                <a:lnTo>
                  <a:pt x="528353" y="638121"/>
                </a:lnTo>
                <a:lnTo>
                  <a:pt x="528526" y="637519"/>
                </a:lnTo>
                <a:lnTo>
                  <a:pt x="528698" y="636916"/>
                </a:lnTo>
                <a:lnTo>
                  <a:pt x="528871" y="636312"/>
                </a:lnTo>
                <a:lnTo>
                  <a:pt x="529044" y="635708"/>
                </a:lnTo>
                <a:lnTo>
                  <a:pt x="529217" y="635105"/>
                </a:lnTo>
                <a:lnTo>
                  <a:pt x="529390" y="634501"/>
                </a:lnTo>
                <a:lnTo>
                  <a:pt x="529562" y="633897"/>
                </a:lnTo>
                <a:lnTo>
                  <a:pt x="529736" y="633293"/>
                </a:lnTo>
                <a:lnTo>
                  <a:pt x="529908" y="632688"/>
                </a:lnTo>
                <a:lnTo>
                  <a:pt x="530081" y="632083"/>
                </a:lnTo>
                <a:lnTo>
                  <a:pt x="530254" y="631478"/>
                </a:lnTo>
                <a:lnTo>
                  <a:pt x="530427" y="630873"/>
                </a:lnTo>
                <a:lnTo>
                  <a:pt x="530599" y="630268"/>
                </a:lnTo>
                <a:lnTo>
                  <a:pt x="530772" y="629662"/>
                </a:lnTo>
                <a:lnTo>
                  <a:pt x="530946" y="629056"/>
                </a:lnTo>
                <a:lnTo>
                  <a:pt x="531118" y="628450"/>
                </a:lnTo>
                <a:lnTo>
                  <a:pt x="531291" y="627844"/>
                </a:lnTo>
                <a:lnTo>
                  <a:pt x="531463" y="627237"/>
                </a:lnTo>
                <a:lnTo>
                  <a:pt x="531637" y="626630"/>
                </a:lnTo>
                <a:lnTo>
                  <a:pt x="531809" y="626024"/>
                </a:lnTo>
                <a:lnTo>
                  <a:pt x="531982" y="625416"/>
                </a:lnTo>
                <a:lnTo>
                  <a:pt x="532155" y="624809"/>
                </a:lnTo>
                <a:lnTo>
                  <a:pt x="532328" y="624202"/>
                </a:lnTo>
                <a:lnTo>
                  <a:pt x="532501" y="623594"/>
                </a:lnTo>
                <a:lnTo>
                  <a:pt x="532673" y="622986"/>
                </a:lnTo>
                <a:lnTo>
                  <a:pt x="532847" y="622378"/>
                </a:lnTo>
                <a:lnTo>
                  <a:pt x="533019" y="621769"/>
                </a:lnTo>
                <a:lnTo>
                  <a:pt x="533192" y="621161"/>
                </a:lnTo>
                <a:lnTo>
                  <a:pt x="533364" y="620551"/>
                </a:lnTo>
                <a:lnTo>
                  <a:pt x="533538" y="619943"/>
                </a:lnTo>
                <a:lnTo>
                  <a:pt x="533711" y="619334"/>
                </a:lnTo>
                <a:lnTo>
                  <a:pt x="533883" y="618724"/>
                </a:lnTo>
                <a:lnTo>
                  <a:pt x="534057" y="618115"/>
                </a:lnTo>
                <a:lnTo>
                  <a:pt x="534229" y="617504"/>
                </a:lnTo>
                <a:lnTo>
                  <a:pt x="534402" y="616895"/>
                </a:lnTo>
                <a:lnTo>
                  <a:pt x="534574" y="616285"/>
                </a:lnTo>
                <a:lnTo>
                  <a:pt x="534748" y="615674"/>
                </a:lnTo>
                <a:lnTo>
                  <a:pt x="534920" y="615063"/>
                </a:lnTo>
                <a:lnTo>
                  <a:pt x="535093" y="614453"/>
                </a:lnTo>
                <a:lnTo>
                  <a:pt x="535266" y="613842"/>
                </a:lnTo>
                <a:lnTo>
                  <a:pt x="535439" y="613231"/>
                </a:lnTo>
                <a:lnTo>
                  <a:pt x="535612" y="612619"/>
                </a:lnTo>
                <a:lnTo>
                  <a:pt x="535784" y="612007"/>
                </a:lnTo>
                <a:lnTo>
                  <a:pt x="535958" y="611396"/>
                </a:lnTo>
                <a:lnTo>
                  <a:pt x="536130" y="610784"/>
                </a:lnTo>
                <a:lnTo>
                  <a:pt x="536303" y="610172"/>
                </a:lnTo>
                <a:lnTo>
                  <a:pt x="536476" y="609560"/>
                </a:lnTo>
                <a:lnTo>
                  <a:pt x="536649" y="608947"/>
                </a:lnTo>
                <a:lnTo>
                  <a:pt x="536822" y="608335"/>
                </a:lnTo>
                <a:lnTo>
                  <a:pt x="536994" y="607722"/>
                </a:lnTo>
                <a:lnTo>
                  <a:pt x="537167" y="607109"/>
                </a:lnTo>
                <a:lnTo>
                  <a:pt x="537340" y="606495"/>
                </a:lnTo>
                <a:lnTo>
                  <a:pt x="537513" y="605882"/>
                </a:lnTo>
                <a:lnTo>
                  <a:pt x="537685" y="605268"/>
                </a:lnTo>
                <a:lnTo>
                  <a:pt x="537859" y="604654"/>
                </a:lnTo>
                <a:lnTo>
                  <a:pt x="538032" y="604041"/>
                </a:lnTo>
                <a:lnTo>
                  <a:pt x="538204" y="603427"/>
                </a:lnTo>
                <a:lnTo>
                  <a:pt x="538377" y="602812"/>
                </a:lnTo>
                <a:lnTo>
                  <a:pt x="538550" y="602198"/>
                </a:lnTo>
                <a:lnTo>
                  <a:pt x="538723" y="601583"/>
                </a:lnTo>
                <a:lnTo>
                  <a:pt x="538895" y="600969"/>
                </a:lnTo>
                <a:lnTo>
                  <a:pt x="539068" y="600354"/>
                </a:lnTo>
                <a:lnTo>
                  <a:pt x="539241" y="599738"/>
                </a:lnTo>
                <a:lnTo>
                  <a:pt x="539414" y="599123"/>
                </a:lnTo>
                <a:lnTo>
                  <a:pt x="539587" y="598508"/>
                </a:lnTo>
                <a:lnTo>
                  <a:pt x="539760" y="597892"/>
                </a:lnTo>
                <a:lnTo>
                  <a:pt x="539933" y="597276"/>
                </a:lnTo>
                <a:lnTo>
                  <a:pt x="540105" y="596660"/>
                </a:lnTo>
                <a:lnTo>
                  <a:pt x="540278" y="596044"/>
                </a:lnTo>
                <a:lnTo>
                  <a:pt x="540451" y="595428"/>
                </a:lnTo>
                <a:lnTo>
                  <a:pt x="540624" y="594811"/>
                </a:lnTo>
                <a:lnTo>
                  <a:pt x="540797" y="594195"/>
                </a:lnTo>
                <a:lnTo>
                  <a:pt x="540969" y="593577"/>
                </a:lnTo>
                <a:lnTo>
                  <a:pt x="541143" y="592961"/>
                </a:lnTo>
                <a:lnTo>
                  <a:pt x="541315" y="592343"/>
                </a:lnTo>
                <a:lnTo>
                  <a:pt x="541488" y="591726"/>
                </a:lnTo>
                <a:lnTo>
                  <a:pt x="541661" y="591109"/>
                </a:lnTo>
                <a:lnTo>
                  <a:pt x="541834" y="590491"/>
                </a:lnTo>
                <a:lnTo>
                  <a:pt x="542006" y="589874"/>
                </a:lnTo>
                <a:lnTo>
                  <a:pt x="542179" y="589256"/>
                </a:lnTo>
                <a:lnTo>
                  <a:pt x="542353" y="588638"/>
                </a:lnTo>
                <a:lnTo>
                  <a:pt x="542525" y="588020"/>
                </a:lnTo>
                <a:lnTo>
                  <a:pt x="542698" y="587402"/>
                </a:lnTo>
                <a:lnTo>
                  <a:pt x="542870" y="586782"/>
                </a:lnTo>
                <a:lnTo>
                  <a:pt x="543044" y="586164"/>
                </a:lnTo>
                <a:lnTo>
                  <a:pt x="543216" y="585545"/>
                </a:lnTo>
                <a:lnTo>
                  <a:pt x="543389" y="584927"/>
                </a:lnTo>
                <a:lnTo>
                  <a:pt x="543562" y="584307"/>
                </a:lnTo>
                <a:lnTo>
                  <a:pt x="543735" y="583688"/>
                </a:lnTo>
                <a:lnTo>
                  <a:pt x="543908" y="583069"/>
                </a:lnTo>
                <a:lnTo>
                  <a:pt x="544080" y="582449"/>
                </a:lnTo>
                <a:lnTo>
                  <a:pt x="544254" y="581830"/>
                </a:lnTo>
                <a:lnTo>
                  <a:pt x="544426" y="581210"/>
                </a:lnTo>
                <a:lnTo>
                  <a:pt x="544599" y="580590"/>
                </a:lnTo>
                <a:lnTo>
                  <a:pt x="544771" y="579969"/>
                </a:lnTo>
                <a:lnTo>
                  <a:pt x="544945" y="579349"/>
                </a:lnTo>
                <a:lnTo>
                  <a:pt x="545118" y="578729"/>
                </a:lnTo>
                <a:lnTo>
                  <a:pt x="545290" y="578108"/>
                </a:lnTo>
                <a:lnTo>
                  <a:pt x="545464" y="577488"/>
                </a:lnTo>
                <a:lnTo>
                  <a:pt x="545636" y="576867"/>
                </a:lnTo>
                <a:lnTo>
                  <a:pt x="545809" y="576246"/>
                </a:lnTo>
                <a:lnTo>
                  <a:pt x="545981" y="575625"/>
                </a:lnTo>
                <a:lnTo>
                  <a:pt x="546155" y="575004"/>
                </a:lnTo>
                <a:lnTo>
                  <a:pt x="546328" y="574382"/>
                </a:lnTo>
                <a:lnTo>
                  <a:pt x="546500" y="573761"/>
                </a:lnTo>
                <a:lnTo>
                  <a:pt x="546673" y="573140"/>
                </a:lnTo>
                <a:lnTo>
                  <a:pt x="546846" y="572518"/>
                </a:lnTo>
                <a:lnTo>
                  <a:pt x="547019" y="571896"/>
                </a:lnTo>
                <a:lnTo>
                  <a:pt x="547191" y="571274"/>
                </a:lnTo>
                <a:lnTo>
                  <a:pt x="547365" y="570652"/>
                </a:lnTo>
                <a:lnTo>
                  <a:pt x="547537" y="570030"/>
                </a:lnTo>
                <a:lnTo>
                  <a:pt x="547710" y="569408"/>
                </a:lnTo>
                <a:lnTo>
                  <a:pt x="547883" y="568785"/>
                </a:lnTo>
                <a:lnTo>
                  <a:pt x="548056" y="568163"/>
                </a:lnTo>
                <a:lnTo>
                  <a:pt x="548229" y="567540"/>
                </a:lnTo>
                <a:lnTo>
                  <a:pt x="548401" y="566917"/>
                </a:lnTo>
                <a:lnTo>
                  <a:pt x="548574" y="566295"/>
                </a:lnTo>
                <a:lnTo>
                  <a:pt x="548747" y="565671"/>
                </a:lnTo>
                <a:lnTo>
                  <a:pt x="548920" y="565048"/>
                </a:lnTo>
                <a:lnTo>
                  <a:pt x="549092" y="564425"/>
                </a:lnTo>
                <a:lnTo>
                  <a:pt x="549266" y="563802"/>
                </a:lnTo>
                <a:lnTo>
                  <a:pt x="549439" y="563178"/>
                </a:lnTo>
                <a:lnTo>
                  <a:pt x="549611" y="562555"/>
                </a:lnTo>
                <a:lnTo>
                  <a:pt x="549784" y="561931"/>
                </a:lnTo>
                <a:lnTo>
                  <a:pt x="549957" y="561307"/>
                </a:lnTo>
                <a:lnTo>
                  <a:pt x="550130" y="560683"/>
                </a:lnTo>
                <a:lnTo>
                  <a:pt x="550302" y="560059"/>
                </a:lnTo>
                <a:lnTo>
                  <a:pt x="550475" y="559435"/>
                </a:lnTo>
                <a:lnTo>
                  <a:pt x="550649" y="558811"/>
                </a:lnTo>
                <a:lnTo>
                  <a:pt x="550821" y="558186"/>
                </a:lnTo>
                <a:lnTo>
                  <a:pt x="550994" y="557562"/>
                </a:lnTo>
                <a:lnTo>
                  <a:pt x="551167" y="556937"/>
                </a:lnTo>
                <a:lnTo>
                  <a:pt x="551340" y="556313"/>
                </a:lnTo>
                <a:lnTo>
                  <a:pt x="551512" y="555688"/>
                </a:lnTo>
                <a:lnTo>
                  <a:pt x="551685" y="555063"/>
                </a:lnTo>
                <a:lnTo>
                  <a:pt x="551858" y="554438"/>
                </a:lnTo>
                <a:lnTo>
                  <a:pt x="552031" y="553813"/>
                </a:lnTo>
                <a:lnTo>
                  <a:pt x="552204" y="553188"/>
                </a:lnTo>
                <a:lnTo>
                  <a:pt x="552376" y="552563"/>
                </a:lnTo>
                <a:lnTo>
                  <a:pt x="552550" y="551938"/>
                </a:lnTo>
                <a:lnTo>
                  <a:pt x="552722" y="551312"/>
                </a:lnTo>
                <a:lnTo>
                  <a:pt x="552895" y="550687"/>
                </a:lnTo>
                <a:lnTo>
                  <a:pt x="553068" y="550060"/>
                </a:lnTo>
                <a:lnTo>
                  <a:pt x="553241" y="549435"/>
                </a:lnTo>
                <a:lnTo>
                  <a:pt x="553413" y="548810"/>
                </a:lnTo>
                <a:lnTo>
                  <a:pt x="553586" y="548183"/>
                </a:lnTo>
                <a:lnTo>
                  <a:pt x="553760" y="547558"/>
                </a:lnTo>
                <a:lnTo>
                  <a:pt x="553932" y="546932"/>
                </a:lnTo>
                <a:lnTo>
                  <a:pt x="554105" y="546305"/>
                </a:lnTo>
                <a:lnTo>
                  <a:pt x="554277" y="545679"/>
                </a:lnTo>
                <a:lnTo>
                  <a:pt x="554451" y="545053"/>
                </a:lnTo>
                <a:lnTo>
                  <a:pt x="554623" y="544426"/>
                </a:lnTo>
                <a:lnTo>
                  <a:pt x="554796" y="543800"/>
                </a:lnTo>
                <a:lnTo>
                  <a:pt x="554970" y="543174"/>
                </a:lnTo>
                <a:lnTo>
                  <a:pt x="555142" y="542546"/>
                </a:lnTo>
                <a:lnTo>
                  <a:pt x="555315" y="541920"/>
                </a:lnTo>
                <a:lnTo>
                  <a:pt x="555487" y="541293"/>
                </a:lnTo>
                <a:lnTo>
                  <a:pt x="555661" y="540667"/>
                </a:lnTo>
                <a:lnTo>
                  <a:pt x="555833" y="540039"/>
                </a:lnTo>
                <a:lnTo>
                  <a:pt x="556006" y="539412"/>
                </a:lnTo>
                <a:lnTo>
                  <a:pt x="556179" y="538785"/>
                </a:lnTo>
                <a:lnTo>
                  <a:pt x="556352" y="538158"/>
                </a:lnTo>
                <a:lnTo>
                  <a:pt x="556525" y="537531"/>
                </a:lnTo>
                <a:lnTo>
                  <a:pt x="556697" y="536903"/>
                </a:lnTo>
                <a:lnTo>
                  <a:pt x="556871" y="536276"/>
                </a:lnTo>
                <a:lnTo>
                  <a:pt x="557043" y="535649"/>
                </a:lnTo>
                <a:lnTo>
                  <a:pt x="557216" y="535021"/>
                </a:lnTo>
                <a:lnTo>
                  <a:pt x="557388" y="534394"/>
                </a:lnTo>
                <a:lnTo>
                  <a:pt x="557562" y="533767"/>
                </a:lnTo>
                <a:lnTo>
                  <a:pt x="557734" y="533138"/>
                </a:lnTo>
                <a:lnTo>
                  <a:pt x="557907" y="532510"/>
                </a:lnTo>
                <a:lnTo>
                  <a:pt x="558080" y="531883"/>
                </a:lnTo>
                <a:lnTo>
                  <a:pt x="558253" y="531255"/>
                </a:lnTo>
                <a:lnTo>
                  <a:pt x="558426" y="530627"/>
                </a:lnTo>
                <a:lnTo>
                  <a:pt x="558598" y="529999"/>
                </a:lnTo>
                <a:lnTo>
                  <a:pt x="558772" y="529371"/>
                </a:lnTo>
                <a:lnTo>
                  <a:pt x="558944" y="528743"/>
                </a:lnTo>
                <a:lnTo>
                  <a:pt x="559117" y="528115"/>
                </a:lnTo>
                <a:lnTo>
                  <a:pt x="559290" y="527487"/>
                </a:lnTo>
                <a:lnTo>
                  <a:pt x="559463" y="526858"/>
                </a:lnTo>
                <a:lnTo>
                  <a:pt x="559636" y="526230"/>
                </a:lnTo>
                <a:lnTo>
                  <a:pt x="559808" y="525601"/>
                </a:lnTo>
                <a:lnTo>
                  <a:pt x="559981" y="524973"/>
                </a:lnTo>
                <a:lnTo>
                  <a:pt x="560154" y="524344"/>
                </a:lnTo>
                <a:lnTo>
                  <a:pt x="560327" y="523716"/>
                </a:lnTo>
                <a:lnTo>
                  <a:pt x="560500" y="523087"/>
                </a:lnTo>
                <a:lnTo>
                  <a:pt x="560673" y="522459"/>
                </a:lnTo>
                <a:lnTo>
                  <a:pt x="560846" y="521830"/>
                </a:lnTo>
                <a:lnTo>
                  <a:pt x="561018" y="521201"/>
                </a:lnTo>
                <a:lnTo>
                  <a:pt x="561191" y="520573"/>
                </a:lnTo>
                <a:lnTo>
                  <a:pt x="561364" y="519944"/>
                </a:lnTo>
                <a:lnTo>
                  <a:pt x="561537" y="519315"/>
                </a:lnTo>
                <a:lnTo>
                  <a:pt x="561709" y="518686"/>
                </a:lnTo>
                <a:lnTo>
                  <a:pt x="561882" y="518057"/>
                </a:lnTo>
                <a:lnTo>
                  <a:pt x="562055" y="517428"/>
                </a:lnTo>
                <a:lnTo>
                  <a:pt x="562228" y="516799"/>
                </a:lnTo>
                <a:lnTo>
                  <a:pt x="562401" y="516170"/>
                </a:lnTo>
                <a:lnTo>
                  <a:pt x="562574" y="515541"/>
                </a:lnTo>
                <a:lnTo>
                  <a:pt x="562747" y="514912"/>
                </a:lnTo>
                <a:lnTo>
                  <a:pt x="562919" y="514283"/>
                </a:lnTo>
                <a:lnTo>
                  <a:pt x="563092" y="513653"/>
                </a:lnTo>
                <a:lnTo>
                  <a:pt x="563265" y="513024"/>
                </a:lnTo>
                <a:lnTo>
                  <a:pt x="563438" y="512396"/>
                </a:lnTo>
                <a:lnTo>
                  <a:pt x="563611" y="511767"/>
                </a:lnTo>
                <a:lnTo>
                  <a:pt x="563783" y="511137"/>
                </a:lnTo>
                <a:lnTo>
                  <a:pt x="563957" y="510508"/>
                </a:lnTo>
                <a:lnTo>
                  <a:pt x="564129" y="509878"/>
                </a:lnTo>
                <a:lnTo>
                  <a:pt x="564302" y="509249"/>
                </a:lnTo>
                <a:lnTo>
                  <a:pt x="564475" y="508619"/>
                </a:lnTo>
                <a:lnTo>
                  <a:pt x="564648" y="507990"/>
                </a:lnTo>
                <a:lnTo>
                  <a:pt x="564821" y="507360"/>
                </a:lnTo>
                <a:lnTo>
                  <a:pt x="564993" y="506731"/>
                </a:lnTo>
                <a:lnTo>
                  <a:pt x="565167" y="506101"/>
                </a:lnTo>
                <a:lnTo>
                  <a:pt x="565339" y="505472"/>
                </a:lnTo>
                <a:lnTo>
                  <a:pt x="565512" y="504842"/>
                </a:lnTo>
                <a:lnTo>
                  <a:pt x="565685" y="504213"/>
                </a:lnTo>
                <a:lnTo>
                  <a:pt x="565858" y="503584"/>
                </a:lnTo>
                <a:lnTo>
                  <a:pt x="566030" y="502954"/>
                </a:lnTo>
                <a:lnTo>
                  <a:pt x="566203" y="502325"/>
                </a:lnTo>
                <a:lnTo>
                  <a:pt x="566376" y="501695"/>
                </a:lnTo>
                <a:lnTo>
                  <a:pt x="566549" y="501065"/>
                </a:lnTo>
                <a:lnTo>
                  <a:pt x="566722" y="500435"/>
                </a:lnTo>
                <a:lnTo>
                  <a:pt x="566894" y="499806"/>
                </a:lnTo>
                <a:lnTo>
                  <a:pt x="567068" y="499176"/>
                </a:lnTo>
                <a:lnTo>
                  <a:pt x="567240" y="498546"/>
                </a:lnTo>
                <a:lnTo>
                  <a:pt x="567413" y="497917"/>
                </a:lnTo>
                <a:lnTo>
                  <a:pt x="567586" y="497288"/>
                </a:lnTo>
                <a:lnTo>
                  <a:pt x="567759" y="496658"/>
                </a:lnTo>
                <a:lnTo>
                  <a:pt x="567932" y="496028"/>
                </a:lnTo>
                <a:lnTo>
                  <a:pt x="568104" y="495398"/>
                </a:lnTo>
                <a:lnTo>
                  <a:pt x="568278" y="494769"/>
                </a:lnTo>
                <a:lnTo>
                  <a:pt x="568450" y="494139"/>
                </a:lnTo>
                <a:lnTo>
                  <a:pt x="568623" y="493509"/>
                </a:lnTo>
                <a:lnTo>
                  <a:pt x="568795" y="492879"/>
                </a:lnTo>
                <a:lnTo>
                  <a:pt x="568969" y="492250"/>
                </a:lnTo>
                <a:lnTo>
                  <a:pt x="569142" y="491621"/>
                </a:lnTo>
                <a:lnTo>
                  <a:pt x="569314" y="490991"/>
                </a:lnTo>
                <a:lnTo>
                  <a:pt x="569488" y="490361"/>
                </a:lnTo>
                <a:lnTo>
                  <a:pt x="569660" y="489732"/>
                </a:lnTo>
                <a:lnTo>
                  <a:pt x="569833" y="489102"/>
                </a:lnTo>
                <a:lnTo>
                  <a:pt x="570005" y="488472"/>
                </a:lnTo>
                <a:lnTo>
                  <a:pt x="570179" y="487842"/>
                </a:lnTo>
                <a:lnTo>
                  <a:pt x="570351" y="487213"/>
                </a:lnTo>
                <a:lnTo>
                  <a:pt x="570524" y="486583"/>
                </a:lnTo>
                <a:lnTo>
                  <a:pt x="570697" y="485954"/>
                </a:lnTo>
                <a:lnTo>
                  <a:pt x="570870" y="485324"/>
                </a:lnTo>
                <a:lnTo>
                  <a:pt x="571043" y="484695"/>
                </a:lnTo>
                <a:lnTo>
                  <a:pt x="571215" y="484065"/>
                </a:lnTo>
                <a:lnTo>
                  <a:pt x="571389" y="483436"/>
                </a:lnTo>
                <a:lnTo>
                  <a:pt x="571561" y="482806"/>
                </a:lnTo>
                <a:lnTo>
                  <a:pt x="571734" y="482177"/>
                </a:lnTo>
                <a:lnTo>
                  <a:pt x="571907" y="481547"/>
                </a:lnTo>
                <a:lnTo>
                  <a:pt x="572080" y="480918"/>
                </a:lnTo>
                <a:lnTo>
                  <a:pt x="572253" y="480288"/>
                </a:lnTo>
                <a:lnTo>
                  <a:pt x="572425" y="479659"/>
                </a:lnTo>
                <a:lnTo>
                  <a:pt x="572598" y="479029"/>
                </a:lnTo>
                <a:lnTo>
                  <a:pt x="572771" y="478400"/>
                </a:lnTo>
                <a:lnTo>
                  <a:pt x="572944" y="477771"/>
                </a:lnTo>
                <a:lnTo>
                  <a:pt x="573116" y="477142"/>
                </a:lnTo>
                <a:lnTo>
                  <a:pt x="573290" y="476513"/>
                </a:lnTo>
                <a:lnTo>
                  <a:pt x="573463" y="475883"/>
                </a:lnTo>
                <a:lnTo>
                  <a:pt x="573635" y="475254"/>
                </a:lnTo>
                <a:lnTo>
                  <a:pt x="573808" y="474625"/>
                </a:lnTo>
                <a:lnTo>
                  <a:pt x="573981" y="473996"/>
                </a:lnTo>
                <a:lnTo>
                  <a:pt x="574154" y="473367"/>
                </a:lnTo>
                <a:lnTo>
                  <a:pt x="574326" y="472738"/>
                </a:lnTo>
                <a:lnTo>
                  <a:pt x="574499" y="472109"/>
                </a:lnTo>
                <a:lnTo>
                  <a:pt x="574672" y="471480"/>
                </a:lnTo>
                <a:lnTo>
                  <a:pt x="574845" y="470851"/>
                </a:lnTo>
                <a:lnTo>
                  <a:pt x="575018" y="470222"/>
                </a:lnTo>
                <a:lnTo>
                  <a:pt x="575191" y="469593"/>
                </a:lnTo>
                <a:lnTo>
                  <a:pt x="575364" y="468964"/>
                </a:lnTo>
                <a:lnTo>
                  <a:pt x="575536" y="468335"/>
                </a:lnTo>
                <a:lnTo>
                  <a:pt x="575709" y="467706"/>
                </a:lnTo>
                <a:lnTo>
                  <a:pt x="575882" y="467078"/>
                </a:lnTo>
                <a:lnTo>
                  <a:pt x="576055" y="466449"/>
                </a:lnTo>
                <a:lnTo>
                  <a:pt x="576228" y="465820"/>
                </a:lnTo>
                <a:lnTo>
                  <a:pt x="576400" y="465192"/>
                </a:lnTo>
                <a:lnTo>
                  <a:pt x="576573" y="464563"/>
                </a:lnTo>
                <a:lnTo>
                  <a:pt x="576742" y="463935"/>
                </a:lnTo>
                <a:lnTo>
                  <a:pt x="576920" y="463307"/>
                </a:lnTo>
                <a:lnTo>
                  <a:pt x="577089" y="462678"/>
                </a:lnTo>
                <a:lnTo>
                  <a:pt x="577267" y="462050"/>
                </a:lnTo>
                <a:lnTo>
                  <a:pt x="577436" y="461422"/>
                </a:lnTo>
                <a:lnTo>
                  <a:pt x="577614" y="460793"/>
                </a:lnTo>
                <a:lnTo>
                  <a:pt x="577783" y="460165"/>
                </a:lnTo>
                <a:lnTo>
                  <a:pt x="577952" y="459537"/>
                </a:lnTo>
                <a:lnTo>
                  <a:pt x="578130" y="458909"/>
                </a:lnTo>
                <a:lnTo>
                  <a:pt x="578299" y="458281"/>
                </a:lnTo>
                <a:lnTo>
                  <a:pt x="578477" y="457653"/>
                </a:lnTo>
                <a:lnTo>
                  <a:pt x="578646" y="457025"/>
                </a:lnTo>
                <a:lnTo>
                  <a:pt x="578824" y="456398"/>
                </a:lnTo>
                <a:lnTo>
                  <a:pt x="578993" y="455770"/>
                </a:lnTo>
                <a:lnTo>
                  <a:pt x="579162" y="455142"/>
                </a:lnTo>
                <a:lnTo>
                  <a:pt x="579340" y="454514"/>
                </a:lnTo>
                <a:lnTo>
                  <a:pt x="579509" y="453887"/>
                </a:lnTo>
                <a:lnTo>
                  <a:pt x="579686" y="453259"/>
                </a:lnTo>
                <a:lnTo>
                  <a:pt x="579856" y="452632"/>
                </a:lnTo>
                <a:lnTo>
                  <a:pt x="580033" y="452005"/>
                </a:lnTo>
                <a:lnTo>
                  <a:pt x="580202" y="451377"/>
                </a:lnTo>
                <a:lnTo>
                  <a:pt x="580372" y="450750"/>
                </a:lnTo>
                <a:lnTo>
                  <a:pt x="580549" y="450123"/>
                </a:lnTo>
                <a:lnTo>
                  <a:pt x="580718" y="449496"/>
                </a:lnTo>
                <a:lnTo>
                  <a:pt x="580896" y="448869"/>
                </a:lnTo>
                <a:lnTo>
                  <a:pt x="581065" y="448242"/>
                </a:lnTo>
                <a:lnTo>
                  <a:pt x="581243" y="447615"/>
                </a:lnTo>
                <a:lnTo>
                  <a:pt x="581412" y="446989"/>
                </a:lnTo>
                <a:lnTo>
                  <a:pt x="581581" y="446362"/>
                </a:lnTo>
                <a:lnTo>
                  <a:pt x="581759" y="445735"/>
                </a:lnTo>
                <a:lnTo>
                  <a:pt x="581928" y="445109"/>
                </a:lnTo>
                <a:lnTo>
                  <a:pt x="582106" y="444483"/>
                </a:lnTo>
                <a:lnTo>
                  <a:pt x="582275" y="443856"/>
                </a:lnTo>
                <a:lnTo>
                  <a:pt x="582453" y="443230"/>
                </a:lnTo>
                <a:lnTo>
                  <a:pt x="582622" y="442604"/>
                </a:lnTo>
                <a:lnTo>
                  <a:pt x="582791" y="441977"/>
                </a:lnTo>
                <a:lnTo>
                  <a:pt x="582969" y="441351"/>
                </a:lnTo>
                <a:lnTo>
                  <a:pt x="583138" y="440726"/>
                </a:lnTo>
                <a:lnTo>
                  <a:pt x="583316" y="440099"/>
                </a:lnTo>
                <a:lnTo>
                  <a:pt x="583485" y="439474"/>
                </a:lnTo>
                <a:lnTo>
                  <a:pt x="583663" y="438849"/>
                </a:lnTo>
                <a:lnTo>
                  <a:pt x="583832" y="438223"/>
                </a:lnTo>
                <a:lnTo>
                  <a:pt x="584001" y="437598"/>
                </a:lnTo>
                <a:lnTo>
                  <a:pt x="584179" y="436972"/>
                </a:lnTo>
                <a:lnTo>
                  <a:pt x="584348" y="436347"/>
                </a:lnTo>
                <a:lnTo>
                  <a:pt x="584526" y="435721"/>
                </a:lnTo>
                <a:lnTo>
                  <a:pt x="584695" y="435096"/>
                </a:lnTo>
                <a:lnTo>
                  <a:pt x="584873" y="434471"/>
                </a:lnTo>
                <a:lnTo>
                  <a:pt x="585042" y="433846"/>
                </a:lnTo>
                <a:lnTo>
                  <a:pt x="585211" y="433222"/>
                </a:lnTo>
                <a:lnTo>
                  <a:pt x="585389" y="432597"/>
                </a:lnTo>
                <a:lnTo>
                  <a:pt x="585558" y="431973"/>
                </a:lnTo>
                <a:lnTo>
                  <a:pt x="585736" y="431348"/>
                </a:lnTo>
                <a:lnTo>
                  <a:pt x="585905" y="430723"/>
                </a:lnTo>
                <a:lnTo>
                  <a:pt x="586083" y="430100"/>
                </a:lnTo>
                <a:lnTo>
                  <a:pt x="586252" y="429475"/>
                </a:lnTo>
                <a:lnTo>
                  <a:pt x="586421" y="428851"/>
                </a:lnTo>
                <a:lnTo>
                  <a:pt x="586599" y="428227"/>
                </a:lnTo>
                <a:lnTo>
                  <a:pt x="586768" y="427603"/>
                </a:lnTo>
                <a:lnTo>
                  <a:pt x="586946" y="426980"/>
                </a:lnTo>
                <a:lnTo>
                  <a:pt x="587115" y="426356"/>
                </a:lnTo>
                <a:lnTo>
                  <a:pt x="587293" y="425733"/>
                </a:lnTo>
                <a:lnTo>
                  <a:pt x="587462" y="425109"/>
                </a:lnTo>
                <a:lnTo>
                  <a:pt x="587631" y="424486"/>
                </a:lnTo>
                <a:lnTo>
                  <a:pt x="587809" y="423862"/>
                </a:lnTo>
                <a:lnTo>
                  <a:pt x="587978" y="423240"/>
                </a:lnTo>
                <a:lnTo>
                  <a:pt x="588156" y="422617"/>
                </a:lnTo>
                <a:lnTo>
                  <a:pt x="588325" y="421994"/>
                </a:lnTo>
                <a:lnTo>
                  <a:pt x="588503" y="421371"/>
                </a:lnTo>
                <a:lnTo>
                  <a:pt x="588672" y="420749"/>
                </a:lnTo>
                <a:lnTo>
                  <a:pt x="588841" y="420126"/>
                </a:lnTo>
                <a:lnTo>
                  <a:pt x="589019" y="419504"/>
                </a:lnTo>
                <a:lnTo>
                  <a:pt x="589188" y="418881"/>
                </a:lnTo>
                <a:lnTo>
                  <a:pt x="589366" y="418260"/>
                </a:lnTo>
                <a:lnTo>
                  <a:pt x="589535" y="417638"/>
                </a:lnTo>
                <a:lnTo>
                  <a:pt x="589713" y="417016"/>
                </a:lnTo>
                <a:lnTo>
                  <a:pt x="589882" y="416394"/>
                </a:lnTo>
                <a:lnTo>
                  <a:pt x="590051" y="415773"/>
                </a:lnTo>
                <a:lnTo>
                  <a:pt x="590229" y="415151"/>
                </a:lnTo>
                <a:lnTo>
                  <a:pt x="590398" y="414530"/>
                </a:lnTo>
                <a:lnTo>
                  <a:pt x="590576" y="413908"/>
                </a:lnTo>
                <a:lnTo>
                  <a:pt x="590745" y="413287"/>
                </a:lnTo>
                <a:lnTo>
                  <a:pt x="590923" y="412666"/>
                </a:lnTo>
                <a:lnTo>
                  <a:pt x="591092" y="412046"/>
                </a:lnTo>
                <a:lnTo>
                  <a:pt x="591261" y="411425"/>
                </a:lnTo>
                <a:lnTo>
                  <a:pt x="591439" y="410805"/>
                </a:lnTo>
                <a:lnTo>
                  <a:pt x="591608" y="410184"/>
                </a:lnTo>
                <a:lnTo>
                  <a:pt x="591786" y="409564"/>
                </a:lnTo>
                <a:lnTo>
                  <a:pt x="591955" y="408944"/>
                </a:lnTo>
                <a:lnTo>
                  <a:pt x="592133" y="408324"/>
                </a:lnTo>
                <a:lnTo>
                  <a:pt x="592302" y="407705"/>
                </a:lnTo>
                <a:lnTo>
                  <a:pt x="592471" y="407085"/>
                </a:lnTo>
                <a:lnTo>
                  <a:pt x="592649" y="406465"/>
                </a:lnTo>
                <a:lnTo>
                  <a:pt x="592818" y="405846"/>
                </a:lnTo>
                <a:lnTo>
                  <a:pt x="592996" y="405227"/>
                </a:lnTo>
                <a:lnTo>
                  <a:pt x="593165" y="404608"/>
                </a:lnTo>
                <a:lnTo>
                  <a:pt x="593343" y="403989"/>
                </a:lnTo>
                <a:lnTo>
                  <a:pt x="593512" y="403370"/>
                </a:lnTo>
                <a:lnTo>
                  <a:pt x="593681" y="402751"/>
                </a:lnTo>
                <a:lnTo>
                  <a:pt x="593859" y="402133"/>
                </a:lnTo>
                <a:lnTo>
                  <a:pt x="594028" y="401515"/>
                </a:lnTo>
                <a:lnTo>
                  <a:pt x="594205" y="400896"/>
                </a:lnTo>
                <a:lnTo>
                  <a:pt x="594375" y="400278"/>
                </a:lnTo>
                <a:lnTo>
                  <a:pt x="594552" y="399661"/>
                </a:lnTo>
                <a:lnTo>
                  <a:pt x="594721" y="399043"/>
                </a:lnTo>
                <a:lnTo>
                  <a:pt x="594891" y="398425"/>
                </a:lnTo>
                <a:lnTo>
                  <a:pt x="595068" y="397808"/>
                </a:lnTo>
                <a:lnTo>
                  <a:pt x="595238" y="397191"/>
                </a:lnTo>
                <a:lnTo>
                  <a:pt x="595415" y="396574"/>
                </a:lnTo>
                <a:lnTo>
                  <a:pt x="595584" y="395957"/>
                </a:lnTo>
                <a:lnTo>
                  <a:pt x="595753" y="395340"/>
                </a:lnTo>
                <a:lnTo>
                  <a:pt x="595931" y="394723"/>
                </a:lnTo>
                <a:lnTo>
                  <a:pt x="596100" y="394107"/>
                </a:lnTo>
                <a:lnTo>
                  <a:pt x="596278" y="393491"/>
                </a:lnTo>
                <a:lnTo>
                  <a:pt x="596447" y="392874"/>
                </a:lnTo>
                <a:lnTo>
                  <a:pt x="596625" y="392259"/>
                </a:lnTo>
                <a:lnTo>
                  <a:pt x="596794" y="391643"/>
                </a:lnTo>
                <a:lnTo>
                  <a:pt x="596963" y="391027"/>
                </a:lnTo>
                <a:lnTo>
                  <a:pt x="597141" y="390412"/>
                </a:lnTo>
                <a:lnTo>
                  <a:pt x="597310" y="389797"/>
                </a:lnTo>
                <a:lnTo>
                  <a:pt x="597488" y="389181"/>
                </a:lnTo>
                <a:lnTo>
                  <a:pt x="597657" y="388567"/>
                </a:lnTo>
                <a:lnTo>
                  <a:pt x="597835" y="387952"/>
                </a:lnTo>
                <a:lnTo>
                  <a:pt x="598004" y="387338"/>
                </a:lnTo>
                <a:lnTo>
                  <a:pt x="598173" y="386723"/>
                </a:lnTo>
                <a:lnTo>
                  <a:pt x="598351" y="386110"/>
                </a:lnTo>
                <a:lnTo>
                  <a:pt x="598520" y="385496"/>
                </a:lnTo>
                <a:lnTo>
                  <a:pt x="598698" y="384882"/>
                </a:lnTo>
                <a:lnTo>
                  <a:pt x="598867" y="384268"/>
                </a:lnTo>
                <a:lnTo>
                  <a:pt x="599045" y="383654"/>
                </a:lnTo>
                <a:lnTo>
                  <a:pt x="599214" y="383041"/>
                </a:lnTo>
                <a:lnTo>
                  <a:pt x="599383" y="382428"/>
                </a:lnTo>
                <a:lnTo>
                  <a:pt x="599561" y="381815"/>
                </a:lnTo>
                <a:lnTo>
                  <a:pt x="599730" y="381202"/>
                </a:lnTo>
                <a:lnTo>
                  <a:pt x="599908" y="380590"/>
                </a:lnTo>
                <a:lnTo>
                  <a:pt x="600077" y="379978"/>
                </a:lnTo>
                <a:lnTo>
                  <a:pt x="600255" y="379365"/>
                </a:lnTo>
                <a:lnTo>
                  <a:pt x="600424" y="378754"/>
                </a:lnTo>
                <a:lnTo>
                  <a:pt x="600593" y="378142"/>
                </a:lnTo>
                <a:lnTo>
                  <a:pt x="600771" y="377531"/>
                </a:lnTo>
                <a:lnTo>
                  <a:pt x="600940" y="376919"/>
                </a:lnTo>
                <a:lnTo>
                  <a:pt x="601118" y="376307"/>
                </a:lnTo>
                <a:lnTo>
                  <a:pt x="601287" y="375697"/>
                </a:lnTo>
                <a:lnTo>
                  <a:pt x="601465" y="375086"/>
                </a:lnTo>
                <a:lnTo>
                  <a:pt x="601634" y="374476"/>
                </a:lnTo>
                <a:lnTo>
                  <a:pt x="601803" y="373865"/>
                </a:lnTo>
                <a:lnTo>
                  <a:pt x="601981" y="373255"/>
                </a:lnTo>
                <a:lnTo>
                  <a:pt x="602150" y="372645"/>
                </a:lnTo>
                <a:lnTo>
                  <a:pt x="602328" y="372035"/>
                </a:lnTo>
                <a:lnTo>
                  <a:pt x="602497" y="371425"/>
                </a:lnTo>
                <a:lnTo>
                  <a:pt x="602675" y="370816"/>
                </a:lnTo>
                <a:lnTo>
                  <a:pt x="602844" y="370207"/>
                </a:lnTo>
                <a:lnTo>
                  <a:pt x="603013" y="369598"/>
                </a:lnTo>
                <a:lnTo>
                  <a:pt x="603191" y="368989"/>
                </a:lnTo>
                <a:lnTo>
                  <a:pt x="603360" y="368381"/>
                </a:lnTo>
                <a:lnTo>
                  <a:pt x="603538" y="367772"/>
                </a:lnTo>
                <a:lnTo>
                  <a:pt x="603707" y="367164"/>
                </a:lnTo>
                <a:lnTo>
                  <a:pt x="603885" y="366556"/>
                </a:lnTo>
                <a:lnTo>
                  <a:pt x="604054" y="365948"/>
                </a:lnTo>
                <a:lnTo>
                  <a:pt x="604223" y="365341"/>
                </a:lnTo>
                <a:lnTo>
                  <a:pt x="604401" y="364734"/>
                </a:lnTo>
                <a:lnTo>
                  <a:pt x="604570" y="364126"/>
                </a:lnTo>
                <a:lnTo>
                  <a:pt x="604748" y="363520"/>
                </a:lnTo>
                <a:lnTo>
                  <a:pt x="604917" y="362913"/>
                </a:lnTo>
                <a:lnTo>
                  <a:pt x="605095" y="362307"/>
                </a:lnTo>
                <a:lnTo>
                  <a:pt x="605264" y="361700"/>
                </a:lnTo>
                <a:lnTo>
                  <a:pt x="605433" y="361094"/>
                </a:lnTo>
                <a:lnTo>
                  <a:pt x="605611" y="360489"/>
                </a:lnTo>
                <a:lnTo>
                  <a:pt x="605780" y="359883"/>
                </a:lnTo>
                <a:lnTo>
                  <a:pt x="605958" y="359278"/>
                </a:lnTo>
                <a:lnTo>
                  <a:pt x="606127" y="358673"/>
                </a:lnTo>
                <a:lnTo>
                  <a:pt x="606305" y="358068"/>
                </a:lnTo>
                <a:lnTo>
                  <a:pt x="606474" y="357463"/>
                </a:lnTo>
                <a:lnTo>
                  <a:pt x="606643" y="356859"/>
                </a:lnTo>
                <a:lnTo>
                  <a:pt x="606821" y="356255"/>
                </a:lnTo>
                <a:lnTo>
                  <a:pt x="606990" y="355651"/>
                </a:lnTo>
                <a:lnTo>
                  <a:pt x="607168" y="355047"/>
                </a:lnTo>
                <a:lnTo>
                  <a:pt x="607337" y="354444"/>
                </a:lnTo>
                <a:lnTo>
                  <a:pt x="607515" y="353840"/>
                </a:lnTo>
                <a:lnTo>
                  <a:pt x="607684" y="353237"/>
                </a:lnTo>
                <a:lnTo>
                  <a:pt x="607853" y="352634"/>
                </a:lnTo>
                <a:lnTo>
                  <a:pt x="608031" y="352032"/>
                </a:lnTo>
                <a:lnTo>
                  <a:pt x="608200" y="351429"/>
                </a:lnTo>
                <a:lnTo>
                  <a:pt x="608378" y="350827"/>
                </a:lnTo>
                <a:lnTo>
                  <a:pt x="608547" y="350226"/>
                </a:lnTo>
                <a:lnTo>
                  <a:pt x="608725" y="349623"/>
                </a:lnTo>
                <a:lnTo>
                  <a:pt x="608894" y="349022"/>
                </a:lnTo>
                <a:lnTo>
                  <a:pt x="609063" y="348421"/>
                </a:lnTo>
                <a:lnTo>
                  <a:pt x="609241" y="347820"/>
                </a:lnTo>
                <a:lnTo>
                  <a:pt x="609409" y="347220"/>
                </a:lnTo>
                <a:lnTo>
                  <a:pt x="609587" y="346619"/>
                </a:lnTo>
                <a:lnTo>
                  <a:pt x="609756" y="346019"/>
                </a:lnTo>
                <a:lnTo>
                  <a:pt x="609934" y="345419"/>
                </a:lnTo>
                <a:lnTo>
                  <a:pt x="610103" y="344819"/>
                </a:lnTo>
                <a:lnTo>
                  <a:pt x="610273" y="344220"/>
                </a:lnTo>
                <a:lnTo>
                  <a:pt x="610450" y="343621"/>
                </a:lnTo>
                <a:lnTo>
                  <a:pt x="610620" y="343022"/>
                </a:lnTo>
                <a:lnTo>
                  <a:pt x="610797" y="342423"/>
                </a:lnTo>
                <a:lnTo>
                  <a:pt x="610966" y="341825"/>
                </a:lnTo>
                <a:lnTo>
                  <a:pt x="611144" y="341227"/>
                </a:lnTo>
                <a:lnTo>
                  <a:pt x="611313" y="340629"/>
                </a:lnTo>
                <a:lnTo>
                  <a:pt x="611482" y="340031"/>
                </a:lnTo>
                <a:lnTo>
                  <a:pt x="611660" y="339433"/>
                </a:lnTo>
                <a:lnTo>
                  <a:pt x="611829" y="338836"/>
                </a:lnTo>
                <a:lnTo>
                  <a:pt x="612007" y="338239"/>
                </a:lnTo>
                <a:lnTo>
                  <a:pt x="612176" y="337643"/>
                </a:lnTo>
                <a:lnTo>
                  <a:pt x="612354" y="337046"/>
                </a:lnTo>
                <a:lnTo>
                  <a:pt x="612523" y="336450"/>
                </a:lnTo>
                <a:lnTo>
                  <a:pt x="612692" y="335854"/>
                </a:lnTo>
                <a:lnTo>
                  <a:pt x="612870" y="335259"/>
                </a:lnTo>
                <a:lnTo>
                  <a:pt x="613039" y="334664"/>
                </a:lnTo>
                <a:lnTo>
                  <a:pt x="613217" y="334069"/>
                </a:lnTo>
                <a:lnTo>
                  <a:pt x="613386" y="333474"/>
                </a:lnTo>
                <a:lnTo>
                  <a:pt x="613564" y="332879"/>
                </a:lnTo>
                <a:lnTo>
                  <a:pt x="613733" y="332285"/>
                </a:lnTo>
                <a:lnTo>
                  <a:pt x="613902" y="331691"/>
                </a:lnTo>
                <a:lnTo>
                  <a:pt x="614080" y="331097"/>
                </a:lnTo>
                <a:lnTo>
                  <a:pt x="614249" y="330504"/>
                </a:lnTo>
                <a:lnTo>
                  <a:pt x="614427" y="329911"/>
                </a:lnTo>
                <a:lnTo>
                  <a:pt x="614596" y="329318"/>
                </a:lnTo>
                <a:lnTo>
                  <a:pt x="614765" y="328725"/>
                </a:lnTo>
                <a:lnTo>
                  <a:pt x="614943" y="328133"/>
                </a:lnTo>
                <a:lnTo>
                  <a:pt x="615112" y="327541"/>
                </a:lnTo>
                <a:lnTo>
                  <a:pt x="615290" y="326949"/>
                </a:lnTo>
                <a:lnTo>
                  <a:pt x="615459" y="326357"/>
                </a:lnTo>
                <a:lnTo>
                  <a:pt x="615637" y="325766"/>
                </a:lnTo>
                <a:lnTo>
                  <a:pt x="615806" y="325175"/>
                </a:lnTo>
                <a:lnTo>
                  <a:pt x="615975" y="324584"/>
                </a:lnTo>
                <a:lnTo>
                  <a:pt x="616153" y="323994"/>
                </a:lnTo>
                <a:lnTo>
                  <a:pt x="616322" y="323404"/>
                </a:lnTo>
                <a:lnTo>
                  <a:pt x="616500" y="322814"/>
                </a:lnTo>
                <a:lnTo>
                  <a:pt x="616669" y="322224"/>
                </a:lnTo>
                <a:lnTo>
                  <a:pt x="616847" y="321635"/>
                </a:lnTo>
                <a:lnTo>
                  <a:pt x="617016" y="321046"/>
                </a:lnTo>
                <a:lnTo>
                  <a:pt x="617185" y="320457"/>
                </a:lnTo>
                <a:lnTo>
                  <a:pt x="617363" y="319869"/>
                </a:lnTo>
                <a:lnTo>
                  <a:pt x="617532" y="319281"/>
                </a:lnTo>
                <a:lnTo>
                  <a:pt x="617710" y="318693"/>
                </a:lnTo>
                <a:lnTo>
                  <a:pt x="617879" y="318105"/>
                </a:lnTo>
                <a:lnTo>
                  <a:pt x="618057" y="317518"/>
                </a:lnTo>
                <a:lnTo>
                  <a:pt x="618226" y="316931"/>
                </a:lnTo>
                <a:lnTo>
                  <a:pt x="618395" y="316344"/>
                </a:lnTo>
                <a:lnTo>
                  <a:pt x="618573" y="315758"/>
                </a:lnTo>
                <a:lnTo>
                  <a:pt x="618742" y="315172"/>
                </a:lnTo>
                <a:lnTo>
                  <a:pt x="618920" y="314587"/>
                </a:lnTo>
                <a:lnTo>
                  <a:pt x="619089" y="314001"/>
                </a:lnTo>
                <a:lnTo>
                  <a:pt x="619267" y="313416"/>
                </a:lnTo>
                <a:lnTo>
                  <a:pt x="619436" y="312830"/>
                </a:lnTo>
                <a:lnTo>
                  <a:pt x="619605" y="312246"/>
                </a:lnTo>
                <a:lnTo>
                  <a:pt x="619783" y="311661"/>
                </a:lnTo>
                <a:lnTo>
                  <a:pt x="619952" y="311078"/>
                </a:lnTo>
                <a:lnTo>
                  <a:pt x="620130" y="310494"/>
                </a:lnTo>
                <a:lnTo>
                  <a:pt x="620299" y="309911"/>
                </a:lnTo>
                <a:lnTo>
                  <a:pt x="620477" y="309328"/>
                </a:lnTo>
                <a:lnTo>
                  <a:pt x="620646" y="308745"/>
                </a:lnTo>
                <a:lnTo>
                  <a:pt x="620815" y="308162"/>
                </a:lnTo>
                <a:lnTo>
                  <a:pt x="620993" y="307581"/>
                </a:lnTo>
                <a:lnTo>
                  <a:pt x="621162" y="306999"/>
                </a:lnTo>
                <a:lnTo>
                  <a:pt x="621340" y="306417"/>
                </a:lnTo>
                <a:lnTo>
                  <a:pt x="621509" y="305836"/>
                </a:lnTo>
                <a:lnTo>
                  <a:pt x="621687" y="305255"/>
                </a:lnTo>
                <a:lnTo>
                  <a:pt x="621856" y="304674"/>
                </a:lnTo>
                <a:lnTo>
                  <a:pt x="622025" y="304094"/>
                </a:lnTo>
                <a:lnTo>
                  <a:pt x="622203" y="303514"/>
                </a:lnTo>
                <a:lnTo>
                  <a:pt x="622372" y="302934"/>
                </a:lnTo>
                <a:lnTo>
                  <a:pt x="622550" y="302355"/>
                </a:lnTo>
                <a:lnTo>
                  <a:pt x="622719" y="301776"/>
                </a:lnTo>
                <a:lnTo>
                  <a:pt x="622897" y="301197"/>
                </a:lnTo>
                <a:lnTo>
                  <a:pt x="623066" y="300619"/>
                </a:lnTo>
                <a:lnTo>
                  <a:pt x="623235" y="300041"/>
                </a:lnTo>
                <a:lnTo>
                  <a:pt x="623412" y="299463"/>
                </a:lnTo>
                <a:lnTo>
                  <a:pt x="623582" y="298885"/>
                </a:lnTo>
                <a:lnTo>
                  <a:pt x="623759" y="298309"/>
                </a:lnTo>
                <a:lnTo>
                  <a:pt x="623929" y="297731"/>
                </a:lnTo>
                <a:lnTo>
                  <a:pt x="624106" y="297155"/>
                </a:lnTo>
                <a:lnTo>
                  <a:pt x="624276" y="296579"/>
                </a:lnTo>
                <a:lnTo>
                  <a:pt x="624445" y="296004"/>
                </a:lnTo>
                <a:lnTo>
                  <a:pt x="624623" y="295428"/>
                </a:lnTo>
                <a:lnTo>
                  <a:pt x="624791" y="294852"/>
                </a:lnTo>
                <a:lnTo>
                  <a:pt x="624969" y="294278"/>
                </a:lnTo>
                <a:lnTo>
                  <a:pt x="625138" y="293704"/>
                </a:lnTo>
                <a:lnTo>
                  <a:pt x="625316" y="293129"/>
                </a:lnTo>
                <a:lnTo>
                  <a:pt x="625485" y="292555"/>
                </a:lnTo>
                <a:lnTo>
                  <a:pt x="625654" y="291982"/>
                </a:lnTo>
                <a:lnTo>
                  <a:pt x="625832" y="291409"/>
                </a:lnTo>
                <a:lnTo>
                  <a:pt x="626001" y="290836"/>
                </a:lnTo>
                <a:lnTo>
                  <a:pt x="626179" y="290264"/>
                </a:lnTo>
                <a:lnTo>
                  <a:pt x="626348" y="289692"/>
                </a:lnTo>
                <a:lnTo>
                  <a:pt x="626526" y="289120"/>
                </a:lnTo>
                <a:lnTo>
                  <a:pt x="626695" y="288548"/>
                </a:lnTo>
                <a:lnTo>
                  <a:pt x="626864" y="287977"/>
                </a:lnTo>
                <a:lnTo>
                  <a:pt x="627042" y="287406"/>
                </a:lnTo>
                <a:lnTo>
                  <a:pt x="627211" y="286836"/>
                </a:lnTo>
                <a:lnTo>
                  <a:pt x="627389" y="286266"/>
                </a:lnTo>
                <a:lnTo>
                  <a:pt x="627558" y="285696"/>
                </a:lnTo>
                <a:lnTo>
                  <a:pt x="627736" y="285127"/>
                </a:lnTo>
                <a:lnTo>
                  <a:pt x="627905" y="284557"/>
                </a:lnTo>
                <a:lnTo>
                  <a:pt x="628074" y="283989"/>
                </a:lnTo>
                <a:lnTo>
                  <a:pt x="628252" y="283420"/>
                </a:lnTo>
                <a:lnTo>
                  <a:pt x="628421" y="282853"/>
                </a:lnTo>
                <a:lnTo>
                  <a:pt x="628599" y="282285"/>
                </a:lnTo>
                <a:lnTo>
                  <a:pt x="628768" y="281718"/>
                </a:lnTo>
                <a:lnTo>
                  <a:pt x="628946" y="281151"/>
                </a:lnTo>
                <a:lnTo>
                  <a:pt x="629115" y="280584"/>
                </a:lnTo>
                <a:lnTo>
                  <a:pt x="629284" y="280018"/>
                </a:lnTo>
                <a:lnTo>
                  <a:pt x="629462" y="279452"/>
                </a:lnTo>
                <a:lnTo>
                  <a:pt x="629631" y="278887"/>
                </a:lnTo>
                <a:lnTo>
                  <a:pt x="629809" y="278321"/>
                </a:lnTo>
                <a:lnTo>
                  <a:pt x="629978" y="277756"/>
                </a:lnTo>
                <a:lnTo>
                  <a:pt x="630156" y="277192"/>
                </a:lnTo>
                <a:lnTo>
                  <a:pt x="630325" y="276628"/>
                </a:lnTo>
                <a:lnTo>
                  <a:pt x="630494" y="276064"/>
                </a:lnTo>
                <a:lnTo>
                  <a:pt x="630672" y="275501"/>
                </a:lnTo>
                <a:lnTo>
                  <a:pt x="630841" y="274938"/>
                </a:lnTo>
                <a:lnTo>
                  <a:pt x="631019" y="274375"/>
                </a:lnTo>
                <a:lnTo>
                  <a:pt x="631188" y="273813"/>
                </a:lnTo>
                <a:lnTo>
                  <a:pt x="631366" y="273251"/>
                </a:lnTo>
                <a:lnTo>
                  <a:pt x="631535" y="272690"/>
                </a:lnTo>
                <a:lnTo>
                  <a:pt x="631704" y="272128"/>
                </a:lnTo>
                <a:lnTo>
                  <a:pt x="631882" y="271568"/>
                </a:lnTo>
                <a:lnTo>
                  <a:pt x="632051" y="271007"/>
                </a:lnTo>
                <a:lnTo>
                  <a:pt x="632229" y="270447"/>
                </a:lnTo>
                <a:lnTo>
                  <a:pt x="632398" y="269887"/>
                </a:lnTo>
                <a:lnTo>
                  <a:pt x="632576" y="269328"/>
                </a:lnTo>
                <a:lnTo>
                  <a:pt x="632745" y="268769"/>
                </a:lnTo>
                <a:lnTo>
                  <a:pt x="632914" y="268210"/>
                </a:lnTo>
                <a:lnTo>
                  <a:pt x="633092" y="267652"/>
                </a:lnTo>
                <a:lnTo>
                  <a:pt x="633261" y="267094"/>
                </a:lnTo>
                <a:lnTo>
                  <a:pt x="633439" y="266537"/>
                </a:lnTo>
                <a:lnTo>
                  <a:pt x="633608" y="265980"/>
                </a:lnTo>
                <a:lnTo>
                  <a:pt x="633777" y="265423"/>
                </a:lnTo>
                <a:lnTo>
                  <a:pt x="633955" y="264866"/>
                </a:lnTo>
                <a:lnTo>
                  <a:pt x="634124" y="264311"/>
                </a:lnTo>
                <a:lnTo>
                  <a:pt x="634302" y="263755"/>
                </a:lnTo>
                <a:lnTo>
                  <a:pt x="634471" y="263200"/>
                </a:lnTo>
                <a:lnTo>
                  <a:pt x="634649" y="262645"/>
                </a:lnTo>
                <a:lnTo>
                  <a:pt x="634818" y="262090"/>
                </a:lnTo>
                <a:lnTo>
                  <a:pt x="634987" y="261536"/>
                </a:lnTo>
                <a:lnTo>
                  <a:pt x="635165" y="260983"/>
                </a:lnTo>
                <a:lnTo>
                  <a:pt x="635334" y="260429"/>
                </a:lnTo>
                <a:lnTo>
                  <a:pt x="635512" y="259877"/>
                </a:lnTo>
                <a:lnTo>
                  <a:pt x="635681" y="259324"/>
                </a:lnTo>
                <a:lnTo>
                  <a:pt x="635859" y="258772"/>
                </a:lnTo>
                <a:lnTo>
                  <a:pt x="636028" y="258220"/>
                </a:lnTo>
                <a:lnTo>
                  <a:pt x="636197" y="257669"/>
                </a:lnTo>
                <a:lnTo>
                  <a:pt x="636375" y="257118"/>
                </a:lnTo>
                <a:lnTo>
                  <a:pt x="636544" y="256567"/>
                </a:lnTo>
                <a:lnTo>
                  <a:pt x="636722" y="256017"/>
                </a:lnTo>
                <a:lnTo>
                  <a:pt x="636891" y="255468"/>
                </a:lnTo>
                <a:lnTo>
                  <a:pt x="637069" y="254918"/>
                </a:lnTo>
                <a:lnTo>
                  <a:pt x="637238" y="254369"/>
                </a:lnTo>
                <a:lnTo>
                  <a:pt x="637407" y="253820"/>
                </a:lnTo>
                <a:lnTo>
                  <a:pt x="637585" y="253272"/>
                </a:lnTo>
                <a:lnTo>
                  <a:pt x="637754" y="252724"/>
                </a:lnTo>
                <a:lnTo>
                  <a:pt x="637932" y="252177"/>
                </a:lnTo>
                <a:lnTo>
                  <a:pt x="638101" y="251630"/>
                </a:lnTo>
                <a:lnTo>
                  <a:pt x="638279" y="251084"/>
                </a:lnTo>
                <a:lnTo>
                  <a:pt x="638448" y="250537"/>
                </a:lnTo>
                <a:lnTo>
                  <a:pt x="638617" y="249991"/>
                </a:lnTo>
                <a:lnTo>
                  <a:pt x="638794" y="249446"/>
                </a:lnTo>
                <a:lnTo>
                  <a:pt x="638964" y="248901"/>
                </a:lnTo>
                <a:lnTo>
                  <a:pt x="639141" y="248357"/>
                </a:lnTo>
                <a:lnTo>
                  <a:pt x="639311" y="247812"/>
                </a:lnTo>
                <a:lnTo>
                  <a:pt x="639488" y="247269"/>
                </a:lnTo>
                <a:lnTo>
                  <a:pt x="639657" y="246725"/>
                </a:lnTo>
                <a:lnTo>
                  <a:pt x="639827" y="246183"/>
                </a:lnTo>
                <a:lnTo>
                  <a:pt x="640004" y="245640"/>
                </a:lnTo>
                <a:lnTo>
                  <a:pt x="640173" y="245098"/>
                </a:lnTo>
                <a:lnTo>
                  <a:pt x="640351" y="244556"/>
                </a:lnTo>
                <a:lnTo>
                  <a:pt x="640520" y="244014"/>
                </a:lnTo>
                <a:lnTo>
                  <a:pt x="640698" y="243474"/>
                </a:lnTo>
                <a:lnTo>
                  <a:pt x="640867" y="242934"/>
                </a:lnTo>
                <a:lnTo>
                  <a:pt x="641036" y="242394"/>
                </a:lnTo>
                <a:lnTo>
                  <a:pt x="641214" y="241854"/>
                </a:lnTo>
                <a:lnTo>
                  <a:pt x="641383" y="241314"/>
                </a:lnTo>
                <a:lnTo>
                  <a:pt x="641561" y="240775"/>
                </a:lnTo>
                <a:lnTo>
                  <a:pt x="641730" y="240237"/>
                </a:lnTo>
                <a:lnTo>
                  <a:pt x="641908" y="239699"/>
                </a:lnTo>
                <a:lnTo>
                  <a:pt x="642077" y="239161"/>
                </a:lnTo>
                <a:lnTo>
                  <a:pt x="642246" y="238625"/>
                </a:lnTo>
                <a:lnTo>
                  <a:pt x="642424" y="238088"/>
                </a:lnTo>
                <a:lnTo>
                  <a:pt x="642593" y="237551"/>
                </a:lnTo>
                <a:lnTo>
                  <a:pt x="642771" y="237016"/>
                </a:lnTo>
                <a:lnTo>
                  <a:pt x="642940" y="236480"/>
                </a:lnTo>
                <a:lnTo>
                  <a:pt x="643118" y="235945"/>
                </a:lnTo>
                <a:lnTo>
                  <a:pt x="643287" y="235411"/>
                </a:lnTo>
                <a:lnTo>
                  <a:pt x="643456" y="234877"/>
                </a:lnTo>
                <a:lnTo>
                  <a:pt x="643634" y="234343"/>
                </a:lnTo>
                <a:lnTo>
                  <a:pt x="643803" y="233809"/>
                </a:lnTo>
                <a:lnTo>
                  <a:pt x="643981" y="233277"/>
                </a:lnTo>
                <a:lnTo>
                  <a:pt x="644150" y="232744"/>
                </a:lnTo>
                <a:lnTo>
                  <a:pt x="644328" y="232212"/>
                </a:lnTo>
                <a:lnTo>
                  <a:pt x="644497" y="231680"/>
                </a:lnTo>
                <a:lnTo>
                  <a:pt x="644666" y="231149"/>
                </a:lnTo>
                <a:lnTo>
                  <a:pt x="644844" y="230619"/>
                </a:lnTo>
                <a:lnTo>
                  <a:pt x="645013" y="230089"/>
                </a:lnTo>
                <a:lnTo>
                  <a:pt x="645191" y="229559"/>
                </a:lnTo>
                <a:lnTo>
                  <a:pt x="645360" y="229029"/>
                </a:lnTo>
                <a:lnTo>
                  <a:pt x="645538" y="228501"/>
                </a:lnTo>
                <a:lnTo>
                  <a:pt x="645707" y="227972"/>
                </a:lnTo>
                <a:lnTo>
                  <a:pt x="645876" y="227444"/>
                </a:lnTo>
                <a:lnTo>
                  <a:pt x="646054" y="226916"/>
                </a:lnTo>
                <a:lnTo>
                  <a:pt x="646223" y="226389"/>
                </a:lnTo>
                <a:lnTo>
                  <a:pt x="646401" y="225862"/>
                </a:lnTo>
                <a:lnTo>
                  <a:pt x="646570" y="225336"/>
                </a:lnTo>
                <a:lnTo>
                  <a:pt x="646748" y="224810"/>
                </a:lnTo>
                <a:lnTo>
                  <a:pt x="646917" y="224285"/>
                </a:lnTo>
                <a:lnTo>
                  <a:pt x="647086" y="223760"/>
                </a:lnTo>
                <a:lnTo>
                  <a:pt x="647264" y="223235"/>
                </a:lnTo>
                <a:lnTo>
                  <a:pt x="647433" y="222711"/>
                </a:lnTo>
                <a:lnTo>
                  <a:pt x="647611" y="222187"/>
                </a:lnTo>
                <a:lnTo>
                  <a:pt x="647780" y="221664"/>
                </a:lnTo>
                <a:lnTo>
                  <a:pt x="647958" y="221142"/>
                </a:lnTo>
                <a:lnTo>
                  <a:pt x="648127" y="220620"/>
                </a:lnTo>
                <a:lnTo>
                  <a:pt x="648296" y="220097"/>
                </a:lnTo>
                <a:lnTo>
                  <a:pt x="648474" y="219576"/>
                </a:lnTo>
                <a:lnTo>
                  <a:pt x="648643" y="219055"/>
                </a:lnTo>
                <a:lnTo>
                  <a:pt x="648821" y="218534"/>
                </a:lnTo>
                <a:lnTo>
                  <a:pt x="648990" y="218015"/>
                </a:lnTo>
                <a:lnTo>
                  <a:pt x="649168" y="217495"/>
                </a:lnTo>
                <a:lnTo>
                  <a:pt x="649337" y="216976"/>
                </a:lnTo>
                <a:lnTo>
                  <a:pt x="649506" y="216457"/>
                </a:lnTo>
                <a:lnTo>
                  <a:pt x="649684" y="215939"/>
                </a:lnTo>
                <a:lnTo>
                  <a:pt x="649853" y="215421"/>
                </a:lnTo>
                <a:lnTo>
                  <a:pt x="650031" y="214904"/>
                </a:lnTo>
                <a:lnTo>
                  <a:pt x="650200" y="214388"/>
                </a:lnTo>
                <a:lnTo>
                  <a:pt x="650378" y="213871"/>
                </a:lnTo>
                <a:lnTo>
                  <a:pt x="650547" y="213355"/>
                </a:lnTo>
                <a:lnTo>
                  <a:pt x="650716" y="212840"/>
                </a:lnTo>
                <a:lnTo>
                  <a:pt x="650894" y="212324"/>
                </a:lnTo>
                <a:lnTo>
                  <a:pt x="651063" y="211810"/>
                </a:lnTo>
                <a:lnTo>
                  <a:pt x="651241" y="211296"/>
                </a:lnTo>
                <a:lnTo>
                  <a:pt x="651410" y="210783"/>
                </a:lnTo>
                <a:lnTo>
                  <a:pt x="651588" y="210269"/>
                </a:lnTo>
                <a:lnTo>
                  <a:pt x="651757" y="209757"/>
                </a:lnTo>
                <a:lnTo>
                  <a:pt x="651926" y="209245"/>
                </a:lnTo>
                <a:lnTo>
                  <a:pt x="652104" y="208733"/>
                </a:lnTo>
                <a:lnTo>
                  <a:pt x="652273" y="208221"/>
                </a:lnTo>
                <a:lnTo>
                  <a:pt x="652451" y="207711"/>
                </a:lnTo>
                <a:lnTo>
                  <a:pt x="652620" y="207200"/>
                </a:lnTo>
                <a:lnTo>
                  <a:pt x="652789" y="206690"/>
                </a:lnTo>
                <a:lnTo>
                  <a:pt x="652967" y="206181"/>
                </a:lnTo>
                <a:lnTo>
                  <a:pt x="653136" y="205673"/>
                </a:lnTo>
                <a:lnTo>
                  <a:pt x="653314" y="205164"/>
                </a:lnTo>
                <a:lnTo>
                  <a:pt x="653483" y="204656"/>
                </a:lnTo>
                <a:lnTo>
                  <a:pt x="653660" y="204149"/>
                </a:lnTo>
                <a:lnTo>
                  <a:pt x="653830" y="203642"/>
                </a:lnTo>
                <a:lnTo>
                  <a:pt x="653998" y="203135"/>
                </a:lnTo>
                <a:lnTo>
                  <a:pt x="654176" y="202629"/>
                </a:lnTo>
                <a:lnTo>
                  <a:pt x="654345" y="202124"/>
                </a:lnTo>
                <a:lnTo>
                  <a:pt x="654523" y="201618"/>
                </a:lnTo>
                <a:lnTo>
                  <a:pt x="654692" y="201114"/>
                </a:lnTo>
                <a:lnTo>
                  <a:pt x="654870" y="200610"/>
                </a:lnTo>
                <a:lnTo>
                  <a:pt x="655039" y="200106"/>
                </a:lnTo>
                <a:lnTo>
                  <a:pt x="655209" y="199603"/>
                </a:lnTo>
                <a:lnTo>
                  <a:pt x="655386" y="199101"/>
                </a:lnTo>
                <a:lnTo>
                  <a:pt x="655555" y="198599"/>
                </a:lnTo>
                <a:lnTo>
                  <a:pt x="655733" y="198097"/>
                </a:lnTo>
                <a:lnTo>
                  <a:pt x="655902" y="197596"/>
                </a:lnTo>
                <a:lnTo>
                  <a:pt x="656080" y="197096"/>
                </a:lnTo>
                <a:lnTo>
                  <a:pt x="656249" y="196595"/>
                </a:lnTo>
                <a:lnTo>
                  <a:pt x="656418" y="196096"/>
                </a:lnTo>
                <a:lnTo>
                  <a:pt x="656596" y="195596"/>
                </a:lnTo>
                <a:lnTo>
                  <a:pt x="656765" y="195097"/>
                </a:lnTo>
                <a:lnTo>
                  <a:pt x="656943" y="194599"/>
                </a:lnTo>
                <a:lnTo>
                  <a:pt x="657112" y="194101"/>
                </a:lnTo>
                <a:lnTo>
                  <a:pt x="657290" y="193604"/>
                </a:lnTo>
                <a:lnTo>
                  <a:pt x="657459" y="193107"/>
                </a:lnTo>
                <a:lnTo>
                  <a:pt x="657628" y="192611"/>
                </a:lnTo>
                <a:lnTo>
                  <a:pt x="657806" y="192115"/>
                </a:lnTo>
                <a:lnTo>
                  <a:pt x="657975" y="191620"/>
                </a:lnTo>
                <a:lnTo>
                  <a:pt x="658153" y="191125"/>
                </a:lnTo>
                <a:lnTo>
                  <a:pt x="658322" y="190631"/>
                </a:lnTo>
                <a:lnTo>
                  <a:pt x="658500" y="190138"/>
                </a:lnTo>
                <a:lnTo>
                  <a:pt x="658669" y="189644"/>
                </a:lnTo>
                <a:lnTo>
                  <a:pt x="658838" y="189151"/>
                </a:lnTo>
                <a:lnTo>
                  <a:pt x="659016" y="188659"/>
                </a:lnTo>
                <a:lnTo>
                  <a:pt x="659185" y="188167"/>
                </a:lnTo>
                <a:lnTo>
                  <a:pt x="659363" y="187676"/>
                </a:lnTo>
                <a:lnTo>
                  <a:pt x="659532" y="187185"/>
                </a:lnTo>
                <a:lnTo>
                  <a:pt x="659710" y="186695"/>
                </a:lnTo>
                <a:lnTo>
                  <a:pt x="659879" y="186205"/>
                </a:lnTo>
                <a:lnTo>
                  <a:pt x="660048" y="185716"/>
                </a:lnTo>
                <a:lnTo>
                  <a:pt x="660226" y="185228"/>
                </a:lnTo>
                <a:lnTo>
                  <a:pt x="660395" y="184739"/>
                </a:lnTo>
                <a:lnTo>
                  <a:pt x="660573" y="184252"/>
                </a:lnTo>
                <a:lnTo>
                  <a:pt x="660742" y="183764"/>
                </a:lnTo>
                <a:lnTo>
                  <a:pt x="660920" y="183278"/>
                </a:lnTo>
                <a:lnTo>
                  <a:pt x="661089" y="182791"/>
                </a:lnTo>
                <a:lnTo>
                  <a:pt x="661258" y="182306"/>
                </a:lnTo>
                <a:lnTo>
                  <a:pt x="661436" y="181820"/>
                </a:lnTo>
                <a:lnTo>
                  <a:pt x="661605" y="181335"/>
                </a:lnTo>
                <a:lnTo>
                  <a:pt x="661783" y="180851"/>
                </a:lnTo>
                <a:lnTo>
                  <a:pt x="661952" y="180368"/>
                </a:lnTo>
                <a:lnTo>
                  <a:pt x="662130" y="179885"/>
                </a:lnTo>
                <a:lnTo>
                  <a:pt x="662299" y="179402"/>
                </a:lnTo>
                <a:lnTo>
                  <a:pt x="662468" y="178920"/>
                </a:lnTo>
                <a:lnTo>
                  <a:pt x="662646" y="178439"/>
                </a:lnTo>
                <a:lnTo>
                  <a:pt x="662815" y="177957"/>
                </a:lnTo>
                <a:lnTo>
                  <a:pt x="662993" y="177477"/>
                </a:lnTo>
                <a:lnTo>
                  <a:pt x="663162" y="176998"/>
                </a:lnTo>
                <a:lnTo>
                  <a:pt x="663340" y="176518"/>
                </a:lnTo>
                <a:lnTo>
                  <a:pt x="663509" y="176039"/>
                </a:lnTo>
                <a:lnTo>
                  <a:pt x="663678" y="175561"/>
                </a:lnTo>
                <a:lnTo>
                  <a:pt x="663856" y="175082"/>
                </a:lnTo>
                <a:lnTo>
                  <a:pt x="664025" y="174605"/>
                </a:lnTo>
                <a:lnTo>
                  <a:pt x="664203" y="174128"/>
                </a:lnTo>
                <a:lnTo>
                  <a:pt x="664372" y="173652"/>
                </a:lnTo>
                <a:lnTo>
                  <a:pt x="664550" y="173177"/>
                </a:lnTo>
                <a:lnTo>
                  <a:pt x="664719" y="172701"/>
                </a:lnTo>
                <a:lnTo>
                  <a:pt x="664888" y="172226"/>
                </a:lnTo>
                <a:lnTo>
                  <a:pt x="665066" y="171752"/>
                </a:lnTo>
                <a:lnTo>
                  <a:pt x="665235" y="171278"/>
                </a:lnTo>
                <a:lnTo>
                  <a:pt x="665413" y="170805"/>
                </a:lnTo>
                <a:lnTo>
                  <a:pt x="665582" y="170332"/>
                </a:lnTo>
                <a:lnTo>
                  <a:pt x="665760" y="169860"/>
                </a:lnTo>
                <a:lnTo>
                  <a:pt x="665929" y="169388"/>
                </a:lnTo>
                <a:lnTo>
                  <a:pt x="666098" y="168918"/>
                </a:lnTo>
                <a:lnTo>
                  <a:pt x="666276" y="168447"/>
                </a:lnTo>
                <a:lnTo>
                  <a:pt x="666445" y="167977"/>
                </a:lnTo>
                <a:lnTo>
                  <a:pt x="666623" y="167508"/>
                </a:lnTo>
                <a:lnTo>
                  <a:pt x="666792" y="167039"/>
                </a:lnTo>
                <a:lnTo>
                  <a:pt x="666970" y="166571"/>
                </a:lnTo>
                <a:lnTo>
                  <a:pt x="667139" y="166103"/>
                </a:lnTo>
                <a:lnTo>
                  <a:pt x="667308" y="165636"/>
                </a:lnTo>
                <a:lnTo>
                  <a:pt x="667486" y="165169"/>
                </a:lnTo>
                <a:lnTo>
                  <a:pt x="667655" y="164703"/>
                </a:lnTo>
                <a:lnTo>
                  <a:pt x="667833" y="164236"/>
                </a:lnTo>
                <a:lnTo>
                  <a:pt x="668002" y="163772"/>
                </a:lnTo>
                <a:lnTo>
                  <a:pt x="668179" y="163307"/>
                </a:lnTo>
                <a:lnTo>
                  <a:pt x="668348" y="162843"/>
                </a:lnTo>
                <a:lnTo>
                  <a:pt x="668518" y="162380"/>
                </a:lnTo>
                <a:lnTo>
                  <a:pt x="668695" y="161916"/>
                </a:lnTo>
                <a:lnTo>
                  <a:pt x="668865" y="161455"/>
                </a:lnTo>
                <a:lnTo>
                  <a:pt x="669042" y="160992"/>
                </a:lnTo>
                <a:lnTo>
                  <a:pt x="669212" y="160531"/>
                </a:lnTo>
                <a:lnTo>
                  <a:pt x="669389" y="160070"/>
                </a:lnTo>
                <a:lnTo>
                  <a:pt x="669558" y="159610"/>
                </a:lnTo>
                <a:lnTo>
                  <a:pt x="669727" y="159150"/>
                </a:lnTo>
                <a:lnTo>
                  <a:pt x="669905" y="158691"/>
                </a:lnTo>
                <a:lnTo>
                  <a:pt x="670074" y="158232"/>
                </a:lnTo>
                <a:lnTo>
                  <a:pt x="670252" y="157775"/>
                </a:lnTo>
                <a:lnTo>
                  <a:pt x="670421" y="157317"/>
                </a:lnTo>
                <a:lnTo>
                  <a:pt x="670599" y="156860"/>
                </a:lnTo>
                <a:lnTo>
                  <a:pt x="670768" y="156404"/>
                </a:lnTo>
                <a:lnTo>
                  <a:pt x="670937" y="155948"/>
                </a:lnTo>
                <a:lnTo>
                  <a:pt x="671115" y="155493"/>
                </a:lnTo>
                <a:lnTo>
                  <a:pt x="671284" y="155038"/>
                </a:lnTo>
                <a:lnTo>
                  <a:pt x="671462" y="154584"/>
                </a:lnTo>
                <a:lnTo>
                  <a:pt x="671631" y="154130"/>
                </a:lnTo>
                <a:lnTo>
                  <a:pt x="671800" y="153677"/>
                </a:lnTo>
                <a:lnTo>
                  <a:pt x="671978" y="153224"/>
                </a:lnTo>
                <a:lnTo>
                  <a:pt x="672147" y="152773"/>
                </a:lnTo>
                <a:lnTo>
                  <a:pt x="672325" y="152321"/>
                </a:lnTo>
                <a:lnTo>
                  <a:pt x="672494" y="151870"/>
                </a:lnTo>
                <a:lnTo>
                  <a:pt x="672672" y="151420"/>
                </a:lnTo>
                <a:lnTo>
                  <a:pt x="672841" y="150971"/>
                </a:lnTo>
                <a:lnTo>
                  <a:pt x="673010" y="150522"/>
                </a:lnTo>
                <a:lnTo>
                  <a:pt x="673188" y="150073"/>
                </a:lnTo>
                <a:lnTo>
                  <a:pt x="673357" y="149625"/>
                </a:lnTo>
                <a:lnTo>
                  <a:pt x="673535" y="149177"/>
                </a:lnTo>
                <a:lnTo>
                  <a:pt x="673704" y="148731"/>
                </a:lnTo>
                <a:lnTo>
                  <a:pt x="673882" y="148284"/>
                </a:lnTo>
                <a:lnTo>
                  <a:pt x="674051" y="147839"/>
                </a:lnTo>
                <a:lnTo>
                  <a:pt x="674220" y="147394"/>
                </a:lnTo>
                <a:lnTo>
                  <a:pt x="674398" y="146949"/>
                </a:lnTo>
                <a:lnTo>
                  <a:pt x="674567" y="146505"/>
                </a:lnTo>
                <a:lnTo>
                  <a:pt x="674745" y="146061"/>
                </a:lnTo>
                <a:lnTo>
                  <a:pt x="674914" y="145618"/>
                </a:lnTo>
                <a:lnTo>
                  <a:pt x="675092" y="145176"/>
                </a:lnTo>
                <a:lnTo>
                  <a:pt x="675261" y="144735"/>
                </a:lnTo>
                <a:lnTo>
                  <a:pt x="675430" y="144293"/>
                </a:lnTo>
                <a:lnTo>
                  <a:pt x="675608" y="143852"/>
                </a:lnTo>
                <a:lnTo>
                  <a:pt x="675777" y="143413"/>
                </a:lnTo>
                <a:lnTo>
                  <a:pt x="675955" y="142973"/>
                </a:lnTo>
                <a:lnTo>
                  <a:pt x="676124" y="142534"/>
                </a:lnTo>
                <a:lnTo>
                  <a:pt x="676302" y="142096"/>
                </a:lnTo>
                <a:lnTo>
                  <a:pt x="676471" y="141658"/>
                </a:lnTo>
                <a:lnTo>
                  <a:pt x="676640" y="141220"/>
                </a:lnTo>
                <a:lnTo>
                  <a:pt x="676818" y="140785"/>
                </a:lnTo>
                <a:lnTo>
                  <a:pt x="676987" y="140348"/>
                </a:lnTo>
                <a:lnTo>
                  <a:pt x="677165" y="139913"/>
                </a:lnTo>
                <a:lnTo>
                  <a:pt x="677334" y="139478"/>
                </a:lnTo>
                <a:lnTo>
                  <a:pt x="677512" y="139044"/>
                </a:lnTo>
                <a:lnTo>
                  <a:pt x="677681" y="138609"/>
                </a:lnTo>
                <a:lnTo>
                  <a:pt x="677850" y="138177"/>
                </a:lnTo>
                <a:lnTo>
                  <a:pt x="678028" y="137744"/>
                </a:lnTo>
                <a:lnTo>
                  <a:pt x="678197" y="137312"/>
                </a:lnTo>
                <a:lnTo>
                  <a:pt x="678375" y="136881"/>
                </a:lnTo>
                <a:lnTo>
                  <a:pt x="678544" y="136450"/>
                </a:lnTo>
                <a:lnTo>
                  <a:pt x="678722" y="136020"/>
                </a:lnTo>
                <a:lnTo>
                  <a:pt x="678891" y="135590"/>
                </a:lnTo>
                <a:lnTo>
                  <a:pt x="679060" y="135161"/>
                </a:lnTo>
                <a:lnTo>
                  <a:pt x="679238" y="134732"/>
                </a:lnTo>
                <a:lnTo>
                  <a:pt x="679407" y="134304"/>
                </a:lnTo>
                <a:lnTo>
                  <a:pt x="679585" y="133877"/>
                </a:lnTo>
                <a:lnTo>
                  <a:pt x="679754" y="133450"/>
                </a:lnTo>
                <a:lnTo>
                  <a:pt x="679932" y="133024"/>
                </a:lnTo>
                <a:lnTo>
                  <a:pt x="680101" y="132599"/>
                </a:lnTo>
                <a:lnTo>
                  <a:pt x="680270" y="132175"/>
                </a:lnTo>
                <a:lnTo>
                  <a:pt x="680448" y="131750"/>
                </a:lnTo>
                <a:lnTo>
                  <a:pt x="680617" y="131326"/>
                </a:lnTo>
                <a:lnTo>
                  <a:pt x="680795" y="130903"/>
                </a:lnTo>
                <a:lnTo>
                  <a:pt x="680964" y="130481"/>
                </a:lnTo>
                <a:lnTo>
                  <a:pt x="681142" y="130058"/>
                </a:lnTo>
                <a:lnTo>
                  <a:pt x="681311" y="129637"/>
                </a:lnTo>
                <a:lnTo>
                  <a:pt x="681480" y="129216"/>
                </a:lnTo>
                <a:lnTo>
                  <a:pt x="681658" y="128796"/>
                </a:lnTo>
                <a:lnTo>
                  <a:pt x="681827" y="128377"/>
                </a:lnTo>
                <a:lnTo>
                  <a:pt x="682005" y="127958"/>
                </a:lnTo>
                <a:lnTo>
                  <a:pt x="682174" y="127539"/>
                </a:lnTo>
                <a:lnTo>
                  <a:pt x="682351" y="127121"/>
                </a:lnTo>
                <a:lnTo>
                  <a:pt x="682521" y="126704"/>
                </a:lnTo>
                <a:lnTo>
                  <a:pt x="682690" y="126287"/>
                </a:lnTo>
                <a:lnTo>
                  <a:pt x="682868" y="125871"/>
                </a:lnTo>
                <a:lnTo>
                  <a:pt x="683037" y="125456"/>
                </a:lnTo>
                <a:lnTo>
                  <a:pt x="683215" y="125041"/>
                </a:lnTo>
                <a:lnTo>
                  <a:pt x="683383" y="124627"/>
                </a:lnTo>
                <a:lnTo>
                  <a:pt x="683561" y="124213"/>
                </a:lnTo>
                <a:lnTo>
                  <a:pt x="683730" y="123800"/>
                </a:lnTo>
                <a:lnTo>
                  <a:pt x="683900" y="123388"/>
                </a:lnTo>
                <a:lnTo>
                  <a:pt x="684077" y="122976"/>
                </a:lnTo>
                <a:lnTo>
                  <a:pt x="684246" y="122565"/>
                </a:lnTo>
                <a:lnTo>
                  <a:pt x="684424" y="122154"/>
                </a:lnTo>
                <a:lnTo>
                  <a:pt x="684593" y="121744"/>
                </a:lnTo>
                <a:lnTo>
                  <a:pt x="684771" y="121335"/>
                </a:lnTo>
                <a:lnTo>
                  <a:pt x="684940" y="120926"/>
                </a:lnTo>
                <a:lnTo>
                  <a:pt x="685109" y="120518"/>
                </a:lnTo>
                <a:lnTo>
                  <a:pt x="685287" y="120110"/>
                </a:lnTo>
                <a:lnTo>
                  <a:pt x="685456" y="119704"/>
                </a:lnTo>
                <a:lnTo>
                  <a:pt x="685634" y="119297"/>
                </a:lnTo>
                <a:lnTo>
                  <a:pt x="685803" y="118891"/>
                </a:lnTo>
                <a:lnTo>
                  <a:pt x="685981" y="118486"/>
                </a:lnTo>
                <a:lnTo>
                  <a:pt x="686150" y="118082"/>
                </a:lnTo>
                <a:lnTo>
                  <a:pt x="686319" y="117678"/>
                </a:lnTo>
                <a:lnTo>
                  <a:pt x="686497" y="117275"/>
                </a:lnTo>
                <a:lnTo>
                  <a:pt x="686666" y="116872"/>
                </a:lnTo>
                <a:lnTo>
                  <a:pt x="686844" y="116470"/>
                </a:lnTo>
                <a:lnTo>
                  <a:pt x="687013" y="116068"/>
                </a:lnTo>
                <a:lnTo>
                  <a:pt x="687191" y="115667"/>
                </a:lnTo>
                <a:lnTo>
                  <a:pt x="687360" y="115268"/>
                </a:lnTo>
                <a:lnTo>
                  <a:pt x="687529" y="114867"/>
                </a:lnTo>
                <a:lnTo>
                  <a:pt x="687707" y="114469"/>
                </a:lnTo>
                <a:lnTo>
                  <a:pt x="687876" y="114070"/>
                </a:lnTo>
                <a:lnTo>
                  <a:pt x="688054" y="113673"/>
                </a:lnTo>
                <a:lnTo>
                  <a:pt x="688223" y="113276"/>
                </a:lnTo>
                <a:lnTo>
                  <a:pt x="688401" y="112879"/>
                </a:lnTo>
                <a:lnTo>
                  <a:pt x="688570" y="112483"/>
                </a:lnTo>
                <a:lnTo>
                  <a:pt x="688739" y="112088"/>
                </a:lnTo>
                <a:lnTo>
                  <a:pt x="688917" y="111693"/>
                </a:lnTo>
                <a:lnTo>
                  <a:pt x="689086" y="111299"/>
                </a:lnTo>
                <a:lnTo>
                  <a:pt x="689264" y="110906"/>
                </a:lnTo>
                <a:lnTo>
                  <a:pt x="689433" y="110513"/>
                </a:lnTo>
                <a:lnTo>
                  <a:pt x="689611" y="110121"/>
                </a:lnTo>
                <a:lnTo>
                  <a:pt x="689780" y="109730"/>
                </a:lnTo>
                <a:lnTo>
                  <a:pt x="689949" y="109338"/>
                </a:lnTo>
                <a:lnTo>
                  <a:pt x="690127" y="108948"/>
                </a:lnTo>
                <a:lnTo>
                  <a:pt x="690296" y="108558"/>
                </a:lnTo>
                <a:lnTo>
                  <a:pt x="690474" y="108169"/>
                </a:lnTo>
                <a:lnTo>
                  <a:pt x="690643" y="107781"/>
                </a:lnTo>
                <a:lnTo>
                  <a:pt x="690812" y="107393"/>
                </a:lnTo>
                <a:lnTo>
                  <a:pt x="690990" y="107006"/>
                </a:lnTo>
                <a:lnTo>
                  <a:pt x="691159" y="106620"/>
                </a:lnTo>
                <a:lnTo>
                  <a:pt x="691337" y="106233"/>
                </a:lnTo>
                <a:lnTo>
                  <a:pt x="691506" y="105848"/>
                </a:lnTo>
                <a:lnTo>
                  <a:pt x="691684" y="105464"/>
                </a:lnTo>
                <a:lnTo>
                  <a:pt x="691853" y="105080"/>
                </a:lnTo>
                <a:lnTo>
                  <a:pt x="692022" y="104696"/>
                </a:lnTo>
                <a:lnTo>
                  <a:pt x="692200" y="104314"/>
                </a:lnTo>
                <a:lnTo>
                  <a:pt x="692369" y="103931"/>
                </a:lnTo>
                <a:lnTo>
                  <a:pt x="692547" y="103550"/>
                </a:lnTo>
                <a:lnTo>
                  <a:pt x="692716" y="103169"/>
                </a:lnTo>
                <a:lnTo>
                  <a:pt x="692894" y="102789"/>
                </a:lnTo>
                <a:lnTo>
                  <a:pt x="693063" y="102410"/>
                </a:lnTo>
                <a:lnTo>
                  <a:pt x="693232" y="102031"/>
                </a:lnTo>
                <a:lnTo>
                  <a:pt x="693410" y="101652"/>
                </a:lnTo>
                <a:lnTo>
                  <a:pt x="693579" y="101275"/>
                </a:lnTo>
                <a:lnTo>
                  <a:pt x="693757" y="100897"/>
                </a:lnTo>
                <a:lnTo>
                  <a:pt x="693926" y="100521"/>
                </a:lnTo>
                <a:lnTo>
                  <a:pt x="694104" y="100146"/>
                </a:lnTo>
                <a:lnTo>
                  <a:pt x="694273" y="99770"/>
                </a:lnTo>
                <a:lnTo>
                  <a:pt x="694442" y="99396"/>
                </a:lnTo>
                <a:lnTo>
                  <a:pt x="694620" y="99022"/>
                </a:lnTo>
                <a:lnTo>
                  <a:pt x="694789" y="98648"/>
                </a:lnTo>
                <a:lnTo>
                  <a:pt x="694967" y="98276"/>
                </a:lnTo>
                <a:lnTo>
                  <a:pt x="695136" y="97904"/>
                </a:lnTo>
                <a:lnTo>
                  <a:pt x="695314" y="97533"/>
                </a:lnTo>
                <a:lnTo>
                  <a:pt x="695483" y="97162"/>
                </a:lnTo>
                <a:lnTo>
                  <a:pt x="695652" y="96792"/>
                </a:lnTo>
                <a:lnTo>
                  <a:pt x="695830" y="96422"/>
                </a:lnTo>
                <a:lnTo>
                  <a:pt x="695999" y="96054"/>
                </a:lnTo>
                <a:lnTo>
                  <a:pt x="696177" y="95686"/>
                </a:lnTo>
                <a:lnTo>
                  <a:pt x="696346" y="95318"/>
                </a:lnTo>
                <a:lnTo>
                  <a:pt x="696524" y="94952"/>
                </a:lnTo>
                <a:lnTo>
                  <a:pt x="696693" y="94585"/>
                </a:lnTo>
                <a:lnTo>
                  <a:pt x="696862" y="94220"/>
                </a:lnTo>
                <a:lnTo>
                  <a:pt x="697040" y="93855"/>
                </a:lnTo>
                <a:lnTo>
                  <a:pt x="697209" y="93491"/>
                </a:lnTo>
                <a:lnTo>
                  <a:pt x="697386" y="93127"/>
                </a:lnTo>
                <a:lnTo>
                  <a:pt x="697556" y="92764"/>
                </a:lnTo>
                <a:lnTo>
                  <a:pt x="697733" y="92402"/>
                </a:lnTo>
                <a:lnTo>
                  <a:pt x="697903" y="92041"/>
                </a:lnTo>
                <a:lnTo>
                  <a:pt x="698072" y="91680"/>
                </a:lnTo>
                <a:lnTo>
                  <a:pt x="698250" y="91319"/>
                </a:lnTo>
                <a:lnTo>
                  <a:pt x="698419" y="90960"/>
                </a:lnTo>
                <a:lnTo>
                  <a:pt x="698596" y="90601"/>
                </a:lnTo>
                <a:lnTo>
                  <a:pt x="698765" y="90242"/>
                </a:lnTo>
                <a:lnTo>
                  <a:pt x="698943" y="89884"/>
                </a:lnTo>
                <a:lnTo>
                  <a:pt x="699112" y="89528"/>
                </a:lnTo>
                <a:lnTo>
                  <a:pt x="699281" y="89171"/>
                </a:lnTo>
                <a:lnTo>
                  <a:pt x="699459" y="88816"/>
                </a:lnTo>
                <a:lnTo>
                  <a:pt x="699628" y="88461"/>
                </a:lnTo>
                <a:lnTo>
                  <a:pt x="699806" y="88106"/>
                </a:lnTo>
                <a:lnTo>
                  <a:pt x="699975" y="87752"/>
                </a:lnTo>
                <a:lnTo>
                  <a:pt x="700153" y="87400"/>
                </a:lnTo>
                <a:lnTo>
                  <a:pt x="700322" y="87046"/>
                </a:lnTo>
                <a:lnTo>
                  <a:pt x="700491" y="86695"/>
                </a:lnTo>
                <a:lnTo>
                  <a:pt x="700669" y="86344"/>
                </a:lnTo>
                <a:lnTo>
                  <a:pt x="700838" y="85993"/>
                </a:lnTo>
                <a:lnTo>
                  <a:pt x="701016" y="85643"/>
                </a:lnTo>
                <a:lnTo>
                  <a:pt x="701185" y="85295"/>
                </a:lnTo>
                <a:lnTo>
                  <a:pt x="701363" y="84946"/>
                </a:lnTo>
                <a:lnTo>
                  <a:pt x="701532" y="84598"/>
                </a:lnTo>
                <a:lnTo>
                  <a:pt x="701701" y="84251"/>
                </a:lnTo>
                <a:lnTo>
                  <a:pt x="701879" y="83904"/>
                </a:lnTo>
                <a:lnTo>
                  <a:pt x="702048" y="83558"/>
                </a:lnTo>
                <a:lnTo>
                  <a:pt x="702226" y="83213"/>
                </a:lnTo>
                <a:lnTo>
                  <a:pt x="702395" y="82869"/>
                </a:lnTo>
                <a:lnTo>
                  <a:pt x="702573" y="82525"/>
                </a:lnTo>
                <a:lnTo>
                  <a:pt x="702742" y="82182"/>
                </a:lnTo>
                <a:lnTo>
                  <a:pt x="702911" y="81839"/>
                </a:lnTo>
                <a:lnTo>
                  <a:pt x="703089" y="81497"/>
                </a:lnTo>
                <a:lnTo>
                  <a:pt x="703258" y="81156"/>
                </a:lnTo>
                <a:lnTo>
                  <a:pt x="703436" y="80815"/>
                </a:lnTo>
                <a:lnTo>
                  <a:pt x="703605" y="80476"/>
                </a:lnTo>
                <a:lnTo>
                  <a:pt x="703783" y="80137"/>
                </a:lnTo>
                <a:lnTo>
                  <a:pt x="703952" y="79798"/>
                </a:lnTo>
                <a:lnTo>
                  <a:pt x="704121" y="79460"/>
                </a:lnTo>
                <a:lnTo>
                  <a:pt x="704299" y="79122"/>
                </a:lnTo>
                <a:lnTo>
                  <a:pt x="704468" y="78786"/>
                </a:lnTo>
                <a:lnTo>
                  <a:pt x="704646" y="78451"/>
                </a:lnTo>
                <a:lnTo>
                  <a:pt x="704815" y="78115"/>
                </a:lnTo>
                <a:lnTo>
                  <a:pt x="704993" y="77781"/>
                </a:lnTo>
                <a:lnTo>
                  <a:pt x="705162" y="77446"/>
                </a:lnTo>
                <a:lnTo>
                  <a:pt x="705331" y="77114"/>
                </a:lnTo>
                <a:lnTo>
                  <a:pt x="705509" y="76781"/>
                </a:lnTo>
                <a:lnTo>
                  <a:pt x="705678" y="76449"/>
                </a:lnTo>
                <a:lnTo>
                  <a:pt x="705856" y="76118"/>
                </a:lnTo>
                <a:lnTo>
                  <a:pt x="706025" y="75787"/>
                </a:lnTo>
                <a:lnTo>
                  <a:pt x="706203" y="75458"/>
                </a:lnTo>
                <a:lnTo>
                  <a:pt x="706372" y="75129"/>
                </a:lnTo>
                <a:lnTo>
                  <a:pt x="706541" y="74800"/>
                </a:lnTo>
                <a:lnTo>
                  <a:pt x="706719" y="74472"/>
                </a:lnTo>
                <a:lnTo>
                  <a:pt x="706888" y="74145"/>
                </a:lnTo>
                <a:lnTo>
                  <a:pt x="707066" y="73818"/>
                </a:lnTo>
                <a:lnTo>
                  <a:pt x="707235" y="73493"/>
                </a:lnTo>
                <a:lnTo>
                  <a:pt x="707413" y="73167"/>
                </a:lnTo>
                <a:lnTo>
                  <a:pt x="707582" y="72843"/>
                </a:lnTo>
                <a:lnTo>
                  <a:pt x="707751" y="72519"/>
                </a:lnTo>
                <a:lnTo>
                  <a:pt x="707929" y="72196"/>
                </a:lnTo>
                <a:lnTo>
                  <a:pt x="708098" y="71874"/>
                </a:lnTo>
                <a:lnTo>
                  <a:pt x="708276" y="71552"/>
                </a:lnTo>
                <a:lnTo>
                  <a:pt x="708445" y="71231"/>
                </a:lnTo>
                <a:lnTo>
                  <a:pt x="708623" y="70911"/>
                </a:lnTo>
                <a:lnTo>
                  <a:pt x="708792" y="70591"/>
                </a:lnTo>
                <a:lnTo>
                  <a:pt x="708961" y="70272"/>
                </a:lnTo>
                <a:lnTo>
                  <a:pt x="709139" y="69954"/>
                </a:lnTo>
                <a:lnTo>
                  <a:pt x="709308" y="69636"/>
                </a:lnTo>
                <a:lnTo>
                  <a:pt x="709486" y="69319"/>
                </a:lnTo>
                <a:lnTo>
                  <a:pt x="709655" y="69003"/>
                </a:lnTo>
                <a:lnTo>
                  <a:pt x="709824" y="68687"/>
                </a:lnTo>
                <a:lnTo>
                  <a:pt x="710002" y="68372"/>
                </a:lnTo>
                <a:lnTo>
                  <a:pt x="710171" y="68058"/>
                </a:lnTo>
                <a:lnTo>
                  <a:pt x="710349" y="67745"/>
                </a:lnTo>
                <a:lnTo>
                  <a:pt x="710518" y="67432"/>
                </a:lnTo>
                <a:lnTo>
                  <a:pt x="710696" y="67119"/>
                </a:lnTo>
                <a:lnTo>
                  <a:pt x="710865" y="66808"/>
                </a:lnTo>
                <a:lnTo>
                  <a:pt x="711034" y="66497"/>
                </a:lnTo>
                <a:lnTo>
                  <a:pt x="711212" y="66187"/>
                </a:lnTo>
                <a:lnTo>
                  <a:pt x="711381" y="65877"/>
                </a:lnTo>
                <a:lnTo>
                  <a:pt x="711559" y="65569"/>
                </a:lnTo>
                <a:lnTo>
                  <a:pt x="711728" y="65261"/>
                </a:lnTo>
                <a:lnTo>
                  <a:pt x="711906" y="64953"/>
                </a:lnTo>
                <a:lnTo>
                  <a:pt x="712075" y="64647"/>
                </a:lnTo>
                <a:lnTo>
                  <a:pt x="712244" y="64341"/>
                </a:lnTo>
                <a:lnTo>
                  <a:pt x="712422" y="64035"/>
                </a:lnTo>
                <a:lnTo>
                  <a:pt x="712591" y="63731"/>
                </a:lnTo>
                <a:lnTo>
                  <a:pt x="712768" y="63426"/>
                </a:lnTo>
                <a:lnTo>
                  <a:pt x="712937" y="63124"/>
                </a:lnTo>
                <a:lnTo>
                  <a:pt x="713115" y="62821"/>
                </a:lnTo>
                <a:lnTo>
                  <a:pt x="713284" y="62519"/>
                </a:lnTo>
                <a:lnTo>
                  <a:pt x="713454" y="62218"/>
                </a:lnTo>
                <a:lnTo>
                  <a:pt x="713631" y="61918"/>
                </a:lnTo>
                <a:lnTo>
                  <a:pt x="713801" y="61618"/>
                </a:lnTo>
                <a:lnTo>
                  <a:pt x="713978" y="61319"/>
                </a:lnTo>
                <a:lnTo>
                  <a:pt x="714147" y="61020"/>
                </a:lnTo>
                <a:lnTo>
                  <a:pt x="714325" y="60723"/>
                </a:lnTo>
                <a:lnTo>
                  <a:pt x="714494" y="60426"/>
                </a:lnTo>
                <a:lnTo>
                  <a:pt x="714663" y="60129"/>
                </a:lnTo>
                <a:lnTo>
                  <a:pt x="714841" y="59833"/>
                </a:lnTo>
                <a:lnTo>
                  <a:pt x="715010" y="59539"/>
                </a:lnTo>
                <a:lnTo>
                  <a:pt x="715188" y="59244"/>
                </a:lnTo>
                <a:lnTo>
                  <a:pt x="715357" y="58951"/>
                </a:lnTo>
                <a:lnTo>
                  <a:pt x="715535" y="58658"/>
                </a:lnTo>
                <a:lnTo>
                  <a:pt x="715704" y="58366"/>
                </a:lnTo>
                <a:lnTo>
                  <a:pt x="715873" y="58074"/>
                </a:lnTo>
                <a:lnTo>
                  <a:pt x="716051" y="57783"/>
                </a:lnTo>
                <a:lnTo>
                  <a:pt x="716220" y="57493"/>
                </a:lnTo>
                <a:lnTo>
                  <a:pt x="716398" y="57204"/>
                </a:lnTo>
                <a:lnTo>
                  <a:pt x="716567" y="56915"/>
                </a:lnTo>
                <a:lnTo>
                  <a:pt x="716745" y="56628"/>
                </a:lnTo>
                <a:lnTo>
                  <a:pt x="716914" y="56340"/>
                </a:lnTo>
                <a:lnTo>
                  <a:pt x="717083" y="56054"/>
                </a:lnTo>
                <a:lnTo>
                  <a:pt x="717261" y="55767"/>
                </a:lnTo>
                <a:lnTo>
                  <a:pt x="717430" y="55483"/>
                </a:lnTo>
                <a:lnTo>
                  <a:pt x="717608" y="55198"/>
                </a:lnTo>
                <a:lnTo>
                  <a:pt x="717777" y="54914"/>
                </a:lnTo>
                <a:lnTo>
                  <a:pt x="717955" y="54631"/>
                </a:lnTo>
                <a:lnTo>
                  <a:pt x="718124" y="54348"/>
                </a:lnTo>
                <a:lnTo>
                  <a:pt x="718293" y="54067"/>
                </a:lnTo>
                <a:lnTo>
                  <a:pt x="718471" y="53786"/>
                </a:lnTo>
                <a:lnTo>
                  <a:pt x="718640" y="53506"/>
                </a:lnTo>
                <a:lnTo>
                  <a:pt x="718818" y="53227"/>
                </a:lnTo>
                <a:lnTo>
                  <a:pt x="718987" y="52947"/>
                </a:lnTo>
                <a:lnTo>
                  <a:pt x="719165" y="52670"/>
                </a:lnTo>
                <a:lnTo>
                  <a:pt x="719334" y="52392"/>
                </a:lnTo>
                <a:lnTo>
                  <a:pt x="719503" y="52115"/>
                </a:lnTo>
                <a:lnTo>
                  <a:pt x="719681" y="51839"/>
                </a:lnTo>
                <a:lnTo>
                  <a:pt x="719850" y="51564"/>
                </a:lnTo>
                <a:lnTo>
                  <a:pt x="720028" y="51289"/>
                </a:lnTo>
                <a:lnTo>
                  <a:pt x="720197" y="51015"/>
                </a:lnTo>
                <a:lnTo>
                  <a:pt x="720375" y="50742"/>
                </a:lnTo>
                <a:lnTo>
                  <a:pt x="720544" y="50470"/>
                </a:lnTo>
                <a:lnTo>
                  <a:pt x="720713" y="50197"/>
                </a:lnTo>
                <a:lnTo>
                  <a:pt x="720891" y="49927"/>
                </a:lnTo>
                <a:lnTo>
                  <a:pt x="721060" y="49656"/>
                </a:lnTo>
                <a:lnTo>
                  <a:pt x="721238" y="49387"/>
                </a:lnTo>
                <a:lnTo>
                  <a:pt x="721407" y="49117"/>
                </a:lnTo>
                <a:lnTo>
                  <a:pt x="721585" y="48850"/>
                </a:lnTo>
                <a:lnTo>
                  <a:pt x="721754" y="48582"/>
                </a:lnTo>
                <a:lnTo>
                  <a:pt x="721923" y="48315"/>
                </a:lnTo>
                <a:lnTo>
                  <a:pt x="722101" y="48049"/>
                </a:lnTo>
                <a:lnTo>
                  <a:pt x="722270" y="47784"/>
                </a:lnTo>
                <a:lnTo>
                  <a:pt x="722448" y="47519"/>
                </a:lnTo>
                <a:lnTo>
                  <a:pt x="722617" y="47254"/>
                </a:lnTo>
                <a:lnTo>
                  <a:pt x="722795" y="46991"/>
                </a:lnTo>
                <a:lnTo>
                  <a:pt x="722964" y="46729"/>
                </a:lnTo>
                <a:lnTo>
                  <a:pt x="723133" y="46467"/>
                </a:lnTo>
                <a:lnTo>
                  <a:pt x="723311" y="46205"/>
                </a:lnTo>
                <a:lnTo>
                  <a:pt x="723480" y="45946"/>
                </a:lnTo>
                <a:lnTo>
                  <a:pt x="723658" y="45686"/>
                </a:lnTo>
                <a:lnTo>
                  <a:pt x="723827" y="45427"/>
                </a:lnTo>
                <a:lnTo>
                  <a:pt x="724005" y="45168"/>
                </a:lnTo>
                <a:lnTo>
                  <a:pt x="724174" y="44911"/>
                </a:lnTo>
                <a:lnTo>
                  <a:pt x="724343" y="44654"/>
                </a:lnTo>
                <a:lnTo>
                  <a:pt x="724521" y="44398"/>
                </a:lnTo>
                <a:lnTo>
                  <a:pt x="724690" y="44142"/>
                </a:lnTo>
                <a:lnTo>
                  <a:pt x="724868" y="43887"/>
                </a:lnTo>
                <a:lnTo>
                  <a:pt x="725037" y="43634"/>
                </a:lnTo>
                <a:lnTo>
                  <a:pt x="725215" y="43380"/>
                </a:lnTo>
                <a:lnTo>
                  <a:pt x="725384" y="43127"/>
                </a:lnTo>
                <a:lnTo>
                  <a:pt x="725553" y="42876"/>
                </a:lnTo>
                <a:lnTo>
                  <a:pt x="725731" y="42625"/>
                </a:lnTo>
                <a:lnTo>
                  <a:pt x="725900" y="42374"/>
                </a:lnTo>
                <a:lnTo>
                  <a:pt x="726078" y="42125"/>
                </a:lnTo>
                <a:lnTo>
                  <a:pt x="726247" y="41876"/>
                </a:lnTo>
                <a:lnTo>
                  <a:pt x="726425" y="41627"/>
                </a:lnTo>
                <a:lnTo>
                  <a:pt x="726594" y="41379"/>
                </a:lnTo>
                <a:lnTo>
                  <a:pt x="726763" y="41133"/>
                </a:lnTo>
                <a:lnTo>
                  <a:pt x="726941" y="40886"/>
                </a:lnTo>
                <a:lnTo>
                  <a:pt x="727110" y="40641"/>
                </a:lnTo>
                <a:lnTo>
                  <a:pt x="727287" y="40396"/>
                </a:lnTo>
                <a:lnTo>
                  <a:pt x="727457" y="40152"/>
                </a:lnTo>
                <a:lnTo>
                  <a:pt x="727634" y="39909"/>
                </a:lnTo>
                <a:lnTo>
                  <a:pt x="727804" y="39667"/>
                </a:lnTo>
                <a:lnTo>
                  <a:pt x="727972" y="39425"/>
                </a:lnTo>
                <a:lnTo>
                  <a:pt x="728150" y="39184"/>
                </a:lnTo>
                <a:lnTo>
                  <a:pt x="728319" y="38943"/>
                </a:lnTo>
                <a:lnTo>
                  <a:pt x="728497" y="38704"/>
                </a:lnTo>
                <a:lnTo>
                  <a:pt x="728666" y="38465"/>
                </a:lnTo>
                <a:lnTo>
                  <a:pt x="728835" y="38226"/>
                </a:lnTo>
                <a:lnTo>
                  <a:pt x="729013" y="37989"/>
                </a:lnTo>
                <a:lnTo>
                  <a:pt x="729182" y="37752"/>
                </a:lnTo>
                <a:lnTo>
                  <a:pt x="729360" y="37516"/>
                </a:lnTo>
                <a:lnTo>
                  <a:pt x="729529" y="37281"/>
                </a:lnTo>
                <a:lnTo>
                  <a:pt x="729707" y="37047"/>
                </a:lnTo>
                <a:lnTo>
                  <a:pt x="729876" y="36813"/>
                </a:lnTo>
                <a:lnTo>
                  <a:pt x="730045" y="36580"/>
                </a:lnTo>
                <a:lnTo>
                  <a:pt x="730223" y="36347"/>
                </a:lnTo>
                <a:lnTo>
                  <a:pt x="730392" y="36115"/>
                </a:lnTo>
                <a:lnTo>
                  <a:pt x="730570" y="35884"/>
                </a:lnTo>
                <a:lnTo>
                  <a:pt x="730739" y="35654"/>
                </a:lnTo>
                <a:lnTo>
                  <a:pt x="730917" y="35425"/>
                </a:lnTo>
                <a:lnTo>
                  <a:pt x="731086" y="35195"/>
                </a:lnTo>
                <a:lnTo>
                  <a:pt x="731255" y="34968"/>
                </a:lnTo>
                <a:lnTo>
                  <a:pt x="731433" y="34741"/>
                </a:lnTo>
                <a:lnTo>
                  <a:pt x="731602" y="34514"/>
                </a:lnTo>
                <a:lnTo>
                  <a:pt x="731780" y="34288"/>
                </a:lnTo>
                <a:lnTo>
                  <a:pt x="731949" y="34063"/>
                </a:lnTo>
                <a:lnTo>
                  <a:pt x="732127" y="33839"/>
                </a:lnTo>
                <a:lnTo>
                  <a:pt x="732296" y="33614"/>
                </a:lnTo>
                <a:lnTo>
                  <a:pt x="732465" y="33391"/>
                </a:lnTo>
                <a:lnTo>
                  <a:pt x="732643" y="33170"/>
                </a:lnTo>
                <a:lnTo>
                  <a:pt x="732812" y="32948"/>
                </a:lnTo>
                <a:lnTo>
                  <a:pt x="732990" y="32726"/>
                </a:lnTo>
                <a:lnTo>
                  <a:pt x="733159" y="32507"/>
                </a:lnTo>
                <a:lnTo>
                  <a:pt x="733337" y="32287"/>
                </a:lnTo>
                <a:lnTo>
                  <a:pt x="733506" y="32069"/>
                </a:lnTo>
                <a:lnTo>
                  <a:pt x="733675" y="31851"/>
                </a:lnTo>
                <a:lnTo>
                  <a:pt x="733853" y="31634"/>
                </a:lnTo>
                <a:lnTo>
                  <a:pt x="734022" y="31417"/>
                </a:lnTo>
                <a:lnTo>
                  <a:pt x="734200" y="31202"/>
                </a:lnTo>
                <a:lnTo>
                  <a:pt x="734369" y="30986"/>
                </a:lnTo>
                <a:lnTo>
                  <a:pt x="734547" y="30772"/>
                </a:lnTo>
                <a:lnTo>
                  <a:pt x="734716" y="30558"/>
                </a:lnTo>
                <a:lnTo>
                  <a:pt x="734885" y="30346"/>
                </a:lnTo>
                <a:lnTo>
                  <a:pt x="735063" y="30134"/>
                </a:lnTo>
                <a:lnTo>
                  <a:pt x="735232" y="29922"/>
                </a:lnTo>
                <a:lnTo>
                  <a:pt x="735410" y="29712"/>
                </a:lnTo>
                <a:lnTo>
                  <a:pt x="735579" y="29502"/>
                </a:lnTo>
                <a:lnTo>
                  <a:pt x="735757" y="29293"/>
                </a:lnTo>
                <a:lnTo>
                  <a:pt x="735926" y="29084"/>
                </a:lnTo>
                <a:lnTo>
                  <a:pt x="736095" y="28877"/>
                </a:lnTo>
                <a:lnTo>
                  <a:pt x="736273" y="28670"/>
                </a:lnTo>
                <a:lnTo>
                  <a:pt x="736442" y="28464"/>
                </a:lnTo>
                <a:lnTo>
                  <a:pt x="736620" y="28259"/>
                </a:lnTo>
                <a:lnTo>
                  <a:pt x="736789" y="28054"/>
                </a:lnTo>
                <a:lnTo>
                  <a:pt x="736967" y="27849"/>
                </a:lnTo>
                <a:lnTo>
                  <a:pt x="737136" y="27647"/>
                </a:lnTo>
                <a:lnTo>
                  <a:pt x="737305" y="27444"/>
                </a:lnTo>
                <a:lnTo>
                  <a:pt x="737483" y="27242"/>
                </a:lnTo>
                <a:lnTo>
                  <a:pt x="737652" y="27041"/>
                </a:lnTo>
                <a:lnTo>
                  <a:pt x="737830" y="26841"/>
                </a:lnTo>
                <a:lnTo>
                  <a:pt x="737999" y="26641"/>
                </a:lnTo>
                <a:lnTo>
                  <a:pt x="738177" y="26442"/>
                </a:lnTo>
                <a:lnTo>
                  <a:pt x="738346" y="26244"/>
                </a:lnTo>
                <a:lnTo>
                  <a:pt x="738515" y="26047"/>
                </a:lnTo>
                <a:lnTo>
                  <a:pt x="738693" y="25850"/>
                </a:lnTo>
                <a:lnTo>
                  <a:pt x="738862" y="25654"/>
                </a:lnTo>
                <a:lnTo>
                  <a:pt x="739040" y="25459"/>
                </a:lnTo>
                <a:lnTo>
                  <a:pt x="739209" y="25264"/>
                </a:lnTo>
                <a:lnTo>
                  <a:pt x="739387" y="25071"/>
                </a:lnTo>
                <a:lnTo>
                  <a:pt x="739556" y="24878"/>
                </a:lnTo>
                <a:lnTo>
                  <a:pt x="739725" y="24686"/>
                </a:lnTo>
                <a:lnTo>
                  <a:pt x="739903" y="24494"/>
                </a:lnTo>
                <a:lnTo>
                  <a:pt x="740072" y="24303"/>
                </a:lnTo>
                <a:lnTo>
                  <a:pt x="740250" y="24113"/>
                </a:lnTo>
                <a:lnTo>
                  <a:pt x="740419" y="23924"/>
                </a:lnTo>
                <a:lnTo>
                  <a:pt x="740597" y="23736"/>
                </a:lnTo>
                <a:lnTo>
                  <a:pt x="740766" y="23548"/>
                </a:lnTo>
                <a:lnTo>
                  <a:pt x="740935" y="23360"/>
                </a:lnTo>
                <a:lnTo>
                  <a:pt x="741113" y="23174"/>
                </a:lnTo>
                <a:lnTo>
                  <a:pt x="741282" y="22988"/>
                </a:lnTo>
                <a:lnTo>
                  <a:pt x="741460" y="22803"/>
                </a:lnTo>
                <a:lnTo>
                  <a:pt x="741629" y="22619"/>
                </a:lnTo>
                <a:lnTo>
                  <a:pt x="741807" y="22436"/>
                </a:lnTo>
                <a:lnTo>
                  <a:pt x="741975" y="22254"/>
                </a:lnTo>
                <a:lnTo>
                  <a:pt x="742145" y="22072"/>
                </a:lnTo>
                <a:lnTo>
                  <a:pt x="742322" y="21891"/>
                </a:lnTo>
                <a:lnTo>
                  <a:pt x="742492" y="21710"/>
                </a:lnTo>
                <a:lnTo>
                  <a:pt x="742669" y="21530"/>
                </a:lnTo>
                <a:lnTo>
                  <a:pt x="742839" y="21351"/>
                </a:lnTo>
                <a:lnTo>
                  <a:pt x="743016" y="21174"/>
                </a:lnTo>
                <a:lnTo>
                  <a:pt x="743185" y="20996"/>
                </a:lnTo>
                <a:lnTo>
                  <a:pt x="743354" y="20819"/>
                </a:lnTo>
                <a:lnTo>
                  <a:pt x="743532" y="20643"/>
                </a:lnTo>
                <a:lnTo>
                  <a:pt x="743701" y="20468"/>
                </a:lnTo>
                <a:lnTo>
                  <a:pt x="743879" y="20294"/>
                </a:lnTo>
                <a:lnTo>
                  <a:pt x="744048" y="20119"/>
                </a:lnTo>
                <a:lnTo>
                  <a:pt x="744226" y="19947"/>
                </a:lnTo>
                <a:lnTo>
                  <a:pt x="744395" y="19774"/>
                </a:lnTo>
                <a:lnTo>
                  <a:pt x="744564" y="19602"/>
                </a:lnTo>
                <a:lnTo>
                  <a:pt x="744742" y="19432"/>
                </a:lnTo>
                <a:lnTo>
                  <a:pt x="744911" y="19262"/>
                </a:lnTo>
                <a:lnTo>
                  <a:pt x="745089" y="19093"/>
                </a:lnTo>
                <a:lnTo>
                  <a:pt x="745258" y="18924"/>
                </a:lnTo>
                <a:lnTo>
                  <a:pt x="745436" y="18756"/>
                </a:lnTo>
                <a:lnTo>
                  <a:pt x="745605" y="18589"/>
                </a:lnTo>
                <a:lnTo>
                  <a:pt x="745774" y="18423"/>
                </a:lnTo>
                <a:lnTo>
                  <a:pt x="745952" y="18257"/>
                </a:lnTo>
                <a:lnTo>
                  <a:pt x="746121" y="18093"/>
                </a:lnTo>
                <a:lnTo>
                  <a:pt x="746299" y="17928"/>
                </a:lnTo>
                <a:lnTo>
                  <a:pt x="746468" y="17764"/>
                </a:lnTo>
                <a:lnTo>
                  <a:pt x="746646" y="17603"/>
                </a:lnTo>
                <a:lnTo>
                  <a:pt x="746815" y="17441"/>
                </a:lnTo>
                <a:lnTo>
                  <a:pt x="746984" y="17280"/>
                </a:lnTo>
                <a:lnTo>
                  <a:pt x="747162" y="17119"/>
                </a:lnTo>
                <a:lnTo>
                  <a:pt x="747331" y="16959"/>
                </a:lnTo>
                <a:lnTo>
                  <a:pt x="747509" y="16800"/>
                </a:lnTo>
                <a:lnTo>
                  <a:pt x="747678" y="16642"/>
                </a:lnTo>
                <a:lnTo>
                  <a:pt x="747847" y="16484"/>
                </a:lnTo>
                <a:lnTo>
                  <a:pt x="748025" y="16328"/>
                </a:lnTo>
                <a:lnTo>
                  <a:pt x="748194" y="16172"/>
                </a:lnTo>
                <a:lnTo>
                  <a:pt x="748372" y="16017"/>
                </a:lnTo>
                <a:lnTo>
                  <a:pt x="748541" y="15862"/>
                </a:lnTo>
                <a:lnTo>
                  <a:pt x="748719" y="15708"/>
                </a:lnTo>
                <a:lnTo>
                  <a:pt x="748888" y="15555"/>
                </a:lnTo>
                <a:lnTo>
                  <a:pt x="749057" y="15403"/>
                </a:lnTo>
                <a:lnTo>
                  <a:pt x="749235" y="15252"/>
                </a:lnTo>
                <a:lnTo>
                  <a:pt x="749404" y="15102"/>
                </a:lnTo>
                <a:lnTo>
                  <a:pt x="749582" y="14951"/>
                </a:lnTo>
                <a:lnTo>
                  <a:pt x="749751" y="14802"/>
                </a:lnTo>
                <a:lnTo>
                  <a:pt x="749929" y="14653"/>
                </a:lnTo>
                <a:lnTo>
                  <a:pt x="750098" y="14506"/>
                </a:lnTo>
                <a:lnTo>
                  <a:pt x="750267" y="14359"/>
                </a:lnTo>
                <a:lnTo>
                  <a:pt x="750445" y="14213"/>
                </a:lnTo>
                <a:lnTo>
                  <a:pt x="750614" y="14067"/>
                </a:lnTo>
                <a:lnTo>
                  <a:pt x="750792" y="13922"/>
                </a:lnTo>
                <a:lnTo>
                  <a:pt x="750961" y="13779"/>
                </a:lnTo>
                <a:lnTo>
                  <a:pt x="751139" y="13636"/>
                </a:lnTo>
                <a:lnTo>
                  <a:pt x="751308" y="13492"/>
                </a:lnTo>
                <a:lnTo>
                  <a:pt x="751477" y="13351"/>
                </a:lnTo>
                <a:lnTo>
                  <a:pt x="751655" y="13210"/>
                </a:lnTo>
                <a:lnTo>
                  <a:pt x="751824" y="13070"/>
                </a:lnTo>
                <a:lnTo>
                  <a:pt x="752002" y="12930"/>
                </a:lnTo>
                <a:lnTo>
                  <a:pt x="752171" y="12791"/>
                </a:lnTo>
                <a:lnTo>
                  <a:pt x="752349" y="12653"/>
                </a:lnTo>
                <a:lnTo>
                  <a:pt x="752518" y="12516"/>
                </a:lnTo>
                <a:lnTo>
                  <a:pt x="752687" y="12379"/>
                </a:lnTo>
                <a:lnTo>
                  <a:pt x="752865" y="12243"/>
                </a:lnTo>
                <a:lnTo>
                  <a:pt x="753034" y="12109"/>
                </a:lnTo>
                <a:lnTo>
                  <a:pt x="753212" y="11975"/>
                </a:lnTo>
                <a:lnTo>
                  <a:pt x="753381" y="11841"/>
                </a:lnTo>
                <a:lnTo>
                  <a:pt x="753559" y="11708"/>
                </a:lnTo>
                <a:lnTo>
                  <a:pt x="753728" y="11576"/>
                </a:lnTo>
                <a:lnTo>
                  <a:pt x="753897" y="11444"/>
                </a:lnTo>
                <a:lnTo>
                  <a:pt x="754075" y="11315"/>
                </a:lnTo>
                <a:lnTo>
                  <a:pt x="754244" y="11185"/>
                </a:lnTo>
                <a:lnTo>
                  <a:pt x="754422" y="11056"/>
                </a:lnTo>
                <a:lnTo>
                  <a:pt x="754591" y="10927"/>
                </a:lnTo>
                <a:lnTo>
                  <a:pt x="754769" y="10799"/>
                </a:lnTo>
                <a:lnTo>
                  <a:pt x="754938" y="10672"/>
                </a:lnTo>
                <a:lnTo>
                  <a:pt x="755107" y="10547"/>
                </a:lnTo>
                <a:lnTo>
                  <a:pt x="755285" y="10421"/>
                </a:lnTo>
                <a:lnTo>
                  <a:pt x="755454" y="10297"/>
                </a:lnTo>
                <a:lnTo>
                  <a:pt x="755632" y="10173"/>
                </a:lnTo>
                <a:lnTo>
                  <a:pt x="755801" y="10049"/>
                </a:lnTo>
                <a:lnTo>
                  <a:pt x="755979" y="9928"/>
                </a:lnTo>
                <a:lnTo>
                  <a:pt x="756148" y="9806"/>
                </a:lnTo>
                <a:lnTo>
                  <a:pt x="756317" y="9685"/>
                </a:lnTo>
                <a:lnTo>
                  <a:pt x="756495" y="9565"/>
                </a:lnTo>
                <a:lnTo>
                  <a:pt x="756664" y="9445"/>
                </a:lnTo>
                <a:lnTo>
                  <a:pt x="756842" y="9327"/>
                </a:lnTo>
                <a:lnTo>
                  <a:pt x="757011" y="9209"/>
                </a:lnTo>
                <a:lnTo>
                  <a:pt x="757189" y="9092"/>
                </a:lnTo>
                <a:lnTo>
                  <a:pt x="757357" y="8976"/>
                </a:lnTo>
                <a:lnTo>
                  <a:pt x="757526" y="8860"/>
                </a:lnTo>
                <a:lnTo>
                  <a:pt x="757704" y="8745"/>
                </a:lnTo>
                <a:lnTo>
                  <a:pt x="757873" y="8631"/>
                </a:lnTo>
                <a:lnTo>
                  <a:pt x="758051" y="8518"/>
                </a:lnTo>
                <a:lnTo>
                  <a:pt x="758220" y="8405"/>
                </a:lnTo>
                <a:lnTo>
                  <a:pt x="758398" y="8293"/>
                </a:lnTo>
                <a:lnTo>
                  <a:pt x="758567" y="8182"/>
                </a:lnTo>
                <a:lnTo>
                  <a:pt x="758736" y="8072"/>
                </a:lnTo>
                <a:lnTo>
                  <a:pt x="758914" y="7962"/>
                </a:lnTo>
                <a:lnTo>
                  <a:pt x="759083" y="7854"/>
                </a:lnTo>
                <a:lnTo>
                  <a:pt x="759261" y="7745"/>
                </a:lnTo>
                <a:lnTo>
                  <a:pt x="759430" y="7638"/>
                </a:lnTo>
                <a:lnTo>
                  <a:pt x="759608" y="7532"/>
                </a:lnTo>
                <a:lnTo>
                  <a:pt x="759777" y="7426"/>
                </a:lnTo>
                <a:lnTo>
                  <a:pt x="759946" y="7321"/>
                </a:lnTo>
                <a:lnTo>
                  <a:pt x="760124" y="7217"/>
                </a:lnTo>
                <a:lnTo>
                  <a:pt x="760293" y="7113"/>
                </a:lnTo>
                <a:lnTo>
                  <a:pt x="760471" y="7010"/>
                </a:lnTo>
                <a:lnTo>
                  <a:pt x="760640" y="6908"/>
                </a:lnTo>
                <a:lnTo>
                  <a:pt x="760818" y="6807"/>
                </a:lnTo>
                <a:lnTo>
                  <a:pt x="760987" y="6706"/>
                </a:lnTo>
                <a:lnTo>
                  <a:pt x="761156" y="6607"/>
                </a:lnTo>
                <a:lnTo>
                  <a:pt x="761334" y="6507"/>
                </a:lnTo>
                <a:lnTo>
                  <a:pt x="761503" y="6409"/>
                </a:lnTo>
                <a:lnTo>
                  <a:pt x="761681" y="6311"/>
                </a:lnTo>
                <a:lnTo>
                  <a:pt x="761850" y="6214"/>
                </a:lnTo>
                <a:lnTo>
                  <a:pt x="762028" y="6118"/>
                </a:lnTo>
                <a:lnTo>
                  <a:pt x="762197" y="6023"/>
                </a:lnTo>
                <a:lnTo>
                  <a:pt x="762366" y="5929"/>
                </a:lnTo>
                <a:lnTo>
                  <a:pt x="762544" y="5834"/>
                </a:lnTo>
                <a:lnTo>
                  <a:pt x="762713" y="5741"/>
                </a:lnTo>
                <a:lnTo>
                  <a:pt x="762891" y="5649"/>
                </a:lnTo>
                <a:lnTo>
                  <a:pt x="763060" y="5558"/>
                </a:lnTo>
                <a:lnTo>
                  <a:pt x="763238" y="5467"/>
                </a:lnTo>
                <a:lnTo>
                  <a:pt x="763407" y="5376"/>
                </a:lnTo>
                <a:lnTo>
                  <a:pt x="763576" y="5287"/>
                </a:lnTo>
                <a:lnTo>
                  <a:pt x="763754" y="5198"/>
                </a:lnTo>
                <a:lnTo>
                  <a:pt x="763923" y="5111"/>
                </a:lnTo>
                <a:lnTo>
                  <a:pt x="764101" y="5024"/>
                </a:lnTo>
                <a:lnTo>
                  <a:pt x="764270" y="4938"/>
                </a:lnTo>
                <a:lnTo>
                  <a:pt x="764448" y="4851"/>
                </a:lnTo>
                <a:lnTo>
                  <a:pt x="764617" y="4767"/>
                </a:lnTo>
                <a:lnTo>
                  <a:pt x="764786" y="4683"/>
                </a:lnTo>
                <a:lnTo>
                  <a:pt x="764964" y="4599"/>
                </a:lnTo>
                <a:lnTo>
                  <a:pt x="765133" y="4517"/>
                </a:lnTo>
                <a:lnTo>
                  <a:pt x="765311" y="4435"/>
                </a:lnTo>
                <a:lnTo>
                  <a:pt x="765480" y="4354"/>
                </a:lnTo>
                <a:lnTo>
                  <a:pt x="765658" y="4274"/>
                </a:lnTo>
                <a:lnTo>
                  <a:pt x="765827" y="4194"/>
                </a:lnTo>
                <a:lnTo>
                  <a:pt x="765996" y="4116"/>
                </a:lnTo>
                <a:lnTo>
                  <a:pt x="766174" y="4037"/>
                </a:lnTo>
                <a:lnTo>
                  <a:pt x="766343" y="3960"/>
                </a:lnTo>
                <a:lnTo>
                  <a:pt x="766521" y="3883"/>
                </a:lnTo>
                <a:lnTo>
                  <a:pt x="766690" y="3808"/>
                </a:lnTo>
                <a:lnTo>
                  <a:pt x="766859" y="3732"/>
                </a:lnTo>
                <a:lnTo>
                  <a:pt x="767037" y="3658"/>
                </a:lnTo>
                <a:lnTo>
                  <a:pt x="767206" y="3584"/>
                </a:lnTo>
                <a:lnTo>
                  <a:pt x="767384" y="3511"/>
                </a:lnTo>
                <a:lnTo>
                  <a:pt x="767553" y="3439"/>
                </a:lnTo>
                <a:lnTo>
                  <a:pt x="767731" y="3368"/>
                </a:lnTo>
                <a:lnTo>
                  <a:pt x="767900" y="3297"/>
                </a:lnTo>
                <a:lnTo>
                  <a:pt x="768069" y="3228"/>
                </a:lnTo>
                <a:lnTo>
                  <a:pt x="768247" y="3158"/>
                </a:lnTo>
                <a:lnTo>
                  <a:pt x="768416" y="3090"/>
                </a:lnTo>
                <a:lnTo>
                  <a:pt x="768594" y="3022"/>
                </a:lnTo>
                <a:lnTo>
                  <a:pt x="768763" y="2955"/>
                </a:lnTo>
                <a:lnTo>
                  <a:pt x="768941" y="2890"/>
                </a:lnTo>
                <a:lnTo>
                  <a:pt x="769110" y="2825"/>
                </a:lnTo>
                <a:lnTo>
                  <a:pt x="769279" y="2760"/>
                </a:lnTo>
                <a:lnTo>
                  <a:pt x="769457" y="2696"/>
                </a:lnTo>
                <a:lnTo>
                  <a:pt x="769626" y="2632"/>
                </a:lnTo>
                <a:lnTo>
                  <a:pt x="769804" y="2570"/>
                </a:lnTo>
                <a:lnTo>
                  <a:pt x="769973" y="2509"/>
                </a:lnTo>
                <a:lnTo>
                  <a:pt x="770151" y="2448"/>
                </a:lnTo>
                <a:lnTo>
                  <a:pt x="770320" y="2388"/>
                </a:lnTo>
                <a:lnTo>
                  <a:pt x="770489" y="2328"/>
                </a:lnTo>
                <a:lnTo>
                  <a:pt x="770667" y="2269"/>
                </a:lnTo>
                <a:lnTo>
                  <a:pt x="770836" y="2212"/>
                </a:lnTo>
                <a:lnTo>
                  <a:pt x="771014" y="2155"/>
                </a:lnTo>
                <a:lnTo>
                  <a:pt x="771183" y="2099"/>
                </a:lnTo>
                <a:lnTo>
                  <a:pt x="771361" y="2043"/>
                </a:lnTo>
                <a:lnTo>
                  <a:pt x="771530" y="1988"/>
                </a:lnTo>
                <a:lnTo>
                  <a:pt x="771699" y="1934"/>
                </a:lnTo>
                <a:lnTo>
                  <a:pt x="771876" y="1881"/>
                </a:lnTo>
                <a:lnTo>
                  <a:pt x="772046" y="1828"/>
                </a:lnTo>
                <a:lnTo>
                  <a:pt x="772223" y="1777"/>
                </a:lnTo>
                <a:lnTo>
                  <a:pt x="772393" y="1725"/>
                </a:lnTo>
                <a:lnTo>
                  <a:pt x="772570" y="1674"/>
                </a:lnTo>
                <a:lnTo>
                  <a:pt x="772739" y="1625"/>
                </a:lnTo>
                <a:lnTo>
                  <a:pt x="772908" y="1576"/>
                </a:lnTo>
                <a:lnTo>
                  <a:pt x="773086" y="1528"/>
                </a:lnTo>
                <a:lnTo>
                  <a:pt x="773255" y="1480"/>
                </a:lnTo>
                <a:lnTo>
                  <a:pt x="773433" y="1434"/>
                </a:lnTo>
                <a:lnTo>
                  <a:pt x="773602" y="1388"/>
                </a:lnTo>
                <a:lnTo>
                  <a:pt x="773780" y="1343"/>
                </a:lnTo>
                <a:lnTo>
                  <a:pt x="773949" y="1299"/>
                </a:lnTo>
                <a:lnTo>
                  <a:pt x="774118" y="1255"/>
                </a:lnTo>
                <a:lnTo>
                  <a:pt x="774296" y="1213"/>
                </a:lnTo>
                <a:lnTo>
                  <a:pt x="774465" y="1170"/>
                </a:lnTo>
                <a:lnTo>
                  <a:pt x="774643" y="1129"/>
                </a:lnTo>
                <a:lnTo>
                  <a:pt x="774812" y="1088"/>
                </a:lnTo>
                <a:lnTo>
                  <a:pt x="774990" y="1048"/>
                </a:lnTo>
                <a:lnTo>
                  <a:pt x="775159" y="1009"/>
                </a:lnTo>
                <a:lnTo>
                  <a:pt x="775328" y="971"/>
                </a:lnTo>
                <a:lnTo>
                  <a:pt x="775506" y="933"/>
                </a:lnTo>
                <a:lnTo>
                  <a:pt x="775675" y="896"/>
                </a:lnTo>
                <a:lnTo>
                  <a:pt x="775853" y="860"/>
                </a:lnTo>
                <a:lnTo>
                  <a:pt x="776022" y="825"/>
                </a:lnTo>
                <a:lnTo>
                  <a:pt x="776200" y="790"/>
                </a:lnTo>
                <a:lnTo>
                  <a:pt x="776369" y="756"/>
                </a:lnTo>
                <a:lnTo>
                  <a:pt x="776538" y="722"/>
                </a:lnTo>
                <a:lnTo>
                  <a:pt x="776716" y="690"/>
                </a:lnTo>
                <a:lnTo>
                  <a:pt x="776885" y="658"/>
                </a:lnTo>
                <a:lnTo>
                  <a:pt x="777063" y="628"/>
                </a:lnTo>
                <a:lnTo>
                  <a:pt x="777232" y="598"/>
                </a:lnTo>
                <a:lnTo>
                  <a:pt x="777410" y="568"/>
                </a:lnTo>
                <a:lnTo>
                  <a:pt x="777579" y="539"/>
                </a:lnTo>
                <a:lnTo>
                  <a:pt x="777748" y="512"/>
                </a:lnTo>
                <a:lnTo>
                  <a:pt x="777926" y="484"/>
                </a:lnTo>
                <a:lnTo>
                  <a:pt x="778095" y="458"/>
                </a:lnTo>
                <a:lnTo>
                  <a:pt x="778273" y="432"/>
                </a:lnTo>
                <a:lnTo>
                  <a:pt x="778442" y="407"/>
                </a:lnTo>
                <a:lnTo>
                  <a:pt x="778620" y="383"/>
                </a:lnTo>
                <a:lnTo>
                  <a:pt x="778789" y="359"/>
                </a:lnTo>
                <a:lnTo>
                  <a:pt x="778958" y="336"/>
                </a:lnTo>
                <a:lnTo>
                  <a:pt x="779136" y="315"/>
                </a:lnTo>
                <a:lnTo>
                  <a:pt x="779305" y="294"/>
                </a:lnTo>
                <a:lnTo>
                  <a:pt x="779483" y="273"/>
                </a:lnTo>
                <a:lnTo>
                  <a:pt x="779652" y="254"/>
                </a:lnTo>
                <a:lnTo>
                  <a:pt x="779830" y="234"/>
                </a:lnTo>
                <a:lnTo>
                  <a:pt x="779999" y="216"/>
                </a:lnTo>
                <a:lnTo>
                  <a:pt x="780168" y="198"/>
                </a:lnTo>
                <a:lnTo>
                  <a:pt x="780346" y="181"/>
                </a:lnTo>
                <a:lnTo>
                  <a:pt x="780515" y="165"/>
                </a:lnTo>
                <a:lnTo>
                  <a:pt x="780693" y="150"/>
                </a:lnTo>
                <a:lnTo>
                  <a:pt x="780862" y="136"/>
                </a:lnTo>
                <a:lnTo>
                  <a:pt x="781040" y="122"/>
                </a:lnTo>
                <a:lnTo>
                  <a:pt x="781209" y="109"/>
                </a:lnTo>
                <a:lnTo>
                  <a:pt x="781378" y="96"/>
                </a:lnTo>
                <a:lnTo>
                  <a:pt x="781556" y="85"/>
                </a:lnTo>
                <a:lnTo>
                  <a:pt x="781725" y="74"/>
                </a:lnTo>
                <a:lnTo>
                  <a:pt x="781903" y="64"/>
                </a:lnTo>
                <a:lnTo>
                  <a:pt x="782072" y="54"/>
                </a:lnTo>
                <a:lnTo>
                  <a:pt x="782250" y="46"/>
                </a:lnTo>
                <a:lnTo>
                  <a:pt x="782419" y="38"/>
                </a:lnTo>
                <a:lnTo>
                  <a:pt x="782588" y="31"/>
                </a:lnTo>
                <a:lnTo>
                  <a:pt x="782766" y="25"/>
                </a:lnTo>
                <a:lnTo>
                  <a:pt x="782935" y="19"/>
                </a:lnTo>
                <a:lnTo>
                  <a:pt x="783113" y="14"/>
                </a:lnTo>
                <a:lnTo>
                  <a:pt x="783282" y="10"/>
                </a:lnTo>
                <a:lnTo>
                  <a:pt x="783460" y="6"/>
                </a:lnTo>
                <a:lnTo>
                  <a:pt x="783629" y="4"/>
                </a:lnTo>
                <a:lnTo>
                  <a:pt x="783798" y="2"/>
                </a:lnTo>
                <a:lnTo>
                  <a:pt x="783976" y="1"/>
                </a:lnTo>
                <a:lnTo>
                  <a:pt x="784145" y="0"/>
                </a:lnTo>
                <a:lnTo>
                  <a:pt x="784323" y="1"/>
                </a:lnTo>
                <a:lnTo>
                  <a:pt x="784492" y="2"/>
                </a:lnTo>
                <a:lnTo>
                  <a:pt x="784670" y="4"/>
                </a:lnTo>
                <a:lnTo>
                  <a:pt x="784839" y="6"/>
                </a:lnTo>
                <a:lnTo>
                  <a:pt x="785008" y="9"/>
                </a:lnTo>
                <a:lnTo>
                  <a:pt x="785186" y="13"/>
                </a:lnTo>
                <a:lnTo>
                  <a:pt x="785355" y="18"/>
                </a:lnTo>
                <a:lnTo>
                  <a:pt x="785533" y="23"/>
                </a:lnTo>
                <a:lnTo>
                  <a:pt x="785702" y="29"/>
                </a:lnTo>
                <a:lnTo>
                  <a:pt x="785871" y="36"/>
                </a:lnTo>
                <a:lnTo>
                  <a:pt x="786049" y="44"/>
                </a:lnTo>
                <a:lnTo>
                  <a:pt x="786218" y="52"/>
                </a:lnTo>
                <a:lnTo>
                  <a:pt x="786396" y="62"/>
                </a:lnTo>
                <a:lnTo>
                  <a:pt x="786565" y="72"/>
                </a:lnTo>
                <a:lnTo>
                  <a:pt x="786742" y="83"/>
                </a:lnTo>
                <a:lnTo>
                  <a:pt x="786911" y="93"/>
                </a:lnTo>
                <a:lnTo>
                  <a:pt x="787081" y="106"/>
                </a:lnTo>
                <a:lnTo>
                  <a:pt x="787258" y="118"/>
                </a:lnTo>
                <a:lnTo>
                  <a:pt x="787428" y="133"/>
                </a:lnTo>
                <a:lnTo>
                  <a:pt x="787605" y="147"/>
                </a:lnTo>
                <a:lnTo>
                  <a:pt x="787774" y="162"/>
                </a:lnTo>
                <a:lnTo>
                  <a:pt x="787952" y="178"/>
                </a:lnTo>
                <a:lnTo>
                  <a:pt x="788121" y="194"/>
                </a:lnTo>
                <a:lnTo>
                  <a:pt x="788290" y="212"/>
                </a:lnTo>
                <a:lnTo>
                  <a:pt x="788468" y="230"/>
                </a:lnTo>
                <a:lnTo>
                  <a:pt x="788637" y="248"/>
                </a:lnTo>
                <a:lnTo>
                  <a:pt x="788815" y="268"/>
                </a:lnTo>
                <a:lnTo>
                  <a:pt x="788984" y="288"/>
                </a:lnTo>
                <a:lnTo>
                  <a:pt x="789162" y="309"/>
                </a:lnTo>
                <a:lnTo>
                  <a:pt x="789331" y="330"/>
                </a:lnTo>
                <a:lnTo>
                  <a:pt x="789500" y="353"/>
                </a:lnTo>
                <a:lnTo>
                  <a:pt x="789678" y="376"/>
                </a:lnTo>
                <a:lnTo>
                  <a:pt x="789847" y="400"/>
                </a:lnTo>
                <a:lnTo>
                  <a:pt x="790025" y="424"/>
                </a:lnTo>
                <a:lnTo>
                  <a:pt x="790194" y="450"/>
                </a:lnTo>
                <a:lnTo>
                  <a:pt x="790372" y="476"/>
                </a:lnTo>
                <a:lnTo>
                  <a:pt x="790541" y="503"/>
                </a:lnTo>
                <a:lnTo>
                  <a:pt x="790710" y="530"/>
                </a:lnTo>
                <a:lnTo>
                  <a:pt x="790888" y="559"/>
                </a:lnTo>
                <a:lnTo>
                  <a:pt x="791057" y="588"/>
                </a:lnTo>
                <a:lnTo>
                  <a:pt x="791235" y="617"/>
                </a:lnTo>
                <a:lnTo>
                  <a:pt x="791404" y="648"/>
                </a:lnTo>
                <a:lnTo>
                  <a:pt x="791582" y="680"/>
                </a:lnTo>
                <a:lnTo>
                  <a:pt x="791751" y="711"/>
                </a:lnTo>
                <a:lnTo>
                  <a:pt x="791920" y="744"/>
                </a:lnTo>
                <a:lnTo>
                  <a:pt x="792098" y="778"/>
                </a:lnTo>
                <a:lnTo>
                  <a:pt x="792267" y="811"/>
                </a:lnTo>
                <a:lnTo>
                  <a:pt x="792445" y="846"/>
                </a:lnTo>
                <a:lnTo>
                  <a:pt x="792614" y="882"/>
                </a:lnTo>
                <a:lnTo>
                  <a:pt x="792792" y="918"/>
                </a:lnTo>
                <a:lnTo>
                  <a:pt x="792961" y="955"/>
                </a:lnTo>
                <a:lnTo>
                  <a:pt x="793130" y="994"/>
                </a:lnTo>
                <a:lnTo>
                  <a:pt x="793308" y="1032"/>
                </a:lnTo>
                <a:lnTo>
                  <a:pt x="793477" y="1071"/>
                </a:lnTo>
                <a:lnTo>
                  <a:pt x="793655" y="1111"/>
                </a:lnTo>
                <a:lnTo>
                  <a:pt x="793824" y="1152"/>
                </a:lnTo>
                <a:lnTo>
                  <a:pt x="794002" y="1193"/>
                </a:lnTo>
                <a:lnTo>
                  <a:pt x="794171" y="1236"/>
                </a:lnTo>
                <a:lnTo>
                  <a:pt x="794340" y="1278"/>
                </a:lnTo>
                <a:lnTo>
                  <a:pt x="794518" y="1322"/>
                </a:lnTo>
                <a:lnTo>
                  <a:pt x="794687" y="1367"/>
                </a:lnTo>
                <a:lnTo>
                  <a:pt x="794865" y="1412"/>
                </a:lnTo>
                <a:lnTo>
                  <a:pt x="795034" y="1457"/>
                </a:lnTo>
                <a:lnTo>
                  <a:pt x="795212" y="1504"/>
                </a:lnTo>
                <a:lnTo>
                  <a:pt x="795381" y="1552"/>
                </a:lnTo>
                <a:lnTo>
                  <a:pt x="795550" y="1600"/>
                </a:lnTo>
                <a:lnTo>
                  <a:pt x="795728" y="1649"/>
                </a:lnTo>
                <a:lnTo>
                  <a:pt x="795897" y="1697"/>
                </a:lnTo>
                <a:lnTo>
                  <a:pt x="796075" y="1748"/>
                </a:lnTo>
                <a:lnTo>
                  <a:pt x="796244" y="1799"/>
                </a:lnTo>
                <a:lnTo>
                  <a:pt x="796422" y="1850"/>
                </a:lnTo>
                <a:lnTo>
                  <a:pt x="796591" y="1903"/>
                </a:lnTo>
                <a:lnTo>
                  <a:pt x="796760" y="1956"/>
                </a:lnTo>
                <a:lnTo>
                  <a:pt x="796938" y="2010"/>
                </a:lnTo>
                <a:lnTo>
                  <a:pt x="797107" y="2064"/>
                </a:lnTo>
                <a:lnTo>
                  <a:pt x="797285" y="2120"/>
                </a:lnTo>
                <a:lnTo>
                  <a:pt x="797454" y="2175"/>
                </a:lnTo>
                <a:lnTo>
                  <a:pt x="797632" y="2232"/>
                </a:lnTo>
                <a:lnTo>
                  <a:pt x="797801" y="2290"/>
                </a:lnTo>
                <a:lnTo>
                  <a:pt x="797970" y="2348"/>
                </a:lnTo>
                <a:lnTo>
                  <a:pt x="798148" y="2406"/>
                </a:lnTo>
                <a:lnTo>
                  <a:pt x="798317" y="2467"/>
                </a:lnTo>
                <a:lnTo>
                  <a:pt x="798495" y="2527"/>
                </a:lnTo>
                <a:lnTo>
                  <a:pt x="798664" y="2588"/>
                </a:lnTo>
                <a:lnTo>
                  <a:pt x="798842" y="2649"/>
                </a:lnTo>
                <a:lnTo>
                  <a:pt x="799011" y="2713"/>
                </a:lnTo>
                <a:lnTo>
                  <a:pt x="799180" y="2776"/>
                </a:lnTo>
                <a:lnTo>
                  <a:pt x="799358" y="2840"/>
                </a:lnTo>
                <a:lnTo>
                  <a:pt x="799527" y="2904"/>
                </a:lnTo>
                <a:lnTo>
                  <a:pt x="799705" y="2970"/>
                </a:lnTo>
                <a:lnTo>
                  <a:pt x="799874" y="3035"/>
                </a:lnTo>
                <a:lnTo>
                  <a:pt x="800052" y="3102"/>
                </a:lnTo>
                <a:lnTo>
                  <a:pt x="800221" y="3170"/>
                </a:lnTo>
                <a:lnTo>
                  <a:pt x="800390" y="3238"/>
                </a:lnTo>
                <a:lnTo>
                  <a:pt x="800568" y="3308"/>
                </a:lnTo>
                <a:lnTo>
                  <a:pt x="800737" y="3377"/>
                </a:lnTo>
                <a:lnTo>
                  <a:pt x="800914" y="3447"/>
                </a:lnTo>
                <a:lnTo>
                  <a:pt x="801084" y="3519"/>
                </a:lnTo>
                <a:lnTo>
                  <a:pt x="801261" y="3591"/>
                </a:lnTo>
                <a:lnTo>
                  <a:pt x="801431" y="3664"/>
                </a:lnTo>
                <a:lnTo>
                  <a:pt x="801600" y="3737"/>
                </a:lnTo>
                <a:lnTo>
                  <a:pt x="801778" y="3810"/>
                </a:lnTo>
                <a:lnTo>
                  <a:pt x="801946" y="3885"/>
                </a:lnTo>
                <a:lnTo>
                  <a:pt x="802124" y="3961"/>
                </a:lnTo>
                <a:lnTo>
                  <a:pt x="802293" y="4037"/>
                </a:lnTo>
                <a:lnTo>
                  <a:pt x="802471" y="4114"/>
                </a:lnTo>
                <a:lnTo>
                  <a:pt x="802640" y="4192"/>
                </a:lnTo>
                <a:lnTo>
                  <a:pt x="802809" y="4270"/>
                </a:lnTo>
                <a:lnTo>
                  <a:pt x="802987" y="4349"/>
                </a:lnTo>
                <a:lnTo>
                  <a:pt x="803156" y="4429"/>
                </a:lnTo>
                <a:lnTo>
                  <a:pt x="803334" y="4510"/>
                </a:lnTo>
                <a:lnTo>
                  <a:pt x="803503" y="4591"/>
                </a:lnTo>
                <a:lnTo>
                  <a:pt x="803681" y="4672"/>
                </a:lnTo>
                <a:lnTo>
                  <a:pt x="803850" y="4755"/>
                </a:lnTo>
                <a:lnTo>
                  <a:pt x="804019" y="4839"/>
                </a:lnTo>
                <a:lnTo>
                  <a:pt x="804197" y="4922"/>
                </a:lnTo>
                <a:lnTo>
                  <a:pt x="804366" y="5007"/>
                </a:lnTo>
                <a:lnTo>
                  <a:pt x="804544" y="5092"/>
                </a:lnTo>
                <a:lnTo>
                  <a:pt x="804713" y="5179"/>
                </a:lnTo>
                <a:lnTo>
                  <a:pt x="804882" y="5266"/>
                </a:lnTo>
                <a:lnTo>
                  <a:pt x="805060" y="5354"/>
                </a:lnTo>
                <a:lnTo>
                  <a:pt x="805229" y="5442"/>
                </a:lnTo>
                <a:lnTo>
                  <a:pt x="805407" y="5531"/>
                </a:lnTo>
                <a:lnTo>
                  <a:pt x="805576" y="5621"/>
                </a:lnTo>
                <a:lnTo>
                  <a:pt x="805754" y="5712"/>
                </a:lnTo>
                <a:lnTo>
                  <a:pt x="805923" y="5802"/>
                </a:lnTo>
                <a:lnTo>
                  <a:pt x="806092" y="5894"/>
                </a:lnTo>
                <a:lnTo>
                  <a:pt x="806270" y="5986"/>
                </a:lnTo>
                <a:lnTo>
                  <a:pt x="806439" y="6080"/>
                </a:lnTo>
                <a:lnTo>
                  <a:pt x="806617" y="6174"/>
                </a:lnTo>
                <a:lnTo>
                  <a:pt x="806786" y="6268"/>
                </a:lnTo>
                <a:lnTo>
                  <a:pt x="806964" y="6365"/>
                </a:lnTo>
                <a:lnTo>
                  <a:pt x="807133" y="6461"/>
                </a:lnTo>
                <a:lnTo>
                  <a:pt x="807302" y="6558"/>
                </a:lnTo>
                <a:lnTo>
                  <a:pt x="807480" y="6655"/>
                </a:lnTo>
                <a:lnTo>
                  <a:pt x="807649" y="6753"/>
                </a:lnTo>
                <a:lnTo>
                  <a:pt x="807827" y="6852"/>
                </a:lnTo>
                <a:lnTo>
                  <a:pt x="807996" y="6952"/>
                </a:lnTo>
                <a:lnTo>
                  <a:pt x="808174" y="7052"/>
                </a:lnTo>
                <a:lnTo>
                  <a:pt x="808343" y="7154"/>
                </a:lnTo>
                <a:lnTo>
                  <a:pt x="808512" y="7255"/>
                </a:lnTo>
                <a:lnTo>
                  <a:pt x="808690" y="7357"/>
                </a:lnTo>
                <a:lnTo>
                  <a:pt x="808859" y="7461"/>
                </a:lnTo>
                <a:lnTo>
                  <a:pt x="809037" y="7565"/>
                </a:lnTo>
                <a:lnTo>
                  <a:pt x="809206" y="7670"/>
                </a:lnTo>
                <a:lnTo>
                  <a:pt x="809384" y="7775"/>
                </a:lnTo>
                <a:lnTo>
                  <a:pt x="809553" y="7880"/>
                </a:lnTo>
                <a:lnTo>
                  <a:pt x="809722" y="7987"/>
                </a:lnTo>
                <a:lnTo>
                  <a:pt x="809900" y="8095"/>
                </a:lnTo>
                <a:lnTo>
                  <a:pt x="810069" y="8203"/>
                </a:lnTo>
                <a:lnTo>
                  <a:pt x="810247" y="8312"/>
                </a:lnTo>
                <a:lnTo>
                  <a:pt x="810416" y="8421"/>
                </a:lnTo>
                <a:lnTo>
                  <a:pt x="810594" y="8532"/>
                </a:lnTo>
                <a:lnTo>
                  <a:pt x="810763" y="8643"/>
                </a:lnTo>
                <a:lnTo>
                  <a:pt x="810932" y="8754"/>
                </a:lnTo>
                <a:lnTo>
                  <a:pt x="811110" y="8867"/>
                </a:lnTo>
                <a:lnTo>
                  <a:pt x="811279" y="8980"/>
                </a:lnTo>
                <a:lnTo>
                  <a:pt x="811457" y="9093"/>
                </a:lnTo>
                <a:lnTo>
                  <a:pt x="811626" y="9208"/>
                </a:lnTo>
                <a:lnTo>
                  <a:pt x="811804" y="9323"/>
                </a:lnTo>
                <a:lnTo>
                  <a:pt x="811973" y="9439"/>
                </a:lnTo>
                <a:lnTo>
                  <a:pt x="812142" y="9556"/>
                </a:lnTo>
                <a:lnTo>
                  <a:pt x="812320" y="9673"/>
                </a:lnTo>
                <a:lnTo>
                  <a:pt x="812489" y="9791"/>
                </a:lnTo>
                <a:lnTo>
                  <a:pt x="812667" y="9910"/>
                </a:lnTo>
                <a:lnTo>
                  <a:pt x="812836" y="10029"/>
                </a:lnTo>
                <a:lnTo>
                  <a:pt x="813014" y="10149"/>
                </a:lnTo>
                <a:lnTo>
                  <a:pt x="813183" y="10269"/>
                </a:lnTo>
                <a:lnTo>
                  <a:pt x="813352" y="10391"/>
                </a:lnTo>
                <a:lnTo>
                  <a:pt x="813530" y="10513"/>
                </a:lnTo>
                <a:lnTo>
                  <a:pt x="813699" y="10636"/>
                </a:lnTo>
                <a:lnTo>
                  <a:pt x="813877" y="10759"/>
                </a:lnTo>
                <a:lnTo>
                  <a:pt x="814046" y="10884"/>
                </a:lnTo>
                <a:lnTo>
                  <a:pt x="814224" y="11008"/>
                </a:lnTo>
                <a:lnTo>
                  <a:pt x="814393" y="11134"/>
                </a:lnTo>
                <a:lnTo>
                  <a:pt x="814562" y="11260"/>
                </a:lnTo>
                <a:lnTo>
                  <a:pt x="814740" y="11387"/>
                </a:lnTo>
                <a:lnTo>
                  <a:pt x="814909" y="11515"/>
                </a:lnTo>
                <a:lnTo>
                  <a:pt x="815087" y="11644"/>
                </a:lnTo>
                <a:lnTo>
                  <a:pt x="815256" y="11773"/>
                </a:lnTo>
                <a:lnTo>
                  <a:pt x="815434" y="11903"/>
                </a:lnTo>
                <a:lnTo>
                  <a:pt x="815603" y="12032"/>
                </a:lnTo>
                <a:lnTo>
                  <a:pt x="815772" y="12164"/>
                </a:lnTo>
                <a:lnTo>
                  <a:pt x="815950" y="12296"/>
                </a:lnTo>
                <a:lnTo>
                  <a:pt x="816119" y="12428"/>
                </a:lnTo>
                <a:lnTo>
                  <a:pt x="816296" y="12561"/>
                </a:lnTo>
                <a:lnTo>
                  <a:pt x="816465" y="12695"/>
                </a:lnTo>
                <a:lnTo>
                  <a:pt x="816643" y="12830"/>
                </a:lnTo>
                <a:lnTo>
                  <a:pt x="816812" y="12965"/>
                </a:lnTo>
                <a:lnTo>
                  <a:pt x="816982" y="13101"/>
                </a:lnTo>
                <a:lnTo>
                  <a:pt x="817159" y="13238"/>
                </a:lnTo>
                <a:lnTo>
                  <a:pt x="817328" y="13375"/>
                </a:lnTo>
                <a:lnTo>
                  <a:pt x="817506" y="13513"/>
                </a:lnTo>
                <a:lnTo>
                  <a:pt x="817675" y="13652"/>
                </a:lnTo>
                <a:lnTo>
                  <a:pt x="817853" y="13791"/>
                </a:lnTo>
                <a:lnTo>
                  <a:pt x="818022" y="13931"/>
                </a:lnTo>
                <a:lnTo>
                  <a:pt x="818191" y="14072"/>
                </a:lnTo>
                <a:lnTo>
                  <a:pt x="818369" y="14214"/>
                </a:lnTo>
                <a:lnTo>
                  <a:pt x="818538" y="14355"/>
                </a:lnTo>
                <a:lnTo>
                  <a:pt x="818716" y="14499"/>
                </a:lnTo>
                <a:lnTo>
                  <a:pt x="818885" y="14642"/>
                </a:lnTo>
                <a:lnTo>
                  <a:pt x="819063" y="14786"/>
                </a:lnTo>
                <a:lnTo>
                  <a:pt x="819232" y="14931"/>
                </a:lnTo>
                <a:lnTo>
                  <a:pt x="819401" y="15077"/>
                </a:lnTo>
                <a:lnTo>
                  <a:pt x="819579" y="15223"/>
                </a:lnTo>
                <a:lnTo>
                  <a:pt x="819748" y="15370"/>
                </a:lnTo>
                <a:lnTo>
                  <a:pt x="819926" y="15517"/>
                </a:lnTo>
                <a:lnTo>
                  <a:pt x="820095" y="15666"/>
                </a:lnTo>
                <a:lnTo>
                  <a:pt x="820273" y="15814"/>
                </a:lnTo>
                <a:lnTo>
                  <a:pt x="820442" y="15964"/>
                </a:lnTo>
                <a:lnTo>
                  <a:pt x="820611" y="16114"/>
                </a:lnTo>
                <a:lnTo>
                  <a:pt x="820789" y="16265"/>
                </a:lnTo>
                <a:lnTo>
                  <a:pt x="820958" y="16418"/>
                </a:lnTo>
                <a:lnTo>
                  <a:pt x="821136" y="16570"/>
                </a:lnTo>
                <a:lnTo>
                  <a:pt x="821305" y="16723"/>
                </a:lnTo>
                <a:lnTo>
                  <a:pt x="821483" y="16877"/>
                </a:lnTo>
                <a:lnTo>
                  <a:pt x="821652" y="17030"/>
                </a:lnTo>
                <a:lnTo>
                  <a:pt x="821821" y="17185"/>
                </a:lnTo>
                <a:lnTo>
                  <a:pt x="821999" y="17342"/>
                </a:lnTo>
                <a:lnTo>
                  <a:pt x="822168" y="17498"/>
                </a:lnTo>
                <a:lnTo>
                  <a:pt x="822346" y="17655"/>
                </a:lnTo>
                <a:lnTo>
                  <a:pt x="822515" y="17812"/>
                </a:lnTo>
                <a:lnTo>
                  <a:pt x="822693" y="17971"/>
                </a:lnTo>
                <a:lnTo>
                  <a:pt x="822862" y="18130"/>
                </a:lnTo>
                <a:lnTo>
                  <a:pt x="823031" y="18290"/>
                </a:lnTo>
                <a:lnTo>
                  <a:pt x="823209" y="18450"/>
                </a:lnTo>
                <a:lnTo>
                  <a:pt x="823378" y="18611"/>
                </a:lnTo>
                <a:lnTo>
                  <a:pt x="823556" y="18773"/>
                </a:lnTo>
                <a:lnTo>
                  <a:pt x="823725" y="18936"/>
                </a:lnTo>
                <a:lnTo>
                  <a:pt x="823894" y="19099"/>
                </a:lnTo>
                <a:lnTo>
                  <a:pt x="824072" y="19263"/>
                </a:lnTo>
                <a:lnTo>
                  <a:pt x="824241" y="19427"/>
                </a:lnTo>
                <a:lnTo>
                  <a:pt x="824419" y="19593"/>
                </a:lnTo>
                <a:lnTo>
                  <a:pt x="824588" y="19758"/>
                </a:lnTo>
                <a:lnTo>
                  <a:pt x="824766" y="19925"/>
                </a:lnTo>
                <a:lnTo>
                  <a:pt x="824935" y="20092"/>
                </a:lnTo>
                <a:lnTo>
                  <a:pt x="825104" y="20260"/>
                </a:lnTo>
                <a:lnTo>
                  <a:pt x="825282" y="20428"/>
                </a:lnTo>
                <a:lnTo>
                  <a:pt x="825451" y="20598"/>
                </a:lnTo>
                <a:lnTo>
                  <a:pt x="825629" y="20768"/>
                </a:lnTo>
                <a:lnTo>
                  <a:pt x="825798" y="20938"/>
                </a:lnTo>
                <a:lnTo>
                  <a:pt x="825976" y="21109"/>
                </a:lnTo>
                <a:lnTo>
                  <a:pt x="826145" y="21281"/>
                </a:lnTo>
                <a:lnTo>
                  <a:pt x="826314" y="21454"/>
                </a:lnTo>
                <a:lnTo>
                  <a:pt x="826492" y="21626"/>
                </a:lnTo>
                <a:lnTo>
                  <a:pt x="826661" y="21801"/>
                </a:lnTo>
                <a:lnTo>
                  <a:pt x="826839" y="21975"/>
                </a:lnTo>
                <a:lnTo>
                  <a:pt x="827008" y="22150"/>
                </a:lnTo>
                <a:lnTo>
                  <a:pt x="827186" y="22326"/>
                </a:lnTo>
                <a:lnTo>
                  <a:pt x="827355" y="22503"/>
                </a:lnTo>
                <a:lnTo>
                  <a:pt x="827524" y="22680"/>
                </a:lnTo>
                <a:lnTo>
                  <a:pt x="827702" y="22858"/>
                </a:lnTo>
                <a:lnTo>
                  <a:pt x="827871" y="23036"/>
                </a:lnTo>
                <a:lnTo>
                  <a:pt x="828049" y="23215"/>
                </a:lnTo>
                <a:lnTo>
                  <a:pt x="828218" y="23395"/>
                </a:lnTo>
                <a:lnTo>
                  <a:pt x="828396" y="23576"/>
                </a:lnTo>
                <a:lnTo>
                  <a:pt x="828565" y="23756"/>
                </a:lnTo>
                <a:lnTo>
                  <a:pt x="828734" y="23939"/>
                </a:lnTo>
                <a:lnTo>
                  <a:pt x="828912" y="24121"/>
                </a:lnTo>
                <a:lnTo>
                  <a:pt x="829081" y="24304"/>
                </a:lnTo>
                <a:lnTo>
                  <a:pt x="829259" y="24487"/>
                </a:lnTo>
                <a:lnTo>
                  <a:pt x="829428" y="24672"/>
                </a:lnTo>
                <a:lnTo>
                  <a:pt x="829606" y="24858"/>
                </a:lnTo>
                <a:lnTo>
                  <a:pt x="829775" y="25043"/>
                </a:lnTo>
                <a:lnTo>
                  <a:pt x="829944" y="25229"/>
                </a:lnTo>
                <a:lnTo>
                  <a:pt x="830122" y="25416"/>
                </a:lnTo>
                <a:lnTo>
                  <a:pt x="830291" y="25604"/>
                </a:lnTo>
                <a:lnTo>
                  <a:pt x="830469" y="25793"/>
                </a:lnTo>
                <a:lnTo>
                  <a:pt x="830638" y="25981"/>
                </a:lnTo>
                <a:lnTo>
                  <a:pt x="830815" y="26171"/>
                </a:lnTo>
                <a:lnTo>
                  <a:pt x="830985" y="26361"/>
                </a:lnTo>
                <a:lnTo>
                  <a:pt x="831154" y="26552"/>
                </a:lnTo>
                <a:lnTo>
                  <a:pt x="831332" y="26744"/>
                </a:lnTo>
                <a:lnTo>
                  <a:pt x="831500" y="26936"/>
                </a:lnTo>
                <a:lnTo>
                  <a:pt x="831678" y="27129"/>
                </a:lnTo>
                <a:lnTo>
                  <a:pt x="831847" y="27323"/>
                </a:lnTo>
                <a:lnTo>
                  <a:pt x="832025" y="27517"/>
                </a:lnTo>
                <a:lnTo>
                  <a:pt x="832194" y="27712"/>
                </a:lnTo>
                <a:lnTo>
                  <a:pt x="832364" y="27907"/>
                </a:lnTo>
                <a:lnTo>
                  <a:pt x="832541" y="28103"/>
                </a:lnTo>
                <a:lnTo>
                  <a:pt x="832710" y="28301"/>
                </a:lnTo>
                <a:lnTo>
                  <a:pt x="832888" y="28498"/>
                </a:lnTo>
                <a:lnTo>
                  <a:pt x="833057" y="28696"/>
                </a:lnTo>
                <a:lnTo>
                  <a:pt x="833235" y="28895"/>
                </a:lnTo>
                <a:lnTo>
                  <a:pt x="833404" y="29094"/>
                </a:lnTo>
                <a:lnTo>
                  <a:pt x="833573" y="29294"/>
                </a:lnTo>
                <a:lnTo>
                  <a:pt x="833751" y="29494"/>
                </a:lnTo>
                <a:lnTo>
                  <a:pt x="833920" y="29696"/>
                </a:lnTo>
                <a:lnTo>
                  <a:pt x="834098" y="29898"/>
                </a:lnTo>
                <a:lnTo>
                  <a:pt x="834267" y="30100"/>
                </a:lnTo>
                <a:lnTo>
                  <a:pt x="834445" y="30304"/>
                </a:lnTo>
                <a:lnTo>
                  <a:pt x="834614" y="30508"/>
                </a:lnTo>
                <a:lnTo>
                  <a:pt x="834783" y="30712"/>
                </a:lnTo>
                <a:lnTo>
                  <a:pt x="834961" y="30918"/>
                </a:lnTo>
                <a:lnTo>
                  <a:pt x="835130" y="31123"/>
                </a:lnTo>
                <a:lnTo>
                  <a:pt x="835308" y="31330"/>
                </a:lnTo>
                <a:lnTo>
                  <a:pt x="835477" y="31537"/>
                </a:lnTo>
                <a:lnTo>
                  <a:pt x="835655" y="31744"/>
                </a:lnTo>
                <a:lnTo>
                  <a:pt x="835824" y="31953"/>
                </a:lnTo>
                <a:lnTo>
                  <a:pt x="835993" y="32162"/>
                </a:lnTo>
                <a:lnTo>
                  <a:pt x="836171" y="32372"/>
                </a:lnTo>
                <a:lnTo>
                  <a:pt x="836340" y="32582"/>
                </a:lnTo>
                <a:lnTo>
                  <a:pt x="836518" y="32793"/>
                </a:lnTo>
                <a:lnTo>
                  <a:pt x="836687" y="33005"/>
                </a:lnTo>
                <a:lnTo>
                  <a:pt x="836865" y="33217"/>
                </a:lnTo>
                <a:lnTo>
                  <a:pt x="837034" y="33430"/>
                </a:lnTo>
                <a:lnTo>
                  <a:pt x="837203" y="33644"/>
                </a:lnTo>
                <a:lnTo>
                  <a:pt x="837381" y="33857"/>
                </a:lnTo>
                <a:lnTo>
                  <a:pt x="837550" y="34073"/>
                </a:lnTo>
                <a:lnTo>
                  <a:pt x="837728" y="34288"/>
                </a:lnTo>
                <a:lnTo>
                  <a:pt x="837897" y="34504"/>
                </a:lnTo>
                <a:lnTo>
                  <a:pt x="838075" y="34720"/>
                </a:lnTo>
                <a:lnTo>
                  <a:pt x="838244" y="34937"/>
                </a:lnTo>
                <a:lnTo>
                  <a:pt x="838413" y="35155"/>
                </a:lnTo>
                <a:lnTo>
                  <a:pt x="838591" y="35374"/>
                </a:lnTo>
                <a:lnTo>
                  <a:pt x="838760" y="35593"/>
                </a:lnTo>
                <a:lnTo>
                  <a:pt x="838938" y="35813"/>
                </a:lnTo>
                <a:lnTo>
                  <a:pt x="839107" y="36033"/>
                </a:lnTo>
                <a:lnTo>
                  <a:pt x="839285" y="36255"/>
                </a:lnTo>
                <a:lnTo>
                  <a:pt x="839454" y="36476"/>
                </a:lnTo>
                <a:lnTo>
                  <a:pt x="839623" y="36699"/>
                </a:lnTo>
                <a:lnTo>
                  <a:pt x="839801" y="36922"/>
                </a:lnTo>
                <a:lnTo>
                  <a:pt x="839970" y="37145"/>
                </a:lnTo>
                <a:lnTo>
                  <a:pt x="840148" y="37370"/>
                </a:lnTo>
                <a:lnTo>
                  <a:pt x="840317" y="37595"/>
                </a:lnTo>
                <a:lnTo>
                  <a:pt x="840495" y="37820"/>
                </a:lnTo>
                <a:lnTo>
                  <a:pt x="840664" y="38046"/>
                </a:lnTo>
                <a:lnTo>
                  <a:pt x="840833" y="38273"/>
                </a:lnTo>
                <a:lnTo>
                  <a:pt x="841011" y="38500"/>
                </a:lnTo>
                <a:lnTo>
                  <a:pt x="841180" y="38728"/>
                </a:lnTo>
                <a:lnTo>
                  <a:pt x="841358" y="38957"/>
                </a:lnTo>
                <a:lnTo>
                  <a:pt x="841527" y="39185"/>
                </a:lnTo>
                <a:lnTo>
                  <a:pt x="841705" y="39416"/>
                </a:lnTo>
                <a:lnTo>
                  <a:pt x="841874" y="39646"/>
                </a:lnTo>
                <a:lnTo>
                  <a:pt x="842043" y="39877"/>
                </a:lnTo>
                <a:lnTo>
                  <a:pt x="842221" y="40109"/>
                </a:lnTo>
                <a:lnTo>
                  <a:pt x="842390" y="40341"/>
                </a:lnTo>
                <a:lnTo>
                  <a:pt x="842568" y="40574"/>
                </a:lnTo>
                <a:lnTo>
                  <a:pt x="842737" y="40808"/>
                </a:lnTo>
                <a:lnTo>
                  <a:pt x="842906" y="41042"/>
                </a:lnTo>
                <a:lnTo>
                  <a:pt x="843084" y="41277"/>
                </a:lnTo>
                <a:lnTo>
                  <a:pt x="843253" y="41512"/>
                </a:lnTo>
                <a:lnTo>
                  <a:pt x="843431" y="41748"/>
                </a:lnTo>
                <a:lnTo>
                  <a:pt x="843600" y="41985"/>
                </a:lnTo>
                <a:lnTo>
                  <a:pt x="843778" y="42222"/>
                </a:lnTo>
                <a:lnTo>
                  <a:pt x="843947" y="42460"/>
                </a:lnTo>
                <a:lnTo>
                  <a:pt x="844116" y="42699"/>
                </a:lnTo>
                <a:lnTo>
                  <a:pt x="844294" y="42937"/>
                </a:lnTo>
                <a:lnTo>
                  <a:pt x="844463" y="43177"/>
                </a:lnTo>
                <a:lnTo>
                  <a:pt x="844641" y="43417"/>
                </a:lnTo>
                <a:lnTo>
                  <a:pt x="844810" y="43658"/>
                </a:lnTo>
                <a:lnTo>
                  <a:pt x="844988" y="43900"/>
                </a:lnTo>
                <a:lnTo>
                  <a:pt x="845157" y="44142"/>
                </a:lnTo>
                <a:lnTo>
                  <a:pt x="845326" y="44384"/>
                </a:lnTo>
                <a:lnTo>
                  <a:pt x="845503" y="44628"/>
                </a:lnTo>
                <a:lnTo>
                  <a:pt x="845673" y="44872"/>
                </a:lnTo>
                <a:lnTo>
                  <a:pt x="845850" y="45117"/>
                </a:lnTo>
                <a:lnTo>
                  <a:pt x="846020" y="45362"/>
                </a:lnTo>
                <a:lnTo>
                  <a:pt x="846197" y="45608"/>
                </a:lnTo>
                <a:lnTo>
                  <a:pt x="846367" y="45854"/>
                </a:lnTo>
                <a:lnTo>
                  <a:pt x="846536" y="46101"/>
                </a:lnTo>
                <a:lnTo>
                  <a:pt x="846713" y="46349"/>
                </a:lnTo>
                <a:lnTo>
                  <a:pt x="846882" y="46597"/>
                </a:lnTo>
                <a:lnTo>
                  <a:pt x="847060" y="46846"/>
                </a:lnTo>
                <a:lnTo>
                  <a:pt x="847229" y="47095"/>
                </a:lnTo>
                <a:lnTo>
                  <a:pt x="847407" y="47345"/>
                </a:lnTo>
                <a:lnTo>
                  <a:pt x="847576" y="47596"/>
                </a:lnTo>
                <a:lnTo>
                  <a:pt x="847745" y="47848"/>
                </a:lnTo>
                <a:lnTo>
                  <a:pt x="847923" y="48100"/>
                </a:lnTo>
                <a:lnTo>
                  <a:pt x="848092" y="48351"/>
                </a:lnTo>
                <a:lnTo>
                  <a:pt x="848270" y="48605"/>
                </a:lnTo>
                <a:lnTo>
                  <a:pt x="848439" y="48858"/>
                </a:lnTo>
                <a:lnTo>
                  <a:pt x="848617" y="49113"/>
                </a:lnTo>
                <a:lnTo>
                  <a:pt x="848786" y="49367"/>
                </a:lnTo>
                <a:lnTo>
                  <a:pt x="848955" y="49623"/>
                </a:lnTo>
                <a:lnTo>
                  <a:pt x="849133" y="49879"/>
                </a:lnTo>
                <a:lnTo>
                  <a:pt x="849302" y="50136"/>
                </a:lnTo>
                <a:lnTo>
                  <a:pt x="849480" y="50393"/>
                </a:lnTo>
                <a:lnTo>
                  <a:pt x="849649" y="50651"/>
                </a:lnTo>
                <a:lnTo>
                  <a:pt x="849827" y="50909"/>
                </a:lnTo>
                <a:lnTo>
                  <a:pt x="849996" y="51168"/>
                </a:lnTo>
                <a:lnTo>
                  <a:pt x="850165" y="51428"/>
                </a:lnTo>
                <a:lnTo>
                  <a:pt x="850343" y="51688"/>
                </a:lnTo>
                <a:lnTo>
                  <a:pt x="850512" y="51949"/>
                </a:lnTo>
                <a:lnTo>
                  <a:pt x="850690" y="52211"/>
                </a:lnTo>
                <a:lnTo>
                  <a:pt x="850859" y="52472"/>
                </a:lnTo>
                <a:lnTo>
                  <a:pt x="851037" y="52735"/>
                </a:lnTo>
                <a:lnTo>
                  <a:pt x="851206" y="52998"/>
                </a:lnTo>
                <a:lnTo>
                  <a:pt x="851375" y="53262"/>
                </a:lnTo>
                <a:lnTo>
                  <a:pt x="851553" y="53526"/>
                </a:lnTo>
                <a:lnTo>
                  <a:pt x="851722" y="53792"/>
                </a:lnTo>
                <a:lnTo>
                  <a:pt x="851900" y="54057"/>
                </a:lnTo>
                <a:lnTo>
                  <a:pt x="852069" y="54323"/>
                </a:lnTo>
                <a:lnTo>
                  <a:pt x="852247" y="54590"/>
                </a:lnTo>
                <a:lnTo>
                  <a:pt x="852416" y="54857"/>
                </a:lnTo>
                <a:lnTo>
                  <a:pt x="852585" y="55125"/>
                </a:lnTo>
                <a:lnTo>
                  <a:pt x="852763" y="55394"/>
                </a:lnTo>
                <a:lnTo>
                  <a:pt x="852932" y="55662"/>
                </a:lnTo>
                <a:lnTo>
                  <a:pt x="853110" y="55932"/>
                </a:lnTo>
                <a:lnTo>
                  <a:pt x="853279" y="56202"/>
                </a:lnTo>
                <a:lnTo>
                  <a:pt x="853457" y="56473"/>
                </a:lnTo>
                <a:lnTo>
                  <a:pt x="853626" y="56744"/>
                </a:lnTo>
                <a:lnTo>
                  <a:pt x="853795" y="57016"/>
                </a:lnTo>
                <a:lnTo>
                  <a:pt x="853973" y="57290"/>
                </a:lnTo>
                <a:lnTo>
                  <a:pt x="854142" y="57563"/>
                </a:lnTo>
                <a:lnTo>
                  <a:pt x="854320" y="57836"/>
                </a:lnTo>
                <a:lnTo>
                  <a:pt x="854489" y="58111"/>
                </a:lnTo>
                <a:lnTo>
                  <a:pt x="854667" y="58386"/>
                </a:lnTo>
                <a:lnTo>
                  <a:pt x="854836" y="58661"/>
                </a:lnTo>
                <a:lnTo>
                  <a:pt x="855005" y="58937"/>
                </a:lnTo>
                <a:lnTo>
                  <a:pt x="855183" y="59213"/>
                </a:lnTo>
                <a:lnTo>
                  <a:pt x="855352" y="59491"/>
                </a:lnTo>
                <a:lnTo>
                  <a:pt x="855530" y="59768"/>
                </a:lnTo>
                <a:lnTo>
                  <a:pt x="855699" y="60047"/>
                </a:lnTo>
                <a:lnTo>
                  <a:pt x="855877" y="60326"/>
                </a:lnTo>
                <a:lnTo>
                  <a:pt x="856046" y="60605"/>
                </a:lnTo>
                <a:lnTo>
                  <a:pt x="856215" y="60886"/>
                </a:lnTo>
                <a:lnTo>
                  <a:pt x="856393" y="61166"/>
                </a:lnTo>
                <a:lnTo>
                  <a:pt x="856562" y="61447"/>
                </a:lnTo>
                <a:lnTo>
                  <a:pt x="856740" y="61729"/>
                </a:lnTo>
                <a:lnTo>
                  <a:pt x="856909" y="62011"/>
                </a:lnTo>
                <a:lnTo>
                  <a:pt x="857087" y="62294"/>
                </a:lnTo>
                <a:lnTo>
                  <a:pt x="857256" y="62578"/>
                </a:lnTo>
                <a:lnTo>
                  <a:pt x="857425" y="62861"/>
                </a:lnTo>
                <a:lnTo>
                  <a:pt x="857603" y="63146"/>
                </a:lnTo>
                <a:lnTo>
                  <a:pt x="857772" y="63432"/>
                </a:lnTo>
                <a:lnTo>
                  <a:pt x="857950" y="63717"/>
                </a:lnTo>
                <a:lnTo>
                  <a:pt x="858119" y="64004"/>
                </a:lnTo>
                <a:lnTo>
                  <a:pt x="858297" y="64291"/>
                </a:lnTo>
                <a:lnTo>
                  <a:pt x="858466" y="64578"/>
                </a:lnTo>
                <a:lnTo>
                  <a:pt x="858635" y="64867"/>
                </a:lnTo>
                <a:lnTo>
                  <a:pt x="858813" y="65155"/>
                </a:lnTo>
                <a:lnTo>
                  <a:pt x="858982" y="65444"/>
                </a:lnTo>
                <a:lnTo>
                  <a:pt x="859160" y="65734"/>
                </a:lnTo>
                <a:lnTo>
                  <a:pt x="859329" y="66024"/>
                </a:lnTo>
                <a:lnTo>
                  <a:pt x="859506" y="66315"/>
                </a:lnTo>
                <a:lnTo>
                  <a:pt x="859676" y="66607"/>
                </a:lnTo>
                <a:lnTo>
                  <a:pt x="859845" y="66899"/>
                </a:lnTo>
                <a:lnTo>
                  <a:pt x="860023" y="67191"/>
                </a:lnTo>
                <a:lnTo>
                  <a:pt x="860192" y="67484"/>
                </a:lnTo>
                <a:lnTo>
                  <a:pt x="860370" y="67778"/>
                </a:lnTo>
                <a:lnTo>
                  <a:pt x="860539" y="68072"/>
                </a:lnTo>
                <a:lnTo>
                  <a:pt x="860717" y="68367"/>
                </a:lnTo>
                <a:lnTo>
                  <a:pt x="860885" y="68662"/>
                </a:lnTo>
                <a:lnTo>
                  <a:pt x="861055" y="68958"/>
                </a:lnTo>
                <a:lnTo>
                  <a:pt x="861232" y="69254"/>
                </a:lnTo>
                <a:lnTo>
                  <a:pt x="861401" y="69552"/>
                </a:lnTo>
                <a:lnTo>
                  <a:pt x="861579" y="69850"/>
                </a:lnTo>
                <a:lnTo>
                  <a:pt x="861748" y="70148"/>
                </a:lnTo>
                <a:lnTo>
                  <a:pt x="861917" y="70446"/>
                </a:lnTo>
                <a:lnTo>
                  <a:pt x="862095" y="70745"/>
                </a:lnTo>
                <a:lnTo>
                  <a:pt x="862264" y="71045"/>
                </a:lnTo>
                <a:lnTo>
                  <a:pt x="862442" y="71345"/>
                </a:lnTo>
                <a:lnTo>
                  <a:pt x="862611" y="71647"/>
                </a:lnTo>
                <a:lnTo>
                  <a:pt x="862789" y="71947"/>
                </a:lnTo>
                <a:lnTo>
                  <a:pt x="862958" y="72250"/>
                </a:lnTo>
                <a:lnTo>
                  <a:pt x="863127" y="72552"/>
                </a:lnTo>
                <a:lnTo>
                  <a:pt x="863305" y="72856"/>
                </a:lnTo>
                <a:lnTo>
                  <a:pt x="863474" y="73159"/>
                </a:lnTo>
                <a:lnTo>
                  <a:pt x="863652" y="73463"/>
                </a:lnTo>
                <a:lnTo>
                  <a:pt x="863821" y="73768"/>
                </a:lnTo>
                <a:lnTo>
                  <a:pt x="863999" y="74073"/>
                </a:lnTo>
                <a:lnTo>
                  <a:pt x="864168" y="74379"/>
                </a:lnTo>
                <a:lnTo>
                  <a:pt x="864337" y="74686"/>
                </a:lnTo>
                <a:lnTo>
                  <a:pt x="864515" y="74993"/>
                </a:lnTo>
                <a:lnTo>
                  <a:pt x="864684" y="75300"/>
                </a:lnTo>
                <a:lnTo>
                  <a:pt x="864862" y="75607"/>
                </a:lnTo>
                <a:lnTo>
                  <a:pt x="865031" y="75916"/>
                </a:lnTo>
                <a:lnTo>
                  <a:pt x="865209" y="76226"/>
                </a:lnTo>
                <a:lnTo>
                  <a:pt x="865378" y="76535"/>
                </a:lnTo>
                <a:lnTo>
                  <a:pt x="865547" y="76845"/>
                </a:lnTo>
                <a:lnTo>
                  <a:pt x="865725" y="77156"/>
                </a:lnTo>
                <a:lnTo>
                  <a:pt x="865894" y="77467"/>
                </a:lnTo>
                <a:lnTo>
                  <a:pt x="866072" y="77779"/>
                </a:lnTo>
                <a:lnTo>
                  <a:pt x="866241" y="78091"/>
                </a:lnTo>
                <a:lnTo>
                  <a:pt x="866419" y="78404"/>
                </a:lnTo>
                <a:lnTo>
                  <a:pt x="866588" y="78718"/>
                </a:lnTo>
                <a:lnTo>
                  <a:pt x="866757" y="79032"/>
                </a:lnTo>
                <a:lnTo>
                  <a:pt x="866935" y="79346"/>
                </a:lnTo>
                <a:lnTo>
                  <a:pt x="867104" y="79661"/>
                </a:lnTo>
                <a:lnTo>
                  <a:pt x="867282" y="79976"/>
                </a:lnTo>
                <a:lnTo>
                  <a:pt x="867451" y="80292"/>
                </a:lnTo>
                <a:lnTo>
                  <a:pt x="867629" y="80609"/>
                </a:lnTo>
                <a:lnTo>
                  <a:pt x="867798" y="80927"/>
                </a:lnTo>
                <a:lnTo>
                  <a:pt x="867967" y="81244"/>
                </a:lnTo>
                <a:lnTo>
                  <a:pt x="868145" y="81562"/>
                </a:lnTo>
                <a:lnTo>
                  <a:pt x="868314" y="81881"/>
                </a:lnTo>
                <a:lnTo>
                  <a:pt x="868492" y="82200"/>
                </a:lnTo>
                <a:lnTo>
                  <a:pt x="868661" y="82520"/>
                </a:lnTo>
                <a:lnTo>
                  <a:pt x="868839" y="82840"/>
                </a:lnTo>
                <a:lnTo>
                  <a:pt x="869008" y="83161"/>
                </a:lnTo>
                <a:lnTo>
                  <a:pt x="869177" y="83483"/>
                </a:lnTo>
                <a:lnTo>
                  <a:pt x="869355" y="83805"/>
                </a:lnTo>
                <a:lnTo>
                  <a:pt x="869524" y="84127"/>
                </a:lnTo>
                <a:lnTo>
                  <a:pt x="869702" y="84450"/>
                </a:lnTo>
                <a:lnTo>
                  <a:pt x="869871" y="84773"/>
                </a:lnTo>
                <a:lnTo>
                  <a:pt x="870049" y="85097"/>
                </a:lnTo>
                <a:lnTo>
                  <a:pt x="870218" y="85422"/>
                </a:lnTo>
                <a:lnTo>
                  <a:pt x="870387" y="85747"/>
                </a:lnTo>
                <a:lnTo>
                  <a:pt x="870565" y="86072"/>
                </a:lnTo>
                <a:lnTo>
                  <a:pt x="870734" y="86398"/>
                </a:lnTo>
                <a:lnTo>
                  <a:pt x="870912" y="86725"/>
                </a:lnTo>
                <a:lnTo>
                  <a:pt x="871081" y="87052"/>
                </a:lnTo>
                <a:lnTo>
                  <a:pt x="871259" y="87380"/>
                </a:lnTo>
                <a:lnTo>
                  <a:pt x="871428" y="87707"/>
                </a:lnTo>
                <a:lnTo>
                  <a:pt x="871597" y="88037"/>
                </a:lnTo>
                <a:lnTo>
                  <a:pt x="871775" y="88366"/>
                </a:lnTo>
                <a:lnTo>
                  <a:pt x="871944" y="88695"/>
                </a:lnTo>
                <a:lnTo>
                  <a:pt x="872122" y="89026"/>
                </a:lnTo>
                <a:lnTo>
                  <a:pt x="872291" y="89356"/>
                </a:lnTo>
                <a:lnTo>
                  <a:pt x="872469" y="89688"/>
                </a:lnTo>
                <a:lnTo>
                  <a:pt x="872638" y="90020"/>
                </a:lnTo>
                <a:lnTo>
                  <a:pt x="872807" y="90351"/>
                </a:lnTo>
                <a:lnTo>
                  <a:pt x="872985" y="90684"/>
                </a:lnTo>
                <a:lnTo>
                  <a:pt x="873154" y="91018"/>
                </a:lnTo>
                <a:lnTo>
                  <a:pt x="873332" y="91351"/>
                </a:lnTo>
                <a:lnTo>
                  <a:pt x="873501" y="91686"/>
                </a:lnTo>
                <a:lnTo>
                  <a:pt x="873679" y="92020"/>
                </a:lnTo>
                <a:lnTo>
                  <a:pt x="873848" y="92356"/>
                </a:lnTo>
                <a:lnTo>
                  <a:pt x="874017" y="92692"/>
                </a:lnTo>
                <a:lnTo>
                  <a:pt x="874195" y="93028"/>
                </a:lnTo>
                <a:lnTo>
                  <a:pt x="874364" y="93365"/>
                </a:lnTo>
                <a:lnTo>
                  <a:pt x="874542" y="93703"/>
                </a:lnTo>
                <a:lnTo>
                  <a:pt x="874711" y="94040"/>
                </a:lnTo>
                <a:lnTo>
                  <a:pt x="874888" y="94379"/>
                </a:lnTo>
                <a:lnTo>
                  <a:pt x="875058" y="94718"/>
                </a:lnTo>
                <a:lnTo>
                  <a:pt x="875227" y="95057"/>
                </a:lnTo>
                <a:lnTo>
                  <a:pt x="875404" y="95397"/>
                </a:lnTo>
                <a:lnTo>
                  <a:pt x="875574" y="95737"/>
                </a:lnTo>
                <a:lnTo>
                  <a:pt x="875751" y="96078"/>
                </a:lnTo>
                <a:lnTo>
                  <a:pt x="875921" y="96420"/>
                </a:lnTo>
                <a:lnTo>
                  <a:pt x="876098" y="96761"/>
                </a:lnTo>
                <a:lnTo>
                  <a:pt x="876267" y="97104"/>
                </a:lnTo>
                <a:lnTo>
                  <a:pt x="876436" y="97446"/>
                </a:lnTo>
                <a:lnTo>
                  <a:pt x="876614" y="97790"/>
                </a:lnTo>
                <a:lnTo>
                  <a:pt x="876783" y="98134"/>
                </a:lnTo>
                <a:lnTo>
                  <a:pt x="876961" y="98478"/>
                </a:lnTo>
                <a:lnTo>
                  <a:pt x="877130" y="98824"/>
                </a:lnTo>
                <a:lnTo>
                  <a:pt x="877308" y="99169"/>
                </a:lnTo>
                <a:lnTo>
                  <a:pt x="877477" y="99515"/>
                </a:lnTo>
                <a:lnTo>
                  <a:pt x="877646" y="99861"/>
                </a:lnTo>
                <a:lnTo>
                  <a:pt x="877824" y="100208"/>
                </a:lnTo>
                <a:lnTo>
                  <a:pt x="877993" y="100555"/>
                </a:lnTo>
                <a:lnTo>
                  <a:pt x="878171" y="100903"/>
                </a:lnTo>
                <a:lnTo>
                  <a:pt x="878340" y="101251"/>
                </a:lnTo>
                <a:lnTo>
                  <a:pt x="878518" y="101600"/>
                </a:lnTo>
                <a:lnTo>
                  <a:pt x="878687" y="101950"/>
                </a:lnTo>
                <a:lnTo>
                  <a:pt x="878856" y="102299"/>
                </a:lnTo>
                <a:lnTo>
                  <a:pt x="879034" y="102650"/>
                </a:lnTo>
                <a:lnTo>
                  <a:pt x="879203" y="103000"/>
                </a:lnTo>
                <a:lnTo>
                  <a:pt x="879381" y="103352"/>
                </a:lnTo>
                <a:lnTo>
                  <a:pt x="879550" y="103703"/>
                </a:lnTo>
                <a:lnTo>
                  <a:pt x="879728" y="104056"/>
                </a:lnTo>
                <a:lnTo>
                  <a:pt x="879897" y="104409"/>
                </a:lnTo>
                <a:lnTo>
                  <a:pt x="880066" y="104762"/>
                </a:lnTo>
                <a:lnTo>
                  <a:pt x="880244" y="105115"/>
                </a:lnTo>
                <a:lnTo>
                  <a:pt x="880413" y="105469"/>
                </a:lnTo>
                <a:lnTo>
                  <a:pt x="880591" y="105824"/>
                </a:lnTo>
                <a:lnTo>
                  <a:pt x="880760" y="106179"/>
                </a:lnTo>
                <a:lnTo>
                  <a:pt x="880929" y="106535"/>
                </a:lnTo>
                <a:lnTo>
                  <a:pt x="881107" y="106891"/>
                </a:lnTo>
                <a:lnTo>
                  <a:pt x="881276" y="107248"/>
                </a:lnTo>
                <a:lnTo>
                  <a:pt x="881454" y="107604"/>
                </a:lnTo>
                <a:lnTo>
                  <a:pt x="881623" y="107962"/>
                </a:lnTo>
                <a:lnTo>
                  <a:pt x="881801" y="108321"/>
                </a:lnTo>
                <a:lnTo>
                  <a:pt x="881970" y="108679"/>
                </a:lnTo>
                <a:lnTo>
                  <a:pt x="882139" y="109038"/>
                </a:lnTo>
                <a:lnTo>
                  <a:pt x="882317" y="109397"/>
                </a:lnTo>
                <a:lnTo>
                  <a:pt x="882486" y="109757"/>
                </a:lnTo>
                <a:lnTo>
                  <a:pt x="882664" y="110118"/>
                </a:lnTo>
                <a:lnTo>
                  <a:pt x="882833" y="110479"/>
                </a:lnTo>
                <a:lnTo>
                  <a:pt x="883011" y="110840"/>
                </a:lnTo>
                <a:lnTo>
                  <a:pt x="883180" y="111202"/>
                </a:lnTo>
                <a:lnTo>
                  <a:pt x="883349" y="111564"/>
                </a:lnTo>
                <a:lnTo>
                  <a:pt x="883527" y="111927"/>
                </a:lnTo>
                <a:lnTo>
                  <a:pt x="883696" y="112290"/>
                </a:lnTo>
                <a:lnTo>
                  <a:pt x="883874" y="112654"/>
                </a:lnTo>
                <a:lnTo>
                  <a:pt x="884043" y="113018"/>
                </a:lnTo>
                <a:lnTo>
                  <a:pt x="884221" y="113383"/>
                </a:lnTo>
                <a:lnTo>
                  <a:pt x="884390" y="113747"/>
                </a:lnTo>
                <a:lnTo>
                  <a:pt x="884559" y="114113"/>
                </a:lnTo>
                <a:lnTo>
                  <a:pt x="884737" y="114480"/>
                </a:lnTo>
                <a:lnTo>
                  <a:pt x="884906" y="114846"/>
                </a:lnTo>
                <a:lnTo>
                  <a:pt x="885084" y="115213"/>
                </a:lnTo>
                <a:lnTo>
                  <a:pt x="885253" y="115580"/>
                </a:lnTo>
                <a:lnTo>
                  <a:pt x="885431" y="115948"/>
                </a:lnTo>
                <a:lnTo>
                  <a:pt x="885600" y="116317"/>
                </a:lnTo>
                <a:lnTo>
                  <a:pt x="885769" y="116685"/>
                </a:lnTo>
                <a:lnTo>
                  <a:pt x="885947" y="117054"/>
                </a:lnTo>
                <a:lnTo>
                  <a:pt x="886116" y="117424"/>
                </a:lnTo>
                <a:lnTo>
                  <a:pt x="886294" y="117794"/>
                </a:lnTo>
                <a:lnTo>
                  <a:pt x="886463" y="118165"/>
                </a:lnTo>
                <a:lnTo>
                  <a:pt x="886641" y="118536"/>
                </a:lnTo>
                <a:lnTo>
                  <a:pt x="886810" y="118907"/>
                </a:lnTo>
                <a:lnTo>
                  <a:pt x="886979" y="119280"/>
                </a:lnTo>
                <a:lnTo>
                  <a:pt x="887157" y="119652"/>
                </a:lnTo>
                <a:lnTo>
                  <a:pt x="887326" y="120025"/>
                </a:lnTo>
                <a:lnTo>
                  <a:pt x="887504" y="120398"/>
                </a:lnTo>
                <a:lnTo>
                  <a:pt x="887673" y="120772"/>
                </a:lnTo>
                <a:lnTo>
                  <a:pt x="887851" y="121147"/>
                </a:lnTo>
                <a:lnTo>
                  <a:pt x="888020" y="121521"/>
                </a:lnTo>
                <a:lnTo>
                  <a:pt x="888189" y="121896"/>
                </a:lnTo>
                <a:lnTo>
                  <a:pt x="888367" y="122272"/>
                </a:lnTo>
                <a:lnTo>
                  <a:pt x="888536" y="122648"/>
                </a:lnTo>
                <a:lnTo>
                  <a:pt x="888714" y="123025"/>
                </a:lnTo>
                <a:lnTo>
                  <a:pt x="888883" y="123402"/>
                </a:lnTo>
                <a:lnTo>
                  <a:pt x="889061" y="123779"/>
                </a:lnTo>
                <a:lnTo>
                  <a:pt x="889230" y="124157"/>
                </a:lnTo>
                <a:lnTo>
                  <a:pt x="889399" y="124535"/>
                </a:lnTo>
                <a:lnTo>
                  <a:pt x="889577" y="124914"/>
                </a:lnTo>
                <a:lnTo>
                  <a:pt x="889746" y="125293"/>
                </a:lnTo>
                <a:lnTo>
                  <a:pt x="889924" y="125673"/>
                </a:lnTo>
                <a:lnTo>
                  <a:pt x="890092" y="126053"/>
                </a:lnTo>
                <a:lnTo>
                  <a:pt x="890270" y="126434"/>
                </a:lnTo>
                <a:lnTo>
                  <a:pt x="890439" y="126815"/>
                </a:lnTo>
                <a:lnTo>
                  <a:pt x="890609" y="127196"/>
                </a:lnTo>
                <a:lnTo>
                  <a:pt x="890786" y="127579"/>
                </a:lnTo>
                <a:lnTo>
                  <a:pt x="890956" y="127960"/>
                </a:lnTo>
                <a:lnTo>
                  <a:pt x="891133" y="128344"/>
                </a:lnTo>
                <a:lnTo>
                  <a:pt x="891303" y="128726"/>
                </a:lnTo>
                <a:lnTo>
                  <a:pt x="891480" y="129111"/>
                </a:lnTo>
                <a:lnTo>
                  <a:pt x="891649" y="129494"/>
                </a:lnTo>
                <a:lnTo>
                  <a:pt x="891818" y="129878"/>
                </a:lnTo>
                <a:lnTo>
                  <a:pt x="891996" y="130264"/>
                </a:lnTo>
                <a:lnTo>
                  <a:pt x="892165" y="130649"/>
                </a:lnTo>
                <a:lnTo>
                  <a:pt x="892343" y="131035"/>
                </a:lnTo>
                <a:lnTo>
                  <a:pt x="892512" y="131421"/>
                </a:lnTo>
                <a:lnTo>
                  <a:pt x="892690" y="131808"/>
                </a:lnTo>
                <a:lnTo>
                  <a:pt x="892859" y="132195"/>
                </a:lnTo>
                <a:lnTo>
                  <a:pt x="893028" y="132583"/>
                </a:lnTo>
                <a:lnTo>
                  <a:pt x="893206" y="132971"/>
                </a:lnTo>
                <a:lnTo>
                  <a:pt x="893375" y="133359"/>
                </a:lnTo>
                <a:lnTo>
                  <a:pt x="893553" y="133747"/>
                </a:lnTo>
                <a:lnTo>
                  <a:pt x="893722" y="134137"/>
                </a:lnTo>
                <a:lnTo>
                  <a:pt x="893900" y="134527"/>
                </a:lnTo>
                <a:lnTo>
                  <a:pt x="894069" y="134917"/>
                </a:lnTo>
                <a:lnTo>
                  <a:pt x="894238" y="135308"/>
                </a:lnTo>
                <a:lnTo>
                  <a:pt x="894416" y="135698"/>
                </a:lnTo>
                <a:lnTo>
                  <a:pt x="894585" y="136090"/>
                </a:lnTo>
                <a:lnTo>
                  <a:pt x="894763" y="136481"/>
                </a:lnTo>
                <a:lnTo>
                  <a:pt x="894932" y="136874"/>
                </a:lnTo>
                <a:lnTo>
                  <a:pt x="895110" y="137267"/>
                </a:lnTo>
                <a:lnTo>
                  <a:pt x="895279" y="137660"/>
                </a:lnTo>
                <a:lnTo>
                  <a:pt x="895448" y="138053"/>
                </a:lnTo>
                <a:lnTo>
                  <a:pt x="895626" y="138447"/>
                </a:lnTo>
                <a:lnTo>
                  <a:pt x="895795" y="138842"/>
                </a:lnTo>
                <a:lnTo>
                  <a:pt x="895973" y="139237"/>
                </a:lnTo>
                <a:lnTo>
                  <a:pt x="896142" y="139632"/>
                </a:lnTo>
                <a:lnTo>
                  <a:pt x="896320" y="140027"/>
                </a:lnTo>
                <a:lnTo>
                  <a:pt x="896489" y="140423"/>
                </a:lnTo>
                <a:lnTo>
                  <a:pt x="896658" y="140819"/>
                </a:lnTo>
                <a:lnTo>
                  <a:pt x="896836" y="141216"/>
                </a:lnTo>
                <a:lnTo>
                  <a:pt x="897005" y="141614"/>
                </a:lnTo>
                <a:lnTo>
                  <a:pt x="897183" y="142011"/>
                </a:lnTo>
                <a:lnTo>
                  <a:pt x="897352" y="142409"/>
                </a:lnTo>
                <a:lnTo>
                  <a:pt x="897530" y="142808"/>
                </a:lnTo>
                <a:lnTo>
                  <a:pt x="897699" y="143207"/>
                </a:lnTo>
                <a:lnTo>
                  <a:pt x="897868" y="143607"/>
                </a:lnTo>
                <a:lnTo>
                  <a:pt x="898046" y="144006"/>
                </a:lnTo>
                <a:lnTo>
                  <a:pt x="898215" y="144406"/>
                </a:lnTo>
                <a:lnTo>
                  <a:pt x="898393" y="144807"/>
                </a:lnTo>
                <a:lnTo>
                  <a:pt x="898562" y="145208"/>
                </a:lnTo>
                <a:lnTo>
                  <a:pt x="898740" y="145609"/>
                </a:lnTo>
                <a:lnTo>
                  <a:pt x="898909" y="146011"/>
                </a:lnTo>
                <a:lnTo>
                  <a:pt x="899078" y="146413"/>
                </a:lnTo>
                <a:lnTo>
                  <a:pt x="899256" y="146815"/>
                </a:lnTo>
                <a:lnTo>
                  <a:pt x="899425" y="147218"/>
                </a:lnTo>
                <a:lnTo>
                  <a:pt x="899603" y="147622"/>
                </a:lnTo>
                <a:lnTo>
                  <a:pt x="899772" y="148026"/>
                </a:lnTo>
                <a:lnTo>
                  <a:pt x="899941" y="148430"/>
                </a:lnTo>
                <a:lnTo>
                  <a:pt x="900119" y="148835"/>
                </a:lnTo>
                <a:lnTo>
                  <a:pt x="900288" y="149240"/>
                </a:lnTo>
                <a:lnTo>
                  <a:pt x="900466" y="149645"/>
                </a:lnTo>
                <a:lnTo>
                  <a:pt x="900635" y="150051"/>
                </a:lnTo>
                <a:lnTo>
                  <a:pt x="900813" y="150457"/>
                </a:lnTo>
                <a:lnTo>
                  <a:pt x="900982" y="150863"/>
                </a:lnTo>
                <a:lnTo>
                  <a:pt x="901151" y="151271"/>
                </a:lnTo>
                <a:lnTo>
                  <a:pt x="901329" y="151678"/>
                </a:lnTo>
                <a:lnTo>
                  <a:pt x="901498" y="152086"/>
                </a:lnTo>
                <a:lnTo>
                  <a:pt x="901676" y="152494"/>
                </a:lnTo>
                <a:lnTo>
                  <a:pt x="901845" y="152902"/>
                </a:lnTo>
                <a:lnTo>
                  <a:pt x="902023" y="153312"/>
                </a:lnTo>
                <a:lnTo>
                  <a:pt x="902192" y="153721"/>
                </a:lnTo>
                <a:lnTo>
                  <a:pt x="902361" y="154131"/>
                </a:lnTo>
                <a:lnTo>
                  <a:pt x="902539" y="154541"/>
                </a:lnTo>
                <a:lnTo>
                  <a:pt x="902708" y="154951"/>
                </a:lnTo>
                <a:lnTo>
                  <a:pt x="902886" y="155362"/>
                </a:lnTo>
                <a:lnTo>
                  <a:pt x="903055" y="155774"/>
                </a:lnTo>
                <a:lnTo>
                  <a:pt x="903233" y="156185"/>
                </a:lnTo>
                <a:lnTo>
                  <a:pt x="903402" y="156598"/>
                </a:lnTo>
                <a:lnTo>
                  <a:pt x="903571" y="157010"/>
                </a:lnTo>
                <a:lnTo>
                  <a:pt x="903749" y="157423"/>
                </a:lnTo>
                <a:lnTo>
                  <a:pt x="903918" y="157836"/>
                </a:lnTo>
                <a:lnTo>
                  <a:pt x="904095" y="158250"/>
                </a:lnTo>
                <a:lnTo>
                  <a:pt x="904265" y="158664"/>
                </a:lnTo>
                <a:lnTo>
                  <a:pt x="904442" y="159078"/>
                </a:lnTo>
                <a:lnTo>
                  <a:pt x="904612" y="159493"/>
                </a:lnTo>
                <a:lnTo>
                  <a:pt x="904781" y="159908"/>
                </a:lnTo>
                <a:lnTo>
                  <a:pt x="904959" y="160324"/>
                </a:lnTo>
                <a:lnTo>
                  <a:pt x="905128" y="160740"/>
                </a:lnTo>
                <a:lnTo>
                  <a:pt x="905306" y="161157"/>
                </a:lnTo>
                <a:lnTo>
                  <a:pt x="905474" y="161573"/>
                </a:lnTo>
                <a:lnTo>
                  <a:pt x="905652" y="161990"/>
                </a:lnTo>
                <a:lnTo>
                  <a:pt x="905821" y="162407"/>
                </a:lnTo>
                <a:lnTo>
                  <a:pt x="905990" y="162826"/>
                </a:lnTo>
                <a:lnTo>
                  <a:pt x="906168" y="163244"/>
                </a:lnTo>
                <a:lnTo>
                  <a:pt x="906337" y="163662"/>
                </a:lnTo>
                <a:lnTo>
                  <a:pt x="906515" y="164081"/>
                </a:lnTo>
                <a:lnTo>
                  <a:pt x="906684" y="164500"/>
                </a:lnTo>
                <a:lnTo>
                  <a:pt x="906862" y="164920"/>
                </a:lnTo>
                <a:lnTo>
                  <a:pt x="907031" y="165340"/>
                </a:lnTo>
                <a:lnTo>
                  <a:pt x="907200" y="165760"/>
                </a:lnTo>
                <a:lnTo>
                  <a:pt x="907378" y="166181"/>
                </a:lnTo>
                <a:lnTo>
                  <a:pt x="907547" y="166602"/>
                </a:lnTo>
                <a:lnTo>
                  <a:pt x="907725" y="167024"/>
                </a:lnTo>
                <a:lnTo>
                  <a:pt x="907894" y="167446"/>
                </a:lnTo>
                <a:lnTo>
                  <a:pt x="908072" y="167868"/>
                </a:lnTo>
                <a:lnTo>
                  <a:pt x="908241" y="168291"/>
                </a:lnTo>
                <a:lnTo>
                  <a:pt x="908410" y="168714"/>
                </a:lnTo>
                <a:lnTo>
                  <a:pt x="908588" y="169138"/>
                </a:lnTo>
                <a:lnTo>
                  <a:pt x="908757" y="169561"/>
                </a:lnTo>
                <a:lnTo>
                  <a:pt x="908935" y="169985"/>
                </a:lnTo>
                <a:lnTo>
                  <a:pt x="909104" y="170410"/>
                </a:lnTo>
                <a:lnTo>
                  <a:pt x="909282" y="170834"/>
                </a:lnTo>
                <a:lnTo>
                  <a:pt x="909451" y="171259"/>
                </a:lnTo>
                <a:lnTo>
                  <a:pt x="909620" y="171685"/>
                </a:lnTo>
                <a:lnTo>
                  <a:pt x="909798" y="172111"/>
                </a:lnTo>
                <a:lnTo>
                  <a:pt x="909967" y="172537"/>
                </a:lnTo>
                <a:lnTo>
                  <a:pt x="910145" y="172964"/>
                </a:lnTo>
                <a:lnTo>
                  <a:pt x="910314" y="173391"/>
                </a:lnTo>
                <a:lnTo>
                  <a:pt x="910492" y="173818"/>
                </a:lnTo>
                <a:lnTo>
                  <a:pt x="910661" y="174246"/>
                </a:lnTo>
                <a:lnTo>
                  <a:pt x="910830" y="174674"/>
                </a:lnTo>
                <a:lnTo>
                  <a:pt x="911008" y="175103"/>
                </a:lnTo>
                <a:lnTo>
                  <a:pt x="911177" y="175531"/>
                </a:lnTo>
                <a:lnTo>
                  <a:pt x="911355" y="175960"/>
                </a:lnTo>
                <a:lnTo>
                  <a:pt x="911524" y="176390"/>
                </a:lnTo>
                <a:lnTo>
                  <a:pt x="911702" y="176820"/>
                </a:lnTo>
                <a:lnTo>
                  <a:pt x="911871" y="177250"/>
                </a:lnTo>
                <a:lnTo>
                  <a:pt x="912040" y="177680"/>
                </a:lnTo>
                <a:lnTo>
                  <a:pt x="912218" y="178111"/>
                </a:lnTo>
                <a:lnTo>
                  <a:pt x="912387" y="178543"/>
                </a:lnTo>
                <a:lnTo>
                  <a:pt x="912565" y="178974"/>
                </a:lnTo>
                <a:lnTo>
                  <a:pt x="912734" y="179406"/>
                </a:lnTo>
                <a:lnTo>
                  <a:pt x="912912" y="179838"/>
                </a:lnTo>
                <a:lnTo>
                  <a:pt x="913081" y="180271"/>
                </a:lnTo>
                <a:lnTo>
                  <a:pt x="913250" y="180704"/>
                </a:lnTo>
                <a:lnTo>
                  <a:pt x="913428" y="181137"/>
                </a:lnTo>
                <a:lnTo>
                  <a:pt x="913597" y="181570"/>
                </a:lnTo>
                <a:lnTo>
                  <a:pt x="913775" y="182004"/>
                </a:lnTo>
                <a:lnTo>
                  <a:pt x="913944" y="182439"/>
                </a:lnTo>
                <a:lnTo>
                  <a:pt x="914122" y="182874"/>
                </a:lnTo>
                <a:lnTo>
                  <a:pt x="914291" y="183309"/>
                </a:lnTo>
                <a:lnTo>
                  <a:pt x="914460" y="183744"/>
                </a:lnTo>
                <a:lnTo>
                  <a:pt x="914638" y="184180"/>
                </a:lnTo>
                <a:lnTo>
                  <a:pt x="914807" y="184616"/>
                </a:lnTo>
                <a:lnTo>
                  <a:pt x="914985" y="185052"/>
                </a:lnTo>
                <a:lnTo>
                  <a:pt x="915154" y="185488"/>
                </a:lnTo>
                <a:lnTo>
                  <a:pt x="915332" y="185926"/>
                </a:lnTo>
                <a:lnTo>
                  <a:pt x="915501" y="186363"/>
                </a:lnTo>
                <a:lnTo>
                  <a:pt x="915670" y="186801"/>
                </a:lnTo>
                <a:lnTo>
                  <a:pt x="915848" y="187239"/>
                </a:lnTo>
                <a:lnTo>
                  <a:pt x="916017" y="187677"/>
                </a:lnTo>
                <a:lnTo>
                  <a:pt x="916195" y="188116"/>
                </a:lnTo>
                <a:lnTo>
                  <a:pt x="916364" y="188555"/>
                </a:lnTo>
                <a:lnTo>
                  <a:pt x="916542" y="188994"/>
                </a:lnTo>
                <a:lnTo>
                  <a:pt x="916711" y="189434"/>
                </a:lnTo>
                <a:lnTo>
                  <a:pt x="916880" y="189874"/>
                </a:lnTo>
                <a:lnTo>
                  <a:pt x="917058" y="190315"/>
                </a:lnTo>
                <a:lnTo>
                  <a:pt x="917227" y="190755"/>
                </a:lnTo>
                <a:lnTo>
                  <a:pt x="917405" y="191196"/>
                </a:lnTo>
                <a:lnTo>
                  <a:pt x="917574" y="191638"/>
                </a:lnTo>
                <a:lnTo>
                  <a:pt x="917752" y="192079"/>
                </a:lnTo>
                <a:lnTo>
                  <a:pt x="917921" y="192521"/>
                </a:lnTo>
                <a:lnTo>
                  <a:pt x="918090" y="192963"/>
                </a:lnTo>
                <a:lnTo>
                  <a:pt x="918268" y="193406"/>
                </a:lnTo>
                <a:lnTo>
                  <a:pt x="918437" y="193849"/>
                </a:lnTo>
                <a:lnTo>
                  <a:pt x="918615" y="194292"/>
                </a:lnTo>
                <a:lnTo>
                  <a:pt x="918784" y="194736"/>
                </a:lnTo>
                <a:lnTo>
                  <a:pt x="918953" y="195180"/>
                </a:lnTo>
                <a:lnTo>
                  <a:pt x="919131" y="195624"/>
                </a:lnTo>
                <a:lnTo>
                  <a:pt x="919300" y="196069"/>
                </a:lnTo>
                <a:lnTo>
                  <a:pt x="919477" y="196514"/>
                </a:lnTo>
                <a:lnTo>
                  <a:pt x="919647" y="196959"/>
                </a:lnTo>
                <a:lnTo>
                  <a:pt x="919824" y="197404"/>
                </a:lnTo>
                <a:lnTo>
                  <a:pt x="919994" y="197850"/>
                </a:lnTo>
                <a:lnTo>
                  <a:pt x="920163" y="198296"/>
                </a:lnTo>
                <a:lnTo>
                  <a:pt x="920340" y="198742"/>
                </a:lnTo>
                <a:lnTo>
                  <a:pt x="920510" y="199189"/>
                </a:lnTo>
                <a:lnTo>
                  <a:pt x="920687" y="199636"/>
                </a:lnTo>
                <a:lnTo>
                  <a:pt x="920856" y="200084"/>
                </a:lnTo>
                <a:lnTo>
                  <a:pt x="921034" y="200531"/>
                </a:lnTo>
                <a:lnTo>
                  <a:pt x="921203" y="200979"/>
                </a:lnTo>
                <a:lnTo>
                  <a:pt x="921372" y="201427"/>
                </a:lnTo>
                <a:lnTo>
                  <a:pt x="921550" y="201876"/>
                </a:lnTo>
                <a:lnTo>
                  <a:pt x="921719" y="202325"/>
                </a:lnTo>
                <a:lnTo>
                  <a:pt x="921897" y="202774"/>
                </a:lnTo>
                <a:lnTo>
                  <a:pt x="922066" y="203224"/>
                </a:lnTo>
                <a:lnTo>
                  <a:pt x="922244" y="203674"/>
                </a:lnTo>
                <a:lnTo>
                  <a:pt x="922413" y="204124"/>
                </a:lnTo>
                <a:lnTo>
                  <a:pt x="922582" y="204574"/>
                </a:lnTo>
                <a:lnTo>
                  <a:pt x="922760" y="205025"/>
                </a:lnTo>
                <a:lnTo>
                  <a:pt x="922929" y="205476"/>
                </a:lnTo>
                <a:lnTo>
                  <a:pt x="923107" y="205928"/>
                </a:lnTo>
                <a:lnTo>
                  <a:pt x="923276" y="206379"/>
                </a:lnTo>
                <a:lnTo>
                  <a:pt x="923454" y="206831"/>
                </a:lnTo>
                <a:lnTo>
                  <a:pt x="923623" y="207284"/>
                </a:lnTo>
                <a:lnTo>
                  <a:pt x="923792" y="207736"/>
                </a:lnTo>
                <a:lnTo>
                  <a:pt x="923970" y="208189"/>
                </a:lnTo>
                <a:lnTo>
                  <a:pt x="924139" y="208642"/>
                </a:lnTo>
                <a:lnTo>
                  <a:pt x="924317" y="209095"/>
                </a:lnTo>
                <a:lnTo>
                  <a:pt x="924486" y="209549"/>
                </a:lnTo>
                <a:lnTo>
                  <a:pt x="924664" y="210003"/>
                </a:lnTo>
                <a:lnTo>
                  <a:pt x="924833" y="210457"/>
                </a:lnTo>
                <a:lnTo>
                  <a:pt x="925002" y="210912"/>
                </a:lnTo>
                <a:lnTo>
                  <a:pt x="925180" y="211367"/>
                </a:lnTo>
                <a:lnTo>
                  <a:pt x="925349" y="211822"/>
                </a:lnTo>
                <a:lnTo>
                  <a:pt x="925527" y="212277"/>
                </a:lnTo>
                <a:lnTo>
                  <a:pt x="925696" y="212734"/>
                </a:lnTo>
                <a:lnTo>
                  <a:pt x="925874" y="213189"/>
                </a:lnTo>
                <a:lnTo>
                  <a:pt x="926043" y="213646"/>
                </a:lnTo>
                <a:lnTo>
                  <a:pt x="926212" y="214103"/>
                </a:lnTo>
                <a:lnTo>
                  <a:pt x="926390" y="214559"/>
                </a:lnTo>
                <a:lnTo>
                  <a:pt x="926559" y="215017"/>
                </a:lnTo>
                <a:lnTo>
                  <a:pt x="926737" y="215475"/>
                </a:lnTo>
                <a:lnTo>
                  <a:pt x="926906" y="215932"/>
                </a:lnTo>
                <a:lnTo>
                  <a:pt x="927084" y="216390"/>
                </a:lnTo>
                <a:lnTo>
                  <a:pt x="927253" y="216848"/>
                </a:lnTo>
                <a:lnTo>
                  <a:pt x="927422" y="217307"/>
                </a:lnTo>
                <a:lnTo>
                  <a:pt x="927600" y="217766"/>
                </a:lnTo>
                <a:lnTo>
                  <a:pt x="927769" y="218225"/>
                </a:lnTo>
                <a:lnTo>
                  <a:pt x="927947" y="218685"/>
                </a:lnTo>
                <a:lnTo>
                  <a:pt x="928116" y="219144"/>
                </a:lnTo>
                <a:lnTo>
                  <a:pt x="928294" y="219604"/>
                </a:lnTo>
                <a:lnTo>
                  <a:pt x="928463" y="220065"/>
                </a:lnTo>
                <a:lnTo>
                  <a:pt x="928632" y="220525"/>
                </a:lnTo>
                <a:lnTo>
                  <a:pt x="928810" y="220987"/>
                </a:lnTo>
                <a:lnTo>
                  <a:pt x="928979" y="221448"/>
                </a:lnTo>
                <a:lnTo>
                  <a:pt x="929157" y="221910"/>
                </a:lnTo>
                <a:lnTo>
                  <a:pt x="929326" y="222371"/>
                </a:lnTo>
                <a:lnTo>
                  <a:pt x="929504" y="222833"/>
                </a:lnTo>
                <a:lnTo>
                  <a:pt x="929673" y="223295"/>
                </a:lnTo>
                <a:lnTo>
                  <a:pt x="929842" y="223757"/>
                </a:lnTo>
                <a:lnTo>
                  <a:pt x="930020" y="224221"/>
                </a:lnTo>
                <a:lnTo>
                  <a:pt x="930189" y="224683"/>
                </a:lnTo>
                <a:lnTo>
                  <a:pt x="930367" y="225147"/>
                </a:lnTo>
                <a:lnTo>
                  <a:pt x="930536" y="225610"/>
                </a:lnTo>
                <a:lnTo>
                  <a:pt x="930714" y="226074"/>
                </a:lnTo>
                <a:lnTo>
                  <a:pt x="930883" y="226538"/>
                </a:lnTo>
                <a:lnTo>
                  <a:pt x="931052" y="227003"/>
                </a:lnTo>
                <a:lnTo>
                  <a:pt x="931230" y="227467"/>
                </a:lnTo>
                <a:lnTo>
                  <a:pt x="931399" y="227932"/>
                </a:lnTo>
                <a:lnTo>
                  <a:pt x="931577" y="228398"/>
                </a:lnTo>
                <a:lnTo>
                  <a:pt x="931746" y="228863"/>
                </a:lnTo>
                <a:lnTo>
                  <a:pt x="931924" y="229329"/>
                </a:lnTo>
                <a:lnTo>
                  <a:pt x="932093" y="229795"/>
                </a:lnTo>
                <a:lnTo>
                  <a:pt x="932262" y="230261"/>
                </a:lnTo>
                <a:lnTo>
                  <a:pt x="932440" y="230728"/>
                </a:lnTo>
                <a:lnTo>
                  <a:pt x="932609" y="231195"/>
                </a:lnTo>
                <a:lnTo>
                  <a:pt x="932787" y="231662"/>
                </a:lnTo>
                <a:lnTo>
                  <a:pt x="932956" y="232129"/>
                </a:lnTo>
                <a:lnTo>
                  <a:pt x="933134" y="232596"/>
                </a:lnTo>
                <a:lnTo>
                  <a:pt x="933303" y="233064"/>
                </a:lnTo>
                <a:lnTo>
                  <a:pt x="933472" y="233532"/>
                </a:lnTo>
                <a:lnTo>
                  <a:pt x="933650" y="234001"/>
                </a:lnTo>
                <a:lnTo>
                  <a:pt x="933819" y="234470"/>
                </a:lnTo>
                <a:lnTo>
                  <a:pt x="933997" y="234938"/>
                </a:lnTo>
                <a:lnTo>
                  <a:pt x="934166" y="235407"/>
                </a:lnTo>
                <a:lnTo>
                  <a:pt x="934343" y="235876"/>
                </a:lnTo>
                <a:lnTo>
                  <a:pt x="934513" y="236346"/>
                </a:lnTo>
                <a:lnTo>
                  <a:pt x="934681" y="236816"/>
                </a:lnTo>
                <a:lnTo>
                  <a:pt x="934859" y="237286"/>
                </a:lnTo>
                <a:lnTo>
                  <a:pt x="935028" y="237756"/>
                </a:lnTo>
                <a:lnTo>
                  <a:pt x="935206" y="238226"/>
                </a:lnTo>
                <a:lnTo>
                  <a:pt x="935375" y="238698"/>
                </a:lnTo>
                <a:lnTo>
                  <a:pt x="935553" y="239169"/>
                </a:lnTo>
                <a:lnTo>
                  <a:pt x="935722" y="239640"/>
                </a:lnTo>
                <a:lnTo>
                  <a:pt x="935892" y="240112"/>
                </a:lnTo>
                <a:lnTo>
                  <a:pt x="936069" y="240583"/>
                </a:lnTo>
                <a:lnTo>
                  <a:pt x="936238" y="241056"/>
                </a:lnTo>
                <a:lnTo>
                  <a:pt x="936416" y="241528"/>
                </a:lnTo>
                <a:lnTo>
                  <a:pt x="936585" y="242000"/>
                </a:lnTo>
                <a:lnTo>
                  <a:pt x="936763" y="242473"/>
                </a:lnTo>
                <a:lnTo>
                  <a:pt x="936932" y="242946"/>
                </a:lnTo>
                <a:lnTo>
                  <a:pt x="937101" y="243419"/>
                </a:lnTo>
                <a:lnTo>
                  <a:pt x="937279" y="243893"/>
                </a:lnTo>
                <a:lnTo>
                  <a:pt x="937448" y="244367"/>
                </a:lnTo>
                <a:lnTo>
                  <a:pt x="937626" y="244841"/>
                </a:lnTo>
                <a:lnTo>
                  <a:pt x="937795" y="245315"/>
                </a:lnTo>
                <a:lnTo>
                  <a:pt x="937964" y="245789"/>
                </a:lnTo>
                <a:lnTo>
                  <a:pt x="938142" y="246264"/>
                </a:lnTo>
                <a:lnTo>
                  <a:pt x="938311" y="246739"/>
                </a:lnTo>
                <a:lnTo>
                  <a:pt x="938489" y="247215"/>
                </a:lnTo>
                <a:lnTo>
                  <a:pt x="938658" y="247690"/>
                </a:lnTo>
                <a:lnTo>
                  <a:pt x="938836" y="248165"/>
                </a:lnTo>
                <a:lnTo>
                  <a:pt x="939005" y="248641"/>
                </a:lnTo>
                <a:lnTo>
                  <a:pt x="939174" y="249118"/>
                </a:lnTo>
                <a:lnTo>
                  <a:pt x="939352" y="249593"/>
                </a:lnTo>
                <a:lnTo>
                  <a:pt x="939521" y="250070"/>
                </a:lnTo>
                <a:lnTo>
                  <a:pt x="939699" y="250547"/>
                </a:lnTo>
                <a:lnTo>
                  <a:pt x="939868" y="251024"/>
                </a:lnTo>
                <a:lnTo>
                  <a:pt x="940046" y="251501"/>
                </a:lnTo>
                <a:lnTo>
                  <a:pt x="940215" y="251979"/>
                </a:lnTo>
                <a:lnTo>
                  <a:pt x="940384" y="252456"/>
                </a:lnTo>
                <a:lnTo>
                  <a:pt x="940562" y="252934"/>
                </a:lnTo>
                <a:lnTo>
                  <a:pt x="940731" y="253412"/>
                </a:lnTo>
                <a:lnTo>
                  <a:pt x="940909" y="253890"/>
                </a:lnTo>
                <a:lnTo>
                  <a:pt x="941078" y="254369"/>
                </a:lnTo>
                <a:lnTo>
                  <a:pt x="941256" y="254848"/>
                </a:lnTo>
                <a:lnTo>
                  <a:pt x="941425" y="255327"/>
                </a:lnTo>
                <a:lnTo>
                  <a:pt x="941594" y="255806"/>
                </a:lnTo>
                <a:lnTo>
                  <a:pt x="941772" y="256285"/>
                </a:lnTo>
                <a:lnTo>
                  <a:pt x="941941" y="256766"/>
                </a:lnTo>
                <a:lnTo>
                  <a:pt x="942119" y="257245"/>
                </a:lnTo>
                <a:lnTo>
                  <a:pt x="942288" y="257726"/>
                </a:lnTo>
                <a:lnTo>
                  <a:pt x="942466" y="258206"/>
                </a:lnTo>
                <a:lnTo>
                  <a:pt x="942635" y="258687"/>
                </a:lnTo>
                <a:lnTo>
                  <a:pt x="942804" y="259167"/>
                </a:lnTo>
                <a:lnTo>
                  <a:pt x="942982" y="259648"/>
                </a:lnTo>
                <a:lnTo>
                  <a:pt x="943151" y="260130"/>
                </a:lnTo>
                <a:lnTo>
                  <a:pt x="943329" y="260611"/>
                </a:lnTo>
                <a:lnTo>
                  <a:pt x="943498" y="261092"/>
                </a:lnTo>
                <a:lnTo>
                  <a:pt x="943676" y="261574"/>
                </a:lnTo>
                <a:lnTo>
                  <a:pt x="943845" y="262057"/>
                </a:lnTo>
                <a:lnTo>
                  <a:pt x="944014" y="262539"/>
                </a:lnTo>
                <a:lnTo>
                  <a:pt x="944192" y="263021"/>
                </a:lnTo>
                <a:lnTo>
                  <a:pt x="944361" y="263504"/>
                </a:lnTo>
                <a:lnTo>
                  <a:pt x="944539" y="263986"/>
                </a:lnTo>
                <a:lnTo>
                  <a:pt x="944708" y="264469"/>
                </a:lnTo>
                <a:lnTo>
                  <a:pt x="944886" y="264953"/>
                </a:lnTo>
                <a:lnTo>
                  <a:pt x="945055" y="265436"/>
                </a:lnTo>
                <a:lnTo>
                  <a:pt x="945224" y="265920"/>
                </a:lnTo>
                <a:lnTo>
                  <a:pt x="945402" y="266404"/>
                </a:lnTo>
                <a:lnTo>
                  <a:pt x="945571" y="266888"/>
                </a:lnTo>
                <a:lnTo>
                  <a:pt x="945749" y="267372"/>
                </a:lnTo>
                <a:lnTo>
                  <a:pt x="945918" y="267857"/>
                </a:lnTo>
                <a:lnTo>
                  <a:pt x="946096" y="268342"/>
                </a:lnTo>
                <a:lnTo>
                  <a:pt x="946265" y="268827"/>
                </a:lnTo>
                <a:lnTo>
                  <a:pt x="946434" y="269312"/>
                </a:lnTo>
                <a:lnTo>
                  <a:pt x="946612" y="269797"/>
                </a:lnTo>
                <a:lnTo>
                  <a:pt x="946781" y="270282"/>
                </a:lnTo>
                <a:lnTo>
                  <a:pt x="946959" y="270768"/>
                </a:lnTo>
                <a:lnTo>
                  <a:pt x="947128" y="271254"/>
                </a:lnTo>
                <a:lnTo>
                  <a:pt x="947306" y="271740"/>
                </a:lnTo>
                <a:lnTo>
                  <a:pt x="947475" y="272226"/>
                </a:lnTo>
                <a:lnTo>
                  <a:pt x="947644" y="272713"/>
                </a:lnTo>
                <a:lnTo>
                  <a:pt x="947822" y="273199"/>
                </a:lnTo>
                <a:lnTo>
                  <a:pt x="947991" y="273687"/>
                </a:lnTo>
                <a:lnTo>
                  <a:pt x="948169" y="274173"/>
                </a:lnTo>
                <a:lnTo>
                  <a:pt x="948338" y="274661"/>
                </a:lnTo>
                <a:lnTo>
                  <a:pt x="948516" y="275149"/>
                </a:lnTo>
                <a:lnTo>
                  <a:pt x="948685" y="275636"/>
                </a:lnTo>
                <a:lnTo>
                  <a:pt x="948854" y="276124"/>
                </a:lnTo>
                <a:lnTo>
                  <a:pt x="949031" y="276612"/>
                </a:lnTo>
                <a:lnTo>
                  <a:pt x="949201" y="277100"/>
                </a:lnTo>
                <a:lnTo>
                  <a:pt x="949378" y="277588"/>
                </a:lnTo>
                <a:lnTo>
                  <a:pt x="949548" y="278077"/>
                </a:lnTo>
                <a:lnTo>
                  <a:pt x="949725" y="278566"/>
                </a:lnTo>
                <a:lnTo>
                  <a:pt x="949895" y="279055"/>
                </a:lnTo>
                <a:lnTo>
                  <a:pt x="950063" y="279543"/>
                </a:lnTo>
                <a:lnTo>
                  <a:pt x="950241" y="280033"/>
                </a:lnTo>
                <a:lnTo>
                  <a:pt x="950410" y="280523"/>
                </a:lnTo>
                <a:lnTo>
                  <a:pt x="950588" y="281012"/>
                </a:lnTo>
                <a:lnTo>
                  <a:pt x="950757" y="281502"/>
                </a:lnTo>
                <a:lnTo>
                  <a:pt x="950935" y="281992"/>
                </a:lnTo>
                <a:lnTo>
                  <a:pt x="951104" y="282483"/>
                </a:lnTo>
                <a:lnTo>
                  <a:pt x="951273" y="282973"/>
                </a:lnTo>
                <a:lnTo>
                  <a:pt x="951451" y="283463"/>
                </a:lnTo>
                <a:lnTo>
                  <a:pt x="951620" y="283954"/>
                </a:lnTo>
                <a:lnTo>
                  <a:pt x="951798" y="284445"/>
                </a:lnTo>
                <a:lnTo>
                  <a:pt x="951967" y="284936"/>
                </a:lnTo>
                <a:lnTo>
                  <a:pt x="952145" y="285427"/>
                </a:lnTo>
                <a:lnTo>
                  <a:pt x="952314" y="285919"/>
                </a:lnTo>
                <a:lnTo>
                  <a:pt x="952483" y="286411"/>
                </a:lnTo>
                <a:lnTo>
                  <a:pt x="952661" y="286903"/>
                </a:lnTo>
                <a:lnTo>
                  <a:pt x="952830" y="287395"/>
                </a:lnTo>
                <a:lnTo>
                  <a:pt x="953008" y="287886"/>
                </a:lnTo>
                <a:lnTo>
                  <a:pt x="953177" y="288378"/>
                </a:lnTo>
                <a:lnTo>
                  <a:pt x="953355" y="288871"/>
                </a:lnTo>
                <a:lnTo>
                  <a:pt x="953524" y="289364"/>
                </a:lnTo>
                <a:lnTo>
                  <a:pt x="953693" y="289856"/>
                </a:lnTo>
                <a:lnTo>
                  <a:pt x="953871" y="290350"/>
                </a:lnTo>
                <a:lnTo>
                  <a:pt x="954040" y="290843"/>
                </a:lnTo>
                <a:lnTo>
                  <a:pt x="954218" y="291336"/>
                </a:lnTo>
                <a:lnTo>
                  <a:pt x="954387" y="291829"/>
                </a:lnTo>
                <a:lnTo>
                  <a:pt x="954565" y="292323"/>
                </a:lnTo>
                <a:lnTo>
                  <a:pt x="954734" y="292817"/>
                </a:lnTo>
                <a:lnTo>
                  <a:pt x="954903" y="293311"/>
                </a:lnTo>
                <a:lnTo>
                  <a:pt x="955081" y="293805"/>
                </a:lnTo>
                <a:lnTo>
                  <a:pt x="955250" y="294299"/>
                </a:lnTo>
                <a:lnTo>
                  <a:pt x="955428" y="294794"/>
                </a:lnTo>
                <a:lnTo>
                  <a:pt x="955597" y="295288"/>
                </a:lnTo>
                <a:lnTo>
                  <a:pt x="955775" y="295783"/>
                </a:lnTo>
                <a:lnTo>
                  <a:pt x="955944" y="296278"/>
                </a:lnTo>
                <a:lnTo>
                  <a:pt x="956113" y="296773"/>
                </a:lnTo>
                <a:lnTo>
                  <a:pt x="956291" y="297269"/>
                </a:lnTo>
                <a:lnTo>
                  <a:pt x="956460" y="297764"/>
                </a:lnTo>
                <a:lnTo>
                  <a:pt x="956638" y="298260"/>
                </a:lnTo>
                <a:lnTo>
                  <a:pt x="956807" y="298755"/>
                </a:lnTo>
                <a:lnTo>
                  <a:pt x="956976" y="299251"/>
                </a:lnTo>
                <a:lnTo>
                  <a:pt x="957154" y="299747"/>
                </a:lnTo>
                <a:lnTo>
                  <a:pt x="957323" y="300244"/>
                </a:lnTo>
                <a:lnTo>
                  <a:pt x="957501" y="300739"/>
                </a:lnTo>
                <a:lnTo>
                  <a:pt x="957670" y="301236"/>
                </a:lnTo>
                <a:lnTo>
                  <a:pt x="957848" y="301733"/>
                </a:lnTo>
                <a:lnTo>
                  <a:pt x="958017" y="302229"/>
                </a:lnTo>
                <a:lnTo>
                  <a:pt x="958186" y="302727"/>
                </a:lnTo>
                <a:lnTo>
                  <a:pt x="958364" y="303223"/>
                </a:lnTo>
                <a:lnTo>
                  <a:pt x="958533" y="303720"/>
                </a:lnTo>
                <a:lnTo>
                  <a:pt x="958711" y="304218"/>
                </a:lnTo>
                <a:lnTo>
                  <a:pt x="958880" y="304716"/>
                </a:lnTo>
                <a:lnTo>
                  <a:pt x="959058" y="305213"/>
                </a:lnTo>
                <a:lnTo>
                  <a:pt x="959227" y="305711"/>
                </a:lnTo>
                <a:lnTo>
                  <a:pt x="959396" y="306209"/>
                </a:lnTo>
                <a:lnTo>
                  <a:pt x="959574" y="306707"/>
                </a:lnTo>
                <a:lnTo>
                  <a:pt x="959743" y="307205"/>
                </a:lnTo>
                <a:lnTo>
                  <a:pt x="959921" y="307703"/>
                </a:lnTo>
                <a:lnTo>
                  <a:pt x="960090" y="308202"/>
                </a:lnTo>
                <a:lnTo>
                  <a:pt x="960268" y="308701"/>
                </a:lnTo>
                <a:lnTo>
                  <a:pt x="960437" y="309200"/>
                </a:lnTo>
                <a:lnTo>
                  <a:pt x="960606" y="309699"/>
                </a:lnTo>
                <a:lnTo>
                  <a:pt x="960784" y="310198"/>
                </a:lnTo>
                <a:lnTo>
                  <a:pt x="960953" y="310697"/>
                </a:lnTo>
                <a:lnTo>
                  <a:pt x="961131" y="311196"/>
                </a:lnTo>
                <a:lnTo>
                  <a:pt x="961300" y="311696"/>
                </a:lnTo>
                <a:lnTo>
                  <a:pt x="961478" y="312195"/>
                </a:lnTo>
                <a:lnTo>
                  <a:pt x="961647" y="312695"/>
                </a:lnTo>
                <a:lnTo>
                  <a:pt x="961816" y="313195"/>
                </a:lnTo>
                <a:lnTo>
                  <a:pt x="961994" y="313695"/>
                </a:lnTo>
                <a:lnTo>
                  <a:pt x="962163" y="314195"/>
                </a:lnTo>
                <a:lnTo>
                  <a:pt x="962341" y="314695"/>
                </a:lnTo>
                <a:lnTo>
                  <a:pt x="962510" y="315196"/>
                </a:lnTo>
                <a:lnTo>
                  <a:pt x="962688" y="315696"/>
                </a:lnTo>
                <a:lnTo>
                  <a:pt x="962857" y="316197"/>
                </a:lnTo>
                <a:lnTo>
                  <a:pt x="963026" y="316698"/>
                </a:lnTo>
                <a:lnTo>
                  <a:pt x="963204" y="317199"/>
                </a:lnTo>
                <a:lnTo>
                  <a:pt x="963373" y="317699"/>
                </a:lnTo>
                <a:lnTo>
                  <a:pt x="963551" y="318201"/>
                </a:lnTo>
                <a:lnTo>
                  <a:pt x="963720" y="318702"/>
                </a:lnTo>
                <a:lnTo>
                  <a:pt x="963898" y="319204"/>
                </a:lnTo>
                <a:lnTo>
                  <a:pt x="964066" y="319706"/>
                </a:lnTo>
                <a:lnTo>
                  <a:pt x="964236" y="320207"/>
                </a:lnTo>
                <a:lnTo>
                  <a:pt x="964413" y="320709"/>
                </a:lnTo>
                <a:lnTo>
                  <a:pt x="964583" y="321211"/>
                </a:lnTo>
                <a:lnTo>
                  <a:pt x="964760" y="321713"/>
                </a:lnTo>
                <a:lnTo>
                  <a:pt x="964929" y="322215"/>
                </a:lnTo>
                <a:lnTo>
                  <a:pt x="965107" y="322717"/>
                </a:lnTo>
                <a:lnTo>
                  <a:pt x="965276" y="323220"/>
                </a:lnTo>
                <a:lnTo>
                  <a:pt x="965445" y="323722"/>
                </a:lnTo>
                <a:lnTo>
                  <a:pt x="965623" y="324225"/>
                </a:lnTo>
                <a:lnTo>
                  <a:pt x="965792" y="324728"/>
                </a:lnTo>
                <a:lnTo>
                  <a:pt x="965970" y="325230"/>
                </a:lnTo>
                <a:lnTo>
                  <a:pt x="966139" y="325733"/>
                </a:lnTo>
                <a:lnTo>
                  <a:pt x="966317" y="326236"/>
                </a:lnTo>
                <a:lnTo>
                  <a:pt x="966486" y="326740"/>
                </a:lnTo>
                <a:lnTo>
                  <a:pt x="966655" y="327243"/>
                </a:lnTo>
                <a:lnTo>
                  <a:pt x="966833" y="327746"/>
                </a:lnTo>
                <a:lnTo>
                  <a:pt x="967002" y="328250"/>
                </a:lnTo>
                <a:lnTo>
                  <a:pt x="967180" y="328753"/>
                </a:lnTo>
                <a:lnTo>
                  <a:pt x="967349" y="329258"/>
                </a:lnTo>
                <a:lnTo>
                  <a:pt x="967527" y="329761"/>
                </a:lnTo>
                <a:lnTo>
                  <a:pt x="967696" y="330266"/>
                </a:lnTo>
                <a:lnTo>
                  <a:pt x="967865" y="330769"/>
                </a:lnTo>
                <a:lnTo>
                  <a:pt x="968043" y="331274"/>
                </a:lnTo>
                <a:lnTo>
                  <a:pt x="968212" y="331778"/>
                </a:lnTo>
                <a:lnTo>
                  <a:pt x="968390" y="332282"/>
                </a:lnTo>
                <a:lnTo>
                  <a:pt x="968559" y="332787"/>
                </a:lnTo>
                <a:lnTo>
                  <a:pt x="968737" y="333291"/>
                </a:lnTo>
                <a:lnTo>
                  <a:pt x="968906" y="333796"/>
                </a:lnTo>
                <a:lnTo>
                  <a:pt x="969075" y="334301"/>
                </a:lnTo>
                <a:lnTo>
                  <a:pt x="969253" y="334806"/>
                </a:lnTo>
                <a:lnTo>
                  <a:pt x="969422" y="335311"/>
                </a:lnTo>
                <a:lnTo>
                  <a:pt x="969600" y="335816"/>
                </a:lnTo>
                <a:lnTo>
                  <a:pt x="969769" y="336321"/>
                </a:lnTo>
                <a:lnTo>
                  <a:pt x="969947" y="336827"/>
                </a:lnTo>
                <a:lnTo>
                  <a:pt x="970116" y="337332"/>
                </a:lnTo>
                <a:lnTo>
                  <a:pt x="970285" y="337837"/>
                </a:lnTo>
                <a:lnTo>
                  <a:pt x="970463" y="338344"/>
                </a:lnTo>
                <a:lnTo>
                  <a:pt x="970632" y="338849"/>
                </a:lnTo>
                <a:lnTo>
                  <a:pt x="970810" y="339355"/>
                </a:lnTo>
                <a:lnTo>
                  <a:pt x="970979" y="339860"/>
                </a:lnTo>
                <a:lnTo>
                  <a:pt x="971157" y="340367"/>
                </a:lnTo>
                <a:lnTo>
                  <a:pt x="971326" y="340873"/>
                </a:lnTo>
                <a:lnTo>
                  <a:pt x="971495" y="341379"/>
                </a:lnTo>
                <a:lnTo>
                  <a:pt x="971673" y="341885"/>
                </a:lnTo>
                <a:lnTo>
                  <a:pt x="971842" y="342391"/>
                </a:lnTo>
                <a:lnTo>
                  <a:pt x="972020" y="342899"/>
                </a:lnTo>
                <a:lnTo>
                  <a:pt x="972189" y="343405"/>
                </a:lnTo>
                <a:lnTo>
                  <a:pt x="972367" y="343912"/>
                </a:lnTo>
                <a:lnTo>
                  <a:pt x="972536" y="344418"/>
                </a:lnTo>
                <a:lnTo>
                  <a:pt x="972705" y="344925"/>
                </a:lnTo>
                <a:lnTo>
                  <a:pt x="972883" y="345432"/>
                </a:lnTo>
                <a:lnTo>
                  <a:pt x="973052" y="345939"/>
                </a:lnTo>
                <a:lnTo>
                  <a:pt x="973230" y="346446"/>
                </a:lnTo>
                <a:lnTo>
                  <a:pt x="973399" y="346954"/>
                </a:lnTo>
                <a:lnTo>
                  <a:pt x="973577" y="347461"/>
                </a:lnTo>
                <a:lnTo>
                  <a:pt x="973746" y="347968"/>
                </a:lnTo>
                <a:lnTo>
                  <a:pt x="973915" y="348476"/>
                </a:lnTo>
                <a:lnTo>
                  <a:pt x="974093" y="348983"/>
                </a:lnTo>
                <a:lnTo>
                  <a:pt x="974262" y="349491"/>
                </a:lnTo>
                <a:lnTo>
                  <a:pt x="974440" y="349998"/>
                </a:lnTo>
                <a:lnTo>
                  <a:pt x="974609" y="350506"/>
                </a:lnTo>
                <a:lnTo>
                  <a:pt x="974787" y="351014"/>
                </a:lnTo>
                <a:lnTo>
                  <a:pt x="974956" y="351522"/>
                </a:lnTo>
                <a:lnTo>
                  <a:pt x="975125" y="352030"/>
                </a:lnTo>
                <a:lnTo>
                  <a:pt x="975303" y="352538"/>
                </a:lnTo>
                <a:lnTo>
                  <a:pt x="975472" y="353046"/>
                </a:lnTo>
                <a:lnTo>
                  <a:pt x="975650" y="353555"/>
                </a:lnTo>
                <a:lnTo>
                  <a:pt x="975819" y="354063"/>
                </a:lnTo>
                <a:lnTo>
                  <a:pt x="975988" y="354571"/>
                </a:lnTo>
                <a:lnTo>
                  <a:pt x="976166" y="355080"/>
                </a:lnTo>
                <a:lnTo>
                  <a:pt x="976335" y="355588"/>
                </a:lnTo>
                <a:lnTo>
                  <a:pt x="976513" y="356096"/>
                </a:lnTo>
                <a:lnTo>
                  <a:pt x="976682" y="356605"/>
                </a:lnTo>
                <a:lnTo>
                  <a:pt x="976860" y="357114"/>
                </a:lnTo>
                <a:lnTo>
                  <a:pt x="977029" y="357623"/>
                </a:lnTo>
                <a:lnTo>
                  <a:pt x="977198" y="358132"/>
                </a:lnTo>
                <a:lnTo>
                  <a:pt x="977376" y="358641"/>
                </a:lnTo>
                <a:lnTo>
                  <a:pt x="977545" y="359150"/>
                </a:lnTo>
                <a:lnTo>
                  <a:pt x="977723" y="359659"/>
                </a:lnTo>
                <a:lnTo>
                  <a:pt x="977892" y="360168"/>
                </a:lnTo>
                <a:lnTo>
                  <a:pt x="978069" y="360677"/>
                </a:lnTo>
                <a:lnTo>
                  <a:pt x="978239" y="361187"/>
                </a:lnTo>
                <a:lnTo>
                  <a:pt x="978408" y="361696"/>
                </a:lnTo>
                <a:lnTo>
                  <a:pt x="978586" y="362206"/>
                </a:lnTo>
                <a:lnTo>
                  <a:pt x="978755" y="362715"/>
                </a:lnTo>
                <a:lnTo>
                  <a:pt x="978933" y="363224"/>
                </a:lnTo>
                <a:lnTo>
                  <a:pt x="979102" y="363734"/>
                </a:lnTo>
                <a:lnTo>
                  <a:pt x="979279" y="364244"/>
                </a:lnTo>
                <a:lnTo>
                  <a:pt x="979448" y="364754"/>
                </a:lnTo>
                <a:lnTo>
                  <a:pt x="979617" y="365263"/>
                </a:lnTo>
                <a:lnTo>
                  <a:pt x="979795" y="365773"/>
                </a:lnTo>
                <a:lnTo>
                  <a:pt x="979964" y="366283"/>
                </a:lnTo>
                <a:lnTo>
                  <a:pt x="980142" y="366794"/>
                </a:lnTo>
                <a:lnTo>
                  <a:pt x="980311" y="367303"/>
                </a:lnTo>
                <a:lnTo>
                  <a:pt x="980489" y="367813"/>
                </a:lnTo>
                <a:lnTo>
                  <a:pt x="980658" y="368324"/>
                </a:lnTo>
                <a:lnTo>
                  <a:pt x="980827" y="368834"/>
                </a:lnTo>
                <a:lnTo>
                  <a:pt x="981005" y="369344"/>
                </a:lnTo>
                <a:lnTo>
                  <a:pt x="981174" y="369854"/>
                </a:lnTo>
                <a:lnTo>
                  <a:pt x="981352" y="370365"/>
                </a:lnTo>
                <a:lnTo>
                  <a:pt x="981521" y="370875"/>
                </a:lnTo>
                <a:lnTo>
                  <a:pt x="981699" y="371386"/>
                </a:lnTo>
                <a:lnTo>
                  <a:pt x="981868" y="371896"/>
                </a:lnTo>
                <a:lnTo>
                  <a:pt x="982037" y="372406"/>
                </a:lnTo>
                <a:lnTo>
                  <a:pt x="982215" y="372917"/>
                </a:lnTo>
                <a:lnTo>
                  <a:pt x="982384" y="373428"/>
                </a:lnTo>
                <a:lnTo>
                  <a:pt x="982562" y="373938"/>
                </a:lnTo>
                <a:lnTo>
                  <a:pt x="982731" y="374450"/>
                </a:lnTo>
                <a:lnTo>
                  <a:pt x="982909" y="374960"/>
                </a:lnTo>
                <a:lnTo>
                  <a:pt x="983078" y="375471"/>
                </a:lnTo>
                <a:lnTo>
                  <a:pt x="983247" y="375982"/>
                </a:lnTo>
                <a:lnTo>
                  <a:pt x="983425" y="376493"/>
                </a:lnTo>
                <a:lnTo>
                  <a:pt x="983594" y="377004"/>
                </a:lnTo>
                <a:lnTo>
                  <a:pt x="983772" y="377515"/>
                </a:lnTo>
                <a:lnTo>
                  <a:pt x="983941" y="378026"/>
                </a:lnTo>
                <a:lnTo>
                  <a:pt x="984119" y="378538"/>
                </a:lnTo>
                <a:lnTo>
                  <a:pt x="984288" y="379048"/>
                </a:lnTo>
                <a:lnTo>
                  <a:pt x="984457" y="379560"/>
                </a:lnTo>
                <a:lnTo>
                  <a:pt x="984635" y="380071"/>
                </a:lnTo>
                <a:lnTo>
                  <a:pt x="984804" y="380582"/>
                </a:lnTo>
                <a:lnTo>
                  <a:pt x="984982" y="381094"/>
                </a:lnTo>
                <a:lnTo>
                  <a:pt x="985151" y="381605"/>
                </a:lnTo>
                <a:lnTo>
                  <a:pt x="985329" y="382117"/>
                </a:lnTo>
                <a:lnTo>
                  <a:pt x="985498" y="382627"/>
                </a:lnTo>
                <a:lnTo>
                  <a:pt x="985667" y="383139"/>
                </a:lnTo>
                <a:lnTo>
                  <a:pt x="985845" y="383651"/>
                </a:lnTo>
                <a:lnTo>
                  <a:pt x="986014" y="384162"/>
                </a:lnTo>
                <a:lnTo>
                  <a:pt x="986192" y="384674"/>
                </a:lnTo>
                <a:lnTo>
                  <a:pt x="986361" y="385186"/>
                </a:lnTo>
                <a:lnTo>
                  <a:pt x="986539" y="385698"/>
                </a:lnTo>
                <a:lnTo>
                  <a:pt x="986708" y="386209"/>
                </a:lnTo>
                <a:lnTo>
                  <a:pt x="986877" y="386721"/>
                </a:lnTo>
                <a:lnTo>
                  <a:pt x="987055" y="387232"/>
                </a:lnTo>
                <a:lnTo>
                  <a:pt x="987224" y="387745"/>
                </a:lnTo>
                <a:lnTo>
                  <a:pt x="987402" y="388256"/>
                </a:lnTo>
                <a:lnTo>
                  <a:pt x="987571" y="388768"/>
                </a:lnTo>
                <a:lnTo>
                  <a:pt x="987749" y="389280"/>
                </a:lnTo>
                <a:lnTo>
                  <a:pt x="987918" y="389792"/>
                </a:lnTo>
                <a:lnTo>
                  <a:pt x="988087" y="390304"/>
                </a:lnTo>
                <a:lnTo>
                  <a:pt x="988265" y="390816"/>
                </a:lnTo>
                <a:lnTo>
                  <a:pt x="988434" y="391327"/>
                </a:lnTo>
                <a:lnTo>
                  <a:pt x="988612" y="391840"/>
                </a:lnTo>
                <a:lnTo>
                  <a:pt x="988781" y="392352"/>
                </a:lnTo>
                <a:lnTo>
                  <a:pt x="988959" y="392864"/>
                </a:lnTo>
                <a:lnTo>
                  <a:pt x="989128" y="393376"/>
                </a:lnTo>
                <a:lnTo>
                  <a:pt x="989297" y="393888"/>
                </a:lnTo>
                <a:lnTo>
                  <a:pt x="989475" y="394400"/>
                </a:lnTo>
                <a:lnTo>
                  <a:pt x="989644" y="394913"/>
                </a:lnTo>
                <a:lnTo>
                  <a:pt x="989822" y="395424"/>
                </a:lnTo>
                <a:lnTo>
                  <a:pt x="989991" y="395937"/>
                </a:lnTo>
                <a:lnTo>
                  <a:pt x="990169" y="396449"/>
                </a:lnTo>
                <a:lnTo>
                  <a:pt x="990338" y="396961"/>
                </a:lnTo>
                <a:lnTo>
                  <a:pt x="990507" y="397473"/>
                </a:lnTo>
                <a:lnTo>
                  <a:pt x="990685" y="397985"/>
                </a:lnTo>
                <a:lnTo>
                  <a:pt x="990854" y="398498"/>
                </a:lnTo>
                <a:lnTo>
                  <a:pt x="991032" y="399010"/>
                </a:lnTo>
                <a:lnTo>
                  <a:pt x="991201" y="399523"/>
                </a:lnTo>
                <a:lnTo>
                  <a:pt x="991379" y="400035"/>
                </a:lnTo>
                <a:lnTo>
                  <a:pt x="991548" y="400548"/>
                </a:lnTo>
                <a:lnTo>
                  <a:pt x="991717" y="401060"/>
                </a:lnTo>
                <a:lnTo>
                  <a:pt x="991895" y="401572"/>
                </a:lnTo>
                <a:lnTo>
                  <a:pt x="992064" y="402084"/>
                </a:lnTo>
                <a:lnTo>
                  <a:pt x="992242" y="402596"/>
                </a:lnTo>
                <a:lnTo>
                  <a:pt x="992411" y="403109"/>
                </a:lnTo>
                <a:lnTo>
                  <a:pt x="992589" y="403621"/>
                </a:lnTo>
                <a:lnTo>
                  <a:pt x="992758" y="404134"/>
                </a:lnTo>
                <a:lnTo>
                  <a:pt x="992927" y="404646"/>
                </a:lnTo>
                <a:lnTo>
                  <a:pt x="993105" y="405159"/>
                </a:lnTo>
                <a:lnTo>
                  <a:pt x="993274" y="405671"/>
                </a:lnTo>
                <a:lnTo>
                  <a:pt x="993451" y="406183"/>
                </a:lnTo>
                <a:lnTo>
                  <a:pt x="993620" y="406696"/>
                </a:lnTo>
                <a:lnTo>
                  <a:pt x="993798" y="407208"/>
                </a:lnTo>
                <a:lnTo>
                  <a:pt x="993967" y="407721"/>
                </a:lnTo>
                <a:lnTo>
                  <a:pt x="994137" y="408233"/>
                </a:lnTo>
                <a:lnTo>
                  <a:pt x="994314" y="408746"/>
                </a:lnTo>
                <a:lnTo>
                  <a:pt x="994484" y="409259"/>
                </a:lnTo>
                <a:lnTo>
                  <a:pt x="994661" y="409771"/>
                </a:lnTo>
                <a:lnTo>
                  <a:pt x="994830" y="410284"/>
                </a:lnTo>
                <a:lnTo>
                  <a:pt x="994999" y="410796"/>
                </a:lnTo>
                <a:lnTo>
                  <a:pt x="995177" y="411309"/>
                </a:lnTo>
                <a:lnTo>
                  <a:pt x="995346" y="411821"/>
                </a:lnTo>
                <a:lnTo>
                  <a:pt x="995524" y="412334"/>
                </a:lnTo>
                <a:lnTo>
                  <a:pt x="995693" y="412846"/>
                </a:lnTo>
                <a:lnTo>
                  <a:pt x="995871" y="413358"/>
                </a:lnTo>
                <a:lnTo>
                  <a:pt x="996040" y="413871"/>
                </a:lnTo>
                <a:lnTo>
                  <a:pt x="996209" y="414383"/>
                </a:lnTo>
                <a:lnTo>
                  <a:pt x="996387" y="414896"/>
                </a:lnTo>
                <a:lnTo>
                  <a:pt x="996556" y="415408"/>
                </a:lnTo>
                <a:lnTo>
                  <a:pt x="996734" y="415921"/>
                </a:lnTo>
                <a:lnTo>
                  <a:pt x="996903" y="416433"/>
                </a:lnTo>
                <a:lnTo>
                  <a:pt x="997081" y="416945"/>
                </a:lnTo>
                <a:lnTo>
                  <a:pt x="997250" y="417458"/>
                </a:lnTo>
                <a:lnTo>
                  <a:pt x="997419" y="417970"/>
                </a:lnTo>
                <a:lnTo>
                  <a:pt x="997597" y="418483"/>
                </a:lnTo>
                <a:lnTo>
                  <a:pt x="997766" y="418995"/>
                </a:lnTo>
                <a:lnTo>
                  <a:pt x="997944" y="419508"/>
                </a:lnTo>
                <a:lnTo>
                  <a:pt x="998113" y="420020"/>
                </a:lnTo>
                <a:lnTo>
                  <a:pt x="998291" y="420533"/>
                </a:lnTo>
                <a:lnTo>
                  <a:pt x="998460" y="421045"/>
                </a:lnTo>
                <a:lnTo>
                  <a:pt x="998629" y="421557"/>
                </a:lnTo>
                <a:lnTo>
                  <a:pt x="998807" y="422070"/>
                </a:lnTo>
                <a:lnTo>
                  <a:pt x="998976" y="422582"/>
                </a:lnTo>
                <a:lnTo>
                  <a:pt x="999154" y="423095"/>
                </a:lnTo>
                <a:lnTo>
                  <a:pt x="999323" y="423607"/>
                </a:lnTo>
                <a:lnTo>
                  <a:pt x="999501" y="424120"/>
                </a:lnTo>
                <a:lnTo>
                  <a:pt x="999670" y="424631"/>
                </a:lnTo>
                <a:lnTo>
                  <a:pt x="999839" y="425144"/>
                </a:lnTo>
                <a:lnTo>
                  <a:pt x="1000017" y="425656"/>
                </a:lnTo>
                <a:lnTo>
                  <a:pt x="1000186" y="426168"/>
                </a:lnTo>
                <a:lnTo>
                  <a:pt x="1000364" y="426681"/>
                </a:lnTo>
                <a:lnTo>
                  <a:pt x="1000533" y="427192"/>
                </a:lnTo>
                <a:lnTo>
                  <a:pt x="1000711" y="427705"/>
                </a:lnTo>
                <a:lnTo>
                  <a:pt x="1000880" y="428217"/>
                </a:lnTo>
                <a:lnTo>
                  <a:pt x="1001049" y="428729"/>
                </a:lnTo>
                <a:lnTo>
                  <a:pt x="1001227" y="429241"/>
                </a:lnTo>
                <a:lnTo>
                  <a:pt x="1001396" y="429754"/>
                </a:lnTo>
                <a:lnTo>
                  <a:pt x="1001574" y="430265"/>
                </a:lnTo>
                <a:lnTo>
                  <a:pt x="1001743" y="430778"/>
                </a:lnTo>
                <a:lnTo>
                  <a:pt x="1001921" y="431289"/>
                </a:lnTo>
                <a:lnTo>
                  <a:pt x="1002090" y="431802"/>
                </a:lnTo>
                <a:lnTo>
                  <a:pt x="1002259" y="432313"/>
                </a:lnTo>
                <a:lnTo>
                  <a:pt x="1002437" y="432826"/>
                </a:lnTo>
                <a:lnTo>
                  <a:pt x="1002606" y="433337"/>
                </a:lnTo>
                <a:lnTo>
                  <a:pt x="1002784" y="433849"/>
                </a:lnTo>
                <a:lnTo>
                  <a:pt x="1002953" y="434361"/>
                </a:lnTo>
                <a:lnTo>
                  <a:pt x="1003131" y="434873"/>
                </a:lnTo>
                <a:lnTo>
                  <a:pt x="1003300" y="435384"/>
                </a:lnTo>
                <a:lnTo>
                  <a:pt x="1003469" y="435897"/>
                </a:lnTo>
                <a:lnTo>
                  <a:pt x="1003647" y="436408"/>
                </a:lnTo>
                <a:lnTo>
                  <a:pt x="1003816" y="436920"/>
                </a:lnTo>
                <a:lnTo>
                  <a:pt x="1003994" y="437431"/>
                </a:lnTo>
                <a:lnTo>
                  <a:pt x="1004163" y="437943"/>
                </a:lnTo>
                <a:lnTo>
                  <a:pt x="1004341" y="438454"/>
                </a:lnTo>
                <a:lnTo>
                  <a:pt x="1004510" y="438967"/>
                </a:lnTo>
                <a:lnTo>
                  <a:pt x="1004679" y="439478"/>
                </a:lnTo>
                <a:lnTo>
                  <a:pt x="1004857" y="439989"/>
                </a:lnTo>
                <a:lnTo>
                  <a:pt x="1005026" y="440501"/>
                </a:lnTo>
                <a:lnTo>
                  <a:pt x="1005204" y="441012"/>
                </a:lnTo>
                <a:lnTo>
                  <a:pt x="1005373" y="441524"/>
                </a:lnTo>
                <a:lnTo>
                  <a:pt x="1005551" y="442035"/>
                </a:lnTo>
                <a:lnTo>
                  <a:pt x="1005720" y="442547"/>
                </a:lnTo>
                <a:lnTo>
                  <a:pt x="1005889" y="443057"/>
                </a:lnTo>
                <a:lnTo>
                  <a:pt x="1006067" y="443569"/>
                </a:lnTo>
                <a:lnTo>
                  <a:pt x="1006236" y="444081"/>
                </a:lnTo>
                <a:lnTo>
                  <a:pt x="1006414" y="444591"/>
                </a:lnTo>
                <a:lnTo>
                  <a:pt x="1006583" y="445103"/>
                </a:lnTo>
                <a:lnTo>
                  <a:pt x="1006761" y="445613"/>
                </a:lnTo>
                <a:lnTo>
                  <a:pt x="1006930" y="446125"/>
                </a:lnTo>
                <a:lnTo>
                  <a:pt x="1007099" y="446636"/>
                </a:lnTo>
                <a:lnTo>
                  <a:pt x="1007277" y="447147"/>
                </a:lnTo>
                <a:lnTo>
                  <a:pt x="1007446" y="447658"/>
                </a:lnTo>
                <a:lnTo>
                  <a:pt x="1007624" y="448168"/>
                </a:lnTo>
                <a:lnTo>
                  <a:pt x="1007793" y="448679"/>
                </a:lnTo>
                <a:lnTo>
                  <a:pt x="1007970" y="449190"/>
                </a:lnTo>
                <a:lnTo>
                  <a:pt x="1008140" y="449701"/>
                </a:lnTo>
                <a:lnTo>
                  <a:pt x="1008309" y="450212"/>
                </a:lnTo>
                <a:lnTo>
                  <a:pt x="1008487" y="450723"/>
                </a:lnTo>
                <a:lnTo>
                  <a:pt x="1008655" y="451233"/>
                </a:lnTo>
                <a:lnTo>
                  <a:pt x="1008833" y="451743"/>
                </a:lnTo>
                <a:lnTo>
                  <a:pt x="1009002" y="452254"/>
                </a:lnTo>
                <a:lnTo>
                  <a:pt x="1009180" y="452764"/>
                </a:lnTo>
                <a:lnTo>
                  <a:pt x="1009349" y="453275"/>
                </a:lnTo>
                <a:lnTo>
                  <a:pt x="1009518" y="453785"/>
                </a:lnTo>
                <a:lnTo>
                  <a:pt x="1009696" y="454295"/>
                </a:lnTo>
                <a:lnTo>
                  <a:pt x="1009865" y="454806"/>
                </a:lnTo>
                <a:lnTo>
                  <a:pt x="1010043" y="455316"/>
                </a:lnTo>
                <a:lnTo>
                  <a:pt x="1010212" y="455827"/>
                </a:lnTo>
                <a:lnTo>
                  <a:pt x="1010390" y="456336"/>
                </a:lnTo>
                <a:lnTo>
                  <a:pt x="1010559" y="456846"/>
                </a:lnTo>
                <a:lnTo>
                  <a:pt x="1010728" y="457356"/>
                </a:lnTo>
                <a:lnTo>
                  <a:pt x="1010906" y="457866"/>
                </a:lnTo>
                <a:lnTo>
                  <a:pt x="1011075" y="458376"/>
                </a:lnTo>
                <a:lnTo>
                  <a:pt x="1011253" y="458886"/>
                </a:lnTo>
                <a:lnTo>
                  <a:pt x="1011422" y="459396"/>
                </a:lnTo>
                <a:lnTo>
                  <a:pt x="1011600" y="459906"/>
                </a:lnTo>
                <a:lnTo>
                  <a:pt x="1011769" y="460415"/>
                </a:lnTo>
                <a:lnTo>
                  <a:pt x="1011938" y="460924"/>
                </a:lnTo>
                <a:lnTo>
                  <a:pt x="1012116" y="461434"/>
                </a:lnTo>
                <a:lnTo>
                  <a:pt x="1012285" y="461944"/>
                </a:lnTo>
                <a:lnTo>
                  <a:pt x="1012463" y="462453"/>
                </a:lnTo>
                <a:lnTo>
                  <a:pt x="1012632" y="462962"/>
                </a:lnTo>
                <a:lnTo>
                  <a:pt x="1012810" y="463471"/>
                </a:lnTo>
                <a:lnTo>
                  <a:pt x="1012979" y="463981"/>
                </a:lnTo>
                <a:lnTo>
                  <a:pt x="1013148" y="464490"/>
                </a:lnTo>
                <a:lnTo>
                  <a:pt x="1013326" y="464999"/>
                </a:lnTo>
                <a:lnTo>
                  <a:pt x="1013495" y="465508"/>
                </a:lnTo>
                <a:lnTo>
                  <a:pt x="1013673" y="466017"/>
                </a:lnTo>
                <a:lnTo>
                  <a:pt x="1013842" y="466526"/>
                </a:lnTo>
                <a:lnTo>
                  <a:pt x="1014011" y="467035"/>
                </a:lnTo>
                <a:lnTo>
                  <a:pt x="1014189" y="467543"/>
                </a:lnTo>
                <a:lnTo>
                  <a:pt x="1014358" y="468052"/>
                </a:lnTo>
                <a:lnTo>
                  <a:pt x="1014536" y="468561"/>
                </a:lnTo>
                <a:lnTo>
                  <a:pt x="1014705" y="469070"/>
                </a:lnTo>
                <a:lnTo>
                  <a:pt x="1014883" y="469578"/>
                </a:lnTo>
                <a:lnTo>
                  <a:pt x="1015052" y="470087"/>
                </a:lnTo>
                <a:lnTo>
                  <a:pt x="1015221" y="470595"/>
                </a:lnTo>
                <a:lnTo>
                  <a:pt x="1015399" y="471103"/>
                </a:lnTo>
                <a:lnTo>
                  <a:pt x="1015568" y="471612"/>
                </a:lnTo>
                <a:lnTo>
                  <a:pt x="1015746" y="472119"/>
                </a:lnTo>
                <a:lnTo>
                  <a:pt x="1015915" y="472628"/>
                </a:lnTo>
                <a:lnTo>
                  <a:pt x="1016093" y="473135"/>
                </a:lnTo>
                <a:lnTo>
                  <a:pt x="1016262" y="473643"/>
                </a:lnTo>
                <a:lnTo>
                  <a:pt x="1016431" y="474151"/>
                </a:lnTo>
                <a:lnTo>
                  <a:pt x="1016609" y="474659"/>
                </a:lnTo>
                <a:lnTo>
                  <a:pt x="1016778" y="475167"/>
                </a:lnTo>
                <a:lnTo>
                  <a:pt x="1016956" y="475675"/>
                </a:lnTo>
                <a:lnTo>
                  <a:pt x="1017125" y="476182"/>
                </a:lnTo>
                <a:lnTo>
                  <a:pt x="1017303" y="476690"/>
                </a:lnTo>
                <a:lnTo>
                  <a:pt x="1017472" y="477197"/>
                </a:lnTo>
                <a:lnTo>
                  <a:pt x="1017641" y="477704"/>
                </a:lnTo>
                <a:lnTo>
                  <a:pt x="1017819" y="478211"/>
                </a:lnTo>
                <a:lnTo>
                  <a:pt x="1017988" y="478718"/>
                </a:lnTo>
                <a:lnTo>
                  <a:pt x="1018166" y="479225"/>
                </a:lnTo>
                <a:lnTo>
                  <a:pt x="1018335" y="479732"/>
                </a:lnTo>
                <a:lnTo>
                  <a:pt x="1018513" y="480239"/>
                </a:lnTo>
                <a:lnTo>
                  <a:pt x="1018682" y="480746"/>
                </a:lnTo>
                <a:lnTo>
                  <a:pt x="1018851" y="481253"/>
                </a:lnTo>
                <a:lnTo>
                  <a:pt x="1019029" y="481760"/>
                </a:lnTo>
                <a:lnTo>
                  <a:pt x="1019198" y="482266"/>
                </a:lnTo>
                <a:lnTo>
                  <a:pt x="1019376" y="482773"/>
                </a:lnTo>
                <a:lnTo>
                  <a:pt x="1019545" y="483279"/>
                </a:lnTo>
                <a:lnTo>
                  <a:pt x="1019723" y="483785"/>
                </a:lnTo>
                <a:lnTo>
                  <a:pt x="1019892" y="484292"/>
                </a:lnTo>
                <a:lnTo>
                  <a:pt x="1020061" y="484798"/>
                </a:lnTo>
                <a:lnTo>
                  <a:pt x="1020239" y="485304"/>
                </a:lnTo>
                <a:lnTo>
                  <a:pt x="1020408" y="485810"/>
                </a:lnTo>
                <a:lnTo>
                  <a:pt x="1020586" y="486316"/>
                </a:lnTo>
                <a:lnTo>
                  <a:pt x="1020755" y="486822"/>
                </a:lnTo>
                <a:lnTo>
                  <a:pt x="1020933" y="487327"/>
                </a:lnTo>
                <a:lnTo>
                  <a:pt x="1021102" y="487833"/>
                </a:lnTo>
                <a:lnTo>
                  <a:pt x="1021271" y="488339"/>
                </a:lnTo>
                <a:lnTo>
                  <a:pt x="1021449" y="488844"/>
                </a:lnTo>
                <a:lnTo>
                  <a:pt x="1021618" y="489349"/>
                </a:lnTo>
                <a:lnTo>
                  <a:pt x="1021796" y="489855"/>
                </a:lnTo>
                <a:lnTo>
                  <a:pt x="1021965" y="490360"/>
                </a:lnTo>
                <a:lnTo>
                  <a:pt x="1022143" y="490865"/>
                </a:lnTo>
                <a:lnTo>
                  <a:pt x="1022312" y="491370"/>
                </a:lnTo>
                <a:lnTo>
                  <a:pt x="1022481" y="491875"/>
                </a:lnTo>
                <a:lnTo>
                  <a:pt x="1022658" y="492379"/>
                </a:lnTo>
                <a:lnTo>
                  <a:pt x="1022828" y="492885"/>
                </a:lnTo>
                <a:lnTo>
                  <a:pt x="1023005" y="493389"/>
                </a:lnTo>
                <a:lnTo>
                  <a:pt x="1023175" y="493894"/>
                </a:lnTo>
                <a:lnTo>
                  <a:pt x="1023352" y="494398"/>
                </a:lnTo>
                <a:lnTo>
                  <a:pt x="1023522" y="494902"/>
                </a:lnTo>
                <a:lnTo>
                  <a:pt x="1023691" y="495407"/>
                </a:lnTo>
                <a:lnTo>
                  <a:pt x="1023868" y="495910"/>
                </a:lnTo>
                <a:lnTo>
                  <a:pt x="1024037" y="496415"/>
                </a:lnTo>
                <a:lnTo>
                  <a:pt x="1024215" y="496918"/>
                </a:lnTo>
                <a:lnTo>
                  <a:pt x="1024384" y="497423"/>
                </a:lnTo>
                <a:lnTo>
                  <a:pt x="1024562" y="497926"/>
                </a:lnTo>
                <a:lnTo>
                  <a:pt x="1024731" y="498430"/>
                </a:lnTo>
                <a:lnTo>
                  <a:pt x="1024900" y="498933"/>
                </a:lnTo>
                <a:lnTo>
                  <a:pt x="1025078" y="499437"/>
                </a:lnTo>
                <a:lnTo>
                  <a:pt x="1025247" y="499940"/>
                </a:lnTo>
                <a:lnTo>
                  <a:pt x="1025425" y="500444"/>
                </a:lnTo>
                <a:lnTo>
                  <a:pt x="1025594" y="500947"/>
                </a:lnTo>
                <a:lnTo>
                  <a:pt x="1025772" y="501450"/>
                </a:lnTo>
                <a:lnTo>
                  <a:pt x="1025941" y="501953"/>
                </a:lnTo>
                <a:lnTo>
                  <a:pt x="1026110" y="502455"/>
                </a:lnTo>
                <a:lnTo>
                  <a:pt x="1026288" y="502958"/>
                </a:lnTo>
                <a:lnTo>
                  <a:pt x="1026457" y="503461"/>
                </a:lnTo>
                <a:lnTo>
                  <a:pt x="1026635" y="503963"/>
                </a:lnTo>
                <a:lnTo>
                  <a:pt x="1026804" y="504466"/>
                </a:lnTo>
                <a:lnTo>
                  <a:pt x="1026982" y="504968"/>
                </a:lnTo>
                <a:lnTo>
                  <a:pt x="1027151" y="505471"/>
                </a:lnTo>
                <a:lnTo>
                  <a:pt x="1027320" y="505972"/>
                </a:lnTo>
                <a:lnTo>
                  <a:pt x="1027498" y="506474"/>
                </a:lnTo>
                <a:lnTo>
                  <a:pt x="1027667" y="506976"/>
                </a:lnTo>
                <a:lnTo>
                  <a:pt x="1027845" y="507478"/>
                </a:lnTo>
                <a:lnTo>
                  <a:pt x="1028014" y="507979"/>
                </a:lnTo>
                <a:lnTo>
                  <a:pt x="1028192" y="508481"/>
                </a:lnTo>
                <a:lnTo>
                  <a:pt x="1028361" y="508983"/>
                </a:lnTo>
                <a:lnTo>
                  <a:pt x="1028530" y="509484"/>
                </a:lnTo>
                <a:lnTo>
                  <a:pt x="1028708" y="509985"/>
                </a:lnTo>
                <a:lnTo>
                  <a:pt x="1028877" y="510486"/>
                </a:lnTo>
                <a:lnTo>
                  <a:pt x="1029055" y="510987"/>
                </a:lnTo>
                <a:lnTo>
                  <a:pt x="1029224" y="511488"/>
                </a:lnTo>
                <a:lnTo>
                  <a:pt x="1029402" y="511989"/>
                </a:lnTo>
                <a:lnTo>
                  <a:pt x="1029571" y="512489"/>
                </a:lnTo>
                <a:lnTo>
                  <a:pt x="1029740" y="512990"/>
                </a:lnTo>
                <a:lnTo>
                  <a:pt x="1029918" y="513490"/>
                </a:lnTo>
                <a:lnTo>
                  <a:pt x="1030087" y="513991"/>
                </a:lnTo>
                <a:lnTo>
                  <a:pt x="1030265" y="514491"/>
                </a:lnTo>
                <a:lnTo>
                  <a:pt x="1030434" y="514991"/>
                </a:lnTo>
                <a:lnTo>
                  <a:pt x="1030612" y="515491"/>
                </a:lnTo>
                <a:lnTo>
                  <a:pt x="1030781" y="515991"/>
                </a:lnTo>
                <a:lnTo>
                  <a:pt x="1030950" y="516490"/>
                </a:lnTo>
                <a:lnTo>
                  <a:pt x="1031128" y="516990"/>
                </a:lnTo>
                <a:lnTo>
                  <a:pt x="1031297" y="517489"/>
                </a:lnTo>
                <a:lnTo>
                  <a:pt x="1031475" y="517989"/>
                </a:lnTo>
                <a:lnTo>
                  <a:pt x="1031644" y="518488"/>
                </a:lnTo>
                <a:lnTo>
                  <a:pt x="1031822" y="518987"/>
                </a:lnTo>
                <a:lnTo>
                  <a:pt x="1031991" y="519486"/>
                </a:lnTo>
                <a:lnTo>
                  <a:pt x="1032160" y="519984"/>
                </a:lnTo>
                <a:lnTo>
                  <a:pt x="1032338" y="520483"/>
                </a:lnTo>
                <a:lnTo>
                  <a:pt x="1032507" y="520981"/>
                </a:lnTo>
                <a:lnTo>
                  <a:pt x="1032685" y="521481"/>
                </a:lnTo>
                <a:lnTo>
                  <a:pt x="1032854" y="521979"/>
                </a:lnTo>
                <a:lnTo>
                  <a:pt x="1033023" y="522477"/>
                </a:lnTo>
                <a:lnTo>
                  <a:pt x="1033201" y="522975"/>
                </a:lnTo>
                <a:lnTo>
                  <a:pt x="1033370" y="523472"/>
                </a:lnTo>
                <a:lnTo>
                  <a:pt x="1033548" y="523971"/>
                </a:lnTo>
                <a:lnTo>
                  <a:pt x="1033717" y="524468"/>
                </a:lnTo>
                <a:lnTo>
                  <a:pt x="1033895" y="524966"/>
                </a:lnTo>
                <a:lnTo>
                  <a:pt x="1034064" y="525463"/>
                </a:lnTo>
                <a:lnTo>
                  <a:pt x="1034233" y="525961"/>
                </a:lnTo>
                <a:lnTo>
                  <a:pt x="1034411" y="526458"/>
                </a:lnTo>
                <a:lnTo>
                  <a:pt x="1034580" y="526955"/>
                </a:lnTo>
                <a:lnTo>
                  <a:pt x="1034758" y="527452"/>
                </a:lnTo>
                <a:lnTo>
                  <a:pt x="1034927" y="527949"/>
                </a:lnTo>
                <a:lnTo>
                  <a:pt x="1035105" y="528446"/>
                </a:lnTo>
                <a:lnTo>
                  <a:pt x="1035274" y="528942"/>
                </a:lnTo>
                <a:lnTo>
                  <a:pt x="1035443" y="529438"/>
                </a:lnTo>
                <a:lnTo>
                  <a:pt x="1035621" y="529935"/>
                </a:lnTo>
                <a:lnTo>
                  <a:pt x="1035790" y="530430"/>
                </a:lnTo>
                <a:lnTo>
                  <a:pt x="1035968" y="530927"/>
                </a:lnTo>
                <a:lnTo>
                  <a:pt x="1036137" y="531422"/>
                </a:lnTo>
                <a:lnTo>
                  <a:pt x="1036315" y="531919"/>
                </a:lnTo>
                <a:lnTo>
                  <a:pt x="1036484" y="532414"/>
                </a:lnTo>
                <a:lnTo>
                  <a:pt x="1036653" y="532910"/>
                </a:lnTo>
                <a:lnTo>
                  <a:pt x="1036831" y="533404"/>
                </a:lnTo>
                <a:lnTo>
                  <a:pt x="1037000" y="533900"/>
                </a:lnTo>
                <a:lnTo>
                  <a:pt x="1037178" y="534396"/>
                </a:lnTo>
                <a:lnTo>
                  <a:pt x="1037347" y="534890"/>
                </a:lnTo>
                <a:lnTo>
                  <a:pt x="1037525" y="535385"/>
                </a:lnTo>
                <a:lnTo>
                  <a:pt x="1037694" y="535879"/>
                </a:lnTo>
                <a:lnTo>
                  <a:pt x="1037863" y="536374"/>
                </a:lnTo>
                <a:lnTo>
                  <a:pt x="1038040" y="536869"/>
                </a:lnTo>
                <a:lnTo>
                  <a:pt x="1038209" y="537362"/>
                </a:lnTo>
                <a:lnTo>
                  <a:pt x="1038387" y="537856"/>
                </a:lnTo>
                <a:lnTo>
                  <a:pt x="1038556" y="538351"/>
                </a:lnTo>
                <a:lnTo>
                  <a:pt x="1038734" y="538845"/>
                </a:lnTo>
                <a:lnTo>
                  <a:pt x="1038903" y="539338"/>
                </a:lnTo>
                <a:lnTo>
                  <a:pt x="1039073" y="539831"/>
                </a:lnTo>
                <a:lnTo>
                  <a:pt x="1039250" y="540325"/>
                </a:lnTo>
                <a:lnTo>
                  <a:pt x="1039419" y="540818"/>
                </a:lnTo>
                <a:lnTo>
                  <a:pt x="1039597" y="541312"/>
                </a:lnTo>
                <a:lnTo>
                  <a:pt x="1039766" y="541805"/>
                </a:lnTo>
                <a:lnTo>
                  <a:pt x="1039944" y="542297"/>
                </a:lnTo>
                <a:lnTo>
                  <a:pt x="1040113" y="542789"/>
                </a:lnTo>
                <a:lnTo>
                  <a:pt x="1040282" y="543282"/>
                </a:lnTo>
                <a:lnTo>
                  <a:pt x="1040460" y="543775"/>
                </a:lnTo>
                <a:lnTo>
                  <a:pt x="1040629" y="544267"/>
                </a:lnTo>
                <a:lnTo>
                  <a:pt x="1040807" y="544759"/>
                </a:lnTo>
                <a:lnTo>
                  <a:pt x="1040976" y="545251"/>
                </a:lnTo>
                <a:lnTo>
                  <a:pt x="1041154" y="545743"/>
                </a:lnTo>
                <a:lnTo>
                  <a:pt x="1041323" y="546234"/>
                </a:lnTo>
                <a:lnTo>
                  <a:pt x="1041492" y="546726"/>
                </a:lnTo>
                <a:lnTo>
                  <a:pt x="1041670" y="547217"/>
                </a:lnTo>
                <a:lnTo>
                  <a:pt x="1041839" y="547708"/>
                </a:lnTo>
                <a:lnTo>
                  <a:pt x="1042017" y="548199"/>
                </a:lnTo>
                <a:lnTo>
                  <a:pt x="1042186" y="548690"/>
                </a:lnTo>
                <a:lnTo>
                  <a:pt x="1042364" y="549181"/>
                </a:lnTo>
                <a:lnTo>
                  <a:pt x="1042533" y="549672"/>
                </a:lnTo>
                <a:lnTo>
                  <a:pt x="1042702" y="550162"/>
                </a:lnTo>
                <a:lnTo>
                  <a:pt x="1042880" y="550652"/>
                </a:lnTo>
                <a:lnTo>
                  <a:pt x="1043049" y="551142"/>
                </a:lnTo>
                <a:lnTo>
                  <a:pt x="1043227" y="551632"/>
                </a:lnTo>
                <a:lnTo>
                  <a:pt x="1043396" y="552122"/>
                </a:lnTo>
                <a:lnTo>
                  <a:pt x="1043574" y="552612"/>
                </a:lnTo>
                <a:lnTo>
                  <a:pt x="1043743" y="553101"/>
                </a:lnTo>
                <a:lnTo>
                  <a:pt x="1043912" y="553591"/>
                </a:lnTo>
                <a:lnTo>
                  <a:pt x="1044090" y="554080"/>
                </a:lnTo>
                <a:lnTo>
                  <a:pt x="1044259" y="554569"/>
                </a:lnTo>
                <a:lnTo>
                  <a:pt x="1044437" y="555058"/>
                </a:lnTo>
                <a:lnTo>
                  <a:pt x="1044606" y="555547"/>
                </a:lnTo>
                <a:lnTo>
                  <a:pt x="1044784" y="556035"/>
                </a:lnTo>
                <a:lnTo>
                  <a:pt x="1044953" y="556524"/>
                </a:lnTo>
                <a:lnTo>
                  <a:pt x="1045122" y="557012"/>
                </a:lnTo>
                <a:lnTo>
                  <a:pt x="1045300" y="557500"/>
                </a:lnTo>
                <a:lnTo>
                  <a:pt x="1045469" y="557988"/>
                </a:lnTo>
                <a:lnTo>
                  <a:pt x="1045647" y="558476"/>
                </a:lnTo>
                <a:lnTo>
                  <a:pt x="1045816" y="558963"/>
                </a:lnTo>
                <a:lnTo>
                  <a:pt x="1045994" y="559451"/>
                </a:lnTo>
                <a:lnTo>
                  <a:pt x="1046163" y="559938"/>
                </a:lnTo>
                <a:lnTo>
                  <a:pt x="1046332" y="560425"/>
                </a:lnTo>
                <a:lnTo>
                  <a:pt x="1046510" y="560912"/>
                </a:lnTo>
                <a:lnTo>
                  <a:pt x="1046679" y="561399"/>
                </a:lnTo>
                <a:lnTo>
                  <a:pt x="1046857" y="561886"/>
                </a:lnTo>
                <a:lnTo>
                  <a:pt x="1047026" y="562372"/>
                </a:lnTo>
                <a:lnTo>
                  <a:pt x="1047204" y="562858"/>
                </a:lnTo>
                <a:lnTo>
                  <a:pt x="1047373" y="563345"/>
                </a:lnTo>
                <a:lnTo>
                  <a:pt x="1047542" y="563830"/>
                </a:lnTo>
                <a:lnTo>
                  <a:pt x="1047720" y="564316"/>
                </a:lnTo>
                <a:lnTo>
                  <a:pt x="1047889" y="564802"/>
                </a:lnTo>
                <a:lnTo>
                  <a:pt x="1048067" y="565288"/>
                </a:lnTo>
                <a:lnTo>
                  <a:pt x="1048236" y="565772"/>
                </a:lnTo>
                <a:lnTo>
                  <a:pt x="1048414" y="566258"/>
                </a:lnTo>
                <a:lnTo>
                  <a:pt x="1048583" y="566743"/>
                </a:lnTo>
                <a:lnTo>
                  <a:pt x="1048752" y="567228"/>
                </a:lnTo>
                <a:lnTo>
                  <a:pt x="1048930" y="567712"/>
                </a:lnTo>
                <a:lnTo>
                  <a:pt x="1049099" y="568197"/>
                </a:lnTo>
                <a:lnTo>
                  <a:pt x="1049277" y="568681"/>
                </a:lnTo>
                <a:lnTo>
                  <a:pt x="1049446" y="569166"/>
                </a:lnTo>
                <a:lnTo>
                  <a:pt x="1049624" y="569649"/>
                </a:lnTo>
                <a:lnTo>
                  <a:pt x="1049793" y="570133"/>
                </a:lnTo>
                <a:lnTo>
                  <a:pt x="1049962" y="570617"/>
                </a:lnTo>
                <a:lnTo>
                  <a:pt x="1050140" y="571101"/>
                </a:lnTo>
                <a:lnTo>
                  <a:pt x="1050309" y="571584"/>
                </a:lnTo>
                <a:lnTo>
                  <a:pt x="1050487" y="572067"/>
                </a:lnTo>
                <a:lnTo>
                  <a:pt x="1050656" y="572550"/>
                </a:lnTo>
                <a:lnTo>
                  <a:pt x="1050834" y="573032"/>
                </a:lnTo>
                <a:lnTo>
                  <a:pt x="1051003" y="573515"/>
                </a:lnTo>
                <a:lnTo>
                  <a:pt x="1051172" y="573997"/>
                </a:lnTo>
                <a:lnTo>
                  <a:pt x="1051350" y="574479"/>
                </a:lnTo>
                <a:lnTo>
                  <a:pt x="1051519" y="574962"/>
                </a:lnTo>
                <a:lnTo>
                  <a:pt x="1051697" y="575444"/>
                </a:lnTo>
                <a:lnTo>
                  <a:pt x="1051866" y="575925"/>
                </a:lnTo>
                <a:lnTo>
                  <a:pt x="1052035" y="576407"/>
                </a:lnTo>
                <a:lnTo>
                  <a:pt x="1052213" y="576889"/>
                </a:lnTo>
                <a:lnTo>
                  <a:pt x="1052382" y="577370"/>
                </a:lnTo>
                <a:lnTo>
                  <a:pt x="1052559" y="577850"/>
                </a:lnTo>
                <a:lnTo>
                  <a:pt x="1052729" y="578332"/>
                </a:lnTo>
                <a:lnTo>
                  <a:pt x="1052906" y="578812"/>
                </a:lnTo>
                <a:lnTo>
                  <a:pt x="1053076" y="579292"/>
                </a:lnTo>
                <a:lnTo>
                  <a:pt x="1053245" y="579773"/>
                </a:lnTo>
                <a:lnTo>
                  <a:pt x="1053423" y="580253"/>
                </a:lnTo>
                <a:lnTo>
                  <a:pt x="1053592" y="580733"/>
                </a:lnTo>
                <a:lnTo>
                  <a:pt x="1053769" y="581213"/>
                </a:lnTo>
                <a:lnTo>
                  <a:pt x="1053938" y="581693"/>
                </a:lnTo>
                <a:lnTo>
                  <a:pt x="1054116" y="582171"/>
                </a:lnTo>
                <a:lnTo>
                  <a:pt x="1054285" y="582651"/>
                </a:lnTo>
                <a:lnTo>
                  <a:pt x="1054454" y="583130"/>
                </a:lnTo>
                <a:lnTo>
                  <a:pt x="1054632" y="583609"/>
                </a:lnTo>
                <a:lnTo>
                  <a:pt x="1054801" y="584088"/>
                </a:lnTo>
                <a:lnTo>
                  <a:pt x="1054979" y="584566"/>
                </a:lnTo>
                <a:lnTo>
                  <a:pt x="1055148" y="585045"/>
                </a:lnTo>
                <a:lnTo>
                  <a:pt x="1055326" y="585523"/>
                </a:lnTo>
                <a:lnTo>
                  <a:pt x="1055495" y="586000"/>
                </a:lnTo>
                <a:lnTo>
                  <a:pt x="1055664" y="586478"/>
                </a:lnTo>
                <a:lnTo>
                  <a:pt x="1055842" y="586956"/>
                </a:lnTo>
                <a:lnTo>
                  <a:pt x="1056011" y="587434"/>
                </a:lnTo>
                <a:lnTo>
                  <a:pt x="1056189" y="587910"/>
                </a:lnTo>
                <a:lnTo>
                  <a:pt x="1056358" y="588387"/>
                </a:lnTo>
                <a:lnTo>
                  <a:pt x="1056536" y="588864"/>
                </a:lnTo>
                <a:lnTo>
                  <a:pt x="1056705" y="589341"/>
                </a:lnTo>
                <a:lnTo>
                  <a:pt x="1056874" y="589818"/>
                </a:lnTo>
                <a:lnTo>
                  <a:pt x="1057052" y="590294"/>
                </a:lnTo>
                <a:lnTo>
                  <a:pt x="1057221" y="590770"/>
                </a:lnTo>
                <a:lnTo>
                  <a:pt x="1057399" y="591246"/>
                </a:lnTo>
                <a:lnTo>
                  <a:pt x="1057568" y="591722"/>
                </a:lnTo>
                <a:lnTo>
                  <a:pt x="1057746" y="592197"/>
                </a:lnTo>
                <a:lnTo>
                  <a:pt x="1057915" y="592673"/>
                </a:lnTo>
                <a:lnTo>
                  <a:pt x="1058084" y="593148"/>
                </a:lnTo>
                <a:lnTo>
                  <a:pt x="1058262" y="593623"/>
                </a:lnTo>
                <a:lnTo>
                  <a:pt x="1058431" y="594097"/>
                </a:lnTo>
                <a:lnTo>
                  <a:pt x="1058609" y="594572"/>
                </a:lnTo>
                <a:lnTo>
                  <a:pt x="1058778" y="595046"/>
                </a:lnTo>
                <a:lnTo>
                  <a:pt x="1058956" y="595520"/>
                </a:lnTo>
                <a:lnTo>
                  <a:pt x="1059125" y="595995"/>
                </a:lnTo>
                <a:lnTo>
                  <a:pt x="1059294" y="596468"/>
                </a:lnTo>
                <a:lnTo>
                  <a:pt x="1059472" y="596942"/>
                </a:lnTo>
                <a:lnTo>
                  <a:pt x="1059641" y="597415"/>
                </a:lnTo>
                <a:lnTo>
                  <a:pt x="1059819" y="597889"/>
                </a:lnTo>
                <a:lnTo>
                  <a:pt x="1059988" y="598361"/>
                </a:lnTo>
                <a:lnTo>
                  <a:pt x="1060166" y="598834"/>
                </a:lnTo>
                <a:lnTo>
                  <a:pt x="1060335" y="599307"/>
                </a:lnTo>
                <a:lnTo>
                  <a:pt x="1060504" y="599779"/>
                </a:lnTo>
                <a:lnTo>
                  <a:pt x="1060682" y="600252"/>
                </a:lnTo>
                <a:lnTo>
                  <a:pt x="1060851" y="600724"/>
                </a:lnTo>
                <a:lnTo>
                  <a:pt x="1061029" y="601195"/>
                </a:lnTo>
                <a:lnTo>
                  <a:pt x="1061198" y="601667"/>
                </a:lnTo>
                <a:lnTo>
                  <a:pt x="1061376" y="602138"/>
                </a:lnTo>
                <a:lnTo>
                  <a:pt x="1061545" y="602610"/>
                </a:lnTo>
                <a:lnTo>
                  <a:pt x="1061714" y="603081"/>
                </a:lnTo>
                <a:lnTo>
                  <a:pt x="1061892" y="603552"/>
                </a:lnTo>
                <a:lnTo>
                  <a:pt x="1062061" y="604023"/>
                </a:lnTo>
                <a:lnTo>
                  <a:pt x="1062239" y="604493"/>
                </a:lnTo>
                <a:lnTo>
                  <a:pt x="1062408" y="604963"/>
                </a:lnTo>
                <a:lnTo>
                  <a:pt x="1062586" y="605434"/>
                </a:lnTo>
                <a:lnTo>
                  <a:pt x="1062755" y="605903"/>
                </a:lnTo>
                <a:lnTo>
                  <a:pt x="1062924" y="606373"/>
                </a:lnTo>
                <a:lnTo>
                  <a:pt x="1063102" y="606842"/>
                </a:lnTo>
                <a:lnTo>
                  <a:pt x="1063271" y="607312"/>
                </a:lnTo>
                <a:lnTo>
                  <a:pt x="1063449" y="607781"/>
                </a:lnTo>
                <a:lnTo>
                  <a:pt x="1063618" y="608249"/>
                </a:lnTo>
                <a:lnTo>
                  <a:pt x="1063796" y="608718"/>
                </a:lnTo>
                <a:lnTo>
                  <a:pt x="1063965" y="609187"/>
                </a:lnTo>
                <a:lnTo>
                  <a:pt x="1064134" y="609655"/>
                </a:lnTo>
                <a:lnTo>
                  <a:pt x="1064312" y="610123"/>
                </a:lnTo>
                <a:lnTo>
                  <a:pt x="1064481" y="610591"/>
                </a:lnTo>
                <a:lnTo>
                  <a:pt x="1064659" y="611059"/>
                </a:lnTo>
                <a:lnTo>
                  <a:pt x="1064828" y="611526"/>
                </a:lnTo>
                <a:lnTo>
                  <a:pt x="1065006" y="611993"/>
                </a:lnTo>
                <a:lnTo>
                  <a:pt x="1065175" y="612460"/>
                </a:lnTo>
                <a:lnTo>
                  <a:pt x="1065344" y="612927"/>
                </a:lnTo>
                <a:lnTo>
                  <a:pt x="1065522" y="613393"/>
                </a:lnTo>
                <a:lnTo>
                  <a:pt x="1065691" y="613860"/>
                </a:lnTo>
                <a:lnTo>
                  <a:pt x="1065869" y="614327"/>
                </a:lnTo>
                <a:lnTo>
                  <a:pt x="1066038" y="614793"/>
                </a:lnTo>
                <a:lnTo>
                  <a:pt x="1066216" y="615258"/>
                </a:lnTo>
                <a:lnTo>
                  <a:pt x="1066385" y="615723"/>
                </a:lnTo>
                <a:lnTo>
                  <a:pt x="1066554" y="616190"/>
                </a:lnTo>
                <a:lnTo>
                  <a:pt x="1066732" y="616654"/>
                </a:lnTo>
                <a:lnTo>
                  <a:pt x="1066901" y="617119"/>
                </a:lnTo>
                <a:lnTo>
                  <a:pt x="1067079" y="617584"/>
                </a:lnTo>
                <a:lnTo>
                  <a:pt x="1067248" y="618049"/>
                </a:lnTo>
                <a:lnTo>
                  <a:pt x="1067426" y="618513"/>
                </a:lnTo>
                <a:lnTo>
                  <a:pt x="1067595" y="618977"/>
                </a:lnTo>
                <a:lnTo>
                  <a:pt x="1067764" y="619441"/>
                </a:lnTo>
                <a:lnTo>
                  <a:pt x="1067941" y="619905"/>
                </a:lnTo>
                <a:lnTo>
                  <a:pt x="1068111" y="620368"/>
                </a:lnTo>
                <a:lnTo>
                  <a:pt x="1068288" y="620832"/>
                </a:lnTo>
                <a:lnTo>
                  <a:pt x="1068457" y="621294"/>
                </a:lnTo>
                <a:lnTo>
                  <a:pt x="1068635" y="621757"/>
                </a:lnTo>
                <a:lnTo>
                  <a:pt x="1068804" y="622220"/>
                </a:lnTo>
                <a:lnTo>
                  <a:pt x="1068973" y="622682"/>
                </a:lnTo>
                <a:lnTo>
                  <a:pt x="1069151" y="623145"/>
                </a:lnTo>
                <a:lnTo>
                  <a:pt x="1069320" y="623606"/>
                </a:lnTo>
                <a:lnTo>
                  <a:pt x="1069498" y="624068"/>
                </a:lnTo>
                <a:lnTo>
                  <a:pt x="1069667" y="624530"/>
                </a:lnTo>
                <a:lnTo>
                  <a:pt x="1069845" y="624992"/>
                </a:lnTo>
                <a:lnTo>
                  <a:pt x="1070014" y="625453"/>
                </a:lnTo>
                <a:lnTo>
                  <a:pt x="1070183" y="625913"/>
                </a:lnTo>
                <a:lnTo>
                  <a:pt x="1070361" y="626374"/>
                </a:lnTo>
                <a:lnTo>
                  <a:pt x="1070530" y="626834"/>
                </a:lnTo>
                <a:lnTo>
                  <a:pt x="1070708" y="627295"/>
                </a:lnTo>
                <a:lnTo>
                  <a:pt x="1070877" y="627755"/>
                </a:lnTo>
                <a:lnTo>
                  <a:pt x="1071046" y="628215"/>
                </a:lnTo>
                <a:lnTo>
                  <a:pt x="1071224" y="628674"/>
                </a:lnTo>
                <a:lnTo>
                  <a:pt x="1071393" y="629134"/>
                </a:lnTo>
                <a:lnTo>
                  <a:pt x="1071571" y="629593"/>
                </a:lnTo>
                <a:lnTo>
                  <a:pt x="1071740" y="630052"/>
                </a:lnTo>
                <a:lnTo>
                  <a:pt x="1071918" y="630511"/>
                </a:lnTo>
                <a:lnTo>
                  <a:pt x="1072087" y="630969"/>
                </a:lnTo>
                <a:lnTo>
                  <a:pt x="1072256" y="631427"/>
                </a:lnTo>
                <a:lnTo>
                  <a:pt x="1072434" y="631886"/>
                </a:lnTo>
                <a:lnTo>
                  <a:pt x="1072603" y="632344"/>
                </a:lnTo>
                <a:lnTo>
                  <a:pt x="1072781" y="632801"/>
                </a:lnTo>
                <a:lnTo>
                  <a:pt x="1072950" y="633258"/>
                </a:lnTo>
                <a:lnTo>
                  <a:pt x="1073128" y="633715"/>
                </a:lnTo>
                <a:lnTo>
                  <a:pt x="1073297" y="634173"/>
                </a:lnTo>
                <a:lnTo>
                  <a:pt x="1073466" y="634629"/>
                </a:lnTo>
                <a:lnTo>
                  <a:pt x="1073644" y="635086"/>
                </a:lnTo>
                <a:lnTo>
                  <a:pt x="1073813" y="635542"/>
                </a:lnTo>
                <a:lnTo>
                  <a:pt x="1073991" y="635998"/>
                </a:lnTo>
                <a:lnTo>
                  <a:pt x="1074160" y="636455"/>
                </a:lnTo>
                <a:lnTo>
                  <a:pt x="1074338" y="636910"/>
                </a:lnTo>
                <a:lnTo>
                  <a:pt x="1074507" y="637366"/>
                </a:lnTo>
                <a:lnTo>
                  <a:pt x="1074676" y="637820"/>
                </a:lnTo>
                <a:lnTo>
                  <a:pt x="1074854" y="638276"/>
                </a:lnTo>
                <a:lnTo>
                  <a:pt x="1075023" y="638730"/>
                </a:lnTo>
                <a:lnTo>
                  <a:pt x="1075201" y="639185"/>
                </a:lnTo>
                <a:lnTo>
                  <a:pt x="1075370" y="639639"/>
                </a:lnTo>
                <a:lnTo>
                  <a:pt x="1075548" y="640093"/>
                </a:lnTo>
                <a:lnTo>
                  <a:pt x="1075717" y="640547"/>
                </a:lnTo>
                <a:lnTo>
                  <a:pt x="1075886" y="641001"/>
                </a:lnTo>
                <a:lnTo>
                  <a:pt x="1076064" y="641455"/>
                </a:lnTo>
                <a:lnTo>
                  <a:pt x="1076233" y="641907"/>
                </a:lnTo>
                <a:lnTo>
                  <a:pt x="1076411" y="642360"/>
                </a:lnTo>
                <a:lnTo>
                  <a:pt x="1076580" y="642813"/>
                </a:lnTo>
                <a:lnTo>
                  <a:pt x="1076758" y="643266"/>
                </a:lnTo>
                <a:lnTo>
                  <a:pt x="1076927" y="643718"/>
                </a:lnTo>
                <a:lnTo>
                  <a:pt x="1077096" y="644170"/>
                </a:lnTo>
                <a:lnTo>
                  <a:pt x="1077274" y="644622"/>
                </a:lnTo>
                <a:lnTo>
                  <a:pt x="1077443" y="645073"/>
                </a:lnTo>
                <a:lnTo>
                  <a:pt x="1077621" y="645525"/>
                </a:lnTo>
                <a:lnTo>
                  <a:pt x="1077790" y="645976"/>
                </a:lnTo>
                <a:lnTo>
                  <a:pt x="1077968" y="646427"/>
                </a:lnTo>
                <a:lnTo>
                  <a:pt x="1078137" y="646877"/>
                </a:lnTo>
                <a:lnTo>
                  <a:pt x="1078306" y="647328"/>
                </a:lnTo>
                <a:lnTo>
                  <a:pt x="1078484" y="647778"/>
                </a:lnTo>
                <a:lnTo>
                  <a:pt x="1078653" y="648227"/>
                </a:lnTo>
                <a:lnTo>
                  <a:pt x="1078831" y="648678"/>
                </a:lnTo>
                <a:lnTo>
                  <a:pt x="1079000" y="649127"/>
                </a:lnTo>
                <a:lnTo>
                  <a:pt x="1079178" y="649576"/>
                </a:lnTo>
                <a:lnTo>
                  <a:pt x="1079347" y="650025"/>
                </a:lnTo>
                <a:lnTo>
                  <a:pt x="1079516" y="650474"/>
                </a:lnTo>
                <a:lnTo>
                  <a:pt x="1079694" y="650923"/>
                </a:lnTo>
                <a:lnTo>
                  <a:pt x="1079863" y="651371"/>
                </a:lnTo>
                <a:lnTo>
                  <a:pt x="1080041" y="651819"/>
                </a:lnTo>
                <a:lnTo>
                  <a:pt x="1080210" y="652267"/>
                </a:lnTo>
                <a:lnTo>
                  <a:pt x="1080388" y="652715"/>
                </a:lnTo>
                <a:lnTo>
                  <a:pt x="1080557" y="653162"/>
                </a:lnTo>
                <a:lnTo>
                  <a:pt x="1080726" y="653609"/>
                </a:lnTo>
                <a:lnTo>
                  <a:pt x="1080904" y="654056"/>
                </a:lnTo>
                <a:lnTo>
                  <a:pt x="1081073" y="654503"/>
                </a:lnTo>
                <a:lnTo>
                  <a:pt x="1081251" y="654950"/>
                </a:lnTo>
                <a:lnTo>
                  <a:pt x="1081420" y="655395"/>
                </a:lnTo>
                <a:lnTo>
                  <a:pt x="1081598" y="655842"/>
                </a:lnTo>
                <a:lnTo>
                  <a:pt x="1081767" y="656288"/>
                </a:lnTo>
                <a:lnTo>
                  <a:pt x="1081936" y="656732"/>
                </a:lnTo>
                <a:lnTo>
                  <a:pt x="1082114" y="657178"/>
                </a:lnTo>
                <a:lnTo>
                  <a:pt x="1082283" y="657623"/>
                </a:lnTo>
                <a:lnTo>
                  <a:pt x="1082461" y="658068"/>
                </a:lnTo>
                <a:lnTo>
                  <a:pt x="1082630" y="658513"/>
                </a:lnTo>
                <a:lnTo>
                  <a:pt x="1082807" y="658957"/>
                </a:lnTo>
                <a:lnTo>
                  <a:pt x="1082977" y="659401"/>
                </a:lnTo>
                <a:lnTo>
                  <a:pt x="1083145" y="659844"/>
                </a:lnTo>
                <a:lnTo>
                  <a:pt x="1083323" y="660288"/>
                </a:lnTo>
                <a:lnTo>
                  <a:pt x="1083492" y="660731"/>
                </a:lnTo>
                <a:lnTo>
                  <a:pt x="1083670" y="661175"/>
                </a:lnTo>
                <a:lnTo>
                  <a:pt x="1083839" y="661617"/>
                </a:lnTo>
                <a:lnTo>
                  <a:pt x="1084017" y="662060"/>
                </a:lnTo>
                <a:lnTo>
                  <a:pt x="1084186" y="662503"/>
                </a:lnTo>
                <a:lnTo>
                  <a:pt x="1084355" y="662945"/>
                </a:lnTo>
                <a:lnTo>
                  <a:pt x="1084533" y="663387"/>
                </a:lnTo>
                <a:lnTo>
                  <a:pt x="1084702" y="663829"/>
                </a:lnTo>
                <a:lnTo>
                  <a:pt x="1084880" y="664270"/>
                </a:lnTo>
                <a:lnTo>
                  <a:pt x="1085049" y="664712"/>
                </a:lnTo>
                <a:lnTo>
                  <a:pt x="1085227" y="665152"/>
                </a:lnTo>
                <a:lnTo>
                  <a:pt x="1085396" y="665593"/>
                </a:lnTo>
                <a:lnTo>
                  <a:pt x="1085565" y="666034"/>
                </a:lnTo>
                <a:lnTo>
                  <a:pt x="1085743" y="666474"/>
                </a:lnTo>
                <a:lnTo>
                  <a:pt x="1085912" y="666914"/>
                </a:lnTo>
                <a:lnTo>
                  <a:pt x="1086090" y="667354"/>
                </a:lnTo>
                <a:lnTo>
                  <a:pt x="1086259" y="667793"/>
                </a:lnTo>
                <a:lnTo>
                  <a:pt x="1086437" y="668232"/>
                </a:lnTo>
                <a:lnTo>
                  <a:pt x="1086606" y="668671"/>
                </a:lnTo>
                <a:lnTo>
                  <a:pt x="1086775" y="669110"/>
                </a:lnTo>
                <a:lnTo>
                  <a:pt x="1086953" y="669549"/>
                </a:lnTo>
                <a:lnTo>
                  <a:pt x="1087122" y="669987"/>
                </a:lnTo>
                <a:lnTo>
                  <a:pt x="1087300" y="670425"/>
                </a:lnTo>
                <a:lnTo>
                  <a:pt x="1087469" y="670863"/>
                </a:lnTo>
                <a:lnTo>
                  <a:pt x="1087647" y="671300"/>
                </a:lnTo>
                <a:lnTo>
                  <a:pt x="1087816" y="671737"/>
                </a:lnTo>
                <a:lnTo>
                  <a:pt x="1087985" y="672175"/>
                </a:lnTo>
                <a:lnTo>
                  <a:pt x="1088163" y="672612"/>
                </a:lnTo>
                <a:lnTo>
                  <a:pt x="1088332" y="673048"/>
                </a:lnTo>
                <a:lnTo>
                  <a:pt x="1088510" y="673484"/>
                </a:lnTo>
                <a:lnTo>
                  <a:pt x="1088679" y="673920"/>
                </a:lnTo>
                <a:lnTo>
                  <a:pt x="1088857" y="674356"/>
                </a:lnTo>
                <a:lnTo>
                  <a:pt x="1089026" y="674792"/>
                </a:lnTo>
                <a:lnTo>
                  <a:pt x="1089195" y="675227"/>
                </a:lnTo>
                <a:lnTo>
                  <a:pt x="1089373" y="675662"/>
                </a:lnTo>
                <a:lnTo>
                  <a:pt x="1089542" y="676097"/>
                </a:lnTo>
                <a:lnTo>
                  <a:pt x="1089720" y="676531"/>
                </a:lnTo>
                <a:lnTo>
                  <a:pt x="1089889" y="676966"/>
                </a:lnTo>
                <a:lnTo>
                  <a:pt x="1090058" y="677400"/>
                </a:lnTo>
                <a:lnTo>
                  <a:pt x="1090236" y="677834"/>
                </a:lnTo>
                <a:lnTo>
                  <a:pt x="1090405" y="678267"/>
                </a:lnTo>
                <a:lnTo>
                  <a:pt x="1090583" y="678700"/>
                </a:lnTo>
                <a:lnTo>
                  <a:pt x="1090752" y="679134"/>
                </a:lnTo>
                <a:lnTo>
                  <a:pt x="1090930" y="679567"/>
                </a:lnTo>
                <a:lnTo>
                  <a:pt x="1091099" y="679999"/>
                </a:lnTo>
                <a:lnTo>
                  <a:pt x="1091268" y="680432"/>
                </a:lnTo>
                <a:lnTo>
                  <a:pt x="1091446" y="680864"/>
                </a:lnTo>
                <a:lnTo>
                  <a:pt x="1091615" y="681296"/>
                </a:lnTo>
                <a:lnTo>
                  <a:pt x="1091793" y="681727"/>
                </a:lnTo>
                <a:lnTo>
                  <a:pt x="1091962" y="682158"/>
                </a:lnTo>
                <a:lnTo>
                  <a:pt x="1092140" y="682590"/>
                </a:lnTo>
                <a:lnTo>
                  <a:pt x="1092309" y="683021"/>
                </a:lnTo>
                <a:lnTo>
                  <a:pt x="1092478" y="683451"/>
                </a:lnTo>
                <a:lnTo>
                  <a:pt x="1092656" y="683881"/>
                </a:lnTo>
                <a:lnTo>
                  <a:pt x="1092825" y="684311"/>
                </a:lnTo>
                <a:lnTo>
                  <a:pt x="1093003" y="684741"/>
                </a:lnTo>
                <a:lnTo>
                  <a:pt x="1093172" y="685171"/>
                </a:lnTo>
                <a:lnTo>
                  <a:pt x="1093350" y="685600"/>
                </a:lnTo>
                <a:lnTo>
                  <a:pt x="1093519" y="686029"/>
                </a:lnTo>
                <a:lnTo>
                  <a:pt x="1093688" y="686458"/>
                </a:lnTo>
                <a:lnTo>
                  <a:pt x="1093866" y="686886"/>
                </a:lnTo>
                <a:lnTo>
                  <a:pt x="1094035" y="687315"/>
                </a:lnTo>
                <a:lnTo>
                  <a:pt x="1094213" y="687743"/>
                </a:lnTo>
                <a:lnTo>
                  <a:pt x="1094382" y="688171"/>
                </a:lnTo>
                <a:lnTo>
                  <a:pt x="1094560" y="688598"/>
                </a:lnTo>
                <a:lnTo>
                  <a:pt x="1094729" y="689025"/>
                </a:lnTo>
                <a:lnTo>
                  <a:pt x="1094898" y="689452"/>
                </a:lnTo>
                <a:lnTo>
                  <a:pt x="1095076" y="689879"/>
                </a:lnTo>
                <a:lnTo>
                  <a:pt x="1095245" y="690305"/>
                </a:lnTo>
                <a:lnTo>
                  <a:pt x="1095423" y="690732"/>
                </a:lnTo>
                <a:lnTo>
                  <a:pt x="1095592" y="691157"/>
                </a:lnTo>
                <a:lnTo>
                  <a:pt x="1095770" y="691583"/>
                </a:lnTo>
                <a:lnTo>
                  <a:pt x="1095939" y="692009"/>
                </a:lnTo>
                <a:lnTo>
                  <a:pt x="1096108" y="692434"/>
                </a:lnTo>
                <a:lnTo>
                  <a:pt x="1096286" y="692859"/>
                </a:lnTo>
                <a:lnTo>
                  <a:pt x="1096455" y="693283"/>
                </a:lnTo>
                <a:lnTo>
                  <a:pt x="1096633" y="693708"/>
                </a:lnTo>
                <a:lnTo>
                  <a:pt x="1096802" y="694132"/>
                </a:lnTo>
                <a:lnTo>
                  <a:pt x="1096980" y="694556"/>
                </a:lnTo>
                <a:lnTo>
                  <a:pt x="1097148" y="694980"/>
                </a:lnTo>
                <a:lnTo>
                  <a:pt x="1097318" y="695404"/>
                </a:lnTo>
                <a:lnTo>
                  <a:pt x="1097495" y="695826"/>
                </a:lnTo>
                <a:lnTo>
                  <a:pt x="1097665" y="696250"/>
                </a:lnTo>
                <a:lnTo>
                  <a:pt x="1097842" y="696672"/>
                </a:lnTo>
                <a:lnTo>
                  <a:pt x="1098012" y="697094"/>
                </a:lnTo>
                <a:lnTo>
                  <a:pt x="1098189" y="697516"/>
                </a:lnTo>
                <a:lnTo>
                  <a:pt x="1098358" y="697938"/>
                </a:lnTo>
                <a:lnTo>
                  <a:pt x="1098527" y="698360"/>
                </a:lnTo>
                <a:lnTo>
                  <a:pt x="1098705" y="698781"/>
                </a:lnTo>
                <a:lnTo>
                  <a:pt x="1098874" y="699202"/>
                </a:lnTo>
                <a:lnTo>
                  <a:pt x="1099052" y="699623"/>
                </a:lnTo>
                <a:lnTo>
                  <a:pt x="1099221" y="700043"/>
                </a:lnTo>
                <a:lnTo>
                  <a:pt x="1099399" y="700464"/>
                </a:lnTo>
                <a:lnTo>
                  <a:pt x="1099568" y="700884"/>
                </a:lnTo>
                <a:lnTo>
                  <a:pt x="1099737" y="701304"/>
                </a:lnTo>
                <a:lnTo>
                  <a:pt x="1099915" y="701723"/>
                </a:lnTo>
                <a:lnTo>
                  <a:pt x="1100084" y="702142"/>
                </a:lnTo>
                <a:lnTo>
                  <a:pt x="1100262" y="702561"/>
                </a:lnTo>
                <a:lnTo>
                  <a:pt x="1100431" y="702980"/>
                </a:lnTo>
                <a:lnTo>
                  <a:pt x="1100609" y="703398"/>
                </a:lnTo>
                <a:lnTo>
                  <a:pt x="1100778" y="703816"/>
                </a:lnTo>
                <a:lnTo>
                  <a:pt x="1100947" y="704234"/>
                </a:lnTo>
                <a:lnTo>
                  <a:pt x="1101125" y="704651"/>
                </a:lnTo>
                <a:lnTo>
                  <a:pt x="1101294" y="705069"/>
                </a:lnTo>
                <a:lnTo>
                  <a:pt x="1101472" y="705486"/>
                </a:lnTo>
                <a:lnTo>
                  <a:pt x="1101641" y="705903"/>
                </a:lnTo>
                <a:lnTo>
                  <a:pt x="1101819" y="706319"/>
                </a:lnTo>
                <a:lnTo>
                  <a:pt x="1101988" y="706736"/>
                </a:lnTo>
                <a:lnTo>
                  <a:pt x="1102157" y="707152"/>
                </a:lnTo>
                <a:lnTo>
                  <a:pt x="1102335" y="707568"/>
                </a:lnTo>
                <a:lnTo>
                  <a:pt x="1102504" y="707983"/>
                </a:lnTo>
                <a:lnTo>
                  <a:pt x="1102682" y="708399"/>
                </a:lnTo>
                <a:lnTo>
                  <a:pt x="1102851" y="708814"/>
                </a:lnTo>
                <a:lnTo>
                  <a:pt x="1103029" y="709229"/>
                </a:lnTo>
                <a:lnTo>
                  <a:pt x="1103198" y="709643"/>
                </a:lnTo>
                <a:lnTo>
                  <a:pt x="1103367" y="710057"/>
                </a:lnTo>
                <a:lnTo>
                  <a:pt x="1103545" y="710471"/>
                </a:lnTo>
                <a:lnTo>
                  <a:pt x="1103714" y="710884"/>
                </a:lnTo>
                <a:lnTo>
                  <a:pt x="1103892" y="711298"/>
                </a:lnTo>
                <a:lnTo>
                  <a:pt x="1104061" y="711711"/>
                </a:lnTo>
                <a:lnTo>
                  <a:pt x="1104239" y="712123"/>
                </a:lnTo>
                <a:lnTo>
                  <a:pt x="1104408" y="712536"/>
                </a:lnTo>
                <a:lnTo>
                  <a:pt x="1104577" y="712949"/>
                </a:lnTo>
                <a:lnTo>
                  <a:pt x="1104755" y="713361"/>
                </a:lnTo>
                <a:lnTo>
                  <a:pt x="1104924" y="713773"/>
                </a:lnTo>
                <a:lnTo>
                  <a:pt x="1105102" y="714184"/>
                </a:lnTo>
                <a:lnTo>
                  <a:pt x="1105271" y="714596"/>
                </a:lnTo>
                <a:lnTo>
                  <a:pt x="1105449" y="715006"/>
                </a:lnTo>
                <a:lnTo>
                  <a:pt x="1105618" y="715417"/>
                </a:lnTo>
                <a:lnTo>
                  <a:pt x="1105787" y="715827"/>
                </a:lnTo>
                <a:lnTo>
                  <a:pt x="1105965" y="716238"/>
                </a:lnTo>
                <a:lnTo>
                  <a:pt x="1106134" y="716647"/>
                </a:lnTo>
                <a:lnTo>
                  <a:pt x="1106312" y="717057"/>
                </a:lnTo>
                <a:lnTo>
                  <a:pt x="1106481" y="717467"/>
                </a:lnTo>
                <a:lnTo>
                  <a:pt x="1106659" y="717876"/>
                </a:lnTo>
                <a:lnTo>
                  <a:pt x="1106828" y="718284"/>
                </a:lnTo>
                <a:lnTo>
                  <a:pt x="1106997" y="718693"/>
                </a:lnTo>
                <a:lnTo>
                  <a:pt x="1107175" y="719101"/>
                </a:lnTo>
                <a:lnTo>
                  <a:pt x="1107344" y="719509"/>
                </a:lnTo>
                <a:lnTo>
                  <a:pt x="1107522" y="719917"/>
                </a:lnTo>
                <a:lnTo>
                  <a:pt x="1107691" y="720324"/>
                </a:lnTo>
                <a:lnTo>
                  <a:pt x="1107869" y="720732"/>
                </a:lnTo>
                <a:lnTo>
                  <a:pt x="1108038" y="721138"/>
                </a:lnTo>
                <a:lnTo>
                  <a:pt x="1108207" y="721545"/>
                </a:lnTo>
                <a:lnTo>
                  <a:pt x="1108385" y="721951"/>
                </a:lnTo>
                <a:lnTo>
                  <a:pt x="1108554" y="722358"/>
                </a:lnTo>
                <a:lnTo>
                  <a:pt x="1108732" y="722764"/>
                </a:lnTo>
                <a:lnTo>
                  <a:pt x="1108901" y="723169"/>
                </a:lnTo>
                <a:lnTo>
                  <a:pt x="1109070" y="723574"/>
                </a:lnTo>
                <a:lnTo>
                  <a:pt x="1109248" y="723980"/>
                </a:lnTo>
                <a:lnTo>
                  <a:pt x="1109417" y="724385"/>
                </a:lnTo>
                <a:lnTo>
                  <a:pt x="1109595" y="724789"/>
                </a:lnTo>
                <a:lnTo>
                  <a:pt x="1109764" y="725193"/>
                </a:lnTo>
                <a:lnTo>
                  <a:pt x="1109942" y="725597"/>
                </a:lnTo>
                <a:lnTo>
                  <a:pt x="1110111" y="726000"/>
                </a:lnTo>
                <a:lnTo>
                  <a:pt x="1110280" y="726404"/>
                </a:lnTo>
                <a:lnTo>
                  <a:pt x="1110458" y="726807"/>
                </a:lnTo>
                <a:lnTo>
                  <a:pt x="1110627" y="727210"/>
                </a:lnTo>
                <a:lnTo>
                  <a:pt x="1110805" y="727612"/>
                </a:lnTo>
                <a:lnTo>
                  <a:pt x="1110974" y="728014"/>
                </a:lnTo>
                <a:lnTo>
                  <a:pt x="1111152" y="728416"/>
                </a:lnTo>
                <a:lnTo>
                  <a:pt x="1111321" y="728819"/>
                </a:lnTo>
                <a:lnTo>
                  <a:pt x="1111490" y="729220"/>
                </a:lnTo>
                <a:lnTo>
                  <a:pt x="1111668" y="729621"/>
                </a:lnTo>
                <a:lnTo>
                  <a:pt x="1111837" y="730022"/>
                </a:lnTo>
                <a:lnTo>
                  <a:pt x="1112015" y="730423"/>
                </a:lnTo>
                <a:lnTo>
                  <a:pt x="1112184" y="730823"/>
                </a:lnTo>
                <a:lnTo>
                  <a:pt x="1112362" y="731223"/>
                </a:lnTo>
                <a:lnTo>
                  <a:pt x="1112530" y="731623"/>
                </a:lnTo>
                <a:lnTo>
                  <a:pt x="1112700" y="732022"/>
                </a:lnTo>
                <a:lnTo>
                  <a:pt x="1112877" y="732422"/>
                </a:lnTo>
                <a:lnTo>
                  <a:pt x="1113047" y="732820"/>
                </a:lnTo>
                <a:lnTo>
                  <a:pt x="1113224" y="733219"/>
                </a:lnTo>
                <a:lnTo>
                  <a:pt x="1113393" y="733617"/>
                </a:lnTo>
                <a:lnTo>
                  <a:pt x="1113571" y="734016"/>
                </a:lnTo>
                <a:lnTo>
                  <a:pt x="1113740" y="734414"/>
                </a:lnTo>
                <a:lnTo>
                  <a:pt x="1113909" y="734811"/>
                </a:lnTo>
                <a:lnTo>
                  <a:pt x="1114087" y="735209"/>
                </a:lnTo>
                <a:lnTo>
                  <a:pt x="1114256" y="735606"/>
                </a:lnTo>
                <a:lnTo>
                  <a:pt x="1114434" y="736002"/>
                </a:lnTo>
                <a:lnTo>
                  <a:pt x="1114603" y="736398"/>
                </a:lnTo>
                <a:lnTo>
                  <a:pt x="1114781" y="736795"/>
                </a:lnTo>
                <a:lnTo>
                  <a:pt x="1114950" y="737191"/>
                </a:lnTo>
                <a:lnTo>
                  <a:pt x="1115119" y="737587"/>
                </a:lnTo>
                <a:lnTo>
                  <a:pt x="1115297" y="737982"/>
                </a:lnTo>
                <a:lnTo>
                  <a:pt x="1115466" y="738377"/>
                </a:lnTo>
                <a:lnTo>
                  <a:pt x="1115644" y="738772"/>
                </a:lnTo>
                <a:lnTo>
                  <a:pt x="1115813" y="739166"/>
                </a:lnTo>
                <a:lnTo>
                  <a:pt x="1115991" y="739561"/>
                </a:lnTo>
                <a:lnTo>
                  <a:pt x="1116160" y="739954"/>
                </a:lnTo>
                <a:lnTo>
                  <a:pt x="1116329" y="740348"/>
                </a:lnTo>
                <a:lnTo>
                  <a:pt x="1116507" y="740742"/>
                </a:lnTo>
                <a:lnTo>
                  <a:pt x="1116676" y="741135"/>
                </a:lnTo>
                <a:lnTo>
                  <a:pt x="1116854" y="741528"/>
                </a:lnTo>
                <a:lnTo>
                  <a:pt x="1117023" y="741920"/>
                </a:lnTo>
                <a:lnTo>
                  <a:pt x="1117201" y="742313"/>
                </a:lnTo>
                <a:lnTo>
                  <a:pt x="1117370" y="742705"/>
                </a:lnTo>
                <a:lnTo>
                  <a:pt x="1117539" y="743096"/>
                </a:lnTo>
                <a:lnTo>
                  <a:pt x="1117717" y="743488"/>
                </a:lnTo>
                <a:lnTo>
                  <a:pt x="1117886" y="743879"/>
                </a:lnTo>
                <a:lnTo>
                  <a:pt x="1118064" y="744270"/>
                </a:lnTo>
                <a:lnTo>
                  <a:pt x="1118233" y="744660"/>
                </a:lnTo>
                <a:lnTo>
                  <a:pt x="1118411" y="745051"/>
                </a:lnTo>
                <a:lnTo>
                  <a:pt x="1118580" y="745441"/>
                </a:lnTo>
                <a:lnTo>
                  <a:pt x="1118749" y="745830"/>
                </a:lnTo>
                <a:lnTo>
                  <a:pt x="1118927" y="746220"/>
                </a:lnTo>
                <a:lnTo>
                  <a:pt x="1119096" y="746610"/>
                </a:lnTo>
                <a:lnTo>
                  <a:pt x="1119274" y="746998"/>
                </a:lnTo>
                <a:lnTo>
                  <a:pt x="1119443" y="747387"/>
                </a:lnTo>
                <a:lnTo>
                  <a:pt x="1119621" y="747775"/>
                </a:lnTo>
                <a:lnTo>
                  <a:pt x="1119790" y="748164"/>
                </a:lnTo>
                <a:lnTo>
                  <a:pt x="1119959" y="748551"/>
                </a:lnTo>
                <a:lnTo>
                  <a:pt x="1120137" y="748939"/>
                </a:lnTo>
                <a:lnTo>
                  <a:pt x="1120306" y="749326"/>
                </a:lnTo>
                <a:lnTo>
                  <a:pt x="1120484" y="749713"/>
                </a:lnTo>
                <a:lnTo>
                  <a:pt x="1120653" y="750100"/>
                </a:lnTo>
                <a:lnTo>
                  <a:pt x="1120831" y="750486"/>
                </a:lnTo>
                <a:lnTo>
                  <a:pt x="1121000" y="750872"/>
                </a:lnTo>
                <a:lnTo>
                  <a:pt x="1121169" y="751258"/>
                </a:lnTo>
                <a:lnTo>
                  <a:pt x="1121347" y="751643"/>
                </a:lnTo>
                <a:lnTo>
                  <a:pt x="1121516" y="752029"/>
                </a:lnTo>
                <a:lnTo>
                  <a:pt x="1121694" y="752414"/>
                </a:lnTo>
                <a:lnTo>
                  <a:pt x="1121863" y="752799"/>
                </a:lnTo>
                <a:lnTo>
                  <a:pt x="1122041" y="753183"/>
                </a:lnTo>
                <a:lnTo>
                  <a:pt x="1122210" y="753567"/>
                </a:lnTo>
                <a:lnTo>
                  <a:pt x="1122379" y="753951"/>
                </a:lnTo>
                <a:lnTo>
                  <a:pt x="1122557" y="754335"/>
                </a:lnTo>
                <a:lnTo>
                  <a:pt x="1122726" y="754718"/>
                </a:lnTo>
                <a:lnTo>
                  <a:pt x="1122904" y="755100"/>
                </a:lnTo>
                <a:lnTo>
                  <a:pt x="1123073" y="755483"/>
                </a:lnTo>
                <a:lnTo>
                  <a:pt x="1123251" y="755866"/>
                </a:lnTo>
                <a:lnTo>
                  <a:pt x="1123420" y="756248"/>
                </a:lnTo>
                <a:lnTo>
                  <a:pt x="1123589" y="756630"/>
                </a:lnTo>
                <a:lnTo>
                  <a:pt x="1123767" y="757011"/>
                </a:lnTo>
                <a:lnTo>
                  <a:pt x="1123936" y="757393"/>
                </a:lnTo>
                <a:lnTo>
                  <a:pt x="1124114" y="757774"/>
                </a:lnTo>
                <a:lnTo>
                  <a:pt x="1124283" y="758155"/>
                </a:lnTo>
                <a:lnTo>
                  <a:pt x="1124461" y="758534"/>
                </a:lnTo>
                <a:lnTo>
                  <a:pt x="1124630" y="758915"/>
                </a:lnTo>
                <a:lnTo>
                  <a:pt x="1124799" y="759295"/>
                </a:lnTo>
                <a:lnTo>
                  <a:pt x="1124977" y="759674"/>
                </a:lnTo>
                <a:lnTo>
                  <a:pt x="1125146" y="760054"/>
                </a:lnTo>
                <a:lnTo>
                  <a:pt x="1125324" y="760433"/>
                </a:lnTo>
                <a:lnTo>
                  <a:pt x="1125493" y="760811"/>
                </a:lnTo>
                <a:lnTo>
                  <a:pt x="1125671" y="761190"/>
                </a:lnTo>
                <a:lnTo>
                  <a:pt x="1125840" y="761568"/>
                </a:lnTo>
                <a:lnTo>
                  <a:pt x="1126009" y="761946"/>
                </a:lnTo>
                <a:lnTo>
                  <a:pt x="1126187" y="762323"/>
                </a:lnTo>
                <a:lnTo>
                  <a:pt x="1126356" y="762701"/>
                </a:lnTo>
                <a:lnTo>
                  <a:pt x="1126533" y="763078"/>
                </a:lnTo>
                <a:lnTo>
                  <a:pt x="1126703" y="763454"/>
                </a:lnTo>
                <a:lnTo>
                  <a:pt x="1126880" y="763831"/>
                </a:lnTo>
                <a:lnTo>
                  <a:pt x="1127050" y="764207"/>
                </a:lnTo>
                <a:lnTo>
                  <a:pt x="1127219" y="764582"/>
                </a:lnTo>
                <a:lnTo>
                  <a:pt x="1127396" y="764956"/>
                </a:lnTo>
                <a:lnTo>
                  <a:pt x="1127566" y="765330"/>
                </a:lnTo>
                <a:lnTo>
                  <a:pt x="1127743" y="765712"/>
                </a:lnTo>
                <a:lnTo>
                  <a:pt x="1127912" y="766086"/>
                </a:lnTo>
                <a:lnTo>
                  <a:pt x="1128081" y="766459"/>
                </a:lnTo>
                <a:lnTo>
                  <a:pt x="1128259" y="766833"/>
                </a:lnTo>
                <a:lnTo>
                  <a:pt x="1128428" y="767207"/>
                </a:lnTo>
                <a:lnTo>
                  <a:pt x="1128606" y="767580"/>
                </a:lnTo>
                <a:lnTo>
                  <a:pt x="1128775" y="767954"/>
                </a:lnTo>
                <a:lnTo>
                  <a:pt x="1128953" y="768328"/>
                </a:lnTo>
                <a:lnTo>
                  <a:pt x="1129122" y="768701"/>
                </a:lnTo>
                <a:lnTo>
                  <a:pt x="1129291" y="769075"/>
                </a:lnTo>
                <a:lnTo>
                  <a:pt x="1129469" y="769440"/>
                </a:lnTo>
                <a:lnTo>
                  <a:pt x="1129638" y="769813"/>
                </a:lnTo>
                <a:lnTo>
                  <a:pt x="1129816" y="770187"/>
                </a:lnTo>
                <a:lnTo>
                  <a:pt x="1129985" y="770561"/>
                </a:lnTo>
                <a:lnTo>
                  <a:pt x="1130163" y="770925"/>
                </a:lnTo>
                <a:lnTo>
                  <a:pt x="1130332" y="771299"/>
                </a:lnTo>
                <a:lnTo>
                  <a:pt x="1130501" y="771673"/>
                </a:lnTo>
                <a:lnTo>
                  <a:pt x="1130679" y="772038"/>
                </a:lnTo>
                <a:lnTo>
                  <a:pt x="1130848" y="772411"/>
                </a:lnTo>
                <a:lnTo>
                  <a:pt x="1131026" y="772776"/>
                </a:lnTo>
                <a:lnTo>
                  <a:pt x="1131195" y="773150"/>
                </a:lnTo>
                <a:lnTo>
                  <a:pt x="1131373" y="773514"/>
                </a:lnTo>
                <a:lnTo>
                  <a:pt x="1131542" y="773888"/>
                </a:lnTo>
                <a:lnTo>
                  <a:pt x="1131711" y="774253"/>
                </a:lnTo>
                <a:lnTo>
                  <a:pt x="1131889" y="774626"/>
                </a:lnTo>
                <a:lnTo>
                  <a:pt x="1132058" y="774991"/>
                </a:lnTo>
                <a:lnTo>
                  <a:pt x="1132236" y="775356"/>
                </a:lnTo>
                <a:lnTo>
                  <a:pt x="1132405" y="775730"/>
                </a:lnTo>
                <a:lnTo>
                  <a:pt x="1132583" y="776094"/>
                </a:lnTo>
                <a:lnTo>
                  <a:pt x="1132752" y="776459"/>
                </a:lnTo>
                <a:lnTo>
                  <a:pt x="1132921" y="776824"/>
                </a:lnTo>
                <a:lnTo>
                  <a:pt x="1133099" y="777189"/>
                </a:lnTo>
                <a:lnTo>
                  <a:pt x="1133268" y="777553"/>
                </a:lnTo>
                <a:lnTo>
                  <a:pt x="1133446" y="777918"/>
                </a:lnTo>
                <a:lnTo>
                  <a:pt x="1133615" y="778292"/>
                </a:lnTo>
                <a:lnTo>
                  <a:pt x="1133793" y="778656"/>
                </a:lnTo>
                <a:lnTo>
                  <a:pt x="1133962" y="779021"/>
                </a:lnTo>
                <a:lnTo>
                  <a:pt x="1134131" y="779377"/>
                </a:lnTo>
                <a:lnTo>
                  <a:pt x="1134309" y="779742"/>
                </a:lnTo>
                <a:lnTo>
                  <a:pt x="1134478" y="780107"/>
                </a:lnTo>
                <a:lnTo>
                  <a:pt x="1134656" y="780471"/>
                </a:lnTo>
                <a:lnTo>
                  <a:pt x="1134825" y="780836"/>
                </a:lnTo>
                <a:lnTo>
                  <a:pt x="1135003" y="781201"/>
                </a:lnTo>
                <a:lnTo>
                  <a:pt x="1135172" y="781566"/>
                </a:lnTo>
                <a:lnTo>
                  <a:pt x="1135341" y="781921"/>
                </a:lnTo>
                <a:lnTo>
                  <a:pt x="1135519" y="782286"/>
                </a:lnTo>
                <a:lnTo>
                  <a:pt x="1135688" y="782651"/>
                </a:lnTo>
                <a:lnTo>
                  <a:pt x="1135866" y="783007"/>
                </a:lnTo>
                <a:lnTo>
                  <a:pt x="1136035" y="783372"/>
                </a:lnTo>
                <a:lnTo>
                  <a:pt x="1136213" y="783727"/>
                </a:lnTo>
                <a:lnTo>
                  <a:pt x="1136382" y="784092"/>
                </a:lnTo>
                <a:lnTo>
                  <a:pt x="1136551" y="784448"/>
                </a:lnTo>
                <a:lnTo>
                  <a:pt x="1136729" y="784813"/>
                </a:lnTo>
                <a:lnTo>
                  <a:pt x="1136898" y="785169"/>
                </a:lnTo>
                <a:lnTo>
                  <a:pt x="1137076" y="785533"/>
                </a:lnTo>
                <a:lnTo>
                  <a:pt x="1137245" y="785889"/>
                </a:lnTo>
                <a:lnTo>
                  <a:pt x="1137423" y="786245"/>
                </a:lnTo>
                <a:lnTo>
                  <a:pt x="1137592" y="786610"/>
                </a:lnTo>
                <a:lnTo>
                  <a:pt x="1137761" y="786966"/>
                </a:lnTo>
                <a:lnTo>
                  <a:pt x="1137939" y="787322"/>
                </a:lnTo>
                <a:lnTo>
                  <a:pt x="1138108" y="787678"/>
                </a:lnTo>
                <a:lnTo>
                  <a:pt x="1138286" y="788042"/>
                </a:lnTo>
                <a:lnTo>
                  <a:pt x="1138455" y="788398"/>
                </a:lnTo>
                <a:lnTo>
                  <a:pt x="1138633" y="788754"/>
                </a:lnTo>
                <a:lnTo>
                  <a:pt x="1138802" y="789110"/>
                </a:lnTo>
                <a:lnTo>
                  <a:pt x="1138971" y="789466"/>
                </a:lnTo>
                <a:lnTo>
                  <a:pt x="1139149" y="789821"/>
                </a:lnTo>
                <a:lnTo>
                  <a:pt x="1139318" y="790177"/>
                </a:lnTo>
                <a:lnTo>
                  <a:pt x="1139496" y="790533"/>
                </a:lnTo>
                <a:lnTo>
                  <a:pt x="1139665" y="790889"/>
                </a:lnTo>
                <a:lnTo>
                  <a:pt x="1139843" y="791245"/>
                </a:lnTo>
                <a:lnTo>
                  <a:pt x="1140012" y="791592"/>
                </a:lnTo>
                <a:lnTo>
                  <a:pt x="1140181" y="791948"/>
                </a:lnTo>
                <a:lnTo>
                  <a:pt x="1140359" y="792304"/>
                </a:lnTo>
                <a:lnTo>
                  <a:pt x="1140528" y="792659"/>
                </a:lnTo>
                <a:lnTo>
                  <a:pt x="1140706" y="793006"/>
                </a:lnTo>
                <a:lnTo>
                  <a:pt x="1140875" y="793362"/>
                </a:lnTo>
                <a:lnTo>
                  <a:pt x="1141053" y="793718"/>
                </a:lnTo>
                <a:lnTo>
                  <a:pt x="1141222" y="794065"/>
                </a:lnTo>
                <a:lnTo>
                  <a:pt x="1141391" y="794421"/>
                </a:lnTo>
                <a:lnTo>
                  <a:pt x="1141569" y="794768"/>
                </a:lnTo>
                <a:lnTo>
                  <a:pt x="1141738" y="795124"/>
                </a:lnTo>
                <a:lnTo>
                  <a:pt x="1141915" y="795471"/>
                </a:lnTo>
                <a:lnTo>
                  <a:pt x="1142084" y="795827"/>
                </a:lnTo>
                <a:lnTo>
                  <a:pt x="1142262" y="796174"/>
                </a:lnTo>
                <a:lnTo>
                  <a:pt x="1142431" y="796529"/>
                </a:lnTo>
                <a:lnTo>
                  <a:pt x="1142601" y="796876"/>
                </a:lnTo>
                <a:lnTo>
                  <a:pt x="1142778" y="797223"/>
                </a:lnTo>
                <a:lnTo>
                  <a:pt x="1142948" y="797579"/>
                </a:lnTo>
                <a:lnTo>
                  <a:pt x="1143125" y="797926"/>
                </a:lnTo>
                <a:lnTo>
                  <a:pt x="1143294" y="798273"/>
                </a:lnTo>
                <a:lnTo>
                  <a:pt x="1143472" y="798620"/>
                </a:lnTo>
                <a:lnTo>
                  <a:pt x="1143641" y="798967"/>
                </a:lnTo>
                <a:lnTo>
                  <a:pt x="1143810" y="799314"/>
                </a:lnTo>
                <a:lnTo>
                  <a:pt x="1143988" y="799670"/>
                </a:lnTo>
                <a:lnTo>
                  <a:pt x="1144157" y="800017"/>
                </a:lnTo>
                <a:lnTo>
                  <a:pt x="1144335" y="800364"/>
                </a:lnTo>
                <a:lnTo>
                  <a:pt x="1144504" y="800711"/>
                </a:lnTo>
                <a:lnTo>
                  <a:pt x="1144682" y="801058"/>
                </a:lnTo>
                <a:lnTo>
                  <a:pt x="1144851" y="801396"/>
                </a:lnTo>
                <a:lnTo>
                  <a:pt x="1145020" y="801743"/>
                </a:lnTo>
                <a:lnTo>
                  <a:pt x="1145198" y="802090"/>
                </a:lnTo>
                <a:lnTo>
                  <a:pt x="1145367" y="802437"/>
                </a:lnTo>
                <a:lnTo>
                  <a:pt x="1145545" y="802784"/>
                </a:lnTo>
                <a:lnTo>
                  <a:pt x="1145714" y="803131"/>
                </a:lnTo>
                <a:lnTo>
                  <a:pt x="1145892" y="803469"/>
                </a:lnTo>
                <a:lnTo>
                  <a:pt x="1146061" y="803816"/>
                </a:lnTo>
                <a:lnTo>
                  <a:pt x="1146230" y="804163"/>
                </a:lnTo>
                <a:lnTo>
                  <a:pt x="1146408" y="804501"/>
                </a:lnTo>
                <a:lnTo>
                  <a:pt x="1146577" y="804848"/>
                </a:lnTo>
                <a:lnTo>
                  <a:pt x="1146755" y="805186"/>
                </a:lnTo>
                <a:lnTo>
                  <a:pt x="1146924" y="805533"/>
                </a:lnTo>
                <a:lnTo>
                  <a:pt x="1147093" y="805871"/>
                </a:lnTo>
                <a:lnTo>
                  <a:pt x="1147271" y="806218"/>
                </a:lnTo>
                <a:lnTo>
                  <a:pt x="1147440" y="806556"/>
                </a:lnTo>
                <a:lnTo>
                  <a:pt x="1147618" y="806903"/>
                </a:lnTo>
                <a:lnTo>
                  <a:pt x="1147787" y="807241"/>
                </a:lnTo>
                <a:lnTo>
                  <a:pt x="1147965" y="807579"/>
                </a:lnTo>
                <a:lnTo>
                  <a:pt x="1148134" y="807926"/>
                </a:lnTo>
                <a:lnTo>
                  <a:pt x="1148303" y="808264"/>
                </a:lnTo>
                <a:lnTo>
                  <a:pt x="1148481" y="808602"/>
                </a:lnTo>
                <a:lnTo>
                  <a:pt x="1148650" y="808940"/>
                </a:lnTo>
                <a:lnTo>
                  <a:pt x="1148828" y="809278"/>
                </a:lnTo>
                <a:lnTo>
                  <a:pt x="1148997" y="809625"/>
                </a:lnTo>
                <a:lnTo>
                  <a:pt x="1149175" y="809963"/>
                </a:lnTo>
                <a:lnTo>
                  <a:pt x="1149344" y="810301"/>
                </a:lnTo>
                <a:lnTo>
                  <a:pt x="1149513" y="810639"/>
                </a:lnTo>
                <a:lnTo>
                  <a:pt x="1149691" y="810977"/>
                </a:lnTo>
                <a:lnTo>
                  <a:pt x="1149860" y="811315"/>
                </a:lnTo>
                <a:lnTo>
                  <a:pt x="1150038" y="811653"/>
                </a:lnTo>
                <a:lnTo>
                  <a:pt x="1150207" y="811991"/>
                </a:lnTo>
                <a:lnTo>
                  <a:pt x="1150385" y="812321"/>
                </a:lnTo>
                <a:lnTo>
                  <a:pt x="1150554" y="812659"/>
                </a:lnTo>
                <a:lnTo>
                  <a:pt x="1150723" y="812997"/>
                </a:lnTo>
                <a:lnTo>
                  <a:pt x="1150901" y="813335"/>
                </a:lnTo>
                <a:lnTo>
                  <a:pt x="1151070" y="813664"/>
                </a:lnTo>
                <a:lnTo>
                  <a:pt x="1151248" y="814002"/>
                </a:lnTo>
                <a:lnTo>
                  <a:pt x="1151417" y="814340"/>
                </a:lnTo>
                <a:lnTo>
                  <a:pt x="1151595" y="814669"/>
                </a:lnTo>
                <a:lnTo>
                  <a:pt x="1151764" y="815007"/>
                </a:lnTo>
                <a:lnTo>
                  <a:pt x="1151933" y="815345"/>
                </a:lnTo>
                <a:lnTo>
                  <a:pt x="1152111" y="815675"/>
                </a:lnTo>
                <a:lnTo>
                  <a:pt x="1152280" y="816013"/>
                </a:lnTo>
                <a:lnTo>
                  <a:pt x="1152458" y="816342"/>
                </a:lnTo>
                <a:lnTo>
                  <a:pt x="1152627" y="816680"/>
                </a:lnTo>
                <a:lnTo>
                  <a:pt x="1152805" y="817009"/>
                </a:lnTo>
                <a:lnTo>
                  <a:pt x="1152974" y="817338"/>
                </a:lnTo>
                <a:lnTo>
                  <a:pt x="1153143" y="817676"/>
                </a:lnTo>
                <a:lnTo>
                  <a:pt x="1153321" y="818005"/>
                </a:lnTo>
                <a:lnTo>
                  <a:pt x="1153490" y="818335"/>
                </a:lnTo>
                <a:lnTo>
                  <a:pt x="1153668" y="818664"/>
                </a:lnTo>
                <a:lnTo>
                  <a:pt x="1153837" y="819002"/>
                </a:lnTo>
                <a:lnTo>
                  <a:pt x="1154015" y="819331"/>
                </a:lnTo>
                <a:lnTo>
                  <a:pt x="1154184" y="819660"/>
                </a:lnTo>
                <a:lnTo>
                  <a:pt x="1154353" y="819989"/>
                </a:lnTo>
                <a:lnTo>
                  <a:pt x="1154531" y="820319"/>
                </a:lnTo>
                <a:lnTo>
                  <a:pt x="1154700" y="820648"/>
                </a:lnTo>
                <a:lnTo>
                  <a:pt x="1154878" y="820977"/>
                </a:lnTo>
                <a:lnTo>
                  <a:pt x="1155047" y="821306"/>
                </a:lnTo>
                <a:lnTo>
                  <a:pt x="1155225" y="821635"/>
                </a:lnTo>
                <a:lnTo>
                  <a:pt x="1155394" y="821964"/>
                </a:lnTo>
                <a:lnTo>
                  <a:pt x="1155563" y="822294"/>
                </a:lnTo>
                <a:lnTo>
                  <a:pt x="1155741" y="822623"/>
                </a:lnTo>
                <a:lnTo>
                  <a:pt x="1155910" y="822943"/>
                </a:lnTo>
                <a:lnTo>
                  <a:pt x="1156087" y="823272"/>
                </a:lnTo>
                <a:lnTo>
                  <a:pt x="1156257" y="823601"/>
                </a:lnTo>
                <a:lnTo>
                  <a:pt x="1156434" y="823931"/>
                </a:lnTo>
                <a:lnTo>
                  <a:pt x="1156604" y="824251"/>
                </a:lnTo>
                <a:lnTo>
                  <a:pt x="1156773" y="824580"/>
                </a:lnTo>
                <a:lnTo>
                  <a:pt x="1156951" y="824900"/>
                </a:lnTo>
                <a:lnTo>
                  <a:pt x="1157119" y="825229"/>
                </a:lnTo>
                <a:lnTo>
                  <a:pt x="1157297" y="825559"/>
                </a:lnTo>
                <a:lnTo>
                  <a:pt x="1157466" y="825879"/>
                </a:lnTo>
                <a:lnTo>
                  <a:pt x="1157644" y="826208"/>
                </a:lnTo>
                <a:lnTo>
                  <a:pt x="1157813" y="826528"/>
                </a:lnTo>
                <a:lnTo>
                  <a:pt x="1157982" y="826849"/>
                </a:lnTo>
                <a:lnTo>
                  <a:pt x="1158160" y="827178"/>
                </a:lnTo>
                <a:lnTo>
                  <a:pt x="1158329" y="827498"/>
                </a:lnTo>
                <a:lnTo>
                  <a:pt x="1158507" y="827818"/>
                </a:lnTo>
                <a:lnTo>
                  <a:pt x="1158676" y="828147"/>
                </a:lnTo>
                <a:lnTo>
                  <a:pt x="1158854" y="828468"/>
                </a:lnTo>
                <a:lnTo>
                  <a:pt x="1159023" y="828788"/>
                </a:lnTo>
                <a:lnTo>
                  <a:pt x="1159192" y="829108"/>
                </a:lnTo>
                <a:lnTo>
                  <a:pt x="1159370" y="829428"/>
                </a:lnTo>
                <a:lnTo>
                  <a:pt x="1159539" y="829758"/>
                </a:lnTo>
                <a:lnTo>
                  <a:pt x="1159717" y="830078"/>
                </a:lnTo>
                <a:lnTo>
                  <a:pt x="1159886" y="830398"/>
                </a:lnTo>
                <a:lnTo>
                  <a:pt x="1160064" y="830719"/>
                </a:lnTo>
                <a:lnTo>
                  <a:pt x="1160233" y="831039"/>
                </a:lnTo>
                <a:lnTo>
                  <a:pt x="1160402" y="831359"/>
                </a:lnTo>
                <a:lnTo>
                  <a:pt x="1160580" y="831670"/>
                </a:lnTo>
                <a:lnTo>
                  <a:pt x="1160749" y="831991"/>
                </a:lnTo>
                <a:lnTo>
                  <a:pt x="1160927" y="832311"/>
                </a:lnTo>
                <a:lnTo>
                  <a:pt x="1161096" y="832631"/>
                </a:lnTo>
                <a:lnTo>
                  <a:pt x="1161274" y="832952"/>
                </a:lnTo>
                <a:lnTo>
                  <a:pt x="1161443" y="833263"/>
                </a:lnTo>
                <a:lnTo>
                  <a:pt x="1161612" y="833583"/>
                </a:lnTo>
                <a:lnTo>
                  <a:pt x="1161790" y="833903"/>
                </a:lnTo>
                <a:lnTo>
                  <a:pt x="1161959" y="834215"/>
                </a:lnTo>
                <a:lnTo>
                  <a:pt x="1162137" y="834535"/>
                </a:lnTo>
                <a:lnTo>
                  <a:pt x="1162306" y="834855"/>
                </a:lnTo>
                <a:lnTo>
                  <a:pt x="1162484" y="835167"/>
                </a:lnTo>
                <a:lnTo>
                  <a:pt x="1162653" y="835487"/>
                </a:lnTo>
                <a:lnTo>
                  <a:pt x="1162822" y="835798"/>
                </a:lnTo>
                <a:lnTo>
                  <a:pt x="1163000" y="836119"/>
                </a:lnTo>
                <a:lnTo>
                  <a:pt x="1163169" y="836430"/>
                </a:lnTo>
                <a:lnTo>
                  <a:pt x="1163347" y="836741"/>
                </a:lnTo>
                <a:lnTo>
                  <a:pt x="1163516" y="837062"/>
                </a:lnTo>
                <a:lnTo>
                  <a:pt x="1163694" y="837373"/>
                </a:lnTo>
                <a:lnTo>
                  <a:pt x="1163863" y="837684"/>
                </a:lnTo>
                <a:lnTo>
                  <a:pt x="1164032" y="838005"/>
                </a:lnTo>
                <a:lnTo>
                  <a:pt x="1164210" y="838316"/>
                </a:lnTo>
                <a:lnTo>
                  <a:pt x="1164379" y="838627"/>
                </a:lnTo>
                <a:lnTo>
                  <a:pt x="1164557" y="838939"/>
                </a:lnTo>
                <a:lnTo>
                  <a:pt x="1164726" y="839250"/>
                </a:lnTo>
                <a:lnTo>
                  <a:pt x="1164904" y="839562"/>
                </a:lnTo>
                <a:lnTo>
                  <a:pt x="1165073" y="839873"/>
                </a:lnTo>
                <a:lnTo>
                  <a:pt x="1165242" y="840184"/>
                </a:lnTo>
                <a:lnTo>
                  <a:pt x="1165420" y="840496"/>
                </a:lnTo>
                <a:lnTo>
                  <a:pt x="1165589" y="840807"/>
                </a:lnTo>
                <a:lnTo>
                  <a:pt x="1165767" y="841118"/>
                </a:lnTo>
                <a:lnTo>
                  <a:pt x="1165936" y="841430"/>
                </a:lnTo>
                <a:lnTo>
                  <a:pt x="1166105" y="841741"/>
                </a:lnTo>
                <a:lnTo>
                  <a:pt x="1166283" y="842053"/>
                </a:lnTo>
                <a:lnTo>
                  <a:pt x="1166452" y="842364"/>
                </a:lnTo>
                <a:lnTo>
                  <a:pt x="1166630" y="842666"/>
                </a:lnTo>
                <a:lnTo>
                  <a:pt x="1166799" y="842978"/>
                </a:lnTo>
                <a:lnTo>
                  <a:pt x="1166977" y="843289"/>
                </a:lnTo>
                <a:lnTo>
                  <a:pt x="1167146" y="843592"/>
                </a:lnTo>
                <a:lnTo>
                  <a:pt x="1167315" y="843903"/>
                </a:lnTo>
                <a:lnTo>
                  <a:pt x="1167493" y="844214"/>
                </a:lnTo>
                <a:lnTo>
                  <a:pt x="1167662" y="844517"/>
                </a:lnTo>
                <a:lnTo>
                  <a:pt x="1167840" y="844828"/>
                </a:lnTo>
                <a:lnTo>
                  <a:pt x="1168009" y="845131"/>
                </a:lnTo>
                <a:lnTo>
                  <a:pt x="1168187" y="845442"/>
                </a:lnTo>
                <a:lnTo>
                  <a:pt x="1168356" y="845745"/>
                </a:lnTo>
                <a:lnTo>
                  <a:pt x="1168525" y="846047"/>
                </a:lnTo>
                <a:lnTo>
                  <a:pt x="1168703" y="846358"/>
                </a:lnTo>
                <a:lnTo>
                  <a:pt x="1168872" y="846661"/>
                </a:lnTo>
                <a:lnTo>
                  <a:pt x="1169050" y="846963"/>
                </a:lnTo>
                <a:lnTo>
                  <a:pt x="1169219" y="847275"/>
                </a:lnTo>
                <a:lnTo>
                  <a:pt x="1169397" y="847577"/>
                </a:lnTo>
                <a:lnTo>
                  <a:pt x="1169566" y="847880"/>
                </a:lnTo>
                <a:lnTo>
                  <a:pt x="1169735" y="848182"/>
                </a:lnTo>
                <a:lnTo>
                  <a:pt x="1169913" y="848485"/>
                </a:lnTo>
                <a:lnTo>
                  <a:pt x="1170082" y="848787"/>
                </a:lnTo>
                <a:lnTo>
                  <a:pt x="1170260" y="849090"/>
                </a:lnTo>
                <a:lnTo>
                  <a:pt x="1170429" y="849392"/>
                </a:lnTo>
                <a:lnTo>
                  <a:pt x="1170607" y="849695"/>
                </a:lnTo>
                <a:lnTo>
                  <a:pt x="1170776" y="849997"/>
                </a:lnTo>
                <a:lnTo>
                  <a:pt x="1170945" y="850300"/>
                </a:lnTo>
                <a:lnTo>
                  <a:pt x="1171122" y="850602"/>
                </a:lnTo>
                <a:lnTo>
                  <a:pt x="1171292" y="850905"/>
                </a:lnTo>
                <a:lnTo>
                  <a:pt x="1171469" y="851207"/>
                </a:lnTo>
                <a:lnTo>
                  <a:pt x="1171639" y="851510"/>
                </a:lnTo>
                <a:lnTo>
                  <a:pt x="1171816" y="851803"/>
                </a:lnTo>
                <a:lnTo>
                  <a:pt x="1171986" y="852106"/>
                </a:lnTo>
                <a:lnTo>
                  <a:pt x="1172155" y="852408"/>
                </a:lnTo>
                <a:lnTo>
                  <a:pt x="1172332" y="852711"/>
                </a:lnTo>
                <a:lnTo>
                  <a:pt x="1172501" y="853004"/>
                </a:lnTo>
                <a:lnTo>
                  <a:pt x="1172679" y="853307"/>
                </a:lnTo>
                <a:lnTo>
                  <a:pt x="1172848" y="853600"/>
                </a:lnTo>
                <a:lnTo>
                  <a:pt x="1173026" y="853903"/>
                </a:lnTo>
                <a:lnTo>
                  <a:pt x="1173195" y="854196"/>
                </a:lnTo>
                <a:lnTo>
                  <a:pt x="1173364" y="854499"/>
                </a:lnTo>
                <a:lnTo>
                  <a:pt x="1173542" y="854792"/>
                </a:lnTo>
                <a:lnTo>
                  <a:pt x="1173711" y="855095"/>
                </a:lnTo>
                <a:lnTo>
                  <a:pt x="1173889" y="855388"/>
                </a:lnTo>
                <a:lnTo>
                  <a:pt x="1174058" y="855682"/>
                </a:lnTo>
                <a:lnTo>
                  <a:pt x="1174236" y="855984"/>
                </a:lnTo>
                <a:lnTo>
                  <a:pt x="1174405" y="856278"/>
                </a:lnTo>
                <a:lnTo>
                  <a:pt x="1174574" y="856572"/>
                </a:lnTo>
                <a:lnTo>
                  <a:pt x="1174752" y="856865"/>
                </a:lnTo>
                <a:lnTo>
                  <a:pt x="1174921" y="857168"/>
                </a:lnTo>
                <a:lnTo>
                  <a:pt x="1175099" y="857461"/>
                </a:lnTo>
                <a:lnTo>
                  <a:pt x="1175268" y="857755"/>
                </a:lnTo>
                <a:lnTo>
                  <a:pt x="1175446" y="858048"/>
                </a:lnTo>
                <a:lnTo>
                  <a:pt x="1175615" y="858342"/>
                </a:lnTo>
                <a:lnTo>
                  <a:pt x="1175784" y="858636"/>
                </a:lnTo>
                <a:lnTo>
                  <a:pt x="1175962" y="858929"/>
                </a:lnTo>
                <a:lnTo>
                  <a:pt x="1176131" y="859223"/>
                </a:lnTo>
                <a:lnTo>
                  <a:pt x="1176309" y="859516"/>
                </a:lnTo>
                <a:lnTo>
                  <a:pt x="1176478" y="859810"/>
                </a:lnTo>
                <a:lnTo>
                  <a:pt x="1176656" y="860095"/>
                </a:lnTo>
                <a:lnTo>
                  <a:pt x="1176825" y="860388"/>
                </a:lnTo>
                <a:lnTo>
                  <a:pt x="1176994" y="860682"/>
                </a:lnTo>
                <a:lnTo>
                  <a:pt x="1177172" y="860975"/>
                </a:lnTo>
                <a:lnTo>
                  <a:pt x="1177341" y="861260"/>
                </a:lnTo>
                <a:lnTo>
                  <a:pt x="1177519" y="861554"/>
                </a:lnTo>
                <a:lnTo>
                  <a:pt x="1177688" y="861847"/>
                </a:lnTo>
                <a:lnTo>
                  <a:pt x="1177866" y="862132"/>
                </a:lnTo>
                <a:lnTo>
                  <a:pt x="1178035" y="862425"/>
                </a:lnTo>
                <a:lnTo>
                  <a:pt x="1178204" y="862719"/>
                </a:lnTo>
                <a:lnTo>
                  <a:pt x="1178382" y="863004"/>
                </a:lnTo>
                <a:lnTo>
                  <a:pt x="1178551" y="863297"/>
                </a:lnTo>
                <a:lnTo>
                  <a:pt x="1178729" y="863582"/>
                </a:lnTo>
                <a:lnTo>
                  <a:pt x="1178898" y="863867"/>
                </a:lnTo>
                <a:lnTo>
                  <a:pt x="1179076" y="864160"/>
                </a:lnTo>
                <a:lnTo>
                  <a:pt x="1179245" y="864445"/>
                </a:lnTo>
                <a:lnTo>
                  <a:pt x="1179414" y="864730"/>
                </a:lnTo>
                <a:lnTo>
                  <a:pt x="1179592" y="865023"/>
                </a:lnTo>
                <a:lnTo>
                  <a:pt x="1179761" y="865308"/>
                </a:lnTo>
                <a:lnTo>
                  <a:pt x="1179939" y="865593"/>
                </a:lnTo>
                <a:lnTo>
                  <a:pt x="1180108" y="865877"/>
                </a:lnTo>
                <a:lnTo>
                  <a:pt x="1180286" y="866171"/>
                </a:lnTo>
                <a:lnTo>
                  <a:pt x="1180455" y="866456"/>
                </a:lnTo>
                <a:lnTo>
                  <a:pt x="1180624" y="866740"/>
                </a:lnTo>
                <a:lnTo>
                  <a:pt x="1180802" y="867025"/>
                </a:lnTo>
                <a:lnTo>
                  <a:pt x="1180971" y="867310"/>
                </a:lnTo>
                <a:lnTo>
                  <a:pt x="1181149" y="867594"/>
                </a:lnTo>
                <a:lnTo>
                  <a:pt x="1181318" y="867879"/>
                </a:lnTo>
                <a:lnTo>
                  <a:pt x="1181496" y="868164"/>
                </a:lnTo>
                <a:lnTo>
                  <a:pt x="1181665" y="868448"/>
                </a:lnTo>
                <a:lnTo>
                  <a:pt x="1181834" y="868724"/>
                </a:lnTo>
                <a:lnTo>
                  <a:pt x="1182012" y="869009"/>
                </a:lnTo>
                <a:lnTo>
                  <a:pt x="1182181" y="869294"/>
                </a:lnTo>
                <a:lnTo>
                  <a:pt x="1182359" y="869578"/>
                </a:lnTo>
                <a:lnTo>
                  <a:pt x="1182528" y="869863"/>
                </a:lnTo>
                <a:lnTo>
                  <a:pt x="1182706" y="870139"/>
                </a:lnTo>
                <a:lnTo>
                  <a:pt x="1182875" y="870423"/>
                </a:lnTo>
                <a:lnTo>
                  <a:pt x="1183044" y="870708"/>
                </a:lnTo>
                <a:lnTo>
                  <a:pt x="1183222" y="870984"/>
                </a:lnTo>
                <a:lnTo>
                  <a:pt x="1183391" y="871269"/>
                </a:lnTo>
                <a:lnTo>
                  <a:pt x="1183569" y="871544"/>
                </a:lnTo>
                <a:lnTo>
                  <a:pt x="1183738" y="871829"/>
                </a:lnTo>
                <a:lnTo>
                  <a:pt x="1183916" y="872105"/>
                </a:lnTo>
                <a:lnTo>
                  <a:pt x="1184085" y="872389"/>
                </a:lnTo>
                <a:lnTo>
                  <a:pt x="1184254" y="872665"/>
                </a:lnTo>
                <a:lnTo>
                  <a:pt x="1184432" y="872950"/>
                </a:lnTo>
                <a:lnTo>
                  <a:pt x="1184601" y="873226"/>
                </a:lnTo>
                <a:lnTo>
                  <a:pt x="1184779" y="873502"/>
                </a:lnTo>
                <a:lnTo>
                  <a:pt x="1184948" y="873777"/>
                </a:lnTo>
                <a:lnTo>
                  <a:pt x="1185117" y="874062"/>
                </a:lnTo>
                <a:lnTo>
                  <a:pt x="1185295" y="874338"/>
                </a:lnTo>
                <a:lnTo>
                  <a:pt x="1185464" y="874614"/>
                </a:lnTo>
                <a:lnTo>
                  <a:pt x="1185642" y="874889"/>
                </a:lnTo>
                <a:lnTo>
                  <a:pt x="1185811" y="875165"/>
                </a:lnTo>
                <a:lnTo>
                  <a:pt x="1185989" y="875441"/>
                </a:lnTo>
                <a:lnTo>
                  <a:pt x="1186158" y="875726"/>
                </a:lnTo>
                <a:lnTo>
                  <a:pt x="1186327" y="876001"/>
                </a:lnTo>
                <a:lnTo>
                  <a:pt x="1186504" y="876277"/>
                </a:lnTo>
                <a:lnTo>
                  <a:pt x="1186673" y="876553"/>
                </a:lnTo>
                <a:lnTo>
                  <a:pt x="1186851" y="876820"/>
                </a:lnTo>
                <a:lnTo>
                  <a:pt x="1187020" y="877096"/>
                </a:lnTo>
                <a:lnTo>
                  <a:pt x="1187198" y="877371"/>
                </a:lnTo>
                <a:lnTo>
                  <a:pt x="1187367" y="877647"/>
                </a:lnTo>
                <a:lnTo>
                  <a:pt x="1187537" y="877923"/>
                </a:lnTo>
                <a:lnTo>
                  <a:pt x="1187714" y="878199"/>
                </a:lnTo>
                <a:lnTo>
                  <a:pt x="1187883" y="878466"/>
                </a:lnTo>
                <a:lnTo>
                  <a:pt x="1188061" y="878742"/>
                </a:lnTo>
                <a:lnTo>
                  <a:pt x="1188230" y="879017"/>
                </a:lnTo>
                <a:lnTo>
                  <a:pt x="1188408" y="879284"/>
                </a:lnTo>
                <a:lnTo>
                  <a:pt x="1188577" y="879560"/>
                </a:lnTo>
                <a:lnTo>
                  <a:pt x="1188746" y="879836"/>
                </a:lnTo>
                <a:lnTo>
                  <a:pt x="1188924" y="880103"/>
                </a:lnTo>
                <a:lnTo>
                  <a:pt x="1189093" y="880378"/>
                </a:lnTo>
                <a:lnTo>
                  <a:pt x="1189271" y="880645"/>
                </a:lnTo>
                <a:lnTo>
                  <a:pt x="1189440" y="880912"/>
                </a:lnTo>
                <a:lnTo>
                  <a:pt x="1189618" y="881188"/>
                </a:lnTo>
                <a:lnTo>
                  <a:pt x="1189787" y="881455"/>
                </a:lnTo>
                <a:lnTo>
                  <a:pt x="1189956" y="881731"/>
                </a:lnTo>
                <a:lnTo>
                  <a:pt x="1190134" y="881998"/>
                </a:lnTo>
                <a:lnTo>
                  <a:pt x="1190303" y="882265"/>
                </a:lnTo>
                <a:lnTo>
                  <a:pt x="1190481" y="882531"/>
                </a:lnTo>
                <a:lnTo>
                  <a:pt x="1190650" y="882807"/>
                </a:lnTo>
                <a:lnTo>
                  <a:pt x="1190828" y="883074"/>
                </a:lnTo>
                <a:lnTo>
                  <a:pt x="1190997" y="883341"/>
                </a:lnTo>
                <a:lnTo>
                  <a:pt x="1191166" y="883608"/>
                </a:lnTo>
                <a:lnTo>
                  <a:pt x="1191344" y="883875"/>
                </a:lnTo>
                <a:lnTo>
                  <a:pt x="1191513" y="884142"/>
                </a:lnTo>
                <a:lnTo>
                  <a:pt x="1191691" y="884409"/>
                </a:lnTo>
                <a:lnTo>
                  <a:pt x="1191860" y="884676"/>
                </a:lnTo>
                <a:lnTo>
                  <a:pt x="1192038" y="884942"/>
                </a:lnTo>
                <a:lnTo>
                  <a:pt x="1192207" y="885209"/>
                </a:lnTo>
                <a:lnTo>
                  <a:pt x="1192376" y="885476"/>
                </a:lnTo>
                <a:lnTo>
                  <a:pt x="1192554" y="885743"/>
                </a:lnTo>
                <a:lnTo>
                  <a:pt x="1192723" y="886010"/>
                </a:lnTo>
                <a:lnTo>
                  <a:pt x="1192901" y="886277"/>
                </a:lnTo>
                <a:lnTo>
                  <a:pt x="1193070" y="886535"/>
                </a:lnTo>
                <a:lnTo>
                  <a:pt x="1193248" y="886802"/>
                </a:lnTo>
                <a:lnTo>
                  <a:pt x="1193417" y="887069"/>
                </a:lnTo>
                <a:lnTo>
                  <a:pt x="1193586" y="887336"/>
                </a:lnTo>
                <a:lnTo>
                  <a:pt x="1193764" y="887593"/>
                </a:lnTo>
                <a:lnTo>
                  <a:pt x="1193933" y="887860"/>
                </a:lnTo>
                <a:lnTo>
                  <a:pt x="1194111" y="888118"/>
                </a:lnTo>
                <a:lnTo>
                  <a:pt x="1194280" y="888385"/>
                </a:lnTo>
                <a:lnTo>
                  <a:pt x="1194458" y="888643"/>
                </a:lnTo>
                <a:lnTo>
                  <a:pt x="1194627" y="888910"/>
                </a:lnTo>
                <a:lnTo>
                  <a:pt x="1194796" y="889168"/>
                </a:lnTo>
                <a:lnTo>
                  <a:pt x="1194974" y="889435"/>
                </a:lnTo>
                <a:lnTo>
                  <a:pt x="1195143" y="889693"/>
                </a:lnTo>
                <a:lnTo>
                  <a:pt x="1195321" y="889960"/>
                </a:lnTo>
                <a:lnTo>
                  <a:pt x="1195490" y="890218"/>
                </a:lnTo>
                <a:lnTo>
                  <a:pt x="1195668" y="890476"/>
                </a:lnTo>
                <a:lnTo>
                  <a:pt x="1195837" y="890734"/>
                </a:lnTo>
                <a:lnTo>
                  <a:pt x="1196006" y="891001"/>
                </a:lnTo>
                <a:lnTo>
                  <a:pt x="1196184" y="891259"/>
                </a:lnTo>
                <a:lnTo>
                  <a:pt x="1196353" y="891517"/>
                </a:lnTo>
                <a:lnTo>
                  <a:pt x="1196531" y="891775"/>
                </a:lnTo>
                <a:lnTo>
                  <a:pt x="1196700" y="892033"/>
                </a:lnTo>
                <a:lnTo>
                  <a:pt x="1196878" y="892291"/>
                </a:lnTo>
                <a:lnTo>
                  <a:pt x="1197047" y="892549"/>
                </a:lnTo>
                <a:lnTo>
                  <a:pt x="1197216" y="892807"/>
                </a:lnTo>
                <a:lnTo>
                  <a:pt x="1197394" y="893065"/>
                </a:lnTo>
                <a:lnTo>
                  <a:pt x="1197563" y="893323"/>
                </a:lnTo>
                <a:lnTo>
                  <a:pt x="1197741" y="893581"/>
                </a:lnTo>
                <a:lnTo>
                  <a:pt x="1197910" y="893839"/>
                </a:lnTo>
                <a:lnTo>
                  <a:pt x="1198088" y="894097"/>
                </a:lnTo>
                <a:lnTo>
                  <a:pt x="1198257" y="894355"/>
                </a:lnTo>
                <a:lnTo>
                  <a:pt x="1198426" y="894613"/>
                </a:lnTo>
                <a:lnTo>
                  <a:pt x="1198604" y="894862"/>
                </a:lnTo>
                <a:lnTo>
                  <a:pt x="1198773" y="895120"/>
                </a:lnTo>
                <a:lnTo>
                  <a:pt x="1198951" y="895378"/>
                </a:lnTo>
                <a:lnTo>
                  <a:pt x="1199120" y="895627"/>
                </a:lnTo>
                <a:lnTo>
                  <a:pt x="1199298" y="895885"/>
                </a:lnTo>
                <a:lnTo>
                  <a:pt x="1199467" y="896143"/>
                </a:lnTo>
                <a:lnTo>
                  <a:pt x="1199636" y="896392"/>
                </a:lnTo>
                <a:lnTo>
                  <a:pt x="1199814" y="896650"/>
                </a:lnTo>
                <a:lnTo>
                  <a:pt x="1199983" y="896899"/>
                </a:lnTo>
                <a:lnTo>
                  <a:pt x="1200161" y="897157"/>
                </a:lnTo>
                <a:lnTo>
                  <a:pt x="1200330" y="897406"/>
                </a:lnTo>
                <a:lnTo>
                  <a:pt x="1200507" y="897664"/>
                </a:lnTo>
                <a:lnTo>
                  <a:pt x="1200677" y="897913"/>
                </a:lnTo>
                <a:lnTo>
                  <a:pt x="1200846" y="898162"/>
                </a:lnTo>
                <a:lnTo>
                  <a:pt x="1201023" y="898421"/>
                </a:lnTo>
                <a:lnTo>
                  <a:pt x="1201193" y="898670"/>
                </a:lnTo>
                <a:lnTo>
                  <a:pt x="1201370" y="898919"/>
                </a:lnTo>
                <a:lnTo>
                  <a:pt x="1201540" y="899168"/>
                </a:lnTo>
                <a:lnTo>
                  <a:pt x="1201717" y="899426"/>
                </a:lnTo>
                <a:lnTo>
                  <a:pt x="1201886" y="899675"/>
                </a:lnTo>
                <a:lnTo>
                  <a:pt x="1202055" y="899924"/>
                </a:lnTo>
                <a:lnTo>
                  <a:pt x="1202233" y="900173"/>
                </a:lnTo>
                <a:lnTo>
                  <a:pt x="1202402" y="900422"/>
                </a:lnTo>
                <a:lnTo>
                  <a:pt x="1202580" y="900671"/>
                </a:lnTo>
                <a:lnTo>
                  <a:pt x="1202749" y="900920"/>
                </a:lnTo>
                <a:lnTo>
                  <a:pt x="1202927" y="901169"/>
                </a:lnTo>
                <a:lnTo>
                  <a:pt x="1203096" y="901419"/>
                </a:lnTo>
                <a:lnTo>
                  <a:pt x="1203265" y="901668"/>
                </a:lnTo>
                <a:lnTo>
                  <a:pt x="1203443" y="901917"/>
                </a:lnTo>
                <a:lnTo>
                  <a:pt x="1203612" y="902166"/>
                </a:lnTo>
                <a:lnTo>
                  <a:pt x="1203790" y="902415"/>
                </a:lnTo>
                <a:lnTo>
                  <a:pt x="1203959" y="902655"/>
                </a:lnTo>
                <a:lnTo>
                  <a:pt x="1204128" y="902904"/>
                </a:lnTo>
                <a:lnTo>
                  <a:pt x="1204306" y="903153"/>
                </a:lnTo>
                <a:lnTo>
                  <a:pt x="1204475" y="903394"/>
                </a:lnTo>
                <a:lnTo>
                  <a:pt x="1204653" y="903643"/>
                </a:lnTo>
                <a:lnTo>
                  <a:pt x="1204822" y="903892"/>
                </a:lnTo>
                <a:lnTo>
                  <a:pt x="1205000" y="904132"/>
                </a:lnTo>
                <a:lnTo>
                  <a:pt x="1205169" y="904381"/>
                </a:lnTo>
                <a:lnTo>
                  <a:pt x="1205338" y="904621"/>
                </a:lnTo>
                <a:lnTo>
                  <a:pt x="1205516" y="904870"/>
                </a:lnTo>
                <a:lnTo>
                  <a:pt x="1205685" y="905111"/>
                </a:lnTo>
                <a:lnTo>
                  <a:pt x="1205863" y="905360"/>
                </a:lnTo>
                <a:lnTo>
                  <a:pt x="1206032" y="905600"/>
                </a:lnTo>
                <a:lnTo>
                  <a:pt x="1206210" y="905849"/>
                </a:lnTo>
                <a:lnTo>
                  <a:pt x="1206379" y="906089"/>
                </a:lnTo>
                <a:lnTo>
                  <a:pt x="1206548" y="906329"/>
                </a:lnTo>
                <a:lnTo>
                  <a:pt x="1206726" y="906579"/>
                </a:lnTo>
                <a:lnTo>
                  <a:pt x="1206895" y="906819"/>
                </a:lnTo>
                <a:lnTo>
                  <a:pt x="1207073" y="907059"/>
                </a:lnTo>
                <a:lnTo>
                  <a:pt x="1207242" y="907299"/>
                </a:lnTo>
                <a:lnTo>
                  <a:pt x="1207420" y="907548"/>
                </a:lnTo>
                <a:lnTo>
                  <a:pt x="1207589" y="907788"/>
                </a:lnTo>
                <a:lnTo>
                  <a:pt x="1207758" y="908029"/>
                </a:lnTo>
                <a:lnTo>
                  <a:pt x="1207936" y="908269"/>
                </a:lnTo>
                <a:lnTo>
                  <a:pt x="1208105" y="908509"/>
                </a:lnTo>
                <a:lnTo>
                  <a:pt x="1208283" y="908749"/>
                </a:lnTo>
                <a:lnTo>
                  <a:pt x="1208452" y="908989"/>
                </a:lnTo>
                <a:lnTo>
                  <a:pt x="1208630" y="909230"/>
                </a:lnTo>
                <a:lnTo>
                  <a:pt x="1208799" y="909470"/>
                </a:lnTo>
                <a:lnTo>
                  <a:pt x="1208968" y="909710"/>
                </a:lnTo>
                <a:lnTo>
                  <a:pt x="1209146" y="909950"/>
                </a:lnTo>
                <a:lnTo>
                  <a:pt x="1209315" y="910182"/>
                </a:lnTo>
                <a:lnTo>
                  <a:pt x="1209493" y="910422"/>
                </a:lnTo>
                <a:lnTo>
                  <a:pt x="1209662" y="910662"/>
                </a:lnTo>
                <a:lnTo>
                  <a:pt x="1209840" y="910902"/>
                </a:lnTo>
                <a:lnTo>
                  <a:pt x="1210009" y="911134"/>
                </a:lnTo>
                <a:lnTo>
                  <a:pt x="1210178" y="911374"/>
                </a:lnTo>
                <a:lnTo>
                  <a:pt x="1210356" y="911614"/>
                </a:lnTo>
                <a:lnTo>
                  <a:pt x="1210525" y="911845"/>
                </a:lnTo>
                <a:lnTo>
                  <a:pt x="1210703" y="912085"/>
                </a:lnTo>
                <a:lnTo>
                  <a:pt x="1210872" y="912317"/>
                </a:lnTo>
                <a:lnTo>
                  <a:pt x="1211050" y="912557"/>
                </a:lnTo>
                <a:lnTo>
                  <a:pt x="1211219" y="912797"/>
                </a:lnTo>
                <a:lnTo>
                  <a:pt x="1211388" y="913029"/>
                </a:lnTo>
                <a:lnTo>
                  <a:pt x="1211566" y="913260"/>
                </a:lnTo>
                <a:lnTo>
                  <a:pt x="1211735" y="913500"/>
                </a:lnTo>
                <a:lnTo>
                  <a:pt x="1211913" y="913731"/>
                </a:lnTo>
                <a:lnTo>
                  <a:pt x="1212082" y="913971"/>
                </a:lnTo>
                <a:lnTo>
                  <a:pt x="1212260" y="914203"/>
                </a:lnTo>
                <a:lnTo>
                  <a:pt x="1212429" y="914434"/>
                </a:lnTo>
                <a:lnTo>
                  <a:pt x="1212598" y="914665"/>
                </a:lnTo>
                <a:lnTo>
                  <a:pt x="1212776" y="914906"/>
                </a:lnTo>
                <a:lnTo>
                  <a:pt x="1212945" y="915137"/>
                </a:lnTo>
                <a:lnTo>
                  <a:pt x="1213123" y="915368"/>
                </a:lnTo>
                <a:lnTo>
                  <a:pt x="1213292" y="915599"/>
                </a:lnTo>
                <a:lnTo>
                  <a:pt x="1213470" y="915831"/>
                </a:lnTo>
                <a:lnTo>
                  <a:pt x="1213639" y="916062"/>
                </a:lnTo>
                <a:lnTo>
                  <a:pt x="1213808" y="916293"/>
                </a:lnTo>
                <a:lnTo>
                  <a:pt x="1213986" y="916525"/>
                </a:lnTo>
                <a:lnTo>
                  <a:pt x="1214155" y="916756"/>
                </a:lnTo>
                <a:lnTo>
                  <a:pt x="1214333" y="916987"/>
                </a:lnTo>
                <a:lnTo>
                  <a:pt x="1214502" y="917219"/>
                </a:lnTo>
                <a:lnTo>
                  <a:pt x="1214680" y="917450"/>
                </a:lnTo>
                <a:lnTo>
                  <a:pt x="1214849" y="917681"/>
                </a:lnTo>
                <a:lnTo>
                  <a:pt x="1215018" y="917913"/>
                </a:lnTo>
                <a:lnTo>
                  <a:pt x="1215196" y="918144"/>
                </a:lnTo>
                <a:lnTo>
                  <a:pt x="1215365" y="918366"/>
                </a:lnTo>
                <a:lnTo>
                  <a:pt x="1215543" y="918598"/>
                </a:lnTo>
                <a:lnTo>
                  <a:pt x="1215711" y="918829"/>
                </a:lnTo>
                <a:lnTo>
                  <a:pt x="1215889" y="919051"/>
                </a:lnTo>
                <a:lnTo>
                  <a:pt x="1216058" y="919283"/>
                </a:lnTo>
                <a:lnTo>
                  <a:pt x="1216228" y="919514"/>
                </a:lnTo>
                <a:lnTo>
                  <a:pt x="1216405" y="919736"/>
                </a:lnTo>
                <a:lnTo>
                  <a:pt x="1216575" y="919968"/>
                </a:lnTo>
                <a:lnTo>
                  <a:pt x="1216752" y="920190"/>
                </a:lnTo>
                <a:lnTo>
                  <a:pt x="1216921" y="920421"/>
                </a:lnTo>
                <a:lnTo>
                  <a:pt x="1217099" y="920644"/>
                </a:lnTo>
                <a:lnTo>
                  <a:pt x="1217268" y="920875"/>
                </a:lnTo>
                <a:lnTo>
                  <a:pt x="1217437" y="921098"/>
                </a:lnTo>
                <a:lnTo>
                  <a:pt x="1217615" y="921329"/>
                </a:lnTo>
                <a:lnTo>
                  <a:pt x="1217784" y="921551"/>
                </a:lnTo>
                <a:lnTo>
                  <a:pt x="1217962" y="921774"/>
                </a:lnTo>
                <a:lnTo>
                  <a:pt x="1218131" y="921996"/>
                </a:lnTo>
                <a:lnTo>
                  <a:pt x="1218309" y="922227"/>
                </a:lnTo>
                <a:lnTo>
                  <a:pt x="1218478" y="922450"/>
                </a:lnTo>
                <a:lnTo>
                  <a:pt x="1218647" y="922672"/>
                </a:lnTo>
                <a:lnTo>
                  <a:pt x="1218825" y="922895"/>
                </a:lnTo>
                <a:lnTo>
                  <a:pt x="1218994" y="923117"/>
                </a:lnTo>
                <a:lnTo>
                  <a:pt x="1219172" y="923348"/>
                </a:lnTo>
                <a:lnTo>
                  <a:pt x="1219341" y="923571"/>
                </a:lnTo>
                <a:lnTo>
                  <a:pt x="1219519" y="923793"/>
                </a:lnTo>
                <a:lnTo>
                  <a:pt x="1219688" y="924016"/>
                </a:lnTo>
                <a:lnTo>
                  <a:pt x="1219857" y="924238"/>
                </a:lnTo>
                <a:lnTo>
                  <a:pt x="1220035" y="924460"/>
                </a:lnTo>
                <a:lnTo>
                  <a:pt x="1220204" y="924683"/>
                </a:lnTo>
                <a:lnTo>
                  <a:pt x="1220382" y="924905"/>
                </a:lnTo>
                <a:lnTo>
                  <a:pt x="1220551" y="925119"/>
                </a:lnTo>
                <a:lnTo>
                  <a:pt x="1220729" y="925341"/>
                </a:lnTo>
                <a:lnTo>
                  <a:pt x="1220898" y="925564"/>
                </a:lnTo>
                <a:lnTo>
                  <a:pt x="1221067" y="925786"/>
                </a:lnTo>
                <a:lnTo>
                  <a:pt x="1221245" y="926008"/>
                </a:lnTo>
                <a:lnTo>
                  <a:pt x="1221414" y="926222"/>
                </a:lnTo>
                <a:lnTo>
                  <a:pt x="1221592" y="926444"/>
                </a:lnTo>
                <a:lnTo>
                  <a:pt x="1221761" y="926667"/>
                </a:lnTo>
                <a:lnTo>
                  <a:pt x="1221939" y="926880"/>
                </a:lnTo>
                <a:lnTo>
                  <a:pt x="1222108" y="927103"/>
                </a:lnTo>
                <a:lnTo>
                  <a:pt x="1222277" y="927316"/>
                </a:lnTo>
                <a:lnTo>
                  <a:pt x="1222455" y="927539"/>
                </a:lnTo>
                <a:lnTo>
                  <a:pt x="1222624" y="927761"/>
                </a:lnTo>
                <a:lnTo>
                  <a:pt x="1222802" y="927974"/>
                </a:lnTo>
                <a:lnTo>
                  <a:pt x="1222971" y="928188"/>
                </a:lnTo>
                <a:lnTo>
                  <a:pt x="1223140" y="928410"/>
                </a:lnTo>
                <a:lnTo>
                  <a:pt x="1223318" y="928624"/>
                </a:lnTo>
                <a:lnTo>
                  <a:pt x="1223487" y="928846"/>
                </a:lnTo>
                <a:lnTo>
                  <a:pt x="1223665" y="929060"/>
                </a:lnTo>
                <a:lnTo>
                  <a:pt x="1223834" y="929273"/>
                </a:lnTo>
                <a:lnTo>
                  <a:pt x="1224012" y="929496"/>
                </a:lnTo>
                <a:lnTo>
                  <a:pt x="1224181" y="929709"/>
                </a:lnTo>
                <a:lnTo>
                  <a:pt x="1224350" y="929923"/>
                </a:lnTo>
                <a:lnTo>
                  <a:pt x="1224528" y="930136"/>
                </a:lnTo>
                <a:lnTo>
                  <a:pt x="1224697" y="930350"/>
                </a:lnTo>
                <a:lnTo>
                  <a:pt x="1224875" y="930572"/>
                </a:lnTo>
                <a:lnTo>
                  <a:pt x="1225044" y="930786"/>
                </a:lnTo>
                <a:lnTo>
                  <a:pt x="1225222" y="930999"/>
                </a:lnTo>
                <a:lnTo>
                  <a:pt x="1225391" y="931213"/>
                </a:lnTo>
                <a:lnTo>
                  <a:pt x="1225560" y="931426"/>
                </a:lnTo>
                <a:lnTo>
                  <a:pt x="1225738" y="931640"/>
                </a:lnTo>
                <a:lnTo>
                  <a:pt x="1225907" y="931853"/>
                </a:lnTo>
                <a:lnTo>
                  <a:pt x="1226085" y="932067"/>
                </a:lnTo>
                <a:lnTo>
                  <a:pt x="1226254" y="932280"/>
                </a:lnTo>
                <a:lnTo>
                  <a:pt x="1226432" y="932485"/>
                </a:lnTo>
                <a:lnTo>
                  <a:pt x="1226601" y="932699"/>
                </a:lnTo>
                <a:lnTo>
                  <a:pt x="1226770" y="932912"/>
                </a:lnTo>
                <a:lnTo>
                  <a:pt x="1226948" y="933126"/>
                </a:lnTo>
                <a:lnTo>
                  <a:pt x="1227117" y="933339"/>
                </a:lnTo>
                <a:lnTo>
                  <a:pt x="1227295" y="933544"/>
                </a:lnTo>
                <a:lnTo>
                  <a:pt x="1227464" y="933757"/>
                </a:lnTo>
                <a:lnTo>
                  <a:pt x="1227642" y="933971"/>
                </a:lnTo>
                <a:lnTo>
                  <a:pt x="1227811" y="934175"/>
                </a:lnTo>
                <a:lnTo>
                  <a:pt x="1227980" y="934389"/>
                </a:lnTo>
                <a:lnTo>
                  <a:pt x="1228158" y="934602"/>
                </a:lnTo>
                <a:lnTo>
                  <a:pt x="1228327" y="934807"/>
                </a:lnTo>
                <a:lnTo>
                  <a:pt x="1228505" y="935021"/>
                </a:lnTo>
                <a:lnTo>
                  <a:pt x="1228674" y="935225"/>
                </a:lnTo>
                <a:lnTo>
                  <a:pt x="1228852" y="935439"/>
                </a:lnTo>
                <a:lnTo>
                  <a:pt x="1229021" y="935643"/>
                </a:lnTo>
                <a:lnTo>
                  <a:pt x="1229190" y="935857"/>
                </a:lnTo>
                <a:lnTo>
                  <a:pt x="1229368" y="936061"/>
                </a:lnTo>
                <a:lnTo>
                  <a:pt x="1229537" y="936266"/>
                </a:lnTo>
                <a:lnTo>
                  <a:pt x="1229714" y="936480"/>
                </a:lnTo>
                <a:lnTo>
                  <a:pt x="1229884" y="936684"/>
                </a:lnTo>
                <a:lnTo>
                  <a:pt x="1230061" y="936889"/>
                </a:lnTo>
                <a:lnTo>
                  <a:pt x="1230231" y="937093"/>
                </a:lnTo>
                <a:lnTo>
                  <a:pt x="1230400" y="937307"/>
                </a:lnTo>
                <a:lnTo>
                  <a:pt x="1230578" y="937511"/>
                </a:lnTo>
                <a:lnTo>
                  <a:pt x="1230747" y="937716"/>
                </a:lnTo>
                <a:lnTo>
                  <a:pt x="1230925" y="937921"/>
                </a:lnTo>
                <a:lnTo>
                  <a:pt x="1231093" y="938125"/>
                </a:lnTo>
                <a:lnTo>
                  <a:pt x="1231271" y="938330"/>
                </a:lnTo>
                <a:lnTo>
                  <a:pt x="1231440" y="938535"/>
                </a:lnTo>
                <a:lnTo>
                  <a:pt x="1231609" y="938739"/>
                </a:lnTo>
                <a:lnTo>
                  <a:pt x="1231787" y="938944"/>
                </a:lnTo>
                <a:lnTo>
                  <a:pt x="1231956" y="939148"/>
                </a:lnTo>
                <a:lnTo>
                  <a:pt x="1232134" y="939353"/>
                </a:lnTo>
                <a:lnTo>
                  <a:pt x="1232303" y="939558"/>
                </a:lnTo>
                <a:lnTo>
                  <a:pt x="1232481" y="939762"/>
                </a:lnTo>
                <a:lnTo>
                  <a:pt x="1232650" y="939967"/>
                </a:lnTo>
                <a:lnTo>
                  <a:pt x="1232819" y="940171"/>
                </a:lnTo>
                <a:lnTo>
                  <a:pt x="1232997" y="940367"/>
                </a:lnTo>
                <a:lnTo>
                  <a:pt x="1233166" y="940572"/>
                </a:lnTo>
                <a:lnTo>
                  <a:pt x="1233344" y="940776"/>
                </a:lnTo>
                <a:lnTo>
                  <a:pt x="1233513" y="940972"/>
                </a:lnTo>
                <a:lnTo>
                  <a:pt x="1233691" y="941177"/>
                </a:lnTo>
                <a:lnTo>
                  <a:pt x="1233860" y="941381"/>
                </a:lnTo>
                <a:lnTo>
                  <a:pt x="1234029" y="941577"/>
                </a:lnTo>
                <a:lnTo>
                  <a:pt x="1234207" y="941782"/>
                </a:lnTo>
                <a:lnTo>
                  <a:pt x="1234376" y="941986"/>
                </a:lnTo>
                <a:lnTo>
                  <a:pt x="1234554" y="942182"/>
                </a:lnTo>
                <a:lnTo>
                  <a:pt x="1234723" y="942387"/>
                </a:lnTo>
                <a:lnTo>
                  <a:pt x="1234901" y="942582"/>
                </a:lnTo>
                <a:lnTo>
                  <a:pt x="1235070" y="942778"/>
                </a:lnTo>
                <a:lnTo>
                  <a:pt x="1235239" y="942983"/>
                </a:lnTo>
                <a:lnTo>
                  <a:pt x="1235417" y="943178"/>
                </a:lnTo>
                <a:lnTo>
                  <a:pt x="1235586" y="943383"/>
                </a:lnTo>
                <a:lnTo>
                  <a:pt x="1235764" y="943579"/>
                </a:lnTo>
                <a:lnTo>
                  <a:pt x="1235933" y="943775"/>
                </a:lnTo>
                <a:lnTo>
                  <a:pt x="1236111" y="943979"/>
                </a:lnTo>
                <a:lnTo>
                  <a:pt x="1236280" y="944175"/>
                </a:lnTo>
                <a:lnTo>
                  <a:pt x="1236449" y="944371"/>
                </a:lnTo>
                <a:lnTo>
                  <a:pt x="1236627" y="944566"/>
                </a:lnTo>
                <a:lnTo>
                  <a:pt x="1236796" y="944762"/>
                </a:lnTo>
                <a:lnTo>
                  <a:pt x="1236974" y="944958"/>
                </a:lnTo>
                <a:lnTo>
                  <a:pt x="1237143" y="945162"/>
                </a:lnTo>
                <a:lnTo>
                  <a:pt x="1237321" y="945358"/>
                </a:lnTo>
                <a:lnTo>
                  <a:pt x="1237490" y="945554"/>
                </a:lnTo>
                <a:lnTo>
                  <a:pt x="1237659" y="945750"/>
                </a:lnTo>
                <a:lnTo>
                  <a:pt x="1237837" y="945945"/>
                </a:lnTo>
                <a:lnTo>
                  <a:pt x="1238006" y="946141"/>
                </a:lnTo>
                <a:lnTo>
                  <a:pt x="1238184" y="946337"/>
                </a:lnTo>
                <a:lnTo>
                  <a:pt x="1238353" y="946532"/>
                </a:lnTo>
                <a:lnTo>
                  <a:pt x="1238531" y="946719"/>
                </a:lnTo>
                <a:lnTo>
                  <a:pt x="1238700" y="946915"/>
                </a:lnTo>
                <a:lnTo>
                  <a:pt x="1238869" y="947111"/>
                </a:lnTo>
                <a:lnTo>
                  <a:pt x="1239047" y="947306"/>
                </a:lnTo>
                <a:lnTo>
                  <a:pt x="1239216" y="947502"/>
                </a:lnTo>
                <a:lnTo>
                  <a:pt x="1239394" y="947689"/>
                </a:lnTo>
                <a:lnTo>
                  <a:pt x="1239563" y="947885"/>
                </a:lnTo>
                <a:lnTo>
                  <a:pt x="1239741" y="948080"/>
                </a:lnTo>
                <a:lnTo>
                  <a:pt x="1239910" y="948267"/>
                </a:lnTo>
                <a:lnTo>
                  <a:pt x="1240079" y="948463"/>
                </a:lnTo>
                <a:lnTo>
                  <a:pt x="1240257" y="948659"/>
                </a:lnTo>
                <a:lnTo>
                  <a:pt x="1240426" y="948846"/>
                </a:lnTo>
                <a:lnTo>
                  <a:pt x="1240604" y="949041"/>
                </a:lnTo>
                <a:lnTo>
                  <a:pt x="1240773" y="949228"/>
                </a:lnTo>
                <a:lnTo>
                  <a:pt x="1240951" y="949424"/>
                </a:lnTo>
                <a:lnTo>
                  <a:pt x="1241120" y="949611"/>
                </a:lnTo>
                <a:lnTo>
                  <a:pt x="1241289" y="949806"/>
                </a:lnTo>
                <a:lnTo>
                  <a:pt x="1241467" y="949993"/>
                </a:lnTo>
                <a:lnTo>
                  <a:pt x="1241636" y="950189"/>
                </a:lnTo>
                <a:lnTo>
                  <a:pt x="1241814" y="950376"/>
                </a:lnTo>
                <a:lnTo>
                  <a:pt x="1241983" y="950563"/>
                </a:lnTo>
                <a:lnTo>
                  <a:pt x="1242152" y="950758"/>
                </a:lnTo>
                <a:lnTo>
                  <a:pt x="1242330" y="950945"/>
                </a:lnTo>
                <a:lnTo>
                  <a:pt x="1242499" y="951132"/>
                </a:lnTo>
                <a:lnTo>
                  <a:pt x="1242677" y="951319"/>
                </a:lnTo>
                <a:lnTo>
                  <a:pt x="1242846" y="951514"/>
                </a:lnTo>
                <a:lnTo>
                  <a:pt x="1243024" y="951701"/>
                </a:lnTo>
                <a:lnTo>
                  <a:pt x="1243193" y="951888"/>
                </a:lnTo>
                <a:lnTo>
                  <a:pt x="1243362" y="952075"/>
                </a:lnTo>
                <a:lnTo>
                  <a:pt x="1243540" y="952262"/>
                </a:lnTo>
                <a:lnTo>
                  <a:pt x="1243709" y="952449"/>
                </a:lnTo>
                <a:lnTo>
                  <a:pt x="1243887" y="952635"/>
                </a:lnTo>
                <a:lnTo>
                  <a:pt x="1244056" y="952822"/>
                </a:lnTo>
                <a:lnTo>
                  <a:pt x="1244234" y="953009"/>
                </a:lnTo>
                <a:lnTo>
                  <a:pt x="1244403" y="953196"/>
                </a:lnTo>
                <a:lnTo>
                  <a:pt x="1244572" y="953383"/>
                </a:lnTo>
                <a:lnTo>
                  <a:pt x="1244750" y="953570"/>
                </a:lnTo>
                <a:lnTo>
                  <a:pt x="1244919" y="953756"/>
                </a:lnTo>
                <a:lnTo>
                  <a:pt x="1245096" y="953943"/>
                </a:lnTo>
                <a:lnTo>
                  <a:pt x="1245266" y="954121"/>
                </a:lnTo>
                <a:lnTo>
                  <a:pt x="1245443" y="954308"/>
                </a:lnTo>
                <a:lnTo>
                  <a:pt x="1245612" y="954495"/>
                </a:lnTo>
                <a:lnTo>
                  <a:pt x="1245782" y="954682"/>
                </a:lnTo>
                <a:lnTo>
                  <a:pt x="1245959" y="954860"/>
                </a:lnTo>
                <a:lnTo>
                  <a:pt x="1246129" y="955046"/>
                </a:lnTo>
                <a:lnTo>
                  <a:pt x="1246306" y="955233"/>
                </a:lnTo>
                <a:lnTo>
                  <a:pt x="1246475" y="955411"/>
                </a:lnTo>
                <a:lnTo>
                  <a:pt x="1246653" y="955598"/>
                </a:lnTo>
                <a:lnTo>
                  <a:pt x="1246822" y="955776"/>
                </a:lnTo>
                <a:lnTo>
                  <a:pt x="1246991" y="955963"/>
                </a:lnTo>
                <a:lnTo>
                  <a:pt x="1247169" y="956150"/>
                </a:lnTo>
                <a:lnTo>
                  <a:pt x="1247338" y="956327"/>
                </a:lnTo>
                <a:lnTo>
                  <a:pt x="1247516" y="956514"/>
                </a:lnTo>
                <a:lnTo>
                  <a:pt x="1247685" y="956692"/>
                </a:lnTo>
                <a:lnTo>
                  <a:pt x="1247863" y="956870"/>
                </a:lnTo>
                <a:lnTo>
                  <a:pt x="1248032" y="957057"/>
                </a:lnTo>
                <a:lnTo>
                  <a:pt x="1248201" y="957235"/>
                </a:lnTo>
                <a:lnTo>
                  <a:pt x="1248379" y="957413"/>
                </a:lnTo>
                <a:lnTo>
                  <a:pt x="1248548" y="957600"/>
                </a:lnTo>
                <a:lnTo>
                  <a:pt x="1248726" y="957778"/>
                </a:lnTo>
                <a:lnTo>
                  <a:pt x="1248895" y="957956"/>
                </a:lnTo>
                <a:lnTo>
                  <a:pt x="1249073" y="958133"/>
                </a:lnTo>
                <a:lnTo>
                  <a:pt x="1249242" y="958320"/>
                </a:lnTo>
                <a:lnTo>
                  <a:pt x="1249411" y="958498"/>
                </a:lnTo>
                <a:lnTo>
                  <a:pt x="1249589" y="958676"/>
                </a:lnTo>
                <a:lnTo>
                  <a:pt x="1249758" y="958854"/>
                </a:lnTo>
                <a:lnTo>
                  <a:pt x="1249936" y="959032"/>
                </a:lnTo>
                <a:lnTo>
                  <a:pt x="1250105" y="959210"/>
                </a:lnTo>
                <a:lnTo>
                  <a:pt x="1250283" y="959388"/>
                </a:lnTo>
                <a:lnTo>
                  <a:pt x="1250452" y="959566"/>
                </a:lnTo>
                <a:lnTo>
                  <a:pt x="1250621" y="959744"/>
                </a:lnTo>
                <a:lnTo>
                  <a:pt x="1250799" y="959922"/>
                </a:lnTo>
                <a:lnTo>
                  <a:pt x="1250968" y="960100"/>
                </a:lnTo>
                <a:lnTo>
                  <a:pt x="1251146" y="960278"/>
                </a:lnTo>
                <a:lnTo>
                  <a:pt x="1251315" y="960455"/>
                </a:lnTo>
                <a:lnTo>
                  <a:pt x="1251493" y="960633"/>
                </a:lnTo>
                <a:lnTo>
                  <a:pt x="1251662" y="960811"/>
                </a:lnTo>
                <a:lnTo>
                  <a:pt x="1251831" y="960980"/>
                </a:lnTo>
                <a:lnTo>
                  <a:pt x="1252009" y="961158"/>
                </a:lnTo>
                <a:lnTo>
                  <a:pt x="1252178" y="961336"/>
                </a:lnTo>
                <a:lnTo>
                  <a:pt x="1252356" y="961514"/>
                </a:lnTo>
                <a:lnTo>
                  <a:pt x="1252525" y="961683"/>
                </a:lnTo>
                <a:lnTo>
                  <a:pt x="1252703" y="961861"/>
                </a:lnTo>
                <a:lnTo>
                  <a:pt x="1252872" y="962039"/>
                </a:lnTo>
                <a:lnTo>
                  <a:pt x="1253041" y="962208"/>
                </a:lnTo>
                <a:lnTo>
                  <a:pt x="1253219" y="962386"/>
                </a:lnTo>
                <a:lnTo>
                  <a:pt x="1253388" y="962555"/>
                </a:lnTo>
                <a:lnTo>
                  <a:pt x="1253566" y="962733"/>
                </a:lnTo>
                <a:lnTo>
                  <a:pt x="1253735" y="962911"/>
                </a:lnTo>
                <a:lnTo>
                  <a:pt x="1253913" y="963080"/>
                </a:lnTo>
                <a:lnTo>
                  <a:pt x="1254082" y="963249"/>
                </a:lnTo>
                <a:lnTo>
                  <a:pt x="1254251" y="963427"/>
                </a:lnTo>
                <a:lnTo>
                  <a:pt x="1254429" y="963596"/>
                </a:lnTo>
                <a:lnTo>
                  <a:pt x="1254598" y="963774"/>
                </a:lnTo>
                <a:lnTo>
                  <a:pt x="1254776" y="963943"/>
                </a:lnTo>
                <a:lnTo>
                  <a:pt x="1254945" y="964112"/>
                </a:lnTo>
                <a:lnTo>
                  <a:pt x="1255123" y="964290"/>
                </a:lnTo>
                <a:lnTo>
                  <a:pt x="1255292" y="964459"/>
                </a:lnTo>
                <a:lnTo>
                  <a:pt x="1255461" y="964628"/>
                </a:lnTo>
                <a:lnTo>
                  <a:pt x="1255639" y="964797"/>
                </a:lnTo>
                <a:lnTo>
                  <a:pt x="1255808" y="964975"/>
                </a:lnTo>
                <a:lnTo>
                  <a:pt x="1255986" y="965144"/>
                </a:lnTo>
                <a:lnTo>
                  <a:pt x="1256155" y="965313"/>
                </a:lnTo>
                <a:lnTo>
                  <a:pt x="1256333" y="965482"/>
                </a:lnTo>
                <a:lnTo>
                  <a:pt x="1256502" y="965651"/>
                </a:lnTo>
                <a:lnTo>
                  <a:pt x="1256671" y="965820"/>
                </a:lnTo>
                <a:lnTo>
                  <a:pt x="1256849" y="965989"/>
                </a:lnTo>
                <a:lnTo>
                  <a:pt x="1257018" y="966158"/>
                </a:lnTo>
                <a:lnTo>
                  <a:pt x="1257196" y="966327"/>
                </a:lnTo>
                <a:lnTo>
                  <a:pt x="1257365" y="966496"/>
                </a:lnTo>
                <a:lnTo>
                  <a:pt x="1257543" y="966665"/>
                </a:lnTo>
                <a:lnTo>
                  <a:pt x="1257712" y="966834"/>
                </a:lnTo>
                <a:lnTo>
                  <a:pt x="1257881" y="967003"/>
                </a:lnTo>
                <a:lnTo>
                  <a:pt x="1258059" y="967172"/>
                </a:lnTo>
                <a:lnTo>
                  <a:pt x="1258228" y="967341"/>
                </a:lnTo>
                <a:lnTo>
                  <a:pt x="1258406" y="967510"/>
                </a:lnTo>
                <a:lnTo>
                  <a:pt x="1258575" y="967670"/>
                </a:lnTo>
                <a:lnTo>
                  <a:pt x="1258753" y="967840"/>
                </a:lnTo>
                <a:lnTo>
                  <a:pt x="1258922" y="968009"/>
                </a:lnTo>
                <a:lnTo>
                  <a:pt x="1259091" y="968178"/>
                </a:lnTo>
                <a:lnTo>
                  <a:pt x="1259269" y="968338"/>
                </a:lnTo>
                <a:lnTo>
                  <a:pt x="1259438" y="968507"/>
                </a:lnTo>
                <a:lnTo>
                  <a:pt x="1259616" y="968676"/>
                </a:lnTo>
                <a:lnTo>
                  <a:pt x="1259785" y="968836"/>
                </a:lnTo>
                <a:lnTo>
                  <a:pt x="1259962" y="969005"/>
                </a:lnTo>
                <a:lnTo>
                  <a:pt x="1260132" y="969165"/>
                </a:lnTo>
                <a:lnTo>
                  <a:pt x="1260300" y="969334"/>
                </a:lnTo>
                <a:lnTo>
                  <a:pt x="1260478" y="969494"/>
                </a:lnTo>
                <a:lnTo>
                  <a:pt x="1260647" y="969663"/>
                </a:lnTo>
                <a:lnTo>
                  <a:pt x="1260825" y="969823"/>
                </a:lnTo>
                <a:lnTo>
                  <a:pt x="1260994" y="969992"/>
                </a:lnTo>
                <a:lnTo>
                  <a:pt x="1261164" y="970153"/>
                </a:lnTo>
                <a:lnTo>
                  <a:pt x="1261341" y="970322"/>
                </a:lnTo>
                <a:lnTo>
                  <a:pt x="1261510" y="970482"/>
                </a:lnTo>
                <a:lnTo>
                  <a:pt x="1261688" y="970642"/>
                </a:lnTo>
                <a:lnTo>
                  <a:pt x="1261857" y="970811"/>
                </a:lnTo>
                <a:lnTo>
                  <a:pt x="1262035" y="970971"/>
                </a:lnTo>
                <a:lnTo>
                  <a:pt x="1262204" y="971131"/>
                </a:lnTo>
                <a:lnTo>
                  <a:pt x="1262373" y="971291"/>
                </a:lnTo>
                <a:lnTo>
                  <a:pt x="1262551" y="971460"/>
                </a:lnTo>
                <a:lnTo>
                  <a:pt x="1262720" y="971621"/>
                </a:lnTo>
                <a:lnTo>
                  <a:pt x="1262898" y="971781"/>
                </a:lnTo>
                <a:lnTo>
                  <a:pt x="1263067" y="971941"/>
                </a:lnTo>
                <a:lnTo>
                  <a:pt x="1263245" y="972101"/>
                </a:lnTo>
                <a:lnTo>
                  <a:pt x="1263414" y="972261"/>
                </a:lnTo>
                <a:lnTo>
                  <a:pt x="1263583" y="972421"/>
                </a:lnTo>
                <a:lnTo>
                  <a:pt x="1263761" y="972581"/>
                </a:lnTo>
                <a:lnTo>
                  <a:pt x="1263930" y="972741"/>
                </a:lnTo>
                <a:lnTo>
                  <a:pt x="1264108" y="972902"/>
                </a:lnTo>
                <a:lnTo>
                  <a:pt x="1264277" y="973062"/>
                </a:lnTo>
                <a:lnTo>
                  <a:pt x="1264455" y="973222"/>
                </a:lnTo>
                <a:lnTo>
                  <a:pt x="1264624" y="973382"/>
                </a:lnTo>
                <a:lnTo>
                  <a:pt x="1264793" y="973542"/>
                </a:lnTo>
                <a:lnTo>
                  <a:pt x="1264971" y="973702"/>
                </a:lnTo>
                <a:lnTo>
                  <a:pt x="1265140" y="973862"/>
                </a:lnTo>
                <a:lnTo>
                  <a:pt x="1265318" y="974023"/>
                </a:lnTo>
                <a:lnTo>
                  <a:pt x="1265487" y="974174"/>
                </a:lnTo>
                <a:lnTo>
                  <a:pt x="1265665" y="974334"/>
                </a:lnTo>
                <a:lnTo>
                  <a:pt x="1265834" y="974494"/>
                </a:lnTo>
                <a:lnTo>
                  <a:pt x="1266003" y="974654"/>
                </a:lnTo>
                <a:lnTo>
                  <a:pt x="1266181" y="974805"/>
                </a:lnTo>
                <a:lnTo>
                  <a:pt x="1266350" y="974966"/>
                </a:lnTo>
                <a:lnTo>
                  <a:pt x="1266528" y="975126"/>
                </a:lnTo>
                <a:lnTo>
                  <a:pt x="1266697" y="975277"/>
                </a:lnTo>
                <a:lnTo>
                  <a:pt x="1266875" y="975437"/>
                </a:lnTo>
                <a:lnTo>
                  <a:pt x="1267044" y="975588"/>
                </a:lnTo>
                <a:lnTo>
                  <a:pt x="1267213" y="975748"/>
                </a:lnTo>
                <a:lnTo>
                  <a:pt x="1267391" y="975909"/>
                </a:lnTo>
                <a:lnTo>
                  <a:pt x="1267560" y="976060"/>
                </a:lnTo>
                <a:lnTo>
                  <a:pt x="1267738" y="976211"/>
                </a:lnTo>
                <a:lnTo>
                  <a:pt x="1267907" y="976371"/>
                </a:lnTo>
                <a:lnTo>
                  <a:pt x="1268085" y="976522"/>
                </a:lnTo>
                <a:lnTo>
                  <a:pt x="1268254" y="976683"/>
                </a:lnTo>
                <a:lnTo>
                  <a:pt x="1268423" y="976834"/>
                </a:lnTo>
                <a:lnTo>
                  <a:pt x="1268601" y="976985"/>
                </a:lnTo>
                <a:lnTo>
                  <a:pt x="1268770" y="977145"/>
                </a:lnTo>
                <a:lnTo>
                  <a:pt x="1268948" y="977296"/>
                </a:lnTo>
                <a:lnTo>
                  <a:pt x="1269117" y="977448"/>
                </a:lnTo>
                <a:lnTo>
                  <a:pt x="1269295" y="977608"/>
                </a:lnTo>
                <a:lnTo>
                  <a:pt x="1269464" y="977759"/>
                </a:lnTo>
                <a:lnTo>
                  <a:pt x="1269633" y="977910"/>
                </a:lnTo>
                <a:lnTo>
                  <a:pt x="1269811" y="978062"/>
                </a:lnTo>
                <a:lnTo>
                  <a:pt x="1269980" y="978213"/>
                </a:lnTo>
                <a:lnTo>
                  <a:pt x="1270158" y="978373"/>
                </a:lnTo>
                <a:lnTo>
                  <a:pt x="1270327" y="978524"/>
                </a:lnTo>
                <a:lnTo>
                  <a:pt x="1270505" y="978675"/>
                </a:lnTo>
                <a:lnTo>
                  <a:pt x="1270674" y="978827"/>
                </a:lnTo>
                <a:lnTo>
                  <a:pt x="1270843" y="978978"/>
                </a:lnTo>
                <a:lnTo>
                  <a:pt x="1271021" y="979129"/>
                </a:lnTo>
                <a:lnTo>
                  <a:pt x="1271190" y="979280"/>
                </a:lnTo>
                <a:lnTo>
                  <a:pt x="1271368" y="979432"/>
                </a:lnTo>
                <a:lnTo>
                  <a:pt x="1271537" y="979583"/>
                </a:lnTo>
                <a:lnTo>
                  <a:pt x="1271715" y="979734"/>
                </a:lnTo>
                <a:lnTo>
                  <a:pt x="1271884" y="979885"/>
                </a:lnTo>
                <a:lnTo>
                  <a:pt x="1272053" y="980028"/>
                </a:lnTo>
                <a:lnTo>
                  <a:pt x="1272231" y="980179"/>
                </a:lnTo>
                <a:lnTo>
                  <a:pt x="1272400" y="980330"/>
                </a:lnTo>
                <a:lnTo>
                  <a:pt x="1272578" y="980481"/>
                </a:lnTo>
                <a:lnTo>
                  <a:pt x="1272747" y="980633"/>
                </a:lnTo>
                <a:lnTo>
                  <a:pt x="1272925" y="980775"/>
                </a:lnTo>
                <a:lnTo>
                  <a:pt x="1273094" y="980926"/>
                </a:lnTo>
                <a:lnTo>
                  <a:pt x="1273263" y="981077"/>
                </a:lnTo>
                <a:lnTo>
                  <a:pt x="1273441" y="981229"/>
                </a:lnTo>
                <a:lnTo>
                  <a:pt x="1273610" y="981371"/>
                </a:lnTo>
                <a:lnTo>
                  <a:pt x="1273788" y="981522"/>
                </a:lnTo>
                <a:lnTo>
                  <a:pt x="1273957" y="981665"/>
                </a:lnTo>
                <a:lnTo>
                  <a:pt x="1274135" y="981816"/>
                </a:lnTo>
                <a:lnTo>
                  <a:pt x="1274304" y="981967"/>
                </a:lnTo>
                <a:lnTo>
                  <a:pt x="1274473" y="982109"/>
                </a:lnTo>
                <a:lnTo>
                  <a:pt x="1274650" y="982261"/>
                </a:lnTo>
                <a:lnTo>
                  <a:pt x="1274820" y="982403"/>
                </a:lnTo>
                <a:lnTo>
                  <a:pt x="1274997" y="982554"/>
                </a:lnTo>
                <a:lnTo>
                  <a:pt x="1275167" y="982697"/>
                </a:lnTo>
                <a:lnTo>
                  <a:pt x="1275344" y="982839"/>
                </a:lnTo>
                <a:lnTo>
                  <a:pt x="1275514" y="982990"/>
                </a:lnTo>
                <a:lnTo>
                  <a:pt x="1275682" y="983132"/>
                </a:lnTo>
                <a:lnTo>
                  <a:pt x="1275860" y="983284"/>
                </a:lnTo>
                <a:lnTo>
                  <a:pt x="1276029" y="983426"/>
                </a:lnTo>
                <a:lnTo>
                  <a:pt x="1276207" y="983568"/>
                </a:lnTo>
                <a:lnTo>
                  <a:pt x="1276376" y="983711"/>
                </a:lnTo>
                <a:lnTo>
                  <a:pt x="1276554" y="983862"/>
                </a:lnTo>
                <a:lnTo>
                  <a:pt x="1276723" y="984004"/>
                </a:lnTo>
                <a:lnTo>
                  <a:pt x="1276892" y="984147"/>
                </a:lnTo>
                <a:lnTo>
                  <a:pt x="1277070" y="984289"/>
                </a:lnTo>
                <a:lnTo>
                  <a:pt x="1277239" y="984440"/>
                </a:lnTo>
                <a:lnTo>
                  <a:pt x="1277417" y="984583"/>
                </a:lnTo>
                <a:lnTo>
                  <a:pt x="1277586" y="984725"/>
                </a:lnTo>
                <a:lnTo>
                  <a:pt x="1277764" y="984867"/>
                </a:lnTo>
                <a:lnTo>
                  <a:pt x="1277933" y="985010"/>
                </a:lnTo>
                <a:lnTo>
                  <a:pt x="1278102" y="985152"/>
                </a:lnTo>
                <a:lnTo>
                  <a:pt x="1278280" y="985294"/>
                </a:lnTo>
                <a:lnTo>
                  <a:pt x="1278449" y="985437"/>
                </a:lnTo>
                <a:lnTo>
                  <a:pt x="1278627" y="985579"/>
                </a:lnTo>
                <a:lnTo>
                  <a:pt x="1278796" y="985721"/>
                </a:lnTo>
                <a:lnTo>
                  <a:pt x="1278974" y="985864"/>
                </a:lnTo>
                <a:lnTo>
                  <a:pt x="1279143" y="986006"/>
                </a:lnTo>
                <a:lnTo>
                  <a:pt x="1279312" y="986148"/>
                </a:lnTo>
                <a:lnTo>
                  <a:pt x="1279490" y="986291"/>
                </a:lnTo>
                <a:lnTo>
                  <a:pt x="1279659" y="986424"/>
                </a:lnTo>
                <a:lnTo>
                  <a:pt x="1279837" y="986566"/>
                </a:lnTo>
                <a:lnTo>
                  <a:pt x="1280006" y="986709"/>
                </a:lnTo>
                <a:lnTo>
                  <a:pt x="1280175" y="986851"/>
                </a:lnTo>
                <a:lnTo>
                  <a:pt x="1280353" y="986994"/>
                </a:lnTo>
                <a:lnTo>
                  <a:pt x="1280522" y="987127"/>
                </a:lnTo>
                <a:lnTo>
                  <a:pt x="1280700" y="987269"/>
                </a:lnTo>
                <a:lnTo>
                  <a:pt x="1280869" y="987412"/>
                </a:lnTo>
                <a:lnTo>
                  <a:pt x="1281047" y="987545"/>
                </a:lnTo>
                <a:lnTo>
                  <a:pt x="1281216" y="987687"/>
                </a:lnTo>
                <a:lnTo>
                  <a:pt x="1281385" y="987830"/>
                </a:lnTo>
                <a:lnTo>
                  <a:pt x="1281563" y="987963"/>
                </a:lnTo>
                <a:lnTo>
                  <a:pt x="1281732" y="988106"/>
                </a:lnTo>
                <a:lnTo>
                  <a:pt x="1281910" y="988239"/>
                </a:lnTo>
                <a:lnTo>
                  <a:pt x="1282079" y="988381"/>
                </a:lnTo>
                <a:lnTo>
                  <a:pt x="1282257" y="988515"/>
                </a:lnTo>
                <a:lnTo>
                  <a:pt x="1282426" y="988657"/>
                </a:lnTo>
                <a:lnTo>
                  <a:pt x="1282595" y="988791"/>
                </a:lnTo>
                <a:lnTo>
                  <a:pt x="1282773" y="988933"/>
                </a:lnTo>
                <a:lnTo>
                  <a:pt x="1282942" y="989066"/>
                </a:lnTo>
                <a:lnTo>
                  <a:pt x="1283120" y="989200"/>
                </a:lnTo>
                <a:lnTo>
                  <a:pt x="1283289" y="989342"/>
                </a:lnTo>
                <a:lnTo>
                  <a:pt x="1283467" y="989476"/>
                </a:lnTo>
                <a:lnTo>
                  <a:pt x="1283636" y="989609"/>
                </a:lnTo>
                <a:lnTo>
                  <a:pt x="1283805" y="989751"/>
                </a:lnTo>
                <a:lnTo>
                  <a:pt x="1283983" y="989885"/>
                </a:lnTo>
                <a:lnTo>
                  <a:pt x="1284152" y="990018"/>
                </a:lnTo>
                <a:lnTo>
                  <a:pt x="1284330" y="990161"/>
                </a:lnTo>
                <a:lnTo>
                  <a:pt x="1284499" y="990294"/>
                </a:lnTo>
                <a:lnTo>
                  <a:pt x="1284677" y="990428"/>
                </a:lnTo>
                <a:lnTo>
                  <a:pt x="1284846" y="990561"/>
                </a:lnTo>
                <a:lnTo>
                  <a:pt x="1285015" y="990694"/>
                </a:lnTo>
                <a:lnTo>
                  <a:pt x="1285193" y="990828"/>
                </a:lnTo>
                <a:lnTo>
                  <a:pt x="1285362" y="990961"/>
                </a:lnTo>
                <a:lnTo>
                  <a:pt x="1285540" y="991104"/>
                </a:lnTo>
                <a:lnTo>
                  <a:pt x="1285709" y="991237"/>
                </a:lnTo>
                <a:lnTo>
                  <a:pt x="1285887" y="991371"/>
                </a:lnTo>
                <a:lnTo>
                  <a:pt x="1286056" y="991504"/>
                </a:lnTo>
                <a:lnTo>
                  <a:pt x="1286225" y="991638"/>
                </a:lnTo>
                <a:lnTo>
                  <a:pt x="1286403" y="991771"/>
                </a:lnTo>
                <a:lnTo>
                  <a:pt x="1286572" y="991904"/>
                </a:lnTo>
                <a:lnTo>
                  <a:pt x="1286750" y="992029"/>
                </a:lnTo>
                <a:lnTo>
                  <a:pt x="1286919" y="992162"/>
                </a:lnTo>
                <a:lnTo>
                  <a:pt x="1287097" y="992296"/>
                </a:lnTo>
                <a:lnTo>
                  <a:pt x="1287266" y="992429"/>
                </a:lnTo>
                <a:lnTo>
                  <a:pt x="1287435" y="992563"/>
                </a:lnTo>
                <a:lnTo>
                  <a:pt x="1287613" y="992696"/>
                </a:lnTo>
                <a:lnTo>
                  <a:pt x="1287782" y="992830"/>
                </a:lnTo>
                <a:lnTo>
                  <a:pt x="1287960" y="992954"/>
                </a:lnTo>
                <a:lnTo>
                  <a:pt x="1288129" y="993088"/>
                </a:lnTo>
                <a:lnTo>
                  <a:pt x="1288307" y="993221"/>
                </a:lnTo>
                <a:lnTo>
                  <a:pt x="1288476" y="993346"/>
                </a:lnTo>
                <a:lnTo>
                  <a:pt x="1288645" y="993479"/>
                </a:lnTo>
                <a:lnTo>
                  <a:pt x="1288823" y="993613"/>
                </a:lnTo>
                <a:lnTo>
                  <a:pt x="1288992" y="993737"/>
                </a:lnTo>
                <a:lnTo>
                  <a:pt x="1289170" y="993871"/>
                </a:lnTo>
                <a:lnTo>
                  <a:pt x="1289339" y="994004"/>
                </a:lnTo>
                <a:lnTo>
                  <a:pt x="1289517" y="994128"/>
                </a:lnTo>
                <a:lnTo>
                  <a:pt x="1289685" y="994262"/>
                </a:lnTo>
                <a:lnTo>
                  <a:pt x="1289855" y="994387"/>
                </a:lnTo>
                <a:lnTo>
                  <a:pt x="1290032" y="994520"/>
                </a:lnTo>
                <a:lnTo>
                  <a:pt x="1290201" y="994645"/>
                </a:lnTo>
                <a:lnTo>
                  <a:pt x="1290379" y="994778"/>
                </a:lnTo>
                <a:lnTo>
                  <a:pt x="1290548" y="994902"/>
                </a:lnTo>
                <a:lnTo>
                  <a:pt x="1290726" y="995036"/>
                </a:lnTo>
                <a:lnTo>
                  <a:pt x="1290895" y="995160"/>
                </a:lnTo>
                <a:lnTo>
                  <a:pt x="1291064" y="995285"/>
                </a:lnTo>
                <a:lnTo>
                  <a:pt x="1291242" y="995419"/>
                </a:lnTo>
                <a:lnTo>
                  <a:pt x="1291411" y="995543"/>
                </a:lnTo>
                <a:lnTo>
                  <a:pt x="1291589" y="995668"/>
                </a:lnTo>
                <a:lnTo>
                  <a:pt x="1291758" y="995801"/>
                </a:lnTo>
                <a:lnTo>
                  <a:pt x="1291936" y="995926"/>
                </a:lnTo>
                <a:lnTo>
                  <a:pt x="1292105" y="996050"/>
                </a:lnTo>
                <a:lnTo>
                  <a:pt x="1292274" y="996175"/>
                </a:lnTo>
                <a:lnTo>
                  <a:pt x="1292452" y="996308"/>
                </a:lnTo>
                <a:lnTo>
                  <a:pt x="1292621" y="996433"/>
                </a:lnTo>
                <a:lnTo>
                  <a:pt x="1292799" y="996557"/>
                </a:lnTo>
                <a:lnTo>
                  <a:pt x="1292968" y="996682"/>
                </a:lnTo>
                <a:lnTo>
                  <a:pt x="1293146" y="996806"/>
                </a:lnTo>
                <a:lnTo>
                  <a:pt x="1293315" y="996931"/>
                </a:lnTo>
                <a:lnTo>
                  <a:pt x="1293484" y="997055"/>
                </a:lnTo>
                <a:lnTo>
                  <a:pt x="1293662" y="997189"/>
                </a:lnTo>
                <a:lnTo>
                  <a:pt x="1293831" y="997313"/>
                </a:lnTo>
                <a:lnTo>
                  <a:pt x="1294009" y="997438"/>
                </a:lnTo>
                <a:lnTo>
                  <a:pt x="1294178" y="997562"/>
                </a:lnTo>
                <a:lnTo>
                  <a:pt x="1294356" y="997687"/>
                </a:lnTo>
                <a:lnTo>
                  <a:pt x="1294525" y="997812"/>
                </a:lnTo>
                <a:lnTo>
                  <a:pt x="1294694" y="997927"/>
                </a:lnTo>
                <a:lnTo>
                  <a:pt x="1294872" y="998052"/>
                </a:lnTo>
                <a:lnTo>
                  <a:pt x="1295041" y="998176"/>
                </a:lnTo>
                <a:lnTo>
                  <a:pt x="1295219" y="998301"/>
                </a:lnTo>
                <a:lnTo>
                  <a:pt x="1295388" y="998426"/>
                </a:lnTo>
                <a:lnTo>
                  <a:pt x="1295566" y="998550"/>
                </a:lnTo>
                <a:lnTo>
                  <a:pt x="1295735" y="998675"/>
                </a:lnTo>
                <a:lnTo>
                  <a:pt x="1295904" y="998790"/>
                </a:lnTo>
                <a:lnTo>
                  <a:pt x="1296082" y="998915"/>
                </a:lnTo>
                <a:lnTo>
                  <a:pt x="1296251" y="999039"/>
                </a:lnTo>
                <a:lnTo>
                  <a:pt x="1296429" y="999164"/>
                </a:lnTo>
                <a:lnTo>
                  <a:pt x="1296598" y="999280"/>
                </a:lnTo>
                <a:lnTo>
                  <a:pt x="1296776" y="999404"/>
                </a:lnTo>
                <a:lnTo>
                  <a:pt x="1296945" y="999529"/>
                </a:lnTo>
                <a:lnTo>
                  <a:pt x="1297114" y="999644"/>
                </a:lnTo>
                <a:lnTo>
                  <a:pt x="1297292" y="999769"/>
                </a:lnTo>
                <a:lnTo>
                  <a:pt x="1297461" y="999893"/>
                </a:lnTo>
                <a:lnTo>
                  <a:pt x="1297639" y="1000009"/>
                </a:lnTo>
                <a:lnTo>
                  <a:pt x="1297808" y="1000134"/>
                </a:lnTo>
                <a:lnTo>
                  <a:pt x="1297986" y="1000249"/>
                </a:lnTo>
                <a:lnTo>
                  <a:pt x="1298155" y="1000374"/>
                </a:lnTo>
                <a:lnTo>
                  <a:pt x="1298324" y="1000489"/>
                </a:lnTo>
                <a:lnTo>
                  <a:pt x="1298502" y="1000614"/>
                </a:lnTo>
                <a:lnTo>
                  <a:pt x="1298671" y="1000730"/>
                </a:lnTo>
                <a:lnTo>
                  <a:pt x="1298849" y="1000854"/>
                </a:lnTo>
                <a:lnTo>
                  <a:pt x="1299018" y="1000970"/>
                </a:lnTo>
                <a:lnTo>
                  <a:pt x="1299187" y="1001086"/>
                </a:lnTo>
                <a:lnTo>
                  <a:pt x="1299365" y="1001210"/>
                </a:lnTo>
                <a:lnTo>
                  <a:pt x="1299534" y="1001326"/>
                </a:lnTo>
                <a:lnTo>
                  <a:pt x="1299712" y="1001441"/>
                </a:lnTo>
                <a:lnTo>
                  <a:pt x="1299881" y="1001566"/>
                </a:lnTo>
                <a:lnTo>
                  <a:pt x="1300059" y="1001682"/>
                </a:lnTo>
                <a:lnTo>
                  <a:pt x="1300228" y="1001797"/>
                </a:lnTo>
                <a:lnTo>
                  <a:pt x="1300397" y="1001922"/>
                </a:lnTo>
                <a:lnTo>
                  <a:pt x="1300575" y="1002037"/>
                </a:lnTo>
                <a:lnTo>
                  <a:pt x="1300744" y="1002153"/>
                </a:lnTo>
                <a:lnTo>
                  <a:pt x="1300922" y="1002269"/>
                </a:lnTo>
                <a:lnTo>
                  <a:pt x="1301091" y="1002384"/>
                </a:lnTo>
                <a:lnTo>
                  <a:pt x="1301269" y="1002509"/>
                </a:lnTo>
                <a:lnTo>
                  <a:pt x="1301438" y="1002625"/>
                </a:lnTo>
                <a:lnTo>
                  <a:pt x="1301607" y="1002740"/>
                </a:lnTo>
                <a:lnTo>
                  <a:pt x="1301785" y="1002856"/>
                </a:lnTo>
                <a:lnTo>
                  <a:pt x="1301954" y="1002972"/>
                </a:lnTo>
                <a:lnTo>
                  <a:pt x="1302132" y="1003087"/>
                </a:lnTo>
                <a:lnTo>
                  <a:pt x="1302301" y="1003203"/>
                </a:lnTo>
                <a:lnTo>
                  <a:pt x="1302479" y="1003319"/>
                </a:lnTo>
                <a:lnTo>
                  <a:pt x="1302648" y="1003434"/>
                </a:lnTo>
                <a:lnTo>
                  <a:pt x="1302817" y="1003550"/>
                </a:lnTo>
                <a:lnTo>
                  <a:pt x="1302995" y="1003666"/>
                </a:lnTo>
                <a:lnTo>
                  <a:pt x="1303164" y="1003781"/>
                </a:lnTo>
                <a:lnTo>
                  <a:pt x="1303342" y="1003897"/>
                </a:lnTo>
                <a:lnTo>
                  <a:pt x="1303511" y="1004012"/>
                </a:lnTo>
                <a:lnTo>
                  <a:pt x="1303689" y="1004128"/>
                </a:lnTo>
                <a:lnTo>
                  <a:pt x="1303858" y="1004235"/>
                </a:lnTo>
                <a:lnTo>
                  <a:pt x="1304027" y="1004350"/>
                </a:lnTo>
                <a:lnTo>
                  <a:pt x="1304205" y="1004466"/>
                </a:lnTo>
                <a:lnTo>
                  <a:pt x="1304374" y="1004582"/>
                </a:lnTo>
                <a:lnTo>
                  <a:pt x="1304551" y="1004697"/>
                </a:lnTo>
                <a:lnTo>
                  <a:pt x="1304721" y="1004804"/>
                </a:lnTo>
                <a:lnTo>
                  <a:pt x="1304898" y="1004920"/>
                </a:lnTo>
                <a:lnTo>
                  <a:pt x="1305067" y="1005036"/>
                </a:lnTo>
                <a:lnTo>
                  <a:pt x="1305236" y="1005151"/>
                </a:lnTo>
                <a:lnTo>
                  <a:pt x="1305414" y="1005258"/>
                </a:lnTo>
                <a:lnTo>
                  <a:pt x="1305583" y="1005374"/>
                </a:lnTo>
                <a:lnTo>
                  <a:pt x="1305761" y="1005480"/>
                </a:lnTo>
                <a:lnTo>
                  <a:pt x="1305930" y="1005596"/>
                </a:lnTo>
                <a:lnTo>
                  <a:pt x="1306108" y="1005712"/>
                </a:lnTo>
                <a:lnTo>
                  <a:pt x="1306277" y="1005818"/>
                </a:lnTo>
                <a:lnTo>
                  <a:pt x="1306446" y="1005934"/>
                </a:lnTo>
                <a:lnTo>
                  <a:pt x="1306624" y="1006041"/>
                </a:lnTo>
                <a:lnTo>
                  <a:pt x="1306793" y="1006156"/>
                </a:lnTo>
                <a:lnTo>
                  <a:pt x="1306971" y="1006263"/>
                </a:lnTo>
                <a:lnTo>
                  <a:pt x="1307140" y="1006379"/>
                </a:lnTo>
                <a:lnTo>
                  <a:pt x="1307318" y="1006486"/>
                </a:lnTo>
                <a:lnTo>
                  <a:pt x="1307487" y="1006601"/>
                </a:lnTo>
                <a:lnTo>
                  <a:pt x="1307656" y="1006708"/>
                </a:lnTo>
                <a:lnTo>
                  <a:pt x="1307834" y="1006824"/>
                </a:lnTo>
                <a:lnTo>
                  <a:pt x="1308003" y="1006930"/>
                </a:lnTo>
                <a:lnTo>
                  <a:pt x="1308181" y="1007037"/>
                </a:lnTo>
                <a:lnTo>
                  <a:pt x="1308350" y="1007153"/>
                </a:lnTo>
                <a:lnTo>
                  <a:pt x="1308528" y="1007260"/>
                </a:lnTo>
                <a:lnTo>
                  <a:pt x="1308697" y="1007366"/>
                </a:lnTo>
                <a:lnTo>
                  <a:pt x="1308866" y="1007482"/>
                </a:lnTo>
                <a:lnTo>
                  <a:pt x="1309044" y="1007589"/>
                </a:lnTo>
                <a:lnTo>
                  <a:pt x="1309213" y="1007696"/>
                </a:lnTo>
                <a:lnTo>
                  <a:pt x="1309391" y="1007802"/>
                </a:lnTo>
                <a:lnTo>
                  <a:pt x="1309560" y="1007909"/>
                </a:lnTo>
                <a:lnTo>
                  <a:pt x="1309738" y="1008025"/>
                </a:lnTo>
                <a:lnTo>
                  <a:pt x="1309907" y="1008131"/>
                </a:lnTo>
                <a:lnTo>
                  <a:pt x="1310076" y="1008238"/>
                </a:lnTo>
                <a:lnTo>
                  <a:pt x="1310254" y="1008345"/>
                </a:lnTo>
                <a:lnTo>
                  <a:pt x="1310423" y="1008452"/>
                </a:lnTo>
                <a:lnTo>
                  <a:pt x="1310601" y="1008559"/>
                </a:lnTo>
                <a:lnTo>
                  <a:pt x="1310770" y="1008665"/>
                </a:lnTo>
                <a:lnTo>
                  <a:pt x="1310948" y="1008772"/>
                </a:lnTo>
                <a:lnTo>
                  <a:pt x="1311117" y="1008879"/>
                </a:lnTo>
                <a:lnTo>
                  <a:pt x="1311286" y="1008995"/>
                </a:lnTo>
                <a:lnTo>
                  <a:pt x="1311464" y="1009101"/>
                </a:lnTo>
                <a:lnTo>
                  <a:pt x="1311633" y="1009199"/>
                </a:lnTo>
                <a:lnTo>
                  <a:pt x="1311811" y="1009306"/>
                </a:lnTo>
                <a:lnTo>
                  <a:pt x="1311980" y="1009413"/>
                </a:lnTo>
                <a:lnTo>
                  <a:pt x="1312158" y="1009519"/>
                </a:lnTo>
                <a:lnTo>
                  <a:pt x="1312327" y="1009626"/>
                </a:lnTo>
                <a:lnTo>
                  <a:pt x="1312496" y="1009733"/>
                </a:lnTo>
                <a:lnTo>
                  <a:pt x="1312674" y="1009840"/>
                </a:lnTo>
                <a:lnTo>
                  <a:pt x="1312843" y="1009946"/>
                </a:lnTo>
                <a:lnTo>
                  <a:pt x="1313021" y="1010053"/>
                </a:lnTo>
                <a:lnTo>
                  <a:pt x="1313190" y="1010151"/>
                </a:lnTo>
                <a:lnTo>
                  <a:pt x="1313368" y="1010258"/>
                </a:lnTo>
                <a:lnTo>
                  <a:pt x="1313537" y="1010364"/>
                </a:lnTo>
                <a:lnTo>
                  <a:pt x="1313706" y="1010471"/>
                </a:lnTo>
                <a:lnTo>
                  <a:pt x="1313884" y="1010569"/>
                </a:lnTo>
                <a:lnTo>
                  <a:pt x="1314053" y="1010676"/>
                </a:lnTo>
                <a:lnTo>
                  <a:pt x="1314231" y="1010783"/>
                </a:lnTo>
                <a:lnTo>
                  <a:pt x="1314400" y="1010889"/>
                </a:lnTo>
                <a:lnTo>
                  <a:pt x="1314578" y="1010987"/>
                </a:lnTo>
                <a:lnTo>
                  <a:pt x="1314747" y="1011094"/>
                </a:lnTo>
                <a:lnTo>
                  <a:pt x="1314916" y="1011201"/>
                </a:lnTo>
                <a:lnTo>
                  <a:pt x="1315094" y="1011299"/>
                </a:lnTo>
                <a:lnTo>
                  <a:pt x="1315263" y="1011405"/>
                </a:lnTo>
                <a:lnTo>
                  <a:pt x="1315441" y="1011503"/>
                </a:lnTo>
                <a:lnTo>
                  <a:pt x="1315610" y="1011610"/>
                </a:lnTo>
                <a:lnTo>
                  <a:pt x="1315788" y="1011708"/>
                </a:lnTo>
                <a:lnTo>
                  <a:pt x="1315957" y="1011815"/>
                </a:lnTo>
                <a:lnTo>
                  <a:pt x="1316126" y="1011912"/>
                </a:lnTo>
                <a:lnTo>
                  <a:pt x="1316304" y="1012019"/>
                </a:lnTo>
                <a:lnTo>
                  <a:pt x="1316473" y="1012117"/>
                </a:lnTo>
                <a:lnTo>
                  <a:pt x="1316651" y="1012224"/>
                </a:lnTo>
                <a:lnTo>
                  <a:pt x="1316820" y="1012322"/>
                </a:lnTo>
                <a:lnTo>
                  <a:pt x="1316998" y="1012429"/>
                </a:lnTo>
                <a:lnTo>
                  <a:pt x="1317167" y="1012526"/>
                </a:lnTo>
                <a:lnTo>
                  <a:pt x="1317336" y="1012624"/>
                </a:lnTo>
                <a:lnTo>
                  <a:pt x="1317514" y="1012731"/>
                </a:lnTo>
                <a:lnTo>
                  <a:pt x="1317683" y="1012829"/>
                </a:lnTo>
                <a:lnTo>
                  <a:pt x="1317861" y="1012927"/>
                </a:lnTo>
                <a:lnTo>
                  <a:pt x="1318030" y="1013033"/>
                </a:lnTo>
                <a:lnTo>
                  <a:pt x="1318199" y="1013131"/>
                </a:lnTo>
                <a:lnTo>
                  <a:pt x="1318377" y="1013229"/>
                </a:lnTo>
                <a:lnTo>
                  <a:pt x="1318546" y="1013327"/>
                </a:lnTo>
                <a:lnTo>
                  <a:pt x="1318724" y="1013434"/>
                </a:lnTo>
                <a:lnTo>
                  <a:pt x="1318893" y="1013532"/>
                </a:lnTo>
                <a:lnTo>
                  <a:pt x="1319070" y="1013630"/>
                </a:lnTo>
                <a:lnTo>
                  <a:pt x="1319239" y="1013727"/>
                </a:lnTo>
                <a:lnTo>
                  <a:pt x="1319409" y="1013825"/>
                </a:lnTo>
                <a:lnTo>
                  <a:pt x="1319586" y="1013923"/>
                </a:lnTo>
                <a:lnTo>
                  <a:pt x="1319756" y="1014030"/>
                </a:lnTo>
                <a:lnTo>
                  <a:pt x="1319933" y="1014128"/>
                </a:lnTo>
                <a:lnTo>
                  <a:pt x="1320103" y="1014226"/>
                </a:lnTo>
                <a:lnTo>
                  <a:pt x="1320280" y="1014323"/>
                </a:lnTo>
                <a:lnTo>
                  <a:pt x="1320449" y="1014421"/>
                </a:lnTo>
                <a:lnTo>
                  <a:pt x="1320618" y="1014519"/>
                </a:lnTo>
                <a:lnTo>
                  <a:pt x="1320796" y="1014617"/>
                </a:lnTo>
                <a:lnTo>
                  <a:pt x="1320965" y="1014715"/>
                </a:lnTo>
                <a:lnTo>
                  <a:pt x="1321143" y="1014813"/>
                </a:lnTo>
                <a:lnTo>
                  <a:pt x="1321312" y="1014911"/>
                </a:lnTo>
                <a:lnTo>
                  <a:pt x="1321490" y="1015009"/>
                </a:lnTo>
                <a:lnTo>
                  <a:pt x="1321659" y="1015106"/>
                </a:lnTo>
                <a:lnTo>
                  <a:pt x="1321828" y="1015204"/>
                </a:lnTo>
                <a:lnTo>
                  <a:pt x="1322006" y="1015293"/>
                </a:lnTo>
                <a:lnTo>
                  <a:pt x="1322175" y="1015391"/>
                </a:lnTo>
                <a:lnTo>
                  <a:pt x="1322353" y="1015489"/>
                </a:lnTo>
                <a:lnTo>
                  <a:pt x="1322522" y="1015587"/>
                </a:lnTo>
                <a:lnTo>
                  <a:pt x="1322700" y="1015685"/>
                </a:lnTo>
                <a:lnTo>
                  <a:pt x="1322869" y="1015783"/>
                </a:lnTo>
                <a:lnTo>
                  <a:pt x="1323038" y="1015871"/>
                </a:lnTo>
                <a:lnTo>
                  <a:pt x="1323216" y="1015969"/>
                </a:lnTo>
                <a:lnTo>
                  <a:pt x="1323385" y="1016067"/>
                </a:lnTo>
                <a:lnTo>
                  <a:pt x="1323563" y="1016165"/>
                </a:lnTo>
                <a:lnTo>
                  <a:pt x="1323732" y="1016254"/>
                </a:lnTo>
                <a:lnTo>
                  <a:pt x="1323910" y="1016352"/>
                </a:lnTo>
                <a:lnTo>
                  <a:pt x="1324079" y="1016450"/>
                </a:lnTo>
                <a:lnTo>
                  <a:pt x="1324248" y="1016539"/>
                </a:lnTo>
                <a:lnTo>
                  <a:pt x="1324426" y="1016637"/>
                </a:lnTo>
                <a:lnTo>
                  <a:pt x="1324595" y="1016734"/>
                </a:lnTo>
                <a:lnTo>
                  <a:pt x="1324773" y="1016823"/>
                </a:lnTo>
                <a:lnTo>
                  <a:pt x="1324942" y="1016921"/>
                </a:lnTo>
                <a:lnTo>
                  <a:pt x="1325120" y="1017010"/>
                </a:lnTo>
                <a:lnTo>
                  <a:pt x="1325289" y="1017108"/>
                </a:lnTo>
                <a:lnTo>
                  <a:pt x="1325458" y="1017197"/>
                </a:lnTo>
                <a:lnTo>
                  <a:pt x="1325636" y="1017295"/>
                </a:lnTo>
                <a:lnTo>
                  <a:pt x="1325805" y="1017384"/>
                </a:lnTo>
                <a:lnTo>
                  <a:pt x="1325983" y="1017482"/>
                </a:lnTo>
                <a:lnTo>
                  <a:pt x="1326152" y="1017571"/>
                </a:lnTo>
                <a:lnTo>
                  <a:pt x="1326330" y="1017669"/>
                </a:lnTo>
                <a:lnTo>
                  <a:pt x="1326499" y="1017757"/>
                </a:lnTo>
                <a:lnTo>
                  <a:pt x="1326668" y="1017855"/>
                </a:lnTo>
                <a:lnTo>
                  <a:pt x="1326846" y="1017944"/>
                </a:lnTo>
                <a:lnTo>
                  <a:pt x="1327015" y="1018033"/>
                </a:lnTo>
                <a:lnTo>
                  <a:pt x="1327193" y="1018131"/>
                </a:lnTo>
                <a:lnTo>
                  <a:pt x="1327362" y="1018220"/>
                </a:lnTo>
                <a:lnTo>
                  <a:pt x="1327540" y="1018309"/>
                </a:lnTo>
                <a:lnTo>
                  <a:pt x="1327709" y="1018407"/>
                </a:lnTo>
                <a:lnTo>
                  <a:pt x="1327878" y="1018496"/>
                </a:lnTo>
                <a:lnTo>
                  <a:pt x="1328056" y="1018585"/>
                </a:lnTo>
                <a:lnTo>
                  <a:pt x="1328225" y="1018683"/>
                </a:lnTo>
                <a:lnTo>
                  <a:pt x="1328403" y="1018772"/>
                </a:lnTo>
                <a:lnTo>
                  <a:pt x="1328572" y="1018861"/>
                </a:lnTo>
                <a:lnTo>
                  <a:pt x="1328750" y="1018950"/>
                </a:lnTo>
                <a:lnTo>
                  <a:pt x="1328919" y="1019047"/>
                </a:lnTo>
                <a:lnTo>
                  <a:pt x="1329088" y="1019136"/>
                </a:lnTo>
                <a:lnTo>
                  <a:pt x="1329266" y="1019225"/>
                </a:lnTo>
                <a:lnTo>
                  <a:pt x="1329435" y="1019314"/>
                </a:lnTo>
                <a:lnTo>
                  <a:pt x="1329613" y="1019403"/>
                </a:lnTo>
                <a:lnTo>
                  <a:pt x="1329782" y="1019492"/>
                </a:lnTo>
                <a:lnTo>
                  <a:pt x="1329960" y="1019581"/>
                </a:lnTo>
                <a:lnTo>
                  <a:pt x="1330129" y="1019670"/>
                </a:lnTo>
                <a:lnTo>
                  <a:pt x="1330298" y="1019759"/>
                </a:lnTo>
                <a:lnTo>
                  <a:pt x="1330476" y="1019857"/>
                </a:lnTo>
                <a:lnTo>
                  <a:pt x="1330645" y="1019946"/>
                </a:lnTo>
                <a:lnTo>
                  <a:pt x="1330823" y="1020035"/>
                </a:lnTo>
                <a:lnTo>
                  <a:pt x="1330992" y="1020124"/>
                </a:lnTo>
                <a:lnTo>
                  <a:pt x="1331170" y="1020213"/>
                </a:lnTo>
                <a:lnTo>
                  <a:pt x="1331339" y="1020302"/>
                </a:lnTo>
                <a:lnTo>
                  <a:pt x="1331508" y="1020382"/>
                </a:lnTo>
                <a:lnTo>
                  <a:pt x="1331686" y="1020471"/>
                </a:lnTo>
                <a:lnTo>
                  <a:pt x="1331855" y="1020560"/>
                </a:lnTo>
                <a:lnTo>
                  <a:pt x="1332033" y="1020649"/>
                </a:lnTo>
                <a:lnTo>
                  <a:pt x="1332202" y="1020738"/>
                </a:lnTo>
                <a:lnTo>
                  <a:pt x="1332380" y="1020827"/>
                </a:lnTo>
                <a:lnTo>
                  <a:pt x="1332549" y="1020916"/>
                </a:lnTo>
                <a:lnTo>
                  <a:pt x="1332718" y="1021005"/>
                </a:lnTo>
                <a:lnTo>
                  <a:pt x="1332896" y="1021085"/>
                </a:lnTo>
                <a:lnTo>
                  <a:pt x="1333065" y="1021174"/>
                </a:lnTo>
                <a:lnTo>
                  <a:pt x="1333242" y="1021263"/>
                </a:lnTo>
                <a:lnTo>
                  <a:pt x="1333412" y="1021352"/>
                </a:lnTo>
                <a:lnTo>
                  <a:pt x="1333589" y="1021441"/>
                </a:lnTo>
                <a:lnTo>
                  <a:pt x="1333759" y="1021521"/>
                </a:lnTo>
                <a:lnTo>
                  <a:pt x="1333928" y="1021610"/>
                </a:lnTo>
                <a:lnTo>
                  <a:pt x="1334106" y="1021699"/>
                </a:lnTo>
                <a:lnTo>
                  <a:pt x="1334275" y="1021779"/>
                </a:lnTo>
                <a:lnTo>
                  <a:pt x="1334452" y="1021868"/>
                </a:lnTo>
                <a:lnTo>
                  <a:pt x="1334621" y="1021957"/>
                </a:lnTo>
                <a:lnTo>
                  <a:pt x="1334799" y="1022037"/>
                </a:lnTo>
                <a:lnTo>
                  <a:pt x="1334968" y="1022126"/>
                </a:lnTo>
                <a:lnTo>
                  <a:pt x="1335137" y="1022215"/>
                </a:lnTo>
                <a:lnTo>
                  <a:pt x="1335315" y="1022295"/>
                </a:lnTo>
                <a:lnTo>
                  <a:pt x="1335484" y="1022384"/>
                </a:lnTo>
                <a:lnTo>
                  <a:pt x="1335662" y="1022464"/>
                </a:lnTo>
                <a:lnTo>
                  <a:pt x="1335831" y="1022553"/>
                </a:lnTo>
                <a:lnTo>
                  <a:pt x="1336009" y="1022633"/>
                </a:lnTo>
                <a:lnTo>
                  <a:pt x="1336178" y="1022722"/>
                </a:lnTo>
                <a:lnTo>
                  <a:pt x="1336347" y="1022802"/>
                </a:lnTo>
                <a:lnTo>
                  <a:pt x="1336525" y="1022891"/>
                </a:lnTo>
                <a:lnTo>
                  <a:pt x="1336694" y="1022971"/>
                </a:lnTo>
                <a:lnTo>
                  <a:pt x="1336872" y="1023060"/>
                </a:lnTo>
                <a:lnTo>
                  <a:pt x="1337041" y="1023140"/>
                </a:lnTo>
                <a:lnTo>
                  <a:pt x="1337210" y="1023229"/>
                </a:lnTo>
                <a:lnTo>
                  <a:pt x="1337388" y="1023309"/>
                </a:lnTo>
                <a:lnTo>
                  <a:pt x="1337557" y="1023389"/>
                </a:lnTo>
                <a:lnTo>
                  <a:pt x="1337735" y="1023478"/>
                </a:lnTo>
                <a:lnTo>
                  <a:pt x="1337904" y="1023558"/>
                </a:lnTo>
                <a:lnTo>
                  <a:pt x="1338082" y="1023638"/>
                </a:lnTo>
                <a:lnTo>
                  <a:pt x="1338251" y="1023727"/>
                </a:lnTo>
                <a:lnTo>
                  <a:pt x="1338420" y="1023807"/>
                </a:lnTo>
                <a:lnTo>
                  <a:pt x="1338598" y="1023887"/>
                </a:lnTo>
                <a:lnTo>
                  <a:pt x="1338767" y="1023976"/>
                </a:lnTo>
                <a:lnTo>
                  <a:pt x="1338945" y="1024056"/>
                </a:lnTo>
                <a:lnTo>
                  <a:pt x="1339114" y="1024136"/>
                </a:lnTo>
                <a:lnTo>
                  <a:pt x="1339292" y="1024216"/>
                </a:lnTo>
                <a:lnTo>
                  <a:pt x="1339461" y="1024296"/>
                </a:lnTo>
                <a:lnTo>
                  <a:pt x="1339630" y="1024385"/>
                </a:lnTo>
                <a:lnTo>
                  <a:pt x="1339808" y="1024465"/>
                </a:lnTo>
                <a:lnTo>
                  <a:pt x="1339977" y="1024545"/>
                </a:lnTo>
                <a:lnTo>
                  <a:pt x="1340155" y="1024626"/>
                </a:lnTo>
                <a:lnTo>
                  <a:pt x="1340324" y="1024706"/>
                </a:lnTo>
                <a:lnTo>
                  <a:pt x="1340502" y="1024786"/>
                </a:lnTo>
                <a:lnTo>
                  <a:pt x="1340671" y="1024866"/>
                </a:lnTo>
                <a:lnTo>
                  <a:pt x="1340840" y="1024955"/>
                </a:lnTo>
                <a:lnTo>
                  <a:pt x="1341018" y="1025035"/>
                </a:lnTo>
                <a:lnTo>
                  <a:pt x="1341187" y="1025115"/>
                </a:lnTo>
                <a:lnTo>
                  <a:pt x="1341365" y="1025195"/>
                </a:lnTo>
                <a:lnTo>
                  <a:pt x="1341534" y="1025275"/>
                </a:lnTo>
                <a:lnTo>
                  <a:pt x="1341712" y="1025355"/>
                </a:lnTo>
                <a:lnTo>
                  <a:pt x="1341881" y="1025435"/>
                </a:lnTo>
                <a:lnTo>
                  <a:pt x="1342050" y="1025515"/>
                </a:lnTo>
                <a:lnTo>
                  <a:pt x="1342228" y="1025595"/>
                </a:lnTo>
                <a:lnTo>
                  <a:pt x="1342397" y="1025675"/>
                </a:lnTo>
                <a:lnTo>
                  <a:pt x="1342575" y="1025755"/>
                </a:lnTo>
                <a:lnTo>
                  <a:pt x="1342744" y="1025827"/>
                </a:lnTo>
                <a:lnTo>
                  <a:pt x="1342922" y="1025907"/>
                </a:lnTo>
                <a:lnTo>
                  <a:pt x="1343091" y="1025987"/>
                </a:lnTo>
                <a:lnTo>
                  <a:pt x="1343260" y="1026067"/>
                </a:lnTo>
                <a:lnTo>
                  <a:pt x="1343438" y="1026147"/>
                </a:lnTo>
                <a:lnTo>
                  <a:pt x="1343607" y="1026227"/>
                </a:lnTo>
                <a:lnTo>
                  <a:pt x="1343785" y="1026307"/>
                </a:lnTo>
                <a:lnTo>
                  <a:pt x="1343954" y="1026378"/>
                </a:lnTo>
                <a:lnTo>
                  <a:pt x="1344132" y="1026458"/>
                </a:lnTo>
                <a:lnTo>
                  <a:pt x="1344301" y="1026538"/>
                </a:lnTo>
                <a:lnTo>
                  <a:pt x="1344470" y="1026618"/>
                </a:lnTo>
                <a:lnTo>
                  <a:pt x="1344648" y="1026698"/>
                </a:lnTo>
                <a:lnTo>
                  <a:pt x="1344817" y="1026770"/>
                </a:lnTo>
                <a:lnTo>
                  <a:pt x="1344995" y="1026850"/>
                </a:lnTo>
                <a:lnTo>
                  <a:pt x="1345164" y="1026930"/>
                </a:lnTo>
                <a:lnTo>
                  <a:pt x="1345342" y="1027001"/>
                </a:lnTo>
                <a:lnTo>
                  <a:pt x="1345511" y="1027081"/>
                </a:lnTo>
                <a:lnTo>
                  <a:pt x="1345680" y="1027161"/>
                </a:lnTo>
                <a:lnTo>
                  <a:pt x="1345858" y="1027232"/>
                </a:lnTo>
                <a:lnTo>
                  <a:pt x="1346027" y="1027312"/>
                </a:lnTo>
                <a:lnTo>
                  <a:pt x="1346205" y="1027392"/>
                </a:lnTo>
                <a:lnTo>
                  <a:pt x="1346374" y="1027464"/>
                </a:lnTo>
                <a:lnTo>
                  <a:pt x="1346552" y="1027544"/>
                </a:lnTo>
                <a:lnTo>
                  <a:pt x="1346721" y="1027615"/>
                </a:lnTo>
                <a:lnTo>
                  <a:pt x="1346890" y="1027695"/>
                </a:lnTo>
                <a:lnTo>
                  <a:pt x="1347068" y="1027766"/>
                </a:lnTo>
                <a:lnTo>
                  <a:pt x="1347237" y="1027846"/>
                </a:lnTo>
                <a:lnTo>
                  <a:pt x="1347415" y="1027917"/>
                </a:lnTo>
                <a:lnTo>
                  <a:pt x="1347584" y="1027997"/>
                </a:lnTo>
                <a:lnTo>
                  <a:pt x="1347762" y="1028068"/>
                </a:lnTo>
                <a:lnTo>
                  <a:pt x="1347931" y="1028148"/>
                </a:lnTo>
                <a:lnTo>
                  <a:pt x="1348100" y="1028220"/>
                </a:lnTo>
                <a:lnTo>
                  <a:pt x="1348278" y="1028300"/>
                </a:lnTo>
                <a:lnTo>
                  <a:pt x="1348447" y="1028371"/>
                </a:lnTo>
                <a:lnTo>
                  <a:pt x="1348624" y="1028451"/>
                </a:lnTo>
                <a:lnTo>
                  <a:pt x="1348794" y="1028522"/>
                </a:lnTo>
                <a:lnTo>
                  <a:pt x="1348971" y="1028593"/>
                </a:lnTo>
                <a:lnTo>
                  <a:pt x="1349140" y="1028673"/>
                </a:lnTo>
                <a:lnTo>
                  <a:pt x="1349310" y="1028745"/>
                </a:lnTo>
                <a:lnTo>
                  <a:pt x="1349487" y="1028825"/>
                </a:lnTo>
                <a:lnTo>
                  <a:pt x="1349656" y="1028896"/>
                </a:lnTo>
                <a:lnTo>
                  <a:pt x="1349834" y="1028967"/>
                </a:lnTo>
                <a:lnTo>
                  <a:pt x="1350003" y="1029038"/>
                </a:lnTo>
                <a:lnTo>
                  <a:pt x="1350181" y="1029118"/>
                </a:lnTo>
                <a:lnTo>
                  <a:pt x="1350350" y="1029189"/>
                </a:lnTo>
                <a:lnTo>
                  <a:pt x="1350519" y="1029261"/>
                </a:lnTo>
                <a:lnTo>
                  <a:pt x="1350697" y="1029332"/>
                </a:lnTo>
                <a:lnTo>
                  <a:pt x="1350866" y="1029412"/>
                </a:lnTo>
                <a:lnTo>
                  <a:pt x="1351044" y="1029483"/>
                </a:lnTo>
                <a:lnTo>
                  <a:pt x="1351213" y="1029554"/>
                </a:lnTo>
                <a:lnTo>
                  <a:pt x="1351391" y="1029625"/>
                </a:lnTo>
                <a:lnTo>
                  <a:pt x="1351560" y="1029696"/>
                </a:lnTo>
                <a:lnTo>
                  <a:pt x="1351729" y="1029777"/>
                </a:lnTo>
                <a:lnTo>
                  <a:pt x="1351907" y="1029848"/>
                </a:lnTo>
                <a:lnTo>
                  <a:pt x="1352076" y="1029919"/>
                </a:lnTo>
                <a:lnTo>
                  <a:pt x="1352254" y="1029990"/>
                </a:lnTo>
                <a:lnTo>
                  <a:pt x="1352423" y="1030061"/>
                </a:lnTo>
                <a:lnTo>
                  <a:pt x="1352601" y="1030132"/>
                </a:lnTo>
                <a:lnTo>
                  <a:pt x="1352770" y="1030204"/>
                </a:lnTo>
                <a:lnTo>
                  <a:pt x="1352939" y="1030275"/>
                </a:lnTo>
                <a:lnTo>
                  <a:pt x="1353117" y="1030346"/>
                </a:lnTo>
                <a:lnTo>
                  <a:pt x="1353286" y="1030417"/>
                </a:lnTo>
                <a:lnTo>
                  <a:pt x="1353464" y="1030488"/>
                </a:lnTo>
                <a:lnTo>
                  <a:pt x="1353633" y="1030559"/>
                </a:lnTo>
                <a:lnTo>
                  <a:pt x="1353811" y="1030631"/>
                </a:lnTo>
                <a:lnTo>
                  <a:pt x="1353980" y="1030702"/>
                </a:lnTo>
                <a:lnTo>
                  <a:pt x="1354149" y="1030773"/>
                </a:lnTo>
                <a:lnTo>
                  <a:pt x="1354327" y="1030844"/>
                </a:lnTo>
                <a:lnTo>
                  <a:pt x="1354496" y="1030915"/>
                </a:lnTo>
                <a:lnTo>
                  <a:pt x="1354674" y="1030987"/>
                </a:lnTo>
                <a:lnTo>
                  <a:pt x="1354843" y="1031058"/>
                </a:lnTo>
                <a:lnTo>
                  <a:pt x="1355021" y="1031129"/>
                </a:lnTo>
                <a:lnTo>
                  <a:pt x="1355190" y="1031200"/>
                </a:lnTo>
                <a:lnTo>
                  <a:pt x="1355359" y="1031271"/>
                </a:lnTo>
                <a:lnTo>
                  <a:pt x="1355537" y="1031333"/>
                </a:lnTo>
                <a:lnTo>
                  <a:pt x="1355706" y="1031405"/>
                </a:lnTo>
                <a:lnTo>
                  <a:pt x="1355884" y="1031476"/>
                </a:lnTo>
                <a:lnTo>
                  <a:pt x="1356053" y="1031547"/>
                </a:lnTo>
                <a:lnTo>
                  <a:pt x="1356222" y="1031618"/>
                </a:lnTo>
                <a:lnTo>
                  <a:pt x="1356400" y="1031680"/>
                </a:lnTo>
                <a:lnTo>
                  <a:pt x="1356569" y="1031752"/>
                </a:lnTo>
                <a:lnTo>
                  <a:pt x="1356747" y="1031823"/>
                </a:lnTo>
                <a:lnTo>
                  <a:pt x="1356916" y="1031894"/>
                </a:lnTo>
                <a:lnTo>
                  <a:pt x="1357094" y="1031956"/>
                </a:lnTo>
                <a:lnTo>
                  <a:pt x="1357263" y="1032027"/>
                </a:lnTo>
                <a:lnTo>
                  <a:pt x="1357432" y="1032099"/>
                </a:lnTo>
                <a:lnTo>
                  <a:pt x="1357610" y="1032161"/>
                </a:lnTo>
                <a:lnTo>
                  <a:pt x="1357779" y="1032232"/>
                </a:lnTo>
                <a:lnTo>
                  <a:pt x="1357957" y="1032303"/>
                </a:lnTo>
                <a:lnTo>
                  <a:pt x="1358126" y="1032365"/>
                </a:lnTo>
                <a:lnTo>
                  <a:pt x="1358304" y="1032437"/>
                </a:lnTo>
                <a:lnTo>
                  <a:pt x="1358473" y="1032508"/>
                </a:lnTo>
                <a:lnTo>
                  <a:pt x="1358642" y="1032570"/>
                </a:lnTo>
                <a:lnTo>
                  <a:pt x="1358820" y="1032641"/>
                </a:lnTo>
                <a:lnTo>
                  <a:pt x="1358989" y="1032703"/>
                </a:lnTo>
                <a:lnTo>
                  <a:pt x="1359167" y="1032775"/>
                </a:lnTo>
                <a:lnTo>
                  <a:pt x="1359336" y="1032837"/>
                </a:lnTo>
                <a:lnTo>
                  <a:pt x="1359514" y="1032908"/>
                </a:lnTo>
                <a:lnTo>
                  <a:pt x="1359683" y="1032979"/>
                </a:lnTo>
                <a:lnTo>
                  <a:pt x="1359852" y="1033042"/>
                </a:lnTo>
                <a:lnTo>
                  <a:pt x="1360030" y="1033113"/>
                </a:lnTo>
                <a:lnTo>
                  <a:pt x="1360199" y="1033175"/>
                </a:lnTo>
                <a:lnTo>
                  <a:pt x="1360377" y="1033237"/>
                </a:lnTo>
                <a:lnTo>
                  <a:pt x="1360546" y="1033308"/>
                </a:lnTo>
                <a:lnTo>
                  <a:pt x="1360724" y="1033371"/>
                </a:lnTo>
                <a:lnTo>
                  <a:pt x="1360893" y="1033442"/>
                </a:lnTo>
                <a:lnTo>
                  <a:pt x="1361062" y="1033504"/>
                </a:lnTo>
                <a:lnTo>
                  <a:pt x="1361240" y="1033575"/>
                </a:lnTo>
                <a:lnTo>
                  <a:pt x="1361409" y="1033638"/>
                </a:lnTo>
                <a:lnTo>
                  <a:pt x="1361587" y="1033700"/>
                </a:lnTo>
                <a:lnTo>
                  <a:pt x="1361756" y="1033771"/>
                </a:lnTo>
                <a:lnTo>
                  <a:pt x="1361934" y="1033833"/>
                </a:lnTo>
                <a:lnTo>
                  <a:pt x="1362103" y="1033896"/>
                </a:lnTo>
                <a:lnTo>
                  <a:pt x="1362272" y="1033967"/>
                </a:lnTo>
                <a:lnTo>
                  <a:pt x="1362450" y="1034029"/>
                </a:lnTo>
                <a:lnTo>
                  <a:pt x="1362619" y="1034091"/>
                </a:lnTo>
                <a:lnTo>
                  <a:pt x="1362797" y="1034162"/>
                </a:lnTo>
                <a:lnTo>
                  <a:pt x="1362966" y="1034225"/>
                </a:lnTo>
                <a:lnTo>
                  <a:pt x="1363144" y="1034287"/>
                </a:lnTo>
                <a:lnTo>
                  <a:pt x="1363313" y="1034349"/>
                </a:lnTo>
                <a:lnTo>
                  <a:pt x="1363482" y="1034421"/>
                </a:lnTo>
                <a:lnTo>
                  <a:pt x="1363660" y="1034483"/>
                </a:lnTo>
                <a:lnTo>
                  <a:pt x="1363828" y="1034545"/>
                </a:lnTo>
                <a:lnTo>
                  <a:pt x="1364006" y="1034607"/>
                </a:lnTo>
                <a:lnTo>
                  <a:pt x="1364175" y="1034670"/>
                </a:lnTo>
                <a:lnTo>
                  <a:pt x="1364353" y="1034741"/>
                </a:lnTo>
                <a:lnTo>
                  <a:pt x="1364522" y="1034803"/>
                </a:lnTo>
                <a:lnTo>
                  <a:pt x="1364692" y="1034865"/>
                </a:lnTo>
                <a:lnTo>
                  <a:pt x="1364869" y="1034928"/>
                </a:lnTo>
                <a:lnTo>
                  <a:pt x="1365038" y="1034990"/>
                </a:lnTo>
                <a:lnTo>
                  <a:pt x="1365216" y="1035052"/>
                </a:lnTo>
                <a:lnTo>
                  <a:pt x="1365385" y="1035114"/>
                </a:lnTo>
                <a:lnTo>
                  <a:pt x="1365563" y="1035177"/>
                </a:lnTo>
                <a:lnTo>
                  <a:pt x="1365732" y="1035239"/>
                </a:lnTo>
                <a:lnTo>
                  <a:pt x="1365901" y="1035301"/>
                </a:lnTo>
                <a:lnTo>
                  <a:pt x="1366079" y="1035372"/>
                </a:lnTo>
                <a:lnTo>
                  <a:pt x="1366248" y="1035435"/>
                </a:lnTo>
                <a:lnTo>
                  <a:pt x="1366426" y="1035497"/>
                </a:lnTo>
                <a:lnTo>
                  <a:pt x="1366595" y="1035559"/>
                </a:lnTo>
                <a:lnTo>
                  <a:pt x="1366773" y="1035622"/>
                </a:lnTo>
                <a:lnTo>
                  <a:pt x="1366942" y="1035684"/>
                </a:lnTo>
                <a:lnTo>
                  <a:pt x="1367111" y="1035737"/>
                </a:lnTo>
                <a:lnTo>
                  <a:pt x="1367289" y="1035800"/>
                </a:lnTo>
                <a:lnTo>
                  <a:pt x="1367458" y="1035862"/>
                </a:lnTo>
                <a:lnTo>
                  <a:pt x="1367636" y="1035924"/>
                </a:lnTo>
                <a:lnTo>
                  <a:pt x="1367805" y="1035986"/>
                </a:lnTo>
                <a:lnTo>
                  <a:pt x="1367983" y="1036049"/>
                </a:lnTo>
                <a:lnTo>
                  <a:pt x="1368152" y="1036111"/>
                </a:lnTo>
                <a:lnTo>
                  <a:pt x="1368321" y="1036173"/>
                </a:lnTo>
                <a:lnTo>
                  <a:pt x="1368499" y="1036235"/>
                </a:lnTo>
                <a:lnTo>
                  <a:pt x="1368668" y="1036298"/>
                </a:lnTo>
                <a:lnTo>
                  <a:pt x="1368846" y="1036351"/>
                </a:lnTo>
                <a:lnTo>
                  <a:pt x="1369015" y="1036413"/>
                </a:lnTo>
                <a:lnTo>
                  <a:pt x="1369193" y="1036476"/>
                </a:lnTo>
                <a:lnTo>
                  <a:pt x="1369362" y="1036538"/>
                </a:lnTo>
                <a:lnTo>
                  <a:pt x="1369531" y="1036600"/>
                </a:lnTo>
                <a:lnTo>
                  <a:pt x="1369709" y="1036654"/>
                </a:lnTo>
                <a:lnTo>
                  <a:pt x="1369878" y="1036716"/>
                </a:lnTo>
                <a:lnTo>
                  <a:pt x="1370056" y="1036778"/>
                </a:lnTo>
                <a:lnTo>
                  <a:pt x="1370225" y="1036840"/>
                </a:lnTo>
                <a:lnTo>
                  <a:pt x="1370403" y="1036894"/>
                </a:lnTo>
                <a:lnTo>
                  <a:pt x="1370572" y="1036956"/>
                </a:lnTo>
                <a:lnTo>
                  <a:pt x="1370741" y="1037018"/>
                </a:lnTo>
                <a:lnTo>
                  <a:pt x="1370919" y="1037081"/>
                </a:lnTo>
                <a:lnTo>
                  <a:pt x="1371088" y="1037134"/>
                </a:lnTo>
                <a:lnTo>
                  <a:pt x="1371266" y="1037196"/>
                </a:lnTo>
                <a:lnTo>
                  <a:pt x="1371435" y="1037258"/>
                </a:lnTo>
                <a:lnTo>
                  <a:pt x="1371613" y="1037312"/>
                </a:lnTo>
                <a:lnTo>
                  <a:pt x="1371782" y="1037374"/>
                </a:lnTo>
                <a:lnTo>
                  <a:pt x="1371951" y="1037428"/>
                </a:lnTo>
                <a:lnTo>
                  <a:pt x="1372129" y="1037490"/>
                </a:lnTo>
                <a:lnTo>
                  <a:pt x="1372298" y="1037552"/>
                </a:lnTo>
                <a:lnTo>
                  <a:pt x="1372476" y="1037605"/>
                </a:lnTo>
                <a:lnTo>
                  <a:pt x="1372645" y="1037668"/>
                </a:lnTo>
                <a:lnTo>
                  <a:pt x="1372823" y="1037721"/>
                </a:lnTo>
                <a:lnTo>
                  <a:pt x="1372992" y="1037783"/>
                </a:lnTo>
                <a:lnTo>
                  <a:pt x="1373161" y="1037837"/>
                </a:lnTo>
                <a:lnTo>
                  <a:pt x="1373339" y="1037899"/>
                </a:lnTo>
                <a:lnTo>
                  <a:pt x="1373508" y="1037952"/>
                </a:lnTo>
                <a:lnTo>
                  <a:pt x="1373686" y="1038015"/>
                </a:lnTo>
                <a:lnTo>
                  <a:pt x="1373855" y="1038068"/>
                </a:lnTo>
                <a:lnTo>
                  <a:pt x="1374033" y="1038130"/>
                </a:lnTo>
                <a:lnTo>
                  <a:pt x="1374202" y="1038184"/>
                </a:lnTo>
                <a:lnTo>
                  <a:pt x="1374371" y="1038246"/>
                </a:lnTo>
                <a:lnTo>
                  <a:pt x="1374549" y="1038299"/>
                </a:lnTo>
                <a:lnTo>
                  <a:pt x="1374718" y="1038362"/>
                </a:lnTo>
                <a:lnTo>
                  <a:pt x="1374896" y="1038415"/>
                </a:lnTo>
                <a:lnTo>
                  <a:pt x="1375065" y="1038468"/>
                </a:lnTo>
                <a:lnTo>
                  <a:pt x="1375234" y="1038531"/>
                </a:lnTo>
                <a:lnTo>
                  <a:pt x="1375412" y="1038584"/>
                </a:lnTo>
                <a:lnTo>
                  <a:pt x="1375581" y="1038646"/>
                </a:lnTo>
                <a:lnTo>
                  <a:pt x="1375759" y="1038700"/>
                </a:lnTo>
                <a:lnTo>
                  <a:pt x="1375928" y="1038753"/>
                </a:lnTo>
                <a:lnTo>
                  <a:pt x="1376106" y="1038815"/>
                </a:lnTo>
                <a:lnTo>
                  <a:pt x="1376275" y="1038869"/>
                </a:lnTo>
                <a:lnTo>
                  <a:pt x="1376444" y="1038922"/>
                </a:lnTo>
                <a:lnTo>
                  <a:pt x="1376622" y="1038984"/>
                </a:lnTo>
                <a:lnTo>
                  <a:pt x="1376791" y="1039038"/>
                </a:lnTo>
                <a:lnTo>
                  <a:pt x="1376969" y="1039091"/>
                </a:lnTo>
                <a:lnTo>
                  <a:pt x="1377138" y="1039144"/>
                </a:lnTo>
                <a:lnTo>
                  <a:pt x="1377316" y="1039207"/>
                </a:lnTo>
                <a:lnTo>
                  <a:pt x="1377485" y="1039260"/>
                </a:lnTo>
                <a:lnTo>
                  <a:pt x="1377654" y="1039314"/>
                </a:lnTo>
                <a:lnTo>
                  <a:pt x="1377831" y="1039367"/>
                </a:lnTo>
                <a:lnTo>
                  <a:pt x="1378001" y="1039429"/>
                </a:lnTo>
                <a:lnTo>
                  <a:pt x="1378178" y="1039483"/>
                </a:lnTo>
                <a:lnTo>
                  <a:pt x="1378348" y="1039536"/>
                </a:lnTo>
                <a:lnTo>
                  <a:pt x="1378525" y="1039589"/>
                </a:lnTo>
                <a:lnTo>
                  <a:pt x="1378695" y="1039643"/>
                </a:lnTo>
                <a:lnTo>
                  <a:pt x="1378864" y="1039696"/>
                </a:lnTo>
                <a:lnTo>
                  <a:pt x="1379041" y="1039758"/>
                </a:lnTo>
                <a:lnTo>
                  <a:pt x="1379210" y="1039812"/>
                </a:lnTo>
                <a:lnTo>
                  <a:pt x="1379388" y="1039865"/>
                </a:lnTo>
                <a:lnTo>
                  <a:pt x="1379557" y="1039919"/>
                </a:lnTo>
                <a:lnTo>
                  <a:pt x="1379735" y="1039972"/>
                </a:lnTo>
                <a:lnTo>
                  <a:pt x="1379904" y="1040025"/>
                </a:lnTo>
                <a:lnTo>
                  <a:pt x="1380073" y="1040079"/>
                </a:lnTo>
                <a:lnTo>
                  <a:pt x="1380251" y="1040132"/>
                </a:lnTo>
                <a:lnTo>
                  <a:pt x="1380420" y="1040185"/>
                </a:lnTo>
                <a:lnTo>
                  <a:pt x="1380598" y="1040239"/>
                </a:lnTo>
                <a:lnTo>
                  <a:pt x="1380767" y="1040292"/>
                </a:lnTo>
                <a:lnTo>
                  <a:pt x="1380945" y="1040346"/>
                </a:lnTo>
                <a:lnTo>
                  <a:pt x="1381114" y="1040399"/>
                </a:lnTo>
                <a:lnTo>
                  <a:pt x="1381283" y="1040452"/>
                </a:lnTo>
                <a:lnTo>
                  <a:pt x="1381461" y="1040506"/>
                </a:lnTo>
                <a:lnTo>
                  <a:pt x="1381630" y="1040559"/>
                </a:lnTo>
                <a:lnTo>
                  <a:pt x="1381808" y="1040612"/>
                </a:lnTo>
                <a:lnTo>
                  <a:pt x="1381977" y="1040666"/>
                </a:lnTo>
                <a:lnTo>
                  <a:pt x="1382155" y="1040719"/>
                </a:lnTo>
                <a:lnTo>
                  <a:pt x="1382324" y="1040773"/>
                </a:lnTo>
                <a:lnTo>
                  <a:pt x="1382493" y="1040826"/>
                </a:lnTo>
                <a:lnTo>
                  <a:pt x="1382671" y="1040879"/>
                </a:lnTo>
                <a:lnTo>
                  <a:pt x="1382840" y="1040933"/>
                </a:lnTo>
                <a:lnTo>
                  <a:pt x="1383018" y="1040986"/>
                </a:lnTo>
                <a:lnTo>
                  <a:pt x="1383187" y="1041039"/>
                </a:lnTo>
                <a:lnTo>
                  <a:pt x="1383365" y="1041084"/>
                </a:lnTo>
                <a:lnTo>
                  <a:pt x="1383534" y="1041137"/>
                </a:lnTo>
                <a:lnTo>
                  <a:pt x="1383703" y="1041191"/>
                </a:lnTo>
                <a:lnTo>
                  <a:pt x="1383881" y="1041244"/>
                </a:lnTo>
                <a:lnTo>
                  <a:pt x="1384050" y="1041297"/>
                </a:lnTo>
                <a:lnTo>
                  <a:pt x="1384228" y="1041351"/>
                </a:lnTo>
                <a:lnTo>
                  <a:pt x="1384397" y="1041395"/>
                </a:lnTo>
                <a:lnTo>
                  <a:pt x="1384575" y="1041449"/>
                </a:lnTo>
                <a:lnTo>
                  <a:pt x="1384744" y="1041502"/>
                </a:lnTo>
                <a:lnTo>
                  <a:pt x="1384913" y="1041555"/>
                </a:lnTo>
                <a:lnTo>
                  <a:pt x="1385091" y="1041600"/>
                </a:lnTo>
                <a:lnTo>
                  <a:pt x="1385260" y="1041653"/>
                </a:lnTo>
                <a:lnTo>
                  <a:pt x="1385438" y="1041707"/>
                </a:lnTo>
                <a:lnTo>
                  <a:pt x="1385607" y="1041760"/>
                </a:lnTo>
                <a:lnTo>
                  <a:pt x="1385785" y="1041805"/>
                </a:lnTo>
                <a:lnTo>
                  <a:pt x="1385954" y="1041858"/>
                </a:lnTo>
                <a:lnTo>
                  <a:pt x="1386123" y="1041911"/>
                </a:lnTo>
                <a:lnTo>
                  <a:pt x="1386301" y="1041956"/>
                </a:lnTo>
                <a:lnTo>
                  <a:pt x="1386470" y="1042009"/>
                </a:lnTo>
                <a:lnTo>
                  <a:pt x="1386648" y="1042063"/>
                </a:lnTo>
                <a:lnTo>
                  <a:pt x="1386817" y="1042107"/>
                </a:lnTo>
                <a:lnTo>
                  <a:pt x="1386995" y="1042160"/>
                </a:lnTo>
                <a:lnTo>
                  <a:pt x="1387164" y="1042214"/>
                </a:lnTo>
                <a:lnTo>
                  <a:pt x="1387333" y="1042258"/>
                </a:lnTo>
                <a:lnTo>
                  <a:pt x="1387511" y="1042312"/>
                </a:lnTo>
                <a:lnTo>
                  <a:pt x="1387680" y="1042356"/>
                </a:lnTo>
                <a:lnTo>
                  <a:pt x="1387858" y="1042410"/>
                </a:lnTo>
                <a:lnTo>
                  <a:pt x="1388027" y="1042463"/>
                </a:lnTo>
                <a:lnTo>
                  <a:pt x="1388205" y="1042507"/>
                </a:lnTo>
                <a:lnTo>
                  <a:pt x="1388374" y="1042561"/>
                </a:lnTo>
                <a:lnTo>
                  <a:pt x="1388543" y="1042605"/>
                </a:lnTo>
                <a:lnTo>
                  <a:pt x="1388721" y="1042659"/>
                </a:lnTo>
                <a:lnTo>
                  <a:pt x="1388890" y="1042703"/>
                </a:lnTo>
                <a:lnTo>
                  <a:pt x="1389068" y="1042756"/>
                </a:lnTo>
                <a:lnTo>
                  <a:pt x="1389237" y="1042801"/>
                </a:lnTo>
                <a:lnTo>
                  <a:pt x="1389415" y="1042854"/>
                </a:lnTo>
                <a:lnTo>
                  <a:pt x="1389584" y="1042899"/>
                </a:lnTo>
                <a:lnTo>
                  <a:pt x="1389753" y="1042952"/>
                </a:lnTo>
                <a:lnTo>
                  <a:pt x="1389931" y="1042997"/>
                </a:lnTo>
                <a:lnTo>
                  <a:pt x="1390100" y="1043050"/>
                </a:lnTo>
                <a:lnTo>
                  <a:pt x="1390278" y="1043095"/>
                </a:lnTo>
                <a:lnTo>
                  <a:pt x="1390447" y="1043139"/>
                </a:lnTo>
                <a:lnTo>
                  <a:pt x="1390625" y="1043192"/>
                </a:lnTo>
                <a:lnTo>
                  <a:pt x="1390794" y="1043237"/>
                </a:lnTo>
                <a:lnTo>
                  <a:pt x="1390963" y="1043290"/>
                </a:lnTo>
                <a:lnTo>
                  <a:pt x="1391141" y="1043335"/>
                </a:lnTo>
                <a:lnTo>
                  <a:pt x="1391310" y="1043379"/>
                </a:lnTo>
                <a:lnTo>
                  <a:pt x="1391488" y="1043433"/>
                </a:lnTo>
                <a:lnTo>
                  <a:pt x="1391657" y="1043477"/>
                </a:lnTo>
                <a:lnTo>
                  <a:pt x="1391835" y="1043522"/>
                </a:lnTo>
                <a:lnTo>
                  <a:pt x="1392004" y="1043575"/>
                </a:lnTo>
                <a:lnTo>
                  <a:pt x="1392173" y="1043619"/>
                </a:lnTo>
                <a:lnTo>
                  <a:pt x="1392351" y="1043664"/>
                </a:lnTo>
                <a:lnTo>
                  <a:pt x="1392520" y="1043717"/>
                </a:lnTo>
                <a:lnTo>
                  <a:pt x="1392698" y="1043762"/>
                </a:lnTo>
                <a:lnTo>
                  <a:pt x="1392867" y="1043806"/>
                </a:lnTo>
                <a:lnTo>
                  <a:pt x="1393045" y="1043860"/>
                </a:lnTo>
                <a:lnTo>
                  <a:pt x="1393213" y="1043904"/>
                </a:lnTo>
                <a:lnTo>
                  <a:pt x="1393383" y="1043949"/>
                </a:lnTo>
                <a:lnTo>
                  <a:pt x="1393560" y="1043993"/>
                </a:lnTo>
                <a:lnTo>
                  <a:pt x="1393730" y="1044046"/>
                </a:lnTo>
                <a:lnTo>
                  <a:pt x="1393907" y="1044091"/>
                </a:lnTo>
                <a:lnTo>
                  <a:pt x="1394076" y="1044135"/>
                </a:lnTo>
                <a:lnTo>
                  <a:pt x="1394246" y="1044180"/>
                </a:lnTo>
                <a:lnTo>
                  <a:pt x="1394423" y="1044224"/>
                </a:lnTo>
                <a:lnTo>
                  <a:pt x="1394592" y="1044278"/>
                </a:lnTo>
                <a:lnTo>
                  <a:pt x="1394770" y="1044322"/>
                </a:lnTo>
                <a:lnTo>
                  <a:pt x="1394939" y="1044367"/>
                </a:lnTo>
                <a:lnTo>
                  <a:pt x="1395117" y="1044411"/>
                </a:lnTo>
                <a:lnTo>
                  <a:pt x="1395286" y="1044456"/>
                </a:lnTo>
                <a:lnTo>
                  <a:pt x="1395455" y="1044500"/>
                </a:lnTo>
                <a:lnTo>
                  <a:pt x="1395633" y="1044545"/>
                </a:lnTo>
                <a:lnTo>
                  <a:pt x="1395802" y="1044598"/>
                </a:lnTo>
                <a:lnTo>
                  <a:pt x="1395980" y="1044643"/>
                </a:lnTo>
                <a:lnTo>
                  <a:pt x="1396149" y="1044687"/>
                </a:lnTo>
                <a:lnTo>
                  <a:pt x="1396327" y="1044731"/>
                </a:lnTo>
                <a:lnTo>
                  <a:pt x="1396496" y="1044776"/>
                </a:lnTo>
                <a:lnTo>
                  <a:pt x="1396665" y="1044820"/>
                </a:lnTo>
                <a:lnTo>
                  <a:pt x="1396843" y="1044865"/>
                </a:lnTo>
                <a:lnTo>
                  <a:pt x="1397012" y="1044909"/>
                </a:lnTo>
                <a:lnTo>
                  <a:pt x="1397190" y="1044954"/>
                </a:lnTo>
                <a:lnTo>
                  <a:pt x="1397359" y="1044998"/>
                </a:lnTo>
                <a:lnTo>
                  <a:pt x="1397537" y="1045043"/>
                </a:lnTo>
                <a:lnTo>
                  <a:pt x="1397706" y="1045087"/>
                </a:lnTo>
                <a:lnTo>
                  <a:pt x="1397875" y="1045132"/>
                </a:lnTo>
                <a:lnTo>
                  <a:pt x="1398053" y="1045176"/>
                </a:lnTo>
                <a:lnTo>
                  <a:pt x="1398222" y="1045221"/>
                </a:lnTo>
                <a:lnTo>
                  <a:pt x="1398400" y="1045265"/>
                </a:lnTo>
                <a:lnTo>
                  <a:pt x="1398569" y="1045310"/>
                </a:lnTo>
                <a:lnTo>
                  <a:pt x="1398747" y="1045354"/>
                </a:lnTo>
                <a:lnTo>
                  <a:pt x="1398916" y="1045399"/>
                </a:lnTo>
                <a:lnTo>
                  <a:pt x="1399085" y="1045443"/>
                </a:lnTo>
                <a:lnTo>
                  <a:pt x="1399263" y="1045488"/>
                </a:lnTo>
                <a:lnTo>
                  <a:pt x="1399432" y="1045532"/>
                </a:lnTo>
                <a:lnTo>
                  <a:pt x="1399610" y="1045577"/>
                </a:lnTo>
                <a:lnTo>
                  <a:pt x="1399779" y="1045612"/>
                </a:lnTo>
                <a:lnTo>
                  <a:pt x="1399957" y="1045657"/>
                </a:lnTo>
                <a:lnTo>
                  <a:pt x="1400126" y="1045701"/>
                </a:lnTo>
                <a:lnTo>
                  <a:pt x="1400295" y="1045746"/>
                </a:lnTo>
                <a:lnTo>
                  <a:pt x="1400473" y="1045790"/>
                </a:lnTo>
                <a:lnTo>
                  <a:pt x="1400642" y="1045835"/>
                </a:lnTo>
                <a:lnTo>
                  <a:pt x="1400820" y="1045879"/>
                </a:lnTo>
                <a:lnTo>
                  <a:pt x="1400989" y="1045915"/>
                </a:lnTo>
                <a:lnTo>
                  <a:pt x="1401167" y="1045959"/>
                </a:lnTo>
                <a:lnTo>
                  <a:pt x="1401336" y="1046004"/>
                </a:lnTo>
                <a:lnTo>
                  <a:pt x="1401505" y="1046048"/>
                </a:lnTo>
                <a:lnTo>
                  <a:pt x="1401683" y="1046093"/>
                </a:lnTo>
                <a:lnTo>
                  <a:pt x="1401852" y="1046128"/>
                </a:lnTo>
                <a:lnTo>
                  <a:pt x="1402030" y="1046173"/>
                </a:lnTo>
                <a:lnTo>
                  <a:pt x="1402199" y="1046217"/>
                </a:lnTo>
                <a:lnTo>
                  <a:pt x="1402377" y="1046262"/>
                </a:lnTo>
                <a:lnTo>
                  <a:pt x="1402546" y="1046297"/>
                </a:lnTo>
                <a:lnTo>
                  <a:pt x="1402715" y="1046342"/>
                </a:lnTo>
                <a:lnTo>
                  <a:pt x="1402893" y="1046386"/>
                </a:lnTo>
                <a:lnTo>
                  <a:pt x="1403062" y="1046431"/>
                </a:lnTo>
                <a:lnTo>
                  <a:pt x="1403240" y="1046466"/>
                </a:lnTo>
                <a:lnTo>
                  <a:pt x="1403409" y="1046511"/>
                </a:lnTo>
                <a:lnTo>
                  <a:pt x="1403587" y="1046555"/>
                </a:lnTo>
                <a:lnTo>
                  <a:pt x="1403756" y="1046591"/>
                </a:lnTo>
                <a:lnTo>
                  <a:pt x="1403925" y="1046635"/>
                </a:lnTo>
                <a:lnTo>
                  <a:pt x="1404103" y="1046680"/>
                </a:lnTo>
                <a:lnTo>
                  <a:pt x="1404272" y="1046715"/>
                </a:lnTo>
                <a:lnTo>
                  <a:pt x="1404450" y="1046760"/>
                </a:lnTo>
                <a:lnTo>
                  <a:pt x="1404619" y="1046804"/>
                </a:lnTo>
                <a:lnTo>
                  <a:pt x="1404797" y="1046840"/>
                </a:lnTo>
                <a:lnTo>
                  <a:pt x="1404966" y="1046884"/>
                </a:lnTo>
                <a:lnTo>
                  <a:pt x="1405135" y="1046920"/>
                </a:lnTo>
                <a:lnTo>
                  <a:pt x="1405313" y="1046965"/>
                </a:lnTo>
                <a:lnTo>
                  <a:pt x="1405482" y="1047009"/>
                </a:lnTo>
                <a:lnTo>
                  <a:pt x="1405660" y="1047045"/>
                </a:lnTo>
                <a:lnTo>
                  <a:pt x="1405829" y="1047089"/>
                </a:lnTo>
                <a:lnTo>
                  <a:pt x="1406007" y="1047125"/>
                </a:lnTo>
                <a:lnTo>
                  <a:pt x="1406176" y="1047169"/>
                </a:lnTo>
                <a:lnTo>
                  <a:pt x="1406345" y="1047205"/>
                </a:lnTo>
                <a:lnTo>
                  <a:pt x="1406523" y="1047249"/>
                </a:lnTo>
                <a:lnTo>
                  <a:pt x="1406692" y="1047285"/>
                </a:lnTo>
                <a:lnTo>
                  <a:pt x="1406870" y="1047329"/>
                </a:lnTo>
                <a:lnTo>
                  <a:pt x="1407039" y="1047374"/>
                </a:lnTo>
                <a:lnTo>
                  <a:pt x="1407216" y="1047409"/>
                </a:lnTo>
                <a:lnTo>
                  <a:pt x="1407386" y="1047445"/>
                </a:lnTo>
                <a:lnTo>
                  <a:pt x="1407555" y="1047489"/>
                </a:lnTo>
                <a:lnTo>
                  <a:pt x="1407733" y="1047525"/>
                </a:lnTo>
                <a:lnTo>
                  <a:pt x="1407902" y="1047570"/>
                </a:lnTo>
                <a:lnTo>
                  <a:pt x="1408079" y="1047605"/>
                </a:lnTo>
                <a:lnTo>
                  <a:pt x="1408249" y="1047650"/>
                </a:lnTo>
                <a:lnTo>
                  <a:pt x="1408426" y="1047685"/>
                </a:lnTo>
                <a:lnTo>
                  <a:pt x="1408595" y="1047730"/>
                </a:lnTo>
                <a:lnTo>
                  <a:pt x="1408764" y="1047765"/>
                </a:lnTo>
                <a:lnTo>
                  <a:pt x="1408942" y="1047810"/>
                </a:lnTo>
                <a:lnTo>
                  <a:pt x="1409111" y="1047845"/>
                </a:lnTo>
                <a:lnTo>
                  <a:pt x="1409289" y="1047881"/>
                </a:lnTo>
                <a:lnTo>
                  <a:pt x="1409458" y="1047925"/>
                </a:lnTo>
                <a:lnTo>
                  <a:pt x="1409636" y="1047961"/>
                </a:lnTo>
                <a:lnTo>
                  <a:pt x="1409805" y="1047997"/>
                </a:lnTo>
                <a:lnTo>
                  <a:pt x="1409974" y="1048041"/>
                </a:lnTo>
                <a:lnTo>
                  <a:pt x="1410152" y="1048077"/>
                </a:lnTo>
                <a:lnTo>
                  <a:pt x="1410321" y="1048112"/>
                </a:lnTo>
                <a:lnTo>
                  <a:pt x="1410499" y="1048157"/>
                </a:lnTo>
                <a:lnTo>
                  <a:pt x="1410668" y="1048192"/>
                </a:lnTo>
                <a:lnTo>
                  <a:pt x="1410846" y="1048228"/>
                </a:lnTo>
                <a:lnTo>
                  <a:pt x="1411015" y="1048272"/>
                </a:lnTo>
                <a:lnTo>
                  <a:pt x="1411184" y="1048308"/>
                </a:lnTo>
                <a:lnTo>
                  <a:pt x="1411362" y="1048343"/>
                </a:lnTo>
                <a:lnTo>
                  <a:pt x="1411531" y="1048388"/>
                </a:lnTo>
                <a:lnTo>
                  <a:pt x="1411709" y="1048424"/>
                </a:lnTo>
                <a:lnTo>
                  <a:pt x="1411878" y="1048459"/>
                </a:lnTo>
                <a:lnTo>
                  <a:pt x="1412056" y="1048495"/>
                </a:lnTo>
                <a:lnTo>
                  <a:pt x="1412225" y="1048539"/>
                </a:lnTo>
                <a:lnTo>
                  <a:pt x="1412394" y="1048575"/>
                </a:lnTo>
                <a:lnTo>
                  <a:pt x="1412572" y="1048610"/>
                </a:lnTo>
                <a:lnTo>
                  <a:pt x="1412741" y="1048646"/>
                </a:lnTo>
                <a:lnTo>
                  <a:pt x="1412919" y="1048691"/>
                </a:lnTo>
                <a:lnTo>
                  <a:pt x="1413088" y="1048726"/>
                </a:lnTo>
                <a:lnTo>
                  <a:pt x="1413257" y="1048762"/>
                </a:lnTo>
                <a:lnTo>
                  <a:pt x="1413435" y="1048797"/>
                </a:lnTo>
                <a:lnTo>
                  <a:pt x="1413604" y="1048833"/>
                </a:lnTo>
                <a:lnTo>
                  <a:pt x="1413782" y="1048877"/>
                </a:lnTo>
                <a:lnTo>
                  <a:pt x="1413951" y="1048913"/>
                </a:lnTo>
                <a:lnTo>
                  <a:pt x="1414129" y="1048948"/>
                </a:lnTo>
                <a:lnTo>
                  <a:pt x="1414298" y="1048984"/>
                </a:lnTo>
                <a:lnTo>
                  <a:pt x="1414467" y="1049020"/>
                </a:lnTo>
                <a:lnTo>
                  <a:pt x="1414645" y="1049055"/>
                </a:lnTo>
                <a:lnTo>
                  <a:pt x="1414814" y="1049091"/>
                </a:lnTo>
                <a:lnTo>
                  <a:pt x="1414992" y="1049135"/>
                </a:lnTo>
                <a:lnTo>
                  <a:pt x="1415161" y="1049171"/>
                </a:lnTo>
                <a:lnTo>
                  <a:pt x="1415339" y="1049206"/>
                </a:lnTo>
                <a:lnTo>
                  <a:pt x="1415508" y="1049242"/>
                </a:lnTo>
                <a:lnTo>
                  <a:pt x="1415677" y="1049278"/>
                </a:lnTo>
                <a:lnTo>
                  <a:pt x="1415855" y="1049313"/>
                </a:lnTo>
                <a:lnTo>
                  <a:pt x="1416024" y="1049349"/>
                </a:lnTo>
                <a:lnTo>
                  <a:pt x="1416202" y="1049384"/>
                </a:lnTo>
                <a:lnTo>
                  <a:pt x="1416371" y="1049420"/>
                </a:lnTo>
                <a:lnTo>
                  <a:pt x="1416549" y="1049456"/>
                </a:lnTo>
                <a:lnTo>
                  <a:pt x="1416718" y="1049491"/>
                </a:lnTo>
                <a:lnTo>
                  <a:pt x="1416887" y="1049527"/>
                </a:lnTo>
                <a:lnTo>
                  <a:pt x="1417065" y="1049562"/>
                </a:lnTo>
                <a:lnTo>
                  <a:pt x="1417234" y="1049598"/>
                </a:lnTo>
                <a:lnTo>
                  <a:pt x="1417412" y="1049633"/>
                </a:lnTo>
                <a:lnTo>
                  <a:pt x="1417581" y="1049669"/>
                </a:lnTo>
                <a:lnTo>
                  <a:pt x="1417759" y="1049705"/>
                </a:lnTo>
                <a:lnTo>
                  <a:pt x="1417928" y="1049740"/>
                </a:lnTo>
                <a:lnTo>
                  <a:pt x="1418097" y="1049776"/>
                </a:lnTo>
                <a:lnTo>
                  <a:pt x="1418275" y="1049811"/>
                </a:lnTo>
                <a:lnTo>
                  <a:pt x="1418444" y="1049847"/>
                </a:lnTo>
                <a:lnTo>
                  <a:pt x="1418622" y="1049883"/>
                </a:lnTo>
                <a:lnTo>
                  <a:pt x="1418791" y="1049918"/>
                </a:lnTo>
                <a:lnTo>
                  <a:pt x="1418969" y="1049954"/>
                </a:lnTo>
                <a:lnTo>
                  <a:pt x="1419138" y="1049989"/>
                </a:lnTo>
                <a:lnTo>
                  <a:pt x="1419307" y="1050025"/>
                </a:lnTo>
                <a:lnTo>
                  <a:pt x="1419485" y="1050060"/>
                </a:lnTo>
                <a:lnTo>
                  <a:pt x="1419654" y="1050096"/>
                </a:lnTo>
                <a:lnTo>
                  <a:pt x="1419832" y="1050123"/>
                </a:lnTo>
                <a:lnTo>
                  <a:pt x="1420001" y="1050158"/>
                </a:lnTo>
                <a:lnTo>
                  <a:pt x="1420179" y="1050194"/>
                </a:lnTo>
                <a:lnTo>
                  <a:pt x="1420348" y="1050230"/>
                </a:lnTo>
                <a:lnTo>
                  <a:pt x="1420517" y="1050265"/>
                </a:lnTo>
                <a:lnTo>
                  <a:pt x="1420695" y="1050301"/>
                </a:lnTo>
                <a:lnTo>
                  <a:pt x="1420864" y="1050336"/>
                </a:lnTo>
                <a:lnTo>
                  <a:pt x="1421042" y="1050363"/>
                </a:lnTo>
                <a:lnTo>
                  <a:pt x="1421211" y="1050399"/>
                </a:lnTo>
                <a:lnTo>
                  <a:pt x="1421389" y="1050434"/>
                </a:lnTo>
                <a:lnTo>
                  <a:pt x="1421558" y="1050470"/>
                </a:lnTo>
                <a:lnTo>
                  <a:pt x="1421727" y="1050505"/>
                </a:lnTo>
                <a:lnTo>
                  <a:pt x="1421905" y="1050541"/>
                </a:lnTo>
                <a:lnTo>
                  <a:pt x="1422074" y="1050568"/>
                </a:lnTo>
                <a:lnTo>
                  <a:pt x="1422252" y="1050603"/>
                </a:lnTo>
                <a:lnTo>
                  <a:pt x="1422421" y="1050639"/>
                </a:lnTo>
                <a:lnTo>
                  <a:pt x="1422598" y="1050674"/>
                </a:lnTo>
                <a:lnTo>
                  <a:pt x="1422767" y="1050701"/>
                </a:lnTo>
                <a:lnTo>
                  <a:pt x="1422937" y="1050737"/>
                </a:lnTo>
                <a:lnTo>
                  <a:pt x="1423114" y="1050772"/>
                </a:lnTo>
                <a:lnTo>
                  <a:pt x="1423284" y="1050808"/>
                </a:lnTo>
                <a:lnTo>
                  <a:pt x="1423461" y="1050834"/>
                </a:lnTo>
                <a:lnTo>
                  <a:pt x="1423631" y="1050870"/>
                </a:lnTo>
                <a:lnTo>
                  <a:pt x="1423808" y="1050906"/>
                </a:lnTo>
                <a:lnTo>
                  <a:pt x="1423977" y="1050941"/>
                </a:lnTo>
                <a:lnTo>
                  <a:pt x="1424146" y="1050968"/>
                </a:lnTo>
                <a:lnTo>
                  <a:pt x="1424324" y="1051004"/>
                </a:lnTo>
                <a:lnTo>
                  <a:pt x="1424493" y="1051039"/>
                </a:lnTo>
                <a:lnTo>
                  <a:pt x="1424671" y="1051066"/>
                </a:lnTo>
                <a:lnTo>
                  <a:pt x="1424840" y="1051101"/>
                </a:lnTo>
                <a:lnTo>
                  <a:pt x="1425018" y="1051137"/>
                </a:lnTo>
                <a:lnTo>
                  <a:pt x="1425187" y="1051164"/>
                </a:lnTo>
                <a:lnTo>
                  <a:pt x="1425356" y="1051199"/>
                </a:lnTo>
                <a:lnTo>
                  <a:pt x="1425534" y="1051235"/>
                </a:lnTo>
                <a:lnTo>
                  <a:pt x="1425703" y="1051262"/>
                </a:lnTo>
                <a:lnTo>
                  <a:pt x="1425881" y="1051297"/>
                </a:lnTo>
                <a:lnTo>
                  <a:pt x="1426050" y="1051324"/>
                </a:lnTo>
                <a:lnTo>
                  <a:pt x="1426228" y="1051359"/>
                </a:lnTo>
                <a:lnTo>
                  <a:pt x="1426397" y="1051395"/>
                </a:lnTo>
                <a:lnTo>
                  <a:pt x="1426566" y="1051422"/>
                </a:lnTo>
                <a:lnTo>
                  <a:pt x="1426744" y="1051457"/>
                </a:lnTo>
                <a:lnTo>
                  <a:pt x="1426913" y="1051484"/>
                </a:lnTo>
                <a:lnTo>
                  <a:pt x="1427091" y="1051520"/>
                </a:lnTo>
                <a:lnTo>
                  <a:pt x="1427260" y="1051555"/>
                </a:lnTo>
                <a:lnTo>
                  <a:pt x="1427438" y="1051582"/>
                </a:lnTo>
                <a:lnTo>
                  <a:pt x="1427607" y="1051617"/>
                </a:lnTo>
                <a:lnTo>
                  <a:pt x="1427776" y="1051644"/>
                </a:lnTo>
                <a:lnTo>
                  <a:pt x="1427954" y="1051680"/>
                </a:lnTo>
                <a:lnTo>
                  <a:pt x="1428123" y="1051706"/>
                </a:lnTo>
                <a:lnTo>
                  <a:pt x="1428301" y="1051742"/>
                </a:lnTo>
                <a:lnTo>
                  <a:pt x="1428470" y="1051769"/>
                </a:lnTo>
                <a:lnTo>
                  <a:pt x="1428648" y="1051804"/>
                </a:lnTo>
                <a:lnTo>
                  <a:pt x="1428817" y="1051831"/>
                </a:lnTo>
                <a:lnTo>
                  <a:pt x="1428986" y="1051866"/>
                </a:lnTo>
                <a:lnTo>
                  <a:pt x="1429164" y="1051893"/>
                </a:lnTo>
                <a:lnTo>
                  <a:pt x="1429333" y="1051929"/>
                </a:lnTo>
                <a:lnTo>
                  <a:pt x="1429511" y="1051955"/>
                </a:lnTo>
                <a:lnTo>
                  <a:pt x="1429680" y="1051991"/>
                </a:lnTo>
                <a:lnTo>
                  <a:pt x="1429858" y="1052018"/>
                </a:lnTo>
                <a:lnTo>
                  <a:pt x="1430027" y="1052053"/>
                </a:lnTo>
                <a:lnTo>
                  <a:pt x="1430196" y="1052080"/>
                </a:lnTo>
                <a:lnTo>
                  <a:pt x="1430374" y="1052107"/>
                </a:lnTo>
                <a:lnTo>
                  <a:pt x="1430543" y="1052142"/>
                </a:lnTo>
                <a:lnTo>
                  <a:pt x="1430721" y="1052169"/>
                </a:lnTo>
                <a:lnTo>
                  <a:pt x="1430890" y="1052205"/>
                </a:lnTo>
                <a:lnTo>
                  <a:pt x="1431068" y="1052231"/>
                </a:lnTo>
                <a:lnTo>
                  <a:pt x="1431237" y="1052267"/>
                </a:lnTo>
                <a:lnTo>
                  <a:pt x="1431406" y="1052293"/>
                </a:lnTo>
                <a:lnTo>
                  <a:pt x="1431584" y="1052320"/>
                </a:lnTo>
                <a:lnTo>
                  <a:pt x="1431753" y="1052356"/>
                </a:lnTo>
                <a:lnTo>
                  <a:pt x="1431931" y="1052382"/>
                </a:lnTo>
                <a:lnTo>
                  <a:pt x="1432100" y="1052409"/>
                </a:lnTo>
                <a:lnTo>
                  <a:pt x="1432269" y="1052445"/>
                </a:lnTo>
                <a:lnTo>
                  <a:pt x="1432447" y="1052471"/>
                </a:lnTo>
                <a:lnTo>
                  <a:pt x="1432616" y="1052498"/>
                </a:lnTo>
                <a:lnTo>
                  <a:pt x="1432794" y="1052534"/>
                </a:lnTo>
                <a:lnTo>
                  <a:pt x="1432963" y="1052560"/>
                </a:lnTo>
                <a:lnTo>
                  <a:pt x="1433141" y="1052587"/>
                </a:lnTo>
                <a:lnTo>
                  <a:pt x="1433310" y="1052623"/>
                </a:lnTo>
                <a:lnTo>
                  <a:pt x="1433479" y="1052649"/>
                </a:lnTo>
                <a:lnTo>
                  <a:pt x="1433657" y="1052676"/>
                </a:lnTo>
                <a:lnTo>
                  <a:pt x="1433826" y="1052712"/>
                </a:lnTo>
                <a:lnTo>
                  <a:pt x="1434004" y="1052738"/>
                </a:lnTo>
                <a:lnTo>
                  <a:pt x="1434173" y="1052765"/>
                </a:lnTo>
                <a:lnTo>
                  <a:pt x="1434351" y="1052801"/>
                </a:lnTo>
                <a:lnTo>
                  <a:pt x="1434520" y="1052827"/>
                </a:lnTo>
                <a:lnTo>
                  <a:pt x="1434689" y="1052854"/>
                </a:lnTo>
                <a:lnTo>
                  <a:pt x="1434867" y="1052881"/>
                </a:lnTo>
                <a:lnTo>
                  <a:pt x="1435036" y="1052916"/>
                </a:lnTo>
                <a:lnTo>
                  <a:pt x="1435214" y="1052943"/>
                </a:lnTo>
                <a:lnTo>
                  <a:pt x="1435383" y="1052970"/>
                </a:lnTo>
                <a:lnTo>
                  <a:pt x="1435561" y="1052996"/>
                </a:lnTo>
                <a:lnTo>
                  <a:pt x="1435730" y="1053032"/>
                </a:lnTo>
                <a:lnTo>
                  <a:pt x="1435899" y="1053059"/>
                </a:lnTo>
                <a:lnTo>
                  <a:pt x="1436077" y="1053085"/>
                </a:lnTo>
                <a:lnTo>
                  <a:pt x="1436246" y="1053112"/>
                </a:lnTo>
                <a:lnTo>
                  <a:pt x="1436424" y="1053139"/>
                </a:lnTo>
                <a:lnTo>
                  <a:pt x="1436593" y="1053174"/>
                </a:lnTo>
                <a:lnTo>
                  <a:pt x="1436770" y="1053201"/>
                </a:lnTo>
                <a:lnTo>
                  <a:pt x="1436940" y="1053228"/>
                </a:lnTo>
                <a:lnTo>
                  <a:pt x="1437109" y="1053254"/>
                </a:lnTo>
                <a:lnTo>
                  <a:pt x="1437287" y="1053281"/>
                </a:lnTo>
                <a:lnTo>
                  <a:pt x="1437456" y="1053308"/>
                </a:lnTo>
                <a:lnTo>
                  <a:pt x="1437634" y="1053343"/>
                </a:lnTo>
                <a:lnTo>
                  <a:pt x="1437802" y="1053370"/>
                </a:lnTo>
                <a:lnTo>
                  <a:pt x="1437980" y="1053397"/>
                </a:lnTo>
                <a:lnTo>
                  <a:pt x="1438149" y="1053423"/>
                </a:lnTo>
                <a:lnTo>
                  <a:pt x="1438319" y="1053450"/>
                </a:lnTo>
                <a:lnTo>
                  <a:pt x="1438496" y="1053477"/>
                </a:lnTo>
                <a:lnTo>
                  <a:pt x="1438665" y="1053503"/>
                </a:lnTo>
                <a:lnTo>
                  <a:pt x="1438843" y="1053530"/>
                </a:lnTo>
                <a:lnTo>
                  <a:pt x="1439012" y="1053566"/>
                </a:lnTo>
                <a:lnTo>
                  <a:pt x="1439190" y="1053592"/>
                </a:lnTo>
                <a:lnTo>
                  <a:pt x="1439359" y="1053619"/>
                </a:lnTo>
                <a:lnTo>
                  <a:pt x="1439528" y="1053646"/>
                </a:lnTo>
                <a:lnTo>
                  <a:pt x="1439706" y="1053672"/>
                </a:lnTo>
                <a:lnTo>
                  <a:pt x="1439875" y="1053699"/>
                </a:lnTo>
                <a:lnTo>
                  <a:pt x="1440053" y="1053726"/>
                </a:lnTo>
                <a:lnTo>
                  <a:pt x="1440222" y="1053753"/>
                </a:lnTo>
                <a:lnTo>
                  <a:pt x="1440400" y="1053779"/>
                </a:lnTo>
                <a:lnTo>
                  <a:pt x="1440569" y="1053806"/>
                </a:lnTo>
                <a:lnTo>
                  <a:pt x="1440738" y="1053833"/>
                </a:lnTo>
                <a:lnTo>
                  <a:pt x="1440916" y="1053859"/>
                </a:lnTo>
                <a:lnTo>
                  <a:pt x="1441085" y="1053886"/>
                </a:lnTo>
                <a:lnTo>
                  <a:pt x="1441263" y="1053913"/>
                </a:lnTo>
                <a:lnTo>
                  <a:pt x="1441432" y="1053939"/>
                </a:lnTo>
                <a:lnTo>
                  <a:pt x="1441610" y="1053966"/>
                </a:lnTo>
                <a:lnTo>
                  <a:pt x="1441779" y="1053993"/>
                </a:lnTo>
                <a:lnTo>
                  <a:pt x="1441948" y="1054019"/>
                </a:lnTo>
                <a:lnTo>
                  <a:pt x="1442126" y="1054046"/>
                </a:lnTo>
                <a:lnTo>
                  <a:pt x="1442295" y="1054073"/>
                </a:lnTo>
                <a:lnTo>
                  <a:pt x="1442473" y="1054100"/>
                </a:lnTo>
                <a:lnTo>
                  <a:pt x="1442642" y="1054126"/>
                </a:lnTo>
                <a:lnTo>
                  <a:pt x="1442820" y="1054153"/>
                </a:lnTo>
                <a:lnTo>
                  <a:pt x="1442989" y="1054180"/>
                </a:lnTo>
                <a:lnTo>
                  <a:pt x="1443158" y="1054206"/>
                </a:lnTo>
                <a:lnTo>
                  <a:pt x="1443336" y="1054233"/>
                </a:lnTo>
                <a:lnTo>
                  <a:pt x="1443505" y="1054260"/>
                </a:lnTo>
                <a:lnTo>
                  <a:pt x="1443683" y="1054286"/>
                </a:lnTo>
                <a:lnTo>
                  <a:pt x="1443852" y="1054313"/>
                </a:lnTo>
                <a:lnTo>
                  <a:pt x="1444030" y="1054340"/>
                </a:lnTo>
                <a:lnTo>
                  <a:pt x="1444199" y="1054366"/>
                </a:lnTo>
                <a:lnTo>
                  <a:pt x="1444368" y="1054384"/>
                </a:lnTo>
                <a:lnTo>
                  <a:pt x="1444546" y="1054411"/>
                </a:lnTo>
                <a:lnTo>
                  <a:pt x="1444715" y="1054438"/>
                </a:lnTo>
                <a:lnTo>
                  <a:pt x="1444893" y="1054464"/>
                </a:lnTo>
                <a:lnTo>
                  <a:pt x="1445062" y="1054491"/>
                </a:lnTo>
                <a:lnTo>
                  <a:pt x="1445240" y="1054518"/>
                </a:lnTo>
                <a:lnTo>
                  <a:pt x="1445409" y="1054544"/>
                </a:lnTo>
                <a:lnTo>
                  <a:pt x="1445578" y="1054571"/>
                </a:lnTo>
                <a:lnTo>
                  <a:pt x="1445756" y="1054589"/>
                </a:lnTo>
                <a:lnTo>
                  <a:pt x="1445925" y="1054615"/>
                </a:lnTo>
                <a:lnTo>
                  <a:pt x="1446103" y="1054642"/>
                </a:lnTo>
                <a:lnTo>
                  <a:pt x="1446272" y="1054669"/>
                </a:lnTo>
                <a:lnTo>
                  <a:pt x="1446450" y="1054696"/>
                </a:lnTo>
                <a:lnTo>
                  <a:pt x="1446619" y="1054722"/>
                </a:lnTo>
                <a:lnTo>
                  <a:pt x="1446788" y="1054740"/>
                </a:lnTo>
                <a:lnTo>
                  <a:pt x="1446966" y="1054767"/>
                </a:lnTo>
                <a:lnTo>
                  <a:pt x="1447135" y="1054793"/>
                </a:lnTo>
                <a:lnTo>
                  <a:pt x="1447313" y="1054820"/>
                </a:lnTo>
                <a:lnTo>
                  <a:pt x="1447482" y="1054847"/>
                </a:lnTo>
                <a:lnTo>
                  <a:pt x="1447660" y="1054865"/>
                </a:lnTo>
                <a:lnTo>
                  <a:pt x="1447829" y="1054891"/>
                </a:lnTo>
                <a:lnTo>
                  <a:pt x="1447998" y="1054918"/>
                </a:lnTo>
                <a:lnTo>
                  <a:pt x="1448176" y="1054945"/>
                </a:lnTo>
                <a:lnTo>
                  <a:pt x="1448345" y="1054971"/>
                </a:lnTo>
                <a:lnTo>
                  <a:pt x="1448523" y="1054989"/>
                </a:lnTo>
                <a:lnTo>
                  <a:pt x="1448692" y="1055016"/>
                </a:lnTo>
                <a:lnTo>
                  <a:pt x="1448870" y="1055043"/>
                </a:lnTo>
                <a:lnTo>
                  <a:pt x="1449039" y="1055069"/>
                </a:lnTo>
                <a:lnTo>
                  <a:pt x="1449208" y="1055087"/>
                </a:lnTo>
                <a:lnTo>
                  <a:pt x="1449386" y="1055114"/>
                </a:lnTo>
                <a:lnTo>
                  <a:pt x="1449555" y="1055140"/>
                </a:lnTo>
                <a:lnTo>
                  <a:pt x="1449733" y="1055158"/>
                </a:lnTo>
                <a:lnTo>
                  <a:pt x="1449902" y="1055185"/>
                </a:lnTo>
                <a:lnTo>
                  <a:pt x="1450080" y="1055212"/>
                </a:lnTo>
                <a:lnTo>
                  <a:pt x="1450249" y="1055238"/>
                </a:lnTo>
                <a:lnTo>
                  <a:pt x="1450418" y="1055256"/>
                </a:lnTo>
                <a:lnTo>
                  <a:pt x="1450596" y="1055283"/>
                </a:lnTo>
                <a:lnTo>
                  <a:pt x="1450765" y="1055309"/>
                </a:lnTo>
                <a:lnTo>
                  <a:pt x="1450943" y="1055327"/>
                </a:lnTo>
                <a:lnTo>
                  <a:pt x="1451112" y="1055354"/>
                </a:lnTo>
                <a:lnTo>
                  <a:pt x="1451281" y="1055381"/>
                </a:lnTo>
                <a:lnTo>
                  <a:pt x="1451459" y="1055398"/>
                </a:lnTo>
                <a:lnTo>
                  <a:pt x="1451628" y="1055425"/>
                </a:lnTo>
                <a:lnTo>
                  <a:pt x="1451805" y="1055452"/>
                </a:lnTo>
                <a:lnTo>
                  <a:pt x="1451975" y="1055470"/>
                </a:lnTo>
                <a:lnTo>
                  <a:pt x="1452152" y="1055496"/>
                </a:lnTo>
                <a:lnTo>
                  <a:pt x="1452322" y="1055523"/>
                </a:lnTo>
                <a:lnTo>
                  <a:pt x="1452491" y="1055541"/>
                </a:lnTo>
                <a:lnTo>
                  <a:pt x="1452669" y="1055567"/>
                </a:lnTo>
                <a:lnTo>
                  <a:pt x="1452838" y="1055585"/>
                </a:lnTo>
                <a:lnTo>
                  <a:pt x="1453015" y="1055612"/>
                </a:lnTo>
                <a:lnTo>
                  <a:pt x="1453184" y="1055639"/>
                </a:lnTo>
                <a:lnTo>
                  <a:pt x="1453362" y="1055656"/>
                </a:lnTo>
                <a:lnTo>
                  <a:pt x="1453531" y="1055683"/>
                </a:lnTo>
                <a:lnTo>
                  <a:pt x="1453700" y="1055701"/>
                </a:lnTo>
                <a:lnTo>
                  <a:pt x="1453878" y="1055728"/>
                </a:lnTo>
                <a:lnTo>
                  <a:pt x="1454047" y="1055754"/>
                </a:lnTo>
                <a:lnTo>
                  <a:pt x="1454225" y="1055772"/>
                </a:lnTo>
                <a:lnTo>
                  <a:pt x="1454394" y="1055799"/>
                </a:lnTo>
                <a:lnTo>
                  <a:pt x="1454572" y="1055817"/>
                </a:lnTo>
                <a:lnTo>
                  <a:pt x="1454741" y="1055843"/>
                </a:lnTo>
                <a:lnTo>
                  <a:pt x="1454910" y="1055861"/>
                </a:lnTo>
                <a:lnTo>
                  <a:pt x="1455088" y="1055888"/>
                </a:lnTo>
                <a:lnTo>
                  <a:pt x="1455257" y="1055906"/>
                </a:lnTo>
                <a:lnTo>
                  <a:pt x="1455435" y="1055932"/>
                </a:lnTo>
                <a:lnTo>
                  <a:pt x="1455604" y="1055959"/>
                </a:lnTo>
                <a:lnTo>
                  <a:pt x="1455782" y="1055977"/>
                </a:lnTo>
                <a:lnTo>
                  <a:pt x="1455951" y="1056003"/>
                </a:lnTo>
                <a:lnTo>
                  <a:pt x="1456120" y="1056021"/>
                </a:lnTo>
                <a:lnTo>
                  <a:pt x="1456298" y="1056048"/>
                </a:lnTo>
                <a:lnTo>
                  <a:pt x="1456467" y="1056066"/>
                </a:lnTo>
                <a:lnTo>
                  <a:pt x="1456645" y="1056092"/>
                </a:lnTo>
                <a:lnTo>
                  <a:pt x="1456814" y="1056110"/>
                </a:lnTo>
                <a:lnTo>
                  <a:pt x="1456992" y="1056137"/>
                </a:lnTo>
                <a:lnTo>
                  <a:pt x="1457161" y="1056155"/>
                </a:lnTo>
                <a:lnTo>
                  <a:pt x="1457330" y="1056172"/>
                </a:lnTo>
                <a:lnTo>
                  <a:pt x="1457508" y="1056199"/>
                </a:lnTo>
                <a:lnTo>
                  <a:pt x="1457677" y="1056217"/>
                </a:lnTo>
                <a:lnTo>
                  <a:pt x="1457855" y="1056244"/>
                </a:lnTo>
                <a:lnTo>
                  <a:pt x="1458024" y="1056261"/>
                </a:lnTo>
                <a:lnTo>
                  <a:pt x="1458202" y="1056288"/>
                </a:lnTo>
                <a:lnTo>
                  <a:pt x="1458371" y="1056306"/>
                </a:lnTo>
                <a:lnTo>
                  <a:pt x="1458540" y="1056333"/>
                </a:lnTo>
                <a:lnTo>
                  <a:pt x="1458718" y="1056350"/>
                </a:lnTo>
                <a:lnTo>
                  <a:pt x="1458887" y="1056377"/>
                </a:lnTo>
                <a:lnTo>
                  <a:pt x="1459065" y="1056395"/>
                </a:lnTo>
                <a:lnTo>
                  <a:pt x="1459234" y="1056413"/>
                </a:lnTo>
                <a:lnTo>
                  <a:pt x="1459412" y="1056439"/>
                </a:lnTo>
                <a:lnTo>
                  <a:pt x="1459581" y="1056457"/>
                </a:lnTo>
                <a:lnTo>
                  <a:pt x="1459750" y="1056484"/>
                </a:lnTo>
                <a:lnTo>
                  <a:pt x="1459928" y="1056502"/>
                </a:lnTo>
                <a:lnTo>
                  <a:pt x="1460097" y="1056519"/>
                </a:lnTo>
                <a:lnTo>
                  <a:pt x="1460275" y="1056546"/>
                </a:lnTo>
                <a:lnTo>
                  <a:pt x="1460444" y="1056564"/>
                </a:lnTo>
                <a:lnTo>
                  <a:pt x="1460622" y="1056582"/>
                </a:lnTo>
                <a:lnTo>
                  <a:pt x="1460791" y="1056608"/>
                </a:lnTo>
                <a:lnTo>
                  <a:pt x="1460960" y="1056626"/>
                </a:lnTo>
                <a:lnTo>
                  <a:pt x="1461138" y="1056653"/>
                </a:lnTo>
                <a:lnTo>
                  <a:pt x="1461307" y="1056671"/>
                </a:lnTo>
                <a:lnTo>
                  <a:pt x="1461485" y="1056688"/>
                </a:lnTo>
                <a:lnTo>
                  <a:pt x="1461654" y="1056715"/>
                </a:lnTo>
                <a:lnTo>
                  <a:pt x="1461832" y="1056733"/>
                </a:lnTo>
                <a:lnTo>
                  <a:pt x="1462001" y="1056751"/>
                </a:lnTo>
                <a:lnTo>
                  <a:pt x="1462170" y="1056777"/>
                </a:lnTo>
                <a:lnTo>
                  <a:pt x="1462348" y="1056795"/>
                </a:lnTo>
                <a:lnTo>
                  <a:pt x="1462517" y="1056813"/>
                </a:lnTo>
                <a:lnTo>
                  <a:pt x="1462695" y="1056840"/>
                </a:lnTo>
                <a:lnTo>
                  <a:pt x="1462864" y="1056857"/>
                </a:lnTo>
                <a:lnTo>
                  <a:pt x="1463042" y="1056875"/>
                </a:lnTo>
                <a:lnTo>
                  <a:pt x="1463211" y="1056893"/>
                </a:lnTo>
                <a:lnTo>
                  <a:pt x="1463380" y="1056920"/>
                </a:lnTo>
                <a:lnTo>
                  <a:pt x="1463558" y="1056937"/>
                </a:lnTo>
                <a:lnTo>
                  <a:pt x="1463727" y="1056955"/>
                </a:lnTo>
                <a:lnTo>
                  <a:pt x="1463905" y="1056982"/>
                </a:lnTo>
                <a:lnTo>
                  <a:pt x="1464074" y="1057000"/>
                </a:lnTo>
                <a:lnTo>
                  <a:pt x="1464252" y="1057018"/>
                </a:lnTo>
                <a:lnTo>
                  <a:pt x="1464421" y="1057035"/>
                </a:lnTo>
                <a:lnTo>
                  <a:pt x="1464590" y="1057062"/>
                </a:lnTo>
                <a:lnTo>
                  <a:pt x="1464768" y="1057080"/>
                </a:lnTo>
                <a:lnTo>
                  <a:pt x="1464937" y="1057098"/>
                </a:lnTo>
                <a:lnTo>
                  <a:pt x="1465115" y="1057115"/>
                </a:lnTo>
                <a:lnTo>
                  <a:pt x="1465284" y="1057142"/>
                </a:lnTo>
                <a:lnTo>
                  <a:pt x="1465462" y="1057160"/>
                </a:lnTo>
                <a:lnTo>
                  <a:pt x="1465631" y="1057178"/>
                </a:lnTo>
                <a:lnTo>
                  <a:pt x="1465800" y="1057195"/>
                </a:lnTo>
                <a:lnTo>
                  <a:pt x="1465978" y="1057222"/>
                </a:lnTo>
                <a:lnTo>
                  <a:pt x="1466147" y="1057240"/>
                </a:lnTo>
                <a:lnTo>
                  <a:pt x="1466325" y="1057258"/>
                </a:lnTo>
                <a:lnTo>
                  <a:pt x="1466494" y="1057275"/>
                </a:lnTo>
                <a:lnTo>
                  <a:pt x="1466672" y="1057293"/>
                </a:lnTo>
                <a:lnTo>
                  <a:pt x="1466841" y="1057320"/>
                </a:lnTo>
                <a:lnTo>
                  <a:pt x="1467010" y="1057338"/>
                </a:lnTo>
                <a:lnTo>
                  <a:pt x="1467187" y="1057356"/>
                </a:lnTo>
                <a:lnTo>
                  <a:pt x="1467356" y="1057373"/>
                </a:lnTo>
                <a:lnTo>
                  <a:pt x="1467534" y="1057391"/>
                </a:lnTo>
                <a:lnTo>
                  <a:pt x="1467703" y="1057409"/>
                </a:lnTo>
                <a:lnTo>
                  <a:pt x="1467881" y="1057436"/>
                </a:lnTo>
                <a:lnTo>
                  <a:pt x="1468050" y="1057453"/>
                </a:lnTo>
                <a:lnTo>
                  <a:pt x="1468220" y="1057471"/>
                </a:lnTo>
                <a:lnTo>
                  <a:pt x="1468397" y="1057489"/>
                </a:lnTo>
                <a:lnTo>
                  <a:pt x="1468566" y="1057507"/>
                </a:lnTo>
                <a:lnTo>
                  <a:pt x="1468744" y="1057525"/>
                </a:lnTo>
                <a:lnTo>
                  <a:pt x="1468913" y="1057551"/>
                </a:lnTo>
                <a:lnTo>
                  <a:pt x="1469091" y="1057569"/>
                </a:lnTo>
                <a:lnTo>
                  <a:pt x="1469260" y="1057587"/>
                </a:lnTo>
                <a:lnTo>
                  <a:pt x="1469429" y="1057605"/>
                </a:lnTo>
                <a:lnTo>
                  <a:pt x="1469607" y="1057622"/>
                </a:lnTo>
                <a:lnTo>
                  <a:pt x="1469776" y="1057640"/>
                </a:lnTo>
                <a:lnTo>
                  <a:pt x="1469954" y="1057658"/>
                </a:lnTo>
                <a:lnTo>
                  <a:pt x="1470123" y="1057676"/>
                </a:lnTo>
                <a:lnTo>
                  <a:pt x="1470292" y="1057694"/>
                </a:lnTo>
                <a:lnTo>
                  <a:pt x="1470470" y="1057720"/>
                </a:lnTo>
                <a:lnTo>
                  <a:pt x="1470639" y="1057738"/>
                </a:lnTo>
                <a:lnTo>
                  <a:pt x="1470817" y="1057756"/>
                </a:lnTo>
                <a:lnTo>
                  <a:pt x="1470986" y="1057774"/>
                </a:lnTo>
                <a:lnTo>
                  <a:pt x="1471164" y="1057792"/>
                </a:lnTo>
                <a:lnTo>
                  <a:pt x="1471333" y="1057809"/>
                </a:lnTo>
                <a:lnTo>
                  <a:pt x="1471502" y="1057827"/>
                </a:lnTo>
                <a:lnTo>
                  <a:pt x="1471680" y="1057845"/>
                </a:lnTo>
                <a:lnTo>
                  <a:pt x="1471849" y="1057863"/>
                </a:lnTo>
                <a:lnTo>
                  <a:pt x="1472027" y="1057880"/>
                </a:lnTo>
                <a:lnTo>
                  <a:pt x="1472196" y="1057898"/>
                </a:lnTo>
                <a:lnTo>
                  <a:pt x="1472374" y="1057916"/>
                </a:lnTo>
                <a:lnTo>
                  <a:pt x="1472543" y="1057934"/>
                </a:lnTo>
                <a:lnTo>
                  <a:pt x="1472712" y="1057952"/>
                </a:lnTo>
                <a:lnTo>
                  <a:pt x="1472890" y="1057969"/>
                </a:lnTo>
                <a:lnTo>
                  <a:pt x="1473059" y="1057987"/>
                </a:lnTo>
                <a:lnTo>
                  <a:pt x="1473237" y="1058005"/>
                </a:lnTo>
                <a:lnTo>
                  <a:pt x="1473406" y="1058023"/>
                </a:lnTo>
                <a:lnTo>
                  <a:pt x="1473584" y="1058041"/>
                </a:lnTo>
                <a:lnTo>
                  <a:pt x="1473753" y="1058058"/>
                </a:lnTo>
                <a:lnTo>
                  <a:pt x="1473922" y="1058076"/>
                </a:lnTo>
                <a:lnTo>
                  <a:pt x="1474100" y="1058094"/>
                </a:lnTo>
                <a:lnTo>
                  <a:pt x="1474269" y="1058112"/>
                </a:lnTo>
                <a:lnTo>
                  <a:pt x="1474447" y="1058130"/>
                </a:lnTo>
                <a:lnTo>
                  <a:pt x="1474616" y="1058147"/>
                </a:lnTo>
                <a:lnTo>
                  <a:pt x="1474794" y="1058165"/>
                </a:lnTo>
                <a:lnTo>
                  <a:pt x="1474963" y="1058183"/>
                </a:lnTo>
                <a:lnTo>
                  <a:pt x="1475132" y="1058201"/>
                </a:lnTo>
                <a:lnTo>
                  <a:pt x="1475310" y="1058219"/>
                </a:lnTo>
                <a:lnTo>
                  <a:pt x="1475479" y="1058236"/>
                </a:lnTo>
                <a:lnTo>
                  <a:pt x="1475657" y="1058254"/>
                </a:lnTo>
                <a:lnTo>
                  <a:pt x="1475826" y="1058272"/>
                </a:lnTo>
                <a:lnTo>
                  <a:pt x="1476004" y="1058290"/>
                </a:lnTo>
                <a:lnTo>
                  <a:pt x="1476173" y="1058308"/>
                </a:lnTo>
                <a:lnTo>
                  <a:pt x="1476342" y="1058325"/>
                </a:lnTo>
                <a:lnTo>
                  <a:pt x="1476520" y="1058343"/>
                </a:lnTo>
                <a:lnTo>
                  <a:pt x="1476689" y="1058361"/>
                </a:lnTo>
                <a:lnTo>
                  <a:pt x="1476867" y="1058379"/>
                </a:lnTo>
                <a:lnTo>
                  <a:pt x="1477036" y="1058396"/>
                </a:lnTo>
                <a:lnTo>
                  <a:pt x="1477214" y="1058414"/>
                </a:lnTo>
                <a:lnTo>
                  <a:pt x="1477383" y="1058432"/>
                </a:lnTo>
                <a:lnTo>
                  <a:pt x="1477552" y="1058450"/>
                </a:lnTo>
                <a:lnTo>
                  <a:pt x="1477730" y="1058459"/>
                </a:lnTo>
                <a:lnTo>
                  <a:pt x="1477899" y="1058477"/>
                </a:lnTo>
                <a:lnTo>
                  <a:pt x="1478077" y="1058494"/>
                </a:lnTo>
                <a:lnTo>
                  <a:pt x="1478246" y="1058512"/>
                </a:lnTo>
                <a:lnTo>
                  <a:pt x="1478424" y="1058530"/>
                </a:lnTo>
                <a:lnTo>
                  <a:pt x="1478593" y="1058548"/>
                </a:lnTo>
                <a:lnTo>
                  <a:pt x="1478762" y="1058566"/>
                </a:lnTo>
                <a:lnTo>
                  <a:pt x="1478940" y="1058583"/>
                </a:lnTo>
                <a:lnTo>
                  <a:pt x="1479109" y="1058601"/>
                </a:lnTo>
                <a:lnTo>
                  <a:pt x="1479287" y="1058610"/>
                </a:lnTo>
                <a:lnTo>
                  <a:pt x="1479456" y="1058628"/>
                </a:lnTo>
                <a:lnTo>
                  <a:pt x="1479634" y="1058646"/>
                </a:lnTo>
                <a:lnTo>
                  <a:pt x="1479803" y="1058663"/>
                </a:lnTo>
                <a:lnTo>
                  <a:pt x="1479972" y="1058681"/>
                </a:lnTo>
                <a:lnTo>
                  <a:pt x="1480150" y="1058699"/>
                </a:lnTo>
                <a:lnTo>
                  <a:pt x="1480319" y="1058717"/>
                </a:lnTo>
                <a:lnTo>
                  <a:pt x="1480497" y="1058726"/>
                </a:lnTo>
                <a:lnTo>
                  <a:pt x="1480666" y="1058743"/>
                </a:lnTo>
                <a:lnTo>
                  <a:pt x="1480844" y="1058761"/>
                </a:lnTo>
                <a:lnTo>
                  <a:pt x="1481013" y="1058779"/>
                </a:lnTo>
                <a:lnTo>
                  <a:pt x="1481182" y="1058797"/>
                </a:lnTo>
                <a:lnTo>
                  <a:pt x="1481360" y="1058815"/>
                </a:lnTo>
                <a:lnTo>
                  <a:pt x="1481529" y="1058824"/>
                </a:lnTo>
                <a:lnTo>
                  <a:pt x="1481706" y="1058841"/>
                </a:lnTo>
                <a:lnTo>
                  <a:pt x="1481876" y="1058859"/>
                </a:lnTo>
                <a:lnTo>
                  <a:pt x="1482053" y="1058877"/>
                </a:lnTo>
                <a:lnTo>
                  <a:pt x="1482223" y="1058895"/>
                </a:lnTo>
                <a:lnTo>
                  <a:pt x="1482391" y="1058904"/>
                </a:lnTo>
                <a:lnTo>
                  <a:pt x="1482569" y="1058921"/>
                </a:lnTo>
                <a:lnTo>
                  <a:pt x="1482738" y="1058939"/>
                </a:lnTo>
                <a:lnTo>
                  <a:pt x="1482916" y="1058957"/>
                </a:lnTo>
                <a:lnTo>
                  <a:pt x="1483085" y="1058975"/>
                </a:lnTo>
                <a:lnTo>
                  <a:pt x="1483263" y="1058984"/>
                </a:lnTo>
                <a:lnTo>
                  <a:pt x="1483432" y="1059001"/>
                </a:lnTo>
                <a:lnTo>
                  <a:pt x="1483601" y="1059019"/>
                </a:lnTo>
                <a:lnTo>
                  <a:pt x="1483779" y="1059037"/>
                </a:lnTo>
                <a:lnTo>
                  <a:pt x="1483948" y="1059046"/>
                </a:lnTo>
                <a:lnTo>
                  <a:pt x="1484126" y="1059064"/>
                </a:lnTo>
                <a:lnTo>
                  <a:pt x="1484295" y="1059081"/>
                </a:lnTo>
                <a:lnTo>
                  <a:pt x="1484473" y="1059099"/>
                </a:lnTo>
                <a:lnTo>
                  <a:pt x="1484642" y="1059108"/>
                </a:lnTo>
                <a:lnTo>
                  <a:pt x="1484811" y="1059126"/>
                </a:lnTo>
                <a:lnTo>
                  <a:pt x="1484989" y="1059144"/>
                </a:lnTo>
                <a:lnTo>
                  <a:pt x="1485158" y="1059162"/>
                </a:lnTo>
                <a:lnTo>
                  <a:pt x="1485336" y="1059170"/>
                </a:lnTo>
                <a:lnTo>
                  <a:pt x="1485505" y="1059188"/>
                </a:lnTo>
                <a:lnTo>
                  <a:pt x="1485683" y="1059206"/>
                </a:lnTo>
                <a:lnTo>
                  <a:pt x="1485852" y="1059215"/>
                </a:lnTo>
                <a:lnTo>
                  <a:pt x="1486021" y="1059233"/>
                </a:lnTo>
                <a:lnTo>
                  <a:pt x="1486199" y="1059251"/>
                </a:lnTo>
                <a:lnTo>
                  <a:pt x="1486368" y="1059268"/>
                </a:lnTo>
                <a:lnTo>
                  <a:pt x="1486546" y="1059277"/>
                </a:lnTo>
                <a:lnTo>
                  <a:pt x="1486715" y="1059295"/>
                </a:lnTo>
                <a:lnTo>
                  <a:pt x="1486893" y="1059313"/>
                </a:lnTo>
                <a:lnTo>
                  <a:pt x="1487062" y="1059322"/>
                </a:lnTo>
                <a:lnTo>
                  <a:pt x="1487231" y="1059340"/>
                </a:lnTo>
                <a:lnTo>
                  <a:pt x="1487409" y="1059357"/>
                </a:lnTo>
                <a:lnTo>
                  <a:pt x="1487578" y="1059366"/>
                </a:lnTo>
                <a:lnTo>
                  <a:pt x="1487756" y="1059384"/>
                </a:lnTo>
                <a:lnTo>
                  <a:pt x="1487925" y="1059402"/>
                </a:lnTo>
                <a:lnTo>
                  <a:pt x="1488103" y="1059411"/>
                </a:lnTo>
                <a:lnTo>
                  <a:pt x="1488272" y="1059428"/>
                </a:lnTo>
                <a:lnTo>
                  <a:pt x="1488441" y="1059446"/>
                </a:lnTo>
                <a:lnTo>
                  <a:pt x="1488619" y="1059455"/>
                </a:lnTo>
                <a:lnTo>
                  <a:pt x="1488788" y="1059473"/>
                </a:lnTo>
                <a:lnTo>
                  <a:pt x="1488966" y="1059491"/>
                </a:lnTo>
                <a:lnTo>
                  <a:pt x="1489135" y="1059500"/>
                </a:lnTo>
                <a:lnTo>
                  <a:pt x="1489304" y="1059517"/>
                </a:lnTo>
                <a:lnTo>
                  <a:pt x="1489482" y="1059535"/>
                </a:lnTo>
                <a:lnTo>
                  <a:pt x="1489651" y="1059544"/>
                </a:lnTo>
                <a:lnTo>
                  <a:pt x="1489829" y="1059562"/>
                </a:lnTo>
                <a:lnTo>
                  <a:pt x="1489998" y="1059571"/>
                </a:lnTo>
                <a:lnTo>
                  <a:pt x="1490176" y="1059589"/>
                </a:lnTo>
                <a:lnTo>
                  <a:pt x="1490345" y="1059606"/>
                </a:lnTo>
                <a:lnTo>
                  <a:pt x="1490514" y="1059615"/>
                </a:lnTo>
                <a:lnTo>
                  <a:pt x="1490692" y="1059633"/>
                </a:lnTo>
                <a:lnTo>
                  <a:pt x="1490861" y="1059651"/>
                </a:lnTo>
                <a:lnTo>
                  <a:pt x="1491039" y="1059660"/>
                </a:lnTo>
                <a:lnTo>
                  <a:pt x="1491208" y="1059678"/>
                </a:lnTo>
                <a:lnTo>
                  <a:pt x="1491386" y="1059686"/>
                </a:lnTo>
                <a:lnTo>
                  <a:pt x="1491555" y="1059704"/>
                </a:lnTo>
                <a:lnTo>
                  <a:pt x="1491724" y="1059722"/>
                </a:lnTo>
                <a:lnTo>
                  <a:pt x="1491902" y="1059731"/>
                </a:lnTo>
                <a:lnTo>
                  <a:pt x="1492071" y="1059749"/>
                </a:lnTo>
                <a:lnTo>
                  <a:pt x="1492249" y="1059758"/>
                </a:lnTo>
                <a:lnTo>
                  <a:pt x="1492418" y="1059775"/>
                </a:lnTo>
                <a:lnTo>
                  <a:pt x="1492596" y="1059784"/>
                </a:lnTo>
                <a:lnTo>
                  <a:pt x="1492765" y="1059802"/>
                </a:lnTo>
                <a:lnTo>
                  <a:pt x="1492934" y="1059820"/>
                </a:lnTo>
                <a:lnTo>
                  <a:pt x="1493112" y="1059829"/>
                </a:lnTo>
                <a:lnTo>
                  <a:pt x="1493281" y="1059847"/>
                </a:lnTo>
                <a:lnTo>
                  <a:pt x="1493459" y="1059855"/>
                </a:lnTo>
                <a:lnTo>
                  <a:pt x="1493628" y="1059873"/>
                </a:lnTo>
                <a:lnTo>
                  <a:pt x="1493806" y="1059882"/>
                </a:lnTo>
                <a:lnTo>
                  <a:pt x="1493975" y="1059900"/>
                </a:lnTo>
                <a:lnTo>
                  <a:pt x="1494144" y="1059909"/>
                </a:lnTo>
                <a:lnTo>
                  <a:pt x="1494322" y="1059927"/>
                </a:lnTo>
                <a:lnTo>
                  <a:pt x="1494491" y="1059936"/>
                </a:lnTo>
                <a:lnTo>
                  <a:pt x="1494669" y="1059953"/>
                </a:lnTo>
                <a:lnTo>
                  <a:pt x="1494838" y="1059962"/>
                </a:lnTo>
                <a:lnTo>
                  <a:pt x="1495016" y="1059980"/>
                </a:lnTo>
                <a:lnTo>
                  <a:pt x="1495185" y="1059998"/>
                </a:lnTo>
                <a:lnTo>
                  <a:pt x="1495354" y="1060007"/>
                </a:lnTo>
                <a:lnTo>
                  <a:pt x="1495532" y="1060025"/>
                </a:lnTo>
                <a:lnTo>
                  <a:pt x="1495701" y="1060033"/>
                </a:lnTo>
                <a:lnTo>
                  <a:pt x="1495879" y="1060051"/>
                </a:lnTo>
                <a:lnTo>
                  <a:pt x="1496048" y="1060060"/>
                </a:lnTo>
                <a:lnTo>
                  <a:pt x="1496226" y="1060078"/>
                </a:lnTo>
                <a:lnTo>
                  <a:pt x="1496394" y="1060087"/>
                </a:lnTo>
                <a:lnTo>
                  <a:pt x="1496564" y="1060105"/>
                </a:lnTo>
                <a:lnTo>
                  <a:pt x="1496741" y="1060114"/>
                </a:lnTo>
                <a:lnTo>
                  <a:pt x="1496911" y="1060131"/>
                </a:lnTo>
                <a:lnTo>
                  <a:pt x="1497088" y="1060140"/>
                </a:lnTo>
                <a:lnTo>
                  <a:pt x="1497258" y="1060149"/>
                </a:lnTo>
                <a:lnTo>
                  <a:pt x="1497435" y="1060167"/>
                </a:lnTo>
                <a:lnTo>
                  <a:pt x="1497604" y="1060176"/>
                </a:lnTo>
                <a:lnTo>
                  <a:pt x="1497773" y="1060194"/>
                </a:lnTo>
                <a:lnTo>
                  <a:pt x="1497951" y="1060202"/>
                </a:lnTo>
                <a:lnTo>
                  <a:pt x="1498120" y="1060220"/>
                </a:lnTo>
                <a:lnTo>
                  <a:pt x="1498298" y="1060229"/>
                </a:lnTo>
                <a:lnTo>
                  <a:pt x="1498467" y="1060247"/>
                </a:lnTo>
                <a:lnTo>
                  <a:pt x="1498645" y="1060256"/>
                </a:lnTo>
                <a:lnTo>
                  <a:pt x="1498814" y="1060274"/>
                </a:lnTo>
                <a:lnTo>
                  <a:pt x="1498983" y="1060282"/>
                </a:lnTo>
                <a:lnTo>
                  <a:pt x="1499161" y="1060291"/>
                </a:lnTo>
                <a:lnTo>
                  <a:pt x="1499330" y="1060309"/>
                </a:lnTo>
                <a:lnTo>
                  <a:pt x="1499508" y="1060318"/>
                </a:lnTo>
                <a:lnTo>
                  <a:pt x="1499677" y="1060336"/>
                </a:lnTo>
                <a:lnTo>
                  <a:pt x="1499855" y="1060345"/>
                </a:lnTo>
                <a:lnTo>
                  <a:pt x="1500024" y="1060363"/>
                </a:lnTo>
                <a:lnTo>
                  <a:pt x="1500193" y="1060372"/>
                </a:lnTo>
                <a:lnTo>
                  <a:pt x="1500371" y="1060380"/>
                </a:lnTo>
                <a:lnTo>
                  <a:pt x="1500540" y="1060398"/>
                </a:lnTo>
                <a:lnTo>
                  <a:pt x="1500718" y="1060407"/>
                </a:lnTo>
                <a:lnTo>
                  <a:pt x="1500887" y="1060425"/>
                </a:lnTo>
                <a:lnTo>
                  <a:pt x="1501065" y="1060434"/>
                </a:lnTo>
                <a:lnTo>
                  <a:pt x="1501234" y="1060443"/>
                </a:lnTo>
                <a:lnTo>
                  <a:pt x="1501403" y="1060460"/>
                </a:lnTo>
                <a:lnTo>
                  <a:pt x="1501581" y="1060469"/>
                </a:lnTo>
                <a:lnTo>
                  <a:pt x="1501750" y="1060487"/>
                </a:lnTo>
                <a:lnTo>
                  <a:pt x="1501928" y="1060496"/>
                </a:lnTo>
                <a:lnTo>
                  <a:pt x="1502097" y="1060505"/>
                </a:lnTo>
                <a:lnTo>
                  <a:pt x="1502275" y="1060523"/>
                </a:lnTo>
                <a:lnTo>
                  <a:pt x="1502444" y="1060532"/>
                </a:lnTo>
                <a:lnTo>
                  <a:pt x="1502613" y="1060549"/>
                </a:lnTo>
                <a:lnTo>
                  <a:pt x="1502791" y="1060558"/>
                </a:lnTo>
                <a:lnTo>
                  <a:pt x="1502960" y="1060567"/>
                </a:lnTo>
                <a:lnTo>
                  <a:pt x="1503138" y="1060585"/>
                </a:lnTo>
                <a:lnTo>
                  <a:pt x="1503307" y="1060594"/>
                </a:lnTo>
                <a:lnTo>
                  <a:pt x="1503485" y="1060603"/>
                </a:lnTo>
                <a:lnTo>
                  <a:pt x="1503654" y="1060621"/>
                </a:lnTo>
                <a:lnTo>
                  <a:pt x="1503823" y="1060629"/>
                </a:lnTo>
                <a:lnTo>
                  <a:pt x="1504001" y="1060638"/>
                </a:lnTo>
                <a:lnTo>
                  <a:pt x="1504170" y="1060656"/>
                </a:lnTo>
                <a:lnTo>
                  <a:pt x="1504348" y="1060665"/>
                </a:lnTo>
                <a:lnTo>
                  <a:pt x="1504517" y="1060674"/>
                </a:lnTo>
                <a:lnTo>
                  <a:pt x="1504695" y="1060692"/>
                </a:lnTo>
                <a:lnTo>
                  <a:pt x="1504864" y="1060701"/>
                </a:lnTo>
                <a:lnTo>
                  <a:pt x="1505033" y="1060710"/>
                </a:lnTo>
                <a:lnTo>
                  <a:pt x="1505211" y="1060727"/>
                </a:lnTo>
                <a:lnTo>
                  <a:pt x="1505380" y="1060736"/>
                </a:lnTo>
                <a:lnTo>
                  <a:pt x="1505558" y="1060745"/>
                </a:lnTo>
                <a:lnTo>
                  <a:pt x="1505727" y="1060763"/>
                </a:lnTo>
                <a:lnTo>
                  <a:pt x="1505905" y="1060772"/>
                </a:lnTo>
                <a:lnTo>
                  <a:pt x="1506074" y="1060781"/>
                </a:lnTo>
                <a:lnTo>
                  <a:pt x="1506243" y="1060799"/>
                </a:lnTo>
                <a:lnTo>
                  <a:pt x="1506421" y="1060807"/>
                </a:lnTo>
                <a:lnTo>
                  <a:pt x="1506590" y="1060816"/>
                </a:lnTo>
                <a:lnTo>
                  <a:pt x="1506768" y="1060825"/>
                </a:lnTo>
                <a:lnTo>
                  <a:pt x="1506937" y="1060843"/>
                </a:lnTo>
                <a:lnTo>
                  <a:pt x="1507115" y="1060852"/>
                </a:lnTo>
                <a:lnTo>
                  <a:pt x="1507284" y="1060861"/>
                </a:lnTo>
                <a:lnTo>
                  <a:pt x="1507453" y="1060879"/>
                </a:lnTo>
                <a:lnTo>
                  <a:pt x="1507631" y="1060887"/>
                </a:lnTo>
                <a:lnTo>
                  <a:pt x="1507800" y="1060896"/>
                </a:lnTo>
                <a:lnTo>
                  <a:pt x="1507978" y="1060905"/>
                </a:lnTo>
                <a:lnTo>
                  <a:pt x="1508147" y="1060923"/>
                </a:lnTo>
                <a:lnTo>
                  <a:pt x="1508316" y="1060932"/>
                </a:lnTo>
                <a:lnTo>
                  <a:pt x="1508494" y="1060941"/>
                </a:lnTo>
                <a:lnTo>
                  <a:pt x="1508663" y="1060959"/>
                </a:lnTo>
                <a:lnTo>
                  <a:pt x="1508841" y="1060968"/>
                </a:lnTo>
                <a:lnTo>
                  <a:pt x="1509010" y="1060976"/>
                </a:lnTo>
                <a:lnTo>
                  <a:pt x="1509188" y="1060985"/>
                </a:lnTo>
                <a:lnTo>
                  <a:pt x="1509357" y="1061003"/>
                </a:lnTo>
                <a:lnTo>
                  <a:pt x="1509526" y="1061012"/>
                </a:lnTo>
                <a:lnTo>
                  <a:pt x="1509704" y="1061021"/>
                </a:lnTo>
                <a:lnTo>
                  <a:pt x="1509873" y="1061030"/>
                </a:lnTo>
                <a:lnTo>
                  <a:pt x="1510051" y="1061048"/>
                </a:lnTo>
                <a:lnTo>
                  <a:pt x="1510220" y="1061056"/>
                </a:lnTo>
                <a:lnTo>
                  <a:pt x="1510397" y="1061065"/>
                </a:lnTo>
                <a:lnTo>
                  <a:pt x="1510566" y="1061074"/>
                </a:lnTo>
                <a:lnTo>
                  <a:pt x="1510736" y="1061092"/>
                </a:lnTo>
                <a:lnTo>
                  <a:pt x="1510914" y="1061101"/>
                </a:lnTo>
                <a:lnTo>
                  <a:pt x="1511083" y="1061110"/>
                </a:lnTo>
                <a:lnTo>
                  <a:pt x="1511260" y="1061119"/>
                </a:lnTo>
                <a:lnTo>
                  <a:pt x="1511430" y="1061128"/>
                </a:lnTo>
                <a:lnTo>
                  <a:pt x="1511608" y="1061146"/>
                </a:lnTo>
                <a:lnTo>
                  <a:pt x="1511776" y="1061154"/>
                </a:lnTo>
                <a:lnTo>
                  <a:pt x="1511945" y="1061163"/>
                </a:lnTo>
                <a:lnTo>
                  <a:pt x="1512123" y="1061172"/>
                </a:lnTo>
                <a:lnTo>
                  <a:pt x="1512293" y="1061181"/>
                </a:lnTo>
                <a:lnTo>
                  <a:pt x="1512470" y="1061199"/>
                </a:lnTo>
                <a:lnTo>
                  <a:pt x="1512639" y="1061208"/>
                </a:lnTo>
                <a:lnTo>
                  <a:pt x="1512817" y="1061217"/>
                </a:lnTo>
                <a:lnTo>
                  <a:pt x="1512987" y="1061226"/>
                </a:lnTo>
                <a:lnTo>
                  <a:pt x="1513155" y="1061234"/>
                </a:lnTo>
                <a:lnTo>
                  <a:pt x="1513333" y="1061252"/>
                </a:lnTo>
                <a:lnTo>
                  <a:pt x="1513502" y="1061261"/>
                </a:lnTo>
                <a:lnTo>
                  <a:pt x="1513680" y="1061270"/>
                </a:lnTo>
                <a:lnTo>
                  <a:pt x="1513849" y="1061279"/>
                </a:lnTo>
                <a:lnTo>
                  <a:pt x="1514027" y="1061288"/>
                </a:lnTo>
                <a:lnTo>
                  <a:pt x="1514196" y="1061297"/>
                </a:lnTo>
                <a:lnTo>
                  <a:pt x="1514365" y="1061315"/>
                </a:lnTo>
                <a:lnTo>
                  <a:pt x="1514543" y="1061323"/>
                </a:lnTo>
                <a:lnTo>
                  <a:pt x="1514712" y="1061332"/>
                </a:lnTo>
                <a:lnTo>
                  <a:pt x="1514890" y="1061341"/>
                </a:lnTo>
                <a:lnTo>
                  <a:pt x="1515059" y="1061350"/>
                </a:lnTo>
                <a:lnTo>
                  <a:pt x="1515237" y="1061359"/>
                </a:lnTo>
                <a:lnTo>
                  <a:pt x="1515406" y="1061377"/>
                </a:lnTo>
                <a:lnTo>
                  <a:pt x="1515575" y="1061386"/>
                </a:lnTo>
                <a:lnTo>
                  <a:pt x="1515753" y="1061395"/>
                </a:lnTo>
                <a:lnTo>
                  <a:pt x="1515922" y="1061403"/>
                </a:lnTo>
                <a:lnTo>
                  <a:pt x="1516100" y="1061412"/>
                </a:lnTo>
                <a:lnTo>
                  <a:pt x="1516269" y="1061421"/>
                </a:lnTo>
                <a:lnTo>
                  <a:pt x="1516447" y="1061430"/>
                </a:lnTo>
                <a:lnTo>
                  <a:pt x="1516616" y="1061448"/>
                </a:lnTo>
                <a:lnTo>
                  <a:pt x="1516785" y="1061457"/>
                </a:lnTo>
                <a:lnTo>
                  <a:pt x="1516963" y="1061466"/>
                </a:lnTo>
                <a:lnTo>
                  <a:pt x="1517132" y="1061475"/>
                </a:lnTo>
                <a:lnTo>
                  <a:pt x="1517310" y="1061484"/>
                </a:lnTo>
                <a:lnTo>
                  <a:pt x="1517479" y="1061493"/>
                </a:lnTo>
                <a:lnTo>
                  <a:pt x="1517657" y="1061501"/>
                </a:lnTo>
                <a:lnTo>
                  <a:pt x="1517826" y="1061510"/>
                </a:lnTo>
                <a:lnTo>
                  <a:pt x="1517995" y="1061528"/>
                </a:lnTo>
                <a:lnTo>
                  <a:pt x="1518173" y="1061537"/>
                </a:lnTo>
                <a:lnTo>
                  <a:pt x="1518342" y="1061546"/>
                </a:lnTo>
                <a:lnTo>
                  <a:pt x="1518520" y="1061555"/>
                </a:lnTo>
                <a:lnTo>
                  <a:pt x="1518689" y="1061564"/>
                </a:lnTo>
                <a:lnTo>
                  <a:pt x="1518867" y="1061573"/>
                </a:lnTo>
                <a:lnTo>
                  <a:pt x="1519036" y="1061581"/>
                </a:lnTo>
                <a:lnTo>
                  <a:pt x="1519205" y="1061590"/>
                </a:lnTo>
                <a:lnTo>
                  <a:pt x="1519383" y="1061599"/>
                </a:lnTo>
                <a:lnTo>
                  <a:pt x="1519552" y="1061608"/>
                </a:lnTo>
                <a:lnTo>
                  <a:pt x="1519730" y="1061626"/>
                </a:lnTo>
                <a:lnTo>
                  <a:pt x="1519899" y="1061635"/>
                </a:lnTo>
                <a:lnTo>
                  <a:pt x="1520077" y="1061644"/>
                </a:lnTo>
                <a:lnTo>
                  <a:pt x="1520246" y="1061653"/>
                </a:lnTo>
                <a:lnTo>
                  <a:pt x="1520415" y="1061661"/>
                </a:lnTo>
                <a:lnTo>
                  <a:pt x="1520593" y="1061670"/>
                </a:lnTo>
                <a:lnTo>
                  <a:pt x="1520762" y="1061679"/>
                </a:lnTo>
                <a:lnTo>
                  <a:pt x="1520940" y="1061688"/>
                </a:lnTo>
                <a:lnTo>
                  <a:pt x="1521109" y="1061697"/>
                </a:lnTo>
                <a:lnTo>
                  <a:pt x="1521287" y="1061706"/>
                </a:lnTo>
                <a:lnTo>
                  <a:pt x="1521456" y="1061715"/>
                </a:lnTo>
                <a:lnTo>
                  <a:pt x="1521625" y="1061724"/>
                </a:lnTo>
                <a:lnTo>
                  <a:pt x="1521803" y="1061733"/>
                </a:lnTo>
                <a:lnTo>
                  <a:pt x="1521972" y="1061742"/>
                </a:lnTo>
                <a:lnTo>
                  <a:pt x="1522150" y="1061750"/>
                </a:lnTo>
                <a:lnTo>
                  <a:pt x="1522319" y="1061759"/>
                </a:lnTo>
                <a:lnTo>
                  <a:pt x="1522497" y="1061777"/>
                </a:lnTo>
                <a:lnTo>
                  <a:pt x="1522666" y="1061786"/>
                </a:lnTo>
                <a:lnTo>
                  <a:pt x="1522835" y="1061795"/>
                </a:lnTo>
                <a:lnTo>
                  <a:pt x="1523013" y="1061804"/>
                </a:lnTo>
                <a:lnTo>
                  <a:pt x="1523182" y="1061813"/>
                </a:lnTo>
                <a:lnTo>
                  <a:pt x="1523360" y="1061822"/>
                </a:lnTo>
                <a:lnTo>
                  <a:pt x="1523529" y="1061830"/>
                </a:lnTo>
                <a:lnTo>
                  <a:pt x="1523707" y="1061839"/>
                </a:lnTo>
                <a:lnTo>
                  <a:pt x="1523876" y="1061848"/>
                </a:lnTo>
                <a:lnTo>
                  <a:pt x="1524045" y="1061857"/>
                </a:lnTo>
                <a:lnTo>
                  <a:pt x="1524223" y="1061866"/>
                </a:lnTo>
                <a:lnTo>
                  <a:pt x="1524392" y="1061875"/>
                </a:lnTo>
                <a:lnTo>
                  <a:pt x="1524569" y="1061884"/>
                </a:lnTo>
                <a:lnTo>
                  <a:pt x="1524739" y="1061893"/>
                </a:lnTo>
                <a:lnTo>
                  <a:pt x="1524917" y="1061902"/>
                </a:lnTo>
                <a:lnTo>
                  <a:pt x="1525086" y="1061911"/>
                </a:lnTo>
                <a:lnTo>
                  <a:pt x="1525255" y="1061920"/>
                </a:lnTo>
                <a:lnTo>
                  <a:pt x="1525433" y="1061928"/>
                </a:lnTo>
                <a:lnTo>
                  <a:pt x="1525602" y="1061937"/>
                </a:lnTo>
                <a:lnTo>
                  <a:pt x="1525779" y="1061946"/>
                </a:lnTo>
                <a:lnTo>
                  <a:pt x="1525948" y="1061955"/>
                </a:lnTo>
                <a:lnTo>
                  <a:pt x="1526126" y="1061964"/>
                </a:lnTo>
                <a:lnTo>
                  <a:pt x="1526296" y="1061973"/>
                </a:lnTo>
                <a:lnTo>
                  <a:pt x="1526465" y="1061982"/>
                </a:lnTo>
                <a:lnTo>
                  <a:pt x="1526642" y="1061991"/>
                </a:lnTo>
                <a:lnTo>
                  <a:pt x="1526811" y="1062000"/>
                </a:lnTo>
                <a:lnTo>
                  <a:pt x="1526990" y="1062008"/>
                </a:lnTo>
                <a:lnTo>
                  <a:pt x="1527158" y="1062017"/>
                </a:lnTo>
                <a:lnTo>
                  <a:pt x="1527327" y="1062026"/>
                </a:lnTo>
                <a:lnTo>
                  <a:pt x="1527505" y="1062035"/>
                </a:lnTo>
                <a:lnTo>
                  <a:pt x="1527675" y="1062044"/>
                </a:lnTo>
                <a:lnTo>
                  <a:pt x="1527852" y="1062053"/>
                </a:lnTo>
                <a:lnTo>
                  <a:pt x="1528021" y="1062062"/>
                </a:lnTo>
                <a:lnTo>
                  <a:pt x="1528199" y="1062071"/>
                </a:lnTo>
                <a:lnTo>
                  <a:pt x="1528368" y="1062080"/>
                </a:lnTo>
                <a:lnTo>
                  <a:pt x="1528537" y="1062088"/>
                </a:lnTo>
                <a:lnTo>
                  <a:pt x="1528715" y="1062088"/>
                </a:lnTo>
                <a:lnTo>
                  <a:pt x="1528884" y="1062097"/>
                </a:lnTo>
                <a:lnTo>
                  <a:pt x="1529062" y="1062106"/>
                </a:lnTo>
                <a:lnTo>
                  <a:pt x="1529231" y="1062115"/>
                </a:lnTo>
                <a:lnTo>
                  <a:pt x="1529409" y="1062124"/>
                </a:lnTo>
                <a:lnTo>
                  <a:pt x="1529578" y="1062133"/>
                </a:lnTo>
                <a:lnTo>
                  <a:pt x="1529747" y="1062142"/>
                </a:lnTo>
                <a:lnTo>
                  <a:pt x="1529925" y="1062151"/>
                </a:lnTo>
                <a:lnTo>
                  <a:pt x="1530094" y="1062160"/>
                </a:lnTo>
                <a:lnTo>
                  <a:pt x="1530272" y="1062169"/>
                </a:lnTo>
                <a:lnTo>
                  <a:pt x="1530441" y="1062177"/>
                </a:lnTo>
                <a:lnTo>
                  <a:pt x="1530619" y="1062186"/>
                </a:lnTo>
                <a:lnTo>
                  <a:pt x="1530788" y="1062195"/>
                </a:lnTo>
                <a:lnTo>
                  <a:pt x="1530957" y="1062204"/>
                </a:lnTo>
                <a:lnTo>
                  <a:pt x="1531135" y="1062213"/>
                </a:lnTo>
                <a:lnTo>
                  <a:pt x="1531304" y="1062222"/>
                </a:lnTo>
                <a:lnTo>
                  <a:pt x="1531482" y="1062222"/>
                </a:lnTo>
                <a:lnTo>
                  <a:pt x="1531651" y="1062231"/>
                </a:lnTo>
                <a:lnTo>
                  <a:pt x="1531829" y="1062240"/>
                </a:lnTo>
                <a:lnTo>
                  <a:pt x="1531998" y="1062249"/>
                </a:lnTo>
                <a:lnTo>
                  <a:pt x="1532167" y="1062258"/>
                </a:lnTo>
                <a:lnTo>
                  <a:pt x="1532345" y="1062266"/>
                </a:lnTo>
                <a:lnTo>
                  <a:pt x="1532514" y="1062275"/>
                </a:lnTo>
                <a:lnTo>
                  <a:pt x="1532692" y="1062284"/>
                </a:lnTo>
                <a:lnTo>
                  <a:pt x="1532861" y="1062293"/>
                </a:lnTo>
                <a:lnTo>
                  <a:pt x="1533039" y="1062302"/>
                </a:lnTo>
                <a:lnTo>
                  <a:pt x="1533208" y="1062311"/>
                </a:lnTo>
                <a:lnTo>
                  <a:pt x="1533377" y="1062311"/>
                </a:lnTo>
                <a:lnTo>
                  <a:pt x="1533555" y="1062320"/>
                </a:lnTo>
                <a:lnTo>
                  <a:pt x="1533724" y="1062329"/>
                </a:lnTo>
                <a:lnTo>
                  <a:pt x="1533902" y="1062338"/>
                </a:lnTo>
                <a:lnTo>
                  <a:pt x="1534071" y="1062347"/>
                </a:lnTo>
                <a:lnTo>
                  <a:pt x="1534249" y="1062355"/>
                </a:lnTo>
                <a:lnTo>
                  <a:pt x="1534418" y="1062364"/>
                </a:lnTo>
                <a:lnTo>
                  <a:pt x="1534587" y="1062373"/>
                </a:lnTo>
                <a:lnTo>
                  <a:pt x="1534765" y="1062382"/>
                </a:lnTo>
                <a:lnTo>
                  <a:pt x="1534934" y="1062382"/>
                </a:lnTo>
                <a:lnTo>
                  <a:pt x="1535112" y="1062391"/>
                </a:lnTo>
                <a:lnTo>
                  <a:pt x="1535281" y="1062400"/>
                </a:lnTo>
                <a:lnTo>
                  <a:pt x="1535459" y="1062409"/>
                </a:lnTo>
                <a:lnTo>
                  <a:pt x="1535628" y="1062418"/>
                </a:lnTo>
                <a:lnTo>
                  <a:pt x="1535797" y="1062427"/>
                </a:lnTo>
                <a:lnTo>
                  <a:pt x="1535975" y="1062435"/>
                </a:lnTo>
                <a:lnTo>
                  <a:pt x="1536144" y="1062435"/>
                </a:lnTo>
                <a:lnTo>
                  <a:pt x="1536322" y="1062444"/>
                </a:lnTo>
                <a:lnTo>
                  <a:pt x="1536491" y="1062453"/>
                </a:lnTo>
                <a:lnTo>
                  <a:pt x="1536669" y="1062462"/>
                </a:lnTo>
                <a:lnTo>
                  <a:pt x="1536838" y="1062471"/>
                </a:lnTo>
                <a:lnTo>
                  <a:pt x="1537007" y="1062480"/>
                </a:lnTo>
                <a:lnTo>
                  <a:pt x="1537185" y="1062489"/>
                </a:lnTo>
                <a:lnTo>
                  <a:pt x="1537354" y="1062489"/>
                </a:lnTo>
                <a:lnTo>
                  <a:pt x="1537532" y="1062498"/>
                </a:lnTo>
                <a:lnTo>
                  <a:pt x="1537701" y="1062507"/>
                </a:lnTo>
                <a:lnTo>
                  <a:pt x="1537879" y="1062516"/>
                </a:lnTo>
                <a:lnTo>
                  <a:pt x="1538048" y="1062524"/>
                </a:lnTo>
                <a:lnTo>
                  <a:pt x="1538217" y="1062533"/>
                </a:lnTo>
                <a:lnTo>
                  <a:pt x="1538395" y="1062533"/>
                </a:lnTo>
                <a:lnTo>
                  <a:pt x="1538564" y="1062542"/>
                </a:lnTo>
                <a:lnTo>
                  <a:pt x="1538742" y="1062551"/>
                </a:lnTo>
                <a:lnTo>
                  <a:pt x="1538911" y="1062560"/>
                </a:lnTo>
                <a:lnTo>
                  <a:pt x="1539089" y="1062569"/>
                </a:lnTo>
                <a:lnTo>
                  <a:pt x="1539258" y="1062578"/>
                </a:lnTo>
                <a:lnTo>
                  <a:pt x="1539427" y="1062578"/>
                </a:lnTo>
                <a:lnTo>
                  <a:pt x="1539605" y="1062587"/>
                </a:lnTo>
                <a:lnTo>
                  <a:pt x="1539774" y="1062596"/>
                </a:lnTo>
                <a:lnTo>
                  <a:pt x="1539951" y="1062605"/>
                </a:lnTo>
                <a:lnTo>
                  <a:pt x="1540121" y="1062613"/>
                </a:lnTo>
                <a:lnTo>
                  <a:pt x="1540299" y="1062622"/>
                </a:lnTo>
                <a:lnTo>
                  <a:pt x="1540468" y="1062622"/>
                </a:lnTo>
                <a:lnTo>
                  <a:pt x="1540637" y="1062631"/>
                </a:lnTo>
                <a:lnTo>
                  <a:pt x="1540814" y="1062640"/>
                </a:lnTo>
                <a:lnTo>
                  <a:pt x="1540984" y="1062649"/>
                </a:lnTo>
                <a:lnTo>
                  <a:pt x="1541161" y="1062658"/>
                </a:lnTo>
                <a:lnTo>
                  <a:pt x="1541330" y="1062658"/>
                </a:lnTo>
                <a:lnTo>
                  <a:pt x="1541508" y="1062667"/>
                </a:lnTo>
                <a:lnTo>
                  <a:pt x="1541678" y="1062676"/>
                </a:lnTo>
                <a:lnTo>
                  <a:pt x="1541847" y="1062685"/>
                </a:lnTo>
                <a:lnTo>
                  <a:pt x="1542024" y="1062694"/>
                </a:lnTo>
                <a:lnTo>
                  <a:pt x="1542193" y="1062694"/>
                </a:lnTo>
                <a:lnTo>
                  <a:pt x="1542371" y="1062702"/>
                </a:lnTo>
                <a:lnTo>
                  <a:pt x="1542540" y="1062711"/>
                </a:lnTo>
                <a:lnTo>
                  <a:pt x="1542718" y="1062720"/>
                </a:lnTo>
                <a:lnTo>
                  <a:pt x="1542887" y="1062720"/>
                </a:lnTo>
                <a:lnTo>
                  <a:pt x="1543056" y="1062729"/>
                </a:lnTo>
                <a:lnTo>
                  <a:pt x="1543234" y="1062738"/>
                </a:lnTo>
                <a:lnTo>
                  <a:pt x="1543403" y="1062747"/>
                </a:lnTo>
                <a:lnTo>
                  <a:pt x="1543581" y="1062756"/>
                </a:lnTo>
                <a:lnTo>
                  <a:pt x="1543750" y="1062756"/>
                </a:lnTo>
                <a:lnTo>
                  <a:pt x="1543928" y="1062765"/>
                </a:lnTo>
                <a:lnTo>
                  <a:pt x="1544097" y="1062774"/>
                </a:lnTo>
                <a:lnTo>
                  <a:pt x="1544266" y="1062782"/>
                </a:lnTo>
                <a:lnTo>
                  <a:pt x="1544444" y="1062782"/>
                </a:lnTo>
                <a:lnTo>
                  <a:pt x="1544613" y="1062791"/>
                </a:lnTo>
                <a:lnTo>
                  <a:pt x="1544791" y="1062800"/>
                </a:lnTo>
                <a:lnTo>
                  <a:pt x="1544960" y="1062809"/>
                </a:lnTo>
                <a:lnTo>
                  <a:pt x="1545138" y="1062809"/>
                </a:lnTo>
                <a:lnTo>
                  <a:pt x="1545307" y="1062818"/>
                </a:lnTo>
                <a:lnTo>
                  <a:pt x="1545476" y="1062827"/>
                </a:lnTo>
                <a:lnTo>
                  <a:pt x="1545654" y="1062836"/>
                </a:lnTo>
                <a:lnTo>
                  <a:pt x="1545823" y="1062836"/>
                </a:lnTo>
                <a:lnTo>
                  <a:pt x="1546001" y="1062845"/>
                </a:lnTo>
                <a:lnTo>
                  <a:pt x="1546170" y="1062854"/>
                </a:lnTo>
                <a:lnTo>
                  <a:pt x="1546339" y="1062862"/>
                </a:lnTo>
                <a:lnTo>
                  <a:pt x="1546517" y="1062862"/>
                </a:lnTo>
                <a:lnTo>
                  <a:pt x="1546686" y="1062871"/>
                </a:lnTo>
                <a:lnTo>
                  <a:pt x="1546864" y="1062880"/>
                </a:lnTo>
                <a:lnTo>
                  <a:pt x="1547033" y="1062889"/>
                </a:lnTo>
                <a:lnTo>
                  <a:pt x="1547211" y="1062889"/>
                </a:lnTo>
                <a:lnTo>
                  <a:pt x="1547380" y="1062898"/>
                </a:lnTo>
                <a:lnTo>
                  <a:pt x="1547549" y="1062907"/>
                </a:lnTo>
                <a:lnTo>
                  <a:pt x="1547727" y="1062916"/>
                </a:lnTo>
                <a:lnTo>
                  <a:pt x="1547896" y="1062916"/>
                </a:lnTo>
                <a:lnTo>
                  <a:pt x="1548074" y="1062925"/>
                </a:lnTo>
                <a:lnTo>
                  <a:pt x="1548243" y="1062934"/>
                </a:lnTo>
                <a:lnTo>
                  <a:pt x="1548421" y="1062934"/>
                </a:lnTo>
                <a:lnTo>
                  <a:pt x="1548590" y="1062943"/>
                </a:lnTo>
                <a:lnTo>
                  <a:pt x="1548759" y="1062951"/>
                </a:lnTo>
                <a:lnTo>
                  <a:pt x="1548937" y="1062960"/>
                </a:lnTo>
                <a:lnTo>
                  <a:pt x="1549106" y="1062960"/>
                </a:lnTo>
                <a:lnTo>
                  <a:pt x="1549284" y="1062969"/>
                </a:lnTo>
                <a:lnTo>
                  <a:pt x="1549453" y="1062978"/>
                </a:lnTo>
                <a:lnTo>
                  <a:pt x="1549631" y="1062978"/>
                </a:lnTo>
                <a:lnTo>
                  <a:pt x="1549800" y="1062987"/>
                </a:lnTo>
                <a:lnTo>
                  <a:pt x="1549969" y="1062996"/>
                </a:lnTo>
                <a:lnTo>
                  <a:pt x="1550147" y="1063005"/>
                </a:lnTo>
                <a:lnTo>
                  <a:pt x="1550316" y="1063005"/>
                </a:lnTo>
                <a:lnTo>
                  <a:pt x="1550494" y="1063014"/>
                </a:lnTo>
                <a:lnTo>
                  <a:pt x="1550663" y="1063023"/>
                </a:lnTo>
                <a:lnTo>
                  <a:pt x="1550841" y="1063023"/>
                </a:lnTo>
                <a:lnTo>
                  <a:pt x="1551010" y="1063032"/>
                </a:lnTo>
                <a:lnTo>
                  <a:pt x="1551179" y="1063040"/>
                </a:lnTo>
                <a:lnTo>
                  <a:pt x="1551357" y="1063040"/>
                </a:lnTo>
                <a:lnTo>
                  <a:pt x="1551526" y="1063049"/>
                </a:lnTo>
                <a:lnTo>
                  <a:pt x="1551704" y="1063058"/>
                </a:lnTo>
                <a:lnTo>
                  <a:pt x="1551873" y="1063058"/>
                </a:lnTo>
                <a:lnTo>
                  <a:pt x="1552051" y="1063067"/>
                </a:lnTo>
                <a:lnTo>
                  <a:pt x="1552220" y="1063076"/>
                </a:lnTo>
                <a:lnTo>
                  <a:pt x="1552389" y="1063085"/>
                </a:lnTo>
                <a:lnTo>
                  <a:pt x="1552567" y="1063085"/>
                </a:lnTo>
                <a:lnTo>
                  <a:pt x="1552736" y="1063094"/>
                </a:lnTo>
                <a:lnTo>
                  <a:pt x="1552914" y="1063103"/>
                </a:lnTo>
                <a:lnTo>
                  <a:pt x="1553083" y="1063103"/>
                </a:lnTo>
                <a:lnTo>
                  <a:pt x="1553261" y="1063112"/>
                </a:lnTo>
                <a:lnTo>
                  <a:pt x="1553430" y="1063121"/>
                </a:lnTo>
                <a:lnTo>
                  <a:pt x="1553599" y="1063121"/>
                </a:lnTo>
                <a:lnTo>
                  <a:pt x="1553777" y="1063129"/>
                </a:lnTo>
                <a:lnTo>
                  <a:pt x="1553946" y="1063138"/>
                </a:lnTo>
                <a:lnTo>
                  <a:pt x="1554124" y="1063138"/>
                </a:lnTo>
                <a:lnTo>
                  <a:pt x="1554293" y="1063147"/>
                </a:lnTo>
                <a:lnTo>
                  <a:pt x="1554471" y="1063156"/>
                </a:lnTo>
                <a:lnTo>
                  <a:pt x="1554640" y="1063156"/>
                </a:lnTo>
                <a:lnTo>
                  <a:pt x="1554809" y="1063165"/>
                </a:lnTo>
                <a:lnTo>
                  <a:pt x="1554987" y="1063174"/>
                </a:lnTo>
                <a:lnTo>
                  <a:pt x="1555156" y="1063174"/>
                </a:lnTo>
                <a:lnTo>
                  <a:pt x="1555333" y="1063183"/>
                </a:lnTo>
                <a:lnTo>
                  <a:pt x="1555502" y="1063192"/>
                </a:lnTo>
                <a:lnTo>
                  <a:pt x="1555681" y="1063192"/>
                </a:lnTo>
                <a:lnTo>
                  <a:pt x="1555850" y="1063201"/>
                </a:lnTo>
                <a:lnTo>
                  <a:pt x="1556019" y="1063201"/>
                </a:lnTo>
                <a:lnTo>
                  <a:pt x="1556196" y="1063209"/>
                </a:lnTo>
                <a:lnTo>
                  <a:pt x="1556366" y="1063218"/>
                </a:lnTo>
                <a:lnTo>
                  <a:pt x="1556543" y="1063218"/>
                </a:lnTo>
                <a:lnTo>
                  <a:pt x="1556712" y="1063227"/>
                </a:lnTo>
                <a:lnTo>
                  <a:pt x="1556890" y="1063236"/>
                </a:lnTo>
                <a:lnTo>
                  <a:pt x="1557059" y="1063236"/>
                </a:lnTo>
                <a:lnTo>
                  <a:pt x="1557229" y="1063245"/>
                </a:lnTo>
                <a:lnTo>
                  <a:pt x="1557406" y="1063254"/>
                </a:lnTo>
                <a:lnTo>
                  <a:pt x="1557575" y="1063254"/>
                </a:lnTo>
                <a:lnTo>
                  <a:pt x="1557753" y="1063263"/>
                </a:lnTo>
                <a:lnTo>
                  <a:pt x="1557922" y="1063263"/>
                </a:lnTo>
                <a:lnTo>
                  <a:pt x="1558100" y="1063272"/>
                </a:lnTo>
                <a:lnTo>
                  <a:pt x="1558269" y="1063281"/>
                </a:lnTo>
                <a:lnTo>
                  <a:pt x="1558438" y="1063281"/>
                </a:lnTo>
                <a:lnTo>
                  <a:pt x="1558616" y="1063289"/>
                </a:lnTo>
                <a:lnTo>
                  <a:pt x="1558785" y="1063298"/>
                </a:lnTo>
                <a:lnTo>
                  <a:pt x="1558963" y="1063298"/>
                </a:lnTo>
                <a:lnTo>
                  <a:pt x="1559132" y="1063307"/>
                </a:lnTo>
                <a:lnTo>
                  <a:pt x="1559310" y="1063307"/>
                </a:lnTo>
                <a:lnTo>
                  <a:pt x="1559479" y="1063316"/>
                </a:lnTo>
                <a:lnTo>
                  <a:pt x="1559648" y="1063325"/>
                </a:lnTo>
                <a:lnTo>
                  <a:pt x="1559826" y="1063325"/>
                </a:lnTo>
                <a:lnTo>
                  <a:pt x="1559995" y="1063334"/>
                </a:lnTo>
                <a:lnTo>
                  <a:pt x="1560173" y="1063334"/>
                </a:lnTo>
                <a:lnTo>
                  <a:pt x="1560342" y="1063343"/>
                </a:lnTo>
                <a:lnTo>
                  <a:pt x="1560520" y="1063352"/>
                </a:lnTo>
                <a:lnTo>
                  <a:pt x="1560689" y="1063352"/>
                </a:lnTo>
                <a:lnTo>
                  <a:pt x="1560858" y="1063361"/>
                </a:lnTo>
                <a:lnTo>
                  <a:pt x="1561036" y="1063361"/>
                </a:lnTo>
                <a:lnTo>
                  <a:pt x="1561205" y="1063370"/>
                </a:lnTo>
                <a:lnTo>
                  <a:pt x="1561383" y="1063379"/>
                </a:lnTo>
                <a:lnTo>
                  <a:pt x="1561552" y="1063379"/>
                </a:lnTo>
                <a:lnTo>
                  <a:pt x="1561730" y="1063387"/>
                </a:lnTo>
                <a:lnTo>
                  <a:pt x="1561899" y="1063387"/>
                </a:lnTo>
                <a:lnTo>
                  <a:pt x="1562068" y="1063396"/>
                </a:lnTo>
                <a:lnTo>
                  <a:pt x="1562246" y="1063405"/>
                </a:lnTo>
                <a:lnTo>
                  <a:pt x="1562415" y="1063405"/>
                </a:lnTo>
                <a:lnTo>
                  <a:pt x="1562593" y="1063414"/>
                </a:lnTo>
                <a:lnTo>
                  <a:pt x="1562762" y="1063414"/>
                </a:lnTo>
                <a:lnTo>
                  <a:pt x="1562940" y="1063423"/>
                </a:lnTo>
                <a:lnTo>
                  <a:pt x="1563109" y="1063432"/>
                </a:lnTo>
                <a:lnTo>
                  <a:pt x="1563278" y="1063432"/>
                </a:lnTo>
                <a:lnTo>
                  <a:pt x="1563456" y="1063441"/>
                </a:lnTo>
                <a:lnTo>
                  <a:pt x="1563625" y="1063441"/>
                </a:lnTo>
                <a:lnTo>
                  <a:pt x="1563803" y="1063450"/>
                </a:lnTo>
                <a:lnTo>
                  <a:pt x="1563972" y="1063450"/>
                </a:lnTo>
                <a:lnTo>
                  <a:pt x="1564150" y="1063459"/>
                </a:lnTo>
                <a:lnTo>
                  <a:pt x="1564319" y="1063467"/>
                </a:lnTo>
                <a:lnTo>
                  <a:pt x="1564488" y="1063467"/>
                </a:lnTo>
                <a:lnTo>
                  <a:pt x="1564666" y="1063476"/>
                </a:lnTo>
                <a:lnTo>
                  <a:pt x="1564835" y="1063476"/>
                </a:lnTo>
                <a:lnTo>
                  <a:pt x="1565013" y="1063485"/>
                </a:lnTo>
                <a:lnTo>
                  <a:pt x="1565182" y="1063485"/>
                </a:lnTo>
                <a:lnTo>
                  <a:pt x="1565351" y="1063494"/>
                </a:lnTo>
                <a:lnTo>
                  <a:pt x="1565529" y="1063503"/>
                </a:lnTo>
                <a:lnTo>
                  <a:pt x="1565698" y="1063503"/>
                </a:lnTo>
                <a:lnTo>
                  <a:pt x="1565876" y="1063512"/>
                </a:lnTo>
                <a:lnTo>
                  <a:pt x="1566045" y="1063512"/>
                </a:lnTo>
                <a:lnTo>
                  <a:pt x="1566223" y="1063521"/>
                </a:lnTo>
                <a:lnTo>
                  <a:pt x="1566392" y="1063521"/>
                </a:lnTo>
                <a:lnTo>
                  <a:pt x="1566561" y="1063530"/>
                </a:lnTo>
                <a:lnTo>
                  <a:pt x="1566739" y="1063530"/>
                </a:lnTo>
                <a:lnTo>
                  <a:pt x="1566908" y="1063539"/>
                </a:lnTo>
                <a:lnTo>
                  <a:pt x="1567086" y="1063539"/>
                </a:lnTo>
                <a:lnTo>
                  <a:pt x="1567255" y="1063548"/>
                </a:lnTo>
                <a:lnTo>
                  <a:pt x="1567433" y="1063556"/>
                </a:lnTo>
                <a:lnTo>
                  <a:pt x="1567602" y="1063556"/>
                </a:lnTo>
                <a:lnTo>
                  <a:pt x="1567771" y="1063565"/>
                </a:lnTo>
                <a:lnTo>
                  <a:pt x="1567949" y="1063565"/>
                </a:lnTo>
                <a:lnTo>
                  <a:pt x="1568118" y="1063574"/>
                </a:lnTo>
                <a:lnTo>
                  <a:pt x="1568296" y="1063574"/>
                </a:lnTo>
                <a:lnTo>
                  <a:pt x="1568465" y="1063583"/>
                </a:lnTo>
                <a:lnTo>
                  <a:pt x="1568643" y="1063583"/>
                </a:lnTo>
                <a:lnTo>
                  <a:pt x="1568812" y="1063592"/>
                </a:lnTo>
                <a:lnTo>
                  <a:pt x="1568981" y="1063592"/>
                </a:lnTo>
                <a:lnTo>
                  <a:pt x="1569159" y="1063601"/>
                </a:lnTo>
                <a:lnTo>
                  <a:pt x="1569328" y="1063601"/>
                </a:lnTo>
                <a:lnTo>
                  <a:pt x="1569505" y="1063610"/>
                </a:lnTo>
                <a:lnTo>
                  <a:pt x="1569675" y="1063619"/>
                </a:lnTo>
                <a:lnTo>
                  <a:pt x="1569853" y="1063619"/>
                </a:lnTo>
                <a:lnTo>
                  <a:pt x="1570022" y="1063628"/>
                </a:lnTo>
                <a:lnTo>
                  <a:pt x="1570191" y="1063628"/>
                </a:lnTo>
                <a:lnTo>
                  <a:pt x="1570369" y="1063636"/>
                </a:lnTo>
                <a:lnTo>
                  <a:pt x="1570538" y="1063636"/>
                </a:lnTo>
                <a:lnTo>
                  <a:pt x="1570715" y="1063645"/>
                </a:lnTo>
                <a:lnTo>
                  <a:pt x="1570884" y="1063645"/>
                </a:lnTo>
                <a:lnTo>
                  <a:pt x="1571062" y="1063654"/>
                </a:lnTo>
                <a:lnTo>
                  <a:pt x="1571232" y="1063654"/>
                </a:lnTo>
                <a:lnTo>
                  <a:pt x="1571401" y="1063663"/>
                </a:lnTo>
                <a:lnTo>
                  <a:pt x="1571578" y="1063663"/>
                </a:lnTo>
                <a:lnTo>
                  <a:pt x="1571747" y="1063672"/>
                </a:lnTo>
                <a:lnTo>
                  <a:pt x="1571925" y="1063672"/>
                </a:lnTo>
                <a:lnTo>
                  <a:pt x="1572094" y="1063681"/>
                </a:lnTo>
                <a:lnTo>
                  <a:pt x="1572272" y="1063681"/>
                </a:lnTo>
                <a:lnTo>
                  <a:pt x="1572441" y="1063690"/>
                </a:lnTo>
                <a:lnTo>
                  <a:pt x="1572610" y="1063690"/>
                </a:lnTo>
                <a:lnTo>
                  <a:pt x="1572788" y="1063699"/>
                </a:lnTo>
                <a:lnTo>
                  <a:pt x="1572957" y="1063699"/>
                </a:lnTo>
                <a:lnTo>
                  <a:pt x="1573135" y="1063708"/>
                </a:lnTo>
                <a:lnTo>
                  <a:pt x="1573304" y="1063708"/>
                </a:lnTo>
                <a:lnTo>
                  <a:pt x="1573482" y="1063717"/>
                </a:lnTo>
                <a:lnTo>
                  <a:pt x="1573651" y="1063717"/>
                </a:lnTo>
                <a:lnTo>
                  <a:pt x="1573820" y="1063725"/>
                </a:lnTo>
                <a:lnTo>
                  <a:pt x="1573998" y="1063725"/>
                </a:lnTo>
                <a:lnTo>
                  <a:pt x="1574167" y="1063734"/>
                </a:lnTo>
                <a:lnTo>
                  <a:pt x="1574345" y="1063734"/>
                </a:lnTo>
                <a:lnTo>
                  <a:pt x="1574514" y="1063743"/>
                </a:lnTo>
                <a:lnTo>
                  <a:pt x="1574692" y="1063743"/>
                </a:lnTo>
                <a:lnTo>
                  <a:pt x="1574861" y="1063752"/>
                </a:lnTo>
                <a:lnTo>
                  <a:pt x="1575030" y="1063752"/>
                </a:lnTo>
                <a:lnTo>
                  <a:pt x="1575208" y="1063761"/>
                </a:lnTo>
                <a:lnTo>
                  <a:pt x="1575377" y="1063761"/>
                </a:lnTo>
                <a:lnTo>
                  <a:pt x="1575555" y="1063770"/>
                </a:lnTo>
                <a:lnTo>
                  <a:pt x="1575724" y="1063770"/>
                </a:lnTo>
                <a:lnTo>
                  <a:pt x="1575902" y="1063779"/>
                </a:lnTo>
                <a:lnTo>
                  <a:pt x="1576071" y="1063779"/>
                </a:lnTo>
                <a:lnTo>
                  <a:pt x="1576240" y="1063788"/>
                </a:lnTo>
                <a:lnTo>
                  <a:pt x="1576418" y="1063788"/>
                </a:lnTo>
                <a:lnTo>
                  <a:pt x="1576587" y="1063797"/>
                </a:lnTo>
                <a:lnTo>
                  <a:pt x="1576765" y="1063797"/>
                </a:lnTo>
                <a:lnTo>
                  <a:pt x="1576934" y="1063797"/>
                </a:lnTo>
                <a:lnTo>
                  <a:pt x="1577112" y="1063806"/>
                </a:lnTo>
                <a:lnTo>
                  <a:pt x="1577281" y="1063806"/>
                </a:lnTo>
                <a:lnTo>
                  <a:pt x="1577450" y="1063814"/>
                </a:lnTo>
                <a:lnTo>
                  <a:pt x="1577628" y="1063814"/>
                </a:lnTo>
                <a:lnTo>
                  <a:pt x="1577797" y="1063823"/>
                </a:lnTo>
                <a:lnTo>
                  <a:pt x="1577975" y="1063823"/>
                </a:lnTo>
                <a:lnTo>
                  <a:pt x="1578144" y="1063832"/>
                </a:lnTo>
                <a:lnTo>
                  <a:pt x="1578322" y="1063832"/>
                </a:lnTo>
                <a:lnTo>
                  <a:pt x="1578491" y="1063841"/>
                </a:lnTo>
                <a:lnTo>
                  <a:pt x="1578660" y="1063841"/>
                </a:lnTo>
                <a:lnTo>
                  <a:pt x="1578838" y="1063850"/>
                </a:lnTo>
                <a:lnTo>
                  <a:pt x="1579007" y="1063850"/>
                </a:lnTo>
                <a:lnTo>
                  <a:pt x="1579185" y="1063850"/>
                </a:lnTo>
                <a:lnTo>
                  <a:pt x="1579354" y="1063859"/>
                </a:lnTo>
                <a:lnTo>
                  <a:pt x="1579532" y="1063859"/>
                </a:lnTo>
                <a:lnTo>
                  <a:pt x="1579701" y="1063868"/>
                </a:lnTo>
                <a:lnTo>
                  <a:pt x="1579870" y="1063868"/>
                </a:lnTo>
                <a:lnTo>
                  <a:pt x="1580048" y="1063877"/>
                </a:lnTo>
                <a:lnTo>
                  <a:pt x="1580217" y="1063877"/>
                </a:lnTo>
                <a:lnTo>
                  <a:pt x="1580395" y="1063886"/>
                </a:lnTo>
                <a:lnTo>
                  <a:pt x="1580564" y="1063886"/>
                </a:lnTo>
                <a:lnTo>
                  <a:pt x="1580742" y="1063895"/>
                </a:lnTo>
                <a:lnTo>
                  <a:pt x="1580911" y="1063895"/>
                </a:lnTo>
                <a:lnTo>
                  <a:pt x="1581080" y="1063895"/>
                </a:lnTo>
                <a:lnTo>
                  <a:pt x="1581258" y="1063903"/>
                </a:lnTo>
                <a:lnTo>
                  <a:pt x="1581427" y="1063903"/>
                </a:lnTo>
                <a:lnTo>
                  <a:pt x="1581605" y="1063912"/>
                </a:lnTo>
                <a:lnTo>
                  <a:pt x="1581774" y="1063912"/>
                </a:lnTo>
                <a:lnTo>
                  <a:pt x="1581952" y="1063921"/>
                </a:lnTo>
                <a:lnTo>
                  <a:pt x="1582121" y="1063921"/>
                </a:lnTo>
                <a:lnTo>
                  <a:pt x="1582290" y="1063930"/>
                </a:lnTo>
                <a:lnTo>
                  <a:pt x="1582468" y="1063930"/>
                </a:lnTo>
                <a:lnTo>
                  <a:pt x="1582637" y="1063930"/>
                </a:lnTo>
                <a:lnTo>
                  <a:pt x="1582815" y="1063939"/>
                </a:lnTo>
                <a:lnTo>
                  <a:pt x="1582984" y="1063939"/>
                </a:lnTo>
                <a:lnTo>
                  <a:pt x="1583162" y="1063948"/>
                </a:lnTo>
                <a:lnTo>
                  <a:pt x="1583331" y="1063948"/>
                </a:lnTo>
                <a:lnTo>
                  <a:pt x="1583500" y="1063957"/>
                </a:lnTo>
                <a:lnTo>
                  <a:pt x="1583678" y="1063957"/>
                </a:lnTo>
                <a:lnTo>
                  <a:pt x="1583847" y="1063957"/>
                </a:lnTo>
                <a:lnTo>
                  <a:pt x="1584025" y="1063966"/>
                </a:lnTo>
                <a:lnTo>
                  <a:pt x="1584194" y="1063966"/>
                </a:lnTo>
                <a:lnTo>
                  <a:pt x="1584363" y="1063975"/>
                </a:lnTo>
                <a:lnTo>
                  <a:pt x="1584541" y="1063975"/>
                </a:lnTo>
                <a:lnTo>
                  <a:pt x="1584710" y="1063975"/>
                </a:lnTo>
                <a:lnTo>
                  <a:pt x="1584887" y="1063983"/>
                </a:lnTo>
                <a:lnTo>
                  <a:pt x="1585057" y="1063983"/>
                </a:lnTo>
                <a:lnTo>
                  <a:pt x="1585235" y="1063992"/>
                </a:lnTo>
                <a:lnTo>
                  <a:pt x="1585404" y="1063992"/>
                </a:lnTo>
                <a:lnTo>
                  <a:pt x="1585572" y="1064001"/>
                </a:lnTo>
                <a:lnTo>
                  <a:pt x="1585750" y="1064001"/>
                </a:lnTo>
                <a:lnTo>
                  <a:pt x="1585920" y="1064001"/>
                </a:lnTo>
                <a:lnTo>
                  <a:pt x="1586097" y="1064010"/>
                </a:lnTo>
                <a:lnTo>
                  <a:pt x="1586266" y="1064010"/>
                </a:lnTo>
                <a:lnTo>
                  <a:pt x="1586444" y="1064019"/>
                </a:lnTo>
                <a:lnTo>
                  <a:pt x="1586614" y="1064019"/>
                </a:lnTo>
                <a:lnTo>
                  <a:pt x="1586783" y="1064019"/>
                </a:lnTo>
                <a:lnTo>
                  <a:pt x="1586960" y="1064028"/>
                </a:lnTo>
                <a:lnTo>
                  <a:pt x="1587129" y="1064028"/>
                </a:lnTo>
                <a:lnTo>
                  <a:pt x="1587307" y="1064037"/>
                </a:lnTo>
                <a:lnTo>
                  <a:pt x="1587476" y="1064037"/>
                </a:lnTo>
                <a:lnTo>
                  <a:pt x="1587654" y="1064037"/>
                </a:lnTo>
                <a:lnTo>
                  <a:pt x="1587823" y="1064046"/>
                </a:lnTo>
                <a:lnTo>
                  <a:pt x="1587992" y="1064046"/>
                </a:lnTo>
                <a:lnTo>
                  <a:pt x="1588170" y="1064055"/>
                </a:lnTo>
                <a:lnTo>
                  <a:pt x="1588339" y="1064055"/>
                </a:lnTo>
                <a:lnTo>
                  <a:pt x="1588517" y="1064055"/>
                </a:lnTo>
                <a:lnTo>
                  <a:pt x="1588686" y="1064063"/>
                </a:lnTo>
                <a:lnTo>
                  <a:pt x="1588864" y="1064063"/>
                </a:lnTo>
                <a:lnTo>
                  <a:pt x="1589033" y="1064072"/>
                </a:lnTo>
                <a:lnTo>
                  <a:pt x="1589202" y="1064072"/>
                </a:lnTo>
                <a:lnTo>
                  <a:pt x="1589380" y="1064072"/>
                </a:lnTo>
                <a:lnTo>
                  <a:pt x="1589549" y="1064081"/>
                </a:lnTo>
                <a:lnTo>
                  <a:pt x="1589727" y="1064081"/>
                </a:lnTo>
                <a:lnTo>
                  <a:pt x="1589896" y="1064090"/>
                </a:lnTo>
                <a:lnTo>
                  <a:pt x="1590074" y="1064090"/>
                </a:lnTo>
                <a:lnTo>
                  <a:pt x="1590243" y="1064090"/>
                </a:lnTo>
                <a:lnTo>
                  <a:pt x="1590412" y="1064099"/>
                </a:lnTo>
                <a:lnTo>
                  <a:pt x="1590590" y="1064099"/>
                </a:lnTo>
                <a:lnTo>
                  <a:pt x="1590759" y="1064099"/>
                </a:lnTo>
                <a:lnTo>
                  <a:pt x="1590937" y="1064108"/>
                </a:lnTo>
                <a:lnTo>
                  <a:pt x="1591106" y="1064108"/>
                </a:lnTo>
                <a:lnTo>
                  <a:pt x="1591284" y="1064117"/>
                </a:lnTo>
                <a:lnTo>
                  <a:pt x="1591453" y="1064117"/>
                </a:lnTo>
                <a:lnTo>
                  <a:pt x="1591622" y="1064117"/>
                </a:lnTo>
                <a:lnTo>
                  <a:pt x="1591800" y="1064126"/>
                </a:lnTo>
                <a:lnTo>
                  <a:pt x="1591969" y="1064126"/>
                </a:lnTo>
                <a:lnTo>
                  <a:pt x="1592147" y="1064126"/>
                </a:lnTo>
                <a:lnTo>
                  <a:pt x="1592316" y="1064135"/>
                </a:lnTo>
                <a:lnTo>
                  <a:pt x="1592494" y="1064135"/>
                </a:lnTo>
                <a:lnTo>
                  <a:pt x="1592663" y="1064144"/>
                </a:lnTo>
                <a:lnTo>
                  <a:pt x="1592832" y="1064144"/>
                </a:lnTo>
                <a:lnTo>
                  <a:pt x="1593010" y="1064144"/>
                </a:lnTo>
                <a:lnTo>
                  <a:pt x="1593179" y="1064153"/>
                </a:lnTo>
                <a:lnTo>
                  <a:pt x="1593357" y="1064153"/>
                </a:lnTo>
                <a:lnTo>
                  <a:pt x="1593526" y="1064153"/>
                </a:lnTo>
                <a:lnTo>
                  <a:pt x="1593704" y="1064161"/>
                </a:lnTo>
                <a:lnTo>
                  <a:pt x="1593873" y="1064161"/>
                </a:lnTo>
                <a:lnTo>
                  <a:pt x="1594042" y="1064170"/>
                </a:lnTo>
                <a:lnTo>
                  <a:pt x="1594220" y="1064170"/>
                </a:lnTo>
                <a:lnTo>
                  <a:pt x="1594389" y="1064170"/>
                </a:lnTo>
                <a:lnTo>
                  <a:pt x="1594567" y="1064179"/>
                </a:lnTo>
                <a:lnTo>
                  <a:pt x="1594736" y="1064179"/>
                </a:lnTo>
                <a:lnTo>
                  <a:pt x="1594914" y="1064179"/>
                </a:lnTo>
                <a:lnTo>
                  <a:pt x="1595083" y="1064188"/>
                </a:lnTo>
                <a:lnTo>
                  <a:pt x="1595252" y="1064188"/>
                </a:lnTo>
                <a:lnTo>
                  <a:pt x="1595430" y="1064188"/>
                </a:lnTo>
                <a:lnTo>
                  <a:pt x="1595599" y="1064197"/>
                </a:lnTo>
                <a:lnTo>
                  <a:pt x="1595777" y="1064197"/>
                </a:lnTo>
                <a:lnTo>
                  <a:pt x="1595946" y="1064197"/>
                </a:lnTo>
                <a:lnTo>
                  <a:pt x="1596124" y="1064206"/>
                </a:lnTo>
                <a:lnTo>
                  <a:pt x="1596293" y="1064206"/>
                </a:lnTo>
                <a:lnTo>
                  <a:pt x="1596462" y="1064215"/>
                </a:lnTo>
                <a:lnTo>
                  <a:pt x="1596640" y="1064215"/>
                </a:lnTo>
                <a:lnTo>
                  <a:pt x="1596809" y="1064215"/>
                </a:lnTo>
                <a:lnTo>
                  <a:pt x="1596987" y="1064224"/>
                </a:lnTo>
                <a:lnTo>
                  <a:pt x="1597156" y="1064224"/>
                </a:lnTo>
                <a:lnTo>
                  <a:pt x="1597334" y="1064224"/>
                </a:lnTo>
                <a:lnTo>
                  <a:pt x="1597503" y="1064233"/>
                </a:lnTo>
                <a:lnTo>
                  <a:pt x="1597672" y="1064233"/>
                </a:lnTo>
                <a:lnTo>
                  <a:pt x="1597850" y="1064233"/>
                </a:lnTo>
                <a:lnTo>
                  <a:pt x="1598019" y="1064241"/>
                </a:lnTo>
                <a:lnTo>
                  <a:pt x="1598197" y="1064241"/>
                </a:lnTo>
                <a:lnTo>
                  <a:pt x="1598366" y="1064241"/>
                </a:lnTo>
                <a:lnTo>
                  <a:pt x="1598544" y="1064250"/>
                </a:lnTo>
                <a:lnTo>
                  <a:pt x="1598713" y="1064250"/>
                </a:lnTo>
                <a:lnTo>
                  <a:pt x="1598882" y="1064250"/>
                </a:lnTo>
                <a:lnTo>
                  <a:pt x="1599060" y="1064259"/>
                </a:lnTo>
                <a:lnTo>
                  <a:pt x="1599229" y="1064259"/>
                </a:lnTo>
                <a:lnTo>
                  <a:pt x="1599407" y="1064259"/>
                </a:lnTo>
                <a:lnTo>
                  <a:pt x="1599576" y="1064268"/>
                </a:lnTo>
                <a:lnTo>
                  <a:pt x="1599753" y="1064268"/>
                </a:lnTo>
                <a:lnTo>
                  <a:pt x="1599923" y="1064268"/>
                </a:lnTo>
                <a:lnTo>
                  <a:pt x="1600092" y="1064277"/>
                </a:lnTo>
                <a:lnTo>
                  <a:pt x="1600269" y="1064277"/>
                </a:lnTo>
                <a:lnTo>
                  <a:pt x="1600438" y="1064277"/>
                </a:lnTo>
                <a:lnTo>
                  <a:pt x="1600617" y="1064286"/>
                </a:lnTo>
                <a:lnTo>
                  <a:pt x="1600786" y="1064286"/>
                </a:lnTo>
                <a:lnTo>
                  <a:pt x="1600963" y="1064286"/>
                </a:lnTo>
                <a:lnTo>
                  <a:pt x="1601132" y="1064295"/>
                </a:lnTo>
                <a:lnTo>
                  <a:pt x="1601301" y="1064295"/>
                </a:lnTo>
                <a:lnTo>
                  <a:pt x="1601479" y="1064295"/>
                </a:lnTo>
                <a:lnTo>
                  <a:pt x="1601648" y="1064304"/>
                </a:lnTo>
                <a:lnTo>
                  <a:pt x="1601826" y="1064304"/>
                </a:lnTo>
                <a:lnTo>
                  <a:pt x="1601995" y="1064304"/>
                </a:lnTo>
                <a:lnTo>
                  <a:pt x="1602173" y="1064313"/>
                </a:lnTo>
                <a:lnTo>
                  <a:pt x="1602342" y="1064313"/>
                </a:lnTo>
                <a:lnTo>
                  <a:pt x="1602511" y="1064313"/>
                </a:lnTo>
                <a:lnTo>
                  <a:pt x="1602689" y="1064313"/>
                </a:lnTo>
                <a:lnTo>
                  <a:pt x="1602858" y="1064322"/>
                </a:lnTo>
                <a:lnTo>
                  <a:pt x="1603036" y="1064322"/>
                </a:lnTo>
                <a:lnTo>
                  <a:pt x="1603205" y="1064322"/>
                </a:lnTo>
                <a:lnTo>
                  <a:pt x="1603374" y="1064330"/>
                </a:lnTo>
                <a:lnTo>
                  <a:pt x="1603552" y="1064330"/>
                </a:lnTo>
                <a:lnTo>
                  <a:pt x="1603721" y="1064330"/>
                </a:lnTo>
                <a:lnTo>
                  <a:pt x="1603899" y="1064339"/>
                </a:lnTo>
                <a:lnTo>
                  <a:pt x="1604068" y="1064339"/>
                </a:lnTo>
                <a:lnTo>
                  <a:pt x="1604246" y="1064339"/>
                </a:lnTo>
                <a:lnTo>
                  <a:pt x="1604415" y="1064348"/>
                </a:lnTo>
                <a:lnTo>
                  <a:pt x="1604584" y="1064348"/>
                </a:lnTo>
                <a:lnTo>
                  <a:pt x="1604762" y="1064348"/>
                </a:lnTo>
                <a:lnTo>
                  <a:pt x="1604931" y="1064357"/>
                </a:lnTo>
                <a:lnTo>
                  <a:pt x="1605109" y="1064357"/>
                </a:lnTo>
                <a:lnTo>
                  <a:pt x="1605278" y="1064357"/>
                </a:lnTo>
                <a:lnTo>
                  <a:pt x="1605456" y="1064357"/>
                </a:lnTo>
                <a:lnTo>
                  <a:pt x="1605625" y="1064366"/>
                </a:lnTo>
                <a:lnTo>
                  <a:pt x="1605794" y="1064366"/>
                </a:lnTo>
                <a:lnTo>
                  <a:pt x="1605972" y="1064366"/>
                </a:lnTo>
                <a:lnTo>
                  <a:pt x="1606141" y="1064375"/>
                </a:lnTo>
                <a:lnTo>
                  <a:pt x="1606319" y="1064375"/>
                </a:lnTo>
                <a:lnTo>
                  <a:pt x="1606488" y="1064375"/>
                </a:lnTo>
                <a:lnTo>
                  <a:pt x="1606666" y="1064384"/>
                </a:lnTo>
                <a:lnTo>
                  <a:pt x="1606835" y="1064384"/>
                </a:lnTo>
                <a:lnTo>
                  <a:pt x="1607004" y="1064384"/>
                </a:lnTo>
                <a:lnTo>
                  <a:pt x="1607182" y="1064384"/>
                </a:lnTo>
                <a:lnTo>
                  <a:pt x="1607351" y="1064393"/>
                </a:lnTo>
                <a:lnTo>
                  <a:pt x="1607529" y="1064393"/>
                </a:lnTo>
                <a:lnTo>
                  <a:pt x="1607698" y="1064393"/>
                </a:lnTo>
                <a:lnTo>
                  <a:pt x="1607876" y="1064402"/>
                </a:lnTo>
                <a:lnTo>
                  <a:pt x="1608045" y="1064402"/>
                </a:lnTo>
                <a:lnTo>
                  <a:pt x="1608214" y="1064402"/>
                </a:lnTo>
                <a:lnTo>
                  <a:pt x="1608392" y="1064402"/>
                </a:lnTo>
                <a:lnTo>
                  <a:pt x="1608561" y="1064410"/>
                </a:lnTo>
                <a:lnTo>
                  <a:pt x="1608739" y="1064410"/>
                </a:lnTo>
                <a:lnTo>
                  <a:pt x="1608908" y="1064410"/>
                </a:lnTo>
                <a:lnTo>
                  <a:pt x="1609086" y="1064419"/>
                </a:lnTo>
                <a:lnTo>
                  <a:pt x="1609255" y="1064419"/>
                </a:lnTo>
                <a:lnTo>
                  <a:pt x="1609424" y="1064419"/>
                </a:lnTo>
                <a:lnTo>
                  <a:pt x="1609602" y="1064419"/>
                </a:lnTo>
                <a:lnTo>
                  <a:pt x="1609771" y="1064428"/>
                </a:lnTo>
                <a:lnTo>
                  <a:pt x="1609949" y="1064428"/>
                </a:lnTo>
                <a:lnTo>
                  <a:pt x="1610118" y="1064428"/>
                </a:lnTo>
                <a:lnTo>
                  <a:pt x="1610296" y="1064437"/>
                </a:lnTo>
                <a:lnTo>
                  <a:pt x="1610465" y="1064437"/>
                </a:lnTo>
                <a:lnTo>
                  <a:pt x="1610634" y="1064437"/>
                </a:lnTo>
                <a:lnTo>
                  <a:pt x="1610812" y="1064437"/>
                </a:lnTo>
                <a:lnTo>
                  <a:pt x="1610981" y="1064446"/>
                </a:lnTo>
                <a:lnTo>
                  <a:pt x="1611159" y="1064446"/>
                </a:lnTo>
                <a:lnTo>
                  <a:pt x="1611328" y="1064446"/>
                </a:lnTo>
                <a:lnTo>
                  <a:pt x="1611506" y="1064455"/>
                </a:lnTo>
                <a:lnTo>
                  <a:pt x="1611675" y="1064455"/>
                </a:lnTo>
                <a:lnTo>
                  <a:pt x="1611844" y="1064455"/>
                </a:lnTo>
                <a:lnTo>
                  <a:pt x="1612022" y="1064455"/>
                </a:lnTo>
                <a:lnTo>
                  <a:pt x="1612191" y="1064464"/>
                </a:lnTo>
                <a:lnTo>
                  <a:pt x="1612369" y="1064464"/>
                </a:lnTo>
                <a:lnTo>
                  <a:pt x="1612538" y="1064464"/>
                </a:lnTo>
                <a:lnTo>
                  <a:pt x="1612716" y="1064464"/>
                </a:lnTo>
                <a:lnTo>
                  <a:pt x="1612885" y="1064473"/>
                </a:lnTo>
                <a:lnTo>
                  <a:pt x="1613054" y="1064473"/>
                </a:lnTo>
                <a:lnTo>
                  <a:pt x="1613232" y="1064473"/>
                </a:lnTo>
                <a:lnTo>
                  <a:pt x="1613401" y="1064482"/>
                </a:lnTo>
                <a:lnTo>
                  <a:pt x="1613579" y="1064482"/>
                </a:lnTo>
                <a:lnTo>
                  <a:pt x="1613748" y="1064482"/>
                </a:lnTo>
                <a:lnTo>
                  <a:pt x="1613926" y="1064482"/>
                </a:lnTo>
                <a:lnTo>
                  <a:pt x="1614095" y="1064491"/>
                </a:lnTo>
                <a:lnTo>
                  <a:pt x="1614264" y="1064491"/>
                </a:lnTo>
                <a:lnTo>
                  <a:pt x="1614441" y="1064491"/>
                </a:lnTo>
                <a:lnTo>
                  <a:pt x="1614611" y="1064491"/>
                </a:lnTo>
                <a:lnTo>
                  <a:pt x="1614789" y="1064499"/>
                </a:lnTo>
                <a:lnTo>
                  <a:pt x="1614957" y="1064499"/>
                </a:lnTo>
                <a:lnTo>
                  <a:pt x="1615135" y="1064499"/>
                </a:lnTo>
                <a:lnTo>
                  <a:pt x="1615305" y="1064499"/>
                </a:lnTo>
                <a:lnTo>
                  <a:pt x="1615474" y="1064508"/>
                </a:lnTo>
                <a:lnTo>
                  <a:pt x="1615651" y="1064508"/>
                </a:lnTo>
                <a:lnTo>
                  <a:pt x="1615820" y="1064508"/>
                </a:lnTo>
                <a:lnTo>
                  <a:pt x="1615998" y="1064508"/>
                </a:lnTo>
                <a:lnTo>
                  <a:pt x="1616168" y="1064517"/>
                </a:lnTo>
                <a:lnTo>
                  <a:pt x="1616345" y="1064517"/>
                </a:lnTo>
                <a:lnTo>
                  <a:pt x="1616514" y="1064517"/>
                </a:lnTo>
                <a:lnTo>
                  <a:pt x="1616683" y="1064517"/>
                </a:lnTo>
                <a:lnTo>
                  <a:pt x="1616861" y="1064526"/>
                </a:lnTo>
                <a:lnTo>
                  <a:pt x="1617030" y="1064526"/>
                </a:lnTo>
                <a:lnTo>
                  <a:pt x="1617208" y="1064526"/>
                </a:lnTo>
                <a:lnTo>
                  <a:pt x="1617377" y="1064526"/>
                </a:lnTo>
                <a:lnTo>
                  <a:pt x="1617555" y="1064535"/>
                </a:lnTo>
                <a:lnTo>
                  <a:pt x="1617724" y="1064535"/>
                </a:lnTo>
                <a:lnTo>
                  <a:pt x="1617893" y="1064535"/>
                </a:lnTo>
                <a:lnTo>
                  <a:pt x="1618071" y="1064535"/>
                </a:lnTo>
                <a:lnTo>
                  <a:pt x="1618240" y="1064544"/>
                </a:lnTo>
                <a:lnTo>
                  <a:pt x="1618418" y="1064544"/>
                </a:lnTo>
                <a:lnTo>
                  <a:pt x="1618587" y="1064544"/>
                </a:lnTo>
                <a:lnTo>
                  <a:pt x="1618765" y="1064544"/>
                </a:lnTo>
                <a:lnTo>
                  <a:pt x="1618934" y="1064553"/>
                </a:lnTo>
                <a:lnTo>
                  <a:pt x="1619103" y="1064553"/>
                </a:lnTo>
                <a:lnTo>
                  <a:pt x="1619281" y="1064553"/>
                </a:lnTo>
                <a:lnTo>
                  <a:pt x="1619450" y="1064553"/>
                </a:lnTo>
                <a:lnTo>
                  <a:pt x="1619628" y="1064562"/>
                </a:lnTo>
                <a:lnTo>
                  <a:pt x="1619797" y="1064562"/>
                </a:lnTo>
                <a:lnTo>
                  <a:pt x="1619975" y="1064562"/>
                </a:lnTo>
                <a:lnTo>
                  <a:pt x="1620144" y="1064562"/>
                </a:lnTo>
                <a:lnTo>
                  <a:pt x="1620313" y="1064571"/>
                </a:lnTo>
                <a:lnTo>
                  <a:pt x="1620491" y="1064571"/>
                </a:lnTo>
                <a:lnTo>
                  <a:pt x="1620660" y="1064571"/>
                </a:lnTo>
                <a:lnTo>
                  <a:pt x="1620838" y="1064571"/>
                </a:lnTo>
                <a:lnTo>
                  <a:pt x="1621007" y="1064580"/>
                </a:lnTo>
                <a:lnTo>
                  <a:pt x="1621185" y="1064580"/>
                </a:lnTo>
                <a:lnTo>
                  <a:pt x="1621354" y="1064580"/>
                </a:lnTo>
                <a:lnTo>
                  <a:pt x="1621523" y="1064580"/>
                </a:lnTo>
                <a:lnTo>
                  <a:pt x="1621701" y="1064588"/>
                </a:lnTo>
                <a:lnTo>
                  <a:pt x="1621870" y="1064588"/>
                </a:lnTo>
                <a:lnTo>
                  <a:pt x="1622048" y="1064588"/>
                </a:lnTo>
                <a:lnTo>
                  <a:pt x="1622217" y="1064588"/>
                </a:lnTo>
                <a:lnTo>
                  <a:pt x="1622386" y="1064588"/>
                </a:lnTo>
                <a:lnTo>
                  <a:pt x="1622564" y="1064597"/>
                </a:lnTo>
                <a:lnTo>
                  <a:pt x="1622733" y="1064597"/>
                </a:lnTo>
                <a:lnTo>
                  <a:pt x="1622911" y="1064597"/>
                </a:lnTo>
                <a:lnTo>
                  <a:pt x="1623080" y="1064597"/>
                </a:lnTo>
                <a:lnTo>
                  <a:pt x="1623258" y="1064606"/>
                </a:lnTo>
                <a:lnTo>
                  <a:pt x="1623427" y="1064606"/>
                </a:lnTo>
                <a:lnTo>
                  <a:pt x="1623596" y="1064606"/>
                </a:lnTo>
                <a:lnTo>
                  <a:pt x="1623774" y="1064606"/>
                </a:lnTo>
                <a:lnTo>
                  <a:pt x="1623943" y="1064615"/>
                </a:lnTo>
                <a:lnTo>
                  <a:pt x="1624121" y="1064615"/>
                </a:lnTo>
                <a:lnTo>
                  <a:pt x="1624290" y="1064615"/>
                </a:lnTo>
                <a:lnTo>
                  <a:pt x="1624468" y="1064615"/>
                </a:lnTo>
                <a:lnTo>
                  <a:pt x="1624637" y="1064615"/>
                </a:lnTo>
                <a:lnTo>
                  <a:pt x="1624806" y="1064624"/>
                </a:lnTo>
                <a:lnTo>
                  <a:pt x="1624984" y="1064624"/>
                </a:lnTo>
                <a:lnTo>
                  <a:pt x="1625153" y="1064624"/>
                </a:lnTo>
                <a:lnTo>
                  <a:pt x="1625331" y="1064624"/>
                </a:lnTo>
                <a:lnTo>
                  <a:pt x="1625500" y="1064633"/>
                </a:lnTo>
                <a:lnTo>
                  <a:pt x="1625678" y="1064633"/>
                </a:lnTo>
                <a:lnTo>
                  <a:pt x="1625847" y="1064633"/>
                </a:lnTo>
                <a:lnTo>
                  <a:pt x="1626016" y="1064633"/>
                </a:lnTo>
                <a:lnTo>
                  <a:pt x="1626194" y="1064633"/>
                </a:lnTo>
                <a:lnTo>
                  <a:pt x="1626363" y="1064642"/>
                </a:lnTo>
                <a:lnTo>
                  <a:pt x="1626541" y="1064642"/>
                </a:lnTo>
                <a:lnTo>
                  <a:pt x="1626710" y="1064642"/>
                </a:lnTo>
                <a:lnTo>
                  <a:pt x="1626888" y="1064642"/>
                </a:lnTo>
                <a:lnTo>
                  <a:pt x="1627057" y="1064642"/>
                </a:lnTo>
                <a:lnTo>
                  <a:pt x="1627226" y="1064651"/>
                </a:lnTo>
                <a:lnTo>
                  <a:pt x="1627404" y="1064651"/>
                </a:lnTo>
                <a:lnTo>
                  <a:pt x="1627573" y="1064651"/>
                </a:lnTo>
                <a:lnTo>
                  <a:pt x="1627751" y="1064651"/>
                </a:lnTo>
                <a:lnTo>
                  <a:pt x="1627920" y="1064660"/>
                </a:lnTo>
                <a:lnTo>
                  <a:pt x="1628098" y="1064660"/>
                </a:lnTo>
                <a:lnTo>
                  <a:pt x="1628267" y="1064660"/>
                </a:lnTo>
                <a:lnTo>
                  <a:pt x="1628436" y="1064660"/>
                </a:lnTo>
                <a:lnTo>
                  <a:pt x="1628614" y="1064660"/>
                </a:lnTo>
                <a:lnTo>
                  <a:pt x="1628783" y="1064668"/>
                </a:lnTo>
                <a:lnTo>
                  <a:pt x="1628961" y="1064668"/>
                </a:lnTo>
                <a:lnTo>
                  <a:pt x="1629129" y="1064668"/>
                </a:lnTo>
                <a:lnTo>
                  <a:pt x="1629308" y="1064668"/>
                </a:lnTo>
                <a:lnTo>
                  <a:pt x="1629477" y="1064668"/>
                </a:lnTo>
                <a:lnTo>
                  <a:pt x="1629646" y="1064677"/>
                </a:lnTo>
                <a:lnTo>
                  <a:pt x="1629823" y="1064677"/>
                </a:lnTo>
                <a:lnTo>
                  <a:pt x="1629992" y="1064677"/>
                </a:lnTo>
                <a:lnTo>
                  <a:pt x="1630171" y="1064677"/>
                </a:lnTo>
                <a:lnTo>
                  <a:pt x="1630339" y="1064677"/>
                </a:lnTo>
                <a:lnTo>
                  <a:pt x="1630517" y="1064686"/>
                </a:lnTo>
                <a:lnTo>
                  <a:pt x="1630686" y="1064686"/>
                </a:lnTo>
                <a:lnTo>
                  <a:pt x="1630856" y="1064686"/>
                </a:lnTo>
                <a:lnTo>
                  <a:pt x="1631033" y="1064686"/>
                </a:lnTo>
                <a:lnTo>
                  <a:pt x="1631202" y="1064686"/>
                </a:lnTo>
                <a:lnTo>
                  <a:pt x="1631380" y="1064695"/>
                </a:lnTo>
                <a:lnTo>
                  <a:pt x="1631549" y="1064695"/>
                </a:lnTo>
                <a:lnTo>
                  <a:pt x="1631727" y="1064695"/>
                </a:lnTo>
                <a:lnTo>
                  <a:pt x="1631896" y="1064695"/>
                </a:lnTo>
                <a:lnTo>
                  <a:pt x="1632065" y="1064695"/>
                </a:lnTo>
                <a:lnTo>
                  <a:pt x="1632243" y="1064704"/>
                </a:lnTo>
                <a:lnTo>
                  <a:pt x="1632412" y="1064704"/>
                </a:lnTo>
                <a:lnTo>
                  <a:pt x="1632590" y="1064704"/>
                </a:lnTo>
                <a:lnTo>
                  <a:pt x="1632759" y="1064704"/>
                </a:lnTo>
                <a:lnTo>
                  <a:pt x="1632937" y="1064704"/>
                </a:lnTo>
                <a:lnTo>
                  <a:pt x="1633106" y="1064713"/>
                </a:lnTo>
                <a:lnTo>
                  <a:pt x="1633275" y="1064713"/>
                </a:lnTo>
                <a:lnTo>
                  <a:pt x="1633453" y="1064713"/>
                </a:lnTo>
                <a:lnTo>
                  <a:pt x="1633622" y="1064713"/>
                </a:lnTo>
                <a:lnTo>
                  <a:pt x="1633800" y="1064713"/>
                </a:lnTo>
                <a:lnTo>
                  <a:pt x="1633969" y="1064722"/>
                </a:lnTo>
                <a:lnTo>
                  <a:pt x="1634147" y="1064722"/>
                </a:lnTo>
                <a:lnTo>
                  <a:pt x="1634316" y="1064722"/>
                </a:lnTo>
                <a:lnTo>
                  <a:pt x="1634485" y="1064722"/>
                </a:lnTo>
                <a:lnTo>
                  <a:pt x="1634663" y="1064722"/>
                </a:lnTo>
                <a:lnTo>
                  <a:pt x="1634832" y="1064731"/>
                </a:lnTo>
                <a:lnTo>
                  <a:pt x="1635010" y="1064731"/>
                </a:lnTo>
                <a:lnTo>
                  <a:pt x="1635179" y="1064731"/>
                </a:lnTo>
                <a:lnTo>
                  <a:pt x="1635357" y="1064731"/>
                </a:lnTo>
                <a:lnTo>
                  <a:pt x="1635526" y="1064731"/>
                </a:lnTo>
                <a:lnTo>
                  <a:pt x="1635695" y="1064731"/>
                </a:lnTo>
                <a:lnTo>
                  <a:pt x="1635873" y="1064740"/>
                </a:lnTo>
                <a:lnTo>
                  <a:pt x="1636042" y="1064740"/>
                </a:lnTo>
                <a:lnTo>
                  <a:pt x="1636220" y="1064740"/>
                </a:lnTo>
                <a:lnTo>
                  <a:pt x="1636389" y="1064740"/>
                </a:lnTo>
                <a:lnTo>
                  <a:pt x="1636567" y="1064740"/>
                </a:lnTo>
                <a:lnTo>
                  <a:pt x="1636736" y="1064749"/>
                </a:lnTo>
                <a:lnTo>
                  <a:pt x="1636905" y="1064749"/>
                </a:lnTo>
                <a:lnTo>
                  <a:pt x="1637083" y="1064749"/>
                </a:lnTo>
                <a:lnTo>
                  <a:pt x="1637252" y="1064749"/>
                </a:lnTo>
                <a:lnTo>
                  <a:pt x="1637430" y="1064749"/>
                </a:lnTo>
                <a:lnTo>
                  <a:pt x="1637599" y="1064749"/>
                </a:lnTo>
                <a:lnTo>
                  <a:pt x="1637777" y="1064757"/>
                </a:lnTo>
                <a:lnTo>
                  <a:pt x="1637946" y="1064757"/>
                </a:lnTo>
                <a:lnTo>
                  <a:pt x="1638115" y="1064757"/>
                </a:lnTo>
                <a:lnTo>
                  <a:pt x="1638293" y="1064757"/>
                </a:lnTo>
                <a:lnTo>
                  <a:pt x="1638462" y="1064757"/>
                </a:lnTo>
                <a:lnTo>
                  <a:pt x="1638640" y="1064766"/>
                </a:lnTo>
                <a:lnTo>
                  <a:pt x="1638809" y="1064766"/>
                </a:lnTo>
                <a:lnTo>
                  <a:pt x="1638987" y="1064766"/>
                </a:lnTo>
                <a:lnTo>
                  <a:pt x="1639156" y="1064766"/>
                </a:lnTo>
                <a:lnTo>
                  <a:pt x="1639325" y="1064766"/>
                </a:lnTo>
                <a:lnTo>
                  <a:pt x="1639503" y="1064766"/>
                </a:lnTo>
                <a:lnTo>
                  <a:pt x="1639672" y="1064775"/>
                </a:lnTo>
                <a:lnTo>
                  <a:pt x="1639850" y="1064775"/>
                </a:lnTo>
                <a:lnTo>
                  <a:pt x="1640019" y="1064775"/>
                </a:lnTo>
                <a:lnTo>
                  <a:pt x="1640197" y="1064775"/>
                </a:lnTo>
                <a:lnTo>
                  <a:pt x="1640366" y="1064775"/>
                </a:lnTo>
                <a:lnTo>
                  <a:pt x="1640535" y="1064775"/>
                </a:lnTo>
                <a:lnTo>
                  <a:pt x="1640713" y="1064784"/>
                </a:lnTo>
                <a:lnTo>
                  <a:pt x="1640882" y="1064784"/>
                </a:lnTo>
                <a:lnTo>
                  <a:pt x="1641060" y="1064784"/>
                </a:lnTo>
                <a:lnTo>
                  <a:pt x="1641229" y="1064784"/>
                </a:lnTo>
                <a:lnTo>
                  <a:pt x="1641407" y="1064784"/>
                </a:lnTo>
                <a:lnTo>
                  <a:pt x="1641576" y="1064784"/>
                </a:lnTo>
                <a:lnTo>
                  <a:pt x="1641745" y="1064793"/>
                </a:lnTo>
                <a:lnTo>
                  <a:pt x="1641923" y="1064793"/>
                </a:lnTo>
                <a:lnTo>
                  <a:pt x="1642092" y="1064793"/>
                </a:lnTo>
                <a:lnTo>
                  <a:pt x="1642270" y="1064793"/>
                </a:lnTo>
                <a:lnTo>
                  <a:pt x="1642439" y="1064793"/>
                </a:lnTo>
                <a:lnTo>
                  <a:pt x="1642608" y="1064793"/>
                </a:lnTo>
                <a:lnTo>
                  <a:pt x="1642786" y="1064802"/>
                </a:lnTo>
                <a:lnTo>
                  <a:pt x="1642955" y="1064802"/>
                </a:lnTo>
                <a:lnTo>
                  <a:pt x="1643132" y="1064802"/>
                </a:lnTo>
                <a:lnTo>
                  <a:pt x="1643302" y="1064802"/>
                </a:lnTo>
                <a:lnTo>
                  <a:pt x="1643480" y="1064802"/>
                </a:lnTo>
                <a:lnTo>
                  <a:pt x="1643649" y="1064802"/>
                </a:lnTo>
                <a:lnTo>
                  <a:pt x="1643818" y="1064811"/>
                </a:lnTo>
                <a:lnTo>
                  <a:pt x="1643996" y="1064811"/>
                </a:lnTo>
                <a:lnTo>
                  <a:pt x="1644165" y="1064811"/>
                </a:lnTo>
                <a:lnTo>
                  <a:pt x="1644342" y="1064811"/>
                </a:lnTo>
                <a:lnTo>
                  <a:pt x="1644511" y="1064811"/>
                </a:lnTo>
                <a:lnTo>
                  <a:pt x="1644689" y="1064811"/>
                </a:lnTo>
                <a:lnTo>
                  <a:pt x="1644859" y="1064820"/>
                </a:lnTo>
                <a:lnTo>
                  <a:pt x="1645028" y="1064820"/>
                </a:lnTo>
                <a:lnTo>
                  <a:pt x="1645205" y="1064820"/>
                </a:lnTo>
                <a:lnTo>
                  <a:pt x="1645374" y="1064820"/>
                </a:lnTo>
                <a:lnTo>
                  <a:pt x="1645553" y="1064820"/>
                </a:lnTo>
                <a:lnTo>
                  <a:pt x="1645721" y="1064820"/>
                </a:lnTo>
                <a:lnTo>
                  <a:pt x="1645899" y="1064829"/>
                </a:lnTo>
                <a:lnTo>
                  <a:pt x="1646068" y="1064829"/>
                </a:lnTo>
                <a:lnTo>
                  <a:pt x="1646237" y="1064829"/>
                </a:lnTo>
                <a:lnTo>
                  <a:pt x="1646415" y="1064829"/>
                </a:lnTo>
                <a:lnTo>
                  <a:pt x="1646584" y="1064829"/>
                </a:lnTo>
                <a:lnTo>
                  <a:pt x="1646762" y="1064829"/>
                </a:lnTo>
                <a:lnTo>
                  <a:pt x="1646931" y="1064829"/>
                </a:lnTo>
                <a:lnTo>
                  <a:pt x="1647109" y="1064837"/>
                </a:lnTo>
                <a:lnTo>
                  <a:pt x="1647278" y="1064837"/>
                </a:lnTo>
                <a:lnTo>
                  <a:pt x="1647447" y="1064837"/>
                </a:lnTo>
                <a:lnTo>
                  <a:pt x="1647625" y="1064837"/>
                </a:lnTo>
                <a:lnTo>
                  <a:pt x="1647794" y="1064837"/>
                </a:lnTo>
                <a:lnTo>
                  <a:pt x="1647972" y="1064837"/>
                </a:lnTo>
                <a:lnTo>
                  <a:pt x="1648141" y="1064846"/>
                </a:lnTo>
                <a:lnTo>
                  <a:pt x="1648319" y="1064846"/>
                </a:lnTo>
                <a:lnTo>
                  <a:pt x="1648488" y="1064846"/>
                </a:lnTo>
                <a:lnTo>
                  <a:pt x="1648657" y="1064846"/>
                </a:lnTo>
                <a:lnTo>
                  <a:pt x="1648835" y="1064846"/>
                </a:lnTo>
                <a:lnTo>
                  <a:pt x="1649004" y="1064846"/>
                </a:lnTo>
                <a:lnTo>
                  <a:pt x="1649182" y="1064846"/>
                </a:lnTo>
                <a:lnTo>
                  <a:pt x="1649351" y="1064855"/>
                </a:lnTo>
                <a:lnTo>
                  <a:pt x="1649529" y="1064855"/>
                </a:lnTo>
                <a:lnTo>
                  <a:pt x="1649698" y="1064855"/>
                </a:lnTo>
                <a:lnTo>
                  <a:pt x="1649867" y="1064855"/>
                </a:lnTo>
                <a:lnTo>
                  <a:pt x="1650045" y="1064855"/>
                </a:lnTo>
                <a:lnTo>
                  <a:pt x="1650214" y="1064855"/>
                </a:lnTo>
                <a:lnTo>
                  <a:pt x="1650392" y="1064855"/>
                </a:lnTo>
                <a:lnTo>
                  <a:pt x="1650561" y="1064864"/>
                </a:lnTo>
                <a:lnTo>
                  <a:pt x="1650739" y="1064864"/>
                </a:lnTo>
                <a:lnTo>
                  <a:pt x="1650908" y="1064864"/>
                </a:lnTo>
                <a:lnTo>
                  <a:pt x="1651077" y="1064864"/>
                </a:lnTo>
                <a:lnTo>
                  <a:pt x="1651255" y="1064864"/>
                </a:lnTo>
                <a:lnTo>
                  <a:pt x="1651424" y="1064864"/>
                </a:lnTo>
                <a:lnTo>
                  <a:pt x="1651602" y="1064864"/>
                </a:lnTo>
                <a:lnTo>
                  <a:pt x="1651771" y="1064873"/>
                </a:lnTo>
                <a:lnTo>
                  <a:pt x="1651949" y="1064873"/>
                </a:lnTo>
                <a:lnTo>
                  <a:pt x="1652118" y="1064873"/>
                </a:lnTo>
                <a:lnTo>
                  <a:pt x="1652287" y="1064873"/>
                </a:lnTo>
                <a:lnTo>
                  <a:pt x="1652465" y="1064873"/>
                </a:lnTo>
                <a:lnTo>
                  <a:pt x="1652634" y="1064873"/>
                </a:lnTo>
                <a:lnTo>
                  <a:pt x="1652812" y="1064873"/>
                </a:lnTo>
                <a:lnTo>
                  <a:pt x="1652981" y="1064882"/>
                </a:lnTo>
                <a:lnTo>
                  <a:pt x="1653159" y="1064882"/>
                </a:lnTo>
                <a:lnTo>
                  <a:pt x="1653328" y="1064882"/>
                </a:lnTo>
                <a:lnTo>
                  <a:pt x="1653497" y="1064882"/>
                </a:lnTo>
                <a:lnTo>
                  <a:pt x="1653675" y="1064882"/>
                </a:lnTo>
                <a:lnTo>
                  <a:pt x="1653844" y="1064882"/>
                </a:lnTo>
                <a:lnTo>
                  <a:pt x="1654022" y="1064882"/>
                </a:lnTo>
                <a:lnTo>
                  <a:pt x="1654191" y="1064891"/>
                </a:lnTo>
                <a:lnTo>
                  <a:pt x="1654369" y="1064891"/>
                </a:lnTo>
                <a:lnTo>
                  <a:pt x="1654538" y="1064891"/>
                </a:lnTo>
                <a:lnTo>
                  <a:pt x="1654707" y="1064891"/>
                </a:lnTo>
                <a:lnTo>
                  <a:pt x="1654885" y="1064891"/>
                </a:lnTo>
                <a:lnTo>
                  <a:pt x="1655054" y="1064891"/>
                </a:lnTo>
                <a:lnTo>
                  <a:pt x="1655232" y="1064891"/>
                </a:lnTo>
                <a:lnTo>
                  <a:pt x="1655401" y="1064900"/>
                </a:lnTo>
                <a:lnTo>
                  <a:pt x="1655579" y="1064900"/>
                </a:lnTo>
                <a:lnTo>
                  <a:pt x="1655748" y="1064900"/>
                </a:lnTo>
                <a:lnTo>
                  <a:pt x="1655917" y="1064900"/>
                </a:lnTo>
                <a:lnTo>
                  <a:pt x="1656095" y="1064900"/>
                </a:lnTo>
                <a:lnTo>
                  <a:pt x="1656264" y="1064900"/>
                </a:lnTo>
                <a:lnTo>
                  <a:pt x="1656442" y="1064900"/>
                </a:lnTo>
                <a:lnTo>
                  <a:pt x="1656611" y="1064900"/>
                </a:lnTo>
                <a:lnTo>
                  <a:pt x="1656789" y="1064909"/>
                </a:lnTo>
                <a:lnTo>
                  <a:pt x="1656958" y="1064909"/>
                </a:lnTo>
                <a:lnTo>
                  <a:pt x="1657127" y="1064909"/>
                </a:lnTo>
                <a:lnTo>
                  <a:pt x="1657305" y="1064909"/>
                </a:lnTo>
                <a:lnTo>
                  <a:pt x="1657474" y="1064909"/>
                </a:lnTo>
                <a:lnTo>
                  <a:pt x="1657652" y="1064909"/>
                </a:lnTo>
                <a:lnTo>
                  <a:pt x="1657821" y="1064909"/>
                </a:lnTo>
                <a:lnTo>
                  <a:pt x="1657999" y="1064909"/>
                </a:lnTo>
                <a:lnTo>
                  <a:pt x="1658168" y="1064918"/>
                </a:lnTo>
                <a:lnTo>
                  <a:pt x="1658337" y="1064918"/>
                </a:lnTo>
                <a:lnTo>
                  <a:pt x="1658514" y="1064918"/>
                </a:lnTo>
                <a:lnTo>
                  <a:pt x="1658683" y="1064918"/>
                </a:lnTo>
                <a:lnTo>
                  <a:pt x="1658862" y="1064918"/>
                </a:lnTo>
                <a:lnTo>
                  <a:pt x="1659031" y="1064918"/>
                </a:lnTo>
                <a:lnTo>
                  <a:pt x="1659208" y="1064918"/>
                </a:lnTo>
                <a:lnTo>
                  <a:pt x="1659377" y="1064918"/>
                </a:lnTo>
                <a:lnTo>
                  <a:pt x="1659547" y="1064927"/>
                </a:lnTo>
                <a:lnTo>
                  <a:pt x="1659724" y="1064927"/>
                </a:lnTo>
                <a:lnTo>
                  <a:pt x="1659893" y="1064927"/>
                </a:lnTo>
                <a:lnTo>
                  <a:pt x="1660071" y="1064927"/>
                </a:lnTo>
                <a:lnTo>
                  <a:pt x="1660240" y="1064927"/>
                </a:lnTo>
                <a:lnTo>
                  <a:pt x="1660418" y="1064927"/>
                </a:lnTo>
                <a:lnTo>
                  <a:pt x="1660587" y="1064927"/>
                </a:lnTo>
                <a:lnTo>
                  <a:pt x="1660756" y="1064927"/>
                </a:lnTo>
                <a:lnTo>
                  <a:pt x="1660934" y="1064935"/>
                </a:lnTo>
                <a:lnTo>
                  <a:pt x="1661103" y="1064935"/>
                </a:lnTo>
                <a:lnTo>
                  <a:pt x="1661281" y="1064935"/>
                </a:lnTo>
                <a:lnTo>
                  <a:pt x="1661450" y="1064935"/>
                </a:lnTo>
                <a:lnTo>
                  <a:pt x="1661619" y="1064935"/>
                </a:lnTo>
                <a:lnTo>
                  <a:pt x="1661797" y="1064935"/>
                </a:lnTo>
                <a:lnTo>
                  <a:pt x="1661966" y="1064935"/>
                </a:lnTo>
                <a:lnTo>
                  <a:pt x="1662144" y="1064935"/>
                </a:lnTo>
                <a:lnTo>
                  <a:pt x="1662313" y="1064944"/>
                </a:lnTo>
                <a:lnTo>
                  <a:pt x="1662491" y="1064944"/>
                </a:lnTo>
                <a:lnTo>
                  <a:pt x="1662660" y="1064944"/>
                </a:lnTo>
                <a:lnTo>
                  <a:pt x="1662829" y="1064944"/>
                </a:lnTo>
                <a:lnTo>
                  <a:pt x="1663007" y="1064944"/>
                </a:lnTo>
                <a:lnTo>
                  <a:pt x="1663176" y="1064944"/>
                </a:lnTo>
                <a:lnTo>
                  <a:pt x="1663354" y="1064944"/>
                </a:lnTo>
                <a:lnTo>
                  <a:pt x="1663523" y="1064944"/>
                </a:lnTo>
                <a:lnTo>
                  <a:pt x="1663701" y="1064944"/>
                </a:lnTo>
                <a:lnTo>
                  <a:pt x="1663870" y="1064953"/>
                </a:lnTo>
                <a:lnTo>
                  <a:pt x="1664039" y="1064953"/>
                </a:lnTo>
                <a:lnTo>
                  <a:pt x="1664217" y="1064953"/>
                </a:lnTo>
                <a:lnTo>
                  <a:pt x="1664386" y="1064953"/>
                </a:lnTo>
                <a:lnTo>
                  <a:pt x="1664564" y="1064953"/>
                </a:lnTo>
                <a:lnTo>
                  <a:pt x="1664733" y="1064953"/>
                </a:lnTo>
                <a:lnTo>
                  <a:pt x="1664911" y="1064953"/>
                </a:lnTo>
                <a:lnTo>
                  <a:pt x="1665080" y="1064953"/>
                </a:lnTo>
                <a:lnTo>
                  <a:pt x="1665249" y="1064962"/>
                </a:lnTo>
                <a:lnTo>
                  <a:pt x="1665427" y="1064962"/>
                </a:lnTo>
                <a:lnTo>
                  <a:pt x="1665596" y="1064962"/>
                </a:lnTo>
                <a:lnTo>
                  <a:pt x="1665774" y="1064962"/>
                </a:lnTo>
                <a:lnTo>
                  <a:pt x="1665943" y="1064962"/>
                </a:lnTo>
                <a:lnTo>
                  <a:pt x="1666121" y="1064962"/>
                </a:lnTo>
                <a:lnTo>
                  <a:pt x="1666290" y="1064962"/>
                </a:lnTo>
                <a:lnTo>
                  <a:pt x="1666459" y="1064962"/>
                </a:lnTo>
                <a:lnTo>
                  <a:pt x="1666637" y="1064962"/>
                </a:lnTo>
                <a:lnTo>
                  <a:pt x="1666806" y="1064971"/>
                </a:lnTo>
                <a:lnTo>
                  <a:pt x="1666984" y="1064971"/>
                </a:lnTo>
                <a:lnTo>
                  <a:pt x="1667153" y="1064971"/>
                </a:lnTo>
                <a:lnTo>
                  <a:pt x="1667331" y="1064971"/>
                </a:lnTo>
                <a:lnTo>
                  <a:pt x="1667500" y="1064971"/>
                </a:lnTo>
                <a:lnTo>
                  <a:pt x="1667669" y="1064971"/>
                </a:lnTo>
                <a:lnTo>
                  <a:pt x="1667847" y="1064971"/>
                </a:lnTo>
                <a:lnTo>
                  <a:pt x="1668016" y="1064971"/>
                </a:lnTo>
                <a:lnTo>
                  <a:pt x="1668194" y="1064971"/>
                </a:lnTo>
                <a:lnTo>
                  <a:pt x="1668363" y="1064980"/>
                </a:lnTo>
                <a:lnTo>
                  <a:pt x="1668541" y="1064980"/>
                </a:lnTo>
                <a:lnTo>
                  <a:pt x="1668710" y="1064980"/>
                </a:lnTo>
                <a:lnTo>
                  <a:pt x="1668879" y="1064980"/>
                </a:lnTo>
                <a:lnTo>
                  <a:pt x="1669057" y="1064980"/>
                </a:lnTo>
                <a:lnTo>
                  <a:pt x="1669226" y="1064980"/>
                </a:lnTo>
                <a:lnTo>
                  <a:pt x="1669404" y="1064980"/>
                </a:lnTo>
                <a:lnTo>
                  <a:pt x="1669573" y="1064980"/>
                </a:lnTo>
                <a:lnTo>
                  <a:pt x="1669751" y="1064980"/>
                </a:lnTo>
                <a:lnTo>
                  <a:pt x="1669920" y="1064980"/>
                </a:lnTo>
                <a:lnTo>
                  <a:pt x="1670089" y="1064989"/>
                </a:lnTo>
                <a:lnTo>
                  <a:pt x="1670267" y="1064989"/>
                </a:lnTo>
                <a:lnTo>
                  <a:pt x="1670436" y="1064989"/>
                </a:lnTo>
                <a:lnTo>
                  <a:pt x="1670614" y="1064989"/>
                </a:lnTo>
                <a:lnTo>
                  <a:pt x="1670783" y="1064989"/>
                </a:lnTo>
                <a:lnTo>
                  <a:pt x="1670961" y="1064989"/>
                </a:lnTo>
                <a:lnTo>
                  <a:pt x="1671130" y="1064989"/>
                </a:lnTo>
                <a:lnTo>
                  <a:pt x="1671299" y="1064989"/>
                </a:lnTo>
                <a:lnTo>
                  <a:pt x="1671477" y="1064989"/>
                </a:lnTo>
                <a:lnTo>
                  <a:pt x="1671646" y="1064989"/>
                </a:lnTo>
                <a:lnTo>
                  <a:pt x="1671824" y="1064998"/>
                </a:lnTo>
                <a:lnTo>
                  <a:pt x="1671993" y="1064998"/>
                </a:lnTo>
                <a:lnTo>
                  <a:pt x="1672171" y="1064998"/>
                </a:lnTo>
                <a:lnTo>
                  <a:pt x="1672340" y="1064998"/>
                </a:lnTo>
                <a:lnTo>
                  <a:pt x="1672509" y="1064998"/>
                </a:lnTo>
                <a:lnTo>
                  <a:pt x="1672687" y="1064998"/>
                </a:lnTo>
                <a:lnTo>
                  <a:pt x="1672856" y="1064998"/>
                </a:lnTo>
                <a:lnTo>
                  <a:pt x="1673034" y="1064998"/>
                </a:lnTo>
                <a:lnTo>
                  <a:pt x="1673203" y="1064998"/>
                </a:lnTo>
                <a:lnTo>
                  <a:pt x="1673380" y="1064998"/>
                </a:lnTo>
                <a:lnTo>
                  <a:pt x="1673550" y="1065007"/>
                </a:lnTo>
                <a:lnTo>
                  <a:pt x="1673719" y="1065007"/>
                </a:lnTo>
                <a:lnTo>
                  <a:pt x="1673896" y="1065007"/>
                </a:lnTo>
                <a:lnTo>
                  <a:pt x="1674065" y="1065007"/>
                </a:lnTo>
                <a:lnTo>
                  <a:pt x="1674244" y="1065007"/>
                </a:lnTo>
                <a:lnTo>
                  <a:pt x="1674413" y="1065007"/>
                </a:lnTo>
                <a:lnTo>
                  <a:pt x="1674590" y="1065007"/>
                </a:lnTo>
                <a:lnTo>
                  <a:pt x="1674759" y="1065007"/>
                </a:lnTo>
                <a:lnTo>
                  <a:pt x="1674928" y="1065007"/>
                </a:lnTo>
                <a:lnTo>
                  <a:pt x="1675106" y="1065007"/>
                </a:lnTo>
                <a:lnTo>
                  <a:pt x="1675275" y="1065015"/>
                </a:lnTo>
                <a:lnTo>
                  <a:pt x="1675453" y="1065015"/>
                </a:lnTo>
                <a:lnTo>
                  <a:pt x="1675622" y="1065015"/>
                </a:lnTo>
                <a:lnTo>
                  <a:pt x="1675800" y="1065015"/>
                </a:lnTo>
                <a:lnTo>
                  <a:pt x="1675969" y="1065015"/>
                </a:lnTo>
                <a:lnTo>
                  <a:pt x="1676138" y="1065015"/>
                </a:lnTo>
                <a:lnTo>
                  <a:pt x="1676316" y="1065015"/>
                </a:lnTo>
                <a:lnTo>
                  <a:pt x="1676485" y="1065015"/>
                </a:lnTo>
                <a:lnTo>
                  <a:pt x="1676663" y="1065015"/>
                </a:lnTo>
                <a:lnTo>
                  <a:pt x="1676832" y="1065015"/>
                </a:lnTo>
                <a:lnTo>
                  <a:pt x="1677010" y="1065015"/>
                </a:lnTo>
                <a:lnTo>
                  <a:pt x="1677179" y="1065024"/>
                </a:lnTo>
                <a:lnTo>
                  <a:pt x="1677348" y="1065024"/>
                </a:lnTo>
                <a:lnTo>
                  <a:pt x="1677526" y="1065024"/>
                </a:lnTo>
                <a:lnTo>
                  <a:pt x="1677695" y="1065024"/>
                </a:lnTo>
                <a:lnTo>
                  <a:pt x="1677873" y="1065024"/>
                </a:lnTo>
                <a:lnTo>
                  <a:pt x="1678042" y="1065024"/>
                </a:lnTo>
                <a:lnTo>
                  <a:pt x="1678220" y="1065024"/>
                </a:lnTo>
                <a:lnTo>
                  <a:pt x="1678389" y="1065024"/>
                </a:lnTo>
                <a:lnTo>
                  <a:pt x="1678558" y="1065024"/>
                </a:lnTo>
                <a:lnTo>
                  <a:pt x="1678736" y="1065024"/>
                </a:lnTo>
                <a:lnTo>
                  <a:pt x="1678905" y="1065024"/>
                </a:lnTo>
                <a:lnTo>
                  <a:pt x="1679083" y="1065033"/>
                </a:lnTo>
                <a:lnTo>
                  <a:pt x="1679252" y="1065033"/>
                </a:lnTo>
                <a:lnTo>
                  <a:pt x="1679430" y="1065033"/>
                </a:lnTo>
                <a:lnTo>
                  <a:pt x="1679599" y="1065033"/>
                </a:lnTo>
                <a:lnTo>
                  <a:pt x="1679768" y="1065033"/>
                </a:lnTo>
                <a:lnTo>
                  <a:pt x="1679946" y="1065033"/>
                </a:lnTo>
                <a:lnTo>
                  <a:pt x="1680115" y="1065033"/>
                </a:lnTo>
                <a:lnTo>
                  <a:pt x="1680293" y="1065033"/>
                </a:lnTo>
                <a:lnTo>
                  <a:pt x="1680462" y="1065033"/>
                </a:lnTo>
                <a:lnTo>
                  <a:pt x="1680631" y="1065033"/>
                </a:lnTo>
                <a:lnTo>
                  <a:pt x="1680809" y="1065033"/>
                </a:lnTo>
                <a:lnTo>
                  <a:pt x="1680978" y="1065042"/>
                </a:lnTo>
                <a:lnTo>
                  <a:pt x="1681156" y="1065042"/>
                </a:lnTo>
                <a:lnTo>
                  <a:pt x="1681325" y="1065042"/>
                </a:lnTo>
                <a:lnTo>
                  <a:pt x="1681503" y="1065042"/>
                </a:lnTo>
                <a:lnTo>
                  <a:pt x="1681672" y="1065042"/>
                </a:lnTo>
                <a:lnTo>
                  <a:pt x="1681841" y="1065042"/>
                </a:lnTo>
                <a:lnTo>
                  <a:pt x="1682019" y="1065042"/>
                </a:lnTo>
                <a:lnTo>
                  <a:pt x="1682188" y="1065042"/>
                </a:lnTo>
                <a:lnTo>
                  <a:pt x="1682366" y="1065042"/>
                </a:lnTo>
                <a:lnTo>
                  <a:pt x="1682535" y="1065042"/>
                </a:lnTo>
                <a:lnTo>
                  <a:pt x="1682713" y="1065042"/>
                </a:lnTo>
                <a:lnTo>
                  <a:pt x="1682882" y="1065042"/>
                </a:lnTo>
                <a:lnTo>
                  <a:pt x="1683051" y="1065051"/>
                </a:lnTo>
                <a:lnTo>
                  <a:pt x="1683229" y="1065051"/>
                </a:lnTo>
                <a:lnTo>
                  <a:pt x="1683398" y="1065051"/>
                </a:lnTo>
                <a:lnTo>
                  <a:pt x="1683576" y="1065051"/>
                </a:lnTo>
                <a:lnTo>
                  <a:pt x="1683745" y="1065051"/>
                </a:lnTo>
                <a:lnTo>
                  <a:pt x="1683923" y="1065051"/>
                </a:lnTo>
                <a:lnTo>
                  <a:pt x="1684092" y="1065051"/>
                </a:lnTo>
                <a:lnTo>
                  <a:pt x="1684261" y="1065051"/>
                </a:lnTo>
                <a:lnTo>
                  <a:pt x="1684439" y="1065051"/>
                </a:lnTo>
                <a:lnTo>
                  <a:pt x="1684608" y="1065051"/>
                </a:lnTo>
                <a:lnTo>
                  <a:pt x="1684786" y="1065051"/>
                </a:lnTo>
                <a:lnTo>
                  <a:pt x="1684955" y="1065051"/>
                </a:lnTo>
                <a:lnTo>
                  <a:pt x="1685133" y="1065060"/>
                </a:lnTo>
                <a:lnTo>
                  <a:pt x="1685302" y="1065060"/>
                </a:lnTo>
                <a:lnTo>
                  <a:pt x="1685471" y="1065060"/>
                </a:lnTo>
                <a:lnTo>
                  <a:pt x="1685649" y="1065060"/>
                </a:lnTo>
                <a:lnTo>
                  <a:pt x="1685818" y="1065060"/>
                </a:lnTo>
                <a:lnTo>
                  <a:pt x="1685996" y="1065060"/>
                </a:lnTo>
                <a:lnTo>
                  <a:pt x="1686165" y="1065060"/>
                </a:lnTo>
                <a:lnTo>
                  <a:pt x="1686343" y="1065060"/>
                </a:lnTo>
                <a:lnTo>
                  <a:pt x="1686512" y="1065060"/>
                </a:lnTo>
                <a:lnTo>
                  <a:pt x="1686681" y="1065060"/>
                </a:lnTo>
                <a:lnTo>
                  <a:pt x="1686859" y="1065060"/>
                </a:lnTo>
                <a:lnTo>
                  <a:pt x="1687028" y="1065060"/>
                </a:lnTo>
                <a:lnTo>
                  <a:pt x="1687206" y="1065060"/>
                </a:lnTo>
                <a:lnTo>
                  <a:pt x="1687375" y="1065069"/>
                </a:lnTo>
                <a:lnTo>
                  <a:pt x="1687553" y="1065069"/>
                </a:lnTo>
                <a:lnTo>
                  <a:pt x="1687722" y="1065069"/>
                </a:lnTo>
                <a:lnTo>
                  <a:pt x="1687891" y="1065069"/>
                </a:lnTo>
                <a:lnTo>
                  <a:pt x="1688068" y="1065069"/>
                </a:lnTo>
                <a:lnTo>
                  <a:pt x="1688238" y="1065069"/>
                </a:lnTo>
                <a:lnTo>
                  <a:pt x="1688416" y="1065069"/>
                </a:lnTo>
                <a:lnTo>
                  <a:pt x="1688585" y="1065069"/>
                </a:lnTo>
                <a:lnTo>
                  <a:pt x="1688762" y="1065069"/>
                </a:lnTo>
                <a:lnTo>
                  <a:pt x="1688931" y="1065069"/>
                </a:lnTo>
                <a:lnTo>
                  <a:pt x="1689101" y="1065069"/>
                </a:lnTo>
                <a:lnTo>
                  <a:pt x="1689278" y="1065069"/>
                </a:lnTo>
                <a:lnTo>
                  <a:pt x="1689447" y="1065069"/>
                </a:lnTo>
                <a:lnTo>
                  <a:pt x="1689625" y="1065078"/>
                </a:lnTo>
                <a:lnTo>
                  <a:pt x="1689795" y="1065078"/>
                </a:lnTo>
                <a:lnTo>
                  <a:pt x="1689972" y="1065078"/>
                </a:lnTo>
                <a:lnTo>
                  <a:pt x="1690141" y="1065078"/>
                </a:lnTo>
                <a:lnTo>
                  <a:pt x="1690310" y="1065078"/>
                </a:lnTo>
                <a:lnTo>
                  <a:pt x="1690488" y="1065078"/>
                </a:lnTo>
                <a:lnTo>
                  <a:pt x="1690657" y="1065078"/>
                </a:lnTo>
                <a:lnTo>
                  <a:pt x="1690835" y="1065078"/>
                </a:lnTo>
                <a:lnTo>
                  <a:pt x="1691004" y="1065078"/>
                </a:lnTo>
                <a:lnTo>
                  <a:pt x="1691182" y="1065078"/>
                </a:lnTo>
                <a:lnTo>
                  <a:pt x="1691351" y="1065078"/>
                </a:lnTo>
                <a:lnTo>
                  <a:pt x="1691520" y="1065078"/>
                </a:lnTo>
                <a:lnTo>
                  <a:pt x="1691698" y="1065078"/>
                </a:lnTo>
                <a:lnTo>
                  <a:pt x="1691867" y="1065078"/>
                </a:lnTo>
                <a:lnTo>
                  <a:pt x="1692045" y="1065087"/>
                </a:lnTo>
                <a:lnTo>
                  <a:pt x="1692214" y="1065087"/>
                </a:lnTo>
                <a:lnTo>
                  <a:pt x="1692392" y="1065087"/>
                </a:lnTo>
                <a:lnTo>
                  <a:pt x="1692561" y="1065087"/>
                </a:lnTo>
                <a:lnTo>
                  <a:pt x="1692730" y="1065087"/>
                </a:lnTo>
                <a:lnTo>
                  <a:pt x="1692908" y="1065087"/>
                </a:lnTo>
                <a:lnTo>
                  <a:pt x="1693077" y="1065087"/>
                </a:lnTo>
                <a:lnTo>
                  <a:pt x="1693255" y="1065087"/>
                </a:lnTo>
                <a:lnTo>
                  <a:pt x="1693424" y="1065087"/>
                </a:lnTo>
                <a:lnTo>
                  <a:pt x="1693602" y="1065087"/>
                </a:lnTo>
                <a:lnTo>
                  <a:pt x="1693771" y="1065087"/>
                </a:lnTo>
                <a:lnTo>
                  <a:pt x="1693940" y="1065087"/>
                </a:lnTo>
                <a:lnTo>
                  <a:pt x="1694118" y="1065087"/>
                </a:lnTo>
                <a:lnTo>
                  <a:pt x="1694287" y="1065087"/>
                </a:lnTo>
                <a:lnTo>
                  <a:pt x="1694465" y="1065096"/>
                </a:lnTo>
                <a:lnTo>
                  <a:pt x="1694634" y="1065096"/>
                </a:lnTo>
                <a:lnTo>
                  <a:pt x="1694812" y="1065096"/>
                </a:lnTo>
                <a:lnTo>
                  <a:pt x="1694981" y="1065096"/>
                </a:lnTo>
                <a:lnTo>
                  <a:pt x="1695150" y="1065096"/>
                </a:lnTo>
                <a:lnTo>
                  <a:pt x="1695328" y="1065096"/>
                </a:lnTo>
                <a:lnTo>
                  <a:pt x="1695497" y="1065096"/>
                </a:lnTo>
                <a:lnTo>
                  <a:pt x="1695675" y="1065096"/>
                </a:lnTo>
                <a:lnTo>
                  <a:pt x="1695844" y="1065096"/>
                </a:lnTo>
                <a:lnTo>
                  <a:pt x="1696022" y="1065096"/>
                </a:lnTo>
                <a:lnTo>
                  <a:pt x="1696191" y="1065096"/>
                </a:lnTo>
                <a:lnTo>
                  <a:pt x="1696360" y="1065096"/>
                </a:lnTo>
                <a:lnTo>
                  <a:pt x="1696538" y="1065096"/>
                </a:lnTo>
                <a:lnTo>
                  <a:pt x="1696707" y="1065096"/>
                </a:lnTo>
                <a:lnTo>
                  <a:pt x="1696885" y="1065096"/>
                </a:lnTo>
                <a:lnTo>
                  <a:pt x="1697054" y="1065104"/>
                </a:lnTo>
                <a:lnTo>
                  <a:pt x="1697232" y="1065104"/>
                </a:lnTo>
                <a:lnTo>
                  <a:pt x="1697401" y="1065104"/>
                </a:lnTo>
                <a:lnTo>
                  <a:pt x="1697570" y="1065104"/>
                </a:lnTo>
                <a:lnTo>
                  <a:pt x="1697748" y="1065104"/>
                </a:lnTo>
                <a:lnTo>
                  <a:pt x="1697917" y="1065104"/>
                </a:lnTo>
                <a:lnTo>
                  <a:pt x="1698095" y="1065104"/>
                </a:lnTo>
                <a:lnTo>
                  <a:pt x="1698264" y="1065104"/>
                </a:lnTo>
                <a:lnTo>
                  <a:pt x="1698442" y="1065104"/>
                </a:lnTo>
                <a:lnTo>
                  <a:pt x="1698611" y="1065104"/>
                </a:lnTo>
                <a:lnTo>
                  <a:pt x="1698780" y="1065104"/>
                </a:lnTo>
                <a:lnTo>
                  <a:pt x="1698958" y="1065104"/>
                </a:lnTo>
                <a:lnTo>
                  <a:pt x="1699127" y="1065104"/>
                </a:lnTo>
                <a:lnTo>
                  <a:pt x="1699305" y="1065104"/>
                </a:lnTo>
                <a:lnTo>
                  <a:pt x="1699474" y="1065104"/>
                </a:lnTo>
                <a:lnTo>
                  <a:pt x="1699643" y="1065104"/>
                </a:lnTo>
                <a:lnTo>
                  <a:pt x="1699821" y="1065113"/>
                </a:lnTo>
                <a:lnTo>
                  <a:pt x="1699990" y="1065113"/>
                </a:lnTo>
                <a:lnTo>
                  <a:pt x="1700168" y="1065113"/>
                </a:lnTo>
                <a:lnTo>
                  <a:pt x="1700337" y="1065113"/>
                </a:lnTo>
                <a:lnTo>
                  <a:pt x="1700515" y="1065113"/>
                </a:lnTo>
                <a:lnTo>
                  <a:pt x="1700684" y="1065113"/>
                </a:lnTo>
                <a:lnTo>
                  <a:pt x="1700853" y="1065113"/>
                </a:lnTo>
                <a:lnTo>
                  <a:pt x="1701031" y="1065113"/>
                </a:lnTo>
                <a:lnTo>
                  <a:pt x="1701200" y="1065113"/>
                </a:lnTo>
                <a:lnTo>
                  <a:pt x="1701378" y="1065113"/>
                </a:lnTo>
                <a:lnTo>
                  <a:pt x="1701547" y="1065113"/>
                </a:lnTo>
                <a:lnTo>
                  <a:pt x="1701725" y="1065113"/>
                </a:lnTo>
                <a:lnTo>
                  <a:pt x="1701894" y="1065113"/>
                </a:lnTo>
                <a:lnTo>
                  <a:pt x="1702063" y="1065113"/>
                </a:lnTo>
                <a:lnTo>
                  <a:pt x="1702241" y="1065113"/>
                </a:lnTo>
                <a:lnTo>
                  <a:pt x="1702410" y="1065113"/>
                </a:lnTo>
                <a:lnTo>
                  <a:pt x="1702588" y="1065113"/>
                </a:lnTo>
                <a:lnTo>
                  <a:pt x="1702757" y="1065122"/>
                </a:lnTo>
                <a:lnTo>
                  <a:pt x="1702935" y="1065122"/>
                </a:lnTo>
                <a:lnTo>
                  <a:pt x="1703104" y="1065122"/>
                </a:lnTo>
                <a:lnTo>
                  <a:pt x="1703273" y="1065122"/>
                </a:lnTo>
                <a:lnTo>
                  <a:pt x="1703450" y="1065122"/>
                </a:lnTo>
                <a:lnTo>
                  <a:pt x="1703619" y="1065122"/>
                </a:lnTo>
                <a:lnTo>
                  <a:pt x="1703798" y="1065122"/>
                </a:lnTo>
                <a:lnTo>
                  <a:pt x="1703967" y="1065122"/>
                </a:lnTo>
                <a:lnTo>
                  <a:pt x="1704144" y="1065122"/>
                </a:lnTo>
                <a:lnTo>
                  <a:pt x="1704313" y="1065122"/>
                </a:lnTo>
                <a:lnTo>
                  <a:pt x="1704483" y="1065122"/>
                </a:lnTo>
                <a:lnTo>
                  <a:pt x="1704660" y="1065122"/>
                </a:lnTo>
                <a:lnTo>
                  <a:pt x="1704829" y="1065122"/>
                </a:lnTo>
                <a:lnTo>
                  <a:pt x="1705007" y="1065122"/>
                </a:lnTo>
                <a:lnTo>
                  <a:pt x="1705176" y="1065122"/>
                </a:lnTo>
                <a:lnTo>
                  <a:pt x="1705354" y="1065122"/>
                </a:lnTo>
                <a:lnTo>
                  <a:pt x="1705523" y="1065122"/>
                </a:lnTo>
                <a:lnTo>
                  <a:pt x="1705692" y="1065131"/>
                </a:lnTo>
                <a:lnTo>
                  <a:pt x="1705870" y="1065131"/>
                </a:lnTo>
                <a:lnTo>
                  <a:pt x="1706039" y="1065131"/>
                </a:lnTo>
                <a:lnTo>
                  <a:pt x="1706217" y="1065131"/>
                </a:lnTo>
                <a:lnTo>
                  <a:pt x="1706386" y="1065131"/>
                </a:lnTo>
                <a:lnTo>
                  <a:pt x="1706564" y="1065131"/>
                </a:lnTo>
                <a:lnTo>
                  <a:pt x="1706733" y="1065131"/>
                </a:lnTo>
                <a:lnTo>
                  <a:pt x="1706902" y="1065131"/>
                </a:lnTo>
                <a:lnTo>
                  <a:pt x="1707080" y="1065131"/>
                </a:lnTo>
                <a:lnTo>
                  <a:pt x="1707249" y="1065131"/>
                </a:lnTo>
                <a:lnTo>
                  <a:pt x="1707427" y="1065131"/>
                </a:lnTo>
                <a:lnTo>
                  <a:pt x="1707596" y="1065131"/>
                </a:lnTo>
                <a:lnTo>
                  <a:pt x="1707774" y="1065131"/>
                </a:lnTo>
                <a:lnTo>
                  <a:pt x="1707943" y="1065131"/>
                </a:lnTo>
                <a:lnTo>
                  <a:pt x="1708112" y="1065131"/>
                </a:lnTo>
                <a:lnTo>
                  <a:pt x="1708290" y="1065131"/>
                </a:lnTo>
                <a:lnTo>
                  <a:pt x="1708459" y="1065131"/>
                </a:lnTo>
                <a:lnTo>
                  <a:pt x="1708637" y="1065131"/>
                </a:lnTo>
                <a:lnTo>
                  <a:pt x="1708806" y="1065131"/>
                </a:lnTo>
                <a:lnTo>
                  <a:pt x="1708984" y="1065140"/>
                </a:lnTo>
                <a:lnTo>
                  <a:pt x="1709153" y="1065140"/>
                </a:lnTo>
                <a:lnTo>
                  <a:pt x="1709322" y="1065140"/>
                </a:lnTo>
                <a:lnTo>
                  <a:pt x="1709500" y="1065140"/>
                </a:lnTo>
                <a:lnTo>
                  <a:pt x="1709669" y="1065140"/>
                </a:lnTo>
                <a:lnTo>
                  <a:pt x="1709847" y="1065140"/>
                </a:lnTo>
                <a:lnTo>
                  <a:pt x="1710016" y="1065140"/>
                </a:lnTo>
                <a:lnTo>
                  <a:pt x="1710194" y="1065140"/>
                </a:lnTo>
                <a:lnTo>
                  <a:pt x="1710363" y="1065140"/>
                </a:lnTo>
                <a:lnTo>
                  <a:pt x="1710532" y="1065140"/>
                </a:lnTo>
                <a:lnTo>
                  <a:pt x="1710710" y="1065140"/>
                </a:lnTo>
                <a:lnTo>
                  <a:pt x="1710879" y="1065140"/>
                </a:lnTo>
                <a:lnTo>
                  <a:pt x="1711057" y="1065140"/>
                </a:lnTo>
                <a:lnTo>
                  <a:pt x="1711226" y="1065140"/>
                </a:lnTo>
                <a:lnTo>
                  <a:pt x="1711404" y="1065140"/>
                </a:lnTo>
                <a:lnTo>
                  <a:pt x="1711573" y="1065140"/>
                </a:lnTo>
                <a:lnTo>
                  <a:pt x="1711742" y="1065140"/>
                </a:lnTo>
                <a:lnTo>
                  <a:pt x="1711920" y="1065140"/>
                </a:lnTo>
                <a:lnTo>
                  <a:pt x="1712089" y="1065140"/>
                </a:lnTo>
                <a:lnTo>
                  <a:pt x="1712267" y="1065149"/>
                </a:lnTo>
                <a:lnTo>
                  <a:pt x="1712436" y="1065149"/>
                </a:lnTo>
                <a:lnTo>
                  <a:pt x="1712614" y="1065149"/>
                </a:lnTo>
                <a:lnTo>
                  <a:pt x="1712783" y="1065149"/>
                </a:lnTo>
                <a:lnTo>
                  <a:pt x="1712952" y="1065149"/>
                </a:lnTo>
                <a:lnTo>
                  <a:pt x="1713130" y="1065149"/>
                </a:lnTo>
                <a:lnTo>
                  <a:pt x="1713299" y="1065149"/>
                </a:lnTo>
                <a:lnTo>
                  <a:pt x="1713477" y="1065149"/>
                </a:lnTo>
                <a:lnTo>
                  <a:pt x="1713646" y="1065149"/>
                </a:lnTo>
                <a:lnTo>
                  <a:pt x="1713824" y="1065149"/>
                </a:lnTo>
                <a:lnTo>
                  <a:pt x="1713993" y="1065149"/>
                </a:lnTo>
                <a:lnTo>
                  <a:pt x="1714162" y="1065149"/>
                </a:lnTo>
                <a:lnTo>
                  <a:pt x="1714340" y="1065149"/>
                </a:lnTo>
                <a:lnTo>
                  <a:pt x="1714509" y="1065149"/>
                </a:lnTo>
                <a:lnTo>
                  <a:pt x="1714687" y="1065149"/>
                </a:lnTo>
                <a:lnTo>
                  <a:pt x="1714856" y="1065149"/>
                </a:lnTo>
                <a:lnTo>
                  <a:pt x="1715034" y="1065149"/>
                </a:lnTo>
                <a:lnTo>
                  <a:pt x="1715203" y="1065149"/>
                </a:lnTo>
                <a:lnTo>
                  <a:pt x="1715372" y="1065149"/>
                </a:lnTo>
                <a:lnTo>
                  <a:pt x="1715550" y="1065149"/>
                </a:lnTo>
                <a:lnTo>
                  <a:pt x="1715719" y="1065149"/>
                </a:lnTo>
                <a:lnTo>
                  <a:pt x="1715897" y="1065158"/>
                </a:lnTo>
                <a:lnTo>
                  <a:pt x="1716066" y="1065158"/>
                </a:lnTo>
                <a:lnTo>
                  <a:pt x="1716244" y="1065158"/>
                </a:lnTo>
                <a:lnTo>
                  <a:pt x="1716413" y="1065158"/>
                </a:lnTo>
                <a:lnTo>
                  <a:pt x="1716582" y="1065158"/>
                </a:lnTo>
                <a:lnTo>
                  <a:pt x="1716760" y="1065158"/>
                </a:lnTo>
                <a:lnTo>
                  <a:pt x="1716929" y="1065158"/>
                </a:lnTo>
                <a:lnTo>
                  <a:pt x="1717107" y="1065158"/>
                </a:lnTo>
                <a:lnTo>
                  <a:pt x="1717276" y="1065158"/>
                </a:lnTo>
                <a:lnTo>
                  <a:pt x="1717453" y="1065158"/>
                </a:lnTo>
                <a:lnTo>
                  <a:pt x="1717622" y="1065158"/>
                </a:lnTo>
                <a:lnTo>
                  <a:pt x="1717792" y="1065158"/>
                </a:lnTo>
                <a:lnTo>
                  <a:pt x="1717970" y="1065158"/>
                </a:lnTo>
                <a:lnTo>
                  <a:pt x="1718139" y="1065158"/>
                </a:lnTo>
                <a:lnTo>
                  <a:pt x="1718316" y="1065158"/>
                </a:lnTo>
                <a:lnTo>
                  <a:pt x="1718486" y="1065158"/>
                </a:lnTo>
                <a:lnTo>
                  <a:pt x="1718655" y="1065158"/>
                </a:lnTo>
                <a:lnTo>
                  <a:pt x="1718832" y="1065158"/>
                </a:lnTo>
                <a:lnTo>
                  <a:pt x="1719001" y="1065158"/>
                </a:lnTo>
                <a:lnTo>
                  <a:pt x="1719179" y="1065158"/>
                </a:lnTo>
                <a:lnTo>
                  <a:pt x="1719349" y="1065158"/>
                </a:lnTo>
                <a:lnTo>
                  <a:pt x="1719526" y="1065158"/>
                </a:lnTo>
                <a:lnTo>
                  <a:pt x="1719695" y="1065158"/>
                </a:lnTo>
                <a:lnTo>
                  <a:pt x="1719864" y="1065167"/>
                </a:lnTo>
                <a:lnTo>
                  <a:pt x="1720042" y="1065167"/>
                </a:lnTo>
                <a:lnTo>
                  <a:pt x="1720211" y="1065167"/>
                </a:lnTo>
                <a:lnTo>
                  <a:pt x="1720389" y="1065167"/>
                </a:lnTo>
                <a:lnTo>
                  <a:pt x="1720558" y="1065167"/>
                </a:lnTo>
                <a:lnTo>
                  <a:pt x="1720736" y="1065167"/>
                </a:lnTo>
                <a:lnTo>
                  <a:pt x="1720905" y="1065167"/>
                </a:lnTo>
                <a:lnTo>
                  <a:pt x="1721074" y="1065167"/>
                </a:lnTo>
                <a:lnTo>
                  <a:pt x="1721252" y="1065167"/>
                </a:lnTo>
                <a:lnTo>
                  <a:pt x="1721421" y="1065167"/>
                </a:lnTo>
                <a:lnTo>
                  <a:pt x="1721599" y="1065167"/>
                </a:lnTo>
                <a:lnTo>
                  <a:pt x="1721768" y="1065167"/>
                </a:lnTo>
                <a:lnTo>
                  <a:pt x="1721946" y="1065167"/>
                </a:lnTo>
                <a:lnTo>
                  <a:pt x="1722115" y="1065167"/>
                </a:lnTo>
                <a:lnTo>
                  <a:pt x="1722284" y="1065167"/>
                </a:lnTo>
                <a:lnTo>
                  <a:pt x="1722462" y="1065167"/>
                </a:lnTo>
                <a:lnTo>
                  <a:pt x="1722631" y="1065167"/>
                </a:lnTo>
                <a:lnTo>
                  <a:pt x="1722809" y="1065167"/>
                </a:lnTo>
                <a:lnTo>
                  <a:pt x="1722978" y="1065167"/>
                </a:lnTo>
                <a:lnTo>
                  <a:pt x="1723156" y="1065167"/>
                </a:lnTo>
                <a:lnTo>
                  <a:pt x="1723325" y="1065167"/>
                </a:lnTo>
                <a:lnTo>
                  <a:pt x="1723494" y="1065167"/>
                </a:lnTo>
                <a:lnTo>
                  <a:pt x="1723672" y="1065167"/>
                </a:lnTo>
                <a:lnTo>
                  <a:pt x="1723841" y="1065167"/>
                </a:lnTo>
                <a:lnTo>
                  <a:pt x="1724019" y="1065176"/>
                </a:lnTo>
                <a:lnTo>
                  <a:pt x="1724188" y="1065176"/>
                </a:lnTo>
                <a:lnTo>
                  <a:pt x="1724366" y="1065176"/>
                </a:lnTo>
                <a:lnTo>
                  <a:pt x="1724535" y="1065176"/>
                </a:lnTo>
                <a:lnTo>
                  <a:pt x="1724704" y="1065176"/>
                </a:lnTo>
                <a:lnTo>
                  <a:pt x="1724882" y="1065176"/>
                </a:lnTo>
                <a:lnTo>
                  <a:pt x="1725051" y="1065176"/>
                </a:lnTo>
                <a:lnTo>
                  <a:pt x="1725229" y="1065176"/>
                </a:lnTo>
                <a:lnTo>
                  <a:pt x="1725398" y="1065176"/>
                </a:lnTo>
                <a:lnTo>
                  <a:pt x="1725576" y="1065176"/>
                </a:lnTo>
                <a:lnTo>
                  <a:pt x="1725745" y="1065176"/>
                </a:lnTo>
                <a:lnTo>
                  <a:pt x="1725914" y="1065176"/>
                </a:lnTo>
                <a:lnTo>
                  <a:pt x="1726092" y="1065176"/>
                </a:lnTo>
                <a:lnTo>
                  <a:pt x="1726261" y="1065176"/>
                </a:lnTo>
                <a:lnTo>
                  <a:pt x="1726439" y="1065176"/>
                </a:lnTo>
                <a:lnTo>
                  <a:pt x="1726608" y="1065176"/>
                </a:lnTo>
                <a:lnTo>
                  <a:pt x="1726786" y="1065176"/>
                </a:lnTo>
                <a:lnTo>
                  <a:pt x="1726955" y="1065176"/>
                </a:lnTo>
                <a:lnTo>
                  <a:pt x="1727124" y="1065176"/>
                </a:lnTo>
                <a:lnTo>
                  <a:pt x="1727302" y="1065176"/>
                </a:lnTo>
                <a:lnTo>
                  <a:pt x="1727471" y="1065176"/>
                </a:lnTo>
                <a:lnTo>
                  <a:pt x="1727649" y="1065176"/>
                </a:lnTo>
                <a:lnTo>
                  <a:pt x="1727818" y="1065176"/>
                </a:lnTo>
                <a:lnTo>
                  <a:pt x="1727996" y="1065176"/>
                </a:lnTo>
                <a:lnTo>
                  <a:pt x="1728165" y="1065176"/>
                </a:lnTo>
              </a:path>
            </a:pathLst>
          </a:custGeom>
          <a:noFill/>
          <a:ln w="1905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218" name="Freeform 217">
            <a:extLst>
              <a:ext uri="{FF2B5EF4-FFF2-40B4-BE49-F238E27FC236}">
                <a16:creationId xmlns:a16="http://schemas.microsoft.com/office/drawing/2014/main" id="{08B7156B-7FA9-3EF6-08C1-24CF75CC5265}"/>
              </a:ext>
            </a:extLst>
          </p:cNvPr>
          <p:cNvSpPr/>
          <p:nvPr/>
        </p:nvSpPr>
        <p:spPr>
          <a:xfrm>
            <a:off x="4353977" y="1672823"/>
            <a:ext cx="1728164" cy="1114902"/>
          </a:xfrm>
          <a:custGeom>
            <a:avLst/>
            <a:gdLst>
              <a:gd name="csX0" fmla="*/ 0 w 1728164"/>
              <a:gd name="csY0" fmla="*/ 1114903 h 1114902"/>
              <a:gd name="csX1" fmla="*/ 173 w 1728164"/>
              <a:gd name="csY1" fmla="*/ 1114903 h 1114902"/>
              <a:gd name="csX2" fmla="*/ 345 w 1728164"/>
              <a:gd name="csY2" fmla="*/ 1114903 h 1114902"/>
              <a:gd name="csX3" fmla="*/ 519 w 1728164"/>
              <a:gd name="csY3" fmla="*/ 1114903 h 1114902"/>
              <a:gd name="csX4" fmla="*/ 691 w 1728164"/>
              <a:gd name="csY4" fmla="*/ 1114903 h 1114902"/>
              <a:gd name="csX5" fmla="*/ 864 w 1728164"/>
              <a:gd name="csY5" fmla="*/ 1114903 h 1114902"/>
              <a:gd name="csX6" fmla="*/ 1036 w 1728164"/>
              <a:gd name="csY6" fmla="*/ 1114903 h 1114902"/>
              <a:gd name="csX7" fmla="*/ 1210 w 1728164"/>
              <a:gd name="csY7" fmla="*/ 1114903 h 1114902"/>
              <a:gd name="csX8" fmla="*/ 1383 w 1728164"/>
              <a:gd name="csY8" fmla="*/ 1114903 h 1114902"/>
              <a:gd name="csX9" fmla="*/ 1555 w 1728164"/>
              <a:gd name="csY9" fmla="*/ 1114903 h 1114902"/>
              <a:gd name="csX10" fmla="*/ 1729 w 1728164"/>
              <a:gd name="csY10" fmla="*/ 1114903 h 1114902"/>
              <a:gd name="csX11" fmla="*/ 1901 w 1728164"/>
              <a:gd name="csY11" fmla="*/ 1114903 h 1114902"/>
              <a:gd name="csX12" fmla="*/ 2074 w 1728164"/>
              <a:gd name="csY12" fmla="*/ 1114903 h 1114902"/>
              <a:gd name="csX13" fmla="*/ 2246 w 1728164"/>
              <a:gd name="csY13" fmla="*/ 1114903 h 1114902"/>
              <a:gd name="csX14" fmla="*/ 2420 w 1728164"/>
              <a:gd name="csY14" fmla="*/ 1114903 h 1114902"/>
              <a:gd name="csX15" fmla="*/ 2592 w 1728164"/>
              <a:gd name="csY15" fmla="*/ 1114903 h 1114902"/>
              <a:gd name="csX16" fmla="*/ 2765 w 1728164"/>
              <a:gd name="csY16" fmla="*/ 1114903 h 1114902"/>
              <a:gd name="csX17" fmla="*/ 2938 w 1728164"/>
              <a:gd name="csY17" fmla="*/ 1114903 h 1114902"/>
              <a:gd name="csX18" fmla="*/ 3111 w 1728164"/>
              <a:gd name="csY18" fmla="*/ 1114903 h 1114902"/>
              <a:gd name="csX19" fmla="*/ 3284 w 1728164"/>
              <a:gd name="csY19" fmla="*/ 1114903 h 1114902"/>
              <a:gd name="csX20" fmla="*/ 3456 w 1728164"/>
              <a:gd name="csY20" fmla="*/ 1114903 h 1114902"/>
              <a:gd name="csX21" fmla="*/ 3630 w 1728164"/>
              <a:gd name="csY21" fmla="*/ 1114903 h 1114902"/>
              <a:gd name="csX22" fmla="*/ 3802 w 1728164"/>
              <a:gd name="csY22" fmla="*/ 1114903 h 1114902"/>
              <a:gd name="csX23" fmla="*/ 3975 w 1728164"/>
              <a:gd name="csY23" fmla="*/ 1114903 h 1114902"/>
              <a:gd name="csX24" fmla="*/ 4148 w 1728164"/>
              <a:gd name="csY24" fmla="*/ 1114903 h 1114902"/>
              <a:gd name="csX25" fmla="*/ 4321 w 1728164"/>
              <a:gd name="csY25" fmla="*/ 1114903 h 1114902"/>
              <a:gd name="csX26" fmla="*/ 4494 w 1728164"/>
              <a:gd name="csY26" fmla="*/ 1114903 h 1114902"/>
              <a:gd name="csX27" fmla="*/ 4666 w 1728164"/>
              <a:gd name="csY27" fmla="*/ 1114903 h 1114902"/>
              <a:gd name="csX28" fmla="*/ 4839 w 1728164"/>
              <a:gd name="csY28" fmla="*/ 1114903 h 1114902"/>
              <a:gd name="csX29" fmla="*/ 5012 w 1728164"/>
              <a:gd name="csY29" fmla="*/ 1114903 h 1114902"/>
              <a:gd name="csX30" fmla="*/ 5185 w 1728164"/>
              <a:gd name="csY30" fmla="*/ 1114903 h 1114902"/>
              <a:gd name="csX31" fmla="*/ 5357 w 1728164"/>
              <a:gd name="csY31" fmla="*/ 1114903 h 1114902"/>
              <a:gd name="csX32" fmla="*/ 5531 w 1728164"/>
              <a:gd name="csY32" fmla="*/ 1114903 h 1114902"/>
              <a:gd name="csX33" fmla="*/ 5704 w 1728164"/>
              <a:gd name="csY33" fmla="*/ 1114903 h 1114902"/>
              <a:gd name="csX34" fmla="*/ 5876 w 1728164"/>
              <a:gd name="csY34" fmla="*/ 1114903 h 1114902"/>
              <a:gd name="csX35" fmla="*/ 6049 w 1728164"/>
              <a:gd name="csY35" fmla="*/ 1114903 h 1114902"/>
              <a:gd name="csX36" fmla="*/ 6222 w 1728164"/>
              <a:gd name="csY36" fmla="*/ 1114894 h 1114902"/>
              <a:gd name="csX37" fmla="*/ 6395 w 1728164"/>
              <a:gd name="csY37" fmla="*/ 1114894 h 1114902"/>
              <a:gd name="csX38" fmla="*/ 6567 w 1728164"/>
              <a:gd name="csY38" fmla="*/ 1114894 h 1114902"/>
              <a:gd name="csX39" fmla="*/ 6740 w 1728164"/>
              <a:gd name="csY39" fmla="*/ 1114894 h 1114902"/>
              <a:gd name="csX40" fmla="*/ 6913 w 1728164"/>
              <a:gd name="csY40" fmla="*/ 1114894 h 1114902"/>
              <a:gd name="csX41" fmla="*/ 7086 w 1728164"/>
              <a:gd name="csY41" fmla="*/ 1114894 h 1114902"/>
              <a:gd name="csX42" fmla="*/ 7259 w 1728164"/>
              <a:gd name="csY42" fmla="*/ 1114894 h 1114902"/>
              <a:gd name="csX43" fmla="*/ 7432 w 1728164"/>
              <a:gd name="csY43" fmla="*/ 1114894 h 1114902"/>
              <a:gd name="csX44" fmla="*/ 7605 w 1728164"/>
              <a:gd name="csY44" fmla="*/ 1114894 h 1114902"/>
              <a:gd name="csX45" fmla="*/ 7777 w 1728164"/>
              <a:gd name="csY45" fmla="*/ 1114894 h 1114902"/>
              <a:gd name="csX46" fmla="*/ 7950 w 1728164"/>
              <a:gd name="csY46" fmla="*/ 1114894 h 1114902"/>
              <a:gd name="csX47" fmla="*/ 8123 w 1728164"/>
              <a:gd name="csY47" fmla="*/ 1114894 h 1114902"/>
              <a:gd name="csX48" fmla="*/ 8296 w 1728164"/>
              <a:gd name="csY48" fmla="*/ 1114894 h 1114902"/>
              <a:gd name="csX49" fmla="*/ 8469 w 1728164"/>
              <a:gd name="csY49" fmla="*/ 1114894 h 1114902"/>
              <a:gd name="csX50" fmla="*/ 8641 w 1728164"/>
              <a:gd name="csY50" fmla="*/ 1114894 h 1114902"/>
              <a:gd name="csX51" fmla="*/ 8815 w 1728164"/>
              <a:gd name="csY51" fmla="*/ 1114894 h 1114902"/>
              <a:gd name="csX52" fmla="*/ 8987 w 1728164"/>
              <a:gd name="csY52" fmla="*/ 1114894 h 1114902"/>
              <a:gd name="csX53" fmla="*/ 9160 w 1728164"/>
              <a:gd name="csY53" fmla="*/ 1114894 h 1114902"/>
              <a:gd name="csX54" fmla="*/ 9333 w 1728164"/>
              <a:gd name="csY54" fmla="*/ 1114894 h 1114902"/>
              <a:gd name="csX55" fmla="*/ 9506 w 1728164"/>
              <a:gd name="csY55" fmla="*/ 1114894 h 1114902"/>
              <a:gd name="csX56" fmla="*/ 9678 w 1728164"/>
              <a:gd name="csY56" fmla="*/ 1114894 h 1114902"/>
              <a:gd name="csX57" fmla="*/ 9851 w 1728164"/>
              <a:gd name="csY57" fmla="*/ 1114894 h 1114902"/>
              <a:gd name="csX58" fmla="*/ 10025 w 1728164"/>
              <a:gd name="csY58" fmla="*/ 1114894 h 1114902"/>
              <a:gd name="csX59" fmla="*/ 10197 w 1728164"/>
              <a:gd name="csY59" fmla="*/ 1114894 h 1114902"/>
              <a:gd name="csX60" fmla="*/ 10370 w 1728164"/>
              <a:gd name="csY60" fmla="*/ 1114894 h 1114902"/>
              <a:gd name="csX61" fmla="*/ 10542 w 1728164"/>
              <a:gd name="csY61" fmla="*/ 1114894 h 1114902"/>
              <a:gd name="csX62" fmla="*/ 10716 w 1728164"/>
              <a:gd name="csY62" fmla="*/ 1114894 h 1114902"/>
              <a:gd name="csX63" fmla="*/ 10888 w 1728164"/>
              <a:gd name="csY63" fmla="*/ 1114894 h 1114902"/>
              <a:gd name="csX64" fmla="*/ 11061 w 1728164"/>
              <a:gd name="csY64" fmla="*/ 1114894 h 1114902"/>
              <a:gd name="csX65" fmla="*/ 11234 w 1728164"/>
              <a:gd name="csY65" fmla="*/ 1114894 h 1114902"/>
              <a:gd name="csX66" fmla="*/ 11407 w 1728164"/>
              <a:gd name="csY66" fmla="*/ 1114894 h 1114902"/>
              <a:gd name="csX67" fmla="*/ 11580 w 1728164"/>
              <a:gd name="csY67" fmla="*/ 1114894 h 1114902"/>
              <a:gd name="csX68" fmla="*/ 11752 w 1728164"/>
              <a:gd name="csY68" fmla="*/ 1114894 h 1114902"/>
              <a:gd name="csX69" fmla="*/ 11926 w 1728164"/>
              <a:gd name="csY69" fmla="*/ 1114894 h 1114902"/>
              <a:gd name="csX70" fmla="*/ 12098 w 1728164"/>
              <a:gd name="csY70" fmla="*/ 1114894 h 1114902"/>
              <a:gd name="csX71" fmla="*/ 12271 w 1728164"/>
              <a:gd name="csY71" fmla="*/ 1114894 h 1114902"/>
              <a:gd name="csX72" fmla="*/ 12443 w 1728164"/>
              <a:gd name="csY72" fmla="*/ 1114894 h 1114902"/>
              <a:gd name="csX73" fmla="*/ 12617 w 1728164"/>
              <a:gd name="csY73" fmla="*/ 1114894 h 1114902"/>
              <a:gd name="csX74" fmla="*/ 12790 w 1728164"/>
              <a:gd name="csY74" fmla="*/ 1114894 h 1114902"/>
              <a:gd name="csX75" fmla="*/ 12962 w 1728164"/>
              <a:gd name="csY75" fmla="*/ 1114894 h 1114902"/>
              <a:gd name="csX76" fmla="*/ 13136 w 1728164"/>
              <a:gd name="csY76" fmla="*/ 1114894 h 1114902"/>
              <a:gd name="csX77" fmla="*/ 13308 w 1728164"/>
              <a:gd name="csY77" fmla="*/ 1114894 h 1114902"/>
              <a:gd name="csX78" fmla="*/ 13481 w 1728164"/>
              <a:gd name="csY78" fmla="*/ 1114894 h 1114902"/>
              <a:gd name="csX79" fmla="*/ 13653 w 1728164"/>
              <a:gd name="csY79" fmla="*/ 1114894 h 1114902"/>
              <a:gd name="csX80" fmla="*/ 13827 w 1728164"/>
              <a:gd name="csY80" fmla="*/ 1114894 h 1114902"/>
              <a:gd name="csX81" fmla="*/ 13999 w 1728164"/>
              <a:gd name="csY81" fmla="*/ 1114894 h 1114902"/>
              <a:gd name="csX82" fmla="*/ 14172 w 1728164"/>
              <a:gd name="csY82" fmla="*/ 1114894 h 1114902"/>
              <a:gd name="csX83" fmla="*/ 14345 w 1728164"/>
              <a:gd name="csY83" fmla="*/ 1114894 h 1114902"/>
              <a:gd name="csX84" fmla="*/ 14518 w 1728164"/>
              <a:gd name="csY84" fmla="*/ 1114894 h 1114902"/>
              <a:gd name="csX85" fmla="*/ 14691 w 1728164"/>
              <a:gd name="csY85" fmla="*/ 1114894 h 1114902"/>
              <a:gd name="csX86" fmla="*/ 14863 w 1728164"/>
              <a:gd name="csY86" fmla="*/ 1114894 h 1114902"/>
              <a:gd name="csX87" fmla="*/ 15037 w 1728164"/>
              <a:gd name="csY87" fmla="*/ 1114894 h 1114902"/>
              <a:gd name="csX88" fmla="*/ 15209 w 1728164"/>
              <a:gd name="csY88" fmla="*/ 1114894 h 1114902"/>
              <a:gd name="csX89" fmla="*/ 15382 w 1728164"/>
              <a:gd name="csY89" fmla="*/ 1114894 h 1114902"/>
              <a:gd name="csX90" fmla="*/ 15555 w 1728164"/>
              <a:gd name="csY90" fmla="*/ 1114894 h 1114902"/>
              <a:gd name="csX91" fmla="*/ 15728 w 1728164"/>
              <a:gd name="csY91" fmla="*/ 1114894 h 1114902"/>
              <a:gd name="csX92" fmla="*/ 15901 w 1728164"/>
              <a:gd name="csY92" fmla="*/ 1114894 h 1114902"/>
              <a:gd name="csX93" fmla="*/ 16073 w 1728164"/>
              <a:gd name="csY93" fmla="*/ 1114894 h 1114902"/>
              <a:gd name="csX94" fmla="*/ 16246 w 1728164"/>
              <a:gd name="csY94" fmla="*/ 1114894 h 1114902"/>
              <a:gd name="csX95" fmla="*/ 16419 w 1728164"/>
              <a:gd name="csY95" fmla="*/ 1114894 h 1114902"/>
              <a:gd name="csX96" fmla="*/ 16592 w 1728164"/>
              <a:gd name="csY96" fmla="*/ 1114894 h 1114902"/>
              <a:gd name="csX97" fmla="*/ 16764 w 1728164"/>
              <a:gd name="csY97" fmla="*/ 1114894 h 1114902"/>
              <a:gd name="csX98" fmla="*/ 16938 w 1728164"/>
              <a:gd name="csY98" fmla="*/ 1114894 h 1114902"/>
              <a:gd name="csX99" fmla="*/ 17111 w 1728164"/>
              <a:gd name="csY99" fmla="*/ 1114894 h 1114902"/>
              <a:gd name="csX100" fmla="*/ 17283 w 1728164"/>
              <a:gd name="csY100" fmla="*/ 1114894 h 1114902"/>
              <a:gd name="csX101" fmla="*/ 17456 w 1728164"/>
              <a:gd name="csY101" fmla="*/ 1114894 h 1114902"/>
              <a:gd name="csX102" fmla="*/ 17629 w 1728164"/>
              <a:gd name="csY102" fmla="*/ 1114894 h 1114902"/>
              <a:gd name="csX103" fmla="*/ 17802 w 1728164"/>
              <a:gd name="csY103" fmla="*/ 1114894 h 1114902"/>
              <a:gd name="csX104" fmla="*/ 17974 w 1728164"/>
              <a:gd name="csY104" fmla="*/ 1114894 h 1114902"/>
              <a:gd name="csX105" fmla="*/ 18147 w 1728164"/>
              <a:gd name="csY105" fmla="*/ 1114894 h 1114902"/>
              <a:gd name="csX106" fmla="*/ 18320 w 1728164"/>
              <a:gd name="csY106" fmla="*/ 1114894 h 1114902"/>
              <a:gd name="csX107" fmla="*/ 18493 w 1728164"/>
              <a:gd name="csY107" fmla="*/ 1114894 h 1114902"/>
              <a:gd name="csX108" fmla="*/ 18666 w 1728164"/>
              <a:gd name="csY108" fmla="*/ 1114894 h 1114902"/>
              <a:gd name="csX109" fmla="*/ 18839 w 1728164"/>
              <a:gd name="csY109" fmla="*/ 1114885 h 1114902"/>
              <a:gd name="csX110" fmla="*/ 19012 w 1728164"/>
              <a:gd name="csY110" fmla="*/ 1114885 h 1114902"/>
              <a:gd name="csX111" fmla="*/ 19184 w 1728164"/>
              <a:gd name="csY111" fmla="*/ 1114885 h 1114902"/>
              <a:gd name="csX112" fmla="*/ 19357 w 1728164"/>
              <a:gd name="csY112" fmla="*/ 1114885 h 1114902"/>
              <a:gd name="csX113" fmla="*/ 19530 w 1728164"/>
              <a:gd name="csY113" fmla="*/ 1114885 h 1114902"/>
              <a:gd name="csX114" fmla="*/ 19703 w 1728164"/>
              <a:gd name="csY114" fmla="*/ 1114885 h 1114902"/>
              <a:gd name="csX115" fmla="*/ 19876 w 1728164"/>
              <a:gd name="csY115" fmla="*/ 1114885 h 1114902"/>
              <a:gd name="csX116" fmla="*/ 20048 w 1728164"/>
              <a:gd name="csY116" fmla="*/ 1114885 h 1114902"/>
              <a:gd name="csX117" fmla="*/ 20222 w 1728164"/>
              <a:gd name="csY117" fmla="*/ 1114885 h 1114902"/>
              <a:gd name="csX118" fmla="*/ 20394 w 1728164"/>
              <a:gd name="csY118" fmla="*/ 1114885 h 1114902"/>
              <a:gd name="csX119" fmla="*/ 20567 w 1728164"/>
              <a:gd name="csY119" fmla="*/ 1114885 h 1114902"/>
              <a:gd name="csX120" fmla="*/ 20740 w 1728164"/>
              <a:gd name="csY120" fmla="*/ 1114885 h 1114902"/>
              <a:gd name="csX121" fmla="*/ 20913 w 1728164"/>
              <a:gd name="csY121" fmla="*/ 1114885 h 1114902"/>
              <a:gd name="csX122" fmla="*/ 21085 w 1728164"/>
              <a:gd name="csY122" fmla="*/ 1114885 h 1114902"/>
              <a:gd name="csX123" fmla="*/ 21258 w 1728164"/>
              <a:gd name="csY123" fmla="*/ 1114885 h 1114902"/>
              <a:gd name="csX124" fmla="*/ 21432 w 1728164"/>
              <a:gd name="csY124" fmla="*/ 1114885 h 1114902"/>
              <a:gd name="csX125" fmla="*/ 21604 w 1728164"/>
              <a:gd name="csY125" fmla="*/ 1114885 h 1114902"/>
              <a:gd name="csX126" fmla="*/ 21777 w 1728164"/>
              <a:gd name="csY126" fmla="*/ 1114885 h 1114902"/>
              <a:gd name="csX127" fmla="*/ 21949 w 1728164"/>
              <a:gd name="csY127" fmla="*/ 1114885 h 1114902"/>
              <a:gd name="csX128" fmla="*/ 22123 w 1728164"/>
              <a:gd name="csY128" fmla="*/ 1114885 h 1114902"/>
              <a:gd name="csX129" fmla="*/ 22295 w 1728164"/>
              <a:gd name="csY129" fmla="*/ 1114885 h 1114902"/>
              <a:gd name="csX130" fmla="*/ 22468 w 1728164"/>
              <a:gd name="csY130" fmla="*/ 1114885 h 1114902"/>
              <a:gd name="csX131" fmla="*/ 22641 w 1728164"/>
              <a:gd name="csY131" fmla="*/ 1114885 h 1114902"/>
              <a:gd name="csX132" fmla="*/ 22814 w 1728164"/>
              <a:gd name="csY132" fmla="*/ 1114885 h 1114902"/>
              <a:gd name="csX133" fmla="*/ 22987 w 1728164"/>
              <a:gd name="csY133" fmla="*/ 1114885 h 1114902"/>
              <a:gd name="csX134" fmla="*/ 23159 w 1728164"/>
              <a:gd name="csY134" fmla="*/ 1114885 h 1114902"/>
              <a:gd name="csX135" fmla="*/ 23333 w 1728164"/>
              <a:gd name="csY135" fmla="*/ 1114885 h 1114902"/>
              <a:gd name="csX136" fmla="*/ 23505 w 1728164"/>
              <a:gd name="csY136" fmla="*/ 1114885 h 1114902"/>
              <a:gd name="csX137" fmla="*/ 23678 w 1728164"/>
              <a:gd name="csY137" fmla="*/ 1114885 h 1114902"/>
              <a:gd name="csX138" fmla="*/ 23851 w 1728164"/>
              <a:gd name="csY138" fmla="*/ 1114885 h 1114902"/>
              <a:gd name="csX139" fmla="*/ 24024 w 1728164"/>
              <a:gd name="csY139" fmla="*/ 1114885 h 1114902"/>
              <a:gd name="csX140" fmla="*/ 24197 w 1728164"/>
              <a:gd name="csY140" fmla="*/ 1114885 h 1114902"/>
              <a:gd name="csX141" fmla="*/ 24369 w 1728164"/>
              <a:gd name="csY141" fmla="*/ 1114885 h 1114902"/>
              <a:gd name="csX142" fmla="*/ 24543 w 1728164"/>
              <a:gd name="csY142" fmla="*/ 1114885 h 1114902"/>
              <a:gd name="csX143" fmla="*/ 24715 w 1728164"/>
              <a:gd name="csY143" fmla="*/ 1114885 h 1114902"/>
              <a:gd name="csX144" fmla="*/ 24888 w 1728164"/>
              <a:gd name="csY144" fmla="*/ 1114885 h 1114902"/>
              <a:gd name="csX145" fmla="*/ 25060 w 1728164"/>
              <a:gd name="csY145" fmla="*/ 1114885 h 1114902"/>
              <a:gd name="csX146" fmla="*/ 25234 w 1728164"/>
              <a:gd name="csY146" fmla="*/ 1114885 h 1114902"/>
              <a:gd name="csX147" fmla="*/ 25406 w 1728164"/>
              <a:gd name="csY147" fmla="*/ 1114885 h 1114902"/>
              <a:gd name="csX148" fmla="*/ 25579 w 1728164"/>
              <a:gd name="csY148" fmla="*/ 1114885 h 1114902"/>
              <a:gd name="csX149" fmla="*/ 25752 w 1728164"/>
              <a:gd name="csY149" fmla="*/ 1114885 h 1114902"/>
              <a:gd name="csX150" fmla="*/ 25925 w 1728164"/>
              <a:gd name="csY150" fmla="*/ 1114885 h 1114902"/>
              <a:gd name="csX151" fmla="*/ 26098 w 1728164"/>
              <a:gd name="csY151" fmla="*/ 1114885 h 1114902"/>
              <a:gd name="csX152" fmla="*/ 26270 w 1728164"/>
              <a:gd name="csY152" fmla="*/ 1114885 h 1114902"/>
              <a:gd name="csX153" fmla="*/ 26444 w 1728164"/>
              <a:gd name="csY153" fmla="*/ 1114885 h 1114902"/>
              <a:gd name="csX154" fmla="*/ 26616 w 1728164"/>
              <a:gd name="csY154" fmla="*/ 1114885 h 1114902"/>
              <a:gd name="csX155" fmla="*/ 26789 w 1728164"/>
              <a:gd name="csY155" fmla="*/ 1114885 h 1114902"/>
              <a:gd name="csX156" fmla="*/ 26962 w 1728164"/>
              <a:gd name="csY156" fmla="*/ 1114885 h 1114902"/>
              <a:gd name="csX157" fmla="*/ 27135 w 1728164"/>
              <a:gd name="csY157" fmla="*/ 1114885 h 1114902"/>
              <a:gd name="csX158" fmla="*/ 27308 w 1728164"/>
              <a:gd name="csY158" fmla="*/ 1114885 h 1114902"/>
              <a:gd name="csX159" fmla="*/ 27480 w 1728164"/>
              <a:gd name="csY159" fmla="*/ 1114885 h 1114902"/>
              <a:gd name="csX160" fmla="*/ 27653 w 1728164"/>
              <a:gd name="csY160" fmla="*/ 1114885 h 1114902"/>
              <a:gd name="csX161" fmla="*/ 27826 w 1728164"/>
              <a:gd name="csY161" fmla="*/ 1114885 h 1114902"/>
              <a:gd name="csX162" fmla="*/ 27999 w 1728164"/>
              <a:gd name="csY162" fmla="*/ 1114885 h 1114902"/>
              <a:gd name="csX163" fmla="*/ 28172 w 1728164"/>
              <a:gd name="csY163" fmla="*/ 1114885 h 1114902"/>
              <a:gd name="csX164" fmla="*/ 28345 w 1728164"/>
              <a:gd name="csY164" fmla="*/ 1114885 h 1114902"/>
              <a:gd name="csX165" fmla="*/ 28518 w 1728164"/>
              <a:gd name="csY165" fmla="*/ 1114885 h 1114902"/>
              <a:gd name="csX166" fmla="*/ 28690 w 1728164"/>
              <a:gd name="csY166" fmla="*/ 1114876 h 1114902"/>
              <a:gd name="csX167" fmla="*/ 28863 w 1728164"/>
              <a:gd name="csY167" fmla="*/ 1114876 h 1114902"/>
              <a:gd name="csX168" fmla="*/ 29036 w 1728164"/>
              <a:gd name="csY168" fmla="*/ 1114876 h 1114902"/>
              <a:gd name="csX169" fmla="*/ 29209 w 1728164"/>
              <a:gd name="csY169" fmla="*/ 1114876 h 1114902"/>
              <a:gd name="csX170" fmla="*/ 29381 w 1728164"/>
              <a:gd name="csY170" fmla="*/ 1114876 h 1114902"/>
              <a:gd name="csX171" fmla="*/ 29554 w 1728164"/>
              <a:gd name="csY171" fmla="*/ 1114876 h 1114902"/>
              <a:gd name="csX172" fmla="*/ 29727 w 1728164"/>
              <a:gd name="csY172" fmla="*/ 1114876 h 1114902"/>
              <a:gd name="csX173" fmla="*/ 29900 w 1728164"/>
              <a:gd name="csY173" fmla="*/ 1114876 h 1114902"/>
              <a:gd name="csX174" fmla="*/ 30073 w 1728164"/>
              <a:gd name="csY174" fmla="*/ 1114876 h 1114902"/>
              <a:gd name="csX175" fmla="*/ 30246 w 1728164"/>
              <a:gd name="csY175" fmla="*/ 1114876 h 1114902"/>
              <a:gd name="csX176" fmla="*/ 30419 w 1728164"/>
              <a:gd name="csY176" fmla="*/ 1114876 h 1114902"/>
              <a:gd name="csX177" fmla="*/ 30591 w 1728164"/>
              <a:gd name="csY177" fmla="*/ 1114876 h 1114902"/>
              <a:gd name="csX178" fmla="*/ 30764 w 1728164"/>
              <a:gd name="csY178" fmla="*/ 1114876 h 1114902"/>
              <a:gd name="csX179" fmla="*/ 30937 w 1728164"/>
              <a:gd name="csY179" fmla="*/ 1114876 h 1114902"/>
              <a:gd name="csX180" fmla="*/ 31110 w 1728164"/>
              <a:gd name="csY180" fmla="*/ 1114876 h 1114902"/>
              <a:gd name="csX181" fmla="*/ 31283 w 1728164"/>
              <a:gd name="csY181" fmla="*/ 1114876 h 1114902"/>
              <a:gd name="csX182" fmla="*/ 31455 w 1728164"/>
              <a:gd name="csY182" fmla="*/ 1114876 h 1114902"/>
              <a:gd name="csX183" fmla="*/ 31629 w 1728164"/>
              <a:gd name="csY183" fmla="*/ 1114876 h 1114902"/>
              <a:gd name="csX184" fmla="*/ 31801 w 1728164"/>
              <a:gd name="csY184" fmla="*/ 1114876 h 1114902"/>
              <a:gd name="csX185" fmla="*/ 31974 w 1728164"/>
              <a:gd name="csY185" fmla="*/ 1114876 h 1114902"/>
              <a:gd name="csX186" fmla="*/ 32147 w 1728164"/>
              <a:gd name="csY186" fmla="*/ 1114876 h 1114902"/>
              <a:gd name="csX187" fmla="*/ 32320 w 1728164"/>
              <a:gd name="csY187" fmla="*/ 1114876 h 1114902"/>
              <a:gd name="csX188" fmla="*/ 32493 w 1728164"/>
              <a:gd name="csY188" fmla="*/ 1114876 h 1114902"/>
              <a:gd name="csX189" fmla="*/ 32665 w 1728164"/>
              <a:gd name="csY189" fmla="*/ 1114876 h 1114902"/>
              <a:gd name="csX190" fmla="*/ 32839 w 1728164"/>
              <a:gd name="csY190" fmla="*/ 1114876 h 1114902"/>
              <a:gd name="csX191" fmla="*/ 33011 w 1728164"/>
              <a:gd name="csY191" fmla="*/ 1114876 h 1114902"/>
              <a:gd name="csX192" fmla="*/ 33184 w 1728164"/>
              <a:gd name="csY192" fmla="*/ 1114876 h 1114902"/>
              <a:gd name="csX193" fmla="*/ 33356 w 1728164"/>
              <a:gd name="csY193" fmla="*/ 1114876 h 1114902"/>
              <a:gd name="csX194" fmla="*/ 33530 w 1728164"/>
              <a:gd name="csY194" fmla="*/ 1114876 h 1114902"/>
              <a:gd name="csX195" fmla="*/ 33702 w 1728164"/>
              <a:gd name="csY195" fmla="*/ 1114876 h 1114902"/>
              <a:gd name="csX196" fmla="*/ 33875 w 1728164"/>
              <a:gd name="csY196" fmla="*/ 1114876 h 1114902"/>
              <a:gd name="csX197" fmla="*/ 34048 w 1728164"/>
              <a:gd name="csY197" fmla="*/ 1114876 h 1114902"/>
              <a:gd name="csX198" fmla="*/ 34221 w 1728164"/>
              <a:gd name="csY198" fmla="*/ 1114876 h 1114902"/>
              <a:gd name="csX199" fmla="*/ 34394 w 1728164"/>
              <a:gd name="csY199" fmla="*/ 1114876 h 1114902"/>
              <a:gd name="csX200" fmla="*/ 34566 w 1728164"/>
              <a:gd name="csY200" fmla="*/ 1114876 h 1114902"/>
              <a:gd name="csX201" fmla="*/ 34740 w 1728164"/>
              <a:gd name="csY201" fmla="*/ 1114876 h 1114902"/>
              <a:gd name="csX202" fmla="*/ 34912 w 1728164"/>
              <a:gd name="csY202" fmla="*/ 1114876 h 1114902"/>
              <a:gd name="csX203" fmla="*/ 35085 w 1728164"/>
              <a:gd name="csY203" fmla="*/ 1114876 h 1114902"/>
              <a:gd name="csX204" fmla="*/ 35258 w 1728164"/>
              <a:gd name="csY204" fmla="*/ 1114876 h 1114902"/>
              <a:gd name="csX205" fmla="*/ 35431 w 1728164"/>
              <a:gd name="csY205" fmla="*/ 1114876 h 1114902"/>
              <a:gd name="csX206" fmla="*/ 35604 w 1728164"/>
              <a:gd name="csY206" fmla="*/ 1114876 h 1114902"/>
              <a:gd name="csX207" fmla="*/ 35776 w 1728164"/>
              <a:gd name="csY207" fmla="*/ 1114876 h 1114902"/>
              <a:gd name="csX208" fmla="*/ 35950 w 1728164"/>
              <a:gd name="csY208" fmla="*/ 1114876 h 1114902"/>
              <a:gd name="csX209" fmla="*/ 36122 w 1728164"/>
              <a:gd name="csY209" fmla="*/ 1114876 h 1114902"/>
              <a:gd name="csX210" fmla="*/ 36295 w 1728164"/>
              <a:gd name="csY210" fmla="*/ 1114876 h 1114902"/>
              <a:gd name="csX211" fmla="*/ 36467 w 1728164"/>
              <a:gd name="csY211" fmla="*/ 1114876 h 1114902"/>
              <a:gd name="csX212" fmla="*/ 36641 w 1728164"/>
              <a:gd name="csY212" fmla="*/ 1114867 h 1114902"/>
              <a:gd name="csX213" fmla="*/ 36814 w 1728164"/>
              <a:gd name="csY213" fmla="*/ 1114867 h 1114902"/>
              <a:gd name="csX214" fmla="*/ 36986 w 1728164"/>
              <a:gd name="csY214" fmla="*/ 1114867 h 1114902"/>
              <a:gd name="csX215" fmla="*/ 37159 w 1728164"/>
              <a:gd name="csY215" fmla="*/ 1114867 h 1114902"/>
              <a:gd name="csX216" fmla="*/ 37332 w 1728164"/>
              <a:gd name="csY216" fmla="*/ 1114867 h 1114902"/>
              <a:gd name="csX217" fmla="*/ 37505 w 1728164"/>
              <a:gd name="csY217" fmla="*/ 1114867 h 1114902"/>
              <a:gd name="csX218" fmla="*/ 37677 w 1728164"/>
              <a:gd name="csY218" fmla="*/ 1114867 h 1114902"/>
              <a:gd name="csX219" fmla="*/ 37851 w 1728164"/>
              <a:gd name="csY219" fmla="*/ 1114867 h 1114902"/>
              <a:gd name="csX220" fmla="*/ 38023 w 1728164"/>
              <a:gd name="csY220" fmla="*/ 1114867 h 1114902"/>
              <a:gd name="csX221" fmla="*/ 38196 w 1728164"/>
              <a:gd name="csY221" fmla="*/ 1114867 h 1114902"/>
              <a:gd name="csX222" fmla="*/ 38369 w 1728164"/>
              <a:gd name="csY222" fmla="*/ 1114867 h 1114902"/>
              <a:gd name="csX223" fmla="*/ 38542 w 1728164"/>
              <a:gd name="csY223" fmla="*/ 1114867 h 1114902"/>
              <a:gd name="csX224" fmla="*/ 38715 w 1728164"/>
              <a:gd name="csY224" fmla="*/ 1114867 h 1114902"/>
              <a:gd name="csX225" fmla="*/ 38887 w 1728164"/>
              <a:gd name="csY225" fmla="*/ 1114867 h 1114902"/>
              <a:gd name="csX226" fmla="*/ 39060 w 1728164"/>
              <a:gd name="csY226" fmla="*/ 1114867 h 1114902"/>
              <a:gd name="csX227" fmla="*/ 39233 w 1728164"/>
              <a:gd name="csY227" fmla="*/ 1114867 h 1114902"/>
              <a:gd name="csX228" fmla="*/ 39406 w 1728164"/>
              <a:gd name="csY228" fmla="*/ 1114867 h 1114902"/>
              <a:gd name="csX229" fmla="*/ 39579 w 1728164"/>
              <a:gd name="csY229" fmla="*/ 1114867 h 1114902"/>
              <a:gd name="csX230" fmla="*/ 39752 w 1728164"/>
              <a:gd name="csY230" fmla="*/ 1114867 h 1114902"/>
              <a:gd name="csX231" fmla="*/ 39925 w 1728164"/>
              <a:gd name="csY231" fmla="*/ 1114867 h 1114902"/>
              <a:gd name="csX232" fmla="*/ 40097 w 1728164"/>
              <a:gd name="csY232" fmla="*/ 1114867 h 1114902"/>
              <a:gd name="csX233" fmla="*/ 40270 w 1728164"/>
              <a:gd name="csY233" fmla="*/ 1114867 h 1114902"/>
              <a:gd name="csX234" fmla="*/ 40443 w 1728164"/>
              <a:gd name="csY234" fmla="*/ 1114867 h 1114902"/>
              <a:gd name="csX235" fmla="*/ 40616 w 1728164"/>
              <a:gd name="csY235" fmla="*/ 1114867 h 1114902"/>
              <a:gd name="csX236" fmla="*/ 40788 w 1728164"/>
              <a:gd name="csY236" fmla="*/ 1114867 h 1114902"/>
              <a:gd name="csX237" fmla="*/ 40961 w 1728164"/>
              <a:gd name="csY237" fmla="*/ 1114867 h 1114902"/>
              <a:gd name="csX238" fmla="*/ 41135 w 1728164"/>
              <a:gd name="csY238" fmla="*/ 1114867 h 1114902"/>
              <a:gd name="csX239" fmla="*/ 41307 w 1728164"/>
              <a:gd name="csY239" fmla="*/ 1114867 h 1114902"/>
              <a:gd name="csX240" fmla="*/ 41480 w 1728164"/>
              <a:gd name="csY240" fmla="*/ 1114867 h 1114902"/>
              <a:gd name="csX241" fmla="*/ 41653 w 1728164"/>
              <a:gd name="csY241" fmla="*/ 1114867 h 1114902"/>
              <a:gd name="csX242" fmla="*/ 41826 w 1728164"/>
              <a:gd name="csY242" fmla="*/ 1114867 h 1114902"/>
              <a:gd name="csX243" fmla="*/ 41998 w 1728164"/>
              <a:gd name="csY243" fmla="*/ 1114867 h 1114902"/>
              <a:gd name="csX244" fmla="*/ 42171 w 1728164"/>
              <a:gd name="csY244" fmla="*/ 1114867 h 1114902"/>
              <a:gd name="csX245" fmla="*/ 42344 w 1728164"/>
              <a:gd name="csY245" fmla="*/ 1114867 h 1114902"/>
              <a:gd name="csX246" fmla="*/ 42517 w 1728164"/>
              <a:gd name="csY246" fmla="*/ 1114867 h 1114902"/>
              <a:gd name="csX247" fmla="*/ 42690 w 1728164"/>
              <a:gd name="csY247" fmla="*/ 1114867 h 1114902"/>
              <a:gd name="csX248" fmla="*/ 42862 w 1728164"/>
              <a:gd name="csY248" fmla="*/ 1114867 h 1114902"/>
              <a:gd name="csX249" fmla="*/ 43036 w 1728164"/>
              <a:gd name="csY249" fmla="*/ 1114867 h 1114902"/>
              <a:gd name="csX250" fmla="*/ 43208 w 1728164"/>
              <a:gd name="csY250" fmla="*/ 1114867 h 1114902"/>
              <a:gd name="csX251" fmla="*/ 43381 w 1728164"/>
              <a:gd name="csY251" fmla="*/ 1114858 h 1114902"/>
              <a:gd name="csX252" fmla="*/ 43554 w 1728164"/>
              <a:gd name="csY252" fmla="*/ 1114858 h 1114902"/>
              <a:gd name="csX253" fmla="*/ 43727 w 1728164"/>
              <a:gd name="csY253" fmla="*/ 1114858 h 1114902"/>
              <a:gd name="csX254" fmla="*/ 43900 w 1728164"/>
              <a:gd name="csY254" fmla="*/ 1114858 h 1114902"/>
              <a:gd name="csX255" fmla="*/ 44072 w 1728164"/>
              <a:gd name="csY255" fmla="*/ 1114858 h 1114902"/>
              <a:gd name="csX256" fmla="*/ 44246 w 1728164"/>
              <a:gd name="csY256" fmla="*/ 1114858 h 1114902"/>
              <a:gd name="csX257" fmla="*/ 44418 w 1728164"/>
              <a:gd name="csY257" fmla="*/ 1114858 h 1114902"/>
              <a:gd name="csX258" fmla="*/ 44591 w 1728164"/>
              <a:gd name="csY258" fmla="*/ 1114858 h 1114902"/>
              <a:gd name="csX259" fmla="*/ 44763 w 1728164"/>
              <a:gd name="csY259" fmla="*/ 1114858 h 1114902"/>
              <a:gd name="csX260" fmla="*/ 44937 w 1728164"/>
              <a:gd name="csY260" fmla="*/ 1114858 h 1114902"/>
              <a:gd name="csX261" fmla="*/ 45109 w 1728164"/>
              <a:gd name="csY261" fmla="*/ 1114858 h 1114902"/>
              <a:gd name="csX262" fmla="*/ 45282 w 1728164"/>
              <a:gd name="csY262" fmla="*/ 1114858 h 1114902"/>
              <a:gd name="csX263" fmla="*/ 45456 w 1728164"/>
              <a:gd name="csY263" fmla="*/ 1114858 h 1114902"/>
              <a:gd name="csX264" fmla="*/ 45628 w 1728164"/>
              <a:gd name="csY264" fmla="*/ 1114858 h 1114902"/>
              <a:gd name="csX265" fmla="*/ 45801 w 1728164"/>
              <a:gd name="csY265" fmla="*/ 1114858 h 1114902"/>
              <a:gd name="csX266" fmla="*/ 45973 w 1728164"/>
              <a:gd name="csY266" fmla="*/ 1114858 h 1114902"/>
              <a:gd name="csX267" fmla="*/ 46147 w 1728164"/>
              <a:gd name="csY267" fmla="*/ 1114858 h 1114902"/>
              <a:gd name="csX268" fmla="*/ 46319 w 1728164"/>
              <a:gd name="csY268" fmla="*/ 1114858 h 1114902"/>
              <a:gd name="csX269" fmla="*/ 46492 w 1728164"/>
              <a:gd name="csY269" fmla="*/ 1114858 h 1114902"/>
              <a:gd name="csX270" fmla="*/ 46665 w 1728164"/>
              <a:gd name="csY270" fmla="*/ 1114858 h 1114902"/>
              <a:gd name="csX271" fmla="*/ 46838 w 1728164"/>
              <a:gd name="csY271" fmla="*/ 1114858 h 1114902"/>
              <a:gd name="csX272" fmla="*/ 47011 w 1728164"/>
              <a:gd name="csY272" fmla="*/ 1114858 h 1114902"/>
              <a:gd name="csX273" fmla="*/ 47183 w 1728164"/>
              <a:gd name="csY273" fmla="*/ 1114858 h 1114902"/>
              <a:gd name="csX274" fmla="*/ 47357 w 1728164"/>
              <a:gd name="csY274" fmla="*/ 1114858 h 1114902"/>
              <a:gd name="csX275" fmla="*/ 47529 w 1728164"/>
              <a:gd name="csY275" fmla="*/ 1114858 h 1114902"/>
              <a:gd name="csX276" fmla="*/ 47702 w 1728164"/>
              <a:gd name="csY276" fmla="*/ 1114858 h 1114902"/>
              <a:gd name="csX277" fmla="*/ 47874 w 1728164"/>
              <a:gd name="csY277" fmla="*/ 1114858 h 1114902"/>
              <a:gd name="csX278" fmla="*/ 48048 w 1728164"/>
              <a:gd name="csY278" fmla="*/ 1114858 h 1114902"/>
              <a:gd name="csX279" fmla="*/ 48221 w 1728164"/>
              <a:gd name="csY279" fmla="*/ 1114858 h 1114902"/>
              <a:gd name="csX280" fmla="*/ 48393 w 1728164"/>
              <a:gd name="csY280" fmla="*/ 1114858 h 1114902"/>
              <a:gd name="csX281" fmla="*/ 48566 w 1728164"/>
              <a:gd name="csY281" fmla="*/ 1114858 h 1114902"/>
              <a:gd name="csX282" fmla="*/ 48739 w 1728164"/>
              <a:gd name="csY282" fmla="*/ 1114858 h 1114902"/>
              <a:gd name="csX283" fmla="*/ 48912 w 1728164"/>
              <a:gd name="csY283" fmla="*/ 1114858 h 1114902"/>
              <a:gd name="csX284" fmla="*/ 49084 w 1728164"/>
              <a:gd name="csY284" fmla="*/ 1114858 h 1114902"/>
              <a:gd name="csX285" fmla="*/ 49258 w 1728164"/>
              <a:gd name="csY285" fmla="*/ 1114858 h 1114902"/>
              <a:gd name="csX286" fmla="*/ 49430 w 1728164"/>
              <a:gd name="csY286" fmla="*/ 1114849 h 1114902"/>
              <a:gd name="csX287" fmla="*/ 49603 w 1728164"/>
              <a:gd name="csY287" fmla="*/ 1114849 h 1114902"/>
              <a:gd name="csX288" fmla="*/ 49776 w 1728164"/>
              <a:gd name="csY288" fmla="*/ 1114849 h 1114902"/>
              <a:gd name="csX289" fmla="*/ 49949 w 1728164"/>
              <a:gd name="csY289" fmla="*/ 1114849 h 1114902"/>
              <a:gd name="csX290" fmla="*/ 50122 w 1728164"/>
              <a:gd name="csY290" fmla="*/ 1114849 h 1114902"/>
              <a:gd name="csX291" fmla="*/ 50294 w 1728164"/>
              <a:gd name="csY291" fmla="*/ 1114849 h 1114902"/>
              <a:gd name="csX292" fmla="*/ 50467 w 1728164"/>
              <a:gd name="csY292" fmla="*/ 1114849 h 1114902"/>
              <a:gd name="csX293" fmla="*/ 50640 w 1728164"/>
              <a:gd name="csY293" fmla="*/ 1114849 h 1114902"/>
              <a:gd name="csX294" fmla="*/ 50813 w 1728164"/>
              <a:gd name="csY294" fmla="*/ 1114849 h 1114902"/>
              <a:gd name="csX295" fmla="*/ 50986 w 1728164"/>
              <a:gd name="csY295" fmla="*/ 1114849 h 1114902"/>
              <a:gd name="csX296" fmla="*/ 51159 w 1728164"/>
              <a:gd name="csY296" fmla="*/ 1114849 h 1114902"/>
              <a:gd name="csX297" fmla="*/ 51332 w 1728164"/>
              <a:gd name="csY297" fmla="*/ 1114849 h 1114902"/>
              <a:gd name="csX298" fmla="*/ 51504 w 1728164"/>
              <a:gd name="csY298" fmla="*/ 1114849 h 1114902"/>
              <a:gd name="csX299" fmla="*/ 51677 w 1728164"/>
              <a:gd name="csY299" fmla="*/ 1114849 h 1114902"/>
              <a:gd name="csX300" fmla="*/ 51850 w 1728164"/>
              <a:gd name="csY300" fmla="*/ 1114849 h 1114902"/>
              <a:gd name="csX301" fmla="*/ 52023 w 1728164"/>
              <a:gd name="csY301" fmla="*/ 1114849 h 1114902"/>
              <a:gd name="csX302" fmla="*/ 52195 w 1728164"/>
              <a:gd name="csY302" fmla="*/ 1114849 h 1114902"/>
              <a:gd name="csX303" fmla="*/ 52368 w 1728164"/>
              <a:gd name="csY303" fmla="*/ 1114849 h 1114902"/>
              <a:gd name="csX304" fmla="*/ 52542 w 1728164"/>
              <a:gd name="csY304" fmla="*/ 1114849 h 1114902"/>
              <a:gd name="csX305" fmla="*/ 52714 w 1728164"/>
              <a:gd name="csY305" fmla="*/ 1114849 h 1114902"/>
              <a:gd name="csX306" fmla="*/ 52887 w 1728164"/>
              <a:gd name="csY306" fmla="*/ 1114849 h 1114902"/>
              <a:gd name="csX307" fmla="*/ 53060 w 1728164"/>
              <a:gd name="csY307" fmla="*/ 1114849 h 1114902"/>
              <a:gd name="csX308" fmla="*/ 53233 w 1728164"/>
              <a:gd name="csY308" fmla="*/ 1114849 h 1114902"/>
              <a:gd name="csX309" fmla="*/ 53405 w 1728164"/>
              <a:gd name="csY309" fmla="*/ 1114849 h 1114902"/>
              <a:gd name="csX310" fmla="*/ 53578 w 1728164"/>
              <a:gd name="csY310" fmla="*/ 1114849 h 1114902"/>
              <a:gd name="csX311" fmla="*/ 53751 w 1728164"/>
              <a:gd name="csY311" fmla="*/ 1114849 h 1114902"/>
              <a:gd name="csX312" fmla="*/ 53924 w 1728164"/>
              <a:gd name="csY312" fmla="*/ 1114849 h 1114902"/>
              <a:gd name="csX313" fmla="*/ 54097 w 1728164"/>
              <a:gd name="csY313" fmla="*/ 1114849 h 1114902"/>
              <a:gd name="csX314" fmla="*/ 54269 w 1728164"/>
              <a:gd name="csY314" fmla="*/ 1114849 h 1114902"/>
              <a:gd name="csX315" fmla="*/ 54443 w 1728164"/>
              <a:gd name="csY315" fmla="*/ 1114849 h 1114902"/>
              <a:gd name="csX316" fmla="*/ 54615 w 1728164"/>
              <a:gd name="csY316" fmla="*/ 1114840 h 1114902"/>
              <a:gd name="csX317" fmla="*/ 54788 w 1728164"/>
              <a:gd name="csY317" fmla="*/ 1114840 h 1114902"/>
              <a:gd name="csX318" fmla="*/ 54961 w 1728164"/>
              <a:gd name="csY318" fmla="*/ 1114840 h 1114902"/>
              <a:gd name="csX319" fmla="*/ 55134 w 1728164"/>
              <a:gd name="csY319" fmla="*/ 1114840 h 1114902"/>
              <a:gd name="csX320" fmla="*/ 55307 w 1728164"/>
              <a:gd name="csY320" fmla="*/ 1114840 h 1114902"/>
              <a:gd name="csX321" fmla="*/ 55479 w 1728164"/>
              <a:gd name="csY321" fmla="*/ 1114840 h 1114902"/>
              <a:gd name="csX322" fmla="*/ 55653 w 1728164"/>
              <a:gd name="csY322" fmla="*/ 1114840 h 1114902"/>
              <a:gd name="csX323" fmla="*/ 55825 w 1728164"/>
              <a:gd name="csY323" fmla="*/ 1114840 h 1114902"/>
              <a:gd name="csX324" fmla="*/ 55998 w 1728164"/>
              <a:gd name="csY324" fmla="*/ 1114840 h 1114902"/>
              <a:gd name="csX325" fmla="*/ 56170 w 1728164"/>
              <a:gd name="csY325" fmla="*/ 1114840 h 1114902"/>
              <a:gd name="csX326" fmla="*/ 56344 w 1728164"/>
              <a:gd name="csY326" fmla="*/ 1114840 h 1114902"/>
              <a:gd name="csX327" fmla="*/ 56516 w 1728164"/>
              <a:gd name="csY327" fmla="*/ 1114840 h 1114902"/>
              <a:gd name="csX328" fmla="*/ 56689 w 1728164"/>
              <a:gd name="csY328" fmla="*/ 1114840 h 1114902"/>
              <a:gd name="csX329" fmla="*/ 56863 w 1728164"/>
              <a:gd name="csY329" fmla="*/ 1114840 h 1114902"/>
              <a:gd name="csX330" fmla="*/ 57035 w 1728164"/>
              <a:gd name="csY330" fmla="*/ 1114840 h 1114902"/>
              <a:gd name="csX331" fmla="*/ 57208 w 1728164"/>
              <a:gd name="csY331" fmla="*/ 1114840 h 1114902"/>
              <a:gd name="csX332" fmla="*/ 57380 w 1728164"/>
              <a:gd name="csY332" fmla="*/ 1114840 h 1114902"/>
              <a:gd name="csX333" fmla="*/ 57554 w 1728164"/>
              <a:gd name="csY333" fmla="*/ 1114840 h 1114902"/>
              <a:gd name="csX334" fmla="*/ 57726 w 1728164"/>
              <a:gd name="csY334" fmla="*/ 1114840 h 1114902"/>
              <a:gd name="csX335" fmla="*/ 57899 w 1728164"/>
              <a:gd name="csY335" fmla="*/ 1114840 h 1114902"/>
              <a:gd name="csX336" fmla="*/ 58072 w 1728164"/>
              <a:gd name="csY336" fmla="*/ 1114840 h 1114902"/>
              <a:gd name="csX337" fmla="*/ 58245 w 1728164"/>
              <a:gd name="csY337" fmla="*/ 1114840 h 1114902"/>
              <a:gd name="csX338" fmla="*/ 58418 w 1728164"/>
              <a:gd name="csY338" fmla="*/ 1114840 h 1114902"/>
              <a:gd name="csX339" fmla="*/ 58590 w 1728164"/>
              <a:gd name="csY339" fmla="*/ 1114840 h 1114902"/>
              <a:gd name="csX340" fmla="*/ 58764 w 1728164"/>
              <a:gd name="csY340" fmla="*/ 1114840 h 1114902"/>
              <a:gd name="csX341" fmla="*/ 58936 w 1728164"/>
              <a:gd name="csY341" fmla="*/ 1114840 h 1114902"/>
              <a:gd name="csX342" fmla="*/ 59109 w 1728164"/>
              <a:gd name="csY342" fmla="*/ 1114840 h 1114902"/>
              <a:gd name="csX343" fmla="*/ 59282 w 1728164"/>
              <a:gd name="csY343" fmla="*/ 1114831 h 1114902"/>
              <a:gd name="csX344" fmla="*/ 59455 w 1728164"/>
              <a:gd name="csY344" fmla="*/ 1114831 h 1114902"/>
              <a:gd name="csX345" fmla="*/ 59628 w 1728164"/>
              <a:gd name="csY345" fmla="*/ 1114831 h 1114902"/>
              <a:gd name="csX346" fmla="*/ 59800 w 1728164"/>
              <a:gd name="csY346" fmla="*/ 1114831 h 1114902"/>
              <a:gd name="csX347" fmla="*/ 59973 w 1728164"/>
              <a:gd name="csY347" fmla="*/ 1114831 h 1114902"/>
              <a:gd name="csX348" fmla="*/ 60146 w 1728164"/>
              <a:gd name="csY348" fmla="*/ 1114831 h 1114902"/>
              <a:gd name="csX349" fmla="*/ 60319 w 1728164"/>
              <a:gd name="csY349" fmla="*/ 1114831 h 1114902"/>
              <a:gd name="csX350" fmla="*/ 60491 w 1728164"/>
              <a:gd name="csY350" fmla="*/ 1114831 h 1114902"/>
              <a:gd name="csX351" fmla="*/ 60665 w 1728164"/>
              <a:gd name="csY351" fmla="*/ 1114831 h 1114902"/>
              <a:gd name="csX352" fmla="*/ 60837 w 1728164"/>
              <a:gd name="csY352" fmla="*/ 1114831 h 1114902"/>
              <a:gd name="csX353" fmla="*/ 61010 w 1728164"/>
              <a:gd name="csY353" fmla="*/ 1114831 h 1114902"/>
              <a:gd name="csX354" fmla="*/ 61183 w 1728164"/>
              <a:gd name="csY354" fmla="*/ 1114831 h 1114902"/>
              <a:gd name="csX355" fmla="*/ 61356 w 1728164"/>
              <a:gd name="csY355" fmla="*/ 1114831 h 1114902"/>
              <a:gd name="csX356" fmla="*/ 61529 w 1728164"/>
              <a:gd name="csY356" fmla="*/ 1114831 h 1114902"/>
              <a:gd name="csX357" fmla="*/ 61701 w 1728164"/>
              <a:gd name="csY357" fmla="*/ 1114831 h 1114902"/>
              <a:gd name="csX358" fmla="*/ 61874 w 1728164"/>
              <a:gd name="csY358" fmla="*/ 1114831 h 1114902"/>
              <a:gd name="csX359" fmla="*/ 62047 w 1728164"/>
              <a:gd name="csY359" fmla="*/ 1114831 h 1114902"/>
              <a:gd name="csX360" fmla="*/ 62220 w 1728164"/>
              <a:gd name="csY360" fmla="*/ 1114831 h 1114902"/>
              <a:gd name="csX361" fmla="*/ 62393 w 1728164"/>
              <a:gd name="csY361" fmla="*/ 1114831 h 1114902"/>
              <a:gd name="csX362" fmla="*/ 62566 w 1728164"/>
              <a:gd name="csY362" fmla="*/ 1114831 h 1114902"/>
              <a:gd name="csX363" fmla="*/ 62739 w 1728164"/>
              <a:gd name="csY363" fmla="*/ 1114831 h 1114902"/>
              <a:gd name="csX364" fmla="*/ 62911 w 1728164"/>
              <a:gd name="csY364" fmla="*/ 1114831 h 1114902"/>
              <a:gd name="csX365" fmla="*/ 63084 w 1728164"/>
              <a:gd name="csY365" fmla="*/ 1114831 h 1114902"/>
              <a:gd name="csX366" fmla="*/ 63257 w 1728164"/>
              <a:gd name="csY366" fmla="*/ 1114831 h 1114902"/>
              <a:gd name="csX367" fmla="*/ 63430 w 1728164"/>
              <a:gd name="csY367" fmla="*/ 1114831 h 1114902"/>
              <a:gd name="csX368" fmla="*/ 63603 w 1728164"/>
              <a:gd name="csY368" fmla="*/ 1114822 h 1114902"/>
              <a:gd name="csX369" fmla="*/ 63775 w 1728164"/>
              <a:gd name="csY369" fmla="*/ 1114822 h 1114902"/>
              <a:gd name="csX370" fmla="*/ 63949 w 1728164"/>
              <a:gd name="csY370" fmla="*/ 1114822 h 1114902"/>
              <a:gd name="csX371" fmla="*/ 64121 w 1728164"/>
              <a:gd name="csY371" fmla="*/ 1114822 h 1114902"/>
              <a:gd name="csX372" fmla="*/ 64294 w 1728164"/>
              <a:gd name="csY372" fmla="*/ 1114822 h 1114902"/>
              <a:gd name="csX373" fmla="*/ 64467 w 1728164"/>
              <a:gd name="csY373" fmla="*/ 1114822 h 1114902"/>
              <a:gd name="csX374" fmla="*/ 64640 w 1728164"/>
              <a:gd name="csY374" fmla="*/ 1114822 h 1114902"/>
              <a:gd name="csX375" fmla="*/ 64812 w 1728164"/>
              <a:gd name="csY375" fmla="*/ 1114822 h 1114902"/>
              <a:gd name="csX376" fmla="*/ 64985 w 1728164"/>
              <a:gd name="csY376" fmla="*/ 1114822 h 1114902"/>
              <a:gd name="csX377" fmla="*/ 65158 w 1728164"/>
              <a:gd name="csY377" fmla="*/ 1114822 h 1114902"/>
              <a:gd name="csX378" fmla="*/ 65331 w 1728164"/>
              <a:gd name="csY378" fmla="*/ 1114822 h 1114902"/>
              <a:gd name="csX379" fmla="*/ 65504 w 1728164"/>
              <a:gd name="csY379" fmla="*/ 1114822 h 1114902"/>
              <a:gd name="csX380" fmla="*/ 65676 w 1728164"/>
              <a:gd name="csY380" fmla="*/ 1114822 h 1114902"/>
              <a:gd name="csX381" fmla="*/ 65850 w 1728164"/>
              <a:gd name="csY381" fmla="*/ 1114822 h 1114902"/>
              <a:gd name="csX382" fmla="*/ 66022 w 1728164"/>
              <a:gd name="csY382" fmla="*/ 1114822 h 1114902"/>
              <a:gd name="csX383" fmla="*/ 66195 w 1728164"/>
              <a:gd name="csY383" fmla="*/ 1114822 h 1114902"/>
              <a:gd name="csX384" fmla="*/ 66368 w 1728164"/>
              <a:gd name="csY384" fmla="*/ 1114822 h 1114902"/>
              <a:gd name="csX385" fmla="*/ 66541 w 1728164"/>
              <a:gd name="csY385" fmla="*/ 1114822 h 1114902"/>
              <a:gd name="csX386" fmla="*/ 66714 w 1728164"/>
              <a:gd name="csY386" fmla="*/ 1114822 h 1114902"/>
              <a:gd name="csX387" fmla="*/ 66886 w 1728164"/>
              <a:gd name="csY387" fmla="*/ 1114822 h 1114902"/>
              <a:gd name="csX388" fmla="*/ 67060 w 1728164"/>
              <a:gd name="csY388" fmla="*/ 1114822 h 1114902"/>
              <a:gd name="csX389" fmla="*/ 67232 w 1728164"/>
              <a:gd name="csY389" fmla="*/ 1114822 h 1114902"/>
              <a:gd name="csX390" fmla="*/ 67405 w 1728164"/>
              <a:gd name="csY390" fmla="*/ 1114822 h 1114902"/>
              <a:gd name="csX391" fmla="*/ 67577 w 1728164"/>
              <a:gd name="csY391" fmla="*/ 1114813 h 1114902"/>
              <a:gd name="csX392" fmla="*/ 67751 w 1728164"/>
              <a:gd name="csY392" fmla="*/ 1114813 h 1114902"/>
              <a:gd name="csX393" fmla="*/ 67924 w 1728164"/>
              <a:gd name="csY393" fmla="*/ 1114813 h 1114902"/>
              <a:gd name="csX394" fmla="*/ 68096 w 1728164"/>
              <a:gd name="csY394" fmla="*/ 1114813 h 1114902"/>
              <a:gd name="csX395" fmla="*/ 68270 w 1728164"/>
              <a:gd name="csY395" fmla="*/ 1114813 h 1114902"/>
              <a:gd name="csX396" fmla="*/ 68442 w 1728164"/>
              <a:gd name="csY396" fmla="*/ 1114813 h 1114902"/>
              <a:gd name="csX397" fmla="*/ 68615 w 1728164"/>
              <a:gd name="csY397" fmla="*/ 1114813 h 1114902"/>
              <a:gd name="csX398" fmla="*/ 68787 w 1728164"/>
              <a:gd name="csY398" fmla="*/ 1114813 h 1114902"/>
              <a:gd name="csX399" fmla="*/ 68961 w 1728164"/>
              <a:gd name="csY399" fmla="*/ 1114813 h 1114902"/>
              <a:gd name="csX400" fmla="*/ 69133 w 1728164"/>
              <a:gd name="csY400" fmla="*/ 1114813 h 1114902"/>
              <a:gd name="csX401" fmla="*/ 69306 w 1728164"/>
              <a:gd name="csY401" fmla="*/ 1114813 h 1114902"/>
              <a:gd name="csX402" fmla="*/ 69479 w 1728164"/>
              <a:gd name="csY402" fmla="*/ 1114813 h 1114902"/>
              <a:gd name="csX403" fmla="*/ 69652 w 1728164"/>
              <a:gd name="csY403" fmla="*/ 1114813 h 1114902"/>
              <a:gd name="csX404" fmla="*/ 69825 w 1728164"/>
              <a:gd name="csY404" fmla="*/ 1114813 h 1114902"/>
              <a:gd name="csX405" fmla="*/ 69997 w 1728164"/>
              <a:gd name="csY405" fmla="*/ 1114813 h 1114902"/>
              <a:gd name="csX406" fmla="*/ 70171 w 1728164"/>
              <a:gd name="csY406" fmla="*/ 1114813 h 1114902"/>
              <a:gd name="csX407" fmla="*/ 70343 w 1728164"/>
              <a:gd name="csY407" fmla="*/ 1114813 h 1114902"/>
              <a:gd name="csX408" fmla="*/ 70516 w 1728164"/>
              <a:gd name="csY408" fmla="*/ 1114813 h 1114902"/>
              <a:gd name="csX409" fmla="*/ 70689 w 1728164"/>
              <a:gd name="csY409" fmla="*/ 1114813 h 1114902"/>
              <a:gd name="csX410" fmla="*/ 70862 w 1728164"/>
              <a:gd name="csY410" fmla="*/ 1114813 h 1114902"/>
              <a:gd name="csX411" fmla="*/ 71035 w 1728164"/>
              <a:gd name="csY411" fmla="*/ 1114805 h 1114902"/>
              <a:gd name="csX412" fmla="*/ 71207 w 1728164"/>
              <a:gd name="csY412" fmla="*/ 1114805 h 1114902"/>
              <a:gd name="csX413" fmla="*/ 71380 w 1728164"/>
              <a:gd name="csY413" fmla="*/ 1114805 h 1114902"/>
              <a:gd name="csX414" fmla="*/ 71553 w 1728164"/>
              <a:gd name="csY414" fmla="*/ 1114805 h 1114902"/>
              <a:gd name="csX415" fmla="*/ 71726 w 1728164"/>
              <a:gd name="csY415" fmla="*/ 1114805 h 1114902"/>
              <a:gd name="csX416" fmla="*/ 71898 w 1728164"/>
              <a:gd name="csY416" fmla="*/ 1114805 h 1114902"/>
              <a:gd name="csX417" fmla="*/ 72072 w 1728164"/>
              <a:gd name="csY417" fmla="*/ 1114805 h 1114902"/>
              <a:gd name="csX418" fmla="*/ 72245 w 1728164"/>
              <a:gd name="csY418" fmla="*/ 1114805 h 1114902"/>
              <a:gd name="csX419" fmla="*/ 72417 w 1728164"/>
              <a:gd name="csY419" fmla="*/ 1114805 h 1114902"/>
              <a:gd name="csX420" fmla="*/ 72590 w 1728164"/>
              <a:gd name="csY420" fmla="*/ 1114805 h 1114902"/>
              <a:gd name="csX421" fmla="*/ 72763 w 1728164"/>
              <a:gd name="csY421" fmla="*/ 1114805 h 1114902"/>
              <a:gd name="csX422" fmla="*/ 72936 w 1728164"/>
              <a:gd name="csY422" fmla="*/ 1114805 h 1114902"/>
              <a:gd name="csX423" fmla="*/ 73108 w 1728164"/>
              <a:gd name="csY423" fmla="*/ 1114805 h 1114902"/>
              <a:gd name="csX424" fmla="*/ 73281 w 1728164"/>
              <a:gd name="csY424" fmla="*/ 1114805 h 1114902"/>
              <a:gd name="csX425" fmla="*/ 73454 w 1728164"/>
              <a:gd name="csY425" fmla="*/ 1114805 h 1114902"/>
              <a:gd name="csX426" fmla="*/ 73627 w 1728164"/>
              <a:gd name="csY426" fmla="*/ 1114805 h 1114902"/>
              <a:gd name="csX427" fmla="*/ 73800 w 1728164"/>
              <a:gd name="csY427" fmla="*/ 1114805 h 1114902"/>
              <a:gd name="csX428" fmla="*/ 73973 w 1728164"/>
              <a:gd name="csY428" fmla="*/ 1114805 h 1114902"/>
              <a:gd name="csX429" fmla="*/ 74146 w 1728164"/>
              <a:gd name="csY429" fmla="*/ 1114805 h 1114902"/>
              <a:gd name="csX430" fmla="*/ 74318 w 1728164"/>
              <a:gd name="csY430" fmla="*/ 1114805 h 1114902"/>
              <a:gd name="csX431" fmla="*/ 74491 w 1728164"/>
              <a:gd name="csY431" fmla="*/ 1114796 h 1114902"/>
              <a:gd name="csX432" fmla="*/ 74664 w 1728164"/>
              <a:gd name="csY432" fmla="*/ 1114796 h 1114902"/>
              <a:gd name="csX433" fmla="*/ 74837 w 1728164"/>
              <a:gd name="csY433" fmla="*/ 1114796 h 1114902"/>
              <a:gd name="csX434" fmla="*/ 75010 w 1728164"/>
              <a:gd name="csY434" fmla="*/ 1114796 h 1114902"/>
              <a:gd name="csX435" fmla="*/ 75182 w 1728164"/>
              <a:gd name="csY435" fmla="*/ 1114796 h 1114902"/>
              <a:gd name="csX436" fmla="*/ 75356 w 1728164"/>
              <a:gd name="csY436" fmla="*/ 1114796 h 1114902"/>
              <a:gd name="csX437" fmla="*/ 75528 w 1728164"/>
              <a:gd name="csY437" fmla="*/ 1114796 h 1114902"/>
              <a:gd name="csX438" fmla="*/ 75701 w 1728164"/>
              <a:gd name="csY438" fmla="*/ 1114796 h 1114902"/>
              <a:gd name="csX439" fmla="*/ 75874 w 1728164"/>
              <a:gd name="csY439" fmla="*/ 1114796 h 1114902"/>
              <a:gd name="csX440" fmla="*/ 76047 w 1728164"/>
              <a:gd name="csY440" fmla="*/ 1114796 h 1114902"/>
              <a:gd name="csX441" fmla="*/ 76219 w 1728164"/>
              <a:gd name="csY441" fmla="*/ 1114796 h 1114902"/>
              <a:gd name="csX442" fmla="*/ 76392 w 1728164"/>
              <a:gd name="csY442" fmla="*/ 1114796 h 1114902"/>
              <a:gd name="csX443" fmla="*/ 76566 w 1728164"/>
              <a:gd name="csY443" fmla="*/ 1114796 h 1114902"/>
              <a:gd name="csX444" fmla="*/ 76738 w 1728164"/>
              <a:gd name="csY444" fmla="*/ 1114796 h 1114902"/>
              <a:gd name="csX445" fmla="*/ 76911 w 1728164"/>
              <a:gd name="csY445" fmla="*/ 1114796 h 1114902"/>
              <a:gd name="csX446" fmla="*/ 77083 w 1728164"/>
              <a:gd name="csY446" fmla="*/ 1114796 h 1114902"/>
              <a:gd name="csX447" fmla="*/ 77257 w 1728164"/>
              <a:gd name="csY447" fmla="*/ 1114796 h 1114902"/>
              <a:gd name="csX448" fmla="*/ 77429 w 1728164"/>
              <a:gd name="csY448" fmla="*/ 1114796 h 1114902"/>
              <a:gd name="csX449" fmla="*/ 77602 w 1728164"/>
              <a:gd name="csY449" fmla="*/ 1114787 h 1114902"/>
              <a:gd name="csX450" fmla="*/ 77775 w 1728164"/>
              <a:gd name="csY450" fmla="*/ 1114787 h 1114902"/>
              <a:gd name="csX451" fmla="*/ 77948 w 1728164"/>
              <a:gd name="csY451" fmla="*/ 1114787 h 1114902"/>
              <a:gd name="csX452" fmla="*/ 78121 w 1728164"/>
              <a:gd name="csY452" fmla="*/ 1114787 h 1114902"/>
              <a:gd name="csX453" fmla="*/ 78293 w 1728164"/>
              <a:gd name="csY453" fmla="*/ 1114787 h 1114902"/>
              <a:gd name="csX454" fmla="*/ 78467 w 1728164"/>
              <a:gd name="csY454" fmla="*/ 1114787 h 1114902"/>
              <a:gd name="csX455" fmla="*/ 78639 w 1728164"/>
              <a:gd name="csY455" fmla="*/ 1114787 h 1114902"/>
              <a:gd name="csX456" fmla="*/ 78812 w 1728164"/>
              <a:gd name="csY456" fmla="*/ 1114787 h 1114902"/>
              <a:gd name="csX457" fmla="*/ 78984 w 1728164"/>
              <a:gd name="csY457" fmla="*/ 1114787 h 1114902"/>
              <a:gd name="csX458" fmla="*/ 79158 w 1728164"/>
              <a:gd name="csY458" fmla="*/ 1114787 h 1114902"/>
              <a:gd name="csX459" fmla="*/ 79331 w 1728164"/>
              <a:gd name="csY459" fmla="*/ 1114787 h 1114902"/>
              <a:gd name="csX460" fmla="*/ 79503 w 1728164"/>
              <a:gd name="csY460" fmla="*/ 1114787 h 1114902"/>
              <a:gd name="csX461" fmla="*/ 79677 w 1728164"/>
              <a:gd name="csY461" fmla="*/ 1114787 h 1114902"/>
              <a:gd name="csX462" fmla="*/ 79849 w 1728164"/>
              <a:gd name="csY462" fmla="*/ 1114787 h 1114902"/>
              <a:gd name="csX463" fmla="*/ 80022 w 1728164"/>
              <a:gd name="csY463" fmla="*/ 1114787 h 1114902"/>
              <a:gd name="csX464" fmla="*/ 80194 w 1728164"/>
              <a:gd name="csY464" fmla="*/ 1114787 h 1114902"/>
              <a:gd name="csX465" fmla="*/ 80368 w 1728164"/>
              <a:gd name="csY465" fmla="*/ 1114787 h 1114902"/>
              <a:gd name="csX466" fmla="*/ 80540 w 1728164"/>
              <a:gd name="csY466" fmla="*/ 1114778 h 1114902"/>
              <a:gd name="csX467" fmla="*/ 80713 w 1728164"/>
              <a:gd name="csY467" fmla="*/ 1114778 h 1114902"/>
              <a:gd name="csX468" fmla="*/ 80886 w 1728164"/>
              <a:gd name="csY468" fmla="*/ 1114778 h 1114902"/>
              <a:gd name="csX469" fmla="*/ 81059 w 1728164"/>
              <a:gd name="csY469" fmla="*/ 1114778 h 1114902"/>
              <a:gd name="csX470" fmla="*/ 81232 w 1728164"/>
              <a:gd name="csY470" fmla="*/ 1114778 h 1114902"/>
              <a:gd name="csX471" fmla="*/ 81404 w 1728164"/>
              <a:gd name="csY471" fmla="*/ 1114778 h 1114902"/>
              <a:gd name="csX472" fmla="*/ 81578 w 1728164"/>
              <a:gd name="csY472" fmla="*/ 1114778 h 1114902"/>
              <a:gd name="csX473" fmla="*/ 81750 w 1728164"/>
              <a:gd name="csY473" fmla="*/ 1114778 h 1114902"/>
              <a:gd name="csX474" fmla="*/ 81923 w 1728164"/>
              <a:gd name="csY474" fmla="*/ 1114778 h 1114902"/>
              <a:gd name="csX475" fmla="*/ 82096 w 1728164"/>
              <a:gd name="csY475" fmla="*/ 1114778 h 1114902"/>
              <a:gd name="csX476" fmla="*/ 82269 w 1728164"/>
              <a:gd name="csY476" fmla="*/ 1114778 h 1114902"/>
              <a:gd name="csX477" fmla="*/ 82442 w 1728164"/>
              <a:gd name="csY477" fmla="*/ 1114778 h 1114902"/>
              <a:gd name="csX478" fmla="*/ 82614 w 1728164"/>
              <a:gd name="csY478" fmla="*/ 1114778 h 1114902"/>
              <a:gd name="csX479" fmla="*/ 82787 w 1728164"/>
              <a:gd name="csY479" fmla="*/ 1114778 h 1114902"/>
              <a:gd name="csX480" fmla="*/ 82960 w 1728164"/>
              <a:gd name="csY480" fmla="*/ 1114778 h 1114902"/>
              <a:gd name="csX481" fmla="*/ 83133 w 1728164"/>
              <a:gd name="csY481" fmla="*/ 1114778 h 1114902"/>
              <a:gd name="csX482" fmla="*/ 83305 w 1728164"/>
              <a:gd name="csY482" fmla="*/ 1114769 h 1114902"/>
              <a:gd name="csX483" fmla="*/ 83479 w 1728164"/>
              <a:gd name="csY483" fmla="*/ 1114769 h 1114902"/>
              <a:gd name="csX484" fmla="*/ 83652 w 1728164"/>
              <a:gd name="csY484" fmla="*/ 1114769 h 1114902"/>
              <a:gd name="csX485" fmla="*/ 83824 w 1728164"/>
              <a:gd name="csY485" fmla="*/ 1114769 h 1114902"/>
              <a:gd name="csX486" fmla="*/ 83997 w 1728164"/>
              <a:gd name="csY486" fmla="*/ 1114769 h 1114902"/>
              <a:gd name="csX487" fmla="*/ 84170 w 1728164"/>
              <a:gd name="csY487" fmla="*/ 1114769 h 1114902"/>
              <a:gd name="csX488" fmla="*/ 84343 w 1728164"/>
              <a:gd name="csY488" fmla="*/ 1114769 h 1114902"/>
              <a:gd name="csX489" fmla="*/ 84515 w 1728164"/>
              <a:gd name="csY489" fmla="*/ 1114769 h 1114902"/>
              <a:gd name="csX490" fmla="*/ 84688 w 1728164"/>
              <a:gd name="csY490" fmla="*/ 1114769 h 1114902"/>
              <a:gd name="csX491" fmla="*/ 84861 w 1728164"/>
              <a:gd name="csY491" fmla="*/ 1114769 h 1114902"/>
              <a:gd name="csX492" fmla="*/ 85034 w 1728164"/>
              <a:gd name="csY492" fmla="*/ 1114769 h 1114902"/>
              <a:gd name="csX493" fmla="*/ 85207 w 1728164"/>
              <a:gd name="csY493" fmla="*/ 1114769 h 1114902"/>
              <a:gd name="csX494" fmla="*/ 85380 w 1728164"/>
              <a:gd name="csY494" fmla="*/ 1114769 h 1114902"/>
              <a:gd name="csX495" fmla="*/ 85553 w 1728164"/>
              <a:gd name="csY495" fmla="*/ 1114769 h 1114902"/>
              <a:gd name="csX496" fmla="*/ 85725 w 1728164"/>
              <a:gd name="csY496" fmla="*/ 1114769 h 1114902"/>
              <a:gd name="csX497" fmla="*/ 85898 w 1728164"/>
              <a:gd name="csY497" fmla="*/ 1114760 h 1114902"/>
              <a:gd name="csX498" fmla="*/ 86071 w 1728164"/>
              <a:gd name="csY498" fmla="*/ 1114760 h 1114902"/>
              <a:gd name="csX499" fmla="*/ 86244 w 1728164"/>
              <a:gd name="csY499" fmla="*/ 1114760 h 1114902"/>
              <a:gd name="csX500" fmla="*/ 86417 w 1728164"/>
              <a:gd name="csY500" fmla="*/ 1114760 h 1114902"/>
              <a:gd name="csX501" fmla="*/ 86589 w 1728164"/>
              <a:gd name="csY501" fmla="*/ 1114760 h 1114902"/>
              <a:gd name="csX502" fmla="*/ 86763 w 1728164"/>
              <a:gd name="csY502" fmla="*/ 1114760 h 1114902"/>
              <a:gd name="csX503" fmla="*/ 86935 w 1728164"/>
              <a:gd name="csY503" fmla="*/ 1114760 h 1114902"/>
              <a:gd name="csX504" fmla="*/ 87108 w 1728164"/>
              <a:gd name="csY504" fmla="*/ 1114760 h 1114902"/>
              <a:gd name="csX505" fmla="*/ 87281 w 1728164"/>
              <a:gd name="csY505" fmla="*/ 1114760 h 1114902"/>
              <a:gd name="csX506" fmla="*/ 87454 w 1728164"/>
              <a:gd name="csY506" fmla="*/ 1114760 h 1114902"/>
              <a:gd name="csX507" fmla="*/ 87626 w 1728164"/>
              <a:gd name="csY507" fmla="*/ 1114760 h 1114902"/>
              <a:gd name="csX508" fmla="*/ 87799 w 1728164"/>
              <a:gd name="csY508" fmla="*/ 1114760 h 1114902"/>
              <a:gd name="csX509" fmla="*/ 87973 w 1728164"/>
              <a:gd name="csY509" fmla="*/ 1114760 h 1114902"/>
              <a:gd name="csX510" fmla="*/ 88145 w 1728164"/>
              <a:gd name="csY510" fmla="*/ 1114760 h 1114902"/>
              <a:gd name="csX511" fmla="*/ 88318 w 1728164"/>
              <a:gd name="csY511" fmla="*/ 1114751 h 1114902"/>
              <a:gd name="csX512" fmla="*/ 88490 w 1728164"/>
              <a:gd name="csY512" fmla="*/ 1114751 h 1114902"/>
              <a:gd name="csX513" fmla="*/ 88664 w 1728164"/>
              <a:gd name="csY513" fmla="*/ 1114751 h 1114902"/>
              <a:gd name="csX514" fmla="*/ 88836 w 1728164"/>
              <a:gd name="csY514" fmla="*/ 1114751 h 1114902"/>
              <a:gd name="csX515" fmla="*/ 89009 w 1728164"/>
              <a:gd name="csY515" fmla="*/ 1114751 h 1114902"/>
              <a:gd name="csX516" fmla="*/ 89182 w 1728164"/>
              <a:gd name="csY516" fmla="*/ 1114751 h 1114902"/>
              <a:gd name="csX517" fmla="*/ 89355 w 1728164"/>
              <a:gd name="csY517" fmla="*/ 1114751 h 1114902"/>
              <a:gd name="csX518" fmla="*/ 89528 w 1728164"/>
              <a:gd name="csY518" fmla="*/ 1114751 h 1114902"/>
              <a:gd name="csX519" fmla="*/ 89700 w 1728164"/>
              <a:gd name="csY519" fmla="*/ 1114751 h 1114902"/>
              <a:gd name="csX520" fmla="*/ 89874 w 1728164"/>
              <a:gd name="csY520" fmla="*/ 1114751 h 1114902"/>
              <a:gd name="csX521" fmla="*/ 90046 w 1728164"/>
              <a:gd name="csY521" fmla="*/ 1114751 h 1114902"/>
              <a:gd name="csX522" fmla="*/ 90219 w 1728164"/>
              <a:gd name="csY522" fmla="*/ 1114751 h 1114902"/>
              <a:gd name="csX523" fmla="*/ 90391 w 1728164"/>
              <a:gd name="csY523" fmla="*/ 1114751 h 1114902"/>
              <a:gd name="csX524" fmla="*/ 90565 w 1728164"/>
              <a:gd name="csY524" fmla="*/ 1114751 h 1114902"/>
              <a:gd name="csX525" fmla="*/ 90738 w 1728164"/>
              <a:gd name="csY525" fmla="*/ 1114742 h 1114902"/>
              <a:gd name="csX526" fmla="*/ 90910 w 1728164"/>
              <a:gd name="csY526" fmla="*/ 1114742 h 1114902"/>
              <a:gd name="csX527" fmla="*/ 91084 w 1728164"/>
              <a:gd name="csY527" fmla="*/ 1114742 h 1114902"/>
              <a:gd name="csX528" fmla="*/ 91256 w 1728164"/>
              <a:gd name="csY528" fmla="*/ 1114742 h 1114902"/>
              <a:gd name="csX529" fmla="*/ 91429 w 1728164"/>
              <a:gd name="csY529" fmla="*/ 1114742 h 1114902"/>
              <a:gd name="csX530" fmla="*/ 91601 w 1728164"/>
              <a:gd name="csY530" fmla="*/ 1114742 h 1114902"/>
              <a:gd name="csX531" fmla="*/ 91775 w 1728164"/>
              <a:gd name="csY531" fmla="*/ 1114742 h 1114902"/>
              <a:gd name="csX532" fmla="*/ 91947 w 1728164"/>
              <a:gd name="csY532" fmla="*/ 1114742 h 1114902"/>
              <a:gd name="csX533" fmla="*/ 92120 w 1728164"/>
              <a:gd name="csY533" fmla="*/ 1114742 h 1114902"/>
              <a:gd name="csX534" fmla="*/ 92293 w 1728164"/>
              <a:gd name="csY534" fmla="*/ 1114742 h 1114902"/>
              <a:gd name="csX535" fmla="*/ 92466 w 1728164"/>
              <a:gd name="csY535" fmla="*/ 1114742 h 1114902"/>
              <a:gd name="csX536" fmla="*/ 92639 w 1728164"/>
              <a:gd name="csY536" fmla="*/ 1114742 h 1114902"/>
              <a:gd name="csX537" fmla="*/ 92811 w 1728164"/>
              <a:gd name="csY537" fmla="*/ 1114742 h 1114902"/>
              <a:gd name="csX538" fmla="*/ 92985 w 1728164"/>
              <a:gd name="csY538" fmla="*/ 1114733 h 1114902"/>
              <a:gd name="csX539" fmla="*/ 93157 w 1728164"/>
              <a:gd name="csY539" fmla="*/ 1114733 h 1114902"/>
              <a:gd name="csX540" fmla="*/ 93330 w 1728164"/>
              <a:gd name="csY540" fmla="*/ 1114733 h 1114902"/>
              <a:gd name="csX541" fmla="*/ 93503 w 1728164"/>
              <a:gd name="csY541" fmla="*/ 1114733 h 1114902"/>
              <a:gd name="csX542" fmla="*/ 93676 w 1728164"/>
              <a:gd name="csY542" fmla="*/ 1114733 h 1114902"/>
              <a:gd name="csX543" fmla="*/ 93849 w 1728164"/>
              <a:gd name="csY543" fmla="*/ 1114733 h 1114902"/>
              <a:gd name="csX544" fmla="*/ 94021 w 1728164"/>
              <a:gd name="csY544" fmla="*/ 1114733 h 1114902"/>
              <a:gd name="csX545" fmla="*/ 94194 w 1728164"/>
              <a:gd name="csY545" fmla="*/ 1114733 h 1114902"/>
              <a:gd name="csX546" fmla="*/ 94367 w 1728164"/>
              <a:gd name="csY546" fmla="*/ 1114733 h 1114902"/>
              <a:gd name="csX547" fmla="*/ 94540 w 1728164"/>
              <a:gd name="csY547" fmla="*/ 1114733 h 1114902"/>
              <a:gd name="csX548" fmla="*/ 94712 w 1728164"/>
              <a:gd name="csY548" fmla="*/ 1114733 h 1114902"/>
              <a:gd name="csX549" fmla="*/ 94886 w 1728164"/>
              <a:gd name="csY549" fmla="*/ 1114733 h 1114902"/>
              <a:gd name="csX550" fmla="*/ 95059 w 1728164"/>
              <a:gd name="csY550" fmla="*/ 1114725 h 1114902"/>
              <a:gd name="csX551" fmla="*/ 95231 w 1728164"/>
              <a:gd name="csY551" fmla="*/ 1114725 h 1114902"/>
              <a:gd name="csX552" fmla="*/ 95404 w 1728164"/>
              <a:gd name="csY552" fmla="*/ 1114725 h 1114902"/>
              <a:gd name="csX553" fmla="*/ 95577 w 1728164"/>
              <a:gd name="csY553" fmla="*/ 1114725 h 1114902"/>
              <a:gd name="csX554" fmla="*/ 95750 w 1728164"/>
              <a:gd name="csY554" fmla="*/ 1114725 h 1114902"/>
              <a:gd name="csX555" fmla="*/ 95922 w 1728164"/>
              <a:gd name="csY555" fmla="*/ 1114725 h 1114902"/>
              <a:gd name="csX556" fmla="*/ 96095 w 1728164"/>
              <a:gd name="csY556" fmla="*/ 1114725 h 1114902"/>
              <a:gd name="csX557" fmla="*/ 96269 w 1728164"/>
              <a:gd name="csY557" fmla="*/ 1114725 h 1114902"/>
              <a:gd name="csX558" fmla="*/ 96441 w 1728164"/>
              <a:gd name="csY558" fmla="*/ 1114725 h 1114902"/>
              <a:gd name="csX559" fmla="*/ 96614 w 1728164"/>
              <a:gd name="csY559" fmla="*/ 1114725 h 1114902"/>
              <a:gd name="csX560" fmla="*/ 96787 w 1728164"/>
              <a:gd name="csY560" fmla="*/ 1114725 h 1114902"/>
              <a:gd name="csX561" fmla="*/ 96960 w 1728164"/>
              <a:gd name="csY561" fmla="*/ 1114725 h 1114902"/>
              <a:gd name="csX562" fmla="*/ 97132 w 1728164"/>
              <a:gd name="csY562" fmla="*/ 1114716 h 1114902"/>
              <a:gd name="csX563" fmla="*/ 97305 w 1728164"/>
              <a:gd name="csY563" fmla="*/ 1114716 h 1114902"/>
              <a:gd name="csX564" fmla="*/ 97478 w 1728164"/>
              <a:gd name="csY564" fmla="*/ 1114716 h 1114902"/>
              <a:gd name="csX565" fmla="*/ 97651 w 1728164"/>
              <a:gd name="csY565" fmla="*/ 1114716 h 1114902"/>
              <a:gd name="csX566" fmla="*/ 97824 w 1728164"/>
              <a:gd name="csY566" fmla="*/ 1114716 h 1114902"/>
              <a:gd name="csX567" fmla="*/ 97996 w 1728164"/>
              <a:gd name="csY567" fmla="*/ 1114716 h 1114902"/>
              <a:gd name="csX568" fmla="*/ 98170 w 1728164"/>
              <a:gd name="csY568" fmla="*/ 1114716 h 1114902"/>
              <a:gd name="csX569" fmla="*/ 98342 w 1728164"/>
              <a:gd name="csY569" fmla="*/ 1114716 h 1114902"/>
              <a:gd name="csX570" fmla="*/ 98515 w 1728164"/>
              <a:gd name="csY570" fmla="*/ 1114716 h 1114902"/>
              <a:gd name="csX571" fmla="*/ 98688 w 1728164"/>
              <a:gd name="csY571" fmla="*/ 1114716 h 1114902"/>
              <a:gd name="csX572" fmla="*/ 98861 w 1728164"/>
              <a:gd name="csY572" fmla="*/ 1114716 h 1114902"/>
              <a:gd name="csX573" fmla="*/ 99034 w 1728164"/>
              <a:gd name="csY573" fmla="*/ 1114716 h 1114902"/>
              <a:gd name="csX574" fmla="*/ 99206 w 1728164"/>
              <a:gd name="csY574" fmla="*/ 1114707 h 1114902"/>
              <a:gd name="csX575" fmla="*/ 99380 w 1728164"/>
              <a:gd name="csY575" fmla="*/ 1114707 h 1114902"/>
              <a:gd name="csX576" fmla="*/ 99552 w 1728164"/>
              <a:gd name="csY576" fmla="*/ 1114707 h 1114902"/>
              <a:gd name="csX577" fmla="*/ 99725 w 1728164"/>
              <a:gd name="csY577" fmla="*/ 1114707 h 1114902"/>
              <a:gd name="csX578" fmla="*/ 99897 w 1728164"/>
              <a:gd name="csY578" fmla="*/ 1114707 h 1114902"/>
              <a:gd name="csX579" fmla="*/ 100071 w 1728164"/>
              <a:gd name="csY579" fmla="*/ 1114707 h 1114902"/>
              <a:gd name="csX580" fmla="*/ 100243 w 1728164"/>
              <a:gd name="csY580" fmla="*/ 1114707 h 1114902"/>
              <a:gd name="csX581" fmla="*/ 100416 w 1728164"/>
              <a:gd name="csY581" fmla="*/ 1114707 h 1114902"/>
              <a:gd name="csX582" fmla="*/ 100590 w 1728164"/>
              <a:gd name="csY582" fmla="*/ 1114707 h 1114902"/>
              <a:gd name="csX583" fmla="*/ 100762 w 1728164"/>
              <a:gd name="csY583" fmla="*/ 1114707 h 1114902"/>
              <a:gd name="csX584" fmla="*/ 100935 w 1728164"/>
              <a:gd name="csY584" fmla="*/ 1114707 h 1114902"/>
              <a:gd name="csX585" fmla="*/ 101107 w 1728164"/>
              <a:gd name="csY585" fmla="*/ 1114698 h 1114902"/>
              <a:gd name="csX586" fmla="*/ 101281 w 1728164"/>
              <a:gd name="csY586" fmla="*/ 1114698 h 1114902"/>
              <a:gd name="csX587" fmla="*/ 101453 w 1728164"/>
              <a:gd name="csY587" fmla="*/ 1114698 h 1114902"/>
              <a:gd name="csX588" fmla="*/ 101626 w 1728164"/>
              <a:gd name="csY588" fmla="*/ 1114698 h 1114902"/>
              <a:gd name="csX589" fmla="*/ 101799 w 1728164"/>
              <a:gd name="csY589" fmla="*/ 1114698 h 1114902"/>
              <a:gd name="csX590" fmla="*/ 101972 w 1728164"/>
              <a:gd name="csY590" fmla="*/ 1114698 h 1114902"/>
              <a:gd name="csX591" fmla="*/ 102145 w 1728164"/>
              <a:gd name="csY591" fmla="*/ 1114698 h 1114902"/>
              <a:gd name="csX592" fmla="*/ 102317 w 1728164"/>
              <a:gd name="csY592" fmla="*/ 1114698 h 1114902"/>
              <a:gd name="csX593" fmla="*/ 102491 w 1728164"/>
              <a:gd name="csY593" fmla="*/ 1114698 h 1114902"/>
              <a:gd name="csX594" fmla="*/ 102663 w 1728164"/>
              <a:gd name="csY594" fmla="*/ 1114698 h 1114902"/>
              <a:gd name="csX595" fmla="*/ 102836 w 1728164"/>
              <a:gd name="csY595" fmla="*/ 1114689 h 1114902"/>
              <a:gd name="csX596" fmla="*/ 103008 w 1728164"/>
              <a:gd name="csY596" fmla="*/ 1114689 h 1114902"/>
              <a:gd name="csX597" fmla="*/ 103182 w 1728164"/>
              <a:gd name="csY597" fmla="*/ 1114689 h 1114902"/>
              <a:gd name="csX598" fmla="*/ 103355 w 1728164"/>
              <a:gd name="csY598" fmla="*/ 1114689 h 1114902"/>
              <a:gd name="csX599" fmla="*/ 103527 w 1728164"/>
              <a:gd name="csY599" fmla="*/ 1114689 h 1114902"/>
              <a:gd name="csX600" fmla="*/ 103700 w 1728164"/>
              <a:gd name="csY600" fmla="*/ 1114689 h 1114902"/>
              <a:gd name="csX601" fmla="*/ 103873 w 1728164"/>
              <a:gd name="csY601" fmla="*/ 1114689 h 1114902"/>
              <a:gd name="csX602" fmla="*/ 104046 w 1728164"/>
              <a:gd name="csY602" fmla="*/ 1114689 h 1114902"/>
              <a:gd name="csX603" fmla="*/ 104218 w 1728164"/>
              <a:gd name="csY603" fmla="*/ 1114689 h 1114902"/>
              <a:gd name="csX604" fmla="*/ 104392 w 1728164"/>
              <a:gd name="csY604" fmla="*/ 1114689 h 1114902"/>
              <a:gd name="csX605" fmla="*/ 104564 w 1728164"/>
              <a:gd name="csY605" fmla="*/ 1114689 h 1114902"/>
              <a:gd name="csX606" fmla="*/ 104737 w 1728164"/>
              <a:gd name="csY606" fmla="*/ 1114680 h 1114902"/>
              <a:gd name="csX607" fmla="*/ 104910 w 1728164"/>
              <a:gd name="csY607" fmla="*/ 1114680 h 1114902"/>
              <a:gd name="csX608" fmla="*/ 105083 w 1728164"/>
              <a:gd name="csY608" fmla="*/ 1114680 h 1114902"/>
              <a:gd name="csX609" fmla="*/ 105256 w 1728164"/>
              <a:gd name="csY609" fmla="*/ 1114680 h 1114902"/>
              <a:gd name="csX610" fmla="*/ 105428 w 1728164"/>
              <a:gd name="csY610" fmla="*/ 1114680 h 1114902"/>
              <a:gd name="csX611" fmla="*/ 105601 w 1728164"/>
              <a:gd name="csY611" fmla="*/ 1114680 h 1114902"/>
              <a:gd name="csX612" fmla="*/ 105774 w 1728164"/>
              <a:gd name="csY612" fmla="*/ 1114680 h 1114902"/>
              <a:gd name="csX613" fmla="*/ 105947 w 1728164"/>
              <a:gd name="csY613" fmla="*/ 1114680 h 1114902"/>
              <a:gd name="csX614" fmla="*/ 106120 w 1728164"/>
              <a:gd name="csY614" fmla="*/ 1114680 h 1114902"/>
              <a:gd name="csX615" fmla="*/ 106293 w 1728164"/>
              <a:gd name="csY615" fmla="*/ 1114671 h 1114902"/>
              <a:gd name="csX616" fmla="*/ 106466 w 1728164"/>
              <a:gd name="csY616" fmla="*/ 1114671 h 1114902"/>
              <a:gd name="csX617" fmla="*/ 106638 w 1728164"/>
              <a:gd name="csY617" fmla="*/ 1114671 h 1114902"/>
              <a:gd name="csX618" fmla="*/ 106811 w 1728164"/>
              <a:gd name="csY618" fmla="*/ 1114671 h 1114902"/>
              <a:gd name="csX619" fmla="*/ 106984 w 1728164"/>
              <a:gd name="csY619" fmla="*/ 1114671 h 1114902"/>
              <a:gd name="csX620" fmla="*/ 107157 w 1728164"/>
              <a:gd name="csY620" fmla="*/ 1114671 h 1114902"/>
              <a:gd name="csX621" fmla="*/ 107329 w 1728164"/>
              <a:gd name="csY621" fmla="*/ 1114671 h 1114902"/>
              <a:gd name="csX622" fmla="*/ 107502 w 1728164"/>
              <a:gd name="csY622" fmla="*/ 1114671 h 1114902"/>
              <a:gd name="csX623" fmla="*/ 107676 w 1728164"/>
              <a:gd name="csY623" fmla="*/ 1114671 h 1114902"/>
              <a:gd name="csX624" fmla="*/ 107848 w 1728164"/>
              <a:gd name="csY624" fmla="*/ 1114671 h 1114902"/>
              <a:gd name="csX625" fmla="*/ 108021 w 1728164"/>
              <a:gd name="csY625" fmla="*/ 1114662 h 1114902"/>
              <a:gd name="csX626" fmla="*/ 108194 w 1728164"/>
              <a:gd name="csY626" fmla="*/ 1114662 h 1114902"/>
              <a:gd name="csX627" fmla="*/ 108367 w 1728164"/>
              <a:gd name="csY627" fmla="*/ 1114662 h 1114902"/>
              <a:gd name="csX628" fmla="*/ 108539 w 1728164"/>
              <a:gd name="csY628" fmla="*/ 1114662 h 1114902"/>
              <a:gd name="csX629" fmla="*/ 108712 w 1728164"/>
              <a:gd name="csY629" fmla="*/ 1114662 h 1114902"/>
              <a:gd name="csX630" fmla="*/ 108885 w 1728164"/>
              <a:gd name="csY630" fmla="*/ 1114662 h 1114902"/>
              <a:gd name="csX631" fmla="*/ 109058 w 1728164"/>
              <a:gd name="csY631" fmla="*/ 1114662 h 1114902"/>
              <a:gd name="csX632" fmla="*/ 109231 w 1728164"/>
              <a:gd name="csY632" fmla="*/ 1114662 h 1114902"/>
              <a:gd name="csX633" fmla="*/ 109403 w 1728164"/>
              <a:gd name="csY633" fmla="*/ 1114662 h 1114902"/>
              <a:gd name="csX634" fmla="*/ 109577 w 1728164"/>
              <a:gd name="csY634" fmla="*/ 1114653 h 1114902"/>
              <a:gd name="csX635" fmla="*/ 109749 w 1728164"/>
              <a:gd name="csY635" fmla="*/ 1114653 h 1114902"/>
              <a:gd name="csX636" fmla="*/ 109922 w 1728164"/>
              <a:gd name="csY636" fmla="*/ 1114653 h 1114902"/>
              <a:gd name="csX637" fmla="*/ 110095 w 1728164"/>
              <a:gd name="csY637" fmla="*/ 1114653 h 1114902"/>
              <a:gd name="csX638" fmla="*/ 110268 w 1728164"/>
              <a:gd name="csY638" fmla="*/ 1114653 h 1114902"/>
              <a:gd name="csX639" fmla="*/ 110441 w 1728164"/>
              <a:gd name="csY639" fmla="*/ 1114653 h 1114902"/>
              <a:gd name="csX640" fmla="*/ 110613 w 1728164"/>
              <a:gd name="csY640" fmla="*/ 1114653 h 1114902"/>
              <a:gd name="csX641" fmla="*/ 110787 w 1728164"/>
              <a:gd name="csY641" fmla="*/ 1114653 h 1114902"/>
              <a:gd name="csX642" fmla="*/ 110959 w 1728164"/>
              <a:gd name="csY642" fmla="*/ 1114653 h 1114902"/>
              <a:gd name="csX643" fmla="*/ 111132 w 1728164"/>
              <a:gd name="csY643" fmla="*/ 1114644 h 1114902"/>
              <a:gd name="csX644" fmla="*/ 111304 w 1728164"/>
              <a:gd name="csY644" fmla="*/ 1114644 h 1114902"/>
              <a:gd name="csX645" fmla="*/ 111478 w 1728164"/>
              <a:gd name="csY645" fmla="*/ 1114644 h 1114902"/>
              <a:gd name="csX646" fmla="*/ 111650 w 1728164"/>
              <a:gd name="csY646" fmla="*/ 1114644 h 1114902"/>
              <a:gd name="csX647" fmla="*/ 111823 w 1728164"/>
              <a:gd name="csY647" fmla="*/ 1114644 h 1114902"/>
              <a:gd name="csX648" fmla="*/ 111997 w 1728164"/>
              <a:gd name="csY648" fmla="*/ 1114644 h 1114902"/>
              <a:gd name="csX649" fmla="*/ 112169 w 1728164"/>
              <a:gd name="csY649" fmla="*/ 1114644 h 1114902"/>
              <a:gd name="csX650" fmla="*/ 112342 w 1728164"/>
              <a:gd name="csY650" fmla="*/ 1114644 h 1114902"/>
              <a:gd name="csX651" fmla="*/ 112514 w 1728164"/>
              <a:gd name="csY651" fmla="*/ 1114644 h 1114902"/>
              <a:gd name="csX652" fmla="*/ 112688 w 1728164"/>
              <a:gd name="csY652" fmla="*/ 1114636 h 1114902"/>
              <a:gd name="csX653" fmla="*/ 112860 w 1728164"/>
              <a:gd name="csY653" fmla="*/ 1114636 h 1114902"/>
              <a:gd name="csX654" fmla="*/ 113033 w 1728164"/>
              <a:gd name="csY654" fmla="*/ 1114636 h 1114902"/>
              <a:gd name="csX655" fmla="*/ 113206 w 1728164"/>
              <a:gd name="csY655" fmla="*/ 1114636 h 1114902"/>
              <a:gd name="csX656" fmla="*/ 113379 w 1728164"/>
              <a:gd name="csY656" fmla="*/ 1114636 h 1114902"/>
              <a:gd name="csX657" fmla="*/ 113552 w 1728164"/>
              <a:gd name="csY657" fmla="*/ 1114636 h 1114902"/>
              <a:gd name="csX658" fmla="*/ 113724 w 1728164"/>
              <a:gd name="csY658" fmla="*/ 1114636 h 1114902"/>
              <a:gd name="csX659" fmla="*/ 113898 w 1728164"/>
              <a:gd name="csY659" fmla="*/ 1114636 h 1114902"/>
              <a:gd name="csX660" fmla="*/ 114070 w 1728164"/>
              <a:gd name="csY660" fmla="*/ 1114627 h 1114902"/>
              <a:gd name="csX661" fmla="*/ 114243 w 1728164"/>
              <a:gd name="csY661" fmla="*/ 1114627 h 1114902"/>
              <a:gd name="csX662" fmla="*/ 114415 w 1728164"/>
              <a:gd name="csY662" fmla="*/ 1114627 h 1114902"/>
              <a:gd name="csX663" fmla="*/ 114589 w 1728164"/>
              <a:gd name="csY663" fmla="*/ 1114627 h 1114902"/>
              <a:gd name="csX664" fmla="*/ 114762 w 1728164"/>
              <a:gd name="csY664" fmla="*/ 1114627 h 1114902"/>
              <a:gd name="csX665" fmla="*/ 114934 w 1728164"/>
              <a:gd name="csY665" fmla="*/ 1114627 h 1114902"/>
              <a:gd name="csX666" fmla="*/ 115107 w 1728164"/>
              <a:gd name="csY666" fmla="*/ 1114627 h 1114902"/>
              <a:gd name="csX667" fmla="*/ 115280 w 1728164"/>
              <a:gd name="csY667" fmla="*/ 1114627 h 1114902"/>
              <a:gd name="csX668" fmla="*/ 115453 w 1728164"/>
              <a:gd name="csY668" fmla="*/ 1114618 h 1114902"/>
              <a:gd name="csX669" fmla="*/ 115625 w 1728164"/>
              <a:gd name="csY669" fmla="*/ 1114618 h 1114902"/>
              <a:gd name="csX670" fmla="*/ 115799 w 1728164"/>
              <a:gd name="csY670" fmla="*/ 1114618 h 1114902"/>
              <a:gd name="csX671" fmla="*/ 115971 w 1728164"/>
              <a:gd name="csY671" fmla="*/ 1114618 h 1114902"/>
              <a:gd name="csX672" fmla="*/ 116144 w 1728164"/>
              <a:gd name="csY672" fmla="*/ 1114618 h 1114902"/>
              <a:gd name="csX673" fmla="*/ 116317 w 1728164"/>
              <a:gd name="csY673" fmla="*/ 1114618 h 1114902"/>
              <a:gd name="csX674" fmla="*/ 116490 w 1728164"/>
              <a:gd name="csY674" fmla="*/ 1114618 h 1114902"/>
              <a:gd name="csX675" fmla="*/ 116663 w 1728164"/>
              <a:gd name="csY675" fmla="*/ 1114618 h 1114902"/>
              <a:gd name="csX676" fmla="*/ 116835 w 1728164"/>
              <a:gd name="csY676" fmla="*/ 1114609 h 1114902"/>
              <a:gd name="csX677" fmla="*/ 117008 w 1728164"/>
              <a:gd name="csY677" fmla="*/ 1114609 h 1114902"/>
              <a:gd name="csX678" fmla="*/ 117181 w 1728164"/>
              <a:gd name="csY678" fmla="*/ 1114609 h 1114902"/>
              <a:gd name="csX679" fmla="*/ 117354 w 1728164"/>
              <a:gd name="csY679" fmla="*/ 1114609 h 1114902"/>
              <a:gd name="csX680" fmla="*/ 117527 w 1728164"/>
              <a:gd name="csY680" fmla="*/ 1114609 h 1114902"/>
              <a:gd name="csX681" fmla="*/ 117700 w 1728164"/>
              <a:gd name="csY681" fmla="*/ 1114609 h 1114902"/>
              <a:gd name="csX682" fmla="*/ 117873 w 1728164"/>
              <a:gd name="csY682" fmla="*/ 1114609 h 1114902"/>
              <a:gd name="csX683" fmla="*/ 118045 w 1728164"/>
              <a:gd name="csY683" fmla="*/ 1114609 h 1114902"/>
              <a:gd name="csX684" fmla="*/ 118218 w 1728164"/>
              <a:gd name="csY684" fmla="*/ 1114600 h 1114902"/>
              <a:gd name="csX685" fmla="*/ 118391 w 1728164"/>
              <a:gd name="csY685" fmla="*/ 1114600 h 1114902"/>
              <a:gd name="csX686" fmla="*/ 118564 w 1728164"/>
              <a:gd name="csY686" fmla="*/ 1114600 h 1114902"/>
              <a:gd name="csX687" fmla="*/ 118736 w 1728164"/>
              <a:gd name="csY687" fmla="*/ 1114600 h 1114902"/>
              <a:gd name="csX688" fmla="*/ 118909 w 1728164"/>
              <a:gd name="csY688" fmla="*/ 1114600 h 1114902"/>
              <a:gd name="csX689" fmla="*/ 119083 w 1728164"/>
              <a:gd name="csY689" fmla="*/ 1114600 h 1114902"/>
              <a:gd name="csX690" fmla="*/ 119255 w 1728164"/>
              <a:gd name="csY690" fmla="*/ 1114600 h 1114902"/>
              <a:gd name="csX691" fmla="*/ 119428 w 1728164"/>
              <a:gd name="csY691" fmla="*/ 1114600 h 1114902"/>
              <a:gd name="csX692" fmla="*/ 119601 w 1728164"/>
              <a:gd name="csY692" fmla="*/ 1114591 h 1114902"/>
              <a:gd name="csX693" fmla="*/ 119774 w 1728164"/>
              <a:gd name="csY693" fmla="*/ 1114591 h 1114902"/>
              <a:gd name="csX694" fmla="*/ 119946 w 1728164"/>
              <a:gd name="csY694" fmla="*/ 1114591 h 1114902"/>
              <a:gd name="csX695" fmla="*/ 120119 w 1728164"/>
              <a:gd name="csY695" fmla="*/ 1114591 h 1114902"/>
              <a:gd name="csX696" fmla="*/ 120292 w 1728164"/>
              <a:gd name="csY696" fmla="*/ 1114591 h 1114902"/>
              <a:gd name="csX697" fmla="*/ 120465 w 1728164"/>
              <a:gd name="csY697" fmla="*/ 1114591 h 1114902"/>
              <a:gd name="csX698" fmla="*/ 120638 w 1728164"/>
              <a:gd name="csY698" fmla="*/ 1114591 h 1114902"/>
              <a:gd name="csX699" fmla="*/ 120810 w 1728164"/>
              <a:gd name="csY699" fmla="*/ 1114582 h 1114902"/>
              <a:gd name="csX700" fmla="*/ 120984 w 1728164"/>
              <a:gd name="csY700" fmla="*/ 1114582 h 1114902"/>
              <a:gd name="csX701" fmla="*/ 121156 w 1728164"/>
              <a:gd name="csY701" fmla="*/ 1114582 h 1114902"/>
              <a:gd name="csX702" fmla="*/ 121329 w 1728164"/>
              <a:gd name="csY702" fmla="*/ 1114582 h 1114902"/>
              <a:gd name="csX703" fmla="*/ 121502 w 1728164"/>
              <a:gd name="csY703" fmla="*/ 1114582 h 1114902"/>
              <a:gd name="csX704" fmla="*/ 121675 w 1728164"/>
              <a:gd name="csY704" fmla="*/ 1114582 h 1114902"/>
              <a:gd name="csX705" fmla="*/ 121848 w 1728164"/>
              <a:gd name="csY705" fmla="*/ 1114582 h 1114902"/>
              <a:gd name="csX706" fmla="*/ 122020 w 1728164"/>
              <a:gd name="csY706" fmla="*/ 1114573 h 1114902"/>
              <a:gd name="csX707" fmla="*/ 122194 w 1728164"/>
              <a:gd name="csY707" fmla="*/ 1114573 h 1114902"/>
              <a:gd name="csX708" fmla="*/ 122366 w 1728164"/>
              <a:gd name="csY708" fmla="*/ 1114573 h 1114902"/>
              <a:gd name="csX709" fmla="*/ 122539 w 1728164"/>
              <a:gd name="csY709" fmla="*/ 1114573 h 1114902"/>
              <a:gd name="csX710" fmla="*/ 122711 w 1728164"/>
              <a:gd name="csY710" fmla="*/ 1114573 h 1114902"/>
              <a:gd name="csX711" fmla="*/ 122885 w 1728164"/>
              <a:gd name="csY711" fmla="*/ 1114573 h 1114902"/>
              <a:gd name="csX712" fmla="*/ 123057 w 1728164"/>
              <a:gd name="csY712" fmla="*/ 1114573 h 1114902"/>
              <a:gd name="csX713" fmla="*/ 123230 w 1728164"/>
              <a:gd name="csY713" fmla="*/ 1114564 h 1114902"/>
              <a:gd name="csX714" fmla="*/ 123404 w 1728164"/>
              <a:gd name="csY714" fmla="*/ 1114564 h 1114902"/>
              <a:gd name="csX715" fmla="*/ 123576 w 1728164"/>
              <a:gd name="csY715" fmla="*/ 1114564 h 1114902"/>
              <a:gd name="csX716" fmla="*/ 123749 w 1728164"/>
              <a:gd name="csY716" fmla="*/ 1114564 h 1114902"/>
              <a:gd name="csX717" fmla="*/ 123921 w 1728164"/>
              <a:gd name="csY717" fmla="*/ 1114564 h 1114902"/>
              <a:gd name="csX718" fmla="*/ 124095 w 1728164"/>
              <a:gd name="csY718" fmla="*/ 1114564 h 1114902"/>
              <a:gd name="csX719" fmla="*/ 124267 w 1728164"/>
              <a:gd name="csY719" fmla="*/ 1114564 h 1114902"/>
              <a:gd name="csX720" fmla="*/ 124440 w 1728164"/>
              <a:gd name="csY720" fmla="*/ 1114556 h 1114902"/>
              <a:gd name="csX721" fmla="*/ 124613 w 1728164"/>
              <a:gd name="csY721" fmla="*/ 1114556 h 1114902"/>
              <a:gd name="csX722" fmla="*/ 124786 w 1728164"/>
              <a:gd name="csY722" fmla="*/ 1114556 h 1114902"/>
              <a:gd name="csX723" fmla="*/ 124959 w 1728164"/>
              <a:gd name="csY723" fmla="*/ 1114556 h 1114902"/>
              <a:gd name="csX724" fmla="*/ 125131 w 1728164"/>
              <a:gd name="csY724" fmla="*/ 1114556 h 1114902"/>
              <a:gd name="csX725" fmla="*/ 125305 w 1728164"/>
              <a:gd name="csY725" fmla="*/ 1114556 h 1114902"/>
              <a:gd name="csX726" fmla="*/ 125477 w 1728164"/>
              <a:gd name="csY726" fmla="*/ 1114556 h 1114902"/>
              <a:gd name="csX727" fmla="*/ 125650 w 1728164"/>
              <a:gd name="csY727" fmla="*/ 1114547 h 1114902"/>
              <a:gd name="csX728" fmla="*/ 125823 w 1728164"/>
              <a:gd name="csY728" fmla="*/ 1114547 h 1114902"/>
              <a:gd name="csX729" fmla="*/ 125996 w 1728164"/>
              <a:gd name="csY729" fmla="*/ 1114547 h 1114902"/>
              <a:gd name="csX730" fmla="*/ 126169 w 1728164"/>
              <a:gd name="csY730" fmla="*/ 1114547 h 1114902"/>
              <a:gd name="csX731" fmla="*/ 126341 w 1728164"/>
              <a:gd name="csY731" fmla="*/ 1114547 h 1114902"/>
              <a:gd name="csX732" fmla="*/ 126514 w 1728164"/>
              <a:gd name="csY732" fmla="*/ 1114547 h 1114902"/>
              <a:gd name="csX733" fmla="*/ 126687 w 1728164"/>
              <a:gd name="csY733" fmla="*/ 1114538 h 1114902"/>
              <a:gd name="csX734" fmla="*/ 126860 w 1728164"/>
              <a:gd name="csY734" fmla="*/ 1114538 h 1114902"/>
              <a:gd name="csX735" fmla="*/ 127032 w 1728164"/>
              <a:gd name="csY735" fmla="*/ 1114538 h 1114902"/>
              <a:gd name="csX736" fmla="*/ 127206 w 1728164"/>
              <a:gd name="csY736" fmla="*/ 1114538 h 1114902"/>
              <a:gd name="csX737" fmla="*/ 127378 w 1728164"/>
              <a:gd name="csY737" fmla="*/ 1114538 h 1114902"/>
              <a:gd name="csX738" fmla="*/ 127551 w 1728164"/>
              <a:gd name="csY738" fmla="*/ 1114538 h 1114902"/>
              <a:gd name="csX739" fmla="*/ 127724 w 1728164"/>
              <a:gd name="csY739" fmla="*/ 1114529 h 1114902"/>
              <a:gd name="csX740" fmla="*/ 127897 w 1728164"/>
              <a:gd name="csY740" fmla="*/ 1114529 h 1114902"/>
              <a:gd name="csX741" fmla="*/ 128070 w 1728164"/>
              <a:gd name="csY741" fmla="*/ 1114529 h 1114902"/>
              <a:gd name="csX742" fmla="*/ 128242 w 1728164"/>
              <a:gd name="csY742" fmla="*/ 1114529 h 1114902"/>
              <a:gd name="csX743" fmla="*/ 128415 w 1728164"/>
              <a:gd name="csY743" fmla="*/ 1114529 h 1114902"/>
              <a:gd name="csX744" fmla="*/ 128588 w 1728164"/>
              <a:gd name="csY744" fmla="*/ 1114529 h 1114902"/>
              <a:gd name="csX745" fmla="*/ 128761 w 1728164"/>
              <a:gd name="csY745" fmla="*/ 1114529 h 1114902"/>
              <a:gd name="csX746" fmla="*/ 128934 w 1728164"/>
              <a:gd name="csY746" fmla="*/ 1114520 h 1114902"/>
              <a:gd name="csX747" fmla="*/ 129107 w 1728164"/>
              <a:gd name="csY747" fmla="*/ 1114520 h 1114902"/>
              <a:gd name="csX748" fmla="*/ 129280 w 1728164"/>
              <a:gd name="csY748" fmla="*/ 1114520 h 1114902"/>
              <a:gd name="csX749" fmla="*/ 129452 w 1728164"/>
              <a:gd name="csY749" fmla="*/ 1114520 h 1114902"/>
              <a:gd name="csX750" fmla="*/ 129625 w 1728164"/>
              <a:gd name="csY750" fmla="*/ 1114520 h 1114902"/>
              <a:gd name="csX751" fmla="*/ 129798 w 1728164"/>
              <a:gd name="csY751" fmla="*/ 1114520 h 1114902"/>
              <a:gd name="csX752" fmla="*/ 129971 w 1728164"/>
              <a:gd name="csY752" fmla="*/ 1114511 h 1114902"/>
              <a:gd name="csX753" fmla="*/ 130144 w 1728164"/>
              <a:gd name="csY753" fmla="*/ 1114511 h 1114902"/>
              <a:gd name="csX754" fmla="*/ 130316 w 1728164"/>
              <a:gd name="csY754" fmla="*/ 1114511 h 1114902"/>
              <a:gd name="csX755" fmla="*/ 130490 w 1728164"/>
              <a:gd name="csY755" fmla="*/ 1114511 h 1114902"/>
              <a:gd name="csX756" fmla="*/ 130662 w 1728164"/>
              <a:gd name="csY756" fmla="*/ 1114511 h 1114902"/>
              <a:gd name="csX757" fmla="*/ 130835 w 1728164"/>
              <a:gd name="csY757" fmla="*/ 1114511 h 1114902"/>
              <a:gd name="csX758" fmla="*/ 131008 w 1728164"/>
              <a:gd name="csY758" fmla="*/ 1114502 h 1114902"/>
              <a:gd name="csX759" fmla="*/ 131181 w 1728164"/>
              <a:gd name="csY759" fmla="*/ 1114502 h 1114902"/>
              <a:gd name="csX760" fmla="*/ 131353 w 1728164"/>
              <a:gd name="csY760" fmla="*/ 1114502 h 1114902"/>
              <a:gd name="csX761" fmla="*/ 131526 w 1728164"/>
              <a:gd name="csY761" fmla="*/ 1114502 h 1114902"/>
              <a:gd name="csX762" fmla="*/ 131700 w 1728164"/>
              <a:gd name="csY762" fmla="*/ 1114502 h 1114902"/>
              <a:gd name="csX763" fmla="*/ 131872 w 1728164"/>
              <a:gd name="csY763" fmla="*/ 1114502 h 1114902"/>
              <a:gd name="csX764" fmla="*/ 132045 w 1728164"/>
              <a:gd name="csY764" fmla="*/ 1114493 h 1114902"/>
              <a:gd name="csX765" fmla="*/ 132217 w 1728164"/>
              <a:gd name="csY765" fmla="*/ 1114493 h 1114902"/>
              <a:gd name="csX766" fmla="*/ 132391 w 1728164"/>
              <a:gd name="csY766" fmla="*/ 1114493 h 1114902"/>
              <a:gd name="csX767" fmla="*/ 132563 w 1728164"/>
              <a:gd name="csY767" fmla="*/ 1114493 h 1114902"/>
              <a:gd name="csX768" fmla="*/ 132736 w 1728164"/>
              <a:gd name="csY768" fmla="*/ 1114493 h 1114902"/>
              <a:gd name="csX769" fmla="*/ 132909 w 1728164"/>
              <a:gd name="csY769" fmla="*/ 1114484 h 1114902"/>
              <a:gd name="csX770" fmla="*/ 133082 w 1728164"/>
              <a:gd name="csY770" fmla="*/ 1114484 h 1114902"/>
              <a:gd name="csX771" fmla="*/ 133255 w 1728164"/>
              <a:gd name="csY771" fmla="*/ 1114484 h 1114902"/>
              <a:gd name="csX772" fmla="*/ 133427 w 1728164"/>
              <a:gd name="csY772" fmla="*/ 1114484 h 1114902"/>
              <a:gd name="csX773" fmla="*/ 133601 w 1728164"/>
              <a:gd name="csY773" fmla="*/ 1114484 h 1114902"/>
              <a:gd name="csX774" fmla="*/ 133773 w 1728164"/>
              <a:gd name="csY774" fmla="*/ 1114484 h 1114902"/>
              <a:gd name="csX775" fmla="*/ 133946 w 1728164"/>
              <a:gd name="csY775" fmla="*/ 1114475 h 1114902"/>
              <a:gd name="csX776" fmla="*/ 134118 w 1728164"/>
              <a:gd name="csY776" fmla="*/ 1114475 h 1114902"/>
              <a:gd name="csX777" fmla="*/ 134292 w 1728164"/>
              <a:gd name="csY777" fmla="*/ 1114475 h 1114902"/>
              <a:gd name="csX778" fmla="*/ 134465 w 1728164"/>
              <a:gd name="csY778" fmla="*/ 1114475 h 1114902"/>
              <a:gd name="csX779" fmla="*/ 134637 w 1728164"/>
              <a:gd name="csY779" fmla="*/ 1114475 h 1114902"/>
              <a:gd name="csX780" fmla="*/ 134811 w 1728164"/>
              <a:gd name="csY780" fmla="*/ 1114475 h 1114902"/>
              <a:gd name="csX781" fmla="*/ 134983 w 1728164"/>
              <a:gd name="csY781" fmla="*/ 1114467 h 1114902"/>
              <a:gd name="csX782" fmla="*/ 135156 w 1728164"/>
              <a:gd name="csY782" fmla="*/ 1114467 h 1114902"/>
              <a:gd name="csX783" fmla="*/ 135328 w 1728164"/>
              <a:gd name="csY783" fmla="*/ 1114467 h 1114902"/>
              <a:gd name="csX784" fmla="*/ 135502 w 1728164"/>
              <a:gd name="csY784" fmla="*/ 1114467 h 1114902"/>
              <a:gd name="csX785" fmla="*/ 135674 w 1728164"/>
              <a:gd name="csY785" fmla="*/ 1114467 h 1114902"/>
              <a:gd name="csX786" fmla="*/ 135847 w 1728164"/>
              <a:gd name="csY786" fmla="*/ 1114458 h 1114902"/>
              <a:gd name="csX787" fmla="*/ 136020 w 1728164"/>
              <a:gd name="csY787" fmla="*/ 1114458 h 1114902"/>
              <a:gd name="csX788" fmla="*/ 136193 w 1728164"/>
              <a:gd name="csY788" fmla="*/ 1114458 h 1114902"/>
              <a:gd name="csX789" fmla="*/ 136366 w 1728164"/>
              <a:gd name="csY789" fmla="*/ 1114458 h 1114902"/>
              <a:gd name="csX790" fmla="*/ 136538 w 1728164"/>
              <a:gd name="csY790" fmla="*/ 1114458 h 1114902"/>
              <a:gd name="csX791" fmla="*/ 136712 w 1728164"/>
              <a:gd name="csY791" fmla="*/ 1114449 h 1114902"/>
              <a:gd name="csX792" fmla="*/ 136884 w 1728164"/>
              <a:gd name="csY792" fmla="*/ 1114449 h 1114902"/>
              <a:gd name="csX793" fmla="*/ 137057 w 1728164"/>
              <a:gd name="csY793" fmla="*/ 1114449 h 1114902"/>
              <a:gd name="csX794" fmla="*/ 137230 w 1728164"/>
              <a:gd name="csY794" fmla="*/ 1114449 h 1114902"/>
              <a:gd name="csX795" fmla="*/ 137403 w 1728164"/>
              <a:gd name="csY795" fmla="*/ 1114449 h 1114902"/>
              <a:gd name="csX796" fmla="*/ 137576 w 1728164"/>
              <a:gd name="csY796" fmla="*/ 1114449 h 1114902"/>
              <a:gd name="csX797" fmla="*/ 137748 w 1728164"/>
              <a:gd name="csY797" fmla="*/ 1114440 h 1114902"/>
              <a:gd name="csX798" fmla="*/ 137921 w 1728164"/>
              <a:gd name="csY798" fmla="*/ 1114440 h 1114902"/>
              <a:gd name="csX799" fmla="*/ 138094 w 1728164"/>
              <a:gd name="csY799" fmla="*/ 1114440 h 1114902"/>
              <a:gd name="csX800" fmla="*/ 138267 w 1728164"/>
              <a:gd name="csY800" fmla="*/ 1114440 h 1114902"/>
              <a:gd name="csX801" fmla="*/ 138439 w 1728164"/>
              <a:gd name="csY801" fmla="*/ 1114440 h 1114902"/>
              <a:gd name="csX802" fmla="*/ 138613 w 1728164"/>
              <a:gd name="csY802" fmla="*/ 1114431 h 1114902"/>
              <a:gd name="csX803" fmla="*/ 138786 w 1728164"/>
              <a:gd name="csY803" fmla="*/ 1114431 h 1114902"/>
              <a:gd name="csX804" fmla="*/ 138958 w 1728164"/>
              <a:gd name="csY804" fmla="*/ 1114431 h 1114902"/>
              <a:gd name="csX805" fmla="*/ 139131 w 1728164"/>
              <a:gd name="csY805" fmla="*/ 1114431 h 1114902"/>
              <a:gd name="csX806" fmla="*/ 139304 w 1728164"/>
              <a:gd name="csY806" fmla="*/ 1114431 h 1114902"/>
              <a:gd name="csX807" fmla="*/ 139477 w 1728164"/>
              <a:gd name="csY807" fmla="*/ 1114422 h 1114902"/>
              <a:gd name="csX808" fmla="*/ 139649 w 1728164"/>
              <a:gd name="csY808" fmla="*/ 1114422 h 1114902"/>
              <a:gd name="csX809" fmla="*/ 139822 w 1728164"/>
              <a:gd name="csY809" fmla="*/ 1114422 h 1114902"/>
              <a:gd name="csX810" fmla="*/ 139995 w 1728164"/>
              <a:gd name="csY810" fmla="*/ 1114422 h 1114902"/>
              <a:gd name="csX811" fmla="*/ 140168 w 1728164"/>
              <a:gd name="csY811" fmla="*/ 1114422 h 1114902"/>
              <a:gd name="csX812" fmla="*/ 140341 w 1728164"/>
              <a:gd name="csY812" fmla="*/ 1114413 h 1114902"/>
              <a:gd name="csX813" fmla="*/ 140514 w 1728164"/>
              <a:gd name="csY813" fmla="*/ 1114413 h 1114902"/>
              <a:gd name="csX814" fmla="*/ 140687 w 1728164"/>
              <a:gd name="csY814" fmla="*/ 1114413 h 1114902"/>
              <a:gd name="csX815" fmla="*/ 140859 w 1728164"/>
              <a:gd name="csY815" fmla="*/ 1114413 h 1114902"/>
              <a:gd name="csX816" fmla="*/ 141032 w 1728164"/>
              <a:gd name="csY816" fmla="*/ 1114413 h 1114902"/>
              <a:gd name="csX817" fmla="*/ 141205 w 1728164"/>
              <a:gd name="csY817" fmla="*/ 1114404 h 1114902"/>
              <a:gd name="csX818" fmla="*/ 141378 w 1728164"/>
              <a:gd name="csY818" fmla="*/ 1114404 h 1114902"/>
              <a:gd name="csX819" fmla="*/ 141551 w 1728164"/>
              <a:gd name="csY819" fmla="*/ 1114404 h 1114902"/>
              <a:gd name="csX820" fmla="*/ 141723 w 1728164"/>
              <a:gd name="csY820" fmla="*/ 1114404 h 1114902"/>
              <a:gd name="csX821" fmla="*/ 141897 w 1728164"/>
              <a:gd name="csY821" fmla="*/ 1114404 h 1114902"/>
              <a:gd name="csX822" fmla="*/ 142069 w 1728164"/>
              <a:gd name="csY822" fmla="*/ 1114395 h 1114902"/>
              <a:gd name="csX823" fmla="*/ 142242 w 1728164"/>
              <a:gd name="csY823" fmla="*/ 1114395 h 1114902"/>
              <a:gd name="csX824" fmla="*/ 142415 w 1728164"/>
              <a:gd name="csY824" fmla="*/ 1114395 h 1114902"/>
              <a:gd name="csX825" fmla="*/ 142588 w 1728164"/>
              <a:gd name="csY825" fmla="*/ 1114395 h 1114902"/>
              <a:gd name="csX826" fmla="*/ 142760 w 1728164"/>
              <a:gd name="csY826" fmla="*/ 1114386 h 1114902"/>
              <a:gd name="csX827" fmla="*/ 142933 w 1728164"/>
              <a:gd name="csY827" fmla="*/ 1114386 h 1114902"/>
              <a:gd name="csX828" fmla="*/ 143107 w 1728164"/>
              <a:gd name="csY828" fmla="*/ 1114386 h 1114902"/>
              <a:gd name="csX829" fmla="*/ 143279 w 1728164"/>
              <a:gd name="csY829" fmla="*/ 1114386 h 1114902"/>
              <a:gd name="csX830" fmla="*/ 143452 w 1728164"/>
              <a:gd name="csY830" fmla="*/ 1114386 h 1114902"/>
              <a:gd name="csX831" fmla="*/ 143624 w 1728164"/>
              <a:gd name="csY831" fmla="*/ 1114378 h 1114902"/>
              <a:gd name="csX832" fmla="*/ 143798 w 1728164"/>
              <a:gd name="csY832" fmla="*/ 1114378 h 1114902"/>
              <a:gd name="csX833" fmla="*/ 143970 w 1728164"/>
              <a:gd name="csY833" fmla="*/ 1114378 h 1114902"/>
              <a:gd name="csX834" fmla="*/ 144143 w 1728164"/>
              <a:gd name="csY834" fmla="*/ 1114378 h 1114902"/>
              <a:gd name="csX835" fmla="*/ 144316 w 1728164"/>
              <a:gd name="csY835" fmla="*/ 1114378 h 1114902"/>
              <a:gd name="csX836" fmla="*/ 144489 w 1728164"/>
              <a:gd name="csY836" fmla="*/ 1114369 h 1114902"/>
              <a:gd name="csX837" fmla="*/ 144662 w 1728164"/>
              <a:gd name="csY837" fmla="*/ 1114369 h 1114902"/>
              <a:gd name="csX838" fmla="*/ 144834 w 1728164"/>
              <a:gd name="csY838" fmla="*/ 1114369 h 1114902"/>
              <a:gd name="csX839" fmla="*/ 145008 w 1728164"/>
              <a:gd name="csY839" fmla="*/ 1114369 h 1114902"/>
              <a:gd name="csX840" fmla="*/ 145180 w 1728164"/>
              <a:gd name="csY840" fmla="*/ 1114360 h 1114902"/>
              <a:gd name="csX841" fmla="*/ 145353 w 1728164"/>
              <a:gd name="csY841" fmla="*/ 1114360 h 1114902"/>
              <a:gd name="csX842" fmla="*/ 145525 w 1728164"/>
              <a:gd name="csY842" fmla="*/ 1114360 h 1114902"/>
              <a:gd name="csX843" fmla="*/ 145699 w 1728164"/>
              <a:gd name="csY843" fmla="*/ 1114360 h 1114902"/>
              <a:gd name="csX844" fmla="*/ 145872 w 1728164"/>
              <a:gd name="csY844" fmla="*/ 1114360 h 1114902"/>
              <a:gd name="csX845" fmla="*/ 146044 w 1728164"/>
              <a:gd name="csY845" fmla="*/ 1114351 h 1114902"/>
              <a:gd name="csX846" fmla="*/ 146218 w 1728164"/>
              <a:gd name="csY846" fmla="*/ 1114351 h 1114902"/>
              <a:gd name="csX847" fmla="*/ 146390 w 1728164"/>
              <a:gd name="csY847" fmla="*/ 1114351 h 1114902"/>
              <a:gd name="csX848" fmla="*/ 146563 w 1728164"/>
              <a:gd name="csY848" fmla="*/ 1114351 h 1114902"/>
              <a:gd name="csX849" fmla="*/ 146735 w 1728164"/>
              <a:gd name="csY849" fmla="*/ 1114342 h 1114902"/>
              <a:gd name="csX850" fmla="*/ 146909 w 1728164"/>
              <a:gd name="csY850" fmla="*/ 1114342 h 1114902"/>
              <a:gd name="csX851" fmla="*/ 147081 w 1728164"/>
              <a:gd name="csY851" fmla="*/ 1114342 h 1114902"/>
              <a:gd name="csX852" fmla="*/ 147254 w 1728164"/>
              <a:gd name="csY852" fmla="*/ 1114342 h 1114902"/>
              <a:gd name="csX853" fmla="*/ 147427 w 1728164"/>
              <a:gd name="csY853" fmla="*/ 1114342 h 1114902"/>
              <a:gd name="csX854" fmla="*/ 147600 w 1728164"/>
              <a:gd name="csY854" fmla="*/ 1114333 h 1114902"/>
              <a:gd name="csX855" fmla="*/ 147773 w 1728164"/>
              <a:gd name="csY855" fmla="*/ 1114333 h 1114902"/>
              <a:gd name="csX856" fmla="*/ 147945 w 1728164"/>
              <a:gd name="csY856" fmla="*/ 1114333 h 1114902"/>
              <a:gd name="csX857" fmla="*/ 148119 w 1728164"/>
              <a:gd name="csY857" fmla="*/ 1114333 h 1114902"/>
              <a:gd name="csX858" fmla="*/ 148291 w 1728164"/>
              <a:gd name="csY858" fmla="*/ 1114324 h 1114902"/>
              <a:gd name="csX859" fmla="*/ 148464 w 1728164"/>
              <a:gd name="csY859" fmla="*/ 1114324 h 1114902"/>
              <a:gd name="csX860" fmla="*/ 148637 w 1728164"/>
              <a:gd name="csY860" fmla="*/ 1114324 h 1114902"/>
              <a:gd name="csX861" fmla="*/ 148810 w 1728164"/>
              <a:gd name="csY861" fmla="*/ 1114324 h 1114902"/>
              <a:gd name="csX862" fmla="*/ 148983 w 1728164"/>
              <a:gd name="csY862" fmla="*/ 1114315 h 1114902"/>
              <a:gd name="csX863" fmla="*/ 149155 w 1728164"/>
              <a:gd name="csY863" fmla="*/ 1114315 h 1114902"/>
              <a:gd name="csX864" fmla="*/ 149328 w 1728164"/>
              <a:gd name="csY864" fmla="*/ 1114315 h 1114902"/>
              <a:gd name="csX865" fmla="*/ 149501 w 1728164"/>
              <a:gd name="csY865" fmla="*/ 1114315 h 1114902"/>
              <a:gd name="csX866" fmla="*/ 149674 w 1728164"/>
              <a:gd name="csY866" fmla="*/ 1114306 h 1114902"/>
              <a:gd name="csX867" fmla="*/ 149846 w 1728164"/>
              <a:gd name="csY867" fmla="*/ 1114306 h 1114902"/>
              <a:gd name="csX868" fmla="*/ 150020 w 1728164"/>
              <a:gd name="csY868" fmla="*/ 1114306 h 1114902"/>
              <a:gd name="csX869" fmla="*/ 150193 w 1728164"/>
              <a:gd name="csY869" fmla="*/ 1114306 h 1114902"/>
              <a:gd name="csX870" fmla="*/ 150365 w 1728164"/>
              <a:gd name="csY870" fmla="*/ 1114297 h 1114902"/>
              <a:gd name="csX871" fmla="*/ 150538 w 1728164"/>
              <a:gd name="csY871" fmla="*/ 1114297 h 1114902"/>
              <a:gd name="csX872" fmla="*/ 150711 w 1728164"/>
              <a:gd name="csY872" fmla="*/ 1114297 h 1114902"/>
              <a:gd name="csX873" fmla="*/ 150884 w 1728164"/>
              <a:gd name="csY873" fmla="*/ 1114297 h 1114902"/>
              <a:gd name="csX874" fmla="*/ 151056 w 1728164"/>
              <a:gd name="csY874" fmla="*/ 1114289 h 1114902"/>
              <a:gd name="csX875" fmla="*/ 151229 w 1728164"/>
              <a:gd name="csY875" fmla="*/ 1114289 h 1114902"/>
              <a:gd name="csX876" fmla="*/ 151402 w 1728164"/>
              <a:gd name="csY876" fmla="*/ 1114289 h 1114902"/>
              <a:gd name="csX877" fmla="*/ 151575 w 1728164"/>
              <a:gd name="csY877" fmla="*/ 1114289 h 1114902"/>
              <a:gd name="csX878" fmla="*/ 151748 w 1728164"/>
              <a:gd name="csY878" fmla="*/ 1114280 h 1114902"/>
              <a:gd name="csX879" fmla="*/ 151921 w 1728164"/>
              <a:gd name="csY879" fmla="*/ 1114280 h 1114902"/>
              <a:gd name="csX880" fmla="*/ 152094 w 1728164"/>
              <a:gd name="csY880" fmla="*/ 1114280 h 1114902"/>
              <a:gd name="csX881" fmla="*/ 152266 w 1728164"/>
              <a:gd name="csY881" fmla="*/ 1114280 h 1114902"/>
              <a:gd name="csX882" fmla="*/ 152439 w 1728164"/>
              <a:gd name="csY882" fmla="*/ 1114271 h 1114902"/>
              <a:gd name="csX883" fmla="*/ 152612 w 1728164"/>
              <a:gd name="csY883" fmla="*/ 1114271 h 1114902"/>
              <a:gd name="csX884" fmla="*/ 152785 w 1728164"/>
              <a:gd name="csY884" fmla="*/ 1114271 h 1114902"/>
              <a:gd name="csX885" fmla="*/ 152958 w 1728164"/>
              <a:gd name="csY885" fmla="*/ 1114271 h 1114902"/>
              <a:gd name="csX886" fmla="*/ 153130 w 1728164"/>
              <a:gd name="csY886" fmla="*/ 1114262 h 1114902"/>
              <a:gd name="csX887" fmla="*/ 153304 w 1728164"/>
              <a:gd name="csY887" fmla="*/ 1114262 h 1114902"/>
              <a:gd name="csX888" fmla="*/ 153476 w 1728164"/>
              <a:gd name="csY888" fmla="*/ 1114262 h 1114902"/>
              <a:gd name="csX889" fmla="*/ 153649 w 1728164"/>
              <a:gd name="csY889" fmla="*/ 1114262 h 1114902"/>
              <a:gd name="csX890" fmla="*/ 153822 w 1728164"/>
              <a:gd name="csY890" fmla="*/ 1114253 h 1114902"/>
              <a:gd name="csX891" fmla="*/ 153995 w 1728164"/>
              <a:gd name="csY891" fmla="*/ 1114253 h 1114902"/>
              <a:gd name="csX892" fmla="*/ 154167 w 1728164"/>
              <a:gd name="csY892" fmla="*/ 1114253 h 1114902"/>
              <a:gd name="csX893" fmla="*/ 154340 w 1728164"/>
              <a:gd name="csY893" fmla="*/ 1114253 h 1114902"/>
              <a:gd name="csX894" fmla="*/ 154514 w 1728164"/>
              <a:gd name="csY894" fmla="*/ 1114244 h 1114902"/>
              <a:gd name="csX895" fmla="*/ 154686 w 1728164"/>
              <a:gd name="csY895" fmla="*/ 1114244 h 1114902"/>
              <a:gd name="csX896" fmla="*/ 154859 w 1728164"/>
              <a:gd name="csY896" fmla="*/ 1114244 h 1114902"/>
              <a:gd name="csX897" fmla="*/ 155031 w 1728164"/>
              <a:gd name="csY897" fmla="*/ 1114244 h 1114902"/>
              <a:gd name="csX898" fmla="*/ 155205 w 1728164"/>
              <a:gd name="csY898" fmla="*/ 1114235 h 1114902"/>
              <a:gd name="csX899" fmla="*/ 155377 w 1728164"/>
              <a:gd name="csY899" fmla="*/ 1114235 h 1114902"/>
              <a:gd name="csX900" fmla="*/ 155550 w 1728164"/>
              <a:gd name="csY900" fmla="*/ 1114235 h 1114902"/>
              <a:gd name="csX901" fmla="*/ 155723 w 1728164"/>
              <a:gd name="csY901" fmla="*/ 1114226 h 1114902"/>
              <a:gd name="csX902" fmla="*/ 155896 w 1728164"/>
              <a:gd name="csY902" fmla="*/ 1114226 h 1114902"/>
              <a:gd name="csX903" fmla="*/ 156069 w 1728164"/>
              <a:gd name="csY903" fmla="*/ 1114226 h 1114902"/>
              <a:gd name="csX904" fmla="*/ 156241 w 1728164"/>
              <a:gd name="csY904" fmla="*/ 1114226 h 1114902"/>
              <a:gd name="csX905" fmla="*/ 156415 w 1728164"/>
              <a:gd name="csY905" fmla="*/ 1114217 h 1114902"/>
              <a:gd name="csX906" fmla="*/ 156587 w 1728164"/>
              <a:gd name="csY906" fmla="*/ 1114217 h 1114902"/>
              <a:gd name="csX907" fmla="*/ 156760 w 1728164"/>
              <a:gd name="csY907" fmla="*/ 1114217 h 1114902"/>
              <a:gd name="csX908" fmla="*/ 156933 w 1728164"/>
              <a:gd name="csY908" fmla="*/ 1114217 h 1114902"/>
              <a:gd name="csX909" fmla="*/ 157106 w 1728164"/>
              <a:gd name="csY909" fmla="*/ 1114209 h 1114902"/>
              <a:gd name="csX910" fmla="*/ 157279 w 1728164"/>
              <a:gd name="csY910" fmla="*/ 1114209 h 1114902"/>
              <a:gd name="csX911" fmla="*/ 157451 w 1728164"/>
              <a:gd name="csY911" fmla="*/ 1114209 h 1114902"/>
              <a:gd name="csX912" fmla="*/ 157625 w 1728164"/>
              <a:gd name="csY912" fmla="*/ 1114200 h 1114902"/>
              <a:gd name="csX913" fmla="*/ 157797 w 1728164"/>
              <a:gd name="csY913" fmla="*/ 1114200 h 1114902"/>
              <a:gd name="csX914" fmla="*/ 157970 w 1728164"/>
              <a:gd name="csY914" fmla="*/ 1114200 h 1114902"/>
              <a:gd name="csX915" fmla="*/ 158142 w 1728164"/>
              <a:gd name="csY915" fmla="*/ 1114200 h 1114902"/>
              <a:gd name="csX916" fmla="*/ 158316 w 1728164"/>
              <a:gd name="csY916" fmla="*/ 1114191 h 1114902"/>
              <a:gd name="csX917" fmla="*/ 158488 w 1728164"/>
              <a:gd name="csY917" fmla="*/ 1114191 h 1114902"/>
              <a:gd name="csX918" fmla="*/ 158661 w 1728164"/>
              <a:gd name="csY918" fmla="*/ 1114191 h 1114902"/>
              <a:gd name="csX919" fmla="*/ 158834 w 1728164"/>
              <a:gd name="csY919" fmla="*/ 1114182 h 1114902"/>
              <a:gd name="csX920" fmla="*/ 159007 w 1728164"/>
              <a:gd name="csY920" fmla="*/ 1114182 h 1114902"/>
              <a:gd name="csX921" fmla="*/ 159180 w 1728164"/>
              <a:gd name="csY921" fmla="*/ 1114182 h 1114902"/>
              <a:gd name="csX922" fmla="*/ 159352 w 1728164"/>
              <a:gd name="csY922" fmla="*/ 1114182 h 1114902"/>
              <a:gd name="csX923" fmla="*/ 159526 w 1728164"/>
              <a:gd name="csY923" fmla="*/ 1114173 h 1114902"/>
              <a:gd name="csX924" fmla="*/ 159698 w 1728164"/>
              <a:gd name="csY924" fmla="*/ 1114173 h 1114902"/>
              <a:gd name="csX925" fmla="*/ 159871 w 1728164"/>
              <a:gd name="csY925" fmla="*/ 1114173 h 1114902"/>
              <a:gd name="csX926" fmla="*/ 160044 w 1728164"/>
              <a:gd name="csY926" fmla="*/ 1114164 h 1114902"/>
              <a:gd name="csX927" fmla="*/ 160217 w 1728164"/>
              <a:gd name="csY927" fmla="*/ 1114164 h 1114902"/>
              <a:gd name="csX928" fmla="*/ 160390 w 1728164"/>
              <a:gd name="csY928" fmla="*/ 1114164 h 1114902"/>
              <a:gd name="csX929" fmla="*/ 160562 w 1728164"/>
              <a:gd name="csY929" fmla="*/ 1114164 h 1114902"/>
              <a:gd name="csX930" fmla="*/ 160735 w 1728164"/>
              <a:gd name="csY930" fmla="*/ 1114155 h 1114902"/>
              <a:gd name="csX931" fmla="*/ 160908 w 1728164"/>
              <a:gd name="csY931" fmla="*/ 1114155 h 1114902"/>
              <a:gd name="csX932" fmla="*/ 161081 w 1728164"/>
              <a:gd name="csY932" fmla="*/ 1114155 h 1114902"/>
              <a:gd name="csX933" fmla="*/ 161254 w 1728164"/>
              <a:gd name="csY933" fmla="*/ 1114146 h 1114902"/>
              <a:gd name="csX934" fmla="*/ 161427 w 1728164"/>
              <a:gd name="csY934" fmla="*/ 1114146 h 1114902"/>
              <a:gd name="csX935" fmla="*/ 161600 w 1728164"/>
              <a:gd name="csY935" fmla="*/ 1114146 h 1114902"/>
              <a:gd name="csX936" fmla="*/ 161772 w 1728164"/>
              <a:gd name="csY936" fmla="*/ 1114137 h 1114902"/>
              <a:gd name="csX937" fmla="*/ 161945 w 1728164"/>
              <a:gd name="csY937" fmla="*/ 1114137 h 1114902"/>
              <a:gd name="csX938" fmla="*/ 162118 w 1728164"/>
              <a:gd name="csY938" fmla="*/ 1114137 h 1114902"/>
              <a:gd name="csX939" fmla="*/ 162291 w 1728164"/>
              <a:gd name="csY939" fmla="*/ 1114137 h 1114902"/>
              <a:gd name="csX940" fmla="*/ 162463 w 1728164"/>
              <a:gd name="csY940" fmla="*/ 1114129 h 1114902"/>
              <a:gd name="csX941" fmla="*/ 162636 w 1728164"/>
              <a:gd name="csY941" fmla="*/ 1114129 h 1114902"/>
              <a:gd name="csX942" fmla="*/ 162810 w 1728164"/>
              <a:gd name="csY942" fmla="*/ 1114129 h 1114902"/>
              <a:gd name="csX943" fmla="*/ 162982 w 1728164"/>
              <a:gd name="csY943" fmla="*/ 1114120 h 1114902"/>
              <a:gd name="csX944" fmla="*/ 163155 w 1728164"/>
              <a:gd name="csY944" fmla="*/ 1114120 h 1114902"/>
              <a:gd name="csX945" fmla="*/ 163328 w 1728164"/>
              <a:gd name="csY945" fmla="*/ 1114120 h 1114902"/>
              <a:gd name="csX946" fmla="*/ 163501 w 1728164"/>
              <a:gd name="csY946" fmla="*/ 1114111 h 1114902"/>
              <a:gd name="csX947" fmla="*/ 163673 w 1728164"/>
              <a:gd name="csY947" fmla="*/ 1114111 h 1114902"/>
              <a:gd name="csX948" fmla="*/ 163846 w 1728164"/>
              <a:gd name="csY948" fmla="*/ 1114111 h 1114902"/>
              <a:gd name="csX949" fmla="*/ 164019 w 1728164"/>
              <a:gd name="csY949" fmla="*/ 1114102 h 1114902"/>
              <a:gd name="csX950" fmla="*/ 164192 w 1728164"/>
              <a:gd name="csY950" fmla="*/ 1114102 h 1114902"/>
              <a:gd name="csX951" fmla="*/ 164365 w 1728164"/>
              <a:gd name="csY951" fmla="*/ 1114102 h 1114902"/>
              <a:gd name="csX952" fmla="*/ 164537 w 1728164"/>
              <a:gd name="csY952" fmla="*/ 1114093 h 1114902"/>
              <a:gd name="csX953" fmla="*/ 164711 w 1728164"/>
              <a:gd name="csY953" fmla="*/ 1114093 h 1114902"/>
              <a:gd name="csX954" fmla="*/ 164883 w 1728164"/>
              <a:gd name="csY954" fmla="*/ 1114093 h 1114902"/>
              <a:gd name="csX955" fmla="*/ 165056 w 1728164"/>
              <a:gd name="csY955" fmla="*/ 1114084 h 1114902"/>
              <a:gd name="csX956" fmla="*/ 165229 w 1728164"/>
              <a:gd name="csY956" fmla="*/ 1114084 h 1114902"/>
              <a:gd name="csX957" fmla="*/ 165402 w 1728164"/>
              <a:gd name="csY957" fmla="*/ 1114084 h 1114902"/>
              <a:gd name="csX958" fmla="*/ 165575 w 1728164"/>
              <a:gd name="csY958" fmla="*/ 1114084 h 1114902"/>
              <a:gd name="csX959" fmla="*/ 165747 w 1728164"/>
              <a:gd name="csY959" fmla="*/ 1114075 h 1114902"/>
              <a:gd name="csX960" fmla="*/ 165921 w 1728164"/>
              <a:gd name="csY960" fmla="*/ 1114075 h 1114902"/>
              <a:gd name="csX961" fmla="*/ 166093 w 1728164"/>
              <a:gd name="csY961" fmla="*/ 1114075 h 1114902"/>
              <a:gd name="csX962" fmla="*/ 166266 w 1728164"/>
              <a:gd name="csY962" fmla="*/ 1114066 h 1114902"/>
              <a:gd name="csX963" fmla="*/ 166438 w 1728164"/>
              <a:gd name="csY963" fmla="*/ 1114066 h 1114902"/>
              <a:gd name="csX964" fmla="*/ 166612 w 1728164"/>
              <a:gd name="csY964" fmla="*/ 1114066 h 1114902"/>
              <a:gd name="csX965" fmla="*/ 166784 w 1728164"/>
              <a:gd name="csY965" fmla="*/ 1114057 h 1114902"/>
              <a:gd name="csX966" fmla="*/ 166957 w 1728164"/>
              <a:gd name="csY966" fmla="*/ 1114057 h 1114902"/>
              <a:gd name="csX967" fmla="*/ 167131 w 1728164"/>
              <a:gd name="csY967" fmla="*/ 1114057 h 1114902"/>
              <a:gd name="csX968" fmla="*/ 167303 w 1728164"/>
              <a:gd name="csY968" fmla="*/ 1114048 h 1114902"/>
              <a:gd name="csX969" fmla="*/ 167476 w 1728164"/>
              <a:gd name="csY969" fmla="*/ 1114048 h 1114902"/>
              <a:gd name="csX970" fmla="*/ 167648 w 1728164"/>
              <a:gd name="csY970" fmla="*/ 1114048 h 1114902"/>
              <a:gd name="csX971" fmla="*/ 167822 w 1728164"/>
              <a:gd name="csY971" fmla="*/ 1114039 h 1114902"/>
              <a:gd name="csX972" fmla="*/ 167994 w 1728164"/>
              <a:gd name="csY972" fmla="*/ 1114039 h 1114902"/>
              <a:gd name="csX973" fmla="*/ 168167 w 1728164"/>
              <a:gd name="csY973" fmla="*/ 1114039 h 1114902"/>
              <a:gd name="csX974" fmla="*/ 168340 w 1728164"/>
              <a:gd name="csY974" fmla="*/ 1114031 h 1114902"/>
              <a:gd name="csX975" fmla="*/ 168513 w 1728164"/>
              <a:gd name="csY975" fmla="*/ 1114031 h 1114902"/>
              <a:gd name="csX976" fmla="*/ 168686 w 1728164"/>
              <a:gd name="csY976" fmla="*/ 1114022 h 1114902"/>
              <a:gd name="csX977" fmla="*/ 168858 w 1728164"/>
              <a:gd name="csY977" fmla="*/ 1114022 h 1114902"/>
              <a:gd name="csX978" fmla="*/ 169032 w 1728164"/>
              <a:gd name="csY978" fmla="*/ 1114022 h 1114902"/>
              <a:gd name="csX979" fmla="*/ 169204 w 1728164"/>
              <a:gd name="csY979" fmla="*/ 1114013 h 1114902"/>
              <a:gd name="csX980" fmla="*/ 169377 w 1728164"/>
              <a:gd name="csY980" fmla="*/ 1114013 h 1114902"/>
              <a:gd name="csX981" fmla="*/ 169549 w 1728164"/>
              <a:gd name="csY981" fmla="*/ 1114013 h 1114902"/>
              <a:gd name="csX982" fmla="*/ 169723 w 1728164"/>
              <a:gd name="csY982" fmla="*/ 1114004 h 1114902"/>
              <a:gd name="csX983" fmla="*/ 169896 w 1728164"/>
              <a:gd name="csY983" fmla="*/ 1114004 h 1114902"/>
              <a:gd name="csX984" fmla="*/ 170068 w 1728164"/>
              <a:gd name="csY984" fmla="*/ 1114004 h 1114902"/>
              <a:gd name="csX985" fmla="*/ 170241 w 1728164"/>
              <a:gd name="csY985" fmla="*/ 1113995 h 1114902"/>
              <a:gd name="csX986" fmla="*/ 170414 w 1728164"/>
              <a:gd name="csY986" fmla="*/ 1113995 h 1114902"/>
              <a:gd name="csX987" fmla="*/ 170587 w 1728164"/>
              <a:gd name="csY987" fmla="*/ 1113995 h 1114902"/>
              <a:gd name="csX988" fmla="*/ 170759 w 1728164"/>
              <a:gd name="csY988" fmla="*/ 1113986 h 1114902"/>
              <a:gd name="csX989" fmla="*/ 170933 w 1728164"/>
              <a:gd name="csY989" fmla="*/ 1113986 h 1114902"/>
              <a:gd name="csX990" fmla="*/ 171105 w 1728164"/>
              <a:gd name="csY990" fmla="*/ 1113986 h 1114902"/>
              <a:gd name="csX991" fmla="*/ 171278 w 1728164"/>
              <a:gd name="csY991" fmla="*/ 1113977 h 1114902"/>
              <a:gd name="csX992" fmla="*/ 171451 w 1728164"/>
              <a:gd name="csY992" fmla="*/ 1113977 h 1114902"/>
              <a:gd name="csX993" fmla="*/ 171624 w 1728164"/>
              <a:gd name="csY993" fmla="*/ 1113968 h 1114902"/>
              <a:gd name="csX994" fmla="*/ 171797 w 1728164"/>
              <a:gd name="csY994" fmla="*/ 1113968 h 1114902"/>
              <a:gd name="csX995" fmla="*/ 171969 w 1728164"/>
              <a:gd name="csY995" fmla="*/ 1113968 h 1114902"/>
              <a:gd name="csX996" fmla="*/ 172142 w 1728164"/>
              <a:gd name="csY996" fmla="*/ 1113959 h 1114902"/>
              <a:gd name="csX997" fmla="*/ 172315 w 1728164"/>
              <a:gd name="csY997" fmla="*/ 1113959 h 1114902"/>
              <a:gd name="csX998" fmla="*/ 172488 w 1728164"/>
              <a:gd name="csY998" fmla="*/ 1113959 h 1114902"/>
              <a:gd name="csX999" fmla="*/ 172661 w 1728164"/>
              <a:gd name="csY999" fmla="*/ 1113951 h 1114902"/>
              <a:gd name="csX1000" fmla="*/ 172834 w 1728164"/>
              <a:gd name="csY1000" fmla="*/ 1113951 h 1114902"/>
              <a:gd name="csX1001" fmla="*/ 173007 w 1728164"/>
              <a:gd name="csY1001" fmla="*/ 1113951 h 1114902"/>
              <a:gd name="csX1002" fmla="*/ 173179 w 1728164"/>
              <a:gd name="csY1002" fmla="*/ 1113942 h 1114902"/>
              <a:gd name="csX1003" fmla="*/ 173352 w 1728164"/>
              <a:gd name="csY1003" fmla="*/ 1113942 h 1114902"/>
              <a:gd name="csX1004" fmla="*/ 173525 w 1728164"/>
              <a:gd name="csY1004" fmla="*/ 1113933 h 1114902"/>
              <a:gd name="csX1005" fmla="*/ 173698 w 1728164"/>
              <a:gd name="csY1005" fmla="*/ 1113933 h 1114902"/>
              <a:gd name="csX1006" fmla="*/ 173870 w 1728164"/>
              <a:gd name="csY1006" fmla="*/ 1113933 h 1114902"/>
              <a:gd name="csX1007" fmla="*/ 174043 w 1728164"/>
              <a:gd name="csY1007" fmla="*/ 1113924 h 1114902"/>
              <a:gd name="csX1008" fmla="*/ 174217 w 1728164"/>
              <a:gd name="csY1008" fmla="*/ 1113924 h 1114902"/>
              <a:gd name="csX1009" fmla="*/ 174389 w 1728164"/>
              <a:gd name="csY1009" fmla="*/ 1113924 h 1114902"/>
              <a:gd name="csX1010" fmla="*/ 174562 w 1728164"/>
              <a:gd name="csY1010" fmla="*/ 1113915 h 1114902"/>
              <a:gd name="csX1011" fmla="*/ 174735 w 1728164"/>
              <a:gd name="csY1011" fmla="*/ 1113915 h 1114902"/>
              <a:gd name="csX1012" fmla="*/ 174908 w 1728164"/>
              <a:gd name="csY1012" fmla="*/ 1113906 h 1114902"/>
              <a:gd name="csX1013" fmla="*/ 175080 w 1728164"/>
              <a:gd name="csY1013" fmla="*/ 1113906 h 1114902"/>
              <a:gd name="csX1014" fmla="*/ 175253 w 1728164"/>
              <a:gd name="csY1014" fmla="*/ 1113906 h 1114902"/>
              <a:gd name="csX1015" fmla="*/ 175426 w 1728164"/>
              <a:gd name="csY1015" fmla="*/ 1113897 h 1114902"/>
              <a:gd name="csX1016" fmla="*/ 175599 w 1728164"/>
              <a:gd name="csY1016" fmla="*/ 1113897 h 1114902"/>
              <a:gd name="csX1017" fmla="*/ 175772 w 1728164"/>
              <a:gd name="csY1017" fmla="*/ 1113888 h 1114902"/>
              <a:gd name="csX1018" fmla="*/ 175944 w 1728164"/>
              <a:gd name="csY1018" fmla="*/ 1113888 h 1114902"/>
              <a:gd name="csX1019" fmla="*/ 176118 w 1728164"/>
              <a:gd name="csY1019" fmla="*/ 1113888 h 1114902"/>
              <a:gd name="csX1020" fmla="*/ 176290 w 1728164"/>
              <a:gd name="csY1020" fmla="*/ 1113879 h 1114902"/>
              <a:gd name="csX1021" fmla="*/ 176463 w 1728164"/>
              <a:gd name="csY1021" fmla="*/ 1113879 h 1114902"/>
              <a:gd name="csX1022" fmla="*/ 176636 w 1728164"/>
              <a:gd name="csY1022" fmla="*/ 1113870 h 1114902"/>
              <a:gd name="csX1023" fmla="*/ 176809 w 1728164"/>
              <a:gd name="csY1023" fmla="*/ 1113870 h 1114902"/>
              <a:gd name="csX1024" fmla="*/ 176982 w 1728164"/>
              <a:gd name="csY1024" fmla="*/ 1113870 h 1114902"/>
              <a:gd name="csX1025" fmla="*/ 177154 w 1728164"/>
              <a:gd name="csY1025" fmla="*/ 1113862 h 1114902"/>
              <a:gd name="csX1026" fmla="*/ 177328 w 1728164"/>
              <a:gd name="csY1026" fmla="*/ 1113862 h 1114902"/>
              <a:gd name="csX1027" fmla="*/ 177500 w 1728164"/>
              <a:gd name="csY1027" fmla="*/ 1113853 h 1114902"/>
              <a:gd name="csX1028" fmla="*/ 177673 w 1728164"/>
              <a:gd name="csY1028" fmla="*/ 1113853 h 1114902"/>
              <a:gd name="csX1029" fmla="*/ 177845 w 1728164"/>
              <a:gd name="csY1029" fmla="*/ 1113853 h 1114902"/>
              <a:gd name="csX1030" fmla="*/ 178019 w 1728164"/>
              <a:gd name="csY1030" fmla="*/ 1113844 h 1114902"/>
              <a:gd name="csX1031" fmla="*/ 178191 w 1728164"/>
              <a:gd name="csY1031" fmla="*/ 1113844 h 1114902"/>
              <a:gd name="csX1032" fmla="*/ 178364 w 1728164"/>
              <a:gd name="csY1032" fmla="*/ 1113835 h 1114902"/>
              <a:gd name="csX1033" fmla="*/ 178538 w 1728164"/>
              <a:gd name="csY1033" fmla="*/ 1113835 h 1114902"/>
              <a:gd name="csX1034" fmla="*/ 178710 w 1728164"/>
              <a:gd name="csY1034" fmla="*/ 1113835 h 1114902"/>
              <a:gd name="csX1035" fmla="*/ 178883 w 1728164"/>
              <a:gd name="csY1035" fmla="*/ 1113826 h 1114902"/>
              <a:gd name="csX1036" fmla="*/ 179055 w 1728164"/>
              <a:gd name="csY1036" fmla="*/ 1113826 h 1114902"/>
              <a:gd name="csX1037" fmla="*/ 179229 w 1728164"/>
              <a:gd name="csY1037" fmla="*/ 1113817 h 1114902"/>
              <a:gd name="csX1038" fmla="*/ 179401 w 1728164"/>
              <a:gd name="csY1038" fmla="*/ 1113817 h 1114902"/>
              <a:gd name="csX1039" fmla="*/ 179574 w 1728164"/>
              <a:gd name="csY1039" fmla="*/ 1113808 h 1114902"/>
              <a:gd name="csX1040" fmla="*/ 179747 w 1728164"/>
              <a:gd name="csY1040" fmla="*/ 1113808 h 1114902"/>
              <a:gd name="csX1041" fmla="*/ 179920 w 1728164"/>
              <a:gd name="csY1041" fmla="*/ 1113808 h 1114902"/>
              <a:gd name="csX1042" fmla="*/ 180093 w 1728164"/>
              <a:gd name="csY1042" fmla="*/ 1113799 h 1114902"/>
              <a:gd name="csX1043" fmla="*/ 180265 w 1728164"/>
              <a:gd name="csY1043" fmla="*/ 1113799 h 1114902"/>
              <a:gd name="csX1044" fmla="*/ 180439 w 1728164"/>
              <a:gd name="csY1044" fmla="*/ 1113790 h 1114902"/>
              <a:gd name="csX1045" fmla="*/ 180611 w 1728164"/>
              <a:gd name="csY1045" fmla="*/ 1113790 h 1114902"/>
              <a:gd name="csX1046" fmla="*/ 180784 w 1728164"/>
              <a:gd name="csY1046" fmla="*/ 1113782 h 1114902"/>
              <a:gd name="csX1047" fmla="*/ 180956 w 1728164"/>
              <a:gd name="csY1047" fmla="*/ 1113782 h 1114902"/>
              <a:gd name="csX1048" fmla="*/ 181130 w 1728164"/>
              <a:gd name="csY1048" fmla="*/ 1113782 h 1114902"/>
              <a:gd name="csX1049" fmla="*/ 181303 w 1728164"/>
              <a:gd name="csY1049" fmla="*/ 1113773 h 1114902"/>
              <a:gd name="csX1050" fmla="*/ 181475 w 1728164"/>
              <a:gd name="csY1050" fmla="*/ 1113773 h 1114902"/>
              <a:gd name="csX1051" fmla="*/ 181648 w 1728164"/>
              <a:gd name="csY1051" fmla="*/ 1113764 h 1114902"/>
              <a:gd name="csX1052" fmla="*/ 181821 w 1728164"/>
              <a:gd name="csY1052" fmla="*/ 1113764 h 1114902"/>
              <a:gd name="csX1053" fmla="*/ 181994 w 1728164"/>
              <a:gd name="csY1053" fmla="*/ 1113755 h 1114902"/>
              <a:gd name="csX1054" fmla="*/ 182166 w 1728164"/>
              <a:gd name="csY1054" fmla="*/ 1113755 h 1114902"/>
              <a:gd name="csX1055" fmla="*/ 182340 w 1728164"/>
              <a:gd name="csY1055" fmla="*/ 1113755 h 1114902"/>
              <a:gd name="csX1056" fmla="*/ 182512 w 1728164"/>
              <a:gd name="csY1056" fmla="*/ 1113746 h 1114902"/>
              <a:gd name="csX1057" fmla="*/ 182685 w 1728164"/>
              <a:gd name="csY1057" fmla="*/ 1113746 h 1114902"/>
              <a:gd name="csX1058" fmla="*/ 182858 w 1728164"/>
              <a:gd name="csY1058" fmla="*/ 1113737 h 1114902"/>
              <a:gd name="csX1059" fmla="*/ 183031 w 1728164"/>
              <a:gd name="csY1059" fmla="*/ 1113737 h 1114902"/>
              <a:gd name="csX1060" fmla="*/ 183204 w 1728164"/>
              <a:gd name="csY1060" fmla="*/ 1113728 h 1114902"/>
              <a:gd name="csX1061" fmla="*/ 183376 w 1728164"/>
              <a:gd name="csY1061" fmla="*/ 1113728 h 1114902"/>
              <a:gd name="csX1062" fmla="*/ 183549 w 1728164"/>
              <a:gd name="csY1062" fmla="*/ 1113719 h 1114902"/>
              <a:gd name="csX1063" fmla="*/ 183722 w 1728164"/>
              <a:gd name="csY1063" fmla="*/ 1113719 h 1114902"/>
              <a:gd name="csX1064" fmla="*/ 183895 w 1728164"/>
              <a:gd name="csY1064" fmla="*/ 1113719 h 1114902"/>
              <a:gd name="csX1065" fmla="*/ 184068 w 1728164"/>
              <a:gd name="csY1065" fmla="*/ 1113710 h 1114902"/>
              <a:gd name="csX1066" fmla="*/ 184241 w 1728164"/>
              <a:gd name="csY1066" fmla="*/ 1113710 h 1114902"/>
              <a:gd name="csX1067" fmla="*/ 184414 w 1728164"/>
              <a:gd name="csY1067" fmla="*/ 1113701 h 1114902"/>
              <a:gd name="csX1068" fmla="*/ 184586 w 1728164"/>
              <a:gd name="csY1068" fmla="*/ 1113701 h 1114902"/>
              <a:gd name="csX1069" fmla="*/ 184759 w 1728164"/>
              <a:gd name="csY1069" fmla="*/ 1113693 h 1114902"/>
              <a:gd name="csX1070" fmla="*/ 184932 w 1728164"/>
              <a:gd name="csY1070" fmla="*/ 1113693 h 1114902"/>
              <a:gd name="csX1071" fmla="*/ 185105 w 1728164"/>
              <a:gd name="csY1071" fmla="*/ 1113684 h 1114902"/>
              <a:gd name="csX1072" fmla="*/ 185277 w 1728164"/>
              <a:gd name="csY1072" fmla="*/ 1113684 h 1114902"/>
              <a:gd name="csX1073" fmla="*/ 185450 w 1728164"/>
              <a:gd name="csY1073" fmla="*/ 1113675 h 1114902"/>
              <a:gd name="csX1074" fmla="*/ 185624 w 1728164"/>
              <a:gd name="csY1074" fmla="*/ 1113675 h 1114902"/>
              <a:gd name="csX1075" fmla="*/ 185796 w 1728164"/>
              <a:gd name="csY1075" fmla="*/ 1113666 h 1114902"/>
              <a:gd name="csX1076" fmla="*/ 185969 w 1728164"/>
              <a:gd name="csY1076" fmla="*/ 1113666 h 1114902"/>
              <a:gd name="csX1077" fmla="*/ 186142 w 1728164"/>
              <a:gd name="csY1077" fmla="*/ 1113666 h 1114902"/>
              <a:gd name="csX1078" fmla="*/ 186315 w 1728164"/>
              <a:gd name="csY1078" fmla="*/ 1113657 h 1114902"/>
              <a:gd name="csX1079" fmla="*/ 186487 w 1728164"/>
              <a:gd name="csY1079" fmla="*/ 1113657 h 1114902"/>
              <a:gd name="csX1080" fmla="*/ 186660 w 1728164"/>
              <a:gd name="csY1080" fmla="*/ 1113648 h 1114902"/>
              <a:gd name="csX1081" fmla="*/ 186833 w 1728164"/>
              <a:gd name="csY1081" fmla="*/ 1113648 h 1114902"/>
              <a:gd name="csX1082" fmla="*/ 187006 w 1728164"/>
              <a:gd name="csY1082" fmla="*/ 1113639 h 1114902"/>
              <a:gd name="csX1083" fmla="*/ 187179 w 1728164"/>
              <a:gd name="csY1083" fmla="*/ 1113639 h 1114902"/>
              <a:gd name="csX1084" fmla="*/ 187351 w 1728164"/>
              <a:gd name="csY1084" fmla="*/ 1113630 h 1114902"/>
              <a:gd name="csX1085" fmla="*/ 187525 w 1728164"/>
              <a:gd name="csY1085" fmla="*/ 1113630 h 1114902"/>
              <a:gd name="csX1086" fmla="*/ 187697 w 1728164"/>
              <a:gd name="csY1086" fmla="*/ 1113621 h 1114902"/>
              <a:gd name="csX1087" fmla="*/ 187870 w 1728164"/>
              <a:gd name="csY1087" fmla="*/ 1113621 h 1114902"/>
              <a:gd name="csX1088" fmla="*/ 188043 w 1728164"/>
              <a:gd name="csY1088" fmla="*/ 1113612 h 1114902"/>
              <a:gd name="csX1089" fmla="*/ 188216 w 1728164"/>
              <a:gd name="csY1089" fmla="*/ 1113612 h 1114902"/>
              <a:gd name="csX1090" fmla="*/ 188389 w 1728164"/>
              <a:gd name="csY1090" fmla="*/ 1113604 h 1114902"/>
              <a:gd name="csX1091" fmla="*/ 188561 w 1728164"/>
              <a:gd name="csY1091" fmla="*/ 1113604 h 1114902"/>
              <a:gd name="csX1092" fmla="*/ 188735 w 1728164"/>
              <a:gd name="csY1092" fmla="*/ 1113595 h 1114902"/>
              <a:gd name="csX1093" fmla="*/ 188907 w 1728164"/>
              <a:gd name="csY1093" fmla="*/ 1113595 h 1114902"/>
              <a:gd name="csX1094" fmla="*/ 189080 w 1728164"/>
              <a:gd name="csY1094" fmla="*/ 1113586 h 1114902"/>
              <a:gd name="csX1095" fmla="*/ 189252 w 1728164"/>
              <a:gd name="csY1095" fmla="*/ 1113586 h 1114902"/>
              <a:gd name="csX1096" fmla="*/ 189426 w 1728164"/>
              <a:gd name="csY1096" fmla="*/ 1113577 h 1114902"/>
              <a:gd name="csX1097" fmla="*/ 189599 w 1728164"/>
              <a:gd name="csY1097" fmla="*/ 1113577 h 1114902"/>
              <a:gd name="csX1098" fmla="*/ 189771 w 1728164"/>
              <a:gd name="csY1098" fmla="*/ 1113568 h 1114902"/>
              <a:gd name="csX1099" fmla="*/ 189945 w 1728164"/>
              <a:gd name="csY1099" fmla="*/ 1113568 h 1114902"/>
              <a:gd name="csX1100" fmla="*/ 190117 w 1728164"/>
              <a:gd name="csY1100" fmla="*/ 1113559 h 1114902"/>
              <a:gd name="csX1101" fmla="*/ 190290 w 1728164"/>
              <a:gd name="csY1101" fmla="*/ 1113559 h 1114902"/>
              <a:gd name="csX1102" fmla="*/ 190462 w 1728164"/>
              <a:gd name="csY1102" fmla="*/ 1113550 h 1114902"/>
              <a:gd name="csX1103" fmla="*/ 190636 w 1728164"/>
              <a:gd name="csY1103" fmla="*/ 1113550 h 1114902"/>
              <a:gd name="csX1104" fmla="*/ 190808 w 1728164"/>
              <a:gd name="csY1104" fmla="*/ 1113541 h 1114902"/>
              <a:gd name="csX1105" fmla="*/ 190981 w 1728164"/>
              <a:gd name="csY1105" fmla="*/ 1113541 h 1114902"/>
              <a:gd name="csX1106" fmla="*/ 191154 w 1728164"/>
              <a:gd name="csY1106" fmla="*/ 1113532 h 1114902"/>
              <a:gd name="csX1107" fmla="*/ 191327 w 1728164"/>
              <a:gd name="csY1107" fmla="*/ 1113532 h 1114902"/>
              <a:gd name="csX1108" fmla="*/ 191500 w 1728164"/>
              <a:gd name="csY1108" fmla="*/ 1113524 h 1114902"/>
              <a:gd name="csX1109" fmla="*/ 191672 w 1728164"/>
              <a:gd name="csY1109" fmla="*/ 1113524 h 1114902"/>
              <a:gd name="csX1110" fmla="*/ 191846 w 1728164"/>
              <a:gd name="csY1110" fmla="*/ 1113515 h 1114902"/>
              <a:gd name="csX1111" fmla="*/ 192018 w 1728164"/>
              <a:gd name="csY1111" fmla="*/ 1113515 h 1114902"/>
              <a:gd name="csX1112" fmla="*/ 192191 w 1728164"/>
              <a:gd name="csY1112" fmla="*/ 1113506 h 1114902"/>
              <a:gd name="csX1113" fmla="*/ 192364 w 1728164"/>
              <a:gd name="csY1113" fmla="*/ 1113506 h 1114902"/>
              <a:gd name="csX1114" fmla="*/ 192537 w 1728164"/>
              <a:gd name="csY1114" fmla="*/ 1113497 h 1114902"/>
              <a:gd name="csX1115" fmla="*/ 192710 w 1728164"/>
              <a:gd name="csY1115" fmla="*/ 1113488 h 1114902"/>
              <a:gd name="csX1116" fmla="*/ 192882 w 1728164"/>
              <a:gd name="csY1116" fmla="*/ 1113488 h 1114902"/>
              <a:gd name="csX1117" fmla="*/ 193055 w 1728164"/>
              <a:gd name="csY1117" fmla="*/ 1113479 h 1114902"/>
              <a:gd name="csX1118" fmla="*/ 193228 w 1728164"/>
              <a:gd name="csY1118" fmla="*/ 1113479 h 1114902"/>
              <a:gd name="csX1119" fmla="*/ 193401 w 1728164"/>
              <a:gd name="csY1119" fmla="*/ 1113470 h 1114902"/>
              <a:gd name="csX1120" fmla="*/ 193573 w 1728164"/>
              <a:gd name="csY1120" fmla="*/ 1113470 h 1114902"/>
              <a:gd name="csX1121" fmla="*/ 193747 w 1728164"/>
              <a:gd name="csY1121" fmla="*/ 1113461 h 1114902"/>
              <a:gd name="csX1122" fmla="*/ 193920 w 1728164"/>
              <a:gd name="csY1122" fmla="*/ 1113461 h 1114902"/>
              <a:gd name="csX1123" fmla="*/ 194092 w 1728164"/>
              <a:gd name="csY1123" fmla="*/ 1113452 h 1114902"/>
              <a:gd name="csX1124" fmla="*/ 194265 w 1728164"/>
              <a:gd name="csY1124" fmla="*/ 1113452 h 1114902"/>
              <a:gd name="csX1125" fmla="*/ 194438 w 1728164"/>
              <a:gd name="csY1125" fmla="*/ 1113443 h 1114902"/>
              <a:gd name="csX1126" fmla="*/ 194611 w 1728164"/>
              <a:gd name="csY1126" fmla="*/ 1113435 h 1114902"/>
              <a:gd name="csX1127" fmla="*/ 194783 w 1728164"/>
              <a:gd name="csY1127" fmla="*/ 1113435 h 1114902"/>
              <a:gd name="csX1128" fmla="*/ 194956 w 1728164"/>
              <a:gd name="csY1128" fmla="*/ 1113426 h 1114902"/>
              <a:gd name="csX1129" fmla="*/ 195129 w 1728164"/>
              <a:gd name="csY1129" fmla="*/ 1113426 h 1114902"/>
              <a:gd name="csX1130" fmla="*/ 195302 w 1728164"/>
              <a:gd name="csY1130" fmla="*/ 1113417 h 1114902"/>
              <a:gd name="csX1131" fmla="*/ 195475 w 1728164"/>
              <a:gd name="csY1131" fmla="*/ 1113417 h 1114902"/>
              <a:gd name="csX1132" fmla="*/ 195648 w 1728164"/>
              <a:gd name="csY1132" fmla="*/ 1113408 h 1114902"/>
              <a:gd name="csX1133" fmla="*/ 195821 w 1728164"/>
              <a:gd name="csY1133" fmla="*/ 1113408 h 1114902"/>
              <a:gd name="csX1134" fmla="*/ 195993 w 1728164"/>
              <a:gd name="csY1134" fmla="*/ 1113399 h 1114902"/>
              <a:gd name="csX1135" fmla="*/ 196166 w 1728164"/>
              <a:gd name="csY1135" fmla="*/ 1113390 h 1114902"/>
              <a:gd name="csX1136" fmla="*/ 196339 w 1728164"/>
              <a:gd name="csY1136" fmla="*/ 1113390 h 1114902"/>
              <a:gd name="csX1137" fmla="*/ 196512 w 1728164"/>
              <a:gd name="csY1137" fmla="*/ 1113381 h 1114902"/>
              <a:gd name="csX1138" fmla="*/ 196685 w 1728164"/>
              <a:gd name="csY1138" fmla="*/ 1113381 h 1114902"/>
              <a:gd name="csX1139" fmla="*/ 196857 w 1728164"/>
              <a:gd name="csY1139" fmla="*/ 1113372 h 1114902"/>
              <a:gd name="csX1140" fmla="*/ 197031 w 1728164"/>
              <a:gd name="csY1140" fmla="*/ 1113372 h 1114902"/>
              <a:gd name="csX1141" fmla="*/ 197203 w 1728164"/>
              <a:gd name="csY1141" fmla="*/ 1113363 h 1114902"/>
              <a:gd name="csX1142" fmla="*/ 197376 w 1728164"/>
              <a:gd name="csY1142" fmla="*/ 1113355 h 1114902"/>
              <a:gd name="csX1143" fmla="*/ 197549 w 1728164"/>
              <a:gd name="csY1143" fmla="*/ 1113355 h 1114902"/>
              <a:gd name="csX1144" fmla="*/ 197722 w 1728164"/>
              <a:gd name="csY1144" fmla="*/ 1113346 h 1114902"/>
              <a:gd name="csX1145" fmla="*/ 197894 w 1728164"/>
              <a:gd name="csY1145" fmla="*/ 1113346 h 1114902"/>
              <a:gd name="csX1146" fmla="*/ 198067 w 1728164"/>
              <a:gd name="csY1146" fmla="*/ 1113337 h 1114902"/>
              <a:gd name="csX1147" fmla="*/ 198241 w 1728164"/>
              <a:gd name="csY1147" fmla="*/ 1113337 h 1114902"/>
              <a:gd name="csX1148" fmla="*/ 198413 w 1728164"/>
              <a:gd name="csY1148" fmla="*/ 1113328 h 1114902"/>
              <a:gd name="csX1149" fmla="*/ 198586 w 1728164"/>
              <a:gd name="csY1149" fmla="*/ 1113319 h 1114902"/>
              <a:gd name="csX1150" fmla="*/ 198758 w 1728164"/>
              <a:gd name="csY1150" fmla="*/ 1113319 h 1114902"/>
              <a:gd name="csX1151" fmla="*/ 198932 w 1728164"/>
              <a:gd name="csY1151" fmla="*/ 1113310 h 1114902"/>
              <a:gd name="csX1152" fmla="*/ 199104 w 1728164"/>
              <a:gd name="csY1152" fmla="*/ 1113310 h 1114902"/>
              <a:gd name="csX1153" fmla="*/ 199277 w 1728164"/>
              <a:gd name="csY1153" fmla="*/ 1113301 h 1114902"/>
              <a:gd name="csX1154" fmla="*/ 199450 w 1728164"/>
              <a:gd name="csY1154" fmla="*/ 1113292 h 1114902"/>
              <a:gd name="csX1155" fmla="*/ 199623 w 1728164"/>
              <a:gd name="csY1155" fmla="*/ 1113292 h 1114902"/>
              <a:gd name="csX1156" fmla="*/ 199796 w 1728164"/>
              <a:gd name="csY1156" fmla="*/ 1113283 h 1114902"/>
              <a:gd name="csX1157" fmla="*/ 199968 w 1728164"/>
              <a:gd name="csY1157" fmla="*/ 1113283 h 1114902"/>
              <a:gd name="csX1158" fmla="*/ 200142 w 1728164"/>
              <a:gd name="csY1158" fmla="*/ 1113274 h 1114902"/>
              <a:gd name="csX1159" fmla="*/ 200314 w 1728164"/>
              <a:gd name="csY1159" fmla="*/ 1113265 h 1114902"/>
              <a:gd name="csX1160" fmla="*/ 200487 w 1728164"/>
              <a:gd name="csY1160" fmla="*/ 1113265 h 1114902"/>
              <a:gd name="csX1161" fmla="*/ 200659 w 1728164"/>
              <a:gd name="csY1161" fmla="*/ 1113257 h 1114902"/>
              <a:gd name="csX1162" fmla="*/ 200833 w 1728164"/>
              <a:gd name="csY1162" fmla="*/ 1113257 h 1114902"/>
              <a:gd name="csX1163" fmla="*/ 201006 w 1728164"/>
              <a:gd name="csY1163" fmla="*/ 1113248 h 1114902"/>
              <a:gd name="csX1164" fmla="*/ 201178 w 1728164"/>
              <a:gd name="csY1164" fmla="*/ 1113239 h 1114902"/>
              <a:gd name="csX1165" fmla="*/ 201352 w 1728164"/>
              <a:gd name="csY1165" fmla="*/ 1113239 h 1114902"/>
              <a:gd name="csX1166" fmla="*/ 201524 w 1728164"/>
              <a:gd name="csY1166" fmla="*/ 1113230 h 1114902"/>
              <a:gd name="csX1167" fmla="*/ 201697 w 1728164"/>
              <a:gd name="csY1167" fmla="*/ 1113221 h 1114902"/>
              <a:gd name="csX1168" fmla="*/ 201869 w 1728164"/>
              <a:gd name="csY1168" fmla="*/ 1113221 h 1114902"/>
              <a:gd name="csX1169" fmla="*/ 202043 w 1728164"/>
              <a:gd name="csY1169" fmla="*/ 1113212 h 1114902"/>
              <a:gd name="csX1170" fmla="*/ 202215 w 1728164"/>
              <a:gd name="csY1170" fmla="*/ 1113212 h 1114902"/>
              <a:gd name="csX1171" fmla="*/ 202388 w 1728164"/>
              <a:gd name="csY1171" fmla="*/ 1113203 h 1114902"/>
              <a:gd name="csX1172" fmla="*/ 202561 w 1728164"/>
              <a:gd name="csY1172" fmla="*/ 1113194 h 1114902"/>
              <a:gd name="csX1173" fmla="*/ 202734 w 1728164"/>
              <a:gd name="csY1173" fmla="*/ 1113194 h 1114902"/>
              <a:gd name="csX1174" fmla="*/ 202907 w 1728164"/>
              <a:gd name="csY1174" fmla="*/ 1113185 h 1114902"/>
              <a:gd name="csX1175" fmla="*/ 203079 w 1728164"/>
              <a:gd name="csY1175" fmla="*/ 1113177 h 1114902"/>
              <a:gd name="csX1176" fmla="*/ 203253 w 1728164"/>
              <a:gd name="csY1176" fmla="*/ 1113177 h 1114902"/>
              <a:gd name="csX1177" fmla="*/ 203425 w 1728164"/>
              <a:gd name="csY1177" fmla="*/ 1113168 h 1114902"/>
              <a:gd name="csX1178" fmla="*/ 203598 w 1728164"/>
              <a:gd name="csY1178" fmla="*/ 1113168 h 1114902"/>
              <a:gd name="csX1179" fmla="*/ 203771 w 1728164"/>
              <a:gd name="csY1179" fmla="*/ 1113159 h 1114902"/>
              <a:gd name="csX1180" fmla="*/ 203944 w 1728164"/>
              <a:gd name="csY1180" fmla="*/ 1113150 h 1114902"/>
              <a:gd name="csX1181" fmla="*/ 204117 w 1728164"/>
              <a:gd name="csY1181" fmla="*/ 1113150 h 1114902"/>
              <a:gd name="csX1182" fmla="*/ 204289 w 1728164"/>
              <a:gd name="csY1182" fmla="*/ 1113141 h 1114902"/>
              <a:gd name="csX1183" fmla="*/ 204462 w 1728164"/>
              <a:gd name="csY1183" fmla="*/ 1113132 h 1114902"/>
              <a:gd name="csX1184" fmla="*/ 204635 w 1728164"/>
              <a:gd name="csY1184" fmla="*/ 1113132 h 1114902"/>
              <a:gd name="csX1185" fmla="*/ 204808 w 1728164"/>
              <a:gd name="csY1185" fmla="*/ 1113123 h 1114902"/>
              <a:gd name="csX1186" fmla="*/ 204980 w 1728164"/>
              <a:gd name="csY1186" fmla="*/ 1113114 h 1114902"/>
              <a:gd name="csX1187" fmla="*/ 205154 w 1728164"/>
              <a:gd name="csY1187" fmla="*/ 1113114 h 1114902"/>
              <a:gd name="csX1188" fmla="*/ 205327 w 1728164"/>
              <a:gd name="csY1188" fmla="*/ 1113105 h 1114902"/>
              <a:gd name="csX1189" fmla="*/ 205499 w 1728164"/>
              <a:gd name="csY1189" fmla="*/ 1113096 h 1114902"/>
              <a:gd name="csX1190" fmla="*/ 205672 w 1728164"/>
              <a:gd name="csY1190" fmla="*/ 1113096 h 1114902"/>
              <a:gd name="csX1191" fmla="*/ 205845 w 1728164"/>
              <a:gd name="csY1191" fmla="*/ 1113088 h 1114902"/>
              <a:gd name="csX1192" fmla="*/ 206018 w 1728164"/>
              <a:gd name="csY1192" fmla="*/ 1113079 h 1114902"/>
              <a:gd name="csX1193" fmla="*/ 206190 w 1728164"/>
              <a:gd name="csY1193" fmla="*/ 1113079 h 1114902"/>
              <a:gd name="csX1194" fmla="*/ 206363 w 1728164"/>
              <a:gd name="csY1194" fmla="*/ 1113070 h 1114902"/>
              <a:gd name="csX1195" fmla="*/ 206536 w 1728164"/>
              <a:gd name="csY1195" fmla="*/ 1113061 h 1114902"/>
              <a:gd name="csX1196" fmla="*/ 206709 w 1728164"/>
              <a:gd name="csY1196" fmla="*/ 1113061 h 1114902"/>
              <a:gd name="csX1197" fmla="*/ 206882 w 1728164"/>
              <a:gd name="csY1197" fmla="*/ 1113052 h 1114902"/>
              <a:gd name="csX1198" fmla="*/ 207055 w 1728164"/>
              <a:gd name="csY1198" fmla="*/ 1113043 h 1114902"/>
              <a:gd name="csX1199" fmla="*/ 207228 w 1728164"/>
              <a:gd name="csY1199" fmla="*/ 1113043 h 1114902"/>
              <a:gd name="csX1200" fmla="*/ 207400 w 1728164"/>
              <a:gd name="csY1200" fmla="*/ 1113034 h 1114902"/>
              <a:gd name="csX1201" fmla="*/ 207573 w 1728164"/>
              <a:gd name="csY1201" fmla="*/ 1113025 h 1114902"/>
              <a:gd name="csX1202" fmla="*/ 207746 w 1728164"/>
              <a:gd name="csY1202" fmla="*/ 1113025 h 1114902"/>
              <a:gd name="csX1203" fmla="*/ 207919 w 1728164"/>
              <a:gd name="csY1203" fmla="*/ 1113016 h 1114902"/>
              <a:gd name="csX1204" fmla="*/ 208092 w 1728164"/>
              <a:gd name="csY1204" fmla="*/ 1113008 h 1114902"/>
              <a:gd name="csX1205" fmla="*/ 208264 w 1728164"/>
              <a:gd name="csY1205" fmla="*/ 1112999 h 1114902"/>
              <a:gd name="csX1206" fmla="*/ 208438 w 1728164"/>
              <a:gd name="csY1206" fmla="*/ 1112999 h 1114902"/>
              <a:gd name="csX1207" fmla="*/ 208610 w 1728164"/>
              <a:gd name="csY1207" fmla="*/ 1112990 h 1114902"/>
              <a:gd name="csX1208" fmla="*/ 208783 w 1728164"/>
              <a:gd name="csY1208" fmla="*/ 1112981 h 1114902"/>
              <a:gd name="csX1209" fmla="*/ 208956 w 1728164"/>
              <a:gd name="csY1209" fmla="*/ 1112981 h 1114902"/>
              <a:gd name="csX1210" fmla="*/ 209129 w 1728164"/>
              <a:gd name="csY1210" fmla="*/ 1112972 h 1114902"/>
              <a:gd name="csX1211" fmla="*/ 209301 w 1728164"/>
              <a:gd name="csY1211" fmla="*/ 1112963 h 1114902"/>
              <a:gd name="csX1212" fmla="*/ 209474 w 1728164"/>
              <a:gd name="csY1212" fmla="*/ 1112963 h 1114902"/>
              <a:gd name="csX1213" fmla="*/ 209648 w 1728164"/>
              <a:gd name="csY1213" fmla="*/ 1112954 h 1114902"/>
              <a:gd name="csX1214" fmla="*/ 209820 w 1728164"/>
              <a:gd name="csY1214" fmla="*/ 1112945 h 1114902"/>
              <a:gd name="csX1215" fmla="*/ 209993 w 1728164"/>
              <a:gd name="csY1215" fmla="*/ 1112936 h 1114902"/>
              <a:gd name="csX1216" fmla="*/ 210165 w 1728164"/>
              <a:gd name="csY1216" fmla="*/ 1112936 h 1114902"/>
              <a:gd name="csX1217" fmla="*/ 210339 w 1728164"/>
              <a:gd name="csY1217" fmla="*/ 1112927 h 1114902"/>
              <a:gd name="csX1218" fmla="*/ 210511 w 1728164"/>
              <a:gd name="csY1218" fmla="*/ 1112919 h 1114902"/>
              <a:gd name="csX1219" fmla="*/ 210684 w 1728164"/>
              <a:gd name="csY1219" fmla="*/ 1112910 h 1114902"/>
              <a:gd name="csX1220" fmla="*/ 210857 w 1728164"/>
              <a:gd name="csY1220" fmla="*/ 1112910 h 1114902"/>
              <a:gd name="csX1221" fmla="*/ 211030 w 1728164"/>
              <a:gd name="csY1221" fmla="*/ 1112901 h 1114902"/>
              <a:gd name="csX1222" fmla="*/ 211203 w 1728164"/>
              <a:gd name="csY1222" fmla="*/ 1112892 h 1114902"/>
              <a:gd name="csX1223" fmla="*/ 211375 w 1728164"/>
              <a:gd name="csY1223" fmla="*/ 1112892 h 1114902"/>
              <a:gd name="csX1224" fmla="*/ 211549 w 1728164"/>
              <a:gd name="csY1224" fmla="*/ 1112883 h 1114902"/>
              <a:gd name="csX1225" fmla="*/ 211721 w 1728164"/>
              <a:gd name="csY1225" fmla="*/ 1112874 h 1114902"/>
              <a:gd name="csX1226" fmla="*/ 211894 w 1728164"/>
              <a:gd name="csY1226" fmla="*/ 1112865 h 1114902"/>
              <a:gd name="csX1227" fmla="*/ 212066 w 1728164"/>
              <a:gd name="csY1227" fmla="*/ 1112865 h 1114902"/>
              <a:gd name="csX1228" fmla="*/ 212240 w 1728164"/>
              <a:gd name="csY1228" fmla="*/ 1112856 h 1114902"/>
              <a:gd name="csX1229" fmla="*/ 212413 w 1728164"/>
              <a:gd name="csY1229" fmla="*/ 1112847 h 1114902"/>
              <a:gd name="csX1230" fmla="*/ 212585 w 1728164"/>
              <a:gd name="csY1230" fmla="*/ 1112838 h 1114902"/>
              <a:gd name="csX1231" fmla="*/ 212759 w 1728164"/>
              <a:gd name="csY1231" fmla="*/ 1112838 h 1114902"/>
              <a:gd name="csX1232" fmla="*/ 212931 w 1728164"/>
              <a:gd name="csY1232" fmla="*/ 1112830 h 1114902"/>
              <a:gd name="csX1233" fmla="*/ 213104 w 1728164"/>
              <a:gd name="csY1233" fmla="*/ 1112821 h 1114902"/>
              <a:gd name="csX1234" fmla="*/ 213276 w 1728164"/>
              <a:gd name="csY1234" fmla="*/ 1112812 h 1114902"/>
              <a:gd name="csX1235" fmla="*/ 213450 w 1728164"/>
              <a:gd name="csY1235" fmla="*/ 1112812 h 1114902"/>
              <a:gd name="csX1236" fmla="*/ 213622 w 1728164"/>
              <a:gd name="csY1236" fmla="*/ 1112803 h 1114902"/>
              <a:gd name="csX1237" fmla="*/ 213795 w 1728164"/>
              <a:gd name="csY1237" fmla="*/ 1112794 h 1114902"/>
              <a:gd name="csX1238" fmla="*/ 213968 w 1728164"/>
              <a:gd name="csY1238" fmla="*/ 1112785 h 1114902"/>
              <a:gd name="csX1239" fmla="*/ 214141 w 1728164"/>
              <a:gd name="csY1239" fmla="*/ 1112776 h 1114902"/>
              <a:gd name="csX1240" fmla="*/ 214314 w 1728164"/>
              <a:gd name="csY1240" fmla="*/ 1112776 h 1114902"/>
              <a:gd name="csX1241" fmla="*/ 214486 w 1728164"/>
              <a:gd name="csY1241" fmla="*/ 1112767 h 1114902"/>
              <a:gd name="csX1242" fmla="*/ 214660 w 1728164"/>
              <a:gd name="csY1242" fmla="*/ 1112758 h 1114902"/>
              <a:gd name="csX1243" fmla="*/ 214832 w 1728164"/>
              <a:gd name="csY1243" fmla="*/ 1112750 h 1114902"/>
              <a:gd name="csX1244" fmla="*/ 215005 w 1728164"/>
              <a:gd name="csY1244" fmla="*/ 1112750 h 1114902"/>
              <a:gd name="csX1245" fmla="*/ 215178 w 1728164"/>
              <a:gd name="csY1245" fmla="*/ 1112741 h 1114902"/>
              <a:gd name="csX1246" fmla="*/ 215351 w 1728164"/>
              <a:gd name="csY1246" fmla="*/ 1112732 h 1114902"/>
              <a:gd name="csX1247" fmla="*/ 215524 w 1728164"/>
              <a:gd name="csY1247" fmla="*/ 1112723 h 1114902"/>
              <a:gd name="csX1248" fmla="*/ 215696 w 1728164"/>
              <a:gd name="csY1248" fmla="*/ 1112714 h 1114902"/>
              <a:gd name="csX1249" fmla="*/ 215869 w 1728164"/>
              <a:gd name="csY1249" fmla="*/ 1112714 h 1114902"/>
              <a:gd name="csX1250" fmla="*/ 216042 w 1728164"/>
              <a:gd name="csY1250" fmla="*/ 1112705 h 1114902"/>
              <a:gd name="csX1251" fmla="*/ 216215 w 1728164"/>
              <a:gd name="csY1251" fmla="*/ 1112696 h 1114902"/>
              <a:gd name="csX1252" fmla="*/ 216388 w 1728164"/>
              <a:gd name="csY1252" fmla="*/ 1112687 h 1114902"/>
              <a:gd name="csX1253" fmla="*/ 216561 w 1728164"/>
              <a:gd name="csY1253" fmla="*/ 1112678 h 1114902"/>
              <a:gd name="csX1254" fmla="*/ 216734 w 1728164"/>
              <a:gd name="csY1254" fmla="*/ 1112678 h 1114902"/>
              <a:gd name="csX1255" fmla="*/ 216906 w 1728164"/>
              <a:gd name="csY1255" fmla="*/ 1112669 h 1114902"/>
              <a:gd name="csX1256" fmla="*/ 217079 w 1728164"/>
              <a:gd name="csY1256" fmla="*/ 1112661 h 1114902"/>
              <a:gd name="csX1257" fmla="*/ 217252 w 1728164"/>
              <a:gd name="csY1257" fmla="*/ 1112652 h 1114902"/>
              <a:gd name="csX1258" fmla="*/ 217425 w 1728164"/>
              <a:gd name="csY1258" fmla="*/ 1112643 h 1114902"/>
              <a:gd name="csX1259" fmla="*/ 217597 w 1728164"/>
              <a:gd name="csY1259" fmla="*/ 1112643 h 1114902"/>
              <a:gd name="csX1260" fmla="*/ 217770 w 1728164"/>
              <a:gd name="csY1260" fmla="*/ 1112634 h 1114902"/>
              <a:gd name="csX1261" fmla="*/ 217943 w 1728164"/>
              <a:gd name="csY1261" fmla="*/ 1112625 h 1114902"/>
              <a:gd name="csX1262" fmla="*/ 218116 w 1728164"/>
              <a:gd name="csY1262" fmla="*/ 1112616 h 1114902"/>
              <a:gd name="csX1263" fmla="*/ 218289 w 1728164"/>
              <a:gd name="csY1263" fmla="*/ 1112607 h 1114902"/>
              <a:gd name="csX1264" fmla="*/ 218462 w 1728164"/>
              <a:gd name="csY1264" fmla="*/ 1112598 h 1114902"/>
              <a:gd name="csX1265" fmla="*/ 218635 w 1728164"/>
              <a:gd name="csY1265" fmla="*/ 1112598 h 1114902"/>
              <a:gd name="csX1266" fmla="*/ 218807 w 1728164"/>
              <a:gd name="csY1266" fmla="*/ 1112589 h 1114902"/>
              <a:gd name="csX1267" fmla="*/ 218980 w 1728164"/>
              <a:gd name="csY1267" fmla="*/ 1112581 h 1114902"/>
              <a:gd name="csX1268" fmla="*/ 219153 w 1728164"/>
              <a:gd name="csY1268" fmla="*/ 1112572 h 1114902"/>
              <a:gd name="csX1269" fmla="*/ 219326 w 1728164"/>
              <a:gd name="csY1269" fmla="*/ 1112563 h 1114902"/>
              <a:gd name="csX1270" fmla="*/ 219499 w 1728164"/>
              <a:gd name="csY1270" fmla="*/ 1112554 h 1114902"/>
              <a:gd name="csX1271" fmla="*/ 219671 w 1728164"/>
              <a:gd name="csY1271" fmla="*/ 1112554 h 1114902"/>
              <a:gd name="csX1272" fmla="*/ 219845 w 1728164"/>
              <a:gd name="csY1272" fmla="*/ 1112545 h 1114902"/>
              <a:gd name="csX1273" fmla="*/ 220017 w 1728164"/>
              <a:gd name="csY1273" fmla="*/ 1112536 h 1114902"/>
              <a:gd name="csX1274" fmla="*/ 220190 w 1728164"/>
              <a:gd name="csY1274" fmla="*/ 1112527 h 1114902"/>
              <a:gd name="csX1275" fmla="*/ 220363 w 1728164"/>
              <a:gd name="csY1275" fmla="*/ 1112518 h 1114902"/>
              <a:gd name="csX1276" fmla="*/ 220536 w 1728164"/>
              <a:gd name="csY1276" fmla="*/ 1112509 h 1114902"/>
              <a:gd name="csX1277" fmla="*/ 220709 w 1728164"/>
              <a:gd name="csY1277" fmla="*/ 1112500 h 1114902"/>
              <a:gd name="csX1278" fmla="*/ 220881 w 1728164"/>
              <a:gd name="csY1278" fmla="*/ 1112500 h 1114902"/>
              <a:gd name="csX1279" fmla="*/ 221055 w 1728164"/>
              <a:gd name="csY1279" fmla="*/ 1112491 h 1114902"/>
              <a:gd name="csX1280" fmla="*/ 221227 w 1728164"/>
              <a:gd name="csY1280" fmla="*/ 1112483 h 1114902"/>
              <a:gd name="csX1281" fmla="*/ 221400 w 1728164"/>
              <a:gd name="csY1281" fmla="*/ 1112474 h 1114902"/>
              <a:gd name="csX1282" fmla="*/ 221572 w 1728164"/>
              <a:gd name="csY1282" fmla="*/ 1112465 h 1114902"/>
              <a:gd name="csX1283" fmla="*/ 221746 w 1728164"/>
              <a:gd name="csY1283" fmla="*/ 1112456 h 1114902"/>
              <a:gd name="csX1284" fmla="*/ 221918 w 1728164"/>
              <a:gd name="csY1284" fmla="*/ 1112447 h 1114902"/>
              <a:gd name="csX1285" fmla="*/ 222091 w 1728164"/>
              <a:gd name="csY1285" fmla="*/ 1112447 h 1114902"/>
              <a:gd name="csX1286" fmla="*/ 222264 w 1728164"/>
              <a:gd name="csY1286" fmla="*/ 1112438 h 1114902"/>
              <a:gd name="csX1287" fmla="*/ 222437 w 1728164"/>
              <a:gd name="csY1287" fmla="*/ 1112429 h 1114902"/>
              <a:gd name="csX1288" fmla="*/ 222610 w 1728164"/>
              <a:gd name="csY1288" fmla="*/ 1112420 h 1114902"/>
              <a:gd name="csX1289" fmla="*/ 222782 w 1728164"/>
              <a:gd name="csY1289" fmla="*/ 1112411 h 1114902"/>
              <a:gd name="csX1290" fmla="*/ 222956 w 1728164"/>
              <a:gd name="csY1290" fmla="*/ 1112403 h 1114902"/>
              <a:gd name="csX1291" fmla="*/ 223128 w 1728164"/>
              <a:gd name="csY1291" fmla="*/ 1112394 h 1114902"/>
              <a:gd name="csX1292" fmla="*/ 223301 w 1728164"/>
              <a:gd name="csY1292" fmla="*/ 1112385 h 1114902"/>
              <a:gd name="csX1293" fmla="*/ 223473 w 1728164"/>
              <a:gd name="csY1293" fmla="*/ 1112376 h 1114902"/>
              <a:gd name="csX1294" fmla="*/ 223647 w 1728164"/>
              <a:gd name="csY1294" fmla="*/ 1112367 h 1114902"/>
              <a:gd name="csX1295" fmla="*/ 223820 w 1728164"/>
              <a:gd name="csY1295" fmla="*/ 1112367 h 1114902"/>
              <a:gd name="csX1296" fmla="*/ 223992 w 1728164"/>
              <a:gd name="csY1296" fmla="*/ 1112358 h 1114902"/>
              <a:gd name="csX1297" fmla="*/ 224166 w 1728164"/>
              <a:gd name="csY1297" fmla="*/ 1112349 h 1114902"/>
              <a:gd name="csX1298" fmla="*/ 224338 w 1728164"/>
              <a:gd name="csY1298" fmla="*/ 1112340 h 1114902"/>
              <a:gd name="csX1299" fmla="*/ 224511 w 1728164"/>
              <a:gd name="csY1299" fmla="*/ 1112331 h 1114902"/>
              <a:gd name="csX1300" fmla="*/ 224683 w 1728164"/>
              <a:gd name="csY1300" fmla="*/ 1112323 h 1114902"/>
              <a:gd name="csX1301" fmla="*/ 224857 w 1728164"/>
              <a:gd name="csY1301" fmla="*/ 1112314 h 1114902"/>
              <a:gd name="csX1302" fmla="*/ 225030 w 1728164"/>
              <a:gd name="csY1302" fmla="*/ 1112305 h 1114902"/>
              <a:gd name="csX1303" fmla="*/ 225202 w 1728164"/>
              <a:gd name="csY1303" fmla="*/ 1112296 h 1114902"/>
              <a:gd name="csX1304" fmla="*/ 225375 w 1728164"/>
              <a:gd name="csY1304" fmla="*/ 1112287 h 1114902"/>
              <a:gd name="csX1305" fmla="*/ 225548 w 1728164"/>
              <a:gd name="csY1305" fmla="*/ 1112278 h 1114902"/>
              <a:gd name="csX1306" fmla="*/ 225721 w 1728164"/>
              <a:gd name="csY1306" fmla="*/ 1112269 h 1114902"/>
              <a:gd name="csX1307" fmla="*/ 225893 w 1728164"/>
              <a:gd name="csY1307" fmla="*/ 1112260 h 1114902"/>
              <a:gd name="csX1308" fmla="*/ 226067 w 1728164"/>
              <a:gd name="csY1308" fmla="*/ 1112260 h 1114902"/>
              <a:gd name="csX1309" fmla="*/ 226239 w 1728164"/>
              <a:gd name="csY1309" fmla="*/ 1112251 h 1114902"/>
              <a:gd name="csX1310" fmla="*/ 226412 w 1728164"/>
              <a:gd name="csY1310" fmla="*/ 1112242 h 1114902"/>
              <a:gd name="csX1311" fmla="*/ 226585 w 1728164"/>
              <a:gd name="csY1311" fmla="*/ 1112234 h 1114902"/>
              <a:gd name="csX1312" fmla="*/ 226758 w 1728164"/>
              <a:gd name="csY1312" fmla="*/ 1112225 h 1114902"/>
              <a:gd name="csX1313" fmla="*/ 226931 w 1728164"/>
              <a:gd name="csY1313" fmla="*/ 1112216 h 1114902"/>
              <a:gd name="csX1314" fmla="*/ 227103 w 1728164"/>
              <a:gd name="csY1314" fmla="*/ 1112207 h 1114902"/>
              <a:gd name="csX1315" fmla="*/ 227276 w 1728164"/>
              <a:gd name="csY1315" fmla="*/ 1112198 h 1114902"/>
              <a:gd name="csX1316" fmla="*/ 227449 w 1728164"/>
              <a:gd name="csY1316" fmla="*/ 1112189 h 1114902"/>
              <a:gd name="csX1317" fmla="*/ 227622 w 1728164"/>
              <a:gd name="csY1317" fmla="*/ 1112180 h 1114902"/>
              <a:gd name="csX1318" fmla="*/ 227794 w 1728164"/>
              <a:gd name="csY1318" fmla="*/ 1112171 h 1114902"/>
              <a:gd name="csX1319" fmla="*/ 227968 w 1728164"/>
              <a:gd name="csY1319" fmla="*/ 1112162 h 1114902"/>
              <a:gd name="csX1320" fmla="*/ 228141 w 1728164"/>
              <a:gd name="csY1320" fmla="*/ 1112153 h 1114902"/>
              <a:gd name="csX1321" fmla="*/ 228313 w 1728164"/>
              <a:gd name="csY1321" fmla="*/ 1112145 h 1114902"/>
              <a:gd name="csX1322" fmla="*/ 228486 w 1728164"/>
              <a:gd name="csY1322" fmla="*/ 1112136 h 1114902"/>
              <a:gd name="csX1323" fmla="*/ 228659 w 1728164"/>
              <a:gd name="csY1323" fmla="*/ 1112127 h 1114902"/>
              <a:gd name="csX1324" fmla="*/ 228832 w 1728164"/>
              <a:gd name="csY1324" fmla="*/ 1112118 h 1114902"/>
              <a:gd name="csX1325" fmla="*/ 229004 w 1728164"/>
              <a:gd name="csY1325" fmla="*/ 1112109 h 1114902"/>
              <a:gd name="csX1326" fmla="*/ 229177 w 1728164"/>
              <a:gd name="csY1326" fmla="*/ 1112100 h 1114902"/>
              <a:gd name="csX1327" fmla="*/ 229351 w 1728164"/>
              <a:gd name="csY1327" fmla="*/ 1112091 h 1114902"/>
              <a:gd name="csX1328" fmla="*/ 229523 w 1728164"/>
              <a:gd name="csY1328" fmla="*/ 1112082 h 1114902"/>
              <a:gd name="csX1329" fmla="*/ 229696 w 1728164"/>
              <a:gd name="csY1329" fmla="*/ 1112073 h 1114902"/>
              <a:gd name="csX1330" fmla="*/ 229869 w 1728164"/>
              <a:gd name="csY1330" fmla="*/ 1112064 h 1114902"/>
              <a:gd name="csX1331" fmla="*/ 230042 w 1728164"/>
              <a:gd name="csY1331" fmla="*/ 1112056 h 1114902"/>
              <a:gd name="csX1332" fmla="*/ 230214 w 1728164"/>
              <a:gd name="csY1332" fmla="*/ 1112047 h 1114902"/>
              <a:gd name="csX1333" fmla="*/ 230387 w 1728164"/>
              <a:gd name="csY1333" fmla="*/ 1112038 h 1114902"/>
              <a:gd name="csX1334" fmla="*/ 230560 w 1728164"/>
              <a:gd name="csY1334" fmla="*/ 1112029 h 1114902"/>
              <a:gd name="csX1335" fmla="*/ 230733 w 1728164"/>
              <a:gd name="csY1335" fmla="*/ 1112020 h 1114902"/>
              <a:gd name="csX1336" fmla="*/ 230906 w 1728164"/>
              <a:gd name="csY1336" fmla="*/ 1112011 h 1114902"/>
              <a:gd name="csX1337" fmla="*/ 231078 w 1728164"/>
              <a:gd name="csY1337" fmla="*/ 1112002 h 1114902"/>
              <a:gd name="csX1338" fmla="*/ 231252 w 1728164"/>
              <a:gd name="csY1338" fmla="*/ 1111993 h 1114902"/>
              <a:gd name="csX1339" fmla="*/ 231424 w 1728164"/>
              <a:gd name="csY1339" fmla="*/ 1111984 h 1114902"/>
              <a:gd name="csX1340" fmla="*/ 231597 w 1728164"/>
              <a:gd name="csY1340" fmla="*/ 1111976 h 1114902"/>
              <a:gd name="csX1341" fmla="*/ 231770 w 1728164"/>
              <a:gd name="csY1341" fmla="*/ 1111967 h 1114902"/>
              <a:gd name="csX1342" fmla="*/ 231943 w 1728164"/>
              <a:gd name="csY1342" fmla="*/ 1111958 h 1114902"/>
              <a:gd name="csX1343" fmla="*/ 232115 w 1728164"/>
              <a:gd name="csY1343" fmla="*/ 1111949 h 1114902"/>
              <a:gd name="csX1344" fmla="*/ 232288 w 1728164"/>
              <a:gd name="csY1344" fmla="*/ 1111940 h 1114902"/>
              <a:gd name="csX1345" fmla="*/ 232462 w 1728164"/>
              <a:gd name="csY1345" fmla="*/ 1111931 h 1114902"/>
              <a:gd name="csX1346" fmla="*/ 232634 w 1728164"/>
              <a:gd name="csY1346" fmla="*/ 1111922 h 1114902"/>
              <a:gd name="csX1347" fmla="*/ 232807 w 1728164"/>
              <a:gd name="csY1347" fmla="*/ 1111913 h 1114902"/>
              <a:gd name="csX1348" fmla="*/ 232979 w 1728164"/>
              <a:gd name="csY1348" fmla="*/ 1111904 h 1114902"/>
              <a:gd name="csX1349" fmla="*/ 233153 w 1728164"/>
              <a:gd name="csY1349" fmla="*/ 1111887 h 1114902"/>
              <a:gd name="csX1350" fmla="*/ 233325 w 1728164"/>
              <a:gd name="csY1350" fmla="*/ 1111878 h 1114902"/>
              <a:gd name="csX1351" fmla="*/ 233498 w 1728164"/>
              <a:gd name="csY1351" fmla="*/ 1111869 h 1114902"/>
              <a:gd name="csX1352" fmla="*/ 233672 w 1728164"/>
              <a:gd name="csY1352" fmla="*/ 1111860 h 1114902"/>
              <a:gd name="csX1353" fmla="*/ 233844 w 1728164"/>
              <a:gd name="csY1353" fmla="*/ 1111851 h 1114902"/>
              <a:gd name="csX1354" fmla="*/ 234017 w 1728164"/>
              <a:gd name="csY1354" fmla="*/ 1111842 h 1114902"/>
              <a:gd name="csX1355" fmla="*/ 234189 w 1728164"/>
              <a:gd name="csY1355" fmla="*/ 1111833 h 1114902"/>
              <a:gd name="csX1356" fmla="*/ 234363 w 1728164"/>
              <a:gd name="csY1356" fmla="*/ 1111824 h 1114902"/>
              <a:gd name="csX1357" fmla="*/ 234535 w 1728164"/>
              <a:gd name="csY1357" fmla="*/ 1111815 h 1114902"/>
              <a:gd name="csX1358" fmla="*/ 234708 w 1728164"/>
              <a:gd name="csY1358" fmla="*/ 1111807 h 1114902"/>
              <a:gd name="csX1359" fmla="*/ 234881 w 1728164"/>
              <a:gd name="csY1359" fmla="*/ 1111798 h 1114902"/>
              <a:gd name="csX1360" fmla="*/ 235054 w 1728164"/>
              <a:gd name="csY1360" fmla="*/ 1111789 h 1114902"/>
              <a:gd name="csX1361" fmla="*/ 235227 w 1728164"/>
              <a:gd name="csY1361" fmla="*/ 1111780 h 1114902"/>
              <a:gd name="csX1362" fmla="*/ 235399 w 1728164"/>
              <a:gd name="csY1362" fmla="*/ 1111762 h 1114902"/>
              <a:gd name="csX1363" fmla="*/ 235573 w 1728164"/>
              <a:gd name="csY1363" fmla="*/ 1111753 h 1114902"/>
              <a:gd name="csX1364" fmla="*/ 235745 w 1728164"/>
              <a:gd name="csY1364" fmla="*/ 1111744 h 1114902"/>
              <a:gd name="csX1365" fmla="*/ 235918 w 1728164"/>
              <a:gd name="csY1365" fmla="*/ 1111735 h 1114902"/>
              <a:gd name="csX1366" fmla="*/ 236090 w 1728164"/>
              <a:gd name="csY1366" fmla="*/ 1111726 h 1114902"/>
              <a:gd name="csX1367" fmla="*/ 236264 w 1728164"/>
              <a:gd name="csY1367" fmla="*/ 1111718 h 1114902"/>
              <a:gd name="csX1368" fmla="*/ 236436 w 1728164"/>
              <a:gd name="csY1368" fmla="*/ 1111709 h 1114902"/>
              <a:gd name="csX1369" fmla="*/ 236609 w 1728164"/>
              <a:gd name="csY1369" fmla="*/ 1111700 h 1114902"/>
              <a:gd name="csX1370" fmla="*/ 236782 w 1728164"/>
              <a:gd name="csY1370" fmla="*/ 1111691 h 1114902"/>
              <a:gd name="csX1371" fmla="*/ 236955 w 1728164"/>
              <a:gd name="csY1371" fmla="*/ 1111673 h 1114902"/>
              <a:gd name="csX1372" fmla="*/ 237128 w 1728164"/>
              <a:gd name="csY1372" fmla="*/ 1111664 h 1114902"/>
              <a:gd name="csX1373" fmla="*/ 237300 w 1728164"/>
              <a:gd name="csY1373" fmla="*/ 1111655 h 1114902"/>
              <a:gd name="csX1374" fmla="*/ 237474 w 1728164"/>
              <a:gd name="csY1374" fmla="*/ 1111646 h 1114902"/>
              <a:gd name="csX1375" fmla="*/ 237646 w 1728164"/>
              <a:gd name="csY1375" fmla="*/ 1111637 h 1114902"/>
              <a:gd name="csX1376" fmla="*/ 237819 w 1728164"/>
              <a:gd name="csY1376" fmla="*/ 1111629 h 1114902"/>
              <a:gd name="csX1377" fmla="*/ 237992 w 1728164"/>
              <a:gd name="csY1377" fmla="*/ 1111620 h 1114902"/>
              <a:gd name="csX1378" fmla="*/ 238165 w 1728164"/>
              <a:gd name="csY1378" fmla="*/ 1111602 h 1114902"/>
              <a:gd name="csX1379" fmla="*/ 238338 w 1728164"/>
              <a:gd name="csY1379" fmla="*/ 1111593 h 1114902"/>
              <a:gd name="csX1380" fmla="*/ 238510 w 1728164"/>
              <a:gd name="csY1380" fmla="*/ 1111584 h 1114902"/>
              <a:gd name="csX1381" fmla="*/ 238683 w 1728164"/>
              <a:gd name="csY1381" fmla="*/ 1111575 h 1114902"/>
              <a:gd name="csX1382" fmla="*/ 238856 w 1728164"/>
              <a:gd name="csY1382" fmla="*/ 1111566 h 1114902"/>
              <a:gd name="csX1383" fmla="*/ 239029 w 1728164"/>
              <a:gd name="csY1383" fmla="*/ 1111557 h 1114902"/>
              <a:gd name="csX1384" fmla="*/ 239202 w 1728164"/>
              <a:gd name="csY1384" fmla="*/ 1111540 h 1114902"/>
              <a:gd name="csX1385" fmla="*/ 239375 w 1728164"/>
              <a:gd name="csY1385" fmla="*/ 1111531 h 1114902"/>
              <a:gd name="csX1386" fmla="*/ 239548 w 1728164"/>
              <a:gd name="csY1386" fmla="*/ 1111522 h 1114902"/>
              <a:gd name="csX1387" fmla="*/ 239720 w 1728164"/>
              <a:gd name="csY1387" fmla="*/ 1111513 h 1114902"/>
              <a:gd name="csX1388" fmla="*/ 239893 w 1728164"/>
              <a:gd name="csY1388" fmla="*/ 1111504 h 1114902"/>
              <a:gd name="csX1389" fmla="*/ 240066 w 1728164"/>
              <a:gd name="csY1389" fmla="*/ 1111495 h 1114902"/>
              <a:gd name="csX1390" fmla="*/ 240239 w 1728164"/>
              <a:gd name="csY1390" fmla="*/ 1111477 h 1114902"/>
              <a:gd name="csX1391" fmla="*/ 240411 w 1728164"/>
              <a:gd name="csY1391" fmla="*/ 1111468 h 1114902"/>
              <a:gd name="csX1392" fmla="*/ 240584 w 1728164"/>
              <a:gd name="csY1392" fmla="*/ 1111460 h 1114902"/>
              <a:gd name="csX1393" fmla="*/ 240757 w 1728164"/>
              <a:gd name="csY1393" fmla="*/ 1111451 h 1114902"/>
              <a:gd name="csX1394" fmla="*/ 240930 w 1728164"/>
              <a:gd name="csY1394" fmla="*/ 1111442 h 1114902"/>
              <a:gd name="csX1395" fmla="*/ 241103 w 1728164"/>
              <a:gd name="csY1395" fmla="*/ 1111424 h 1114902"/>
              <a:gd name="csX1396" fmla="*/ 241276 w 1728164"/>
              <a:gd name="csY1396" fmla="*/ 1111415 h 1114902"/>
              <a:gd name="csX1397" fmla="*/ 241449 w 1728164"/>
              <a:gd name="csY1397" fmla="*/ 1111406 h 1114902"/>
              <a:gd name="csX1398" fmla="*/ 241621 w 1728164"/>
              <a:gd name="csY1398" fmla="*/ 1111397 h 1114902"/>
              <a:gd name="csX1399" fmla="*/ 241794 w 1728164"/>
              <a:gd name="csY1399" fmla="*/ 1111388 h 1114902"/>
              <a:gd name="csX1400" fmla="*/ 241967 w 1728164"/>
              <a:gd name="csY1400" fmla="*/ 1111371 h 1114902"/>
              <a:gd name="csX1401" fmla="*/ 242140 w 1728164"/>
              <a:gd name="csY1401" fmla="*/ 1111362 h 1114902"/>
              <a:gd name="csX1402" fmla="*/ 242313 w 1728164"/>
              <a:gd name="csY1402" fmla="*/ 1111353 h 1114902"/>
              <a:gd name="csX1403" fmla="*/ 242485 w 1728164"/>
              <a:gd name="csY1403" fmla="*/ 1111344 h 1114902"/>
              <a:gd name="csX1404" fmla="*/ 242659 w 1728164"/>
              <a:gd name="csY1404" fmla="*/ 1111326 h 1114902"/>
              <a:gd name="csX1405" fmla="*/ 242831 w 1728164"/>
              <a:gd name="csY1405" fmla="*/ 1111317 h 1114902"/>
              <a:gd name="csX1406" fmla="*/ 243004 w 1728164"/>
              <a:gd name="csY1406" fmla="*/ 1111308 h 1114902"/>
              <a:gd name="csX1407" fmla="*/ 243177 w 1728164"/>
              <a:gd name="csY1407" fmla="*/ 1111299 h 1114902"/>
              <a:gd name="csX1408" fmla="*/ 243350 w 1728164"/>
              <a:gd name="csY1408" fmla="*/ 1111282 h 1114902"/>
              <a:gd name="csX1409" fmla="*/ 243523 w 1728164"/>
              <a:gd name="csY1409" fmla="*/ 1111273 h 1114902"/>
              <a:gd name="csX1410" fmla="*/ 243695 w 1728164"/>
              <a:gd name="csY1410" fmla="*/ 1111264 h 1114902"/>
              <a:gd name="csX1411" fmla="*/ 243869 w 1728164"/>
              <a:gd name="csY1411" fmla="*/ 1111255 h 1114902"/>
              <a:gd name="csX1412" fmla="*/ 244041 w 1728164"/>
              <a:gd name="csY1412" fmla="*/ 1111237 h 1114902"/>
              <a:gd name="csX1413" fmla="*/ 244214 w 1728164"/>
              <a:gd name="csY1413" fmla="*/ 1111228 h 1114902"/>
              <a:gd name="csX1414" fmla="*/ 244386 w 1728164"/>
              <a:gd name="csY1414" fmla="*/ 1111219 h 1114902"/>
              <a:gd name="csX1415" fmla="*/ 244560 w 1728164"/>
              <a:gd name="csY1415" fmla="*/ 1111210 h 1114902"/>
              <a:gd name="csX1416" fmla="*/ 244732 w 1728164"/>
              <a:gd name="csY1416" fmla="*/ 1111193 h 1114902"/>
              <a:gd name="csX1417" fmla="*/ 244905 w 1728164"/>
              <a:gd name="csY1417" fmla="*/ 1111184 h 1114902"/>
              <a:gd name="csX1418" fmla="*/ 245079 w 1728164"/>
              <a:gd name="csY1418" fmla="*/ 1111175 h 1114902"/>
              <a:gd name="csX1419" fmla="*/ 245251 w 1728164"/>
              <a:gd name="csY1419" fmla="*/ 1111157 h 1114902"/>
              <a:gd name="csX1420" fmla="*/ 245424 w 1728164"/>
              <a:gd name="csY1420" fmla="*/ 1111148 h 1114902"/>
              <a:gd name="csX1421" fmla="*/ 245596 w 1728164"/>
              <a:gd name="csY1421" fmla="*/ 1111139 h 1114902"/>
              <a:gd name="csX1422" fmla="*/ 245770 w 1728164"/>
              <a:gd name="csY1422" fmla="*/ 1111122 h 1114902"/>
              <a:gd name="csX1423" fmla="*/ 245942 w 1728164"/>
              <a:gd name="csY1423" fmla="*/ 1111113 h 1114902"/>
              <a:gd name="csX1424" fmla="*/ 246115 w 1728164"/>
              <a:gd name="csY1424" fmla="*/ 1111104 h 1114902"/>
              <a:gd name="csX1425" fmla="*/ 246288 w 1728164"/>
              <a:gd name="csY1425" fmla="*/ 1111095 h 1114902"/>
              <a:gd name="csX1426" fmla="*/ 246461 w 1728164"/>
              <a:gd name="csY1426" fmla="*/ 1111077 h 1114902"/>
              <a:gd name="csX1427" fmla="*/ 246634 w 1728164"/>
              <a:gd name="csY1427" fmla="*/ 1111068 h 1114902"/>
              <a:gd name="csX1428" fmla="*/ 246806 w 1728164"/>
              <a:gd name="csY1428" fmla="*/ 1111059 h 1114902"/>
              <a:gd name="csX1429" fmla="*/ 246980 w 1728164"/>
              <a:gd name="csY1429" fmla="*/ 1111041 h 1114902"/>
              <a:gd name="csX1430" fmla="*/ 247152 w 1728164"/>
              <a:gd name="csY1430" fmla="*/ 1111032 h 1114902"/>
              <a:gd name="csX1431" fmla="*/ 247325 w 1728164"/>
              <a:gd name="csY1431" fmla="*/ 1111024 h 1114902"/>
              <a:gd name="csX1432" fmla="*/ 247497 w 1728164"/>
              <a:gd name="csY1432" fmla="*/ 1111006 h 1114902"/>
              <a:gd name="csX1433" fmla="*/ 247671 w 1728164"/>
              <a:gd name="csY1433" fmla="*/ 1110997 h 1114902"/>
              <a:gd name="csX1434" fmla="*/ 247844 w 1728164"/>
              <a:gd name="csY1434" fmla="*/ 1110988 h 1114902"/>
              <a:gd name="csX1435" fmla="*/ 248016 w 1728164"/>
              <a:gd name="csY1435" fmla="*/ 1110970 h 1114902"/>
              <a:gd name="csX1436" fmla="*/ 248189 w 1728164"/>
              <a:gd name="csY1436" fmla="*/ 1110961 h 1114902"/>
              <a:gd name="csX1437" fmla="*/ 248362 w 1728164"/>
              <a:gd name="csY1437" fmla="*/ 1110952 h 1114902"/>
              <a:gd name="csX1438" fmla="*/ 248535 w 1728164"/>
              <a:gd name="csY1438" fmla="*/ 1110935 h 1114902"/>
              <a:gd name="csX1439" fmla="*/ 248707 w 1728164"/>
              <a:gd name="csY1439" fmla="*/ 1110926 h 1114902"/>
              <a:gd name="csX1440" fmla="*/ 248881 w 1728164"/>
              <a:gd name="csY1440" fmla="*/ 1110908 h 1114902"/>
              <a:gd name="csX1441" fmla="*/ 249053 w 1728164"/>
              <a:gd name="csY1441" fmla="*/ 1110899 h 1114902"/>
              <a:gd name="csX1442" fmla="*/ 249226 w 1728164"/>
              <a:gd name="csY1442" fmla="*/ 1110890 h 1114902"/>
              <a:gd name="csX1443" fmla="*/ 249399 w 1728164"/>
              <a:gd name="csY1443" fmla="*/ 1110872 h 1114902"/>
              <a:gd name="csX1444" fmla="*/ 249572 w 1728164"/>
              <a:gd name="csY1444" fmla="*/ 1110863 h 1114902"/>
              <a:gd name="csX1445" fmla="*/ 249745 w 1728164"/>
              <a:gd name="csY1445" fmla="*/ 1110855 h 1114902"/>
              <a:gd name="csX1446" fmla="*/ 249917 w 1728164"/>
              <a:gd name="csY1446" fmla="*/ 1110837 h 1114902"/>
              <a:gd name="csX1447" fmla="*/ 250090 w 1728164"/>
              <a:gd name="csY1447" fmla="*/ 1110828 h 1114902"/>
              <a:gd name="csX1448" fmla="*/ 250263 w 1728164"/>
              <a:gd name="csY1448" fmla="*/ 1110810 h 1114902"/>
              <a:gd name="csX1449" fmla="*/ 250436 w 1728164"/>
              <a:gd name="csY1449" fmla="*/ 1110801 h 1114902"/>
              <a:gd name="csX1450" fmla="*/ 250609 w 1728164"/>
              <a:gd name="csY1450" fmla="*/ 1110792 h 1114902"/>
              <a:gd name="csX1451" fmla="*/ 250782 w 1728164"/>
              <a:gd name="csY1451" fmla="*/ 1110775 h 1114902"/>
              <a:gd name="csX1452" fmla="*/ 250955 w 1728164"/>
              <a:gd name="csY1452" fmla="*/ 1110766 h 1114902"/>
              <a:gd name="csX1453" fmla="*/ 251127 w 1728164"/>
              <a:gd name="csY1453" fmla="*/ 1110748 h 1114902"/>
              <a:gd name="csX1454" fmla="*/ 251300 w 1728164"/>
              <a:gd name="csY1454" fmla="*/ 1110739 h 1114902"/>
              <a:gd name="csX1455" fmla="*/ 251473 w 1728164"/>
              <a:gd name="csY1455" fmla="*/ 1110721 h 1114902"/>
              <a:gd name="csX1456" fmla="*/ 251646 w 1728164"/>
              <a:gd name="csY1456" fmla="*/ 1110712 h 1114902"/>
              <a:gd name="csX1457" fmla="*/ 251818 w 1728164"/>
              <a:gd name="csY1457" fmla="*/ 1110703 h 1114902"/>
              <a:gd name="csX1458" fmla="*/ 251991 w 1728164"/>
              <a:gd name="csY1458" fmla="*/ 1110686 h 1114902"/>
              <a:gd name="csX1459" fmla="*/ 252165 w 1728164"/>
              <a:gd name="csY1459" fmla="*/ 1110677 h 1114902"/>
              <a:gd name="csX1460" fmla="*/ 252337 w 1728164"/>
              <a:gd name="csY1460" fmla="*/ 1110659 h 1114902"/>
              <a:gd name="csX1461" fmla="*/ 252510 w 1728164"/>
              <a:gd name="csY1461" fmla="*/ 1110650 h 1114902"/>
              <a:gd name="csX1462" fmla="*/ 252683 w 1728164"/>
              <a:gd name="csY1462" fmla="*/ 1110632 h 1114902"/>
              <a:gd name="csX1463" fmla="*/ 252856 w 1728164"/>
              <a:gd name="csY1463" fmla="*/ 1110623 h 1114902"/>
              <a:gd name="csX1464" fmla="*/ 253028 w 1728164"/>
              <a:gd name="csY1464" fmla="*/ 1110605 h 1114902"/>
              <a:gd name="csX1465" fmla="*/ 253201 w 1728164"/>
              <a:gd name="csY1465" fmla="*/ 1110597 h 1114902"/>
              <a:gd name="csX1466" fmla="*/ 253374 w 1728164"/>
              <a:gd name="csY1466" fmla="*/ 1110588 h 1114902"/>
              <a:gd name="csX1467" fmla="*/ 253547 w 1728164"/>
              <a:gd name="csY1467" fmla="*/ 1110570 h 1114902"/>
              <a:gd name="csX1468" fmla="*/ 253720 w 1728164"/>
              <a:gd name="csY1468" fmla="*/ 1110561 h 1114902"/>
              <a:gd name="csX1469" fmla="*/ 253892 w 1728164"/>
              <a:gd name="csY1469" fmla="*/ 1110543 h 1114902"/>
              <a:gd name="csX1470" fmla="*/ 254066 w 1728164"/>
              <a:gd name="csY1470" fmla="*/ 1110534 h 1114902"/>
              <a:gd name="csX1471" fmla="*/ 254238 w 1728164"/>
              <a:gd name="csY1471" fmla="*/ 1110517 h 1114902"/>
              <a:gd name="csX1472" fmla="*/ 254411 w 1728164"/>
              <a:gd name="csY1472" fmla="*/ 1110508 h 1114902"/>
              <a:gd name="csX1473" fmla="*/ 254584 w 1728164"/>
              <a:gd name="csY1473" fmla="*/ 1110490 h 1114902"/>
              <a:gd name="csX1474" fmla="*/ 254757 w 1728164"/>
              <a:gd name="csY1474" fmla="*/ 1110481 h 1114902"/>
              <a:gd name="csX1475" fmla="*/ 254930 w 1728164"/>
              <a:gd name="csY1475" fmla="*/ 1110463 h 1114902"/>
              <a:gd name="csX1476" fmla="*/ 255102 w 1728164"/>
              <a:gd name="csY1476" fmla="*/ 1110454 h 1114902"/>
              <a:gd name="csX1477" fmla="*/ 255276 w 1728164"/>
              <a:gd name="csY1477" fmla="*/ 1110436 h 1114902"/>
              <a:gd name="csX1478" fmla="*/ 255448 w 1728164"/>
              <a:gd name="csY1478" fmla="*/ 1110428 h 1114902"/>
              <a:gd name="csX1479" fmla="*/ 255621 w 1728164"/>
              <a:gd name="csY1479" fmla="*/ 1110410 h 1114902"/>
              <a:gd name="csX1480" fmla="*/ 255793 w 1728164"/>
              <a:gd name="csY1480" fmla="*/ 1110401 h 1114902"/>
              <a:gd name="csX1481" fmla="*/ 255967 w 1728164"/>
              <a:gd name="csY1481" fmla="*/ 1110383 h 1114902"/>
              <a:gd name="csX1482" fmla="*/ 256139 w 1728164"/>
              <a:gd name="csY1482" fmla="*/ 1110365 h 1114902"/>
              <a:gd name="csX1483" fmla="*/ 256312 w 1728164"/>
              <a:gd name="csY1483" fmla="*/ 1110356 h 1114902"/>
              <a:gd name="csX1484" fmla="*/ 256486 w 1728164"/>
              <a:gd name="csY1484" fmla="*/ 1110339 h 1114902"/>
              <a:gd name="csX1485" fmla="*/ 256658 w 1728164"/>
              <a:gd name="csY1485" fmla="*/ 1110330 h 1114902"/>
              <a:gd name="csX1486" fmla="*/ 256831 w 1728164"/>
              <a:gd name="csY1486" fmla="*/ 1110312 h 1114902"/>
              <a:gd name="csX1487" fmla="*/ 257003 w 1728164"/>
              <a:gd name="csY1487" fmla="*/ 1110303 h 1114902"/>
              <a:gd name="csX1488" fmla="*/ 257177 w 1728164"/>
              <a:gd name="csY1488" fmla="*/ 1110285 h 1114902"/>
              <a:gd name="csX1489" fmla="*/ 257349 w 1728164"/>
              <a:gd name="csY1489" fmla="*/ 1110276 h 1114902"/>
              <a:gd name="csX1490" fmla="*/ 257522 w 1728164"/>
              <a:gd name="csY1490" fmla="*/ 1110258 h 1114902"/>
              <a:gd name="csX1491" fmla="*/ 257695 w 1728164"/>
              <a:gd name="csY1491" fmla="*/ 1110241 h 1114902"/>
              <a:gd name="csX1492" fmla="*/ 257868 w 1728164"/>
              <a:gd name="csY1492" fmla="*/ 1110232 h 1114902"/>
              <a:gd name="csX1493" fmla="*/ 258041 w 1728164"/>
              <a:gd name="csY1493" fmla="*/ 1110214 h 1114902"/>
              <a:gd name="csX1494" fmla="*/ 258213 w 1728164"/>
              <a:gd name="csY1494" fmla="*/ 1110205 h 1114902"/>
              <a:gd name="csX1495" fmla="*/ 258387 w 1728164"/>
              <a:gd name="csY1495" fmla="*/ 1110187 h 1114902"/>
              <a:gd name="csX1496" fmla="*/ 258559 w 1728164"/>
              <a:gd name="csY1496" fmla="*/ 1110178 h 1114902"/>
              <a:gd name="csX1497" fmla="*/ 258732 w 1728164"/>
              <a:gd name="csY1497" fmla="*/ 1110161 h 1114902"/>
              <a:gd name="csX1498" fmla="*/ 258904 w 1728164"/>
              <a:gd name="csY1498" fmla="*/ 1110143 h 1114902"/>
              <a:gd name="csX1499" fmla="*/ 259078 w 1728164"/>
              <a:gd name="csY1499" fmla="*/ 1110134 h 1114902"/>
              <a:gd name="csX1500" fmla="*/ 259251 w 1728164"/>
              <a:gd name="csY1500" fmla="*/ 1110116 h 1114902"/>
              <a:gd name="csX1501" fmla="*/ 259423 w 1728164"/>
              <a:gd name="csY1501" fmla="*/ 1110098 h 1114902"/>
              <a:gd name="csX1502" fmla="*/ 259596 w 1728164"/>
              <a:gd name="csY1502" fmla="*/ 1110089 h 1114902"/>
              <a:gd name="csX1503" fmla="*/ 259769 w 1728164"/>
              <a:gd name="csY1503" fmla="*/ 1110072 h 1114902"/>
              <a:gd name="csX1504" fmla="*/ 259942 w 1728164"/>
              <a:gd name="csY1504" fmla="*/ 1110063 h 1114902"/>
              <a:gd name="csX1505" fmla="*/ 260114 w 1728164"/>
              <a:gd name="csY1505" fmla="*/ 1110045 h 1114902"/>
              <a:gd name="csX1506" fmla="*/ 260288 w 1728164"/>
              <a:gd name="csY1506" fmla="*/ 1110027 h 1114902"/>
              <a:gd name="csX1507" fmla="*/ 260460 w 1728164"/>
              <a:gd name="csY1507" fmla="*/ 1110018 h 1114902"/>
              <a:gd name="csX1508" fmla="*/ 260633 w 1728164"/>
              <a:gd name="csY1508" fmla="*/ 1110001 h 1114902"/>
              <a:gd name="csX1509" fmla="*/ 260806 w 1728164"/>
              <a:gd name="csY1509" fmla="*/ 1109983 h 1114902"/>
              <a:gd name="csX1510" fmla="*/ 260979 w 1728164"/>
              <a:gd name="csY1510" fmla="*/ 1109974 h 1114902"/>
              <a:gd name="csX1511" fmla="*/ 261152 w 1728164"/>
              <a:gd name="csY1511" fmla="*/ 1109956 h 1114902"/>
              <a:gd name="csX1512" fmla="*/ 261324 w 1728164"/>
              <a:gd name="csY1512" fmla="*/ 1109938 h 1114902"/>
              <a:gd name="csX1513" fmla="*/ 261497 w 1728164"/>
              <a:gd name="csY1513" fmla="*/ 1109929 h 1114902"/>
              <a:gd name="csX1514" fmla="*/ 261670 w 1728164"/>
              <a:gd name="csY1514" fmla="*/ 1109912 h 1114902"/>
              <a:gd name="csX1515" fmla="*/ 261843 w 1728164"/>
              <a:gd name="csY1515" fmla="*/ 1109894 h 1114902"/>
              <a:gd name="csX1516" fmla="*/ 262016 w 1728164"/>
              <a:gd name="csY1516" fmla="*/ 1109885 h 1114902"/>
              <a:gd name="csX1517" fmla="*/ 262189 w 1728164"/>
              <a:gd name="csY1517" fmla="*/ 1109867 h 1114902"/>
              <a:gd name="csX1518" fmla="*/ 262362 w 1728164"/>
              <a:gd name="csY1518" fmla="*/ 1109849 h 1114902"/>
              <a:gd name="csX1519" fmla="*/ 262534 w 1728164"/>
              <a:gd name="csY1519" fmla="*/ 1109840 h 1114902"/>
              <a:gd name="csX1520" fmla="*/ 262707 w 1728164"/>
              <a:gd name="csY1520" fmla="*/ 1109823 h 1114902"/>
              <a:gd name="csX1521" fmla="*/ 262880 w 1728164"/>
              <a:gd name="csY1521" fmla="*/ 1109805 h 1114902"/>
              <a:gd name="csX1522" fmla="*/ 263053 w 1728164"/>
              <a:gd name="csY1522" fmla="*/ 1109787 h 1114902"/>
              <a:gd name="csX1523" fmla="*/ 263225 w 1728164"/>
              <a:gd name="csY1523" fmla="*/ 1109778 h 1114902"/>
              <a:gd name="csX1524" fmla="*/ 263398 w 1728164"/>
              <a:gd name="csY1524" fmla="*/ 1109760 h 1114902"/>
              <a:gd name="csX1525" fmla="*/ 263572 w 1728164"/>
              <a:gd name="csY1525" fmla="*/ 1109743 h 1114902"/>
              <a:gd name="csX1526" fmla="*/ 263744 w 1728164"/>
              <a:gd name="csY1526" fmla="*/ 1109734 h 1114902"/>
              <a:gd name="csX1527" fmla="*/ 263917 w 1728164"/>
              <a:gd name="csY1527" fmla="*/ 1109716 h 1114902"/>
              <a:gd name="csX1528" fmla="*/ 264090 w 1728164"/>
              <a:gd name="csY1528" fmla="*/ 1109698 h 1114902"/>
              <a:gd name="csX1529" fmla="*/ 264263 w 1728164"/>
              <a:gd name="csY1529" fmla="*/ 1109680 h 1114902"/>
              <a:gd name="csX1530" fmla="*/ 264435 w 1728164"/>
              <a:gd name="csY1530" fmla="*/ 1109671 h 1114902"/>
              <a:gd name="csX1531" fmla="*/ 264608 w 1728164"/>
              <a:gd name="csY1531" fmla="*/ 1109654 h 1114902"/>
              <a:gd name="csX1532" fmla="*/ 264782 w 1728164"/>
              <a:gd name="csY1532" fmla="*/ 1109636 h 1114902"/>
              <a:gd name="csX1533" fmla="*/ 264954 w 1728164"/>
              <a:gd name="csY1533" fmla="*/ 1109618 h 1114902"/>
              <a:gd name="csX1534" fmla="*/ 265127 w 1728164"/>
              <a:gd name="csY1534" fmla="*/ 1109609 h 1114902"/>
              <a:gd name="csX1535" fmla="*/ 265299 w 1728164"/>
              <a:gd name="csY1535" fmla="*/ 1109591 h 1114902"/>
              <a:gd name="csX1536" fmla="*/ 265473 w 1728164"/>
              <a:gd name="csY1536" fmla="*/ 1109574 h 1114902"/>
              <a:gd name="csX1537" fmla="*/ 265645 w 1728164"/>
              <a:gd name="csY1537" fmla="*/ 1109556 h 1114902"/>
              <a:gd name="csX1538" fmla="*/ 265818 w 1728164"/>
              <a:gd name="csY1538" fmla="*/ 1109538 h 1114902"/>
              <a:gd name="csX1539" fmla="*/ 265991 w 1728164"/>
              <a:gd name="csY1539" fmla="*/ 1109529 h 1114902"/>
              <a:gd name="csX1540" fmla="*/ 266164 w 1728164"/>
              <a:gd name="csY1540" fmla="*/ 1109511 h 1114902"/>
              <a:gd name="csX1541" fmla="*/ 266337 w 1728164"/>
              <a:gd name="csY1541" fmla="*/ 1109493 h 1114902"/>
              <a:gd name="csX1542" fmla="*/ 266509 w 1728164"/>
              <a:gd name="csY1542" fmla="*/ 1109476 h 1114902"/>
              <a:gd name="csX1543" fmla="*/ 266683 w 1728164"/>
              <a:gd name="csY1543" fmla="*/ 1109458 h 1114902"/>
              <a:gd name="csX1544" fmla="*/ 266855 w 1728164"/>
              <a:gd name="csY1544" fmla="*/ 1109449 h 1114902"/>
              <a:gd name="csX1545" fmla="*/ 267028 w 1728164"/>
              <a:gd name="csY1545" fmla="*/ 1109431 h 1114902"/>
              <a:gd name="csX1546" fmla="*/ 267200 w 1728164"/>
              <a:gd name="csY1546" fmla="*/ 1109413 h 1114902"/>
              <a:gd name="csX1547" fmla="*/ 267374 w 1728164"/>
              <a:gd name="csY1547" fmla="*/ 1109396 h 1114902"/>
              <a:gd name="csX1548" fmla="*/ 267547 w 1728164"/>
              <a:gd name="csY1548" fmla="*/ 1109378 h 1114902"/>
              <a:gd name="csX1549" fmla="*/ 267719 w 1728164"/>
              <a:gd name="csY1549" fmla="*/ 1109360 h 1114902"/>
              <a:gd name="csX1550" fmla="*/ 267893 w 1728164"/>
              <a:gd name="csY1550" fmla="*/ 1109351 h 1114902"/>
              <a:gd name="csX1551" fmla="*/ 268065 w 1728164"/>
              <a:gd name="csY1551" fmla="*/ 1109333 h 1114902"/>
              <a:gd name="csX1552" fmla="*/ 268238 w 1728164"/>
              <a:gd name="csY1552" fmla="*/ 1109316 h 1114902"/>
              <a:gd name="csX1553" fmla="*/ 268410 w 1728164"/>
              <a:gd name="csY1553" fmla="*/ 1109298 h 1114902"/>
              <a:gd name="csX1554" fmla="*/ 268584 w 1728164"/>
              <a:gd name="csY1554" fmla="*/ 1109280 h 1114902"/>
              <a:gd name="csX1555" fmla="*/ 268756 w 1728164"/>
              <a:gd name="csY1555" fmla="*/ 1109262 h 1114902"/>
              <a:gd name="csX1556" fmla="*/ 268929 w 1728164"/>
              <a:gd name="csY1556" fmla="*/ 1109244 h 1114902"/>
              <a:gd name="csX1557" fmla="*/ 269102 w 1728164"/>
              <a:gd name="csY1557" fmla="*/ 1109235 h 1114902"/>
              <a:gd name="csX1558" fmla="*/ 269275 w 1728164"/>
              <a:gd name="csY1558" fmla="*/ 1109218 h 1114902"/>
              <a:gd name="csX1559" fmla="*/ 269448 w 1728164"/>
              <a:gd name="csY1559" fmla="*/ 1109200 h 1114902"/>
              <a:gd name="csX1560" fmla="*/ 269620 w 1728164"/>
              <a:gd name="csY1560" fmla="*/ 1109182 h 1114902"/>
              <a:gd name="csX1561" fmla="*/ 269794 w 1728164"/>
              <a:gd name="csY1561" fmla="*/ 1109164 h 1114902"/>
              <a:gd name="csX1562" fmla="*/ 269966 w 1728164"/>
              <a:gd name="csY1562" fmla="*/ 1109146 h 1114902"/>
              <a:gd name="csX1563" fmla="*/ 270139 w 1728164"/>
              <a:gd name="csY1563" fmla="*/ 1109129 h 1114902"/>
              <a:gd name="csX1564" fmla="*/ 270312 w 1728164"/>
              <a:gd name="csY1564" fmla="*/ 1109111 h 1114902"/>
              <a:gd name="csX1565" fmla="*/ 270485 w 1728164"/>
              <a:gd name="csY1565" fmla="*/ 1109093 h 1114902"/>
              <a:gd name="csX1566" fmla="*/ 270658 w 1728164"/>
              <a:gd name="csY1566" fmla="*/ 1109075 h 1114902"/>
              <a:gd name="csX1567" fmla="*/ 270830 w 1728164"/>
              <a:gd name="csY1567" fmla="*/ 1109066 h 1114902"/>
              <a:gd name="csX1568" fmla="*/ 271003 w 1728164"/>
              <a:gd name="csY1568" fmla="*/ 1109049 h 1114902"/>
              <a:gd name="csX1569" fmla="*/ 271176 w 1728164"/>
              <a:gd name="csY1569" fmla="*/ 1109031 h 1114902"/>
              <a:gd name="csX1570" fmla="*/ 271349 w 1728164"/>
              <a:gd name="csY1570" fmla="*/ 1109013 h 1114902"/>
              <a:gd name="csX1571" fmla="*/ 271521 w 1728164"/>
              <a:gd name="csY1571" fmla="*/ 1108995 h 1114902"/>
              <a:gd name="csX1572" fmla="*/ 271695 w 1728164"/>
              <a:gd name="csY1572" fmla="*/ 1108977 h 1114902"/>
              <a:gd name="csX1573" fmla="*/ 271868 w 1728164"/>
              <a:gd name="csY1573" fmla="*/ 1108960 h 1114902"/>
              <a:gd name="csX1574" fmla="*/ 272040 w 1728164"/>
              <a:gd name="csY1574" fmla="*/ 1108942 h 1114902"/>
              <a:gd name="csX1575" fmla="*/ 272213 w 1728164"/>
              <a:gd name="csY1575" fmla="*/ 1108924 h 1114902"/>
              <a:gd name="csX1576" fmla="*/ 272386 w 1728164"/>
              <a:gd name="csY1576" fmla="*/ 1108906 h 1114902"/>
              <a:gd name="csX1577" fmla="*/ 272559 w 1728164"/>
              <a:gd name="csY1577" fmla="*/ 1108888 h 1114902"/>
              <a:gd name="csX1578" fmla="*/ 272731 w 1728164"/>
              <a:gd name="csY1578" fmla="*/ 1108871 h 1114902"/>
              <a:gd name="csX1579" fmla="*/ 272904 w 1728164"/>
              <a:gd name="csY1579" fmla="*/ 1108853 h 1114902"/>
              <a:gd name="csX1580" fmla="*/ 273077 w 1728164"/>
              <a:gd name="csY1580" fmla="*/ 1108835 h 1114902"/>
              <a:gd name="csX1581" fmla="*/ 273250 w 1728164"/>
              <a:gd name="csY1581" fmla="*/ 1108817 h 1114902"/>
              <a:gd name="csX1582" fmla="*/ 273423 w 1728164"/>
              <a:gd name="csY1582" fmla="*/ 1108800 h 1114902"/>
              <a:gd name="csX1583" fmla="*/ 273596 w 1728164"/>
              <a:gd name="csY1583" fmla="*/ 1108782 h 1114902"/>
              <a:gd name="csX1584" fmla="*/ 273769 w 1728164"/>
              <a:gd name="csY1584" fmla="*/ 1108764 h 1114902"/>
              <a:gd name="csX1585" fmla="*/ 273941 w 1728164"/>
              <a:gd name="csY1585" fmla="*/ 1108746 h 1114902"/>
              <a:gd name="csX1586" fmla="*/ 274114 w 1728164"/>
              <a:gd name="csY1586" fmla="*/ 1108728 h 1114902"/>
              <a:gd name="csX1587" fmla="*/ 274287 w 1728164"/>
              <a:gd name="csY1587" fmla="*/ 1108710 h 1114902"/>
              <a:gd name="csX1588" fmla="*/ 274460 w 1728164"/>
              <a:gd name="csY1588" fmla="*/ 1108693 h 1114902"/>
              <a:gd name="csX1589" fmla="*/ 274633 w 1728164"/>
              <a:gd name="csY1589" fmla="*/ 1108675 h 1114902"/>
              <a:gd name="csX1590" fmla="*/ 274805 w 1728164"/>
              <a:gd name="csY1590" fmla="*/ 1108657 h 1114902"/>
              <a:gd name="csX1591" fmla="*/ 274979 w 1728164"/>
              <a:gd name="csY1591" fmla="*/ 1108639 h 1114902"/>
              <a:gd name="csX1592" fmla="*/ 275151 w 1728164"/>
              <a:gd name="csY1592" fmla="*/ 1108622 h 1114902"/>
              <a:gd name="csX1593" fmla="*/ 275324 w 1728164"/>
              <a:gd name="csY1593" fmla="*/ 1108604 h 1114902"/>
              <a:gd name="csX1594" fmla="*/ 275497 w 1728164"/>
              <a:gd name="csY1594" fmla="*/ 1108577 h 1114902"/>
              <a:gd name="csX1595" fmla="*/ 275670 w 1728164"/>
              <a:gd name="csY1595" fmla="*/ 1108559 h 1114902"/>
              <a:gd name="csX1596" fmla="*/ 275842 w 1728164"/>
              <a:gd name="csY1596" fmla="*/ 1108542 h 1114902"/>
              <a:gd name="csX1597" fmla="*/ 276015 w 1728164"/>
              <a:gd name="csY1597" fmla="*/ 1108524 h 1114902"/>
              <a:gd name="csX1598" fmla="*/ 276189 w 1728164"/>
              <a:gd name="csY1598" fmla="*/ 1108506 h 1114902"/>
              <a:gd name="csX1599" fmla="*/ 276361 w 1728164"/>
              <a:gd name="csY1599" fmla="*/ 1108488 h 1114902"/>
              <a:gd name="csX1600" fmla="*/ 276534 w 1728164"/>
              <a:gd name="csY1600" fmla="*/ 1108470 h 1114902"/>
              <a:gd name="csX1601" fmla="*/ 276706 w 1728164"/>
              <a:gd name="csY1601" fmla="*/ 1108453 h 1114902"/>
              <a:gd name="csX1602" fmla="*/ 276880 w 1728164"/>
              <a:gd name="csY1602" fmla="*/ 1108435 h 1114902"/>
              <a:gd name="csX1603" fmla="*/ 277052 w 1728164"/>
              <a:gd name="csY1603" fmla="*/ 1108417 h 1114902"/>
              <a:gd name="csX1604" fmla="*/ 277225 w 1728164"/>
              <a:gd name="csY1604" fmla="*/ 1108390 h 1114902"/>
              <a:gd name="csX1605" fmla="*/ 277398 w 1728164"/>
              <a:gd name="csY1605" fmla="*/ 1108372 h 1114902"/>
              <a:gd name="csX1606" fmla="*/ 277571 w 1728164"/>
              <a:gd name="csY1606" fmla="*/ 1108355 h 1114902"/>
              <a:gd name="csX1607" fmla="*/ 277744 w 1728164"/>
              <a:gd name="csY1607" fmla="*/ 1108337 h 1114902"/>
              <a:gd name="csX1608" fmla="*/ 277916 w 1728164"/>
              <a:gd name="csY1608" fmla="*/ 1108319 h 1114902"/>
              <a:gd name="csX1609" fmla="*/ 278090 w 1728164"/>
              <a:gd name="csY1609" fmla="*/ 1108301 h 1114902"/>
              <a:gd name="csX1610" fmla="*/ 278262 w 1728164"/>
              <a:gd name="csY1610" fmla="*/ 1108283 h 1114902"/>
              <a:gd name="csX1611" fmla="*/ 278435 w 1728164"/>
              <a:gd name="csY1611" fmla="*/ 1108257 h 1114902"/>
              <a:gd name="csX1612" fmla="*/ 278607 w 1728164"/>
              <a:gd name="csY1612" fmla="*/ 1108239 h 1114902"/>
              <a:gd name="csX1613" fmla="*/ 278781 w 1728164"/>
              <a:gd name="csY1613" fmla="*/ 1108221 h 1114902"/>
              <a:gd name="csX1614" fmla="*/ 278954 w 1728164"/>
              <a:gd name="csY1614" fmla="*/ 1108203 h 1114902"/>
              <a:gd name="csX1615" fmla="*/ 279126 w 1728164"/>
              <a:gd name="csY1615" fmla="*/ 1108186 h 1114902"/>
              <a:gd name="csX1616" fmla="*/ 279300 w 1728164"/>
              <a:gd name="csY1616" fmla="*/ 1108159 h 1114902"/>
              <a:gd name="csX1617" fmla="*/ 279472 w 1728164"/>
              <a:gd name="csY1617" fmla="*/ 1108141 h 1114902"/>
              <a:gd name="csX1618" fmla="*/ 279645 w 1728164"/>
              <a:gd name="csY1618" fmla="*/ 1108123 h 1114902"/>
              <a:gd name="csX1619" fmla="*/ 279817 w 1728164"/>
              <a:gd name="csY1619" fmla="*/ 1108106 h 1114902"/>
              <a:gd name="csX1620" fmla="*/ 279991 w 1728164"/>
              <a:gd name="csY1620" fmla="*/ 1108088 h 1114902"/>
              <a:gd name="csX1621" fmla="*/ 280163 w 1728164"/>
              <a:gd name="csY1621" fmla="*/ 1108061 h 1114902"/>
              <a:gd name="csX1622" fmla="*/ 280336 w 1728164"/>
              <a:gd name="csY1622" fmla="*/ 1108043 h 1114902"/>
              <a:gd name="csX1623" fmla="*/ 280509 w 1728164"/>
              <a:gd name="csY1623" fmla="*/ 1108026 h 1114902"/>
              <a:gd name="csX1624" fmla="*/ 280682 w 1728164"/>
              <a:gd name="csY1624" fmla="*/ 1108008 h 1114902"/>
              <a:gd name="csX1625" fmla="*/ 280855 w 1728164"/>
              <a:gd name="csY1625" fmla="*/ 1107981 h 1114902"/>
              <a:gd name="csX1626" fmla="*/ 281027 w 1728164"/>
              <a:gd name="csY1626" fmla="*/ 1107963 h 1114902"/>
              <a:gd name="csX1627" fmla="*/ 281201 w 1728164"/>
              <a:gd name="csY1627" fmla="*/ 1107945 h 1114902"/>
              <a:gd name="csX1628" fmla="*/ 281373 w 1728164"/>
              <a:gd name="csY1628" fmla="*/ 1107928 h 1114902"/>
              <a:gd name="csX1629" fmla="*/ 281546 w 1728164"/>
              <a:gd name="csY1629" fmla="*/ 1107901 h 1114902"/>
              <a:gd name="csX1630" fmla="*/ 281719 w 1728164"/>
              <a:gd name="csY1630" fmla="*/ 1107883 h 1114902"/>
              <a:gd name="csX1631" fmla="*/ 281892 w 1728164"/>
              <a:gd name="csY1631" fmla="*/ 1107865 h 1114902"/>
              <a:gd name="csX1632" fmla="*/ 282065 w 1728164"/>
              <a:gd name="csY1632" fmla="*/ 1107848 h 1114902"/>
              <a:gd name="csX1633" fmla="*/ 282237 w 1728164"/>
              <a:gd name="csY1633" fmla="*/ 1107821 h 1114902"/>
              <a:gd name="csX1634" fmla="*/ 282410 w 1728164"/>
              <a:gd name="csY1634" fmla="*/ 1107803 h 1114902"/>
              <a:gd name="csX1635" fmla="*/ 282583 w 1728164"/>
              <a:gd name="csY1635" fmla="*/ 1107785 h 1114902"/>
              <a:gd name="csX1636" fmla="*/ 282756 w 1728164"/>
              <a:gd name="csY1636" fmla="*/ 1107759 h 1114902"/>
              <a:gd name="csX1637" fmla="*/ 282928 w 1728164"/>
              <a:gd name="csY1637" fmla="*/ 1107741 h 1114902"/>
              <a:gd name="csX1638" fmla="*/ 283102 w 1728164"/>
              <a:gd name="csY1638" fmla="*/ 1107723 h 1114902"/>
              <a:gd name="csX1639" fmla="*/ 283275 w 1728164"/>
              <a:gd name="csY1639" fmla="*/ 1107696 h 1114902"/>
              <a:gd name="csX1640" fmla="*/ 283447 w 1728164"/>
              <a:gd name="csY1640" fmla="*/ 1107679 h 1114902"/>
              <a:gd name="csX1641" fmla="*/ 283620 w 1728164"/>
              <a:gd name="csY1641" fmla="*/ 1107661 h 1114902"/>
              <a:gd name="csX1642" fmla="*/ 283793 w 1728164"/>
              <a:gd name="csY1642" fmla="*/ 1107634 h 1114902"/>
              <a:gd name="csX1643" fmla="*/ 283966 w 1728164"/>
              <a:gd name="csY1643" fmla="*/ 1107616 h 1114902"/>
              <a:gd name="csX1644" fmla="*/ 284138 w 1728164"/>
              <a:gd name="csY1644" fmla="*/ 1107598 h 1114902"/>
              <a:gd name="csX1645" fmla="*/ 284311 w 1728164"/>
              <a:gd name="csY1645" fmla="*/ 1107572 h 1114902"/>
              <a:gd name="csX1646" fmla="*/ 284484 w 1728164"/>
              <a:gd name="csY1646" fmla="*/ 1107554 h 1114902"/>
              <a:gd name="csX1647" fmla="*/ 284657 w 1728164"/>
              <a:gd name="csY1647" fmla="*/ 1107527 h 1114902"/>
              <a:gd name="csX1648" fmla="*/ 284830 w 1728164"/>
              <a:gd name="csY1648" fmla="*/ 1107509 h 1114902"/>
              <a:gd name="csX1649" fmla="*/ 285003 w 1728164"/>
              <a:gd name="csY1649" fmla="*/ 1107492 h 1114902"/>
              <a:gd name="csX1650" fmla="*/ 285176 w 1728164"/>
              <a:gd name="csY1650" fmla="*/ 1107465 h 1114902"/>
              <a:gd name="csX1651" fmla="*/ 285348 w 1728164"/>
              <a:gd name="csY1651" fmla="*/ 1107447 h 1114902"/>
              <a:gd name="csX1652" fmla="*/ 285521 w 1728164"/>
              <a:gd name="csY1652" fmla="*/ 1107421 h 1114902"/>
              <a:gd name="csX1653" fmla="*/ 285694 w 1728164"/>
              <a:gd name="csY1653" fmla="*/ 1107403 h 1114902"/>
              <a:gd name="csX1654" fmla="*/ 285867 w 1728164"/>
              <a:gd name="csY1654" fmla="*/ 1107385 h 1114902"/>
              <a:gd name="csX1655" fmla="*/ 286040 w 1728164"/>
              <a:gd name="csY1655" fmla="*/ 1107358 h 1114902"/>
              <a:gd name="csX1656" fmla="*/ 286212 w 1728164"/>
              <a:gd name="csY1656" fmla="*/ 1107341 h 1114902"/>
              <a:gd name="csX1657" fmla="*/ 286386 w 1728164"/>
              <a:gd name="csY1657" fmla="*/ 1107314 h 1114902"/>
              <a:gd name="csX1658" fmla="*/ 286558 w 1728164"/>
              <a:gd name="csY1658" fmla="*/ 1107296 h 1114902"/>
              <a:gd name="csX1659" fmla="*/ 286731 w 1728164"/>
              <a:gd name="csY1659" fmla="*/ 1107269 h 1114902"/>
              <a:gd name="csX1660" fmla="*/ 286904 w 1728164"/>
              <a:gd name="csY1660" fmla="*/ 1107251 h 1114902"/>
              <a:gd name="csX1661" fmla="*/ 287077 w 1728164"/>
              <a:gd name="csY1661" fmla="*/ 1107225 h 1114902"/>
              <a:gd name="csX1662" fmla="*/ 287249 w 1728164"/>
              <a:gd name="csY1662" fmla="*/ 1107207 h 1114902"/>
              <a:gd name="csX1663" fmla="*/ 287422 w 1728164"/>
              <a:gd name="csY1663" fmla="*/ 1107189 h 1114902"/>
              <a:gd name="csX1664" fmla="*/ 287596 w 1728164"/>
              <a:gd name="csY1664" fmla="*/ 1107163 h 1114902"/>
              <a:gd name="csX1665" fmla="*/ 287768 w 1728164"/>
              <a:gd name="csY1665" fmla="*/ 1107145 h 1114902"/>
              <a:gd name="csX1666" fmla="*/ 287941 w 1728164"/>
              <a:gd name="csY1666" fmla="*/ 1107118 h 1114902"/>
              <a:gd name="csX1667" fmla="*/ 288113 w 1728164"/>
              <a:gd name="csY1667" fmla="*/ 1107100 h 1114902"/>
              <a:gd name="csX1668" fmla="*/ 288287 w 1728164"/>
              <a:gd name="csY1668" fmla="*/ 1107074 h 1114902"/>
              <a:gd name="csX1669" fmla="*/ 288459 w 1728164"/>
              <a:gd name="csY1669" fmla="*/ 1107056 h 1114902"/>
              <a:gd name="csX1670" fmla="*/ 288632 w 1728164"/>
              <a:gd name="csY1670" fmla="*/ 1107029 h 1114902"/>
              <a:gd name="csX1671" fmla="*/ 288806 w 1728164"/>
              <a:gd name="csY1671" fmla="*/ 1107002 h 1114902"/>
              <a:gd name="csX1672" fmla="*/ 288978 w 1728164"/>
              <a:gd name="csY1672" fmla="*/ 1106985 h 1114902"/>
              <a:gd name="csX1673" fmla="*/ 289151 w 1728164"/>
              <a:gd name="csY1673" fmla="*/ 1106958 h 1114902"/>
              <a:gd name="csX1674" fmla="*/ 289323 w 1728164"/>
              <a:gd name="csY1674" fmla="*/ 1106940 h 1114902"/>
              <a:gd name="csX1675" fmla="*/ 289497 w 1728164"/>
              <a:gd name="csY1675" fmla="*/ 1106914 h 1114902"/>
              <a:gd name="csX1676" fmla="*/ 289669 w 1728164"/>
              <a:gd name="csY1676" fmla="*/ 1106896 h 1114902"/>
              <a:gd name="csX1677" fmla="*/ 289842 w 1728164"/>
              <a:gd name="csY1677" fmla="*/ 1106869 h 1114902"/>
              <a:gd name="csX1678" fmla="*/ 290014 w 1728164"/>
              <a:gd name="csY1678" fmla="*/ 1106851 h 1114902"/>
              <a:gd name="csX1679" fmla="*/ 290188 w 1728164"/>
              <a:gd name="csY1679" fmla="*/ 1106824 h 1114902"/>
              <a:gd name="csX1680" fmla="*/ 290361 w 1728164"/>
              <a:gd name="csY1680" fmla="*/ 1106798 h 1114902"/>
              <a:gd name="csX1681" fmla="*/ 290533 w 1728164"/>
              <a:gd name="csY1681" fmla="*/ 1106780 h 1114902"/>
              <a:gd name="csX1682" fmla="*/ 290707 w 1728164"/>
              <a:gd name="csY1682" fmla="*/ 1106753 h 1114902"/>
              <a:gd name="csX1683" fmla="*/ 290879 w 1728164"/>
              <a:gd name="csY1683" fmla="*/ 1106736 h 1114902"/>
              <a:gd name="csX1684" fmla="*/ 291052 w 1728164"/>
              <a:gd name="csY1684" fmla="*/ 1106709 h 1114902"/>
              <a:gd name="csX1685" fmla="*/ 291224 w 1728164"/>
              <a:gd name="csY1685" fmla="*/ 1106682 h 1114902"/>
              <a:gd name="csX1686" fmla="*/ 291398 w 1728164"/>
              <a:gd name="csY1686" fmla="*/ 1106664 h 1114902"/>
              <a:gd name="csX1687" fmla="*/ 291570 w 1728164"/>
              <a:gd name="csY1687" fmla="*/ 1106638 h 1114902"/>
              <a:gd name="csX1688" fmla="*/ 291743 w 1728164"/>
              <a:gd name="csY1688" fmla="*/ 1106611 h 1114902"/>
              <a:gd name="csX1689" fmla="*/ 291916 w 1728164"/>
              <a:gd name="csY1689" fmla="*/ 1106593 h 1114902"/>
              <a:gd name="csX1690" fmla="*/ 292089 w 1728164"/>
              <a:gd name="csY1690" fmla="*/ 1106567 h 1114902"/>
              <a:gd name="csX1691" fmla="*/ 292262 w 1728164"/>
              <a:gd name="csY1691" fmla="*/ 1106540 h 1114902"/>
              <a:gd name="csX1692" fmla="*/ 292434 w 1728164"/>
              <a:gd name="csY1692" fmla="*/ 1106522 h 1114902"/>
              <a:gd name="csX1693" fmla="*/ 292608 w 1728164"/>
              <a:gd name="csY1693" fmla="*/ 1106495 h 1114902"/>
              <a:gd name="csX1694" fmla="*/ 292780 w 1728164"/>
              <a:gd name="csY1694" fmla="*/ 1106469 h 1114902"/>
              <a:gd name="csX1695" fmla="*/ 292953 w 1728164"/>
              <a:gd name="csY1695" fmla="*/ 1106451 h 1114902"/>
              <a:gd name="csX1696" fmla="*/ 293126 w 1728164"/>
              <a:gd name="csY1696" fmla="*/ 1106424 h 1114902"/>
              <a:gd name="csX1697" fmla="*/ 293299 w 1728164"/>
              <a:gd name="csY1697" fmla="*/ 1106397 h 1114902"/>
              <a:gd name="csX1698" fmla="*/ 293472 w 1728164"/>
              <a:gd name="csY1698" fmla="*/ 1106380 h 1114902"/>
              <a:gd name="csX1699" fmla="*/ 293644 w 1728164"/>
              <a:gd name="csY1699" fmla="*/ 1106353 h 1114902"/>
              <a:gd name="csX1700" fmla="*/ 293817 w 1728164"/>
              <a:gd name="csY1700" fmla="*/ 1106326 h 1114902"/>
              <a:gd name="csX1701" fmla="*/ 293990 w 1728164"/>
              <a:gd name="csY1701" fmla="*/ 1106300 h 1114902"/>
              <a:gd name="csX1702" fmla="*/ 294163 w 1728164"/>
              <a:gd name="csY1702" fmla="*/ 1106282 h 1114902"/>
              <a:gd name="csX1703" fmla="*/ 294336 w 1728164"/>
              <a:gd name="csY1703" fmla="*/ 1106255 h 1114902"/>
              <a:gd name="csX1704" fmla="*/ 294509 w 1728164"/>
              <a:gd name="csY1704" fmla="*/ 1106228 h 1114902"/>
              <a:gd name="csX1705" fmla="*/ 294682 w 1728164"/>
              <a:gd name="csY1705" fmla="*/ 1106202 h 1114902"/>
              <a:gd name="csX1706" fmla="*/ 294854 w 1728164"/>
              <a:gd name="csY1706" fmla="*/ 1106184 h 1114902"/>
              <a:gd name="csX1707" fmla="*/ 295027 w 1728164"/>
              <a:gd name="csY1707" fmla="*/ 1106157 h 1114902"/>
              <a:gd name="csX1708" fmla="*/ 295200 w 1728164"/>
              <a:gd name="csY1708" fmla="*/ 1106131 h 1114902"/>
              <a:gd name="csX1709" fmla="*/ 295373 w 1728164"/>
              <a:gd name="csY1709" fmla="*/ 1106104 h 1114902"/>
              <a:gd name="csX1710" fmla="*/ 295545 w 1728164"/>
              <a:gd name="csY1710" fmla="*/ 1106086 h 1114902"/>
              <a:gd name="csX1711" fmla="*/ 295718 w 1728164"/>
              <a:gd name="csY1711" fmla="*/ 1106059 h 1114902"/>
              <a:gd name="csX1712" fmla="*/ 295891 w 1728164"/>
              <a:gd name="csY1712" fmla="*/ 1106033 h 1114902"/>
              <a:gd name="csX1713" fmla="*/ 296064 w 1728164"/>
              <a:gd name="csY1713" fmla="*/ 1106006 h 1114902"/>
              <a:gd name="csX1714" fmla="*/ 296237 w 1728164"/>
              <a:gd name="csY1714" fmla="*/ 1105979 h 1114902"/>
              <a:gd name="csX1715" fmla="*/ 296410 w 1728164"/>
              <a:gd name="csY1715" fmla="*/ 1105953 h 1114902"/>
              <a:gd name="csX1716" fmla="*/ 296583 w 1728164"/>
              <a:gd name="csY1716" fmla="*/ 1105935 h 1114902"/>
              <a:gd name="csX1717" fmla="*/ 296755 w 1728164"/>
              <a:gd name="csY1717" fmla="*/ 1105908 h 1114902"/>
              <a:gd name="csX1718" fmla="*/ 296928 w 1728164"/>
              <a:gd name="csY1718" fmla="*/ 1105881 h 1114902"/>
              <a:gd name="csX1719" fmla="*/ 297101 w 1728164"/>
              <a:gd name="csY1719" fmla="*/ 1105855 h 1114902"/>
              <a:gd name="csX1720" fmla="*/ 297274 w 1728164"/>
              <a:gd name="csY1720" fmla="*/ 1105828 h 1114902"/>
              <a:gd name="csX1721" fmla="*/ 297447 w 1728164"/>
              <a:gd name="csY1721" fmla="*/ 1105801 h 1114902"/>
              <a:gd name="csX1722" fmla="*/ 297619 w 1728164"/>
              <a:gd name="csY1722" fmla="*/ 1105775 h 1114902"/>
              <a:gd name="csX1723" fmla="*/ 297793 w 1728164"/>
              <a:gd name="csY1723" fmla="*/ 1105757 h 1114902"/>
              <a:gd name="csX1724" fmla="*/ 297965 w 1728164"/>
              <a:gd name="csY1724" fmla="*/ 1105730 h 1114902"/>
              <a:gd name="csX1725" fmla="*/ 298138 w 1728164"/>
              <a:gd name="csY1725" fmla="*/ 1105703 h 1114902"/>
              <a:gd name="csX1726" fmla="*/ 298311 w 1728164"/>
              <a:gd name="csY1726" fmla="*/ 1105677 h 1114902"/>
              <a:gd name="csX1727" fmla="*/ 298484 w 1728164"/>
              <a:gd name="csY1727" fmla="*/ 1105650 h 1114902"/>
              <a:gd name="csX1728" fmla="*/ 298657 w 1728164"/>
              <a:gd name="csY1728" fmla="*/ 1105623 h 1114902"/>
              <a:gd name="csX1729" fmla="*/ 298829 w 1728164"/>
              <a:gd name="csY1729" fmla="*/ 1105597 h 1114902"/>
              <a:gd name="csX1730" fmla="*/ 299003 w 1728164"/>
              <a:gd name="csY1730" fmla="*/ 1105570 h 1114902"/>
              <a:gd name="csX1731" fmla="*/ 299175 w 1728164"/>
              <a:gd name="csY1731" fmla="*/ 1105543 h 1114902"/>
              <a:gd name="csX1732" fmla="*/ 299348 w 1728164"/>
              <a:gd name="csY1732" fmla="*/ 1105517 h 1114902"/>
              <a:gd name="csX1733" fmla="*/ 299520 w 1728164"/>
              <a:gd name="csY1733" fmla="*/ 1105490 h 1114902"/>
              <a:gd name="csX1734" fmla="*/ 299694 w 1728164"/>
              <a:gd name="csY1734" fmla="*/ 1105463 h 1114902"/>
              <a:gd name="csX1735" fmla="*/ 299866 w 1728164"/>
              <a:gd name="csY1735" fmla="*/ 1105437 h 1114902"/>
              <a:gd name="csX1736" fmla="*/ 300039 w 1728164"/>
              <a:gd name="csY1736" fmla="*/ 1105410 h 1114902"/>
              <a:gd name="csX1737" fmla="*/ 300212 w 1728164"/>
              <a:gd name="csY1737" fmla="*/ 1105383 h 1114902"/>
              <a:gd name="csX1738" fmla="*/ 300385 w 1728164"/>
              <a:gd name="csY1738" fmla="*/ 1105357 h 1114902"/>
              <a:gd name="csX1739" fmla="*/ 300558 w 1728164"/>
              <a:gd name="csY1739" fmla="*/ 1105330 h 1114902"/>
              <a:gd name="csX1740" fmla="*/ 300730 w 1728164"/>
              <a:gd name="csY1740" fmla="*/ 1105303 h 1114902"/>
              <a:gd name="csX1741" fmla="*/ 300904 w 1728164"/>
              <a:gd name="csY1741" fmla="*/ 1105276 h 1114902"/>
              <a:gd name="csX1742" fmla="*/ 301076 w 1728164"/>
              <a:gd name="csY1742" fmla="*/ 1105250 h 1114902"/>
              <a:gd name="csX1743" fmla="*/ 301249 w 1728164"/>
              <a:gd name="csY1743" fmla="*/ 1105223 h 1114902"/>
              <a:gd name="csX1744" fmla="*/ 301422 w 1728164"/>
              <a:gd name="csY1744" fmla="*/ 1105196 h 1114902"/>
              <a:gd name="csX1745" fmla="*/ 301595 w 1728164"/>
              <a:gd name="csY1745" fmla="*/ 1105170 h 1114902"/>
              <a:gd name="csX1746" fmla="*/ 301768 w 1728164"/>
              <a:gd name="csY1746" fmla="*/ 1105143 h 1114902"/>
              <a:gd name="csX1747" fmla="*/ 301940 w 1728164"/>
              <a:gd name="csY1747" fmla="*/ 1105116 h 1114902"/>
              <a:gd name="csX1748" fmla="*/ 302114 w 1728164"/>
              <a:gd name="csY1748" fmla="*/ 1105090 h 1114902"/>
              <a:gd name="csX1749" fmla="*/ 302286 w 1728164"/>
              <a:gd name="csY1749" fmla="*/ 1105063 h 1114902"/>
              <a:gd name="csX1750" fmla="*/ 302459 w 1728164"/>
              <a:gd name="csY1750" fmla="*/ 1105036 h 1114902"/>
              <a:gd name="csX1751" fmla="*/ 302631 w 1728164"/>
              <a:gd name="csY1751" fmla="*/ 1105010 h 1114902"/>
              <a:gd name="csX1752" fmla="*/ 302805 w 1728164"/>
              <a:gd name="csY1752" fmla="*/ 1104983 h 1114902"/>
              <a:gd name="csX1753" fmla="*/ 302978 w 1728164"/>
              <a:gd name="csY1753" fmla="*/ 1104947 h 1114902"/>
              <a:gd name="csX1754" fmla="*/ 303150 w 1728164"/>
              <a:gd name="csY1754" fmla="*/ 1104921 h 1114902"/>
              <a:gd name="csX1755" fmla="*/ 303323 w 1728164"/>
              <a:gd name="csY1755" fmla="*/ 1104894 h 1114902"/>
              <a:gd name="csX1756" fmla="*/ 303496 w 1728164"/>
              <a:gd name="csY1756" fmla="*/ 1104867 h 1114902"/>
              <a:gd name="csX1757" fmla="*/ 303669 w 1728164"/>
              <a:gd name="csY1757" fmla="*/ 1104841 h 1114902"/>
              <a:gd name="csX1758" fmla="*/ 303841 w 1728164"/>
              <a:gd name="csY1758" fmla="*/ 1104814 h 1114902"/>
              <a:gd name="csX1759" fmla="*/ 304015 w 1728164"/>
              <a:gd name="csY1759" fmla="*/ 1104787 h 1114902"/>
              <a:gd name="csX1760" fmla="*/ 304187 w 1728164"/>
              <a:gd name="csY1760" fmla="*/ 1104752 h 1114902"/>
              <a:gd name="csX1761" fmla="*/ 304360 w 1728164"/>
              <a:gd name="csY1761" fmla="*/ 1104725 h 1114902"/>
              <a:gd name="csX1762" fmla="*/ 304533 w 1728164"/>
              <a:gd name="csY1762" fmla="*/ 1104698 h 1114902"/>
              <a:gd name="csX1763" fmla="*/ 304706 w 1728164"/>
              <a:gd name="csY1763" fmla="*/ 1104672 h 1114902"/>
              <a:gd name="csX1764" fmla="*/ 304879 w 1728164"/>
              <a:gd name="csY1764" fmla="*/ 1104645 h 1114902"/>
              <a:gd name="csX1765" fmla="*/ 305051 w 1728164"/>
              <a:gd name="csY1765" fmla="*/ 1104609 h 1114902"/>
              <a:gd name="csX1766" fmla="*/ 305224 w 1728164"/>
              <a:gd name="csY1766" fmla="*/ 1104583 h 1114902"/>
              <a:gd name="csX1767" fmla="*/ 305397 w 1728164"/>
              <a:gd name="csY1767" fmla="*/ 1104556 h 1114902"/>
              <a:gd name="csX1768" fmla="*/ 305570 w 1728164"/>
              <a:gd name="csY1768" fmla="*/ 1104529 h 1114902"/>
              <a:gd name="csX1769" fmla="*/ 305743 w 1728164"/>
              <a:gd name="csY1769" fmla="*/ 1104502 h 1114902"/>
              <a:gd name="csX1770" fmla="*/ 305916 w 1728164"/>
              <a:gd name="csY1770" fmla="*/ 1104467 h 1114902"/>
              <a:gd name="csX1771" fmla="*/ 306089 w 1728164"/>
              <a:gd name="csY1771" fmla="*/ 1104440 h 1114902"/>
              <a:gd name="csX1772" fmla="*/ 306261 w 1728164"/>
              <a:gd name="csY1772" fmla="*/ 1104414 h 1114902"/>
              <a:gd name="csX1773" fmla="*/ 306434 w 1728164"/>
              <a:gd name="csY1773" fmla="*/ 1104378 h 1114902"/>
              <a:gd name="csX1774" fmla="*/ 306607 w 1728164"/>
              <a:gd name="csY1774" fmla="*/ 1104351 h 1114902"/>
              <a:gd name="csX1775" fmla="*/ 306780 w 1728164"/>
              <a:gd name="csY1775" fmla="*/ 1104325 h 1114902"/>
              <a:gd name="csX1776" fmla="*/ 306952 w 1728164"/>
              <a:gd name="csY1776" fmla="*/ 1104298 h 1114902"/>
              <a:gd name="csX1777" fmla="*/ 307125 w 1728164"/>
              <a:gd name="csY1777" fmla="*/ 1104262 h 1114902"/>
              <a:gd name="csX1778" fmla="*/ 307299 w 1728164"/>
              <a:gd name="csY1778" fmla="*/ 1104236 h 1114902"/>
              <a:gd name="csX1779" fmla="*/ 307471 w 1728164"/>
              <a:gd name="csY1779" fmla="*/ 1104209 h 1114902"/>
              <a:gd name="csX1780" fmla="*/ 307644 w 1728164"/>
              <a:gd name="csY1780" fmla="*/ 1104173 h 1114902"/>
              <a:gd name="csX1781" fmla="*/ 307817 w 1728164"/>
              <a:gd name="csY1781" fmla="*/ 1104147 h 1114902"/>
              <a:gd name="csX1782" fmla="*/ 307990 w 1728164"/>
              <a:gd name="csY1782" fmla="*/ 1104120 h 1114902"/>
              <a:gd name="csX1783" fmla="*/ 308162 w 1728164"/>
              <a:gd name="csY1783" fmla="*/ 1104084 h 1114902"/>
              <a:gd name="csX1784" fmla="*/ 308335 w 1728164"/>
              <a:gd name="csY1784" fmla="*/ 1104058 h 1114902"/>
              <a:gd name="csX1785" fmla="*/ 308508 w 1728164"/>
              <a:gd name="csY1785" fmla="*/ 1104031 h 1114902"/>
              <a:gd name="csX1786" fmla="*/ 308681 w 1728164"/>
              <a:gd name="csY1786" fmla="*/ 1103995 h 1114902"/>
              <a:gd name="csX1787" fmla="*/ 308854 w 1728164"/>
              <a:gd name="csY1787" fmla="*/ 1103969 h 1114902"/>
              <a:gd name="csX1788" fmla="*/ 309026 w 1728164"/>
              <a:gd name="csY1788" fmla="*/ 1103933 h 1114902"/>
              <a:gd name="csX1789" fmla="*/ 309200 w 1728164"/>
              <a:gd name="csY1789" fmla="*/ 1103907 h 1114902"/>
              <a:gd name="csX1790" fmla="*/ 309372 w 1728164"/>
              <a:gd name="csY1790" fmla="*/ 1103880 h 1114902"/>
              <a:gd name="csX1791" fmla="*/ 309545 w 1728164"/>
              <a:gd name="csY1791" fmla="*/ 1103844 h 1114902"/>
              <a:gd name="csX1792" fmla="*/ 309718 w 1728164"/>
              <a:gd name="csY1792" fmla="*/ 1103817 h 1114902"/>
              <a:gd name="csX1793" fmla="*/ 309891 w 1728164"/>
              <a:gd name="csY1793" fmla="*/ 1103782 h 1114902"/>
              <a:gd name="csX1794" fmla="*/ 310064 w 1728164"/>
              <a:gd name="csY1794" fmla="*/ 1103755 h 1114902"/>
              <a:gd name="csX1795" fmla="*/ 310236 w 1728164"/>
              <a:gd name="csY1795" fmla="*/ 1103720 h 1114902"/>
              <a:gd name="csX1796" fmla="*/ 310410 w 1728164"/>
              <a:gd name="csY1796" fmla="*/ 1103693 h 1114902"/>
              <a:gd name="csX1797" fmla="*/ 310582 w 1728164"/>
              <a:gd name="csY1797" fmla="*/ 1103657 h 1114902"/>
              <a:gd name="csX1798" fmla="*/ 310755 w 1728164"/>
              <a:gd name="csY1798" fmla="*/ 1103631 h 1114902"/>
              <a:gd name="csX1799" fmla="*/ 310927 w 1728164"/>
              <a:gd name="csY1799" fmla="*/ 1103604 h 1114902"/>
              <a:gd name="csX1800" fmla="*/ 311101 w 1728164"/>
              <a:gd name="csY1800" fmla="*/ 1103568 h 1114902"/>
              <a:gd name="csX1801" fmla="*/ 311273 w 1728164"/>
              <a:gd name="csY1801" fmla="*/ 1103542 h 1114902"/>
              <a:gd name="csX1802" fmla="*/ 311446 w 1728164"/>
              <a:gd name="csY1802" fmla="*/ 1103506 h 1114902"/>
              <a:gd name="csX1803" fmla="*/ 311620 w 1728164"/>
              <a:gd name="csY1803" fmla="*/ 1103470 h 1114902"/>
              <a:gd name="csX1804" fmla="*/ 311792 w 1728164"/>
              <a:gd name="csY1804" fmla="*/ 1103444 h 1114902"/>
              <a:gd name="csX1805" fmla="*/ 311965 w 1728164"/>
              <a:gd name="csY1805" fmla="*/ 1103408 h 1114902"/>
              <a:gd name="csX1806" fmla="*/ 312137 w 1728164"/>
              <a:gd name="csY1806" fmla="*/ 1103382 h 1114902"/>
              <a:gd name="csX1807" fmla="*/ 312311 w 1728164"/>
              <a:gd name="csY1807" fmla="*/ 1103346 h 1114902"/>
              <a:gd name="csX1808" fmla="*/ 312483 w 1728164"/>
              <a:gd name="csY1808" fmla="*/ 1103319 h 1114902"/>
              <a:gd name="csX1809" fmla="*/ 312656 w 1728164"/>
              <a:gd name="csY1809" fmla="*/ 1103284 h 1114902"/>
              <a:gd name="csX1810" fmla="*/ 312829 w 1728164"/>
              <a:gd name="csY1810" fmla="*/ 1103257 h 1114902"/>
              <a:gd name="csX1811" fmla="*/ 313002 w 1728164"/>
              <a:gd name="csY1811" fmla="*/ 1103221 h 1114902"/>
              <a:gd name="csX1812" fmla="*/ 313175 w 1728164"/>
              <a:gd name="csY1812" fmla="*/ 1103186 h 1114902"/>
              <a:gd name="csX1813" fmla="*/ 313347 w 1728164"/>
              <a:gd name="csY1813" fmla="*/ 1103159 h 1114902"/>
              <a:gd name="csX1814" fmla="*/ 313521 w 1728164"/>
              <a:gd name="csY1814" fmla="*/ 1103124 h 1114902"/>
              <a:gd name="csX1815" fmla="*/ 313693 w 1728164"/>
              <a:gd name="csY1815" fmla="*/ 1103097 h 1114902"/>
              <a:gd name="csX1816" fmla="*/ 313866 w 1728164"/>
              <a:gd name="csY1816" fmla="*/ 1103061 h 1114902"/>
              <a:gd name="csX1817" fmla="*/ 314038 w 1728164"/>
              <a:gd name="csY1817" fmla="*/ 1103026 h 1114902"/>
              <a:gd name="csX1818" fmla="*/ 314212 w 1728164"/>
              <a:gd name="csY1818" fmla="*/ 1102999 h 1114902"/>
              <a:gd name="csX1819" fmla="*/ 314385 w 1728164"/>
              <a:gd name="csY1819" fmla="*/ 1102963 h 1114902"/>
              <a:gd name="csX1820" fmla="*/ 314557 w 1728164"/>
              <a:gd name="csY1820" fmla="*/ 1102928 h 1114902"/>
              <a:gd name="csX1821" fmla="*/ 314730 w 1728164"/>
              <a:gd name="csY1821" fmla="*/ 1102901 h 1114902"/>
              <a:gd name="csX1822" fmla="*/ 314903 w 1728164"/>
              <a:gd name="csY1822" fmla="*/ 1102866 h 1114902"/>
              <a:gd name="csX1823" fmla="*/ 315076 w 1728164"/>
              <a:gd name="csY1823" fmla="*/ 1102830 h 1114902"/>
              <a:gd name="csX1824" fmla="*/ 315248 w 1728164"/>
              <a:gd name="csY1824" fmla="*/ 1102803 h 1114902"/>
              <a:gd name="csX1825" fmla="*/ 315422 w 1728164"/>
              <a:gd name="csY1825" fmla="*/ 1102768 h 1114902"/>
              <a:gd name="csX1826" fmla="*/ 315594 w 1728164"/>
              <a:gd name="csY1826" fmla="*/ 1102732 h 1114902"/>
              <a:gd name="csX1827" fmla="*/ 315767 w 1728164"/>
              <a:gd name="csY1827" fmla="*/ 1102696 h 1114902"/>
              <a:gd name="csX1828" fmla="*/ 315940 w 1728164"/>
              <a:gd name="csY1828" fmla="*/ 1102670 h 1114902"/>
              <a:gd name="csX1829" fmla="*/ 316113 w 1728164"/>
              <a:gd name="csY1829" fmla="*/ 1102634 h 1114902"/>
              <a:gd name="csX1830" fmla="*/ 316286 w 1728164"/>
              <a:gd name="csY1830" fmla="*/ 1102599 h 1114902"/>
              <a:gd name="csX1831" fmla="*/ 316458 w 1728164"/>
              <a:gd name="csY1831" fmla="*/ 1102563 h 1114902"/>
              <a:gd name="csX1832" fmla="*/ 316631 w 1728164"/>
              <a:gd name="csY1832" fmla="*/ 1102536 h 1114902"/>
              <a:gd name="csX1833" fmla="*/ 316804 w 1728164"/>
              <a:gd name="csY1833" fmla="*/ 1102501 h 1114902"/>
              <a:gd name="csX1834" fmla="*/ 316977 w 1728164"/>
              <a:gd name="csY1834" fmla="*/ 1102465 h 1114902"/>
              <a:gd name="csX1835" fmla="*/ 317150 w 1728164"/>
              <a:gd name="csY1835" fmla="*/ 1102430 h 1114902"/>
              <a:gd name="csX1836" fmla="*/ 317323 w 1728164"/>
              <a:gd name="csY1836" fmla="*/ 1102394 h 1114902"/>
              <a:gd name="csX1837" fmla="*/ 317496 w 1728164"/>
              <a:gd name="csY1837" fmla="*/ 1102367 h 1114902"/>
              <a:gd name="csX1838" fmla="*/ 317668 w 1728164"/>
              <a:gd name="csY1838" fmla="*/ 1102332 h 1114902"/>
              <a:gd name="csX1839" fmla="*/ 317841 w 1728164"/>
              <a:gd name="csY1839" fmla="*/ 1102296 h 1114902"/>
              <a:gd name="csX1840" fmla="*/ 318014 w 1728164"/>
              <a:gd name="csY1840" fmla="*/ 1102261 h 1114902"/>
              <a:gd name="csX1841" fmla="*/ 318187 w 1728164"/>
              <a:gd name="csY1841" fmla="*/ 1102225 h 1114902"/>
              <a:gd name="csX1842" fmla="*/ 318359 w 1728164"/>
              <a:gd name="csY1842" fmla="*/ 1102189 h 1114902"/>
              <a:gd name="csX1843" fmla="*/ 318532 w 1728164"/>
              <a:gd name="csY1843" fmla="*/ 1102154 h 1114902"/>
              <a:gd name="csX1844" fmla="*/ 318706 w 1728164"/>
              <a:gd name="csY1844" fmla="*/ 1102118 h 1114902"/>
              <a:gd name="csX1845" fmla="*/ 318878 w 1728164"/>
              <a:gd name="csY1845" fmla="*/ 1102092 h 1114902"/>
              <a:gd name="csX1846" fmla="*/ 319051 w 1728164"/>
              <a:gd name="csY1846" fmla="*/ 1102056 h 1114902"/>
              <a:gd name="csX1847" fmla="*/ 319224 w 1728164"/>
              <a:gd name="csY1847" fmla="*/ 1102020 h 1114902"/>
              <a:gd name="csX1848" fmla="*/ 319397 w 1728164"/>
              <a:gd name="csY1848" fmla="*/ 1101985 h 1114902"/>
              <a:gd name="csX1849" fmla="*/ 319569 w 1728164"/>
              <a:gd name="csY1849" fmla="*/ 1101949 h 1114902"/>
              <a:gd name="csX1850" fmla="*/ 319742 w 1728164"/>
              <a:gd name="csY1850" fmla="*/ 1101914 h 1114902"/>
              <a:gd name="csX1851" fmla="*/ 319915 w 1728164"/>
              <a:gd name="csY1851" fmla="*/ 1101878 h 1114902"/>
              <a:gd name="csX1852" fmla="*/ 320088 w 1728164"/>
              <a:gd name="csY1852" fmla="*/ 1101842 h 1114902"/>
              <a:gd name="csX1853" fmla="*/ 320261 w 1728164"/>
              <a:gd name="csY1853" fmla="*/ 1101807 h 1114902"/>
              <a:gd name="csX1854" fmla="*/ 320433 w 1728164"/>
              <a:gd name="csY1854" fmla="*/ 1101771 h 1114902"/>
              <a:gd name="csX1855" fmla="*/ 320607 w 1728164"/>
              <a:gd name="csY1855" fmla="*/ 1101736 h 1114902"/>
              <a:gd name="csX1856" fmla="*/ 320779 w 1728164"/>
              <a:gd name="csY1856" fmla="*/ 1101700 h 1114902"/>
              <a:gd name="csX1857" fmla="*/ 320952 w 1728164"/>
              <a:gd name="csY1857" fmla="*/ 1101665 h 1114902"/>
              <a:gd name="csX1858" fmla="*/ 321125 w 1728164"/>
              <a:gd name="csY1858" fmla="*/ 1101629 h 1114902"/>
              <a:gd name="csX1859" fmla="*/ 321298 w 1728164"/>
              <a:gd name="csY1859" fmla="*/ 1101593 h 1114902"/>
              <a:gd name="csX1860" fmla="*/ 321471 w 1728164"/>
              <a:gd name="csY1860" fmla="*/ 1101558 h 1114902"/>
              <a:gd name="csX1861" fmla="*/ 321643 w 1728164"/>
              <a:gd name="csY1861" fmla="*/ 1101522 h 1114902"/>
              <a:gd name="csX1862" fmla="*/ 321817 w 1728164"/>
              <a:gd name="csY1862" fmla="*/ 1101487 h 1114902"/>
              <a:gd name="csX1863" fmla="*/ 321989 w 1728164"/>
              <a:gd name="csY1863" fmla="*/ 1101451 h 1114902"/>
              <a:gd name="csX1864" fmla="*/ 322162 w 1728164"/>
              <a:gd name="csY1864" fmla="*/ 1101415 h 1114902"/>
              <a:gd name="csX1865" fmla="*/ 322334 w 1728164"/>
              <a:gd name="csY1865" fmla="*/ 1101380 h 1114902"/>
              <a:gd name="csX1866" fmla="*/ 322508 w 1728164"/>
              <a:gd name="csY1866" fmla="*/ 1101344 h 1114902"/>
              <a:gd name="csX1867" fmla="*/ 322680 w 1728164"/>
              <a:gd name="csY1867" fmla="*/ 1101300 h 1114902"/>
              <a:gd name="csX1868" fmla="*/ 322853 w 1728164"/>
              <a:gd name="csY1868" fmla="*/ 1101264 h 1114902"/>
              <a:gd name="csX1869" fmla="*/ 323027 w 1728164"/>
              <a:gd name="csY1869" fmla="*/ 1101229 h 1114902"/>
              <a:gd name="csX1870" fmla="*/ 323199 w 1728164"/>
              <a:gd name="csY1870" fmla="*/ 1101193 h 1114902"/>
              <a:gd name="csX1871" fmla="*/ 323372 w 1728164"/>
              <a:gd name="csY1871" fmla="*/ 1101157 h 1114902"/>
              <a:gd name="csX1872" fmla="*/ 323544 w 1728164"/>
              <a:gd name="csY1872" fmla="*/ 1101122 h 1114902"/>
              <a:gd name="csX1873" fmla="*/ 323718 w 1728164"/>
              <a:gd name="csY1873" fmla="*/ 1101086 h 1114902"/>
              <a:gd name="csX1874" fmla="*/ 323890 w 1728164"/>
              <a:gd name="csY1874" fmla="*/ 1101042 h 1114902"/>
              <a:gd name="csX1875" fmla="*/ 324063 w 1728164"/>
              <a:gd name="csY1875" fmla="*/ 1101006 h 1114902"/>
              <a:gd name="csX1876" fmla="*/ 324236 w 1728164"/>
              <a:gd name="csY1876" fmla="*/ 1100971 h 1114902"/>
              <a:gd name="csX1877" fmla="*/ 324409 w 1728164"/>
              <a:gd name="csY1877" fmla="*/ 1100935 h 1114902"/>
              <a:gd name="csX1878" fmla="*/ 324582 w 1728164"/>
              <a:gd name="csY1878" fmla="*/ 1100899 h 1114902"/>
              <a:gd name="csX1879" fmla="*/ 324754 w 1728164"/>
              <a:gd name="csY1879" fmla="*/ 1100855 h 1114902"/>
              <a:gd name="csX1880" fmla="*/ 324928 w 1728164"/>
              <a:gd name="csY1880" fmla="*/ 1100819 h 1114902"/>
              <a:gd name="csX1881" fmla="*/ 325100 w 1728164"/>
              <a:gd name="csY1881" fmla="*/ 1100784 h 1114902"/>
              <a:gd name="csX1882" fmla="*/ 325273 w 1728164"/>
              <a:gd name="csY1882" fmla="*/ 1100748 h 1114902"/>
              <a:gd name="csX1883" fmla="*/ 325446 w 1728164"/>
              <a:gd name="csY1883" fmla="*/ 1100704 h 1114902"/>
              <a:gd name="csX1884" fmla="*/ 325619 w 1728164"/>
              <a:gd name="csY1884" fmla="*/ 1100668 h 1114902"/>
              <a:gd name="csX1885" fmla="*/ 325792 w 1728164"/>
              <a:gd name="csY1885" fmla="*/ 1100633 h 1114902"/>
              <a:gd name="csX1886" fmla="*/ 325964 w 1728164"/>
              <a:gd name="csY1886" fmla="*/ 1100588 h 1114902"/>
              <a:gd name="csX1887" fmla="*/ 326137 w 1728164"/>
              <a:gd name="csY1887" fmla="*/ 1100553 h 1114902"/>
              <a:gd name="csX1888" fmla="*/ 326310 w 1728164"/>
              <a:gd name="csY1888" fmla="*/ 1100517 h 1114902"/>
              <a:gd name="csX1889" fmla="*/ 326483 w 1728164"/>
              <a:gd name="csY1889" fmla="*/ 1100472 h 1114902"/>
              <a:gd name="csX1890" fmla="*/ 326655 w 1728164"/>
              <a:gd name="csY1890" fmla="*/ 1100437 h 1114902"/>
              <a:gd name="csX1891" fmla="*/ 326829 w 1728164"/>
              <a:gd name="csY1891" fmla="*/ 1100401 h 1114902"/>
              <a:gd name="csX1892" fmla="*/ 327001 w 1728164"/>
              <a:gd name="csY1892" fmla="*/ 1100357 h 1114902"/>
              <a:gd name="csX1893" fmla="*/ 327174 w 1728164"/>
              <a:gd name="csY1893" fmla="*/ 1100321 h 1114902"/>
              <a:gd name="csX1894" fmla="*/ 327347 w 1728164"/>
              <a:gd name="csY1894" fmla="*/ 1100286 h 1114902"/>
              <a:gd name="csX1895" fmla="*/ 327520 w 1728164"/>
              <a:gd name="csY1895" fmla="*/ 1100241 h 1114902"/>
              <a:gd name="csX1896" fmla="*/ 327693 w 1728164"/>
              <a:gd name="csY1896" fmla="*/ 1100206 h 1114902"/>
              <a:gd name="csX1897" fmla="*/ 327865 w 1728164"/>
              <a:gd name="csY1897" fmla="*/ 1100161 h 1114902"/>
              <a:gd name="csX1898" fmla="*/ 328038 w 1728164"/>
              <a:gd name="csY1898" fmla="*/ 1100126 h 1114902"/>
              <a:gd name="csX1899" fmla="*/ 328211 w 1728164"/>
              <a:gd name="csY1899" fmla="*/ 1100090 h 1114902"/>
              <a:gd name="csX1900" fmla="*/ 328384 w 1728164"/>
              <a:gd name="csY1900" fmla="*/ 1100045 h 1114902"/>
              <a:gd name="csX1901" fmla="*/ 328557 w 1728164"/>
              <a:gd name="csY1901" fmla="*/ 1100010 h 1114902"/>
              <a:gd name="csX1902" fmla="*/ 328730 w 1728164"/>
              <a:gd name="csY1902" fmla="*/ 1099965 h 1114902"/>
              <a:gd name="csX1903" fmla="*/ 328903 w 1728164"/>
              <a:gd name="csY1903" fmla="*/ 1099930 h 1114902"/>
              <a:gd name="csX1904" fmla="*/ 329075 w 1728164"/>
              <a:gd name="csY1904" fmla="*/ 1099885 h 1114902"/>
              <a:gd name="csX1905" fmla="*/ 329248 w 1728164"/>
              <a:gd name="csY1905" fmla="*/ 1099850 h 1114902"/>
              <a:gd name="csX1906" fmla="*/ 329421 w 1728164"/>
              <a:gd name="csY1906" fmla="*/ 1099805 h 1114902"/>
              <a:gd name="csX1907" fmla="*/ 329594 w 1728164"/>
              <a:gd name="csY1907" fmla="*/ 1099770 h 1114902"/>
              <a:gd name="csX1908" fmla="*/ 329767 w 1728164"/>
              <a:gd name="csY1908" fmla="*/ 1099725 h 1114902"/>
              <a:gd name="csX1909" fmla="*/ 329939 w 1728164"/>
              <a:gd name="csY1909" fmla="*/ 1099689 h 1114902"/>
              <a:gd name="csX1910" fmla="*/ 330113 w 1728164"/>
              <a:gd name="csY1910" fmla="*/ 1099645 h 1114902"/>
              <a:gd name="csX1911" fmla="*/ 330285 w 1728164"/>
              <a:gd name="csY1911" fmla="*/ 1099609 h 1114902"/>
              <a:gd name="csX1912" fmla="*/ 330458 w 1728164"/>
              <a:gd name="csY1912" fmla="*/ 1099565 h 1114902"/>
              <a:gd name="csX1913" fmla="*/ 330631 w 1728164"/>
              <a:gd name="csY1913" fmla="*/ 1099521 h 1114902"/>
              <a:gd name="csX1914" fmla="*/ 330804 w 1728164"/>
              <a:gd name="csY1914" fmla="*/ 1099485 h 1114902"/>
              <a:gd name="csX1915" fmla="*/ 330976 w 1728164"/>
              <a:gd name="csY1915" fmla="*/ 1099440 h 1114902"/>
              <a:gd name="csX1916" fmla="*/ 331149 w 1728164"/>
              <a:gd name="csY1916" fmla="*/ 1099405 h 1114902"/>
              <a:gd name="csX1917" fmla="*/ 331322 w 1728164"/>
              <a:gd name="csY1917" fmla="*/ 1099360 h 1114902"/>
              <a:gd name="csX1918" fmla="*/ 331495 w 1728164"/>
              <a:gd name="csY1918" fmla="*/ 1099316 h 1114902"/>
              <a:gd name="csX1919" fmla="*/ 331668 w 1728164"/>
              <a:gd name="csY1919" fmla="*/ 1099280 h 1114902"/>
              <a:gd name="csX1920" fmla="*/ 331840 w 1728164"/>
              <a:gd name="csY1920" fmla="*/ 1099236 h 1114902"/>
              <a:gd name="csX1921" fmla="*/ 332014 w 1728164"/>
              <a:gd name="csY1921" fmla="*/ 1099191 h 1114902"/>
              <a:gd name="csX1922" fmla="*/ 332186 w 1728164"/>
              <a:gd name="csY1922" fmla="*/ 1099156 h 1114902"/>
              <a:gd name="csX1923" fmla="*/ 332359 w 1728164"/>
              <a:gd name="csY1923" fmla="*/ 1099111 h 1114902"/>
              <a:gd name="csX1924" fmla="*/ 332532 w 1728164"/>
              <a:gd name="csY1924" fmla="*/ 1099067 h 1114902"/>
              <a:gd name="csX1925" fmla="*/ 332705 w 1728164"/>
              <a:gd name="csY1925" fmla="*/ 1099031 h 1114902"/>
              <a:gd name="csX1926" fmla="*/ 332878 w 1728164"/>
              <a:gd name="csY1926" fmla="*/ 1098987 h 1114902"/>
              <a:gd name="csX1927" fmla="*/ 333050 w 1728164"/>
              <a:gd name="csY1927" fmla="*/ 1098942 h 1114902"/>
              <a:gd name="csX1928" fmla="*/ 333224 w 1728164"/>
              <a:gd name="csY1928" fmla="*/ 1098898 h 1114902"/>
              <a:gd name="csX1929" fmla="*/ 333396 w 1728164"/>
              <a:gd name="csY1929" fmla="*/ 1098862 h 1114902"/>
              <a:gd name="csX1930" fmla="*/ 333569 w 1728164"/>
              <a:gd name="csY1930" fmla="*/ 1098818 h 1114902"/>
              <a:gd name="csX1931" fmla="*/ 333741 w 1728164"/>
              <a:gd name="csY1931" fmla="*/ 1098773 h 1114902"/>
              <a:gd name="csX1932" fmla="*/ 333915 w 1728164"/>
              <a:gd name="csY1932" fmla="*/ 1098729 h 1114902"/>
              <a:gd name="csX1933" fmla="*/ 334088 w 1728164"/>
              <a:gd name="csY1933" fmla="*/ 1098693 h 1114902"/>
              <a:gd name="csX1934" fmla="*/ 334260 w 1728164"/>
              <a:gd name="csY1934" fmla="*/ 1098649 h 1114902"/>
              <a:gd name="csX1935" fmla="*/ 334434 w 1728164"/>
              <a:gd name="csY1935" fmla="*/ 1098604 h 1114902"/>
              <a:gd name="csX1936" fmla="*/ 334606 w 1728164"/>
              <a:gd name="csY1936" fmla="*/ 1098560 h 1114902"/>
              <a:gd name="csX1937" fmla="*/ 334779 w 1728164"/>
              <a:gd name="csY1937" fmla="*/ 1098515 h 1114902"/>
              <a:gd name="csX1938" fmla="*/ 334951 w 1728164"/>
              <a:gd name="csY1938" fmla="*/ 1098471 h 1114902"/>
              <a:gd name="csX1939" fmla="*/ 335125 w 1728164"/>
              <a:gd name="csY1939" fmla="*/ 1098426 h 1114902"/>
              <a:gd name="csX1940" fmla="*/ 335297 w 1728164"/>
              <a:gd name="csY1940" fmla="*/ 1098391 h 1114902"/>
              <a:gd name="csX1941" fmla="*/ 335470 w 1728164"/>
              <a:gd name="csY1941" fmla="*/ 1098346 h 1114902"/>
              <a:gd name="csX1942" fmla="*/ 335643 w 1728164"/>
              <a:gd name="csY1942" fmla="*/ 1098302 h 1114902"/>
              <a:gd name="csX1943" fmla="*/ 335816 w 1728164"/>
              <a:gd name="csY1943" fmla="*/ 1098257 h 1114902"/>
              <a:gd name="csX1944" fmla="*/ 335989 w 1728164"/>
              <a:gd name="csY1944" fmla="*/ 1098213 h 1114902"/>
              <a:gd name="csX1945" fmla="*/ 336161 w 1728164"/>
              <a:gd name="csY1945" fmla="*/ 1098168 h 1114902"/>
              <a:gd name="csX1946" fmla="*/ 336335 w 1728164"/>
              <a:gd name="csY1946" fmla="*/ 1098124 h 1114902"/>
              <a:gd name="csX1947" fmla="*/ 336507 w 1728164"/>
              <a:gd name="csY1947" fmla="*/ 1098079 h 1114902"/>
              <a:gd name="csX1948" fmla="*/ 336680 w 1728164"/>
              <a:gd name="csY1948" fmla="*/ 1098035 h 1114902"/>
              <a:gd name="csX1949" fmla="*/ 336853 w 1728164"/>
              <a:gd name="csY1949" fmla="*/ 1097990 h 1114902"/>
              <a:gd name="csX1950" fmla="*/ 337026 w 1728164"/>
              <a:gd name="csY1950" fmla="*/ 1097946 h 1114902"/>
              <a:gd name="csX1951" fmla="*/ 337199 w 1728164"/>
              <a:gd name="csY1951" fmla="*/ 1097901 h 1114902"/>
              <a:gd name="csX1952" fmla="*/ 337371 w 1728164"/>
              <a:gd name="csY1952" fmla="*/ 1097857 h 1114902"/>
              <a:gd name="csX1953" fmla="*/ 337544 w 1728164"/>
              <a:gd name="csY1953" fmla="*/ 1097812 h 1114902"/>
              <a:gd name="csX1954" fmla="*/ 337717 w 1728164"/>
              <a:gd name="csY1954" fmla="*/ 1097768 h 1114902"/>
              <a:gd name="csX1955" fmla="*/ 337890 w 1728164"/>
              <a:gd name="csY1955" fmla="*/ 1097723 h 1114902"/>
              <a:gd name="csX1956" fmla="*/ 338062 w 1728164"/>
              <a:gd name="csY1956" fmla="*/ 1097679 h 1114902"/>
              <a:gd name="csX1957" fmla="*/ 338236 w 1728164"/>
              <a:gd name="csY1957" fmla="*/ 1097634 h 1114902"/>
              <a:gd name="csX1958" fmla="*/ 338409 w 1728164"/>
              <a:gd name="csY1958" fmla="*/ 1097590 h 1114902"/>
              <a:gd name="csX1959" fmla="*/ 338581 w 1728164"/>
              <a:gd name="csY1959" fmla="*/ 1097546 h 1114902"/>
              <a:gd name="csX1960" fmla="*/ 338754 w 1728164"/>
              <a:gd name="csY1960" fmla="*/ 1097501 h 1114902"/>
              <a:gd name="csX1961" fmla="*/ 338927 w 1728164"/>
              <a:gd name="csY1961" fmla="*/ 1097448 h 1114902"/>
              <a:gd name="csX1962" fmla="*/ 339100 w 1728164"/>
              <a:gd name="csY1962" fmla="*/ 1097403 h 1114902"/>
              <a:gd name="csX1963" fmla="*/ 339272 w 1728164"/>
              <a:gd name="csY1963" fmla="*/ 1097359 h 1114902"/>
              <a:gd name="csX1964" fmla="*/ 339445 w 1728164"/>
              <a:gd name="csY1964" fmla="*/ 1097314 h 1114902"/>
              <a:gd name="csX1965" fmla="*/ 339618 w 1728164"/>
              <a:gd name="csY1965" fmla="*/ 1097270 h 1114902"/>
              <a:gd name="csX1966" fmla="*/ 339791 w 1728164"/>
              <a:gd name="csY1966" fmla="*/ 1097225 h 1114902"/>
              <a:gd name="csX1967" fmla="*/ 339964 w 1728164"/>
              <a:gd name="csY1967" fmla="*/ 1097181 h 1114902"/>
              <a:gd name="csX1968" fmla="*/ 340137 w 1728164"/>
              <a:gd name="csY1968" fmla="*/ 1097127 h 1114902"/>
              <a:gd name="csX1969" fmla="*/ 340310 w 1728164"/>
              <a:gd name="csY1969" fmla="*/ 1097083 h 1114902"/>
              <a:gd name="csX1970" fmla="*/ 340482 w 1728164"/>
              <a:gd name="csY1970" fmla="*/ 1097038 h 1114902"/>
              <a:gd name="csX1971" fmla="*/ 340655 w 1728164"/>
              <a:gd name="csY1971" fmla="*/ 1096994 h 1114902"/>
              <a:gd name="csX1972" fmla="*/ 340828 w 1728164"/>
              <a:gd name="csY1972" fmla="*/ 1096941 h 1114902"/>
              <a:gd name="csX1973" fmla="*/ 341001 w 1728164"/>
              <a:gd name="csY1973" fmla="*/ 1096896 h 1114902"/>
              <a:gd name="csX1974" fmla="*/ 341174 w 1728164"/>
              <a:gd name="csY1974" fmla="*/ 1096852 h 1114902"/>
              <a:gd name="csX1975" fmla="*/ 341346 w 1728164"/>
              <a:gd name="csY1975" fmla="*/ 1096807 h 1114902"/>
              <a:gd name="csX1976" fmla="*/ 341520 w 1728164"/>
              <a:gd name="csY1976" fmla="*/ 1096754 h 1114902"/>
              <a:gd name="csX1977" fmla="*/ 341692 w 1728164"/>
              <a:gd name="csY1977" fmla="*/ 1096709 h 1114902"/>
              <a:gd name="csX1978" fmla="*/ 341865 w 1728164"/>
              <a:gd name="csY1978" fmla="*/ 1096665 h 1114902"/>
              <a:gd name="csX1979" fmla="*/ 342038 w 1728164"/>
              <a:gd name="csY1979" fmla="*/ 1096611 h 1114902"/>
              <a:gd name="csX1980" fmla="*/ 342211 w 1728164"/>
              <a:gd name="csY1980" fmla="*/ 1096567 h 1114902"/>
              <a:gd name="csX1981" fmla="*/ 342383 w 1728164"/>
              <a:gd name="csY1981" fmla="*/ 1096522 h 1114902"/>
              <a:gd name="csX1982" fmla="*/ 342556 w 1728164"/>
              <a:gd name="csY1982" fmla="*/ 1096469 h 1114902"/>
              <a:gd name="csX1983" fmla="*/ 342730 w 1728164"/>
              <a:gd name="csY1983" fmla="*/ 1096425 h 1114902"/>
              <a:gd name="csX1984" fmla="*/ 342902 w 1728164"/>
              <a:gd name="csY1984" fmla="*/ 1096371 h 1114902"/>
              <a:gd name="csX1985" fmla="*/ 343075 w 1728164"/>
              <a:gd name="csY1985" fmla="*/ 1096327 h 1114902"/>
              <a:gd name="csX1986" fmla="*/ 343247 w 1728164"/>
              <a:gd name="csY1986" fmla="*/ 1096282 h 1114902"/>
              <a:gd name="csX1987" fmla="*/ 343421 w 1728164"/>
              <a:gd name="csY1987" fmla="*/ 1096229 h 1114902"/>
              <a:gd name="csX1988" fmla="*/ 343593 w 1728164"/>
              <a:gd name="csY1988" fmla="*/ 1096184 h 1114902"/>
              <a:gd name="csX1989" fmla="*/ 343766 w 1728164"/>
              <a:gd name="csY1989" fmla="*/ 1096131 h 1114902"/>
              <a:gd name="csX1990" fmla="*/ 343939 w 1728164"/>
              <a:gd name="csY1990" fmla="*/ 1096086 h 1114902"/>
              <a:gd name="csX1991" fmla="*/ 344112 w 1728164"/>
              <a:gd name="csY1991" fmla="*/ 1096033 h 1114902"/>
              <a:gd name="csX1992" fmla="*/ 344285 w 1728164"/>
              <a:gd name="csY1992" fmla="*/ 1095989 h 1114902"/>
              <a:gd name="csX1993" fmla="*/ 344457 w 1728164"/>
              <a:gd name="csY1993" fmla="*/ 1095935 h 1114902"/>
              <a:gd name="csX1994" fmla="*/ 344631 w 1728164"/>
              <a:gd name="csY1994" fmla="*/ 1095891 h 1114902"/>
              <a:gd name="csX1995" fmla="*/ 344803 w 1728164"/>
              <a:gd name="csY1995" fmla="*/ 1095837 h 1114902"/>
              <a:gd name="csX1996" fmla="*/ 344976 w 1728164"/>
              <a:gd name="csY1996" fmla="*/ 1095793 h 1114902"/>
              <a:gd name="csX1997" fmla="*/ 345148 w 1728164"/>
              <a:gd name="csY1997" fmla="*/ 1095740 h 1114902"/>
              <a:gd name="csX1998" fmla="*/ 345322 w 1728164"/>
              <a:gd name="csY1998" fmla="*/ 1095695 h 1114902"/>
              <a:gd name="csX1999" fmla="*/ 345495 w 1728164"/>
              <a:gd name="csY1999" fmla="*/ 1095642 h 1114902"/>
              <a:gd name="csX2000" fmla="*/ 345667 w 1728164"/>
              <a:gd name="csY2000" fmla="*/ 1095588 h 1114902"/>
              <a:gd name="csX2001" fmla="*/ 345841 w 1728164"/>
              <a:gd name="csY2001" fmla="*/ 1095544 h 1114902"/>
              <a:gd name="csX2002" fmla="*/ 346013 w 1728164"/>
              <a:gd name="csY2002" fmla="*/ 1095490 h 1114902"/>
              <a:gd name="csX2003" fmla="*/ 346186 w 1728164"/>
              <a:gd name="csY2003" fmla="*/ 1095446 h 1114902"/>
              <a:gd name="csX2004" fmla="*/ 346358 w 1728164"/>
              <a:gd name="csY2004" fmla="*/ 1095393 h 1114902"/>
              <a:gd name="csX2005" fmla="*/ 346532 w 1728164"/>
              <a:gd name="csY2005" fmla="*/ 1095339 h 1114902"/>
              <a:gd name="csX2006" fmla="*/ 346704 w 1728164"/>
              <a:gd name="csY2006" fmla="*/ 1095295 h 1114902"/>
              <a:gd name="csX2007" fmla="*/ 346877 w 1728164"/>
              <a:gd name="csY2007" fmla="*/ 1095241 h 1114902"/>
              <a:gd name="csX2008" fmla="*/ 347050 w 1728164"/>
              <a:gd name="csY2008" fmla="*/ 1095188 h 1114902"/>
              <a:gd name="csX2009" fmla="*/ 347223 w 1728164"/>
              <a:gd name="csY2009" fmla="*/ 1095135 h 1114902"/>
              <a:gd name="csX2010" fmla="*/ 347396 w 1728164"/>
              <a:gd name="csY2010" fmla="*/ 1095090 h 1114902"/>
              <a:gd name="csX2011" fmla="*/ 347568 w 1728164"/>
              <a:gd name="csY2011" fmla="*/ 1095037 h 1114902"/>
              <a:gd name="csX2012" fmla="*/ 347742 w 1728164"/>
              <a:gd name="csY2012" fmla="*/ 1094983 h 1114902"/>
              <a:gd name="csX2013" fmla="*/ 347914 w 1728164"/>
              <a:gd name="csY2013" fmla="*/ 1094930 h 1114902"/>
              <a:gd name="csX2014" fmla="*/ 348087 w 1728164"/>
              <a:gd name="csY2014" fmla="*/ 1094885 h 1114902"/>
              <a:gd name="csX2015" fmla="*/ 348260 w 1728164"/>
              <a:gd name="csY2015" fmla="*/ 1094832 h 1114902"/>
              <a:gd name="csX2016" fmla="*/ 348433 w 1728164"/>
              <a:gd name="csY2016" fmla="*/ 1094779 h 1114902"/>
              <a:gd name="csX2017" fmla="*/ 348606 w 1728164"/>
              <a:gd name="csY2017" fmla="*/ 1094725 h 1114902"/>
              <a:gd name="csX2018" fmla="*/ 348778 w 1728164"/>
              <a:gd name="csY2018" fmla="*/ 1094672 h 1114902"/>
              <a:gd name="csX2019" fmla="*/ 348951 w 1728164"/>
              <a:gd name="csY2019" fmla="*/ 1094627 h 1114902"/>
              <a:gd name="csX2020" fmla="*/ 349124 w 1728164"/>
              <a:gd name="csY2020" fmla="*/ 1094574 h 1114902"/>
              <a:gd name="csX2021" fmla="*/ 349297 w 1728164"/>
              <a:gd name="csY2021" fmla="*/ 1094521 h 1114902"/>
              <a:gd name="csX2022" fmla="*/ 349469 w 1728164"/>
              <a:gd name="csY2022" fmla="*/ 1094467 h 1114902"/>
              <a:gd name="csX2023" fmla="*/ 349643 w 1728164"/>
              <a:gd name="csY2023" fmla="*/ 1094414 h 1114902"/>
              <a:gd name="csX2024" fmla="*/ 349816 w 1728164"/>
              <a:gd name="csY2024" fmla="*/ 1094361 h 1114902"/>
              <a:gd name="csX2025" fmla="*/ 349988 w 1728164"/>
              <a:gd name="csY2025" fmla="*/ 1094307 h 1114902"/>
              <a:gd name="csX2026" fmla="*/ 350161 w 1728164"/>
              <a:gd name="csY2026" fmla="*/ 1094254 h 1114902"/>
              <a:gd name="csX2027" fmla="*/ 350334 w 1728164"/>
              <a:gd name="csY2027" fmla="*/ 1094200 h 1114902"/>
              <a:gd name="csX2028" fmla="*/ 350507 w 1728164"/>
              <a:gd name="csY2028" fmla="*/ 1094147 h 1114902"/>
              <a:gd name="csX2029" fmla="*/ 350679 w 1728164"/>
              <a:gd name="csY2029" fmla="*/ 1094094 h 1114902"/>
              <a:gd name="csX2030" fmla="*/ 350852 w 1728164"/>
              <a:gd name="csY2030" fmla="*/ 1094040 h 1114902"/>
              <a:gd name="csX2031" fmla="*/ 351025 w 1728164"/>
              <a:gd name="csY2031" fmla="*/ 1093987 h 1114902"/>
              <a:gd name="csX2032" fmla="*/ 351198 w 1728164"/>
              <a:gd name="csY2032" fmla="*/ 1093934 h 1114902"/>
              <a:gd name="csX2033" fmla="*/ 351371 w 1728164"/>
              <a:gd name="csY2033" fmla="*/ 1093880 h 1114902"/>
              <a:gd name="csX2034" fmla="*/ 351544 w 1728164"/>
              <a:gd name="csY2034" fmla="*/ 1093827 h 1114902"/>
              <a:gd name="csX2035" fmla="*/ 351717 w 1728164"/>
              <a:gd name="csY2035" fmla="*/ 1093773 h 1114902"/>
              <a:gd name="csX2036" fmla="*/ 351889 w 1728164"/>
              <a:gd name="csY2036" fmla="*/ 1093720 h 1114902"/>
              <a:gd name="csX2037" fmla="*/ 352062 w 1728164"/>
              <a:gd name="csY2037" fmla="*/ 1093667 h 1114902"/>
              <a:gd name="csX2038" fmla="*/ 352235 w 1728164"/>
              <a:gd name="csY2038" fmla="*/ 1093613 h 1114902"/>
              <a:gd name="csX2039" fmla="*/ 352408 w 1728164"/>
              <a:gd name="csY2039" fmla="*/ 1093560 h 1114902"/>
              <a:gd name="csX2040" fmla="*/ 352581 w 1728164"/>
              <a:gd name="csY2040" fmla="*/ 1093506 h 1114902"/>
              <a:gd name="csX2041" fmla="*/ 352753 w 1728164"/>
              <a:gd name="csY2041" fmla="*/ 1093453 h 1114902"/>
              <a:gd name="csX2042" fmla="*/ 352927 w 1728164"/>
              <a:gd name="csY2042" fmla="*/ 1093400 h 1114902"/>
              <a:gd name="csX2043" fmla="*/ 353099 w 1728164"/>
              <a:gd name="csY2043" fmla="*/ 1093338 h 1114902"/>
              <a:gd name="csX2044" fmla="*/ 353272 w 1728164"/>
              <a:gd name="csY2044" fmla="*/ 1093284 h 1114902"/>
              <a:gd name="csX2045" fmla="*/ 353445 w 1728164"/>
              <a:gd name="csY2045" fmla="*/ 1093231 h 1114902"/>
              <a:gd name="csX2046" fmla="*/ 353618 w 1728164"/>
              <a:gd name="csY2046" fmla="*/ 1093177 h 1114902"/>
              <a:gd name="csX2047" fmla="*/ 353790 w 1728164"/>
              <a:gd name="csY2047" fmla="*/ 1093124 h 1114902"/>
              <a:gd name="csX2048" fmla="*/ 353963 w 1728164"/>
              <a:gd name="csY2048" fmla="*/ 1093062 h 1114902"/>
              <a:gd name="csX2049" fmla="*/ 354137 w 1728164"/>
              <a:gd name="csY2049" fmla="*/ 1093008 h 1114902"/>
              <a:gd name="csX2050" fmla="*/ 354309 w 1728164"/>
              <a:gd name="csY2050" fmla="*/ 1092955 h 1114902"/>
              <a:gd name="csX2051" fmla="*/ 354482 w 1728164"/>
              <a:gd name="csY2051" fmla="*/ 1092902 h 1114902"/>
              <a:gd name="csX2052" fmla="*/ 354654 w 1728164"/>
              <a:gd name="csY2052" fmla="*/ 1092839 h 1114902"/>
              <a:gd name="csX2053" fmla="*/ 354828 w 1728164"/>
              <a:gd name="csY2053" fmla="*/ 1092786 h 1114902"/>
              <a:gd name="csX2054" fmla="*/ 355000 w 1728164"/>
              <a:gd name="csY2054" fmla="*/ 1092733 h 1114902"/>
              <a:gd name="csX2055" fmla="*/ 355173 w 1728164"/>
              <a:gd name="csY2055" fmla="*/ 1092670 h 1114902"/>
              <a:gd name="csX2056" fmla="*/ 355346 w 1728164"/>
              <a:gd name="csY2056" fmla="*/ 1092617 h 1114902"/>
              <a:gd name="csX2057" fmla="*/ 355519 w 1728164"/>
              <a:gd name="csY2057" fmla="*/ 1092564 h 1114902"/>
              <a:gd name="csX2058" fmla="*/ 355692 w 1728164"/>
              <a:gd name="csY2058" fmla="*/ 1092501 h 1114902"/>
              <a:gd name="csX2059" fmla="*/ 355864 w 1728164"/>
              <a:gd name="csY2059" fmla="*/ 1092448 h 1114902"/>
              <a:gd name="csX2060" fmla="*/ 356038 w 1728164"/>
              <a:gd name="csY2060" fmla="*/ 1092394 h 1114902"/>
              <a:gd name="csX2061" fmla="*/ 356210 w 1728164"/>
              <a:gd name="csY2061" fmla="*/ 1092332 h 1114902"/>
              <a:gd name="csX2062" fmla="*/ 356383 w 1728164"/>
              <a:gd name="csY2062" fmla="*/ 1092279 h 1114902"/>
              <a:gd name="csX2063" fmla="*/ 356556 w 1728164"/>
              <a:gd name="csY2063" fmla="*/ 1092217 h 1114902"/>
              <a:gd name="csX2064" fmla="*/ 356729 w 1728164"/>
              <a:gd name="csY2064" fmla="*/ 1092163 h 1114902"/>
              <a:gd name="csX2065" fmla="*/ 356902 w 1728164"/>
              <a:gd name="csY2065" fmla="*/ 1092101 h 1114902"/>
              <a:gd name="csX2066" fmla="*/ 357074 w 1728164"/>
              <a:gd name="csY2066" fmla="*/ 1092047 h 1114902"/>
              <a:gd name="csX2067" fmla="*/ 357248 w 1728164"/>
              <a:gd name="csY2067" fmla="*/ 1091985 h 1114902"/>
              <a:gd name="csX2068" fmla="*/ 357420 w 1728164"/>
              <a:gd name="csY2068" fmla="*/ 1091932 h 1114902"/>
              <a:gd name="csX2069" fmla="*/ 357593 w 1728164"/>
              <a:gd name="csY2069" fmla="*/ 1091870 h 1114902"/>
              <a:gd name="csX2070" fmla="*/ 357765 w 1728164"/>
              <a:gd name="csY2070" fmla="*/ 1091816 h 1114902"/>
              <a:gd name="csX2071" fmla="*/ 357939 w 1728164"/>
              <a:gd name="csY2071" fmla="*/ 1091754 h 1114902"/>
              <a:gd name="csX2072" fmla="*/ 358111 w 1728164"/>
              <a:gd name="csY2072" fmla="*/ 1091700 h 1114902"/>
              <a:gd name="csX2073" fmla="*/ 358284 w 1728164"/>
              <a:gd name="csY2073" fmla="*/ 1091638 h 1114902"/>
              <a:gd name="csX2074" fmla="*/ 358457 w 1728164"/>
              <a:gd name="csY2074" fmla="*/ 1091576 h 1114902"/>
              <a:gd name="csX2075" fmla="*/ 358630 w 1728164"/>
              <a:gd name="csY2075" fmla="*/ 1091523 h 1114902"/>
              <a:gd name="csX2076" fmla="*/ 358803 w 1728164"/>
              <a:gd name="csY2076" fmla="*/ 1091460 h 1114902"/>
              <a:gd name="csX2077" fmla="*/ 358975 w 1728164"/>
              <a:gd name="csY2077" fmla="*/ 1091407 h 1114902"/>
              <a:gd name="csX2078" fmla="*/ 359149 w 1728164"/>
              <a:gd name="csY2078" fmla="*/ 1091345 h 1114902"/>
              <a:gd name="csX2079" fmla="*/ 359321 w 1728164"/>
              <a:gd name="csY2079" fmla="*/ 1091282 h 1114902"/>
              <a:gd name="csX2080" fmla="*/ 359494 w 1728164"/>
              <a:gd name="csY2080" fmla="*/ 1091229 h 1114902"/>
              <a:gd name="csX2081" fmla="*/ 359667 w 1728164"/>
              <a:gd name="csY2081" fmla="*/ 1091167 h 1114902"/>
              <a:gd name="csX2082" fmla="*/ 359840 w 1728164"/>
              <a:gd name="csY2082" fmla="*/ 1091104 h 1114902"/>
              <a:gd name="csX2083" fmla="*/ 360013 w 1728164"/>
              <a:gd name="csY2083" fmla="*/ 1091042 h 1114902"/>
              <a:gd name="csX2084" fmla="*/ 360185 w 1728164"/>
              <a:gd name="csY2084" fmla="*/ 1090989 h 1114902"/>
              <a:gd name="csX2085" fmla="*/ 360358 w 1728164"/>
              <a:gd name="csY2085" fmla="*/ 1090927 h 1114902"/>
              <a:gd name="csX2086" fmla="*/ 360531 w 1728164"/>
              <a:gd name="csY2086" fmla="*/ 1090864 h 1114902"/>
              <a:gd name="csX2087" fmla="*/ 360704 w 1728164"/>
              <a:gd name="csY2087" fmla="*/ 1090802 h 1114902"/>
              <a:gd name="csX2088" fmla="*/ 360877 w 1728164"/>
              <a:gd name="csY2088" fmla="*/ 1090740 h 1114902"/>
              <a:gd name="csX2089" fmla="*/ 361050 w 1728164"/>
              <a:gd name="csY2089" fmla="*/ 1090686 h 1114902"/>
              <a:gd name="csX2090" fmla="*/ 361223 w 1728164"/>
              <a:gd name="csY2090" fmla="*/ 1090624 h 1114902"/>
              <a:gd name="csX2091" fmla="*/ 361395 w 1728164"/>
              <a:gd name="csY2091" fmla="*/ 1090562 h 1114902"/>
              <a:gd name="csX2092" fmla="*/ 361568 w 1728164"/>
              <a:gd name="csY2092" fmla="*/ 1090499 h 1114902"/>
              <a:gd name="csX2093" fmla="*/ 361741 w 1728164"/>
              <a:gd name="csY2093" fmla="*/ 1090437 h 1114902"/>
              <a:gd name="csX2094" fmla="*/ 361914 w 1728164"/>
              <a:gd name="csY2094" fmla="*/ 1090375 h 1114902"/>
              <a:gd name="csX2095" fmla="*/ 362086 w 1728164"/>
              <a:gd name="csY2095" fmla="*/ 1090313 h 1114902"/>
              <a:gd name="csX2096" fmla="*/ 362259 w 1728164"/>
              <a:gd name="csY2096" fmla="*/ 1090259 h 1114902"/>
              <a:gd name="csX2097" fmla="*/ 362432 w 1728164"/>
              <a:gd name="csY2097" fmla="*/ 1090197 h 1114902"/>
              <a:gd name="csX2098" fmla="*/ 362605 w 1728164"/>
              <a:gd name="csY2098" fmla="*/ 1090135 h 1114902"/>
              <a:gd name="csX2099" fmla="*/ 362778 w 1728164"/>
              <a:gd name="csY2099" fmla="*/ 1090072 h 1114902"/>
              <a:gd name="csX2100" fmla="*/ 362951 w 1728164"/>
              <a:gd name="csY2100" fmla="*/ 1090010 h 1114902"/>
              <a:gd name="csX2101" fmla="*/ 363124 w 1728164"/>
              <a:gd name="csY2101" fmla="*/ 1089948 h 1114902"/>
              <a:gd name="csX2102" fmla="*/ 363296 w 1728164"/>
              <a:gd name="csY2102" fmla="*/ 1089886 h 1114902"/>
              <a:gd name="csX2103" fmla="*/ 363469 w 1728164"/>
              <a:gd name="csY2103" fmla="*/ 1089823 h 1114902"/>
              <a:gd name="csX2104" fmla="*/ 363642 w 1728164"/>
              <a:gd name="csY2104" fmla="*/ 1089761 h 1114902"/>
              <a:gd name="csX2105" fmla="*/ 363815 w 1728164"/>
              <a:gd name="csY2105" fmla="*/ 1089699 h 1114902"/>
              <a:gd name="csX2106" fmla="*/ 363988 w 1728164"/>
              <a:gd name="csY2106" fmla="*/ 1089628 h 1114902"/>
              <a:gd name="csX2107" fmla="*/ 364160 w 1728164"/>
              <a:gd name="csY2107" fmla="*/ 1089565 h 1114902"/>
              <a:gd name="csX2108" fmla="*/ 364334 w 1728164"/>
              <a:gd name="csY2108" fmla="*/ 1089503 h 1114902"/>
              <a:gd name="csX2109" fmla="*/ 364506 w 1728164"/>
              <a:gd name="csY2109" fmla="*/ 1089441 h 1114902"/>
              <a:gd name="csX2110" fmla="*/ 364679 w 1728164"/>
              <a:gd name="csY2110" fmla="*/ 1089379 h 1114902"/>
              <a:gd name="csX2111" fmla="*/ 364852 w 1728164"/>
              <a:gd name="csY2111" fmla="*/ 1089316 h 1114902"/>
              <a:gd name="csX2112" fmla="*/ 365025 w 1728164"/>
              <a:gd name="csY2112" fmla="*/ 1089254 h 1114902"/>
              <a:gd name="csX2113" fmla="*/ 365198 w 1728164"/>
              <a:gd name="csY2113" fmla="*/ 1089183 h 1114902"/>
              <a:gd name="csX2114" fmla="*/ 365370 w 1728164"/>
              <a:gd name="csY2114" fmla="*/ 1089121 h 1114902"/>
              <a:gd name="csX2115" fmla="*/ 365544 w 1728164"/>
              <a:gd name="csY2115" fmla="*/ 1089058 h 1114902"/>
              <a:gd name="csX2116" fmla="*/ 365716 w 1728164"/>
              <a:gd name="csY2116" fmla="*/ 1088996 h 1114902"/>
              <a:gd name="csX2117" fmla="*/ 365889 w 1728164"/>
              <a:gd name="csY2117" fmla="*/ 1088934 h 1114902"/>
              <a:gd name="csX2118" fmla="*/ 366061 w 1728164"/>
              <a:gd name="csY2118" fmla="*/ 1088863 h 1114902"/>
              <a:gd name="csX2119" fmla="*/ 366235 w 1728164"/>
              <a:gd name="csY2119" fmla="*/ 1088800 h 1114902"/>
              <a:gd name="csX2120" fmla="*/ 366407 w 1728164"/>
              <a:gd name="csY2120" fmla="*/ 1088738 h 1114902"/>
              <a:gd name="csX2121" fmla="*/ 366580 w 1728164"/>
              <a:gd name="csY2121" fmla="*/ 1088667 h 1114902"/>
              <a:gd name="csX2122" fmla="*/ 366753 w 1728164"/>
              <a:gd name="csY2122" fmla="*/ 1088605 h 1114902"/>
              <a:gd name="csX2123" fmla="*/ 366926 w 1728164"/>
              <a:gd name="csY2123" fmla="*/ 1088542 h 1114902"/>
              <a:gd name="csX2124" fmla="*/ 367099 w 1728164"/>
              <a:gd name="csY2124" fmla="*/ 1088471 h 1114902"/>
              <a:gd name="csX2125" fmla="*/ 367271 w 1728164"/>
              <a:gd name="csY2125" fmla="*/ 1088409 h 1114902"/>
              <a:gd name="csX2126" fmla="*/ 367445 w 1728164"/>
              <a:gd name="csY2126" fmla="*/ 1088347 h 1114902"/>
              <a:gd name="csX2127" fmla="*/ 367617 w 1728164"/>
              <a:gd name="csY2127" fmla="*/ 1088275 h 1114902"/>
              <a:gd name="csX2128" fmla="*/ 367790 w 1728164"/>
              <a:gd name="csY2128" fmla="*/ 1088213 h 1114902"/>
              <a:gd name="csX2129" fmla="*/ 367963 w 1728164"/>
              <a:gd name="csY2129" fmla="*/ 1088142 h 1114902"/>
              <a:gd name="csX2130" fmla="*/ 368136 w 1728164"/>
              <a:gd name="csY2130" fmla="*/ 1088080 h 1114902"/>
              <a:gd name="csX2131" fmla="*/ 368309 w 1728164"/>
              <a:gd name="csY2131" fmla="*/ 1088009 h 1114902"/>
              <a:gd name="csX2132" fmla="*/ 368481 w 1728164"/>
              <a:gd name="csY2132" fmla="*/ 1087946 h 1114902"/>
              <a:gd name="csX2133" fmla="*/ 368655 w 1728164"/>
              <a:gd name="csY2133" fmla="*/ 1087884 h 1114902"/>
              <a:gd name="csX2134" fmla="*/ 368827 w 1728164"/>
              <a:gd name="csY2134" fmla="*/ 1087813 h 1114902"/>
              <a:gd name="csX2135" fmla="*/ 369000 w 1728164"/>
              <a:gd name="csY2135" fmla="*/ 1087742 h 1114902"/>
              <a:gd name="csX2136" fmla="*/ 369172 w 1728164"/>
              <a:gd name="csY2136" fmla="*/ 1087679 h 1114902"/>
              <a:gd name="csX2137" fmla="*/ 369346 w 1728164"/>
              <a:gd name="csY2137" fmla="*/ 1087608 h 1114902"/>
              <a:gd name="csX2138" fmla="*/ 369519 w 1728164"/>
              <a:gd name="csY2138" fmla="*/ 1087546 h 1114902"/>
              <a:gd name="csX2139" fmla="*/ 369691 w 1728164"/>
              <a:gd name="csY2139" fmla="*/ 1087475 h 1114902"/>
              <a:gd name="csX2140" fmla="*/ 369864 w 1728164"/>
              <a:gd name="csY2140" fmla="*/ 1087412 h 1114902"/>
              <a:gd name="csX2141" fmla="*/ 370037 w 1728164"/>
              <a:gd name="csY2141" fmla="*/ 1087341 h 1114902"/>
              <a:gd name="csX2142" fmla="*/ 370210 w 1728164"/>
              <a:gd name="csY2142" fmla="*/ 1087270 h 1114902"/>
              <a:gd name="csX2143" fmla="*/ 370382 w 1728164"/>
              <a:gd name="csY2143" fmla="*/ 1087208 h 1114902"/>
              <a:gd name="csX2144" fmla="*/ 370556 w 1728164"/>
              <a:gd name="csY2144" fmla="*/ 1087137 h 1114902"/>
              <a:gd name="csX2145" fmla="*/ 370728 w 1728164"/>
              <a:gd name="csY2145" fmla="*/ 1087065 h 1114902"/>
              <a:gd name="csX2146" fmla="*/ 370901 w 1728164"/>
              <a:gd name="csY2146" fmla="*/ 1087003 h 1114902"/>
              <a:gd name="csX2147" fmla="*/ 371074 w 1728164"/>
              <a:gd name="csY2147" fmla="*/ 1086932 h 1114902"/>
              <a:gd name="csX2148" fmla="*/ 371247 w 1728164"/>
              <a:gd name="csY2148" fmla="*/ 1086861 h 1114902"/>
              <a:gd name="csX2149" fmla="*/ 371420 w 1728164"/>
              <a:gd name="csY2149" fmla="*/ 1086790 h 1114902"/>
              <a:gd name="csX2150" fmla="*/ 371592 w 1728164"/>
              <a:gd name="csY2150" fmla="*/ 1086727 h 1114902"/>
              <a:gd name="csX2151" fmla="*/ 371765 w 1728164"/>
              <a:gd name="csY2151" fmla="*/ 1086656 h 1114902"/>
              <a:gd name="csX2152" fmla="*/ 371938 w 1728164"/>
              <a:gd name="csY2152" fmla="*/ 1086585 h 1114902"/>
              <a:gd name="csX2153" fmla="*/ 372111 w 1728164"/>
              <a:gd name="csY2153" fmla="*/ 1086514 h 1114902"/>
              <a:gd name="csX2154" fmla="*/ 372284 w 1728164"/>
              <a:gd name="csY2154" fmla="*/ 1086443 h 1114902"/>
              <a:gd name="csX2155" fmla="*/ 372457 w 1728164"/>
              <a:gd name="csY2155" fmla="*/ 1086372 h 1114902"/>
              <a:gd name="csX2156" fmla="*/ 372630 w 1728164"/>
              <a:gd name="csY2156" fmla="*/ 1086309 h 1114902"/>
              <a:gd name="csX2157" fmla="*/ 372802 w 1728164"/>
              <a:gd name="csY2157" fmla="*/ 1086238 h 1114902"/>
              <a:gd name="csX2158" fmla="*/ 372975 w 1728164"/>
              <a:gd name="csY2158" fmla="*/ 1086167 h 1114902"/>
              <a:gd name="csX2159" fmla="*/ 373148 w 1728164"/>
              <a:gd name="csY2159" fmla="*/ 1086096 h 1114902"/>
              <a:gd name="csX2160" fmla="*/ 373321 w 1728164"/>
              <a:gd name="csY2160" fmla="*/ 1086025 h 1114902"/>
              <a:gd name="csX2161" fmla="*/ 373493 w 1728164"/>
              <a:gd name="csY2161" fmla="*/ 1085953 h 1114902"/>
              <a:gd name="csX2162" fmla="*/ 373666 w 1728164"/>
              <a:gd name="csY2162" fmla="*/ 1085882 h 1114902"/>
              <a:gd name="csX2163" fmla="*/ 373840 w 1728164"/>
              <a:gd name="csY2163" fmla="*/ 1085811 h 1114902"/>
              <a:gd name="csX2164" fmla="*/ 374012 w 1728164"/>
              <a:gd name="csY2164" fmla="*/ 1085740 h 1114902"/>
              <a:gd name="csX2165" fmla="*/ 374185 w 1728164"/>
              <a:gd name="csY2165" fmla="*/ 1085669 h 1114902"/>
              <a:gd name="csX2166" fmla="*/ 374358 w 1728164"/>
              <a:gd name="csY2166" fmla="*/ 1085598 h 1114902"/>
              <a:gd name="csX2167" fmla="*/ 374531 w 1728164"/>
              <a:gd name="csY2167" fmla="*/ 1085526 h 1114902"/>
              <a:gd name="csX2168" fmla="*/ 374703 w 1728164"/>
              <a:gd name="csY2168" fmla="*/ 1085455 h 1114902"/>
              <a:gd name="csX2169" fmla="*/ 374876 w 1728164"/>
              <a:gd name="csY2169" fmla="*/ 1085384 h 1114902"/>
              <a:gd name="csX2170" fmla="*/ 375049 w 1728164"/>
              <a:gd name="csY2170" fmla="*/ 1085313 h 1114902"/>
              <a:gd name="csX2171" fmla="*/ 375222 w 1728164"/>
              <a:gd name="csY2171" fmla="*/ 1085233 h 1114902"/>
              <a:gd name="csX2172" fmla="*/ 375395 w 1728164"/>
              <a:gd name="csY2172" fmla="*/ 1085162 h 1114902"/>
              <a:gd name="csX2173" fmla="*/ 375567 w 1728164"/>
              <a:gd name="csY2173" fmla="*/ 1085090 h 1114902"/>
              <a:gd name="csX2174" fmla="*/ 375741 w 1728164"/>
              <a:gd name="csY2174" fmla="*/ 1085019 h 1114902"/>
              <a:gd name="csX2175" fmla="*/ 375913 w 1728164"/>
              <a:gd name="csY2175" fmla="*/ 1084948 h 1114902"/>
              <a:gd name="csX2176" fmla="*/ 376086 w 1728164"/>
              <a:gd name="csY2176" fmla="*/ 1084868 h 1114902"/>
              <a:gd name="csX2177" fmla="*/ 376259 w 1728164"/>
              <a:gd name="csY2177" fmla="*/ 1084797 h 1114902"/>
              <a:gd name="csX2178" fmla="*/ 376432 w 1728164"/>
              <a:gd name="csY2178" fmla="*/ 1084726 h 1114902"/>
              <a:gd name="csX2179" fmla="*/ 376605 w 1728164"/>
              <a:gd name="csY2179" fmla="*/ 1084655 h 1114902"/>
              <a:gd name="csX2180" fmla="*/ 376777 w 1728164"/>
              <a:gd name="csY2180" fmla="*/ 1084574 h 1114902"/>
              <a:gd name="csX2181" fmla="*/ 376951 w 1728164"/>
              <a:gd name="csY2181" fmla="*/ 1084503 h 1114902"/>
              <a:gd name="csX2182" fmla="*/ 377123 w 1728164"/>
              <a:gd name="csY2182" fmla="*/ 1084432 h 1114902"/>
              <a:gd name="csX2183" fmla="*/ 377296 w 1728164"/>
              <a:gd name="csY2183" fmla="*/ 1084361 h 1114902"/>
              <a:gd name="csX2184" fmla="*/ 377468 w 1728164"/>
              <a:gd name="csY2184" fmla="*/ 1084281 h 1114902"/>
              <a:gd name="csX2185" fmla="*/ 377642 w 1728164"/>
              <a:gd name="csY2185" fmla="*/ 1084210 h 1114902"/>
              <a:gd name="csX2186" fmla="*/ 377814 w 1728164"/>
              <a:gd name="csY2186" fmla="*/ 1084130 h 1114902"/>
              <a:gd name="csX2187" fmla="*/ 377987 w 1728164"/>
              <a:gd name="csY2187" fmla="*/ 1084058 h 1114902"/>
              <a:gd name="csX2188" fmla="*/ 378161 w 1728164"/>
              <a:gd name="csY2188" fmla="*/ 1083987 h 1114902"/>
              <a:gd name="csX2189" fmla="*/ 378333 w 1728164"/>
              <a:gd name="csY2189" fmla="*/ 1083907 h 1114902"/>
              <a:gd name="csX2190" fmla="*/ 378506 w 1728164"/>
              <a:gd name="csY2190" fmla="*/ 1083836 h 1114902"/>
              <a:gd name="csX2191" fmla="*/ 378678 w 1728164"/>
              <a:gd name="csY2191" fmla="*/ 1083756 h 1114902"/>
              <a:gd name="csX2192" fmla="*/ 378852 w 1728164"/>
              <a:gd name="csY2192" fmla="*/ 1083685 h 1114902"/>
              <a:gd name="csX2193" fmla="*/ 379024 w 1728164"/>
              <a:gd name="csY2193" fmla="*/ 1083605 h 1114902"/>
              <a:gd name="csX2194" fmla="*/ 379197 w 1728164"/>
              <a:gd name="csY2194" fmla="*/ 1083534 h 1114902"/>
              <a:gd name="csX2195" fmla="*/ 379370 w 1728164"/>
              <a:gd name="csY2195" fmla="*/ 1083453 h 1114902"/>
              <a:gd name="csX2196" fmla="*/ 379543 w 1728164"/>
              <a:gd name="csY2196" fmla="*/ 1083382 h 1114902"/>
              <a:gd name="csX2197" fmla="*/ 379716 w 1728164"/>
              <a:gd name="csY2197" fmla="*/ 1083302 h 1114902"/>
              <a:gd name="csX2198" fmla="*/ 379888 w 1728164"/>
              <a:gd name="csY2198" fmla="*/ 1083222 h 1114902"/>
              <a:gd name="csX2199" fmla="*/ 380062 w 1728164"/>
              <a:gd name="csY2199" fmla="*/ 1083151 h 1114902"/>
              <a:gd name="csX2200" fmla="*/ 380234 w 1728164"/>
              <a:gd name="csY2200" fmla="*/ 1083071 h 1114902"/>
              <a:gd name="csX2201" fmla="*/ 380407 w 1728164"/>
              <a:gd name="csY2201" fmla="*/ 1082991 h 1114902"/>
              <a:gd name="csX2202" fmla="*/ 380579 w 1728164"/>
              <a:gd name="csY2202" fmla="*/ 1082920 h 1114902"/>
              <a:gd name="csX2203" fmla="*/ 380753 w 1728164"/>
              <a:gd name="csY2203" fmla="*/ 1082840 h 1114902"/>
              <a:gd name="csX2204" fmla="*/ 380926 w 1728164"/>
              <a:gd name="csY2204" fmla="*/ 1082760 h 1114902"/>
              <a:gd name="csX2205" fmla="*/ 381098 w 1728164"/>
              <a:gd name="csY2205" fmla="*/ 1082688 h 1114902"/>
              <a:gd name="csX2206" fmla="*/ 381271 w 1728164"/>
              <a:gd name="csY2206" fmla="*/ 1082608 h 1114902"/>
              <a:gd name="csX2207" fmla="*/ 381444 w 1728164"/>
              <a:gd name="csY2207" fmla="*/ 1082528 h 1114902"/>
              <a:gd name="csX2208" fmla="*/ 381617 w 1728164"/>
              <a:gd name="csY2208" fmla="*/ 1082448 h 1114902"/>
              <a:gd name="csX2209" fmla="*/ 381789 w 1728164"/>
              <a:gd name="csY2209" fmla="*/ 1082377 h 1114902"/>
              <a:gd name="csX2210" fmla="*/ 381963 w 1728164"/>
              <a:gd name="csY2210" fmla="*/ 1082297 h 1114902"/>
              <a:gd name="csX2211" fmla="*/ 382135 w 1728164"/>
              <a:gd name="csY2211" fmla="*/ 1082217 h 1114902"/>
              <a:gd name="csX2212" fmla="*/ 382308 w 1728164"/>
              <a:gd name="csY2212" fmla="*/ 1082137 h 1114902"/>
              <a:gd name="csX2213" fmla="*/ 382481 w 1728164"/>
              <a:gd name="csY2213" fmla="*/ 1082057 h 1114902"/>
              <a:gd name="csX2214" fmla="*/ 382654 w 1728164"/>
              <a:gd name="csY2214" fmla="*/ 1081977 h 1114902"/>
              <a:gd name="csX2215" fmla="*/ 382827 w 1728164"/>
              <a:gd name="csY2215" fmla="*/ 1081897 h 1114902"/>
              <a:gd name="csX2216" fmla="*/ 382999 w 1728164"/>
              <a:gd name="csY2216" fmla="*/ 1081817 h 1114902"/>
              <a:gd name="csX2217" fmla="*/ 383172 w 1728164"/>
              <a:gd name="csY2217" fmla="*/ 1081745 h 1114902"/>
              <a:gd name="csX2218" fmla="*/ 383345 w 1728164"/>
              <a:gd name="csY2218" fmla="*/ 1081665 h 1114902"/>
              <a:gd name="csX2219" fmla="*/ 383518 w 1728164"/>
              <a:gd name="csY2219" fmla="*/ 1081585 h 1114902"/>
              <a:gd name="csX2220" fmla="*/ 383691 w 1728164"/>
              <a:gd name="csY2220" fmla="*/ 1081505 h 1114902"/>
              <a:gd name="csX2221" fmla="*/ 383864 w 1728164"/>
              <a:gd name="csY2221" fmla="*/ 1081425 h 1114902"/>
              <a:gd name="csX2222" fmla="*/ 384037 w 1728164"/>
              <a:gd name="csY2222" fmla="*/ 1081345 h 1114902"/>
              <a:gd name="csX2223" fmla="*/ 384209 w 1728164"/>
              <a:gd name="csY2223" fmla="*/ 1081256 h 1114902"/>
              <a:gd name="csX2224" fmla="*/ 384382 w 1728164"/>
              <a:gd name="csY2224" fmla="*/ 1081176 h 1114902"/>
              <a:gd name="csX2225" fmla="*/ 384555 w 1728164"/>
              <a:gd name="csY2225" fmla="*/ 1081096 h 1114902"/>
              <a:gd name="csX2226" fmla="*/ 384728 w 1728164"/>
              <a:gd name="csY2226" fmla="*/ 1081016 h 1114902"/>
              <a:gd name="csX2227" fmla="*/ 384900 w 1728164"/>
              <a:gd name="csY2227" fmla="*/ 1080936 h 1114902"/>
              <a:gd name="csX2228" fmla="*/ 385073 w 1728164"/>
              <a:gd name="csY2228" fmla="*/ 1080856 h 1114902"/>
              <a:gd name="csX2229" fmla="*/ 385247 w 1728164"/>
              <a:gd name="csY2229" fmla="*/ 1080776 h 1114902"/>
              <a:gd name="csX2230" fmla="*/ 385419 w 1728164"/>
              <a:gd name="csY2230" fmla="*/ 1080696 h 1114902"/>
              <a:gd name="csX2231" fmla="*/ 385592 w 1728164"/>
              <a:gd name="csY2231" fmla="*/ 1080607 h 1114902"/>
              <a:gd name="csX2232" fmla="*/ 385765 w 1728164"/>
              <a:gd name="csY2232" fmla="*/ 1080527 h 1114902"/>
              <a:gd name="csX2233" fmla="*/ 385938 w 1728164"/>
              <a:gd name="csY2233" fmla="*/ 1080447 h 1114902"/>
              <a:gd name="csX2234" fmla="*/ 386110 w 1728164"/>
              <a:gd name="csY2234" fmla="*/ 1080366 h 1114902"/>
              <a:gd name="csX2235" fmla="*/ 386283 w 1728164"/>
              <a:gd name="csY2235" fmla="*/ 1080277 h 1114902"/>
              <a:gd name="csX2236" fmla="*/ 386456 w 1728164"/>
              <a:gd name="csY2236" fmla="*/ 1080197 h 1114902"/>
              <a:gd name="csX2237" fmla="*/ 386629 w 1728164"/>
              <a:gd name="csY2237" fmla="*/ 1080117 h 1114902"/>
              <a:gd name="csX2238" fmla="*/ 386802 w 1728164"/>
              <a:gd name="csY2238" fmla="*/ 1080028 h 1114902"/>
              <a:gd name="csX2239" fmla="*/ 386974 w 1728164"/>
              <a:gd name="csY2239" fmla="*/ 1079948 h 1114902"/>
              <a:gd name="csX2240" fmla="*/ 387148 w 1728164"/>
              <a:gd name="csY2240" fmla="*/ 1079868 h 1114902"/>
              <a:gd name="csX2241" fmla="*/ 387320 w 1728164"/>
              <a:gd name="csY2241" fmla="*/ 1079779 h 1114902"/>
              <a:gd name="csX2242" fmla="*/ 387493 w 1728164"/>
              <a:gd name="csY2242" fmla="*/ 1079699 h 1114902"/>
              <a:gd name="csX2243" fmla="*/ 387666 w 1728164"/>
              <a:gd name="csY2243" fmla="*/ 1079610 h 1114902"/>
              <a:gd name="csX2244" fmla="*/ 387839 w 1728164"/>
              <a:gd name="csY2244" fmla="*/ 1079530 h 1114902"/>
              <a:gd name="csX2245" fmla="*/ 388012 w 1728164"/>
              <a:gd name="csY2245" fmla="*/ 1079441 h 1114902"/>
              <a:gd name="csX2246" fmla="*/ 388184 w 1728164"/>
              <a:gd name="csY2246" fmla="*/ 1079361 h 1114902"/>
              <a:gd name="csX2247" fmla="*/ 388358 w 1728164"/>
              <a:gd name="csY2247" fmla="*/ 1079272 h 1114902"/>
              <a:gd name="csX2248" fmla="*/ 388530 w 1728164"/>
              <a:gd name="csY2248" fmla="*/ 1079192 h 1114902"/>
              <a:gd name="csX2249" fmla="*/ 388703 w 1728164"/>
              <a:gd name="csY2249" fmla="*/ 1079103 h 1114902"/>
              <a:gd name="csX2250" fmla="*/ 388875 w 1728164"/>
              <a:gd name="csY2250" fmla="*/ 1079023 h 1114902"/>
              <a:gd name="csX2251" fmla="*/ 389049 w 1728164"/>
              <a:gd name="csY2251" fmla="*/ 1078934 h 1114902"/>
              <a:gd name="csX2252" fmla="*/ 389221 w 1728164"/>
              <a:gd name="csY2252" fmla="*/ 1078854 h 1114902"/>
              <a:gd name="csX2253" fmla="*/ 389394 w 1728164"/>
              <a:gd name="csY2253" fmla="*/ 1078765 h 1114902"/>
              <a:gd name="csX2254" fmla="*/ 389568 w 1728164"/>
              <a:gd name="csY2254" fmla="*/ 1078676 h 1114902"/>
              <a:gd name="csX2255" fmla="*/ 389740 w 1728164"/>
              <a:gd name="csY2255" fmla="*/ 1078596 h 1114902"/>
              <a:gd name="csX2256" fmla="*/ 389913 w 1728164"/>
              <a:gd name="csY2256" fmla="*/ 1078507 h 1114902"/>
              <a:gd name="csX2257" fmla="*/ 390085 w 1728164"/>
              <a:gd name="csY2257" fmla="*/ 1078418 h 1114902"/>
              <a:gd name="csX2258" fmla="*/ 390259 w 1728164"/>
              <a:gd name="csY2258" fmla="*/ 1078338 h 1114902"/>
              <a:gd name="csX2259" fmla="*/ 390431 w 1728164"/>
              <a:gd name="csY2259" fmla="*/ 1078249 h 1114902"/>
              <a:gd name="csX2260" fmla="*/ 390604 w 1728164"/>
              <a:gd name="csY2260" fmla="*/ 1078160 h 1114902"/>
              <a:gd name="csX2261" fmla="*/ 390777 w 1728164"/>
              <a:gd name="csY2261" fmla="*/ 1078071 h 1114902"/>
              <a:gd name="csX2262" fmla="*/ 390950 w 1728164"/>
              <a:gd name="csY2262" fmla="*/ 1077982 h 1114902"/>
              <a:gd name="csX2263" fmla="*/ 391123 w 1728164"/>
              <a:gd name="csY2263" fmla="*/ 1077902 h 1114902"/>
              <a:gd name="csX2264" fmla="*/ 391295 w 1728164"/>
              <a:gd name="csY2264" fmla="*/ 1077813 h 1114902"/>
              <a:gd name="csX2265" fmla="*/ 391469 w 1728164"/>
              <a:gd name="csY2265" fmla="*/ 1077724 h 1114902"/>
              <a:gd name="csX2266" fmla="*/ 391641 w 1728164"/>
              <a:gd name="csY2266" fmla="*/ 1077635 h 1114902"/>
              <a:gd name="csX2267" fmla="*/ 391814 w 1728164"/>
              <a:gd name="csY2267" fmla="*/ 1077546 h 1114902"/>
              <a:gd name="csX2268" fmla="*/ 391987 w 1728164"/>
              <a:gd name="csY2268" fmla="*/ 1077457 h 1114902"/>
              <a:gd name="csX2269" fmla="*/ 392160 w 1728164"/>
              <a:gd name="csY2269" fmla="*/ 1077368 h 1114902"/>
              <a:gd name="csX2270" fmla="*/ 392333 w 1728164"/>
              <a:gd name="csY2270" fmla="*/ 1077279 h 1114902"/>
              <a:gd name="csX2271" fmla="*/ 392505 w 1728164"/>
              <a:gd name="csY2271" fmla="*/ 1077190 h 1114902"/>
              <a:gd name="csX2272" fmla="*/ 392678 w 1728164"/>
              <a:gd name="csY2272" fmla="*/ 1077101 h 1114902"/>
              <a:gd name="csX2273" fmla="*/ 392851 w 1728164"/>
              <a:gd name="csY2273" fmla="*/ 1077012 h 1114902"/>
              <a:gd name="csX2274" fmla="*/ 393024 w 1728164"/>
              <a:gd name="csY2274" fmla="*/ 1076924 h 1114902"/>
              <a:gd name="csX2275" fmla="*/ 393196 w 1728164"/>
              <a:gd name="csY2275" fmla="*/ 1076835 h 1114902"/>
              <a:gd name="csX2276" fmla="*/ 393370 w 1728164"/>
              <a:gd name="csY2276" fmla="*/ 1076746 h 1114902"/>
              <a:gd name="csX2277" fmla="*/ 393543 w 1728164"/>
              <a:gd name="csY2277" fmla="*/ 1076657 h 1114902"/>
              <a:gd name="csX2278" fmla="*/ 393715 w 1728164"/>
              <a:gd name="csY2278" fmla="*/ 1076568 h 1114902"/>
              <a:gd name="csX2279" fmla="*/ 393888 w 1728164"/>
              <a:gd name="csY2279" fmla="*/ 1076479 h 1114902"/>
              <a:gd name="csX2280" fmla="*/ 394061 w 1728164"/>
              <a:gd name="csY2280" fmla="*/ 1076390 h 1114902"/>
              <a:gd name="csX2281" fmla="*/ 394234 w 1728164"/>
              <a:gd name="csY2281" fmla="*/ 1076292 h 1114902"/>
              <a:gd name="csX2282" fmla="*/ 394406 w 1728164"/>
              <a:gd name="csY2282" fmla="*/ 1076203 h 1114902"/>
              <a:gd name="csX2283" fmla="*/ 394579 w 1728164"/>
              <a:gd name="csY2283" fmla="*/ 1076114 h 1114902"/>
              <a:gd name="csX2284" fmla="*/ 394752 w 1728164"/>
              <a:gd name="csY2284" fmla="*/ 1076025 h 1114902"/>
              <a:gd name="csX2285" fmla="*/ 394925 w 1728164"/>
              <a:gd name="csY2285" fmla="*/ 1075927 h 1114902"/>
              <a:gd name="csX2286" fmla="*/ 395098 w 1728164"/>
              <a:gd name="csY2286" fmla="*/ 1075838 h 1114902"/>
              <a:gd name="csX2287" fmla="*/ 395271 w 1728164"/>
              <a:gd name="csY2287" fmla="*/ 1075749 h 1114902"/>
              <a:gd name="csX2288" fmla="*/ 395444 w 1728164"/>
              <a:gd name="csY2288" fmla="*/ 1075660 h 1114902"/>
              <a:gd name="csX2289" fmla="*/ 395616 w 1728164"/>
              <a:gd name="csY2289" fmla="*/ 1075562 h 1114902"/>
              <a:gd name="csX2290" fmla="*/ 395789 w 1728164"/>
              <a:gd name="csY2290" fmla="*/ 1075473 h 1114902"/>
              <a:gd name="csX2291" fmla="*/ 395962 w 1728164"/>
              <a:gd name="csY2291" fmla="*/ 1075376 h 1114902"/>
              <a:gd name="csX2292" fmla="*/ 396135 w 1728164"/>
              <a:gd name="csY2292" fmla="*/ 1075287 h 1114902"/>
              <a:gd name="csX2293" fmla="*/ 396308 w 1728164"/>
              <a:gd name="csY2293" fmla="*/ 1075198 h 1114902"/>
              <a:gd name="csX2294" fmla="*/ 396480 w 1728164"/>
              <a:gd name="csY2294" fmla="*/ 1075100 h 1114902"/>
              <a:gd name="csX2295" fmla="*/ 396654 w 1728164"/>
              <a:gd name="csY2295" fmla="*/ 1075011 h 1114902"/>
              <a:gd name="csX2296" fmla="*/ 396826 w 1728164"/>
              <a:gd name="csY2296" fmla="*/ 1074913 h 1114902"/>
              <a:gd name="csX2297" fmla="*/ 396999 w 1728164"/>
              <a:gd name="csY2297" fmla="*/ 1074824 h 1114902"/>
              <a:gd name="csX2298" fmla="*/ 397172 w 1728164"/>
              <a:gd name="csY2298" fmla="*/ 1074726 h 1114902"/>
              <a:gd name="csX2299" fmla="*/ 397345 w 1728164"/>
              <a:gd name="csY2299" fmla="*/ 1074637 h 1114902"/>
              <a:gd name="csX2300" fmla="*/ 397517 w 1728164"/>
              <a:gd name="csY2300" fmla="*/ 1074539 h 1114902"/>
              <a:gd name="csX2301" fmla="*/ 397690 w 1728164"/>
              <a:gd name="csY2301" fmla="*/ 1074441 h 1114902"/>
              <a:gd name="csX2302" fmla="*/ 397864 w 1728164"/>
              <a:gd name="csY2302" fmla="*/ 1074352 h 1114902"/>
              <a:gd name="csX2303" fmla="*/ 398036 w 1728164"/>
              <a:gd name="csY2303" fmla="*/ 1074255 h 1114902"/>
              <a:gd name="csX2304" fmla="*/ 398209 w 1728164"/>
              <a:gd name="csY2304" fmla="*/ 1074157 h 1114902"/>
              <a:gd name="csX2305" fmla="*/ 398381 w 1728164"/>
              <a:gd name="csY2305" fmla="*/ 1074068 h 1114902"/>
              <a:gd name="csX2306" fmla="*/ 398555 w 1728164"/>
              <a:gd name="csY2306" fmla="*/ 1073970 h 1114902"/>
              <a:gd name="csX2307" fmla="*/ 398727 w 1728164"/>
              <a:gd name="csY2307" fmla="*/ 1073872 h 1114902"/>
              <a:gd name="csX2308" fmla="*/ 398900 w 1728164"/>
              <a:gd name="csY2308" fmla="*/ 1073783 h 1114902"/>
              <a:gd name="csX2309" fmla="*/ 399073 w 1728164"/>
              <a:gd name="csY2309" fmla="*/ 1073685 h 1114902"/>
              <a:gd name="csX2310" fmla="*/ 399246 w 1728164"/>
              <a:gd name="csY2310" fmla="*/ 1073587 h 1114902"/>
              <a:gd name="csX2311" fmla="*/ 399419 w 1728164"/>
              <a:gd name="csY2311" fmla="*/ 1073489 h 1114902"/>
              <a:gd name="csX2312" fmla="*/ 399591 w 1728164"/>
              <a:gd name="csY2312" fmla="*/ 1073392 h 1114902"/>
              <a:gd name="csX2313" fmla="*/ 399765 w 1728164"/>
              <a:gd name="csY2313" fmla="*/ 1073303 h 1114902"/>
              <a:gd name="csX2314" fmla="*/ 399937 w 1728164"/>
              <a:gd name="csY2314" fmla="*/ 1073205 h 1114902"/>
              <a:gd name="csX2315" fmla="*/ 400110 w 1728164"/>
              <a:gd name="csY2315" fmla="*/ 1073107 h 1114902"/>
              <a:gd name="csX2316" fmla="*/ 400282 w 1728164"/>
              <a:gd name="csY2316" fmla="*/ 1073009 h 1114902"/>
              <a:gd name="csX2317" fmla="*/ 400456 w 1728164"/>
              <a:gd name="csY2317" fmla="*/ 1072911 h 1114902"/>
              <a:gd name="csX2318" fmla="*/ 400629 w 1728164"/>
              <a:gd name="csY2318" fmla="*/ 1072813 h 1114902"/>
              <a:gd name="csX2319" fmla="*/ 400801 w 1728164"/>
              <a:gd name="csY2319" fmla="*/ 1072715 h 1114902"/>
              <a:gd name="csX2320" fmla="*/ 400975 w 1728164"/>
              <a:gd name="csY2320" fmla="*/ 1072618 h 1114902"/>
              <a:gd name="csX2321" fmla="*/ 401147 w 1728164"/>
              <a:gd name="csY2321" fmla="*/ 1072520 h 1114902"/>
              <a:gd name="csX2322" fmla="*/ 401320 w 1728164"/>
              <a:gd name="csY2322" fmla="*/ 1072422 h 1114902"/>
              <a:gd name="csX2323" fmla="*/ 401492 w 1728164"/>
              <a:gd name="csY2323" fmla="*/ 1072324 h 1114902"/>
              <a:gd name="csX2324" fmla="*/ 401666 w 1728164"/>
              <a:gd name="csY2324" fmla="*/ 1072226 h 1114902"/>
              <a:gd name="csX2325" fmla="*/ 401838 w 1728164"/>
              <a:gd name="csY2325" fmla="*/ 1072128 h 1114902"/>
              <a:gd name="csX2326" fmla="*/ 402011 w 1728164"/>
              <a:gd name="csY2326" fmla="*/ 1072022 h 1114902"/>
              <a:gd name="csX2327" fmla="*/ 402184 w 1728164"/>
              <a:gd name="csY2327" fmla="*/ 1071924 h 1114902"/>
              <a:gd name="csX2328" fmla="*/ 402357 w 1728164"/>
              <a:gd name="csY2328" fmla="*/ 1071826 h 1114902"/>
              <a:gd name="csX2329" fmla="*/ 402530 w 1728164"/>
              <a:gd name="csY2329" fmla="*/ 1071728 h 1114902"/>
              <a:gd name="csX2330" fmla="*/ 402702 w 1728164"/>
              <a:gd name="csY2330" fmla="*/ 1071630 h 1114902"/>
              <a:gd name="csX2331" fmla="*/ 402876 w 1728164"/>
              <a:gd name="csY2331" fmla="*/ 1071523 h 1114902"/>
              <a:gd name="csX2332" fmla="*/ 403048 w 1728164"/>
              <a:gd name="csY2332" fmla="*/ 1071426 h 1114902"/>
              <a:gd name="csX2333" fmla="*/ 403221 w 1728164"/>
              <a:gd name="csY2333" fmla="*/ 1071328 h 1114902"/>
              <a:gd name="csX2334" fmla="*/ 403394 w 1728164"/>
              <a:gd name="csY2334" fmla="*/ 1071230 h 1114902"/>
              <a:gd name="csX2335" fmla="*/ 403567 w 1728164"/>
              <a:gd name="csY2335" fmla="*/ 1071123 h 1114902"/>
              <a:gd name="csX2336" fmla="*/ 403740 w 1728164"/>
              <a:gd name="csY2336" fmla="*/ 1071025 h 1114902"/>
              <a:gd name="csX2337" fmla="*/ 403912 w 1728164"/>
              <a:gd name="csY2337" fmla="*/ 1070927 h 1114902"/>
              <a:gd name="csX2338" fmla="*/ 404085 w 1728164"/>
              <a:gd name="csY2338" fmla="*/ 1070821 h 1114902"/>
              <a:gd name="csX2339" fmla="*/ 404258 w 1728164"/>
              <a:gd name="csY2339" fmla="*/ 1070723 h 1114902"/>
              <a:gd name="csX2340" fmla="*/ 404431 w 1728164"/>
              <a:gd name="csY2340" fmla="*/ 1070616 h 1114902"/>
              <a:gd name="csX2341" fmla="*/ 404603 w 1728164"/>
              <a:gd name="csY2341" fmla="*/ 1070518 h 1114902"/>
              <a:gd name="csX2342" fmla="*/ 404777 w 1728164"/>
              <a:gd name="csY2342" fmla="*/ 1070411 h 1114902"/>
              <a:gd name="csX2343" fmla="*/ 404950 w 1728164"/>
              <a:gd name="csY2343" fmla="*/ 1070313 h 1114902"/>
              <a:gd name="csX2344" fmla="*/ 405122 w 1728164"/>
              <a:gd name="csY2344" fmla="*/ 1070207 h 1114902"/>
              <a:gd name="csX2345" fmla="*/ 405295 w 1728164"/>
              <a:gd name="csY2345" fmla="*/ 1070109 h 1114902"/>
              <a:gd name="csX2346" fmla="*/ 405468 w 1728164"/>
              <a:gd name="csY2346" fmla="*/ 1070002 h 1114902"/>
              <a:gd name="csX2347" fmla="*/ 405641 w 1728164"/>
              <a:gd name="csY2347" fmla="*/ 1069904 h 1114902"/>
              <a:gd name="csX2348" fmla="*/ 405813 w 1728164"/>
              <a:gd name="csY2348" fmla="*/ 1069797 h 1114902"/>
              <a:gd name="csX2349" fmla="*/ 405986 w 1728164"/>
              <a:gd name="csY2349" fmla="*/ 1069691 h 1114902"/>
              <a:gd name="csX2350" fmla="*/ 406159 w 1728164"/>
              <a:gd name="csY2350" fmla="*/ 1069593 h 1114902"/>
              <a:gd name="csX2351" fmla="*/ 406332 w 1728164"/>
              <a:gd name="csY2351" fmla="*/ 1069486 h 1114902"/>
              <a:gd name="csX2352" fmla="*/ 406505 w 1728164"/>
              <a:gd name="csY2352" fmla="*/ 1069379 h 1114902"/>
              <a:gd name="csX2353" fmla="*/ 406678 w 1728164"/>
              <a:gd name="csY2353" fmla="*/ 1069273 h 1114902"/>
              <a:gd name="csX2354" fmla="*/ 406851 w 1728164"/>
              <a:gd name="csY2354" fmla="*/ 1069175 h 1114902"/>
              <a:gd name="csX2355" fmla="*/ 407023 w 1728164"/>
              <a:gd name="csY2355" fmla="*/ 1069068 h 1114902"/>
              <a:gd name="csX2356" fmla="*/ 407196 w 1728164"/>
              <a:gd name="csY2356" fmla="*/ 1068961 h 1114902"/>
              <a:gd name="csX2357" fmla="*/ 407369 w 1728164"/>
              <a:gd name="csY2357" fmla="*/ 1068854 h 1114902"/>
              <a:gd name="csX2358" fmla="*/ 407542 w 1728164"/>
              <a:gd name="csY2358" fmla="*/ 1068748 h 1114902"/>
              <a:gd name="csX2359" fmla="*/ 407715 w 1728164"/>
              <a:gd name="csY2359" fmla="*/ 1068650 h 1114902"/>
              <a:gd name="csX2360" fmla="*/ 407887 w 1728164"/>
              <a:gd name="csY2360" fmla="*/ 1068543 h 1114902"/>
              <a:gd name="csX2361" fmla="*/ 408061 w 1728164"/>
              <a:gd name="csY2361" fmla="*/ 1068436 h 1114902"/>
              <a:gd name="csX2362" fmla="*/ 408233 w 1728164"/>
              <a:gd name="csY2362" fmla="*/ 1068329 h 1114902"/>
              <a:gd name="csX2363" fmla="*/ 408406 w 1728164"/>
              <a:gd name="csY2363" fmla="*/ 1068223 h 1114902"/>
              <a:gd name="csX2364" fmla="*/ 408579 w 1728164"/>
              <a:gd name="csY2364" fmla="*/ 1068116 h 1114902"/>
              <a:gd name="csX2365" fmla="*/ 408752 w 1728164"/>
              <a:gd name="csY2365" fmla="*/ 1068009 h 1114902"/>
              <a:gd name="csX2366" fmla="*/ 408924 w 1728164"/>
              <a:gd name="csY2366" fmla="*/ 1067902 h 1114902"/>
              <a:gd name="csX2367" fmla="*/ 409097 w 1728164"/>
              <a:gd name="csY2367" fmla="*/ 1067796 h 1114902"/>
              <a:gd name="csX2368" fmla="*/ 409271 w 1728164"/>
              <a:gd name="csY2368" fmla="*/ 1067689 h 1114902"/>
              <a:gd name="csX2369" fmla="*/ 409443 w 1728164"/>
              <a:gd name="csY2369" fmla="*/ 1067582 h 1114902"/>
              <a:gd name="csX2370" fmla="*/ 409616 w 1728164"/>
              <a:gd name="csY2370" fmla="*/ 1067467 h 1114902"/>
              <a:gd name="csX2371" fmla="*/ 409788 w 1728164"/>
              <a:gd name="csY2371" fmla="*/ 1067360 h 1114902"/>
              <a:gd name="csX2372" fmla="*/ 409962 w 1728164"/>
              <a:gd name="csY2372" fmla="*/ 1067253 h 1114902"/>
              <a:gd name="csX2373" fmla="*/ 410134 w 1728164"/>
              <a:gd name="csY2373" fmla="*/ 1067146 h 1114902"/>
              <a:gd name="csX2374" fmla="*/ 410307 w 1728164"/>
              <a:gd name="csY2374" fmla="*/ 1067040 h 1114902"/>
              <a:gd name="csX2375" fmla="*/ 410480 w 1728164"/>
              <a:gd name="csY2375" fmla="*/ 1066933 h 1114902"/>
              <a:gd name="csX2376" fmla="*/ 410653 w 1728164"/>
              <a:gd name="csY2376" fmla="*/ 1066817 h 1114902"/>
              <a:gd name="csX2377" fmla="*/ 410826 w 1728164"/>
              <a:gd name="csY2377" fmla="*/ 1066710 h 1114902"/>
              <a:gd name="csX2378" fmla="*/ 410998 w 1728164"/>
              <a:gd name="csY2378" fmla="*/ 1066604 h 1114902"/>
              <a:gd name="csX2379" fmla="*/ 411172 w 1728164"/>
              <a:gd name="csY2379" fmla="*/ 1066488 h 1114902"/>
              <a:gd name="csX2380" fmla="*/ 411344 w 1728164"/>
              <a:gd name="csY2380" fmla="*/ 1066381 h 1114902"/>
              <a:gd name="csX2381" fmla="*/ 411517 w 1728164"/>
              <a:gd name="csY2381" fmla="*/ 1066274 h 1114902"/>
              <a:gd name="csX2382" fmla="*/ 411689 w 1728164"/>
              <a:gd name="csY2382" fmla="*/ 1066159 h 1114902"/>
              <a:gd name="csX2383" fmla="*/ 411863 w 1728164"/>
              <a:gd name="csY2383" fmla="*/ 1066052 h 1114902"/>
              <a:gd name="csX2384" fmla="*/ 412036 w 1728164"/>
              <a:gd name="csY2384" fmla="*/ 1065936 h 1114902"/>
              <a:gd name="csX2385" fmla="*/ 412208 w 1728164"/>
              <a:gd name="csY2385" fmla="*/ 1065830 h 1114902"/>
              <a:gd name="csX2386" fmla="*/ 412382 w 1728164"/>
              <a:gd name="csY2386" fmla="*/ 1065714 h 1114902"/>
              <a:gd name="csX2387" fmla="*/ 412554 w 1728164"/>
              <a:gd name="csY2387" fmla="*/ 1065607 h 1114902"/>
              <a:gd name="csX2388" fmla="*/ 412727 w 1728164"/>
              <a:gd name="csY2388" fmla="*/ 1065492 h 1114902"/>
              <a:gd name="csX2389" fmla="*/ 412899 w 1728164"/>
              <a:gd name="csY2389" fmla="*/ 1065385 h 1114902"/>
              <a:gd name="csX2390" fmla="*/ 413073 w 1728164"/>
              <a:gd name="csY2390" fmla="*/ 1065269 h 1114902"/>
              <a:gd name="csX2391" fmla="*/ 413245 w 1728164"/>
              <a:gd name="csY2391" fmla="*/ 1065154 h 1114902"/>
              <a:gd name="csX2392" fmla="*/ 413418 w 1728164"/>
              <a:gd name="csY2392" fmla="*/ 1065047 h 1114902"/>
              <a:gd name="csX2393" fmla="*/ 413591 w 1728164"/>
              <a:gd name="csY2393" fmla="*/ 1064931 h 1114902"/>
              <a:gd name="csX2394" fmla="*/ 413764 w 1728164"/>
              <a:gd name="csY2394" fmla="*/ 1064815 h 1114902"/>
              <a:gd name="csX2395" fmla="*/ 413937 w 1728164"/>
              <a:gd name="csY2395" fmla="*/ 1064709 h 1114902"/>
              <a:gd name="csX2396" fmla="*/ 414109 w 1728164"/>
              <a:gd name="csY2396" fmla="*/ 1064593 h 1114902"/>
              <a:gd name="csX2397" fmla="*/ 414283 w 1728164"/>
              <a:gd name="csY2397" fmla="*/ 1064477 h 1114902"/>
              <a:gd name="csX2398" fmla="*/ 414455 w 1728164"/>
              <a:gd name="csY2398" fmla="*/ 1064362 h 1114902"/>
              <a:gd name="csX2399" fmla="*/ 414628 w 1728164"/>
              <a:gd name="csY2399" fmla="*/ 1064255 h 1114902"/>
              <a:gd name="csX2400" fmla="*/ 414801 w 1728164"/>
              <a:gd name="csY2400" fmla="*/ 1064139 h 1114902"/>
              <a:gd name="csX2401" fmla="*/ 414974 w 1728164"/>
              <a:gd name="csY2401" fmla="*/ 1064024 h 1114902"/>
              <a:gd name="csX2402" fmla="*/ 415147 w 1728164"/>
              <a:gd name="csY2402" fmla="*/ 1063908 h 1114902"/>
              <a:gd name="csX2403" fmla="*/ 415319 w 1728164"/>
              <a:gd name="csY2403" fmla="*/ 1063792 h 1114902"/>
              <a:gd name="csX2404" fmla="*/ 415492 w 1728164"/>
              <a:gd name="csY2404" fmla="*/ 1063677 h 1114902"/>
              <a:gd name="csX2405" fmla="*/ 415665 w 1728164"/>
              <a:gd name="csY2405" fmla="*/ 1063561 h 1114902"/>
              <a:gd name="csX2406" fmla="*/ 415838 w 1728164"/>
              <a:gd name="csY2406" fmla="*/ 1063445 h 1114902"/>
              <a:gd name="csX2407" fmla="*/ 416010 w 1728164"/>
              <a:gd name="csY2407" fmla="*/ 1063330 h 1114902"/>
              <a:gd name="csX2408" fmla="*/ 416184 w 1728164"/>
              <a:gd name="csY2408" fmla="*/ 1063214 h 1114902"/>
              <a:gd name="csX2409" fmla="*/ 416357 w 1728164"/>
              <a:gd name="csY2409" fmla="*/ 1063098 h 1114902"/>
              <a:gd name="csX2410" fmla="*/ 416529 w 1728164"/>
              <a:gd name="csY2410" fmla="*/ 1062983 h 1114902"/>
              <a:gd name="csX2411" fmla="*/ 416702 w 1728164"/>
              <a:gd name="csY2411" fmla="*/ 1062867 h 1114902"/>
              <a:gd name="csX2412" fmla="*/ 416875 w 1728164"/>
              <a:gd name="csY2412" fmla="*/ 1062752 h 1114902"/>
              <a:gd name="csX2413" fmla="*/ 417048 w 1728164"/>
              <a:gd name="csY2413" fmla="*/ 1062636 h 1114902"/>
              <a:gd name="csX2414" fmla="*/ 417220 w 1728164"/>
              <a:gd name="csY2414" fmla="*/ 1062520 h 1114902"/>
              <a:gd name="csX2415" fmla="*/ 417393 w 1728164"/>
              <a:gd name="csY2415" fmla="*/ 1062396 h 1114902"/>
              <a:gd name="csX2416" fmla="*/ 417566 w 1728164"/>
              <a:gd name="csY2416" fmla="*/ 1062280 h 1114902"/>
              <a:gd name="csX2417" fmla="*/ 417739 w 1728164"/>
              <a:gd name="csY2417" fmla="*/ 1062164 h 1114902"/>
              <a:gd name="csX2418" fmla="*/ 417912 w 1728164"/>
              <a:gd name="csY2418" fmla="*/ 1062049 h 1114902"/>
              <a:gd name="csX2419" fmla="*/ 418085 w 1728164"/>
              <a:gd name="csY2419" fmla="*/ 1061924 h 1114902"/>
              <a:gd name="csX2420" fmla="*/ 418258 w 1728164"/>
              <a:gd name="csY2420" fmla="*/ 1061808 h 1114902"/>
              <a:gd name="csX2421" fmla="*/ 418430 w 1728164"/>
              <a:gd name="csY2421" fmla="*/ 1061693 h 1114902"/>
              <a:gd name="csX2422" fmla="*/ 418603 w 1728164"/>
              <a:gd name="csY2422" fmla="*/ 1061568 h 1114902"/>
              <a:gd name="csX2423" fmla="*/ 418776 w 1728164"/>
              <a:gd name="csY2423" fmla="*/ 1061453 h 1114902"/>
              <a:gd name="csX2424" fmla="*/ 418949 w 1728164"/>
              <a:gd name="csY2424" fmla="*/ 1061328 h 1114902"/>
              <a:gd name="csX2425" fmla="*/ 419122 w 1728164"/>
              <a:gd name="csY2425" fmla="*/ 1061212 h 1114902"/>
              <a:gd name="csX2426" fmla="*/ 419294 w 1728164"/>
              <a:gd name="csY2426" fmla="*/ 1061088 h 1114902"/>
              <a:gd name="csX2427" fmla="*/ 419468 w 1728164"/>
              <a:gd name="csY2427" fmla="*/ 1060972 h 1114902"/>
              <a:gd name="csX2428" fmla="*/ 419640 w 1728164"/>
              <a:gd name="csY2428" fmla="*/ 1060848 h 1114902"/>
              <a:gd name="csX2429" fmla="*/ 419813 w 1728164"/>
              <a:gd name="csY2429" fmla="*/ 1060732 h 1114902"/>
              <a:gd name="csX2430" fmla="*/ 419986 w 1728164"/>
              <a:gd name="csY2430" fmla="*/ 1060607 h 1114902"/>
              <a:gd name="csX2431" fmla="*/ 420159 w 1728164"/>
              <a:gd name="csY2431" fmla="*/ 1060492 h 1114902"/>
              <a:gd name="csX2432" fmla="*/ 420332 w 1728164"/>
              <a:gd name="csY2432" fmla="*/ 1060367 h 1114902"/>
              <a:gd name="csX2433" fmla="*/ 420504 w 1728164"/>
              <a:gd name="csY2433" fmla="*/ 1060243 h 1114902"/>
              <a:gd name="csX2434" fmla="*/ 420678 w 1728164"/>
              <a:gd name="csY2434" fmla="*/ 1060127 h 1114902"/>
              <a:gd name="csX2435" fmla="*/ 420850 w 1728164"/>
              <a:gd name="csY2435" fmla="*/ 1060002 h 1114902"/>
              <a:gd name="csX2436" fmla="*/ 421023 w 1728164"/>
              <a:gd name="csY2436" fmla="*/ 1059878 h 1114902"/>
              <a:gd name="csX2437" fmla="*/ 421195 w 1728164"/>
              <a:gd name="csY2437" fmla="*/ 1059762 h 1114902"/>
              <a:gd name="csX2438" fmla="*/ 421369 w 1728164"/>
              <a:gd name="csY2438" fmla="*/ 1059638 h 1114902"/>
              <a:gd name="csX2439" fmla="*/ 421541 w 1728164"/>
              <a:gd name="csY2439" fmla="*/ 1059513 h 1114902"/>
              <a:gd name="csX2440" fmla="*/ 421714 w 1728164"/>
              <a:gd name="csY2440" fmla="*/ 1059389 h 1114902"/>
              <a:gd name="csX2441" fmla="*/ 421887 w 1728164"/>
              <a:gd name="csY2441" fmla="*/ 1059264 h 1114902"/>
              <a:gd name="csX2442" fmla="*/ 422060 w 1728164"/>
              <a:gd name="csY2442" fmla="*/ 1059140 h 1114902"/>
              <a:gd name="csX2443" fmla="*/ 422233 w 1728164"/>
              <a:gd name="csY2443" fmla="*/ 1059015 h 1114902"/>
              <a:gd name="csX2444" fmla="*/ 422405 w 1728164"/>
              <a:gd name="csY2444" fmla="*/ 1058899 h 1114902"/>
              <a:gd name="csX2445" fmla="*/ 422579 w 1728164"/>
              <a:gd name="csY2445" fmla="*/ 1058775 h 1114902"/>
              <a:gd name="csX2446" fmla="*/ 422751 w 1728164"/>
              <a:gd name="csY2446" fmla="*/ 1058650 h 1114902"/>
              <a:gd name="csX2447" fmla="*/ 422924 w 1728164"/>
              <a:gd name="csY2447" fmla="*/ 1058526 h 1114902"/>
              <a:gd name="csX2448" fmla="*/ 423097 w 1728164"/>
              <a:gd name="csY2448" fmla="*/ 1058401 h 1114902"/>
              <a:gd name="csX2449" fmla="*/ 423270 w 1728164"/>
              <a:gd name="csY2449" fmla="*/ 1058277 h 1114902"/>
              <a:gd name="csX2450" fmla="*/ 423443 w 1728164"/>
              <a:gd name="csY2450" fmla="*/ 1058143 h 1114902"/>
              <a:gd name="csX2451" fmla="*/ 423615 w 1728164"/>
              <a:gd name="csY2451" fmla="*/ 1058019 h 1114902"/>
              <a:gd name="csX2452" fmla="*/ 423789 w 1728164"/>
              <a:gd name="csY2452" fmla="*/ 1057894 h 1114902"/>
              <a:gd name="csX2453" fmla="*/ 423961 w 1728164"/>
              <a:gd name="csY2453" fmla="*/ 1057769 h 1114902"/>
              <a:gd name="csX2454" fmla="*/ 424134 w 1728164"/>
              <a:gd name="csY2454" fmla="*/ 1057645 h 1114902"/>
              <a:gd name="csX2455" fmla="*/ 424306 w 1728164"/>
              <a:gd name="csY2455" fmla="*/ 1057520 h 1114902"/>
              <a:gd name="csX2456" fmla="*/ 424480 w 1728164"/>
              <a:gd name="csY2456" fmla="*/ 1057387 h 1114902"/>
              <a:gd name="csX2457" fmla="*/ 424653 w 1728164"/>
              <a:gd name="csY2457" fmla="*/ 1057262 h 1114902"/>
              <a:gd name="csX2458" fmla="*/ 424825 w 1728164"/>
              <a:gd name="csY2458" fmla="*/ 1057138 h 1114902"/>
              <a:gd name="csX2459" fmla="*/ 424998 w 1728164"/>
              <a:gd name="csY2459" fmla="*/ 1057004 h 1114902"/>
              <a:gd name="csX2460" fmla="*/ 425171 w 1728164"/>
              <a:gd name="csY2460" fmla="*/ 1056880 h 1114902"/>
              <a:gd name="csX2461" fmla="*/ 425344 w 1728164"/>
              <a:gd name="csY2461" fmla="*/ 1056755 h 1114902"/>
              <a:gd name="csX2462" fmla="*/ 425516 w 1728164"/>
              <a:gd name="csY2462" fmla="*/ 1056622 h 1114902"/>
              <a:gd name="csX2463" fmla="*/ 425690 w 1728164"/>
              <a:gd name="csY2463" fmla="*/ 1056497 h 1114902"/>
              <a:gd name="csX2464" fmla="*/ 425862 w 1728164"/>
              <a:gd name="csY2464" fmla="*/ 1056364 h 1114902"/>
              <a:gd name="csX2465" fmla="*/ 426035 w 1728164"/>
              <a:gd name="csY2465" fmla="*/ 1056239 h 1114902"/>
              <a:gd name="csX2466" fmla="*/ 426208 w 1728164"/>
              <a:gd name="csY2466" fmla="*/ 1056106 h 1114902"/>
              <a:gd name="csX2467" fmla="*/ 426381 w 1728164"/>
              <a:gd name="csY2467" fmla="*/ 1055981 h 1114902"/>
              <a:gd name="csX2468" fmla="*/ 426554 w 1728164"/>
              <a:gd name="csY2468" fmla="*/ 1055848 h 1114902"/>
              <a:gd name="csX2469" fmla="*/ 426726 w 1728164"/>
              <a:gd name="csY2469" fmla="*/ 1055723 h 1114902"/>
              <a:gd name="csX2470" fmla="*/ 426899 w 1728164"/>
              <a:gd name="csY2470" fmla="*/ 1055590 h 1114902"/>
              <a:gd name="csX2471" fmla="*/ 427072 w 1728164"/>
              <a:gd name="csY2471" fmla="*/ 1055456 h 1114902"/>
              <a:gd name="csX2472" fmla="*/ 427245 w 1728164"/>
              <a:gd name="csY2472" fmla="*/ 1055332 h 1114902"/>
              <a:gd name="csX2473" fmla="*/ 427418 w 1728164"/>
              <a:gd name="csY2473" fmla="*/ 1055198 h 1114902"/>
              <a:gd name="csX2474" fmla="*/ 427591 w 1728164"/>
              <a:gd name="csY2474" fmla="*/ 1055065 h 1114902"/>
              <a:gd name="csX2475" fmla="*/ 427764 w 1728164"/>
              <a:gd name="csY2475" fmla="*/ 1054940 h 1114902"/>
              <a:gd name="csX2476" fmla="*/ 427936 w 1728164"/>
              <a:gd name="csY2476" fmla="*/ 1054807 h 1114902"/>
              <a:gd name="csX2477" fmla="*/ 428109 w 1728164"/>
              <a:gd name="csY2477" fmla="*/ 1054673 h 1114902"/>
              <a:gd name="csX2478" fmla="*/ 428282 w 1728164"/>
              <a:gd name="csY2478" fmla="*/ 1054540 h 1114902"/>
              <a:gd name="csX2479" fmla="*/ 428455 w 1728164"/>
              <a:gd name="csY2479" fmla="*/ 1054407 h 1114902"/>
              <a:gd name="csX2480" fmla="*/ 428627 w 1728164"/>
              <a:gd name="csY2480" fmla="*/ 1054282 h 1114902"/>
              <a:gd name="csX2481" fmla="*/ 428800 w 1728164"/>
              <a:gd name="csY2481" fmla="*/ 1054149 h 1114902"/>
              <a:gd name="csX2482" fmla="*/ 428974 w 1728164"/>
              <a:gd name="csY2482" fmla="*/ 1054015 h 1114902"/>
              <a:gd name="csX2483" fmla="*/ 429146 w 1728164"/>
              <a:gd name="csY2483" fmla="*/ 1053882 h 1114902"/>
              <a:gd name="csX2484" fmla="*/ 429319 w 1728164"/>
              <a:gd name="csY2484" fmla="*/ 1053748 h 1114902"/>
              <a:gd name="csX2485" fmla="*/ 429492 w 1728164"/>
              <a:gd name="csY2485" fmla="*/ 1053615 h 1114902"/>
              <a:gd name="csX2486" fmla="*/ 429665 w 1728164"/>
              <a:gd name="csY2486" fmla="*/ 1053481 h 1114902"/>
              <a:gd name="csX2487" fmla="*/ 429837 w 1728164"/>
              <a:gd name="csY2487" fmla="*/ 1053348 h 1114902"/>
              <a:gd name="csX2488" fmla="*/ 430010 w 1728164"/>
              <a:gd name="csY2488" fmla="*/ 1053214 h 1114902"/>
              <a:gd name="csX2489" fmla="*/ 430183 w 1728164"/>
              <a:gd name="csY2489" fmla="*/ 1053072 h 1114902"/>
              <a:gd name="csX2490" fmla="*/ 430356 w 1728164"/>
              <a:gd name="csY2490" fmla="*/ 1052939 h 1114902"/>
              <a:gd name="csX2491" fmla="*/ 430529 w 1728164"/>
              <a:gd name="csY2491" fmla="*/ 1052805 h 1114902"/>
              <a:gd name="csX2492" fmla="*/ 430701 w 1728164"/>
              <a:gd name="csY2492" fmla="*/ 1052672 h 1114902"/>
              <a:gd name="csX2493" fmla="*/ 430875 w 1728164"/>
              <a:gd name="csY2493" fmla="*/ 1052538 h 1114902"/>
              <a:gd name="csX2494" fmla="*/ 431047 w 1728164"/>
              <a:gd name="csY2494" fmla="*/ 1052396 h 1114902"/>
              <a:gd name="csX2495" fmla="*/ 431220 w 1728164"/>
              <a:gd name="csY2495" fmla="*/ 1052263 h 1114902"/>
              <a:gd name="csX2496" fmla="*/ 431393 w 1728164"/>
              <a:gd name="csY2496" fmla="*/ 1052129 h 1114902"/>
              <a:gd name="csX2497" fmla="*/ 431566 w 1728164"/>
              <a:gd name="csY2497" fmla="*/ 1051987 h 1114902"/>
              <a:gd name="csX2498" fmla="*/ 431739 w 1728164"/>
              <a:gd name="csY2498" fmla="*/ 1051853 h 1114902"/>
              <a:gd name="csX2499" fmla="*/ 431911 w 1728164"/>
              <a:gd name="csY2499" fmla="*/ 1051720 h 1114902"/>
              <a:gd name="csX2500" fmla="*/ 432085 w 1728164"/>
              <a:gd name="csY2500" fmla="*/ 1051578 h 1114902"/>
              <a:gd name="csX2501" fmla="*/ 432257 w 1728164"/>
              <a:gd name="csY2501" fmla="*/ 1051444 h 1114902"/>
              <a:gd name="csX2502" fmla="*/ 432430 w 1728164"/>
              <a:gd name="csY2502" fmla="*/ 1051302 h 1114902"/>
              <a:gd name="csX2503" fmla="*/ 432602 w 1728164"/>
              <a:gd name="csY2503" fmla="*/ 1051168 h 1114902"/>
              <a:gd name="csX2504" fmla="*/ 432776 w 1728164"/>
              <a:gd name="csY2504" fmla="*/ 1051026 h 1114902"/>
              <a:gd name="csX2505" fmla="*/ 432948 w 1728164"/>
              <a:gd name="csY2505" fmla="*/ 1050892 h 1114902"/>
              <a:gd name="csX2506" fmla="*/ 433121 w 1728164"/>
              <a:gd name="csY2506" fmla="*/ 1050750 h 1114902"/>
              <a:gd name="csX2507" fmla="*/ 433295 w 1728164"/>
              <a:gd name="csY2507" fmla="*/ 1050608 h 1114902"/>
              <a:gd name="csX2508" fmla="*/ 433467 w 1728164"/>
              <a:gd name="csY2508" fmla="*/ 1050474 h 1114902"/>
              <a:gd name="csX2509" fmla="*/ 433640 w 1728164"/>
              <a:gd name="csY2509" fmla="*/ 1050332 h 1114902"/>
              <a:gd name="csX2510" fmla="*/ 433812 w 1728164"/>
              <a:gd name="csY2510" fmla="*/ 1050190 h 1114902"/>
              <a:gd name="csX2511" fmla="*/ 433986 w 1728164"/>
              <a:gd name="csY2511" fmla="*/ 1050056 h 1114902"/>
              <a:gd name="csX2512" fmla="*/ 434158 w 1728164"/>
              <a:gd name="csY2512" fmla="*/ 1049914 h 1114902"/>
              <a:gd name="csX2513" fmla="*/ 434331 w 1728164"/>
              <a:gd name="csY2513" fmla="*/ 1049772 h 1114902"/>
              <a:gd name="csX2514" fmla="*/ 434504 w 1728164"/>
              <a:gd name="csY2514" fmla="*/ 1049629 h 1114902"/>
              <a:gd name="csX2515" fmla="*/ 434677 w 1728164"/>
              <a:gd name="csY2515" fmla="*/ 1049487 h 1114902"/>
              <a:gd name="csX2516" fmla="*/ 434850 w 1728164"/>
              <a:gd name="csY2516" fmla="*/ 1049353 h 1114902"/>
              <a:gd name="csX2517" fmla="*/ 435022 w 1728164"/>
              <a:gd name="csY2517" fmla="*/ 1049211 h 1114902"/>
              <a:gd name="csX2518" fmla="*/ 435196 w 1728164"/>
              <a:gd name="csY2518" fmla="*/ 1049069 h 1114902"/>
              <a:gd name="csX2519" fmla="*/ 435368 w 1728164"/>
              <a:gd name="csY2519" fmla="*/ 1048926 h 1114902"/>
              <a:gd name="csX2520" fmla="*/ 435541 w 1728164"/>
              <a:gd name="csY2520" fmla="*/ 1048784 h 1114902"/>
              <a:gd name="csX2521" fmla="*/ 435713 w 1728164"/>
              <a:gd name="csY2521" fmla="*/ 1048642 h 1114902"/>
              <a:gd name="csX2522" fmla="*/ 435887 w 1728164"/>
              <a:gd name="csY2522" fmla="*/ 1048499 h 1114902"/>
              <a:gd name="csX2523" fmla="*/ 436060 w 1728164"/>
              <a:gd name="csY2523" fmla="*/ 1048357 h 1114902"/>
              <a:gd name="csX2524" fmla="*/ 436232 w 1728164"/>
              <a:gd name="csY2524" fmla="*/ 1048215 h 1114902"/>
              <a:gd name="csX2525" fmla="*/ 436405 w 1728164"/>
              <a:gd name="csY2525" fmla="*/ 1048063 h 1114902"/>
              <a:gd name="csX2526" fmla="*/ 436578 w 1728164"/>
              <a:gd name="csY2526" fmla="*/ 1047921 h 1114902"/>
              <a:gd name="csX2527" fmla="*/ 436751 w 1728164"/>
              <a:gd name="csY2527" fmla="*/ 1047779 h 1114902"/>
              <a:gd name="csX2528" fmla="*/ 436923 w 1728164"/>
              <a:gd name="csY2528" fmla="*/ 1047636 h 1114902"/>
              <a:gd name="csX2529" fmla="*/ 437097 w 1728164"/>
              <a:gd name="csY2529" fmla="*/ 1047494 h 1114902"/>
              <a:gd name="csX2530" fmla="*/ 437269 w 1728164"/>
              <a:gd name="csY2530" fmla="*/ 1047343 h 1114902"/>
              <a:gd name="csX2531" fmla="*/ 437442 w 1728164"/>
              <a:gd name="csY2531" fmla="*/ 1047200 h 1114902"/>
              <a:gd name="csX2532" fmla="*/ 437615 w 1728164"/>
              <a:gd name="csY2532" fmla="*/ 1047058 h 1114902"/>
              <a:gd name="csX2533" fmla="*/ 437788 w 1728164"/>
              <a:gd name="csY2533" fmla="*/ 1046907 h 1114902"/>
              <a:gd name="csX2534" fmla="*/ 437961 w 1728164"/>
              <a:gd name="csY2534" fmla="*/ 1046764 h 1114902"/>
              <a:gd name="csX2535" fmla="*/ 438133 w 1728164"/>
              <a:gd name="csY2535" fmla="*/ 1046622 h 1114902"/>
              <a:gd name="csX2536" fmla="*/ 438306 w 1728164"/>
              <a:gd name="csY2536" fmla="*/ 1046471 h 1114902"/>
              <a:gd name="csX2537" fmla="*/ 438479 w 1728164"/>
              <a:gd name="csY2537" fmla="*/ 1046329 h 1114902"/>
              <a:gd name="csX2538" fmla="*/ 438652 w 1728164"/>
              <a:gd name="csY2538" fmla="*/ 1046177 h 1114902"/>
              <a:gd name="csX2539" fmla="*/ 438825 w 1728164"/>
              <a:gd name="csY2539" fmla="*/ 1046035 h 1114902"/>
              <a:gd name="csX2540" fmla="*/ 438998 w 1728164"/>
              <a:gd name="csY2540" fmla="*/ 1045884 h 1114902"/>
              <a:gd name="csX2541" fmla="*/ 439171 w 1728164"/>
              <a:gd name="csY2541" fmla="*/ 1045733 h 1114902"/>
              <a:gd name="csX2542" fmla="*/ 439343 w 1728164"/>
              <a:gd name="csY2542" fmla="*/ 1045590 h 1114902"/>
              <a:gd name="csX2543" fmla="*/ 439516 w 1728164"/>
              <a:gd name="csY2543" fmla="*/ 1045439 h 1114902"/>
              <a:gd name="csX2544" fmla="*/ 439689 w 1728164"/>
              <a:gd name="csY2544" fmla="*/ 1045297 h 1114902"/>
              <a:gd name="csX2545" fmla="*/ 439862 w 1728164"/>
              <a:gd name="csY2545" fmla="*/ 1045145 h 1114902"/>
              <a:gd name="csX2546" fmla="*/ 440034 w 1728164"/>
              <a:gd name="csY2546" fmla="*/ 1044994 h 1114902"/>
              <a:gd name="csX2547" fmla="*/ 440207 w 1728164"/>
              <a:gd name="csY2547" fmla="*/ 1044843 h 1114902"/>
              <a:gd name="csX2548" fmla="*/ 440381 w 1728164"/>
              <a:gd name="csY2548" fmla="*/ 1044701 h 1114902"/>
              <a:gd name="csX2549" fmla="*/ 440553 w 1728164"/>
              <a:gd name="csY2549" fmla="*/ 1044549 h 1114902"/>
              <a:gd name="csX2550" fmla="*/ 440726 w 1728164"/>
              <a:gd name="csY2550" fmla="*/ 1044398 h 1114902"/>
              <a:gd name="csX2551" fmla="*/ 440899 w 1728164"/>
              <a:gd name="csY2551" fmla="*/ 1044247 h 1114902"/>
              <a:gd name="csX2552" fmla="*/ 441072 w 1728164"/>
              <a:gd name="csY2552" fmla="*/ 1044096 h 1114902"/>
              <a:gd name="csX2553" fmla="*/ 441244 w 1728164"/>
              <a:gd name="csY2553" fmla="*/ 1043944 h 1114902"/>
              <a:gd name="csX2554" fmla="*/ 441417 w 1728164"/>
              <a:gd name="csY2554" fmla="*/ 1043793 h 1114902"/>
              <a:gd name="csX2555" fmla="*/ 441590 w 1728164"/>
              <a:gd name="csY2555" fmla="*/ 1043642 h 1114902"/>
              <a:gd name="csX2556" fmla="*/ 441763 w 1728164"/>
              <a:gd name="csY2556" fmla="*/ 1043491 h 1114902"/>
              <a:gd name="csX2557" fmla="*/ 441936 w 1728164"/>
              <a:gd name="csY2557" fmla="*/ 1043339 h 1114902"/>
              <a:gd name="csX2558" fmla="*/ 442108 w 1728164"/>
              <a:gd name="csY2558" fmla="*/ 1043188 h 1114902"/>
              <a:gd name="csX2559" fmla="*/ 442282 w 1728164"/>
              <a:gd name="csY2559" fmla="*/ 1043037 h 1114902"/>
              <a:gd name="csX2560" fmla="*/ 442454 w 1728164"/>
              <a:gd name="csY2560" fmla="*/ 1042886 h 1114902"/>
              <a:gd name="csX2561" fmla="*/ 442627 w 1728164"/>
              <a:gd name="csY2561" fmla="*/ 1042734 h 1114902"/>
              <a:gd name="csX2562" fmla="*/ 442800 w 1728164"/>
              <a:gd name="csY2562" fmla="*/ 1042574 h 1114902"/>
              <a:gd name="csX2563" fmla="*/ 442973 w 1728164"/>
              <a:gd name="csY2563" fmla="*/ 1042423 h 1114902"/>
              <a:gd name="csX2564" fmla="*/ 443146 w 1728164"/>
              <a:gd name="csY2564" fmla="*/ 1042272 h 1114902"/>
              <a:gd name="csX2565" fmla="*/ 443318 w 1728164"/>
              <a:gd name="csY2565" fmla="*/ 1042112 h 1114902"/>
              <a:gd name="csX2566" fmla="*/ 443492 w 1728164"/>
              <a:gd name="csY2566" fmla="*/ 1041960 h 1114902"/>
              <a:gd name="csX2567" fmla="*/ 443664 w 1728164"/>
              <a:gd name="csY2567" fmla="*/ 1041809 h 1114902"/>
              <a:gd name="csX2568" fmla="*/ 443837 w 1728164"/>
              <a:gd name="csY2568" fmla="*/ 1041649 h 1114902"/>
              <a:gd name="csX2569" fmla="*/ 444009 w 1728164"/>
              <a:gd name="csY2569" fmla="*/ 1041498 h 1114902"/>
              <a:gd name="csX2570" fmla="*/ 444183 w 1728164"/>
              <a:gd name="csY2570" fmla="*/ 1041347 h 1114902"/>
              <a:gd name="csX2571" fmla="*/ 444355 w 1728164"/>
              <a:gd name="csY2571" fmla="*/ 1041186 h 1114902"/>
              <a:gd name="csX2572" fmla="*/ 444528 w 1728164"/>
              <a:gd name="csY2572" fmla="*/ 1041035 h 1114902"/>
              <a:gd name="csX2573" fmla="*/ 444702 w 1728164"/>
              <a:gd name="csY2573" fmla="*/ 1040875 h 1114902"/>
              <a:gd name="csX2574" fmla="*/ 444874 w 1728164"/>
              <a:gd name="csY2574" fmla="*/ 1040715 h 1114902"/>
              <a:gd name="csX2575" fmla="*/ 445047 w 1728164"/>
              <a:gd name="csY2575" fmla="*/ 1040564 h 1114902"/>
              <a:gd name="csX2576" fmla="*/ 445219 w 1728164"/>
              <a:gd name="csY2576" fmla="*/ 1040404 h 1114902"/>
              <a:gd name="csX2577" fmla="*/ 445393 w 1728164"/>
              <a:gd name="csY2577" fmla="*/ 1040252 h 1114902"/>
              <a:gd name="csX2578" fmla="*/ 445565 w 1728164"/>
              <a:gd name="csY2578" fmla="*/ 1040092 h 1114902"/>
              <a:gd name="csX2579" fmla="*/ 445738 w 1728164"/>
              <a:gd name="csY2579" fmla="*/ 1039932 h 1114902"/>
              <a:gd name="csX2580" fmla="*/ 445911 w 1728164"/>
              <a:gd name="csY2580" fmla="*/ 1039772 h 1114902"/>
              <a:gd name="csX2581" fmla="*/ 446084 w 1728164"/>
              <a:gd name="csY2581" fmla="*/ 1039621 h 1114902"/>
              <a:gd name="csX2582" fmla="*/ 446257 w 1728164"/>
              <a:gd name="csY2582" fmla="*/ 1039461 h 1114902"/>
              <a:gd name="csX2583" fmla="*/ 446429 w 1728164"/>
              <a:gd name="csY2583" fmla="*/ 1039300 h 1114902"/>
              <a:gd name="csX2584" fmla="*/ 446603 w 1728164"/>
              <a:gd name="csY2584" fmla="*/ 1039140 h 1114902"/>
              <a:gd name="csX2585" fmla="*/ 446775 w 1728164"/>
              <a:gd name="csY2585" fmla="*/ 1038980 h 1114902"/>
              <a:gd name="csX2586" fmla="*/ 446948 w 1728164"/>
              <a:gd name="csY2586" fmla="*/ 1038820 h 1114902"/>
              <a:gd name="csX2587" fmla="*/ 447121 w 1728164"/>
              <a:gd name="csY2587" fmla="*/ 1038660 h 1114902"/>
              <a:gd name="csX2588" fmla="*/ 447294 w 1728164"/>
              <a:gd name="csY2588" fmla="*/ 1038500 h 1114902"/>
              <a:gd name="csX2589" fmla="*/ 447467 w 1728164"/>
              <a:gd name="csY2589" fmla="*/ 1038340 h 1114902"/>
              <a:gd name="csX2590" fmla="*/ 447639 w 1728164"/>
              <a:gd name="csY2590" fmla="*/ 1038179 h 1114902"/>
              <a:gd name="csX2591" fmla="*/ 447812 w 1728164"/>
              <a:gd name="csY2591" fmla="*/ 1038019 h 1114902"/>
              <a:gd name="csX2592" fmla="*/ 447985 w 1728164"/>
              <a:gd name="csY2592" fmla="*/ 1037859 h 1114902"/>
              <a:gd name="csX2593" fmla="*/ 448158 w 1728164"/>
              <a:gd name="csY2593" fmla="*/ 1037699 h 1114902"/>
              <a:gd name="csX2594" fmla="*/ 448330 w 1728164"/>
              <a:gd name="csY2594" fmla="*/ 1037539 h 1114902"/>
              <a:gd name="csX2595" fmla="*/ 448504 w 1728164"/>
              <a:gd name="csY2595" fmla="*/ 1037379 h 1114902"/>
              <a:gd name="csX2596" fmla="*/ 448676 w 1728164"/>
              <a:gd name="csY2596" fmla="*/ 1037210 h 1114902"/>
              <a:gd name="csX2597" fmla="*/ 448849 w 1728164"/>
              <a:gd name="csY2597" fmla="*/ 1037050 h 1114902"/>
              <a:gd name="csX2598" fmla="*/ 449022 w 1728164"/>
              <a:gd name="csY2598" fmla="*/ 1036889 h 1114902"/>
              <a:gd name="csX2599" fmla="*/ 449195 w 1728164"/>
              <a:gd name="csY2599" fmla="*/ 1036720 h 1114902"/>
              <a:gd name="csX2600" fmla="*/ 449368 w 1728164"/>
              <a:gd name="csY2600" fmla="*/ 1036560 h 1114902"/>
              <a:gd name="csX2601" fmla="*/ 449540 w 1728164"/>
              <a:gd name="csY2601" fmla="*/ 1036400 h 1114902"/>
              <a:gd name="csX2602" fmla="*/ 449713 w 1728164"/>
              <a:gd name="csY2602" fmla="*/ 1036231 h 1114902"/>
              <a:gd name="csX2603" fmla="*/ 449886 w 1728164"/>
              <a:gd name="csY2603" fmla="*/ 1036071 h 1114902"/>
              <a:gd name="csX2604" fmla="*/ 450059 w 1728164"/>
              <a:gd name="csY2604" fmla="*/ 1035902 h 1114902"/>
              <a:gd name="csX2605" fmla="*/ 450232 w 1728164"/>
              <a:gd name="csY2605" fmla="*/ 1035742 h 1114902"/>
              <a:gd name="csX2606" fmla="*/ 450405 w 1728164"/>
              <a:gd name="csY2606" fmla="*/ 1035573 h 1114902"/>
              <a:gd name="csX2607" fmla="*/ 450578 w 1728164"/>
              <a:gd name="csY2607" fmla="*/ 1035413 h 1114902"/>
              <a:gd name="csX2608" fmla="*/ 450750 w 1728164"/>
              <a:gd name="csY2608" fmla="*/ 1035244 h 1114902"/>
              <a:gd name="csX2609" fmla="*/ 450923 w 1728164"/>
              <a:gd name="csY2609" fmla="*/ 1035075 h 1114902"/>
              <a:gd name="csX2610" fmla="*/ 451096 w 1728164"/>
              <a:gd name="csY2610" fmla="*/ 1034914 h 1114902"/>
              <a:gd name="csX2611" fmla="*/ 451269 w 1728164"/>
              <a:gd name="csY2611" fmla="*/ 1034745 h 1114902"/>
              <a:gd name="csX2612" fmla="*/ 451442 w 1728164"/>
              <a:gd name="csY2612" fmla="*/ 1034576 h 1114902"/>
              <a:gd name="csX2613" fmla="*/ 451614 w 1728164"/>
              <a:gd name="csY2613" fmla="*/ 1034407 h 1114902"/>
              <a:gd name="csX2614" fmla="*/ 451788 w 1728164"/>
              <a:gd name="csY2614" fmla="*/ 1034247 h 1114902"/>
              <a:gd name="csX2615" fmla="*/ 451960 w 1728164"/>
              <a:gd name="csY2615" fmla="*/ 1034078 h 1114902"/>
              <a:gd name="csX2616" fmla="*/ 452133 w 1728164"/>
              <a:gd name="csY2616" fmla="*/ 1033909 h 1114902"/>
              <a:gd name="csX2617" fmla="*/ 452306 w 1728164"/>
              <a:gd name="csY2617" fmla="*/ 1033740 h 1114902"/>
              <a:gd name="csX2618" fmla="*/ 452479 w 1728164"/>
              <a:gd name="csY2618" fmla="*/ 1033571 h 1114902"/>
              <a:gd name="csX2619" fmla="*/ 452651 w 1728164"/>
              <a:gd name="csY2619" fmla="*/ 1033402 h 1114902"/>
              <a:gd name="csX2620" fmla="*/ 452824 w 1728164"/>
              <a:gd name="csY2620" fmla="*/ 1033233 h 1114902"/>
              <a:gd name="csX2621" fmla="*/ 452997 w 1728164"/>
              <a:gd name="csY2621" fmla="*/ 1033064 h 1114902"/>
              <a:gd name="csX2622" fmla="*/ 453170 w 1728164"/>
              <a:gd name="csY2622" fmla="*/ 1032895 h 1114902"/>
              <a:gd name="csX2623" fmla="*/ 453343 w 1728164"/>
              <a:gd name="csY2623" fmla="*/ 1032726 h 1114902"/>
              <a:gd name="csX2624" fmla="*/ 453515 w 1728164"/>
              <a:gd name="csY2624" fmla="*/ 1032557 h 1114902"/>
              <a:gd name="csX2625" fmla="*/ 453689 w 1728164"/>
              <a:gd name="csY2625" fmla="*/ 1032388 h 1114902"/>
              <a:gd name="csX2626" fmla="*/ 453861 w 1728164"/>
              <a:gd name="csY2626" fmla="*/ 1032210 h 1114902"/>
              <a:gd name="csX2627" fmla="*/ 454034 w 1728164"/>
              <a:gd name="csY2627" fmla="*/ 1032041 h 1114902"/>
              <a:gd name="csX2628" fmla="*/ 454207 w 1728164"/>
              <a:gd name="csY2628" fmla="*/ 1031872 h 1114902"/>
              <a:gd name="csX2629" fmla="*/ 454380 w 1728164"/>
              <a:gd name="csY2629" fmla="*/ 1031703 h 1114902"/>
              <a:gd name="csX2630" fmla="*/ 454553 w 1728164"/>
              <a:gd name="csY2630" fmla="*/ 1031525 h 1114902"/>
              <a:gd name="csX2631" fmla="*/ 454725 w 1728164"/>
              <a:gd name="csY2631" fmla="*/ 1031356 h 1114902"/>
              <a:gd name="csX2632" fmla="*/ 454899 w 1728164"/>
              <a:gd name="csY2632" fmla="*/ 1031187 h 1114902"/>
              <a:gd name="csX2633" fmla="*/ 455071 w 1728164"/>
              <a:gd name="csY2633" fmla="*/ 1031009 h 1114902"/>
              <a:gd name="csX2634" fmla="*/ 455244 w 1728164"/>
              <a:gd name="csY2634" fmla="*/ 1030840 h 1114902"/>
              <a:gd name="csX2635" fmla="*/ 455416 w 1728164"/>
              <a:gd name="csY2635" fmla="*/ 1030662 h 1114902"/>
              <a:gd name="csX2636" fmla="*/ 455590 w 1728164"/>
              <a:gd name="csY2636" fmla="*/ 1030493 h 1114902"/>
              <a:gd name="csX2637" fmla="*/ 455763 w 1728164"/>
              <a:gd name="csY2637" fmla="*/ 1030315 h 1114902"/>
              <a:gd name="csX2638" fmla="*/ 455935 w 1728164"/>
              <a:gd name="csY2638" fmla="*/ 1030146 h 1114902"/>
              <a:gd name="csX2639" fmla="*/ 456109 w 1728164"/>
              <a:gd name="csY2639" fmla="*/ 1029968 h 1114902"/>
              <a:gd name="csX2640" fmla="*/ 456281 w 1728164"/>
              <a:gd name="csY2640" fmla="*/ 1029799 h 1114902"/>
              <a:gd name="csX2641" fmla="*/ 456454 w 1728164"/>
              <a:gd name="csY2641" fmla="*/ 1029621 h 1114902"/>
              <a:gd name="csX2642" fmla="*/ 456626 w 1728164"/>
              <a:gd name="csY2642" fmla="*/ 1029443 h 1114902"/>
              <a:gd name="csX2643" fmla="*/ 456800 w 1728164"/>
              <a:gd name="csY2643" fmla="*/ 1029265 h 1114902"/>
              <a:gd name="csX2644" fmla="*/ 456972 w 1728164"/>
              <a:gd name="csY2644" fmla="*/ 1029096 h 1114902"/>
              <a:gd name="csX2645" fmla="*/ 457145 w 1728164"/>
              <a:gd name="csY2645" fmla="*/ 1028918 h 1114902"/>
              <a:gd name="csX2646" fmla="*/ 457318 w 1728164"/>
              <a:gd name="csY2646" fmla="*/ 1028740 h 1114902"/>
              <a:gd name="csX2647" fmla="*/ 457491 w 1728164"/>
              <a:gd name="csY2647" fmla="*/ 1028562 h 1114902"/>
              <a:gd name="csX2648" fmla="*/ 457664 w 1728164"/>
              <a:gd name="csY2648" fmla="*/ 1028384 h 1114902"/>
              <a:gd name="csX2649" fmla="*/ 457836 w 1728164"/>
              <a:gd name="csY2649" fmla="*/ 1028207 h 1114902"/>
              <a:gd name="csX2650" fmla="*/ 458010 w 1728164"/>
              <a:gd name="csY2650" fmla="*/ 1028029 h 1114902"/>
              <a:gd name="csX2651" fmla="*/ 458182 w 1728164"/>
              <a:gd name="csY2651" fmla="*/ 1027851 h 1114902"/>
              <a:gd name="csX2652" fmla="*/ 458355 w 1728164"/>
              <a:gd name="csY2652" fmla="*/ 1027673 h 1114902"/>
              <a:gd name="csX2653" fmla="*/ 458527 w 1728164"/>
              <a:gd name="csY2653" fmla="*/ 1027495 h 1114902"/>
              <a:gd name="csX2654" fmla="*/ 458701 w 1728164"/>
              <a:gd name="csY2654" fmla="*/ 1027317 h 1114902"/>
              <a:gd name="csX2655" fmla="*/ 458874 w 1728164"/>
              <a:gd name="csY2655" fmla="*/ 1027139 h 1114902"/>
              <a:gd name="csX2656" fmla="*/ 459046 w 1728164"/>
              <a:gd name="csY2656" fmla="*/ 1026961 h 1114902"/>
              <a:gd name="csX2657" fmla="*/ 459219 w 1728164"/>
              <a:gd name="csY2657" fmla="*/ 1026783 h 1114902"/>
              <a:gd name="csX2658" fmla="*/ 459392 w 1728164"/>
              <a:gd name="csY2658" fmla="*/ 1026596 h 1114902"/>
              <a:gd name="csX2659" fmla="*/ 459565 w 1728164"/>
              <a:gd name="csY2659" fmla="*/ 1026418 h 1114902"/>
              <a:gd name="csX2660" fmla="*/ 459737 w 1728164"/>
              <a:gd name="csY2660" fmla="*/ 1026240 h 1114902"/>
              <a:gd name="csX2661" fmla="*/ 459911 w 1728164"/>
              <a:gd name="csY2661" fmla="*/ 1026063 h 1114902"/>
              <a:gd name="csX2662" fmla="*/ 460084 w 1728164"/>
              <a:gd name="csY2662" fmla="*/ 1025876 h 1114902"/>
              <a:gd name="csX2663" fmla="*/ 460256 w 1728164"/>
              <a:gd name="csY2663" fmla="*/ 1025698 h 1114902"/>
              <a:gd name="csX2664" fmla="*/ 460429 w 1728164"/>
              <a:gd name="csY2664" fmla="*/ 1025511 h 1114902"/>
              <a:gd name="csX2665" fmla="*/ 460602 w 1728164"/>
              <a:gd name="csY2665" fmla="*/ 1025333 h 1114902"/>
              <a:gd name="csX2666" fmla="*/ 460775 w 1728164"/>
              <a:gd name="csY2666" fmla="*/ 1025146 h 1114902"/>
              <a:gd name="csX2667" fmla="*/ 460947 w 1728164"/>
              <a:gd name="csY2667" fmla="*/ 1024968 h 1114902"/>
              <a:gd name="csX2668" fmla="*/ 461120 w 1728164"/>
              <a:gd name="csY2668" fmla="*/ 1024781 h 1114902"/>
              <a:gd name="csX2669" fmla="*/ 461293 w 1728164"/>
              <a:gd name="csY2669" fmla="*/ 1024604 h 1114902"/>
              <a:gd name="csX2670" fmla="*/ 461466 w 1728164"/>
              <a:gd name="csY2670" fmla="*/ 1024417 h 1114902"/>
              <a:gd name="csX2671" fmla="*/ 461639 w 1728164"/>
              <a:gd name="csY2671" fmla="*/ 1024230 h 1114902"/>
              <a:gd name="csX2672" fmla="*/ 461812 w 1728164"/>
              <a:gd name="csY2672" fmla="*/ 1024052 h 1114902"/>
              <a:gd name="csX2673" fmla="*/ 461985 w 1728164"/>
              <a:gd name="csY2673" fmla="*/ 1023865 h 1114902"/>
              <a:gd name="csX2674" fmla="*/ 462157 w 1728164"/>
              <a:gd name="csY2674" fmla="*/ 1023678 h 1114902"/>
              <a:gd name="csX2675" fmla="*/ 462330 w 1728164"/>
              <a:gd name="csY2675" fmla="*/ 1023491 h 1114902"/>
              <a:gd name="csX2676" fmla="*/ 462503 w 1728164"/>
              <a:gd name="csY2676" fmla="*/ 1023313 h 1114902"/>
              <a:gd name="csX2677" fmla="*/ 462676 w 1728164"/>
              <a:gd name="csY2677" fmla="*/ 1023127 h 1114902"/>
              <a:gd name="csX2678" fmla="*/ 462848 w 1728164"/>
              <a:gd name="csY2678" fmla="*/ 1022940 h 1114902"/>
              <a:gd name="csX2679" fmla="*/ 463021 w 1728164"/>
              <a:gd name="csY2679" fmla="*/ 1022753 h 1114902"/>
              <a:gd name="csX2680" fmla="*/ 463195 w 1728164"/>
              <a:gd name="csY2680" fmla="*/ 1022566 h 1114902"/>
              <a:gd name="csX2681" fmla="*/ 463367 w 1728164"/>
              <a:gd name="csY2681" fmla="*/ 1022379 h 1114902"/>
              <a:gd name="csX2682" fmla="*/ 463540 w 1728164"/>
              <a:gd name="csY2682" fmla="*/ 1022192 h 1114902"/>
              <a:gd name="csX2683" fmla="*/ 463713 w 1728164"/>
              <a:gd name="csY2683" fmla="*/ 1022006 h 1114902"/>
              <a:gd name="csX2684" fmla="*/ 463886 w 1728164"/>
              <a:gd name="csY2684" fmla="*/ 1021819 h 1114902"/>
              <a:gd name="csX2685" fmla="*/ 464058 w 1728164"/>
              <a:gd name="csY2685" fmla="*/ 1021632 h 1114902"/>
              <a:gd name="csX2686" fmla="*/ 464231 w 1728164"/>
              <a:gd name="csY2686" fmla="*/ 1021436 h 1114902"/>
              <a:gd name="csX2687" fmla="*/ 464405 w 1728164"/>
              <a:gd name="csY2687" fmla="*/ 1021250 h 1114902"/>
              <a:gd name="csX2688" fmla="*/ 464577 w 1728164"/>
              <a:gd name="csY2688" fmla="*/ 1021063 h 1114902"/>
              <a:gd name="csX2689" fmla="*/ 464750 w 1728164"/>
              <a:gd name="csY2689" fmla="*/ 1020876 h 1114902"/>
              <a:gd name="csX2690" fmla="*/ 464922 w 1728164"/>
              <a:gd name="csY2690" fmla="*/ 1020680 h 1114902"/>
              <a:gd name="csX2691" fmla="*/ 465096 w 1728164"/>
              <a:gd name="csY2691" fmla="*/ 1020493 h 1114902"/>
              <a:gd name="csX2692" fmla="*/ 465268 w 1728164"/>
              <a:gd name="csY2692" fmla="*/ 1020306 h 1114902"/>
              <a:gd name="csX2693" fmla="*/ 465441 w 1728164"/>
              <a:gd name="csY2693" fmla="*/ 1020111 h 1114902"/>
              <a:gd name="csX2694" fmla="*/ 465614 w 1728164"/>
              <a:gd name="csY2694" fmla="*/ 1019924 h 1114902"/>
              <a:gd name="csX2695" fmla="*/ 465787 w 1728164"/>
              <a:gd name="csY2695" fmla="*/ 1019728 h 1114902"/>
              <a:gd name="csX2696" fmla="*/ 465960 w 1728164"/>
              <a:gd name="csY2696" fmla="*/ 1019541 h 1114902"/>
              <a:gd name="csX2697" fmla="*/ 466132 w 1728164"/>
              <a:gd name="csY2697" fmla="*/ 1019346 h 1114902"/>
              <a:gd name="csX2698" fmla="*/ 466306 w 1728164"/>
              <a:gd name="csY2698" fmla="*/ 1019159 h 1114902"/>
              <a:gd name="csX2699" fmla="*/ 466478 w 1728164"/>
              <a:gd name="csY2699" fmla="*/ 1018963 h 1114902"/>
              <a:gd name="csX2700" fmla="*/ 466651 w 1728164"/>
              <a:gd name="csY2700" fmla="*/ 1018776 h 1114902"/>
              <a:gd name="csX2701" fmla="*/ 466823 w 1728164"/>
              <a:gd name="csY2701" fmla="*/ 1018581 h 1114902"/>
              <a:gd name="csX2702" fmla="*/ 466997 w 1728164"/>
              <a:gd name="csY2702" fmla="*/ 1018385 h 1114902"/>
              <a:gd name="csX2703" fmla="*/ 467169 w 1728164"/>
              <a:gd name="csY2703" fmla="*/ 1018189 h 1114902"/>
              <a:gd name="csX2704" fmla="*/ 467342 w 1728164"/>
              <a:gd name="csY2704" fmla="*/ 1018002 h 1114902"/>
              <a:gd name="csX2705" fmla="*/ 467516 w 1728164"/>
              <a:gd name="csY2705" fmla="*/ 1017807 h 1114902"/>
              <a:gd name="csX2706" fmla="*/ 467688 w 1728164"/>
              <a:gd name="csY2706" fmla="*/ 1017611 h 1114902"/>
              <a:gd name="csX2707" fmla="*/ 467861 w 1728164"/>
              <a:gd name="csY2707" fmla="*/ 1017415 h 1114902"/>
              <a:gd name="csX2708" fmla="*/ 468033 w 1728164"/>
              <a:gd name="csY2708" fmla="*/ 1017219 h 1114902"/>
              <a:gd name="csX2709" fmla="*/ 468207 w 1728164"/>
              <a:gd name="csY2709" fmla="*/ 1017024 h 1114902"/>
              <a:gd name="csX2710" fmla="*/ 468379 w 1728164"/>
              <a:gd name="csY2710" fmla="*/ 1016828 h 1114902"/>
              <a:gd name="csX2711" fmla="*/ 468552 w 1728164"/>
              <a:gd name="csY2711" fmla="*/ 1016632 h 1114902"/>
              <a:gd name="csX2712" fmla="*/ 468725 w 1728164"/>
              <a:gd name="csY2712" fmla="*/ 1016437 h 1114902"/>
              <a:gd name="csX2713" fmla="*/ 468898 w 1728164"/>
              <a:gd name="csY2713" fmla="*/ 1016241 h 1114902"/>
              <a:gd name="csX2714" fmla="*/ 469071 w 1728164"/>
              <a:gd name="csY2714" fmla="*/ 1016045 h 1114902"/>
              <a:gd name="csX2715" fmla="*/ 469243 w 1728164"/>
              <a:gd name="csY2715" fmla="*/ 1015849 h 1114902"/>
              <a:gd name="csX2716" fmla="*/ 469417 w 1728164"/>
              <a:gd name="csY2716" fmla="*/ 1015645 h 1114902"/>
              <a:gd name="csX2717" fmla="*/ 469589 w 1728164"/>
              <a:gd name="csY2717" fmla="*/ 1015449 h 1114902"/>
              <a:gd name="csX2718" fmla="*/ 469762 w 1728164"/>
              <a:gd name="csY2718" fmla="*/ 1015253 h 1114902"/>
              <a:gd name="csX2719" fmla="*/ 469935 w 1728164"/>
              <a:gd name="csY2719" fmla="*/ 1015058 h 1114902"/>
              <a:gd name="csX2720" fmla="*/ 470108 w 1728164"/>
              <a:gd name="csY2720" fmla="*/ 1014853 h 1114902"/>
              <a:gd name="csX2721" fmla="*/ 470281 w 1728164"/>
              <a:gd name="csY2721" fmla="*/ 1014657 h 1114902"/>
              <a:gd name="csX2722" fmla="*/ 470453 w 1728164"/>
              <a:gd name="csY2722" fmla="*/ 1014453 h 1114902"/>
              <a:gd name="csX2723" fmla="*/ 470626 w 1728164"/>
              <a:gd name="csY2723" fmla="*/ 1014257 h 1114902"/>
              <a:gd name="csX2724" fmla="*/ 470799 w 1728164"/>
              <a:gd name="csY2724" fmla="*/ 1014061 h 1114902"/>
              <a:gd name="csX2725" fmla="*/ 470972 w 1728164"/>
              <a:gd name="csY2725" fmla="*/ 1013857 h 1114902"/>
              <a:gd name="csX2726" fmla="*/ 471144 w 1728164"/>
              <a:gd name="csY2726" fmla="*/ 1013652 h 1114902"/>
              <a:gd name="csX2727" fmla="*/ 471318 w 1728164"/>
              <a:gd name="csY2727" fmla="*/ 1013456 h 1114902"/>
              <a:gd name="csX2728" fmla="*/ 471490 w 1728164"/>
              <a:gd name="csY2728" fmla="*/ 1013252 h 1114902"/>
              <a:gd name="csX2729" fmla="*/ 471663 w 1728164"/>
              <a:gd name="csY2729" fmla="*/ 1013056 h 1114902"/>
              <a:gd name="csX2730" fmla="*/ 471836 w 1728164"/>
              <a:gd name="csY2730" fmla="*/ 1012851 h 1114902"/>
              <a:gd name="csX2731" fmla="*/ 472009 w 1728164"/>
              <a:gd name="csY2731" fmla="*/ 1012647 h 1114902"/>
              <a:gd name="csX2732" fmla="*/ 472182 w 1728164"/>
              <a:gd name="csY2732" fmla="*/ 1012442 h 1114902"/>
              <a:gd name="csX2733" fmla="*/ 472354 w 1728164"/>
              <a:gd name="csY2733" fmla="*/ 1012246 h 1114902"/>
              <a:gd name="csX2734" fmla="*/ 472527 w 1728164"/>
              <a:gd name="csY2734" fmla="*/ 1012042 h 1114902"/>
              <a:gd name="csX2735" fmla="*/ 472700 w 1728164"/>
              <a:gd name="csY2735" fmla="*/ 1011837 h 1114902"/>
              <a:gd name="csX2736" fmla="*/ 472873 w 1728164"/>
              <a:gd name="csY2736" fmla="*/ 1011632 h 1114902"/>
              <a:gd name="csX2737" fmla="*/ 473046 w 1728164"/>
              <a:gd name="csY2737" fmla="*/ 1011428 h 1114902"/>
              <a:gd name="csX2738" fmla="*/ 473219 w 1728164"/>
              <a:gd name="csY2738" fmla="*/ 1011223 h 1114902"/>
              <a:gd name="csX2739" fmla="*/ 473392 w 1728164"/>
              <a:gd name="csY2739" fmla="*/ 1011019 h 1114902"/>
              <a:gd name="csX2740" fmla="*/ 473564 w 1728164"/>
              <a:gd name="csY2740" fmla="*/ 1010814 h 1114902"/>
              <a:gd name="csX2741" fmla="*/ 473737 w 1728164"/>
              <a:gd name="csY2741" fmla="*/ 1010609 h 1114902"/>
              <a:gd name="csX2742" fmla="*/ 473910 w 1728164"/>
              <a:gd name="csY2742" fmla="*/ 1010405 h 1114902"/>
              <a:gd name="csX2743" fmla="*/ 474083 w 1728164"/>
              <a:gd name="csY2743" fmla="*/ 1010191 h 1114902"/>
              <a:gd name="csX2744" fmla="*/ 474256 w 1728164"/>
              <a:gd name="csY2744" fmla="*/ 1009987 h 1114902"/>
              <a:gd name="csX2745" fmla="*/ 474428 w 1728164"/>
              <a:gd name="csY2745" fmla="*/ 1009782 h 1114902"/>
              <a:gd name="csX2746" fmla="*/ 474602 w 1728164"/>
              <a:gd name="csY2746" fmla="*/ 1009577 h 1114902"/>
              <a:gd name="csX2747" fmla="*/ 474774 w 1728164"/>
              <a:gd name="csY2747" fmla="*/ 1009364 h 1114902"/>
              <a:gd name="csX2748" fmla="*/ 474947 w 1728164"/>
              <a:gd name="csY2748" fmla="*/ 1009159 h 1114902"/>
              <a:gd name="csX2749" fmla="*/ 475120 w 1728164"/>
              <a:gd name="csY2749" fmla="*/ 1008955 h 1114902"/>
              <a:gd name="csX2750" fmla="*/ 475293 w 1728164"/>
              <a:gd name="csY2750" fmla="*/ 1008741 h 1114902"/>
              <a:gd name="csX2751" fmla="*/ 475465 w 1728164"/>
              <a:gd name="csY2751" fmla="*/ 1008536 h 1114902"/>
              <a:gd name="csX2752" fmla="*/ 475638 w 1728164"/>
              <a:gd name="csY2752" fmla="*/ 1008323 h 1114902"/>
              <a:gd name="csX2753" fmla="*/ 475812 w 1728164"/>
              <a:gd name="csY2753" fmla="*/ 1008118 h 1114902"/>
              <a:gd name="csX2754" fmla="*/ 475984 w 1728164"/>
              <a:gd name="csY2754" fmla="*/ 1007905 h 1114902"/>
              <a:gd name="csX2755" fmla="*/ 476157 w 1728164"/>
              <a:gd name="csY2755" fmla="*/ 1007700 h 1114902"/>
              <a:gd name="csX2756" fmla="*/ 476329 w 1728164"/>
              <a:gd name="csY2756" fmla="*/ 1007487 h 1114902"/>
              <a:gd name="csX2757" fmla="*/ 476503 w 1728164"/>
              <a:gd name="csY2757" fmla="*/ 1007273 h 1114902"/>
              <a:gd name="csX2758" fmla="*/ 476675 w 1728164"/>
              <a:gd name="csY2758" fmla="*/ 1007069 h 1114902"/>
              <a:gd name="csX2759" fmla="*/ 476848 w 1728164"/>
              <a:gd name="csY2759" fmla="*/ 1006855 h 1114902"/>
              <a:gd name="csX2760" fmla="*/ 477021 w 1728164"/>
              <a:gd name="csY2760" fmla="*/ 1006642 h 1114902"/>
              <a:gd name="csX2761" fmla="*/ 477194 w 1728164"/>
              <a:gd name="csY2761" fmla="*/ 1006428 h 1114902"/>
              <a:gd name="csX2762" fmla="*/ 477367 w 1728164"/>
              <a:gd name="csY2762" fmla="*/ 1006215 h 1114902"/>
              <a:gd name="csX2763" fmla="*/ 477539 w 1728164"/>
              <a:gd name="csY2763" fmla="*/ 1006010 h 1114902"/>
              <a:gd name="csX2764" fmla="*/ 477713 w 1728164"/>
              <a:gd name="csY2764" fmla="*/ 1005796 h 1114902"/>
              <a:gd name="csX2765" fmla="*/ 477885 w 1728164"/>
              <a:gd name="csY2765" fmla="*/ 1005583 h 1114902"/>
              <a:gd name="csX2766" fmla="*/ 478058 w 1728164"/>
              <a:gd name="csY2766" fmla="*/ 1005369 h 1114902"/>
              <a:gd name="csX2767" fmla="*/ 478230 w 1728164"/>
              <a:gd name="csY2767" fmla="*/ 1005156 h 1114902"/>
              <a:gd name="csX2768" fmla="*/ 478404 w 1728164"/>
              <a:gd name="csY2768" fmla="*/ 1004942 h 1114902"/>
              <a:gd name="csX2769" fmla="*/ 478577 w 1728164"/>
              <a:gd name="csY2769" fmla="*/ 1004720 h 1114902"/>
              <a:gd name="csX2770" fmla="*/ 478749 w 1728164"/>
              <a:gd name="csY2770" fmla="*/ 1004506 h 1114902"/>
              <a:gd name="csX2771" fmla="*/ 478923 w 1728164"/>
              <a:gd name="csY2771" fmla="*/ 1004293 h 1114902"/>
              <a:gd name="csX2772" fmla="*/ 479095 w 1728164"/>
              <a:gd name="csY2772" fmla="*/ 1004079 h 1114902"/>
              <a:gd name="csX2773" fmla="*/ 479268 w 1728164"/>
              <a:gd name="csY2773" fmla="*/ 1003866 h 1114902"/>
              <a:gd name="csX2774" fmla="*/ 479440 w 1728164"/>
              <a:gd name="csY2774" fmla="*/ 1003643 h 1114902"/>
              <a:gd name="csX2775" fmla="*/ 479614 w 1728164"/>
              <a:gd name="csY2775" fmla="*/ 1003430 h 1114902"/>
              <a:gd name="csX2776" fmla="*/ 479786 w 1728164"/>
              <a:gd name="csY2776" fmla="*/ 1003216 h 1114902"/>
              <a:gd name="csX2777" fmla="*/ 479959 w 1728164"/>
              <a:gd name="csY2777" fmla="*/ 1002994 h 1114902"/>
              <a:gd name="csX2778" fmla="*/ 480132 w 1728164"/>
              <a:gd name="csY2778" fmla="*/ 1002780 h 1114902"/>
              <a:gd name="csX2779" fmla="*/ 480305 w 1728164"/>
              <a:gd name="csY2779" fmla="*/ 1002558 h 1114902"/>
              <a:gd name="csX2780" fmla="*/ 480478 w 1728164"/>
              <a:gd name="csY2780" fmla="*/ 1002345 h 1114902"/>
              <a:gd name="csX2781" fmla="*/ 480650 w 1728164"/>
              <a:gd name="csY2781" fmla="*/ 1002122 h 1114902"/>
              <a:gd name="csX2782" fmla="*/ 480824 w 1728164"/>
              <a:gd name="csY2782" fmla="*/ 1001909 h 1114902"/>
              <a:gd name="csX2783" fmla="*/ 480996 w 1728164"/>
              <a:gd name="csY2783" fmla="*/ 1001686 h 1114902"/>
              <a:gd name="csX2784" fmla="*/ 481169 w 1728164"/>
              <a:gd name="csY2784" fmla="*/ 1001464 h 1114902"/>
              <a:gd name="csX2785" fmla="*/ 481342 w 1728164"/>
              <a:gd name="csY2785" fmla="*/ 1001250 h 1114902"/>
              <a:gd name="csX2786" fmla="*/ 481515 w 1728164"/>
              <a:gd name="csY2786" fmla="*/ 1001028 h 1114902"/>
              <a:gd name="csX2787" fmla="*/ 481688 w 1728164"/>
              <a:gd name="csY2787" fmla="*/ 1000805 h 1114902"/>
              <a:gd name="csX2788" fmla="*/ 481860 w 1728164"/>
              <a:gd name="csY2788" fmla="*/ 1000583 h 1114902"/>
              <a:gd name="csX2789" fmla="*/ 482033 w 1728164"/>
              <a:gd name="csY2789" fmla="*/ 1000361 h 1114902"/>
              <a:gd name="csX2790" fmla="*/ 482206 w 1728164"/>
              <a:gd name="csY2790" fmla="*/ 1000138 h 1114902"/>
              <a:gd name="csX2791" fmla="*/ 482379 w 1728164"/>
              <a:gd name="csY2791" fmla="*/ 999925 h 1114902"/>
              <a:gd name="csX2792" fmla="*/ 482551 w 1728164"/>
              <a:gd name="csY2792" fmla="*/ 999702 h 1114902"/>
              <a:gd name="csX2793" fmla="*/ 482725 w 1728164"/>
              <a:gd name="csY2793" fmla="*/ 999480 h 1114902"/>
              <a:gd name="csX2794" fmla="*/ 482898 w 1728164"/>
              <a:gd name="csY2794" fmla="*/ 999258 h 1114902"/>
              <a:gd name="csX2795" fmla="*/ 483070 w 1728164"/>
              <a:gd name="csY2795" fmla="*/ 999026 h 1114902"/>
              <a:gd name="csX2796" fmla="*/ 483243 w 1728164"/>
              <a:gd name="csY2796" fmla="*/ 998804 h 1114902"/>
              <a:gd name="csX2797" fmla="*/ 483416 w 1728164"/>
              <a:gd name="csY2797" fmla="*/ 998581 h 1114902"/>
              <a:gd name="csX2798" fmla="*/ 483589 w 1728164"/>
              <a:gd name="csY2798" fmla="*/ 998359 h 1114902"/>
              <a:gd name="csX2799" fmla="*/ 483761 w 1728164"/>
              <a:gd name="csY2799" fmla="*/ 998137 h 1114902"/>
              <a:gd name="csX2800" fmla="*/ 483934 w 1728164"/>
              <a:gd name="csY2800" fmla="*/ 997905 h 1114902"/>
              <a:gd name="csX2801" fmla="*/ 484107 w 1728164"/>
              <a:gd name="csY2801" fmla="*/ 997683 h 1114902"/>
              <a:gd name="csX2802" fmla="*/ 484280 w 1728164"/>
              <a:gd name="csY2802" fmla="*/ 997460 h 1114902"/>
              <a:gd name="csX2803" fmla="*/ 484453 w 1728164"/>
              <a:gd name="csY2803" fmla="*/ 997229 h 1114902"/>
              <a:gd name="csX2804" fmla="*/ 484626 w 1728164"/>
              <a:gd name="csY2804" fmla="*/ 997007 h 1114902"/>
              <a:gd name="csX2805" fmla="*/ 484799 w 1728164"/>
              <a:gd name="csY2805" fmla="*/ 996784 h 1114902"/>
              <a:gd name="csX2806" fmla="*/ 484971 w 1728164"/>
              <a:gd name="csY2806" fmla="*/ 996553 h 1114902"/>
              <a:gd name="csX2807" fmla="*/ 485144 w 1728164"/>
              <a:gd name="csY2807" fmla="*/ 996331 h 1114902"/>
              <a:gd name="csX2808" fmla="*/ 485317 w 1728164"/>
              <a:gd name="csY2808" fmla="*/ 996099 h 1114902"/>
              <a:gd name="csX2809" fmla="*/ 485490 w 1728164"/>
              <a:gd name="csY2809" fmla="*/ 995868 h 1114902"/>
              <a:gd name="csX2810" fmla="*/ 485663 w 1728164"/>
              <a:gd name="csY2810" fmla="*/ 995646 h 1114902"/>
              <a:gd name="csX2811" fmla="*/ 485835 w 1728164"/>
              <a:gd name="csY2811" fmla="*/ 995414 h 1114902"/>
              <a:gd name="csX2812" fmla="*/ 486009 w 1728164"/>
              <a:gd name="csY2812" fmla="*/ 995183 h 1114902"/>
              <a:gd name="csX2813" fmla="*/ 486181 w 1728164"/>
              <a:gd name="csY2813" fmla="*/ 994960 h 1114902"/>
              <a:gd name="csX2814" fmla="*/ 486354 w 1728164"/>
              <a:gd name="csY2814" fmla="*/ 994729 h 1114902"/>
              <a:gd name="csX2815" fmla="*/ 486527 w 1728164"/>
              <a:gd name="csY2815" fmla="*/ 994498 h 1114902"/>
              <a:gd name="csX2816" fmla="*/ 486700 w 1728164"/>
              <a:gd name="csY2816" fmla="*/ 994267 h 1114902"/>
              <a:gd name="csX2817" fmla="*/ 486872 w 1728164"/>
              <a:gd name="csY2817" fmla="*/ 994035 h 1114902"/>
              <a:gd name="csX2818" fmla="*/ 487045 w 1728164"/>
              <a:gd name="csY2818" fmla="*/ 993804 h 1114902"/>
              <a:gd name="csX2819" fmla="*/ 487219 w 1728164"/>
              <a:gd name="csY2819" fmla="*/ 993573 h 1114902"/>
              <a:gd name="csX2820" fmla="*/ 487391 w 1728164"/>
              <a:gd name="csY2820" fmla="*/ 993341 h 1114902"/>
              <a:gd name="csX2821" fmla="*/ 487564 w 1728164"/>
              <a:gd name="csY2821" fmla="*/ 993110 h 1114902"/>
              <a:gd name="csX2822" fmla="*/ 487736 w 1728164"/>
              <a:gd name="csY2822" fmla="*/ 992879 h 1114902"/>
              <a:gd name="csX2823" fmla="*/ 487910 w 1728164"/>
              <a:gd name="csY2823" fmla="*/ 992647 h 1114902"/>
              <a:gd name="csX2824" fmla="*/ 488082 w 1728164"/>
              <a:gd name="csY2824" fmla="*/ 992416 h 1114902"/>
              <a:gd name="csX2825" fmla="*/ 488255 w 1728164"/>
              <a:gd name="csY2825" fmla="*/ 992176 h 1114902"/>
              <a:gd name="csX2826" fmla="*/ 488428 w 1728164"/>
              <a:gd name="csY2826" fmla="*/ 991945 h 1114902"/>
              <a:gd name="csX2827" fmla="*/ 488601 w 1728164"/>
              <a:gd name="csY2827" fmla="*/ 991713 h 1114902"/>
              <a:gd name="csX2828" fmla="*/ 488774 w 1728164"/>
              <a:gd name="csY2828" fmla="*/ 991473 h 1114902"/>
              <a:gd name="csX2829" fmla="*/ 488946 w 1728164"/>
              <a:gd name="csY2829" fmla="*/ 991242 h 1114902"/>
              <a:gd name="csX2830" fmla="*/ 489120 w 1728164"/>
              <a:gd name="csY2830" fmla="*/ 991010 h 1114902"/>
              <a:gd name="csX2831" fmla="*/ 489292 w 1728164"/>
              <a:gd name="csY2831" fmla="*/ 990770 h 1114902"/>
              <a:gd name="csX2832" fmla="*/ 489465 w 1728164"/>
              <a:gd name="csY2832" fmla="*/ 990539 h 1114902"/>
              <a:gd name="csX2833" fmla="*/ 489637 w 1728164"/>
              <a:gd name="csY2833" fmla="*/ 990299 h 1114902"/>
              <a:gd name="csX2834" fmla="*/ 489811 w 1728164"/>
              <a:gd name="csY2834" fmla="*/ 990067 h 1114902"/>
              <a:gd name="csX2835" fmla="*/ 489984 w 1728164"/>
              <a:gd name="csY2835" fmla="*/ 989827 h 1114902"/>
              <a:gd name="csX2836" fmla="*/ 490156 w 1728164"/>
              <a:gd name="csY2836" fmla="*/ 989587 h 1114902"/>
              <a:gd name="csX2837" fmla="*/ 490330 w 1728164"/>
              <a:gd name="csY2837" fmla="*/ 989356 h 1114902"/>
              <a:gd name="csX2838" fmla="*/ 490502 w 1728164"/>
              <a:gd name="csY2838" fmla="*/ 989116 h 1114902"/>
              <a:gd name="csX2839" fmla="*/ 490675 w 1728164"/>
              <a:gd name="csY2839" fmla="*/ 988875 h 1114902"/>
              <a:gd name="csX2840" fmla="*/ 490847 w 1728164"/>
              <a:gd name="csY2840" fmla="*/ 988635 h 1114902"/>
              <a:gd name="csX2841" fmla="*/ 491021 w 1728164"/>
              <a:gd name="csY2841" fmla="*/ 988395 h 1114902"/>
              <a:gd name="csX2842" fmla="*/ 491193 w 1728164"/>
              <a:gd name="csY2842" fmla="*/ 988164 h 1114902"/>
              <a:gd name="csX2843" fmla="*/ 491366 w 1728164"/>
              <a:gd name="csY2843" fmla="*/ 987923 h 1114902"/>
              <a:gd name="csX2844" fmla="*/ 491539 w 1728164"/>
              <a:gd name="csY2844" fmla="*/ 987683 h 1114902"/>
              <a:gd name="csX2845" fmla="*/ 491712 w 1728164"/>
              <a:gd name="csY2845" fmla="*/ 987443 h 1114902"/>
              <a:gd name="csX2846" fmla="*/ 491885 w 1728164"/>
              <a:gd name="csY2846" fmla="*/ 987203 h 1114902"/>
              <a:gd name="csX2847" fmla="*/ 492057 w 1728164"/>
              <a:gd name="csY2847" fmla="*/ 986963 h 1114902"/>
              <a:gd name="csX2848" fmla="*/ 492231 w 1728164"/>
              <a:gd name="csY2848" fmla="*/ 986713 h 1114902"/>
              <a:gd name="csX2849" fmla="*/ 492403 w 1728164"/>
              <a:gd name="csY2849" fmla="*/ 986473 h 1114902"/>
              <a:gd name="csX2850" fmla="*/ 492576 w 1728164"/>
              <a:gd name="csY2850" fmla="*/ 986233 h 1114902"/>
              <a:gd name="csX2851" fmla="*/ 492749 w 1728164"/>
              <a:gd name="csY2851" fmla="*/ 985993 h 1114902"/>
              <a:gd name="csX2852" fmla="*/ 492922 w 1728164"/>
              <a:gd name="csY2852" fmla="*/ 985753 h 1114902"/>
              <a:gd name="csX2853" fmla="*/ 493095 w 1728164"/>
              <a:gd name="csY2853" fmla="*/ 985504 h 1114902"/>
              <a:gd name="csX2854" fmla="*/ 493267 w 1728164"/>
              <a:gd name="csY2854" fmla="*/ 985263 h 1114902"/>
              <a:gd name="csX2855" fmla="*/ 493440 w 1728164"/>
              <a:gd name="csY2855" fmla="*/ 985023 h 1114902"/>
              <a:gd name="csX2856" fmla="*/ 493613 w 1728164"/>
              <a:gd name="csY2856" fmla="*/ 984774 h 1114902"/>
              <a:gd name="csX2857" fmla="*/ 493786 w 1728164"/>
              <a:gd name="csY2857" fmla="*/ 984534 h 1114902"/>
              <a:gd name="csX2858" fmla="*/ 493958 w 1728164"/>
              <a:gd name="csY2858" fmla="*/ 984285 h 1114902"/>
              <a:gd name="csX2859" fmla="*/ 494132 w 1728164"/>
              <a:gd name="csY2859" fmla="*/ 984045 h 1114902"/>
              <a:gd name="csX2860" fmla="*/ 494305 w 1728164"/>
              <a:gd name="csY2860" fmla="*/ 983795 h 1114902"/>
              <a:gd name="csX2861" fmla="*/ 494477 w 1728164"/>
              <a:gd name="csY2861" fmla="*/ 983546 h 1114902"/>
              <a:gd name="csX2862" fmla="*/ 494650 w 1728164"/>
              <a:gd name="csY2862" fmla="*/ 983306 h 1114902"/>
              <a:gd name="csX2863" fmla="*/ 494823 w 1728164"/>
              <a:gd name="csY2863" fmla="*/ 983057 h 1114902"/>
              <a:gd name="csX2864" fmla="*/ 494996 w 1728164"/>
              <a:gd name="csY2864" fmla="*/ 982808 h 1114902"/>
              <a:gd name="csX2865" fmla="*/ 495168 w 1728164"/>
              <a:gd name="csY2865" fmla="*/ 982559 h 1114902"/>
              <a:gd name="csX2866" fmla="*/ 495341 w 1728164"/>
              <a:gd name="csY2866" fmla="*/ 982319 h 1114902"/>
              <a:gd name="csX2867" fmla="*/ 495514 w 1728164"/>
              <a:gd name="csY2867" fmla="*/ 982070 h 1114902"/>
              <a:gd name="csX2868" fmla="*/ 495687 w 1728164"/>
              <a:gd name="csY2868" fmla="*/ 981820 h 1114902"/>
              <a:gd name="csX2869" fmla="*/ 495860 w 1728164"/>
              <a:gd name="csY2869" fmla="*/ 981571 h 1114902"/>
              <a:gd name="csX2870" fmla="*/ 496033 w 1728164"/>
              <a:gd name="csY2870" fmla="*/ 981322 h 1114902"/>
              <a:gd name="csX2871" fmla="*/ 496206 w 1728164"/>
              <a:gd name="csY2871" fmla="*/ 981073 h 1114902"/>
              <a:gd name="csX2872" fmla="*/ 496378 w 1728164"/>
              <a:gd name="csY2872" fmla="*/ 980824 h 1114902"/>
              <a:gd name="csX2873" fmla="*/ 496551 w 1728164"/>
              <a:gd name="csY2873" fmla="*/ 980575 h 1114902"/>
              <a:gd name="csX2874" fmla="*/ 496724 w 1728164"/>
              <a:gd name="csY2874" fmla="*/ 980317 h 1114902"/>
              <a:gd name="csX2875" fmla="*/ 496897 w 1728164"/>
              <a:gd name="csY2875" fmla="*/ 980068 h 1114902"/>
              <a:gd name="csX2876" fmla="*/ 497070 w 1728164"/>
              <a:gd name="csY2876" fmla="*/ 979819 h 1114902"/>
              <a:gd name="csX2877" fmla="*/ 497242 w 1728164"/>
              <a:gd name="csY2877" fmla="*/ 979570 h 1114902"/>
              <a:gd name="csX2878" fmla="*/ 497416 w 1728164"/>
              <a:gd name="csY2878" fmla="*/ 979312 h 1114902"/>
              <a:gd name="csX2879" fmla="*/ 497588 w 1728164"/>
              <a:gd name="csY2879" fmla="*/ 979063 h 1114902"/>
              <a:gd name="csX2880" fmla="*/ 497761 w 1728164"/>
              <a:gd name="csY2880" fmla="*/ 978813 h 1114902"/>
              <a:gd name="csX2881" fmla="*/ 497934 w 1728164"/>
              <a:gd name="csY2881" fmla="*/ 978555 h 1114902"/>
              <a:gd name="csX2882" fmla="*/ 498107 w 1728164"/>
              <a:gd name="csY2882" fmla="*/ 978306 h 1114902"/>
              <a:gd name="csX2883" fmla="*/ 498279 w 1728164"/>
              <a:gd name="csY2883" fmla="*/ 978048 h 1114902"/>
              <a:gd name="csX2884" fmla="*/ 498452 w 1728164"/>
              <a:gd name="csY2884" fmla="*/ 977799 h 1114902"/>
              <a:gd name="csX2885" fmla="*/ 498626 w 1728164"/>
              <a:gd name="csY2885" fmla="*/ 977541 h 1114902"/>
              <a:gd name="csX2886" fmla="*/ 498798 w 1728164"/>
              <a:gd name="csY2886" fmla="*/ 977283 h 1114902"/>
              <a:gd name="csX2887" fmla="*/ 498971 w 1728164"/>
              <a:gd name="csY2887" fmla="*/ 977034 h 1114902"/>
              <a:gd name="csX2888" fmla="*/ 499143 w 1728164"/>
              <a:gd name="csY2888" fmla="*/ 976776 h 1114902"/>
              <a:gd name="csX2889" fmla="*/ 499317 w 1728164"/>
              <a:gd name="csY2889" fmla="*/ 976518 h 1114902"/>
              <a:gd name="csX2890" fmla="*/ 499489 w 1728164"/>
              <a:gd name="csY2890" fmla="*/ 976269 h 1114902"/>
              <a:gd name="csX2891" fmla="*/ 499662 w 1728164"/>
              <a:gd name="csY2891" fmla="*/ 976011 h 1114902"/>
              <a:gd name="csX2892" fmla="*/ 499835 w 1728164"/>
              <a:gd name="csY2892" fmla="*/ 975753 h 1114902"/>
              <a:gd name="csX2893" fmla="*/ 500008 w 1728164"/>
              <a:gd name="csY2893" fmla="*/ 975495 h 1114902"/>
              <a:gd name="csX2894" fmla="*/ 500181 w 1728164"/>
              <a:gd name="csY2894" fmla="*/ 975237 h 1114902"/>
              <a:gd name="csX2895" fmla="*/ 500353 w 1728164"/>
              <a:gd name="csY2895" fmla="*/ 974979 h 1114902"/>
              <a:gd name="csX2896" fmla="*/ 500527 w 1728164"/>
              <a:gd name="csY2896" fmla="*/ 974721 h 1114902"/>
              <a:gd name="csX2897" fmla="*/ 500699 w 1728164"/>
              <a:gd name="csY2897" fmla="*/ 974463 h 1114902"/>
              <a:gd name="csX2898" fmla="*/ 500872 w 1728164"/>
              <a:gd name="csY2898" fmla="*/ 974205 h 1114902"/>
              <a:gd name="csX2899" fmla="*/ 501045 w 1728164"/>
              <a:gd name="csY2899" fmla="*/ 973947 h 1114902"/>
              <a:gd name="csX2900" fmla="*/ 501218 w 1728164"/>
              <a:gd name="csY2900" fmla="*/ 973680 h 1114902"/>
              <a:gd name="csX2901" fmla="*/ 501391 w 1728164"/>
              <a:gd name="csY2901" fmla="*/ 973422 h 1114902"/>
              <a:gd name="csX2902" fmla="*/ 501563 w 1728164"/>
              <a:gd name="csY2902" fmla="*/ 973164 h 1114902"/>
              <a:gd name="csX2903" fmla="*/ 501737 w 1728164"/>
              <a:gd name="csY2903" fmla="*/ 972897 h 1114902"/>
              <a:gd name="csX2904" fmla="*/ 501909 w 1728164"/>
              <a:gd name="csY2904" fmla="*/ 972639 h 1114902"/>
              <a:gd name="csX2905" fmla="*/ 502082 w 1728164"/>
              <a:gd name="csY2905" fmla="*/ 972381 h 1114902"/>
              <a:gd name="csX2906" fmla="*/ 502254 w 1728164"/>
              <a:gd name="csY2906" fmla="*/ 972114 h 1114902"/>
              <a:gd name="csX2907" fmla="*/ 502428 w 1728164"/>
              <a:gd name="csY2907" fmla="*/ 971856 h 1114902"/>
              <a:gd name="csX2908" fmla="*/ 502601 w 1728164"/>
              <a:gd name="csY2908" fmla="*/ 971589 h 1114902"/>
              <a:gd name="csX2909" fmla="*/ 502773 w 1728164"/>
              <a:gd name="csY2909" fmla="*/ 971332 h 1114902"/>
              <a:gd name="csX2910" fmla="*/ 502946 w 1728164"/>
              <a:gd name="csY2910" fmla="*/ 971065 h 1114902"/>
              <a:gd name="csX2911" fmla="*/ 503119 w 1728164"/>
              <a:gd name="csY2911" fmla="*/ 970798 h 1114902"/>
              <a:gd name="csX2912" fmla="*/ 503292 w 1728164"/>
              <a:gd name="csY2912" fmla="*/ 970540 h 1114902"/>
              <a:gd name="csX2913" fmla="*/ 503464 w 1728164"/>
              <a:gd name="csY2913" fmla="*/ 970273 h 1114902"/>
              <a:gd name="csX2914" fmla="*/ 503638 w 1728164"/>
              <a:gd name="csY2914" fmla="*/ 970006 h 1114902"/>
              <a:gd name="csX2915" fmla="*/ 503810 w 1728164"/>
              <a:gd name="csY2915" fmla="*/ 969739 h 1114902"/>
              <a:gd name="csX2916" fmla="*/ 503983 w 1728164"/>
              <a:gd name="csY2916" fmla="*/ 969481 h 1114902"/>
              <a:gd name="csX2917" fmla="*/ 504156 w 1728164"/>
              <a:gd name="csY2917" fmla="*/ 969214 h 1114902"/>
              <a:gd name="csX2918" fmla="*/ 504329 w 1728164"/>
              <a:gd name="csY2918" fmla="*/ 968947 h 1114902"/>
              <a:gd name="csX2919" fmla="*/ 504502 w 1728164"/>
              <a:gd name="csY2919" fmla="*/ 968680 h 1114902"/>
              <a:gd name="csX2920" fmla="*/ 504674 w 1728164"/>
              <a:gd name="csY2920" fmla="*/ 968413 h 1114902"/>
              <a:gd name="csX2921" fmla="*/ 504847 w 1728164"/>
              <a:gd name="csY2921" fmla="*/ 968147 h 1114902"/>
              <a:gd name="csX2922" fmla="*/ 505020 w 1728164"/>
              <a:gd name="csY2922" fmla="*/ 967880 h 1114902"/>
              <a:gd name="csX2923" fmla="*/ 505193 w 1728164"/>
              <a:gd name="csY2923" fmla="*/ 967604 h 1114902"/>
              <a:gd name="csX2924" fmla="*/ 505366 w 1728164"/>
              <a:gd name="csY2924" fmla="*/ 967337 h 1114902"/>
              <a:gd name="csX2925" fmla="*/ 505539 w 1728164"/>
              <a:gd name="csY2925" fmla="*/ 967070 h 1114902"/>
              <a:gd name="csX2926" fmla="*/ 505712 w 1728164"/>
              <a:gd name="csY2926" fmla="*/ 966803 h 1114902"/>
              <a:gd name="csX2927" fmla="*/ 505884 w 1728164"/>
              <a:gd name="csY2927" fmla="*/ 966527 h 1114902"/>
              <a:gd name="csX2928" fmla="*/ 506057 w 1728164"/>
              <a:gd name="csY2928" fmla="*/ 966261 h 1114902"/>
              <a:gd name="csX2929" fmla="*/ 506230 w 1728164"/>
              <a:gd name="csY2929" fmla="*/ 965994 h 1114902"/>
              <a:gd name="csX2930" fmla="*/ 506403 w 1728164"/>
              <a:gd name="csY2930" fmla="*/ 965718 h 1114902"/>
              <a:gd name="csX2931" fmla="*/ 506575 w 1728164"/>
              <a:gd name="csY2931" fmla="*/ 965451 h 1114902"/>
              <a:gd name="csX2932" fmla="*/ 506748 w 1728164"/>
              <a:gd name="csY2932" fmla="*/ 965175 h 1114902"/>
              <a:gd name="csX2933" fmla="*/ 506922 w 1728164"/>
              <a:gd name="csY2933" fmla="*/ 964908 h 1114902"/>
              <a:gd name="csX2934" fmla="*/ 507094 w 1728164"/>
              <a:gd name="csY2934" fmla="*/ 964633 h 1114902"/>
              <a:gd name="csX2935" fmla="*/ 507267 w 1728164"/>
              <a:gd name="csY2935" fmla="*/ 964357 h 1114902"/>
              <a:gd name="csX2936" fmla="*/ 507440 w 1728164"/>
              <a:gd name="csY2936" fmla="*/ 964090 h 1114902"/>
              <a:gd name="csX2937" fmla="*/ 507613 w 1728164"/>
              <a:gd name="csY2937" fmla="*/ 963814 h 1114902"/>
              <a:gd name="csX2938" fmla="*/ 507785 w 1728164"/>
              <a:gd name="csY2938" fmla="*/ 963538 h 1114902"/>
              <a:gd name="csX2939" fmla="*/ 507958 w 1728164"/>
              <a:gd name="csY2939" fmla="*/ 963262 h 1114902"/>
              <a:gd name="csX2940" fmla="*/ 508131 w 1728164"/>
              <a:gd name="csY2940" fmla="*/ 962996 h 1114902"/>
              <a:gd name="csX2941" fmla="*/ 508304 w 1728164"/>
              <a:gd name="csY2941" fmla="*/ 962720 h 1114902"/>
              <a:gd name="csX2942" fmla="*/ 508477 w 1728164"/>
              <a:gd name="csY2942" fmla="*/ 962444 h 1114902"/>
              <a:gd name="csX2943" fmla="*/ 508649 w 1728164"/>
              <a:gd name="csY2943" fmla="*/ 962168 h 1114902"/>
              <a:gd name="csX2944" fmla="*/ 508823 w 1728164"/>
              <a:gd name="csY2944" fmla="*/ 961892 h 1114902"/>
              <a:gd name="csX2945" fmla="*/ 508995 w 1728164"/>
              <a:gd name="csY2945" fmla="*/ 961617 h 1114902"/>
              <a:gd name="csX2946" fmla="*/ 509168 w 1728164"/>
              <a:gd name="csY2946" fmla="*/ 961341 h 1114902"/>
              <a:gd name="csX2947" fmla="*/ 509341 w 1728164"/>
              <a:gd name="csY2947" fmla="*/ 961056 h 1114902"/>
              <a:gd name="csX2948" fmla="*/ 509514 w 1728164"/>
              <a:gd name="csY2948" fmla="*/ 960780 h 1114902"/>
              <a:gd name="csX2949" fmla="*/ 509687 w 1728164"/>
              <a:gd name="csY2949" fmla="*/ 960505 h 1114902"/>
              <a:gd name="csX2950" fmla="*/ 509859 w 1728164"/>
              <a:gd name="csY2950" fmla="*/ 960229 h 1114902"/>
              <a:gd name="csX2951" fmla="*/ 510033 w 1728164"/>
              <a:gd name="csY2951" fmla="*/ 959944 h 1114902"/>
              <a:gd name="csX2952" fmla="*/ 510205 w 1728164"/>
              <a:gd name="csY2952" fmla="*/ 959668 h 1114902"/>
              <a:gd name="csX2953" fmla="*/ 510378 w 1728164"/>
              <a:gd name="csY2953" fmla="*/ 959392 h 1114902"/>
              <a:gd name="csX2954" fmla="*/ 510550 w 1728164"/>
              <a:gd name="csY2954" fmla="*/ 959108 h 1114902"/>
              <a:gd name="csX2955" fmla="*/ 510724 w 1728164"/>
              <a:gd name="csY2955" fmla="*/ 958832 h 1114902"/>
              <a:gd name="csX2956" fmla="*/ 510896 w 1728164"/>
              <a:gd name="csY2956" fmla="*/ 958547 h 1114902"/>
              <a:gd name="csX2957" fmla="*/ 511069 w 1728164"/>
              <a:gd name="csY2957" fmla="*/ 958272 h 1114902"/>
              <a:gd name="csX2958" fmla="*/ 511243 w 1728164"/>
              <a:gd name="csY2958" fmla="*/ 957987 h 1114902"/>
              <a:gd name="csX2959" fmla="*/ 511415 w 1728164"/>
              <a:gd name="csY2959" fmla="*/ 957702 h 1114902"/>
              <a:gd name="csX2960" fmla="*/ 511588 w 1728164"/>
              <a:gd name="csY2960" fmla="*/ 957426 h 1114902"/>
              <a:gd name="csX2961" fmla="*/ 511760 w 1728164"/>
              <a:gd name="csY2961" fmla="*/ 957142 h 1114902"/>
              <a:gd name="csX2962" fmla="*/ 511934 w 1728164"/>
              <a:gd name="csY2962" fmla="*/ 956857 h 1114902"/>
              <a:gd name="csX2963" fmla="*/ 512106 w 1728164"/>
              <a:gd name="csY2963" fmla="*/ 956572 h 1114902"/>
              <a:gd name="csX2964" fmla="*/ 512279 w 1728164"/>
              <a:gd name="csY2964" fmla="*/ 956288 h 1114902"/>
              <a:gd name="csX2965" fmla="*/ 512452 w 1728164"/>
              <a:gd name="csY2965" fmla="*/ 956012 h 1114902"/>
              <a:gd name="csX2966" fmla="*/ 512625 w 1728164"/>
              <a:gd name="csY2966" fmla="*/ 955727 h 1114902"/>
              <a:gd name="csX2967" fmla="*/ 512798 w 1728164"/>
              <a:gd name="csY2967" fmla="*/ 955443 h 1114902"/>
              <a:gd name="csX2968" fmla="*/ 512970 w 1728164"/>
              <a:gd name="csY2968" fmla="*/ 955158 h 1114902"/>
              <a:gd name="csX2969" fmla="*/ 513144 w 1728164"/>
              <a:gd name="csY2969" fmla="*/ 954864 h 1114902"/>
              <a:gd name="csX2970" fmla="*/ 513316 w 1728164"/>
              <a:gd name="csY2970" fmla="*/ 954579 h 1114902"/>
              <a:gd name="csX2971" fmla="*/ 513489 w 1728164"/>
              <a:gd name="csY2971" fmla="*/ 954295 h 1114902"/>
              <a:gd name="csX2972" fmla="*/ 513661 w 1728164"/>
              <a:gd name="csY2972" fmla="*/ 954010 h 1114902"/>
              <a:gd name="csX2973" fmla="*/ 513835 w 1728164"/>
              <a:gd name="csY2973" fmla="*/ 953725 h 1114902"/>
              <a:gd name="csX2974" fmla="*/ 514008 w 1728164"/>
              <a:gd name="csY2974" fmla="*/ 953432 h 1114902"/>
              <a:gd name="csX2975" fmla="*/ 514180 w 1728164"/>
              <a:gd name="csY2975" fmla="*/ 953147 h 1114902"/>
              <a:gd name="csX2976" fmla="*/ 514353 w 1728164"/>
              <a:gd name="csY2976" fmla="*/ 952863 h 1114902"/>
              <a:gd name="csX2977" fmla="*/ 514526 w 1728164"/>
              <a:gd name="csY2977" fmla="*/ 952569 h 1114902"/>
              <a:gd name="csX2978" fmla="*/ 514699 w 1728164"/>
              <a:gd name="csY2978" fmla="*/ 952284 h 1114902"/>
              <a:gd name="csX2979" fmla="*/ 514871 w 1728164"/>
              <a:gd name="csY2979" fmla="*/ 951991 h 1114902"/>
              <a:gd name="csX2980" fmla="*/ 515045 w 1728164"/>
              <a:gd name="csY2980" fmla="*/ 951706 h 1114902"/>
              <a:gd name="csX2981" fmla="*/ 515217 w 1728164"/>
              <a:gd name="csY2981" fmla="*/ 951412 h 1114902"/>
              <a:gd name="csX2982" fmla="*/ 515390 w 1728164"/>
              <a:gd name="csY2982" fmla="*/ 951128 h 1114902"/>
              <a:gd name="csX2983" fmla="*/ 515563 w 1728164"/>
              <a:gd name="csY2983" fmla="*/ 950834 h 1114902"/>
              <a:gd name="csX2984" fmla="*/ 515736 w 1728164"/>
              <a:gd name="csY2984" fmla="*/ 950541 h 1114902"/>
              <a:gd name="csX2985" fmla="*/ 515909 w 1728164"/>
              <a:gd name="csY2985" fmla="*/ 950247 h 1114902"/>
              <a:gd name="csX2986" fmla="*/ 516081 w 1728164"/>
              <a:gd name="csY2986" fmla="*/ 949962 h 1114902"/>
              <a:gd name="csX2987" fmla="*/ 516254 w 1728164"/>
              <a:gd name="csY2987" fmla="*/ 949669 h 1114902"/>
              <a:gd name="csX2988" fmla="*/ 516427 w 1728164"/>
              <a:gd name="csY2988" fmla="*/ 949375 h 1114902"/>
              <a:gd name="csX2989" fmla="*/ 516600 w 1728164"/>
              <a:gd name="csY2989" fmla="*/ 949082 h 1114902"/>
              <a:gd name="csX2990" fmla="*/ 516773 w 1728164"/>
              <a:gd name="csY2990" fmla="*/ 948788 h 1114902"/>
              <a:gd name="csX2991" fmla="*/ 516946 w 1728164"/>
              <a:gd name="csY2991" fmla="*/ 948494 h 1114902"/>
              <a:gd name="csX2992" fmla="*/ 517119 w 1728164"/>
              <a:gd name="csY2992" fmla="*/ 948201 h 1114902"/>
              <a:gd name="csX2993" fmla="*/ 517291 w 1728164"/>
              <a:gd name="csY2993" fmla="*/ 947907 h 1114902"/>
              <a:gd name="csX2994" fmla="*/ 517464 w 1728164"/>
              <a:gd name="csY2994" fmla="*/ 947614 h 1114902"/>
              <a:gd name="csX2995" fmla="*/ 517637 w 1728164"/>
              <a:gd name="csY2995" fmla="*/ 947311 h 1114902"/>
              <a:gd name="csX2996" fmla="*/ 517810 w 1728164"/>
              <a:gd name="csY2996" fmla="*/ 947017 h 1114902"/>
              <a:gd name="csX2997" fmla="*/ 517982 w 1728164"/>
              <a:gd name="csY2997" fmla="*/ 946724 h 1114902"/>
              <a:gd name="csX2998" fmla="*/ 518155 w 1728164"/>
              <a:gd name="csY2998" fmla="*/ 946430 h 1114902"/>
              <a:gd name="csX2999" fmla="*/ 518329 w 1728164"/>
              <a:gd name="csY2999" fmla="*/ 946128 h 1114902"/>
              <a:gd name="csX3000" fmla="*/ 518501 w 1728164"/>
              <a:gd name="csY3000" fmla="*/ 945834 h 1114902"/>
              <a:gd name="csX3001" fmla="*/ 518674 w 1728164"/>
              <a:gd name="csY3001" fmla="*/ 945532 h 1114902"/>
              <a:gd name="csX3002" fmla="*/ 518847 w 1728164"/>
              <a:gd name="csY3002" fmla="*/ 945238 h 1114902"/>
              <a:gd name="csX3003" fmla="*/ 519020 w 1728164"/>
              <a:gd name="csY3003" fmla="*/ 944936 h 1114902"/>
              <a:gd name="csX3004" fmla="*/ 519192 w 1728164"/>
              <a:gd name="csY3004" fmla="*/ 944642 h 1114902"/>
              <a:gd name="csX3005" fmla="*/ 519365 w 1728164"/>
              <a:gd name="csY3005" fmla="*/ 944340 h 1114902"/>
              <a:gd name="csX3006" fmla="*/ 519538 w 1728164"/>
              <a:gd name="csY3006" fmla="*/ 944046 h 1114902"/>
              <a:gd name="csX3007" fmla="*/ 519711 w 1728164"/>
              <a:gd name="csY3007" fmla="*/ 943744 h 1114902"/>
              <a:gd name="csX3008" fmla="*/ 519884 w 1728164"/>
              <a:gd name="csY3008" fmla="*/ 943441 h 1114902"/>
              <a:gd name="csX3009" fmla="*/ 520056 w 1728164"/>
              <a:gd name="csY3009" fmla="*/ 943139 h 1114902"/>
              <a:gd name="csX3010" fmla="*/ 520230 w 1728164"/>
              <a:gd name="csY3010" fmla="*/ 942836 h 1114902"/>
              <a:gd name="csX3011" fmla="*/ 520402 w 1728164"/>
              <a:gd name="csY3011" fmla="*/ 942543 h 1114902"/>
              <a:gd name="csX3012" fmla="*/ 520575 w 1728164"/>
              <a:gd name="csY3012" fmla="*/ 942240 h 1114902"/>
              <a:gd name="csX3013" fmla="*/ 520748 w 1728164"/>
              <a:gd name="csY3013" fmla="*/ 941938 h 1114902"/>
              <a:gd name="csX3014" fmla="*/ 520921 w 1728164"/>
              <a:gd name="csY3014" fmla="*/ 941635 h 1114902"/>
              <a:gd name="csX3015" fmla="*/ 521094 w 1728164"/>
              <a:gd name="csY3015" fmla="*/ 941333 h 1114902"/>
              <a:gd name="csX3016" fmla="*/ 521266 w 1728164"/>
              <a:gd name="csY3016" fmla="*/ 941021 h 1114902"/>
              <a:gd name="csX3017" fmla="*/ 521440 w 1728164"/>
              <a:gd name="csY3017" fmla="*/ 940719 h 1114902"/>
              <a:gd name="csX3018" fmla="*/ 521612 w 1728164"/>
              <a:gd name="csY3018" fmla="*/ 940416 h 1114902"/>
              <a:gd name="csX3019" fmla="*/ 521785 w 1728164"/>
              <a:gd name="csY3019" fmla="*/ 940114 h 1114902"/>
              <a:gd name="csX3020" fmla="*/ 521957 w 1728164"/>
              <a:gd name="csY3020" fmla="*/ 939811 h 1114902"/>
              <a:gd name="csX3021" fmla="*/ 522131 w 1728164"/>
              <a:gd name="csY3021" fmla="*/ 939500 h 1114902"/>
              <a:gd name="csX3022" fmla="*/ 522303 w 1728164"/>
              <a:gd name="csY3022" fmla="*/ 939198 h 1114902"/>
              <a:gd name="csX3023" fmla="*/ 522476 w 1728164"/>
              <a:gd name="csY3023" fmla="*/ 938895 h 1114902"/>
              <a:gd name="csX3024" fmla="*/ 522650 w 1728164"/>
              <a:gd name="csY3024" fmla="*/ 938584 h 1114902"/>
              <a:gd name="csX3025" fmla="*/ 522822 w 1728164"/>
              <a:gd name="csY3025" fmla="*/ 938281 h 1114902"/>
              <a:gd name="csX3026" fmla="*/ 522995 w 1728164"/>
              <a:gd name="csY3026" fmla="*/ 937970 h 1114902"/>
              <a:gd name="csX3027" fmla="*/ 523167 w 1728164"/>
              <a:gd name="csY3027" fmla="*/ 937667 h 1114902"/>
              <a:gd name="csX3028" fmla="*/ 523341 w 1728164"/>
              <a:gd name="csY3028" fmla="*/ 937356 h 1114902"/>
              <a:gd name="csX3029" fmla="*/ 523513 w 1728164"/>
              <a:gd name="csY3029" fmla="*/ 937045 h 1114902"/>
              <a:gd name="csX3030" fmla="*/ 523686 w 1728164"/>
              <a:gd name="csY3030" fmla="*/ 936742 h 1114902"/>
              <a:gd name="csX3031" fmla="*/ 523859 w 1728164"/>
              <a:gd name="csY3031" fmla="*/ 936431 h 1114902"/>
              <a:gd name="csX3032" fmla="*/ 524032 w 1728164"/>
              <a:gd name="csY3032" fmla="*/ 936119 h 1114902"/>
              <a:gd name="csX3033" fmla="*/ 524205 w 1728164"/>
              <a:gd name="csY3033" fmla="*/ 935808 h 1114902"/>
              <a:gd name="csX3034" fmla="*/ 524377 w 1728164"/>
              <a:gd name="csY3034" fmla="*/ 935497 h 1114902"/>
              <a:gd name="csX3035" fmla="*/ 524551 w 1728164"/>
              <a:gd name="csY3035" fmla="*/ 935185 h 1114902"/>
              <a:gd name="csX3036" fmla="*/ 524723 w 1728164"/>
              <a:gd name="csY3036" fmla="*/ 934874 h 1114902"/>
              <a:gd name="csX3037" fmla="*/ 524896 w 1728164"/>
              <a:gd name="csY3037" fmla="*/ 934562 h 1114902"/>
              <a:gd name="csX3038" fmla="*/ 525068 w 1728164"/>
              <a:gd name="csY3038" fmla="*/ 934251 h 1114902"/>
              <a:gd name="csX3039" fmla="*/ 525242 w 1728164"/>
              <a:gd name="csY3039" fmla="*/ 933940 h 1114902"/>
              <a:gd name="csX3040" fmla="*/ 525415 w 1728164"/>
              <a:gd name="csY3040" fmla="*/ 933628 h 1114902"/>
              <a:gd name="csX3041" fmla="*/ 525587 w 1728164"/>
              <a:gd name="csY3041" fmla="*/ 933317 h 1114902"/>
              <a:gd name="csX3042" fmla="*/ 525760 w 1728164"/>
              <a:gd name="csY3042" fmla="*/ 933006 h 1114902"/>
              <a:gd name="csX3043" fmla="*/ 525933 w 1728164"/>
              <a:gd name="csY3043" fmla="*/ 932685 h 1114902"/>
              <a:gd name="csX3044" fmla="*/ 526106 w 1728164"/>
              <a:gd name="csY3044" fmla="*/ 932374 h 1114902"/>
              <a:gd name="csX3045" fmla="*/ 526278 w 1728164"/>
              <a:gd name="csY3045" fmla="*/ 932063 h 1114902"/>
              <a:gd name="csX3046" fmla="*/ 526452 w 1728164"/>
              <a:gd name="csY3046" fmla="*/ 931742 h 1114902"/>
              <a:gd name="csX3047" fmla="*/ 526625 w 1728164"/>
              <a:gd name="csY3047" fmla="*/ 931431 h 1114902"/>
              <a:gd name="csX3048" fmla="*/ 526797 w 1728164"/>
              <a:gd name="csY3048" fmla="*/ 931111 h 1114902"/>
              <a:gd name="csX3049" fmla="*/ 526970 w 1728164"/>
              <a:gd name="csY3049" fmla="*/ 930799 h 1114902"/>
              <a:gd name="csX3050" fmla="*/ 527143 w 1728164"/>
              <a:gd name="csY3050" fmla="*/ 930479 h 1114902"/>
              <a:gd name="csX3051" fmla="*/ 527316 w 1728164"/>
              <a:gd name="csY3051" fmla="*/ 930159 h 1114902"/>
              <a:gd name="csX3052" fmla="*/ 527488 w 1728164"/>
              <a:gd name="csY3052" fmla="*/ 929847 h 1114902"/>
              <a:gd name="csX3053" fmla="*/ 527661 w 1728164"/>
              <a:gd name="csY3053" fmla="*/ 929527 h 1114902"/>
              <a:gd name="csX3054" fmla="*/ 527834 w 1728164"/>
              <a:gd name="csY3054" fmla="*/ 929207 h 1114902"/>
              <a:gd name="csX3055" fmla="*/ 528007 w 1728164"/>
              <a:gd name="csY3055" fmla="*/ 928887 h 1114902"/>
              <a:gd name="csX3056" fmla="*/ 528180 w 1728164"/>
              <a:gd name="csY3056" fmla="*/ 928575 h 1114902"/>
              <a:gd name="csX3057" fmla="*/ 528353 w 1728164"/>
              <a:gd name="csY3057" fmla="*/ 928255 h 1114902"/>
              <a:gd name="csX3058" fmla="*/ 528526 w 1728164"/>
              <a:gd name="csY3058" fmla="*/ 927935 h 1114902"/>
              <a:gd name="csX3059" fmla="*/ 528698 w 1728164"/>
              <a:gd name="csY3059" fmla="*/ 927614 h 1114902"/>
              <a:gd name="csX3060" fmla="*/ 528871 w 1728164"/>
              <a:gd name="csY3060" fmla="*/ 927294 h 1114902"/>
              <a:gd name="csX3061" fmla="*/ 529044 w 1728164"/>
              <a:gd name="csY3061" fmla="*/ 926974 h 1114902"/>
              <a:gd name="csX3062" fmla="*/ 529217 w 1728164"/>
              <a:gd name="csY3062" fmla="*/ 926654 h 1114902"/>
              <a:gd name="csX3063" fmla="*/ 529390 w 1728164"/>
              <a:gd name="csY3063" fmla="*/ 926324 h 1114902"/>
              <a:gd name="csX3064" fmla="*/ 529562 w 1728164"/>
              <a:gd name="csY3064" fmla="*/ 926004 h 1114902"/>
              <a:gd name="csX3065" fmla="*/ 529736 w 1728164"/>
              <a:gd name="csY3065" fmla="*/ 925684 h 1114902"/>
              <a:gd name="csX3066" fmla="*/ 529908 w 1728164"/>
              <a:gd name="csY3066" fmla="*/ 925364 h 1114902"/>
              <a:gd name="csX3067" fmla="*/ 530081 w 1728164"/>
              <a:gd name="csY3067" fmla="*/ 925034 h 1114902"/>
              <a:gd name="csX3068" fmla="*/ 530254 w 1728164"/>
              <a:gd name="csY3068" fmla="*/ 924714 h 1114902"/>
              <a:gd name="csX3069" fmla="*/ 530427 w 1728164"/>
              <a:gd name="csY3069" fmla="*/ 924385 h 1114902"/>
              <a:gd name="csX3070" fmla="*/ 530599 w 1728164"/>
              <a:gd name="csY3070" fmla="*/ 924065 h 1114902"/>
              <a:gd name="csX3071" fmla="*/ 530772 w 1728164"/>
              <a:gd name="csY3071" fmla="*/ 923736 h 1114902"/>
              <a:gd name="csX3072" fmla="*/ 530946 w 1728164"/>
              <a:gd name="csY3072" fmla="*/ 923415 h 1114902"/>
              <a:gd name="csX3073" fmla="*/ 531118 w 1728164"/>
              <a:gd name="csY3073" fmla="*/ 923086 h 1114902"/>
              <a:gd name="csX3074" fmla="*/ 531291 w 1728164"/>
              <a:gd name="csY3074" fmla="*/ 922766 h 1114902"/>
              <a:gd name="csX3075" fmla="*/ 531463 w 1728164"/>
              <a:gd name="csY3075" fmla="*/ 922437 h 1114902"/>
              <a:gd name="csX3076" fmla="*/ 531637 w 1728164"/>
              <a:gd name="csY3076" fmla="*/ 922107 h 1114902"/>
              <a:gd name="csX3077" fmla="*/ 531809 w 1728164"/>
              <a:gd name="csY3077" fmla="*/ 921778 h 1114902"/>
              <a:gd name="csX3078" fmla="*/ 531982 w 1728164"/>
              <a:gd name="csY3078" fmla="*/ 921458 h 1114902"/>
              <a:gd name="csX3079" fmla="*/ 532155 w 1728164"/>
              <a:gd name="csY3079" fmla="*/ 921129 h 1114902"/>
              <a:gd name="csX3080" fmla="*/ 532328 w 1728164"/>
              <a:gd name="csY3080" fmla="*/ 920800 h 1114902"/>
              <a:gd name="csX3081" fmla="*/ 532501 w 1728164"/>
              <a:gd name="csY3081" fmla="*/ 920471 h 1114902"/>
              <a:gd name="csX3082" fmla="*/ 532673 w 1728164"/>
              <a:gd name="csY3082" fmla="*/ 920141 h 1114902"/>
              <a:gd name="csX3083" fmla="*/ 532847 w 1728164"/>
              <a:gd name="csY3083" fmla="*/ 919812 h 1114902"/>
              <a:gd name="csX3084" fmla="*/ 533019 w 1728164"/>
              <a:gd name="csY3084" fmla="*/ 919483 h 1114902"/>
              <a:gd name="csX3085" fmla="*/ 533192 w 1728164"/>
              <a:gd name="csY3085" fmla="*/ 919154 h 1114902"/>
              <a:gd name="csX3086" fmla="*/ 533364 w 1728164"/>
              <a:gd name="csY3086" fmla="*/ 918816 h 1114902"/>
              <a:gd name="csX3087" fmla="*/ 533538 w 1728164"/>
              <a:gd name="csY3087" fmla="*/ 918487 h 1114902"/>
              <a:gd name="csX3088" fmla="*/ 533711 w 1728164"/>
              <a:gd name="csY3088" fmla="*/ 918157 h 1114902"/>
              <a:gd name="csX3089" fmla="*/ 533883 w 1728164"/>
              <a:gd name="csY3089" fmla="*/ 917819 h 1114902"/>
              <a:gd name="csX3090" fmla="*/ 534057 w 1728164"/>
              <a:gd name="csY3090" fmla="*/ 917490 h 1114902"/>
              <a:gd name="csX3091" fmla="*/ 534229 w 1728164"/>
              <a:gd name="csY3091" fmla="*/ 917161 h 1114902"/>
              <a:gd name="csX3092" fmla="*/ 534402 w 1728164"/>
              <a:gd name="csY3092" fmla="*/ 916823 h 1114902"/>
              <a:gd name="csX3093" fmla="*/ 534574 w 1728164"/>
              <a:gd name="csY3093" fmla="*/ 916494 h 1114902"/>
              <a:gd name="csX3094" fmla="*/ 534748 w 1728164"/>
              <a:gd name="csY3094" fmla="*/ 916156 h 1114902"/>
              <a:gd name="csX3095" fmla="*/ 534920 w 1728164"/>
              <a:gd name="csY3095" fmla="*/ 915827 h 1114902"/>
              <a:gd name="csX3096" fmla="*/ 535093 w 1728164"/>
              <a:gd name="csY3096" fmla="*/ 915489 h 1114902"/>
              <a:gd name="csX3097" fmla="*/ 535266 w 1728164"/>
              <a:gd name="csY3097" fmla="*/ 915150 h 1114902"/>
              <a:gd name="csX3098" fmla="*/ 535439 w 1728164"/>
              <a:gd name="csY3098" fmla="*/ 914821 h 1114902"/>
              <a:gd name="csX3099" fmla="*/ 535612 w 1728164"/>
              <a:gd name="csY3099" fmla="*/ 914483 h 1114902"/>
              <a:gd name="csX3100" fmla="*/ 535784 w 1728164"/>
              <a:gd name="csY3100" fmla="*/ 914145 h 1114902"/>
              <a:gd name="csX3101" fmla="*/ 535958 w 1728164"/>
              <a:gd name="csY3101" fmla="*/ 913807 h 1114902"/>
              <a:gd name="csX3102" fmla="*/ 536130 w 1728164"/>
              <a:gd name="csY3102" fmla="*/ 913469 h 1114902"/>
              <a:gd name="csX3103" fmla="*/ 536303 w 1728164"/>
              <a:gd name="csY3103" fmla="*/ 913131 h 1114902"/>
              <a:gd name="csX3104" fmla="*/ 536476 w 1728164"/>
              <a:gd name="csY3104" fmla="*/ 912793 h 1114902"/>
              <a:gd name="csX3105" fmla="*/ 536649 w 1728164"/>
              <a:gd name="csY3105" fmla="*/ 912455 h 1114902"/>
              <a:gd name="csX3106" fmla="*/ 536822 w 1728164"/>
              <a:gd name="csY3106" fmla="*/ 912117 h 1114902"/>
              <a:gd name="csX3107" fmla="*/ 536994 w 1728164"/>
              <a:gd name="csY3107" fmla="*/ 911779 h 1114902"/>
              <a:gd name="csX3108" fmla="*/ 537167 w 1728164"/>
              <a:gd name="csY3108" fmla="*/ 911441 h 1114902"/>
              <a:gd name="csX3109" fmla="*/ 537340 w 1728164"/>
              <a:gd name="csY3109" fmla="*/ 911103 h 1114902"/>
              <a:gd name="csX3110" fmla="*/ 537513 w 1728164"/>
              <a:gd name="csY3110" fmla="*/ 910756 h 1114902"/>
              <a:gd name="csX3111" fmla="*/ 537685 w 1728164"/>
              <a:gd name="csY3111" fmla="*/ 910417 h 1114902"/>
              <a:gd name="csX3112" fmla="*/ 537859 w 1728164"/>
              <a:gd name="csY3112" fmla="*/ 910080 h 1114902"/>
              <a:gd name="csX3113" fmla="*/ 538032 w 1728164"/>
              <a:gd name="csY3113" fmla="*/ 909733 h 1114902"/>
              <a:gd name="csX3114" fmla="*/ 538204 w 1728164"/>
              <a:gd name="csY3114" fmla="*/ 909394 h 1114902"/>
              <a:gd name="csX3115" fmla="*/ 538377 w 1728164"/>
              <a:gd name="csY3115" fmla="*/ 909048 h 1114902"/>
              <a:gd name="csX3116" fmla="*/ 538550 w 1728164"/>
              <a:gd name="csY3116" fmla="*/ 908709 h 1114902"/>
              <a:gd name="csX3117" fmla="*/ 538723 w 1728164"/>
              <a:gd name="csY3117" fmla="*/ 908362 h 1114902"/>
              <a:gd name="csX3118" fmla="*/ 538895 w 1728164"/>
              <a:gd name="csY3118" fmla="*/ 908024 h 1114902"/>
              <a:gd name="csX3119" fmla="*/ 539068 w 1728164"/>
              <a:gd name="csY3119" fmla="*/ 907677 h 1114902"/>
              <a:gd name="csX3120" fmla="*/ 539241 w 1728164"/>
              <a:gd name="csY3120" fmla="*/ 907330 h 1114902"/>
              <a:gd name="csX3121" fmla="*/ 539414 w 1728164"/>
              <a:gd name="csY3121" fmla="*/ 906983 h 1114902"/>
              <a:gd name="csX3122" fmla="*/ 539587 w 1728164"/>
              <a:gd name="csY3122" fmla="*/ 906645 h 1114902"/>
              <a:gd name="csX3123" fmla="*/ 539760 w 1728164"/>
              <a:gd name="csY3123" fmla="*/ 906299 h 1114902"/>
              <a:gd name="csX3124" fmla="*/ 539933 w 1728164"/>
              <a:gd name="csY3124" fmla="*/ 905952 h 1114902"/>
              <a:gd name="csX3125" fmla="*/ 540105 w 1728164"/>
              <a:gd name="csY3125" fmla="*/ 905605 h 1114902"/>
              <a:gd name="csX3126" fmla="*/ 540278 w 1728164"/>
              <a:gd name="csY3126" fmla="*/ 905258 h 1114902"/>
              <a:gd name="csX3127" fmla="*/ 540451 w 1728164"/>
              <a:gd name="csY3127" fmla="*/ 904911 h 1114902"/>
              <a:gd name="csX3128" fmla="*/ 540624 w 1728164"/>
              <a:gd name="csY3128" fmla="*/ 904564 h 1114902"/>
              <a:gd name="csX3129" fmla="*/ 540797 w 1728164"/>
              <a:gd name="csY3129" fmla="*/ 904217 h 1114902"/>
              <a:gd name="csX3130" fmla="*/ 540969 w 1728164"/>
              <a:gd name="csY3130" fmla="*/ 903861 h 1114902"/>
              <a:gd name="csX3131" fmla="*/ 541143 w 1728164"/>
              <a:gd name="csY3131" fmla="*/ 903514 h 1114902"/>
              <a:gd name="csX3132" fmla="*/ 541315 w 1728164"/>
              <a:gd name="csY3132" fmla="*/ 903167 h 1114902"/>
              <a:gd name="csX3133" fmla="*/ 541488 w 1728164"/>
              <a:gd name="csY3133" fmla="*/ 902820 h 1114902"/>
              <a:gd name="csX3134" fmla="*/ 541661 w 1728164"/>
              <a:gd name="csY3134" fmla="*/ 902464 h 1114902"/>
              <a:gd name="csX3135" fmla="*/ 541834 w 1728164"/>
              <a:gd name="csY3135" fmla="*/ 902117 h 1114902"/>
              <a:gd name="csX3136" fmla="*/ 542006 w 1728164"/>
              <a:gd name="csY3136" fmla="*/ 901761 h 1114902"/>
              <a:gd name="csX3137" fmla="*/ 542179 w 1728164"/>
              <a:gd name="csY3137" fmla="*/ 901414 h 1114902"/>
              <a:gd name="csX3138" fmla="*/ 542353 w 1728164"/>
              <a:gd name="csY3138" fmla="*/ 901059 h 1114902"/>
              <a:gd name="csX3139" fmla="*/ 542525 w 1728164"/>
              <a:gd name="csY3139" fmla="*/ 900712 h 1114902"/>
              <a:gd name="csX3140" fmla="*/ 542698 w 1728164"/>
              <a:gd name="csY3140" fmla="*/ 900356 h 1114902"/>
              <a:gd name="csX3141" fmla="*/ 542870 w 1728164"/>
              <a:gd name="csY3141" fmla="*/ 900009 h 1114902"/>
              <a:gd name="csX3142" fmla="*/ 543044 w 1728164"/>
              <a:gd name="csY3142" fmla="*/ 899653 h 1114902"/>
              <a:gd name="csX3143" fmla="*/ 543216 w 1728164"/>
              <a:gd name="csY3143" fmla="*/ 899297 h 1114902"/>
              <a:gd name="csX3144" fmla="*/ 543389 w 1728164"/>
              <a:gd name="csY3144" fmla="*/ 898941 h 1114902"/>
              <a:gd name="csX3145" fmla="*/ 543562 w 1728164"/>
              <a:gd name="csY3145" fmla="*/ 898585 h 1114902"/>
              <a:gd name="csX3146" fmla="*/ 543735 w 1728164"/>
              <a:gd name="csY3146" fmla="*/ 898238 h 1114902"/>
              <a:gd name="csX3147" fmla="*/ 543908 w 1728164"/>
              <a:gd name="csY3147" fmla="*/ 897882 h 1114902"/>
              <a:gd name="csX3148" fmla="*/ 544080 w 1728164"/>
              <a:gd name="csY3148" fmla="*/ 897527 h 1114902"/>
              <a:gd name="csX3149" fmla="*/ 544254 w 1728164"/>
              <a:gd name="csY3149" fmla="*/ 897171 h 1114902"/>
              <a:gd name="csX3150" fmla="*/ 544426 w 1728164"/>
              <a:gd name="csY3150" fmla="*/ 896806 h 1114902"/>
              <a:gd name="csX3151" fmla="*/ 544599 w 1728164"/>
              <a:gd name="csY3151" fmla="*/ 896450 h 1114902"/>
              <a:gd name="csX3152" fmla="*/ 544771 w 1728164"/>
              <a:gd name="csY3152" fmla="*/ 896094 h 1114902"/>
              <a:gd name="csX3153" fmla="*/ 544945 w 1728164"/>
              <a:gd name="csY3153" fmla="*/ 895738 h 1114902"/>
              <a:gd name="csX3154" fmla="*/ 545118 w 1728164"/>
              <a:gd name="csY3154" fmla="*/ 895383 h 1114902"/>
              <a:gd name="csX3155" fmla="*/ 545290 w 1728164"/>
              <a:gd name="csY3155" fmla="*/ 895018 h 1114902"/>
              <a:gd name="csX3156" fmla="*/ 545464 w 1728164"/>
              <a:gd name="csY3156" fmla="*/ 894662 h 1114902"/>
              <a:gd name="csX3157" fmla="*/ 545636 w 1728164"/>
              <a:gd name="csY3157" fmla="*/ 894306 h 1114902"/>
              <a:gd name="csX3158" fmla="*/ 545809 w 1728164"/>
              <a:gd name="csY3158" fmla="*/ 893941 h 1114902"/>
              <a:gd name="csX3159" fmla="*/ 545981 w 1728164"/>
              <a:gd name="csY3159" fmla="*/ 893585 h 1114902"/>
              <a:gd name="csX3160" fmla="*/ 546155 w 1728164"/>
              <a:gd name="csY3160" fmla="*/ 893221 h 1114902"/>
              <a:gd name="csX3161" fmla="*/ 546328 w 1728164"/>
              <a:gd name="csY3161" fmla="*/ 892865 h 1114902"/>
              <a:gd name="csX3162" fmla="*/ 546500 w 1728164"/>
              <a:gd name="csY3162" fmla="*/ 892500 h 1114902"/>
              <a:gd name="csX3163" fmla="*/ 546673 w 1728164"/>
              <a:gd name="csY3163" fmla="*/ 892135 h 1114902"/>
              <a:gd name="csX3164" fmla="*/ 546846 w 1728164"/>
              <a:gd name="csY3164" fmla="*/ 891779 h 1114902"/>
              <a:gd name="csX3165" fmla="*/ 547019 w 1728164"/>
              <a:gd name="csY3165" fmla="*/ 891415 h 1114902"/>
              <a:gd name="csX3166" fmla="*/ 547191 w 1728164"/>
              <a:gd name="csY3166" fmla="*/ 891050 h 1114902"/>
              <a:gd name="csX3167" fmla="*/ 547365 w 1728164"/>
              <a:gd name="csY3167" fmla="*/ 890685 h 1114902"/>
              <a:gd name="csX3168" fmla="*/ 547537 w 1728164"/>
              <a:gd name="csY3168" fmla="*/ 890320 h 1114902"/>
              <a:gd name="csX3169" fmla="*/ 547710 w 1728164"/>
              <a:gd name="csY3169" fmla="*/ 889956 h 1114902"/>
              <a:gd name="csX3170" fmla="*/ 547883 w 1728164"/>
              <a:gd name="csY3170" fmla="*/ 889591 h 1114902"/>
              <a:gd name="csX3171" fmla="*/ 548056 w 1728164"/>
              <a:gd name="csY3171" fmla="*/ 889226 h 1114902"/>
              <a:gd name="csX3172" fmla="*/ 548229 w 1728164"/>
              <a:gd name="csY3172" fmla="*/ 888861 h 1114902"/>
              <a:gd name="csX3173" fmla="*/ 548401 w 1728164"/>
              <a:gd name="csY3173" fmla="*/ 888497 h 1114902"/>
              <a:gd name="csX3174" fmla="*/ 548574 w 1728164"/>
              <a:gd name="csY3174" fmla="*/ 888132 h 1114902"/>
              <a:gd name="csX3175" fmla="*/ 548747 w 1728164"/>
              <a:gd name="csY3175" fmla="*/ 887767 h 1114902"/>
              <a:gd name="csX3176" fmla="*/ 548920 w 1728164"/>
              <a:gd name="csY3176" fmla="*/ 887394 h 1114902"/>
              <a:gd name="csX3177" fmla="*/ 549092 w 1728164"/>
              <a:gd name="csY3177" fmla="*/ 887029 h 1114902"/>
              <a:gd name="csX3178" fmla="*/ 549266 w 1728164"/>
              <a:gd name="csY3178" fmla="*/ 886664 h 1114902"/>
              <a:gd name="csX3179" fmla="*/ 549439 w 1728164"/>
              <a:gd name="csY3179" fmla="*/ 886290 h 1114902"/>
              <a:gd name="csX3180" fmla="*/ 549611 w 1728164"/>
              <a:gd name="csY3180" fmla="*/ 885926 h 1114902"/>
              <a:gd name="csX3181" fmla="*/ 549784 w 1728164"/>
              <a:gd name="csY3181" fmla="*/ 885552 h 1114902"/>
              <a:gd name="csX3182" fmla="*/ 549957 w 1728164"/>
              <a:gd name="csY3182" fmla="*/ 885187 h 1114902"/>
              <a:gd name="csX3183" fmla="*/ 550130 w 1728164"/>
              <a:gd name="csY3183" fmla="*/ 884814 h 1114902"/>
              <a:gd name="csX3184" fmla="*/ 550302 w 1728164"/>
              <a:gd name="csY3184" fmla="*/ 884449 h 1114902"/>
              <a:gd name="csX3185" fmla="*/ 550475 w 1728164"/>
              <a:gd name="csY3185" fmla="*/ 884075 h 1114902"/>
              <a:gd name="csX3186" fmla="*/ 550649 w 1728164"/>
              <a:gd name="csY3186" fmla="*/ 883702 h 1114902"/>
              <a:gd name="csX3187" fmla="*/ 550821 w 1728164"/>
              <a:gd name="csY3187" fmla="*/ 883328 h 1114902"/>
              <a:gd name="csX3188" fmla="*/ 550994 w 1728164"/>
              <a:gd name="csY3188" fmla="*/ 882963 h 1114902"/>
              <a:gd name="csX3189" fmla="*/ 551167 w 1728164"/>
              <a:gd name="csY3189" fmla="*/ 882589 h 1114902"/>
              <a:gd name="csX3190" fmla="*/ 551340 w 1728164"/>
              <a:gd name="csY3190" fmla="*/ 882216 h 1114902"/>
              <a:gd name="csX3191" fmla="*/ 551512 w 1728164"/>
              <a:gd name="csY3191" fmla="*/ 881842 h 1114902"/>
              <a:gd name="csX3192" fmla="*/ 551685 w 1728164"/>
              <a:gd name="csY3192" fmla="*/ 881469 h 1114902"/>
              <a:gd name="csX3193" fmla="*/ 551858 w 1728164"/>
              <a:gd name="csY3193" fmla="*/ 881095 h 1114902"/>
              <a:gd name="csX3194" fmla="*/ 552031 w 1728164"/>
              <a:gd name="csY3194" fmla="*/ 880721 h 1114902"/>
              <a:gd name="csX3195" fmla="*/ 552204 w 1728164"/>
              <a:gd name="csY3195" fmla="*/ 880348 h 1114902"/>
              <a:gd name="csX3196" fmla="*/ 552376 w 1728164"/>
              <a:gd name="csY3196" fmla="*/ 879965 h 1114902"/>
              <a:gd name="csX3197" fmla="*/ 552550 w 1728164"/>
              <a:gd name="csY3197" fmla="*/ 879591 h 1114902"/>
              <a:gd name="csX3198" fmla="*/ 552722 w 1728164"/>
              <a:gd name="csY3198" fmla="*/ 879218 h 1114902"/>
              <a:gd name="csX3199" fmla="*/ 552895 w 1728164"/>
              <a:gd name="csY3199" fmla="*/ 878844 h 1114902"/>
              <a:gd name="csX3200" fmla="*/ 553068 w 1728164"/>
              <a:gd name="csY3200" fmla="*/ 878462 h 1114902"/>
              <a:gd name="csX3201" fmla="*/ 553241 w 1728164"/>
              <a:gd name="csY3201" fmla="*/ 878088 h 1114902"/>
              <a:gd name="csX3202" fmla="*/ 553413 w 1728164"/>
              <a:gd name="csY3202" fmla="*/ 877705 h 1114902"/>
              <a:gd name="csX3203" fmla="*/ 553586 w 1728164"/>
              <a:gd name="csY3203" fmla="*/ 877332 h 1114902"/>
              <a:gd name="csX3204" fmla="*/ 553760 w 1728164"/>
              <a:gd name="csY3204" fmla="*/ 876949 h 1114902"/>
              <a:gd name="csX3205" fmla="*/ 553932 w 1728164"/>
              <a:gd name="csY3205" fmla="*/ 876575 h 1114902"/>
              <a:gd name="csX3206" fmla="*/ 554105 w 1728164"/>
              <a:gd name="csY3206" fmla="*/ 876193 h 1114902"/>
              <a:gd name="csX3207" fmla="*/ 554277 w 1728164"/>
              <a:gd name="csY3207" fmla="*/ 875810 h 1114902"/>
              <a:gd name="csX3208" fmla="*/ 554451 w 1728164"/>
              <a:gd name="csY3208" fmla="*/ 875437 h 1114902"/>
              <a:gd name="csX3209" fmla="*/ 554623 w 1728164"/>
              <a:gd name="csY3209" fmla="*/ 875054 h 1114902"/>
              <a:gd name="csX3210" fmla="*/ 554796 w 1728164"/>
              <a:gd name="csY3210" fmla="*/ 874672 h 1114902"/>
              <a:gd name="csX3211" fmla="*/ 554970 w 1728164"/>
              <a:gd name="csY3211" fmla="*/ 874289 h 1114902"/>
              <a:gd name="csX3212" fmla="*/ 555142 w 1728164"/>
              <a:gd name="csY3212" fmla="*/ 873907 h 1114902"/>
              <a:gd name="csX3213" fmla="*/ 555315 w 1728164"/>
              <a:gd name="csY3213" fmla="*/ 873524 h 1114902"/>
              <a:gd name="csX3214" fmla="*/ 555487 w 1728164"/>
              <a:gd name="csY3214" fmla="*/ 873141 h 1114902"/>
              <a:gd name="csX3215" fmla="*/ 555661 w 1728164"/>
              <a:gd name="csY3215" fmla="*/ 872759 h 1114902"/>
              <a:gd name="csX3216" fmla="*/ 555833 w 1728164"/>
              <a:gd name="csY3216" fmla="*/ 872376 h 1114902"/>
              <a:gd name="csX3217" fmla="*/ 556006 w 1728164"/>
              <a:gd name="csY3217" fmla="*/ 871994 h 1114902"/>
              <a:gd name="csX3218" fmla="*/ 556179 w 1728164"/>
              <a:gd name="csY3218" fmla="*/ 871611 h 1114902"/>
              <a:gd name="csX3219" fmla="*/ 556352 w 1728164"/>
              <a:gd name="csY3219" fmla="*/ 871229 h 1114902"/>
              <a:gd name="csX3220" fmla="*/ 556525 w 1728164"/>
              <a:gd name="csY3220" fmla="*/ 870837 h 1114902"/>
              <a:gd name="csX3221" fmla="*/ 556697 w 1728164"/>
              <a:gd name="csY3221" fmla="*/ 870455 h 1114902"/>
              <a:gd name="csX3222" fmla="*/ 556871 w 1728164"/>
              <a:gd name="csY3222" fmla="*/ 870072 h 1114902"/>
              <a:gd name="csX3223" fmla="*/ 557043 w 1728164"/>
              <a:gd name="csY3223" fmla="*/ 869681 h 1114902"/>
              <a:gd name="csX3224" fmla="*/ 557216 w 1728164"/>
              <a:gd name="csY3224" fmla="*/ 869298 h 1114902"/>
              <a:gd name="csX3225" fmla="*/ 557388 w 1728164"/>
              <a:gd name="csY3225" fmla="*/ 868907 h 1114902"/>
              <a:gd name="csX3226" fmla="*/ 557562 w 1728164"/>
              <a:gd name="csY3226" fmla="*/ 868524 h 1114902"/>
              <a:gd name="csX3227" fmla="*/ 557734 w 1728164"/>
              <a:gd name="csY3227" fmla="*/ 868133 h 1114902"/>
              <a:gd name="csX3228" fmla="*/ 557907 w 1728164"/>
              <a:gd name="csY3228" fmla="*/ 867750 h 1114902"/>
              <a:gd name="csX3229" fmla="*/ 558080 w 1728164"/>
              <a:gd name="csY3229" fmla="*/ 867359 h 1114902"/>
              <a:gd name="csX3230" fmla="*/ 558253 w 1728164"/>
              <a:gd name="csY3230" fmla="*/ 866967 h 1114902"/>
              <a:gd name="csX3231" fmla="*/ 558426 w 1728164"/>
              <a:gd name="csY3231" fmla="*/ 866576 h 1114902"/>
              <a:gd name="csX3232" fmla="*/ 558598 w 1728164"/>
              <a:gd name="csY3232" fmla="*/ 866184 h 1114902"/>
              <a:gd name="csX3233" fmla="*/ 558772 w 1728164"/>
              <a:gd name="csY3233" fmla="*/ 865802 h 1114902"/>
              <a:gd name="csX3234" fmla="*/ 558944 w 1728164"/>
              <a:gd name="csY3234" fmla="*/ 865410 h 1114902"/>
              <a:gd name="csX3235" fmla="*/ 559117 w 1728164"/>
              <a:gd name="csY3235" fmla="*/ 865019 h 1114902"/>
              <a:gd name="csX3236" fmla="*/ 559290 w 1728164"/>
              <a:gd name="csY3236" fmla="*/ 864627 h 1114902"/>
              <a:gd name="csX3237" fmla="*/ 559463 w 1728164"/>
              <a:gd name="csY3237" fmla="*/ 864236 h 1114902"/>
              <a:gd name="csX3238" fmla="*/ 559636 w 1728164"/>
              <a:gd name="csY3238" fmla="*/ 863845 h 1114902"/>
              <a:gd name="csX3239" fmla="*/ 559808 w 1728164"/>
              <a:gd name="csY3239" fmla="*/ 863444 h 1114902"/>
              <a:gd name="csX3240" fmla="*/ 559981 w 1728164"/>
              <a:gd name="csY3240" fmla="*/ 863053 h 1114902"/>
              <a:gd name="csX3241" fmla="*/ 560154 w 1728164"/>
              <a:gd name="csY3241" fmla="*/ 862661 h 1114902"/>
              <a:gd name="csX3242" fmla="*/ 560327 w 1728164"/>
              <a:gd name="csY3242" fmla="*/ 862270 h 1114902"/>
              <a:gd name="csX3243" fmla="*/ 560500 w 1728164"/>
              <a:gd name="csY3243" fmla="*/ 861870 h 1114902"/>
              <a:gd name="csX3244" fmla="*/ 560673 w 1728164"/>
              <a:gd name="csY3244" fmla="*/ 861478 h 1114902"/>
              <a:gd name="csX3245" fmla="*/ 560846 w 1728164"/>
              <a:gd name="csY3245" fmla="*/ 861087 h 1114902"/>
              <a:gd name="csX3246" fmla="*/ 561018 w 1728164"/>
              <a:gd name="csY3246" fmla="*/ 860686 h 1114902"/>
              <a:gd name="csX3247" fmla="*/ 561191 w 1728164"/>
              <a:gd name="csY3247" fmla="*/ 860295 h 1114902"/>
              <a:gd name="csX3248" fmla="*/ 561364 w 1728164"/>
              <a:gd name="csY3248" fmla="*/ 859895 h 1114902"/>
              <a:gd name="csX3249" fmla="*/ 561537 w 1728164"/>
              <a:gd name="csY3249" fmla="*/ 859494 h 1114902"/>
              <a:gd name="csX3250" fmla="*/ 561709 w 1728164"/>
              <a:gd name="csY3250" fmla="*/ 859103 h 1114902"/>
              <a:gd name="csX3251" fmla="*/ 561882 w 1728164"/>
              <a:gd name="csY3251" fmla="*/ 858703 h 1114902"/>
              <a:gd name="csX3252" fmla="*/ 562055 w 1728164"/>
              <a:gd name="csY3252" fmla="*/ 858302 h 1114902"/>
              <a:gd name="csX3253" fmla="*/ 562228 w 1728164"/>
              <a:gd name="csY3253" fmla="*/ 857902 h 1114902"/>
              <a:gd name="csX3254" fmla="*/ 562401 w 1728164"/>
              <a:gd name="csY3254" fmla="*/ 857510 h 1114902"/>
              <a:gd name="csX3255" fmla="*/ 562574 w 1728164"/>
              <a:gd name="csY3255" fmla="*/ 857110 h 1114902"/>
              <a:gd name="csX3256" fmla="*/ 562747 w 1728164"/>
              <a:gd name="csY3256" fmla="*/ 856710 h 1114902"/>
              <a:gd name="csX3257" fmla="*/ 562919 w 1728164"/>
              <a:gd name="csY3257" fmla="*/ 856309 h 1114902"/>
              <a:gd name="csX3258" fmla="*/ 563092 w 1728164"/>
              <a:gd name="csY3258" fmla="*/ 855909 h 1114902"/>
              <a:gd name="csX3259" fmla="*/ 563265 w 1728164"/>
              <a:gd name="csY3259" fmla="*/ 855509 h 1114902"/>
              <a:gd name="csX3260" fmla="*/ 563438 w 1728164"/>
              <a:gd name="csY3260" fmla="*/ 855108 h 1114902"/>
              <a:gd name="csX3261" fmla="*/ 563611 w 1728164"/>
              <a:gd name="csY3261" fmla="*/ 854699 h 1114902"/>
              <a:gd name="csX3262" fmla="*/ 563783 w 1728164"/>
              <a:gd name="csY3262" fmla="*/ 854299 h 1114902"/>
              <a:gd name="csX3263" fmla="*/ 563957 w 1728164"/>
              <a:gd name="csY3263" fmla="*/ 853898 h 1114902"/>
              <a:gd name="csX3264" fmla="*/ 564129 w 1728164"/>
              <a:gd name="csY3264" fmla="*/ 853498 h 1114902"/>
              <a:gd name="csX3265" fmla="*/ 564302 w 1728164"/>
              <a:gd name="csY3265" fmla="*/ 853089 h 1114902"/>
              <a:gd name="csX3266" fmla="*/ 564475 w 1728164"/>
              <a:gd name="csY3266" fmla="*/ 852689 h 1114902"/>
              <a:gd name="csX3267" fmla="*/ 564648 w 1728164"/>
              <a:gd name="csY3267" fmla="*/ 852288 h 1114902"/>
              <a:gd name="csX3268" fmla="*/ 564821 w 1728164"/>
              <a:gd name="csY3268" fmla="*/ 851879 h 1114902"/>
              <a:gd name="csX3269" fmla="*/ 564993 w 1728164"/>
              <a:gd name="csY3269" fmla="*/ 851478 h 1114902"/>
              <a:gd name="csX3270" fmla="*/ 565167 w 1728164"/>
              <a:gd name="csY3270" fmla="*/ 851069 h 1114902"/>
              <a:gd name="csX3271" fmla="*/ 565339 w 1728164"/>
              <a:gd name="csY3271" fmla="*/ 850660 h 1114902"/>
              <a:gd name="csX3272" fmla="*/ 565512 w 1728164"/>
              <a:gd name="csY3272" fmla="*/ 850260 h 1114902"/>
              <a:gd name="csX3273" fmla="*/ 565685 w 1728164"/>
              <a:gd name="csY3273" fmla="*/ 849850 h 1114902"/>
              <a:gd name="csX3274" fmla="*/ 565858 w 1728164"/>
              <a:gd name="csY3274" fmla="*/ 849441 h 1114902"/>
              <a:gd name="csX3275" fmla="*/ 566030 w 1728164"/>
              <a:gd name="csY3275" fmla="*/ 849032 h 1114902"/>
              <a:gd name="csX3276" fmla="*/ 566203 w 1728164"/>
              <a:gd name="csY3276" fmla="*/ 848632 h 1114902"/>
              <a:gd name="csX3277" fmla="*/ 566376 w 1728164"/>
              <a:gd name="csY3277" fmla="*/ 848222 h 1114902"/>
              <a:gd name="csX3278" fmla="*/ 566549 w 1728164"/>
              <a:gd name="csY3278" fmla="*/ 847813 h 1114902"/>
              <a:gd name="csX3279" fmla="*/ 566722 w 1728164"/>
              <a:gd name="csY3279" fmla="*/ 847404 h 1114902"/>
              <a:gd name="csX3280" fmla="*/ 566894 w 1728164"/>
              <a:gd name="csY3280" fmla="*/ 846995 h 1114902"/>
              <a:gd name="csX3281" fmla="*/ 567068 w 1728164"/>
              <a:gd name="csY3281" fmla="*/ 846585 h 1114902"/>
              <a:gd name="csX3282" fmla="*/ 567240 w 1728164"/>
              <a:gd name="csY3282" fmla="*/ 846176 h 1114902"/>
              <a:gd name="csX3283" fmla="*/ 567413 w 1728164"/>
              <a:gd name="csY3283" fmla="*/ 845758 h 1114902"/>
              <a:gd name="csX3284" fmla="*/ 567586 w 1728164"/>
              <a:gd name="csY3284" fmla="*/ 845349 h 1114902"/>
              <a:gd name="csX3285" fmla="*/ 567759 w 1728164"/>
              <a:gd name="csY3285" fmla="*/ 844940 h 1114902"/>
              <a:gd name="csX3286" fmla="*/ 567932 w 1728164"/>
              <a:gd name="csY3286" fmla="*/ 844530 h 1114902"/>
              <a:gd name="csX3287" fmla="*/ 568104 w 1728164"/>
              <a:gd name="csY3287" fmla="*/ 844112 h 1114902"/>
              <a:gd name="csX3288" fmla="*/ 568278 w 1728164"/>
              <a:gd name="csY3288" fmla="*/ 843703 h 1114902"/>
              <a:gd name="csX3289" fmla="*/ 568450 w 1728164"/>
              <a:gd name="csY3289" fmla="*/ 843285 h 1114902"/>
              <a:gd name="csX3290" fmla="*/ 568623 w 1728164"/>
              <a:gd name="csY3290" fmla="*/ 842876 h 1114902"/>
              <a:gd name="csX3291" fmla="*/ 568795 w 1728164"/>
              <a:gd name="csY3291" fmla="*/ 842458 h 1114902"/>
              <a:gd name="csX3292" fmla="*/ 568969 w 1728164"/>
              <a:gd name="csY3292" fmla="*/ 842048 h 1114902"/>
              <a:gd name="csX3293" fmla="*/ 569142 w 1728164"/>
              <a:gd name="csY3293" fmla="*/ 841630 h 1114902"/>
              <a:gd name="csX3294" fmla="*/ 569314 w 1728164"/>
              <a:gd name="csY3294" fmla="*/ 841221 h 1114902"/>
              <a:gd name="csX3295" fmla="*/ 569488 w 1728164"/>
              <a:gd name="csY3295" fmla="*/ 840803 h 1114902"/>
              <a:gd name="csX3296" fmla="*/ 569660 w 1728164"/>
              <a:gd name="csY3296" fmla="*/ 840385 h 1114902"/>
              <a:gd name="csX3297" fmla="*/ 569833 w 1728164"/>
              <a:gd name="csY3297" fmla="*/ 839967 h 1114902"/>
              <a:gd name="csX3298" fmla="*/ 570005 w 1728164"/>
              <a:gd name="csY3298" fmla="*/ 839548 h 1114902"/>
              <a:gd name="csX3299" fmla="*/ 570179 w 1728164"/>
              <a:gd name="csY3299" fmla="*/ 839139 h 1114902"/>
              <a:gd name="csX3300" fmla="*/ 570351 w 1728164"/>
              <a:gd name="csY3300" fmla="*/ 838721 h 1114902"/>
              <a:gd name="csX3301" fmla="*/ 570524 w 1728164"/>
              <a:gd name="csY3301" fmla="*/ 838303 h 1114902"/>
              <a:gd name="csX3302" fmla="*/ 570697 w 1728164"/>
              <a:gd name="csY3302" fmla="*/ 837885 h 1114902"/>
              <a:gd name="csX3303" fmla="*/ 570870 w 1728164"/>
              <a:gd name="csY3303" fmla="*/ 837458 h 1114902"/>
              <a:gd name="csX3304" fmla="*/ 571043 w 1728164"/>
              <a:gd name="csY3304" fmla="*/ 837040 h 1114902"/>
              <a:gd name="csX3305" fmla="*/ 571215 w 1728164"/>
              <a:gd name="csY3305" fmla="*/ 836621 h 1114902"/>
              <a:gd name="csX3306" fmla="*/ 571389 w 1728164"/>
              <a:gd name="csY3306" fmla="*/ 836203 h 1114902"/>
              <a:gd name="csX3307" fmla="*/ 571561 w 1728164"/>
              <a:gd name="csY3307" fmla="*/ 835785 h 1114902"/>
              <a:gd name="csX3308" fmla="*/ 571734 w 1728164"/>
              <a:gd name="csY3308" fmla="*/ 835358 h 1114902"/>
              <a:gd name="csX3309" fmla="*/ 571907 w 1728164"/>
              <a:gd name="csY3309" fmla="*/ 834940 h 1114902"/>
              <a:gd name="csX3310" fmla="*/ 572080 w 1728164"/>
              <a:gd name="csY3310" fmla="*/ 834522 h 1114902"/>
              <a:gd name="csX3311" fmla="*/ 572253 w 1728164"/>
              <a:gd name="csY3311" fmla="*/ 834095 h 1114902"/>
              <a:gd name="csX3312" fmla="*/ 572425 w 1728164"/>
              <a:gd name="csY3312" fmla="*/ 833677 h 1114902"/>
              <a:gd name="csX3313" fmla="*/ 572598 w 1728164"/>
              <a:gd name="csY3313" fmla="*/ 833250 h 1114902"/>
              <a:gd name="csX3314" fmla="*/ 572771 w 1728164"/>
              <a:gd name="csY3314" fmla="*/ 832832 h 1114902"/>
              <a:gd name="csX3315" fmla="*/ 572944 w 1728164"/>
              <a:gd name="csY3315" fmla="*/ 832405 h 1114902"/>
              <a:gd name="csX3316" fmla="*/ 573116 w 1728164"/>
              <a:gd name="csY3316" fmla="*/ 831978 h 1114902"/>
              <a:gd name="csX3317" fmla="*/ 573290 w 1728164"/>
              <a:gd name="csY3317" fmla="*/ 831559 h 1114902"/>
              <a:gd name="csX3318" fmla="*/ 573463 w 1728164"/>
              <a:gd name="csY3318" fmla="*/ 831132 h 1114902"/>
              <a:gd name="csX3319" fmla="*/ 573635 w 1728164"/>
              <a:gd name="csY3319" fmla="*/ 830705 h 1114902"/>
              <a:gd name="csX3320" fmla="*/ 573808 w 1728164"/>
              <a:gd name="csY3320" fmla="*/ 830278 h 1114902"/>
              <a:gd name="csX3321" fmla="*/ 573981 w 1728164"/>
              <a:gd name="csY3321" fmla="*/ 829851 h 1114902"/>
              <a:gd name="csX3322" fmla="*/ 574154 w 1728164"/>
              <a:gd name="csY3322" fmla="*/ 829424 h 1114902"/>
              <a:gd name="csX3323" fmla="*/ 574326 w 1728164"/>
              <a:gd name="csY3323" fmla="*/ 828997 h 1114902"/>
              <a:gd name="csX3324" fmla="*/ 574499 w 1728164"/>
              <a:gd name="csY3324" fmla="*/ 828570 h 1114902"/>
              <a:gd name="csX3325" fmla="*/ 574672 w 1728164"/>
              <a:gd name="csY3325" fmla="*/ 828143 h 1114902"/>
              <a:gd name="csX3326" fmla="*/ 574845 w 1728164"/>
              <a:gd name="csY3326" fmla="*/ 827716 h 1114902"/>
              <a:gd name="csX3327" fmla="*/ 575018 w 1728164"/>
              <a:gd name="csY3327" fmla="*/ 827289 h 1114902"/>
              <a:gd name="csX3328" fmla="*/ 575191 w 1728164"/>
              <a:gd name="csY3328" fmla="*/ 826862 h 1114902"/>
              <a:gd name="csX3329" fmla="*/ 575364 w 1728164"/>
              <a:gd name="csY3329" fmla="*/ 826426 h 1114902"/>
              <a:gd name="csX3330" fmla="*/ 575536 w 1728164"/>
              <a:gd name="csY3330" fmla="*/ 825999 h 1114902"/>
              <a:gd name="csX3331" fmla="*/ 575709 w 1728164"/>
              <a:gd name="csY3331" fmla="*/ 825572 h 1114902"/>
              <a:gd name="csX3332" fmla="*/ 575882 w 1728164"/>
              <a:gd name="csY3332" fmla="*/ 825136 h 1114902"/>
              <a:gd name="csX3333" fmla="*/ 576055 w 1728164"/>
              <a:gd name="csY3333" fmla="*/ 824709 h 1114902"/>
              <a:gd name="csX3334" fmla="*/ 576228 w 1728164"/>
              <a:gd name="csY3334" fmla="*/ 824273 h 1114902"/>
              <a:gd name="csX3335" fmla="*/ 576400 w 1728164"/>
              <a:gd name="csY3335" fmla="*/ 823846 h 1114902"/>
              <a:gd name="csX3336" fmla="*/ 576573 w 1728164"/>
              <a:gd name="csY3336" fmla="*/ 823410 h 1114902"/>
              <a:gd name="csX3337" fmla="*/ 576742 w 1728164"/>
              <a:gd name="csY3337" fmla="*/ 822983 h 1114902"/>
              <a:gd name="csX3338" fmla="*/ 576920 w 1728164"/>
              <a:gd name="csY3338" fmla="*/ 822547 h 1114902"/>
              <a:gd name="csX3339" fmla="*/ 577089 w 1728164"/>
              <a:gd name="csY3339" fmla="*/ 822111 h 1114902"/>
              <a:gd name="csX3340" fmla="*/ 577267 w 1728164"/>
              <a:gd name="csY3340" fmla="*/ 821684 h 1114902"/>
              <a:gd name="csX3341" fmla="*/ 577436 w 1728164"/>
              <a:gd name="csY3341" fmla="*/ 821248 h 1114902"/>
              <a:gd name="csX3342" fmla="*/ 577614 w 1728164"/>
              <a:gd name="csY3342" fmla="*/ 820812 h 1114902"/>
              <a:gd name="csX3343" fmla="*/ 577783 w 1728164"/>
              <a:gd name="csY3343" fmla="*/ 820377 h 1114902"/>
              <a:gd name="csX3344" fmla="*/ 577952 w 1728164"/>
              <a:gd name="csY3344" fmla="*/ 819941 h 1114902"/>
              <a:gd name="csX3345" fmla="*/ 578130 w 1728164"/>
              <a:gd name="csY3345" fmla="*/ 819505 h 1114902"/>
              <a:gd name="csX3346" fmla="*/ 578299 w 1728164"/>
              <a:gd name="csY3346" fmla="*/ 819069 h 1114902"/>
              <a:gd name="csX3347" fmla="*/ 578477 w 1728164"/>
              <a:gd name="csY3347" fmla="*/ 818633 h 1114902"/>
              <a:gd name="csX3348" fmla="*/ 578646 w 1728164"/>
              <a:gd name="csY3348" fmla="*/ 818197 h 1114902"/>
              <a:gd name="csX3349" fmla="*/ 578824 w 1728164"/>
              <a:gd name="csY3349" fmla="*/ 817761 h 1114902"/>
              <a:gd name="csX3350" fmla="*/ 578993 w 1728164"/>
              <a:gd name="csY3350" fmla="*/ 817325 h 1114902"/>
              <a:gd name="csX3351" fmla="*/ 579162 w 1728164"/>
              <a:gd name="csY3351" fmla="*/ 816880 h 1114902"/>
              <a:gd name="csX3352" fmla="*/ 579340 w 1728164"/>
              <a:gd name="csY3352" fmla="*/ 816444 h 1114902"/>
              <a:gd name="csX3353" fmla="*/ 579509 w 1728164"/>
              <a:gd name="csY3353" fmla="*/ 816008 h 1114902"/>
              <a:gd name="csX3354" fmla="*/ 579686 w 1728164"/>
              <a:gd name="csY3354" fmla="*/ 815564 h 1114902"/>
              <a:gd name="csX3355" fmla="*/ 579856 w 1728164"/>
              <a:gd name="csY3355" fmla="*/ 815128 h 1114902"/>
              <a:gd name="csX3356" fmla="*/ 580033 w 1728164"/>
              <a:gd name="csY3356" fmla="*/ 814683 h 1114902"/>
              <a:gd name="csX3357" fmla="*/ 580202 w 1728164"/>
              <a:gd name="csY3357" fmla="*/ 814247 h 1114902"/>
              <a:gd name="csX3358" fmla="*/ 580372 w 1728164"/>
              <a:gd name="csY3358" fmla="*/ 813804 h 1114902"/>
              <a:gd name="csX3359" fmla="*/ 580549 w 1728164"/>
              <a:gd name="csY3359" fmla="*/ 813363 h 1114902"/>
              <a:gd name="csX3360" fmla="*/ 580718 w 1728164"/>
              <a:gd name="csY3360" fmla="*/ 812921 h 1114902"/>
              <a:gd name="csX3361" fmla="*/ 580896 w 1728164"/>
              <a:gd name="csY3361" fmla="*/ 812479 h 1114902"/>
              <a:gd name="csX3362" fmla="*/ 581065 w 1728164"/>
              <a:gd name="csY3362" fmla="*/ 812036 h 1114902"/>
              <a:gd name="csX3363" fmla="*/ 581243 w 1728164"/>
              <a:gd name="csY3363" fmla="*/ 811593 h 1114902"/>
              <a:gd name="csX3364" fmla="*/ 581412 w 1728164"/>
              <a:gd name="csY3364" fmla="*/ 811150 h 1114902"/>
              <a:gd name="csX3365" fmla="*/ 581581 w 1728164"/>
              <a:gd name="csY3365" fmla="*/ 810706 h 1114902"/>
              <a:gd name="csX3366" fmla="*/ 581759 w 1728164"/>
              <a:gd name="csY3366" fmla="*/ 810262 h 1114902"/>
              <a:gd name="csX3367" fmla="*/ 581928 w 1728164"/>
              <a:gd name="csY3367" fmla="*/ 809817 h 1114902"/>
              <a:gd name="csX3368" fmla="*/ 582106 w 1728164"/>
              <a:gd name="csY3368" fmla="*/ 809373 h 1114902"/>
              <a:gd name="csX3369" fmla="*/ 582275 w 1728164"/>
              <a:gd name="csY3369" fmla="*/ 808927 h 1114902"/>
              <a:gd name="csX3370" fmla="*/ 582453 w 1728164"/>
              <a:gd name="csY3370" fmla="*/ 808481 h 1114902"/>
              <a:gd name="csX3371" fmla="*/ 582622 w 1728164"/>
              <a:gd name="csY3371" fmla="*/ 808035 h 1114902"/>
              <a:gd name="csX3372" fmla="*/ 582791 w 1728164"/>
              <a:gd name="csY3372" fmla="*/ 807589 h 1114902"/>
              <a:gd name="csX3373" fmla="*/ 582969 w 1728164"/>
              <a:gd name="csY3373" fmla="*/ 807141 h 1114902"/>
              <a:gd name="csX3374" fmla="*/ 583138 w 1728164"/>
              <a:gd name="csY3374" fmla="*/ 806694 h 1114902"/>
              <a:gd name="csX3375" fmla="*/ 583316 w 1728164"/>
              <a:gd name="csY3375" fmla="*/ 806246 h 1114902"/>
              <a:gd name="csX3376" fmla="*/ 583485 w 1728164"/>
              <a:gd name="csY3376" fmla="*/ 805798 h 1114902"/>
              <a:gd name="csX3377" fmla="*/ 583663 w 1728164"/>
              <a:gd name="csY3377" fmla="*/ 805350 h 1114902"/>
              <a:gd name="csX3378" fmla="*/ 583832 w 1728164"/>
              <a:gd name="csY3378" fmla="*/ 804900 h 1114902"/>
              <a:gd name="csX3379" fmla="*/ 584001 w 1728164"/>
              <a:gd name="csY3379" fmla="*/ 804451 h 1114902"/>
              <a:gd name="csX3380" fmla="*/ 584179 w 1728164"/>
              <a:gd name="csY3380" fmla="*/ 804002 h 1114902"/>
              <a:gd name="csX3381" fmla="*/ 584348 w 1728164"/>
              <a:gd name="csY3381" fmla="*/ 803552 h 1114902"/>
              <a:gd name="csX3382" fmla="*/ 584526 w 1728164"/>
              <a:gd name="csY3382" fmla="*/ 803101 h 1114902"/>
              <a:gd name="csX3383" fmla="*/ 584695 w 1728164"/>
              <a:gd name="csY3383" fmla="*/ 802650 h 1114902"/>
              <a:gd name="csX3384" fmla="*/ 584873 w 1728164"/>
              <a:gd name="csY3384" fmla="*/ 802198 h 1114902"/>
              <a:gd name="csX3385" fmla="*/ 585042 w 1728164"/>
              <a:gd name="csY3385" fmla="*/ 801747 h 1114902"/>
              <a:gd name="csX3386" fmla="*/ 585211 w 1728164"/>
              <a:gd name="csY3386" fmla="*/ 801295 h 1114902"/>
              <a:gd name="csX3387" fmla="*/ 585389 w 1728164"/>
              <a:gd name="csY3387" fmla="*/ 800843 h 1114902"/>
              <a:gd name="csX3388" fmla="*/ 585558 w 1728164"/>
              <a:gd name="csY3388" fmla="*/ 800389 h 1114902"/>
              <a:gd name="csX3389" fmla="*/ 585736 w 1728164"/>
              <a:gd name="csY3389" fmla="*/ 799936 h 1114902"/>
              <a:gd name="csX3390" fmla="*/ 585905 w 1728164"/>
              <a:gd name="csY3390" fmla="*/ 799482 h 1114902"/>
              <a:gd name="csX3391" fmla="*/ 586083 w 1728164"/>
              <a:gd name="csY3391" fmla="*/ 799029 h 1114902"/>
              <a:gd name="csX3392" fmla="*/ 586252 w 1728164"/>
              <a:gd name="csY3392" fmla="*/ 798574 h 1114902"/>
              <a:gd name="csX3393" fmla="*/ 586421 w 1728164"/>
              <a:gd name="csY3393" fmla="*/ 798119 h 1114902"/>
              <a:gd name="csX3394" fmla="*/ 586599 w 1728164"/>
              <a:gd name="csY3394" fmla="*/ 797664 h 1114902"/>
              <a:gd name="csX3395" fmla="*/ 586768 w 1728164"/>
              <a:gd name="csY3395" fmla="*/ 797208 h 1114902"/>
              <a:gd name="csX3396" fmla="*/ 586946 w 1728164"/>
              <a:gd name="csY3396" fmla="*/ 796752 h 1114902"/>
              <a:gd name="csX3397" fmla="*/ 587115 w 1728164"/>
              <a:gd name="csY3397" fmla="*/ 796296 h 1114902"/>
              <a:gd name="csX3398" fmla="*/ 587293 w 1728164"/>
              <a:gd name="csY3398" fmla="*/ 795838 h 1114902"/>
              <a:gd name="csX3399" fmla="*/ 587462 w 1728164"/>
              <a:gd name="csY3399" fmla="*/ 795381 h 1114902"/>
              <a:gd name="csX3400" fmla="*/ 587631 w 1728164"/>
              <a:gd name="csY3400" fmla="*/ 794924 h 1114902"/>
              <a:gd name="csX3401" fmla="*/ 587809 w 1728164"/>
              <a:gd name="csY3401" fmla="*/ 794466 h 1114902"/>
              <a:gd name="csX3402" fmla="*/ 587978 w 1728164"/>
              <a:gd name="csY3402" fmla="*/ 794008 h 1114902"/>
              <a:gd name="csX3403" fmla="*/ 588156 w 1728164"/>
              <a:gd name="csY3403" fmla="*/ 793548 h 1114902"/>
              <a:gd name="csX3404" fmla="*/ 588325 w 1728164"/>
              <a:gd name="csY3404" fmla="*/ 793089 h 1114902"/>
              <a:gd name="csX3405" fmla="*/ 588503 w 1728164"/>
              <a:gd name="csY3405" fmla="*/ 792629 h 1114902"/>
              <a:gd name="csX3406" fmla="*/ 588672 w 1728164"/>
              <a:gd name="csY3406" fmla="*/ 792169 h 1114902"/>
              <a:gd name="csX3407" fmla="*/ 588841 w 1728164"/>
              <a:gd name="csY3407" fmla="*/ 791710 h 1114902"/>
              <a:gd name="csX3408" fmla="*/ 589019 w 1728164"/>
              <a:gd name="csY3408" fmla="*/ 791249 h 1114902"/>
              <a:gd name="csX3409" fmla="*/ 589188 w 1728164"/>
              <a:gd name="csY3409" fmla="*/ 790787 h 1114902"/>
              <a:gd name="csX3410" fmla="*/ 589366 w 1728164"/>
              <a:gd name="csY3410" fmla="*/ 790326 h 1114902"/>
              <a:gd name="csX3411" fmla="*/ 589535 w 1728164"/>
              <a:gd name="csY3411" fmla="*/ 789864 h 1114902"/>
              <a:gd name="csX3412" fmla="*/ 589713 w 1728164"/>
              <a:gd name="csY3412" fmla="*/ 789402 h 1114902"/>
              <a:gd name="csX3413" fmla="*/ 589882 w 1728164"/>
              <a:gd name="csY3413" fmla="*/ 788939 h 1114902"/>
              <a:gd name="csX3414" fmla="*/ 590051 w 1728164"/>
              <a:gd name="csY3414" fmla="*/ 788476 h 1114902"/>
              <a:gd name="csX3415" fmla="*/ 590229 w 1728164"/>
              <a:gd name="csY3415" fmla="*/ 788012 h 1114902"/>
              <a:gd name="csX3416" fmla="*/ 590398 w 1728164"/>
              <a:gd name="csY3416" fmla="*/ 787549 h 1114902"/>
              <a:gd name="csX3417" fmla="*/ 590576 w 1728164"/>
              <a:gd name="csY3417" fmla="*/ 787084 h 1114902"/>
              <a:gd name="csX3418" fmla="*/ 590745 w 1728164"/>
              <a:gd name="csY3418" fmla="*/ 786619 h 1114902"/>
              <a:gd name="csX3419" fmla="*/ 590923 w 1728164"/>
              <a:gd name="csY3419" fmla="*/ 786155 h 1114902"/>
              <a:gd name="csX3420" fmla="*/ 591092 w 1728164"/>
              <a:gd name="csY3420" fmla="*/ 785688 h 1114902"/>
              <a:gd name="csX3421" fmla="*/ 591261 w 1728164"/>
              <a:gd name="csY3421" fmla="*/ 785223 h 1114902"/>
              <a:gd name="csX3422" fmla="*/ 591439 w 1728164"/>
              <a:gd name="csY3422" fmla="*/ 784757 h 1114902"/>
              <a:gd name="csX3423" fmla="*/ 591608 w 1728164"/>
              <a:gd name="csY3423" fmla="*/ 784290 h 1114902"/>
              <a:gd name="csX3424" fmla="*/ 591786 w 1728164"/>
              <a:gd name="csY3424" fmla="*/ 783823 h 1114902"/>
              <a:gd name="csX3425" fmla="*/ 591955 w 1728164"/>
              <a:gd name="csY3425" fmla="*/ 783356 h 1114902"/>
              <a:gd name="csX3426" fmla="*/ 592133 w 1728164"/>
              <a:gd name="csY3426" fmla="*/ 782888 h 1114902"/>
              <a:gd name="csX3427" fmla="*/ 592302 w 1728164"/>
              <a:gd name="csY3427" fmla="*/ 782420 h 1114902"/>
              <a:gd name="csX3428" fmla="*/ 592471 w 1728164"/>
              <a:gd name="csY3428" fmla="*/ 781951 h 1114902"/>
              <a:gd name="csX3429" fmla="*/ 592649 w 1728164"/>
              <a:gd name="csY3429" fmla="*/ 781482 h 1114902"/>
              <a:gd name="csX3430" fmla="*/ 592818 w 1728164"/>
              <a:gd name="csY3430" fmla="*/ 781013 h 1114902"/>
              <a:gd name="csX3431" fmla="*/ 592996 w 1728164"/>
              <a:gd name="csY3431" fmla="*/ 780544 h 1114902"/>
              <a:gd name="csX3432" fmla="*/ 593165 w 1728164"/>
              <a:gd name="csY3432" fmla="*/ 780073 h 1114902"/>
              <a:gd name="csX3433" fmla="*/ 593343 w 1728164"/>
              <a:gd name="csY3433" fmla="*/ 779602 h 1114902"/>
              <a:gd name="csX3434" fmla="*/ 593512 w 1728164"/>
              <a:gd name="csY3434" fmla="*/ 779132 h 1114902"/>
              <a:gd name="csX3435" fmla="*/ 593681 w 1728164"/>
              <a:gd name="csY3435" fmla="*/ 778660 h 1114902"/>
              <a:gd name="csX3436" fmla="*/ 593859 w 1728164"/>
              <a:gd name="csY3436" fmla="*/ 778189 h 1114902"/>
              <a:gd name="csX3437" fmla="*/ 594028 w 1728164"/>
              <a:gd name="csY3437" fmla="*/ 777717 h 1114902"/>
              <a:gd name="csX3438" fmla="*/ 594205 w 1728164"/>
              <a:gd name="csY3438" fmla="*/ 777245 h 1114902"/>
              <a:gd name="csX3439" fmla="*/ 594375 w 1728164"/>
              <a:gd name="csY3439" fmla="*/ 776772 h 1114902"/>
              <a:gd name="csX3440" fmla="*/ 594552 w 1728164"/>
              <a:gd name="csY3440" fmla="*/ 776298 h 1114902"/>
              <a:gd name="csX3441" fmla="*/ 594721 w 1728164"/>
              <a:gd name="csY3441" fmla="*/ 775825 h 1114902"/>
              <a:gd name="csX3442" fmla="*/ 594891 w 1728164"/>
              <a:gd name="csY3442" fmla="*/ 775351 h 1114902"/>
              <a:gd name="csX3443" fmla="*/ 595068 w 1728164"/>
              <a:gd name="csY3443" fmla="*/ 774877 h 1114902"/>
              <a:gd name="csX3444" fmla="*/ 595238 w 1728164"/>
              <a:gd name="csY3444" fmla="*/ 774401 h 1114902"/>
              <a:gd name="csX3445" fmla="*/ 595415 w 1728164"/>
              <a:gd name="csY3445" fmla="*/ 773926 h 1114902"/>
              <a:gd name="csX3446" fmla="*/ 595584 w 1728164"/>
              <a:gd name="csY3446" fmla="*/ 773451 h 1114902"/>
              <a:gd name="csX3447" fmla="*/ 595753 w 1728164"/>
              <a:gd name="csY3447" fmla="*/ 772975 h 1114902"/>
              <a:gd name="csX3448" fmla="*/ 595931 w 1728164"/>
              <a:gd name="csY3448" fmla="*/ 772499 h 1114902"/>
              <a:gd name="csX3449" fmla="*/ 596100 w 1728164"/>
              <a:gd name="csY3449" fmla="*/ 772023 h 1114902"/>
              <a:gd name="csX3450" fmla="*/ 596278 w 1728164"/>
              <a:gd name="csY3450" fmla="*/ 771546 h 1114902"/>
              <a:gd name="csX3451" fmla="*/ 596447 w 1728164"/>
              <a:gd name="csY3451" fmla="*/ 771068 h 1114902"/>
              <a:gd name="csX3452" fmla="*/ 596625 w 1728164"/>
              <a:gd name="csY3452" fmla="*/ 770590 h 1114902"/>
              <a:gd name="csX3453" fmla="*/ 596794 w 1728164"/>
              <a:gd name="csY3453" fmla="*/ 770113 h 1114902"/>
              <a:gd name="csX3454" fmla="*/ 596963 w 1728164"/>
              <a:gd name="csY3454" fmla="*/ 769634 h 1114902"/>
              <a:gd name="csX3455" fmla="*/ 597141 w 1728164"/>
              <a:gd name="csY3455" fmla="*/ 769154 h 1114902"/>
              <a:gd name="csX3456" fmla="*/ 597310 w 1728164"/>
              <a:gd name="csY3456" fmla="*/ 768676 h 1114902"/>
              <a:gd name="csX3457" fmla="*/ 597488 w 1728164"/>
              <a:gd name="csY3457" fmla="*/ 768195 h 1114902"/>
              <a:gd name="csX3458" fmla="*/ 597657 w 1728164"/>
              <a:gd name="csY3458" fmla="*/ 767716 h 1114902"/>
              <a:gd name="csX3459" fmla="*/ 597835 w 1728164"/>
              <a:gd name="csY3459" fmla="*/ 767235 h 1114902"/>
              <a:gd name="csX3460" fmla="*/ 598004 w 1728164"/>
              <a:gd name="csY3460" fmla="*/ 766754 h 1114902"/>
              <a:gd name="csX3461" fmla="*/ 598173 w 1728164"/>
              <a:gd name="csY3461" fmla="*/ 766273 h 1114902"/>
              <a:gd name="csX3462" fmla="*/ 598351 w 1728164"/>
              <a:gd name="csY3462" fmla="*/ 765792 h 1114902"/>
              <a:gd name="csX3463" fmla="*/ 598520 w 1728164"/>
              <a:gd name="csY3463" fmla="*/ 765309 h 1114902"/>
              <a:gd name="csX3464" fmla="*/ 598698 w 1728164"/>
              <a:gd name="csY3464" fmla="*/ 764827 h 1114902"/>
              <a:gd name="csX3465" fmla="*/ 598867 w 1728164"/>
              <a:gd name="csY3465" fmla="*/ 764345 h 1114902"/>
              <a:gd name="csX3466" fmla="*/ 599045 w 1728164"/>
              <a:gd name="csY3466" fmla="*/ 763862 h 1114902"/>
              <a:gd name="csX3467" fmla="*/ 599214 w 1728164"/>
              <a:gd name="csY3467" fmla="*/ 763378 h 1114902"/>
              <a:gd name="csX3468" fmla="*/ 599383 w 1728164"/>
              <a:gd name="csY3468" fmla="*/ 762894 h 1114902"/>
              <a:gd name="csX3469" fmla="*/ 599561 w 1728164"/>
              <a:gd name="csY3469" fmla="*/ 762410 h 1114902"/>
              <a:gd name="csX3470" fmla="*/ 599730 w 1728164"/>
              <a:gd name="csY3470" fmla="*/ 761925 h 1114902"/>
              <a:gd name="csX3471" fmla="*/ 599908 w 1728164"/>
              <a:gd name="csY3471" fmla="*/ 761440 h 1114902"/>
              <a:gd name="csX3472" fmla="*/ 600077 w 1728164"/>
              <a:gd name="csY3472" fmla="*/ 760955 h 1114902"/>
              <a:gd name="csX3473" fmla="*/ 600255 w 1728164"/>
              <a:gd name="csY3473" fmla="*/ 760470 h 1114902"/>
              <a:gd name="csX3474" fmla="*/ 600424 w 1728164"/>
              <a:gd name="csY3474" fmla="*/ 759983 h 1114902"/>
              <a:gd name="csX3475" fmla="*/ 600593 w 1728164"/>
              <a:gd name="csY3475" fmla="*/ 759497 h 1114902"/>
              <a:gd name="csX3476" fmla="*/ 600771 w 1728164"/>
              <a:gd name="csY3476" fmla="*/ 759010 h 1114902"/>
              <a:gd name="csX3477" fmla="*/ 600940 w 1728164"/>
              <a:gd name="csY3477" fmla="*/ 758523 h 1114902"/>
              <a:gd name="csX3478" fmla="*/ 601118 w 1728164"/>
              <a:gd name="csY3478" fmla="*/ 758036 h 1114902"/>
              <a:gd name="csX3479" fmla="*/ 601287 w 1728164"/>
              <a:gd name="csY3479" fmla="*/ 757547 h 1114902"/>
              <a:gd name="csX3480" fmla="*/ 601465 w 1728164"/>
              <a:gd name="csY3480" fmla="*/ 757059 h 1114902"/>
              <a:gd name="csX3481" fmla="*/ 601634 w 1728164"/>
              <a:gd name="csY3481" fmla="*/ 756570 h 1114902"/>
              <a:gd name="csX3482" fmla="*/ 601803 w 1728164"/>
              <a:gd name="csY3482" fmla="*/ 756081 h 1114902"/>
              <a:gd name="csX3483" fmla="*/ 601981 w 1728164"/>
              <a:gd name="csY3483" fmla="*/ 755592 h 1114902"/>
              <a:gd name="csX3484" fmla="*/ 602150 w 1728164"/>
              <a:gd name="csY3484" fmla="*/ 755102 h 1114902"/>
              <a:gd name="csX3485" fmla="*/ 602328 w 1728164"/>
              <a:gd name="csY3485" fmla="*/ 754611 h 1114902"/>
              <a:gd name="csX3486" fmla="*/ 602497 w 1728164"/>
              <a:gd name="csY3486" fmla="*/ 754121 h 1114902"/>
              <a:gd name="csX3487" fmla="*/ 602675 w 1728164"/>
              <a:gd name="csY3487" fmla="*/ 753630 h 1114902"/>
              <a:gd name="csX3488" fmla="*/ 602844 w 1728164"/>
              <a:gd name="csY3488" fmla="*/ 753139 h 1114902"/>
              <a:gd name="csX3489" fmla="*/ 603013 w 1728164"/>
              <a:gd name="csY3489" fmla="*/ 752647 h 1114902"/>
              <a:gd name="csX3490" fmla="*/ 603191 w 1728164"/>
              <a:gd name="csY3490" fmla="*/ 752155 h 1114902"/>
              <a:gd name="csX3491" fmla="*/ 603360 w 1728164"/>
              <a:gd name="csY3491" fmla="*/ 751662 h 1114902"/>
              <a:gd name="csX3492" fmla="*/ 603538 w 1728164"/>
              <a:gd name="csY3492" fmla="*/ 751169 h 1114902"/>
              <a:gd name="csX3493" fmla="*/ 603707 w 1728164"/>
              <a:gd name="csY3493" fmla="*/ 750676 h 1114902"/>
              <a:gd name="csX3494" fmla="*/ 603885 w 1728164"/>
              <a:gd name="csY3494" fmla="*/ 750183 h 1114902"/>
              <a:gd name="csX3495" fmla="*/ 604054 w 1728164"/>
              <a:gd name="csY3495" fmla="*/ 749689 h 1114902"/>
              <a:gd name="csX3496" fmla="*/ 604223 w 1728164"/>
              <a:gd name="csY3496" fmla="*/ 749195 h 1114902"/>
              <a:gd name="csX3497" fmla="*/ 604401 w 1728164"/>
              <a:gd name="csY3497" fmla="*/ 748701 h 1114902"/>
              <a:gd name="csX3498" fmla="*/ 604570 w 1728164"/>
              <a:gd name="csY3498" fmla="*/ 748205 h 1114902"/>
              <a:gd name="csX3499" fmla="*/ 604748 w 1728164"/>
              <a:gd name="csY3499" fmla="*/ 747709 h 1114902"/>
              <a:gd name="csX3500" fmla="*/ 604917 w 1728164"/>
              <a:gd name="csY3500" fmla="*/ 747214 h 1114902"/>
              <a:gd name="csX3501" fmla="*/ 605095 w 1728164"/>
              <a:gd name="csY3501" fmla="*/ 746718 h 1114902"/>
              <a:gd name="csX3502" fmla="*/ 605264 w 1728164"/>
              <a:gd name="csY3502" fmla="*/ 746221 h 1114902"/>
              <a:gd name="csX3503" fmla="*/ 605433 w 1728164"/>
              <a:gd name="csY3503" fmla="*/ 745725 h 1114902"/>
              <a:gd name="csX3504" fmla="*/ 605611 w 1728164"/>
              <a:gd name="csY3504" fmla="*/ 745227 h 1114902"/>
              <a:gd name="csX3505" fmla="*/ 605780 w 1728164"/>
              <a:gd name="csY3505" fmla="*/ 744730 h 1114902"/>
              <a:gd name="csX3506" fmla="*/ 605958 w 1728164"/>
              <a:gd name="csY3506" fmla="*/ 744232 h 1114902"/>
              <a:gd name="csX3507" fmla="*/ 606127 w 1728164"/>
              <a:gd name="csY3507" fmla="*/ 743734 h 1114902"/>
              <a:gd name="csX3508" fmla="*/ 606305 w 1728164"/>
              <a:gd name="csY3508" fmla="*/ 743235 h 1114902"/>
              <a:gd name="csX3509" fmla="*/ 606474 w 1728164"/>
              <a:gd name="csY3509" fmla="*/ 742735 h 1114902"/>
              <a:gd name="csX3510" fmla="*/ 606643 w 1728164"/>
              <a:gd name="csY3510" fmla="*/ 742236 h 1114902"/>
              <a:gd name="csX3511" fmla="*/ 606821 w 1728164"/>
              <a:gd name="csY3511" fmla="*/ 741736 h 1114902"/>
              <a:gd name="csX3512" fmla="*/ 606990 w 1728164"/>
              <a:gd name="csY3512" fmla="*/ 741236 h 1114902"/>
              <a:gd name="csX3513" fmla="*/ 607168 w 1728164"/>
              <a:gd name="csY3513" fmla="*/ 740736 h 1114902"/>
              <a:gd name="csX3514" fmla="*/ 607337 w 1728164"/>
              <a:gd name="csY3514" fmla="*/ 740235 h 1114902"/>
              <a:gd name="csX3515" fmla="*/ 607515 w 1728164"/>
              <a:gd name="csY3515" fmla="*/ 739734 h 1114902"/>
              <a:gd name="csX3516" fmla="*/ 607684 w 1728164"/>
              <a:gd name="csY3516" fmla="*/ 739232 h 1114902"/>
              <a:gd name="csX3517" fmla="*/ 607853 w 1728164"/>
              <a:gd name="csY3517" fmla="*/ 738730 h 1114902"/>
              <a:gd name="csX3518" fmla="*/ 608031 w 1728164"/>
              <a:gd name="csY3518" fmla="*/ 738228 h 1114902"/>
              <a:gd name="csX3519" fmla="*/ 608200 w 1728164"/>
              <a:gd name="csY3519" fmla="*/ 737725 h 1114902"/>
              <a:gd name="csX3520" fmla="*/ 608378 w 1728164"/>
              <a:gd name="csY3520" fmla="*/ 737222 h 1114902"/>
              <a:gd name="csX3521" fmla="*/ 608547 w 1728164"/>
              <a:gd name="csY3521" fmla="*/ 736719 h 1114902"/>
              <a:gd name="csX3522" fmla="*/ 608725 w 1728164"/>
              <a:gd name="csY3522" fmla="*/ 736215 h 1114902"/>
              <a:gd name="csX3523" fmla="*/ 608894 w 1728164"/>
              <a:gd name="csY3523" fmla="*/ 735711 h 1114902"/>
              <a:gd name="csX3524" fmla="*/ 609063 w 1728164"/>
              <a:gd name="csY3524" fmla="*/ 735206 h 1114902"/>
              <a:gd name="csX3525" fmla="*/ 609241 w 1728164"/>
              <a:gd name="csY3525" fmla="*/ 734701 h 1114902"/>
              <a:gd name="csX3526" fmla="*/ 609409 w 1728164"/>
              <a:gd name="csY3526" fmla="*/ 734197 h 1114902"/>
              <a:gd name="csX3527" fmla="*/ 609587 w 1728164"/>
              <a:gd name="csY3527" fmla="*/ 733690 h 1114902"/>
              <a:gd name="csX3528" fmla="*/ 609756 w 1728164"/>
              <a:gd name="csY3528" fmla="*/ 733185 h 1114902"/>
              <a:gd name="csX3529" fmla="*/ 609934 w 1728164"/>
              <a:gd name="csY3529" fmla="*/ 732679 h 1114902"/>
              <a:gd name="csX3530" fmla="*/ 610103 w 1728164"/>
              <a:gd name="csY3530" fmla="*/ 732172 h 1114902"/>
              <a:gd name="csX3531" fmla="*/ 610273 w 1728164"/>
              <a:gd name="csY3531" fmla="*/ 731665 h 1114902"/>
              <a:gd name="csX3532" fmla="*/ 610450 w 1728164"/>
              <a:gd name="csY3532" fmla="*/ 731158 h 1114902"/>
              <a:gd name="csX3533" fmla="*/ 610620 w 1728164"/>
              <a:gd name="csY3533" fmla="*/ 730650 h 1114902"/>
              <a:gd name="csX3534" fmla="*/ 610797 w 1728164"/>
              <a:gd name="csY3534" fmla="*/ 730142 h 1114902"/>
              <a:gd name="csX3535" fmla="*/ 610966 w 1728164"/>
              <a:gd name="csY3535" fmla="*/ 729634 h 1114902"/>
              <a:gd name="csX3536" fmla="*/ 611144 w 1728164"/>
              <a:gd name="csY3536" fmla="*/ 729125 h 1114902"/>
              <a:gd name="csX3537" fmla="*/ 611313 w 1728164"/>
              <a:gd name="csY3537" fmla="*/ 728615 h 1114902"/>
              <a:gd name="csX3538" fmla="*/ 611482 w 1728164"/>
              <a:gd name="csY3538" fmla="*/ 728106 h 1114902"/>
              <a:gd name="csX3539" fmla="*/ 611660 w 1728164"/>
              <a:gd name="csY3539" fmla="*/ 727596 h 1114902"/>
              <a:gd name="csX3540" fmla="*/ 611829 w 1728164"/>
              <a:gd name="csY3540" fmla="*/ 727086 h 1114902"/>
              <a:gd name="csX3541" fmla="*/ 612007 w 1728164"/>
              <a:gd name="csY3541" fmla="*/ 726575 h 1114902"/>
              <a:gd name="csX3542" fmla="*/ 612176 w 1728164"/>
              <a:gd name="csY3542" fmla="*/ 726064 h 1114902"/>
              <a:gd name="csX3543" fmla="*/ 612354 w 1728164"/>
              <a:gd name="csY3543" fmla="*/ 725553 h 1114902"/>
              <a:gd name="csX3544" fmla="*/ 612523 w 1728164"/>
              <a:gd name="csY3544" fmla="*/ 725041 h 1114902"/>
              <a:gd name="csX3545" fmla="*/ 612692 w 1728164"/>
              <a:gd name="csY3545" fmla="*/ 724530 h 1114902"/>
              <a:gd name="csX3546" fmla="*/ 612870 w 1728164"/>
              <a:gd name="csY3546" fmla="*/ 724017 h 1114902"/>
              <a:gd name="csX3547" fmla="*/ 613039 w 1728164"/>
              <a:gd name="csY3547" fmla="*/ 723505 h 1114902"/>
              <a:gd name="csX3548" fmla="*/ 613217 w 1728164"/>
              <a:gd name="csY3548" fmla="*/ 722992 h 1114902"/>
              <a:gd name="csX3549" fmla="*/ 613386 w 1728164"/>
              <a:gd name="csY3549" fmla="*/ 722478 h 1114902"/>
              <a:gd name="csX3550" fmla="*/ 613564 w 1728164"/>
              <a:gd name="csY3550" fmla="*/ 721965 h 1114902"/>
              <a:gd name="csX3551" fmla="*/ 613733 w 1728164"/>
              <a:gd name="csY3551" fmla="*/ 721451 h 1114902"/>
              <a:gd name="csX3552" fmla="*/ 613902 w 1728164"/>
              <a:gd name="csY3552" fmla="*/ 720937 h 1114902"/>
              <a:gd name="csX3553" fmla="*/ 614080 w 1728164"/>
              <a:gd name="csY3553" fmla="*/ 720421 h 1114902"/>
              <a:gd name="csX3554" fmla="*/ 614249 w 1728164"/>
              <a:gd name="csY3554" fmla="*/ 719906 h 1114902"/>
              <a:gd name="csX3555" fmla="*/ 614427 w 1728164"/>
              <a:gd name="csY3555" fmla="*/ 719391 h 1114902"/>
              <a:gd name="csX3556" fmla="*/ 614596 w 1728164"/>
              <a:gd name="csY3556" fmla="*/ 718875 h 1114902"/>
              <a:gd name="csX3557" fmla="*/ 614765 w 1728164"/>
              <a:gd name="csY3557" fmla="*/ 718359 h 1114902"/>
              <a:gd name="csX3558" fmla="*/ 614943 w 1728164"/>
              <a:gd name="csY3558" fmla="*/ 717842 h 1114902"/>
              <a:gd name="csX3559" fmla="*/ 615112 w 1728164"/>
              <a:gd name="csY3559" fmla="*/ 717325 h 1114902"/>
              <a:gd name="csX3560" fmla="*/ 615290 w 1728164"/>
              <a:gd name="csY3560" fmla="*/ 716809 h 1114902"/>
              <a:gd name="csX3561" fmla="*/ 615459 w 1728164"/>
              <a:gd name="csY3561" fmla="*/ 716291 h 1114902"/>
              <a:gd name="csX3562" fmla="*/ 615637 w 1728164"/>
              <a:gd name="csY3562" fmla="*/ 715773 h 1114902"/>
              <a:gd name="csX3563" fmla="*/ 615806 w 1728164"/>
              <a:gd name="csY3563" fmla="*/ 715254 h 1114902"/>
              <a:gd name="csX3564" fmla="*/ 615975 w 1728164"/>
              <a:gd name="csY3564" fmla="*/ 714736 h 1114902"/>
              <a:gd name="csX3565" fmla="*/ 616153 w 1728164"/>
              <a:gd name="csY3565" fmla="*/ 714217 h 1114902"/>
              <a:gd name="csX3566" fmla="*/ 616322 w 1728164"/>
              <a:gd name="csY3566" fmla="*/ 713698 h 1114902"/>
              <a:gd name="csX3567" fmla="*/ 616500 w 1728164"/>
              <a:gd name="csY3567" fmla="*/ 713178 h 1114902"/>
              <a:gd name="csX3568" fmla="*/ 616669 w 1728164"/>
              <a:gd name="csY3568" fmla="*/ 712658 h 1114902"/>
              <a:gd name="csX3569" fmla="*/ 616847 w 1728164"/>
              <a:gd name="csY3569" fmla="*/ 712138 h 1114902"/>
              <a:gd name="csX3570" fmla="*/ 617016 w 1728164"/>
              <a:gd name="csY3570" fmla="*/ 711617 h 1114902"/>
              <a:gd name="csX3571" fmla="*/ 617185 w 1728164"/>
              <a:gd name="csY3571" fmla="*/ 711096 h 1114902"/>
              <a:gd name="csX3572" fmla="*/ 617363 w 1728164"/>
              <a:gd name="csY3572" fmla="*/ 710575 h 1114902"/>
              <a:gd name="csX3573" fmla="*/ 617532 w 1728164"/>
              <a:gd name="csY3573" fmla="*/ 710053 h 1114902"/>
              <a:gd name="csX3574" fmla="*/ 617710 w 1728164"/>
              <a:gd name="csY3574" fmla="*/ 709531 h 1114902"/>
              <a:gd name="csX3575" fmla="*/ 617879 w 1728164"/>
              <a:gd name="csY3575" fmla="*/ 709009 h 1114902"/>
              <a:gd name="csX3576" fmla="*/ 618057 w 1728164"/>
              <a:gd name="csY3576" fmla="*/ 708487 h 1114902"/>
              <a:gd name="csX3577" fmla="*/ 618226 w 1728164"/>
              <a:gd name="csY3577" fmla="*/ 707964 h 1114902"/>
              <a:gd name="csX3578" fmla="*/ 618395 w 1728164"/>
              <a:gd name="csY3578" fmla="*/ 707440 h 1114902"/>
              <a:gd name="csX3579" fmla="*/ 618573 w 1728164"/>
              <a:gd name="csY3579" fmla="*/ 706917 h 1114902"/>
              <a:gd name="csX3580" fmla="*/ 618742 w 1728164"/>
              <a:gd name="csY3580" fmla="*/ 706393 h 1114902"/>
              <a:gd name="csX3581" fmla="*/ 618920 w 1728164"/>
              <a:gd name="csY3581" fmla="*/ 705868 h 1114902"/>
              <a:gd name="csX3582" fmla="*/ 619089 w 1728164"/>
              <a:gd name="csY3582" fmla="*/ 705344 h 1114902"/>
              <a:gd name="csX3583" fmla="*/ 619267 w 1728164"/>
              <a:gd name="csY3583" fmla="*/ 704818 h 1114902"/>
              <a:gd name="csX3584" fmla="*/ 619436 w 1728164"/>
              <a:gd name="csY3584" fmla="*/ 704293 h 1114902"/>
              <a:gd name="csX3585" fmla="*/ 619605 w 1728164"/>
              <a:gd name="csY3585" fmla="*/ 703767 h 1114902"/>
              <a:gd name="csX3586" fmla="*/ 619783 w 1728164"/>
              <a:gd name="csY3586" fmla="*/ 703241 h 1114902"/>
              <a:gd name="csX3587" fmla="*/ 619952 w 1728164"/>
              <a:gd name="csY3587" fmla="*/ 702715 h 1114902"/>
              <a:gd name="csX3588" fmla="*/ 620130 w 1728164"/>
              <a:gd name="csY3588" fmla="*/ 702188 h 1114902"/>
              <a:gd name="csX3589" fmla="*/ 620299 w 1728164"/>
              <a:gd name="csY3589" fmla="*/ 701661 h 1114902"/>
              <a:gd name="csX3590" fmla="*/ 620477 w 1728164"/>
              <a:gd name="csY3590" fmla="*/ 701134 h 1114902"/>
              <a:gd name="csX3591" fmla="*/ 620646 w 1728164"/>
              <a:gd name="csY3591" fmla="*/ 700605 h 1114902"/>
              <a:gd name="csX3592" fmla="*/ 620815 w 1728164"/>
              <a:gd name="csY3592" fmla="*/ 700078 h 1114902"/>
              <a:gd name="csX3593" fmla="*/ 620993 w 1728164"/>
              <a:gd name="csY3593" fmla="*/ 699549 h 1114902"/>
              <a:gd name="csX3594" fmla="*/ 621162 w 1728164"/>
              <a:gd name="csY3594" fmla="*/ 699021 h 1114902"/>
              <a:gd name="csX3595" fmla="*/ 621340 w 1728164"/>
              <a:gd name="csY3595" fmla="*/ 698492 h 1114902"/>
              <a:gd name="csX3596" fmla="*/ 621509 w 1728164"/>
              <a:gd name="csY3596" fmla="*/ 697962 h 1114902"/>
              <a:gd name="csX3597" fmla="*/ 621687 w 1728164"/>
              <a:gd name="csY3597" fmla="*/ 697433 h 1114902"/>
              <a:gd name="csX3598" fmla="*/ 621856 w 1728164"/>
              <a:gd name="csY3598" fmla="*/ 696903 h 1114902"/>
              <a:gd name="csX3599" fmla="*/ 622025 w 1728164"/>
              <a:gd name="csY3599" fmla="*/ 696372 h 1114902"/>
              <a:gd name="csX3600" fmla="*/ 622203 w 1728164"/>
              <a:gd name="csY3600" fmla="*/ 695841 h 1114902"/>
              <a:gd name="csX3601" fmla="*/ 622372 w 1728164"/>
              <a:gd name="csY3601" fmla="*/ 695310 h 1114902"/>
              <a:gd name="csX3602" fmla="*/ 622550 w 1728164"/>
              <a:gd name="csY3602" fmla="*/ 694779 h 1114902"/>
              <a:gd name="csX3603" fmla="*/ 622719 w 1728164"/>
              <a:gd name="csY3603" fmla="*/ 694247 h 1114902"/>
              <a:gd name="csX3604" fmla="*/ 622897 w 1728164"/>
              <a:gd name="csY3604" fmla="*/ 693715 h 1114902"/>
              <a:gd name="csX3605" fmla="*/ 623066 w 1728164"/>
              <a:gd name="csY3605" fmla="*/ 693183 h 1114902"/>
              <a:gd name="csX3606" fmla="*/ 623235 w 1728164"/>
              <a:gd name="csY3606" fmla="*/ 692650 h 1114902"/>
              <a:gd name="csX3607" fmla="*/ 623412 w 1728164"/>
              <a:gd name="csY3607" fmla="*/ 692117 h 1114902"/>
              <a:gd name="csX3608" fmla="*/ 623582 w 1728164"/>
              <a:gd name="csY3608" fmla="*/ 691584 h 1114902"/>
              <a:gd name="csX3609" fmla="*/ 623759 w 1728164"/>
              <a:gd name="csY3609" fmla="*/ 691051 h 1114902"/>
              <a:gd name="csX3610" fmla="*/ 623929 w 1728164"/>
              <a:gd name="csY3610" fmla="*/ 690516 h 1114902"/>
              <a:gd name="csX3611" fmla="*/ 624106 w 1728164"/>
              <a:gd name="csY3611" fmla="*/ 689982 h 1114902"/>
              <a:gd name="csX3612" fmla="*/ 624276 w 1728164"/>
              <a:gd name="csY3612" fmla="*/ 689448 h 1114902"/>
              <a:gd name="csX3613" fmla="*/ 624445 w 1728164"/>
              <a:gd name="csY3613" fmla="*/ 688913 h 1114902"/>
              <a:gd name="csX3614" fmla="*/ 624623 w 1728164"/>
              <a:gd name="csY3614" fmla="*/ 688377 h 1114902"/>
              <a:gd name="csX3615" fmla="*/ 624791 w 1728164"/>
              <a:gd name="csY3615" fmla="*/ 687842 h 1114902"/>
              <a:gd name="csX3616" fmla="*/ 624969 w 1728164"/>
              <a:gd name="csY3616" fmla="*/ 687306 h 1114902"/>
              <a:gd name="csX3617" fmla="*/ 625138 w 1728164"/>
              <a:gd name="csY3617" fmla="*/ 686770 h 1114902"/>
              <a:gd name="csX3618" fmla="*/ 625316 w 1728164"/>
              <a:gd name="csY3618" fmla="*/ 686233 h 1114902"/>
              <a:gd name="csX3619" fmla="*/ 625485 w 1728164"/>
              <a:gd name="csY3619" fmla="*/ 685696 h 1114902"/>
              <a:gd name="csX3620" fmla="*/ 625654 w 1728164"/>
              <a:gd name="csY3620" fmla="*/ 685159 h 1114902"/>
              <a:gd name="csX3621" fmla="*/ 625832 w 1728164"/>
              <a:gd name="csY3621" fmla="*/ 684621 h 1114902"/>
              <a:gd name="csX3622" fmla="*/ 626001 w 1728164"/>
              <a:gd name="csY3622" fmla="*/ 684084 h 1114902"/>
              <a:gd name="csX3623" fmla="*/ 626179 w 1728164"/>
              <a:gd name="csY3623" fmla="*/ 683546 h 1114902"/>
              <a:gd name="csX3624" fmla="*/ 626348 w 1728164"/>
              <a:gd name="csY3624" fmla="*/ 683007 h 1114902"/>
              <a:gd name="csX3625" fmla="*/ 626526 w 1728164"/>
              <a:gd name="csY3625" fmla="*/ 682468 h 1114902"/>
              <a:gd name="csX3626" fmla="*/ 626695 w 1728164"/>
              <a:gd name="csY3626" fmla="*/ 681929 h 1114902"/>
              <a:gd name="csX3627" fmla="*/ 626864 w 1728164"/>
              <a:gd name="csY3627" fmla="*/ 681390 h 1114902"/>
              <a:gd name="csX3628" fmla="*/ 627042 w 1728164"/>
              <a:gd name="csY3628" fmla="*/ 680850 h 1114902"/>
              <a:gd name="csX3629" fmla="*/ 627211 w 1728164"/>
              <a:gd name="csY3629" fmla="*/ 680310 h 1114902"/>
              <a:gd name="csX3630" fmla="*/ 627389 w 1728164"/>
              <a:gd name="csY3630" fmla="*/ 679770 h 1114902"/>
              <a:gd name="csX3631" fmla="*/ 627558 w 1728164"/>
              <a:gd name="csY3631" fmla="*/ 679229 h 1114902"/>
              <a:gd name="csX3632" fmla="*/ 627736 w 1728164"/>
              <a:gd name="csY3632" fmla="*/ 678688 h 1114902"/>
              <a:gd name="csX3633" fmla="*/ 627905 w 1728164"/>
              <a:gd name="csY3633" fmla="*/ 678146 h 1114902"/>
              <a:gd name="csX3634" fmla="*/ 628074 w 1728164"/>
              <a:gd name="csY3634" fmla="*/ 677605 h 1114902"/>
              <a:gd name="csX3635" fmla="*/ 628252 w 1728164"/>
              <a:gd name="csY3635" fmla="*/ 677063 h 1114902"/>
              <a:gd name="csX3636" fmla="*/ 628421 w 1728164"/>
              <a:gd name="csY3636" fmla="*/ 676521 h 1114902"/>
              <a:gd name="csX3637" fmla="*/ 628599 w 1728164"/>
              <a:gd name="csY3637" fmla="*/ 675978 h 1114902"/>
              <a:gd name="csX3638" fmla="*/ 628768 w 1728164"/>
              <a:gd name="csY3638" fmla="*/ 675436 h 1114902"/>
              <a:gd name="csX3639" fmla="*/ 628946 w 1728164"/>
              <a:gd name="csY3639" fmla="*/ 674892 h 1114902"/>
              <a:gd name="csX3640" fmla="*/ 629115 w 1728164"/>
              <a:gd name="csY3640" fmla="*/ 674348 h 1114902"/>
              <a:gd name="csX3641" fmla="*/ 629284 w 1728164"/>
              <a:gd name="csY3641" fmla="*/ 673805 h 1114902"/>
              <a:gd name="csX3642" fmla="*/ 629462 w 1728164"/>
              <a:gd name="csY3642" fmla="*/ 673260 h 1114902"/>
              <a:gd name="csX3643" fmla="*/ 629631 w 1728164"/>
              <a:gd name="csY3643" fmla="*/ 672716 h 1114902"/>
              <a:gd name="csX3644" fmla="*/ 629809 w 1728164"/>
              <a:gd name="csY3644" fmla="*/ 672171 h 1114902"/>
              <a:gd name="csX3645" fmla="*/ 629978 w 1728164"/>
              <a:gd name="csY3645" fmla="*/ 671627 h 1114902"/>
              <a:gd name="csX3646" fmla="*/ 630156 w 1728164"/>
              <a:gd name="csY3646" fmla="*/ 671082 h 1114902"/>
              <a:gd name="csX3647" fmla="*/ 630325 w 1728164"/>
              <a:gd name="csY3647" fmla="*/ 670535 h 1114902"/>
              <a:gd name="csX3648" fmla="*/ 630494 w 1728164"/>
              <a:gd name="csY3648" fmla="*/ 669990 h 1114902"/>
              <a:gd name="csX3649" fmla="*/ 630672 w 1728164"/>
              <a:gd name="csY3649" fmla="*/ 669444 h 1114902"/>
              <a:gd name="csX3650" fmla="*/ 630841 w 1728164"/>
              <a:gd name="csY3650" fmla="*/ 668897 h 1114902"/>
              <a:gd name="csX3651" fmla="*/ 631019 w 1728164"/>
              <a:gd name="csY3651" fmla="*/ 668350 h 1114902"/>
              <a:gd name="csX3652" fmla="*/ 631188 w 1728164"/>
              <a:gd name="csY3652" fmla="*/ 667802 h 1114902"/>
              <a:gd name="csX3653" fmla="*/ 631366 w 1728164"/>
              <a:gd name="csY3653" fmla="*/ 667255 h 1114902"/>
              <a:gd name="csX3654" fmla="*/ 631535 w 1728164"/>
              <a:gd name="csY3654" fmla="*/ 666707 h 1114902"/>
              <a:gd name="csX3655" fmla="*/ 631704 w 1728164"/>
              <a:gd name="csY3655" fmla="*/ 666159 h 1114902"/>
              <a:gd name="csX3656" fmla="*/ 631882 w 1728164"/>
              <a:gd name="csY3656" fmla="*/ 665611 h 1114902"/>
              <a:gd name="csX3657" fmla="*/ 632051 w 1728164"/>
              <a:gd name="csY3657" fmla="*/ 665062 h 1114902"/>
              <a:gd name="csX3658" fmla="*/ 632229 w 1728164"/>
              <a:gd name="csY3658" fmla="*/ 664513 h 1114902"/>
              <a:gd name="csX3659" fmla="*/ 632398 w 1728164"/>
              <a:gd name="csY3659" fmla="*/ 663965 h 1114902"/>
              <a:gd name="csX3660" fmla="*/ 632576 w 1728164"/>
              <a:gd name="csY3660" fmla="*/ 663415 h 1114902"/>
              <a:gd name="csX3661" fmla="*/ 632745 w 1728164"/>
              <a:gd name="csY3661" fmla="*/ 662865 h 1114902"/>
              <a:gd name="csX3662" fmla="*/ 632914 w 1728164"/>
              <a:gd name="csY3662" fmla="*/ 662314 h 1114902"/>
              <a:gd name="csX3663" fmla="*/ 633092 w 1728164"/>
              <a:gd name="csY3663" fmla="*/ 661764 h 1114902"/>
              <a:gd name="csX3664" fmla="*/ 633261 w 1728164"/>
              <a:gd name="csY3664" fmla="*/ 661214 h 1114902"/>
              <a:gd name="csX3665" fmla="*/ 633439 w 1728164"/>
              <a:gd name="csY3665" fmla="*/ 660662 h 1114902"/>
              <a:gd name="csX3666" fmla="*/ 633608 w 1728164"/>
              <a:gd name="csY3666" fmla="*/ 660111 h 1114902"/>
              <a:gd name="csX3667" fmla="*/ 633777 w 1728164"/>
              <a:gd name="csY3667" fmla="*/ 659559 h 1114902"/>
              <a:gd name="csX3668" fmla="*/ 633955 w 1728164"/>
              <a:gd name="csY3668" fmla="*/ 659007 h 1114902"/>
              <a:gd name="csX3669" fmla="*/ 634124 w 1728164"/>
              <a:gd name="csY3669" fmla="*/ 658455 h 1114902"/>
              <a:gd name="csX3670" fmla="*/ 634302 w 1728164"/>
              <a:gd name="csY3670" fmla="*/ 657902 h 1114902"/>
              <a:gd name="csX3671" fmla="*/ 634471 w 1728164"/>
              <a:gd name="csY3671" fmla="*/ 657350 h 1114902"/>
              <a:gd name="csX3672" fmla="*/ 634649 w 1728164"/>
              <a:gd name="csY3672" fmla="*/ 656797 h 1114902"/>
              <a:gd name="csX3673" fmla="*/ 634818 w 1728164"/>
              <a:gd name="csY3673" fmla="*/ 656243 h 1114902"/>
              <a:gd name="csX3674" fmla="*/ 634987 w 1728164"/>
              <a:gd name="csY3674" fmla="*/ 655689 h 1114902"/>
              <a:gd name="csX3675" fmla="*/ 635165 w 1728164"/>
              <a:gd name="csY3675" fmla="*/ 655136 h 1114902"/>
              <a:gd name="csX3676" fmla="*/ 635334 w 1728164"/>
              <a:gd name="csY3676" fmla="*/ 654581 h 1114902"/>
              <a:gd name="csX3677" fmla="*/ 635512 w 1728164"/>
              <a:gd name="csY3677" fmla="*/ 654026 h 1114902"/>
              <a:gd name="csX3678" fmla="*/ 635681 w 1728164"/>
              <a:gd name="csY3678" fmla="*/ 653471 h 1114902"/>
              <a:gd name="csX3679" fmla="*/ 635859 w 1728164"/>
              <a:gd name="csY3679" fmla="*/ 652916 h 1114902"/>
              <a:gd name="csX3680" fmla="*/ 636028 w 1728164"/>
              <a:gd name="csY3680" fmla="*/ 652361 h 1114902"/>
              <a:gd name="csX3681" fmla="*/ 636197 w 1728164"/>
              <a:gd name="csY3681" fmla="*/ 651805 h 1114902"/>
              <a:gd name="csX3682" fmla="*/ 636375 w 1728164"/>
              <a:gd name="csY3682" fmla="*/ 651249 h 1114902"/>
              <a:gd name="csX3683" fmla="*/ 636544 w 1728164"/>
              <a:gd name="csY3683" fmla="*/ 650693 h 1114902"/>
              <a:gd name="csX3684" fmla="*/ 636722 w 1728164"/>
              <a:gd name="csY3684" fmla="*/ 650136 h 1114902"/>
              <a:gd name="csX3685" fmla="*/ 636891 w 1728164"/>
              <a:gd name="csY3685" fmla="*/ 649579 h 1114902"/>
              <a:gd name="csX3686" fmla="*/ 637069 w 1728164"/>
              <a:gd name="csY3686" fmla="*/ 649022 h 1114902"/>
              <a:gd name="csX3687" fmla="*/ 637238 w 1728164"/>
              <a:gd name="csY3687" fmla="*/ 648465 h 1114902"/>
              <a:gd name="csX3688" fmla="*/ 637407 w 1728164"/>
              <a:gd name="csY3688" fmla="*/ 647907 h 1114902"/>
              <a:gd name="csX3689" fmla="*/ 637585 w 1728164"/>
              <a:gd name="csY3689" fmla="*/ 647349 h 1114902"/>
              <a:gd name="csX3690" fmla="*/ 637754 w 1728164"/>
              <a:gd name="csY3690" fmla="*/ 646791 h 1114902"/>
              <a:gd name="csX3691" fmla="*/ 637932 w 1728164"/>
              <a:gd name="csY3691" fmla="*/ 646232 h 1114902"/>
              <a:gd name="csX3692" fmla="*/ 638101 w 1728164"/>
              <a:gd name="csY3692" fmla="*/ 645673 h 1114902"/>
              <a:gd name="csX3693" fmla="*/ 638279 w 1728164"/>
              <a:gd name="csY3693" fmla="*/ 645114 h 1114902"/>
              <a:gd name="csX3694" fmla="*/ 638448 w 1728164"/>
              <a:gd name="csY3694" fmla="*/ 644554 h 1114902"/>
              <a:gd name="csX3695" fmla="*/ 638617 w 1728164"/>
              <a:gd name="csY3695" fmla="*/ 643995 h 1114902"/>
              <a:gd name="csX3696" fmla="*/ 638794 w 1728164"/>
              <a:gd name="csY3696" fmla="*/ 643435 h 1114902"/>
              <a:gd name="csX3697" fmla="*/ 638964 w 1728164"/>
              <a:gd name="csY3697" fmla="*/ 642875 h 1114902"/>
              <a:gd name="csX3698" fmla="*/ 639141 w 1728164"/>
              <a:gd name="csY3698" fmla="*/ 642314 h 1114902"/>
              <a:gd name="csX3699" fmla="*/ 639311 w 1728164"/>
              <a:gd name="csY3699" fmla="*/ 641753 h 1114902"/>
              <a:gd name="csX3700" fmla="*/ 639488 w 1728164"/>
              <a:gd name="csY3700" fmla="*/ 641192 h 1114902"/>
              <a:gd name="csX3701" fmla="*/ 639657 w 1728164"/>
              <a:gd name="csY3701" fmla="*/ 640631 h 1114902"/>
              <a:gd name="csX3702" fmla="*/ 639827 w 1728164"/>
              <a:gd name="csY3702" fmla="*/ 640069 h 1114902"/>
              <a:gd name="csX3703" fmla="*/ 640004 w 1728164"/>
              <a:gd name="csY3703" fmla="*/ 639507 h 1114902"/>
              <a:gd name="csX3704" fmla="*/ 640173 w 1728164"/>
              <a:gd name="csY3704" fmla="*/ 638945 h 1114902"/>
              <a:gd name="csX3705" fmla="*/ 640351 w 1728164"/>
              <a:gd name="csY3705" fmla="*/ 638383 h 1114902"/>
              <a:gd name="csX3706" fmla="*/ 640520 w 1728164"/>
              <a:gd name="csY3706" fmla="*/ 637820 h 1114902"/>
              <a:gd name="csX3707" fmla="*/ 640698 w 1728164"/>
              <a:gd name="csY3707" fmla="*/ 637257 h 1114902"/>
              <a:gd name="csX3708" fmla="*/ 640867 w 1728164"/>
              <a:gd name="csY3708" fmla="*/ 636693 h 1114902"/>
              <a:gd name="csX3709" fmla="*/ 641036 w 1728164"/>
              <a:gd name="csY3709" fmla="*/ 636129 h 1114902"/>
              <a:gd name="csX3710" fmla="*/ 641214 w 1728164"/>
              <a:gd name="csY3710" fmla="*/ 635566 h 1114902"/>
              <a:gd name="csX3711" fmla="*/ 641383 w 1728164"/>
              <a:gd name="csY3711" fmla="*/ 635002 h 1114902"/>
              <a:gd name="csX3712" fmla="*/ 641561 w 1728164"/>
              <a:gd name="csY3712" fmla="*/ 634437 h 1114902"/>
              <a:gd name="csX3713" fmla="*/ 641730 w 1728164"/>
              <a:gd name="csY3713" fmla="*/ 633872 h 1114902"/>
              <a:gd name="csX3714" fmla="*/ 641908 w 1728164"/>
              <a:gd name="csY3714" fmla="*/ 633307 h 1114902"/>
              <a:gd name="csX3715" fmla="*/ 642077 w 1728164"/>
              <a:gd name="csY3715" fmla="*/ 632742 h 1114902"/>
              <a:gd name="csX3716" fmla="*/ 642246 w 1728164"/>
              <a:gd name="csY3716" fmla="*/ 632177 h 1114902"/>
              <a:gd name="csX3717" fmla="*/ 642424 w 1728164"/>
              <a:gd name="csY3717" fmla="*/ 631612 h 1114902"/>
              <a:gd name="csX3718" fmla="*/ 642593 w 1728164"/>
              <a:gd name="csY3718" fmla="*/ 631045 h 1114902"/>
              <a:gd name="csX3719" fmla="*/ 642771 w 1728164"/>
              <a:gd name="csY3719" fmla="*/ 630479 h 1114902"/>
              <a:gd name="csX3720" fmla="*/ 642940 w 1728164"/>
              <a:gd name="csY3720" fmla="*/ 629912 h 1114902"/>
              <a:gd name="csX3721" fmla="*/ 643118 w 1728164"/>
              <a:gd name="csY3721" fmla="*/ 629346 h 1114902"/>
              <a:gd name="csX3722" fmla="*/ 643287 w 1728164"/>
              <a:gd name="csY3722" fmla="*/ 628779 h 1114902"/>
              <a:gd name="csX3723" fmla="*/ 643456 w 1728164"/>
              <a:gd name="csY3723" fmla="*/ 628211 h 1114902"/>
              <a:gd name="csX3724" fmla="*/ 643634 w 1728164"/>
              <a:gd name="csY3724" fmla="*/ 627644 h 1114902"/>
              <a:gd name="csX3725" fmla="*/ 643803 w 1728164"/>
              <a:gd name="csY3725" fmla="*/ 627076 h 1114902"/>
              <a:gd name="csX3726" fmla="*/ 643981 w 1728164"/>
              <a:gd name="csY3726" fmla="*/ 626508 h 1114902"/>
              <a:gd name="csX3727" fmla="*/ 644150 w 1728164"/>
              <a:gd name="csY3727" fmla="*/ 625939 h 1114902"/>
              <a:gd name="csX3728" fmla="*/ 644328 w 1728164"/>
              <a:gd name="csY3728" fmla="*/ 625371 h 1114902"/>
              <a:gd name="csX3729" fmla="*/ 644497 w 1728164"/>
              <a:gd name="csY3729" fmla="*/ 624802 h 1114902"/>
              <a:gd name="csX3730" fmla="*/ 644666 w 1728164"/>
              <a:gd name="csY3730" fmla="*/ 624233 h 1114902"/>
              <a:gd name="csX3731" fmla="*/ 644844 w 1728164"/>
              <a:gd name="csY3731" fmla="*/ 623664 h 1114902"/>
              <a:gd name="csX3732" fmla="*/ 645013 w 1728164"/>
              <a:gd name="csY3732" fmla="*/ 623094 h 1114902"/>
              <a:gd name="csX3733" fmla="*/ 645191 w 1728164"/>
              <a:gd name="csY3733" fmla="*/ 622524 h 1114902"/>
              <a:gd name="csX3734" fmla="*/ 645360 w 1728164"/>
              <a:gd name="csY3734" fmla="*/ 621954 h 1114902"/>
              <a:gd name="csX3735" fmla="*/ 645538 w 1728164"/>
              <a:gd name="csY3735" fmla="*/ 621383 h 1114902"/>
              <a:gd name="csX3736" fmla="*/ 645707 w 1728164"/>
              <a:gd name="csY3736" fmla="*/ 620812 h 1114902"/>
              <a:gd name="csX3737" fmla="*/ 645876 w 1728164"/>
              <a:gd name="csY3737" fmla="*/ 620242 h 1114902"/>
              <a:gd name="csX3738" fmla="*/ 646054 w 1728164"/>
              <a:gd name="csY3738" fmla="*/ 619671 h 1114902"/>
              <a:gd name="csX3739" fmla="*/ 646223 w 1728164"/>
              <a:gd name="csY3739" fmla="*/ 619099 h 1114902"/>
              <a:gd name="csX3740" fmla="*/ 646401 w 1728164"/>
              <a:gd name="csY3740" fmla="*/ 618528 h 1114902"/>
              <a:gd name="csX3741" fmla="*/ 646570 w 1728164"/>
              <a:gd name="csY3741" fmla="*/ 617956 h 1114902"/>
              <a:gd name="csX3742" fmla="*/ 646748 w 1728164"/>
              <a:gd name="csY3742" fmla="*/ 617384 h 1114902"/>
              <a:gd name="csX3743" fmla="*/ 646917 w 1728164"/>
              <a:gd name="csY3743" fmla="*/ 616811 h 1114902"/>
              <a:gd name="csX3744" fmla="*/ 647086 w 1728164"/>
              <a:gd name="csY3744" fmla="*/ 616238 h 1114902"/>
              <a:gd name="csX3745" fmla="*/ 647264 w 1728164"/>
              <a:gd name="csY3745" fmla="*/ 615665 h 1114902"/>
              <a:gd name="csX3746" fmla="*/ 647433 w 1728164"/>
              <a:gd name="csY3746" fmla="*/ 615092 h 1114902"/>
              <a:gd name="csX3747" fmla="*/ 647611 w 1728164"/>
              <a:gd name="csY3747" fmla="*/ 614519 h 1114902"/>
              <a:gd name="csX3748" fmla="*/ 647780 w 1728164"/>
              <a:gd name="csY3748" fmla="*/ 613945 h 1114902"/>
              <a:gd name="csX3749" fmla="*/ 647958 w 1728164"/>
              <a:gd name="csY3749" fmla="*/ 613371 h 1114902"/>
              <a:gd name="csX3750" fmla="*/ 648127 w 1728164"/>
              <a:gd name="csY3750" fmla="*/ 612797 h 1114902"/>
              <a:gd name="csX3751" fmla="*/ 648296 w 1728164"/>
              <a:gd name="csY3751" fmla="*/ 612223 h 1114902"/>
              <a:gd name="csX3752" fmla="*/ 648474 w 1728164"/>
              <a:gd name="csY3752" fmla="*/ 611648 h 1114902"/>
              <a:gd name="csX3753" fmla="*/ 648643 w 1728164"/>
              <a:gd name="csY3753" fmla="*/ 611072 h 1114902"/>
              <a:gd name="csX3754" fmla="*/ 648821 w 1728164"/>
              <a:gd name="csY3754" fmla="*/ 610498 h 1114902"/>
              <a:gd name="csX3755" fmla="*/ 648990 w 1728164"/>
              <a:gd name="csY3755" fmla="*/ 609922 h 1114902"/>
              <a:gd name="csX3756" fmla="*/ 649168 w 1728164"/>
              <a:gd name="csY3756" fmla="*/ 609347 h 1114902"/>
              <a:gd name="csX3757" fmla="*/ 649337 w 1728164"/>
              <a:gd name="csY3757" fmla="*/ 608771 h 1114902"/>
              <a:gd name="csX3758" fmla="*/ 649506 w 1728164"/>
              <a:gd name="csY3758" fmla="*/ 608194 h 1114902"/>
              <a:gd name="csX3759" fmla="*/ 649684 w 1728164"/>
              <a:gd name="csY3759" fmla="*/ 607618 h 1114902"/>
              <a:gd name="csX3760" fmla="*/ 649853 w 1728164"/>
              <a:gd name="csY3760" fmla="*/ 607041 h 1114902"/>
              <a:gd name="csX3761" fmla="*/ 650031 w 1728164"/>
              <a:gd name="csY3761" fmla="*/ 606465 h 1114902"/>
              <a:gd name="csX3762" fmla="*/ 650200 w 1728164"/>
              <a:gd name="csY3762" fmla="*/ 605888 h 1114902"/>
              <a:gd name="csX3763" fmla="*/ 650378 w 1728164"/>
              <a:gd name="csY3763" fmla="*/ 605310 h 1114902"/>
              <a:gd name="csX3764" fmla="*/ 650547 w 1728164"/>
              <a:gd name="csY3764" fmla="*/ 604733 h 1114902"/>
              <a:gd name="csX3765" fmla="*/ 650716 w 1728164"/>
              <a:gd name="csY3765" fmla="*/ 604155 h 1114902"/>
              <a:gd name="csX3766" fmla="*/ 650894 w 1728164"/>
              <a:gd name="csY3766" fmla="*/ 603577 h 1114902"/>
              <a:gd name="csX3767" fmla="*/ 651063 w 1728164"/>
              <a:gd name="csY3767" fmla="*/ 602999 h 1114902"/>
              <a:gd name="csX3768" fmla="*/ 651241 w 1728164"/>
              <a:gd name="csY3768" fmla="*/ 602421 h 1114902"/>
              <a:gd name="csX3769" fmla="*/ 651410 w 1728164"/>
              <a:gd name="csY3769" fmla="*/ 601841 h 1114902"/>
              <a:gd name="csX3770" fmla="*/ 651588 w 1728164"/>
              <a:gd name="csY3770" fmla="*/ 601262 h 1114902"/>
              <a:gd name="csX3771" fmla="*/ 651757 w 1728164"/>
              <a:gd name="csY3771" fmla="*/ 600683 h 1114902"/>
              <a:gd name="csX3772" fmla="*/ 651926 w 1728164"/>
              <a:gd name="csY3772" fmla="*/ 600104 h 1114902"/>
              <a:gd name="csX3773" fmla="*/ 652104 w 1728164"/>
              <a:gd name="csY3773" fmla="*/ 599524 h 1114902"/>
              <a:gd name="csX3774" fmla="*/ 652273 w 1728164"/>
              <a:gd name="csY3774" fmla="*/ 598945 h 1114902"/>
              <a:gd name="csX3775" fmla="*/ 652451 w 1728164"/>
              <a:gd name="csY3775" fmla="*/ 598364 h 1114902"/>
              <a:gd name="csX3776" fmla="*/ 652620 w 1728164"/>
              <a:gd name="csY3776" fmla="*/ 597784 h 1114902"/>
              <a:gd name="csX3777" fmla="*/ 652789 w 1728164"/>
              <a:gd name="csY3777" fmla="*/ 597204 h 1114902"/>
              <a:gd name="csX3778" fmla="*/ 652967 w 1728164"/>
              <a:gd name="csY3778" fmla="*/ 596623 h 1114902"/>
              <a:gd name="csX3779" fmla="*/ 653136 w 1728164"/>
              <a:gd name="csY3779" fmla="*/ 596042 h 1114902"/>
              <a:gd name="csX3780" fmla="*/ 653314 w 1728164"/>
              <a:gd name="csY3780" fmla="*/ 595460 h 1114902"/>
              <a:gd name="csX3781" fmla="*/ 653483 w 1728164"/>
              <a:gd name="csY3781" fmla="*/ 594879 h 1114902"/>
              <a:gd name="csX3782" fmla="*/ 653660 w 1728164"/>
              <a:gd name="csY3782" fmla="*/ 594297 h 1114902"/>
              <a:gd name="csX3783" fmla="*/ 653830 w 1728164"/>
              <a:gd name="csY3783" fmla="*/ 593715 h 1114902"/>
              <a:gd name="csX3784" fmla="*/ 653998 w 1728164"/>
              <a:gd name="csY3784" fmla="*/ 593133 h 1114902"/>
              <a:gd name="csX3785" fmla="*/ 654176 w 1728164"/>
              <a:gd name="csY3785" fmla="*/ 592551 h 1114902"/>
              <a:gd name="csX3786" fmla="*/ 654345 w 1728164"/>
              <a:gd name="csY3786" fmla="*/ 591968 h 1114902"/>
              <a:gd name="csX3787" fmla="*/ 654523 w 1728164"/>
              <a:gd name="csY3787" fmla="*/ 591385 h 1114902"/>
              <a:gd name="csX3788" fmla="*/ 654692 w 1728164"/>
              <a:gd name="csY3788" fmla="*/ 590803 h 1114902"/>
              <a:gd name="csX3789" fmla="*/ 654870 w 1728164"/>
              <a:gd name="csY3789" fmla="*/ 590219 h 1114902"/>
              <a:gd name="csX3790" fmla="*/ 655039 w 1728164"/>
              <a:gd name="csY3790" fmla="*/ 589636 h 1114902"/>
              <a:gd name="csX3791" fmla="*/ 655209 w 1728164"/>
              <a:gd name="csY3791" fmla="*/ 589052 h 1114902"/>
              <a:gd name="csX3792" fmla="*/ 655386 w 1728164"/>
              <a:gd name="csY3792" fmla="*/ 588468 h 1114902"/>
              <a:gd name="csX3793" fmla="*/ 655555 w 1728164"/>
              <a:gd name="csY3793" fmla="*/ 587884 h 1114902"/>
              <a:gd name="csX3794" fmla="*/ 655733 w 1728164"/>
              <a:gd name="csY3794" fmla="*/ 587299 h 1114902"/>
              <a:gd name="csX3795" fmla="*/ 655902 w 1728164"/>
              <a:gd name="csY3795" fmla="*/ 586715 h 1114902"/>
              <a:gd name="csX3796" fmla="*/ 656080 w 1728164"/>
              <a:gd name="csY3796" fmla="*/ 586130 h 1114902"/>
              <a:gd name="csX3797" fmla="*/ 656249 w 1728164"/>
              <a:gd name="csY3797" fmla="*/ 585546 h 1114902"/>
              <a:gd name="csX3798" fmla="*/ 656418 w 1728164"/>
              <a:gd name="csY3798" fmla="*/ 584960 h 1114902"/>
              <a:gd name="csX3799" fmla="*/ 656596 w 1728164"/>
              <a:gd name="csY3799" fmla="*/ 584375 h 1114902"/>
              <a:gd name="csX3800" fmla="*/ 656765 w 1728164"/>
              <a:gd name="csY3800" fmla="*/ 583790 h 1114902"/>
              <a:gd name="csX3801" fmla="*/ 656943 w 1728164"/>
              <a:gd name="csY3801" fmla="*/ 583203 h 1114902"/>
              <a:gd name="csX3802" fmla="*/ 657112 w 1728164"/>
              <a:gd name="csY3802" fmla="*/ 582617 h 1114902"/>
              <a:gd name="csX3803" fmla="*/ 657290 w 1728164"/>
              <a:gd name="csY3803" fmla="*/ 582031 h 1114902"/>
              <a:gd name="csX3804" fmla="*/ 657459 w 1728164"/>
              <a:gd name="csY3804" fmla="*/ 581445 h 1114902"/>
              <a:gd name="csX3805" fmla="*/ 657628 w 1728164"/>
              <a:gd name="csY3805" fmla="*/ 580858 h 1114902"/>
              <a:gd name="csX3806" fmla="*/ 657806 w 1728164"/>
              <a:gd name="csY3806" fmla="*/ 580271 h 1114902"/>
              <a:gd name="csX3807" fmla="*/ 657975 w 1728164"/>
              <a:gd name="csY3807" fmla="*/ 579684 h 1114902"/>
              <a:gd name="csX3808" fmla="*/ 658153 w 1728164"/>
              <a:gd name="csY3808" fmla="*/ 579097 h 1114902"/>
              <a:gd name="csX3809" fmla="*/ 658322 w 1728164"/>
              <a:gd name="csY3809" fmla="*/ 578510 h 1114902"/>
              <a:gd name="csX3810" fmla="*/ 658500 w 1728164"/>
              <a:gd name="csY3810" fmla="*/ 577922 h 1114902"/>
              <a:gd name="csX3811" fmla="*/ 658669 w 1728164"/>
              <a:gd name="csY3811" fmla="*/ 577334 h 1114902"/>
              <a:gd name="csX3812" fmla="*/ 658838 w 1728164"/>
              <a:gd name="csY3812" fmla="*/ 576745 h 1114902"/>
              <a:gd name="csX3813" fmla="*/ 659016 w 1728164"/>
              <a:gd name="csY3813" fmla="*/ 576157 h 1114902"/>
              <a:gd name="csX3814" fmla="*/ 659185 w 1728164"/>
              <a:gd name="csY3814" fmla="*/ 575569 h 1114902"/>
              <a:gd name="csX3815" fmla="*/ 659363 w 1728164"/>
              <a:gd name="csY3815" fmla="*/ 574980 h 1114902"/>
              <a:gd name="csX3816" fmla="*/ 659532 w 1728164"/>
              <a:gd name="csY3816" fmla="*/ 574391 h 1114902"/>
              <a:gd name="csX3817" fmla="*/ 659710 w 1728164"/>
              <a:gd name="csY3817" fmla="*/ 573803 h 1114902"/>
              <a:gd name="csX3818" fmla="*/ 659879 w 1728164"/>
              <a:gd name="csY3818" fmla="*/ 573214 h 1114902"/>
              <a:gd name="csX3819" fmla="*/ 660048 w 1728164"/>
              <a:gd name="csY3819" fmla="*/ 572624 h 1114902"/>
              <a:gd name="csX3820" fmla="*/ 660226 w 1728164"/>
              <a:gd name="csY3820" fmla="*/ 572034 h 1114902"/>
              <a:gd name="csX3821" fmla="*/ 660395 w 1728164"/>
              <a:gd name="csY3821" fmla="*/ 571444 h 1114902"/>
              <a:gd name="csX3822" fmla="*/ 660573 w 1728164"/>
              <a:gd name="csY3822" fmla="*/ 570854 h 1114902"/>
              <a:gd name="csX3823" fmla="*/ 660742 w 1728164"/>
              <a:gd name="csY3823" fmla="*/ 570264 h 1114902"/>
              <a:gd name="csX3824" fmla="*/ 660920 w 1728164"/>
              <a:gd name="csY3824" fmla="*/ 569674 h 1114902"/>
              <a:gd name="csX3825" fmla="*/ 661089 w 1728164"/>
              <a:gd name="csY3825" fmla="*/ 569083 h 1114902"/>
              <a:gd name="csX3826" fmla="*/ 661258 w 1728164"/>
              <a:gd name="csY3826" fmla="*/ 568492 h 1114902"/>
              <a:gd name="csX3827" fmla="*/ 661436 w 1728164"/>
              <a:gd name="csY3827" fmla="*/ 567901 h 1114902"/>
              <a:gd name="csX3828" fmla="*/ 661605 w 1728164"/>
              <a:gd name="csY3828" fmla="*/ 567310 h 1114902"/>
              <a:gd name="csX3829" fmla="*/ 661783 w 1728164"/>
              <a:gd name="csY3829" fmla="*/ 566718 h 1114902"/>
              <a:gd name="csX3830" fmla="*/ 661952 w 1728164"/>
              <a:gd name="csY3830" fmla="*/ 566127 h 1114902"/>
              <a:gd name="csX3831" fmla="*/ 662130 w 1728164"/>
              <a:gd name="csY3831" fmla="*/ 565535 h 1114902"/>
              <a:gd name="csX3832" fmla="*/ 662299 w 1728164"/>
              <a:gd name="csY3832" fmla="*/ 564943 h 1114902"/>
              <a:gd name="csX3833" fmla="*/ 662468 w 1728164"/>
              <a:gd name="csY3833" fmla="*/ 564351 h 1114902"/>
              <a:gd name="csX3834" fmla="*/ 662646 w 1728164"/>
              <a:gd name="csY3834" fmla="*/ 563758 h 1114902"/>
              <a:gd name="csX3835" fmla="*/ 662815 w 1728164"/>
              <a:gd name="csY3835" fmla="*/ 563166 h 1114902"/>
              <a:gd name="csX3836" fmla="*/ 662993 w 1728164"/>
              <a:gd name="csY3836" fmla="*/ 562573 h 1114902"/>
              <a:gd name="csX3837" fmla="*/ 663162 w 1728164"/>
              <a:gd name="csY3837" fmla="*/ 561980 h 1114902"/>
              <a:gd name="csX3838" fmla="*/ 663340 w 1728164"/>
              <a:gd name="csY3838" fmla="*/ 561388 h 1114902"/>
              <a:gd name="csX3839" fmla="*/ 663509 w 1728164"/>
              <a:gd name="csY3839" fmla="*/ 560794 h 1114902"/>
              <a:gd name="csX3840" fmla="*/ 663678 w 1728164"/>
              <a:gd name="csY3840" fmla="*/ 560201 h 1114902"/>
              <a:gd name="csX3841" fmla="*/ 663856 w 1728164"/>
              <a:gd name="csY3841" fmla="*/ 559607 h 1114902"/>
              <a:gd name="csX3842" fmla="*/ 664025 w 1728164"/>
              <a:gd name="csY3842" fmla="*/ 559013 h 1114902"/>
              <a:gd name="csX3843" fmla="*/ 664203 w 1728164"/>
              <a:gd name="csY3843" fmla="*/ 558420 h 1114902"/>
              <a:gd name="csX3844" fmla="*/ 664372 w 1728164"/>
              <a:gd name="csY3844" fmla="*/ 557825 h 1114902"/>
              <a:gd name="csX3845" fmla="*/ 664550 w 1728164"/>
              <a:gd name="csY3845" fmla="*/ 557231 h 1114902"/>
              <a:gd name="csX3846" fmla="*/ 664719 w 1728164"/>
              <a:gd name="csY3846" fmla="*/ 556636 h 1114902"/>
              <a:gd name="csX3847" fmla="*/ 664888 w 1728164"/>
              <a:gd name="csY3847" fmla="*/ 556042 h 1114902"/>
              <a:gd name="csX3848" fmla="*/ 665066 w 1728164"/>
              <a:gd name="csY3848" fmla="*/ 555447 h 1114902"/>
              <a:gd name="csX3849" fmla="*/ 665235 w 1728164"/>
              <a:gd name="csY3849" fmla="*/ 554852 h 1114902"/>
              <a:gd name="csX3850" fmla="*/ 665413 w 1728164"/>
              <a:gd name="csY3850" fmla="*/ 554256 h 1114902"/>
              <a:gd name="csX3851" fmla="*/ 665582 w 1728164"/>
              <a:gd name="csY3851" fmla="*/ 553661 h 1114902"/>
              <a:gd name="csX3852" fmla="*/ 665760 w 1728164"/>
              <a:gd name="csY3852" fmla="*/ 553066 h 1114902"/>
              <a:gd name="csX3853" fmla="*/ 665929 w 1728164"/>
              <a:gd name="csY3853" fmla="*/ 552470 h 1114902"/>
              <a:gd name="csX3854" fmla="*/ 666098 w 1728164"/>
              <a:gd name="csY3854" fmla="*/ 551874 h 1114902"/>
              <a:gd name="csX3855" fmla="*/ 666276 w 1728164"/>
              <a:gd name="csY3855" fmla="*/ 551278 h 1114902"/>
              <a:gd name="csX3856" fmla="*/ 666445 w 1728164"/>
              <a:gd name="csY3856" fmla="*/ 550682 h 1114902"/>
              <a:gd name="csX3857" fmla="*/ 666623 w 1728164"/>
              <a:gd name="csY3857" fmla="*/ 550086 h 1114902"/>
              <a:gd name="csX3858" fmla="*/ 666792 w 1728164"/>
              <a:gd name="csY3858" fmla="*/ 549489 h 1114902"/>
              <a:gd name="csX3859" fmla="*/ 666970 w 1728164"/>
              <a:gd name="csY3859" fmla="*/ 548893 h 1114902"/>
              <a:gd name="csX3860" fmla="*/ 667139 w 1728164"/>
              <a:gd name="csY3860" fmla="*/ 548296 h 1114902"/>
              <a:gd name="csX3861" fmla="*/ 667308 w 1728164"/>
              <a:gd name="csY3861" fmla="*/ 547699 h 1114902"/>
              <a:gd name="csX3862" fmla="*/ 667486 w 1728164"/>
              <a:gd name="csY3862" fmla="*/ 547101 h 1114902"/>
              <a:gd name="csX3863" fmla="*/ 667655 w 1728164"/>
              <a:gd name="csY3863" fmla="*/ 546504 h 1114902"/>
              <a:gd name="csX3864" fmla="*/ 667833 w 1728164"/>
              <a:gd name="csY3864" fmla="*/ 545906 h 1114902"/>
              <a:gd name="csX3865" fmla="*/ 668002 w 1728164"/>
              <a:gd name="csY3865" fmla="*/ 545308 h 1114902"/>
              <a:gd name="csX3866" fmla="*/ 668179 w 1728164"/>
              <a:gd name="csY3866" fmla="*/ 544710 h 1114902"/>
              <a:gd name="csX3867" fmla="*/ 668348 w 1728164"/>
              <a:gd name="csY3867" fmla="*/ 544112 h 1114902"/>
              <a:gd name="csX3868" fmla="*/ 668518 w 1728164"/>
              <a:gd name="csY3868" fmla="*/ 543515 h 1114902"/>
              <a:gd name="csX3869" fmla="*/ 668695 w 1728164"/>
              <a:gd name="csY3869" fmla="*/ 542916 h 1114902"/>
              <a:gd name="csX3870" fmla="*/ 668865 w 1728164"/>
              <a:gd name="csY3870" fmla="*/ 542317 h 1114902"/>
              <a:gd name="csX3871" fmla="*/ 669042 w 1728164"/>
              <a:gd name="csY3871" fmla="*/ 541718 h 1114902"/>
              <a:gd name="csX3872" fmla="*/ 669212 w 1728164"/>
              <a:gd name="csY3872" fmla="*/ 541120 h 1114902"/>
              <a:gd name="csX3873" fmla="*/ 669389 w 1728164"/>
              <a:gd name="csY3873" fmla="*/ 540521 h 1114902"/>
              <a:gd name="csX3874" fmla="*/ 669558 w 1728164"/>
              <a:gd name="csY3874" fmla="*/ 539922 h 1114902"/>
              <a:gd name="csX3875" fmla="*/ 669727 w 1728164"/>
              <a:gd name="csY3875" fmla="*/ 539323 h 1114902"/>
              <a:gd name="csX3876" fmla="*/ 669905 w 1728164"/>
              <a:gd name="csY3876" fmla="*/ 538723 h 1114902"/>
              <a:gd name="csX3877" fmla="*/ 670074 w 1728164"/>
              <a:gd name="csY3877" fmla="*/ 538123 h 1114902"/>
              <a:gd name="csX3878" fmla="*/ 670252 w 1728164"/>
              <a:gd name="csY3878" fmla="*/ 537524 h 1114902"/>
              <a:gd name="csX3879" fmla="*/ 670421 w 1728164"/>
              <a:gd name="csY3879" fmla="*/ 536924 h 1114902"/>
              <a:gd name="csX3880" fmla="*/ 670599 w 1728164"/>
              <a:gd name="csY3880" fmla="*/ 536324 h 1114902"/>
              <a:gd name="csX3881" fmla="*/ 670768 w 1728164"/>
              <a:gd name="csY3881" fmla="*/ 535724 h 1114902"/>
              <a:gd name="csX3882" fmla="*/ 670937 w 1728164"/>
              <a:gd name="csY3882" fmla="*/ 535123 h 1114902"/>
              <a:gd name="csX3883" fmla="*/ 671115 w 1728164"/>
              <a:gd name="csY3883" fmla="*/ 534523 h 1114902"/>
              <a:gd name="csX3884" fmla="*/ 671284 w 1728164"/>
              <a:gd name="csY3884" fmla="*/ 533922 h 1114902"/>
              <a:gd name="csX3885" fmla="*/ 671462 w 1728164"/>
              <a:gd name="csY3885" fmla="*/ 533322 h 1114902"/>
              <a:gd name="csX3886" fmla="*/ 671631 w 1728164"/>
              <a:gd name="csY3886" fmla="*/ 532721 h 1114902"/>
              <a:gd name="csX3887" fmla="*/ 671800 w 1728164"/>
              <a:gd name="csY3887" fmla="*/ 532120 h 1114902"/>
              <a:gd name="csX3888" fmla="*/ 671978 w 1728164"/>
              <a:gd name="csY3888" fmla="*/ 531519 h 1114902"/>
              <a:gd name="csX3889" fmla="*/ 672147 w 1728164"/>
              <a:gd name="csY3889" fmla="*/ 530917 h 1114902"/>
              <a:gd name="csX3890" fmla="*/ 672325 w 1728164"/>
              <a:gd name="csY3890" fmla="*/ 530316 h 1114902"/>
              <a:gd name="csX3891" fmla="*/ 672494 w 1728164"/>
              <a:gd name="csY3891" fmla="*/ 529714 h 1114902"/>
              <a:gd name="csX3892" fmla="*/ 672672 w 1728164"/>
              <a:gd name="csY3892" fmla="*/ 529113 h 1114902"/>
              <a:gd name="csX3893" fmla="*/ 672841 w 1728164"/>
              <a:gd name="csY3893" fmla="*/ 528511 h 1114902"/>
              <a:gd name="csX3894" fmla="*/ 673010 w 1728164"/>
              <a:gd name="csY3894" fmla="*/ 527908 h 1114902"/>
              <a:gd name="csX3895" fmla="*/ 673188 w 1728164"/>
              <a:gd name="csY3895" fmla="*/ 527306 h 1114902"/>
              <a:gd name="csX3896" fmla="*/ 673357 w 1728164"/>
              <a:gd name="csY3896" fmla="*/ 526704 h 1114902"/>
              <a:gd name="csX3897" fmla="*/ 673535 w 1728164"/>
              <a:gd name="csY3897" fmla="*/ 526102 h 1114902"/>
              <a:gd name="csX3898" fmla="*/ 673704 w 1728164"/>
              <a:gd name="csY3898" fmla="*/ 525499 h 1114902"/>
              <a:gd name="csX3899" fmla="*/ 673882 w 1728164"/>
              <a:gd name="csY3899" fmla="*/ 524897 h 1114902"/>
              <a:gd name="csX3900" fmla="*/ 674051 w 1728164"/>
              <a:gd name="csY3900" fmla="*/ 524294 h 1114902"/>
              <a:gd name="csX3901" fmla="*/ 674220 w 1728164"/>
              <a:gd name="csY3901" fmla="*/ 523691 h 1114902"/>
              <a:gd name="csX3902" fmla="*/ 674398 w 1728164"/>
              <a:gd name="csY3902" fmla="*/ 523087 h 1114902"/>
              <a:gd name="csX3903" fmla="*/ 674567 w 1728164"/>
              <a:gd name="csY3903" fmla="*/ 522484 h 1114902"/>
              <a:gd name="csX3904" fmla="*/ 674745 w 1728164"/>
              <a:gd name="csY3904" fmla="*/ 521881 h 1114902"/>
              <a:gd name="csX3905" fmla="*/ 674914 w 1728164"/>
              <a:gd name="csY3905" fmla="*/ 521278 h 1114902"/>
              <a:gd name="csX3906" fmla="*/ 675092 w 1728164"/>
              <a:gd name="csY3906" fmla="*/ 520674 h 1114902"/>
              <a:gd name="csX3907" fmla="*/ 675261 w 1728164"/>
              <a:gd name="csY3907" fmla="*/ 520071 h 1114902"/>
              <a:gd name="csX3908" fmla="*/ 675430 w 1728164"/>
              <a:gd name="csY3908" fmla="*/ 519467 h 1114902"/>
              <a:gd name="csX3909" fmla="*/ 675608 w 1728164"/>
              <a:gd name="csY3909" fmla="*/ 518863 h 1114902"/>
              <a:gd name="csX3910" fmla="*/ 675777 w 1728164"/>
              <a:gd name="csY3910" fmla="*/ 518258 h 1114902"/>
              <a:gd name="csX3911" fmla="*/ 675955 w 1728164"/>
              <a:gd name="csY3911" fmla="*/ 517654 h 1114902"/>
              <a:gd name="csX3912" fmla="*/ 676124 w 1728164"/>
              <a:gd name="csY3912" fmla="*/ 517050 h 1114902"/>
              <a:gd name="csX3913" fmla="*/ 676302 w 1728164"/>
              <a:gd name="csY3913" fmla="*/ 516445 h 1114902"/>
              <a:gd name="csX3914" fmla="*/ 676471 w 1728164"/>
              <a:gd name="csY3914" fmla="*/ 515841 h 1114902"/>
              <a:gd name="csX3915" fmla="*/ 676640 w 1728164"/>
              <a:gd name="csY3915" fmla="*/ 515236 h 1114902"/>
              <a:gd name="csX3916" fmla="*/ 676818 w 1728164"/>
              <a:gd name="csY3916" fmla="*/ 514631 h 1114902"/>
              <a:gd name="csX3917" fmla="*/ 676987 w 1728164"/>
              <a:gd name="csY3917" fmla="*/ 514026 h 1114902"/>
              <a:gd name="csX3918" fmla="*/ 677165 w 1728164"/>
              <a:gd name="csY3918" fmla="*/ 513421 h 1114902"/>
              <a:gd name="csX3919" fmla="*/ 677334 w 1728164"/>
              <a:gd name="csY3919" fmla="*/ 512816 h 1114902"/>
              <a:gd name="csX3920" fmla="*/ 677512 w 1728164"/>
              <a:gd name="csY3920" fmla="*/ 512211 h 1114902"/>
              <a:gd name="csX3921" fmla="*/ 677681 w 1728164"/>
              <a:gd name="csY3921" fmla="*/ 511606 h 1114902"/>
              <a:gd name="csX3922" fmla="*/ 677850 w 1728164"/>
              <a:gd name="csY3922" fmla="*/ 511000 h 1114902"/>
              <a:gd name="csX3923" fmla="*/ 678028 w 1728164"/>
              <a:gd name="csY3923" fmla="*/ 510395 h 1114902"/>
              <a:gd name="csX3924" fmla="*/ 678197 w 1728164"/>
              <a:gd name="csY3924" fmla="*/ 509789 h 1114902"/>
              <a:gd name="csX3925" fmla="*/ 678375 w 1728164"/>
              <a:gd name="csY3925" fmla="*/ 509183 h 1114902"/>
              <a:gd name="csX3926" fmla="*/ 678544 w 1728164"/>
              <a:gd name="csY3926" fmla="*/ 508577 h 1114902"/>
              <a:gd name="csX3927" fmla="*/ 678722 w 1728164"/>
              <a:gd name="csY3927" fmla="*/ 507971 h 1114902"/>
              <a:gd name="csX3928" fmla="*/ 678891 w 1728164"/>
              <a:gd name="csY3928" fmla="*/ 507365 h 1114902"/>
              <a:gd name="csX3929" fmla="*/ 679060 w 1728164"/>
              <a:gd name="csY3929" fmla="*/ 506759 h 1114902"/>
              <a:gd name="csX3930" fmla="*/ 679238 w 1728164"/>
              <a:gd name="csY3930" fmla="*/ 506152 h 1114902"/>
              <a:gd name="csX3931" fmla="*/ 679407 w 1728164"/>
              <a:gd name="csY3931" fmla="*/ 505545 h 1114902"/>
              <a:gd name="csX3932" fmla="*/ 679585 w 1728164"/>
              <a:gd name="csY3932" fmla="*/ 504939 h 1114902"/>
              <a:gd name="csX3933" fmla="*/ 679754 w 1728164"/>
              <a:gd name="csY3933" fmla="*/ 504332 h 1114902"/>
              <a:gd name="csX3934" fmla="*/ 679932 w 1728164"/>
              <a:gd name="csY3934" fmla="*/ 503725 h 1114902"/>
              <a:gd name="csX3935" fmla="*/ 680101 w 1728164"/>
              <a:gd name="csY3935" fmla="*/ 503118 h 1114902"/>
              <a:gd name="csX3936" fmla="*/ 680270 w 1728164"/>
              <a:gd name="csY3936" fmla="*/ 502512 h 1114902"/>
              <a:gd name="csX3937" fmla="*/ 680448 w 1728164"/>
              <a:gd name="csY3937" fmla="*/ 501905 h 1114902"/>
              <a:gd name="csX3938" fmla="*/ 680617 w 1728164"/>
              <a:gd name="csY3938" fmla="*/ 501297 h 1114902"/>
              <a:gd name="csX3939" fmla="*/ 680795 w 1728164"/>
              <a:gd name="csY3939" fmla="*/ 500690 h 1114902"/>
              <a:gd name="csX3940" fmla="*/ 680964 w 1728164"/>
              <a:gd name="csY3940" fmla="*/ 500083 h 1114902"/>
              <a:gd name="csX3941" fmla="*/ 681142 w 1728164"/>
              <a:gd name="csY3941" fmla="*/ 499475 h 1114902"/>
              <a:gd name="csX3942" fmla="*/ 681311 w 1728164"/>
              <a:gd name="csY3942" fmla="*/ 498868 h 1114902"/>
              <a:gd name="csX3943" fmla="*/ 681480 w 1728164"/>
              <a:gd name="csY3943" fmla="*/ 498260 h 1114902"/>
              <a:gd name="csX3944" fmla="*/ 681658 w 1728164"/>
              <a:gd name="csY3944" fmla="*/ 497652 h 1114902"/>
              <a:gd name="csX3945" fmla="*/ 681827 w 1728164"/>
              <a:gd name="csY3945" fmla="*/ 497045 h 1114902"/>
              <a:gd name="csX3946" fmla="*/ 682005 w 1728164"/>
              <a:gd name="csY3946" fmla="*/ 496436 h 1114902"/>
              <a:gd name="csX3947" fmla="*/ 682174 w 1728164"/>
              <a:gd name="csY3947" fmla="*/ 495829 h 1114902"/>
              <a:gd name="csX3948" fmla="*/ 682351 w 1728164"/>
              <a:gd name="csY3948" fmla="*/ 495220 h 1114902"/>
              <a:gd name="csX3949" fmla="*/ 682521 w 1728164"/>
              <a:gd name="csY3949" fmla="*/ 494612 h 1114902"/>
              <a:gd name="csX3950" fmla="*/ 682690 w 1728164"/>
              <a:gd name="csY3950" fmla="*/ 494004 h 1114902"/>
              <a:gd name="csX3951" fmla="*/ 682868 w 1728164"/>
              <a:gd name="csY3951" fmla="*/ 493396 h 1114902"/>
              <a:gd name="csX3952" fmla="*/ 683037 w 1728164"/>
              <a:gd name="csY3952" fmla="*/ 492787 h 1114902"/>
              <a:gd name="csX3953" fmla="*/ 683215 w 1728164"/>
              <a:gd name="csY3953" fmla="*/ 492178 h 1114902"/>
              <a:gd name="csX3954" fmla="*/ 683383 w 1728164"/>
              <a:gd name="csY3954" fmla="*/ 491570 h 1114902"/>
              <a:gd name="csX3955" fmla="*/ 683561 w 1728164"/>
              <a:gd name="csY3955" fmla="*/ 490961 h 1114902"/>
              <a:gd name="csX3956" fmla="*/ 683730 w 1728164"/>
              <a:gd name="csY3956" fmla="*/ 490352 h 1114902"/>
              <a:gd name="csX3957" fmla="*/ 683900 w 1728164"/>
              <a:gd name="csY3957" fmla="*/ 489744 h 1114902"/>
              <a:gd name="csX3958" fmla="*/ 684077 w 1728164"/>
              <a:gd name="csY3958" fmla="*/ 489134 h 1114902"/>
              <a:gd name="csX3959" fmla="*/ 684246 w 1728164"/>
              <a:gd name="csY3959" fmla="*/ 488526 h 1114902"/>
              <a:gd name="csX3960" fmla="*/ 684424 w 1728164"/>
              <a:gd name="csY3960" fmla="*/ 487916 h 1114902"/>
              <a:gd name="csX3961" fmla="*/ 684593 w 1728164"/>
              <a:gd name="csY3961" fmla="*/ 487307 h 1114902"/>
              <a:gd name="csX3962" fmla="*/ 684771 w 1728164"/>
              <a:gd name="csY3962" fmla="*/ 486697 h 1114902"/>
              <a:gd name="csX3963" fmla="*/ 684940 w 1728164"/>
              <a:gd name="csY3963" fmla="*/ 486088 h 1114902"/>
              <a:gd name="csX3964" fmla="*/ 685109 w 1728164"/>
              <a:gd name="csY3964" fmla="*/ 485479 h 1114902"/>
              <a:gd name="csX3965" fmla="*/ 685287 w 1728164"/>
              <a:gd name="csY3965" fmla="*/ 484869 h 1114902"/>
              <a:gd name="csX3966" fmla="*/ 685456 w 1728164"/>
              <a:gd name="csY3966" fmla="*/ 484260 h 1114902"/>
              <a:gd name="csX3967" fmla="*/ 685634 w 1728164"/>
              <a:gd name="csY3967" fmla="*/ 483650 h 1114902"/>
              <a:gd name="csX3968" fmla="*/ 685803 w 1728164"/>
              <a:gd name="csY3968" fmla="*/ 483040 h 1114902"/>
              <a:gd name="csX3969" fmla="*/ 685981 w 1728164"/>
              <a:gd name="csY3969" fmla="*/ 482431 h 1114902"/>
              <a:gd name="csX3970" fmla="*/ 686150 w 1728164"/>
              <a:gd name="csY3970" fmla="*/ 481820 h 1114902"/>
              <a:gd name="csX3971" fmla="*/ 686319 w 1728164"/>
              <a:gd name="csY3971" fmla="*/ 481211 h 1114902"/>
              <a:gd name="csX3972" fmla="*/ 686497 w 1728164"/>
              <a:gd name="csY3972" fmla="*/ 480601 h 1114902"/>
              <a:gd name="csX3973" fmla="*/ 686666 w 1728164"/>
              <a:gd name="csY3973" fmla="*/ 479990 h 1114902"/>
              <a:gd name="csX3974" fmla="*/ 686844 w 1728164"/>
              <a:gd name="csY3974" fmla="*/ 479381 h 1114902"/>
              <a:gd name="csX3975" fmla="*/ 687013 w 1728164"/>
              <a:gd name="csY3975" fmla="*/ 478771 h 1114902"/>
              <a:gd name="csX3976" fmla="*/ 687191 w 1728164"/>
              <a:gd name="csY3976" fmla="*/ 478160 h 1114902"/>
              <a:gd name="csX3977" fmla="*/ 687360 w 1728164"/>
              <a:gd name="csY3977" fmla="*/ 477550 h 1114902"/>
              <a:gd name="csX3978" fmla="*/ 687529 w 1728164"/>
              <a:gd name="csY3978" fmla="*/ 476940 h 1114902"/>
              <a:gd name="csX3979" fmla="*/ 687707 w 1728164"/>
              <a:gd name="csY3979" fmla="*/ 476329 h 1114902"/>
              <a:gd name="csX3980" fmla="*/ 687876 w 1728164"/>
              <a:gd name="csY3980" fmla="*/ 475718 h 1114902"/>
              <a:gd name="csX3981" fmla="*/ 688054 w 1728164"/>
              <a:gd name="csY3981" fmla="*/ 475108 h 1114902"/>
              <a:gd name="csX3982" fmla="*/ 688223 w 1728164"/>
              <a:gd name="csY3982" fmla="*/ 474498 h 1114902"/>
              <a:gd name="csX3983" fmla="*/ 688401 w 1728164"/>
              <a:gd name="csY3983" fmla="*/ 473887 h 1114902"/>
              <a:gd name="csX3984" fmla="*/ 688570 w 1728164"/>
              <a:gd name="csY3984" fmla="*/ 473276 h 1114902"/>
              <a:gd name="csX3985" fmla="*/ 688739 w 1728164"/>
              <a:gd name="csY3985" fmla="*/ 472665 h 1114902"/>
              <a:gd name="csX3986" fmla="*/ 688917 w 1728164"/>
              <a:gd name="csY3986" fmla="*/ 472054 h 1114902"/>
              <a:gd name="csX3987" fmla="*/ 689086 w 1728164"/>
              <a:gd name="csY3987" fmla="*/ 471444 h 1114902"/>
              <a:gd name="csX3988" fmla="*/ 689264 w 1728164"/>
              <a:gd name="csY3988" fmla="*/ 470832 h 1114902"/>
              <a:gd name="csX3989" fmla="*/ 689433 w 1728164"/>
              <a:gd name="csY3989" fmla="*/ 470221 h 1114902"/>
              <a:gd name="csX3990" fmla="*/ 689611 w 1728164"/>
              <a:gd name="csY3990" fmla="*/ 469610 h 1114902"/>
              <a:gd name="csX3991" fmla="*/ 689780 w 1728164"/>
              <a:gd name="csY3991" fmla="*/ 468999 h 1114902"/>
              <a:gd name="csX3992" fmla="*/ 689949 w 1728164"/>
              <a:gd name="csY3992" fmla="*/ 468388 h 1114902"/>
              <a:gd name="csX3993" fmla="*/ 690127 w 1728164"/>
              <a:gd name="csY3993" fmla="*/ 467776 h 1114902"/>
              <a:gd name="csX3994" fmla="*/ 690296 w 1728164"/>
              <a:gd name="csY3994" fmla="*/ 467165 h 1114902"/>
              <a:gd name="csX3995" fmla="*/ 690474 w 1728164"/>
              <a:gd name="csY3995" fmla="*/ 466554 h 1114902"/>
              <a:gd name="csX3996" fmla="*/ 690643 w 1728164"/>
              <a:gd name="csY3996" fmla="*/ 465943 h 1114902"/>
              <a:gd name="csX3997" fmla="*/ 690812 w 1728164"/>
              <a:gd name="csY3997" fmla="*/ 465332 h 1114902"/>
              <a:gd name="csX3998" fmla="*/ 690990 w 1728164"/>
              <a:gd name="csY3998" fmla="*/ 464720 h 1114902"/>
              <a:gd name="csX3999" fmla="*/ 691159 w 1728164"/>
              <a:gd name="csY3999" fmla="*/ 464108 h 1114902"/>
              <a:gd name="csX4000" fmla="*/ 691337 w 1728164"/>
              <a:gd name="csY4000" fmla="*/ 463497 h 1114902"/>
              <a:gd name="csX4001" fmla="*/ 691506 w 1728164"/>
              <a:gd name="csY4001" fmla="*/ 462886 h 1114902"/>
              <a:gd name="csX4002" fmla="*/ 691684 w 1728164"/>
              <a:gd name="csY4002" fmla="*/ 462274 h 1114902"/>
              <a:gd name="csX4003" fmla="*/ 691853 w 1728164"/>
              <a:gd name="csY4003" fmla="*/ 461663 h 1114902"/>
              <a:gd name="csX4004" fmla="*/ 692022 w 1728164"/>
              <a:gd name="csY4004" fmla="*/ 461051 h 1114902"/>
              <a:gd name="csX4005" fmla="*/ 692200 w 1728164"/>
              <a:gd name="csY4005" fmla="*/ 460439 h 1114902"/>
              <a:gd name="csX4006" fmla="*/ 692369 w 1728164"/>
              <a:gd name="csY4006" fmla="*/ 459827 h 1114902"/>
              <a:gd name="csX4007" fmla="*/ 692547 w 1728164"/>
              <a:gd name="csY4007" fmla="*/ 459215 h 1114902"/>
              <a:gd name="csX4008" fmla="*/ 692716 w 1728164"/>
              <a:gd name="csY4008" fmla="*/ 458604 h 1114902"/>
              <a:gd name="csX4009" fmla="*/ 692894 w 1728164"/>
              <a:gd name="csY4009" fmla="*/ 457992 h 1114902"/>
              <a:gd name="csX4010" fmla="*/ 693063 w 1728164"/>
              <a:gd name="csY4010" fmla="*/ 457380 h 1114902"/>
              <a:gd name="csX4011" fmla="*/ 693232 w 1728164"/>
              <a:gd name="csY4011" fmla="*/ 456768 h 1114902"/>
              <a:gd name="csX4012" fmla="*/ 693410 w 1728164"/>
              <a:gd name="csY4012" fmla="*/ 456156 h 1114902"/>
              <a:gd name="csX4013" fmla="*/ 693579 w 1728164"/>
              <a:gd name="csY4013" fmla="*/ 455545 h 1114902"/>
              <a:gd name="csX4014" fmla="*/ 693757 w 1728164"/>
              <a:gd name="csY4014" fmla="*/ 454933 h 1114902"/>
              <a:gd name="csX4015" fmla="*/ 693926 w 1728164"/>
              <a:gd name="csY4015" fmla="*/ 454321 h 1114902"/>
              <a:gd name="csX4016" fmla="*/ 694104 w 1728164"/>
              <a:gd name="csY4016" fmla="*/ 453708 h 1114902"/>
              <a:gd name="csX4017" fmla="*/ 694273 w 1728164"/>
              <a:gd name="csY4017" fmla="*/ 453096 h 1114902"/>
              <a:gd name="csX4018" fmla="*/ 694442 w 1728164"/>
              <a:gd name="csY4018" fmla="*/ 452484 h 1114902"/>
              <a:gd name="csX4019" fmla="*/ 694620 w 1728164"/>
              <a:gd name="csY4019" fmla="*/ 451872 h 1114902"/>
              <a:gd name="csX4020" fmla="*/ 694789 w 1728164"/>
              <a:gd name="csY4020" fmla="*/ 451260 h 1114902"/>
              <a:gd name="csX4021" fmla="*/ 694967 w 1728164"/>
              <a:gd name="csY4021" fmla="*/ 450648 h 1114902"/>
              <a:gd name="csX4022" fmla="*/ 695136 w 1728164"/>
              <a:gd name="csY4022" fmla="*/ 450036 h 1114902"/>
              <a:gd name="csX4023" fmla="*/ 695314 w 1728164"/>
              <a:gd name="csY4023" fmla="*/ 449423 h 1114902"/>
              <a:gd name="csX4024" fmla="*/ 695483 w 1728164"/>
              <a:gd name="csY4024" fmla="*/ 448811 h 1114902"/>
              <a:gd name="csX4025" fmla="*/ 695652 w 1728164"/>
              <a:gd name="csY4025" fmla="*/ 448199 h 1114902"/>
              <a:gd name="csX4026" fmla="*/ 695830 w 1728164"/>
              <a:gd name="csY4026" fmla="*/ 447587 h 1114902"/>
              <a:gd name="csX4027" fmla="*/ 695999 w 1728164"/>
              <a:gd name="csY4027" fmla="*/ 446975 h 1114902"/>
              <a:gd name="csX4028" fmla="*/ 696177 w 1728164"/>
              <a:gd name="csY4028" fmla="*/ 446363 h 1114902"/>
              <a:gd name="csX4029" fmla="*/ 696346 w 1728164"/>
              <a:gd name="csY4029" fmla="*/ 445750 h 1114902"/>
              <a:gd name="csX4030" fmla="*/ 696524 w 1728164"/>
              <a:gd name="csY4030" fmla="*/ 445138 h 1114902"/>
              <a:gd name="csX4031" fmla="*/ 696693 w 1728164"/>
              <a:gd name="csY4031" fmla="*/ 444526 h 1114902"/>
              <a:gd name="csX4032" fmla="*/ 696862 w 1728164"/>
              <a:gd name="csY4032" fmla="*/ 443913 h 1114902"/>
              <a:gd name="csX4033" fmla="*/ 697040 w 1728164"/>
              <a:gd name="csY4033" fmla="*/ 443301 h 1114902"/>
              <a:gd name="csX4034" fmla="*/ 697209 w 1728164"/>
              <a:gd name="csY4034" fmla="*/ 442688 h 1114902"/>
              <a:gd name="csX4035" fmla="*/ 697386 w 1728164"/>
              <a:gd name="csY4035" fmla="*/ 442076 h 1114902"/>
              <a:gd name="csX4036" fmla="*/ 697556 w 1728164"/>
              <a:gd name="csY4036" fmla="*/ 441464 h 1114902"/>
              <a:gd name="csX4037" fmla="*/ 697733 w 1728164"/>
              <a:gd name="csY4037" fmla="*/ 440851 h 1114902"/>
              <a:gd name="csX4038" fmla="*/ 697903 w 1728164"/>
              <a:gd name="csY4038" fmla="*/ 440239 h 1114902"/>
              <a:gd name="csX4039" fmla="*/ 698072 w 1728164"/>
              <a:gd name="csY4039" fmla="*/ 439627 h 1114902"/>
              <a:gd name="csX4040" fmla="*/ 698250 w 1728164"/>
              <a:gd name="csY4040" fmla="*/ 439014 h 1114902"/>
              <a:gd name="csX4041" fmla="*/ 698419 w 1728164"/>
              <a:gd name="csY4041" fmla="*/ 438402 h 1114902"/>
              <a:gd name="csX4042" fmla="*/ 698596 w 1728164"/>
              <a:gd name="csY4042" fmla="*/ 437790 h 1114902"/>
              <a:gd name="csX4043" fmla="*/ 698765 w 1728164"/>
              <a:gd name="csY4043" fmla="*/ 437177 h 1114902"/>
              <a:gd name="csX4044" fmla="*/ 698943 w 1728164"/>
              <a:gd name="csY4044" fmla="*/ 436565 h 1114902"/>
              <a:gd name="csX4045" fmla="*/ 699112 w 1728164"/>
              <a:gd name="csY4045" fmla="*/ 435953 h 1114902"/>
              <a:gd name="csX4046" fmla="*/ 699281 w 1728164"/>
              <a:gd name="csY4046" fmla="*/ 435341 h 1114902"/>
              <a:gd name="csX4047" fmla="*/ 699459 w 1728164"/>
              <a:gd name="csY4047" fmla="*/ 434728 h 1114902"/>
              <a:gd name="csX4048" fmla="*/ 699628 w 1728164"/>
              <a:gd name="csY4048" fmla="*/ 434116 h 1114902"/>
              <a:gd name="csX4049" fmla="*/ 699806 w 1728164"/>
              <a:gd name="csY4049" fmla="*/ 433504 h 1114902"/>
              <a:gd name="csX4050" fmla="*/ 699975 w 1728164"/>
              <a:gd name="csY4050" fmla="*/ 432892 h 1114902"/>
              <a:gd name="csX4051" fmla="*/ 700153 w 1728164"/>
              <a:gd name="csY4051" fmla="*/ 432279 h 1114902"/>
              <a:gd name="csX4052" fmla="*/ 700322 w 1728164"/>
              <a:gd name="csY4052" fmla="*/ 431667 h 1114902"/>
              <a:gd name="csX4053" fmla="*/ 700491 w 1728164"/>
              <a:gd name="csY4053" fmla="*/ 431055 h 1114902"/>
              <a:gd name="csX4054" fmla="*/ 700669 w 1728164"/>
              <a:gd name="csY4054" fmla="*/ 430442 h 1114902"/>
              <a:gd name="csX4055" fmla="*/ 700838 w 1728164"/>
              <a:gd name="csY4055" fmla="*/ 429829 h 1114902"/>
              <a:gd name="csX4056" fmla="*/ 701016 w 1728164"/>
              <a:gd name="csY4056" fmla="*/ 429217 h 1114902"/>
              <a:gd name="csX4057" fmla="*/ 701185 w 1728164"/>
              <a:gd name="csY4057" fmla="*/ 428605 h 1114902"/>
              <a:gd name="csX4058" fmla="*/ 701363 w 1728164"/>
              <a:gd name="csY4058" fmla="*/ 427993 h 1114902"/>
              <a:gd name="csX4059" fmla="*/ 701532 w 1728164"/>
              <a:gd name="csY4059" fmla="*/ 427381 h 1114902"/>
              <a:gd name="csX4060" fmla="*/ 701701 w 1728164"/>
              <a:gd name="csY4060" fmla="*/ 426769 h 1114902"/>
              <a:gd name="csX4061" fmla="*/ 701879 w 1728164"/>
              <a:gd name="csY4061" fmla="*/ 426157 h 1114902"/>
              <a:gd name="csX4062" fmla="*/ 702048 w 1728164"/>
              <a:gd name="csY4062" fmla="*/ 425545 h 1114902"/>
              <a:gd name="csX4063" fmla="*/ 702226 w 1728164"/>
              <a:gd name="csY4063" fmla="*/ 424933 h 1114902"/>
              <a:gd name="csX4064" fmla="*/ 702395 w 1728164"/>
              <a:gd name="csY4064" fmla="*/ 424321 h 1114902"/>
              <a:gd name="csX4065" fmla="*/ 702573 w 1728164"/>
              <a:gd name="csY4065" fmla="*/ 423709 h 1114902"/>
              <a:gd name="csX4066" fmla="*/ 702742 w 1728164"/>
              <a:gd name="csY4066" fmla="*/ 423097 h 1114902"/>
              <a:gd name="csX4067" fmla="*/ 702911 w 1728164"/>
              <a:gd name="csY4067" fmla="*/ 422485 h 1114902"/>
              <a:gd name="csX4068" fmla="*/ 703089 w 1728164"/>
              <a:gd name="csY4068" fmla="*/ 421873 h 1114902"/>
              <a:gd name="csX4069" fmla="*/ 703258 w 1728164"/>
              <a:gd name="csY4069" fmla="*/ 421260 h 1114902"/>
              <a:gd name="csX4070" fmla="*/ 703436 w 1728164"/>
              <a:gd name="csY4070" fmla="*/ 420648 h 1114902"/>
              <a:gd name="csX4071" fmla="*/ 703605 w 1728164"/>
              <a:gd name="csY4071" fmla="*/ 420036 h 1114902"/>
              <a:gd name="csX4072" fmla="*/ 703783 w 1728164"/>
              <a:gd name="csY4072" fmla="*/ 419425 h 1114902"/>
              <a:gd name="csX4073" fmla="*/ 703952 w 1728164"/>
              <a:gd name="csY4073" fmla="*/ 418813 h 1114902"/>
              <a:gd name="csX4074" fmla="*/ 704121 w 1728164"/>
              <a:gd name="csY4074" fmla="*/ 418201 h 1114902"/>
              <a:gd name="csX4075" fmla="*/ 704299 w 1728164"/>
              <a:gd name="csY4075" fmla="*/ 417590 h 1114902"/>
              <a:gd name="csX4076" fmla="*/ 704468 w 1728164"/>
              <a:gd name="csY4076" fmla="*/ 416978 h 1114902"/>
              <a:gd name="csX4077" fmla="*/ 704646 w 1728164"/>
              <a:gd name="csY4077" fmla="*/ 416366 h 1114902"/>
              <a:gd name="csX4078" fmla="*/ 704815 w 1728164"/>
              <a:gd name="csY4078" fmla="*/ 415754 h 1114902"/>
              <a:gd name="csX4079" fmla="*/ 704993 w 1728164"/>
              <a:gd name="csY4079" fmla="*/ 415142 h 1114902"/>
              <a:gd name="csX4080" fmla="*/ 705162 w 1728164"/>
              <a:gd name="csY4080" fmla="*/ 414531 h 1114902"/>
              <a:gd name="csX4081" fmla="*/ 705331 w 1728164"/>
              <a:gd name="csY4081" fmla="*/ 413920 h 1114902"/>
              <a:gd name="csX4082" fmla="*/ 705509 w 1728164"/>
              <a:gd name="csY4082" fmla="*/ 413308 h 1114902"/>
              <a:gd name="csX4083" fmla="*/ 705678 w 1728164"/>
              <a:gd name="csY4083" fmla="*/ 412697 h 1114902"/>
              <a:gd name="csX4084" fmla="*/ 705856 w 1728164"/>
              <a:gd name="csY4084" fmla="*/ 412086 h 1114902"/>
              <a:gd name="csX4085" fmla="*/ 706025 w 1728164"/>
              <a:gd name="csY4085" fmla="*/ 411474 h 1114902"/>
              <a:gd name="csX4086" fmla="*/ 706203 w 1728164"/>
              <a:gd name="csY4086" fmla="*/ 410862 h 1114902"/>
              <a:gd name="csX4087" fmla="*/ 706372 w 1728164"/>
              <a:gd name="csY4087" fmla="*/ 410251 h 1114902"/>
              <a:gd name="csX4088" fmla="*/ 706541 w 1728164"/>
              <a:gd name="csY4088" fmla="*/ 409640 h 1114902"/>
              <a:gd name="csX4089" fmla="*/ 706719 w 1728164"/>
              <a:gd name="csY4089" fmla="*/ 409029 h 1114902"/>
              <a:gd name="csX4090" fmla="*/ 706888 w 1728164"/>
              <a:gd name="csY4090" fmla="*/ 408418 h 1114902"/>
              <a:gd name="csX4091" fmla="*/ 707066 w 1728164"/>
              <a:gd name="csY4091" fmla="*/ 407807 h 1114902"/>
              <a:gd name="csX4092" fmla="*/ 707235 w 1728164"/>
              <a:gd name="csY4092" fmla="*/ 407196 h 1114902"/>
              <a:gd name="csX4093" fmla="*/ 707413 w 1728164"/>
              <a:gd name="csY4093" fmla="*/ 406585 h 1114902"/>
              <a:gd name="csX4094" fmla="*/ 707582 w 1728164"/>
              <a:gd name="csY4094" fmla="*/ 405974 h 1114902"/>
              <a:gd name="csX4095" fmla="*/ 707751 w 1728164"/>
              <a:gd name="csY4095" fmla="*/ 405363 h 1114902"/>
              <a:gd name="csX4096" fmla="*/ 707929 w 1728164"/>
              <a:gd name="csY4096" fmla="*/ 404752 h 1114902"/>
              <a:gd name="csX4097" fmla="*/ 708098 w 1728164"/>
              <a:gd name="csY4097" fmla="*/ 404142 h 1114902"/>
              <a:gd name="csX4098" fmla="*/ 708276 w 1728164"/>
              <a:gd name="csY4098" fmla="*/ 403531 h 1114902"/>
              <a:gd name="csX4099" fmla="*/ 708445 w 1728164"/>
              <a:gd name="csY4099" fmla="*/ 402920 h 1114902"/>
              <a:gd name="csX4100" fmla="*/ 708623 w 1728164"/>
              <a:gd name="csY4100" fmla="*/ 402309 h 1114902"/>
              <a:gd name="csX4101" fmla="*/ 708792 w 1728164"/>
              <a:gd name="csY4101" fmla="*/ 401699 h 1114902"/>
              <a:gd name="csX4102" fmla="*/ 708961 w 1728164"/>
              <a:gd name="csY4102" fmla="*/ 401089 h 1114902"/>
              <a:gd name="csX4103" fmla="*/ 709139 w 1728164"/>
              <a:gd name="csY4103" fmla="*/ 400478 h 1114902"/>
              <a:gd name="csX4104" fmla="*/ 709308 w 1728164"/>
              <a:gd name="csY4104" fmla="*/ 399868 h 1114902"/>
              <a:gd name="csX4105" fmla="*/ 709486 w 1728164"/>
              <a:gd name="csY4105" fmla="*/ 399258 h 1114902"/>
              <a:gd name="csX4106" fmla="*/ 709655 w 1728164"/>
              <a:gd name="csY4106" fmla="*/ 398647 h 1114902"/>
              <a:gd name="csX4107" fmla="*/ 709824 w 1728164"/>
              <a:gd name="csY4107" fmla="*/ 398037 h 1114902"/>
              <a:gd name="csX4108" fmla="*/ 710002 w 1728164"/>
              <a:gd name="csY4108" fmla="*/ 397428 h 1114902"/>
              <a:gd name="csX4109" fmla="*/ 710171 w 1728164"/>
              <a:gd name="csY4109" fmla="*/ 396817 h 1114902"/>
              <a:gd name="csX4110" fmla="*/ 710349 w 1728164"/>
              <a:gd name="csY4110" fmla="*/ 396207 h 1114902"/>
              <a:gd name="csX4111" fmla="*/ 710518 w 1728164"/>
              <a:gd name="csY4111" fmla="*/ 395598 h 1114902"/>
              <a:gd name="csX4112" fmla="*/ 710696 w 1728164"/>
              <a:gd name="csY4112" fmla="*/ 394988 h 1114902"/>
              <a:gd name="csX4113" fmla="*/ 710865 w 1728164"/>
              <a:gd name="csY4113" fmla="*/ 394378 h 1114902"/>
              <a:gd name="csX4114" fmla="*/ 711034 w 1728164"/>
              <a:gd name="csY4114" fmla="*/ 393769 h 1114902"/>
              <a:gd name="csX4115" fmla="*/ 711212 w 1728164"/>
              <a:gd name="csY4115" fmla="*/ 393159 h 1114902"/>
              <a:gd name="csX4116" fmla="*/ 711381 w 1728164"/>
              <a:gd name="csY4116" fmla="*/ 392550 h 1114902"/>
              <a:gd name="csX4117" fmla="*/ 711559 w 1728164"/>
              <a:gd name="csY4117" fmla="*/ 391940 h 1114902"/>
              <a:gd name="csX4118" fmla="*/ 711728 w 1728164"/>
              <a:gd name="csY4118" fmla="*/ 391331 h 1114902"/>
              <a:gd name="csX4119" fmla="*/ 711906 w 1728164"/>
              <a:gd name="csY4119" fmla="*/ 390722 h 1114902"/>
              <a:gd name="csX4120" fmla="*/ 712075 w 1728164"/>
              <a:gd name="csY4120" fmla="*/ 390112 h 1114902"/>
              <a:gd name="csX4121" fmla="*/ 712244 w 1728164"/>
              <a:gd name="csY4121" fmla="*/ 389504 h 1114902"/>
              <a:gd name="csX4122" fmla="*/ 712422 w 1728164"/>
              <a:gd name="csY4122" fmla="*/ 388894 h 1114902"/>
              <a:gd name="csX4123" fmla="*/ 712591 w 1728164"/>
              <a:gd name="csY4123" fmla="*/ 388286 h 1114902"/>
              <a:gd name="csX4124" fmla="*/ 712768 w 1728164"/>
              <a:gd name="csY4124" fmla="*/ 387677 h 1114902"/>
              <a:gd name="csX4125" fmla="*/ 712937 w 1728164"/>
              <a:gd name="csY4125" fmla="*/ 387068 h 1114902"/>
              <a:gd name="csX4126" fmla="*/ 713115 w 1728164"/>
              <a:gd name="csY4126" fmla="*/ 386459 h 1114902"/>
              <a:gd name="csX4127" fmla="*/ 713284 w 1728164"/>
              <a:gd name="csY4127" fmla="*/ 385851 h 1114902"/>
              <a:gd name="csX4128" fmla="*/ 713454 w 1728164"/>
              <a:gd name="csY4128" fmla="*/ 385242 h 1114902"/>
              <a:gd name="csX4129" fmla="*/ 713631 w 1728164"/>
              <a:gd name="csY4129" fmla="*/ 384634 h 1114902"/>
              <a:gd name="csX4130" fmla="*/ 713801 w 1728164"/>
              <a:gd name="csY4130" fmla="*/ 384026 h 1114902"/>
              <a:gd name="csX4131" fmla="*/ 713978 w 1728164"/>
              <a:gd name="csY4131" fmla="*/ 383418 h 1114902"/>
              <a:gd name="csX4132" fmla="*/ 714147 w 1728164"/>
              <a:gd name="csY4132" fmla="*/ 382810 h 1114902"/>
              <a:gd name="csX4133" fmla="*/ 714325 w 1728164"/>
              <a:gd name="csY4133" fmla="*/ 382201 h 1114902"/>
              <a:gd name="csX4134" fmla="*/ 714494 w 1728164"/>
              <a:gd name="csY4134" fmla="*/ 381594 h 1114902"/>
              <a:gd name="csX4135" fmla="*/ 714663 w 1728164"/>
              <a:gd name="csY4135" fmla="*/ 380986 h 1114902"/>
              <a:gd name="csX4136" fmla="*/ 714841 w 1728164"/>
              <a:gd name="csY4136" fmla="*/ 380379 h 1114902"/>
              <a:gd name="csX4137" fmla="*/ 715010 w 1728164"/>
              <a:gd name="csY4137" fmla="*/ 379771 h 1114902"/>
              <a:gd name="csX4138" fmla="*/ 715188 w 1728164"/>
              <a:gd name="csY4138" fmla="*/ 379163 h 1114902"/>
              <a:gd name="csX4139" fmla="*/ 715357 w 1728164"/>
              <a:gd name="csY4139" fmla="*/ 378556 h 1114902"/>
              <a:gd name="csX4140" fmla="*/ 715535 w 1728164"/>
              <a:gd name="csY4140" fmla="*/ 377948 h 1114902"/>
              <a:gd name="csX4141" fmla="*/ 715704 w 1728164"/>
              <a:gd name="csY4141" fmla="*/ 377341 h 1114902"/>
              <a:gd name="csX4142" fmla="*/ 715873 w 1728164"/>
              <a:gd name="csY4142" fmla="*/ 376735 h 1114902"/>
              <a:gd name="csX4143" fmla="*/ 716051 w 1728164"/>
              <a:gd name="csY4143" fmla="*/ 376127 h 1114902"/>
              <a:gd name="csX4144" fmla="*/ 716220 w 1728164"/>
              <a:gd name="csY4144" fmla="*/ 375520 h 1114902"/>
              <a:gd name="csX4145" fmla="*/ 716398 w 1728164"/>
              <a:gd name="csY4145" fmla="*/ 374914 h 1114902"/>
              <a:gd name="csX4146" fmla="*/ 716567 w 1728164"/>
              <a:gd name="csY4146" fmla="*/ 374307 h 1114902"/>
              <a:gd name="csX4147" fmla="*/ 716745 w 1728164"/>
              <a:gd name="csY4147" fmla="*/ 373700 h 1114902"/>
              <a:gd name="csX4148" fmla="*/ 716914 w 1728164"/>
              <a:gd name="csY4148" fmla="*/ 373094 h 1114902"/>
              <a:gd name="csX4149" fmla="*/ 717083 w 1728164"/>
              <a:gd name="csY4149" fmla="*/ 372487 h 1114902"/>
              <a:gd name="csX4150" fmla="*/ 717261 w 1728164"/>
              <a:gd name="csY4150" fmla="*/ 371882 h 1114902"/>
              <a:gd name="csX4151" fmla="*/ 717430 w 1728164"/>
              <a:gd name="csY4151" fmla="*/ 371276 h 1114902"/>
              <a:gd name="csX4152" fmla="*/ 717608 w 1728164"/>
              <a:gd name="csY4152" fmla="*/ 370670 h 1114902"/>
              <a:gd name="csX4153" fmla="*/ 717777 w 1728164"/>
              <a:gd name="csY4153" fmla="*/ 370063 h 1114902"/>
              <a:gd name="csX4154" fmla="*/ 717955 w 1728164"/>
              <a:gd name="csY4154" fmla="*/ 369458 h 1114902"/>
              <a:gd name="csX4155" fmla="*/ 718124 w 1728164"/>
              <a:gd name="csY4155" fmla="*/ 368852 h 1114902"/>
              <a:gd name="csX4156" fmla="*/ 718293 w 1728164"/>
              <a:gd name="csY4156" fmla="*/ 368246 h 1114902"/>
              <a:gd name="csX4157" fmla="*/ 718471 w 1728164"/>
              <a:gd name="csY4157" fmla="*/ 367642 h 1114902"/>
              <a:gd name="csX4158" fmla="*/ 718640 w 1728164"/>
              <a:gd name="csY4158" fmla="*/ 367036 h 1114902"/>
              <a:gd name="csX4159" fmla="*/ 718818 w 1728164"/>
              <a:gd name="csY4159" fmla="*/ 366431 h 1114902"/>
              <a:gd name="csX4160" fmla="*/ 718987 w 1728164"/>
              <a:gd name="csY4160" fmla="*/ 365826 h 1114902"/>
              <a:gd name="csX4161" fmla="*/ 719165 w 1728164"/>
              <a:gd name="csY4161" fmla="*/ 365221 h 1114902"/>
              <a:gd name="csX4162" fmla="*/ 719334 w 1728164"/>
              <a:gd name="csY4162" fmla="*/ 364617 h 1114902"/>
              <a:gd name="csX4163" fmla="*/ 719503 w 1728164"/>
              <a:gd name="csY4163" fmla="*/ 364012 h 1114902"/>
              <a:gd name="csX4164" fmla="*/ 719681 w 1728164"/>
              <a:gd name="csY4164" fmla="*/ 363407 h 1114902"/>
              <a:gd name="csX4165" fmla="*/ 719850 w 1728164"/>
              <a:gd name="csY4165" fmla="*/ 362803 h 1114902"/>
              <a:gd name="csX4166" fmla="*/ 720028 w 1728164"/>
              <a:gd name="csY4166" fmla="*/ 362199 h 1114902"/>
              <a:gd name="csX4167" fmla="*/ 720197 w 1728164"/>
              <a:gd name="csY4167" fmla="*/ 361595 h 1114902"/>
              <a:gd name="csX4168" fmla="*/ 720375 w 1728164"/>
              <a:gd name="csY4168" fmla="*/ 360991 h 1114902"/>
              <a:gd name="csX4169" fmla="*/ 720544 w 1728164"/>
              <a:gd name="csY4169" fmla="*/ 360386 h 1114902"/>
              <a:gd name="csX4170" fmla="*/ 720713 w 1728164"/>
              <a:gd name="csY4170" fmla="*/ 359783 h 1114902"/>
              <a:gd name="csX4171" fmla="*/ 720891 w 1728164"/>
              <a:gd name="csY4171" fmla="*/ 359179 h 1114902"/>
              <a:gd name="csX4172" fmla="*/ 721060 w 1728164"/>
              <a:gd name="csY4172" fmla="*/ 358576 h 1114902"/>
              <a:gd name="csX4173" fmla="*/ 721238 w 1728164"/>
              <a:gd name="csY4173" fmla="*/ 357973 h 1114902"/>
              <a:gd name="csX4174" fmla="*/ 721407 w 1728164"/>
              <a:gd name="csY4174" fmla="*/ 357370 h 1114902"/>
              <a:gd name="csX4175" fmla="*/ 721585 w 1728164"/>
              <a:gd name="csY4175" fmla="*/ 356767 h 1114902"/>
              <a:gd name="csX4176" fmla="*/ 721754 w 1728164"/>
              <a:gd name="csY4176" fmla="*/ 356164 h 1114902"/>
              <a:gd name="csX4177" fmla="*/ 721923 w 1728164"/>
              <a:gd name="csY4177" fmla="*/ 355561 h 1114902"/>
              <a:gd name="csX4178" fmla="*/ 722101 w 1728164"/>
              <a:gd name="csY4178" fmla="*/ 354959 h 1114902"/>
              <a:gd name="csX4179" fmla="*/ 722270 w 1728164"/>
              <a:gd name="csY4179" fmla="*/ 354356 h 1114902"/>
              <a:gd name="csX4180" fmla="*/ 722448 w 1728164"/>
              <a:gd name="csY4180" fmla="*/ 353754 h 1114902"/>
              <a:gd name="csX4181" fmla="*/ 722617 w 1728164"/>
              <a:gd name="csY4181" fmla="*/ 353152 h 1114902"/>
              <a:gd name="csX4182" fmla="*/ 722795 w 1728164"/>
              <a:gd name="csY4182" fmla="*/ 352550 h 1114902"/>
              <a:gd name="csX4183" fmla="*/ 722964 w 1728164"/>
              <a:gd name="csY4183" fmla="*/ 351948 h 1114902"/>
              <a:gd name="csX4184" fmla="*/ 723133 w 1728164"/>
              <a:gd name="csY4184" fmla="*/ 351346 h 1114902"/>
              <a:gd name="csX4185" fmla="*/ 723311 w 1728164"/>
              <a:gd name="csY4185" fmla="*/ 350745 h 1114902"/>
              <a:gd name="csX4186" fmla="*/ 723480 w 1728164"/>
              <a:gd name="csY4186" fmla="*/ 350143 h 1114902"/>
              <a:gd name="csX4187" fmla="*/ 723658 w 1728164"/>
              <a:gd name="csY4187" fmla="*/ 349542 h 1114902"/>
              <a:gd name="csX4188" fmla="*/ 723827 w 1728164"/>
              <a:gd name="csY4188" fmla="*/ 348941 h 1114902"/>
              <a:gd name="csX4189" fmla="*/ 724005 w 1728164"/>
              <a:gd name="csY4189" fmla="*/ 348340 h 1114902"/>
              <a:gd name="csX4190" fmla="*/ 724174 w 1728164"/>
              <a:gd name="csY4190" fmla="*/ 347739 h 1114902"/>
              <a:gd name="csX4191" fmla="*/ 724343 w 1728164"/>
              <a:gd name="csY4191" fmla="*/ 347139 h 1114902"/>
              <a:gd name="csX4192" fmla="*/ 724521 w 1728164"/>
              <a:gd name="csY4192" fmla="*/ 346538 h 1114902"/>
              <a:gd name="csX4193" fmla="*/ 724690 w 1728164"/>
              <a:gd name="csY4193" fmla="*/ 345938 h 1114902"/>
              <a:gd name="csX4194" fmla="*/ 724868 w 1728164"/>
              <a:gd name="csY4194" fmla="*/ 345338 h 1114902"/>
              <a:gd name="csX4195" fmla="*/ 725037 w 1728164"/>
              <a:gd name="csY4195" fmla="*/ 344738 h 1114902"/>
              <a:gd name="csX4196" fmla="*/ 725215 w 1728164"/>
              <a:gd name="csY4196" fmla="*/ 344138 h 1114902"/>
              <a:gd name="csX4197" fmla="*/ 725384 w 1728164"/>
              <a:gd name="csY4197" fmla="*/ 343538 h 1114902"/>
              <a:gd name="csX4198" fmla="*/ 725553 w 1728164"/>
              <a:gd name="csY4198" fmla="*/ 342939 h 1114902"/>
              <a:gd name="csX4199" fmla="*/ 725731 w 1728164"/>
              <a:gd name="csY4199" fmla="*/ 342340 h 1114902"/>
              <a:gd name="csX4200" fmla="*/ 725900 w 1728164"/>
              <a:gd name="csY4200" fmla="*/ 341740 h 1114902"/>
              <a:gd name="csX4201" fmla="*/ 726078 w 1728164"/>
              <a:gd name="csY4201" fmla="*/ 341142 h 1114902"/>
              <a:gd name="csX4202" fmla="*/ 726247 w 1728164"/>
              <a:gd name="csY4202" fmla="*/ 340543 h 1114902"/>
              <a:gd name="csX4203" fmla="*/ 726425 w 1728164"/>
              <a:gd name="csY4203" fmla="*/ 339944 h 1114902"/>
              <a:gd name="csX4204" fmla="*/ 726594 w 1728164"/>
              <a:gd name="csY4204" fmla="*/ 339345 h 1114902"/>
              <a:gd name="csX4205" fmla="*/ 726763 w 1728164"/>
              <a:gd name="csY4205" fmla="*/ 338748 h 1114902"/>
              <a:gd name="csX4206" fmla="*/ 726941 w 1728164"/>
              <a:gd name="csY4206" fmla="*/ 338150 h 1114902"/>
              <a:gd name="csX4207" fmla="*/ 727110 w 1728164"/>
              <a:gd name="csY4207" fmla="*/ 337552 h 1114902"/>
              <a:gd name="csX4208" fmla="*/ 727287 w 1728164"/>
              <a:gd name="csY4208" fmla="*/ 336954 h 1114902"/>
              <a:gd name="csX4209" fmla="*/ 727457 w 1728164"/>
              <a:gd name="csY4209" fmla="*/ 336356 h 1114902"/>
              <a:gd name="csX4210" fmla="*/ 727634 w 1728164"/>
              <a:gd name="csY4210" fmla="*/ 335759 h 1114902"/>
              <a:gd name="csX4211" fmla="*/ 727804 w 1728164"/>
              <a:gd name="csY4211" fmla="*/ 335161 h 1114902"/>
              <a:gd name="csX4212" fmla="*/ 727972 w 1728164"/>
              <a:gd name="csY4212" fmla="*/ 334565 h 1114902"/>
              <a:gd name="csX4213" fmla="*/ 728150 w 1728164"/>
              <a:gd name="csY4213" fmla="*/ 333968 h 1114902"/>
              <a:gd name="csX4214" fmla="*/ 728319 w 1728164"/>
              <a:gd name="csY4214" fmla="*/ 333372 h 1114902"/>
              <a:gd name="csX4215" fmla="*/ 728497 w 1728164"/>
              <a:gd name="csY4215" fmla="*/ 332775 h 1114902"/>
              <a:gd name="csX4216" fmla="*/ 728666 w 1728164"/>
              <a:gd name="csY4216" fmla="*/ 332179 h 1114902"/>
              <a:gd name="csX4217" fmla="*/ 728835 w 1728164"/>
              <a:gd name="csY4217" fmla="*/ 331582 h 1114902"/>
              <a:gd name="csX4218" fmla="*/ 729013 w 1728164"/>
              <a:gd name="csY4218" fmla="*/ 330986 h 1114902"/>
              <a:gd name="csX4219" fmla="*/ 729182 w 1728164"/>
              <a:gd name="csY4219" fmla="*/ 330391 h 1114902"/>
              <a:gd name="csX4220" fmla="*/ 729360 w 1728164"/>
              <a:gd name="csY4220" fmla="*/ 329795 h 1114902"/>
              <a:gd name="csX4221" fmla="*/ 729529 w 1728164"/>
              <a:gd name="csY4221" fmla="*/ 329200 h 1114902"/>
              <a:gd name="csX4222" fmla="*/ 729707 w 1728164"/>
              <a:gd name="csY4222" fmla="*/ 328605 h 1114902"/>
              <a:gd name="csX4223" fmla="*/ 729876 w 1728164"/>
              <a:gd name="csY4223" fmla="*/ 328011 h 1114902"/>
              <a:gd name="csX4224" fmla="*/ 730045 w 1728164"/>
              <a:gd name="csY4224" fmla="*/ 327415 h 1114902"/>
              <a:gd name="csX4225" fmla="*/ 730223 w 1728164"/>
              <a:gd name="csY4225" fmla="*/ 326821 h 1114902"/>
              <a:gd name="csX4226" fmla="*/ 730392 w 1728164"/>
              <a:gd name="csY4226" fmla="*/ 326227 h 1114902"/>
              <a:gd name="csX4227" fmla="*/ 730570 w 1728164"/>
              <a:gd name="csY4227" fmla="*/ 325633 h 1114902"/>
              <a:gd name="csX4228" fmla="*/ 730739 w 1728164"/>
              <a:gd name="csY4228" fmla="*/ 325038 h 1114902"/>
              <a:gd name="csX4229" fmla="*/ 730917 w 1728164"/>
              <a:gd name="csY4229" fmla="*/ 324445 h 1114902"/>
              <a:gd name="csX4230" fmla="*/ 731086 w 1728164"/>
              <a:gd name="csY4230" fmla="*/ 323851 h 1114902"/>
              <a:gd name="csX4231" fmla="*/ 731255 w 1728164"/>
              <a:gd name="csY4231" fmla="*/ 323258 h 1114902"/>
              <a:gd name="csX4232" fmla="*/ 731433 w 1728164"/>
              <a:gd name="csY4232" fmla="*/ 322665 h 1114902"/>
              <a:gd name="csX4233" fmla="*/ 731602 w 1728164"/>
              <a:gd name="csY4233" fmla="*/ 322072 h 1114902"/>
              <a:gd name="csX4234" fmla="*/ 731780 w 1728164"/>
              <a:gd name="csY4234" fmla="*/ 321479 h 1114902"/>
              <a:gd name="csX4235" fmla="*/ 731949 w 1728164"/>
              <a:gd name="csY4235" fmla="*/ 320886 h 1114902"/>
              <a:gd name="csX4236" fmla="*/ 732127 w 1728164"/>
              <a:gd name="csY4236" fmla="*/ 320295 h 1114902"/>
              <a:gd name="csX4237" fmla="*/ 732296 w 1728164"/>
              <a:gd name="csY4237" fmla="*/ 319702 h 1114902"/>
              <a:gd name="csX4238" fmla="*/ 732465 w 1728164"/>
              <a:gd name="csY4238" fmla="*/ 319111 h 1114902"/>
              <a:gd name="csX4239" fmla="*/ 732643 w 1728164"/>
              <a:gd name="csY4239" fmla="*/ 318519 h 1114902"/>
              <a:gd name="csX4240" fmla="*/ 732812 w 1728164"/>
              <a:gd name="csY4240" fmla="*/ 317927 h 1114902"/>
              <a:gd name="csX4241" fmla="*/ 732990 w 1728164"/>
              <a:gd name="csY4241" fmla="*/ 317336 h 1114902"/>
              <a:gd name="csX4242" fmla="*/ 733159 w 1728164"/>
              <a:gd name="csY4242" fmla="*/ 316745 h 1114902"/>
              <a:gd name="csX4243" fmla="*/ 733337 w 1728164"/>
              <a:gd name="csY4243" fmla="*/ 316154 h 1114902"/>
              <a:gd name="csX4244" fmla="*/ 733506 w 1728164"/>
              <a:gd name="csY4244" fmla="*/ 315564 h 1114902"/>
              <a:gd name="csX4245" fmla="*/ 733675 w 1728164"/>
              <a:gd name="csY4245" fmla="*/ 314974 h 1114902"/>
              <a:gd name="csX4246" fmla="*/ 733853 w 1728164"/>
              <a:gd name="csY4246" fmla="*/ 314383 h 1114902"/>
              <a:gd name="csX4247" fmla="*/ 734022 w 1728164"/>
              <a:gd name="csY4247" fmla="*/ 313793 h 1114902"/>
              <a:gd name="csX4248" fmla="*/ 734200 w 1728164"/>
              <a:gd name="csY4248" fmla="*/ 313203 h 1114902"/>
              <a:gd name="csX4249" fmla="*/ 734369 w 1728164"/>
              <a:gd name="csY4249" fmla="*/ 312614 h 1114902"/>
              <a:gd name="csX4250" fmla="*/ 734547 w 1728164"/>
              <a:gd name="csY4250" fmla="*/ 312025 h 1114902"/>
              <a:gd name="csX4251" fmla="*/ 734716 w 1728164"/>
              <a:gd name="csY4251" fmla="*/ 311436 h 1114902"/>
              <a:gd name="csX4252" fmla="*/ 734885 w 1728164"/>
              <a:gd name="csY4252" fmla="*/ 310847 h 1114902"/>
              <a:gd name="csX4253" fmla="*/ 735063 w 1728164"/>
              <a:gd name="csY4253" fmla="*/ 310259 h 1114902"/>
              <a:gd name="csX4254" fmla="*/ 735232 w 1728164"/>
              <a:gd name="csY4254" fmla="*/ 309671 h 1114902"/>
              <a:gd name="csX4255" fmla="*/ 735410 w 1728164"/>
              <a:gd name="csY4255" fmla="*/ 309082 h 1114902"/>
              <a:gd name="csX4256" fmla="*/ 735579 w 1728164"/>
              <a:gd name="csY4256" fmla="*/ 308494 h 1114902"/>
              <a:gd name="csX4257" fmla="*/ 735757 w 1728164"/>
              <a:gd name="csY4257" fmla="*/ 307906 h 1114902"/>
              <a:gd name="csX4258" fmla="*/ 735926 w 1728164"/>
              <a:gd name="csY4258" fmla="*/ 307319 h 1114902"/>
              <a:gd name="csX4259" fmla="*/ 736095 w 1728164"/>
              <a:gd name="csY4259" fmla="*/ 306732 h 1114902"/>
              <a:gd name="csX4260" fmla="*/ 736273 w 1728164"/>
              <a:gd name="csY4260" fmla="*/ 306145 h 1114902"/>
              <a:gd name="csX4261" fmla="*/ 736442 w 1728164"/>
              <a:gd name="csY4261" fmla="*/ 305559 h 1114902"/>
              <a:gd name="csX4262" fmla="*/ 736620 w 1728164"/>
              <a:gd name="csY4262" fmla="*/ 304971 h 1114902"/>
              <a:gd name="csX4263" fmla="*/ 736789 w 1728164"/>
              <a:gd name="csY4263" fmla="*/ 304385 h 1114902"/>
              <a:gd name="csX4264" fmla="*/ 736967 w 1728164"/>
              <a:gd name="csY4264" fmla="*/ 303800 h 1114902"/>
              <a:gd name="csX4265" fmla="*/ 737136 w 1728164"/>
              <a:gd name="csY4265" fmla="*/ 303213 h 1114902"/>
              <a:gd name="csX4266" fmla="*/ 737305 w 1728164"/>
              <a:gd name="csY4266" fmla="*/ 302628 h 1114902"/>
              <a:gd name="csX4267" fmla="*/ 737483 w 1728164"/>
              <a:gd name="csY4267" fmla="*/ 302043 h 1114902"/>
              <a:gd name="csX4268" fmla="*/ 737652 w 1728164"/>
              <a:gd name="csY4268" fmla="*/ 301458 h 1114902"/>
              <a:gd name="csX4269" fmla="*/ 737830 w 1728164"/>
              <a:gd name="csY4269" fmla="*/ 300874 h 1114902"/>
              <a:gd name="csX4270" fmla="*/ 737999 w 1728164"/>
              <a:gd name="csY4270" fmla="*/ 300289 h 1114902"/>
              <a:gd name="csX4271" fmla="*/ 738177 w 1728164"/>
              <a:gd name="csY4271" fmla="*/ 299705 h 1114902"/>
              <a:gd name="csX4272" fmla="*/ 738346 w 1728164"/>
              <a:gd name="csY4272" fmla="*/ 299120 h 1114902"/>
              <a:gd name="csX4273" fmla="*/ 738515 w 1728164"/>
              <a:gd name="csY4273" fmla="*/ 298537 h 1114902"/>
              <a:gd name="csX4274" fmla="*/ 738693 w 1728164"/>
              <a:gd name="csY4274" fmla="*/ 297953 h 1114902"/>
              <a:gd name="csX4275" fmla="*/ 738862 w 1728164"/>
              <a:gd name="csY4275" fmla="*/ 297370 h 1114902"/>
              <a:gd name="csX4276" fmla="*/ 739040 w 1728164"/>
              <a:gd name="csY4276" fmla="*/ 296787 h 1114902"/>
              <a:gd name="csX4277" fmla="*/ 739209 w 1728164"/>
              <a:gd name="csY4277" fmla="*/ 296204 h 1114902"/>
              <a:gd name="csX4278" fmla="*/ 739387 w 1728164"/>
              <a:gd name="csY4278" fmla="*/ 295622 h 1114902"/>
              <a:gd name="csX4279" fmla="*/ 739556 w 1728164"/>
              <a:gd name="csY4279" fmla="*/ 295039 h 1114902"/>
              <a:gd name="csX4280" fmla="*/ 739725 w 1728164"/>
              <a:gd name="csY4280" fmla="*/ 294458 h 1114902"/>
              <a:gd name="csX4281" fmla="*/ 739903 w 1728164"/>
              <a:gd name="csY4281" fmla="*/ 293876 h 1114902"/>
              <a:gd name="csX4282" fmla="*/ 740072 w 1728164"/>
              <a:gd name="csY4282" fmla="*/ 293295 h 1114902"/>
              <a:gd name="csX4283" fmla="*/ 740250 w 1728164"/>
              <a:gd name="csY4283" fmla="*/ 292713 h 1114902"/>
              <a:gd name="csX4284" fmla="*/ 740419 w 1728164"/>
              <a:gd name="csY4284" fmla="*/ 292132 h 1114902"/>
              <a:gd name="csX4285" fmla="*/ 740597 w 1728164"/>
              <a:gd name="csY4285" fmla="*/ 291552 h 1114902"/>
              <a:gd name="csX4286" fmla="*/ 740766 w 1728164"/>
              <a:gd name="csY4286" fmla="*/ 290971 h 1114902"/>
              <a:gd name="csX4287" fmla="*/ 740935 w 1728164"/>
              <a:gd name="csY4287" fmla="*/ 290391 h 1114902"/>
              <a:gd name="csX4288" fmla="*/ 741113 w 1728164"/>
              <a:gd name="csY4288" fmla="*/ 289811 h 1114902"/>
              <a:gd name="csX4289" fmla="*/ 741282 w 1728164"/>
              <a:gd name="csY4289" fmla="*/ 289232 h 1114902"/>
              <a:gd name="csX4290" fmla="*/ 741460 w 1728164"/>
              <a:gd name="csY4290" fmla="*/ 288653 h 1114902"/>
              <a:gd name="csX4291" fmla="*/ 741629 w 1728164"/>
              <a:gd name="csY4291" fmla="*/ 288073 h 1114902"/>
              <a:gd name="csX4292" fmla="*/ 741807 w 1728164"/>
              <a:gd name="csY4292" fmla="*/ 287494 h 1114902"/>
              <a:gd name="csX4293" fmla="*/ 741975 w 1728164"/>
              <a:gd name="csY4293" fmla="*/ 286916 h 1114902"/>
              <a:gd name="csX4294" fmla="*/ 742145 w 1728164"/>
              <a:gd name="csY4294" fmla="*/ 286338 h 1114902"/>
              <a:gd name="csX4295" fmla="*/ 742322 w 1728164"/>
              <a:gd name="csY4295" fmla="*/ 285760 h 1114902"/>
              <a:gd name="csX4296" fmla="*/ 742492 w 1728164"/>
              <a:gd name="csY4296" fmla="*/ 285182 h 1114902"/>
              <a:gd name="csX4297" fmla="*/ 742669 w 1728164"/>
              <a:gd name="csY4297" fmla="*/ 284605 h 1114902"/>
              <a:gd name="csX4298" fmla="*/ 742839 w 1728164"/>
              <a:gd name="csY4298" fmla="*/ 284027 h 1114902"/>
              <a:gd name="csX4299" fmla="*/ 743016 w 1728164"/>
              <a:gd name="csY4299" fmla="*/ 283451 h 1114902"/>
              <a:gd name="csX4300" fmla="*/ 743185 w 1728164"/>
              <a:gd name="csY4300" fmla="*/ 282874 h 1114902"/>
              <a:gd name="csX4301" fmla="*/ 743354 w 1728164"/>
              <a:gd name="csY4301" fmla="*/ 282298 h 1114902"/>
              <a:gd name="csX4302" fmla="*/ 743532 w 1728164"/>
              <a:gd name="csY4302" fmla="*/ 281722 h 1114902"/>
              <a:gd name="csX4303" fmla="*/ 743701 w 1728164"/>
              <a:gd name="csY4303" fmla="*/ 281146 h 1114902"/>
              <a:gd name="csX4304" fmla="*/ 743879 w 1728164"/>
              <a:gd name="csY4304" fmla="*/ 280571 h 1114902"/>
              <a:gd name="csX4305" fmla="*/ 744048 w 1728164"/>
              <a:gd name="csY4305" fmla="*/ 279995 h 1114902"/>
              <a:gd name="csX4306" fmla="*/ 744226 w 1728164"/>
              <a:gd name="csY4306" fmla="*/ 279421 h 1114902"/>
              <a:gd name="csX4307" fmla="*/ 744395 w 1728164"/>
              <a:gd name="csY4307" fmla="*/ 278846 h 1114902"/>
              <a:gd name="csX4308" fmla="*/ 744564 w 1728164"/>
              <a:gd name="csY4308" fmla="*/ 278272 h 1114902"/>
              <a:gd name="csX4309" fmla="*/ 744742 w 1728164"/>
              <a:gd name="csY4309" fmla="*/ 277698 h 1114902"/>
              <a:gd name="csX4310" fmla="*/ 744911 w 1728164"/>
              <a:gd name="csY4310" fmla="*/ 277125 h 1114902"/>
              <a:gd name="csX4311" fmla="*/ 745089 w 1728164"/>
              <a:gd name="csY4311" fmla="*/ 276551 h 1114902"/>
              <a:gd name="csX4312" fmla="*/ 745258 w 1728164"/>
              <a:gd name="csY4312" fmla="*/ 275978 h 1114902"/>
              <a:gd name="csX4313" fmla="*/ 745436 w 1728164"/>
              <a:gd name="csY4313" fmla="*/ 275405 h 1114902"/>
              <a:gd name="csX4314" fmla="*/ 745605 w 1728164"/>
              <a:gd name="csY4314" fmla="*/ 274833 h 1114902"/>
              <a:gd name="csX4315" fmla="*/ 745774 w 1728164"/>
              <a:gd name="csY4315" fmla="*/ 274261 h 1114902"/>
              <a:gd name="csX4316" fmla="*/ 745952 w 1728164"/>
              <a:gd name="csY4316" fmla="*/ 273689 h 1114902"/>
              <a:gd name="csX4317" fmla="*/ 746121 w 1728164"/>
              <a:gd name="csY4317" fmla="*/ 273117 h 1114902"/>
              <a:gd name="csX4318" fmla="*/ 746299 w 1728164"/>
              <a:gd name="csY4318" fmla="*/ 272546 h 1114902"/>
              <a:gd name="csX4319" fmla="*/ 746468 w 1728164"/>
              <a:gd name="csY4319" fmla="*/ 271974 h 1114902"/>
              <a:gd name="csX4320" fmla="*/ 746646 w 1728164"/>
              <a:gd name="csY4320" fmla="*/ 271404 h 1114902"/>
              <a:gd name="csX4321" fmla="*/ 746815 w 1728164"/>
              <a:gd name="csY4321" fmla="*/ 270834 h 1114902"/>
              <a:gd name="csX4322" fmla="*/ 746984 w 1728164"/>
              <a:gd name="csY4322" fmla="*/ 270264 h 1114902"/>
              <a:gd name="csX4323" fmla="*/ 747162 w 1728164"/>
              <a:gd name="csY4323" fmla="*/ 269693 h 1114902"/>
              <a:gd name="csX4324" fmla="*/ 747331 w 1728164"/>
              <a:gd name="csY4324" fmla="*/ 269124 h 1114902"/>
              <a:gd name="csX4325" fmla="*/ 747509 w 1728164"/>
              <a:gd name="csY4325" fmla="*/ 268556 h 1114902"/>
              <a:gd name="csX4326" fmla="*/ 747678 w 1728164"/>
              <a:gd name="csY4326" fmla="*/ 267986 h 1114902"/>
              <a:gd name="csX4327" fmla="*/ 747847 w 1728164"/>
              <a:gd name="csY4327" fmla="*/ 267418 h 1114902"/>
              <a:gd name="csX4328" fmla="*/ 748025 w 1728164"/>
              <a:gd name="csY4328" fmla="*/ 266850 h 1114902"/>
              <a:gd name="csX4329" fmla="*/ 748194 w 1728164"/>
              <a:gd name="csY4329" fmla="*/ 266282 h 1114902"/>
              <a:gd name="csX4330" fmla="*/ 748372 w 1728164"/>
              <a:gd name="csY4330" fmla="*/ 265714 h 1114902"/>
              <a:gd name="csX4331" fmla="*/ 748541 w 1728164"/>
              <a:gd name="csY4331" fmla="*/ 265147 h 1114902"/>
              <a:gd name="csX4332" fmla="*/ 748719 w 1728164"/>
              <a:gd name="csY4332" fmla="*/ 264580 h 1114902"/>
              <a:gd name="csX4333" fmla="*/ 748888 w 1728164"/>
              <a:gd name="csY4333" fmla="*/ 264013 h 1114902"/>
              <a:gd name="csX4334" fmla="*/ 749057 w 1728164"/>
              <a:gd name="csY4334" fmla="*/ 263447 h 1114902"/>
              <a:gd name="csX4335" fmla="*/ 749235 w 1728164"/>
              <a:gd name="csY4335" fmla="*/ 262881 h 1114902"/>
              <a:gd name="csX4336" fmla="*/ 749404 w 1728164"/>
              <a:gd name="csY4336" fmla="*/ 262316 h 1114902"/>
              <a:gd name="csX4337" fmla="*/ 749582 w 1728164"/>
              <a:gd name="csY4337" fmla="*/ 261750 h 1114902"/>
              <a:gd name="csX4338" fmla="*/ 749751 w 1728164"/>
              <a:gd name="csY4338" fmla="*/ 261185 h 1114902"/>
              <a:gd name="csX4339" fmla="*/ 749929 w 1728164"/>
              <a:gd name="csY4339" fmla="*/ 260621 h 1114902"/>
              <a:gd name="csX4340" fmla="*/ 750098 w 1728164"/>
              <a:gd name="csY4340" fmla="*/ 260056 h 1114902"/>
              <a:gd name="csX4341" fmla="*/ 750267 w 1728164"/>
              <a:gd name="csY4341" fmla="*/ 259492 h 1114902"/>
              <a:gd name="csX4342" fmla="*/ 750445 w 1728164"/>
              <a:gd name="csY4342" fmla="*/ 258929 h 1114902"/>
              <a:gd name="csX4343" fmla="*/ 750614 w 1728164"/>
              <a:gd name="csY4343" fmla="*/ 258365 h 1114902"/>
              <a:gd name="csX4344" fmla="*/ 750792 w 1728164"/>
              <a:gd name="csY4344" fmla="*/ 257802 h 1114902"/>
              <a:gd name="csX4345" fmla="*/ 750961 w 1728164"/>
              <a:gd name="csY4345" fmla="*/ 257239 h 1114902"/>
              <a:gd name="csX4346" fmla="*/ 751139 w 1728164"/>
              <a:gd name="csY4346" fmla="*/ 256677 h 1114902"/>
              <a:gd name="csX4347" fmla="*/ 751308 w 1728164"/>
              <a:gd name="csY4347" fmla="*/ 256115 h 1114902"/>
              <a:gd name="csX4348" fmla="*/ 751477 w 1728164"/>
              <a:gd name="csY4348" fmla="*/ 255553 h 1114902"/>
              <a:gd name="csX4349" fmla="*/ 751655 w 1728164"/>
              <a:gd name="csY4349" fmla="*/ 254992 h 1114902"/>
              <a:gd name="csX4350" fmla="*/ 751824 w 1728164"/>
              <a:gd name="csY4350" fmla="*/ 254431 h 1114902"/>
              <a:gd name="csX4351" fmla="*/ 752002 w 1728164"/>
              <a:gd name="csY4351" fmla="*/ 253870 h 1114902"/>
              <a:gd name="csX4352" fmla="*/ 752171 w 1728164"/>
              <a:gd name="csY4352" fmla="*/ 253310 h 1114902"/>
              <a:gd name="csX4353" fmla="*/ 752349 w 1728164"/>
              <a:gd name="csY4353" fmla="*/ 252750 h 1114902"/>
              <a:gd name="csX4354" fmla="*/ 752518 w 1728164"/>
              <a:gd name="csY4354" fmla="*/ 252191 h 1114902"/>
              <a:gd name="csX4355" fmla="*/ 752687 w 1728164"/>
              <a:gd name="csY4355" fmla="*/ 251631 h 1114902"/>
              <a:gd name="csX4356" fmla="*/ 752865 w 1728164"/>
              <a:gd name="csY4356" fmla="*/ 251072 h 1114902"/>
              <a:gd name="csX4357" fmla="*/ 753034 w 1728164"/>
              <a:gd name="csY4357" fmla="*/ 250514 h 1114902"/>
              <a:gd name="csX4358" fmla="*/ 753212 w 1728164"/>
              <a:gd name="csY4358" fmla="*/ 249955 h 1114902"/>
              <a:gd name="csX4359" fmla="*/ 753381 w 1728164"/>
              <a:gd name="csY4359" fmla="*/ 249397 h 1114902"/>
              <a:gd name="csX4360" fmla="*/ 753559 w 1728164"/>
              <a:gd name="csY4360" fmla="*/ 248840 h 1114902"/>
              <a:gd name="csX4361" fmla="*/ 753728 w 1728164"/>
              <a:gd name="csY4361" fmla="*/ 248282 h 1114902"/>
              <a:gd name="csX4362" fmla="*/ 753897 w 1728164"/>
              <a:gd name="csY4362" fmla="*/ 247725 h 1114902"/>
              <a:gd name="csX4363" fmla="*/ 754075 w 1728164"/>
              <a:gd name="csY4363" fmla="*/ 247169 h 1114902"/>
              <a:gd name="csX4364" fmla="*/ 754244 w 1728164"/>
              <a:gd name="csY4364" fmla="*/ 246613 h 1114902"/>
              <a:gd name="csX4365" fmla="*/ 754422 w 1728164"/>
              <a:gd name="csY4365" fmla="*/ 246057 h 1114902"/>
              <a:gd name="csX4366" fmla="*/ 754591 w 1728164"/>
              <a:gd name="csY4366" fmla="*/ 245502 h 1114902"/>
              <a:gd name="csX4367" fmla="*/ 754769 w 1728164"/>
              <a:gd name="csY4367" fmla="*/ 244947 h 1114902"/>
              <a:gd name="csX4368" fmla="*/ 754938 w 1728164"/>
              <a:gd name="csY4368" fmla="*/ 244392 h 1114902"/>
              <a:gd name="csX4369" fmla="*/ 755107 w 1728164"/>
              <a:gd name="csY4369" fmla="*/ 243838 h 1114902"/>
              <a:gd name="csX4370" fmla="*/ 755285 w 1728164"/>
              <a:gd name="csY4370" fmla="*/ 243283 h 1114902"/>
              <a:gd name="csX4371" fmla="*/ 755454 w 1728164"/>
              <a:gd name="csY4371" fmla="*/ 242730 h 1114902"/>
              <a:gd name="csX4372" fmla="*/ 755632 w 1728164"/>
              <a:gd name="csY4372" fmla="*/ 242177 h 1114902"/>
              <a:gd name="csX4373" fmla="*/ 755801 w 1728164"/>
              <a:gd name="csY4373" fmla="*/ 241624 h 1114902"/>
              <a:gd name="csX4374" fmla="*/ 755979 w 1728164"/>
              <a:gd name="csY4374" fmla="*/ 241072 h 1114902"/>
              <a:gd name="csX4375" fmla="*/ 756148 w 1728164"/>
              <a:gd name="csY4375" fmla="*/ 240519 h 1114902"/>
              <a:gd name="csX4376" fmla="*/ 756317 w 1728164"/>
              <a:gd name="csY4376" fmla="*/ 239968 h 1114902"/>
              <a:gd name="csX4377" fmla="*/ 756495 w 1728164"/>
              <a:gd name="csY4377" fmla="*/ 239416 h 1114902"/>
              <a:gd name="csX4378" fmla="*/ 756664 w 1728164"/>
              <a:gd name="csY4378" fmla="*/ 238865 h 1114902"/>
              <a:gd name="csX4379" fmla="*/ 756842 w 1728164"/>
              <a:gd name="csY4379" fmla="*/ 238314 h 1114902"/>
              <a:gd name="csX4380" fmla="*/ 757011 w 1728164"/>
              <a:gd name="csY4380" fmla="*/ 237764 h 1114902"/>
              <a:gd name="csX4381" fmla="*/ 757189 w 1728164"/>
              <a:gd name="csY4381" fmla="*/ 237214 h 1114902"/>
              <a:gd name="csX4382" fmla="*/ 757357 w 1728164"/>
              <a:gd name="csY4382" fmla="*/ 236664 h 1114902"/>
              <a:gd name="csX4383" fmla="*/ 757526 w 1728164"/>
              <a:gd name="csY4383" fmla="*/ 236116 h 1114902"/>
              <a:gd name="csX4384" fmla="*/ 757704 w 1728164"/>
              <a:gd name="csY4384" fmla="*/ 235567 h 1114902"/>
              <a:gd name="csX4385" fmla="*/ 757873 w 1728164"/>
              <a:gd name="csY4385" fmla="*/ 235018 h 1114902"/>
              <a:gd name="csX4386" fmla="*/ 758051 w 1728164"/>
              <a:gd name="csY4386" fmla="*/ 234470 h 1114902"/>
              <a:gd name="csX4387" fmla="*/ 758220 w 1728164"/>
              <a:gd name="csY4387" fmla="*/ 233923 h 1114902"/>
              <a:gd name="csX4388" fmla="*/ 758398 w 1728164"/>
              <a:gd name="csY4388" fmla="*/ 233375 h 1114902"/>
              <a:gd name="csX4389" fmla="*/ 758567 w 1728164"/>
              <a:gd name="csY4389" fmla="*/ 232828 h 1114902"/>
              <a:gd name="csX4390" fmla="*/ 758736 w 1728164"/>
              <a:gd name="csY4390" fmla="*/ 232281 h 1114902"/>
              <a:gd name="csX4391" fmla="*/ 758914 w 1728164"/>
              <a:gd name="csY4391" fmla="*/ 231736 h 1114902"/>
              <a:gd name="csX4392" fmla="*/ 759083 w 1728164"/>
              <a:gd name="csY4392" fmla="*/ 231190 h 1114902"/>
              <a:gd name="csX4393" fmla="*/ 759261 w 1728164"/>
              <a:gd name="csY4393" fmla="*/ 230644 h 1114902"/>
              <a:gd name="csX4394" fmla="*/ 759430 w 1728164"/>
              <a:gd name="csY4394" fmla="*/ 230100 h 1114902"/>
              <a:gd name="csX4395" fmla="*/ 759608 w 1728164"/>
              <a:gd name="csY4395" fmla="*/ 229554 h 1114902"/>
              <a:gd name="csX4396" fmla="*/ 759777 w 1728164"/>
              <a:gd name="csY4396" fmla="*/ 229011 h 1114902"/>
              <a:gd name="csX4397" fmla="*/ 759946 w 1728164"/>
              <a:gd name="csY4397" fmla="*/ 228466 h 1114902"/>
              <a:gd name="csX4398" fmla="*/ 760124 w 1728164"/>
              <a:gd name="csY4398" fmla="*/ 227924 h 1114902"/>
              <a:gd name="csX4399" fmla="*/ 760293 w 1728164"/>
              <a:gd name="csY4399" fmla="*/ 227380 h 1114902"/>
              <a:gd name="csX4400" fmla="*/ 760471 w 1728164"/>
              <a:gd name="csY4400" fmla="*/ 226837 h 1114902"/>
              <a:gd name="csX4401" fmla="*/ 760640 w 1728164"/>
              <a:gd name="csY4401" fmla="*/ 226296 h 1114902"/>
              <a:gd name="csX4402" fmla="*/ 760818 w 1728164"/>
              <a:gd name="csY4402" fmla="*/ 225754 h 1114902"/>
              <a:gd name="csX4403" fmla="*/ 760987 w 1728164"/>
              <a:gd name="csY4403" fmla="*/ 225212 h 1114902"/>
              <a:gd name="csX4404" fmla="*/ 761156 w 1728164"/>
              <a:gd name="csY4404" fmla="*/ 224671 h 1114902"/>
              <a:gd name="csX4405" fmla="*/ 761334 w 1728164"/>
              <a:gd name="csY4405" fmla="*/ 224130 h 1114902"/>
              <a:gd name="csX4406" fmla="*/ 761503 w 1728164"/>
              <a:gd name="csY4406" fmla="*/ 223590 h 1114902"/>
              <a:gd name="csX4407" fmla="*/ 761681 w 1728164"/>
              <a:gd name="csY4407" fmla="*/ 223050 h 1114902"/>
              <a:gd name="csX4408" fmla="*/ 761850 w 1728164"/>
              <a:gd name="csY4408" fmla="*/ 222511 h 1114902"/>
              <a:gd name="csX4409" fmla="*/ 762028 w 1728164"/>
              <a:gd name="csY4409" fmla="*/ 221972 h 1114902"/>
              <a:gd name="csX4410" fmla="*/ 762197 w 1728164"/>
              <a:gd name="csY4410" fmla="*/ 221434 h 1114902"/>
              <a:gd name="csX4411" fmla="*/ 762366 w 1728164"/>
              <a:gd name="csY4411" fmla="*/ 220895 h 1114902"/>
              <a:gd name="csX4412" fmla="*/ 762544 w 1728164"/>
              <a:gd name="csY4412" fmla="*/ 220357 h 1114902"/>
              <a:gd name="csX4413" fmla="*/ 762713 w 1728164"/>
              <a:gd name="csY4413" fmla="*/ 219820 h 1114902"/>
              <a:gd name="csX4414" fmla="*/ 762891 w 1728164"/>
              <a:gd name="csY4414" fmla="*/ 219283 h 1114902"/>
              <a:gd name="csX4415" fmla="*/ 763060 w 1728164"/>
              <a:gd name="csY4415" fmla="*/ 218747 h 1114902"/>
              <a:gd name="csX4416" fmla="*/ 763238 w 1728164"/>
              <a:gd name="csY4416" fmla="*/ 218211 h 1114902"/>
              <a:gd name="csX4417" fmla="*/ 763407 w 1728164"/>
              <a:gd name="csY4417" fmla="*/ 217675 h 1114902"/>
              <a:gd name="csX4418" fmla="*/ 763576 w 1728164"/>
              <a:gd name="csY4418" fmla="*/ 217139 h 1114902"/>
              <a:gd name="csX4419" fmla="*/ 763754 w 1728164"/>
              <a:gd name="csY4419" fmla="*/ 216605 h 1114902"/>
              <a:gd name="csX4420" fmla="*/ 763923 w 1728164"/>
              <a:gd name="csY4420" fmla="*/ 216070 h 1114902"/>
              <a:gd name="csX4421" fmla="*/ 764101 w 1728164"/>
              <a:gd name="csY4421" fmla="*/ 215536 h 1114902"/>
              <a:gd name="csX4422" fmla="*/ 764270 w 1728164"/>
              <a:gd name="csY4422" fmla="*/ 215002 h 1114902"/>
              <a:gd name="csX4423" fmla="*/ 764448 w 1728164"/>
              <a:gd name="csY4423" fmla="*/ 214470 h 1114902"/>
              <a:gd name="csX4424" fmla="*/ 764617 w 1728164"/>
              <a:gd name="csY4424" fmla="*/ 213937 h 1114902"/>
              <a:gd name="csX4425" fmla="*/ 764786 w 1728164"/>
              <a:gd name="csY4425" fmla="*/ 213405 h 1114902"/>
              <a:gd name="csX4426" fmla="*/ 764964 w 1728164"/>
              <a:gd name="csY4426" fmla="*/ 212873 h 1114902"/>
              <a:gd name="csX4427" fmla="*/ 765133 w 1728164"/>
              <a:gd name="csY4427" fmla="*/ 212341 h 1114902"/>
              <a:gd name="csX4428" fmla="*/ 765311 w 1728164"/>
              <a:gd name="csY4428" fmla="*/ 211810 h 1114902"/>
              <a:gd name="csX4429" fmla="*/ 765480 w 1728164"/>
              <a:gd name="csY4429" fmla="*/ 211279 h 1114902"/>
              <a:gd name="csX4430" fmla="*/ 765658 w 1728164"/>
              <a:gd name="csY4430" fmla="*/ 210749 h 1114902"/>
              <a:gd name="csX4431" fmla="*/ 765827 w 1728164"/>
              <a:gd name="csY4431" fmla="*/ 210219 h 1114902"/>
              <a:gd name="csX4432" fmla="*/ 765996 w 1728164"/>
              <a:gd name="csY4432" fmla="*/ 209690 h 1114902"/>
              <a:gd name="csX4433" fmla="*/ 766174 w 1728164"/>
              <a:gd name="csY4433" fmla="*/ 209161 h 1114902"/>
              <a:gd name="csX4434" fmla="*/ 766343 w 1728164"/>
              <a:gd name="csY4434" fmla="*/ 208633 h 1114902"/>
              <a:gd name="csX4435" fmla="*/ 766521 w 1728164"/>
              <a:gd name="csY4435" fmla="*/ 208104 h 1114902"/>
              <a:gd name="csX4436" fmla="*/ 766690 w 1728164"/>
              <a:gd name="csY4436" fmla="*/ 207577 h 1114902"/>
              <a:gd name="csX4437" fmla="*/ 766859 w 1728164"/>
              <a:gd name="csY4437" fmla="*/ 207050 h 1114902"/>
              <a:gd name="csX4438" fmla="*/ 767037 w 1728164"/>
              <a:gd name="csY4438" fmla="*/ 206523 h 1114902"/>
              <a:gd name="csX4439" fmla="*/ 767206 w 1728164"/>
              <a:gd name="csY4439" fmla="*/ 205997 h 1114902"/>
              <a:gd name="csX4440" fmla="*/ 767384 w 1728164"/>
              <a:gd name="csY4440" fmla="*/ 205471 h 1114902"/>
              <a:gd name="csX4441" fmla="*/ 767553 w 1728164"/>
              <a:gd name="csY4441" fmla="*/ 204945 h 1114902"/>
              <a:gd name="csX4442" fmla="*/ 767731 w 1728164"/>
              <a:gd name="csY4442" fmla="*/ 204420 h 1114902"/>
              <a:gd name="csX4443" fmla="*/ 767900 w 1728164"/>
              <a:gd name="csY4443" fmla="*/ 203896 h 1114902"/>
              <a:gd name="csX4444" fmla="*/ 768069 w 1728164"/>
              <a:gd name="csY4444" fmla="*/ 203372 h 1114902"/>
              <a:gd name="csX4445" fmla="*/ 768247 w 1728164"/>
              <a:gd name="csY4445" fmla="*/ 202848 h 1114902"/>
              <a:gd name="csX4446" fmla="*/ 768416 w 1728164"/>
              <a:gd name="csY4446" fmla="*/ 202325 h 1114902"/>
              <a:gd name="csX4447" fmla="*/ 768594 w 1728164"/>
              <a:gd name="csY4447" fmla="*/ 201802 h 1114902"/>
              <a:gd name="csX4448" fmla="*/ 768763 w 1728164"/>
              <a:gd name="csY4448" fmla="*/ 201280 h 1114902"/>
              <a:gd name="csX4449" fmla="*/ 768941 w 1728164"/>
              <a:gd name="csY4449" fmla="*/ 200758 h 1114902"/>
              <a:gd name="csX4450" fmla="*/ 769110 w 1728164"/>
              <a:gd name="csY4450" fmla="*/ 200237 h 1114902"/>
              <a:gd name="csX4451" fmla="*/ 769279 w 1728164"/>
              <a:gd name="csY4451" fmla="*/ 199716 h 1114902"/>
              <a:gd name="csX4452" fmla="*/ 769457 w 1728164"/>
              <a:gd name="csY4452" fmla="*/ 199195 h 1114902"/>
              <a:gd name="csX4453" fmla="*/ 769626 w 1728164"/>
              <a:gd name="csY4453" fmla="*/ 198675 h 1114902"/>
              <a:gd name="csX4454" fmla="*/ 769804 w 1728164"/>
              <a:gd name="csY4454" fmla="*/ 198155 h 1114902"/>
              <a:gd name="csX4455" fmla="*/ 769973 w 1728164"/>
              <a:gd name="csY4455" fmla="*/ 197637 h 1114902"/>
              <a:gd name="csX4456" fmla="*/ 770151 w 1728164"/>
              <a:gd name="csY4456" fmla="*/ 197118 h 1114902"/>
              <a:gd name="csX4457" fmla="*/ 770320 w 1728164"/>
              <a:gd name="csY4457" fmla="*/ 196599 h 1114902"/>
              <a:gd name="csX4458" fmla="*/ 770489 w 1728164"/>
              <a:gd name="csY4458" fmla="*/ 196082 h 1114902"/>
              <a:gd name="csX4459" fmla="*/ 770667 w 1728164"/>
              <a:gd name="csY4459" fmla="*/ 195565 h 1114902"/>
              <a:gd name="csX4460" fmla="*/ 770836 w 1728164"/>
              <a:gd name="csY4460" fmla="*/ 195048 h 1114902"/>
              <a:gd name="csX4461" fmla="*/ 771014 w 1728164"/>
              <a:gd name="csY4461" fmla="*/ 194532 h 1114902"/>
              <a:gd name="csX4462" fmla="*/ 771183 w 1728164"/>
              <a:gd name="csY4462" fmla="*/ 194016 h 1114902"/>
              <a:gd name="csX4463" fmla="*/ 771361 w 1728164"/>
              <a:gd name="csY4463" fmla="*/ 193501 h 1114902"/>
              <a:gd name="csX4464" fmla="*/ 771530 w 1728164"/>
              <a:gd name="csY4464" fmla="*/ 192986 h 1114902"/>
              <a:gd name="csX4465" fmla="*/ 771699 w 1728164"/>
              <a:gd name="csY4465" fmla="*/ 192470 h 1114902"/>
              <a:gd name="csX4466" fmla="*/ 771876 w 1728164"/>
              <a:gd name="csY4466" fmla="*/ 191957 h 1114902"/>
              <a:gd name="csX4467" fmla="*/ 772046 w 1728164"/>
              <a:gd name="csY4467" fmla="*/ 191443 h 1114902"/>
              <a:gd name="csX4468" fmla="*/ 772223 w 1728164"/>
              <a:gd name="csY4468" fmla="*/ 190930 h 1114902"/>
              <a:gd name="csX4469" fmla="*/ 772393 w 1728164"/>
              <a:gd name="csY4469" fmla="*/ 190418 h 1114902"/>
              <a:gd name="csX4470" fmla="*/ 772570 w 1728164"/>
              <a:gd name="csY4470" fmla="*/ 189906 h 1114902"/>
              <a:gd name="csX4471" fmla="*/ 772739 w 1728164"/>
              <a:gd name="csY4471" fmla="*/ 189394 h 1114902"/>
              <a:gd name="csX4472" fmla="*/ 772908 w 1728164"/>
              <a:gd name="csY4472" fmla="*/ 188883 h 1114902"/>
              <a:gd name="csX4473" fmla="*/ 773086 w 1728164"/>
              <a:gd name="csY4473" fmla="*/ 188372 h 1114902"/>
              <a:gd name="csX4474" fmla="*/ 773255 w 1728164"/>
              <a:gd name="csY4474" fmla="*/ 187862 h 1114902"/>
              <a:gd name="csX4475" fmla="*/ 773433 w 1728164"/>
              <a:gd name="csY4475" fmla="*/ 187352 h 1114902"/>
              <a:gd name="csX4476" fmla="*/ 773602 w 1728164"/>
              <a:gd name="csY4476" fmla="*/ 186843 h 1114902"/>
              <a:gd name="csX4477" fmla="*/ 773780 w 1728164"/>
              <a:gd name="csY4477" fmla="*/ 186334 h 1114902"/>
              <a:gd name="csX4478" fmla="*/ 773949 w 1728164"/>
              <a:gd name="csY4478" fmla="*/ 185826 h 1114902"/>
              <a:gd name="csX4479" fmla="*/ 774118 w 1728164"/>
              <a:gd name="csY4479" fmla="*/ 185318 h 1114902"/>
              <a:gd name="csX4480" fmla="*/ 774296 w 1728164"/>
              <a:gd name="csY4480" fmla="*/ 184811 h 1114902"/>
              <a:gd name="csX4481" fmla="*/ 774465 w 1728164"/>
              <a:gd name="csY4481" fmla="*/ 184304 h 1114902"/>
              <a:gd name="csX4482" fmla="*/ 774643 w 1728164"/>
              <a:gd name="csY4482" fmla="*/ 183797 h 1114902"/>
              <a:gd name="csX4483" fmla="*/ 774812 w 1728164"/>
              <a:gd name="csY4483" fmla="*/ 183292 h 1114902"/>
              <a:gd name="csX4484" fmla="*/ 774990 w 1728164"/>
              <a:gd name="csY4484" fmla="*/ 182787 h 1114902"/>
              <a:gd name="csX4485" fmla="*/ 775159 w 1728164"/>
              <a:gd name="csY4485" fmla="*/ 182281 h 1114902"/>
              <a:gd name="csX4486" fmla="*/ 775328 w 1728164"/>
              <a:gd name="csY4486" fmla="*/ 181777 h 1114902"/>
              <a:gd name="csX4487" fmla="*/ 775506 w 1728164"/>
              <a:gd name="csY4487" fmla="*/ 181273 h 1114902"/>
              <a:gd name="csX4488" fmla="*/ 775675 w 1728164"/>
              <a:gd name="csY4488" fmla="*/ 180770 h 1114902"/>
              <a:gd name="csX4489" fmla="*/ 775853 w 1728164"/>
              <a:gd name="csY4489" fmla="*/ 180267 h 1114902"/>
              <a:gd name="csX4490" fmla="*/ 776022 w 1728164"/>
              <a:gd name="csY4490" fmla="*/ 179765 h 1114902"/>
              <a:gd name="csX4491" fmla="*/ 776200 w 1728164"/>
              <a:gd name="csY4491" fmla="*/ 179263 h 1114902"/>
              <a:gd name="csX4492" fmla="*/ 776369 w 1728164"/>
              <a:gd name="csY4492" fmla="*/ 178761 h 1114902"/>
              <a:gd name="csX4493" fmla="*/ 776538 w 1728164"/>
              <a:gd name="csY4493" fmla="*/ 178260 h 1114902"/>
              <a:gd name="csX4494" fmla="*/ 776716 w 1728164"/>
              <a:gd name="csY4494" fmla="*/ 177760 h 1114902"/>
              <a:gd name="csX4495" fmla="*/ 776885 w 1728164"/>
              <a:gd name="csY4495" fmla="*/ 177260 h 1114902"/>
              <a:gd name="csX4496" fmla="*/ 777063 w 1728164"/>
              <a:gd name="csY4496" fmla="*/ 176760 h 1114902"/>
              <a:gd name="csX4497" fmla="*/ 777232 w 1728164"/>
              <a:gd name="csY4497" fmla="*/ 176262 h 1114902"/>
              <a:gd name="csX4498" fmla="*/ 777410 w 1728164"/>
              <a:gd name="csY4498" fmla="*/ 175763 h 1114902"/>
              <a:gd name="csX4499" fmla="*/ 777579 w 1728164"/>
              <a:gd name="csY4499" fmla="*/ 175266 h 1114902"/>
              <a:gd name="csX4500" fmla="*/ 777748 w 1728164"/>
              <a:gd name="csY4500" fmla="*/ 174768 h 1114902"/>
              <a:gd name="csX4501" fmla="*/ 777926 w 1728164"/>
              <a:gd name="csY4501" fmla="*/ 174271 h 1114902"/>
              <a:gd name="csX4502" fmla="*/ 778095 w 1728164"/>
              <a:gd name="csY4502" fmla="*/ 173775 h 1114902"/>
              <a:gd name="csX4503" fmla="*/ 778273 w 1728164"/>
              <a:gd name="csY4503" fmla="*/ 173279 h 1114902"/>
              <a:gd name="csX4504" fmla="*/ 778442 w 1728164"/>
              <a:gd name="csY4504" fmla="*/ 172783 h 1114902"/>
              <a:gd name="csX4505" fmla="*/ 778620 w 1728164"/>
              <a:gd name="csY4505" fmla="*/ 172289 h 1114902"/>
              <a:gd name="csX4506" fmla="*/ 778789 w 1728164"/>
              <a:gd name="csY4506" fmla="*/ 171794 h 1114902"/>
              <a:gd name="csX4507" fmla="*/ 778958 w 1728164"/>
              <a:gd name="csY4507" fmla="*/ 171300 h 1114902"/>
              <a:gd name="csX4508" fmla="*/ 779136 w 1728164"/>
              <a:gd name="csY4508" fmla="*/ 170808 h 1114902"/>
              <a:gd name="csX4509" fmla="*/ 779305 w 1728164"/>
              <a:gd name="csY4509" fmla="*/ 170315 h 1114902"/>
              <a:gd name="csX4510" fmla="*/ 779483 w 1728164"/>
              <a:gd name="csY4510" fmla="*/ 169823 h 1114902"/>
              <a:gd name="csX4511" fmla="*/ 779652 w 1728164"/>
              <a:gd name="csY4511" fmla="*/ 169331 h 1114902"/>
              <a:gd name="csX4512" fmla="*/ 779830 w 1728164"/>
              <a:gd name="csY4512" fmla="*/ 168840 h 1114902"/>
              <a:gd name="csX4513" fmla="*/ 779999 w 1728164"/>
              <a:gd name="csY4513" fmla="*/ 168349 h 1114902"/>
              <a:gd name="csX4514" fmla="*/ 780168 w 1728164"/>
              <a:gd name="csY4514" fmla="*/ 167858 h 1114902"/>
              <a:gd name="csX4515" fmla="*/ 780346 w 1728164"/>
              <a:gd name="csY4515" fmla="*/ 167369 h 1114902"/>
              <a:gd name="csX4516" fmla="*/ 780515 w 1728164"/>
              <a:gd name="csY4516" fmla="*/ 166880 h 1114902"/>
              <a:gd name="csX4517" fmla="*/ 780693 w 1728164"/>
              <a:gd name="csY4517" fmla="*/ 166391 h 1114902"/>
              <a:gd name="csX4518" fmla="*/ 780862 w 1728164"/>
              <a:gd name="csY4518" fmla="*/ 165903 h 1114902"/>
              <a:gd name="csX4519" fmla="*/ 781040 w 1728164"/>
              <a:gd name="csY4519" fmla="*/ 165415 h 1114902"/>
              <a:gd name="csX4520" fmla="*/ 781209 w 1728164"/>
              <a:gd name="csY4520" fmla="*/ 164929 h 1114902"/>
              <a:gd name="csX4521" fmla="*/ 781378 w 1728164"/>
              <a:gd name="csY4521" fmla="*/ 164442 h 1114902"/>
              <a:gd name="csX4522" fmla="*/ 781556 w 1728164"/>
              <a:gd name="csY4522" fmla="*/ 163956 h 1114902"/>
              <a:gd name="csX4523" fmla="*/ 781725 w 1728164"/>
              <a:gd name="csY4523" fmla="*/ 163471 h 1114902"/>
              <a:gd name="csX4524" fmla="*/ 781903 w 1728164"/>
              <a:gd name="csY4524" fmla="*/ 162986 h 1114902"/>
              <a:gd name="csX4525" fmla="*/ 782072 w 1728164"/>
              <a:gd name="csY4525" fmla="*/ 162501 h 1114902"/>
              <a:gd name="csX4526" fmla="*/ 782250 w 1728164"/>
              <a:gd name="csY4526" fmla="*/ 162018 h 1114902"/>
              <a:gd name="csX4527" fmla="*/ 782419 w 1728164"/>
              <a:gd name="csY4527" fmla="*/ 161534 h 1114902"/>
              <a:gd name="csX4528" fmla="*/ 782588 w 1728164"/>
              <a:gd name="csY4528" fmla="*/ 161052 h 1114902"/>
              <a:gd name="csX4529" fmla="*/ 782766 w 1728164"/>
              <a:gd name="csY4529" fmla="*/ 160570 h 1114902"/>
              <a:gd name="csX4530" fmla="*/ 782935 w 1728164"/>
              <a:gd name="csY4530" fmla="*/ 160087 h 1114902"/>
              <a:gd name="csX4531" fmla="*/ 783113 w 1728164"/>
              <a:gd name="csY4531" fmla="*/ 159606 h 1114902"/>
              <a:gd name="csX4532" fmla="*/ 783282 w 1728164"/>
              <a:gd name="csY4532" fmla="*/ 159126 h 1114902"/>
              <a:gd name="csX4533" fmla="*/ 783460 w 1728164"/>
              <a:gd name="csY4533" fmla="*/ 158646 h 1114902"/>
              <a:gd name="csX4534" fmla="*/ 783629 w 1728164"/>
              <a:gd name="csY4534" fmla="*/ 158167 h 1114902"/>
              <a:gd name="csX4535" fmla="*/ 783798 w 1728164"/>
              <a:gd name="csY4535" fmla="*/ 157687 h 1114902"/>
              <a:gd name="csX4536" fmla="*/ 783976 w 1728164"/>
              <a:gd name="csY4536" fmla="*/ 157209 h 1114902"/>
              <a:gd name="csX4537" fmla="*/ 784145 w 1728164"/>
              <a:gd name="csY4537" fmla="*/ 156731 h 1114902"/>
              <a:gd name="csX4538" fmla="*/ 784323 w 1728164"/>
              <a:gd name="csY4538" fmla="*/ 156254 h 1114902"/>
              <a:gd name="csX4539" fmla="*/ 784492 w 1728164"/>
              <a:gd name="csY4539" fmla="*/ 155777 h 1114902"/>
              <a:gd name="csX4540" fmla="*/ 784670 w 1728164"/>
              <a:gd name="csY4540" fmla="*/ 155301 h 1114902"/>
              <a:gd name="csX4541" fmla="*/ 784839 w 1728164"/>
              <a:gd name="csY4541" fmla="*/ 154825 h 1114902"/>
              <a:gd name="csX4542" fmla="*/ 785008 w 1728164"/>
              <a:gd name="csY4542" fmla="*/ 154350 h 1114902"/>
              <a:gd name="csX4543" fmla="*/ 785186 w 1728164"/>
              <a:gd name="csY4543" fmla="*/ 153876 h 1114902"/>
              <a:gd name="csX4544" fmla="*/ 785355 w 1728164"/>
              <a:gd name="csY4544" fmla="*/ 153402 h 1114902"/>
              <a:gd name="csX4545" fmla="*/ 785533 w 1728164"/>
              <a:gd name="csY4545" fmla="*/ 152928 h 1114902"/>
              <a:gd name="csX4546" fmla="*/ 785702 w 1728164"/>
              <a:gd name="csY4546" fmla="*/ 152455 h 1114902"/>
              <a:gd name="csX4547" fmla="*/ 785871 w 1728164"/>
              <a:gd name="csY4547" fmla="*/ 151983 h 1114902"/>
              <a:gd name="csX4548" fmla="*/ 786049 w 1728164"/>
              <a:gd name="csY4548" fmla="*/ 151511 h 1114902"/>
              <a:gd name="csX4549" fmla="*/ 786218 w 1728164"/>
              <a:gd name="csY4549" fmla="*/ 151040 h 1114902"/>
              <a:gd name="csX4550" fmla="*/ 786396 w 1728164"/>
              <a:gd name="csY4550" fmla="*/ 150569 h 1114902"/>
              <a:gd name="csX4551" fmla="*/ 786565 w 1728164"/>
              <a:gd name="csY4551" fmla="*/ 150099 h 1114902"/>
              <a:gd name="csX4552" fmla="*/ 786742 w 1728164"/>
              <a:gd name="csY4552" fmla="*/ 149630 h 1114902"/>
              <a:gd name="csX4553" fmla="*/ 786911 w 1728164"/>
              <a:gd name="csY4553" fmla="*/ 149161 h 1114902"/>
              <a:gd name="csX4554" fmla="*/ 787081 w 1728164"/>
              <a:gd name="csY4554" fmla="*/ 148692 h 1114902"/>
              <a:gd name="csX4555" fmla="*/ 787258 w 1728164"/>
              <a:gd name="csY4555" fmla="*/ 148224 h 1114902"/>
              <a:gd name="csX4556" fmla="*/ 787428 w 1728164"/>
              <a:gd name="csY4556" fmla="*/ 147757 h 1114902"/>
              <a:gd name="csX4557" fmla="*/ 787605 w 1728164"/>
              <a:gd name="csY4557" fmla="*/ 147290 h 1114902"/>
              <a:gd name="csX4558" fmla="*/ 787774 w 1728164"/>
              <a:gd name="csY4558" fmla="*/ 146824 h 1114902"/>
              <a:gd name="csX4559" fmla="*/ 787952 w 1728164"/>
              <a:gd name="csY4559" fmla="*/ 146358 h 1114902"/>
              <a:gd name="csX4560" fmla="*/ 788121 w 1728164"/>
              <a:gd name="csY4560" fmla="*/ 145893 h 1114902"/>
              <a:gd name="csX4561" fmla="*/ 788290 w 1728164"/>
              <a:gd name="csY4561" fmla="*/ 145429 h 1114902"/>
              <a:gd name="csX4562" fmla="*/ 788468 w 1728164"/>
              <a:gd name="csY4562" fmla="*/ 144965 h 1114902"/>
              <a:gd name="csX4563" fmla="*/ 788637 w 1728164"/>
              <a:gd name="csY4563" fmla="*/ 144502 h 1114902"/>
              <a:gd name="csX4564" fmla="*/ 788815 w 1728164"/>
              <a:gd name="csY4564" fmla="*/ 144039 h 1114902"/>
              <a:gd name="csX4565" fmla="*/ 788984 w 1728164"/>
              <a:gd name="csY4565" fmla="*/ 143577 h 1114902"/>
              <a:gd name="csX4566" fmla="*/ 789162 w 1728164"/>
              <a:gd name="csY4566" fmla="*/ 143116 h 1114902"/>
              <a:gd name="csX4567" fmla="*/ 789331 w 1728164"/>
              <a:gd name="csY4567" fmla="*/ 142655 h 1114902"/>
              <a:gd name="csX4568" fmla="*/ 789500 w 1728164"/>
              <a:gd name="csY4568" fmla="*/ 142194 h 1114902"/>
              <a:gd name="csX4569" fmla="*/ 789678 w 1728164"/>
              <a:gd name="csY4569" fmla="*/ 141734 h 1114902"/>
              <a:gd name="csX4570" fmla="*/ 789847 w 1728164"/>
              <a:gd name="csY4570" fmla="*/ 141275 h 1114902"/>
              <a:gd name="csX4571" fmla="*/ 790025 w 1728164"/>
              <a:gd name="csY4571" fmla="*/ 140816 h 1114902"/>
              <a:gd name="csX4572" fmla="*/ 790194 w 1728164"/>
              <a:gd name="csY4572" fmla="*/ 140359 h 1114902"/>
              <a:gd name="csX4573" fmla="*/ 790372 w 1728164"/>
              <a:gd name="csY4573" fmla="*/ 139900 h 1114902"/>
              <a:gd name="csX4574" fmla="*/ 790541 w 1728164"/>
              <a:gd name="csY4574" fmla="*/ 139444 h 1114902"/>
              <a:gd name="csX4575" fmla="*/ 790710 w 1728164"/>
              <a:gd name="csY4575" fmla="*/ 138988 h 1114902"/>
              <a:gd name="csX4576" fmla="*/ 790888 w 1728164"/>
              <a:gd name="csY4576" fmla="*/ 138532 h 1114902"/>
              <a:gd name="csX4577" fmla="*/ 791057 w 1728164"/>
              <a:gd name="csY4577" fmla="*/ 138077 h 1114902"/>
              <a:gd name="csX4578" fmla="*/ 791235 w 1728164"/>
              <a:gd name="csY4578" fmla="*/ 137622 h 1114902"/>
              <a:gd name="csX4579" fmla="*/ 791404 w 1728164"/>
              <a:gd name="csY4579" fmla="*/ 137168 h 1114902"/>
              <a:gd name="csX4580" fmla="*/ 791582 w 1728164"/>
              <a:gd name="csY4580" fmla="*/ 136715 h 1114902"/>
              <a:gd name="csX4581" fmla="*/ 791751 w 1728164"/>
              <a:gd name="csY4581" fmla="*/ 136262 h 1114902"/>
              <a:gd name="csX4582" fmla="*/ 791920 w 1728164"/>
              <a:gd name="csY4582" fmla="*/ 135810 h 1114902"/>
              <a:gd name="csX4583" fmla="*/ 792098 w 1728164"/>
              <a:gd name="csY4583" fmla="*/ 135358 h 1114902"/>
              <a:gd name="csX4584" fmla="*/ 792267 w 1728164"/>
              <a:gd name="csY4584" fmla="*/ 134907 h 1114902"/>
              <a:gd name="csX4585" fmla="*/ 792445 w 1728164"/>
              <a:gd name="csY4585" fmla="*/ 134457 h 1114902"/>
              <a:gd name="csX4586" fmla="*/ 792614 w 1728164"/>
              <a:gd name="csY4586" fmla="*/ 134007 h 1114902"/>
              <a:gd name="csX4587" fmla="*/ 792792 w 1728164"/>
              <a:gd name="csY4587" fmla="*/ 133557 h 1114902"/>
              <a:gd name="csX4588" fmla="*/ 792961 w 1728164"/>
              <a:gd name="csY4588" fmla="*/ 133109 h 1114902"/>
              <a:gd name="csX4589" fmla="*/ 793130 w 1728164"/>
              <a:gd name="csY4589" fmla="*/ 132661 h 1114902"/>
              <a:gd name="csX4590" fmla="*/ 793308 w 1728164"/>
              <a:gd name="csY4590" fmla="*/ 132214 h 1114902"/>
              <a:gd name="csX4591" fmla="*/ 793477 w 1728164"/>
              <a:gd name="csY4591" fmla="*/ 131766 h 1114902"/>
              <a:gd name="csX4592" fmla="*/ 793655 w 1728164"/>
              <a:gd name="csY4592" fmla="*/ 131321 h 1114902"/>
              <a:gd name="csX4593" fmla="*/ 793824 w 1728164"/>
              <a:gd name="csY4593" fmla="*/ 130875 h 1114902"/>
              <a:gd name="csX4594" fmla="*/ 794002 w 1728164"/>
              <a:gd name="csY4594" fmla="*/ 130430 h 1114902"/>
              <a:gd name="csX4595" fmla="*/ 794171 w 1728164"/>
              <a:gd name="csY4595" fmla="*/ 129985 h 1114902"/>
              <a:gd name="csX4596" fmla="*/ 794340 w 1728164"/>
              <a:gd name="csY4596" fmla="*/ 129542 h 1114902"/>
              <a:gd name="csX4597" fmla="*/ 794518 w 1728164"/>
              <a:gd name="csY4597" fmla="*/ 129098 h 1114902"/>
              <a:gd name="csX4598" fmla="*/ 794687 w 1728164"/>
              <a:gd name="csY4598" fmla="*/ 128656 h 1114902"/>
              <a:gd name="csX4599" fmla="*/ 794865 w 1728164"/>
              <a:gd name="csY4599" fmla="*/ 128214 h 1114902"/>
              <a:gd name="csX4600" fmla="*/ 795034 w 1728164"/>
              <a:gd name="csY4600" fmla="*/ 127773 h 1114902"/>
              <a:gd name="csX4601" fmla="*/ 795212 w 1728164"/>
              <a:gd name="csY4601" fmla="*/ 127332 h 1114902"/>
              <a:gd name="csX4602" fmla="*/ 795381 w 1728164"/>
              <a:gd name="csY4602" fmla="*/ 126892 h 1114902"/>
              <a:gd name="csX4603" fmla="*/ 795550 w 1728164"/>
              <a:gd name="csY4603" fmla="*/ 126453 h 1114902"/>
              <a:gd name="csX4604" fmla="*/ 795728 w 1728164"/>
              <a:gd name="csY4604" fmla="*/ 126014 h 1114902"/>
              <a:gd name="csX4605" fmla="*/ 795897 w 1728164"/>
              <a:gd name="csY4605" fmla="*/ 125575 h 1114902"/>
              <a:gd name="csX4606" fmla="*/ 796075 w 1728164"/>
              <a:gd name="csY4606" fmla="*/ 125138 h 1114902"/>
              <a:gd name="csX4607" fmla="*/ 796244 w 1728164"/>
              <a:gd name="csY4607" fmla="*/ 124701 h 1114902"/>
              <a:gd name="csX4608" fmla="*/ 796422 w 1728164"/>
              <a:gd name="csY4608" fmla="*/ 124264 h 1114902"/>
              <a:gd name="csX4609" fmla="*/ 796591 w 1728164"/>
              <a:gd name="csY4609" fmla="*/ 123828 h 1114902"/>
              <a:gd name="csX4610" fmla="*/ 796760 w 1728164"/>
              <a:gd name="csY4610" fmla="*/ 123393 h 1114902"/>
              <a:gd name="csX4611" fmla="*/ 796938 w 1728164"/>
              <a:gd name="csY4611" fmla="*/ 122959 h 1114902"/>
              <a:gd name="csX4612" fmla="*/ 797107 w 1728164"/>
              <a:gd name="csY4612" fmla="*/ 122525 h 1114902"/>
              <a:gd name="csX4613" fmla="*/ 797285 w 1728164"/>
              <a:gd name="csY4613" fmla="*/ 122092 h 1114902"/>
              <a:gd name="csX4614" fmla="*/ 797454 w 1728164"/>
              <a:gd name="csY4614" fmla="*/ 121659 h 1114902"/>
              <a:gd name="csX4615" fmla="*/ 797632 w 1728164"/>
              <a:gd name="csY4615" fmla="*/ 121227 h 1114902"/>
              <a:gd name="csX4616" fmla="*/ 797801 w 1728164"/>
              <a:gd name="csY4616" fmla="*/ 120795 h 1114902"/>
              <a:gd name="csX4617" fmla="*/ 797970 w 1728164"/>
              <a:gd name="csY4617" fmla="*/ 120365 h 1114902"/>
              <a:gd name="csX4618" fmla="*/ 798148 w 1728164"/>
              <a:gd name="csY4618" fmla="*/ 119934 h 1114902"/>
              <a:gd name="csX4619" fmla="*/ 798317 w 1728164"/>
              <a:gd name="csY4619" fmla="*/ 119504 h 1114902"/>
              <a:gd name="csX4620" fmla="*/ 798495 w 1728164"/>
              <a:gd name="csY4620" fmla="*/ 119076 h 1114902"/>
              <a:gd name="csX4621" fmla="*/ 798664 w 1728164"/>
              <a:gd name="csY4621" fmla="*/ 118648 h 1114902"/>
              <a:gd name="csX4622" fmla="*/ 798842 w 1728164"/>
              <a:gd name="csY4622" fmla="*/ 118220 h 1114902"/>
              <a:gd name="csX4623" fmla="*/ 799011 w 1728164"/>
              <a:gd name="csY4623" fmla="*/ 117793 h 1114902"/>
              <a:gd name="csX4624" fmla="*/ 799180 w 1728164"/>
              <a:gd name="csY4624" fmla="*/ 117367 h 1114902"/>
              <a:gd name="csX4625" fmla="*/ 799358 w 1728164"/>
              <a:gd name="csY4625" fmla="*/ 116941 h 1114902"/>
              <a:gd name="csX4626" fmla="*/ 799527 w 1728164"/>
              <a:gd name="csY4626" fmla="*/ 116516 h 1114902"/>
              <a:gd name="csX4627" fmla="*/ 799705 w 1728164"/>
              <a:gd name="csY4627" fmla="*/ 116092 h 1114902"/>
              <a:gd name="csX4628" fmla="*/ 799874 w 1728164"/>
              <a:gd name="csY4628" fmla="*/ 115667 h 1114902"/>
              <a:gd name="csX4629" fmla="*/ 800052 w 1728164"/>
              <a:gd name="csY4629" fmla="*/ 115244 h 1114902"/>
              <a:gd name="csX4630" fmla="*/ 800221 w 1728164"/>
              <a:gd name="csY4630" fmla="*/ 114822 h 1114902"/>
              <a:gd name="csX4631" fmla="*/ 800390 w 1728164"/>
              <a:gd name="csY4631" fmla="*/ 114400 h 1114902"/>
              <a:gd name="csX4632" fmla="*/ 800568 w 1728164"/>
              <a:gd name="csY4632" fmla="*/ 113979 h 1114902"/>
              <a:gd name="csX4633" fmla="*/ 800737 w 1728164"/>
              <a:gd name="csY4633" fmla="*/ 113558 h 1114902"/>
              <a:gd name="csX4634" fmla="*/ 800914 w 1728164"/>
              <a:gd name="csY4634" fmla="*/ 113138 h 1114902"/>
              <a:gd name="csX4635" fmla="*/ 801084 w 1728164"/>
              <a:gd name="csY4635" fmla="*/ 112719 h 1114902"/>
              <a:gd name="csX4636" fmla="*/ 801261 w 1728164"/>
              <a:gd name="csY4636" fmla="*/ 112300 h 1114902"/>
              <a:gd name="csX4637" fmla="*/ 801431 w 1728164"/>
              <a:gd name="csY4637" fmla="*/ 111882 h 1114902"/>
              <a:gd name="csX4638" fmla="*/ 801600 w 1728164"/>
              <a:gd name="csY4638" fmla="*/ 111465 h 1114902"/>
              <a:gd name="csX4639" fmla="*/ 801778 w 1728164"/>
              <a:gd name="csY4639" fmla="*/ 111048 h 1114902"/>
              <a:gd name="csX4640" fmla="*/ 801946 w 1728164"/>
              <a:gd name="csY4640" fmla="*/ 110632 h 1114902"/>
              <a:gd name="csX4641" fmla="*/ 802124 w 1728164"/>
              <a:gd name="csY4641" fmla="*/ 110217 h 1114902"/>
              <a:gd name="csX4642" fmla="*/ 802293 w 1728164"/>
              <a:gd name="csY4642" fmla="*/ 109802 h 1114902"/>
              <a:gd name="csX4643" fmla="*/ 802471 w 1728164"/>
              <a:gd name="csY4643" fmla="*/ 109387 h 1114902"/>
              <a:gd name="csX4644" fmla="*/ 802640 w 1728164"/>
              <a:gd name="csY4644" fmla="*/ 108974 h 1114902"/>
              <a:gd name="csX4645" fmla="*/ 802809 w 1728164"/>
              <a:gd name="csY4645" fmla="*/ 108561 h 1114902"/>
              <a:gd name="csX4646" fmla="*/ 802987 w 1728164"/>
              <a:gd name="csY4646" fmla="*/ 108149 h 1114902"/>
              <a:gd name="csX4647" fmla="*/ 803156 w 1728164"/>
              <a:gd name="csY4647" fmla="*/ 107738 h 1114902"/>
              <a:gd name="csX4648" fmla="*/ 803334 w 1728164"/>
              <a:gd name="csY4648" fmla="*/ 107327 h 1114902"/>
              <a:gd name="csX4649" fmla="*/ 803503 w 1728164"/>
              <a:gd name="csY4649" fmla="*/ 106917 h 1114902"/>
              <a:gd name="csX4650" fmla="*/ 803681 w 1728164"/>
              <a:gd name="csY4650" fmla="*/ 106507 h 1114902"/>
              <a:gd name="csX4651" fmla="*/ 803850 w 1728164"/>
              <a:gd name="csY4651" fmla="*/ 106098 h 1114902"/>
              <a:gd name="csX4652" fmla="*/ 804019 w 1728164"/>
              <a:gd name="csY4652" fmla="*/ 105690 h 1114902"/>
              <a:gd name="csX4653" fmla="*/ 804197 w 1728164"/>
              <a:gd name="csY4653" fmla="*/ 105283 h 1114902"/>
              <a:gd name="csX4654" fmla="*/ 804366 w 1728164"/>
              <a:gd name="csY4654" fmla="*/ 104876 h 1114902"/>
              <a:gd name="csX4655" fmla="*/ 804544 w 1728164"/>
              <a:gd name="csY4655" fmla="*/ 104469 h 1114902"/>
              <a:gd name="csX4656" fmla="*/ 804713 w 1728164"/>
              <a:gd name="csY4656" fmla="*/ 104064 h 1114902"/>
              <a:gd name="csX4657" fmla="*/ 804882 w 1728164"/>
              <a:gd name="csY4657" fmla="*/ 103659 h 1114902"/>
              <a:gd name="csX4658" fmla="*/ 805060 w 1728164"/>
              <a:gd name="csY4658" fmla="*/ 103255 h 1114902"/>
              <a:gd name="csX4659" fmla="*/ 805229 w 1728164"/>
              <a:gd name="csY4659" fmla="*/ 102851 h 1114902"/>
              <a:gd name="csX4660" fmla="*/ 805407 w 1728164"/>
              <a:gd name="csY4660" fmla="*/ 102448 h 1114902"/>
              <a:gd name="csX4661" fmla="*/ 805576 w 1728164"/>
              <a:gd name="csY4661" fmla="*/ 102046 h 1114902"/>
              <a:gd name="csX4662" fmla="*/ 805754 w 1728164"/>
              <a:gd name="csY4662" fmla="*/ 101645 h 1114902"/>
              <a:gd name="csX4663" fmla="*/ 805923 w 1728164"/>
              <a:gd name="csY4663" fmla="*/ 101244 h 1114902"/>
              <a:gd name="csX4664" fmla="*/ 806092 w 1728164"/>
              <a:gd name="csY4664" fmla="*/ 100843 h 1114902"/>
              <a:gd name="csX4665" fmla="*/ 806270 w 1728164"/>
              <a:gd name="csY4665" fmla="*/ 100444 h 1114902"/>
              <a:gd name="csX4666" fmla="*/ 806439 w 1728164"/>
              <a:gd name="csY4666" fmla="*/ 100045 h 1114902"/>
              <a:gd name="csX4667" fmla="*/ 806617 w 1728164"/>
              <a:gd name="csY4667" fmla="*/ 99647 h 1114902"/>
              <a:gd name="csX4668" fmla="*/ 806786 w 1728164"/>
              <a:gd name="csY4668" fmla="*/ 99250 h 1114902"/>
              <a:gd name="csX4669" fmla="*/ 806964 w 1728164"/>
              <a:gd name="csY4669" fmla="*/ 98853 h 1114902"/>
              <a:gd name="csX4670" fmla="*/ 807133 w 1728164"/>
              <a:gd name="csY4670" fmla="*/ 98456 h 1114902"/>
              <a:gd name="csX4671" fmla="*/ 807302 w 1728164"/>
              <a:gd name="csY4671" fmla="*/ 98061 h 1114902"/>
              <a:gd name="csX4672" fmla="*/ 807480 w 1728164"/>
              <a:gd name="csY4672" fmla="*/ 97666 h 1114902"/>
              <a:gd name="csX4673" fmla="*/ 807649 w 1728164"/>
              <a:gd name="csY4673" fmla="*/ 97272 h 1114902"/>
              <a:gd name="csX4674" fmla="*/ 807827 w 1728164"/>
              <a:gd name="csY4674" fmla="*/ 96879 h 1114902"/>
              <a:gd name="csX4675" fmla="*/ 807996 w 1728164"/>
              <a:gd name="csY4675" fmla="*/ 96486 h 1114902"/>
              <a:gd name="csX4676" fmla="*/ 808174 w 1728164"/>
              <a:gd name="csY4676" fmla="*/ 96094 h 1114902"/>
              <a:gd name="csX4677" fmla="*/ 808343 w 1728164"/>
              <a:gd name="csY4677" fmla="*/ 95703 h 1114902"/>
              <a:gd name="csX4678" fmla="*/ 808512 w 1728164"/>
              <a:gd name="csY4678" fmla="*/ 95312 h 1114902"/>
              <a:gd name="csX4679" fmla="*/ 808690 w 1728164"/>
              <a:gd name="csY4679" fmla="*/ 94922 h 1114902"/>
              <a:gd name="csX4680" fmla="*/ 808859 w 1728164"/>
              <a:gd name="csY4680" fmla="*/ 94533 h 1114902"/>
              <a:gd name="csX4681" fmla="*/ 809037 w 1728164"/>
              <a:gd name="csY4681" fmla="*/ 94144 h 1114902"/>
              <a:gd name="csX4682" fmla="*/ 809206 w 1728164"/>
              <a:gd name="csY4682" fmla="*/ 93756 h 1114902"/>
              <a:gd name="csX4683" fmla="*/ 809384 w 1728164"/>
              <a:gd name="csY4683" fmla="*/ 93369 h 1114902"/>
              <a:gd name="csX4684" fmla="*/ 809553 w 1728164"/>
              <a:gd name="csY4684" fmla="*/ 92982 h 1114902"/>
              <a:gd name="csX4685" fmla="*/ 809722 w 1728164"/>
              <a:gd name="csY4685" fmla="*/ 92597 h 1114902"/>
              <a:gd name="csX4686" fmla="*/ 809900 w 1728164"/>
              <a:gd name="csY4686" fmla="*/ 92212 h 1114902"/>
              <a:gd name="csX4687" fmla="*/ 810069 w 1728164"/>
              <a:gd name="csY4687" fmla="*/ 91827 h 1114902"/>
              <a:gd name="csX4688" fmla="*/ 810247 w 1728164"/>
              <a:gd name="csY4688" fmla="*/ 91443 h 1114902"/>
              <a:gd name="csX4689" fmla="*/ 810416 w 1728164"/>
              <a:gd name="csY4689" fmla="*/ 91060 h 1114902"/>
              <a:gd name="csX4690" fmla="*/ 810594 w 1728164"/>
              <a:gd name="csY4690" fmla="*/ 90678 h 1114902"/>
              <a:gd name="csX4691" fmla="*/ 810763 w 1728164"/>
              <a:gd name="csY4691" fmla="*/ 90296 h 1114902"/>
              <a:gd name="csX4692" fmla="*/ 810932 w 1728164"/>
              <a:gd name="csY4692" fmla="*/ 89915 h 1114902"/>
              <a:gd name="csX4693" fmla="*/ 811110 w 1728164"/>
              <a:gd name="csY4693" fmla="*/ 89535 h 1114902"/>
              <a:gd name="csX4694" fmla="*/ 811279 w 1728164"/>
              <a:gd name="csY4694" fmla="*/ 89155 h 1114902"/>
              <a:gd name="csX4695" fmla="*/ 811457 w 1728164"/>
              <a:gd name="csY4695" fmla="*/ 88776 h 1114902"/>
              <a:gd name="csX4696" fmla="*/ 811626 w 1728164"/>
              <a:gd name="csY4696" fmla="*/ 88398 h 1114902"/>
              <a:gd name="csX4697" fmla="*/ 811804 w 1728164"/>
              <a:gd name="csY4697" fmla="*/ 88021 h 1114902"/>
              <a:gd name="csX4698" fmla="*/ 811973 w 1728164"/>
              <a:gd name="csY4698" fmla="*/ 87644 h 1114902"/>
              <a:gd name="csX4699" fmla="*/ 812142 w 1728164"/>
              <a:gd name="csY4699" fmla="*/ 87268 h 1114902"/>
              <a:gd name="csX4700" fmla="*/ 812320 w 1728164"/>
              <a:gd name="csY4700" fmla="*/ 86893 h 1114902"/>
              <a:gd name="csX4701" fmla="*/ 812489 w 1728164"/>
              <a:gd name="csY4701" fmla="*/ 86518 h 1114902"/>
              <a:gd name="csX4702" fmla="*/ 812667 w 1728164"/>
              <a:gd name="csY4702" fmla="*/ 86144 h 1114902"/>
              <a:gd name="csX4703" fmla="*/ 812836 w 1728164"/>
              <a:gd name="csY4703" fmla="*/ 85771 h 1114902"/>
              <a:gd name="csX4704" fmla="*/ 813014 w 1728164"/>
              <a:gd name="csY4704" fmla="*/ 85398 h 1114902"/>
              <a:gd name="csX4705" fmla="*/ 813183 w 1728164"/>
              <a:gd name="csY4705" fmla="*/ 85026 h 1114902"/>
              <a:gd name="csX4706" fmla="*/ 813352 w 1728164"/>
              <a:gd name="csY4706" fmla="*/ 84655 h 1114902"/>
              <a:gd name="csX4707" fmla="*/ 813530 w 1728164"/>
              <a:gd name="csY4707" fmla="*/ 84285 h 1114902"/>
              <a:gd name="csX4708" fmla="*/ 813699 w 1728164"/>
              <a:gd name="csY4708" fmla="*/ 83915 h 1114902"/>
              <a:gd name="csX4709" fmla="*/ 813877 w 1728164"/>
              <a:gd name="csY4709" fmla="*/ 83547 h 1114902"/>
              <a:gd name="csX4710" fmla="*/ 814046 w 1728164"/>
              <a:gd name="csY4710" fmla="*/ 83178 h 1114902"/>
              <a:gd name="csX4711" fmla="*/ 814224 w 1728164"/>
              <a:gd name="csY4711" fmla="*/ 82810 h 1114902"/>
              <a:gd name="csX4712" fmla="*/ 814393 w 1728164"/>
              <a:gd name="csY4712" fmla="*/ 82444 h 1114902"/>
              <a:gd name="csX4713" fmla="*/ 814562 w 1728164"/>
              <a:gd name="csY4713" fmla="*/ 82078 h 1114902"/>
              <a:gd name="csX4714" fmla="*/ 814740 w 1728164"/>
              <a:gd name="csY4714" fmla="*/ 81712 h 1114902"/>
              <a:gd name="csX4715" fmla="*/ 814909 w 1728164"/>
              <a:gd name="csY4715" fmla="*/ 81348 h 1114902"/>
              <a:gd name="csX4716" fmla="*/ 815087 w 1728164"/>
              <a:gd name="csY4716" fmla="*/ 80984 h 1114902"/>
              <a:gd name="csX4717" fmla="*/ 815256 w 1728164"/>
              <a:gd name="csY4717" fmla="*/ 80621 h 1114902"/>
              <a:gd name="csX4718" fmla="*/ 815434 w 1728164"/>
              <a:gd name="csY4718" fmla="*/ 80258 h 1114902"/>
              <a:gd name="csX4719" fmla="*/ 815603 w 1728164"/>
              <a:gd name="csY4719" fmla="*/ 79896 h 1114902"/>
              <a:gd name="csX4720" fmla="*/ 815772 w 1728164"/>
              <a:gd name="csY4720" fmla="*/ 79535 h 1114902"/>
              <a:gd name="csX4721" fmla="*/ 815950 w 1728164"/>
              <a:gd name="csY4721" fmla="*/ 79175 h 1114902"/>
              <a:gd name="csX4722" fmla="*/ 816119 w 1728164"/>
              <a:gd name="csY4722" fmla="*/ 78815 h 1114902"/>
              <a:gd name="csX4723" fmla="*/ 816296 w 1728164"/>
              <a:gd name="csY4723" fmla="*/ 78456 h 1114902"/>
              <a:gd name="csX4724" fmla="*/ 816465 w 1728164"/>
              <a:gd name="csY4724" fmla="*/ 78098 h 1114902"/>
              <a:gd name="csX4725" fmla="*/ 816643 w 1728164"/>
              <a:gd name="csY4725" fmla="*/ 77740 h 1114902"/>
              <a:gd name="csX4726" fmla="*/ 816812 w 1728164"/>
              <a:gd name="csY4726" fmla="*/ 77384 h 1114902"/>
              <a:gd name="csX4727" fmla="*/ 816982 w 1728164"/>
              <a:gd name="csY4727" fmla="*/ 77027 h 1114902"/>
              <a:gd name="csX4728" fmla="*/ 817159 w 1728164"/>
              <a:gd name="csY4728" fmla="*/ 76672 h 1114902"/>
              <a:gd name="csX4729" fmla="*/ 817328 w 1728164"/>
              <a:gd name="csY4729" fmla="*/ 76318 h 1114902"/>
              <a:gd name="csX4730" fmla="*/ 817506 w 1728164"/>
              <a:gd name="csY4730" fmla="*/ 75964 h 1114902"/>
              <a:gd name="csX4731" fmla="*/ 817675 w 1728164"/>
              <a:gd name="csY4731" fmla="*/ 75611 h 1114902"/>
              <a:gd name="csX4732" fmla="*/ 817853 w 1728164"/>
              <a:gd name="csY4732" fmla="*/ 75259 h 1114902"/>
              <a:gd name="csX4733" fmla="*/ 818022 w 1728164"/>
              <a:gd name="csY4733" fmla="*/ 74907 h 1114902"/>
              <a:gd name="csX4734" fmla="*/ 818191 w 1728164"/>
              <a:gd name="csY4734" fmla="*/ 74556 h 1114902"/>
              <a:gd name="csX4735" fmla="*/ 818369 w 1728164"/>
              <a:gd name="csY4735" fmla="*/ 74206 h 1114902"/>
              <a:gd name="csX4736" fmla="*/ 818538 w 1728164"/>
              <a:gd name="csY4736" fmla="*/ 73857 h 1114902"/>
              <a:gd name="csX4737" fmla="*/ 818716 w 1728164"/>
              <a:gd name="csY4737" fmla="*/ 73508 h 1114902"/>
              <a:gd name="csX4738" fmla="*/ 818885 w 1728164"/>
              <a:gd name="csY4738" fmla="*/ 73160 h 1114902"/>
              <a:gd name="csX4739" fmla="*/ 819063 w 1728164"/>
              <a:gd name="csY4739" fmla="*/ 72813 h 1114902"/>
              <a:gd name="csX4740" fmla="*/ 819232 w 1728164"/>
              <a:gd name="csY4740" fmla="*/ 72466 h 1114902"/>
              <a:gd name="csX4741" fmla="*/ 819401 w 1728164"/>
              <a:gd name="csY4741" fmla="*/ 72121 h 1114902"/>
              <a:gd name="csX4742" fmla="*/ 819579 w 1728164"/>
              <a:gd name="csY4742" fmla="*/ 71776 h 1114902"/>
              <a:gd name="csX4743" fmla="*/ 819748 w 1728164"/>
              <a:gd name="csY4743" fmla="*/ 71432 h 1114902"/>
              <a:gd name="csX4744" fmla="*/ 819926 w 1728164"/>
              <a:gd name="csY4744" fmla="*/ 71088 h 1114902"/>
              <a:gd name="csX4745" fmla="*/ 820095 w 1728164"/>
              <a:gd name="csY4745" fmla="*/ 70746 h 1114902"/>
              <a:gd name="csX4746" fmla="*/ 820273 w 1728164"/>
              <a:gd name="csY4746" fmla="*/ 70403 h 1114902"/>
              <a:gd name="csX4747" fmla="*/ 820442 w 1728164"/>
              <a:gd name="csY4747" fmla="*/ 70062 h 1114902"/>
              <a:gd name="csX4748" fmla="*/ 820611 w 1728164"/>
              <a:gd name="csY4748" fmla="*/ 69722 h 1114902"/>
              <a:gd name="csX4749" fmla="*/ 820789 w 1728164"/>
              <a:gd name="csY4749" fmla="*/ 69382 h 1114902"/>
              <a:gd name="csX4750" fmla="*/ 820958 w 1728164"/>
              <a:gd name="csY4750" fmla="*/ 69043 h 1114902"/>
              <a:gd name="csX4751" fmla="*/ 821136 w 1728164"/>
              <a:gd name="csY4751" fmla="*/ 68705 h 1114902"/>
              <a:gd name="csX4752" fmla="*/ 821305 w 1728164"/>
              <a:gd name="csY4752" fmla="*/ 68367 h 1114902"/>
              <a:gd name="csX4753" fmla="*/ 821483 w 1728164"/>
              <a:gd name="csY4753" fmla="*/ 68030 h 1114902"/>
              <a:gd name="csX4754" fmla="*/ 821652 w 1728164"/>
              <a:gd name="csY4754" fmla="*/ 67694 h 1114902"/>
              <a:gd name="csX4755" fmla="*/ 821821 w 1728164"/>
              <a:gd name="csY4755" fmla="*/ 67359 h 1114902"/>
              <a:gd name="csX4756" fmla="*/ 821999 w 1728164"/>
              <a:gd name="csY4756" fmla="*/ 67024 h 1114902"/>
              <a:gd name="csX4757" fmla="*/ 822168 w 1728164"/>
              <a:gd name="csY4757" fmla="*/ 66691 h 1114902"/>
              <a:gd name="csX4758" fmla="*/ 822346 w 1728164"/>
              <a:gd name="csY4758" fmla="*/ 66358 h 1114902"/>
              <a:gd name="csX4759" fmla="*/ 822515 w 1728164"/>
              <a:gd name="csY4759" fmla="*/ 66025 h 1114902"/>
              <a:gd name="csX4760" fmla="*/ 822693 w 1728164"/>
              <a:gd name="csY4760" fmla="*/ 65694 h 1114902"/>
              <a:gd name="csX4761" fmla="*/ 822862 w 1728164"/>
              <a:gd name="csY4761" fmla="*/ 65363 h 1114902"/>
              <a:gd name="csX4762" fmla="*/ 823031 w 1728164"/>
              <a:gd name="csY4762" fmla="*/ 65033 h 1114902"/>
              <a:gd name="csX4763" fmla="*/ 823209 w 1728164"/>
              <a:gd name="csY4763" fmla="*/ 64704 h 1114902"/>
              <a:gd name="csX4764" fmla="*/ 823378 w 1728164"/>
              <a:gd name="csY4764" fmla="*/ 64376 h 1114902"/>
              <a:gd name="csX4765" fmla="*/ 823556 w 1728164"/>
              <a:gd name="csY4765" fmla="*/ 64047 h 1114902"/>
              <a:gd name="csX4766" fmla="*/ 823725 w 1728164"/>
              <a:gd name="csY4766" fmla="*/ 63721 h 1114902"/>
              <a:gd name="csX4767" fmla="*/ 823894 w 1728164"/>
              <a:gd name="csY4767" fmla="*/ 63395 h 1114902"/>
              <a:gd name="csX4768" fmla="*/ 824072 w 1728164"/>
              <a:gd name="csY4768" fmla="*/ 63070 h 1114902"/>
              <a:gd name="csX4769" fmla="*/ 824241 w 1728164"/>
              <a:gd name="csY4769" fmla="*/ 62745 h 1114902"/>
              <a:gd name="csX4770" fmla="*/ 824419 w 1728164"/>
              <a:gd name="csY4770" fmla="*/ 62421 h 1114902"/>
              <a:gd name="csX4771" fmla="*/ 824588 w 1728164"/>
              <a:gd name="csY4771" fmla="*/ 62097 h 1114902"/>
              <a:gd name="csX4772" fmla="*/ 824766 w 1728164"/>
              <a:gd name="csY4772" fmla="*/ 61775 h 1114902"/>
              <a:gd name="csX4773" fmla="*/ 824935 w 1728164"/>
              <a:gd name="csY4773" fmla="*/ 61453 h 1114902"/>
              <a:gd name="csX4774" fmla="*/ 825104 w 1728164"/>
              <a:gd name="csY4774" fmla="*/ 61133 h 1114902"/>
              <a:gd name="csX4775" fmla="*/ 825282 w 1728164"/>
              <a:gd name="csY4775" fmla="*/ 60813 h 1114902"/>
              <a:gd name="csX4776" fmla="*/ 825451 w 1728164"/>
              <a:gd name="csY4776" fmla="*/ 60493 h 1114902"/>
              <a:gd name="csX4777" fmla="*/ 825629 w 1728164"/>
              <a:gd name="csY4777" fmla="*/ 60175 h 1114902"/>
              <a:gd name="csX4778" fmla="*/ 825798 w 1728164"/>
              <a:gd name="csY4778" fmla="*/ 59857 h 1114902"/>
              <a:gd name="csX4779" fmla="*/ 825976 w 1728164"/>
              <a:gd name="csY4779" fmla="*/ 59541 h 1114902"/>
              <a:gd name="csX4780" fmla="*/ 826145 w 1728164"/>
              <a:gd name="csY4780" fmla="*/ 59224 h 1114902"/>
              <a:gd name="csX4781" fmla="*/ 826314 w 1728164"/>
              <a:gd name="csY4781" fmla="*/ 58908 h 1114902"/>
              <a:gd name="csX4782" fmla="*/ 826492 w 1728164"/>
              <a:gd name="csY4782" fmla="*/ 58594 h 1114902"/>
              <a:gd name="csX4783" fmla="*/ 826661 w 1728164"/>
              <a:gd name="csY4783" fmla="*/ 58280 h 1114902"/>
              <a:gd name="csX4784" fmla="*/ 826839 w 1728164"/>
              <a:gd name="csY4784" fmla="*/ 57967 h 1114902"/>
              <a:gd name="csX4785" fmla="*/ 827008 w 1728164"/>
              <a:gd name="csY4785" fmla="*/ 57655 h 1114902"/>
              <a:gd name="csX4786" fmla="*/ 827186 w 1728164"/>
              <a:gd name="csY4786" fmla="*/ 57343 h 1114902"/>
              <a:gd name="csX4787" fmla="*/ 827355 w 1728164"/>
              <a:gd name="csY4787" fmla="*/ 57032 h 1114902"/>
              <a:gd name="csX4788" fmla="*/ 827524 w 1728164"/>
              <a:gd name="csY4788" fmla="*/ 56722 h 1114902"/>
              <a:gd name="csX4789" fmla="*/ 827702 w 1728164"/>
              <a:gd name="csY4789" fmla="*/ 56413 h 1114902"/>
              <a:gd name="csX4790" fmla="*/ 827871 w 1728164"/>
              <a:gd name="csY4790" fmla="*/ 56104 h 1114902"/>
              <a:gd name="csX4791" fmla="*/ 828049 w 1728164"/>
              <a:gd name="csY4791" fmla="*/ 55796 h 1114902"/>
              <a:gd name="csX4792" fmla="*/ 828218 w 1728164"/>
              <a:gd name="csY4792" fmla="*/ 55489 h 1114902"/>
              <a:gd name="csX4793" fmla="*/ 828396 w 1728164"/>
              <a:gd name="csY4793" fmla="*/ 55183 h 1114902"/>
              <a:gd name="csX4794" fmla="*/ 828565 w 1728164"/>
              <a:gd name="csY4794" fmla="*/ 54878 h 1114902"/>
              <a:gd name="csX4795" fmla="*/ 828734 w 1728164"/>
              <a:gd name="csY4795" fmla="*/ 54574 h 1114902"/>
              <a:gd name="csX4796" fmla="*/ 828912 w 1728164"/>
              <a:gd name="csY4796" fmla="*/ 54269 h 1114902"/>
              <a:gd name="csX4797" fmla="*/ 829081 w 1728164"/>
              <a:gd name="csY4797" fmla="*/ 53967 h 1114902"/>
              <a:gd name="csX4798" fmla="*/ 829259 w 1728164"/>
              <a:gd name="csY4798" fmla="*/ 53664 h 1114902"/>
              <a:gd name="csX4799" fmla="*/ 829428 w 1728164"/>
              <a:gd name="csY4799" fmla="*/ 53363 h 1114902"/>
              <a:gd name="csX4800" fmla="*/ 829606 w 1728164"/>
              <a:gd name="csY4800" fmla="*/ 53062 h 1114902"/>
              <a:gd name="csX4801" fmla="*/ 829775 w 1728164"/>
              <a:gd name="csY4801" fmla="*/ 52762 h 1114902"/>
              <a:gd name="csX4802" fmla="*/ 829944 w 1728164"/>
              <a:gd name="csY4802" fmla="*/ 52463 h 1114902"/>
              <a:gd name="csX4803" fmla="*/ 830122 w 1728164"/>
              <a:gd name="csY4803" fmla="*/ 52165 h 1114902"/>
              <a:gd name="csX4804" fmla="*/ 830291 w 1728164"/>
              <a:gd name="csY4804" fmla="*/ 51867 h 1114902"/>
              <a:gd name="csX4805" fmla="*/ 830469 w 1728164"/>
              <a:gd name="csY4805" fmla="*/ 51570 h 1114902"/>
              <a:gd name="csX4806" fmla="*/ 830638 w 1728164"/>
              <a:gd name="csY4806" fmla="*/ 51275 h 1114902"/>
              <a:gd name="csX4807" fmla="*/ 830815 w 1728164"/>
              <a:gd name="csY4807" fmla="*/ 50980 h 1114902"/>
              <a:gd name="csX4808" fmla="*/ 830985 w 1728164"/>
              <a:gd name="csY4808" fmla="*/ 50685 h 1114902"/>
              <a:gd name="csX4809" fmla="*/ 831154 w 1728164"/>
              <a:gd name="csY4809" fmla="*/ 50391 h 1114902"/>
              <a:gd name="csX4810" fmla="*/ 831332 w 1728164"/>
              <a:gd name="csY4810" fmla="*/ 50099 h 1114902"/>
              <a:gd name="csX4811" fmla="*/ 831500 w 1728164"/>
              <a:gd name="csY4811" fmla="*/ 49807 h 1114902"/>
              <a:gd name="csX4812" fmla="*/ 831678 w 1728164"/>
              <a:gd name="csY4812" fmla="*/ 49516 h 1114902"/>
              <a:gd name="csX4813" fmla="*/ 831847 w 1728164"/>
              <a:gd name="csY4813" fmla="*/ 49225 h 1114902"/>
              <a:gd name="csX4814" fmla="*/ 832025 w 1728164"/>
              <a:gd name="csY4814" fmla="*/ 48936 h 1114902"/>
              <a:gd name="csX4815" fmla="*/ 832194 w 1728164"/>
              <a:gd name="csY4815" fmla="*/ 48647 h 1114902"/>
              <a:gd name="csX4816" fmla="*/ 832364 w 1728164"/>
              <a:gd name="csY4816" fmla="*/ 48359 h 1114902"/>
              <a:gd name="csX4817" fmla="*/ 832541 w 1728164"/>
              <a:gd name="csY4817" fmla="*/ 48071 h 1114902"/>
              <a:gd name="csX4818" fmla="*/ 832710 w 1728164"/>
              <a:gd name="csY4818" fmla="*/ 47785 h 1114902"/>
              <a:gd name="csX4819" fmla="*/ 832888 w 1728164"/>
              <a:gd name="csY4819" fmla="*/ 47499 h 1114902"/>
              <a:gd name="csX4820" fmla="*/ 833057 w 1728164"/>
              <a:gd name="csY4820" fmla="*/ 47215 h 1114902"/>
              <a:gd name="csX4821" fmla="*/ 833235 w 1728164"/>
              <a:gd name="csY4821" fmla="*/ 46931 h 1114902"/>
              <a:gd name="csX4822" fmla="*/ 833404 w 1728164"/>
              <a:gd name="csY4822" fmla="*/ 46648 h 1114902"/>
              <a:gd name="csX4823" fmla="*/ 833573 w 1728164"/>
              <a:gd name="csY4823" fmla="*/ 46365 h 1114902"/>
              <a:gd name="csX4824" fmla="*/ 833751 w 1728164"/>
              <a:gd name="csY4824" fmla="*/ 46084 h 1114902"/>
              <a:gd name="csX4825" fmla="*/ 833920 w 1728164"/>
              <a:gd name="csY4825" fmla="*/ 45803 h 1114902"/>
              <a:gd name="csX4826" fmla="*/ 834098 w 1728164"/>
              <a:gd name="csY4826" fmla="*/ 45522 h 1114902"/>
              <a:gd name="csX4827" fmla="*/ 834267 w 1728164"/>
              <a:gd name="csY4827" fmla="*/ 45243 h 1114902"/>
              <a:gd name="csX4828" fmla="*/ 834445 w 1728164"/>
              <a:gd name="csY4828" fmla="*/ 44965 h 1114902"/>
              <a:gd name="csX4829" fmla="*/ 834614 w 1728164"/>
              <a:gd name="csY4829" fmla="*/ 44687 h 1114902"/>
              <a:gd name="csX4830" fmla="*/ 834783 w 1728164"/>
              <a:gd name="csY4830" fmla="*/ 44410 h 1114902"/>
              <a:gd name="csX4831" fmla="*/ 834961 w 1728164"/>
              <a:gd name="csY4831" fmla="*/ 44135 h 1114902"/>
              <a:gd name="csX4832" fmla="*/ 835130 w 1728164"/>
              <a:gd name="csY4832" fmla="*/ 43860 h 1114902"/>
              <a:gd name="csX4833" fmla="*/ 835308 w 1728164"/>
              <a:gd name="csY4833" fmla="*/ 43585 h 1114902"/>
              <a:gd name="csX4834" fmla="*/ 835477 w 1728164"/>
              <a:gd name="csY4834" fmla="*/ 43312 h 1114902"/>
              <a:gd name="csX4835" fmla="*/ 835655 w 1728164"/>
              <a:gd name="csY4835" fmla="*/ 43039 h 1114902"/>
              <a:gd name="csX4836" fmla="*/ 835824 w 1728164"/>
              <a:gd name="csY4836" fmla="*/ 42767 h 1114902"/>
              <a:gd name="csX4837" fmla="*/ 835993 w 1728164"/>
              <a:gd name="csY4837" fmla="*/ 42496 h 1114902"/>
              <a:gd name="csX4838" fmla="*/ 836171 w 1728164"/>
              <a:gd name="csY4838" fmla="*/ 42225 h 1114902"/>
              <a:gd name="csX4839" fmla="*/ 836340 w 1728164"/>
              <a:gd name="csY4839" fmla="*/ 41956 h 1114902"/>
              <a:gd name="csX4840" fmla="*/ 836518 w 1728164"/>
              <a:gd name="csY4840" fmla="*/ 41687 h 1114902"/>
              <a:gd name="csX4841" fmla="*/ 836687 w 1728164"/>
              <a:gd name="csY4841" fmla="*/ 41419 h 1114902"/>
              <a:gd name="csX4842" fmla="*/ 836865 w 1728164"/>
              <a:gd name="csY4842" fmla="*/ 41152 h 1114902"/>
              <a:gd name="csX4843" fmla="*/ 837034 w 1728164"/>
              <a:gd name="csY4843" fmla="*/ 40886 h 1114902"/>
              <a:gd name="csX4844" fmla="*/ 837203 w 1728164"/>
              <a:gd name="csY4844" fmla="*/ 40620 h 1114902"/>
              <a:gd name="csX4845" fmla="*/ 837381 w 1728164"/>
              <a:gd name="csY4845" fmla="*/ 40356 h 1114902"/>
              <a:gd name="csX4846" fmla="*/ 837550 w 1728164"/>
              <a:gd name="csY4846" fmla="*/ 40092 h 1114902"/>
              <a:gd name="csX4847" fmla="*/ 837728 w 1728164"/>
              <a:gd name="csY4847" fmla="*/ 39829 h 1114902"/>
              <a:gd name="csX4848" fmla="*/ 837897 w 1728164"/>
              <a:gd name="csY4848" fmla="*/ 39567 h 1114902"/>
              <a:gd name="csX4849" fmla="*/ 838075 w 1728164"/>
              <a:gd name="csY4849" fmla="*/ 39306 h 1114902"/>
              <a:gd name="csX4850" fmla="*/ 838244 w 1728164"/>
              <a:gd name="csY4850" fmla="*/ 39045 h 1114902"/>
              <a:gd name="csX4851" fmla="*/ 838413 w 1728164"/>
              <a:gd name="csY4851" fmla="*/ 38785 h 1114902"/>
              <a:gd name="csX4852" fmla="*/ 838591 w 1728164"/>
              <a:gd name="csY4852" fmla="*/ 38526 h 1114902"/>
              <a:gd name="csX4853" fmla="*/ 838760 w 1728164"/>
              <a:gd name="csY4853" fmla="*/ 38268 h 1114902"/>
              <a:gd name="csX4854" fmla="*/ 838938 w 1728164"/>
              <a:gd name="csY4854" fmla="*/ 38011 h 1114902"/>
              <a:gd name="csX4855" fmla="*/ 839107 w 1728164"/>
              <a:gd name="csY4855" fmla="*/ 37755 h 1114902"/>
              <a:gd name="csX4856" fmla="*/ 839285 w 1728164"/>
              <a:gd name="csY4856" fmla="*/ 37499 h 1114902"/>
              <a:gd name="csX4857" fmla="*/ 839454 w 1728164"/>
              <a:gd name="csY4857" fmla="*/ 37244 h 1114902"/>
              <a:gd name="csX4858" fmla="*/ 839623 w 1728164"/>
              <a:gd name="csY4858" fmla="*/ 36990 h 1114902"/>
              <a:gd name="csX4859" fmla="*/ 839801 w 1728164"/>
              <a:gd name="csY4859" fmla="*/ 36737 h 1114902"/>
              <a:gd name="csX4860" fmla="*/ 839970 w 1728164"/>
              <a:gd name="csY4860" fmla="*/ 36485 h 1114902"/>
              <a:gd name="csX4861" fmla="*/ 840148 w 1728164"/>
              <a:gd name="csY4861" fmla="*/ 36234 h 1114902"/>
              <a:gd name="csX4862" fmla="*/ 840317 w 1728164"/>
              <a:gd name="csY4862" fmla="*/ 35983 h 1114902"/>
              <a:gd name="csX4863" fmla="*/ 840495 w 1728164"/>
              <a:gd name="csY4863" fmla="*/ 35733 h 1114902"/>
              <a:gd name="csX4864" fmla="*/ 840664 w 1728164"/>
              <a:gd name="csY4864" fmla="*/ 35484 h 1114902"/>
              <a:gd name="csX4865" fmla="*/ 840833 w 1728164"/>
              <a:gd name="csY4865" fmla="*/ 35235 h 1114902"/>
              <a:gd name="csX4866" fmla="*/ 841011 w 1728164"/>
              <a:gd name="csY4866" fmla="*/ 34988 h 1114902"/>
              <a:gd name="csX4867" fmla="*/ 841180 w 1728164"/>
              <a:gd name="csY4867" fmla="*/ 34742 h 1114902"/>
              <a:gd name="csX4868" fmla="*/ 841358 w 1728164"/>
              <a:gd name="csY4868" fmla="*/ 34496 h 1114902"/>
              <a:gd name="csX4869" fmla="*/ 841527 w 1728164"/>
              <a:gd name="csY4869" fmla="*/ 34251 h 1114902"/>
              <a:gd name="csX4870" fmla="*/ 841705 w 1728164"/>
              <a:gd name="csY4870" fmla="*/ 34007 h 1114902"/>
              <a:gd name="csX4871" fmla="*/ 841874 w 1728164"/>
              <a:gd name="csY4871" fmla="*/ 33764 h 1114902"/>
              <a:gd name="csX4872" fmla="*/ 842043 w 1728164"/>
              <a:gd name="csY4872" fmla="*/ 33521 h 1114902"/>
              <a:gd name="csX4873" fmla="*/ 842221 w 1728164"/>
              <a:gd name="csY4873" fmla="*/ 33280 h 1114902"/>
              <a:gd name="csX4874" fmla="*/ 842390 w 1728164"/>
              <a:gd name="csY4874" fmla="*/ 33039 h 1114902"/>
              <a:gd name="csX4875" fmla="*/ 842568 w 1728164"/>
              <a:gd name="csY4875" fmla="*/ 32800 h 1114902"/>
              <a:gd name="csX4876" fmla="*/ 842737 w 1728164"/>
              <a:gd name="csY4876" fmla="*/ 32560 h 1114902"/>
              <a:gd name="csX4877" fmla="*/ 842906 w 1728164"/>
              <a:gd name="csY4877" fmla="*/ 32322 h 1114902"/>
              <a:gd name="csX4878" fmla="*/ 843084 w 1728164"/>
              <a:gd name="csY4878" fmla="*/ 32084 h 1114902"/>
              <a:gd name="csX4879" fmla="*/ 843253 w 1728164"/>
              <a:gd name="csY4879" fmla="*/ 31848 h 1114902"/>
              <a:gd name="csX4880" fmla="*/ 843431 w 1728164"/>
              <a:gd name="csY4880" fmla="*/ 31613 h 1114902"/>
              <a:gd name="csX4881" fmla="*/ 843600 w 1728164"/>
              <a:gd name="csY4881" fmla="*/ 31378 h 1114902"/>
              <a:gd name="csX4882" fmla="*/ 843778 w 1728164"/>
              <a:gd name="csY4882" fmla="*/ 31143 h 1114902"/>
              <a:gd name="csX4883" fmla="*/ 843947 w 1728164"/>
              <a:gd name="csY4883" fmla="*/ 30910 h 1114902"/>
              <a:gd name="csX4884" fmla="*/ 844116 w 1728164"/>
              <a:gd name="csY4884" fmla="*/ 30678 h 1114902"/>
              <a:gd name="csX4885" fmla="*/ 844294 w 1728164"/>
              <a:gd name="csY4885" fmla="*/ 30447 h 1114902"/>
              <a:gd name="csX4886" fmla="*/ 844463 w 1728164"/>
              <a:gd name="csY4886" fmla="*/ 30216 h 1114902"/>
              <a:gd name="csX4887" fmla="*/ 844641 w 1728164"/>
              <a:gd name="csY4887" fmla="*/ 29986 h 1114902"/>
              <a:gd name="csX4888" fmla="*/ 844810 w 1728164"/>
              <a:gd name="csY4888" fmla="*/ 29757 h 1114902"/>
              <a:gd name="csX4889" fmla="*/ 844988 w 1728164"/>
              <a:gd name="csY4889" fmla="*/ 29529 h 1114902"/>
              <a:gd name="csX4890" fmla="*/ 845157 w 1728164"/>
              <a:gd name="csY4890" fmla="*/ 29302 h 1114902"/>
              <a:gd name="csX4891" fmla="*/ 845326 w 1728164"/>
              <a:gd name="csY4891" fmla="*/ 29075 h 1114902"/>
              <a:gd name="csX4892" fmla="*/ 845503 w 1728164"/>
              <a:gd name="csY4892" fmla="*/ 28850 h 1114902"/>
              <a:gd name="csX4893" fmla="*/ 845673 w 1728164"/>
              <a:gd name="csY4893" fmla="*/ 28625 h 1114902"/>
              <a:gd name="csX4894" fmla="*/ 845850 w 1728164"/>
              <a:gd name="csY4894" fmla="*/ 28401 h 1114902"/>
              <a:gd name="csX4895" fmla="*/ 846020 w 1728164"/>
              <a:gd name="csY4895" fmla="*/ 28178 h 1114902"/>
              <a:gd name="csX4896" fmla="*/ 846197 w 1728164"/>
              <a:gd name="csY4896" fmla="*/ 27955 h 1114902"/>
              <a:gd name="csX4897" fmla="*/ 846367 w 1728164"/>
              <a:gd name="csY4897" fmla="*/ 27734 h 1114902"/>
              <a:gd name="csX4898" fmla="*/ 846536 w 1728164"/>
              <a:gd name="csY4898" fmla="*/ 27513 h 1114902"/>
              <a:gd name="csX4899" fmla="*/ 846713 w 1728164"/>
              <a:gd name="csY4899" fmla="*/ 27294 h 1114902"/>
              <a:gd name="csX4900" fmla="*/ 846882 w 1728164"/>
              <a:gd name="csY4900" fmla="*/ 27075 h 1114902"/>
              <a:gd name="csX4901" fmla="*/ 847060 w 1728164"/>
              <a:gd name="csY4901" fmla="*/ 26857 h 1114902"/>
              <a:gd name="csX4902" fmla="*/ 847229 w 1728164"/>
              <a:gd name="csY4902" fmla="*/ 26640 h 1114902"/>
              <a:gd name="csX4903" fmla="*/ 847407 w 1728164"/>
              <a:gd name="csY4903" fmla="*/ 26424 h 1114902"/>
              <a:gd name="csX4904" fmla="*/ 847576 w 1728164"/>
              <a:gd name="csY4904" fmla="*/ 26208 h 1114902"/>
              <a:gd name="csX4905" fmla="*/ 847745 w 1728164"/>
              <a:gd name="csY4905" fmla="*/ 25994 h 1114902"/>
              <a:gd name="csX4906" fmla="*/ 847923 w 1728164"/>
              <a:gd name="csY4906" fmla="*/ 25779 h 1114902"/>
              <a:gd name="csX4907" fmla="*/ 848092 w 1728164"/>
              <a:gd name="csY4907" fmla="*/ 25567 h 1114902"/>
              <a:gd name="csX4908" fmla="*/ 848270 w 1728164"/>
              <a:gd name="csY4908" fmla="*/ 25355 h 1114902"/>
              <a:gd name="csX4909" fmla="*/ 848439 w 1728164"/>
              <a:gd name="csY4909" fmla="*/ 25143 h 1114902"/>
              <a:gd name="csX4910" fmla="*/ 848617 w 1728164"/>
              <a:gd name="csY4910" fmla="*/ 24933 h 1114902"/>
              <a:gd name="csX4911" fmla="*/ 848786 w 1728164"/>
              <a:gd name="csY4911" fmla="*/ 24723 h 1114902"/>
              <a:gd name="csX4912" fmla="*/ 848955 w 1728164"/>
              <a:gd name="csY4912" fmla="*/ 24515 h 1114902"/>
              <a:gd name="csX4913" fmla="*/ 849133 w 1728164"/>
              <a:gd name="csY4913" fmla="*/ 24307 h 1114902"/>
              <a:gd name="csX4914" fmla="*/ 849302 w 1728164"/>
              <a:gd name="csY4914" fmla="*/ 24101 h 1114902"/>
              <a:gd name="csX4915" fmla="*/ 849480 w 1728164"/>
              <a:gd name="csY4915" fmla="*/ 23894 h 1114902"/>
              <a:gd name="csX4916" fmla="*/ 849649 w 1728164"/>
              <a:gd name="csY4916" fmla="*/ 23689 h 1114902"/>
              <a:gd name="csX4917" fmla="*/ 849827 w 1728164"/>
              <a:gd name="csY4917" fmla="*/ 23485 h 1114902"/>
              <a:gd name="csX4918" fmla="*/ 849996 w 1728164"/>
              <a:gd name="csY4918" fmla="*/ 23281 h 1114902"/>
              <a:gd name="csX4919" fmla="*/ 850165 w 1728164"/>
              <a:gd name="csY4919" fmla="*/ 23078 h 1114902"/>
              <a:gd name="csX4920" fmla="*/ 850343 w 1728164"/>
              <a:gd name="csY4920" fmla="*/ 22877 h 1114902"/>
              <a:gd name="csX4921" fmla="*/ 850512 w 1728164"/>
              <a:gd name="csY4921" fmla="*/ 22675 h 1114902"/>
              <a:gd name="csX4922" fmla="*/ 850690 w 1728164"/>
              <a:gd name="csY4922" fmla="*/ 22476 h 1114902"/>
              <a:gd name="csX4923" fmla="*/ 850859 w 1728164"/>
              <a:gd name="csY4923" fmla="*/ 22277 h 1114902"/>
              <a:gd name="csX4924" fmla="*/ 851037 w 1728164"/>
              <a:gd name="csY4924" fmla="*/ 22078 h 1114902"/>
              <a:gd name="csX4925" fmla="*/ 851206 w 1728164"/>
              <a:gd name="csY4925" fmla="*/ 21881 h 1114902"/>
              <a:gd name="csX4926" fmla="*/ 851375 w 1728164"/>
              <a:gd name="csY4926" fmla="*/ 21684 h 1114902"/>
              <a:gd name="csX4927" fmla="*/ 851553 w 1728164"/>
              <a:gd name="csY4927" fmla="*/ 21489 h 1114902"/>
              <a:gd name="csX4928" fmla="*/ 851722 w 1728164"/>
              <a:gd name="csY4928" fmla="*/ 21293 h 1114902"/>
              <a:gd name="csX4929" fmla="*/ 851900 w 1728164"/>
              <a:gd name="csY4929" fmla="*/ 21099 h 1114902"/>
              <a:gd name="csX4930" fmla="*/ 852069 w 1728164"/>
              <a:gd name="csY4930" fmla="*/ 20906 h 1114902"/>
              <a:gd name="csX4931" fmla="*/ 852247 w 1728164"/>
              <a:gd name="csY4931" fmla="*/ 20714 h 1114902"/>
              <a:gd name="csX4932" fmla="*/ 852416 w 1728164"/>
              <a:gd name="csY4932" fmla="*/ 20523 h 1114902"/>
              <a:gd name="csX4933" fmla="*/ 852585 w 1728164"/>
              <a:gd name="csY4933" fmla="*/ 20332 h 1114902"/>
              <a:gd name="csX4934" fmla="*/ 852763 w 1728164"/>
              <a:gd name="csY4934" fmla="*/ 20142 h 1114902"/>
              <a:gd name="csX4935" fmla="*/ 852932 w 1728164"/>
              <a:gd name="csY4935" fmla="*/ 19953 h 1114902"/>
              <a:gd name="csX4936" fmla="*/ 853110 w 1728164"/>
              <a:gd name="csY4936" fmla="*/ 19765 h 1114902"/>
              <a:gd name="csX4937" fmla="*/ 853279 w 1728164"/>
              <a:gd name="csY4937" fmla="*/ 19578 h 1114902"/>
              <a:gd name="csX4938" fmla="*/ 853457 w 1728164"/>
              <a:gd name="csY4938" fmla="*/ 19392 h 1114902"/>
              <a:gd name="csX4939" fmla="*/ 853626 w 1728164"/>
              <a:gd name="csY4939" fmla="*/ 19207 h 1114902"/>
              <a:gd name="csX4940" fmla="*/ 853795 w 1728164"/>
              <a:gd name="csY4940" fmla="*/ 19022 h 1114902"/>
              <a:gd name="csX4941" fmla="*/ 853973 w 1728164"/>
              <a:gd name="csY4941" fmla="*/ 18838 h 1114902"/>
              <a:gd name="csX4942" fmla="*/ 854142 w 1728164"/>
              <a:gd name="csY4942" fmla="*/ 18655 h 1114902"/>
              <a:gd name="csX4943" fmla="*/ 854320 w 1728164"/>
              <a:gd name="csY4943" fmla="*/ 18474 h 1114902"/>
              <a:gd name="csX4944" fmla="*/ 854489 w 1728164"/>
              <a:gd name="csY4944" fmla="*/ 18292 h 1114902"/>
              <a:gd name="csX4945" fmla="*/ 854667 w 1728164"/>
              <a:gd name="csY4945" fmla="*/ 18112 h 1114902"/>
              <a:gd name="csX4946" fmla="*/ 854836 w 1728164"/>
              <a:gd name="csY4946" fmla="*/ 17933 h 1114902"/>
              <a:gd name="csX4947" fmla="*/ 855005 w 1728164"/>
              <a:gd name="csY4947" fmla="*/ 17755 h 1114902"/>
              <a:gd name="csX4948" fmla="*/ 855183 w 1728164"/>
              <a:gd name="csY4948" fmla="*/ 17577 h 1114902"/>
              <a:gd name="csX4949" fmla="*/ 855352 w 1728164"/>
              <a:gd name="csY4949" fmla="*/ 17400 h 1114902"/>
              <a:gd name="csX4950" fmla="*/ 855530 w 1728164"/>
              <a:gd name="csY4950" fmla="*/ 17225 h 1114902"/>
              <a:gd name="csX4951" fmla="*/ 855699 w 1728164"/>
              <a:gd name="csY4951" fmla="*/ 17049 h 1114902"/>
              <a:gd name="csX4952" fmla="*/ 855877 w 1728164"/>
              <a:gd name="csY4952" fmla="*/ 16875 h 1114902"/>
              <a:gd name="csX4953" fmla="*/ 856046 w 1728164"/>
              <a:gd name="csY4953" fmla="*/ 16702 h 1114902"/>
              <a:gd name="csX4954" fmla="*/ 856215 w 1728164"/>
              <a:gd name="csY4954" fmla="*/ 16530 h 1114902"/>
              <a:gd name="csX4955" fmla="*/ 856393 w 1728164"/>
              <a:gd name="csY4955" fmla="*/ 16358 h 1114902"/>
              <a:gd name="csX4956" fmla="*/ 856562 w 1728164"/>
              <a:gd name="csY4956" fmla="*/ 16187 h 1114902"/>
              <a:gd name="csX4957" fmla="*/ 856740 w 1728164"/>
              <a:gd name="csY4957" fmla="*/ 16018 h 1114902"/>
              <a:gd name="csX4958" fmla="*/ 856909 w 1728164"/>
              <a:gd name="csY4958" fmla="*/ 15849 h 1114902"/>
              <a:gd name="csX4959" fmla="*/ 857087 w 1728164"/>
              <a:gd name="csY4959" fmla="*/ 15681 h 1114902"/>
              <a:gd name="csX4960" fmla="*/ 857256 w 1728164"/>
              <a:gd name="csY4960" fmla="*/ 15514 h 1114902"/>
              <a:gd name="csX4961" fmla="*/ 857425 w 1728164"/>
              <a:gd name="csY4961" fmla="*/ 15347 h 1114902"/>
              <a:gd name="csX4962" fmla="*/ 857603 w 1728164"/>
              <a:gd name="csY4962" fmla="*/ 15182 h 1114902"/>
              <a:gd name="csX4963" fmla="*/ 857772 w 1728164"/>
              <a:gd name="csY4963" fmla="*/ 15018 h 1114902"/>
              <a:gd name="csX4964" fmla="*/ 857950 w 1728164"/>
              <a:gd name="csY4964" fmla="*/ 14855 h 1114902"/>
              <a:gd name="csX4965" fmla="*/ 858119 w 1728164"/>
              <a:gd name="csY4965" fmla="*/ 14692 h 1114902"/>
              <a:gd name="csX4966" fmla="*/ 858297 w 1728164"/>
              <a:gd name="csY4966" fmla="*/ 14530 h 1114902"/>
              <a:gd name="csX4967" fmla="*/ 858466 w 1728164"/>
              <a:gd name="csY4967" fmla="*/ 14369 h 1114902"/>
              <a:gd name="csX4968" fmla="*/ 858635 w 1728164"/>
              <a:gd name="csY4968" fmla="*/ 14209 h 1114902"/>
              <a:gd name="csX4969" fmla="*/ 858813 w 1728164"/>
              <a:gd name="csY4969" fmla="*/ 14049 h 1114902"/>
              <a:gd name="csX4970" fmla="*/ 858982 w 1728164"/>
              <a:gd name="csY4970" fmla="*/ 13891 h 1114902"/>
              <a:gd name="csX4971" fmla="*/ 859160 w 1728164"/>
              <a:gd name="csY4971" fmla="*/ 13734 h 1114902"/>
              <a:gd name="csX4972" fmla="*/ 859329 w 1728164"/>
              <a:gd name="csY4972" fmla="*/ 13577 h 1114902"/>
              <a:gd name="csX4973" fmla="*/ 859506 w 1728164"/>
              <a:gd name="csY4973" fmla="*/ 13422 h 1114902"/>
              <a:gd name="csX4974" fmla="*/ 859676 w 1728164"/>
              <a:gd name="csY4974" fmla="*/ 13267 h 1114902"/>
              <a:gd name="csX4975" fmla="*/ 859845 w 1728164"/>
              <a:gd name="csY4975" fmla="*/ 13113 h 1114902"/>
              <a:gd name="csX4976" fmla="*/ 860023 w 1728164"/>
              <a:gd name="csY4976" fmla="*/ 12960 h 1114902"/>
              <a:gd name="csX4977" fmla="*/ 860192 w 1728164"/>
              <a:gd name="csY4977" fmla="*/ 12808 h 1114902"/>
              <a:gd name="csX4978" fmla="*/ 860370 w 1728164"/>
              <a:gd name="csY4978" fmla="*/ 12656 h 1114902"/>
              <a:gd name="csX4979" fmla="*/ 860539 w 1728164"/>
              <a:gd name="csY4979" fmla="*/ 12506 h 1114902"/>
              <a:gd name="csX4980" fmla="*/ 860717 w 1728164"/>
              <a:gd name="csY4980" fmla="*/ 12357 h 1114902"/>
              <a:gd name="csX4981" fmla="*/ 860885 w 1728164"/>
              <a:gd name="csY4981" fmla="*/ 12208 h 1114902"/>
              <a:gd name="csX4982" fmla="*/ 861055 w 1728164"/>
              <a:gd name="csY4982" fmla="*/ 12060 h 1114902"/>
              <a:gd name="csX4983" fmla="*/ 861232 w 1728164"/>
              <a:gd name="csY4983" fmla="*/ 11913 h 1114902"/>
              <a:gd name="csX4984" fmla="*/ 861401 w 1728164"/>
              <a:gd name="csY4984" fmla="*/ 11767 h 1114902"/>
              <a:gd name="csX4985" fmla="*/ 861579 w 1728164"/>
              <a:gd name="csY4985" fmla="*/ 11622 h 1114902"/>
              <a:gd name="csX4986" fmla="*/ 861748 w 1728164"/>
              <a:gd name="csY4986" fmla="*/ 11478 h 1114902"/>
              <a:gd name="csX4987" fmla="*/ 861917 w 1728164"/>
              <a:gd name="csY4987" fmla="*/ 11335 h 1114902"/>
              <a:gd name="csX4988" fmla="*/ 862095 w 1728164"/>
              <a:gd name="csY4988" fmla="*/ 11192 h 1114902"/>
              <a:gd name="csX4989" fmla="*/ 862264 w 1728164"/>
              <a:gd name="csY4989" fmla="*/ 11051 h 1114902"/>
              <a:gd name="csX4990" fmla="*/ 862442 w 1728164"/>
              <a:gd name="csY4990" fmla="*/ 10910 h 1114902"/>
              <a:gd name="csX4991" fmla="*/ 862611 w 1728164"/>
              <a:gd name="csY4991" fmla="*/ 10770 h 1114902"/>
              <a:gd name="csX4992" fmla="*/ 862789 w 1728164"/>
              <a:gd name="csY4992" fmla="*/ 10632 h 1114902"/>
              <a:gd name="csX4993" fmla="*/ 862958 w 1728164"/>
              <a:gd name="csY4993" fmla="*/ 10494 h 1114902"/>
              <a:gd name="csX4994" fmla="*/ 863127 w 1728164"/>
              <a:gd name="csY4994" fmla="*/ 10357 h 1114902"/>
              <a:gd name="csX4995" fmla="*/ 863305 w 1728164"/>
              <a:gd name="csY4995" fmla="*/ 10220 h 1114902"/>
              <a:gd name="csX4996" fmla="*/ 863474 w 1728164"/>
              <a:gd name="csY4996" fmla="*/ 10085 h 1114902"/>
              <a:gd name="csX4997" fmla="*/ 863652 w 1728164"/>
              <a:gd name="csY4997" fmla="*/ 9951 h 1114902"/>
              <a:gd name="csX4998" fmla="*/ 863821 w 1728164"/>
              <a:gd name="csY4998" fmla="*/ 9817 h 1114902"/>
              <a:gd name="csX4999" fmla="*/ 863999 w 1728164"/>
              <a:gd name="csY4999" fmla="*/ 9684 h 1114902"/>
              <a:gd name="csX5000" fmla="*/ 864168 w 1728164"/>
              <a:gd name="csY5000" fmla="*/ 9553 h 1114902"/>
              <a:gd name="csX5001" fmla="*/ 864337 w 1728164"/>
              <a:gd name="csY5001" fmla="*/ 9422 h 1114902"/>
              <a:gd name="csX5002" fmla="*/ 864515 w 1728164"/>
              <a:gd name="csY5002" fmla="*/ 9292 h 1114902"/>
              <a:gd name="csX5003" fmla="*/ 864684 w 1728164"/>
              <a:gd name="csY5003" fmla="*/ 9163 h 1114902"/>
              <a:gd name="csX5004" fmla="*/ 864862 w 1728164"/>
              <a:gd name="csY5004" fmla="*/ 9035 h 1114902"/>
              <a:gd name="csX5005" fmla="*/ 865031 w 1728164"/>
              <a:gd name="csY5005" fmla="*/ 8907 h 1114902"/>
              <a:gd name="csX5006" fmla="*/ 865209 w 1728164"/>
              <a:gd name="csY5006" fmla="*/ 8781 h 1114902"/>
              <a:gd name="csX5007" fmla="*/ 865378 w 1728164"/>
              <a:gd name="csY5007" fmla="*/ 8655 h 1114902"/>
              <a:gd name="csX5008" fmla="*/ 865547 w 1728164"/>
              <a:gd name="csY5008" fmla="*/ 8531 h 1114902"/>
              <a:gd name="csX5009" fmla="*/ 865725 w 1728164"/>
              <a:gd name="csY5009" fmla="*/ 8407 h 1114902"/>
              <a:gd name="csX5010" fmla="*/ 865894 w 1728164"/>
              <a:gd name="csY5010" fmla="*/ 8284 h 1114902"/>
              <a:gd name="csX5011" fmla="*/ 866072 w 1728164"/>
              <a:gd name="csY5011" fmla="*/ 8162 h 1114902"/>
              <a:gd name="csX5012" fmla="*/ 866241 w 1728164"/>
              <a:gd name="csY5012" fmla="*/ 8041 h 1114902"/>
              <a:gd name="csX5013" fmla="*/ 866419 w 1728164"/>
              <a:gd name="csY5013" fmla="*/ 7921 h 1114902"/>
              <a:gd name="csX5014" fmla="*/ 866588 w 1728164"/>
              <a:gd name="csY5014" fmla="*/ 7802 h 1114902"/>
              <a:gd name="csX5015" fmla="*/ 866757 w 1728164"/>
              <a:gd name="csY5015" fmla="*/ 7683 h 1114902"/>
              <a:gd name="csX5016" fmla="*/ 866935 w 1728164"/>
              <a:gd name="csY5016" fmla="*/ 7566 h 1114902"/>
              <a:gd name="csX5017" fmla="*/ 867104 w 1728164"/>
              <a:gd name="csY5017" fmla="*/ 7449 h 1114902"/>
              <a:gd name="csX5018" fmla="*/ 867282 w 1728164"/>
              <a:gd name="csY5018" fmla="*/ 7334 h 1114902"/>
              <a:gd name="csX5019" fmla="*/ 867451 w 1728164"/>
              <a:gd name="csY5019" fmla="*/ 7219 h 1114902"/>
              <a:gd name="csX5020" fmla="*/ 867629 w 1728164"/>
              <a:gd name="csY5020" fmla="*/ 7105 h 1114902"/>
              <a:gd name="csX5021" fmla="*/ 867798 w 1728164"/>
              <a:gd name="csY5021" fmla="*/ 6992 h 1114902"/>
              <a:gd name="csX5022" fmla="*/ 867967 w 1728164"/>
              <a:gd name="csY5022" fmla="*/ 6880 h 1114902"/>
              <a:gd name="csX5023" fmla="*/ 868145 w 1728164"/>
              <a:gd name="csY5023" fmla="*/ 6769 h 1114902"/>
              <a:gd name="csX5024" fmla="*/ 868314 w 1728164"/>
              <a:gd name="csY5024" fmla="*/ 6659 h 1114902"/>
              <a:gd name="csX5025" fmla="*/ 868492 w 1728164"/>
              <a:gd name="csY5025" fmla="*/ 6549 h 1114902"/>
              <a:gd name="csX5026" fmla="*/ 868661 w 1728164"/>
              <a:gd name="csY5026" fmla="*/ 6441 h 1114902"/>
              <a:gd name="csX5027" fmla="*/ 868839 w 1728164"/>
              <a:gd name="csY5027" fmla="*/ 6333 h 1114902"/>
              <a:gd name="csX5028" fmla="*/ 869008 w 1728164"/>
              <a:gd name="csY5028" fmla="*/ 6226 h 1114902"/>
              <a:gd name="csX5029" fmla="*/ 869177 w 1728164"/>
              <a:gd name="csY5029" fmla="*/ 6120 h 1114902"/>
              <a:gd name="csX5030" fmla="*/ 869355 w 1728164"/>
              <a:gd name="csY5030" fmla="*/ 6016 h 1114902"/>
              <a:gd name="csX5031" fmla="*/ 869524 w 1728164"/>
              <a:gd name="csY5031" fmla="*/ 5912 h 1114902"/>
              <a:gd name="csX5032" fmla="*/ 869702 w 1728164"/>
              <a:gd name="csY5032" fmla="*/ 5808 h 1114902"/>
              <a:gd name="csX5033" fmla="*/ 869871 w 1728164"/>
              <a:gd name="csY5033" fmla="*/ 5706 h 1114902"/>
              <a:gd name="csX5034" fmla="*/ 870049 w 1728164"/>
              <a:gd name="csY5034" fmla="*/ 5605 h 1114902"/>
              <a:gd name="csX5035" fmla="*/ 870218 w 1728164"/>
              <a:gd name="csY5035" fmla="*/ 5505 h 1114902"/>
              <a:gd name="csX5036" fmla="*/ 870387 w 1728164"/>
              <a:gd name="csY5036" fmla="*/ 5405 h 1114902"/>
              <a:gd name="csX5037" fmla="*/ 870565 w 1728164"/>
              <a:gd name="csY5037" fmla="*/ 5306 h 1114902"/>
              <a:gd name="csX5038" fmla="*/ 870734 w 1728164"/>
              <a:gd name="csY5038" fmla="*/ 5209 h 1114902"/>
              <a:gd name="csX5039" fmla="*/ 870912 w 1728164"/>
              <a:gd name="csY5039" fmla="*/ 5112 h 1114902"/>
              <a:gd name="csX5040" fmla="*/ 871081 w 1728164"/>
              <a:gd name="csY5040" fmla="*/ 5016 h 1114902"/>
              <a:gd name="csX5041" fmla="*/ 871259 w 1728164"/>
              <a:gd name="csY5041" fmla="*/ 4921 h 1114902"/>
              <a:gd name="csX5042" fmla="*/ 871428 w 1728164"/>
              <a:gd name="csY5042" fmla="*/ 4827 h 1114902"/>
              <a:gd name="csX5043" fmla="*/ 871597 w 1728164"/>
              <a:gd name="csY5043" fmla="*/ 4734 h 1114902"/>
              <a:gd name="csX5044" fmla="*/ 871775 w 1728164"/>
              <a:gd name="csY5044" fmla="*/ 4642 h 1114902"/>
              <a:gd name="csX5045" fmla="*/ 871944 w 1728164"/>
              <a:gd name="csY5045" fmla="*/ 4550 h 1114902"/>
              <a:gd name="csX5046" fmla="*/ 872122 w 1728164"/>
              <a:gd name="csY5046" fmla="*/ 4460 h 1114902"/>
              <a:gd name="csX5047" fmla="*/ 872291 w 1728164"/>
              <a:gd name="csY5047" fmla="*/ 4370 h 1114902"/>
              <a:gd name="csX5048" fmla="*/ 872469 w 1728164"/>
              <a:gd name="csY5048" fmla="*/ 4281 h 1114902"/>
              <a:gd name="csX5049" fmla="*/ 872638 w 1728164"/>
              <a:gd name="csY5049" fmla="*/ 4194 h 1114902"/>
              <a:gd name="csX5050" fmla="*/ 872807 w 1728164"/>
              <a:gd name="csY5050" fmla="*/ 4107 h 1114902"/>
              <a:gd name="csX5051" fmla="*/ 872985 w 1728164"/>
              <a:gd name="csY5051" fmla="*/ 4021 h 1114902"/>
              <a:gd name="csX5052" fmla="*/ 873154 w 1728164"/>
              <a:gd name="csY5052" fmla="*/ 3936 h 1114902"/>
              <a:gd name="csX5053" fmla="*/ 873332 w 1728164"/>
              <a:gd name="csY5053" fmla="*/ 3852 h 1114902"/>
              <a:gd name="csX5054" fmla="*/ 873501 w 1728164"/>
              <a:gd name="csY5054" fmla="*/ 3768 h 1114902"/>
              <a:gd name="csX5055" fmla="*/ 873679 w 1728164"/>
              <a:gd name="csY5055" fmla="*/ 3686 h 1114902"/>
              <a:gd name="csX5056" fmla="*/ 873848 w 1728164"/>
              <a:gd name="csY5056" fmla="*/ 3605 h 1114902"/>
              <a:gd name="csX5057" fmla="*/ 874017 w 1728164"/>
              <a:gd name="csY5057" fmla="*/ 3524 h 1114902"/>
              <a:gd name="csX5058" fmla="*/ 874195 w 1728164"/>
              <a:gd name="csY5058" fmla="*/ 3444 h 1114902"/>
              <a:gd name="csX5059" fmla="*/ 874364 w 1728164"/>
              <a:gd name="csY5059" fmla="*/ 3366 h 1114902"/>
              <a:gd name="csX5060" fmla="*/ 874542 w 1728164"/>
              <a:gd name="csY5060" fmla="*/ 3288 h 1114902"/>
              <a:gd name="csX5061" fmla="*/ 874711 w 1728164"/>
              <a:gd name="csY5061" fmla="*/ 3211 h 1114902"/>
              <a:gd name="csX5062" fmla="*/ 874888 w 1728164"/>
              <a:gd name="csY5062" fmla="*/ 3135 h 1114902"/>
              <a:gd name="csX5063" fmla="*/ 875058 w 1728164"/>
              <a:gd name="csY5063" fmla="*/ 3060 h 1114902"/>
              <a:gd name="csX5064" fmla="*/ 875227 w 1728164"/>
              <a:gd name="csY5064" fmla="*/ 2986 h 1114902"/>
              <a:gd name="csX5065" fmla="*/ 875404 w 1728164"/>
              <a:gd name="csY5065" fmla="*/ 2912 h 1114902"/>
              <a:gd name="csX5066" fmla="*/ 875574 w 1728164"/>
              <a:gd name="csY5066" fmla="*/ 2840 h 1114902"/>
              <a:gd name="csX5067" fmla="*/ 875751 w 1728164"/>
              <a:gd name="csY5067" fmla="*/ 2769 h 1114902"/>
              <a:gd name="csX5068" fmla="*/ 875921 w 1728164"/>
              <a:gd name="csY5068" fmla="*/ 2698 h 1114902"/>
              <a:gd name="csX5069" fmla="*/ 876098 w 1728164"/>
              <a:gd name="csY5069" fmla="*/ 2628 h 1114902"/>
              <a:gd name="csX5070" fmla="*/ 876267 w 1728164"/>
              <a:gd name="csY5070" fmla="*/ 2560 h 1114902"/>
              <a:gd name="csX5071" fmla="*/ 876436 w 1728164"/>
              <a:gd name="csY5071" fmla="*/ 2492 h 1114902"/>
              <a:gd name="csX5072" fmla="*/ 876614 w 1728164"/>
              <a:gd name="csY5072" fmla="*/ 2425 h 1114902"/>
              <a:gd name="csX5073" fmla="*/ 876783 w 1728164"/>
              <a:gd name="csY5073" fmla="*/ 2359 h 1114902"/>
              <a:gd name="csX5074" fmla="*/ 876961 w 1728164"/>
              <a:gd name="csY5074" fmla="*/ 2294 h 1114902"/>
              <a:gd name="csX5075" fmla="*/ 877130 w 1728164"/>
              <a:gd name="csY5075" fmla="*/ 2230 h 1114902"/>
              <a:gd name="csX5076" fmla="*/ 877308 w 1728164"/>
              <a:gd name="csY5076" fmla="*/ 2166 h 1114902"/>
              <a:gd name="csX5077" fmla="*/ 877477 w 1728164"/>
              <a:gd name="csY5077" fmla="*/ 2104 h 1114902"/>
              <a:gd name="csX5078" fmla="*/ 877646 w 1728164"/>
              <a:gd name="csY5078" fmla="*/ 2042 h 1114902"/>
              <a:gd name="csX5079" fmla="*/ 877824 w 1728164"/>
              <a:gd name="csY5079" fmla="*/ 1982 h 1114902"/>
              <a:gd name="csX5080" fmla="*/ 877993 w 1728164"/>
              <a:gd name="csY5080" fmla="*/ 1922 h 1114902"/>
              <a:gd name="csX5081" fmla="*/ 878171 w 1728164"/>
              <a:gd name="csY5081" fmla="*/ 1863 h 1114902"/>
              <a:gd name="csX5082" fmla="*/ 878340 w 1728164"/>
              <a:gd name="csY5082" fmla="*/ 1806 h 1114902"/>
              <a:gd name="csX5083" fmla="*/ 878518 w 1728164"/>
              <a:gd name="csY5083" fmla="*/ 1749 h 1114902"/>
              <a:gd name="csX5084" fmla="*/ 878687 w 1728164"/>
              <a:gd name="csY5084" fmla="*/ 1693 h 1114902"/>
              <a:gd name="csX5085" fmla="*/ 878856 w 1728164"/>
              <a:gd name="csY5085" fmla="*/ 1637 h 1114902"/>
              <a:gd name="csX5086" fmla="*/ 879034 w 1728164"/>
              <a:gd name="csY5086" fmla="*/ 1583 h 1114902"/>
              <a:gd name="csX5087" fmla="*/ 879203 w 1728164"/>
              <a:gd name="csY5087" fmla="*/ 1530 h 1114902"/>
              <a:gd name="csX5088" fmla="*/ 879381 w 1728164"/>
              <a:gd name="csY5088" fmla="*/ 1478 h 1114902"/>
              <a:gd name="csX5089" fmla="*/ 879550 w 1728164"/>
              <a:gd name="csY5089" fmla="*/ 1426 h 1114902"/>
              <a:gd name="csX5090" fmla="*/ 879728 w 1728164"/>
              <a:gd name="csY5090" fmla="*/ 1376 h 1114902"/>
              <a:gd name="csX5091" fmla="*/ 879897 w 1728164"/>
              <a:gd name="csY5091" fmla="*/ 1326 h 1114902"/>
              <a:gd name="csX5092" fmla="*/ 880066 w 1728164"/>
              <a:gd name="csY5092" fmla="*/ 1277 h 1114902"/>
              <a:gd name="csX5093" fmla="*/ 880244 w 1728164"/>
              <a:gd name="csY5093" fmla="*/ 1229 h 1114902"/>
              <a:gd name="csX5094" fmla="*/ 880413 w 1728164"/>
              <a:gd name="csY5094" fmla="*/ 1182 h 1114902"/>
              <a:gd name="csX5095" fmla="*/ 880591 w 1728164"/>
              <a:gd name="csY5095" fmla="*/ 1136 h 1114902"/>
              <a:gd name="csX5096" fmla="*/ 880760 w 1728164"/>
              <a:gd name="csY5096" fmla="*/ 1091 h 1114902"/>
              <a:gd name="csX5097" fmla="*/ 880929 w 1728164"/>
              <a:gd name="csY5097" fmla="*/ 1047 h 1114902"/>
              <a:gd name="csX5098" fmla="*/ 881107 w 1728164"/>
              <a:gd name="csY5098" fmla="*/ 1004 h 1114902"/>
              <a:gd name="csX5099" fmla="*/ 881276 w 1728164"/>
              <a:gd name="csY5099" fmla="*/ 962 h 1114902"/>
              <a:gd name="csX5100" fmla="*/ 881454 w 1728164"/>
              <a:gd name="csY5100" fmla="*/ 920 h 1114902"/>
              <a:gd name="csX5101" fmla="*/ 881623 w 1728164"/>
              <a:gd name="csY5101" fmla="*/ 880 h 1114902"/>
              <a:gd name="csX5102" fmla="*/ 881801 w 1728164"/>
              <a:gd name="csY5102" fmla="*/ 840 h 1114902"/>
              <a:gd name="csX5103" fmla="*/ 881970 w 1728164"/>
              <a:gd name="csY5103" fmla="*/ 801 h 1114902"/>
              <a:gd name="csX5104" fmla="*/ 882139 w 1728164"/>
              <a:gd name="csY5104" fmla="*/ 763 h 1114902"/>
              <a:gd name="csX5105" fmla="*/ 882317 w 1728164"/>
              <a:gd name="csY5105" fmla="*/ 726 h 1114902"/>
              <a:gd name="csX5106" fmla="*/ 882486 w 1728164"/>
              <a:gd name="csY5106" fmla="*/ 691 h 1114902"/>
              <a:gd name="csX5107" fmla="*/ 882664 w 1728164"/>
              <a:gd name="csY5107" fmla="*/ 655 h 1114902"/>
              <a:gd name="csX5108" fmla="*/ 882833 w 1728164"/>
              <a:gd name="csY5108" fmla="*/ 621 h 1114902"/>
              <a:gd name="csX5109" fmla="*/ 883011 w 1728164"/>
              <a:gd name="csY5109" fmla="*/ 588 h 1114902"/>
              <a:gd name="csX5110" fmla="*/ 883180 w 1728164"/>
              <a:gd name="csY5110" fmla="*/ 556 h 1114902"/>
              <a:gd name="csX5111" fmla="*/ 883349 w 1728164"/>
              <a:gd name="csY5111" fmla="*/ 524 h 1114902"/>
              <a:gd name="csX5112" fmla="*/ 883527 w 1728164"/>
              <a:gd name="csY5112" fmla="*/ 494 h 1114902"/>
              <a:gd name="csX5113" fmla="*/ 883696 w 1728164"/>
              <a:gd name="csY5113" fmla="*/ 464 h 1114902"/>
              <a:gd name="csX5114" fmla="*/ 883874 w 1728164"/>
              <a:gd name="csY5114" fmla="*/ 436 h 1114902"/>
              <a:gd name="csX5115" fmla="*/ 884043 w 1728164"/>
              <a:gd name="csY5115" fmla="*/ 408 h 1114902"/>
              <a:gd name="csX5116" fmla="*/ 884221 w 1728164"/>
              <a:gd name="csY5116" fmla="*/ 381 h 1114902"/>
              <a:gd name="csX5117" fmla="*/ 884390 w 1728164"/>
              <a:gd name="csY5117" fmla="*/ 355 h 1114902"/>
              <a:gd name="csX5118" fmla="*/ 884559 w 1728164"/>
              <a:gd name="csY5118" fmla="*/ 330 h 1114902"/>
              <a:gd name="csX5119" fmla="*/ 884737 w 1728164"/>
              <a:gd name="csY5119" fmla="*/ 306 h 1114902"/>
              <a:gd name="csX5120" fmla="*/ 884906 w 1728164"/>
              <a:gd name="csY5120" fmla="*/ 283 h 1114902"/>
              <a:gd name="csX5121" fmla="*/ 885084 w 1728164"/>
              <a:gd name="csY5121" fmla="*/ 260 h 1114902"/>
              <a:gd name="csX5122" fmla="*/ 885253 w 1728164"/>
              <a:gd name="csY5122" fmla="*/ 239 h 1114902"/>
              <a:gd name="csX5123" fmla="*/ 885431 w 1728164"/>
              <a:gd name="csY5123" fmla="*/ 219 h 1114902"/>
              <a:gd name="csX5124" fmla="*/ 885600 w 1728164"/>
              <a:gd name="csY5124" fmla="*/ 199 h 1114902"/>
              <a:gd name="csX5125" fmla="*/ 885769 w 1728164"/>
              <a:gd name="csY5125" fmla="*/ 181 h 1114902"/>
              <a:gd name="csX5126" fmla="*/ 885947 w 1728164"/>
              <a:gd name="csY5126" fmla="*/ 163 h 1114902"/>
              <a:gd name="csX5127" fmla="*/ 886116 w 1728164"/>
              <a:gd name="csY5127" fmla="*/ 146 h 1114902"/>
              <a:gd name="csX5128" fmla="*/ 886294 w 1728164"/>
              <a:gd name="csY5128" fmla="*/ 130 h 1114902"/>
              <a:gd name="csX5129" fmla="*/ 886463 w 1728164"/>
              <a:gd name="csY5129" fmla="*/ 115 h 1114902"/>
              <a:gd name="csX5130" fmla="*/ 886641 w 1728164"/>
              <a:gd name="csY5130" fmla="*/ 101 h 1114902"/>
              <a:gd name="csX5131" fmla="*/ 886810 w 1728164"/>
              <a:gd name="csY5131" fmla="*/ 88 h 1114902"/>
              <a:gd name="csX5132" fmla="*/ 886979 w 1728164"/>
              <a:gd name="csY5132" fmla="*/ 76 h 1114902"/>
              <a:gd name="csX5133" fmla="*/ 887157 w 1728164"/>
              <a:gd name="csY5133" fmla="*/ 64 h 1114902"/>
              <a:gd name="csX5134" fmla="*/ 887326 w 1728164"/>
              <a:gd name="csY5134" fmla="*/ 54 h 1114902"/>
              <a:gd name="csX5135" fmla="*/ 887504 w 1728164"/>
              <a:gd name="csY5135" fmla="*/ 45 h 1114902"/>
              <a:gd name="csX5136" fmla="*/ 887673 w 1728164"/>
              <a:gd name="csY5136" fmla="*/ 36 h 1114902"/>
              <a:gd name="csX5137" fmla="*/ 887851 w 1728164"/>
              <a:gd name="csY5137" fmla="*/ 28 h 1114902"/>
              <a:gd name="csX5138" fmla="*/ 888020 w 1728164"/>
              <a:gd name="csY5138" fmla="*/ 22 h 1114902"/>
              <a:gd name="csX5139" fmla="*/ 888189 w 1728164"/>
              <a:gd name="csY5139" fmla="*/ 16 h 1114902"/>
              <a:gd name="csX5140" fmla="*/ 888367 w 1728164"/>
              <a:gd name="csY5140" fmla="*/ 11 h 1114902"/>
              <a:gd name="csX5141" fmla="*/ 888536 w 1728164"/>
              <a:gd name="csY5141" fmla="*/ 7 h 1114902"/>
              <a:gd name="csX5142" fmla="*/ 888714 w 1728164"/>
              <a:gd name="csY5142" fmla="*/ 4 h 1114902"/>
              <a:gd name="csX5143" fmla="*/ 888883 w 1728164"/>
              <a:gd name="csY5143" fmla="*/ 2 h 1114902"/>
              <a:gd name="csX5144" fmla="*/ 889061 w 1728164"/>
              <a:gd name="csY5144" fmla="*/ 0 h 1114902"/>
              <a:gd name="csX5145" fmla="*/ 889230 w 1728164"/>
              <a:gd name="csY5145" fmla="*/ 0 h 1114902"/>
              <a:gd name="csX5146" fmla="*/ 889399 w 1728164"/>
              <a:gd name="csY5146" fmla="*/ 1 h 1114902"/>
              <a:gd name="csX5147" fmla="*/ 889577 w 1728164"/>
              <a:gd name="csY5147" fmla="*/ 2 h 1114902"/>
              <a:gd name="csX5148" fmla="*/ 889746 w 1728164"/>
              <a:gd name="csY5148" fmla="*/ 4 h 1114902"/>
              <a:gd name="csX5149" fmla="*/ 889924 w 1728164"/>
              <a:gd name="csY5149" fmla="*/ 8 h 1114902"/>
              <a:gd name="csX5150" fmla="*/ 890092 w 1728164"/>
              <a:gd name="csY5150" fmla="*/ 12 h 1114902"/>
              <a:gd name="csX5151" fmla="*/ 890270 w 1728164"/>
              <a:gd name="csY5151" fmla="*/ 17 h 1114902"/>
              <a:gd name="csX5152" fmla="*/ 890439 w 1728164"/>
              <a:gd name="csY5152" fmla="*/ 23 h 1114902"/>
              <a:gd name="csX5153" fmla="*/ 890609 w 1728164"/>
              <a:gd name="csY5153" fmla="*/ 30 h 1114902"/>
              <a:gd name="csX5154" fmla="*/ 890786 w 1728164"/>
              <a:gd name="csY5154" fmla="*/ 38 h 1114902"/>
              <a:gd name="csX5155" fmla="*/ 890956 w 1728164"/>
              <a:gd name="csY5155" fmla="*/ 47 h 1114902"/>
              <a:gd name="csX5156" fmla="*/ 891133 w 1728164"/>
              <a:gd name="csY5156" fmla="*/ 57 h 1114902"/>
              <a:gd name="csX5157" fmla="*/ 891303 w 1728164"/>
              <a:gd name="csY5157" fmla="*/ 67 h 1114902"/>
              <a:gd name="csX5158" fmla="*/ 891480 w 1728164"/>
              <a:gd name="csY5158" fmla="*/ 79 h 1114902"/>
              <a:gd name="csX5159" fmla="*/ 891649 w 1728164"/>
              <a:gd name="csY5159" fmla="*/ 91 h 1114902"/>
              <a:gd name="csX5160" fmla="*/ 891818 w 1728164"/>
              <a:gd name="csY5160" fmla="*/ 105 h 1114902"/>
              <a:gd name="csX5161" fmla="*/ 891996 w 1728164"/>
              <a:gd name="csY5161" fmla="*/ 119 h 1114902"/>
              <a:gd name="csX5162" fmla="*/ 892165 w 1728164"/>
              <a:gd name="csY5162" fmla="*/ 134 h 1114902"/>
              <a:gd name="csX5163" fmla="*/ 892343 w 1728164"/>
              <a:gd name="csY5163" fmla="*/ 150 h 1114902"/>
              <a:gd name="csX5164" fmla="*/ 892512 w 1728164"/>
              <a:gd name="csY5164" fmla="*/ 167 h 1114902"/>
              <a:gd name="csX5165" fmla="*/ 892690 w 1728164"/>
              <a:gd name="csY5165" fmla="*/ 185 h 1114902"/>
              <a:gd name="csX5166" fmla="*/ 892859 w 1728164"/>
              <a:gd name="csY5166" fmla="*/ 204 h 1114902"/>
              <a:gd name="csX5167" fmla="*/ 893028 w 1728164"/>
              <a:gd name="csY5167" fmla="*/ 224 h 1114902"/>
              <a:gd name="csX5168" fmla="*/ 893206 w 1728164"/>
              <a:gd name="csY5168" fmla="*/ 244 h 1114902"/>
              <a:gd name="csX5169" fmla="*/ 893375 w 1728164"/>
              <a:gd name="csY5169" fmla="*/ 266 h 1114902"/>
              <a:gd name="csX5170" fmla="*/ 893553 w 1728164"/>
              <a:gd name="csY5170" fmla="*/ 289 h 1114902"/>
              <a:gd name="csX5171" fmla="*/ 893722 w 1728164"/>
              <a:gd name="csY5171" fmla="*/ 312 h 1114902"/>
              <a:gd name="csX5172" fmla="*/ 893900 w 1728164"/>
              <a:gd name="csY5172" fmla="*/ 336 h 1114902"/>
              <a:gd name="csX5173" fmla="*/ 894069 w 1728164"/>
              <a:gd name="csY5173" fmla="*/ 361 h 1114902"/>
              <a:gd name="csX5174" fmla="*/ 894238 w 1728164"/>
              <a:gd name="csY5174" fmla="*/ 388 h 1114902"/>
              <a:gd name="csX5175" fmla="*/ 894416 w 1728164"/>
              <a:gd name="csY5175" fmla="*/ 415 h 1114902"/>
              <a:gd name="csX5176" fmla="*/ 894585 w 1728164"/>
              <a:gd name="csY5176" fmla="*/ 443 h 1114902"/>
              <a:gd name="csX5177" fmla="*/ 894763 w 1728164"/>
              <a:gd name="csY5177" fmla="*/ 472 h 1114902"/>
              <a:gd name="csX5178" fmla="*/ 894932 w 1728164"/>
              <a:gd name="csY5178" fmla="*/ 501 h 1114902"/>
              <a:gd name="csX5179" fmla="*/ 895110 w 1728164"/>
              <a:gd name="csY5179" fmla="*/ 532 h 1114902"/>
              <a:gd name="csX5180" fmla="*/ 895279 w 1728164"/>
              <a:gd name="csY5180" fmla="*/ 564 h 1114902"/>
              <a:gd name="csX5181" fmla="*/ 895448 w 1728164"/>
              <a:gd name="csY5181" fmla="*/ 596 h 1114902"/>
              <a:gd name="csX5182" fmla="*/ 895626 w 1728164"/>
              <a:gd name="csY5182" fmla="*/ 630 h 1114902"/>
              <a:gd name="csX5183" fmla="*/ 895795 w 1728164"/>
              <a:gd name="csY5183" fmla="*/ 664 h 1114902"/>
              <a:gd name="csX5184" fmla="*/ 895973 w 1728164"/>
              <a:gd name="csY5184" fmla="*/ 699 h 1114902"/>
              <a:gd name="csX5185" fmla="*/ 896142 w 1728164"/>
              <a:gd name="csY5185" fmla="*/ 736 h 1114902"/>
              <a:gd name="csX5186" fmla="*/ 896320 w 1728164"/>
              <a:gd name="csY5186" fmla="*/ 773 h 1114902"/>
              <a:gd name="csX5187" fmla="*/ 896489 w 1728164"/>
              <a:gd name="csY5187" fmla="*/ 811 h 1114902"/>
              <a:gd name="csX5188" fmla="*/ 896658 w 1728164"/>
              <a:gd name="csY5188" fmla="*/ 850 h 1114902"/>
              <a:gd name="csX5189" fmla="*/ 896836 w 1728164"/>
              <a:gd name="csY5189" fmla="*/ 890 h 1114902"/>
              <a:gd name="csX5190" fmla="*/ 897005 w 1728164"/>
              <a:gd name="csY5190" fmla="*/ 930 h 1114902"/>
              <a:gd name="csX5191" fmla="*/ 897183 w 1728164"/>
              <a:gd name="csY5191" fmla="*/ 972 h 1114902"/>
              <a:gd name="csX5192" fmla="*/ 897352 w 1728164"/>
              <a:gd name="csY5192" fmla="*/ 1015 h 1114902"/>
              <a:gd name="csX5193" fmla="*/ 897530 w 1728164"/>
              <a:gd name="csY5193" fmla="*/ 1058 h 1114902"/>
              <a:gd name="csX5194" fmla="*/ 897699 w 1728164"/>
              <a:gd name="csY5194" fmla="*/ 1103 h 1114902"/>
              <a:gd name="csX5195" fmla="*/ 897868 w 1728164"/>
              <a:gd name="csY5195" fmla="*/ 1148 h 1114902"/>
              <a:gd name="csX5196" fmla="*/ 898046 w 1728164"/>
              <a:gd name="csY5196" fmla="*/ 1194 h 1114902"/>
              <a:gd name="csX5197" fmla="*/ 898215 w 1728164"/>
              <a:gd name="csY5197" fmla="*/ 1241 h 1114902"/>
              <a:gd name="csX5198" fmla="*/ 898393 w 1728164"/>
              <a:gd name="csY5198" fmla="*/ 1289 h 1114902"/>
              <a:gd name="csX5199" fmla="*/ 898562 w 1728164"/>
              <a:gd name="csY5199" fmla="*/ 1338 h 1114902"/>
              <a:gd name="csX5200" fmla="*/ 898740 w 1728164"/>
              <a:gd name="csY5200" fmla="*/ 1388 h 1114902"/>
              <a:gd name="csX5201" fmla="*/ 898909 w 1728164"/>
              <a:gd name="csY5201" fmla="*/ 1439 h 1114902"/>
              <a:gd name="csX5202" fmla="*/ 899078 w 1728164"/>
              <a:gd name="csY5202" fmla="*/ 1491 h 1114902"/>
              <a:gd name="csX5203" fmla="*/ 899256 w 1728164"/>
              <a:gd name="csY5203" fmla="*/ 1543 h 1114902"/>
              <a:gd name="csX5204" fmla="*/ 899425 w 1728164"/>
              <a:gd name="csY5204" fmla="*/ 1597 h 1114902"/>
              <a:gd name="csX5205" fmla="*/ 899603 w 1728164"/>
              <a:gd name="csY5205" fmla="*/ 1651 h 1114902"/>
              <a:gd name="csX5206" fmla="*/ 899772 w 1728164"/>
              <a:gd name="csY5206" fmla="*/ 1707 h 1114902"/>
              <a:gd name="csX5207" fmla="*/ 899941 w 1728164"/>
              <a:gd name="csY5207" fmla="*/ 1763 h 1114902"/>
              <a:gd name="csX5208" fmla="*/ 900119 w 1728164"/>
              <a:gd name="csY5208" fmla="*/ 1820 h 1114902"/>
              <a:gd name="csX5209" fmla="*/ 900288 w 1728164"/>
              <a:gd name="csY5209" fmla="*/ 1878 h 1114902"/>
              <a:gd name="csX5210" fmla="*/ 900466 w 1728164"/>
              <a:gd name="csY5210" fmla="*/ 1937 h 1114902"/>
              <a:gd name="csX5211" fmla="*/ 900635 w 1728164"/>
              <a:gd name="csY5211" fmla="*/ 1997 h 1114902"/>
              <a:gd name="csX5212" fmla="*/ 900813 w 1728164"/>
              <a:gd name="csY5212" fmla="*/ 2058 h 1114902"/>
              <a:gd name="csX5213" fmla="*/ 900982 w 1728164"/>
              <a:gd name="csY5213" fmla="*/ 2119 h 1114902"/>
              <a:gd name="csX5214" fmla="*/ 901151 w 1728164"/>
              <a:gd name="csY5214" fmla="*/ 2182 h 1114902"/>
              <a:gd name="csX5215" fmla="*/ 901329 w 1728164"/>
              <a:gd name="csY5215" fmla="*/ 2245 h 1114902"/>
              <a:gd name="csX5216" fmla="*/ 901498 w 1728164"/>
              <a:gd name="csY5216" fmla="*/ 2310 h 1114902"/>
              <a:gd name="csX5217" fmla="*/ 901676 w 1728164"/>
              <a:gd name="csY5217" fmla="*/ 2375 h 1114902"/>
              <a:gd name="csX5218" fmla="*/ 901845 w 1728164"/>
              <a:gd name="csY5218" fmla="*/ 2442 h 1114902"/>
              <a:gd name="csX5219" fmla="*/ 902023 w 1728164"/>
              <a:gd name="csY5219" fmla="*/ 2509 h 1114902"/>
              <a:gd name="csX5220" fmla="*/ 902192 w 1728164"/>
              <a:gd name="csY5220" fmla="*/ 2577 h 1114902"/>
              <a:gd name="csX5221" fmla="*/ 902361 w 1728164"/>
              <a:gd name="csY5221" fmla="*/ 2646 h 1114902"/>
              <a:gd name="csX5222" fmla="*/ 902539 w 1728164"/>
              <a:gd name="csY5222" fmla="*/ 2716 h 1114902"/>
              <a:gd name="csX5223" fmla="*/ 902708 w 1728164"/>
              <a:gd name="csY5223" fmla="*/ 2786 h 1114902"/>
              <a:gd name="csX5224" fmla="*/ 902886 w 1728164"/>
              <a:gd name="csY5224" fmla="*/ 2858 h 1114902"/>
              <a:gd name="csX5225" fmla="*/ 903055 w 1728164"/>
              <a:gd name="csY5225" fmla="*/ 2931 h 1114902"/>
              <a:gd name="csX5226" fmla="*/ 903233 w 1728164"/>
              <a:gd name="csY5226" fmla="*/ 3004 h 1114902"/>
              <a:gd name="csX5227" fmla="*/ 903402 w 1728164"/>
              <a:gd name="csY5227" fmla="*/ 3079 h 1114902"/>
              <a:gd name="csX5228" fmla="*/ 903571 w 1728164"/>
              <a:gd name="csY5228" fmla="*/ 3154 h 1114902"/>
              <a:gd name="csX5229" fmla="*/ 903749 w 1728164"/>
              <a:gd name="csY5229" fmla="*/ 3230 h 1114902"/>
              <a:gd name="csX5230" fmla="*/ 903918 w 1728164"/>
              <a:gd name="csY5230" fmla="*/ 3307 h 1114902"/>
              <a:gd name="csX5231" fmla="*/ 904095 w 1728164"/>
              <a:gd name="csY5231" fmla="*/ 3385 h 1114902"/>
              <a:gd name="csX5232" fmla="*/ 904265 w 1728164"/>
              <a:gd name="csY5232" fmla="*/ 3464 h 1114902"/>
              <a:gd name="csX5233" fmla="*/ 904442 w 1728164"/>
              <a:gd name="csY5233" fmla="*/ 3544 h 1114902"/>
              <a:gd name="csX5234" fmla="*/ 904612 w 1728164"/>
              <a:gd name="csY5234" fmla="*/ 3625 h 1114902"/>
              <a:gd name="csX5235" fmla="*/ 904781 w 1728164"/>
              <a:gd name="csY5235" fmla="*/ 3707 h 1114902"/>
              <a:gd name="csX5236" fmla="*/ 904959 w 1728164"/>
              <a:gd name="csY5236" fmla="*/ 3789 h 1114902"/>
              <a:gd name="csX5237" fmla="*/ 905128 w 1728164"/>
              <a:gd name="csY5237" fmla="*/ 3873 h 1114902"/>
              <a:gd name="csX5238" fmla="*/ 905306 w 1728164"/>
              <a:gd name="csY5238" fmla="*/ 3957 h 1114902"/>
              <a:gd name="csX5239" fmla="*/ 905474 w 1728164"/>
              <a:gd name="csY5239" fmla="*/ 4042 h 1114902"/>
              <a:gd name="csX5240" fmla="*/ 905652 w 1728164"/>
              <a:gd name="csY5240" fmla="*/ 4128 h 1114902"/>
              <a:gd name="csX5241" fmla="*/ 905821 w 1728164"/>
              <a:gd name="csY5241" fmla="*/ 4216 h 1114902"/>
              <a:gd name="csX5242" fmla="*/ 905990 w 1728164"/>
              <a:gd name="csY5242" fmla="*/ 4304 h 1114902"/>
              <a:gd name="csX5243" fmla="*/ 906168 w 1728164"/>
              <a:gd name="csY5243" fmla="*/ 4392 h 1114902"/>
              <a:gd name="csX5244" fmla="*/ 906337 w 1728164"/>
              <a:gd name="csY5244" fmla="*/ 4482 h 1114902"/>
              <a:gd name="csX5245" fmla="*/ 906515 w 1728164"/>
              <a:gd name="csY5245" fmla="*/ 4573 h 1114902"/>
              <a:gd name="csX5246" fmla="*/ 906684 w 1728164"/>
              <a:gd name="csY5246" fmla="*/ 4665 h 1114902"/>
              <a:gd name="csX5247" fmla="*/ 906862 w 1728164"/>
              <a:gd name="csY5247" fmla="*/ 4757 h 1114902"/>
              <a:gd name="csX5248" fmla="*/ 907031 w 1728164"/>
              <a:gd name="csY5248" fmla="*/ 4851 h 1114902"/>
              <a:gd name="csX5249" fmla="*/ 907200 w 1728164"/>
              <a:gd name="csY5249" fmla="*/ 4945 h 1114902"/>
              <a:gd name="csX5250" fmla="*/ 907378 w 1728164"/>
              <a:gd name="csY5250" fmla="*/ 5040 h 1114902"/>
              <a:gd name="csX5251" fmla="*/ 907547 w 1728164"/>
              <a:gd name="csY5251" fmla="*/ 5136 h 1114902"/>
              <a:gd name="csX5252" fmla="*/ 907725 w 1728164"/>
              <a:gd name="csY5252" fmla="*/ 5233 h 1114902"/>
              <a:gd name="csX5253" fmla="*/ 907894 w 1728164"/>
              <a:gd name="csY5253" fmla="*/ 5331 h 1114902"/>
              <a:gd name="csX5254" fmla="*/ 908072 w 1728164"/>
              <a:gd name="csY5254" fmla="*/ 5430 h 1114902"/>
              <a:gd name="csX5255" fmla="*/ 908241 w 1728164"/>
              <a:gd name="csY5255" fmla="*/ 5530 h 1114902"/>
              <a:gd name="csX5256" fmla="*/ 908410 w 1728164"/>
              <a:gd name="csY5256" fmla="*/ 5630 h 1114902"/>
              <a:gd name="csX5257" fmla="*/ 908588 w 1728164"/>
              <a:gd name="csY5257" fmla="*/ 5732 h 1114902"/>
              <a:gd name="csX5258" fmla="*/ 908757 w 1728164"/>
              <a:gd name="csY5258" fmla="*/ 5834 h 1114902"/>
              <a:gd name="csX5259" fmla="*/ 908935 w 1728164"/>
              <a:gd name="csY5259" fmla="*/ 5938 h 1114902"/>
              <a:gd name="csX5260" fmla="*/ 909104 w 1728164"/>
              <a:gd name="csY5260" fmla="*/ 6042 h 1114902"/>
              <a:gd name="csX5261" fmla="*/ 909282 w 1728164"/>
              <a:gd name="csY5261" fmla="*/ 6147 h 1114902"/>
              <a:gd name="csX5262" fmla="*/ 909451 w 1728164"/>
              <a:gd name="csY5262" fmla="*/ 6253 h 1114902"/>
              <a:gd name="csX5263" fmla="*/ 909620 w 1728164"/>
              <a:gd name="csY5263" fmla="*/ 6360 h 1114902"/>
              <a:gd name="csX5264" fmla="*/ 909798 w 1728164"/>
              <a:gd name="csY5264" fmla="*/ 6468 h 1114902"/>
              <a:gd name="csX5265" fmla="*/ 909967 w 1728164"/>
              <a:gd name="csY5265" fmla="*/ 6576 h 1114902"/>
              <a:gd name="csX5266" fmla="*/ 910145 w 1728164"/>
              <a:gd name="csY5266" fmla="*/ 6686 h 1114902"/>
              <a:gd name="csX5267" fmla="*/ 910314 w 1728164"/>
              <a:gd name="csY5267" fmla="*/ 6797 h 1114902"/>
              <a:gd name="csX5268" fmla="*/ 910492 w 1728164"/>
              <a:gd name="csY5268" fmla="*/ 6908 h 1114902"/>
              <a:gd name="csX5269" fmla="*/ 910661 w 1728164"/>
              <a:gd name="csY5269" fmla="*/ 7020 h 1114902"/>
              <a:gd name="csX5270" fmla="*/ 910830 w 1728164"/>
              <a:gd name="csY5270" fmla="*/ 7134 h 1114902"/>
              <a:gd name="csX5271" fmla="*/ 911008 w 1728164"/>
              <a:gd name="csY5271" fmla="*/ 7248 h 1114902"/>
              <a:gd name="csX5272" fmla="*/ 911177 w 1728164"/>
              <a:gd name="csY5272" fmla="*/ 7363 h 1114902"/>
              <a:gd name="csX5273" fmla="*/ 911355 w 1728164"/>
              <a:gd name="csY5273" fmla="*/ 7479 h 1114902"/>
              <a:gd name="csX5274" fmla="*/ 911524 w 1728164"/>
              <a:gd name="csY5274" fmla="*/ 7595 h 1114902"/>
              <a:gd name="csX5275" fmla="*/ 911702 w 1728164"/>
              <a:gd name="csY5275" fmla="*/ 7713 h 1114902"/>
              <a:gd name="csX5276" fmla="*/ 911871 w 1728164"/>
              <a:gd name="csY5276" fmla="*/ 7832 h 1114902"/>
              <a:gd name="csX5277" fmla="*/ 912040 w 1728164"/>
              <a:gd name="csY5277" fmla="*/ 7951 h 1114902"/>
              <a:gd name="csX5278" fmla="*/ 912218 w 1728164"/>
              <a:gd name="csY5278" fmla="*/ 8071 h 1114902"/>
              <a:gd name="csX5279" fmla="*/ 912387 w 1728164"/>
              <a:gd name="csY5279" fmla="*/ 8193 h 1114902"/>
              <a:gd name="csX5280" fmla="*/ 912565 w 1728164"/>
              <a:gd name="csY5280" fmla="*/ 8315 h 1114902"/>
              <a:gd name="csX5281" fmla="*/ 912734 w 1728164"/>
              <a:gd name="csY5281" fmla="*/ 8438 h 1114902"/>
              <a:gd name="csX5282" fmla="*/ 912912 w 1728164"/>
              <a:gd name="csY5282" fmla="*/ 8562 h 1114902"/>
              <a:gd name="csX5283" fmla="*/ 913081 w 1728164"/>
              <a:gd name="csY5283" fmla="*/ 8687 h 1114902"/>
              <a:gd name="csX5284" fmla="*/ 913250 w 1728164"/>
              <a:gd name="csY5284" fmla="*/ 8812 h 1114902"/>
              <a:gd name="csX5285" fmla="*/ 913428 w 1728164"/>
              <a:gd name="csY5285" fmla="*/ 8939 h 1114902"/>
              <a:gd name="csX5286" fmla="*/ 913597 w 1728164"/>
              <a:gd name="csY5286" fmla="*/ 9067 h 1114902"/>
              <a:gd name="csX5287" fmla="*/ 913775 w 1728164"/>
              <a:gd name="csY5287" fmla="*/ 9195 h 1114902"/>
              <a:gd name="csX5288" fmla="*/ 913944 w 1728164"/>
              <a:gd name="csY5288" fmla="*/ 9324 h 1114902"/>
              <a:gd name="csX5289" fmla="*/ 914122 w 1728164"/>
              <a:gd name="csY5289" fmla="*/ 9455 h 1114902"/>
              <a:gd name="csX5290" fmla="*/ 914291 w 1728164"/>
              <a:gd name="csY5290" fmla="*/ 9586 h 1114902"/>
              <a:gd name="csX5291" fmla="*/ 914460 w 1728164"/>
              <a:gd name="csY5291" fmla="*/ 9718 h 1114902"/>
              <a:gd name="csX5292" fmla="*/ 914638 w 1728164"/>
              <a:gd name="csY5292" fmla="*/ 9850 h 1114902"/>
              <a:gd name="csX5293" fmla="*/ 914807 w 1728164"/>
              <a:gd name="csY5293" fmla="*/ 9984 h 1114902"/>
              <a:gd name="csX5294" fmla="*/ 914985 w 1728164"/>
              <a:gd name="csY5294" fmla="*/ 10119 h 1114902"/>
              <a:gd name="csX5295" fmla="*/ 915154 w 1728164"/>
              <a:gd name="csY5295" fmla="*/ 10254 h 1114902"/>
              <a:gd name="csX5296" fmla="*/ 915332 w 1728164"/>
              <a:gd name="csY5296" fmla="*/ 10391 h 1114902"/>
              <a:gd name="csX5297" fmla="*/ 915501 w 1728164"/>
              <a:gd name="csY5297" fmla="*/ 10528 h 1114902"/>
              <a:gd name="csX5298" fmla="*/ 915670 w 1728164"/>
              <a:gd name="csY5298" fmla="*/ 10666 h 1114902"/>
              <a:gd name="csX5299" fmla="*/ 915848 w 1728164"/>
              <a:gd name="csY5299" fmla="*/ 10805 h 1114902"/>
              <a:gd name="csX5300" fmla="*/ 916017 w 1728164"/>
              <a:gd name="csY5300" fmla="*/ 10945 h 1114902"/>
              <a:gd name="csX5301" fmla="*/ 916195 w 1728164"/>
              <a:gd name="csY5301" fmla="*/ 11086 h 1114902"/>
              <a:gd name="csX5302" fmla="*/ 916364 w 1728164"/>
              <a:gd name="csY5302" fmla="*/ 11228 h 1114902"/>
              <a:gd name="csX5303" fmla="*/ 916542 w 1728164"/>
              <a:gd name="csY5303" fmla="*/ 11371 h 1114902"/>
              <a:gd name="csX5304" fmla="*/ 916711 w 1728164"/>
              <a:gd name="csY5304" fmla="*/ 11514 h 1114902"/>
              <a:gd name="csX5305" fmla="*/ 916880 w 1728164"/>
              <a:gd name="csY5305" fmla="*/ 11659 h 1114902"/>
              <a:gd name="csX5306" fmla="*/ 917058 w 1728164"/>
              <a:gd name="csY5306" fmla="*/ 11804 h 1114902"/>
              <a:gd name="csX5307" fmla="*/ 917227 w 1728164"/>
              <a:gd name="csY5307" fmla="*/ 11950 h 1114902"/>
              <a:gd name="csX5308" fmla="*/ 917405 w 1728164"/>
              <a:gd name="csY5308" fmla="*/ 12097 h 1114902"/>
              <a:gd name="csX5309" fmla="*/ 917574 w 1728164"/>
              <a:gd name="csY5309" fmla="*/ 12245 h 1114902"/>
              <a:gd name="csX5310" fmla="*/ 917752 w 1728164"/>
              <a:gd name="csY5310" fmla="*/ 12394 h 1114902"/>
              <a:gd name="csX5311" fmla="*/ 917921 w 1728164"/>
              <a:gd name="csY5311" fmla="*/ 12544 h 1114902"/>
              <a:gd name="csX5312" fmla="*/ 918090 w 1728164"/>
              <a:gd name="csY5312" fmla="*/ 12694 h 1114902"/>
              <a:gd name="csX5313" fmla="*/ 918268 w 1728164"/>
              <a:gd name="csY5313" fmla="*/ 12846 h 1114902"/>
              <a:gd name="csX5314" fmla="*/ 918437 w 1728164"/>
              <a:gd name="csY5314" fmla="*/ 12998 h 1114902"/>
              <a:gd name="csX5315" fmla="*/ 918615 w 1728164"/>
              <a:gd name="csY5315" fmla="*/ 13151 h 1114902"/>
              <a:gd name="csX5316" fmla="*/ 918784 w 1728164"/>
              <a:gd name="csY5316" fmla="*/ 13305 h 1114902"/>
              <a:gd name="csX5317" fmla="*/ 918953 w 1728164"/>
              <a:gd name="csY5317" fmla="*/ 13461 h 1114902"/>
              <a:gd name="csX5318" fmla="*/ 919131 w 1728164"/>
              <a:gd name="csY5318" fmla="*/ 13616 h 1114902"/>
              <a:gd name="csX5319" fmla="*/ 919300 w 1728164"/>
              <a:gd name="csY5319" fmla="*/ 13773 h 1114902"/>
              <a:gd name="csX5320" fmla="*/ 919477 w 1728164"/>
              <a:gd name="csY5320" fmla="*/ 13931 h 1114902"/>
              <a:gd name="csX5321" fmla="*/ 919647 w 1728164"/>
              <a:gd name="csY5321" fmla="*/ 14089 h 1114902"/>
              <a:gd name="csX5322" fmla="*/ 919824 w 1728164"/>
              <a:gd name="csY5322" fmla="*/ 14249 h 1114902"/>
              <a:gd name="csX5323" fmla="*/ 919994 w 1728164"/>
              <a:gd name="csY5323" fmla="*/ 14409 h 1114902"/>
              <a:gd name="csX5324" fmla="*/ 920163 w 1728164"/>
              <a:gd name="csY5324" fmla="*/ 14570 h 1114902"/>
              <a:gd name="csX5325" fmla="*/ 920340 w 1728164"/>
              <a:gd name="csY5325" fmla="*/ 14733 h 1114902"/>
              <a:gd name="csX5326" fmla="*/ 920510 w 1728164"/>
              <a:gd name="csY5326" fmla="*/ 14896 h 1114902"/>
              <a:gd name="csX5327" fmla="*/ 920687 w 1728164"/>
              <a:gd name="csY5327" fmla="*/ 15059 h 1114902"/>
              <a:gd name="csX5328" fmla="*/ 920856 w 1728164"/>
              <a:gd name="csY5328" fmla="*/ 15224 h 1114902"/>
              <a:gd name="csX5329" fmla="*/ 921034 w 1728164"/>
              <a:gd name="csY5329" fmla="*/ 15389 h 1114902"/>
              <a:gd name="csX5330" fmla="*/ 921203 w 1728164"/>
              <a:gd name="csY5330" fmla="*/ 15556 h 1114902"/>
              <a:gd name="csX5331" fmla="*/ 921372 w 1728164"/>
              <a:gd name="csY5331" fmla="*/ 15723 h 1114902"/>
              <a:gd name="csX5332" fmla="*/ 921550 w 1728164"/>
              <a:gd name="csY5332" fmla="*/ 15891 h 1114902"/>
              <a:gd name="csX5333" fmla="*/ 921719 w 1728164"/>
              <a:gd name="csY5333" fmla="*/ 16060 h 1114902"/>
              <a:gd name="csX5334" fmla="*/ 921897 w 1728164"/>
              <a:gd name="csY5334" fmla="*/ 16230 h 1114902"/>
              <a:gd name="csX5335" fmla="*/ 922066 w 1728164"/>
              <a:gd name="csY5335" fmla="*/ 16401 h 1114902"/>
              <a:gd name="csX5336" fmla="*/ 922244 w 1728164"/>
              <a:gd name="csY5336" fmla="*/ 16572 h 1114902"/>
              <a:gd name="csX5337" fmla="*/ 922413 w 1728164"/>
              <a:gd name="csY5337" fmla="*/ 16745 h 1114902"/>
              <a:gd name="csX5338" fmla="*/ 922582 w 1728164"/>
              <a:gd name="csY5338" fmla="*/ 16919 h 1114902"/>
              <a:gd name="csX5339" fmla="*/ 922760 w 1728164"/>
              <a:gd name="csY5339" fmla="*/ 17093 h 1114902"/>
              <a:gd name="csX5340" fmla="*/ 922929 w 1728164"/>
              <a:gd name="csY5340" fmla="*/ 17268 h 1114902"/>
              <a:gd name="csX5341" fmla="*/ 923107 w 1728164"/>
              <a:gd name="csY5341" fmla="*/ 17444 h 1114902"/>
              <a:gd name="csX5342" fmla="*/ 923276 w 1728164"/>
              <a:gd name="csY5342" fmla="*/ 17621 h 1114902"/>
              <a:gd name="csX5343" fmla="*/ 923454 w 1728164"/>
              <a:gd name="csY5343" fmla="*/ 17799 h 1114902"/>
              <a:gd name="csX5344" fmla="*/ 923623 w 1728164"/>
              <a:gd name="csY5344" fmla="*/ 17978 h 1114902"/>
              <a:gd name="csX5345" fmla="*/ 923792 w 1728164"/>
              <a:gd name="csY5345" fmla="*/ 18157 h 1114902"/>
              <a:gd name="csX5346" fmla="*/ 923970 w 1728164"/>
              <a:gd name="csY5346" fmla="*/ 18338 h 1114902"/>
              <a:gd name="csX5347" fmla="*/ 924139 w 1728164"/>
              <a:gd name="csY5347" fmla="*/ 18519 h 1114902"/>
              <a:gd name="csX5348" fmla="*/ 924317 w 1728164"/>
              <a:gd name="csY5348" fmla="*/ 18701 h 1114902"/>
              <a:gd name="csX5349" fmla="*/ 924486 w 1728164"/>
              <a:gd name="csY5349" fmla="*/ 18884 h 1114902"/>
              <a:gd name="csX5350" fmla="*/ 924664 w 1728164"/>
              <a:gd name="csY5350" fmla="*/ 19068 h 1114902"/>
              <a:gd name="csX5351" fmla="*/ 924833 w 1728164"/>
              <a:gd name="csY5351" fmla="*/ 19253 h 1114902"/>
              <a:gd name="csX5352" fmla="*/ 925002 w 1728164"/>
              <a:gd name="csY5352" fmla="*/ 19438 h 1114902"/>
              <a:gd name="csX5353" fmla="*/ 925180 w 1728164"/>
              <a:gd name="csY5353" fmla="*/ 19625 h 1114902"/>
              <a:gd name="csX5354" fmla="*/ 925349 w 1728164"/>
              <a:gd name="csY5354" fmla="*/ 19813 h 1114902"/>
              <a:gd name="csX5355" fmla="*/ 925527 w 1728164"/>
              <a:gd name="csY5355" fmla="*/ 20000 h 1114902"/>
              <a:gd name="csX5356" fmla="*/ 925696 w 1728164"/>
              <a:gd name="csY5356" fmla="*/ 20190 h 1114902"/>
              <a:gd name="csX5357" fmla="*/ 925874 w 1728164"/>
              <a:gd name="csY5357" fmla="*/ 20379 h 1114902"/>
              <a:gd name="csX5358" fmla="*/ 926043 w 1728164"/>
              <a:gd name="csY5358" fmla="*/ 20571 h 1114902"/>
              <a:gd name="csX5359" fmla="*/ 926212 w 1728164"/>
              <a:gd name="csY5359" fmla="*/ 20762 h 1114902"/>
              <a:gd name="csX5360" fmla="*/ 926390 w 1728164"/>
              <a:gd name="csY5360" fmla="*/ 20955 h 1114902"/>
              <a:gd name="csX5361" fmla="*/ 926559 w 1728164"/>
              <a:gd name="csY5361" fmla="*/ 21148 h 1114902"/>
              <a:gd name="csX5362" fmla="*/ 926737 w 1728164"/>
              <a:gd name="csY5362" fmla="*/ 21342 h 1114902"/>
              <a:gd name="csX5363" fmla="*/ 926906 w 1728164"/>
              <a:gd name="csY5363" fmla="*/ 21538 h 1114902"/>
              <a:gd name="csX5364" fmla="*/ 927084 w 1728164"/>
              <a:gd name="csY5364" fmla="*/ 21733 h 1114902"/>
              <a:gd name="csX5365" fmla="*/ 927253 w 1728164"/>
              <a:gd name="csY5365" fmla="*/ 21930 h 1114902"/>
              <a:gd name="csX5366" fmla="*/ 927422 w 1728164"/>
              <a:gd name="csY5366" fmla="*/ 22127 h 1114902"/>
              <a:gd name="csX5367" fmla="*/ 927600 w 1728164"/>
              <a:gd name="csY5367" fmla="*/ 22327 h 1114902"/>
              <a:gd name="csX5368" fmla="*/ 927769 w 1728164"/>
              <a:gd name="csY5368" fmla="*/ 22526 h 1114902"/>
              <a:gd name="csX5369" fmla="*/ 927947 w 1728164"/>
              <a:gd name="csY5369" fmla="*/ 22726 h 1114902"/>
              <a:gd name="csX5370" fmla="*/ 928116 w 1728164"/>
              <a:gd name="csY5370" fmla="*/ 22927 h 1114902"/>
              <a:gd name="csX5371" fmla="*/ 928294 w 1728164"/>
              <a:gd name="csY5371" fmla="*/ 23129 h 1114902"/>
              <a:gd name="csX5372" fmla="*/ 928463 w 1728164"/>
              <a:gd name="csY5372" fmla="*/ 23332 h 1114902"/>
              <a:gd name="csX5373" fmla="*/ 928632 w 1728164"/>
              <a:gd name="csY5373" fmla="*/ 23536 h 1114902"/>
              <a:gd name="csX5374" fmla="*/ 928810 w 1728164"/>
              <a:gd name="csY5374" fmla="*/ 23740 h 1114902"/>
              <a:gd name="csX5375" fmla="*/ 928979 w 1728164"/>
              <a:gd name="csY5375" fmla="*/ 23946 h 1114902"/>
              <a:gd name="csX5376" fmla="*/ 929157 w 1728164"/>
              <a:gd name="csY5376" fmla="*/ 24152 h 1114902"/>
              <a:gd name="csX5377" fmla="*/ 929326 w 1728164"/>
              <a:gd name="csY5377" fmla="*/ 24360 h 1114902"/>
              <a:gd name="csX5378" fmla="*/ 929504 w 1728164"/>
              <a:gd name="csY5378" fmla="*/ 24567 h 1114902"/>
              <a:gd name="csX5379" fmla="*/ 929673 w 1728164"/>
              <a:gd name="csY5379" fmla="*/ 24776 h 1114902"/>
              <a:gd name="csX5380" fmla="*/ 929842 w 1728164"/>
              <a:gd name="csY5380" fmla="*/ 24986 h 1114902"/>
              <a:gd name="csX5381" fmla="*/ 930020 w 1728164"/>
              <a:gd name="csY5381" fmla="*/ 25197 h 1114902"/>
              <a:gd name="csX5382" fmla="*/ 930189 w 1728164"/>
              <a:gd name="csY5382" fmla="*/ 25408 h 1114902"/>
              <a:gd name="csX5383" fmla="*/ 930367 w 1728164"/>
              <a:gd name="csY5383" fmla="*/ 25620 h 1114902"/>
              <a:gd name="csX5384" fmla="*/ 930536 w 1728164"/>
              <a:gd name="csY5384" fmla="*/ 25833 h 1114902"/>
              <a:gd name="csX5385" fmla="*/ 930714 w 1728164"/>
              <a:gd name="csY5385" fmla="*/ 26047 h 1114902"/>
              <a:gd name="csX5386" fmla="*/ 930883 w 1728164"/>
              <a:gd name="csY5386" fmla="*/ 26262 h 1114902"/>
              <a:gd name="csX5387" fmla="*/ 931052 w 1728164"/>
              <a:gd name="csY5387" fmla="*/ 26478 h 1114902"/>
              <a:gd name="csX5388" fmla="*/ 931230 w 1728164"/>
              <a:gd name="csY5388" fmla="*/ 26694 h 1114902"/>
              <a:gd name="csX5389" fmla="*/ 931399 w 1728164"/>
              <a:gd name="csY5389" fmla="*/ 26912 h 1114902"/>
              <a:gd name="csX5390" fmla="*/ 931577 w 1728164"/>
              <a:gd name="csY5390" fmla="*/ 27130 h 1114902"/>
              <a:gd name="csX5391" fmla="*/ 931746 w 1728164"/>
              <a:gd name="csY5391" fmla="*/ 27349 h 1114902"/>
              <a:gd name="csX5392" fmla="*/ 931924 w 1728164"/>
              <a:gd name="csY5392" fmla="*/ 27569 h 1114902"/>
              <a:gd name="csX5393" fmla="*/ 932093 w 1728164"/>
              <a:gd name="csY5393" fmla="*/ 27789 h 1114902"/>
              <a:gd name="csX5394" fmla="*/ 932262 w 1728164"/>
              <a:gd name="csY5394" fmla="*/ 28011 h 1114902"/>
              <a:gd name="csX5395" fmla="*/ 932440 w 1728164"/>
              <a:gd name="csY5395" fmla="*/ 28234 h 1114902"/>
              <a:gd name="csX5396" fmla="*/ 932609 w 1728164"/>
              <a:gd name="csY5396" fmla="*/ 28456 h 1114902"/>
              <a:gd name="csX5397" fmla="*/ 932787 w 1728164"/>
              <a:gd name="csY5397" fmla="*/ 28681 h 1114902"/>
              <a:gd name="csX5398" fmla="*/ 932956 w 1728164"/>
              <a:gd name="csY5398" fmla="*/ 28906 h 1114902"/>
              <a:gd name="csX5399" fmla="*/ 933134 w 1728164"/>
              <a:gd name="csY5399" fmla="*/ 29132 h 1114902"/>
              <a:gd name="csX5400" fmla="*/ 933303 w 1728164"/>
              <a:gd name="csY5400" fmla="*/ 29358 h 1114902"/>
              <a:gd name="csX5401" fmla="*/ 933472 w 1728164"/>
              <a:gd name="csY5401" fmla="*/ 29586 h 1114902"/>
              <a:gd name="csX5402" fmla="*/ 933650 w 1728164"/>
              <a:gd name="csY5402" fmla="*/ 29814 h 1114902"/>
              <a:gd name="csX5403" fmla="*/ 933819 w 1728164"/>
              <a:gd name="csY5403" fmla="*/ 30043 h 1114902"/>
              <a:gd name="csX5404" fmla="*/ 933997 w 1728164"/>
              <a:gd name="csY5404" fmla="*/ 30274 h 1114902"/>
              <a:gd name="csX5405" fmla="*/ 934166 w 1728164"/>
              <a:gd name="csY5405" fmla="*/ 30504 h 1114902"/>
              <a:gd name="csX5406" fmla="*/ 934343 w 1728164"/>
              <a:gd name="csY5406" fmla="*/ 30737 h 1114902"/>
              <a:gd name="csX5407" fmla="*/ 934513 w 1728164"/>
              <a:gd name="csY5407" fmla="*/ 30969 h 1114902"/>
              <a:gd name="csX5408" fmla="*/ 934681 w 1728164"/>
              <a:gd name="csY5408" fmla="*/ 31202 h 1114902"/>
              <a:gd name="csX5409" fmla="*/ 934859 w 1728164"/>
              <a:gd name="csY5409" fmla="*/ 31437 h 1114902"/>
              <a:gd name="csX5410" fmla="*/ 935028 w 1728164"/>
              <a:gd name="csY5410" fmla="*/ 31672 h 1114902"/>
              <a:gd name="csX5411" fmla="*/ 935206 w 1728164"/>
              <a:gd name="csY5411" fmla="*/ 31907 h 1114902"/>
              <a:gd name="csX5412" fmla="*/ 935375 w 1728164"/>
              <a:gd name="csY5412" fmla="*/ 32144 h 1114902"/>
              <a:gd name="csX5413" fmla="*/ 935553 w 1728164"/>
              <a:gd name="csY5413" fmla="*/ 32381 h 1114902"/>
              <a:gd name="csX5414" fmla="*/ 935722 w 1728164"/>
              <a:gd name="csY5414" fmla="*/ 32620 h 1114902"/>
              <a:gd name="csX5415" fmla="*/ 935892 w 1728164"/>
              <a:gd name="csY5415" fmla="*/ 32859 h 1114902"/>
              <a:gd name="csX5416" fmla="*/ 936069 w 1728164"/>
              <a:gd name="csY5416" fmla="*/ 33099 h 1114902"/>
              <a:gd name="csX5417" fmla="*/ 936238 w 1728164"/>
              <a:gd name="csY5417" fmla="*/ 33341 h 1114902"/>
              <a:gd name="csX5418" fmla="*/ 936416 w 1728164"/>
              <a:gd name="csY5418" fmla="*/ 33582 h 1114902"/>
              <a:gd name="csX5419" fmla="*/ 936585 w 1728164"/>
              <a:gd name="csY5419" fmla="*/ 33824 h 1114902"/>
              <a:gd name="csX5420" fmla="*/ 936763 w 1728164"/>
              <a:gd name="csY5420" fmla="*/ 34068 h 1114902"/>
              <a:gd name="csX5421" fmla="*/ 936932 w 1728164"/>
              <a:gd name="csY5421" fmla="*/ 34312 h 1114902"/>
              <a:gd name="csX5422" fmla="*/ 937101 w 1728164"/>
              <a:gd name="csY5422" fmla="*/ 34558 h 1114902"/>
              <a:gd name="csX5423" fmla="*/ 937279 w 1728164"/>
              <a:gd name="csY5423" fmla="*/ 34803 h 1114902"/>
              <a:gd name="csX5424" fmla="*/ 937448 w 1728164"/>
              <a:gd name="csY5424" fmla="*/ 35050 h 1114902"/>
              <a:gd name="csX5425" fmla="*/ 937626 w 1728164"/>
              <a:gd name="csY5425" fmla="*/ 35298 h 1114902"/>
              <a:gd name="csX5426" fmla="*/ 937795 w 1728164"/>
              <a:gd name="csY5426" fmla="*/ 35546 h 1114902"/>
              <a:gd name="csX5427" fmla="*/ 937964 w 1728164"/>
              <a:gd name="csY5427" fmla="*/ 35795 h 1114902"/>
              <a:gd name="csX5428" fmla="*/ 938142 w 1728164"/>
              <a:gd name="csY5428" fmla="*/ 36045 h 1114902"/>
              <a:gd name="csX5429" fmla="*/ 938311 w 1728164"/>
              <a:gd name="csY5429" fmla="*/ 36296 h 1114902"/>
              <a:gd name="csX5430" fmla="*/ 938489 w 1728164"/>
              <a:gd name="csY5430" fmla="*/ 36548 h 1114902"/>
              <a:gd name="csX5431" fmla="*/ 938658 w 1728164"/>
              <a:gd name="csY5431" fmla="*/ 36800 h 1114902"/>
              <a:gd name="csX5432" fmla="*/ 938836 w 1728164"/>
              <a:gd name="csY5432" fmla="*/ 37054 h 1114902"/>
              <a:gd name="csX5433" fmla="*/ 939005 w 1728164"/>
              <a:gd name="csY5433" fmla="*/ 37308 h 1114902"/>
              <a:gd name="csX5434" fmla="*/ 939174 w 1728164"/>
              <a:gd name="csY5434" fmla="*/ 37563 h 1114902"/>
              <a:gd name="csX5435" fmla="*/ 939352 w 1728164"/>
              <a:gd name="csY5435" fmla="*/ 37819 h 1114902"/>
              <a:gd name="csX5436" fmla="*/ 939521 w 1728164"/>
              <a:gd name="csY5436" fmla="*/ 38075 h 1114902"/>
              <a:gd name="csX5437" fmla="*/ 939699 w 1728164"/>
              <a:gd name="csY5437" fmla="*/ 38333 h 1114902"/>
              <a:gd name="csX5438" fmla="*/ 939868 w 1728164"/>
              <a:gd name="csY5438" fmla="*/ 38591 h 1114902"/>
              <a:gd name="csX5439" fmla="*/ 940046 w 1728164"/>
              <a:gd name="csY5439" fmla="*/ 38850 h 1114902"/>
              <a:gd name="csX5440" fmla="*/ 940215 w 1728164"/>
              <a:gd name="csY5440" fmla="*/ 39110 h 1114902"/>
              <a:gd name="csX5441" fmla="*/ 940384 w 1728164"/>
              <a:gd name="csY5441" fmla="*/ 39371 h 1114902"/>
              <a:gd name="csX5442" fmla="*/ 940562 w 1728164"/>
              <a:gd name="csY5442" fmla="*/ 39632 h 1114902"/>
              <a:gd name="csX5443" fmla="*/ 940731 w 1728164"/>
              <a:gd name="csY5443" fmla="*/ 39895 h 1114902"/>
              <a:gd name="csX5444" fmla="*/ 940909 w 1728164"/>
              <a:gd name="csY5444" fmla="*/ 40158 h 1114902"/>
              <a:gd name="csX5445" fmla="*/ 941078 w 1728164"/>
              <a:gd name="csY5445" fmla="*/ 40422 h 1114902"/>
              <a:gd name="csX5446" fmla="*/ 941256 w 1728164"/>
              <a:gd name="csY5446" fmla="*/ 40687 h 1114902"/>
              <a:gd name="csX5447" fmla="*/ 941425 w 1728164"/>
              <a:gd name="csY5447" fmla="*/ 40952 h 1114902"/>
              <a:gd name="csX5448" fmla="*/ 941594 w 1728164"/>
              <a:gd name="csY5448" fmla="*/ 41219 h 1114902"/>
              <a:gd name="csX5449" fmla="*/ 941772 w 1728164"/>
              <a:gd name="csY5449" fmla="*/ 41486 h 1114902"/>
              <a:gd name="csX5450" fmla="*/ 941941 w 1728164"/>
              <a:gd name="csY5450" fmla="*/ 41755 h 1114902"/>
              <a:gd name="csX5451" fmla="*/ 942119 w 1728164"/>
              <a:gd name="csY5451" fmla="*/ 42023 h 1114902"/>
              <a:gd name="csX5452" fmla="*/ 942288 w 1728164"/>
              <a:gd name="csY5452" fmla="*/ 42293 h 1114902"/>
              <a:gd name="csX5453" fmla="*/ 942466 w 1728164"/>
              <a:gd name="csY5453" fmla="*/ 42563 h 1114902"/>
              <a:gd name="csX5454" fmla="*/ 942635 w 1728164"/>
              <a:gd name="csY5454" fmla="*/ 42835 h 1114902"/>
              <a:gd name="csX5455" fmla="*/ 942804 w 1728164"/>
              <a:gd name="csY5455" fmla="*/ 43107 h 1114902"/>
              <a:gd name="csX5456" fmla="*/ 942982 w 1728164"/>
              <a:gd name="csY5456" fmla="*/ 43380 h 1114902"/>
              <a:gd name="csX5457" fmla="*/ 943151 w 1728164"/>
              <a:gd name="csY5457" fmla="*/ 43654 h 1114902"/>
              <a:gd name="csX5458" fmla="*/ 943329 w 1728164"/>
              <a:gd name="csY5458" fmla="*/ 43928 h 1114902"/>
              <a:gd name="csX5459" fmla="*/ 943498 w 1728164"/>
              <a:gd name="csY5459" fmla="*/ 44204 h 1114902"/>
              <a:gd name="csX5460" fmla="*/ 943676 w 1728164"/>
              <a:gd name="csY5460" fmla="*/ 44480 h 1114902"/>
              <a:gd name="csX5461" fmla="*/ 943845 w 1728164"/>
              <a:gd name="csY5461" fmla="*/ 44756 h 1114902"/>
              <a:gd name="csX5462" fmla="*/ 944014 w 1728164"/>
              <a:gd name="csY5462" fmla="*/ 45035 h 1114902"/>
              <a:gd name="csX5463" fmla="*/ 944192 w 1728164"/>
              <a:gd name="csY5463" fmla="*/ 45313 h 1114902"/>
              <a:gd name="csX5464" fmla="*/ 944361 w 1728164"/>
              <a:gd name="csY5464" fmla="*/ 45593 h 1114902"/>
              <a:gd name="csX5465" fmla="*/ 944539 w 1728164"/>
              <a:gd name="csY5465" fmla="*/ 45873 h 1114902"/>
              <a:gd name="csX5466" fmla="*/ 944708 w 1728164"/>
              <a:gd name="csY5466" fmla="*/ 46154 h 1114902"/>
              <a:gd name="csX5467" fmla="*/ 944886 w 1728164"/>
              <a:gd name="csY5467" fmla="*/ 46436 h 1114902"/>
              <a:gd name="csX5468" fmla="*/ 945055 w 1728164"/>
              <a:gd name="csY5468" fmla="*/ 46718 h 1114902"/>
              <a:gd name="csX5469" fmla="*/ 945224 w 1728164"/>
              <a:gd name="csY5469" fmla="*/ 47002 h 1114902"/>
              <a:gd name="csX5470" fmla="*/ 945402 w 1728164"/>
              <a:gd name="csY5470" fmla="*/ 47286 h 1114902"/>
              <a:gd name="csX5471" fmla="*/ 945571 w 1728164"/>
              <a:gd name="csY5471" fmla="*/ 47571 h 1114902"/>
              <a:gd name="csX5472" fmla="*/ 945749 w 1728164"/>
              <a:gd name="csY5472" fmla="*/ 47857 h 1114902"/>
              <a:gd name="csX5473" fmla="*/ 945918 w 1728164"/>
              <a:gd name="csY5473" fmla="*/ 48143 h 1114902"/>
              <a:gd name="csX5474" fmla="*/ 946096 w 1728164"/>
              <a:gd name="csY5474" fmla="*/ 48431 h 1114902"/>
              <a:gd name="csX5475" fmla="*/ 946265 w 1728164"/>
              <a:gd name="csY5475" fmla="*/ 48719 h 1114902"/>
              <a:gd name="csX5476" fmla="*/ 946434 w 1728164"/>
              <a:gd name="csY5476" fmla="*/ 49008 h 1114902"/>
              <a:gd name="csX5477" fmla="*/ 946612 w 1728164"/>
              <a:gd name="csY5477" fmla="*/ 49298 h 1114902"/>
              <a:gd name="csX5478" fmla="*/ 946781 w 1728164"/>
              <a:gd name="csY5478" fmla="*/ 49588 h 1114902"/>
              <a:gd name="csX5479" fmla="*/ 946959 w 1728164"/>
              <a:gd name="csY5479" fmla="*/ 49880 h 1114902"/>
              <a:gd name="csX5480" fmla="*/ 947128 w 1728164"/>
              <a:gd name="csY5480" fmla="*/ 50172 h 1114902"/>
              <a:gd name="csX5481" fmla="*/ 947306 w 1728164"/>
              <a:gd name="csY5481" fmla="*/ 50465 h 1114902"/>
              <a:gd name="csX5482" fmla="*/ 947475 w 1728164"/>
              <a:gd name="csY5482" fmla="*/ 50759 h 1114902"/>
              <a:gd name="csX5483" fmla="*/ 947644 w 1728164"/>
              <a:gd name="csY5483" fmla="*/ 51053 h 1114902"/>
              <a:gd name="csX5484" fmla="*/ 947822 w 1728164"/>
              <a:gd name="csY5484" fmla="*/ 51349 h 1114902"/>
              <a:gd name="csX5485" fmla="*/ 947991 w 1728164"/>
              <a:gd name="csY5485" fmla="*/ 51645 h 1114902"/>
              <a:gd name="csX5486" fmla="*/ 948169 w 1728164"/>
              <a:gd name="csY5486" fmla="*/ 51942 h 1114902"/>
              <a:gd name="csX5487" fmla="*/ 948338 w 1728164"/>
              <a:gd name="csY5487" fmla="*/ 52239 h 1114902"/>
              <a:gd name="csX5488" fmla="*/ 948516 w 1728164"/>
              <a:gd name="csY5488" fmla="*/ 52538 h 1114902"/>
              <a:gd name="csX5489" fmla="*/ 948685 w 1728164"/>
              <a:gd name="csY5489" fmla="*/ 52837 h 1114902"/>
              <a:gd name="csX5490" fmla="*/ 948854 w 1728164"/>
              <a:gd name="csY5490" fmla="*/ 53138 h 1114902"/>
              <a:gd name="csX5491" fmla="*/ 949031 w 1728164"/>
              <a:gd name="csY5491" fmla="*/ 53438 h 1114902"/>
              <a:gd name="csX5492" fmla="*/ 949201 w 1728164"/>
              <a:gd name="csY5492" fmla="*/ 53740 h 1114902"/>
              <a:gd name="csX5493" fmla="*/ 949378 w 1728164"/>
              <a:gd name="csY5493" fmla="*/ 54043 h 1114902"/>
              <a:gd name="csX5494" fmla="*/ 949548 w 1728164"/>
              <a:gd name="csY5494" fmla="*/ 54346 h 1114902"/>
              <a:gd name="csX5495" fmla="*/ 949725 w 1728164"/>
              <a:gd name="csY5495" fmla="*/ 54649 h 1114902"/>
              <a:gd name="csX5496" fmla="*/ 949895 w 1728164"/>
              <a:gd name="csY5496" fmla="*/ 54954 h 1114902"/>
              <a:gd name="csX5497" fmla="*/ 950063 w 1728164"/>
              <a:gd name="csY5497" fmla="*/ 55260 h 1114902"/>
              <a:gd name="csX5498" fmla="*/ 950241 w 1728164"/>
              <a:gd name="csY5498" fmla="*/ 55567 h 1114902"/>
              <a:gd name="csX5499" fmla="*/ 950410 w 1728164"/>
              <a:gd name="csY5499" fmla="*/ 55873 h 1114902"/>
              <a:gd name="csX5500" fmla="*/ 950588 w 1728164"/>
              <a:gd name="csY5500" fmla="*/ 56181 h 1114902"/>
              <a:gd name="csX5501" fmla="*/ 950757 w 1728164"/>
              <a:gd name="csY5501" fmla="*/ 56490 h 1114902"/>
              <a:gd name="csX5502" fmla="*/ 950935 w 1728164"/>
              <a:gd name="csY5502" fmla="*/ 56800 h 1114902"/>
              <a:gd name="csX5503" fmla="*/ 951104 w 1728164"/>
              <a:gd name="csY5503" fmla="*/ 57110 h 1114902"/>
              <a:gd name="csX5504" fmla="*/ 951273 w 1728164"/>
              <a:gd name="csY5504" fmla="*/ 57421 h 1114902"/>
              <a:gd name="csX5505" fmla="*/ 951451 w 1728164"/>
              <a:gd name="csY5505" fmla="*/ 57733 h 1114902"/>
              <a:gd name="csX5506" fmla="*/ 951620 w 1728164"/>
              <a:gd name="csY5506" fmla="*/ 58045 h 1114902"/>
              <a:gd name="csX5507" fmla="*/ 951798 w 1728164"/>
              <a:gd name="csY5507" fmla="*/ 58358 h 1114902"/>
              <a:gd name="csX5508" fmla="*/ 951967 w 1728164"/>
              <a:gd name="csY5508" fmla="*/ 58672 h 1114902"/>
              <a:gd name="csX5509" fmla="*/ 952145 w 1728164"/>
              <a:gd name="csY5509" fmla="*/ 58987 h 1114902"/>
              <a:gd name="csX5510" fmla="*/ 952314 w 1728164"/>
              <a:gd name="csY5510" fmla="*/ 59303 h 1114902"/>
              <a:gd name="csX5511" fmla="*/ 952483 w 1728164"/>
              <a:gd name="csY5511" fmla="*/ 59620 h 1114902"/>
              <a:gd name="csX5512" fmla="*/ 952661 w 1728164"/>
              <a:gd name="csY5512" fmla="*/ 59936 h 1114902"/>
              <a:gd name="csX5513" fmla="*/ 952830 w 1728164"/>
              <a:gd name="csY5513" fmla="*/ 60255 h 1114902"/>
              <a:gd name="csX5514" fmla="*/ 953008 w 1728164"/>
              <a:gd name="csY5514" fmla="*/ 60573 h 1114902"/>
              <a:gd name="csX5515" fmla="*/ 953177 w 1728164"/>
              <a:gd name="csY5515" fmla="*/ 60893 h 1114902"/>
              <a:gd name="csX5516" fmla="*/ 953355 w 1728164"/>
              <a:gd name="csY5516" fmla="*/ 61213 h 1114902"/>
              <a:gd name="csX5517" fmla="*/ 953524 w 1728164"/>
              <a:gd name="csY5517" fmla="*/ 61534 h 1114902"/>
              <a:gd name="csX5518" fmla="*/ 953693 w 1728164"/>
              <a:gd name="csY5518" fmla="*/ 61856 h 1114902"/>
              <a:gd name="csX5519" fmla="*/ 953871 w 1728164"/>
              <a:gd name="csY5519" fmla="*/ 62178 h 1114902"/>
              <a:gd name="csX5520" fmla="*/ 954040 w 1728164"/>
              <a:gd name="csY5520" fmla="*/ 62502 h 1114902"/>
              <a:gd name="csX5521" fmla="*/ 954218 w 1728164"/>
              <a:gd name="csY5521" fmla="*/ 62826 h 1114902"/>
              <a:gd name="csX5522" fmla="*/ 954387 w 1728164"/>
              <a:gd name="csY5522" fmla="*/ 63151 h 1114902"/>
              <a:gd name="csX5523" fmla="*/ 954565 w 1728164"/>
              <a:gd name="csY5523" fmla="*/ 63476 h 1114902"/>
              <a:gd name="csX5524" fmla="*/ 954734 w 1728164"/>
              <a:gd name="csY5524" fmla="*/ 63803 h 1114902"/>
              <a:gd name="csX5525" fmla="*/ 954903 w 1728164"/>
              <a:gd name="csY5525" fmla="*/ 64130 h 1114902"/>
              <a:gd name="csX5526" fmla="*/ 955081 w 1728164"/>
              <a:gd name="csY5526" fmla="*/ 64458 h 1114902"/>
              <a:gd name="csX5527" fmla="*/ 955250 w 1728164"/>
              <a:gd name="csY5527" fmla="*/ 64787 h 1114902"/>
              <a:gd name="csX5528" fmla="*/ 955428 w 1728164"/>
              <a:gd name="csY5528" fmla="*/ 65116 h 1114902"/>
              <a:gd name="csX5529" fmla="*/ 955597 w 1728164"/>
              <a:gd name="csY5529" fmla="*/ 65446 h 1114902"/>
              <a:gd name="csX5530" fmla="*/ 955775 w 1728164"/>
              <a:gd name="csY5530" fmla="*/ 65777 h 1114902"/>
              <a:gd name="csX5531" fmla="*/ 955944 w 1728164"/>
              <a:gd name="csY5531" fmla="*/ 66109 h 1114902"/>
              <a:gd name="csX5532" fmla="*/ 956113 w 1728164"/>
              <a:gd name="csY5532" fmla="*/ 66442 h 1114902"/>
              <a:gd name="csX5533" fmla="*/ 956291 w 1728164"/>
              <a:gd name="csY5533" fmla="*/ 66774 h 1114902"/>
              <a:gd name="csX5534" fmla="*/ 956460 w 1728164"/>
              <a:gd name="csY5534" fmla="*/ 67108 h 1114902"/>
              <a:gd name="csX5535" fmla="*/ 956638 w 1728164"/>
              <a:gd name="csY5535" fmla="*/ 67443 h 1114902"/>
              <a:gd name="csX5536" fmla="*/ 956807 w 1728164"/>
              <a:gd name="csY5536" fmla="*/ 67779 h 1114902"/>
              <a:gd name="csX5537" fmla="*/ 956976 w 1728164"/>
              <a:gd name="csY5537" fmla="*/ 68115 h 1114902"/>
              <a:gd name="csX5538" fmla="*/ 957154 w 1728164"/>
              <a:gd name="csY5538" fmla="*/ 68451 h 1114902"/>
              <a:gd name="csX5539" fmla="*/ 957323 w 1728164"/>
              <a:gd name="csY5539" fmla="*/ 68789 h 1114902"/>
              <a:gd name="csX5540" fmla="*/ 957501 w 1728164"/>
              <a:gd name="csY5540" fmla="*/ 69127 h 1114902"/>
              <a:gd name="csX5541" fmla="*/ 957670 w 1728164"/>
              <a:gd name="csY5541" fmla="*/ 69467 h 1114902"/>
              <a:gd name="csX5542" fmla="*/ 957848 w 1728164"/>
              <a:gd name="csY5542" fmla="*/ 69807 h 1114902"/>
              <a:gd name="csX5543" fmla="*/ 958017 w 1728164"/>
              <a:gd name="csY5543" fmla="*/ 70148 h 1114902"/>
              <a:gd name="csX5544" fmla="*/ 958186 w 1728164"/>
              <a:gd name="csY5544" fmla="*/ 70489 h 1114902"/>
              <a:gd name="csX5545" fmla="*/ 958364 w 1728164"/>
              <a:gd name="csY5545" fmla="*/ 70831 h 1114902"/>
              <a:gd name="csX5546" fmla="*/ 958533 w 1728164"/>
              <a:gd name="csY5546" fmla="*/ 71174 h 1114902"/>
              <a:gd name="csX5547" fmla="*/ 958711 w 1728164"/>
              <a:gd name="csY5547" fmla="*/ 71518 h 1114902"/>
              <a:gd name="csX5548" fmla="*/ 958880 w 1728164"/>
              <a:gd name="csY5548" fmla="*/ 71862 h 1114902"/>
              <a:gd name="csX5549" fmla="*/ 959058 w 1728164"/>
              <a:gd name="csY5549" fmla="*/ 72207 h 1114902"/>
              <a:gd name="csX5550" fmla="*/ 959227 w 1728164"/>
              <a:gd name="csY5550" fmla="*/ 72553 h 1114902"/>
              <a:gd name="csX5551" fmla="*/ 959396 w 1728164"/>
              <a:gd name="csY5551" fmla="*/ 72899 h 1114902"/>
              <a:gd name="csX5552" fmla="*/ 959574 w 1728164"/>
              <a:gd name="csY5552" fmla="*/ 73247 h 1114902"/>
              <a:gd name="csX5553" fmla="*/ 959743 w 1728164"/>
              <a:gd name="csY5553" fmla="*/ 73595 h 1114902"/>
              <a:gd name="csX5554" fmla="*/ 959921 w 1728164"/>
              <a:gd name="csY5554" fmla="*/ 73944 h 1114902"/>
              <a:gd name="csX5555" fmla="*/ 960090 w 1728164"/>
              <a:gd name="csY5555" fmla="*/ 74294 h 1114902"/>
              <a:gd name="csX5556" fmla="*/ 960268 w 1728164"/>
              <a:gd name="csY5556" fmla="*/ 74644 h 1114902"/>
              <a:gd name="csX5557" fmla="*/ 960437 w 1728164"/>
              <a:gd name="csY5557" fmla="*/ 74995 h 1114902"/>
              <a:gd name="csX5558" fmla="*/ 960606 w 1728164"/>
              <a:gd name="csY5558" fmla="*/ 75347 h 1114902"/>
              <a:gd name="csX5559" fmla="*/ 960784 w 1728164"/>
              <a:gd name="csY5559" fmla="*/ 75699 h 1114902"/>
              <a:gd name="csX5560" fmla="*/ 960953 w 1728164"/>
              <a:gd name="csY5560" fmla="*/ 76052 h 1114902"/>
              <a:gd name="csX5561" fmla="*/ 961131 w 1728164"/>
              <a:gd name="csY5561" fmla="*/ 76406 h 1114902"/>
              <a:gd name="csX5562" fmla="*/ 961300 w 1728164"/>
              <a:gd name="csY5562" fmla="*/ 76761 h 1114902"/>
              <a:gd name="csX5563" fmla="*/ 961478 w 1728164"/>
              <a:gd name="csY5563" fmla="*/ 77117 h 1114902"/>
              <a:gd name="csX5564" fmla="*/ 961647 w 1728164"/>
              <a:gd name="csY5564" fmla="*/ 77473 h 1114902"/>
              <a:gd name="csX5565" fmla="*/ 961816 w 1728164"/>
              <a:gd name="csY5565" fmla="*/ 77830 h 1114902"/>
              <a:gd name="csX5566" fmla="*/ 961994 w 1728164"/>
              <a:gd name="csY5566" fmla="*/ 78188 h 1114902"/>
              <a:gd name="csX5567" fmla="*/ 962163 w 1728164"/>
              <a:gd name="csY5567" fmla="*/ 78546 h 1114902"/>
              <a:gd name="csX5568" fmla="*/ 962341 w 1728164"/>
              <a:gd name="csY5568" fmla="*/ 78905 h 1114902"/>
              <a:gd name="csX5569" fmla="*/ 962510 w 1728164"/>
              <a:gd name="csY5569" fmla="*/ 79265 h 1114902"/>
              <a:gd name="csX5570" fmla="*/ 962688 w 1728164"/>
              <a:gd name="csY5570" fmla="*/ 79625 h 1114902"/>
              <a:gd name="csX5571" fmla="*/ 962857 w 1728164"/>
              <a:gd name="csY5571" fmla="*/ 79986 h 1114902"/>
              <a:gd name="csX5572" fmla="*/ 963026 w 1728164"/>
              <a:gd name="csY5572" fmla="*/ 80348 h 1114902"/>
              <a:gd name="csX5573" fmla="*/ 963204 w 1728164"/>
              <a:gd name="csY5573" fmla="*/ 80711 h 1114902"/>
              <a:gd name="csX5574" fmla="*/ 963373 w 1728164"/>
              <a:gd name="csY5574" fmla="*/ 81074 h 1114902"/>
              <a:gd name="csX5575" fmla="*/ 963551 w 1728164"/>
              <a:gd name="csY5575" fmla="*/ 81439 h 1114902"/>
              <a:gd name="csX5576" fmla="*/ 963720 w 1728164"/>
              <a:gd name="csY5576" fmla="*/ 81804 h 1114902"/>
              <a:gd name="csX5577" fmla="*/ 963898 w 1728164"/>
              <a:gd name="csY5577" fmla="*/ 82170 h 1114902"/>
              <a:gd name="csX5578" fmla="*/ 964066 w 1728164"/>
              <a:gd name="csY5578" fmla="*/ 82535 h 1114902"/>
              <a:gd name="csX5579" fmla="*/ 964236 w 1728164"/>
              <a:gd name="csY5579" fmla="*/ 82903 h 1114902"/>
              <a:gd name="csX5580" fmla="*/ 964413 w 1728164"/>
              <a:gd name="csY5580" fmla="*/ 83270 h 1114902"/>
              <a:gd name="csX5581" fmla="*/ 964583 w 1728164"/>
              <a:gd name="csY5581" fmla="*/ 83638 h 1114902"/>
              <a:gd name="csX5582" fmla="*/ 964760 w 1728164"/>
              <a:gd name="csY5582" fmla="*/ 84008 h 1114902"/>
              <a:gd name="csX5583" fmla="*/ 964929 w 1728164"/>
              <a:gd name="csY5583" fmla="*/ 84378 h 1114902"/>
              <a:gd name="csX5584" fmla="*/ 965107 w 1728164"/>
              <a:gd name="csY5584" fmla="*/ 84749 h 1114902"/>
              <a:gd name="csX5585" fmla="*/ 965276 w 1728164"/>
              <a:gd name="csY5585" fmla="*/ 85120 h 1114902"/>
              <a:gd name="csX5586" fmla="*/ 965445 w 1728164"/>
              <a:gd name="csY5586" fmla="*/ 85492 h 1114902"/>
              <a:gd name="csX5587" fmla="*/ 965623 w 1728164"/>
              <a:gd name="csY5587" fmla="*/ 85864 h 1114902"/>
              <a:gd name="csX5588" fmla="*/ 965792 w 1728164"/>
              <a:gd name="csY5588" fmla="*/ 86238 h 1114902"/>
              <a:gd name="csX5589" fmla="*/ 965970 w 1728164"/>
              <a:gd name="csY5589" fmla="*/ 86612 h 1114902"/>
              <a:gd name="csX5590" fmla="*/ 966139 w 1728164"/>
              <a:gd name="csY5590" fmla="*/ 86987 h 1114902"/>
              <a:gd name="csX5591" fmla="*/ 966317 w 1728164"/>
              <a:gd name="csY5591" fmla="*/ 87362 h 1114902"/>
              <a:gd name="csX5592" fmla="*/ 966486 w 1728164"/>
              <a:gd name="csY5592" fmla="*/ 87739 h 1114902"/>
              <a:gd name="csX5593" fmla="*/ 966655 w 1728164"/>
              <a:gd name="csY5593" fmla="*/ 88115 h 1114902"/>
              <a:gd name="csX5594" fmla="*/ 966833 w 1728164"/>
              <a:gd name="csY5594" fmla="*/ 88493 h 1114902"/>
              <a:gd name="csX5595" fmla="*/ 967002 w 1728164"/>
              <a:gd name="csY5595" fmla="*/ 88871 h 1114902"/>
              <a:gd name="csX5596" fmla="*/ 967180 w 1728164"/>
              <a:gd name="csY5596" fmla="*/ 89250 h 1114902"/>
              <a:gd name="csX5597" fmla="*/ 967349 w 1728164"/>
              <a:gd name="csY5597" fmla="*/ 89630 h 1114902"/>
              <a:gd name="csX5598" fmla="*/ 967527 w 1728164"/>
              <a:gd name="csY5598" fmla="*/ 90011 h 1114902"/>
              <a:gd name="csX5599" fmla="*/ 967696 w 1728164"/>
              <a:gd name="csY5599" fmla="*/ 90392 h 1114902"/>
              <a:gd name="csX5600" fmla="*/ 967865 w 1728164"/>
              <a:gd name="csY5600" fmla="*/ 90773 h 1114902"/>
              <a:gd name="csX5601" fmla="*/ 968043 w 1728164"/>
              <a:gd name="csY5601" fmla="*/ 91156 h 1114902"/>
              <a:gd name="csX5602" fmla="*/ 968212 w 1728164"/>
              <a:gd name="csY5602" fmla="*/ 91539 h 1114902"/>
              <a:gd name="csX5603" fmla="*/ 968390 w 1728164"/>
              <a:gd name="csY5603" fmla="*/ 91924 h 1114902"/>
              <a:gd name="csX5604" fmla="*/ 968559 w 1728164"/>
              <a:gd name="csY5604" fmla="*/ 92308 h 1114902"/>
              <a:gd name="csX5605" fmla="*/ 968737 w 1728164"/>
              <a:gd name="csY5605" fmla="*/ 92693 h 1114902"/>
              <a:gd name="csX5606" fmla="*/ 968906 w 1728164"/>
              <a:gd name="csY5606" fmla="*/ 93079 h 1114902"/>
              <a:gd name="csX5607" fmla="*/ 969075 w 1728164"/>
              <a:gd name="csY5607" fmla="*/ 93466 h 1114902"/>
              <a:gd name="csX5608" fmla="*/ 969253 w 1728164"/>
              <a:gd name="csY5608" fmla="*/ 93853 h 1114902"/>
              <a:gd name="csX5609" fmla="*/ 969422 w 1728164"/>
              <a:gd name="csY5609" fmla="*/ 94241 h 1114902"/>
              <a:gd name="csX5610" fmla="*/ 969600 w 1728164"/>
              <a:gd name="csY5610" fmla="*/ 94630 h 1114902"/>
              <a:gd name="csX5611" fmla="*/ 969769 w 1728164"/>
              <a:gd name="csY5611" fmla="*/ 95020 h 1114902"/>
              <a:gd name="csX5612" fmla="*/ 969947 w 1728164"/>
              <a:gd name="csY5612" fmla="*/ 95410 h 1114902"/>
              <a:gd name="csX5613" fmla="*/ 970116 w 1728164"/>
              <a:gd name="csY5613" fmla="*/ 95801 h 1114902"/>
              <a:gd name="csX5614" fmla="*/ 970285 w 1728164"/>
              <a:gd name="csY5614" fmla="*/ 96192 h 1114902"/>
              <a:gd name="csX5615" fmla="*/ 970463 w 1728164"/>
              <a:gd name="csY5615" fmla="*/ 96584 h 1114902"/>
              <a:gd name="csX5616" fmla="*/ 970632 w 1728164"/>
              <a:gd name="csY5616" fmla="*/ 96978 h 1114902"/>
              <a:gd name="csX5617" fmla="*/ 970810 w 1728164"/>
              <a:gd name="csY5617" fmla="*/ 97371 h 1114902"/>
              <a:gd name="csX5618" fmla="*/ 970979 w 1728164"/>
              <a:gd name="csY5618" fmla="*/ 97765 h 1114902"/>
              <a:gd name="csX5619" fmla="*/ 971157 w 1728164"/>
              <a:gd name="csY5619" fmla="*/ 98160 h 1114902"/>
              <a:gd name="csX5620" fmla="*/ 971326 w 1728164"/>
              <a:gd name="csY5620" fmla="*/ 98556 h 1114902"/>
              <a:gd name="csX5621" fmla="*/ 971495 w 1728164"/>
              <a:gd name="csY5621" fmla="*/ 98952 h 1114902"/>
              <a:gd name="csX5622" fmla="*/ 971673 w 1728164"/>
              <a:gd name="csY5622" fmla="*/ 99349 h 1114902"/>
              <a:gd name="csX5623" fmla="*/ 971842 w 1728164"/>
              <a:gd name="csY5623" fmla="*/ 99746 h 1114902"/>
              <a:gd name="csX5624" fmla="*/ 972020 w 1728164"/>
              <a:gd name="csY5624" fmla="*/ 100145 h 1114902"/>
              <a:gd name="csX5625" fmla="*/ 972189 w 1728164"/>
              <a:gd name="csY5625" fmla="*/ 100544 h 1114902"/>
              <a:gd name="csX5626" fmla="*/ 972367 w 1728164"/>
              <a:gd name="csY5626" fmla="*/ 100944 h 1114902"/>
              <a:gd name="csX5627" fmla="*/ 972536 w 1728164"/>
              <a:gd name="csY5627" fmla="*/ 101344 h 1114902"/>
              <a:gd name="csX5628" fmla="*/ 972705 w 1728164"/>
              <a:gd name="csY5628" fmla="*/ 101745 h 1114902"/>
              <a:gd name="csX5629" fmla="*/ 972883 w 1728164"/>
              <a:gd name="csY5629" fmla="*/ 102147 h 1114902"/>
              <a:gd name="csX5630" fmla="*/ 973052 w 1728164"/>
              <a:gd name="csY5630" fmla="*/ 102550 h 1114902"/>
              <a:gd name="csX5631" fmla="*/ 973230 w 1728164"/>
              <a:gd name="csY5631" fmla="*/ 102953 h 1114902"/>
              <a:gd name="csX5632" fmla="*/ 973399 w 1728164"/>
              <a:gd name="csY5632" fmla="*/ 103356 h 1114902"/>
              <a:gd name="csX5633" fmla="*/ 973577 w 1728164"/>
              <a:gd name="csY5633" fmla="*/ 103760 h 1114902"/>
              <a:gd name="csX5634" fmla="*/ 973746 w 1728164"/>
              <a:gd name="csY5634" fmla="*/ 104165 h 1114902"/>
              <a:gd name="csX5635" fmla="*/ 973915 w 1728164"/>
              <a:gd name="csY5635" fmla="*/ 104571 h 1114902"/>
              <a:gd name="csX5636" fmla="*/ 974093 w 1728164"/>
              <a:gd name="csY5636" fmla="*/ 104977 h 1114902"/>
              <a:gd name="csX5637" fmla="*/ 974262 w 1728164"/>
              <a:gd name="csY5637" fmla="*/ 105385 h 1114902"/>
              <a:gd name="csX5638" fmla="*/ 974440 w 1728164"/>
              <a:gd name="csY5638" fmla="*/ 105792 h 1114902"/>
              <a:gd name="csX5639" fmla="*/ 974609 w 1728164"/>
              <a:gd name="csY5639" fmla="*/ 106201 h 1114902"/>
              <a:gd name="csX5640" fmla="*/ 974787 w 1728164"/>
              <a:gd name="csY5640" fmla="*/ 106610 h 1114902"/>
              <a:gd name="csX5641" fmla="*/ 974956 w 1728164"/>
              <a:gd name="csY5641" fmla="*/ 107019 h 1114902"/>
              <a:gd name="csX5642" fmla="*/ 975125 w 1728164"/>
              <a:gd name="csY5642" fmla="*/ 107429 h 1114902"/>
              <a:gd name="csX5643" fmla="*/ 975303 w 1728164"/>
              <a:gd name="csY5643" fmla="*/ 107840 h 1114902"/>
              <a:gd name="csX5644" fmla="*/ 975472 w 1728164"/>
              <a:gd name="csY5644" fmla="*/ 108252 h 1114902"/>
              <a:gd name="csX5645" fmla="*/ 975650 w 1728164"/>
              <a:gd name="csY5645" fmla="*/ 108665 h 1114902"/>
              <a:gd name="csX5646" fmla="*/ 975819 w 1728164"/>
              <a:gd name="csY5646" fmla="*/ 109078 h 1114902"/>
              <a:gd name="csX5647" fmla="*/ 975988 w 1728164"/>
              <a:gd name="csY5647" fmla="*/ 109491 h 1114902"/>
              <a:gd name="csX5648" fmla="*/ 976166 w 1728164"/>
              <a:gd name="csY5648" fmla="*/ 109905 h 1114902"/>
              <a:gd name="csX5649" fmla="*/ 976335 w 1728164"/>
              <a:gd name="csY5649" fmla="*/ 110321 h 1114902"/>
              <a:gd name="csX5650" fmla="*/ 976513 w 1728164"/>
              <a:gd name="csY5650" fmla="*/ 110736 h 1114902"/>
              <a:gd name="csX5651" fmla="*/ 976682 w 1728164"/>
              <a:gd name="csY5651" fmla="*/ 111152 h 1114902"/>
              <a:gd name="csX5652" fmla="*/ 976860 w 1728164"/>
              <a:gd name="csY5652" fmla="*/ 111569 h 1114902"/>
              <a:gd name="csX5653" fmla="*/ 977029 w 1728164"/>
              <a:gd name="csY5653" fmla="*/ 111987 h 1114902"/>
              <a:gd name="csX5654" fmla="*/ 977198 w 1728164"/>
              <a:gd name="csY5654" fmla="*/ 112405 h 1114902"/>
              <a:gd name="csX5655" fmla="*/ 977376 w 1728164"/>
              <a:gd name="csY5655" fmla="*/ 112824 h 1114902"/>
              <a:gd name="csX5656" fmla="*/ 977545 w 1728164"/>
              <a:gd name="csY5656" fmla="*/ 113243 h 1114902"/>
              <a:gd name="csX5657" fmla="*/ 977723 w 1728164"/>
              <a:gd name="csY5657" fmla="*/ 113663 h 1114902"/>
              <a:gd name="csX5658" fmla="*/ 977892 w 1728164"/>
              <a:gd name="csY5658" fmla="*/ 114084 h 1114902"/>
              <a:gd name="csX5659" fmla="*/ 978069 w 1728164"/>
              <a:gd name="csY5659" fmla="*/ 114506 h 1114902"/>
              <a:gd name="csX5660" fmla="*/ 978239 w 1728164"/>
              <a:gd name="csY5660" fmla="*/ 114927 h 1114902"/>
              <a:gd name="csX5661" fmla="*/ 978408 w 1728164"/>
              <a:gd name="csY5661" fmla="*/ 115351 h 1114902"/>
              <a:gd name="csX5662" fmla="*/ 978586 w 1728164"/>
              <a:gd name="csY5662" fmla="*/ 115773 h 1114902"/>
              <a:gd name="csX5663" fmla="*/ 978755 w 1728164"/>
              <a:gd name="csY5663" fmla="*/ 116198 h 1114902"/>
              <a:gd name="csX5664" fmla="*/ 978933 w 1728164"/>
              <a:gd name="csY5664" fmla="*/ 116622 h 1114902"/>
              <a:gd name="csX5665" fmla="*/ 979102 w 1728164"/>
              <a:gd name="csY5665" fmla="*/ 117047 h 1114902"/>
              <a:gd name="csX5666" fmla="*/ 979279 w 1728164"/>
              <a:gd name="csY5666" fmla="*/ 117473 h 1114902"/>
              <a:gd name="csX5667" fmla="*/ 979448 w 1728164"/>
              <a:gd name="csY5667" fmla="*/ 117900 h 1114902"/>
              <a:gd name="csX5668" fmla="*/ 979617 w 1728164"/>
              <a:gd name="csY5668" fmla="*/ 118327 h 1114902"/>
              <a:gd name="csX5669" fmla="*/ 979795 w 1728164"/>
              <a:gd name="csY5669" fmla="*/ 118755 h 1114902"/>
              <a:gd name="csX5670" fmla="*/ 979964 w 1728164"/>
              <a:gd name="csY5670" fmla="*/ 119183 h 1114902"/>
              <a:gd name="csX5671" fmla="*/ 980142 w 1728164"/>
              <a:gd name="csY5671" fmla="*/ 119612 h 1114902"/>
              <a:gd name="csX5672" fmla="*/ 980311 w 1728164"/>
              <a:gd name="csY5672" fmla="*/ 120042 h 1114902"/>
              <a:gd name="csX5673" fmla="*/ 980489 w 1728164"/>
              <a:gd name="csY5673" fmla="*/ 120472 h 1114902"/>
              <a:gd name="csX5674" fmla="*/ 980658 w 1728164"/>
              <a:gd name="csY5674" fmla="*/ 120903 h 1114902"/>
              <a:gd name="csX5675" fmla="*/ 980827 w 1728164"/>
              <a:gd name="csY5675" fmla="*/ 121335 h 1114902"/>
              <a:gd name="csX5676" fmla="*/ 981005 w 1728164"/>
              <a:gd name="csY5676" fmla="*/ 121767 h 1114902"/>
              <a:gd name="csX5677" fmla="*/ 981174 w 1728164"/>
              <a:gd name="csY5677" fmla="*/ 122200 h 1114902"/>
              <a:gd name="csX5678" fmla="*/ 981352 w 1728164"/>
              <a:gd name="csY5678" fmla="*/ 122633 h 1114902"/>
              <a:gd name="csX5679" fmla="*/ 981521 w 1728164"/>
              <a:gd name="csY5679" fmla="*/ 123067 h 1114902"/>
              <a:gd name="csX5680" fmla="*/ 981699 w 1728164"/>
              <a:gd name="csY5680" fmla="*/ 123502 h 1114902"/>
              <a:gd name="csX5681" fmla="*/ 981868 w 1728164"/>
              <a:gd name="csY5681" fmla="*/ 123938 h 1114902"/>
              <a:gd name="csX5682" fmla="*/ 982037 w 1728164"/>
              <a:gd name="csY5682" fmla="*/ 124373 h 1114902"/>
              <a:gd name="csX5683" fmla="*/ 982215 w 1728164"/>
              <a:gd name="csY5683" fmla="*/ 124810 h 1114902"/>
              <a:gd name="csX5684" fmla="*/ 982384 w 1728164"/>
              <a:gd name="csY5684" fmla="*/ 125247 h 1114902"/>
              <a:gd name="csX5685" fmla="*/ 982562 w 1728164"/>
              <a:gd name="csY5685" fmla="*/ 125685 h 1114902"/>
              <a:gd name="csX5686" fmla="*/ 982731 w 1728164"/>
              <a:gd name="csY5686" fmla="*/ 126123 h 1114902"/>
              <a:gd name="csX5687" fmla="*/ 982909 w 1728164"/>
              <a:gd name="csY5687" fmla="*/ 126563 h 1114902"/>
              <a:gd name="csX5688" fmla="*/ 983078 w 1728164"/>
              <a:gd name="csY5688" fmla="*/ 127002 h 1114902"/>
              <a:gd name="csX5689" fmla="*/ 983247 w 1728164"/>
              <a:gd name="csY5689" fmla="*/ 127443 h 1114902"/>
              <a:gd name="csX5690" fmla="*/ 983425 w 1728164"/>
              <a:gd name="csY5690" fmla="*/ 127883 h 1114902"/>
              <a:gd name="csX5691" fmla="*/ 983594 w 1728164"/>
              <a:gd name="csY5691" fmla="*/ 128325 h 1114902"/>
              <a:gd name="csX5692" fmla="*/ 983772 w 1728164"/>
              <a:gd name="csY5692" fmla="*/ 128767 h 1114902"/>
              <a:gd name="csX5693" fmla="*/ 983941 w 1728164"/>
              <a:gd name="csY5693" fmla="*/ 129210 h 1114902"/>
              <a:gd name="csX5694" fmla="*/ 984119 w 1728164"/>
              <a:gd name="csY5694" fmla="*/ 129653 h 1114902"/>
              <a:gd name="csX5695" fmla="*/ 984288 w 1728164"/>
              <a:gd name="csY5695" fmla="*/ 130097 h 1114902"/>
              <a:gd name="csX5696" fmla="*/ 984457 w 1728164"/>
              <a:gd name="csY5696" fmla="*/ 130541 h 1114902"/>
              <a:gd name="csX5697" fmla="*/ 984635 w 1728164"/>
              <a:gd name="csY5697" fmla="*/ 130986 h 1114902"/>
              <a:gd name="csX5698" fmla="*/ 984804 w 1728164"/>
              <a:gd name="csY5698" fmla="*/ 131433 h 1114902"/>
              <a:gd name="csX5699" fmla="*/ 984982 w 1728164"/>
              <a:gd name="csY5699" fmla="*/ 131878 h 1114902"/>
              <a:gd name="csX5700" fmla="*/ 985151 w 1728164"/>
              <a:gd name="csY5700" fmla="*/ 132326 h 1114902"/>
              <a:gd name="csX5701" fmla="*/ 985329 w 1728164"/>
              <a:gd name="csY5701" fmla="*/ 132773 h 1114902"/>
              <a:gd name="csX5702" fmla="*/ 985498 w 1728164"/>
              <a:gd name="csY5702" fmla="*/ 133221 h 1114902"/>
              <a:gd name="csX5703" fmla="*/ 985667 w 1728164"/>
              <a:gd name="csY5703" fmla="*/ 133670 h 1114902"/>
              <a:gd name="csX5704" fmla="*/ 985845 w 1728164"/>
              <a:gd name="csY5704" fmla="*/ 134120 h 1114902"/>
              <a:gd name="csX5705" fmla="*/ 986014 w 1728164"/>
              <a:gd name="csY5705" fmla="*/ 134570 h 1114902"/>
              <a:gd name="csX5706" fmla="*/ 986192 w 1728164"/>
              <a:gd name="csY5706" fmla="*/ 135020 h 1114902"/>
              <a:gd name="csX5707" fmla="*/ 986361 w 1728164"/>
              <a:gd name="csY5707" fmla="*/ 135471 h 1114902"/>
              <a:gd name="csX5708" fmla="*/ 986539 w 1728164"/>
              <a:gd name="csY5708" fmla="*/ 135923 h 1114902"/>
              <a:gd name="csX5709" fmla="*/ 986708 w 1728164"/>
              <a:gd name="csY5709" fmla="*/ 136376 h 1114902"/>
              <a:gd name="csX5710" fmla="*/ 986877 w 1728164"/>
              <a:gd name="csY5710" fmla="*/ 136828 h 1114902"/>
              <a:gd name="csX5711" fmla="*/ 987055 w 1728164"/>
              <a:gd name="csY5711" fmla="*/ 137281 h 1114902"/>
              <a:gd name="csX5712" fmla="*/ 987224 w 1728164"/>
              <a:gd name="csY5712" fmla="*/ 137736 h 1114902"/>
              <a:gd name="csX5713" fmla="*/ 987402 w 1728164"/>
              <a:gd name="csY5713" fmla="*/ 138191 h 1114902"/>
              <a:gd name="csX5714" fmla="*/ 987571 w 1728164"/>
              <a:gd name="csY5714" fmla="*/ 138646 h 1114902"/>
              <a:gd name="csX5715" fmla="*/ 987749 w 1728164"/>
              <a:gd name="csY5715" fmla="*/ 139102 h 1114902"/>
              <a:gd name="csX5716" fmla="*/ 987918 w 1728164"/>
              <a:gd name="csY5716" fmla="*/ 139558 h 1114902"/>
              <a:gd name="csX5717" fmla="*/ 988087 w 1728164"/>
              <a:gd name="csY5717" fmla="*/ 140015 h 1114902"/>
              <a:gd name="csX5718" fmla="*/ 988265 w 1728164"/>
              <a:gd name="csY5718" fmla="*/ 140473 h 1114902"/>
              <a:gd name="csX5719" fmla="*/ 988434 w 1728164"/>
              <a:gd name="csY5719" fmla="*/ 140932 h 1114902"/>
              <a:gd name="csX5720" fmla="*/ 988612 w 1728164"/>
              <a:gd name="csY5720" fmla="*/ 141390 h 1114902"/>
              <a:gd name="csX5721" fmla="*/ 988781 w 1728164"/>
              <a:gd name="csY5721" fmla="*/ 141850 h 1114902"/>
              <a:gd name="csX5722" fmla="*/ 988959 w 1728164"/>
              <a:gd name="csY5722" fmla="*/ 142310 h 1114902"/>
              <a:gd name="csX5723" fmla="*/ 989128 w 1728164"/>
              <a:gd name="csY5723" fmla="*/ 142770 h 1114902"/>
              <a:gd name="csX5724" fmla="*/ 989297 w 1728164"/>
              <a:gd name="csY5724" fmla="*/ 143231 h 1114902"/>
              <a:gd name="csX5725" fmla="*/ 989475 w 1728164"/>
              <a:gd name="csY5725" fmla="*/ 143693 h 1114902"/>
              <a:gd name="csX5726" fmla="*/ 989644 w 1728164"/>
              <a:gd name="csY5726" fmla="*/ 144155 h 1114902"/>
              <a:gd name="csX5727" fmla="*/ 989822 w 1728164"/>
              <a:gd name="csY5727" fmla="*/ 144618 h 1114902"/>
              <a:gd name="csX5728" fmla="*/ 989991 w 1728164"/>
              <a:gd name="csY5728" fmla="*/ 145081 h 1114902"/>
              <a:gd name="csX5729" fmla="*/ 990169 w 1728164"/>
              <a:gd name="csY5729" fmla="*/ 145545 h 1114902"/>
              <a:gd name="csX5730" fmla="*/ 990338 w 1728164"/>
              <a:gd name="csY5730" fmla="*/ 146010 h 1114902"/>
              <a:gd name="csX5731" fmla="*/ 990507 w 1728164"/>
              <a:gd name="csY5731" fmla="*/ 146475 h 1114902"/>
              <a:gd name="csX5732" fmla="*/ 990685 w 1728164"/>
              <a:gd name="csY5732" fmla="*/ 146941 h 1114902"/>
              <a:gd name="csX5733" fmla="*/ 990854 w 1728164"/>
              <a:gd name="csY5733" fmla="*/ 147407 h 1114902"/>
              <a:gd name="csX5734" fmla="*/ 991032 w 1728164"/>
              <a:gd name="csY5734" fmla="*/ 147874 h 1114902"/>
              <a:gd name="csX5735" fmla="*/ 991201 w 1728164"/>
              <a:gd name="csY5735" fmla="*/ 148341 h 1114902"/>
              <a:gd name="csX5736" fmla="*/ 991379 w 1728164"/>
              <a:gd name="csY5736" fmla="*/ 148809 h 1114902"/>
              <a:gd name="csX5737" fmla="*/ 991548 w 1728164"/>
              <a:gd name="csY5737" fmla="*/ 149278 h 1114902"/>
              <a:gd name="csX5738" fmla="*/ 991717 w 1728164"/>
              <a:gd name="csY5738" fmla="*/ 149747 h 1114902"/>
              <a:gd name="csX5739" fmla="*/ 991895 w 1728164"/>
              <a:gd name="csY5739" fmla="*/ 150217 h 1114902"/>
              <a:gd name="csX5740" fmla="*/ 992064 w 1728164"/>
              <a:gd name="csY5740" fmla="*/ 150686 h 1114902"/>
              <a:gd name="csX5741" fmla="*/ 992242 w 1728164"/>
              <a:gd name="csY5741" fmla="*/ 151158 h 1114902"/>
              <a:gd name="csX5742" fmla="*/ 992411 w 1728164"/>
              <a:gd name="csY5742" fmla="*/ 151630 h 1114902"/>
              <a:gd name="csX5743" fmla="*/ 992589 w 1728164"/>
              <a:gd name="csY5743" fmla="*/ 152101 h 1114902"/>
              <a:gd name="csX5744" fmla="*/ 992758 w 1728164"/>
              <a:gd name="csY5744" fmla="*/ 152573 h 1114902"/>
              <a:gd name="csX5745" fmla="*/ 992927 w 1728164"/>
              <a:gd name="csY5745" fmla="*/ 153047 h 1114902"/>
              <a:gd name="csX5746" fmla="*/ 993105 w 1728164"/>
              <a:gd name="csY5746" fmla="*/ 153520 h 1114902"/>
              <a:gd name="csX5747" fmla="*/ 993274 w 1728164"/>
              <a:gd name="csY5747" fmla="*/ 153994 h 1114902"/>
              <a:gd name="csX5748" fmla="*/ 993451 w 1728164"/>
              <a:gd name="csY5748" fmla="*/ 154469 h 1114902"/>
              <a:gd name="csX5749" fmla="*/ 993620 w 1728164"/>
              <a:gd name="csY5749" fmla="*/ 154944 h 1114902"/>
              <a:gd name="csX5750" fmla="*/ 993798 w 1728164"/>
              <a:gd name="csY5750" fmla="*/ 155420 h 1114902"/>
              <a:gd name="csX5751" fmla="*/ 993967 w 1728164"/>
              <a:gd name="csY5751" fmla="*/ 155896 h 1114902"/>
              <a:gd name="csX5752" fmla="*/ 994137 w 1728164"/>
              <a:gd name="csY5752" fmla="*/ 156373 h 1114902"/>
              <a:gd name="csX5753" fmla="*/ 994314 w 1728164"/>
              <a:gd name="csY5753" fmla="*/ 156851 h 1114902"/>
              <a:gd name="csX5754" fmla="*/ 994484 w 1728164"/>
              <a:gd name="csY5754" fmla="*/ 157329 h 1114902"/>
              <a:gd name="csX5755" fmla="*/ 994661 w 1728164"/>
              <a:gd name="csY5755" fmla="*/ 157807 h 1114902"/>
              <a:gd name="csX5756" fmla="*/ 994830 w 1728164"/>
              <a:gd name="csY5756" fmla="*/ 158287 h 1114902"/>
              <a:gd name="csX5757" fmla="*/ 994999 w 1728164"/>
              <a:gd name="csY5757" fmla="*/ 158766 h 1114902"/>
              <a:gd name="csX5758" fmla="*/ 995177 w 1728164"/>
              <a:gd name="csY5758" fmla="*/ 159247 h 1114902"/>
              <a:gd name="csX5759" fmla="*/ 995346 w 1728164"/>
              <a:gd name="csY5759" fmla="*/ 159727 h 1114902"/>
              <a:gd name="csX5760" fmla="*/ 995524 w 1728164"/>
              <a:gd name="csY5760" fmla="*/ 160208 h 1114902"/>
              <a:gd name="csX5761" fmla="*/ 995693 w 1728164"/>
              <a:gd name="csY5761" fmla="*/ 160690 h 1114902"/>
              <a:gd name="csX5762" fmla="*/ 995871 w 1728164"/>
              <a:gd name="csY5762" fmla="*/ 161173 h 1114902"/>
              <a:gd name="csX5763" fmla="*/ 996040 w 1728164"/>
              <a:gd name="csY5763" fmla="*/ 161655 h 1114902"/>
              <a:gd name="csX5764" fmla="*/ 996209 w 1728164"/>
              <a:gd name="csY5764" fmla="*/ 162139 h 1114902"/>
              <a:gd name="csX5765" fmla="*/ 996387 w 1728164"/>
              <a:gd name="csY5765" fmla="*/ 162623 h 1114902"/>
              <a:gd name="csX5766" fmla="*/ 996556 w 1728164"/>
              <a:gd name="csY5766" fmla="*/ 163107 h 1114902"/>
              <a:gd name="csX5767" fmla="*/ 996734 w 1728164"/>
              <a:gd name="csY5767" fmla="*/ 163593 h 1114902"/>
              <a:gd name="csX5768" fmla="*/ 996903 w 1728164"/>
              <a:gd name="csY5768" fmla="*/ 164077 h 1114902"/>
              <a:gd name="csX5769" fmla="*/ 997081 w 1728164"/>
              <a:gd name="csY5769" fmla="*/ 164564 h 1114902"/>
              <a:gd name="csX5770" fmla="*/ 997250 w 1728164"/>
              <a:gd name="csY5770" fmla="*/ 165051 h 1114902"/>
              <a:gd name="csX5771" fmla="*/ 997419 w 1728164"/>
              <a:gd name="csY5771" fmla="*/ 165537 h 1114902"/>
              <a:gd name="csX5772" fmla="*/ 997597 w 1728164"/>
              <a:gd name="csY5772" fmla="*/ 166025 h 1114902"/>
              <a:gd name="csX5773" fmla="*/ 997766 w 1728164"/>
              <a:gd name="csY5773" fmla="*/ 166513 h 1114902"/>
              <a:gd name="csX5774" fmla="*/ 997944 w 1728164"/>
              <a:gd name="csY5774" fmla="*/ 167003 h 1114902"/>
              <a:gd name="csX5775" fmla="*/ 998113 w 1728164"/>
              <a:gd name="csY5775" fmla="*/ 167492 h 1114902"/>
              <a:gd name="csX5776" fmla="*/ 998291 w 1728164"/>
              <a:gd name="csY5776" fmla="*/ 167981 h 1114902"/>
              <a:gd name="csX5777" fmla="*/ 998460 w 1728164"/>
              <a:gd name="csY5777" fmla="*/ 168471 h 1114902"/>
              <a:gd name="csX5778" fmla="*/ 998629 w 1728164"/>
              <a:gd name="csY5778" fmla="*/ 168962 h 1114902"/>
              <a:gd name="csX5779" fmla="*/ 998807 w 1728164"/>
              <a:gd name="csY5779" fmla="*/ 169454 h 1114902"/>
              <a:gd name="csX5780" fmla="*/ 998976 w 1728164"/>
              <a:gd name="csY5780" fmla="*/ 169946 h 1114902"/>
              <a:gd name="csX5781" fmla="*/ 999154 w 1728164"/>
              <a:gd name="csY5781" fmla="*/ 170438 h 1114902"/>
              <a:gd name="csX5782" fmla="*/ 999323 w 1728164"/>
              <a:gd name="csY5782" fmla="*/ 170931 h 1114902"/>
              <a:gd name="csX5783" fmla="*/ 999501 w 1728164"/>
              <a:gd name="csY5783" fmla="*/ 171424 h 1114902"/>
              <a:gd name="csX5784" fmla="*/ 999670 w 1728164"/>
              <a:gd name="csY5784" fmla="*/ 171918 h 1114902"/>
              <a:gd name="csX5785" fmla="*/ 999839 w 1728164"/>
              <a:gd name="csY5785" fmla="*/ 172413 h 1114902"/>
              <a:gd name="csX5786" fmla="*/ 1000017 w 1728164"/>
              <a:gd name="csY5786" fmla="*/ 172908 h 1114902"/>
              <a:gd name="csX5787" fmla="*/ 1000186 w 1728164"/>
              <a:gd name="csY5787" fmla="*/ 173403 h 1114902"/>
              <a:gd name="csX5788" fmla="*/ 1000364 w 1728164"/>
              <a:gd name="csY5788" fmla="*/ 173899 h 1114902"/>
              <a:gd name="csX5789" fmla="*/ 1000533 w 1728164"/>
              <a:gd name="csY5789" fmla="*/ 174396 h 1114902"/>
              <a:gd name="csX5790" fmla="*/ 1000711 w 1728164"/>
              <a:gd name="csY5790" fmla="*/ 174893 h 1114902"/>
              <a:gd name="csX5791" fmla="*/ 1000880 w 1728164"/>
              <a:gd name="csY5791" fmla="*/ 175390 h 1114902"/>
              <a:gd name="csX5792" fmla="*/ 1001049 w 1728164"/>
              <a:gd name="csY5792" fmla="*/ 175888 h 1114902"/>
              <a:gd name="csX5793" fmla="*/ 1001227 w 1728164"/>
              <a:gd name="csY5793" fmla="*/ 176387 h 1114902"/>
              <a:gd name="csX5794" fmla="*/ 1001396 w 1728164"/>
              <a:gd name="csY5794" fmla="*/ 176886 h 1114902"/>
              <a:gd name="csX5795" fmla="*/ 1001574 w 1728164"/>
              <a:gd name="csY5795" fmla="*/ 177385 h 1114902"/>
              <a:gd name="csX5796" fmla="*/ 1001743 w 1728164"/>
              <a:gd name="csY5796" fmla="*/ 177886 h 1114902"/>
              <a:gd name="csX5797" fmla="*/ 1001921 w 1728164"/>
              <a:gd name="csY5797" fmla="*/ 178386 h 1114902"/>
              <a:gd name="csX5798" fmla="*/ 1002090 w 1728164"/>
              <a:gd name="csY5798" fmla="*/ 178886 h 1114902"/>
              <a:gd name="csX5799" fmla="*/ 1002259 w 1728164"/>
              <a:gd name="csY5799" fmla="*/ 179388 h 1114902"/>
              <a:gd name="csX5800" fmla="*/ 1002437 w 1728164"/>
              <a:gd name="csY5800" fmla="*/ 179890 h 1114902"/>
              <a:gd name="csX5801" fmla="*/ 1002606 w 1728164"/>
              <a:gd name="csY5801" fmla="*/ 180393 h 1114902"/>
              <a:gd name="csX5802" fmla="*/ 1002784 w 1728164"/>
              <a:gd name="csY5802" fmla="*/ 180896 h 1114902"/>
              <a:gd name="csX5803" fmla="*/ 1002953 w 1728164"/>
              <a:gd name="csY5803" fmla="*/ 181400 h 1114902"/>
              <a:gd name="csX5804" fmla="*/ 1003131 w 1728164"/>
              <a:gd name="csY5804" fmla="*/ 181903 h 1114902"/>
              <a:gd name="csX5805" fmla="*/ 1003300 w 1728164"/>
              <a:gd name="csY5805" fmla="*/ 182408 h 1114902"/>
              <a:gd name="csX5806" fmla="*/ 1003469 w 1728164"/>
              <a:gd name="csY5806" fmla="*/ 182913 h 1114902"/>
              <a:gd name="csX5807" fmla="*/ 1003647 w 1728164"/>
              <a:gd name="csY5807" fmla="*/ 183418 h 1114902"/>
              <a:gd name="csX5808" fmla="*/ 1003816 w 1728164"/>
              <a:gd name="csY5808" fmla="*/ 183924 h 1114902"/>
              <a:gd name="csX5809" fmla="*/ 1003994 w 1728164"/>
              <a:gd name="csY5809" fmla="*/ 184431 h 1114902"/>
              <a:gd name="csX5810" fmla="*/ 1004163 w 1728164"/>
              <a:gd name="csY5810" fmla="*/ 184938 h 1114902"/>
              <a:gd name="csX5811" fmla="*/ 1004341 w 1728164"/>
              <a:gd name="csY5811" fmla="*/ 185445 h 1114902"/>
              <a:gd name="csX5812" fmla="*/ 1004510 w 1728164"/>
              <a:gd name="csY5812" fmla="*/ 185953 h 1114902"/>
              <a:gd name="csX5813" fmla="*/ 1004679 w 1728164"/>
              <a:gd name="csY5813" fmla="*/ 186462 h 1114902"/>
              <a:gd name="csX5814" fmla="*/ 1004857 w 1728164"/>
              <a:gd name="csY5814" fmla="*/ 186971 h 1114902"/>
              <a:gd name="csX5815" fmla="*/ 1005026 w 1728164"/>
              <a:gd name="csY5815" fmla="*/ 187480 h 1114902"/>
              <a:gd name="csX5816" fmla="*/ 1005204 w 1728164"/>
              <a:gd name="csY5816" fmla="*/ 187989 h 1114902"/>
              <a:gd name="csX5817" fmla="*/ 1005373 w 1728164"/>
              <a:gd name="csY5817" fmla="*/ 188500 h 1114902"/>
              <a:gd name="csX5818" fmla="*/ 1005551 w 1728164"/>
              <a:gd name="csY5818" fmla="*/ 189011 h 1114902"/>
              <a:gd name="csX5819" fmla="*/ 1005720 w 1728164"/>
              <a:gd name="csY5819" fmla="*/ 189522 h 1114902"/>
              <a:gd name="csX5820" fmla="*/ 1005889 w 1728164"/>
              <a:gd name="csY5820" fmla="*/ 190034 h 1114902"/>
              <a:gd name="csX5821" fmla="*/ 1006067 w 1728164"/>
              <a:gd name="csY5821" fmla="*/ 190546 h 1114902"/>
              <a:gd name="csX5822" fmla="*/ 1006236 w 1728164"/>
              <a:gd name="csY5822" fmla="*/ 191059 h 1114902"/>
              <a:gd name="csX5823" fmla="*/ 1006414 w 1728164"/>
              <a:gd name="csY5823" fmla="*/ 191572 h 1114902"/>
              <a:gd name="csX5824" fmla="*/ 1006583 w 1728164"/>
              <a:gd name="csY5824" fmla="*/ 192085 h 1114902"/>
              <a:gd name="csX5825" fmla="*/ 1006761 w 1728164"/>
              <a:gd name="csY5825" fmla="*/ 192599 h 1114902"/>
              <a:gd name="csX5826" fmla="*/ 1006930 w 1728164"/>
              <a:gd name="csY5826" fmla="*/ 193115 h 1114902"/>
              <a:gd name="csX5827" fmla="*/ 1007099 w 1728164"/>
              <a:gd name="csY5827" fmla="*/ 193630 h 1114902"/>
              <a:gd name="csX5828" fmla="*/ 1007277 w 1728164"/>
              <a:gd name="csY5828" fmla="*/ 194145 h 1114902"/>
              <a:gd name="csX5829" fmla="*/ 1007446 w 1728164"/>
              <a:gd name="csY5829" fmla="*/ 194661 h 1114902"/>
              <a:gd name="csX5830" fmla="*/ 1007624 w 1728164"/>
              <a:gd name="csY5830" fmla="*/ 195178 h 1114902"/>
              <a:gd name="csX5831" fmla="*/ 1007793 w 1728164"/>
              <a:gd name="csY5831" fmla="*/ 195695 h 1114902"/>
              <a:gd name="csX5832" fmla="*/ 1007970 w 1728164"/>
              <a:gd name="csY5832" fmla="*/ 196211 h 1114902"/>
              <a:gd name="csX5833" fmla="*/ 1008140 w 1728164"/>
              <a:gd name="csY5833" fmla="*/ 196729 h 1114902"/>
              <a:gd name="csX5834" fmla="*/ 1008309 w 1728164"/>
              <a:gd name="csY5834" fmla="*/ 197248 h 1114902"/>
              <a:gd name="csX5835" fmla="*/ 1008487 w 1728164"/>
              <a:gd name="csY5835" fmla="*/ 197766 h 1114902"/>
              <a:gd name="csX5836" fmla="*/ 1008655 w 1728164"/>
              <a:gd name="csY5836" fmla="*/ 198286 h 1114902"/>
              <a:gd name="csX5837" fmla="*/ 1008833 w 1728164"/>
              <a:gd name="csY5837" fmla="*/ 198806 h 1114902"/>
              <a:gd name="csX5838" fmla="*/ 1009002 w 1728164"/>
              <a:gd name="csY5838" fmla="*/ 199326 h 1114902"/>
              <a:gd name="csX5839" fmla="*/ 1009180 w 1728164"/>
              <a:gd name="csY5839" fmla="*/ 199846 h 1114902"/>
              <a:gd name="csX5840" fmla="*/ 1009349 w 1728164"/>
              <a:gd name="csY5840" fmla="*/ 200367 h 1114902"/>
              <a:gd name="csX5841" fmla="*/ 1009518 w 1728164"/>
              <a:gd name="csY5841" fmla="*/ 200889 h 1114902"/>
              <a:gd name="csX5842" fmla="*/ 1009696 w 1728164"/>
              <a:gd name="csY5842" fmla="*/ 201410 h 1114902"/>
              <a:gd name="csX5843" fmla="*/ 1009865 w 1728164"/>
              <a:gd name="csY5843" fmla="*/ 201933 h 1114902"/>
              <a:gd name="csX5844" fmla="*/ 1010043 w 1728164"/>
              <a:gd name="csY5844" fmla="*/ 202456 h 1114902"/>
              <a:gd name="csX5845" fmla="*/ 1010212 w 1728164"/>
              <a:gd name="csY5845" fmla="*/ 202979 h 1114902"/>
              <a:gd name="csX5846" fmla="*/ 1010390 w 1728164"/>
              <a:gd name="csY5846" fmla="*/ 203503 h 1114902"/>
              <a:gd name="csX5847" fmla="*/ 1010559 w 1728164"/>
              <a:gd name="csY5847" fmla="*/ 204027 h 1114902"/>
              <a:gd name="csX5848" fmla="*/ 1010728 w 1728164"/>
              <a:gd name="csY5848" fmla="*/ 204552 h 1114902"/>
              <a:gd name="csX5849" fmla="*/ 1010906 w 1728164"/>
              <a:gd name="csY5849" fmla="*/ 205077 h 1114902"/>
              <a:gd name="csX5850" fmla="*/ 1011075 w 1728164"/>
              <a:gd name="csY5850" fmla="*/ 205602 h 1114902"/>
              <a:gd name="csX5851" fmla="*/ 1011253 w 1728164"/>
              <a:gd name="csY5851" fmla="*/ 206128 h 1114902"/>
              <a:gd name="csX5852" fmla="*/ 1011422 w 1728164"/>
              <a:gd name="csY5852" fmla="*/ 206655 h 1114902"/>
              <a:gd name="csX5853" fmla="*/ 1011600 w 1728164"/>
              <a:gd name="csY5853" fmla="*/ 207182 h 1114902"/>
              <a:gd name="csX5854" fmla="*/ 1011769 w 1728164"/>
              <a:gd name="csY5854" fmla="*/ 207709 h 1114902"/>
              <a:gd name="csX5855" fmla="*/ 1011938 w 1728164"/>
              <a:gd name="csY5855" fmla="*/ 208237 h 1114902"/>
              <a:gd name="csX5856" fmla="*/ 1012116 w 1728164"/>
              <a:gd name="csY5856" fmla="*/ 208765 h 1114902"/>
              <a:gd name="csX5857" fmla="*/ 1012285 w 1728164"/>
              <a:gd name="csY5857" fmla="*/ 209294 h 1114902"/>
              <a:gd name="csX5858" fmla="*/ 1012463 w 1728164"/>
              <a:gd name="csY5858" fmla="*/ 209822 h 1114902"/>
              <a:gd name="csX5859" fmla="*/ 1012632 w 1728164"/>
              <a:gd name="csY5859" fmla="*/ 210352 h 1114902"/>
              <a:gd name="csX5860" fmla="*/ 1012810 w 1728164"/>
              <a:gd name="csY5860" fmla="*/ 210882 h 1114902"/>
              <a:gd name="csX5861" fmla="*/ 1012979 w 1728164"/>
              <a:gd name="csY5861" fmla="*/ 211412 h 1114902"/>
              <a:gd name="csX5862" fmla="*/ 1013148 w 1728164"/>
              <a:gd name="csY5862" fmla="*/ 211943 h 1114902"/>
              <a:gd name="csX5863" fmla="*/ 1013326 w 1728164"/>
              <a:gd name="csY5863" fmla="*/ 212474 h 1114902"/>
              <a:gd name="csX5864" fmla="*/ 1013495 w 1728164"/>
              <a:gd name="csY5864" fmla="*/ 213006 h 1114902"/>
              <a:gd name="csX5865" fmla="*/ 1013673 w 1728164"/>
              <a:gd name="csY5865" fmla="*/ 213538 h 1114902"/>
              <a:gd name="csX5866" fmla="*/ 1013842 w 1728164"/>
              <a:gd name="csY5866" fmla="*/ 214070 h 1114902"/>
              <a:gd name="csX5867" fmla="*/ 1014011 w 1728164"/>
              <a:gd name="csY5867" fmla="*/ 214603 h 1114902"/>
              <a:gd name="csX5868" fmla="*/ 1014189 w 1728164"/>
              <a:gd name="csY5868" fmla="*/ 215136 h 1114902"/>
              <a:gd name="csX5869" fmla="*/ 1014358 w 1728164"/>
              <a:gd name="csY5869" fmla="*/ 215670 h 1114902"/>
              <a:gd name="csX5870" fmla="*/ 1014536 w 1728164"/>
              <a:gd name="csY5870" fmla="*/ 216204 h 1114902"/>
              <a:gd name="csX5871" fmla="*/ 1014705 w 1728164"/>
              <a:gd name="csY5871" fmla="*/ 216739 h 1114902"/>
              <a:gd name="csX5872" fmla="*/ 1014883 w 1728164"/>
              <a:gd name="csY5872" fmla="*/ 217274 h 1114902"/>
              <a:gd name="csX5873" fmla="*/ 1015052 w 1728164"/>
              <a:gd name="csY5873" fmla="*/ 217809 h 1114902"/>
              <a:gd name="csX5874" fmla="*/ 1015221 w 1728164"/>
              <a:gd name="csY5874" fmla="*/ 218345 h 1114902"/>
              <a:gd name="csX5875" fmla="*/ 1015399 w 1728164"/>
              <a:gd name="csY5875" fmla="*/ 218881 h 1114902"/>
              <a:gd name="csX5876" fmla="*/ 1015568 w 1728164"/>
              <a:gd name="csY5876" fmla="*/ 219418 h 1114902"/>
              <a:gd name="csX5877" fmla="*/ 1015746 w 1728164"/>
              <a:gd name="csY5877" fmla="*/ 219955 h 1114902"/>
              <a:gd name="csX5878" fmla="*/ 1015915 w 1728164"/>
              <a:gd name="csY5878" fmla="*/ 220492 h 1114902"/>
              <a:gd name="csX5879" fmla="*/ 1016093 w 1728164"/>
              <a:gd name="csY5879" fmla="*/ 221030 h 1114902"/>
              <a:gd name="csX5880" fmla="*/ 1016262 w 1728164"/>
              <a:gd name="csY5880" fmla="*/ 221569 h 1114902"/>
              <a:gd name="csX5881" fmla="*/ 1016431 w 1728164"/>
              <a:gd name="csY5881" fmla="*/ 222107 h 1114902"/>
              <a:gd name="csX5882" fmla="*/ 1016609 w 1728164"/>
              <a:gd name="csY5882" fmla="*/ 222646 h 1114902"/>
              <a:gd name="csX5883" fmla="*/ 1016778 w 1728164"/>
              <a:gd name="csY5883" fmla="*/ 223185 h 1114902"/>
              <a:gd name="csX5884" fmla="*/ 1016956 w 1728164"/>
              <a:gd name="csY5884" fmla="*/ 223725 h 1114902"/>
              <a:gd name="csX5885" fmla="*/ 1017125 w 1728164"/>
              <a:gd name="csY5885" fmla="*/ 224266 h 1114902"/>
              <a:gd name="csX5886" fmla="*/ 1017303 w 1728164"/>
              <a:gd name="csY5886" fmla="*/ 224806 h 1114902"/>
              <a:gd name="csX5887" fmla="*/ 1017472 w 1728164"/>
              <a:gd name="csY5887" fmla="*/ 225348 h 1114902"/>
              <a:gd name="csX5888" fmla="*/ 1017641 w 1728164"/>
              <a:gd name="csY5888" fmla="*/ 225889 h 1114902"/>
              <a:gd name="csX5889" fmla="*/ 1017819 w 1728164"/>
              <a:gd name="csY5889" fmla="*/ 226432 h 1114902"/>
              <a:gd name="csX5890" fmla="*/ 1017988 w 1728164"/>
              <a:gd name="csY5890" fmla="*/ 226974 h 1114902"/>
              <a:gd name="csX5891" fmla="*/ 1018166 w 1728164"/>
              <a:gd name="csY5891" fmla="*/ 227516 h 1114902"/>
              <a:gd name="csX5892" fmla="*/ 1018335 w 1728164"/>
              <a:gd name="csY5892" fmla="*/ 228060 h 1114902"/>
              <a:gd name="csX5893" fmla="*/ 1018513 w 1728164"/>
              <a:gd name="csY5893" fmla="*/ 228603 h 1114902"/>
              <a:gd name="csX5894" fmla="*/ 1018682 w 1728164"/>
              <a:gd name="csY5894" fmla="*/ 229147 h 1114902"/>
              <a:gd name="csX5895" fmla="*/ 1018851 w 1728164"/>
              <a:gd name="csY5895" fmla="*/ 229691 h 1114902"/>
              <a:gd name="csX5896" fmla="*/ 1019029 w 1728164"/>
              <a:gd name="csY5896" fmla="*/ 230236 h 1114902"/>
              <a:gd name="csX5897" fmla="*/ 1019198 w 1728164"/>
              <a:gd name="csY5897" fmla="*/ 230781 h 1114902"/>
              <a:gd name="csX5898" fmla="*/ 1019376 w 1728164"/>
              <a:gd name="csY5898" fmla="*/ 231327 h 1114902"/>
              <a:gd name="csX5899" fmla="*/ 1019545 w 1728164"/>
              <a:gd name="csY5899" fmla="*/ 231872 h 1114902"/>
              <a:gd name="csX5900" fmla="*/ 1019723 w 1728164"/>
              <a:gd name="csY5900" fmla="*/ 232418 h 1114902"/>
              <a:gd name="csX5901" fmla="*/ 1019892 w 1728164"/>
              <a:gd name="csY5901" fmla="*/ 232965 h 1114902"/>
              <a:gd name="csX5902" fmla="*/ 1020061 w 1728164"/>
              <a:gd name="csY5902" fmla="*/ 233512 h 1114902"/>
              <a:gd name="csX5903" fmla="*/ 1020239 w 1728164"/>
              <a:gd name="csY5903" fmla="*/ 234060 h 1114902"/>
              <a:gd name="csX5904" fmla="*/ 1020408 w 1728164"/>
              <a:gd name="csY5904" fmla="*/ 234608 h 1114902"/>
              <a:gd name="csX5905" fmla="*/ 1020586 w 1728164"/>
              <a:gd name="csY5905" fmla="*/ 235156 h 1114902"/>
              <a:gd name="csX5906" fmla="*/ 1020755 w 1728164"/>
              <a:gd name="csY5906" fmla="*/ 235704 h 1114902"/>
              <a:gd name="csX5907" fmla="*/ 1020933 w 1728164"/>
              <a:gd name="csY5907" fmla="*/ 236253 h 1114902"/>
              <a:gd name="csX5908" fmla="*/ 1021102 w 1728164"/>
              <a:gd name="csY5908" fmla="*/ 236802 h 1114902"/>
              <a:gd name="csX5909" fmla="*/ 1021271 w 1728164"/>
              <a:gd name="csY5909" fmla="*/ 237352 h 1114902"/>
              <a:gd name="csX5910" fmla="*/ 1021449 w 1728164"/>
              <a:gd name="csY5910" fmla="*/ 237902 h 1114902"/>
              <a:gd name="csX5911" fmla="*/ 1021618 w 1728164"/>
              <a:gd name="csY5911" fmla="*/ 238452 h 1114902"/>
              <a:gd name="csX5912" fmla="*/ 1021796 w 1728164"/>
              <a:gd name="csY5912" fmla="*/ 239003 h 1114902"/>
              <a:gd name="csX5913" fmla="*/ 1021965 w 1728164"/>
              <a:gd name="csY5913" fmla="*/ 239554 h 1114902"/>
              <a:gd name="csX5914" fmla="*/ 1022143 w 1728164"/>
              <a:gd name="csY5914" fmla="*/ 240106 h 1114902"/>
              <a:gd name="csX5915" fmla="*/ 1022312 w 1728164"/>
              <a:gd name="csY5915" fmla="*/ 240657 h 1114902"/>
              <a:gd name="csX5916" fmla="*/ 1022481 w 1728164"/>
              <a:gd name="csY5916" fmla="*/ 241210 h 1114902"/>
              <a:gd name="csX5917" fmla="*/ 1022658 w 1728164"/>
              <a:gd name="csY5917" fmla="*/ 241762 h 1114902"/>
              <a:gd name="csX5918" fmla="*/ 1022828 w 1728164"/>
              <a:gd name="csY5918" fmla="*/ 242315 h 1114902"/>
              <a:gd name="csX5919" fmla="*/ 1023005 w 1728164"/>
              <a:gd name="csY5919" fmla="*/ 242869 h 1114902"/>
              <a:gd name="csX5920" fmla="*/ 1023175 w 1728164"/>
              <a:gd name="csY5920" fmla="*/ 243422 h 1114902"/>
              <a:gd name="csX5921" fmla="*/ 1023352 w 1728164"/>
              <a:gd name="csY5921" fmla="*/ 243976 h 1114902"/>
              <a:gd name="csX5922" fmla="*/ 1023522 w 1728164"/>
              <a:gd name="csY5922" fmla="*/ 244531 h 1114902"/>
              <a:gd name="csX5923" fmla="*/ 1023691 w 1728164"/>
              <a:gd name="csY5923" fmla="*/ 245086 h 1114902"/>
              <a:gd name="csX5924" fmla="*/ 1023868 w 1728164"/>
              <a:gd name="csY5924" fmla="*/ 245641 h 1114902"/>
              <a:gd name="csX5925" fmla="*/ 1024037 w 1728164"/>
              <a:gd name="csY5925" fmla="*/ 246196 h 1114902"/>
              <a:gd name="csX5926" fmla="*/ 1024215 w 1728164"/>
              <a:gd name="csY5926" fmla="*/ 246752 h 1114902"/>
              <a:gd name="csX5927" fmla="*/ 1024384 w 1728164"/>
              <a:gd name="csY5927" fmla="*/ 247308 h 1114902"/>
              <a:gd name="csX5928" fmla="*/ 1024562 w 1728164"/>
              <a:gd name="csY5928" fmla="*/ 247865 h 1114902"/>
              <a:gd name="csX5929" fmla="*/ 1024731 w 1728164"/>
              <a:gd name="csY5929" fmla="*/ 248422 h 1114902"/>
              <a:gd name="csX5930" fmla="*/ 1024900 w 1728164"/>
              <a:gd name="csY5930" fmla="*/ 248980 h 1114902"/>
              <a:gd name="csX5931" fmla="*/ 1025078 w 1728164"/>
              <a:gd name="csY5931" fmla="*/ 249537 h 1114902"/>
              <a:gd name="csX5932" fmla="*/ 1025247 w 1728164"/>
              <a:gd name="csY5932" fmla="*/ 250095 h 1114902"/>
              <a:gd name="csX5933" fmla="*/ 1025425 w 1728164"/>
              <a:gd name="csY5933" fmla="*/ 250653 h 1114902"/>
              <a:gd name="csX5934" fmla="*/ 1025594 w 1728164"/>
              <a:gd name="csY5934" fmla="*/ 251212 h 1114902"/>
              <a:gd name="csX5935" fmla="*/ 1025772 w 1728164"/>
              <a:gd name="csY5935" fmla="*/ 251771 h 1114902"/>
              <a:gd name="csX5936" fmla="*/ 1025941 w 1728164"/>
              <a:gd name="csY5936" fmla="*/ 252330 h 1114902"/>
              <a:gd name="csX5937" fmla="*/ 1026110 w 1728164"/>
              <a:gd name="csY5937" fmla="*/ 252890 h 1114902"/>
              <a:gd name="csX5938" fmla="*/ 1026288 w 1728164"/>
              <a:gd name="csY5938" fmla="*/ 253450 h 1114902"/>
              <a:gd name="csX5939" fmla="*/ 1026457 w 1728164"/>
              <a:gd name="csY5939" fmla="*/ 254011 h 1114902"/>
              <a:gd name="csX5940" fmla="*/ 1026635 w 1728164"/>
              <a:gd name="csY5940" fmla="*/ 254571 h 1114902"/>
              <a:gd name="csX5941" fmla="*/ 1026804 w 1728164"/>
              <a:gd name="csY5941" fmla="*/ 255133 h 1114902"/>
              <a:gd name="csX5942" fmla="*/ 1026982 w 1728164"/>
              <a:gd name="csY5942" fmla="*/ 255694 h 1114902"/>
              <a:gd name="csX5943" fmla="*/ 1027151 w 1728164"/>
              <a:gd name="csY5943" fmla="*/ 256256 h 1114902"/>
              <a:gd name="csX5944" fmla="*/ 1027320 w 1728164"/>
              <a:gd name="csY5944" fmla="*/ 256818 h 1114902"/>
              <a:gd name="csX5945" fmla="*/ 1027498 w 1728164"/>
              <a:gd name="csY5945" fmla="*/ 257381 h 1114902"/>
              <a:gd name="csX5946" fmla="*/ 1027667 w 1728164"/>
              <a:gd name="csY5946" fmla="*/ 257943 h 1114902"/>
              <a:gd name="csX5947" fmla="*/ 1027845 w 1728164"/>
              <a:gd name="csY5947" fmla="*/ 258506 h 1114902"/>
              <a:gd name="csX5948" fmla="*/ 1028014 w 1728164"/>
              <a:gd name="csY5948" fmla="*/ 259069 h 1114902"/>
              <a:gd name="csX5949" fmla="*/ 1028192 w 1728164"/>
              <a:gd name="csY5949" fmla="*/ 259633 h 1114902"/>
              <a:gd name="csX5950" fmla="*/ 1028361 w 1728164"/>
              <a:gd name="csY5950" fmla="*/ 260197 h 1114902"/>
              <a:gd name="csX5951" fmla="*/ 1028530 w 1728164"/>
              <a:gd name="csY5951" fmla="*/ 260762 h 1114902"/>
              <a:gd name="csX5952" fmla="*/ 1028708 w 1728164"/>
              <a:gd name="csY5952" fmla="*/ 261326 h 1114902"/>
              <a:gd name="csX5953" fmla="*/ 1028877 w 1728164"/>
              <a:gd name="csY5953" fmla="*/ 261892 h 1114902"/>
              <a:gd name="csX5954" fmla="*/ 1029055 w 1728164"/>
              <a:gd name="csY5954" fmla="*/ 262457 h 1114902"/>
              <a:gd name="csX5955" fmla="*/ 1029224 w 1728164"/>
              <a:gd name="csY5955" fmla="*/ 263023 h 1114902"/>
              <a:gd name="csX5956" fmla="*/ 1029402 w 1728164"/>
              <a:gd name="csY5956" fmla="*/ 263589 h 1114902"/>
              <a:gd name="csX5957" fmla="*/ 1029571 w 1728164"/>
              <a:gd name="csY5957" fmla="*/ 264155 h 1114902"/>
              <a:gd name="csX5958" fmla="*/ 1029740 w 1728164"/>
              <a:gd name="csY5958" fmla="*/ 264722 h 1114902"/>
              <a:gd name="csX5959" fmla="*/ 1029918 w 1728164"/>
              <a:gd name="csY5959" fmla="*/ 265289 h 1114902"/>
              <a:gd name="csX5960" fmla="*/ 1030087 w 1728164"/>
              <a:gd name="csY5960" fmla="*/ 265856 h 1114902"/>
              <a:gd name="csX5961" fmla="*/ 1030265 w 1728164"/>
              <a:gd name="csY5961" fmla="*/ 266424 h 1114902"/>
              <a:gd name="csX5962" fmla="*/ 1030434 w 1728164"/>
              <a:gd name="csY5962" fmla="*/ 266992 h 1114902"/>
              <a:gd name="csX5963" fmla="*/ 1030612 w 1728164"/>
              <a:gd name="csY5963" fmla="*/ 267560 h 1114902"/>
              <a:gd name="csX5964" fmla="*/ 1030781 w 1728164"/>
              <a:gd name="csY5964" fmla="*/ 268129 h 1114902"/>
              <a:gd name="csX5965" fmla="*/ 1030950 w 1728164"/>
              <a:gd name="csY5965" fmla="*/ 268698 h 1114902"/>
              <a:gd name="csX5966" fmla="*/ 1031128 w 1728164"/>
              <a:gd name="csY5966" fmla="*/ 269267 h 1114902"/>
              <a:gd name="csX5967" fmla="*/ 1031297 w 1728164"/>
              <a:gd name="csY5967" fmla="*/ 269837 h 1114902"/>
              <a:gd name="csX5968" fmla="*/ 1031475 w 1728164"/>
              <a:gd name="csY5968" fmla="*/ 270406 h 1114902"/>
              <a:gd name="csX5969" fmla="*/ 1031644 w 1728164"/>
              <a:gd name="csY5969" fmla="*/ 270976 h 1114902"/>
              <a:gd name="csX5970" fmla="*/ 1031822 w 1728164"/>
              <a:gd name="csY5970" fmla="*/ 271547 h 1114902"/>
              <a:gd name="csX5971" fmla="*/ 1031991 w 1728164"/>
              <a:gd name="csY5971" fmla="*/ 272118 h 1114902"/>
              <a:gd name="csX5972" fmla="*/ 1032160 w 1728164"/>
              <a:gd name="csY5972" fmla="*/ 272689 h 1114902"/>
              <a:gd name="csX5973" fmla="*/ 1032338 w 1728164"/>
              <a:gd name="csY5973" fmla="*/ 273260 h 1114902"/>
              <a:gd name="csX5974" fmla="*/ 1032507 w 1728164"/>
              <a:gd name="csY5974" fmla="*/ 273832 h 1114902"/>
              <a:gd name="csX5975" fmla="*/ 1032685 w 1728164"/>
              <a:gd name="csY5975" fmla="*/ 274404 h 1114902"/>
              <a:gd name="csX5976" fmla="*/ 1032854 w 1728164"/>
              <a:gd name="csY5976" fmla="*/ 274976 h 1114902"/>
              <a:gd name="csX5977" fmla="*/ 1033023 w 1728164"/>
              <a:gd name="csY5977" fmla="*/ 275549 h 1114902"/>
              <a:gd name="csX5978" fmla="*/ 1033201 w 1728164"/>
              <a:gd name="csY5978" fmla="*/ 276121 h 1114902"/>
              <a:gd name="csX5979" fmla="*/ 1033370 w 1728164"/>
              <a:gd name="csY5979" fmla="*/ 276695 h 1114902"/>
              <a:gd name="csX5980" fmla="*/ 1033548 w 1728164"/>
              <a:gd name="csY5980" fmla="*/ 277268 h 1114902"/>
              <a:gd name="csX5981" fmla="*/ 1033717 w 1728164"/>
              <a:gd name="csY5981" fmla="*/ 277842 h 1114902"/>
              <a:gd name="csX5982" fmla="*/ 1033895 w 1728164"/>
              <a:gd name="csY5982" fmla="*/ 278415 h 1114902"/>
              <a:gd name="csX5983" fmla="*/ 1034064 w 1728164"/>
              <a:gd name="csY5983" fmla="*/ 278990 h 1114902"/>
              <a:gd name="csX5984" fmla="*/ 1034233 w 1728164"/>
              <a:gd name="csY5984" fmla="*/ 279565 h 1114902"/>
              <a:gd name="csX5985" fmla="*/ 1034411 w 1728164"/>
              <a:gd name="csY5985" fmla="*/ 280140 h 1114902"/>
              <a:gd name="csX5986" fmla="*/ 1034580 w 1728164"/>
              <a:gd name="csY5986" fmla="*/ 280715 h 1114902"/>
              <a:gd name="csX5987" fmla="*/ 1034758 w 1728164"/>
              <a:gd name="csY5987" fmla="*/ 281291 h 1114902"/>
              <a:gd name="csX5988" fmla="*/ 1034927 w 1728164"/>
              <a:gd name="csY5988" fmla="*/ 281866 h 1114902"/>
              <a:gd name="csX5989" fmla="*/ 1035105 w 1728164"/>
              <a:gd name="csY5989" fmla="*/ 282442 h 1114902"/>
              <a:gd name="csX5990" fmla="*/ 1035274 w 1728164"/>
              <a:gd name="csY5990" fmla="*/ 283019 h 1114902"/>
              <a:gd name="csX5991" fmla="*/ 1035443 w 1728164"/>
              <a:gd name="csY5991" fmla="*/ 283595 h 1114902"/>
              <a:gd name="csX5992" fmla="*/ 1035621 w 1728164"/>
              <a:gd name="csY5992" fmla="*/ 284172 h 1114902"/>
              <a:gd name="csX5993" fmla="*/ 1035790 w 1728164"/>
              <a:gd name="csY5993" fmla="*/ 284750 h 1114902"/>
              <a:gd name="csX5994" fmla="*/ 1035968 w 1728164"/>
              <a:gd name="csY5994" fmla="*/ 285327 h 1114902"/>
              <a:gd name="csX5995" fmla="*/ 1036137 w 1728164"/>
              <a:gd name="csY5995" fmla="*/ 285905 h 1114902"/>
              <a:gd name="csX5996" fmla="*/ 1036315 w 1728164"/>
              <a:gd name="csY5996" fmla="*/ 286483 h 1114902"/>
              <a:gd name="csX5997" fmla="*/ 1036484 w 1728164"/>
              <a:gd name="csY5997" fmla="*/ 287061 h 1114902"/>
              <a:gd name="csX5998" fmla="*/ 1036653 w 1728164"/>
              <a:gd name="csY5998" fmla="*/ 287639 h 1114902"/>
              <a:gd name="csX5999" fmla="*/ 1036831 w 1728164"/>
              <a:gd name="csY5999" fmla="*/ 288218 h 1114902"/>
              <a:gd name="csX6000" fmla="*/ 1037000 w 1728164"/>
              <a:gd name="csY6000" fmla="*/ 288798 h 1114902"/>
              <a:gd name="csX6001" fmla="*/ 1037178 w 1728164"/>
              <a:gd name="csY6001" fmla="*/ 289377 h 1114902"/>
              <a:gd name="csX6002" fmla="*/ 1037347 w 1728164"/>
              <a:gd name="csY6002" fmla="*/ 289957 h 1114902"/>
              <a:gd name="csX6003" fmla="*/ 1037525 w 1728164"/>
              <a:gd name="csY6003" fmla="*/ 290536 h 1114902"/>
              <a:gd name="csX6004" fmla="*/ 1037694 w 1728164"/>
              <a:gd name="csY6004" fmla="*/ 291117 h 1114902"/>
              <a:gd name="csX6005" fmla="*/ 1037863 w 1728164"/>
              <a:gd name="csY6005" fmla="*/ 291697 h 1114902"/>
              <a:gd name="csX6006" fmla="*/ 1038040 w 1728164"/>
              <a:gd name="csY6006" fmla="*/ 292278 h 1114902"/>
              <a:gd name="csX6007" fmla="*/ 1038209 w 1728164"/>
              <a:gd name="csY6007" fmla="*/ 292859 h 1114902"/>
              <a:gd name="csX6008" fmla="*/ 1038387 w 1728164"/>
              <a:gd name="csY6008" fmla="*/ 293440 h 1114902"/>
              <a:gd name="csX6009" fmla="*/ 1038556 w 1728164"/>
              <a:gd name="csY6009" fmla="*/ 294022 h 1114902"/>
              <a:gd name="csX6010" fmla="*/ 1038734 w 1728164"/>
              <a:gd name="csY6010" fmla="*/ 294603 h 1114902"/>
              <a:gd name="csX6011" fmla="*/ 1038903 w 1728164"/>
              <a:gd name="csY6011" fmla="*/ 295185 h 1114902"/>
              <a:gd name="csX6012" fmla="*/ 1039073 w 1728164"/>
              <a:gd name="csY6012" fmla="*/ 295768 h 1114902"/>
              <a:gd name="csX6013" fmla="*/ 1039250 w 1728164"/>
              <a:gd name="csY6013" fmla="*/ 296350 h 1114902"/>
              <a:gd name="csX6014" fmla="*/ 1039419 w 1728164"/>
              <a:gd name="csY6014" fmla="*/ 296933 h 1114902"/>
              <a:gd name="csX6015" fmla="*/ 1039597 w 1728164"/>
              <a:gd name="csY6015" fmla="*/ 297516 h 1114902"/>
              <a:gd name="csX6016" fmla="*/ 1039766 w 1728164"/>
              <a:gd name="csY6016" fmla="*/ 298100 h 1114902"/>
              <a:gd name="csX6017" fmla="*/ 1039944 w 1728164"/>
              <a:gd name="csY6017" fmla="*/ 298683 h 1114902"/>
              <a:gd name="csX6018" fmla="*/ 1040113 w 1728164"/>
              <a:gd name="csY6018" fmla="*/ 299267 h 1114902"/>
              <a:gd name="csX6019" fmla="*/ 1040282 w 1728164"/>
              <a:gd name="csY6019" fmla="*/ 299851 h 1114902"/>
              <a:gd name="csX6020" fmla="*/ 1040460 w 1728164"/>
              <a:gd name="csY6020" fmla="*/ 300435 h 1114902"/>
              <a:gd name="csX6021" fmla="*/ 1040629 w 1728164"/>
              <a:gd name="csY6021" fmla="*/ 301020 h 1114902"/>
              <a:gd name="csX6022" fmla="*/ 1040807 w 1728164"/>
              <a:gd name="csY6022" fmla="*/ 301605 h 1114902"/>
              <a:gd name="csX6023" fmla="*/ 1040976 w 1728164"/>
              <a:gd name="csY6023" fmla="*/ 302189 h 1114902"/>
              <a:gd name="csX6024" fmla="*/ 1041154 w 1728164"/>
              <a:gd name="csY6024" fmla="*/ 302775 h 1114902"/>
              <a:gd name="csX6025" fmla="*/ 1041323 w 1728164"/>
              <a:gd name="csY6025" fmla="*/ 303360 h 1114902"/>
              <a:gd name="csX6026" fmla="*/ 1041492 w 1728164"/>
              <a:gd name="csY6026" fmla="*/ 303947 h 1114902"/>
              <a:gd name="csX6027" fmla="*/ 1041670 w 1728164"/>
              <a:gd name="csY6027" fmla="*/ 304533 h 1114902"/>
              <a:gd name="csX6028" fmla="*/ 1041839 w 1728164"/>
              <a:gd name="csY6028" fmla="*/ 305119 h 1114902"/>
              <a:gd name="csX6029" fmla="*/ 1042017 w 1728164"/>
              <a:gd name="csY6029" fmla="*/ 305705 h 1114902"/>
              <a:gd name="csX6030" fmla="*/ 1042186 w 1728164"/>
              <a:gd name="csY6030" fmla="*/ 306292 h 1114902"/>
              <a:gd name="csX6031" fmla="*/ 1042364 w 1728164"/>
              <a:gd name="csY6031" fmla="*/ 306879 h 1114902"/>
              <a:gd name="csX6032" fmla="*/ 1042533 w 1728164"/>
              <a:gd name="csY6032" fmla="*/ 307466 h 1114902"/>
              <a:gd name="csX6033" fmla="*/ 1042702 w 1728164"/>
              <a:gd name="csY6033" fmla="*/ 308054 h 1114902"/>
              <a:gd name="csX6034" fmla="*/ 1042880 w 1728164"/>
              <a:gd name="csY6034" fmla="*/ 308641 h 1114902"/>
              <a:gd name="csX6035" fmla="*/ 1043049 w 1728164"/>
              <a:gd name="csY6035" fmla="*/ 309229 h 1114902"/>
              <a:gd name="csX6036" fmla="*/ 1043227 w 1728164"/>
              <a:gd name="csY6036" fmla="*/ 309817 h 1114902"/>
              <a:gd name="csX6037" fmla="*/ 1043396 w 1728164"/>
              <a:gd name="csY6037" fmla="*/ 310406 h 1114902"/>
              <a:gd name="csX6038" fmla="*/ 1043574 w 1728164"/>
              <a:gd name="csY6038" fmla="*/ 310994 h 1114902"/>
              <a:gd name="csX6039" fmla="*/ 1043743 w 1728164"/>
              <a:gd name="csY6039" fmla="*/ 311583 h 1114902"/>
              <a:gd name="csX6040" fmla="*/ 1043912 w 1728164"/>
              <a:gd name="csY6040" fmla="*/ 312172 h 1114902"/>
              <a:gd name="csX6041" fmla="*/ 1044090 w 1728164"/>
              <a:gd name="csY6041" fmla="*/ 312762 h 1114902"/>
              <a:gd name="csX6042" fmla="*/ 1044259 w 1728164"/>
              <a:gd name="csY6042" fmla="*/ 313351 h 1114902"/>
              <a:gd name="csX6043" fmla="*/ 1044437 w 1728164"/>
              <a:gd name="csY6043" fmla="*/ 313941 h 1114902"/>
              <a:gd name="csX6044" fmla="*/ 1044606 w 1728164"/>
              <a:gd name="csY6044" fmla="*/ 314531 h 1114902"/>
              <a:gd name="csX6045" fmla="*/ 1044784 w 1728164"/>
              <a:gd name="csY6045" fmla="*/ 315121 h 1114902"/>
              <a:gd name="csX6046" fmla="*/ 1044953 w 1728164"/>
              <a:gd name="csY6046" fmla="*/ 315711 h 1114902"/>
              <a:gd name="csX6047" fmla="*/ 1045122 w 1728164"/>
              <a:gd name="csY6047" fmla="*/ 316302 h 1114902"/>
              <a:gd name="csX6048" fmla="*/ 1045300 w 1728164"/>
              <a:gd name="csY6048" fmla="*/ 316893 h 1114902"/>
              <a:gd name="csX6049" fmla="*/ 1045469 w 1728164"/>
              <a:gd name="csY6049" fmla="*/ 317484 h 1114902"/>
              <a:gd name="csX6050" fmla="*/ 1045647 w 1728164"/>
              <a:gd name="csY6050" fmla="*/ 318076 h 1114902"/>
              <a:gd name="csX6051" fmla="*/ 1045816 w 1728164"/>
              <a:gd name="csY6051" fmla="*/ 318667 h 1114902"/>
              <a:gd name="csX6052" fmla="*/ 1045994 w 1728164"/>
              <a:gd name="csY6052" fmla="*/ 319259 h 1114902"/>
              <a:gd name="csX6053" fmla="*/ 1046163 w 1728164"/>
              <a:gd name="csY6053" fmla="*/ 319851 h 1114902"/>
              <a:gd name="csX6054" fmla="*/ 1046332 w 1728164"/>
              <a:gd name="csY6054" fmla="*/ 320442 h 1114902"/>
              <a:gd name="csX6055" fmla="*/ 1046510 w 1728164"/>
              <a:gd name="csY6055" fmla="*/ 321035 h 1114902"/>
              <a:gd name="csX6056" fmla="*/ 1046679 w 1728164"/>
              <a:gd name="csY6056" fmla="*/ 321627 h 1114902"/>
              <a:gd name="csX6057" fmla="*/ 1046857 w 1728164"/>
              <a:gd name="csY6057" fmla="*/ 322221 h 1114902"/>
              <a:gd name="csX6058" fmla="*/ 1047026 w 1728164"/>
              <a:gd name="csY6058" fmla="*/ 322813 h 1114902"/>
              <a:gd name="csX6059" fmla="*/ 1047204 w 1728164"/>
              <a:gd name="csY6059" fmla="*/ 323407 h 1114902"/>
              <a:gd name="csX6060" fmla="*/ 1047373 w 1728164"/>
              <a:gd name="csY6060" fmla="*/ 324000 h 1114902"/>
              <a:gd name="csX6061" fmla="*/ 1047542 w 1728164"/>
              <a:gd name="csY6061" fmla="*/ 324593 h 1114902"/>
              <a:gd name="csX6062" fmla="*/ 1047720 w 1728164"/>
              <a:gd name="csY6062" fmla="*/ 325188 h 1114902"/>
              <a:gd name="csX6063" fmla="*/ 1047889 w 1728164"/>
              <a:gd name="csY6063" fmla="*/ 325781 h 1114902"/>
              <a:gd name="csX6064" fmla="*/ 1048067 w 1728164"/>
              <a:gd name="csY6064" fmla="*/ 326375 h 1114902"/>
              <a:gd name="csX6065" fmla="*/ 1048236 w 1728164"/>
              <a:gd name="csY6065" fmla="*/ 326970 h 1114902"/>
              <a:gd name="csX6066" fmla="*/ 1048414 w 1728164"/>
              <a:gd name="csY6066" fmla="*/ 327565 h 1114902"/>
              <a:gd name="csX6067" fmla="*/ 1048583 w 1728164"/>
              <a:gd name="csY6067" fmla="*/ 328159 h 1114902"/>
              <a:gd name="csX6068" fmla="*/ 1048752 w 1728164"/>
              <a:gd name="csY6068" fmla="*/ 328754 h 1114902"/>
              <a:gd name="csX6069" fmla="*/ 1048930 w 1728164"/>
              <a:gd name="csY6069" fmla="*/ 329349 h 1114902"/>
              <a:gd name="csX6070" fmla="*/ 1049099 w 1728164"/>
              <a:gd name="csY6070" fmla="*/ 329945 h 1114902"/>
              <a:gd name="csX6071" fmla="*/ 1049277 w 1728164"/>
              <a:gd name="csY6071" fmla="*/ 330541 h 1114902"/>
              <a:gd name="csX6072" fmla="*/ 1049446 w 1728164"/>
              <a:gd name="csY6072" fmla="*/ 331136 h 1114902"/>
              <a:gd name="csX6073" fmla="*/ 1049624 w 1728164"/>
              <a:gd name="csY6073" fmla="*/ 331732 h 1114902"/>
              <a:gd name="csX6074" fmla="*/ 1049793 w 1728164"/>
              <a:gd name="csY6074" fmla="*/ 332328 h 1114902"/>
              <a:gd name="csX6075" fmla="*/ 1049962 w 1728164"/>
              <a:gd name="csY6075" fmla="*/ 332924 h 1114902"/>
              <a:gd name="csX6076" fmla="*/ 1050140 w 1728164"/>
              <a:gd name="csY6076" fmla="*/ 333521 h 1114902"/>
              <a:gd name="csX6077" fmla="*/ 1050309 w 1728164"/>
              <a:gd name="csY6077" fmla="*/ 334118 h 1114902"/>
              <a:gd name="csX6078" fmla="*/ 1050487 w 1728164"/>
              <a:gd name="csY6078" fmla="*/ 334714 h 1114902"/>
              <a:gd name="csX6079" fmla="*/ 1050656 w 1728164"/>
              <a:gd name="csY6079" fmla="*/ 335312 h 1114902"/>
              <a:gd name="csX6080" fmla="*/ 1050834 w 1728164"/>
              <a:gd name="csY6080" fmla="*/ 335909 h 1114902"/>
              <a:gd name="csX6081" fmla="*/ 1051003 w 1728164"/>
              <a:gd name="csY6081" fmla="*/ 336506 h 1114902"/>
              <a:gd name="csX6082" fmla="*/ 1051172 w 1728164"/>
              <a:gd name="csY6082" fmla="*/ 337104 h 1114902"/>
              <a:gd name="csX6083" fmla="*/ 1051350 w 1728164"/>
              <a:gd name="csY6083" fmla="*/ 337701 h 1114902"/>
              <a:gd name="csX6084" fmla="*/ 1051519 w 1728164"/>
              <a:gd name="csY6084" fmla="*/ 338299 h 1114902"/>
              <a:gd name="csX6085" fmla="*/ 1051697 w 1728164"/>
              <a:gd name="csY6085" fmla="*/ 338897 h 1114902"/>
              <a:gd name="csX6086" fmla="*/ 1051866 w 1728164"/>
              <a:gd name="csY6086" fmla="*/ 339496 h 1114902"/>
              <a:gd name="csX6087" fmla="*/ 1052035 w 1728164"/>
              <a:gd name="csY6087" fmla="*/ 340095 h 1114902"/>
              <a:gd name="csX6088" fmla="*/ 1052213 w 1728164"/>
              <a:gd name="csY6088" fmla="*/ 340693 h 1114902"/>
              <a:gd name="csX6089" fmla="*/ 1052382 w 1728164"/>
              <a:gd name="csY6089" fmla="*/ 341292 h 1114902"/>
              <a:gd name="csX6090" fmla="*/ 1052559 w 1728164"/>
              <a:gd name="csY6090" fmla="*/ 341891 h 1114902"/>
              <a:gd name="csX6091" fmla="*/ 1052729 w 1728164"/>
              <a:gd name="csY6091" fmla="*/ 342489 h 1114902"/>
              <a:gd name="csX6092" fmla="*/ 1052906 w 1728164"/>
              <a:gd name="csY6092" fmla="*/ 343089 h 1114902"/>
              <a:gd name="csX6093" fmla="*/ 1053076 w 1728164"/>
              <a:gd name="csY6093" fmla="*/ 343689 h 1114902"/>
              <a:gd name="csX6094" fmla="*/ 1053245 w 1728164"/>
              <a:gd name="csY6094" fmla="*/ 344288 h 1114902"/>
              <a:gd name="csX6095" fmla="*/ 1053423 w 1728164"/>
              <a:gd name="csY6095" fmla="*/ 344888 h 1114902"/>
              <a:gd name="csX6096" fmla="*/ 1053592 w 1728164"/>
              <a:gd name="csY6096" fmla="*/ 345488 h 1114902"/>
              <a:gd name="csX6097" fmla="*/ 1053769 w 1728164"/>
              <a:gd name="csY6097" fmla="*/ 346088 h 1114902"/>
              <a:gd name="csX6098" fmla="*/ 1053938 w 1728164"/>
              <a:gd name="csY6098" fmla="*/ 346689 h 1114902"/>
              <a:gd name="csX6099" fmla="*/ 1054116 w 1728164"/>
              <a:gd name="csY6099" fmla="*/ 347289 h 1114902"/>
              <a:gd name="csX6100" fmla="*/ 1054285 w 1728164"/>
              <a:gd name="csY6100" fmla="*/ 347890 h 1114902"/>
              <a:gd name="csX6101" fmla="*/ 1054454 w 1728164"/>
              <a:gd name="csY6101" fmla="*/ 348490 h 1114902"/>
              <a:gd name="csX6102" fmla="*/ 1054632 w 1728164"/>
              <a:gd name="csY6102" fmla="*/ 349092 h 1114902"/>
              <a:gd name="csX6103" fmla="*/ 1054801 w 1728164"/>
              <a:gd name="csY6103" fmla="*/ 349693 h 1114902"/>
              <a:gd name="csX6104" fmla="*/ 1054979 w 1728164"/>
              <a:gd name="csY6104" fmla="*/ 350294 h 1114902"/>
              <a:gd name="csX6105" fmla="*/ 1055148 w 1728164"/>
              <a:gd name="csY6105" fmla="*/ 350896 h 1114902"/>
              <a:gd name="csX6106" fmla="*/ 1055326 w 1728164"/>
              <a:gd name="csY6106" fmla="*/ 351497 h 1114902"/>
              <a:gd name="csX6107" fmla="*/ 1055495 w 1728164"/>
              <a:gd name="csY6107" fmla="*/ 352099 h 1114902"/>
              <a:gd name="csX6108" fmla="*/ 1055664 w 1728164"/>
              <a:gd name="csY6108" fmla="*/ 352701 h 1114902"/>
              <a:gd name="csX6109" fmla="*/ 1055842 w 1728164"/>
              <a:gd name="csY6109" fmla="*/ 353302 h 1114902"/>
              <a:gd name="csX6110" fmla="*/ 1056011 w 1728164"/>
              <a:gd name="csY6110" fmla="*/ 353905 h 1114902"/>
              <a:gd name="csX6111" fmla="*/ 1056189 w 1728164"/>
              <a:gd name="csY6111" fmla="*/ 354507 h 1114902"/>
              <a:gd name="csX6112" fmla="*/ 1056358 w 1728164"/>
              <a:gd name="csY6112" fmla="*/ 355109 h 1114902"/>
              <a:gd name="csX6113" fmla="*/ 1056536 w 1728164"/>
              <a:gd name="csY6113" fmla="*/ 355712 h 1114902"/>
              <a:gd name="csX6114" fmla="*/ 1056705 w 1728164"/>
              <a:gd name="csY6114" fmla="*/ 356315 h 1114902"/>
              <a:gd name="csX6115" fmla="*/ 1056874 w 1728164"/>
              <a:gd name="csY6115" fmla="*/ 356918 h 1114902"/>
              <a:gd name="csX6116" fmla="*/ 1057052 w 1728164"/>
              <a:gd name="csY6116" fmla="*/ 357521 h 1114902"/>
              <a:gd name="csX6117" fmla="*/ 1057221 w 1728164"/>
              <a:gd name="csY6117" fmla="*/ 358124 h 1114902"/>
              <a:gd name="csX6118" fmla="*/ 1057399 w 1728164"/>
              <a:gd name="csY6118" fmla="*/ 358727 h 1114902"/>
              <a:gd name="csX6119" fmla="*/ 1057568 w 1728164"/>
              <a:gd name="csY6119" fmla="*/ 359330 h 1114902"/>
              <a:gd name="csX6120" fmla="*/ 1057746 w 1728164"/>
              <a:gd name="csY6120" fmla="*/ 359935 h 1114902"/>
              <a:gd name="csX6121" fmla="*/ 1057915 w 1728164"/>
              <a:gd name="csY6121" fmla="*/ 360538 h 1114902"/>
              <a:gd name="csX6122" fmla="*/ 1058084 w 1728164"/>
              <a:gd name="csY6122" fmla="*/ 361142 h 1114902"/>
              <a:gd name="csX6123" fmla="*/ 1058262 w 1728164"/>
              <a:gd name="csY6123" fmla="*/ 361746 h 1114902"/>
              <a:gd name="csX6124" fmla="*/ 1058431 w 1728164"/>
              <a:gd name="csY6124" fmla="*/ 362350 h 1114902"/>
              <a:gd name="csX6125" fmla="*/ 1058609 w 1728164"/>
              <a:gd name="csY6125" fmla="*/ 362954 h 1114902"/>
              <a:gd name="csX6126" fmla="*/ 1058778 w 1728164"/>
              <a:gd name="csY6126" fmla="*/ 363559 h 1114902"/>
              <a:gd name="csX6127" fmla="*/ 1058956 w 1728164"/>
              <a:gd name="csY6127" fmla="*/ 364163 h 1114902"/>
              <a:gd name="csX6128" fmla="*/ 1059125 w 1728164"/>
              <a:gd name="csY6128" fmla="*/ 364768 h 1114902"/>
              <a:gd name="csX6129" fmla="*/ 1059294 w 1728164"/>
              <a:gd name="csY6129" fmla="*/ 365373 h 1114902"/>
              <a:gd name="csX6130" fmla="*/ 1059472 w 1728164"/>
              <a:gd name="csY6130" fmla="*/ 365978 h 1114902"/>
              <a:gd name="csX6131" fmla="*/ 1059641 w 1728164"/>
              <a:gd name="csY6131" fmla="*/ 366583 h 1114902"/>
              <a:gd name="csX6132" fmla="*/ 1059819 w 1728164"/>
              <a:gd name="csY6132" fmla="*/ 367188 h 1114902"/>
              <a:gd name="csX6133" fmla="*/ 1059988 w 1728164"/>
              <a:gd name="csY6133" fmla="*/ 367793 h 1114902"/>
              <a:gd name="csX6134" fmla="*/ 1060166 w 1728164"/>
              <a:gd name="csY6134" fmla="*/ 368399 h 1114902"/>
              <a:gd name="csX6135" fmla="*/ 1060335 w 1728164"/>
              <a:gd name="csY6135" fmla="*/ 369004 h 1114902"/>
              <a:gd name="csX6136" fmla="*/ 1060504 w 1728164"/>
              <a:gd name="csY6136" fmla="*/ 369609 h 1114902"/>
              <a:gd name="csX6137" fmla="*/ 1060682 w 1728164"/>
              <a:gd name="csY6137" fmla="*/ 370215 h 1114902"/>
              <a:gd name="csX6138" fmla="*/ 1060851 w 1728164"/>
              <a:gd name="csY6138" fmla="*/ 370821 h 1114902"/>
              <a:gd name="csX6139" fmla="*/ 1061029 w 1728164"/>
              <a:gd name="csY6139" fmla="*/ 371427 h 1114902"/>
              <a:gd name="csX6140" fmla="*/ 1061198 w 1728164"/>
              <a:gd name="csY6140" fmla="*/ 372034 h 1114902"/>
              <a:gd name="csX6141" fmla="*/ 1061376 w 1728164"/>
              <a:gd name="csY6141" fmla="*/ 372640 h 1114902"/>
              <a:gd name="csX6142" fmla="*/ 1061545 w 1728164"/>
              <a:gd name="csY6142" fmla="*/ 373246 h 1114902"/>
              <a:gd name="csX6143" fmla="*/ 1061714 w 1728164"/>
              <a:gd name="csY6143" fmla="*/ 373852 h 1114902"/>
              <a:gd name="csX6144" fmla="*/ 1061892 w 1728164"/>
              <a:gd name="csY6144" fmla="*/ 374459 h 1114902"/>
              <a:gd name="csX6145" fmla="*/ 1062061 w 1728164"/>
              <a:gd name="csY6145" fmla="*/ 375066 h 1114902"/>
              <a:gd name="csX6146" fmla="*/ 1062239 w 1728164"/>
              <a:gd name="csY6146" fmla="*/ 375672 h 1114902"/>
              <a:gd name="csX6147" fmla="*/ 1062408 w 1728164"/>
              <a:gd name="csY6147" fmla="*/ 376279 h 1114902"/>
              <a:gd name="csX6148" fmla="*/ 1062586 w 1728164"/>
              <a:gd name="csY6148" fmla="*/ 376887 h 1114902"/>
              <a:gd name="csX6149" fmla="*/ 1062755 w 1728164"/>
              <a:gd name="csY6149" fmla="*/ 377493 h 1114902"/>
              <a:gd name="csX6150" fmla="*/ 1062924 w 1728164"/>
              <a:gd name="csY6150" fmla="*/ 378100 h 1114902"/>
              <a:gd name="csX6151" fmla="*/ 1063102 w 1728164"/>
              <a:gd name="csY6151" fmla="*/ 378708 h 1114902"/>
              <a:gd name="csX6152" fmla="*/ 1063271 w 1728164"/>
              <a:gd name="csY6152" fmla="*/ 379315 h 1114902"/>
              <a:gd name="csX6153" fmla="*/ 1063449 w 1728164"/>
              <a:gd name="csY6153" fmla="*/ 379923 h 1114902"/>
              <a:gd name="csX6154" fmla="*/ 1063618 w 1728164"/>
              <a:gd name="csY6154" fmla="*/ 380531 h 1114902"/>
              <a:gd name="csX6155" fmla="*/ 1063796 w 1728164"/>
              <a:gd name="csY6155" fmla="*/ 381138 h 1114902"/>
              <a:gd name="csX6156" fmla="*/ 1063965 w 1728164"/>
              <a:gd name="csY6156" fmla="*/ 381746 h 1114902"/>
              <a:gd name="csX6157" fmla="*/ 1064134 w 1728164"/>
              <a:gd name="csY6157" fmla="*/ 382354 h 1114902"/>
              <a:gd name="csX6158" fmla="*/ 1064312 w 1728164"/>
              <a:gd name="csY6158" fmla="*/ 382962 h 1114902"/>
              <a:gd name="csX6159" fmla="*/ 1064481 w 1728164"/>
              <a:gd name="csY6159" fmla="*/ 383570 h 1114902"/>
              <a:gd name="csX6160" fmla="*/ 1064659 w 1728164"/>
              <a:gd name="csY6160" fmla="*/ 384178 h 1114902"/>
              <a:gd name="csX6161" fmla="*/ 1064828 w 1728164"/>
              <a:gd name="csY6161" fmla="*/ 384787 h 1114902"/>
              <a:gd name="csX6162" fmla="*/ 1065006 w 1728164"/>
              <a:gd name="csY6162" fmla="*/ 385395 h 1114902"/>
              <a:gd name="csX6163" fmla="*/ 1065175 w 1728164"/>
              <a:gd name="csY6163" fmla="*/ 386004 h 1114902"/>
              <a:gd name="csX6164" fmla="*/ 1065344 w 1728164"/>
              <a:gd name="csY6164" fmla="*/ 386612 h 1114902"/>
              <a:gd name="csX6165" fmla="*/ 1065522 w 1728164"/>
              <a:gd name="csY6165" fmla="*/ 387221 h 1114902"/>
              <a:gd name="csX6166" fmla="*/ 1065691 w 1728164"/>
              <a:gd name="csY6166" fmla="*/ 387829 h 1114902"/>
              <a:gd name="csX6167" fmla="*/ 1065869 w 1728164"/>
              <a:gd name="csY6167" fmla="*/ 388438 h 1114902"/>
              <a:gd name="csX6168" fmla="*/ 1066038 w 1728164"/>
              <a:gd name="csY6168" fmla="*/ 389047 h 1114902"/>
              <a:gd name="csX6169" fmla="*/ 1066216 w 1728164"/>
              <a:gd name="csY6169" fmla="*/ 389656 h 1114902"/>
              <a:gd name="csX6170" fmla="*/ 1066385 w 1728164"/>
              <a:gd name="csY6170" fmla="*/ 390265 h 1114902"/>
              <a:gd name="csX6171" fmla="*/ 1066554 w 1728164"/>
              <a:gd name="csY6171" fmla="*/ 390875 h 1114902"/>
              <a:gd name="csX6172" fmla="*/ 1066732 w 1728164"/>
              <a:gd name="csY6172" fmla="*/ 391483 h 1114902"/>
              <a:gd name="csX6173" fmla="*/ 1066901 w 1728164"/>
              <a:gd name="csY6173" fmla="*/ 392093 h 1114902"/>
              <a:gd name="csX6174" fmla="*/ 1067079 w 1728164"/>
              <a:gd name="csY6174" fmla="*/ 392702 h 1114902"/>
              <a:gd name="csX6175" fmla="*/ 1067248 w 1728164"/>
              <a:gd name="csY6175" fmla="*/ 393311 h 1114902"/>
              <a:gd name="csX6176" fmla="*/ 1067426 w 1728164"/>
              <a:gd name="csY6176" fmla="*/ 393922 h 1114902"/>
              <a:gd name="csX6177" fmla="*/ 1067595 w 1728164"/>
              <a:gd name="csY6177" fmla="*/ 394531 h 1114902"/>
              <a:gd name="csX6178" fmla="*/ 1067764 w 1728164"/>
              <a:gd name="csY6178" fmla="*/ 395140 h 1114902"/>
              <a:gd name="csX6179" fmla="*/ 1067941 w 1728164"/>
              <a:gd name="csY6179" fmla="*/ 395751 h 1114902"/>
              <a:gd name="csX6180" fmla="*/ 1068111 w 1728164"/>
              <a:gd name="csY6180" fmla="*/ 396360 h 1114902"/>
              <a:gd name="csX6181" fmla="*/ 1068288 w 1728164"/>
              <a:gd name="csY6181" fmla="*/ 396970 h 1114902"/>
              <a:gd name="csX6182" fmla="*/ 1068457 w 1728164"/>
              <a:gd name="csY6182" fmla="*/ 397580 h 1114902"/>
              <a:gd name="csX6183" fmla="*/ 1068635 w 1728164"/>
              <a:gd name="csY6183" fmla="*/ 398190 h 1114902"/>
              <a:gd name="csX6184" fmla="*/ 1068804 w 1728164"/>
              <a:gd name="csY6184" fmla="*/ 398800 h 1114902"/>
              <a:gd name="csX6185" fmla="*/ 1068973 w 1728164"/>
              <a:gd name="csY6185" fmla="*/ 399411 h 1114902"/>
              <a:gd name="csX6186" fmla="*/ 1069151 w 1728164"/>
              <a:gd name="csY6186" fmla="*/ 400021 h 1114902"/>
              <a:gd name="csX6187" fmla="*/ 1069320 w 1728164"/>
              <a:gd name="csY6187" fmla="*/ 400631 h 1114902"/>
              <a:gd name="csX6188" fmla="*/ 1069498 w 1728164"/>
              <a:gd name="csY6188" fmla="*/ 401242 h 1114902"/>
              <a:gd name="csX6189" fmla="*/ 1069667 w 1728164"/>
              <a:gd name="csY6189" fmla="*/ 401852 h 1114902"/>
              <a:gd name="csX6190" fmla="*/ 1069845 w 1728164"/>
              <a:gd name="csY6190" fmla="*/ 402462 h 1114902"/>
              <a:gd name="csX6191" fmla="*/ 1070014 w 1728164"/>
              <a:gd name="csY6191" fmla="*/ 403073 h 1114902"/>
              <a:gd name="csX6192" fmla="*/ 1070183 w 1728164"/>
              <a:gd name="csY6192" fmla="*/ 403684 h 1114902"/>
              <a:gd name="csX6193" fmla="*/ 1070361 w 1728164"/>
              <a:gd name="csY6193" fmla="*/ 404295 h 1114902"/>
              <a:gd name="csX6194" fmla="*/ 1070530 w 1728164"/>
              <a:gd name="csY6194" fmla="*/ 404905 h 1114902"/>
              <a:gd name="csX6195" fmla="*/ 1070708 w 1728164"/>
              <a:gd name="csY6195" fmla="*/ 405516 h 1114902"/>
              <a:gd name="csX6196" fmla="*/ 1070877 w 1728164"/>
              <a:gd name="csY6196" fmla="*/ 406127 h 1114902"/>
              <a:gd name="csX6197" fmla="*/ 1071046 w 1728164"/>
              <a:gd name="csY6197" fmla="*/ 406738 h 1114902"/>
              <a:gd name="csX6198" fmla="*/ 1071224 w 1728164"/>
              <a:gd name="csY6198" fmla="*/ 407349 h 1114902"/>
              <a:gd name="csX6199" fmla="*/ 1071393 w 1728164"/>
              <a:gd name="csY6199" fmla="*/ 407960 h 1114902"/>
              <a:gd name="csX6200" fmla="*/ 1071571 w 1728164"/>
              <a:gd name="csY6200" fmla="*/ 408571 h 1114902"/>
              <a:gd name="csX6201" fmla="*/ 1071740 w 1728164"/>
              <a:gd name="csY6201" fmla="*/ 409182 h 1114902"/>
              <a:gd name="csX6202" fmla="*/ 1071918 w 1728164"/>
              <a:gd name="csY6202" fmla="*/ 409793 h 1114902"/>
              <a:gd name="csX6203" fmla="*/ 1072087 w 1728164"/>
              <a:gd name="csY6203" fmla="*/ 410404 h 1114902"/>
              <a:gd name="csX6204" fmla="*/ 1072256 w 1728164"/>
              <a:gd name="csY6204" fmla="*/ 411016 h 1114902"/>
              <a:gd name="csX6205" fmla="*/ 1072434 w 1728164"/>
              <a:gd name="csY6205" fmla="*/ 411627 h 1114902"/>
              <a:gd name="csX6206" fmla="*/ 1072603 w 1728164"/>
              <a:gd name="csY6206" fmla="*/ 412239 h 1114902"/>
              <a:gd name="csX6207" fmla="*/ 1072781 w 1728164"/>
              <a:gd name="csY6207" fmla="*/ 412850 h 1114902"/>
              <a:gd name="csX6208" fmla="*/ 1072950 w 1728164"/>
              <a:gd name="csY6208" fmla="*/ 413461 h 1114902"/>
              <a:gd name="csX6209" fmla="*/ 1073128 w 1728164"/>
              <a:gd name="csY6209" fmla="*/ 414073 h 1114902"/>
              <a:gd name="csX6210" fmla="*/ 1073297 w 1728164"/>
              <a:gd name="csY6210" fmla="*/ 414684 h 1114902"/>
              <a:gd name="csX6211" fmla="*/ 1073466 w 1728164"/>
              <a:gd name="csY6211" fmla="*/ 415296 h 1114902"/>
              <a:gd name="csX6212" fmla="*/ 1073644 w 1728164"/>
              <a:gd name="csY6212" fmla="*/ 415907 h 1114902"/>
              <a:gd name="csX6213" fmla="*/ 1073813 w 1728164"/>
              <a:gd name="csY6213" fmla="*/ 416520 h 1114902"/>
              <a:gd name="csX6214" fmla="*/ 1073991 w 1728164"/>
              <a:gd name="csY6214" fmla="*/ 417131 h 1114902"/>
              <a:gd name="csX6215" fmla="*/ 1074160 w 1728164"/>
              <a:gd name="csY6215" fmla="*/ 417743 h 1114902"/>
              <a:gd name="csX6216" fmla="*/ 1074338 w 1728164"/>
              <a:gd name="csY6216" fmla="*/ 418355 h 1114902"/>
              <a:gd name="csX6217" fmla="*/ 1074507 w 1728164"/>
              <a:gd name="csY6217" fmla="*/ 418966 h 1114902"/>
              <a:gd name="csX6218" fmla="*/ 1074676 w 1728164"/>
              <a:gd name="csY6218" fmla="*/ 419578 h 1114902"/>
              <a:gd name="csX6219" fmla="*/ 1074854 w 1728164"/>
              <a:gd name="csY6219" fmla="*/ 420190 h 1114902"/>
              <a:gd name="csX6220" fmla="*/ 1075023 w 1728164"/>
              <a:gd name="csY6220" fmla="*/ 420802 h 1114902"/>
              <a:gd name="csX6221" fmla="*/ 1075201 w 1728164"/>
              <a:gd name="csY6221" fmla="*/ 421413 h 1114902"/>
              <a:gd name="csX6222" fmla="*/ 1075370 w 1728164"/>
              <a:gd name="csY6222" fmla="*/ 422026 h 1114902"/>
              <a:gd name="csX6223" fmla="*/ 1075548 w 1728164"/>
              <a:gd name="csY6223" fmla="*/ 422638 h 1114902"/>
              <a:gd name="csX6224" fmla="*/ 1075717 w 1728164"/>
              <a:gd name="csY6224" fmla="*/ 423250 h 1114902"/>
              <a:gd name="csX6225" fmla="*/ 1075886 w 1728164"/>
              <a:gd name="csY6225" fmla="*/ 423862 h 1114902"/>
              <a:gd name="csX6226" fmla="*/ 1076064 w 1728164"/>
              <a:gd name="csY6226" fmla="*/ 424474 h 1114902"/>
              <a:gd name="csX6227" fmla="*/ 1076233 w 1728164"/>
              <a:gd name="csY6227" fmla="*/ 425086 h 1114902"/>
              <a:gd name="csX6228" fmla="*/ 1076411 w 1728164"/>
              <a:gd name="csY6228" fmla="*/ 425698 h 1114902"/>
              <a:gd name="csX6229" fmla="*/ 1076580 w 1728164"/>
              <a:gd name="csY6229" fmla="*/ 426310 h 1114902"/>
              <a:gd name="csX6230" fmla="*/ 1076758 w 1728164"/>
              <a:gd name="csY6230" fmla="*/ 426922 h 1114902"/>
              <a:gd name="csX6231" fmla="*/ 1076927 w 1728164"/>
              <a:gd name="csY6231" fmla="*/ 427534 h 1114902"/>
              <a:gd name="csX6232" fmla="*/ 1077096 w 1728164"/>
              <a:gd name="csY6232" fmla="*/ 428146 h 1114902"/>
              <a:gd name="csX6233" fmla="*/ 1077274 w 1728164"/>
              <a:gd name="csY6233" fmla="*/ 428759 h 1114902"/>
              <a:gd name="csX6234" fmla="*/ 1077443 w 1728164"/>
              <a:gd name="csY6234" fmla="*/ 429371 h 1114902"/>
              <a:gd name="csX6235" fmla="*/ 1077621 w 1728164"/>
              <a:gd name="csY6235" fmla="*/ 429983 h 1114902"/>
              <a:gd name="csX6236" fmla="*/ 1077790 w 1728164"/>
              <a:gd name="csY6236" fmla="*/ 430595 h 1114902"/>
              <a:gd name="csX6237" fmla="*/ 1077968 w 1728164"/>
              <a:gd name="csY6237" fmla="*/ 431208 h 1114902"/>
              <a:gd name="csX6238" fmla="*/ 1078137 w 1728164"/>
              <a:gd name="csY6238" fmla="*/ 431820 h 1114902"/>
              <a:gd name="csX6239" fmla="*/ 1078306 w 1728164"/>
              <a:gd name="csY6239" fmla="*/ 432433 h 1114902"/>
              <a:gd name="csX6240" fmla="*/ 1078484 w 1728164"/>
              <a:gd name="csY6240" fmla="*/ 433045 h 1114902"/>
              <a:gd name="csX6241" fmla="*/ 1078653 w 1728164"/>
              <a:gd name="csY6241" fmla="*/ 433657 h 1114902"/>
              <a:gd name="csX6242" fmla="*/ 1078831 w 1728164"/>
              <a:gd name="csY6242" fmla="*/ 434269 h 1114902"/>
              <a:gd name="csX6243" fmla="*/ 1079000 w 1728164"/>
              <a:gd name="csY6243" fmla="*/ 434882 h 1114902"/>
              <a:gd name="csX6244" fmla="*/ 1079178 w 1728164"/>
              <a:gd name="csY6244" fmla="*/ 435494 h 1114902"/>
              <a:gd name="csX6245" fmla="*/ 1079347 w 1728164"/>
              <a:gd name="csY6245" fmla="*/ 436106 h 1114902"/>
              <a:gd name="csX6246" fmla="*/ 1079516 w 1728164"/>
              <a:gd name="csY6246" fmla="*/ 436719 h 1114902"/>
              <a:gd name="csX6247" fmla="*/ 1079694 w 1728164"/>
              <a:gd name="csY6247" fmla="*/ 437331 h 1114902"/>
              <a:gd name="csX6248" fmla="*/ 1079863 w 1728164"/>
              <a:gd name="csY6248" fmla="*/ 437943 h 1114902"/>
              <a:gd name="csX6249" fmla="*/ 1080041 w 1728164"/>
              <a:gd name="csY6249" fmla="*/ 438555 h 1114902"/>
              <a:gd name="csX6250" fmla="*/ 1080210 w 1728164"/>
              <a:gd name="csY6250" fmla="*/ 439168 h 1114902"/>
              <a:gd name="csX6251" fmla="*/ 1080388 w 1728164"/>
              <a:gd name="csY6251" fmla="*/ 439780 h 1114902"/>
              <a:gd name="csX6252" fmla="*/ 1080557 w 1728164"/>
              <a:gd name="csY6252" fmla="*/ 440392 h 1114902"/>
              <a:gd name="csX6253" fmla="*/ 1080726 w 1728164"/>
              <a:gd name="csY6253" fmla="*/ 441005 h 1114902"/>
              <a:gd name="csX6254" fmla="*/ 1080904 w 1728164"/>
              <a:gd name="csY6254" fmla="*/ 441617 h 1114902"/>
              <a:gd name="csX6255" fmla="*/ 1081073 w 1728164"/>
              <a:gd name="csY6255" fmla="*/ 442229 h 1114902"/>
              <a:gd name="csX6256" fmla="*/ 1081251 w 1728164"/>
              <a:gd name="csY6256" fmla="*/ 442842 h 1114902"/>
              <a:gd name="csX6257" fmla="*/ 1081420 w 1728164"/>
              <a:gd name="csY6257" fmla="*/ 443454 h 1114902"/>
              <a:gd name="csX6258" fmla="*/ 1081598 w 1728164"/>
              <a:gd name="csY6258" fmla="*/ 444067 h 1114902"/>
              <a:gd name="csX6259" fmla="*/ 1081767 w 1728164"/>
              <a:gd name="csY6259" fmla="*/ 444679 h 1114902"/>
              <a:gd name="csX6260" fmla="*/ 1081936 w 1728164"/>
              <a:gd name="csY6260" fmla="*/ 445292 h 1114902"/>
              <a:gd name="csX6261" fmla="*/ 1082114 w 1728164"/>
              <a:gd name="csY6261" fmla="*/ 445904 h 1114902"/>
              <a:gd name="csX6262" fmla="*/ 1082283 w 1728164"/>
              <a:gd name="csY6262" fmla="*/ 446516 h 1114902"/>
              <a:gd name="csX6263" fmla="*/ 1082461 w 1728164"/>
              <a:gd name="csY6263" fmla="*/ 447128 h 1114902"/>
              <a:gd name="csX6264" fmla="*/ 1082630 w 1728164"/>
              <a:gd name="csY6264" fmla="*/ 447740 h 1114902"/>
              <a:gd name="csX6265" fmla="*/ 1082807 w 1728164"/>
              <a:gd name="csY6265" fmla="*/ 448353 h 1114902"/>
              <a:gd name="csX6266" fmla="*/ 1082977 w 1728164"/>
              <a:gd name="csY6266" fmla="*/ 448965 h 1114902"/>
              <a:gd name="csX6267" fmla="*/ 1083145 w 1728164"/>
              <a:gd name="csY6267" fmla="*/ 449577 h 1114902"/>
              <a:gd name="csX6268" fmla="*/ 1083323 w 1728164"/>
              <a:gd name="csY6268" fmla="*/ 450189 h 1114902"/>
              <a:gd name="csX6269" fmla="*/ 1083492 w 1728164"/>
              <a:gd name="csY6269" fmla="*/ 450801 h 1114902"/>
              <a:gd name="csX6270" fmla="*/ 1083670 w 1728164"/>
              <a:gd name="csY6270" fmla="*/ 451413 h 1114902"/>
              <a:gd name="csX6271" fmla="*/ 1083839 w 1728164"/>
              <a:gd name="csY6271" fmla="*/ 452025 h 1114902"/>
              <a:gd name="csX6272" fmla="*/ 1084017 w 1728164"/>
              <a:gd name="csY6272" fmla="*/ 452637 h 1114902"/>
              <a:gd name="csX6273" fmla="*/ 1084186 w 1728164"/>
              <a:gd name="csY6273" fmla="*/ 453249 h 1114902"/>
              <a:gd name="csX6274" fmla="*/ 1084355 w 1728164"/>
              <a:gd name="csY6274" fmla="*/ 453861 h 1114902"/>
              <a:gd name="csX6275" fmla="*/ 1084533 w 1728164"/>
              <a:gd name="csY6275" fmla="*/ 454474 h 1114902"/>
              <a:gd name="csX6276" fmla="*/ 1084702 w 1728164"/>
              <a:gd name="csY6276" fmla="*/ 455086 h 1114902"/>
              <a:gd name="csX6277" fmla="*/ 1084880 w 1728164"/>
              <a:gd name="csY6277" fmla="*/ 455698 h 1114902"/>
              <a:gd name="csX6278" fmla="*/ 1085049 w 1728164"/>
              <a:gd name="csY6278" fmla="*/ 456310 h 1114902"/>
              <a:gd name="csX6279" fmla="*/ 1085227 w 1728164"/>
              <a:gd name="csY6279" fmla="*/ 456922 h 1114902"/>
              <a:gd name="csX6280" fmla="*/ 1085396 w 1728164"/>
              <a:gd name="csY6280" fmla="*/ 457533 h 1114902"/>
              <a:gd name="csX6281" fmla="*/ 1085565 w 1728164"/>
              <a:gd name="csY6281" fmla="*/ 458145 h 1114902"/>
              <a:gd name="csX6282" fmla="*/ 1085743 w 1728164"/>
              <a:gd name="csY6282" fmla="*/ 458757 h 1114902"/>
              <a:gd name="csX6283" fmla="*/ 1085912 w 1728164"/>
              <a:gd name="csY6283" fmla="*/ 459368 h 1114902"/>
              <a:gd name="csX6284" fmla="*/ 1086090 w 1728164"/>
              <a:gd name="csY6284" fmla="*/ 459980 h 1114902"/>
              <a:gd name="csX6285" fmla="*/ 1086259 w 1728164"/>
              <a:gd name="csY6285" fmla="*/ 460593 h 1114902"/>
              <a:gd name="csX6286" fmla="*/ 1086437 w 1728164"/>
              <a:gd name="csY6286" fmla="*/ 461204 h 1114902"/>
              <a:gd name="csX6287" fmla="*/ 1086606 w 1728164"/>
              <a:gd name="csY6287" fmla="*/ 461816 h 1114902"/>
              <a:gd name="csX6288" fmla="*/ 1086775 w 1728164"/>
              <a:gd name="csY6288" fmla="*/ 462427 h 1114902"/>
              <a:gd name="csX6289" fmla="*/ 1086953 w 1728164"/>
              <a:gd name="csY6289" fmla="*/ 463039 h 1114902"/>
              <a:gd name="csX6290" fmla="*/ 1087122 w 1728164"/>
              <a:gd name="csY6290" fmla="*/ 463650 h 1114902"/>
              <a:gd name="csX6291" fmla="*/ 1087300 w 1728164"/>
              <a:gd name="csY6291" fmla="*/ 464261 h 1114902"/>
              <a:gd name="csX6292" fmla="*/ 1087469 w 1728164"/>
              <a:gd name="csY6292" fmla="*/ 464874 h 1114902"/>
              <a:gd name="csX6293" fmla="*/ 1087647 w 1728164"/>
              <a:gd name="csY6293" fmla="*/ 465485 h 1114902"/>
              <a:gd name="csX6294" fmla="*/ 1087816 w 1728164"/>
              <a:gd name="csY6294" fmla="*/ 466096 h 1114902"/>
              <a:gd name="csX6295" fmla="*/ 1087985 w 1728164"/>
              <a:gd name="csY6295" fmla="*/ 466707 h 1114902"/>
              <a:gd name="csX6296" fmla="*/ 1088163 w 1728164"/>
              <a:gd name="csY6296" fmla="*/ 467319 h 1114902"/>
              <a:gd name="csX6297" fmla="*/ 1088332 w 1728164"/>
              <a:gd name="csY6297" fmla="*/ 467930 h 1114902"/>
              <a:gd name="csX6298" fmla="*/ 1088510 w 1728164"/>
              <a:gd name="csY6298" fmla="*/ 468542 h 1114902"/>
              <a:gd name="csX6299" fmla="*/ 1088679 w 1728164"/>
              <a:gd name="csY6299" fmla="*/ 469153 h 1114902"/>
              <a:gd name="csX6300" fmla="*/ 1088857 w 1728164"/>
              <a:gd name="csY6300" fmla="*/ 469763 h 1114902"/>
              <a:gd name="csX6301" fmla="*/ 1089026 w 1728164"/>
              <a:gd name="csY6301" fmla="*/ 470374 h 1114902"/>
              <a:gd name="csX6302" fmla="*/ 1089195 w 1728164"/>
              <a:gd name="csY6302" fmla="*/ 470985 h 1114902"/>
              <a:gd name="csX6303" fmla="*/ 1089373 w 1728164"/>
              <a:gd name="csY6303" fmla="*/ 471597 h 1114902"/>
              <a:gd name="csX6304" fmla="*/ 1089542 w 1728164"/>
              <a:gd name="csY6304" fmla="*/ 472207 h 1114902"/>
              <a:gd name="csX6305" fmla="*/ 1089720 w 1728164"/>
              <a:gd name="csY6305" fmla="*/ 472818 h 1114902"/>
              <a:gd name="csX6306" fmla="*/ 1089889 w 1728164"/>
              <a:gd name="csY6306" fmla="*/ 473429 h 1114902"/>
              <a:gd name="csX6307" fmla="*/ 1090058 w 1728164"/>
              <a:gd name="csY6307" fmla="*/ 474040 h 1114902"/>
              <a:gd name="csX6308" fmla="*/ 1090236 w 1728164"/>
              <a:gd name="csY6308" fmla="*/ 474650 h 1114902"/>
              <a:gd name="csX6309" fmla="*/ 1090405 w 1728164"/>
              <a:gd name="csY6309" fmla="*/ 475261 h 1114902"/>
              <a:gd name="csX6310" fmla="*/ 1090583 w 1728164"/>
              <a:gd name="csY6310" fmla="*/ 475871 h 1114902"/>
              <a:gd name="csX6311" fmla="*/ 1090752 w 1728164"/>
              <a:gd name="csY6311" fmla="*/ 476482 h 1114902"/>
              <a:gd name="csX6312" fmla="*/ 1090930 w 1728164"/>
              <a:gd name="csY6312" fmla="*/ 477092 h 1114902"/>
              <a:gd name="csX6313" fmla="*/ 1091099 w 1728164"/>
              <a:gd name="csY6313" fmla="*/ 477703 h 1114902"/>
              <a:gd name="csX6314" fmla="*/ 1091268 w 1728164"/>
              <a:gd name="csY6314" fmla="*/ 478313 h 1114902"/>
              <a:gd name="csX6315" fmla="*/ 1091446 w 1728164"/>
              <a:gd name="csY6315" fmla="*/ 478924 h 1114902"/>
              <a:gd name="csX6316" fmla="*/ 1091615 w 1728164"/>
              <a:gd name="csY6316" fmla="*/ 479533 h 1114902"/>
              <a:gd name="csX6317" fmla="*/ 1091793 w 1728164"/>
              <a:gd name="csY6317" fmla="*/ 480143 h 1114902"/>
              <a:gd name="csX6318" fmla="*/ 1091962 w 1728164"/>
              <a:gd name="csY6318" fmla="*/ 480754 h 1114902"/>
              <a:gd name="csX6319" fmla="*/ 1092140 w 1728164"/>
              <a:gd name="csY6319" fmla="*/ 481364 h 1114902"/>
              <a:gd name="csX6320" fmla="*/ 1092309 w 1728164"/>
              <a:gd name="csY6320" fmla="*/ 481973 h 1114902"/>
              <a:gd name="csX6321" fmla="*/ 1092478 w 1728164"/>
              <a:gd name="csY6321" fmla="*/ 482584 h 1114902"/>
              <a:gd name="csX6322" fmla="*/ 1092656 w 1728164"/>
              <a:gd name="csY6322" fmla="*/ 483193 h 1114902"/>
              <a:gd name="csX6323" fmla="*/ 1092825 w 1728164"/>
              <a:gd name="csY6323" fmla="*/ 483802 h 1114902"/>
              <a:gd name="csX6324" fmla="*/ 1093003 w 1728164"/>
              <a:gd name="csY6324" fmla="*/ 484413 h 1114902"/>
              <a:gd name="csX6325" fmla="*/ 1093172 w 1728164"/>
              <a:gd name="csY6325" fmla="*/ 485022 h 1114902"/>
              <a:gd name="csX6326" fmla="*/ 1093350 w 1728164"/>
              <a:gd name="csY6326" fmla="*/ 485632 h 1114902"/>
              <a:gd name="csX6327" fmla="*/ 1093519 w 1728164"/>
              <a:gd name="csY6327" fmla="*/ 486241 h 1114902"/>
              <a:gd name="csX6328" fmla="*/ 1093688 w 1728164"/>
              <a:gd name="csY6328" fmla="*/ 486850 h 1114902"/>
              <a:gd name="csX6329" fmla="*/ 1093866 w 1728164"/>
              <a:gd name="csY6329" fmla="*/ 487460 h 1114902"/>
              <a:gd name="csX6330" fmla="*/ 1094035 w 1728164"/>
              <a:gd name="csY6330" fmla="*/ 488068 h 1114902"/>
              <a:gd name="csX6331" fmla="*/ 1094213 w 1728164"/>
              <a:gd name="csY6331" fmla="*/ 488678 h 1114902"/>
              <a:gd name="csX6332" fmla="*/ 1094382 w 1728164"/>
              <a:gd name="csY6332" fmla="*/ 489287 h 1114902"/>
              <a:gd name="csX6333" fmla="*/ 1094560 w 1728164"/>
              <a:gd name="csY6333" fmla="*/ 489896 h 1114902"/>
              <a:gd name="csX6334" fmla="*/ 1094729 w 1728164"/>
              <a:gd name="csY6334" fmla="*/ 490505 h 1114902"/>
              <a:gd name="csX6335" fmla="*/ 1094898 w 1728164"/>
              <a:gd name="csY6335" fmla="*/ 491114 h 1114902"/>
              <a:gd name="csX6336" fmla="*/ 1095076 w 1728164"/>
              <a:gd name="csY6336" fmla="*/ 491722 h 1114902"/>
              <a:gd name="csX6337" fmla="*/ 1095245 w 1728164"/>
              <a:gd name="csY6337" fmla="*/ 492331 h 1114902"/>
              <a:gd name="csX6338" fmla="*/ 1095423 w 1728164"/>
              <a:gd name="csY6338" fmla="*/ 492939 h 1114902"/>
              <a:gd name="csX6339" fmla="*/ 1095592 w 1728164"/>
              <a:gd name="csY6339" fmla="*/ 493548 h 1114902"/>
              <a:gd name="csX6340" fmla="*/ 1095770 w 1728164"/>
              <a:gd name="csY6340" fmla="*/ 494156 h 1114902"/>
              <a:gd name="csX6341" fmla="*/ 1095939 w 1728164"/>
              <a:gd name="csY6341" fmla="*/ 494765 h 1114902"/>
              <a:gd name="csX6342" fmla="*/ 1096108 w 1728164"/>
              <a:gd name="csY6342" fmla="*/ 495372 h 1114902"/>
              <a:gd name="csX6343" fmla="*/ 1096286 w 1728164"/>
              <a:gd name="csY6343" fmla="*/ 495981 h 1114902"/>
              <a:gd name="csX6344" fmla="*/ 1096455 w 1728164"/>
              <a:gd name="csY6344" fmla="*/ 496588 h 1114902"/>
              <a:gd name="csX6345" fmla="*/ 1096633 w 1728164"/>
              <a:gd name="csY6345" fmla="*/ 497197 h 1114902"/>
              <a:gd name="csX6346" fmla="*/ 1096802 w 1728164"/>
              <a:gd name="csY6346" fmla="*/ 497805 h 1114902"/>
              <a:gd name="csX6347" fmla="*/ 1096980 w 1728164"/>
              <a:gd name="csY6347" fmla="*/ 498412 h 1114902"/>
              <a:gd name="csX6348" fmla="*/ 1097148 w 1728164"/>
              <a:gd name="csY6348" fmla="*/ 499020 h 1114902"/>
              <a:gd name="csX6349" fmla="*/ 1097318 w 1728164"/>
              <a:gd name="csY6349" fmla="*/ 499627 h 1114902"/>
              <a:gd name="csX6350" fmla="*/ 1097495 w 1728164"/>
              <a:gd name="csY6350" fmla="*/ 500235 h 1114902"/>
              <a:gd name="csX6351" fmla="*/ 1097665 w 1728164"/>
              <a:gd name="csY6351" fmla="*/ 500842 h 1114902"/>
              <a:gd name="csX6352" fmla="*/ 1097842 w 1728164"/>
              <a:gd name="csY6352" fmla="*/ 501449 h 1114902"/>
              <a:gd name="csX6353" fmla="*/ 1098012 w 1728164"/>
              <a:gd name="csY6353" fmla="*/ 502057 h 1114902"/>
              <a:gd name="csX6354" fmla="*/ 1098189 w 1728164"/>
              <a:gd name="csY6354" fmla="*/ 502664 h 1114902"/>
              <a:gd name="csX6355" fmla="*/ 1098358 w 1728164"/>
              <a:gd name="csY6355" fmla="*/ 503271 h 1114902"/>
              <a:gd name="csX6356" fmla="*/ 1098527 w 1728164"/>
              <a:gd name="csY6356" fmla="*/ 503877 h 1114902"/>
              <a:gd name="csX6357" fmla="*/ 1098705 w 1728164"/>
              <a:gd name="csY6357" fmla="*/ 504484 h 1114902"/>
              <a:gd name="csX6358" fmla="*/ 1098874 w 1728164"/>
              <a:gd name="csY6358" fmla="*/ 505091 h 1114902"/>
              <a:gd name="csX6359" fmla="*/ 1099052 w 1728164"/>
              <a:gd name="csY6359" fmla="*/ 505698 h 1114902"/>
              <a:gd name="csX6360" fmla="*/ 1099221 w 1728164"/>
              <a:gd name="csY6360" fmla="*/ 506304 h 1114902"/>
              <a:gd name="csX6361" fmla="*/ 1099399 w 1728164"/>
              <a:gd name="csY6361" fmla="*/ 506910 h 1114902"/>
              <a:gd name="csX6362" fmla="*/ 1099568 w 1728164"/>
              <a:gd name="csY6362" fmla="*/ 507517 h 1114902"/>
              <a:gd name="csX6363" fmla="*/ 1099737 w 1728164"/>
              <a:gd name="csY6363" fmla="*/ 508123 h 1114902"/>
              <a:gd name="csX6364" fmla="*/ 1099915 w 1728164"/>
              <a:gd name="csY6364" fmla="*/ 508729 h 1114902"/>
              <a:gd name="csX6365" fmla="*/ 1100084 w 1728164"/>
              <a:gd name="csY6365" fmla="*/ 509334 h 1114902"/>
              <a:gd name="csX6366" fmla="*/ 1100262 w 1728164"/>
              <a:gd name="csY6366" fmla="*/ 509940 h 1114902"/>
              <a:gd name="csX6367" fmla="*/ 1100431 w 1728164"/>
              <a:gd name="csY6367" fmla="*/ 510546 h 1114902"/>
              <a:gd name="csX6368" fmla="*/ 1100609 w 1728164"/>
              <a:gd name="csY6368" fmla="*/ 511152 h 1114902"/>
              <a:gd name="csX6369" fmla="*/ 1100778 w 1728164"/>
              <a:gd name="csY6369" fmla="*/ 511757 h 1114902"/>
              <a:gd name="csX6370" fmla="*/ 1100947 w 1728164"/>
              <a:gd name="csY6370" fmla="*/ 512363 h 1114902"/>
              <a:gd name="csX6371" fmla="*/ 1101125 w 1728164"/>
              <a:gd name="csY6371" fmla="*/ 512968 h 1114902"/>
              <a:gd name="csX6372" fmla="*/ 1101294 w 1728164"/>
              <a:gd name="csY6372" fmla="*/ 513573 h 1114902"/>
              <a:gd name="csX6373" fmla="*/ 1101472 w 1728164"/>
              <a:gd name="csY6373" fmla="*/ 514178 h 1114902"/>
              <a:gd name="csX6374" fmla="*/ 1101641 w 1728164"/>
              <a:gd name="csY6374" fmla="*/ 514783 h 1114902"/>
              <a:gd name="csX6375" fmla="*/ 1101819 w 1728164"/>
              <a:gd name="csY6375" fmla="*/ 515388 h 1114902"/>
              <a:gd name="csX6376" fmla="*/ 1101988 w 1728164"/>
              <a:gd name="csY6376" fmla="*/ 515993 h 1114902"/>
              <a:gd name="csX6377" fmla="*/ 1102157 w 1728164"/>
              <a:gd name="csY6377" fmla="*/ 516597 h 1114902"/>
              <a:gd name="csX6378" fmla="*/ 1102335 w 1728164"/>
              <a:gd name="csY6378" fmla="*/ 517202 h 1114902"/>
              <a:gd name="csX6379" fmla="*/ 1102504 w 1728164"/>
              <a:gd name="csY6379" fmla="*/ 517806 h 1114902"/>
              <a:gd name="csX6380" fmla="*/ 1102682 w 1728164"/>
              <a:gd name="csY6380" fmla="*/ 518410 h 1114902"/>
              <a:gd name="csX6381" fmla="*/ 1102851 w 1728164"/>
              <a:gd name="csY6381" fmla="*/ 519014 h 1114902"/>
              <a:gd name="csX6382" fmla="*/ 1103029 w 1728164"/>
              <a:gd name="csY6382" fmla="*/ 519618 h 1114902"/>
              <a:gd name="csX6383" fmla="*/ 1103198 w 1728164"/>
              <a:gd name="csY6383" fmla="*/ 520222 h 1114902"/>
              <a:gd name="csX6384" fmla="*/ 1103367 w 1728164"/>
              <a:gd name="csY6384" fmla="*/ 520825 h 1114902"/>
              <a:gd name="csX6385" fmla="*/ 1103545 w 1728164"/>
              <a:gd name="csY6385" fmla="*/ 521429 h 1114902"/>
              <a:gd name="csX6386" fmla="*/ 1103714 w 1728164"/>
              <a:gd name="csY6386" fmla="*/ 522032 h 1114902"/>
              <a:gd name="csX6387" fmla="*/ 1103892 w 1728164"/>
              <a:gd name="csY6387" fmla="*/ 522636 h 1114902"/>
              <a:gd name="csX6388" fmla="*/ 1104061 w 1728164"/>
              <a:gd name="csY6388" fmla="*/ 523239 h 1114902"/>
              <a:gd name="csX6389" fmla="*/ 1104239 w 1728164"/>
              <a:gd name="csY6389" fmla="*/ 523842 h 1114902"/>
              <a:gd name="csX6390" fmla="*/ 1104408 w 1728164"/>
              <a:gd name="csY6390" fmla="*/ 524445 h 1114902"/>
              <a:gd name="csX6391" fmla="*/ 1104577 w 1728164"/>
              <a:gd name="csY6391" fmla="*/ 525047 h 1114902"/>
              <a:gd name="csX6392" fmla="*/ 1104755 w 1728164"/>
              <a:gd name="csY6392" fmla="*/ 525651 h 1114902"/>
              <a:gd name="csX6393" fmla="*/ 1104924 w 1728164"/>
              <a:gd name="csY6393" fmla="*/ 526253 h 1114902"/>
              <a:gd name="csX6394" fmla="*/ 1105102 w 1728164"/>
              <a:gd name="csY6394" fmla="*/ 526855 h 1114902"/>
              <a:gd name="csX6395" fmla="*/ 1105271 w 1728164"/>
              <a:gd name="csY6395" fmla="*/ 527457 h 1114902"/>
              <a:gd name="csX6396" fmla="*/ 1105449 w 1728164"/>
              <a:gd name="csY6396" fmla="*/ 528060 h 1114902"/>
              <a:gd name="csX6397" fmla="*/ 1105618 w 1728164"/>
              <a:gd name="csY6397" fmla="*/ 528661 h 1114902"/>
              <a:gd name="csX6398" fmla="*/ 1105787 w 1728164"/>
              <a:gd name="csY6398" fmla="*/ 529263 h 1114902"/>
              <a:gd name="csX6399" fmla="*/ 1105965 w 1728164"/>
              <a:gd name="csY6399" fmla="*/ 529865 h 1114902"/>
              <a:gd name="csX6400" fmla="*/ 1106134 w 1728164"/>
              <a:gd name="csY6400" fmla="*/ 530467 h 1114902"/>
              <a:gd name="csX6401" fmla="*/ 1106312 w 1728164"/>
              <a:gd name="csY6401" fmla="*/ 531068 h 1114902"/>
              <a:gd name="csX6402" fmla="*/ 1106481 w 1728164"/>
              <a:gd name="csY6402" fmla="*/ 531669 h 1114902"/>
              <a:gd name="csX6403" fmla="*/ 1106659 w 1728164"/>
              <a:gd name="csY6403" fmla="*/ 532270 h 1114902"/>
              <a:gd name="csX6404" fmla="*/ 1106828 w 1728164"/>
              <a:gd name="csY6404" fmla="*/ 532872 h 1114902"/>
              <a:gd name="csX6405" fmla="*/ 1106997 w 1728164"/>
              <a:gd name="csY6405" fmla="*/ 533472 h 1114902"/>
              <a:gd name="csX6406" fmla="*/ 1107175 w 1728164"/>
              <a:gd name="csY6406" fmla="*/ 534073 h 1114902"/>
              <a:gd name="csX6407" fmla="*/ 1107344 w 1728164"/>
              <a:gd name="csY6407" fmla="*/ 534673 h 1114902"/>
              <a:gd name="csX6408" fmla="*/ 1107522 w 1728164"/>
              <a:gd name="csY6408" fmla="*/ 535274 h 1114902"/>
              <a:gd name="csX6409" fmla="*/ 1107691 w 1728164"/>
              <a:gd name="csY6409" fmla="*/ 535874 h 1114902"/>
              <a:gd name="csX6410" fmla="*/ 1107869 w 1728164"/>
              <a:gd name="csY6410" fmla="*/ 536475 h 1114902"/>
              <a:gd name="csX6411" fmla="*/ 1108038 w 1728164"/>
              <a:gd name="csY6411" fmla="*/ 537074 h 1114902"/>
              <a:gd name="csX6412" fmla="*/ 1108207 w 1728164"/>
              <a:gd name="csY6412" fmla="*/ 537674 h 1114902"/>
              <a:gd name="csX6413" fmla="*/ 1108385 w 1728164"/>
              <a:gd name="csY6413" fmla="*/ 538274 h 1114902"/>
              <a:gd name="csX6414" fmla="*/ 1108554 w 1728164"/>
              <a:gd name="csY6414" fmla="*/ 538873 h 1114902"/>
              <a:gd name="csX6415" fmla="*/ 1108732 w 1728164"/>
              <a:gd name="csY6415" fmla="*/ 539473 h 1114902"/>
              <a:gd name="csX6416" fmla="*/ 1108901 w 1728164"/>
              <a:gd name="csY6416" fmla="*/ 540072 h 1114902"/>
              <a:gd name="csX6417" fmla="*/ 1109070 w 1728164"/>
              <a:gd name="csY6417" fmla="*/ 540671 h 1114902"/>
              <a:gd name="csX6418" fmla="*/ 1109248 w 1728164"/>
              <a:gd name="csY6418" fmla="*/ 541270 h 1114902"/>
              <a:gd name="csX6419" fmla="*/ 1109417 w 1728164"/>
              <a:gd name="csY6419" fmla="*/ 541869 h 1114902"/>
              <a:gd name="csX6420" fmla="*/ 1109595 w 1728164"/>
              <a:gd name="csY6420" fmla="*/ 542467 h 1114902"/>
              <a:gd name="csX6421" fmla="*/ 1109764 w 1728164"/>
              <a:gd name="csY6421" fmla="*/ 543066 h 1114902"/>
              <a:gd name="csX6422" fmla="*/ 1109942 w 1728164"/>
              <a:gd name="csY6422" fmla="*/ 543664 h 1114902"/>
              <a:gd name="csX6423" fmla="*/ 1110111 w 1728164"/>
              <a:gd name="csY6423" fmla="*/ 544263 h 1114902"/>
              <a:gd name="csX6424" fmla="*/ 1110280 w 1728164"/>
              <a:gd name="csY6424" fmla="*/ 544861 h 1114902"/>
              <a:gd name="csX6425" fmla="*/ 1110458 w 1728164"/>
              <a:gd name="csY6425" fmla="*/ 545458 h 1114902"/>
              <a:gd name="csX6426" fmla="*/ 1110627 w 1728164"/>
              <a:gd name="csY6426" fmla="*/ 546055 h 1114902"/>
              <a:gd name="csX6427" fmla="*/ 1110805 w 1728164"/>
              <a:gd name="csY6427" fmla="*/ 546653 h 1114902"/>
              <a:gd name="csX6428" fmla="*/ 1110974 w 1728164"/>
              <a:gd name="csY6428" fmla="*/ 547250 h 1114902"/>
              <a:gd name="csX6429" fmla="*/ 1111152 w 1728164"/>
              <a:gd name="csY6429" fmla="*/ 547848 h 1114902"/>
              <a:gd name="csX6430" fmla="*/ 1111321 w 1728164"/>
              <a:gd name="csY6430" fmla="*/ 548445 h 1114902"/>
              <a:gd name="csX6431" fmla="*/ 1111490 w 1728164"/>
              <a:gd name="csY6431" fmla="*/ 549042 h 1114902"/>
              <a:gd name="csX6432" fmla="*/ 1111668 w 1728164"/>
              <a:gd name="csY6432" fmla="*/ 549638 h 1114902"/>
              <a:gd name="csX6433" fmla="*/ 1111837 w 1728164"/>
              <a:gd name="csY6433" fmla="*/ 550235 h 1114902"/>
              <a:gd name="csX6434" fmla="*/ 1112015 w 1728164"/>
              <a:gd name="csY6434" fmla="*/ 550831 h 1114902"/>
              <a:gd name="csX6435" fmla="*/ 1112184 w 1728164"/>
              <a:gd name="csY6435" fmla="*/ 551427 h 1114902"/>
              <a:gd name="csX6436" fmla="*/ 1112362 w 1728164"/>
              <a:gd name="csY6436" fmla="*/ 552023 h 1114902"/>
              <a:gd name="csX6437" fmla="*/ 1112530 w 1728164"/>
              <a:gd name="csY6437" fmla="*/ 552619 h 1114902"/>
              <a:gd name="csX6438" fmla="*/ 1112700 w 1728164"/>
              <a:gd name="csY6438" fmla="*/ 553215 h 1114902"/>
              <a:gd name="csX6439" fmla="*/ 1112877 w 1728164"/>
              <a:gd name="csY6439" fmla="*/ 553810 h 1114902"/>
              <a:gd name="csX6440" fmla="*/ 1113047 w 1728164"/>
              <a:gd name="csY6440" fmla="*/ 554406 h 1114902"/>
              <a:gd name="csX6441" fmla="*/ 1113224 w 1728164"/>
              <a:gd name="csY6441" fmla="*/ 555001 h 1114902"/>
              <a:gd name="csX6442" fmla="*/ 1113393 w 1728164"/>
              <a:gd name="csY6442" fmla="*/ 555596 h 1114902"/>
              <a:gd name="csX6443" fmla="*/ 1113571 w 1728164"/>
              <a:gd name="csY6443" fmla="*/ 556190 h 1114902"/>
              <a:gd name="csX6444" fmla="*/ 1113740 w 1728164"/>
              <a:gd name="csY6444" fmla="*/ 556785 h 1114902"/>
              <a:gd name="csX6445" fmla="*/ 1113909 w 1728164"/>
              <a:gd name="csY6445" fmla="*/ 557380 h 1114902"/>
              <a:gd name="csX6446" fmla="*/ 1114087 w 1728164"/>
              <a:gd name="csY6446" fmla="*/ 557974 h 1114902"/>
              <a:gd name="csX6447" fmla="*/ 1114256 w 1728164"/>
              <a:gd name="csY6447" fmla="*/ 558568 h 1114902"/>
              <a:gd name="csX6448" fmla="*/ 1114434 w 1728164"/>
              <a:gd name="csY6448" fmla="*/ 559162 h 1114902"/>
              <a:gd name="csX6449" fmla="*/ 1114603 w 1728164"/>
              <a:gd name="csY6449" fmla="*/ 559756 h 1114902"/>
              <a:gd name="csX6450" fmla="*/ 1114781 w 1728164"/>
              <a:gd name="csY6450" fmla="*/ 560349 h 1114902"/>
              <a:gd name="csX6451" fmla="*/ 1114950 w 1728164"/>
              <a:gd name="csY6451" fmla="*/ 560943 h 1114902"/>
              <a:gd name="csX6452" fmla="*/ 1115119 w 1728164"/>
              <a:gd name="csY6452" fmla="*/ 561536 h 1114902"/>
              <a:gd name="csX6453" fmla="*/ 1115297 w 1728164"/>
              <a:gd name="csY6453" fmla="*/ 562129 h 1114902"/>
              <a:gd name="csX6454" fmla="*/ 1115466 w 1728164"/>
              <a:gd name="csY6454" fmla="*/ 562722 h 1114902"/>
              <a:gd name="csX6455" fmla="*/ 1115644 w 1728164"/>
              <a:gd name="csY6455" fmla="*/ 563315 h 1114902"/>
              <a:gd name="csX6456" fmla="*/ 1115813 w 1728164"/>
              <a:gd name="csY6456" fmla="*/ 563907 h 1114902"/>
              <a:gd name="csX6457" fmla="*/ 1115991 w 1728164"/>
              <a:gd name="csY6457" fmla="*/ 564500 h 1114902"/>
              <a:gd name="csX6458" fmla="*/ 1116160 w 1728164"/>
              <a:gd name="csY6458" fmla="*/ 565091 h 1114902"/>
              <a:gd name="csX6459" fmla="*/ 1116329 w 1728164"/>
              <a:gd name="csY6459" fmla="*/ 565684 h 1114902"/>
              <a:gd name="csX6460" fmla="*/ 1116507 w 1728164"/>
              <a:gd name="csY6460" fmla="*/ 566275 h 1114902"/>
              <a:gd name="csX6461" fmla="*/ 1116676 w 1728164"/>
              <a:gd name="csY6461" fmla="*/ 566867 h 1114902"/>
              <a:gd name="csX6462" fmla="*/ 1116854 w 1728164"/>
              <a:gd name="csY6462" fmla="*/ 567458 h 1114902"/>
              <a:gd name="csX6463" fmla="*/ 1117023 w 1728164"/>
              <a:gd name="csY6463" fmla="*/ 568049 h 1114902"/>
              <a:gd name="csX6464" fmla="*/ 1117201 w 1728164"/>
              <a:gd name="csY6464" fmla="*/ 568640 h 1114902"/>
              <a:gd name="csX6465" fmla="*/ 1117370 w 1728164"/>
              <a:gd name="csY6465" fmla="*/ 569231 h 1114902"/>
              <a:gd name="csX6466" fmla="*/ 1117539 w 1728164"/>
              <a:gd name="csY6466" fmla="*/ 569821 h 1114902"/>
              <a:gd name="csX6467" fmla="*/ 1117717 w 1728164"/>
              <a:gd name="csY6467" fmla="*/ 570412 h 1114902"/>
              <a:gd name="csX6468" fmla="*/ 1117886 w 1728164"/>
              <a:gd name="csY6468" fmla="*/ 571002 h 1114902"/>
              <a:gd name="csX6469" fmla="*/ 1118064 w 1728164"/>
              <a:gd name="csY6469" fmla="*/ 571592 h 1114902"/>
              <a:gd name="csX6470" fmla="*/ 1118233 w 1728164"/>
              <a:gd name="csY6470" fmla="*/ 572182 h 1114902"/>
              <a:gd name="csX6471" fmla="*/ 1118411 w 1728164"/>
              <a:gd name="csY6471" fmla="*/ 572771 h 1114902"/>
              <a:gd name="csX6472" fmla="*/ 1118580 w 1728164"/>
              <a:gd name="csY6472" fmla="*/ 573361 h 1114902"/>
              <a:gd name="csX6473" fmla="*/ 1118749 w 1728164"/>
              <a:gd name="csY6473" fmla="*/ 573950 h 1114902"/>
              <a:gd name="csX6474" fmla="*/ 1118927 w 1728164"/>
              <a:gd name="csY6474" fmla="*/ 574539 h 1114902"/>
              <a:gd name="csX6475" fmla="*/ 1119096 w 1728164"/>
              <a:gd name="csY6475" fmla="*/ 575128 h 1114902"/>
              <a:gd name="csX6476" fmla="*/ 1119274 w 1728164"/>
              <a:gd name="csY6476" fmla="*/ 575716 h 1114902"/>
              <a:gd name="csX6477" fmla="*/ 1119443 w 1728164"/>
              <a:gd name="csY6477" fmla="*/ 576305 h 1114902"/>
              <a:gd name="csX6478" fmla="*/ 1119621 w 1728164"/>
              <a:gd name="csY6478" fmla="*/ 576893 h 1114902"/>
              <a:gd name="csX6479" fmla="*/ 1119790 w 1728164"/>
              <a:gd name="csY6479" fmla="*/ 577481 h 1114902"/>
              <a:gd name="csX6480" fmla="*/ 1119959 w 1728164"/>
              <a:gd name="csY6480" fmla="*/ 578069 h 1114902"/>
              <a:gd name="csX6481" fmla="*/ 1120137 w 1728164"/>
              <a:gd name="csY6481" fmla="*/ 578656 h 1114902"/>
              <a:gd name="csX6482" fmla="*/ 1120306 w 1728164"/>
              <a:gd name="csY6482" fmla="*/ 579245 h 1114902"/>
              <a:gd name="csX6483" fmla="*/ 1120484 w 1728164"/>
              <a:gd name="csY6483" fmla="*/ 579832 h 1114902"/>
              <a:gd name="csX6484" fmla="*/ 1120653 w 1728164"/>
              <a:gd name="csY6484" fmla="*/ 580418 h 1114902"/>
              <a:gd name="csX6485" fmla="*/ 1120831 w 1728164"/>
              <a:gd name="csY6485" fmla="*/ 581005 h 1114902"/>
              <a:gd name="csX6486" fmla="*/ 1121000 w 1728164"/>
              <a:gd name="csY6486" fmla="*/ 581591 h 1114902"/>
              <a:gd name="csX6487" fmla="*/ 1121169 w 1728164"/>
              <a:gd name="csY6487" fmla="*/ 582179 h 1114902"/>
              <a:gd name="csX6488" fmla="*/ 1121347 w 1728164"/>
              <a:gd name="csY6488" fmla="*/ 582764 h 1114902"/>
              <a:gd name="csX6489" fmla="*/ 1121516 w 1728164"/>
              <a:gd name="csY6489" fmla="*/ 583350 h 1114902"/>
              <a:gd name="csX6490" fmla="*/ 1121694 w 1728164"/>
              <a:gd name="csY6490" fmla="*/ 583936 h 1114902"/>
              <a:gd name="csX6491" fmla="*/ 1121863 w 1728164"/>
              <a:gd name="csY6491" fmla="*/ 584522 h 1114902"/>
              <a:gd name="csX6492" fmla="*/ 1122041 w 1728164"/>
              <a:gd name="csY6492" fmla="*/ 585107 h 1114902"/>
              <a:gd name="csX6493" fmla="*/ 1122210 w 1728164"/>
              <a:gd name="csY6493" fmla="*/ 585692 h 1114902"/>
              <a:gd name="csX6494" fmla="*/ 1122379 w 1728164"/>
              <a:gd name="csY6494" fmla="*/ 586277 h 1114902"/>
              <a:gd name="csX6495" fmla="*/ 1122557 w 1728164"/>
              <a:gd name="csY6495" fmla="*/ 586862 h 1114902"/>
              <a:gd name="csX6496" fmla="*/ 1122726 w 1728164"/>
              <a:gd name="csY6496" fmla="*/ 587446 h 1114902"/>
              <a:gd name="csX6497" fmla="*/ 1122904 w 1728164"/>
              <a:gd name="csY6497" fmla="*/ 588031 h 1114902"/>
              <a:gd name="csX6498" fmla="*/ 1123073 w 1728164"/>
              <a:gd name="csY6498" fmla="*/ 588614 h 1114902"/>
              <a:gd name="csX6499" fmla="*/ 1123251 w 1728164"/>
              <a:gd name="csY6499" fmla="*/ 589198 h 1114902"/>
              <a:gd name="csX6500" fmla="*/ 1123420 w 1728164"/>
              <a:gd name="csY6500" fmla="*/ 589781 h 1114902"/>
              <a:gd name="csX6501" fmla="*/ 1123589 w 1728164"/>
              <a:gd name="csY6501" fmla="*/ 590365 h 1114902"/>
              <a:gd name="csX6502" fmla="*/ 1123767 w 1728164"/>
              <a:gd name="csY6502" fmla="*/ 590949 h 1114902"/>
              <a:gd name="csX6503" fmla="*/ 1123936 w 1728164"/>
              <a:gd name="csY6503" fmla="*/ 591531 h 1114902"/>
              <a:gd name="csX6504" fmla="*/ 1124114 w 1728164"/>
              <a:gd name="csY6504" fmla="*/ 592114 h 1114902"/>
              <a:gd name="csX6505" fmla="*/ 1124283 w 1728164"/>
              <a:gd name="csY6505" fmla="*/ 592697 h 1114902"/>
              <a:gd name="csX6506" fmla="*/ 1124461 w 1728164"/>
              <a:gd name="csY6506" fmla="*/ 593279 h 1114902"/>
              <a:gd name="csX6507" fmla="*/ 1124630 w 1728164"/>
              <a:gd name="csY6507" fmla="*/ 593861 h 1114902"/>
              <a:gd name="csX6508" fmla="*/ 1124799 w 1728164"/>
              <a:gd name="csY6508" fmla="*/ 594443 h 1114902"/>
              <a:gd name="csX6509" fmla="*/ 1124977 w 1728164"/>
              <a:gd name="csY6509" fmla="*/ 595025 h 1114902"/>
              <a:gd name="csX6510" fmla="*/ 1125146 w 1728164"/>
              <a:gd name="csY6510" fmla="*/ 595606 h 1114902"/>
              <a:gd name="csX6511" fmla="*/ 1125324 w 1728164"/>
              <a:gd name="csY6511" fmla="*/ 596187 h 1114902"/>
              <a:gd name="csX6512" fmla="*/ 1125493 w 1728164"/>
              <a:gd name="csY6512" fmla="*/ 596768 h 1114902"/>
              <a:gd name="csX6513" fmla="*/ 1125671 w 1728164"/>
              <a:gd name="csY6513" fmla="*/ 597349 h 1114902"/>
              <a:gd name="csX6514" fmla="*/ 1125840 w 1728164"/>
              <a:gd name="csY6514" fmla="*/ 597930 h 1114902"/>
              <a:gd name="csX6515" fmla="*/ 1126009 w 1728164"/>
              <a:gd name="csY6515" fmla="*/ 598510 h 1114902"/>
              <a:gd name="csX6516" fmla="*/ 1126187 w 1728164"/>
              <a:gd name="csY6516" fmla="*/ 599090 h 1114902"/>
              <a:gd name="csX6517" fmla="*/ 1126356 w 1728164"/>
              <a:gd name="csY6517" fmla="*/ 599670 h 1114902"/>
              <a:gd name="csX6518" fmla="*/ 1126533 w 1728164"/>
              <a:gd name="csY6518" fmla="*/ 600249 h 1114902"/>
              <a:gd name="csX6519" fmla="*/ 1126703 w 1728164"/>
              <a:gd name="csY6519" fmla="*/ 600828 h 1114902"/>
              <a:gd name="csX6520" fmla="*/ 1126880 w 1728164"/>
              <a:gd name="csY6520" fmla="*/ 601407 h 1114902"/>
              <a:gd name="csX6521" fmla="*/ 1127050 w 1728164"/>
              <a:gd name="csY6521" fmla="*/ 601987 h 1114902"/>
              <a:gd name="csX6522" fmla="*/ 1127219 w 1728164"/>
              <a:gd name="csY6522" fmla="*/ 602565 h 1114902"/>
              <a:gd name="csX6523" fmla="*/ 1127396 w 1728164"/>
              <a:gd name="csY6523" fmla="*/ 603144 h 1114902"/>
              <a:gd name="csX6524" fmla="*/ 1127566 w 1728164"/>
              <a:gd name="csY6524" fmla="*/ 603722 h 1114902"/>
              <a:gd name="csX6525" fmla="*/ 1127743 w 1728164"/>
              <a:gd name="csY6525" fmla="*/ 604300 h 1114902"/>
              <a:gd name="csX6526" fmla="*/ 1127912 w 1728164"/>
              <a:gd name="csY6526" fmla="*/ 604878 h 1114902"/>
              <a:gd name="csX6527" fmla="*/ 1128081 w 1728164"/>
              <a:gd name="csY6527" fmla="*/ 605455 h 1114902"/>
              <a:gd name="csX6528" fmla="*/ 1128259 w 1728164"/>
              <a:gd name="csY6528" fmla="*/ 606033 h 1114902"/>
              <a:gd name="csX6529" fmla="*/ 1128428 w 1728164"/>
              <a:gd name="csY6529" fmla="*/ 606609 h 1114902"/>
              <a:gd name="csX6530" fmla="*/ 1128606 w 1728164"/>
              <a:gd name="csY6530" fmla="*/ 607186 h 1114902"/>
              <a:gd name="csX6531" fmla="*/ 1128775 w 1728164"/>
              <a:gd name="csY6531" fmla="*/ 607763 h 1114902"/>
              <a:gd name="csX6532" fmla="*/ 1128953 w 1728164"/>
              <a:gd name="csY6532" fmla="*/ 608339 h 1114902"/>
              <a:gd name="csX6533" fmla="*/ 1129122 w 1728164"/>
              <a:gd name="csY6533" fmla="*/ 608915 h 1114902"/>
              <a:gd name="csX6534" fmla="*/ 1129291 w 1728164"/>
              <a:gd name="csY6534" fmla="*/ 609491 h 1114902"/>
              <a:gd name="csX6535" fmla="*/ 1129469 w 1728164"/>
              <a:gd name="csY6535" fmla="*/ 610066 h 1114902"/>
              <a:gd name="csX6536" fmla="*/ 1129638 w 1728164"/>
              <a:gd name="csY6536" fmla="*/ 610642 h 1114902"/>
              <a:gd name="csX6537" fmla="*/ 1129816 w 1728164"/>
              <a:gd name="csY6537" fmla="*/ 611217 h 1114902"/>
              <a:gd name="csX6538" fmla="*/ 1129985 w 1728164"/>
              <a:gd name="csY6538" fmla="*/ 611791 h 1114902"/>
              <a:gd name="csX6539" fmla="*/ 1130163 w 1728164"/>
              <a:gd name="csY6539" fmla="*/ 612366 h 1114902"/>
              <a:gd name="csX6540" fmla="*/ 1130332 w 1728164"/>
              <a:gd name="csY6540" fmla="*/ 612941 h 1114902"/>
              <a:gd name="csX6541" fmla="*/ 1130501 w 1728164"/>
              <a:gd name="csY6541" fmla="*/ 613515 h 1114902"/>
              <a:gd name="csX6542" fmla="*/ 1130679 w 1728164"/>
              <a:gd name="csY6542" fmla="*/ 614088 h 1114902"/>
              <a:gd name="csX6543" fmla="*/ 1130848 w 1728164"/>
              <a:gd name="csY6543" fmla="*/ 614662 h 1114902"/>
              <a:gd name="csX6544" fmla="*/ 1131026 w 1728164"/>
              <a:gd name="csY6544" fmla="*/ 615236 h 1114902"/>
              <a:gd name="csX6545" fmla="*/ 1131195 w 1728164"/>
              <a:gd name="csY6545" fmla="*/ 615809 h 1114902"/>
              <a:gd name="csX6546" fmla="*/ 1131373 w 1728164"/>
              <a:gd name="csY6546" fmla="*/ 616382 h 1114902"/>
              <a:gd name="csX6547" fmla="*/ 1131542 w 1728164"/>
              <a:gd name="csY6547" fmla="*/ 616954 h 1114902"/>
              <a:gd name="csX6548" fmla="*/ 1131711 w 1728164"/>
              <a:gd name="csY6548" fmla="*/ 617527 h 1114902"/>
              <a:gd name="csX6549" fmla="*/ 1131889 w 1728164"/>
              <a:gd name="csY6549" fmla="*/ 618099 h 1114902"/>
              <a:gd name="csX6550" fmla="*/ 1132058 w 1728164"/>
              <a:gd name="csY6550" fmla="*/ 618671 h 1114902"/>
              <a:gd name="csX6551" fmla="*/ 1132236 w 1728164"/>
              <a:gd name="csY6551" fmla="*/ 619242 h 1114902"/>
              <a:gd name="csX6552" fmla="*/ 1132405 w 1728164"/>
              <a:gd name="csY6552" fmla="*/ 619814 h 1114902"/>
              <a:gd name="csX6553" fmla="*/ 1132583 w 1728164"/>
              <a:gd name="csY6553" fmla="*/ 620384 h 1114902"/>
              <a:gd name="csX6554" fmla="*/ 1132752 w 1728164"/>
              <a:gd name="csY6554" fmla="*/ 620956 h 1114902"/>
              <a:gd name="csX6555" fmla="*/ 1132921 w 1728164"/>
              <a:gd name="csY6555" fmla="*/ 621527 h 1114902"/>
              <a:gd name="csX6556" fmla="*/ 1133099 w 1728164"/>
              <a:gd name="csY6556" fmla="*/ 622097 h 1114902"/>
              <a:gd name="csX6557" fmla="*/ 1133268 w 1728164"/>
              <a:gd name="csY6557" fmla="*/ 622667 h 1114902"/>
              <a:gd name="csX6558" fmla="*/ 1133446 w 1728164"/>
              <a:gd name="csY6558" fmla="*/ 623237 h 1114902"/>
              <a:gd name="csX6559" fmla="*/ 1133615 w 1728164"/>
              <a:gd name="csY6559" fmla="*/ 623806 h 1114902"/>
              <a:gd name="csX6560" fmla="*/ 1133793 w 1728164"/>
              <a:gd name="csY6560" fmla="*/ 624375 h 1114902"/>
              <a:gd name="csX6561" fmla="*/ 1133962 w 1728164"/>
              <a:gd name="csY6561" fmla="*/ 624945 h 1114902"/>
              <a:gd name="csX6562" fmla="*/ 1134131 w 1728164"/>
              <a:gd name="csY6562" fmla="*/ 625513 h 1114902"/>
              <a:gd name="csX6563" fmla="*/ 1134309 w 1728164"/>
              <a:gd name="csY6563" fmla="*/ 626082 h 1114902"/>
              <a:gd name="csX6564" fmla="*/ 1134478 w 1728164"/>
              <a:gd name="csY6564" fmla="*/ 626650 h 1114902"/>
              <a:gd name="csX6565" fmla="*/ 1134656 w 1728164"/>
              <a:gd name="csY6565" fmla="*/ 627219 h 1114902"/>
              <a:gd name="csX6566" fmla="*/ 1134825 w 1728164"/>
              <a:gd name="csY6566" fmla="*/ 627786 h 1114902"/>
              <a:gd name="csX6567" fmla="*/ 1135003 w 1728164"/>
              <a:gd name="csY6567" fmla="*/ 628354 h 1114902"/>
              <a:gd name="csX6568" fmla="*/ 1135172 w 1728164"/>
              <a:gd name="csY6568" fmla="*/ 628921 h 1114902"/>
              <a:gd name="csX6569" fmla="*/ 1135341 w 1728164"/>
              <a:gd name="csY6569" fmla="*/ 629488 h 1114902"/>
              <a:gd name="csX6570" fmla="*/ 1135519 w 1728164"/>
              <a:gd name="csY6570" fmla="*/ 630055 h 1114902"/>
              <a:gd name="csX6571" fmla="*/ 1135688 w 1728164"/>
              <a:gd name="csY6571" fmla="*/ 630621 h 1114902"/>
              <a:gd name="csX6572" fmla="*/ 1135866 w 1728164"/>
              <a:gd name="csY6572" fmla="*/ 631187 h 1114902"/>
              <a:gd name="csX6573" fmla="*/ 1136035 w 1728164"/>
              <a:gd name="csY6573" fmla="*/ 631753 h 1114902"/>
              <a:gd name="csX6574" fmla="*/ 1136213 w 1728164"/>
              <a:gd name="csY6574" fmla="*/ 632319 h 1114902"/>
              <a:gd name="csX6575" fmla="*/ 1136382 w 1728164"/>
              <a:gd name="csY6575" fmla="*/ 632884 h 1114902"/>
              <a:gd name="csX6576" fmla="*/ 1136551 w 1728164"/>
              <a:gd name="csY6576" fmla="*/ 633450 h 1114902"/>
              <a:gd name="csX6577" fmla="*/ 1136729 w 1728164"/>
              <a:gd name="csY6577" fmla="*/ 634015 h 1114902"/>
              <a:gd name="csX6578" fmla="*/ 1136898 w 1728164"/>
              <a:gd name="csY6578" fmla="*/ 634579 h 1114902"/>
              <a:gd name="csX6579" fmla="*/ 1137076 w 1728164"/>
              <a:gd name="csY6579" fmla="*/ 635143 h 1114902"/>
              <a:gd name="csX6580" fmla="*/ 1137245 w 1728164"/>
              <a:gd name="csY6580" fmla="*/ 635707 h 1114902"/>
              <a:gd name="csX6581" fmla="*/ 1137423 w 1728164"/>
              <a:gd name="csY6581" fmla="*/ 636271 h 1114902"/>
              <a:gd name="csX6582" fmla="*/ 1137592 w 1728164"/>
              <a:gd name="csY6582" fmla="*/ 636835 h 1114902"/>
              <a:gd name="csX6583" fmla="*/ 1137761 w 1728164"/>
              <a:gd name="csY6583" fmla="*/ 637398 h 1114902"/>
              <a:gd name="csX6584" fmla="*/ 1137939 w 1728164"/>
              <a:gd name="csY6584" fmla="*/ 637961 h 1114902"/>
              <a:gd name="csX6585" fmla="*/ 1138108 w 1728164"/>
              <a:gd name="csY6585" fmla="*/ 638523 h 1114902"/>
              <a:gd name="csX6586" fmla="*/ 1138286 w 1728164"/>
              <a:gd name="csY6586" fmla="*/ 639086 h 1114902"/>
              <a:gd name="csX6587" fmla="*/ 1138455 w 1728164"/>
              <a:gd name="csY6587" fmla="*/ 639648 h 1114902"/>
              <a:gd name="csX6588" fmla="*/ 1138633 w 1728164"/>
              <a:gd name="csY6588" fmla="*/ 640210 h 1114902"/>
              <a:gd name="csX6589" fmla="*/ 1138802 w 1728164"/>
              <a:gd name="csY6589" fmla="*/ 640771 h 1114902"/>
              <a:gd name="csX6590" fmla="*/ 1138971 w 1728164"/>
              <a:gd name="csY6590" fmla="*/ 641333 h 1114902"/>
              <a:gd name="csX6591" fmla="*/ 1139149 w 1728164"/>
              <a:gd name="csY6591" fmla="*/ 641893 h 1114902"/>
              <a:gd name="csX6592" fmla="*/ 1139318 w 1728164"/>
              <a:gd name="csY6592" fmla="*/ 642455 h 1114902"/>
              <a:gd name="csX6593" fmla="*/ 1139496 w 1728164"/>
              <a:gd name="csY6593" fmla="*/ 643015 h 1114902"/>
              <a:gd name="csX6594" fmla="*/ 1139665 w 1728164"/>
              <a:gd name="csY6594" fmla="*/ 643575 h 1114902"/>
              <a:gd name="csX6595" fmla="*/ 1139843 w 1728164"/>
              <a:gd name="csY6595" fmla="*/ 644135 h 1114902"/>
              <a:gd name="csX6596" fmla="*/ 1140012 w 1728164"/>
              <a:gd name="csY6596" fmla="*/ 644695 h 1114902"/>
              <a:gd name="csX6597" fmla="*/ 1140181 w 1728164"/>
              <a:gd name="csY6597" fmla="*/ 645254 h 1114902"/>
              <a:gd name="csX6598" fmla="*/ 1140359 w 1728164"/>
              <a:gd name="csY6598" fmla="*/ 645813 h 1114902"/>
              <a:gd name="csX6599" fmla="*/ 1140528 w 1728164"/>
              <a:gd name="csY6599" fmla="*/ 646372 h 1114902"/>
              <a:gd name="csX6600" fmla="*/ 1140706 w 1728164"/>
              <a:gd name="csY6600" fmla="*/ 646930 h 1114902"/>
              <a:gd name="csX6601" fmla="*/ 1140875 w 1728164"/>
              <a:gd name="csY6601" fmla="*/ 647489 h 1114902"/>
              <a:gd name="csX6602" fmla="*/ 1141053 w 1728164"/>
              <a:gd name="csY6602" fmla="*/ 648047 h 1114902"/>
              <a:gd name="csX6603" fmla="*/ 1141222 w 1728164"/>
              <a:gd name="csY6603" fmla="*/ 648605 h 1114902"/>
              <a:gd name="csX6604" fmla="*/ 1141391 w 1728164"/>
              <a:gd name="csY6604" fmla="*/ 649162 h 1114902"/>
              <a:gd name="csX6605" fmla="*/ 1141569 w 1728164"/>
              <a:gd name="csY6605" fmla="*/ 649719 h 1114902"/>
              <a:gd name="csX6606" fmla="*/ 1141738 w 1728164"/>
              <a:gd name="csY6606" fmla="*/ 650276 h 1114902"/>
              <a:gd name="csX6607" fmla="*/ 1141915 w 1728164"/>
              <a:gd name="csY6607" fmla="*/ 650832 h 1114902"/>
              <a:gd name="csX6608" fmla="*/ 1142084 w 1728164"/>
              <a:gd name="csY6608" fmla="*/ 651389 h 1114902"/>
              <a:gd name="csX6609" fmla="*/ 1142262 w 1728164"/>
              <a:gd name="csY6609" fmla="*/ 651945 h 1114902"/>
              <a:gd name="csX6610" fmla="*/ 1142431 w 1728164"/>
              <a:gd name="csY6610" fmla="*/ 652501 h 1114902"/>
              <a:gd name="csX6611" fmla="*/ 1142601 w 1728164"/>
              <a:gd name="csY6611" fmla="*/ 653056 h 1114902"/>
              <a:gd name="csX6612" fmla="*/ 1142778 w 1728164"/>
              <a:gd name="csY6612" fmla="*/ 653611 h 1114902"/>
              <a:gd name="csX6613" fmla="*/ 1142948 w 1728164"/>
              <a:gd name="csY6613" fmla="*/ 654165 h 1114902"/>
              <a:gd name="csX6614" fmla="*/ 1143125 w 1728164"/>
              <a:gd name="csY6614" fmla="*/ 654720 h 1114902"/>
              <a:gd name="csX6615" fmla="*/ 1143294 w 1728164"/>
              <a:gd name="csY6615" fmla="*/ 655274 h 1114902"/>
              <a:gd name="csX6616" fmla="*/ 1143472 w 1728164"/>
              <a:gd name="csY6616" fmla="*/ 655828 h 1114902"/>
              <a:gd name="csX6617" fmla="*/ 1143641 w 1728164"/>
              <a:gd name="csY6617" fmla="*/ 656382 h 1114902"/>
              <a:gd name="csX6618" fmla="*/ 1143810 w 1728164"/>
              <a:gd name="csY6618" fmla="*/ 656935 h 1114902"/>
              <a:gd name="csX6619" fmla="*/ 1143988 w 1728164"/>
              <a:gd name="csY6619" fmla="*/ 657488 h 1114902"/>
              <a:gd name="csX6620" fmla="*/ 1144157 w 1728164"/>
              <a:gd name="csY6620" fmla="*/ 658041 h 1114902"/>
              <a:gd name="csX6621" fmla="*/ 1144335 w 1728164"/>
              <a:gd name="csY6621" fmla="*/ 658594 h 1114902"/>
              <a:gd name="csX6622" fmla="*/ 1144504 w 1728164"/>
              <a:gd name="csY6622" fmla="*/ 659145 h 1114902"/>
              <a:gd name="csX6623" fmla="*/ 1144682 w 1728164"/>
              <a:gd name="csY6623" fmla="*/ 659698 h 1114902"/>
              <a:gd name="csX6624" fmla="*/ 1144851 w 1728164"/>
              <a:gd name="csY6624" fmla="*/ 660249 h 1114902"/>
              <a:gd name="csX6625" fmla="*/ 1145020 w 1728164"/>
              <a:gd name="csY6625" fmla="*/ 660800 h 1114902"/>
              <a:gd name="csX6626" fmla="*/ 1145198 w 1728164"/>
              <a:gd name="csY6626" fmla="*/ 661352 h 1114902"/>
              <a:gd name="csX6627" fmla="*/ 1145367 w 1728164"/>
              <a:gd name="csY6627" fmla="*/ 661902 h 1114902"/>
              <a:gd name="csX6628" fmla="*/ 1145545 w 1728164"/>
              <a:gd name="csY6628" fmla="*/ 662452 h 1114902"/>
              <a:gd name="csX6629" fmla="*/ 1145714 w 1728164"/>
              <a:gd name="csY6629" fmla="*/ 663003 h 1114902"/>
              <a:gd name="csX6630" fmla="*/ 1145892 w 1728164"/>
              <a:gd name="csY6630" fmla="*/ 663553 h 1114902"/>
              <a:gd name="csX6631" fmla="*/ 1146061 w 1728164"/>
              <a:gd name="csY6631" fmla="*/ 664102 h 1114902"/>
              <a:gd name="csX6632" fmla="*/ 1146230 w 1728164"/>
              <a:gd name="csY6632" fmla="*/ 664651 h 1114902"/>
              <a:gd name="csX6633" fmla="*/ 1146408 w 1728164"/>
              <a:gd name="csY6633" fmla="*/ 665200 h 1114902"/>
              <a:gd name="csX6634" fmla="*/ 1146577 w 1728164"/>
              <a:gd name="csY6634" fmla="*/ 665748 h 1114902"/>
              <a:gd name="csX6635" fmla="*/ 1146755 w 1728164"/>
              <a:gd name="csY6635" fmla="*/ 666297 h 1114902"/>
              <a:gd name="csX6636" fmla="*/ 1146924 w 1728164"/>
              <a:gd name="csY6636" fmla="*/ 666845 h 1114902"/>
              <a:gd name="csX6637" fmla="*/ 1147093 w 1728164"/>
              <a:gd name="csY6637" fmla="*/ 667392 h 1114902"/>
              <a:gd name="csX6638" fmla="*/ 1147271 w 1728164"/>
              <a:gd name="csY6638" fmla="*/ 667940 h 1114902"/>
              <a:gd name="csX6639" fmla="*/ 1147440 w 1728164"/>
              <a:gd name="csY6639" fmla="*/ 668487 h 1114902"/>
              <a:gd name="csX6640" fmla="*/ 1147618 w 1728164"/>
              <a:gd name="csY6640" fmla="*/ 669034 h 1114902"/>
              <a:gd name="csX6641" fmla="*/ 1147787 w 1728164"/>
              <a:gd name="csY6641" fmla="*/ 669580 h 1114902"/>
              <a:gd name="csX6642" fmla="*/ 1147965 w 1728164"/>
              <a:gd name="csY6642" fmla="*/ 670126 h 1114902"/>
              <a:gd name="csX6643" fmla="*/ 1148134 w 1728164"/>
              <a:gd name="csY6643" fmla="*/ 670672 h 1114902"/>
              <a:gd name="csX6644" fmla="*/ 1148303 w 1728164"/>
              <a:gd name="csY6644" fmla="*/ 671218 h 1114902"/>
              <a:gd name="csX6645" fmla="*/ 1148481 w 1728164"/>
              <a:gd name="csY6645" fmla="*/ 671763 h 1114902"/>
              <a:gd name="csX6646" fmla="*/ 1148650 w 1728164"/>
              <a:gd name="csY6646" fmla="*/ 672308 h 1114902"/>
              <a:gd name="csX6647" fmla="*/ 1148828 w 1728164"/>
              <a:gd name="csY6647" fmla="*/ 672853 h 1114902"/>
              <a:gd name="csX6648" fmla="*/ 1148997 w 1728164"/>
              <a:gd name="csY6648" fmla="*/ 673397 h 1114902"/>
              <a:gd name="csX6649" fmla="*/ 1149175 w 1728164"/>
              <a:gd name="csY6649" fmla="*/ 673941 h 1114902"/>
              <a:gd name="csX6650" fmla="*/ 1149344 w 1728164"/>
              <a:gd name="csY6650" fmla="*/ 674485 h 1114902"/>
              <a:gd name="csX6651" fmla="*/ 1149513 w 1728164"/>
              <a:gd name="csY6651" fmla="*/ 675028 h 1114902"/>
              <a:gd name="csX6652" fmla="*/ 1149691 w 1728164"/>
              <a:gd name="csY6652" fmla="*/ 675572 h 1114902"/>
              <a:gd name="csX6653" fmla="*/ 1149860 w 1728164"/>
              <a:gd name="csY6653" fmla="*/ 676114 h 1114902"/>
              <a:gd name="csX6654" fmla="*/ 1150038 w 1728164"/>
              <a:gd name="csY6654" fmla="*/ 676657 h 1114902"/>
              <a:gd name="csX6655" fmla="*/ 1150207 w 1728164"/>
              <a:gd name="csY6655" fmla="*/ 677199 h 1114902"/>
              <a:gd name="csX6656" fmla="*/ 1150385 w 1728164"/>
              <a:gd name="csY6656" fmla="*/ 677741 h 1114902"/>
              <a:gd name="csX6657" fmla="*/ 1150554 w 1728164"/>
              <a:gd name="csY6657" fmla="*/ 678282 h 1114902"/>
              <a:gd name="csX6658" fmla="*/ 1150723 w 1728164"/>
              <a:gd name="csY6658" fmla="*/ 678823 h 1114902"/>
              <a:gd name="csX6659" fmla="*/ 1150901 w 1728164"/>
              <a:gd name="csY6659" fmla="*/ 679364 h 1114902"/>
              <a:gd name="csX6660" fmla="*/ 1151070 w 1728164"/>
              <a:gd name="csY6660" fmla="*/ 679905 h 1114902"/>
              <a:gd name="csX6661" fmla="*/ 1151248 w 1728164"/>
              <a:gd name="csY6661" fmla="*/ 680445 h 1114902"/>
              <a:gd name="csX6662" fmla="*/ 1151417 w 1728164"/>
              <a:gd name="csY6662" fmla="*/ 680985 h 1114902"/>
              <a:gd name="csX6663" fmla="*/ 1151595 w 1728164"/>
              <a:gd name="csY6663" fmla="*/ 681525 h 1114902"/>
              <a:gd name="csX6664" fmla="*/ 1151764 w 1728164"/>
              <a:gd name="csY6664" fmla="*/ 682064 h 1114902"/>
              <a:gd name="csX6665" fmla="*/ 1151933 w 1728164"/>
              <a:gd name="csY6665" fmla="*/ 682603 h 1114902"/>
              <a:gd name="csX6666" fmla="*/ 1152111 w 1728164"/>
              <a:gd name="csY6666" fmla="*/ 683142 h 1114902"/>
              <a:gd name="csX6667" fmla="*/ 1152280 w 1728164"/>
              <a:gd name="csY6667" fmla="*/ 683680 h 1114902"/>
              <a:gd name="csX6668" fmla="*/ 1152458 w 1728164"/>
              <a:gd name="csY6668" fmla="*/ 684218 h 1114902"/>
              <a:gd name="csX6669" fmla="*/ 1152627 w 1728164"/>
              <a:gd name="csY6669" fmla="*/ 684756 h 1114902"/>
              <a:gd name="csX6670" fmla="*/ 1152805 w 1728164"/>
              <a:gd name="csY6670" fmla="*/ 685294 h 1114902"/>
              <a:gd name="csX6671" fmla="*/ 1152974 w 1728164"/>
              <a:gd name="csY6671" fmla="*/ 685831 h 1114902"/>
              <a:gd name="csX6672" fmla="*/ 1153143 w 1728164"/>
              <a:gd name="csY6672" fmla="*/ 686368 h 1114902"/>
              <a:gd name="csX6673" fmla="*/ 1153321 w 1728164"/>
              <a:gd name="csY6673" fmla="*/ 686904 h 1114902"/>
              <a:gd name="csX6674" fmla="*/ 1153490 w 1728164"/>
              <a:gd name="csY6674" fmla="*/ 687440 h 1114902"/>
              <a:gd name="csX6675" fmla="*/ 1153668 w 1728164"/>
              <a:gd name="csY6675" fmla="*/ 687976 h 1114902"/>
              <a:gd name="csX6676" fmla="*/ 1153837 w 1728164"/>
              <a:gd name="csY6676" fmla="*/ 688512 h 1114902"/>
              <a:gd name="csX6677" fmla="*/ 1154015 w 1728164"/>
              <a:gd name="csY6677" fmla="*/ 689046 h 1114902"/>
              <a:gd name="csX6678" fmla="*/ 1154184 w 1728164"/>
              <a:gd name="csY6678" fmla="*/ 689582 h 1114902"/>
              <a:gd name="csX6679" fmla="*/ 1154353 w 1728164"/>
              <a:gd name="csY6679" fmla="*/ 690116 h 1114902"/>
              <a:gd name="csX6680" fmla="*/ 1154531 w 1728164"/>
              <a:gd name="csY6680" fmla="*/ 690650 h 1114902"/>
              <a:gd name="csX6681" fmla="*/ 1154700 w 1728164"/>
              <a:gd name="csY6681" fmla="*/ 691184 h 1114902"/>
              <a:gd name="csX6682" fmla="*/ 1154878 w 1728164"/>
              <a:gd name="csY6682" fmla="*/ 691718 h 1114902"/>
              <a:gd name="csX6683" fmla="*/ 1155047 w 1728164"/>
              <a:gd name="csY6683" fmla="*/ 692251 h 1114902"/>
              <a:gd name="csX6684" fmla="*/ 1155225 w 1728164"/>
              <a:gd name="csY6684" fmla="*/ 692784 h 1114902"/>
              <a:gd name="csX6685" fmla="*/ 1155394 w 1728164"/>
              <a:gd name="csY6685" fmla="*/ 693317 h 1114902"/>
              <a:gd name="csX6686" fmla="*/ 1155563 w 1728164"/>
              <a:gd name="csY6686" fmla="*/ 693849 h 1114902"/>
              <a:gd name="csX6687" fmla="*/ 1155741 w 1728164"/>
              <a:gd name="csY6687" fmla="*/ 694381 h 1114902"/>
              <a:gd name="csX6688" fmla="*/ 1155910 w 1728164"/>
              <a:gd name="csY6688" fmla="*/ 694913 h 1114902"/>
              <a:gd name="csX6689" fmla="*/ 1156087 w 1728164"/>
              <a:gd name="csY6689" fmla="*/ 695444 h 1114902"/>
              <a:gd name="csX6690" fmla="*/ 1156257 w 1728164"/>
              <a:gd name="csY6690" fmla="*/ 695975 h 1114902"/>
              <a:gd name="csX6691" fmla="*/ 1156434 w 1728164"/>
              <a:gd name="csY6691" fmla="*/ 696505 h 1114902"/>
              <a:gd name="csX6692" fmla="*/ 1156604 w 1728164"/>
              <a:gd name="csY6692" fmla="*/ 697035 h 1114902"/>
              <a:gd name="csX6693" fmla="*/ 1156773 w 1728164"/>
              <a:gd name="csY6693" fmla="*/ 697566 h 1114902"/>
              <a:gd name="csX6694" fmla="*/ 1156951 w 1728164"/>
              <a:gd name="csY6694" fmla="*/ 698095 h 1114902"/>
              <a:gd name="csX6695" fmla="*/ 1157119 w 1728164"/>
              <a:gd name="csY6695" fmla="*/ 698624 h 1114902"/>
              <a:gd name="csX6696" fmla="*/ 1157297 w 1728164"/>
              <a:gd name="csY6696" fmla="*/ 699154 h 1114902"/>
              <a:gd name="csX6697" fmla="*/ 1157466 w 1728164"/>
              <a:gd name="csY6697" fmla="*/ 699682 h 1114902"/>
              <a:gd name="csX6698" fmla="*/ 1157644 w 1728164"/>
              <a:gd name="csY6698" fmla="*/ 700210 h 1114902"/>
              <a:gd name="csX6699" fmla="*/ 1157813 w 1728164"/>
              <a:gd name="csY6699" fmla="*/ 700738 h 1114902"/>
              <a:gd name="csX6700" fmla="*/ 1157982 w 1728164"/>
              <a:gd name="csY6700" fmla="*/ 701266 h 1114902"/>
              <a:gd name="csX6701" fmla="*/ 1158160 w 1728164"/>
              <a:gd name="csY6701" fmla="*/ 701793 h 1114902"/>
              <a:gd name="csX6702" fmla="*/ 1158329 w 1728164"/>
              <a:gd name="csY6702" fmla="*/ 702320 h 1114902"/>
              <a:gd name="csX6703" fmla="*/ 1158507 w 1728164"/>
              <a:gd name="csY6703" fmla="*/ 702846 h 1114902"/>
              <a:gd name="csX6704" fmla="*/ 1158676 w 1728164"/>
              <a:gd name="csY6704" fmla="*/ 703373 h 1114902"/>
              <a:gd name="csX6705" fmla="*/ 1158854 w 1728164"/>
              <a:gd name="csY6705" fmla="*/ 703899 h 1114902"/>
              <a:gd name="csX6706" fmla="*/ 1159023 w 1728164"/>
              <a:gd name="csY6706" fmla="*/ 704425 h 1114902"/>
              <a:gd name="csX6707" fmla="*/ 1159192 w 1728164"/>
              <a:gd name="csY6707" fmla="*/ 704950 h 1114902"/>
              <a:gd name="csX6708" fmla="*/ 1159370 w 1728164"/>
              <a:gd name="csY6708" fmla="*/ 705474 h 1114902"/>
              <a:gd name="csX6709" fmla="*/ 1159539 w 1728164"/>
              <a:gd name="csY6709" fmla="*/ 705999 h 1114902"/>
              <a:gd name="csX6710" fmla="*/ 1159717 w 1728164"/>
              <a:gd name="csY6710" fmla="*/ 706523 h 1114902"/>
              <a:gd name="csX6711" fmla="*/ 1159886 w 1728164"/>
              <a:gd name="csY6711" fmla="*/ 707047 h 1114902"/>
              <a:gd name="csX6712" fmla="*/ 1160064 w 1728164"/>
              <a:gd name="csY6712" fmla="*/ 707571 h 1114902"/>
              <a:gd name="csX6713" fmla="*/ 1160233 w 1728164"/>
              <a:gd name="csY6713" fmla="*/ 708094 h 1114902"/>
              <a:gd name="csX6714" fmla="*/ 1160402 w 1728164"/>
              <a:gd name="csY6714" fmla="*/ 708618 h 1114902"/>
              <a:gd name="csX6715" fmla="*/ 1160580 w 1728164"/>
              <a:gd name="csY6715" fmla="*/ 709140 h 1114902"/>
              <a:gd name="csX6716" fmla="*/ 1160749 w 1728164"/>
              <a:gd name="csY6716" fmla="*/ 709662 h 1114902"/>
              <a:gd name="csX6717" fmla="*/ 1160927 w 1728164"/>
              <a:gd name="csY6717" fmla="*/ 710184 h 1114902"/>
              <a:gd name="csX6718" fmla="*/ 1161096 w 1728164"/>
              <a:gd name="csY6718" fmla="*/ 710706 h 1114902"/>
              <a:gd name="csX6719" fmla="*/ 1161274 w 1728164"/>
              <a:gd name="csY6719" fmla="*/ 711227 h 1114902"/>
              <a:gd name="csX6720" fmla="*/ 1161443 w 1728164"/>
              <a:gd name="csY6720" fmla="*/ 711748 h 1114902"/>
              <a:gd name="csX6721" fmla="*/ 1161612 w 1728164"/>
              <a:gd name="csY6721" fmla="*/ 712269 h 1114902"/>
              <a:gd name="csX6722" fmla="*/ 1161790 w 1728164"/>
              <a:gd name="csY6722" fmla="*/ 712788 h 1114902"/>
              <a:gd name="csX6723" fmla="*/ 1161959 w 1728164"/>
              <a:gd name="csY6723" fmla="*/ 713309 h 1114902"/>
              <a:gd name="csX6724" fmla="*/ 1162137 w 1728164"/>
              <a:gd name="csY6724" fmla="*/ 713828 h 1114902"/>
              <a:gd name="csX6725" fmla="*/ 1162306 w 1728164"/>
              <a:gd name="csY6725" fmla="*/ 714347 h 1114902"/>
              <a:gd name="csX6726" fmla="*/ 1162484 w 1728164"/>
              <a:gd name="csY6726" fmla="*/ 714866 h 1114902"/>
              <a:gd name="csX6727" fmla="*/ 1162653 w 1728164"/>
              <a:gd name="csY6727" fmla="*/ 715384 h 1114902"/>
              <a:gd name="csX6728" fmla="*/ 1162822 w 1728164"/>
              <a:gd name="csY6728" fmla="*/ 715903 h 1114902"/>
              <a:gd name="csX6729" fmla="*/ 1163000 w 1728164"/>
              <a:gd name="csY6729" fmla="*/ 716421 h 1114902"/>
              <a:gd name="csX6730" fmla="*/ 1163169 w 1728164"/>
              <a:gd name="csY6730" fmla="*/ 716938 h 1114902"/>
              <a:gd name="csX6731" fmla="*/ 1163347 w 1728164"/>
              <a:gd name="csY6731" fmla="*/ 717455 h 1114902"/>
              <a:gd name="csX6732" fmla="*/ 1163516 w 1728164"/>
              <a:gd name="csY6732" fmla="*/ 717972 h 1114902"/>
              <a:gd name="csX6733" fmla="*/ 1163694 w 1728164"/>
              <a:gd name="csY6733" fmla="*/ 718488 h 1114902"/>
              <a:gd name="csX6734" fmla="*/ 1163863 w 1728164"/>
              <a:gd name="csY6734" fmla="*/ 719004 h 1114902"/>
              <a:gd name="csX6735" fmla="*/ 1164032 w 1728164"/>
              <a:gd name="csY6735" fmla="*/ 719520 h 1114902"/>
              <a:gd name="csX6736" fmla="*/ 1164210 w 1728164"/>
              <a:gd name="csY6736" fmla="*/ 720035 h 1114902"/>
              <a:gd name="csX6737" fmla="*/ 1164379 w 1728164"/>
              <a:gd name="csY6737" fmla="*/ 720550 h 1114902"/>
              <a:gd name="csX6738" fmla="*/ 1164557 w 1728164"/>
              <a:gd name="csY6738" fmla="*/ 721065 h 1114902"/>
              <a:gd name="csX6739" fmla="*/ 1164726 w 1728164"/>
              <a:gd name="csY6739" fmla="*/ 721580 h 1114902"/>
              <a:gd name="csX6740" fmla="*/ 1164904 w 1728164"/>
              <a:gd name="csY6740" fmla="*/ 722093 h 1114902"/>
              <a:gd name="csX6741" fmla="*/ 1165073 w 1728164"/>
              <a:gd name="csY6741" fmla="*/ 722607 h 1114902"/>
              <a:gd name="csX6742" fmla="*/ 1165242 w 1728164"/>
              <a:gd name="csY6742" fmla="*/ 723121 h 1114902"/>
              <a:gd name="csX6743" fmla="*/ 1165420 w 1728164"/>
              <a:gd name="csY6743" fmla="*/ 723633 h 1114902"/>
              <a:gd name="csX6744" fmla="*/ 1165589 w 1728164"/>
              <a:gd name="csY6744" fmla="*/ 724145 h 1114902"/>
              <a:gd name="csX6745" fmla="*/ 1165767 w 1728164"/>
              <a:gd name="csY6745" fmla="*/ 724658 h 1114902"/>
              <a:gd name="csX6746" fmla="*/ 1165936 w 1728164"/>
              <a:gd name="csY6746" fmla="*/ 725169 h 1114902"/>
              <a:gd name="csX6747" fmla="*/ 1166105 w 1728164"/>
              <a:gd name="csY6747" fmla="*/ 725681 h 1114902"/>
              <a:gd name="csX6748" fmla="*/ 1166283 w 1728164"/>
              <a:gd name="csY6748" fmla="*/ 726192 h 1114902"/>
              <a:gd name="csX6749" fmla="*/ 1166452 w 1728164"/>
              <a:gd name="csY6749" fmla="*/ 726703 h 1114902"/>
              <a:gd name="csX6750" fmla="*/ 1166630 w 1728164"/>
              <a:gd name="csY6750" fmla="*/ 727214 h 1114902"/>
              <a:gd name="csX6751" fmla="*/ 1166799 w 1728164"/>
              <a:gd name="csY6751" fmla="*/ 727724 h 1114902"/>
              <a:gd name="csX6752" fmla="*/ 1166977 w 1728164"/>
              <a:gd name="csY6752" fmla="*/ 728233 h 1114902"/>
              <a:gd name="csX6753" fmla="*/ 1167146 w 1728164"/>
              <a:gd name="csY6753" fmla="*/ 728743 h 1114902"/>
              <a:gd name="csX6754" fmla="*/ 1167315 w 1728164"/>
              <a:gd name="csY6754" fmla="*/ 729252 h 1114902"/>
              <a:gd name="csX6755" fmla="*/ 1167493 w 1728164"/>
              <a:gd name="csY6755" fmla="*/ 729761 h 1114902"/>
              <a:gd name="csX6756" fmla="*/ 1167662 w 1728164"/>
              <a:gd name="csY6756" fmla="*/ 730269 h 1114902"/>
              <a:gd name="csX6757" fmla="*/ 1167840 w 1728164"/>
              <a:gd name="csY6757" fmla="*/ 730777 h 1114902"/>
              <a:gd name="csX6758" fmla="*/ 1168009 w 1728164"/>
              <a:gd name="csY6758" fmla="*/ 731285 h 1114902"/>
              <a:gd name="csX6759" fmla="*/ 1168187 w 1728164"/>
              <a:gd name="csY6759" fmla="*/ 731792 h 1114902"/>
              <a:gd name="csX6760" fmla="*/ 1168356 w 1728164"/>
              <a:gd name="csY6760" fmla="*/ 732299 h 1114902"/>
              <a:gd name="csX6761" fmla="*/ 1168525 w 1728164"/>
              <a:gd name="csY6761" fmla="*/ 732805 h 1114902"/>
              <a:gd name="csX6762" fmla="*/ 1168703 w 1728164"/>
              <a:gd name="csY6762" fmla="*/ 733311 h 1114902"/>
              <a:gd name="csX6763" fmla="*/ 1168872 w 1728164"/>
              <a:gd name="csY6763" fmla="*/ 733818 h 1114902"/>
              <a:gd name="csX6764" fmla="*/ 1169050 w 1728164"/>
              <a:gd name="csY6764" fmla="*/ 734323 h 1114902"/>
              <a:gd name="csX6765" fmla="*/ 1169219 w 1728164"/>
              <a:gd name="csY6765" fmla="*/ 734828 h 1114902"/>
              <a:gd name="csX6766" fmla="*/ 1169397 w 1728164"/>
              <a:gd name="csY6766" fmla="*/ 735333 h 1114902"/>
              <a:gd name="csX6767" fmla="*/ 1169566 w 1728164"/>
              <a:gd name="csY6767" fmla="*/ 735837 h 1114902"/>
              <a:gd name="csX6768" fmla="*/ 1169735 w 1728164"/>
              <a:gd name="csY6768" fmla="*/ 736341 h 1114902"/>
              <a:gd name="csX6769" fmla="*/ 1169913 w 1728164"/>
              <a:gd name="csY6769" fmla="*/ 736845 h 1114902"/>
              <a:gd name="csX6770" fmla="*/ 1170082 w 1728164"/>
              <a:gd name="csY6770" fmla="*/ 737348 h 1114902"/>
              <a:gd name="csX6771" fmla="*/ 1170260 w 1728164"/>
              <a:gd name="csY6771" fmla="*/ 737851 h 1114902"/>
              <a:gd name="csX6772" fmla="*/ 1170429 w 1728164"/>
              <a:gd name="csY6772" fmla="*/ 738354 h 1114902"/>
              <a:gd name="csX6773" fmla="*/ 1170607 w 1728164"/>
              <a:gd name="csY6773" fmla="*/ 738856 h 1114902"/>
              <a:gd name="csX6774" fmla="*/ 1170776 w 1728164"/>
              <a:gd name="csY6774" fmla="*/ 739357 h 1114902"/>
              <a:gd name="csX6775" fmla="*/ 1170945 w 1728164"/>
              <a:gd name="csY6775" fmla="*/ 739859 h 1114902"/>
              <a:gd name="csX6776" fmla="*/ 1171122 w 1728164"/>
              <a:gd name="csY6776" fmla="*/ 740360 h 1114902"/>
              <a:gd name="csX6777" fmla="*/ 1171292 w 1728164"/>
              <a:gd name="csY6777" fmla="*/ 740861 h 1114902"/>
              <a:gd name="csX6778" fmla="*/ 1171469 w 1728164"/>
              <a:gd name="csY6778" fmla="*/ 741362 h 1114902"/>
              <a:gd name="csX6779" fmla="*/ 1171639 w 1728164"/>
              <a:gd name="csY6779" fmla="*/ 741862 h 1114902"/>
              <a:gd name="csX6780" fmla="*/ 1171816 w 1728164"/>
              <a:gd name="csY6780" fmla="*/ 742361 h 1114902"/>
              <a:gd name="csX6781" fmla="*/ 1171986 w 1728164"/>
              <a:gd name="csY6781" fmla="*/ 742861 h 1114902"/>
              <a:gd name="csX6782" fmla="*/ 1172155 w 1728164"/>
              <a:gd name="csY6782" fmla="*/ 743360 h 1114902"/>
              <a:gd name="csX6783" fmla="*/ 1172332 w 1728164"/>
              <a:gd name="csY6783" fmla="*/ 743858 h 1114902"/>
              <a:gd name="csX6784" fmla="*/ 1172501 w 1728164"/>
              <a:gd name="csY6784" fmla="*/ 744356 h 1114902"/>
              <a:gd name="csX6785" fmla="*/ 1172679 w 1728164"/>
              <a:gd name="csY6785" fmla="*/ 744855 h 1114902"/>
              <a:gd name="csX6786" fmla="*/ 1172848 w 1728164"/>
              <a:gd name="csY6786" fmla="*/ 745352 h 1114902"/>
              <a:gd name="csX6787" fmla="*/ 1173026 w 1728164"/>
              <a:gd name="csY6787" fmla="*/ 745849 h 1114902"/>
              <a:gd name="csX6788" fmla="*/ 1173195 w 1728164"/>
              <a:gd name="csY6788" fmla="*/ 746346 h 1114902"/>
              <a:gd name="csX6789" fmla="*/ 1173364 w 1728164"/>
              <a:gd name="csY6789" fmla="*/ 746842 h 1114902"/>
              <a:gd name="csX6790" fmla="*/ 1173542 w 1728164"/>
              <a:gd name="csY6790" fmla="*/ 747339 h 1114902"/>
              <a:gd name="csX6791" fmla="*/ 1173711 w 1728164"/>
              <a:gd name="csY6791" fmla="*/ 747834 h 1114902"/>
              <a:gd name="csX6792" fmla="*/ 1173889 w 1728164"/>
              <a:gd name="csY6792" fmla="*/ 748330 h 1114902"/>
              <a:gd name="csX6793" fmla="*/ 1174058 w 1728164"/>
              <a:gd name="csY6793" fmla="*/ 748824 h 1114902"/>
              <a:gd name="csX6794" fmla="*/ 1174236 w 1728164"/>
              <a:gd name="csY6794" fmla="*/ 749319 h 1114902"/>
              <a:gd name="csX6795" fmla="*/ 1174405 w 1728164"/>
              <a:gd name="csY6795" fmla="*/ 749813 h 1114902"/>
              <a:gd name="csX6796" fmla="*/ 1174574 w 1728164"/>
              <a:gd name="csY6796" fmla="*/ 750306 h 1114902"/>
              <a:gd name="csX6797" fmla="*/ 1174752 w 1728164"/>
              <a:gd name="csY6797" fmla="*/ 750800 h 1114902"/>
              <a:gd name="csX6798" fmla="*/ 1174921 w 1728164"/>
              <a:gd name="csY6798" fmla="*/ 751293 h 1114902"/>
              <a:gd name="csX6799" fmla="*/ 1175099 w 1728164"/>
              <a:gd name="csY6799" fmla="*/ 751786 h 1114902"/>
              <a:gd name="csX6800" fmla="*/ 1175268 w 1728164"/>
              <a:gd name="csY6800" fmla="*/ 752278 h 1114902"/>
              <a:gd name="csX6801" fmla="*/ 1175446 w 1728164"/>
              <a:gd name="csY6801" fmla="*/ 752770 h 1114902"/>
              <a:gd name="csX6802" fmla="*/ 1175615 w 1728164"/>
              <a:gd name="csY6802" fmla="*/ 753262 h 1114902"/>
              <a:gd name="csX6803" fmla="*/ 1175784 w 1728164"/>
              <a:gd name="csY6803" fmla="*/ 753753 h 1114902"/>
              <a:gd name="csX6804" fmla="*/ 1175962 w 1728164"/>
              <a:gd name="csY6804" fmla="*/ 754244 h 1114902"/>
              <a:gd name="csX6805" fmla="*/ 1176131 w 1728164"/>
              <a:gd name="csY6805" fmla="*/ 754734 h 1114902"/>
              <a:gd name="csX6806" fmla="*/ 1176309 w 1728164"/>
              <a:gd name="csY6806" fmla="*/ 755224 h 1114902"/>
              <a:gd name="csX6807" fmla="*/ 1176478 w 1728164"/>
              <a:gd name="csY6807" fmla="*/ 755714 h 1114902"/>
              <a:gd name="csX6808" fmla="*/ 1176656 w 1728164"/>
              <a:gd name="csY6808" fmla="*/ 756204 h 1114902"/>
              <a:gd name="csX6809" fmla="*/ 1176825 w 1728164"/>
              <a:gd name="csY6809" fmla="*/ 756692 h 1114902"/>
              <a:gd name="csX6810" fmla="*/ 1176994 w 1728164"/>
              <a:gd name="csY6810" fmla="*/ 757182 h 1114902"/>
              <a:gd name="csX6811" fmla="*/ 1177172 w 1728164"/>
              <a:gd name="csY6811" fmla="*/ 757670 h 1114902"/>
              <a:gd name="csX6812" fmla="*/ 1177341 w 1728164"/>
              <a:gd name="csY6812" fmla="*/ 758157 h 1114902"/>
              <a:gd name="csX6813" fmla="*/ 1177519 w 1728164"/>
              <a:gd name="csY6813" fmla="*/ 758645 h 1114902"/>
              <a:gd name="csX6814" fmla="*/ 1177688 w 1728164"/>
              <a:gd name="csY6814" fmla="*/ 759132 h 1114902"/>
              <a:gd name="csX6815" fmla="*/ 1177866 w 1728164"/>
              <a:gd name="csY6815" fmla="*/ 759619 h 1114902"/>
              <a:gd name="csX6816" fmla="*/ 1178035 w 1728164"/>
              <a:gd name="csY6816" fmla="*/ 760105 h 1114902"/>
              <a:gd name="csX6817" fmla="*/ 1178204 w 1728164"/>
              <a:gd name="csY6817" fmla="*/ 760592 h 1114902"/>
              <a:gd name="csX6818" fmla="*/ 1178382 w 1728164"/>
              <a:gd name="csY6818" fmla="*/ 761076 h 1114902"/>
              <a:gd name="csX6819" fmla="*/ 1178551 w 1728164"/>
              <a:gd name="csY6819" fmla="*/ 761562 h 1114902"/>
              <a:gd name="csX6820" fmla="*/ 1178729 w 1728164"/>
              <a:gd name="csY6820" fmla="*/ 762047 h 1114902"/>
              <a:gd name="csX6821" fmla="*/ 1178898 w 1728164"/>
              <a:gd name="csY6821" fmla="*/ 762532 h 1114902"/>
              <a:gd name="csX6822" fmla="*/ 1179076 w 1728164"/>
              <a:gd name="csY6822" fmla="*/ 763016 h 1114902"/>
              <a:gd name="csX6823" fmla="*/ 1179245 w 1728164"/>
              <a:gd name="csY6823" fmla="*/ 763499 h 1114902"/>
              <a:gd name="csX6824" fmla="*/ 1179414 w 1728164"/>
              <a:gd name="csY6824" fmla="*/ 763983 h 1114902"/>
              <a:gd name="csX6825" fmla="*/ 1179592 w 1728164"/>
              <a:gd name="csY6825" fmla="*/ 764466 h 1114902"/>
              <a:gd name="csX6826" fmla="*/ 1179761 w 1728164"/>
              <a:gd name="csY6826" fmla="*/ 764948 h 1114902"/>
              <a:gd name="csX6827" fmla="*/ 1179939 w 1728164"/>
              <a:gd name="csY6827" fmla="*/ 765430 h 1114902"/>
              <a:gd name="csX6828" fmla="*/ 1180108 w 1728164"/>
              <a:gd name="csY6828" fmla="*/ 765913 h 1114902"/>
              <a:gd name="csX6829" fmla="*/ 1180286 w 1728164"/>
              <a:gd name="csY6829" fmla="*/ 766394 h 1114902"/>
              <a:gd name="csX6830" fmla="*/ 1180455 w 1728164"/>
              <a:gd name="csY6830" fmla="*/ 766875 h 1114902"/>
              <a:gd name="csX6831" fmla="*/ 1180624 w 1728164"/>
              <a:gd name="csY6831" fmla="*/ 767356 h 1114902"/>
              <a:gd name="csX6832" fmla="*/ 1180802 w 1728164"/>
              <a:gd name="csY6832" fmla="*/ 767836 h 1114902"/>
              <a:gd name="csX6833" fmla="*/ 1180971 w 1728164"/>
              <a:gd name="csY6833" fmla="*/ 768316 h 1114902"/>
              <a:gd name="csX6834" fmla="*/ 1181149 w 1728164"/>
              <a:gd name="csY6834" fmla="*/ 768796 h 1114902"/>
              <a:gd name="csX6835" fmla="*/ 1181318 w 1728164"/>
              <a:gd name="csY6835" fmla="*/ 769274 h 1114902"/>
              <a:gd name="csX6836" fmla="*/ 1181496 w 1728164"/>
              <a:gd name="csY6836" fmla="*/ 769754 h 1114902"/>
              <a:gd name="csX6837" fmla="*/ 1181665 w 1728164"/>
              <a:gd name="csY6837" fmla="*/ 770232 h 1114902"/>
              <a:gd name="csX6838" fmla="*/ 1181834 w 1728164"/>
              <a:gd name="csY6838" fmla="*/ 770710 h 1114902"/>
              <a:gd name="csX6839" fmla="*/ 1182012 w 1728164"/>
              <a:gd name="csY6839" fmla="*/ 771188 h 1114902"/>
              <a:gd name="csX6840" fmla="*/ 1182181 w 1728164"/>
              <a:gd name="csY6840" fmla="*/ 771665 h 1114902"/>
              <a:gd name="csX6841" fmla="*/ 1182359 w 1728164"/>
              <a:gd name="csY6841" fmla="*/ 772142 h 1114902"/>
              <a:gd name="csX6842" fmla="*/ 1182528 w 1728164"/>
              <a:gd name="csY6842" fmla="*/ 772619 h 1114902"/>
              <a:gd name="csX6843" fmla="*/ 1182706 w 1728164"/>
              <a:gd name="csY6843" fmla="*/ 773095 h 1114902"/>
              <a:gd name="csX6844" fmla="*/ 1182875 w 1728164"/>
              <a:gd name="csY6844" fmla="*/ 773571 h 1114902"/>
              <a:gd name="csX6845" fmla="*/ 1183044 w 1728164"/>
              <a:gd name="csY6845" fmla="*/ 774046 h 1114902"/>
              <a:gd name="csX6846" fmla="*/ 1183222 w 1728164"/>
              <a:gd name="csY6846" fmla="*/ 774521 h 1114902"/>
              <a:gd name="csX6847" fmla="*/ 1183391 w 1728164"/>
              <a:gd name="csY6847" fmla="*/ 774996 h 1114902"/>
              <a:gd name="csX6848" fmla="*/ 1183569 w 1728164"/>
              <a:gd name="csY6848" fmla="*/ 775470 h 1114902"/>
              <a:gd name="csX6849" fmla="*/ 1183738 w 1728164"/>
              <a:gd name="csY6849" fmla="*/ 775943 h 1114902"/>
              <a:gd name="csX6850" fmla="*/ 1183916 w 1728164"/>
              <a:gd name="csY6850" fmla="*/ 776417 h 1114902"/>
              <a:gd name="csX6851" fmla="*/ 1184085 w 1728164"/>
              <a:gd name="csY6851" fmla="*/ 776890 h 1114902"/>
              <a:gd name="csX6852" fmla="*/ 1184254 w 1728164"/>
              <a:gd name="csY6852" fmla="*/ 777363 h 1114902"/>
              <a:gd name="csX6853" fmla="*/ 1184432 w 1728164"/>
              <a:gd name="csY6853" fmla="*/ 777836 h 1114902"/>
              <a:gd name="csX6854" fmla="*/ 1184601 w 1728164"/>
              <a:gd name="csY6854" fmla="*/ 778307 h 1114902"/>
              <a:gd name="csX6855" fmla="*/ 1184779 w 1728164"/>
              <a:gd name="csY6855" fmla="*/ 778779 h 1114902"/>
              <a:gd name="csX6856" fmla="*/ 1184948 w 1728164"/>
              <a:gd name="csY6856" fmla="*/ 779250 h 1114902"/>
              <a:gd name="csX6857" fmla="*/ 1185117 w 1728164"/>
              <a:gd name="csY6857" fmla="*/ 779721 h 1114902"/>
              <a:gd name="csX6858" fmla="*/ 1185295 w 1728164"/>
              <a:gd name="csY6858" fmla="*/ 780191 h 1114902"/>
              <a:gd name="csX6859" fmla="*/ 1185464 w 1728164"/>
              <a:gd name="csY6859" fmla="*/ 780661 h 1114902"/>
              <a:gd name="csX6860" fmla="*/ 1185642 w 1728164"/>
              <a:gd name="csY6860" fmla="*/ 781131 h 1114902"/>
              <a:gd name="csX6861" fmla="*/ 1185811 w 1728164"/>
              <a:gd name="csY6861" fmla="*/ 781600 h 1114902"/>
              <a:gd name="csX6862" fmla="*/ 1185989 w 1728164"/>
              <a:gd name="csY6862" fmla="*/ 782068 h 1114902"/>
              <a:gd name="csX6863" fmla="*/ 1186158 w 1728164"/>
              <a:gd name="csY6863" fmla="*/ 782537 h 1114902"/>
              <a:gd name="csX6864" fmla="*/ 1186327 w 1728164"/>
              <a:gd name="csY6864" fmla="*/ 783005 h 1114902"/>
              <a:gd name="csX6865" fmla="*/ 1186504 w 1728164"/>
              <a:gd name="csY6865" fmla="*/ 783473 h 1114902"/>
              <a:gd name="csX6866" fmla="*/ 1186673 w 1728164"/>
              <a:gd name="csY6866" fmla="*/ 783940 h 1114902"/>
              <a:gd name="csX6867" fmla="*/ 1186851 w 1728164"/>
              <a:gd name="csY6867" fmla="*/ 784407 h 1114902"/>
              <a:gd name="csX6868" fmla="*/ 1187020 w 1728164"/>
              <a:gd name="csY6868" fmla="*/ 784873 h 1114902"/>
              <a:gd name="csX6869" fmla="*/ 1187198 w 1728164"/>
              <a:gd name="csY6869" fmla="*/ 785340 h 1114902"/>
              <a:gd name="csX6870" fmla="*/ 1187367 w 1728164"/>
              <a:gd name="csY6870" fmla="*/ 785805 h 1114902"/>
              <a:gd name="csX6871" fmla="*/ 1187537 w 1728164"/>
              <a:gd name="csY6871" fmla="*/ 786271 h 1114902"/>
              <a:gd name="csX6872" fmla="*/ 1187714 w 1728164"/>
              <a:gd name="csY6872" fmla="*/ 786736 h 1114902"/>
              <a:gd name="csX6873" fmla="*/ 1187883 w 1728164"/>
              <a:gd name="csY6873" fmla="*/ 787200 h 1114902"/>
              <a:gd name="csX6874" fmla="*/ 1188061 w 1728164"/>
              <a:gd name="csY6874" fmla="*/ 787664 h 1114902"/>
              <a:gd name="csX6875" fmla="*/ 1188230 w 1728164"/>
              <a:gd name="csY6875" fmla="*/ 788129 h 1114902"/>
              <a:gd name="csX6876" fmla="*/ 1188408 w 1728164"/>
              <a:gd name="csY6876" fmla="*/ 788591 h 1114902"/>
              <a:gd name="csX6877" fmla="*/ 1188577 w 1728164"/>
              <a:gd name="csY6877" fmla="*/ 789055 h 1114902"/>
              <a:gd name="csX6878" fmla="*/ 1188746 w 1728164"/>
              <a:gd name="csY6878" fmla="*/ 789517 h 1114902"/>
              <a:gd name="csX6879" fmla="*/ 1188924 w 1728164"/>
              <a:gd name="csY6879" fmla="*/ 789979 h 1114902"/>
              <a:gd name="csX6880" fmla="*/ 1189093 w 1728164"/>
              <a:gd name="csY6880" fmla="*/ 790442 h 1114902"/>
              <a:gd name="csX6881" fmla="*/ 1189271 w 1728164"/>
              <a:gd name="csY6881" fmla="*/ 790903 h 1114902"/>
              <a:gd name="csX6882" fmla="*/ 1189440 w 1728164"/>
              <a:gd name="csY6882" fmla="*/ 791364 h 1114902"/>
              <a:gd name="csX6883" fmla="*/ 1189618 w 1728164"/>
              <a:gd name="csY6883" fmla="*/ 791824 h 1114902"/>
              <a:gd name="csX6884" fmla="*/ 1189787 w 1728164"/>
              <a:gd name="csY6884" fmla="*/ 792285 h 1114902"/>
              <a:gd name="csX6885" fmla="*/ 1189956 w 1728164"/>
              <a:gd name="csY6885" fmla="*/ 792745 h 1114902"/>
              <a:gd name="csX6886" fmla="*/ 1190134 w 1728164"/>
              <a:gd name="csY6886" fmla="*/ 793204 h 1114902"/>
              <a:gd name="csX6887" fmla="*/ 1190303 w 1728164"/>
              <a:gd name="csY6887" fmla="*/ 793663 h 1114902"/>
              <a:gd name="csX6888" fmla="*/ 1190481 w 1728164"/>
              <a:gd name="csY6888" fmla="*/ 794122 h 1114902"/>
              <a:gd name="csX6889" fmla="*/ 1190650 w 1728164"/>
              <a:gd name="csY6889" fmla="*/ 794580 h 1114902"/>
              <a:gd name="csX6890" fmla="*/ 1190828 w 1728164"/>
              <a:gd name="csY6890" fmla="*/ 795039 h 1114902"/>
              <a:gd name="csX6891" fmla="*/ 1190997 w 1728164"/>
              <a:gd name="csY6891" fmla="*/ 795496 h 1114902"/>
              <a:gd name="csX6892" fmla="*/ 1191166 w 1728164"/>
              <a:gd name="csY6892" fmla="*/ 795953 h 1114902"/>
              <a:gd name="csX6893" fmla="*/ 1191344 w 1728164"/>
              <a:gd name="csY6893" fmla="*/ 796410 h 1114902"/>
              <a:gd name="csX6894" fmla="*/ 1191513 w 1728164"/>
              <a:gd name="csY6894" fmla="*/ 796866 h 1114902"/>
              <a:gd name="csX6895" fmla="*/ 1191691 w 1728164"/>
              <a:gd name="csY6895" fmla="*/ 797322 h 1114902"/>
              <a:gd name="csX6896" fmla="*/ 1191860 w 1728164"/>
              <a:gd name="csY6896" fmla="*/ 797778 h 1114902"/>
              <a:gd name="csX6897" fmla="*/ 1192038 w 1728164"/>
              <a:gd name="csY6897" fmla="*/ 798233 h 1114902"/>
              <a:gd name="csX6898" fmla="*/ 1192207 w 1728164"/>
              <a:gd name="csY6898" fmla="*/ 798688 h 1114902"/>
              <a:gd name="csX6899" fmla="*/ 1192376 w 1728164"/>
              <a:gd name="csY6899" fmla="*/ 799142 h 1114902"/>
              <a:gd name="csX6900" fmla="*/ 1192554 w 1728164"/>
              <a:gd name="csY6900" fmla="*/ 799596 h 1114902"/>
              <a:gd name="csX6901" fmla="*/ 1192723 w 1728164"/>
              <a:gd name="csY6901" fmla="*/ 800050 h 1114902"/>
              <a:gd name="csX6902" fmla="*/ 1192901 w 1728164"/>
              <a:gd name="csY6902" fmla="*/ 800503 h 1114902"/>
              <a:gd name="csX6903" fmla="*/ 1193070 w 1728164"/>
              <a:gd name="csY6903" fmla="*/ 800956 h 1114902"/>
              <a:gd name="csX6904" fmla="*/ 1193248 w 1728164"/>
              <a:gd name="csY6904" fmla="*/ 801408 h 1114902"/>
              <a:gd name="csX6905" fmla="*/ 1193417 w 1728164"/>
              <a:gd name="csY6905" fmla="*/ 801860 h 1114902"/>
              <a:gd name="csX6906" fmla="*/ 1193586 w 1728164"/>
              <a:gd name="csY6906" fmla="*/ 802311 h 1114902"/>
              <a:gd name="csX6907" fmla="*/ 1193764 w 1728164"/>
              <a:gd name="csY6907" fmla="*/ 802763 h 1114902"/>
              <a:gd name="csX6908" fmla="*/ 1193933 w 1728164"/>
              <a:gd name="csY6908" fmla="*/ 803214 h 1114902"/>
              <a:gd name="csX6909" fmla="*/ 1194111 w 1728164"/>
              <a:gd name="csY6909" fmla="*/ 803665 h 1114902"/>
              <a:gd name="csX6910" fmla="*/ 1194280 w 1728164"/>
              <a:gd name="csY6910" fmla="*/ 804114 h 1114902"/>
              <a:gd name="csX6911" fmla="*/ 1194458 w 1728164"/>
              <a:gd name="csY6911" fmla="*/ 804564 h 1114902"/>
              <a:gd name="csX6912" fmla="*/ 1194627 w 1728164"/>
              <a:gd name="csY6912" fmla="*/ 805013 h 1114902"/>
              <a:gd name="csX6913" fmla="*/ 1194796 w 1728164"/>
              <a:gd name="csY6913" fmla="*/ 805462 h 1114902"/>
              <a:gd name="csX6914" fmla="*/ 1194974 w 1728164"/>
              <a:gd name="csY6914" fmla="*/ 805910 h 1114902"/>
              <a:gd name="csX6915" fmla="*/ 1195143 w 1728164"/>
              <a:gd name="csY6915" fmla="*/ 806358 h 1114902"/>
              <a:gd name="csX6916" fmla="*/ 1195321 w 1728164"/>
              <a:gd name="csY6916" fmla="*/ 806806 h 1114902"/>
              <a:gd name="csX6917" fmla="*/ 1195490 w 1728164"/>
              <a:gd name="csY6917" fmla="*/ 807253 h 1114902"/>
              <a:gd name="csX6918" fmla="*/ 1195668 w 1728164"/>
              <a:gd name="csY6918" fmla="*/ 807700 h 1114902"/>
              <a:gd name="csX6919" fmla="*/ 1195837 w 1728164"/>
              <a:gd name="csY6919" fmla="*/ 808147 h 1114902"/>
              <a:gd name="csX6920" fmla="*/ 1196006 w 1728164"/>
              <a:gd name="csY6920" fmla="*/ 808593 h 1114902"/>
              <a:gd name="csX6921" fmla="*/ 1196184 w 1728164"/>
              <a:gd name="csY6921" fmla="*/ 809039 h 1114902"/>
              <a:gd name="csX6922" fmla="*/ 1196353 w 1728164"/>
              <a:gd name="csY6922" fmla="*/ 809484 h 1114902"/>
              <a:gd name="csX6923" fmla="*/ 1196531 w 1728164"/>
              <a:gd name="csY6923" fmla="*/ 809929 h 1114902"/>
              <a:gd name="csX6924" fmla="*/ 1196700 w 1728164"/>
              <a:gd name="csY6924" fmla="*/ 810373 h 1114902"/>
              <a:gd name="csX6925" fmla="*/ 1196878 w 1728164"/>
              <a:gd name="csY6925" fmla="*/ 810817 h 1114902"/>
              <a:gd name="csX6926" fmla="*/ 1197047 w 1728164"/>
              <a:gd name="csY6926" fmla="*/ 811261 h 1114902"/>
              <a:gd name="csX6927" fmla="*/ 1197216 w 1728164"/>
              <a:gd name="csY6927" fmla="*/ 811704 h 1114902"/>
              <a:gd name="csX6928" fmla="*/ 1197394 w 1728164"/>
              <a:gd name="csY6928" fmla="*/ 812147 h 1114902"/>
              <a:gd name="csX6929" fmla="*/ 1197563 w 1728164"/>
              <a:gd name="csY6929" fmla="*/ 812589 h 1114902"/>
              <a:gd name="csX6930" fmla="*/ 1197741 w 1728164"/>
              <a:gd name="csY6930" fmla="*/ 813032 h 1114902"/>
              <a:gd name="csX6931" fmla="*/ 1197910 w 1728164"/>
              <a:gd name="csY6931" fmla="*/ 813474 h 1114902"/>
              <a:gd name="csX6932" fmla="*/ 1198088 w 1728164"/>
              <a:gd name="csY6932" fmla="*/ 813915 h 1114902"/>
              <a:gd name="csX6933" fmla="*/ 1198257 w 1728164"/>
              <a:gd name="csY6933" fmla="*/ 814354 h 1114902"/>
              <a:gd name="csX6934" fmla="*/ 1198426 w 1728164"/>
              <a:gd name="csY6934" fmla="*/ 814799 h 1114902"/>
              <a:gd name="csX6935" fmla="*/ 1198604 w 1728164"/>
              <a:gd name="csY6935" fmla="*/ 815234 h 1114902"/>
              <a:gd name="csX6936" fmla="*/ 1198773 w 1728164"/>
              <a:gd name="csY6936" fmla="*/ 815679 h 1114902"/>
              <a:gd name="csX6937" fmla="*/ 1198951 w 1728164"/>
              <a:gd name="csY6937" fmla="*/ 816115 h 1114902"/>
              <a:gd name="csX6938" fmla="*/ 1199120 w 1728164"/>
              <a:gd name="csY6938" fmla="*/ 816551 h 1114902"/>
              <a:gd name="csX6939" fmla="*/ 1199298 w 1728164"/>
              <a:gd name="csY6939" fmla="*/ 816996 h 1114902"/>
              <a:gd name="csX6940" fmla="*/ 1199467 w 1728164"/>
              <a:gd name="csY6940" fmla="*/ 817432 h 1114902"/>
              <a:gd name="csX6941" fmla="*/ 1199636 w 1728164"/>
              <a:gd name="csY6941" fmla="*/ 817868 h 1114902"/>
              <a:gd name="csX6942" fmla="*/ 1199814 w 1728164"/>
              <a:gd name="csY6942" fmla="*/ 818304 h 1114902"/>
              <a:gd name="csX6943" fmla="*/ 1199983 w 1728164"/>
              <a:gd name="csY6943" fmla="*/ 818740 h 1114902"/>
              <a:gd name="csX6944" fmla="*/ 1200161 w 1728164"/>
              <a:gd name="csY6944" fmla="*/ 819176 h 1114902"/>
              <a:gd name="csX6945" fmla="*/ 1200330 w 1728164"/>
              <a:gd name="csY6945" fmla="*/ 819611 h 1114902"/>
              <a:gd name="csX6946" fmla="*/ 1200507 w 1728164"/>
              <a:gd name="csY6946" fmla="*/ 820047 h 1114902"/>
              <a:gd name="csX6947" fmla="*/ 1200677 w 1728164"/>
              <a:gd name="csY6947" fmla="*/ 820483 h 1114902"/>
              <a:gd name="csX6948" fmla="*/ 1200846 w 1728164"/>
              <a:gd name="csY6948" fmla="*/ 820919 h 1114902"/>
              <a:gd name="csX6949" fmla="*/ 1201023 w 1728164"/>
              <a:gd name="csY6949" fmla="*/ 821355 h 1114902"/>
              <a:gd name="csX6950" fmla="*/ 1201193 w 1728164"/>
              <a:gd name="csY6950" fmla="*/ 821791 h 1114902"/>
              <a:gd name="csX6951" fmla="*/ 1201370 w 1728164"/>
              <a:gd name="csY6951" fmla="*/ 822227 h 1114902"/>
              <a:gd name="csX6952" fmla="*/ 1201540 w 1728164"/>
              <a:gd name="csY6952" fmla="*/ 822654 h 1114902"/>
              <a:gd name="csX6953" fmla="*/ 1201717 w 1728164"/>
              <a:gd name="csY6953" fmla="*/ 823090 h 1114902"/>
              <a:gd name="csX6954" fmla="*/ 1201886 w 1728164"/>
              <a:gd name="csY6954" fmla="*/ 823526 h 1114902"/>
              <a:gd name="csX6955" fmla="*/ 1202055 w 1728164"/>
              <a:gd name="csY6955" fmla="*/ 823953 h 1114902"/>
              <a:gd name="csX6956" fmla="*/ 1202233 w 1728164"/>
              <a:gd name="csY6956" fmla="*/ 824389 h 1114902"/>
              <a:gd name="csX6957" fmla="*/ 1202402 w 1728164"/>
              <a:gd name="csY6957" fmla="*/ 824816 h 1114902"/>
              <a:gd name="csX6958" fmla="*/ 1202580 w 1728164"/>
              <a:gd name="csY6958" fmla="*/ 825252 h 1114902"/>
              <a:gd name="csX6959" fmla="*/ 1202749 w 1728164"/>
              <a:gd name="csY6959" fmla="*/ 825679 h 1114902"/>
              <a:gd name="csX6960" fmla="*/ 1202927 w 1728164"/>
              <a:gd name="csY6960" fmla="*/ 826106 h 1114902"/>
              <a:gd name="csX6961" fmla="*/ 1203096 w 1728164"/>
              <a:gd name="csY6961" fmla="*/ 826542 h 1114902"/>
              <a:gd name="csX6962" fmla="*/ 1203265 w 1728164"/>
              <a:gd name="csY6962" fmla="*/ 826969 h 1114902"/>
              <a:gd name="csX6963" fmla="*/ 1203443 w 1728164"/>
              <a:gd name="csY6963" fmla="*/ 827396 h 1114902"/>
              <a:gd name="csX6964" fmla="*/ 1203612 w 1728164"/>
              <a:gd name="csY6964" fmla="*/ 827823 h 1114902"/>
              <a:gd name="csX6965" fmla="*/ 1203790 w 1728164"/>
              <a:gd name="csY6965" fmla="*/ 828250 h 1114902"/>
              <a:gd name="csX6966" fmla="*/ 1203959 w 1728164"/>
              <a:gd name="csY6966" fmla="*/ 828677 h 1114902"/>
              <a:gd name="csX6967" fmla="*/ 1204128 w 1728164"/>
              <a:gd name="csY6967" fmla="*/ 829104 h 1114902"/>
              <a:gd name="csX6968" fmla="*/ 1204306 w 1728164"/>
              <a:gd name="csY6968" fmla="*/ 829531 h 1114902"/>
              <a:gd name="csX6969" fmla="*/ 1204475 w 1728164"/>
              <a:gd name="csY6969" fmla="*/ 829958 h 1114902"/>
              <a:gd name="csX6970" fmla="*/ 1204653 w 1728164"/>
              <a:gd name="csY6970" fmla="*/ 830385 h 1114902"/>
              <a:gd name="csX6971" fmla="*/ 1204822 w 1728164"/>
              <a:gd name="csY6971" fmla="*/ 830812 h 1114902"/>
              <a:gd name="csX6972" fmla="*/ 1205000 w 1728164"/>
              <a:gd name="csY6972" fmla="*/ 831239 h 1114902"/>
              <a:gd name="csX6973" fmla="*/ 1205169 w 1728164"/>
              <a:gd name="csY6973" fmla="*/ 831666 h 1114902"/>
              <a:gd name="csX6974" fmla="*/ 1205338 w 1728164"/>
              <a:gd name="csY6974" fmla="*/ 832084 h 1114902"/>
              <a:gd name="csX6975" fmla="*/ 1205516 w 1728164"/>
              <a:gd name="csY6975" fmla="*/ 832511 h 1114902"/>
              <a:gd name="csX6976" fmla="*/ 1205685 w 1728164"/>
              <a:gd name="csY6976" fmla="*/ 832938 h 1114902"/>
              <a:gd name="csX6977" fmla="*/ 1205863 w 1728164"/>
              <a:gd name="csY6977" fmla="*/ 833356 h 1114902"/>
              <a:gd name="csX6978" fmla="*/ 1206032 w 1728164"/>
              <a:gd name="csY6978" fmla="*/ 833784 h 1114902"/>
              <a:gd name="csX6979" fmla="*/ 1206210 w 1728164"/>
              <a:gd name="csY6979" fmla="*/ 834202 h 1114902"/>
              <a:gd name="csX6980" fmla="*/ 1206379 w 1728164"/>
              <a:gd name="csY6980" fmla="*/ 834629 h 1114902"/>
              <a:gd name="csX6981" fmla="*/ 1206548 w 1728164"/>
              <a:gd name="csY6981" fmla="*/ 835047 h 1114902"/>
              <a:gd name="csX6982" fmla="*/ 1206726 w 1728164"/>
              <a:gd name="csY6982" fmla="*/ 835465 h 1114902"/>
              <a:gd name="csX6983" fmla="*/ 1206895 w 1728164"/>
              <a:gd name="csY6983" fmla="*/ 835892 h 1114902"/>
              <a:gd name="csX6984" fmla="*/ 1207073 w 1728164"/>
              <a:gd name="csY6984" fmla="*/ 836310 h 1114902"/>
              <a:gd name="csX6985" fmla="*/ 1207242 w 1728164"/>
              <a:gd name="csY6985" fmla="*/ 836728 h 1114902"/>
              <a:gd name="csX6986" fmla="*/ 1207420 w 1728164"/>
              <a:gd name="csY6986" fmla="*/ 837146 h 1114902"/>
              <a:gd name="csX6987" fmla="*/ 1207589 w 1728164"/>
              <a:gd name="csY6987" fmla="*/ 837565 h 1114902"/>
              <a:gd name="csX6988" fmla="*/ 1207758 w 1728164"/>
              <a:gd name="csY6988" fmla="*/ 837983 h 1114902"/>
              <a:gd name="csX6989" fmla="*/ 1207936 w 1728164"/>
              <a:gd name="csY6989" fmla="*/ 838401 h 1114902"/>
              <a:gd name="csX6990" fmla="*/ 1208105 w 1728164"/>
              <a:gd name="csY6990" fmla="*/ 838819 h 1114902"/>
              <a:gd name="csX6991" fmla="*/ 1208283 w 1728164"/>
              <a:gd name="csY6991" fmla="*/ 839237 h 1114902"/>
              <a:gd name="csX6992" fmla="*/ 1208452 w 1728164"/>
              <a:gd name="csY6992" fmla="*/ 839655 h 1114902"/>
              <a:gd name="csX6993" fmla="*/ 1208630 w 1728164"/>
              <a:gd name="csY6993" fmla="*/ 840073 h 1114902"/>
              <a:gd name="csX6994" fmla="*/ 1208799 w 1728164"/>
              <a:gd name="csY6994" fmla="*/ 840491 h 1114902"/>
              <a:gd name="csX6995" fmla="*/ 1208968 w 1728164"/>
              <a:gd name="csY6995" fmla="*/ 840910 h 1114902"/>
              <a:gd name="csX6996" fmla="*/ 1209146 w 1728164"/>
              <a:gd name="csY6996" fmla="*/ 841319 h 1114902"/>
              <a:gd name="csX6997" fmla="*/ 1209315 w 1728164"/>
              <a:gd name="csY6997" fmla="*/ 841737 h 1114902"/>
              <a:gd name="csX6998" fmla="*/ 1209493 w 1728164"/>
              <a:gd name="csY6998" fmla="*/ 842155 h 1114902"/>
              <a:gd name="csX6999" fmla="*/ 1209662 w 1728164"/>
              <a:gd name="csY6999" fmla="*/ 842564 h 1114902"/>
              <a:gd name="csX7000" fmla="*/ 1209840 w 1728164"/>
              <a:gd name="csY7000" fmla="*/ 842982 h 1114902"/>
              <a:gd name="csX7001" fmla="*/ 1210009 w 1728164"/>
              <a:gd name="csY7001" fmla="*/ 843392 h 1114902"/>
              <a:gd name="csX7002" fmla="*/ 1210178 w 1728164"/>
              <a:gd name="csY7002" fmla="*/ 843801 h 1114902"/>
              <a:gd name="csX7003" fmla="*/ 1210356 w 1728164"/>
              <a:gd name="csY7003" fmla="*/ 844219 h 1114902"/>
              <a:gd name="csX7004" fmla="*/ 1210525 w 1728164"/>
              <a:gd name="csY7004" fmla="*/ 844628 h 1114902"/>
              <a:gd name="csX7005" fmla="*/ 1210703 w 1728164"/>
              <a:gd name="csY7005" fmla="*/ 845046 h 1114902"/>
              <a:gd name="csX7006" fmla="*/ 1210872 w 1728164"/>
              <a:gd name="csY7006" fmla="*/ 845456 h 1114902"/>
              <a:gd name="csX7007" fmla="*/ 1211050 w 1728164"/>
              <a:gd name="csY7007" fmla="*/ 845865 h 1114902"/>
              <a:gd name="csX7008" fmla="*/ 1211219 w 1728164"/>
              <a:gd name="csY7008" fmla="*/ 846274 h 1114902"/>
              <a:gd name="csX7009" fmla="*/ 1211388 w 1728164"/>
              <a:gd name="csY7009" fmla="*/ 846683 h 1114902"/>
              <a:gd name="csX7010" fmla="*/ 1211566 w 1728164"/>
              <a:gd name="csY7010" fmla="*/ 847093 h 1114902"/>
              <a:gd name="csX7011" fmla="*/ 1211735 w 1728164"/>
              <a:gd name="csY7011" fmla="*/ 847502 h 1114902"/>
              <a:gd name="csX7012" fmla="*/ 1211913 w 1728164"/>
              <a:gd name="csY7012" fmla="*/ 847911 h 1114902"/>
              <a:gd name="csX7013" fmla="*/ 1212082 w 1728164"/>
              <a:gd name="csY7013" fmla="*/ 848320 h 1114902"/>
              <a:gd name="csX7014" fmla="*/ 1212260 w 1728164"/>
              <a:gd name="csY7014" fmla="*/ 848730 h 1114902"/>
              <a:gd name="csX7015" fmla="*/ 1212429 w 1728164"/>
              <a:gd name="csY7015" fmla="*/ 849139 h 1114902"/>
              <a:gd name="csX7016" fmla="*/ 1212598 w 1728164"/>
              <a:gd name="csY7016" fmla="*/ 849548 h 1114902"/>
              <a:gd name="csX7017" fmla="*/ 1212776 w 1728164"/>
              <a:gd name="csY7017" fmla="*/ 849948 h 1114902"/>
              <a:gd name="csX7018" fmla="*/ 1212945 w 1728164"/>
              <a:gd name="csY7018" fmla="*/ 850358 h 1114902"/>
              <a:gd name="csX7019" fmla="*/ 1213123 w 1728164"/>
              <a:gd name="csY7019" fmla="*/ 850767 h 1114902"/>
              <a:gd name="csX7020" fmla="*/ 1213292 w 1728164"/>
              <a:gd name="csY7020" fmla="*/ 851167 h 1114902"/>
              <a:gd name="csX7021" fmla="*/ 1213470 w 1728164"/>
              <a:gd name="csY7021" fmla="*/ 851576 h 1114902"/>
              <a:gd name="csX7022" fmla="*/ 1213639 w 1728164"/>
              <a:gd name="csY7022" fmla="*/ 851977 h 1114902"/>
              <a:gd name="csX7023" fmla="*/ 1213808 w 1728164"/>
              <a:gd name="csY7023" fmla="*/ 852386 h 1114902"/>
              <a:gd name="csX7024" fmla="*/ 1213986 w 1728164"/>
              <a:gd name="csY7024" fmla="*/ 852786 h 1114902"/>
              <a:gd name="csX7025" fmla="*/ 1214155 w 1728164"/>
              <a:gd name="csY7025" fmla="*/ 853196 h 1114902"/>
              <a:gd name="csX7026" fmla="*/ 1214333 w 1728164"/>
              <a:gd name="csY7026" fmla="*/ 853596 h 1114902"/>
              <a:gd name="csX7027" fmla="*/ 1214502 w 1728164"/>
              <a:gd name="csY7027" fmla="*/ 853996 h 1114902"/>
              <a:gd name="csX7028" fmla="*/ 1214680 w 1728164"/>
              <a:gd name="csY7028" fmla="*/ 854405 h 1114902"/>
              <a:gd name="csX7029" fmla="*/ 1214849 w 1728164"/>
              <a:gd name="csY7029" fmla="*/ 854806 h 1114902"/>
              <a:gd name="csX7030" fmla="*/ 1215018 w 1728164"/>
              <a:gd name="csY7030" fmla="*/ 855206 h 1114902"/>
              <a:gd name="csX7031" fmla="*/ 1215196 w 1728164"/>
              <a:gd name="csY7031" fmla="*/ 855606 h 1114902"/>
              <a:gd name="csX7032" fmla="*/ 1215365 w 1728164"/>
              <a:gd name="csY7032" fmla="*/ 856007 h 1114902"/>
              <a:gd name="csX7033" fmla="*/ 1215543 w 1728164"/>
              <a:gd name="csY7033" fmla="*/ 856407 h 1114902"/>
              <a:gd name="csX7034" fmla="*/ 1215711 w 1728164"/>
              <a:gd name="csY7034" fmla="*/ 856808 h 1114902"/>
              <a:gd name="csX7035" fmla="*/ 1215889 w 1728164"/>
              <a:gd name="csY7035" fmla="*/ 857208 h 1114902"/>
              <a:gd name="csX7036" fmla="*/ 1216058 w 1728164"/>
              <a:gd name="csY7036" fmla="*/ 857608 h 1114902"/>
              <a:gd name="csX7037" fmla="*/ 1216228 w 1728164"/>
              <a:gd name="csY7037" fmla="*/ 858009 h 1114902"/>
              <a:gd name="csX7038" fmla="*/ 1216405 w 1728164"/>
              <a:gd name="csY7038" fmla="*/ 858400 h 1114902"/>
              <a:gd name="csX7039" fmla="*/ 1216575 w 1728164"/>
              <a:gd name="csY7039" fmla="*/ 858800 h 1114902"/>
              <a:gd name="csX7040" fmla="*/ 1216752 w 1728164"/>
              <a:gd name="csY7040" fmla="*/ 859201 h 1114902"/>
              <a:gd name="csX7041" fmla="*/ 1216921 w 1728164"/>
              <a:gd name="csY7041" fmla="*/ 859601 h 1114902"/>
              <a:gd name="csX7042" fmla="*/ 1217099 w 1728164"/>
              <a:gd name="csY7042" fmla="*/ 859992 h 1114902"/>
              <a:gd name="csX7043" fmla="*/ 1217268 w 1728164"/>
              <a:gd name="csY7043" fmla="*/ 860393 h 1114902"/>
              <a:gd name="csX7044" fmla="*/ 1217437 w 1728164"/>
              <a:gd name="csY7044" fmla="*/ 860784 h 1114902"/>
              <a:gd name="csX7045" fmla="*/ 1217615 w 1728164"/>
              <a:gd name="csY7045" fmla="*/ 861185 h 1114902"/>
              <a:gd name="csX7046" fmla="*/ 1217784 w 1728164"/>
              <a:gd name="csY7046" fmla="*/ 861576 h 1114902"/>
              <a:gd name="csX7047" fmla="*/ 1217962 w 1728164"/>
              <a:gd name="csY7047" fmla="*/ 861967 h 1114902"/>
              <a:gd name="csX7048" fmla="*/ 1218131 w 1728164"/>
              <a:gd name="csY7048" fmla="*/ 862368 h 1114902"/>
              <a:gd name="csX7049" fmla="*/ 1218309 w 1728164"/>
              <a:gd name="csY7049" fmla="*/ 862759 h 1114902"/>
              <a:gd name="csX7050" fmla="*/ 1218478 w 1728164"/>
              <a:gd name="csY7050" fmla="*/ 863151 h 1114902"/>
              <a:gd name="csX7051" fmla="*/ 1218647 w 1728164"/>
              <a:gd name="csY7051" fmla="*/ 863542 h 1114902"/>
              <a:gd name="csX7052" fmla="*/ 1218825 w 1728164"/>
              <a:gd name="csY7052" fmla="*/ 863942 h 1114902"/>
              <a:gd name="csX7053" fmla="*/ 1218994 w 1728164"/>
              <a:gd name="csY7053" fmla="*/ 864334 h 1114902"/>
              <a:gd name="csX7054" fmla="*/ 1219172 w 1728164"/>
              <a:gd name="csY7054" fmla="*/ 864725 h 1114902"/>
              <a:gd name="csX7055" fmla="*/ 1219341 w 1728164"/>
              <a:gd name="csY7055" fmla="*/ 865117 h 1114902"/>
              <a:gd name="csX7056" fmla="*/ 1219519 w 1728164"/>
              <a:gd name="csY7056" fmla="*/ 865508 h 1114902"/>
              <a:gd name="csX7057" fmla="*/ 1219688 w 1728164"/>
              <a:gd name="csY7057" fmla="*/ 865900 h 1114902"/>
              <a:gd name="csX7058" fmla="*/ 1219857 w 1728164"/>
              <a:gd name="csY7058" fmla="*/ 866282 h 1114902"/>
              <a:gd name="csX7059" fmla="*/ 1220035 w 1728164"/>
              <a:gd name="csY7059" fmla="*/ 866674 h 1114902"/>
              <a:gd name="csX7060" fmla="*/ 1220204 w 1728164"/>
              <a:gd name="csY7060" fmla="*/ 867065 h 1114902"/>
              <a:gd name="csX7061" fmla="*/ 1220382 w 1728164"/>
              <a:gd name="csY7061" fmla="*/ 867457 h 1114902"/>
              <a:gd name="csX7062" fmla="*/ 1220551 w 1728164"/>
              <a:gd name="csY7062" fmla="*/ 867839 h 1114902"/>
              <a:gd name="csX7063" fmla="*/ 1220729 w 1728164"/>
              <a:gd name="csY7063" fmla="*/ 868231 h 1114902"/>
              <a:gd name="csX7064" fmla="*/ 1220898 w 1728164"/>
              <a:gd name="csY7064" fmla="*/ 868622 h 1114902"/>
              <a:gd name="csX7065" fmla="*/ 1221067 w 1728164"/>
              <a:gd name="csY7065" fmla="*/ 869005 h 1114902"/>
              <a:gd name="csX7066" fmla="*/ 1221245 w 1728164"/>
              <a:gd name="csY7066" fmla="*/ 869396 h 1114902"/>
              <a:gd name="csX7067" fmla="*/ 1221414 w 1728164"/>
              <a:gd name="csY7067" fmla="*/ 869779 h 1114902"/>
              <a:gd name="csX7068" fmla="*/ 1221592 w 1728164"/>
              <a:gd name="csY7068" fmla="*/ 870170 h 1114902"/>
              <a:gd name="csX7069" fmla="*/ 1221761 w 1728164"/>
              <a:gd name="csY7069" fmla="*/ 870553 h 1114902"/>
              <a:gd name="csX7070" fmla="*/ 1221939 w 1728164"/>
              <a:gd name="csY7070" fmla="*/ 870935 h 1114902"/>
              <a:gd name="csX7071" fmla="*/ 1222108 w 1728164"/>
              <a:gd name="csY7071" fmla="*/ 871327 h 1114902"/>
              <a:gd name="csX7072" fmla="*/ 1222277 w 1728164"/>
              <a:gd name="csY7072" fmla="*/ 871709 h 1114902"/>
              <a:gd name="csX7073" fmla="*/ 1222455 w 1728164"/>
              <a:gd name="csY7073" fmla="*/ 872092 h 1114902"/>
              <a:gd name="csX7074" fmla="*/ 1222624 w 1728164"/>
              <a:gd name="csY7074" fmla="*/ 872474 h 1114902"/>
              <a:gd name="csX7075" fmla="*/ 1222802 w 1728164"/>
              <a:gd name="csY7075" fmla="*/ 872857 h 1114902"/>
              <a:gd name="csX7076" fmla="*/ 1222971 w 1728164"/>
              <a:gd name="csY7076" fmla="*/ 873239 h 1114902"/>
              <a:gd name="csX7077" fmla="*/ 1223140 w 1728164"/>
              <a:gd name="csY7077" fmla="*/ 873622 h 1114902"/>
              <a:gd name="csX7078" fmla="*/ 1223318 w 1728164"/>
              <a:gd name="csY7078" fmla="*/ 874004 h 1114902"/>
              <a:gd name="csX7079" fmla="*/ 1223487 w 1728164"/>
              <a:gd name="csY7079" fmla="*/ 874387 h 1114902"/>
              <a:gd name="csX7080" fmla="*/ 1223665 w 1728164"/>
              <a:gd name="csY7080" fmla="*/ 874769 h 1114902"/>
              <a:gd name="csX7081" fmla="*/ 1223834 w 1728164"/>
              <a:gd name="csY7081" fmla="*/ 875152 h 1114902"/>
              <a:gd name="csX7082" fmla="*/ 1224012 w 1728164"/>
              <a:gd name="csY7082" fmla="*/ 875526 h 1114902"/>
              <a:gd name="csX7083" fmla="*/ 1224181 w 1728164"/>
              <a:gd name="csY7083" fmla="*/ 875908 h 1114902"/>
              <a:gd name="csX7084" fmla="*/ 1224350 w 1728164"/>
              <a:gd name="csY7084" fmla="*/ 876291 h 1114902"/>
              <a:gd name="csX7085" fmla="*/ 1224528 w 1728164"/>
              <a:gd name="csY7085" fmla="*/ 876664 h 1114902"/>
              <a:gd name="csX7086" fmla="*/ 1224697 w 1728164"/>
              <a:gd name="csY7086" fmla="*/ 877047 h 1114902"/>
              <a:gd name="csX7087" fmla="*/ 1224875 w 1728164"/>
              <a:gd name="csY7087" fmla="*/ 877429 h 1114902"/>
              <a:gd name="csX7088" fmla="*/ 1225044 w 1728164"/>
              <a:gd name="csY7088" fmla="*/ 877803 h 1114902"/>
              <a:gd name="csX7089" fmla="*/ 1225222 w 1728164"/>
              <a:gd name="csY7089" fmla="*/ 878186 h 1114902"/>
              <a:gd name="csX7090" fmla="*/ 1225391 w 1728164"/>
              <a:gd name="csY7090" fmla="*/ 878559 h 1114902"/>
              <a:gd name="csX7091" fmla="*/ 1225560 w 1728164"/>
              <a:gd name="csY7091" fmla="*/ 878933 h 1114902"/>
              <a:gd name="csX7092" fmla="*/ 1225738 w 1728164"/>
              <a:gd name="csY7092" fmla="*/ 879316 h 1114902"/>
              <a:gd name="csX7093" fmla="*/ 1225907 w 1728164"/>
              <a:gd name="csY7093" fmla="*/ 879689 h 1114902"/>
              <a:gd name="csX7094" fmla="*/ 1226085 w 1728164"/>
              <a:gd name="csY7094" fmla="*/ 880063 h 1114902"/>
              <a:gd name="csX7095" fmla="*/ 1226254 w 1728164"/>
              <a:gd name="csY7095" fmla="*/ 880436 h 1114902"/>
              <a:gd name="csX7096" fmla="*/ 1226432 w 1728164"/>
              <a:gd name="csY7096" fmla="*/ 880810 h 1114902"/>
              <a:gd name="csX7097" fmla="*/ 1226601 w 1728164"/>
              <a:gd name="csY7097" fmla="*/ 881184 h 1114902"/>
              <a:gd name="csX7098" fmla="*/ 1226770 w 1728164"/>
              <a:gd name="csY7098" fmla="*/ 881557 h 1114902"/>
              <a:gd name="csX7099" fmla="*/ 1226948 w 1728164"/>
              <a:gd name="csY7099" fmla="*/ 881931 h 1114902"/>
              <a:gd name="csX7100" fmla="*/ 1227117 w 1728164"/>
              <a:gd name="csY7100" fmla="*/ 882305 h 1114902"/>
              <a:gd name="csX7101" fmla="*/ 1227295 w 1728164"/>
              <a:gd name="csY7101" fmla="*/ 882678 h 1114902"/>
              <a:gd name="csX7102" fmla="*/ 1227464 w 1728164"/>
              <a:gd name="csY7102" fmla="*/ 883052 h 1114902"/>
              <a:gd name="csX7103" fmla="*/ 1227642 w 1728164"/>
              <a:gd name="csY7103" fmla="*/ 883426 h 1114902"/>
              <a:gd name="csX7104" fmla="*/ 1227811 w 1728164"/>
              <a:gd name="csY7104" fmla="*/ 883799 h 1114902"/>
              <a:gd name="csX7105" fmla="*/ 1227980 w 1728164"/>
              <a:gd name="csY7105" fmla="*/ 884164 h 1114902"/>
              <a:gd name="csX7106" fmla="*/ 1228158 w 1728164"/>
              <a:gd name="csY7106" fmla="*/ 884538 h 1114902"/>
              <a:gd name="csX7107" fmla="*/ 1228327 w 1728164"/>
              <a:gd name="csY7107" fmla="*/ 884911 h 1114902"/>
              <a:gd name="csX7108" fmla="*/ 1228505 w 1728164"/>
              <a:gd name="csY7108" fmla="*/ 885276 h 1114902"/>
              <a:gd name="csX7109" fmla="*/ 1228674 w 1728164"/>
              <a:gd name="csY7109" fmla="*/ 885650 h 1114902"/>
              <a:gd name="csX7110" fmla="*/ 1228852 w 1728164"/>
              <a:gd name="csY7110" fmla="*/ 886015 h 1114902"/>
              <a:gd name="csX7111" fmla="*/ 1229021 w 1728164"/>
              <a:gd name="csY7111" fmla="*/ 886388 h 1114902"/>
              <a:gd name="csX7112" fmla="*/ 1229190 w 1728164"/>
              <a:gd name="csY7112" fmla="*/ 886753 h 1114902"/>
              <a:gd name="csX7113" fmla="*/ 1229368 w 1728164"/>
              <a:gd name="csY7113" fmla="*/ 887118 h 1114902"/>
              <a:gd name="csX7114" fmla="*/ 1229537 w 1728164"/>
              <a:gd name="csY7114" fmla="*/ 887491 h 1114902"/>
              <a:gd name="csX7115" fmla="*/ 1229714 w 1728164"/>
              <a:gd name="csY7115" fmla="*/ 887856 h 1114902"/>
              <a:gd name="csX7116" fmla="*/ 1229884 w 1728164"/>
              <a:gd name="csY7116" fmla="*/ 888221 h 1114902"/>
              <a:gd name="csX7117" fmla="*/ 1230061 w 1728164"/>
              <a:gd name="csY7117" fmla="*/ 888586 h 1114902"/>
              <a:gd name="csX7118" fmla="*/ 1230231 w 1728164"/>
              <a:gd name="csY7118" fmla="*/ 888950 h 1114902"/>
              <a:gd name="csX7119" fmla="*/ 1230400 w 1728164"/>
              <a:gd name="csY7119" fmla="*/ 889324 h 1114902"/>
              <a:gd name="csX7120" fmla="*/ 1230578 w 1728164"/>
              <a:gd name="csY7120" fmla="*/ 889689 h 1114902"/>
              <a:gd name="csX7121" fmla="*/ 1230747 w 1728164"/>
              <a:gd name="csY7121" fmla="*/ 890054 h 1114902"/>
              <a:gd name="csX7122" fmla="*/ 1230925 w 1728164"/>
              <a:gd name="csY7122" fmla="*/ 890409 h 1114902"/>
              <a:gd name="csX7123" fmla="*/ 1231093 w 1728164"/>
              <a:gd name="csY7123" fmla="*/ 890774 h 1114902"/>
              <a:gd name="csX7124" fmla="*/ 1231271 w 1728164"/>
              <a:gd name="csY7124" fmla="*/ 891139 h 1114902"/>
              <a:gd name="csX7125" fmla="*/ 1231440 w 1728164"/>
              <a:gd name="csY7125" fmla="*/ 891504 h 1114902"/>
              <a:gd name="csX7126" fmla="*/ 1231609 w 1728164"/>
              <a:gd name="csY7126" fmla="*/ 891868 h 1114902"/>
              <a:gd name="csX7127" fmla="*/ 1231787 w 1728164"/>
              <a:gd name="csY7127" fmla="*/ 892224 h 1114902"/>
              <a:gd name="csX7128" fmla="*/ 1231956 w 1728164"/>
              <a:gd name="csY7128" fmla="*/ 892589 h 1114902"/>
              <a:gd name="csX7129" fmla="*/ 1232134 w 1728164"/>
              <a:gd name="csY7129" fmla="*/ 892954 h 1114902"/>
              <a:gd name="csX7130" fmla="*/ 1232303 w 1728164"/>
              <a:gd name="csY7130" fmla="*/ 893310 h 1114902"/>
              <a:gd name="csX7131" fmla="*/ 1232481 w 1728164"/>
              <a:gd name="csY7131" fmla="*/ 893674 h 1114902"/>
              <a:gd name="csX7132" fmla="*/ 1232650 w 1728164"/>
              <a:gd name="csY7132" fmla="*/ 894030 h 1114902"/>
              <a:gd name="csX7133" fmla="*/ 1232819 w 1728164"/>
              <a:gd name="csY7133" fmla="*/ 894395 h 1114902"/>
              <a:gd name="csX7134" fmla="*/ 1232997 w 1728164"/>
              <a:gd name="csY7134" fmla="*/ 894751 h 1114902"/>
              <a:gd name="csX7135" fmla="*/ 1233166 w 1728164"/>
              <a:gd name="csY7135" fmla="*/ 895107 h 1114902"/>
              <a:gd name="csX7136" fmla="*/ 1233344 w 1728164"/>
              <a:gd name="csY7136" fmla="*/ 895472 h 1114902"/>
              <a:gd name="csX7137" fmla="*/ 1233513 w 1728164"/>
              <a:gd name="csY7137" fmla="*/ 895827 h 1114902"/>
              <a:gd name="csX7138" fmla="*/ 1233691 w 1728164"/>
              <a:gd name="csY7138" fmla="*/ 896183 h 1114902"/>
              <a:gd name="csX7139" fmla="*/ 1233860 w 1728164"/>
              <a:gd name="csY7139" fmla="*/ 896539 h 1114902"/>
              <a:gd name="csX7140" fmla="*/ 1234029 w 1728164"/>
              <a:gd name="csY7140" fmla="*/ 896904 h 1114902"/>
              <a:gd name="csX7141" fmla="*/ 1234207 w 1728164"/>
              <a:gd name="csY7141" fmla="*/ 897260 h 1114902"/>
              <a:gd name="csX7142" fmla="*/ 1234376 w 1728164"/>
              <a:gd name="csY7142" fmla="*/ 897616 h 1114902"/>
              <a:gd name="csX7143" fmla="*/ 1234554 w 1728164"/>
              <a:gd name="csY7143" fmla="*/ 897971 h 1114902"/>
              <a:gd name="csX7144" fmla="*/ 1234723 w 1728164"/>
              <a:gd name="csY7144" fmla="*/ 898327 h 1114902"/>
              <a:gd name="csX7145" fmla="*/ 1234901 w 1728164"/>
              <a:gd name="csY7145" fmla="*/ 898674 h 1114902"/>
              <a:gd name="csX7146" fmla="*/ 1235070 w 1728164"/>
              <a:gd name="csY7146" fmla="*/ 899030 h 1114902"/>
              <a:gd name="csX7147" fmla="*/ 1235239 w 1728164"/>
              <a:gd name="csY7147" fmla="*/ 899386 h 1114902"/>
              <a:gd name="csX7148" fmla="*/ 1235417 w 1728164"/>
              <a:gd name="csY7148" fmla="*/ 899742 h 1114902"/>
              <a:gd name="csX7149" fmla="*/ 1235586 w 1728164"/>
              <a:gd name="csY7149" fmla="*/ 900089 h 1114902"/>
              <a:gd name="csX7150" fmla="*/ 1235764 w 1728164"/>
              <a:gd name="csY7150" fmla="*/ 900445 h 1114902"/>
              <a:gd name="csX7151" fmla="*/ 1235933 w 1728164"/>
              <a:gd name="csY7151" fmla="*/ 900800 h 1114902"/>
              <a:gd name="csX7152" fmla="*/ 1236111 w 1728164"/>
              <a:gd name="csY7152" fmla="*/ 901147 h 1114902"/>
              <a:gd name="csX7153" fmla="*/ 1236280 w 1728164"/>
              <a:gd name="csY7153" fmla="*/ 901503 h 1114902"/>
              <a:gd name="csX7154" fmla="*/ 1236449 w 1728164"/>
              <a:gd name="csY7154" fmla="*/ 901850 h 1114902"/>
              <a:gd name="csX7155" fmla="*/ 1236627 w 1728164"/>
              <a:gd name="csY7155" fmla="*/ 902206 h 1114902"/>
              <a:gd name="csX7156" fmla="*/ 1236796 w 1728164"/>
              <a:gd name="csY7156" fmla="*/ 902553 h 1114902"/>
              <a:gd name="csX7157" fmla="*/ 1236974 w 1728164"/>
              <a:gd name="csY7157" fmla="*/ 902900 h 1114902"/>
              <a:gd name="csX7158" fmla="*/ 1237143 w 1728164"/>
              <a:gd name="csY7158" fmla="*/ 903256 h 1114902"/>
              <a:gd name="csX7159" fmla="*/ 1237321 w 1728164"/>
              <a:gd name="csY7159" fmla="*/ 903603 h 1114902"/>
              <a:gd name="csX7160" fmla="*/ 1237490 w 1728164"/>
              <a:gd name="csY7160" fmla="*/ 903950 h 1114902"/>
              <a:gd name="csX7161" fmla="*/ 1237659 w 1728164"/>
              <a:gd name="csY7161" fmla="*/ 904297 h 1114902"/>
              <a:gd name="csX7162" fmla="*/ 1237837 w 1728164"/>
              <a:gd name="csY7162" fmla="*/ 904653 h 1114902"/>
              <a:gd name="csX7163" fmla="*/ 1238006 w 1728164"/>
              <a:gd name="csY7163" fmla="*/ 905000 h 1114902"/>
              <a:gd name="csX7164" fmla="*/ 1238184 w 1728164"/>
              <a:gd name="csY7164" fmla="*/ 905347 h 1114902"/>
              <a:gd name="csX7165" fmla="*/ 1238353 w 1728164"/>
              <a:gd name="csY7165" fmla="*/ 905694 h 1114902"/>
              <a:gd name="csX7166" fmla="*/ 1238531 w 1728164"/>
              <a:gd name="csY7166" fmla="*/ 906040 h 1114902"/>
              <a:gd name="csX7167" fmla="*/ 1238700 w 1728164"/>
              <a:gd name="csY7167" fmla="*/ 906379 h 1114902"/>
              <a:gd name="csX7168" fmla="*/ 1238869 w 1728164"/>
              <a:gd name="csY7168" fmla="*/ 906726 h 1114902"/>
              <a:gd name="csX7169" fmla="*/ 1239047 w 1728164"/>
              <a:gd name="csY7169" fmla="*/ 907073 h 1114902"/>
              <a:gd name="csX7170" fmla="*/ 1239216 w 1728164"/>
              <a:gd name="csY7170" fmla="*/ 907419 h 1114902"/>
              <a:gd name="csX7171" fmla="*/ 1239394 w 1728164"/>
              <a:gd name="csY7171" fmla="*/ 907766 h 1114902"/>
              <a:gd name="csX7172" fmla="*/ 1239563 w 1728164"/>
              <a:gd name="csY7172" fmla="*/ 908104 h 1114902"/>
              <a:gd name="csX7173" fmla="*/ 1239741 w 1728164"/>
              <a:gd name="csY7173" fmla="*/ 908451 h 1114902"/>
              <a:gd name="csX7174" fmla="*/ 1239910 w 1728164"/>
              <a:gd name="csY7174" fmla="*/ 908789 h 1114902"/>
              <a:gd name="csX7175" fmla="*/ 1240079 w 1728164"/>
              <a:gd name="csY7175" fmla="*/ 909136 h 1114902"/>
              <a:gd name="csX7176" fmla="*/ 1240257 w 1728164"/>
              <a:gd name="csY7176" fmla="*/ 909475 h 1114902"/>
              <a:gd name="csX7177" fmla="*/ 1240426 w 1728164"/>
              <a:gd name="csY7177" fmla="*/ 909821 h 1114902"/>
              <a:gd name="csX7178" fmla="*/ 1240604 w 1728164"/>
              <a:gd name="csY7178" fmla="*/ 910160 h 1114902"/>
              <a:gd name="csX7179" fmla="*/ 1240773 w 1728164"/>
              <a:gd name="csY7179" fmla="*/ 910507 h 1114902"/>
              <a:gd name="csX7180" fmla="*/ 1240951 w 1728164"/>
              <a:gd name="csY7180" fmla="*/ 910845 h 1114902"/>
              <a:gd name="csX7181" fmla="*/ 1241120 w 1728164"/>
              <a:gd name="csY7181" fmla="*/ 911183 h 1114902"/>
              <a:gd name="csX7182" fmla="*/ 1241289 w 1728164"/>
              <a:gd name="csY7182" fmla="*/ 911521 h 1114902"/>
              <a:gd name="csX7183" fmla="*/ 1241467 w 1728164"/>
              <a:gd name="csY7183" fmla="*/ 911868 h 1114902"/>
              <a:gd name="csX7184" fmla="*/ 1241636 w 1728164"/>
              <a:gd name="csY7184" fmla="*/ 912206 h 1114902"/>
              <a:gd name="csX7185" fmla="*/ 1241814 w 1728164"/>
              <a:gd name="csY7185" fmla="*/ 912544 h 1114902"/>
              <a:gd name="csX7186" fmla="*/ 1241983 w 1728164"/>
              <a:gd name="csY7186" fmla="*/ 912882 h 1114902"/>
              <a:gd name="csX7187" fmla="*/ 1242152 w 1728164"/>
              <a:gd name="csY7187" fmla="*/ 913220 h 1114902"/>
              <a:gd name="csX7188" fmla="*/ 1242330 w 1728164"/>
              <a:gd name="csY7188" fmla="*/ 913558 h 1114902"/>
              <a:gd name="csX7189" fmla="*/ 1242499 w 1728164"/>
              <a:gd name="csY7189" fmla="*/ 913896 h 1114902"/>
              <a:gd name="csX7190" fmla="*/ 1242677 w 1728164"/>
              <a:gd name="csY7190" fmla="*/ 914225 h 1114902"/>
              <a:gd name="csX7191" fmla="*/ 1242846 w 1728164"/>
              <a:gd name="csY7191" fmla="*/ 914563 h 1114902"/>
              <a:gd name="csX7192" fmla="*/ 1243024 w 1728164"/>
              <a:gd name="csY7192" fmla="*/ 914901 h 1114902"/>
              <a:gd name="csX7193" fmla="*/ 1243193 w 1728164"/>
              <a:gd name="csY7193" fmla="*/ 915239 h 1114902"/>
              <a:gd name="csX7194" fmla="*/ 1243362 w 1728164"/>
              <a:gd name="csY7194" fmla="*/ 915569 h 1114902"/>
              <a:gd name="csX7195" fmla="*/ 1243540 w 1728164"/>
              <a:gd name="csY7195" fmla="*/ 915907 h 1114902"/>
              <a:gd name="csX7196" fmla="*/ 1243709 w 1728164"/>
              <a:gd name="csY7196" fmla="*/ 916245 h 1114902"/>
              <a:gd name="csX7197" fmla="*/ 1243887 w 1728164"/>
              <a:gd name="csY7197" fmla="*/ 916574 h 1114902"/>
              <a:gd name="csX7198" fmla="*/ 1244056 w 1728164"/>
              <a:gd name="csY7198" fmla="*/ 916912 h 1114902"/>
              <a:gd name="csX7199" fmla="*/ 1244234 w 1728164"/>
              <a:gd name="csY7199" fmla="*/ 917241 h 1114902"/>
              <a:gd name="csX7200" fmla="*/ 1244403 w 1728164"/>
              <a:gd name="csY7200" fmla="*/ 917570 h 1114902"/>
              <a:gd name="csX7201" fmla="*/ 1244572 w 1728164"/>
              <a:gd name="csY7201" fmla="*/ 917908 h 1114902"/>
              <a:gd name="csX7202" fmla="*/ 1244750 w 1728164"/>
              <a:gd name="csY7202" fmla="*/ 918237 h 1114902"/>
              <a:gd name="csX7203" fmla="*/ 1244919 w 1728164"/>
              <a:gd name="csY7203" fmla="*/ 918567 h 1114902"/>
              <a:gd name="csX7204" fmla="*/ 1245096 w 1728164"/>
              <a:gd name="csY7204" fmla="*/ 918905 h 1114902"/>
              <a:gd name="csX7205" fmla="*/ 1245266 w 1728164"/>
              <a:gd name="csY7205" fmla="*/ 919234 h 1114902"/>
              <a:gd name="csX7206" fmla="*/ 1245443 w 1728164"/>
              <a:gd name="csY7206" fmla="*/ 919563 h 1114902"/>
              <a:gd name="csX7207" fmla="*/ 1245612 w 1728164"/>
              <a:gd name="csY7207" fmla="*/ 919892 h 1114902"/>
              <a:gd name="csX7208" fmla="*/ 1245782 w 1728164"/>
              <a:gd name="csY7208" fmla="*/ 920221 h 1114902"/>
              <a:gd name="csX7209" fmla="*/ 1245959 w 1728164"/>
              <a:gd name="csY7209" fmla="*/ 920551 h 1114902"/>
              <a:gd name="csX7210" fmla="*/ 1246129 w 1728164"/>
              <a:gd name="csY7210" fmla="*/ 920880 h 1114902"/>
              <a:gd name="csX7211" fmla="*/ 1246306 w 1728164"/>
              <a:gd name="csY7211" fmla="*/ 921209 h 1114902"/>
              <a:gd name="csX7212" fmla="*/ 1246475 w 1728164"/>
              <a:gd name="csY7212" fmla="*/ 921538 h 1114902"/>
              <a:gd name="csX7213" fmla="*/ 1246653 w 1728164"/>
              <a:gd name="csY7213" fmla="*/ 921867 h 1114902"/>
              <a:gd name="csX7214" fmla="*/ 1246822 w 1728164"/>
              <a:gd name="csY7214" fmla="*/ 922188 h 1114902"/>
              <a:gd name="csX7215" fmla="*/ 1246991 w 1728164"/>
              <a:gd name="csY7215" fmla="*/ 922517 h 1114902"/>
              <a:gd name="csX7216" fmla="*/ 1247169 w 1728164"/>
              <a:gd name="csY7216" fmla="*/ 922846 h 1114902"/>
              <a:gd name="csX7217" fmla="*/ 1247338 w 1728164"/>
              <a:gd name="csY7217" fmla="*/ 923166 h 1114902"/>
              <a:gd name="csX7218" fmla="*/ 1247516 w 1728164"/>
              <a:gd name="csY7218" fmla="*/ 923495 h 1114902"/>
              <a:gd name="csX7219" fmla="*/ 1247685 w 1728164"/>
              <a:gd name="csY7219" fmla="*/ 923824 h 1114902"/>
              <a:gd name="csX7220" fmla="*/ 1247863 w 1728164"/>
              <a:gd name="csY7220" fmla="*/ 924145 h 1114902"/>
              <a:gd name="csX7221" fmla="*/ 1248032 w 1728164"/>
              <a:gd name="csY7221" fmla="*/ 924474 h 1114902"/>
              <a:gd name="csX7222" fmla="*/ 1248201 w 1728164"/>
              <a:gd name="csY7222" fmla="*/ 924794 h 1114902"/>
              <a:gd name="csX7223" fmla="*/ 1248379 w 1728164"/>
              <a:gd name="csY7223" fmla="*/ 925114 h 1114902"/>
              <a:gd name="csX7224" fmla="*/ 1248548 w 1728164"/>
              <a:gd name="csY7224" fmla="*/ 925444 h 1114902"/>
              <a:gd name="csX7225" fmla="*/ 1248726 w 1728164"/>
              <a:gd name="csY7225" fmla="*/ 925764 h 1114902"/>
              <a:gd name="csX7226" fmla="*/ 1248895 w 1728164"/>
              <a:gd name="csY7226" fmla="*/ 926084 h 1114902"/>
              <a:gd name="csX7227" fmla="*/ 1249073 w 1728164"/>
              <a:gd name="csY7227" fmla="*/ 926404 h 1114902"/>
              <a:gd name="csX7228" fmla="*/ 1249242 w 1728164"/>
              <a:gd name="csY7228" fmla="*/ 926734 h 1114902"/>
              <a:gd name="csX7229" fmla="*/ 1249411 w 1728164"/>
              <a:gd name="csY7229" fmla="*/ 927054 h 1114902"/>
              <a:gd name="csX7230" fmla="*/ 1249589 w 1728164"/>
              <a:gd name="csY7230" fmla="*/ 927374 h 1114902"/>
              <a:gd name="csX7231" fmla="*/ 1249758 w 1728164"/>
              <a:gd name="csY7231" fmla="*/ 927694 h 1114902"/>
              <a:gd name="csX7232" fmla="*/ 1249936 w 1728164"/>
              <a:gd name="csY7232" fmla="*/ 928015 h 1114902"/>
              <a:gd name="csX7233" fmla="*/ 1250105 w 1728164"/>
              <a:gd name="csY7233" fmla="*/ 928335 h 1114902"/>
              <a:gd name="csX7234" fmla="*/ 1250283 w 1728164"/>
              <a:gd name="csY7234" fmla="*/ 928655 h 1114902"/>
              <a:gd name="csX7235" fmla="*/ 1250452 w 1728164"/>
              <a:gd name="csY7235" fmla="*/ 928967 h 1114902"/>
              <a:gd name="csX7236" fmla="*/ 1250621 w 1728164"/>
              <a:gd name="csY7236" fmla="*/ 929287 h 1114902"/>
              <a:gd name="csX7237" fmla="*/ 1250799 w 1728164"/>
              <a:gd name="csY7237" fmla="*/ 929607 h 1114902"/>
              <a:gd name="csX7238" fmla="*/ 1250968 w 1728164"/>
              <a:gd name="csY7238" fmla="*/ 929927 h 1114902"/>
              <a:gd name="csX7239" fmla="*/ 1251146 w 1728164"/>
              <a:gd name="csY7239" fmla="*/ 930239 h 1114902"/>
              <a:gd name="csX7240" fmla="*/ 1251315 w 1728164"/>
              <a:gd name="csY7240" fmla="*/ 930559 h 1114902"/>
              <a:gd name="csX7241" fmla="*/ 1251493 w 1728164"/>
              <a:gd name="csY7241" fmla="*/ 930879 h 1114902"/>
              <a:gd name="csX7242" fmla="*/ 1251662 w 1728164"/>
              <a:gd name="csY7242" fmla="*/ 931191 h 1114902"/>
              <a:gd name="csX7243" fmla="*/ 1251831 w 1728164"/>
              <a:gd name="csY7243" fmla="*/ 931511 h 1114902"/>
              <a:gd name="csX7244" fmla="*/ 1252009 w 1728164"/>
              <a:gd name="csY7244" fmla="*/ 931822 h 1114902"/>
              <a:gd name="csX7245" fmla="*/ 1252178 w 1728164"/>
              <a:gd name="csY7245" fmla="*/ 932134 h 1114902"/>
              <a:gd name="csX7246" fmla="*/ 1252356 w 1728164"/>
              <a:gd name="csY7246" fmla="*/ 932454 h 1114902"/>
              <a:gd name="csX7247" fmla="*/ 1252525 w 1728164"/>
              <a:gd name="csY7247" fmla="*/ 932765 h 1114902"/>
              <a:gd name="csX7248" fmla="*/ 1252703 w 1728164"/>
              <a:gd name="csY7248" fmla="*/ 933077 h 1114902"/>
              <a:gd name="csX7249" fmla="*/ 1252872 w 1728164"/>
              <a:gd name="csY7249" fmla="*/ 933397 h 1114902"/>
              <a:gd name="csX7250" fmla="*/ 1253041 w 1728164"/>
              <a:gd name="csY7250" fmla="*/ 933708 h 1114902"/>
              <a:gd name="csX7251" fmla="*/ 1253219 w 1728164"/>
              <a:gd name="csY7251" fmla="*/ 934020 h 1114902"/>
              <a:gd name="csX7252" fmla="*/ 1253388 w 1728164"/>
              <a:gd name="csY7252" fmla="*/ 934331 h 1114902"/>
              <a:gd name="csX7253" fmla="*/ 1253566 w 1728164"/>
              <a:gd name="csY7253" fmla="*/ 934643 h 1114902"/>
              <a:gd name="csX7254" fmla="*/ 1253735 w 1728164"/>
              <a:gd name="csY7254" fmla="*/ 934954 h 1114902"/>
              <a:gd name="csX7255" fmla="*/ 1253913 w 1728164"/>
              <a:gd name="csY7255" fmla="*/ 935265 h 1114902"/>
              <a:gd name="csX7256" fmla="*/ 1254082 w 1728164"/>
              <a:gd name="csY7256" fmla="*/ 935577 h 1114902"/>
              <a:gd name="csX7257" fmla="*/ 1254251 w 1728164"/>
              <a:gd name="csY7257" fmla="*/ 935888 h 1114902"/>
              <a:gd name="csX7258" fmla="*/ 1254429 w 1728164"/>
              <a:gd name="csY7258" fmla="*/ 936199 h 1114902"/>
              <a:gd name="csX7259" fmla="*/ 1254598 w 1728164"/>
              <a:gd name="csY7259" fmla="*/ 936502 h 1114902"/>
              <a:gd name="csX7260" fmla="*/ 1254776 w 1728164"/>
              <a:gd name="csY7260" fmla="*/ 936813 h 1114902"/>
              <a:gd name="csX7261" fmla="*/ 1254945 w 1728164"/>
              <a:gd name="csY7261" fmla="*/ 937125 h 1114902"/>
              <a:gd name="csX7262" fmla="*/ 1255123 w 1728164"/>
              <a:gd name="csY7262" fmla="*/ 937436 h 1114902"/>
              <a:gd name="csX7263" fmla="*/ 1255292 w 1728164"/>
              <a:gd name="csY7263" fmla="*/ 937739 h 1114902"/>
              <a:gd name="csX7264" fmla="*/ 1255461 w 1728164"/>
              <a:gd name="csY7264" fmla="*/ 938050 h 1114902"/>
              <a:gd name="csX7265" fmla="*/ 1255639 w 1728164"/>
              <a:gd name="csY7265" fmla="*/ 938352 h 1114902"/>
              <a:gd name="csX7266" fmla="*/ 1255808 w 1728164"/>
              <a:gd name="csY7266" fmla="*/ 938664 h 1114902"/>
              <a:gd name="csX7267" fmla="*/ 1255986 w 1728164"/>
              <a:gd name="csY7267" fmla="*/ 938966 h 1114902"/>
              <a:gd name="csX7268" fmla="*/ 1256155 w 1728164"/>
              <a:gd name="csY7268" fmla="*/ 939278 h 1114902"/>
              <a:gd name="csX7269" fmla="*/ 1256333 w 1728164"/>
              <a:gd name="csY7269" fmla="*/ 939580 h 1114902"/>
              <a:gd name="csX7270" fmla="*/ 1256502 w 1728164"/>
              <a:gd name="csY7270" fmla="*/ 939883 h 1114902"/>
              <a:gd name="csX7271" fmla="*/ 1256671 w 1728164"/>
              <a:gd name="csY7271" fmla="*/ 940194 h 1114902"/>
              <a:gd name="csX7272" fmla="*/ 1256849 w 1728164"/>
              <a:gd name="csY7272" fmla="*/ 940496 h 1114902"/>
              <a:gd name="csX7273" fmla="*/ 1257018 w 1728164"/>
              <a:gd name="csY7273" fmla="*/ 940799 h 1114902"/>
              <a:gd name="csX7274" fmla="*/ 1257196 w 1728164"/>
              <a:gd name="csY7274" fmla="*/ 941101 h 1114902"/>
              <a:gd name="csX7275" fmla="*/ 1257365 w 1728164"/>
              <a:gd name="csY7275" fmla="*/ 941404 h 1114902"/>
              <a:gd name="csX7276" fmla="*/ 1257543 w 1728164"/>
              <a:gd name="csY7276" fmla="*/ 941706 h 1114902"/>
              <a:gd name="csX7277" fmla="*/ 1257712 w 1728164"/>
              <a:gd name="csY7277" fmla="*/ 942009 h 1114902"/>
              <a:gd name="csX7278" fmla="*/ 1257881 w 1728164"/>
              <a:gd name="csY7278" fmla="*/ 942311 h 1114902"/>
              <a:gd name="csX7279" fmla="*/ 1258059 w 1728164"/>
              <a:gd name="csY7279" fmla="*/ 942614 h 1114902"/>
              <a:gd name="csX7280" fmla="*/ 1258228 w 1728164"/>
              <a:gd name="csY7280" fmla="*/ 942916 h 1114902"/>
              <a:gd name="csX7281" fmla="*/ 1258406 w 1728164"/>
              <a:gd name="csY7281" fmla="*/ 943219 h 1114902"/>
              <a:gd name="csX7282" fmla="*/ 1258575 w 1728164"/>
              <a:gd name="csY7282" fmla="*/ 943521 h 1114902"/>
              <a:gd name="csX7283" fmla="*/ 1258753 w 1728164"/>
              <a:gd name="csY7283" fmla="*/ 943815 h 1114902"/>
              <a:gd name="csX7284" fmla="*/ 1258922 w 1728164"/>
              <a:gd name="csY7284" fmla="*/ 944117 h 1114902"/>
              <a:gd name="csX7285" fmla="*/ 1259091 w 1728164"/>
              <a:gd name="csY7285" fmla="*/ 944420 h 1114902"/>
              <a:gd name="csX7286" fmla="*/ 1259269 w 1728164"/>
              <a:gd name="csY7286" fmla="*/ 944713 h 1114902"/>
              <a:gd name="csX7287" fmla="*/ 1259438 w 1728164"/>
              <a:gd name="csY7287" fmla="*/ 945016 h 1114902"/>
              <a:gd name="csX7288" fmla="*/ 1259616 w 1728164"/>
              <a:gd name="csY7288" fmla="*/ 945309 h 1114902"/>
              <a:gd name="csX7289" fmla="*/ 1259785 w 1728164"/>
              <a:gd name="csY7289" fmla="*/ 945612 h 1114902"/>
              <a:gd name="csX7290" fmla="*/ 1259962 w 1728164"/>
              <a:gd name="csY7290" fmla="*/ 945905 h 1114902"/>
              <a:gd name="csX7291" fmla="*/ 1260132 w 1728164"/>
              <a:gd name="csY7291" fmla="*/ 946208 h 1114902"/>
              <a:gd name="csX7292" fmla="*/ 1260300 w 1728164"/>
              <a:gd name="csY7292" fmla="*/ 946502 h 1114902"/>
              <a:gd name="csX7293" fmla="*/ 1260478 w 1728164"/>
              <a:gd name="csY7293" fmla="*/ 946795 h 1114902"/>
              <a:gd name="csX7294" fmla="*/ 1260647 w 1728164"/>
              <a:gd name="csY7294" fmla="*/ 947098 h 1114902"/>
              <a:gd name="csX7295" fmla="*/ 1260825 w 1728164"/>
              <a:gd name="csY7295" fmla="*/ 947391 h 1114902"/>
              <a:gd name="csX7296" fmla="*/ 1260994 w 1728164"/>
              <a:gd name="csY7296" fmla="*/ 947685 h 1114902"/>
              <a:gd name="csX7297" fmla="*/ 1261164 w 1728164"/>
              <a:gd name="csY7297" fmla="*/ 947978 h 1114902"/>
              <a:gd name="csX7298" fmla="*/ 1261341 w 1728164"/>
              <a:gd name="csY7298" fmla="*/ 948272 h 1114902"/>
              <a:gd name="csX7299" fmla="*/ 1261510 w 1728164"/>
              <a:gd name="csY7299" fmla="*/ 948565 h 1114902"/>
              <a:gd name="csX7300" fmla="*/ 1261688 w 1728164"/>
              <a:gd name="csY7300" fmla="*/ 948859 h 1114902"/>
              <a:gd name="csX7301" fmla="*/ 1261857 w 1728164"/>
              <a:gd name="csY7301" fmla="*/ 949153 h 1114902"/>
              <a:gd name="csX7302" fmla="*/ 1262035 w 1728164"/>
              <a:gd name="csY7302" fmla="*/ 949446 h 1114902"/>
              <a:gd name="csX7303" fmla="*/ 1262204 w 1728164"/>
              <a:gd name="csY7303" fmla="*/ 949740 h 1114902"/>
              <a:gd name="csX7304" fmla="*/ 1262373 w 1728164"/>
              <a:gd name="csY7304" fmla="*/ 950033 h 1114902"/>
              <a:gd name="csX7305" fmla="*/ 1262551 w 1728164"/>
              <a:gd name="csY7305" fmla="*/ 950327 h 1114902"/>
              <a:gd name="csX7306" fmla="*/ 1262720 w 1728164"/>
              <a:gd name="csY7306" fmla="*/ 950612 h 1114902"/>
              <a:gd name="csX7307" fmla="*/ 1262898 w 1728164"/>
              <a:gd name="csY7307" fmla="*/ 950905 h 1114902"/>
              <a:gd name="csX7308" fmla="*/ 1263067 w 1728164"/>
              <a:gd name="csY7308" fmla="*/ 951199 h 1114902"/>
              <a:gd name="csX7309" fmla="*/ 1263245 w 1728164"/>
              <a:gd name="csY7309" fmla="*/ 951484 h 1114902"/>
              <a:gd name="csX7310" fmla="*/ 1263414 w 1728164"/>
              <a:gd name="csY7310" fmla="*/ 951777 h 1114902"/>
              <a:gd name="csX7311" fmla="*/ 1263583 w 1728164"/>
              <a:gd name="csY7311" fmla="*/ 952062 h 1114902"/>
              <a:gd name="csX7312" fmla="*/ 1263761 w 1728164"/>
              <a:gd name="csY7312" fmla="*/ 952355 h 1114902"/>
              <a:gd name="csX7313" fmla="*/ 1263930 w 1728164"/>
              <a:gd name="csY7313" fmla="*/ 952640 h 1114902"/>
              <a:gd name="csX7314" fmla="*/ 1264108 w 1728164"/>
              <a:gd name="csY7314" fmla="*/ 952934 h 1114902"/>
              <a:gd name="csX7315" fmla="*/ 1264277 w 1728164"/>
              <a:gd name="csY7315" fmla="*/ 953218 h 1114902"/>
              <a:gd name="csX7316" fmla="*/ 1264455 w 1728164"/>
              <a:gd name="csY7316" fmla="*/ 953512 h 1114902"/>
              <a:gd name="csX7317" fmla="*/ 1264624 w 1728164"/>
              <a:gd name="csY7317" fmla="*/ 953797 h 1114902"/>
              <a:gd name="csX7318" fmla="*/ 1264793 w 1728164"/>
              <a:gd name="csY7318" fmla="*/ 954081 h 1114902"/>
              <a:gd name="csX7319" fmla="*/ 1264971 w 1728164"/>
              <a:gd name="csY7319" fmla="*/ 954366 h 1114902"/>
              <a:gd name="csX7320" fmla="*/ 1265140 w 1728164"/>
              <a:gd name="csY7320" fmla="*/ 954651 h 1114902"/>
              <a:gd name="csX7321" fmla="*/ 1265318 w 1728164"/>
              <a:gd name="csY7321" fmla="*/ 954935 h 1114902"/>
              <a:gd name="csX7322" fmla="*/ 1265487 w 1728164"/>
              <a:gd name="csY7322" fmla="*/ 955229 h 1114902"/>
              <a:gd name="csX7323" fmla="*/ 1265665 w 1728164"/>
              <a:gd name="csY7323" fmla="*/ 955514 h 1114902"/>
              <a:gd name="csX7324" fmla="*/ 1265834 w 1728164"/>
              <a:gd name="csY7324" fmla="*/ 955798 h 1114902"/>
              <a:gd name="csX7325" fmla="*/ 1266003 w 1728164"/>
              <a:gd name="csY7325" fmla="*/ 956083 h 1114902"/>
              <a:gd name="csX7326" fmla="*/ 1266181 w 1728164"/>
              <a:gd name="csY7326" fmla="*/ 956359 h 1114902"/>
              <a:gd name="csX7327" fmla="*/ 1266350 w 1728164"/>
              <a:gd name="csY7327" fmla="*/ 956644 h 1114902"/>
              <a:gd name="csX7328" fmla="*/ 1266528 w 1728164"/>
              <a:gd name="csY7328" fmla="*/ 956928 h 1114902"/>
              <a:gd name="csX7329" fmla="*/ 1266697 w 1728164"/>
              <a:gd name="csY7329" fmla="*/ 957213 h 1114902"/>
              <a:gd name="csX7330" fmla="*/ 1266875 w 1728164"/>
              <a:gd name="csY7330" fmla="*/ 957498 h 1114902"/>
              <a:gd name="csX7331" fmla="*/ 1267044 w 1728164"/>
              <a:gd name="csY7331" fmla="*/ 957773 h 1114902"/>
              <a:gd name="csX7332" fmla="*/ 1267213 w 1728164"/>
              <a:gd name="csY7332" fmla="*/ 958058 h 1114902"/>
              <a:gd name="csX7333" fmla="*/ 1267391 w 1728164"/>
              <a:gd name="csY7333" fmla="*/ 958334 h 1114902"/>
              <a:gd name="csX7334" fmla="*/ 1267560 w 1728164"/>
              <a:gd name="csY7334" fmla="*/ 958618 h 1114902"/>
              <a:gd name="csX7335" fmla="*/ 1267738 w 1728164"/>
              <a:gd name="csY7335" fmla="*/ 958903 h 1114902"/>
              <a:gd name="csX7336" fmla="*/ 1267907 w 1728164"/>
              <a:gd name="csY7336" fmla="*/ 959179 h 1114902"/>
              <a:gd name="csX7337" fmla="*/ 1268085 w 1728164"/>
              <a:gd name="csY7337" fmla="*/ 959455 h 1114902"/>
              <a:gd name="csX7338" fmla="*/ 1268254 w 1728164"/>
              <a:gd name="csY7338" fmla="*/ 959739 h 1114902"/>
              <a:gd name="csX7339" fmla="*/ 1268423 w 1728164"/>
              <a:gd name="csY7339" fmla="*/ 960015 h 1114902"/>
              <a:gd name="csX7340" fmla="*/ 1268601 w 1728164"/>
              <a:gd name="csY7340" fmla="*/ 960300 h 1114902"/>
              <a:gd name="csX7341" fmla="*/ 1268770 w 1728164"/>
              <a:gd name="csY7341" fmla="*/ 960576 h 1114902"/>
              <a:gd name="csX7342" fmla="*/ 1268948 w 1728164"/>
              <a:gd name="csY7342" fmla="*/ 960852 h 1114902"/>
              <a:gd name="csX7343" fmla="*/ 1269117 w 1728164"/>
              <a:gd name="csY7343" fmla="*/ 961127 h 1114902"/>
              <a:gd name="csX7344" fmla="*/ 1269295 w 1728164"/>
              <a:gd name="csY7344" fmla="*/ 961403 h 1114902"/>
              <a:gd name="csX7345" fmla="*/ 1269464 w 1728164"/>
              <a:gd name="csY7345" fmla="*/ 961679 h 1114902"/>
              <a:gd name="csX7346" fmla="*/ 1269633 w 1728164"/>
              <a:gd name="csY7346" fmla="*/ 961955 h 1114902"/>
              <a:gd name="csX7347" fmla="*/ 1269811 w 1728164"/>
              <a:gd name="csY7347" fmla="*/ 962231 h 1114902"/>
              <a:gd name="csX7348" fmla="*/ 1269980 w 1728164"/>
              <a:gd name="csY7348" fmla="*/ 962506 h 1114902"/>
              <a:gd name="csX7349" fmla="*/ 1270158 w 1728164"/>
              <a:gd name="csY7349" fmla="*/ 962782 h 1114902"/>
              <a:gd name="csX7350" fmla="*/ 1270327 w 1728164"/>
              <a:gd name="csY7350" fmla="*/ 963058 h 1114902"/>
              <a:gd name="csX7351" fmla="*/ 1270505 w 1728164"/>
              <a:gd name="csY7351" fmla="*/ 963334 h 1114902"/>
              <a:gd name="csX7352" fmla="*/ 1270674 w 1728164"/>
              <a:gd name="csY7352" fmla="*/ 963609 h 1114902"/>
              <a:gd name="csX7353" fmla="*/ 1270843 w 1728164"/>
              <a:gd name="csY7353" fmla="*/ 963885 h 1114902"/>
              <a:gd name="csX7354" fmla="*/ 1271021 w 1728164"/>
              <a:gd name="csY7354" fmla="*/ 964152 h 1114902"/>
              <a:gd name="csX7355" fmla="*/ 1271190 w 1728164"/>
              <a:gd name="csY7355" fmla="*/ 964428 h 1114902"/>
              <a:gd name="csX7356" fmla="*/ 1271368 w 1728164"/>
              <a:gd name="csY7356" fmla="*/ 964704 h 1114902"/>
              <a:gd name="csX7357" fmla="*/ 1271537 w 1728164"/>
              <a:gd name="csY7357" fmla="*/ 964971 h 1114902"/>
              <a:gd name="csX7358" fmla="*/ 1271715 w 1728164"/>
              <a:gd name="csY7358" fmla="*/ 965246 h 1114902"/>
              <a:gd name="csX7359" fmla="*/ 1271884 w 1728164"/>
              <a:gd name="csY7359" fmla="*/ 965513 h 1114902"/>
              <a:gd name="csX7360" fmla="*/ 1272053 w 1728164"/>
              <a:gd name="csY7360" fmla="*/ 965789 h 1114902"/>
              <a:gd name="csX7361" fmla="*/ 1272231 w 1728164"/>
              <a:gd name="csY7361" fmla="*/ 966056 h 1114902"/>
              <a:gd name="csX7362" fmla="*/ 1272400 w 1728164"/>
              <a:gd name="csY7362" fmla="*/ 966332 h 1114902"/>
              <a:gd name="csX7363" fmla="*/ 1272578 w 1728164"/>
              <a:gd name="csY7363" fmla="*/ 966599 h 1114902"/>
              <a:gd name="csX7364" fmla="*/ 1272747 w 1728164"/>
              <a:gd name="csY7364" fmla="*/ 966866 h 1114902"/>
              <a:gd name="csX7365" fmla="*/ 1272925 w 1728164"/>
              <a:gd name="csY7365" fmla="*/ 967141 h 1114902"/>
              <a:gd name="csX7366" fmla="*/ 1273094 w 1728164"/>
              <a:gd name="csY7366" fmla="*/ 967408 h 1114902"/>
              <a:gd name="csX7367" fmla="*/ 1273263 w 1728164"/>
              <a:gd name="csY7367" fmla="*/ 967675 h 1114902"/>
              <a:gd name="csX7368" fmla="*/ 1273441 w 1728164"/>
              <a:gd name="csY7368" fmla="*/ 967942 h 1114902"/>
              <a:gd name="csX7369" fmla="*/ 1273610 w 1728164"/>
              <a:gd name="csY7369" fmla="*/ 968209 h 1114902"/>
              <a:gd name="csX7370" fmla="*/ 1273788 w 1728164"/>
              <a:gd name="csY7370" fmla="*/ 968476 h 1114902"/>
              <a:gd name="csX7371" fmla="*/ 1273957 w 1728164"/>
              <a:gd name="csY7371" fmla="*/ 968743 h 1114902"/>
              <a:gd name="csX7372" fmla="*/ 1274135 w 1728164"/>
              <a:gd name="csY7372" fmla="*/ 969010 h 1114902"/>
              <a:gd name="csX7373" fmla="*/ 1274304 w 1728164"/>
              <a:gd name="csY7373" fmla="*/ 969276 h 1114902"/>
              <a:gd name="csX7374" fmla="*/ 1274473 w 1728164"/>
              <a:gd name="csY7374" fmla="*/ 969543 h 1114902"/>
              <a:gd name="csX7375" fmla="*/ 1274650 w 1728164"/>
              <a:gd name="csY7375" fmla="*/ 969810 h 1114902"/>
              <a:gd name="csX7376" fmla="*/ 1274820 w 1728164"/>
              <a:gd name="csY7376" fmla="*/ 970077 h 1114902"/>
              <a:gd name="csX7377" fmla="*/ 1274997 w 1728164"/>
              <a:gd name="csY7377" fmla="*/ 970335 h 1114902"/>
              <a:gd name="csX7378" fmla="*/ 1275167 w 1728164"/>
              <a:gd name="csY7378" fmla="*/ 970602 h 1114902"/>
              <a:gd name="csX7379" fmla="*/ 1275344 w 1728164"/>
              <a:gd name="csY7379" fmla="*/ 970869 h 1114902"/>
              <a:gd name="csX7380" fmla="*/ 1275514 w 1728164"/>
              <a:gd name="csY7380" fmla="*/ 971127 h 1114902"/>
              <a:gd name="csX7381" fmla="*/ 1275682 w 1728164"/>
              <a:gd name="csY7381" fmla="*/ 971394 h 1114902"/>
              <a:gd name="csX7382" fmla="*/ 1275860 w 1728164"/>
              <a:gd name="csY7382" fmla="*/ 971661 h 1114902"/>
              <a:gd name="csX7383" fmla="*/ 1276029 w 1728164"/>
              <a:gd name="csY7383" fmla="*/ 971919 h 1114902"/>
              <a:gd name="csX7384" fmla="*/ 1276207 w 1728164"/>
              <a:gd name="csY7384" fmla="*/ 972186 h 1114902"/>
              <a:gd name="csX7385" fmla="*/ 1276376 w 1728164"/>
              <a:gd name="csY7385" fmla="*/ 972444 h 1114902"/>
              <a:gd name="csX7386" fmla="*/ 1276554 w 1728164"/>
              <a:gd name="csY7386" fmla="*/ 972702 h 1114902"/>
              <a:gd name="csX7387" fmla="*/ 1276723 w 1728164"/>
              <a:gd name="csY7387" fmla="*/ 972968 h 1114902"/>
              <a:gd name="csX7388" fmla="*/ 1276892 w 1728164"/>
              <a:gd name="csY7388" fmla="*/ 973227 h 1114902"/>
              <a:gd name="csX7389" fmla="*/ 1277070 w 1728164"/>
              <a:gd name="csY7389" fmla="*/ 973484 h 1114902"/>
              <a:gd name="csX7390" fmla="*/ 1277239 w 1728164"/>
              <a:gd name="csY7390" fmla="*/ 973751 h 1114902"/>
              <a:gd name="csX7391" fmla="*/ 1277417 w 1728164"/>
              <a:gd name="csY7391" fmla="*/ 974009 h 1114902"/>
              <a:gd name="csX7392" fmla="*/ 1277586 w 1728164"/>
              <a:gd name="csY7392" fmla="*/ 974267 h 1114902"/>
              <a:gd name="csX7393" fmla="*/ 1277764 w 1728164"/>
              <a:gd name="csY7393" fmla="*/ 974525 h 1114902"/>
              <a:gd name="csX7394" fmla="*/ 1277933 w 1728164"/>
              <a:gd name="csY7394" fmla="*/ 974783 h 1114902"/>
              <a:gd name="csX7395" fmla="*/ 1278102 w 1728164"/>
              <a:gd name="csY7395" fmla="*/ 975041 h 1114902"/>
              <a:gd name="csX7396" fmla="*/ 1278280 w 1728164"/>
              <a:gd name="csY7396" fmla="*/ 975299 h 1114902"/>
              <a:gd name="csX7397" fmla="*/ 1278449 w 1728164"/>
              <a:gd name="csY7397" fmla="*/ 975557 h 1114902"/>
              <a:gd name="csX7398" fmla="*/ 1278627 w 1728164"/>
              <a:gd name="csY7398" fmla="*/ 975815 h 1114902"/>
              <a:gd name="csX7399" fmla="*/ 1278796 w 1728164"/>
              <a:gd name="csY7399" fmla="*/ 976073 h 1114902"/>
              <a:gd name="csX7400" fmla="*/ 1278974 w 1728164"/>
              <a:gd name="csY7400" fmla="*/ 976331 h 1114902"/>
              <a:gd name="csX7401" fmla="*/ 1279143 w 1728164"/>
              <a:gd name="csY7401" fmla="*/ 976589 h 1114902"/>
              <a:gd name="csX7402" fmla="*/ 1279312 w 1728164"/>
              <a:gd name="csY7402" fmla="*/ 976838 h 1114902"/>
              <a:gd name="csX7403" fmla="*/ 1279490 w 1728164"/>
              <a:gd name="csY7403" fmla="*/ 977096 h 1114902"/>
              <a:gd name="csX7404" fmla="*/ 1279659 w 1728164"/>
              <a:gd name="csY7404" fmla="*/ 977354 h 1114902"/>
              <a:gd name="csX7405" fmla="*/ 1279837 w 1728164"/>
              <a:gd name="csY7405" fmla="*/ 977603 h 1114902"/>
              <a:gd name="csX7406" fmla="*/ 1280006 w 1728164"/>
              <a:gd name="csY7406" fmla="*/ 977862 h 1114902"/>
              <a:gd name="csX7407" fmla="*/ 1280175 w 1728164"/>
              <a:gd name="csY7407" fmla="*/ 978111 h 1114902"/>
              <a:gd name="csX7408" fmla="*/ 1280353 w 1728164"/>
              <a:gd name="csY7408" fmla="*/ 978369 h 1114902"/>
              <a:gd name="csX7409" fmla="*/ 1280522 w 1728164"/>
              <a:gd name="csY7409" fmla="*/ 978618 h 1114902"/>
              <a:gd name="csX7410" fmla="*/ 1280700 w 1728164"/>
              <a:gd name="csY7410" fmla="*/ 978876 h 1114902"/>
              <a:gd name="csX7411" fmla="*/ 1280869 w 1728164"/>
              <a:gd name="csY7411" fmla="*/ 979125 h 1114902"/>
              <a:gd name="csX7412" fmla="*/ 1281047 w 1728164"/>
              <a:gd name="csY7412" fmla="*/ 979383 h 1114902"/>
              <a:gd name="csX7413" fmla="*/ 1281216 w 1728164"/>
              <a:gd name="csY7413" fmla="*/ 979632 h 1114902"/>
              <a:gd name="csX7414" fmla="*/ 1281385 w 1728164"/>
              <a:gd name="csY7414" fmla="*/ 979881 h 1114902"/>
              <a:gd name="csX7415" fmla="*/ 1281563 w 1728164"/>
              <a:gd name="csY7415" fmla="*/ 980130 h 1114902"/>
              <a:gd name="csX7416" fmla="*/ 1281732 w 1728164"/>
              <a:gd name="csY7416" fmla="*/ 980379 h 1114902"/>
              <a:gd name="csX7417" fmla="*/ 1281910 w 1728164"/>
              <a:gd name="csY7417" fmla="*/ 980637 h 1114902"/>
              <a:gd name="csX7418" fmla="*/ 1282079 w 1728164"/>
              <a:gd name="csY7418" fmla="*/ 980886 h 1114902"/>
              <a:gd name="csX7419" fmla="*/ 1282257 w 1728164"/>
              <a:gd name="csY7419" fmla="*/ 981135 h 1114902"/>
              <a:gd name="csX7420" fmla="*/ 1282426 w 1728164"/>
              <a:gd name="csY7420" fmla="*/ 981384 h 1114902"/>
              <a:gd name="csX7421" fmla="*/ 1282595 w 1728164"/>
              <a:gd name="csY7421" fmla="*/ 981634 h 1114902"/>
              <a:gd name="csX7422" fmla="*/ 1282773 w 1728164"/>
              <a:gd name="csY7422" fmla="*/ 981883 h 1114902"/>
              <a:gd name="csX7423" fmla="*/ 1282942 w 1728164"/>
              <a:gd name="csY7423" fmla="*/ 982132 h 1114902"/>
              <a:gd name="csX7424" fmla="*/ 1283120 w 1728164"/>
              <a:gd name="csY7424" fmla="*/ 982381 h 1114902"/>
              <a:gd name="csX7425" fmla="*/ 1283289 w 1728164"/>
              <a:gd name="csY7425" fmla="*/ 982621 h 1114902"/>
              <a:gd name="csX7426" fmla="*/ 1283467 w 1728164"/>
              <a:gd name="csY7426" fmla="*/ 982870 h 1114902"/>
              <a:gd name="csX7427" fmla="*/ 1283636 w 1728164"/>
              <a:gd name="csY7427" fmla="*/ 983119 h 1114902"/>
              <a:gd name="csX7428" fmla="*/ 1283805 w 1728164"/>
              <a:gd name="csY7428" fmla="*/ 983368 h 1114902"/>
              <a:gd name="csX7429" fmla="*/ 1283983 w 1728164"/>
              <a:gd name="csY7429" fmla="*/ 983609 h 1114902"/>
              <a:gd name="csX7430" fmla="*/ 1284152 w 1728164"/>
              <a:gd name="csY7430" fmla="*/ 983858 h 1114902"/>
              <a:gd name="csX7431" fmla="*/ 1284330 w 1728164"/>
              <a:gd name="csY7431" fmla="*/ 984098 h 1114902"/>
              <a:gd name="csX7432" fmla="*/ 1284499 w 1728164"/>
              <a:gd name="csY7432" fmla="*/ 984347 h 1114902"/>
              <a:gd name="csX7433" fmla="*/ 1284677 w 1728164"/>
              <a:gd name="csY7433" fmla="*/ 984587 h 1114902"/>
              <a:gd name="csX7434" fmla="*/ 1284846 w 1728164"/>
              <a:gd name="csY7434" fmla="*/ 984836 h 1114902"/>
              <a:gd name="csX7435" fmla="*/ 1285015 w 1728164"/>
              <a:gd name="csY7435" fmla="*/ 985077 h 1114902"/>
              <a:gd name="csX7436" fmla="*/ 1285193 w 1728164"/>
              <a:gd name="csY7436" fmla="*/ 985326 h 1114902"/>
              <a:gd name="csX7437" fmla="*/ 1285362 w 1728164"/>
              <a:gd name="csY7437" fmla="*/ 985566 h 1114902"/>
              <a:gd name="csX7438" fmla="*/ 1285540 w 1728164"/>
              <a:gd name="csY7438" fmla="*/ 985806 h 1114902"/>
              <a:gd name="csX7439" fmla="*/ 1285709 w 1728164"/>
              <a:gd name="csY7439" fmla="*/ 986055 h 1114902"/>
              <a:gd name="csX7440" fmla="*/ 1285887 w 1728164"/>
              <a:gd name="csY7440" fmla="*/ 986295 h 1114902"/>
              <a:gd name="csX7441" fmla="*/ 1286056 w 1728164"/>
              <a:gd name="csY7441" fmla="*/ 986536 h 1114902"/>
              <a:gd name="csX7442" fmla="*/ 1286225 w 1728164"/>
              <a:gd name="csY7442" fmla="*/ 986776 h 1114902"/>
              <a:gd name="csX7443" fmla="*/ 1286403 w 1728164"/>
              <a:gd name="csY7443" fmla="*/ 987016 h 1114902"/>
              <a:gd name="csX7444" fmla="*/ 1286572 w 1728164"/>
              <a:gd name="csY7444" fmla="*/ 987256 h 1114902"/>
              <a:gd name="csX7445" fmla="*/ 1286750 w 1728164"/>
              <a:gd name="csY7445" fmla="*/ 987496 h 1114902"/>
              <a:gd name="csX7446" fmla="*/ 1286919 w 1728164"/>
              <a:gd name="csY7446" fmla="*/ 987737 h 1114902"/>
              <a:gd name="csX7447" fmla="*/ 1287097 w 1728164"/>
              <a:gd name="csY7447" fmla="*/ 987977 h 1114902"/>
              <a:gd name="csX7448" fmla="*/ 1287266 w 1728164"/>
              <a:gd name="csY7448" fmla="*/ 988217 h 1114902"/>
              <a:gd name="csX7449" fmla="*/ 1287435 w 1728164"/>
              <a:gd name="csY7449" fmla="*/ 988457 h 1114902"/>
              <a:gd name="csX7450" fmla="*/ 1287613 w 1728164"/>
              <a:gd name="csY7450" fmla="*/ 988697 h 1114902"/>
              <a:gd name="csX7451" fmla="*/ 1287782 w 1728164"/>
              <a:gd name="csY7451" fmla="*/ 988938 h 1114902"/>
              <a:gd name="csX7452" fmla="*/ 1287960 w 1728164"/>
              <a:gd name="csY7452" fmla="*/ 989178 h 1114902"/>
              <a:gd name="csX7453" fmla="*/ 1288129 w 1728164"/>
              <a:gd name="csY7453" fmla="*/ 989409 h 1114902"/>
              <a:gd name="csX7454" fmla="*/ 1288307 w 1728164"/>
              <a:gd name="csY7454" fmla="*/ 989649 h 1114902"/>
              <a:gd name="csX7455" fmla="*/ 1288476 w 1728164"/>
              <a:gd name="csY7455" fmla="*/ 989890 h 1114902"/>
              <a:gd name="csX7456" fmla="*/ 1288645 w 1728164"/>
              <a:gd name="csY7456" fmla="*/ 990121 h 1114902"/>
              <a:gd name="csX7457" fmla="*/ 1288823 w 1728164"/>
              <a:gd name="csY7457" fmla="*/ 990361 h 1114902"/>
              <a:gd name="csX7458" fmla="*/ 1288992 w 1728164"/>
              <a:gd name="csY7458" fmla="*/ 990592 h 1114902"/>
              <a:gd name="csX7459" fmla="*/ 1289170 w 1728164"/>
              <a:gd name="csY7459" fmla="*/ 990833 h 1114902"/>
              <a:gd name="csX7460" fmla="*/ 1289339 w 1728164"/>
              <a:gd name="csY7460" fmla="*/ 991064 h 1114902"/>
              <a:gd name="csX7461" fmla="*/ 1289517 w 1728164"/>
              <a:gd name="csY7461" fmla="*/ 991304 h 1114902"/>
              <a:gd name="csX7462" fmla="*/ 1289685 w 1728164"/>
              <a:gd name="csY7462" fmla="*/ 991535 h 1114902"/>
              <a:gd name="csX7463" fmla="*/ 1289855 w 1728164"/>
              <a:gd name="csY7463" fmla="*/ 991767 h 1114902"/>
              <a:gd name="csX7464" fmla="*/ 1290032 w 1728164"/>
              <a:gd name="csY7464" fmla="*/ 992007 h 1114902"/>
              <a:gd name="csX7465" fmla="*/ 1290201 w 1728164"/>
              <a:gd name="csY7465" fmla="*/ 992238 h 1114902"/>
              <a:gd name="csX7466" fmla="*/ 1290379 w 1728164"/>
              <a:gd name="csY7466" fmla="*/ 992470 h 1114902"/>
              <a:gd name="csX7467" fmla="*/ 1290548 w 1728164"/>
              <a:gd name="csY7467" fmla="*/ 992701 h 1114902"/>
              <a:gd name="csX7468" fmla="*/ 1290726 w 1728164"/>
              <a:gd name="csY7468" fmla="*/ 992932 h 1114902"/>
              <a:gd name="csX7469" fmla="*/ 1290895 w 1728164"/>
              <a:gd name="csY7469" fmla="*/ 993172 h 1114902"/>
              <a:gd name="csX7470" fmla="*/ 1291064 w 1728164"/>
              <a:gd name="csY7470" fmla="*/ 993404 h 1114902"/>
              <a:gd name="csX7471" fmla="*/ 1291242 w 1728164"/>
              <a:gd name="csY7471" fmla="*/ 993635 h 1114902"/>
              <a:gd name="csX7472" fmla="*/ 1291411 w 1728164"/>
              <a:gd name="csY7472" fmla="*/ 993866 h 1114902"/>
              <a:gd name="csX7473" fmla="*/ 1291589 w 1728164"/>
              <a:gd name="csY7473" fmla="*/ 994098 h 1114902"/>
              <a:gd name="csX7474" fmla="*/ 1291758 w 1728164"/>
              <a:gd name="csY7474" fmla="*/ 994320 h 1114902"/>
              <a:gd name="csX7475" fmla="*/ 1291936 w 1728164"/>
              <a:gd name="csY7475" fmla="*/ 994551 h 1114902"/>
              <a:gd name="csX7476" fmla="*/ 1292105 w 1728164"/>
              <a:gd name="csY7476" fmla="*/ 994783 h 1114902"/>
              <a:gd name="csX7477" fmla="*/ 1292274 w 1728164"/>
              <a:gd name="csY7477" fmla="*/ 995014 h 1114902"/>
              <a:gd name="csX7478" fmla="*/ 1292452 w 1728164"/>
              <a:gd name="csY7478" fmla="*/ 995245 h 1114902"/>
              <a:gd name="csX7479" fmla="*/ 1292621 w 1728164"/>
              <a:gd name="csY7479" fmla="*/ 995468 h 1114902"/>
              <a:gd name="csX7480" fmla="*/ 1292799 w 1728164"/>
              <a:gd name="csY7480" fmla="*/ 995699 h 1114902"/>
              <a:gd name="csX7481" fmla="*/ 1292968 w 1728164"/>
              <a:gd name="csY7481" fmla="*/ 995930 h 1114902"/>
              <a:gd name="csX7482" fmla="*/ 1293146 w 1728164"/>
              <a:gd name="csY7482" fmla="*/ 996153 h 1114902"/>
              <a:gd name="csX7483" fmla="*/ 1293315 w 1728164"/>
              <a:gd name="csY7483" fmla="*/ 996384 h 1114902"/>
              <a:gd name="csX7484" fmla="*/ 1293484 w 1728164"/>
              <a:gd name="csY7484" fmla="*/ 996606 h 1114902"/>
              <a:gd name="csX7485" fmla="*/ 1293662 w 1728164"/>
              <a:gd name="csY7485" fmla="*/ 996838 h 1114902"/>
              <a:gd name="csX7486" fmla="*/ 1293831 w 1728164"/>
              <a:gd name="csY7486" fmla="*/ 997060 h 1114902"/>
              <a:gd name="csX7487" fmla="*/ 1294009 w 1728164"/>
              <a:gd name="csY7487" fmla="*/ 997291 h 1114902"/>
              <a:gd name="csX7488" fmla="*/ 1294178 w 1728164"/>
              <a:gd name="csY7488" fmla="*/ 997514 h 1114902"/>
              <a:gd name="csX7489" fmla="*/ 1294356 w 1728164"/>
              <a:gd name="csY7489" fmla="*/ 997745 h 1114902"/>
              <a:gd name="csX7490" fmla="*/ 1294525 w 1728164"/>
              <a:gd name="csY7490" fmla="*/ 997967 h 1114902"/>
              <a:gd name="csX7491" fmla="*/ 1294694 w 1728164"/>
              <a:gd name="csY7491" fmla="*/ 998190 h 1114902"/>
              <a:gd name="csX7492" fmla="*/ 1294872 w 1728164"/>
              <a:gd name="csY7492" fmla="*/ 998412 h 1114902"/>
              <a:gd name="csX7493" fmla="*/ 1295041 w 1728164"/>
              <a:gd name="csY7493" fmla="*/ 998635 h 1114902"/>
              <a:gd name="csX7494" fmla="*/ 1295219 w 1728164"/>
              <a:gd name="csY7494" fmla="*/ 998866 h 1114902"/>
              <a:gd name="csX7495" fmla="*/ 1295388 w 1728164"/>
              <a:gd name="csY7495" fmla="*/ 999088 h 1114902"/>
              <a:gd name="csX7496" fmla="*/ 1295566 w 1728164"/>
              <a:gd name="csY7496" fmla="*/ 999311 h 1114902"/>
              <a:gd name="csX7497" fmla="*/ 1295735 w 1728164"/>
              <a:gd name="csY7497" fmla="*/ 999533 h 1114902"/>
              <a:gd name="csX7498" fmla="*/ 1295904 w 1728164"/>
              <a:gd name="csY7498" fmla="*/ 999756 h 1114902"/>
              <a:gd name="csX7499" fmla="*/ 1296082 w 1728164"/>
              <a:gd name="csY7499" fmla="*/ 999978 h 1114902"/>
              <a:gd name="csX7500" fmla="*/ 1296251 w 1728164"/>
              <a:gd name="csY7500" fmla="*/ 1000200 h 1114902"/>
              <a:gd name="csX7501" fmla="*/ 1296429 w 1728164"/>
              <a:gd name="csY7501" fmla="*/ 1000423 h 1114902"/>
              <a:gd name="csX7502" fmla="*/ 1296598 w 1728164"/>
              <a:gd name="csY7502" fmla="*/ 1000636 h 1114902"/>
              <a:gd name="csX7503" fmla="*/ 1296776 w 1728164"/>
              <a:gd name="csY7503" fmla="*/ 1000859 h 1114902"/>
              <a:gd name="csX7504" fmla="*/ 1296945 w 1728164"/>
              <a:gd name="csY7504" fmla="*/ 1001081 h 1114902"/>
              <a:gd name="csX7505" fmla="*/ 1297114 w 1728164"/>
              <a:gd name="csY7505" fmla="*/ 1001304 h 1114902"/>
              <a:gd name="csX7506" fmla="*/ 1297292 w 1728164"/>
              <a:gd name="csY7506" fmla="*/ 1001517 h 1114902"/>
              <a:gd name="csX7507" fmla="*/ 1297461 w 1728164"/>
              <a:gd name="csY7507" fmla="*/ 1001740 h 1114902"/>
              <a:gd name="csX7508" fmla="*/ 1297639 w 1728164"/>
              <a:gd name="csY7508" fmla="*/ 1001962 h 1114902"/>
              <a:gd name="csX7509" fmla="*/ 1297808 w 1728164"/>
              <a:gd name="csY7509" fmla="*/ 1002175 h 1114902"/>
              <a:gd name="csX7510" fmla="*/ 1297986 w 1728164"/>
              <a:gd name="csY7510" fmla="*/ 1002398 h 1114902"/>
              <a:gd name="csX7511" fmla="*/ 1298155 w 1728164"/>
              <a:gd name="csY7511" fmla="*/ 1002611 h 1114902"/>
              <a:gd name="csX7512" fmla="*/ 1298324 w 1728164"/>
              <a:gd name="csY7512" fmla="*/ 1002834 h 1114902"/>
              <a:gd name="csX7513" fmla="*/ 1298502 w 1728164"/>
              <a:gd name="csY7513" fmla="*/ 1003047 h 1114902"/>
              <a:gd name="csX7514" fmla="*/ 1298671 w 1728164"/>
              <a:gd name="csY7514" fmla="*/ 1003270 h 1114902"/>
              <a:gd name="csX7515" fmla="*/ 1298849 w 1728164"/>
              <a:gd name="csY7515" fmla="*/ 1003483 h 1114902"/>
              <a:gd name="csX7516" fmla="*/ 1299018 w 1728164"/>
              <a:gd name="csY7516" fmla="*/ 1003697 h 1114902"/>
              <a:gd name="csX7517" fmla="*/ 1299187 w 1728164"/>
              <a:gd name="csY7517" fmla="*/ 1003919 h 1114902"/>
              <a:gd name="csX7518" fmla="*/ 1299365 w 1728164"/>
              <a:gd name="csY7518" fmla="*/ 1004133 h 1114902"/>
              <a:gd name="csX7519" fmla="*/ 1299534 w 1728164"/>
              <a:gd name="csY7519" fmla="*/ 1004346 h 1114902"/>
              <a:gd name="csX7520" fmla="*/ 1299712 w 1728164"/>
              <a:gd name="csY7520" fmla="*/ 1004560 h 1114902"/>
              <a:gd name="csX7521" fmla="*/ 1299881 w 1728164"/>
              <a:gd name="csY7521" fmla="*/ 1004773 h 1114902"/>
              <a:gd name="csX7522" fmla="*/ 1300059 w 1728164"/>
              <a:gd name="csY7522" fmla="*/ 1004996 h 1114902"/>
              <a:gd name="csX7523" fmla="*/ 1300228 w 1728164"/>
              <a:gd name="csY7523" fmla="*/ 1005209 h 1114902"/>
              <a:gd name="csX7524" fmla="*/ 1300397 w 1728164"/>
              <a:gd name="csY7524" fmla="*/ 1005423 h 1114902"/>
              <a:gd name="csX7525" fmla="*/ 1300575 w 1728164"/>
              <a:gd name="csY7525" fmla="*/ 1005636 h 1114902"/>
              <a:gd name="csX7526" fmla="*/ 1300744 w 1728164"/>
              <a:gd name="csY7526" fmla="*/ 1005850 h 1114902"/>
              <a:gd name="csX7527" fmla="*/ 1300922 w 1728164"/>
              <a:gd name="csY7527" fmla="*/ 1006063 h 1114902"/>
              <a:gd name="csX7528" fmla="*/ 1301091 w 1728164"/>
              <a:gd name="csY7528" fmla="*/ 1006268 h 1114902"/>
              <a:gd name="csX7529" fmla="*/ 1301269 w 1728164"/>
              <a:gd name="csY7529" fmla="*/ 1006481 h 1114902"/>
              <a:gd name="csX7530" fmla="*/ 1301438 w 1728164"/>
              <a:gd name="csY7530" fmla="*/ 1006695 h 1114902"/>
              <a:gd name="csX7531" fmla="*/ 1301607 w 1728164"/>
              <a:gd name="csY7531" fmla="*/ 1006908 h 1114902"/>
              <a:gd name="csX7532" fmla="*/ 1301785 w 1728164"/>
              <a:gd name="csY7532" fmla="*/ 1007122 h 1114902"/>
              <a:gd name="csX7533" fmla="*/ 1301954 w 1728164"/>
              <a:gd name="csY7533" fmla="*/ 1007327 h 1114902"/>
              <a:gd name="csX7534" fmla="*/ 1302132 w 1728164"/>
              <a:gd name="csY7534" fmla="*/ 1007540 h 1114902"/>
              <a:gd name="csX7535" fmla="*/ 1302301 w 1728164"/>
              <a:gd name="csY7535" fmla="*/ 1007754 h 1114902"/>
              <a:gd name="csX7536" fmla="*/ 1302479 w 1728164"/>
              <a:gd name="csY7536" fmla="*/ 1007958 h 1114902"/>
              <a:gd name="csX7537" fmla="*/ 1302648 w 1728164"/>
              <a:gd name="csY7537" fmla="*/ 1008172 h 1114902"/>
              <a:gd name="csX7538" fmla="*/ 1302817 w 1728164"/>
              <a:gd name="csY7538" fmla="*/ 1008376 h 1114902"/>
              <a:gd name="csX7539" fmla="*/ 1302995 w 1728164"/>
              <a:gd name="csY7539" fmla="*/ 1008590 h 1114902"/>
              <a:gd name="csX7540" fmla="*/ 1303164 w 1728164"/>
              <a:gd name="csY7540" fmla="*/ 1008794 h 1114902"/>
              <a:gd name="csX7541" fmla="*/ 1303342 w 1728164"/>
              <a:gd name="csY7541" fmla="*/ 1009008 h 1114902"/>
              <a:gd name="csX7542" fmla="*/ 1303511 w 1728164"/>
              <a:gd name="csY7542" fmla="*/ 1009213 h 1114902"/>
              <a:gd name="csX7543" fmla="*/ 1303689 w 1728164"/>
              <a:gd name="csY7543" fmla="*/ 1009417 h 1114902"/>
              <a:gd name="csX7544" fmla="*/ 1303858 w 1728164"/>
              <a:gd name="csY7544" fmla="*/ 1009631 h 1114902"/>
              <a:gd name="csX7545" fmla="*/ 1304027 w 1728164"/>
              <a:gd name="csY7545" fmla="*/ 1009835 h 1114902"/>
              <a:gd name="csX7546" fmla="*/ 1304205 w 1728164"/>
              <a:gd name="csY7546" fmla="*/ 1010040 h 1114902"/>
              <a:gd name="csX7547" fmla="*/ 1304374 w 1728164"/>
              <a:gd name="csY7547" fmla="*/ 1010245 h 1114902"/>
              <a:gd name="csX7548" fmla="*/ 1304551 w 1728164"/>
              <a:gd name="csY7548" fmla="*/ 1010449 h 1114902"/>
              <a:gd name="csX7549" fmla="*/ 1304721 w 1728164"/>
              <a:gd name="csY7549" fmla="*/ 1010663 h 1114902"/>
              <a:gd name="csX7550" fmla="*/ 1304898 w 1728164"/>
              <a:gd name="csY7550" fmla="*/ 1010867 h 1114902"/>
              <a:gd name="csX7551" fmla="*/ 1305067 w 1728164"/>
              <a:gd name="csY7551" fmla="*/ 1011072 h 1114902"/>
              <a:gd name="csX7552" fmla="*/ 1305236 w 1728164"/>
              <a:gd name="csY7552" fmla="*/ 1011277 h 1114902"/>
              <a:gd name="csX7553" fmla="*/ 1305414 w 1728164"/>
              <a:gd name="csY7553" fmla="*/ 1011481 h 1114902"/>
              <a:gd name="csX7554" fmla="*/ 1305583 w 1728164"/>
              <a:gd name="csY7554" fmla="*/ 1011686 h 1114902"/>
              <a:gd name="csX7555" fmla="*/ 1305761 w 1728164"/>
              <a:gd name="csY7555" fmla="*/ 1011890 h 1114902"/>
              <a:gd name="csX7556" fmla="*/ 1305930 w 1728164"/>
              <a:gd name="csY7556" fmla="*/ 1012086 h 1114902"/>
              <a:gd name="csX7557" fmla="*/ 1306108 w 1728164"/>
              <a:gd name="csY7557" fmla="*/ 1012291 h 1114902"/>
              <a:gd name="csX7558" fmla="*/ 1306277 w 1728164"/>
              <a:gd name="csY7558" fmla="*/ 1012495 h 1114902"/>
              <a:gd name="csX7559" fmla="*/ 1306446 w 1728164"/>
              <a:gd name="csY7559" fmla="*/ 1012700 h 1114902"/>
              <a:gd name="csX7560" fmla="*/ 1306624 w 1728164"/>
              <a:gd name="csY7560" fmla="*/ 1012905 h 1114902"/>
              <a:gd name="csX7561" fmla="*/ 1306793 w 1728164"/>
              <a:gd name="csY7561" fmla="*/ 1013100 h 1114902"/>
              <a:gd name="csX7562" fmla="*/ 1306971 w 1728164"/>
              <a:gd name="csY7562" fmla="*/ 1013305 h 1114902"/>
              <a:gd name="csX7563" fmla="*/ 1307140 w 1728164"/>
              <a:gd name="csY7563" fmla="*/ 1013510 h 1114902"/>
              <a:gd name="csX7564" fmla="*/ 1307318 w 1728164"/>
              <a:gd name="csY7564" fmla="*/ 1013705 h 1114902"/>
              <a:gd name="csX7565" fmla="*/ 1307487 w 1728164"/>
              <a:gd name="csY7565" fmla="*/ 1013910 h 1114902"/>
              <a:gd name="csX7566" fmla="*/ 1307656 w 1728164"/>
              <a:gd name="csY7566" fmla="*/ 1014106 h 1114902"/>
              <a:gd name="csX7567" fmla="*/ 1307834 w 1728164"/>
              <a:gd name="csY7567" fmla="*/ 1014310 h 1114902"/>
              <a:gd name="csX7568" fmla="*/ 1308003 w 1728164"/>
              <a:gd name="csY7568" fmla="*/ 1014506 h 1114902"/>
              <a:gd name="csX7569" fmla="*/ 1308181 w 1728164"/>
              <a:gd name="csY7569" fmla="*/ 1014702 h 1114902"/>
              <a:gd name="csX7570" fmla="*/ 1308350 w 1728164"/>
              <a:gd name="csY7570" fmla="*/ 1014906 h 1114902"/>
              <a:gd name="csX7571" fmla="*/ 1308528 w 1728164"/>
              <a:gd name="csY7571" fmla="*/ 1015102 h 1114902"/>
              <a:gd name="csX7572" fmla="*/ 1308697 w 1728164"/>
              <a:gd name="csY7572" fmla="*/ 1015298 h 1114902"/>
              <a:gd name="csX7573" fmla="*/ 1308866 w 1728164"/>
              <a:gd name="csY7573" fmla="*/ 1015502 h 1114902"/>
              <a:gd name="csX7574" fmla="*/ 1309044 w 1728164"/>
              <a:gd name="csY7574" fmla="*/ 1015698 h 1114902"/>
              <a:gd name="csX7575" fmla="*/ 1309213 w 1728164"/>
              <a:gd name="csY7575" fmla="*/ 1015894 h 1114902"/>
              <a:gd name="csX7576" fmla="*/ 1309391 w 1728164"/>
              <a:gd name="csY7576" fmla="*/ 1016090 h 1114902"/>
              <a:gd name="csX7577" fmla="*/ 1309560 w 1728164"/>
              <a:gd name="csY7577" fmla="*/ 1016285 h 1114902"/>
              <a:gd name="csX7578" fmla="*/ 1309738 w 1728164"/>
              <a:gd name="csY7578" fmla="*/ 1016490 h 1114902"/>
              <a:gd name="csX7579" fmla="*/ 1309907 w 1728164"/>
              <a:gd name="csY7579" fmla="*/ 1016686 h 1114902"/>
              <a:gd name="csX7580" fmla="*/ 1310076 w 1728164"/>
              <a:gd name="csY7580" fmla="*/ 1016881 h 1114902"/>
              <a:gd name="csX7581" fmla="*/ 1310254 w 1728164"/>
              <a:gd name="csY7581" fmla="*/ 1017077 h 1114902"/>
              <a:gd name="csX7582" fmla="*/ 1310423 w 1728164"/>
              <a:gd name="csY7582" fmla="*/ 1017273 h 1114902"/>
              <a:gd name="csX7583" fmla="*/ 1310601 w 1728164"/>
              <a:gd name="csY7583" fmla="*/ 1017469 h 1114902"/>
              <a:gd name="csX7584" fmla="*/ 1310770 w 1728164"/>
              <a:gd name="csY7584" fmla="*/ 1017655 h 1114902"/>
              <a:gd name="csX7585" fmla="*/ 1310948 w 1728164"/>
              <a:gd name="csY7585" fmla="*/ 1017851 h 1114902"/>
              <a:gd name="csX7586" fmla="*/ 1311117 w 1728164"/>
              <a:gd name="csY7586" fmla="*/ 1018047 h 1114902"/>
              <a:gd name="csX7587" fmla="*/ 1311286 w 1728164"/>
              <a:gd name="csY7587" fmla="*/ 1018243 h 1114902"/>
              <a:gd name="csX7588" fmla="*/ 1311464 w 1728164"/>
              <a:gd name="csY7588" fmla="*/ 1018438 h 1114902"/>
              <a:gd name="csX7589" fmla="*/ 1311633 w 1728164"/>
              <a:gd name="csY7589" fmla="*/ 1018625 h 1114902"/>
              <a:gd name="csX7590" fmla="*/ 1311811 w 1728164"/>
              <a:gd name="csY7590" fmla="*/ 1018821 h 1114902"/>
              <a:gd name="csX7591" fmla="*/ 1311980 w 1728164"/>
              <a:gd name="csY7591" fmla="*/ 1019017 h 1114902"/>
              <a:gd name="csX7592" fmla="*/ 1312158 w 1728164"/>
              <a:gd name="csY7592" fmla="*/ 1019203 h 1114902"/>
              <a:gd name="csX7593" fmla="*/ 1312327 w 1728164"/>
              <a:gd name="csY7593" fmla="*/ 1019399 h 1114902"/>
              <a:gd name="csX7594" fmla="*/ 1312496 w 1728164"/>
              <a:gd name="csY7594" fmla="*/ 1019586 h 1114902"/>
              <a:gd name="csX7595" fmla="*/ 1312674 w 1728164"/>
              <a:gd name="csY7595" fmla="*/ 1019782 h 1114902"/>
              <a:gd name="csX7596" fmla="*/ 1312843 w 1728164"/>
              <a:gd name="csY7596" fmla="*/ 1019968 h 1114902"/>
              <a:gd name="csX7597" fmla="*/ 1313021 w 1728164"/>
              <a:gd name="csY7597" fmla="*/ 1020164 h 1114902"/>
              <a:gd name="csX7598" fmla="*/ 1313190 w 1728164"/>
              <a:gd name="csY7598" fmla="*/ 1020351 h 1114902"/>
              <a:gd name="csX7599" fmla="*/ 1313368 w 1728164"/>
              <a:gd name="csY7599" fmla="*/ 1020538 h 1114902"/>
              <a:gd name="csX7600" fmla="*/ 1313537 w 1728164"/>
              <a:gd name="csY7600" fmla="*/ 1020733 h 1114902"/>
              <a:gd name="csX7601" fmla="*/ 1313706 w 1728164"/>
              <a:gd name="csY7601" fmla="*/ 1020920 h 1114902"/>
              <a:gd name="csX7602" fmla="*/ 1313884 w 1728164"/>
              <a:gd name="csY7602" fmla="*/ 1021107 h 1114902"/>
              <a:gd name="csX7603" fmla="*/ 1314053 w 1728164"/>
              <a:gd name="csY7603" fmla="*/ 1021303 h 1114902"/>
              <a:gd name="csX7604" fmla="*/ 1314231 w 1728164"/>
              <a:gd name="csY7604" fmla="*/ 1021490 h 1114902"/>
              <a:gd name="csX7605" fmla="*/ 1314400 w 1728164"/>
              <a:gd name="csY7605" fmla="*/ 1021677 h 1114902"/>
              <a:gd name="csX7606" fmla="*/ 1314578 w 1728164"/>
              <a:gd name="csY7606" fmla="*/ 1021863 h 1114902"/>
              <a:gd name="csX7607" fmla="*/ 1314747 w 1728164"/>
              <a:gd name="csY7607" fmla="*/ 1022050 h 1114902"/>
              <a:gd name="csX7608" fmla="*/ 1314916 w 1728164"/>
              <a:gd name="csY7608" fmla="*/ 1022237 h 1114902"/>
              <a:gd name="csX7609" fmla="*/ 1315094 w 1728164"/>
              <a:gd name="csY7609" fmla="*/ 1022424 h 1114902"/>
              <a:gd name="csX7610" fmla="*/ 1315263 w 1728164"/>
              <a:gd name="csY7610" fmla="*/ 1022611 h 1114902"/>
              <a:gd name="csX7611" fmla="*/ 1315441 w 1728164"/>
              <a:gd name="csY7611" fmla="*/ 1022797 h 1114902"/>
              <a:gd name="csX7612" fmla="*/ 1315610 w 1728164"/>
              <a:gd name="csY7612" fmla="*/ 1022984 h 1114902"/>
              <a:gd name="csX7613" fmla="*/ 1315788 w 1728164"/>
              <a:gd name="csY7613" fmla="*/ 1023171 h 1114902"/>
              <a:gd name="csX7614" fmla="*/ 1315957 w 1728164"/>
              <a:gd name="csY7614" fmla="*/ 1023358 h 1114902"/>
              <a:gd name="csX7615" fmla="*/ 1316126 w 1728164"/>
              <a:gd name="csY7615" fmla="*/ 1023545 h 1114902"/>
              <a:gd name="csX7616" fmla="*/ 1316304 w 1728164"/>
              <a:gd name="csY7616" fmla="*/ 1023723 h 1114902"/>
              <a:gd name="csX7617" fmla="*/ 1316473 w 1728164"/>
              <a:gd name="csY7617" fmla="*/ 1023910 h 1114902"/>
              <a:gd name="csX7618" fmla="*/ 1316651 w 1728164"/>
              <a:gd name="csY7618" fmla="*/ 1024096 h 1114902"/>
              <a:gd name="csX7619" fmla="*/ 1316820 w 1728164"/>
              <a:gd name="csY7619" fmla="*/ 1024283 h 1114902"/>
              <a:gd name="csX7620" fmla="*/ 1316998 w 1728164"/>
              <a:gd name="csY7620" fmla="*/ 1024461 h 1114902"/>
              <a:gd name="csX7621" fmla="*/ 1317167 w 1728164"/>
              <a:gd name="csY7621" fmla="*/ 1024648 h 1114902"/>
              <a:gd name="csX7622" fmla="*/ 1317336 w 1728164"/>
              <a:gd name="csY7622" fmla="*/ 1024835 h 1114902"/>
              <a:gd name="csX7623" fmla="*/ 1317514 w 1728164"/>
              <a:gd name="csY7623" fmla="*/ 1025013 h 1114902"/>
              <a:gd name="csX7624" fmla="*/ 1317683 w 1728164"/>
              <a:gd name="csY7624" fmla="*/ 1025199 h 1114902"/>
              <a:gd name="csX7625" fmla="*/ 1317861 w 1728164"/>
              <a:gd name="csY7625" fmla="*/ 1025377 h 1114902"/>
              <a:gd name="csX7626" fmla="*/ 1318030 w 1728164"/>
              <a:gd name="csY7626" fmla="*/ 1025564 h 1114902"/>
              <a:gd name="csX7627" fmla="*/ 1318199 w 1728164"/>
              <a:gd name="csY7627" fmla="*/ 1025742 h 1114902"/>
              <a:gd name="csX7628" fmla="*/ 1318377 w 1728164"/>
              <a:gd name="csY7628" fmla="*/ 1025920 h 1114902"/>
              <a:gd name="csX7629" fmla="*/ 1318546 w 1728164"/>
              <a:gd name="csY7629" fmla="*/ 1026107 h 1114902"/>
              <a:gd name="csX7630" fmla="*/ 1318724 w 1728164"/>
              <a:gd name="csY7630" fmla="*/ 1026285 h 1114902"/>
              <a:gd name="csX7631" fmla="*/ 1318893 w 1728164"/>
              <a:gd name="csY7631" fmla="*/ 1026463 h 1114902"/>
              <a:gd name="csX7632" fmla="*/ 1319070 w 1728164"/>
              <a:gd name="csY7632" fmla="*/ 1026650 h 1114902"/>
              <a:gd name="csX7633" fmla="*/ 1319239 w 1728164"/>
              <a:gd name="csY7633" fmla="*/ 1026828 h 1114902"/>
              <a:gd name="csX7634" fmla="*/ 1319409 w 1728164"/>
              <a:gd name="csY7634" fmla="*/ 1027006 h 1114902"/>
              <a:gd name="csX7635" fmla="*/ 1319586 w 1728164"/>
              <a:gd name="csY7635" fmla="*/ 1027183 h 1114902"/>
              <a:gd name="csX7636" fmla="*/ 1319756 w 1728164"/>
              <a:gd name="csY7636" fmla="*/ 1027361 h 1114902"/>
              <a:gd name="csX7637" fmla="*/ 1319933 w 1728164"/>
              <a:gd name="csY7637" fmla="*/ 1027539 h 1114902"/>
              <a:gd name="csX7638" fmla="*/ 1320103 w 1728164"/>
              <a:gd name="csY7638" fmla="*/ 1027717 h 1114902"/>
              <a:gd name="csX7639" fmla="*/ 1320280 w 1728164"/>
              <a:gd name="csY7639" fmla="*/ 1027895 h 1114902"/>
              <a:gd name="csX7640" fmla="*/ 1320449 w 1728164"/>
              <a:gd name="csY7640" fmla="*/ 1028073 h 1114902"/>
              <a:gd name="csX7641" fmla="*/ 1320618 w 1728164"/>
              <a:gd name="csY7641" fmla="*/ 1028251 h 1114902"/>
              <a:gd name="csX7642" fmla="*/ 1320796 w 1728164"/>
              <a:gd name="csY7642" fmla="*/ 1028429 h 1114902"/>
              <a:gd name="csX7643" fmla="*/ 1320965 w 1728164"/>
              <a:gd name="csY7643" fmla="*/ 1028607 h 1114902"/>
              <a:gd name="csX7644" fmla="*/ 1321143 w 1728164"/>
              <a:gd name="csY7644" fmla="*/ 1028785 h 1114902"/>
              <a:gd name="csX7645" fmla="*/ 1321312 w 1728164"/>
              <a:gd name="csY7645" fmla="*/ 1028963 h 1114902"/>
              <a:gd name="csX7646" fmla="*/ 1321490 w 1728164"/>
              <a:gd name="csY7646" fmla="*/ 1029141 h 1114902"/>
              <a:gd name="csX7647" fmla="*/ 1321659 w 1728164"/>
              <a:gd name="csY7647" fmla="*/ 1029310 h 1114902"/>
              <a:gd name="csX7648" fmla="*/ 1321828 w 1728164"/>
              <a:gd name="csY7648" fmla="*/ 1029488 h 1114902"/>
              <a:gd name="csX7649" fmla="*/ 1322006 w 1728164"/>
              <a:gd name="csY7649" fmla="*/ 1029666 h 1114902"/>
              <a:gd name="csX7650" fmla="*/ 1322175 w 1728164"/>
              <a:gd name="csY7650" fmla="*/ 1029835 h 1114902"/>
              <a:gd name="csX7651" fmla="*/ 1322353 w 1728164"/>
              <a:gd name="csY7651" fmla="*/ 1030013 h 1114902"/>
              <a:gd name="csX7652" fmla="*/ 1322522 w 1728164"/>
              <a:gd name="csY7652" fmla="*/ 1030190 h 1114902"/>
              <a:gd name="csX7653" fmla="*/ 1322700 w 1728164"/>
              <a:gd name="csY7653" fmla="*/ 1030359 h 1114902"/>
              <a:gd name="csX7654" fmla="*/ 1322869 w 1728164"/>
              <a:gd name="csY7654" fmla="*/ 1030537 h 1114902"/>
              <a:gd name="csX7655" fmla="*/ 1323038 w 1728164"/>
              <a:gd name="csY7655" fmla="*/ 1030706 h 1114902"/>
              <a:gd name="csX7656" fmla="*/ 1323216 w 1728164"/>
              <a:gd name="csY7656" fmla="*/ 1030884 h 1114902"/>
              <a:gd name="csX7657" fmla="*/ 1323385 w 1728164"/>
              <a:gd name="csY7657" fmla="*/ 1031053 h 1114902"/>
              <a:gd name="csX7658" fmla="*/ 1323563 w 1728164"/>
              <a:gd name="csY7658" fmla="*/ 1031231 h 1114902"/>
              <a:gd name="csX7659" fmla="*/ 1323732 w 1728164"/>
              <a:gd name="csY7659" fmla="*/ 1031400 h 1114902"/>
              <a:gd name="csX7660" fmla="*/ 1323910 w 1728164"/>
              <a:gd name="csY7660" fmla="*/ 1031569 h 1114902"/>
              <a:gd name="csX7661" fmla="*/ 1324079 w 1728164"/>
              <a:gd name="csY7661" fmla="*/ 1031747 h 1114902"/>
              <a:gd name="csX7662" fmla="*/ 1324248 w 1728164"/>
              <a:gd name="csY7662" fmla="*/ 1031916 h 1114902"/>
              <a:gd name="csX7663" fmla="*/ 1324426 w 1728164"/>
              <a:gd name="csY7663" fmla="*/ 1032085 h 1114902"/>
              <a:gd name="csX7664" fmla="*/ 1324595 w 1728164"/>
              <a:gd name="csY7664" fmla="*/ 1032254 h 1114902"/>
              <a:gd name="csX7665" fmla="*/ 1324773 w 1728164"/>
              <a:gd name="csY7665" fmla="*/ 1032423 h 1114902"/>
              <a:gd name="csX7666" fmla="*/ 1324942 w 1728164"/>
              <a:gd name="csY7666" fmla="*/ 1032601 h 1114902"/>
              <a:gd name="csX7667" fmla="*/ 1325120 w 1728164"/>
              <a:gd name="csY7667" fmla="*/ 1032770 h 1114902"/>
              <a:gd name="csX7668" fmla="*/ 1325289 w 1728164"/>
              <a:gd name="csY7668" fmla="*/ 1032939 h 1114902"/>
              <a:gd name="csX7669" fmla="*/ 1325458 w 1728164"/>
              <a:gd name="csY7669" fmla="*/ 1033108 h 1114902"/>
              <a:gd name="csX7670" fmla="*/ 1325636 w 1728164"/>
              <a:gd name="csY7670" fmla="*/ 1033278 h 1114902"/>
              <a:gd name="csX7671" fmla="*/ 1325805 w 1728164"/>
              <a:gd name="csY7671" fmla="*/ 1033447 h 1114902"/>
              <a:gd name="csX7672" fmla="*/ 1325983 w 1728164"/>
              <a:gd name="csY7672" fmla="*/ 1033616 h 1114902"/>
              <a:gd name="csX7673" fmla="*/ 1326152 w 1728164"/>
              <a:gd name="csY7673" fmla="*/ 1033785 h 1114902"/>
              <a:gd name="csX7674" fmla="*/ 1326330 w 1728164"/>
              <a:gd name="csY7674" fmla="*/ 1033954 h 1114902"/>
              <a:gd name="csX7675" fmla="*/ 1326499 w 1728164"/>
              <a:gd name="csY7675" fmla="*/ 1034114 h 1114902"/>
              <a:gd name="csX7676" fmla="*/ 1326668 w 1728164"/>
              <a:gd name="csY7676" fmla="*/ 1034283 h 1114902"/>
              <a:gd name="csX7677" fmla="*/ 1326846 w 1728164"/>
              <a:gd name="csY7677" fmla="*/ 1034452 h 1114902"/>
              <a:gd name="csX7678" fmla="*/ 1327015 w 1728164"/>
              <a:gd name="csY7678" fmla="*/ 1034621 h 1114902"/>
              <a:gd name="csX7679" fmla="*/ 1327193 w 1728164"/>
              <a:gd name="csY7679" fmla="*/ 1034790 h 1114902"/>
              <a:gd name="csX7680" fmla="*/ 1327362 w 1728164"/>
              <a:gd name="csY7680" fmla="*/ 1034950 h 1114902"/>
              <a:gd name="csX7681" fmla="*/ 1327540 w 1728164"/>
              <a:gd name="csY7681" fmla="*/ 1035119 h 1114902"/>
              <a:gd name="csX7682" fmla="*/ 1327709 w 1728164"/>
              <a:gd name="csY7682" fmla="*/ 1035288 h 1114902"/>
              <a:gd name="csX7683" fmla="*/ 1327878 w 1728164"/>
              <a:gd name="csY7683" fmla="*/ 1035448 h 1114902"/>
              <a:gd name="csX7684" fmla="*/ 1328056 w 1728164"/>
              <a:gd name="csY7684" fmla="*/ 1035617 h 1114902"/>
              <a:gd name="csX7685" fmla="*/ 1328225 w 1728164"/>
              <a:gd name="csY7685" fmla="*/ 1035777 h 1114902"/>
              <a:gd name="csX7686" fmla="*/ 1328403 w 1728164"/>
              <a:gd name="csY7686" fmla="*/ 1035946 h 1114902"/>
              <a:gd name="csX7687" fmla="*/ 1328572 w 1728164"/>
              <a:gd name="csY7687" fmla="*/ 1036107 h 1114902"/>
              <a:gd name="csX7688" fmla="*/ 1328750 w 1728164"/>
              <a:gd name="csY7688" fmla="*/ 1036276 h 1114902"/>
              <a:gd name="csX7689" fmla="*/ 1328919 w 1728164"/>
              <a:gd name="csY7689" fmla="*/ 1036436 h 1114902"/>
              <a:gd name="csX7690" fmla="*/ 1329088 w 1728164"/>
              <a:gd name="csY7690" fmla="*/ 1036605 h 1114902"/>
              <a:gd name="csX7691" fmla="*/ 1329266 w 1728164"/>
              <a:gd name="csY7691" fmla="*/ 1036765 h 1114902"/>
              <a:gd name="csX7692" fmla="*/ 1329435 w 1728164"/>
              <a:gd name="csY7692" fmla="*/ 1036925 h 1114902"/>
              <a:gd name="csX7693" fmla="*/ 1329613 w 1728164"/>
              <a:gd name="csY7693" fmla="*/ 1037094 h 1114902"/>
              <a:gd name="csX7694" fmla="*/ 1329782 w 1728164"/>
              <a:gd name="csY7694" fmla="*/ 1037254 h 1114902"/>
              <a:gd name="csX7695" fmla="*/ 1329960 w 1728164"/>
              <a:gd name="csY7695" fmla="*/ 1037414 h 1114902"/>
              <a:gd name="csX7696" fmla="*/ 1330129 w 1728164"/>
              <a:gd name="csY7696" fmla="*/ 1037574 h 1114902"/>
              <a:gd name="csX7697" fmla="*/ 1330298 w 1728164"/>
              <a:gd name="csY7697" fmla="*/ 1037735 h 1114902"/>
              <a:gd name="csX7698" fmla="*/ 1330476 w 1728164"/>
              <a:gd name="csY7698" fmla="*/ 1037904 h 1114902"/>
              <a:gd name="csX7699" fmla="*/ 1330645 w 1728164"/>
              <a:gd name="csY7699" fmla="*/ 1038064 h 1114902"/>
              <a:gd name="csX7700" fmla="*/ 1330823 w 1728164"/>
              <a:gd name="csY7700" fmla="*/ 1038224 h 1114902"/>
              <a:gd name="csX7701" fmla="*/ 1330992 w 1728164"/>
              <a:gd name="csY7701" fmla="*/ 1038384 h 1114902"/>
              <a:gd name="csX7702" fmla="*/ 1331170 w 1728164"/>
              <a:gd name="csY7702" fmla="*/ 1038544 h 1114902"/>
              <a:gd name="csX7703" fmla="*/ 1331339 w 1728164"/>
              <a:gd name="csY7703" fmla="*/ 1038704 h 1114902"/>
              <a:gd name="csX7704" fmla="*/ 1331508 w 1728164"/>
              <a:gd name="csY7704" fmla="*/ 1038864 h 1114902"/>
              <a:gd name="csX7705" fmla="*/ 1331686 w 1728164"/>
              <a:gd name="csY7705" fmla="*/ 1039025 h 1114902"/>
              <a:gd name="csX7706" fmla="*/ 1331855 w 1728164"/>
              <a:gd name="csY7706" fmla="*/ 1039185 h 1114902"/>
              <a:gd name="csX7707" fmla="*/ 1332033 w 1728164"/>
              <a:gd name="csY7707" fmla="*/ 1039336 h 1114902"/>
              <a:gd name="csX7708" fmla="*/ 1332202 w 1728164"/>
              <a:gd name="csY7708" fmla="*/ 1039496 h 1114902"/>
              <a:gd name="csX7709" fmla="*/ 1332380 w 1728164"/>
              <a:gd name="csY7709" fmla="*/ 1039656 h 1114902"/>
              <a:gd name="csX7710" fmla="*/ 1332549 w 1728164"/>
              <a:gd name="csY7710" fmla="*/ 1039816 h 1114902"/>
              <a:gd name="csX7711" fmla="*/ 1332718 w 1728164"/>
              <a:gd name="csY7711" fmla="*/ 1039976 h 1114902"/>
              <a:gd name="csX7712" fmla="*/ 1332896 w 1728164"/>
              <a:gd name="csY7712" fmla="*/ 1040128 h 1114902"/>
              <a:gd name="csX7713" fmla="*/ 1333065 w 1728164"/>
              <a:gd name="csY7713" fmla="*/ 1040288 h 1114902"/>
              <a:gd name="csX7714" fmla="*/ 1333242 w 1728164"/>
              <a:gd name="csY7714" fmla="*/ 1040448 h 1114902"/>
              <a:gd name="csX7715" fmla="*/ 1333412 w 1728164"/>
              <a:gd name="csY7715" fmla="*/ 1040599 h 1114902"/>
              <a:gd name="csX7716" fmla="*/ 1333589 w 1728164"/>
              <a:gd name="csY7716" fmla="*/ 1040759 h 1114902"/>
              <a:gd name="csX7717" fmla="*/ 1333759 w 1728164"/>
              <a:gd name="csY7717" fmla="*/ 1040911 h 1114902"/>
              <a:gd name="csX7718" fmla="*/ 1333928 w 1728164"/>
              <a:gd name="csY7718" fmla="*/ 1041071 h 1114902"/>
              <a:gd name="csX7719" fmla="*/ 1334106 w 1728164"/>
              <a:gd name="csY7719" fmla="*/ 1041222 h 1114902"/>
              <a:gd name="csX7720" fmla="*/ 1334275 w 1728164"/>
              <a:gd name="csY7720" fmla="*/ 1041382 h 1114902"/>
              <a:gd name="csX7721" fmla="*/ 1334452 w 1728164"/>
              <a:gd name="csY7721" fmla="*/ 1041533 h 1114902"/>
              <a:gd name="csX7722" fmla="*/ 1334621 w 1728164"/>
              <a:gd name="csY7722" fmla="*/ 1041694 h 1114902"/>
              <a:gd name="csX7723" fmla="*/ 1334799 w 1728164"/>
              <a:gd name="csY7723" fmla="*/ 1041845 h 1114902"/>
              <a:gd name="csX7724" fmla="*/ 1334968 w 1728164"/>
              <a:gd name="csY7724" fmla="*/ 1042005 h 1114902"/>
              <a:gd name="csX7725" fmla="*/ 1335137 w 1728164"/>
              <a:gd name="csY7725" fmla="*/ 1042156 h 1114902"/>
              <a:gd name="csX7726" fmla="*/ 1335315 w 1728164"/>
              <a:gd name="csY7726" fmla="*/ 1042307 h 1114902"/>
              <a:gd name="csX7727" fmla="*/ 1335484 w 1728164"/>
              <a:gd name="csY7727" fmla="*/ 1042459 h 1114902"/>
              <a:gd name="csX7728" fmla="*/ 1335662 w 1728164"/>
              <a:gd name="csY7728" fmla="*/ 1042619 h 1114902"/>
              <a:gd name="csX7729" fmla="*/ 1335831 w 1728164"/>
              <a:gd name="csY7729" fmla="*/ 1042770 h 1114902"/>
              <a:gd name="csX7730" fmla="*/ 1336009 w 1728164"/>
              <a:gd name="csY7730" fmla="*/ 1042921 h 1114902"/>
              <a:gd name="csX7731" fmla="*/ 1336178 w 1728164"/>
              <a:gd name="csY7731" fmla="*/ 1043073 h 1114902"/>
              <a:gd name="csX7732" fmla="*/ 1336347 w 1728164"/>
              <a:gd name="csY7732" fmla="*/ 1043224 h 1114902"/>
              <a:gd name="csX7733" fmla="*/ 1336525 w 1728164"/>
              <a:gd name="csY7733" fmla="*/ 1043375 h 1114902"/>
              <a:gd name="csX7734" fmla="*/ 1336694 w 1728164"/>
              <a:gd name="csY7734" fmla="*/ 1043526 h 1114902"/>
              <a:gd name="csX7735" fmla="*/ 1336872 w 1728164"/>
              <a:gd name="csY7735" fmla="*/ 1043677 h 1114902"/>
              <a:gd name="csX7736" fmla="*/ 1337041 w 1728164"/>
              <a:gd name="csY7736" fmla="*/ 1043829 h 1114902"/>
              <a:gd name="csX7737" fmla="*/ 1337210 w 1728164"/>
              <a:gd name="csY7737" fmla="*/ 1043980 h 1114902"/>
              <a:gd name="csX7738" fmla="*/ 1337388 w 1728164"/>
              <a:gd name="csY7738" fmla="*/ 1044131 h 1114902"/>
              <a:gd name="csX7739" fmla="*/ 1337557 w 1728164"/>
              <a:gd name="csY7739" fmla="*/ 1044282 h 1114902"/>
              <a:gd name="csX7740" fmla="*/ 1337735 w 1728164"/>
              <a:gd name="csY7740" fmla="*/ 1044434 h 1114902"/>
              <a:gd name="csX7741" fmla="*/ 1337904 w 1728164"/>
              <a:gd name="csY7741" fmla="*/ 1044585 h 1114902"/>
              <a:gd name="csX7742" fmla="*/ 1338082 w 1728164"/>
              <a:gd name="csY7742" fmla="*/ 1044736 h 1114902"/>
              <a:gd name="csX7743" fmla="*/ 1338251 w 1728164"/>
              <a:gd name="csY7743" fmla="*/ 1044887 h 1114902"/>
              <a:gd name="csX7744" fmla="*/ 1338420 w 1728164"/>
              <a:gd name="csY7744" fmla="*/ 1045030 h 1114902"/>
              <a:gd name="csX7745" fmla="*/ 1338598 w 1728164"/>
              <a:gd name="csY7745" fmla="*/ 1045181 h 1114902"/>
              <a:gd name="csX7746" fmla="*/ 1338767 w 1728164"/>
              <a:gd name="csY7746" fmla="*/ 1045332 h 1114902"/>
              <a:gd name="csX7747" fmla="*/ 1338945 w 1728164"/>
              <a:gd name="csY7747" fmla="*/ 1045475 h 1114902"/>
              <a:gd name="csX7748" fmla="*/ 1339114 w 1728164"/>
              <a:gd name="csY7748" fmla="*/ 1045626 h 1114902"/>
              <a:gd name="csX7749" fmla="*/ 1339292 w 1728164"/>
              <a:gd name="csY7749" fmla="*/ 1045777 h 1114902"/>
              <a:gd name="csX7750" fmla="*/ 1339461 w 1728164"/>
              <a:gd name="csY7750" fmla="*/ 1045919 h 1114902"/>
              <a:gd name="csX7751" fmla="*/ 1339630 w 1728164"/>
              <a:gd name="csY7751" fmla="*/ 1046071 h 1114902"/>
              <a:gd name="csX7752" fmla="*/ 1339808 w 1728164"/>
              <a:gd name="csY7752" fmla="*/ 1046213 h 1114902"/>
              <a:gd name="csX7753" fmla="*/ 1339977 w 1728164"/>
              <a:gd name="csY7753" fmla="*/ 1046364 h 1114902"/>
              <a:gd name="csX7754" fmla="*/ 1340155 w 1728164"/>
              <a:gd name="csY7754" fmla="*/ 1046507 h 1114902"/>
              <a:gd name="csX7755" fmla="*/ 1340324 w 1728164"/>
              <a:gd name="csY7755" fmla="*/ 1046658 h 1114902"/>
              <a:gd name="csX7756" fmla="*/ 1340502 w 1728164"/>
              <a:gd name="csY7756" fmla="*/ 1046800 h 1114902"/>
              <a:gd name="csX7757" fmla="*/ 1340671 w 1728164"/>
              <a:gd name="csY7757" fmla="*/ 1046942 h 1114902"/>
              <a:gd name="csX7758" fmla="*/ 1340840 w 1728164"/>
              <a:gd name="csY7758" fmla="*/ 1047094 h 1114902"/>
              <a:gd name="csX7759" fmla="*/ 1341018 w 1728164"/>
              <a:gd name="csY7759" fmla="*/ 1047236 h 1114902"/>
              <a:gd name="csX7760" fmla="*/ 1341187 w 1728164"/>
              <a:gd name="csY7760" fmla="*/ 1047378 h 1114902"/>
              <a:gd name="csX7761" fmla="*/ 1341365 w 1728164"/>
              <a:gd name="csY7761" fmla="*/ 1047530 h 1114902"/>
              <a:gd name="csX7762" fmla="*/ 1341534 w 1728164"/>
              <a:gd name="csY7762" fmla="*/ 1047672 h 1114902"/>
              <a:gd name="csX7763" fmla="*/ 1341712 w 1728164"/>
              <a:gd name="csY7763" fmla="*/ 1047814 h 1114902"/>
              <a:gd name="csX7764" fmla="*/ 1341881 w 1728164"/>
              <a:gd name="csY7764" fmla="*/ 1047957 h 1114902"/>
              <a:gd name="csX7765" fmla="*/ 1342050 w 1728164"/>
              <a:gd name="csY7765" fmla="*/ 1048099 h 1114902"/>
              <a:gd name="csX7766" fmla="*/ 1342228 w 1728164"/>
              <a:gd name="csY7766" fmla="*/ 1048250 h 1114902"/>
              <a:gd name="csX7767" fmla="*/ 1342397 w 1728164"/>
              <a:gd name="csY7767" fmla="*/ 1048393 h 1114902"/>
              <a:gd name="csX7768" fmla="*/ 1342575 w 1728164"/>
              <a:gd name="csY7768" fmla="*/ 1048535 h 1114902"/>
              <a:gd name="csX7769" fmla="*/ 1342744 w 1728164"/>
              <a:gd name="csY7769" fmla="*/ 1048677 h 1114902"/>
              <a:gd name="csX7770" fmla="*/ 1342922 w 1728164"/>
              <a:gd name="csY7770" fmla="*/ 1048820 h 1114902"/>
              <a:gd name="csX7771" fmla="*/ 1343091 w 1728164"/>
              <a:gd name="csY7771" fmla="*/ 1048962 h 1114902"/>
              <a:gd name="csX7772" fmla="*/ 1343260 w 1728164"/>
              <a:gd name="csY7772" fmla="*/ 1049104 h 1114902"/>
              <a:gd name="csX7773" fmla="*/ 1343438 w 1728164"/>
              <a:gd name="csY7773" fmla="*/ 1049247 h 1114902"/>
              <a:gd name="csX7774" fmla="*/ 1343607 w 1728164"/>
              <a:gd name="csY7774" fmla="*/ 1049389 h 1114902"/>
              <a:gd name="csX7775" fmla="*/ 1343785 w 1728164"/>
              <a:gd name="csY7775" fmla="*/ 1049522 h 1114902"/>
              <a:gd name="csX7776" fmla="*/ 1343954 w 1728164"/>
              <a:gd name="csY7776" fmla="*/ 1049665 h 1114902"/>
              <a:gd name="csX7777" fmla="*/ 1344132 w 1728164"/>
              <a:gd name="csY7777" fmla="*/ 1049807 h 1114902"/>
              <a:gd name="csX7778" fmla="*/ 1344301 w 1728164"/>
              <a:gd name="csY7778" fmla="*/ 1049950 h 1114902"/>
              <a:gd name="csX7779" fmla="*/ 1344470 w 1728164"/>
              <a:gd name="csY7779" fmla="*/ 1050092 h 1114902"/>
              <a:gd name="csX7780" fmla="*/ 1344648 w 1728164"/>
              <a:gd name="csY7780" fmla="*/ 1050225 h 1114902"/>
              <a:gd name="csX7781" fmla="*/ 1344817 w 1728164"/>
              <a:gd name="csY7781" fmla="*/ 1050368 h 1114902"/>
              <a:gd name="csX7782" fmla="*/ 1344995 w 1728164"/>
              <a:gd name="csY7782" fmla="*/ 1050510 h 1114902"/>
              <a:gd name="csX7783" fmla="*/ 1345164 w 1728164"/>
              <a:gd name="csY7783" fmla="*/ 1050643 h 1114902"/>
              <a:gd name="csX7784" fmla="*/ 1345342 w 1728164"/>
              <a:gd name="csY7784" fmla="*/ 1050786 h 1114902"/>
              <a:gd name="csX7785" fmla="*/ 1345511 w 1728164"/>
              <a:gd name="csY7785" fmla="*/ 1050928 h 1114902"/>
              <a:gd name="csX7786" fmla="*/ 1345680 w 1728164"/>
              <a:gd name="csY7786" fmla="*/ 1051062 h 1114902"/>
              <a:gd name="csX7787" fmla="*/ 1345858 w 1728164"/>
              <a:gd name="csY7787" fmla="*/ 1051204 h 1114902"/>
              <a:gd name="csX7788" fmla="*/ 1346027 w 1728164"/>
              <a:gd name="csY7788" fmla="*/ 1051337 h 1114902"/>
              <a:gd name="csX7789" fmla="*/ 1346205 w 1728164"/>
              <a:gd name="csY7789" fmla="*/ 1051480 h 1114902"/>
              <a:gd name="csX7790" fmla="*/ 1346374 w 1728164"/>
              <a:gd name="csY7790" fmla="*/ 1051613 h 1114902"/>
              <a:gd name="csX7791" fmla="*/ 1346552 w 1728164"/>
              <a:gd name="csY7791" fmla="*/ 1051747 h 1114902"/>
              <a:gd name="csX7792" fmla="*/ 1346721 w 1728164"/>
              <a:gd name="csY7792" fmla="*/ 1051889 h 1114902"/>
              <a:gd name="csX7793" fmla="*/ 1346890 w 1728164"/>
              <a:gd name="csY7793" fmla="*/ 1052022 h 1114902"/>
              <a:gd name="csX7794" fmla="*/ 1347068 w 1728164"/>
              <a:gd name="csY7794" fmla="*/ 1052165 h 1114902"/>
              <a:gd name="csX7795" fmla="*/ 1347237 w 1728164"/>
              <a:gd name="csY7795" fmla="*/ 1052298 h 1114902"/>
              <a:gd name="csX7796" fmla="*/ 1347415 w 1728164"/>
              <a:gd name="csY7796" fmla="*/ 1052432 h 1114902"/>
              <a:gd name="csX7797" fmla="*/ 1347584 w 1728164"/>
              <a:gd name="csY7797" fmla="*/ 1052565 h 1114902"/>
              <a:gd name="csX7798" fmla="*/ 1347762 w 1728164"/>
              <a:gd name="csY7798" fmla="*/ 1052707 h 1114902"/>
              <a:gd name="csX7799" fmla="*/ 1347931 w 1728164"/>
              <a:gd name="csY7799" fmla="*/ 1052841 h 1114902"/>
              <a:gd name="csX7800" fmla="*/ 1348100 w 1728164"/>
              <a:gd name="csY7800" fmla="*/ 1052974 h 1114902"/>
              <a:gd name="csX7801" fmla="*/ 1348278 w 1728164"/>
              <a:gd name="csY7801" fmla="*/ 1053108 h 1114902"/>
              <a:gd name="csX7802" fmla="*/ 1348447 w 1728164"/>
              <a:gd name="csY7802" fmla="*/ 1053241 h 1114902"/>
              <a:gd name="csX7803" fmla="*/ 1348624 w 1728164"/>
              <a:gd name="csY7803" fmla="*/ 1053375 h 1114902"/>
              <a:gd name="csX7804" fmla="*/ 1348794 w 1728164"/>
              <a:gd name="csY7804" fmla="*/ 1053508 h 1114902"/>
              <a:gd name="csX7805" fmla="*/ 1348971 w 1728164"/>
              <a:gd name="csY7805" fmla="*/ 1053642 h 1114902"/>
              <a:gd name="csX7806" fmla="*/ 1349140 w 1728164"/>
              <a:gd name="csY7806" fmla="*/ 1053775 h 1114902"/>
              <a:gd name="csX7807" fmla="*/ 1349310 w 1728164"/>
              <a:gd name="csY7807" fmla="*/ 1053908 h 1114902"/>
              <a:gd name="csX7808" fmla="*/ 1349487 w 1728164"/>
              <a:gd name="csY7808" fmla="*/ 1054042 h 1114902"/>
              <a:gd name="csX7809" fmla="*/ 1349656 w 1728164"/>
              <a:gd name="csY7809" fmla="*/ 1054175 h 1114902"/>
              <a:gd name="csX7810" fmla="*/ 1349834 w 1728164"/>
              <a:gd name="csY7810" fmla="*/ 1054309 h 1114902"/>
              <a:gd name="csX7811" fmla="*/ 1350003 w 1728164"/>
              <a:gd name="csY7811" fmla="*/ 1054442 h 1114902"/>
              <a:gd name="csX7812" fmla="*/ 1350181 w 1728164"/>
              <a:gd name="csY7812" fmla="*/ 1054576 h 1114902"/>
              <a:gd name="csX7813" fmla="*/ 1350350 w 1728164"/>
              <a:gd name="csY7813" fmla="*/ 1054709 h 1114902"/>
              <a:gd name="csX7814" fmla="*/ 1350519 w 1728164"/>
              <a:gd name="csY7814" fmla="*/ 1054843 h 1114902"/>
              <a:gd name="csX7815" fmla="*/ 1350697 w 1728164"/>
              <a:gd name="csY7815" fmla="*/ 1054967 h 1114902"/>
              <a:gd name="csX7816" fmla="*/ 1350866 w 1728164"/>
              <a:gd name="csY7816" fmla="*/ 1055100 h 1114902"/>
              <a:gd name="csX7817" fmla="*/ 1351044 w 1728164"/>
              <a:gd name="csY7817" fmla="*/ 1055234 h 1114902"/>
              <a:gd name="csX7818" fmla="*/ 1351213 w 1728164"/>
              <a:gd name="csY7818" fmla="*/ 1055367 h 1114902"/>
              <a:gd name="csX7819" fmla="*/ 1351391 w 1728164"/>
              <a:gd name="csY7819" fmla="*/ 1055492 h 1114902"/>
              <a:gd name="csX7820" fmla="*/ 1351560 w 1728164"/>
              <a:gd name="csY7820" fmla="*/ 1055625 h 1114902"/>
              <a:gd name="csX7821" fmla="*/ 1351729 w 1728164"/>
              <a:gd name="csY7821" fmla="*/ 1055750 h 1114902"/>
              <a:gd name="csX7822" fmla="*/ 1351907 w 1728164"/>
              <a:gd name="csY7822" fmla="*/ 1055883 h 1114902"/>
              <a:gd name="csX7823" fmla="*/ 1352076 w 1728164"/>
              <a:gd name="csY7823" fmla="*/ 1056017 h 1114902"/>
              <a:gd name="csX7824" fmla="*/ 1352254 w 1728164"/>
              <a:gd name="csY7824" fmla="*/ 1056141 h 1114902"/>
              <a:gd name="csX7825" fmla="*/ 1352423 w 1728164"/>
              <a:gd name="csY7825" fmla="*/ 1056275 h 1114902"/>
              <a:gd name="csX7826" fmla="*/ 1352601 w 1728164"/>
              <a:gd name="csY7826" fmla="*/ 1056399 h 1114902"/>
              <a:gd name="csX7827" fmla="*/ 1352770 w 1728164"/>
              <a:gd name="csY7827" fmla="*/ 1056524 h 1114902"/>
              <a:gd name="csX7828" fmla="*/ 1352939 w 1728164"/>
              <a:gd name="csY7828" fmla="*/ 1056657 h 1114902"/>
              <a:gd name="csX7829" fmla="*/ 1353117 w 1728164"/>
              <a:gd name="csY7829" fmla="*/ 1056782 h 1114902"/>
              <a:gd name="csX7830" fmla="*/ 1353286 w 1728164"/>
              <a:gd name="csY7830" fmla="*/ 1056915 h 1114902"/>
              <a:gd name="csX7831" fmla="*/ 1353464 w 1728164"/>
              <a:gd name="csY7831" fmla="*/ 1057040 h 1114902"/>
              <a:gd name="csX7832" fmla="*/ 1353633 w 1728164"/>
              <a:gd name="csY7832" fmla="*/ 1057165 h 1114902"/>
              <a:gd name="csX7833" fmla="*/ 1353811 w 1728164"/>
              <a:gd name="csY7833" fmla="*/ 1057298 h 1114902"/>
              <a:gd name="csX7834" fmla="*/ 1353980 w 1728164"/>
              <a:gd name="csY7834" fmla="*/ 1057423 h 1114902"/>
              <a:gd name="csX7835" fmla="*/ 1354149 w 1728164"/>
              <a:gd name="csY7835" fmla="*/ 1057547 h 1114902"/>
              <a:gd name="csX7836" fmla="*/ 1354327 w 1728164"/>
              <a:gd name="csY7836" fmla="*/ 1057672 h 1114902"/>
              <a:gd name="csX7837" fmla="*/ 1354496 w 1728164"/>
              <a:gd name="csY7837" fmla="*/ 1057805 h 1114902"/>
              <a:gd name="csX7838" fmla="*/ 1354674 w 1728164"/>
              <a:gd name="csY7838" fmla="*/ 1057930 h 1114902"/>
              <a:gd name="csX7839" fmla="*/ 1354843 w 1728164"/>
              <a:gd name="csY7839" fmla="*/ 1058054 h 1114902"/>
              <a:gd name="csX7840" fmla="*/ 1355021 w 1728164"/>
              <a:gd name="csY7840" fmla="*/ 1058179 h 1114902"/>
              <a:gd name="csX7841" fmla="*/ 1355190 w 1728164"/>
              <a:gd name="csY7841" fmla="*/ 1058303 h 1114902"/>
              <a:gd name="csX7842" fmla="*/ 1355359 w 1728164"/>
              <a:gd name="csY7842" fmla="*/ 1058428 h 1114902"/>
              <a:gd name="csX7843" fmla="*/ 1355537 w 1728164"/>
              <a:gd name="csY7843" fmla="*/ 1058552 h 1114902"/>
              <a:gd name="csX7844" fmla="*/ 1355706 w 1728164"/>
              <a:gd name="csY7844" fmla="*/ 1058677 h 1114902"/>
              <a:gd name="csX7845" fmla="*/ 1355884 w 1728164"/>
              <a:gd name="csY7845" fmla="*/ 1058801 h 1114902"/>
              <a:gd name="csX7846" fmla="*/ 1356053 w 1728164"/>
              <a:gd name="csY7846" fmla="*/ 1058926 h 1114902"/>
              <a:gd name="csX7847" fmla="*/ 1356222 w 1728164"/>
              <a:gd name="csY7847" fmla="*/ 1059051 h 1114902"/>
              <a:gd name="csX7848" fmla="*/ 1356400 w 1728164"/>
              <a:gd name="csY7848" fmla="*/ 1059175 h 1114902"/>
              <a:gd name="csX7849" fmla="*/ 1356569 w 1728164"/>
              <a:gd name="csY7849" fmla="*/ 1059300 h 1114902"/>
              <a:gd name="csX7850" fmla="*/ 1356747 w 1728164"/>
              <a:gd name="csY7850" fmla="*/ 1059424 h 1114902"/>
              <a:gd name="csX7851" fmla="*/ 1356916 w 1728164"/>
              <a:gd name="csY7851" fmla="*/ 1059540 h 1114902"/>
              <a:gd name="csX7852" fmla="*/ 1357094 w 1728164"/>
              <a:gd name="csY7852" fmla="*/ 1059664 h 1114902"/>
              <a:gd name="csX7853" fmla="*/ 1357263 w 1728164"/>
              <a:gd name="csY7853" fmla="*/ 1059789 h 1114902"/>
              <a:gd name="csX7854" fmla="*/ 1357432 w 1728164"/>
              <a:gd name="csY7854" fmla="*/ 1059913 h 1114902"/>
              <a:gd name="csX7855" fmla="*/ 1357610 w 1728164"/>
              <a:gd name="csY7855" fmla="*/ 1060029 h 1114902"/>
              <a:gd name="csX7856" fmla="*/ 1357779 w 1728164"/>
              <a:gd name="csY7856" fmla="*/ 1060154 h 1114902"/>
              <a:gd name="csX7857" fmla="*/ 1357957 w 1728164"/>
              <a:gd name="csY7857" fmla="*/ 1060278 h 1114902"/>
              <a:gd name="csX7858" fmla="*/ 1358126 w 1728164"/>
              <a:gd name="csY7858" fmla="*/ 1060394 h 1114902"/>
              <a:gd name="csX7859" fmla="*/ 1358304 w 1728164"/>
              <a:gd name="csY7859" fmla="*/ 1060518 h 1114902"/>
              <a:gd name="csX7860" fmla="*/ 1358473 w 1728164"/>
              <a:gd name="csY7860" fmla="*/ 1060643 h 1114902"/>
              <a:gd name="csX7861" fmla="*/ 1358642 w 1728164"/>
              <a:gd name="csY7861" fmla="*/ 1060759 h 1114902"/>
              <a:gd name="csX7862" fmla="*/ 1358820 w 1728164"/>
              <a:gd name="csY7862" fmla="*/ 1060883 h 1114902"/>
              <a:gd name="csX7863" fmla="*/ 1358989 w 1728164"/>
              <a:gd name="csY7863" fmla="*/ 1060999 h 1114902"/>
              <a:gd name="csX7864" fmla="*/ 1359167 w 1728164"/>
              <a:gd name="csY7864" fmla="*/ 1061123 h 1114902"/>
              <a:gd name="csX7865" fmla="*/ 1359336 w 1728164"/>
              <a:gd name="csY7865" fmla="*/ 1061239 h 1114902"/>
              <a:gd name="csX7866" fmla="*/ 1359514 w 1728164"/>
              <a:gd name="csY7866" fmla="*/ 1061364 h 1114902"/>
              <a:gd name="csX7867" fmla="*/ 1359683 w 1728164"/>
              <a:gd name="csY7867" fmla="*/ 1061479 h 1114902"/>
              <a:gd name="csX7868" fmla="*/ 1359852 w 1728164"/>
              <a:gd name="csY7868" fmla="*/ 1061604 h 1114902"/>
              <a:gd name="csX7869" fmla="*/ 1360030 w 1728164"/>
              <a:gd name="csY7869" fmla="*/ 1061719 h 1114902"/>
              <a:gd name="csX7870" fmla="*/ 1360199 w 1728164"/>
              <a:gd name="csY7870" fmla="*/ 1061835 h 1114902"/>
              <a:gd name="csX7871" fmla="*/ 1360377 w 1728164"/>
              <a:gd name="csY7871" fmla="*/ 1061960 h 1114902"/>
              <a:gd name="csX7872" fmla="*/ 1360546 w 1728164"/>
              <a:gd name="csY7872" fmla="*/ 1062075 h 1114902"/>
              <a:gd name="csX7873" fmla="*/ 1360724 w 1728164"/>
              <a:gd name="csY7873" fmla="*/ 1062191 h 1114902"/>
              <a:gd name="csX7874" fmla="*/ 1360893 w 1728164"/>
              <a:gd name="csY7874" fmla="*/ 1062307 h 1114902"/>
              <a:gd name="csX7875" fmla="*/ 1361062 w 1728164"/>
              <a:gd name="csY7875" fmla="*/ 1062431 h 1114902"/>
              <a:gd name="csX7876" fmla="*/ 1361240 w 1728164"/>
              <a:gd name="csY7876" fmla="*/ 1062547 h 1114902"/>
              <a:gd name="csX7877" fmla="*/ 1361409 w 1728164"/>
              <a:gd name="csY7877" fmla="*/ 1062662 h 1114902"/>
              <a:gd name="csX7878" fmla="*/ 1361587 w 1728164"/>
              <a:gd name="csY7878" fmla="*/ 1062778 h 1114902"/>
              <a:gd name="csX7879" fmla="*/ 1361756 w 1728164"/>
              <a:gd name="csY7879" fmla="*/ 1062894 h 1114902"/>
              <a:gd name="csX7880" fmla="*/ 1361934 w 1728164"/>
              <a:gd name="csY7880" fmla="*/ 1063009 h 1114902"/>
              <a:gd name="csX7881" fmla="*/ 1362103 w 1728164"/>
              <a:gd name="csY7881" fmla="*/ 1063125 h 1114902"/>
              <a:gd name="csX7882" fmla="*/ 1362272 w 1728164"/>
              <a:gd name="csY7882" fmla="*/ 1063250 h 1114902"/>
              <a:gd name="csX7883" fmla="*/ 1362450 w 1728164"/>
              <a:gd name="csY7883" fmla="*/ 1063365 h 1114902"/>
              <a:gd name="csX7884" fmla="*/ 1362619 w 1728164"/>
              <a:gd name="csY7884" fmla="*/ 1063481 h 1114902"/>
              <a:gd name="csX7885" fmla="*/ 1362797 w 1728164"/>
              <a:gd name="csY7885" fmla="*/ 1063597 h 1114902"/>
              <a:gd name="csX7886" fmla="*/ 1362966 w 1728164"/>
              <a:gd name="csY7886" fmla="*/ 1063703 h 1114902"/>
              <a:gd name="csX7887" fmla="*/ 1363144 w 1728164"/>
              <a:gd name="csY7887" fmla="*/ 1063819 h 1114902"/>
              <a:gd name="csX7888" fmla="*/ 1363313 w 1728164"/>
              <a:gd name="csY7888" fmla="*/ 1063935 h 1114902"/>
              <a:gd name="csX7889" fmla="*/ 1363482 w 1728164"/>
              <a:gd name="csY7889" fmla="*/ 1064050 h 1114902"/>
              <a:gd name="csX7890" fmla="*/ 1363660 w 1728164"/>
              <a:gd name="csY7890" fmla="*/ 1064166 h 1114902"/>
              <a:gd name="csX7891" fmla="*/ 1363828 w 1728164"/>
              <a:gd name="csY7891" fmla="*/ 1064282 h 1114902"/>
              <a:gd name="csX7892" fmla="*/ 1364006 w 1728164"/>
              <a:gd name="csY7892" fmla="*/ 1064397 h 1114902"/>
              <a:gd name="csX7893" fmla="*/ 1364175 w 1728164"/>
              <a:gd name="csY7893" fmla="*/ 1064504 h 1114902"/>
              <a:gd name="csX7894" fmla="*/ 1364353 w 1728164"/>
              <a:gd name="csY7894" fmla="*/ 1064620 h 1114902"/>
              <a:gd name="csX7895" fmla="*/ 1364522 w 1728164"/>
              <a:gd name="csY7895" fmla="*/ 1064735 h 1114902"/>
              <a:gd name="csX7896" fmla="*/ 1364692 w 1728164"/>
              <a:gd name="csY7896" fmla="*/ 1064851 h 1114902"/>
              <a:gd name="csX7897" fmla="*/ 1364869 w 1728164"/>
              <a:gd name="csY7897" fmla="*/ 1064958 h 1114902"/>
              <a:gd name="csX7898" fmla="*/ 1365038 w 1728164"/>
              <a:gd name="csY7898" fmla="*/ 1065073 h 1114902"/>
              <a:gd name="csX7899" fmla="*/ 1365216 w 1728164"/>
              <a:gd name="csY7899" fmla="*/ 1065189 h 1114902"/>
              <a:gd name="csX7900" fmla="*/ 1365385 w 1728164"/>
              <a:gd name="csY7900" fmla="*/ 1065296 h 1114902"/>
              <a:gd name="csX7901" fmla="*/ 1365563 w 1728164"/>
              <a:gd name="csY7901" fmla="*/ 1065412 h 1114902"/>
              <a:gd name="csX7902" fmla="*/ 1365732 w 1728164"/>
              <a:gd name="csY7902" fmla="*/ 1065518 h 1114902"/>
              <a:gd name="csX7903" fmla="*/ 1365901 w 1728164"/>
              <a:gd name="csY7903" fmla="*/ 1065634 h 1114902"/>
              <a:gd name="csX7904" fmla="*/ 1366079 w 1728164"/>
              <a:gd name="csY7904" fmla="*/ 1065741 h 1114902"/>
              <a:gd name="csX7905" fmla="*/ 1366248 w 1728164"/>
              <a:gd name="csY7905" fmla="*/ 1065856 h 1114902"/>
              <a:gd name="csX7906" fmla="*/ 1366426 w 1728164"/>
              <a:gd name="csY7906" fmla="*/ 1065963 h 1114902"/>
              <a:gd name="csX7907" fmla="*/ 1366595 w 1728164"/>
              <a:gd name="csY7907" fmla="*/ 1066079 h 1114902"/>
              <a:gd name="csX7908" fmla="*/ 1366773 w 1728164"/>
              <a:gd name="csY7908" fmla="*/ 1066186 h 1114902"/>
              <a:gd name="csX7909" fmla="*/ 1366942 w 1728164"/>
              <a:gd name="csY7909" fmla="*/ 1066301 h 1114902"/>
              <a:gd name="csX7910" fmla="*/ 1367111 w 1728164"/>
              <a:gd name="csY7910" fmla="*/ 1066408 h 1114902"/>
              <a:gd name="csX7911" fmla="*/ 1367289 w 1728164"/>
              <a:gd name="csY7911" fmla="*/ 1066515 h 1114902"/>
              <a:gd name="csX7912" fmla="*/ 1367458 w 1728164"/>
              <a:gd name="csY7912" fmla="*/ 1066630 h 1114902"/>
              <a:gd name="csX7913" fmla="*/ 1367636 w 1728164"/>
              <a:gd name="csY7913" fmla="*/ 1066737 h 1114902"/>
              <a:gd name="csX7914" fmla="*/ 1367805 w 1728164"/>
              <a:gd name="csY7914" fmla="*/ 1066844 h 1114902"/>
              <a:gd name="csX7915" fmla="*/ 1367983 w 1728164"/>
              <a:gd name="csY7915" fmla="*/ 1066960 h 1114902"/>
              <a:gd name="csX7916" fmla="*/ 1368152 w 1728164"/>
              <a:gd name="csY7916" fmla="*/ 1067066 h 1114902"/>
              <a:gd name="csX7917" fmla="*/ 1368321 w 1728164"/>
              <a:gd name="csY7917" fmla="*/ 1067173 h 1114902"/>
              <a:gd name="csX7918" fmla="*/ 1368499 w 1728164"/>
              <a:gd name="csY7918" fmla="*/ 1067280 h 1114902"/>
              <a:gd name="csX7919" fmla="*/ 1368668 w 1728164"/>
              <a:gd name="csY7919" fmla="*/ 1067387 h 1114902"/>
              <a:gd name="csX7920" fmla="*/ 1368846 w 1728164"/>
              <a:gd name="csY7920" fmla="*/ 1067502 h 1114902"/>
              <a:gd name="csX7921" fmla="*/ 1369015 w 1728164"/>
              <a:gd name="csY7921" fmla="*/ 1067609 h 1114902"/>
              <a:gd name="csX7922" fmla="*/ 1369193 w 1728164"/>
              <a:gd name="csY7922" fmla="*/ 1067716 h 1114902"/>
              <a:gd name="csX7923" fmla="*/ 1369362 w 1728164"/>
              <a:gd name="csY7923" fmla="*/ 1067822 h 1114902"/>
              <a:gd name="csX7924" fmla="*/ 1369531 w 1728164"/>
              <a:gd name="csY7924" fmla="*/ 1067929 h 1114902"/>
              <a:gd name="csX7925" fmla="*/ 1369709 w 1728164"/>
              <a:gd name="csY7925" fmla="*/ 1068036 h 1114902"/>
              <a:gd name="csX7926" fmla="*/ 1369878 w 1728164"/>
              <a:gd name="csY7926" fmla="*/ 1068143 h 1114902"/>
              <a:gd name="csX7927" fmla="*/ 1370056 w 1728164"/>
              <a:gd name="csY7927" fmla="*/ 1068249 h 1114902"/>
              <a:gd name="csX7928" fmla="*/ 1370225 w 1728164"/>
              <a:gd name="csY7928" fmla="*/ 1068356 h 1114902"/>
              <a:gd name="csX7929" fmla="*/ 1370403 w 1728164"/>
              <a:gd name="csY7929" fmla="*/ 1068463 h 1114902"/>
              <a:gd name="csX7930" fmla="*/ 1370572 w 1728164"/>
              <a:gd name="csY7930" fmla="*/ 1068570 h 1114902"/>
              <a:gd name="csX7931" fmla="*/ 1370741 w 1728164"/>
              <a:gd name="csY7931" fmla="*/ 1068676 h 1114902"/>
              <a:gd name="csX7932" fmla="*/ 1370919 w 1728164"/>
              <a:gd name="csY7932" fmla="*/ 1068774 h 1114902"/>
              <a:gd name="csX7933" fmla="*/ 1371088 w 1728164"/>
              <a:gd name="csY7933" fmla="*/ 1068881 h 1114902"/>
              <a:gd name="csX7934" fmla="*/ 1371266 w 1728164"/>
              <a:gd name="csY7934" fmla="*/ 1068988 h 1114902"/>
              <a:gd name="csX7935" fmla="*/ 1371435 w 1728164"/>
              <a:gd name="csY7935" fmla="*/ 1069095 h 1114902"/>
              <a:gd name="csX7936" fmla="*/ 1371613 w 1728164"/>
              <a:gd name="csY7936" fmla="*/ 1069201 h 1114902"/>
              <a:gd name="csX7937" fmla="*/ 1371782 w 1728164"/>
              <a:gd name="csY7937" fmla="*/ 1069299 h 1114902"/>
              <a:gd name="csX7938" fmla="*/ 1371951 w 1728164"/>
              <a:gd name="csY7938" fmla="*/ 1069406 h 1114902"/>
              <a:gd name="csX7939" fmla="*/ 1372129 w 1728164"/>
              <a:gd name="csY7939" fmla="*/ 1069513 h 1114902"/>
              <a:gd name="csX7940" fmla="*/ 1372298 w 1728164"/>
              <a:gd name="csY7940" fmla="*/ 1069620 h 1114902"/>
              <a:gd name="csX7941" fmla="*/ 1372476 w 1728164"/>
              <a:gd name="csY7941" fmla="*/ 1069717 h 1114902"/>
              <a:gd name="csX7942" fmla="*/ 1372645 w 1728164"/>
              <a:gd name="csY7942" fmla="*/ 1069824 h 1114902"/>
              <a:gd name="csX7943" fmla="*/ 1372823 w 1728164"/>
              <a:gd name="csY7943" fmla="*/ 1069922 h 1114902"/>
              <a:gd name="csX7944" fmla="*/ 1372992 w 1728164"/>
              <a:gd name="csY7944" fmla="*/ 1070029 h 1114902"/>
              <a:gd name="csX7945" fmla="*/ 1373161 w 1728164"/>
              <a:gd name="csY7945" fmla="*/ 1070136 h 1114902"/>
              <a:gd name="csX7946" fmla="*/ 1373339 w 1728164"/>
              <a:gd name="csY7946" fmla="*/ 1070233 h 1114902"/>
              <a:gd name="csX7947" fmla="*/ 1373508 w 1728164"/>
              <a:gd name="csY7947" fmla="*/ 1070340 h 1114902"/>
              <a:gd name="csX7948" fmla="*/ 1373686 w 1728164"/>
              <a:gd name="csY7948" fmla="*/ 1070438 h 1114902"/>
              <a:gd name="csX7949" fmla="*/ 1373855 w 1728164"/>
              <a:gd name="csY7949" fmla="*/ 1070545 h 1114902"/>
              <a:gd name="csX7950" fmla="*/ 1374033 w 1728164"/>
              <a:gd name="csY7950" fmla="*/ 1070643 h 1114902"/>
              <a:gd name="csX7951" fmla="*/ 1374202 w 1728164"/>
              <a:gd name="csY7951" fmla="*/ 1070749 h 1114902"/>
              <a:gd name="csX7952" fmla="*/ 1374371 w 1728164"/>
              <a:gd name="csY7952" fmla="*/ 1070847 h 1114902"/>
              <a:gd name="csX7953" fmla="*/ 1374549 w 1728164"/>
              <a:gd name="csY7953" fmla="*/ 1070945 h 1114902"/>
              <a:gd name="csX7954" fmla="*/ 1374718 w 1728164"/>
              <a:gd name="csY7954" fmla="*/ 1071052 h 1114902"/>
              <a:gd name="csX7955" fmla="*/ 1374896 w 1728164"/>
              <a:gd name="csY7955" fmla="*/ 1071150 h 1114902"/>
              <a:gd name="csX7956" fmla="*/ 1375065 w 1728164"/>
              <a:gd name="csY7956" fmla="*/ 1071248 h 1114902"/>
              <a:gd name="csX7957" fmla="*/ 1375234 w 1728164"/>
              <a:gd name="csY7957" fmla="*/ 1071354 h 1114902"/>
              <a:gd name="csX7958" fmla="*/ 1375412 w 1728164"/>
              <a:gd name="csY7958" fmla="*/ 1071452 h 1114902"/>
              <a:gd name="csX7959" fmla="*/ 1375581 w 1728164"/>
              <a:gd name="csY7959" fmla="*/ 1071550 h 1114902"/>
              <a:gd name="csX7960" fmla="*/ 1375759 w 1728164"/>
              <a:gd name="csY7960" fmla="*/ 1071657 h 1114902"/>
              <a:gd name="csX7961" fmla="*/ 1375928 w 1728164"/>
              <a:gd name="csY7961" fmla="*/ 1071755 h 1114902"/>
              <a:gd name="csX7962" fmla="*/ 1376106 w 1728164"/>
              <a:gd name="csY7962" fmla="*/ 1071853 h 1114902"/>
              <a:gd name="csX7963" fmla="*/ 1376275 w 1728164"/>
              <a:gd name="csY7963" fmla="*/ 1071950 h 1114902"/>
              <a:gd name="csX7964" fmla="*/ 1376444 w 1728164"/>
              <a:gd name="csY7964" fmla="*/ 1072048 h 1114902"/>
              <a:gd name="csX7965" fmla="*/ 1376622 w 1728164"/>
              <a:gd name="csY7965" fmla="*/ 1072146 h 1114902"/>
              <a:gd name="csX7966" fmla="*/ 1376791 w 1728164"/>
              <a:gd name="csY7966" fmla="*/ 1072244 h 1114902"/>
              <a:gd name="csX7967" fmla="*/ 1376969 w 1728164"/>
              <a:gd name="csY7967" fmla="*/ 1072351 h 1114902"/>
              <a:gd name="csX7968" fmla="*/ 1377138 w 1728164"/>
              <a:gd name="csY7968" fmla="*/ 1072449 h 1114902"/>
              <a:gd name="csX7969" fmla="*/ 1377316 w 1728164"/>
              <a:gd name="csY7969" fmla="*/ 1072547 h 1114902"/>
              <a:gd name="csX7970" fmla="*/ 1377485 w 1728164"/>
              <a:gd name="csY7970" fmla="*/ 1072644 h 1114902"/>
              <a:gd name="csX7971" fmla="*/ 1377654 w 1728164"/>
              <a:gd name="csY7971" fmla="*/ 1072742 h 1114902"/>
              <a:gd name="csX7972" fmla="*/ 1377831 w 1728164"/>
              <a:gd name="csY7972" fmla="*/ 1072840 h 1114902"/>
              <a:gd name="csX7973" fmla="*/ 1378001 w 1728164"/>
              <a:gd name="csY7973" fmla="*/ 1072938 h 1114902"/>
              <a:gd name="csX7974" fmla="*/ 1378178 w 1728164"/>
              <a:gd name="csY7974" fmla="*/ 1073036 h 1114902"/>
              <a:gd name="csX7975" fmla="*/ 1378348 w 1728164"/>
              <a:gd name="csY7975" fmla="*/ 1073125 h 1114902"/>
              <a:gd name="csX7976" fmla="*/ 1378525 w 1728164"/>
              <a:gd name="csY7976" fmla="*/ 1073223 h 1114902"/>
              <a:gd name="csX7977" fmla="*/ 1378695 w 1728164"/>
              <a:gd name="csY7977" fmla="*/ 1073321 h 1114902"/>
              <a:gd name="csX7978" fmla="*/ 1378864 w 1728164"/>
              <a:gd name="csY7978" fmla="*/ 1073418 h 1114902"/>
              <a:gd name="csX7979" fmla="*/ 1379041 w 1728164"/>
              <a:gd name="csY7979" fmla="*/ 1073516 h 1114902"/>
              <a:gd name="csX7980" fmla="*/ 1379210 w 1728164"/>
              <a:gd name="csY7980" fmla="*/ 1073614 h 1114902"/>
              <a:gd name="csX7981" fmla="*/ 1379388 w 1728164"/>
              <a:gd name="csY7981" fmla="*/ 1073703 h 1114902"/>
              <a:gd name="csX7982" fmla="*/ 1379557 w 1728164"/>
              <a:gd name="csY7982" fmla="*/ 1073801 h 1114902"/>
              <a:gd name="csX7983" fmla="*/ 1379735 w 1728164"/>
              <a:gd name="csY7983" fmla="*/ 1073899 h 1114902"/>
              <a:gd name="csX7984" fmla="*/ 1379904 w 1728164"/>
              <a:gd name="csY7984" fmla="*/ 1073997 h 1114902"/>
              <a:gd name="csX7985" fmla="*/ 1380073 w 1728164"/>
              <a:gd name="csY7985" fmla="*/ 1074086 h 1114902"/>
              <a:gd name="csX7986" fmla="*/ 1380251 w 1728164"/>
              <a:gd name="csY7986" fmla="*/ 1074183 h 1114902"/>
              <a:gd name="csX7987" fmla="*/ 1380420 w 1728164"/>
              <a:gd name="csY7987" fmla="*/ 1074281 h 1114902"/>
              <a:gd name="csX7988" fmla="*/ 1380598 w 1728164"/>
              <a:gd name="csY7988" fmla="*/ 1074370 h 1114902"/>
              <a:gd name="csX7989" fmla="*/ 1380767 w 1728164"/>
              <a:gd name="csY7989" fmla="*/ 1074468 h 1114902"/>
              <a:gd name="csX7990" fmla="*/ 1380945 w 1728164"/>
              <a:gd name="csY7990" fmla="*/ 1074566 h 1114902"/>
              <a:gd name="csX7991" fmla="*/ 1381114 w 1728164"/>
              <a:gd name="csY7991" fmla="*/ 1074655 h 1114902"/>
              <a:gd name="csX7992" fmla="*/ 1381283 w 1728164"/>
              <a:gd name="csY7992" fmla="*/ 1074753 h 1114902"/>
              <a:gd name="csX7993" fmla="*/ 1381461 w 1728164"/>
              <a:gd name="csY7993" fmla="*/ 1074842 h 1114902"/>
              <a:gd name="csX7994" fmla="*/ 1381630 w 1728164"/>
              <a:gd name="csY7994" fmla="*/ 1074940 h 1114902"/>
              <a:gd name="csX7995" fmla="*/ 1381808 w 1728164"/>
              <a:gd name="csY7995" fmla="*/ 1075029 h 1114902"/>
              <a:gd name="csX7996" fmla="*/ 1381977 w 1728164"/>
              <a:gd name="csY7996" fmla="*/ 1075126 h 1114902"/>
              <a:gd name="csX7997" fmla="*/ 1382155 w 1728164"/>
              <a:gd name="csY7997" fmla="*/ 1075215 h 1114902"/>
              <a:gd name="csX7998" fmla="*/ 1382324 w 1728164"/>
              <a:gd name="csY7998" fmla="*/ 1075313 h 1114902"/>
              <a:gd name="csX7999" fmla="*/ 1382493 w 1728164"/>
              <a:gd name="csY7999" fmla="*/ 1075402 h 1114902"/>
              <a:gd name="csX8000" fmla="*/ 1382671 w 1728164"/>
              <a:gd name="csY8000" fmla="*/ 1075491 h 1114902"/>
              <a:gd name="csX8001" fmla="*/ 1382840 w 1728164"/>
              <a:gd name="csY8001" fmla="*/ 1075589 h 1114902"/>
              <a:gd name="csX8002" fmla="*/ 1383018 w 1728164"/>
              <a:gd name="csY8002" fmla="*/ 1075678 h 1114902"/>
              <a:gd name="csX8003" fmla="*/ 1383187 w 1728164"/>
              <a:gd name="csY8003" fmla="*/ 1075767 h 1114902"/>
              <a:gd name="csX8004" fmla="*/ 1383365 w 1728164"/>
              <a:gd name="csY8004" fmla="*/ 1075865 h 1114902"/>
              <a:gd name="csX8005" fmla="*/ 1383534 w 1728164"/>
              <a:gd name="csY8005" fmla="*/ 1075954 h 1114902"/>
              <a:gd name="csX8006" fmla="*/ 1383703 w 1728164"/>
              <a:gd name="csY8006" fmla="*/ 1076043 h 1114902"/>
              <a:gd name="csX8007" fmla="*/ 1383881 w 1728164"/>
              <a:gd name="csY8007" fmla="*/ 1076141 h 1114902"/>
              <a:gd name="csX8008" fmla="*/ 1384050 w 1728164"/>
              <a:gd name="csY8008" fmla="*/ 1076230 h 1114902"/>
              <a:gd name="csX8009" fmla="*/ 1384228 w 1728164"/>
              <a:gd name="csY8009" fmla="*/ 1076319 h 1114902"/>
              <a:gd name="csX8010" fmla="*/ 1384397 w 1728164"/>
              <a:gd name="csY8010" fmla="*/ 1076408 h 1114902"/>
              <a:gd name="csX8011" fmla="*/ 1384575 w 1728164"/>
              <a:gd name="csY8011" fmla="*/ 1076496 h 1114902"/>
              <a:gd name="csX8012" fmla="*/ 1384744 w 1728164"/>
              <a:gd name="csY8012" fmla="*/ 1076585 h 1114902"/>
              <a:gd name="csX8013" fmla="*/ 1384913 w 1728164"/>
              <a:gd name="csY8013" fmla="*/ 1076683 h 1114902"/>
              <a:gd name="csX8014" fmla="*/ 1385091 w 1728164"/>
              <a:gd name="csY8014" fmla="*/ 1076772 h 1114902"/>
              <a:gd name="csX8015" fmla="*/ 1385260 w 1728164"/>
              <a:gd name="csY8015" fmla="*/ 1076861 h 1114902"/>
              <a:gd name="csX8016" fmla="*/ 1385438 w 1728164"/>
              <a:gd name="csY8016" fmla="*/ 1076950 h 1114902"/>
              <a:gd name="csX8017" fmla="*/ 1385607 w 1728164"/>
              <a:gd name="csY8017" fmla="*/ 1077039 h 1114902"/>
              <a:gd name="csX8018" fmla="*/ 1385785 w 1728164"/>
              <a:gd name="csY8018" fmla="*/ 1077128 h 1114902"/>
              <a:gd name="csX8019" fmla="*/ 1385954 w 1728164"/>
              <a:gd name="csY8019" fmla="*/ 1077217 h 1114902"/>
              <a:gd name="csX8020" fmla="*/ 1386123 w 1728164"/>
              <a:gd name="csY8020" fmla="*/ 1077306 h 1114902"/>
              <a:gd name="csX8021" fmla="*/ 1386301 w 1728164"/>
              <a:gd name="csY8021" fmla="*/ 1077395 h 1114902"/>
              <a:gd name="csX8022" fmla="*/ 1386470 w 1728164"/>
              <a:gd name="csY8022" fmla="*/ 1077484 h 1114902"/>
              <a:gd name="csX8023" fmla="*/ 1386648 w 1728164"/>
              <a:gd name="csY8023" fmla="*/ 1077573 h 1114902"/>
              <a:gd name="csX8024" fmla="*/ 1386817 w 1728164"/>
              <a:gd name="csY8024" fmla="*/ 1077662 h 1114902"/>
              <a:gd name="csX8025" fmla="*/ 1386995 w 1728164"/>
              <a:gd name="csY8025" fmla="*/ 1077742 h 1114902"/>
              <a:gd name="csX8026" fmla="*/ 1387164 w 1728164"/>
              <a:gd name="csY8026" fmla="*/ 1077831 h 1114902"/>
              <a:gd name="csX8027" fmla="*/ 1387333 w 1728164"/>
              <a:gd name="csY8027" fmla="*/ 1077920 h 1114902"/>
              <a:gd name="csX8028" fmla="*/ 1387511 w 1728164"/>
              <a:gd name="csY8028" fmla="*/ 1078009 h 1114902"/>
              <a:gd name="csX8029" fmla="*/ 1387680 w 1728164"/>
              <a:gd name="csY8029" fmla="*/ 1078098 h 1114902"/>
              <a:gd name="csX8030" fmla="*/ 1387858 w 1728164"/>
              <a:gd name="csY8030" fmla="*/ 1078187 h 1114902"/>
              <a:gd name="csX8031" fmla="*/ 1388027 w 1728164"/>
              <a:gd name="csY8031" fmla="*/ 1078267 h 1114902"/>
              <a:gd name="csX8032" fmla="*/ 1388205 w 1728164"/>
              <a:gd name="csY8032" fmla="*/ 1078356 h 1114902"/>
              <a:gd name="csX8033" fmla="*/ 1388374 w 1728164"/>
              <a:gd name="csY8033" fmla="*/ 1078445 h 1114902"/>
              <a:gd name="csX8034" fmla="*/ 1388543 w 1728164"/>
              <a:gd name="csY8034" fmla="*/ 1078525 h 1114902"/>
              <a:gd name="csX8035" fmla="*/ 1388721 w 1728164"/>
              <a:gd name="csY8035" fmla="*/ 1078614 h 1114902"/>
              <a:gd name="csX8036" fmla="*/ 1388890 w 1728164"/>
              <a:gd name="csY8036" fmla="*/ 1078703 h 1114902"/>
              <a:gd name="csX8037" fmla="*/ 1389068 w 1728164"/>
              <a:gd name="csY8037" fmla="*/ 1078783 h 1114902"/>
              <a:gd name="csX8038" fmla="*/ 1389237 w 1728164"/>
              <a:gd name="csY8038" fmla="*/ 1078872 h 1114902"/>
              <a:gd name="csX8039" fmla="*/ 1389415 w 1728164"/>
              <a:gd name="csY8039" fmla="*/ 1078961 h 1114902"/>
              <a:gd name="csX8040" fmla="*/ 1389584 w 1728164"/>
              <a:gd name="csY8040" fmla="*/ 1079041 h 1114902"/>
              <a:gd name="csX8041" fmla="*/ 1389753 w 1728164"/>
              <a:gd name="csY8041" fmla="*/ 1079130 h 1114902"/>
              <a:gd name="csX8042" fmla="*/ 1389931 w 1728164"/>
              <a:gd name="csY8042" fmla="*/ 1079210 h 1114902"/>
              <a:gd name="csX8043" fmla="*/ 1390100 w 1728164"/>
              <a:gd name="csY8043" fmla="*/ 1079299 h 1114902"/>
              <a:gd name="csX8044" fmla="*/ 1390278 w 1728164"/>
              <a:gd name="csY8044" fmla="*/ 1079379 h 1114902"/>
              <a:gd name="csX8045" fmla="*/ 1390447 w 1728164"/>
              <a:gd name="csY8045" fmla="*/ 1079468 h 1114902"/>
              <a:gd name="csX8046" fmla="*/ 1390625 w 1728164"/>
              <a:gd name="csY8046" fmla="*/ 1079548 h 1114902"/>
              <a:gd name="csX8047" fmla="*/ 1390794 w 1728164"/>
              <a:gd name="csY8047" fmla="*/ 1079637 h 1114902"/>
              <a:gd name="csX8048" fmla="*/ 1390963 w 1728164"/>
              <a:gd name="csY8048" fmla="*/ 1079717 h 1114902"/>
              <a:gd name="csX8049" fmla="*/ 1391141 w 1728164"/>
              <a:gd name="csY8049" fmla="*/ 1079806 h 1114902"/>
              <a:gd name="csX8050" fmla="*/ 1391310 w 1728164"/>
              <a:gd name="csY8050" fmla="*/ 1079886 h 1114902"/>
              <a:gd name="csX8051" fmla="*/ 1391488 w 1728164"/>
              <a:gd name="csY8051" fmla="*/ 1079966 h 1114902"/>
              <a:gd name="csX8052" fmla="*/ 1391657 w 1728164"/>
              <a:gd name="csY8052" fmla="*/ 1080055 h 1114902"/>
              <a:gd name="csX8053" fmla="*/ 1391835 w 1728164"/>
              <a:gd name="csY8053" fmla="*/ 1080135 h 1114902"/>
              <a:gd name="csX8054" fmla="*/ 1392004 w 1728164"/>
              <a:gd name="csY8054" fmla="*/ 1080215 h 1114902"/>
              <a:gd name="csX8055" fmla="*/ 1392173 w 1728164"/>
              <a:gd name="csY8055" fmla="*/ 1080304 h 1114902"/>
              <a:gd name="csX8056" fmla="*/ 1392351 w 1728164"/>
              <a:gd name="csY8056" fmla="*/ 1080384 h 1114902"/>
              <a:gd name="csX8057" fmla="*/ 1392520 w 1728164"/>
              <a:gd name="csY8057" fmla="*/ 1080464 h 1114902"/>
              <a:gd name="csX8058" fmla="*/ 1392698 w 1728164"/>
              <a:gd name="csY8058" fmla="*/ 1080544 h 1114902"/>
              <a:gd name="csX8059" fmla="*/ 1392867 w 1728164"/>
              <a:gd name="csY8059" fmla="*/ 1080633 h 1114902"/>
              <a:gd name="csX8060" fmla="*/ 1393045 w 1728164"/>
              <a:gd name="csY8060" fmla="*/ 1080713 h 1114902"/>
              <a:gd name="csX8061" fmla="*/ 1393213 w 1728164"/>
              <a:gd name="csY8061" fmla="*/ 1080793 h 1114902"/>
              <a:gd name="csX8062" fmla="*/ 1393383 w 1728164"/>
              <a:gd name="csY8062" fmla="*/ 1080874 h 1114902"/>
              <a:gd name="csX8063" fmla="*/ 1393560 w 1728164"/>
              <a:gd name="csY8063" fmla="*/ 1080954 h 1114902"/>
              <a:gd name="csX8064" fmla="*/ 1393730 w 1728164"/>
              <a:gd name="csY8064" fmla="*/ 1081034 h 1114902"/>
              <a:gd name="csX8065" fmla="*/ 1393907 w 1728164"/>
              <a:gd name="csY8065" fmla="*/ 1081123 h 1114902"/>
              <a:gd name="csX8066" fmla="*/ 1394076 w 1728164"/>
              <a:gd name="csY8066" fmla="*/ 1081203 h 1114902"/>
              <a:gd name="csX8067" fmla="*/ 1394246 w 1728164"/>
              <a:gd name="csY8067" fmla="*/ 1081283 h 1114902"/>
              <a:gd name="csX8068" fmla="*/ 1394423 w 1728164"/>
              <a:gd name="csY8068" fmla="*/ 1081363 h 1114902"/>
              <a:gd name="csX8069" fmla="*/ 1394592 w 1728164"/>
              <a:gd name="csY8069" fmla="*/ 1081443 h 1114902"/>
              <a:gd name="csX8070" fmla="*/ 1394770 w 1728164"/>
              <a:gd name="csY8070" fmla="*/ 1081523 h 1114902"/>
              <a:gd name="csX8071" fmla="*/ 1394939 w 1728164"/>
              <a:gd name="csY8071" fmla="*/ 1081603 h 1114902"/>
              <a:gd name="csX8072" fmla="*/ 1395117 w 1728164"/>
              <a:gd name="csY8072" fmla="*/ 1081683 h 1114902"/>
              <a:gd name="csX8073" fmla="*/ 1395286 w 1728164"/>
              <a:gd name="csY8073" fmla="*/ 1081763 h 1114902"/>
              <a:gd name="csX8074" fmla="*/ 1395455 w 1728164"/>
              <a:gd name="csY8074" fmla="*/ 1081843 h 1114902"/>
              <a:gd name="csX8075" fmla="*/ 1395633 w 1728164"/>
              <a:gd name="csY8075" fmla="*/ 1081923 h 1114902"/>
              <a:gd name="csX8076" fmla="*/ 1395802 w 1728164"/>
              <a:gd name="csY8076" fmla="*/ 1082003 h 1114902"/>
              <a:gd name="csX8077" fmla="*/ 1395980 w 1728164"/>
              <a:gd name="csY8077" fmla="*/ 1082075 h 1114902"/>
              <a:gd name="csX8078" fmla="*/ 1396149 w 1728164"/>
              <a:gd name="csY8078" fmla="*/ 1082155 h 1114902"/>
              <a:gd name="csX8079" fmla="*/ 1396327 w 1728164"/>
              <a:gd name="csY8079" fmla="*/ 1082235 h 1114902"/>
              <a:gd name="csX8080" fmla="*/ 1396496 w 1728164"/>
              <a:gd name="csY8080" fmla="*/ 1082315 h 1114902"/>
              <a:gd name="csX8081" fmla="*/ 1396665 w 1728164"/>
              <a:gd name="csY8081" fmla="*/ 1082395 h 1114902"/>
              <a:gd name="csX8082" fmla="*/ 1396843 w 1728164"/>
              <a:gd name="csY8082" fmla="*/ 1082475 h 1114902"/>
              <a:gd name="csX8083" fmla="*/ 1397012 w 1728164"/>
              <a:gd name="csY8083" fmla="*/ 1082546 h 1114902"/>
              <a:gd name="csX8084" fmla="*/ 1397190 w 1728164"/>
              <a:gd name="csY8084" fmla="*/ 1082626 h 1114902"/>
              <a:gd name="csX8085" fmla="*/ 1397359 w 1728164"/>
              <a:gd name="csY8085" fmla="*/ 1082706 h 1114902"/>
              <a:gd name="csX8086" fmla="*/ 1397537 w 1728164"/>
              <a:gd name="csY8086" fmla="*/ 1082786 h 1114902"/>
              <a:gd name="csX8087" fmla="*/ 1397706 w 1728164"/>
              <a:gd name="csY8087" fmla="*/ 1082857 h 1114902"/>
              <a:gd name="csX8088" fmla="*/ 1397875 w 1728164"/>
              <a:gd name="csY8088" fmla="*/ 1082938 h 1114902"/>
              <a:gd name="csX8089" fmla="*/ 1398053 w 1728164"/>
              <a:gd name="csY8089" fmla="*/ 1083018 h 1114902"/>
              <a:gd name="csX8090" fmla="*/ 1398222 w 1728164"/>
              <a:gd name="csY8090" fmla="*/ 1083089 h 1114902"/>
              <a:gd name="csX8091" fmla="*/ 1398400 w 1728164"/>
              <a:gd name="csY8091" fmla="*/ 1083169 h 1114902"/>
              <a:gd name="csX8092" fmla="*/ 1398569 w 1728164"/>
              <a:gd name="csY8092" fmla="*/ 1083249 h 1114902"/>
              <a:gd name="csX8093" fmla="*/ 1398747 w 1728164"/>
              <a:gd name="csY8093" fmla="*/ 1083320 h 1114902"/>
              <a:gd name="csX8094" fmla="*/ 1398916 w 1728164"/>
              <a:gd name="csY8094" fmla="*/ 1083400 h 1114902"/>
              <a:gd name="csX8095" fmla="*/ 1399085 w 1728164"/>
              <a:gd name="csY8095" fmla="*/ 1083471 h 1114902"/>
              <a:gd name="csX8096" fmla="*/ 1399263 w 1728164"/>
              <a:gd name="csY8096" fmla="*/ 1083551 h 1114902"/>
              <a:gd name="csX8097" fmla="*/ 1399432 w 1728164"/>
              <a:gd name="csY8097" fmla="*/ 1083623 h 1114902"/>
              <a:gd name="csX8098" fmla="*/ 1399610 w 1728164"/>
              <a:gd name="csY8098" fmla="*/ 1083703 h 1114902"/>
              <a:gd name="csX8099" fmla="*/ 1399779 w 1728164"/>
              <a:gd name="csY8099" fmla="*/ 1083774 h 1114902"/>
              <a:gd name="csX8100" fmla="*/ 1399957 w 1728164"/>
              <a:gd name="csY8100" fmla="*/ 1083854 h 1114902"/>
              <a:gd name="csX8101" fmla="*/ 1400126 w 1728164"/>
              <a:gd name="csY8101" fmla="*/ 1083925 h 1114902"/>
              <a:gd name="csX8102" fmla="*/ 1400295 w 1728164"/>
              <a:gd name="csY8102" fmla="*/ 1084005 h 1114902"/>
              <a:gd name="csX8103" fmla="*/ 1400473 w 1728164"/>
              <a:gd name="csY8103" fmla="*/ 1084076 h 1114902"/>
              <a:gd name="csX8104" fmla="*/ 1400642 w 1728164"/>
              <a:gd name="csY8104" fmla="*/ 1084156 h 1114902"/>
              <a:gd name="csX8105" fmla="*/ 1400820 w 1728164"/>
              <a:gd name="csY8105" fmla="*/ 1084228 h 1114902"/>
              <a:gd name="csX8106" fmla="*/ 1400989 w 1728164"/>
              <a:gd name="csY8106" fmla="*/ 1084299 h 1114902"/>
              <a:gd name="csX8107" fmla="*/ 1401167 w 1728164"/>
              <a:gd name="csY8107" fmla="*/ 1084379 h 1114902"/>
              <a:gd name="csX8108" fmla="*/ 1401336 w 1728164"/>
              <a:gd name="csY8108" fmla="*/ 1084450 h 1114902"/>
              <a:gd name="csX8109" fmla="*/ 1401505 w 1728164"/>
              <a:gd name="csY8109" fmla="*/ 1084521 h 1114902"/>
              <a:gd name="csX8110" fmla="*/ 1401683 w 1728164"/>
              <a:gd name="csY8110" fmla="*/ 1084601 h 1114902"/>
              <a:gd name="csX8111" fmla="*/ 1401852 w 1728164"/>
              <a:gd name="csY8111" fmla="*/ 1084672 h 1114902"/>
              <a:gd name="csX8112" fmla="*/ 1402030 w 1728164"/>
              <a:gd name="csY8112" fmla="*/ 1084744 h 1114902"/>
              <a:gd name="csX8113" fmla="*/ 1402199 w 1728164"/>
              <a:gd name="csY8113" fmla="*/ 1084815 h 1114902"/>
              <a:gd name="csX8114" fmla="*/ 1402377 w 1728164"/>
              <a:gd name="csY8114" fmla="*/ 1084895 h 1114902"/>
              <a:gd name="csX8115" fmla="*/ 1402546 w 1728164"/>
              <a:gd name="csY8115" fmla="*/ 1084966 h 1114902"/>
              <a:gd name="csX8116" fmla="*/ 1402715 w 1728164"/>
              <a:gd name="csY8116" fmla="*/ 1085037 h 1114902"/>
              <a:gd name="csX8117" fmla="*/ 1402893 w 1728164"/>
              <a:gd name="csY8117" fmla="*/ 1085108 h 1114902"/>
              <a:gd name="csX8118" fmla="*/ 1403062 w 1728164"/>
              <a:gd name="csY8118" fmla="*/ 1085179 h 1114902"/>
              <a:gd name="csX8119" fmla="*/ 1403240 w 1728164"/>
              <a:gd name="csY8119" fmla="*/ 1085251 h 1114902"/>
              <a:gd name="csX8120" fmla="*/ 1403409 w 1728164"/>
              <a:gd name="csY8120" fmla="*/ 1085331 h 1114902"/>
              <a:gd name="csX8121" fmla="*/ 1403587 w 1728164"/>
              <a:gd name="csY8121" fmla="*/ 1085402 h 1114902"/>
              <a:gd name="csX8122" fmla="*/ 1403756 w 1728164"/>
              <a:gd name="csY8122" fmla="*/ 1085473 h 1114902"/>
              <a:gd name="csX8123" fmla="*/ 1403925 w 1728164"/>
              <a:gd name="csY8123" fmla="*/ 1085544 h 1114902"/>
              <a:gd name="csX8124" fmla="*/ 1404103 w 1728164"/>
              <a:gd name="csY8124" fmla="*/ 1085615 h 1114902"/>
              <a:gd name="csX8125" fmla="*/ 1404272 w 1728164"/>
              <a:gd name="csY8125" fmla="*/ 1085686 h 1114902"/>
              <a:gd name="csX8126" fmla="*/ 1404450 w 1728164"/>
              <a:gd name="csY8126" fmla="*/ 1085758 h 1114902"/>
              <a:gd name="csX8127" fmla="*/ 1404619 w 1728164"/>
              <a:gd name="csY8127" fmla="*/ 1085829 h 1114902"/>
              <a:gd name="csX8128" fmla="*/ 1404797 w 1728164"/>
              <a:gd name="csY8128" fmla="*/ 1085900 h 1114902"/>
              <a:gd name="csX8129" fmla="*/ 1404966 w 1728164"/>
              <a:gd name="csY8129" fmla="*/ 1085971 h 1114902"/>
              <a:gd name="csX8130" fmla="*/ 1405135 w 1728164"/>
              <a:gd name="csY8130" fmla="*/ 1086042 h 1114902"/>
              <a:gd name="csX8131" fmla="*/ 1405313 w 1728164"/>
              <a:gd name="csY8131" fmla="*/ 1086114 h 1114902"/>
              <a:gd name="csX8132" fmla="*/ 1405482 w 1728164"/>
              <a:gd name="csY8132" fmla="*/ 1086185 h 1114902"/>
              <a:gd name="csX8133" fmla="*/ 1405660 w 1728164"/>
              <a:gd name="csY8133" fmla="*/ 1086256 h 1114902"/>
              <a:gd name="csX8134" fmla="*/ 1405829 w 1728164"/>
              <a:gd name="csY8134" fmla="*/ 1086327 h 1114902"/>
              <a:gd name="csX8135" fmla="*/ 1406007 w 1728164"/>
              <a:gd name="csY8135" fmla="*/ 1086389 h 1114902"/>
              <a:gd name="csX8136" fmla="*/ 1406176 w 1728164"/>
              <a:gd name="csY8136" fmla="*/ 1086460 h 1114902"/>
              <a:gd name="csX8137" fmla="*/ 1406345 w 1728164"/>
              <a:gd name="csY8137" fmla="*/ 1086532 h 1114902"/>
              <a:gd name="csX8138" fmla="*/ 1406523 w 1728164"/>
              <a:gd name="csY8138" fmla="*/ 1086603 h 1114902"/>
              <a:gd name="csX8139" fmla="*/ 1406692 w 1728164"/>
              <a:gd name="csY8139" fmla="*/ 1086674 h 1114902"/>
              <a:gd name="csX8140" fmla="*/ 1406870 w 1728164"/>
              <a:gd name="csY8140" fmla="*/ 1086736 h 1114902"/>
              <a:gd name="csX8141" fmla="*/ 1407039 w 1728164"/>
              <a:gd name="csY8141" fmla="*/ 1086807 h 1114902"/>
              <a:gd name="csX8142" fmla="*/ 1407216 w 1728164"/>
              <a:gd name="csY8142" fmla="*/ 1086879 h 1114902"/>
              <a:gd name="csX8143" fmla="*/ 1407386 w 1728164"/>
              <a:gd name="csY8143" fmla="*/ 1086950 h 1114902"/>
              <a:gd name="csX8144" fmla="*/ 1407555 w 1728164"/>
              <a:gd name="csY8144" fmla="*/ 1087012 h 1114902"/>
              <a:gd name="csX8145" fmla="*/ 1407733 w 1728164"/>
              <a:gd name="csY8145" fmla="*/ 1087083 h 1114902"/>
              <a:gd name="csX8146" fmla="*/ 1407902 w 1728164"/>
              <a:gd name="csY8146" fmla="*/ 1087154 h 1114902"/>
              <a:gd name="csX8147" fmla="*/ 1408079 w 1728164"/>
              <a:gd name="csY8147" fmla="*/ 1087226 h 1114902"/>
              <a:gd name="csX8148" fmla="*/ 1408249 w 1728164"/>
              <a:gd name="csY8148" fmla="*/ 1087288 h 1114902"/>
              <a:gd name="csX8149" fmla="*/ 1408426 w 1728164"/>
              <a:gd name="csY8149" fmla="*/ 1087359 h 1114902"/>
              <a:gd name="csX8150" fmla="*/ 1408595 w 1728164"/>
              <a:gd name="csY8150" fmla="*/ 1087421 h 1114902"/>
              <a:gd name="csX8151" fmla="*/ 1408764 w 1728164"/>
              <a:gd name="csY8151" fmla="*/ 1087492 h 1114902"/>
              <a:gd name="csX8152" fmla="*/ 1408942 w 1728164"/>
              <a:gd name="csY8152" fmla="*/ 1087564 h 1114902"/>
              <a:gd name="csX8153" fmla="*/ 1409111 w 1728164"/>
              <a:gd name="csY8153" fmla="*/ 1087626 h 1114902"/>
              <a:gd name="csX8154" fmla="*/ 1409289 w 1728164"/>
              <a:gd name="csY8154" fmla="*/ 1087697 h 1114902"/>
              <a:gd name="csX8155" fmla="*/ 1409458 w 1728164"/>
              <a:gd name="csY8155" fmla="*/ 1087759 h 1114902"/>
              <a:gd name="csX8156" fmla="*/ 1409636 w 1728164"/>
              <a:gd name="csY8156" fmla="*/ 1087831 h 1114902"/>
              <a:gd name="csX8157" fmla="*/ 1409805 w 1728164"/>
              <a:gd name="csY8157" fmla="*/ 1087893 h 1114902"/>
              <a:gd name="csX8158" fmla="*/ 1409974 w 1728164"/>
              <a:gd name="csY8158" fmla="*/ 1087964 h 1114902"/>
              <a:gd name="csX8159" fmla="*/ 1410152 w 1728164"/>
              <a:gd name="csY8159" fmla="*/ 1088026 h 1114902"/>
              <a:gd name="csX8160" fmla="*/ 1410321 w 1728164"/>
              <a:gd name="csY8160" fmla="*/ 1088097 h 1114902"/>
              <a:gd name="csX8161" fmla="*/ 1410499 w 1728164"/>
              <a:gd name="csY8161" fmla="*/ 1088160 h 1114902"/>
              <a:gd name="csX8162" fmla="*/ 1410668 w 1728164"/>
              <a:gd name="csY8162" fmla="*/ 1088231 h 1114902"/>
              <a:gd name="csX8163" fmla="*/ 1410846 w 1728164"/>
              <a:gd name="csY8163" fmla="*/ 1088293 h 1114902"/>
              <a:gd name="csX8164" fmla="*/ 1411015 w 1728164"/>
              <a:gd name="csY8164" fmla="*/ 1088364 h 1114902"/>
              <a:gd name="csX8165" fmla="*/ 1411184 w 1728164"/>
              <a:gd name="csY8165" fmla="*/ 1088427 h 1114902"/>
              <a:gd name="csX8166" fmla="*/ 1411362 w 1728164"/>
              <a:gd name="csY8166" fmla="*/ 1088489 h 1114902"/>
              <a:gd name="csX8167" fmla="*/ 1411531 w 1728164"/>
              <a:gd name="csY8167" fmla="*/ 1088560 h 1114902"/>
              <a:gd name="csX8168" fmla="*/ 1411709 w 1728164"/>
              <a:gd name="csY8168" fmla="*/ 1088622 h 1114902"/>
              <a:gd name="csX8169" fmla="*/ 1411878 w 1728164"/>
              <a:gd name="csY8169" fmla="*/ 1088685 h 1114902"/>
              <a:gd name="csX8170" fmla="*/ 1412056 w 1728164"/>
              <a:gd name="csY8170" fmla="*/ 1088756 h 1114902"/>
              <a:gd name="csX8171" fmla="*/ 1412225 w 1728164"/>
              <a:gd name="csY8171" fmla="*/ 1088818 h 1114902"/>
              <a:gd name="csX8172" fmla="*/ 1412394 w 1728164"/>
              <a:gd name="csY8172" fmla="*/ 1088880 h 1114902"/>
              <a:gd name="csX8173" fmla="*/ 1412572 w 1728164"/>
              <a:gd name="csY8173" fmla="*/ 1088943 h 1114902"/>
              <a:gd name="csX8174" fmla="*/ 1412741 w 1728164"/>
              <a:gd name="csY8174" fmla="*/ 1089014 h 1114902"/>
              <a:gd name="csX8175" fmla="*/ 1412919 w 1728164"/>
              <a:gd name="csY8175" fmla="*/ 1089076 h 1114902"/>
              <a:gd name="csX8176" fmla="*/ 1413088 w 1728164"/>
              <a:gd name="csY8176" fmla="*/ 1089138 h 1114902"/>
              <a:gd name="csX8177" fmla="*/ 1413257 w 1728164"/>
              <a:gd name="csY8177" fmla="*/ 1089201 h 1114902"/>
              <a:gd name="csX8178" fmla="*/ 1413435 w 1728164"/>
              <a:gd name="csY8178" fmla="*/ 1089263 h 1114902"/>
              <a:gd name="csX8179" fmla="*/ 1413604 w 1728164"/>
              <a:gd name="csY8179" fmla="*/ 1089334 h 1114902"/>
              <a:gd name="csX8180" fmla="*/ 1413782 w 1728164"/>
              <a:gd name="csY8180" fmla="*/ 1089396 h 1114902"/>
              <a:gd name="csX8181" fmla="*/ 1413951 w 1728164"/>
              <a:gd name="csY8181" fmla="*/ 1089459 h 1114902"/>
              <a:gd name="csX8182" fmla="*/ 1414129 w 1728164"/>
              <a:gd name="csY8182" fmla="*/ 1089521 h 1114902"/>
              <a:gd name="csX8183" fmla="*/ 1414298 w 1728164"/>
              <a:gd name="csY8183" fmla="*/ 1089583 h 1114902"/>
              <a:gd name="csX8184" fmla="*/ 1414467 w 1728164"/>
              <a:gd name="csY8184" fmla="*/ 1089645 h 1114902"/>
              <a:gd name="csX8185" fmla="*/ 1414645 w 1728164"/>
              <a:gd name="csY8185" fmla="*/ 1089708 h 1114902"/>
              <a:gd name="csX8186" fmla="*/ 1414814 w 1728164"/>
              <a:gd name="csY8186" fmla="*/ 1089770 h 1114902"/>
              <a:gd name="csX8187" fmla="*/ 1414992 w 1728164"/>
              <a:gd name="csY8187" fmla="*/ 1089832 h 1114902"/>
              <a:gd name="csX8188" fmla="*/ 1415161 w 1728164"/>
              <a:gd name="csY8188" fmla="*/ 1089895 h 1114902"/>
              <a:gd name="csX8189" fmla="*/ 1415339 w 1728164"/>
              <a:gd name="csY8189" fmla="*/ 1089957 h 1114902"/>
              <a:gd name="csX8190" fmla="*/ 1415508 w 1728164"/>
              <a:gd name="csY8190" fmla="*/ 1090019 h 1114902"/>
              <a:gd name="csX8191" fmla="*/ 1415677 w 1728164"/>
              <a:gd name="csY8191" fmla="*/ 1090081 h 1114902"/>
              <a:gd name="csX8192" fmla="*/ 1415855 w 1728164"/>
              <a:gd name="csY8192" fmla="*/ 1090144 h 1114902"/>
              <a:gd name="csX8193" fmla="*/ 1416024 w 1728164"/>
              <a:gd name="csY8193" fmla="*/ 1090206 h 1114902"/>
              <a:gd name="csX8194" fmla="*/ 1416202 w 1728164"/>
              <a:gd name="csY8194" fmla="*/ 1090268 h 1114902"/>
              <a:gd name="csX8195" fmla="*/ 1416371 w 1728164"/>
              <a:gd name="csY8195" fmla="*/ 1090331 h 1114902"/>
              <a:gd name="csX8196" fmla="*/ 1416549 w 1728164"/>
              <a:gd name="csY8196" fmla="*/ 1090393 h 1114902"/>
              <a:gd name="csX8197" fmla="*/ 1416718 w 1728164"/>
              <a:gd name="csY8197" fmla="*/ 1090455 h 1114902"/>
              <a:gd name="csX8198" fmla="*/ 1416887 w 1728164"/>
              <a:gd name="csY8198" fmla="*/ 1090517 h 1114902"/>
              <a:gd name="csX8199" fmla="*/ 1417065 w 1728164"/>
              <a:gd name="csY8199" fmla="*/ 1090580 h 1114902"/>
              <a:gd name="csX8200" fmla="*/ 1417234 w 1728164"/>
              <a:gd name="csY8200" fmla="*/ 1090642 h 1114902"/>
              <a:gd name="csX8201" fmla="*/ 1417412 w 1728164"/>
              <a:gd name="csY8201" fmla="*/ 1090695 h 1114902"/>
              <a:gd name="csX8202" fmla="*/ 1417581 w 1728164"/>
              <a:gd name="csY8202" fmla="*/ 1090758 h 1114902"/>
              <a:gd name="csX8203" fmla="*/ 1417759 w 1728164"/>
              <a:gd name="csY8203" fmla="*/ 1090820 h 1114902"/>
              <a:gd name="csX8204" fmla="*/ 1417928 w 1728164"/>
              <a:gd name="csY8204" fmla="*/ 1090882 h 1114902"/>
              <a:gd name="csX8205" fmla="*/ 1418097 w 1728164"/>
              <a:gd name="csY8205" fmla="*/ 1090944 h 1114902"/>
              <a:gd name="csX8206" fmla="*/ 1418275 w 1728164"/>
              <a:gd name="csY8206" fmla="*/ 1090998 h 1114902"/>
              <a:gd name="csX8207" fmla="*/ 1418444 w 1728164"/>
              <a:gd name="csY8207" fmla="*/ 1091060 h 1114902"/>
              <a:gd name="csX8208" fmla="*/ 1418622 w 1728164"/>
              <a:gd name="csY8208" fmla="*/ 1091122 h 1114902"/>
              <a:gd name="csX8209" fmla="*/ 1418791 w 1728164"/>
              <a:gd name="csY8209" fmla="*/ 1091176 h 1114902"/>
              <a:gd name="csX8210" fmla="*/ 1418969 w 1728164"/>
              <a:gd name="csY8210" fmla="*/ 1091238 h 1114902"/>
              <a:gd name="csX8211" fmla="*/ 1419138 w 1728164"/>
              <a:gd name="csY8211" fmla="*/ 1091300 h 1114902"/>
              <a:gd name="csX8212" fmla="*/ 1419307 w 1728164"/>
              <a:gd name="csY8212" fmla="*/ 1091362 h 1114902"/>
              <a:gd name="csX8213" fmla="*/ 1419485 w 1728164"/>
              <a:gd name="csY8213" fmla="*/ 1091416 h 1114902"/>
              <a:gd name="csX8214" fmla="*/ 1419654 w 1728164"/>
              <a:gd name="csY8214" fmla="*/ 1091478 h 1114902"/>
              <a:gd name="csX8215" fmla="*/ 1419832 w 1728164"/>
              <a:gd name="csY8215" fmla="*/ 1091532 h 1114902"/>
              <a:gd name="csX8216" fmla="*/ 1420001 w 1728164"/>
              <a:gd name="csY8216" fmla="*/ 1091594 h 1114902"/>
              <a:gd name="csX8217" fmla="*/ 1420179 w 1728164"/>
              <a:gd name="csY8217" fmla="*/ 1091656 h 1114902"/>
              <a:gd name="csX8218" fmla="*/ 1420348 w 1728164"/>
              <a:gd name="csY8218" fmla="*/ 1091709 h 1114902"/>
              <a:gd name="csX8219" fmla="*/ 1420517 w 1728164"/>
              <a:gd name="csY8219" fmla="*/ 1091772 h 1114902"/>
              <a:gd name="csX8220" fmla="*/ 1420695 w 1728164"/>
              <a:gd name="csY8220" fmla="*/ 1091825 h 1114902"/>
              <a:gd name="csX8221" fmla="*/ 1420864 w 1728164"/>
              <a:gd name="csY8221" fmla="*/ 1091887 h 1114902"/>
              <a:gd name="csX8222" fmla="*/ 1421042 w 1728164"/>
              <a:gd name="csY8222" fmla="*/ 1091941 h 1114902"/>
              <a:gd name="csX8223" fmla="*/ 1421211 w 1728164"/>
              <a:gd name="csY8223" fmla="*/ 1092003 h 1114902"/>
              <a:gd name="csX8224" fmla="*/ 1421389 w 1728164"/>
              <a:gd name="csY8224" fmla="*/ 1092056 h 1114902"/>
              <a:gd name="csX8225" fmla="*/ 1421558 w 1728164"/>
              <a:gd name="csY8225" fmla="*/ 1092119 h 1114902"/>
              <a:gd name="csX8226" fmla="*/ 1421727 w 1728164"/>
              <a:gd name="csY8226" fmla="*/ 1092172 h 1114902"/>
              <a:gd name="csX8227" fmla="*/ 1421905 w 1728164"/>
              <a:gd name="csY8227" fmla="*/ 1092234 h 1114902"/>
              <a:gd name="csX8228" fmla="*/ 1422074 w 1728164"/>
              <a:gd name="csY8228" fmla="*/ 1092288 h 1114902"/>
              <a:gd name="csX8229" fmla="*/ 1422252 w 1728164"/>
              <a:gd name="csY8229" fmla="*/ 1092350 h 1114902"/>
              <a:gd name="csX8230" fmla="*/ 1422421 w 1728164"/>
              <a:gd name="csY8230" fmla="*/ 1092403 h 1114902"/>
              <a:gd name="csX8231" fmla="*/ 1422598 w 1728164"/>
              <a:gd name="csY8231" fmla="*/ 1092466 h 1114902"/>
              <a:gd name="csX8232" fmla="*/ 1422767 w 1728164"/>
              <a:gd name="csY8232" fmla="*/ 1092519 h 1114902"/>
              <a:gd name="csX8233" fmla="*/ 1422937 w 1728164"/>
              <a:gd name="csY8233" fmla="*/ 1092572 h 1114902"/>
              <a:gd name="csX8234" fmla="*/ 1423114 w 1728164"/>
              <a:gd name="csY8234" fmla="*/ 1092635 h 1114902"/>
              <a:gd name="csX8235" fmla="*/ 1423284 w 1728164"/>
              <a:gd name="csY8235" fmla="*/ 1092688 h 1114902"/>
              <a:gd name="csX8236" fmla="*/ 1423461 w 1728164"/>
              <a:gd name="csY8236" fmla="*/ 1092741 h 1114902"/>
              <a:gd name="csX8237" fmla="*/ 1423631 w 1728164"/>
              <a:gd name="csY8237" fmla="*/ 1092804 h 1114902"/>
              <a:gd name="csX8238" fmla="*/ 1423808 w 1728164"/>
              <a:gd name="csY8238" fmla="*/ 1092857 h 1114902"/>
              <a:gd name="csX8239" fmla="*/ 1423977 w 1728164"/>
              <a:gd name="csY8239" fmla="*/ 1092910 h 1114902"/>
              <a:gd name="csX8240" fmla="*/ 1424146 w 1728164"/>
              <a:gd name="csY8240" fmla="*/ 1092964 h 1114902"/>
              <a:gd name="csX8241" fmla="*/ 1424324 w 1728164"/>
              <a:gd name="csY8241" fmla="*/ 1093026 h 1114902"/>
              <a:gd name="csX8242" fmla="*/ 1424493 w 1728164"/>
              <a:gd name="csY8242" fmla="*/ 1093079 h 1114902"/>
              <a:gd name="csX8243" fmla="*/ 1424671 w 1728164"/>
              <a:gd name="csY8243" fmla="*/ 1093133 h 1114902"/>
              <a:gd name="csX8244" fmla="*/ 1424840 w 1728164"/>
              <a:gd name="csY8244" fmla="*/ 1093186 h 1114902"/>
              <a:gd name="csX8245" fmla="*/ 1425018 w 1728164"/>
              <a:gd name="csY8245" fmla="*/ 1093248 h 1114902"/>
              <a:gd name="csX8246" fmla="*/ 1425187 w 1728164"/>
              <a:gd name="csY8246" fmla="*/ 1093302 h 1114902"/>
              <a:gd name="csX8247" fmla="*/ 1425356 w 1728164"/>
              <a:gd name="csY8247" fmla="*/ 1093355 h 1114902"/>
              <a:gd name="csX8248" fmla="*/ 1425534 w 1728164"/>
              <a:gd name="csY8248" fmla="*/ 1093409 h 1114902"/>
              <a:gd name="csX8249" fmla="*/ 1425703 w 1728164"/>
              <a:gd name="csY8249" fmla="*/ 1093462 h 1114902"/>
              <a:gd name="csX8250" fmla="*/ 1425881 w 1728164"/>
              <a:gd name="csY8250" fmla="*/ 1093515 h 1114902"/>
              <a:gd name="csX8251" fmla="*/ 1426050 w 1728164"/>
              <a:gd name="csY8251" fmla="*/ 1093578 h 1114902"/>
              <a:gd name="csX8252" fmla="*/ 1426228 w 1728164"/>
              <a:gd name="csY8252" fmla="*/ 1093631 h 1114902"/>
              <a:gd name="csX8253" fmla="*/ 1426397 w 1728164"/>
              <a:gd name="csY8253" fmla="*/ 1093684 h 1114902"/>
              <a:gd name="csX8254" fmla="*/ 1426566 w 1728164"/>
              <a:gd name="csY8254" fmla="*/ 1093738 h 1114902"/>
              <a:gd name="csX8255" fmla="*/ 1426744 w 1728164"/>
              <a:gd name="csY8255" fmla="*/ 1093791 h 1114902"/>
              <a:gd name="csX8256" fmla="*/ 1426913 w 1728164"/>
              <a:gd name="csY8256" fmla="*/ 1093845 h 1114902"/>
              <a:gd name="csX8257" fmla="*/ 1427091 w 1728164"/>
              <a:gd name="csY8257" fmla="*/ 1093898 h 1114902"/>
              <a:gd name="csX8258" fmla="*/ 1427260 w 1728164"/>
              <a:gd name="csY8258" fmla="*/ 1093951 h 1114902"/>
              <a:gd name="csX8259" fmla="*/ 1427438 w 1728164"/>
              <a:gd name="csY8259" fmla="*/ 1094005 h 1114902"/>
              <a:gd name="csX8260" fmla="*/ 1427607 w 1728164"/>
              <a:gd name="csY8260" fmla="*/ 1094058 h 1114902"/>
              <a:gd name="csX8261" fmla="*/ 1427776 w 1728164"/>
              <a:gd name="csY8261" fmla="*/ 1094112 h 1114902"/>
              <a:gd name="csX8262" fmla="*/ 1427954 w 1728164"/>
              <a:gd name="csY8262" fmla="*/ 1094165 h 1114902"/>
              <a:gd name="csX8263" fmla="*/ 1428123 w 1728164"/>
              <a:gd name="csY8263" fmla="*/ 1094218 h 1114902"/>
              <a:gd name="csX8264" fmla="*/ 1428301 w 1728164"/>
              <a:gd name="csY8264" fmla="*/ 1094272 h 1114902"/>
              <a:gd name="csX8265" fmla="*/ 1428470 w 1728164"/>
              <a:gd name="csY8265" fmla="*/ 1094325 h 1114902"/>
              <a:gd name="csX8266" fmla="*/ 1428648 w 1728164"/>
              <a:gd name="csY8266" fmla="*/ 1094378 h 1114902"/>
              <a:gd name="csX8267" fmla="*/ 1428817 w 1728164"/>
              <a:gd name="csY8267" fmla="*/ 1094432 h 1114902"/>
              <a:gd name="csX8268" fmla="*/ 1428986 w 1728164"/>
              <a:gd name="csY8268" fmla="*/ 1094476 h 1114902"/>
              <a:gd name="csX8269" fmla="*/ 1429164 w 1728164"/>
              <a:gd name="csY8269" fmla="*/ 1094530 h 1114902"/>
              <a:gd name="csX8270" fmla="*/ 1429333 w 1728164"/>
              <a:gd name="csY8270" fmla="*/ 1094583 h 1114902"/>
              <a:gd name="csX8271" fmla="*/ 1429511 w 1728164"/>
              <a:gd name="csY8271" fmla="*/ 1094636 h 1114902"/>
              <a:gd name="csX8272" fmla="*/ 1429680 w 1728164"/>
              <a:gd name="csY8272" fmla="*/ 1094690 h 1114902"/>
              <a:gd name="csX8273" fmla="*/ 1429858 w 1728164"/>
              <a:gd name="csY8273" fmla="*/ 1094743 h 1114902"/>
              <a:gd name="csX8274" fmla="*/ 1430027 w 1728164"/>
              <a:gd name="csY8274" fmla="*/ 1094796 h 1114902"/>
              <a:gd name="csX8275" fmla="*/ 1430196 w 1728164"/>
              <a:gd name="csY8275" fmla="*/ 1094841 h 1114902"/>
              <a:gd name="csX8276" fmla="*/ 1430374 w 1728164"/>
              <a:gd name="csY8276" fmla="*/ 1094894 h 1114902"/>
              <a:gd name="csX8277" fmla="*/ 1430543 w 1728164"/>
              <a:gd name="csY8277" fmla="*/ 1094948 h 1114902"/>
              <a:gd name="csX8278" fmla="*/ 1430721 w 1728164"/>
              <a:gd name="csY8278" fmla="*/ 1095001 h 1114902"/>
              <a:gd name="csX8279" fmla="*/ 1430890 w 1728164"/>
              <a:gd name="csY8279" fmla="*/ 1095046 h 1114902"/>
              <a:gd name="csX8280" fmla="*/ 1431068 w 1728164"/>
              <a:gd name="csY8280" fmla="*/ 1095099 h 1114902"/>
              <a:gd name="csX8281" fmla="*/ 1431237 w 1728164"/>
              <a:gd name="csY8281" fmla="*/ 1095152 h 1114902"/>
              <a:gd name="csX8282" fmla="*/ 1431406 w 1728164"/>
              <a:gd name="csY8282" fmla="*/ 1095206 h 1114902"/>
              <a:gd name="csX8283" fmla="*/ 1431584 w 1728164"/>
              <a:gd name="csY8283" fmla="*/ 1095250 h 1114902"/>
              <a:gd name="csX8284" fmla="*/ 1431753 w 1728164"/>
              <a:gd name="csY8284" fmla="*/ 1095304 h 1114902"/>
              <a:gd name="csX8285" fmla="*/ 1431931 w 1728164"/>
              <a:gd name="csY8285" fmla="*/ 1095357 h 1114902"/>
              <a:gd name="csX8286" fmla="*/ 1432100 w 1728164"/>
              <a:gd name="csY8286" fmla="*/ 1095401 h 1114902"/>
              <a:gd name="csX8287" fmla="*/ 1432269 w 1728164"/>
              <a:gd name="csY8287" fmla="*/ 1095455 h 1114902"/>
              <a:gd name="csX8288" fmla="*/ 1432447 w 1728164"/>
              <a:gd name="csY8288" fmla="*/ 1095508 h 1114902"/>
              <a:gd name="csX8289" fmla="*/ 1432616 w 1728164"/>
              <a:gd name="csY8289" fmla="*/ 1095553 h 1114902"/>
              <a:gd name="csX8290" fmla="*/ 1432794 w 1728164"/>
              <a:gd name="csY8290" fmla="*/ 1095606 h 1114902"/>
              <a:gd name="csX8291" fmla="*/ 1432963 w 1728164"/>
              <a:gd name="csY8291" fmla="*/ 1095651 h 1114902"/>
              <a:gd name="csX8292" fmla="*/ 1433141 w 1728164"/>
              <a:gd name="csY8292" fmla="*/ 1095704 h 1114902"/>
              <a:gd name="csX8293" fmla="*/ 1433310 w 1728164"/>
              <a:gd name="csY8293" fmla="*/ 1095757 h 1114902"/>
              <a:gd name="csX8294" fmla="*/ 1433479 w 1728164"/>
              <a:gd name="csY8294" fmla="*/ 1095802 h 1114902"/>
              <a:gd name="csX8295" fmla="*/ 1433657 w 1728164"/>
              <a:gd name="csY8295" fmla="*/ 1095855 h 1114902"/>
              <a:gd name="csX8296" fmla="*/ 1433826 w 1728164"/>
              <a:gd name="csY8296" fmla="*/ 1095900 h 1114902"/>
              <a:gd name="csX8297" fmla="*/ 1434004 w 1728164"/>
              <a:gd name="csY8297" fmla="*/ 1095953 h 1114902"/>
              <a:gd name="csX8298" fmla="*/ 1434173 w 1728164"/>
              <a:gd name="csY8298" fmla="*/ 1095998 h 1114902"/>
              <a:gd name="csX8299" fmla="*/ 1434351 w 1728164"/>
              <a:gd name="csY8299" fmla="*/ 1096051 h 1114902"/>
              <a:gd name="csX8300" fmla="*/ 1434520 w 1728164"/>
              <a:gd name="csY8300" fmla="*/ 1096095 h 1114902"/>
              <a:gd name="csX8301" fmla="*/ 1434689 w 1728164"/>
              <a:gd name="csY8301" fmla="*/ 1096149 h 1114902"/>
              <a:gd name="csX8302" fmla="*/ 1434867 w 1728164"/>
              <a:gd name="csY8302" fmla="*/ 1096193 h 1114902"/>
              <a:gd name="csX8303" fmla="*/ 1435036 w 1728164"/>
              <a:gd name="csY8303" fmla="*/ 1096247 h 1114902"/>
              <a:gd name="csX8304" fmla="*/ 1435214 w 1728164"/>
              <a:gd name="csY8304" fmla="*/ 1096291 h 1114902"/>
              <a:gd name="csX8305" fmla="*/ 1435383 w 1728164"/>
              <a:gd name="csY8305" fmla="*/ 1096336 h 1114902"/>
              <a:gd name="csX8306" fmla="*/ 1435561 w 1728164"/>
              <a:gd name="csY8306" fmla="*/ 1096389 h 1114902"/>
              <a:gd name="csX8307" fmla="*/ 1435730 w 1728164"/>
              <a:gd name="csY8307" fmla="*/ 1096433 h 1114902"/>
              <a:gd name="csX8308" fmla="*/ 1435899 w 1728164"/>
              <a:gd name="csY8308" fmla="*/ 1096487 h 1114902"/>
              <a:gd name="csX8309" fmla="*/ 1436077 w 1728164"/>
              <a:gd name="csY8309" fmla="*/ 1096531 h 1114902"/>
              <a:gd name="csX8310" fmla="*/ 1436246 w 1728164"/>
              <a:gd name="csY8310" fmla="*/ 1096576 h 1114902"/>
              <a:gd name="csX8311" fmla="*/ 1436424 w 1728164"/>
              <a:gd name="csY8311" fmla="*/ 1096629 h 1114902"/>
              <a:gd name="csX8312" fmla="*/ 1436593 w 1728164"/>
              <a:gd name="csY8312" fmla="*/ 1096674 h 1114902"/>
              <a:gd name="csX8313" fmla="*/ 1436770 w 1728164"/>
              <a:gd name="csY8313" fmla="*/ 1096718 h 1114902"/>
              <a:gd name="csX8314" fmla="*/ 1436940 w 1728164"/>
              <a:gd name="csY8314" fmla="*/ 1096772 h 1114902"/>
              <a:gd name="csX8315" fmla="*/ 1437109 w 1728164"/>
              <a:gd name="csY8315" fmla="*/ 1096816 h 1114902"/>
              <a:gd name="csX8316" fmla="*/ 1437287 w 1728164"/>
              <a:gd name="csY8316" fmla="*/ 1096860 h 1114902"/>
              <a:gd name="csX8317" fmla="*/ 1437456 w 1728164"/>
              <a:gd name="csY8317" fmla="*/ 1096905 h 1114902"/>
              <a:gd name="csX8318" fmla="*/ 1437634 w 1728164"/>
              <a:gd name="csY8318" fmla="*/ 1096958 h 1114902"/>
              <a:gd name="csX8319" fmla="*/ 1437802 w 1728164"/>
              <a:gd name="csY8319" fmla="*/ 1097003 h 1114902"/>
              <a:gd name="csX8320" fmla="*/ 1437980 w 1728164"/>
              <a:gd name="csY8320" fmla="*/ 1097047 h 1114902"/>
              <a:gd name="csX8321" fmla="*/ 1438149 w 1728164"/>
              <a:gd name="csY8321" fmla="*/ 1097092 h 1114902"/>
              <a:gd name="csX8322" fmla="*/ 1438319 w 1728164"/>
              <a:gd name="csY8322" fmla="*/ 1097145 h 1114902"/>
              <a:gd name="csX8323" fmla="*/ 1438496 w 1728164"/>
              <a:gd name="csY8323" fmla="*/ 1097190 h 1114902"/>
              <a:gd name="csX8324" fmla="*/ 1438665 w 1728164"/>
              <a:gd name="csY8324" fmla="*/ 1097234 h 1114902"/>
              <a:gd name="csX8325" fmla="*/ 1438843 w 1728164"/>
              <a:gd name="csY8325" fmla="*/ 1097279 h 1114902"/>
              <a:gd name="csX8326" fmla="*/ 1439012 w 1728164"/>
              <a:gd name="csY8326" fmla="*/ 1097323 h 1114902"/>
              <a:gd name="csX8327" fmla="*/ 1439190 w 1728164"/>
              <a:gd name="csY8327" fmla="*/ 1097376 h 1114902"/>
              <a:gd name="csX8328" fmla="*/ 1439359 w 1728164"/>
              <a:gd name="csY8328" fmla="*/ 1097421 h 1114902"/>
              <a:gd name="csX8329" fmla="*/ 1439528 w 1728164"/>
              <a:gd name="csY8329" fmla="*/ 1097465 h 1114902"/>
              <a:gd name="csX8330" fmla="*/ 1439706 w 1728164"/>
              <a:gd name="csY8330" fmla="*/ 1097510 h 1114902"/>
              <a:gd name="csX8331" fmla="*/ 1439875 w 1728164"/>
              <a:gd name="csY8331" fmla="*/ 1097554 h 1114902"/>
              <a:gd name="csX8332" fmla="*/ 1440053 w 1728164"/>
              <a:gd name="csY8332" fmla="*/ 1097599 h 1114902"/>
              <a:gd name="csX8333" fmla="*/ 1440222 w 1728164"/>
              <a:gd name="csY8333" fmla="*/ 1097643 h 1114902"/>
              <a:gd name="csX8334" fmla="*/ 1440400 w 1728164"/>
              <a:gd name="csY8334" fmla="*/ 1097688 h 1114902"/>
              <a:gd name="csX8335" fmla="*/ 1440569 w 1728164"/>
              <a:gd name="csY8335" fmla="*/ 1097732 h 1114902"/>
              <a:gd name="csX8336" fmla="*/ 1440738 w 1728164"/>
              <a:gd name="csY8336" fmla="*/ 1097777 h 1114902"/>
              <a:gd name="csX8337" fmla="*/ 1440916 w 1728164"/>
              <a:gd name="csY8337" fmla="*/ 1097821 h 1114902"/>
              <a:gd name="csX8338" fmla="*/ 1441085 w 1728164"/>
              <a:gd name="csY8338" fmla="*/ 1097866 h 1114902"/>
              <a:gd name="csX8339" fmla="*/ 1441263 w 1728164"/>
              <a:gd name="csY8339" fmla="*/ 1097910 h 1114902"/>
              <a:gd name="csX8340" fmla="*/ 1441432 w 1728164"/>
              <a:gd name="csY8340" fmla="*/ 1097955 h 1114902"/>
              <a:gd name="csX8341" fmla="*/ 1441610 w 1728164"/>
              <a:gd name="csY8341" fmla="*/ 1097999 h 1114902"/>
              <a:gd name="csX8342" fmla="*/ 1441779 w 1728164"/>
              <a:gd name="csY8342" fmla="*/ 1098044 h 1114902"/>
              <a:gd name="csX8343" fmla="*/ 1441948 w 1728164"/>
              <a:gd name="csY8343" fmla="*/ 1098088 h 1114902"/>
              <a:gd name="csX8344" fmla="*/ 1442126 w 1728164"/>
              <a:gd name="csY8344" fmla="*/ 1098133 h 1114902"/>
              <a:gd name="csX8345" fmla="*/ 1442295 w 1728164"/>
              <a:gd name="csY8345" fmla="*/ 1098177 h 1114902"/>
              <a:gd name="csX8346" fmla="*/ 1442473 w 1728164"/>
              <a:gd name="csY8346" fmla="*/ 1098222 h 1114902"/>
              <a:gd name="csX8347" fmla="*/ 1442642 w 1728164"/>
              <a:gd name="csY8347" fmla="*/ 1098266 h 1114902"/>
              <a:gd name="csX8348" fmla="*/ 1442820 w 1728164"/>
              <a:gd name="csY8348" fmla="*/ 1098311 h 1114902"/>
              <a:gd name="csX8349" fmla="*/ 1442989 w 1728164"/>
              <a:gd name="csY8349" fmla="*/ 1098355 h 1114902"/>
              <a:gd name="csX8350" fmla="*/ 1443158 w 1728164"/>
              <a:gd name="csY8350" fmla="*/ 1098400 h 1114902"/>
              <a:gd name="csX8351" fmla="*/ 1443336 w 1728164"/>
              <a:gd name="csY8351" fmla="*/ 1098444 h 1114902"/>
              <a:gd name="csX8352" fmla="*/ 1443505 w 1728164"/>
              <a:gd name="csY8352" fmla="*/ 1098488 h 1114902"/>
              <a:gd name="csX8353" fmla="*/ 1443683 w 1728164"/>
              <a:gd name="csY8353" fmla="*/ 1098524 h 1114902"/>
              <a:gd name="csX8354" fmla="*/ 1443852 w 1728164"/>
              <a:gd name="csY8354" fmla="*/ 1098569 h 1114902"/>
              <a:gd name="csX8355" fmla="*/ 1444030 w 1728164"/>
              <a:gd name="csY8355" fmla="*/ 1098613 h 1114902"/>
              <a:gd name="csX8356" fmla="*/ 1444199 w 1728164"/>
              <a:gd name="csY8356" fmla="*/ 1098658 h 1114902"/>
              <a:gd name="csX8357" fmla="*/ 1444368 w 1728164"/>
              <a:gd name="csY8357" fmla="*/ 1098702 h 1114902"/>
              <a:gd name="csX8358" fmla="*/ 1444546 w 1728164"/>
              <a:gd name="csY8358" fmla="*/ 1098747 h 1114902"/>
              <a:gd name="csX8359" fmla="*/ 1444715 w 1728164"/>
              <a:gd name="csY8359" fmla="*/ 1098782 h 1114902"/>
              <a:gd name="csX8360" fmla="*/ 1444893 w 1728164"/>
              <a:gd name="csY8360" fmla="*/ 1098827 h 1114902"/>
              <a:gd name="csX8361" fmla="*/ 1445062 w 1728164"/>
              <a:gd name="csY8361" fmla="*/ 1098871 h 1114902"/>
              <a:gd name="csX8362" fmla="*/ 1445240 w 1728164"/>
              <a:gd name="csY8362" fmla="*/ 1098915 h 1114902"/>
              <a:gd name="csX8363" fmla="*/ 1445409 w 1728164"/>
              <a:gd name="csY8363" fmla="*/ 1098951 h 1114902"/>
              <a:gd name="csX8364" fmla="*/ 1445578 w 1728164"/>
              <a:gd name="csY8364" fmla="*/ 1098996 h 1114902"/>
              <a:gd name="csX8365" fmla="*/ 1445756 w 1728164"/>
              <a:gd name="csY8365" fmla="*/ 1099040 h 1114902"/>
              <a:gd name="csX8366" fmla="*/ 1445925 w 1728164"/>
              <a:gd name="csY8366" fmla="*/ 1099076 h 1114902"/>
              <a:gd name="csX8367" fmla="*/ 1446103 w 1728164"/>
              <a:gd name="csY8367" fmla="*/ 1099120 h 1114902"/>
              <a:gd name="csX8368" fmla="*/ 1446272 w 1728164"/>
              <a:gd name="csY8368" fmla="*/ 1099165 h 1114902"/>
              <a:gd name="csX8369" fmla="*/ 1446450 w 1728164"/>
              <a:gd name="csY8369" fmla="*/ 1099209 h 1114902"/>
              <a:gd name="csX8370" fmla="*/ 1446619 w 1728164"/>
              <a:gd name="csY8370" fmla="*/ 1099245 h 1114902"/>
              <a:gd name="csX8371" fmla="*/ 1446788 w 1728164"/>
              <a:gd name="csY8371" fmla="*/ 1099289 h 1114902"/>
              <a:gd name="csX8372" fmla="*/ 1446966 w 1728164"/>
              <a:gd name="csY8372" fmla="*/ 1099334 h 1114902"/>
              <a:gd name="csX8373" fmla="*/ 1447135 w 1728164"/>
              <a:gd name="csY8373" fmla="*/ 1099369 h 1114902"/>
              <a:gd name="csX8374" fmla="*/ 1447313 w 1728164"/>
              <a:gd name="csY8374" fmla="*/ 1099414 h 1114902"/>
              <a:gd name="csX8375" fmla="*/ 1447482 w 1728164"/>
              <a:gd name="csY8375" fmla="*/ 1099449 h 1114902"/>
              <a:gd name="csX8376" fmla="*/ 1447660 w 1728164"/>
              <a:gd name="csY8376" fmla="*/ 1099494 h 1114902"/>
              <a:gd name="csX8377" fmla="*/ 1447829 w 1728164"/>
              <a:gd name="csY8377" fmla="*/ 1099538 h 1114902"/>
              <a:gd name="csX8378" fmla="*/ 1447998 w 1728164"/>
              <a:gd name="csY8378" fmla="*/ 1099574 h 1114902"/>
              <a:gd name="csX8379" fmla="*/ 1448176 w 1728164"/>
              <a:gd name="csY8379" fmla="*/ 1099618 h 1114902"/>
              <a:gd name="csX8380" fmla="*/ 1448345 w 1728164"/>
              <a:gd name="csY8380" fmla="*/ 1099654 h 1114902"/>
              <a:gd name="csX8381" fmla="*/ 1448523 w 1728164"/>
              <a:gd name="csY8381" fmla="*/ 1099698 h 1114902"/>
              <a:gd name="csX8382" fmla="*/ 1448692 w 1728164"/>
              <a:gd name="csY8382" fmla="*/ 1099734 h 1114902"/>
              <a:gd name="csX8383" fmla="*/ 1448870 w 1728164"/>
              <a:gd name="csY8383" fmla="*/ 1099779 h 1114902"/>
              <a:gd name="csX8384" fmla="*/ 1449039 w 1728164"/>
              <a:gd name="csY8384" fmla="*/ 1099814 h 1114902"/>
              <a:gd name="csX8385" fmla="*/ 1449208 w 1728164"/>
              <a:gd name="csY8385" fmla="*/ 1099859 h 1114902"/>
              <a:gd name="csX8386" fmla="*/ 1449386 w 1728164"/>
              <a:gd name="csY8386" fmla="*/ 1099894 h 1114902"/>
              <a:gd name="csX8387" fmla="*/ 1449555 w 1728164"/>
              <a:gd name="csY8387" fmla="*/ 1099939 h 1114902"/>
              <a:gd name="csX8388" fmla="*/ 1449733 w 1728164"/>
              <a:gd name="csY8388" fmla="*/ 1099974 h 1114902"/>
              <a:gd name="csX8389" fmla="*/ 1449902 w 1728164"/>
              <a:gd name="csY8389" fmla="*/ 1100019 h 1114902"/>
              <a:gd name="csX8390" fmla="*/ 1450080 w 1728164"/>
              <a:gd name="csY8390" fmla="*/ 1100054 h 1114902"/>
              <a:gd name="csX8391" fmla="*/ 1450249 w 1728164"/>
              <a:gd name="csY8391" fmla="*/ 1100099 h 1114902"/>
              <a:gd name="csX8392" fmla="*/ 1450418 w 1728164"/>
              <a:gd name="csY8392" fmla="*/ 1100134 h 1114902"/>
              <a:gd name="csX8393" fmla="*/ 1450596 w 1728164"/>
              <a:gd name="csY8393" fmla="*/ 1100179 h 1114902"/>
              <a:gd name="csX8394" fmla="*/ 1450765 w 1728164"/>
              <a:gd name="csY8394" fmla="*/ 1100214 h 1114902"/>
              <a:gd name="csX8395" fmla="*/ 1450943 w 1728164"/>
              <a:gd name="csY8395" fmla="*/ 1100250 h 1114902"/>
              <a:gd name="csX8396" fmla="*/ 1451112 w 1728164"/>
              <a:gd name="csY8396" fmla="*/ 1100294 h 1114902"/>
              <a:gd name="csX8397" fmla="*/ 1451281 w 1728164"/>
              <a:gd name="csY8397" fmla="*/ 1100330 h 1114902"/>
              <a:gd name="csX8398" fmla="*/ 1451459 w 1728164"/>
              <a:gd name="csY8398" fmla="*/ 1100375 h 1114902"/>
              <a:gd name="csX8399" fmla="*/ 1451628 w 1728164"/>
              <a:gd name="csY8399" fmla="*/ 1100410 h 1114902"/>
              <a:gd name="csX8400" fmla="*/ 1451805 w 1728164"/>
              <a:gd name="csY8400" fmla="*/ 1100446 h 1114902"/>
              <a:gd name="csX8401" fmla="*/ 1451975 w 1728164"/>
              <a:gd name="csY8401" fmla="*/ 1100490 h 1114902"/>
              <a:gd name="csX8402" fmla="*/ 1452152 w 1728164"/>
              <a:gd name="csY8402" fmla="*/ 1100526 h 1114902"/>
              <a:gd name="csX8403" fmla="*/ 1452322 w 1728164"/>
              <a:gd name="csY8403" fmla="*/ 1100561 h 1114902"/>
              <a:gd name="csX8404" fmla="*/ 1452491 w 1728164"/>
              <a:gd name="csY8404" fmla="*/ 1100606 h 1114902"/>
              <a:gd name="csX8405" fmla="*/ 1452669 w 1728164"/>
              <a:gd name="csY8405" fmla="*/ 1100641 h 1114902"/>
              <a:gd name="csX8406" fmla="*/ 1452838 w 1728164"/>
              <a:gd name="csY8406" fmla="*/ 1100677 h 1114902"/>
              <a:gd name="csX8407" fmla="*/ 1453015 w 1728164"/>
              <a:gd name="csY8407" fmla="*/ 1100713 h 1114902"/>
              <a:gd name="csX8408" fmla="*/ 1453184 w 1728164"/>
              <a:gd name="csY8408" fmla="*/ 1100757 h 1114902"/>
              <a:gd name="csX8409" fmla="*/ 1453362 w 1728164"/>
              <a:gd name="csY8409" fmla="*/ 1100793 h 1114902"/>
              <a:gd name="csX8410" fmla="*/ 1453531 w 1728164"/>
              <a:gd name="csY8410" fmla="*/ 1100828 h 1114902"/>
              <a:gd name="csX8411" fmla="*/ 1453700 w 1728164"/>
              <a:gd name="csY8411" fmla="*/ 1100864 h 1114902"/>
              <a:gd name="csX8412" fmla="*/ 1453878 w 1728164"/>
              <a:gd name="csY8412" fmla="*/ 1100908 h 1114902"/>
              <a:gd name="csX8413" fmla="*/ 1454047 w 1728164"/>
              <a:gd name="csY8413" fmla="*/ 1100944 h 1114902"/>
              <a:gd name="csX8414" fmla="*/ 1454225 w 1728164"/>
              <a:gd name="csY8414" fmla="*/ 1100980 h 1114902"/>
              <a:gd name="csX8415" fmla="*/ 1454394 w 1728164"/>
              <a:gd name="csY8415" fmla="*/ 1101015 h 1114902"/>
              <a:gd name="csX8416" fmla="*/ 1454572 w 1728164"/>
              <a:gd name="csY8416" fmla="*/ 1101051 h 1114902"/>
              <a:gd name="csX8417" fmla="*/ 1454741 w 1728164"/>
              <a:gd name="csY8417" fmla="*/ 1101095 h 1114902"/>
              <a:gd name="csX8418" fmla="*/ 1454910 w 1728164"/>
              <a:gd name="csY8418" fmla="*/ 1101131 h 1114902"/>
              <a:gd name="csX8419" fmla="*/ 1455088 w 1728164"/>
              <a:gd name="csY8419" fmla="*/ 1101166 h 1114902"/>
              <a:gd name="csX8420" fmla="*/ 1455257 w 1728164"/>
              <a:gd name="csY8420" fmla="*/ 1101202 h 1114902"/>
              <a:gd name="csX8421" fmla="*/ 1455435 w 1728164"/>
              <a:gd name="csY8421" fmla="*/ 1101238 h 1114902"/>
              <a:gd name="csX8422" fmla="*/ 1455604 w 1728164"/>
              <a:gd name="csY8422" fmla="*/ 1101273 h 1114902"/>
              <a:gd name="csX8423" fmla="*/ 1455782 w 1728164"/>
              <a:gd name="csY8423" fmla="*/ 1101309 h 1114902"/>
              <a:gd name="csX8424" fmla="*/ 1455951 w 1728164"/>
              <a:gd name="csY8424" fmla="*/ 1101353 h 1114902"/>
              <a:gd name="csX8425" fmla="*/ 1456120 w 1728164"/>
              <a:gd name="csY8425" fmla="*/ 1101389 h 1114902"/>
              <a:gd name="csX8426" fmla="*/ 1456298 w 1728164"/>
              <a:gd name="csY8426" fmla="*/ 1101424 h 1114902"/>
              <a:gd name="csX8427" fmla="*/ 1456467 w 1728164"/>
              <a:gd name="csY8427" fmla="*/ 1101460 h 1114902"/>
              <a:gd name="csX8428" fmla="*/ 1456645 w 1728164"/>
              <a:gd name="csY8428" fmla="*/ 1101495 h 1114902"/>
              <a:gd name="csX8429" fmla="*/ 1456814 w 1728164"/>
              <a:gd name="csY8429" fmla="*/ 1101531 h 1114902"/>
              <a:gd name="csX8430" fmla="*/ 1456992 w 1728164"/>
              <a:gd name="csY8430" fmla="*/ 1101567 h 1114902"/>
              <a:gd name="csX8431" fmla="*/ 1457161 w 1728164"/>
              <a:gd name="csY8431" fmla="*/ 1101602 h 1114902"/>
              <a:gd name="csX8432" fmla="*/ 1457330 w 1728164"/>
              <a:gd name="csY8432" fmla="*/ 1101638 h 1114902"/>
              <a:gd name="csX8433" fmla="*/ 1457508 w 1728164"/>
              <a:gd name="csY8433" fmla="*/ 1101673 h 1114902"/>
              <a:gd name="csX8434" fmla="*/ 1457677 w 1728164"/>
              <a:gd name="csY8434" fmla="*/ 1101709 h 1114902"/>
              <a:gd name="csX8435" fmla="*/ 1457855 w 1728164"/>
              <a:gd name="csY8435" fmla="*/ 1101745 h 1114902"/>
              <a:gd name="csX8436" fmla="*/ 1458024 w 1728164"/>
              <a:gd name="csY8436" fmla="*/ 1101780 h 1114902"/>
              <a:gd name="csX8437" fmla="*/ 1458202 w 1728164"/>
              <a:gd name="csY8437" fmla="*/ 1101816 h 1114902"/>
              <a:gd name="csX8438" fmla="*/ 1458371 w 1728164"/>
              <a:gd name="csY8438" fmla="*/ 1101851 h 1114902"/>
              <a:gd name="csX8439" fmla="*/ 1458540 w 1728164"/>
              <a:gd name="csY8439" fmla="*/ 1101887 h 1114902"/>
              <a:gd name="csX8440" fmla="*/ 1458718 w 1728164"/>
              <a:gd name="csY8440" fmla="*/ 1101923 h 1114902"/>
              <a:gd name="csX8441" fmla="*/ 1458887 w 1728164"/>
              <a:gd name="csY8441" fmla="*/ 1101958 h 1114902"/>
              <a:gd name="csX8442" fmla="*/ 1459065 w 1728164"/>
              <a:gd name="csY8442" fmla="*/ 1101994 h 1114902"/>
              <a:gd name="csX8443" fmla="*/ 1459234 w 1728164"/>
              <a:gd name="csY8443" fmla="*/ 1102029 h 1114902"/>
              <a:gd name="csX8444" fmla="*/ 1459412 w 1728164"/>
              <a:gd name="csY8444" fmla="*/ 1102065 h 1114902"/>
              <a:gd name="csX8445" fmla="*/ 1459581 w 1728164"/>
              <a:gd name="csY8445" fmla="*/ 1102100 h 1114902"/>
              <a:gd name="csX8446" fmla="*/ 1459750 w 1728164"/>
              <a:gd name="csY8446" fmla="*/ 1102127 h 1114902"/>
              <a:gd name="csX8447" fmla="*/ 1459928 w 1728164"/>
              <a:gd name="csY8447" fmla="*/ 1102163 h 1114902"/>
              <a:gd name="csX8448" fmla="*/ 1460097 w 1728164"/>
              <a:gd name="csY8448" fmla="*/ 1102198 h 1114902"/>
              <a:gd name="csX8449" fmla="*/ 1460275 w 1728164"/>
              <a:gd name="csY8449" fmla="*/ 1102234 h 1114902"/>
              <a:gd name="csX8450" fmla="*/ 1460444 w 1728164"/>
              <a:gd name="csY8450" fmla="*/ 1102269 h 1114902"/>
              <a:gd name="csX8451" fmla="*/ 1460622 w 1728164"/>
              <a:gd name="csY8451" fmla="*/ 1102305 h 1114902"/>
              <a:gd name="csX8452" fmla="*/ 1460791 w 1728164"/>
              <a:gd name="csY8452" fmla="*/ 1102341 h 1114902"/>
              <a:gd name="csX8453" fmla="*/ 1460960 w 1728164"/>
              <a:gd name="csY8453" fmla="*/ 1102367 h 1114902"/>
              <a:gd name="csX8454" fmla="*/ 1461138 w 1728164"/>
              <a:gd name="csY8454" fmla="*/ 1102403 h 1114902"/>
              <a:gd name="csX8455" fmla="*/ 1461307 w 1728164"/>
              <a:gd name="csY8455" fmla="*/ 1102439 h 1114902"/>
              <a:gd name="csX8456" fmla="*/ 1461485 w 1728164"/>
              <a:gd name="csY8456" fmla="*/ 1102474 h 1114902"/>
              <a:gd name="csX8457" fmla="*/ 1461654 w 1728164"/>
              <a:gd name="csY8457" fmla="*/ 1102510 h 1114902"/>
              <a:gd name="csX8458" fmla="*/ 1461832 w 1728164"/>
              <a:gd name="csY8458" fmla="*/ 1102536 h 1114902"/>
              <a:gd name="csX8459" fmla="*/ 1462001 w 1728164"/>
              <a:gd name="csY8459" fmla="*/ 1102572 h 1114902"/>
              <a:gd name="csX8460" fmla="*/ 1462170 w 1728164"/>
              <a:gd name="csY8460" fmla="*/ 1102608 h 1114902"/>
              <a:gd name="csX8461" fmla="*/ 1462348 w 1728164"/>
              <a:gd name="csY8461" fmla="*/ 1102643 h 1114902"/>
              <a:gd name="csX8462" fmla="*/ 1462517 w 1728164"/>
              <a:gd name="csY8462" fmla="*/ 1102679 h 1114902"/>
              <a:gd name="csX8463" fmla="*/ 1462695 w 1728164"/>
              <a:gd name="csY8463" fmla="*/ 1102705 h 1114902"/>
              <a:gd name="csX8464" fmla="*/ 1462864 w 1728164"/>
              <a:gd name="csY8464" fmla="*/ 1102741 h 1114902"/>
              <a:gd name="csX8465" fmla="*/ 1463042 w 1728164"/>
              <a:gd name="csY8465" fmla="*/ 1102777 h 1114902"/>
              <a:gd name="csX8466" fmla="*/ 1463211 w 1728164"/>
              <a:gd name="csY8466" fmla="*/ 1102803 h 1114902"/>
              <a:gd name="csX8467" fmla="*/ 1463380 w 1728164"/>
              <a:gd name="csY8467" fmla="*/ 1102839 h 1114902"/>
              <a:gd name="csX8468" fmla="*/ 1463558 w 1728164"/>
              <a:gd name="csY8468" fmla="*/ 1102874 h 1114902"/>
              <a:gd name="csX8469" fmla="*/ 1463727 w 1728164"/>
              <a:gd name="csY8469" fmla="*/ 1102910 h 1114902"/>
              <a:gd name="csX8470" fmla="*/ 1463905 w 1728164"/>
              <a:gd name="csY8470" fmla="*/ 1102937 h 1114902"/>
              <a:gd name="csX8471" fmla="*/ 1464074 w 1728164"/>
              <a:gd name="csY8471" fmla="*/ 1102972 h 1114902"/>
              <a:gd name="csX8472" fmla="*/ 1464252 w 1728164"/>
              <a:gd name="csY8472" fmla="*/ 1103008 h 1114902"/>
              <a:gd name="csX8473" fmla="*/ 1464421 w 1728164"/>
              <a:gd name="csY8473" fmla="*/ 1103035 h 1114902"/>
              <a:gd name="csX8474" fmla="*/ 1464590 w 1728164"/>
              <a:gd name="csY8474" fmla="*/ 1103070 h 1114902"/>
              <a:gd name="csX8475" fmla="*/ 1464768 w 1728164"/>
              <a:gd name="csY8475" fmla="*/ 1103097 h 1114902"/>
              <a:gd name="csX8476" fmla="*/ 1464937 w 1728164"/>
              <a:gd name="csY8476" fmla="*/ 1103133 h 1114902"/>
              <a:gd name="csX8477" fmla="*/ 1465115 w 1728164"/>
              <a:gd name="csY8477" fmla="*/ 1103168 h 1114902"/>
              <a:gd name="csX8478" fmla="*/ 1465284 w 1728164"/>
              <a:gd name="csY8478" fmla="*/ 1103195 h 1114902"/>
              <a:gd name="csX8479" fmla="*/ 1465462 w 1728164"/>
              <a:gd name="csY8479" fmla="*/ 1103230 h 1114902"/>
              <a:gd name="csX8480" fmla="*/ 1465631 w 1728164"/>
              <a:gd name="csY8480" fmla="*/ 1103266 h 1114902"/>
              <a:gd name="csX8481" fmla="*/ 1465800 w 1728164"/>
              <a:gd name="csY8481" fmla="*/ 1103293 h 1114902"/>
              <a:gd name="csX8482" fmla="*/ 1465978 w 1728164"/>
              <a:gd name="csY8482" fmla="*/ 1103328 h 1114902"/>
              <a:gd name="csX8483" fmla="*/ 1466147 w 1728164"/>
              <a:gd name="csY8483" fmla="*/ 1103355 h 1114902"/>
              <a:gd name="csX8484" fmla="*/ 1466325 w 1728164"/>
              <a:gd name="csY8484" fmla="*/ 1103390 h 1114902"/>
              <a:gd name="csX8485" fmla="*/ 1466494 w 1728164"/>
              <a:gd name="csY8485" fmla="*/ 1103417 h 1114902"/>
              <a:gd name="csX8486" fmla="*/ 1466672 w 1728164"/>
              <a:gd name="csY8486" fmla="*/ 1103453 h 1114902"/>
              <a:gd name="csX8487" fmla="*/ 1466841 w 1728164"/>
              <a:gd name="csY8487" fmla="*/ 1103479 h 1114902"/>
              <a:gd name="csX8488" fmla="*/ 1467010 w 1728164"/>
              <a:gd name="csY8488" fmla="*/ 1103515 h 1114902"/>
              <a:gd name="csX8489" fmla="*/ 1467187 w 1728164"/>
              <a:gd name="csY8489" fmla="*/ 1103542 h 1114902"/>
              <a:gd name="csX8490" fmla="*/ 1467356 w 1728164"/>
              <a:gd name="csY8490" fmla="*/ 1103577 h 1114902"/>
              <a:gd name="csX8491" fmla="*/ 1467534 w 1728164"/>
              <a:gd name="csY8491" fmla="*/ 1103604 h 1114902"/>
              <a:gd name="csX8492" fmla="*/ 1467703 w 1728164"/>
              <a:gd name="csY8492" fmla="*/ 1103640 h 1114902"/>
              <a:gd name="csX8493" fmla="*/ 1467881 w 1728164"/>
              <a:gd name="csY8493" fmla="*/ 1103666 h 1114902"/>
              <a:gd name="csX8494" fmla="*/ 1468050 w 1728164"/>
              <a:gd name="csY8494" fmla="*/ 1103702 h 1114902"/>
              <a:gd name="csX8495" fmla="*/ 1468220 w 1728164"/>
              <a:gd name="csY8495" fmla="*/ 1103729 h 1114902"/>
              <a:gd name="csX8496" fmla="*/ 1468397 w 1728164"/>
              <a:gd name="csY8496" fmla="*/ 1103764 h 1114902"/>
              <a:gd name="csX8497" fmla="*/ 1468566 w 1728164"/>
              <a:gd name="csY8497" fmla="*/ 1103791 h 1114902"/>
              <a:gd name="csX8498" fmla="*/ 1468744 w 1728164"/>
              <a:gd name="csY8498" fmla="*/ 1103826 h 1114902"/>
              <a:gd name="csX8499" fmla="*/ 1468913 w 1728164"/>
              <a:gd name="csY8499" fmla="*/ 1103853 h 1114902"/>
              <a:gd name="csX8500" fmla="*/ 1469091 w 1728164"/>
              <a:gd name="csY8500" fmla="*/ 1103880 h 1114902"/>
              <a:gd name="csX8501" fmla="*/ 1469260 w 1728164"/>
              <a:gd name="csY8501" fmla="*/ 1103915 h 1114902"/>
              <a:gd name="csX8502" fmla="*/ 1469429 w 1728164"/>
              <a:gd name="csY8502" fmla="*/ 1103942 h 1114902"/>
              <a:gd name="csX8503" fmla="*/ 1469607 w 1728164"/>
              <a:gd name="csY8503" fmla="*/ 1103978 h 1114902"/>
              <a:gd name="csX8504" fmla="*/ 1469776 w 1728164"/>
              <a:gd name="csY8504" fmla="*/ 1104004 h 1114902"/>
              <a:gd name="csX8505" fmla="*/ 1469954 w 1728164"/>
              <a:gd name="csY8505" fmla="*/ 1104031 h 1114902"/>
              <a:gd name="csX8506" fmla="*/ 1470123 w 1728164"/>
              <a:gd name="csY8506" fmla="*/ 1104067 h 1114902"/>
              <a:gd name="csX8507" fmla="*/ 1470292 w 1728164"/>
              <a:gd name="csY8507" fmla="*/ 1104093 h 1114902"/>
              <a:gd name="csX8508" fmla="*/ 1470470 w 1728164"/>
              <a:gd name="csY8508" fmla="*/ 1104129 h 1114902"/>
              <a:gd name="csX8509" fmla="*/ 1470639 w 1728164"/>
              <a:gd name="csY8509" fmla="*/ 1104156 h 1114902"/>
              <a:gd name="csX8510" fmla="*/ 1470817 w 1728164"/>
              <a:gd name="csY8510" fmla="*/ 1104182 h 1114902"/>
              <a:gd name="csX8511" fmla="*/ 1470986 w 1728164"/>
              <a:gd name="csY8511" fmla="*/ 1104218 h 1114902"/>
              <a:gd name="csX8512" fmla="*/ 1471164 w 1728164"/>
              <a:gd name="csY8512" fmla="*/ 1104245 h 1114902"/>
              <a:gd name="csX8513" fmla="*/ 1471333 w 1728164"/>
              <a:gd name="csY8513" fmla="*/ 1104271 h 1114902"/>
              <a:gd name="csX8514" fmla="*/ 1471502 w 1728164"/>
              <a:gd name="csY8514" fmla="*/ 1104298 h 1114902"/>
              <a:gd name="csX8515" fmla="*/ 1471680 w 1728164"/>
              <a:gd name="csY8515" fmla="*/ 1104334 h 1114902"/>
              <a:gd name="csX8516" fmla="*/ 1471849 w 1728164"/>
              <a:gd name="csY8516" fmla="*/ 1104360 h 1114902"/>
              <a:gd name="csX8517" fmla="*/ 1472027 w 1728164"/>
              <a:gd name="csY8517" fmla="*/ 1104387 h 1114902"/>
              <a:gd name="csX8518" fmla="*/ 1472196 w 1728164"/>
              <a:gd name="csY8518" fmla="*/ 1104422 h 1114902"/>
              <a:gd name="csX8519" fmla="*/ 1472374 w 1728164"/>
              <a:gd name="csY8519" fmla="*/ 1104449 h 1114902"/>
              <a:gd name="csX8520" fmla="*/ 1472543 w 1728164"/>
              <a:gd name="csY8520" fmla="*/ 1104476 h 1114902"/>
              <a:gd name="csX8521" fmla="*/ 1472712 w 1728164"/>
              <a:gd name="csY8521" fmla="*/ 1104502 h 1114902"/>
              <a:gd name="csX8522" fmla="*/ 1472890 w 1728164"/>
              <a:gd name="csY8522" fmla="*/ 1104538 h 1114902"/>
              <a:gd name="csX8523" fmla="*/ 1473059 w 1728164"/>
              <a:gd name="csY8523" fmla="*/ 1104565 h 1114902"/>
              <a:gd name="csX8524" fmla="*/ 1473237 w 1728164"/>
              <a:gd name="csY8524" fmla="*/ 1104591 h 1114902"/>
              <a:gd name="csX8525" fmla="*/ 1473406 w 1728164"/>
              <a:gd name="csY8525" fmla="*/ 1104618 h 1114902"/>
              <a:gd name="csX8526" fmla="*/ 1473584 w 1728164"/>
              <a:gd name="csY8526" fmla="*/ 1104645 h 1114902"/>
              <a:gd name="csX8527" fmla="*/ 1473753 w 1728164"/>
              <a:gd name="csY8527" fmla="*/ 1104680 h 1114902"/>
              <a:gd name="csX8528" fmla="*/ 1473922 w 1728164"/>
              <a:gd name="csY8528" fmla="*/ 1104707 h 1114902"/>
              <a:gd name="csX8529" fmla="*/ 1474100 w 1728164"/>
              <a:gd name="csY8529" fmla="*/ 1104734 h 1114902"/>
              <a:gd name="csX8530" fmla="*/ 1474269 w 1728164"/>
              <a:gd name="csY8530" fmla="*/ 1104761 h 1114902"/>
              <a:gd name="csX8531" fmla="*/ 1474447 w 1728164"/>
              <a:gd name="csY8531" fmla="*/ 1104787 h 1114902"/>
              <a:gd name="csX8532" fmla="*/ 1474616 w 1728164"/>
              <a:gd name="csY8532" fmla="*/ 1104823 h 1114902"/>
              <a:gd name="csX8533" fmla="*/ 1474794 w 1728164"/>
              <a:gd name="csY8533" fmla="*/ 1104849 h 1114902"/>
              <a:gd name="csX8534" fmla="*/ 1474963 w 1728164"/>
              <a:gd name="csY8534" fmla="*/ 1104876 h 1114902"/>
              <a:gd name="csX8535" fmla="*/ 1475132 w 1728164"/>
              <a:gd name="csY8535" fmla="*/ 1104903 h 1114902"/>
              <a:gd name="csX8536" fmla="*/ 1475310 w 1728164"/>
              <a:gd name="csY8536" fmla="*/ 1104930 h 1114902"/>
              <a:gd name="csX8537" fmla="*/ 1475479 w 1728164"/>
              <a:gd name="csY8537" fmla="*/ 1104956 h 1114902"/>
              <a:gd name="csX8538" fmla="*/ 1475657 w 1728164"/>
              <a:gd name="csY8538" fmla="*/ 1104983 h 1114902"/>
              <a:gd name="csX8539" fmla="*/ 1475826 w 1728164"/>
              <a:gd name="csY8539" fmla="*/ 1105010 h 1114902"/>
              <a:gd name="csX8540" fmla="*/ 1476004 w 1728164"/>
              <a:gd name="csY8540" fmla="*/ 1105045 h 1114902"/>
              <a:gd name="csX8541" fmla="*/ 1476173 w 1728164"/>
              <a:gd name="csY8541" fmla="*/ 1105072 h 1114902"/>
              <a:gd name="csX8542" fmla="*/ 1476342 w 1728164"/>
              <a:gd name="csY8542" fmla="*/ 1105099 h 1114902"/>
              <a:gd name="csX8543" fmla="*/ 1476520 w 1728164"/>
              <a:gd name="csY8543" fmla="*/ 1105125 h 1114902"/>
              <a:gd name="csX8544" fmla="*/ 1476689 w 1728164"/>
              <a:gd name="csY8544" fmla="*/ 1105152 h 1114902"/>
              <a:gd name="csX8545" fmla="*/ 1476867 w 1728164"/>
              <a:gd name="csY8545" fmla="*/ 1105179 h 1114902"/>
              <a:gd name="csX8546" fmla="*/ 1477036 w 1728164"/>
              <a:gd name="csY8546" fmla="*/ 1105205 h 1114902"/>
              <a:gd name="csX8547" fmla="*/ 1477214 w 1728164"/>
              <a:gd name="csY8547" fmla="*/ 1105232 h 1114902"/>
              <a:gd name="csX8548" fmla="*/ 1477383 w 1728164"/>
              <a:gd name="csY8548" fmla="*/ 1105259 h 1114902"/>
              <a:gd name="csX8549" fmla="*/ 1477552 w 1728164"/>
              <a:gd name="csY8549" fmla="*/ 1105285 h 1114902"/>
              <a:gd name="csX8550" fmla="*/ 1477730 w 1728164"/>
              <a:gd name="csY8550" fmla="*/ 1105312 h 1114902"/>
              <a:gd name="csX8551" fmla="*/ 1477899 w 1728164"/>
              <a:gd name="csY8551" fmla="*/ 1105339 h 1114902"/>
              <a:gd name="csX8552" fmla="*/ 1478077 w 1728164"/>
              <a:gd name="csY8552" fmla="*/ 1105365 h 1114902"/>
              <a:gd name="csX8553" fmla="*/ 1478246 w 1728164"/>
              <a:gd name="csY8553" fmla="*/ 1105392 h 1114902"/>
              <a:gd name="csX8554" fmla="*/ 1478424 w 1728164"/>
              <a:gd name="csY8554" fmla="*/ 1105419 h 1114902"/>
              <a:gd name="csX8555" fmla="*/ 1478593 w 1728164"/>
              <a:gd name="csY8555" fmla="*/ 1105446 h 1114902"/>
              <a:gd name="csX8556" fmla="*/ 1478762 w 1728164"/>
              <a:gd name="csY8556" fmla="*/ 1105472 h 1114902"/>
              <a:gd name="csX8557" fmla="*/ 1478940 w 1728164"/>
              <a:gd name="csY8557" fmla="*/ 1105499 h 1114902"/>
              <a:gd name="csX8558" fmla="*/ 1479109 w 1728164"/>
              <a:gd name="csY8558" fmla="*/ 1105526 h 1114902"/>
              <a:gd name="csX8559" fmla="*/ 1479287 w 1728164"/>
              <a:gd name="csY8559" fmla="*/ 1105552 h 1114902"/>
              <a:gd name="csX8560" fmla="*/ 1479456 w 1728164"/>
              <a:gd name="csY8560" fmla="*/ 1105579 h 1114902"/>
              <a:gd name="csX8561" fmla="*/ 1479634 w 1728164"/>
              <a:gd name="csY8561" fmla="*/ 1105606 h 1114902"/>
              <a:gd name="csX8562" fmla="*/ 1479803 w 1728164"/>
              <a:gd name="csY8562" fmla="*/ 1105632 h 1114902"/>
              <a:gd name="csX8563" fmla="*/ 1479972 w 1728164"/>
              <a:gd name="csY8563" fmla="*/ 1105659 h 1114902"/>
              <a:gd name="csX8564" fmla="*/ 1480150 w 1728164"/>
              <a:gd name="csY8564" fmla="*/ 1105686 h 1114902"/>
              <a:gd name="csX8565" fmla="*/ 1480319 w 1728164"/>
              <a:gd name="csY8565" fmla="*/ 1105703 h 1114902"/>
              <a:gd name="csX8566" fmla="*/ 1480497 w 1728164"/>
              <a:gd name="csY8566" fmla="*/ 1105730 h 1114902"/>
              <a:gd name="csX8567" fmla="*/ 1480666 w 1728164"/>
              <a:gd name="csY8567" fmla="*/ 1105757 h 1114902"/>
              <a:gd name="csX8568" fmla="*/ 1480844 w 1728164"/>
              <a:gd name="csY8568" fmla="*/ 1105784 h 1114902"/>
              <a:gd name="csX8569" fmla="*/ 1481013 w 1728164"/>
              <a:gd name="csY8569" fmla="*/ 1105810 h 1114902"/>
              <a:gd name="csX8570" fmla="*/ 1481182 w 1728164"/>
              <a:gd name="csY8570" fmla="*/ 1105837 h 1114902"/>
              <a:gd name="csX8571" fmla="*/ 1481360 w 1728164"/>
              <a:gd name="csY8571" fmla="*/ 1105864 h 1114902"/>
              <a:gd name="csX8572" fmla="*/ 1481529 w 1728164"/>
              <a:gd name="csY8572" fmla="*/ 1105890 h 1114902"/>
              <a:gd name="csX8573" fmla="*/ 1481706 w 1728164"/>
              <a:gd name="csY8573" fmla="*/ 1105908 h 1114902"/>
              <a:gd name="csX8574" fmla="*/ 1481876 w 1728164"/>
              <a:gd name="csY8574" fmla="*/ 1105935 h 1114902"/>
              <a:gd name="csX8575" fmla="*/ 1482053 w 1728164"/>
              <a:gd name="csY8575" fmla="*/ 1105962 h 1114902"/>
              <a:gd name="csX8576" fmla="*/ 1482223 w 1728164"/>
              <a:gd name="csY8576" fmla="*/ 1105988 h 1114902"/>
              <a:gd name="csX8577" fmla="*/ 1482391 w 1728164"/>
              <a:gd name="csY8577" fmla="*/ 1106015 h 1114902"/>
              <a:gd name="csX8578" fmla="*/ 1482569 w 1728164"/>
              <a:gd name="csY8578" fmla="*/ 1106042 h 1114902"/>
              <a:gd name="csX8579" fmla="*/ 1482738 w 1728164"/>
              <a:gd name="csY8579" fmla="*/ 1106059 h 1114902"/>
              <a:gd name="csX8580" fmla="*/ 1482916 w 1728164"/>
              <a:gd name="csY8580" fmla="*/ 1106086 h 1114902"/>
              <a:gd name="csX8581" fmla="*/ 1483085 w 1728164"/>
              <a:gd name="csY8581" fmla="*/ 1106113 h 1114902"/>
              <a:gd name="csX8582" fmla="*/ 1483263 w 1728164"/>
              <a:gd name="csY8582" fmla="*/ 1106139 h 1114902"/>
              <a:gd name="csX8583" fmla="*/ 1483432 w 1728164"/>
              <a:gd name="csY8583" fmla="*/ 1106166 h 1114902"/>
              <a:gd name="csX8584" fmla="*/ 1483601 w 1728164"/>
              <a:gd name="csY8584" fmla="*/ 1106184 h 1114902"/>
              <a:gd name="csX8585" fmla="*/ 1483779 w 1728164"/>
              <a:gd name="csY8585" fmla="*/ 1106211 h 1114902"/>
              <a:gd name="csX8586" fmla="*/ 1483948 w 1728164"/>
              <a:gd name="csY8586" fmla="*/ 1106237 h 1114902"/>
              <a:gd name="csX8587" fmla="*/ 1484126 w 1728164"/>
              <a:gd name="csY8587" fmla="*/ 1106264 h 1114902"/>
              <a:gd name="csX8588" fmla="*/ 1484295 w 1728164"/>
              <a:gd name="csY8588" fmla="*/ 1106282 h 1114902"/>
              <a:gd name="csX8589" fmla="*/ 1484473 w 1728164"/>
              <a:gd name="csY8589" fmla="*/ 1106309 h 1114902"/>
              <a:gd name="csX8590" fmla="*/ 1484642 w 1728164"/>
              <a:gd name="csY8590" fmla="*/ 1106335 h 1114902"/>
              <a:gd name="csX8591" fmla="*/ 1484811 w 1728164"/>
              <a:gd name="csY8591" fmla="*/ 1106362 h 1114902"/>
              <a:gd name="csX8592" fmla="*/ 1484989 w 1728164"/>
              <a:gd name="csY8592" fmla="*/ 1106380 h 1114902"/>
              <a:gd name="csX8593" fmla="*/ 1485158 w 1728164"/>
              <a:gd name="csY8593" fmla="*/ 1106406 h 1114902"/>
              <a:gd name="csX8594" fmla="*/ 1485336 w 1728164"/>
              <a:gd name="csY8594" fmla="*/ 1106433 h 1114902"/>
              <a:gd name="csX8595" fmla="*/ 1485505 w 1728164"/>
              <a:gd name="csY8595" fmla="*/ 1106451 h 1114902"/>
              <a:gd name="csX8596" fmla="*/ 1485683 w 1728164"/>
              <a:gd name="csY8596" fmla="*/ 1106477 h 1114902"/>
              <a:gd name="csX8597" fmla="*/ 1485852 w 1728164"/>
              <a:gd name="csY8597" fmla="*/ 1106504 h 1114902"/>
              <a:gd name="csX8598" fmla="*/ 1486021 w 1728164"/>
              <a:gd name="csY8598" fmla="*/ 1106522 h 1114902"/>
              <a:gd name="csX8599" fmla="*/ 1486199 w 1728164"/>
              <a:gd name="csY8599" fmla="*/ 1106549 h 1114902"/>
              <a:gd name="csX8600" fmla="*/ 1486368 w 1728164"/>
              <a:gd name="csY8600" fmla="*/ 1106575 h 1114902"/>
              <a:gd name="csX8601" fmla="*/ 1486546 w 1728164"/>
              <a:gd name="csY8601" fmla="*/ 1106593 h 1114902"/>
              <a:gd name="csX8602" fmla="*/ 1486715 w 1728164"/>
              <a:gd name="csY8602" fmla="*/ 1106620 h 1114902"/>
              <a:gd name="csX8603" fmla="*/ 1486893 w 1728164"/>
              <a:gd name="csY8603" fmla="*/ 1106647 h 1114902"/>
              <a:gd name="csX8604" fmla="*/ 1487062 w 1728164"/>
              <a:gd name="csY8604" fmla="*/ 1106664 h 1114902"/>
              <a:gd name="csX8605" fmla="*/ 1487231 w 1728164"/>
              <a:gd name="csY8605" fmla="*/ 1106691 h 1114902"/>
              <a:gd name="csX8606" fmla="*/ 1487409 w 1728164"/>
              <a:gd name="csY8606" fmla="*/ 1106718 h 1114902"/>
              <a:gd name="csX8607" fmla="*/ 1487578 w 1728164"/>
              <a:gd name="csY8607" fmla="*/ 1106736 h 1114902"/>
              <a:gd name="csX8608" fmla="*/ 1487756 w 1728164"/>
              <a:gd name="csY8608" fmla="*/ 1106762 h 1114902"/>
              <a:gd name="csX8609" fmla="*/ 1487925 w 1728164"/>
              <a:gd name="csY8609" fmla="*/ 1106780 h 1114902"/>
              <a:gd name="csX8610" fmla="*/ 1488103 w 1728164"/>
              <a:gd name="csY8610" fmla="*/ 1106807 h 1114902"/>
              <a:gd name="csX8611" fmla="*/ 1488272 w 1728164"/>
              <a:gd name="csY8611" fmla="*/ 1106833 h 1114902"/>
              <a:gd name="csX8612" fmla="*/ 1488441 w 1728164"/>
              <a:gd name="csY8612" fmla="*/ 1106851 h 1114902"/>
              <a:gd name="csX8613" fmla="*/ 1488619 w 1728164"/>
              <a:gd name="csY8613" fmla="*/ 1106878 h 1114902"/>
              <a:gd name="csX8614" fmla="*/ 1488788 w 1728164"/>
              <a:gd name="csY8614" fmla="*/ 1106896 h 1114902"/>
              <a:gd name="csX8615" fmla="*/ 1488966 w 1728164"/>
              <a:gd name="csY8615" fmla="*/ 1106922 h 1114902"/>
              <a:gd name="csX8616" fmla="*/ 1489135 w 1728164"/>
              <a:gd name="csY8616" fmla="*/ 1106940 h 1114902"/>
              <a:gd name="csX8617" fmla="*/ 1489304 w 1728164"/>
              <a:gd name="csY8617" fmla="*/ 1106967 h 1114902"/>
              <a:gd name="csX8618" fmla="*/ 1489482 w 1728164"/>
              <a:gd name="csY8618" fmla="*/ 1106994 h 1114902"/>
              <a:gd name="csX8619" fmla="*/ 1489651 w 1728164"/>
              <a:gd name="csY8619" fmla="*/ 1107011 h 1114902"/>
              <a:gd name="csX8620" fmla="*/ 1489829 w 1728164"/>
              <a:gd name="csY8620" fmla="*/ 1107038 h 1114902"/>
              <a:gd name="csX8621" fmla="*/ 1489998 w 1728164"/>
              <a:gd name="csY8621" fmla="*/ 1107056 h 1114902"/>
              <a:gd name="csX8622" fmla="*/ 1490176 w 1728164"/>
              <a:gd name="csY8622" fmla="*/ 1107082 h 1114902"/>
              <a:gd name="csX8623" fmla="*/ 1490345 w 1728164"/>
              <a:gd name="csY8623" fmla="*/ 1107100 h 1114902"/>
              <a:gd name="csX8624" fmla="*/ 1490514 w 1728164"/>
              <a:gd name="csY8624" fmla="*/ 1107127 h 1114902"/>
              <a:gd name="csX8625" fmla="*/ 1490692 w 1728164"/>
              <a:gd name="csY8625" fmla="*/ 1107145 h 1114902"/>
              <a:gd name="csX8626" fmla="*/ 1490861 w 1728164"/>
              <a:gd name="csY8626" fmla="*/ 1107171 h 1114902"/>
              <a:gd name="csX8627" fmla="*/ 1491039 w 1728164"/>
              <a:gd name="csY8627" fmla="*/ 1107189 h 1114902"/>
              <a:gd name="csX8628" fmla="*/ 1491208 w 1728164"/>
              <a:gd name="csY8628" fmla="*/ 1107216 h 1114902"/>
              <a:gd name="csX8629" fmla="*/ 1491386 w 1728164"/>
              <a:gd name="csY8629" fmla="*/ 1107234 h 1114902"/>
              <a:gd name="csX8630" fmla="*/ 1491555 w 1728164"/>
              <a:gd name="csY8630" fmla="*/ 1107260 h 1114902"/>
              <a:gd name="csX8631" fmla="*/ 1491724 w 1728164"/>
              <a:gd name="csY8631" fmla="*/ 1107278 h 1114902"/>
              <a:gd name="csX8632" fmla="*/ 1491902 w 1728164"/>
              <a:gd name="csY8632" fmla="*/ 1107296 h 1114902"/>
              <a:gd name="csX8633" fmla="*/ 1492071 w 1728164"/>
              <a:gd name="csY8633" fmla="*/ 1107323 h 1114902"/>
              <a:gd name="csX8634" fmla="*/ 1492249 w 1728164"/>
              <a:gd name="csY8634" fmla="*/ 1107341 h 1114902"/>
              <a:gd name="csX8635" fmla="*/ 1492418 w 1728164"/>
              <a:gd name="csY8635" fmla="*/ 1107367 h 1114902"/>
              <a:gd name="csX8636" fmla="*/ 1492596 w 1728164"/>
              <a:gd name="csY8636" fmla="*/ 1107385 h 1114902"/>
              <a:gd name="csX8637" fmla="*/ 1492765 w 1728164"/>
              <a:gd name="csY8637" fmla="*/ 1107412 h 1114902"/>
              <a:gd name="csX8638" fmla="*/ 1492934 w 1728164"/>
              <a:gd name="csY8638" fmla="*/ 1107429 h 1114902"/>
              <a:gd name="csX8639" fmla="*/ 1493112 w 1728164"/>
              <a:gd name="csY8639" fmla="*/ 1107447 h 1114902"/>
              <a:gd name="csX8640" fmla="*/ 1493281 w 1728164"/>
              <a:gd name="csY8640" fmla="*/ 1107474 h 1114902"/>
              <a:gd name="csX8641" fmla="*/ 1493459 w 1728164"/>
              <a:gd name="csY8641" fmla="*/ 1107492 h 1114902"/>
              <a:gd name="csX8642" fmla="*/ 1493628 w 1728164"/>
              <a:gd name="csY8642" fmla="*/ 1107518 h 1114902"/>
              <a:gd name="csX8643" fmla="*/ 1493806 w 1728164"/>
              <a:gd name="csY8643" fmla="*/ 1107536 h 1114902"/>
              <a:gd name="csX8644" fmla="*/ 1493975 w 1728164"/>
              <a:gd name="csY8644" fmla="*/ 1107554 h 1114902"/>
              <a:gd name="csX8645" fmla="*/ 1494144 w 1728164"/>
              <a:gd name="csY8645" fmla="*/ 1107581 h 1114902"/>
              <a:gd name="csX8646" fmla="*/ 1494322 w 1728164"/>
              <a:gd name="csY8646" fmla="*/ 1107598 h 1114902"/>
              <a:gd name="csX8647" fmla="*/ 1494491 w 1728164"/>
              <a:gd name="csY8647" fmla="*/ 1107625 h 1114902"/>
              <a:gd name="csX8648" fmla="*/ 1494669 w 1728164"/>
              <a:gd name="csY8648" fmla="*/ 1107643 h 1114902"/>
              <a:gd name="csX8649" fmla="*/ 1494838 w 1728164"/>
              <a:gd name="csY8649" fmla="*/ 1107661 h 1114902"/>
              <a:gd name="csX8650" fmla="*/ 1495016 w 1728164"/>
              <a:gd name="csY8650" fmla="*/ 1107687 h 1114902"/>
              <a:gd name="csX8651" fmla="*/ 1495185 w 1728164"/>
              <a:gd name="csY8651" fmla="*/ 1107705 h 1114902"/>
              <a:gd name="csX8652" fmla="*/ 1495354 w 1728164"/>
              <a:gd name="csY8652" fmla="*/ 1107723 h 1114902"/>
              <a:gd name="csX8653" fmla="*/ 1495532 w 1728164"/>
              <a:gd name="csY8653" fmla="*/ 1107750 h 1114902"/>
              <a:gd name="csX8654" fmla="*/ 1495701 w 1728164"/>
              <a:gd name="csY8654" fmla="*/ 1107768 h 1114902"/>
              <a:gd name="csX8655" fmla="*/ 1495879 w 1728164"/>
              <a:gd name="csY8655" fmla="*/ 1107785 h 1114902"/>
              <a:gd name="csX8656" fmla="*/ 1496048 w 1728164"/>
              <a:gd name="csY8656" fmla="*/ 1107803 h 1114902"/>
              <a:gd name="csX8657" fmla="*/ 1496226 w 1728164"/>
              <a:gd name="csY8657" fmla="*/ 1107830 h 1114902"/>
              <a:gd name="csX8658" fmla="*/ 1496394 w 1728164"/>
              <a:gd name="csY8658" fmla="*/ 1107848 h 1114902"/>
              <a:gd name="csX8659" fmla="*/ 1496564 w 1728164"/>
              <a:gd name="csY8659" fmla="*/ 1107865 h 1114902"/>
              <a:gd name="csX8660" fmla="*/ 1496741 w 1728164"/>
              <a:gd name="csY8660" fmla="*/ 1107892 h 1114902"/>
              <a:gd name="csX8661" fmla="*/ 1496911 w 1728164"/>
              <a:gd name="csY8661" fmla="*/ 1107910 h 1114902"/>
              <a:gd name="csX8662" fmla="*/ 1497088 w 1728164"/>
              <a:gd name="csY8662" fmla="*/ 1107928 h 1114902"/>
              <a:gd name="csX8663" fmla="*/ 1497258 w 1728164"/>
              <a:gd name="csY8663" fmla="*/ 1107945 h 1114902"/>
              <a:gd name="csX8664" fmla="*/ 1497435 w 1728164"/>
              <a:gd name="csY8664" fmla="*/ 1107972 h 1114902"/>
              <a:gd name="csX8665" fmla="*/ 1497604 w 1728164"/>
              <a:gd name="csY8665" fmla="*/ 1107990 h 1114902"/>
              <a:gd name="csX8666" fmla="*/ 1497773 w 1728164"/>
              <a:gd name="csY8666" fmla="*/ 1108008 h 1114902"/>
              <a:gd name="csX8667" fmla="*/ 1497951 w 1728164"/>
              <a:gd name="csY8667" fmla="*/ 1108026 h 1114902"/>
              <a:gd name="csX8668" fmla="*/ 1498120 w 1728164"/>
              <a:gd name="csY8668" fmla="*/ 1108052 h 1114902"/>
              <a:gd name="csX8669" fmla="*/ 1498298 w 1728164"/>
              <a:gd name="csY8669" fmla="*/ 1108070 h 1114902"/>
              <a:gd name="csX8670" fmla="*/ 1498467 w 1728164"/>
              <a:gd name="csY8670" fmla="*/ 1108088 h 1114902"/>
              <a:gd name="csX8671" fmla="*/ 1498645 w 1728164"/>
              <a:gd name="csY8671" fmla="*/ 1108106 h 1114902"/>
              <a:gd name="csX8672" fmla="*/ 1498814 w 1728164"/>
              <a:gd name="csY8672" fmla="*/ 1108132 h 1114902"/>
              <a:gd name="csX8673" fmla="*/ 1498983 w 1728164"/>
              <a:gd name="csY8673" fmla="*/ 1108150 h 1114902"/>
              <a:gd name="csX8674" fmla="*/ 1499161 w 1728164"/>
              <a:gd name="csY8674" fmla="*/ 1108168 h 1114902"/>
              <a:gd name="csX8675" fmla="*/ 1499330 w 1728164"/>
              <a:gd name="csY8675" fmla="*/ 1108186 h 1114902"/>
              <a:gd name="csX8676" fmla="*/ 1499508 w 1728164"/>
              <a:gd name="csY8676" fmla="*/ 1108203 h 1114902"/>
              <a:gd name="csX8677" fmla="*/ 1499677 w 1728164"/>
              <a:gd name="csY8677" fmla="*/ 1108230 h 1114902"/>
              <a:gd name="csX8678" fmla="*/ 1499855 w 1728164"/>
              <a:gd name="csY8678" fmla="*/ 1108248 h 1114902"/>
              <a:gd name="csX8679" fmla="*/ 1500024 w 1728164"/>
              <a:gd name="csY8679" fmla="*/ 1108266 h 1114902"/>
              <a:gd name="csX8680" fmla="*/ 1500193 w 1728164"/>
              <a:gd name="csY8680" fmla="*/ 1108283 h 1114902"/>
              <a:gd name="csX8681" fmla="*/ 1500371 w 1728164"/>
              <a:gd name="csY8681" fmla="*/ 1108301 h 1114902"/>
              <a:gd name="csX8682" fmla="*/ 1500540 w 1728164"/>
              <a:gd name="csY8682" fmla="*/ 1108319 h 1114902"/>
              <a:gd name="csX8683" fmla="*/ 1500718 w 1728164"/>
              <a:gd name="csY8683" fmla="*/ 1108346 h 1114902"/>
              <a:gd name="csX8684" fmla="*/ 1500887 w 1728164"/>
              <a:gd name="csY8684" fmla="*/ 1108364 h 1114902"/>
              <a:gd name="csX8685" fmla="*/ 1501065 w 1728164"/>
              <a:gd name="csY8685" fmla="*/ 1108381 h 1114902"/>
              <a:gd name="csX8686" fmla="*/ 1501234 w 1728164"/>
              <a:gd name="csY8686" fmla="*/ 1108399 h 1114902"/>
              <a:gd name="csX8687" fmla="*/ 1501403 w 1728164"/>
              <a:gd name="csY8687" fmla="*/ 1108417 h 1114902"/>
              <a:gd name="csX8688" fmla="*/ 1501581 w 1728164"/>
              <a:gd name="csY8688" fmla="*/ 1108435 h 1114902"/>
              <a:gd name="csX8689" fmla="*/ 1501750 w 1728164"/>
              <a:gd name="csY8689" fmla="*/ 1108453 h 1114902"/>
              <a:gd name="csX8690" fmla="*/ 1501928 w 1728164"/>
              <a:gd name="csY8690" fmla="*/ 1108470 h 1114902"/>
              <a:gd name="csX8691" fmla="*/ 1502097 w 1728164"/>
              <a:gd name="csY8691" fmla="*/ 1108497 h 1114902"/>
              <a:gd name="csX8692" fmla="*/ 1502275 w 1728164"/>
              <a:gd name="csY8692" fmla="*/ 1108515 h 1114902"/>
              <a:gd name="csX8693" fmla="*/ 1502444 w 1728164"/>
              <a:gd name="csY8693" fmla="*/ 1108533 h 1114902"/>
              <a:gd name="csX8694" fmla="*/ 1502613 w 1728164"/>
              <a:gd name="csY8694" fmla="*/ 1108550 h 1114902"/>
              <a:gd name="csX8695" fmla="*/ 1502791 w 1728164"/>
              <a:gd name="csY8695" fmla="*/ 1108568 h 1114902"/>
              <a:gd name="csX8696" fmla="*/ 1502960 w 1728164"/>
              <a:gd name="csY8696" fmla="*/ 1108586 h 1114902"/>
              <a:gd name="csX8697" fmla="*/ 1503138 w 1728164"/>
              <a:gd name="csY8697" fmla="*/ 1108604 h 1114902"/>
              <a:gd name="csX8698" fmla="*/ 1503307 w 1728164"/>
              <a:gd name="csY8698" fmla="*/ 1108622 h 1114902"/>
              <a:gd name="csX8699" fmla="*/ 1503485 w 1728164"/>
              <a:gd name="csY8699" fmla="*/ 1108639 h 1114902"/>
              <a:gd name="csX8700" fmla="*/ 1503654 w 1728164"/>
              <a:gd name="csY8700" fmla="*/ 1108657 h 1114902"/>
              <a:gd name="csX8701" fmla="*/ 1503823 w 1728164"/>
              <a:gd name="csY8701" fmla="*/ 1108675 h 1114902"/>
              <a:gd name="csX8702" fmla="*/ 1504001 w 1728164"/>
              <a:gd name="csY8702" fmla="*/ 1108693 h 1114902"/>
              <a:gd name="csX8703" fmla="*/ 1504170 w 1728164"/>
              <a:gd name="csY8703" fmla="*/ 1108710 h 1114902"/>
              <a:gd name="csX8704" fmla="*/ 1504348 w 1728164"/>
              <a:gd name="csY8704" fmla="*/ 1108728 h 1114902"/>
              <a:gd name="csX8705" fmla="*/ 1504517 w 1728164"/>
              <a:gd name="csY8705" fmla="*/ 1108746 h 1114902"/>
              <a:gd name="csX8706" fmla="*/ 1504695 w 1728164"/>
              <a:gd name="csY8706" fmla="*/ 1108764 h 1114902"/>
              <a:gd name="csX8707" fmla="*/ 1504864 w 1728164"/>
              <a:gd name="csY8707" fmla="*/ 1108782 h 1114902"/>
              <a:gd name="csX8708" fmla="*/ 1505033 w 1728164"/>
              <a:gd name="csY8708" fmla="*/ 1108800 h 1114902"/>
              <a:gd name="csX8709" fmla="*/ 1505211 w 1728164"/>
              <a:gd name="csY8709" fmla="*/ 1108817 h 1114902"/>
              <a:gd name="csX8710" fmla="*/ 1505380 w 1728164"/>
              <a:gd name="csY8710" fmla="*/ 1108835 h 1114902"/>
              <a:gd name="csX8711" fmla="*/ 1505558 w 1728164"/>
              <a:gd name="csY8711" fmla="*/ 1108853 h 1114902"/>
              <a:gd name="csX8712" fmla="*/ 1505727 w 1728164"/>
              <a:gd name="csY8712" fmla="*/ 1108871 h 1114902"/>
              <a:gd name="csX8713" fmla="*/ 1505905 w 1728164"/>
              <a:gd name="csY8713" fmla="*/ 1108888 h 1114902"/>
              <a:gd name="csX8714" fmla="*/ 1506074 w 1728164"/>
              <a:gd name="csY8714" fmla="*/ 1108906 h 1114902"/>
              <a:gd name="csX8715" fmla="*/ 1506243 w 1728164"/>
              <a:gd name="csY8715" fmla="*/ 1108924 h 1114902"/>
              <a:gd name="csX8716" fmla="*/ 1506421 w 1728164"/>
              <a:gd name="csY8716" fmla="*/ 1108942 h 1114902"/>
              <a:gd name="csX8717" fmla="*/ 1506590 w 1728164"/>
              <a:gd name="csY8717" fmla="*/ 1108960 h 1114902"/>
              <a:gd name="csX8718" fmla="*/ 1506768 w 1728164"/>
              <a:gd name="csY8718" fmla="*/ 1108977 h 1114902"/>
              <a:gd name="csX8719" fmla="*/ 1506937 w 1728164"/>
              <a:gd name="csY8719" fmla="*/ 1108995 h 1114902"/>
              <a:gd name="csX8720" fmla="*/ 1507115 w 1728164"/>
              <a:gd name="csY8720" fmla="*/ 1109013 h 1114902"/>
              <a:gd name="csX8721" fmla="*/ 1507284 w 1728164"/>
              <a:gd name="csY8721" fmla="*/ 1109031 h 1114902"/>
              <a:gd name="csX8722" fmla="*/ 1507453 w 1728164"/>
              <a:gd name="csY8722" fmla="*/ 1109049 h 1114902"/>
              <a:gd name="csX8723" fmla="*/ 1507631 w 1728164"/>
              <a:gd name="csY8723" fmla="*/ 1109066 h 1114902"/>
              <a:gd name="csX8724" fmla="*/ 1507800 w 1728164"/>
              <a:gd name="csY8724" fmla="*/ 1109084 h 1114902"/>
              <a:gd name="csX8725" fmla="*/ 1507978 w 1728164"/>
              <a:gd name="csY8725" fmla="*/ 1109102 h 1114902"/>
              <a:gd name="csX8726" fmla="*/ 1508147 w 1728164"/>
              <a:gd name="csY8726" fmla="*/ 1109120 h 1114902"/>
              <a:gd name="csX8727" fmla="*/ 1508316 w 1728164"/>
              <a:gd name="csY8727" fmla="*/ 1109138 h 1114902"/>
              <a:gd name="csX8728" fmla="*/ 1508494 w 1728164"/>
              <a:gd name="csY8728" fmla="*/ 1109155 h 1114902"/>
              <a:gd name="csX8729" fmla="*/ 1508663 w 1728164"/>
              <a:gd name="csY8729" fmla="*/ 1109173 h 1114902"/>
              <a:gd name="csX8730" fmla="*/ 1508841 w 1728164"/>
              <a:gd name="csY8730" fmla="*/ 1109182 h 1114902"/>
              <a:gd name="csX8731" fmla="*/ 1509010 w 1728164"/>
              <a:gd name="csY8731" fmla="*/ 1109200 h 1114902"/>
              <a:gd name="csX8732" fmla="*/ 1509188 w 1728164"/>
              <a:gd name="csY8732" fmla="*/ 1109218 h 1114902"/>
              <a:gd name="csX8733" fmla="*/ 1509357 w 1728164"/>
              <a:gd name="csY8733" fmla="*/ 1109235 h 1114902"/>
              <a:gd name="csX8734" fmla="*/ 1509526 w 1728164"/>
              <a:gd name="csY8734" fmla="*/ 1109253 h 1114902"/>
              <a:gd name="csX8735" fmla="*/ 1509704 w 1728164"/>
              <a:gd name="csY8735" fmla="*/ 1109271 h 1114902"/>
              <a:gd name="csX8736" fmla="*/ 1509873 w 1728164"/>
              <a:gd name="csY8736" fmla="*/ 1109289 h 1114902"/>
              <a:gd name="csX8737" fmla="*/ 1510051 w 1728164"/>
              <a:gd name="csY8737" fmla="*/ 1109307 h 1114902"/>
              <a:gd name="csX8738" fmla="*/ 1510220 w 1728164"/>
              <a:gd name="csY8738" fmla="*/ 1109316 h 1114902"/>
              <a:gd name="csX8739" fmla="*/ 1510397 w 1728164"/>
              <a:gd name="csY8739" fmla="*/ 1109333 h 1114902"/>
              <a:gd name="csX8740" fmla="*/ 1510566 w 1728164"/>
              <a:gd name="csY8740" fmla="*/ 1109351 h 1114902"/>
              <a:gd name="csX8741" fmla="*/ 1510736 w 1728164"/>
              <a:gd name="csY8741" fmla="*/ 1109369 h 1114902"/>
              <a:gd name="csX8742" fmla="*/ 1510914 w 1728164"/>
              <a:gd name="csY8742" fmla="*/ 1109387 h 1114902"/>
              <a:gd name="csX8743" fmla="*/ 1511083 w 1728164"/>
              <a:gd name="csY8743" fmla="*/ 1109404 h 1114902"/>
              <a:gd name="csX8744" fmla="*/ 1511260 w 1728164"/>
              <a:gd name="csY8744" fmla="*/ 1109413 h 1114902"/>
              <a:gd name="csX8745" fmla="*/ 1511430 w 1728164"/>
              <a:gd name="csY8745" fmla="*/ 1109431 h 1114902"/>
              <a:gd name="csX8746" fmla="*/ 1511608 w 1728164"/>
              <a:gd name="csY8746" fmla="*/ 1109449 h 1114902"/>
              <a:gd name="csX8747" fmla="*/ 1511776 w 1728164"/>
              <a:gd name="csY8747" fmla="*/ 1109467 h 1114902"/>
              <a:gd name="csX8748" fmla="*/ 1511945 w 1728164"/>
              <a:gd name="csY8748" fmla="*/ 1109484 h 1114902"/>
              <a:gd name="csX8749" fmla="*/ 1512123 w 1728164"/>
              <a:gd name="csY8749" fmla="*/ 1109502 h 1114902"/>
              <a:gd name="csX8750" fmla="*/ 1512293 w 1728164"/>
              <a:gd name="csY8750" fmla="*/ 1109511 h 1114902"/>
              <a:gd name="csX8751" fmla="*/ 1512470 w 1728164"/>
              <a:gd name="csY8751" fmla="*/ 1109529 h 1114902"/>
              <a:gd name="csX8752" fmla="*/ 1512639 w 1728164"/>
              <a:gd name="csY8752" fmla="*/ 1109547 h 1114902"/>
              <a:gd name="csX8753" fmla="*/ 1512817 w 1728164"/>
              <a:gd name="csY8753" fmla="*/ 1109565 h 1114902"/>
              <a:gd name="csX8754" fmla="*/ 1512987 w 1728164"/>
              <a:gd name="csY8754" fmla="*/ 1109574 h 1114902"/>
              <a:gd name="csX8755" fmla="*/ 1513155 w 1728164"/>
              <a:gd name="csY8755" fmla="*/ 1109591 h 1114902"/>
              <a:gd name="csX8756" fmla="*/ 1513333 w 1728164"/>
              <a:gd name="csY8756" fmla="*/ 1109609 h 1114902"/>
              <a:gd name="csX8757" fmla="*/ 1513502 w 1728164"/>
              <a:gd name="csY8757" fmla="*/ 1109627 h 1114902"/>
              <a:gd name="csX8758" fmla="*/ 1513680 w 1728164"/>
              <a:gd name="csY8758" fmla="*/ 1109645 h 1114902"/>
              <a:gd name="csX8759" fmla="*/ 1513849 w 1728164"/>
              <a:gd name="csY8759" fmla="*/ 1109654 h 1114902"/>
              <a:gd name="csX8760" fmla="*/ 1514027 w 1728164"/>
              <a:gd name="csY8760" fmla="*/ 1109671 h 1114902"/>
              <a:gd name="csX8761" fmla="*/ 1514196 w 1728164"/>
              <a:gd name="csY8761" fmla="*/ 1109689 h 1114902"/>
              <a:gd name="csX8762" fmla="*/ 1514365 w 1728164"/>
              <a:gd name="csY8762" fmla="*/ 1109707 h 1114902"/>
              <a:gd name="csX8763" fmla="*/ 1514543 w 1728164"/>
              <a:gd name="csY8763" fmla="*/ 1109716 h 1114902"/>
              <a:gd name="csX8764" fmla="*/ 1514712 w 1728164"/>
              <a:gd name="csY8764" fmla="*/ 1109734 h 1114902"/>
              <a:gd name="csX8765" fmla="*/ 1514890 w 1728164"/>
              <a:gd name="csY8765" fmla="*/ 1109751 h 1114902"/>
              <a:gd name="csX8766" fmla="*/ 1515059 w 1728164"/>
              <a:gd name="csY8766" fmla="*/ 1109760 h 1114902"/>
              <a:gd name="csX8767" fmla="*/ 1515237 w 1728164"/>
              <a:gd name="csY8767" fmla="*/ 1109778 h 1114902"/>
              <a:gd name="csX8768" fmla="*/ 1515406 w 1728164"/>
              <a:gd name="csY8768" fmla="*/ 1109796 h 1114902"/>
              <a:gd name="csX8769" fmla="*/ 1515575 w 1728164"/>
              <a:gd name="csY8769" fmla="*/ 1109814 h 1114902"/>
              <a:gd name="csX8770" fmla="*/ 1515753 w 1728164"/>
              <a:gd name="csY8770" fmla="*/ 1109823 h 1114902"/>
              <a:gd name="csX8771" fmla="*/ 1515922 w 1728164"/>
              <a:gd name="csY8771" fmla="*/ 1109840 h 1114902"/>
              <a:gd name="csX8772" fmla="*/ 1516100 w 1728164"/>
              <a:gd name="csY8772" fmla="*/ 1109858 h 1114902"/>
              <a:gd name="csX8773" fmla="*/ 1516269 w 1728164"/>
              <a:gd name="csY8773" fmla="*/ 1109867 h 1114902"/>
              <a:gd name="csX8774" fmla="*/ 1516447 w 1728164"/>
              <a:gd name="csY8774" fmla="*/ 1109885 h 1114902"/>
              <a:gd name="csX8775" fmla="*/ 1516616 w 1728164"/>
              <a:gd name="csY8775" fmla="*/ 1109903 h 1114902"/>
              <a:gd name="csX8776" fmla="*/ 1516785 w 1728164"/>
              <a:gd name="csY8776" fmla="*/ 1109912 h 1114902"/>
              <a:gd name="csX8777" fmla="*/ 1516963 w 1728164"/>
              <a:gd name="csY8777" fmla="*/ 1109929 h 1114902"/>
              <a:gd name="csX8778" fmla="*/ 1517132 w 1728164"/>
              <a:gd name="csY8778" fmla="*/ 1109947 h 1114902"/>
              <a:gd name="csX8779" fmla="*/ 1517310 w 1728164"/>
              <a:gd name="csY8779" fmla="*/ 1109956 h 1114902"/>
              <a:gd name="csX8780" fmla="*/ 1517479 w 1728164"/>
              <a:gd name="csY8780" fmla="*/ 1109974 h 1114902"/>
              <a:gd name="csX8781" fmla="*/ 1517657 w 1728164"/>
              <a:gd name="csY8781" fmla="*/ 1109992 h 1114902"/>
              <a:gd name="csX8782" fmla="*/ 1517826 w 1728164"/>
              <a:gd name="csY8782" fmla="*/ 1110001 h 1114902"/>
              <a:gd name="csX8783" fmla="*/ 1517995 w 1728164"/>
              <a:gd name="csY8783" fmla="*/ 1110018 h 1114902"/>
              <a:gd name="csX8784" fmla="*/ 1518173 w 1728164"/>
              <a:gd name="csY8784" fmla="*/ 1110036 h 1114902"/>
              <a:gd name="csX8785" fmla="*/ 1518342 w 1728164"/>
              <a:gd name="csY8785" fmla="*/ 1110045 h 1114902"/>
              <a:gd name="csX8786" fmla="*/ 1518520 w 1728164"/>
              <a:gd name="csY8786" fmla="*/ 1110063 h 1114902"/>
              <a:gd name="csX8787" fmla="*/ 1518689 w 1728164"/>
              <a:gd name="csY8787" fmla="*/ 1110081 h 1114902"/>
              <a:gd name="csX8788" fmla="*/ 1518867 w 1728164"/>
              <a:gd name="csY8788" fmla="*/ 1110089 h 1114902"/>
              <a:gd name="csX8789" fmla="*/ 1519036 w 1728164"/>
              <a:gd name="csY8789" fmla="*/ 1110107 h 1114902"/>
              <a:gd name="csX8790" fmla="*/ 1519205 w 1728164"/>
              <a:gd name="csY8790" fmla="*/ 1110116 h 1114902"/>
              <a:gd name="csX8791" fmla="*/ 1519383 w 1728164"/>
              <a:gd name="csY8791" fmla="*/ 1110134 h 1114902"/>
              <a:gd name="csX8792" fmla="*/ 1519552 w 1728164"/>
              <a:gd name="csY8792" fmla="*/ 1110152 h 1114902"/>
              <a:gd name="csX8793" fmla="*/ 1519730 w 1728164"/>
              <a:gd name="csY8793" fmla="*/ 1110161 h 1114902"/>
              <a:gd name="csX8794" fmla="*/ 1519899 w 1728164"/>
              <a:gd name="csY8794" fmla="*/ 1110178 h 1114902"/>
              <a:gd name="csX8795" fmla="*/ 1520077 w 1728164"/>
              <a:gd name="csY8795" fmla="*/ 1110187 h 1114902"/>
              <a:gd name="csX8796" fmla="*/ 1520246 w 1728164"/>
              <a:gd name="csY8796" fmla="*/ 1110205 h 1114902"/>
              <a:gd name="csX8797" fmla="*/ 1520415 w 1728164"/>
              <a:gd name="csY8797" fmla="*/ 1110223 h 1114902"/>
              <a:gd name="csX8798" fmla="*/ 1520593 w 1728164"/>
              <a:gd name="csY8798" fmla="*/ 1110232 h 1114902"/>
              <a:gd name="csX8799" fmla="*/ 1520762 w 1728164"/>
              <a:gd name="csY8799" fmla="*/ 1110250 h 1114902"/>
              <a:gd name="csX8800" fmla="*/ 1520940 w 1728164"/>
              <a:gd name="csY8800" fmla="*/ 1110258 h 1114902"/>
              <a:gd name="csX8801" fmla="*/ 1521109 w 1728164"/>
              <a:gd name="csY8801" fmla="*/ 1110276 h 1114902"/>
              <a:gd name="csX8802" fmla="*/ 1521287 w 1728164"/>
              <a:gd name="csY8802" fmla="*/ 1110294 h 1114902"/>
              <a:gd name="csX8803" fmla="*/ 1521456 w 1728164"/>
              <a:gd name="csY8803" fmla="*/ 1110303 h 1114902"/>
              <a:gd name="csX8804" fmla="*/ 1521625 w 1728164"/>
              <a:gd name="csY8804" fmla="*/ 1110321 h 1114902"/>
              <a:gd name="csX8805" fmla="*/ 1521803 w 1728164"/>
              <a:gd name="csY8805" fmla="*/ 1110330 h 1114902"/>
              <a:gd name="csX8806" fmla="*/ 1521972 w 1728164"/>
              <a:gd name="csY8806" fmla="*/ 1110348 h 1114902"/>
              <a:gd name="csX8807" fmla="*/ 1522150 w 1728164"/>
              <a:gd name="csY8807" fmla="*/ 1110356 h 1114902"/>
              <a:gd name="csX8808" fmla="*/ 1522319 w 1728164"/>
              <a:gd name="csY8808" fmla="*/ 1110374 h 1114902"/>
              <a:gd name="csX8809" fmla="*/ 1522497 w 1728164"/>
              <a:gd name="csY8809" fmla="*/ 1110383 h 1114902"/>
              <a:gd name="csX8810" fmla="*/ 1522666 w 1728164"/>
              <a:gd name="csY8810" fmla="*/ 1110401 h 1114902"/>
              <a:gd name="csX8811" fmla="*/ 1522835 w 1728164"/>
              <a:gd name="csY8811" fmla="*/ 1110410 h 1114902"/>
              <a:gd name="csX8812" fmla="*/ 1523013 w 1728164"/>
              <a:gd name="csY8812" fmla="*/ 1110428 h 1114902"/>
              <a:gd name="csX8813" fmla="*/ 1523182 w 1728164"/>
              <a:gd name="csY8813" fmla="*/ 1110436 h 1114902"/>
              <a:gd name="csX8814" fmla="*/ 1523360 w 1728164"/>
              <a:gd name="csY8814" fmla="*/ 1110454 h 1114902"/>
              <a:gd name="csX8815" fmla="*/ 1523529 w 1728164"/>
              <a:gd name="csY8815" fmla="*/ 1110463 h 1114902"/>
              <a:gd name="csX8816" fmla="*/ 1523707 w 1728164"/>
              <a:gd name="csY8816" fmla="*/ 1110481 h 1114902"/>
              <a:gd name="csX8817" fmla="*/ 1523876 w 1728164"/>
              <a:gd name="csY8817" fmla="*/ 1110490 h 1114902"/>
              <a:gd name="csX8818" fmla="*/ 1524045 w 1728164"/>
              <a:gd name="csY8818" fmla="*/ 1110508 h 1114902"/>
              <a:gd name="csX8819" fmla="*/ 1524223 w 1728164"/>
              <a:gd name="csY8819" fmla="*/ 1110517 h 1114902"/>
              <a:gd name="csX8820" fmla="*/ 1524392 w 1728164"/>
              <a:gd name="csY8820" fmla="*/ 1110534 h 1114902"/>
              <a:gd name="csX8821" fmla="*/ 1524569 w 1728164"/>
              <a:gd name="csY8821" fmla="*/ 1110543 h 1114902"/>
              <a:gd name="csX8822" fmla="*/ 1524739 w 1728164"/>
              <a:gd name="csY8822" fmla="*/ 1110561 h 1114902"/>
              <a:gd name="csX8823" fmla="*/ 1524917 w 1728164"/>
              <a:gd name="csY8823" fmla="*/ 1110570 h 1114902"/>
              <a:gd name="csX8824" fmla="*/ 1525086 w 1728164"/>
              <a:gd name="csY8824" fmla="*/ 1110588 h 1114902"/>
              <a:gd name="csX8825" fmla="*/ 1525255 w 1728164"/>
              <a:gd name="csY8825" fmla="*/ 1110597 h 1114902"/>
              <a:gd name="csX8826" fmla="*/ 1525433 w 1728164"/>
              <a:gd name="csY8826" fmla="*/ 1110614 h 1114902"/>
              <a:gd name="csX8827" fmla="*/ 1525602 w 1728164"/>
              <a:gd name="csY8827" fmla="*/ 1110623 h 1114902"/>
              <a:gd name="csX8828" fmla="*/ 1525779 w 1728164"/>
              <a:gd name="csY8828" fmla="*/ 1110641 h 1114902"/>
              <a:gd name="csX8829" fmla="*/ 1525948 w 1728164"/>
              <a:gd name="csY8829" fmla="*/ 1110650 h 1114902"/>
              <a:gd name="csX8830" fmla="*/ 1526126 w 1728164"/>
              <a:gd name="csY8830" fmla="*/ 1110668 h 1114902"/>
              <a:gd name="csX8831" fmla="*/ 1526296 w 1728164"/>
              <a:gd name="csY8831" fmla="*/ 1110677 h 1114902"/>
              <a:gd name="csX8832" fmla="*/ 1526465 w 1728164"/>
              <a:gd name="csY8832" fmla="*/ 1110694 h 1114902"/>
              <a:gd name="csX8833" fmla="*/ 1526642 w 1728164"/>
              <a:gd name="csY8833" fmla="*/ 1110703 h 1114902"/>
              <a:gd name="csX8834" fmla="*/ 1526811 w 1728164"/>
              <a:gd name="csY8834" fmla="*/ 1110712 h 1114902"/>
              <a:gd name="csX8835" fmla="*/ 1526990 w 1728164"/>
              <a:gd name="csY8835" fmla="*/ 1110730 h 1114902"/>
              <a:gd name="csX8836" fmla="*/ 1527158 w 1728164"/>
              <a:gd name="csY8836" fmla="*/ 1110739 h 1114902"/>
              <a:gd name="csX8837" fmla="*/ 1527327 w 1728164"/>
              <a:gd name="csY8837" fmla="*/ 1110757 h 1114902"/>
              <a:gd name="csX8838" fmla="*/ 1527505 w 1728164"/>
              <a:gd name="csY8838" fmla="*/ 1110766 h 1114902"/>
              <a:gd name="csX8839" fmla="*/ 1527675 w 1728164"/>
              <a:gd name="csY8839" fmla="*/ 1110775 h 1114902"/>
              <a:gd name="csX8840" fmla="*/ 1527852 w 1728164"/>
              <a:gd name="csY8840" fmla="*/ 1110792 h 1114902"/>
              <a:gd name="csX8841" fmla="*/ 1528021 w 1728164"/>
              <a:gd name="csY8841" fmla="*/ 1110801 h 1114902"/>
              <a:gd name="csX8842" fmla="*/ 1528199 w 1728164"/>
              <a:gd name="csY8842" fmla="*/ 1110819 h 1114902"/>
              <a:gd name="csX8843" fmla="*/ 1528368 w 1728164"/>
              <a:gd name="csY8843" fmla="*/ 1110828 h 1114902"/>
              <a:gd name="csX8844" fmla="*/ 1528537 w 1728164"/>
              <a:gd name="csY8844" fmla="*/ 1110837 h 1114902"/>
              <a:gd name="csX8845" fmla="*/ 1528715 w 1728164"/>
              <a:gd name="csY8845" fmla="*/ 1110855 h 1114902"/>
              <a:gd name="csX8846" fmla="*/ 1528884 w 1728164"/>
              <a:gd name="csY8846" fmla="*/ 1110863 h 1114902"/>
              <a:gd name="csX8847" fmla="*/ 1529062 w 1728164"/>
              <a:gd name="csY8847" fmla="*/ 1110881 h 1114902"/>
              <a:gd name="csX8848" fmla="*/ 1529231 w 1728164"/>
              <a:gd name="csY8848" fmla="*/ 1110890 h 1114902"/>
              <a:gd name="csX8849" fmla="*/ 1529409 w 1728164"/>
              <a:gd name="csY8849" fmla="*/ 1110899 h 1114902"/>
              <a:gd name="csX8850" fmla="*/ 1529578 w 1728164"/>
              <a:gd name="csY8850" fmla="*/ 1110917 h 1114902"/>
              <a:gd name="csX8851" fmla="*/ 1529747 w 1728164"/>
              <a:gd name="csY8851" fmla="*/ 1110926 h 1114902"/>
              <a:gd name="csX8852" fmla="*/ 1529925 w 1728164"/>
              <a:gd name="csY8852" fmla="*/ 1110944 h 1114902"/>
              <a:gd name="csX8853" fmla="*/ 1530094 w 1728164"/>
              <a:gd name="csY8853" fmla="*/ 1110952 h 1114902"/>
              <a:gd name="csX8854" fmla="*/ 1530272 w 1728164"/>
              <a:gd name="csY8854" fmla="*/ 1110961 h 1114902"/>
              <a:gd name="csX8855" fmla="*/ 1530441 w 1728164"/>
              <a:gd name="csY8855" fmla="*/ 1110979 h 1114902"/>
              <a:gd name="csX8856" fmla="*/ 1530619 w 1728164"/>
              <a:gd name="csY8856" fmla="*/ 1110988 h 1114902"/>
              <a:gd name="csX8857" fmla="*/ 1530788 w 1728164"/>
              <a:gd name="csY8857" fmla="*/ 1110997 h 1114902"/>
              <a:gd name="csX8858" fmla="*/ 1530957 w 1728164"/>
              <a:gd name="csY8858" fmla="*/ 1111015 h 1114902"/>
              <a:gd name="csX8859" fmla="*/ 1531135 w 1728164"/>
              <a:gd name="csY8859" fmla="*/ 1111024 h 1114902"/>
              <a:gd name="csX8860" fmla="*/ 1531304 w 1728164"/>
              <a:gd name="csY8860" fmla="*/ 1111032 h 1114902"/>
              <a:gd name="csX8861" fmla="*/ 1531482 w 1728164"/>
              <a:gd name="csY8861" fmla="*/ 1111050 h 1114902"/>
              <a:gd name="csX8862" fmla="*/ 1531651 w 1728164"/>
              <a:gd name="csY8862" fmla="*/ 1111059 h 1114902"/>
              <a:gd name="csX8863" fmla="*/ 1531829 w 1728164"/>
              <a:gd name="csY8863" fmla="*/ 1111068 h 1114902"/>
              <a:gd name="csX8864" fmla="*/ 1531998 w 1728164"/>
              <a:gd name="csY8864" fmla="*/ 1111086 h 1114902"/>
              <a:gd name="csX8865" fmla="*/ 1532167 w 1728164"/>
              <a:gd name="csY8865" fmla="*/ 1111095 h 1114902"/>
              <a:gd name="csX8866" fmla="*/ 1532345 w 1728164"/>
              <a:gd name="csY8866" fmla="*/ 1111104 h 1114902"/>
              <a:gd name="csX8867" fmla="*/ 1532514 w 1728164"/>
              <a:gd name="csY8867" fmla="*/ 1111122 h 1114902"/>
              <a:gd name="csX8868" fmla="*/ 1532692 w 1728164"/>
              <a:gd name="csY8868" fmla="*/ 1111130 h 1114902"/>
              <a:gd name="csX8869" fmla="*/ 1532861 w 1728164"/>
              <a:gd name="csY8869" fmla="*/ 1111139 h 1114902"/>
              <a:gd name="csX8870" fmla="*/ 1533039 w 1728164"/>
              <a:gd name="csY8870" fmla="*/ 1111148 h 1114902"/>
              <a:gd name="csX8871" fmla="*/ 1533208 w 1728164"/>
              <a:gd name="csY8871" fmla="*/ 1111166 h 1114902"/>
              <a:gd name="csX8872" fmla="*/ 1533377 w 1728164"/>
              <a:gd name="csY8872" fmla="*/ 1111175 h 1114902"/>
              <a:gd name="csX8873" fmla="*/ 1533555 w 1728164"/>
              <a:gd name="csY8873" fmla="*/ 1111184 h 1114902"/>
              <a:gd name="csX8874" fmla="*/ 1533724 w 1728164"/>
              <a:gd name="csY8874" fmla="*/ 1111202 h 1114902"/>
              <a:gd name="csX8875" fmla="*/ 1533902 w 1728164"/>
              <a:gd name="csY8875" fmla="*/ 1111210 h 1114902"/>
              <a:gd name="csX8876" fmla="*/ 1534071 w 1728164"/>
              <a:gd name="csY8876" fmla="*/ 1111219 h 1114902"/>
              <a:gd name="csX8877" fmla="*/ 1534249 w 1728164"/>
              <a:gd name="csY8877" fmla="*/ 1111228 h 1114902"/>
              <a:gd name="csX8878" fmla="*/ 1534418 w 1728164"/>
              <a:gd name="csY8878" fmla="*/ 1111246 h 1114902"/>
              <a:gd name="csX8879" fmla="*/ 1534587 w 1728164"/>
              <a:gd name="csY8879" fmla="*/ 1111255 h 1114902"/>
              <a:gd name="csX8880" fmla="*/ 1534765 w 1728164"/>
              <a:gd name="csY8880" fmla="*/ 1111264 h 1114902"/>
              <a:gd name="csX8881" fmla="*/ 1534934 w 1728164"/>
              <a:gd name="csY8881" fmla="*/ 1111273 h 1114902"/>
              <a:gd name="csX8882" fmla="*/ 1535112 w 1728164"/>
              <a:gd name="csY8882" fmla="*/ 1111290 h 1114902"/>
              <a:gd name="csX8883" fmla="*/ 1535281 w 1728164"/>
              <a:gd name="csY8883" fmla="*/ 1111299 h 1114902"/>
              <a:gd name="csX8884" fmla="*/ 1535459 w 1728164"/>
              <a:gd name="csY8884" fmla="*/ 1111308 h 1114902"/>
              <a:gd name="csX8885" fmla="*/ 1535628 w 1728164"/>
              <a:gd name="csY8885" fmla="*/ 1111317 h 1114902"/>
              <a:gd name="csX8886" fmla="*/ 1535797 w 1728164"/>
              <a:gd name="csY8886" fmla="*/ 1111335 h 1114902"/>
              <a:gd name="csX8887" fmla="*/ 1535975 w 1728164"/>
              <a:gd name="csY8887" fmla="*/ 1111344 h 1114902"/>
              <a:gd name="csX8888" fmla="*/ 1536144 w 1728164"/>
              <a:gd name="csY8888" fmla="*/ 1111353 h 1114902"/>
              <a:gd name="csX8889" fmla="*/ 1536322 w 1728164"/>
              <a:gd name="csY8889" fmla="*/ 1111362 h 1114902"/>
              <a:gd name="csX8890" fmla="*/ 1536491 w 1728164"/>
              <a:gd name="csY8890" fmla="*/ 1111379 h 1114902"/>
              <a:gd name="csX8891" fmla="*/ 1536669 w 1728164"/>
              <a:gd name="csY8891" fmla="*/ 1111388 h 1114902"/>
              <a:gd name="csX8892" fmla="*/ 1536838 w 1728164"/>
              <a:gd name="csY8892" fmla="*/ 1111397 h 1114902"/>
              <a:gd name="csX8893" fmla="*/ 1537007 w 1728164"/>
              <a:gd name="csY8893" fmla="*/ 1111406 h 1114902"/>
              <a:gd name="csX8894" fmla="*/ 1537185 w 1728164"/>
              <a:gd name="csY8894" fmla="*/ 1111415 h 1114902"/>
              <a:gd name="csX8895" fmla="*/ 1537354 w 1728164"/>
              <a:gd name="csY8895" fmla="*/ 1111433 h 1114902"/>
              <a:gd name="csX8896" fmla="*/ 1537532 w 1728164"/>
              <a:gd name="csY8896" fmla="*/ 1111442 h 1114902"/>
              <a:gd name="csX8897" fmla="*/ 1537701 w 1728164"/>
              <a:gd name="csY8897" fmla="*/ 1111451 h 1114902"/>
              <a:gd name="csX8898" fmla="*/ 1537879 w 1728164"/>
              <a:gd name="csY8898" fmla="*/ 1111460 h 1114902"/>
              <a:gd name="csX8899" fmla="*/ 1538048 w 1728164"/>
              <a:gd name="csY8899" fmla="*/ 1111468 h 1114902"/>
              <a:gd name="csX8900" fmla="*/ 1538217 w 1728164"/>
              <a:gd name="csY8900" fmla="*/ 1111486 h 1114902"/>
              <a:gd name="csX8901" fmla="*/ 1538395 w 1728164"/>
              <a:gd name="csY8901" fmla="*/ 1111495 h 1114902"/>
              <a:gd name="csX8902" fmla="*/ 1538564 w 1728164"/>
              <a:gd name="csY8902" fmla="*/ 1111504 h 1114902"/>
              <a:gd name="csX8903" fmla="*/ 1538742 w 1728164"/>
              <a:gd name="csY8903" fmla="*/ 1111513 h 1114902"/>
              <a:gd name="csX8904" fmla="*/ 1538911 w 1728164"/>
              <a:gd name="csY8904" fmla="*/ 1111522 h 1114902"/>
              <a:gd name="csX8905" fmla="*/ 1539089 w 1728164"/>
              <a:gd name="csY8905" fmla="*/ 1111540 h 1114902"/>
              <a:gd name="csX8906" fmla="*/ 1539258 w 1728164"/>
              <a:gd name="csY8906" fmla="*/ 1111549 h 1114902"/>
              <a:gd name="csX8907" fmla="*/ 1539427 w 1728164"/>
              <a:gd name="csY8907" fmla="*/ 1111557 h 1114902"/>
              <a:gd name="csX8908" fmla="*/ 1539605 w 1728164"/>
              <a:gd name="csY8908" fmla="*/ 1111566 h 1114902"/>
              <a:gd name="csX8909" fmla="*/ 1539774 w 1728164"/>
              <a:gd name="csY8909" fmla="*/ 1111575 h 1114902"/>
              <a:gd name="csX8910" fmla="*/ 1539951 w 1728164"/>
              <a:gd name="csY8910" fmla="*/ 1111584 h 1114902"/>
              <a:gd name="csX8911" fmla="*/ 1540121 w 1728164"/>
              <a:gd name="csY8911" fmla="*/ 1111602 h 1114902"/>
              <a:gd name="csX8912" fmla="*/ 1540299 w 1728164"/>
              <a:gd name="csY8912" fmla="*/ 1111611 h 1114902"/>
              <a:gd name="csX8913" fmla="*/ 1540468 w 1728164"/>
              <a:gd name="csY8913" fmla="*/ 1111620 h 1114902"/>
              <a:gd name="csX8914" fmla="*/ 1540637 w 1728164"/>
              <a:gd name="csY8914" fmla="*/ 1111629 h 1114902"/>
              <a:gd name="csX8915" fmla="*/ 1540814 w 1728164"/>
              <a:gd name="csY8915" fmla="*/ 1111637 h 1114902"/>
              <a:gd name="csX8916" fmla="*/ 1540984 w 1728164"/>
              <a:gd name="csY8916" fmla="*/ 1111646 h 1114902"/>
              <a:gd name="csX8917" fmla="*/ 1541161 w 1728164"/>
              <a:gd name="csY8917" fmla="*/ 1111655 h 1114902"/>
              <a:gd name="csX8918" fmla="*/ 1541330 w 1728164"/>
              <a:gd name="csY8918" fmla="*/ 1111673 h 1114902"/>
              <a:gd name="csX8919" fmla="*/ 1541508 w 1728164"/>
              <a:gd name="csY8919" fmla="*/ 1111682 h 1114902"/>
              <a:gd name="csX8920" fmla="*/ 1541678 w 1728164"/>
              <a:gd name="csY8920" fmla="*/ 1111691 h 1114902"/>
              <a:gd name="csX8921" fmla="*/ 1541847 w 1728164"/>
              <a:gd name="csY8921" fmla="*/ 1111700 h 1114902"/>
              <a:gd name="csX8922" fmla="*/ 1542024 w 1728164"/>
              <a:gd name="csY8922" fmla="*/ 1111709 h 1114902"/>
              <a:gd name="csX8923" fmla="*/ 1542193 w 1728164"/>
              <a:gd name="csY8923" fmla="*/ 1111718 h 1114902"/>
              <a:gd name="csX8924" fmla="*/ 1542371 w 1728164"/>
              <a:gd name="csY8924" fmla="*/ 1111726 h 1114902"/>
              <a:gd name="csX8925" fmla="*/ 1542540 w 1728164"/>
              <a:gd name="csY8925" fmla="*/ 1111735 h 1114902"/>
              <a:gd name="csX8926" fmla="*/ 1542718 w 1728164"/>
              <a:gd name="csY8926" fmla="*/ 1111753 h 1114902"/>
              <a:gd name="csX8927" fmla="*/ 1542887 w 1728164"/>
              <a:gd name="csY8927" fmla="*/ 1111762 h 1114902"/>
              <a:gd name="csX8928" fmla="*/ 1543056 w 1728164"/>
              <a:gd name="csY8928" fmla="*/ 1111771 h 1114902"/>
              <a:gd name="csX8929" fmla="*/ 1543234 w 1728164"/>
              <a:gd name="csY8929" fmla="*/ 1111780 h 1114902"/>
              <a:gd name="csX8930" fmla="*/ 1543403 w 1728164"/>
              <a:gd name="csY8930" fmla="*/ 1111789 h 1114902"/>
              <a:gd name="csX8931" fmla="*/ 1543581 w 1728164"/>
              <a:gd name="csY8931" fmla="*/ 1111798 h 1114902"/>
              <a:gd name="csX8932" fmla="*/ 1543750 w 1728164"/>
              <a:gd name="csY8932" fmla="*/ 1111807 h 1114902"/>
              <a:gd name="csX8933" fmla="*/ 1543928 w 1728164"/>
              <a:gd name="csY8933" fmla="*/ 1111815 h 1114902"/>
              <a:gd name="csX8934" fmla="*/ 1544097 w 1728164"/>
              <a:gd name="csY8934" fmla="*/ 1111824 h 1114902"/>
              <a:gd name="csX8935" fmla="*/ 1544266 w 1728164"/>
              <a:gd name="csY8935" fmla="*/ 1111833 h 1114902"/>
              <a:gd name="csX8936" fmla="*/ 1544444 w 1728164"/>
              <a:gd name="csY8936" fmla="*/ 1111842 h 1114902"/>
              <a:gd name="csX8937" fmla="*/ 1544613 w 1728164"/>
              <a:gd name="csY8937" fmla="*/ 1111851 h 1114902"/>
              <a:gd name="csX8938" fmla="*/ 1544791 w 1728164"/>
              <a:gd name="csY8938" fmla="*/ 1111869 h 1114902"/>
              <a:gd name="csX8939" fmla="*/ 1544960 w 1728164"/>
              <a:gd name="csY8939" fmla="*/ 1111878 h 1114902"/>
              <a:gd name="csX8940" fmla="*/ 1545138 w 1728164"/>
              <a:gd name="csY8940" fmla="*/ 1111887 h 1114902"/>
              <a:gd name="csX8941" fmla="*/ 1545307 w 1728164"/>
              <a:gd name="csY8941" fmla="*/ 1111895 h 1114902"/>
              <a:gd name="csX8942" fmla="*/ 1545476 w 1728164"/>
              <a:gd name="csY8942" fmla="*/ 1111904 h 1114902"/>
              <a:gd name="csX8943" fmla="*/ 1545654 w 1728164"/>
              <a:gd name="csY8943" fmla="*/ 1111913 h 1114902"/>
              <a:gd name="csX8944" fmla="*/ 1545823 w 1728164"/>
              <a:gd name="csY8944" fmla="*/ 1111922 h 1114902"/>
              <a:gd name="csX8945" fmla="*/ 1546001 w 1728164"/>
              <a:gd name="csY8945" fmla="*/ 1111931 h 1114902"/>
              <a:gd name="csX8946" fmla="*/ 1546170 w 1728164"/>
              <a:gd name="csY8946" fmla="*/ 1111940 h 1114902"/>
              <a:gd name="csX8947" fmla="*/ 1546339 w 1728164"/>
              <a:gd name="csY8947" fmla="*/ 1111949 h 1114902"/>
              <a:gd name="csX8948" fmla="*/ 1546517 w 1728164"/>
              <a:gd name="csY8948" fmla="*/ 1111958 h 1114902"/>
              <a:gd name="csX8949" fmla="*/ 1546686 w 1728164"/>
              <a:gd name="csY8949" fmla="*/ 1111967 h 1114902"/>
              <a:gd name="csX8950" fmla="*/ 1546864 w 1728164"/>
              <a:gd name="csY8950" fmla="*/ 1111976 h 1114902"/>
              <a:gd name="csX8951" fmla="*/ 1547033 w 1728164"/>
              <a:gd name="csY8951" fmla="*/ 1111984 h 1114902"/>
              <a:gd name="csX8952" fmla="*/ 1547211 w 1728164"/>
              <a:gd name="csY8952" fmla="*/ 1111993 h 1114902"/>
              <a:gd name="csX8953" fmla="*/ 1547380 w 1728164"/>
              <a:gd name="csY8953" fmla="*/ 1112002 h 1114902"/>
              <a:gd name="csX8954" fmla="*/ 1547549 w 1728164"/>
              <a:gd name="csY8954" fmla="*/ 1112011 h 1114902"/>
              <a:gd name="csX8955" fmla="*/ 1547727 w 1728164"/>
              <a:gd name="csY8955" fmla="*/ 1112020 h 1114902"/>
              <a:gd name="csX8956" fmla="*/ 1547896 w 1728164"/>
              <a:gd name="csY8956" fmla="*/ 1112029 h 1114902"/>
              <a:gd name="csX8957" fmla="*/ 1548074 w 1728164"/>
              <a:gd name="csY8957" fmla="*/ 1112038 h 1114902"/>
              <a:gd name="csX8958" fmla="*/ 1548243 w 1728164"/>
              <a:gd name="csY8958" fmla="*/ 1112047 h 1114902"/>
              <a:gd name="csX8959" fmla="*/ 1548421 w 1728164"/>
              <a:gd name="csY8959" fmla="*/ 1112056 h 1114902"/>
              <a:gd name="csX8960" fmla="*/ 1548590 w 1728164"/>
              <a:gd name="csY8960" fmla="*/ 1112064 h 1114902"/>
              <a:gd name="csX8961" fmla="*/ 1548759 w 1728164"/>
              <a:gd name="csY8961" fmla="*/ 1112073 h 1114902"/>
              <a:gd name="csX8962" fmla="*/ 1548937 w 1728164"/>
              <a:gd name="csY8962" fmla="*/ 1112082 h 1114902"/>
              <a:gd name="csX8963" fmla="*/ 1549106 w 1728164"/>
              <a:gd name="csY8963" fmla="*/ 1112091 h 1114902"/>
              <a:gd name="csX8964" fmla="*/ 1549284 w 1728164"/>
              <a:gd name="csY8964" fmla="*/ 1112100 h 1114902"/>
              <a:gd name="csX8965" fmla="*/ 1549453 w 1728164"/>
              <a:gd name="csY8965" fmla="*/ 1112109 h 1114902"/>
              <a:gd name="csX8966" fmla="*/ 1549631 w 1728164"/>
              <a:gd name="csY8966" fmla="*/ 1112118 h 1114902"/>
              <a:gd name="csX8967" fmla="*/ 1549800 w 1728164"/>
              <a:gd name="csY8967" fmla="*/ 1112127 h 1114902"/>
              <a:gd name="csX8968" fmla="*/ 1549969 w 1728164"/>
              <a:gd name="csY8968" fmla="*/ 1112136 h 1114902"/>
              <a:gd name="csX8969" fmla="*/ 1550147 w 1728164"/>
              <a:gd name="csY8969" fmla="*/ 1112145 h 1114902"/>
              <a:gd name="csX8970" fmla="*/ 1550316 w 1728164"/>
              <a:gd name="csY8970" fmla="*/ 1112153 h 1114902"/>
              <a:gd name="csX8971" fmla="*/ 1550494 w 1728164"/>
              <a:gd name="csY8971" fmla="*/ 1112162 h 1114902"/>
              <a:gd name="csX8972" fmla="*/ 1550663 w 1728164"/>
              <a:gd name="csY8972" fmla="*/ 1112171 h 1114902"/>
              <a:gd name="csX8973" fmla="*/ 1550841 w 1728164"/>
              <a:gd name="csY8973" fmla="*/ 1112180 h 1114902"/>
              <a:gd name="csX8974" fmla="*/ 1551010 w 1728164"/>
              <a:gd name="csY8974" fmla="*/ 1112189 h 1114902"/>
              <a:gd name="csX8975" fmla="*/ 1551179 w 1728164"/>
              <a:gd name="csY8975" fmla="*/ 1112198 h 1114902"/>
              <a:gd name="csX8976" fmla="*/ 1551357 w 1728164"/>
              <a:gd name="csY8976" fmla="*/ 1112207 h 1114902"/>
              <a:gd name="csX8977" fmla="*/ 1551526 w 1728164"/>
              <a:gd name="csY8977" fmla="*/ 1112216 h 1114902"/>
              <a:gd name="csX8978" fmla="*/ 1551704 w 1728164"/>
              <a:gd name="csY8978" fmla="*/ 1112225 h 1114902"/>
              <a:gd name="csX8979" fmla="*/ 1551873 w 1728164"/>
              <a:gd name="csY8979" fmla="*/ 1112234 h 1114902"/>
              <a:gd name="csX8980" fmla="*/ 1552051 w 1728164"/>
              <a:gd name="csY8980" fmla="*/ 1112242 h 1114902"/>
              <a:gd name="csX8981" fmla="*/ 1552220 w 1728164"/>
              <a:gd name="csY8981" fmla="*/ 1112251 h 1114902"/>
              <a:gd name="csX8982" fmla="*/ 1552389 w 1728164"/>
              <a:gd name="csY8982" fmla="*/ 1112260 h 1114902"/>
              <a:gd name="csX8983" fmla="*/ 1552567 w 1728164"/>
              <a:gd name="csY8983" fmla="*/ 1112269 h 1114902"/>
              <a:gd name="csX8984" fmla="*/ 1552736 w 1728164"/>
              <a:gd name="csY8984" fmla="*/ 1112278 h 1114902"/>
              <a:gd name="csX8985" fmla="*/ 1552914 w 1728164"/>
              <a:gd name="csY8985" fmla="*/ 1112287 h 1114902"/>
              <a:gd name="csX8986" fmla="*/ 1553083 w 1728164"/>
              <a:gd name="csY8986" fmla="*/ 1112296 h 1114902"/>
              <a:gd name="csX8987" fmla="*/ 1553261 w 1728164"/>
              <a:gd name="csY8987" fmla="*/ 1112296 h 1114902"/>
              <a:gd name="csX8988" fmla="*/ 1553430 w 1728164"/>
              <a:gd name="csY8988" fmla="*/ 1112305 h 1114902"/>
              <a:gd name="csX8989" fmla="*/ 1553599 w 1728164"/>
              <a:gd name="csY8989" fmla="*/ 1112314 h 1114902"/>
              <a:gd name="csX8990" fmla="*/ 1553777 w 1728164"/>
              <a:gd name="csY8990" fmla="*/ 1112323 h 1114902"/>
              <a:gd name="csX8991" fmla="*/ 1553946 w 1728164"/>
              <a:gd name="csY8991" fmla="*/ 1112331 h 1114902"/>
              <a:gd name="csX8992" fmla="*/ 1554124 w 1728164"/>
              <a:gd name="csY8992" fmla="*/ 1112340 h 1114902"/>
              <a:gd name="csX8993" fmla="*/ 1554293 w 1728164"/>
              <a:gd name="csY8993" fmla="*/ 1112349 h 1114902"/>
              <a:gd name="csX8994" fmla="*/ 1554471 w 1728164"/>
              <a:gd name="csY8994" fmla="*/ 1112358 h 1114902"/>
              <a:gd name="csX8995" fmla="*/ 1554640 w 1728164"/>
              <a:gd name="csY8995" fmla="*/ 1112367 h 1114902"/>
              <a:gd name="csX8996" fmla="*/ 1554809 w 1728164"/>
              <a:gd name="csY8996" fmla="*/ 1112376 h 1114902"/>
              <a:gd name="csX8997" fmla="*/ 1554987 w 1728164"/>
              <a:gd name="csY8997" fmla="*/ 1112385 h 1114902"/>
              <a:gd name="csX8998" fmla="*/ 1555156 w 1728164"/>
              <a:gd name="csY8998" fmla="*/ 1112394 h 1114902"/>
              <a:gd name="csX8999" fmla="*/ 1555333 w 1728164"/>
              <a:gd name="csY8999" fmla="*/ 1112394 h 1114902"/>
              <a:gd name="csX9000" fmla="*/ 1555502 w 1728164"/>
              <a:gd name="csY9000" fmla="*/ 1112403 h 1114902"/>
              <a:gd name="csX9001" fmla="*/ 1555681 w 1728164"/>
              <a:gd name="csY9001" fmla="*/ 1112411 h 1114902"/>
              <a:gd name="csX9002" fmla="*/ 1555850 w 1728164"/>
              <a:gd name="csY9002" fmla="*/ 1112420 h 1114902"/>
              <a:gd name="csX9003" fmla="*/ 1556019 w 1728164"/>
              <a:gd name="csY9003" fmla="*/ 1112429 h 1114902"/>
              <a:gd name="csX9004" fmla="*/ 1556196 w 1728164"/>
              <a:gd name="csY9004" fmla="*/ 1112438 h 1114902"/>
              <a:gd name="csX9005" fmla="*/ 1556366 w 1728164"/>
              <a:gd name="csY9005" fmla="*/ 1112447 h 1114902"/>
              <a:gd name="csX9006" fmla="*/ 1556543 w 1728164"/>
              <a:gd name="csY9006" fmla="*/ 1112456 h 1114902"/>
              <a:gd name="csX9007" fmla="*/ 1556712 w 1728164"/>
              <a:gd name="csY9007" fmla="*/ 1112456 h 1114902"/>
              <a:gd name="csX9008" fmla="*/ 1556890 w 1728164"/>
              <a:gd name="csY9008" fmla="*/ 1112465 h 1114902"/>
              <a:gd name="csX9009" fmla="*/ 1557059 w 1728164"/>
              <a:gd name="csY9009" fmla="*/ 1112474 h 1114902"/>
              <a:gd name="csX9010" fmla="*/ 1557229 w 1728164"/>
              <a:gd name="csY9010" fmla="*/ 1112483 h 1114902"/>
              <a:gd name="csX9011" fmla="*/ 1557406 w 1728164"/>
              <a:gd name="csY9011" fmla="*/ 1112491 h 1114902"/>
              <a:gd name="csX9012" fmla="*/ 1557575 w 1728164"/>
              <a:gd name="csY9012" fmla="*/ 1112500 h 1114902"/>
              <a:gd name="csX9013" fmla="*/ 1557753 w 1728164"/>
              <a:gd name="csY9013" fmla="*/ 1112509 h 1114902"/>
              <a:gd name="csX9014" fmla="*/ 1557922 w 1728164"/>
              <a:gd name="csY9014" fmla="*/ 1112518 h 1114902"/>
              <a:gd name="csX9015" fmla="*/ 1558100 w 1728164"/>
              <a:gd name="csY9015" fmla="*/ 1112518 h 1114902"/>
              <a:gd name="csX9016" fmla="*/ 1558269 w 1728164"/>
              <a:gd name="csY9016" fmla="*/ 1112527 h 1114902"/>
              <a:gd name="csX9017" fmla="*/ 1558438 w 1728164"/>
              <a:gd name="csY9017" fmla="*/ 1112536 h 1114902"/>
              <a:gd name="csX9018" fmla="*/ 1558616 w 1728164"/>
              <a:gd name="csY9018" fmla="*/ 1112545 h 1114902"/>
              <a:gd name="csX9019" fmla="*/ 1558785 w 1728164"/>
              <a:gd name="csY9019" fmla="*/ 1112554 h 1114902"/>
              <a:gd name="csX9020" fmla="*/ 1558963 w 1728164"/>
              <a:gd name="csY9020" fmla="*/ 1112563 h 1114902"/>
              <a:gd name="csX9021" fmla="*/ 1559132 w 1728164"/>
              <a:gd name="csY9021" fmla="*/ 1112572 h 1114902"/>
              <a:gd name="csX9022" fmla="*/ 1559310 w 1728164"/>
              <a:gd name="csY9022" fmla="*/ 1112572 h 1114902"/>
              <a:gd name="csX9023" fmla="*/ 1559479 w 1728164"/>
              <a:gd name="csY9023" fmla="*/ 1112581 h 1114902"/>
              <a:gd name="csX9024" fmla="*/ 1559648 w 1728164"/>
              <a:gd name="csY9024" fmla="*/ 1112589 h 1114902"/>
              <a:gd name="csX9025" fmla="*/ 1559826 w 1728164"/>
              <a:gd name="csY9025" fmla="*/ 1112598 h 1114902"/>
              <a:gd name="csX9026" fmla="*/ 1559995 w 1728164"/>
              <a:gd name="csY9026" fmla="*/ 1112607 h 1114902"/>
              <a:gd name="csX9027" fmla="*/ 1560173 w 1728164"/>
              <a:gd name="csY9027" fmla="*/ 1112616 h 1114902"/>
              <a:gd name="csX9028" fmla="*/ 1560342 w 1728164"/>
              <a:gd name="csY9028" fmla="*/ 1112616 h 1114902"/>
              <a:gd name="csX9029" fmla="*/ 1560520 w 1728164"/>
              <a:gd name="csY9029" fmla="*/ 1112625 h 1114902"/>
              <a:gd name="csX9030" fmla="*/ 1560689 w 1728164"/>
              <a:gd name="csY9030" fmla="*/ 1112634 h 1114902"/>
              <a:gd name="csX9031" fmla="*/ 1560858 w 1728164"/>
              <a:gd name="csY9031" fmla="*/ 1112643 h 1114902"/>
              <a:gd name="csX9032" fmla="*/ 1561036 w 1728164"/>
              <a:gd name="csY9032" fmla="*/ 1112652 h 1114902"/>
              <a:gd name="csX9033" fmla="*/ 1561205 w 1728164"/>
              <a:gd name="csY9033" fmla="*/ 1112652 h 1114902"/>
              <a:gd name="csX9034" fmla="*/ 1561383 w 1728164"/>
              <a:gd name="csY9034" fmla="*/ 1112661 h 1114902"/>
              <a:gd name="csX9035" fmla="*/ 1561552 w 1728164"/>
              <a:gd name="csY9035" fmla="*/ 1112669 h 1114902"/>
              <a:gd name="csX9036" fmla="*/ 1561730 w 1728164"/>
              <a:gd name="csY9036" fmla="*/ 1112678 h 1114902"/>
              <a:gd name="csX9037" fmla="*/ 1561899 w 1728164"/>
              <a:gd name="csY9037" fmla="*/ 1112687 h 1114902"/>
              <a:gd name="csX9038" fmla="*/ 1562068 w 1728164"/>
              <a:gd name="csY9038" fmla="*/ 1112687 h 1114902"/>
              <a:gd name="csX9039" fmla="*/ 1562246 w 1728164"/>
              <a:gd name="csY9039" fmla="*/ 1112696 h 1114902"/>
              <a:gd name="csX9040" fmla="*/ 1562415 w 1728164"/>
              <a:gd name="csY9040" fmla="*/ 1112705 h 1114902"/>
              <a:gd name="csX9041" fmla="*/ 1562593 w 1728164"/>
              <a:gd name="csY9041" fmla="*/ 1112714 h 1114902"/>
              <a:gd name="csX9042" fmla="*/ 1562762 w 1728164"/>
              <a:gd name="csY9042" fmla="*/ 1112723 h 1114902"/>
              <a:gd name="csX9043" fmla="*/ 1562940 w 1728164"/>
              <a:gd name="csY9043" fmla="*/ 1112723 h 1114902"/>
              <a:gd name="csX9044" fmla="*/ 1563109 w 1728164"/>
              <a:gd name="csY9044" fmla="*/ 1112732 h 1114902"/>
              <a:gd name="csX9045" fmla="*/ 1563278 w 1728164"/>
              <a:gd name="csY9045" fmla="*/ 1112741 h 1114902"/>
              <a:gd name="csX9046" fmla="*/ 1563456 w 1728164"/>
              <a:gd name="csY9046" fmla="*/ 1112750 h 1114902"/>
              <a:gd name="csX9047" fmla="*/ 1563625 w 1728164"/>
              <a:gd name="csY9047" fmla="*/ 1112758 h 1114902"/>
              <a:gd name="csX9048" fmla="*/ 1563803 w 1728164"/>
              <a:gd name="csY9048" fmla="*/ 1112758 h 1114902"/>
              <a:gd name="csX9049" fmla="*/ 1563972 w 1728164"/>
              <a:gd name="csY9049" fmla="*/ 1112767 h 1114902"/>
              <a:gd name="csX9050" fmla="*/ 1564150 w 1728164"/>
              <a:gd name="csY9050" fmla="*/ 1112776 h 1114902"/>
              <a:gd name="csX9051" fmla="*/ 1564319 w 1728164"/>
              <a:gd name="csY9051" fmla="*/ 1112785 h 1114902"/>
              <a:gd name="csX9052" fmla="*/ 1564488 w 1728164"/>
              <a:gd name="csY9052" fmla="*/ 1112785 h 1114902"/>
              <a:gd name="csX9053" fmla="*/ 1564666 w 1728164"/>
              <a:gd name="csY9053" fmla="*/ 1112794 h 1114902"/>
              <a:gd name="csX9054" fmla="*/ 1564835 w 1728164"/>
              <a:gd name="csY9054" fmla="*/ 1112803 h 1114902"/>
              <a:gd name="csX9055" fmla="*/ 1565013 w 1728164"/>
              <a:gd name="csY9055" fmla="*/ 1112812 h 1114902"/>
              <a:gd name="csX9056" fmla="*/ 1565182 w 1728164"/>
              <a:gd name="csY9056" fmla="*/ 1112821 h 1114902"/>
              <a:gd name="csX9057" fmla="*/ 1565351 w 1728164"/>
              <a:gd name="csY9057" fmla="*/ 1112821 h 1114902"/>
              <a:gd name="csX9058" fmla="*/ 1565529 w 1728164"/>
              <a:gd name="csY9058" fmla="*/ 1112830 h 1114902"/>
              <a:gd name="csX9059" fmla="*/ 1565698 w 1728164"/>
              <a:gd name="csY9059" fmla="*/ 1112838 h 1114902"/>
              <a:gd name="csX9060" fmla="*/ 1565876 w 1728164"/>
              <a:gd name="csY9060" fmla="*/ 1112847 h 1114902"/>
              <a:gd name="csX9061" fmla="*/ 1566045 w 1728164"/>
              <a:gd name="csY9061" fmla="*/ 1112847 h 1114902"/>
              <a:gd name="csX9062" fmla="*/ 1566223 w 1728164"/>
              <a:gd name="csY9062" fmla="*/ 1112856 h 1114902"/>
              <a:gd name="csX9063" fmla="*/ 1566392 w 1728164"/>
              <a:gd name="csY9063" fmla="*/ 1112865 h 1114902"/>
              <a:gd name="csX9064" fmla="*/ 1566561 w 1728164"/>
              <a:gd name="csY9064" fmla="*/ 1112874 h 1114902"/>
              <a:gd name="csX9065" fmla="*/ 1566739 w 1728164"/>
              <a:gd name="csY9065" fmla="*/ 1112874 h 1114902"/>
              <a:gd name="csX9066" fmla="*/ 1566908 w 1728164"/>
              <a:gd name="csY9066" fmla="*/ 1112883 h 1114902"/>
              <a:gd name="csX9067" fmla="*/ 1567086 w 1728164"/>
              <a:gd name="csY9067" fmla="*/ 1112892 h 1114902"/>
              <a:gd name="csX9068" fmla="*/ 1567255 w 1728164"/>
              <a:gd name="csY9068" fmla="*/ 1112892 h 1114902"/>
              <a:gd name="csX9069" fmla="*/ 1567433 w 1728164"/>
              <a:gd name="csY9069" fmla="*/ 1112901 h 1114902"/>
              <a:gd name="csX9070" fmla="*/ 1567602 w 1728164"/>
              <a:gd name="csY9070" fmla="*/ 1112910 h 1114902"/>
              <a:gd name="csX9071" fmla="*/ 1567771 w 1728164"/>
              <a:gd name="csY9071" fmla="*/ 1112919 h 1114902"/>
              <a:gd name="csX9072" fmla="*/ 1567949 w 1728164"/>
              <a:gd name="csY9072" fmla="*/ 1112919 h 1114902"/>
              <a:gd name="csX9073" fmla="*/ 1568118 w 1728164"/>
              <a:gd name="csY9073" fmla="*/ 1112927 h 1114902"/>
              <a:gd name="csX9074" fmla="*/ 1568296 w 1728164"/>
              <a:gd name="csY9074" fmla="*/ 1112936 h 1114902"/>
              <a:gd name="csX9075" fmla="*/ 1568465 w 1728164"/>
              <a:gd name="csY9075" fmla="*/ 1112945 h 1114902"/>
              <a:gd name="csX9076" fmla="*/ 1568643 w 1728164"/>
              <a:gd name="csY9076" fmla="*/ 1112945 h 1114902"/>
              <a:gd name="csX9077" fmla="*/ 1568812 w 1728164"/>
              <a:gd name="csY9077" fmla="*/ 1112954 h 1114902"/>
              <a:gd name="csX9078" fmla="*/ 1568981 w 1728164"/>
              <a:gd name="csY9078" fmla="*/ 1112963 h 1114902"/>
              <a:gd name="csX9079" fmla="*/ 1569159 w 1728164"/>
              <a:gd name="csY9079" fmla="*/ 1112963 h 1114902"/>
              <a:gd name="csX9080" fmla="*/ 1569328 w 1728164"/>
              <a:gd name="csY9080" fmla="*/ 1112972 h 1114902"/>
              <a:gd name="csX9081" fmla="*/ 1569505 w 1728164"/>
              <a:gd name="csY9081" fmla="*/ 1112981 h 1114902"/>
              <a:gd name="csX9082" fmla="*/ 1569675 w 1728164"/>
              <a:gd name="csY9082" fmla="*/ 1112990 h 1114902"/>
              <a:gd name="csX9083" fmla="*/ 1569853 w 1728164"/>
              <a:gd name="csY9083" fmla="*/ 1112990 h 1114902"/>
              <a:gd name="csX9084" fmla="*/ 1570022 w 1728164"/>
              <a:gd name="csY9084" fmla="*/ 1112999 h 1114902"/>
              <a:gd name="csX9085" fmla="*/ 1570191 w 1728164"/>
              <a:gd name="csY9085" fmla="*/ 1113008 h 1114902"/>
              <a:gd name="csX9086" fmla="*/ 1570369 w 1728164"/>
              <a:gd name="csY9086" fmla="*/ 1113008 h 1114902"/>
              <a:gd name="csX9087" fmla="*/ 1570538 w 1728164"/>
              <a:gd name="csY9087" fmla="*/ 1113016 h 1114902"/>
              <a:gd name="csX9088" fmla="*/ 1570715 w 1728164"/>
              <a:gd name="csY9088" fmla="*/ 1113025 h 1114902"/>
              <a:gd name="csX9089" fmla="*/ 1570884 w 1728164"/>
              <a:gd name="csY9089" fmla="*/ 1113025 h 1114902"/>
              <a:gd name="csX9090" fmla="*/ 1571062 w 1728164"/>
              <a:gd name="csY9090" fmla="*/ 1113034 h 1114902"/>
              <a:gd name="csX9091" fmla="*/ 1571232 w 1728164"/>
              <a:gd name="csY9091" fmla="*/ 1113043 h 1114902"/>
              <a:gd name="csX9092" fmla="*/ 1571401 w 1728164"/>
              <a:gd name="csY9092" fmla="*/ 1113043 h 1114902"/>
              <a:gd name="csX9093" fmla="*/ 1571578 w 1728164"/>
              <a:gd name="csY9093" fmla="*/ 1113052 h 1114902"/>
              <a:gd name="csX9094" fmla="*/ 1571747 w 1728164"/>
              <a:gd name="csY9094" fmla="*/ 1113061 h 1114902"/>
              <a:gd name="csX9095" fmla="*/ 1571925 w 1728164"/>
              <a:gd name="csY9095" fmla="*/ 1113061 h 1114902"/>
              <a:gd name="csX9096" fmla="*/ 1572094 w 1728164"/>
              <a:gd name="csY9096" fmla="*/ 1113070 h 1114902"/>
              <a:gd name="csX9097" fmla="*/ 1572272 w 1728164"/>
              <a:gd name="csY9097" fmla="*/ 1113079 h 1114902"/>
              <a:gd name="csX9098" fmla="*/ 1572441 w 1728164"/>
              <a:gd name="csY9098" fmla="*/ 1113088 h 1114902"/>
              <a:gd name="csX9099" fmla="*/ 1572610 w 1728164"/>
              <a:gd name="csY9099" fmla="*/ 1113088 h 1114902"/>
              <a:gd name="csX9100" fmla="*/ 1572788 w 1728164"/>
              <a:gd name="csY9100" fmla="*/ 1113096 h 1114902"/>
              <a:gd name="csX9101" fmla="*/ 1572957 w 1728164"/>
              <a:gd name="csY9101" fmla="*/ 1113105 h 1114902"/>
              <a:gd name="csX9102" fmla="*/ 1573135 w 1728164"/>
              <a:gd name="csY9102" fmla="*/ 1113105 h 1114902"/>
              <a:gd name="csX9103" fmla="*/ 1573304 w 1728164"/>
              <a:gd name="csY9103" fmla="*/ 1113114 h 1114902"/>
              <a:gd name="csX9104" fmla="*/ 1573482 w 1728164"/>
              <a:gd name="csY9104" fmla="*/ 1113114 h 1114902"/>
              <a:gd name="csX9105" fmla="*/ 1573651 w 1728164"/>
              <a:gd name="csY9105" fmla="*/ 1113123 h 1114902"/>
              <a:gd name="csX9106" fmla="*/ 1573820 w 1728164"/>
              <a:gd name="csY9106" fmla="*/ 1113132 h 1114902"/>
              <a:gd name="csX9107" fmla="*/ 1573998 w 1728164"/>
              <a:gd name="csY9107" fmla="*/ 1113132 h 1114902"/>
              <a:gd name="csX9108" fmla="*/ 1574167 w 1728164"/>
              <a:gd name="csY9108" fmla="*/ 1113141 h 1114902"/>
              <a:gd name="csX9109" fmla="*/ 1574345 w 1728164"/>
              <a:gd name="csY9109" fmla="*/ 1113150 h 1114902"/>
              <a:gd name="csX9110" fmla="*/ 1574514 w 1728164"/>
              <a:gd name="csY9110" fmla="*/ 1113150 h 1114902"/>
              <a:gd name="csX9111" fmla="*/ 1574692 w 1728164"/>
              <a:gd name="csY9111" fmla="*/ 1113159 h 1114902"/>
              <a:gd name="csX9112" fmla="*/ 1574861 w 1728164"/>
              <a:gd name="csY9112" fmla="*/ 1113168 h 1114902"/>
              <a:gd name="csX9113" fmla="*/ 1575030 w 1728164"/>
              <a:gd name="csY9113" fmla="*/ 1113168 h 1114902"/>
              <a:gd name="csX9114" fmla="*/ 1575208 w 1728164"/>
              <a:gd name="csY9114" fmla="*/ 1113177 h 1114902"/>
              <a:gd name="csX9115" fmla="*/ 1575377 w 1728164"/>
              <a:gd name="csY9115" fmla="*/ 1113185 h 1114902"/>
              <a:gd name="csX9116" fmla="*/ 1575555 w 1728164"/>
              <a:gd name="csY9116" fmla="*/ 1113185 h 1114902"/>
              <a:gd name="csX9117" fmla="*/ 1575724 w 1728164"/>
              <a:gd name="csY9117" fmla="*/ 1113194 h 1114902"/>
              <a:gd name="csX9118" fmla="*/ 1575902 w 1728164"/>
              <a:gd name="csY9118" fmla="*/ 1113203 h 1114902"/>
              <a:gd name="csX9119" fmla="*/ 1576071 w 1728164"/>
              <a:gd name="csY9119" fmla="*/ 1113203 h 1114902"/>
              <a:gd name="csX9120" fmla="*/ 1576240 w 1728164"/>
              <a:gd name="csY9120" fmla="*/ 1113212 h 1114902"/>
              <a:gd name="csX9121" fmla="*/ 1576418 w 1728164"/>
              <a:gd name="csY9121" fmla="*/ 1113212 h 1114902"/>
              <a:gd name="csX9122" fmla="*/ 1576587 w 1728164"/>
              <a:gd name="csY9122" fmla="*/ 1113221 h 1114902"/>
              <a:gd name="csX9123" fmla="*/ 1576765 w 1728164"/>
              <a:gd name="csY9123" fmla="*/ 1113230 h 1114902"/>
              <a:gd name="csX9124" fmla="*/ 1576934 w 1728164"/>
              <a:gd name="csY9124" fmla="*/ 1113230 h 1114902"/>
              <a:gd name="csX9125" fmla="*/ 1577112 w 1728164"/>
              <a:gd name="csY9125" fmla="*/ 1113239 h 1114902"/>
              <a:gd name="csX9126" fmla="*/ 1577281 w 1728164"/>
              <a:gd name="csY9126" fmla="*/ 1113248 h 1114902"/>
              <a:gd name="csX9127" fmla="*/ 1577450 w 1728164"/>
              <a:gd name="csY9127" fmla="*/ 1113248 h 1114902"/>
              <a:gd name="csX9128" fmla="*/ 1577628 w 1728164"/>
              <a:gd name="csY9128" fmla="*/ 1113257 h 1114902"/>
              <a:gd name="csX9129" fmla="*/ 1577797 w 1728164"/>
              <a:gd name="csY9129" fmla="*/ 1113257 h 1114902"/>
              <a:gd name="csX9130" fmla="*/ 1577975 w 1728164"/>
              <a:gd name="csY9130" fmla="*/ 1113265 h 1114902"/>
              <a:gd name="csX9131" fmla="*/ 1578144 w 1728164"/>
              <a:gd name="csY9131" fmla="*/ 1113274 h 1114902"/>
              <a:gd name="csX9132" fmla="*/ 1578322 w 1728164"/>
              <a:gd name="csY9132" fmla="*/ 1113274 h 1114902"/>
              <a:gd name="csX9133" fmla="*/ 1578491 w 1728164"/>
              <a:gd name="csY9133" fmla="*/ 1113283 h 1114902"/>
              <a:gd name="csX9134" fmla="*/ 1578660 w 1728164"/>
              <a:gd name="csY9134" fmla="*/ 1113283 h 1114902"/>
              <a:gd name="csX9135" fmla="*/ 1578838 w 1728164"/>
              <a:gd name="csY9135" fmla="*/ 1113292 h 1114902"/>
              <a:gd name="csX9136" fmla="*/ 1579007 w 1728164"/>
              <a:gd name="csY9136" fmla="*/ 1113301 h 1114902"/>
              <a:gd name="csX9137" fmla="*/ 1579185 w 1728164"/>
              <a:gd name="csY9137" fmla="*/ 1113301 h 1114902"/>
              <a:gd name="csX9138" fmla="*/ 1579354 w 1728164"/>
              <a:gd name="csY9138" fmla="*/ 1113310 h 1114902"/>
              <a:gd name="csX9139" fmla="*/ 1579532 w 1728164"/>
              <a:gd name="csY9139" fmla="*/ 1113310 h 1114902"/>
              <a:gd name="csX9140" fmla="*/ 1579701 w 1728164"/>
              <a:gd name="csY9140" fmla="*/ 1113319 h 1114902"/>
              <a:gd name="csX9141" fmla="*/ 1579870 w 1728164"/>
              <a:gd name="csY9141" fmla="*/ 1113328 h 1114902"/>
              <a:gd name="csX9142" fmla="*/ 1580048 w 1728164"/>
              <a:gd name="csY9142" fmla="*/ 1113328 h 1114902"/>
              <a:gd name="csX9143" fmla="*/ 1580217 w 1728164"/>
              <a:gd name="csY9143" fmla="*/ 1113337 h 1114902"/>
              <a:gd name="csX9144" fmla="*/ 1580395 w 1728164"/>
              <a:gd name="csY9144" fmla="*/ 1113337 h 1114902"/>
              <a:gd name="csX9145" fmla="*/ 1580564 w 1728164"/>
              <a:gd name="csY9145" fmla="*/ 1113346 h 1114902"/>
              <a:gd name="csX9146" fmla="*/ 1580742 w 1728164"/>
              <a:gd name="csY9146" fmla="*/ 1113346 h 1114902"/>
              <a:gd name="csX9147" fmla="*/ 1580911 w 1728164"/>
              <a:gd name="csY9147" fmla="*/ 1113355 h 1114902"/>
              <a:gd name="csX9148" fmla="*/ 1581080 w 1728164"/>
              <a:gd name="csY9148" fmla="*/ 1113363 h 1114902"/>
              <a:gd name="csX9149" fmla="*/ 1581258 w 1728164"/>
              <a:gd name="csY9149" fmla="*/ 1113363 h 1114902"/>
              <a:gd name="csX9150" fmla="*/ 1581427 w 1728164"/>
              <a:gd name="csY9150" fmla="*/ 1113372 h 1114902"/>
              <a:gd name="csX9151" fmla="*/ 1581605 w 1728164"/>
              <a:gd name="csY9151" fmla="*/ 1113372 h 1114902"/>
              <a:gd name="csX9152" fmla="*/ 1581774 w 1728164"/>
              <a:gd name="csY9152" fmla="*/ 1113381 h 1114902"/>
              <a:gd name="csX9153" fmla="*/ 1581952 w 1728164"/>
              <a:gd name="csY9153" fmla="*/ 1113381 h 1114902"/>
              <a:gd name="csX9154" fmla="*/ 1582121 w 1728164"/>
              <a:gd name="csY9154" fmla="*/ 1113390 h 1114902"/>
              <a:gd name="csX9155" fmla="*/ 1582290 w 1728164"/>
              <a:gd name="csY9155" fmla="*/ 1113399 h 1114902"/>
              <a:gd name="csX9156" fmla="*/ 1582468 w 1728164"/>
              <a:gd name="csY9156" fmla="*/ 1113399 h 1114902"/>
              <a:gd name="csX9157" fmla="*/ 1582637 w 1728164"/>
              <a:gd name="csY9157" fmla="*/ 1113408 h 1114902"/>
              <a:gd name="csX9158" fmla="*/ 1582815 w 1728164"/>
              <a:gd name="csY9158" fmla="*/ 1113408 h 1114902"/>
              <a:gd name="csX9159" fmla="*/ 1582984 w 1728164"/>
              <a:gd name="csY9159" fmla="*/ 1113417 h 1114902"/>
              <a:gd name="csX9160" fmla="*/ 1583162 w 1728164"/>
              <a:gd name="csY9160" fmla="*/ 1113417 h 1114902"/>
              <a:gd name="csX9161" fmla="*/ 1583331 w 1728164"/>
              <a:gd name="csY9161" fmla="*/ 1113426 h 1114902"/>
              <a:gd name="csX9162" fmla="*/ 1583500 w 1728164"/>
              <a:gd name="csY9162" fmla="*/ 1113435 h 1114902"/>
              <a:gd name="csX9163" fmla="*/ 1583678 w 1728164"/>
              <a:gd name="csY9163" fmla="*/ 1113435 h 1114902"/>
              <a:gd name="csX9164" fmla="*/ 1583847 w 1728164"/>
              <a:gd name="csY9164" fmla="*/ 1113443 h 1114902"/>
              <a:gd name="csX9165" fmla="*/ 1584025 w 1728164"/>
              <a:gd name="csY9165" fmla="*/ 1113443 h 1114902"/>
              <a:gd name="csX9166" fmla="*/ 1584194 w 1728164"/>
              <a:gd name="csY9166" fmla="*/ 1113452 h 1114902"/>
              <a:gd name="csX9167" fmla="*/ 1584363 w 1728164"/>
              <a:gd name="csY9167" fmla="*/ 1113452 h 1114902"/>
              <a:gd name="csX9168" fmla="*/ 1584541 w 1728164"/>
              <a:gd name="csY9168" fmla="*/ 1113461 h 1114902"/>
              <a:gd name="csX9169" fmla="*/ 1584710 w 1728164"/>
              <a:gd name="csY9169" fmla="*/ 1113461 h 1114902"/>
              <a:gd name="csX9170" fmla="*/ 1584887 w 1728164"/>
              <a:gd name="csY9170" fmla="*/ 1113470 h 1114902"/>
              <a:gd name="csX9171" fmla="*/ 1585057 w 1728164"/>
              <a:gd name="csY9171" fmla="*/ 1113470 h 1114902"/>
              <a:gd name="csX9172" fmla="*/ 1585235 w 1728164"/>
              <a:gd name="csY9172" fmla="*/ 1113479 h 1114902"/>
              <a:gd name="csX9173" fmla="*/ 1585404 w 1728164"/>
              <a:gd name="csY9173" fmla="*/ 1113488 h 1114902"/>
              <a:gd name="csX9174" fmla="*/ 1585572 w 1728164"/>
              <a:gd name="csY9174" fmla="*/ 1113488 h 1114902"/>
              <a:gd name="csX9175" fmla="*/ 1585750 w 1728164"/>
              <a:gd name="csY9175" fmla="*/ 1113497 h 1114902"/>
              <a:gd name="csX9176" fmla="*/ 1585920 w 1728164"/>
              <a:gd name="csY9176" fmla="*/ 1113497 h 1114902"/>
              <a:gd name="csX9177" fmla="*/ 1586097 w 1728164"/>
              <a:gd name="csY9177" fmla="*/ 1113506 h 1114902"/>
              <a:gd name="csX9178" fmla="*/ 1586266 w 1728164"/>
              <a:gd name="csY9178" fmla="*/ 1113506 h 1114902"/>
              <a:gd name="csX9179" fmla="*/ 1586444 w 1728164"/>
              <a:gd name="csY9179" fmla="*/ 1113515 h 1114902"/>
              <a:gd name="csX9180" fmla="*/ 1586614 w 1728164"/>
              <a:gd name="csY9180" fmla="*/ 1113515 h 1114902"/>
              <a:gd name="csX9181" fmla="*/ 1586783 w 1728164"/>
              <a:gd name="csY9181" fmla="*/ 1113524 h 1114902"/>
              <a:gd name="csX9182" fmla="*/ 1586960 w 1728164"/>
              <a:gd name="csY9182" fmla="*/ 1113524 h 1114902"/>
              <a:gd name="csX9183" fmla="*/ 1587129 w 1728164"/>
              <a:gd name="csY9183" fmla="*/ 1113532 h 1114902"/>
              <a:gd name="csX9184" fmla="*/ 1587307 w 1728164"/>
              <a:gd name="csY9184" fmla="*/ 1113532 h 1114902"/>
              <a:gd name="csX9185" fmla="*/ 1587476 w 1728164"/>
              <a:gd name="csY9185" fmla="*/ 1113541 h 1114902"/>
              <a:gd name="csX9186" fmla="*/ 1587654 w 1728164"/>
              <a:gd name="csY9186" fmla="*/ 1113541 h 1114902"/>
              <a:gd name="csX9187" fmla="*/ 1587823 w 1728164"/>
              <a:gd name="csY9187" fmla="*/ 1113550 h 1114902"/>
              <a:gd name="csX9188" fmla="*/ 1587992 w 1728164"/>
              <a:gd name="csY9188" fmla="*/ 1113550 h 1114902"/>
              <a:gd name="csX9189" fmla="*/ 1588170 w 1728164"/>
              <a:gd name="csY9189" fmla="*/ 1113559 h 1114902"/>
              <a:gd name="csX9190" fmla="*/ 1588339 w 1728164"/>
              <a:gd name="csY9190" fmla="*/ 1113559 h 1114902"/>
              <a:gd name="csX9191" fmla="*/ 1588517 w 1728164"/>
              <a:gd name="csY9191" fmla="*/ 1113568 h 1114902"/>
              <a:gd name="csX9192" fmla="*/ 1588686 w 1728164"/>
              <a:gd name="csY9192" fmla="*/ 1113568 h 1114902"/>
              <a:gd name="csX9193" fmla="*/ 1588864 w 1728164"/>
              <a:gd name="csY9193" fmla="*/ 1113577 h 1114902"/>
              <a:gd name="csX9194" fmla="*/ 1589033 w 1728164"/>
              <a:gd name="csY9194" fmla="*/ 1113577 h 1114902"/>
              <a:gd name="csX9195" fmla="*/ 1589202 w 1728164"/>
              <a:gd name="csY9195" fmla="*/ 1113586 h 1114902"/>
              <a:gd name="csX9196" fmla="*/ 1589380 w 1728164"/>
              <a:gd name="csY9196" fmla="*/ 1113586 h 1114902"/>
              <a:gd name="csX9197" fmla="*/ 1589549 w 1728164"/>
              <a:gd name="csY9197" fmla="*/ 1113595 h 1114902"/>
              <a:gd name="csX9198" fmla="*/ 1589727 w 1728164"/>
              <a:gd name="csY9198" fmla="*/ 1113595 h 1114902"/>
              <a:gd name="csX9199" fmla="*/ 1589896 w 1728164"/>
              <a:gd name="csY9199" fmla="*/ 1113604 h 1114902"/>
              <a:gd name="csX9200" fmla="*/ 1590074 w 1728164"/>
              <a:gd name="csY9200" fmla="*/ 1113604 h 1114902"/>
              <a:gd name="csX9201" fmla="*/ 1590243 w 1728164"/>
              <a:gd name="csY9201" fmla="*/ 1113612 h 1114902"/>
              <a:gd name="csX9202" fmla="*/ 1590412 w 1728164"/>
              <a:gd name="csY9202" fmla="*/ 1113612 h 1114902"/>
              <a:gd name="csX9203" fmla="*/ 1590590 w 1728164"/>
              <a:gd name="csY9203" fmla="*/ 1113621 h 1114902"/>
              <a:gd name="csX9204" fmla="*/ 1590759 w 1728164"/>
              <a:gd name="csY9204" fmla="*/ 1113621 h 1114902"/>
              <a:gd name="csX9205" fmla="*/ 1590937 w 1728164"/>
              <a:gd name="csY9205" fmla="*/ 1113630 h 1114902"/>
              <a:gd name="csX9206" fmla="*/ 1591106 w 1728164"/>
              <a:gd name="csY9206" fmla="*/ 1113630 h 1114902"/>
              <a:gd name="csX9207" fmla="*/ 1591284 w 1728164"/>
              <a:gd name="csY9207" fmla="*/ 1113639 h 1114902"/>
              <a:gd name="csX9208" fmla="*/ 1591453 w 1728164"/>
              <a:gd name="csY9208" fmla="*/ 1113639 h 1114902"/>
              <a:gd name="csX9209" fmla="*/ 1591622 w 1728164"/>
              <a:gd name="csY9209" fmla="*/ 1113648 h 1114902"/>
              <a:gd name="csX9210" fmla="*/ 1591800 w 1728164"/>
              <a:gd name="csY9210" fmla="*/ 1113648 h 1114902"/>
              <a:gd name="csX9211" fmla="*/ 1591969 w 1728164"/>
              <a:gd name="csY9211" fmla="*/ 1113657 h 1114902"/>
              <a:gd name="csX9212" fmla="*/ 1592147 w 1728164"/>
              <a:gd name="csY9212" fmla="*/ 1113657 h 1114902"/>
              <a:gd name="csX9213" fmla="*/ 1592316 w 1728164"/>
              <a:gd name="csY9213" fmla="*/ 1113666 h 1114902"/>
              <a:gd name="csX9214" fmla="*/ 1592494 w 1728164"/>
              <a:gd name="csY9214" fmla="*/ 1113666 h 1114902"/>
              <a:gd name="csX9215" fmla="*/ 1592663 w 1728164"/>
              <a:gd name="csY9215" fmla="*/ 1113675 h 1114902"/>
              <a:gd name="csX9216" fmla="*/ 1592832 w 1728164"/>
              <a:gd name="csY9216" fmla="*/ 1113675 h 1114902"/>
              <a:gd name="csX9217" fmla="*/ 1593010 w 1728164"/>
              <a:gd name="csY9217" fmla="*/ 1113684 h 1114902"/>
              <a:gd name="csX9218" fmla="*/ 1593179 w 1728164"/>
              <a:gd name="csY9218" fmla="*/ 1113684 h 1114902"/>
              <a:gd name="csX9219" fmla="*/ 1593357 w 1728164"/>
              <a:gd name="csY9219" fmla="*/ 1113684 h 1114902"/>
              <a:gd name="csX9220" fmla="*/ 1593526 w 1728164"/>
              <a:gd name="csY9220" fmla="*/ 1113693 h 1114902"/>
              <a:gd name="csX9221" fmla="*/ 1593704 w 1728164"/>
              <a:gd name="csY9221" fmla="*/ 1113693 h 1114902"/>
              <a:gd name="csX9222" fmla="*/ 1593873 w 1728164"/>
              <a:gd name="csY9222" fmla="*/ 1113701 h 1114902"/>
              <a:gd name="csX9223" fmla="*/ 1594042 w 1728164"/>
              <a:gd name="csY9223" fmla="*/ 1113701 h 1114902"/>
              <a:gd name="csX9224" fmla="*/ 1594220 w 1728164"/>
              <a:gd name="csY9224" fmla="*/ 1113710 h 1114902"/>
              <a:gd name="csX9225" fmla="*/ 1594389 w 1728164"/>
              <a:gd name="csY9225" fmla="*/ 1113710 h 1114902"/>
              <a:gd name="csX9226" fmla="*/ 1594567 w 1728164"/>
              <a:gd name="csY9226" fmla="*/ 1113719 h 1114902"/>
              <a:gd name="csX9227" fmla="*/ 1594736 w 1728164"/>
              <a:gd name="csY9227" fmla="*/ 1113719 h 1114902"/>
              <a:gd name="csX9228" fmla="*/ 1594914 w 1728164"/>
              <a:gd name="csY9228" fmla="*/ 1113728 h 1114902"/>
              <a:gd name="csX9229" fmla="*/ 1595083 w 1728164"/>
              <a:gd name="csY9229" fmla="*/ 1113728 h 1114902"/>
              <a:gd name="csX9230" fmla="*/ 1595252 w 1728164"/>
              <a:gd name="csY9230" fmla="*/ 1113728 h 1114902"/>
              <a:gd name="csX9231" fmla="*/ 1595430 w 1728164"/>
              <a:gd name="csY9231" fmla="*/ 1113737 h 1114902"/>
              <a:gd name="csX9232" fmla="*/ 1595599 w 1728164"/>
              <a:gd name="csY9232" fmla="*/ 1113737 h 1114902"/>
              <a:gd name="csX9233" fmla="*/ 1595777 w 1728164"/>
              <a:gd name="csY9233" fmla="*/ 1113746 h 1114902"/>
              <a:gd name="csX9234" fmla="*/ 1595946 w 1728164"/>
              <a:gd name="csY9234" fmla="*/ 1113746 h 1114902"/>
              <a:gd name="csX9235" fmla="*/ 1596124 w 1728164"/>
              <a:gd name="csY9235" fmla="*/ 1113755 h 1114902"/>
              <a:gd name="csX9236" fmla="*/ 1596293 w 1728164"/>
              <a:gd name="csY9236" fmla="*/ 1113755 h 1114902"/>
              <a:gd name="csX9237" fmla="*/ 1596462 w 1728164"/>
              <a:gd name="csY9237" fmla="*/ 1113764 h 1114902"/>
              <a:gd name="csX9238" fmla="*/ 1596640 w 1728164"/>
              <a:gd name="csY9238" fmla="*/ 1113764 h 1114902"/>
              <a:gd name="csX9239" fmla="*/ 1596809 w 1728164"/>
              <a:gd name="csY9239" fmla="*/ 1113764 h 1114902"/>
              <a:gd name="csX9240" fmla="*/ 1596987 w 1728164"/>
              <a:gd name="csY9240" fmla="*/ 1113773 h 1114902"/>
              <a:gd name="csX9241" fmla="*/ 1597156 w 1728164"/>
              <a:gd name="csY9241" fmla="*/ 1113773 h 1114902"/>
              <a:gd name="csX9242" fmla="*/ 1597334 w 1728164"/>
              <a:gd name="csY9242" fmla="*/ 1113782 h 1114902"/>
              <a:gd name="csX9243" fmla="*/ 1597503 w 1728164"/>
              <a:gd name="csY9243" fmla="*/ 1113782 h 1114902"/>
              <a:gd name="csX9244" fmla="*/ 1597672 w 1728164"/>
              <a:gd name="csY9244" fmla="*/ 1113790 h 1114902"/>
              <a:gd name="csX9245" fmla="*/ 1597850 w 1728164"/>
              <a:gd name="csY9245" fmla="*/ 1113790 h 1114902"/>
              <a:gd name="csX9246" fmla="*/ 1598019 w 1728164"/>
              <a:gd name="csY9246" fmla="*/ 1113790 h 1114902"/>
              <a:gd name="csX9247" fmla="*/ 1598197 w 1728164"/>
              <a:gd name="csY9247" fmla="*/ 1113799 h 1114902"/>
              <a:gd name="csX9248" fmla="*/ 1598366 w 1728164"/>
              <a:gd name="csY9248" fmla="*/ 1113799 h 1114902"/>
              <a:gd name="csX9249" fmla="*/ 1598544 w 1728164"/>
              <a:gd name="csY9249" fmla="*/ 1113808 h 1114902"/>
              <a:gd name="csX9250" fmla="*/ 1598713 w 1728164"/>
              <a:gd name="csY9250" fmla="*/ 1113808 h 1114902"/>
              <a:gd name="csX9251" fmla="*/ 1598882 w 1728164"/>
              <a:gd name="csY9251" fmla="*/ 1113817 h 1114902"/>
              <a:gd name="csX9252" fmla="*/ 1599060 w 1728164"/>
              <a:gd name="csY9252" fmla="*/ 1113817 h 1114902"/>
              <a:gd name="csX9253" fmla="*/ 1599229 w 1728164"/>
              <a:gd name="csY9253" fmla="*/ 1113817 h 1114902"/>
              <a:gd name="csX9254" fmla="*/ 1599407 w 1728164"/>
              <a:gd name="csY9254" fmla="*/ 1113826 h 1114902"/>
              <a:gd name="csX9255" fmla="*/ 1599576 w 1728164"/>
              <a:gd name="csY9255" fmla="*/ 1113826 h 1114902"/>
              <a:gd name="csX9256" fmla="*/ 1599753 w 1728164"/>
              <a:gd name="csY9256" fmla="*/ 1113835 h 1114902"/>
              <a:gd name="csX9257" fmla="*/ 1599923 w 1728164"/>
              <a:gd name="csY9257" fmla="*/ 1113835 h 1114902"/>
              <a:gd name="csX9258" fmla="*/ 1600092 w 1728164"/>
              <a:gd name="csY9258" fmla="*/ 1113835 h 1114902"/>
              <a:gd name="csX9259" fmla="*/ 1600269 w 1728164"/>
              <a:gd name="csY9259" fmla="*/ 1113844 h 1114902"/>
              <a:gd name="csX9260" fmla="*/ 1600438 w 1728164"/>
              <a:gd name="csY9260" fmla="*/ 1113844 h 1114902"/>
              <a:gd name="csX9261" fmla="*/ 1600617 w 1728164"/>
              <a:gd name="csY9261" fmla="*/ 1113853 h 1114902"/>
              <a:gd name="csX9262" fmla="*/ 1600786 w 1728164"/>
              <a:gd name="csY9262" fmla="*/ 1113853 h 1114902"/>
              <a:gd name="csX9263" fmla="*/ 1600963 w 1728164"/>
              <a:gd name="csY9263" fmla="*/ 1113862 h 1114902"/>
              <a:gd name="csX9264" fmla="*/ 1601132 w 1728164"/>
              <a:gd name="csY9264" fmla="*/ 1113862 h 1114902"/>
              <a:gd name="csX9265" fmla="*/ 1601301 w 1728164"/>
              <a:gd name="csY9265" fmla="*/ 1113862 h 1114902"/>
              <a:gd name="csX9266" fmla="*/ 1601479 w 1728164"/>
              <a:gd name="csY9266" fmla="*/ 1113870 h 1114902"/>
              <a:gd name="csX9267" fmla="*/ 1601648 w 1728164"/>
              <a:gd name="csY9267" fmla="*/ 1113870 h 1114902"/>
              <a:gd name="csX9268" fmla="*/ 1601826 w 1728164"/>
              <a:gd name="csY9268" fmla="*/ 1113879 h 1114902"/>
              <a:gd name="csX9269" fmla="*/ 1601995 w 1728164"/>
              <a:gd name="csY9269" fmla="*/ 1113879 h 1114902"/>
              <a:gd name="csX9270" fmla="*/ 1602173 w 1728164"/>
              <a:gd name="csY9270" fmla="*/ 1113879 h 1114902"/>
              <a:gd name="csX9271" fmla="*/ 1602342 w 1728164"/>
              <a:gd name="csY9271" fmla="*/ 1113888 h 1114902"/>
              <a:gd name="csX9272" fmla="*/ 1602511 w 1728164"/>
              <a:gd name="csY9272" fmla="*/ 1113888 h 1114902"/>
              <a:gd name="csX9273" fmla="*/ 1602689 w 1728164"/>
              <a:gd name="csY9273" fmla="*/ 1113897 h 1114902"/>
              <a:gd name="csX9274" fmla="*/ 1602858 w 1728164"/>
              <a:gd name="csY9274" fmla="*/ 1113897 h 1114902"/>
              <a:gd name="csX9275" fmla="*/ 1603036 w 1728164"/>
              <a:gd name="csY9275" fmla="*/ 1113897 h 1114902"/>
              <a:gd name="csX9276" fmla="*/ 1603205 w 1728164"/>
              <a:gd name="csY9276" fmla="*/ 1113906 h 1114902"/>
              <a:gd name="csX9277" fmla="*/ 1603374 w 1728164"/>
              <a:gd name="csY9277" fmla="*/ 1113906 h 1114902"/>
              <a:gd name="csX9278" fmla="*/ 1603552 w 1728164"/>
              <a:gd name="csY9278" fmla="*/ 1113906 h 1114902"/>
              <a:gd name="csX9279" fmla="*/ 1603721 w 1728164"/>
              <a:gd name="csY9279" fmla="*/ 1113915 h 1114902"/>
              <a:gd name="csX9280" fmla="*/ 1603899 w 1728164"/>
              <a:gd name="csY9280" fmla="*/ 1113915 h 1114902"/>
              <a:gd name="csX9281" fmla="*/ 1604068 w 1728164"/>
              <a:gd name="csY9281" fmla="*/ 1113924 h 1114902"/>
              <a:gd name="csX9282" fmla="*/ 1604246 w 1728164"/>
              <a:gd name="csY9282" fmla="*/ 1113924 h 1114902"/>
              <a:gd name="csX9283" fmla="*/ 1604415 w 1728164"/>
              <a:gd name="csY9283" fmla="*/ 1113924 h 1114902"/>
              <a:gd name="csX9284" fmla="*/ 1604584 w 1728164"/>
              <a:gd name="csY9284" fmla="*/ 1113933 h 1114902"/>
              <a:gd name="csX9285" fmla="*/ 1604762 w 1728164"/>
              <a:gd name="csY9285" fmla="*/ 1113933 h 1114902"/>
              <a:gd name="csX9286" fmla="*/ 1604931 w 1728164"/>
              <a:gd name="csY9286" fmla="*/ 1113933 h 1114902"/>
              <a:gd name="csX9287" fmla="*/ 1605109 w 1728164"/>
              <a:gd name="csY9287" fmla="*/ 1113942 h 1114902"/>
              <a:gd name="csX9288" fmla="*/ 1605278 w 1728164"/>
              <a:gd name="csY9288" fmla="*/ 1113942 h 1114902"/>
              <a:gd name="csX9289" fmla="*/ 1605456 w 1728164"/>
              <a:gd name="csY9289" fmla="*/ 1113951 h 1114902"/>
              <a:gd name="csX9290" fmla="*/ 1605625 w 1728164"/>
              <a:gd name="csY9290" fmla="*/ 1113951 h 1114902"/>
              <a:gd name="csX9291" fmla="*/ 1605794 w 1728164"/>
              <a:gd name="csY9291" fmla="*/ 1113951 h 1114902"/>
              <a:gd name="csX9292" fmla="*/ 1605972 w 1728164"/>
              <a:gd name="csY9292" fmla="*/ 1113959 h 1114902"/>
              <a:gd name="csX9293" fmla="*/ 1606141 w 1728164"/>
              <a:gd name="csY9293" fmla="*/ 1113959 h 1114902"/>
              <a:gd name="csX9294" fmla="*/ 1606319 w 1728164"/>
              <a:gd name="csY9294" fmla="*/ 1113959 h 1114902"/>
              <a:gd name="csX9295" fmla="*/ 1606488 w 1728164"/>
              <a:gd name="csY9295" fmla="*/ 1113968 h 1114902"/>
              <a:gd name="csX9296" fmla="*/ 1606666 w 1728164"/>
              <a:gd name="csY9296" fmla="*/ 1113968 h 1114902"/>
              <a:gd name="csX9297" fmla="*/ 1606835 w 1728164"/>
              <a:gd name="csY9297" fmla="*/ 1113977 h 1114902"/>
              <a:gd name="csX9298" fmla="*/ 1607004 w 1728164"/>
              <a:gd name="csY9298" fmla="*/ 1113977 h 1114902"/>
              <a:gd name="csX9299" fmla="*/ 1607182 w 1728164"/>
              <a:gd name="csY9299" fmla="*/ 1113977 h 1114902"/>
              <a:gd name="csX9300" fmla="*/ 1607351 w 1728164"/>
              <a:gd name="csY9300" fmla="*/ 1113986 h 1114902"/>
              <a:gd name="csX9301" fmla="*/ 1607529 w 1728164"/>
              <a:gd name="csY9301" fmla="*/ 1113986 h 1114902"/>
              <a:gd name="csX9302" fmla="*/ 1607698 w 1728164"/>
              <a:gd name="csY9302" fmla="*/ 1113986 h 1114902"/>
              <a:gd name="csX9303" fmla="*/ 1607876 w 1728164"/>
              <a:gd name="csY9303" fmla="*/ 1113995 h 1114902"/>
              <a:gd name="csX9304" fmla="*/ 1608045 w 1728164"/>
              <a:gd name="csY9304" fmla="*/ 1113995 h 1114902"/>
              <a:gd name="csX9305" fmla="*/ 1608214 w 1728164"/>
              <a:gd name="csY9305" fmla="*/ 1113995 h 1114902"/>
              <a:gd name="csX9306" fmla="*/ 1608392 w 1728164"/>
              <a:gd name="csY9306" fmla="*/ 1114004 h 1114902"/>
              <a:gd name="csX9307" fmla="*/ 1608561 w 1728164"/>
              <a:gd name="csY9307" fmla="*/ 1114004 h 1114902"/>
              <a:gd name="csX9308" fmla="*/ 1608739 w 1728164"/>
              <a:gd name="csY9308" fmla="*/ 1114004 h 1114902"/>
              <a:gd name="csX9309" fmla="*/ 1608908 w 1728164"/>
              <a:gd name="csY9309" fmla="*/ 1114013 h 1114902"/>
              <a:gd name="csX9310" fmla="*/ 1609086 w 1728164"/>
              <a:gd name="csY9310" fmla="*/ 1114013 h 1114902"/>
              <a:gd name="csX9311" fmla="*/ 1609255 w 1728164"/>
              <a:gd name="csY9311" fmla="*/ 1114022 h 1114902"/>
              <a:gd name="csX9312" fmla="*/ 1609424 w 1728164"/>
              <a:gd name="csY9312" fmla="*/ 1114022 h 1114902"/>
              <a:gd name="csX9313" fmla="*/ 1609602 w 1728164"/>
              <a:gd name="csY9313" fmla="*/ 1114022 h 1114902"/>
              <a:gd name="csX9314" fmla="*/ 1609771 w 1728164"/>
              <a:gd name="csY9314" fmla="*/ 1114031 h 1114902"/>
              <a:gd name="csX9315" fmla="*/ 1609949 w 1728164"/>
              <a:gd name="csY9315" fmla="*/ 1114031 h 1114902"/>
              <a:gd name="csX9316" fmla="*/ 1610118 w 1728164"/>
              <a:gd name="csY9316" fmla="*/ 1114031 h 1114902"/>
              <a:gd name="csX9317" fmla="*/ 1610296 w 1728164"/>
              <a:gd name="csY9317" fmla="*/ 1114039 h 1114902"/>
              <a:gd name="csX9318" fmla="*/ 1610465 w 1728164"/>
              <a:gd name="csY9318" fmla="*/ 1114039 h 1114902"/>
              <a:gd name="csX9319" fmla="*/ 1610634 w 1728164"/>
              <a:gd name="csY9319" fmla="*/ 1114039 h 1114902"/>
              <a:gd name="csX9320" fmla="*/ 1610812 w 1728164"/>
              <a:gd name="csY9320" fmla="*/ 1114048 h 1114902"/>
              <a:gd name="csX9321" fmla="*/ 1610981 w 1728164"/>
              <a:gd name="csY9321" fmla="*/ 1114048 h 1114902"/>
              <a:gd name="csX9322" fmla="*/ 1611159 w 1728164"/>
              <a:gd name="csY9322" fmla="*/ 1114048 h 1114902"/>
              <a:gd name="csX9323" fmla="*/ 1611328 w 1728164"/>
              <a:gd name="csY9323" fmla="*/ 1114057 h 1114902"/>
              <a:gd name="csX9324" fmla="*/ 1611506 w 1728164"/>
              <a:gd name="csY9324" fmla="*/ 1114057 h 1114902"/>
              <a:gd name="csX9325" fmla="*/ 1611675 w 1728164"/>
              <a:gd name="csY9325" fmla="*/ 1114057 h 1114902"/>
              <a:gd name="csX9326" fmla="*/ 1611844 w 1728164"/>
              <a:gd name="csY9326" fmla="*/ 1114066 h 1114902"/>
              <a:gd name="csX9327" fmla="*/ 1612022 w 1728164"/>
              <a:gd name="csY9327" fmla="*/ 1114066 h 1114902"/>
              <a:gd name="csX9328" fmla="*/ 1612191 w 1728164"/>
              <a:gd name="csY9328" fmla="*/ 1114066 h 1114902"/>
              <a:gd name="csX9329" fmla="*/ 1612369 w 1728164"/>
              <a:gd name="csY9329" fmla="*/ 1114075 h 1114902"/>
              <a:gd name="csX9330" fmla="*/ 1612538 w 1728164"/>
              <a:gd name="csY9330" fmla="*/ 1114075 h 1114902"/>
              <a:gd name="csX9331" fmla="*/ 1612716 w 1728164"/>
              <a:gd name="csY9331" fmla="*/ 1114075 h 1114902"/>
              <a:gd name="csX9332" fmla="*/ 1612885 w 1728164"/>
              <a:gd name="csY9332" fmla="*/ 1114084 h 1114902"/>
              <a:gd name="csX9333" fmla="*/ 1613054 w 1728164"/>
              <a:gd name="csY9333" fmla="*/ 1114084 h 1114902"/>
              <a:gd name="csX9334" fmla="*/ 1613232 w 1728164"/>
              <a:gd name="csY9334" fmla="*/ 1114084 h 1114902"/>
              <a:gd name="csX9335" fmla="*/ 1613401 w 1728164"/>
              <a:gd name="csY9335" fmla="*/ 1114093 h 1114902"/>
              <a:gd name="csX9336" fmla="*/ 1613579 w 1728164"/>
              <a:gd name="csY9336" fmla="*/ 1114093 h 1114902"/>
              <a:gd name="csX9337" fmla="*/ 1613748 w 1728164"/>
              <a:gd name="csY9337" fmla="*/ 1114093 h 1114902"/>
              <a:gd name="csX9338" fmla="*/ 1613926 w 1728164"/>
              <a:gd name="csY9338" fmla="*/ 1114102 h 1114902"/>
              <a:gd name="csX9339" fmla="*/ 1614095 w 1728164"/>
              <a:gd name="csY9339" fmla="*/ 1114102 h 1114902"/>
              <a:gd name="csX9340" fmla="*/ 1614264 w 1728164"/>
              <a:gd name="csY9340" fmla="*/ 1114102 h 1114902"/>
              <a:gd name="csX9341" fmla="*/ 1614441 w 1728164"/>
              <a:gd name="csY9341" fmla="*/ 1114102 h 1114902"/>
              <a:gd name="csX9342" fmla="*/ 1614611 w 1728164"/>
              <a:gd name="csY9342" fmla="*/ 1114111 h 1114902"/>
              <a:gd name="csX9343" fmla="*/ 1614789 w 1728164"/>
              <a:gd name="csY9343" fmla="*/ 1114111 h 1114902"/>
              <a:gd name="csX9344" fmla="*/ 1614957 w 1728164"/>
              <a:gd name="csY9344" fmla="*/ 1114111 h 1114902"/>
              <a:gd name="csX9345" fmla="*/ 1615135 w 1728164"/>
              <a:gd name="csY9345" fmla="*/ 1114120 h 1114902"/>
              <a:gd name="csX9346" fmla="*/ 1615305 w 1728164"/>
              <a:gd name="csY9346" fmla="*/ 1114120 h 1114902"/>
              <a:gd name="csX9347" fmla="*/ 1615474 w 1728164"/>
              <a:gd name="csY9347" fmla="*/ 1114120 h 1114902"/>
              <a:gd name="csX9348" fmla="*/ 1615651 w 1728164"/>
              <a:gd name="csY9348" fmla="*/ 1114129 h 1114902"/>
              <a:gd name="csX9349" fmla="*/ 1615820 w 1728164"/>
              <a:gd name="csY9349" fmla="*/ 1114129 h 1114902"/>
              <a:gd name="csX9350" fmla="*/ 1615998 w 1728164"/>
              <a:gd name="csY9350" fmla="*/ 1114129 h 1114902"/>
              <a:gd name="csX9351" fmla="*/ 1616168 w 1728164"/>
              <a:gd name="csY9351" fmla="*/ 1114137 h 1114902"/>
              <a:gd name="csX9352" fmla="*/ 1616345 w 1728164"/>
              <a:gd name="csY9352" fmla="*/ 1114137 h 1114902"/>
              <a:gd name="csX9353" fmla="*/ 1616514 w 1728164"/>
              <a:gd name="csY9353" fmla="*/ 1114137 h 1114902"/>
              <a:gd name="csX9354" fmla="*/ 1616683 w 1728164"/>
              <a:gd name="csY9354" fmla="*/ 1114146 h 1114902"/>
              <a:gd name="csX9355" fmla="*/ 1616861 w 1728164"/>
              <a:gd name="csY9355" fmla="*/ 1114146 h 1114902"/>
              <a:gd name="csX9356" fmla="*/ 1617030 w 1728164"/>
              <a:gd name="csY9356" fmla="*/ 1114146 h 1114902"/>
              <a:gd name="csX9357" fmla="*/ 1617208 w 1728164"/>
              <a:gd name="csY9357" fmla="*/ 1114146 h 1114902"/>
              <a:gd name="csX9358" fmla="*/ 1617377 w 1728164"/>
              <a:gd name="csY9358" fmla="*/ 1114155 h 1114902"/>
              <a:gd name="csX9359" fmla="*/ 1617555 w 1728164"/>
              <a:gd name="csY9359" fmla="*/ 1114155 h 1114902"/>
              <a:gd name="csX9360" fmla="*/ 1617724 w 1728164"/>
              <a:gd name="csY9360" fmla="*/ 1114155 h 1114902"/>
              <a:gd name="csX9361" fmla="*/ 1617893 w 1728164"/>
              <a:gd name="csY9361" fmla="*/ 1114164 h 1114902"/>
              <a:gd name="csX9362" fmla="*/ 1618071 w 1728164"/>
              <a:gd name="csY9362" fmla="*/ 1114164 h 1114902"/>
              <a:gd name="csX9363" fmla="*/ 1618240 w 1728164"/>
              <a:gd name="csY9363" fmla="*/ 1114164 h 1114902"/>
              <a:gd name="csX9364" fmla="*/ 1618418 w 1728164"/>
              <a:gd name="csY9364" fmla="*/ 1114164 h 1114902"/>
              <a:gd name="csX9365" fmla="*/ 1618587 w 1728164"/>
              <a:gd name="csY9365" fmla="*/ 1114173 h 1114902"/>
              <a:gd name="csX9366" fmla="*/ 1618765 w 1728164"/>
              <a:gd name="csY9366" fmla="*/ 1114173 h 1114902"/>
              <a:gd name="csX9367" fmla="*/ 1618934 w 1728164"/>
              <a:gd name="csY9367" fmla="*/ 1114173 h 1114902"/>
              <a:gd name="csX9368" fmla="*/ 1619103 w 1728164"/>
              <a:gd name="csY9368" fmla="*/ 1114182 h 1114902"/>
              <a:gd name="csX9369" fmla="*/ 1619281 w 1728164"/>
              <a:gd name="csY9369" fmla="*/ 1114182 h 1114902"/>
              <a:gd name="csX9370" fmla="*/ 1619450 w 1728164"/>
              <a:gd name="csY9370" fmla="*/ 1114182 h 1114902"/>
              <a:gd name="csX9371" fmla="*/ 1619628 w 1728164"/>
              <a:gd name="csY9371" fmla="*/ 1114191 h 1114902"/>
              <a:gd name="csX9372" fmla="*/ 1619797 w 1728164"/>
              <a:gd name="csY9372" fmla="*/ 1114191 h 1114902"/>
              <a:gd name="csX9373" fmla="*/ 1619975 w 1728164"/>
              <a:gd name="csY9373" fmla="*/ 1114191 h 1114902"/>
              <a:gd name="csX9374" fmla="*/ 1620144 w 1728164"/>
              <a:gd name="csY9374" fmla="*/ 1114191 h 1114902"/>
              <a:gd name="csX9375" fmla="*/ 1620313 w 1728164"/>
              <a:gd name="csY9375" fmla="*/ 1114200 h 1114902"/>
              <a:gd name="csX9376" fmla="*/ 1620491 w 1728164"/>
              <a:gd name="csY9376" fmla="*/ 1114200 h 1114902"/>
              <a:gd name="csX9377" fmla="*/ 1620660 w 1728164"/>
              <a:gd name="csY9377" fmla="*/ 1114200 h 1114902"/>
              <a:gd name="csX9378" fmla="*/ 1620838 w 1728164"/>
              <a:gd name="csY9378" fmla="*/ 1114209 h 1114902"/>
              <a:gd name="csX9379" fmla="*/ 1621007 w 1728164"/>
              <a:gd name="csY9379" fmla="*/ 1114209 h 1114902"/>
              <a:gd name="csX9380" fmla="*/ 1621185 w 1728164"/>
              <a:gd name="csY9380" fmla="*/ 1114209 h 1114902"/>
              <a:gd name="csX9381" fmla="*/ 1621354 w 1728164"/>
              <a:gd name="csY9381" fmla="*/ 1114209 h 1114902"/>
              <a:gd name="csX9382" fmla="*/ 1621523 w 1728164"/>
              <a:gd name="csY9382" fmla="*/ 1114217 h 1114902"/>
              <a:gd name="csX9383" fmla="*/ 1621701 w 1728164"/>
              <a:gd name="csY9383" fmla="*/ 1114217 h 1114902"/>
              <a:gd name="csX9384" fmla="*/ 1621870 w 1728164"/>
              <a:gd name="csY9384" fmla="*/ 1114217 h 1114902"/>
              <a:gd name="csX9385" fmla="*/ 1622048 w 1728164"/>
              <a:gd name="csY9385" fmla="*/ 1114217 h 1114902"/>
              <a:gd name="csX9386" fmla="*/ 1622217 w 1728164"/>
              <a:gd name="csY9386" fmla="*/ 1114226 h 1114902"/>
              <a:gd name="csX9387" fmla="*/ 1622386 w 1728164"/>
              <a:gd name="csY9387" fmla="*/ 1114226 h 1114902"/>
              <a:gd name="csX9388" fmla="*/ 1622564 w 1728164"/>
              <a:gd name="csY9388" fmla="*/ 1114226 h 1114902"/>
              <a:gd name="csX9389" fmla="*/ 1622733 w 1728164"/>
              <a:gd name="csY9389" fmla="*/ 1114235 h 1114902"/>
              <a:gd name="csX9390" fmla="*/ 1622911 w 1728164"/>
              <a:gd name="csY9390" fmla="*/ 1114235 h 1114902"/>
              <a:gd name="csX9391" fmla="*/ 1623080 w 1728164"/>
              <a:gd name="csY9391" fmla="*/ 1114235 h 1114902"/>
              <a:gd name="csX9392" fmla="*/ 1623258 w 1728164"/>
              <a:gd name="csY9392" fmla="*/ 1114235 h 1114902"/>
              <a:gd name="csX9393" fmla="*/ 1623427 w 1728164"/>
              <a:gd name="csY9393" fmla="*/ 1114244 h 1114902"/>
              <a:gd name="csX9394" fmla="*/ 1623596 w 1728164"/>
              <a:gd name="csY9394" fmla="*/ 1114244 h 1114902"/>
              <a:gd name="csX9395" fmla="*/ 1623774 w 1728164"/>
              <a:gd name="csY9395" fmla="*/ 1114244 h 1114902"/>
              <a:gd name="csX9396" fmla="*/ 1623943 w 1728164"/>
              <a:gd name="csY9396" fmla="*/ 1114244 h 1114902"/>
              <a:gd name="csX9397" fmla="*/ 1624121 w 1728164"/>
              <a:gd name="csY9397" fmla="*/ 1114253 h 1114902"/>
              <a:gd name="csX9398" fmla="*/ 1624290 w 1728164"/>
              <a:gd name="csY9398" fmla="*/ 1114253 h 1114902"/>
              <a:gd name="csX9399" fmla="*/ 1624468 w 1728164"/>
              <a:gd name="csY9399" fmla="*/ 1114253 h 1114902"/>
              <a:gd name="csX9400" fmla="*/ 1624637 w 1728164"/>
              <a:gd name="csY9400" fmla="*/ 1114253 h 1114902"/>
              <a:gd name="csX9401" fmla="*/ 1624806 w 1728164"/>
              <a:gd name="csY9401" fmla="*/ 1114262 h 1114902"/>
              <a:gd name="csX9402" fmla="*/ 1624984 w 1728164"/>
              <a:gd name="csY9402" fmla="*/ 1114262 h 1114902"/>
              <a:gd name="csX9403" fmla="*/ 1625153 w 1728164"/>
              <a:gd name="csY9403" fmla="*/ 1114262 h 1114902"/>
              <a:gd name="csX9404" fmla="*/ 1625331 w 1728164"/>
              <a:gd name="csY9404" fmla="*/ 1114271 h 1114902"/>
              <a:gd name="csX9405" fmla="*/ 1625500 w 1728164"/>
              <a:gd name="csY9405" fmla="*/ 1114271 h 1114902"/>
              <a:gd name="csX9406" fmla="*/ 1625678 w 1728164"/>
              <a:gd name="csY9406" fmla="*/ 1114271 h 1114902"/>
              <a:gd name="csX9407" fmla="*/ 1625847 w 1728164"/>
              <a:gd name="csY9407" fmla="*/ 1114271 h 1114902"/>
              <a:gd name="csX9408" fmla="*/ 1626016 w 1728164"/>
              <a:gd name="csY9408" fmla="*/ 1114280 h 1114902"/>
              <a:gd name="csX9409" fmla="*/ 1626194 w 1728164"/>
              <a:gd name="csY9409" fmla="*/ 1114280 h 1114902"/>
              <a:gd name="csX9410" fmla="*/ 1626363 w 1728164"/>
              <a:gd name="csY9410" fmla="*/ 1114280 h 1114902"/>
              <a:gd name="csX9411" fmla="*/ 1626541 w 1728164"/>
              <a:gd name="csY9411" fmla="*/ 1114280 h 1114902"/>
              <a:gd name="csX9412" fmla="*/ 1626710 w 1728164"/>
              <a:gd name="csY9412" fmla="*/ 1114289 h 1114902"/>
              <a:gd name="csX9413" fmla="*/ 1626888 w 1728164"/>
              <a:gd name="csY9413" fmla="*/ 1114289 h 1114902"/>
              <a:gd name="csX9414" fmla="*/ 1627057 w 1728164"/>
              <a:gd name="csY9414" fmla="*/ 1114289 h 1114902"/>
              <a:gd name="csX9415" fmla="*/ 1627226 w 1728164"/>
              <a:gd name="csY9415" fmla="*/ 1114289 h 1114902"/>
              <a:gd name="csX9416" fmla="*/ 1627404 w 1728164"/>
              <a:gd name="csY9416" fmla="*/ 1114297 h 1114902"/>
              <a:gd name="csX9417" fmla="*/ 1627573 w 1728164"/>
              <a:gd name="csY9417" fmla="*/ 1114297 h 1114902"/>
              <a:gd name="csX9418" fmla="*/ 1627751 w 1728164"/>
              <a:gd name="csY9418" fmla="*/ 1114297 h 1114902"/>
              <a:gd name="csX9419" fmla="*/ 1627920 w 1728164"/>
              <a:gd name="csY9419" fmla="*/ 1114297 h 1114902"/>
              <a:gd name="csX9420" fmla="*/ 1628098 w 1728164"/>
              <a:gd name="csY9420" fmla="*/ 1114306 h 1114902"/>
              <a:gd name="csX9421" fmla="*/ 1628267 w 1728164"/>
              <a:gd name="csY9421" fmla="*/ 1114306 h 1114902"/>
              <a:gd name="csX9422" fmla="*/ 1628436 w 1728164"/>
              <a:gd name="csY9422" fmla="*/ 1114306 h 1114902"/>
              <a:gd name="csX9423" fmla="*/ 1628614 w 1728164"/>
              <a:gd name="csY9423" fmla="*/ 1114306 h 1114902"/>
              <a:gd name="csX9424" fmla="*/ 1628783 w 1728164"/>
              <a:gd name="csY9424" fmla="*/ 1114306 h 1114902"/>
              <a:gd name="csX9425" fmla="*/ 1628961 w 1728164"/>
              <a:gd name="csY9425" fmla="*/ 1114315 h 1114902"/>
              <a:gd name="csX9426" fmla="*/ 1629129 w 1728164"/>
              <a:gd name="csY9426" fmla="*/ 1114315 h 1114902"/>
              <a:gd name="csX9427" fmla="*/ 1629308 w 1728164"/>
              <a:gd name="csY9427" fmla="*/ 1114315 h 1114902"/>
              <a:gd name="csX9428" fmla="*/ 1629477 w 1728164"/>
              <a:gd name="csY9428" fmla="*/ 1114315 h 1114902"/>
              <a:gd name="csX9429" fmla="*/ 1629646 w 1728164"/>
              <a:gd name="csY9429" fmla="*/ 1114324 h 1114902"/>
              <a:gd name="csX9430" fmla="*/ 1629823 w 1728164"/>
              <a:gd name="csY9430" fmla="*/ 1114324 h 1114902"/>
              <a:gd name="csX9431" fmla="*/ 1629992 w 1728164"/>
              <a:gd name="csY9431" fmla="*/ 1114324 h 1114902"/>
              <a:gd name="csX9432" fmla="*/ 1630171 w 1728164"/>
              <a:gd name="csY9432" fmla="*/ 1114324 h 1114902"/>
              <a:gd name="csX9433" fmla="*/ 1630339 w 1728164"/>
              <a:gd name="csY9433" fmla="*/ 1114333 h 1114902"/>
              <a:gd name="csX9434" fmla="*/ 1630517 w 1728164"/>
              <a:gd name="csY9434" fmla="*/ 1114333 h 1114902"/>
              <a:gd name="csX9435" fmla="*/ 1630686 w 1728164"/>
              <a:gd name="csY9435" fmla="*/ 1114333 h 1114902"/>
              <a:gd name="csX9436" fmla="*/ 1630856 w 1728164"/>
              <a:gd name="csY9436" fmla="*/ 1114333 h 1114902"/>
              <a:gd name="csX9437" fmla="*/ 1631033 w 1728164"/>
              <a:gd name="csY9437" fmla="*/ 1114342 h 1114902"/>
              <a:gd name="csX9438" fmla="*/ 1631202 w 1728164"/>
              <a:gd name="csY9438" fmla="*/ 1114342 h 1114902"/>
              <a:gd name="csX9439" fmla="*/ 1631380 w 1728164"/>
              <a:gd name="csY9439" fmla="*/ 1114342 h 1114902"/>
              <a:gd name="csX9440" fmla="*/ 1631549 w 1728164"/>
              <a:gd name="csY9440" fmla="*/ 1114342 h 1114902"/>
              <a:gd name="csX9441" fmla="*/ 1631727 w 1728164"/>
              <a:gd name="csY9441" fmla="*/ 1114342 h 1114902"/>
              <a:gd name="csX9442" fmla="*/ 1631896 w 1728164"/>
              <a:gd name="csY9442" fmla="*/ 1114351 h 1114902"/>
              <a:gd name="csX9443" fmla="*/ 1632065 w 1728164"/>
              <a:gd name="csY9443" fmla="*/ 1114351 h 1114902"/>
              <a:gd name="csX9444" fmla="*/ 1632243 w 1728164"/>
              <a:gd name="csY9444" fmla="*/ 1114351 h 1114902"/>
              <a:gd name="csX9445" fmla="*/ 1632412 w 1728164"/>
              <a:gd name="csY9445" fmla="*/ 1114351 h 1114902"/>
              <a:gd name="csX9446" fmla="*/ 1632590 w 1728164"/>
              <a:gd name="csY9446" fmla="*/ 1114360 h 1114902"/>
              <a:gd name="csX9447" fmla="*/ 1632759 w 1728164"/>
              <a:gd name="csY9447" fmla="*/ 1114360 h 1114902"/>
              <a:gd name="csX9448" fmla="*/ 1632937 w 1728164"/>
              <a:gd name="csY9448" fmla="*/ 1114360 h 1114902"/>
              <a:gd name="csX9449" fmla="*/ 1633106 w 1728164"/>
              <a:gd name="csY9449" fmla="*/ 1114360 h 1114902"/>
              <a:gd name="csX9450" fmla="*/ 1633275 w 1728164"/>
              <a:gd name="csY9450" fmla="*/ 1114369 h 1114902"/>
              <a:gd name="csX9451" fmla="*/ 1633453 w 1728164"/>
              <a:gd name="csY9451" fmla="*/ 1114369 h 1114902"/>
              <a:gd name="csX9452" fmla="*/ 1633622 w 1728164"/>
              <a:gd name="csY9452" fmla="*/ 1114369 h 1114902"/>
              <a:gd name="csX9453" fmla="*/ 1633800 w 1728164"/>
              <a:gd name="csY9453" fmla="*/ 1114369 h 1114902"/>
              <a:gd name="csX9454" fmla="*/ 1633969 w 1728164"/>
              <a:gd name="csY9454" fmla="*/ 1114369 h 1114902"/>
              <a:gd name="csX9455" fmla="*/ 1634147 w 1728164"/>
              <a:gd name="csY9455" fmla="*/ 1114378 h 1114902"/>
              <a:gd name="csX9456" fmla="*/ 1634316 w 1728164"/>
              <a:gd name="csY9456" fmla="*/ 1114378 h 1114902"/>
              <a:gd name="csX9457" fmla="*/ 1634485 w 1728164"/>
              <a:gd name="csY9457" fmla="*/ 1114378 h 1114902"/>
              <a:gd name="csX9458" fmla="*/ 1634663 w 1728164"/>
              <a:gd name="csY9458" fmla="*/ 1114378 h 1114902"/>
              <a:gd name="csX9459" fmla="*/ 1634832 w 1728164"/>
              <a:gd name="csY9459" fmla="*/ 1114378 h 1114902"/>
              <a:gd name="csX9460" fmla="*/ 1635010 w 1728164"/>
              <a:gd name="csY9460" fmla="*/ 1114386 h 1114902"/>
              <a:gd name="csX9461" fmla="*/ 1635179 w 1728164"/>
              <a:gd name="csY9461" fmla="*/ 1114386 h 1114902"/>
              <a:gd name="csX9462" fmla="*/ 1635357 w 1728164"/>
              <a:gd name="csY9462" fmla="*/ 1114386 h 1114902"/>
              <a:gd name="csX9463" fmla="*/ 1635526 w 1728164"/>
              <a:gd name="csY9463" fmla="*/ 1114386 h 1114902"/>
              <a:gd name="csX9464" fmla="*/ 1635695 w 1728164"/>
              <a:gd name="csY9464" fmla="*/ 1114395 h 1114902"/>
              <a:gd name="csX9465" fmla="*/ 1635873 w 1728164"/>
              <a:gd name="csY9465" fmla="*/ 1114395 h 1114902"/>
              <a:gd name="csX9466" fmla="*/ 1636042 w 1728164"/>
              <a:gd name="csY9466" fmla="*/ 1114395 h 1114902"/>
              <a:gd name="csX9467" fmla="*/ 1636220 w 1728164"/>
              <a:gd name="csY9467" fmla="*/ 1114395 h 1114902"/>
              <a:gd name="csX9468" fmla="*/ 1636389 w 1728164"/>
              <a:gd name="csY9468" fmla="*/ 1114395 h 1114902"/>
              <a:gd name="csX9469" fmla="*/ 1636567 w 1728164"/>
              <a:gd name="csY9469" fmla="*/ 1114404 h 1114902"/>
              <a:gd name="csX9470" fmla="*/ 1636736 w 1728164"/>
              <a:gd name="csY9470" fmla="*/ 1114404 h 1114902"/>
              <a:gd name="csX9471" fmla="*/ 1636905 w 1728164"/>
              <a:gd name="csY9471" fmla="*/ 1114404 h 1114902"/>
              <a:gd name="csX9472" fmla="*/ 1637083 w 1728164"/>
              <a:gd name="csY9472" fmla="*/ 1114404 h 1114902"/>
              <a:gd name="csX9473" fmla="*/ 1637252 w 1728164"/>
              <a:gd name="csY9473" fmla="*/ 1114404 h 1114902"/>
              <a:gd name="csX9474" fmla="*/ 1637430 w 1728164"/>
              <a:gd name="csY9474" fmla="*/ 1114413 h 1114902"/>
              <a:gd name="csX9475" fmla="*/ 1637599 w 1728164"/>
              <a:gd name="csY9475" fmla="*/ 1114413 h 1114902"/>
              <a:gd name="csX9476" fmla="*/ 1637777 w 1728164"/>
              <a:gd name="csY9476" fmla="*/ 1114413 h 1114902"/>
              <a:gd name="csX9477" fmla="*/ 1637946 w 1728164"/>
              <a:gd name="csY9477" fmla="*/ 1114413 h 1114902"/>
              <a:gd name="csX9478" fmla="*/ 1638115 w 1728164"/>
              <a:gd name="csY9478" fmla="*/ 1114413 h 1114902"/>
              <a:gd name="csX9479" fmla="*/ 1638293 w 1728164"/>
              <a:gd name="csY9479" fmla="*/ 1114422 h 1114902"/>
              <a:gd name="csX9480" fmla="*/ 1638462 w 1728164"/>
              <a:gd name="csY9480" fmla="*/ 1114422 h 1114902"/>
              <a:gd name="csX9481" fmla="*/ 1638640 w 1728164"/>
              <a:gd name="csY9481" fmla="*/ 1114422 h 1114902"/>
              <a:gd name="csX9482" fmla="*/ 1638809 w 1728164"/>
              <a:gd name="csY9482" fmla="*/ 1114422 h 1114902"/>
              <a:gd name="csX9483" fmla="*/ 1638987 w 1728164"/>
              <a:gd name="csY9483" fmla="*/ 1114422 h 1114902"/>
              <a:gd name="csX9484" fmla="*/ 1639156 w 1728164"/>
              <a:gd name="csY9484" fmla="*/ 1114431 h 1114902"/>
              <a:gd name="csX9485" fmla="*/ 1639325 w 1728164"/>
              <a:gd name="csY9485" fmla="*/ 1114431 h 1114902"/>
              <a:gd name="csX9486" fmla="*/ 1639503 w 1728164"/>
              <a:gd name="csY9486" fmla="*/ 1114431 h 1114902"/>
              <a:gd name="csX9487" fmla="*/ 1639672 w 1728164"/>
              <a:gd name="csY9487" fmla="*/ 1114431 h 1114902"/>
              <a:gd name="csX9488" fmla="*/ 1639850 w 1728164"/>
              <a:gd name="csY9488" fmla="*/ 1114431 h 1114902"/>
              <a:gd name="csX9489" fmla="*/ 1640019 w 1728164"/>
              <a:gd name="csY9489" fmla="*/ 1114440 h 1114902"/>
              <a:gd name="csX9490" fmla="*/ 1640197 w 1728164"/>
              <a:gd name="csY9490" fmla="*/ 1114440 h 1114902"/>
              <a:gd name="csX9491" fmla="*/ 1640366 w 1728164"/>
              <a:gd name="csY9491" fmla="*/ 1114440 h 1114902"/>
              <a:gd name="csX9492" fmla="*/ 1640535 w 1728164"/>
              <a:gd name="csY9492" fmla="*/ 1114440 h 1114902"/>
              <a:gd name="csX9493" fmla="*/ 1640713 w 1728164"/>
              <a:gd name="csY9493" fmla="*/ 1114440 h 1114902"/>
              <a:gd name="csX9494" fmla="*/ 1640882 w 1728164"/>
              <a:gd name="csY9494" fmla="*/ 1114449 h 1114902"/>
              <a:gd name="csX9495" fmla="*/ 1641060 w 1728164"/>
              <a:gd name="csY9495" fmla="*/ 1114449 h 1114902"/>
              <a:gd name="csX9496" fmla="*/ 1641229 w 1728164"/>
              <a:gd name="csY9496" fmla="*/ 1114449 h 1114902"/>
              <a:gd name="csX9497" fmla="*/ 1641407 w 1728164"/>
              <a:gd name="csY9497" fmla="*/ 1114449 h 1114902"/>
              <a:gd name="csX9498" fmla="*/ 1641576 w 1728164"/>
              <a:gd name="csY9498" fmla="*/ 1114449 h 1114902"/>
              <a:gd name="csX9499" fmla="*/ 1641745 w 1728164"/>
              <a:gd name="csY9499" fmla="*/ 1114458 h 1114902"/>
              <a:gd name="csX9500" fmla="*/ 1641923 w 1728164"/>
              <a:gd name="csY9500" fmla="*/ 1114458 h 1114902"/>
              <a:gd name="csX9501" fmla="*/ 1642092 w 1728164"/>
              <a:gd name="csY9501" fmla="*/ 1114458 h 1114902"/>
              <a:gd name="csX9502" fmla="*/ 1642270 w 1728164"/>
              <a:gd name="csY9502" fmla="*/ 1114458 h 1114902"/>
              <a:gd name="csX9503" fmla="*/ 1642439 w 1728164"/>
              <a:gd name="csY9503" fmla="*/ 1114458 h 1114902"/>
              <a:gd name="csX9504" fmla="*/ 1642608 w 1728164"/>
              <a:gd name="csY9504" fmla="*/ 1114458 h 1114902"/>
              <a:gd name="csX9505" fmla="*/ 1642786 w 1728164"/>
              <a:gd name="csY9505" fmla="*/ 1114467 h 1114902"/>
              <a:gd name="csX9506" fmla="*/ 1642955 w 1728164"/>
              <a:gd name="csY9506" fmla="*/ 1114467 h 1114902"/>
              <a:gd name="csX9507" fmla="*/ 1643132 w 1728164"/>
              <a:gd name="csY9507" fmla="*/ 1114467 h 1114902"/>
              <a:gd name="csX9508" fmla="*/ 1643302 w 1728164"/>
              <a:gd name="csY9508" fmla="*/ 1114467 h 1114902"/>
              <a:gd name="csX9509" fmla="*/ 1643480 w 1728164"/>
              <a:gd name="csY9509" fmla="*/ 1114467 h 1114902"/>
              <a:gd name="csX9510" fmla="*/ 1643649 w 1728164"/>
              <a:gd name="csY9510" fmla="*/ 1114475 h 1114902"/>
              <a:gd name="csX9511" fmla="*/ 1643818 w 1728164"/>
              <a:gd name="csY9511" fmla="*/ 1114475 h 1114902"/>
              <a:gd name="csX9512" fmla="*/ 1643996 w 1728164"/>
              <a:gd name="csY9512" fmla="*/ 1114475 h 1114902"/>
              <a:gd name="csX9513" fmla="*/ 1644165 w 1728164"/>
              <a:gd name="csY9513" fmla="*/ 1114475 h 1114902"/>
              <a:gd name="csX9514" fmla="*/ 1644342 w 1728164"/>
              <a:gd name="csY9514" fmla="*/ 1114475 h 1114902"/>
              <a:gd name="csX9515" fmla="*/ 1644511 w 1728164"/>
              <a:gd name="csY9515" fmla="*/ 1114475 h 1114902"/>
              <a:gd name="csX9516" fmla="*/ 1644689 w 1728164"/>
              <a:gd name="csY9516" fmla="*/ 1114484 h 1114902"/>
              <a:gd name="csX9517" fmla="*/ 1644859 w 1728164"/>
              <a:gd name="csY9517" fmla="*/ 1114484 h 1114902"/>
              <a:gd name="csX9518" fmla="*/ 1645028 w 1728164"/>
              <a:gd name="csY9518" fmla="*/ 1114484 h 1114902"/>
              <a:gd name="csX9519" fmla="*/ 1645205 w 1728164"/>
              <a:gd name="csY9519" fmla="*/ 1114484 h 1114902"/>
              <a:gd name="csX9520" fmla="*/ 1645374 w 1728164"/>
              <a:gd name="csY9520" fmla="*/ 1114484 h 1114902"/>
              <a:gd name="csX9521" fmla="*/ 1645553 w 1728164"/>
              <a:gd name="csY9521" fmla="*/ 1114493 h 1114902"/>
              <a:gd name="csX9522" fmla="*/ 1645721 w 1728164"/>
              <a:gd name="csY9522" fmla="*/ 1114493 h 1114902"/>
              <a:gd name="csX9523" fmla="*/ 1645899 w 1728164"/>
              <a:gd name="csY9523" fmla="*/ 1114493 h 1114902"/>
              <a:gd name="csX9524" fmla="*/ 1646068 w 1728164"/>
              <a:gd name="csY9524" fmla="*/ 1114493 h 1114902"/>
              <a:gd name="csX9525" fmla="*/ 1646237 w 1728164"/>
              <a:gd name="csY9525" fmla="*/ 1114493 h 1114902"/>
              <a:gd name="csX9526" fmla="*/ 1646415 w 1728164"/>
              <a:gd name="csY9526" fmla="*/ 1114493 h 1114902"/>
              <a:gd name="csX9527" fmla="*/ 1646584 w 1728164"/>
              <a:gd name="csY9527" fmla="*/ 1114502 h 1114902"/>
              <a:gd name="csX9528" fmla="*/ 1646762 w 1728164"/>
              <a:gd name="csY9528" fmla="*/ 1114502 h 1114902"/>
              <a:gd name="csX9529" fmla="*/ 1646931 w 1728164"/>
              <a:gd name="csY9529" fmla="*/ 1114502 h 1114902"/>
              <a:gd name="csX9530" fmla="*/ 1647109 w 1728164"/>
              <a:gd name="csY9530" fmla="*/ 1114502 h 1114902"/>
              <a:gd name="csX9531" fmla="*/ 1647278 w 1728164"/>
              <a:gd name="csY9531" fmla="*/ 1114502 h 1114902"/>
              <a:gd name="csX9532" fmla="*/ 1647447 w 1728164"/>
              <a:gd name="csY9532" fmla="*/ 1114502 h 1114902"/>
              <a:gd name="csX9533" fmla="*/ 1647625 w 1728164"/>
              <a:gd name="csY9533" fmla="*/ 1114511 h 1114902"/>
              <a:gd name="csX9534" fmla="*/ 1647794 w 1728164"/>
              <a:gd name="csY9534" fmla="*/ 1114511 h 1114902"/>
              <a:gd name="csX9535" fmla="*/ 1647972 w 1728164"/>
              <a:gd name="csY9535" fmla="*/ 1114511 h 1114902"/>
              <a:gd name="csX9536" fmla="*/ 1648141 w 1728164"/>
              <a:gd name="csY9536" fmla="*/ 1114511 h 1114902"/>
              <a:gd name="csX9537" fmla="*/ 1648319 w 1728164"/>
              <a:gd name="csY9537" fmla="*/ 1114511 h 1114902"/>
              <a:gd name="csX9538" fmla="*/ 1648488 w 1728164"/>
              <a:gd name="csY9538" fmla="*/ 1114511 h 1114902"/>
              <a:gd name="csX9539" fmla="*/ 1648657 w 1728164"/>
              <a:gd name="csY9539" fmla="*/ 1114520 h 1114902"/>
              <a:gd name="csX9540" fmla="*/ 1648835 w 1728164"/>
              <a:gd name="csY9540" fmla="*/ 1114520 h 1114902"/>
              <a:gd name="csX9541" fmla="*/ 1649004 w 1728164"/>
              <a:gd name="csY9541" fmla="*/ 1114520 h 1114902"/>
              <a:gd name="csX9542" fmla="*/ 1649182 w 1728164"/>
              <a:gd name="csY9542" fmla="*/ 1114520 h 1114902"/>
              <a:gd name="csX9543" fmla="*/ 1649351 w 1728164"/>
              <a:gd name="csY9543" fmla="*/ 1114520 h 1114902"/>
              <a:gd name="csX9544" fmla="*/ 1649529 w 1728164"/>
              <a:gd name="csY9544" fmla="*/ 1114520 h 1114902"/>
              <a:gd name="csX9545" fmla="*/ 1649698 w 1728164"/>
              <a:gd name="csY9545" fmla="*/ 1114529 h 1114902"/>
              <a:gd name="csX9546" fmla="*/ 1649867 w 1728164"/>
              <a:gd name="csY9546" fmla="*/ 1114529 h 1114902"/>
              <a:gd name="csX9547" fmla="*/ 1650045 w 1728164"/>
              <a:gd name="csY9547" fmla="*/ 1114529 h 1114902"/>
              <a:gd name="csX9548" fmla="*/ 1650214 w 1728164"/>
              <a:gd name="csY9548" fmla="*/ 1114529 h 1114902"/>
              <a:gd name="csX9549" fmla="*/ 1650392 w 1728164"/>
              <a:gd name="csY9549" fmla="*/ 1114529 h 1114902"/>
              <a:gd name="csX9550" fmla="*/ 1650561 w 1728164"/>
              <a:gd name="csY9550" fmla="*/ 1114529 h 1114902"/>
              <a:gd name="csX9551" fmla="*/ 1650739 w 1728164"/>
              <a:gd name="csY9551" fmla="*/ 1114538 h 1114902"/>
              <a:gd name="csX9552" fmla="*/ 1650908 w 1728164"/>
              <a:gd name="csY9552" fmla="*/ 1114538 h 1114902"/>
              <a:gd name="csX9553" fmla="*/ 1651077 w 1728164"/>
              <a:gd name="csY9553" fmla="*/ 1114538 h 1114902"/>
              <a:gd name="csX9554" fmla="*/ 1651255 w 1728164"/>
              <a:gd name="csY9554" fmla="*/ 1114538 h 1114902"/>
              <a:gd name="csX9555" fmla="*/ 1651424 w 1728164"/>
              <a:gd name="csY9555" fmla="*/ 1114538 h 1114902"/>
              <a:gd name="csX9556" fmla="*/ 1651602 w 1728164"/>
              <a:gd name="csY9556" fmla="*/ 1114538 h 1114902"/>
              <a:gd name="csX9557" fmla="*/ 1651771 w 1728164"/>
              <a:gd name="csY9557" fmla="*/ 1114538 h 1114902"/>
              <a:gd name="csX9558" fmla="*/ 1651949 w 1728164"/>
              <a:gd name="csY9558" fmla="*/ 1114547 h 1114902"/>
              <a:gd name="csX9559" fmla="*/ 1652118 w 1728164"/>
              <a:gd name="csY9559" fmla="*/ 1114547 h 1114902"/>
              <a:gd name="csX9560" fmla="*/ 1652287 w 1728164"/>
              <a:gd name="csY9560" fmla="*/ 1114547 h 1114902"/>
              <a:gd name="csX9561" fmla="*/ 1652465 w 1728164"/>
              <a:gd name="csY9561" fmla="*/ 1114547 h 1114902"/>
              <a:gd name="csX9562" fmla="*/ 1652634 w 1728164"/>
              <a:gd name="csY9562" fmla="*/ 1114547 h 1114902"/>
              <a:gd name="csX9563" fmla="*/ 1652812 w 1728164"/>
              <a:gd name="csY9563" fmla="*/ 1114547 h 1114902"/>
              <a:gd name="csX9564" fmla="*/ 1652981 w 1728164"/>
              <a:gd name="csY9564" fmla="*/ 1114556 h 1114902"/>
              <a:gd name="csX9565" fmla="*/ 1653159 w 1728164"/>
              <a:gd name="csY9565" fmla="*/ 1114556 h 1114902"/>
              <a:gd name="csX9566" fmla="*/ 1653328 w 1728164"/>
              <a:gd name="csY9566" fmla="*/ 1114556 h 1114902"/>
              <a:gd name="csX9567" fmla="*/ 1653497 w 1728164"/>
              <a:gd name="csY9567" fmla="*/ 1114556 h 1114902"/>
              <a:gd name="csX9568" fmla="*/ 1653675 w 1728164"/>
              <a:gd name="csY9568" fmla="*/ 1114556 h 1114902"/>
              <a:gd name="csX9569" fmla="*/ 1653844 w 1728164"/>
              <a:gd name="csY9569" fmla="*/ 1114556 h 1114902"/>
              <a:gd name="csX9570" fmla="*/ 1654022 w 1728164"/>
              <a:gd name="csY9570" fmla="*/ 1114556 h 1114902"/>
              <a:gd name="csX9571" fmla="*/ 1654191 w 1728164"/>
              <a:gd name="csY9571" fmla="*/ 1114564 h 1114902"/>
              <a:gd name="csX9572" fmla="*/ 1654369 w 1728164"/>
              <a:gd name="csY9572" fmla="*/ 1114564 h 1114902"/>
              <a:gd name="csX9573" fmla="*/ 1654538 w 1728164"/>
              <a:gd name="csY9573" fmla="*/ 1114564 h 1114902"/>
              <a:gd name="csX9574" fmla="*/ 1654707 w 1728164"/>
              <a:gd name="csY9574" fmla="*/ 1114564 h 1114902"/>
              <a:gd name="csX9575" fmla="*/ 1654885 w 1728164"/>
              <a:gd name="csY9575" fmla="*/ 1114564 h 1114902"/>
              <a:gd name="csX9576" fmla="*/ 1655054 w 1728164"/>
              <a:gd name="csY9576" fmla="*/ 1114564 h 1114902"/>
              <a:gd name="csX9577" fmla="*/ 1655232 w 1728164"/>
              <a:gd name="csY9577" fmla="*/ 1114564 h 1114902"/>
              <a:gd name="csX9578" fmla="*/ 1655401 w 1728164"/>
              <a:gd name="csY9578" fmla="*/ 1114573 h 1114902"/>
              <a:gd name="csX9579" fmla="*/ 1655579 w 1728164"/>
              <a:gd name="csY9579" fmla="*/ 1114573 h 1114902"/>
              <a:gd name="csX9580" fmla="*/ 1655748 w 1728164"/>
              <a:gd name="csY9580" fmla="*/ 1114573 h 1114902"/>
              <a:gd name="csX9581" fmla="*/ 1655917 w 1728164"/>
              <a:gd name="csY9581" fmla="*/ 1114573 h 1114902"/>
              <a:gd name="csX9582" fmla="*/ 1656095 w 1728164"/>
              <a:gd name="csY9582" fmla="*/ 1114573 h 1114902"/>
              <a:gd name="csX9583" fmla="*/ 1656264 w 1728164"/>
              <a:gd name="csY9583" fmla="*/ 1114573 h 1114902"/>
              <a:gd name="csX9584" fmla="*/ 1656442 w 1728164"/>
              <a:gd name="csY9584" fmla="*/ 1114573 h 1114902"/>
              <a:gd name="csX9585" fmla="*/ 1656611 w 1728164"/>
              <a:gd name="csY9585" fmla="*/ 1114582 h 1114902"/>
              <a:gd name="csX9586" fmla="*/ 1656789 w 1728164"/>
              <a:gd name="csY9586" fmla="*/ 1114582 h 1114902"/>
              <a:gd name="csX9587" fmla="*/ 1656958 w 1728164"/>
              <a:gd name="csY9587" fmla="*/ 1114582 h 1114902"/>
              <a:gd name="csX9588" fmla="*/ 1657127 w 1728164"/>
              <a:gd name="csY9588" fmla="*/ 1114582 h 1114902"/>
              <a:gd name="csX9589" fmla="*/ 1657305 w 1728164"/>
              <a:gd name="csY9589" fmla="*/ 1114582 h 1114902"/>
              <a:gd name="csX9590" fmla="*/ 1657474 w 1728164"/>
              <a:gd name="csY9590" fmla="*/ 1114582 h 1114902"/>
              <a:gd name="csX9591" fmla="*/ 1657652 w 1728164"/>
              <a:gd name="csY9591" fmla="*/ 1114582 h 1114902"/>
              <a:gd name="csX9592" fmla="*/ 1657821 w 1728164"/>
              <a:gd name="csY9592" fmla="*/ 1114591 h 1114902"/>
              <a:gd name="csX9593" fmla="*/ 1657999 w 1728164"/>
              <a:gd name="csY9593" fmla="*/ 1114591 h 1114902"/>
              <a:gd name="csX9594" fmla="*/ 1658168 w 1728164"/>
              <a:gd name="csY9594" fmla="*/ 1114591 h 1114902"/>
              <a:gd name="csX9595" fmla="*/ 1658337 w 1728164"/>
              <a:gd name="csY9595" fmla="*/ 1114591 h 1114902"/>
              <a:gd name="csX9596" fmla="*/ 1658514 w 1728164"/>
              <a:gd name="csY9596" fmla="*/ 1114591 h 1114902"/>
              <a:gd name="csX9597" fmla="*/ 1658683 w 1728164"/>
              <a:gd name="csY9597" fmla="*/ 1114591 h 1114902"/>
              <a:gd name="csX9598" fmla="*/ 1658862 w 1728164"/>
              <a:gd name="csY9598" fmla="*/ 1114591 h 1114902"/>
              <a:gd name="csX9599" fmla="*/ 1659031 w 1728164"/>
              <a:gd name="csY9599" fmla="*/ 1114600 h 1114902"/>
              <a:gd name="csX9600" fmla="*/ 1659208 w 1728164"/>
              <a:gd name="csY9600" fmla="*/ 1114600 h 1114902"/>
              <a:gd name="csX9601" fmla="*/ 1659377 w 1728164"/>
              <a:gd name="csY9601" fmla="*/ 1114600 h 1114902"/>
              <a:gd name="csX9602" fmla="*/ 1659547 w 1728164"/>
              <a:gd name="csY9602" fmla="*/ 1114600 h 1114902"/>
              <a:gd name="csX9603" fmla="*/ 1659724 w 1728164"/>
              <a:gd name="csY9603" fmla="*/ 1114600 h 1114902"/>
              <a:gd name="csX9604" fmla="*/ 1659893 w 1728164"/>
              <a:gd name="csY9604" fmla="*/ 1114600 h 1114902"/>
              <a:gd name="csX9605" fmla="*/ 1660071 w 1728164"/>
              <a:gd name="csY9605" fmla="*/ 1114600 h 1114902"/>
              <a:gd name="csX9606" fmla="*/ 1660240 w 1728164"/>
              <a:gd name="csY9606" fmla="*/ 1114600 h 1114902"/>
              <a:gd name="csX9607" fmla="*/ 1660418 w 1728164"/>
              <a:gd name="csY9607" fmla="*/ 1114609 h 1114902"/>
              <a:gd name="csX9608" fmla="*/ 1660587 w 1728164"/>
              <a:gd name="csY9608" fmla="*/ 1114609 h 1114902"/>
              <a:gd name="csX9609" fmla="*/ 1660756 w 1728164"/>
              <a:gd name="csY9609" fmla="*/ 1114609 h 1114902"/>
              <a:gd name="csX9610" fmla="*/ 1660934 w 1728164"/>
              <a:gd name="csY9610" fmla="*/ 1114609 h 1114902"/>
              <a:gd name="csX9611" fmla="*/ 1661103 w 1728164"/>
              <a:gd name="csY9611" fmla="*/ 1114609 h 1114902"/>
              <a:gd name="csX9612" fmla="*/ 1661281 w 1728164"/>
              <a:gd name="csY9612" fmla="*/ 1114609 h 1114902"/>
              <a:gd name="csX9613" fmla="*/ 1661450 w 1728164"/>
              <a:gd name="csY9613" fmla="*/ 1114609 h 1114902"/>
              <a:gd name="csX9614" fmla="*/ 1661619 w 1728164"/>
              <a:gd name="csY9614" fmla="*/ 1114618 h 1114902"/>
              <a:gd name="csX9615" fmla="*/ 1661797 w 1728164"/>
              <a:gd name="csY9615" fmla="*/ 1114618 h 1114902"/>
              <a:gd name="csX9616" fmla="*/ 1661966 w 1728164"/>
              <a:gd name="csY9616" fmla="*/ 1114618 h 1114902"/>
              <a:gd name="csX9617" fmla="*/ 1662144 w 1728164"/>
              <a:gd name="csY9617" fmla="*/ 1114618 h 1114902"/>
              <a:gd name="csX9618" fmla="*/ 1662313 w 1728164"/>
              <a:gd name="csY9618" fmla="*/ 1114618 h 1114902"/>
              <a:gd name="csX9619" fmla="*/ 1662491 w 1728164"/>
              <a:gd name="csY9619" fmla="*/ 1114618 h 1114902"/>
              <a:gd name="csX9620" fmla="*/ 1662660 w 1728164"/>
              <a:gd name="csY9620" fmla="*/ 1114618 h 1114902"/>
              <a:gd name="csX9621" fmla="*/ 1662829 w 1728164"/>
              <a:gd name="csY9621" fmla="*/ 1114618 h 1114902"/>
              <a:gd name="csX9622" fmla="*/ 1663007 w 1728164"/>
              <a:gd name="csY9622" fmla="*/ 1114627 h 1114902"/>
              <a:gd name="csX9623" fmla="*/ 1663176 w 1728164"/>
              <a:gd name="csY9623" fmla="*/ 1114627 h 1114902"/>
              <a:gd name="csX9624" fmla="*/ 1663354 w 1728164"/>
              <a:gd name="csY9624" fmla="*/ 1114627 h 1114902"/>
              <a:gd name="csX9625" fmla="*/ 1663523 w 1728164"/>
              <a:gd name="csY9625" fmla="*/ 1114627 h 1114902"/>
              <a:gd name="csX9626" fmla="*/ 1663701 w 1728164"/>
              <a:gd name="csY9626" fmla="*/ 1114627 h 1114902"/>
              <a:gd name="csX9627" fmla="*/ 1663870 w 1728164"/>
              <a:gd name="csY9627" fmla="*/ 1114627 h 1114902"/>
              <a:gd name="csX9628" fmla="*/ 1664039 w 1728164"/>
              <a:gd name="csY9628" fmla="*/ 1114627 h 1114902"/>
              <a:gd name="csX9629" fmla="*/ 1664217 w 1728164"/>
              <a:gd name="csY9629" fmla="*/ 1114627 h 1114902"/>
              <a:gd name="csX9630" fmla="*/ 1664386 w 1728164"/>
              <a:gd name="csY9630" fmla="*/ 1114627 h 1114902"/>
              <a:gd name="csX9631" fmla="*/ 1664564 w 1728164"/>
              <a:gd name="csY9631" fmla="*/ 1114636 h 1114902"/>
              <a:gd name="csX9632" fmla="*/ 1664733 w 1728164"/>
              <a:gd name="csY9632" fmla="*/ 1114636 h 1114902"/>
              <a:gd name="csX9633" fmla="*/ 1664911 w 1728164"/>
              <a:gd name="csY9633" fmla="*/ 1114636 h 1114902"/>
              <a:gd name="csX9634" fmla="*/ 1665080 w 1728164"/>
              <a:gd name="csY9634" fmla="*/ 1114636 h 1114902"/>
              <a:gd name="csX9635" fmla="*/ 1665249 w 1728164"/>
              <a:gd name="csY9635" fmla="*/ 1114636 h 1114902"/>
              <a:gd name="csX9636" fmla="*/ 1665427 w 1728164"/>
              <a:gd name="csY9636" fmla="*/ 1114636 h 1114902"/>
              <a:gd name="csX9637" fmla="*/ 1665596 w 1728164"/>
              <a:gd name="csY9637" fmla="*/ 1114636 h 1114902"/>
              <a:gd name="csX9638" fmla="*/ 1665774 w 1728164"/>
              <a:gd name="csY9638" fmla="*/ 1114636 h 1114902"/>
              <a:gd name="csX9639" fmla="*/ 1665943 w 1728164"/>
              <a:gd name="csY9639" fmla="*/ 1114644 h 1114902"/>
              <a:gd name="csX9640" fmla="*/ 1666121 w 1728164"/>
              <a:gd name="csY9640" fmla="*/ 1114644 h 1114902"/>
              <a:gd name="csX9641" fmla="*/ 1666290 w 1728164"/>
              <a:gd name="csY9641" fmla="*/ 1114644 h 1114902"/>
              <a:gd name="csX9642" fmla="*/ 1666459 w 1728164"/>
              <a:gd name="csY9642" fmla="*/ 1114644 h 1114902"/>
              <a:gd name="csX9643" fmla="*/ 1666637 w 1728164"/>
              <a:gd name="csY9643" fmla="*/ 1114644 h 1114902"/>
              <a:gd name="csX9644" fmla="*/ 1666806 w 1728164"/>
              <a:gd name="csY9644" fmla="*/ 1114644 h 1114902"/>
              <a:gd name="csX9645" fmla="*/ 1666984 w 1728164"/>
              <a:gd name="csY9645" fmla="*/ 1114644 h 1114902"/>
              <a:gd name="csX9646" fmla="*/ 1667153 w 1728164"/>
              <a:gd name="csY9646" fmla="*/ 1114644 h 1114902"/>
              <a:gd name="csX9647" fmla="*/ 1667331 w 1728164"/>
              <a:gd name="csY9647" fmla="*/ 1114644 h 1114902"/>
              <a:gd name="csX9648" fmla="*/ 1667500 w 1728164"/>
              <a:gd name="csY9648" fmla="*/ 1114653 h 1114902"/>
              <a:gd name="csX9649" fmla="*/ 1667669 w 1728164"/>
              <a:gd name="csY9649" fmla="*/ 1114653 h 1114902"/>
              <a:gd name="csX9650" fmla="*/ 1667847 w 1728164"/>
              <a:gd name="csY9650" fmla="*/ 1114653 h 1114902"/>
              <a:gd name="csX9651" fmla="*/ 1668016 w 1728164"/>
              <a:gd name="csY9651" fmla="*/ 1114653 h 1114902"/>
              <a:gd name="csX9652" fmla="*/ 1668194 w 1728164"/>
              <a:gd name="csY9652" fmla="*/ 1114653 h 1114902"/>
              <a:gd name="csX9653" fmla="*/ 1668363 w 1728164"/>
              <a:gd name="csY9653" fmla="*/ 1114653 h 1114902"/>
              <a:gd name="csX9654" fmla="*/ 1668541 w 1728164"/>
              <a:gd name="csY9654" fmla="*/ 1114653 h 1114902"/>
              <a:gd name="csX9655" fmla="*/ 1668710 w 1728164"/>
              <a:gd name="csY9655" fmla="*/ 1114653 h 1114902"/>
              <a:gd name="csX9656" fmla="*/ 1668879 w 1728164"/>
              <a:gd name="csY9656" fmla="*/ 1114653 h 1114902"/>
              <a:gd name="csX9657" fmla="*/ 1669057 w 1728164"/>
              <a:gd name="csY9657" fmla="*/ 1114662 h 1114902"/>
              <a:gd name="csX9658" fmla="*/ 1669226 w 1728164"/>
              <a:gd name="csY9658" fmla="*/ 1114662 h 1114902"/>
              <a:gd name="csX9659" fmla="*/ 1669404 w 1728164"/>
              <a:gd name="csY9659" fmla="*/ 1114662 h 1114902"/>
              <a:gd name="csX9660" fmla="*/ 1669573 w 1728164"/>
              <a:gd name="csY9660" fmla="*/ 1114662 h 1114902"/>
              <a:gd name="csX9661" fmla="*/ 1669751 w 1728164"/>
              <a:gd name="csY9661" fmla="*/ 1114662 h 1114902"/>
              <a:gd name="csX9662" fmla="*/ 1669920 w 1728164"/>
              <a:gd name="csY9662" fmla="*/ 1114662 h 1114902"/>
              <a:gd name="csX9663" fmla="*/ 1670089 w 1728164"/>
              <a:gd name="csY9663" fmla="*/ 1114662 h 1114902"/>
              <a:gd name="csX9664" fmla="*/ 1670267 w 1728164"/>
              <a:gd name="csY9664" fmla="*/ 1114662 h 1114902"/>
              <a:gd name="csX9665" fmla="*/ 1670436 w 1728164"/>
              <a:gd name="csY9665" fmla="*/ 1114662 h 1114902"/>
              <a:gd name="csX9666" fmla="*/ 1670614 w 1728164"/>
              <a:gd name="csY9666" fmla="*/ 1114671 h 1114902"/>
              <a:gd name="csX9667" fmla="*/ 1670783 w 1728164"/>
              <a:gd name="csY9667" fmla="*/ 1114671 h 1114902"/>
              <a:gd name="csX9668" fmla="*/ 1670961 w 1728164"/>
              <a:gd name="csY9668" fmla="*/ 1114671 h 1114902"/>
              <a:gd name="csX9669" fmla="*/ 1671130 w 1728164"/>
              <a:gd name="csY9669" fmla="*/ 1114671 h 1114902"/>
              <a:gd name="csX9670" fmla="*/ 1671299 w 1728164"/>
              <a:gd name="csY9670" fmla="*/ 1114671 h 1114902"/>
              <a:gd name="csX9671" fmla="*/ 1671477 w 1728164"/>
              <a:gd name="csY9671" fmla="*/ 1114671 h 1114902"/>
              <a:gd name="csX9672" fmla="*/ 1671646 w 1728164"/>
              <a:gd name="csY9672" fmla="*/ 1114671 h 1114902"/>
              <a:gd name="csX9673" fmla="*/ 1671824 w 1728164"/>
              <a:gd name="csY9673" fmla="*/ 1114671 h 1114902"/>
              <a:gd name="csX9674" fmla="*/ 1671993 w 1728164"/>
              <a:gd name="csY9674" fmla="*/ 1114671 h 1114902"/>
              <a:gd name="csX9675" fmla="*/ 1672171 w 1728164"/>
              <a:gd name="csY9675" fmla="*/ 1114680 h 1114902"/>
              <a:gd name="csX9676" fmla="*/ 1672340 w 1728164"/>
              <a:gd name="csY9676" fmla="*/ 1114680 h 1114902"/>
              <a:gd name="csX9677" fmla="*/ 1672509 w 1728164"/>
              <a:gd name="csY9677" fmla="*/ 1114680 h 1114902"/>
              <a:gd name="csX9678" fmla="*/ 1672687 w 1728164"/>
              <a:gd name="csY9678" fmla="*/ 1114680 h 1114902"/>
              <a:gd name="csX9679" fmla="*/ 1672856 w 1728164"/>
              <a:gd name="csY9679" fmla="*/ 1114680 h 1114902"/>
              <a:gd name="csX9680" fmla="*/ 1673034 w 1728164"/>
              <a:gd name="csY9680" fmla="*/ 1114680 h 1114902"/>
              <a:gd name="csX9681" fmla="*/ 1673203 w 1728164"/>
              <a:gd name="csY9681" fmla="*/ 1114680 h 1114902"/>
              <a:gd name="csX9682" fmla="*/ 1673380 w 1728164"/>
              <a:gd name="csY9682" fmla="*/ 1114680 h 1114902"/>
              <a:gd name="csX9683" fmla="*/ 1673550 w 1728164"/>
              <a:gd name="csY9683" fmla="*/ 1114680 h 1114902"/>
              <a:gd name="csX9684" fmla="*/ 1673719 w 1728164"/>
              <a:gd name="csY9684" fmla="*/ 1114680 h 1114902"/>
              <a:gd name="csX9685" fmla="*/ 1673896 w 1728164"/>
              <a:gd name="csY9685" fmla="*/ 1114689 h 1114902"/>
              <a:gd name="csX9686" fmla="*/ 1674065 w 1728164"/>
              <a:gd name="csY9686" fmla="*/ 1114689 h 1114902"/>
              <a:gd name="csX9687" fmla="*/ 1674244 w 1728164"/>
              <a:gd name="csY9687" fmla="*/ 1114689 h 1114902"/>
              <a:gd name="csX9688" fmla="*/ 1674413 w 1728164"/>
              <a:gd name="csY9688" fmla="*/ 1114689 h 1114902"/>
              <a:gd name="csX9689" fmla="*/ 1674590 w 1728164"/>
              <a:gd name="csY9689" fmla="*/ 1114689 h 1114902"/>
              <a:gd name="csX9690" fmla="*/ 1674759 w 1728164"/>
              <a:gd name="csY9690" fmla="*/ 1114689 h 1114902"/>
              <a:gd name="csX9691" fmla="*/ 1674928 w 1728164"/>
              <a:gd name="csY9691" fmla="*/ 1114689 h 1114902"/>
              <a:gd name="csX9692" fmla="*/ 1675106 w 1728164"/>
              <a:gd name="csY9692" fmla="*/ 1114689 h 1114902"/>
              <a:gd name="csX9693" fmla="*/ 1675275 w 1728164"/>
              <a:gd name="csY9693" fmla="*/ 1114689 h 1114902"/>
              <a:gd name="csX9694" fmla="*/ 1675453 w 1728164"/>
              <a:gd name="csY9694" fmla="*/ 1114689 h 1114902"/>
              <a:gd name="csX9695" fmla="*/ 1675622 w 1728164"/>
              <a:gd name="csY9695" fmla="*/ 1114698 h 1114902"/>
              <a:gd name="csX9696" fmla="*/ 1675800 w 1728164"/>
              <a:gd name="csY9696" fmla="*/ 1114698 h 1114902"/>
              <a:gd name="csX9697" fmla="*/ 1675969 w 1728164"/>
              <a:gd name="csY9697" fmla="*/ 1114698 h 1114902"/>
              <a:gd name="csX9698" fmla="*/ 1676138 w 1728164"/>
              <a:gd name="csY9698" fmla="*/ 1114698 h 1114902"/>
              <a:gd name="csX9699" fmla="*/ 1676316 w 1728164"/>
              <a:gd name="csY9699" fmla="*/ 1114698 h 1114902"/>
              <a:gd name="csX9700" fmla="*/ 1676485 w 1728164"/>
              <a:gd name="csY9700" fmla="*/ 1114698 h 1114902"/>
              <a:gd name="csX9701" fmla="*/ 1676663 w 1728164"/>
              <a:gd name="csY9701" fmla="*/ 1114698 h 1114902"/>
              <a:gd name="csX9702" fmla="*/ 1676832 w 1728164"/>
              <a:gd name="csY9702" fmla="*/ 1114698 h 1114902"/>
              <a:gd name="csX9703" fmla="*/ 1677010 w 1728164"/>
              <a:gd name="csY9703" fmla="*/ 1114698 h 1114902"/>
              <a:gd name="csX9704" fmla="*/ 1677179 w 1728164"/>
              <a:gd name="csY9704" fmla="*/ 1114698 h 1114902"/>
              <a:gd name="csX9705" fmla="*/ 1677348 w 1728164"/>
              <a:gd name="csY9705" fmla="*/ 1114698 h 1114902"/>
              <a:gd name="csX9706" fmla="*/ 1677526 w 1728164"/>
              <a:gd name="csY9706" fmla="*/ 1114707 h 1114902"/>
              <a:gd name="csX9707" fmla="*/ 1677695 w 1728164"/>
              <a:gd name="csY9707" fmla="*/ 1114707 h 1114902"/>
              <a:gd name="csX9708" fmla="*/ 1677873 w 1728164"/>
              <a:gd name="csY9708" fmla="*/ 1114707 h 1114902"/>
              <a:gd name="csX9709" fmla="*/ 1678042 w 1728164"/>
              <a:gd name="csY9709" fmla="*/ 1114707 h 1114902"/>
              <a:gd name="csX9710" fmla="*/ 1678220 w 1728164"/>
              <a:gd name="csY9710" fmla="*/ 1114707 h 1114902"/>
              <a:gd name="csX9711" fmla="*/ 1678389 w 1728164"/>
              <a:gd name="csY9711" fmla="*/ 1114707 h 1114902"/>
              <a:gd name="csX9712" fmla="*/ 1678558 w 1728164"/>
              <a:gd name="csY9712" fmla="*/ 1114707 h 1114902"/>
              <a:gd name="csX9713" fmla="*/ 1678736 w 1728164"/>
              <a:gd name="csY9713" fmla="*/ 1114707 h 1114902"/>
              <a:gd name="csX9714" fmla="*/ 1678905 w 1728164"/>
              <a:gd name="csY9714" fmla="*/ 1114707 h 1114902"/>
              <a:gd name="csX9715" fmla="*/ 1679083 w 1728164"/>
              <a:gd name="csY9715" fmla="*/ 1114707 h 1114902"/>
              <a:gd name="csX9716" fmla="*/ 1679252 w 1728164"/>
              <a:gd name="csY9716" fmla="*/ 1114707 h 1114902"/>
              <a:gd name="csX9717" fmla="*/ 1679430 w 1728164"/>
              <a:gd name="csY9717" fmla="*/ 1114716 h 1114902"/>
              <a:gd name="csX9718" fmla="*/ 1679599 w 1728164"/>
              <a:gd name="csY9718" fmla="*/ 1114716 h 1114902"/>
              <a:gd name="csX9719" fmla="*/ 1679768 w 1728164"/>
              <a:gd name="csY9719" fmla="*/ 1114716 h 1114902"/>
              <a:gd name="csX9720" fmla="*/ 1679946 w 1728164"/>
              <a:gd name="csY9720" fmla="*/ 1114716 h 1114902"/>
              <a:gd name="csX9721" fmla="*/ 1680115 w 1728164"/>
              <a:gd name="csY9721" fmla="*/ 1114716 h 1114902"/>
              <a:gd name="csX9722" fmla="*/ 1680293 w 1728164"/>
              <a:gd name="csY9722" fmla="*/ 1114716 h 1114902"/>
              <a:gd name="csX9723" fmla="*/ 1680462 w 1728164"/>
              <a:gd name="csY9723" fmla="*/ 1114716 h 1114902"/>
              <a:gd name="csX9724" fmla="*/ 1680631 w 1728164"/>
              <a:gd name="csY9724" fmla="*/ 1114716 h 1114902"/>
              <a:gd name="csX9725" fmla="*/ 1680809 w 1728164"/>
              <a:gd name="csY9725" fmla="*/ 1114716 h 1114902"/>
              <a:gd name="csX9726" fmla="*/ 1680978 w 1728164"/>
              <a:gd name="csY9726" fmla="*/ 1114716 h 1114902"/>
              <a:gd name="csX9727" fmla="*/ 1681156 w 1728164"/>
              <a:gd name="csY9727" fmla="*/ 1114716 h 1114902"/>
              <a:gd name="csX9728" fmla="*/ 1681325 w 1728164"/>
              <a:gd name="csY9728" fmla="*/ 1114725 h 1114902"/>
              <a:gd name="csX9729" fmla="*/ 1681503 w 1728164"/>
              <a:gd name="csY9729" fmla="*/ 1114725 h 1114902"/>
              <a:gd name="csX9730" fmla="*/ 1681672 w 1728164"/>
              <a:gd name="csY9730" fmla="*/ 1114725 h 1114902"/>
              <a:gd name="csX9731" fmla="*/ 1681841 w 1728164"/>
              <a:gd name="csY9731" fmla="*/ 1114725 h 1114902"/>
              <a:gd name="csX9732" fmla="*/ 1682019 w 1728164"/>
              <a:gd name="csY9732" fmla="*/ 1114725 h 1114902"/>
              <a:gd name="csX9733" fmla="*/ 1682188 w 1728164"/>
              <a:gd name="csY9733" fmla="*/ 1114725 h 1114902"/>
              <a:gd name="csX9734" fmla="*/ 1682366 w 1728164"/>
              <a:gd name="csY9734" fmla="*/ 1114725 h 1114902"/>
              <a:gd name="csX9735" fmla="*/ 1682535 w 1728164"/>
              <a:gd name="csY9735" fmla="*/ 1114725 h 1114902"/>
              <a:gd name="csX9736" fmla="*/ 1682713 w 1728164"/>
              <a:gd name="csY9736" fmla="*/ 1114725 h 1114902"/>
              <a:gd name="csX9737" fmla="*/ 1682882 w 1728164"/>
              <a:gd name="csY9737" fmla="*/ 1114725 h 1114902"/>
              <a:gd name="csX9738" fmla="*/ 1683051 w 1728164"/>
              <a:gd name="csY9738" fmla="*/ 1114725 h 1114902"/>
              <a:gd name="csX9739" fmla="*/ 1683229 w 1728164"/>
              <a:gd name="csY9739" fmla="*/ 1114725 h 1114902"/>
              <a:gd name="csX9740" fmla="*/ 1683398 w 1728164"/>
              <a:gd name="csY9740" fmla="*/ 1114733 h 1114902"/>
              <a:gd name="csX9741" fmla="*/ 1683576 w 1728164"/>
              <a:gd name="csY9741" fmla="*/ 1114733 h 1114902"/>
              <a:gd name="csX9742" fmla="*/ 1683745 w 1728164"/>
              <a:gd name="csY9742" fmla="*/ 1114733 h 1114902"/>
              <a:gd name="csX9743" fmla="*/ 1683923 w 1728164"/>
              <a:gd name="csY9743" fmla="*/ 1114733 h 1114902"/>
              <a:gd name="csX9744" fmla="*/ 1684092 w 1728164"/>
              <a:gd name="csY9744" fmla="*/ 1114733 h 1114902"/>
              <a:gd name="csX9745" fmla="*/ 1684261 w 1728164"/>
              <a:gd name="csY9745" fmla="*/ 1114733 h 1114902"/>
              <a:gd name="csX9746" fmla="*/ 1684439 w 1728164"/>
              <a:gd name="csY9746" fmla="*/ 1114733 h 1114902"/>
              <a:gd name="csX9747" fmla="*/ 1684608 w 1728164"/>
              <a:gd name="csY9747" fmla="*/ 1114733 h 1114902"/>
              <a:gd name="csX9748" fmla="*/ 1684786 w 1728164"/>
              <a:gd name="csY9748" fmla="*/ 1114733 h 1114902"/>
              <a:gd name="csX9749" fmla="*/ 1684955 w 1728164"/>
              <a:gd name="csY9749" fmla="*/ 1114733 h 1114902"/>
              <a:gd name="csX9750" fmla="*/ 1685133 w 1728164"/>
              <a:gd name="csY9750" fmla="*/ 1114733 h 1114902"/>
              <a:gd name="csX9751" fmla="*/ 1685302 w 1728164"/>
              <a:gd name="csY9751" fmla="*/ 1114733 h 1114902"/>
              <a:gd name="csX9752" fmla="*/ 1685471 w 1728164"/>
              <a:gd name="csY9752" fmla="*/ 1114733 h 1114902"/>
              <a:gd name="csX9753" fmla="*/ 1685649 w 1728164"/>
              <a:gd name="csY9753" fmla="*/ 1114742 h 1114902"/>
              <a:gd name="csX9754" fmla="*/ 1685818 w 1728164"/>
              <a:gd name="csY9754" fmla="*/ 1114742 h 1114902"/>
              <a:gd name="csX9755" fmla="*/ 1685996 w 1728164"/>
              <a:gd name="csY9755" fmla="*/ 1114742 h 1114902"/>
              <a:gd name="csX9756" fmla="*/ 1686165 w 1728164"/>
              <a:gd name="csY9756" fmla="*/ 1114742 h 1114902"/>
              <a:gd name="csX9757" fmla="*/ 1686343 w 1728164"/>
              <a:gd name="csY9757" fmla="*/ 1114742 h 1114902"/>
              <a:gd name="csX9758" fmla="*/ 1686512 w 1728164"/>
              <a:gd name="csY9758" fmla="*/ 1114742 h 1114902"/>
              <a:gd name="csX9759" fmla="*/ 1686681 w 1728164"/>
              <a:gd name="csY9759" fmla="*/ 1114742 h 1114902"/>
              <a:gd name="csX9760" fmla="*/ 1686859 w 1728164"/>
              <a:gd name="csY9760" fmla="*/ 1114742 h 1114902"/>
              <a:gd name="csX9761" fmla="*/ 1687028 w 1728164"/>
              <a:gd name="csY9761" fmla="*/ 1114742 h 1114902"/>
              <a:gd name="csX9762" fmla="*/ 1687206 w 1728164"/>
              <a:gd name="csY9762" fmla="*/ 1114742 h 1114902"/>
              <a:gd name="csX9763" fmla="*/ 1687375 w 1728164"/>
              <a:gd name="csY9763" fmla="*/ 1114742 h 1114902"/>
              <a:gd name="csX9764" fmla="*/ 1687553 w 1728164"/>
              <a:gd name="csY9764" fmla="*/ 1114742 h 1114902"/>
              <a:gd name="csX9765" fmla="*/ 1687722 w 1728164"/>
              <a:gd name="csY9765" fmla="*/ 1114742 h 1114902"/>
              <a:gd name="csX9766" fmla="*/ 1687891 w 1728164"/>
              <a:gd name="csY9766" fmla="*/ 1114751 h 1114902"/>
              <a:gd name="csX9767" fmla="*/ 1688068 w 1728164"/>
              <a:gd name="csY9767" fmla="*/ 1114751 h 1114902"/>
              <a:gd name="csX9768" fmla="*/ 1688238 w 1728164"/>
              <a:gd name="csY9768" fmla="*/ 1114751 h 1114902"/>
              <a:gd name="csX9769" fmla="*/ 1688416 w 1728164"/>
              <a:gd name="csY9769" fmla="*/ 1114751 h 1114902"/>
              <a:gd name="csX9770" fmla="*/ 1688585 w 1728164"/>
              <a:gd name="csY9770" fmla="*/ 1114751 h 1114902"/>
              <a:gd name="csX9771" fmla="*/ 1688762 w 1728164"/>
              <a:gd name="csY9771" fmla="*/ 1114751 h 1114902"/>
              <a:gd name="csX9772" fmla="*/ 1688931 w 1728164"/>
              <a:gd name="csY9772" fmla="*/ 1114751 h 1114902"/>
              <a:gd name="csX9773" fmla="*/ 1689101 w 1728164"/>
              <a:gd name="csY9773" fmla="*/ 1114751 h 1114902"/>
              <a:gd name="csX9774" fmla="*/ 1689278 w 1728164"/>
              <a:gd name="csY9774" fmla="*/ 1114751 h 1114902"/>
              <a:gd name="csX9775" fmla="*/ 1689447 w 1728164"/>
              <a:gd name="csY9775" fmla="*/ 1114751 h 1114902"/>
              <a:gd name="csX9776" fmla="*/ 1689625 w 1728164"/>
              <a:gd name="csY9776" fmla="*/ 1114751 h 1114902"/>
              <a:gd name="csX9777" fmla="*/ 1689795 w 1728164"/>
              <a:gd name="csY9777" fmla="*/ 1114751 h 1114902"/>
              <a:gd name="csX9778" fmla="*/ 1689972 w 1728164"/>
              <a:gd name="csY9778" fmla="*/ 1114751 h 1114902"/>
              <a:gd name="csX9779" fmla="*/ 1690141 w 1728164"/>
              <a:gd name="csY9779" fmla="*/ 1114760 h 1114902"/>
              <a:gd name="csX9780" fmla="*/ 1690310 w 1728164"/>
              <a:gd name="csY9780" fmla="*/ 1114760 h 1114902"/>
              <a:gd name="csX9781" fmla="*/ 1690488 w 1728164"/>
              <a:gd name="csY9781" fmla="*/ 1114760 h 1114902"/>
              <a:gd name="csX9782" fmla="*/ 1690657 w 1728164"/>
              <a:gd name="csY9782" fmla="*/ 1114760 h 1114902"/>
              <a:gd name="csX9783" fmla="*/ 1690835 w 1728164"/>
              <a:gd name="csY9783" fmla="*/ 1114760 h 1114902"/>
              <a:gd name="csX9784" fmla="*/ 1691004 w 1728164"/>
              <a:gd name="csY9784" fmla="*/ 1114760 h 1114902"/>
              <a:gd name="csX9785" fmla="*/ 1691182 w 1728164"/>
              <a:gd name="csY9785" fmla="*/ 1114760 h 1114902"/>
              <a:gd name="csX9786" fmla="*/ 1691351 w 1728164"/>
              <a:gd name="csY9786" fmla="*/ 1114760 h 1114902"/>
              <a:gd name="csX9787" fmla="*/ 1691520 w 1728164"/>
              <a:gd name="csY9787" fmla="*/ 1114760 h 1114902"/>
              <a:gd name="csX9788" fmla="*/ 1691698 w 1728164"/>
              <a:gd name="csY9788" fmla="*/ 1114760 h 1114902"/>
              <a:gd name="csX9789" fmla="*/ 1691867 w 1728164"/>
              <a:gd name="csY9789" fmla="*/ 1114760 h 1114902"/>
              <a:gd name="csX9790" fmla="*/ 1692045 w 1728164"/>
              <a:gd name="csY9790" fmla="*/ 1114760 h 1114902"/>
              <a:gd name="csX9791" fmla="*/ 1692214 w 1728164"/>
              <a:gd name="csY9791" fmla="*/ 1114760 h 1114902"/>
              <a:gd name="csX9792" fmla="*/ 1692392 w 1728164"/>
              <a:gd name="csY9792" fmla="*/ 1114760 h 1114902"/>
              <a:gd name="csX9793" fmla="*/ 1692561 w 1728164"/>
              <a:gd name="csY9793" fmla="*/ 1114760 h 1114902"/>
              <a:gd name="csX9794" fmla="*/ 1692730 w 1728164"/>
              <a:gd name="csY9794" fmla="*/ 1114769 h 1114902"/>
              <a:gd name="csX9795" fmla="*/ 1692908 w 1728164"/>
              <a:gd name="csY9795" fmla="*/ 1114769 h 1114902"/>
              <a:gd name="csX9796" fmla="*/ 1693077 w 1728164"/>
              <a:gd name="csY9796" fmla="*/ 1114769 h 1114902"/>
              <a:gd name="csX9797" fmla="*/ 1693255 w 1728164"/>
              <a:gd name="csY9797" fmla="*/ 1114769 h 1114902"/>
              <a:gd name="csX9798" fmla="*/ 1693424 w 1728164"/>
              <a:gd name="csY9798" fmla="*/ 1114769 h 1114902"/>
              <a:gd name="csX9799" fmla="*/ 1693602 w 1728164"/>
              <a:gd name="csY9799" fmla="*/ 1114769 h 1114902"/>
              <a:gd name="csX9800" fmla="*/ 1693771 w 1728164"/>
              <a:gd name="csY9800" fmla="*/ 1114769 h 1114902"/>
              <a:gd name="csX9801" fmla="*/ 1693940 w 1728164"/>
              <a:gd name="csY9801" fmla="*/ 1114769 h 1114902"/>
              <a:gd name="csX9802" fmla="*/ 1694118 w 1728164"/>
              <a:gd name="csY9802" fmla="*/ 1114769 h 1114902"/>
              <a:gd name="csX9803" fmla="*/ 1694287 w 1728164"/>
              <a:gd name="csY9803" fmla="*/ 1114769 h 1114902"/>
              <a:gd name="csX9804" fmla="*/ 1694465 w 1728164"/>
              <a:gd name="csY9804" fmla="*/ 1114769 h 1114902"/>
              <a:gd name="csX9805" fmla="*/ 1694634 w 1728164"/>
              <a:gd name="csY9805" fmla="*/ 1114769 h 1114902"/>
              <a:gd name="csX9806" fmla="*/ 1694812 w 1728164"/>
              <a:gd name="csY9806" fmla="*/ 1114769 h 1114902"/>
              <a:gd name="csX9807" fmla="*/ 1694981 w 1728164"/>
              <a:gd name="csY9807" fmla="*/ 1114769 h 1114902"/>
              <a:gd name="csX9808" fmla="*/ 1695150 w 1728164"/>
              <a:gd name="csY9808" fmla="*/ 1114769 h 1114902"/>
              <a:gd name="csX9809" fmla="*/ 1695328 w 1728164"/>
              <a:gd name="csY9809" fmla="*/ 1114778 h 1114902"/>
              <a:gd name="csX9810" fmla="*/ 1695497 w 1728164"/>
              <a:gd name="csY9810" fmla="*/ 1114778 h 1114902"/>
              <a:gd name="csX9811" fmla="*/ 1695675 w 1728164"/>
              <a:gd name="csY9811" fmla="*/ 1114778 h 1114902"/>
              <a:gd name="csX9812" fmla="*/ 1695844 w 1728164"/>
              <a:gd name="csY9812" fmla="*/ 1114778 h 1114902"/>
              <a:gd name="csX9813" fmla="*/ 1696022 w 1728164"/>
              <a:gd name="csY9813" fmla="*/ 1114778 h 1114902"/>
              <a:gd name="csX9814" fmla="*/ 1696191 w 1728164"/>
              <a:gd name="csY9814" fmla="*/ 1114778 h 1114902"/>
              <a:gd name="csX9815" fmla="*/ 1696360 w 1728164"/>
              <a:gd name="csY9815" fmla="*/ 1114778 h 1114902"/>
              <a:gd name="csX9816" fmla="*/ 1696538 w 1728164"/>
              <a:gd name="csY9816" fmla="*/ 1114778 h 1114902"/>
              <a:gd name="csX9817" fmla="*/ 1696707 w 1728164"/>
              <a:gd name="csY9817" fmla="*/ 1114778 h 1114902"/>
              <a:gd name="csX9818" fmla="*/ 1696885 w 1728164"/>
              <a:gd name="csY9818" fmla="*/ 1114778 h 1114902"/>
              <a:gd name="csX9819" fmla="*/ 1697054 w 1728164"/>
              <a:gd name="csY9819" fmla="*/ 1114778 h 1114902"/>
              <a:gd name="csX9820" fmla="*/ 1697232 w 1728164"/>
              <a:gd name="csY9820" fmla="*/ 1114778 h 1114902"/>
              <a:gd name="csX9821" fmla="*/ 1697401 w 1728164"/>
              <a:gd name="csY9821" fmla="*/ 1114778 h 1114902"/>
              <a:gd name="csX9822" fmla="*/ 1697570 w 1728164"/>
              <a:gd name="csY9822" fmla="*/ 1114778 h 1114902"/>
              <a:gd name="csX9823" fmla="*/ 1697748 w 1728164"/>
              <a:gd name="csY9823" fmla="*/ 1114778 h 1114902"/>
              <a:gd name="csX9824" fmla="*/ 1697917 w 1728164"/>
              <a:gd name="csY9824" fmla="*/ 1114778 h 1114902"/>
              <a:gd name="csX9825" fmla="*/ 1698095 w 1728164"/>
              <a:gd name="csY9825" fmla="*/ 1114787 h 1114902"/>
              <a:gd name="csX9826" fmla="*/ 1698264 w 1728164"/>
              <a:gd name="csY9826" fmla="*/ 1114787 h 1114902"/>
              <a:gd name="csX9827" fmla="*/ 1698442 w 1728164"/>
              <a:gd name="csY9827" fmla="*/ 1114787 h 1114902"/>
              <a:gd name="csX9828" fmla="*/ 1698611 w 1728164"/>
              <a:gd name="csY9828" fmla="*/ 1114787 h 1114902"/>
              <a:gd name="csX9829" fmla="*/ 1698780 w 1728164"/>
              <a:gd name="csY9829" fmla="*/ 1114787 h 1114902"/>
              <a:gd name="csX9830" fmla="*/ 1698958 w 1728164"/>
              <a:gd name="csY9830" fmla="*/ 1114787 h 1114902"/>
              <a:gd name="csX9831" fmla="*/ 1699127 w 1728164"/>
              <a:gd name="csY9831" fmla="*/ 1114787 h 1114902"/>
              <a:gd name="csX9832" fmla="*/ 1699305 w 1728164"/>
              <a:gd name="csY9832" fmla="*/ 1114787 h 1114902"/>
              <a:gd name="csX9833" fmla="*/ 1699474 w 1728164"/>
              <a:gd name="csY9833" fmla="*/ 1114787 h 1114902"/>
              <a:gd name="csX9834" fmla="*/ 1699643 w 1728164"/>
              <a:gd name="csY9834" fmla="*/ 1114787 h 1114902"/>
              <a:gd name="csX9835" fmla="*/ 1699821 w 1728164"/>
              <a:gd name="csY9835" fmla="*/ 1114787 h 1114902"/>
              <a:gd name="csX9836" fmla="*/ 1699990 w 1728164"/>
              <a:gd name="csY9836" fmla="*/ 1114787 h 1114902"/>
              <a:gd name="csX9837" fmla="*/ 1700168 w 1728164"/>
              <a:gd name="csY9837" fmla="*/ 1114787 h 1114902"/>
              <a:gd name="csX9838" fmla="*/ 1700337 w 1728164"/>
              <a:gd name="csY9838" fmla="*/ 1114787 h 1114902"/>
              <a:gd name="csX9839" fmla="*/ 1700515 w 1728164"/>
              <a:gd name="csY9839" fmla="*/ 1114787 h 1114902"/>
              <a:gd name="csX9840" fmla="*/ 1700684 w 1728164"/>
              <a:gd name="csY9840" fmla="*/ 1114787 h 1114902"/>
              <a:gd name="csX9841" fmla="*/ 1700853 w 1728164"/>
              <a:gd name="csY9841" fmla="*/ 1114787 h 1114902"/>
              <a:gd name="csX9842" fmla="*/ 1701031 w 1728164"/>
              <a:gd name="csY9842" fmla="*/ 1114796 h 1114902"/>
              <a:gd name="csX9843" fmla="*/ 1701200 w 1728164"/>
              <a:gd name="csY9843" fmla="*/ 1114796 h 1114902"/>
              <a:gd name="csX9844" fmla="*/ 1701378 w 1728164"/>
              <a:gd name="csY9844" fmla="*/ 1114796 h 1114902"/>
              <a:gd name="csX9845" fmla="*/ 1701547 w 1728164"/>
              <a:gd name="csY9845" fmla="*/ 1114796 h 1114902"/>
              <a:gd name="csX9846" fmla="*/ 1701725 w 1728164"/>
              <a:gd name="csY9846" fmla="*/ 1114796 h 1114902"/>
              <a:gd name="csX9847" fmla="*/ 1701894 w 1728164"/>
              <a:gd name="csY9847" fmla="*/ 1114796 h 1114902"/>
              <a:gd name="csX9848" fmla="*/ 1702063 w 1728164"/>
              <a:gd name="csY9848" fmla="*/ 1114796 h 1114902"/>
              <a:gd name="csX9849" fmla="*/ 1702241 w 1728164"/>
              <a:gd name="csY9849" fmla="*/ 1114796 h 1114902"/>
              <a:gd name="csX9850" fmla="*/ 1702410 w 1728164"/>
              <a:gd name="csY9850" fmla="*/ 1114796 h 1114902"/>
              <a:gd name="csX9851" fmla="*/ 1702588 w 1728164"/>
              <a:gd name="csY9851" fmla="*/ 1114796 h 1114902"/>
              <a:gd name="csX9852" fmla="*/ 1702757 w 1728164"/>
              <a:gd name="csY9852" fmla="*/ 1114796 h 1114902"/>
              <a:gd name="csX9853" fmla="*/ 1702935 w 1728164"/>
              <a:gd name="csY9853" fmla="*/ 1114796 h 1114902"/>
              <a:gd name="csX9854" fmla="*/ 1703104 w 1728164"/>
              <a:gd name="csY9854" fmla="*/ 1114796 h 1114902"/>
              <a:gd name="csX9855" fmla="*/ 1703273 w 1728164"/>
              <a:gd name="csY9855" fmla="*/ 1114796 h 1114902"/>
              <a:gd name="csX9856" fmla="*/ 1703450 w 1728164"/>
              <a:gd name="csY9856" fmla="*/ 1114796 h 1114902"/>
              <a:gd name="csX9857" fmla="*/ 1703619 w 1728164"/>
              <a:gd name="csY9857" fmla="*/ 1114796 h 1114902"/>
              <a:gd name="csX9858" fmla="*/ 1703798 w 1728164"/>
              <a:gd name="csY9858" fmla="*/ 1114796 h 1114902"/>
              <a:gd name="csX9859" fmla="*/ 1703967 w 1728164"/>
              <a:gd name="csY9859" fmla="*/ 1114796 h 1114902"/>
              <a:gd name="csX9860" fmla="*/ 1704144 w 1728164"/>
              <a:gd name="csY9860" fmla="*/ 1114805 h 1114902"/>
              <a:gd name="csX9861" fmla="*/ 1704313 w 1728164"/>
              <a:gd name="csY9861" fmla="*/ 1114805 h 1114902"/>
              <a:gd name="csX9862" fmla="*/ 1704483 w 1728164"/>
              <a:gd name="csY9862" fmla="*/ 1114805 h 1114902"/>
              <a:gd name="csX9863" fmla="*/ 1704660 w 1728164"/>
              <a:gd name="csY9863" fmla="*/ 1114805 h 1114902"/>
              <a:gd name="csX9864" fmla="*/ 1704829 w 1728164"/>
              <a:gd name="csY9864" fmla="*/ 1114805 h 1114902"/>
              <a:gd name="csX9865" fmla="*/ 1705007 w 1728164"/>
              <a:gd name="csY9865" fmla="*/ 1114805 h 1114902"/>
              <a:gd name="csX9866" fmla="*/ 1705176 w 1728164"/>
              <a:gd name="csY9866" fmla="*/ 1114805 h 1114902"/>
              <a:gd name="csX9867" fmla="*/ 1705354 w 1728164"/>
              <a:gd name="csY9867" fmla="*/ 1114805 h 1114902"/>
              <a:gd name="csX9868" fmla="*/ 1705523 w 1728164"/>
              <a:gd name="csY9868" fmla="*/ 1114805 h 1114902"/>
              <a:gd name="csX9869" fmla="*/ 1705692 w 1728164"/>
              <a:gd name="csY9869" fmla="*/ 1114805 h 1114902"/>
              <a:gd name="csX9870" fmla="*/ 1705870 w 1728164"/>
              <a:gd name="csY9870" fmla="*/ 1114805 h 1114902"/>
              <a:gd name="csX9871" fmla="*/ 1706039 w 1728164"/>
              <a:gd name="csY9871" fmla="*/ 1114805 h 1114902"/>
              <a:gd name="csX9872" fmla="*/ 1706217 w 1728164"/>
              <a:gd name="csY9872" fmla="*/ 1114805 h 1114902"/>
              <a:gd name="csX9873" fmla="*/ 1706386 w 1728164"/>
              <a:gd name="csY9873" fmla="*/ 1114805 h 1114902"/>
              <a:gd name="csX9874" fmla="*/ 1706564 w 1728164"/>
              <a:gd name="csY9874" fmla="*/ 1114805 h 1114902"/>
              <a:gd name="csX9875" fmla="*/ 1706733 w 1728164"/>
              <a:gd name="csY9875" fmla="*/ 1114805 h 1114902"/>
              <a:gd name="csX9876" fmla="*/ 1706902 w 1728164"/>
              <a:gd name="csY9876" fmla="*/ 1114805 h 1114902"/>
              <a:gd name="csX9877" fmla="*/ 1707080 w 1728164"/>
              <a:gd name="csY9877" fmla="*/ 1114805 h 1114902"/>
              <a:gd name="csX9878" fmla="*/ 1707249 w 1728164"/>
              <a:gd name="csY9878" fmla="*/ 1114805 h 1114902"/>
              <a:gd name="csX9879" fmla="*/ 1707427 w 1728164"/>
              <a:gd name="csY9879" fmla="*/ 1114813 h 1114902"/>
              <a:gd name="csX9880" fmla="*/ 1707596 w 1728164"/>
              <a:gd name="csY9880" fmla="*/ 1114813 h 1114902"/>
              <a:gd name="csX9881" fmla="*/ 1707774 w 1728164"/>
              <a:gd name="csY9881" fmla="*/ 1114813 h 1114902"/>
              <a:gd name="csX9882" fmla="*/ 1707943 w 1728164"/>
              <a:gd name="csY9882" fmla="*/ 1114813 h 1114902"/>
              <a:gd name="csX9883" fmla="*/ 1708112 w 1728164"/>
              <a:gd name="csY9883" fmla="*/ 1114813 h 1114902"/>
              <a:gd name="csX9884" fmla="*/ 1708290 w 1728164"/>
              <a:gd name="csY9884" fmla="*/ 1114813 h 1114902"/>
              <a:gd name="csX9885" fmla="*/ 1708459 w 1728164"/>
              <a:gd name="csY9885" fmla="*/ 1114813 h 1114902"/>
              <a:gd name="csX9886" fmla="*/ 1708637 w 1728164"/>
              <a:gd name="csY9886" fmla="*/ 1114813 h 1114902"/>
              <a:gd name="csX9887" fmla="*/ 1708806 w 1728164"/>
              <a:gd name="csY9887" fmla="*/ 1114813 h 1114902"/>
              <a:gd name="csX9888" fmla="*/ 1708984 w 1728164"/>
              <a:gd name="csY9888" fmla="*/ 1114813 h 1114902"/>
              <a:gd name="csX9889" fmla="*/ 1709153 w 1728164"/>
              <a:gd name="csY9889" fmla="*/ 1114813 h 1114902"/>
              <a:gd name="csX9890" fmla="*/ 1709322 w 1728164"/>
              <a:gd name="csY9890" fmla="*/ 1114813 h 1114902"/>
              <a:gd name="csX9891" fmla="*/ 1709500 w 1728164"/>
              <a:gd name="csY9891" fmla="*/ 1114813 h 1114902"/>
              <a:gd name="csX9892" fmla="*/ 1709669 w 1728164"/>
              <a:gd name="csY9892" fmla="*/ 1114813 h 1114902"/>
              <a:gd name="csX9893" fmla="*/ 1709847 w 1728164"/>
              <a:gd name="csY9893" fmla="*/ 1114813 h 1114902"/>
              <a:gd name="csX9894" fmla="*/ 1710016 w 1728164"/>
              <a:gd name="csY9894" fmla="*/ 1114813 h 1114902"/>
              <a:gd name="csX9895" fmla="*/ 1710194 w 1728164"/>
              <a:gd name="csY9895" fmla="*/ 1114813 h 1114902"/>
              <a:gd name="csX9896" fmla="*/ 1710363 w 1728164"/>
              <a:gd name="csY9896" fmla="*/ 1114813 h 1114902"/>
              <a:gd name="csX9897" fmla="*/ 1710532 w 1728164"/>
              <a:gd name="csY9897" fmla="*/ 1114813 h 1114902"/>
              <a:gd name="csX9898" fmla="*/ 1710710 w 1728164"/>
              <a:gd name="csY9898" fmla="*/ 1114813 h 1114902"/>
              <a:gd name="csX9899" fmla="*/ 1710879 w 1728164"/>
              <a:gd name="csY9899" fmla="*/ 1114813 h 1114902"/>
              <a:gd name="csX9900" fmla="*/ 1711057 w 1728164"/>
              <a:gd name="csY9900" fmla="*/ 1114822 h 1114902"/>
              <a:gd name="csX9901" fmla="*/ 1711226 w 1728164"/>
              <a:gd name="csY9901" fmla="*/ 1114822 h 1114902"/>
              <a:gd name="csX9902" fmla="*/ 1711404 w 1728164"/>
              <a:gd name="csY9902" fmla="*/ 1114822 h 1114902"/>
              <a:gd name="csX9903" fmla="*/ 1711573 w 1728164"/>
              <a:gd name="csY9903" fmla="*/ 1114822 h 1114902"/>
              <a:gd name="csX9904" fmla="*/ 1711742 w 1728164"/>
              <a:gd name="csY9904" fmla="*/ 1114822 h 1114902"/>
              <a:gd name="csX9905" fmla="*/ 1711920 w 1728164"/>
              <a:gd name="csY9905" fmla="*/ 1114822 h 1114902"/>
              <a:gd name="csX9906" fmla="*/ 1712089 w 1728164"/>
              <a:gd name="csY9906" fmla="*/ 1114822 h 1114902"/>
              <a:gd name="csX9907" fmla="*/ 1712267 w 1728164"/>
              <a:gd name="csY9907" fmla="*/ 1114822 h 1114902"/>
              <a:gd name="csX9908" fmla="*/ 1712436 w 1728164"/>
              <a:gd name="csY9908" fmla="*/ 1114822 h 1114902"/>
              <a:gd name="csX9909" fmla="*/ 1712614 w 1728164"/>
              <a:gd name="csY9909" fmla="*/ 1114822 h 1114902"/>
              <a:gd name="csX9910" fmla="*/ 1712783 w 1728164"/>
              <a:gd name="csY9910" fmla="*/ 1114822 h 1114902"/>
              <a:gd name="csX9911" fmla="*/ 1712952 w 1728164"/>
              <a:gd name="csY9911" fmla="*/ 1114822 h 1114902"/>
              <a:gd name="csX9912" fmla="*/ 1713130 w 1728164"/>
              <a:gd name="csY9912" fmla="*/ 1114822 h 1114902"/>
              <a:gd name="csX9913" fmla="*/ 1713299 w 1728164"/>
              <a:gd name="csY9913" fmla="*/ 1114822 h 1114902"/>
              <a:gd name="csX9914" fmla="*/ 1713477 w 1728164"/>
              <a:gd name="csY9914" fmla="*/ 1114822 h 1114902"/>
              <a:gd name="csX9915" fmla="*/ 1713646 w 1728164"/>
              <a:gd name="csY9915" fmla="*/ 1114822 h 1114902"/>
              <a:gd name="csX9916" fmla="*/ 1713824 w 1728164"/>
              <a:gd name="csY9916" fmla="*/ 1114822 h 1114902"/>
              <a:gd name="csX9917" fmla="*/ 1713993 w 1728164"/>
              <a:gd name="csY9917" fmla="*/ 1114822 h 1114902"/>
              <a:gd name="csX9918" fmla="*/ 1714162 w 1728164"/>
              <a:gd name="csY9918" fmla="*/ 1114822 h 1114902"/>
              <a:gd name="csX9919" fmla="*/ 1714340 w 1728164"/>
              <a:gd name="csY9919" fmla="*/ 1114822 h 1114902"/>
              <a:gd name="csX9920" fmla="*/ 1714509 w 1728164"/>
              <a:gd name="csY9920" fmla="*/ 1114822 h 1114902"/>
              <a:gd name="csX9921" fmla="*/ 1714687 w 1728164"/>
              <a:gd name="csY9921" fmla="*/ 1114822 h 1114902"/>
              <a:gd name="csX9922" fmla="*/ 1714856 w 1728164"/>
              <a:gd name="csY9922" fmla="*/ 1114822 h 1114902"/>
              <a:gd name="csX9923" fmla="*/ 1715034 w 1728164"/>
              <a:gd name="csY9923" fmla="*/ 1114831 h 1114902"/>
              <a:gd name="csX9924" fmla="*/ 1715203 w 1728164"/>
              <a:gd name="csY9924" fmla="*/ 1114831 h 1114902"/>
              <a:gd name="csX9925" fmla="*/ 1715372 w 1728164"/>
              <a:gd name="csY9925" fmla="*/ 1114831 h 1114902"/>
              <a:gd name="csX9926" fmla="*/ 1715550 w 1728164"/>
              <a:gd name="csY9926" fmla="*/ 1114831 h 1114902"/>
              <a:gd name="csX9927" fmla="*/ 1715719 w 1728164"/>
              <a:gd name="csY9927" fmla="*/ 1114831 h 1114902"/>
              <a:gd name="csX9928" fmla="*/ 1715897 w 1728164"/>
              <a:gd name="csY9928" fmla="*/ 1114831 h 1114902"/>
              <a:gd name="csX9929" fmla="*/ 1716066 w 1728164"/>
              <a:gd name="csY9929" fmla="*/ 1114831 h 1114902"/>
              <a:gd name="csX9930" fmla="*/ 1716244 w 1728164"/>
              <a:gd name="csY9930" fmla="*/ 1114831 h 1114902"/>
              <a:gd name="csX9931" fmla="*/ 1716413 w 1728164"/>
              <a:gd name="csY9931" fmla="*/ 1114831 h 1114902"/>
              <a:gd name="csX9932" fmla="*/ 1716582 w 1728164"/>
              <a:gd name="csY9932" fmla="*/ 1114831 h 1114902"/>
              <a:gd name="csX9933" fmla="*/ 1716760 w 1728164"/>
              <a:gd name="csY9933" fmla="*/ 1114831 h 1114902"/>
              <a:gd name="csX9934" fmla="*/ 1716929 w 1728164"/>
              <a:gd name="csY9934" fmla="*/ 1114831 h 1114902"/>
              <a:gd name="csX9935" fmla="*/ 1717107 w 1728164"/>
              <a:gd name="csY9935" fmla="*/ 1114831 h 1114902"/>
              <a:gd name="csX9936" fmla="*/ 1717276 w 1728164"/>
              <a:gd name="csY9936" fmla="*/ 1114831 h 1114902"/>
              <a:gd name="csX9937" fmla="*/ 1717453 w 1728164"/>
              <a:gd name="csY9937" fmla="*/ 1114831 h 1114902"/>
              <a:gd name="csX9938" fmla="*/ 1717622 w 1728164"/>
              <a:gd name="csY9938" fmla="*/ 1114831 h 1114902"/>
              <a:gd name="csX9939" fmla="*/ 1717792 w 1728164"/>
              <a:gd name="csY9939" fmla="*/ 1114831 h 1114902"/>
              <a:gd name="csX9940" fmla="*/ 1717970 w 1728164"/>
              <a:gd name="csY9940" fmla="*/ 1114831 h 1114902"/>
              <a:gd name="csX9941" fmla="*/ 1718139 w 1728164"/>
              <a:gd name="csY9941" fmla="*/ 1114831 h 1114902"/>
              <a:gd name="csX9942" fmla="*/ 1718316 w 1728164"/>
              <a:gd name="csY9942" fmla="*/ 1114831 h 1114902"/>
              <a:gd name="csX9943" fmla="*/ 1718486 w 1728164"/>
              <a:gd name="csY9943" fmla="*/ 1114831 h 1114902"/>
              <a:gd name="csX9944" fmla="*/ 1718655 w 1728164"/>
              <a:gd name="csY9944" fmla="*/ 1114831 h 1114902"/>
              <a:gd name="csX9945" fmla="*/ 1718832 w 1728164"/>
              <a:gd name="csY9945" fmla="*/ 1114831 h 1114902"/>
              <a:gd name="csX9946" fmla="*/ 1719001 w 1728164"/>
              <a:gd name="csY9946" fmla="*/ 1114831 h 1114902"/>
              <a:gd name="csX9947" fmla="*/ 1719179 w 1728164"/>
              <a:gd name="csY9947" fmla="*/ 1114831 h 1114902"/>
              <a:gd name="csX9948" fmla="*/ 1719349 w 1728164"/>
              <a:gd name="csY9948" fmla="*/ 1114840 h 1114902"/>
              <a:gd name="csX9949" fmla="*/ 1719526 w 1728164"/>
              <a:gd name="csY9949" fmla="*/ 1114840 h 1114902"/>
              <a:gd name="csX9950" fmla="*/ 1719695 w 1728164"/>
              <a:gd name="csY9950" fmla="*/ 1114840 h 1114902"/>
              <a:gd name="csX9951" fmla="*/ 1719864 w 1728164"/>
              <a:gd name="csY9951" fmla="*/ 1114840 h 1114902"/>
              <a:gd name="csX9952" fmla="*/ 1720042 w 1728164"/>
              <a:gd name="csY9952" fmla="*/ 1114840 h 1114902"/>
              <a:gd name="csX9953" fmla="*/ 1720211 w 1728164"/>
              <a:gd name="csY9953" fmla="*/ 1114840 h 1114902"/>
              <a:gd name="csX9954" fmla="*/ 1720389 w 1728164"/>
              <a:gd name="csY9954" fmla="*/ 1114840 h 1114902"/>
              <a:gd name="csX9955" fmla="*/ 1720558 w 1728164"/>
              <a:gd name="csY9955" fmla="*/ 1114840 h 1114902"/>
              <a:gd name="csX9956" fmla="*/ 1720736 w 1728164"/>
              <a:gd name="csY9956" fmla="*/ 1114840 h 1114902"/>
              <a:gd name="csX9957" fmla="*/ 1720905 w 1728164"/>
              <a:gd name="csY9957" fmla="*/ 1114840 h 1114902"/>
              <a:gd name="csX9958" fmla="*/ 1721074 w 1728164"/>
              <a:gd name="csY9958" fmla="*/ 1114840 h 1114902"/>
              <a:gd name="csX9959" fmla="*/ 1721252 w 1728164"/>
              <a:gd name="csY9959" fmla="*/ 1114840 h 1114902"/>
              <a:gd name="csX9960" fmla="*/ 1721421 w 1728164"/>
              <a:gd name="csY9960" fmla="*/ 1114840 h 1114902"/>
              <a:gd name="csX9961" fmla="*/ 1721599 w 1728164"/>
              <a:gd name="csY9961" fmla="*/ 1114840 h 1114902"/>
              <a:gd name="csX9962" fmla="*/ 1721768 w 1728164"/>
              <a:gd name="csY9962" fmla="*/ 1114840 h 1114902"/>
              <a:gd name="csX9963" fmla="*/ 1721946 w 1728164"/>
              <a:gd name="csY9963" fmla="*/ 1114840 h 1114902"/>
              <a:gd name="csX9964" fmla="*/ 1722115 w 1728164"/>
              <a:gd name="csY9964" fmla="*/ 1114840 h 1114902"/>
              <a:gd name="csX9965" fmla="*/ 1722284 w 1728164"/>
              <a:gd name="csY9965" fmla="*/ 1114840 h 1114902"/>
              <a:gd name="csX9966" fmla="*/ 1722462 w 1728164"/>
              <a:gd name="csY9966" fmla="*/ 1114840 h 1114902"/>
              <a:gd name="csX9967" fmla="*/ 1722631 w 1728164"/>
              <a:gd name="csY9967" fmla="*/ 1114840 h 1114902"/>
              <a:gd name="csX9968" fmla="*/ 1722809 w 1728164"/>
              <a:gd name="csY9968" fmla="*/ 1114840 h 1114902"/>
              <a:gd name="csX9969" fmla="*/ 1722978 w 1728164"/>
              <a:gd name="csY9969" fmla="*/ 1114840 h 1114902"/>
              <a:gd name="csX9970" fmla="*/ 1723156 w 1728164"/>
              <a:gd name="csY9970" fmla="*/ 1114840 h 1114902"/>
              <a:gd name="csX9971" fmla="*/ 1723325 w 1728164"/>
              <a:gd name="csY9971" fmla="*/ 1114840 h 1114902"/>
              <a:gd name="csX9972" fmla="*/ 1723494 w 1728164"/>
              <a:gd name="csY9972" fmla="*/ 1114840 h 1114902"/>
              <a:gd name="csX9973" fmla="*/ 1723672 w 1728164"/>
              <a:gd name="csY9973" fmla="*/ 1114840 h 1114902"/>
              <a:gd name="csX9974" fmla="*/ 1723841 w 1728164"/>
              <a:gd name="csY9974" fmla="*/ 1114840 h 1114902"/>
              <a:gd name="csX9975" fmla="*/ 1724019 w 1728164"/>
              <a:gd name="csY9975" fmla="*/ 1114849 h 1114902"/>
              <a:gd name="csX9976" fmla="*/ 1724188 w 1728164"/>
              <a:gd name="csY9976" fmla="*/ 1114849 h 1114902"/>
              <a:gd name="csX9977" fmla="*/ 1724366 w 1728164"/>
              <a:gd name="csY9977" fmla="*/ 1114849 h 1114902"/>
              <a:gd name="csX9978" fmla="*/ 1724535 w 1728164"/>
              <a:gd name="csY9978" fmla="*/ 1114849 h 1114902"/>
              <a:gd name="csX9979" fmla="*/ 1724704 w 1728164"/>
              <a:gd name="csY9979" fmla="*/ 1114849 h 1114902"/>
              <a:gd name="csX9980" fmla="*/ 1724882 w 1728164"/>
              <a:gd name="csY9980" fmla="*/ 1114849 h 1114902"/>
              <a:gd name="csX9981" fmla="*/ 1725051 w 1728164"/>
              <a:gd name="csY9981" fmla="*/ 1114849 h 1114902"/>
              <a:gd name="csX9982" fmla="*/ 1725229 w 1728164"/>
              <a:gd name="csY9982" fmla="*/ 1114849 h 1114902"/>
              <a:gd name="csX9983" fmla="*/ 1725398 w 1728164"/>
              <a:gd name="csY9983" fmla="*/ 1114849 h 1114902"/>
              <a:gd name="csX9984" fmla="*/ 1725576 w 1728164"/>
              <a:gd name="csY9984" fmla="*/ 1114849 h 1114902"/>
              <a:gd name="csX9985" fmla="*/ 1725745 w 1728164"/>
              <a:gd name="csY9985" fmla="*/ 1114849 h 1114902"/>
              <a:gd name="csX9986" fmla="*/ 1725914 w 1728164"/>
              <a:gd name="csY9986" fmla="*/ 1114849 h 1114902"/>
              <a:gd name="csX9987" fmla="*/ 1726092 w 1728164"/>
              <a:gd name="csY9987" fmla="*/ 1114849 h 1114902"/>
              <a:gd name="csX9988" fmla="*/ 1726261 w 1728164"/>
              <a:gd name="csY9988" fmla="*/ 1114849 h 1114902"/>
              <a:gd name="csX9989" fmla="*/ 1726439 w 1728164"/>
              <a:gd name="csY9989" fmla="*/ 1114849 h 1114902"/>
              <a:gd name="csX9990" fmla="*/ 1726608 w 1728164"/>
              <a:gd name="csY9990" fmla="*/ 1114849 h 1114902"/>
              <a:gd name="csX9991" fmla="*/ 1726786 w 1728164"/>
              <a:gd name="csY9991" fmla="*/ 1114849 h 1114902"/>
              <a:gd name="csX9992" fmla="*/ 1726955 w 1728164"/>
              <a:gd name="csY9992" fmla="*/ 1114849 h 1114902"/>
              <a:gd name="csX9993" fmla="*/ 1727124 w 1728164"/>
              <a:gd name="csY9993" fmla="*/ 1114849 h 1114902"/>
              <a:gd name="csX9994" fmla="*/ 1727302 w 1728164"/>
              <a:gd name="csY9994" fmla="*/ 1114849 h 1114902"/>
              <a:gd name="csX9995" fmla="*/ 1727471 w 1728164"/>
              <a:gd name="csY9995" fmla="*/ 1114849 h 1114902"/>
              <a:gd name="csX9996" fmla="*/ 1727649 w 1728164"/>
              <a:gd name="csY9996" fmla="*/ 1114849 h 1114902"/>
              <a:gd name="csX9997" fmla="*/ 1727818 w 1728164"/>
              <a:gd name="csY9997" fmla="*/ 1114849 h 1114902"/>
              <a:gd name="csX9998" fmla="*/ 1727996 w 1728164"/>
              <a:gd name="csY9998" fmla="*/ 1114849 h 1114902"/>
              <a:gd name="csX9999" fmla="*/ 1728165 w 1728164"/>
              <a:gd name="csY9999" fmla="*/ 1114849 h 111490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8164" h="1114902">
                <a:moveTo>
                  <a:pt x="0" y="1114903"/>
                </a:moveTo>
                <a:lnTo>
                  <a:pt x="173" y="1114903"/>
                </a:lnTo>
                <a:lnTo>
                  <a:pt x="345" y="1114903"/>
                </a:lnTo>
                <a:lnTo>
                  <a:pt x="519" y="1114903"/>
                </a:lnTo>
                <a:lnTo>
                  <a:pt x="691" y="1114903"/>
                </a:lnTo>
                <a:lnTo>
                  <a:pt x="864" y="1114903"/>
                </a:lnTo>
                <a:lnTo>
                  <a:pt x="1036" y="1114903"/>
                </a:lnTo>
                <a:lnTo>
                  <a:pt x="1210" y="1114903"/>
                </a:lnTo>
                <a:lnTo>
                  <a:pt x="1383" y="1114903"/>
                </a:lnTo>
                <a:lnTo>
                  <a:pt x="1555" y="1114903"/>
                </a:lnTo>
                <a:lnTo>
                  <a:pt x="1729" y="1114903"/>
                </a:lnTo>
                <a:lnTo>
                  <a:pt x="1901" y="1114903"/>
                </a:lnTo>
                <a:lnTo>
                  <a:pt x="2074" y="1114903"/>
                </a:lnTo>
                <a:lnTo>
                  <a:pt x="2246" y="1114903"/>
                </a:lnTo>
                <a:lnTo>
                  <a:pt x="2420" y="1114903"/>
                </a:lnTo>
                <a:lnTo>
                  <a:pt x="2592" y="1114903"/>
                </a:lnTo>
                <a:lnTo>
                  <a:pt x="2765" y="1114903"/>
                </a:lnTo>
                <a:lnTo>
                  <a:pt x="2938" y="1114903"/>
                </a:lnTo>
                <a:lnTo>
                  <a:pt x="3111" y="1114903"/>
                </a:lnTo>
                <a:lnTo>
                  <a:pt x="3284" y="1114903"/>
                </a:lnTo>
                <a:lnTo>
                  <a:pt x="3456" y="1114903"/>
                </a:lnTo>
                <a:lnTo>
                  <a:pt x="3630" y="1114903"/>
                </a:lnTo>
                <a:lnTo>
                  <a:pt x="3802" y="1114903"/>
                </a:lnTo>
                <a:lnTo>
                  <a:pt x="3975" y="1114903"/>
                </a:lnTo>
                <a:lnTo>
                  <a:pt x="4148" y="1114903"/>
                </a:lnTo>
                <a:lnTo>
                  <a:pt x="4321" y="1114903"/>
                </a:lnTo>
                <a:lnTo>
                  <a:pt x="4494" y="1114903"/>
                </a:lnTo>
                <a:lnTo>
                  <a:pt x="4666" y="1114903"/>
                </a:lnTo>
                <a:lnTo>
                  <a:pt x="4839" y="1114903"/>
                </a:lnTo>
                <a:lnTo>
                  <a:pt x="5012" y="1114903"/>
                </a:lnTo>
                <a:lnTo>
                  <a:pt x="5185" y="1114903"/>
                </a:lnTo>
                <a:lnTo>
                  <a:pt x="5357" y="1114903"/>
                </a:lnTo>
                <a:lnTo>
                  <a:pt x="5531" y="1114903"/>
                </a:lnTo>
                <a:lnTo>
                  <a:pt x="5704" y="1114903"/>
                </a:lnTo>
                <a:lnTo>
                  <a:pt x="5876" y="1114903"/>
                </a:lnTo>
                <a:lnTo>
                  <a:pt x="6049" y="1114903"/>
                </a:lnTo>
                <a:lnTo>
                  <a:pt x="6222" y="1114894"/>
                </a:lnTo>
                <a:lnTo>
                  <a:pt x="6395" y="1114894"/>
                </a:lnTo>
                <a:lnTo>
                  <a:pt x="6567" y="1114894"/>
                </a:lnTo>
                <a:lnTo>
                  <a:pt x="6740" y="1114894"/>
                </a:lnTo>
                <a:lnTo>
                  <a:pt x="6913" y="1114894"/>
                </a:lnTo>
                <a:lnTo>
                  <a:pt x="7086" y="1114894"/>
                </a:lnTo>
                <a:lnTo>
                  <a:pt x="7259" y="1114894"/>
                </a:lnTo>
                <a:lnTo>
                  <a:pt x="7432" y="1114894"/>
                </a:lnTo>
                <a:lnTo>
                  <a:pt x="7605" y="1114894"/>
                </a:lnTo>
                <a:lnTo>
                  <a:pt x="7777" y="1114894"/>
                </a:lnTo>
                <a:lnTo>
                  <a:pt x="7950" y="1114894"/>
                </a:lnTo>
                <a:lnTo>
                  <a:pt x="8123" y="1114894"/>
                </a:lnTo>
                <a:lnTo>
                  <a:pt x="8296" y="1114894"/>
                </a:lnTo>
                <a:lnTo>
                  <a:pt x="8469" y="1114894"/>
                </a:lnTo>
                <a:lnTo>
                  <a:pt x="8641" y="1114894"/>
                </a:lnTo>
                <a:lnTo>
                  <a:pt x="8815" y="1114894"/>
                </a:lnTo>
                <a:lnTo>
                  <a:pt x="8987" y="1114894"/>
                </a:lnTo>
                <a:lnTo>
                  <a:pt x="9160" y="1114894"/>
                </a:lnTo>
                <a:lnTo>
                  <a:pt x="9333" y="1114894"/>
                </a:lnTo>
                <a:lnTo>
                  <a:pt x="9506" y="1114894"/>
                </a:lnTo>
                <a:lnTo>
                  <a:pt x="9678" y="1114894"/>
                </a:lnTo>
                <a:lnTo>
                  <a:pt x="9851" y="1114894"/>
                </a:lnTo>
                <a:lnTo>
                  <a:pt x="10025" y="1114894"/>
                </a:lnTo>
                <a:lnTo>
                  <a:pt x="10197" y="1114894"/>
                </a:lnTo>
                <a:lnTo>
                  <a:pt x="10370" y="1114894"/>
                </a:lnTo>
                <a:lnTo>
                  <a:pt x="10542" y="1114894"/>
                </a:lnTo>
                <a:lnTo>
                  <a:pt x="10716" y="1114894"/>
                </a:lnTo>
                <a:lnTo>
                  <a:pt x="10888" y="1114894"/>
                </a:lnTo>
                <a:lnTo>
                  <a:pt x="11061" y="1114894"/>
                </a:lnTo>
                <a:lnTo>
                  <a:pt x="11234" y="1114894"/>
                </a:lnTo>
                <a:lnTo>
                  <a:pt x="11407" y="1114894"/>
                </a:lnTo>
                <a:lnTo>
                  <a:pt x="11580" y="1114894"/>
                </a:lnTo>
                <a:lnTo>
                  <a:pt x="11752" y="1114894"/>
                </a:lnTo>
                <a:lnTo>
                  <a:pt x="11926" y="1114894"/>
                </a:lnTo>
                <a:lnTo>
                  <a:pt x="12098" y="1114894"/>
                </a:lnTo>
                <a:lnTo>
                  <a:pt x="12271" y="1114894"/>
                </a:lnTo>
                <a:lnTo>
                  <a:pt x="12443" y="1114894"/>
                </a:lnTo>
                <a:lnTo>
                  <a:pt x="12617" y="1114894"/>
                </a:lnTo>
                <a:lnTo>
                  <a:pt x="12790" y="1114894"/>
                </a:lnTo>
                <a:lnTo>
                  <a:pt x="12962" y="1114894"/>
                </a:lnTo>
                <a:lnTo>
                  <a:pt x="13136" y="1114894"/>
                </a:lnTo>
                <a:lnTo>
                  <a:pt x="13308" y="1114894"/>
                </a:lnTo>
                <a:lnTo>
                  <a:pt x="13481" y="1114894"/>
                </a:lnTo>
                <a:lnTo>
                  <a:pt x="13653" y="1114894"/>
                </a:lnTo>
                <a:lnTo>
                  <a:pt x="13827" y="1114894"/>
                </a:lnTo>
                <a:lnTo>
                  <a:pt x="13999" y="1114894"/>
                </a:lnTo>
                <a:lnTo>
                  <a:pt x="14172" y="1114894"/>
                </a:lnTo>
                <a:lnTo>
                  <a:pt x="14345" y="1114894"/>
                </a:lnTo>
                <a:lnTo>
                  <a:pt x="14518" y="1114894"/>
                </a:lnTo>
                <a:lnTo>
                  <a:pt x="14691" y="1114894"/>
                </a:lnTo>
                <a:lnTo>
                  <a:pt x="14863" y="1114894"/>
                </a:lnTo>
                <a:lnTo>
                  <a:pt x="15037" y="1114894"/>
                </a:lnTo>
                <a:lnTo>
                  <a:pt x="15209" y="1114894"/>
                </a:lnTo>
                <a:lnTo>
                  <a:pt x="15382" y="1114894"/>
                </a:lnTo>
                <a:lnTo>
                  <a:pt x="15555" y="1114894"/>
                </a:lnTo>
                <a:lnTo>
                  <a:pt x="15728" y="1114894"/>
                </a:lnTo>
                <a:lnTo>
                  <a:pt x="15901" y="1114894"/>
                </a:lnTo>
                <a:lnTo>
                  <a:pt x="16073" y="1114894"/>
                </a:lnTo>
                <a:lnTo>
                  <a:pt x="16246" y="1114894"/>
                </a:lnTo>
                <a:lnTo>
                  <a:pt x="16419" y="1114894"/>
                </a:lnTo>
                <a:lnTo>
                  <a:pt x="16592" y="1114894"/>
                </a:lnTo>
                <a:lnTo>
                  <a:pt x="16764" y="1114894"/>
                </a:lnTo>
                <a:lnTo>
                  <a:pt x="16938" y="1114894"/>
                </a:lnTo>
                <a:lnTo>
                  <a:pt x="17111" y="1114894"/>
                </a:lnTo>
                <a:lnTo>
                  <a:pt x="17283" y="1114894"/>
                </a:lnTo>
                <a:lnTo>
                  <a:pt x="17456" y="1114894"/>
                </a:lnTo>
                <a:lnTo>
                  <a:pt x="17629" y="1114894"/>
                </a:lnTo>
                <a:lnTo>
                  <a:pt x="17802" y="1114894"/>
                </a:lnTo>
                <a:lnTo>
                  <a:pt x="17974" y="1114894"/>
                </a:lnTo>
                <a:lnTo>
                  <a:pt x="18147" y="1114894"/>
                </a:lnTo>
                <a:lnTo>
                  <a:pt x="18320" y="1114894"/>
                </a:lnTo>
                <a:lnTo>
                  <a:pt x="18493" y="1114894"/>
                </a:lnTo>
                <a:lnTo>
                  <a:pt x="18666" y="1114894"/>
                </a:lnTo>
                <a:lnTo>
                  <a:pt x="18839" y="1114885"/>
                </a:lnTo>
                <a:lnTo>
                  <a:pt x="19012" y="1114885"/>
                </a:lnTo>
                <a:lnTo>
                  <a:pt x="19184" y="1114885"/>
                </a:lnTo>
                <a:lnTo>
                  <a:pt x="19357" y="1114885"/>
                </a:lnTo>
                <a:lnTo>
                  <a:pt x="19530" y="1114885"/>
                </a:lnTo>
                <a:lnTo>
                  <a:pt x="19703" y="1114885"/>
                </a:lnTo>
                <a:lnTo>
                  <a:pt x="19876" y="1114885"/>
                </a:lnTo>
                <a:lnTo>
                  <a:pt x="20048" y="1114885"/>
                </a:lnTo>
                <a:lnTo>
                  <a:pt x="20222" y="1114885"/>
                </a:lnTo>
                <a:lnTo>
                  <a:pt x="20394" y="1114885"/>
                </a:lnTo>
                <a:lnTo>
                  <a:pt x="20567" y="1114885"/>
                </a:lnTo>
                <a:lnTo>
                  <a:pt x="20740" y="1114885"/>
                </a:lnTo>
                <a:lnTo>
                  <a:pt x="20913" y="1114885"/>
                </a:lnTo>
                <a:lnTo>
                  <a:pt x="21085" y="1114885"/>
                </a:lnTo>
                <a:lnTo>
                  <a:pt x="21258" y="1114885"/>
                </a:lnTo>
                <a:lnTo>
                  <a:pt x="21432" y="1114885"/>
                </a:lnTo>
                <a:lnTo>
                  <a:pt x="21604" y="1114885"/>
                </a:lnTo>
                <a:lnTo>
                  <a:pt x="21777" y="1114885"/>
                </a:lnTo>
                <a:lnTo>
                  <a:pt x="21949" y="1114885"/>
                </a:lnTo>
                <a:lnTo>
                  <a:pt x="22123" y="1114885"/>
                </a:lnTo>
                <a:lnTo>
                  <a:pt x="22295" y="1114885"/>
                </a:lnTo>
                <a:lnTo>
                  <a:pt x="22468" y="1114885"/>
                </a:lnTo>
                <a:lnTo>
                  <a:pt x="22641" y="1114885"/>
                </a:lnTo>
                <a:lnTo>
                  <a:pt x="22814" y="1114885"/>
                </a:lnTo>
                <a:lnTo>
                  <a:pt x="22987" y="1114885"/>
                </a:lnTo>
                <a:lnTo>
                  <a:pt x="23159" y="1114885"/>
                </a:lnTo>
                <a:lnTo>
                  <a:pt x="23333" y="1114885"/>
                </a:lnTo>
                <a:lnTo>
                  <a:pt x="23505" y="1114885"/>
                </a:lnTo>
                <a:lnTo>
                  <a:pt x="23678" y="1114885"/>
                </a:lnTo>
                <a:lnTo>
                  <a:pt x="23851" y="1114885"/>
                </a:lnTo>
                <a:lnTo>
                  <a:pt x="24024" y="1114885"/>
                </a:lnTo>
                <a:lnTo>
                  <a:pt x="24197" y="1114885"/>
                </a:lnTo>
                <a:lnTo>
                  <a:pt x="24369" y="1114885"/>
                </a:lnTo>
                <a:lnTo>
                  <a:pt x="24543" y="1114885"/>
                </a:lnTo>
                <a:lnTo>
                  <a:pt x="24715" y="1114885"/>
                </a:lnTo>
                <a:lnTo>
                  <a:pt x="24888" y="1114885"/>
                </a:lnTo>
                <a:lnTo>
                  <a:pt x="25060" y="1114885"/>
                </a:lnTo>
                <a:lnTo>
                  <a:pt x="25234" y="1114885"/>
                </a:lnTo>
                <a:lnTo>
                  <a:pt x="25406" y="1114885"/>
                </a:lnTo>
                <a:lnTo>
                  <a:pt x="25579" y="1114885"/>
                </a:lnTo>
                <a:lnTo>
                  <a:pt x="25752" y="1114885"/>
                </a:lnTo>
                <a:lnTo>
                  <a:pt x="25925" y="1114885"/>
                </a:lnTo>
                <a:lnTo>
                  <a:pt x="26098" y="1114885"/>
                </a:lnTo>
                <a:lnTo>
                  <a:pt x="26270" y="1114885"/>
                </a:lnTo>
                <a:lnTo>
                  <a:pt x="26444" y="1114885"/>
                </a:lnTo>
                <a:lnTo>
                  <a:pt x="26616" y="1114885"/>
                </a:lnTo>
                <a:lnTo>
                  <a:pt x="26789" y="1114885"/>
                </a:lnTo>
                <a:lnTo>
                  <a:pt x="26962" y="1114885"/>
                </a:lnTo>
                <a:lnTo>
                  <a:pt x="27135" y="1114885"/>
                </a:lnTo>
                <a:lnTo>
                  <a:pt x="27308" y="1114885"/>
                </a:lnTo>
                <a:lnTo>
                  <a:pt x="27480" y="1114885"/>
                </a:lnTo>
                <a:lnTo>
                  <a:pt x="27653" y="1114885"/>
                </a:lnTo>
                <a:lnTo>
                  <a:pt x="27826" y="1114885"/>
                </a:lnTo>
                <a:lnTo>
                  <a:pt x="27999" y="1114885"/>
                </a:lnTo>
                <a:lnTo>
                  <a:pt x="28172" y="1114885"/>
                </a:lnTo>
                <a:lnTo>
                  <a:pt x="28345" y="1114885"/>
                </a:lnTo>
                <a:lnTo>
                  <a:pt x="28518" y="1114885"/>
                </a:lnTo>
                <a:lnTo>
                  <a:pt x="28690" y="1114876"/>
                </a:lnTo>
                <a:lnTo>
                  <a:pt x="28863" y="1114876"/>
                </a:lnTo>
                <a:lnTo>
                  <a:pt x="29036" y="1114876"/>
                </a:lnTo>
                <a:lnTo>
                  <a:pt x="29209" y="1114876"/>
                </a:lnTo>
                <a:lnTo>
                  <a:pt x="29381" y="1114876"/>
                </a:lnTo>
                <a:lnTo>
                  <a:pt x="29554" y="1114876"/>
                </a:lnTo>
                <a:lnTo>
                  <a:pt x="29727" y="1114876"/>
                </a:lnTo>
                <a:lnTo>
                  <a:pt x="29900" y="1114876"/>
                </a:lnTo>
                <a:lnTo>
                  <a:pt x="30073" y="1114876"/>
                </a:lnTo>
                <a:lnTo>
                  <a:pt x="30246" y="1114876"/>
                </a:lnTo>
                <a:lnTo>
                  <a:pt x="30419" y="1114876"/>
                </a:lnTo>
                <a:lnTo>
                  <a:pt x="30591" y="1114876"/>
                </a:lnTo>
                <a:lnTo>
                  <a:pt x="30764" y="1114876"/>
                </a:lnTo>
                <a:lnTo>
                  <a:pt x="30937" y="1114876"/>
                </a:lnTo>
                <a:lnTo>
                  <a:pt x="31110" y="1114876"/>
                </a:lnTo>
                <a:lnTo>
                  <a:pt x="31283" y="1114876"/>
                </a:lnTo>
                <a:lnTo>
                  <a:pt x="31455" y="1114876"/>
                </a:lnTo>
                <a:lnTo>
                  <a:pt x="31629" y="1114876"/>
                </a:lnTo>
                <a:lnTo>
                  <a:pt x="31801" y="1114876"/>
                </a:lnTo>
                <a:lnTo>
                  <a:pt x="31974" y="1114876"/>
                </a:lnTo>
                <a:lnTo>
                  <a:pt x="32147" y="1114876"/>
                </a:lnTo>
                <a:lnTo>
                  <a:pt x="32320" y="1114876"/>
                </a:lnTo>
                <a:lnTo>
                  <a:pt x="32493" y="1114876"/>
                </a:lnTo>
                <a:lnTo>
                  <a:pt x="32665" y="1114876"/>
                </a:lnTo>
                <a:lnTo>
                  <a:pt x="32839" y="1114876"/>
                </a:lnTo>
                <a:lnTo>
                  <a:pt x="33011" y="1114876"/>
                </a:lnTo>
                <a:lnTo>
                  <a:pt x="33184" y="1114876"/>
                </a:lnTo>
                <a:lnTo>
                  <a:pt x="33356" y="1114876"/>
                </a:lnTo>
                <a:lnTo>
                  <a:pt x="33530" y="1114876"/>
                </a:lnTo>
                <a:lnTo>
                  <a:pt x="33702" y="1114876"/>
                </a:lnTo>
                <a:lnTo>
                  <a:pt x="33875" y="1114876"/>
                </a:lnTo>
                <a:lnTo>
                  <a:pt x="34048" y="1114876"/>
                </a:lnTo>
                <a:lnTo>
                  <a:pt x="34221" y="1114876"/>
                </a:lnTo>
                <a:lnTo>
                  <a:pt x="34394" y="1114876"/>
                </a:lnTo>
                <a:lnTo>
                  <a:pt x="34566" y="1114876"/>
                </a:lnTo>
                <a:lnTo>
                  <a:pt x="34740" y="1114876"/>
                </a:lnTo>
                <a:lnTo>
                  <a:pt x="34912" y="1114876"/>
                </a:lnTo>
                <a:lnTo>
                  <a:pt x="35085" y="1114876"/>
                </a:lnTo>
                <a:lnTo>
                  <a:pt x="35258" y="1114876"/>
                </a:lnTo>
                <a:lnTo>
                  <a:pt x="35431" y="1114876"/>
                </a:lnTo>
                <a:lnTo>
                  <a:pt x="35604" y="1114876"/>
                </a:lnTo>
                <a:lnTo>
                  <a:pt x="35776" y="1114876"/>
                </a:lnTo>
                <a:lnTo>
                  <a:pt x="35950" y="1114876"/>
                </a:lnTo>
                <a:lnTo>
                  <a:pt x="36122" y="1114876"/>
                </a:lnTo>
                <a:lnTo>
                  <a:pt x="36295" y="1114876"/>
                </a:lnTo>
                <a:lnTo>
                  <a:pt x="36467" y="1114876"/>
                </a:lnTo>
                <a:lnTo>
                  <a:pt x="36641" y="1114867"/>
                </a:lnTo>
                <a:lnTo>
                  <a:pt x="36814" y="1114867"/>
                </a:lnTo>
                <a:lnTo>
                  <a:pt x="36986" y="1114867"/>
                </a:lnTo>
                <a:lnTo>
                  <a:pt x="37159" y="1114867"/>
                </a:lnTo>
                <a:lnTo>
                  <a:pt x="37332" y="1114867"/>
                </a:lnTo>
                <a:lnTo>
                  <a:pt x="37505" y="1114867"/>
                </a:lnTo>
                <a:lnTo>
                  <a:pt x="37677" y="1114867"/>
                </a:lnTo>
                <a:lnTo>
                  <a:pt x="37851" y="1114867"/>
                </a:lnTo>
                <a:lnTo>
                  <a:pt x="38023" y="1114867"/>
                </a:lnTo>
                <a:lnTo>
                  <a:pt x="38196" y="1114867"/>
                </a:lnTo>
                <a:lnTo>
                  <a:pt x="38369" y="1114867"/>
                </a:lnTo>
                <a:lnTo>
                  <a:pt x="38542" y="1114867"/>
                </a:lnTo>
                <a:lnTo>
                  <a:pt x="38715" y="1114867"/>
                </a:lnTo>
                <a:lnTo>
                  <a:pt x="38887" y="1114867"/>
                </a:lnTo>
                <a:lnTo>
                  <a:pt x="39060" y="1114867"/>
                </a:lnTo>
                <a:lnTo>
                  <a:pt x="39233" y="1114867"/>
                </a:lnTo>
                <a:lnTo>
                  <a:pt x="39406" y="1114867"/>
                </a:lnTo>
                <a:lnTo>
                  <a:pt x="39579" y="1114867"/>
                </a:lnTo>
                <a:lnTo>
                  <a:pt x="39752" y="1114867"/>
                </a:lnTo>
                <a:lnTo>
                  <a:pt x="39925" y="1114867"/>
                </a:lnTo>
                <a:lnTo>
                  <a:pt x="40097" y="1114867"/>
                </a:lnTo>
                <a:lnTo>
                  <a:pt x="40270" y="1114867"/>
                </a:lnTo>
                <a:lnTo>
                  <a:pt x="40443" y="1114867"/>
                </a:lnTo>
                <a:lnTo>
                  <a:pt x="40616" y="1114867"/>
                </a:lnTo>
                <a:lnTo>
                  <a:pt x="40788" y="1114867"/>
                </a:lnTo>
                <a:lnTo>
                  <a:pt x="40961" y="1114867"/>
                </a:lnTo>
                <a:lnTo>
                  <a:pt x="41135" y="1114867"/>
                </a:lnTo>
                <a:lnTo>
                  <a:pt x="41307" y="1114867"/>
                </a:lnTo>
                <a:lnTo>
                  <a:pt x="41480" y="1114867"/>
                </a:lnTo>
                <a:lnTo>
                  <a:pt x="41653" y="1114867"/>
                </a:lnTo>
                <a:lnTo>
                  <a:pt x="41826" y="1114867"/>
                </a:lnTo>
                <a:lnTo>
                  <a:pt x="41998" y="1114867"/>
                </a:lnTo>
                <a:lnTo>
                  <a:pt x="42171" y="1114867"/>
                </a:lnTo>
                <a:lnTo>
                  <a:pt x="42344" y="1114867"/>
                </a:lnTo>
                <a:lnTo>
                  <a:pt x="42517" y="1114867"/>
                </a:lnTo>
                <a:lnTo>
                  <a:pt x="42690" y="1114867"/>
                </a:lnTo>
                <a:lnTo>
                  <a:pt x="42862" y="1114867"/>
                </a:lnTo>
                <a:lnTo>
                  <a:pt x="43036" y="1114867"/>
                </a:lnTo>
                <a:lnTo>
                  <a:pt x="43208" y="1114867"/>
                </a:lnTo>
                <a:lnTo>
                  <a:pt x="43381" y="1114858"/>
                </a:lnTo>
                <a:lnTo>
                  <a:pt x="43554" y="1114858"/>
                </a:lnTo>
                <a:lnTo>
                  <a:pt x="43727" y="1114858"/>
                </a:lnTo>
                <a:lnTo>
                  <a:pt x="43900" y="1114858"/>
                </a:lnTo>
                <a:lnTo>
                  <a:pt x="44072" y="1114858"/>
                </a:lnTo>
                <a:lnTo>
                  <a:pt x="44246" y="1114858"/>
                </a:lnTo>
                <a:lnTo>
                  <a:pt x="44418" y="1114858"/>
                </a:lnTo>
                <a:lnTo>
                  <a:pt x="44591" y="1114858"/>
                </a:lnTo>
                <a:lnTo>
                  <a:pt x="44763" y="1114858"/>
                </a:lnTo>
                <a:lnTo>
                  <a:pt x="44937" y="1114858"/>
                </a:lnTo>
                <a:lnTo>
                  <a:pt x="45109" y="1114858"/>
                </a:lnTo>
                <a:lnTo>
                  <a:pt x="45282" y="1114858"/>
                </a:lnTo>
                <a:lnTo>
                  <a:pt x="45456" y="1114858"/>
                </a:lnTo>
                <a:lnTo>
                  <a:pt x="45628" y="1114858"/>
                </a:lnTo>
                <a:lnTo>
                  <a:pt x="45801" y="1114858"/>
                </a:lnTo>
                <a:lnTo>
                  <a:pt x="45973" y="1114858"/>
                </a:lnTo>
                <a:lnTo>
                  <a:pt x="46147" y="1114858"/>
                </a:lnTo>
                <a:lnTo>
                  <a:pt x="46319" y="1114858"/>
                </a:lnTo>
                <a:lnTo>
                  <a:pt x="46492" y="1114858"/>
                </a:lnTo>
                <a:lnTo>
                  <a:pt x="46665" y="1114858"/>
                </a:lnTo>
                <a:lnTo>
                  <a:pt x="46838" y="1114858"/>
                </a:lnTo>
                <a:lnTo>
                  <a:pt x="47011" y="1114858"/>
                </a:lnTo>
                <a:lnTo>
                  <a:pt x="47183" y="1114858"/>
                </a:lnTo>
                <a:lnTo>
                  <a:pt x="47357" y="1114858"/>
                </a:lnTo>
                <a:lnTo>
                  <a:pt x="47529" y="1114858"/>
                </a:lnTo>
                <a:lnTo>
                  <a:pt x="47702" y="1114858"/>
                </a:lnTo>
                <a:lnTo>
                  <a:pt x="47874" y="1114858"/>
                </a:lnTo>
                <a:lnTo>
                  <a:pt x="48048" y="1114858"/>
                </a:lnTo>
                <a:lnTo>
                  <a:pt x="48221" y="1114858"/>
                </a:lnTo>
                <a:lnTo>
                  <a:pt x="48393" y="1114858"/>
                </a:lnTo>
                <a:lnTo>
                  <a:pt x="48566" y="1114858"/>
                </a:lnTo>
                <a:lnTo>
                  <a:pt x="48739" y="1114858"/>
                </a:lnTo>
                <a:lnTo>
                  <a:pt x="48912" y="1114858"/>
                </a:lnTo>
                <a:lnTo>
                  <a:pt x="49084" y="1114858"/>
                </a:lnTo>
                <a:lnTo>
                  <a:pt x="49258" y="1114858"/>
                </a:lnTo>
                <a:lnTo>
                  <a:pt x="49430" y="1114849"/>
                </a:lnTo>
                <a:lnTo>
                  <a:pt x="49603" y="1114849"/>
                </a:lnTo>
                <a:lnTo>
                  <a:pt x="49776" y="1114849"/>
                </a:lnTo>
                <a:lnTo>
                  <a:pt x="49949" y="1114849"/>
                </a:lnTo>
                <a:lnTo>
                  <a:pt x="50122" y="1114849"/>
                </a:lnTo>
                <a:lnTo>
                  <a:pt x="50294" y="1114849"/>
                </a:lnTo>
                <a:lnTo>
                  <a:pt x="50467" y="1114849"/>
                </a:lnTo>
                <a:lnTo>
                  <a:pt x="50640" y="1114849"/>
                </a:lnTo>
                <a:lnTo>
                  <a:pt x="50813" y="1114849"/>
                </a:lnTo>
                <a:lnTo>
                  <a:pt x="50986" y="1114849"/>
                </a:lnTo>
                <a:lnTo>
                  <a:pt x="51159" y="1114849"/>
                </a:lnTo>
                <a:lnTo>
                  <a:pt x="51332" y="1114849"/>
                </a:lnTo>
                <a:lnTo>
                  <a:pt x="51504" y="1114849"/>
                </a:lnTo>
                <a:lnTo>
                  <a:pt x="51677" y="1114849"/>
                </a:lnTo>
                <a:lnTo>
                  <a:pt x="51850" y="1114849"/>
                </a:lnTo>
                <a:lnTo>
                  <a:pt x="52023" y="1114849"/>
                </a:lnTo>
                <a:lnTo>
                  <a:pt x="52195" y="1114849"/>
                </a:lnTo>
                <a:lnTo>
                  <a:pt x="52368" y="1114849"/>
                </a:lnTo>
                <a:lnTo>
                  <a:pt x="52542" y="1114849"/>
                </a:lnTo>
                <a:lnTo>
                  <a:pt x="52714" y="1114849"/>
                </a:lnTo>
                <a:lnTo>
                  <a:pt x="52887" y="1114849"/>
                </a:lnTo>
                <a:lnTo>
                  <a:pt x="53060" y="1114849"/>
                </a:lnTo>
                <a:lnTo>
                  <a:pt x="53233" y="1114849"/>
                </a:lnTo>
                <a:lnTo>
                  <a:pt x="53405" y="1114849"/>
                </a:lnTo>
                <a:lnTo>
                  <a:pt x="53578" y="1114849"/>
                </a:lnTo>
                <a:lnTo>
                  <a:pt x="53751" y="1114849"/>
                </a:lnTo>
                <a:lnTo>
                  <a:pt x="53924" y="1114849"/>
                </a:lnTo>
                <a:lnTo>
                  <a:pt x="54097" y="1114849"/>
                </a:lnTo>
                <a:lnTo>
                  <a:pt x="54269" y="1114849"/>
                </a:lnTo>
                <a:lnTo>
                  <a:pt x="54443" y="1114849"/>
                </a:lnTo>
                <a:lnTo>
                  <a:pt x="54615" y="1114840"/>
                </a:lnTo>
                <a:lnTo>
                  <a:pt x="54788" y="1114840"/>
                </a:lnTo>
                <a:lnTo>
                  <a:pt x="54961" y="1114840"/>
                </a:lnTo>
                <a:lnTo>
                  <a:pt x="55134" y="1114840"/>
                </a:lnTo>
                <a:lnTo>
                  <a:pt x="55307" y="1114840"/>
                </a:lnTo>
                <a:lnTo>
                  <a:pt x="55479" y="1114840"/>
                </a:lnTo>
                <a:lnTo>
                  <a:pt x="55653" y="1114840"/>
                </a:lnTo>
                <a:lnTo>
                  <a:pt x="55825" y="1114840"/>
                </a:lnTo>
                <a:lnTo>
                  <a:pt x="55998" y="1114840"/>
                </a:lnTo>
                <a:lnTo>
                  <a:pt x="56170" y="1114840"/>
                </a:lnTo>
                <a:lnTo>
                  <a:pt x="56344" y="1114840"/>
                </a:lnTo>
                <a:lnTo>
                  <a:pt x="56516" y="1114840"/>
                </a:lnTo>
                <a:lnTo>
                  <a:pt x="56689" y="1114840"/>
                </a:lnTo>
                <a:lnTo>
                  <a:pt x="56863" y="1114840"/>
                </a:lnTo>
                <a:lnTo>
                  <a:pt x="57035" y="1114840"/>
                </a:lnTo>
                <a:lnTo>
                  <a:pt x="57208" y="1114840"/>
                </a:lnTo>
                <a:lnTo>
                  <a:pt x="57380" y="1114840"/>
                </a:lnTo>
                <a:lnTo>
                  <a:pt x="57554" y="1114840"/>
                </a:lnTo>
                <a:lnTo>
                  <a:pt x="57726" y="1114840"/>
                </a:lnTo>
                <a:lnTo>
                  <a:pt x="57899" y="1114840"/>
                </a:lnTo>
                <a:lnTo>
                  <a:pt x="58072" y="1114840"/>
                </a:lnTo>
                <a:lnTo>
                  <a:pt x="58245" y="1114840"/>
                </a:lnTo>
                <a:lnTo>
                  <a:pt x="58418" y="1114840"/>
                </a:lnTo>
                <a:lnTo>
                  <a:pt x="58590" y="1114840"/>
                </a:lnTo>
                <a:lnTo>
                  <a:pt x="58764" y="1114840"/>
                </a:lnTo>
                <a:lnTo>
                  <a:pt x="58936" y="1114840"/>
                </a:lnTo>
                <a:lnTo>
                  <a:pt x="59109" y="1114840"/>
                </a:lnTo>
                <a:lnTo>
                  <a:pt x="59282" y="1114831"/>
                </a:lnTo>
                <a:lnTo>
                  <a:pt x="59455" y="1114831"/>
                </a:lnTo>
                <a:lnTo>
                  <a:pt x="59628" y="1114831"/>
                </a:lnTo>
                <a:lnTo>
                  <a:pt x="59800" y="1114831"/>
                </a:lnTo>
                <a:lnTo>
                  <a:pt x="59973" y="1114831"/>
                </a:lnTo>
                <a:lnTo>
                  <a:pt x="60146" y="1114831"/>
                </a:lnTo>
                <a:lnTo>
                  <a:pt x="60319" y="1114831"/>
                </a:lnTo>
                <a:lnTo>
                  <a:pt x="60491" y="1114831"/>
                </a:lnTo>
                <a:lnTo>
                  <a:pt x="60665" y="1114831"/>
                </a:lnTo>
                <a:lnTo>
                  <a:pt x="60837" y="1114831"/>
                </a:lnTo>
                <a:lnTo>
                  <a:pt x="61010" y="1114831"/>
                </a:lnTo>
                <a:lnTo>
                  <a:pt x="61183" y="1114831"/>
                </a:lnTo>
                <a:lnTo>
                  <a:pt x="61356" y="1114831"/>
                </a:lnTo>
                <a:lnTo>
                  <a:pt x="61529" y="1114831"/>
                </a:lnTo>
                <a:lnTo>
                  <a:pt x="61701" y="1114831"/>
                </a:lnTo>
                <a:lnTo>
                  <a:pt x="61874" y="1114831"/>
                </a:lnTo>
                <a:lnTo>
                  <a:pt x="62047" y="1114831"/>
                </a:lnTo>
                <a:lnTo>
                  <a:pt x="62220" y="1114831"/>
                </a:lnTo>
                <a:lnTo>
                  <a:pt x="62393" y="1114831"/>
                </a:lnTo>
                <a:lnTo>
                  <a:pt x="62566" y="1114831"/>
                </a:lnTo>
                <a:lnTo>
                  <a:pt x="62739" y="1114831"/>
                </a:lnTo>
                <a:lnTo>
                  <a:pt x="62911" y="1114831"/>
                </a:lnTo>
                <a:lnTo>
                  <a:pt x="63084" y="1114831"/>
                </a:lnTo>
                <a:lnTo>
                  <a:pt x="63257" y="1114831"/>
                </a:lnTo>
                <a:lnTo>
                  <a:pt x="63430" y="1114831"/>
                </a:lnTo>
                <a:lnTo>
                  <a:pt x="63603" y="1114822"/>
                </a:lnTo>
                <a:lnTo>
                  <a:pt x="63775" y="1114822"/>
                </a:lnTo>
                <a:lnTo>
                  <a:pt x="63949" y="1114822"/>
                </a:lnTo>
                <a:lnTo>
                  <a:pt x="64121" y="1114822"/>
                </a:lnTo>
                <a:lnTo>
                  <a:pt x="64294" y="1114822"/>
                </a:lnTo>
                <a:lnTo>
                  <a:pt x="64467" y="1114822"/>
                </a:lnTo>
                <a:lnTo>
                  <a:pt x="64640" y="1114822"/>
                </a:lnTo>
                <a:lnTo>
                  <a:pt x="64812" y="1114822"/>
                </a:lnTo>
                <a:lnTo>
                  <a:pt x="64985" y="1114822"/>
                </a:lnTo>
                <a:lnTo>
                  <a:pt x="65158" y="1114822"/>
                </a:lnTo>
                <a:lnTo>
                  <a:pt x="65331" y="1114822"/>
                </a:lnTo>
                <a:lnTo>
                  <a:pt x="65504" y="1114822"/>
                </a:lnTo>
                <a:lnTo>
                  <a:pt x="65676" y="1114822"/>
                </a:lnTo>
                <a:lnTo>
                  <a:pt x="65850" y="1114822"/>
                </a:lnTo>
                <a:lnTo>
                  <a:pt x="66022" y="1114822"/>
                </a:lnTo>
                <a:lnTo>
                  <a:pt x="66195" y="1114822"/>
                </a:lnTo>
                <a:lnTo>
                  <a:pt x="66368" y="1114822"/>
                </a:lnTo>
                <a:lnTo>
                  <a:pt x="66541" y="1114822"/>
                </a:lnTo>
                <a:lnTo>
                  <a:pt x="66714" y="1114822"/>
                </a:lnTo>
                <a:lnTo>
                  <a:pt x="66886" y="1114822"/>
                </a:lnTo>
                <a:lnTo>
                  <a:pt x="67060" y="1114822"/>
                </a:lnTo>
                <a:lnTo>
                  <a:pt x="67232" y="1114822"/>
                </a:lnTo>
                <a:lnTo>
                  <a:pt x="67405" y="1114822"/>
                </a:lnTo>
                <a:lnTo>
                  <a:pt x="67577" y="1114813"/>
                </a:lnTo>
                <a:lnTo>
                  <a:pt x="67751" y="1114813"/>
                </a:lnTo>
                <a:lnTo>
                  <a:pt x="67924" y="1114813"/>
                </a:lnTo>
                <a:lnTo>
                  <a:pt x="68096" y="1114813"/>
                </a:lnTo>
                <a:lnTo>
                  <a:pt x="68270" y="1114813"/>
                </a:lnTo>
                <a:lnTo>
                  <a:pt x="68442" y="1114813"/>
                </a:lnTo>
                <a:lnTo>
                  <a:pt x="68615" y="1114813"/>
                </a:lnTo>
                <a:lnTo>
                  <a:pt x="68787" y="1114813"/>
                </a:lnTo>
                <a:lnTo>
                  <a:pt x="68961" y="1114813"/>
                </a:lnTo>
                <a:lnTo>
                  <a:pt x="69133" y="1114813"/>
                </a:lnTo>
                <a:lnTo>
                  <a:pt x="69306" y="1114813"/>
                </a:lnTo>
                <a:lnTo>
                  <a:pt x="69479" y="1114813"/>
                </a:lnTo>
                <a:lnTo>
                  <a:pt x="69652" y="1114813"/>
                </a:lnTo>
                <a:lnTo>
                  <a:pt x="69825" y="1114813"/>
                </a:lnTo>
                <a:lnTo>
                  <a:pt x="69997" y="1114813"/>
                </a:lnTo>
                <a:lnTo>
                  <a:pt x="70171" y="1114813"/>
                </a:lnTo>
                <a:lnTo>
                  <a:pt x="70343" y="1114813"/>
                </a:lnTo>
                <a:lnTo>
                  <a:pt x="70516" y="1114813"/>
                </a:lnTo>
                <a:lnTo>
                  <a:pt x="70689" y="1114813"/>
                </a:lnTo>
                <a:lnTo>
                  <a:pt x="70862" y="1114813"/>
                </a:lnTo>
                <a:lnTo>
                  <a:pt x="71035" y="1114805"/>
                </a:lnTo>
                <a:lnTo>
                  <a:pt x="71207" y="1114805"/>
                </a:lnTo>
                <a:lnTo>
                  <a:pt x="71380" y="1114805"/>
                </a:lnTo>
                <a:lnTo>
                  <a:pt x="71553" y="1114805"/>
                </a:lnTo>
                <a:lnTo>
                  <a:pt x="71726" y="1114805"/>
                </a:lnTo>
                <a:lnTo>
                  <a:pt x="71898" y="1114805"/>
                </a:lnTo>
                <a:lnTo>
                  <a:pt x="72072" y="1114805"/>
                </a:lnTo>
                <a:lnTo>
                  <a:pt x="72245" y="1114805"/>
                </a:lnTo>
                <a:lnTo>
                  <a:pt x="72417" y="1114805"/>
                </a:lnTo>
                <a:lnTo>
                  <a:pt x="72590" y="1114805"/>
                </a:lnTo>
                <a:lnTo>
                  <a:pt x="72763" y="1114805"/>
                </a:lnTo>
                <a:lnTo>
                  <a:pt x="72936" y="1114805"/>
                </a:lnTo>
                <a:lnTo>
                  <a:pt x="73108" y="1114805"/>
                </a:lnTo>
                <a:lnTo>
                  <a:pt x="73281" y="1114805"/>
                </a:lnTo>
                <a:lnTo>
                  <a:pt x="73454" y="1114805"/>
                </a:lnTo>
                <a:lnTo>
                  <a:pt x="73627" y="1114805"/>
                </a:lnTo>
                <a:lnTo>
                  <a:pt x="73800" y="1114805"/>
                </a:lnTo>
                <a:lnTo>
                  <a:pt x="73973" y="1114805"/>
                </a:lnTo>
                <a:lnTo>
                  <a:pt x="74146" y="1114805"/>
                </a:lnTo>
                <a:lnTo>
                  <a:pt x="74318" y="1114805"/>
                </a:lnTo>
                <a:lnTo>
                  <a:pt x="74491" y="1114796"/>
                </a:lnTo>
                <a:lnTo>
                  <a:pt x="74664" y="1114796"/>
                </a:lnTo>
                <a:lnTo>
                  <a:pt x="74837" y="1114796"/>
                </a:lnTo>
                <a:lnTo>
                  <a:pt x="75010" y="1114796"/>
                </a:lnTo>
                <a:lnTo>
                  <a:pt x="75182" y="1114796"/>
                </a:lnTo>
                <a:lnTo>
                  <a:pt x="75356" y="1114796"/>
                </a:lnTo>
                <a:lnTo>
                  <a:pt x="75528" y="1114796"/>
                </a:lnTo>
                <a:lnTo>
                  <a:pt x="75701" y="1114796"/>
                </a:lnTo>
                <a:lnTo>
                  <a:pt x="75874" y="1114796"/>
                </a:lnTo>
                <a:lnTo>
                  <a:pt x="76047" y="1114796"/>
                </a:lnTo>
                <a:lnTo>
                  <a:pt x="76219" y="1114796"/>
                </a:lnTo>
                <a:lnTo>
                  <a:pt x="76392" y="1114796"/>
                </a:lnTo>
                <a:lnTo>
                  <a:pt x="76566" y="1114796"/>
                </a:lnTo>
                <a:lnTo>
                  <a:pt x="76738" y="1114796"/>
                </a:lnTo>
                <a:lnTo>
                  <a:pt x="76911" y="1114796"/>
                </a:lnTo>
                <a:lnTo>
                  <a:pt x="77083" y="1114796"/>
                </a:lnTo>
                <a:lnTo>
                  <a:pt x="77257" y="1114796"/>
                </a:lnTo>
                <a:lnTo>
                  <a:pt x="77429" y="1114796"/>
                </a:lnTo>
                <a:lnTo>
                  <a:pt x="77602" y="1114787"/>
                </a:lnTo>
                <a:lnTo>
                  <a:pt x="77775" y="1114787"/>
                </a:lnTo>
                <a:lnTo>
                  <a:pt x="77948" y="1114787"/>
                </a:lnTo>
                <a:lnTo>
                  <a:pt x="78121" y="1114787"/>
                </a:lnTo>
                <a:lnTo>
                  <a:pt x="78293" y="1114787"/>
                </a:lnTo>
                <a:lnTo>
                  <a:pt x="78467" y="1114787"/>
                </a:lnTo>
                <a:lnTo>
                  <a:pt x="78639" y="1114787"/>
                </a:lnTo>
                <a:lnTo>
                  <a:pt x="78812" y="1114787"/>
                </a:lnTo>
                <a:lnTo>
                  <a:pt x="78984" y="1114787"/>
                </a:lnTo>
                <a:lnTo>
                  <a:pt x="79158" y="1114787"/>
                </a:lnTo>
                <a:lnTo>
                  <a:pt x="79331" y="1114787"/>
                </a:lnTo>
                <a:lnTo>
                  <a:pt x="79503" y="1114787"/>
                </a:lnTo>
                <a:lnTo>
                  <a:pt x="79677" y="1114787"/>
                </a:lnTo>
                <a:lnTo>
                  <a:pt x="79849" y="1114787"/>
                </a:lnTo>
                <a:lnTo>
                  <a:pt x="80022" y="1114787"/>
                </a:lnTo>
                <a:lnTo>
                  <a:pt x="80194" y="1114787"/>
                </a:lnTo>
                <a:lnTo>
                  <a:pt x="80368" y="1114787"/>
                </a:lnTo>
                <a:lnTo>
                  <a:pt x="80540" y="1114778"/>
                </a:lnTo>
                <a:lnTo>
                  <a:pt x="80713" y="1114778"/>
                </a:lnTo>
                <a:lnTo>
                  <a:pt x="80886" y="1114778"/>
                </a:lnTo>
                <a:lnTo>
                  <a:pt x="81059" y="1114778"/>
                </a:lnTo>
                <a:lnTo>
                  <a:pt x="81232" y="1114778"/>
                </a:lnTo>
                <a:lnTo>
                  <a:pt x="81404" y="1114778"/>
                </a:lnTo>
                <a:lnTo>
                  <a:pt x="81578" y="1114778"/>
                </a:lnTo>
                <a:lnTo>
                  <a:pt x="81750" y="1114778"/>
                </a:lnTo>
                <a:lnTo>
                  <a:pt x="81923" y="1114778"/>
                </a:lnTo>
                <a:lnTo>
                  <a:pt x="82096" y="1114778"/>
                </a:lnTo>
                <a:lnTo>
                  <a:pt x="82269" y="1114778"/>
                </a:lnTo>
                <a:lnTo>
                  <a:pt x="82442" y="1114778"/>
                </a:lnTo>
                <a:lnTo>
                  <a:pt x="82614" y="1114778"/>
                </a:lnTo>
                <a:lnTo>
                  <a:pt x="82787" y="1114778"/>
                </a:lnTo>
                <a:lnTo>
                  <a:pt x="82960" y="1114778"/>
                </a:lnTo>
                <a:lnTo>
                  <a:pt x="83133" y="1114778"/>
                </a:lnTo>
                <a:lnTo>
                  <a:pt x="83305" y="1114769"/>
                </a:lnTo>
                <a:lnTo>
                  <a:pt x="83479" y="1114769"/>
                </a:lnTo>
                <a:lnTo>
                  <a:pt x="83652" y="1114769"/>
                </a:lnTo>
                <a:lnTo>
                  <a:pt x="83824" y="1114769"/>
                </a:lnTo>
                <a:lnTo>
                  <a:pt x="83997" y="1114769"/>
                </a:lnTo>
                <a:lnTo>
                  <a:pt x="84170" y="1114769"/>
                </a:lnTo>
                <a:lnTo>
                  <a:pt x="84343" y="1114769"/>
                </a:lnTo>
                <a:lnTo>
                  <a:pt x="84515" y="1114769"/>
                </a:lnTo>
                <a:lnTo>
                  <a:pt x="84688" y="1114769"/>
                </a:lnTo>
                <a:lnTo>
                  <a:pt x="84861" y="1114769"/>
                </a:lnTo>
                <a:lnTo>
                  <a:pt x="85034" y="1114769"/>
                </a:lnTo>
                <a:lnTo>
                  <a:pt x="85207" y="1114769"/>
                </a:lnTo>
                <a:lnTo>
                  <a:pt x="85380" y="1114769"/>
                </a:lnTo>
                <a:lnTo>
                  <a:pt x="85553" y="1114769"/>
                </a:lnTo>
                <a:lnTo>
                  <a:pt x="85725" y="1114769"/>
                </a:lnTo>
                <a:lnTo>
                  <a:pt x="85898" y="1114760"/>
                </a:lnTo>
                <a:lnTo>
                  <a:pt x="86071" y="1114760"/>
                </a:lnTo>
                <a:lnTo>
                  <a:pt x="86244" y="1114760"/>
                </a:lnTo>
                <a:lnTo>
                  <a:pt x="86417" y="1114760"/>
                </a:lnTo>
                <a:lnTo>
                  <a:pt x="86589" y="1114760"/>
                </a:lnTo>
                <a:lnTo>
                  <a:pt x="86763" y="1114760"/>
                </a:lnTo>
                <a:lnTo>
                  <a:pt x="86935" y="1114760"/>
                </a:lnTo>
                <a:lnTo>
                  <a:pt x="87108" y="1114760"/>
                </a:lnTo>
                <a:lnTo>
                  <a:pt x="87281" y="1114760"/>
                </a:lnTo>
                <a:lnTo>
                  <a:pt x="87454" y="1114760"/>
                </a:lnTo>
                <a:lnTo>
                  <a:pt x="87626" y="1114760"/>
                </a:lnTo>
                <a:lnTo>
                  <a:pt x="87799" y="1114760"/>
                </a:lnTo>
                <a:lnTo>
                  <a:pt x="87973" y="1114760"/>
                </a:lnTo>
                <a:lnTo>
                  <a:pt x="88145" y="1114760"/>
                </a:lnTo>
                <a:lnTo>
                  <a:pt x="88318" y="1114751"/>
                </a:lnTo>
                <a:lnTo>
                  <a:pt x="88490" y="1114751"/>
                </a:lnTo>
                <a:lnTo>
                  <a:pt x="88664" y="1114751"/>
                </a:lnTo>
                <a:lnTo>
                  <a:pt x="88836" y="1114751"/>
                </a:lnTo>
                <a:lnTo>
                  <a:pt x="89009" y="1114751"/>
                </a:lnTo>
                <a:lnTo>
                  <a:pt x="89182" y="1114751"/>
                </a:lnTo>
                <a:lnTo>
                  <a:pt x="89355" y="1114751"/>
                </a:lnTo>
                <a:lnTo>
                  <a:pt x="89528" y="1114751"/>
                </a:lnTo>
                <a:lnTo>
                  <a:pt x="89700" y="1114751"/>
                </a:lnTo>
                <a:lnTo>
                  <a:pt x="89874" y="1114751"/>
                </a:lnTo>
                <a:lnTo>
                  <a:pt x="90046" y="1114751"/>
                </a:lnTo>
                <a:lnTo>
                  <a:pt x="90219" y="1114751"/>
                </a:lnTo>
                <a:lnTo>
                  <a:pt x="90391" y="1114751"/>
                </a:lnTo>
                <a:lnTo>
                  <a:pt x="90565" y="1114751"/>
                </a:lnTo>
                <a:lnTo>
                  <a:pt x="90738" y="1114742"/>
                </a:lnTo>
                <a:lnTo>
                  <a:pt x="90910" y="1114742"/>
                </a:lnTo>
                <a:lnTo>
                  <a:pt x="91084" y="1114742"/>
                </a:lnTo>
                <a:lnTo>
                  <a:pt x="91256" y="1114742"/>
                </a:lnTo>
                <a:lnTo>
                  <a:pt x="91429" y="1114742"/>
                </a:lnTo>
                <a:lnTo>
                  <a:pt x="91601" y="1114742"/>
                </a:lnTo>
                <a:lnTo>
                  <a:pt x="91775" y="1114742"/>
                </a:lnTo>
                <a:lnTo>
                  <a:pt x="91947" y="1114742"/>
                </a:lnTo>
                <a:lnTo>
                  <a:pt x="92120" y="1114742"/>
                </a:lnTo>
                <a:lnTo>
                  <a:pt x="92293" y="1114742"/>
                </a:lnTo>
                <a:lnTo>
                  <a:pt x="92466" y="1114742"/>
                </a:lnTo>
                <a:lnTo>
                  <a:pt x="92639" y="1114742"/>
                </a:lnTo>
                <a:lnTo>
                  <a:pt x="92811" y="1114742"/>
                </a:lnTo>
                <a:lnTo>
                  <a:pt x="92985" y="1114733"/>
                </a:lnTo>
                <a:lnTo>
                  <a:pt x="93157" y="1114733"/>
                </a:lnTo>
                <a:lnTo>
                  <a:pt x="93330" y="1114733"/>
                </a:lnTo>
                <a:lnTo>
                  <a:pt x="93503" y="1114733"/>
                </a:lnTo>
                <a:lnTo>
                  <a:pt x="93676" y="1114733"/>
                </a:lnTo>
                <a:lnTo>
                  <a:pt x="93849" y="1114733"/>
                </a:lnTo>
                <a:lnTo>
                  <a:pt x="94021" y="1114733"/>
                </a:lnTo>
                <a:lnTo>
                  <a:pt x="94194" y="1114733"/>
                </a:lnTo>
                <a:lnTo>
                  <a:pt x="94367" y="1114733"/>
                </a:lnTo>
                <a:lnTo>
                  <a:pt x="94540" y="1114733"/>
                </a:lnTo>
                <a:lnTo>
                  <a:pt x="94712" y="1114733"/>
                </a:lnTo>
                <a:lnTo>
                  <a:pt x="94886" y="1114733"/>
                </a:lnTo>
                <a:lnTo>
                  <a:pt x="95059" y="1114725"/>
                </a:lnTo>
                <a:lnTo>
                  <a:pt x="95231" y="1114725"/>
                </a:lnTo>
                <a:lnTo>
                  <a:pt x="95404" y="1114725"/>
                </a:lnTo>
                <a:lnTo>
                  <a:pt x="95577" y="1114725"/>
                </a:lnTo>
                <a:lnTo>
                  <a:pt x="95750" y="1114725"/>
                </a:lnTo>
                <a:lnTo>
                  <a:pt x="95922" y="1114725"/>
                </a:lnTo>
                <a:lnTo>
                  <a:pt x="96095" y="1114725"/>
                </a:lnTo>
                <a:lnTo>
                  <a:pt x="96269" y="1114725"/>
                </a:lnTo>
                <a:lnTo>
                  <a:pt x="96441" y="1114725"/>
                </a:lnTo>
                <a:lnTo>
                  <a:pt x="96614" y="1114725"/>
                </a:lnTo>
                <a:lnTo>
                  <a:pt x="96787" y="1114725"/>
                </a:lnTo>
                <a:lnTo>
                  <a:pt x="96960" y="1114725"/>
                </a:lnTo>
                <a:lnTo>
                  <a:pt x="97132" y="1114716"/>
                </a:lnTo>
                <a:lnTo>
                  <a:pt x="97305" y="1114716"/>
                </a:lnTo>
                <a:lnTo>
                  <a:pt x="97478" y="1114716"/>
                </a:lnTo>
                <a:lnTo>
                  <a:pt x="97651" y="1114716"/>
                </a:lnTo>
                <a:lnTo>
                  <a:pt x="97824" y="1114716"/>
                </a:lnTo>
                <a:lnTo>
                  <a:pt x="97996" y="1114716"/>
                </a:lnTo>
                <a:lnTo>
                  <a:pt x="98170" y="1114716"/>
                </a:lnTo>
                <a:lnTo>
                  <a:pt x="98342" y="1114716"/>
                </a:lnTo>
                <a:lnTo>
                  <a:pt x="98515" y="1114716"/>
                </a:lnTo>
                <a:lnTo>
                  <a:pt x="98688" y="1114716"/>
                </a:lnTo>
                <a:lnTo>
                  <a:pt x="98861" y="1114716"/>
                </a:lnTo>
                <a:lnTo>
                  <a:pt x="99034" y="1114716"/>
                </a:lnTo>
                <a:lnTo>
                  <a:pt x="99206" y="1114707"/>
                </a:lnTo>
                <a:lnTo>
                  <a:pt x="99380" y="1114707"/>
                </a:lnTo>
                <a:lnTo>
                  <a:pt x="99552" y="1114707"/>
                </a:lnTo>
                <a:lnTo>
                  <a:pt x="99725" y="1114707"/>
                </a:lnTo>
                <a:lnTo>
                  <a:pt x="99897" y="1114707"/>
                </a:lnTo>
                <a:lnTo>
                  <a:pt x="100071" y="1114707"/>
                </a:lnTo>
                <a:lnTo>
                  <a:pt x="100243" y="1114707"/>
                </a:lnTo>
                <a:lnTo>
                  <a:pt x="100416" y="1114707"/>
                </a:lnTo>
                <a:lnTo>
                  <a:pt x="100590" y="1114707"/>
                </a:lnTo>
                <a:lnTo>
                  <a:pt x="100762" y="1114707"/>
                </a:lnTo>
                <a:lnTo>
                  <a:pt x="100935" y="1114707"/>
                </a:lnTo>
                <a:lnTo>
                  <a:pt x="101107" y="1114698"/>
                </a:lnTo>
                <a:lnTo>
                  <a:pt x="101281" y="1114698"/>
                </a:lnTo>
                <a:lnTo>
                  <a:pt x="101453" y="1114698"/>
                </a:lnTo>
                <a:lnTo>
                  <a:pt x="101626" y="1114698"/>
                </a:lnTo>
                <a:lnTo>
                  <a:pt x="101799" y="1114698"/>
                </a:lnTo>
                <a:lnTo>
                  <a:pt x="101972" y="1114698"/>
                </a:lnTo>
                <a:lnTo>
                  <a:pt x="102145" y="1114698"/>
                </a:lnTo>
                <a:lnTo>
                  <a:pt x="102317" y="1114698"/>
                </a:lnTo>
                <a:lnTo>
                  <a:pt x="102491" y="1114698"/>
                </a:lnTo>
                <a:lnTo>
                  <a:pt x="102663" y="1114698"/>
                </a:lnTo>
                <a:lnTo>
                  <a:pt x="102836" y="1114689"/>
                </a:lnTo>
                <a:lnTo>
                  <a:pt x="103008" y="1114689"/>
                </a:lnTo>
                <a:lnTo>
                  <a:pt x="103182" y="1114689"/>
                </a:lnTo>
                <a:lnTo>
                  <a:pt x="103355" y="1114689"/>
                </a:lnTo>
                <a:lnTo>
                  <a:pt x="103527" y="1114689"/>
                </a:lnTo>
                <a:lnTo>
                  <a:pt x="103700" y="1114689"/>
                </a:lnTo>
                <a:lnTo>
                  <a:pt x="103873" y="1114689"/>
                </a:lnTo>
                <a:lnTo>
                  <a:pt x="104046" y="1114689"/>
                </a:lnTo>
                <a:lnTo>
                  <a:pt x="104218" y="1114689"/>
                </a:lnTo>
                <a:lnTo>
                  <a:pt x="104392" y="1114689"/>
                </a:lnTo>
                <a:lnTo>
                  <a:pt x="104564" y="1114689"/>
                </a:lnTo>
                <a:lnTo>
                  <a:pt x="104737" y="1114680"/>
                </a:lnTo>
                <a:lnTo>
                  <a:pt x="104910" y="1114680"/>
                </a:lnTo>
                <a:lnTo>
                  <a:pt x="105083" y="1114680"/>
                </a:lnTo>
                <a:lnTo>
                  <a:pt x="105256" y="1114680"/>
                </a:lnTo>
                <a:lnTo>
                  <a:pt x="105428" y="1114680"/>
                </a:lnTo>
                <a:lnTo>
                  <a:pt x="105601" y="1114680"/>
                </a:lnTo>
                <a:lnTo>
                  <a:pt x="105774" y="1114680"/>
                </a:lnTo>
                <a:lnTo>
                  <a:pt x="105947" y="1114680"/>
                </a:lnTo>
                <a:lnTo>
                  <a:pt x="106120" y="1114680"/>
                </a:lnTo>
                <a:lnTo>
                  <a:pt x="106293" y="1114671"/>
                </a:lnTo>
                <a:lnTo>
                  <a:pt x="106466" y="1114671"/>
                </a:lnTo>
                <a:lnTo>
                  <a:pt x="106638" y="1114671"/>
                </a:lnTo>
                <a:lnTo>
                  <a:pt x="106811" y="1114671"/>
                </a:lnTo>
                <a:lnTo>
                  <a:pt x="106984" y="1114671"/>
                </a:lnTo>
                <a:lnTo>
                  <a:pt x="107157" y="1114671"/>
                </a:lnTo>
                <a:lnTo>
                  <a:pt x="107329" y="1114671"/>
                </a:lnTo>
                <a:lnTo>
                  <a:pt x="107502" y="1114671"/>
                </a:lnTo>
                <a:lnTo>
                  <a:pt x="107676" y="1114671"/>
                </a:lnTo>
                <a:lnTo>
                  <a:pt x="107848" y="1114671"/>
                </a:lnTo>
                <a:lnTo>
                  <a:pt x="108021" y="1114662"/>
                </a:lnTo>
                <a:lnTo>
                  <a:pt x="108194" y="1114662"/>
                </a:lnTo>
                <a:lnTo>
                  <a:pt x="108367" y="1114662"/>
                </a:lnTo>
                <a:lnTo>
                  <a:pt x="108539" y="1114662"/>
                </a:lnTo>
                <a:lnTo>
                  <a:pt x="108712" y="1114662"/>
                </a:lnTo>
                <a:lnTo>
                  <a:pt x="108885" y="1114662"/>
                </a:lnTo>
                <a:lnTo>
                  <a:pt x="109058" y="1114662"/>
                </a:lnTo>
                <a:lnTo>
                  <a:pt x="109231" y="1114662"/>
                </a:lnTo>
                <a:lnTo>
                  <a:pt x="109403" y="1114662"/>
                </a:lnTo>
                <a:lnTo>
                  <a:pt x="109577" y="1114653"/>
                </a:lnTo>
                <a:lnTo>
                  <a:pt x="109749" y="1114653"/>
                </a:lnTo>
                <a:lnTo>
                  <a:pt x="109922" y="1114653"/>
                </a:lnTo>
                <a:lnTo>
                  <a:pt x="110095" y="1114653"/>
                </a:lnTo>
                <a:lnTo>
                  <a:pt x="110268" y="1114653"/>
                </a:lnTo>
                <a:lnTo>
                  <a:pt x="110441" y="1114653"/>
                </a:lnTo>
                <a:lnTo>
                  <a:pt x="110613" y="1114653"/>
                </a:lnTo>
                <a:lnTo>
                  <a:pt x="110787" y="1114653"/>
                </a:lnTo>
                <a:lnTo>
                  <a:pt x="110959" y="1114653"/>
                </a:lnTo>
                <a:lnTo>
                  <a:pt x="111132" y="1114644"/>
                </a:lnTo>
                <a:lnTo>
                  <a:pt x="111304" y="1114644"/>
                </a:lnTo>
                <a:lnTo>
                  <a:pt x="111478" y="1114644"/>
                </a:lnTo>
                <a:lnTo>
                  <a:pt x="111650" y="1114644"/>
                </a:lnTo>
                <a:lnTo>
                  <a:pt x="111823" y="1114644"/>
                </a:lnTo>
                <a:lnTo>
                  <a:pt x="111997" y="1114644"/>
                </a:lnTo>
                <a:lnTo>
                  <a:pt x="112169" y="1114644"/>
                </a:lnTo>
                <a:lnTo>
                  <a:pt x="112342" y="1114644"/>
                </a:lnTo>
                <a:lnTo>
                  <a:pt x="112514" y="1114644"/>
                </a:lnTo>
                <a:lnTo>
                  <a:pt x="112688" y="1114636"/>
                </a:lnTo>
                <a:lnTo>
                  <a:pt x="112860" y="1114636"/>
                </a:lnTo>
                <a:lnTo>
                  <a:pt x="113033" y="1114636"/>
                </a:lnTo>
                <a:lnTo>
                  <a:pt x="113206" y="1114636"/>
                </a:lnTo>
                <a:lnTo>
                  <a:pt x="113379" y="1114636"/>
                </a:lnTo>
                <a:lnTo>
                  <a:pt x="113552" y="1114636"/>
                </a:lnTo>
                <a:lnTo>
                  <a:pt x="113724" y="1114636"/>
                </a:lnTo>
                <a:lnTo>
                  <a:pt x="113898" y="1114636"/>
                </a:lnTo>
                <a:lnTo>
                  <a:pt x="114070" y="1114627"/>
                </a:lnTo>
                <a:lnTo>
                  <a:pt x="114243" y="1114627"/>
                </a:lnTo>
                <a:lnTo>
                  <a:pt x="114415" y="1114627"/>
                </a:lnTo>
                <a:lnTo>
                  <a:pt x="114589" y="1114627"/>
                </a:lnTo>
                <a:lnTo>
                  <a:pt x="114762" y="1114627"/>
                </a:lnTo>
                <a:lnTo>
                  <a:pt x="114934" y="1114627"/>
                </a:lnTo>
                <a:lnTo>
                  <a:pt x="115107" y="1114627"/>
                </a:lnTo>
                <a:lnTo>
                  <a:pt x="115280" y="1114627"/>
                </a:lnTo>
                <a:lnTo>
                  <a:pt x="115453" y="1114618"/>
                </a:lnTo>
                <a:lnTo>
                  <a:pt x="115625" y="1114618"/>
                </a:lnTo>
                <a:lnTo>
                  <a:pt x="115799" y="1114618"/>
                </a:lnTo>
                <a:lnTo>
                  <a:pt x="115971" y="1114618"/>
                </a:lnTo>
                <a:lnTo>
                  <a:pt x="116144" y="1114618"/>
                </a:lnTo>
                <a:lnTo>
                  <a:pt x="116317" y="1114618"/>
                </a:lnTo>
                <a:lnTo>
                  <a:pt x="116490" y="1114618"/>
                </a:lnTo>
                <a:lnTo>
                  <a:pt x="116663" y="1114618"/>
                </a:lnTo>
                <a:lnTo>
                  <a:pt x="116835" y="1114609"/>
                </a:lnTo>
                <a:lnTo>
                  <a:pt x="117008" y="1114609"/>
                </a:lnTo>
                <a:lnTo>
                  <a:pt x="117181" y="1114609"/>
                </a:lnTo>
                <a:lnTo>
                  <a:pt x="117354" y="1114609"/>
                </a:lnTo>
                <a:lnTo>
                  <a:pt x="117527" y="1114609"/>
                </a:lnTo>
                <a:lnTo>
                  <a:pt x="117700" y="1114609"/>
                </a:lnTo>
                <a:lnTo>
                  <a:pt x="117873" y="1114609"/>
                </a:lnTo>
                <a:lnTo>
                  <a:pt x="118045" y="1114609"/>
                </a:lnTo>
                <a:lnTo>
                  <a:pt x="118218" y="1114600"/>
                </a:lnTo>
                <a:lnTo>
                  <a:pt x="118391" y="1114600"/>
                </a:lnTo>
                <a:lnTo>
                  <a:pt x="118564" y="1114600"/>
                </a:lnTo>
                <a:lnTo>
                  <a:pt x="118736" y="1114600"/>
                </a:lnTo>
                <a:lnTo>
                  <a:pt x="118909" y="1114600"/>
                </a:lnTo>
                <a:lnTo>
                  <a:pt x="119083" y="1114600"/>
                </a:lnTo>
                <a:lnTo>
                  <a:pt x="119255" y="1114600"/>
                </a:lnTo>
                <a:lnTo>
                  <a:pt x="119428" y="1114600"/>
                </a:lnTo>
                <a:lnTo>
                  <a:pt x="119601" y="1114591"/>
                </a:lnTo>
                <a:lnTo>
                  <a:pt x="119774" y="1114591"/>
                </a:lnTo>
                <a:lnTo>
                  <a:pt x="119946" y="1114591"/>
                </a:lnTo>
                <a:lnTo>
                  <a:pt x="120119" y="1114591"/>
                </a:lnTo>
                <a:lnTo>
                  <a:pt x="120292" y="1114591"/>
                </a:lnTo>
                <a:lnTo>
                  <a:pt x="120465" y="1114591"/>
                </a:lnTo>
                <a:lnTo>
                  <a:pt x="120638" y="1114591"/>
                </a:lnTo>
                <a:lnTo>
                  <a:pt x="120810" y="1114582"/>
                </a:lnTo>
                <a:lnTo>
                  <a:pt x="120984" y="1114582"/>
                </a:lnTo>
                <a:lnTo>
                  <a:pt x="121156" y="1114582"/>
                </a:lnTo>
                <a:lnTo>
                  <a:pt x="121329" y="1114582"/>
                </a:lnTo>
                <a:lnTo>
                  <a:pt x="121502" y="1114582"/>
                </a:lnTo>
                <a:lnTo>
                  <a:pt x="121675" y="1114582"/>
                </a:lnTo>
                <a:lnTo>
                  <a:pt x="121848" y="1114582"/>
                </a:lnTo>
                <a:lnTo>
                  <a:pt x="122020" y="1114573"/>
                </a:lnTo>
                <a:lnTo>
                  <a:pt x="122194" y="1114573"/>
                </a:lnTo>
                <a:lnTo>
                  <a:pt x="122366" y="1114573"/>
                </a:lnTo>
                <a:lnTo>
                  <a:pt x="122539" y="1114573"/>
                </a:lnTo>
                <a:lnTo>
                  <a:pt x="122711" y="1114573"/>
                </a:lnTo>
                <a:lnTo>
                  <a:pt x="122885" y="1114573"/>
                </a:lnTo>
                <a:lnTo>
                  <a:pt x="123057" y="1114573"/>
                </a:lnTo>
                <a:lnTo>
                  <a:pt x="123230" y="1114564"/>
                </a:lnTo>
                <a:lnTo>
                  <a:pt x="123404" y="1114564"/>
                </a:lnTo>
                <a:lnTo>
                  <a:pt x="123576" y="1114564"/>
                </a:lnTo>
                <a:lnTo>
                  <a:pt x="123749" y="1114564"/>
                </a:lnTo>
                <a:lnTo>
                  <a:pt x="123921" y="1114564"/>
                </a:lnTo>
                <a:lnTo>
                  <a:pt x="124095" y="1114564"/>
                </a:lnTo>
                <a:lnTo>
                  <a:pt x="124267" y="1114564"/>
                </a:lnTo>
                <a:lnTo>
                  <a:pt x="124440" y="1114556"/>
                </a:lnTo>
                <a:lnTo>
                  <a:pt x="124613" y="1114556"/>
                </a:lnTo>
                <a:lnTo>
                  <a:pt x="124786" y="1114556"/>
                </a:lnTo>
                <a:lnTo>
                  <a:pt x="124959" y="1114556"/>
                </a:lnTo>
                <a:lnTo>
                  <a:pt x="125131" y="1114556"/>
                </a:lnTo>
                <a:lnTo>
                  <a:pt x="125305" y="1114556"/>
                </a:lnTo>
                <a:lnTo>
                  <a:pt x="125477" y="1114556"/>
                </a:lnTo>
                <a:lnTo>
                  <a:pt x="125650" y="1114547"/>
                </a:lnTo>
                <a:lnTo>
                  <a:pt x="125823" y="1114547"/>
                </a:lnTo>
                <a:lnTo>
                  <a:pt x="125996" y="1114547"/>
                </a:lnTo>
                <a:lnTo>
                  <a:pt x="126169" y="1114547"/>
                </a:lnTo>
                <a:lnTo>
                  <a:pt x="126341" y="1114547"/>
                </a:lnTo>
                <a:lnTo>
                  <a:pt x="126514" y="1114547"/>
                </a:lnTo>
                <a:lnTo>
                  <a:pt x="126687" y="1114538"/>
                </a:lnTo>
                <a:lnTo>
                  <a:pt x="126860" y="1114538"/>
                </a:lnTo>
                <a:lnTo>
                  <a:pt x="127032" y="1114538"/>
                </a:lnTo>
                <a:lnTo>
                  <a:pt x="127206" y="1114538"/>
                </a:lnTo>
                <a:lnTo>
                  <a:pt x="127378" y="1114538"/>
                </a:lnTo>
                <a:lnTo>
                  <a:pt x="127551" y="1114538"/>
                </a:lnTo>
                <a:lnTo>
                  <a:pt x="127724" y="1114529"/>
                </a:lnTo>
                <a:lnTo>
                  <a:pt x="127897" y="1114529"/>
                </a:lnTo>
                <a:lnTo>
                  <a:pt x="128070" y="1114529"/>
                </a:lnTo>
                <a:lnTo>
                  <a:pt x="128242" y="1114529"/>
                </a:lnTo>
                <a:lnTo>
                  <a:pt x="128415" y="1114529"/>
                </a:lnTo>
                <a:lnTo>
                  <a:pt x="128588" y="1114529"/>
                </a:lnTo>
                <a:lnTo>
                  <a:pt x="128761" y="1114529"/>
                </a:lnTo>
                <a:lnTo>
                  <a:pt x="128934" y="1114520"/>
                </a:lnTo>
                <a:lnTo>
                  <a:pt x="129107" y="1114520"/>
                </a:lnTo>
                <a:lnTo>
                  <a:pt x="129280" y="1114520"/>
                </a:lnTo>
                <a:lnTo>
                  <a:pt x="129452" y="1114520"/>
                </a:lnTo>
                <a:lnTo>
                  <a:pt x="129625" y="1114520"/>
                </a:lnTo>
                <a:lnTo>
                  <a:pt x="129798" y="1114520"/>
                </a:lnTo>
                <a:lnTo>
                  <a:pt x="129971" y="1114511"/>
                </a:lnTo>
                <a:lnTo>
                  <a:pt x="130144" y="1114511"/>
                </a:lnTo>
                <a:lnTo>
                  <a:pt x="130316" y="1114511"/>
                </a:lnTo>
                <a:lnTo>
                  <a:pt x="130490" y="1114511"/>
                </a:lnTo>
                <a:lnTo>
                  <a:pt x="130662" y="1114511"/>
                </a:lnTo>
                <a:lnTo>
                  <a:pt x="130835" y="1114511"/>
                </a:lnTo>
                <a:lnTo>
                  <a:pt x="131008" y="1114502"/>
                </a:lnTo>
                <a:lnTo>
                  <a:pt x="131181" y="1114502"/>
                </a:lnTo>
                <a:lnTo>
                  <a:pt x="131353" y="1114502"/>
                </a:lnTo>
                <a:lnTo>
                  <a:pt x="131526" y="1114502"/>
                </a:lnTo>
                <a:lnTo>
                  <a:pt x="131700" y="1114502"/>
                </a:lnTo>
                <a:lnTo>
                  <a:pt x="131872" y="1114502"/>
                </a:lnTo>
                <a:lnTo>
                  <a:pt x="132045" y="1114493"/>
                </a:lnTo>
                <a:lnTo>
                  <a:pt x="132217" y="1114493"/>
                </a:lnTo>
                <a:lnTo>
                  <a:pt x="132391" y="1114493"/>
                </a:lnTo>
                <a:lnTo>
                  <a:pt x="132563" y="1114493"/>
                </a:lnTo>
                <a:lnTo>
                  <a:pt x="132736" y="1114493"/>
                </a:lnTo>
                <a:lnTo>
                  <a:pt x="132909" y="1114484"/>
                </a:lnTo>
                <a:lnTo>
                  <a:pt x="133082" y="1114484"/>
                </a:lnTo>
                <a:lnTo>
                  <a:pt x="133255" y="1114484"/>
                </a:lnTo>
                <a:lnTo>
                  <a:pt x="133427" y="1114484"/>
                </a:lnTo>
                <a:lnTo>
                  <a:pt x="133601" y="1114484"/>
                </a:lnTo>
                <a:lnTo>
                  <a:pt x="133773" y="1114484"/>
                </a:lnTo>
                <a:lnTo>
                  <a:pt x="133946" y="1114475"/>
                </a:lnTo>
                <a:lnTo>
                  <a:pt x="134118" y="1114475"/>
                </a:lnTo>
                <a:lnTo>
                  <a:pt x="134292" y="1114475"/>
                </a:lnTo>
                <a:lnTo>
                  <a:pt x="134465" y="1114475"/>
                </a:lnTo>
                <a:lnTo>
                  <a:pt x="134637" y="1114475"/>
                </a:lnTo>
                <a:lnTo>
                  <a:pt x="134811" y="1114475"/>
                </a:lnTo>
                <a:lnTo>
                  <a:pt x="134983" y="1114467"/>
                </a:lnTo>
                <a:lnTo>
                  <a:pt x="135156" y="1114467"/>
                </a:lnTo>
                <a:lnTo>
                  <a:pt x="135328" y="1114467"/>
                </a:lnTo>
                <a:lnTo>
                  <a:pt x="135502" y="1114467"/>
                </a:lnTo>
                <a:lnTo>
                  <a:pt x="135674" y="1114467"/>
                </a:lnTo>
                <a:lnTo>
                  <a:pt x="135847" y="1114458"/>
                </a:lnTo>
                <a:lnTo>
                  <a:pt x="136020" y="1114458"/>
                </a:lnTo>
                <a:lnTo>
                  <a:pt x="136193" y="1114458"/>
                </a:lnTo>
                <a:lnTo>
                  <a:pt x="136366" y="1114458"/>
                </a:lnTo>
                <a:lnTo>
                  <a:pt x="136538" y="1114458"/>
                </a:lnTo>
                <a:lnTo>
                  <a:pt x="136712" y="1114449"/>
                </a:lnTo>
                <a:lnTo>
                  <a:pt x="136884" y="1114449"/>
                </a:lnTo>
                <a:lnTo>
                  <a:pt x="137057" y="1114449"/>
                </a:lnTo>
                <a:lnTo>
                  <a:pt x="137230" y="1114449"/>
                </a:lnTo>
                <a:lnTo>
                  <a:pt x="137403" y="1114449"/>
                </a:lnTo>
                <a:lnTo>
                  <a:pt x="137576" y="1114449"/>
                </a:lnTo>
                <a:lnTo>
                  <a:pt x="137748" y="1114440"/>
                </a:lnTo>
                <a:lnTo>
                  <a:pt x="137921" y="1114440"/>
                </a:lnTo>
                <a:lnTo>
                  <a:pt x="138094" y="1114440"/>
                </a:lnTo>
                <a:lnTo>
                  <a:pt x="138267" y="1114440"/>
                </a:lnTo>
                <a:lnTo>
                  <a:pt x="138439" y="1114440"/>
                </a:lnTo>
                <a:lnTo>
                  <a:pt x="138613" y="1114431"/>
                </a:lnTo>
                <a:lnTo>
                  <a:pt x="138786" y="1114431"/>
                </a:lnTo>
                <a:lnTo>
                  <a:pt x="138958" y="1114431"/>
                </a:lnTo>
                <a:lnTo>
                  <a:pt x="139131" y="1114431"/>
                </a:lnTo>
                <a:lnTo>
                  <a:pt x="139304" y="1114431"/>
                </a:lnTo>
                <a:lnTo>
                  <a:pt x="139477" y="1114422"/>
                </a:lnTo>
                <a:lnTo>
                  <a:pt x="139649" y="1114422"/>
                </a:lnTo>
                <a:lnTo>
                  <a:pt x="139822" y="1114422"/>
                </a:lnTo>
                <a:lnTo>
                  <a:pt x="139995" y="1114422"/>
                </a:lnTo>
                <a:lnTo>
                  <a:pt x="140168" y="1114422"/>
                </a:lnTo>
                <a:lnTo>
                  <a:pt x="140341" y="1114413"/>
                </a:lnTo>
                <a:lnTo>
                  <a:pt x="140514" y="1114413"/>
                </a:lnTo>
                <a:lnTo>
                  <a:pt x="140687" y="1114413"/>
                </a:lnTo>
                <a:lnTo>
                  <a:pt x="140859" y="1114413"/>
                </a:lnTo>
                <a:lnTo>
                  <a:pt x="141032" y="1114413"/>
                </a:lnTo>
                <a:lnTo>
                  <a:pt x="141205" y="1114404"/>
                </a:lnTo>
                <a:lnTo>
                  <a:pt x="141378" y="1114404"/>
                </a:lnTo>
                <a:lnTo>
                  <a:pt x="141551" y="1114404"/>
                </a:lnTo>
                <a:lnTo>
                  <a:pt x="141723" y="1114404"/>
                </a:lnTo>
                <a:lnTo>
                  <a:pt x="141897" y="1114404"/>
                </a:lnTo>
                <a:lnTo>
                  <a:pt x="142069" y="1114395"/>
                </a:lnTo>
                <a:lnTo>
                  <a:pt x="142242" y="1114395"/>
                </a:lnTo>
                <a:lnTo>
                  <a:pt x="142415" y="1114395"/>
                </a:lnTo>
                <a:lnTo>
                  <a:pt x="142588" y="1114395"/>
                </a:lnTo>
                <a:lnTo>
                  <a:pt x="142760" y="1114386"/>
                </a:lnTo>
                <a:lnTo>
                  <a:pt x="142933" y="1114386"/>
                </a:lnTo>
                <a:lnTo>
                  <a:pt x="143107" y="1114386"/>
                </a:lnTo>
                <a:lnTo>
                  <a:pt x="143279" y="1114386"/>
                </a:lnTo>
                <a:lnTo>
                  <a:pt x="143452" y="1114386"/>
                </a:lnTo>
                <a:lnTo>
                  <a:pt x="143624" y="1114378"/>
                </a:lnTo>
                <a:lnTo>
                  <a:pt x="143798" y="1114378"/>
                </a:lnTo>
                <a:lnTo>
                  <a:pt x="143970" y="1114378"/>
                </a:lnTo>
                <a:lnTo>
                  <a:pt x="144143" y="1114378"/>
                </a:lnTo>
                <a:lnTo>
                  <a:pt x="144316" y="1114378"/>
                </a:lnTo>
                <a:lnTo>
                  <a:pt x="144489" y="1114369"/>
                </a:lnTo>
                <a:lnTo>
                  <a:pt x="144662" y="1114369"/>
                </a:lnTo>
                <a:lnTo>
                  <a:pt x="144834" y="1114369"/>
                </a:lnTo>
                <a:lnTo>
                  <a:pt x="145008" y="1114369"/>
                </a:lnTo>
                <a:lnTo>
                  <a:pt x="145180" y="1114360"/>
                </a:lnTo>
                <a:lnTo>
                  <a:pt x="145353" y="1114360"/>
                </a:lnTo>
                <a:lnTo>
                  <a:pt x="145525" y="1114360"/>
                </a:lnTo>
                <a:lnTo>
                  <a:pt x="145699" y="1114360"/>
                </a:lnTo>
                <a:lnTo>
                  <a:pt x="145872" y="1114360"/>
                </a:lnTo>
                <a:lnTo>
                  <a:pt x="146044" y="1114351"/>
                </a:lnTo>
                <a:lnTo>
                  <a:pt x="146218" y="1114351"/>
                </a:lnTo>
                <a:lnTo>
                  <a:pt x="146390" y="1114351"/>
                </a:lnTo>
                <a:lnTo>
                  <a:pt x="146563" y="1114351"/>
                </a:lnTo>
                <a:lnTo>
                  <a:pt x="146735" y="1114342"/>
                </a:lnTo>
                <a:lnTo>
                  <a:pt x="146909" y="1114342"/>
                </a:lnTo>
                <a:lnTo>
                  <a:pt x="147081" y="1114342"/>
                </a:lnTo>
                <a:lnTo>
                  <a:pt x="147254" y="1114342"/>
                </a:lnTo>
                <a:lnTo>
                  <a:pt x="147427" y="1114342"/>
                </a:lnTo>
                <a:lnTo>
                  <a:pt x="147600" y="1114333"/>
                </a:lnTo>
                <a:lnTo>
                  <a:pt x="147773" y="1114333"/>
                </a:lnTo>
                <a:lnTo>
                  <a:pt x="147945" y="1114333"/>
                </a:lnTo>
                <a:lnTo>
                  <a:pt x="148119" y="1114333"/>
                </a:lnTo>
                <a:lnTo>
                  <a:pt x="148291" y="1114324"/>
                </a:lnTo>
                <a:lnTo>
                  <a:pt x="148464" y="1114324"/>
                </a:lnTo>
                <a:lnTo>
                  <a:pt x="148637" y="1114324"/>
                </a:lnTo>
                <a:lnTo>
                  <a:pt x="148810" y="1114324"/>
                </a:lnTo>
                <a:lnTo>
                  <a:pt x="148983" y="1114315"/>
                </a:lnTo>
                <a:lnTo>
                  <a:pt x="149155" y="1114315"/>
                </a:lnTo>
                <a:lnTo>
                  <a:pt x="149328" y="1114315"/>
                </a:lnTo>
                <a:lnTo>
                  <a:pt x="149501" y="1114315"/>
                </a:lnTo>
                <a:lnTo>
                  <a:pt x="149674" y="1114306"/>
                </a:lnTo>
                <a:lnTo>
                  <a:pt x="149846" y="1114306"/>
                </a:lnTo>
                <a:lnTo>
                  <a:pt x="150020" y="1114306"/>
                </a:lnTo>
                <a:lnTo>
                  <a:pt x="150193" y="1114306"/>
                </a:lnTo>
                <a:lnTo>
                  <a:pt x="150365" y="1114297"/>
                </a:lnTo>
                <a:lnTo>
                  <a:pt x="150538" y="1114297"/>
                </a:lnTo>
                <a:lnTo>
                  <a:pt x="150711" y="1114297"/>
                </a:lnTo>
                <a:lnTo>
                  <a:pt x="150884" y="1114297"/>
                </a:lnTo>
                <a:lnTo>
                  <a:pt x="151056" y="1114289"/>
                </a:lnTo>
                <a:lnTo>
                  <a:pt x="151229" y="1114289"/>
                </a:lnTo>
                <a:lnTo>
                  <a:pt x="151402" y="1114289"/>
                </a:lnTo>
                <a:lnTo>
                  <a:pt x="151575" y="1114289"/>
                </a:lnTo>
                <a:lnTo>
                  <a:pt x="151748" y="1114280"/>
                </a:lnTo>
                <a:lnTo>
                  <a:pt x="151921" y="1114280"/>
                </a:lnTo>
                <a:lnTo>
                  <a:pt x="152094" y="1114280"/>
                </a:lnTo>
                <a:lnTo>
                  <a:pt x="152266" y="1114280"/>
                </a:lnTo>
                <a:lnTo>
                  <a:pt x="152439" y="1114271"/>
                </a:lnTo>
                <a:lnTo>
                  <a:pt x="152612" y="1114271"/>
                </a:lnTo>
                <a:lnTo>
                  <a:pt x="152785" y="1114271"/>
                </a:lnTo>
                <a:lnTo>
                  <a:pt x="152958" y="1114271"/>
                </a:lnTo>
                <a:lnTo>
                  <a:pt x="153130" y="1114262"/>
                </a:lnTo>
                <a:lnTo>
                  <a:pt x="153304" y="1114262"/>
                </a:lnTo>
                <a:lnTo>
                  <a:pt x="153476" y="1114262"/>
                </a:lnTo>
                <a:lnTo>
                  <a:pt x="153649" y="1114262"/>
                </a:lnTo>
                <a:lnTo>
                  <a:pt x="153822" y="1114253"/>
                </a:lnTo>
                <a:lnTo>
                  <a:pt x="153995" y="1114253"/>
                </a:lnTo>
                <a:lnTo>
                  <a:pt x="154167" y="1114253"/>
                </a:lnTo>
                <a:lnTo>
                  <a:pt x="154340" y="1114253"/>
                </a:lnTo>
                <a:lnTo>
                  <a:pt x="154514" y="1114244"/>
                </a:lnTo>
                <a:lnTo>
                  <a:pt x="154686" y="1114244"/>
                </a:lnTo>
                <a:lnTo>
                  <a:pt x="154859" y="1114244"/>
                </a:lnTo>
                <a:lnTo>
                  <a:pt x="155031" y="1114244"/>
                </a:lnTo>
                <a:lnTo>
                  <a:pt x="155205" y="1114235"/>
                </a:lnTo>
                <a:lnTo>
                  <a:pt x="155377" y="1114235"/>
                </a:lnTo>
                <a:lnTo>
                  <a:pt x="155550" y="1114235"/>
                </a:lnTo>
                <a:lnTo>
                  <a:pt x="155723" y="1114226"/>
                </a:lnTo>
                <a:lnTo>
                  <a:pt x="155896" y="1114226"/>
                </a:lnTo>
                <a:lnTo>
                  <a:pt x="156069" y="1114226"/>
                </a:lnTo>
                <a:lnTo>
                  <a:pt x="156241" y="1114226"/>
                </a:lnTo>
                <a:lnTo>
                  <a:pt x="156415" y="1114217"/>
                </a:lnTo>
                <a:lnTo>
                  <a:pt x="156587" y="1114217"/>
                </a:lnTo>
                <a:lnTo>
                  <a:pt x="156760" y="1114217"/>
                </a:lnTo>
                <a:lnTo>
                  <a:pt x="156933" y="1114217"/>
                </a:lnTo>
                <a:lnTo>
                  <a:pt x="157106" y="1114209"/>
                </a:lnTo>
                <a:lnTo>
                  <a:pt x="157279" y="1114209"/>
                </a:lnTo>
                <a:lnTo>
                  <a:pt x="157451" y="1114209"/>
                </a:lnTo>
                <a:lnTo>
                  <a:pt x="157625" y="1114200"/>
                </a:lnTo>
                <a:lnTo>
                  <a:pt x="157797" y="1114200"/>
                </a:lnTo>
                <a:lnTo>
                  <a:pt x="157970" y="1114200"/>
                </a:lnTo>
                <a:lnTo>
                  <a:pt x="158142" y="1114200"/>
                </a:lnTo>
                <a:lnTo>
                  <a:pt x="158316" y="1114191"/>
                </a:lnTo>
                <a:lnTo>
                  <a:pt x="158488" y="1114191"/>
                </a:lnTo>
                <a:lnTo>
                  <a:pt x="158661" y="1114191"/>
                </a:lnTo>
                <a:lnTo>
                  <a:pt x="158834" y="1114182"/>
                </a:lnTo>
                <a:lnTo>
                  <a:pt x="159007" y="1114182"/>
                </a:lnTo>
                <a:lnTo>
                  <a:pt x="159180" y="1114182"/>
                </a:lnTo>
                <a:lnTo>
                  <a:pt x="159352" y="1114182"/>
                </a:lnTo>
                <a:lnTo>
                  <a:pt x="159526" y="1114173"/>
                </a:lnTo>
                <a:lnTo>
                  <a:pt x="159698" y="1114173"/>
                </a:lnTo>
                <a:lnTo>
                  <a:pt x="159871" y="1114173"/>
                </a:lnTo>
                <a:lnTo>
                  <a:pt x="160044" y="1114164"/>
                </a:lnTo>
                <a:lnTo>
                  <a:pt x="160217" y="1114164"/>
                </a:lnTo>
                <a:lnTo>
                  <a:pt x="160390" y="1114164"/>
                </a:lnTo>
                <a:lnTo>
                  <a:pt x="160562" y="1114164"/>
                </a:lnTo>
                <a:lnTo>
                  <a:pt x="160735" y="1114155"/>
                </a:lnTo>
                <a:lnTo>
                  <a:pt x="160908" y="1114155"/>
                </a:lnTo>
                <a:lnTo>
                  <a:pt x="161081" y="1114155"/>
                </a:lnTo>
                <a:lnTo>
                  <a:pt x="161254" y="1114146"/>
                </a:lnTo>
                <a:lnTo>
                  <a:pt x="161427" y="1114146"/>
                </a:lnTo>
                <a:lnTo>
                  <a:pt x="161600" y="1114146"/>
                </a:lnTo>
                <a:lnTo>
                  <a:pt x="161772" y="1114137"/>
                </a:lnTo>
                <a:lnTo>
                  <a:pt x="161945" y="1114137"/>
                </a:lnTo>
                <a:lnTo>
                  <a:pt x="162118" y="1114137"/>
                </a:lnTo>
                <a:lnTo>
                  <a:pt x="162291" y="1114137"/>
                </a:lnTo>
                <a:lnTo>
                  <a:pt x="162463" y="1114129"/>
                </a:lnTo>
                <a:lnTo>
                  <a:pt x="162636" y="1114129"/>
                </a:lnTo>
                <a:lnTo>
                  <a:pt x="162810" y="1114129"/>
                </a:lnTo>
                <a:lnTo>
                  <a:pt x="162982" y="1114120"/>
                </a:lnTo>
                <a:lnTo>
                  <a:pt x="163155" y="1114120"/>
                </a:lnTo>
                <a:lnTo>
                  <a:pt x="163328" y="1114120"/>
                </a:lnTo>
                <a:lnTo>
                  <a:pt x="163501" y="1114111"/>
                </a:lnTo>
                <a:lnTo>
                  <a:pt x="163673" y="1114111"/>
                </a:lnTo>
                <a:lnTo>
                  <a:pt x="163846" y="1114111"/>
                </a:lnTo>
                <a:lnTo>
                  <a:pt x="164019" y="1114102"/>
                </a:lnTo>
                <a:lnTo>
                  <a:pt x="164192" y="1114102"/>
                </a:lnTo>
                <a:lnTo>
                  <a:pt x="164365" y="1114102"/>
                </a:lnTo>
                <a:lnTo>
                  <a:pt x="164537" y="1114093"/>
                </a:lnTo>
                <a:lnTo>
                  <a:pt x="164711" y="1114093"/>
                </a:lnTo>
                <a:lnTo>
                  <a:pt x="164883" y="1114093"/>
                </a:lnTo>
                <a:lnTo>
                  <a:pt x="165056" y="1114084"/>
                </a:lnTo>
                <a:lnTo>
                  <a:pt x="165229" y="1114084"/>
                </a:lnTo>
                <a:lnTo>
                  <a:pt x="165402" y="1114084"/>
                </a:lnTo>
                <a:lnTo>
                  <a:pt x="165575" y="1114084"/>
                </a:lnTo>
                <a:lnTo>
                  <a:pt x="165747" y="1114075"/>
                </a:lnTo>
                <a:lnTo>
                  <a:pt x="165921" y="1114075"/>
                </a:lnTo>
                <a:lnTo>
                  <a:pt x="166093" y="1114075"/>
                </a:lnTo>
                <a:lnTo>
                  <a:pt x="166266" y="1114066"/>
                </a:lnTo>
                <a:lnTo>
                  <a:pt x="166438" y="1114066"/>
                </a:lnTo>
                <a:lnTo>
                  <a:pt x="166612" y="1114066"/>
                </a:lnTo>
                <a:lnTo>
                  <a:pt x="166784" y="1114057"/>
                </a:lnTo>
                <a:lnTo>
                  <a:pt x="166957" y="1114057"/>
                </a:lnTo>
                <a:lnTo>
                  <a:pt x="167131" y="1114057"/>
                </a:lnTo>
                <a:lnTo>
                  <a:pt x="167303" y="1114048"/>
                </a:lnTo>
                <a:lnTo>
                  <a:pt x="167476" y="1114048"/>
                </a:lnTo>
                <a:lnTo>
                  <a:pt x="167648" y="1114048"/>
                </a:lnTo>
                <a:lnTo>
                  <a:pt x="167822" y="1114039"/>
                </a:lnTo>
                <a:lnTo>
                  <a:pt x="167994" y="1114039"/>
                </a:lnTo>
                <a:lnTo>
                  <a:pt x="168167" y="1114039"/>
                </a:lnTo>
                <a:lnTo>
                  <a:pt x="168340" y="1114031"/>
                </a:lnTo>
                <a:lnTo>
                  <a:pt x="168513" y="1114031"/>
                </a:lnTo>
                <a:lnTo>
                  <a:pt x="168686" y="1114022"/>
                </a:lnTo>
                <a:lnTo>
                  <a:pt x="168858" y="1114022"/>
                </a:lnTo>
                <a:lnTo>
                  <a:pt x="169032" y="1114022"/>
                </a:lnTo>
                <a:lnTo>
                  <a:pt x="169204" y="1114013"/>
                </a:lnTo>
                <a:lnTo>
                  <a:pt x="169377" y="1114013"/>
                </a:lnTo>
                <a:lnTo>
                  <a:pt x="169549" y="1114013"/>
                </a:lnTo>
                <a:lnTo>
                  <a:pt x="169723" y="1114004"/>
                </a:lnTo>
                <a:lnTo>
                  <a:pt x="169896" y="1114004"/>
                </a:lnTo>
                <a:lnTo>
                  <a:pt x="170068" y="1114004"/>
                </a:lnTo>
                <a:lnTo>
                  <a:pt x="170241" y="1113995"/>
                </a:lnTo>
                <a:lnTo>
                  <a:pt x="170414" y="1113995"/>
                </a:lnTo>
                <a:lnTo>
                  <a:pt x="170587" y="1113995"/>
                </a:lnTo>
                <a:lnTo>
                  <a:pt x="170759" y="1113986"/>
                </a:lnTo>
                <a:lnTo>
                  <a:pt x="170933" y="1113986"/>
                </a:lnTo>
                <a:lnTo>
                  <a:pt x="171105" y="1113986"/>
                </a:lnTo>
                <a:lnTo>
                  <a:pt x="171278" y="1113977"/>
                </a:lnTo>
                <a:lnTo>
                  <a:pt x="171451" y="1113977"/>
                </a:lnTo>
                <a:lnTo>
                  <a:pt x="171624" y="1113968"/>
                </a:lnTo>
                <a:lnTo>
                  <a:pt x="171797" y="1113968"/>
                </a:lnTo>
                <a:lnTo>
                  <a:pt x="171969" y="1113968"/>
                </a:lnTo>
                <a:lnTo>
                  <a:pt x="172142" y="1113959"/>
                </a:lnTo>
                <a:lnTo>
                  <a:pt x="172315" y="1113959"/>
                </a:lnTo>
                <a:lnTo>
                  <a:pt x="172488" y="1113959"/>
                </a:lnTo>
                <a:lnTo>
                  <a:pt x="172661" y="1113951"/>
                </a:lnTo>
                <a:lnTo>
                  <a:pt x="172834" y="1113951"/>
                </a:lnTo>
                <a:lnTo>
                  <a:pt x="173007" y="1113951"/>
                </a:lnTo>
                <a:lnTo>
                  <a:pt x="173179" y="1113942"/>
                </a:lnTo>
                <a:lnTo>
                  <a:pt x="173352" y="1113942"/>
                </a:lnTo>
                <a:lnTo>
                  <a:pt x="173525" y="1113933"/>
                </a:lnTo>
                <a:lnTo>
                  <a:pt x="173698" y="1113933"/>
                </a:lnTo>
                <a:lnTo>
                  <a:pt x="173870" y="1113933"/>
                </a:lnTo>
                <a:lnTo>
                  <a:pt x="174043" y="1113924"/>
                </a:lnTo>
                <a:lnTo>
                  <a:pt x="174217" y="1113924"/>
                </a:lnTo>
                <a:lnTo>
                  <a:pt x="174389" y="1113924"/>
                </a:lnTo>
                <a:lnTo>
                  <a:pt x="174562" y="1113915"/>
                </a:lnTo>
                <a:lnTo>
                  <a:pt x="174735" y="1113915"/>
                </a:lnTo>
                <a:lnTo>
                  <a:pt x="174908" y="1113906"/>
                </a:lnTo>
                <a:lnTo>
                  <a:pt x="175080" y="1113906"/>
                </a:lnTo>
                <a:lnTo>
                  <a:pt x="175253" y="1113906"/>
                </a:lnTo>
                <a:lnTo>
                  <a:pt x="175426" y="1113897"/>
                </a:lnTo>
                <a:lnTo>
                  <a:pt x="175599" y="1113897"/>
                </a:lnTo>
                <a:lnTo>
                  <a:pt x="175772" y="1113888"/>
                </a:lnTo>
                <a:lnTo>
                  <a:pt x="175944" y="1113888"/>
                </a:lnTo>
                <a:lnTo>
                  <a:pt x="176118" y="1113888"/>
                </a:lnTo>
                <a:lnTo>
                  <a:pt x="176290" y="1113879"/>
                </a:lnTo>
                <a:lnTo>
                  <a:pt x="176463" y="1113879"/>
                </a:lnTo>
                <a:lnTo>
                  <a:pt x="176636" y="1113870"/>
                </a:lnTo>
                <a:lnTo>
                  <a:pt x="176809" y="1113870"/>
                </a:lnTo>
                <a:lnTo>
                  <a:pt x="176982" y="1113870"/>
                </a:lnTo>
                <a:lnTo>
                  <a:pt x="177154" y="1113862"/>
                </a:lnTo>
                <a:lnTo>
                  <a:pt x="177328" y="1113862"/>
                </a:lnTo>
                <a:lnTo>
                  <a:pt x="177500" y="1113853"/>
                </a:lnTo>
                <a:lnTo>
                  <a:pt x="177673" y="1113853"/>
                </a:lnTo>
                <a:lnTo>
                  <a:pt x="177845" y="1113853"/>
                </a:lnTo>
                <a:lnTo>
                  <a:pt x="178019" y="1113844"/>
                </a:lnTo>
                <a:lnTo>
                  <a:pt x="178191" y="1113844"/>
                </a:lnTo>
                <a:lnTo>
                  <a:pt x="178364" y="1113835"/>
                </a:lnTo>
                <a:lnTo>
                  <a:pt x="178538" y="1113835"/>
                </a:lnTo>
                <a:lnTo>
                  <a:pt x="178710" y="1113835"/>
                </a:lnTo>
                <a:lnTo>
                  <a:pt x="178883" y="1113826"/>
                </a:lnTo>
                <a:lnTo>
                  <a:pt x="179055" y="1113826"/>
                </a:lnTo>
                <a:lnTo>
                  <a:pt x="179229" y="1113817"/>
                </a:lnTo>
                <a:lnTo>
                  <a:pt x="179401" y="1113817"/>
                </a:lnTo>
                <a:lnTo>
                  <a:pt x="179574" y="1113808"/>
                </a:lnTo>
                <a:lnTo>
                  <a:pt x="179747" y="1113808"/>
                </a:lnTo>
                <a:lnTo>
                  <a:pt x="179920" y="1113808"/>
                </a:lnTo>
                <a:lnTo>
                  <a:pt x="180093" y="1113799"/>
                </a:lnTo>
                <a:lnTo>
                  <a:pt x="180265" y="1113799"/>
                </a:lnTo>
                <a:lnTo>
                  <a:pt x="180439" y="1113790"/>
                </a:lnTo>
                <a:lnTo>
                  <a:pt x="180611" y="1113790"/>
                </a:lnTo>
                <a:lnTo>
                  <a:pt x="180784" y="1113782"/>
                </a:lnTo>
                <a:lnTo>
                  <a:pt x="180956" y="1113782"/>
                </a:lnTo>
                <a:lnTo>
                  <a:pt x="181130" y="1113782"/>
                </a:lnTo>
                <a:lnTo>
                  <a:pt x="181303" y="1113773"/>
                </a:lnTo>
                <a:lnTo>
                  <a:pt x="181475" y="1113773"/>
                </a:lnTo>
                <a:lnTo>
                  <a:pt x="181648" y="1113764"/>
                </a:lnTo>
                <a:lnTo>
                  <a:pt x="181821" y="1113764"/>
                </a:lnTo>
                <a:lnTo>
                  <a:pt x="181994" y="1113755"/>
                </a:lnTo>
                <a:lnTo>
                  <a:pt x="182166" y="1113755"/>
                </a:lnTo>
                <a:lnTo>
                  <a:pt x="182340" y="1113755"/>
                </a:lnTo>
                <a:lnTo>
                  <a:pt x="182512" y="1113746"/>
                </a:lnTo>
                <a:lnTo>
                  <a:pt x="182685" y="1113746"/>
                </a:lnTo>
                <a:lnTo>
                  <a:pt x="182858" y="1113737"/>
                </a:lnTo>
                <a:lnTo>
                  <a:pt x="183031" y="1113737"/>
                </a:lnTo>
                <a:lnTo>
                  <a:pt x="183204" y="1113728"/>
                </a:lnTo>
                <a:lnTo>
                  <a:pt x="183376" y="1113728"/>
                </a:lnTo>
                <a:lnTo>
                  <a:pt x="183549" y="1113719"/>
                </a:lnTo>
                <a:lnTo>
                  <a:pt x="183722" y="1113719"/>
                </a:lnTo>
                <a:lnTo>
                  <a:pt x="183895" y="1113719"/>
                </a:lnTo>
                <a:lnTo>
                  <a:pt x="184068" y="1113710"/>
                </a:lnTo>
                <a:lnTo>
                  <a:pt x="184241" y="1113710"/>
                </a:lnTo>
                <a:lnTo>
                  <a:pt x="184414" y="1113701"/>
                </a:lnTo>
                <a:lnTo>
                  <a:pt x="184586" y="1113701"/>
                </a:lnTo>
                <a:lnTo>
                  <a:pt x="184759" y="1113693"/>
                </a:lnTo>
                <a:lnTo>
                  <a:pt x="184932" y="1113693"/>
                </a:lnTo>
                <a:lnTo>
                  <a:pt x="185105" y="1113684"/>
                </a:lnTo>
                <a:lnTo>
                  <a:pt x="185277" y="1113684"/>
                </a:lnTo>
                <a:lnTo>
                  <a:pt x="185450" y="1113675"/>
                </a:lnTo>
                <a:lnTo>
                  <a:pt x="185624" y="1113675"/>
                </a:lnTo>
                <a:lnTo>
                  <a:pt x="185796" y="1113666"/>
                </a:lnTo>
                <a:lnTo>
                  <a:pt x="185969" y="1113666"/>
                </a:lnTo>
                <a:lnTo>
                  <a:pt x="186142" y="1113666"/>
                </a:lnTo>
                <a:lnTo>
                  <a:pt x="186315" y="1113657"/>
                </a:lnTo>
                <a:lnTo>
                  <a:pt x="186487" y="1113657"/>
                </a:lnTo>
                <a:lnTo>
                  <a:pt x="186660" y="1113648"/>
                </a:lnTo>
                <a:lnTo>
                  <a:pt x="186833" y="1113648"/>
                </a:lnTo>
                <a:lnTo>
                  <a:pt x="187006" y="1113639"/>
                </a:lnTo>
                <a:lnTo>
                  <a:pt x="187179" y="1113639"/>
                </a:lnTo>
                <a:lnTo>
                  <a:pt x="187351" y="1113630"/>
                </a:lnTo>
                <a:lnTo>
                  <a:pt x="187525" y="1113630"/>
                </a:lnTo>
                <a:lnTo>
                  <a:pt x="187697" y="1113621"/>
                </a:lnTo>
                <a:lnTo>
                  <a:pt x="187870" y="1113621"/>
                </a:lnTo>
                <a:lnTo>
                  <a:pt x="188043" y="1113612"/>
                </a:lnTo>
                <a:lnTo>
                  <a:pt x="188216" y="1113612"/>
                </a:lnTo>
                <a:lnTo>
                  <a:pt x="188389" y="1113604"/>
                </a:lnTo>
                <a:lnTo>
                  <a:pt x="188561" y="1113604"/>
                </a:lnTo>
                <a:lnTo>
                  <a:pt x="188735" y="1113595"/>
                </a:lnTo>
                <a:lnTo>
                  <a:pt x="188907" y="1113595"/>
                </a:lnTo>
                <a:lnTo>
                  <a:pt x="189080" y="1113586"/>
                </a:lnTo>
                <a:lnTo>
                  <a:pt x="189252" y="1113586"/>
                </a:lnTo>
                <a:lnTo>
                  <a:pt x="189426" y="1113577"/>
                </a:lnTo>
                <a:lnTo>
                  <a:pt x="189599" y="1113577"/>
                </a:lnTo>
                <a:lnTo>
                  <a:pt x="189771" y="1113568"/>
                </a:lnTo>
                <a:lnTo>
                  <a:pt x="189945" y="1113568"/>
                </a:lnTo>
                <a:lnTo>
                  <a:pt x="190117" y="1113559"/>
                </a:lnTo>
                <a:lnTo>
                  <a:pt x="190290" y="1113559"/>
                </a:lnTo>
                <a:lnTo>
                  <a:pt x="190462" y="1113550"/>
                </a:lnTo>
                <a:lnTo>
                  <a:pt x="190636" y="1113550"/>
                </a:lnTo>
                <a:lnTo>
                  <a:pt x="190808" y="1113541"/>
                </a:lnTo>
                <a:lnTo>
                  <a:pt x="190981" y="1113541"/>
                </a:lnTo>
                <a:lnTo>
                  <a:pt x="191154" y="1113532"/>
                </a:lnTo>
                <a:lnTo>
                  <a:pt x="191327" y="1113532"/>
                </a:lnTo>
                <a:lnTo>
                  <a:pt x="191500" y="1113524"/>
                </a:lnTo>
                <a:lnTo>
                  <a:pt x="191672" y="1113524"/>
                </a:lnTo>
                <a:lnTo>
                  <a:pt x="191846" y="1113515"/>
                </a:lnTo>
                <a:lnTo>
                  <a:pt x="192018" y="1113515"/>
                </a:lnTo>
                <a:lnTo>
                  <a:pt x="192191" y="1113506"/>
                </a:lnTo>
                <a:lnTo>
                  <a:pt x="192364" y="1113506"/>
                </a:lnTo>
                <a:lnTo>
                  <a:pt x="192537" y="1113497"/>
                </a:lnTo>
                <a:lnTo>
                  <a:pt x="192710" y="1113488"/>
                </a:lnTo>
                <a:lnTo>
                  <a:pt x="192882" y="1113488"/>
                </a:lnTo>
                <a:lnTo>
                  <a:pt x="193055" y="1113479"/>
                </a:lnTo>
                <a:lnTo>
                  <a:pt x="193228" y="1113479"/>
                </a:lnTo>
                <a:lnTo>
                  <a:pt x="193401" y="1113470"/>
                </a:lnTo>
                <a:lnTo>
                  <a:pt x="193573" y="1113470"/>
                </a:lnTo>
                <a:lnTo>
                  <a:pt x="193747" y="1113461"/>
                </a:lnTo>
                <a:lnTo>
                  <a:pt x="193920" y="1113461"/>
                </a:lnTo>
                <a:lnTo>
                  <a:pt x="194092" y="1113452"/>
                </a:lnTo>
                <a:lnTo>
                  <a:pt x="194265" y="1113452"/>
                </a:lnTo>
                <a:lnTo>
                  <a:pt x="194438" y="1113443"/>
                </a:lnTo>
                <a:lnTo>
                  <a:pt x="194611" y="1113435"/>
                </a:lnTo>
                <a:lnTo>
                  <a:pt x="194783" y="1113435"/>
                </a:lnTo>
                <a:lnTo>
                  <a:pt x="194956" y="1113426"/>
                </a:lnTo>
                <a:lnTo>
                  <a:pt x="195129" y="1113426"/>
                </a:lnTo>
                <a:lnTo>
                  <a:pt x="195302" y="1113417"/>
                </a:lnTo>
                <a:lnTo>
                  <a:pt x="195475" y="1113417"/>
                </a:lnTo>
                <a:lnTo>
                  <a:pt x="195648" y="1113408"/>
                </a:lnTo>
                <a:lnTo>
                  <a:pt x="195821" y="1113408"/>
                </a:lnTo>
                <a:lnTo>
                  <a:pt x="195993" y="1113399"/>
                </a:lnTo>
                <a:lnTo>
                  <a:pt x="196166" y="1113390"/>
                </a:lnTo>
                <a:lnTo>
                  <a:pt x="196339" y="1113390"/>
                </a:lnTo>
                <a:lnTo>
                  <a:pt x="196512" y="1113381"/>
                </a:lnTo>
                <a:lnTo>
                  <a:pt x="196685" y="1113381"/>
                </a:lnTo>
                <a:lnTo>
                  <a:pt x="196857" y="1113372"/>
                </a:lnTo>
                <a:lnTo>
                  <a:pt x="197031" y="1113372"/>
                </a:lnTo>
                <a:lnTo>
                  <a:pt x="197203" y="1113363"/>
                </a:lnTo>
                <a:lnTo>
                  <a:pt x="197376" y="1113355"/>
                </a:lnTo>
                <a:lnTo>
                  <a:pt x="197549" y="1113355"/>
                </a:lnTo>
                <a:lnTo>
                  <a:pt x="197722" y="1113346"/>
                </a:lnTo>
                <a:lnTo>
                  <a:pt x="197894" y="1113346"/>
                </a:lnTo>
                <a:lnTo>
                  <a:pt x="198067" y="1113337"/>
                </a:lnTo>
                <a:lnTo>
                  <a:pt x="198241" y="1113337"/>
                </a:lnTo>
                <a:lnTo>
                  <a:pt x="198413" y="1113328"/>
                </a:lnTo>
                <a:lnTo>
                  <a:pt x="198586" y="1113319"/>
                </a:lnTo>
                <a:lnTo>
                  <a:pt x="198758" y="1113319"/>
                </a:lnTo>
                <a:lnTo>
                  <a:pt x="198932" y="1113310"/>
                </a:lnTo>
                <a:lnTo>
                  <a:pt x="199104" y="1113310"/>
                </a:lnTo>
                <a:lnTo>
                  <a:pt x="199277" y="1113301"/>
                </a:lnTo>
                <a:lnTo>
                  <a:pt x="199450" y="1113292"/>
                </a:lnTo>
                <a:lnTo>
                  <a:pt x="199623" y="1113292"/>
                </a:lnTo>
                <a:lnTo>
                  <a:pt x="199796" y="1113283"/>
                </a:lnTo>
                <a:lnTo>
                  <a:pt x="199968" y="1113283"/>
                </a:lnTo>
                <a:lnTo>
                  <a:pt x="200142" y="1113274"/>
                </a:lnTo>
                <a:lnTo>
                  <a:pt x="200314" y="1113265"/>
                </a:lnTo>
                <a:lnTo>
                  <a:pt x="200487" y="1113265"/>
                </a:lnTo>
                <a:lnTo>
                  <a:pt x="200659" y="1113257"/>
                </a:lnTo>
                <a:lnTo>
                  <a:pt x="200833" y="1113257"/>
                </a:lnTo>
                <a:lnTo>
                  <a:pt x="201006" y="1113248"/>
                </a:lnTo>
                <a:lnTo>
                  <a:pt x="201178" y="1113239"/>
                </a:lnTo>
                <a:lnTo>
                  <a:pt x="201352" y="1113239"/>
                </a:lnTo>
                <a:lnTo>
                  <a:pt x="201524" y="1113230"/>
                </a:lnTo>
                <a:lnTo>
                  <a:pt x="201697" y="1113221"/>
                </a:lnTo>
                <a:lnTo>
                  <a:pt x="201869" y="1113221"/>
                </a:lnTo>
                <a:lnTo>
                  <a:pt x="202043" y="1113212"/>
                </a:lnTo>
                <a:lnTo>
                  <a:pt x="202215" y="1113212"/>
                </a:lnTo>
                <a:lnTo>
                  <a:pt x="202388" y="1113203"/>
                </a:lnTo>
                <a:lnTo>
                  <a:pt x="202561" y="1113194"/>
                </a:lnTo>
                <a:lnTo>
                  <a:pt x="202734" y="1113194"/>
                </a:lnTo>
                <a:lnTo>
                  <a:pt x="202907" y="1113185"/>
                </a:lnTo>
                <a:lnTo>
                  <a:pt x="203079" y="1113177"/>
                </a:lnTo>
                <a:lnTo>
                  <a:pt x="203253" y="1113177"/>
                </a:lnTo>
                <a:lnTo>
                  <a:pt x="203425" y="1113168"/>
                </a:lnTo>
                <a:lnTo>
                  <a:pt x="203598" y="1113168"/>
                </a:lnTo>
                <a:lnTo>
                  <a:pt x="203771" y="1113159"/>
                </a:lnTo>
                <a:lnTo>
                  <a:pt x="203944" y="1113150"/>
                </a:lnTo>
                <a:lnTo>
                  <a:pt x="204117" y="1113150"/>
                </a:lnTo>
                <a:lnTo>
                  <a:pt x="204289" y="1113141"/>
                </a:lnTo>
                <a:lnTo>
                  <a:pt x="204462" y="1113132"/>
                </a:lnTo>
                <a:lnTo>
                  <a:pt x="204635" y="1113132"/>
                </a:lnTo>
                <a:lnTo>
                  <a:pt x="204808" y="1113123"/>
                </a:lnTo>
                <a:lnTo>
                  <a:pt x="204980" y="1113114"/>
                </a:lnTo>
                <a:lnTo>
                  <a:pt x="205154" y="1113114"/>
                </a:lnTo>
                <a:lnTo>
                  <a:pt x="205327" y="1113105"/>
                </a:lnTo>
                <a:lnTo>
                  <a:pt x="205499" y="1113096"/>
                </a:lnTo>
                <a:lnTo>
                  <a:pt x="205672" y="1113096"/>
                </a:lnTo>
                <a:lnTo>
                  <a:pt x="205845" y="1113088"/>
                </a:lnTo>
                <a:lnTo>
                  <a:pt x="206018" y="1113079"/>
                </a:lnTo>
                <a:lnTo>
                  <a:pt x="206190" y="1113079"/>
                </a:lnTo>
                <a:lnTo>
                  <a:pt x="206363" y="1113070"/>
                </a:lnTo>
                <a:lnTo>
                  <a:pt x="206536" y="1113061"/>
                </a:lnTo>
                <a:lnTo>
                  <a:pt x="206709" y="1113061"/>
                </a:lnTo>
                <a:lnTo>
                  <a:pt x="206882" y="1113052"/>
                </a:lnTo>
                <a:lnTo>
                  <a:pt x="207055" y="1113043"/>
                </a:lnTo>
                <a:lnTo>
                  <a:pt x="207228" y="1113043"/>
                </a:lnTo>
                <a:lnTo>
                  <a:pt x="207400" y="1113034"/>
                </a:lnTo>
                <a:lnTo>
                  <a:pt x="207573" y="1113025"/>
                </a:lnTo>
                <a:lnTo>
                  <a:pt x="207746" y="1113025"/>
                </a:lnTo>
                <a:lnTo>
                  <a:pt x="207919" y="1113016"/>
                </a:lnTo>
                <a:lnTo>
                  <a:pt x="208092" y="1113008"/>
                </a:lnTo>
                <a:lnTo>
                  <a:pt x="208264" y="1112999"/>
                </a:lnTo>
                <a:lnTo>
                  <a:pt x="208438" y="1112999"/>
                </a:lnTo>
                <a:lnTo>
                  <a:pt x="208610" y="1112990"/>
                </a:lnTo>
                <a:lnTo>
                  <a:pt x="208783" y="1112981"/>
                </a:lnTo>
                <a:lnTo>
                  <a:pt x="208956" y="1112981"/>
                </a:lnTo>
                <a:lnTo>
                  <a:pt x="209129" y="1112972"/>
                </a:lnTo>
                <a:lnTo>
                  <a:pt x="209301" y="1112963"/>
                </a:lnTo>
                <a:lnTo>
                  <a:pt x="209474" y="1112963"/>
                </a:lnTo>
                <a:lnTo>
                  <a:pt x="209648" y="1112954"/>
                </a:lnTo>
                <a:lnTo>
                  <a:pt x="209820" y="1112945"/>
                </a:lnTo>
                <a:lnTo>
                  <a:pt x="209993" y="1112936"/>
                </a:lnTo>
                <a:lnTo>
                  <a:pt x="210165" y="1112936"/>
                </a:lnTo>
                <a:lnTo>
                  <a:pt x="210339" y="1112927"/>
                </a:lnTo>
                <a:lnTo>
                  <a:pt x="210511" y="1112919"/>
                </a:lnTo>
                <a:lnTo>
                  <a:pt x="210684" y="1112910"/>
                </a:lnTo>
                <a:lnTo>
                  <a:pt x="210857" y="1112910"/>
                </a:lnTo>
                <a:lnTo>
                  <a:pt x="211030" y="1112901"/>
                </a:lnTo>
                <a:lnTo>
                  <a:pt x="211203" y="1112892"/>
                </a:lnTo>
                <a:lnTo>
                  <a:pt x="211375" y="1112892"/>
                </a:lnTo>
                <a:lnTo>
                  <a:pt x="211549" y="1112883"/>
                </a:lnTo>
                <a:lnTo>
                  <a:pt x="211721" y="1112874"/>
                </a:lnTo>
                <a:lnTo>
                  <a:pt x="211894" y="1112865"/>
                </a:lnTo>
                <a:lnTo>
                  <a:pt x="212066" y="1112865"/>
                </a:lnTo>
                <a:lnTo>
                  <a:pt x="212240" y="1112856"/>
                </a:lnTo>
                <a:lnTo>
                  <a:pt x="212413" y="1112847"/>
                </a:lnTo>
                <a:lnTo>
                  <a:pt x="212585" y="1112838"/>
                </a:lnTo>
                <a:lnTo>
                  <a:pt x="212759" y="1112838"/>
                </a:lnTo>
                <a:lnTo>
                  <a:pt x="212931" y="1112830"/>
                </a:lnTo>
                <a:lnTo>
                  <a:pt x="213104" y="1112821"/>
                </a:lnTo>
                <a:lnTo>
                  <a:pt x="213276" y="1112812"/>
                </a:lnTo>
                <a:lnTo>
                  <a:pt x="213450" y="1112812"/>
                </a:lnTo>
                <a:lnTo>
                  <a:pt x="213622" y="1112803"/>
                </a:lnTo>
                <a:lnTo>
                  <a:pt x="213795" y="1112794"/>
                </a:lnTo>
                <a:lnTo>
                  <a:pt x="213968" y="1112785"/>
                </a:lnTo>
                <a:lnTo>
                  <a:pt x="214141" y="1112776"/>
                </a:lnTo>
                <a:lnTo>
                  <a:pt x="214314" y="1112776"/>
                </a:lnTo>
                <a:lnTo>
                  <a:pt x="214486" y="1112767"/>
                </a:lnTo>
                <a:lnTo>
                  <a:pt x="214660" y="1112758"/>
                </a:lnTo>
                <a:lnTo>
                  <a:pt x="214832" y="1112750"/>
                </a:lnTo>
                <a:lnTo>
                  <a:pt x="215005" y="1112750"/>
                </a:lnTo>
                <a:lnTo>
                  <a:pt x="215178" y="1112741"/>
                </a:lnTo>
                <a:lnTo>
                  <a:pt x="215351" y="1112732"/>
                </a:lnTo>
                <a:lnTo>
                  <a:pt x="215524" y="1112723"/>
                </a:lnTo>
                <a:lnTo>
                  <a:pt x="215696" y="1112714"/>
                </a:lnTo>
                <a:lnTo>
                  <a:pt x="215869" y="1112714"/>
                </a:lnTo>
                <a:lnTo>
                  <a:pt x="216042" y="1112705"/>
                </a:lnTo>
                <a:lnTo>
                  <a:pt x="216215" y="1112696"/>
                </a:lnTo>
                <a:lnTo>
                  <a:pt x="216388" y="1112687"/>
                </a:lnTo>
                <a:lnTo>
                  <a:pt x="216561" y="1112678"/>
                </a:lnTo>
                <a:lnTo>
                  <a:pt x="216734" y="1112678"/>
                </a:lnTo>
                <a:lnTo>
                  <a:pt x="216906" y="1112669"/>
                </a:lnTo>
                <a:lnTo>
                  <a:pt x="217079" y="1112661"/>
                </a:lnTo>
                <a:lnTo>
                  <a:pt x="217252" y="1112652"/>
                </a:lnTo>
                <a:lnTo>
                  <a:pt x="217425" y="1112643"/>
                </a:lnTo>
                <a:lnTo>
                  <a:pt x="217597" y="1112643"/>
                </a:lnTo>
                <a:lnTo>
                  <a:pt x="217770" y="1112634"/>
                </a:lnTo>
                <a:lnTo>
                  <a:pt x="217943" y="1112625"/>
                </a:lnTo>
                <a:lnTo>
                  <a:pt x="218116" y="1112616"/>
                </a:lnTo>
                <a:lnTo>
                  <a:pt x="218289" y="1112607"/>
                </a:lnTo>
                <a:lnTo>
                  <a:pt x="218462" y="1112598"/>
                </a:lnTo>
                <a:lnTo>
                  <a:pt x="218635" y="1112598"/>
                </a:lnTo>
                <a:lnTo>
                  <a:pt x="218807" y="1112589"/>
                </a:lnTo>
                <a:lnTo>
                  <a:pt x="218980" y="1112581"/>
                </a:lnTo>
                <a:lnTo>
                  <a:pt x="219153" y="1112572"/>
                </a:lnTo>
                <a:lnTo>
                  <a:pt x="219326" y="1112563"/>
                </a:lnTo>
                <a:lnTo>
                  <a:pt x="219499" y="1112554"/>
                </a:lnTo>
                <a:lnTo>
                  <a:pt x="219671" y="1112554"/>
                </a:lnTo>
                <a:lnTo>
                  <a:pt x="219845" y="1112545"/>
                </a:lnTo>
                <a:lnTo>
                  <a:pt x="220017" y="1112536"/>
                </a:lnTo>
                <a:lnTo>
                  <a:pt x="220190" y="1112527"/>
                </a:lnTo>
                <a:lnTo>
                  <a:pt x="220363" y="1112518"/>
                </a:lnTo>
                <a:lnTo>
                  <a:pt x="220536" y="1112509"/>
                </a:lnTo>
                <a:lnTo>
                  <a:pt x="220709" y="1112500"/>
                </a:lnTo>
                <a:lnTo>
                  <a:pt x="220881" y="1112500"/>
                </a:lnTo>
                <a:lnTo>
                  <a:pt x="221055" y="1112491"/>
                </a:lnTo>
                <a:lnTo>
                  <a:pt x="221227" y="1112483"/>
                </a:lnTo>
                <a:lnTo>
                  <a:pt x="221400" y="1112474"/>
                </a:lnTo>
                <a:lnTo>
                  <a:pt x="221572" y="1112465"/>
                </a:lnTo>
                <a:lnTo>
                  <a:pt x="221746" y="1112456"/>
                </a:lnTo>
                <a:lnTo>
                  <a:pt x="221918" y="1112447"/>
                </a:lnTo>
                <a:lnTo>
                  <a:pt x="222091" y="1112447"/>
                </a:lnTo>
                <a:lnTo>
                  <a:pt x="222264" y="1112438"/>
                </a:lnTo>
                <a:lnTo>
                  <a:pt x="222437" y="1112429"/>
                </a:lnTo>
                <a:lnTo>
                  <a:pt x="222610" y="1112420"/>
                </a:lnTo>
                <a:lnTo>
                  <a:pt x="222782" y="1112411"/>
                </a:lnTo>
                <a:lnTo>
                  <a:pt x="222956" y="1112403"/>
                </a:lnTo>
                <a:lnTo>
                  <a:pt x="223128" y="1112394"/>
                </a:lnTo>
                <a:lnTo>
                  <a:pt x="223301" y="1112385"/>
                </a:lnTo>
                <a:lnTo>
                  <a:pt x="223473" y="1112376"/>
                </a:lnTo>
                <a:lnTo>
                  <a:pt x="223647" y="1112367"/>
                </a:lnTo>
                <a:lnTo>
                  <a:pt x="223820" y="1112367"/>
                </a:lnTo>
                <a:lnTo>
                  <a:pt x="223992" y="1112358"/>
                </a:lnTo>
                <a:lnTo>
                  <a:pt x="224166" y="1112349"/>
                </a:lnTo>
                <a:lnTo>
                  <a:pt x="224338" y="1112340"/>
                </a:lnTo>
                <a:lnTo>
                  <a:pt x="224511" y="1112331"/>
                </a:lnTo>
                <a:lnTo>
                  <a:pt x="224683" y="1112323"/>
                </a:lnTo>
                <a:lnTo>
                  <a:pt x="224857" y="1112314"/>
                </a:lnTo>
                <a:lnTo>
                  <a:pt x="225030" y="1112305"/>
                </a:lnTo>
                <a:lnTo>
                  <a:pt x="225202" y="1112296"/>
                </a:lnTo>
                <a:lnTo>
                  <a:pt x="225375" y="1112287"/>
                </a:lnTo>
                <a:lnTo>
                  <a:pt x="225548" y="1112278"/>
                </a:lnTo>
                <a:lnTo>
                  <a:pt x="225721" y="1112269"/>
                </a:lnTo>
                <a:lnTo>
                  <a:pt x="225893" y="1112260"/>
                </a:lnTo>
                <a:lnTo>
                  <a:pt x="226067" y="1112260"/>
                </a:lnTo>
                <a:lnTo>
                  <a:pt x="226239" y="1112251"/>
                </a:lnTo>
                <a:lnTo>
                  <a:pt x="226412" y="1112242"/>
                </a:lnTo>
                <a:lnTo>
                  <a:pt x="226585" y="1112234"/>
                </a:lnTo>
                <a:lnTo>
                  <a:pt x="226758" y="1112225"/>
                </a:lnTo>
                <a:lnTo>
                  <a:pt x="226931" y="1112216"/>
                </a:lnTo>
                <a:lnTo>
                  <a:pt x="227103" y="1112207"/>
                </a:lnTo>
                <a:lnTo>
                  <a:pt x="227276" y="1112198"/>
                </a:lnTo>
                <a:lnTo>
                  <a:pt x="227449" y="1112189"/>
                </a:lnTo>
                <a:lnTo>
                  <a:pt x="227622" y="1112180"/>
                </a:lnTo>
                <a:lnTo>
                  <a:pt x="227794" y="1112171"/>
                </a:lnTo>
                <a:lnTo>
                  <a:pt x="227968" y="1112162"/>
                </a:lnTo>
                <a:lnTo>
                  <a:pt x="228141" y="1112153"/>
                </a:lnTo>
                <a:lnTo>
                  <a:pt x="228313" y="1112145"/>
                </a:lnTo>
                <a:lnTo>
                  <a:pt x="228486" y="1112136"/>
                </a:lnTo>
                <a:lnTo>
                  <a:pt x="228659" y="1112127"/>
                </a:lnTo>
                <a:lnTo>
                  <a:pt x="228832" y="1112118"/>
                </a:lnTo>
                <a:lnTo>
                  <a:pt x="229004" y="1112109"/>
                </a:lnTo>
                <a:lnTo>
                  <a:pt x="229177" y="1112100"/>
                </a:lnTo>
                <a:lnTo>
                  <a:pt x="229351" y="1112091"/>
                </a:lnTo>
                <a:lnTo>
                  <a:pt x="229523" y="1112082"/>
                </a:lnTo>
                <a:lnTo>
                  <a:pt x="229696" y="1112073"/>
                </a:lnTo>
                <a:lnTo>
                  <a:pt x="229869" y="1112064"/>
                </a:lnTo>
                <a:lnTo>
                  <a:pt x="230042" y="1112056"/>
                </a:lnTo>
                <a:lnTo>
                  <a:pt x="230214" y="1112047"/>
                </a:lnTo>
                <a:lnTo>
                  <a:pt x="230387" y="1112038"/>
                </a:lnTo>
                <a:lnTo>
                  <a:pt x="230560" y="1112029"/>
                </a:lnTo>
                <a:lnTo>
                  <a:pt x="230733" y="1112020"/>
                </a:lnTo>
                <a:lnTo>
                  <a:pt x="230906" y="1112011"/>
                </a:lnTo>
                <a:lnTo>
                  <a:pt x="231078" y="1112002"/>
                </a:lnTo>
                <a:lnTo>
                  <a:pt x="231252" y="1111993"/>
                </a:lnTo>
                <a:lnTo>
                  <a:pt x="231424" y="1111984"/>
                </a:lnTo>
                <a:lnTo>
                  <a:pt x="231597" y="1111976"/>
                </a:lnTo>
                <a:lnTo>
                  <a:pt x="231770" y="1111967"/>
                </a:lnTo>
                <a:lnTo>
                  <a:pt x="231943" y="1111958"/>
                </a:lnTo>
                <a:lnTo>
                  <a:pt x="232115" y="1111949"/>
                </a:lnTo>
                <a:lnTo>
                  <a:pt x="232288" y="1111940"/>
                </a:lnTo>
                <a:lnTo>
                  <a:pt x="232462" y="1111931"/>
                </a:lnTo>
                <a:lnTo>
                  <a:pt x="232634" y="1111922"/>
                </a:lnTo>
                <a:lnTo>
                  <a:pt x="232807" y="1111913"/>
                </a:lnTo>
                <a:lnTo>
                  <a:pt x="232979" y="1111904"/>
                </a:lnTo>
                <a:lnTo>
                  <a:pt x="233153" y="1111887"/>
                </a:lnTo>
                <a:lnTo>
                  <a:pt x="233325" y="1111878"/>
                </a:lnTo>
                <a:lnTo>
                  <a:pt x="233498" y="1111869"/>
                </a:lnTo>
                <a:lnTo>
                  <a:pt x="233672" y="1111860"/>
                </a:lnTo>
                <a:lnTo>
                  <a:pt x="233844" y="1111851"/>
                </a:lnTo>
                <a:lnTo>
                  <a:pt x="234017" y="1111842"/>
                </a:lnTo>
                <a:lnTo>
                  <a:pt x="234189" y="1111833"/>
                </a:lnTo>
                <a:lnTo>
                  <a:pt x="234363" y="1111824"/>
                </a:lnTo>
                <a:lnTo>
                  <a:pt x="234535" y="1111815"/>
                </a:lnTo>
                <a:lnTo>
                  <a:pt x="234708" y="1111807"/>
                </a:lnTo>
                <a:lnTo>
                  <a:pt x="234881" y="1111798"/>
                </a:lnTo>
                <a:lnTo>
                  <a:pt x="235054" y="1111789"/>
                </a:lnTo>
                <a:lnTo>
                  <a:pt x="235227" y="1111780"/>
                </a:lnTo>
                <a:lnTo>
                  <a:pt x="235399" y="1111762"/>
                </a:lnTo>
                <a:lnTo>
                  <a:pt x="235573" y="1111753"/>
                </a:lnTo>
                <a:lnTo>
                  <a:pt x="235745" y="1111744"/>
                </a:lnTo>
                <a:lnTo>
                  <a:pt x="235918" y="1111735"/>
                </a:lnTo>
                <a:lnTo>
                  <a:pt x="236090" y="1111726"/>
                </a:lnTo>
                <a:lnTo>
                  <a:pt x="236264" y="1111718"/>
                </a:lnTo>
                <a:lnTo>
                  <a:pt x="236436" y="1111709"/>
                </a:lnTo>
                <a:lnTo>
                  <a:pt x="236609" y="1111700"/>
                </a:lnTo>
                <a:lnTo>
                  <a:pt x="236782" y="1111691"/>
                </a:lnTo>
                <a:lnTo>
                  <a:pt x="236955" y="1111673"/>
                </a:lnTo>
                <a:lnTo>
                  <a:pt x="237128" y="1111664"/>
                </a:lnTo>
                <a:lnTo>
                  <a:pt x="237300" y="1111655"/>
                </a:lnTo>
                <a:lnTo>
                  <a:pt x="237474" y="1111646"/>
                </a:lnTo>
                <a:lnTo>
                  <a:pt x="237646" y="1111637"/>
                </a:lnTo>
                <a:lnTo>
                  <a:pt x="237819" y="1111629"/>
                </a:lnTo>
                <a:lnTo>
                  <a:pt x="237992" y="1111620"/>
                </a:lnTo>
                <a:lnTo>
                  <a:pt x="238165" y="1111602"/>
                </a:lnTo>
                <a:lnTo>
                  <a:pt x="238338" y="1111593"/>
                </a:lnTo>
                <a:lnTo>
                  <a:pt x="238510" y="1111584"/>
                </a:lnTo>
                <a:lnTo>
                  <a:pt x="238683" y="1111575"/>
                </a:lnTo>
                <a:lnTo>
                  <a:pt x="238856" y="1111566"/>
                </a:lnTo>
                <a:lnTo>
                  <a:pt x="239029" y="1111557"/>
                </a:lnTo>
                <a:lnTo>
                  <a:pt x="239202" y="1111540"/>
                </a:lnTo>
                <a:lnTo>
                  <a:pt x="239375" y="1111531"/>
                </a:lnTo>
                <a:lnTo>
                  <a:pt x="239548" y="1111522"/>
                </a:lnTo>
                <a:lnTo>
                  <a:pt x="239720" y="1111513"/>
                </a:lnTo>
                <a:lnTo>
                  <a:pt x="239893" y="1111504"/>
                </a:lnTo>
                <a:lnTo>
                  <a:pt x="240066" y="1111495"/>
                </a:lnTo>
                <a:lnTo>
                  <a:pt x="240239" y="1111477"/>
                </a:lnTo>
                <a:lnTo>
                  <a:pt x="240411" y="1111468"/>
                </a:lnTo>
                <a:lnTo>
                  <a:pt x="240584" y="1111460"/>
                </a:lnTo>
                <a:lnTo>
                  <a:pt x="240757" y="1111451"/>
                </a:lnTo>
                <a:lnTo>
                  <a:pt x="240930" y="1111442"/>
                </a:lnTo>
                <a:lnTo>
                  <a:pt x="241103" y="1111424"/>
                </a:lnTo>
                <a:lnTo>
                  <a:pt x="241276" y="1111415"/>
                </a:lnTo>
                <a:lnTo>
                  <a:pt x="241449" y="1111406"/>
                </a:lnTo>
                <a:lnTo>
                  <a:pt x="241621" y="1111397"/>
                </a:lnTo>
                <a:lnTo>
                  <a:pt x="241794" y="1111388"/>
                </a:lnTo>
                <a:lnTo>
                  <a:pt x="241967" y="1111371"/>
                </a:lnTo>
                <a:lnTo>
                  <a:pt x="242140" y="1111362"/>
                </a:lnTo>
                <a:lnTo>
                  <a:pt x="242313" y="1111353"/>
                </a:lnTo>
                <a:lnTo>
                  <a:pt x="242485" y="1111344"/>
                </a:lnTo>
                <a:lnTo>
                  <a:pt x="242659" y="1111326"/>
                </a:lnTo>
                <a:lnTo>
                  <a:pt x="242831" y="1111317"/>
                </a:lnTo>
                <a:lnTo>
                  <a:pt x="243004" y="1111308"/>
                </a:lnTo>
                <a:lnTo>
                  <a:pt x="243177" y="1111299"/>
                </a:lnTo>
                <a:lnTo>
                  <a:pt x="243350" y="1111282"/>
                </a:lnTo>
                <a:lnTo>
                  <a:pt x="243523" y="1111273"/>
                </a:lnTo>
                <a:lnTo>
                  <a:pt x="243695" y="1111264"/>
                </a:lnTo>
                <a:lnTo>
                  <a:pt x="243869" y="1111255"/>
                </a:lnTo>
                <a:lnTo>
                  <a:pt x="244041" y="1111237"/>
                </a:lnTo>
                <a:lnTo>
                  <a:pt x="244214" y="1111228"/>
                </a:lnTo>
                <a:lnTo>
                  <a:pt x="244386" y="1111219"/>
                </a:lnTo>
                <a:lnTo>
                  <a:pt x="244560" y="1111210"/>
                </a:lnTo>
                <a:lnTo>
                  <a:pt x="244732" y="1111193"/>
                </a:lnTo>
                <a:lnTo>
                  <a:pt x="244905" y="1111184"/>
                </a:lnTo>
                <a:lnTo>
                  <a:pt x="245079" y="1111175"/>
                </a:lnTo>
                <a:lnTo>
                  <a:pt x="245251" y="1111157"/>
                </a:lnTo>
                <a:lnTo>
                  <a:pt x="245424" y="1111148"/>
                </a:lnTo>
                <a:lnTo>
                  <a:pt x="245596" y="1111139"/>
                </a:lnTo>
                <a:lnTo>
                  <a:pt x="245770" y="1111122"/>
                </a:lnTo>
                <a:lnTo>
                  <a:pt x="245942" y="1111113"/>
                </a:lnTo>
                <a:lnTo>
                  <a:pt x="246115" y="1111104"/>
                </a:lnTo>
                <a:lnTo>
                  <a:pt x="246288" y="1111095"/>
                </a:lnTo>
                <a:lnTo>
                  <a:pt x="246461" y="1111077"/>
                </a:lnTo>
                <a:lnTo>
                  <a:pt x="246634" y="1111068"/>
                </a:lnTo>
                <a:lnTo>
                  <a:pt x="246806" y="1111059"/>
                </a:lnTo>
                <a:lnTo>
                  <a:pt x="246980" y="1111041"/>
                </a:lnTo>
                <a:lnTo>
                  <a:pt x="247152" y="1111032"/>
                </a:lnTo>
                <a:lnTo>
                  <a:pt x="247325" y="1111024"/>
                </a:lnTo>
                <a:lnTo>
                  <a:pt x="247497" y="1111006"/>
                </a:lnTo>
                <a:lnTo>
                  <a:pt x="247671" y="1110997"/>
                </a:lnTo>
                <a:lnTo>
                  <a:pt x="247844" y="1110988"/>
                </a:lnTo>
                <a:lnTo>
                  <a:pt x="248016" y="1110970"/>
                </a:lnTo>
                <a:lnTo>
                  <a:pt x="248189" y="1110961"/>
                </a:lnTo>
                <a:lnTo>
                  <a:pt x="248362" y="1110952"/>
                </a:lnTo>
                <a:lnTo>
                  <a:pt x="248535" y="1110935"/>
                </a:lnTo>
                <a:lnTo>
                  <a:pt x="248707" y="1110926"/>
                </a:lnTo>
                <a:lnTo>
                  <a:pt x="248881" y="1110908"/>
                </a:lnTo>
                <a:lnTo>
                  <a:pt x="249053" y="1110899"/>
                </a:lnTo>
                <a:lnTo>
                  <a:pt x="249226" y="1110890"/>
                </a:lnTo>
                <a:lnTo>
                  <a:pt x="249399" y="1110872"/>
                </a:lnTo>
                <a:lnTo>
                  <a:pt x="249572" y="1110863"/>
                </a:lnTo>
                <a:lnTo>
                  <a:pt x="249745" y="1110855"/>
                </a:lnTo>
                <a:lnTo>
                  <a:pt x="249917" y="1110837"/>
                </a:lnTo>
                <a:lnTo>
                  <a:pt x="250090" y="1110828"/>
                </a:lnTo>
                <a:lnTo>
                  <a:pt x="250263" y="1110810"/>
                </a:lnTo>
                <a:lnTo>
                  <a:pt x="250436" y="1110801"/>
                </a:lnTo>
                <a:lnTo>
                  <a:pt x="250609" y="1110792"/>
                </a:lnTo>
                <a:lnTo>
                  <a:pt x="250782" y="1110775"/>
                </a:lnTo>
                <a:lnTo>
                  <a:pt x="250955" y="1110766"/>
                </a:lnTo>
                <a:lnTo>
                  <a:pt x="251127" y="1110748"/>
                </a:lnTo>
                <a:lnTo>
                  <a:pt x="251300" y="1110739"/>
                </a:lnTo>
                <a:lnTo>
                  <a:pt x="251473" y="1110721"/>
                </a:lnTo>
                <a:lnTo>
                  <a:pt x="251646" y="1110712"/>
                </a:lnTo>
                <a:lnTo>
                  <a:pt x="251818" y="1110703"/>
                </a:lnTo>
                <a:lnTo>
                  <a:pt x="251991" y="1110686"/>
                </a:lnTo>
                <a:lnTo>
                  <a:pt x="252165" y="1110677"/>
                </a:lnTo>
                <a:lnTo>
                  <a:pt x="252337" y="1110659"/>
                </a:lnTo>
                <a:lnTo>
                  <a:pt x="252510" y="1110650"/>
                </a:lnTo>
                <a:lnTo>
                  <a:pt x="252683" y="1110632"/>
                </a:lnTo>
                <a:lnTo>
                  <a:pt x="252856" y="1110623"/>
                </a:lnTo>
                <a:lnTo>
                  <a:pt x="253028" y="1110605"/>
                </a:lnTo>
                <a:lnTo>
                  <a:pt x="253201" y="1110597"/>
                </a:lnTo>
                <a:lnTo>
                  <a:pt x="253374" y="1110588"/>
                </a:lnTo>
                <a:lnTo>
                  <a:pt x="253547" y="1110570"/>
                </a:lnTo>
                <a:lnTo>
                  <a:pt x="253720" y="1110561"/>
                </a:lnTo>
                <a:lnTo>
                  <a:pt x="253892" y="1110543"/>
                </a:lnTo>
                <a:lnTo>
                  <a:pt x="254066" y="1110534"/>
                </a:lnTo>
                <a:lnTo>
                  <a:pt x="254238" y="1110517"/>
                </a:lnTo>
                <a:lnTo>
                  <a:pt x="254411" y="1110508"/>
                </a:lnTo>
                <a:lnTo>
                  <a:pt x="254584" y="1110490"/>
                </a:lnTo>
                <a:lnTo>
                  <a:pt x="254757" y="1110481"/>
                </a:lnTo>
                <a:lnTo>
                  <a:pt x="254930" y="1110463"/>
                </a:lnTo>
                <a:lnTo>
                  <a:pt x="255102" y="1110454"/>
                </a:lnTo>
                <a:lnTo>
                  <a:pt x="255276" y="1110436"/>
                </a:lnTo>
                <a:lnTo>
                  <a:pt x="255448" y="1110428"/>
                </a:lnTo>
                <a:lnTo>
                  <a:pt x="255621" y="1110410"/>
                </a:lnTo>
                <a:lnTo>
                  <a:pt x="255793" y="1110401"/>
                </a:lnTo>
                <a:lnTo>
                  <a:pt x="255967" y="1110383"/>
                </a:lnTo>
                <a:lnTo>
                  <a:pt x="256139" y="1110365"/>
                </a:lnTo>
                <a:lnTo>
                  <a:pt x="256312" y="1110356"/>
                </a:lnTo>
                <a:lnTo>
                  <a:pt x="256486" y="1110339"/>
                </a:lnTo>
                <a:lnTo>
                  <a:pt x="256658" y="1110330"/>
                </a:lnTo>
                <a:lnTo>
                  <a:pt x="256831" y="1110312"/>
                </a:lnTo>
                <a:lnTo>
                  <a:pt x="257003" y="1110303"/>
                </a:lnTo>
                <a:lnTo>
                  <a:pt x="257177" y="1110285"/>
                </a:lnTo>
                <a:lnTo>
                  <a:pt x="257349" y="1110276"/>
                </a:lnTo>
                <a:lnTo>
                  <a:pt x="257522" y="1110258"/>
                </a:lnTo>
                <a:lnTo>
                  <a:pt x="257695" y="1110241"/>
                </a:lnTo>
                <a:lnTo>
                  <a:pt x="257868" y="1110232"/>
                </a:lnTo>
                <a:lnTo>
                  <a:pt x="258041" y="1110214"/>
                </a:lnTo>
                <a:lnTo>
                  <a:pt x="258213" y="1110205"/>
                </a:lnTo>
                <a:lnTo>
                  <a:pt x="258387" y="1110187"/>
                </a:lnTo>
                <a:lnTo>
                  <a:pt x="258559" y="1110178"/>
                </a:lnTo>
                <a:lnTo>
                  <a:pt x="258732" y="1110161"/>
                </a:lnTo>
                <a:lnTo>
                  <a:pt x="258904" y="1110143"/>
                </a:lnTo>
                <a:lnTo>
                  <a:pt x="259078" y="1110134"/>
                </a:lnTo>
                <a:lnTo>
                  <a:pt x="259251" y="1110116"/>
                </a:lnTo>
                <a:lnTo>
                  <a:pt x="259423" y="1110098"/>
                </a:lnTo>
                <a:lnTo>
                  <a:pt x="259596" y="1110089"/>
                </a:lnTo>
                <a:lnTo>
                  <a:pt x="259769" y="1110072"/>
                </a:lnTo>
                <a:lnTo>
                  <a:pt x="259942" y="1110063"/>
                </a:lnTo>
                <a:lnTo>
                  <a:pt x="260114" y="1110045"/>
                </a:lnTo>
                <a:lnTo>
                  <a:pt x="260288" y="1110027"/>
                </a:lnTo>
                <a:lnTo>
                  <a:pt x="260460" y="1110018"/>
                </a:lnTo>
                <a:lnTo>
                  <a:pt x="260633" y="1110001"/>
                </a:lnTo>
                <a:lnTo>
                  <a:pt x="260806" y="1109983"/>
                </a:lnTo>
                <a:lnTo>
                  <a:pt x="260979" y="1109974"/>
                </a:lnTo>
                <a:lnTo>
                  <a:pt x="261152" y="1109956"/>
                </a:lnTo>
                <a:lnTo>
                  <a:pt x="261324" y="1109938"/>
                </a:lnTo>
                <a:lnTo>
                  <a:pt x="261497" y="1109929"/>
                </a:lnTo>
                <a:lnTo>
                  <a:pt x="261670" y="1109912"/>
                </a:lnTo>
                <a:lnTo>
                  <a:pt x="261843" y="1109894"/>
                </a:lnTo>
                <a:lnTo>
                  <a:pt x="262016" y="1109885"/>
                </a:lnTo>
                <a:lnTo>
                  <a:pt x="262189" y="1109867"/>
                </a:lnTo>
                <a:lnTo>
                  <a:pt x="262362" y="1109849"/>
                </a:lnTo>
                <a:lnTo>
                  <a:pt x="262534" y="1109840"/>
                </a:lnTo>
                <a:lnTo>
                  <a:pt x="262707" y="1109823"/>
                </a:lnTo>
                <a:lnTo>
                  <a:pt x="262880" y="1109805"/>
                </a:lnTo>
                <a:lnTo>
                  <a:pt x="263053" y="1109787"/>
                </a:lnTo>
                <a:lnTo>
                  <a:pt x="263225" y="1109778"/>
                </a:lnTo>
                <a:lnTo>
                  <a:pt x="263398" y="1109760"/>
                </a:lnTo>
                <a:lnTo>
                  <a:pt x="263572" y="1109743"/>
                </a:lnTo>
                <a:lnTo>
                  <a:pt x="263744" y="1109734"/>
                </a:lnTo>
                <a:lnTo>
                  <a:pt x="263917" y="1109716"/>
                </a:lnTo>
                <a:lnTo>
                  <a:pt x="264090" y="1109698"/>
                </a:lnTo>
                <a:lnTo>
                  <a:pt x="264263" y="1109680"/>
                </a:lnTo>
                <a:lnTo>
                  <a:pt x="264435" y="1109671"/>
                </a:lnTo>
                <a:lnTo>
                  <a:pt x="264608" y="1109654"/>
                </a:lnTo>
                <a:lnTo>
                  <a:pt x="264782" y="1109636"/>
                </a:lnTo>
                <a:lnTo>
                  <a:pt x="264954" y="1109618"/>
                </a:lnTo>
                <a:lnTo>
                  <a:pt x="265127" y="1109609"/>
                </a:lnTo>
                <a:lnTo>
                  <a:pt x="265299" y="1109591"/>
                </a:lnTo>
                <a:lnTo>
                  <a:pt x="265473" y="1109574"/>
                </a:lnTo>
                <a:lnTo>
                  <a:pt x="265645" y="1109556"/>
                </a:lnTo>
                <a:lnTo>
                  <a:pt x="265818" y="1109538"/>
                </a:lnTo>
                <a:lnTo>
                  <a:pt x="265991" y="1109529"/>
                </a:lnTo>
                <a:lnTo>
                  <a:pt x="266164" y="1109511"/>
                </a:lnTo>
                <a:lnTo>
                  <a:pt x="266337" y="1109493"/>
                </a:lnTo>
                <a:lnTo>
                  <a:pt x="266509" y="1109476"/>
                </a:lnTo>
                <a:lnTo>
                  <a:pt x="266683" y="1109458"/>
                </a:lnTo>
                <a:lnTo>
                  <a:pt x="266855" y="1109449"/>
                </a:lnTo>
                <a:lnTo>
                  <a:pt x="267028" y="1109431"/>
                </a:lnTo>
                <a:lnTo>
                  <a:pt x="267200" y="1109413"/>
                </a:lnTo>
                <a:lnTo>
                  <a:pt x="267374" y="1109396"/>
                </a:lnTo>
                <a:lnTo>
                  <a:pt x="267547" y="1109378"/>
                </a:lnTo>
                <a:lnTo>
                  <a:pt x="267719" y="1109360"/>
                </a:lnTo>
                <a:lnTo>
                  <a:pt x="267893" y="1109351"/>
                </a:lnTo>
                <a:lnTo>
                  <a:pt x="268065" y="1109333"/>
                </a:lnTo>
                <a:lnTo>
                  <a:pt x="268238" y="1109316"/>
                </a:lnTo>
                <a:lnTo>
                  <a:pt x="268410" y="1109298"/>
                </a:lnTo>
                <a:lnTo>
                  <a:pt x="268584" y="1109280"/>
                </a:lnTo>
                <a:lnTo>
                  <a:pt x="268756" y="1109262"/>
                </a:lnTo>
                <a:lnTo>
                  <a:pt x="268929" y="1109244"/>
                </a:lnTo>
                <a:lnTo>
                  <a:pt x="269102" y="1109235"/>
                </a:lnTo>
                <a:lnTo>
                  <a:pt x="269275" y="1109218"/>
                </a:lnTo>
                <a:lnTo>
                  <a:pt x="269448" y="1109200"/>
                </a:lnTo>
                <a:lnTo>
                  <a:pt x="269620" y="1109182"/>
                </a:lnTo>
                <a:lnTo>
                  <a:pt x="269794" y="1109164"/>
                </a:lnTo>
                <a:lnTo>
                  <a:pt x="269966" y="1109146"/>
                </a:lnTo>
                <a:lnTo>
                  <a:pt x="270139" y="1109129"/>
                </a:lnTo>
                <a:lnTo>
                  <a:pt x="270312" y="1109111"/>
                </a:lnTo>
                <a:lnTo>
                  <a:pt x="270485" y="1109093"/>
                </a:lnTo>
                <a:lnTo>
                  <a:pt x="270658" y="1109075"/>
                </a:lnTo>
                <a:lnTo>
                  <a:pt x="270830" y="1109066"/>
                </a:lnTo>
                <a:lnTo>
                  <a:pt x="271003" y="1109049"/>
                </a:lnTo>
                <a:lnTo>
                  <a:pt x="271176" y="1109031"/>
                </a:lnTo>
                <a:lnTo>
                  <a:pt x="271349" y="1109013"/>
                </a:lnTo>
                <a:lnTo>
                  <a:pt x="271521" y="1108995"/>
                </a:lnTo>
                <a:lnTo>
                  <a:pt x="271695" y="1108977"/>
                </a:lnTo>
                <a:lnTo>
                  <a:pt x="271868" y="1108960"/>
                </a:lnTo>
                <a:lnTo>
                  <a:pt x="272040" y="1108942"/>
                </a:lnTo>
                <a:lnTo>
                  <a:pt x="272213" y="1108924"/>
                </a:lnTo>
                <a:lnTo>
                  <a:pt x="272386" y="1108906"/>
                </a:lnTo>
                <a:lnTo>
                  <a:pt x="272559" y="1108888"/>
                </a:lnTo>
                <a:lnTo>
                  <a:pt x="272731" y="1108871"/>
                </a:lnTo>
                <a:lnTo>
                  <a:pt x="272904" y="1108853"/>
                </a:lnTo>
                <a:lnTo>
                  <a:pt x="273077" y="1108835"/>
                </a:lnTo>
                <a:lnTo>
                  <a:pt x="273250" y="1108817"/>
                </a:lnTo>
                <a:lnTo>
                  <a:pt x="273423" y="1108800"/>
                </a:lnTo>
                <a:lnTo>
                  <a:pt x="273596" y="1108782"/>
                </a:lnTo>
                <a:lnTo>
                  <a:pt x="273769" y="1108764"/>
                </a:lnTo>
                <a:lnTo>
                  <a:pt x="273941" y="1108746"/>
                </a:lnTo>
                <a:lnTo>
                  <a:pt x="274114" y="1108728"/>
                </a:lnTo>
                <a:lnTo>
                  <a:pt x="274287" y="1108710"/>
                </a:lnTo>
                <a:lnTo>
                  <a:pt x="274460" y="1108693"/>
                </a:lnTo>
                <a:lnTo>
                  <a:pt x="274633" y="1108675"/>
                </a:lnTo>
                <a:lnTo>
                  <a:pt x="274805" y="1108657"/>
                </a:lnTo>
                <a:lnTo>
                  <a:pt x="274979" y="1108639"/>
                </a:lnTo>
                <a:lnTo>
                  <a:pt x="275151" y="1108622"/>
                </a:lnTo>
                <a:lnTo>
                  <a:pt x="275324" y="1108604"/>
                </a:lnTo>
                <a:lnTo>
                  <a:pt x="275497" y="1108577"/>
                </a:lnTo>
                <a:lnTo>
                  <a:pt x="275670" y="1108559"/>
                </a:lnTo>
                <a:lnTo>
                  <a:pt x="275842" y="1108542"/>
                </a:lnTo>
                <a:lnTo>
                  <a:pt x="276015" y="1108524"/>
                </a:lnTo>
                <a:lnTo>
                  <a:pt x="276189" y="1108506"/>
                </a:lnTo>
                <a:lnTo>
                  <a:pt x="276361" y="1108488"/>
                </a:lnTo>
                <a:lnTo>
                  <a:pt x="276534" y="1108470"/>
                </a:lnTo>
                <a:lnTo>
                  <a:pt x="276706" y="1108453"/>
                </a:lnTo>
                <a:lnTo>
                  <a:pt x="276880" y="1108435"/>
                </a:lnTo>
                <a:lnTo>
                  <a:pt x="277052" y="1108417"/>
                </a:lnTo>
                <a:lnTo>
                  <a:pt x="277225" y="1108390"/>
                </a:lnTo>
                <a:lnTo>
                  <a:pt x="277398" y="1108372"/>
                </a:lnTo>
                <a:lnTo>
                  <a:pt x="277571" y="1108355"/>
                </a:lnTo>
                <a:lnTo>
                  <a:pt x="277744" y="1108337"/>
                </a:lnTo>
                <a:lnTo>
                  <a:pt x="277916" y="1108319"/>
                </a:lnTo>
                <a:lnTo>
                  <a:pt x="278090" y="1108301"/>
                </a:lnTo>
                <a:lnTo>
                  <a:pt x="278262" y="1108283"/>
                </a:lnTo>
                <a:lnTo>
                  <a:pt x="278435" y="1108257"/>
                </a:lnTo>
                <a:lnTo>
                  <a:pt x="278607" y="1108239"/>
                </a:lnTo>
                <a:lnTo>
                  <a:pt x="278781" y="1108221"/>
                </a:lnTo>
                <a:lnTo>
                  <a:pt x="278954" y="1108203"/>
                </a:lnTo>
                <a:lnTo>
                  <a:pt x="279126" y="1108186"/>
                </a:lnTo>
                <a:lnTo>
                  <a:pt x="279300" y="1108159"/>
                </a:lnTo>
                <a:lnTo>
                  <a:pt x="279472" y="1108141"/>
                </a:lnTo>
                <a:lnTo>
                  <a:pt x="279645" y="1108123"/>
                </a:lnTo>
                <a:lnTo>
                  <a:pt x="279817" y="1108106"/>
                </a:lnTo>
                <a:lnTo>
                  <a:pt x="279991" y="1108088"/>
                </a:lnTo>
                <a:lnTo>
                  <a:pt x="280163" y="1108061"/>
                </a:lnTo>
                <a:lnTo>
                  <a:pt x="280336" y="1108043"/>
                </a:lnTo>
                <a:lnTo>
                  <a:pt x="280509" y="1108026"/>
                </a:lnTo>
                <a:lnTo>
                  <a:pt x="280682" y="1108008"/>
                </a:lnTo>
                <a:lnTo>
                  <a:pt x="280855" y="1107981"/>
                </a:lnTo>
                <a:lnTo>
                  <a:pt x="281027" y="1107963"/>
                </a:lnTo>
                <a:lnTo>
                  <a:pt x="281201" y="1107945"/>
                </a:lnTo>
                <a:lnTo>
                  <a:pt x="281373" y="1107928"/>
                </a:lnTo>
                <a:lnTo>
                  <a:pt x="281546" y="1107901"/>
                </a:lnTo>
                <a:lnTo>
                  <a:pt x="281719" y="1107883"/>
                </a:lnTo>
                <a:lnTo>
                  <a:pt x="281892" y="1107865"/>
                </a:lnTo>
                <a:lnTo>
                  <a:pt x="282065" y="1107848"/>
                </a:lnTo>
                <a:lnTo>
                  <a:pt x="282237" y="1107821"/>
                </a:lnTo>
                <a:lnTo>
                  <a:pt x="282410" y="1107803"/>
                </a:lnTo>
                <a:lnTo>
                  <a:pt x="282583" y="1107785"/>
                </a:lnTo>
                <a:lnTo>
                  <a:pt x="282756" y="1107759"/>
                </a:lnTo>
                <a:lnTo>
                  <a:pt x="282928" y="1107741"/>
                </a:lnTo>
                <a:lnTo>
                  <a:pt x="283102" y="1107723"/>
                </a:lnTo>
                <a:lnTo>
                  <a:pt x="283275" y="1107696"/>
                </a:lnTo>
                <a:lnTo>
                  <a:pt x="283447" y="1107679"/>
                </a:lnTo>
                <a:lnTo>
                  <a:pt x="283620" y="1107661"/>
                </a:lnTo>
                <a:lnTo>
                  <a:pt x="283793" y="1107634"/>
                </a:lnTo>
                <a:lnTo>
                  <a:pt x="283966" y="1107616"/>
                </a:lnTo>
                <a:lnTo>
                  <a:pt x="284138" y="1107598"/>
                </a:lnTo>
                <a:lnTo>
                  <a:pt x="284311" y="1107572"/>
                </a:lnTo>
                <a:lnTo>
                  <a:pt x="284484" y="1107554"/>
                </a:lnTo>
                <a:lnTo>
                  <a:pt x="284657" y="1107527"/>
                </a:lnTo>
                <a:lnTo>
                  <a:pt x="284830" y="1107509"/>
                </a:lnTo>
                <a:lnTo>
                  <a:pt x="285003" y="1107492"/>
                </a:lnTo>
                <a:lnTo>
                  <a:pt x="285176" y="1107465"/>
                </a:lnTo>
                <a:lnTo>
                  <a:pt x="285348" y="1107447"/>
                </a:lnTo>
                <a:lnTo>
                  <a:pt x="285521" y="1107421"/>
                </a:lnTo>
                <a:lnTo>
                  <a:pt x="285694" y="1107403"/>
                </a:lnTo>
                <a:lnTo>
                  <a:pt x="285867" y="1107385"/>
                </a:lnTo>
                <a:lnTo>
                  <a:pt x="286040" y="1107358"/>
                </a:lnTo>
                <a:lnTo>
                  <a:pt x="286212" y="1107341"/>
                </a:lnTo>
                <a:lnTo>
                  <a:pt x="286386" y="1107314"/>
                </a:lnTo>
                <a:lnTo>
                  <a:pt x="286558" y="1107296"/>
                </a:lnTo>
                <a:lnTo>
                  <a:pt x="286731" y="1107269"/>
                </a:lnTo>
                <a:lnTo>
                  <a:pt x="286904" y="1107251"/>
                </a:lnTo>
                <a:lnTo>
                  <a:pt x="287077" y="1107225"/>
                </a:lnTo>
                <a:lnTo>
                  <a:pt x="287249" y="1107207"/>
                </a:lnTo>
                <a:lnTo>
                  <a:pt x="287422" y="1107189"/>
                </a:lnTo>
                <a:lnTo>
                  <a:pt x="287596" y="1107163"/>
                </a:lnTo>
                <a:lnTo>
                  <a:pt x="287768" y="1107145"/>
                </a:lnTo>
                <a:lnTo>
                  <a:pt x="287941" y="1107118"/>
                </a:lnTo>
                <a:lnTo>
                  <a:pt x="288113" y="1107100"/>
                </a:lnTo>
                <a:lnTo>
                  <a:pt x="288287" y="1107074"/>
                </a:lnTo>
                <a:lnTo>
                  <a:pt x="288459" y="1107056"/>
                </a:lnTo>
                <a:lnTo>
                  <a:pt x="288632" y="1107029"/>
                </a:lnTo>
                <a:lnTo>
                  <a:pt x="288806" y="1107002"/>
                </a:lnTo>
                <a:lnTo>
                  <a:pt x="288978" y="1106985"/>
                </a:lnTo>
                <a:lnTo>
                  <a:pt x="289151" y="1106958"/>
                </a:lnTo>
                <a:lnTo>
                  <a:pt x="289323" y="1106940"/>
                </a:lnTo>
                <a:lnTo>
                  <a:pt x="289497" y="1106914"/>
                </a:lnTo>
                <a:lnTo>
                  <a:pt x="289669" y="1106896"/>
                </a:lnTo>
                <a:lnTo>
                  <a:pt x="289842" y="1106869"/>
                </a:lnTo>
                <a:lnTo>
                  <a:pt x="290014" y="1106851"/>
                </a:lnTo>
                <a:lnTo>
                  <a:pt x="290188" y="1106824"/>
                </a:lnTo>
                <a:lnTo>
                  <a:pt x="290361" y="1106798"/>
                </a:lnTo>
                <a:lnTo>
                  <a:pt x="290533" y="1106780"/>
                </a:lnTo>
                <a:lnTo>
                  <a:pt x="290707" y="1106753"/>
                </a:lnTo>
                <a:lnTo>
                  <a:pt x="290879" y="1106736"/>
                </a:lnTo>
                <a:lnTo>
                  <a:pt x="291052" y="1106709"/>
                </a:lnTo>
                <a:lnTo>
                  <a:pt x="291224" y="1106682"/>
                </a:lnTo>
                <a:lnTo>
                  <a:pt x="291398" y="1106664"/>
                </a:lnTo>
                <a:lnTo>
                  <a:pt x="291570" y="1106638"/>
                </a:lnTo>
                <a:lnTo>
                  <a:pt x="291743" y="1106611"/>
                </a:lnTo>
                <a:lnTo>
                  <a:pt x="291916" y="1106593"/>
                </a:lnTo>
                <a:lnTo>
                  <a:pt x="292089" y="1106567"/>
                </a:lnTo>
                <a:lnTo>
                  <a:pt x="292262" y="1106540"/>
                </a:lnTo>
                <a:lnTo>
                  <a:pt x="292434" y="1106522"/>
                </a:lnTo>
                <a:lnTo>
                  <a:pt x="292608" y="1106495"/>
                </a:lnTo>
                <a:lnTo>
                  <a:pt x="292780" y="1106469"/>
                </a:lnTo>
                <a:lnTo>
                  <a:pt x="292953" y="1106451"/>
                </a:lnTo>
                <a:lnTo>
                  <a:pt x="293126" y="1106424"/>
                </a:lnTo>
                <a:lnTo>
                  <a:pt x="293299" y="1106397"/>
                </a:lnTo>
                <a:lnTo>
                  <a:pt x="293472" y="1106380"/>
                </a:lnTo>
                <a:lnTo>
                  <a:pt x="293644" y="1106353"/>
                </a:lnTo>
                <a:lnTo>
                  <a:pt x="293817" y="1106326"/>
                </a:lnTo>
                <a:lnTo>
                  <a:pt x="293990" y="1106300"/>
                </a:lnTo>
                <a:lnTo>
                  <a:pt x="294163" y="1106282"/>
                </a:lnTo>
                <a:lnTo>
                  <a:pt x="294336" y="1106255"/>
                </a:lnTo>
                <a:lnTo>
                  <a:pt x="294509" y="1106228"/>
                </a:lnTo>
                <a:lnTo>
                  <a:pt x="294682" y="1106202"/>
                </a:lnTo>
                <a:lnTo>
                  <a:pt x="294854" y="1106184"/>
                </a:lnTo>
                <a:lnTo>
                  <a:pt x="295027" y="1106157"/>
                </a:lnTo>
                <a:lnTo>
                  <a:pt x="295200" y="1106131"/>
                </a:lnTo>
                <a:lnTo>
                  <a:pt x="295373" y="1106104"/>
                </a:lnTo>
                <a:lnTo>
                  <a:pt x="295545" y="1106086"/>
                </a:lnTo>
                <a:lnTo>
                  <a:pt x="295718" y="1106059"/>
                </a:lnTo>
                <a:lnTo>
                  <a:pt x="295891" y="1106033"/>
                </a:lnTo>
                <a:lnTo>
                  <a:pt x="296064" y="1106006"/>
                </a:lnTo>
                <a:lnTo>
                  <a:pt x="296237" y="1105979"/>
                </a:lnTo>
                <a:lnTo>
                  <a:pt x="296410" y="1105953"/>
                </a:lnTo>
                <a:lnTo>
                  <a:pt x="296583" y="1105935"/>
                </a:lnTo>
                <a:lnTo>
                  <a:pt x="296755" y="1105908"/>
                </a:lnTo>
                <a:lnTo>
                  <a:pt x="296928" y="1105881"/>
                </a:lnTo>
                <a:lnTo>
                  <a:pt x="297101" y="1105855"/>
                </a:lnTo>
                <a:lnTo>
                  <a:pt x="297274" y="1105828"/>
                </a:lnTo>
                <a:lnTo>
                  <a:pt x="297447" y="1105801"/>
                </a:lnTo>
                <a:lnTo>
                  <a:pt x="297619" y="1105775"/>
                </a:lnTo>
                <a:lnTo>
                  <a:pt x="297793" y="1105757"/>
                </a:lnTo>
                <a:lnTo>
                  <a:pt x="297965" y="1105730"/>
                </a:lnTo>
                <a:lnTo>
                  <a:pt x="298138" y="1105703"/>
                </a:lnTo>
                <a:lnTo>
                  <a:pt x="298311" y="1105677"/>
                </a:lnTo>
                <a:lnTo>
                  <a:pt x="298484" y="1105650"/>
                </a:lnTo>
                <a:lnTo>
                  <a:pt x="298657" y="1105623"/>
                </a:lnTo>
                <a:lnTo>
                  <a:pt x="298829" y="1105597"/>
                </a:lnTo>
                <a:lnTo>
                  <a:pt x="299003" y="1105570"/>
                </a:lnTo>
                <a:lnTo>
                  <a:pt x="299175" y="1105543"/>
                </a:lnTo>
                <a:lnTo>
                  <a:pt x="299348" y="1105517"/>
                </a:lnTo>
                <a:lnTo>
                  <a:pt x="299520" y="1105490"/>
                </a:lnTo>
                <a:lnTo>
                  <a:pt x="299694" y="1105463"/>
                </a:lnTo>
                <a:lnTo>
                  <a:pt x="299866" y="1105437"/>
                </a:lnTo>
                <a:lnTo>
                  <a:pt x="300039" y="1105410"/>
                </a:lnTo>
                <a:lnTo>
                  <a:pt x="300212" y="1105383"/>
                </a:lnTo>
                <a:lnTo>
                  <a:pt x="300385" y="1105357"/>
                </a:lnTo>
                <a:lnTo>
                  <a:pt x="300558" y="1105330"/>
                </a:lnTo>
                <a:lnTo>
                  <a:pt x="300730" y="1105303"/>
                </a:lnTo>
                <a:lnTo>
                  <a:pt x="300904" y="1105276"/>
                </a:lnTo>
                <a:lnTo>
                  <a:pt x="301076" y="1105250"/>
                </a:lnTo>
                <a:lnTo>
                  <a:pt x="301249" y="1105223"/>
                </a:lnTo>
                <a:lnTo>
                  <a:pt x="301422" y="1105196"/>
                </a:lnTo>
                <a:lnTo>
                  <a:pt x="301595" y="1105170"/>
                </a:lnTo>
                <a:lnTo>
                  <a:pt x="301768" y="1105143"/>
                </a:lnTo>
                <a:lnTo>
                  <a:pt x="301940" y="1105116"/>
                </a:lnTo>
                <a:lnTo>
                  <a:pt x="302114" y="1105090"/>
                </a:lnTo>
                <a:lnTo>
                  <a:pt x="302286" y="1105063"/>
                </a:lnTo>
                <a:lnTo>
                  <a:pt x="302459" y="1105036"/>
                </a:lnTo>
                <a:lnTo>
                  <a:pt x="302631" y="1105010"/>
                </a:lnTo>
                <a:lnTo>
                  <a:pt x="302805" y="1104983"/>
                </a:lnTo>
                <a:lnTo>
                  <a:pt x="302978" y="1104947"/>
                </a:lnTo>
                <a:lnTo>
                  <a:pt x="303150" y="1104921"/>
                </a:lnTo>
                <a:lnTo>
                  <a:pt x="303323" y="1104894"/>
                </a:lnTo>
                <a:lnTo>
                  <a:pt x="303496" y="1104867"/>
                </a:lnTo>
                <a:lnTo>
                  <a:pt x="303669" y="1104841"/>
                </a:lnTo>
                <a:lnTo>
                  <a:pt x="303841" y="1104814"/>
                </a:lnTo>
                <a:lnTo>
                  <a:pt x="304015" y="1104787"/>
                </a:lnTo>
                <a:lnTo>
                  <a:pt x="304187" y="1104752"/>
                </a:lnTo>
                <a:lnTo>
                  <a:pt x="304360" y="1104725"/>
                </a:lnTo>
                <a:lnTo>
                  <a:pt x="304533" y="1104698"/>
                </a:lnTo>
                <a:lnTo>
                  <a:pt x="304706" y="1104672"/>
                </a:lnTo>
                <a:lnTo>
                  <a:pt x="304879" y="1104645"/>
                </a:lnTo>
                <a:lnTo>
                  <a:pt x="305051" y="1104609"/>
                </a:lnTo>
                <a:lnTo>
                  <a:pt x="305224" y="1104583"/>
                </a:lnTo>
                <a:lnTo>
                  <a:pt x="305397" y="1104556"/>
                </a:lnTo>
                <a:lnTo>
                  <a:pt x="305570" y="1104529"/>
                </a:lnTo>
                <a:lnTo>
                  <a:pt x="305743" y="1104502"/>
                </a:lnTo>
                <a:lnTo>
                  <a:pt x="305916" y="1104467"/>
                </a:lnTo>
                <a:lnTo>
                  <a:pt x="306089" y="1104440"/>
                </a:lnTo>
                <a:lnTo>
                  <a:pt x="306261" y="1104414"/>
                </a:lnTo>
                <a:lnTo>
                  <a:pt x="306434" y="1104378"/>
                </a:lnTo>
                <a:lnTo>
                  <a:pt x="306607" y="1104351"/>
                </a:lnTo>
                <a:lnTo>
                  <a:pt x="306780" y="1104325"/>
                </a:lnTo>
                <a:lnTo>
                  <a:pt x="306952" y="1104298"/>
                </a:lnTo>
                <a:lnTo>
                  <a:pt x="307125" y="1104262"/>
                </a:lnTo>
                <a:lnTo>
                  <a:pt x="307299" y="1104236"/>
                </a:lnTo>
                <a:lnTo>
                  <a:pt x="307471" y="1104209"/>
                </a:lnTo>
                <a:lnTo>
                  <a:pt x="307644" y="1104173"/>
                </a:lnTo>
                <a:lnTo>
                  <a:pt x="307817" y="1104147"/>
                </a:lnTo>
                <a:lnTo>
                  <a:pt x="307990" y="1104120"/>
                </a:lnTo>
                <a:lnTo>
                  <a:pt x="308162" y="1104084"/>
                </a:lnTo>
                <a:lnTo>
                  <a:pt x="308335" y="1104058"/>
                </a:lnTo>
                <a:lnTo>
                  <a:pt x="308508" y="1104031"/>
                </a:lnTo>
                <a:lnTo>
                  <a:pt x="308681" y="1103995"/>
                </a:lnTo>
                <a:lnTo>
                  <a:pt x="308854" y="1103969"/>
                </a:lnTo>
                <a:lnTo>
                  <a:pt x="309026" y="1103933"/>
                </a:lnTo>
                <a:lnTo>
                  <a:pt x="309200" y="1103907"/>
                </a:lnTo>
                <a:lnTo>
                  <a:pt x="309372" y="1103880"/>
                </a:lnTo>
                <a:lnTo>
                  <a:pt x="309545" y="1103844"/>
                </a:lnTo>
                <a:lnTo>
                  <a:pt x="309718" y="1103817"/>
                </a:lnTo>
                <a:lnTo>
                  <a:pt x="309891" y="1103782"/>
                </a:lnTo>
                <a:lnTo>
                  <a:pt x="310064" y="1103755"/>
                </a:lnTo>
                <a:lnTo>
                  <a:pt x="310236" y="1103720"/>
                </a:lnTo>
                <a:lnTo>
                  <a:pt x="310410" y="1103693"/>
                </a:lnTo>
                <a:lnTo>
                  <a:pt x="310582" y="1103657"/>
                </a:lnTo>
                <a:lnTo>
                  <a:pt x="310755" y="1103631"/>
                </a:lnTo>
                <a:lnTo>
                  <a:pt x="310927" y="1103604"/>
                </a:lnTo>
                <a:lnTo>
                  <a:pt x="311101" y="1103568"/>
                </a:lnTo>
                <a:lnTo>
                  <a:pt x="311273" y="1103542"/>
                </a:lnTo>
                <a:lnTo>
                  <a:pt x="311446" y="1103506"/>
                </a:lnTo>
                <a:lnTo>
                  <a:pt x="311620" y="1103470"/>
                </a:lnTo>
                <a:lnTo>
                  <a:pt x="311792" y="1103444"/>
                </a:lnTo>
                <a:lnTo>
                  <a:pt x="311965" y="1103408"/>
                </a:lnTo>
                <a:lnTo>
                  <a:pt x="312137" y="1103382"/>
                </a:lnTo>
                <a:lnTo>
                  <a:pt x="312311" y="1103346"/>
                </a:lnTo>
                <a:lnTo>
                  <a:pt x="312483" y="1103319"/>
                </a:lnTo>
                <a:lnTo>
                  <a:pt x="312656" y="1103284"/>
                </a:lnTo>
                <a:lnTo>
                  <a:pt x="312829" y="1103257"/>
                </a:lnTo>
                <a:lnTo>
                  <a:pt x="313002" y="1103221"/>
                </a:lnTo>
                <a:lnTo>
                  <a:pt x="313175" y="1103186"/>
                </a:lnTo>
                <a:lnTo>
                  <a:pt x="313347" y="1103159"/>
                </a:lnTo>
                <a:lnTo>
                  <a:pt x="313521" y="1103124"/>
                </a:lnTo>
                <a:lnTo>
                  <a:pt x="313693" y="1103097"/>
                </a:lnTo>
                <a:lnTo>
                  <a:pt x="313866" y="1103061"/>
                </a:lnTo>
                <a:lnTo>
                  <a:pt x="314038" y="1103026"/>
                </a:lnTo>
                <a:lnTo>
                  <a:pt x="314212" y="1102999"/>
                </a:lnTo>
                <a:lnTo>
                  <a:pt x="314385" y="1102963"/>
                </a:lnTo>
                <a:lnTo>
                  <a:pt x="314557" y="1102928"/>
                </a:lnTo>
                <a:lnTo>
                  <a:pt x="314730" y="1102901"/>
                </a:lnTo>
                <a:lnTo>
                  <a:pt x="314903" y="1102866"/>
                </a:lnTo>
                <a:lnTo>
                  <a:pt x="315076" y="1102830"/>
                </a:lnTo>
                <a:lnTo>
                  <a:pt x="315248" y="1102803"/>
                </a:lnTo>
                <a:lnTo>
                  <a:pt x="315422" y="1102768"/>
                </a:lnTo>
                <a:lnTo>
                  <a:pt x="315594" y="1102732"/>
                </a:lnTo>
                <a:lnTo>
                  <a:pt x="315767" y="1102696"/>
                </a:lnTo>
                <a:lnTo>
                  <a:pt x="315940" y="1102670"/>
                </a:lnTo>
                <a:lnTo>
                  <a:pt x="316113" y="1102634"/>
                </a:lnTo>
                <a:lnTo>
                  <a:pt x="316286" y="1102599"/>
                </a:lnTo>
                <a:lnTo>
                  <a:pt x="316458" y="1102563"/>
                </a:lnTo>
                <a:lnTo>
                  <a:pt x="316631" y="1102536"/>
                </a:lnTo>
                <a:lnTo>
                  <a:pt x="316804" y="1102501"/>
                </a:lnTo>
                <a:lnTo>
                  <a:pt x="316977" y="1102465"/>
                </a:lnTo>
                <a:lnTo>
                  <a:pt x="317150" y="1102430"/>
                </a:lnTo>
                <a:lnTo>
                  <a:pt x="317323" y="1102394"/>
                </a:lnTo>
                <a:lnTo>
                  <a:pt x="317496" y="1102367"/>
                </a:lnTo>
                <a:lnTo>
                  <a:pt x="317668" y="1102332"/>
                </a:lnTo>
                <a:lnTo>
                  <a:pt x="317841" y="1102296"/>
                </a:lnTo>
                <a:lnTo>
                  <a:pt x="318014" y="1102261"/>
                </a:lnTo>
                <a:lnTo>
                  <a:pt x="318187" y="1102225"/>
                </a:lnTo>
                <a:lnTo>
                  <a:pt x="318359" y="1102189"/>
                </a:lnTo>
                <a:lnTo>
                  <a:pt x="318532" y="1102154"/>
                </a:lnTo>
                <a:lnTo>
                  <a:pt x="318706" y="1102118"/>
                </a:lnTo>
                <a:lnTo>
                  <a:pt x="318878" y="1102092"/>
                </a:lnTo>
                <a:lnTo>
                  <a:pt x="319051" y="1102056"/>
                </a:lnTo>
                <a:lnTo>
                  <a:pt x="319224" y="1102020"/>
                </a:lnTo>
                <a:lnTo>
                  <a:pt x="319397" y="1101985"/>
                </a:lnTo>
                <a:lnTo>
                  <a:pt x="319569" y="1101949"/>
                </a:lnTo>
                <a:lnTo>
                  <a:pt x="319742" y="1101914"/>
                </a:lnTo>
                <a:lnTo>
                  <a:pt x="319915" y="1101878"/>
                </a:lnTo>
                <a:lnTo>
                  <a:pt x="320088" y="1101842"/>
                </a:lnTo>
                <a:lnTo>
                  <a:pt x="320261" y="1101807"/>
                </a:lnTo>
                <a:lnTo>
                  <a:pt x="320433" y="1101771"/>
                </a:lnTo>
                <a:lnTo>
                  <a:pt x="320607" y="1101736"/>
                </a:lnTo>
                <a:lnTo>
                  <a:pt x="320779" y="1101700"/>
                </a:lnTo>
                <a:lnTo>
                  <a:pt x="320952" y="1101665"/>
                </a:lnTo>
                <a:lnTo>
                  <a:pt x="321125" y="1101629"/>
                </a:lnTo>
                <a:lnTo>
                  <a:pt x="321298" y="1101593"/>
                </a:lnTo>
                <a:lnTo>
                  <a:pt x="321471" y="1101558"/>
                </a:lnTo>
                <a:lnTo>
                  <a:pt x="321643" y="1101522"/>
                </a:lnTo>
                <a:lnTo>
                  <a:pt x="321817" y="1101487"/>
                </a:lnTo>
                <a:lnTo>
                  <a:pt x="321989" y="1101451"/>
                </a:lnTo>
                <a:lnTo>
                  <a:pt x="322162" y="1101415"/>
                </a:lnTo>
                <a:lnTo>
                  <a:pt x="322334" y="1101380"/>
                </a:lnTo>
                <a:lnTo>
                  <a:pt x="322508" y="1101344"/>
                </a:lnTo>
                <a:lnTo>
                  <a:pt x="322680" y="1101300"/>
                </a:lnTo>
                <a:lnTo>
                  <a:pt x="322853" y="1101264"/>
                </a:lnTo>
                <a:lnTo>
                  <a:pt x="323027" y="1101229"/>
                </a:lnTo>
                <a:lnTo>
                  <a:pt x="323199" y="1101193"/>
                </a:lnTo>
                <a:lnTo>
                  <a:pt x="323372" y="1101157"/>
                </a:lnTo>
                <a:lnTo>
                  <a:pt x="323544" y="1101122"/>
                </a:lnTo>
                <a:lnTo>
                  <a:pt x="323718" y="1101086"/>
                </a:lnTo>
                <a:lnTo>
                  <a:pt x="323890" y="1101042"/>
                </a:lnTo>
                <a:lnTo>
                  <a:pt x="324063" y="1101006"/>
                </a:lnTo>
                <a:lnTo>
                  <a:pt x="324236" y="1100971"/>
                </a:lnTo>
                <a:lnTo>
                  <a:pt x="324409" y="1100935"/>
                </a:lnTo>
                <a:lnTo>
                  <a:pt x="324582" y="1100899"/>
                </a:lnTo>
                <a:lnTo>
                  <a:pt x="324754" y="1100855"/>
                </a:lnTo>
                <a:lnTo>
                  <a:pt x="324928" y="1100819"/>
                </a:lnTo>
                <a:lnTo>
                  <a:pt x="325100" y="1100784"/>
                </a:lnTo>
                <a:lnTo>
                  <a:pt x="325273" y="1100748"/>
                </a:lnTo>
                <a:lnTo>
                  <a:pt x="325446" y="1100704"/>
                </a:lnTo>
                <a:lnTo>
                  <a:pt x="325619" y="1100668"/>
                </a:lnTo>
                <a:lnTo>
                  <a:pt x="325792" y="1100633"/>
                </a:lnTo>
                <a:lnTo>
                  <a:pt x="325964" y="1100588"/>
                </a:lnTo>
                <a:lnTo>
                  <a:pt x="326137" y="1100553"/>
                </a:lnTo>
                <a:lnTo>
                  <a:pt x="326310" y="1100517"/>
                </a:lnTo>
                <a:lnTo>
                  <a:pt x="326483" y="1100472"/>
                </a:lnTo>
                <a:lnTo>
                  <a:pt x="326655" y="1100437"/>
                </a:lnTo>
                <a:lnTo>
                  <a:pt x="326829" y="1100401"/>
                </a:lnTo>
                <a:lnTo>
                  <a:pt x="327001" y="1100357"/>
                </a:lnTo>
                <a:lnTo>
                  <a:pt x="327174" y="1100321"/>
                </a:lnTo>
                <a:lnTo>
                  <a:pt x="327347" y="1100286"/>
                </a:lnTo>
                <a:lnTo>
                  <a:pt x="327520" y="1100241"/>
                </a:lnTo>
                <a:lnTo>
                  <a:pt x="327693" y="1100206"/>
                </a:lnTo>
                <a:lnTo>
                  <a:pt x="327865" y="1100161"/>
                </a:lnTo>
                <a:lnTo>
                  <a:pt x="328038" y="1100126"/>
                </a:lnTo>
                <a:lnTo>
                  <a:pt x="328211" y="1100090"/>
                </a:lnTo>
                <a:lnTo>
                  <a:pt x="328384" y="1100045"/>
                </a:lnTo>
                <a:lnTo>
                  <a:pt x="328557" y="1100010"/>
                </a:lnTo>
                <a:lnTo>
                  <a:pt x="328730" y="1099965"/>
                </a:lnTo>
                <a:lnTo>
                  <a:pt x="328903" y="1099930"/>
                </a:lnTo>
                <a:lnTo>
                  <a:pt x="329075" y="1099885"/>
                </a:lnTo>
                <a:lnTo>
                  <a:pt x="329248" y="1099850"/>
                </a:lnTo>
                <a:lnTo>
                  <a:pt x="329421" y="1099805"/>
                </a:lnTo>
                <a:lnTo>
                  <a:pt x="329594" y="1099770"/>
                </a:lnTo>
                <a:lnTo>
                  <a:pt x="329767" y="1099725"/>
                </a:lnTo>
                <a:lnTo>
                  <a:pt x="329939" y="1099689"/>
                </a:lnTo>
                <a:lnTo>
                  <a:pt x="330113" y="1099645"/>
                </a:lnTo>
                <a:lnTo>
                  <a:pt x="330285" y="1099609"/>
                </a:lnTo>
                <a:lnTo>
                  <a:pt x="330458" y="1099565"/>
                </a:lnTo>
                <a:lnTo>
                  <a:pt x="330631" y="1099521"/>
                </a:lnTo>
                <a:lnTo>
                  <a:pt x="330804" y="1099485"/>
                </a:lnTo>
                <a:lnTo>
                  <a:pt x="330976" y="1099440"/>
                </a:lnTo>
                <a:lnTo>
                  <a:pt x="331149" y="1099405"/>
                </a:lnTo>
                <a:lnTo>
                  <a:pt x="331322" y="1099360"/>
                </a:lnTo>
                <a:lnTo>
                  <a:pt x="331495" y="1099316"/>
                </a:lnTo>
                <a:lnTo>
                  <a:pt x="331668" y="1099280"/>
                </a:lnTo>
                <a:lnTo>
                  <a:pt x="331840" y="1099236"/>
                </a:lnTo>
                <a:lnTo>
                  <a:pt x="332014" y="1099191"/>
                </a:lnTo>
                <a:lnTo>
                  <a:pt x="332186" y="1099156"/>
                </a:lnTo>
                <a:lnTo>
                  <a:pt x="332359" y="1099111"/>
                </a:lnTo>
                <a:lnTo>
                  <a:pt x="332532" y="1099067"/>
                </a:lnTo>
                <a:lnTo>
                  <a:pt x="332705" y="1099031"/>
                </a:lnTo>
                <a:lnTo>
                  <a:pt x="332878" y="1098987"/>
                </a:lnTo>
                <a:lnTo>
                  <a:pt x="333050" y="1098942"/>
                </a:lnTo>
                <a:lnTo>
                  <a:pt x="333224" y="1098898"/>
                </a:lnTo>
                <a:lnTo>
                  <a:pt x="333396" y="1098862"/>
                </a:lnTo>
                <a:lnTo>
                  <a:pt x="333569" y="1098818"/>
                </a:lnTo>
                <a:lnTo>
                  <a:pt x="333741" y="1098773"/>
                </a:lnTo>
                <a:lnTo>
                  <a:pt x="333915" y="1098729"/>
                </a:lnTo>
                <a:lnTo>
                  <a:pt x="334088" y="1098693"/>
                </a:lnTo>
                <a:lnTo>
                  <a:pt x="334260" y="1098649"/>
                </a:lnTo>
                <a:lnTo>
                  <a:pt x="334434" y="1098604"/>
                </a:lnTo>
                <a:lnTo>
                  <a:pt x="334606" y="1098560"/>
                </a:lnTo>
                <a:lnTo>
                  <a:pt x="334779" y="1098515"/>
                </a:lnTo>
                <a:lnTo>
                  <a:pt x="334951" y="1098471"/>
                </a:lnTo>
                <a:lnTo>
                  <a:pt x="335125" y="1098426"/>
                </a:lnTo>
                <a:lnTo>
                  <a:pt x="335297" y="1098391"/>
                </a:lnTo>
                <a:lnTo>
                  <a:pt x="335470" y="1098346"/>
                </a:lnTo>
                <a:lnTo>
                  <a:pt x="335643" y="1098302"/>
                </a:lnTo>
                <a:lnTo>
                  <a:pt x="335816" y="1098257"/>
                </a:lnTo>
                <a:lnTo>
                  <a:pt x="335989" y="1098213"/>
                </a:lnTo>
                <a:lnTo>
                  <a:pt x="336161" y="1098168"/>
                </a:lnTo>
                <a:lnTo>
                  <a:pt x="336335" y="1098124"/>
                </a:lnTo>
                <a:lnTo>
                  <a:pt x="336507" y="1098079"/>
                </a:lnTo>
                <a:lnTo>
                  <a:pt x="336680" y="1098035"/>
                </a:lnTo>
                <a:lnTo>
                  <a:pt x="336853" y="1097990"/>
                </a:lnTo>
                <a:lnTo>
                  <a:pt x="337026" y="1097946"/>
                </a:lnTo>
                <a:lnTo>
                  <a:pt x="337199" y="1097901"/>
                </a:lnTo>
                <a:lnTo>
                  <a:pt x="337371" y="1097857"/>
                </a:lnTo>
                <a:lnTo>
                  <a:pt x="337544" y="1097812"/>
                </a:lnTo>
                <a:lnTo>
                  <a:pt x="337717" y="1097768"/>
                </a:lnTo>
                <a:lnTo>
                  <a:pt x="337890" y="1097723"/>
                </a:lnTo>
                <a:lnTo>
                  <a:pt x="338062" y="1097679"/>
                </a:lnTo>
                <a:lnTo>
                  <a:pt x="338236" y="1097634"/>
                </a:lnTo>
                <a:lnTo>
                  <a:pt x="338409" y="1097590"/>
                </a:lnTo>
                <a:lnTo>
                  <a:pt x="338581" y="1097546"/>
                </a:lnTo>
                <a:lnTo>
                  <a:pt x="338754" y="1097501"/>
                </a:lnTo>
                <a:lnTo>
                  <a:pt x="338927" y="1097448"/>
                </a:lnTo>
                <a:lnTo>
                  <a:pt x="339100" y="1097403"/>
                </a:lnTo>
                <a:lnTo>
                  <a:pt x="339272" y="1097359"/>
                </a:lnTo>
                <a:lnTo>
                  <a:pt x="339445" y="1097314"/>
                </a:lnTo>
                <a:lnTo>
                  <a:pt x="339618" y="1097270"/>
                </a:lnTo>
                <a:lnTo>
                  <a:pt x="339791" y="1097225"/>
                </a:lnTo>
                <a:lnTo>
                  <a:pt x="339964" y="1097181"/>
                </a:lnTo>
                <a:lnTo>
                  <a:pt x="340137" y="1097127"/>
                </a:lnTo>
                <a:lnTo>
                  <a:pt x="340310" y="1097083"/>
                </a:lnTo>
                <a:lnTo>
                  <a:pt x="340482" y="1097038"/>
                </a:lnTo>
                <a:lnTo>
                  <a:pt x="340655" y="1096994"/>
                </a:lnTo>
                <a:lnTo>
                  <a:pt x="340828" y="1096941"/>
                </a:lnTo>
                <a:lnTo>
                  <a:pt x="341001" y="1096896"/>
                </a:lnTo>
                <a:lnTo>
                  <a:pt x="341174" y="1096852"/>
                </a:lnTo>
                <a:lnTo>
                  <a:pt x="341346" y="1096807"/>
                </a:lnTo>
                <a:lnTo>
                  <a:pt x="341520" y="1096754"/>
                </a:lnTo>
                <a:lnTo>
                  <a:pt x="341692" y="1096709"/>
                </a:lnTo>
                <a:lnTo>
                  <a:pt x="341865" y="1096665"/>
                </a:lnTo>
                <a:lnTo>
                  <a:pt x="342038" y="1096611"/>
                </a:lnTo>
                <a:lnTo>
                  <a:pt x="342211" y="1096567"/>
                </a:lnTo>
                <a:lnTo>
                  <a:pt x="342383" y="1096522"/>
                </a:lnTo>
                <a:lnTo>
                  <a:pt x="342556" y="1096469"/>
                </a:lnTo>
                <a:lnTo>
                  <a:pt x="342730" y="1096425"/>
                </a:lnTo>
                <a:lnTo>
                  <a:pt x="342902" y="1096371"/>
                </a:lnTo>
                <a:lnTo>
                  <a:pt x="343075" y="1096327"/>
                </a:lnTo>
                <a:lnTo>
                  <a:pt x="343247" y="1096282"/>
                </a:lnTo>
                <a:lnTo>
                  <a:pt x="343421" y="1096229"/>
                </a:lnTo>
                <a:lnTo>
                  <a:pt x="343593" y="1096184"/>
                </a:lnTo>
                <a:lnTo>
                  <a:pt x="343766" y="1096131"/>
                </a:lnTo>
                <a:lnTo>
                  <a:pt x="343939" y="1096086"/>
                </a:lnTo>
                <a:lnTo>
                  <a:pt x="344112" y="1096033"/>
                </a:lnTo>
                <a:lnTo>
                  <a:pt x="344285" y="1095989"/>
                </a:lnTo>
                <a:lnTo>
                  <a:pt x="344457" y="1095935"/>
                </a:lnTo>
                <a:lnTo>
                  <a:pt x="344631" y="1095891"/>
                </a:lnTo>
                <a:lnTo>
                  <a:pt x="344803" y="1095837"/>
                </a:lnTo>
                <a:lnTo>
                  <a:pt x="344976" y="1095793"/>
                </a:lnTo>
                <a:lnTo>
                  <a:pt x="345148" y="1095740"/>
                </a:lnTo>
                <a:lnTo>
                  <a:pt x="345322" y="1095695"/>
                </a:lnTo>
                <a:lnTo>
                  <a:pt x="345495" y="1095642"/>
                </a:lnTo>
                <a:lnTo>
                  <a:pt x="345667" y="1095588"/>
                </a:lnTo>
                <a:lnTo>
                  <a:pt x="345841" y="1095544"/>
                </a:lnTo>
                <a:lnTo>
                  <a:pt x="346013" y="1095490"/>
                </a:lnTo>
                <a:lnTo>
                  <a:pt x="346186" y="1095446"/>
                </a:lnTo>
                <a:lnTo>
                  <a:pt x="346358" y="1095393"/>
                </a:lnTo>
                <a:lnTo>
                  <a:pt x="346532" y="1095339"/>
                </a:lnTo>
                <a:lnTo>
                  <a:pt x="346704" y="1095295"/>
                </a:lnTo>
                <a:lnTo>
                  <a:pt x="346877" y="1095241"/>
                </a:lnTo>
                <a:lnTo>
                  <a:pt x="347050" y="1095188"/>
                </a:lnTo>
                <a:lnTo>
                  <a:pt x="347223" y="1095135"/>
                </a:lnTo>
                <a:lnTo>
                  <a:pt x="347396" y="1095090"/>
                </a:lnTo>
                <a:lnTo>
                  <a:pt x="347568" y="1095037"/>
                </a:lnTo>
                <a:lnTo>
                  <a:pt x="347742" y="1094983"/>
                </a:lnTo>
                <a:lnTo>
                  <a:pt x="347914" y="1094930"/>
                </a:lnTo>
                <a:lnTo>
                  <a:pt x="348087" y="1094885"/>
                </a:lnTo>
                <a:lnTo>
                  <a:pt x="348260" y="1094832"/>
                </a:lnTo>
                <a:lnTo>
                  <a:pt x="348433" y="1094779"/>
                </a:lnTo>
                <a:lnTo>
                  <a:pt x="348606" y="1094725"/>
                </a:lnTo>
                <a:lnTo>
                  <a:pt x="348778" y="1094672"/>
                </a:lnTo>
                <a:lnTo>
                  <a:pt x="348951" y="1094627"/>
                </a:lnTo>
                <a:lnTo>
                  <a:pt x="349124" y="1094574"/>
                </a:lnTo>
                <a:lnTo>
                  <a:pt x="349297" y="1094521"/>
                </a:lnTo>
                <a:lnTo>
                  <a:pt x="349469" y="1094467"/>
                </a:lnTo>
                <a:lnTo>
                  <a:pt x="349643" y="1094414"/>
                </a:lnTo>
                <a:lnTo>
                  <a:pt x="349816" y="1094361"/>
                </a:lnTo>
                <a:lnTo>
                  <a:pt x="349988" y="1094307"/>
                </a:lnTo>
                <a:lnTo>
                  <a:pt x="350161" y="1094254"/>
                </a:lnTo>
                <a:lnTo>
                  <a:pt x="350334" y="1094200"/>
                </a:lnTo>
                <a:lnTo>
                  <a:pt x="350507" y="1094147"/>
                </a:lnTo>
                <a:lnTo>
                  <a:pt x="350679" y="1094094"/>
                </a:lnTo>
                <a:lnTo>
                  <a:pt x="350852" y="1094040"/>
                </a:lnTo>
                <a:lnTo>
                  <a:pt x="351025" y="1093987"/>
                </a:lnTo>
                <a:lnTo>
                  <a:pt x="351198" y="1093934"/>
                </a:lnTo>
                <a:lnTo>
                  <a:pt x="351371" y="1093880"/>
                </a:lnTo>
                <a:lnTo>
                  <a:pt x="351544" y="1093827"/>
                </a:lnTo>
                <a:lnTo>
                  <a:pt x="351717" y="1093773"/>
                </a:lnTo>
                <a:lnTo>
                  <a:pt x="351889" y="1093720"/>
                </a:lnTo>
                <a:lnTo>
                  <a:pt x="352062" y="1093667"/>
                </a:lnTo>
                <a:lnTo>
                  <a:pt x="352235" y="1093613"/>
                </a:lnTo>
                <a:lnTo>
                  <a:pt x="352408" y="1093560"/>
                </a:lnTo>
                <a:lnTo>
                  <a:pt x="352581" y="1093506"/>
                </a:lnTo>
                <a:lnTo>
                  <a:pt x="352753" y="1093453"/>
                </a:lnTo>
                <a:lnTo>
                  <a:pt x="352927" y="1093400"/>
                </a:lnTo>
                <a:lnTo>
                  <a:pt x="353099" y="1093338"/>
                </a:lnTo>
                <a:lnTo>
                  <a:pt x="353272" y="1093284"/>
                </a:lnTo>
                <a:lnTo>
                  <a:pt x="353445" y="1093231"/>
                </a:lnTo>
                <a:lnTo>
                  <a:pt x="353618" y="1093177"/>
                </a:lnTo>
                <a:lnTo>
                  <a:pt x="353790" y="1093124"/>
                </a:lnTo>
                <a:lnTo>
                  <a:pt x="353963" y="1093062"/>
                </a:lnTo>
                <a:lnTo>
                  <a:pt x="354137" y="1093008"/>
                </a:lnTo>
                <a:lnTo>
                  <a:pt x="354309" y="1092955"/>
                </a:lnTo>
                <a:lnTo>
                  <a:pt x="354482" y="1092902"/>
                </a:lnTo>
                <a:lnTo>
                  <a:pt x="354654" y="1092839"/>
                </a:lnTo>
                <a:lnTo>
                  <a:pt x="354828" y="1092786"/>
                </a:lnTo>
                <a:lnTo>
                  <a:pt x="355000" y="1092733"/>
                </a:lnTo>
                <a:lnTo>
                  <a:pt x="355173" y="1092670"/>
                </a:lnTo>
                <a:lnTo>
                  <a:pt x="355346" y="1092617"/>
                </a:lnTo>
                <a:lnTo>
                  <a:pt x="355519" y="1092564"/>
                </a:lnTo>
                <a:lnTo>
                  <a:pt x="355692" y="1092501"/>
                </a:lnTo>
                <a:lnTo>
                  <a:pt x="355864" y="1092448"/>
                </a:lnTo>
                <a:lnTo>
                  <a:pt x="356038" y="1092394"/>
                </a:lnTo>
                <a:lnTo>
                  <a:pt x="356210" y="1092332"/>
                </a:lnTo>
                <a:lnTo>
                  <a:pt x="356383" y="1092279"/>
                </a:lnTo>
                <a:lnTo>
                  <a:pt x="356556" y="1092217"/>
                </a:lnTo>
                <a:lnTo>
                  <a:pt x="356729" y="1092163"/>
                </a:lnTo>
                <a:lnTo>
                  <a:pt x="356902" y="1092101"/>
                </a:lnTo>
                <a:lnTo>
                  <a:pt x="357074" y="1092047"/>
                </a:lnTo>
                <a:lnTo>
                  <a:pt x="357248" y="1091985"/>
                </a:lnTo>
                <a:lnTo>
                  <a:pt x="357420" y="1091932"/>
                </a:lnTo>
                <a:lnTo>
                  <a:pt x="357593" y="1091870"/>
                </a:lnTo>
                <a:lnTo>
                  <a:pt x="357765" y="1091816"/>
                </a:lnTo>
                <a:lnTo>
                  <a:pt x="357939" y="1091754"/>
                </a:lnTo>
                <a:lnTo>
                  <a:pt x="358111" y="1091700"/>
                </a:lnTo>
                <a:lnTo>
                  <a:pt x="358284" y="1091638"/>
                </a:lnTo>
                <a:lnTo>
                  <a:pt x="358457" y="1091576"/>
                </a:lnTo>
                <a:lnTo>
                  <a:pt x="358630" y="1091523"/>
                </a:lnTo>
                <a:lnTo>
                  <a:pt x="358803" y="1091460"/>
                </a:lnTo>
                <a:lnTo>
                  <a:pt x="358975" y="1091407"/>
                </a:lnTo>
                <a:lnTo>
                  <a:pt x="359149" y="1091345"/>
                </a:lnTo>
                <a:lnTo>
                  <a:pt x="359321" y="1091282"/>
                </a:lnTo>
                <a:lnTo>
                  <a:pt x="359494" y="1091229"/>
                </a:lnTo>
                <a:lnTo>
                  <a:pt x="359667" y="1091167"/>
                </a:lnTo>
                <a:lnTo>
                  <a:pt x="359840" y="1091104"/>
                </a:lnTo>
                <a:lnTo>
                  <a:pt x="360013" y="1091042"/>
                </a:lnTo>
                <a:lnTo>
                  <a:pt x="360185" y="1090989"/>
                </a:lnTo>
                <a:lnTo>
                  <a:pt x="360358" y="1090927"/>
                </a:lnTo>
                <a:lnTo>
                  <a:pt x="360531" y="1090864"/>
                </a:lnTo>
                <a:lnTo>
                  <a:pt x="360704" y="1090802"/>
                </a:lnTo>
                <a:lnTo>
                  <a:pt x="360877" y="1090740"/>
                </a:lnTo>
                <a:lnTo>
                  <a:pt x="361050" y="1090686"/>
                </a:lnTo>
                <a:lnTo>
                  <a:pt x="361223" y="1090624"/>
                </a:lnTo>
                <a:lnTo>
                  <a:pt x="361395" y="1090562"/>
                </a:lnTo>
                <a:lnTo>
                  <a:pt x="361568" y="1090499"/>
                </a:lnTo>
                <a:lnTo>
                  <a:pt x="361741" y="1090437"/>
                </a:lnTo>
                <a:lnTo>
                  <a:pt x="361914" y="1090375"/>
                </a:lnTo>
                <a:lnTo>
                  <a:pt x="362086" y="1090313"/>
                </a:lnTo>
                <a:lnTo>
                  <a:pt x="362259" y="1090259"/>
                </a:lnTo>
                <a:lnTo>
                  <a:pt x="362432" y="1090197"/>
                </a:lnTo>
                <a:lnTo>
                  <a:pt x="362605" y="1090135"/>
                </a:lnTo>
                <a:lnTo>
                  <a:pt x="362778" y="1090072"/>
                </a:lnTo>
                <a:lnTo>
                  <a:pt x="362951" y="1090010"/>
                </a:lnTo>
                <a:lnTo>
                  <a:pt x="363124" y="1089948"/>
                </a:lnTo>
                <a:lnTo>
                  <a:pt x="363296" y="1089886"/>
                </a:lnTo>
                <a:lnTo>
                  <a:pt x="363469" y="1089823"/>
                </a:lnTo>
                <a:lnTo>
                  <a:pt x="363642" y="1089761"/>
                </a:lnTo>
                <a:lnTo>
                  <a:pt x="363815" y="1089699"/>
                </a:lnTo>
                <a:lnTo>
                  <a:pt x="363988" y="1089628"/>
                </a:lnTo>
                <a:lnTo>
                  <a:pt x="364160" y="1089565"/>
                </a:lnTo>
                <a:lnTo>
                  <a:pt x="364334" y="1089503"/>
                </a:lnTo>
                <a:lnTo>
                  <a:pt x="364506" y="1089441"/>
                </a:lnTo>
                <a:lnTo>
                  <a:pt x="364679" y="1089379"/>
                </a:lnTo>
                <a:lnTo>
                  <a:pt x="364852" y="1089316"/>
                </a:lnTo>
                <a:lnTo>
                  <a:pt x="365025" y="1089254"/>
                </a:lnTo>
                <a:lnTo>
                  <a:pt x="365198" y="1089183"/>
                </a:lnTo>
                <a:lnTo>
                  <a:pt x="365370" y="1089121"/>
                </a:lnTo>
                <a:lnTo>
                  <a:pt x="365544" y="1089058"/>
                </a:lnTo>
                <a:lnTo>
                  <a:pt x="365716" y="1088996"/>
                </a:lnTo>
                <a:lnTo>
                  <a:pt x="365889" y="1088934"/>
                </a:lnTo>
                <a:lnTo>
                  <a:pt x="366061" y="1088863"/>
                </a:lnTo>
                <a:lnTo>
                  <a:pt x="366235" y="1088800"/>
                </a:lnTo>
                <a:lnTo>
                  <a:pt x="366407" y="1088738"/>
                </a:lnTo>
                <a:lnTo>
                  <a:pt x="366580" y="1088667"/>
                </a:lnTo>
                <a:lnTo>
                  <a:pt x="366753" y="1088605"/>
                </a:lnTo>
                <a:lnTo>
                  <a:pt x="366926" y="1088542"/>
                </a:lnTo>
                <a:lnTo>
                  <a:pt x="367099" y="1088471"/>
                </a:lnTo>
                <a:lnTo>
                  <a:pt x="367271" y="1088409"/>
                </a:lnTo>
                <a:lnTo>
                  <a:pt x="367445" y="1088347"/>
                </a:lnTo>
                <a:lnTo>
                  <a:pt x="367617" y="1088275"/>
                </a:lnTo>
                <a:lnTo>
                  <a:pt x="367790" y="1088213"/>
                </a:lnTo>
                <a:lnTo>
                  <a:pt x="367963" y="1088142"/>
                </a:lnTo>
                <a:lnTo>
                  <a:pt x="368136" y="1088080"/>
                </a:lnTo>
                <a:lnTo>
                  <a:pt x="368309" y="1088009"/>
                </a:lnTo>
                <a:lnTo>
                  <a:pt x="368481" y="1087946"/>
                </a:lnTo>
                <a:lnTo>
                  <a:pt x="368655" y="1087884"/>
                </a:lnTo>
                <a:lnTo>
                  <a:pt x="368827" y="1087813"/>
                </a:lnTo>
                <a:lnTo>
                  <a:pt x="369000" y="1087742"/>
                </a:lnTo>
                <a:lnTo>
                  <a:pt x="369172" y="1087679"/>
                </a:lnTo>
                <a:lnTo>
                  <a:pt x="369346" y="1087608"/>
                </a:lnTo>
                <a:lnTo>
                  <a:pt x="369519" y="1087546"/>
                </a:lnTo>
                <a:lnTo>
                  <a:pt x="369691" y="1087475"/>
                </a:lnTo>
                <a:lnTo>
                  <a:pt x="369864" y="1087412"/>
                </a:lnTo>
                <a:lnTo>
                  <a:pt x="370037" y="1087341"/>
                </a:lnTo>
                <a:lnTo>
                  <a:pt x="370210" y="1087270"/>
                </a:lnTo>
                <a:lnTo>
                  <a:pt x="370382" y="1087208"/>
                </a:lnTo>
                <a:lnTo>
                  <a:pt x="370556" y="1087137"/>
                </a:lnTo>
                <a:lnTo>
                  <a:pt x="370728" y="1087065"/>
                </a:lnTo>
                <a:lnTo>
                  <a:pt x="370901" y="1087003"/>
                </a:lnTo>
                <a:lnTo>
                  <a:pt x="371074" y="1086932"/>
                </a:lnTo>
                <a:lnTo>
                  <a:pt x="371247" y="1086861"/>
                </a:lnTo>
                <a:lnTo>
                  <a:pt x="371420" y="1086790"/>
                </a:lnTo>
                <a:lnTo>
                  <a:pt x="371592" y="1086727"/>
                </a:lnTo>
                <a:lnTo>
                  <a:pt x="371765" y="1086656"/>
                </a:lnTo>
                <a:lnTo>
                  <a:pt x="371938" y="1086585"/>
                </a:lnTo>
                <a:lnTo>
                  <a:pt x="372111" y="1086514"/>
                </a:lnTo>
                <a:lnTo>
                  <a:pt x="372284" y="1086443"/>
                </a:lnTo>
                <a:lnTo>
                  <a:pt x="372457" y="1086372"/>
                </a:lnTo>
                <a:lnTo>
                  <a:pt x="372630" y="1086309"/>
                </a:lnTo>
                <a:lnTo>
                  <a:pt x="372802" y="1086238"/>
                </a:lnTo>
                <a:lnTo>
                  <a:pt x="372975" y="1086167"/>
                </a:lnTo>
                <a:lnTo>
                  <a:pt x="373148" y="1086096"/>
                </a:lnTo>
                <a:lnTo>
                  <a:pt x="373321" y="1086025"/>
                </a:lnTo>
                <a:lnTo>
                  <a:pt x="373493" y="1085953"/>
                </a:lnTo>
                <a:lnTo>
                  <a:pt x="373666" y="1085882"/>
                </a:lnTo>
                <a:lnTo>
                  <a:pt x="373840" y="1085811"/>
                </a:lnTo>
                <a:lnTo>
                  <a:pt x="374012" y="1085740"/>
                </a:lnTo>
                <a:lnTo>
                  <a:pt x="374185" y="1085669"/>
                </a:lnTo>
                <a:lnTo>
                  <a:pt x="374358" y="1085598"/>
                </a:lnTo>
                <a:lnTo>
                  <a:pt x="374531" y="1085526"/>
                </a:lnTo>
                <a:lnTo>
                  <a:pt x="374703" y="1085455"/>
                </a:lnTo>
                <a:lnTo>
                  <a:pt x="374876" y="1085384"/>
                </a:lnTo>
                <a:lnTo>
                  <a:pt x="375049" y="1085313"/>
                </a:lnTo>
                <a:lnTo>
                  <a:pt x="375222" y="1085233"/>
                </a:lnTo>
                <a:lnTo>
                  <a:pt x="375395" y="1085162"/>
                </a:lnTo>
                <a:lnTo>
                  <a:pt x="375567" y="1085090"/>
                </a:lnTo>
                <a:lnTo>
                  <a:pt x="375741" y="1085019"/>
                </a:lnTo>
                <a:lnTo>
                  <a:pt x="375913" y="1084948"/>
                </a:lnTo>
                <a:lnTo>
                  <a:pt x="376086" y="1084868"/>
                </a:lnTo>
                <a:lnTo>
                  <a:pt x="376259" y="1084797"/>
                </a:lnTo>
                <a:lnTo>
                  <a:pt x="376432" y="1084726"/>
                </a:lnTo>
                <a:lnTo>
                  <a:pt x="376605" y="1084655"/>
                </a:lnTo>
                <a:lnTo>
                  <a:pt x="376777" y="1084574"/>
                </a:lnTo>
                <a:lnTo>
                  <a:pt x="376951" y="1084503"/>
                </a:lnTo>
                <a:lnTo>
                  <a:pt x="377123" y="1084432"/>
                </a:lnTo>
                <a:lnTo>
                  <a:pt x="377296" y="1084361"/>
                </a:lnTo>
                <a:lnTo>
                  <a:pt x="377468" y="1084281"/>
                </a:lnTo>
                <a:lnTo>
                  <a:pt x="377642" y="1084210"/>
                </a:lnTo>
                <a:lnTo>
                  <a:pt x="377814" y="1084130"/>
                </a:lnTo>
                <a:lnTo>
                  <a:pt x="377987" y="1084058"/>
                </a:lnTo>
                <a:lnTo>
                  <a:pt x="378161" y="1083987"/>
                </a:lnTo>
                <a:lnTo>
                  <a:pt x="378333" y="1083907"/>
                </a:lnTo>
                <a:lnTo>
                  <a:pt x="378506" y="1083836"/>
                </a:lnTo>
                <a:lnTo>
                  <a:pt x="378678" y="1083756"/>
                </a:lnTo>
                <a:lnTo>
                  <a:pt x="378852" y="1083685"/>
                </a:lnTo>
                <a:lnTo>
                  <a:pt x="379024" y="1083605"/>
                </a:lnTo>
                <a:lnTo>
                  <a:pt x="379197" y="1083534"/>
                </a:lnTo>
                <a:lnTo>
                  <a:pt x="379370" y="1083453"/>
                </a:lnTo>
                <a:lnTo>
                  <a:pt x="379543" y="1083382"/>
                </a:lnTo>
                <a:lnTo>
                  <a:pt x="379716" y="1083302"/>
                </a:lnTo>
                <a:lnTo>
                  <a:pt x="379888" y="1083222"/>
                </a:lnTo>
                <a:lnTo>
                  <a:pt x="380062" y="1083151"/>
                </a:lnTo>
                <a:lnTo>
                  <a:pt x="380234" y="1083071"/>
                </a:lnTo>
                <a:lnTo>
                  <a:pt x="380407" y="1082991"/>
                </a:lnTo>
                <a:lnTo>
                  <a:pt x="380579" y="1082920"/>
                </a:lnTo>
                <a:lnTo>
                  <a:pt x="380753" y="1082840"/>
                </a:lnTo>
                <a:lnTo>
                  <a:pt x="380926" y="1082760"/>
                </a:lnTo>
                <a:lnTo>
                  <a:pt x="381098" y="1082688"/>
                </a:lnTo>
                <a:lnTo>
                  <a:pt x="381271" y="1082608"/>
                </a:lnTo>
                <a:lnTo>
                  <a:pt x="381444" y="1082528"/>
                </a:lnTo>
                <a:lnTo>
                  <a:pt x="381617" y="1082448"/>
                </a:lnTo>
                <a:lnTo>
                  <a:pt x="381789" y="1082377"/>
                </a:lnTo>
                <a:lnTo>
                  <a:pt x="381963" y="1082297"/>
                </a:lnTo>
                <a:lnTo>
                  <a:pt x="382135" y="1082217"/>
                </a:lnTo>
                <a:lnTo>
                  <a:pt x="382308" y="1082137"/>
                </a:lnTo>
                <a:lnTo>
                  <a:pt x="382481" y="1082057"/>
                </a:lnTo>
                <a:lnTo>
                  <a:pt x="382654" y="1081977"/>
                </a:lnTo>
                <a:lnTo>
                  <a:pt x="382827" y="1081897"/>
                </a:lnTo>
                <a:lnTo>
                  <a:pt x="382999" y="1081817"/>
                </a:lnTo>
                <a:lnTo>
                  <a:pt x="383172" y="1081745"/>
                </a:lnTo>
                <a:lnTo>
                  <a:pt x="383345" y="1081665"/>
                </a:lnTo>
                <a:lnTo>
                  <a:pt x="383518" y="1081585"/>
                </a:lnTo>
                <a:lnTo>
                  <a:pt x="383691" y="1081505"/>
                </a:lnTo>
                <a:lnTo>
                  <a:pt x="383864" y="1081425"/>
                </a:lnTo>
                <a:lnTo>
                  <a:pt x="384037" y="1081345"/>
                </a:lnTo>
                <a:lnTo>
                  <a:pt x="384209" y="1081256"/>
                </a:lnTo>
                <a:lnTo>
                  <a:pt x="384382" y="1081176"/>
                </a:lnTo>
                <a:lnTo>
                  <a:pt x="384555" y="1081096"/>
                </a:lnTo>
                <a:lnTo>
                  <a:pt x="384728" y="1081016"/>
                </a:lnTo>
                <a:lnTo>
                  <a:pt x="384900" y="1080936"/>
                </a:lnTo>
                <a:lnTo>
                  <a:pt x="385073" y="1080856"/>
                </a:lnTo>
                <a:lnTo>
                  <a:pt x="385247" y="1080776"/>
                </a:lnTo>
                <a:lnTo>
                  <a:pt x="385419" y="1080696"/>
                </a:lnTo>
                <a:lnTo>
                  <a:pt x="385592" y="1080607"/>
                </a:lnTo>
                <a:lnTo>
                  <a:pt x="385765" y="1080527"/>
                </a:lnTo>
                <a:lnTo>
                  <a:pt x="385938" y="1080447"/>
                </a:lnTo>
                <a:lnTo>
                  <a:pt x="386110" y="1080366"/>
                </a:lnTo>
                <a:lnTo>
                  <a:pt x="386283" y="1080277"/>
                </a:lnTo>
                <a:lnTo>
                  <a:pt x="386456" y="1080197"/>
                </a:lnTo>
                <a:lnTo>
                  <a:pt x="386629" y="1080117"/>
                </a:lnTo>
                <a:lnTo>
                  <a:pt x="386802" y="1080028"/>
                </a:lnTo>
                <a:lnTo>
                  <a:pt x="386974" y="1079948"/>
                </a:lnTo>
                <a:lnTo>
                  <a:pt x="387148" y="1079868"/>
                </a:lnTo>
                <a:lnTo>
                  <a:pt x="387320" y="1079779"/>
                </a:lnTo>
                <a:lnTo>
                  <a:pt x="387493" y="1079699"/>
                </a:lnTo>
                <a:lnTo>
                  <a:pt x="387666" y="1079610"/>
                </a:lnTo>
                <a:lnTo>
                  <a:pt x="387839" y="1079530"/>
                </a:lnTo>
                <a:lnTo>
                  <a:pt x="388012" y="1079441"/>
                </a:lnTo>
                <a:lnTo>
                  <a:pt x="388184" y="1079361"/>
                </a:lnTo>
                <a:lnTo>
                  <a:pt x="388358" y="1079272"/>
                </a:lnTo>
                <a:lnTo>
                  <a:pt x="388530" y="1079192"/>
                </a:lnTo>
                <a:lnTo>
                  <a:pt x="388703" y="1079103"/>
                </a:lnTo>
                <a:lnTo>
                  <a:pt x="388875" y="1079023"/>
                </a:lnTo>
                <a:lnTo>
                  <a:pt x="389049" y="1078934"/>
                </a:lnTo>
                <a:lnTo>
                  <a:pt x="389221" y="1078854"/>
                </a:lnTo>
                <a:lnTo>
                  <a:pt x="389394" y="1078765"/>
                </a:lnTo>
                <a:lnTo>
                  <a:pt x="389568" y="1078676"/>
                </a:lnTo>
                <a:lnTo>
                  <a:pt x="389740" y="1078596"/>
                </a:lnTo>
                <a:lnTo>
                  <a:pt x="389913" y="1078507"/>
                </a:lnTo>
                <a:lnTo>
                  <a:pt x="390085" y="1078418"/>
                </a:lnTo>
                <a:lnTo>
                  <a:pt x="390259" y="1078338"/>
                </a:lnTo>
                <a:lnTo>
                  <a:pt x="390431" y="1078249"/>
                </a:lnTo>
                <a:lnTo>
                  <a:pt x="390604" y="1078160"/>
                </a:lnTo>
                <a:lnTo>
                  <a:pt x="390777" y="1078071"/>
                </a:lnTo>
                <a:lnTo>
                  <a:pt x="390950" y="1077982"/>
                </a:lnTo>
                <a:lnTo>
                  <a:pt x="391123" y="1077902"/>
                </a:lnTo>
                <a:lnTo>
                  <a:pt x="391295" y="1077813"/>
                </a:lnTo>
                <a:lnTo>
                  <a:pt x="391469" y="1077724"/>
                </a:lnTo>
                <a:lnTo>
                  <a:pt x="391641" y="1077635"/>
                </a:lnTo>
                <a:lnTo>
                  <a:pt x="391814" y="1077546"/>
                </a:lnTo>
                <a:lnTo>
                  <a:pt x="391987" y="1077457"/>
                </a:lnTo>
                <a:lnTo>
                  <a:pt x="392160" y="1077368"/>
                </a:lnTo>
                <a:lnTo>
                  <a:pt x="392333" y="1077279"/>
                </a:lnTo>
                <a:lnTo>
                  <a:pt x="392505" y="1077190"/>
                </a:lnTo>
                <a:lnTo>
                  <a:pt x="392678" y="1077101"/>
                </a:lnTo>
                <a:lnTo>
                  <a:pt x="392851" y="1077012"/>
                </a:lnTo>
                <a:lnTo>
                  <a:pt x="393024" y="1076924"/>
                </a:lnTo>
                <a:lnTo>
                  <a:pt x="393196" y="1076835"/>
                </a:lnTo>
                <a:lnTo>
                  <a:pt x="393370" y="1076746"/>
                </a:lnTo>
                <a:lnTo>
                  <a:pt x="393543" y="1076657"/>
                </a:lnTo>
                <a:lnTo>
                  <a:pt x="393715" y="1076568"/>
                </a:lnTo>
                <a:lnTo>
                  <a:pt x="393888" y="1076479"/>
                </a:lnTo>
                <a:lnTo>
                  <a:pt x="394061" y="1076390"/>
                </a:lnTo>
                <a:lnTo>
                  <a:pt x="394234" y="1076292"/>
                </a:lnTo>
                <a:lnTo>
                  <a:pt x="394406" y="1076203"/>
                </a:lnTo>
                <a:lnTo>
                  <a:pt x="394579" y="1076114"/>
                </a:lnTo>
                <a:lnTo>
                  <a:pt x="394752" y="1076025"/>
                </a:lnTo>
                <a:lnTo>
                  <a:pt x="394925" y="1075927"/>
                </a:lnTo>
                <a:lnTo>
                  <a:pt x="395098" y="1075838"/>
                </a:lnTo>
                <a:lnTo>
                  <a:pt x="395271" y="1075749"/>
                </a:lnTo>
                <a:lnTo>
                  <a:pt x="395444" y="1075660"/>
                </a:lnTo>
                <a:lnTo>
                  <a:pt x="395616" y="1075562"/>
                </a:lnTo>
                <a:lnTo>
                  <a:pt x="395789" y="1075473"/>
                </a:lnTo>
                <a:lnTo>
                  <a:pt x="395962" y="1075376"/>
                </a:lnTo>
                <a:lnTo>
                  <a:pt x="396135" y="1075287"/>
                </a:lnTo>
                <a:lnTo>
                  <a:pt x="396308" y="1075198"/>
                </a:lnTo>
                <a:lnTo>
                  <a:pt x="396480" y="1075100"/>
                </a:lnTo>
                <a:lnTo>
                  <a:pt x="396654" y="1075011"/>
                </a:lnTo>
                <a:lnTo>
                  <a:pt x="396826" y="1074913"/>
                </a:lnTo>
                <a:lnTo>
                  <a:pt x="396999" y="1074824"/>
                </a:lnTo>
                <a:lnTo>
                  <a:pt x="397172" y="1074726"/>
                </a:lnTo>
                <a:lnTo>
                  <a:pt x="397345" y="1074637"/>
                </a:lnTo>
                <a:lnTo>
                  <a:pt x="397517" y="1074539"/>
                </a:lnTo>
                <a:lnTo>
                  <a:pt x="397690" y="1074441"/>
                </a:lnTo>
                <a:lnTo>
                  <a:pt x="397864" y="1074352"/>
                </a:lnTo>
                <a:lnTo>
                  <a:pt x="398036" y="1074255"/>
                </a:lnTo>
                <a:lnTo>
                  <a:pt x="398209" y="1074157"/>
                </a:lnTo>
                <a:lnTo>
                  <a:pt x="398381" y="1074068"/>
                </a:lnTo>
                <a:lnTo>
                  <a:pt x="398555" y="1073970"/>
                </a:lnTo>
                <a:lnTo>
                  <a:pt x="398727" y="1073872"/>
                </a:lnTo>
                <a:lnTo>
                  <a:pt x="398900" y="1073783"/>
                </a:lnTo>
                <a:lnTo>
                  <a:pt x="399073" y="1073685"/>
                </a:lnTo>
                <a:lnTo>
                  <a:pt x="399246" y="1073587"/>
                </a:lnTo>
                <a:lnTo>
                  <a:pt x="399419" y="1073489"/>
                </a:lnTo>
                <a:lnTo>
                  <a:pt x="399591" y="1073392"/>
                </a:lnTo>
                <a:lnTo>
                  <a:pt x="399765" y="1073303"/>
                </a:lnTo>
                <a:lnTo>
                  <a:pt x="399937" y="1073205"/>
                </a:lnTo>
                <a:lnTo>
                  <a:pt x="400110" y="1073107"/>
                </a:lnTo>
                <a:lnTo>
                  <a:pt x="400282" y="1073009"/>
                </a:lnTo>
                <a:lnTo>
                  <a:pt x="400456" y="1072911"/>
                </a:lnTo>
                <a:lnTo>
                  <a:pt x="400629" y="1072813"/>
                </a:lnTo>
                <a:lnTo>
                  <a:pt x="400801" y="1072715"/>
                </a:lnTo>
                <a:lnTo>
                  <a:pt x="400975" y="1072618"/>
                </a:lnTo>
                <a:lnTo>
                  <a:pt x="401147" y="1072520"/>
                </a:lnTo>
                <a:lnTo>
                  <a:pt x="401320" y="1072422"/>
                </a:lnTo>
                <a:lnTo>
                  <a:pt x="401492" y="1072324"/>
                </a:lnTo>
                <a:lnTo>
                  <a:pt x="401666" y="1072226"/>
                </a:lnTo>
                <a:lnTo>
                  <a:pt x="401838" y="1072128"/>
                </a:lnTo>
                <a:lnTo>
                  <a:pt x="402011" y="1072022"/>
                </a:lnTo>
                <a:lnTo>
                  <a:pt x="402184" y="1071924"/>
                </a:lnTo>
                <a:lnTo>
                  <a:pt x="402357" y="1071826"/>
                </a:lnTo>
                <a:lnTo>
                  <a:pt x="402530" y="1071728"/>
                </a:lnTo>
                <a:lnTo>
                  <a:pt x="402702" y="1071630"/>
                </a:lnTo>
                <a:lnTo>
                  <a:pt x="402876" y="1071523"/>
                </a:lnTo>
                <a:lnTo>
                  <a:pt x="403048" y="1071426"/>
                </a:lnTo>
                <a:lnTo>
                  <a:pt x="403221" y="1071328"/>
                </a:lnTo>
                <a:lnTo>
                  <a:pt x="403394" y="1071230"/>
                </a:lnTo>
                <a:lnTo>
                  <a:pt x="403567" y="1071123"/>
                </a:lnTo>
                <a:lnTo>
                  <a:pt x="403740" y="1071025"/>
                </a:lnTo>
                <a:lnTo>
                  <a:pt x="403912" y="1070927"/>
                </a:lnTo>
                <a:lnTo>
                  <a:pt x="404085" y="1070821"/>
                </a:lnTo>
                <a:lnTo>
                  <a:pt x="404258" y="1070723"/>
                </a:lnTo>
                <a:lnTo>
                  <a:pt x="404431" y="1070616"/>
                </a:lnTo>
                <a:lnTo>
                  <a:pt x="404603" y="1070518"/>
                </a:lnTo>
                <a:lnTo>
                  <a:pt x="404777" y="1070411"/>
                </a:lnTo>
                <a:lnTo>
                  <a:pt x="404950" y="1070313"/>
                </a:lnTo>
                <a:lnTo>
                  <a:pt x="405122" y="1070207"/>
                </a:lnTo>
                <a:lnTo>
                  <a:pt x="405295" y="1070109"/>
                </a:lnTo>
                <a:lnTo>
                  <a:pt x="405468" y="1070002"/>
                </a:lnTo>
                <a:lnTo>
                  <a:pt x="405641" y="1069904"/>
                </a:lnTo>
                <a:lnTo>
                  <a:pt x="405813" y="1069797"/>
                </a:lnTo>
                <a:lnTo>
                  <a:pt x="405986" y="1069691"/>
                </a:lnTo>
                <a:lnTo>
                  <a:pt x="406159" y="1069593"/>
                </a:lnTo>
                <a:lnTo>
                  <a:pt x="406332" y="1069486"/>
                </a:lnTo>
                <a:lnTo>
                  <a:pt x="406505" y="1069379"/>
                </a:lnTo>
                <a:lnTo>
                  <a:pt x="406678" y="1069273"/>
                </a:lnTo>
                <a:lnTo>
                  <a:pt x="406851" y="1069175"/>
                </a:lnTo>
                <a:lnTo>
                  <a:pt x="407023" y="1069068"/>
                </a:lnTo>
                <a:lnTo>
                  <a:pt x="407196" y="1068961"/>
                </a:lnTo>
                <a:lnTo>
                  <a:pt x="407369" y="1068854"/>
                </a:lnTo>
                <a:lnTo>
                  <a:pt x="407542" y="1068748"/>
                </a:lnTo>
                <a:lnTo>
                  <a:pt x="407715" y="1068650"/>
                </a:lnTo>
                <a:lnTo>
                  <a:pt x="407887" y="1068543"/>
                </a:lnTo>
                <a:lnTo>
                  <a:pt x="408061" y="1068436"/>
                </a:lnTo>
                <a:lnTo>
                  <a:pt x="408233" y="1068329"/>
                </a:lnTo>
                <a:lnTo>
                  <a:pt x="408406" y="1068223"/>
                </a:lnTo>
                <a:lnTo>
                  <a:pt x="408579" y="1068116"/>
                </a:lnTo>
                <a:lnTo>
                  <a:pt x="408752" y="1068009"/>
                </a:lnTo>
                <a:lnTo>
                  <a:pt x="408924" y="1067902"/>
                </a:lnTo>
                <a:lnTo>
                  <a:pt x="409097" y="1067796"/>
                </a:lnTo>
                <a:lnTo>
                  <a:pt x="409271" y="1067689"/>
                </a:lnTo>
                <a:lnTo>
                  <a:pt x="409443" y="1067582"/>
                </a:lnTo>
                <a:lnTo>
                  <a:pt x="409616" y="1067467"/>
                </a:lnTo>
                <a:lnTo>
                  <a:pt x="409788" y="1067360"/>
                </a:lnTo>
                <a:lnTo>
                  <a:pt x="409962" y="1067253"/>
                </a:lnTo>
                <a:lnTo>
                  <a:pt x="410134" y="1067146"/>
                </a:lnTo>
                <a:lnTo>
                  <a:pt x="410307" y="1067040"/>
                </a:lnTo>
                <a:lnTo>
                  <a:pt x="410480" y="1066933"/>
                </a:lnTo>
                <a:lnTo>
                  <a:pt x="410653" y="1066817"/>
                </a:lnTo>
                <a:lnTo>
                  <a:pt x="410826" y="1066710"/>
                </a:lnTo>
                <a:lnTo>
                  <a:pt x="410998" y="1066604"/>
                </a:lnTo>
                <a:lnTo>
                  <a:pt x="411172" y="1066488"/>
                </a:lnTo>
                <a:lnTo>
                  <a:pt x="411344" y="1066381"/>
                </a:lnTo>
                <a:lnTo>
                  <a:pt x="411517" y="1066274"/>
                </a:lnTo>
                <a:lnTo>
                  <a:pt x="411689" y="1066159"/>
                </a:lnTo>
                <a:lnTo>
                  <a:pt x="411863" y="1066052"/>
                </a:lnTo>
                <a:lnTo>
                  <a:pt x="412036" y="1065936"/>
                </a:lnTo>
                <a:lnTo>
                  <a:pt x="412208" y="1065830"/>
                </a:lnTo>
                <a:lnTo>
                  <a:pt x="412382" y="1065714"/>
                </a:lnTo>
                <a:lnTo>
                  <a:pt x="412554" y="1065607"/>
                </a:lnTo>
                <a:lnTo>
                  <a:pt x="412727" y="1065492"/>
                </a:lnTo>
                <a:lnTo>
                  <a:pt x="412899" y="1065385"/>
                </a:lnTo>
                <a:lnTo>
                  <a:pt x="413073" y="1065269"/>
                </a:lnTo>
                <a:lnTo>
                  <a:pt x="413245" y="1065154"/>
                </a:lnTo>
                <a:lnTo>
                  <a:pt x="413418" y="1065047"/>
                </a:lnTo>
                <a:lnTo>
                  <a:pt x="413591" y="1064931"/>
                </a:lnTo>
                <a:lnTo>
                  <a:pt x="413764" y="1064815"/>
                </a:lnTo>
                <a:lnTo>
                  <a:pt x="413937" y="1064709"/>
                </a:lnTo>
                <a:lnTo>
                  <a:pt x="414109" y="1064593"/>
                </a:lnTo>
                <a:lnTo>
                  <a:pt x="414283" y="1064477"/>
                </a:lnTo>
                <a:lnTo>
                  <a:pt x="414455" y="1064362"/>
                </a:lnTo>
                <a:lnTo>
                  <a:pt x="414628" y="1064255"/>
                </a:lnTo>
                <a:lnTo>
                  <a:pt x="414801" y="1064139"/>
                </a:lnTo>
                <a:lnTo>
                  <a:pt x="414974" y="1064024"/>
                </a:lnTo>
                <a:lnTo>
                  <a:pt x="415147" y="1063908"/>
                </a:lnTo>
                <a:lnTo>
                  <a:pt x="415319" y="1063792"/>
                </a:lnTo>
                <a:lnTo>
                  <a:pt x="415492" y="1063677"/>
                </a:lnTo>
                <a:lnTo>
                  <a:pt x="415665" y="1063561"/>
                </a:lnTo>
                <a:lnTo>
                  <a:pt x="415838" y="1063445"/>
                </a:lnTo>
                <a:lnTo>
                  <a:pt x="416010" y="1063330"/>
                </a:lnTo>
                <a:lnTo>
                  <a:pt x="416184" y="1063214"/>
                </a:lnTo>
                <a:lnTo>
                  <a:pt x="416357" y="1063098"/>
                </a:lnTo>
                <a:lnTo>
                  <a:pt x="416529" y="1062983"/>
                </a:lnTo>
                <a:lnTo>
                  <a:pt x="416702" y="1062867"/>
                </a:lnTo>
                <a:lnTo>
                  <a:pt x="416875" y="1062752"/>
                </a:lnTo>
                <a:lnTo>
                  <a:pt x="417048" y="1062636"/>
                </a:lnTo>
                <a:lnTo>
                  <a:pt x="417220" y="1062520"/>
                </a:lnTo>
                <a:lnTo>
                  <a:pt x="417393" y="1062396"/>
                </a:lnTo>
                <a:lnTo>
                  <a:pt x="417566" y="1062280"/>
                </a:lnTo>
                <a:lnTo>
                  <a:pt x="417739" y="1062164"/>
                </a:lnTo>
                <a:lnTo>
                  <a:pt x="417912" y="1062049"/>
                </a:lnTo>
                <a:lnTo>
                  <a:pt x="418085" y="1061924"/>
                </a:lnTo>
                <a:lnTo>
                  <a:pt x="418258" y="1061808"/>
                </a:lnTo>
                <a:lnTo>
                  <a:pt x="418430" y="1061693"/>
                </a:lnTo>
                <a:lnTo>
                  <a:pt x="418603" y="1061568"/>
                </a:lnTo>
                <a:lnTo>
                  <a:pt x="418776" y="1061453"/>
                </a:lnTo>
                <a:lnTo>
                  <a:pt x="418949" y="1061328"/>
                </a:lnTo>
                <a:lnTo>
                  <a:pt x="419122" y="1061212"/>
                </a:lnTo>
                <a:lnTo>
                  <a:pt x="419294" y="1061088"/>
                </a:lnTo>
                <a:lnTo>
                  <a:pt x="419468" y="1060972"/>
                </a:lnTo>
                <a:lnTo>
                  <a:pt x="419640" y="1060848"/>
                </a:lnTo>
                <a:lnTo>
                  <a:pt x="419813" y="1060732"/>
                </a:lnTo>
                <a:lnTo>
                  <a:pt x="419986" y="1060607"/>
                </a:lnTo>
                <a:lnTo>
                  <a:pt x="420159" y="1060492"/>
                </a:lnTo>
                <a:lnTo>
                  <a:pt x="420332" y="1060367"/>
                </a:lnTo>
                <a:lnTo>
                  <a:pt x="420504" y="1060243"/>
                </a:lnTo>
                <a:lnTo>
                  <a:pt x="420678" y="1060127"/>
                </a:lnTo>
                <a:lnTo>
                  <a:pt x="420850" y="1060002"/>
                </a:lnTo>
                <a:lnTo>
                  <a:pt x="421023" y="1059878"/>
                </a:lnTo>
                <a:lnTo>
                  <a:pt x="421195" y="1059762"/>
                </a:lnTo>
                <a:lnTo>
                  <a:pt x="421369" y="1059638"/>
                </a:lnTo>
                <a:lnTo>
                  <a:pt x="421541" y="1059513"/>
                </a:lnTo>
                <a:lnTo>
                  <a:pt x="421714" y="1059389"/>
                </a:lnTo>
                <a:lnTo>
                  <a:pt x="421887" y="1059264"/>
                </a:lnTo>
                <a:lnTo>
                  <a:pt x="422060" y="1059140"/>
                </a:lnTo>
                <a:lnTo>
                  <a:pt x="422233" y="1059015"/>
                </a:lnTo>
                <a:lnTo>
                  <a:pt x="422405" y="1058899"/>
                </a:lnTo>
                <a:lnTo>
                  <a:pt x="422579" y="1058775"/>
                </a:lnTo>
                <a:lnTo>
                  <a:pt x="422751" y="1058650"/>
                </a:lnTo>
                <a:lnTo>
                  <a:pt x="422924" y="1058526"/>
                </a:lnTo>
                <a:lnTo>
                  <a:pt x="423097" y="1058401"/>
                </a:lnTo>
                <a:lnTo>
                  <a:pt x="423270" y="1058277"/>
                </a:lnTo>
                <a:lnTo>
                  <a:pt x="423443" y="1058143"/>
                </a:lnTo>
                <a:lnTo>
                  <a:pt x="423615" y="1058019"/>
                </a:lnTo>
                <a:lnTo>
                  <a:pt x="423789" y="1057894"/>
                </a:lnTo>
                <a:lnTo>
                  <a:pt x="423961" y="1057769"/>
                </a:lnTo>
                <a:lnTo>
                  <a:pt x="424134" y="1057645"/>
                </a:lnTo>
                <a:lnTo>
                  <a:pt x="424306" y="1057520"/>
                </a:lnTo>
                <a:lnTo>
                  <a:pt x="424480" y="1057387"/>
                </a:lnTo>
                <a:lnTo>
                  <a:pt x="424653" y="1057262"/>
                </a:lnTo>
                <a:lnTo>
                  <a:pt x="424825" y="1057138"/>
                </a:lnTo>
                <a:lnTo>
                  <a:pt x="424998" y="1057004"/>
                </a:lnTo>
                <a:lnTo>
                  <a:pt x="425171" y="1056880"/>
                </a:lnTo>
                <a:lnTo>
                  <a:pt x="425344" y="1056755"/>
                </a:lnTo>
                <a:lnTo>
                  <a:pt x="425516" y="1056622"/>
                </a:lnTo>
                <a:lnTo>
                  <a:pt x="425690" y="1056497"/>
                </a:lnTo>
                <a:lnTo>
                  <a:pt x="425862" y="1056364"/>
                </a:lnTo>
                <a:lnTo>
                  <a:pt x="426035" y="1056239"/>
                </a:lnTo>
                <a:lnTo>
                  <a:pt x="426208" y="1056106"/>
                </a:lnTo>
                <a:lnTo>
                  <a:pt x="426381" y="1055981"/>
                </a:lnTo>
                <a:lnTo>
                  <a:pt x="426554" y="1055848"/>
                </a:lnTo>
                <a:lnTo>
                  <a:pt x="426726" y="1055723"/>
                </a:lnTo>
                <a:lnTo>
                  <a:pt x="426899" y="1055590"/>
                </a:lnTo>
                <a:lnTo>
                  <a:pt x="427072" y="1055456"/>
                </a:lnTo>
                <a:lnTo>
                  <a:pt x="427245" y="1055332"/>
                </a:lnTo>
                <a:lnTo>
                  <a:pt x="427418" y="1055198"/>
                </a:lnTo>
                <a:lnTo>
                  <a:pt x="427591" y="1055065"/>
                </a:lnTo>
                <a:lnTo>
                  <a:pt x="427764" y="1054940"/>
                </a:lnTo>
                <a:lnTo>
                  <a:pt x="427936" y="1054807"/>
                </a:lnTo>
                <a:lnTo>
                  <a:pt x="428109" y="1054673"/>
                </a:lnTo>
                <a:lnTo>
                  <a:pt x="428282" y="1054540"/>
                </a:lnTo>
                <a:lnTo>
                  <a:pt x="428455" y="1054407"/>
                </a:lnTo>
                <a:lnTo>
                  <a:pt x="428627" y="1054282"/>
                </a:lnTo>
                <a:lnTo>
                  <a:pt x="428800" y="1054149"/>
                </a:lnTo>
                <a:lnTo>
                  <a:pt x="428974" y="1054015"/>
                </a:lnTo>
                <a:lnTo>
                  <a:pt x="429146" y="1053882"/>
                </a:lnTo>
                <a:lnTo>
                  <a:pt x="429319" y="1053748"/>
                </a:lnTo>
                <a:lnTo>
                  <a:pt x="429492" y="1053615"/>
                </a:lnTo>
                <a:lnTo>
                  <a:pt x="429665" y="1053481"/>
                </a:lnTo>
                <a:lnTo>
                  <a:pt x="429837" y="1053348"/>
                </a:lnTo>
                <a:lnTo>
                  <a:pt x="430010" y="1053214"/>
                </a:lnTo>
                <a:lnTo>
                  <a:pt x="430183" y="1053072"/>
                </a:lnTo>
                <a:lnTo>
                  <a:pt x="430356" y="1052939"/>
                </a:lnTo>
                <a:lnTo>
                  <a:pt x="430529" y="1052805"/>
                </a:lnTo>
                <a:lnTo>
                  <a:pt x="430701" y="1052672"/>
                </a:lnTo>
                <a:lnTo>
                  <a:pt x="430875" y="1052538"/>
                </a:lnTo>
                <a:lnTo>
                  <a:pt x="431047" y="1052396"/>
                </a:lnTo>
                <a:lnTo>
                  <a:pt x="431220" y="1052263"/>
                </a:lnTo>
                <a:lnTo>
                  <a:pt x="431393" y="1052129"/>
                </a:lnTo>
                <a:lnTo>
                  <a:pt x="431566" y="1051987"/>
                </a:lnTo>
                <a:lnTo>
                  <a:pt x="431739" y="1051853"/>
                </a:lnTo>
                <a:lnTo>
                  <a:pt x="431911" y="1051720"/>
                </a:lnTo>
                <a:lnTo>
                  <a:pt x="432085" y="1051578"/>
                </a:lnTo>
                <a:lnTo>
                  <a:pt x="432257" y="1051444"/>
                </a:lnTo>
                <a:lnTo>
                  <a:pt x="432430" y="1051302"/>
                </a:lnTo>
                <a:lnTo>
                  <a:pt x="432602" y="1051168"/>
                </a:lnTo>
                <a:lnTo>
                  <a:pt x="432776" y="1051026"/>
                </a:lnTo>
                <a:lnTo>
                  <a:pt x="432948" y="1050892"/>
                </a:lnTo>
                <a:lnTo>
                  <a:pt x="433121" y="1050750"/>
                </a:lnTo>
                <a:lnTo>
                  <a:pt x="433295" y="1050608"/>
                </a:lnTo>
                <a:lnTo>
                  <a:pt x="433467" y="1050474"/>
                </a:lnTo>
                <a:lnTo>
                  <a:pt x="433640" y="1050332"/>
                </a:lnTo>
                <a:lnTo>
                  <a:pt x="433812" y="1050190"/>
                </a:lnTo>
                <a:lnTo>
                  <a:pt x="433986" y="1050056"/>
                </a:lnTo>
                <a:lnTo>
                  <a:pt x="434158" y="1049914"/>
                </a:lnTo>
                <a:lnTo>
                  <a:pt x="434331" y="1049772"/>
                </a:lnTo>
                <a:lnTo>
                  <a:pt x="434504" y="1049629"/>
                </a:lnTo>
                <a:lnTo>
                  <a:pt x="434677" y="1049487"/>
                </a:lnTo>
                <a:lnTo>
                  <a:pt x="434850" y="1049353"/>
                </a:lnTo>
                <a:lnTo>
                  <a:pt x="435022" y="1049211"/>
                </a:lnTo>
                <a:lnTo>
                  <a:pt x="435196" y="1049069"/>
                </a:lnTo>
                <a:lnTo>
                  <a:pt x="435368" y="1048926"/>
                </a:lnTo>
                <a:lnTo>
                  <a:pt x="435541" y="1048784"/>
                </a:lnTo>
                <a:lnTo>
                  <a:pt x="435713" y="1048642"/>
                </a:lnTo>
                <a:lnTo>
                  <a:pt x="435887" y="1048499"/>
                </a:lnTo>
                <a:lnTo>
                  <a:pt x="436060" y="1048357"/>
                </a:lnTo>
                <a:lnTo>
                  <a:pt x="436232" y="1048215"/>
                </a:lnTo>
                <a:lnTo>
                  <a:pt x="436405" y="1048063"/>
                </a:lnTo>
                <a:lnTo>
                  <a:pt x="436578" y="1047921"/>
                </a:lnTo>
                <a:lnTo>
                  <a:pt x="436751" y="1047779"/>
                </a:lnTo>
                <a:lnTo>
                  <a:pt x="436923" y="1047636"/>
                </a:lnTo>
                <a:lnTo>
                  <a:pt x="437097" y="1047494"/>
                </a:lnTo>
                <a:lnTo>
                  <a:pt x="437269" y="1047343"/>
                </a:lnTo>
                <a:lnTo>
                  <a:pt x="437442" y="1047200"/>
                </a:lnTo>
                <a:lnTo>
                  <a:pt x="437615" y="1047058"/>
                </a:lnTo>
                <a:lnTo>
                  <a:pt x="437788" y="1046907"/>
                </a:lnTo>
                <a:lnTo>
                  <a:pt x="437961" y="1046764"/>
                </a:lnTo>
                <a:lnTo>
                  <a:pt x="438133" y="1046622"/>
                </a:lnTo>
                <a:lnTo>
                  <a:pt x="438306" y="1046471"/>
                </a:lnTo>
                <a:lnTo>
                  <a:pt x="438479" y="1046329"/>
                </a:lnTo>
                <a:lnTo>
                  <a:pt x="438652" y="1046177"/>
                </a:lnTo>
                <a:lnTo>
                  <a:pt x="438825" y="1046035"/>
                </a:lnTo>
                <a:lnTo>
                  <a:pt x="438998" y="1045884"/>
                </a:lnTo>
                <a:lnTo>
                  <a:pt x="439171" y="1045733"/>
                </a:lnTo>
                <a:lnTo>
                  <a:pt x="439343" y="1045590"/>
                </a:lnTo>
                <a:lnTo>
                  <a:pt x="439516" y="1045439"/>
                </a:lnTo>
                <a:lnTo>
                  <a:pt x="439689" y="1045297"/>
                </a:lnTo>
                <a:lnTo>
                  <a:pt x="439862" y="1045145"/>
                </a:lnTo>
                <a:lnTo>
                  <a:pt x="440034" y="1044994"/>
                </a:lnTo>
                <a:lnTo>
                  <a:pt x="440207" y="1044843"/>
                </a:lnTo>
                <a:lnTo>
                  <a:pt x="440381" y="1044701"/>
                </a:lnTo>
                <a:lnTo>
                  <a:pt x="440553" y="1044549"/>
                </a:lnTo>
                <a:lnTo>
                  <a:pt x="440726" y="1044398"/>
                </a:lnTo>
                <a:lnTo>
                  <a:pt x="440899" y="1044247"/>
                </a:lnTo>
                <a:lnTo>
                  <a:pt x="441072" y="1044096"/>
                </a:lnTo>
                <a:lnTo>
                  <a:pt x="441244" y="1043944"/>
                </a:lnTo>
                <a:lnTo>
                  <a:pt x="441417" y="1043793"/>
                </a:lnTo>
                <a:lnTo>
                  <a:pt x="441590" y="1043642"/>
                </a:lnTo>
                <a:lnTo>
                  <a:pt x="441763" y="1043491"/>
                </a:lnTo>
                <a:lnTo>
                  <a:pt x="441936" y="1043339"/>
                </a:lnTo>
                <a:lnTo>
                  <a:pt x="442108" y="1043188"/>
                </a:lnTo>
                <a:lnTo>
                  <a:pt x="442282" y="1043037"/>
                </a:lnTo>
                <a:lnTo>
                  <a:pt x="442454" y="1042886"/>
                </a:lnTo>
                <a:lnTo>
                  <a:pt x="442627" y="1042734"/>
                </a:lnTo>
                <a:lnTo>
                  <a:pt x="442800" y="1042574"/>
                </a:lnTo>
                <a:lnTo>
                  <a:pt x="442973" y="1042423"/>
                </a:lnTo>
                <a:lnTo>
                  <a:pt x="443146" y="1042272"/>
                </a:lnTo>
                <a:lnTo>
                  <a:pt x="443318" y="1042112"/>
                </a:lnTo>
                <a:lnTo>
                  <a:pt x="443492" y="1041960"/>
                </a:lnTo>
                <a:lnTo>
                  <a:pt x="443664" y="1041809"/>
                </a:lnTo>
                <a:lnTo>
                  <a:pt x="443837" y="1041649"/>
                </a:lnTo>
                <a:lnTo>
                  <a:pt x="444009" y="1041498"/>
                </a:lnTo>
                <a:lnTo>
                  <a:pt x="444183" y="1041347"/>
                </a:lnTo>
                <a:lnTo>
                  <a:pt x="444355" y="1041186"/>
                </a:lnTo>
                <a:lnTo>
                  <a:pt x="444528" y="1041035"/>
                </a:lnTo>
                <a:lnTo>
                  <a:pt x="444702" y="1040875"/>
                </a:lnTo>
                <a:lnTo>
                  <a:pt x="444874" y="1040715"/>
                </a:lnTo>
                <a:lnTo>
                  <a:pt x="445047" y="1040564"/>
                </a:lnTo>
                <a:lnTo>
                  <a:pt x="445219" y="1040404"/>
                </a:lnTo>
                <a:lnTo>
                  <a:pt x="445393" y="1040252"/>
                </a:lnTo>
                <a:lnTo>
                  <a:pt x="445565" y="1040092"/>
                </a:lnTo>
                <a:lnTo>
                  <a:pt x="445738" y="1039932"/>
                </a:lnTo>
                <a:lnTo>
                  <a:pt x="445911" y="1039772"/>
                </a:lnTo>
                <a:lnTo>
                  <a:pt x="446084" y="1039621"/>
                </a:lnTo>
                <a:lnTo>
                  <a:pt x="446257" y="1039461"/>
                </a:lnTo>
                <a:lnTo>
                  <a:pt x="446429" y="1039300"/>
                </a:lnTo>
                <a:lnTo>
                  <a:pt x="446603" y="1039140"/>
                </a:lnTo>
                <a:lnTo>
                  <a:pt x="446775" y="1038980"/>
                </a:lnTo>
                <a:lnTo>
                  <a:pt x="446948" y="1038820"/>
                </a:lnTo>
                <a:lnTo>
                  <a:pt x="447121" y="1038660"/>
                </a:lnTo>
                <a:lnTo>
                  <a:pt x="447294" y="1038500"/>
                </a:lnTo>
                <a:lnTo>
                  <a:pt x="447467" y="1038340"/>
                </a:lnTo>
                <a:lnTo>
                  <a:pt x="447639" y="1038179"/>
                </a:lnTo>
                <a:lnTo>
                  <a:pt x="447812" y="1038019"/>
                </a:lnTo>
                <a:lnTo>
                  <a:pt x="447985" y="1037859"/>
                </a:lnTo>
                <a:lnTo>
                  <a:pt x="448158" y="1037699"/>
                </a:lnTo>
                <a:lnTo>
                  <a:pt x="448330" y="1037539"/>
                </a:lnTo>
                <a:lnTo>
                  <a:pt x="448504" y="1037379"/>
                </a:lnTo>
                <a:lnTo>
                  <a:pt x="448676" y="1037210"/>
                </a:lnTo>
                <a:lnTo>
                  <a:pt x="448849" y="1037050"/>
                </a:lnTo>
                <a:lnTo>
                  <a:pt x="449022" y="1036889"/>
                </a:lnTo>
                <a:lnTo>
                  <a:pt x="449195" y="1036720"/>
                </a:lnTo>
                <a:lnTo>
                  <a:pt x="449368" y="1036560"/>
                </a:lnTo>
                <a:lnTo>
                  <a:pt x="449540" y="1036400"/>
                </a:lnTo>
                <a:lnTo>
                  <a:pt x="449713" y="1036231"/>
                </a:lnTo>
                <a:lnTo>
                  <a:pt x="449886" y="1036071"/>
                </a:lnTo>
                <a:lnTo>
                  <a:pt x="450059" y="1035902"/>
                </a:lnTo>
                <a:lnTo>
                  <a:pt x="450232" y="1035742"/>
                </a:lnTo>
                <a:lnTo>
                  <a:pt x="450405" y="1035573"/>
                </a:lnTo>
                <a:lnTo>
                  <a:pt x="450578" y="1035413"/>
                </a:lnTo>
                <a:lnTo>
                  <a:pt x="450750" y="1035244"/>
                </a:lnTo>
                <a:lnTo>
                  <a:pt x="450923" y="1035075"/>
                </a:lnTo>
                <a:lnTo>
                  <a:pt x="451096" y="1034914"/>
                </a:lnTo>
                <a:lnTo>
                  <a:pt x="451269" y="1034745"/>
                </a:lnTo>
                <a:lnTo>
                  <a:pt x="451442" y="1034576"/>
                </a:lnTo>
                <a:lnTo>
                  <a:pt x="451614" y="1034407"/>
                </a:lnTo>
                <a:lnTo>
                  <a:pt x="451788" y="1034247"/>
                </a:lnTo>
                <a:lnTo>
                  <a:pt x="451960" y="1034078"/>
                </a:lnTo>
                <a:lnTo>
                  <a:pt x="452133" y="1033909"/>
                </a:lnTo>
                <a:lnTo>
                  <a:pt x="452306" y="1033740"/>
                </a:lnTo>
                <a:lnTo>
                  <a:pt x="452479" y="1033571"/>
                </a:lnTo>
                <a:lnTo>
                  <a:pt x="452651" y="1033402"/>
                </a:lnTo>
                <a:lnTo>
                  <a:pt x="452824" y="1033233"/>
                </a:lnTo>
                <a:lnTo>
                  <a:pt x="452997" y="1033064"/>
                </a:lnTo>
                <a:lnTo>
                  <a:pt x="453170" y="1032895"/>
                </a:lnTo>
                <a:lnTo>
                  <a:pt x="453343" y="1032726"/>
                </a:lnTo>
                <a:lnTo>
                  <a:pt x="453515" y="1032557"/>
                </a:lnTo>
                <a:lnTo>
                  <a:pt x="453689" y="1032388"/>
                </a:lnTo>
                <a:lnTo>
                  <a:pt x="453861" y="1032210"/>
                </a:lnTo>
                <a:lnTo>
                  <a:pt x="454034" y="1032041"/>
                </a:lnTo>
                <a:lnTo>
                  <a:pt x="454207" y="1031872"/>
                </a:lnTo>
                <a:lnTo>
                  <a:pt x="454380" y="1031703"/>
                </a:lnTo>
                <a:lnTo>
                  <a:pt x="454553" y="1031525"/>
                </a:lnTo>
                <a:lnTo>
                  <a:pt x="454725" y="1031356"/>
                </a:lnTo>
                <a:lnTo>
                  <a:pt x="454899" y="1031187"/>
                </a:lnTo>
                <a:lnTo>
                  <a:pt x="455071" y="1031009"/>
                </a:lnTo>
                <a:lnTo>
                  <a:pt x="455244" y="1030840"/>
                </a:lnTo>
                <a:lnTo>
                  <a:pt x="455416" y="1030662"/>
                </a:lnTo>
                <a:lnTo>
                  <a:pt x="455590" y="1030493"/>
                </a:lnTo>
                <a:lnTo>
                  <a:pt x="455763" y="1030315"/>
                </a:lnTo>
                <a:lnTo>
                  <a:pt x="455935" y="1030146"/>
                </a:lnTo>
                <a:lnTo>
                  <a:pt x="456109" y="1029968"/>
                </a:lnTo>
                <a:lnTo>
                  <a:pt x="456281" y="1029799"/>
                </a:lnTo>
                <a:lnTo>
                  <a:pt x="456454" y="1029621"/>
                </a:lnTo>
                <a:lnTo>
                  <a:pt x="456626" y="1029443"/>
                </a:lnTo>
                <a:lnTo>
                  <a:pt x="456800" y="1029265"/>
                </a:lnTo>
                <a:lnTo>
                  <a:pt x="456972" y="1029096"/>
                </a:lnTo>
                <a:lnTo>
                  <a:pt x="457145" y="1028918"/>
                </a:lnTo>
                <a:lnTo>
                  <a:pt x="457318" y="1028740"/>
                </a:lnTo>
                <a:lnTo>
                  <a:pt x="457491" y="1028562"/>
                </a:lnTo>
                <a:lnTo>
                  <a:pt x="457664" y="1028384"/>
                </a:lnTo>
                <a:lnTo>
                  <a:pt x="457836" y="1028207"/>
                </a:lnTo>
                <a:lnTo>
                  <a:pt x="458010" y="1028029"/>
                </a:lnTo>
                <a:lnTo>
                  <a:pt x="458182" y="1027851"/>
                </a:lnTo>
                <a:lnTo>
                  <a:pt x="458355" y="1027673"/>
                </a:lnTo>
                <a:lnTo>
                  <a:pt x="458527" y="1027495"/>
                </a:lnTo>
                <a:lnTo>
                  <a:pt x="458701" y="1027317"/>
                </a:lnTo>
                <a:lnTo>
                  <a:pt x="458874" y="1027139"/>
                </a:lnTo>
                <a:lnTo>
                  <a:pt x="459046" y="1026961"/>
                </a:lnTo>
                <a:lnTo>
                  <a:pt x="459219" y="1026783"/>
                </a:lnTo>
                <a:lnTo>
                  <a:pt x="459392" y="1026596"/>
                </a:lnTo>
                <a:lnTo>
                  <a:pt x="459565" y="1026418"/>
                </a:lnTo>
                <a:lnTo>
                  <a:pt x="459737" y="1026240"/>
                </a:lnTo>
                <a:lnTo>
                  <a:pt x="459911" y="1026063"/>
                </a:lnTo>
                <a:lnTo>
                  <a:pt x="460084" y="1025876"/>
                </a:lnTo>
                <a:lnTo>
                  <a:pt x="460256" y="1025698"/>
                </a:lnTo>
                <a:lnTo>
                  <a:pt x="460429" y="1025511"/>
                </a:lnTo>
                <a:lnTo>
                  <a:pt x="460602" y="1025333"/>
                </a:lnTo>
                <a:lnTo>
                  <a:pt x="460775" y="1025146"/>
                </a:lnTo>
                <a:lnTo>
                  <a:pt x="460947" y="1024968"/>
                </a:lnTo>
                <a:lnTo>
                  <a:pt x="461120" y="1024781"/>
                </a:lnTo>
                <a:lnTo>
                  <a:pt x="461293" y="1024604"/>
                </a:lnTo>
                <a:lnTo>
                  <a:pt x="461466" y="1024417"/>
                </a:lnTo>
                <a:lnTo>
                  <a:pt x="461639" y="1024230"/>
                </a:lnTo>
                <a:lnTo>
                  <a:pt x="461812" y="1024052"/>
                </a:lnTo>
                <a:lnTo>
                  <a:pt x="461985" y="1023865"/>
                </a:lnTo>
                <a:lnTo>
                  <a:pt x="462157" y="1023678"/>
                </a:lnTo>
                <a:lnTo>
                  <a:pt x="462330" y="1023491"/>
                </a:lnTo>
                <a:lnTo>
                  <a:pt x="462503" y="1023313"/>
                </a:lnTo>
                <a:lnTo>
                  <a:pt x="462676" y="1023127"/>
                </a:lnTo>
                <a:lnTo>
                  <a:pt x="462848" y="1022940"/>
                </a:lnTo>
                <a:lnTo>
                  <a:pt x="463021" y="1022753"/>
                </a:lnTo>
                <a:lnTo>
                  <a:pt x="463195" y="1022566"/>
                </a:lnTo>
                <a:lnTo>
                  <a:pt x="463367" y="1022379"/>
                </a:lnTo>
                <a:lnTo>
                  <a:pt x="463540" y="1022192"/>
                </a:lnTo>
                <a:lnTo>
                  <a:pt x="463713" y="1022006"/>
                </a:lnTo>
                <a:lnTo>
                  <a:pt x="463886" y="1021819"/>
                </a:lnTo>
                <a:lnTo>
                  <a:pt x="464058" y="1021632"/>
                </a:lnTo>
                <a:lnTo>
                  <a:pt x="464231" y="1021436"/>
                </a:lnTo>
                <a:lnTo>
                  <a:pt x="464405" y="1021250"/>
                </a:lnTo>
                <a:lnTo>
                  <a:pt x="464577" y="1021063"/>
                </a:lnTo>
                <a:lnTo>
                  <a:pt x="464750" y="1020876"/>
                </a:lnTo>
                <a:lnTo>
                  <a:pt x="464922" y="1020680"/>
                </a:lnTo>
                <a:lnTo>
                  <a:pt x="465096" y="1020493"/>
                </a:lnTo>
                <a:lnTo>
                  <a:pt x="465268" y="1020306"/>
                </a:lnTo>
                <a:lnTo>
                  <a:pt x="465441" y="1020111"/>
                </a:lnTo>
                <a:lnTo>
                  <a:pt x="465614" y="1019924"/>
                </a:lnTo>
                <a:lnTo>
                  <a:pt x="465787" y="1019728"/>
                </a:lnTo>
                <a:lnTo>
                  <a:pt x="465960" y="1019541"/>
                </a:lnTo>
                <a:lnTo>
                  <a:pt x="466132" y="1019346"/>
                </a:lnTo>
                <a:lnTo>
                  <a:pt x="466306" y="1019159"/>
                </a:lnTo>
                <a:lnTo>
                  <a:pt x="466478" y="1018963"/>
                </a:lnTo>
                <a:lnTo>
                  <a:pt x="466651" y="1018776"/>
                </a:lnTo>
                <a:lnTo>
                  <a:pt x="466823" y="1018581"/>
                </a:lnTo>
                <a:lnTo>
                  <a:pt x="466997" y="1018385"/>
                </a:lnTo>
                <a:lnTo>
                  <a:pt x="467169" y="1018189"/>
                </a:lnTo>
                <a:lnTo>
                  <a:pt x="467342" y="1018002"/>
                </a:lnTo>
                <a:lnTo>
                  <a:pt x="467516" y="1017807"/>
                </a:lnTo>
                <a:lnTo>
                  <a:pt x="467688" y="1017611"/>
                </a:lnTo>
                <a:lnTo>
                  <a:pt x="467861" y="1017415"/>
                </a:lnTo>
                <a:lnTo>
                  <a:pt x="468033" y="1017219"/>
                </a:lnTo>
                <a:lnTo>
                  <a:pt x="468207" y="1017024"/>
                </a:lnTo>
                <a:lnTo>
                  <a:pt x="468379" y="1016828"/>
                </a:lnTo>
                <a:lnTo>
                  <a:pt x="468552" y="1016632"/>
                </a:lnTo>
                <a:lnTo>
                  <a:pt x="468725" y="1016437"/>
                </a:lnTo>
                <a:lnTo>
                  <a:pt x="468898" y="1016241"/>
                </a:lnTo>
                <a:lnTo>
                  <a:pt x="469071" y="1016045"/>
                </a:lnTo>
                <a:lnTo>
                  <a:pt x="469243" y="1015849"/>
                </a:lnTo>
                <a:lnTo>
                  <a:pt x="469417" y="1015645"/>
                </a:lnTo>
                <a:lnTo>
                  <a:pt x="469589" y="1015449"/>
                </a:lnTo>
                <a:lnTo>
                  <a:pt x="469762" y="1015253"/>
                </a:lnTo>
                <a:lnTo>
                  <a:pt x="469935" y="1015058"/>
                </a:lnTo>
                <a:lnTo>
                  <a:pt x="470108" y="1014853"/>
                </a:lnTo>
                <a:lnTo>
                  <a:pt x="470281" y="1014657"/>
                </a:lnTo>
                <a:lnTo>
                  <a:pt x="470453" y="1014453"/>
                </a:lnTo>
                <a:lnTo>
                  <a:pt x="470626" y="1014257"/>
                </a:lnTo>
                <a:lnTo>
                  <a:pt x="470799" y="1014061"/>
                </a:lnTo>
                <a:lnTo>
                  <a:pt x="470972" y="1013857"/>
                </a:lnTo>
                <a:lnTo>
                  <a:pt x="471144" y="1013652"/>
                </a:lnTo>
                <a:lnTo>
                  <a:pt x="471318" y="1013456"/>
                </a:lnTo>
                <a:lnTo>
                  <a:pt x="471490" y="1013252"/>
                </a:lnTo>
                <a:lnTo>
                  <a:pt x="471663" y="1013056"/>
                </a:lnTo>
                <a:lnTo>
                  <a:pt x="471836" y="1012851"/>
                </a:lnTo>
                <a:lnTo>
                  <a:pt x="472009" y="1012647"/>
                </a:lnTo>
                <a:lnTo>
                  <a:pt x="472182" y="1012442"/>
                </a:lnTo>
                <a:lnTo>
                  <a:pt x="472354" y="1012246"/>
                </a:lnTo>
                <a:lnTo>
                  <a:pt x="472527" y="1012042"/>
                </a:lnTo>
                <a:lnTo>
                  <a:pt x="472700" y="1011837"/>
                </a:lnTo>
                <a:lnTo>
                  <a:pt x="472873" y="1011632"/>
                </a:lnTo>
                <a:lnTo>
                  <a:pt x="473046" y="1011428"/>
                </a:lnTo>
                <a:lnTo>
                  <a:pt x="473219" y="1011223"/>
                </a:lnTo>
                <a:lnTo>
                  <a:pt x="473392" y="1011019"/>
                </a:lnTo>
                <a:lnTo>
                  <a:pt x="473564" y="1010814"/>
                </a:lnTo>
                <a:lnTo>
                  <a:pt x="473737" y="1010609"/>
                </a:lnTo>
                <a:lnTo>
                  <a:pt x="473910" y="1010405"/>
                </a:lnTo>
                <a:lnTo>
                  <a:pt x="474083" y="1010191"/>
                </a:lnTo>
                <a:lnTo>
                  <a:pt x="474256" y="1009987"/>
                </a:lnTo>
                <a:lnTo>
                  <a:pt x="474428" y="1009782"/>
                </a:lnTo>
                <a:lnTo>
                  <a:pt x="474602" y="1009577"/>
                </a:lnTo>
                <a:lnTo>
                  <a:pt x="474774" y="1009364"/>
                </a:lnTo>
                <a:lnTo>
                  <a:pt x="474947" y="1009159"/>
                </a:lnTo>
                <a:lnTo>
                  <a:pt x="475120" y="1008955"/>
                </a:lnTo>
                <a:lnTo>
                  <a:pt x="475293" y="1008741"/>
                </a:lnTo>
                <a:lnTo>
                  <a:pt x="475465" y="1008536"/>
                </a:lnTo>
                <a:lnTo>
                  <a:pt x="475638" y="1008323"/>
                </a:lnTo>
                <a:lnTo>
                  <a:pt x="475812" y="1008118"/>
                </a:lnTo>
                <a:lnTo>
                  <a:pt x="475984" y="1007905"/>
                </a:lnTo>
                <a:lnTo>
                  <a:pt x="476157" y="1007700"/>
                </a:lnTo>
                <a:lnTo>
                  <a:pt x="476329" y="1007487"/>
                </a:lnTo>
                <a:lnTo>
                  <a:pt x="476503" y="1007273"/>
                </a:lnTo>
                <a:lnTo>
                  <a:pt x="476675" y="1007069"/>
                </a:lnTo>
                <a:lnTo>
                  <a:pt x="476848" y="1006855"/>
                </a:lnTo>
                <a:lnTo>
                  <a:pt x="477021" y="1006642"/>
                </a:lnTo>
                <a:lnTo>
                  <a:pt x="477194" y="1006428"/>
                </a:lnTo>
                <a:lnTo>
                  <a:pt x="477367" y="1006215"/>
                </a:lnTo>
                <a:lnTo>
                  <a:pt x="477539" y="1006010"/>
                </a:lnTo>
                <a:lnTo>
                  <a:pt x="477713" y="1005796"/>
                </a:lnTo>
                <a:lnTo>
                  <a:pt x="477885" y="1005583"/>
                </a:lnTo>
                <a:lnTo>
                  <a:pt x="478058" y="1005369"/>
                </a:lnTo>
                <a:lnTo>
                  <a:pt x="478230" y="1005156"/>
                </a:lnTo>
                <a:lnTo>
                  <a:pt x="478404" y="1004942"/>
                </a:lnTo>
                <a:lnTo>
                  <a:pt x="478577" y="1004720"/>
                </a:lnTo>
                <a:lnTo>
                  <a:pt x="478749" y="1004506"/>
                </a:lnTo>
                <a:lnTo>
                  <a:pt x="478923" y="1004293"/>
                </a:lnTo>
                <a:lnTo>
                  <a:pt x="479095" y="1004079"/>
                </a:lnTo>
                <a:lnTo>
                  <a:pt x="479268" y="1003866"/>
                </a:lnTo>
                <a:lnTo>
                  <a:pt x="479440" y="1003643"/>
                </a:lnTo>
                <a:lnTo>
                  <a:pt x="479614" y="1003430"/>
                </a:lnTo>
                <a:lnTo>
                  <a:pt x="479786" y="1003216"/>
                </a:lnTo>
                <a:lnTo>
                  <a:pt x="479959" y="1002994"/>
                </a:lnTo>
                <a:lnTo>
                  <a:pt x="480132" y="1002780"/>
                </a:lnTo>
                <a:lnTo>
                  <a:pt x="480305" y="1002558"/>
                </a:lnTo>
                <a:lnTo>
                  <a:pt x="480478" y="1002345"/>
                </a:lnTo>
                <a:lnTo>
                  <a:pt x="480650" y="1002122"/>
                </a:lnTo>
                <a:lnTo>
                  <a:pt x="480824" y="1001909"/>
                </a:lnTo>
                <a:lnTo>
                  <a:pt x="480996" y="1001686"/>
                </a:lnTo>
                <a:lnTo>
                  <a:pt x="481169" y="1001464"/>
                </a:lnTo>
                <a:lnTo>
                  <a:pt x="481342" y="1001250"/>
                </a:lnTo>
                <a:lnTo>
                  <a:pt x="481515" y="1001028"/>
                </a:lnTo>
                <a:lnTo>
                  <a:pt x="481688" y="1000805"/>
                </a:lnTo>
                <a:lnTo>
                  <a:pt x="481860" y="1000583"/>
                </a:lnTo>
                <a:lnTo>
                  <a:pt x="482033" y="1000361"/>
                </a:lnTo>
                <a:lnTo>
                  <a:pt x="482206" y="1000138"/>
                </a:lnTo>
                <a:lnTo>
                  <a:pt x="482379" y="999925"/>
                </a:lnTo>
                <a:lnTo>
                  <a:pt x="482551" y="999702"/>
                </a:lnTo>
                <a:lnTo>
                  <a:pt x="482725" y="999480"/>
                </a:lnTo>
                <a:lnTo>
                  <a:pt x="482898" y="999258"/>
                </a:lnTo>
                <a:lnTo>
                  <a:pt x="483070" y="999026"/>
                </a:lnTo>
                <a:lnTo>
                  <a:pt x="483243" y="998804"/>
                </a:lnTo>
                <a:lnTo>
                  <a:pt x="483416" y="998581"/>
                </a:lnTo>
                <a:lnTo>
                  <a:pt x="483589" y="998359"/>
                </a:lnTo>
                <a:lnTo>
                  <a:pt x="483761" y="998137"/>
                </a:lnTo>
                <a:lnTo>
                  <a:pt x="483934" y="997905"/>
                </a:lnTo>
                <a:lnTo>
                  <a:pt x="484107" y="997683"/>
                </a:lnTo>
                <a:lnTo>
                  <a:pt x="484280" y="997460"/>
                </a:lnTo>
                <a:lnTo>
                  <a:pt x="484453" y="997229"/>
                </a:lnTo>
                <a:lnTo>
                  <a:pt x="484626" y="997007"/>
                </a:lnTo>
                <a:lnTo>
                  <a:pt x="484799" y="996784"/>
                </a:lnTo>
                <a:lnTo>
                  <a:pt x="484971" y="996553"/>
                </a:lnTo>
                <a:lnTo>
                  <a:pt x="485144" y="996331"/>
                </a:lnTo>
                <a:lnTo>
                  <a:pt x="485317" y="996099"/>
                </a:lnTo>
                <a:lnTo>
                  <a:pt x="485490" y="995868"/>
                </a:lnTo>
                <a:lnTo>
                  <a:pt x="485663" y="995646"/>
                </a:lnTo>
                <a:lnTo>
                  <a:pt x="485835" y="995414"/>
                </a:lnTo>
                <a:lnTo>
                  <a:pt x="486009" y="995183"/>
                </a:lnTo>
                <a:lnTo>
                  <a:pt x="486181" y="994960"/>
                </a:lnTo>
                <a:lnTo>
                  <a:pt x="486354" y="994729"/>
                </a:lnTo>
                <a:lnTo>
                  <a:pt x="486527" y="994498"/>
                </a:lnTo>
                <a:lnTo>
                  <a:pt x="486700" y="994267"/>
                </a:lnTo>
                <a:lnTo>
                  <a:pt x="486872" y="994035"/>
                </a:lnTo>
                <a:lnTo>
                  <a:pt x="487045" y="993804"/>
                </a:lnTo>
                <a:lnTo>
                  <a:pt x="487219" y="993573"/>
                </a:lnTo>
                <a:lnTo>
                  <a:pt x="487391" y="993341"/>
                </a:lnTo>
                <a:lnTo>
                  <a:pt x="487564" y="993110"/>
                </a:lnTo>
                <a:lnTo>
                  <a:pt x="487736" y="992879"/>
                </a:lnTo>
                <a:lnTo>
                  <a:pt x="487910" y="992647"/>
                </a:lnTo>
                <a:lnTo>
                  <a:pt x="488082" y="992416"/>
                </a:lnTo>
                <a:lnTo>
                  <a:pt x="488255" y="992176"/>
                </a:lnTo>
                <a:lnTo>
                  <a:pt x="488428" y="991945"/>
                </a:lnTo>
                <a:lnTo>
                  <a:pt x="488601" y="991713"/>
                </a:lnTo>
                <a:lnTo>
                  <a:pt x="488774" y="991473"/>
                </a:lnTo>
                <a:lnTo>
                  <a:pt x="488946" y="991242"/>
                </a:lnTo>
                <a:lnTo>
                  <a:pt x="489120" y="991010"/>
                </a:lnTo>
                <a:lnTo>
                  <a:pt x="489292" y="990770"/>
                </a:lnTo>
                <a:lnTo>
                  <a:pt x="489465" y="990539"/>
                </a:lnTo>
                <a:lnTo>
                  <a:pt x="489637" y="990299"/>
                </a:lnTo>
                <a:lnTo>
                  <a:pt x="489811" y="990067"/>
                </a:lnTo>
                <a:lnTo>
                  <a:pt x="489984" y="989827"/>
                </a:lnTo>
                <a:lnTo>
                  <a:pt x="490156" y="989587"/>
                </a:lnTo>
                <a:lnTo>
                  <a:pt x="490330" y="989356"/>
                </a:lnTo>
                <a:lnTo>
                  <a:pt x="490502" y="989116"/>
                </a:lnTo>
                <a:lnTo>
                  <a:pt x="490675" y="988875"/>
                </a:lnTo>
                <a:lnTo>
                  <a:pt x="490847" y="988635"/>
                </a:lnTo>
                <a:lnTo>
                  <a:pt x="491021" y="988395"/>
                </a:lnTo>
                <a:lnTo>
                  <a:pt x="491193" y="988164"/>
                </a:lnTo>
                <a:lnTo>
                  <a:pt x="491366" y="987923"/>
                </a:lnTo>
                <a:lnTo>
                  <a:pt x="491539" y="987683"/>
                </a:lnTo>
                <a:lnTo>
                  <a:pt x="491712" y="987443"/>
                </a:lnTo>
                <a:lnTo>
                  <a:pt x="491885" y="987203"/>
                </a:lnTo>
                <a:lnTo>
                  <a:pt x="492057" y="986963"/>
                </a:lnTo>
                <a:lnTo>
                  <a:pt x="492231" y="986713"/>
                </a:lnTo>
                <a:lnTo>
                  <a:pt x="492403" y="986473"/>
                </a:lnTo>
                <a:lnTo>
                  <a:pt x="492576" y="986233"/>
                </a:lnTo>
                <a:lnTo>
                  <a:pt x="492749" y="985993"/>
                </a:lnTo>
                <a:lnTo>
                  <a:pt x="492922" y="985753"/>
                </a:lnTo>
                <a:lnTo>
                  <a:pt x="493095" y="985504"/>
                </a:lnTo>
                <a:lnTo>
                  <a:pt x="493267" y="985263"/>
                </a:lnTo>
                <a:lnTo>
                  <a:pt x="493440" y="985023"/>
                </a:lnTo>
                <a:lnTo>
                  <a:pt x="493613" y="984774"/>
                </a:lnTo>
                <a:lnTo>
                  <a:pt x="493786" y="984534"/>
                </a:lnTo>
                <a:lnTo>
                  <a:pt x="493958" y="984285"/>
                </a:lnTo>
                <a:lnTo>
                  <a:pt x="494132" y="984045"/>
                </a:lnTo>
                <a:lnTo>
                  <a:pt x="494305" y="983795"/>
                </a:lnTo>
                <a:lnTo>
                  <a:pt x="494477" y="983546"/>
                </a:lnTo>
                <a:lnTo>
                  <a:pt x="494650" y="983306"/>
                </a:lnTo>
                <a:lnTo>
                  <a:pt x="494823" y="983057"/>
                </a:lnTo>
                <a:lnTo>
                  <a:pt x="494996" y="982808"/>
                </a:lnTo>
                <a:lnTo>
                  <a:pt x="495168" y="982559"/>
                </a:lnTo>
                <a:lnTo>
                  <a:pt x="495341" y="982319"/>
                </a:lnTo>
                <a:lnTo>
                  <a:pt x="495514" y="982070"/>
                </a:lnTo>
                <a:lnTo>
                  <a:pt x="495687" y="981820"/>
                </a:lnTo>
                <a:lnTo>
                  <a:pt x="495860" y="981571"/>
                </a:lnTo>
                <a:lnTo>
                  <a:pt x="496033" y="981322"/>
                </a:lnTo>
                <a:lnTo>
                  <a:pt x="496206" y="981073"/>
                </a:lnTo>
                <a:lnTo>
                  <a:pt x="496378" y="980824"/>
                </a:lnTo>
                <a:lnTo>
                  <a:pt x="496551" y="980575"/>
                </a:lnTo>
                <a:lnTo>
                  <a:pt x="496724" y="980317"/>
                </a:lnTo>
                <a:lnTo>
                  <a:pt x="496897" y="980068"/>
                </a:lnTo>
                <a:lnTo>
                  <a:pt x="497070" y="979819"/>
                </a:lnTo>
                <a:lnTo>
                  <a:pt x="497242" y="979570"/>
                </a:lnTo>
                <a:lnTo>
                  <a:pt x="497416" y="979312"/>
                </a:lnTo>
                <a:lnTo>
                  <a:pt x="497588" y="979063"/>
                </a:lnTo>
                <a:lnTo>
                  <a:pt x="497761" y="978813"/>
                </a:lnTo>
                <a:lnTo>
                  <a:pt x="497934" y="978555"/>
                </a:lnTo>
                <a:lnTo>
                  <a:pt x="498107" y="978306"/>
                </a:lnTo>
                <a:lnTo>
                  <a:pt x="498279" y="978048"/>
                </a:lnTo>
                <a:lnTo>
                  <a:pt x="498452" y="977799"/>
                </a:lnTo>
                <a:lnTo>
                  <a:pt x="498626" y="977541"/>
                </a:lnTo>
                <a:lnTo>
                  <a:pt x="498798" y="977283"/>
                </a:lnTo>
                <a:lnTo>
                  <a:pt x="498971" y="977034"/>
                </a:lnTo>
                <a:lnTo>
                  <a:pt x="499143" y="976776"/>
                </a:lnTo>
                <a:lnTo>
                  <a:pt x="499317" y="976518"/>
                </a:lnTo>
                <a:lnTo>
                  <a:pt x="499489" y="976269"/>
                </a:lnTo>
                <a:lnTo>
                  <a:pt x="499662" y="976011"/>
                </a:lnTo>
                <a:lnTo>
                  <a:pt x="499835" y="975753"/>
                </a:lnTo>
                <a:lnTo>
                  <a:pt x="500008" y="975495"/>
                </a:lnTo>
                <a:lnTo>
                  <a:pt x="500181" y="975237"/>
                </a:lnTo>
                <a:lnTo>
                  <a:pt x="500353" y="974979"/>
                </a:lnTo>
                <a:lnTo>
                  <a:pt x="500527" y="974721"/>
                </a:lnTo>
                <a:lnTo>
                  <a:pt x="500699" y="974463"/>
                </a:lnTo>
                <a:lnTo>
                  <a:pt x="500872" y="974205"/>
                </a:lnTo>
                <a:lnTo>
                  <a:pt x="501045" y="973947"/>
                </a:lnTo>
                <a:lnTo>
                  <a:pt x="501218" y="973680"/>
                </a:lnTo>
                <a:lnTo>
                  <a:pt x="501391" y="973422"/>
                </a:lnTo>
                <a:lnTo>
                  <a:pt x="501563" y="973164"/>
                </a:lnTo>
                <a:lnTo>
                  <a:pt x="501737" y="972897"/>
                </a:lnTo>
                <a:lnTo>
                  <a:pt x="501909" y="972639"/>
                </a:lnTo>
                <a:lnTo>
                  <a:pt x="502082" y="972381"/>
                </a:lnTo>
                <a:lnTo>
                  <a:pt x="502254" y="972114"/>
                </a:lnTo>
                <a:lnTo>
                  <a:pt x="502428" y="971856"/>
                </a:lnTo>
                <a:lnTo>
                  <a:pt x="502601" y="971589"/>
                </a:lnTo>
                <a:lnTo>
                  <a:pt x="502773" y="971332"/>
                </a:lnTo>
                <a:lnTo>
                  <a:pt x="502946" y="971065"/>
                </a:lnTo>
                <a:lnTo>
                  <a:pt x="503119" y="970798"/>
                </a:lnTo>
                <a:lnTo>
                  <a:pt x="503292" y="970540"/>
                </a:lnTo>
                <a:lnTo>
                  <a:pt x="503464" y="970273"/>
                </a:lnTo>
                <a:lnTo>
                  <a:pt x="503638" y="970006"/>
                </a:lnTo>
                <a:lnTo>
                  <a:pt x="503810" y="969739"/>
                </a:lnTo>
                <a:lnTo>
                  <a:pt x="503983" y="969481"/>
                </a:lnTo>
                <a:lnTo>
                  <a:pt x="504156" y="969214"/>
                </a:lnTo>
                <a:lnTo>
                  <a:pt x="504329" y="968947"/>
                </a:lnTo>
                <a:lnTo>
                  <a:pt x="504502" y="968680"/>
                </a:lnTo>
                <a:lnTo>
                  <a:pt x="504674" y="968413"/>
                </a:lnTo>
                <a:lnTo>
                  <a:pt x="504847" y="968147"/>
                </a:lnTo>
                <a:lnTo>
                  <a:pt x="505020" y="967880"/>
                </a:lnTo>
                <a:lnTo>
                  <a:pt x="505193" y="967604"/>
                </a:lnTo>
                <a:lnTo>
                  <a:pt x="505366" y="967337"/>
                </a:lnTo>
                <a:lnTo>
                  <a:pt x="505539" y="967070"/>
                </a:lnTo>
                <a:lnTo>
                  <a:pt x="505712" y="966803"/>
                </a:lnTo>
                <a:lnTo>
                  <a:pt x="505884" y="966527"/>
                </a:lnTo>
                <a:lnTo>
                  <a:pt x="506057" y="966261"/>
                </a:lnTo>
                <a:lnTo>
                  <a:pt x="506230" y="965994"/>
                </a:lnTo>
                <a:lnTo>
                  <a:pt x="506403" y="965718"/>
                </a:lnTo>
                <a:lnTo>
                  <a:pt x="506575" y="965451"/>
                </a:lnTo>
                <a:lnTo>
                  <a:pt x="506748" y="965175"/>
                </a:lnTo>
                <a:lnTo>
                  <a:pt x="506922" y="964908"/>
                </a:lnTo>
                <a:lnTo>
                  <a:pt x="507094" y="964633"/>
                </a:lnTo>
                <a:lnTo>
                  <a:pt x="507267" y="964357"/>
                </a:lnTo>
                <a:lnTo>
                  <a:pt x="507440" y="964090"/>
                </a:lnTo>
                <a:lnTo>
                  <a:pt x="507613" y="963814"/>
                </a:lnTo>
                <a:lnTo>
                  <a:pt x="507785" y="963538"/>
                </a:lnTo>
                <a:lnTo>
                  <a:pt x="507958" y="963262"/>
                </a:lnTo>
                <a:lnTo>
                  <a:pt x="508131" y="962996"/>
                </a:lnTo>
                <a:lnTo>
                  <a:pt x="508304" y="962720"/>
                </a:lnTo>
                <a:lnTo>
                  <a:pt x="508477" y="962444"/>
                </a:lnTo>
                <a:lnTo>
                  <a:pt x="508649" y="962168"/>
                </a:lnTo>
                <a:lnTo>
                  <a:pt x="508823" y="961892"/>
                </a:lnTo>
                <a:lnTo>
                  <a:pt x="508995" y="961617"/>
                </a:lnTo>
                <a:lnTo>
                  <a:pt x="509168" y="961341"/>
                </a:lnTo>
                <a:lnTo>
                  <a:pt x="509341" y="961056"/>
                </a:lnTo>
                <a:lnTo>
                  <a:pt x="509514" y="960780"/>
                </a:lnTo>
                <a:lnTo>
                  <a:pt x="509687" y="960505"/>
                </a:lnTo>
                <a:lnTo>
                  <a:pt x="509859" y="960229"/>
                </a:lnTo>
                <a:lnTo>
                  <a:pt x="510033" y="959944"/>
                </a:lnTo>
                <a:lnTo>
                  <a:pt x="510205" y="959668"/>
                </a:lnTo>
                <a:lnTo>
                  <a:pt x="510378" y="959392"/>
                </a:lnTo>
                <a:lnTo>
                  <a:pt x="510550" y="959108"/>
                </a:lnTo>
                <a:lnTo>
                  <a:pt x="510724" y="958832"/>
                </a:lnTo>
                <a:lnTo>
                  <a:pt x="510896" y="958547"/>
                </a:lnTo>
                <a:lnTo>
                  <a:pt x="511069" y="958272"/>
                </a:lnTo>
                <a:lnTo>
                  <a:pt x="511243" y="957987"/>
                </a:lnTo>
                <a:lnTo>
                  <a:pt x="511415" y="957702"/>
                </a:lnTo>
                <a:lnTo>
                  <a:pt x="511588" y="957426"/>
                </a:lnTo>
                <a:lnTo>
                  <a:pt x="511760" y="957142"/>
                </a:lnTo>
                <a:lnTo>
                  <a:pt x="511934" y="956857"/>
                </a:lnTo>
                <a:lnTo>
                  <a:pt x="512106" y="956572"/>
                </a:lnTo>
                <a:lnTo>
                  <a:pt x="512279" y="956288"/>
                </a:lnTo>
                <a:lnTo>
                  <a:pt x="512452" y="956012"/>
                </a:lnTo>
                <a:lnTo>
                  <a:pt x="512625" y="955727"/>
                </a:lnTo>
                <a:lnTo>
                  <a:pt x="512798" y="955443"/>
                </a:lnTo>
                <a:lnTo>
                  <a:pt x="512970" y="955158"/>
                </a:lnTo>
                <a:lnTo>
                  <a:pt x="513144" y="954864"/>
                </a:lnTo>
                <a:lnTo>
                  <a:pt x="513316" y="954579"/>
                </a:lnTo>
                <a:lnTo>
                  <a:pt x="513489" y="954295"/>
                </a:lnTo>
                <a:lnTo>
                  <a:pt x="513661" y="954010"/>
                </a:lnTo>
                <a:lnTo>
                  <a:pt x="513835" y="953725"/>
                </a:lnTo>
                <a:lnTo>
                  <a:pt x="514008" y="953432"/>
                </a:lnTo>
                <a:lnTo>
                  <a:pt x="514180" y="953147"/>
                </a:lnTo>
                <a:lnTo>
                  <a:pt x="514353" y="952863"/>
                </a:lnTo>
                <a:lnTo>
                  <a:pt x="514526" y="952569"/>
                </a:lnTo>
                <a:lnTo>
                  <a:pt x="514699" y="952284"/>
                </a:lnTo>
                <a:lnTo>
                  <a:pt x="514871" y="951991"/>
                </a:lnTo>
                <a:lnTo>
                  <a:pt x="515045" y="951706"/>
                </a:lnTo>
                <a:lnTo>
                  <a:pt x="515217" y="951412"/>
                </a:lnTo>
                <a:lnTo>
                  <a:pt x="515390" y="951128"/>
                </a:lnTo>
                <a:lnTo>
                  <a:pt x="515563" y="950834"/>
                </a:lnTo>
                <a:lnTo>
                  <a:pt x="515736" y="950541"/>
                </a:lnTo>
                <a:lnTo>
                  <a:pt x="515909" y="950247"/>
                </a:lnTo>
                <a:lnTo>
                  <a:pt x="516081" y="949962"/>
                </a:lnTo>
                <a:lnTo>
                  <a:pt x="516254" y="949669"/>
                </a:lnTo>
                <a:lnTo>
                  <a:pt x="516427" y="949375"/>
                </a:lnTo>
                <a:lnTo>
                  <a:pt x="516600" y="949082"/>
                </a:lnTo>
                <a:lnTo>
                  <a:pt x="516773" y="948788"/>
                </a:lnTo>
                <a:lnTo>
                  <a:pt x="516946" y="948494"/>
                </a:lnTo>
                <a:lnTo>
                  <a:pt x="517119" y="948201"/>
                </a:lnTo>
                <a:lnTo>
                  <a:pt x="517291" y="947907"/>
                </a:lnTo>
                <a:lnTo>
                  <a:pt x="517464" y="947614"/>
                </a:lnTo>
                <a:lnTo>
                  <a:pt x="517637" y="947311"/>
                </a:lnTo>
                <a:lnTo>
                  <a:pt x="517810" y="947017"/>
                </a:lnTo>
                <a:lnTo>
                  <a:pt x="517982" y="946724"/>
                </a:lnTo>
                <a:lnTo>
                  <a:pt x="518155" y="946430"/>
                </a:lnTo>
                <a:lnTo>
                  <a:pt x="518329" y="946128"/>
                </a:lnTo>
                <a:lnTo>
                  <a:pt x="518501" y="945834"/>
                </a:lnTo>
                <a:lnTo>
                  <a:pt x="518674" y="945532"/>
                </a:lnTo>
                <a:lnTo>
                  <a:pt x="518847" y="945238"/>
                </a:lnTo>
                <a:lnTo>
                  <a:pt x="519020" y="944936"/>
                </a:lnTo>
                <a:lnTo>
                  <a:pt x="519192" y="944642"/>
                </a:lnTo>
                <a:lnTo>
                  <a:pt x="519365" y="944340"/>
                </a:lnTo>
                <a:lnTo>
                  <a:pt x="519538" y="944046"/>
                </a:lnTo>
                <a:lnTo>
                  <a:pt x="519711" y="943744"/>
                </a:lnTo>
                <a:lnTo>
                  <a:pt x="519884" y="943441"/>
                </a:lnTo>
                <a:lnTo>
                  <a:pt x="520056" y="943139"/>
                </a:lnTo>
                <a:lnTo>
                  <a:pt x="520230" y="942836"/>
                </a:lnTo>
                <a:lnTo>
                  <a:pt x="520402" y="942543"/>
                </a:lnTo>
                <a:lnTo>
                  <a:pt x="520575" y="942240"/>
                </a:lnTo>
                <a:lnTo>
                  <a:pt x="520748" y="941938"/>
                </a:lnTo>
                <a:lnTo>
                  <a:pt x="520921" y="941635"/>
                </a:lnTo>
                <a:lnTo>
                  <a:pt x="521094" y="941333"/>
                </a:lnTo>
                <a:lnTo>
                  <a:pt x="521266" y="941021"/>
                </a:lnTo>
                <a:lnTo>
                  <a:pt x="521440" y="940719"/>
                </a:lnTo>
                <a:lnTo>
                  <a:pt x="521612" y="940416"/>
                </a:lnTo>
                <a:lnTo>
                  <a:pt x="521785" y="940114"/>
                </a:lnTo>
                <a:lnTo>
                  <a:pt x="521957" y="939811"/>
                </a:lnTo>
                <a:lnTo>
                  <a:pt x="522131" y="939500"/>
                </a:lnTo>
                <a:lnTo>
                  <a:pt x="522303" y="939198"/>
                </a:lnTo>
                <a:lnTo>
                  <a:pt x="522476" y="938895"/>
                </a:lnTo>
                <a:lnTo>
                  <a:pt x="522650" y="938584"/>
                </a:lnTo>
                <a:lnTo>
                  <a:pt x="522822" y="938281"/>
                </a:lnTo>
                <a:lnTo>
                  <a:pt x="522995" y="937970"/>
                </a:lnTo>
                <a:lnTo>
                  <a:pt x="523167" y="937667"/>
                </a:lnTo>
                <a:lnTo>
                  <a:pt x="523341" y="937356"/>
                </a:lnTo>
                <a:lnTo>
                  <a:pt x="523513" y="937045"/>
                </a:lnTo>
                <a:lnTo>
                  <a:pt x="523686" y="936742"/>
                </a:lnTo>
                <a:lnTo>
                  <a:pt x="523859" y="936431"/>
                </a:lnTo>
                <a:lnTo>
                  <a:pt x="524032" y="936119"/>
                </a:lnTo>
                <a:lnTo>
                  <a:pt x="524205" y="935808"/>
                </a:lnTo>
                <a:lnTo>
                  <a:pt x="524377" y="935497"/>
                </a:lnTo>
                <a:lnTo>
                  <a:pt x="524551" y="935185"/>
                </a:lnTo>
                <a:lnTo>
                  <a:pt x="524723" y="934874"/>
                </a:lnTo>
                <a:lnTo>
                  <a:pt x="524896" y="934562"/>
                </a:lnTo>
                <a:lnTo>
                  <a:pt x="525068" y="934251"/>
                </a:lnTo>
                <a:lnTo>
                  <a:pt x="525242" y="933940"/>
                </a:lnTo>
                <a:lnTo>
                  <a:pt x="525415" y="933628"/>
                </a:lnTo>
                <a:lnTo>
                  <a:pt x="525587" y="933317"/>
                </a:lnTo>
                <a:lnTo>
                  <a:pt x="525760" y="933006"/>
                </a:lnTo>
                <a:lnTo>
                  <a:pt x="525933" y="932685"/>
                </a:lnTo>
                <a:lnTo>
                  <a:pt x="526106" y="932374"/>
                </a:lnTo>
                <a:lnTo>
                  <a:pt x="526278" y="932063"/>
                </a:lnTo>
                <a:lnTo>
                  <a:pt x="526452" y="931742"/>
                </a:lnTo>
                <a:lnTo>
                  <a:pt x="526625" y="931431"/>
                </a:lnTo>
                <a:lnTo>
                  <a:pt x="526797" y="931111"/>
                </a:lnTo>
                <a:lnTo>
                  <a:pt x="526970" y="930799"/>
                </a:lnTo>
                <a:lnTo>
                  <a:pt x="527143" y="930479"/>
                </a:lnTo>
                <a:lnTo>
                  <a:pt x="527316" y="930159"/>
                </a:lnTo>
                <a:lnTo>
                  <a:pt x="527488" y="929847"/>
                </a:lnTo>
                <a:lnTo>
                  <a:pt x="527661" y="929527"/>
                </a:lnTo>
                <a:lnTo>
                  <a:pt x="527834" y="929207"/>
                </a:lnTo>
                <a:lnTo>
                  <a:pt x="528007" y="928887"/>
                </a:lnTo>
                <a:lnTo>
                  <a:pt x="528180" y="928575"/>
                </a:lnTo>
                <a:lnTo>
                  <a:pt x="528353" y="928255"/>
                </a:lnTo>
                <a:lnTo>
                  <a:pt x="528526" y="927935"/>
                </a:lnTo>
                <a:lnTo>
                  <a:pt x="528698" y="927614"/>
                </a:lnTo>
                <a:lnTo>
                  <a:pt x="528871" y="927294"/>
                </a:lnTo>
                <a:lnTo>
                  <a:pt x="529044" y="926974"/>
                </a:lnTo>
                <a:lnTo>
                  <a:pt x="529217" y="926654"/>
                </a:lnTo>
                <a:lnTo>
                  <a:pt x="529390" y="926324"/>
                </a:lnTo>
                <a:lnTo>
                  <a:pt x="529562" y="926004"/>
                </a:lnTo>
                <a:lnTo>
                  <a:pt x="529736" y="925684"/>
                </a:lnTo>
                <a:lnTo>
                  <a:pt x="529908" y="925364"/>
                </a:lnTo>
                <a:lnTo>
                  <a:pt x="530081" y="925034"/>
                </a:lnTo>
                <a:lnTo>
                  <a:pt x="530254" y="924714"/>
                </a:lnTo>
                <a:lnTo>
                  <a:pt x="530427" y="924385"/>
                </a:lnTo>
                <a:lnTo>
                  <a:pt x="530599" y="924065"/>
                </a:lnTo>
                <a:lnTo>
                  <a:pt x="530772" y="923736"/>
                </a:lnTo>
                <a:lnTo>
                  <a:pt x="530946" y="923415"/>
                </a:lnTo>
                <a:lnTo>
                  <a:pt x="531118" y="923086"/>
                </a:lnTo>
                <a:lnTo>
                  <a:pt x="531291" y="922766"/>
                </a:lnTo>
                <a:lnTo>
                  <a:pt x="531463" y="922437"/>
                </a:lnTo>
                <a:lnTo>
                  <a:pt x="531637" y="922107"/>
                </a:lnTo>
                <a:lnTo>
                  <a:pt x="531809" y="921778"/>
                </a:lnTo>
                <a:lnTo>
                  <a:pt x="531982" y="921458"/>
                </a:lnTo>
                <a:lnTo>
                  <a:pt x="532155" y="921129"/>
                </a:lnTo>
                <a:lnTo>
                  <a:pt x="532328" y="920800"/>
                </a:lnTo>
                <a:lnTo>
                  <a:pt x="532501" y="920471"/>
                </a:lnTo>
                <a:lnTo>
                  <a:pt x="532673" y="920141"/>
                </a:lnTo>
                <a:lnTo>
                  <a:pt x="532847" y="919812"/>
                </a:lnTo>
                <a:lnTo>
                  <a:pt x="533019" y="919483"/>
                </a:lnTo>
                <a:lnTo>
                  <a:pt x="533192" y="919154"/>
                </a:lnTo>
                <a:lnTo>
                  <a:pt x="533364" y="918816"/>
                </a:lnTo>
                <a:lnTo>
                  <a:pt x="533538" y="918487"/>
                </a:lnTo>
                <a:lnTo>
                  <a:pt x="533711" y="918157"/>
                </a:lnTo>
                <a:lnTo>
                  <a:pt x="533883" y="917819"/>
                </a:lnTo>
                <a:lnTo>
                  <a:pt x="534057" y="917490"/>
                </a:lnTo>
                <a:lnTo>
                  <a:pt x="534229" y="917161"/>
                </a:lnTo>
                <a:lnTo>
                  <a:pt x="534402" y="916823"/>
                </a:lnTo>
                <a:lnTo>
                  <a:pt x="534574" y="916494"/>
                </a:lnTo>
                <a:lnTo>
                  <a:pt x="534748" y="916156"/>
                </a:lnTo>
                <a:lnTo>
                  <a:pt x="534920" y="915827"/>
                </a:lnTo>
                <a:lnTo>
                  <a:pt x="535093" y="915489"/>
                </a:lnTo>
                <a:lnTo>
                  <a:pt x="535266" y="915150"/>
                </a:lnTo>
                <a:lnTo>
                  <a:pt x="535439" y="914821"/>
                </a:lnTo>
                <a:lnTo>
                  <a:pt x="535612" y="914483"/>
                </a:lnTo>
                <a:lnTo>
                  <a:pt x="535784" y="914145"/>
                </a:lnTo>
                <a:lnTo>
                  <a:pt x="535958" y="913807"/>
                </a:lnTo>
                <a:lnTo>
                  <a:pt x="536130" y="913469"/>
                </a:lnTo>
                <a:lnTo>
                  <a:pt x="536303" y="913131"/>
                </a:lnTo>
                <a:lnTo>
                  <a:pt x="536476" y="912793"/>
                </a:lnTo>
                <a:lnTo>
                  <a:pt x="536649" y="912455"/>
                </a:lnTo>
                <a:lnTo>
                  <a:pt x="536822" y="912117"/>
                </a:lnTo>
                <a:lnTo>
                  <a:pt x="536994" y="911779"/>
                </a:lnTo>
                <a:lnTo>
                  <a:pt x="537167" y="911441"/>
                </a:lnTo>
                <a:lnTo>
                  <a:pt x="537340" y="911103"/>
                </a:lnTo>
                <a:lnTo>
                  <a:pt x="537513" y="910756"/>
                </a:lnTo>
                <a:lnTo>
                  <a:pt x="537685" y="910417"/>
                </a:lnTo>
                <a:lnTo>
                  <a:pt x="537859" y="910080"/>
                </a:lnTo>
                <a:lnTo>
                  <a:pt x="538032" y="909733"/>
                </a:lnTo>
                <a:lnTo>
                  <a:pt x="538204" y="909394"/>
                </a:lnTo>
                <a:lnTo>
                  <a:pt x="538377" y="909048"/>
                </a:lnTo>
                <a:lnTo>
                  <a:pt x="538550" y="908709"/>
                </a:lnTo>
                <a:lnTo>
                  <a:pt x="538723" y="908362"/>
                </a:lnTo>
                <a:lnTo>
                  <a:pt x="538895" y="908024"/>
                </a:lnTo>
                <a:lnTo>
                  <a:pt x="539068" y="907677"/>
                </a:lnTo>
                <a:lnTo>
                  <a:pt x="539241" y="907330"/>
                </a:lnTo>
                <a:lnTo>
                  <a:pt x="539414" y="906983"/>
                </a:lnTo>
                <a:lnTo>
                  <a:pt x="539587" y="906645"/>
                </a:lnTo>
                <a:lnTo>
                  <a:pt x="539760" y="906299"/>
                </a:lnTo>
                <a:lnTo>
                  <a:pt x="539933" y="905952"/>
                </a:lnTo>
                <a:lnTo>
                  <a:pt x="540105" y="905605"/>
                </a:lnTo>
                <a:lnTo>
                  <a:pt x="540278" y="905258"/>
                </a:lnTo>
                <a:lnTo>
                  <a:pt x="540451" y="904911"/>
                </a:lnTo>
                <a:lnTo>
                  <a:pt x="540624" y="904564"/>
                </a:lnTo>
                <a:lnTo>
                  <a:pt x="540797" y="904217"/>
                </a:lnTo>
                <a:lnTo>
                  <a:pt x="540969" y="903861"/>
                </a:lnTo>
                <a:lnTo>
                  <a:pt x="541143" y="903514"/>
                </a:lnTo>
                <a:lnTo>
                  <a:pt x="541315" y="903167"/>
                </a:lnTo>
                <a:lnTo>
                  <a:pt x="541488" y="902820"/>
                </a:lnTo>
                <a:lnTo>
                  <a:pt x="541661" y="902464"/>
                </a:lnTo>
                <a:lnTo>
                  <a:pt x="541834" y="902117"/>
                </a:lnTo>
                <a:lnTo>
                  <a:pt x="542006" y="901761"/>
                </a:lnTo>
                <a:lnTo>
                  <a:pt x="542179" y="901414"/>
                </a:lnTo>
                <a:lnTo>
                  <a:pt x="542353" y="901059"/>
                </a:lnTo>
                <a:lnTo>
                  <a:pt x="542525" y="900712"/>
                </a:lnTo>
                <a:lnTo>
                  <a:pt x="542698" y="900356"/>
                </a:lnTo>
                <a:lnTo>
                  <a:pt x="542870" y="900009"/>
                </a:lnTo>
                <a:lnTo>
                  <a:pt x="543044" y="899653"/>
                </a:lnTo>
                <a:lnTo>
                  <a:pt x="543216" y="899297"/>
                </a:lnTo>
                <a:lnTo>
                  <a:pt x="543389" y="898941"/>
                </a:lnTo>
                <a:lnTo>
                  <a:pt x="543562" y="898585"/>
                </a:lnTo>
                <a:lnTo>
                  <a:pt x="543735" y="898238"/>
                </a:lnTo>
                <a:lnTo>
                  <a:pt x="543908" y="897882"/>
                </a:lnTo>
                <a:lnTo>
                  <a:pt x="544080" y="897527"/>
                </a:lnTo>
                <a:lnTo>
                  <a:pt x="544254" y="897171"/>
                </a:lnTo>
                <a:lnTo>
                  <a:pt x="544426" y="896806"/>
                </a:lnTo>
                <a:lnTo>
                  <a:pt x="544599" y="896450"/>
                </a:lnTo>
                <a:lnTo>
                  <a:pt x="544771" y="896094"/>
                </a:lnTo>
                <a:lnTo>
                  <a:pt x="544945" y="895738"/>
                </a:lnTo>
                <a:lnTo>
                  <a:pt x="545118" y="895383"/>
                </a:lnTo>
                <a:lnTo>
                  <a:pt x="545290" y="895018"/>
                </a:lnTo>
                <a:lnTo>
                  <a:pt x="545464" y="894662"/>
                </a:lnTo>
                <a:lnTo>
                  <a:pt x="545636" y="894306"/>
                </a:lnTo>
                <a:lnTo>
                  <a:pt x="545809" y="893941"/>
                </a:lnTo>
                <a:lnTo>
                  <a:pt x="545981" y="893585"/>
                </a:lnTo>
                <a:lnTo>
                  <a:pt x="546155" y="893221"/>
                </a:lnTo>
                <a:lnTo>
                  <a:pt x="546328" y="892865"/>
                </a:lnTo>
                <a:lnTo>
                  <a:pt x="546500" y="892500"/>
                </a:lnTo>
                <a:lnTo>
                  <a:pt x="546673" y="892135"/>
                </a:lnTo>
                <a:lnTo>
                  <a:pt x="546846" y="891779"/>
                </a:lnTo>
                <a:lnTo>
                  <a:pt x="547019" y="891415"/>
                </a:lnTo>
                <a:lnTo>
                  <a:pt x="547191" y="891050"/>
                </a:lnTo>
                <a:lnTo>
                  <a:pt x="547365" y="890685"/>
                </a:lnTo>
                <a:lnTo>
                  <a:pt x="547537" y="890320"/>
                </a:lnTo>
                <a:lnTo>
                  <a:pt x="547710" y="889956"/>
                </a:lnTo>
                <a:lnTo>
                  <a:pt x="547883" y="889591"/>
                </a:lnTo>
                <a:lnTo>
                  <a:pt x="548056" y="889226"/>
                </a:lnTo>
                <a:lnTo>
                  <a:pt x="548229" y="888861"/>
                </a:lnTo>
                <a:lnTo>
                  <a:pt x="548401" y="888497"/>
                </a:lnTo>
                <a:lnTo>
                  <a:pt x="548574" y="888132"/>
                </a:lnTo>
                <a:lnTo>
                  <a:pt x="548747" y="887767"/>
                </a:lnTo>
                <a:lnTo>
                  <a:pt x="548920" y="887394"/>
                </a:lnTo>
                <a:lnTo>
                  <a:pt x="549092" y="887029"/>
                </a:lnTo>
                <a:lnTo>
                  <a:pt x="549266" y="886664"/>
                </a:lnTo>
                <a:lnTo>
                  <a:pt x="549439" y="886290"/>
                </a:lnTo>
                <a:lnTo>
                  <a:pt x="549611" y="885926"/>
                </a:lnTo>
                <a:lnTo>
                  <a:pt x="549784" y="885552"/>
                </a:lnTo>
                <a:lnTo>
                  <a:pt x="549957" y="885187"/>
                </a:lnTo>
                <a:lnTo>
                  <a:pt x="550130" y="884814"/>
                </a:lnTo>
                <a:lnTo>
                  <a:pt x="550302" y="884449"/>
                </a:lnTo>
                <a:lnTo>
                  <a:pt x="550475" y="884075"/>
                </a:lnTo>
                <a:lnTo>
                  <a:pt x="550649" y="883702"/>
                </a:lnTo>
                <a:lnTo>
                  <a:pt x="550821" y="883328"/>
                </a:lnTo>
                <a:lnTo>
                  <a:pt x="550994" y="882963"/>
                </a:lnTo>
                <a:lnTo>
                  <a:pt x="551167" y="882589"/>
                </a:lnTo>
                <a:lnTo>
                  <a:pt x="551340" y="882216"/>
                </a:lnTo>
                <a:lnTo>
                  <a:pt x="551512" y="881842"/>
                </a:lnTo>
                <a:lnTo>
                  <a:pt x="551685" y="881469"/>
                </a:lnTo>
                <a:lnTo>
                  <a:pt x="551858" y="881095"/>
                </a:lnTo>
                <a:lnTo>
                  <a:pt x="552031" y="880721"/>
                </a:lnTo>
                <a:lnTo>
                  <a:pt x="552204" y="880348"/>
                </a:lnTo>
                <a:lnTo>
                  <a:pt x="552376" y="879965"/>
                </a:lnTo>
                <a:lnTo>
                  <a:pt x="552550" y="879591"/>
                </a:lnTo>
                <a:lnTo>
                  <a:pt x="552722" y="879218"/>
                </a:lnTo>
                <a:lnTo>
                  <a:pt x="552895" y="878844"/>
                </a:lnTo>
                <a:lnTo>
                  <a:pt x="553068" y="878462"/>
                </a:lnTo>
                <a:lnTo>
                  <a:pt x="553241" y="878088"/>
                </a:lnTo>
                <a:lnTo>
                  <a:pt x="553413" y="877705"/>
                </a:lnTo>
                <a:lnTo>
                  <a:pt x="553586" y="877332"/>
                </a:lnTo>
                <a:lnTo>
                  <a:pt x="553760" y="876949"/>
                </a:lnTo>
                <a:lnTo>
                  <a:pt x="553932" y="876575"/>
                </a:lnTo>
                <a:lnTo>
                  <a:pt x="554105" y="876193"/>
                </a:lnTo>
                <a:lnTo>
                  <a:pt x="554277" y="875810"/>
                </a:lnTo>
                <a:lnTo>
                  <a:pt x="554451" y="875437"/>
                </a:lnTo>
                <a:lnTo>
                  <a:pt x="554623" y="875054"/>
                </a:lnTo>
                <a:lnTo>
                  <a:pt x="554796" y="874672"/>
                </a:lnTo>
                <a:lnTo>
                  <a:pt x="554970" y="874289"/>
                </a:lnTo>
                <a:lnTo>
                  <a:pt x="555142" y="873907"/>
                </a:lnTo>
                <a:lnTo>
                  <a:pt x="555315" y="873524"/>
                </a:lnTo>
                <a:lnTo>
                  <a:pt x="555487" y="873141"/>
                </a:lnTo>
                <a:lnTo>
                  <a:pt x="555661" y="872759"/>
                </a:lnTo>
                <a:lnTo>
                  <a:pt x="555833" y="872376"/>
                </a:lnTo>
                <a:lnTo>
                  <a:pt x="556006" y="871994"/>
                </a:lnTo>
                <a:lnTo>
                  <a:pt x="556179" y="871611"/>
                </a:lnTo>
                <a:lnTo>
                  <a:pt x="556352" y="871229"/>
                </a:lnTo>
                <a:lnTo>
                  <a:pt x="556525" y="870837"/>
                </a:lnTo>
                <a:lnTo>
                  <a:pt x="556697" y="870455"/>
                </a:lnTo>
                <a:lnTo>
                  <a:pt x="556871" y="870072"/>
                </a:lnTo>
                <a:lnTo>
                  <a:pt x="557043" y="869681"/>
                </a:lnTo>
                <a:lnTo>
                  <a:pt x="557216" y="869298"/>
                </a:lnTo>
                <a:lnTo>
                  <a:pt x="557388" y="868907"/>
                </a:lnTo>
                <a:lnTo>
                  <a:pt x="557562" y="868524"/>
                </a:lnTo>
                <a:lnTo>
                  <a:pt x="557734" y="868133"/>
                </a:lnTo>
                <a:lnTo>
                  <a:pt x="557907" y="867750"/>
                </a:lnTo>
                <a:lnTo>
                  <a:pt x="558080" y="867359"/>
                </a:lnTo>
                <a:lnTo>
                  <a:pt x="558253" y="866967"/>
                </a:lnTo>
                <a:lnTo>
                  <a:pt x="558426" y="866576"/>
                </a:lnTo>
                <a:lnTo>
                  <a:pt x="558598" y="866184"/>
                </a:lnTo>
                <a:lnTo>
                  <a:pt x="558772" y="865802"/>
                </a:lnTo>
                <a:lnTo>
                  <a:pt x="558944" y="865410"/>
                </a:lnTo>
                <a:lnTo>
                  <a:pt x="559117" y="865019"/>
                </a:lnTo>
                <a:lnTo>
                  <a:pt x="559290" y="864627"/>
                </a:lnTo>
                <a:lnTo>
                  <a:pt x="559463" y="864236"/>
                </a:lnTo>
                <a:lnTo>
                  <a:pt x="559636" y="863845"/>
                </a:lnTo>
                <a:lnTo>
                  <a:pt x="559808" y="863444"/>
                </a:lnTo>
                <a:lnTo>
                  <a:pt x="559981" y="863053"/>
                </a:lnTo>
                <a:lnTo>
                  <a:pt x="560154" y="862661"/>
                </a:lnTo>
                <a:lnTo>
                  <a:pt x="560327" y="862270"/>
                </a:lnTo>
                <a:lnTo>
                  <a:pt x="560500" y="861870"/>
                </a:lnTo>
                <a:lnTo>
                  <a:pt x="560673" y="861478"/>
                </a:lnTo>
                <a:lnTo>
                  <a:pt x="560846" y="861087"/>
                </a:lnTo>
                <a:lnTo>
                  <a:pt x="561018" y="860686"/>
                </a:lnTo>
                <a:lnTo>
                  <a:pt x="561191" y="860295"/>
                </a:lnTo>
                <a:lnTo>
                  <a:pt x="561364" y="859895"/>
                </a:lnTo>
                <a:lnTo>
                  <a:pt x="561537" y="859494"/>
                </a:lnTo>
                <a:lnTo>
                  <a:pt x="561709" y="859103"/>
                </a:lnTo>
                <a:lnTo>
                  <a:pt x="561882" y="858703"/>
                </a:lnTo>
                <a:lnTo>
                  <a:pt x="562055" y="858302"/>
                </a:lnTo>
                <a:lnTo>
                  <a:pt x="562228" y="857902"/>
                </a:lnTo>
                <a:lnTo>
                  <a:pt x="562401" y="857510"/>
                </a:lnTo>
                <a:lnTo>
                  <a:pt x="562574" y="857110"/>
                </a:lnTo>
                <a:lnTo>
                  <a:pt x="562747" y="856710"/>
                </a:lnTo>
                <a:lnTo>
                  <a:pt x="562919" y="856309"/>
                </a:lnTo>
                <a:lnTo>
                  <a:pt x="563092" y="855909"/>
                </a:lnTo>
                <a:lnTo>
                  <a:pt x="563265" y="855509"/>
                </a:lnTo>
                <a:lnTo>
                  <a:pt x="563438" y="855108"/>
                </a:lnTo>
                <a:lnTo>
                  <a:pt x="563611" y="854699"/>
                </a:lnTo>
                <a:lnTo>
                  <a:pt x="563783" y="854299"/>
                </a:lnTo>
                <a:lnTo>
                  <a:pt x="563957" y="853898"/>
                </a:lnTo>
                <a:lnTo>
                  <a:pt x="564129" y="853498"/>
                </a:lnTo>
                <a:lnTo>
                  <a:pt x="564302" y="853089"/>
                </a:lnTo>
                <a:lnTo>
                  <a:pt x="564475" y="852689"/>
                </a:lnTo>
                <a:lnTo>
                  <a:pt x="564648" y="852288"/>
                </a:lnTo>
                <a:lnTo>
                  <a:pt x="564821" y="851879"/>
                </a:lnTo>
                <a:lnTo>
                  <a:pt x="564993" y="851478"/>
                </a:lnTo>
                <a:lnTo>
                  <a:pt x="565167" y="851069"/>
                </a:lnTo>
                <a:lnTo>
                  <a:pt x="565339" y="850660"/>
                </a:lnTo>
                <a:lnTo>
                  <a:pt x="565512" y="850260"/>
                </a:lnTo>
                <a:lnTo>
                  <a:pt x="565685" y="849850"/>
                </a:lnTo>
                <a:lnTo>
                  <a:pt x="565858" y="849441"/>
                </a:lnTo>
                <a:lnTo>
                  <a:pt x="566030" y="849032"/>
                </a:lnTo>
                <a:lnTo>
                  <a:pt x="566203" y="848632"/>
                </a:lnTo>
                <a:lnTo>
                  <a:pt x="566376" y="848222"/>
                </a:lnTo>
                <a:lnTo>
                  <a:pt x="566549" y="847813"/>
                </a:lnTo>
                <a:lnTo>
                  <a:pt x="566722" y="847404"/>
                </a:lnTo>
                <a:lnTo>
                  <a:pt x="566894" y="846995"/>
                </a:lnTo>
                <a:lnTo>
                  <a:pt x="567068" y="846585"/>
                </a:lnTo>
                <a:lnTo>
                  <a:pt x="567240" y="846176"/>
                </a:lnTo>
                <a:lnTo>
                  <a:pt x="567413" y="845758"/>
                </a:lnTo>
                <a:lnTo>
                  <a:pt x="567586" y="845349"/>
                </a:lnTo>
                <a:lnTo>
                  <a:pt x="567759" y="844940"/>
                </a:lnTo>
                <a:lnTo>
                  <a:pt x="567932" y="844530"/>
                </a:lnTo>
                <a:lnTo>
                  <a:pt x="568104" y="844112"/>
                </a:lnTo>
                <a:lnTo>
                  <a:pt x="568278" y="843703"/>
                </a:lnTo>
                <a:lnTo>
                  <a:pt x="568450" y="843285"/>
                </a:lnTo>
                <a:lnTo>
                  <a:pt x="568623" y="842876"/>
                </a:lnTo>
                <a:lnTo>
                  <a:pt x="568795" y="842458"/>
                </a:lnTo>
                <a:lnTo>
                  <a:pt x="568969" y="842048"/>
                </a:lnTo>
                <a:lnTo>
                  <a:pt x="569142" y="841630"/>
                </a:lnTo>
                <a:lnTo>
                  <a:pt x="569314" y="841221"/>
                </a:lnTo>
                <a:lnTo>
                  <a:pt x="569488" y="840803"/>
                </a:lnTo>
                <a:lnTo>
                  <a:pt x="569660" y="840385"/>
                </a:lnTo>
                <a:lnTo>
                  <a:pt x="569833" y="839967"/>
                </a:lnTo>
                <a:lnTo>
                  <a:pt x="570005" y="839548"/>
                </a:lnTo>
                <a:lnTo>
                  <a:pt x="570179" y="839139"/>
                </a:lnTo>
                <a:lnTo>
                  <a:pt x="570351" y="838721"/>
                </a:lnTo>
                <a:lnTo>
                  <a:pt x="570524" y="838303"/>
                </a:lnTo>
                <a:lnTo>
                  <a:pt x="570697" y="837885"/>
                </a:lnTo>
                <a:lnTo>
                  <a:pt x="570870" y="837458"/>
                </a:lnTo>
                <a:lnTo>
                  <a:pt x="571043" y="837040"/>
                </a:lnTo>
                <a:lnTo>
                  <a:pt x="571215" y="836621"/>
                </a:lnTo>
                <a:lnTo>
                  <a:pt x="571389" y="836203"/>
                </a:lnTo>
                <a:lnTo>
                  <a:pt x="571561" y="835785"/>
                </a:lnTo>
                <a:lnTo>
                  <a:pt x="571734" y="835358"/>
                </a:lnTo>
                <a:lnTo>
                  <a:pt x="571907" y="834940"/>
                </a:lnTo>
                <a:lnTo>
                  <a:pt x="572080" y="834522"/>
                </a:lnTo>
                <a:lnTo>
                  <a:pt x="572253" y="834095"/>
                </a:lnTo>
                <a:lnTo>
                  <a:pt x="572425" y="833677"/>
                </a:lnTo>
                <a:lnTo>
                  <a:pt x="572598" y="833250"/>
                </a:lnTo>
                <a:lnTo>
                  <a:pt x="572771" y="832832"/>
                </a:lnTo>
                <a:lnTo>
                  <a:pt x="572944" y="832405"/>
                </a:lnTo>
                <a:lnTo>
                  <a:pt x="573116" y="831978"/>
                </a:lnTo>
                <a:lnTo>
                  <a:pt x="573290" y="831559"/>
                </a:lnTo>
                <a:lnTo>
                  <a:pt x="573463" y="831132"/>
                </a:lnTo>
                <a:lnTo>
                  <a:pt x="573635" y="830705"/>
                </a:lnTo>
                <a:lnTo>
                  <a:pt x="573808" y="830278"/>
                </a:lnTo>
                <a:lnTo>
                  <a:pt x="573981" y="829851"/>
                </a:lnTo>
                <a:lnTo>
                  <a:pt x="574154" y="829424"/>
                </a:lnTo>
                <a:lnTo>
                  <a:pt x="574326" y="828997"/>
                </a:lnTo>
                <a:lnTo>
                  <a:pt x="574499" y="828570"/>
                </a:lnTo>
                <a:lnTo>
                  <a:pt x="574672" y="828143"/>
                </a:lnTo>
                <a:lnTo>
                  <a:pt x="574845" y="827716"/>
                </a:lnTo>
                <a:lnTo>
                  <a:pt x="575018" y="827289"/>
                </a:lnTo>
                <a:lnTo>
                  <a:pt x="575191" y="826862"/>
                </a:lnTo>
                <a:lnTo>
                  <a:pt x="575364" y="826426"/>
                </a:lnTo>
                <a:lnTo>
                  <a:pt x="575536" y="825999"/>
                </a:lnTo>
                <a:lnTo>
                  <a:pt x="575709" y="825572"/>
                </a:lnTo>
                <a:lnTo>
                  <a:pt x="575882" y="825136"/>
                </a:lnTo>
                <a:lnTo>
                  <a:pt x="576055" y="824709"/>
                </a:lnTo>
                <a:lnTo>
                  <a:pt x="576228" y="824273"/>
                </a:lnTo>
                <a:lnTo>
                  <a:pt x="576400" y="823846"/>
                </a:lnTo>
                <a:lnTo>
                  <a:pt x="576573" y="823410"/>
                </a:lnTo>
                <a:lnTo>
                  <a:pt x="576742" y="822983"/>
                </a:lnTo>
                <a:lnTo>
                  <a:pt x="576920" y="822547"/>
                </a:lnTo>
                <a:lnTo>
                  <a:pt x="577089" y="822111"/>
                </a:lnTo>
                <a:lnTo>
                  <a:pt x="577267" y="821684"/>
                </a:lnTo>
                <a:lnTo>
                  <a:pt x="577436" y="821248"/>
                </a:lnTo>
                <a:lnTo>
                  <a:pt x="577614" y="820812"/>
                </a:lnTo>
                <a:lnTo>
                  <a:pt x="577783" y="820377"/>
                </a:lnTo>
                <a:lnTo>
                  <a:pt x="577952" y="819941"/>
                </a:lnTo>
                <a:lnTo>
                  <a:pt x="578130" y="819505"/>
                </a:lnTo>
                <a:lnTo>
                  <a:pt x="578299" y="819069"/>
                </a:lnTo>
                <a:lnTo>
                  <a:pt x="578477" y="818633"/>
                </a:lnTo>
                <a:lnTo>
                  <a:pt x="578646" y="818197"/>
                </a:lnTo>
                <a:lnTo>
                  <a:pt x="578824" y="817761"/>
                </a:lnTo>
                <a:lnTo>
                  <a:pt x="578993" y="817325"/>
                </a:lnTo>
                <a:lnTo>
                  <a:pt x="579162" y="816880"/>
                </a:lnTo>
                <a:lnTo>
                  <a:pt x="579340" y="816444"/>
                </a:lnTo>
                <a:lnTo>
                  <a:pt x="579509" y="816008"/>
                </a:lnTo>
                <a:lnTo>
                  <a:pt x="579686" y="815564"/>
                </a:lnTo>
                <a:lnTo>
                  <a:pt x="579856" y="815128"/>
                </a:lnTo>
                <a:lnTo>
                  <a:pt x="580033" y="814683"/>
                </a:lnTo>
                <a:lnTo>
                  <a:pt x="580202" y="814247"/>
                </a:lnTo>
                <a:lnTo>
                  <a:pt x="580372" y="813804"/>
                </a:lnTo>
                <a:lnTo>
                  <a:pt x="580549" y="813363"/>
                </a:lnTo>
                <a:lnTo>
                  <a:pt x="580718" y="812921"/>
                </a:lnTo>
                <a:lnTo>
                  <a:pt x="580896" y="812479"/>
                </a:lnTo>
                <a:lnTo>
                  <a:pt x="581065" y="812036"/>
                </a:lnTo>
                <a:lnTo>
                  <a:pt x="581243" y="811593"/>
                </a:lnTo>
                <a:lnTo>
                  <a:pt x="581412" y="811150"/>
                </a:lnTo>
                <a:lnTo>
                  <a:pt x="581581" y="810706"/>
                </a:lnTo>
                <a:lnTo>
                  <a:pt x="581759" y="810262"/>
                </a:lnTo>
                <a:lnTo>
                  <a:pt x="581928" y="809817"/>
                </a:lnTo>
                <a:lnTo>
                  <a:pt x="582106" y="809373"/>
                </a:lnTo>
                <a:lnTo>
                  <a:pt x="582275" y="808927"/>
                </a:lnTo>
                <a:lnTo>
                  <a:pt x="582453" y="808481"/>
                </a:lnTo>
                <a:lnTo>
                  <a:pt x="582622" y="808035"/>
                </a:lnTo>
                <a:lnTo>
                  <a:pt x="582791" y="807589"/>
                </a:lnTo>
                <a:lnTo>
                  <a:pt x="582969" y="807141"/>
                </a:lnTo>
                <a:lnTo>
                  <a:pt x="583138" y="806694"/>
                </a:lnTo>
                <a:lnTo>
                  <a:pt x="583316" y="806246"/>
                </a:lnTo>
                <a:lnTo>
                  <a:pt x="583485" y="805798"/>
                </a:lnTo>
                <a:lnTo>
                  <a:pt x="583663" y="805350"/>
                </a:lnTo>
                <a:lnTo>
                  <a:pt x="583832" y="804900"/>
                </a:lnTo>
                <a:lnTo>
                  <a:pt x="584001" y="804451"/>
                </a:lnTo>
                <a:lnTo>
                  <a:pt x="584179" y="804002"/>
                </a:lnTo>
                <a:lnTo>
                  <a:pt x="584348" y="803552"/>
                </a:lnTo>
                <a:lnTo>
                  <a:pt x="584526" y="803101"/>
                </a:lnTo>
                <a:lnTo>
                  <a:pt x="584695" y="802650"/>
                </a:lnTo>
                <a:lnTo>
                  <a:pt x="584873" y="802198"/>
                </a:lnTo>
                <a:lnTo>
                  <a:pt x="585042" y="801747"/>
                </a:lnTo>
                <a:lnTo>
                  <a:pt x="585211" y="801295"/>
                </a:lnTo>
                <a:lnTo>
                  <a:pt x="585389" y="800843"/>
                </a:lnTo>
                <a:lnTo>
                  <a:pt x="585558" y="800389"/>
                </a:lnTo>
                <a:lnTo>
                  <a:pt x="585736" y="799936"/>
                </a:lnTo>
                <a:lnTo>
                  <a:pt x="585905" y="799482"/>
                </a:lnTo>
                <a:lnTo>
                  <a:pt x="586083" y="799029"/>
                </a:lnTo>
                <a:lnTo>
                  <a:pt x="586252" y="798574"/>
                </a:lnTo>
                <a:lnTo>
                  <a:pt x="586421" y="798119"/>
                </a:lnTo>
                <a:lnTo>
                  <a:pt x="586599" y="797664"/>
                </a:lnTo>
                <a:lnTo>
                  <a:pt x="586768" y="797208"/>
                </a:lnTo>
                <a:lnTo>
                  <a:pt x="586946" y="796752"/>
                </a:lnTo>
                <a:lnTo>
                  <a:pt x="587115" y="796296"/>
                </a:lnTo>
                <a:lnTo>
                  <a:pt x="587293" y="795838"/>
                </a:lnTo>
                <a:lnTo>
                  <a:pt x="587462" y="795381"/>
                </a:lnTo>
                <a:lnTo>
                  <a:pt x="587631" y="794924"/>
                </a:lnTo>
                <a:lnTo>
                  <a:pt x="587809" y="794466"/>
                </a:lnTo>
                <a:lnTo>
                  <a:pt x="587978" y="794008"/>
                </a:lnTo>
                <a:lnTo>
                  <a:pt x="588156" y="793548"/>
                </a:lnTo>
                <a:lnTo>
                  <a:pt x="588325" y="793089"/>
                </a:lnTo>
                <a:lnTo>
                  <a:pt x="588503" y="792629"/>
                </a:lnTo>
                <a:lnTo>
                  <a:pt x="588672" y="792169"/>
                </a:lnTo>
                <a:lnTo>
                  <a:pt x="588841" y="791710"/>
                </a:lnTo>
                <a:lnTo>
                  <a:pt x="589019" y="791249"/>
                </a:lnTo>
                <a:lnTo>
                  <a:pt x="589188" y="790787"/>
                </a:lnTo>
                <a:lnTo>
                  <a:pt x="589366" y="790326"/>
                </a:lnTo>
                <a:lnTo>
                  <a:pt x="589535" y="789864"/>
                </a:lnTo>
                <a:lnTo>
                  <a:pt x="589713" y="789402"/>
                </a:lnTo>
                <a:lnTo>
                  <a:pt x="589882" y="788939"/>
                </a:lnTo>
                <a:lnTo>
                  <a:pt x="590051" y="788476"/>
                </a:lnTo>
                <a:lnTo>
                  <a:pt x="590229" y="788012"/>
                </a:lnTo>
                <a:lnTo>
                  <a:pt x="590398" y="787549"/>
                </a:lnTo>
                <a:lnTo>
                  <a:pt x="590576" y="787084"/>
                </a:lnTo>
                <a:lnTo>
                  <a:pt x="590745" y="786619"/>
                </a:lnTo>
                <a:lnTo>
                  <a:pt x="590923" y="786155"/>
                </a:lnTo>
                <a:lnTo>
                  <a:pt x="591092" y="785688"/>
                </a:lnTo>
                <a:lnTo>
                  <a:pt x="591261" y="785223"/>
                </a:lnTo>
                <a:lnTo>
                  <a:pt x="591439" y="784757"/>
                </a:lnTo>
                <a:lnTo>
                  <a:pt x="591608" y="784290"/>
                </a:lnTo>
                <a:lnTo>
                  <a:pt x="591786" y="783823"/>
                </a:lnTo>
                <a:lnTo>
                  <a:pt x="591955" y="783356"/>
                </a:lnTo>
                <a:lnTo>
                  <a:pt x="592133" y="782888"/>
                </a:lnTo>
                <a:lnTo>
                  <a:pt x="592302" y="782420"/>
                </a:lnTo>
                <a:lnTo>
                  <a:pt x="592471" y="781951"/>
                </a:lnTo>
                <a:lnTo>
                  <a:pt x="592649" y="781482"/>
                </a:lnTo>
                <a:lnTo>
                  <a:pt x="592818" y="781013"/>
                </a:lnTo>
                <a:lnTo>
                  <a:pt x="592996" y="780544"/>
                </a:lnTo>
                <a:lnTo>
                  <a:pt x="593165" y="780073"/>
                </a:lnTo>
                <a:lnTo>
                  <a:pt x="593343" y="779602"/>
                </a:lnTo>
                <a:lnTo>
                  <a:pt x="593512" y="779132"/>
                </a:lnTo>
                <a:lnTo>
                  <a:pt x="593681" y="778660"/>
                </a:lnTo>
                <a:lnTo>
                  <a:pt x="593859" y="778189"/>
                </a:lnTo>
                <a:lnTo>
                  <a:pt x="594028" y="777717"/>
                </a:lnTo>
                <a:lnTo>
                  <a:pt x="594205" y="777245"/>
                </a:lnTo>
                <a:lnTo>
                  <a:pt x="594375" y="776772"/>
                </a:lnTo>
                <a:lnTo>
                  <a:pt x="594552" y="776298"/>
                </a:lnTo>
                <a:lnTo>
                  <a:pt x="594721" y="775825"/>
                </a:lnTo>
                <a:lnTo>
                  <a:pt x="594891" y="775351"/>
                </a:lnTo>
                <a:lnTo>
                  <a:pt x="595068" y="774877"/>
                </a:lnTo>
                <a:lnTo>
                  <a:pt x="595238" y="774401"/>
                </a:lnTo>
                <a:lnTo>
                  <a:pt x="595415" y="773926"/>
                </a:lnTo>
                <a:lnTo>
                  <a:pt x="595584" y="773451"/>
                </a:lnTo>
                <a:lnTo>
                  <a:pt x="595753" y="772975"/>
                </a:lnTo>
                <a:lnTo>
                  <a:pt x="595931" y="772499"/>
                </a:lnTo>
                <a:lnTo>
                  <a:pt x="596100" y="772023"/>
                </a:lnTo>
                <a:lnTo>
                  <a:pt x="596278" y="771546"/>
                </a:lnTo>
                <a:lnTo>
                  <a:pt x="596447" y="771068"/>
                </a:lnTo>
                <a:lnTo>
                  <a:pt x="596625" y="770590"/>
                </a:lnTo>
                <a:lnTo>
                  <a:pt x="596794" y="770113"/>
                </a:lnTo>
                <a:lnTo>
                  <a:pt x="596963" y="769634"/>
                </a:lnTo>
                <a:lnTo>
                  <a:pt x="597141" y="769154"/>
                </a:lnTo>
                <a:lnTo>
                  <a:pt x="597310" y="768676"/>
                </a:lnTo>
                <a:lnTo>
                  <a:pt x="597488" y="768195"/>
                </a:lnTo>
                <a:lnTo>
                  <a:pt x="597657" y="767716"/>
                </a:lnTo>
                <a:lnTo>
                  <a:pt x="597835" y="767235"/>
                </a:lnTo>
                <a:lnTo>
                  <a:pt x="598004" y="766754"/>
                </a:lnTo>
                <a:lnTo>
                  <a:pt x="598173" y="766273"/>
                </a:lnTo>
                <a:lnTo>
                  <a:pt x="598351" y="765792"/>
                </a:lnTo>
                <a:lnTo>
                  <a:pt x="598520" y="765309"/>
                </a:lnTo>
                <a:lnTo>
                  <a:pt x="598698" y="764827"/>
                </a:lnTo>
                <a:lnTo>
                  <a:pt x="598867" y="764345"/>
                </a:lnTo>
                <a:lnTo>
                  <a:pt x="599045" y="763862"/>
                </a:lnTo>
                <a:lnTo>
                  <a:pt x="599214" y="763378"/>
                </a:lnTo>
                <a:lnTo>
                  <a:pt x="599383" y="762894"/>
                </a:lnTo>
                <a:lnTo>
                  <a:pt x="599561" y="762410"/>
                </a:lnTo>
                <a:lnTo>
                  <a:pt x="599730" y="761925"/>
                </a:lnTo>
                <a:lnTo>
                  <a:pt x="599908" y="761440"/>
                </a:lnTo>
                <a:lnTo>
                  <a:pt x="600077" y="760955"/>
                </a:lnTo>
                <a:lnTo>
                  <a:pt x="600255" y="760470"/>
                </a:lnTo>
                <a:lnTo>
                  <a:pt x="600424" y="759983"/>
                </a:lnTo>
                <a:lnTo>
                  <a:pt x="600593" y="759497"/>
                </a:lnTo>
                <a:lnTo>
                  <a:pt x="600771" y="759010"/>
                </a:lnTo>
                <a:lnTo>
                  <a:pt x="600940" y="758523"/>
                </a:lnTo>
                <a:lnTo>
                  <a:pt x="601118" y="758036"/>
                </a:lnTo>
                <a:lnTo>
                  <a:pt x="601287" y="757547"/>
                </a:lnTo>
                <a:lnTo>
                  <a:pt x="601465" y="757059"/>
                </a:lnTo>
                <a:lnTo>
                  <a:pt x="601634" y="756570"/>
                </a:lnTo>
                <a:lnTo>
                  <a:pt x="601803" y="756081"/>
                </a:lnTo>
                <a:lnTo>
                  <a:pt x="601981" y="755592"/>
                </a:lnTo>
                <a:lnTo>
                  <a:pt x="602150" y="755102"/>
                </a:lnTo>
                <a:lnTo>
                  <a:pt x="602328" y="754611"/>
                </a:lnTo>
                <a:lnTo>
                  <a:pt x="602497" y="754121"/>
                </a:lnTo>
                <a:lnTo>
                  <a:pt x="602675" y="753630"/>
                </a:lnTo>
                <a:lnTo>
                  <a:pt x="602844" y="753139"/>
                </a:lnTo>
                <a:lnTo>
                  <a:pt x="603013" y="752647"/>
                </a:lnTo>
                <a:lnTo>
                  <a:pt x="603191" y="752155"/>
                </a:lnTo>
                <a:lnTo>
                  <a:pt x="603360" y="751662"/>
                </a:lnTo>
                <a:lnTo>
                  <a:pt x="603538" y="751169"/>
                </a:lnTo>
                <a:lnTo>
                  <a:pt x="603707" y="750676"/>
                </a:lnTo>
                <a:lnTo>
                  <a:pt x="603885" y="750183"/>
                </a:lnTo>
                <a:lnTo>
                  <a:pt x="604054" y="749689"/>
                </a:lnTo>
                <a:lnTo>
                  <a:pt x="604223" y="749195"/>
                </a:lnTo>
                <a:lnTo>
                  <a:pt x="604401" y="748701"/>
                </a:lnTo>
                <a:lnTo>
                  <a:pt x="604570" y="748205"/>
                </a:lnTo>
                <a:lnTo>
                  <a:pt x="604748" y="747709"/>
                </a:lnTo>
                <a:lnTo>
                  <a:pt x="604917" y="747214"/>
                </a:lnTo>
                <a:lnTo>
                  <a:pt x="605095" y="746718"/>
                </a:lnTo>
                <a:lnTo>
                  <a:pt x="605264" y="746221"/>
                </a:lnTo>
                <a:lnTo>
                  <a:pt x="605433" y="745725"/>
                </a:lnTo>
                <a:lnTo>
                  <a:pt x="605611" y="745227"/>
                </a:lnTo>
                <a:lnTo>
                  <a:pt x="605780" y="744730"/>
                </a:lnTo>
                <a:lnTo>
                  <a:pt x="605958" y="744232"/>
                </a:lnTo>
                <a:lnTo>
                  <a:pt x="606127" y="743734"/>
                </a:lnTo>
                <a:lnTo>
                  <a:pt x="606305" y="743235"/>
                </a:lnTo>
                <a:lnTo>
                  <a:pt x="606474" y="742735"/>
                </a:lnTo>
                <a:lnTo>
                  <a:pt x="606643" y="742236"/>
                </a:lnTo>
                <a:lnTo>
                  <a:pt x="606821" y="741736"/>
                </a:lnTo>
                <a:lnTo>
                  <a:pt x="606990" y="741236"/>
                </a:lnTo>
                <a:lnTo>
                  <a:pt x="607168" y="740736"/>
                </a:lnTo>
                <a:lnTo>
                  <a:pt x="607337" y="740235"/>
                </a:lnTo>
                <a:lnTo>
                  <a:pt x="607515" y="739734"/>
                </a:lnTo>
                <a:lnTo>
                  <a:pt x="607684" y="739232"/>
                </a:lnTo>
                <a:lnTo>
                  <a:pt x="607853" y="738730"/>
                </a:lnTo>
                <a:lnTo>
                  <a:pt x="608031" y="738228"/>
                </a:lnTo>
                <a:lnTo>
                  <a:pt x="608200" y="737725"/>
                </a:lnTo>
                <a:lnTo>
                  <a:pt x="608378" y="737222"/>
                </a:lnTo>
                <a:lnTo>
                  <a:pt x="608547" y="736719"/>
                </a:lnTo>
                <a:lnTo>
                  <a:pt x="608725" y="736215"/>
                </a:lnTo>
                <a:lnTo>
                  <a:pt x="608894" y="735711"/>
                </a:lnTo>
                <a:lnTo>
                  <a:pt x="609063" y="735206"/>
                </a:lnTo>
                <a:lnTo>
                  <a:pt x="609241" y="734701"/>
                </a:lnTo>
                <a:lnTo>
                  <a:pt x="609409" y="734197"/>
                </a:lnTo>
                <a:lnTo>
                  <a:pt x="609587" y="733690"/>
                </a:lnTo>
                <a:lnTo>
                  <a:pt x="609756" y="733185"/>
                </a:lnTo>
                <a:lnTo>
                  <a:pt x="609934" y="732679"/>
                </a:lnTo>
                <a:lnTo>
                  <a:pt x="610103" y="732172"/>
                </a:lnTo>
                <a:lnTo>
                  <a:pt x="610273" y="731665"/>
                </a:lnTo>
                <a:lnTo>
                  <a:pt x="610450" y="731158"/>
                </a:lnTo>
                <a:lnTo>
                  <a:pt x="610620" y="730650"/>
                </a:lnTo>
                <a:lnTo>
                  <a:pt x="610797" y="730142"/>
                </a:lnTo>
                <a:lnTo>
                  <a:pt x="610966" y="729634"/>
                </a:lnTo>
                <a:lnTo>
                  <a:pt x="611144" y="729125"/>
                </a:lnTo>
                <a:lnTo>
                  <a:pt x="611313" y="728615"/>
                </a:lnTo>
                <a:lnTo>
                  <a:pt x="611482" y="728106"/>
                </a:lnTo>
                <a:lnTo>
                  <a:pt x="611660" y="727596"/>
                </a:lnTo>
                <a:lnTo>
                  <a:pt x="611829" y="727086"/>
                </a:lnTo>
                <a:lnTo>
                  <a:pt x="612007" y="726575"/>
                </a:lnTo>
                <a:lnTo>
                  <a:pt x="612176" y="726064"/>
                </a:lnTo>
                <a:lnTo>
                  <a:pt x="612354" y="725553"/>
                </a:lnTo>
                <a:lnTo>
                  <a:pt x="612523" y="725041"/>
                </a:lnTo>
                <a:lnTo>
                  <a:pt x="612692" y="724530"/>
                </a:lnTo>
                <a:lnTo>
                  <a:pt x="612870" y="724017"/>
                </a:lnTo>
                <a:lnTo>
                  <a:pt x="613039" y="723505"/>
                </a:lnTo>
                <a:lnTo>
                  <a:pt x="613217" y="722992"/>
                </a:lnTo>
                <a:lnTo>
                  <a:pt x="613386" y="722478"/>
                </a:lnTo>
                <a:lnTo>
                  <a:pt x="613564" y="721965"/>
                </a:lnTo>
                <a:lnTo>
                  <a:pt x="613733" y="721451"/>
                </a:lnTo>
                <a:lnTo>
                  <a:pt x="613902" y="720937"/>
                </a:lnTo>
                <a:lnTo>
                  <a:pt x="614080" y="720421"/>
                </a:lnTo>
                <a:lnTo>
                  <a:pt x="614249" y="719906"/>
                </a:lnTo>
                <a:lnTo>
                  <a:pt x="614427" y="719391"/>
                </a:lnTo>
                <a:lnTo>
                  <a:pt x="614596" y="718875"/>
                </a:lnTo>
                <a:lnTo>
                  <a:pt x="614765" y="718359"/>
                </a:lnTo>
                <a:lnTo>
                  <a:pt x="614943" y="717842"/>
                </a:lnTo>
                <a:lnTo>
                  <a:pt x="615112" y="717325"/>
                </a:lnTo>
                <a:lnTo>
                  <a:pt x="615290" y="716809"/>
                </a:lnTo>
                <a:lnTo>
                  <a:pt x="615459" y="716291"/>
                </a:lnTo>
                <a:lnTo>
                  <a:pt x="615637" y="715773"/>
                </a:lnTo>
                <a:lnTo>
                  <a:pt x="615806" y="715254"/>
                </a:lnTo>
                <a:lnTo>
                  <a:pt x="615975" y="714736"/>
                </a:lnTo>
                <a:lnTo>
                  <a:pt x="616153" y="714217"/>
                </a:lnTo>
                <a:lnTo>
                  <a:pt x="616322" y="713698"/>
                </a:lnTo>
                <a:lnTo>
                  <a:pt x="616500" y="713178"/>
                </a:lnTo>
                <a:lnTo>
                  <a:pt x="616669" y="712658"/>
                </a:lnTo>
                <a:lnTo>
                  <a:pt x="616847" y="712138"/>
                </a:lnTo>
                <a:lnTo>
                  <a:pt x="617016" y="711617"/>
                </a:lnTo>
                <a:lnTo>
                  <a:pt x="617185" y="711096"/>
                </a:lnTo>
                <a:lnTo>
                  <a:pt x="617363" y="710575"/>
                </a:lnTo>
                <a:lnTo>
                  <a:pt x="617532" y="710053"/>
                </a:lnTo>
                <a:lnTo>
                  <a:pt x="617710" y="709531"/>
                </a:lnTo>
                <a:lnTo>
                  <a:pt x="617879" y="709009"/>
                </a:lnTo>
                <a:lnTo>
                  <a:pt x="618057" y="708487"/>
                </a:lnTo>
                <a:lnTo>
                  <a:pt x="618226" y="707964"/>
                </a:lnTo>
                <a:lnTo>
                  <a:pt x="618395" y="707440"/>
                </a:lnTo>
                <a:lnTo>
                  <a:pt x="618573" y="706917"/>
                </a:lnTo>
                <a:lnTo>
                  <a:pt x="618742" y="706393"/>
                </a:lnTo>
                <a:lnTo>
                  <a:pt x="618920" y="705868"/>
                </a:lnTo>
                <a:lnTo>
                  <a:pt x="619089" y="705344"/>
                </a:lnTo>
                <a:lnTo>
                  <a:pt x="619267" y="704818"/>
                </a:lnTo>
                <a:lnTo>
                  <a:pt x="619436" y="704293"/>
                </a:lnTo>
                <a:lnTo>
                  <a:pt x="619605" y="703767"/>
                </a:lnTo>
                <a:lnTo>
                  <a:pt x="619783" y="703241"/>
                </a:lnTo>
                <a:lnTo>
                  <a:pt x="619952" y="702715"/>
                </a:lnTo>
                <a:lnTo>
                  <a:pt x="620130" y="702188"/>
                </a:lnTo>
                <a:lnTo>
                  <a:pt x="620299" y="701661"/>
                </a:lnTo>
                <a:lnTo>
                  <a:pt x="620477" y="701134"/>
                </a:lnTo>
                <a:lnTo>
                  <a:pt x="620646" y="700605"/>
                </a:lnTo>
                <a:lnTo>
                  <a:pt x="620815" y="700078"/>
                </a:lnTo>
                <a:lnTo>
                  <a:pt x="620993" y="699549"/>
                </a:lnTo>
                <a:lnTo>
                  <a:pt x="621162" y="699021"/>
                </a:lnTo>
                <a:lnTo>
                  <a:pt x="621340" y="698492"/>
                </a:lnTo>
                <a:lnTo>
                  <a:pt x="621509" y="697962"/>
                </a:lnTo>
                <a:lnTo>
                  <a:pt x="621687" y="697433"/>
                </a:lnTo>
                <a:lnTo>
                  <a:pt x="621856" y="696903"/>
                </a:lnTo>
                <a:lnTo>
                  <a:pt x="622025" y="696372"/>
                </a:lnTo>
                <a:lnTo>
                  <a:pt x="622203" y="695841"/>
                </a:lnTo>
                <a:lnTo>
                  <a:pt x="622372" y="695310"/>
                </a:lnTo>
                <a:lnTo>
                  <a:pt x="622550" y="694779"/>
                </a:lnTo>
                <a:lnTo>
                  <a:pt x="622719" y="694247"/>
                </a:lnTo>
                <a:lnTo>
                  <a:pt x="622897" y="693715"/>
                </a:lnTo>
                <a:lnTo>
                  <a:pt x="623066" y="693183"/>
                </a:lnTo>
                <a:lnTo>
                  <a:pt x="623235" y="692650"/>
                </a:lnTo>
                <a:lnTo>
                  <a:pt x="623412" y="692117"/>
                </a:lnTo>
                <a:lnTo>
                  <a:pt x="623582" y="691584"/>
                </a:lnTo>
                <a:lnTo>
                  <a:pt x="623759" y="691051"/>
                </a:lnTo>
                <a:lnTo>
                  <a:pt x="623929" y="690516"/>
                </a:lnTo>
                <a:lnTo>
                  <a:pt x="624106" y="689982"/>
                </a:lnTo>
                <a:lnTo>
                  <a:pt x="624276" y="689448"/>
                </a:lnTo>
                <a:lnTo>
                  <a:pt x="624445" y="688913"/>
                </a:lnTo>
                <a:lnTo>
                  <a:pt x="624623" y="688377"/>
                </a:lnTo>
                <a:lnTo>
                  <a:pt x="624791" y="687842"/>
                </a:lnTo>
                <a:lnTo>
                  <a:pt x="624969" y="687306"/>
                </a:lnTo>
                <a:lnTo>
                  <a:pt x="625138" y="686770"/>
                </a:lnTo>
                <a:lnTo>
                  <a:pt x="625316" y="686233"/>
                </a:lnTo>
                <a:lnTo>
                  <a:pt x="625485" y="685696"/>
                </a:lnTo>
                <a:lnTo>
                  <a:pt x="625654" y="685159"/>
                </a:lnTo>
                <a:lnTo>
                  <a:pt x="625832" y="684621"/>
                </a:lnTo>
                <a:lnTo>
                  <a:pt x="626001" y="684084"/>
                </a:lnTo>
                <a:lnTo>
                  <a:pt x="626179" y="683546"/>
                </a:lnTo>
                <a:lnTo>
                  <a:pt x="626348" y="683007"/>
                </a:lnTo>
                <a:lnTo>
                  <a:pt x="626526" y="682468"/>
                </a:lnTo>
                <a:lnTo>
                  <a:pt x="626695" y="681929"/>
                </a:lnTo>
                <a:lnTo>
                  <a:pt x="626864" y="681390"/>
                </a:lnTo>
                <a:lnTo>
                  <a:pt x="627042" y="680850"/>
                </a:lnTo>
                <a:lnTo>
                  <a:pt x="627211" y="680310"/>
                </a:lnTo>
                <a:lnTo>
                  <a:pt x="627389" y="679770"/>
                </a:lnTo>
                <a:lnTo>
                  <a:pt x="627558" y="679229"/>
                </a:lnTo>
                <a:lnTo>
                  <a:pt x="627736" y="678688"/>
                </a:lnTo>
                <a:lnTo>
                  <a:pt x="627905" y="678146"/>
                </a:lnTo>
                <a:lnTo>
                  <a:pt x="628074" y="677605"/>
                </a:lnTo>
                <a:lnTo>
                  <a:pt x="628252" y="677063"/>
                </a:lnTo>
                <a:lnTo>
                  <a:pt x="628421" y="676521"/>
                </a:lnTo>
                <a:lnTo>
                  <a:pt x="628599" y="675978"/>
                </a:lnTo>
                <a:lnTo>
                  <a:pt x="628768" y="675436"/>
                </a:lnTo>
                <a:lnTo>
                  <a:pt x="628946" y="674892"/>
                </a:lnTo>
                <a:lnTo>
                  <a:pt x="629115" y="674348"/>
                </a:lnTo>
                <a:lnTo>
                  <a:pt x="629284" y="673805"/>
                </a:lnTo>
                <a:lnTo>
                  <a:pt x="629462" y="673260"/>
                </a:lnTo>
                <a:lnTo>
                  <a:pt x="629631" y="672716"/>
                </a:lnTo>
                <a:lnTo>
                  <a:pt x="629809" y="672171"/>
                </a:lnTo>
                <a:lnTo>
                  <a:pt x="629978" y="671627"/>
                </a:lnTo>
                <a:lnTo>
                  <a:pt x="630156" y="671082"/>
                </a:lnTo>
                <a:lnTo>
                  <a:pt x="630325" y="670535"/>
                </a:lnTo>
                <a:lnTo>
                  <a:pt x="630494" y="669990"/>
                </a:lnTo>
                <a:lnTo>
                  <a:pt x="630672" y="669444"/>
                </a:lnTo>
                <a:lnTo>
                  <a:pt x="630841" y="668897"/>
                </a:lnTo>
                <a:lnTo>
                  <a:pt x="631019" y="668350"/>
                </a:lnTo>
                <a:lnTo>
                  <a:pt x="631188" y="667802"/>
                </a:lnTo>
                <a:lnTo>
                  <a:pt x="631366" y="667255"/>
                </a:lnTo>
                <a:lnTo>
                  <a:pt x="631535" y="666707"/>
                </a:lnTo>
                <a:lnTo>
                  <a:pt x="631704" y="666159"/>
                </a:lnTo>
                <a:lnTo>
                  <a:pt x="631882" y="665611"/>
                </a:lnTo>
                <a:lnTo>
                  <a:pt x="632051" y="665062"/>
                </a:lnTo>
                <a:lnTo>
                  <a:pt x="632229" y="664513"/>
                </a:lnTo>
                <a:lnTo>
                  <a:pt x="632398" y="663965"/>
                </a:lnTo>
                <a:lnTo>
                  <a:pt x="632576" y="663415"/>
                </a:lnTo>
                <a:lnTo>
                  <a:pt x="632745" y="662865"/>
                </a:lnTo>
                <a:lnTo>
                  <a:pt x="632914" y="662314"/>
                </a:lnTo>
                <a:lnTo>
                  <a:pt x="633092" y="661764"/>
                </a:lnTo>
                <a:lnTo>
                  <a:pt x="633261" y="661214"/>
                </a:lnTo>
                <a:lnTo>
                  <a:pt x="633439" y="660662"/>
                </a:lnTo>
                <a:lnTo>
                  <a:pt x="633608" y="660111"/>
                </a:lnTo>
                <a:lnTo>
                  <a:pt x="633777" y="659559"/>
                </a:lnTo>
                <a:lnTo>
                  <a:pt x="633955" y="659007"/>
                </a:lnTo>
                <a:lnTo>
                  <a:pt x="634124" y="658455"/>
                </a:lnTo>
                <a:lnTo>
                  <a:pt x="634302" y="657902"/>
                </a:lnTo>
                <a:lnTo>
                  <a:pt x="634471" y="657350"/>
                </a:lnTo>
                <a:lnTo>
                  <a:pt x="634649" y="656797"/>
                </a:lnTo>
                <a:lnTo>
                  <a:pt x="634818" y="656243"/>
                </a:lnTo>
                <a:lnTo>
                  <a:pt x="634987" y="655689"/>
                </a:lnTo>
                <a:lnTo>
                  <a:pt x="635165" y="655136"/>
                </a:lnTo>
                <a:lnTo>
                  <a:pt x="635334" y="654581"/>
                </a:lnTo>
                <a:lnTo>
                  <a:pt x="635512" y="654026"/>
                </a:lnTo>
                <a:lnTo>
                  <a:pt x="635681" y="653471"/>
                </a:lnTo>
                <a:lnTo>
                  <a:pt x="635859" y="652916"/>
                </a:lnTo>
                <a:lnTo>
                  <a:pt x="636028" y="652361"/>
                </a:lnTo>
                <a:lnTo>
                  <a:pt x="636197" y="651805"/>
                </a:lnTo>
                <a:lnTo>
                  <a:pt x="636375" y="651249"/>
                </a:lnTo>
                <a:lnTo>
                  <a:pt x="636544" y="650693"/>
                </a:lnTo>
                <a:lnTo>
                  <a:pt x="636722" y="650136"/>
                </a:lnTo>
                <a:lnTo>
                  <a:pt x="636891" y="649579"/>
                </a:lnTo>
                <a:lnTo>
                  <a:pt x="637069" y="649022"/>
                </a:lnTo>
                <a:lnTo>
                  <a:pt x="637238" y="648465"/>
                </a:lnTo>
                <a:lnTo>
                  <a:pt x="637407" y="647907"/>
                </a:lnTo>
                <a:lnTo>
                  <a:pt x="637585" y="647349"/>
                </a:lnTo>
                <a:lnTo>
                  <a:pt x="637754" y="646791"/>
                </a:lnTo>
                <a:lnTo>
                  <a:pt x="637932" y="646232"/>
                </a:lnTo>
                <a:lnTo>
                  <a:pt x="638101" y="645673"/>
                </a:lnTo>
                <a:lnTo>
                  <a:pt x="638279" y="645114"/>
                </a:lnTo>
                <a:lnTo>
                  <a:pt x="638448" y="644554"/>
                </a:lnTo>
                <a:lnTo>
                  <a:pt x="638617" y="643995"/>
                </a:lnTo>
                <a:lnTo>
                  <a:pt x="638794" y="643435"/>
                </a:lnTo>
                <a:lnTo>
                  <a:pt x="638964" y="642875"/>
                </a:lnTo>
                <a:lnTo>
                  <a:pt x="639141" y="642314"/>
                </a:lnTo>
                <a:lnTo>
                  <a:pt x="639311" y="641753"/>
                </a:lnTo>
                <a:lnTo>
                  <a:pt x="639488" y="641192"/>
                </a:lnTo>
                <a:lnTo>
                  <a:pt x="639657" y="640631"/>
                </a:lnTo>
                <a:lnTo>
                  <a:pt x="639827" y="640069"/>
                </a:lnTo>
                <a:lnTo>
                  <a:pt x="640004" y="639507"/>
                </a:lnTo>
                <a:lnTo>
                  <a:pt x="640173" y="638945"/>
                </a:lnTo>
                <a:lnTo>
                  <a:pt x="640351" y="638383"/>
                </a:lnTo>
                <a:lnTo>
                  <a:pt x="640520" y="637820"/>
                </a:lnTo>
                <a:lnTo>
                  <a:pt x="640698" y="637257"/>
                </a:lnTo>
                <a:lnTo>
                  <a:pt x="640867" y="636693"/>
                </a:lnTo>
                <a:lnTo>
                  <a:pt x="641036" y="636129"/>
                </a:lnTo>
                <a:lnTo>
                  <a:pt x="641214" y="635566"/>
                </a:lnTo>
                <a:lnTo>
                  <a:pt x="641383" y="635002"/>
                </a:lnTo>
                <a:lnTo>
                  <a:pt x="641561" y="634437"/>
                </a:lnTo>
                <a:lnTo>
                  <a:pt x="641730" y="633872"/>
                </a:lnTo>
                <a:lnTo>
                  <a:pt x="641908" y="633307"/>
                </a:lnTo>
                <a:lnTo>
                  <a:pt x="642077" y="632742"/>
                </a:lnTo>
                <a:lnTo>
                  <a:pt x="642246" y="632177"/>
                </a:lnTo>
                <a:lnTo>
                  <a:pt x="642424" y="631612"/>
                </a:lnTo>
                <a:lnTo>
                  <a:pt x="642593" y="631045"/>
                </a:lnTo>
                <a:lnTo>
                  <a:pt x="642771" y="630479"/>
                </a:lnTo>
                <a:lnTo>
                  <a:pt x="642940" y="629912"/>
                </a:lnTo>
                <a:lnTo>
                  <a:pt x="643118" y="629346"/>
                </a:lnTo>
                <a:lnTo>
                  <a:pt x="643287" y="628779"/>
                </a:lnTo>
                <a:lnTo>
                  <a:pt x="643456" y="628211"/>
                </a:lnTo>
                <a:lnTo>
                  <a:pt x="643634" y="627644"/>
                </a:lnTo>
                <a:lnTo>
                  <a:pt x="643803" y="627076"/>
                </a:lnTo>
                <a:lnTo>
                  <a:pt x="643981" y="626508"/>
                </a:lnTo>
                <a:lnTo>
                  <a:pt x="644150" y="625939"/>
                </a:lnTo>
                <a:lnTo>
                  <a:pt x="644328" y="625371"/>
                </a:lnTo>
                <a:lnTo>
                  <a:pt x="644497" y="624802"/>
                </a:lnTo>
                <a:lnTo>
                  <a:pt x="644666" y="624233"/>
                </a:lnTo>
                <a:lnTo>
                  <a:pt x="644844" y="623664"/>
                </a:lnTo>
                <a:lnTo>
                  <a:pt x="645013" y="623094"/>
                </a:lnTo>
                <a:lnTo>
                  <a:pt x="645191" y="622524"/>
                </a:lnTo>
                <a:lnTo>
                  <a:pt x="645360" y="621954"/>
                </a:lnTo>
                <a:lnTo>
                  <a:pt x="645538" y="621383"/>
                </a:lnTo>
                <a:lnTo>
                  <a:pt x="645707" y="620812"/>
                </a:lnTo>
                <a:lnTo>
                  <a:pt x="645876" y="620242"/>
                </a:lnTo>
                <a:lnTo>
                  <a:pt x="646054" y="619671"/>
                </a:lnTo>
                <a:lnTo>
                  <a:pt x="646223" y="619099"/>
                </a:lnTo>
                <a:lnTo>
                  <a:pt x="646401" y="618528"/>
                </a:lnTo>
                <a:lnTo>
                  <a:pt x="646570" y="617956"/>
                </a:lnTo>
                <a:lnTo>
                  <a:pt x="646748" y="617384"/>
                </a:lnTo>
                <a:lnTo>
                  <a:pt x="646917" y="616811"/>
                </a:lnTo>
                <a:lnTo>
                  <a:pt x="647086" y="616238"/>
                </a:lnTo>
                <a:lnTo>
                  <a:pt x="647264" y="615665"/>
                </a:lnTo>
                <a:lnTo>
                  <a:pt x="647433" y="615092"/>
                </a:lnTo>
                <a:lnTo>
                  <a:pt x="647611" y="614519"/>
                </a:lnTo>
                <a:lnTo>
                  <a:pt x="647780" y="613945"/>
                </a:lnTo>
                <a:lnTo>
                  <a:pt x="647958" y="613371"/>
                </a:lnTo>
                <a:lnTo>
                  <a:pt x="648127" y="612797"/>
                </a:lnTo>
                <a:lnTo>
                  <a:pt x="648296" y="612223"/>
                </a:lnTo>
                <a:lnTo>
                  <a:pt x="648474" y="611648"/>
                </a:lnTo>
                <a:lnTo>
                  <a:pt x="648643" y="611072"/>
                </a:lnTo>
                <a:lnTo>
                  <a:pt x="648821" y="610498"/>
                </a:lnTo>
                <a:lnTo>
                  <a:pt x="648990" y="609922"/>
                </a:lnTo>
                <a:lnTo>
                  <a:pt x="649168" y="609347"/>
                </a:lnTo>
                <a:lnTo>
                  <a:pt x="649337" y="608771"/>
                </a:lnTo>
                <a:lnTo>
                  <a:pt x="649506" y="608194"/>
                </a:lnTo>
                <a:lnTo>
                  <a:pt x="649684" y="607618"/>
                </a:lnTo>
                <a:lnTo>
                  <a:pt x="649853" y="607041"/>
                </a:lnTo>
                <a:lnTo>
                  <a:pt x="650031" y="606465"/>
                </a:lnTo>
                <a:lnTo>
                  <a:pt x="650200" y="605888"/>
                </a:lnTo>
                <a:lnTo>
                  <a:pt x="650378" y="605310"/>
                </a:lnTo>
                <a:lnTo>
                  <a:pt x="650547" y="604733"/>
                </a:lnTo>
                <a:lnTo>
                  <a:pt x="650716" y="604155"/>
                </a:lnTo>
                <a:lnTo>
                  <a:pt x="650894" y="603577"/>
                </a:lnTo>
                <a:lnTo>
                  <a:pt x="651063" y="602999"/>
                </a:lnTo>
                <a:lnTo>
                  <a:pt x="651241" y="602421"/>
                </a:lnTo>
                <a:lnTo>
                  <a:pt x="651410" y="601841"/>
                </a:lnTo>
                <a:lnTo>
                  <a:pt x="651588" y="601262"/>
                </a:lnTo>
                <a:lnTo>
                  <a:pt x="651757" y="600683"/>
                </a:lnTo>
                <a:lnTo>
                  <a:pt x="651926" y="600104"/>
                </a:lnTo>
                <a:lnTo>
                  <a:pt x="652104" y="599524"/>
                </a:lnTo>
                <a:lnTo>
                  <a:pt x="652273" y="598945"/>
                </a:lnTo>
                <a:lnTo>
                  <a:pt x="652451" y="598364"/>
                </a:lnTo>
                <a:lnTo>
                  <a:pt x="652620" y="597784"/>
                </a:lnTo>
                <a:lnTo>
                  <a:pt x="652789" y="597204"/>
                </a:lnTo>
                <a:lnTo>
                  <a:pt x="652967" y="596623"/>
                </a:lnTo>
                <a:lnTo>
                  <a:pt x="653136" y="596042"/>
                </a:lnTo>
                <a:lnTo>
                  <a:pt x="653314" y="595460"/>
                </a:lnTo>
                <a:lnTo>
                  <a:pt x="653483" y="594879"/>
                </a:lnTo>
                <a:lnTo>
                  <a:pt x="653660" y="594297"/>
                </a:lnTo>
                <a:lnTo>
                  <a:pt x="653830" y="593715"/>
                </a:lnTo>
                <a:lnTo>
                  <a:pt x="653998" y="593133"/>
                </a:lnTo>
                <a:lnTo>
                  <a:pt x="654176" y="592551"/>
                </a:lnTo>
                <a:lnTo>
                  <a:pt x="654345" y="591968"/>
                </a:lnTo>
                <a:lnTo>
                  <a:pt x="654523" y="591385"/>
                </a:lnTo>
                <a:lnTo>
                  <a:pt x="654692" y="590803"/>
                </a:lnTo>
                <a:lnTo>
                  <a:pt x="654870" y="590219"/>
                </a:lnTo>
                <a:lnTo>
                  <a:pt x="655039" y="589636"/>
                </a:lnTo>
                <a:lnTo>
                  <a:pt x="655209" y="589052"/>
                </a:lnTo>
                <a:lnTo>
                  <a:pt x="655386" y="588468"/>
                </a:lnTo>
                <a:lnTo>
                  <a:pt x="655555" y="587884"/>
                </a:lnTo>
                <a:lnTo>
                  <a:pt x="655733" y="587299"/>
                </a:lnTo>
                <a:lnTo>
                  <a:pt x="655902" y="586715"/>
                </a:lnTo>
                <a:lnTo>
                  <a:pt x="656080" y="586130"/>
                </a:lnTo>
                <a:lnTo>
                  <a:pt x="656249" y="585546"/>
                </a:lnTo>
                <a:lnTo>
                  <a:pt x="656418" y="584960"/>
                </a:lnTo>
                <a:lnTo>
                  <a:pt x="656596" y="584375"/>
                </a:lnTo>
                <a:lnTo>
                  <a:pt x="656765" y="583790"/>
                </a:lnTo>
                <a:lnTo>
                  <a:pt x="656943" y="583203"/>
                </a:lnTo>
                <a:lnTo>
                  <a:pt x="657112" y="582617"/>
                </a:lnTo>
                <a:lnTo>
                  <a:pt x="657290" y="582031"/>
                </a:lnTo>
                <a:lnTo>
                  <a:pt x="657459" y="581445"/>
                </a:lnTo>
                <a:lnTo>
                  <a:pt x="657628" y="580858"/>
                </a:lnTo>
                <a:lnTo>
                  <a:pt x="657806" y="580271"/>
                </a:lnTo>
                <a:lnTo>
                  <a:pt x="657975" y="579684"/>
                </a:lnTo>
                <a:lnTo>
                  <a:pt x="658153" y="579097"/>
                </a:lnTo>
                <a:lnTo>
                  <a:pt x="658322" y="578510"/>
                </a:lnTo>
                <a:lnTo>
                  <a:pt x="658500" y="577922"/>
                </a:lnTo>
                <a:lnTo>
                  <a:pt x="658669" y="577334"/>
                </a:lnTo>
                <a:lnTo>
                  <a:pt x="658838" y="576745"/>
                </a:lnTo>
                <a:lnTo>
                  <a:pt x="659016" y="576157"/>
                </a:lnTo>
                <a:lnTo>
                  <a:pt x="659185" y="575569"/>
                </a:lnTo>
                <a:lnTo>
                  <a:pt x="659363" y="574980"/>
                </a:lnTo>
                <a:lnTo>
                  <a:pt x="659532" y="574391"/>
                </a:lnTo>
                <a:lnTo>
                  <a:pt x="659710" y="573803"/>
                </a:lnTo>
                <a:lnTo>
                  <a:pt x="659879" y="573214"/>
                </a:lnTo>
                <a:lnTo>
                  <a:pt x="660048" y="572624"/>
                </a:lnTo>
                <a:lnTo>
                  <a:pt x="660226" y="572034"/>
                </a:lnTo>
                <a:lnTo>
                  <a:pt x="660395" y="571444"/>
                </a:lnTo>
                <a:lnTo>
                  <a:pt x="660573" y="570854"/>
                </a:lnTo>
                <a:lnTo>
                  <a:pt x="660742" y="570264"/>
                </a:lnTo>
                <a:lnTo>
                  <a:pt x="660920" y="569674"/>
                </a:lnTo>
                <a:lnTo>
                  <a:pt x="661089" y="569083"/>
                </a:lnTo>
                <a:lnTo>
                  <a:pt x="661258" y="568492"/>
                </a:lnTo>
                <a:lnTo>
                  <a:pt x="661436" y="567901"/>
                </a:lnTo>
                <a:lnTo>
                  <a:pt x="661605" y="567310"/>
                </a:lnTo>
                <a:lnTo>
                  <a:pt x="661783" y="566718"/>
                </a:lnTo>
                <a:lnTo>
                  <a:pt x="661952" y="566127"/>
                </a:lnTo>
                <a:lnTo>
                  <a:pt x="662130" y="565535"/>
                </a:lnTo>
                <a:lnTo>
                  <a:pt x="662299" y="564943"/>
                </a:lnTo>
                <a:lnTo>
                  <a:pt x="662468" y="564351"/>
                </a:lnTo>
                <a:lnTo>
                  <a:pt x="662646" y="563758"/>
                </a:lnTo>
                <a:lnTo>
                  <a:pt x="662815" y="563166"/>
                </a:lnTo>
                <a:lnTo>
                  <a:pt x="662993" y="562573"/>
                </a:lnTo>
                <a:lnTo>
                  <a:pt x="663162" y="561980"/>
                </a:lnTo>
                <a:lnTo>
                  <a:pt x="663340" y="561388"/>
                </a:lnTo>
                <a:lnTo>
                  <a:pt x="663509" y="560794"/>
                </a:lnTo>
                <a:lnTo>
                  <a:pt x="663678" y="560201"/>
                </a:lnTo>
                <a:lnTo>
                  <a:pt x="663856" y="559607"/>
                </a:lnTo>
                <a:lnTo>
                  <a:pt x="664025" y="559013"/>
                </a:lnTo>
                <a:lnTo>
                  <a:pt x="664203" y="558420"/>
                </a:lnTo>
                <a:lnTo>
                  <a:pt x="664372" y="557825"/>
                </a:lnTo>
                <a:lnTo>
                  <a:pt x="664550" y="557231"/>
                </a:lnTo>
                <a:lnTo>
                  <a:pt x="664719" y="556636"/>
                </a:lnTo>
                <a:lnTo>
                  <a:pt x="664888" y="556042"/>
                </a:lnTo>
                <a:lnTo>
                  <a:pt x="665066" y="555447"/>
                </a:lnTo>
                <a:lnTo>
                  <a:pt x="665235" y="554852"/>
                </a:lnTo>
                <a:lnTo>
                  <a:pt x="665413" y="554256"/>
                </a:lnTo>
                <a:lnTo>
                  <a:pt x="665582" y="553661"/>
                </a:lnTo>
                <a:lnTo>
                  <a:pt x="665760" y="553066"/>
                </a:lnTo>
                <a:lnTo>
                  <a:pt x="665929" y="552470"/>
                </a:lnTo>
                <a:lnTo>
                  <a:pt x="666098" y="551874"/>
                </a:lnTo>
                <a:lnTo>
                  <a:pt x="666276" y="551278"/>
                </a:lnTo>
                <a:lnTo>
                  <a:pt x="666445" y="550682"/>
                </a:lnTo>
                <a:lnTo>
                  <a:pt x="666623" y="550086"/>
                </a:lnTo>
                <a:lnTo>
                  <a:pt x="666792" y="549489"/>
                </a:lnTo>
                <a:lnTo>
                  <a:pt x="666970" y="548893"/>
                </a:lnTo>
                <a:lnTo>
                  <a:pt x="667139" y="548296"/>
                </a:lnTo>
                <a:lnTo>
                  <a:pt x="667308" y="547699"/>
                </a:lnTo>
                <a:lnTo>
                  <a:pt x="667486" y="547101"/>
                </a:lnTo>
                <a:lnTo>
                  <a:pt x="667655" y="546504"/>
                </a:lnTo>
                <a:lnTo>
                  <a:pt x="667833" y="545906"/>
                </a:lnTo>
                <a:lnTo>
                  <a:pt x="668002" y="545308"/>
                </a:lnTo>
                <a:lnTo>
                  <a:pt x="668179" y="544710"/>
                </a:lnTo>
                <a:lnTo>
                  <a:pt x="668348" y="544112"/>
                </a:lnTo>
                <a:lnTo>
                  <a:pt x="668518" y="543515"/>
                </a:lnTo>
                <a:lnTo>
                  <a:pt x="668695" y="542916"/>
                </a:lnTo>
                <a:lnTo>
                  <a:pt x="668865" y="542317"/>
                </a:lnTo>
                <a:lnTo>
                  <a:pt x="669042" y="541718"/>
                </a:lnTo>
                <a:lnTo>
                  <a:pt x="669212" y="541120"/>
                </a:lnTo>
                <a:lnTo>
                  <a:pt x="669389" y="540521"/>
                </a:lnTo>
                <a:lnTo>
                  <a:pt x="669558" y="539922"/>
                </a:lnTo>
                <a:lnTo>
                  <a:pt x="669727" y="539323"/>
                </a:lnTo>
                <a:lnTo>
                  <a:pt x="669905" y="538723"/>
                </a:lnTo>
                <a:lnTo>
                  <a:pt x="670074" y="538123"/>
                </a:lnTo>
                <a:lnTo>
                  <a:pt x="670252" y="537524"/>
                </a:lnTo>
                <a:lnTo>
                  <a:pt x="670421" y="536924"/>
                </a:lnTo>
                <a:lnTo>
                  <a:pt x="670599" y="536324"/>
                </a:lnTo>
                <a:lnTo>
                  <a:pt x="670768" y="535724"/>
                </a:lnTo>
                <a:lnTo>
                  <a:pt x="670937" y="535123"/>
                </a:lnTo>
                <a:lnTo>
                  <a:pt x="671115" y="534523"/>
                </a:lnTo>
                <a:lnTo>
                  <a:pt x="671284" y="533922"/>
                </a:lnTo>
                <a:lnTo>
                  <a:pt x="671462" y="533322"/>
                </a:lnTo>
                <a:lnTo>
                  <a:pt x="671631" y="532721"/>
                </a:lnTo>
                <a:lnTo>
                  <a:pt x="671800" y="532120"/>
                </a:lnTo>
                <a:lnTo>
                  <a:pt x="671978" y="531519"/>
                </a:lnTo>
                <a:lnTo>
                  <a:pt x="672147" y="530917"/>
                </a:lnTo>
                <a:lnTo>
                  <a:pt x="672325" y="530316"/>
                </a:lnTo>
                <a:lnTo>
                  <a:pt x="672494" y="529714"/>
                </a:lnTo>
                <a:lnTo>
                  <a:pt x="672672" y="529113"/>
                </a:lnTo>
                <a:lnTo>
                  <a:pt x="672841" y="528511"/>
                </a:lnTo>
                <a:lnTo>
                  <a:pt x="673010" y="527908"/>
                </a:lnTo>
                <a:lnTo>
                  <a:pt x="673188" y="527306"/>
                </a:lnTo>
                <a:lnTo>
                  <a:pt x="673357" y="526704"/>
                </a:lnTo>
                <a:lnTo>
                  <a:pt x="673535" y="526102"/>
                </a:lnTo>
                <a:lnTo>
                  <a:pt x="673704" y="525499"/>
                </a:lnTo>
                <a:lnTo>
                  <a:pt x="673882" y="524897"/>
                </a:lnTo>
                <a:lnTo>
                  <a:pt x="674051" y="524294"/>
                </a:lnTo>
                <a:lnTo>
                  <a:pt x="674220" y="523691"/>
                </a:lnTo>
                <a:lnTo>
                  <a:pt x="674398" y="523087"/>
                </a:lnTo>
                <a:lnTo>
                  <a:pt x="674567" y="522484"/>
                </a:lnTo>
                <a:lnTo>
                  <a:pt x="674745" y="521881"/>
                </a:lnTo>
                <a:lnTo>
                  <a:pt x="674914" y="521278"/>
                </a:lnTo>
                <a:lnTo>
                  <a:pt x="675092" y="520674"/>
                </a:lnTo>
                <a:lnTo>
                  <a:pt x="675261" y="520071"/>
                </a:lnTo>
                <a:lnTo>
                  <a:pt x="675430" y="519467"/>
                </a:lnTo>
                <a:lnTo>
                  <a:pt x="675608" y="518863"/>
                </a:lnTo>
                <a:lnTo>
                  <a:pt x="675777" y="518258"/>
                </a:lnTo>
                <a:lnTo>
                  <a:pt x="675955" y="517654"/>
                </a:lnTo>
                <a:lnTo>
                  <a:pt x="676124" y="517050"/>
                </a:lnTo>
                <a:lnTo>
                  <a:pt x="676302" y="516445"/>
                </a:lnTo>
                <a:lnTo>
                  <a:pt x="676471" y="515841"/>
                </a:lnTo>
                <a:lnTo>
                  <a:pt x="676640" y="515236"/>
                </a:lnTo>
                <a:lnTo>
                  <a:pt x="676818" y="514631"/>
                </a:lnTo>
                <a:lnTo>
                  <a:pt x="676987" y="514026"/>
                </a:lnTo>
                <a:lnTo>
                  <a:pt x="677165" y="513421"/>
                </a:lnTo>
                <a:lnTo>
                  <a:pt x="677334" y="512816"/>
                </a:lnTo>
                <a:lnTo>
                  <a:pt x="677512" y="512211"/>
                </a:lnTo>
                <a:lnTo>
                  <a:pt x="677681" y="511606"/>
                </a:lnTo>
                <a:lnTo>
                  <a:pt x="677850" y="511000"/>
                </a:lnTo>
                <a:lnTo>
                  <a:pt x="678028" y="510395"/>
                </a:lnTo>
                <a:lnTo>
                  <a:pt x="678197" y="509789"/>
                </a:lnTo>
                <a:lnTo>
                  <a:pt x="678375" y="509183"/>
                </a:lnTo>
                <a:lnTo>
                  <a:pt x="678544" y="508577"/>
                </a:lnTo>
                <a:lnTo>
                  <a:pt x="678722" y="507971"/>
                </a:lnTo>
                <a:lnTo>
                  <a:pt x="678891" y="507365"/>
                </a:lnTo>
                <a:lnTo>
                  <a:pt x="679060" y="506759"/>
                </a:lnTo>
                <a:lnTo>
                  <a:pt x="679238" y="506152"/>
                </a:lnTo>
                <a:lnTo>
                  <a:pt x="679407" y="505545"/>
                </a:lnTo>
                <a:lnTo>
                  <a:pt x="679585" y="504939"/>
                </a:lnTo>
                <a:lnTo>
                  <a:pt x="679754" y="504332"/>
                </a:lnTo>
                <a:lnTo>
                  <a:pt x="679932" y="503725"/>
                </a:lnTo>
                <a:lnTo>
                  <a:pt x="680101" y="503118"/>
                </a:lnTo>
                <a:lnTo>
                  <a:pt x="680270" y="502512"/>
                </a:lnTo>
                <a:lnTo>
                  <a:pt x="680448" y="501905"/>
                </a:lnTo>
                <a:lnTo>
                  <a:pt x="680617" y="501297"/>
                </a:lnTo>
                <a:lnTo>
                  <a:pt x="680795" y="500690"/>
                </a:lnTo>
                <a:lnTo>
                  <a:pt x="680964" y="500083"/>
                </a:lnTo>
                <a:lnTo>
                  <a:pt x="681142" y="499475"/>
                </a:lnTo>
                <a:lnTo>
                  <a:pt x="681311" y="498868"/>
                </a:lnTo>
                <a:lnTo>
                  <a:pt x="681480" y="498260"/>
                </a:lnTo>
                <a:lnTo>
                  <a:pt x="681658" y="497652"/>
                </a:lnTo>
                <a:lnTo>
                  <a:pt x="681827" y="497045"/>
                </a:lnTo>
                <a:lnTo>
                  <a:pt x="682005" y="496436"/>
                </a:lnTo>
                <a:lnTo>
                  <a:pt x="682174" y="495829"/>
                </a:lnTo>
                <a:lnTo>
                  <a:pt x="682351" y="495220"/>
                </a:lnTo>
                <a:lnTo>
                  <a:pt x="682521" y="494612"/>
                </a:lnTo>
                <a:lnTo>
                  <a:pt x="682690" y="494004"/>
                </a:lnTo>
                <a:lnTo>
                  <a:pt x="682868" y="493396"/>
                </a:lnTo>
                <a:lnTo>
                  <a:pt x="683037" y="492787"/>
                </a:lnTo>
                <a:lnTo>
                  <a:pt x="683215" y="492178"/>
                </a:lnTo>
                <a:lnTo>
                  <a:pt x="683383" y="491570"/>
                </a:lnTo>
                <a:lnTo>
                  <a:pt x="683561" y="490961"/>
                </a:lnTo>
                <a:lnTo>
                  <a:pt x="683730" y="490352"/>
                </a:lnTo>
                <a:lnTo>
                  <a:pt x="683900" y="489744"/>
                </a:lnTo>
                <a:lnTo>
                  <a:pt x="684077" y="489134"/>
                </a:lnTo>
                <a:lnTo>
                  <a:pt x="684246" y="488526"/>
                </a:lnTo>
                <a:lnTo>
                  <a:pt x="684424" y="487916"/>
                </a:lnTo>
                <a:lnTo>
                  <a:pt x="684593" y="487307"/>
                </a:lnTo>
                <a:lnTo>
                  <a:pt x="684771" y="486697"/>
                </a:lnTo>
                <a:lnTo>
                  <a:pt x="684940" y="486088"/>
                </a:lnTo>
                <a:lnTo>
                  <a:pt x="685109" y="485479"/>
                </a:lnTo>
                <a:lnTo>
                  <a:pt x="685287" y="484869"/>
                </a:lnTo>
                <a:lnTo>
                  <a:pt x="685456" y="484260"/>
                </a:lnTo>
                <a:lnTo>
                  <a:pt x="685634" y="483650"/>
                </a:lnTo>
                <a:lnTo>
                  <a:pt x="685803" y="483040"/>
                </a:lnTo>
                <a:lnTo>
                  <a:pt x="685981" y="482431"/>
                </a:lnTo>
                <a:lnTo>
                  <a:pt x="686150" y="481820"/>
                </a:lnTo>
                <a:lnTo>
                  <a:pt x="686319" y="481211"/>
                </a:lnTo>
                <a:lnTo>
                  <a:pt x="686497" y="480601"/>
                </a:lnTo>
                <a:lnTo>
                  <a:pt x="686666" y="479990"/>
                </a:lnTo>
                <a:lnTo>
                  <a:pt x="686844" y="479381"/>
                </a:lnTo>
                <a:lnTo>
                  <a:pt x="687013" y="478771"/>
                </a:lnTo>
                <a:lnTo>
                  <a:pt x="687191" y="478160"/>
                </a:lnTo>
                <a:lnTo>
                  <a:pt x="687360" y="477550"/>
                </a:lnTo>
                <a:lnTo>
                  <a:pt x="687529" y="476940"/>
                </a:lnTo>
                <a:lnTo>
                  <a:pt x="687707" y="476329"/>
                </a:lnTo>
                <a:lnTo>
                  <a:pt x="687876" y="475718"/>
                </a:lnTo>
                <a:lnTo>
                  <a:pt x="688054" y="475108"/>
                </a:lnTo>
                <a:lnTo>
                  <a:pt x="688223" y="474498"/>
                </a:lnTo>
                <a:lnTo>
                  <a:pt x="688401" y="473887"/>
                </a:lnTo>
                <a:lnTo>
                  <a:pt x="688570" y="473276"/>
                </a:lnTo>
                <a:lnTo>
                  <a:pt x="688739" y="472665"/>
                </a:lnTo>
                <a:lnTo>
                  <a:pt x="688917" y="472054"/>
                </a:lnTo>
                <a:lnTo>
                  <a:pt x="689086" y="471444"/>
                </a:lnTo>
                <a:lnTo>
                  <a:pt x="689264" y="470832"/>
                </a:lnTo>
                <a:lnTo>
                  <a:pt x="689433" y="470221"/>
                </a:lnTo>
                <a:lnTo>
                  <a:pt x="689611" y="469610"/>
                </a:lnTo>
                <a:lnTo>
                  <a:pt x="689780" y="468999"/>
                </a:lnTo>
                <a:lnTo>
                  <a:pt x="689949" y="468388"/>
                </a:lnTo>
                <a:lnTo>
                  <a:pt x="690127" y="467776"/>
                </a:lnTo>
                <a:lnTo>
                  <a:pt x="690296" y="467165"/>
                </a:lnTo>
                <a:lnTo>
                  <a:pt x="690474" y="466554"/>
                </a:lnTo>
                <a:lnTo>
                  <a:pt x="690643" y="465943"/>
                </a:lnTo>
                <a:lnTo>
                  <a:pt x="690812" y="465332"/>
                </a:lnTo>
                <a:lnTo>
                  <a:pt x="690990" y="464720"/>
                </a:lnTo>
                <a:lnTo>
                  <a:pt x="691159" y="464108"/>
                </a:lnTo>
                <a:lnTo>
                  <a:pt x="691337" y="463497"/>
                </a:lnTo>
                <a:lnTo>
                  <a:pt x="691506" y="462886"/>
                </a:lnTo>
                <a:lnTo>
                  <a:pt x="691684" y="462274"/>
                </a:lnTo>
                <a:lnTo>
                  <a:pt x="691853" y="461663"/>
                </a:lnTo>
                <a:lnTo>
                  <a:pt x="692022" y="461051"/>
                </a:lnTo>
                <a:lnTo>
                  <a:pt x="692200" y="460439"/>
                </a:lnTo>
                <a:lnTo>
                  <a:pt x="692369" y="459827"/>
                </a:lnTo>
                <a:lnTo>
                  <a:pt x="692547" y="459215"/>
                </a:lnTo>
                <a:lnTo>
                  <a:pt x="692716" y="458604"/>
                </a:lnTo>
                <a:lnTo>
                  <a:pt x="692894" y="457992"/>
                </a:lnTo>
                <a:lnTo>
                  <a:pt x="693063" y="457380"/>
                </a:lnTo>
                <a:lnTo>
                  <a:pt x="693232" y="456768"/>
                </a:lnTo>
                <a:lnTo>
                  <a:pt x="693410" y="456156"/>
                </a:lnTo>
                <a:lnTo>
                  <a:pt x="693579" y="455545"/>
                </a:lnTo>
                <a:lnTo>
                  <a:pt x="693757" y="454933"/>
                </a:lnTo>
                <a:lnTo>
                  <a:pt x="693926" y="454321"/>
                </a:lnTo>
                <a:lnTo>
                  <a:pt x="694104" y="453708"/>
                </a:lnTo>
                <a:lnTo>
                  <a:pt x="694273" y="453096"/>
                </a:lnTo>
                <a:lnTo>
                  <a:pt x="694442" y="452484"/>
                </a:lnTo>
                <a:lnTo>
                  <a:pt x="694620" y="451872"/>
                </a:lnTo>
                <a:lnTo>
                  <a:pt x="694789" y="451260"/>
                </a:lnTo>
                <a:lnTo>
                  <a:pt x="694967" y="450648"/>
                </a:lnTo>
                <a:lnTo>
                  <a:pt x="695136" y="450036"/>
                </a:lnTo>
                <a:lnTo>
                  <a:pt x="695314" y="449423"/>
                </a:lnTo>
                <a:lnTo>
                  <a:pt x="695483" y="448811"/>
                </a:lnTo>
                <a:lnTo>
                  <a:pt x="695652" y="448199"/>
                </a:lnTo>
                <a:lnTo>
                  <a:pt x="695830" y="447587"/>
                </a:lnTo>
                <a:lnTo>
                  <a:pt x="695999" y="446975"/>
                </a:lnTo>
                <a:lnTo>
                  <a:pt x="696177" y="446363"/>
                </a:lnTo>
                <a:lnTo>
                  <a:pt x="696346" y="445750"/>
                </a:lnTo>
                <a:lnTo>
                  <a:pt x="696524" y="445138"/>
                </a:lnTo>
                <a:lnTo>
                  <a:pt x="696693" y="444526"/>
                </a:lnTo>
                <a:lnTo>
                  <a:pt x="696862" y="443913"/>
                </a:lnTo>
                <a:lnTo>
                  <a:pt x="697040" y="443301"/>
                </a:lnTo>
                <a:lnTo>
                  <a:pt x="697209" y="442688"/>
                </a:lnTo>
                <a:lnTo>
                  <a:pt x="697386" y="442076"/>
                </a:lnTo>
                <a:lnTo>
                  <a:pt x="697556" y="441464"/>
                </a:lnTo>
                <a:lnTo>
                  <a:pt x="697733" y="440851"/>
                </a:lnTo>
                <a:lnTo>
                  <a:pt x="697903" y="440239"/>
                </a:lnTo>
                <a:lnTo>
                  <a:pt x="698072" y="439627"/>
                </a:lnTo>
                <a:lnTo>
                  <a:pt x="698250" y="439014"/>
                </a:lnTo>
                <a:lnTo>
                  <a:pt x="698419" y="438402"/>
                </a:lnTo>
                <a:lnTo>
                  <a:pt x="698596" y="437790"/>
                </a:lnTo>
                <a:lnTo>
                  <a:pt x="698765" y="437177"/>
                </a:lnTo>
                <a:lnTo>
                  <a:pt x="698943" y="436565"/>
                </a:lnTo>
                <a:lnTo>
                  <a:pt x="699112" y="435953"/>
                </a:lnTo>
                <a:lnTo>
                  <a:pt x="699281" y="435341"/>
                </a:lnTo>
                <a:lnTo>
                  <a:pt x="699459" y="434728"/>
                </a:lnTo>
                <a:lnTo>
                  <a:pt x="699628" y="434116"/>
                </a:lnTo>
                <a:lnTo>
                  <a:pt x="699806" y="433504"/>
                </a:lnTo>
                <a:lnTo>
                  <a:pt x="699975" y="432892"/>
                </a:lnTo>
                <a:lnTo>
                  <a:pt x="700153" y="432279"/>
                </a:lnTo>
                <a:lnTo>
                  <a:pt x="700322" y="431667"/>
                </a:lnTo>
                <a:lnTo>
                  <a:pt x="700491" y="431055"/>
                </a:lnTo>
                <a:lnTo>
                  <a:pt x="700669" y="430442"/>
                </a:lnTo>
                <a:lnTo>
                  <a:pt x="700838" y="429829"/>
                </a:lnTo>
                <a:lnTo>
                  <a:pt x="701016" y="429217"/>
                </a:lnTo>
                <a:lnTo>
                  <a:pt x="701185" y="428605"/>
                </a:lnTo>
                <a:lnTo>
                  <a:pt x="701363" y="427993"/>
                </a:lnTo>
                <a:lnTo>
                  <a:pt x="701532" y="427381"/>
                </a:lnTo>
                <a:lnTo>
                  <a:pt x="701701" y="426769"/>
                </a:lnTo>
                <a:lnTo>
                  <a:pt x="701879" y="426157"/>
                </a:lnTo>
                <a:lnTo>
                  <a:pt x="702048" y="425545"/>
                </a:lnTo>
                <a:lnTo>
                  <a:pt x="702226" y="424933"/>
                </a:lnTo>
                <a:lnTo>
                  <a:pt x="702395" y="424321"/>
                </a:lnTo>
                <a:lnTo>
                  <a:pt x="702573" y="423709"/>
                </a:lnTo>
                <a:lnTo>
                  <a:pt x="702742" y="423097"/>
                </a:lnTo>
                <a:lnTo>
                  <a:pt x="702911" y="422485"/>
                </a:lnTo>
                <a:lnTo>
                  <a:pt x="703089" y="421873"/>
                </a:lnTo>
                <a:lnTo>
                  <a:pt x="703258" y="421260"/>
                </a:lnTo>
                <a:lnTo>
                  <a:pt x="703436" y="420648"/>
                </a:lnTo>
                <a:lnTo>
                  <a:pt x="703605" y="420036"/>
                </a:lnTo>
                <a:lnTo>
                  <a:pt x="703783" y="419425"/>
                </a:lnTo>
                <a:lnTo>
                  <a:pt x="703952" y="418813"/>
                </a:lnTo>
                <a:lnTo>
                  <a:pt x="704121" y="418201"/>
                </a:lnTo>
                <a:lnTo>
                  <a:pt x="704299" y="417590"/>
                </a:lnTo>
                <a:lnTo>
                  <a:pt x="704468" y="416978"/>
                </a:lnTo>
                <a:lnTo>
                  <a:pt x="704646" y="416366"/>
                </a:lnTo>
                <a:lnTo>
                  <a:pt x="704815" y="415754"/>
                </a:lnTo>
                <a:lnTo>
                  <a:pt x="704993" y="415142"/>
                </a:lnTo>
                <a:lnTo>
                  <a:pt x="705162" y="414531"/>
                </a:lnTo>
                <a:lnTo>
                  <a:pt x="705331" y="413920"/>
                </a:lnTo>
                <a:lnTo>
                  <a:pt x="705509" y="413308"/>
                </a:lnTo>
                <a:lnTo>
                  <a:pt x="705678" y="412697"/>
                </a:lnTo>
                <a:lnTo>
                  <a:pt x="705856" y="412086"/>
                </a:lnTo>
                <a:lnTo>
                  <a:pt x="706025" y="411474"/>
                </a:lnTo>
                <a:lnTo>
                  <a:pt x="706203" y="410862"/>
                </a:lnTo>
                <a:lnTo>
                  <a:pt x="706372" y="410251"/>
                </a:lnTo>
                <a:lnTo>
                  <a:pt x="706541" y="409640"/>
                </a:lnTo>
                <a:lnTo>
                  <a:pt x="706719" y="409029"/>
                </a:lnTo>
                <a:lnTo>
                  <a:pt x="706888" y="408418"/>
                </a:lnTo>
                <a:lnTo>
                  <a:pt x="707066" y="407807"/>
                </a:lnTo>
                <a:lnTo>
                  <a:pt x="707235" y="407196"/>
                </a:lnTo>
                <a:lnTo>
                  <a:pt x="707413" y="406585"/>
                </a:lnTo>
                <a:lnTo>
                  <a:pt x="707582" y="405974"/>
                </a:lnTo>
                <a:lnTo>
                  <a:pt x="707751" y="405363"/>
                </a:lnTo>
                <a:lnTo>
                  <a:pt x="707929" y="404752"/>
                </a:lnTo>
                <a:lnTo>
                  <a:pt x="708098" y="404142"/>
                </a:lnTo>
                <a:lnTo>
                  <a:pt x="708276" y="403531"/>
                </a:lnTo>
                <a:lnTo>
                  <a:pt x="708445" y="402920"/>
                </a:lnTo>
                <a:lnTo>
                  <a:pt x="708623" y="402309"/>
                </a:lnTo>
                <a:lnTo>
                  <a:pt x="708792" y="401699"/>
                </a:lnTo>
                <a:lnTo>
                  <a:pt x="708961" y="401089"/>
                </a:lnTo>
                <a:lnTo>
                  <a:pt x="709139" y="400478"/>
                </a:lnTo>
                <a:lnTo>
                  <a:pt x="709308" y="399868"/>
                </a:lnTo>
                <a:lnTo>
                  <a:pt x="709486" y="399258"/>
                </a:lnTo>
                <a:lnTo>
                  <a:pt x="709655" y="398647"/>
                </a:lnTo>
                <a:lnTo>
                  <a:pt x="709824" y="398037"/>
                </a:lnTo>
                <a:lnTo>
                  <a:pt x="710002" y="397428"/>
                </a:lnTo>
                <a:lnTo>
                  <a:pt x="710171" y="396817"/>
                </a:lnTo>
                <a:lnTo>
                  <a:pt x="710349" y="396207"/>
                </a:lnTo>
                <a:lnTo>
                  <a:pt x="710518" y="395598"/>
                </a:lnTo>
                <a:lnTo>
                  <a:pt x="710696" y="394988"/>
                </a:lnTo>
                <a:lnTo>
                  <a:pt x="710865" y="394378"/>
                </a:lnTo>
                <a:lnTo>
                  <a:pt x="711034" y="393769"/>
                </a:lnTo>
                <a:lnTo>
                  <a:pt x="711212" y="393159"/>
                </a:lnTo>
                <a:lnTo>
                  <a:pt x="711381" y="392550"/>
                </a:lnTo>
                <a:lnTo>
                  <a:pt x="711559" y="391940"/>
                </a:lnTo>
                <a:lnTo>
                  <a:pt x="711728" y="391331"/>
                </a:lnTo>
                <a:lnTo>
                  <a:pt x="711906" y="390722"/>
                </a:lnTo>
                <a:lnTo>
                  <a:pt x="712075" y="390112"/>
                </a:lnTo>
                <a:lnTo>
                  <a:pt x="712244" y="389504"/>
                </a:lnTo>
                <a:lnTo>
                  <a:pt x="712422" y="388894"/>
                </a:lnTo>
                <a:lnTo>
                  <a:pt x="712591" y="388286"/>
                </a:lnTo>
                <a:lnTo>
                  <a:pt x="712768" y="387677"/>
                </a:lnTo>
                <a:lnTo>
                  <a:pt x="712937" y="387068"/>
                </a:lnTo>
                <a:lnTo>
                  <a:pt x="713115" y="386459"/>
                </a:lnTo>
                <a:lnTo>
                  <a:pt x="713284" y="385851"/>
                </a:lnTo>
                <a:lnTo>
                  <a:pt x="713454" y="385242"/>
                </a:lnTo>
                <a:lnTo>
                  <a:pt x="713631" y="384634"/>
                </a:lnTo>
                <a:lnTo>
                  <a:pt x="713801" y="384026"/>
                </a:lnTo>
                <a:lnTo>
                  <a:pt x="713978" y="383418"/>
                </a:lnTo>
                <a:lnTo>
                  <a:pt x="714147" y="382810"/>
                </a:lnTo>
                <a:lnTo>
                  <a:pt x="714325" y="382201"/>
                </a:lnTo>
                <a:lnTo>
                  <a:pt x="714494" y="381594"/>
                </a:lnTo>
                <a:lnTo>
                  <a:pt x="714663" y="380986"/>
                </a:lnTo>
                <a:lnTo>
                  <a:pt x="714841" y="380379"/>
                </a:lnTo>
                <a:lnTo>
                  <a:pt x="715010" y="379771"/>
                </a:lnTo>
                <a:lnTo>
                  <a:pt x="715188" y="379163"/>
                </a:lnTo>
                <a:lnTo>
                  <a:pt x="715357" y="378556"/>
                </a:lnTo>
                <a:lnTo>
                  <a:pt x="715535" y="377948"/>
                </a:lnTo>
                <a:lnTo>
                  <a:pt x="715704" y="377341"/>
                </a:lnTo>
                <a:lnTo>
                  <a:pt x="715873" y="376735"/>
                </a:lnTo>
                <a:lnTo>
                  <a:pt x="716051" y="376127"/>
                </a:lnTo>
                <a:lnTo>
                  <a:pt x="716220" y="375520"/>
                </a:lnTo>
                <a:lnTo>
                  <a:pt x="716398" y="374914"/>
                </a:lnTo>
                <a:lnTo>
                  <a:pt x="716567" y="374307"/>
                </a:lnTo>
                <a:lnTo>
                  <a:pt x="716745" y="373700"/>
                </a:lnTo>
                <a:lnTo>
                  <a:pt x="716914" y="373094"/>
                </a:lnTo>
                <a:lnTo>
                  <a:pt x="717083" y="372487"/>
                </a:lnTo>
                <a:lnTo>
                  <a:pt x="717261" y="371882"/>
                </a:lnTo>
                <a:lnTo>
                  <a:pt x="717430" y="371276"/>
                </a:lnTo>
                <a:lnTo>
                  <a:pt x="717608" y="370670"/>
                </a:lnTo>
                <a:lnTo>
                  <a:pt x="717777" y="370063"/>
                </a:lnTo>
                <a:lnTo>
                  <a:pt x="717955" y="369458"/>
                </a:lnTo>
                <a:lnTo>
                  <a:pt x="718124" y="368852"/>
                </a:lnTo>
                <a:lnTo>
                  <a:pt x="718293" y="368246"/>
                </a:lnTo>
                <a:lnTo>
                  <a:pt x="718471" y="367642"/>
                </a:lnTo>
                <a:lnTo>
                  <a:pt x="718640" y="367036"/>
                </a:lnTo>
                <a:lnTo>
                  <a:pt x="718818" y="366431"/>
                </a:lnTo>
                <a:lnTo>
                  <a:pt x="718987" y="365826"/>
                </a:lnTo>
                <a:lnTo>
                  <a:pt x="719165" y="365221"/>
                </a:lnTo>
                <a:lnTo>
                  <a:pt x="719334" y="364617"/>
                </a:lnTo>
                <a:lnTo>
                  <a:pt x="719503" y="364012"/>
                </a:lnTo>
                <a:lnTo>
                  <a:pt x="719681" y="363407"/>
                </a:lnTo>
                <a:lnTo>
                  <a:pt x="719850" y="362803"/>
                </a:lnTo>
                <a:lnTo>
                  <a:pt x="720028" y="362199"/>
                </a:lnTo>
                <a:lnTo>
                  <a:pt x="720197" y="361595"/>
                </a:lnTo>
                <a:lnTo>
                  <a:pt x="720375" y="360991"/>
                </a:lnTo>
                <a:lnTo>
                  <a:pt x="720544" y="360386"/>
                </a:lnTo>
                <a:lnTo>
                  <a:pt x="720713" y="359783"/>
                </a:lnTo>
                <a:lnTo>
                  <a:pt x="720891" y="359179"/>
                </a:lnTo>
                <a:lnTo>
                  <a:pt x="721060" y="358576"/>
                </a:lnTo>
                <a:lnTo>
                  <a:pt x="721238" y="357973"/>
                </a:lnTo>
                <a:lnTo>
                  <a:pt x="721407" y="357370"/>
                </a:lnTo>
                <a:lnTo>
                  <a:pt x="721585" y="356767"/>
                </a:lnTo>
                <a:lnTo>
                  <a:pt x="721754" y="356164"/>
                </a:lnTo>
                <a:lnTo>
                  <a:pt x="721923" y="355561"/>
                </a:lnTo>
                <a:lnTo>
                  <a:pt x="722101" y="354959"/>
                </a:lnTo>
                <a:lnTo>
                  <a:pt x="722270" y="354356"/>
                </a:lnTo>
                <a:lnTo>
                  <a:pt x="722448" y="353754"/>
                </a:lnTo>
                <a:lnTo>
                  <a:pt x="722617" y="353152"/>
                </a:lnTo>
                <a:lnTo>
                  <a:pt x="722795" y="352550"/>
                </a:lnTo>
                <a:lnTo>
                  <a:pt x="722964" y="351948"/>
                </a:lnTo>
                <a:lnTo>
                  <a:pt x="723133" y="351346"/>
                </a:lnTo>
                <a:lnTo>
                  <a:pt x="723311" y="350745"/>
                </a:lnTo>
                <a:lnTo>
                  <a:pt x="723480" y="350143"/>
                </a:lnTo>
                <a:lnTo>
                  <a:pt x="723658" y="349542"/>
                </a:lnTo>
                <a:lnTo>
                  <a:pt x="723827" y="348941"/>
                </a:lnTo>
                <a:lnTo>
                  <a:pt x="724005" y="348340"/>
                </a:lnTo>
                <a:lnTo>
                  <a:pt x="724174" y="347739"/>
                </a:lnTo>
                <a:lnTo>
                  <a:pt x="724343" y="347139"/>
                </a:lnTo>
                <a:lnTo>
                  <a:pt x="724521" y="346538"/>
                </a:lnTo>
                <a:lnTo>
                  <a:pt x="724690" y="345938"/>
                </a:lnTo>
                <a:lnTo>
                  <a:pt x="724868" y="345338"/>
                </a:lnTo>
                <a:lnTo>
                  <a:pt x="725037" y="344738"/>
                </a:lnTo>
                <a:lnTo>
                  <a:pt x="725215" y="344138"/>
                </a:lnTo>
                <a:lnTo>
                  <a:pt x="725384" y="343538"/>
                </a:lnTo>
                <a:lnTo>
                  <a:pt x="725553" y="342939"/>
                </a:lnTo>
                <a:lnTo>
                  <a:pt x="725731" y="342340"/>
                </a:lnTo>
                <a:lnTo>
                  <a:pt x="725900" y="341740"/>
                </a:lnTo>
                <a:lnTo>
                  <a:pt x="726078" y="341142"/>
                </a:lnTo>
                <a:lnTo>
                  <a:pt x="726247" y="340543"/>
                </a:lnTo>
                <a:lnTo>
                  <a:pt x="726425" y="339944"/>
                </a:lnTo>
                <a:lnTo>
                  <a:pt x="726594" y="339345"/>
                </a:lnTo>
                <a:lnTo>
                  <a:pt x="726763" y="338748"/>
                </a:lnTo>
                <a:lnTo>
                  <a:pt x="726941" y="338150"/>
                </a:lnTo>
                <a:lnTo>
                  <a:pt x="727110" y="337552"/>
                </a:lnTo>
                <a:lnTo>
                  <a:pt x="727287" y="336954"/>
                </a:lnTo>
                <a:lnTo>
                  <a:pt x="727457" y="336356"/>
                </a:lnTo>
                <a:lnTo>
                  <a:pt x="727634" y="335759"/>
                </a:lnTo>
                <a:lnTo>
                  <a:pt x="727804" y="335161"/>
                </a:lnTo>
                <a:lnTo>
                  <a:pt x="727972" y="334565"/>
                </a:lnTo>
                <a:lnTo>
                  <a:pt x="728150" y="333968"/>
                </a:lnTo>
                <a:lnTo>
                  <a:pt x="728319" y="333372"/>
                </a:lnTo>
                <a:lnTo>
                  <a:pt x="728497" y="332775"/>
                </a:lnTo>
                <a:lnTo>
                  <a:pt x="728666" y="332179"/>
                </a:lnTo>
                <a:lnTo>
                  <a:pt x="728835" y="331582"/>
                </a:lnTo>
                <a:lnTo>
                  <a:pt x="729013" y="330986"/>
                </a:lnTo>
                <a:lnTo>
                  <a:pt x="729182" y="330391"/>
                </a:lnTo>
                <a:lnTo>
                  <a:pt x="729360" y="329795"/>
                </a:lnTo>
                <a:lnTo>
                  <a:pt x="729529" y="329200"/>
                </a:lnTo>
                <a:lnTo>
                  <a:pt x="729707" y="328605"/>
                </a:lnTo>
                <a:lnTo>
                  <a:pt x="729876" y="328011"/>
                </a:lnTo>
                <a:lnTo>
                  <a:pt x="730045" y="327415"/>
                </a:lnTo>
                <a:lnTo>
                  <a:pt x="730223" y="326821"/>
                </a:lnTo>
                <a:lnTo>
                  <a:pt x="730392" y="326227"/>
                </a:lnTo>
                <a:lnTo>
                  <a:pt x="730570" y="325633"/>
                </a:lnTo>
                <a:lnTo>
                  <a:pt x="730739" y="325038"/>
                </a:lnTo>
                <a:lnTo>
                  <a:pt x="730917" y="324445"/>
                </a:lnTo>
                <a:lnTo>
                  <a:pt x="731086" y="323851"/>
                </a:lnTo>
                <a:lnTo>
                  <a:pt x="731255" y="323258"/>
                </a:lnTo>
                <a:lnTo>
                  <a:pt x="731433" y="322665"/>
                </a:lnTo>
                <a:lnTo>
                  <a:pt x="731602" y="322072"/>
                </a:lnTo>
                <a:lnTo>
                  <a:pt x="731780" y="321479"/>
                </a:lnTo>
                <a:lnTo>
                  <a:pt x="731949" y="320886"/>
                </a:lnTo>
                <a:lnTo>
                  <a:pt x="732127" y="320295"/>
                </a:lnTo>
                <a:lnTo>
                  <a:pt x="732296" y="319702"/>
                </a:lnTo>
                <a:lnTo>
                  <a:pt x="732465" y="319111"/>
                </a:lnTo>
                <a:lnTo>
                  <a:pt x="732643" y="318519"/>
                </a:lnTo>
                <a:lnTo>
                  <a:pt x="732812" y="317927"/>
                </a:lnTo>
                <a:lnTo>
                  <a:pt x="732990" y="317336"/>
                </a:lnTo>
                <a:lnTo>
                  <a:pt x="733159" y="316745"/>
                </a:lnTo>
                <a:lnTo>
                  <a:pt x="733337" y="316154"/>
                </a:lnTo>
                <a:lnTo>
                  <a:pt x="733506" y="315564"/>
                </a:lnTo>
                <a:lnTo>
                  <a:pt x="733675" y="314974"/>
                </a:lnTo>
                <a:lnTo>
                  <a:pt x="733853" y="314383"/>
                </a:lnTo>
                <a:lnTo>
                  <a:pt x="734022" y="313793"/>
                </a:lnTo>
                <a:lnTo>
                  <a:pt x="734200" y="313203"/>
                </a:lnTo>
                <a:lnTo>
                  <a:pt x="734369" y="312614"/>
                </a:lnTo>
                <a:lnTo>
                  <a:pt x="734547" y="312025"/>
                </a:lnTo>
                <a:lnTo>
                  <a:pt x="734716" y="311436"/>
                </a:lnTo>
                <a:lnTo>
                  <a:pt x="734885" y="310847"/>
                </a:lnTo>
                <a:lnTo>
                  <a:pt x="735063" y="310259"/>
                </a:lnTo>
                <a:lnTo>
                  <a:pt x="735232" y="309671"/>
                </a:lnTo>
                <a:lnTo>
                  <a:pt x="735410" y="309082"/>
                </a:lnTo>
                <a:lnTo>
                  <a:pt x="735579" y="308494"/>
                </a:lnTo>
                <a:lnTo>
                  <a:pt x="735757" y="307906"/>
                </a:lnTo>
                <a:lnTo>
                  <a:pt x="735926" y="307319"/>
                </a:lnTo>
                <a:lnTo>
                  <a:pt x="736095" y="306732"/>
                </a:lnTo>
                <a:lnTo>
                  <a:pt x="736273" y="306145"/>
                </a:lnTo>
                <a:lnTo>
                  <a:pt x="736442" y="305559"/>
                </a:lnTo>
                <a:lnTo>
                  <a:pt x="736620" y="304971"/>
                </a:lnTo>
                <a:lnTo>
                  <a:pt x="736789" y="304385"/>
                </a:lnTo>
                <a:lnTo>
                  <a:pt x="736967" y="303800"/>
                </a:lnTo>
                <a:lnTo>
                  <a:pt x="737136" y="303213"/>
                </a:lnTo>
                <a:lnTo>
                  <a:pt x="737305" y="302628"/>
                </a:lnTo>
                <a:lnTo>
                  <a:pt x="737483" y="302043"/>
                </a:lnTo>
                <a:lnTo>
                  <a:pt x="737652" y="301458"/>
                </a:lnTo>
                <a:lnTo>
                  <a:pt x="737830" y="300874"/>
                </a:lnTo>
                <a:lnTo>
                  <a:pt x="737999" y="300289"/>
                </a:lnTo>
                <a:lnTo>
                  <a:pt x="738177" y="299705"/>
                </a:lnTo>
                <a:lnTo>
                  <a:pt x="738346" y="299120"/>
                </a:lnTo>
                <a:lnTo>
                  <a:pt x="738515" y="298537"/>
                </a:lnTo>
                <a:lnTo>
                  <a:pt x="738693" y="297953"/>
                </a:lnTo>
                <a:lnTo>
                  <a:pt x="738862" y="297370"/>
                </a:lnTo>
                <a:lnTo>
                  <a:pt x="739040" y="296787"/>
                </a:lnTo>
                <a:lnTo>
                  <a:pt x="739209" y="296204"/>
                </a:lnTo>
                <a:lnTo>
                  <a:pt x="739387" y="295622"/>
                </a:lnTo>
                <a:lnTo>
                  <a:pt x="739556" y="295039"/>
                </a:lnTo>
                <a:lnTo>
                  <a:pt x="739725" y="294458"/>
                </a:lnTo>
                <a:lnTo>
                  <a:pt x="739903" y="293876"/>
                </a:lnTo>
                <a:lnTo>
                  <a:pt x="740072" y="293295"/>
                </a:lnTo>
                <a:lnTo>
                  <a:pt x="740250" y="292713"/>
                </a:lnTo>
                <a:lnTo>
                  <a:pt x="740419" y="292132"/>
                </a:lnTo>
                <a:lnTo>
                  <a:pt x="740597" y="291552"/>
                </a:lnTo>
                <a:lnTo>
                  <a:pt x="740766" y="290971"/>
                </a:lnTo>
                <a:lnTo>
                  <a:pt x="740935" y="290391"/>
                </a:lnTo>
                <a:lnTo>
                  <a:pt x="741113" y="289811"/>
                </a:lnTo>
                <a:lnTo>
                  <a:pt x="741282" y="289232"/>
                </a:lnTo>
                <a:lnTo>
                  <a:pt x="741460" y="288653"/>
                </a:lnTo>
                <a:lnTo>
                  <a:pt x="741629" y="288073"/>
                </a:lnTo>
                <a:lnTo>
                  <a:pt x="741807" y="287494"/>
                </a:lnTo>
                <a:lnTo>
                  <a:pt x="741975" y="286916"/>
                </a:lnTo>
                <a:lnTo>
                  <a:pt x="742145" y="286338"/>
                </a:lnTo>
                <a:lnTo>
                  <a:pt x="742322" y="285760"/>
                </a:lnTo>
                <a:lnTo>
                  <a:pt x="742492" y="285182"/>
                </a:lnTo>
                <a:lnTo>
                  <a:pt x="742669" y="284605"/>
                </a:lnTo>
                <a:lnTo>
                  <a:pt x="742839" y="284027"/>
                </a:lnTo>
                <a:lnTo>
                  <a:pt x="743016" y="283451"/>
                </a:lnTo>
                <a:lnTo>
                  <a:pt x="743185" y="282874"/>
                </a:lnTo>
                <a:lnTo>
                  <a:pt x="743354" y="282298"/>
                </a:lnTo>
                <a:lnTo>
                  <a:pt x="743532" y="281722"/>
                </a:lnTo>
                <a:lnTo>
                  <a:pt x="743701" y="281146"/>
                </a:lnTo>
                <a:lnTo>
                  <a:pt x="743879" y="280571"/>
                </a:lnTo>
                <a:lnTo>
                  <a:pt x="744048" y="279995"/>
                </a:lnTo>
                <a:lnTo>
                  <a:pt x="744226" y="279421"/>
                </a:lnTo>
                <a:lnTo>
                  <a:pt x="744395" y="278846"/>
                </a:lnTo>
                <a:lnTo>
                  <a:pt x="744564" y="278272"/>
                </a:lnTo>
                <a:lnTo>
                  <a:pt x="744742" y="277698"/>
                </a:lnTo>
                <a:lnTo>
                  <a:pt x="744911" y="277125"/>
                </a:lnTo>
                <a:lnTo>
                  <a:pt x="745089" y="276551"/>
                </a:lnTo>
                <a:lnTo>
                  <a:pt x="745258" y="275978"/>
                </a:lnTo>
                <a:lnTo>
                  <a:pt x="745436" y="275405"/>
                </a:lnTo>
                <a:lnTo>
                  <a:pt x="745605" y="274833"/>
                </a:lnTo>
                <a:lnTo>
                  <a:pt x="745774" y="274261"/>
                </a:lnTo>
                <a:lnTo>
                  <a:pt x="745952" y="273689"/>
                </a:lnTo>
                <a:lnTo>
                  <a:pt x="746121" y="273117"/>
                </a:lnTo>
                <a:lnTo>
                  <a:pt x="746299" y="272546"/>
                </a:lnTo>
                <a:lnTo>
                  <a:pt x="746468" y="271974"/>
                </a:lnTo>
                <a:lnTo>
                  <a:pt x="746646" y="271404"/>
                </a:lnTo>
                <a:lnTo>
                  <a:pt x="746815" y="270834"/>
                </a:lnTo>
                <a:lnTo>
                  <a:pt x="746984" y="270264"/>
                </a:lnTo>
                <a:lnTo>
                  <a:pt x="747162" y="269693"/>
                </a:lnTo>
                <a:lnTo>
                  <a:pt x="747331" y="269124"/>
                </a:lnTo>
                <a:lnTo>
                  <a:pt x="747509" y="268556"/>
                </a:lnTo>
                <a:lnTo>
                  <a:pt x="747678" y="267986"/>
                </a:lnTo>
                <a:lnTo>
                  <a:pt x="747847" y="267418"/>
                </a:lnTo>
                <a:lnTo>
                  <a:pt x="748025" y="266850"/>
                </a:lnTo>
                <a:lnTo>
                  <a:pt x="748194" y="266282"/>
                </a:lnTo>
                <a:lnTo>
                  <a:pt x="748372" y="265714"/>
                </a:lnTo>
                <a:lnTo>
                  <a:pt x="748541" y="265147"/>
                </a:lnTo>
                <a:lnTo>
                  <a:pt x="748719" y="264580"/>
                </a:lnTo>
                <a:lnTo>
                  <a:pt x="748888" y="264013"/>
                </a:lnTo>
                <a:lnTo>
                  <a:pt x="749057" y="263447"/>
                </a:lnTo>
                <a:lnTo>
                  <a:pt x="749235" y="262881"/>
                </a:lnTo>
                <a:lnTo>
                  <a:pt x="749404" y="262316"/>
                </a:lnTo>
                <a:lnTo>
                  <a:pt x="749582" y="261750"/>
                </a:lnTo>
                <a:lnTo>
                  <a:pt x="749751" y="261185"/>
                </a:lnTo>
                <a:lnTo>
                  <a:pt x="749929" y="260621"/>
                </a:lnTo>
                <a:lnTo>
                  <a:pt x="750098" y="260056"/>
                </a:lnTo>
                <a:lnTo>
                  <a:pt x="750267" y="259492"/>
                </a:lnTo>
                <a:lnTo>
                  <a:pt x="750445" y="258929"/>
                </a:lnTo>
                <a:lnTo>
                  <a:pt x="750614" y="258365"/>
                </a:lnTo>
                <a:lnTo>
                  <a:pt x="750792" y="257802"/>
                </a:lnTo>
                <a:lnTo>
                  <a:pt x="750961" y="257239"/>
                </a:lnTo>
                <a:lnTo>
                  <a:pt x="751139" y="256677"/>
                </a:lnTo>
                <a:lnTo>
                  <a:pt x="751308" y="256115"/>
                </a:lnTo>
                <a:lnTo>
                  <a:pt x="751477" y="255553"/>
                </a:lnTo>
                <a:lnTo>
                  <a:pt x="751655" y="254992"/>
                </a:lnTo>
                <a:lnTo>
                  <a:pt x="751824" y="254431"/>
                </a:lnTo>
                <a:lnTo>
                  <a:pt x="752002" y="253870"/>
                </a:lnTo>
                <a:lnTo>
                  <a:pt x="752171" y="253310"/>
                </a:lnTo>
                <a:lnTo>
                  <a:pt x="752349" y="252750"/>
                </a:lnTo>
                <a:lnTo>
                  <a:pt x="752518" y="252191"/>
                </a:lnTo>
                <a:lnTo>
                  <a:pt x="752687" y="251631"/>
                </a:lnTo>
                <a:lnTo>
                  <a:pt x="752865" y="251072"/>
                </a:lnTo>
                <a:lnTo>
                  <a:pt x="753034" y="250514"/>
                </a:lnTo>
                <a:lnTo>
                  <a:pt x="753212" y="249955"/>
                </a:lnTo>
                <a:lnTo>
                  <a:pt x="753381" y="249397"/>
                </a:lnTo>
                <a:lnTo>
                  <a:pt x="753559" y="248840"/>
                </a:lnTo>
                <a:lnTo>
                  <a:pt x="753728" y="248282"/>
                </a:lnTo>
                <a:lnTo>
                  <a:pt x="753897" y="247725"/>
                </a:lnTo>
                <a:lnTo>
                  <a:pt x="754075" y="247169"/>
                </a:lnTo>
                <a:lnTo>
                  <a:pt x="754244" y="246613"/>
                </a:lnTo>
                <a:lnTo>
                  <a:pt x="754422" y="246057"/>
                </a:lnTo>
                <a:lnTo>
                  <a:pt x="754591" y="245502"/>
                </a:lnTo>
                <a:lnTo>
                  <a:pt x="754769" y="244947"/>
                </a:lnTo>
                <a:lnTo>
                  <a:pt x="754938" y="244392"/>
                </a:lnTo>
                <a:lnTo>
                  <a:pt x="755107" y="243838"/>
                </a:lnTo>
                <a:lnTo>
                  <a:pt x="755285" y="243283"/>
                </a:lnTo>
                <a:lnTo>
                  <a:pt x="755454" y="242730"/>
                </a:lnTo>
                <a:lnTo>
                  <a:pt x="755632" y="242177"/>
                </a:lnTo>
                <a:lnTo>
                  <a:pt x="755801" y="241624"/>
                </a:lnTo>
                <a:lnTo>
                  <a:pt x="755979" y="241072"/>
                </a:lnTo>
                <a:lnTo>
                  <a:pt x="756148" y="240519"/>
                </a:lnTo>
                <a:lnTo>
                  <a:pt x="756317" y="239968"/>
                </a:lnTo>
                <a:lnTo>
                  <a:pt x="756495" y="239416"/>
                </a:lnTo>
                <a:lnTo>
                  <a:pt x="756664" y="238865"/>
                </a:lnTo>
                <a:lnTo>
                  <a:pt x="756842" y="238314"/>
                </a:lnTo>
                <a:lnTo>
                  <a:pt x="757011" y="237764"/>
                </a:lnTo>
                <a:lnTo>
                  <a:pt x="757189" y="237214"/>
                </a:lnTo>
                <a:lnTo>
                  <a:pt x="757357" y="236664"/>
                </a:lnTo>
                <a:lnTo>
                  <a:pt x="757526" y="236116"/>
                </a:lnTo>
                <a:lnTo>
                  <a:pt x="757704" y="235567"/>
                </a:lnTo>
                <a:lnTo>
                  <a:pt x="757873" y="235018"/>
                </a:lnTo>
                <a:lnTo>
                  <a:pt x="758051" y="234470"/>
                </a:lnTo>
                <a:lnTo>
                  <a:pt x="758220" y="233923"/>
                </a:lnTo>
                <a:lnTo>
                  <a:pt x="758398" y="233375"/>
                </a:lnTo>
                <a:lnTo>
                  <a:pt x="758567" y="232828"/>
                </a:lnTo>
                <a:lnTo>
                  <a:pt x="758736" y="232281"/>
                </a:lnTo>
                <a:lnTo>
                  <a:pt x="758914" y="231736"/>
                </a:lnTo>
                <a:lnTo>
                  <a:pt x="759083" y="231190"/>
                </a:lnTo>
                <a:lnTo>
                  <a:pt x="759261" y="230644"/>
                </a:lnTo>
                <a:lnTo>
                  <a:pt x="759430" y="230100"/>
                </a:lnTo>
                <a:lnTo>
                  <a:pt x="759608" y="229554"/>
                </a:lnTo>
                <a:lnTo>
                  <a:pt x="759777" y="229011"/>
                </a:lnTo>
                <a:lnTo>
                  <a:pt x="759946" y="228466"/>
                </a:lnTo>
                <a:lnTo>
                  <a:pt x="760124" y="227924"/>
                </a:lnTo>
                <a:lnTo>
                  <a:pt x="760293" y="227380"/>
                </a:lnTo>
                <a:lnTo>
                  <a:pt x="760471" y="226837"/>
                </a:lnTo>
                <a:lnTo>
                  <a:pt x="760640" y="226296"/>
                </a:lnTo>
                <a:lnTo>
                  <a:pt x="760818" y="225754"/>
                </a:lnTo>
                <a:lnTo>
                  <a:pt x="760987" y="225212"/>
                </a:lnTo>
                <a:lnTo>
                  <a:pt x="761156" y="224671"/>
                </a:lnTo>
                <a:lnTo>
                  <a:pt x="761334" y="224130"/>
                </a:lnTo>
                <a:lnTo>
                  <a:pt x="761503" y="223590"/>
                </a:lnTo>
                <a:lnTo>
                  <a:pt x="761681" y="223050"/>
                </a:lnTo>
                <a:lnTo>
                  <a:pt x="761850" y="222511"/>
                </a:lnTo>
                <a:lnTo>
                  <a:pt x="762028" y="221972"/>
                </a:lnTo>
                <a:lnTo>
                  <a:pt x="762197" y="221434"/>
                </a:lnTo>
                <a:lnTo>
                  <a:pt x="762366" y="220895"/>
                </a:lnTo>
                <a:lnTo>
                  <a:pt x="762544" y="220357"/>
                </a:lnTo>
                <a:lnTo>
                  <a:pt x="762713" y="219820"/>
                </a:lnTo>
                <a:lnTo>
                  <a:pt x="762891" y="219283"/>
                </a:lnTo>
                <a:lnTo>
                  <a:pt x="763060" y="218747"/>
                </a:lnTo>
                <a:lnTo>
                  <a:pt x="763238" y="218211"/>
                </a:lnTo>
                <a:lnTo>
                  <a:pt x="763407" y="217675"/>
                </a:lnTo>
                <a:lnTo>
                  <a:pt x="763576" y="217139"/>
                </a:lnTo>
                <a:lnTo>
                  <a:pt x="763754" y="216605"/>
                </a:lnTo>
                <a:lnTo>
                  <a:pt x="763923" y="216070"/>
                </a:lnTo>
                <a:lnTo>
                  <a:pt x="764101" y="215536"/>
                </a:lnTo>
                <a:lnTo>
                  <a:pt x="764270" y="215002"/>
                </a:lnTo>
                <a:lnTo>
                  <a:pt x="764448" y="214470"/>
                </a:lnTo>
                <a:lnTo>
                  <a:pt x="764617" y="213937"/>
                </a:lnTo>
                <a:lnTo>
                  <a:pt x="764786" y="213405"/>
                </a:lnTo>
                <a:lnTo>
                  <a:pt x="764964" y="212873"/>
                </a:lnTo>
                <a:lnTo>
                  <a:pt x="765133" y="212341"/>
                </a:lnTo>
                <a:lnTo>
                  <a:pt x="765311" y="211810"/>
                </a:lnTo>
                <a:lnTo>
                  <a:pt x="765480" y="211279"/>
                </a:lnTo>
                <a:lnTo>
                  <a:pt x="765658" y="210749"/>
                </a:lnTo>
                <a:lnTo>
                  <a:pt x="765827" y="210219"/>
                </a:lnTo>
                <a:lnTo>
                  <a:pt x="765996" y="209690"/>
                </a:lnTo>
                <a:lnTo>
                  <a:pt x="766174" y="209161"/>
                </a:lnTo>
                <a:lnTo>
                  <a:pt x="766343" y="208633"/>
                </a:lnTo>
                <a:lnTo>
                  <a:pt x="766521" y="208104"/>
                </a:lnTo>
                <a:lnTo>
                  <a:pt x="766690" y="207577"/>
                </a:lnTo>
                <a:lnTo>
                  <a:pt x="766859" y="207050"/>
                </a:lnTo>
                <a:lnTo>
                  <a:pt x="767037" y="206523"/>
                </a:lnTo>
                <a:lnTo>
                  <a:pt x="767206" y="205997"/>
                </a:lnTo>
                <a:lnTo>
                  <a:pt x="767384" y="205471"/>
                </a:lnTo>
                <a:lnTo>
                  <a:pt x="767553" y="204945"/>
                </a:lnTo>
                <a:lnTo>
                  <a:pt x="767731" y="204420"/>
                </a:lnTo>
                <a:lnTo>
                  <a:pt x="767900" y="203896"/>
                </a:lnTo>
                <a:lnTo>
                  <a:pt x="768069" y="203372"/>
                </a:lnTo>
                <a:lnTo>
                  <a:pt x="768247" y="202848"/>
                </a:lnTo>
                <a:lnTo>
                  <a:pt x="768416" y="202325"/>
                </a:lnTo>
                <a:lnTo>
                  <a:pt x="768594" y="201802"/>
                </a:lnTo>
                <a:lnTo>
                  <a:pt x="768763" y="201280"/>
                </a:lnTo>
                <a:lnTo>
                  <a:pt x="768941" y="200758"/>
                </a:lnTo>
                <a:lnTo>
                  <a:pt x="769110" y="200237"/>
                </a:lnTo>
                <a:lnTo>
                  <a:pt x="769279" y="199716"/>
                </a:lnTo>
                <a:lnTo>
                  <a:pt x="769457" y="199195"/>
                </a:lnTo>
                <a:lnTo>
                  <a:pt x="769626" y="198675"/>
                </a:lnTo>
                <a:lnTo>
                  <a:pt x="769804" y="198155"/>
                </a:lnTo>
                <a:lnTo>
                  <a:pt x="769973" y="197637"/>
                </a:lnTo>
                <a:lnTo>
                  <a:pt x="770151" y="197118"/>
                </a:lnTo>
                <a:lnTo>
                  <a:pt x="770320" y="196599"/>
                </a:lnTo>
                <a:lnTo>
                  <a:pt x="770489" y="196082"/>
                </a:lnTo>
                <a:lnTo>
                  <a:pt x="770667" y="195565"/>
                </a:lnTo>
                <a:lnTo>
                  <a:pt x="770836" y="195048"/>
                </a:lnTo>
                <a:lnTo>
                  <a:pt x="771014" y="194532"/>
                </a:lnTo>
                <a:lnTo>
                  <a:pt x="771183" y="194016"/>
                </a:lnTo>
                <a:lnTo>
                  <a:pt x="771361" y="193501"/>
                </a:lnTo>
                <a:lnTo>
                  <a:pt x="771530" y="192986"/>
                </a:lnTo>
                <a:lnTo>
                  <a:pt x="771699" y="192470"/>
                </a:lnTo>
                <a:lnTo>
                  <a:pt x="771876" y="191957"/>
                </a:lnTo>
                <a:lnTo>
                  <a:pt x="772046" y="191443"/>
                </a:lnTo>
                <a:lnTo>
                  <a:pt x="772223" y="190930"/>
                </a:lnTo>
                <a:lnTo>
                  <a:pt x="772393" y="190418"/>
                </a:lnTo>
                <a:lnTo>
                  <a:pt x="772570" y="189906"/>
                </a:lnTo>
                <a:lnTo>
                  <a:pt x="772739" y="189394"/>
                </a:lnTo>
                <a:lnTo>
                  <a:pt x="772908" y="188883"/>
                </a:lnTo>
                <a:lnTo>
                  <a:pt x="773086" y="188372"/>
                </a:lnTo>
                <a:lnTo>
                  <a:pt x="773255" y="187862"/>
                </a:lnTo>
                <a:lnTo>
                  <a:pt x="773433" y="187352"/>
                </a:lnTo>
                <a:lnTo>
                  <a:pt x="773602" y="186843"/>
                </a:lnTo>
                <a:lnTo>
                  <a:pt x="773780" y="186334"/>
                </a:lnTo>
                <a:lnTo>
                  <a:pt x="773949" y="185826"/>
                </a:lnTo>
                <a:lnTo>
                  <a:pt x="774118" y="185318"/>
                </a:lnTo>
                <a:lnTo>
                  <a:pt x="774296" y="184811"/>
                </a:lnTo>
                <a:lnTo>
                  <a:pt x="774465" y="184304"/>
                </a:lnTo>
                <a:lnTo>
                  <a:pt x="774643" y="183797"/>
                </a:lnTo>
                <a:lnTo>
                  <a:pt x="774812" y="183292"/>
                </a:lnTo>
                <a:lnTo>
                  <a:pt x="774990" y="182787"/>
                </a:lnTo>
                <a:lnTo>
                  <a:pt x="775159" y="182281"/>
                </a:lnTo>
                <a:lnTo>
                  <a:pt x="775328" y="181777"/>
                </a:lnTo>
                <a:lnTo>
                  <a:pt x="775506" y="181273"/>
                </a:lnTo>
                <a:lnTo>
                  <a:pt x="775675" y="180770"/>
                </a:lnTo>
                <a:lnTo>
                  <a:pt x="775853" y="180267"/>
                </a:lnTo>
                <a:lnTo>
                  <a:pt x="776022" y="179765"/>
                </a:lnTo>
                <a:lnTo>
                  <a:pt x="776200" y="179263"/>
                </a:lnTo>
                <a:lnTo>
                  <a:pt x="776369" y="178761"/>
                </a:lnTo>
                <a:lnTo>
                  <a:pt x="776538" y="178260"/>
                </a:lnTo>
                <a:lnTo>
                  <a:pt x="776716" y="177760"/>
                </a:lnTo>
                <a:lnTo>
                  <a:pt x="776885" y="177260"/>
                </a:lnTo>
                <a:lnTo>
                  <a:pt x="777063" y="176760"/>
                </a:lnTo>
                <a:lnTo>
                  <a:pt x="777232" y="176262"/>
                </a:lnTo>
                <a:lnTo>
                  <a:pt x="777410" y="175763"/>
                </a:lnTo>
                <a:lnTo>
                  <a:pt x="777579" y="175266"/>
                </a:lnTo>
                <a:lnTo>
                  <a:pt x="777748" y="174768"/>
                </a:lnTo>
                <a:lnTo>
                  <a:pt x="777926" y="174271"/>
                </a:lnTo>
                <a:lnTo>
                  <a:pt x="778095" y="173775"/>
                </a:lnTo>
                <a:lnTo>
                  <a:pt x="778273" y="173279"/>
                </a:lnTo>
                <a:lnTo>
                  <a:pt x="778442" y="172783"/>
                </a:lnTo>
                <a:lnTo>
                  <a:pt x="778620" y="172289"/>
                </a:lnTo>
                <a:lnTo>
                  <a:pt x="778789" y="171794"/>
                </a:lnTo>
                <a:lnTo>
                  <a:pt x="778958" y="171300"/>
                </a:lnTo>
                <a:lnTo>
                  <a:pt x="779136" y="170808"/>
                </a:lnTo>
                <a:lnTo>
                  <a:pt x="779305" y="170315"/>
                </a:lnTo>
                <a:lnTo>
                  <a:pt x="779483" y="169823"/>
                </a:lnTo>
                <a:lnTo>
                  <a:pt x="779652" y="169331"/>
                </a:lnTo>
                <a:lnTo>
                  <a:pt x="779830" y="168840"/>
                </a:lnTo>
                <a:lnTo>
                  <a:pt x="779999" y="168349"/>
                </a:lnTo>
                <a:lnTo>
                  <a:pt x="780168" y="167858"/>
                </a:lnTo>
                <a:lnTo>
                  <a:pt x="780346" y="167369"/>
                </a:lnTo>
                <a:lnTo>
                  <a:pt x="780515" y="166880"/>
                </a:lnTo>
                <a:lnTo>
                  <a:pt x="780693" y="166391"/>
                </a:lnTo>
                <a:lnTo>
                  <a:pt x="780862" y="165903"/>
                </a:lnTo>
                <a:lnTo>
                  <a:pt x="781040" y="165415"/>
                </a:lnTo>
                <a:lnTo>
                  <a:pt x="781209" y="164929"/>
                </a:lnTo>
                <a:lnTo>
                  <a:pt x="781378" y="164442"/>
                </a:lnTo>
                <a:lnTo>
                  <a:pt x="781556" y="163956"/>
                </a:lnTo>
                <a:lnTo>
                  <a:pt x="781725" y="163471"/>
                </a:lnTo>
                <a:lnTo>
                  <a:pt x="781903" y="162986"/>
                </a:lnTo>
                <a:lnTo>
                  <a:pt x="782072" y="162501"/>
                </a:lnTo>
                <a:lnTo>
                  <a:pt x="782250" y="162018"/>
                </a:lnTo>
                <a:lnTo>
                  <a:pt x="782419" y="161534"/>
                </a:lnTo>
                <a:lnTo>
                  <a:pt x="782588" y="161052"/>
                </a:lnTo>
                <a:lnTo>
                  <a:pt x="782766" y="160570"/>
                </a:lnTo>
                <a:lnTo>
                  <a:pt x="782935" y="160087"/>
                </a:lnTo>
                <a:lnTo>
                  <a:pt x="783113" y="159606"/>
                </a:lnTo>
                <a:lnTo>
                  <a:pt x="783282" y="159126"/>
                </a:lnTo>
                <a:lnTo>
                  <a:pt x="783460" y="158646"/>
                </a:lnTo>
                <a:lnTo>
                  <a:pt x="783629" y="158167"/>
                </a:lnTo>
                <a:lnTo>
                  <a:pt x="783798" y="157687"/>
                </a:lnTo>
                <a:lnTo>
                  <a:pt x="783976" y="157209"/>
                </a:lnTo>
                <a:lnTo>
                  <a:pt x="784145" y="156731"/>
                </a:lnTo>
                <a:lnTo>
                  <a:pt x="784323" y="156254"/>
                </a:lnTo>
                <a:lnTo>
                  <a:pt x="784492" y="155777"/>
                </a:lnTo>
                <a:lnTo>
                  <a:pt x="784670" y="155301"/>
                </a:lnTo>
                <a:lnTo>
                  <a:pt x="784839" y="154825"/>
                </a:lnTo>
                <a:lnTo>
                  <a:pt x="785008" y="154350"/>
                </a:lnTo>
                <a:lnTo>
                  <a:pt x="785186" y="153876"/>
                </a:lnTo>
                <a:lnTo>
                  <a:pt x="785355" y="153402"/>
                </a:lnTo>
                <a:lnTo>
                  <a:pt x="785533" y="152928"/>
                </a:lnTo>
                <a:lnTo>
                  <a:pt x="785702" y="152455"/>
                </a:lnTo>
                <a:lnTo>
                  <a:pt x="785871" y="151983"/>
                </a:lnTo>
                <a:lnTo>
                  <a:pt x="786049" y="151511"/>
                </a:lnTo>
                <a:lnTo>
                  <a:pt x="786218" y="151040"/>
                </a:lnTo>
                <a:lnTo>
                  <a:pt x="786396" y="150569"/>
                </a:lnTo>
                <a:lnTo>
                  <a:pt x="786565" y="150099"/>
                </a:lnTo>
                <a:lnTo>
                  <a:pt x="786742" y="149630"/>
                </a:lnTo>
                <a:lnTo>
                  <a:pt x="786911" y="149161"/>
                </a:lnTo>
                <a:lnTo>
                  <a:pt x="787081" y="148692"/>
                </a:lnTo>
                <a:lnTo>
                  <a:pt x="787258" y="148224"/>
                </a:lnTo>
                <a:lnTo>
                  <a:pt x="787428" y="147757"/>
                </a:lnTo>
                <a:lnTo>
                  <a:pt x="787605" y="147290"/>
                </a:lnTo>
                <a:lnTo>
                  <a:pt x="787774" y="146824"/>
                </a:lnTo>
                <a:lnTo>
                  <a:pt x="787952" y="146358"/>
                </a:lnTo>
                <a:lnTo>
                  <a:pt x="788121" y="145893"/>
                </a:lnTo>
                <a:lnTo>
                  <a:pt x="788290" y="145429"/>
                </a:lnTo>
                <a:lnTo>
                  <a:pt x="788468" y="144965"/>
                </a:lnTo>
                <a:lnTo>
                  <a:pt x="788637" y="144502"/>
                </a:lnTo>
                <a:lnTo>
                  <a:pt x="788815" y="144039"/>
                </a:lnTo>
                <a:lnTo>
                  <a:pt x="788984" y="143577"/>
                </a:lnTo>
                <a:lnTo>
                  <a:pt x="789162" y="143116"/>
                </a:lnTo>
                <a:lnTo>
                  <a:pt x="789331" y="142655"/>
                </a:lnTo>
                <a:lnTo>
                  <a:pt x="789500" y="142194"/>
                </a:lnTo>
                <a:lnTo>
                  <a:pt x="789678" y="141734"/>
                </a:lnTo>
                <a:lnTo>
                  <a:pt x="789847" y="141275"/>
                </a:lnTo>
                <a:lnTo>
                  <a:pt x="790025" y="140816"/>
                </a:lnTo>
                <a:lnTo>
                  <a:pt x="790194" y="140359"/>
                </a:lnTo>
                <a:lnTo>
                  <a:pt x="790372" y="139900"/>
                </a:lnTo>
                <a:lnTo>
                  <a:pt x="790541" y="139444"/>
                </a:lnTo>
                <a:lnTo>
                  <a:pt x="790710" y="138988"/>
                </a:lnTo>
                <a:lnTo>
                  <a:pt x="790888" y="138532"/>
                </a:lnTo>
                <a:lnTo>
                  <a:pt x="791057" y="138077"/>
                </a:lnTo>
                <a:lnTo>
                  <a:pt x="791235" y="137622"/>
                </a:lnTo>
                <a:lnTo>
                  <a:pt x="791404" y="137168"/>
                </a:lnTo>
                <a:lnTo>
                  <a:pt x="791582" y="136715"/>
                </a:lnTo>
                <a:lnTo>
                  <a:pt x="791751" y="136262"/>
                </a:lnTo>
                <a:lnTo>
                  <a:pt x="791920" y="135810"/>
                </a:lnTo>
                <a:lnTo>
                  <a:pt x="792098" y="135358"/>
                </a:lnTo>
                <a:lnTo>
                  <a:pt x="792267" y="134907"/>
                </a:lnTo>
                <a:lnTo>
                  <a:pt x="792445" y="134457"/>
                </a:lnTo>
                <a:lnTo>
                  <a:pt x="792614" y="134007"/>
                </a:lnTo>
                <a:lnTo>
                  <a:pt x="792792" y="133557"/>
                </a:lnTo>
                <a:lnTo>
                  <a:pt x="792961" y="133109"/>
                </a:lnTo>
                <a:lnTo>
                  <a:pt x="793130" y="132661"/>
                </a:lnTo>
                <a:lnTo>
                  <a:pt x="793308" y="132214"/>
                </a:lnTo>
                <a:lnTo>
                  <a:pt x="793477" y="131766"/>
                </a:lnTo>
                <a:lnTo>
                  <a:pt x="793655" y="131321"/>
                </a:lnTo>
                <a:lnTo>
                  <a:pt x="793824" y="130875"/>
                </a:lnTo>
                <a:lnTo>
                  <a:pt x="794002" y="130430"/>
                </a:lnTo>
                <a:lnTo>
                  <a:pt x="794171" y="129985"/>
                </a:lnTo>
                <a:lnTo>
                  <a:pt x="794340" y="129542"/>
                </a:lnTo>
                <a:lnTo>
                  <a:pt x="794518" y="129098"/>
                </a:lnTo>
                <a:lnTo>
                  <a:pt x="794687" y="128656"/>
                </a:lnTo>
                <a:lnTo>
                  <a:pt x="794865" y="128214"/>
                </a:lnTo>
                <a:lnTo>
                  <a:pt x="795034" y="127773"/>
                </a:lnTo>
                <a:lnTo>
                  <a:pt x="795212" y="127332"/>
                </a:lnTo>
                <a:lnTo>
                  <a:pt x="795381" y="126892"/>
                </a:lnTo>
                <a:lnTo>
                  <a:pt x="795550" y="126453"/>
                </a:lnTo>
                <a:lnTo>
                  <a:pt x="795728" y="126014"/>
                </a:lnTo>
                <a:lnTo>
                  <a:pt x="795897" y="125575"/>
                </a:lnTo>
                <a:lnTo>
                  <a:pt x="796075" y="125138"/>
                </a:lnTo>
                <a:lnTo>
                  <a:pt x="796244" y="124701"/>
                </a:lnTo>
                <a:lnTo>
                  <a:pt x="796422" y="124264"/>
                </a:lnTo>
                <a:lnTo>
                  <a:pt x="796591" y="123828"/>
                </a:lnTo>
                <a:lnTo>
                  <a:pt x="796760" y="123393"/>
                </a:lnTo>
                <a:lnTo>
                  <a:pt x="796938" y="122959"/>
                </a:lnTo>
                <a:lnTo>
                  <a:pt x="797107" y="122525"/>
                </a:lnTo>
                <a:lnTo>
                  <a:pt x="797285" y="122092"/>
                </a:lnTo>
                <a:lnTo>
                  <a:pt x="797454" y="121659"/>
                </a:lnTo>
                <a:lnTo>
                  <a:pt x="797632" y="121227"/>
                </a:lnTo>
                <a:lnTo>
                  <a:pt x="797801" y="120795"/>
                </a:lnTo>
                <a:lnTo>
                  <a:pt x="797970" y="120365"/>
                </a:lnTo>
                <a:lnTo>
                  <a:pt x="798148" y="119934"/>
                </a:lnTo>
                <a:lnTo>
                  <a:pt x="798317" y="119504"/>
                </a:lnTo>
                <a:lnTo>
                  <a:pt x="798495" y="119076"/>
                </a:lnTo>
                <a:lnTo>
                  <a:pt x="798664" y="118648"/>
                </a:lnTo>
                <a:lnTo>
                  <a:pt x="798842" y="118220"/>
                </a:lnTo>
                <a:lnTo>
                  <a:pt x="799011" y="117793"/>
                </a:lnTo>
                <a:lnTo>
                  <a:pt x="799180" y="117367"/>
                </a:lnTo>
                <a:lnTo>
                  <a:pt x="799358" y="116941"/>
                </a:lnTo>
                <a:lnTo>
                  <a:pt x="799527" y="116516"/>
                </a:lnTo>
                <a:lnTo>
                  <a:pt x="799705" y="116092"/>
                </a:lnTo>
                <a:lnTo>
                  <a:pt x="799874" y="115667"/>
                </a:lnTo>
                <a:lnTo>
                  <a:pt x="800052" y="115244"/>
                </a:lnTo>
                <a:lnTo>
                  <a:pt x="800221" y="114822"/>
                </a:lnTo>
                <a:lnTo>
                  <a:pt x="800390" y="114400"/>
                </a:lnTo>
                <a:lnTo>
                  <a:pt x="800568" y="113979"/>
                </a:lnTo>
                <a:lnTo>
                  <a:pt x="800737" y="113558"/>
                </a:lnTo>
                <a:lnTo>
                  <a:pt x="800914" y="113138"/>
                </a:lnTo>
                <a:lnTo>
                  <a:pt x="801084" y="112719"/>
                </a:lnTo>
                <a:lnTo>
                  <a:pt x="801261" y="112300"/>
                </a:lnTo>
                <a:lnTo>
                  <a:pt x="801431" y="111882"/>
                </a:lnTo>
                <a:lnTo>
                  <a:pt x="801600" y="111465"/>
                </a:lnTo>
                <a:lnTo>
                  <a:pt x="801778" y="111048"/>
                </a:lnTo>
                <a:lnTo>
                  <a:pt x="801946" y="110632"/>
                </a:lnTo>
                <a:lnTo>
                  <a:pt x="802124" y="110217"/>
                </a:lnTo>
                <a:lnTo>
                  <a:pt x="802293" y="109802"/>
                </a:lnTo>
                <a:lnTo>
                  <a:pt x="802471" y="109387"/>
                </a:lnTo>
                <a:lnTo>
                  <a:pt x="802640" y="108974"/>
                </a:lnTo>
                <a:lnTo>
                  <a:pt x="802809" y="108561"/>
                </a:lnTo>
                <a:lnTo>
                  <a:pt x="802987" y="108149"/>
                </a:lnTo>
                <a:lnTo>
                  <a:pt x="803156" y="107738"/>
                </a:lnTo>
                <a:lnTo>
                  <a:pt x="803334" y="107327"/>
                </a:lnTo>
                <a:lnTo>
                  <a:pt x="803503" y="106917"/>
                </a:lnTo>
                <a:lnTo>
                  <a:pt x="803681" y="106507"/>
                </a:lnTo>
                <a:lnTo>
                  <a:pt x="803850" y="106098"/>
                </a:lnTo>
                <a:lnTo>
                  <a:pt x="804019" y="105690"/>
                </a:lnTo>
                <a:lnTo>
                  <a:pt x="804197" y="105283"/>
                </a:lnTo>
                <a:lnTo>
                  <a:pt x="804366" y="104876"/>
                </a:lnTo>
                <a:lnTo>
                  <a:pt x="804544" y="104469"/>
                </a:lnTo>
                <a:lnTo>
                  <a:pt x="804713" y="104064"/>
                </a:lnTo>
                <a:lnTo>
                  <a:pt x="804882" y="103659"/>
                </a:lnTo>
                <a:lnTo>
                  <a:pt x="805060" y="103255"/>
                </a:lnTo>
                <a:lnTo>
                  <a:pt x="805229" y="102851"/>
                </a:lnTo>
                <a:lnTo>
                  <a:pt x="805407" y="102448"/>
                </a:lnTo>
                <a:lnTo>
                  <a:pt x="805576" y="102046"/>
                </a:lnTo>
                <a:lnTo>
                  <a:pt x="805754" y="101645"/>
                </a:lnTo>
                <a:lnTo>
                  <a:pt x="805923" y="101244"/>
                </a:lnTo>
                <a:lnTo>
                  <a:pt x="806092" y="100843"/>
                </a:lnTo>
                <a:lnTo>
                  <a:pt x="806270" y="100444"/>
                </a:lnTo>
                <a:lnTo>
                  <a:pt x="806439" y="100045"/>
                </a:lnTo>
                <a:lnTo>
                  <a:pt x="806617" y="99647"/>
                </a:lnTo>
                <a:lnTo>
                  <a:pt x="806786" y="99250"/>
                </a:lnTo>
                <a:lnTo>
                  <a:pt x="806964" y="98853"/>
                </a:lnTo>
                <a:lnTo>
                  <a:pt x="807133" y="98456"/>
                </a:lnTo>
                <a:lnTo>
                  <a:pt x="807302" y="98061"/>
                </a:lnTo>
                <a:lnTo>
                  <a:pt x="807480" y="97666"/>
                </a:lnTo>
                <a:lnTo>
                  <a:pt x="807649" y="97272"/>
                </a:lnTo>
                <a:lnTo>
                  <a:pt x="807827" y="96879"/>
                </a:lnTo>
                <a:lnTo>
                  <a:pt x="807996" y="96486"/>
                </a:lnTo>
                <a:lnTo>
                  <a:pt x="808174" y="96094"/>
                </a:lnTo>
                <a:lnTo>
                  <a:pt x="808343" y="95703"/>
                </a:lnTo>
                <a:lnTo>
                  <a:pt x="808512" y="95312"/>
                </a:lnTo>
                <a:lnTo>
                  <a:pt x="808690" y="94922"/>
                </a:lnTo>
                <a:lnTo>
                  <a:pt x="808859" y="94533"/>
                </a:lnTo>
                <a:lnTo>
                  <a:pt x="809037" y="94144"/>
                </a:lnTo>
                <a:lnTo>
                  <a:pt x="809206" y="93756"/>
                </a:lnTo>
                <a:lnTo>
                  <a:pt x="809384" y="93369"/>
                </a:lnTo>
                <a:lnTo>
                  <a:pt x="809553" y="92982"/>
                </a:lnTo>
                <a:lnTo>
                  <a:pt x="809722" y="92597"/>
                </a:lnTo>
                <a:lnTo>
                  <a:pt x="809900" y="92212"/>
                </a:lnTo>
                <a:lnTo>
                  <a:pt x="810069" y="91827"/>
                </a:lnTo>
                <a:lnTo>
                  <a:pt x="810247" y="91443"/>
                </a:lnTo>
                <a:lnTo>
                  <a:pt x="810416" y="91060"/>
                </a:lnTo>
                <a:lnTo>
                  <a:pt x="810594" y="90678"/>
                </a:lnTo>
                <a:lnTo>
                  <a:pt x="810763" y="90296"/>
                </a:lnTo>
                <a:lnTo>
                  <a:pt x="810932" y="89915"/>
                </a:lnTo>
                <a:lnTo>
                  <a:pt x="811110" y="89535"/>
                </a:lnTo>
                <a:lnTo>
                  <a:pt x="811279" y="89155"/>
                </a:lnTo>
                <a:lnTo>
                  <a:pt x="811457" y="88776"/>
                </a:lnTo>
                <a:lnTo>
                  <a:pt x="811626" y="88398"/>
                </a:lnTo>
                <a:lnTo>
                  <a:pt x="811804" y="88021"/>
                </a:lnTo>
                <a:lnTo>
                  <a:pt x="811973" y="87644"/>
                </a:lnTo>
                <a:lnTo>
                  <a:pt x="812142" y="87268"/>
                </a:lnTo>
                <a:lnTo>
                  <a:pt x="812320" y="86893"/>
                </a:lnTo>
                <a:lnTo>
                  <a:pt x="812489" y="86518"/>
                </a:lnTo>
                <a:lnTo>
                  <a:pt x="812667" y="86144"/>
                </a:lnTo>
                <a:lnTo>
                  <a:pt x="812836" y="85771"/>
                </a:lnTo>
                <a:lnTo>
                  <a:pt x="813014" y="85398"/>
                </a:lnTo>
                <a:lnTo>
                  <a:pt x="813183" y="85026"/>
                </a:lnTo>
                <a:lnTo>
                  <a:pt x="813352" y="84655"/>
                </a:lnTo>
                <a:lnTo>
                  <a:pt x="813530" y="84285"/>
                </a:lnTo>
                <a:lnTo>
                  <a:pt x="813699" y="83915"/>
                </a:lnTo>
                <a:lnTo>
                  <a:pt x="813877" y="83547"/>
                </a:lnTo>
                <a:lnTo>
                  <a:pt x="814046" y="83178"/>
                </a:lnTo>
                <a:lnTo>
                  <a:pt x="814224" y="82810"/>
                </a:lnTo>
                <a:lnTo>
                  <a:pt x="814393" y="82444"/>
                </a:lnTo>
                <a:lnTo>
                  <a:pt x="814562" y="82078"/>
                </a:lnTo>
                <a:lnTo>
                  <a:pt x="814740" y="81712"/>
                </a:lnTo>
                <a:lnTo>
                  <a:pt x="814909" y="81348"/>
                </a:lnTo>
                <a:lnTo>
                  <a:pt x="815087" y="80984"/>
                </a:lnTo>
                <a:lnTo>
                  <a:pt x="815256" y="80621"/>
                </a:lnTo>
                <a:lnTo>
                  <a:pt x="815434" y="80258"/>
                </a:lnTo>
                <a:lnTo>
                  <a:pt x="815603" y="79896"/>
                </a:lnTo>
                <a:lnTo>
                  <a:pt x="815772" y="79535"/>
                </a:lnTo>
                <a:lnTo>
                  <a:pt x="815950" y="79175"/>
                </a:lnTo>
                <a:lnTo>
                  <a:pt x="816119" y="78815"/>
                </a:lnTo>
                <a:lnTo>
                  <a:pt x="816296" y="78456"/>
                </a:lnTo>
                <a:lnTo>
                  <a:pt x="816465" y="78098"/>
                </a:lnTo>
                <a:lnTo>
                  <a:pt x="816643" y="77740"/>
                </a:lnTo>
                <a:lnTo>
                  <a:pt x="816812" y="77384"/>
                </a:lnTo>
                <a:lnTo>
                  <a:pt x="816982" y="77027"/>
                </a:lnTo>
                <a:lnTo>
                  <a:pt x="817159" y="76672"/>
                </a:lnTo>
                <a:lnTo>
                  <a:pt x="817328" y="76318"/>
                </a:lnTo>
                <a:lnTo>
                  <a:pt x="817506" y="75964"/>
                </a:lnTo>
                <a:lnTo>
                  <a:pt x="817675" y="75611"/>
                </a:lnTo>
                <a:lnTo>
                  <a:pt x="817853" y="75259"/>
                </a:lnTo>
                <a:lnTo>
                  <a:pt x="818022" y="74907"/>
                </a:lnTo>
                <a:lnTo>
                  <a:pt x="818191" y="74556"/>
                </a:lnTo>
                <a:lnTo>
                  <a:pt x="818369" y="74206"/>
                </a:lnTo>
                <a:lnTo>
                  <a:pt x="818538" y="73857"/>
                </a:lnTo>
                <a:lnTo>
                  <a:pt x="818716" y="73508"/>
                </a:lnTo>
                <a:lnTo>
                  <a:pt x="818885" y="73160"/>
                </a:lnTo>
                <a:lnTo>
                  <a:pt x="819063" y="72813"/>
                </a:lnTo>
                <a:lnTo>
                  <a:pt x="819232" y="72466"/>
                </a:lnTo>
                <a:lnTo>
                  <a:pt x="819401" y="72121"/>
                </a:lnTo>
                <a:lnTo>
                  <a:pt x="819579" y="71776"/>
                </a:lnTo>
                <a:lnTo>
                  <a:pt x="819748" y="71432"/>
                </a:lnTo>
                <a:lnTo>
                  <a:pt x="819926" y="71088"/>
                </a:lnTo>
                <a:lnTo>
                  <a:pt x="820095" y="70746"/>
                </a:lnTo>
                <a:lnTo>
                  <a:pt x="820273" y="70403"/>
                </a:lnTo>
                <a:lnTo>
                  <a:pt x="820442" y="70062"/>
                </a:lnTo>
                <a:lnTo>
                  <a:pt x="820611" y="69722"/>
                </a:lnTo>
                <a:lnTo>
                  <a:pt x="820789" y="69382"/>
                </a:lnTo>
                <a:lnTo>
                  <a:pt x="820958" y="69043"/>
                </a:lnTo>
                <a:lnTo>
                  <a:pt x="821136" y="68705"/>
                </a:lnTo>
                <a:lnTo>
                  <a:pt x="821305" y="68367"/>
                </a:lnTo>
                <a:lnTo>
                  <a:pt x="821483" y="68030"/>
                </a:lnTo>
                <a:lnTo>
                  <a:pt x="821652" y="67694"/>
                </a:lnTo>
                <a:lnTo>
                  <a:pt x="821821" y="67359"/>
                </a:lnTo>
                <a:lnTo>
                  <a:pt x="821999" y="67024"/>
                </a:lnTo>
                <a:lnTo>
                  <a:pt x="822168" y="66691"/>
                </a:lnTo>
                <a:lnTo>
                  <a:pt x="822346" y="66358"/>
                </a:lnTo>
                <a:lnTo>
                  <a:pt x="822515" y="66025"/>
                </a:lnTo>
                <a:lnTo>
                  <a:pt x="822693" y="65694"/>
                </a:lnTo>
                <a:lnTo>
                  <a:pt x="822862" y="65363"/>
                </a:lnTo>
                <a:lnTo>
                  <a:pt x="823031" y="65033"/>
                </a:lnTo>
                <a:lnTo>
                  <a:pt x="823209" y="64704"/>
                </a:lnTo>
                <a:lnTo>
                  <a:pt x="823378" y="64376"/>
                </a:lnTo>
                <a:lnTo>
                  <a:pt x="823556" y="64047"/>
                </a:lnTo>
                <a:lnTo>
                  <a:pt x="823725" y="63721"/>
                </a:lnTo>
                <a:lnTo>
                  <a:pt x="823894" y="63395"/>
                </a:lnTo>
                <a:lnTo>
                  <a:pt x="824072" y="63070"/>
                </a:lnTo>
                <a:lnTo>
                  <a:pt x="824241" y="62745"/>
                </a:lnTo>
                <a:lnTo>
                  <a:pt x="824419" y="62421"/>
                </a:lnTo>
                <a:lnTo>
                  <a:pt x="824588" y="62097"/>
                </a:lnTo>
                <a:lnTo>
                  <a:pt x="824766" y="61775"/>
                </a:lnTo>
                <a:lnTo>
                  <a:pt x="824935" y="61453"/>
                </a:lnTo>
                <a:lnTo>
                  <a:pt x="825104" y="61133"/>
                </a:lnTo>
                <a:lnTo>
                  <a:pt x="825282" y="60813"/>
                </a:lnTo>
                <a:lnTo>
                  <a:pt x="825451" y="60493"/>
                </a:lnTo>
                <a:lnTo>
                  <a:pt x="825629" y="60175"/>
                </a:lnTo>
                <a:lnTo>
                  <a:pt x="825798" y="59857"/>
                </a:lnTo>
                <a:lnTo>
                  <a:pt x="825976" y="59541"/>
                </a:lnTo>
                <a:lnTo>
                  <a:pt x="826145" y="59224"/>
                </a:lnTo>
                <a:lnTo>
                  <a:pt x="826314" y="58908"/>
                </a:lnTo>
                <a:lnTo>
                  <a:pt x="826492" y="58594"/>
                </a:lnTo>
                <a:lnTo>
                  <a:pt x="826661" y="58280"/>
                </a:lnTo>
                <a:lnTo>
                  <a:pt x="826839" y="57967"/>
                </a:lnTo>
                <a:lnTo>
                  <a:pt x="827008" y="57655"/>
                </a:lnTo>
                <a:lnTo>
                  <a:pt x="827186" y="57343"/>
                </a:lnTo>
                <a:lnTo>
                  <a:pt x="827355" y="57032"/>
                </a:lnTo>
                <a:lnTo>
                  <a:pt x="827524" y="56722"/>
                </a:lnTo>
                <a:lnTo>
                  <a:pt x="827702" y="56413"/>
                </a:lnTo>
                <a:lnTo>
                  <a:pt x="827871" y="56104"/>
                </a:lnTo>
                <a:lnTo>
                  <a:pt x="828049" y="55796"/>
                </a:lnTo>
                <a:lnTo>
                  <a:pt x="828218" y="55489"/>
                </a:lnTo>
                <a:lnTo>
                  <a:pt x="828396" y="55183"/>
                </a:lnTo>
                <a:lnTo>
                  <a:pt x="828565" y="54878"/>
                </a:lnTo>
                <a:lnTo>
                  <a:pt x="828734" y="54574"/>
                </a:lnTo>
                <a:lnTo>
                  <a:pt x="828912" y="54269"/>
                </a:lnTo>
                <a:lnTo>
                  <a:pt x="829081" y="53967"/>
                </a:lnTo>
                <a:lnTo>
                  <a:pt x="829259" y="53664"/>
                </a:lnTo>
                <a:lnTo>
                  <a:pt x="829428" y="53363"/>
                </a:lnTo>
                <a:lnTo>
                  <a:pt x="829606" y="53062"/>
                </a:lnTo>
                <a:lnTo>
                  <a:pt x="829775" y="52762"/>
                </a:lnTo>
                <a:lnTo>
                  <a:pt x="829944" y="52463"/>
                </a:lnTo>
                <a:lnTo>
                  <a:pt x="830122" y="52165"/>
                </a:lnTo>
                <a:lnTo>
                  <a:pt x="830291" y="51867"/>
                </a:lnTo>
                <a:lnTo>
                  <a:pt x="830469" y="51570"/>
                </a:lnTo>
                <a:lnTo>
                  <a:pt x="830638" y="51275"/>
                </a:lnTo>
                <a:lnTo>
                  <a:pt x="830815" y="50980"/>
                </a:lnTo>
                <a:lnTo>
                  <a:pt x="830985" y="50685"/>
                </a:lnTo>
                <a:lnTo>
                  <a:pt x="831154" y="50391"/>
                </a:lnTo>
                <a:lnTo>
                  <a:pt x="831332" y="50099"/>
                </a:lnTo>
                <a:lnTo>
                  <a:pt x="831500" y="49807"/>
                </a:lnTo>
                <a:lnTo>
                  <a:pt x="831678" y="49516"/>
                </a:lnTo>
                <a:lnTo>
                  <a:pt x="831847" y="49225"/>
                </a:lnTo>
                <a:lnTo>
                  <a:pt x="832025" y="48936"/>
                </a:lnTo>
                <a:lnTo>
                  <a:pt x="832194" y="48647"/>
                </a:lnTo>
                <a:lnTo>
                  <a:pt x="832364" y="48359"/>
                </a:lnTo>
                <a:lnTo>
                  <a:pt x="832541" y="48071"/>
                </a:lnTo>
                <a:lnTo>
                  <a:pt x="832710" y="47785"/>
                </a:lnTo>
                <a:lnTo>
                  <a:pt x="832888" y="47499"/>
                </a:lnTo>
                <a:lnTo>
                  <a:pt x="833057" y="47215"/>
                </a:lnTo>
                <a:lnTo>
                  <a:pt x="833235" y="46931"/>
                </a:lnTo>
                <a:lnTo>
                  <a:pt x="833404" y="46648"/>
                </a:lnTo>
                <a:lnTo>
                  <a:pt x="833573" y="46365"/>
                </a:lnTo>
                <a:lnTo>
                  <a:pt x="833751" y="46084"/>
                </a:lnTo>
                <a:lnTo>
                  <a:pt x="833920" y="45803"/>
                </a:lnTo>
                <a:lnTo>
                  <a:pt x="834098" y="45522"/>
                </a:lnTo>
                <a:lnTo>
                  <a:pt x="834267" y="45243"/>
                </a:lnTo>
                <a:lnTo>
                  <a:pt x="834445" y="44965"/>
                </a:lnTo>
                <a:lnTo>
                  <a:pt x="834614" y="44687"/>
                </a:lnTo>
                <a:lnTo>
                  <a:pt x="834783" y="44410"/>
                </a:lnTo>
                <a:lnTo>
                  <a:pt x="834961" y="44135"/>
                </a:lnTo>
                <a:lnTo>
                  <a:pt x="835130" y="43860"/>
                </a:lnTo>
                <a:lnTo>
                  <a:pt x="835308" y="43585"/>
                </a:lnTo>
                <a:lnTo>
                  <a:pt x="835477" y="43312"/>
                </a:lnTo>
                <a:lnTo>
                  <a:pt x="835655" y="43039"/>
                </a:lnTo>
                <a:lnTo>
                  <a:pt x="835824" y="42767"/>
                </a:lnTo>
                <a:lnTo>
                  <a:pt x="835993" y="42496"/>
                </a:lnTo>
                <a:lnTo>
                  <a:pt x="836171" y="42225"/>
                </a:lnTo>
                <a:lnTo>
                  <a:pt x="836340" y="41956"/>
                </a:lnTo>
                <a:lnTo>
                  <a:pt x="836518" y="41687"/>
                </a:lnTo>
                <a:lnTo>
                  <a:pt x="836687" y="41419"/>
                </a:lnTo>
                <a:lnTo>
                  <a:pt x="836865" y="41152"/>
                </a:lnTo>
                <a:lnTo>
                  <a:pt x="837034" y="40886"/>
                </a:lnTo>
                <a:lnTo>
                  <a:pt x="837203" y="40620"/>
                </a:lnTo>
                <a:lnTo>
                  <a:pt x="837381" y="40356"/>
                </a:lnTo>
                <a:lnTo>
                  <a:pt x="837550" y="40092"/>
                </a:lnTo>
                <a:lnTo>
                  <a:pt x="837728" y="39829"/>
                </a:lnTo>
                <a:lnTo>
                  <a:pt x="837897" y="39567"/>
                </a:lnTo>
                <a:lnTo>
                  <a:pt x="838075" y="39306"/>
                </a:lnTo>
                <a:lnTo>
                  <a:pt x="838244" y="39045"/>
                </a:lnTo>
                <a:lnTo>
                  <a:pt x="838413" y="38785"/>
                </a:lnTo>
                <a:lnTo>
                  <a:pt x="838591" y="38526"/>
                </a:lnTo>
                <a:lnTo>
                  <a:pt x="838760" y="38268"/>
                </a:lnTo>
                <a:lnTo>
                  <a:pt x="838938" y="38011"/>
                </a:lnTo>
                <a:lnTo>
                  <a:pt x="839107" y="37755"/>
                </a:lnTo>
                <a:lnTo>
                  <a:pt x="839285" y="37499"/>
                </a:lnTo>
                <a:lnTo>
                  <a:pt x="839454" y="37244"/>
                </a:lnTo>
                <a:lnTo>
                  <a:pt x="839623" y="36990"/>
                </a:lnTo>
                <a:lnTo>
                  <a:pt x="839801" y="36737"/>
                </a:lnTo>
                <a:lnTo>
                  <a:pt x="839970" y="36485"/>
                </a:lnTo>
                <a:lnTo>
                  <a:pt x="840148" y="36234"/>
                </a:lnTo>
                <a:lnTo>
                  <a:pt x="840317" y="35983"/>
                </a:lnTo>
                <a:lnTo>
                  <a:pt x="840495" y="35733"/>
                </a:lnTo>
                <a:lnTo>
                  <a:pt x="840664" y="35484"/>
                </a:lnTo>
                <a:lnTo>
                  <a:pt x="840833" y="35235"/>
                </a:lnTo>
                <a:lnTo>
                  <a:pt x="841011" y="34988"/>
                </a:lnTo>
                <a:lnTo>
                  <a:pt x="841180" y="34742"/>
                </a:lnTo>
                <a:lnTo>
                  <a:pt x="841358" y="34496"/>
                </a:lnTo>
                <a:lnTo>
                  <a:pt x="841527" y="34251"/>
                </a:lnTo>
                <a:lnTo>
                  <a:pt x="841705" y="34007"/>
                </a:lnTo>
                <a:lnTo>
                  <a:pt x="841874" y="33764"/>
                </a:lnTo>
                <a:lnTo>
                  <a:pt x="842043" y="33521"/>
                </a:lnTo>
                <a:lnTo>
                  <a:pt x="842221" y="33280"/>
                </a:lnTo>
                <a:lnTo>
                  <a:pt x="842390" y="33039"/>
                </a:lnTo>
                <a:lnTo>
                  <a:pt x="842568" y="32800"/>
                </a:lnTo>
                <a:lnTo>
                  <a:pt x="842737" y="32560"/>
                </a:lnTo>
                <a:lnTo>
                  <a:pt x="842906" y="32322"/>
                </a:lnTo>
                <a:lnTo>
                  <a:pt x="843084" y="32084"/>
                </a:lnTo>
                <a:lnTo>
                  <a:pt x="843253" y="31848"/>
                </a:lnTo>
                <a:lnTo>
                  <a:pt x="843431" y="31613"/>
                </a:lnTo>
                <a:lnTo>
                  <a:pt x="843600" y="31378"/>
                </a:lnTo>
                <a:lnTo>
                  <a:pt x="843778" y="31143"/>
                </a:lnTo>
                <a:lnTo>
                  <a:pt x="843947" y="30910"/>
                </a:lnTo>
                <a:lnTo>
                  <a:pt x="844116" y="30678"/>
                </a:lnTo>
                <a:lnTo>
                  <a:pt x="844294" y="30447"/>
                </a:lnTo>
                <a:lnTo>
                  <a:pt x="844463" y="30216"/>
                </a:lnTo>
                <a:lnTo>
                  <a:pt x="844641" y="29986"/>
                </a:lnTo>
                <a:lnTo>
                  <a:pt x="844810" y="29757"/>
                </a:lnTo>
                <a:lnTo>
                  <a:pt x="844988" y="29529"/>
                </a:lnTo>
                <a:lnTo>
                  <a:pt x="845157" y="29302"/>
                </a:lnTo>
                <a:lnTo>
                  <a:pt x="845326" y="29075"/>
                </a:lnTo>
                <a:lnTo>
                  <a:pt x="845503" y="28850"/>
                </a:lnTo>
                <a:lnTo>
                  <a:pt x="845673" y="28625"/>
                </a:lnTo>
                <a:lnTo>
                  <a:pt x="845850" y="28401"/>
                </a:lnTo>
                <a:lnTo>
                  <a:pt x="846020" y="28178"/>
                </a:lnTo>
                <a:lnTo>
                  <a:pt x="846197" y="27955"/>
                </a:lnTo>
                <a:lnTo>
                  <a:pt x="846367" y="27734"/>
                </a:lnTo>
                <a:lnTo>
                  <a:pt x="846536" y="27513"/>
                </a:lnTo>
                <a:lnTo>
                  <a:pt x="846713" y="27294"/>
                </a:lnTo>
                <a:lnTo>
                  <a:pt x="846882" y="27075"/>
                </a:lnTo>
                <a:lnTo>
                  <a:pt x="847060" y="26857"/>
                </a:lnTo>
                <a:lnTo>
                  <a:pt x="847229" y="26640"/>
                </a:lnTo>
                <a:lnTo>
                  <a:pt x="847407" y="26424"/>
                </a:lnTo>
                <a:lnTo>
                  <a:pt x="847576" y="26208"/>
                </a:lnTo>
                <a:lnTo>
                  <a:pt x="847745" y="25994"/>
                </a:lnTo>
                <a:lnTo>
                  <a:pt x="847923" y="25779"/>
                </a:lnTo>
                <a:lnTo>
                  <a:pt x="848092" y="25567"/>
                </a:lnTo>
                <a:lnTo>
                  <a:pt x="848270" y="25355"/>
                </a:lnTo>
                <a:lnTo>
                  <a:pt x="848439" y="25143"/>
                </a:lnTo>
                <a:lnTo>
                  <a:pt x="848617" y="24933"/>
                </a:lnTo>
                <a:lnTo>
                  <a:pt x="848786" y="24723"/>
                </a:lnTo>
                <a:lnTo>
                  <a:pt x="848955" y="24515"/>
                </a:lnTo>
                <a:lnTo>
                  <a:pt x="849133" y="24307"/>
                </a:lnTo>
                <a:lnTo>
                  <a:pt x="849302" y="24101"/>
                </a:lnTo>
                <a:lnTo>
                  <a:pt x="849480" y="23894"/>
                </a:lnTo>
                <a:lnTo>
                  <a:pt x="849649" y="23689"/>
                </a:lnTo>
                <a:lnTo>
                  <a:pt x="849827" y="23485"/>
                </a:lnTo>
                <a:lnTo>
                  <a:pt x="849996" y="23281"/>
                </a:lnTo>
                <a:lnTo>
                  <a:pt x="850165" y="23078"/>
                </a:lnTo>
                <a:lnTo>
                  <a:pt x="850343" y="22877"/>
                </a:lnTo>
                <a:lnTo>
                  <a:pt x="850512" y="22675"/>
                </a:lnTo>
                <a:lnTo>
                  <a:pt x="850690" y="22476"/>
                </a:lnTo>
                <a:lnTo>
                  <a:pt x="850859" y="22277"/>
                </a:lnTo>
                <a:lnTo>
                  <a:pt x="851037" y="22078"/>
                </a:lnTo>
                <a:lnTo>
                  <a:pt x="851206" y="21881"/>
                </a:lnTo>
                <a:lnTo>
                  <a:pt x="851375" y="21684"/>
                </a:lnTo>
                <a:lnTo>
                  <a:pt x="851553" y="21489"/>
                </a:lnTo>
                <a:lnTo>
                  <a:pt x="851722" y="21293"/>
                </a:lnTo>
                <a:lnTo>
                  <a:pt x="851900" y="21099"/>
                </a:lnTo>
                <a:lnTo>
                  <a:pt x="852069" y="20906"/>
                </a:lnTo>
                <a:lnTo>
                  <a:pt x="852247" y="20714"/>
                </a:lnTo>
                <a:lnTo>
                  <a:pt x="852416" y="20523"/>
                </a:lnTo>
                <a:lnTo>
                  <a:pt x="852585" y="20332"/>
                </a:lnTo>
                <a:lnTo>
                  <a:pt x="852763" y="20142"/>
                </a:lnTo>
                <a:lnTo>
                  <a:pt x="852932" y="19953"/>
                </a:lnTo>
                <a:lnTo>
                  <a:pt x="853110" y="19765"/>
                </a:lnTo>
                <a:lnTo>
                  <a:pt x="853279" y="19578"/>
                </a:lnTo>
                <a:lnTo>
                  <a:pt x="853457" y="19392"/>
                </a:lnTo>
                <a:lnTo>
                  <a:pt x="853626" y="19207"/>
                </a:lnTo>
                <a:lnTo>
                  <a:pt x="853795" y="19022"/>
                </a:lnTo>
                <a:lnTo>
                  <a:pt x="853973" y="18838"/>
                </a:lnTo>
                <a:lnTo>
                  <a:pt x="854142" y="18655"/>
                </a:lnTo>
                <a:lnTo>
                  <a:pt x="854320" y="18474"/>
                </a:lnTo>
                <a:lnTo>
                  <a:pt x="854489" y="18292"/>
                </a:lnTo>
                <a:lnTo>
                  <a:pt x="854667" y="18112"/>
                </a:lnTo>
                <a:lnTo>
                  <a:pt x="854836" y="17933"/>
                </a:lnTo>
                <a:lnTo>
                  <a:pt x="855005" y="17755"/>
                </a:lnTo>
                <a:lnTo>
                  <a:pt x="855183" y="17577"/>
                </a:lnTo>
                <a:lnTo>
                  <a:pt x="855352" y="17400"/>
                </a:lnTo>
                <a:lnTo>
                  <a:pt x="855530" y="17225"/>
                </a:lnTo>
                <a:lnTo>
                  <a:pt x="855699" y="17049"/>
                </a:lnTo>
                <a:lnTo>
                  <a:pt x="855877" y="16875"/>
                </a:lnTo>
                <a:lnTo>
                  <a:pt x="856046" y="16702"/>
                </a:lnTo>
                <a:lnTo>
                  <a:pt x="856215" y="16530"/>
                </a:lnTo>
                <a:lnTo>
                  <a:pt x="856393" y="16358"/>
                </a:lnTo>
                <a:lnTo>
                  <a:pt x="856562" y="16187"/>
                </a:lnTo>
                <a:lnTo>
                  <a:pt x="856740" y="16018"/>
                </a:lnTo>
                <a:lnTo>
                  <a:pt x="856909" y="15849"/>
                </a:lnTo>
                <a:lnTo>
                  <a:pt x="857087" y="15681"/>
                </a:lnTo>
                <a:lnTo>
                  <a:pt x="857256" y="15514"/>
                </a:lnTo>
                <a:lnTo>
                  <a:pt x="857425" y="15347"/>
                </a:lnTo>
                <a:lnTo>
                  <a:pt x="857603" y="15182"/>
                </a:lnTo>
                <a:lnTo>
                  <a:pt x="857772" y="15018"/>
                </a:lnTo>
                <a:lnTo>
                  <a:pt x="857950" y="14855"/>
                </a:lnTo>
                <a:lnTo>
                  <a:pt x="858119" y="14692"/>
                </a:lnTo>
                <a:lnTo>
                  <a:pt x="858297" y="14530"/>
                </a:lnTo>
                <a:lnTo>
                  <a:pt x="858466" y="14369"/>
                </a:lnTo>
                <a:lnTo>
                  <a:pt x="858635" y="14209"/>
                </a:lnTo>
                <a:lnTo>
                  <a:pt x="858813" y="14049"/>
                </a:lnTo>
                <a:lnTo>
                  <a:pt x="858982" y="13891"/>
                </a:lnTo>
                <a:lnTo>
                  <a:pt x="859160" y="13734"/>
                </a:lnTo>
                <a:lnTo>
                  <a:pt x="859329" y="13577"/>
                </a:lnTo>
                <a:lnTo>
                  <a:pt x="859506" y="13422"/>
                </a:lnTo>
                <a:lnTo>
                  <a:pt x="859676" y="13267"/>
                </a:lnTo>
                <a:lnTo>
                  <a:pt x="859845" y="13113"/>
                </a:lnTo>
                <a:lnTo>
                  <a:pt x="860023" y="12960"/>
                </a:lnTo>
                <a:lnTo>
                  <a:pt x="860192" y="12808"/>
                </a:lnTo>
                <a:lnTo>
                  <a:pt x="860370" y="12656"/>
                </a:lnTo>
                <a:lnTo>
                  <a:pt x="860539" y="12506"/>
                </a:lnTo>
                <a:lnTo>
                  <a:pt x="860717" y="12357"/>
                </a:lnTo>
                <a:lnTo>
                  <a:pt x="860885" y="12208"/>
                </a:lnTo>
                <a:lnTo>
                  <a:pt x="861055" y="12060"/>
                </a:lnTo>
                <a:lnTo>
                  <a:pt x="861232" y="11913"/>
                </a:lnTo>
                <a:lnTo>
                  <a:pt x="861401" y="11767"/>
                </a:lnTo>
                <a:lnTo>
                  <a:pt x="861579" y="11622"/>
                </a:lnTo>
                <a:lnTo>
                  <a:pt x="861748" y="11478"/>
                </a:lnTo>
                <a:lnTo>
                  <a:pt x="861917" y="11335"/>
                </a:lnTo>
                <a:lnTo>
                  <a:pt x="862095" y="11192"/>
                </a:lnTo>
                <a:lnTo>
                  <a:pt x="862264" y="11051"/>
                </a:lnTo>
                <a:lnTo>
                  <a:pt x="862442" y="10910"/>
                </a:lnTo>
                <a:lnTo>
                  <a:pt x="862611" y="10770"/>
                </a:lnTo>
                <a:lnTo>
                  <a:pt x="862789" y="10632"/>
                </a:lnTo>
                <a:lnTo>
                  <a:pt x="862958" y="10494"/>
                </a:lnTo>
                <a:lnTo>
                  <a:pt x="863127" y="10357"/>
                </a:lnTo>
                <a:lnTo>
                  <a:pt x="863305" y="10220"/>
                </a:lnTo>
                <a:lnTo>
                  <a:pt x="863474" y="10085"/>
                </a:lnTo>
                <a:lnTo>
                  <a:pt x="863652" y="9951"/>
                </a:lnTo>
                <a:lnTo>
                  <a:pt x="863821" y="9817"/>
                </a:lnTo>
                <a:lnTo>
                  <a:pt x="863999" y="9684"/>
                </a:lnTo>
                <a:lnTo>
                  <a:pt x="864168" y="9553"/>
                </a:lnTo>
                <a:lnTo>
                  <a:pt x="864337" y="9422"/>
                </a:lnTo>
                <a:lnTo>
                  <a:pt x="864515" y="9292"/>
                </a:lnTo>
                <a:lnTo>
                  <a:pt x="864684" y="9163"/>
                </a:lnTo>
                <a:lnTo>
                  <a:pt x="864862" y="9035"/>
                </a:lnTo>
                <a:lnTo>
                  <a:pt x="865031" y="8907"/>
                </a:lnTo>
                <a:lnTo>
                  <a:pt x="865209" y="8781"/>
                </a:lnTo>
                <a:lnTo>
                  <a:pt x="865378" y="8655"/>
                </a:lnTo>
                <a:lnTo>
                  <a:pt x="865547" y="8531"/>
                </a:lnTo>
                <a:lnTo>
                  <a:pt x="865725" y="8407"/>
                </a:lnTo>
                <a:lnTo>
                  <a:pt x="865894" y="8284"/>
                </a:lnTo>
                <a:lnTo>
                  <a:pt x="866072" y="8162"/>
                </a:lnTo>
                <a:lnTo>
                  <a:pt x="866241" y="8041"/>
                </a:lnTo>
                <a:lnTo>
                  <a:pt x="866419" y="7921"/>
                </a:lnTo>
                <a:lnTo>
                  <a:pt x="866588" y="7802"/>
                </a:lnTo>
                <a:lnTo>
                  <a:pt x="866757" y="7683"/>
                </a:lnTo>
                <a:lnTo>
                  <a:pt x="866935" y="7566"/>
                </a:lnTo>
                <a:lnTo>
                  <a:pt x="867104" y="7449"/>
                </a:lnTo>
                <a:lnTo>
                  <a:pt x="867282" y="7334"/>
                </a:lnTo>
                <a:lnTo>
                  <a:pt x="867451" y="7219"/>
                </a:lnTo>
                <a:lnTo>
                  <a:pt x="867629" y="7105"/>
                </a:lnTo>
                <a:lnTo>
                  <a:pt x="867798" y="6992"/>
                </a:lnTo>
                <a:lnTo>
                  <a:pt x="867967" y="6880"/>
                </a:lnTo>
                <a:lnTo>
                  <a:pt x="868145" y="6769"/>
                </a:lnTo>
                <a:lnTo>
                  <a:pt x="868314" y="6659"/>
                </a:lnTo>
                <a:lnTo>
                  <a:pt x="868492" y="6549"/>
                </a:lnTo>
                <a:lnTo>
                  <a:pt x="868661" y="6441"/>
                </a:lnTo>
                <a:lnTo>
                  <a:pt x="868839" y="6333"/>
                </a:lnTo>
                <a:lnTo>
                  <a:pt x="869008" y="6226"/>
                </a:lnTo>
                <a:lnTo>
                  <a:pt x="869177" y="6120"/>
                </a:lnTo>
                <a:lnTo>
                  <a:pt x="869355" y="6016"/>
                </a:lnTo>
                <a:lnTo>
                  <a:pt x="869524" y="5912"/>
                </a:lnTo>
                <a:lnTo>
                  <a:pt x="869702" y="5808"/>
                </a:lnTo>
                <a:lnTo>
                  <a:pt x="869871" y="5706"/>
                </a:lnTo>
                <a:lnTo>
                  <a:pt x="870049" y="5605"/>
                </a:lnTo>
                <a:lnTo>
                  <a:pt x="870218" y="5505"/>
                </a:lnTo>
                <a:lnTo>
                  <a:pt x="870387" y="5405"/>
                </a:lnTo>
                <a:lnTo>
                  <a:pt x="870565" y="5306"/>
                </a:lnTo>
                <a:lnTo>
                  <a:pt x="870734" y="5209"/>
                </a:lnTo>
                <a:lnTo>
                  <a:pt x="870912" y="5112"/>
                </a:lnTo>
                <a:lnTo>
                  <a:pt x="871081" y="5016"/>
                </a:lnTo>
                <a:lnTo>
                  <a:pt x="871259" y="4921"/>
                </a:lnTo>
                <a:lnTo>
                  <a:pt x="871428" y="4827"/>
                </a:lnTo>
                <a:lnTo>
                  <a:pt x="871597" y="4734"/>
                </a:lnTo>
                <a:lnTo>
                  <a:pt x="871775" y="4642"/>
                </a:lnTo>
                <a:lnTo>
                  <a:pt x="871944" y="4550"/>
                </a:lnTo>
                <a:lnTo>
                  <a:pt x="872122" y="4460"/>
                </a:lnTo>
                <a:lnTo>
                  <a:pt x="872291" y="4370"/>
                </a:lnTo>
                <a:lnTo>
                  <a:pt x="872469" y="4281"/>
                </a:lnTo>
                <a:lnTo>
                  <a:pt x="872638" y="4194"/>
                </a:lnTo>
                <a:lnTo>
                  <a:pt x="872807" y="4107"/>
                </a:lnTo>
                <a:lnTo>
                  <a:pt x="872985" y="4021"/>
                </a:lnTo>
                <a:lnTo>
                  <a:pt x="873154" y="3936"/>
                </a:lnTo>
                <a:lnTo>
                  <a:pt x="873332" y="3852"/>
                </a:lnTo>
                <a:lnTo>
                  <a:pt x="873501" y="3768"/>
                </a:lnTo>
                <a:lnTo>
                  <a:pt x="873679" y="3686"/>
                </a:lnTo>
                <a:lnTo>
                  <a:pt x="873848" y="3605"/>
                </a:lnTo>
                <a:lnTo>
                  <a:pt x="874017" y="3524"/>
                </a:lnTo>
                <a:lnTo>
                  <a:pt x="874195" y="3444"/>
                </a:lnTo>
                <a:lnTo>
                  <a:pt x="874364" y="3366"/>
                </a:lnTo>
                <a:lnTo>
                  <a:pt x="874542" y="3288"/>
                </a:lnTo>
                <a:lnTo>
                  <a:pt x="874711" y="3211"/>
                </a:lnTo>
                <a:lnTo>
                  <a:pt x="874888" y="3135"/>
                </a:lnTo>
                <a:lnTo>
                  <a:pt x="875058" y="3060"/>
                </a:lnTo>
                <a:lnTo>
                  <a:pt x="875227" y="2986"/>
                </a:lnTo>
                <a:lnTo>
                  <a:pt x="875404" y="2912"/>
                </a:lnTo>
                <a:lnTo>
                  <a:pt x="875574" y="2840"/>
                </a:lnTo>
                <a:lnTo>
                  <a:pt x="875751" y="2769"/>
                </a:lnTo>
                <a:lnTo>
                  <a:pt x="875921" y="2698"/>
                </a:lnTo>
                <a:lnTo>
                  <a:pt x="876098" y="2628"/>
                </a:lnTo>
                <a:lnTo>
                  <a:pt x="876267" y="2560"/>
                </a:lnTo>
                <a:lnTo>
                  <a:pt x="876436" y="2492"/>
                </a:lnTo>
                <a:lnTo>
                  <a:pt x="876614" y="2425"/>
                </a:lnTo>
                <a:lnTo>
                  <a:pt x="876783" y="2359"/>
                </a:lnTo>
                <a:lnTo>
                  <a:pt x="876961" y="2294"/>
                </a:lnTo>
                <a:lnTo>
                  <a:pt x="877130" y="2230"/>
                </a:lnTo>
                <a:lnTo>
                  <a:pt x="877308" y="2166"/>
                </a:lnTo>
                <a:lnTo>
                  <a:pt x="877477" y="2104"/>
                </a:lnTo>
                <a:lnTo>
                  <a:pt x="877646" y="2042"/>
                </a:lnTo>
                <a:lnTo>
                  <a:pt x="877824" y="1982"/>
                </a:lnTo>
                <a:lnTo>
                  <a:pt x="877993" y="1922"/>
                </a:lnTo>
                <a:lnTo>
                  <a:pt x="878171" y="1863"/>
                </a:lnTo>
                <a:lnTo>
                  <a:pt x="878340" y="1806"/>
                </a:lnTo>
                <a:lnTo>
                  <a:pt x="878518" y="1749"/>
                </a:lnTo>
                <a:lnTo>
                  <a:pt x="878687" y="1693"/>
                </a:lnTo>
                <a:lnTo>
                  <a:pt x="878856" y="1637"/>
                </a:lnTo>
                <a:lnTo>
                  <a:pt x="879034" y="1583"/>
                </a:lnTo>
                <a:lnTo>
                  <a:pt x="879203" y="1530"/>
                </a:lnTo>
                <a:lnTo>
                  <a:pt x="879381" y="1478"/>
                </a:lnTo>
                <a:lnTo>
                  <a:pt x="879550" y="1426"/>
                </a:lnTo>
                <a:lnTo>
                  <a:pt x="879728" y="1376"/>
                </a:lnTo>
                <a:lnTo>
                  <a:pt x="879897" y="1326"/>
                </a:lnTo>
                <a:lnTo>
                  <a:pt x="880066" y="1277"/>
                </a:lnTo>
                <a:lnTo>
                  <a:pt x="880244" y="1229"/>
                </a:lnTo>
                <a:lnTo>
                  <a:pt x="880413" y="1182"/>
                </a:lnTo>
                <a:lnTo>
                  <a:pt x="880591" y="1136"/>
                </a:lnTo>
                <a:lnTo>
                  <a:pt x="880760" y="1091"/>
                </a:lnTo>
                <a:lnTo>
                  <a:pt x="880929" y="1047"/>
                </a:lnTo>
                <a:lnTo>
                  <a:pt x="881107" y="1004"/>
                </a:lnTo>
                <a:lnTo>
                  <a:pt x="881276" y="962"/>
                </a:lnTo>
                <a:lnTo>
                  <a:pt x="881454" y="920"/>
                </a:lnTo>
                <a:lnTo>
                  <a:pt x="881623" y="880"/>
                </a:lnTo>
                <a:lnTo>
                  <a:pt x="881801" y="840"/>
                </a:lnTo>
                <a:lnTo>
                  <a:pt x="881970" y="801"/>
                </a:lnTo>
                <a:lnTo>
                  <a:pt x="882139" y="763"/>
                </a:lnTo>
                <a:lnTo>
                  <a:pt x="882317" y="726"/>
                </a:lnTo>
                <a:lnTo>
                  <a:pt x="882486" y="691"/>
                </a:lnTo>
                <a:lnTo>
                  <a:pt x="882664" y="655"/>
                </a:lnTo>
                <a:lnTo>
                  <a:pt x="882833" y="621"/>
                </a:lnTo>
                <a:lnTo>
                  <a:pt x="883011" y="588"/>
                </a:lnTo>
                <a:lnTo>
                  <a:pt x="883180" y="556"/>
                </a:lnTo>
                <a:lnTo>
                  <a:pt x="883349" y="524"/>
                </a:lnTo>
                <a:lnTo>
                  <a:pt x="883527" y="494"/>
                </a:lnTo>
                <a:lnTo>
                  <a:pt x="883696" y="464"/>
                </a:lnTo>
                <a:lnTo>
                  <a:pt x="883874" y="436"/>
                </a:lnTo>
                <a:lnTo>
                  <a:pt x="884043" y="408"/>
                </a:lnTo>
                <a:lnTo>
                  <a:pt x="884221" y="381"/>
                </a:lnTo>
                <a:lnTo>
                  <a:pt x="884390" y="355"/>
                </a:lnTo>
                <a:lnTo>
                  <a:pt x="884559" y="330"/>
                </a:lnTo>
                <a:lnTo>
                  <a:pt x="884737" y="306"/>
                </a:lnTo>
                <a:lnTo>
                  <a:pt x="884906" y="283"/>
                </a:lnTo>
                <a:lnTo>
                  <a:pt x="885084" y="260"/>
                </a:lnTo>
                <a:lnTo>
                  <a:pt x="885253" y="239"/>
                </a:lnTo>
                <a:lnTo>
                  <a:pt x="885431" y="219"/>
                </a:lnTo>
                <a:lnTo>
                  <a:pt x="885600" y="199"/>
                </a:lnTo>
                <a:lnTo>
                  <a:pt x="885769" y="181"/>
                </a:lnTo>
                <a:lnTo>
                  <a:pt x="885947" y="163"/>
                </a:lnTo>
                <a:lnTo>
                  <a:pt x="886116" y="146"/>
                </a:lnTo>
                <a:lnTo>
                  <a:pt x="886294" y="130"/>
                </a:lnTo>
                <a:lnTo>
                  <a:pt x="886463" y="115"/>
                </a:lnTo>
                <a:lnTo>
                  <a:pt x="886641" y="101"/>
                </a:lnTo>
                <a:lnTo>
                  <a:pt x="886810" y="88"/>
                </a:lnTo>
                <a:lnTo>
                  <a:pt x="886979" y="76"/>
                </a:lnTo>
                <a:lnTo>
                  <a:pt x="887157" y="64"/>
                </a:lnTo>
                <a:lnTo>
                  <a:pt x="887326" y="54"/>
                </a:lnTo>
                <a:lnTo>
                  <a:pt x="887504" y="45"/>
                </a:lnTo>
                <a:lnTo>
                  <a:pt x="887673" y="36"/>
                </a:lnTo>
                <a:lnTo>
                  <a:pt x="887851" y="28"/>
                </a:lnTo>
                <a:lnTo>
                  <a:pt x="888020" y="22"/>
                </a:lnTo>
                <a:lnTo>
                  <a:pt x="888189" y="16"/>
                </a:lnTo>
                <a:lnTo>
                  <a:pt x="888367" y="11"/>
                </a:lnTo>
                <a:lnTo>
                  <a:pt x="888536" y="7"/>
                </a:lnTo>
                <a:lnTo>
                  <a:pt x="888714" y="4"/>
                </a:lnTo>
                <a:lnTo>
                  <a:pt x="888883" y="2"/>
                </a:lnTo>
                <a:lnTo>
                  <a:pt x="889061" y="0"/>
                </a:lnTo>
                <a:lnTo>
                  <a:pt x="889230" y="0"/>
                </a:lnTo>
                <a:lnTo>
                  <a:pt x="889399" y="1"/>
                </a:lnTo>
                <a:lnTo>
                  <a:pt x="889577" y="2"/>
                </a:lnTo>
                <a:lnTo>
                  <a:pt x="889746" y="4"/>
                </a:lnTo>
                <a:lnTo>
                  <a:pt x="889924" y="8"/>
                </a:lnTo>
                <a:lnTo>
                  <a:pt x="890092" y="12"/>
                </a:lnTo>
                <a:lnTo>
                  <a:pt x="890270" y="17"/>
                </a:lnTo>
                <a:lnTo>
                  <a:pt x="890439" y="23"/>
                </a:lnTo>
                <a:lnTo>
                  <a:pt x="890609" y="30"/>
                </a:lnTo>
                <a:lnTo>
                  <a:pt x="890786" y="38"/>
                </a:lnTo>
                <a:lnTo>
                  <a:pt x="890956" y="47"/>
                </a:lnTo>
                <a:lnTo>
                  <a:pt x="891133" y="57"/>
                </a:lnTo>
                <a:lnTo>
                  <a:pt x="891303" y="67"/>
                </a:lnTo>
                <a:lnTo>
                  <a:pt x="891480" y="79"/>
                </a:lnTo>
                <a:lnTo>
                  <a:pt x="891649" y="91"/>
                </a:lnTo>
                <a:lnTo>
                  <a:pt x="891818" y="105"/>
                </a:lnTo>
                <a:lnTo>
                  <a:pt x="891996" y="119"/>
                </a:lnTo>
                <a:lnTo>
                  <a:pt x="892165" y="134"/>
                </a:lnTo>
                <a:lnTo>
                  <a:pt x="892343" y="150"/>
                </a:lnTo>
                <a:lnTo>
                  <a:pt x="892512" y="167"/>
                </a:lnTo>
                <a:lnTo>
                  <a:pt x="892690" y="185"/>
                </a:lnTo>
                <a:lnTo>
                  <a:pt x="892859" y="204"/>
                </a:lnTo>
                <a:lnTo>
                  <a:pt x="893028" y="224"/>
                </a:lnTo>
                <a:lnTo>
                  <a:pt x="893206" y="244"/>
                </a:lnTo>
                <a:lnTo>
                  <a:pt x="893375" y="266"/>
                </a:lnTo>
                <a:lnTo>
                  <a:pt x="893553" y="289"/>
                </a:lnTo>
                <a:lnTo>
                  <a:pt x="893722" y="312"/>
                </a:lnTo>
                <a:lnTo>
                  <a:pt x="893900" y="336"/>
                </a:lnTo>
                <a:lnTo>
                  <a:pt x="894069" y="361"/>
                </a:lnTo>
                <a:lnTo>
                  <a:pt x="894238" y="388"/>
                </a:lnTo>
                <a:lnTo>
                  <a:pt x="894416" y="415"/>
                </a:lnTo>
                <a:lnTo>
                  <a:pt x="894585" y="443"/>
                </a:lnTo>
                <a:lnTo>
                  <a:pt x="894763" y="472"/>
                </a:lnTo>
                <a:lnTo>
                  <a:pt x="894932" y="501"/>
                </a:lnTo>
                <a:lnTo>
                  <a:pt x="895110" y="532"/>
                </a:lnTo>
                <a:lnTo>
                  <a:pt x="895279" y="564"/>
                </a:lnTo>
                <a:lnTo>
                  <a:pt x="895448" y="596"/>
                </a:lnTo>
                <a:lnTo>
                  <a:pt x="895626" y="630"/>
                </a:lnTo>
                <a:lnTo>
                  <a:pt x="895795" y="664"/>
                </a:lnTo>
                <a:lnTo>
                  <a:pt x="895973" y="699"/>
                </a:lnTo>
                <a:lnTo>
                  <a:pt x="896142" y="736"/>
                </a:lnTo>
                <a:lnTo>
                  <a:pt x="896320" y="773"/>
                </a:lnTo>
                <a:lnTo>
                  <a:pt x="896489" y="811"/>
                </a:lnTo>
                <a:lnTo>
                  <a:pt x="896658" y="850"/>
                </a:lnTo>
                <a:lnTo>
                  <a:pt x="896836" y="890"/>
                </a:lnTo>
                <a:lnTo>
                  <a:pt x="897005" y="930"/>
                </a:lnTo>
                <a:lnTo>
                  <a:pt x="897183" y="972"/>
                </a:lnTo>
                <a:lnTo>
                  <a:pt x="897352" y="1015"/>
                </a:lnTo>
                <a:lnTo>
                  <a:pt x="897530" y="1058"/>
                </a:lnTo>
                <a:lnTo>
                  <a:pt x="897699" y="1103"/>
                </a:lnTo>
                <a:lnTo>
                  <a:pt x="897868" y="1148"/>
                </a:lnTo>
                <a:lnTo>
                  <a:pt x="898046" y="1194"/>
                </a:lnTo>
                <a:lnTo>
                  <a:pt x="898215" y="1241"/>
                </a:lnTo>
                <a:lnTo>
                  <a:pt x="898393" y="1289"/>
                </a:lnTo>
                <a:lnTo>
                  <a:pt x="898562" y="1338"/>
                </a:lnTo>
                <a:lnTo>
                  <a:pt x="898740" y="1388"/>
                </a:lnTo>
                <a:lnTo>
                  <a:pt x="898909" y="1439"/>
                </a:lnTo>
                <a:lnTo>
                  <a:pt x="899078" y="1491"/>
                </a:lnTo>
                <a:lnTo>
                  <a:pt x="899256" y="1543"/>
                </a:lnTo>
                <a:lnTo>
                  <a:pt x="899425" y="1597"/>
                </a:lnTo>
                <a:lnTo>
                  <a:pt x="899603" y="1651"/>
                </a:lnTo>
                <a:lnTo>
                  <a:pt x="899772" y="1707"/>
                </a:lnTo>
                <a:lnTo>
                  <a:pt x="899941" y="1763"/>
                </a:lnTo>
                <a:lnTo>
                  <a:pt x="900119" y="1820"/>
                </a:lnTo>
                <a:lnTo>
                  <a:pt x="900288" y="1878"/>
                </a:lnTo>
                <a:lnTo>
                  <a:pt x="900466" y="1937"/>
                </a:lnTo>
                <a:lnTo>
                  <a:pt x="900635" y="1997"/>
                </a:lnTo>
                <a:lnTo>
                  <a:pt x="900813" y="2058"/>
                </a:lnTo>
                <a:lnTo>
                  <a:pt x="900982" y="2119"/>
                </a:lnTo>
                <a:lnTo>
                  <a:pt x="901151" y="2182"/>
                </a:lnTo>
                <a:lnTo>
                  <a:pt x="901329" y="2245"/>
                </a:lnTo>
                <a:lnTo>
                  <a:pt x="901498" y="2310"/>
                </a:lnTo>
                <a:lnTo>
                  <a:pt x="901676" y="2375"/>
                </a:lnTo>
                <a:lnTo>
                  <a:pt x="901845" y="2442"/>
                </a:lnTo>
                <a:lnTo>
                  <a:pt x="902023" y="2509"/>
                </a:lnTo>
                <a:lnTo>
                  <a:pt x="902192" y="2577"/>
                </a:lnTo>
                <a:lnTo>
                  <a:pt x="902361" y="2646"/>
                </a:lnTo>
                <a:lnTo>
                  <a:pt x="902539" y="2716"/>
                </a:lnTo>
                <a:lnTo>
                  <a:pt x="902708" y="2786"/>
                </a:lnTo>
                <a:lnTo>
                  <a:pt x="902886" y="2858"/>
                </a:lnTo>
                <a:lnTo>
                  <a:pt x="903055" y="2931"/>
                </a:lnTo>
                <a:lnTo>
                  <a:pt x="903233" y="3004"/>
                </a:lnTo>
                <a:lnTo>
                  <a:pt x="903402" y="3079"/>
                </a:lnTo>
                <a:lnTo>
                  <a:pt x="903571" y="3154"/>
                </a:lnTo>
                <a:lnTo>
                  <a:pt x="903749" y="3230"/>
                </a:lnTo>
                <a:lnTo>
                  <a:pt x="903918" y="3307"/>
                </a:lnTo>
                <a:lnTo>
                  <a:pt x="904095" y="3385"/>
                </a:lnTo>
                <a:lnTo>
                  <a:pt x="904265" y="3464"/>
                </a:lnTo>
                <a:lnTo>
                  <a:pt x="904442" y="3544"/>
                </a:lnTo>
                <a:lnTo>
                  <a:pt x="904612" y="3625"/>
                </a:lnTo>
                <a:lnTo>
                  <a:pt x="904781" y="3707"/>
                </a:lnTo>
                <a:lnTo>
                  <a:pt x="904959" y="3789"/>
                </a:lnTo>
                <a:lnTo>
                  <a:pt x="905128" y="3873"/>
                </a:lnTo>
                <a:lnTo>
                  <a:pt x="905306" y="3957"/>
                </a:lnTo>
                <a:lnTo>
                  <a:pt x="905474" y="4042"/>
                </a:lnTo>
                <a:lnTo>
                  <a:pt x="905652" y="4128"/>
                </a:lnTo>
                <a:lnTo>
                  <a:pt x="905821" y="4216"/>
                </a:lnTo>
                <a:lnTo>
                  <a:pt x="905990" y="4304"/>
                </a:lnTo>
                <a:lnTo>
                  <a:pt x="906168" y="4392"/>
                </a:lnTo>
                <a:lnTo>
                  <a:pt x="906337" y="4482"/>
                </a:lnTo>
                <a:lnTo>
                  <a:pt x="906515" y="4573"/>
                </a:lnTo>
                <a:lnTo>
                  <a:pt x="906684" y="4665"/>
                </a:lnTo>
                <a:lnTo>
                  <a:pt x="906862" y="4757"/>
                </a:lnTo>
                <a:lnTo>
                  <a:pt x="907031" y="4851"/>
                </a:lnTo>
                <a:lnTo>
                  <a:pt x="907200" y="4945"/>
                </a:lnTo>
                <a:lnTo>
                  <a:pt x="907378" y="5040"/>
                </a:lnTo>
                <a:lnTo>
                  <a:pt x="907547" y="5136"/>
                </a:lnTo>
                <a:lnTo>
                  <a:pt x="907725" y="5233"/>
                </a:lnTo>
                <a:lnTo>
                  <a:pt x="907894" y="5331"/>
                </a:lnTo>
                <a:lnTo>
                  <a:pt x="908072" y="5430"/>
                </a:lnTo>
                <a:lnTo>
                  <a:pt x="908241" y="5530"/>
                </a:lnTo>
                <a:lnTo>
                  <a:pt x="908410" y="5630"/>
                </a:lnTo>
                <a:lnTo>
                  <a:pt x="908588" y="5732"/>
                </a:lnTo>
                <a:lnTo>
                  <a:pt x="908757" y="5834"/>
                </a:lnTo>
                <a:lnTo>
                  <a:pt x="908935" y="5938"/>
                </a:lnTo>
                <a:lnTo>
                  <a:pt x="909104" y="6042"/>
                </a:lnTo>
                <a:lnTo>
                  <a:pt x="909282" y="6147"/>
                </a:lnTo>
                <a:lnTo>
                  <a:pt x="909451" y="6253"/>
                </a:lnTo>
                <a:lnTo>
                  <a:pt x="909620" y="6360"/>
                </a:lnTo>
                <a:lnTo>
                  <a:pt x="909798" y="6468"/>
                </a:lnTo>
                <a:lnTo>
                  <a:pt x="909967" y="6576"/>
                </a:lnTo>
                <a:lnTo>
                  <a:pt x="910145" y="6686"/>
                </a:lnTo>
                <a:lnTo>
                  <a:pt x="910314" y="6797"/>
                </a:lnTo>
                <a:lnTo>
                  <a:pt x="910492" y="6908"/>
                </a:lnTo>
                <a:lnTo>
                  <a:pt x="910661" y="7020"/>
                </a:lnTo>
                <a:lnTo>
                  <a:pt x="910830" y="7134"/>
                </a:lnTo>
                <a:lnTo>
                  <a:pt x="911008" y="7248"/>
                </a:lnTo>
                <a:lnTo>
                  <a:pt x="911177" y="7363"/>
                </a:lnTo>
                <a:lnTo>
                  <a:pt x="911355" y="7479"/>
                </a:lnTo>
                <a:lnTo>
                  <a:pt x="911524" y="7595"/>
                </a:lnTo>
                <a:lnTo>
                  <a:pt x="911702" y="7713"/>
                </a:lnTo>
                <a:lnTo>
                  <a:pt x="911871" y="7832"/>
                </a:lnTo>
                <a:lnTo>
                  <a:pt x="912040" y="7951"/>
                </a:lnTo>
                <a:lnTo>
                  <a:pt x="912218" y="8071"/>
                </a:lnTo>
                <a:lnTo>
                  <a:pt x="912387" y="8193"/>
                </a:lnTo>
                <a:lnTo>
                  <a:pt x="912565" y="8315"/>
                </a:lnTo>
                <a:lnTo>
                  <a:pt x="912734" y="8438"/>
                </a:lnTo>
                <a:lnTo>
                  <a:pt x="912912" y="8562"/>
                </a:lnTo>
                <a:lnTo>
                  <a:pt x="913081" y="8687"/>
                </a:lnTo>
                <a:lnTo>
                  <a:pt x="913250" y="8812"/>
                </a:lnTo>
                <a:lnTo>
                  <a:pt x="913428" y="8939"/>
                </a:lnTo>
                <a:lnTo>
                  <a:pt x="913597" y="9067"/>
                </a:lnTo>
                <a:lnTo>
                  <a:pt x="913775" y="9195"/>
                </a:lnTo>
                <a:lnTo>
                  <a:pt x="913944" y="9324"/>
                </a:lnTo>
                <a:lnTo>
                  <a:pt x="914122" y="9455"/>
                </a:lnTo>
                <a:lnTo>
                  <a:pt x="914291" y="9586"/>
                </a:lnTo>
                <a:lnTo>
                  <a:pt x="914460" y="9718"/>
                </a:lnTo>
                <a:lnTo>
                  <a:pt x="914638" y="9850"/>
                </a:lnTo>
                <a:lnTo>
                  <a:pt x="914807" y="9984"/>
                </a:lnTo>
                <a:lnTo>
                  <a:pt x="914985" y="10119"/>
                </a:lnTo>
                <a:lnTo>
                  <a:pt x="915154" y="10254"/>
                </a:lnTo>
                <a:lnTo>
                  <a:pt x="915332" y="10391"/>
                </a:lnTo>
                <a:lnTo>
                  <a:pt x="915501" y="10528"/>
                </a:lnTo>
                <a:lnTo>
                  <a:pt x="915670" y="10666"/>
                </a:lnTo>
                <a:lnTo>
                  <a:pt x="915848" y="10805"/>
                </a:lnTo>
                <a:lnTo>
                  <a:pt x="916017" y="10945"/>
                </a:lnTo>
                <a:lnTo>
                  <a:pt x="916195" y="11086"/>
                </a:lnTo>
                <a:lnTo>
                  <a:pt x="916364" y="11228"/>
                </a:lnTo>
                <a:lnTo>
                  <a:pt x="916542" y="11371"/>
                </a:lnTo>
                <a:lnTo>
                  <a:pt x="916711" y="11514"/>
                </a:lnTo>
                <a:lnTo>
                  <a:pt x="916880" y="11659"/>
                </a:lnTo>
                <a:lnTo>
                  <a:pt x="917058" y="11804"/>
                </a:lnTo>
                <a:lnTo>
                  <a:pt x="917227" y="11950"/>
                </a:lnTo>
                <a:lnTo>
                  <a:pt x="917405" y="12097"/>
                </a:lnTo>
                <a:lnTo>
                  <a:pt x="917574" y="12245"/>
                </a:lnTo>
                <a:lnTo>
                  <a:pt x="917752" y="12394"/>
                </a:lnTo>
                <a:lnTo>
                  <a:pt x="917921" y="12544"/>
                </a:lnTo>
                <a:lnTo>
                  <a:pt x="918090" y="12694"/>
                </a:lnTo>
                <a:lnTo>
                  <a:pt x="918268" y="12846"/>
                </a:lnTo>
                <a:lnTo>
                  <a:pt x="918437" y="12998"/>
                </a:lnTo>
                <a:lnTo>
                  <a:pt x="918615" y="13151"/>
                </a:lnTo>
                <a:lnTo>
                  <a:pt x="918784" y="13305"/>
                </a:lnTo>
                <a:lnTo>
                  <a:pt x="918953" y="13461"/>
                </a:lnTo>
                <a:lnTo>
                  <a:pt x="919131" y="13616"/>
                </a:lnTo>
                <a:lnTo>
                  <a:pt x="919300" y="13773"/>
                </a:lnTo>
                <a:lnTo>
                  <a:pt x="919477" y="13931"/>
                </a:lnTo>
                <a:lnTo>
                  <a:pt x="919647" y="14089"/>
                </a:lnTo>
                <a:lnTo>
                  <a:pt x="919824" y="14249"/>
                </a:lnTo>
                <a:lnTo>
                  <a:pt x="919994" y="14409"/>
                </a:lnTo>
                <a:lnTo>
                  <a:pt x="920163" y="14570"/>
                </a:lnTo>
                <a:lnTo>
                  <a:pt x="920340" y="14733"/>
                </a:lnTo>
                <a:lnTo>
                  <a:pt x="920510" y="14896"/>
                </a:lnTo>
                <a:lnTo>
                  <a:pt x="920687" y="15059"/>
                </a:lnTo>
                <a:lnTo>
                  <a:pt x="920856" y="15224"/>
                </a:lnTo>
                <a:lnTo>
                  <a:pt x="921034" y="15389"/>
                </a:lnTo>
                <a:lnTo>
                  <a:pt x="921203" y="15556"/>
                </a:lnTo>
                <a:lnTo>
                  <a:pt x="921372" y="15723"/>
                </a:lnTo>
                <a:lnTo>
                  <a:pt x="921550" y="15891"/>
                </a:lnTo>
                <a:lnTo>
                  <a:pt x="921719" y="16060"/>
                </a:lnTo>
                <a:lnTo>
                  <a:pt x="921897" y="16230"/>
                </a:lnTo>
                <a:lnTo>
                  <a:pt x="922066" y="16401"/>
                </a:lnTo>
                <a:lnTo>
                  <a:pt x="922244" y="16572"/>
                </a:lnTo>
                <a:lnTo>
                  <a:pt x="922413" y="16745"/>
                </a:lnTo>
                <a:lnTo>
                  <a:pt x="922582" y="16919"/>
                </a:lnTo>
                <a:lnTo>
                  <a:pt x="922760" y="17093"/>
                </a:lnTo>
                <a:lnTo>
                  <a:pt x="922929" y="17268"/>
                </a:lnTo>
                <a:lnTo>
                  <a:pt x="923107" y="17444"/>
                </a:lnTo>
                <a:lnTo>
                  <a:pt x="923276" y="17621"/>
                </a:lnTo>
                <a:lnTo>
                  <a:pt x="923454" y="17799"/>
                </a:lnTo>
                <a:lnTo>
                  <a:pt x="923623" y="17978"/>
                </a:lnTo>
                <a:lnTo>
                  <a:pt x="923792" y="18157"/>
                </a:lnTo>
                <a:lnTo>
                  <a:pt x="923970" y="18338"/>
                </a:lnTo>
                <a:lnTo>
                  <a:pt x="924139" y="18519"/>
                </a:lnTo>
                <a:lnTo>
                  <a:pt x="924317" y="18701"/>
                </a:lnTo>
                <a:lnTo>
                  <a:pt x="924486" y="18884"/>
                </a:lnTo>
                <a:lnTo>
                  <a:pt x="924664" y="19068"/>
                </a:lnTo>
                <a:lnTo>
                  <a:pt x="924833" y="19253"/>
                </a:lnTo>
                <a:lnTo>
                  <a:pt x="925002" y="19438"/>
                </a:lnTo>
                <a:lnTo>
                  <a:pt x="925180" y="19625"/>
                </a:lnTo>
                <a:lnTo>
                  <a:pt x="925349" y="19813"/>
                </a:lnTo>
                <a:lnTo>
                  <a:pt x="925527" y="20000"/>
                </a:lnTo>
                <a:lnTo>
                  <a:pt x="925696" y="20190"/>
                </a:lnTo>
                <a:lnTo>
                  <a:pt x="925874" y="20379"/>
                </a:lnTo>
                <a:lnTo>
                  <a:pt x="926043" y="20571"/>
                </a:lnTo>
                <a:lnTo>
                  <a:pt x="926212" y="20762"/>
                </a:lnTo>
                <a:lnTo>
                  <a:pt x="926390" y="20955"/>
                </a:lnTo>
                <a:lnTo>
                  <a:pt x="926559" y="21148"/>
                </a:lnTo>
                <a:lnTo>
                  <a:pt x="926737" y="21342"/>
                </a:lnTo>
                <a:lnTo>
                  <a:pt x="926906" y="21538"/>
                </a:lnTo>
                <a:lnTo>
                  <a:pt x="927084" y="21733"/>
                </a:lnTo>
                <a:lnTo>
                  <a:pt x="927253" y="21930"/>
                </a:lnTo>
                <a:lnTo>
                  <a:pt x="927422" y="22127"/>
                </a:lnTo>
                <a:lnTo>
                  <a:pt x="927600" y="22327"/>
                </a:lnTo>
                <a:lnTo>
                  <a:pt x="927769" y="22526"/>
                </a:lnTo>
                <a:lnTo>
                  <a:pt x="927947" y="22726"/>
                </a:lnTo>
                <a:lnTo>
                  <a:pt x="928116" y="22927"/>
                </a:lnTo>
                <a:lnTo>
                  <a:pt x="928294" y="23129"/>
                </a:lnTo>
                <a:lnTo>
                  <a:pt x="928463" y="23332"/>
                </a:lnTo>
                <a:lnTo>
                  <a:pt x="928632" y="23536"/>
                </a:lnTo>
                <a:lnTo>
                  <a:pt x="928810" y="23740"/>
                </a:lnTo>
                <a:lnTo>
                  <a:pt x="928979" y="23946"/>
                </a:lnTo>
                <a:lnTo>
                  <a:pt x="929157" y="24152"/>
                </a:lnTo>
                <a:lnTo>
                  <a:pt x="929326" y="24360"/>
                </a:lnTo>
                <a:lnTo>
                  <a:pt x="929504" y="24567"/>
                </a:lnTo>
                <a:lnTo>
                  <a:pt x="929673" y="24776"/>
                </a:lnTo>
                <a:lnTo>
                  <a:pt x="929842" y="24986"/>
                </a:lnTo>
                <a:lnTo>
                  <a:pt x="930020" y="25197"/>
                </a:lnTo>
                <a:lnTo>
                  <a:pt x="930189" y="25408"/>
                </a:lnTo>
                <a:lnTo>
                  <a:pt x="930367" y="25620"/>
                </a:lnTo>
                <a:lnTo>
                  <a:pt x="930536" y="25833"/>
                </a:lnTo>
                <a:lnTo>
                  <a:pt x="930714" y="26047"/>
                </a:lnTo>
                <a:lnTo>
                  <a:pt x="930883" y="26262"/>
                </a:lnTo>
                <a:lnTo>
                  <a:pt x="931052" y="26478"/>
                </a:lnTo>
                <a:lnTo>
                  <a:pt x="931230" y="26694"/>
                </a:lnTo>
                <a:lnTo>
                  <a:pt x="931399" y="26912"/>
                </a:lnTo>
                <a:lnTo>
                  <a:pt x="931577" y="27130"/>
                </a:lnTo>
                <a:lnTo>
                  <a:pt x="931746" y="27349"/>
                </a:lnTo>
                <a:lnTo>
                  <a:pt x="931924" y="27569"/>
                </a:lnTo>
                <a:lnTo>
                  <a:pt x="932093" y="27789"/>
                </a:lnTo>
                <a:lnTo>
                  <a:pt x="932262" y="28011"/>
                </a:lnTo>
                <a:lnTo>
                  <a:pt x="932440" y="28234"/>
                </a:lnTo>
                <a:lnTo>
                  <a:pt x="932609" y="28456"/>
                </a:lnTo>
                <a:lnTo>
                  <a:pt x="932787" y="28681"/>
                </a:lnTo>
                <a:lnTo>
                  <a:pt x="932956" y="28906"/>
                </a:lnTo>
                <a:lnTo>
                  <a:pt x="933134" y="29132"/>
                </a:lnTo>
                <a:lnTo>
                  <a:pt x="933303" y="29358"/>
                </a:lnTo>
                <a:lnTo>
                  <a:pt x="933472" y="29586"/>
                </a:lnTo>
                <a:lnTo>
                  <a:pt x="933650" y="29814"/>
                </a:lnTo>
                <a:lnTo>
                  <a:pt x="933819" y="30043"/>
                </a:lnTo>
                <a:lnTo>
                  <a:pt x="933997" y="30274"/>
                </a:lnTo>
                <a:lnTo>
                  <a:pt x="934166" y="30504"/>
                </a:lnTo>
                <a:lnTo>
                  <a:pt x="934343" y="30737"/>
                </a:lnTo>
                <a:lnTo>
                  <a:pt x="934513" y="30969"/>
                </a:lnTo>
                <a:lnTo>
                  <a:pt x="934681" y="31202"/>
                </a:lnTo>
                <a:lnTo>
                  <a:pt x="934859" y="31437"/>
                </a:lnTo>
                <a:lnTo>
                  <a:pt x="935028" y="31672"/>
                </a:lnTo>
                <a:lnTo>
                  <a:pt x="935206" y="31907"/>
                </a:lnTo>
                <a:lnTo>
                  <a:pt x="935375" y="32144"/>
                </a:lnTo>
                <a:lnTo>
                  <a:pt x="935553" y="32381"/>
                </a:lnTo>
                <a:lnTo>
                  <a:pt x="935722" y="32620"/>
                </a:lnTo>
                <a:lnTo>
                  <a:pt x="935892" y="32859"/>
                </a:lnTo>
                <a:lnTo>
                  <a:pt x="936069" y="33099"/>
                </a:lnTo>
                <a:lnTo>
                  <a:pt x="936238" y="33341"/>
                </a:lnTo>
                <a:lnTo>
                  <a:pt x="936416" y="33582"/>
                </a:lnTo>
                <a:lnTo>
                  <a:pt x="936585" y="33824"/>
                </a:lnTo>
                <a:lnTo>
                  <a:pt x="936763" y="34068"/>
                </a:lnTo>
                <a:lnTo>
                  <a:pt x="936932" y="34312"/>
                </a:lnTo>
                <a:lnTo>
                  <a:pt x="937101" y="34558"/>
                </a:lnTo>
                <a:lnTo>
                  <a:pt x="937279" y="34803"/>
                </a:lnTo>
                <a:lnTo>
                  <a:pt x="937448" y="35050"/>
                </a:lnTo>
                <a:lnTo>
                  <a:pt x="937626" y="35298"/>
                </a:lnTo>
                <a:lnTo>
                  <a:pt x="937795" y="35546"/>
                </a:lnTo>
                <a:lnTo>
                  <a:pt x="937964" y="35795"/>
                </a:lnTo>
                <a:lnTo>
                  <a:pt x="938142" y="36045"/>
                </a:lnTo>
                <a:lnTo>
                  <a:pt x="938311" y="36296"/>
                </a:lnTo>
                <a:lnTo>
                  <a:pt x="938489" y="36548"/>
                </a:lnTo>
                <a:lnTo>
                  <a:pt x="938658" y="36800"/>
                </a:lnTo>
                <a:lnTo>
                  <a:pt x="938836" y="37054"/>
                </a:lnTo>
                <a:lnTo>
                  <a:pt x="939005" y="37308"/>
                </a:lnTo>
                <a:lnTo>
                  <a:pt x="939174" y="37563"/>
                </a:lnTo>
                <a:lnTo>
                  <a:pt x="939352" y="37819"/>
                </a:lnTo>
                <a:lnTo>
                  <a:pt x="939521" y="38075"/>
                </a:lnTo>
                <a:lnTo>
                  <a:pt x="939699" y="38333"/>
                </a:lnTo>
                <a:lnTo>
                  <a:pt x="939868" y="38591"/>
                </a:lnTo>
                <a:lnTo>
                  <a:pt x="940046" y="38850"/>
                </a:lnTo>
                <a:lnTo>
                  <a:pt x="940215" y="39110"/>
                </a:lnTo>
                <a:lnTo>
                  <a:pt x="940384" y="39371"/>
                </a:lnTo>
                <a:lnTo>
                  <a:pt x="940562" y="39632"/>
                </a:lnTo>
                <a:lnTo>
                  <a:pt x="940731" y="39895"/>
                </a:lnTo>
                <a:lnTo>
                  <a:pt x="940909" y="40158"/>
                </a:lnTo>
                <a:lnTo>
                  <a:pt x="941078" y="40422"/>
                </a:lnTo>
                <a:lnTo>
                  <a:pt x="941256" y="40687"/>
                </a:lnTo>
                <a:lnTo>
                  <a:pt x="941425" y="40952"/>
                </a:lnTo>
                <a:lnTo>
                  <a:pt x="941594" y="41219"/>
                </a:lnTo>
                <a:lnTo>
                  <a:pt x="941772" y="41486"/>
                </a:lnTo>
                <a:lnTo>
                  <a:pt x="941941" y="41755"/>
                </a:lnTo>
                <a:lnTo>
                  <a:pt x="942119" y="42023"/>
                </a:lnTo>
                <a:lnTo>
                  <a:pt x="942288" y="42293"/>
                </a:lnTo>
                <a:lnTo>
                  <a:pt x="942466" y="42563"/>
                </a:lnTo>
                <a:lnTo>
                  <a:pt x="942635" y="42835"/>
                </a:lnTo>
                <a:lnTo>
                  <a:pt x="942804" y="43107"/>
                </a:lnTo>
                <a:lnTo>
                  <a:pt x="942982" y="43380"/>
                </a:lnTo>
                <a:lnTo>
                  <a:pt x="943151" y="43654"/>
                </a:lnTo>
                <a:lnTo>
                  <a:pt x="943329" y="43928"/>
                </a:lnTo>
                <a:lnTo>
                  <a:pt x="943498" y="44204"/>
                </a:lnTo>
                <a:lnTo>
                  <a:pt x="943676" y="44480"/>
                </a:lnTo>
                <a:lnTo>
                  <a:pt x="943845" y="44756"/>
                </a:lnTo>
                <a:lnTo>
                  <a:pt x="944014" y="45035"/>
                </a:lnTo>
                <a:lnTo>
                  <a:pt x="944192" y="45313"/>
                </a:lnTo>
                <a:lnTo>
                  <a:pt x="944361" y="45593"/>
                </a:lnTo>
                <a:lnTo>
                  <a:pt x="944539" y="45873"/>
                </a:lnTo>
                <a:lnTo>
                  <a:pt x="944708" y="46154"/>
                </a:lnTo>
                <a:lnTo>
                  <a:pt x="944886" y="46436"/>
                </a:lnTo>
                <a:lnTo>
                  <a:pt x="945055" y="46718"/>
                </a:lnTo>
                <a:lnTo>
                  <a:pt x="945224" y="47002"/>
                </a:lnTo>
                <a:lnTo>
                  <a:pt x="945402" y="47286"/>
                </a:lnTo>
                <a:lnTo>
                  <a:pt x="945571" y="47571"/>
                </a:lnTo>
                <a:lnTo>
                  <a:pt x="945749" y="47857"/>
                </a:lnTo>
                <a:lnTo>
                  <a:pt x="945918" y="48143"/>
                </a:lnTo>
                <a:lnTo>
                  <a:pt x="946096" y="48431"/>
                </a:lnTo>
                <a:lnTo>
                  <a:pt x="946265" y="48719"/>
                </a:lnTo>
                <a:lnTo>
                  <a:pt x="946434" y="49008"/>
                </a:lnTo>
                <a:lnTo>
                  <a:pt x="946612" y="49298"/>
                </a:lnTo>
                <a:lnTo>
                  <a:pt x="946781" y="49588"/>
                </a:lnTo>
                <a:lnTo>
                  <a:pt x="946959" y="49880"/>
                </a:lnTo>
                <a:lnTo>
                  <a:pt x="947128" y="50172"/>
                </a:lnTo>
                <a:lnTo>
                  <a:pt x="947306" y="50465"/>
                </a:lnTo>
                <a:lnTo>
                  <a:pt x="947475" y="50759"/>
                </a:lnTo>
                <a:lnTo>
                  <a:pt x="947644" y="51053"/>
                </a:lnTo>
                <a:lnTo>
                  <a:pt x="947822" y="51349"/>
                </a:lnTo>
                <a:lnTo>
                  <a:pt x="947991" y="51645"/>
                </a:lnTo>
                <a:lnTo>
                  <a:pt x="948169" y="51942"/>
                </a:lnTo>
                <a:lnTo>
                  <a:pt x="948338" y="52239"/>
                </a:lnTo>
                <a:lnTo>
                  <a:pt x="948516" y="52538"/>
                </a:lnTo>
                <a:lnTo>
                  <a:pt x="948685" y="52837"/>
                </a:lnTo>
                <a:lnTo>
                  <a:pt x="948854" y="53138"/>
                </a:lnTo>
                <a:lnTo>
                  <a:pt x="949031" y="53438"/>
                </a:lnTo>
                <a:lnTo>
                  <a:pt x="949201" y="53740"/>
                </a:lnTo>
                <a:lnTo>
                  <a:pt x="949378" y="54043"/>
                </a:lnTo>
                <a:lnTo>
                  <a:pt x="949548" y="54346"/>
                </a:lnTo>
                <a:lnTo>
                  <a:pt x="949725" y="54649"/>
                </a:lnTo>
                <a:lnTo>
                  <a:pt x="949895" y="54954"/>
                </a:lnTo>
                <a:lnTo>
                  <a:pt x="950063" y="55260"/>
                </a:lnTo>
                <a:lnTo>
                  <a:pt x="950241" y="55567"/>
                </a:lnTo>
                <a:lnTo>
                  <a:pt x="950410" y="55873"/>
                </a:lnTo>
                <a:lnTo>
                  <a:pt x="950588" y="56181"/>
                </a:lnTo>
                <a:lnTo>
                  <a:pt x="950757" y="56490"/>
                </a:lnTo>
                <a:lnTo>
                  <a:pt x="950935" y="56800"/>
                </a:lnTo>
                <a:lnTo>
                  <a:pt x="951104" y="57110"/>
                </a:lnTo>
                <a:lnTo>
                  <a:pt x="951273" y="57421"/>
                </a:lnTo>
                <a:lnTo>
                  <a:pt x="951451" y="57733"/>
                </a:lnTo>
                <a:lnTo>
                  <a:pt x="951620" y="58045"/>
                </a:lnTo>
                <a:lnTo>
                  <a:pt x="951798" y="58358"/>
                </a:lnTo>
                <a:lnTo>
                  <a:pt x="951967" y="58672"/>
                </a:lnTo>
                <a:lnTo>
                  <a:pt x="952145" y="58987"/>
                </a:lnTo>
                <a:lnTo>
                  <a:pt x="952314" y="59303"/>
                </a:lnTo>
                <a:lnTo>
                  <a:pt x="952483" y="59620"/>
                </a:lnTo>
                <a:lnTo>
                  <a:pt x="952661" y="59936"/>
                </a:lnTo>
                <a:lnTo>
                  <a:pt x="952830" y="60255"/>
                </a:lnTo>
                <a:lnTo>
                  <a:pt x="953008" y="60573"/>
                </a:lnTo>
                <a:lnTo>
                  <a:pt x="953177" y="60893"/>
                </a:lnTo>
                <a:lnTo>
                  <a:pt x="953355" y="61213"/>
                </a:lnTo>
                <a:lnTo>
                  <a:pt x="953524" y="61534"/>
                </a:lnTo>
                <a:lnTo>
                  <a:pt x="953693" y="61856"/>
                </a:lnTo>
                <a:lnTo>
                  <a:pt x="953871" y="62178"/>
                </a:lnTo>
                <a:lnTo>
                  <a:pt x="954040" y="62502"/>
                </a:lnTo>
                <a:lnTo>
                  <a:pt x="954218" y="62826"/>
                </a:lnTo>
                <a:lnTo>
                  <a:pt x="954387" y="63151"/>
                </a:lnTo>
                <a:lnTo>
                  <a:pt x="954565" y="63476"/>
                </a:lnTo>
                <a:lnTo>
                  <a:pt x="954734" y="63803"/>
                </a:lnTo>
                <a:lnTo>
                  <a:pt x="954903" y="64130"/>
                </a:lnTo>
                <a:lnTo>
                  <a:pt x="955081" y="64458"/>
                </a:lnTo>
                <a:lnTo>
                  <a:pt x="955250" y="64787"/>
                </a:lnTo>
                <a:lnTo>
                  <a:pt x="955428" y="65116"/>
                </a:lnTo>
                <a:lnTo>
                  <a:pt x="955597" y="65446"/>
                </a:lnTo>
                <a:lnTo>
                  <a:pt x="955775" y="65777"/>
                </a:lnTo>
                <a:lnTo>
                  <a:pt x="955944" y="66109"/>
                </a:lnTo>
                <a:lnTo>
                  <a:pt x="956113" y="66442"/>
                </a:lnTo>
                <a:lnTo>
                  <a:pt x="956291" y="66774"/>
                </a:lnTo>
                <a:lnTo>
                  <a:pt x="956460" y="67108"/>
                </a:lnTo>
                <a:lnTo>
                  <a:pt x="956638" y="67443"/>
                </a:lnTo>
                <a:lnTo>
                  <a:pt x="956807" y="67779"/>
                </a:lnTo>
                <a:lnTo>
                  <a:pt x="956976" y="68115"/>
                </a:lnTo>
                <a:lnTo>
                  <a:pt x="957154" y="68451"/>
                </a:lnTo>
                <a:lnTo>
                  <a:pt x="957323" y="68789"/>
                </a:lnTo>
                <a:lnTo>
                  <a:pt x="957501" y="69127"/>
                </a:lnTo>
                <a:lnTo>
                  <a:pt x="957670" y="69467"/>
                </a:lnTo>
                <a:lnTo>
                  <a:pt x="957848" y="69807"/>
                </a:lnTo>
                <a:lnTo>
                  <a:pt x="958017" y="70148"/>
                </a:lnTo>
                <a:lnTo>
                  <a:pt x="958186" y="70489"/>
                </a:lnTo>
                <a:lnTo>
                  <a:pt x="958364" y="70831"/>
                </a:lnTo>
                <a:lnTo>
                  <a:pt x="958533" y="71174"/>
                </a:lnTo>
                <a:lnTo>
                  <a:pt x="958711" y="71518"/>
                </a:lnTo>
                <a:lnTo>
                  <a:pt x="958880" y="71862"/>
                </a:lnTo>
                <a:lnTo>
                  <a:pt x="959058" y="72207"/>
                </a:lnTo>
                <a:lnTo>
                  <a:pt x="959227" y="72553"/>
                </a:lnTo>
                <a:lnTo>
                  <a:pt x="959396" y="72899"/>
                </a:lnTo>
                <a:lnTo>
                  <a:pt x="959574" y="73247"/>
                </a:lnTo>
                <a:lnTo>
                  <a:pt x="959743" y="73595"/>
                </a:lnTo>
                <a:lnTo>
                  <a:pt x="959921" y="73944"/>
                </a:lnTo>
                <a:lnTo>
                  <a:pt x="960090" y="74294"/>
                </a:lnTo>
                <a:lnTo>
                  <a:pt x="960268" y="74644"/>
                </a:lnTo>
                <a:lnTo>
                  <a:pt x="960437" y="74995"/>
                </a:lnTo>
                <a:lnTo>
                  <a:pt x="960606" y="75347"/>
                </a:lnTo>
                <a:lnTo>
                  <a:pt x="960784" y="75699"/>
                </a:lnTo>
                <a:lnTo>
                  <a:pt x="960953" y="76052"/>
                </a:lnTo>
                <a:lnTo>
                  <a:pt x="961131" y="76406"/>
                </a:lnTo>
                <a:lnTo>
                  <a:pt x="961300" y="76761"/>
                </a:lnTo>
                <a:lnTo>
                  <a:pt x="961478" y="77117"/>
                </a:lnTo>
                <a:lnTo>
                  <a:pt x="961647" y="77473"/>
                </a:lnTo>
                <a:lnTo>
                  <a:pt x="961816" y="77830"/>
                </a:lnTo>
                <a:lnTo>
                  <a:pt x="961994" y="78188"/>
                </a:lnTo>
                <a:lnTo>
                  <a:pt x="962163" y="78546"/>
                </a:lnTo>
                <a:lnTo>
                  <a:pt x="962341" y="78905"/>
                </a:lnTo>
                <a:lnTo>
                  <a:pt x="962510" y="79265"/>
                </a:lnTo>
                <a:lnTo>
                  <a:pt x="962688" y="79625"/>
                </a:lnTo>
                <a:lnTo>
                  <a:pt x="962857" y="79986"/>
                </a:lnTo>
                <a:lnTo>
                  <a:pt x="963026" y="80348"/>
                </a:lnTo>
                <a:lnTo>
                  <a:pt x="963204" y="80711"/>
                </a:lnTo>
                <a:lnTo>
                  <a:pt x="963373" y="81074"/>
                </a:lnTo>
                <a:lnTo>
                  <a:pt x="963551" y="81439"/>
                </a:lnTo>
                <a:lnTo>
                  <a:pt x="963720" y="81804"/>
                </a:lnTo>
                <a:lnTo>
                  <a:pt x="963898" y="82170"/>
                </a:lnTo>
                <a:lnTo>
                  <a:pt x="964066" y="82535"/>
                </a:lnTo>
                <a:lnTo>
                  <a:pt x="964236" y="82903"/>
                </a:lnTo>
                <a:lnTo>
                  <a:pt x="964413" y="83270"/>
                </a:lnTo>
                <a:lnTo>
                  <a:pt x="964583" y="83638"/>
                </a:lnTo>
                <a:lnTo>
                  <a:pt x="964760" y="84008"/>
                </a:lnTo>
                <a:lnTo>
                  <a:pt x="964929" y="84378"/>
                </a:lnTo>
                <a:lnTo>
                  <a:pt x="965107" y="84749"/>
                </a:lnTo>
                <a:lnTo>
                  <a:pt x="965276" y="85120"/>
                </a:lnTo>
                <a:lnTo>
                  <a:pt x="965445" y="85492"/>
                </a:lnTo>
                <a:lnTo>
                  <a:pt x="965623" y="85864"/>
                </a:lnTo>
                <a:lnTo>
                  <a:pt x="965792" y="86238"/>
                </a:lnTo>
                <a:lnTo>
                  <a:pt x="965970" y="86612"/>
                </a:lnTo>
                <a:lnTo>
                  <a:pt x="966139" y="86987"/>
                </a:lnTo>
                <a:lnTo>
                  <a:pt x="966317" y="87362"/>
                </a:lnTo>
                <a:lnTo>
                  <a:pt x="966486" y="87739"/>
                </a:lnTo>
                <a:lnTo>
                  <a:pt x="966655" y="88115"/>
                </a:lnTo>
                <a:lnTo>
                  <a:pt x="966833" y="88493"/>
                </a:lnTo>
                <a:lnTo>
                  <a:pt x="967002" y="88871"/>
                </a:lnTo>
                <a:lnTo>
                  <a:pt x="967180" y="89250"/>
                </a:lnTo>
                <a:lnTo>
                  <a:pt x="967349" y="89630"/>
                </a:lnTo>
                <a:lnTo>
                  <a:pt x="967527" y="90011"/>
                </a:lnTo>
                <a:lnTo>
                  <a:pt x="967696" y="90392"/>
                </a:lnTo>
                <a:lnTo>
                  <a:pt x="967865" y="90773"/>
                </a:lnTo>
                <a:lnTo>
                  <a:pt x="968043" y="91156"/>
                </a:lnTo>
                <a:lnTo>
                  <a:pt x="968212" y="91539"/>
                </a:lnTo>
                <a:lnTo>
                  <a:pt x="968390" y="91924"/>
                </a:lnTo>
                <a:lnTo>
                  <a:pt x="968559" y="92308"/>
                </a:lnTo>
                <a:lnTo>
                  <a:pt x="968737" y="92693"/>
                </a:lnTo>
                <a:lnTo>
                  <a:pt x="968906" y="93079"/>
                </a:lnTo>
                <a:lnTo>
                  <a:pt x="969075" y="93466"/>
                </a:lnTo>
                <a:lnTo>
                  <a:pt x="969253" y="93853"/>
                </a:lnTo>
                <a:lnTo>
                  <a:pt x="969422" y="94241"/>
                </a:lnTo>
                <a:lnTo>
                  <a:pt x="969600" y="94630"/>
                </a:lnTo>
                <a:lnTo>
                  <a:pt x="969769" y="95020"/>
                </a:lnTo>
                <a:lnTo>
                  <a:pt x="969947" y="95410"/>
                </a:lnTo>
                <a:lnTo>
                  <a:pt x="970116" y="95801"/>
                </a:lnTo>
                <a:lnTo>
                  <a:pt x="970285" y="96192"/>
                </a:lnTo>
                <a:lnTo>
                  <a:pt x="970463" y="96584"/>
                </a:lnTo>
                <a:lnTo>
                  <a:pt x="970632" y="96978"/>
                </a:lnTo>
                <a:lnTo>
                  <a:pt x="970810" y="97371"/>
                </a:lnTo>
                <a:lnTo>
                  <a:pt x="970979" y="97765"/>
                </a:lnTo>
                <a:lnTo>
                  <a:pt x="971157" y="98160"/>
                </a:lnTo>
                <a:lnTo>
                  <a:pt x="971326" y="98556"/>
                </a:lnTo>
                <a:lnTo>
                  <a:pt x="971495" y="98952"/>
                </a:lnTo>
                <a:lnTo>
                  <a:pt x="971673" y="99349"/>
                </a:lnTo>
                <a:lnTo>
                  <a:pt x="971842" y="99746"/>
                </a:lnTo>
                <a:lnTo>
                  <a:pt x="972020" y="100145"/>
                </a:lnTo>
                <a:lnTo>
                  <a:pt x="972189" y="100544"/>
                </a:lnTo>
                <a:lnTo>
                  <a:pt x="972367" y="100944"/>
                </a:lnTo>
                <a:lnTo>
                  <a:pt x="972536" y="101344"/>
                </a:lnTo>
                <a:lnTo>
                  <a:pt x="972705" y="101745"/>
                </a:lnTo>
                <a:lnTo>
                  <a:pt x="972883" y="102147"/>
                </a:lnTo>
                <a:lnTo>
                  <a:pt x="973052" y="102550"/>
                </a:lnTo>
                <a:lnTo>
                  <a:pt x="973230" y="102953"/>
                </a:lnTo>
                <a:lnTo>
                  <a:pt x="973399" y="103356"/>
                </a:lnTo>
                <a:lnTo>
                  <a:pt x="973577" y="103760"/>
                </a:lnTo>
                <a:lnTo>
                  <a:pt x="973746" y="104165"/>
                </a:lnTo>
                <a:lnTo>
                  <a:pt x="973915" y="104571"/>
                </a:lnTo>
                <a:lnTo>
                  <a:pt x="974093" y="104977"/>
                </a:lnTo>
                <a:lnTo>
                  <a:pt x="974262" y="105385"/>
                </a:lnTo>
                <a:lnTo>
                  <a:pt x="974440" y="105792"/>
                </a:lnTo>
                <a:lnTo>
                  <a:pt x="974609" y="106201"/>
                </a:lnTo>
                <a:lnTo>
                  <a:pt x="974787" y="106610"/>
                </a:lnTo>
                <a:lnTo>
                  <a:pt x="974956" y="107019"/>
                </a:lnTo>
                <a:lnTo>
                  <a:pt x="975125" y="107429"/>
                </a:lnTo>
                <a:lnTo>
                  <a:pt x="975303" y="107840"/>
                </a:lnTo>
                <a:lnTo>
                  <a:pt x="975472" y="108252"/>
                </a:lnTo>
                <a:lnTo>
                  <a:pt x="975650" y="108665"/>
                </a:lnTo>
                <a:lnTo>
                  <a:pt x="975819" y="109078"/>
                </a:lnTo>
                <a:lnTo>
                  <a:pt x="975988" y="109491"/>
                </a:lnTo>
                <a:lnTo>
                  <a:pt x="976166" y="109905"/>
                </a:lnTo>
                <a:lnTo>
                  <a:pt x="976335" y="110321"/>
                </a:lnTo>
                <a:lnTo>
                  <a:pt x="976513" y="110736"/>
                </a:lnTo>
                <a:lnTo>
                  <a:pt x="976682" y="111152"/>
                </a:lnTo>
                <a:lnTo>
                  <a:pt x="976860" y="111569"/>
                </a:lnTo>
                <a:lnTo>
                  <a:pt x="977029" y="111987"/>
                </a:lnTo>
                <a:lnTo>
                  <a:pt x="977198" y="112405"/>
                </a:lnTo>
                <a:lnTo>
                  <a:pt x="977376" y="112824"/>
                </a:lnTo>
                <a:lnTo>
                  <a:pt x="977545" y="113243"/>
                </a:lnTo>
                <a:lnTo>
                  <a:pt x="977723" y="113663"/>
                </a:lnTo>
                <a:lnTo>
                  <a:pt x="977892" y="114084"/>
                </a:lnTo>
                <a:lnTo>
                  <a:pt x="978069" y="114506"/>
                </a:lnTo>
                <a:lnTo>
                  <a:pt x="978239" y="114927"/>
                </a:lnTo>
                <a:lnTo>
                  <a:pt x="978408" y="115351"/>
                </a:lnTo>
                <a:lnTo>
                  <a:pt x="978586" y="115773"/>
                </a:lnTo>
                <a:lnTo>
                  <a:pt x="978755" y="116198"/>
                </a:lnTo>
                <a:lnTo>
                  <a:pt x="978933" y="116622"/>
                </a:lnTo>
                <a:lnTo>
                  <a:pt x="979102" y="117047"/>
                </a:lnTo>
                <a:lnTo>
                  <a:pt x="979279" y="117473"/>
                </a:lnTo>
                <a:lnTo>
                  <a:pt x="979448" y="117900"/>
                </a:lnTo>
                <a:lnTo>
                  <a:pt x="979617" y="118327"/>
                </a:lnTo>
                <a:lnTo>
                  <a:pt x="979795" y="118755"/>
                </a:lnTo>
                <a:lnTo>
                  <a:pt x="979964" y="119183"/>
                </a:lnTo>
                <a:lnTo>
                  <a:pt x="980142" y="119612"/>
                </a:lnTo>
                <a:lnTo>
                  <a:pt x="980311" y="120042"/>
                </a:lnTo>
                <a:lnTo>
                  <a:pt x="980489" y="120472"/>
                </a:lnTo>
                <a:lnTo>
                  <a:pt x="980658" y="120903"/>
                </a:lnTo>
                <a:lnTo>
                  <a:pt x="980827" y="121335"/>
                </a:lnTo>
                <a:lnTo>
                  <a:pt x="981005" y="121767"/>
                </a:lnTo>
                <a:lnTo>
                  <a:pt x="981174" y="122200"/>
                </a:lnTo>
                <a:lnTo>
                  <a:pt x="981352" y="122633"/>
                </a:lnTo>
                <a:lnTo>
                  <a:pt x="981521" y="123067"/>
                </a:lnTo>
                <a:lnTo>
                  <a:pt x="981699" y="123502"/>
                </a:lnTo>
                <a:lnTo>
                  <a:pt x="981868" y="123938"/>
                </a:lnTo>
                <a:lnTo>
                  <a:pt x="982037" y="124373"/>
                </a:lnTo>
                <a:lnTo>
                  <a:pt x="982215" y="124810"/>
                </a:lnTo>
                <a:lnTo>
                  <a:pt x="982384" y="125247"/>
                </a:lnTo>
                <a:lnTo>
                  <a:pt x="982562" y="125685"/>
                </a:lnTo>
                <a:lnTo>
                  <a:pt x="982731" y="126123"/>
                </a:lnTo>
                <a:lnTo>
                  <a:pt x="982909" y="126563"/>
                </a:lnTo>
                <a:lnTo>
                  <a:pt x="983078" y="127002"/>
                </a:lnTo>
                <a:lnTo>
                  <a:pt x="983247" y="127443"/>
                </a:lnTo>
                <a:lnTo>
                  <a:pt x="983425" y="127883"/>
                </a:lnTo>
                <a:lnTo>
                  <a:pt x="983594" y="128325"/>
                </a:lnTo>
                <a:lnTo>
                  <a:pt x="983772" y="128767"/>
                </a:lnTo>
                <a:lnTo>
                  <a:pt x="983941" y="129210"/>
                </a:lnTo>
                <a:lnTo>
                  <a:pt x="984119" y="129653"/>
                </a:lnTo>
                <a:lnTo>
                  <a:pt x="984288" y="130097"/>
                </a:lnTo>
                <a:lnTo>
                  <a:pt x="984457" y="130541"/>
                </a:lnTo>
                <a:lnTo>
                  <a:pt x="984635" y="130986"/>
                </a:lnTo>
                <a:lnTo>
                  <a:pt x="984804" y="131433"/>
                </a:lnTo>
                <a:lnTo>
                  <a:pt x="984982" y="131878"/>
                </a:lnTo>
                <a:lnTo>
                  <a:pt x="985151" y="132326"/>
                </a:lnTo>
                <a:lnTo>
                  <a:pt x="985329" y="132773"/>
                </a:lnTo>
                <a:lnTo>
                  <a:pt x="985498" y="133221"/>
                </a:lnTo>
                <a:lnTo>
                  <a:pt x="985667" y="133670"/>
                </a:lnTo>
                <a:lnTo>
                  <a:pt x="985845" y="134120"/>
                </a:lnTo>
                <a:lnTo>
                  <a:pt x="986014" y="134570"/>
                </a:lnTo>
                <a:lnTo>
                  <a:pt x="986192" y="135020"/>
                </a:lnTo>
                <a:lnTo>
                  <a:pt x="986361" y="135471"/>
                </a:lnTo>
                <a:lnTo>
                  <a:pt x="986539" y="135923"/>
                </a:lnTo>
                <a:lnTo>
                  <a:pt x="986708" y="136376"/>
                </a:lnTo>
                <a:lnTo>
                  <a:pt x="986877" y="136828"/>
                </a:lnTo>
                <a:lnTo>
                  <a:pt x="987055" y="137281"/>
                </a:lnTo>
                <a:lnTo>
                  <a:pt x="987224" y="137736"/>
                </a:lnTo>
                <a:lnTo>
                  <a:pt x="987402" y="138191"/>
                </a:lnTo>
                <a:lnTo>
                  <a:pt x="987571" y="138646"/>
                </a:lnTo>
                <a:lnTo>
                  <a:pt x="987749" y="139102"/>
                </a:lnTo>
                <a:lnTo>
                  <a:pt x="987918" y="139558"/>
                </a:lnTo>
                <a:lnTo>
                  <a:pt x="988087" y="140015"/>
                </a:lnTo>
                <a:lnTo>
                  <a:pt x="988265" y="140473"/>
                </a:lnTo>
                <a:lnTo>
                  <a:pt x="988434" y="140932"/>
                </a:lnTo>
                <a:lnTo>
                  <a:pt x="988612" y="141390"/>
                </a:lnTo>
                <a:lnTo>
                  <a:pt x="988781" y="141850"/>
                </a:lnTo>
                <a:lnTo>
                  <a:pt x="988959" y="142310"/>
                </a:lnTo>
                <a:lnTo>
                  <a:pt x="989128" y="142770"/>
                </a:lnTo>
                <a:lnTo>
                  <a:pt x="989297" y="143231"/>
                </a:lnTo>
                <a:lnTo>
                  <a:pt x="989475" y="143693"/>
                </a:lnTo>
                <a:lnTo>
                  <a:pt x="989644" y="144155"/>
                </a:lnTo>
                <a:lnTo>
                  <a:pt x="989822" y="144618"/>
                </a:lnTo>
                <a:lnTo>
                  <a:pt x="989991" y="145081"/>
                </a:lnTo>
                <a:lnTo>
                  <a:pt x="990169" y="145545"/>
                </a:lnTo>
                <a:lnTo>
                  <a:pt x="990338" y="146010"/>
                </a:lnTo>
                <a:lnTo>
                  <a:pt x="990507" y="146475"/>
                </a:lnTo>
                <a:lnTo>
                  <a:pt x="990685" y="146941"/>
                </a:lnTo>
                <a:lnTo>
                  <a:pt x="990854" y="147407"/>
                </a:lnTo>
                <a:lnTo>
                  <a:pt x="991032" y="147874"/>
                </a:lnTo>
                <a:lnTo>
                  <a:pt x="991201" y="148341"/>
                </a:lnTo>
                <a:lnTo>
                  <a:pt x="991379" y="148809"/>
                </a:lnTo>
                <a:lnTo>
                  <a:pt x="991548" y="149278"/>
                </a:lnTo>
                <a:lnTo>
                  <a:pt x="991717" y="149747"/>
                </a:lnTo>
                <a:lnTo>
                  <a:pt x="991895" y="150217"/>
                </a:lnTo>
                <a:lnTo>
                  <a:pt x="992064" y="150686"/>
                </a:lnTo>
                <a:lnTo>
                  <a:pt x="992242" y="151158"/>
                </a:lnTo>
                <a:lnTo>
                  <a:pt x="992411" y="151630"/>
                </a:lnTo>
                <a:lnTo>
                  <a:pt x="992589" y="152101"/>
                </a:lnTo>
                <a:lnTo>
                  <a:pt x="992758" y="152573"/>
                </a:lnTo>
                <a:lnTo>
                  <a:pt x="992927" y="153047"/>
                </a:lnTo>
                <a:lnTo>
                  <a:pt x="993105" y="153520"/>
                </a:lnTo>
                <a:lnTo>
                  <a:pt x="993274" y="153994"/>
                </a:lnTo>
                <a:lnTo>
                  <a:pt x="993451" y="154469"/>
                </a:lnTo>
                <a:lnTo>
                  <a:pt x="993620" y="154944"/>
                </a:lnTo>
                <a:lnTo>
                  <a:pt x="993798" y="155420"/>
                </a:lnTo>
                <a:lnTo>
                  <a:pt x="993967" y="155896"/>
                </a:lnTo>
                <a:lnTo>
                  <a:pt x="994137" y="156373"/>
                </a:lnTo>
                <a:lnTo>
                  <a:pt x="994314" y="156851"/>
                </a:lnTo>
                <a:lnTo>
                  <a:pt x="994484" y="157329"/>
                </a:lnTo>
                <a:lnTo>
                  <a:pt x="994661" y="157807"/>
                </a:lnTo>
                <a:lnTo>
                  <a:pt x="994830" y="158287"/>
                </a:lnTo>
                <a:lnTo>
                  <a:pt x="994999" y="158766"/>
                </a:lnTo>
                <a:lnTo>
                  <a:pt x="995177" y="159247"/>
                </a:lnTo>
                <a:lnTo>
                  <a:pt x="995346" y="159727"/>
                </a:lnTo>
                <a:lnTo>
                  <a:pt x="995524" y="160208"/>
                </a:lnTo>
                <a:lnTo>
                  <a:pt x="995693" y="160690"/>
                </a:lnTo>
                <a:lnTo>
                  <a:pt x="995871" y="161173"/>
                </a:lnTo>
                <a:lnTo>
                  <a:pt x="996040" y="161655"/>
                </a:lnTo>
                <a:lnTo>
                  <a:pt x="996209" y="162139"/>
                </a:lnTo>
                <a:lnTo>
                  <a:pt x="996387" y="162623"/>
                </a:lnTo>
                <a:lnTo>
                  <a:pt x="996556" y="163107"/>
                </a:lnTo>
                <a:lnTo>
                  <a:pt x="996734" y="163593"/>
                </a:lnTo>
                <a:lnTo>
                  <a:pt x="996903" y="164077"/>
                </a:lnTo>
                <a:lnTo>
                  <a:pt x="997081" y="164564"/>
                </a:lnTo>
                <a:lnTo>
                  <a:pt x="997250" y="165051"/>
                </a:lnTo>
                <a:lnTo>
                  <a:pt x="997419" y="165537"/>
                </a:lnTo>
                <a:lnTo>
                  <a:pt x="997597" y="166025"/>
                </a:lnTo>
                <a:lnTo>
                  <a:pt x="997766" y="166513"/>
                </a:lnTo>
                <a:lnTo>
                  <a:pt x="997944" y="167003"/>
                </a:lnTo>
                <a:lnTo>
                  <a:pt x="998113" y="167492"/>
                </a:lnTo>
                <a:lnTo>
                  <a:pt x="998291" y="167981"/>
                </a:lnTo>
                <a:lnTo>
                  <a:pt x="998460" y="168471"/>
                </a:lnTo>
                <a:lnTo>
                  <a:pt x="998629" y="168962"/>
                </a:lnTo>
                <a:lnTo>
                  <a:pt x="998807" y="169454"/>
                </a:lnTo>
                <a:lnTo>
                  <a:pt x="998976" y="169946"/>
                </a:lnTo>
                <a:lnTo>
                  <a:pt x="999154" y="170438"/>
                </a:lnTo>
                <a:lnTo>
                  <a:pt x="999323" y="170931"/>
                </a:lnTo>
                <a:lnTo>
                  <a:pt x="999501" y="171424"/>
                </a:lnTo>
                <a:lnTo>
                  <a:pt x="999670" y="171918"/>
                </a:lnTo>
                <a:lnTo>
                  <a:pt x="999839" y="172413"/>
                </a:lnTo>
                <a:lnTo>
                  <a:pt x="1000017" y="172908"/>
                </a:lnTo>
                <a:lnTo>
                  <a:pt x="1000186" y="173403"/>
                </a:lnTo>
                <a:lnTo>
                  <a:pt x="1000364" y="173899"/>
                </a:lnTo>
                <a:lnTo>
                  <a:pt x="1000533" y="174396"/>
                </a:lnTo>
                <a:lnTo>
                  <a:pt x="1000711" y="174893"/>
                </a:lnTo>
                <a:lnTo>
                  <a:pt x="1000880" y="175390"/>
                </a:lnTo>
                <a:lnTo>
                  <a:pt x="1001049" y="175888"/>
                </a:lnTo>
                <a:lnTo>
                  <a:pt x="1001227" y="176387"/>
                </a:lnTo>
                <a:lnTo>
                  <a:pt x="1001396" y="176886"/>
                </a:lnTo>
                <a:lnTo>
                  <a:pt x="1001574" y="177385"/>
                </a:lnTo>
                <a:lnTo>
                  <a:pt x="1001743" y="177886"/>
                </a:lnTo>
                <a:lnTo>
                  <a:pt x="1001921" y="178386"/>
                </a:lnTo>
                <a:lnTo>
                  <a:pt x="1002090" y="178886"/>
                </a:lnTo>
                <a:lnTo>
                  <a:pt x="1002259" y="179388"/>
                </a:lnTo>
                <a:lnTo>
                  <a:pt x="1002437" y="179890"/>
                </a:lnTo>
                <a:lnTo>
                  <a:pt x="1002606" y="180393"/>
                </a:lnTo>
                <a:lnTo>
                  <a:pt x="1002784" y="180896"/>
                </a:lnTo>
                <a:lnTo>
                  <a:pt x="1002953" y="181400"/>
                </a:lnTo>
                <a:lnTo>
                  <a:pt x="1003131" y="181903"/>
                </a:lnTo>
                <a:lnTo>
                  <a:pt x="1003300" y="182408"/>
                </a:lnTo>
                <a:lnTo>
                  <a:pt x="1003469" y="182913"/>
                </a:lnTo>
                <a:lnTo>
                  <a:pt x="1003647" y="183418"/>
                </a:lnTo>
                <a:lnTo>
                  <a:pt x="1003816" y="183924"/>
                </a:lnTo>
                <a:lnTo>
                  <a:pt x="1003994" y="184431"/>
                </a:lnTo>
                <a:lnTo>
                  <a:pt x="1004163" y="184938"/>
                </a:lnTo>
                <a:lnTo>
                  <a:pt x="1004341" y="185445"/>
                </a:lnTo>
                <a:lnTo>
                  <a:pt x="1004510" y="185953"/>
                </a:lnTo>
                <a:lnTo>
                  <a:pt x="1004679" y="186462"/>
                </a:lnTo>
                <a:lnTo>
                  <a:pt x="1004857" y="186971"/>
                </a:lnTo>
                <a:lnTo>
                  <a:pt x="1005026" y="187480"/>
                </a:lnTo>
                <a:lnTo>
                  <a:pt x="1005204" y="187989"/>
                </a:lnTo>
                <a:lnTo>
                  <a:pt x="1005373" y="188500"/>
                </a:lnTo>
                <a:lnTo>
                  <a:pt x="1005551" y="189011"/>
                </a:lnTo>
                <a:lnTo>
                  <a:pt x="1005720" y="189522"/>
                </a:lnTo>
                <a:lnTo>
                  <a:pt x="1005889" y="190034"/>
                </a:lnTo>
                <a:lnTo>
                  <a:pt x="1006067" y="190546"/>
                </a:lnTo>
                <a:lnTo>
                  <a:pt x="1006236" y="191059"/>
                </a:lnTo>
                <a:lnTo>
                  <a:pt x="1006414" y="191572"/>
                </a:lnTo>
                <a:lnTo>
                  <a:pt x="1006583" y="192085"/>
                </a:lnTo>
                <a:lnTo>
                  <a:pt x="1006761" y="192599"/>
                </a:lnTo>
                <a:lnTo>
                  <a:pt x="1006930" y="193115"/>
                </a:lnTo>
                <a:lnTo>
                  <a:pt x="1007099" y="193630"/>
                </a:lnTo>
                <a:lnTo>
                  <a:pt x="1007277" y="194145"/>
                </a:lnTo>
                <a:lnTo>
                  <a:pt x="1007446" y="194661"/>
                </a:lnTo>
                <a:lnTo>
                  <a:pt x="1007624" y="195178"/>
                </a:lnTo>
                <a:lnTo>
                  <a:pt x="1007793" y="195695"/>
                </a:lnTo>
                <a:lnTo>
                  <a:pt x="1007970" y="196211"/>
                </a:lnTo>
                <a:lnTo>
                  <a:pt x="1008140" y="196729"/>
                </a:lnTo>
                <a:lnTo>
                  <a:pt x="1008309" y="197248"/>
                </a:lnTo>
                <a:lnTo>
                  <a:pt x="1008487" y="197766"/>
                </a:lnTo>
                <a:lnTo>
                  <a:pt x="1008655" y="198286"/>
                </a:lnTo>
                <a:lnTo>
                  <a:pt x="1008833" y="198806"/>
                </a:lnTo>
                <a:lnTo>
                  <a:pt x="1009002" y="199326"/>
                </a:lnTo>
                <a:lnTo>
                  <a:pt x="1009180" y="199846"/>
                </a:lnTo>
                <a:lnTo>
                  <a:pt x="1009349" y="200367"/>
                </a:lnTo>
                <a:lnTo>
                  <a:pt x="1009518" y="200889"/>
                </a:lnTo>
                <a:lnTo>
                  <a:pt x="1009696" y="201410"/>
                </a:lnTo>
                <a:lnTo>
                  <a:pt x="1009865" y="201933"/>
                </a:lnTo>
                <a:lnTo>
                  <a:pt x="1010043" y="202456"/>
                </a:lnTo>
                <a:lnTo>
                  <a:pt x="1010212" y="202979"/>
                </a:lnTo>
                <a:lnTo>
                  <a:pt x="1010390" y="203503"/>
                </a:lnTo>
                <a:lnTo>
                  <a:pt x="1010559" y="204027"/>
                </a:lnTo>
                <a:lnTo>
                  <a:pt x="1010728" y="204552"/>
                </a:lnTo>
                <a:lnTo>
                  <a:pt x="1010906" y="205077"/>
                </a:lnTo>
                <a:lnTo>
                  <a:pt x="1011075" y="205602"/>
                </a:lnTo>
                <a:lnTo>
                  <a:pt x="1011253" y="206128"/>
                </a:lnTo>
                <a:lnTo>
                  <a:pt x="1011422" y="206655"/>
                </a:lnTo>
                <a:lnTo>
                  <a:pt x="1011600" y="207182"/>
                </a:lnTo>
                <a:lnTo>
                  <a:pt x="1011769" y="207709"/>
                </a:lnTo>
                <a:lnTo>
                  <a:pt x="1011938" y="208237"/>
                </a:lnTo>
                <a:lnTo>
                  <a:pt x="1012116" y="208765"/>
                </a:lnTo>
                <a:lnTo>
                  <a:pt x="1012285" y="209294"/>
                </a:lnTo>
                <a:lnTo>
                  <a:pt x="1012463" y="209822"/>
                </a:lnTo>
                <a:lnTo>
                  <a:pt x="1012632" y="210352"/>
                </a:lnTo>
                <a:lnTo>
                  <a:pt x="1012810" y="210882"/>
                </a:lnTo>
                <a:lnTo>
                  <a:pt x="1012979" y="211412"/>
                </a:lnTo>
                <a:lnTo>
                  <a:pt x="1013148" y="211943"/>
                </a:lnTo>
                <a:lnTo>
                  <a:pt x="1013326" y="212474"/>
                </a:lnTo>
                <a:lnTo>
                  <a:pt x="1013495" y="213006"/>
                </a:lnTo>
                <a:lnTo>
                  <a:pt x="1013673" y="213538"/>
                </a:lnTo>
                <a:lnTo>
                  <a:pt x="1013842" y="214070"/>
                </a:lnTo>
                <a:lnTo>
                  <a:pt x="1014011" y="214603"/>
                </a:lnTo>
                <a:lnTo>
                  <a:pt x="1014189" y="215136"/>
                </a:lnTo>
                <a:lnTo>
                  <a:pt x="1014358" y="215670"/>
                </a:lnTo>
                <a:lnTo>
                  <a:pt x="1014536" y="216204"/>
                </a:lnTo>
                <a:lnTo>
                  <a:pt x="1014705" y="216739"/>
                </a:lnTo>
                <a:lnTo>
                  <a:pt x="1014883" y="217274"/>
                </a:lnTo>
                <a:lnTo>
                  <a:pt x="1015052" y="217809"/>
                </a:lnTo>
                <a:lnTo>
                  <a:pt x="1015221" y="218345"/>
                </a:lnTo>
                <a:lnTo>
                  <a:pt x="1015399" y="218881"/>
                </a:lnTo>
                <a:lnTo>
                  <a:pt x="1015568" y="219418"/>
                </a:lnTo>
                <a:lnTo>
                  <a:pt x="1015746" y="219955"/>
                </a:lnTo>
                <a:lnTo>
                  <a:pt x="1015915" y="220492"/>
                </a:lnTo>
                <a:lnTo>
                  <a:pt x="1016093" y="221030"/>
                </a:lnTo>
                <a:lnTo>
                  <a:pt x="1016262" y="221569"/>
                </a:lnTo>
                <a:lnTo>
                  <a:pt x="1016431" y="222107"/>
                </a:lnTo>
                <a:lnTo>
                  <a:pt x="1016609" y="222646"/>
                </a:lnTo>
                <a:lnTo>
                  <a:pt x="1016778" y="223185"/>
                </a:lnTo>
                <a:lnTo>
                  <a:pt x="1016956" y="223725"/>
                </a:lnTo>
                <a:lnTo>
                  <a:pt x="1017125" y="224266"/>
                </a:lnTo>
                <a:lnTo>
                  <a:pt x="1017303" y="224806"/>
                </a:lnTo>
                <a:lnTo>
                  <a:pt x="1017472" y="225348"/>
                </a:lnTo>
                <a:lnTo>
                  <a:pt x="1017641" y="225889"/>
                </a:lnTo>
                <a:lnTo>
                  <a:pt x="1017819" y="226432"/>
                </a:lnTo>
                <a:lnTo>
                  <a:pt x="1017988" y="226974"/>
                </a:lnTo>
                <a:lnTo>
                  <a:pt x="1018166" y="227516"/>
                </a:lnTo>
                <a:lnTo>
                  <a:pt x="1018335" y="228060"/>
                </a:lnTo>
                <a:lnTo>
                  <a:pt x="1018513" y="228603"/>
                </a:lnTo>
                <a:lnTo>
                  <a:pt x="1018682" y="229147"/>
                </a:lnTo>
                <a:lnTo>
                  <a:pt x="1018851" y="229691"/>
                </a:lnTo>
                <a:lnTo>
                  <a:pt x="1019029" y="230236"/>
                </a:lnTo>
                <a:lnTo>
                  <a:pt x="1019198" y="230781"/>
                </a:lnTo>
                <a:lnTo>
                  <a:pt x="1019376" y="231327"/>
                </a:lnTo>
                <a:lnTo>
                  <a:pt x="1019545" y="231872"/>
                </a:lnTo>
                <a:lnTo>
                  <a:pt x="1019723" y="232418"/>
                </a:lnTo>
                <a:lnTo>
                  <a:pt x="1019892" y="232965"/>
                </a:lnTo>
                <a:lnTo>
                  <a:pt x="1020061" y="233512"/>
                </a:lnTo>
                <a:lnTo>
                  <a:pt x="1020239" y="234060"/>
                </a:lnTo>
                <a:lnTo>
                  <a:pt x="1020408" y="234608"/>
                </a:lnTo>
                <a:lnTo>
                  <a:pt x="1020586" y="235156"/>
                </a:lnTo>
                <a:lnTo>
                  <a:pt x="1020755" y="235704"/>
                </a:lnTo>
                <a:lnTo>
                  <a:pt x="1020933" y="236253"/>
                </a:lnTo>
                <a:lnTo>
                  <a:pt x="1021102" y="236802"/>
                </a:lnTo>
                <a:lnTo>
                  <a:pt x="1021271" y="237352"/>
                </a:lnTo>
                <a:lnTo>
                  <a:pt x="1021449" y="237902"/>
                </a:lnTo>
                <a:lnTo>
                  <a:pt x="1021618" y="238452"/>
                </a:lnTo>
                <a:lnTo>
                  <a:pt x="1021796" y="239003"/>
                </a:lnTo>
                <a:lnTo>
                  <a:pt x="1021965" y="239554"/>
                </a:lnTo>
                <a:lnTo>
                  <a:pt x="1022143" y="240106"/>
                </a:lnTo>
                <a:lnTo>
                  <a:pt x="1022312" y="240657"/>
                </a:lnTo>
                <a:lnTo>
                  <a:pt x="1022481" y="241210"/>
                </a:lnTo>
                <a:lnTo>
                  <a:pt x="1022658" y="241762"/>
                </a:lnTo>
                <a:lnTo>
                  <a:pt x="1022828" y="242315"/>
                </a:lnTo>
                <a:lnTo>
                  <a:pt x="1023005" y="242869"/>
                </a:lnTo>
                <a:lnTo>
                  <a:pt x="1023175" y="243422"/>
                </a:lnTo>
                <a:lnTo>
                  <a:pt x="1023352" y="243976"/>
                </a:lnTo>
                <a:lnTo>
                  <a:pt x="1023522" y="244531"/>
                </a:lnTo>
                <a:lnTo>
                  <a:pt x="1023691" y="245086"/>
                </a:lnTo>
                <a:lnTo>
                  <a:pt x="1023868" y="245641"/>
                </a:lnTo>
                <a:lnTo>
                  <a:pt x="1024037" y="246196"/>
                </a:lnTo>
                <a:lnTo>
                  <a:pt x="1024215" y="246752"/>
                </a:lnTo>
                <a:lnTo>
                  <a:pt x="1024384" y="247308"/>
                </a:lnTo>
                <a:lnTo>
                  <a:pt x="1024562" y="247865"/>
                </a:lnTo>
                <a:lnTo>
                  <a:pt x="1024731" y="248422"/>
                </a:lnTo>
                <a:lnTo>
                  <a:pt x="1024900" y="248980"/>
                </a:lnTo>
                <a:lnTo>
                  <a:pt x="1025078" y="249537"/>
                </a:lnTo>
                <a:lnTo>
                  <a:pt x="1025247" y="250095"/>
                </a:lnTo>
                <a:lnTo>
                  <a:pt x="1025425" y="250653"/>
                </a:lnTo>
                <a:lnTo>
                  <a:pt x="1025594" y="251212"/>
                </a:lnTo>
                <a:lnTo>
                  <a:pt x="1025772" y="251771"/>
                </a:lnTo>
                <a:lnTo>
                  <a:pt x="1025941" y="252330"/>
                </a:lnTo>
                <a:lnTo>
                  <a:pt x="1026110" y="252890"/>
                </a:lnTo>
                <a:lnTo>
                  <a:pt x="1026288" y="253450"/>
                </a:lnTo>
                <a:lnTo>
                  <a:pt x="1026457" y="254011"/>
                </a:lnTo>
                <a:lnTo>
                  <a:pt x="1026635" y="254571"/>
                </a:lnTo>
                <a:lnTo>
                  <a:pt x="1026804" y="255133"/>
                </a:lnTo>
                <a:lnTo>
                  <a:pt x="1026982" y="255694"/>
                </a:lnTo>
                <a:lnTo>
                  <a:pt x="1027151" y="256256"/>
                </a:lnTo>
                <a:lnTo>
                  <a:pt x="1027320" y="256818"/>
                </a:lnTo>
                <a:lnTo>
                  <a:pt x="1027498" y="257381"/>
                </a:lnTo>
                <a:lnTo>
                  <a:pt x="1027667" y="257943"/>
                </a:lnTo>
                <a:lnTo>
                  <a:pt x="1027845" y="258506"/>
                </a:lnTo>
                <a:lnTo>
                  <a:pt x="1028014" y="259069"/>
                </a:lnTo>
                <a:lnTo>
                  <a:pt x="1028192" y="259633"/>
                </a:lnTo>
                <a:lnTo>
                  <a:pt x="1028361" y="260197"/>
                </a:lnTo>
                <a:lnTo>
                  <a:pt x="1028530" y="260762"/>
                </a:lnTo>
                <a:lnTo>
                  <a:pt x="1028708" y="261326"/>
                </a:lnTo>
                <a:lnTo>
                  <a:pt x="1028877" y="261892"/>
                </a:lnTo>
                <a:lnTo>
                  <a:pt x="1029055" y="262457"/>
                </a:lnTo>
                <a:lnTo>
                  <a:pt x="1029224" y="263023"/>
                </a:lnTo>
                <a:lnTo>
                  <a:pt x="1029402" y="263589"/>
                </a:lnTo>
                <a:lnTo>
                  <a:pt x="1029571" y="264155"/>
                </a:lnTo>
                <a:lnTo>
                  <a:pt x="1029740" y="264722"/>
                </a:lnTo>
                <a:lnTo>
                  <a:pt x="1029918" y="265289"/>
                </a:lnTo>
                <a:lnTo>
                  <a:pt x="1030087" y="265856"/>
                </a:lnTo>
                <a:lnTo>
                  <a:pt x="1030265" y="266424"/>
                </a:lnTo>
                <a:lnTo>
                  <a:pt x="1030434" y="266992"/>
                </a:lnTo>
                <a:lnTo>
                  <a:pt x="1030612" y="267560"/>
                </a:lnTo>
                <a:lnTo>
                  <a:pt x="1030781" y="268129"/>
                </a:lnTo>
                <a:lnTo>
                  <a:pt x="1030950" y="268698"/>
                </a:lnTo>
                <a:lnTo>
                  <a:pt x="1031128" y="269267"/>
                </a:lnTo>
                <a:lnTo>
                  <a:pt x="1031297" y="269837"/>
                </a:lnTo>
                <a:lnTo>
                  <a:pt x="1031475" y="270406"/>
                </a:lnTo>
                <a:lnTo>
                  <a:pt x="1031644" y="270976"/>
                </a:lnTo>
                <a:lnTo>
                  <a:pt x="1031822" y="271547"/>
                </a:lnTo>
                <a:lnTo>
                  <a:pt x="1031991" y="272118"/>
                </a:lnTo>
                <a:lnTo>
                  <a:pt x="1032160" y="272689"/>
                </a:lnTo>
                <a:lnTo>
                  <a:pt x="1032338" y="273260"/>
                </a:lnTo>
                <a:lnTo>
                  <a:pt x="1032507" y="273832"/>
                </a:lnTo>
                <a:lnTo>
                  <a:pt x="1032685" y="274404"/>
                </a:lnTo>
                <a:lnTo>
                  <a:pt x="1032854" y="274976"/>
                </a:lnTo>
                <a:lnTo>
                  <a:pt x="1033023" y="275549"/>
                </a:lnTo>
                <a:lnTo>
                  <a:pt x="1033201" y="276121"/>
                </a:lnTo>
                <a:lnTo>
                  <a:pt x="1033370" y="276695"/>
                </a:lnTo>
                <a:lnTo>
                  <a:pt x="1033548" y="277268"/>
                </a:lnTo>
                <a:lnTo>
                  <a:pt x="1033717" y="277842"/>
                </a:lnTo>
                <a:lnTo>
                  <a:pt x="1033895" y="278415"/>
                </a:lnTo>
                <a:lnTo>
                  <a:pt x="1034064" y="278990"/>
                </a:lnTo>
                <a:lnTo>
                  <a:pt x="1034233" y="279565"/>
                </a:lnTo>
                <a:lnTo>
                  <a:pt x="1034411" y="280140"/>
                </a:lnTo>
                <a:lnTo>
                  <a:pt x="1034580" y="280715"/>
                </a:lnTo>
                <a:lnTo>
                  <a:pt x="1034758" y="281291"/>
                </a:lnTo>
                <a:lnTo>
                  <a:pt x="1034927" y="281866"/>
                </a:lnTo>
                <a:lnTo>
                  <a:pt x="1035105" y="282442"/>
                </a:lnTo>
                <a:lnTo>
                  <a:pt x="1035274" y="283019"/>
                </a:lnTo>
                <a:lnTo>
                  <a:pt x="1035443" y="283595"/>
                </a:lnTo>
                <a:lnTo>
                  <a:pt x="1035621" y="284172"/>
                </a:lnTo>
                <a:lnTo>
                  <a:pt x="1035790" y="284750"/>
                </a:lnTo>
                <a:lnTo>
                  <a:pt x="1035968" y="285327"/>
                </a:lnTo>
                <a:lnTo>
                  <a:pt x="1036137" y="285905"/>
                </a:lnTo>
                <a:lnTo>
                  <a:pt x="1036315" y="286483"/>
                </a:lnTo>
                <a:lnTo>
                  <a:pt x="1036484" y="287061"/>
                </a:lnTo>
                <a:lnTo>
                  <a:pt x="1036653" y="287639"/>
                </a:lnTo>
                <a:lnTo>
                  <a:pt x="1036831" y="288218"/>
                </a:lnTo>
                <a:lnTo>
                  <a:pt x="1037000" y="288798"/>
                </a:lnTo>
                <a:lnTo>
                  <a:pt x="1037178" y="289377"/>
                </a:lnTo>
                <a:lnTo>
                  <a:pt x="1037347" y="289957"/>
                </a:lnTo>
                <a:lnTo>
                  <a:pt x="1037525" y="290536"/>
                </a:lnTo>
                <a:lnTo>
                  <a:pt x="1037694" y="291117"/>
                </a:lnTo>
                <a:lnTo>
                  <a:pt x="1037863" y="291697"/>
                </a:lnTo>
                <a:lnTo>
                  <a:pt x="1038040" y="292278"/>
                </a:lnTo>
                <a:lnTo>
                  <a:pt x="1038209" y="292859"/>
                </a:lnTo>
                <a:lnTo>
                  <a:pt x="1038387" y="293440"/>
                </a:lnTo>
                <a:lnTo>
                  <a:pt x="1038556" y="294022"/>
                </a:lnTo>
                <a:lnTo>
                  <a:pt x="1038734" y="294603"/>
                </a:lnTo>
                <a:lnTo>
                  <a:pt x="1038903" y="295185"/>
                </a:lnTo>
                <a:lnTo>
                  <a:pt x="1039073" y="295768"/>
                </a:lnTo>
                <a:lnTo>
                  <a:pt x="1039250" y="296350"/>
                </a:lnTo>
                <a:lnTo>
                  <a:pt x="1039419" y="296933"/>
                </a:lnTo>
                <a:lnTo>
                  <a:pt x="1039597" y="297516"/>
                </a:lnTo>
                <a:lnTo>
                  <a:pt x="1039766" y="298100"/>
                </a:lnTo>
                <a:lnTo>
                  <a:pt x="1039944" y="298683"/>
                </a:lnTo>
                <a:lnTo>
                  <a:pt x="1040113" y="299267"/>
                </a:lnTo>
                <a:lnTo>
                  <a:pt x="1040282" y="299851"/>
                </a:lnTo>
                <a:lnTo>
                  <a:pt x="1040460" y="300435"/>
                </a:lnTo>
                <a:lnTo>
                  <a:pt x="1040629" y="301020"/>
                </a:lnTo>
                <a:lnTo>
                  <a:pt x="1040807" y="301605"/>
                </a:lnTo>
                <a:lnTo>
                  <a:pt x="1040976" y="302189"/>
                </a:lnTo>
                <a:lnTo>
                  <a:pt x="1041154" y="302775"/>
                </a:lnTo>
                <a:lnTo>
                  <a:pt x="1041323" y="303360"/>
                </a:lnTo>
                <a:lnTo>
                  <a:pt x="1041492" y="303947"/>
                </a:lnTo>
                <a:lnTo>
                  <a:pt x="1041670" y="304533"/>
                </a:lnTo>
                <a:lnTo>
                  <a:pt x="1041839" y="305119"/>
                </a:lnTo>
                <a:lnTo>
                  <a:pt x="1042017" y="305705"/>
                </a:lnTo>
                <a:lnTo>
                  <a:pt x="1042186" y="306292"/>
                </a:lnTo>
                <a:lnTo>
                  <a:pt x="1042364" y="306879"/>
                </a:lnTo>
                <a:lnTo>
                  <a:pt x="1042533" y="307466"/>
                </a:lnTo>
                <a:lnTo>
                  <a:pt x="1042702" y="308054"/>
                </a:lnTo>
                <a:lnTo>
                  <a:pt x="1042880" y="308641"/>
                </a:lnTo>
                <a:lnTo>
                  <a:pt x="1043049" y="309229"/>
                </a:lnTo>
                <a:lnTo>
                  <a:pt x="1043227" y="309817"/>
                </a:lnTo>
                <a:lnTo>
                  <a:pt x="1043396" y="310406"/>
                </a:lnTo>
                <a:lnTo>
                  <a:pt x="1043574" y="310994"/>
                </a:lnTo>
                <a:lnTo>
                  <a:pt x="1043743" y="311583"/>
                </a:lnTo>
                <a:lnTo>
                  <a:pt x="1043912" y="312172"/>
                </a:lnTo>
                <a:lnTo>
                  <a:pt x="1044090" y="312762"/>
                </a:lnTo>
                <a:lnTo>
                  <a:pt x="1044259" y="313351"/>
                </a:lnTo>
                <a:lnTo>
                  <a:pt x="1044437" y="313941"/>
                </a:lnTo>
                <a:lnTo>
                  <a:pt x="1044606" y="314531"/>
                </a:lnTo>
                <a:lnTo>
                  <a:pt x="1044784" y="315121"/>
                </a:lnTo>
                <a:lnTo>
                  <a:pt x="1044953" y="315711"/>
                </a:lnTo>
                <a:lnTo>
                  <a:pt x="1045122" y="316302"/>
                </a:lnTo>
                <a:lnTo>
                  <a:pt x="1045300" y="316893"/>
                </a:lnTo>
                <a:lnTo>
                  <a:pt x="1045469" y="317484"/>
                </a:lnTo>
                <a:lnTo>
                  <a:pt x="1045647" y="318076"/>
                </a:lnTo>
                <a:lnTo>
                  <a:pt x="1045816" y="318667"/>
                </a:lnTo>
                <a:lnTo>
                  <a:pt x="1045994" y="319259"/>
                </a:lnTo>
                <a:lnTo>
                  <a:pt x="1046163" y="319851"/>
                </a:lnTo>
                <a:lnTo>
                  <a:pt x="1046332" y="320442"/>
                </a:lnTo>
                <a:lnTo>
                  <a:pt x="1046510" y="321035"/>
                </a:lnTo>
                <a:lnTo>
                  <a:pt x="1046679" y="321627"/>
                </a:lnTo>
                <a:lnTo>
                  <a:pt x="1046857" y="322221"/>
                </a:lnTo>
                <a:lnTo>
                  <a:pt x="1047026" y="322813"/>
                </a:lnTo>
                <a:lnTo>
                  <a:pt x="1047204" y="323407"/>
                </a:lnTo>
                <a:lnTo>
                  <a:pt x="1047373" y="324000"/>
                </a:lnTo>
                <a:lnTo>
                  <a:pt x="1047542" y="324593"/>
                </a:lnTo>
                <a:lnTo>
                  <a:pt x="1047720" y="325188"/>
                </a:lnTo>
                <a:lnTo>
                  <a:pt x="1047889" y="325781"/>
                </a:lnTo>
                <a:lnTo>
                  <a:pt x="1048067" y="326375"/>
                </a:lnTo>
                <a:lnTo>
                  <a:pt x="1048236" y="326970"/>
                </a:lnTo>
                <a:lnTo>
                  <a:pt x="1048414" y="327565"/>
                </a:lnTo>
                <a:lnTo>
                  <a:pt x="1048583" y="328159"/>
                </a:lnTo>
                <a:lnTo>
                  <a:pt x="1048752" y="328754"/>
                </a:lnTo>
                <a:lnTo>
                  <a:pt x="1048930" y="329349"/>
                </a:lnTo>
                <a:lnTo>
                  <a:pt x="1049099" y="329945"/>
                </a:lnTo>
                <a:lnTo>
                  <a:pt x="1049277" y="330541"/>
                </a:lnTo>
                <a:lnTo>
                  <a:pt x="1049446" y="331136"/>
                </a:lnTo>
                <a:lnTo>
                  <a:pt x="1049624" y="331732"/>
                </a:lnTo>
                <a:lnTo>
                  <a:pt x="1049793" y="332328"/>
                </a:lnTo>
                <a:lnTo>
                  <a:pt x="1049962" y="332924"/>
                </a:lnTo>
                <a:lnTo>
                  <a:pt x="1050140" y="333521"/>
                </a:lnTo>
                <a:lnTo>
                  <a:pt x="1050309" y="334118"/>
                </a:lnTo>
                <a:lnTo>
                  <a:pt x="1050487" y="334714"/>
                </a:lnTo>
                <a:lnTo>
                  <a:pt x="1050656" y="335312"/>
                </a:lnTo>
                <a:lnTo>
                  <a:pt x="1050834" y="335909"/>
                </a:lnTo>
                <a:lnTo>
                  <a:pt x="1051003" y="336506"/>
                </a:lnTo>
                <a:lnTo>
                  <a:pt x="1051172" y="337104"/>
                </a:lnTo>
                <a:lnTo>
                  <a:pt x="1051350" y="337701"/>
                </a:lnTo>
                <a:lnTo>
                  <a:pt x="1051519" y="338299"/>
                </a:lnTo>
                <a:lnTo>
                  <a:pt x="1051697" y="338897"/>
                </a:lnTo>
                <a:lnTo>
                  <a:pt x="1051866" y="339496"/>
                </a:lnTo>
                <a:lnTo>
                  <a:pt x="1052035" y="340095"/>
                </a:lnTo>
                <a:lnTo>
                  <a:pt x="1052213" y="340693"/>
                </a:lnTo>
                <a:lnTo>
                  <a:pt x="1052382" y="341292"/>
                </a:lnTo>
                <a:lnTo>
                  <a:pt x="1052559" y="341891"/>
                </a:lnTo>
                <a:lnTo>
                  <a:pt x="1052729" y="342489"/>
                </a:lnTo>
                <a:lnTo>
                  <a:pt x="1052906" y="343089"/>
                </a:lnTo>
                <a:lnTo>
                  <a:pt x="1053076" y="343689"/>
                </a:lnTo>
                <a:lnTo>
                  <a:pt x="1053245" y="344288"/>
                </a:lnTo>
                <a:lnTo>
                  <a:pt x="1053423" y="344888"/>
                </a:lnTo>
                <a:lnTo>
                  <a:pt x="1053592" y="345488"/>
                </a:lnTo>
                <a:lnTo>
                  <a:pt x="1053769" y="346088"/>
                </a:lnTo>
                <a:lnTo>
                  <a:pt x="1053938" y="346689"/>
                </a:lnTo>
                <a:lnTo>
                  <a:pt x="1054116" y="347289"/>
                </a:lnTo>
                <a:lnTo>
                  <a:pt x="1054285" y="347890"/>
                </a:lnTo>
                <a:lnTo>
                  <a:pt x="1054454" y="348490"/>
                </a:lnTo>
                <a:lnTo>
                  <a:pt x="1054632" y="349092"/>
                </a:lnTo>
                <a:lnTo>
                  <a:pt x="1054801" y="349693"/>
                </a:lnTo>
                <a:lnTo>
                  <a:pt x="1054979" y="350294"/>
                </a:lnTo>
                <a:lnTo>
                  <a:pt x="1055148" y="350896"/>
                </a:lnTo>
                <a:lnTo>
                  <a:pt x="1055326" y="351497"/>
                </a:lnTo>
                <a:lnTo>
                  <a:pt x="1055495" y="352099"/>
                </a:lnTo>
                <a:lnTo>
                  <a:pt x="1055664" y="352701"/>
                </a:lnTo>
                <a:lnTo>
                  <a:pt x="1055842" y="353302"/>
                </a:lnTo>
                <a:lnTo>
                  <a:pt x="1056011" y="353905"/>
                </a:lnTo>
                <a:lnTo>
                  <a:pt x="1056189" y="354507"/>
                </a:lnTo>
                <a:lnTo>
                  <a:pt x="1056358" y="355109"/>
                </a:lnTo>
                <a:lnTo>
                  <a:pt x="1056536" y="355712"/>
                </a:lnTo>
                <a:lnTo>
                  <a:pt x="1056705" y="356315"/>
                </a:lnTo>
                <a:lnTo>
                  <a:pt x="1056874" y="356918"/>
                </a:lnTo>
                <a:lnTo>
                  <a:pt x="1057052" y="357521"/>
                </a:lnTo>
                <a:lnTo>
                  <a:pt x="1057221" y="358124"/>
                </a:lnTo>
                <a:lnTo>
                  <a:pt x="1057399" y="358727"/>
                </a:lnTo>
                <a:lnTo>
                  <a:pt x="1057568" y="359330"/>
                </a:lnTo>
                <a:lnTo>
                  <a:pt x="1057746" y="359935"/>
                </a:lnTo>
                <a:lnTo>
                  <a:pt x="1057915" y="360538"/>
                </a:lnTo>
                <a:lnTo>
                  <a:pt x="1058084" y="361142"/>
                </a:lnTo>
                <a:lnTo>
                  <a:pt x="1058262" y="361746"/>
                </a:lnTo>
                <a:lnTo>
                  <a:pt x="1058431" y="362350"/>
                </a:lnTo>
                <a:lnTo>
                  <a:pt x="1058609" y="362954"/>
                </a:lnTo>
                <a:lnTo>
                  <a:pt x="1058778" y="363559"/>
                </a:lnTo>
                <a:lnTo>
                  <a:pt x="1058956" y="364163"/>
                </a:lnTo>
                <a:lnTo>
                  <a:pt x="1059125" y="364768"/>
                </a:lnTo>
                <a:lnTo>
                  <a:pt x="1059294" y="365373"/>
                </a:lnTo>
                <a:lnTo>
                  <a:pt x="1059472" y="365978"/>
                </a:lnTo>
                <a:lnTo>
                  <a:pt x="1059641" y="366583"/>
                </a:lnTo>
                <a:lnTo>
                  <a:pt x="1059819" y="367188"/>
                </a:lnTo>
                <a:lnTo>
                  <a:pt x="1059988" y="367793"/>
                </a:lnTo>
                <a:lnTo>
                  <a:pt x="1060166" y="368399"/>
                </a:lnTo>
                <a:lnTo>
                  <a:pt x="1060335" y="369004"/>
                </a:lnTo>
                <a:lnTo>
                  <a:pt x="1060504" y="369609"/>
                </a:lnTo>
                <a:lnTo>
                  <a:pt x="1060682" y="370215"/>
                </a:lnTo>
                <a:lnTo>
                  <a:pt x="1060851" y="370821"/>
                </a:lnTo>
                <a:lnTo>
                  <a:pt x="1061029" y="371427"/>
                </a:lnTo>
                <a:lnTo>
                  <a:pt x="1061198" y="372034"/>
                </a:lnTo>
                <a:lnTo>
                  <a:pt x="1061376" y="372640"/>
                </a:lnTo>
                <a:lnTo>
                  <a:pt x="1061545" y="373246"/>
                </a:lnTo>
                <a:lnTo>
                  <a:pt x="1061714" y="373852"/>
                </a:lnTo>
                <a:lnTo>
                  <a:pt x="1061892" y="374459"/>
                </a:lnTo>
                <a:lnTo>
                  <a:pt x="1062061" y="375066"/>
                </a:lnTo>
                <a:lnTo>
                  <a:pt x="1062239" y="375672"/>
                </a:lnTo>
                <a:lnTo>
                  <a:pt x="1062408" y="376279"/>
                </a:lnTo>
                <a:lnTo>
                  <a:pt x="1062586" y="376887"/>
                </a:lnTo>
                <a:lnTo>
                  <a:pt x="1062755" y="377493"/>
                </a:lnTo>
                <a:lnTo>
                  <a:pt x="1062924" y="378100"/>
                </a:lnTo>
                <a:lnTo>
                  <a:pt x="1063102" y="378708"/>
                </a:lnTo>
                <a:lnTo>
                  <a:pt x="1063271" y="379315"/>
                </a:lnTo>
                <a:lnTo>
                  <a:pt x="1063449" y="379923"/>
                </a:lnTo>
                <a:lnTo>
                  <a:pt x="1063618" y="380531"/>
                </a:lnTo>
                <a:lnTo>
                  <a:pt x="1063796" y="381138"/>
                </a:lnTo>
                <a:lnTo>
                  <a:pt x="1063965" y="381746"/>
                </a:lnTo>
                <a:lnTo>
                  <a:pt x="1064134" y="382354"/>
                </a:lnTo>
                <a:lnTo>
                  <a:pt x="1064312" y="382962"/>
                </a:lnTo>
                <a:lnTo>
                  <a:pt x="1064481" y="383570"/>
                </a:lnTo>
                <a:lnTo>
                  <a:pt x="1064659" y="384178"/>
                </a:lnTo>
                <a:lnTo>
                  <a:pt x="1064828" y="384787"/>
                </a:lnTo>
                <a:lnTo>
                  <a:pt x="1065006" y="385395"/>
                </a:lnTo>
                <a:lnTo>
                  <a:pt x="1065175" y="386004"/>
                </a:lnTo>
                <a:lnTo>
                  <a:pt x="1065344" y="386612"/>
                </a:lnTo>
                <a:lnTo>
                  <a:pt x="1065522" y="387221"/>
                </a:lnTo>
                <a:lnTo>
                  <a:pt x="1065691" y="387829"/>
                </a:lnTo>
                <a:lnTo>
                  <a:pt x="1065869" y="388438"/>
                </a:lnTo>
                <a:lnTo>
                  <a:pt x="1066038" y="389047"/>
                </a:lnTo>
                <a:lnTo>
                  <a:pt x="1066216" y="389656"/>
                </a:lnTo>
                <a:lnTo>
                  <a:pt x="1066385" y="390265"/>
                </a:lnTo>
                <a:lnTo>
                  <a:pt x="1066554" y="390875"/>
                </a:lnTo>
                <a:lnTo>
                  <a:pt x="1066732" y="391483"/>
                </a:lnTo>
                <a:lnTo>
                  <a:pt x="1066901" y="392093"/>
                </a:lnTo>
                <a:lnTo>
                  <a:pt x="1067079" y="392702"/>
                </a:lnTo>
                <a:lnTo>
                  <a:pt x="1067248" y="393311"/>
                </a:lnTo>
                <a:lnTo>
                  <a:pt x="1067426" y="393922"/>
                </a:lnTo>
                <a:lnTo>
                  <a:pt x="1067595" y="394531"/>
                </a:lnTo>
                <a:lnTo>
                  <a:pt x="1067764" y="395140"/>
                </a:lnTo>
                <a:lnTo>
                  <a:pt x="1067941" y="395751"/>
                </a:lnTo>
                <a:lnTo>
                  <a:pt x="1068111" y="396360"/>
                </a:lnTo>
                <a:lnTo>
                  <a:pt x="1068288" y="396970"/>
                </a:lnTo>
                <a:lnTo>
                  <a:pt x="1068457" y="397580"/>
                </a:lnTo>
                <a:lnTo>
                  <a:pt x="1068635" y="398190"/>
                </a:lnTo>
                <a:lnTo>
                  <a:pt x="1068804" y="398800"/>
                </a:lnTo>
                <a:lnTo>
                  <a:pt x="1068973" y="399411"/>
                </a:lnTo>
                <a:lnTo>
                  <a:pt x="1069151" y="400021"/>
                </a:lnTo>
                <a:lnTo>
                  <a:pt x="1069320" y="400631"/>
                </a:lnTo>
                <a:lnTo>
                  <a:pt x="1069498" y="401242"/>
                </a:lnTo>
                <a:lnTo>
                  <a:pt x="1069667" y="401852"/>
                </a:lnTo>
                <a:lnTo>
                  <a:pt x="1069845" y="402462"/>
                </a:lnTo>
                <a:lnTo>
                  <a:pt x="1070014" y="403073"/>
                </a:lnTo>
                <a:lnTo>
                  <a:pt x="1070183" y="403684"/>
                </a:lnTo>
                <a:lnTo>
                  <a:pt x="1070361" y="404295"/>
                </a:lnTo>
                <a:lnTo>
                  <a:pt x="1070530" y="404905"/>
                </a:lnTo>
                <a:lnTo>
                  <a:pt x="1070708" y="405516"/>
                </a:lnTo>
                <a:lnTo>
                  <a:pt x="1070877" y="406127"/>
                </a:lnTo>
                <a:lnTo>
                  <a:pt x="1071046" y="406738"/>
                </a:lnTo>
                <a:lnTo>
                  <a:pt x="1071224" y="407349"/>
                </a:lnTo>
                <a:lnTo>
                  <a:pt x="1071393" y="407960"/>
                </a:lnTo>
                <a:lnTo>
                  <a:pt x="1071571" y="408571"/>
                </a:lnTo>
                <a:lnTo>
                  <a:pt x="1071740" y="409182"/>
                </a:lnTo>
                <a:lnTo>
                  <a:pt x="1071918" y="409793"/>
                </a:lnTo>
                <a:lnTo>
                  <a:pt x="1072087" y="410404"/>
                </a:lnTo>
                <a:lnTo>
                  <a:pt x="1072256" y="411016"/>
                </a:lnTo>
                <a:lnTo>
                  <a:pt x="1072434" y="411627"/>
                </a:lnTo>
                <a:lnTo>
                  <a:pt x="1072603" y="412239"/>
                </a:lnTo>
                <a:lnTo>
                  <a:pt x="1072781" y="412850"/>
                </a:lnTo>
                <a:lnTo>
                  <a:pt x="1072950" y="413461"/>
                </a:lnTo>
                <a:lnTo>
                  <a:pt x="1073128" y="414073"/>
                </a:lnTo>
                <a:lnTo>
                  <a:pt x="1073297" y="414684"/>
                </a:lnTo>
                <a:lnTo>
                  <a:pt x="1073466" y="415296"/>
                </a:lnTo>
                <a:lnTo>
                  <a:pt x="1073644" y="415907"/>
                </a:lnTo>
                <a:lnTo>
                  <a:pt x="1073813" y="416520"/>
                </a:lnTo>
                <a:lnTo>
                  <a:pt x="1073991" y="417131"/>
                </a:lnTo>
                <a:lnTo>
                  <a:pt x="1074160" y="417743"/>
                </a:lnTo>
                <a:lnTo>
                  <a:pt x="1074338" y="418355"/>
                </a:lnTo>
                <a:lnTo>
                  <a:pt x="1074507" y="418966"/>
                </a:lnTo>
                <a:lnTo>
                  <a:pt x="1074676" y="419578"/>
                </a:lnTo>
                <a:lnTo>
                  <a:pt x="1074854" y="420190"/>
                </a:lnTo>
                <a:lnTo>
                  <a:pt x="1075023" y="420802"/>
                </a:lnTo>
                <a:lnTo>
                  <a:pt x="1075201" y="421413"/>
                </a:lnTo>
                <a:lnTo>
                  <a:pt x="1075370" y="422026"/>
                </a:lnTo>
                <a:lnTo>
                  <a:pt x="1075548" y="422638"/>
                </a:lnTo>
                <a:lnTo>
                  <a:pt x="1075717" y="423250"/>
                </a:lnTo>
                <a:lnTo>
                  <a:pt x="1075886" y="423862"/>
                </a:lnTo>
                <a:lnTo>
                  <a:pt x="1076064" y="424474"/>
                </a:lnTo>
                <a:lnTo>
                  <a:pt x="1076233" y="425086"/>
                </a:lnTo>
                <a:lnTo>
                  <a:pt x="1076411" y="425698"/>
                </a:lnTo>
                <a:lnTo>
                  <a:pt x="1076580" y="426310"/>
                </a:lnTo>
                <a:lnTo>
                  <a:pt x="1076758" y="426922"/>
                </a:lnTo>
                <a:lnTo>
                  <a:pt x="1076927" y="427534"/>
                </a:lnTo>
                <a:lnTo>
                  <a:pt x="1077096" y="428146"/>
                </a:lnTo>
                <a:lnTo>
                  <a:pt x="1077274" y="428759"/>
                </a:lnTo>
                <a:lnTo>
                  <a:pt x="1077443" y="429371"/>
                </a:lnTo>
                <a:lnTo>
                  <a:pt x="1077621" y="429983"/>
                </a:lnTo>
                <a:lnTo>
                  <a:pt x="1077790" y="430595"/>
                </a:lnTo>
                <a:lnTo>
                  <a:pt x="1077968" y="431208"/>
                </a:lnTo>
                <a:lnTo>
                  <a:pt x="1078137" y="431820"/>
                </a:lnTo>
                <a:lnTo>
                  <a:pt x="1078306" y="432433"/>
                </a:lnTo>
                <a:lnTo>
                  <a:pt x="1078484" y="433045"/>
                </a:lnTo>
                <a:lnTo>
                  <a:pt x="1078653" y="433657"/>
                </a:lnTo>
                <a:lnTo>
                  <a:pt x="1078831" y="434269"/>
                </a:lnTo>
                <a:lnTo>
                  <a:pt x="1079000" y="434882"/>
                </a:lnTo>
                <a:lnTo>
                  <a:pt x="1079178" y="435494"/>
                </a:lnTo>
                <a:lnTo>
                  <a:pt x="1079347" y="436106"/>
                </a:lnTo>
                <a:lnTo>
                  <a:pt x="1079516" y="436719"/>
                </a:lnTo>
                <a:lnTo>
                  <a:pt x="1079694" y="437331"/>
                </a:lnTo>
                <a:lnTo>
                  <a:pt x="1079863" y="437943"/>
                </a:lnTo>
                <a:lnTo>
                  <a:pt x="1080041" y="438555"/>
                </a:lnTo>
                <a:lnTo>
                  <a:pt x="1080210" y="439168"/>
                </a:lnTo>
                <a:lnTo>
                  <a:pt x="1080388" y="439780"/>
                </a:lnTo>
                <a:lnTo>
                  <a:pt x="1080557" y="440392"/>
                </a:lnTo>
                <a:lnTo>
                  <a:pt x="1080726" y="441005"/>
                </a:lnTo>
                <a:lnTo>
                  <a:pt x="1080904" y="441617"/>
                </a:lnTo>
                <a:lnTo>
                  <a:pt x="1081073" y="442229"/>
                </a:lnTo>
                <a:lnTo>
                  <a:pt x="1081251" y="442842"/>
                </a:lnTo>
                <a:lnTo>
                  <a:pt x="1081420" y="443454"/>
                </a:lnTo>
                <a:lnTo>
                  <a:pt x="1081598" y="444067"/>
                </a:lnTo>
                <a:lnTo>
                  <a:pt x="1081767" y="444679"/>
                </a:lnTo>
                <a:lnTo>
                  <a:pt x="1081936" y="445292"/>
                </a:lnTo>
                <a:lnTo>
                  <a:pt x="1082114" y="445904"/>
                </a:lnTo>
                <a:lnTo>
                  <a:pt x="1082283" y="446516"/>
                </a:lnTo>
                <a:lnTo>
                  <a:pt x="1082461" y="447128"/>
                </a:lnTo>
                <a:lnTo>
                  <a:pt x="1082630" y="447740"/>
                </a:lnTo>
                <a:lnTo>
                  <a:pt x="1082807" y="448353"/>
                </a:lnTo>
                <a:lnTo>
                  <a:pt x="1082977" y="448965"/>
                </a:lnTo>
                <a:lnTo>
                  <a:pt x="1083145" y="449577"/>
                </a:lnTo>
                <a:lnTo>
                  <a:pt x="1083323" y="450189"/>
                </a:lnTo>
                <a:lnTo>
                  <a:pt x="1083492" y="450801"/>
                </a:lnTo>
                <a:lnTo>
                  <a:pt x="1083670" y="451413"/>
                </a:lnTo>
                <a:lnTo>
                  <a:pt x="1083839" y="452025"/>
                </a:lnTo>
                <a:lnTo>
                  <a:pt x="1084017" y="452637"/>
                </a:lnTo>
                <a:lnTo>
                  <a:pt x="1084186" y="453249"/>
                </a:lnTo>
                <a:lnTo>
                  <a:pt x="1084355" y="453861"/>
                </a:lnTo>
                <a:lnTo>
                  <a:pt x="1084533" y="454474"/>
                </a:lnTo>
                <a:lnTo>
                  <a:pt x="1084702" y="455086"/>
                </a:lnTo>
                <a:lnTo>
                  <a:pt x="1084880" y="455698"/>
                </a:lnTo>
                <a:lnTo>
                  <a:pt x="1085049" y="456310"/>
                </a:lnTo>
                <a:lnTo>
                  <a:pt x="1085227" y="456922"/>
                </a:lnTo>
                <a:lnTo>
                  <a:pt x="1085396" y="457533"/>
                </a:lnTo>
                <a:lnTo>
                  <a:pt x="1085565" y="458145"/>
                </a:lnTo>
                <a:lnTo>
                  <a:pt x="1085743" y="458757"/>
                </a:lnTo>
                <a:lnTo>
                  <a:pt x="1085912" y="459368"/>
                </a:lnTo>
                <a:lnTo>
                  <a:pt x="1086090" y="459980"/>
                </a:lnTo>
                <a:lnTo>
                  <a:pt x="1086259" y="460593"/>
                </a:lnTo>
                <a:lnTo>
                  <a:pt x="1086437" y="461204"/>
                </a:lnTo>
                <a:lnTo>
                  <a:pt x="1086606" y="461816"/>
                </a:lnTo>
                <a:lnTo>
                  <a:pt x="1086775" y="462427"/>
                </a:lnTo>
                <a:lnTo>
                  <a:pt x="1086953" y="463039"/>
                </a:lnTo>
                <a:lnTo>
                  <a:pt x="1087122" y="463650"/>
                </a:lnTo>
                <a:lnTo>
                  <a:pt x="1087300" y="464261"/>
                </a:lnTo>
                <a:lnTo>
                  <a:pt x="1087469" y="464874"/>
                </a:lnTo>
                <a:lnTo>
                  <a:pt x="1087647" y="465485"/>
                </a:lnTo>
                <a:lnTo>
                  <a:pt x="1087816" y="466096"/>
                </a:lnTo>
                <a:lnTo>
                  <a:pt x="1087985" y="466707"/>
                </a:lnTo>
                <a:lnTo>
                  <a:pt x="1088163" y="467319"/>
                </a:lnTo>
                <a:lnTo>
                  <a:pt x="1088332" y="467930"/>
                </a:lnTo>
                <a:lnTo>
                  <a:pt x="1088510" y="468542"/>
                </a:lnTo>
                <a:lnTo>
                  <a:pt x="1088679" y="469153"/>
                </a:lnTo>
                <a:lnTo>
                  <a:pt x="1088857" y="469763"/>
                </a:lnTo>
                <a:lnTo>
                  <a:pt x="1089026" y="470374"/>
                </a:lnTo>
                <a:lnTo>
                  <a:pt x="1089195" y="470985"/>
                </a:lnTo>
                <a:lnTo>
                  <a:pt x="1089373" y="471597"/>
                </a:lnTo>
                <a:lnTo>
                  <a:pt x="1089542" y="472207"/>
                </a:lnTo>
                <a:lnTo>
                  <a:pt x="1089720" y="472818"/>
                </a:lnTo>
                <a:lnTo>
                  <a:pt x="1089889" y="473429"/>
                </a:lnTo>
                <a:lnTo>
                  <a:pt x="1090058" y="474040"/>
                </a:lnTo>
                <a:lnTo>
                  <a:pt x="1090236" y="474650"/>
                </a:lnTo>
                <a:lnTo>
                  <a:pt x="1090405" y="475261"/>
                </a:lnTo>
                <a:lnTo>
                  <a:pt x="1090583" y="475871"/>
                </a:lnTo>
                <a:lnTo>
                  <a:pt x="1090752" y="476482"/>
                </a:lnTo>
                <a:lnTo>
                  <a:pt x="1090930" y="477092"/>
                </a:lnTo>
                <a:lnTo>
                  <a:pt x="1091099" y="477703"/>
                </a:lnTo>
                <a:lnTo>
                  <a:pt x="1091268" y="478313"/>
                </a:lnTo>
                <a:lnTo>
                  <a:pt x="1091446" y="478924"/>
                </a:lnTo>
                <a:lnTo>
                  <a:pt x="1091615" y="479533"/>
                </a:lnTo>
                <a:lnTo>
                  <a:pt x="1091793" y="480143"/>
                </a:lnTo>
                <a:lnTo>
                  <a:pt x="1091962" y="480754"/>
                </a:lnTo>
                <a:lnTo>
                  <a:pt x="1092140" y="481364"/>
                </a:lnTo>
                <a:lnTo>
                  <a:pt x="1092309" y="481973"/>
                </a:lnTo>
                <a:lnTo>
                  <a:pt x="1092478" y="482584"/>
                </a:lnTo>
                <a:lnTo>
                  <a:pt x="1092656" y="483193"/>
                </a:lnTo>
                <a:lnTo>
                  <a:pt x="1092825" y="483802"/>
                </a:lnTo>
                <a:lnTo>
                  <a:pt x="1093003" y="484413"/>
                </a:lnTo>
                <a:lnTo>
                  <a:pt x="1093172" y="485022"/>
                </a:lnTo>
                <a:lnTo>
                  <a:pt x="1093350" y="485632"/>
                </a:lnTo>
                <a:lnTo>
                  <a:pt x="1093519" y="486241"/>
                </a:lnTo>
                <a:lnTo>
                  <a:pt x="1093688" y="486850"/>
                </a:lnTo>
                <a:lnTo>
                  <a:pt x="1093866" y="487460"/>
                </a:lnTo>
                <a:lnTo>
                  <a:pt x="1094035" y="488068"/>
                </a:lnTo>
                <a:lnTo>
                  <a:pt x="1094213" y="488678"/>
                </a:lnTo>
                <a:lnTo>
                  <a:pt x="1094382" y="489287"/>
                </a:lnTo>
                <a:lnTo>
                  <a:pt x="1094560" y="489896"/>
                </a:lnTo>
                <a:lnTo>
                  <a:pt x="1094729" y="490505"/>
                </a:lnTo>
                <a:lnTo>
                  <a:pt x="1094898" y="491114"/>
                </a:lnTo>
                <a:lnTo>
                  <a:pt x="1095076" y="491722"/>
                </a:lnTo>
                <a:lnTo>
                  <a:pt x="1095245" y="492331"/>
                </a:lnTo>
                <a:lnTo>
                  <a:pt x="1095423" y="492939"/>
                </a:lnTo>
                <a:lnTo>
                  <a:pt x="1095592" y="493548"/>
                </a:lnTo>
                <a:lnTo>
                  <a:pt x="1095770" y="494156"/>
                </a:lnTo>
                <a:lnTo>
                  <a:pt x="1095939" y="494765"/>
                </a:lnTo>
                <a:lnTo>
                  <a:pt x="1096108" y="495372"/>
                </a:lnTo>
                <a:lnTo>
                  <a:pt x="1096286" y="495981"/>
                </a:lnTo>
                <a:lnTo>
                  <a:pt x="1096455" y="496588"/>
                </a:lnTo>
                <a:lnTo>
                  <a:pt x="1096633" y="497197"/>
                </a:lnTo>
                <a:lnTo>
                  <a:pt x="1096802" y="497805"/>
                </a:lnTo>
                <a:lnTo>
                  <a:pt x="1096980" y="498412"/>
                </a:lnTo>
                <a:lnTo>
                  <a:pt x="1097148" y="499020"/>
                </a:lnTo>
                <a:lnTo>
                  <a:pt x="1097318" y="499627"/>
                </a:lnTo>
                <a:lnTo>
                  <a:pt x="1097495" y="500235"/>
                </a:lnTo>
                <a:lnTo>
                  <a:pt x="1097665" y="500842"/>
                </a:lnTo>
                <a:lnTo>
                  <a:pt x="1097842" y="501449"/>
                </a:lnTo>
                <a:lnTo>
                  <a:pt x="1098012" y="502057"/>
                </a:lnTo>
                <a:lnTo>
                  <a:pt x="1098189" y="502664"/>
                </a:lnTo>
                <a:lnTo>
                  <a:pt x="1098358" y="503271"/>
                </a:lnTo>
                <a:lnTo>
                  <a:pt x="1098527" y="503877"/>
                </a:lnTo>
                <a:lnTo>
                  <a:pt x="1098705" y="504484"/>
                </a:lnTo>
                <a:lnTo>
                  <a:pt x="1098874" y="505091"/>
                </a:lnTo>
                <a:lnTo>
                  <a:pt x="1099052" y="505698"/>
                </a:lnTo>
                <a:lnTo>
                  <a:pt x="1099221" y="506304"/>
                </a:lnTo>
                <a:lnTo>
                  <a:pt x="1099399" y="506910"/>
                </a:lnTo>
                <a:lnTo>
                  <a:pt x="1099568" y="507517"/>
                </a:lnTo>
                <a:lnTo>
                  <a:pt x="1099737" y="508123"/>
                </a:lnTo>
                <a:lnTo>
                  <a:pt x="1099915" y="508729"/>
                </a:lnTo>
                <a:lnTo>
                  <a:pt x="1100084" y="509334"/>
                </a:lnTo>
                <a:lnTo>
                  <a:pt x="1100262" y="509940"/>
                </a:lnTo>
                <a:lnTo>
                  <a:pt x="1100431" y="510546"/>
                </a:lnTo>
                <a:lnTo>
                  <a:pt x="1100609" y="511152"/>
                </a:lnTo>
                <a:lnTo>
                  <a:pt x="1100778" y="511757"/>
                </a:lnTo>
                <a:lnTo>
                  <a:pt x="1100947" y="512363"/>
                </a:lnTo>
                <a:lnTo>
                  <a:pt x="1101125" y="512968"/>
                </a:lnTo>
                <a:lnTo>
                  <a:pt x="1101294" y="513573"/>
                </a:lnTo>
                <a:lnTo>
                  <a:pt x="1101472" y="514178"/>
                </a:lnTo>
                <a:lnTo>
                  <a:pt x="1101641" y="514783"/>
                </a:lnTo>
                <a:lnTo>
                  <a:pt x="1101819" y="515388"/>
                </a:lnTo>
                <a:lnTo>
                  <a:pt x="1101988" y="515993"/>
                </a:lnTo>
                <a:lnTo>
                  <a:pt x="1102157" y="516597"/>
                </a:lnTo>
                <a:lnTo>
                  <a:pt x="1102335" y="517202"/>
                </a:lnTo>
                <a:lnTo>
                  <a:pt x="1102504" y="517806"/>
                </a:lnTo>
                <a:lnTo>
                  <a:pt x="1102682" y="518410"/>
                </a:lnTo>
                <a:lnTo>
                  <a:pt x="1102851" y="519014"/>
                </a:lnTo>
                <a:lnTo>
                  <a:pt x="1103029" y="519618"/>
                </a:lnTo>
                <a:lnTo>
                  <a:pt x="1103198" y="520222"/>
                </a:lnTo>
                <a:lnTo>
                  <a:pt x="1103367" y="520825"/>
                </a:lnTo>
                <a:lnTo>
                  <a:pt x="1103545" y="521429"/>
                </a:lnTo>
                <a:lnTo>
                  <a:pt x="1103714" y="522032"/>
                </a:lnTo>
                <a:lnTo>
                  <a:pt x="1103892" y="522636"/>
                </a:lnTo>
                <a:lnTo>
                  <a:pt x="1104061" y="523239"/>
                </a:lnTo>
                <a:lnTo>
                  <a:pt x="1104239" y="523842"/>
                </a:lnTo>
                <a:lnTo>
                  <a:pt x="1104408" y="524445"/>
                </a:lnTo>
                <a:lnTo>
                  <a:pt x="1104577" y="525047"/>
                </a:lnTo>
                <a:lnTo>
                  <a:pt x="1104755" y="525651"/>
                </a:lnTo>
                <a:lnTo>
                  <a:pt x="1104924" y="526253"/>
                </a:lnTo>
                <a:lnTo>
                  <a:pt x="1105102" y="526855"/>
                </a:lnTo>
                <a:lnTo>
                  <a:pt x="1105271" y="527457"/>
                </a:lnTo>
                <a:lnTo>
                  <a:pt x="1105449" y="528060"/>
                </a:lnTo>
                <a:lnTo>
                  <a:pt x="1105618" y="528661"/>
                </a:lnTo>
                <a:lnTo>
                  <a:pt x="1105787" y="529263"/>
                </a:lnTo>
                <a:lnTo>
                  <a:pt x="1105965" y="529865"/>
                </a:lnTo>
                <a:lnTo>
                  <a:pt x="1106134" y="530467"/>
                </a:lnTo>
                <a:lnTo>
                  <a:pt x="1106312" y="531068"/>
                </a:lnTo>
                <a:lnTo>
                  <a:pt x="1106481" y="531669"/>
                </a:lnTo>
                <a:lnTo>
                  <a:pt x="1106659" y="532270"/>
                </a:lnTo>
                <a:lnTo>
                  <a:pt x="1106828" y="532872"/>
                </a:lnTo>
                <a:lnTo>
                  <a:pt x="1106997" y="533472"/>
                </a:lnTo>
                <a:lnTo>
                  <a:pt x="1107175" y="534073"/>
                </a:lnTo>
                <a:lnTo>
                  <a:pt x="1107344" y="534673"/>
                </a:lnTo>
                <a:lnTo>
                  <a:pt x="1107522" y="535274"/>
                </a:lnTo>
                <a:lnTo>
                  <a:pt x="1107691" y="535874"/>
                </a:lnTo>
                <a:lnTo>
                  <a:pt x="1107869" y="536475"/>
                </a:lnTo>
                <a:lnTo>
                  <a:pt x="1108038" y="537074"/>
                </a:lnTo>
                <a:lnTo>
                  <a:pt x="1108207" y="537674"/>
                </a:lnTo>
                <a:lnTo>
                  <a:pt x="1108385" y="538274"/>
                </a:lnTo>
                <a:lnTo>
                  <a:pt x="1108554" y="538873"/>
                </a:lnTo>
                <a:lnTo>
                  <a:pt x="1108732" y="539473"/>
                </a:lnTo>
                <a:lnTo>
                  <a:pt x="1108901" y="540072"/>
                </a:lnTo>
                <a:lnTo>
                  <a:pt x="1109070" y="540671"/>
                </a:lnTo>
                <a:lnTo>
                  <a:pt x="1109248" y="541270"/>
                </a:lnTo>
                <a:lnTo>
                  <a:pt x="1109417" y="541869"/>
                </a:lnTo>
                <a:lnTo>
                  <a:pt x="1109595" y="542467"/>
                </a:lnTo>
                <a:lnTo>
                  <a:pt x="1109764" y="543066"/>
                </a:lnTo>
                <a:lnTo>
                  <a:pt x="1109942" y="543664"/>
                </a:lnTo>
                <a:lnTo>
                  <a:pt x="1110111" y="544263"/>
                </a:lnTo>
                <a:lnTo>
                  <a:pt x="1110280" y="544861"/>
                </a:lnTo>
                <a:lnTo>
                  <a:pt x="1110458" y="545458"/>
                </a:lnTo>
                <a:lnTo>
                  <a:pt x="1110627" y="546055"/>
                </a:lnTo>
                <a:lnTo>
                  <a:pt x="1110805" y="546653"/>
                </a:lnTo>
                <a:lnTo>
                  <a:pt x="1110974" y="547250"/>
                </a:lnTo>
                <a:lnTo>
                  <a:pt x="1111152" y="547848"/>
                </a:lnTo>
                <a:lnTo>
                  <a:pt x="1111321" y="548445"/>
                </a:lnTo>
                <a:lnTo>
                  <a:pt x="1111490" y="549042"/>
                </a:lnTo>
                <a:lnTo>
                  <a:pt x="1111668" y="549638"/>
                </a:lnTo>
                <a:lnTo>
                  <a:pt x="1111837" y="550235"/>
                </a:lnTo>
                <a:lnTo>
                  <a:pt x="1112015" y="550831"/>
                </a:lnTo>
                <a:lnTo>
                  <a:pt x="1112184" y="551427"/>
                </a:lnTo>
                <a:lnTo>
                  <a:pt x="1112362" y="552023"/>
                </a:lnTo>
                <a:lnTo>
                  <a:pt x="1112530" y="552619"/>
                </a:lnTo>
                <a:lnTo>
                  <a:pt x="1112700" y="553215"/>
                </a:lnTo>
                <a:lnTo>
                  <a:pt x="1112877" y="553810"/>
                </a:lnTo>
                <a:lnTo>
                  <a:pt x="1113047" y="554406"/>
                </a:lnTo>
                <a:lnTo>
                  <a:pt x="1113224" y="555001"/>
                </a:lnTo>
                <a:lnTo>
                  <a:pt x="1113393" y="555596"/>
                </a:lnTo>
                <a:lnTo>
                  <a:pt x="1113571" y="556190"/>
                </a:lnTo>
                <a:lnTo>
                  <a:pt x="1113740" y="556785"/>
                </a:lnTo>
                <a:lnTo>
                  <a:pt x="1113909" y="557380"/>
                </a:lnTo>
                <a:lnTo>
                  <a:pt x="1114087" y="557974"/>
                </a:lnTo>
                <a:lnTo>
                  <a:pt x="1114256" y="558568"/>
                </a:lnTo>
                <a:lnTo>
                  <a:pt x="1114434" y="559162"/>
                </a:lnTo>
                <a:lnTo>
                  <a:pt x="1114603" y="559756"/>
                </a:lnTo>
                <a:lnTo>
                  <a:pt x="1114781" y="560349"/>
                </a:lnTo>
                <a:lnTo>
                  <a:pt x="1114950" y="560943"/>
                </a:lnTo>
                <a:lnTo>
                  <a:pt x="1115119" y="561536"/>
                </a:lnTo>
                <a:lnTo>
                  <a:pt x="1115297" y="562129"/>
                </a:lnTo>
                <a:lnTo>
                  <a:pt x="1115466" y="562722"/>
                </a:lnTo>
                <a:lnTo>
                  <a:pt x="1115644" y="563315"/>
                </a:lnTo>
                <a:lnTo>
                  <a:pt x="1115813" y="563907"/>
                </a:lnTo>
                <a:lnTo>
                  <a:pt x="1115991" y="564500"/>
                </a:lnTo>
                <a:lnTo>
                  <a:pt x="1116160" y="565091"/>
                </a:lnTo>
                <a:lnTo>
                  <a:pt x="1116329" y="565684"/>
                </a:lnTo>
                <a:lnTo>
                  <a:pt x="1116507" y="566275"/>
                </a:lnTo>
                <a:lnTo>
                  <a:pt x="1116676" y="566867"/>
                </a:lnTo>
                <a:lnTo>
                  <a:pt x="1116854" y="567458"/>
                </a:lnTo>
                <a:lnTo>
                  <a:pt x="1117023" y="568049"/>
                </a:lnTo>
                <a:lnTo>
                  <a:pt x="1117201" y="568640"/>
                </a:lnTo>
                <a:lnTo>
                  <a:pt x="1117370" y="569231"/>
                </a:lnTo>
                <a:lnTo>
                  <a:pt x="1117539" y="569821"/>
                </a:lnTo>
                <a:lnTo>
                  <a:pt x="1117717" y="570412"/>
                </a:lnTo>
                <a:lnTo>
                  <a:pt x="1117886" y="571002"/>
                </a:lnTo>
                <a:lnTo>
                  <a:pt x="1118064" y="571592"/>
                </a:lnTo>
                <a:lnTo>
                  <a:pt x="1118233" y="572182"/>
                </a:lnTo>
                <a:lnTo>
                  <a:pt x="1118411" y="572771"/>
                </a:lnTo>
                <a:lnTo>
                  <a:pt x="1118580" y="573361"/>
                </a:lnTo>
                <a:lnTo>
                  <a:pt x="1118749" y="573950"/>
                </a:lnTo>
                <a:lnTo>
                  <a:pt x="1118927" y="574539"/>
                </a:lnTo>
                <a:lnTo>
                  <a:pt x="1119096" y="575128"/>
                </a:lnTo>
                <a:lnTo>
                  <a:pt x="1119274" y="575716"/>
                </a:lnTo>
                <a:lnTo>
                  <a:pt x="1119443" y="576305"/>
                </a:lnTo>
                <a:lnTo>
                  <a:pt x="1119621" y="576893"/>
                </a:lnTo>
                <a:lnTo>
                  <a:pt x="1119790" y="577481"/>
                </a:lnTo>
                <a:lnTo>
                  <a:pt x="1119959" y="578069"/>
                </a:lnTo>
                <a:lnTo>
                  <a:pt x="1120137" y="578656"/>
                </a:lnTo>
                <a:lnTo>
                  <a:pt x="1120306" y="579245"/>
                </a:lnTo>
                <a:lnTo>
                  <a:pt x="1120484" y="579832"/>
                </a:lnTo>
                <a:lnTo>
                  <a:pt x="1120653" y="580418"/>
                </a:lnTo>
                <a:lnTo>
                  <a:pt x="1120831" y="581005"/>
                </a:lnTo>
                <a:lnTo>
                  <a:pt x="1121000" y="581591"/>
                </a:lnTo>
                <a:lnTo>
                  <a:pt x="1121169" y="582179"/>
                </a:lnTo>
                <a:lnTo>
                  <a:pt x="1121347" y="582764"/>
                </a:lnTo>
                <a:lnTo>
                  <a:pt x="1121516" y="583350"/>
                </a:lnTo>
                <a:lnTo>
                  <a:pt x="1121694" y="583936"/>
                </a:lnTo>
                <a:lnTo>
                  <a:pt x="1121863" y="584522"/>
                </a:lnTo>
                <a:lnTo>
                  <a:pt x="1122041" y="585107"/>
                </a:lnTo>
                <a:lnTo>
                  <a:pt x="1122210" y="585692"/>
                </a:lnTo>
                <a:lnTo>
                  <a:pt x="1122379" y="586277"/>
                </a:lnTo>
                <a:lnTo>
                  <a:pt x="1122557" y="586862"/>
                </a:lnTo>
                <a:lnTo>
                  <a:pt x="1122726" y="587446"/>
                </a:lnTo>
                <a:lnTo>
                  <a:pt x="1122904" y="588031"/>
                </a:lnTo>
                <a:lnTo>
                  <a:pt x="1123073" y="588614"/>
                </a:lnTo>
                <a:lnTo>
                  <a:pt x="1123251" y="589198"/>
                </a:lnTo>
                <a:lnTo>
                  <a:pt x="1123420" y="589781"/>
                </a:lnTo>
                <a:lnTo>
                  <a:pt x="1123589" y="590365"/>
                </a:lnTo>
                <a:lnTo>
                  <a:pt x="1123767" y="590949"/>
                </a:lnTo>
                <a:lnTo>
                  <a:pt x="1123936" y="591531"/>
                </a:lnTo>
                <a:lnTo>
                  <a:pt x="1124114" y="592114"/>
                </a:lnTo>
                <a:lnTo>
                  <a:pt x="1124283" y="592697"/>
                </a:lnTo>
                <a:lnTo>
                  <a:pt x="1124461" y="593279"/>
                </a:lnTo>
                <a:lnTo>
                  <a:pt x="1124630" y="593861"/>
                </a:lnTo>
                <a:lnTo>
                  <a:pt x="1124799" y="594443"/>
                </a:lnTo>
                <a:lnTo>
                  <a:pt x="1124977" y="595025"/>
                </a:lnTo>
                <a:lnTo>
                  <a:pt x="1125146" y="595606"/>
                </a:lnTo>
                <a:lnTo>
                  <a:pt x="1125324" y="596187"/>
                </a:lnTo>
                <a:lnTo>
                  <a:pt x="1125493" y="596768"/>
                </a:lnTo>
                <a:lnTo>
                  <a:pt x="1125671" y="597349"/>
                </a:lnTo>
                <a:lnTo>
                  <a:pt x="1125840" y="597930"/>
                </a:lnTo>
                <a:lnTo>
                  <a:pt x="1126009" y="598510"/>
                </a:lnTo>
                <a:lnTo>
                  <a:pt x="1126187" y="599090"/>
                </a:lnTo>
                <a:lnTo>
                  <a:pt x="1126356" y="599670"/>
                </a:lnTo>
                <a:lnTo>
                  <a:pt x="1126533" y="600249"/>
                </a:lnTo>
                <a:lnTo>
                  <a:pt x="1126703" y="600828"/>
                </a:lnTo>
                <a:lnTo>
                  <a:pt x="1126880" y="601407"/>
                </a:lnTo>
                <a:lnTo>
                  <a:pt x="1127050" y="601987"/>
                </a:lnTo>
                <a:lnTo>
                  <a:pt x="1127219" y="602565"/>
                </a:lnTo>
                <a:lnTo>
                  <a:pt x="1127396" y="603144"/>
                </a:lnTo>
                <a:lnTo>
                  <a:pt x="1127566" y="603722"/>
                </a:lnTo>
                <a:lnTo>
                  <a:pt x="1127743" y="604300"/>
                </a:lnTo>
                <a:lnTo>
                  <a:pt x="1127912" y="604878"/>
                </a:lnTo>
                <a:lnTo>
                  <a:pt x="1128081" y="605455"/>
                </a:lnTo>
                <a:lnTo>
                  <a:pt x="1128259" y="606033"/>
                </a:lnTo>
                <a:lnTo>
                  <a:pt x="1128428" y="606609"/>
                </a:lnTo>
                <a:lnTo>
                  <a:pt x="1128606" y="607186"/>
                </a:lnTo>
                <a:lnTo>
                  <a:pt x="1128775" y="607763"/>
                </a:lnTo>
                <a:lnTo>
                  <a:pt x="1128953" y="608339"/>
                </a:lnTo>
                <a:lnTo>
                  <a:pt x="1129122" y="608915"/>
                </a:lnTo>
                <a:lnTo>
                  <a:pt x="1129291" y="609491"/>
                </a:lnTo>
                <a:lnTo>
                  <a:pt x="1129469" y="610066"/>
                </a:lnTo>
                <a:lnTo>
                  <a:pt x="1129638" y="610642"/>
                </a:lnTo>
                <a:lnTo>
                  <a:pt x="1129816" y="611217"/>
                </a:lnTo>
                <a:lnTo>
                  <a:pt x="1129985" y="611791"/>
                </a:lnTo>
                <a:lnTo>
                  <a:pt x="1130163" y="612366"/>
                </a:lnTo>
                <a:lnTo>
                  <a:pt x="1130332" y="612941"/>
                </a:lnTo>
                <a:lnTo>
                  <a:pt x="1130501" y="613515"/>
                </a:lnTo>
                <a:lnTo>
                  <a:pt x="1130679" y="614088"/>
                </a:lnTo>
                <a:lnTo>
                  <a:pt x="1130848" y="614662"/>
                </a:lnTo>
                <a:lnTo>
                  <a:pt x="1131026" y="615236"/>
                </a:lnTo>
                <a:lnTo>
                  <a:pt x="1131195" y="615809"/>
                </a:lnTo>
                <a:lnTo>
                  <a:pt x="1131373" y="616382"/>
                </a:lnTo>
                <a:lnTo>
                  <a:pt x="1131542" y="616954"/>
                </a:lnTo>
                <a:lnTo>
                  <a:pt x="1131711" y="617527"/>
                </a:lnTo>
                <a:lnTo>
                  <a:pt x="1131889" y="618099"/>
                </a:lnTo>
                <a:lnTo>
                  <a:pt x="1132058" y="618671"/>
                </a:lnTo>
                <a:lnTo>
                  <a:pt x="1132236" y="619242"/>
                </a:lnTo>
                <a:lnTo>
                  <a:pt x="1132405" y="619814"/>
                </a:lnTo>
                <a:lnTo>
                  <a:pt x="1132583" y="620384"/>
                </a:lnTo>
                <a:lnTo>
                  <a:pt x="1132752" y="620956"/>
                </a:lnTo>
                <a:lnTo>
                  <a:pt x="1132921" y="621527"/>
                </a:lnTo>
                <a:lnTo>
                  <a:pt x="1133099" y="622097"/>
                </a:lnTo>
                <a:lnTo>
                  <a:pt x="1133268" y="622667"/>
                </a:lnTo>
                <a:lnTo>
                  <a:pt x="1133446" y="623237"/>
                </a:lnTo>
                <a:lnTo>
                  <a:pt x="1133615" y="623806"/>
                </a:lnTo>
                <a:lnTo>
                  <a:pt x="1133793" y="624375"/>
                </a:lnTo>
                <a:lnTo>
                  <a:pt x="1133962" y="624945"/>
                </a:lnTo>
                <a:lnTo>
                  <a:pt x="1134131" y="625513"/>
                </a:lnTo>
                <a:lnTo>
                  <a:pt x="1134309" y="626082"/>
                </a:lnTo>
                <a:lnTo>
                  <a:pt x="1134478" y="626650"/>
                </a:lnTo>
                <a:lnTo>
                  <a:pt x="1134656" y="627219"/>
                </a:lnTo>
                <a:lnTo>
                  <a:pt x="1134825" y="627786"/>
                </a:lnTo>
                <a:lnTo>
                  <a:pt x="1135003" y="628354"/>
                </a:lnTo>
                <a:lnTo>
                  <a:pt x="1135172" y="628921"/>
                </a:lnTo>
                <a:lnTo>
                  <a:pt x="1135341" y="629488"/>
                </a:lnTo>
                <a:lnTo>
                  <a:pt x="1135519" y="630055"/>
                </a:lnTo>
                <a:lnTo>
                  <a:pt x="1135688" y="630621"/>
                </a:lnTo>
                <a:lnTo>
                  <a:pt x="1135866" y="631187"/>
                </a:lnTo>
                <a:lnTo>
                  <a:pt x="1136035" y="631753"/>
                </a:lnTo>
                <a:lnTo>
                  <a:pt x="1136213" y="632319"/>
                </a:lnTo>
                <a:lnTo>
                  <a:pt x="1136382" y="632884"/>
                </a:lnTo>
                <a:lnTo>
                  <a:pt x="1136551" y="633450"/>
                </a:lnTo>
                <a:lnTo>
                  <a:pt x="1136729" y="634015"/>
                </a:lnTo>
                <a:lnTo>
                  <a:pt x="1136898" y="634579"/>
                </a:lnTo>
                <a:lnTo>
                  <a:pt x="1137076" y="635143"/>
                </a:lnTo>
                <a:lnTo>
                  <a:pt x="1137245" y="635707"/>
                </a:lnTo>
                <a:lnTo>
                  <a:pt x="1137423" y="636271"/>
                </a:lnTo>
                <a:lnTo>
                  <a:pt x="1137592" y="636835"/>
                </a:lnTo>
                <a:lnTo>
                  <a:pt x="1137761" y="637398"/>
                </a:lnTo>
                <a:lnTo>
                  <a:pt x="1137939" y="637961"/>
                </a:lnTo>
                <a:lnTo>
                  <a:pt x="1138108" y="638523"/>
                </a:lnTo>
                <a:lnTo>
                  <a:pt x="1138286" y="639086"/>
                </a:lnTo>
                <a:lnTo>
                  <a:pt x="1138455" y="639648"/>
                </a:lnTo>
                <a:lnTo>
                  <a:pt x="1138633" y="640210"/>
                </a:lnTo>
                <a:lnTo>
                  <a:pt x="1138802" y="640771"/>
                </a:lnTo>
                <a:lnTo>
                  <a:pt x="1138971" y="641333"/>
                </a:lnTo>
                <a:lnTo>
                  <a:pt x="1139149" y="641893"/>
                </a:lnTo>
                <a:lnTo>
                  <a:pt x="1139318" y="642455"/>
                </a:lnTo>
                <a:lnTo>
                  <a:pt x="1139496" y="643015"/>
                </a:lnTo>
                <a:lnTo>
                  <a:pt x="1139665" y="643575"/>
                </a:lnTo>
                <a:lnTo>
                  <a:pt x="1139843" y="644135"/>
                </a:lnTo>
                <a:lnTo>
                  <a:pt x="1140012" y="644695"/>
                </a:lnTo>
                <a:lnTo>
                  <a:pt x="1140181" y="645254"/>
                </a:lnTo>
                <a:lnTo>
                  <a:pt x="1140359" y="645813"/>
                </a:lnTo>
                <a:lnTo>
                  <a:pt x="1140528" y="646372"/>
                </a:lnTo>
                <a:lnTo>
                  <a:pt x="1140706" y="646930"/>
                </a:lnTo>
                <a:lnTo>
                  <a:pt x="1140875" y="647489"/>
                </a:lnTo>
                <a:lnTo>
                  <a:pt x="1141053" y="648047"/>
                </a:lnTo>
                <a:lnTo>
                  <a:pt x="1141222" y="648605"/>
                </a:lnTo>
                <a:lnTo>
                  <a:pt x="1141391" y="649162"/>
                </a:lnTo>
                <a:lnTo>
                  <a:pt x="1141569" y="649719"/>
                </a:lnTo>
                <a:lnTo>
                  <a:pt x="1141738" y="650276"/>
                </a:lnTo>
                <a:lnTo>
                  <a:pt x="1141915" y="650832"/>
                </a:lnTo>
                <a:lnTo>
                  <a:pt x="1142084" y="651389"/>
                </a:lnTo>
                <a:lnTo>
                  <a:pt x="1142262" y="651945"/>
                </a:lnTo>
                <a:lnTo>
                  <a:pt x="1142431" y="652501"/>
                </a:lnTo>
                <a:lnTo>
                  <a:pt x="1142601" y="653056"/>
                </a:lnTo>
                <a:lnTo>
                  <a:pt x="1142778" y="653611"/>
                </a:lnTo>
                <a:lnTo>
                  <a:pt x="1142948" y="654165"/>
                </a:lnTo>
                <a:lnTo>
                  <a:pt x="1143125" y="654720"/>
                </a:lnTo>
                <a:lnTo>
                  <a:pt x="1143294" y="655274"/>
                </a:lnTo>
                <a:lnTo>
                  <a:pt x="1143472" y="655828"/>
                </a:lnTo>
                <a:lnTo>
                  <a:pt x="1143641" y="656382"/>
                </a:lnTo>
                <a:lnTo>
                  <a:pt x="1143810" y="656935"/>
                </a:lnTo>
                <a:lnTo>
                  <a:pt x="1143988" y="657488"/>
                </a:lnTo>
                <a:lnTo>
                  <a:pt x="1144157" y="658041"/>
                </a:lnTo>
                <a:lnTo>
                  <a:pt x="1144335" y="658594"/>
                </a:lnTo>
                <a:lnTo>
                  <a:pt x="1144504" y="659145"/>
                </a:lnTo>
                <a:lnTo>
                  <a:pt x="1144682" y="659698"/>
                </a:lnTo>
                <a:lnTo>
                  <a:pt x="1144851" y="660249"/>
                </a:lnTo>
                <a:lnTo>
                  <a:pt x="1145020" y="660800"/>
                </a:lnTo>
                <a:lnTo>
                  <a:pt x="1145198" y="661352"/>
                </a:lnTo>
                <a:lnTo>
                  <a:pt x="1145367" y="661902"/>
                </a:lnTo>
                <a:lnTo>
                  <a:pt x="1145545" y="662452"/>
                </a:lnTo>
                <a:lnTo>
                  <a:pt x="1145714" y="663003"/>
                </a:lnTo>
                <a:lnTo>
                  <a:pt x="1145892" y="663553"/>
                </a:lnTo>
                <a:lnTo>
                  <a:pt x="1146061" y="664102"/>
                </a:lnTo>
                <a:lnTo>
                  <a:pt x="1146230" y="664651"/>
                </a:lnTo>
                <a:lnTo>
                  <a:pt x="1146408" y="665200"/>
                </a:lnTo>
                <a:lnTo>
                  <a:pt x="1146577" y="665748"/>
                </a:lnTo>
                <a:lnTo>
                  <a:pt x="1146755" y="666297"/>
                </a:lnTo>
                <a:lnTo>
                  <a:pt x="1146924" y="666845"/>
                </a:lnTo>
                <a:lnTo>
                  <a:pt x="1147093" y="667392"/>
                </a:lnTo>
                <a:lnTo>
                  <a:pt x="1147271" y="667940"/>
                </a:lnTo>
                <a:lnTo>
                  <a:pt x="1147440" y="668487"/>
                </a:lnTo>
                <a:lnTo>
                  <a:pt x="1147618" y="669034"/>
                </a:lnTo>
                <a:lnTo>
                  <a:pt x="1147787" y="669580"/>
                </a:lnTo>
                <a:lnTo>
                  <a:pt x="1147965" y="670126"/>
                </a:lnTo>
                <a:lnTo>
                  <a:pt x="1148134" y="670672"/>
                </a:lnTo>
                <a:lnTo>
                  <a:pt x="1148303" y="671218"/>
                </a:lnTo>
                <a:lnTo>
                  <a:pt x="1148481" y="671763"/>
                </a:lnTo>
                <a:lnTo>
                  <a:pt x="1148650" y="672308"/>
                </a:lnTo>
                <a:lnTo>
                  <a:pt x="1148828" y="672853"/>
                </a:lnTo>
                <a:lnTo>
                  <a:pt x="1148997" y="673397"/>
                </a:lnTo>
                <a:lnTo>
                  <a:pt x="1149175" y="673941"/>
                </a:lnTo>
                <a:lnTo>
                  <a:pt x="1149344" y="674485"/>
                </a:lnTo>
                <a:lnTo>
                  <a:pt x="1149513" y="675028"/>
                </a:lnTo>
                <a:lnTo>
                  <a:pt x="1149691" y="675572"/>
                </a:lnTo>
                <a:lnTo>
                  <a:pt x="1149860" y="676114"/>
                </a:lnTo>
                <a:lnTo>
                  <a:pt x="1150038" y="676657"/>
                </a:lnTo>
                <a:lnTo>
                  <a:pt x="1150207" y="677199"/>
                </a:lnTo>
                <a:lnTo>
                  <a:pt x="1150385" y="677741"/>
                </a:lnTo>
                <a:lnTo>
                  <a:pt x="1150554" y="678282"/>
                </a:lnTo>
                <a:lnTo>
                  <a:pt x="1150723" y="678823"/>
                </a:lnTo>
                <a:lnTo>
                  <a:pt x="1150901" y="679364"/>
                </a:lnTo>
                <a:lnTo>
                  <a:pt x="1151070" y="679905"/>
                </a:lnTo>
                <a:lnTo>
                  <a:pt x="1151248" y="680445"/>
                </a:lnTo>
                <a:lnTo>
                  <a:pt x="1151417" y="680985"/>
                </a:lnTo>
                <a:lnTo>
                  <a:pt x="1151595" y="681525"/>
                </a:lnTo>
                <a:lnTo>
                  <a:pt x="1151764" y="682064"/>
                </a:lnTo>
                <a:lnTo>
                  <a:pt x="1151933" y="682603"/>
                </a:lnTo>
                <a:lnTo>
                  <a:pt x="1152111" y="683142"/>
                </a:lnTo>
                <a:lnTo>
                  <a:pt x="1152280" y="683680"/>
                </a:lnTo>
                <a:lnTo>
                  <a:pt x="1152458" y="684218"/>
                </a:lnTo>
                <a:lnTo>
                  <a:pt x="1152627" y="684756"/>
                </a:lnTo>
                <a:lnTo>
                  <a:pt x="1152805" y="685294"/>
                </a:lnTo>
                <a:lnTo>
                  <a:pt x="1152974" y="685831"/>
                </a:lnTo>
                <a:lnTo>
                  <a:pt x="1153143" y="686368"/>
                </a:lnTo>
                <a:lnTo>
                  <a:pt x="1153321" y="686904"/>
                </a:lnTo>
                <a:lnTo>
                  <a:pt x="1153490" y="687440"/>
                </a:lnTo>
                <a:lnTo>
                  <a:pt x="1153668" y="687976"/>
                </a:lnTo>
                <a:lnTo>
                  <a:pt x="1153837" y="688512"/>
                </a:lnTo>
                <a:lnTo>
                  <a:pt x="1154015" y="689046"/>
                </a:lnTo>
                <a:lnTo>
                  <a:pt x="1154184" y="689582"/>
                </a:lnTo>
                <a:lnTo>
                  <a:pt x="1154353" y="690116"/>
                </a:lnTo>
                <a:lnTo>
                  <a:pt x="1154531" y="690650"/>
                </a:lnTo>
                <a:lnTo>
                  <a:pt x="1154700" y="691184"/>
                </a:lnTo>
                <a:lnTo>
                  <a:pt x="1154878" y="691718"/>
                </a:lnTo>
                <a:lnTo>
                  <a:pt x="1155047" y="692251"/>
                </a:lnTo>
                <a:lnTo>
                  <a:pt x="1155225" y="692784"/>
                </a:lnTo>
                <a:lnTo>
                  <a:pt x="1155394" y="693317"/>
                </a:lnTo>
                <a:lnTo>
                  <a:pt x="1155563" y="693849"/>
                </a:lnTo>
                <a:lnTo>
                  <a:pt x="1155741" y="694381"/>
                </a:lnTo>
                <a:lnTo>
                  <a:pt x="1155910" y="694913"/>
                </a:lnTo>
                <a:lnTo>
                  <a:pt x="1156087" y="695444"/>
                </a:lnTo>
                <a:lnTo>
                  <a:pt x="1156257" y="695975"/>
                </a:lnTo>
                <a:lnTo>
                  <a:pt x="1156434" y="696505"/>
                </a:lnTo>
                <a:lnTo>
                  <a:pt x="1156604" y="697035"/>
                </a:lnTo>
                <a:lnTo>
                  <a:pt x="1156773" y="697566"/>
                </a:lnTo>
                <a:lnTo>
                  <a:pt x="1156951" y="698095"/>
                </a:lnTo>
                <a:lnTo>
                  <a:pt x="1157119" y="698624"/>
                </a:lnTo>
                <a:lnTo>
                  <a:pt x="1157297" y="699154"/>
                </a:lnTo>
                <a:lnTo>
                  <a:pt x="1157466" y="699682"/>
                </a:lnTo>
                <a:lnTo>
                  <a:pt x="1157644" y="700210"/>
                </a:lnTo>
                <a:lnTo>
                  <a:pt x="1157813" y="700738"/>
                </a:lnTo>
                <a:lnTo>
                  <a:pt x="1157982" y="701266"/>
                </a:lnTo>
                <a:lnTo>
                  <a:pt x="1158160" y="701793"/>
                </a:lnTo>
                <a:lnTo>
                  <a:pt x="1158329" y="702320"/>
                </a:lnTo>
                <a:lnTo>
                  <a:pt x="1158507" y="702846"/>
                </a:lnTo>
                <a:lnTo>
                  <a:pt x="1158676" y="703373"/>
                </a:lnTo>
                <a:lnTo>
                  <a:pt x="1158854" y="703899"/>
                </a:lnTo>
                <a:lnTo>
                  <a:pt x="1159023" y="704425"/>
                </a:lnTo>
                <a:lnTo>
                  <a:pt x="1159192" y="704950"/>
                </a:lnTo>
                <a:lnTo>
                  <a:pt x="1159370" y="705474"/>
                </a:lnTo>
                <a:lnTo>
                  <a:pt x="1159539" y="705999"/>
                </a:lnTo>
                <a:lnTo>
                  <a:pt x="1159717" y="706523"/>
                </a:lnTo>
                <a:lnTo>
                  <a:pt x="1159886" y="707047"/>
                </a:lnTo>
                <a:lnTo>
                  <a:pt x="1160064" y="707571"/>
                </a:lnTo>
                <a:lnTo>
                  <a:pt x="1160233" y="708094"/>
                </a:lnTo>
                <a:lnTo>
                  <a:pt x="1160402" y="708618"/>
                </a:lnTo>
                <a:lnTo>
                  <a:pt x="1160580" y="709140"/>
                </a:lnTo>
                <a:lnTo>
                  <a:pt x="1160749" y="709662"/>
                </a:lnTo>
                <a:lnTo>
                  <a:pt x="1160927" y="710184"/>
                </a:lnTo>
                <a:lnTo>
                  <a:pt x="1161096" y="710706"/>
                </a:lnTo>
                <a:lnTo>
                  <a:pt x="1161274" y="711227"/>
                </a:lnTo>
                <a:lnTo>
                  <a:pt x="1161443" y="711748"/>
                </a:lnTo>
                <a:lnTo>
                  <a:pt x="1161612" y="712269"/>
                </a:lnTo>
                <a:lnTo>
                  <a:pt x="1161790" y="712788"/>
                </a:lnTo>
                <a:lnTo>
                  <a:pt x="1161959" y="713309"/>
                </a:lnTo>
                <a:lnTo>
                  <a:pt x="1162137" y="713828"/>
                </a:lnTo>
                <a:lnTo>
                  <a:pt x="1162306" y="714347"/>
                </a:lnTo>
                <a:lnTo>
                  <a:pt x="1162484" y="714866"/>
                </a:lnTo>
                <a:lnTo>
                  <a:pt x="1162653" y="715384"/>
                </a:lnTo>
                <a:lnTo>
                  <a:pt x="1162822" y="715903"/>
                </a:lnTo>
                <a:lnTo>
                  <a:pt x="1163000" y="716421"/>
                </a:lnTo>
                <a:lnTo>
                  <a:pt x="1163169" y="716938"/>
                </a:lnTo>
                <a:lnTo>
                  <a:pt x="1163347" y="717455"/>
                </a:lnTo>
                <a:lnTo>
                  <a:pt x="1163516" y="717972"/>
                </a:lnTo>
                <a:lnTo>
                  <a:pt x="1163694" y="718488"/>
                </a:lnTo>
                <a:lnTo>
                  <a:pt x="1163863" y="719004"/>
                </a:lnTo>
                <a:lnTo>
                  <a:pt x="1164032" y="719520"/>
                </a:lnTo>
                <a:lnTo>
                  <a:pt x="1164210" y="720035"/>
                </a:lnTo>
                <a:lnTo>
                  <a:pt x="1164379" y="720550"/>
                </a:lnTo>
                <a:lnTo>
                  <a:pt x="1164557" y="721065"/>
                </a:lnTo>
                <a:lnTo>
                  <a:pt x="1164726" y="721580"/>
                </a:lnTo>
                <a:lnTo>
                  <a:pt x="1164904" y="722093"/>
                </a:lnTo>
                <a:lnTo>
                  <a:pt x="1165073" y="722607"/>
                </a:lnTo>
                <a:lnTo>
                  <a:pt x="1165242" y="723121"/>
                </a:lnTo>
                <a:lnTo>
                  <a:pt x="1165420" y="723633"/>
                </a:lnTo>
                <a:lnTo>
                  <a:pt x="1165589" y="724145"/>
                </a:lnTo>
                <a:lnTo>
                  <a:pt x="1165767" y="724658"/>
                </a:lnTo>
                <a:lnTo>
                  <a:pt x="1165936" y="725169"/>
                </a:lnTo>
                <a:lnTo>
                  <a:pt x="1166105" y="725681"/>
                </a:lnTo>
                <a:lnTo>
                  <a:pt x="1166283" y="726192"/>
                </a:lnTo>
                <a:lnTo>
                  <a:pt x="1166452" y="726703"/>
                </a:lnTo>
                <a:lnTo>
                  <a:pt x="1166630" y="727214"/>
                </a:lnTo>
                <a:lnTo>
                  <a:pt x="1166799" y="727724"/>
                </a:lnTo>
                <a:lnTo>
                  <a:pt x="1166977" y="728233"/>
                </a:lnTo>
                <a:lnTo>
                  <a:pt x="1167146" y="728743"/>
                </a:lnTo>
                <a:lnTo>
                  <a:pt x="1167315" y="729252"/>
                </a:lnTo>
                <a:lnTo>
                  <a:pt x="1167493" y="729761"/>
                </a:lnTo>
                <a:lnTo>
                  <a:pt x="1167662" y="730269"/>
                </a:lnTo>
                <a:lnTo>
                  <a:pt x="1167840" y="730777"/>
                </a:lnTo>
                <a:lnTo>
                  <a:pt x="1168009" y="731285"/>
                </a:lnTo>
                <a:lnTo>
                  <a:pt x="1168187" y="731792"/>
                </a:lnTo>
                <a:lnTo>
                  <a:pt x="1168356" y="732299"/>
                </a:lnTo>
                <a:lnTo>
                  <a:pt x="1168525" y="732805"/>
                </a:lnTo>
                <a:lnTo>
                  <a:pt x="1168703" y="733311"/>
                </a:lnTo>
                <a:lnTo>
                  <a:pt x="1168872" y="733818"/>
                </a:lnTo>
                <a:lnTo>
                  <a:pt x="1169050" y="734323"/>
                </a:lnTo>
                <a:lnTo>
                  <a:pt x="1169219" y="734828"/>
                </a:lnTo>
                <a:lnTo>
                  <a:pt x="1169397" y="735333"/>
                </a:lnTo>
                <a:lnTo>
                  <a:pt x="1169566" y="735837"/>
                </a:lnTo>
                <a:lnTo>
                  <a:pt x="1169735" y="736341"/>
                </a:lnTo>
                <a:lnTo>
                  <a:pt x="1169913" y="736845"/>
                </a:lnTo>
                <a:lnTo>
                  <a:pt x="1170082" y="737348"/>
                </a:lnTo>
                <a:lnTo>
                  <a:pt x="1170260" y="737851"/>
                </a:lnTo>
                <a:lnTo>
                  <a:pt x="1170429" y="738354"/>
                </a:lnTo>
                <a:lnTo>
                  <a:pt x="1170607" y="738856"/>
                </a:lnTo>
                <a:lnTo>
                  <a:pt x="1170776" y="739357"/>
                </a:lnTo>
                <a:lnTo>
                  <a:pt x="1170945" y="739859"/>
                </a:lnTo>
                <a:lnTo>
                  <a:pt x="1171122" y="740360"/>
                </a:lnTo>
                <a:lnTo>
                  <a:pt x="1171292" y="740861"/>
                </a:lnTo>
                <a:lnTo>
                  <a:pt x="1171469" y="741362"/>
                </a:lnTo>
                <a:lnTo>
                  <a:pt x="1171639" y="741862"/>
                </a:lnTo>
                <a:lnTo>
                  <a:pt x="1171816" y="742361"/>
                </a:lnTo>
                <a:lnTo>
                  <a:pt x="1171986" y="742861"/>
                </a:lnTo>
                <a:lnTo>
                  <a:pt x="1172155" y="743360"/>
                </a:lnTo>
                <a:lnTo>
                  <a:pt x="1172332" y="743858"/>
                </a:lnTo>
                <a:lnTo>
                  <a:pt x="1172501" y="744356"/>
                </a:lnTo>
                <a:lnTo>
                  <a:pt x="1172679" y="744855"/>
                </a:lnTo>
                <a:lnTo>
                  <a:pt x="1172848" y="745352"/>
                </a:lnTo>
                <a:lnTo>
                  <a:pt x="1173026" y="745849"/>
                </a:lnTo>
                <a:lnTo>
                  <a:pt x="1173195" y="746346"/>
                </a:lnTo>
                <a:lnTo>
                  <a:pt x="1173364" y="746842"/>
                </a:lnTo>
                <a:lnTo>
                  <a:pt x="1173542" y="747339"/>
                </a:lnTo>
                <a:lnTo>
                  <a:pt x="1173711" y="747834"/>
                </a:lnTo>
                <a:lnTo>
                  <a:pt x="1173889" y="748330"/>
                </a:lnTo>
                <a:lnTo>
                  <a:pt x="1174058" y="748824"/>
                </a:lnTo>
                <a:lnTo>
                  <a:pt x="1174236" y="749319"/>
                </a:lnTo>
                <a:lnTo>
                  <a:pt x="1174405" y="749813"/>
                </a:lnTo>
                <a:lnTo>
                  <a:pt x="1174574" y="750306"/>
                </a:lnTo>
                <a:lnTo>
                  <a:pt x="1174752" y="750800"/>
                </a:lnTo>
                <a:lnTo>
                  <a:pt x="1174921" y="751293"/>
                </a:lnTo>
                <a:lnTo>
                  <a:pt x="1175099" y="751786"/>
                </a:lnTo>
                <a:lnTo>
                  <a:pt x="1175268" y="752278"/>
                </a:lnTo>
                <a:lnTo>
                  <a:pt x="1175446" y="752770"/>
                </a:lnTo>
                <a:lnTo>
                  <a:pt x="1175615" y="753262"/>
                </a:lnTo>
                <a:lnTo>
                  <a:pt x="1175784" y="753753"/>
                </a:lnTo>
                <a:lnTo>
                  <a:pt x="1175962" y="754244"/>
                </a:lnTo>
                <a:lnTo>
                  <a:pt x="1176131" y="754734"/>
                </a:lnTo>
                <a:lnTo>
                  <a:pt x="1176309" y="755224"/>
                </a:lnTo>
                <a:lnTo>
                  <a:pt x="1176478" y="755714"/>
                </a:lnTo>
                <a:lnTo>
                  <a:pt x="1176656" y="756204"/>
                </a:lnTo>
                <a:lnTo>
                  <a:pt x="1176825" y="756692"/>
                </a:lnTo>
                <a:lnTo>
                  <a:pt x="1176994" y="757182"/>
                </a:lnTo>
                <a:lnTo>
                  <a:pt x="1177172" y="757670"/>
                </a:lnTo>
                <a:lnTo>
                  <a:pt x="1177341" y="758157"/>
                </a:lnTo>
                <a:lnTo>
                  <a:pt x="1177519" y="758645"/>
                </a:lnTo>
                <a:lnTo>
                  <a:pt x="1177688" y="759132"/>
                </a:lnTo>
                <a:lnTo>
                  <a:pt x="1177866" y="759619"/>
                </a:lnTo>
                <a:lnTo>
                  <a:pt x="1178035" y="760105"/>
                </a:lnTo>
                <a:lnTo>
                  <a:pt x="1178204" y="760592"/>
                </a:lnTo>
                <a:lnTo>
                  <a:pt x="1178382" y="761076"/>
                </a:lnTo>
                <a:lnTo>
                  <a:pt x="1178551" y="761562"/>
                </a:lnTo>
                <a:lnTo>
                  <a:pt x="1178729" y="762047"/>
                </a:lnTo>
                <a:lnTo>
                  <a:pt x="1178898" y="762532"/>
                </a:lnTo>
                <a:lnTo>
                  <a:pt x="1179076" y="763016"/>
                </a:lnTo>
                <a:lnTo>
                  <a:pt x="1179245" y="763499"/>
                </a:lnTo>
                <a:lnTo>
                  <a:pt x="1179414" y="763983"/>
                </a:lnTo>
                <a:lnTo>
                  <a:pt x="1179592" y="764466"/>
                </a:lnTo>
                <a:lnTo>
                  <a:pt x="1179761" y="764948"/>
                </a:lnTo>
                <a:lnTo>
                  <a:pt x="1179939" y="765430"/>
                </a:lnTo>
                <a:lnTo>
                  <a:pt x="1180108" y="765913"/>
                </a:lnTo>
                <a:lnTo>
                  <a:pt x="1180286" y="766394"/>
                </a:lnTo>
                <a:lnTo>
                  <a:pt x="1180455" y="766875"/>
                </a:lnTo>
                <a:lnTo>
                  <a:pt x="1180624" y="767356"/>
                </a:lnTo>
                <a:lnTo>
                  <a:pt x="1180802" y="767836"/>
                </a:lnTo>
                <a:lnTo>
                  <a:pt x="1180971" y="768316"/>
                </a:lnTo>
                <a:lnTo>
                  <a:pt x="1181149" y="768796"/>
                </a:lnTo>
                <a:lnTo>
                  <a:pt x="1181318" y="769274"/>
                </a:lnTo>
                <a:lnTo>
                  <a:pt x="1181496" y="769754"/>
                </a:lnTo>
                <a:lnTo>
                  <a:pt x="1181665" y="770232"/>
                </a:lnTo>
                <a:lnTo>
                  <a:pt x="1181834" y="770710"/>
                </a:lnTo>
                <a:lnTo>
                  <a:pt x="1182012" y="771188"/>
                </a:lnTo>
                <a:lnTo>
                  <a:pt x="1182181" y="771665"/>
                </a:lnTo>
                <a:lnTo>
                  <a:pt x="1182359" y="772142"/>
                </a:lnTo>
                <a:lnTo>
                  <a:pt x="1182528" y="772619"/>
                </a:lnTo>
                <a:lnTo>
                  <a:pt x="1182706" y="773095"/>
                </a:lnTo>
                <a:lnTo>
                  <a:pt x="1182875" y="773571"/>
                </a:lnTo>
                <a:lnTo>
                  <a:pt x="1183044" y="774046"/>
                </a:lnTo>
                <a:lnTo>
                  <a:pt x="1183222" y="774521"/>
                </a:lnTo>
                <a:lnTo>
                  <a:pt x="1183391" y="774996"/>
                </a:lnTo>
                <a:lnTo>
                  <a:pt x="1183569" y="775470"/>
                </a:lnTo>
                <a:lnTo>
                  <a:pt x="1183738" y="775943"/>
                </a:lnTo>
                <a:lnTo>
                  <a:pt x="1183916" y="776417"/>
                </a:lnTo>
                <a:lnTo>
                  <a:pt x="1184085" y="776890"/>
                </a:lnTo>
                <a:lnTo>
                  <a:pt x="1184254" y="777363"/>
                </a:lnTo>
                <a:lnTo>
                  <a:pt x="1184432" y="777836"/>
                </a:lnTo>
                <a:lnTo>
                  <a:pt x="1184601" y="778307"/>
                </a:lnTo>
                <a:lnTo>
                  <a:pt x="1184779" y="778779"/>
                </a:lnTo>
                <a:lnTo>
                  <a:pt x="1184948" y="779250"/>
                </a:lnTo>
                <a:lnTo>
                  <a:pt x="1185117" y="779721"/>
                </a:lnTo>
                <a:lnTo>
                  <a:pt x="1185295" y="780191"/>
                </a:lnTo>
                <a:lnTo>
                  <a:pt x="1185464" y="780661"/>
                </a:lnTo>
                <a:lnTo>
                  <a:pt x="1185642" y="781131"/>
                </a:lnTo>
                <a:lnTo>
                  <a:pt x="1185811" y="781600"/>
                </a:lnTo>
                <a:lnTo>
                  <a:pt x="1185989" y="782068"/>
                </a:lnTo>
                <a:lnTo>
                  <a:pt x="1186158" y="782537"/>
                </a:lnTo>
                <a:lnTo>
                  <a:pt x="1186327" y="783005"/>
                </a:lnTo>
                <a:lnTo>
                  <a:pt x="1186504" y="783473"/>
                </a:lnTo>
                <a:lnTo>
                  <a:pt x="1186673" y="783940"/>
                </a:lnTo>
                <a:lnTo>
                  <a:pt x="1186851" y="784407"/>
                </a:lnTo>
                <a:lnTo>
                  <a:pt x="1187020" y="784873"/>
                </a:lnTo>
                <a:lnTo>
                  <a:pt x="1187198" y="785340"/>
                </a:lnTo>
                <a:lnTo>
                  <a:pt x="1187367" y="785805"/>
                </a:lnTo>
                <a:lnTo>
                  <a:pt x="1187537" y="786271"/>
                </a:lnTo>
                <a:lnTo>
                  <a:pt x="1187714" y="786736"/>
                </a:lnTo>
                <a:lnTo>
                  <a:pt x="1187883" y="787200"/>
                </a:lnTo>
                <a:lnTo>
                  <a:pt x="1188061" y="787664"/>
                </a:lnTo>
                <a:lnTo>
                  <a:pt x="1188230" y="788129"/>
                </a:lnTo>
                <a:lnTo>
                  <a:pt x="1188408" y="788591"/>
                </a:lnTo>
                <a:lnTo>
                  <a:pt x="1188577" y="789055"/>
                </a:lnTo>
                <a:lnTo>
                  <a:pt x="1188746" y="789517"/>
                </a:lnTo>
                <a:lnTo>
                  <a:pt x="1188924" y="789979"/>
                </a:lnTo>
                <a:lnTo>
                  <a:pt x="1189093" y="790442"/>
                </a:lnTo>
                <a:lnTo>
                  <a:pt x="1189271" y="790903"/>
                </a:lnTo>
                <a:lnTo>
                  <a:pt x="1189440" y="791364"/>
                </a:lnTo>
                <a:lnTo>
                  <a:pt x="1189618" y="791824"/>
                </a:lnTo>
                <a:lnTo>
                  <a:pt x="1189787" y="792285"/>
                </a:lnTo>
                <a:lnTo>
                  <a:pt x="1189956" y="792745"/>
                </a:lnTo>
                <a:lnTo>
                  <a:pt x="1190134" y="793204"/>
                </a:lnTo>
                <a:lnTo>
                  <a:pt x="1190303" y="793663"/>
                </a:lnTo>
                <a:lnTo>
                  <a:pt x="1190481" y="794122"/>
                </a:lnTo>
                <a:lnTo>
                  <a:pt x="1190650" y="794580"/>
                </a:lnTo>
                <a:lnTo>
                  <a:pt x="1190828" y="795039"/>
                </a:lnTo>
                <a:lnTo>
                  <a:pt x="1190997" y="795496"/>
                </a:lnTo>
                <a:lnTo>
                  <a:pt x="1191166" y="795953"/>
                </a:lnTo>
                <a:lnTo>
                  <a:pt x="1191344" y="796410"/>
                </a:lnTo>
                <a:lnTo>
                  <a:pt x="1191513" y="796866"/>
                </a:lnTo>
                <a:lnTo>
                  <a:pt x="1191691" y="797322"/>
                </a:lnTo>
                <a:lnTo>
                  <a:pt x="1191860" y="797778"/>
                </a:lnTo>
                <a:lnTo>
                  <a:pt x="1192038" y="798233"/>
                </a:lnTo>
                <a:lnTo>
                  <a:pt x="1192207" y="798688"/>
                </a:lnTo>
                <a:lnTo>
                  <a:pt x="1192376" y="799142"/>
                </a:lnTo>
                <a:lnTo>
                  <a:pt x="1192554" y="799596"/>
                </a:lnTo>
                <a:lnTo>
                  <a:pt x="1192723" y="800050"/>
                </a:lnTo>
                <a:lnTo>
                  <a:pt x="1192901" y="800503"/>
                </a:lnTo>
                <a:lnTo>
                  <a:pt x="1193070" y="800956"/>
                </a:lnTo>
                <a:lnTo>
                  <a:pt x="1193248" y="801408"/>
                </a:lnTo>
                <a:lnTo>
                  <a:pt x="1193417" y="801860"/>
                </a:lnTo>
                <a:lnTo>
                  <a:pt x="1193586" y="802311"/>
                </a:lnTo>
                <a:lnTo>
                  <a:pt x="1193764" y="802763"/>
                </a:lnTo>
                <a:lnTo>
                  <a:pt x="1193933" y="803214"/>
                </a:lnTo>
                <a:lnTo>
                  <a:pt x="1194111" y="803665"/>
                </a:lnTo>
                <a:lnTo>
                  <a:pt x="1194280" y="804114"/>
                </a:lnTo>
                <a:lnTo>
                  <a:pt x="1194458" y="804564"/>
                </a:lnTo>
                <a:lnTo>
                  <a:pt x="1194627" y="805013"/>
                </a:lnTo>
                <a:lnTo>
                  <a:pt x="1194796" y="805462"/>
                </a:lnTo>
                <a:lnTo>
                  <a:pt x="1194974" y="805910"/>
                </a:lnTo>
                <a:lnTo>
                  <a:pt x="1195143" y="806358"/>
                </a:lnTo>
                <a:lnTo>
                  <a:pt x="1195321" y="806806"/>
                </a:lnTo>
                <a:lnTo>
                  <a:pt x="1195490" y="807253"/>
                </a:lnTo>
                <a:lnTo>
                  <a:pt x="1195668" y="807700"/>
                </a:lnTo>
                <a:lnTo>
                  <a:pt x="1195837" y="808147"/>
                </a:lnTo>
                <a:lnTo>
                  <a:pt x="1196006" y="808593"/>
                </a:lnTo>
                <a:lnTo>
                  <a:pt x="1196184" y="809039"/>
                </a:lnTo>
                <a:lnTo>
                  <a:pt x="1196353" y="809484"/>
                </a:lnTo>
                <a:lnTo>
                  <a:pt x="1196531" y="809929"/>
                </a:lnTo>
                <a:lnTo>
                  <a:pt x="1196700" y="810373"/>
                </a:lnTo>
                <a:lnTo>
                  <a:pt x="1196878" y="810817"/>
                </a:lnTo>
                <a:lnTo>
                  <a:pt x="1197047" y="811261"/>
                </a:lnTo>
                <a:lnTo>
                  <a:pt x="1197216" y="811704"/>
                </a:lnTo>
                <a:lnTo>
                  <a:pt x="1197394" y="812147"/>
                </a:lnTo>
                <a:lnTo>
                  <a:pt x="1197563" y="812589"/>
                </a:lnTo>
                <a:lnTo>
                  <a:pt x="1197741" y="813032"/>
                </a:lnTo>
                <a:lnTo>
                  <a:pt x="1197910" y="813474"/>
                </a:lnTo>
                <a:lnTo>
                  <a:pt x="1198088" y="813915"/>
                </a:lnTo>
                <a:lnTo>
                  <a:pt x="1198257" y="814354"/>
                </a:lnTo>
                <a:lnTo>
                  <a:pt x="1198426" y="814799"/>
                </a:lnTo>
                <a:lnTo>
                  <a:pt x="1198604" y="815234"/>
                </a:lnTo>
                <a:lnTo>
                  <a:pt x="1198773" y="815679"/>
                </a:lnTo>
                <a:lnTo>
                  <a:pt x="1198951" y="816115"/>
                </a:lnTo>
                <a:lnTo>
                  <a:pt x="1199120" y="816551"/>
                </a:lnTo>
                <a:lnTo>
                  <a:pt x="1199298" y="816996"/>
                </a:lnTo>
                <a:lnTo>
                  <a:pt x="1199467" y="817432"/>
                </a:lnTo>
                <a:lnTo>
                  <a:pt x="1199636" y="817868"/>
                </a:lnTo>
                <a:lnTo>
                  <a:pt x="1199814" y="818304"/>
                </a:lnTo>
                <a:lnTo>
                  <a:pt x="1199983" y="818740"/>
                </a:lnTo>
                <a:lnTo>
                  <a:pt x="1200161" y="819176"/>
                </a:lnTo>
                <a:lnTo>
                  <a:pt x="1200330" y="819611"/>
                </a:lnTo>
                <a:lnTo>
                  <a:pt x="1200507" y="820047"/>
                </a:lnTo>
                <a:lnTo>
                  <a:pt x="1200677" y="820483"/>
                </a:lnTo>
                <a:lnTo>
                  <a:pt x="1200846" y="820919"/>
                </a:lnTo>
                <a:lnTo>
                  <a:pt x="1201023" y="821355"/>
                </a:lnTo>
                <a:lnTo>
                  <a:pt x="1201193" y="821791"/>
                </a:lnTo>
                <a:lnTo>
                  <a:pt x="1201370" y="822227"/>
                </a:lnTo>
                <a:lnTo>
                  <a:pt x="1201540" y="822654"/>
                </a:lnTo>
                <a:lnTo>
                  <a:pt x="1201717" y="823090"/>
                </a:lnTo>
                <a:lnTo>
                  <a:pt x="1201886" y="823526"/>
                </a:lnTo>
                <a:lnTo>
                  <a:pt x="1202055" y="823953"/>
                </a:lnTo>
                <a:lnTo>
                  <a:pt x="1202233" y="824389"/>
                </a:lnTo>
                <a:lnTo>
                  <a:pt x="1202402" y="824816"/>
                </a:lnTo>
                <a:lnTo>
                  <a:pt x="1202580" y="825252"/>
                </a:lnTo>
                <a:lnTo>
                  <a:pt x="1202749" y="825679"/>
                </a:lnTo>
                <a:lnTo>
                  <a:pt x="1202927" y="826106"/>
                </a:lnTo>
                <a:lnTo>
                  <a:pt x="1203096" y="826542"/>
                </a:lnTo>
                <a:lnTo>
                  <a:pt x="1203265" y="826969"/>
                </a:lnTo>
                <a:lnTo>
                  <a:pt x="1203443" y="827396"/>
                </a:lnTo>
                <a:lnTo>
                  <a:pt x="1203612" y="827823"/>
                </a:lnTo>
                <a:lnTo>
                  <a:pt x="1203790" y="828250"/>
                </a:lnTo>
                <a:lnTo>
                  <a:pt x="1203959" y="828677"/>
                </a:lnTo>
                <a:lnTo>
                  <a:pt x="1204128" y="829104"/>
                </a:lnTo>
                <a:lnTo>
                  <a:pt x="1204306" y="829531"/>
                </a:lnTo>
                <a:lnTo>
                  <a:pt x="1204475" y="829958"/>
                </a:lnTo>
                <a:lnTo>
                  <a:pt x="1204653" y="830385"/>
                </a:lnTo>
                <a:lnTo>
                  <a:pt x="1204822" y="830812"/>
                </a:lnTo>
                <a:lnTo>
                  <a:pt x="1205000" y="831239"/>
                </a:lnTo>
                <a:lnTo>
                  <a:pt x="1205169" y="831666"/>
                </a:lnTo>
                <a:lnTo>
                  <a:pt x="1205338" y="832084"/>
                </a:lnTo>
                <a:lnTo>
                  <a:pt x="1205516" y="832511"/>
                </a:lnTo>
                <a:lnTo>
                  <a:pt x="1205685" y="832938"/>
                </a:lnTo>
                <a:lnTo>
                  <a:pt x="1205863" y="833356"/>
                </a:lnTo>
                <a:lnTo>
                  <a:pt x="1206032" y="833784"/>
                </a:lnTo>
                <a:lnTo>
                  <a:pt x="1206210" y="834202"/>
                </a:lnTo>
                <a:lnTo>
                  <a:pt x="1206379" y="834629"/>
                </a:lnTo>
                <a:lnTo>
                  <a:pt x="1206548" y="835047"/>
                </a:lnTo>
                <a:lnTo>
                  <a:pt x="1206726" y="835465"/>
                </a:lnTo>
                <a:lnTo>
                  <a:pt x="1206895" y="835892"/>
                </a:lnTo>
                <a:lnTo>
                  <a:pt x="1207073" y="836310"/>
                </a:lnTo>
                <a:lnTo>
                  <a:pt x="1207242" y="836728"/>
                </a:lnTo>
                <a:lnTo>
                  <a:pt x="1207420" y="837146"/>
                </a:lnTo>
                <a:lnTo>
                  <a:pt x="1207589" y="837565"/>
                </a:lnTo>
                <a:lnTo>
                  <a:pt x="1207758" y="837983"/>
                </a:lnTo>
                <a:lnTo>
                  <a:pt x="1207936" y="838401"/>
                </a:lnTo>
                <a:lnTo>
                  <a:pt x="1208105" y="838819"/>
                </a:lnTo>
                <a:lnTo>
                  <a:pt x="1208283" y="839237"/>
                </a:lnTo>
                <a:lnTo>
                  <a:pt x="1208452" y="839655"/>
                </a:lnTo>
                <a:lnTo>
                  <a:pt x="1208630" y="840073"/>
                </a:lnTo>
                <a:lnTo>
                  <a:pt x="1208799" y="840491"/>
                </a:lnTo>
                <a:lnTo>
                  <a:pt x="1208968" y="840910"/>
                </a:lnTo>
                <a:lnTo>
                  <a:pt x="1209146" y="841319"/>
                </a:lnTo>
                <a:lnTo>
                  <a:pt x="1209315" y="841737"/>
                </a:lnTo>
                <a:lnTo>
                  <a:pt x="1209493" y="842155"/>
                </a:lnTo>
                <a:lnTo>
                  <a:pt x="1209662" y="842564"/>
                </a:lnTo>
                <a:lnTo>
                  <a:pt x="1209840" y="842982"/>
                </a:lnTo>
                <a:lnTo>
                  <a:pt x="1210009" y="843392"/>
                </a:lnTo>
                <a:lnTo>
                  <a:pt x="1210178" y="843801"/>
                </a:lnTo>
                <a:lnTo>
                  <a:pt x="1210356" y="844219"/>
                </a:lnTo>
                <a:lnTo>
                  <a:pt x="1210525" y="844628"/>
                </a:lnTo>
                <a:lnTo>
                  <a:pt x="1210703" y="845046"/>
                </a:lnTo>
                <a:lnTo>
                  <a:pt x="1210872" y="845456"/>
                </a:lnTo>
                <a:lnTo>
                  <a:pt x="1211050" y="845865"/>
                </a:lnTo>
                <a:lnTo>
                  <a:pt x="1211219" y="846274"/>
                </a:lnTo>
                <a:lnTo>
                  <a:pt x="1211388" y="846683"/>
                </a:lnTo>
                <a:lnTo>
                  <a:pt x="1211566" y="847093"/>
                </a:lnTo>
                <a:lnTo>
                  <a:pt x="1211735" y="847502"/>
                </a:lnTo>
                <a:lnTo>
                  <a:pt x="1211913" y="847911"/>
                </a:lnTo>
                <a:lnTo>
                  <a:pt x="1212082" y="848320"/>
                </a:lnTo>
                <a:lnTo>
                  <a:pt x="1212260" y="848730"/>
                </a:lnTo>
                <a:lnTo>
                  <a:pt x="1212429" y="849139"/>
                </a:lnTo>
                <a:lnTo>
                  <a:pt x="1212598" y="849548"/>
                </a:lnTo>
                <a:lnTo>
                  <a:pt x="1212776" y="849948"/>
                </a:lnTo>
                <a:lnTo>
                  <a:pt x="1212945" y="850358"/>
                </a:lnTo>
                <a:lnTo>
                  <a:pt x="1213123" y="850767"/>
                </a:lnTo>
                <a:lnTo>
                  <a:pt x="1213292" y="851167"/>
                </a:lnTo>
                <a:lnTo>
                  <a:pt x="1213470" y="851576"/>
                </a:lnTo>
                <a:lnTo>
                  <a:pt x="1213639" y="851977"/>
                </a:lnTo>
                <a:lnTo>
                  <a:pt x="1213808" y="852386"/>
                </a:lnTo>
                <a:lnTo>
                  <a:pt x="1213986" y="852786"/>
                </a:lnTo>
                <a:lnTo>
                  <a:pt x="1214155" y="853196"/>
                </a:lnTo>
                <a:lnTo>
                  <a:pt x="1214333" y="853596"/>
                </a:lnTo>
                <a:lnTo>
                  <a:pt x="1214502" y="853996"/>
                </a:lnTo>
                <a:lnTo>
                  <a:pt x="1214680" y="854405"/>
                </a:lnTo>
                <a:lnTo>
                  <a:pt x="1214849" y="854806"/>
                </a:lnTo>
                <a:lnTo>
                  <a:pt x="1215018" y="855206"/>
                </a:lnTo>
                <a:lnTo>
                  <a:pt x="1215196" y="855606"/>
                </a:lnTo>
                <a:lnTo>
                  <a:pt x="1215365" y="856007"/>
                </a:lnTo>
                <a:lnTo>
                  <a:pt x="1215543" y="856407"/>
                </a:lnTo>
                <a:lnTo>
                  <a:pt x="1215711" y="856808"/>
                </a:lnTo>
                <a:lnTo>
                  <a:pt x="1215889" y="857208"/>
                </a:lnTo>
                <a:lnTo>
                  <a:pt x="1216058" y="857608"/>
                </a:lnTo>
                <a:lnTo>
                  <a:pt x="1216228" y="858009"/>
                </a:lnTo>
                <a:lnTo>
                  <a:pt x="1216405" y="858400"/>
                </a:lnTo>
                <a:lnTo>
                  <a:pt x="1216575" y="858800"/>
                </a:lnTo>
                <a:lnTo>
                  <a:pt x="1216752" y="859201"/>
                </a:lnTo>
                <a:lnTo>
                  <a:pt x="1216921" y="859601"/>
                </a:lnTo>
                <a:lnTo>
                  <a:pt x="1217099" y="859992"/>
                </a:lnTo>
                <a:lnTo>
                  <a:pt x="1217268" y="860393"/>
                </a:lnTo>
                <a:lnTo>
                  <a:pt x="1217437" y="860784"/>
                </a:lnTo>
                <a:lnTo>
                  <a:pt x="1217615" y="861185"/>
                </a:lnTo>
                <a:lnTo>
                  <a:pt x="1217784" y="861576"/>
                </a:lnTo>
                <a:lnTo>
                  <a:pt x="1217962" y="861967"/>
                </a:lnTo>
                <a:lnTo>
                  <a:pt x="1218131" y="862368"/>
                </a:lnTo>
                <a:lnTo>
                  <a:pt x="1218309" y="862759"/>
                </a:lnTo>
                <a:lnTo>
                  <a:pt x="1218478" y="863151"/>
                </a:lnTo>
                <a:lnTo>
                  <a:pt x="1218647" y="863542"/>
                </a:lnTo>
                <a:lnTo>
                  <a:pt x="1218825" y="863942"/>
                </a:lnTo>
                <a:lnTo>
                  <a:pt x="1218994" y="864334"/>
                </a:lnTo>
                <a:lnTo>
                  <a:pt x="1219172" y="864725"/>
                </a:lnTo>
                <a:lnTo>
                  <a:pt x="1219341" y="865117"/>
                </a:lnTo>
                <a:lnTo>
                  <a:pt x="1219519" y="865508"/>
                </a:lnTo>
                <a:lnTo>
                  <a:pt x="1219688" y="865900"/>
                </a:lnTo>
                <a:lnTo>
                  <a:pt x="1219857" y="866282"/>
                </a:lnTo>
                <a:lnTo>
                  <a:pt x="1220035" y="866674"/>
                </a:lnTo>
                <a:lnTo>
                  <a:pt x="1220204" y="867065"/>
                </a:lnTo>
                <a:lnTo>
                  <a:pt x="1220382" y="867457"/>
                </a:lnTo>
                <a:lnTo>
                  <a:pt x="1220551" y="867839"/>
                </a:lnTo>
                <a:lnTo>
                  <a:pt x="1220729" y="868231"/>
                </a:lnTo>
                <a:lnTo>
                  <a:pt x="1220898" y="868622"/>
                </a:lnTo>
                <a:lnTo>
                  <a:pt x="1221067" y="869005"/>
                </a:lnTo>
                <a:lnTo>
                  <a:pt x="1221245" y="869396"/>
                </a:lnTo>
                <a:lnTo>
                  <a:pt x="1221414" y="869779"/>
                </a:lnTo>
                <a:lnTo>
                  <a:pt x="1221592" y="870170"/>
                </a:lnTo>
                <a:lnTo>
                  <a:pt x="1221761" y="870553"/>
                </a:lnTo>
                <a:lnTo>
                  <a:pt x="1221939" y="870935"/>
                </a:lnTo>
                <a:lnTo>
                  <a:pt x="1222108" y="871327"/>
                </a:lnTo>
                <a:lnTo>
                  <a:pt x="1222277" y="871709"/>
                </a:lnTo>
                <a:lnTo>
                  <a:pt x="1222455" y="872092"/>
                </a:lnTo>
                <a:lnTo>
                  <a:pt x="1222624" y="872474"/>
                </a:lnTo>
                <a:lnTo>
                  <a:pt x="1222802" y="872857"/>
                </a:lnTo>
                <a:lnTo>
                  <a:pt x="1222971" y="873239"/>
                </a:lnTo>
                <a:lnTo>
                  <a:pt x="1223140" y="873622"/>
                </a:lnTo>
                <a:lnTo>
                  <a:pt x="1223318" y="874004"/>
                </a:lnTo>
                <a:lnTo>
                  <a:pt x="1223487" y="874387"/>
                </a:lnTo>
                <a:lnTo>
                  <a:pt x="1223665" y="874769"/>
                </a:lnTo>
                <a:lnTo>
                  <a:pt x="1223834" y="875152"/>
                </a:lnTo>
                <a:lnTo>
                  <a:pt x="1224012" y="875526"/>
                </a:lnTo>
                <a:lnTo>
                  <a:pt x="1224181" y="875908"/>
                </a:lnTo>
                <a:lnTo>
                  <a:pt x="1224350" y="876291"/>
                </a:lnTo>
                <a:lnTo>
                  <a:pt x="1224528" y="876664"/>
                </a:lnTo>
                <a:lnTo>
                  <a:pt x="1224697" y="877047"/>
                </a:lnTo>
                <a:lnTo>
                  <a:pt x="1224875" y="877429"/>
                </a:lnTo>
                <a:lnTo>
                  <a:pt x="1225044" y="877803"/>
                </a:lnTo>
                <a:lnTo>
                  <a:pt x="1225222" y="878186"/>
                </a:lnTo>
                <a:lnTo>
                  <a:pt x="1225391" y="878559"/>
                </a:lnTo>
                <a:lnTo>
                  <a:pt x="1225560" y="878933"/>
                </a:lnTo>
                <a:lnTo>
                  <a:pt x="1225738" y="879316"/>
                </a:lnTo>
                <a:lnTo>
                  <a:pt x="1225907" y="879689"/>
                </a:lnTo>
                <a:lnTo>
                  <a:pt x="1226085" y="880063"/>
                </a:lnTo>
                <a:lnTo>
                  <a:pt x="1226254" y="880436"/>
                </a:lnTo>
                <a:lnTo>
                  <a:pt x="1226432" y="880810"/>
                </a:lnTo>
                <a:lnTo>
                  <a:pt x="1226601" y="881184"/>
                </a:lnTo>
                <a:lnTo>
                  <a:pt x="1226770" y="881557"/>
                </a:lnTo>
                <a:lnTo>
                  <a:pt x="1226948" y="881931"/>
                </a:lnTo>
                <a:lnTo>
                  <a:pt x="1227117" y="882305"/>
                </a:lnTo>
                <a:lnTo>
                  <a:pt x="1227295" y="882678"/>
                </a:lnTo>
                <a:lnTo>
                  <a:pt x="1227464" y="883052"/>
                </a:lnTo>
                <a:lnTo>
                  <a:pt x="1227642" y="883426"/>
                </a:lnTo>
                <a:lnTo>
                  <a:pt x="1227811" y="883799"/>
                </a:lnTo>
                <a:lnTo>
                  <a:pt x="1227980" y="884164"/>
                </a:lnTo>
                <a:lnTo>
                  <a:pt x="1228158" y="884538"/>
                </a:lnTo>
                <a:lnTo>
                  <a:pt x="1228327" y="884911"/>
                </a:lnTo>
                <a:lnTo>
                  <a:pt x="1228505" y="885276"/>
                </a:lnTo>
                <a:lnTo>
                  <a:pt x="1228674" y="885650"/>
                </a:lnTo>
                <a:lnTo>
                  <a:pt x="1228852" y="886015"/>
                </a:lnTo>
                <a:lnTo>
                  <a:pt x="1229021" y="886388"/>
                </a:lnTo>
                <a:lnTo>
                  <a:pt x="1229190" y="886753"/>
                </a:lnTo>
                <a:lnTo>
                  <a:pt x="1229368" y="887118"/>
                </a:lnTo>
                <a:lnTo>
                  <a:pt x="1229537" y="887491"/>
                </a:lnTo>
                <a:lnTo>
                  <a:pt x="1229714" y="887856"/>
                </a:lnTo>
                <a:lnTo>
                  <a:pt x="1229884" y="888221"/>
                </a:lnTo>
                <a:lnTo>
                  <a:pt x="1230061" y="888586"/>
                </a:lnTo>
                <a:lnTo>
                  <a:pt x="1230231" y="888950"/>
                </a:lnTo>
                <a:lnTo>
                  <a:pt x="1230400" y="889324"/>
                </a:lnTo>
                <a:lnTo>
                  <a:pt x="1230578" y="889689"/>
                </a:lnTo>
                <a:lnTo>
                  <a:pt x="1230747" y="890054"/>
                </a:lnTo>
                <a:lnTo>
                  <a:pt x="1230925" y="890409"/>
                </a:lnTo>
                <a:lnTo>
                  <a:pt x="1231093" y="890774"/>
                </a:lnTo>
                <a:lnTo>
                  <a:pt x="1231271" y="891139"/>
                </a:lnTo>
                <a:lnTo>
                  <a:pt x="1231440" y="891504"/>
                </a:lnTo>
                <a:lnTo>
                  <a:pt x="1231609" y="891868"/>
                </a:lnTo>
                <a:lnTo>
                  <a:pt x="1231787" y="892224"/>
                </a:lnTo>
                <a:lnTo>
                  <a:pt x="1231956" y="892589"/>
                </a:lnTo>
                <a:lnTo>
                  <a:pt x="1232134" y="892954"/>
                </a:lnTo>
                <a:lnTo>
                  <a:pt x="1232303" y="893310"/>
                </a:lnTo>
                <a:lnTo>
                  <a:pt x="1232481" y="893674"/>
                </a:lnTo>
                <a:lnTo>
                  <a:pt x="1232650" y="894030"/>
                </a:lnTo>
                <a:lnTo>
                  <a:pt x="1232819" y="894395"/>
                </a:lnTo>
                <a:lnTo>
                  <a:pt x="1232997" y="894751"/>
                </a:lnTo>
                <a:lnTo>
                  <a:pt x="1233166" y="895107"/>
                </a:lnTo>
                <a:lnTo>
                  <a:pt x="1233344" y="895472"/>
                </a:lnTo>
                <a:lnTo>
                  <a:pt x="1233513" y="895827"/>
                </a:lnTo>
                <a:lnTo>
                  <a:pt x="1233691" y="896183"/>
                </a:lnTo>
                <a:lnTo>
                  <a:pt x="1233860" y="896539"/>
                </a:lnTo>
                <a:lnTo>
                  <a:pt x="1234029" y="896904"/>
                </a:lnTo>
                <a:lnTo>
                  <a:pt x="1234207" y="897260"/>
                </a:lnTo>
                <a:lnTo>
                  <a:pt x="1234376" y="897616"/>
                </a:lnTo>
                <a:lnTo>
                  <a:pt x="1234554" y="897971"/>
                </a:lnTo>
                <a:lnTo>
                  <a:pt x="1234723" y="898327"/>
                </a:lnTo>
                <a:lnTo>
                  <a:pt x="1234901" y="898674"/>
                </a:lnTo>
                <a:lnTo>
                  <a:pt x="1235070" y="899030"/>
                </a:lnTo>
                <a:lnTo>
                  <a:pt x="1235239" y="899386"/>
                </a:lnTo>
                <a:lnTo>
                  <a:pt x="1235417" y="899742"/>
                </a:lnTo>
                <a:lnTo>
                  <a:pt x="1235586" y="900089"/>
                </a:lnTo>
                <a:lnTo>
                  <a:pt x="1235764" y="900445"/>
                </a:lnTo>
                <a:lnTo>
                  <a:pt x="1235933" y="900800"/>
                </a:lnTo>
                <a:lnTo>
                  <a:pt x="1236111" y="901147"/>
                </a:lnTo>
                <a:lnTo>
                  <a:pt x="1236280" y="901503"/>
                </a:lnTo>
                <a:lnTo>
                  <a:pt x="1236449" y="901850"/>
                </a:lnTo>
                <a:lnTo>
                  <a:pt x="1236627" y="902206"/>
                </a:lnTo>
                <a:lnTo>
                  <a:pt x="1236796" y="902553"/>
                </a:lnTo>
                <a:lnTo>
                  <a:pt x="1236974" y="902900"/>
                </a:lnTo>
                <a:lnTo>
                  <a:pt x="1237143" y="903256"/>
                </a:lnTo>
                <a:lnTo>
                  <a:pt x="1237321" y="903603"/>
                </a:lnTo>
                <a:lnTo>
                  <a:pt x="1237490" y="903950"/>
                </a:lnTo>
                <a:lnTo>
                  <a:pt x="1237659" y="904297"/>
                </a:lnTo>
                <a:lnTo>
                  <a:pt x="1237837" y="904653"/>
                </a:lnTo>
                <a:lnTo>
                  <a:pt x="1238006" y="905000"/>
                </a:lnTo>
                <a:lnTo>
                  <a:pt x="1238184" y="905347"/>
                </a:lnTo>
                <a:lnTo>
                  <a:pt x="1238353" y="905694"/>
                </a:lnTo>
                <a:lnTo>
                  <a:pt x="1238531" y="906040"/>
                </a:lnTo>
                <a:lnTo>
                  <a:pt x="1238700" y="906379"/>
                </a:lnTo>
                <a:lnTo>
                  <a:pt x="1238869" y="906726"/>
                </a:lnTo>
                <a:lnTo>
                  <a:pt x="1239047" y="907073"/>
                </a:lnTo>
                <a:lnTo>
                  <a:pt x="1239216" y="907419"/>
                </a:lnTo>
                <a:lnTo>
                  <a:pt x="1239394" y="907766"/>
                </a:lnTo>
                <a:lnTo>
                  <a:pt x="1239563" y="908104"/>
                </a:lnTo>
                <a:lnTo>
                  <a:pt x="1239741" y="908451"/>
                </a:lnTo>
                <a:lnTo>
                  <a:pt x="1239910" y="908789"/>
                </a:lnTo>
                <a:lnTo>
                  <a:pt x="1240079" y="909136"/>
                </a:lnTo>
                <a:lnTo>
                  <a:pt x="1240257" y="909475"/>
                </a:lnTo>
                <a:lnTo>
                  <a:pt x="1240426" y="909821"/>
                </a:lnTo>
                <a:lnTo>
                  <a:pt x="1240604" y="910160"/>
                </a:lnTo>
                <a:lnTo>
                  <a:pt x="1240773" y="910507"/>
                </a:lnTo>
                <a:lnTo>
                  <a:pt x="1240951" y="910845"/>
                </a:lnTo>
                <a:lnTo>
                  <a:pt x="1241120" y="911183"/>
                </a:lnTo>
                <a:lnTo>
                  <a:pt x="1241289" y="911521"/>
                </a:lnTo>
                <a:lnTo>
                  <a:pt x="1241467" y="911868"/>
                </a:lnTo>
                <a:lnTo>
                  <a:pt x="1241636" y="912206"/>
                </a:lnTo>
                <a:lnTo>
                  <a:pt x="1241814" y="912544"/>
                </a:lnTo>
                <a:lnTo>
                  <a:pt x="1241983" y="912882"/>
                </a:lnTo>
                <a:lnTo>
                  <a:pt x="1242152" y="913220"/>
                </a:lnTo>
                <a:lnTo>
                  <a:pt x="1242330" y="913558"/>
                </a:lnTo>
                <a:lnTo>
                  <a:pt x="1242499" y="913896"/>
                </a:lnTo>
                <a:lnTo>
                  <a:pt x="1242677" y="914225"/>
                </a:lnTo>
                <a:lnTo>
                  <a:pt x="1242846" y="914563"/>
                </a:lnTo>
                <a:lnTo>
                  <a:pt x="1243024" y="914901"/>
                </a:lnTo>
                <a:lnTo>
                  <a:pt x="1243193" y="915239"/>
                </a:lnTo>
                <a:lnTo>
                  <a:pt x="1243362" y="915569"/>
                </a:lnTo>
                <a:lnTo>
                  <a:pt x="1243540" y="915907"/>
                </a:lnTo>
                <a:lnTo>
                  <a:pt x="1243709" y="916245"/>
                </a:lnTo>
                <a:lnTo>
                  <a:pt x="1243887" y="916574"/>
                </a:lnTo>
                <a:lnTo>
                  <a:pt x="1244056" y="916912"/>
                </a:lnTo>
                <a:lnTo>
                  <a:pt x="1244234" y="917241"/>
                </a:lnTo>
                <a:lnTo>
                  <a:pt x="1244403" y="917570"/>
                </a:lnTo>
                <a:lnTo>
                  <a:pt x="1244572" y="917908"/>
                </a:lnTo>
                <a:lnTo>
                  <a:pt x="1244750" y="918237"/>
                </a:lnTo>
                <a:lnTo>
                  <a:pt x="1244919" y="918567"/>
                </a:lnTo>
                <a:lnTo>
                  <a:pt x="1245096" y="918905"/>
                </a:lnTo>
                <a:lnTo>
                  <a:pt x="1245266" y="919234"/>
                </a:lnTo>
                <a:lnTo>
                  <a:pt x="1245443" y="919563"/>
                </a:lnTo>
                <a:lnTo>
                  <a:pt x="1245612" y="919892"/>
                </a:lnTo>
                <a:lnTo>
                  <a:pt x="1245782" y="920221"/>
                </a:lnTo>
                <a:lnTo>
                  <a:pt x="1245959" y="920551"/>
                </a:lnTo>
                <a:lnTo>
                  <a:pt x="1246129" y="920880"/>
                </a:lnTo>
                <a:lnTo>
                  <a:pt x="1246306" y="921209"/>
                </a:lnTo>
                <a:lnTo>
                  <a:pt x="1246475" y="921538"/>
                </a:lnTo>
                <a:lnTo>
                  <a:pt x="1246653" y="921867"/>
                </a:lnTo>
                <a:lnTo>
                  <a:pt x="1246822" y="922188"/>
                </a:lnTo>
                <a:lnTo>
                  <a:pt x="1246991" y="922517"/>
                </a:lnTo>
                <a:lnTo>
                  <a:pt x="1247169" y="922846"/>
                </a:lnTo>
                <a:lnTo>
                  <a:pt x="1247338" y="923166"/>
                </a:lnTo>
                <a:lnTo>
                  <a:pt x="1247516" y="923495"/>
                </a:lnTo>
                <a:lnTo>
                  <a:pt x="1247685" y="923824"/>
                </a:lnTo>
                <a:lnTo>
                  <a:pt x="1247863" y="924145"/>
                </a:lnTo>
                <a:lnTo>
                  <a:pt x="1248032" y="924474"/>
                </a:lnTo>
                <a:lnTo>
                  <a:pt x="1248201" y="924794"/>
                </a:lnTo>
                <a:lnTo>
                  <a:pt x="1248379" y="925114"/>
                </a:lnTo>
                <a:lnTo>
                  <a:pt x="1248548" y="925444"/>
                </a:lnTo>
                <a:lnTo>
                  <a:pt x="1248726" y="925764"/>
                </a:lnTo>
                <a:lnTo>
                  <a:pt x="1248895" y="926084"/>
                </a:lnTo>
                <a:lnTo>
                  <a:pt x="1249073" y="926404"/>
                </a:lnTo>
                <a:lnTo>
                  <a:pt x="1249242" y="926734"/>
                </a:lnTo>
                <a:lnTo>
                  <a:pt x="1249411" y="927054"/>
                </a:lnTo>
                <a:lnTo>
                  <a:pt x="1249589" y="927374"/>
                </a:lnTo>
                <a:lnTo>
                  <a:pt x="1249758" y="927694"/>
                </a:lnTo>
                <a:lnTo>
                  <a:pt x="1249936" y="928015"/>
                </a:lnTo>
                <a:lnTo>
                  <a:pt x="1250105" y="928335"/>
                </a:lnTo>
                <a:lnTo>
                  <a:pt x="1250283" y="928655"/>
                </a:lnTo>
                <a:lnTo>
                  <a:pt x="1250452" y="928967"/>
                </a:lnTo>
                <a:lnTo>
                  <a:pt x="1250621" y="929287"/>
                </a:lnTo>
                <a:lnTo>
                  <a:pt x="1250799" y="929607"/>
                </a:lnTo>
                <a:lnTo>
                  <a:pt x="1250968" y="929927"/>
                </a:lnTo>
                <a:lnTo>
                  <a:pt x="1251146" y="930239"/>
                </a:lnTo>
                <a:lnTo>
                  <a:pt x="1251315" y="930559"/>
                </a:lnTo>
                <a:lnTo>
                  <a:pt x="1251493" y="930879"/>
                </a:lnTo>
                <a:lnTo>
                  <a:pt x="1251662" y="931191"/>
                </a:lnTo>
                <a:lnTo>
                  <a:pt x="1251831" y="931511"/>
                </a:lnTo>
                <a:lnTo>
                  <a:pt x="1252009" y="931822"/>
                </a:lnTo>
                <a:lnTo>
                  <a:pt x="1252178" y="932134"/>
                </a:lnTo>
                <a:lnTo>
                  <a:pt x="1252356" y="932454"/>
                </a:lnTo>
                <a:lnTo>
                  <a:pt x="1252525" y="932765"/>
                </a:lnTo>
                <a:lnTo>
                  <a:pt x="1252703" y="933077"/>
                </a:lnTo>
                <a:lnTo>
                  <a:pt x="1252872" y="933397"/>
                </a:lnTo>
                <a:lnTo>
                  <a:pt x="1253041" y="933708"/>
                </a:lnTo>
                <a:lnTo>
                  <a:pt x="1253219" y="934020"/>
                </a:lnTo>
                <a:lnTo>
                  <a:pt x="1253388" y="934331"/>
                </a:lnTo>
                <a:lnTo>
                  <a:pt x="1253566" y="934643"/>
                </a:lnTo>
                <a:lnTo>
                  <a:pt x="1253735" y="934954"/>
                </a:lnTo>
                <a:lnTo>
                  <a:pt x="1253913" y="935265"/>
                </a:lnTo>
                <a:lnTo>
                  <a:pt x="1254082" y="935577"/>
                </a:lnTo>
                <a:lnTo>
                  <a:pt x="1254251" y="935888"/>
                </a:lnTo>
                <a:lnTo>
                  <a:pt x="1254429" y="936199"/>
                </a:lnTo>
                <a:lnTo>
                  <a:pt x="1254598" y="936502"/>
                </a:lnTo>
                <a:lnTo>
                  <a:pt x="1254776" y="936813"/>
                </a:lnTo>
                <a:lnTo>
                  <a:pt x="1254945" y="937125"/>
                </a:lnTo>
                <a:lnTo>
                  <a:pt x="1255123" y="937436"/>
                </a:lnTo>
                <a:lnTo>
                  <a:pt x="1255292" y="937739"/>
                </a:lnTo>
                <a:lnTo>
                  <a:pt x="1255461" y="938050"/>
                </a:lnTo>
                <a:lnTo>
                  <a:pt x="1255639" y="938352"/>
                </a:lnTo>
                <a:lnTo>
                  <a:pt x="1255808" y="938664"/>
                </a:lnTo>
                <a:lnTo>
                  <a:pt x="1255986" y="938966"/>
                </a:lnTo>
                <a:lnTo>
                  <a:pt x="1256155" y="939278"/>
                </a:lnTo>
                <a:lnTo>
                  <a:pt x="1256333" y="939580"/>
                </a:lnTo>
                <a:lnTo>
                  <a:pt x="1256502" y="939883"/>
                </a:lnTo>
                <a:lnTo>
                  <a:pt x="1256671" y="940194"/>
                </a:lnTo>
                <a:lnTo>
                  <a:pt x="1256849" y="940496"/>
                </a:lnTo>
                <a:lnTo>
                  <a:pt x="1257018" y="940799"/>
                </a:lnTo>
                <a:lnTo>
                  <a:pt x="1257196" y="941101"/>
                </a:lnTo>
                <a:lnTo>
                  <a:pt x="1257365" y="941404"/>
                </a:lnTo>
                <a:lnTo>
                  <a:pt x="1257543" y="941706"/>
                </a:lnTo>
                <a:lnTo>
                  <a:pt x="1257712" y="942009"/>
                </a:lnTo>
                <a:lnTo>
                  <a:pt x="1257881" y="942311"/>
                </a:lnTo>
                <a:lnTo>
                  <a:pt x="1258059" y="942614"/>
                </a:lnTo>
                <a:lnTo>
                  <a:pt x="1258228" y="942916"/>
                </a:lnTo>
                <a:lnTo>
                  <a:pt x="1258406" y="943219"/>
                </a:lnTo>
                <a:lnTo>
                  <a:pt x="1258575" y="943521"/>
                </a:lnTo>
                <a:lnTo>
                  <a:pt x="1258753" y="943815"/>
                </a:lnTo>
                <a:lnTo>
                  <a:pt x="1258922" y="944117"/>
                </a:lnTo>
                <a:lnTo>
                  <a:pt x="1259091" y="944420"/>
                </a:lnTo>
                <a:lnTo>
                  <a:pt x="1259269" y="944713"/>
                </a:lnTo>
                <a:lnTo>
                  <a:pt x="1259438" y="945016"/>
                </a:lnTo>
                <a:lnTo>
                  <a:pt x="1259616" y="945309"/>
                </a:lnTo>
                <a:lnTo>
                  <a:pt x="1259785" y="945612"/>
                </a:lnTo>
                <a:lnTo>
                  <a:pt x="1259962" y="945905"/>
                </a:lnTo>
                <a:lnTo>
                  <a:pt x="1260132" y="946208"/>
                </a:lnTo>
                <a:lnTo>
                  <a:pt x="1260300" y="946502"/>
                </a:lnTo>
                <a:lnTo>
                  <a:pt x="1260478" y="946795"/>
                </a:lnTo>
                <a:lnTo>
                  <a:pt x="1260647" y="947098"/>
                </a:lnTo>
                <a:lnTo>
                  <a:pt x="1260825" y="947391"/>
                </a:lnTo>
                <a:lnTo>
                  <a:pt x="1260994" y="947685"/>
                </a:lnTo>
                <a:lnTo>
                  <a:pt x="1261164" y="947978"/>
                </a:lnTo>
                <a:lnTo>
                  <a:pt x="1261341" y="948272"/>
                </a:lnTo>
                <a:lnTo>
                  <a:pt x="1261510" y="948565"/>
                </a:lnTo>
                <a:lnTo>
                  <a:pt x="1261688" y="948859"/>
                </a:lnTo>
                <a:lnTo>
                  <a:pt x="1261857" y="949153"/>
                </a:lnTo>
                <a:lnTo>
                  <a:pt x="1262035" y="949446"/>
                </a:lnTo>
                <a:lnTo>
                  <a:pt x="1262204" y="949740"/>
                </a:lnTo>
                <a:lnTo>
                  <a:pt x="1262373" y="950033"/>
                </a:lnTo>
                <a:lnTo>
                  <a:pt x="1262551" y="950327"/>
                </a:lnTo>
                <a:lnTo>
                  <a:pt x="1262720" y="950612"/>
                </a:lnTo>
                <a:lnTo>
                  <a:pt x="1262898" y="950905"/>
                </a:lnTo>
                <a:lnTo>
                  <a:pt x="1263067" y="951199"/>
                </a:lnTo>
                <a:lnTo>
                  <a:pt x="1263245" y="951484"/>
                </a:lnTo>
                <a:lnTo>
                  <a:pt x="1263414" y="951777"/>
                </a:lnTo>
                <a:lnTo>
                  <a:pt x="1263583" y="952062"/>
                </a:lnTo>
                <a:lnTo>
                  <a:pt x="1263761" y="952355"/>
                </a:lnTo>
                <a:lnTo>
                  <a:pt x="1263930" y="952640"/>
                </a:lnTo>
                <a:lnTo>
                  <a:pt x="1264108" y="952934"/>
                </a:lnTo>
                <a:lnTo>
                  <a:pt x="1264277" y="953218"/>
                </a:lnTo>
                <a:lnTo>
                  <a:pt x="1264455" y="953512"/>
                </a:lnTo>
                <a:lnTo>
                  <a:pt x="1264624" y="953797"/>
                </a:lnTo>
                <a:lnTo>
                  <a:pt x="1264793" y="954081"/>
                </a:lnTo>
                <a:lnTo>
                  <a:pt x="1264971" y="954366"/>
                </a:lnTo>
                <a:lnTo>
                  <a:pt x="1265140" y="954651"/>
                </a:lnTo>
                <a:lnTo>
                  <a:pt x="1265318" y="954935"/>
                </a:lnTo>
                <a:lnTo>
                  <a:pt x="1265487" y="955229"/>
                </a:lnTo>
                <a:lnTo>
                  <a:pt x="1265665" y="955514"/>
                </a:lnTo>
                <a:lnTo>
                  <a:pt x="1265834" y="955798"/>
                </a:lnTo>
                <a:lnTo>
                  <a:pt x="1266003" y="956083"/>
                </a:lnTo>
                <a:lnTo>
                  <a:pt x="1266181" y="956359"/>
                </a:lnTo>
                <a:lnTo>
                  <a:pt x="1266350" y="956644"/>
                </a:lnTo>
                <a:lnTo>
                  <a:pt x="1266528" y="956928"/>
                </a:lnTo>
                <a:lnTo>
                  <a:pt x="1266697" y="957213"/>
                </a:lnTo>
                <a:lnTo>
                  <a:pt x="1266875" y="957498"/>
                </a:lnTo>
                <a:lnTo>
                  <a:pt x="1267044" y="957773"/>
                </a:lnTo>
                <a:lnTo>
                  <a:pt x="1267213" y="958058"/>
                </a:lnTo>
                <a:lnTo>
                  <a:pt x="1267391" y="958334"/>
                </a:lnTo>
                <a:lnTo>
                  <a:pt x="1267560" y="958618"/>
                </a:lnTo>
                <a:lnTo>
                  <a:pt x="1267738" y="958903"/>
                </a:lnTo>
                <a:lnTo>
                  <a:pt x="1267907" y="959179"/>
                </a:lnTo>
                <a:lnTo>
                  <a:pt x="1268085" y="959455"/>
                </a:lnTo>
                <a:lnTo>
                  <a:pt x="1268254" y="959739"/>
                </a:lnTo>
                <a:lnTo>
                  <a:pt x="1268423" y="960015"/>
                </a:lnTo>
                <a:lnTo>
                  <a:pt x="1268601" y="960300"/>
                </a:lnTo>
                <a:lnTo>
                  <a:pt x="1268770" y="960576"/>
                </a:lnTo>
                <a:lnTo>
                  <a:pt x="1268948" y="960852"/>
                </a:lnTo>
                <a:lnTo>
                  <a:pt x="1269117" y="961127"/>
                </a:lnTo>
                <a:lnTo>
                  <a:pt x="1269295" y="961403"/>
                </a:lnTo>
                <a:lnTo>
                  <a:pt x="1269464" y="961679"/>
                </a:lnTo>
                <a:lnTo>
                  <a:pt x="1269633" y="961955"/>
                </a:lnTo>
                <a:lnTo>
                  <a:pt x="1269811" y="962231"/>
                </a:lnTo>
                <a:lnTo>
                  <a:pt x="1269980" y="962506"/>
                </a:lnTo>
                <a:lnTo>
                  <a:pt x="1270158" y="962782"/>
                </a:lnTo>
                <a:lnTo>
                  <a:pt x="1270327" y="963058"/>
                </a:lnTo>
                <a:lnTo>
                  <a:pt x="1270505" y="963334"/>
                </a:lnTo>
                <a:lnTo>
                  <a:pt x="1270674" y="963609"/>
                </a:lnTo>
                <a:lnTo>
                  <a:pt x="1270843" y="963885"/>
                </a:lnTo>
                <a:lnTo>
                  <a:pt x="1271021" y="964152"/>
                </a:lnTo>
                <a:lnTo>
                  <a:pt x="1271190" y="964428"/>
                </a:lnTo>
                <a:lnTo>
                  <a:pt x="1271368" y="964704"/>
                </a:lnTo>
                <a:lnTo>
                  <a:pt x="1271537" y="964971"/>
                </a:lnTo>
                <a:lnTo>
                  <a:pt x="1271715" y="965246"/>
                </a:lnTo>
                <a:lnTo>
                  <a:pt x="1271884" y="965513"/>
                </a:lnTo>
                <a:lnTo>
                  <a:pt x="1272053" y="965789"/>
                </a:lnTo>
                <a:lnTo>
                  <a:pt x="1272231" y="966056"/>
                </a:lnTo>
                <a:lnTo>
                  <a:pt x="1272400" y="966332"/>
                </a:lnTo>
                <a:lnTo>
                  <a:pt x="1272578" y="966599"/>
                </a:lnTo>
                <a:lnTo>
                  <a:pt x="1272747" y="966866"/>
                </a:lnTo>
                <a:lnTo>
                  <a:pt x="1272925" y="967141"/>
                </a:lnTo>
                <a:lnTo>
                  <a:pt x="1273094" y="967408"/>
                </a:lnTo>
                <a:lnTo>
                  <a:pt x="1273263" y="967675"/>
                </a:lnTo>
                <a:lnTo>
                  <a:pt x="1273441" y="967942"/>
                </a:lnTo>
                <a:lnTo>
                  <a:pt x="1273610" y="968209"/>
                </a:lnTo>
                <a:lnTo>
                  <a:pt x="1273788" y="968476"/>
                </a:lnTo>
                <a:lnTo>
                  <a:pt x="1273957" y="968743"/>
                </a:lnTo>
                <a:lnTo>
                  <a:pt x="1274135" y="969010"/>
                </a:lnTo>
                <a:lnTo>
                  <a:pt x="1274304" y="969276"/>
                </a:lnTo>
                <a:lnTo>
                  <a:pt x="1274473" y="969543"/>
                </a:lnTo>
                <a:lnTo>
                  <a:pt x="1274650" y="969810"/>
                </a:lnTo>
                <a:lnTo>
                  <a:pt x="1274820" y="970077"/>
                </a:lnTo>
                <a:lnTo>
                  <a:pt x="1274997" y="970335"/>
                </a:lnTo>
                <a:lnTo>
                  <a:pt x="1275167" y="970602"/>
                </a:lnTo>
                <a:lnTo>
                  <a:pt x="1275344" y="970869"/>
                </a:lnTo>
                <a:lnTo>
                  <a:pt x="1275514" y="971127"/>
                </a:lnTo>
                <a:lnTo>
                  <a:pt x="1275682" y="971394"/>
                </a:lnTo>
                <a:lnTo>
                  <a:pt x="1275860" y="971661"/>
                </a:lnTo>
                <a:lnTo>
                  <a:pt x="1276029" y="971919"/>
                </a:lnTo>
                <a:lnTo>
                  <a:pt x="1276207" y="972186"/>
                </a:lnTo>
                <a:lnTo>
                  <a:pt x="1276376" y="972444"/>
                </a:lnTo>
                <a:lnTo>
                  <a:pt x="1276554" y="972702"/>
                </a:lnTo>
                <a:lnTo>
                  <a:pt x="1276723" y="972968"/>
                </a:lnTo>
                <a:lnTo>
                  <a:pt x="1276892" y="973227"/>
                </a:lnTo>
                <a:lnTo>
                  <a:pt x="1277070" y="973484"/>
                </a:lnTo>
                <a:lnTo>
                  <a:pt x="1277239" y="973751"/>
                </a:lnTo>
                <a:lnTo>
                  <a:pt x="1277417" y="974009"/>
                </a:lnTo>
                <a:lnTo>
                  <a:pt x="1277586" y="974267"/>
                </a:lnTo>
                <a:lnTo>
                  <a:pt x="1277764" y="974525"/>
                </a:lnTo>
                <a:lnTo>
                  <a:pt x="1277933" y="974783"/>
                </a:lnTo>
                <a:lnTo>
                  <a:pt x="1278102" y="975041"/>
                </a:lnTo>
                <a:lnTo>
                  <a:pt x="1278280" y="975299"/>
                </a:lnTo>
                <a:lnTo>
                  <a:pt x="1278449" y="975557"/>
                </a:lnTo>
                <a:lnTo>
                  <a:pt x="1278627" y="975815"/>
                </a:lnTo>
                <a:lnTo>
                  <a:pt x="1278796" y="976073"/>
                </a:lnTo>
                <a:lnTo>
                  <a:pt x="1278974" y="976331"/>
                </a:lnTo>
                <a:lnTo>
                  <a:pt x="1279143" y="976589"/>
                </a:lnTo>
                <a:lnTo>
                  <a:pt x="1279312" y="976838"/>
                </a:lnTo>
                <a:lnTo>
                  <a:pt x="1279490" y="977096"/>
                </a:lnTo>
                <a:lnTo>
                  <a:pt x="1279659" y="977354"/>
                </a:lnTo>
                <a:lnTo>
                  <a:pt x="1279837" y="977603"/>
                </a:lnTo>
                <a:lnTo>
                  <a:pt x="1280006" y="977862"/>
                </a:lnTo>
                <a:lnTo>
                  <a:pt x="1280175" y="978111"/>
                </a:lnTo>
                <a:lnTo>
                  <a:pt x="1280353" y="978369"/>
                </a:lnTo>
                <a:lnTo>
                  <a:pt x="1280522" y="978618"/>
                </a:lnTo>
                <a:lnTo>
                  <a:pt x="1280700" y="978876"/>
                </a:lnTo>
                <a:lnTo>
                  <a:pt x="1280869" y="979125"/>
                </a:lnTo>
                <a:lnTo>
                  <a:pt x="1281047" y="979383"/>
                </a:lnTo>
                <a:lnTo>
                  <a:pt x="1281216" y="979632"/>
                </a:lnTo>
                <a:lnTo>
                  <a:pt x="1281385" y="979881"/>
                </a:lnTo>
                <a:lnTo>
                  <a:pt x="1281563" y="980130"/>
                </a:lnTo>
                <a:lnTo>
                  <a:pt x="1281732" y="980379"/>
                </a:lnTo>
                <a:lnTo>
                  <a:pt x="1281910" y="980637"/>
                </a:lnTo>
                <a:lnTo>
                  <a:pt x="1282079" y="980886"/>
                </a:lnTo>
                <a:lnTo>
                  <a:pt x="1282257" y="981135"/>
                </a:lnTo>
                <a:lnTo>
                  <a:pt x="1282426" y="981384"/>
                </a:lnTo>
                <a:lnTo>
                  <a:pt x="1282595" y="981634"/>
                </a:lnTo>
                <a:lnTo>
                  <a:pt x="1282773" y="981883"/>
                </a:lnTo>
                <a:lnTo>
                  <a:pt x="1282942" y="982132"/>
                </a:lnTo>
                <a:lnTo>
                  <a:pt x="1283120" y="982381"/>
                </a:lnTo>
                <a:lnTo>
                  <a:pt x="1283289" y="982621"/>
                </a:lnTo>
                <a:lnTo>
                  <a:pt x="1283467" y="982870"/>
                </a:lnTo>
                <a:lnTo>
                  <a:pt x="1283636" y="983119"/>
                </a:lnTo>
                <a:lnTo>
                  <a:pt x="1283805" y="983368"/>
                </a:lnTo>
                <a:lnTo>
                  <a:pt x="1283983" y="983609"/>
                </a:lnTo>
                <a:lnTo>
                  <a:pt x="1284152" y="983858"/>
                </a:lnTo>
                <a:lnTo>
                  <a:pt x="1284330" y="984098"/>
                </a:lnTo>
                <a:lnTo>
                  <a:pt x="1284499" y="984347"/>
                </a:lnTo>
                <a:lnTo>
                  <a:pt x="1284677" y="984587"/>
                </a:lnTo>
                <a:lnTo>
                  <a:pt x="1284846" y="984836"/>
                </a:lnTo>
                <a:lnTo>
                  <a:pt x="1285015" y="985077"/>
                </a:lnTo>
                <a:lnTo>
                  <a:pt x="1285193" y="985326"/>
                </a:lnTo>
                <a:lnTo>
                  <a:pt x="1285362" y="985566"/>
                </a:lnTo>
                <a:lnTo>
                  <a:pt x="1285540" y="985806"/>
                </a:lnTo>
                <a:lnTo>
                  <a:pt x="1285709" y="986055"/>
                </a:lnTo>
                <a:lnTo>
                  <a:pt x="1285887" y="986295"/>
                </a:lnTo>
                <a:lnTo>
                  <a:pt x="1286056" y="986536"/>
                </a:lnTo>
                <a:lnTo>
                  <a:pt x="1286225" y="986776"/>
                </a:lnTo>
                <a:lnTo>
                  <a:pt x="1286403" y="987016"/>
                </a:lnTo>
                <a:lnTo>
                  <a:pt x="1286572" y="987256"/>
                </a:lnTo>
                <a:lnTo>
                  <a:pt x="1286750" y="987496"/>
                </a:lnTo>
                <a:lnTo>
                  <a:pt x="1286919" y="987737"/>
                </a:lnTo>
                <a:lnTo>
                  <a:pt x="1287097" y="987977"/>
                </a:lnTo>
                <a:lnTo>
                  <a:pt x="1287266" y="988217"/>
                </a:lnTo>
                <a:lnTo>
                  <a:pt x="1287435" y="988457"/>
                </a:lnTo>
                <a:lnTo>
                  <a:pt x="1287613" y="988697"/>
                </a:lnTo>
                <a:lnTo>
                  <a:pt x="1287782" y="988938"/>
                </a:lnTo>
                <a:lnTo>
                  <a:pt x="1287960" y="989178"/>
                </a:lnTo>
                <a:lnTo>
                  <a:pt x="1288129" y="989409"/>
                </a:lnTo>
                <a:lnTo>
                  <a:pt x="1288307" y="989649"/>
                </a:lnTo>
                <a:lnTo>
                  <a:pt x="1288476" y="989890"/>
                </a:lnTo>
                <a:lnTo>
                  <a:pt x="1288645" y="990121"/>
                </a:lnTo>
                <a:lnTo>
                  <a:pt x="1288823" y="990361"/>
                </a:lnTo>
                <a:lnTo>
                  <a:pt x="1288992" y="990592"/>
                </a:lnTo>
                <a:lnTo>
                  <a:pt x="1289170" y="990833"/>
                </a:lnTo>
                <a:lnTo>
                  <a:pt x="1289339" y="991064"/>
                </a:lnTo>
                <a:lnTo>
                  <a:pt x="1289517" y="991304"/>
                </a:lnTo>
                <a:lnTo>
                  <a:pt x="1289685" y="991535"/>
                </a:lnTo>
                <a:lnTo>
                  <a:pt x="1289855" y="991767"/>
                </a:lnTo>
                <a:lnTo>
                  <a:pt x="1290032" y="992007"/>
                </a:lnTo>
                <a:lnTo>
                  <a:pt x="1290201" y="992238"/>
                </a:lnTo>
                <a:lnTo>
                  <a:pt x="1290379" y="992470"/>
                </a:lnTo>
                <a:lnTo>
                  <a:pt x="1290548" y="992701"/>
                </a:lnTo>
                <a:lnTo>
                  <a:pt x="1290726" y="992932"/>
                </a:lnTo>
                <a:lnTo>
                  <a:pt x="1290895" y="993172"/>
                </a:lnTo>
                <a:lnTo>
                  <a:pt x="1291064" y="993404"/>
                </a:lnTo>
                <a:lnTo>
                  <a:pt x="1291242" y="993635"/>
                </a:lnTo>
                <a:lnTo>
                  <a:pt x="1291411" y="993866"/>
                </a:lnTo>
                <a:lnTo>
                  <a:pt x="1291589" y="994098"/>
                </a:lnTo>
                <a:lnTo>
                  <a:pt x="1291758" y="994320"/>
                </a:lnTo>
                <a:lnTo>
                  <a:pt x="1291936" y="994551"/>
                </a:lnTo>
                <a:lnTo>
                  <a:pt x="1292105" y="994783"/>
                </a:lnTo>
                <a:lnTo>
                  <a:pt x="1292274" y="995014"/>
                </a:lnTo>
                <a:lnTo>
                  <a:pt x="1292452" y="995245"/>
                </a:lnTo>
                <a:lnTo>
                  <a:pt x="1292621" y="995468"/>
                </a:lnTo>
                <a:lnTo>
                  <a:pt x="1292799" y="995699"/>
                </a:lnTo>
                <a:lnTo>
                  <a:pt x="1292968" y="995930"/>
                </a:lnTo>
                <a:lnTo>
                  <a:pt x="1293146" y="996153"/>
                </a:lnTo>
                <a:lnTo>
                  <a:pt x="1293315" y="996384"/>
                </a:lnTo>
                <a:lnTo>
                  <a:pt x="1293484" y="996606"/>
                </a:lnTo>
                <a:lnTo>
                  <a:pt x="1293662" y="996838"/>
                </a:lnTo>
                <a:lnTo>
                  <a:pt x="1293831" y="997060"/>
                </a:lnTo>
                <a:lnTo>
                  <a:pt x="1294009" y="997291"/>
                </a:lnTo>
                <a:lnTo>
                  <a:pt x="1294178" y="997514"/>
                </a:lnTo>
                <a:lnTo>
                  <a:pt x="1294356" y="997745"/>
                </a:lnTo>
                <a:lnTo>
                  <a:pt x="1294525" y="997967"/>
                </a:lnTo>
                <a:lnTo>
                  <a:pt x="1294694" y="998190"/>
                </a:lnTo>
                <a:lnTo>
                  <a:pt x="1294872" y="998412"/>
                </a:lnTo>
                <a:lnTo>
                  <a:pt x="1295041" y="998635"/>
                </a:lnTo>
                <a:lnTo>
                  <a:pt x="1295219" y="998866"/>
                </a:lnTo>
                <a:lnTo>
                  <a:pt x="1295388" y="999088"/>
                </a:lnTo>
                <a:lnTo>
                  <a:pt x="1295566" y="999311"/>
                </a:lnTo>
                <a:lnTo>
                  <a:pt x="1295735" y="999533"/>
                </a:lnTo>
                <a:lnTo>
                  <a:pt x="1295904" y="999756"/>
                </a:lnTo>
                <a:lnTo>
                  <a:pt x="1296082" y="999978"/>
                </a:lnTo>
                <a:lnTo>
                  <a:pt x="1296251" y="1000200"/>
                </a:lnTo>
                <a:lnTo>
                  <a:pt x="1296429" y="1000423"/>
                </a:lnTo>
                <a:lnTo>
                  <a:pt x="1296598" y="1000636"/>
                </a:lnTo>
                <a:lnTo>
                  <a:pt x="1296776" y="1000859"/>
                </a:lnTo>
                <a:lnTo>
                  <a:pt x="1296945" y="1001081"/>
                </a:lnTo>
                <a:lnTo>
                  <a:pt x="1297114" y="1001304"/>
                </a:lnTo>
                <a:lnTo>
                  <a:pt x="1297292" y="1001517"/>
                </a:lnTo>
                <a:lnTo>
                  <a:pt x="1297461" y="1001740"/>
                </a:lnTo>
                <a:lnTo>
                  <a:pt x="1297639" y="1001962"/>
                </a:lnTo>
                <a:lnTo>
                  <a:pt x="1297808" y="1002175"/>
                </a:lnTo>
                <a:lnTo>
                  <a:pt x="1297986" y="1002398"/>
                </a:lnTo>
                <a:lnTo>
                  <a:pt x="1298155" y="1002611"/>
                </a:lnTo>
                <a:lnTo>
                  <a:pt x="1298324" y="1002834"/>
                </a:lnTo>
                <a:lnTo>
                  <a:pt x="1298502" y="1003047"/>
                </a:lnTo>
                <a:lnTo>
                  <a:pt x="1298671" y="1003270"/>
                </a:lnTo>
                <a:lnTo>
                  <a:pt x="1298849" y="1003483"/>
                </a:lnTo>
                <a:lnTo>
                  <a:pt x="1299018" y="1003697"/>
                </a:lnTo>
                <a:lnTo>
                  <a:pt x="1299187" y="1003919"/>
                </a:lnTo>
                <a:lnTo>
                  <a:pt x="1299365" y="1004133"/>
                </a:lnTo>
                <a:lnTo>
                  <a:pt x="1299534" y="1004346"/>
                </a:lnTo>
                <a:lnTo>
                  <a:pt x="1299712" y="1004560"/>
                </a:lnTo>
                <a:lnTo>
                  <a:pt x="1299881" y="1004773"/>
                </a:lnTo>
                <a:lnTo>
                  <a:pt x="1300059" y="1004996"/>
                </a:lnTo>
                <a:lnTo>
                  <a:pt x="1300228" y="1005209"/>
                </a:lnTo>
                <a:lnTo>
                  <a:pt x="1300397" y="1005423"/>
                </a:lnTo>
                <a:lnTo>
                  <a:pt x="1300575" y="1005636"/>
                </a:lnTo>
                <a:lnTo>
                  <a:pt x="1300744" y="1005850"/>
                </a:lnTo>
                <a:lnTo>
                  <a:pt x="1300922" y="1006063"/>
                </a:lnTo>
                <a:lnTo>
                  <a:pt x="1301091" y="1006268"/>
                </a:lnTo>
                <a:lnTo>
                  <a:pt x="1301269" y="1006481"/>
                </a:lnTo>
                <a:lnTo>
                  <a:pt x="1301438" y="1006695"/>
                </a:lnTo>
                <a:lnTo>
                  <a:pt x="1301607" y="1006908"/>
                </a:lnTo>
                <a:lnTo>
                  <a:pt x="1301785" y="1007122"/>
                </a:lnTo>
                <a:lnTo>
                  <a:pt x="1301954" y="1007327"/>
                </a:lnTo>
                <a:lnTo>
                  <a:pt x="1302132" y="1007540"/>
                </a:lnTo>
                <a:lnTo>
                  <a:pt x="1302301" y="1007754"/>
                </a:lnTo>
                <a:lnTo>
                  <a:pt x="1302479" y="1007958"/>
                </a:lnTo>
                <a:lnTo>
                  <a:pt x="1302648" y="1008172"/>
                </a:lnTo>
                <a:lnTo>
                  <a:pt x="1302817" y="1008376"/>
                </a:lnTo>
                <a:lnTo>
                  <a:pt x="1302995" y="1008590"/>
                </a:lnTo>
                <a:lnTo>
                  <a:pt x="1303164" y="1008794"/>
                </a:lnTo>
                <a:lnTo>
                  <a:pt x="1303342" y="1009008"/>
                </a:lnTo>
                <a:lnTo>
                  <a:pt x="1303511" y="1009213"/>
                </a:lnTo>
                <a:lnTo>
                  <a:pt x="1303689" y="1009417"/>
                </a:lnTo>
                <a:lnTo>
                  <a:pt x="1303858" y="1009631"/>
                </a:lnTo>
                <a:lnTo>
                  <a:pt x="1304027" y="1009835"/>
                </a:lnTo>
                <a:lnTo>
                  <a:pt x="1304205" y="1010040"/>
                </a:lnTo>
                <a:lnTo>
                  <a:pt x="1304374" y="1010245"/>
                </a:lnTo>
                <a:lnTo>
                  <a:pt x="1304551" y="1010449"/>
                </a:lnTo>
                <a:lnTo>
                  <a:pt x="1304721" y="1010663"/>
                </a:lnTo>
                <a:lnTo>
                  <a:pt x="1304898" y="1010867"/>
                </a:lnTo>
                <a:lnTo>
                  <a:pt x="1305067" y="1011072"/>
                </a:lnTo>
                <a:lnTo>
                  <a:pt x="1305236" y="1011277"/>
                </a:lnTo>
                <a:lnTo>
                  <a:pt x="1305414" y="1011481"/>
                </a:lnTo>
                <a:lnTo>
                  <a:pt x="1305583" y="1011686"/>
                </a:lnTo>
                <a:lnTo>
                  <a:pt x="1305761" y="1011890"/>
                </a:lnTo>
                <a:lnTo>
                  <a:pt x="1305930" y="1012086"/>
                </a:lnTo>
                <a:lnTo>
                  <a:pt x="1306108" y="1012291"/>
                </a:lnTo>
                <a:lnTo>
                  <a:pt x="1306277" y="1012495"/>
                </a:lnTo>
                <a:lnTo>
                  <a:pt x="1306446" y="1012700"/>
                </a:lnTo>
                <a:lnTo>
                  <a:pt x="1306624" y="1012905"/>
                </a:lnTo>
                <a:lnTo>
                  <a:pt x="1306793" y="1013100"/>
                </a:lnTo>
                <a:lnTo>
                  <a:pt x="1306971" y="1013305"/>
                </a:lnTo>
                <a:lnTo>
                  <a:pt x="1307140" y="1013510"/>
                </a:lnTo>
                <a:lnTo>
                  <a:pt x="1307318" y="1013705"/>
                </a:lnTo>
                <a:lnTo>
                  <a:pt x="1307487" y="1013910"/>
                </a:lnTo>
                <a:lnTo>
                  <a:pt x="1307656" y="1014106"/>
                </a:lnTo>
                <a:lnTo>
                  <a:pt x="1307834" y="1014310"/>
                </a:lnTo>
                <a:lnTo>
                  <a:pt x="1308003" y="1014506"/>
                </a:lnTo>
                <a:lnTo>
                  <a:pt x="1308181" y="1014702"/>
                </a:lnTo>
                <a:lnTo>
                  <a:pt x="1308350" y="1014906"/>
                </a:lnTo>
                <a:lnTo>
                  <a:pt x="1308528" y="1015102"/>
                </a:lnTo>
                <a:lnTo>
                  <a:pt x="1308697" y="1015298"/>
                </a:lnTo>
                <a:lnTo>
                  <a:pt x="1308866" y="1015502"/>
                </a:lnTo>
                <a:lnTo>
                  <a:pt x="1309044" y="1015698"/>
                </a:lnTo>
                <a:lnTo>
                  <a:pt x="1309213" y="1015894"/>
                </a:lnTo>
                <a:lnTo>
                  <a:pt x="1309391" y="1016090"/>
                </a:lnTo>
                <a:lnTo>
                  <a:pt x="1309560" y="1016285"/>
                </a:lnTo>
                <a:lnTo>
                  <a:pt x="1309738" y="1016490"/>
                </a:lnTo>
                <a:lnTo>
                  <a:pt x="1309907" y="1016686"/>
                </a:lnTo>
                <a:lnTo>
                  <a:pt x="1310076" y="1016881"/>
                </a:lnTo>
                <a:lnTo>
                  <a:pt x="1310254" y="1017077"/>
                </a:lnTo>
                <a:lnTo>
                  <a:pt x="1310423" y="1017273"/>
                </a:lnTo>
                <a:lnTo>
                  <a:pt x="1310601" y="1017469"/>
                </a:lnTo>
                <a:lnTo>
                  <a:pt x="1310770" y="1017655"/>
                </a:lnTo>
                <a:lnTo>
                  <a:pt x="1310948" y="1017851"/>
                </a:lnTo>
                <a:lnTo>
                  <a:pt x="1311117" y="1018047"/>
                </a:lnTo>
                <a:lnTo>
                  <a:pt x="1311286" y="1018243"/>
                </a:lnTo>
                <a:lnTo>
                  <a:pt x="1311464" y="1018438"/>
                </a:lnTo>
                <a:lnTo>
                  <a:pt x="1311633" y="1018625"/>
                </a:lnTo>
                <a:lnTo>
                  <a:pt x="1311811" y="1018821"/>
                </a:lnTo>
                <a:lnTo>
                  <a:pt x="1311980" y="1019017"/>
                </a:lnTo>
                <a:lnTo>
                  <a:pt x="1312158" y="1019203"/>
                </a:lnTo>
                <a:lnTo>
                  <a:pt x="1312327" y="1019399"/>
                </a:lnTo>
                <a:lnTo>
                  <a:pt x="1312496" y="1019586"/>
                </a:lnTo>
                <a:lnTo>
                  <a:pt x="1312674" y="1019782"/>
                </a:lnTo>
                <a:lnTo>
                  <a:pt x="1312843" y="1019968"/>
                </a:lnTo>
                <a:lnTo>
                  <a:pt x="1313021" y="1020164"/>
                </a:lnTo>
                <a:lnTo>
                  <a:pt x="1313190" y="1020351"/>
                </a:lnTo>
                <a:lnTo>
                  <a:pt x="1313368" y="1020538"/>
                </a:lnTo>
                <a:lnTo>
                  <a:pt x="1313537" y="1020733"/>
                </a:lnTo>
                <a:lnTo>
                  <a:pt x="1313706" y="1020920"/>
                </a:lnTo>
                <a:lnTo>
                  <a:pt x="1313884" y="1021107"/>
                </a:lnTo>
                <a:lnTo>
                  <a:pt x="1314053" y="1021303"/>
                </a:lnTo>
                <a:lnTo>
                  <a:pt x="1314231" y="1021490"/>
                </a:lnTo>
                <a:lnTo>
                  <a:pt x="1314400" y="1021677"/>
                </a:lnTo>
                <a:lnTo>
                  <a:pt x="1314578" y="1021863"/>
                </a:lnTo>
                <a:lnTo>
                  <a:pt x="1314747" y="1022050"/>
                </a:lnTo>
                <a:lnTo>
                  <a:pt x="1314916" y="1022237"/>
                </a:lnTo>
                <a:lnTo>
                  <a:pt x="1315094" y="1022424"/>
                </a:lnTo>
                <a:lnTo>
                  <a:pt x="1315263" y="1022611"/>
                </a:lnTo>
                <a:lnTo>
                  <a:pt x="1315441" y="1022797"/>
                </a:lnTo>
                <a:lnTo>
                  <a:pt x="1315610" y="1022984"/>
                </a:lnTo>
                <a:lnTo>
                  <a:pt x="1315788" y="1023171"/>
                </a:lnTo>
                <a:lnTo>
                  <a:pt x="1315957" y="1023358"/>
                </a:lnTo>
                <a:lnTo>
                  <a:pt x="1316126" y="1023545"/>
                </a:lnTo>
                <a:lnTo>
                  <a:pt x="1316304" y="1023723"/>
                </a:lnTo>
                <a:lnTo>
                  <a:pt x="1316473" y="1023910"/>
                </a:lnTo>
                <a:lnTo>
                  <a:pt x="1316651" y="1024096"/>
                </a:lnTo>
                <a:lnTo>
                  <a:pt x="1316820" y="1024283"/>
                </a:lnTo>
                <a:lnTo>
                  <a:pt x="1316998" y="1024461"/>
                </a:lnTo>
                <a:lnTo>
                  <a:pt x="1317167" y="1024648"/>
                </a:lnTo>
                <a:lnTo>
                  <a:pt x="1317336" y="1024835"/>
                </a:lnTo>
                <a:lnTo>
                  <a:pt x="1317514" y="1025013"/>
                </a:lnTo>
                <a:lnTo>
                  <a:pt x="1317683" y="1025199"/>
                </a:lnTo>
                <a:lnTo>
                  <a:pt x="1317861" y="1025377"/>
                </a:lnTo>
                <a:lnTo>
                  <a:pt x="1318030" y="1025564"/>
                </a:lnTo>
                <a:lnTo>
                  <a:pt x="1318199" y="1025742"/>
                </a:lnTo>
                <a:lnTo>
                  <a:pt x="1318377" y="1025920"/>
                </a:lnTo>
                <a:lnTo>
                  <a:pt x="1318546" y="1026107"/>
                </a:lnTo>
                <a:lnTo>
                  <a:pt x="1318724" y="1026285"/>
                </a:lnTo>
                <a:lnTo>
                  <a:pt x="1318893" y="1026463"/>
                </a:lnTo>
                <a:lnTo>
                  <a:pt x="1319070" y="1026650"/>
                </a:lnTo>
                <a:lnTo>
                  <a:pt x="1319239" y="1026828"/>
                </a:lnTo>
                <a:lnTo>
                  <a:pt x="1319409" y="1027006"/>
                </a:lnTo>
                <a:lnTo>
                  <a:pt x="1319586" y="1027183"/>
                </a:lnTo>
                <a:lnTo>
                  <a:pt x="1319756" y="1027361"/>
                </a:lnTo>
                <a:lnTo>
                  <a:pt x="1319933" y="1027539"/>
                </a:lnTo>
                <a:lnTo>
                  <a:pt x="1320103" y="1027717"/>
                </a:lnTo>
                <a:lnTo>
                  <a:pt x="1320280" y="1027895"/>
                </a:lnTo>
                <a:lnTo>
                  <a:pt x="1320449" y="1028073"/>
                </a:lnTo>
                <a:lnTo>
                  <a:pt x="1320618" y="1028251"/>
                </a:lnTo>
                <a:lnTo>
                  <a:pt x="1320796" y="1028429"/>
                </a:lnTo>
                <a:lnTo>
                  <a:pt x="1320965" y="1028607"/>
                </a:lnTo>
                <a:lnTo>
                  <a:pt x="1321143" y="1028785"/>
                </a:lnTo>
                <a:lnTo>
                  <a:pt x="1321312" y="1028963"/>
                </a:lnTo>
                <a:lnTo>
                  <a:pt x="1321490" y="1029141"/>
                </a:lnTo>
                <a:lnTo>
                  <a:pt x="1321659" y="1029310"/>
                </a:lnTo>
                <a:lnTo>
                  <a:pt x="1321828" y="1029488"/>
                </a:lnTo>
                <a:lnTo>
                  <a:pt x="1322006" y="1029666"/>
                </a:lnTo>
                <a:lnTo>
                  <a:pt x="1322175" y="1029835"/>
                </a:lnTo>
                <a:lnTo>
                  <a:pt x="1322353" y="1030013"/>
                </a:lnTo>
                <a:lnTo>
                  <a:pt x="1322522" y="1030190"/>
                </a:lnTo>
                <a:lnTo>
                  <a:pt x="1322700" y="1030359"/>
                </a:lnTo>
                <a:lnTo>
                  <a:pt x="1322869" y="1030537"/>
                </a:lnTo>
                <a:lnTo>
                  <a:pt x="1323038" y="1030706"/>
                </a:lnTo>
                <a:lnTo>
                  <a:pt x="1323216" y="1030884"/>
                </a:lnTo>
                <a:lnTo>
                  <a:pt x="1323385" y="1031053"/>
                </a:lnTo>
                <a:lnTo>
                  <a:pt x="1323563" y="1031231"/>
                </a:lnTo>
                <a:lnTo>
                  <a:pt x="1323732" y="1031400"/>
                </a:lnTo>
                <a:lnTo>
                  <a:pt x="1323910" y="1031569"/>
                </a:lnTo>
                <a:lnTo>
                  <a:pt x="1324079" y="1031747"/>
                </a:lnTo>
                <a:lnTo>
                  <a:pt x="1324248" y="1031916"/>
                </a:lnTo>
                <a:lnTo>
                  <a:pt x="1324426" y="1032085"/>
                </a:lnTo>
                <a:lnTo>
                  <a:pt x="1324595" y="1032254"/>
                </a:lnTo>
                <a:lnTo>
                  <a:pt x="1324773" y="1032423"/>
                </a:lnTo>
                <a:lnTo>
                  <a:pt x="1324942" y="1032601"/>
                </a:lnTo>
                <a:lnTo>
                  <a:pt x="1325120" y="1032770"/>
                </a:lnTo>
                <a:lnTo>
                  <a:pt x="1325289" y="1032939"/>
                </a:lnTo>
                <a:lnTo>
                  <a:pt x="1325458" y="1033108"/>
                </a:lnTo>
                <a:lnTo>
                  <a:pt x="1325636" y="1033278"/>
                </a:lnTo>
                <a:lnTo>
                  <a:pt x="1325805" y="1033447"/>
                </a:lnTo>
                <a:lnTo>
                  <a:pt x="1325983" y="1033616"/>
                </a:lnTo>
                <a:lnTo>
                  <a:pt x="1326152" y="1033785"/>
                </a:lnTo>
                <a:lnTo>
                  <a:pt x="1326330" y="1033954"/>
                </a:lnTo>
                <a:lnTo>
                  <a:pt x="1326499" y="1034114"/>
                </a:lnTo>
                <a:lnTo>
                  <a:pt x="1326668" y="1034283"/>
                </a:lnTo>
                <a:lnTo>
                  <a:pt x="1326846" y="1034452"/>
                </a:lnTo>
                <a:lnTo>
                  <a:pt x="1327015" y="1034621"/>
                </a:lnTo>
                <a:lnTo>
                  <a:pt x="1327193" y="1034790"/>
                </a:lnTo>
                <a:lnTo>
                  <a:pt x="1327362" y="1034950"/>
                </a:lnTo>
                <a:lnTo>
                  <a:pt x="1327540" y="1035119"/>
                </a:lnTo>
                <a:lnTo>
                  <a:pt x="1327709" y="1035288"/>
                </a:lnTo>
                <a:lnTo>
                  <a:pt x="1327878" y="1035448"/>
                </a:lnTo>
                <a:lnTo>
                  <a:pt x="1328056" y="1035617"/>
                </a:lnTo>
                <a:lnTo>
                  <a:pt x="1328225" y="1035777"/>
                </a:lnTo>
                <a:lnTo>
                  <a:pt x="1328403" y="1035946"/>
                </a:lnTo>
                <a:lnTo>
                  <a:pt x="1328572" y="1036107"/>
                </a:lnTo>
                <a:lnTo>
                  <a:pt x="1328750" y="1036276"/>
                </a:lnTo>
                <a:lnTo>
                  <a:pt x="1328919" y="1036436"/>
                </a:lnTo>
                <a:lnTo>
                  <a:pt x="1329088" y="1036605"/>
                </a:lnTo>
                <a:lnTo>
                  <a:pt x="1329266" y="1036765"/>
                </a:lnTo>
                <a:lnTo>
                  <a:pt x="1329435" y="1036925"/>
                </a:lnTo>
                <a:lnTo>
                  <a:pt x="1329613" y="1037094"/>
                </a:lnTo>
                <a:lnTo>
                  <a:pt x="1329782" y="1037254"/>
                </a:lnTo>
                <a:lnTo>
                  <a:pt x="1329960" y="1037414"/>
                </a:lnTo>
                <a:lnTo>
                  <a:pt x="1330129" y="1037574"/>
                </a:lnTo>
                <a:lnTo>
                  <a:pt x="1330298" y="1037735"/>
                </a:lnTo>
                <a:lnTo>
                  <a:pt x="1330476" y="1037904"/>
                </a:lnTo>
                <a:lnTo>
                  <a:pt x="1330645" y="1038064"/>
                </a:lnTo>
                <a:lnTo>
                  <a:pt x="1330823" y="1038224"/>
                </a:lnTo>
                <a:lnTo>
                  <a:pt x="1330992" y="1038384"/>
                </a:lnTo>
                <a:lnTo>
                  <a:pt x="1331170" y="1038544"/>
                </a:lnTo>
                <a:lnTo>
                  <a:pt x="1331339" y="1038704"/>
                </a:lnTo>
                <a:lnTo>
                  <a:pt x="1331508" y="1038864"/>
                </a:lnTo>
                <a:lnTo>
                  <a:pt x="1331686" y="1039025"/>
                </a:lnTo>
                <a:lnTo>
                  <a:pt x="1331855" y="1039185"/>
                </a:lnTo>
                <a:lnTo>
                  <a:pt x="1332033" y="1039336"/>
                </a:lnTo>
                <a:lnTo>
                  <a:pt x="1332202" y="1039496"/>
                </a:lnTo>
                <a:lnTo>
                  <a:pt x="1332380" y="1039656"/>
                </a:lnTo>
                <a:lnTo>
                  <a:pt x="1332549" y="1039816"/>
                </a:lnTo>
                <a:lnTo>
                  <a:pt x="1332718" y="1039976"/>
                </a:lnTo>
                <a:lnTo>
                  <a:pt x="1332896" y="1040128"/>
                </a:lnTo>
                <a:lnTo>
                  <a:pt x="1333065" y="1040288"/>
                </a:lnTo>
                <a:lnTo>
                  <a:pt x="1333242" y="1040448"/>
                </a:lnTo>
                <a:lnTo>
                  <a:pt x="1333412" y="1040599"/>
                </a:lnTo>
                <a:lnTo>
                  <a:pt x="1333589" y="1040759"/>
                </a:lnTo>
                <a:lnTo>
                  <a:pt x="1333759" y="1040911"/>
                </a:lnTo>
                <a:lnTo>
                  <a:pt x="1333928" y="1041071"/>
                </a:lnTo>
                <a:lnTo>
                  <a:pt x="1334106" y="1041222"/>
                </a:lnTo>
                <a:lnTo>
                  <a:pt x="1334275" y="1041382"/>
                </a:lnTo>
                <a:lnTo>
                  <a:pt x="1334452" y="1041533"/>
                </a:lnTo>
                <a:lnTo>
                  <a:pt x="1334621" y="1041694"/>
                </a:lnTo>
                <a:lnTo>
                  <a:pt x="1334799" y="1041845"/>
                </a:lnTo>
                <a:lnTo>
                  <a:pt x="1334968" y="1042005"/>
                </a:lnTo>
                <a:lnTo>
                  <a:pt x="1335137" y="1042156"/>
                </a:lnTo>
                <a:lnTo>
                  <a:pt x="1335315" y="1042307"/>
                </a:lnTo>
                <a:lnTo>
                  <a:pt x="1335484" y="1042459"/>
                </a:lnTo>
                <a:lnTo>
                  <a:pt x="1335662" y="1042619"/>
                </a:lnTo>
                <a:lnTo>
                  <a:pt x="1335831" y="1042770"/>
                </a:lnTo>
                <a:lnTo>
                  <a:pt x="1336009" y="1042921"/>
                </a:lnTo>
                <a:lnTo>
                  <a:pt x="1336178" y="1043073"/>
                </a:lnTo>
                <a:lnTo>
                  <a:pt x="1336347" y="1043224"/>
                </a:lnTo>
                <a:lnTo>
                  <a:pt x="1336525" y="1043375"/>
                </a:lnTo>
                <a:lnTo>
                  <a:pt x="1336694" y="1043526"/>
                </a:lnTo>
                <a:lnTo>
                  <a:pt x="1336872" y="1043677"/>
                </a:lnTo>
                <a:lnTo>
                  <a:pt x="1337041" y="1043829"/>
                </a:lnTo>
                <a:lnTo>
                  <a:pt x="1337210" y="1043980"/>
                </a:lnTo>
                <a:lnTo>
                  <a:pt x="1337388" y="1044131"/>
                </a:lnTo>
                <a:lnTo>
                  <a:pt x="1337557" y="1044282"/>
                </a:lnTo>
                <a:lnTo>
                  <a:pt x="1337735" y="1044434"/>
                </a:lnTo>
                <a:lnTo>
                  <a:pt x="1337904" y="1044585"/>
                </a:lnTo>
                <a:lnTo>
                  <a:pt x="1338082" y="1044736"/>
                </a:lnTo>
                <a:lnTo>
                  <a:pt x="1338251" y="1044887"/>
                </a:lnTo>
                <a:lnTo>
                  <a:pt x="1338420" y="1045030"/>
                </a:lnTo>
                <a:lnTo>
                  <a:pt x="1338598" y="1045181"/>
                </a:lnTo>
                <a:lnTo>
                  <a:pt x="1338767" y="1045332"/>
                </a:lnTo>
                <a:lnTo>
                  <a:pt x="1338945" y="1045475"/>
                </a:lnTo>
                <a:lnTo>
                  <a:pt x="1339114" y="1045626"/>
                </a:lnTo>
                <a:lnTo>
                  <a:pt x="1339292" y="1045777"/>
                </a:lnTo>
                <a:lnTo>
                  <a:pt x="1339461" y="1045919"/>
                </a:lnTo>
                <a:lnTo>
                  <a:pt x="1339630" y="1046071"/>
                </a:lnTo>
                <a:lnTo>
                  <a:pt x="1339808" y="1046213"/>
                </a:lnTo>
                <a:lnTo>
                  <a:pt x="1339977" y="1046364"/>
                </a:lnTo>
                <a:lnTo>
                  <a:pt x="1340155" y="1046507"/>
                </a:lnTo>
                <a:lnTo>
                  <a:pt x="1340324" y="1046658"/>
                </a:lnTo>
                <a:lnTo>
                  <a:pt x="1340502" y="1046800"/>
                </a:lnTo>
                <a:lnTo>
                  <a:pt x="1340671" y="1046942"/>
                </a:lnTo>
                <a:lnTo>
                  <a:pt x="1340840" y="1047094"/>
                </a:lnTo>
                <a:lnTo>
                  <a:pt x="1341018" y="1047236"/>
                </a:lnTo>
                <a:lnTo>
                  <a:pt x="1341187" y="1047378"/>
                </a:lnTo>
                <a:lnTo>
                  <a:pt x="1341365" y="1047530"/>
                </a:lnTo>
                <a:lnTo>
                  <a:pt x="1341534" y="1047672"/>
                </a:lnTo>
                <a:lnTo>
                  <a:pt x="1341712" y="1047814"/>
                </a:lnTo>
                <a:lnTo>
                  <a:pt x="1341881" y="1047957"/>
                </a:lnTo>
                <a:lnTo>
                  <a:pt x="1342050" y="1048099"/>
                </a:lnTo>
                <a:lnTo>
                  <a:pt x="1342228" y="1048250"/>
                </a:lnTo>
                <a:lnTo>
                  <a:pt x="1342397" y="1048393"/>
                </a:lnTo>
                <a:lnTo>
                  <a:pt x="1342575" y="1048535"/>
                </a:lnTo>
                <a:lnTo>
                  <a:pt x="1342744" y="1048677"/>
                </a:lnTo>
                <a:lnTo>
                  <a:pt x="1342922" y="1048820"/>
                </a:lnTo>
                <a:lnTo>
                  <a:pt x="1343091" y="1048962"/>
                </a:lnTo>
                <a:lnTo>
                  <a:pt x="1343260" y="1049104"/>
                </a:lnTo>
                <a:lnTo>
                  <a:pt x="1343438" y="1049247"/>
                </a:lnTo>
                <a:lnTo>
                  <a:pt x="1343607" y="1049389"/>
                </a:lnTo>
                <a:lnTo>
                  <a:pt x="1343785" y="1049522"/>
                </a:lnTo>
                <a:lnTo>
                  <a:pt x="1343954" y="1049665"/>
                </a:lnTo>
                <a:lnTo>
                  <a:pt x="1344132" y="1049807"/>
                </a:lnTo>
                <a:lnTo>
                  <a:pt x="1344301" y="1049950"/>
                </a:lnTo>
                <a:lnTo>
                  <a:pt x="1344470" y="1050092"/>
                </a:lnTo>
                <a:lnTo>
                  <a:pt x="1344648" y="1050225"/>
                </a:lnTo>
                <a:lnTo>
                  <a:pt x="1344817" y="1050368"/>
                </a:lnTo>
                <a:lnTo>
                  <a:pt x="1344995" y="1050510"/>
                </a:lnTo>
                <a:lnTo>
                  <a:pt x="1345164" y="1050643"/>
                </a:lnTo>
                <a:lnTo>
                  <a:pt x="1345342" y="1050786"/>
                </a:lnTo>
                <a:lnTo>
                  <a:pt x="1345511" y="1050928"/>
                </a:lnTo>
                <a:lnTo>
                  <a:pt x="1345680" y="1051062"/>
                </a:lnTo>
                <a:lnTo>
                  <a:pt x="1345858" y="1051204"/>
                </a:lnTo>
                <a:lnTo>
                  <a:pt x="1346027" y="1051337"/>
                </a:lnTo>
                <a:lnTo>
                  <a:pt x="1346205" y="1051480"/>
                </a:lnTo>
                <a:lnTo>
                  <a:pt x="1346374" y="1051613"/>
                </a:lnTo>
                <a:lnTo>
                  <a:pt x="1346552" y="1051747"/>
                </a:lnTo>
                <a:lnTo>
                  <a:pt x="1346721" y="1051889"/>
                </a:lnTo>
                <a:lnTo>
                  <a:pt x="1346890" y="1052022"/>
                </a:lnTo>
                <a:lnTo>
                  <a:pt x="1347068" y="1052165"/>
                </a:lnTo>
                <a:lnTo>
                  <a:pt x="1347237" y="1052298"/>
                </a:lnTo>
                <a:lnTo>
                  <a:pt x="1347415" y="1052432"/>
                </a:lnTo>
                <a:lnTo>
                  <a:pt x="1347584" y="1052565"/>
                </a:lnTo>
                <a:lnTo>
                  <a:pt x="1347762" y="1052707"/>
                </a:lnTo>
                <a:lnTo>
                  <a:pt x="1347931" y="1052841"/>
                </a:lnTo>
                <a:lnTo>
                  <a:pt x="1348100" y="1052974"/>
                </a:lnTo>
                <a:lnTo>
                  <a:pt x="1348278" y="1053108"/>
                </a:lnTo>
                <a:lnTo>
                  <a:pt x="1348447" y="1053241"/>
                </a:lnTo>
                <a:lnTo>
                  <a:pt x="1348624" y="1053375"/>
                </a:lnTo>
                <a:lnTo>
                  <a:pt x="1348794" y="1053508"/>
                </a:lnTo>
                <a:lnTo>
                  <a:pt x="1348971" y="1053642"/>
                </a:lnTo>
                <a:lnTo>
                  <a:pt x="1349140" y="1053775"/>
                </a:lnTo>
                <a:lnTo>
                  <a:pt x="1349310" y="1053908"/>
                </a:lnTo>
                <a:lnTo>
                  <a:pt x="1349487" y="1054042"/>
                </a:lnTo>
                <a:lnTo>
                  <a:pt x="1349656" y="1054175"/>
                </a:lnTo>
                <a:lnTo>
                  <a:pt x="1349834" y="1054309"/>
                </a:lnTo>
                <a:lnTo>
                  <a:pt x="1350003" y="1054442"/>
                </a:lnTo>
                <a:lnTo>
                  <a:pt x="1350181" y="1054576"/>
                </a:lnTo>
                <a:lnTo>
                  <a:pt x="1350350" y="1054709"/>
                </a:lnTo>
                <a:lnTo>
                  <a:pt x="1350519" y="1054843"/>
                </a:lnTo>
                <a:lnTo>
                  <a:pt x="1350697" y="1054967"/>
                </a:lnTo>
                <a:lnTo>
                  <a:pt x="1350866" y="1055100"/>
                </a:lnTo>
                <a:lnTo>
                  <a:pt x="1351044" y="1055234"/>
                </a:lnTo>
                <a:lnTo>
                  <a:pt x="1351213" y="1055367"/>
                </a:lnTo>
                <a:lnTo>
                  <a:pt x="1351391" y="1055492"/>
                </a:lnTo>
                <a:lnTo>
                  <a:pt x="1351560" y="1055625"/>
                </a:lnTo>
                <a:lnTo>
                  <a:pt x="1351729" y="1055750"/>
                </a:lnTo>
                <a:lnTo>
                  <a:pt x="1351907" y="1055883"/>
                </a:lnTo>
                <a:lnTo>
                  <a:pt x="1352076" y="1056017"/>
                </a:lnTo>
                <a:lnTo>
                  <a:pt x="1352254" y="1056141"/>
                </a:lnTo>
                <a:lnTo>
                  <a:pt x="1352423" y="1056275"/>
                </a:lnTo>
                <a:lnTo>
                  <a:pt x="1352601" y="1056399"/>
                </a:lnTo>
                <a:lnTo>
                  <a:pt x="1352770" y="1056524"/>
                </a:lnTo>
                <a:lnTo>
                  <a:pt x="1352939" y="1056657"/>
                </a:lnTo>
                <a:lnTo>
                  <a:pt x="1353117" y="1056782"/>
                </a:lnTo>
                <a:lnTo>
                  <a:pt x="1353286" y="1056915"/>
                </a:lnTo>
                <a:lnTo>
                  <a:pt x="1353464" y="1057040"/>
                </a:lnTo>
                <a:lnTo>
                  <a:pt x="1353633" y="1057165"/>
                </a:lnTo>
                <a:lnTo>
                  <a:pt x="1353811" y="1057298"/>
                </a:lnTo>
                <a:lnTo>
                  <a:pt x="1353980" y="1057423"/>
                </a:lnTo>
                <a:lnTo>
                  <a:pt x="1354149" y="1057547"/>
                </a:lnTo>
                <a:lnTo>
                  <a:pt x="1354327" y="1057672"/>
                </a:lnTo>
                <a:lnTo>
                  <a:pt x="1354496" y="1057805"/>
                </a:lnTo>
                <a:lnTo>
                  <a:pt x="1354674" y="1057930"/>
                </a:lnTo>
                <a:lnTo>
                  <a:pt x="1354843" y="1058054"/>
                </a:lnTo>
                <a:lnTo>
                  <a:pt x="1355021" y="1058179"/>
                </a:lnTo>
                <a:lnTo>
                  <a:pt x="1355190" y="1058303"/>
                </a:lnTo>
                <a:lnTo>
                  <a:pt x="1355359" y="1058428"/>
                </a:lnTo>
                <a:lnTo>
                  <a:pt x="1355537" y="1058552"/>
                </a:lnTo>
                <a:lnTo>
                  <a:pt x="1355706" y="1058677"/>
                </a:lnTo>
                <a:lnTo>
                  <a:pt x="1355884" y="1058801"/>
                </a:lnTo>
                <a:lnTo>
                  <a:pt x="1356053" y="1058926"/>
                </a:lnTo>
                <a:lnTo>
                  <a:pt x="1356222" y="1059051"/>
                </a:lnTo>
                <a:lnTo>
                  <a:pt x="1356400" y="1059175"/>
                </a:lnTo>
                <a:lnTo>
                  <a:pt x="1356569" y="1059300"/>
                </a:lnTo>
                <a:lnTo>
                  <a:pt x="1356747" y="1059424"/>
                </a:lnTo>
                <a:lnTo>
                  <a:pt x="1356916" y="1059540"/>
                </a:lnTo>
                <a:lnTo>
                  <a:pt x="1357094" y="1059664"/>
                </a:lnTo>
                <a:lnTo>
                  <a:pt x="1357263" y="1059789"/>
                </a:lnTo>
                <a:lnTo>
                  <a:pt x="1357432" y="1059913"/>
                </a:lnTo>
                <a:lnTo>
                  <a:pt x="1357610" y="1060029"/>
                </a:lnTo>
                <a:lnTo>
                  <a:pt x="1357779" y="1060154"/>
                </a:lnTo>
                <a:lnTo>
                  <a:pt x="1357957" y="1060278"/>
                </a:lnTo>
                <a:lnTo>
                  <a:pt x="1358126" y="1060394"/>
                </a:lnTo>
                <a:lnTo>
                  <a:pt x="1358304" y="1060518"/>
                </a:lnTo>
                <a:lnTo>
                  <a:pt x="1358473" y="1060643"/>
                </a:lnTo>
                <a:lnTo>
                  <a:pt x="1358642" y="1060759"/>
                </a:lnTo>
                <a:lnTo>
                  <a:pt x="1358820" y="1060883"/>
                </a:lnTo>
                <a:lnTo>
                  <a:pt x="1358989" y="1060999"/>
                </a:lnTo>
                <a:lnTo>
                  <a:pt x="1359167" y="1061123"/>
                </a:lnTo>
                <a:lnTo>
                  <a:pt x="1359336" y="1061239"/>
                </a:lnTo>
                <a:lnTo>
                  <a:pt x="1359514" y="1061364"/>
                </a:lnTo>
                <a:lnTo>
                  <a:pt x="1359683" y="1061479"/>
                </a:lnTo>
                <a:lnTo>
                  <a:pt x="1359852" y="1061604"/>
                </a:lnTo>
                <a:lnTo>
                  <a:pt x="1360030" y="1061719"/>
                </a:lnTo>
                <a:lnTo>
                  <a:pt x="1360199" y="1061835"/>
                </a:lnTo>
                <a:lnTo>
                  <a:pt x="1360377" y="1061960"/>
                </a:lnTo>
                <a:lnTo>
                  <a:pt x="1360546" y="1062075"/>
                </a:lnTo>
                <a:lnTo>
                  <a:pt x="1360724" y="1062191"/>
                </a:lnTo>
                <a:lnTo>
                  <a:pt x="1360893" y="1062307"/>
                </a:lnTo>
                <a:lnTo>
                  <a:pt x="1361062" y="1062431"/>
                </a:lnTo>
                <a:lnTo>
                  <a:pt x="1361240" y="1062547"/>
                </a:lnTo>
                <a:lnTo>
                  <a:pt x="1361409" y="1062662"/>
                </a:lnTo>
                <a:lnTo>
                  <a:pt x="1361587" y="1062778"/>
                </a:lnTo>
                <a:lnTo>
                  <a:pt x="1361756" y="1062894"/>
                </a:lnTo>
                <a:lnTo>
                  <a:pt x="1361934" y="1063009"/>
                </a:lnTo>
                <a:lnTo>
                  <a:pt x="1362103" y="1063125"/>
                </a:lnTo>
                <a:lnTo>
                  <a:pt x="1362272" y="1063250"/>
                </a:lnTo>
                <a:lnTo>
                  <a:pt x="1362450" y="1063365"/>
                </a:lnTo>
                <a:lnTo>
                  <a:pt x="1362619" y="1063481"/>
                </a:lnTo>
                <a:lnTo>
                  <a:pt x="1362797" y="1063597"/>
                </a:lnTo>
                <a:lnTo>
                  <a:pt x="1362966" y="1063703"/>
                </a:lnTo>
                <a:lnTo>
                  <a:pt x="1363144" y="1063819"/>
                </a:lnTo>
                <a:lnTo>
                  <a:pt x="1363313" y="1063935"/>
                </a:lnTo>
                <a:lnTo>
                  <a:pt x="1363482" y="1064050"/>
                </a:lnTo>
                <a:lnTo>
                  <a:pt x="1363660" y="1064166"/>
                </a:lnTo>
                <a:lnTo>
                  <a:pt x="1363828" y="1064282"/>
                </a:lnTo>
                <a:lnTo>
                  <a:pt x="1364006" y="1064397"/>
                </a:lnTo>
                <a:lnTo>
                  <a:pt x="1364175" y="1064504"/>
                </a:lnTo>
                <a:lnTo>
                  <a:pt x="1364353" y="1064620"/>
                </a:lnTo>
                <a:lnTo>
                  <a:pt x="1364522" y="1064735"/>
                </a:lnTo>
                <a:lnTo>
                  <a:pt x="1364692" y="1064851"/>
                </a:lnTo>
                <a:lnTo>
                  <a:pt x="1364869" y="1064958"/>
                </a:lnTo>
                <a:lnTo>
                  <a:pt x="1365038" y="1065073"/>
                </a:lnTo>
                <a:lnTo>
                  <a:pt x="1365216" y="1065189"/>
                </a:lnTo>
                <a:lnTo>
                  <a:pt x="1365385" y="1065296"/>
                </a:lnTo>
                <a:lnTo>
                  <a:pt x="1365563" y="1065412"/>
                </a:lnTo>
                <a:lnTo>
                  <a:pt x="1365732" y="1065518"/>
                </a:lnTo>
                <a:lnTo>
                  <a:pt x="1365901" y="1065634"/>
                </a:lnTo>
                <a:lnTo>
                  <a:pt x="1366079" y="1065741"/>
                </a:lnTo>
                <a:lnTo>
                  <a:pt x="1366248" y="1065856"/>
                </a:lnTo>
                <a:lnTo>
                  <a:pt x="1366426" y="1065963"/>
                </a:lnTo>
                <a:lnTo>
                  <a:pt x="1366595" y="1066079"/>
                </a:lnTo>
                <a:lnTo>
                  <a:pt x="1366773" y="1066186"/>
                </a:lnTo>
                <a:lnTo>
                  <a:pt x="1366942" y="1066301"/>
                </a:lnTo>
                <a:lnTo>
                  <a:pt x="1367111" y="1066408"/>
                </a:lnTo>
                <a:lnTo>
                  <a:pt x="1367289" y="1066515"/>
                </a:lnTo>
                <a:lnTo>
                  <a:pt x="1367458" y="1066630"/>
                </a:lnTo>
                <a:lnTo>
                  <a:pt x="1367636" y="1066737"/>
                </a:lnTo>
                <a:lnTo>
                  <a:pt x="1367805" y="1066844"/>
                </a:lnTo>
                <a:lnTo>
                  <a:pt x="1367983" y="1066960"/>
                </a:lnTo>
                <a:lnTo>
                  <a:pt x="1368152" y="1067066"/>
                </a:lnTo>
                <a:lnTo>
                  <a:pt x="1368321" y="1067173"/>
                </a:lnTo>
                <a:lnTo>
                  <a:pt x="1368499" y="1067280"/>
                </a:lnTo>
                <a:lnTo>
                  <a:pt x="1368668" y="1067387"/>
                </a:lnTo>
                <a:lnTo>
                  <a:pt x="1368846" y="1067502"/>
                </a:lnTo>
                <a:lnTo>
                  <a:pt x="1369015" y="1067609"/>
                </a:lnTo>
                <a:lnTo>
                  <a:pt x="1369193" y="1067716"/>
                </a:lnTo>
                <a:lnTo>
                  <a:pt x="1369362" y="1067822"/>
                </a:lnTo>
                <a:lnTo>
                  <a:pt x="1369531" y="1067929"/>
                </a:lnTo>
                <a:lnTo>
                  <a:pt x="1369709" y="1068036"/>
                </a:lnTo>
                <a:lnTo>
                  <a:pt x="1369878" y="1068143"/>
                </a:lnTo>
                <a:lnTo>
                  <a:pt x="1370056" y="1068249"/>
                </a:lnTo>
                <a:lnTo>
                  <a:pt x="1370225" y="1068356"/>
                </a:lnTo>
                <a:lnTo>
                  <a:pt x="1370403" y="1068463"/>
                </a:lnTo>
                <a:lnTo>
                  <a:pt x="1370572" y="1068570"/>
                </a:lnTo>
                <a:lnTo>
                  <a:pt x="1370741" y="1068676"/>
                </a:lnTo>
                <a:lnTo>
                  <a:pt x="1370919" y="1068774"/>
                </a:lnTo>
                <a:lnTo>
                  <a:pt x="1371088" y="1068881"/>
                </a:lnTo>
                <a:lnTo>
                  <a:pt x="1371266" y="1068988"/>
                </a:lnTo>
                <a:lnTo>
                  <a:pt x="1371435" y="1069095"/>
                </a:lnTo>
                <a:lnTo>
                  <a:pt x="1371613" y="1069201"/>
                </a:lnTo>
                <a:lnTo>
                  <a:pt x="1371782" y="1069299"/>
                </a:lnTo>
                <a:lnTo>
                  <a:pt x="1371951" y="1069406"/>
                </a:lnTo>
                <a:lnTo>
                  <a:pt x="1372129" y="1069513"/>
                </a:lnTo>
                <a:lnTo>
                  <a:pt x="1372298" y="1069620"/>
                </a:lnTo>
                <a:lnTo>
                  <a:pt x="1372476" y="1069717"/>
                </a:lnTo>
                <a:lnTo>
                  <a:pt x="1372645" y="1069824"/>
                </a:lnTo>
                <a:lnTo>
                  <a:pt x="1372823" y="1069922"/>
                </a:lnTo>
                <a:lnTo>
                  <a:pt x="1372992" y="1070029"/>
                </a:lnTo>
                <a:lnTo>
                  <a:pt x="1373161" y="1070136"/>
                </a:lnTo>
                <a:lnTo>
                  <a:pt x="1373339" y="1070233"/>
                </a:lnTo>
                <a:lnTo>
                  <a:pt x="1373508" y="1070340"/>
                </a:lnTo>
                <a:lnTo>
                  <a:pt x="1373686" y="1070438"/>
                </a:lnTo>
                <a:lnTo>
                  <a:pt x="1373855" y="1070545"/>
                </a:lnTo>
                <a:lnTo>
                  <a:pt x="1374033" y="1070643"/>
                </a:lnTo>
                <a:lnTo>
                  <a:pt x="1374202" y="1070749"/>
                </a:lnTo>
                <a:lnTo>
                  <a:pt x="1374371" y="1070847"/>
                </a:lnTo>
                <a:lnTo>
                  <a:pt x="1374549" y="1070945"/>
                </a:lnTo>
                <a:lnTo>
                  <a:pt x="1374718" y="1071052"/>
                </a:lnTo>
                <a:lnTo>
                  <a:pt x="1374896" y="1071150"/>
                </a:lnTo>
                <a:lnTo>
                  <a:pt x="1375065" y="1071248"/>
                </a:lnTo>
                <a:lnTo>
                  <a:pt x="1375234" y="1071354"/>
                </a:lnTo>
                <a:lnTo>
                  <a:pt x="1375412" y="1071452"/>
                </a:lnTo>
                <a:lnTo>
                  <a:pt x="1375581" y="1071550"/>
                </a:lnTo>
                <a:lnTo>
                  <a:pt x="1375759" y="1071657"/>
                </a:lnTo>
                <a:lnTo>
                  <a:pt x="1375928" y="1071755"/>
                </a:lnTo>
                <a:lnTo>
                  <a:pt x="1376106" y="1071853"/>
                </a:lnTo>
                <a:lnTo>
                  <a:pt x="1376275" y="1071950"/>
                </a:lnTo>
                <a:lnTo>
                  <a:pt x="1376444" y="1072048"/>
                </a:lnTo>
                <a:lnTo>
                  <a:pt x="1376622" y="1072146"/>
                </a:lnTo>
                <a:lnTo>
                  <a:pt x="1376791" y="1072244"/>
                </a:lnTo>
                <a:lnTo>
                  <a:pt x="1376969" y="1072351"/>
                </a:lnTo>
                <a:lnTo>
                  <a:pt x="1377138" y="1072449"/>
                </a:lnTo>
                <a:lnTo>
                  <a:pt x="1377316" y="1072547"/>
                </a:lnTo>
                <a:lnTo>
                  <a:pt x="1377485" y="1072644"/>
                </a:lnTo>
                <a:lnTo>
                  <a:pt x="1377654" y="1072742"/>
                </a:lnTo>
                <a:lnTo>
                  <a:pt x="1377831" y="1072840"/>
                </a:lnTo>
                <a:lnTo>
                  <a:pt x="1378001" y="1072938"/>
                </a:lnTo>
                <a:lnTo>
                  <a:pt x="1378178" y="1073036"/>
                </a:lnTo>
                <a:lnTo>
                  <a:pt x="1378348" y="1073125"/>
                </a:lnTo>
                <a:lnTo>
                  <a:pt x="1378525" y="1073223"/>
                </a:lnTo>
                <a:lnTo>
                  <a:pt x="1378695" y="1073321"/>
                </a:lnTo>
                <a:lnTo>
                  <a:pt x="1378864" y="1073418"/>
                </a:lnTo>
                <a:lnTo>
                  <a:pt x="1379041" y="1073516"/>
                </a:lnTo>
                <a:lnTo>
                  <a:pt x="1379210" y="1073614"/>
                </a:lnTo>
                <a:lnTo>
                  <a:pt x="1379388" y="1073703"/>
                </a:lnTo>
                <a:lnTo>
                  <a:pt x="1379557" y="1073801"/>
                </a:lnTo>
                <a:lnTo>
                  <a:pt x="1379735" y="1073899"/>
                </a:lnTo>
                <a:lnTo>
                  <a:pt x="1379904" y="1073997"/>
                </a:lnTo>
                <a:lnTo>
                  <a:pt x="1380073" y="1074086"/>
                </a:lnTo>
                <a:lnTo>
                  <a:pt x="1380251" y="1074183"/>
                </a:lnTo>
                <a:lnTo>
                  <a:pt x="1380420" y="1074281"/>
                </a:lnTo>
                <a:lnTo>
                  <a:pt x="1380598" y="1074370"/>
                </a:lnTo>
                <a:lnTo>
                  <a:pt x="1380767" y="1074468"/>
                </a:lnTo>
                <a:lnTo>
                  <a:pt x="1380945" y="1074566"/>
                </a:lnTo>
                <a:lnTo>
                  <a:pt x="1381114" y="1074655"/>
                </a:lnTo>
                <a:lnTo>
                  <a:pt x="1381283" y="1074753"/>
                </a:lnTo>
                <a:lnTo>
                  <a:pt x="1381461" y="1074842"/>
                </a:lnTo>
                <a:lnTo>
                  <a:pt x="1381630" y="1074940"/>
                </a:lnTo>
                <a:lnTo>
                  <a:pt x="1381808" y="1075029"/>
                </a:lnTo>
                <a:lnTo>
                  <a:pt x="1381977" y="1075126"/>
                </a:lnTo>
                <a:lnTo>
                  <a:pt x="1382155" y="1075215"/>
                </a:lnTo>
                <a:lnTo>
                  <a:pt x="1382324" y="1075313"/>
                </a:lnTo>
                <a:lnTo>
                  <a:pt x="1382493" y="1075402"/>
                </a:lnTo>
                <a:lnTo>
                  <a:pt x="1382671" y="1075491"/>
                </a:lnTo>
                <a:lnTo>
                  <a:pt x="1382840" y="1075589"/>
                </a:lnTo>
                <a:lnTo>
                  <a:pt x="1383018" y="1075678"/>
                </a:lnTo>
                <a:lnTo>
                  <a:pt x="1383187" y="1075767"/>
                </a:lnTo>
                <a:lnTo>
                  <a:pt x="1383365" y="1075865"/>
                </a:lnTo>
                <a:lnTo>
                  <a:pt x="1383534" y="1075954"/>
                </a:lnTo>
                <a:lnTo>
                  <a:pt x="1383703" y="1076043"/>
                </a:lnTo>
                <a:lnTo>
                  <a:pt x="1383881" y="1076141"/>
                </a:lnTo>
                <a:lnTo>
                  <a:pt x="1384050" y="1076230"/>
                </a:lnTo>
                <a:lnTo>
                  <a:pt x="1384228" y="1076319"/>
                </a:lnTo>
                <a:lnTo>
                  <a:pt x="1384397" y="1076408"/>
                </a:lnTo>
                <a:lnTo>
                  <a:pt x="1384575" y="1076496"/>
                </a:lnTo>
                <a:lnTo>
                  <a:pt x="1384744" y="1076585"/>
                </a:lnTo>
                <a:lnTo>
                  <a:pt x="1384913" y="1076683"/>
                </a:lnTo>
                <a:lnTo>
                  <a:pt x="1385091" y="1076772"/>
                </a:lnTo>
                <a:lnTo>
                  <a:pt x="1385260" y="1076861"/>
                </a:lnTo>
                <a:lnTo>
                  <a:pt x="1385438" y="1076950"/>
                </a:lnTo>
                <a:lnTo>
                  <a:pt x="1385607" y="1077039"/>
                </a:lnTo>
                <a:lnTo>
                  <a:pt x="1385785" y="1077128"/>
                </a:lnTo>
                <a:lnTo>
                  <a:pt x="1385954" y="1077217"/>
                </a:lnTo>
                <a:lnTo>
                  <a:pt x="1386123" y="1077306"/>
                </a:lnTo>
                <a:lnTo>
                  <a:pt x="1386301" y="1077395"/>
                </a:lnTo>
                <a:lnTo>
                  <a:pt x="1386470" y="1077484"/>
                </a:lnTo>
                <a:lnTo>
                  <a:pt x="1386648" y="1077573"/>
                </a:lnTo>
                <a:lnTo>
                  <a:pt x="1386817" y="1077662"/>
                </a:lnTo>
                <a:lnTo>
                  <a:pt x="1386995" y="1077742"/>
                </a:lnTo>
                <a:lnTo>
                  <a:pt x="1387164" y="1077831"/>
                </a:lnTo>
                <a:lnTo>
                  <a:pt x="1387333" y="1077920"/>
                </a:lnTo>
                <a:lnTo>
                  <a:pt x="1387511" y="1078009"/>
                </a:lnTo>
                <a:lnTo>
                  <a:pt x="1387680" y="1078098"/>
                </a:lnTo>
                <a:lnTo>
                  <a:pt x="1387858" y="1078187"/>
                </a:lnTo>
                <a:lnTo>
                  <a:pt x="1388027" y="1078267"/>
                </a:lnTo>
                <a:lnTo>
                  <a:pt x="1388205" y="1078356"/>
                </a:lnTo>
                <a:lnTo>
                  <a:pt x="1388374" y="1078445"/>
                </a:lnTo>
                <a:lnTo>
                  <a:pt x="1388543" y="1078525"/>
                </a:lnTo>
                <a:lnTo>
                  <a:pt x="1388721" y="1078614"/>
                </a:lnTo>
                <a:lnTo>
                  <a:pt x="1388890" y="1078703"/>
                </a:lnTo>
                <a:lnTo>
                  <a:pt x="1389068" y="1078783"/>
                </a:lnTo>
                <a:lnTo>
                  <a:pt x="1389237" y="1078872"/>
                </a:lnTo>
                <a:lnTo>
                  <a:pt x="1389415" y="1078961"/>
                </a:lnTo>
                <a:lnTo>
                  <a:pt x="1389584" y="1079041"/>
                </a:lnTo>
                <a:lnTo>
                  <a:pt x="1389753" y="1079130"/>
                </a:lnTo>
                <a:lnTo>
                  <a:pt x="1389931" y="1079210"/>
                </a:lnTo>
                <a:lnTo>
                  <a:pt x="1390100" y="1079299"/>
                </a:lnTo>
                <a:lnTo>
                  <a:pt x="1390278" y="1079379"/>
                </a:lnTo>
                <a:lnTo>
                  <a:pt x="1390447" y="1079468"/>
                </a:lnTo>
                <a:lnTo>
                  <a:pt x="1390625" y="1079548"/>
                </a:lnTo>
                <a:lnTo>
                  <a:pt x="1390794" y="1079637"/>
                </a:lnTo>
                <a:lnTo>
                  <a:pt x="1390963" y="1079717"/>
                </a:lnTo>
                <a:lnTo>
                  <a:pt x="1391141" y="1079806"/>
                </a:lnTo>
                <a:lnTo>
                  <a:pt x="1391310" y="1079886"/>
                </a:lnTo>
                <a:lnTo>
                  <a:pt x="1391488" y="1079966"/>
                </a:lnTo>
                <a:lnTo>
                  <a:pt x="1391657" y="1080055"/>
                </a:lnTo>
                <a:lnTo>
                  <a:pt x="1391835" y="1080135"/>
                </a:lnTo>
                <a:lnTo>
                  <a:pt x="1392004" y="1080215"/>
                </a:lnTo>
                <a:lnTo>
                  <a:pt x="1392173" y="1080304"/>
                </a:lnTo>
                <a:lnTo>
                  <a:pt x="1392351" y="1080384"/>
                </a:lnTo>
                <a:lnTo>
                  <a:pt x="1392520" y="1080464"/>
                </a:lnTo>
                <a:lnTo>
                  <a:pt x="1392698" y="1080544"/>
                </a:lnTo>
                <a:lnTo>
                  <a:pt x="1392867" y="1080633"/>
                </a:lnTo>
                <a:lnTo>
                  <a:pt x="1393045" y="1080713"/>
                </a:lnTo>
                <a:lnTo>
                  <a:pt x="1393213" y="1080793"/>
                </a:lnTo>
                <a:lnTo>
                  <a:pt x="1393383" y="1080874"/>
                </a:lnTo>
                <a:lnTo>
                  <a:pt x="1393560" y="1080954"/>
                </a:lnTo>
                <a:lnTo>
                  <a:pt x="1393730" y="1081034"/>
                </a:lnTo>
                <a:lnTo>
                  <a:pt x="1393907" y="1081123"/>
                </a:lnTo>
                <a:lnTo>
                  <a:pt x="1394076" y="1081203"/>
                </a:lnTo>
                <a:lnTo>
                  <a:pt x="1394246" y="1081283"/>
                </a:lnTo>
                <a:lnTo>
                  <a:pt x="1394423" y="1081363"/>
                </a:lnTo>
                <a:lnTo>
                  <a:pt x="1394592" y="1081443"/>
                </a:lnTo>
                <a:lnTo>
                  <a:pt x="1394770" y="1081523"/>
                </a:lnTo>
                <a:lnTo>
                  <a:pt x="1394939" y="1081603"/>
                </a:lnTo>
                <a:lnTo>
                  <a:pt x="1395117" y="1081683"/>
                </a:lnTo>
                <a:lnTo>
                  <a:pt x="1395286" y="1081763"/>
                </a:lnTo>
                <a:lnTo>
                  <a:pt x="1395455" y="1081843"/>
                </a:lnTo>
                <a:lnTo>
                  <a:pt x="1395633" y="1081923"/>
                </a:lnTo>
                <a:lnTo>
                  <a:pt x="1395802" y="1082003"/>
                </a:lnTo>
                <a:lnTo>
                  <a:pt x="1395980" y="1082075"/>
                </a:lnTo>
                <a:lnTo>
                  <a:pt x="1396149" y="1082155"/>
                </a:lnTo>
                <a:lnTo>
                  <a:pt x="1396327" y="1082235"/>
                </a:lnTo>
                <a:lnTo>
                  <a:pt x="1396496" y="1082315"/>
                </a:lnTo>
                <a:lnTo>
                  <a:pt x="1396665" y="1082395"/>
                </a:lnTo>
                <a:lnTo>
                  <a:pt x="1396843" y="1082475"/>
                </a:lnTo>
                <a:lnTo>
                  <a:pt x="1397012" y="1082546"/>
                </a:lnTo>
                <a:lnTo>
                  <a:pt x="1397190" y="1082626"/>
                </a:lnTo>
                <a:lnTo>
                  <a:pt x="1397359" y="1082706"/>
                </a:lnTo>
                <a:lnTo>
                  <a:pt x="1397537" y="1082786"/>
                </a:lnTo>
                <a:lnTo>
                  <a:pt x="1397706" y="1082857"/>
                </a:lnTo>
                <a:lnTo>
                  <a:pt x="1397875" y="1082938"/>
                </a:lnTo>
                <a:lnTo>
                  <a:pt x="1398053" y="1083018"/>
                </a:lnTo>
                <a:lnTo>
                  <a:pt x="1398222" y="1083089"/>
                </a:lnTo>
                <a:lnTo>
                  <a:pt x="1398400" y="1083169"/>
                </a:lnTo>
                <a:lnTo>
                  <a:pt x="1398569" y="1083249"/>
                </a:lnTo>
                <a:lnTo>
                  <a:pt x="1398747" y="1083320"/>
                </a:lnTo>
                <a:lnTo>
                  <a:pt x="1398916" y="1083400"/>
                </a:lnTo>
                <a:lnTo>
                  <a:pt x="1399085" y="1083471"/>
                </a:lnTo>
                <a:lnTo>
                  <a:pt x="1399263" y="1083551"/>
                </a:lnTo>
                <a:lnTo>
                  <a:pt x="1399432" y="1083623"/>
                </a:lnTo>
                <a:lnTo>
                  <a:pt x="1399610" y="1083703"/>
                </a:lnTo>
                <a:lnTo>
                  <a:pt x="1399779" y="1083774"/>
                </a:lnTo>
                <a:lnTo>
                  <a:pt x="1399957" y="1083854"/>
                </a:lnTo>
                <a:lnTo>
                  <a:pt x="1400126" y="1083925"/>
                </a:lnTo>
                <a:lnTo>
                  <a:pt x="1400295" y="1084005"/>
                </a:lnTo>
                <a:lnTo>
                  <a:pt x="1400473" y="1084076"/>
                </a:lnTo>
                <a:lnTo>
                  <a:pt x="1400642" y="1084156"/>
                </a:lnTo>
                <a:lnTo>
                  <a:pt x="1400820" y="1084228"/>
                </a:lnTo>
                <a:lnTo>
                  <a:pt x="1400989" y="1084299"/>
                </a:lnTo>
                <a:lnTo>
                  <a:pt x="1401167" y="1084379"/>
                </a:lnTo>
                <a:lnTo>
                  <a:pt x="1401336" y="1084450"/>
                </a:lnTo>
                <a:lnTo>
                  <a:pt x="1401505" y="1084521"/>
                </a:lnTo>
                <a:lnTo>
                  <a:pt x="1401683" y="1084601"/>
                </a:lnTo>
                <a:lnTo>
                  <a:pt x="1401852" y="1084672"/>
                </a:lnTo>
                <a:lnTo>
                  <a:pt x="1402030" y="1084744"/>
                </a:lnTo>
                <a:lnTo>
                  <a:pt x="1402199" y="1084815"/>
                </a:lnTo>
                <a:lnTo>
                  <a:pt x="1402377" y="1084895"/>
                </a:lnTo>
                <a:lnTo>
                  <a:pt x="1402546" y="1084966"/>
                </a:lnTo>
                <a:lnTo>
                  <a:pt x="1402715" y="1085037"/>
                </a:lnTo>
                <a:lnTo>
                  <a:pt x="1402893" y="1085108"/>
                </a:lnTo>
                <a:lnTo>
                  <a:pt x="1403062" y="1085179"/>
                </a:lnTo>
                <a:lnTo>
                  <a:pt x="1403240" y="1085251"/>
                </a:lnTo>
                <a:lnTo>
                  <a:pt x="1403409" y="1085331"/>
                </a:lnTo>
                <a:lnTo>
                  <a:pt x="1403587" y="1085402"/>
                </a:lnTo>
                <a:lnTo>
                  <a:pt x="1403756" y="1085473"/>
                </a:lnTo>
                <a:lnTo>
                  <a:pt x="1403925" y="1085544"/>
                </a:lnTo>
                <a:lnTo>
                  <a:pt x="1404103" y="1085615"/>
                </a:lnTo>
                <a:lnTo>
                  <a:pt x="1404272" y="1085686"/>
                </a:lnTo>
                <a:lnTo>
                  <a:pt x="1404450" y="1085758"/>
                </a:lnTo>
                <a:lnTo>
                  <a:pt x="1404619" y="1085829"/>
                </a:lnTo>
                <a:lnTo>
                  <a:pt x="1404797" y="1085900"/>
                </a:lnTo>
                <a:lnTo>
                  <a:pt x="1404966" y="1085971"/>
                </a:lnTo>
                <a:lnTo>
                  <a:pt x="1405135" y="1086042"/>
                </a:lnTo>
                <a:lnTo>
                  <a:pt x="1405313" y="1086114"/>
                </a:lnTo>
                <a:lnTo>
                  <a:pt x="1405482" y="1086185"/>
                </a:lnTo>
                <a:lnTo>
                  <a:pt x="1405660" y="1086256"/>
                </a:lnTo>
                <a:lnTo>
                  <a:pt x="1405829" y="1086327"/>
                </a:lnTo>
                <a:lnTo>
                  <a:pt x="1406007" y="1086389"/>
                </a:lnTo>
                <a:lnTo>
                  <a:pt x="1406176" y="1086460"/>
                </a:lnTo>
                <a:lnTo>
                  <a:pt x="1406345" y="1086532"/>
                </a:lnTo>
                <a:lnTo>
                  <a:pt x="1406523" y="1086603"/>
                </a:lnTo>
                <a:lnTo>
                  <a:pt x="1406692" y="1086674"/>
                </a:lnTo>
                <a:lnTo>
                  <a:pt x="1406870" y="1086736"/>
                </a:lnTo>
                <a:lnTo>
                  <a:pt x="1407039" y="1086807"/>
                </a:lnTo>
                <a:lnTo>
                  <a:pt x="1407216" y="1086879"/>
                </a:lnTo>
                <a:lnTo>
                  <a:pt x="1407386" y="1086950"/>
                </a:lnTo>
                <a:lnTo>
                  <a:pt x="1407555" y="1087012"/>
                </a:lnTo>
                <a:lnTo>
                  <a:pt x="1407733" y="1087083"/>
                </a:lnTo>
                <a:lnTo>
                  <a:pt x="1407902" y="1087154"/>
                </a:lnTo>
                <a:lnTo>
                  <a:pt x="1408079" y="1087226"/>
                </a:lnTo>
                <a:lnTo>
                  <a:pt x="1408249" y="1087288"/>
                </a:lnTo>
                <a:lnTo>
                  <a:pt x="1408426" y="1087359"/>
                </a:lnTo>
                <a:lnTo>
                  <a:pt x="1408595" y="1087421"/>
                </a:lnTo>
                <a:lnTo>
                  <a:pt x="1408764" y="1087492"/>
                </a:lnTo>
                <a:lnTo>
                  <a:pt x="1408942" y="1087564"/>
                </a:lnTo>
                <a:lnTo>
                  <a:pt x="1409111" y="1087626"/>
                </a:lnTo>
                <a:lnTo>
                  <a:pt x="1409289" y="1087697"/>
                </a:lnTo>
                <a:lnTo>
                  <a:pt x="1409458" y="1087759"/>
                </a:lnTo>
                <a:lnTo>
                  <a:pt x="1409636" y="1087831"/>
                </a:lnTo>
                <a:lnTo>
                  <a:pt x="1409805" y="1087893"/>
                </a:lnTo>
                <a:lnTo>
                  <a:pt x="1409974" y="1087964"/>
                </a:lnTo>
                <a:lnTo>
                  <a:pt x="1410152" y="1088026"/>
                </a:lnTo>
                <a:lnTo>
                  <a:pt x="1410321" y="1088097"/>
                </a:lnTo>
                <a:lnTo>
                  <a:pt x="1410499" y="1088160"/>
                </a:lnTo>
                <a:lnTo>
                  <a:pt x="1410668" y="1088231"/>
                </a:lnTo>
                <a:lnTo>
                  <a:pt x="1410846" y="1088293"/>
                </a:lnTo>
                <a:lnTo>
                  <a:pt x="1411015" y="1088364"/>
                </a:lnTo>
                <a:lnTo>
                  <a:pt x="1411184" y="1088427"/>
                </a:lnTo>
                <a:lnTo>
                  <a:pt x="1411362" y="1088489"/>
                </a:lnTo>
                <a:lnTo>
                  <a:pt x="1411531" y="1088560"/>
                </a:lnTo>
                <a:lnTo>
                  <a:pt x="1411709" y="1088622"/>
                </a:lnTo>
                <a:lnTo>
                  <a:pt x="1411878" y="1088685"/>
                </a:lnTo>
                <a:lnTo>
                  <a:pt x="1412056" y="1088756"/>
                </a:lnTo>
                <a:lnTo>
                  <a:pt x="1412225" y="1088818"/>
                </a:lnTo>
                <a:lnTo>
                  <a:pt x="1412394" y="1088880"/>
                </a:lnTo>
                <a:lnTo>
                  <a:pt x="1412572" y="1088943"/>
                </a:lnTo>
                <a:lnTo>
                  <a:pt x="1412741" y="1089014"/>
                </a:lnTo>
                <a:lnTo>
                  <a:pt x="1412919" y="1089076"/>
                </a:lnTo>
                <a:lnTo>
                  <a:pt x="1413088" y="1089138"/>
                </a:lnTo>
                <a:lnTo>
                  <a:pt x="1413257" y="1089201"/>
                </a:lnTo>
                <a:lnTo>
                  <a:pt x="1413435" y="1089263"/>
                </a:lnTo>
                <a:lnTo>
                  <a:pt x="1413604" y="1089334"/>
                </a:lnTo>
                <a:lnTo>
                  <a:pt x="1413782" y="1089396"/>
                </a:lnTo>
                <a:lnTo>
                  <a:pt x="1413951" y="1089459"/>
                </a:lnTo>
                <a:lnTo>
                  <a:pt x="1414129" y="1089521"/>
                </a:lnTo>
                <a:lnTo>
                  <a:pt x="1414298" y="1089583"/>
                </a:lnTo>
                <a:lnTo>
                  <a:pt x="1414467" y="1089645"/>
                </a:lnTo>
                <a:lnTo>
                  <a:pt x="1414645" y="1089708"/>
                </a:lnTo>
                <a:lnTo>
                  <a:pt x="1414814" y="1089770"/>
                </a:lnTo>
                <a:lnTo>
                  <a:pt x="1414992" y="1089832"/>
                </a:lnTo>
                <a:lnTo>
                  <a:pt x="1415161" y="1089895"/>
                </a:lnTo>
                <a:lnTo>
                  <a:pt x="1415339" y="1089957"/>
                </a:lnTo>
                <a:lnTo>
                  <a:pt x="1415508" y="1090019"/>
                </a:lnTo>
                <a:lnTo>
                  <a:pt x="1415677" y="1090081"/>
                </a:lnTo>
                <a:lnTo>
                  <a:pt x="1415855" y="1090144"/>
                </a:lnTo>
                <a:lnTo>
                  <a:pt x="1416024" y="1090206"/>
                </a:lnTo>
                <a:lnTo>
                  <a:pt x="1416202" y="1090268"/>
                </a:lnTo>
                <a:lnTo>
                  <a:pt x="1416371" y="1090331"/>
                </a:lnTo>
                <a:lnTo>
                  <a:pt x="1416549" y="1090393"/>
                </a:lnTo>
                <a:lnTo>
                  <a:pt x="1416718" y="1090455"/>
                </a:lnTo>
                <a:lnTo>
                  <a:pt x="1416887" y="1090517"/>
                </a:lnTo>
                <a:lnTo>
                  <a:pt x="1417065" y="1090580"/>
                </a:lnTo>
                <a:lnTo>
                  <a:pt x="1417234" y="1090642"/>
                </a:lnTo>
                <a:lnTo>
                  <a:pt x="1417412" y="1090695"/>
                </a:lnTo>
                <a:lnTo>
                  <a:pt x="1417581" y="1090758"/>
                </a:lnTo>
                <a:lnTo>
                  <a:pt x="1417759" y="1090820"/>
                </a:lnTo>
                <a:lnTo>
                  <a:pt x="1417928" y="1090882"/>
                </a:lnTo>
                <a:lnTo>
                  <a:pt x="1418097" y="1090944"/>
                </a:lnTo>
                <a:lnTo>
                  <a:pt x="1418275" y="1090998"/>
                </a:lnTo>
                <a:lnTo>
                  <a:pt x="1418444" y="1091060"/>
                </a:lnTo>
                <a:lnTo>
                  <a:pt x="1418622" y="1091122"/>
                </a:lnTo>
                <a:lnTo>
                  <a:pt x="1418791" y="1091176"/>
                </a:lnTo>
                <a:lnTo>
                  <a:pt x="1418969" y="1091238"/>
                </a:lnTo>
                <a:lnTo>
                  <a:pt x="1419138" y="1091300"/>
                </a:lnTo>
                <a:lnTo>
                  <a:pt x="1419307" y="1091362"/>
                </a:lnTo>
                <a:lnTo>
                  <a:pt x="1419485" y="1091416"/>
                </a:lnTo>
                <a:lnTo>
                  <a:pt x="1419654" y="1091478"/>
                </a:lnTo>
                <a:lnTo>
                  <a:pt x="1419832" y="1091532"/>
                </a:lnTo>
                <a:lnTo>
                  <a:pt x="1420001" y="1091594"/>
                </a:lnTo>
                <a:lnTo>
                  <a:pt x="1420179" y="1091656"/>
                </a:lnTo>
                <a:lnTo>
                  <a:pt x="1420348" y="1091709"/>
                </a:lnTo>
                <a:lnTo>
                  <a:pt x="1420517" y="1091772"/>
                </a:lnTo>
                <a:lnTo>
                  <a:pt x="1420695" y="1091825"/>
                </a:lnTo>
                <a:lnTo>
                  <a:pt x="1420864" y="1091887"/>
                </a:lnTo>
                <a:lnTo>
                  <a:pt x="1421042" y="1091941"/>
                </a:lnTo>
                <a:lnTo>
                  <a:pt x="1421211" y="1092003"/>
                </a:lnTo>
                <a:lnTo>
                  <a:pt x="1421389" y="1092056"/>
                </a:lnTo>
                <a:lnTo>
                  <a:pt x="1421558" y="1092119"/>
                </a:lnTo>
                <a:lnTo>
                  <a:pt x="1421727" y="1092172"/>
                </a:lnTo>
                <a:lnTo>
                  <a:pt x="1421905" y="1092234"/>
                </a:lnTo>
                <a:lnTo>
                  <a:pt x="1422074" y="1092288"/>
                </a:lnTo>
                <a:lnTo>
                  <a:pt x="1422252" y="1092350"/>
                </a:lnTo>
                <a:lnTo>
                  <a:pt x="1422421" y="1092403"/>
                </a:lnTo>
                <a:lnTo>
                  <a:pt x="1422598" y="1092466"/>
                </a:lnTo>
                <a:lnTo>
                  <a:pt x="1422767" y="1092519"/>
                </a:lnTo>
                <a:lnTo>
                  <a:pt x="1422937" y="1092572"/>
                </a:lnTo>
                <a:lnTo>
                  <a:pt x="1423114" y="1092635"/>
                </a:lnTo>
                <a:lnTo>
                  <a:pt x="1423284" y="1092688"/>
                </a:lnTo>
                <a:lnTo>
                  <a:pt x="1423461" y="1092741"/>
                </a:lnTo>
                <a:lnTo>
                  <a:pt x="1423631" y="1092804"/>
                </a:lnTo>
                <a:lnTo>
                  <a:pt x="1423808" y="1092857"/>
                </a:lnTo>
                <a:lnTo>
                  <a:pt x="1423977" y="1092910"/>
                </a:lnTo>
                <a:lnTo>
                  <a:pt x="1424146" y="1092964"/>
                </a:lnTo>
                <a:lnTo>
                  <a:pt x="1424324" y="1093026"/>
                </a:lnTo>
                <a:lnTo>
                  <a:pt x="1424493" y="1093079"/>
                </a:lnTo>
                <a:lnTo>
                  <a:pt x="1424671" y="1093133"/>
                </a:lnTo>
                <a:lnTo>
                  <a:pt x="1424840" y="1093186"/>
                </a:lnTo>
                <a:lnTo>
                  <a:pt x="1425018" y="1093248"/>
                </a:lnTo>
                <a:lnTo>
                  <a:pt x="1425187" y="1093302"/>
                </a:lnTo>
                <a:lnTo>
                  <a:pt x="1425356" y="1093355"/>
                </a:lnTo>
                <a:lnTo>
                  <a:pt x="1425534" y="1093409"/>
                </a:lnTo>
                <a:lnTo>
                  <a:pt x="1425703" y="1093462"/>
                </a:lnTo>
                <a:lnTo>
                  <a:pt x="1425881" y="1093515"/>
                </a:lnTo>
                <a:lnTo>
                  <a:pt x="1426050" y="1093578"/>
                </a:lnTo>
                <a:lnTo>
                  <a:pt x="1426228" y="1093631"/>
                </a:lnTo>
                <a:lnTo>
                  <a:pt x="1426397" y="1093684"/>
                </a:lnTo>
                <a:lnTo>
                  <a:pt x="1426566" y="1093738"/>
                </a:lnTo>
                <a:lnTo>
                  <a:pt x="1426744" y="1093791"/>
                </a:lnTo>
                <a:lnTo>
                  <a:pt x="1426913" y="1093845"/>
                </a:lnTo>
                <a:lnTo>
                  <a:pt x="1427091" y="1093898"/>
                </a:lnTo>
                <a:lnTo>
                  <a:pt x="1427260" y="1093951"/>
                </a:lnTo>
                <a:lnTo>
                  <a:pt x="1427438" y="1094005"/>
                </a:lnTo>
                <a:lnTo>
                  <a:pt x="1427607" y="1094058"/>
                </a:lnTo>
                <a:lnTo>
                  <a:pt x="1427776" y="1094112"/>
                </a:lnTo>
                <a:lnTo>
                  <a:pt x="1427954" y="1094165"/>
                </a:lnTo>
                <a:lnTo>
                  <a:pt x="1428123" y="1094218"/>
                </a:lnTo>
                <a:lnTo>
                  <a:pt x="1428301" y="1094272"/>
                </a:lnTo>
                <a:lnTo>
                  <a:pt x="1428470" y="1094325"/>
                </a:lnTo>
                <a:lnTo>
                  <a:pt x="1428648" y="1094378"/>
                </a:lnTo>
                <a:lnTo>
                  <a:pt x="1428817" y="1094432"/>
                </a:lnTo>
                <a:lnTo>
                  <a:pt x="1428986" y="1094476"/>
                </a:lnTo>
                <a:lnTo>
                  <a:pt x="1429164" y="1094530"/>
                </a:lnTo>
                <a:lnTo>
                  <a:pt x="1429333" y="1094583"/>
                </a:lnTo>
                <a:lnTo>
                  <a:pt x="1429511" y="1094636"/>
                </a:lnTo>
                <a:lnTo>
                  <a:pt x="1429680" y="1094690"/>
                </a:lnTo>
                <a:lnTo>
                  <a:pt x="1429858" y="1094743"/>
                </a:lnTo>
                <a:lnTo>
                  <a:pt x="1430027" y="1094796"/>
                </a:lnTo>
                <a:lnTo>
                  <a:pt x="1430196" y="1094841"/>
                </a:lnTo>
                <a:lnTo>
                  <a:pt x="1430374" y="1094894"/>
                </a:lnTo>
                <a:lnTo>
                  <a:pt x="1430543" y="1094948"/>
                </a:lnTo>
                <a:lnTo>
                  <a:pt x="1430721" y="1095001"/>
                </a:lnTo>
                <a:lnTo>
                  <a:pt x="1430890" y="1095046"/>
                </a:lnTo>
                <a:lnTo>
                  <a:pt x="1431068" y="1095099"/>
                </a:lnTo>
                <a:lnTo>
                  <a:pt x="1431237" y="1095152"/>
                </a:lnTo>
                <a:lnTo>
                  <a:pt x="1431406" y="1095206"/>
                </a:lnTo>
                <a:lnTo>
                  <a:pt x="1431584" y="1095250"/>
                </a:lnTo>
                <a:lnTo>
                  <a:pt x="1431753" y="1095304"/>
                </a:lnTo>
                <a:lnTo>
                  <a:pt x="1431931" y="1095357"/>
                </a:lnTo>
                <a:lnTo>
                  <a:pt x="1432100" y="1095401"/>
                </a:lnTo>
                <a:lnTo>
                  <a:pt x="1432269" y="1095455"/>
                </a:lnTo>
                <a:lnTo>
                  <a:pt x="1432447" y="1095508"/>
                </a:lnTo>
                <a:lnTo>
                  <a:pt x="1432616" y="1095553"/>
                </a:lnTo>
                <a:lnTo>
                  <a:pt x="1432794" y="1095606"/>
                </a:lnTo>
                <a:lnTo>
                  <a:pt x="1432963" y="1095651"/>
                </a:lnTo>
                <a:lnTo>
                  <a:pt x="1433141" y="1095704"/>
                </a:lnTo>
                <a:lnTo>
                  <a:pt x="1433310" y="1095757"/>
                </a:lnTo>
                <a:lnTo>
                  <a:pt x="1433479" y="1095802"/>
                </a:lnTo>
                <a:lnTo>
                  <a:pt x="1433657" y="1095855"/>
                </a:lnTo>
                <a:lnTo>
                  <a:pt x="1433826" y="1095900"/>
                </a:lnTo>
                <a:lnTo>
                  <a:pt x="1434004" y="1095953"/>
                </a:lnTo>
                <a:lnTo>
                  <a:pt x="1434173" y="1095998"/>
                </a:lnTo>
                <a:lnTo>
                  <a:pt x="1434351" y="1096051"/>
                </a:lnTo>
                <a:lnTo>
                  <a:pt x="1434520" y="1096095"/>
                </a:lnTo>
                <a:lnTo>
                  <a:pt x="1434689" y="1096149"/>
                </a:lnTo>
                <a:lnTo>
                  <a:pt x="1434867" y="1096193"/>
                </a:lnTo>
                <a:lnTo>
                  <a:pt x="1435036" y="1096247"/>
                </a:lnTo>
                <a:lnTo>
                  <a:pt x="1435214" y="1096291"/>
                </a:lnTo>
                <a:lnTo>
                  <a:pt x="1435383" y="1096336"/>
                </a:lnTo>
                <a:lnTo>
                  <a:pt x="1435561" y="1096389"/>
                </a:lnTo>
                <a:lnTo>
                  <a:pt x="1435730" y="1096433"/>
                </a:lnTo>
                <a:lnTo>
                  <a:pt x="1435899" y="1096487"/>
                </a:lnTo>
                <a:lnTo>
                  <a:pt x="1436077" y="1096531"/>
                </a:lnTo>
                <a:lnTo>
                  <a:pt x="1436246" y="1096576"/>
                </a:lnTo>
                <a:lnTo>
                  <a:pt x="1436424" y="1096629"/>
                </a:lnTo>
                <a:lnTo>
                  <a:pt x="1436593" y="1096674"/>
                </a:lnTo>
                <a:lnTo>
                  <a:pt x="1436770" y="1096718"/>
                </a:lnTo>
                <a:lnTo>
                  <a:pt x="1436940" y="1096772"/>
                </a:lnTo>
                <a:lnTo>
                  <a:pt x="1437109" y="1096816"/>
                </a:lnTo>
                <a:lnTo>
                  <a:pt x="1437287" y="1096860"/>
                </a:lnTo>
                <a:lnTo>
                  <a:pt x="1437456" y="1096905"/>
                </a:lnTo>
                <a:lnTo>
                  <a:pt x="1437634" y="1096958"/>
                </a:lnTo>
                <a:lnTo>
                  <a:pt x="1437802" y="1097003"/>
                </a:lnTo>
                <a:lnTo>
                  <a:pt x="1437980" y="1097047"/>
                </a:lnTo>
                <a:lnTo>
                  <a:pt x="1438149" y="1097092"/>
                </a:lnTo>
                <a:lnTo>
                  <a:pt x="1438319" y="1097145"/>
                </a:lnTo>
                <a:lnTo>
                  <a:pt x="1438496" y="1097190"/>
                </a:lnTo>
                <a:lnTo>
                  <a:pt x="1438665" y="1097234"/>
                </a:lnTo>
                <a:lnTo>
                  <a:pt x="1438843" y="1097279"/>
                </a:lnTo>
                <a:lnTo>
                  <a:pt x="1439012" y="1097323"/>
                </a:lnTo>
                <a:lnTo>
                  <a:pt x="1439190" y="1097376"/>
                </a:lnTo>
                <a:lnTo>
                  <a:pt x="1439359" y="1097421"/>
                </a:lnTo>
                <a:lnTo>
                  <a:pt x="1439528" y="1097465"/>
                </a:lnTo>
                <a:lnTo>
                  <a:pt x="1439706" y="1097510"/>
                </a:lnTo>
                <a:lnTo>
                  <a:pt x="1439875" y="1097554"/>
                </a:lnTo>
                <a:lnTo>
                  <a:pt x="1440053" y="1097599"/>
                </a:lnTo>
                <a:lnTo>
                  <a:pt x="1440222" y="1097643"/>
                </a:lnTo>
                <a:lnTo>
                  <a:pt x="1440400" y="1097688"/>
                </a:lnTo>
                <a:lnTo>
                  <a:pt x="1440569" y="1097732"/>
                </a:lnTo>
                <a:lnTo>
                  <a:pt x="1440738" y="1097777"/>
                </a:lnTo>
                <a:lnTo>
                  <a:pt x="1440916" y="1097821"/>
                </a:lnTo>
                <a:lnTo>
                  <a:pt x="1441085" y="1097866"/>
                </a:lnTo>
                <a:lnTo>
                  <a:pt x="1441263" y="1097910"/>
                </a:lnTo>
                <a:lnTo>
                  <a:pt x="1441432" y="1097955"/>
                </a:lnTo>
                <a:lnTo>
                  <a:pt x="1441610" y="1097999"/>
                </a:lnTo>
                <a:lnTo>
                  <a:pt x="1441779" y="1098044"/>
                </a:lnTo>
                <a:lnTo>
                  <a:pt x="1441948" y="1098088"/>
                </a:lnTo>
                <a:lnTo>
                  <a:pt x="1442126" y="1098133"/>
                </a:lnTo>
                <a:lnTo>
                  <a:pt x="1442295" y="1098177"/>
                </a:lnTo>
                <a:lnTo>
                  <a:pt x="1442473" y="1098222"/>
                </a:lnTo>
                <a:lnTo>
                  <a:pt x="1442642" y="1098266"/>
                </a:lnTo>
                <a:lnTo>
                  <a:pt x="1442820" y="1098311"/>
                </a:lnTo>
                <a:lnTo>
                  <a:pt x="1442989" y="1098355"/>
                </a:lnTo>
                <a:lnTo>
                  <a:pt x="1443158" y="1098400"/>
                </a:lnTo>
                <a:lnTo>
                  <a:pt x="1443336" y="1098444"/>
                </a:lnTo>
                <a:lnTo>
                  <a:pt x="1443505" y="1098488"/>
                </a:lnTo>
                <a:lnTo>
                  <a:pt x="1443683" y="1098524"/>
                </a:lnTo>
                <a:lnTo>
                  <a:pt x="1443852" y="1098569"/>
                </a:lnTo>
                <a:lnTo>
                  <a:pt x="1444030" y="1098613"/>
                </a:lnTo>
                <a:lnTo>
                  <a:pt x="1444199" y="1098658"/>
                </a:lnTo>
                <a:lnTo>
                  <a:pt x="1444368" y="1098702"/>
                </a:lnTo>
                <a:lnTo>
                  <a:pt x="1444546" y="1098747"/>
                </a:lnTo>
                <a:lnTo>
                  <a:pt x="1444715" y="1098782"/>
                </a:lnTo>
                <a:lnTo>
                  <a:pt x="1444893" y="1098827"/>
                </a:lnTo>
                <a:lnTo>
                  <a:pt x="1445062" y="1098871"/>
                </a:lnTo>
                <a:lnTo>
                  <a:pt x="1445240" y="1098915"/>
                </a:lnTo>
                <a:lnTo>
                  <a:pt x="1445409" y="1098951"/>
                </a:lnTo>
                <a:lnTo>
                  <a:pt x="1445578" y="1098996"/>
                </a:lnTo>
                <a:lnTo>
                  <a:pt x="1445756" y="1099040"/>
                </a:lnTo>
                <a:lnTo>
                  <a:pt x="1445925" y="1099076"/>
                </a:lnTo>
                <a:lnTo>
                  <a:pt x="1446103" y="1099120"/>
                </a:lnTo>
                <a:lnTo>
                  <a:pt x="1446272" y="1099165"/>
                </a:lnTo>
                <a:lnTo>
                  <a:pt x="1446450" y="1099209"/>
                </a:lnTo>
                <a:lnTo>
                  <a:pt x="1446619" y="1099245"/>
                </a:lnTo>
                <a:lnTo>
                  <a:pt x="1446788" y="1099289"/>
                </a:lnTo>
                <a:lnTo>
                  <a:pt x="1446966" y="1099334"/>
                </a:lnTo>
                <a:lnTo>
                  <a:pt x="1447135" y="1099369"/>
                </a:lnTo>
                <a:lnTo>
                  <a:pt x="1447313" y="1099414"/>
                </a:lnTo>
                <a:lnTo>
                  <a:pt x="1447482" y="1099449"/>
                </a:lnTo>
                <a:lnTo>
                  <a:pt x="1447660" y="1099494"/>
                </a:lnTo>
                <a:lnTo>
                  <a:pt x="1447829" y="1099538"/>
                </a:lnTo>
                <a:lnTo>
                  <a:pt x="1447998" y="1099574"/>
                </a:lnTo>
                <a:lnTo>
                  <a:pt x="1448176" y="1099618"/>
                </a:lnTo>
                <a:lnTo>
                  <a:pt x="1448345" y="1099654"/>
                </a:lnTo>
                <a:lnTo>
                  <a:pt x="1448523" y="1099698"/>
                </a:lnTo>
                <a:lnTo>
                  <a:pt x="1448692" y="1099734"/>
                </a:lnTo>
                <a:lnTo>
                  <a:pt x="1448870" y="1099779"/>
                </a:lnTo>
                <a:lnTo>
                  <a:pt x="1449039" y="1099814"/>
                </a:lnTo>
                <a:lnTo>
                  <a:pt x="1449208" y="1099859"/>
                </a:lnTo>
                <a:lnTo>
                  <a:pt x="1449386" y="1099894"/>
                </a:lnTo>
                <a:lnTo>
                  <a:pt x="1449555" y="1099939"/>
                </a:lnTo>
                <a:lnTo>
                  <a:pt x="1449733" y="1099974"/>
                </a:lnTo>
                <a:lnTo>
                  <a:pt x="1449902" y="1100019"/>
                </a:lnTo>
                <a:lnTo>
                  <a:pt x="1450080" y="1100054"/>
                </a:lnTo>
                <a:lnTo>
                  <a:pt x="1450249" y="1100099"/>
                </a:lnTo>
                <a:lnTo>
                  <a:pt x="1450418" y="1100134"/>
                </a:lnTo>
                <a:lnTo>
                  <a:pt x="1450596" y="1100179"/>
                </a:lnTo>
                <a:lnTo>
                  <a:pt x="1450765" y="1100214"/>
                </a:lnTo>
                <a:lnTo>
                  <a:pt x="1450943" y="1100250"/>
                </a:lnTo>
                <a:lnTo>
                  <a:pt x="1451112" y="1100294"/>
                </a:lnTo>
                <a:lnTo>
                  <a:pt x="1451281" y="1100330"/>
                </a:lnTo>
                <a:lnTo>
                  <a:pt x="1451459" y="1100375"/>
                </a:lnTo>
                <a:lnTo>
                  <a:pt x="1451628" y="1100410"/>
                </a:lnTo>
                <a:lnTo>
                  <a:pt x="1451805" y="1100446"/>
                </a:lnTo>
                <a:lnTo>
                  <a:pt x="1451975" y="1100490"/>
                </a:lnTo>
                <a:lnTo>
                  <a:pt x="1452152" y="1100526"/>
                </a:lnTo>
                <a:lnTo>
                  <a:pt x="1452322" y="1100561"/>
                </a:lnTo>
                <a:lnTo>
                  <a:pt x="1452491" y="1100606"/>
                </a:lnTo>
                <a:lnTo>
                  <a:pt x="1452669" y="1100641"/>
                </a:lnTo>
                <a:lnTo>
                  <a:pt x="1452838" y="1100677"/>
                </a:lnTo>
                <a:lnTo>
                  <a:pt x="1453015" y="1100713"/>
                </a:lnTo>
                <a:lnTo>
                  <a:pt x="1453184" y="1100757"/>
                </a:lnTo>
                <a:lnTo>
                  <a:pt x="1453362" y="1100793"/>
                </a:lnTo>
                <a:lnTo>
                  <a:pt x="1453531" y="1100828"/>
                </a:lnTo>
                <a:lnTo>
                  <a:pt x="1453700" y="1100864"/>
                </a:lnTo>
                <a:lnTo>
                  <a:pt x="1453878" y="1100908"/>
                </a:lnTo>
                <a:lnTo>
                  <a:pt x="1454047" y="1100944"/>
                </a:lnTo>
                <a:lnTo>
                  <a:pt x="1454225" y="1100980"/>
                </a:lnTo>
                <a:lnTo>
                  <a:pt x="1454394" y="1101015"/>
                </a:lnTo>
                <a:lnTo>
                  <a:pt x="1454572" y="1101051"/>
                </a:lnTo>
                <a:lnTo>
                  <a:pt x="1454741" y="1101095"/>
                </a:lnTo>
                <a:lnTo>
                  <a:pt x="1454910" y="1101131"/>
                </a:lnTo>
                <a:lnTo>
                  <a:pt x="1455088" y="1101166"/>
                </a:lnTo>
                <a:lnTo>
                  <a:pt x="1455257" y="1101202"/>
                </a:lnTo>
                <a:lnTo>
                  <a:pt x="1455435" y="1101238"/>
                </a:lnTo>
                <a:lnTo>
                  <a:pt x="1455604" y="1101273"/>
                </a:lnTo>
                <a:lnTo>
                  <a:pt x="1455782" y="1101309"/>
                </a:lnTo>
                <a:lnTo>
                  <a:pt x="1455951" y="1101353"/>
                </a:lnTo>
                <a:lnTo>
                  <a:pt x="1456120" y="1101389"/>
                </a:lnTo>
                <a:lnTo>
                  <a:pt x="1456298" y="1101424"/>
                </a:lnTo>
                <a:lnTo>
                  <a:pt x="1456467" y="1101460"/>
                </a:lnTo>
                <a:lnTo>
                  <a:pt x="1456645" y="1101495"/>
                </a:lnTo>
                <a:lnTo>
                  <a:pt x="1456814" y="1101531"/>
                </a:lnTo>
                <a:lnTo>
                  <a:pt x="1456992" y="1101567"/>
                </a:lnTo>
                <a:lnTo>
                  <a:pt x="1457161" y="1101602"/>
                </a:lnTo>
                <a:lnTo>
                  <a:pt x="1457330" y="1101638"/>
                </a:lnTo>
                <a:lnTo>
                  <a:pt x="1457508" y="1101673"/>
                </a:lnTo>
                <a:lnTo>
                  <a:pt x="1457677" y="1101709"/>
                </a:lnTo>
                <a:lnTo>
                  <a:pt x="1457855" y="1101745"/>
                </a:lnTo>
                <a:lnTo>
                  <a:pt x="1458024" y="1101780"/>
                </a:lnTo>
                <a:lnTo>
                  <a:pt x="1458202" y="1101816"/>
                </a:lnTo>
                <a:lnTo>
                  <a:pt x="1458371" y="1101851"/>
                </a:lnTo>
                <a:lnTo>
                  <a:pt x="1458540" y="1101887"/>
                </a:lnTo>
                <a:lnTo>
                  <a:pt x="1458718" y="1101923"/>
                </a:lnTo>
                <a:lnTo>
                  <a:pt x="1458887" y="1101958"/>
                </a:lnTo>
                <a:lnTo>
                  <a:pt x="1459065" y="1101994"/>
                </a:lnTo>
                <a:lnTo>
                  <a:pt x="1459234" y="1102029"/>
                </a:lnTo>
                <a:lnTo>
                  <a:pt x="1459412" y="1102065"/>
                </a:lnTo>
                <a:lnTo>
                  <a:pt x="1459581" y="1102100"/>
                </a:lnTo>
                <a:lnTo>
                  <a:pt x="1459750" y="1102127"/>
                </a:lnTo>
                <a:lnTo>
                  <a:pt x="1459928" y="1102163"/>
                </a:lnTo>
                <a:lnTo>
                  <a:pt x="1460097" y="1102198"/>
                </a:lnTo>
                <a:lnTo>
                  <a:pt x="1460275" y="1102234"/>
                </a:lnTo>
                <a:lnTo>
                  <a:pt x="1460444" y="1102269"/>
                </a:lnTo>
                <a:lnTo>
                  <a:pt x="1460622" y="1102305"/>
                </a:lnTo>
                <a:lnTo>
                  <a:pt x="1460791" y="1102341"/>
                </a:lnTo>
                <a:lnTo>
                  <a:pt x="1460960" y="1102367"/>
                </a:lnTo>
                <a:lnTo>
                  <a:pt x="1461138" y="1102403"/>
                </a:lnTo>
                <a:lnTo>
                  <a:pt x="1461307" y="1102439"/>
                </a:lnTo>
                <a:lnTo>
                  <a:pt x="1461485" y="1102474"/>
                </a:lnTo>
                <a:lnTo>
                  <a:pt x="1461654" y="1102510"/>
                </a:lnTo>
                <a:lnTo>
                  <a:pt x="1461832" y="1102536"/>
                </a:lnTo>
                <a:lnTo>
                  <a:pt x="1462001" y="1102572"/>
                </a:lnTo>
                <a:lnTo>
                  <a:pt x="1462170" y="1102608"/>
                </a:lnTo>
                <a:lnTo>
                  <a:pt x="1462348" y="1102643"/>
                </a:lnTo>
                <a:lnTo>
                  <a:pt x="1462517" y="1102679"/>
                </a:lnTo>
                <a:lnTo>
                  <a:pt x="1462695" y="1102705"/>
                </a:lnTo>
                <a:lnTo>
                  <a:pt x="1462864" y="1102741"/>
                </a:lnTo>
                <a:lnTo>
                  <a:pt x="1463042" y="1102777"/>
                </a:lnTo>
                <a:lnTo>
                  <a:pt x="1463211" y="1102803"/>
                </a:lnTo>
                <a:lnTo>
                  <a:pt x="1463380" y="1102839"/>
                </a:lnTo>
                <a:lnTo>
                  <a:pt x="1463558" y="1102874"/>
                </a:lnTo>
                <a:lnTo>
                  <a:pt x="1463727" y="1102910"/>
                </a:lnTo>
                <a:lnTo>
                  <a:pt x="1463905" y="1102937"/>
                </a:lnTo>
                <a:lnTo>
                  <a:pt x="1464074" y="1102972"/>
                </a:lnTo>
                <a:lnTo>
                  <a:pt x="1464252" y="1103008"/>
                </a:lnTo>
                <a:lnTo>
                  <a:pt x="1464421" y="1103035"/>
                </a:lnTo>
                <a:lnTo>
                  <a:pt x="1464590" y="1103070"/>
                </a:lnTo>
                <a:lnTo>
                  <a:pt x="1464768" y="1103097"/>
                </a:lnTo>
                <a:lnTo>
                  <a:pt x="1464937" y="1103133"/>
                </a:lnTo>
                <a:lnTo>
                  <a:pt x="1465115" y="1103168"/>
                </a:lnTo>
                <a:lnTo>
                  <a:pt x="1465284" y="1103195"/>
                </a:lnTo>
                <a:lnTo>
                  <a:pt x="1465462" y="1103230"/>
                </a:lnTo>
                <a:lnTo>
                  <a:pt x="1465631" y="1103266"/>
                </a:lnTo>
                <a:lnTo>
                  <a:pt x="1465800" y="1103293"/>
                </a:lnTo>
                <a:lnTo>
                  <a:pt x="1465978" y="1103328"/>
                </a:lnTo>
                <a:lnTo>
                  <a:pt x="1466147" y="1103355"/>
                </a:lnTo>
                <a:lnTo>
                  <a:pt x="1466325" y="1103390"/>
                </a:lnTo>
                <a:lnTo>
                  <a:pt x="1466494" y="1103417"/>
                </a:lnTo>
                <a:lnTo>
                  <a:pt x="1466672" y="1103453"/>
                </a:lnTo>
                <a:lnTo>
                  <a:pt x="1466841" y="1103479"/>
                </a:lnTo>
                <a:lnTo>
                  <a:pt x="1467010" y="1103515"/>
                </a:lnTo>
                <a:lnTo>
                  <a:pt x="1467187" y="1103542"/>
                </a:lnTo>
                <a:lnTo>
                  <a:pt x="1467356" y="1103577"/>
                </a:lnTo>
                <a:lnTo>
                  <a:pt x="1467534" y="1103604"/>
                </a:lnTo>
                <a:lnTo>
                  <a:pt x="1467703" y="1103640"/>
                </a:lnTo>
                <a:lnTo>
                  <a:pt x="1467881" y="1103666"/>
                </a:lnTo>
                <a:lnTo>
                  <a:pt x="1468050" y="1103702"/>
                </a:lnTo>
                <a:lnTo>
                  <a:pt x="1468220" y="1103729"/>
                </a:lnTo>
                <a:lnTo>
                  <a:pt x="1468397" y="1103764"/>
                </a:lnTo>
                <a:lnTo>
                  <a:pt x="1468566" y="1103791"/>
                </a:lnTo>
                <a:lnTo>
                  <a:pt x="1468744" y="1103826"/>
                </a:lnTo>
                <a:lnTo>
                  <a:pt x="1468913" y="1103853"/>
                </a:lnTo>
                <a:lnTo>
                  <a:pt x="1469091" y="1103880"/>
                </a:lnTo>
                <a:lnTo>
                  <a:pt x="1469260" y="1103915"/>
                </a:lnTo>
                <a:lnTo>
                  <a:pt x="1469429" y="1103942"/>
                </a:lnTo>
                <a:lnTo>
                  <a:pt x="1469607" y="1103978"/>
                </a:lnTo>
                <a:lnTo>
                  <a:pt x="1469776" y="1104004"/>
                </a:lnTo>
                <a:lnTo>
                  <a:pt x="1469954" y="1104031"/>
                </a:lnTo>
                <a:lnTo>
                  <a:pt x="1470123" y="1104067"/>
                </a:lnTo>
                <a:lnTo>
                  <a:pt x="1470292" y="1104093"/>
                </a:lnTo>
                <a:lnTo>
                  <a:pt x="1470470" y="1104129"/>
                </a:lnTo>
                <a:lnTo>
                  <a:pt x="1470639" y="1104156"/>
                </a:lnTo>
                <a:lnTo>
                  <a:pt x="1470817" y="1104182"/>
                </a:lnTo>
                <a:lnTo>
                  <a:pt x="1470986" y="1104218"/>
                </a:lnTo>
                <a:lnTo>
                  <a:pt x="1471164" y="1104245"/>
                </a:lnTo>
                <a:lnTo>
                  <a:pt x="1471333" y="1104271"/>
                </a:lnTo>
                <a:lnTo>
                  <a:pt x="1471502" y="1104298"/>
                </a:lnTo>
                <a:lnTo>
                  <a:pt x="1471680" y="1104334"/>
                </a:lnTo>
                <a:lnTo>
                  <a:pt x="1471849" y="1104360"/>
                </a:lnTo>
                <a:lnTo>
                  <a:pt x="1472027" y="1104387"/>
                </a:lnTo>
                <a:lnTo>
                  <a:pt x="1472196" y="1104422"/>
                </a:lnTo>
                <a:lnTo>
                  <a:pt x="1472374" y="1104449"/>
                </a:lnTo>
                <a:lnTo>
                  <a:pt x="1472543" y="1104476"/>
                </a:lnTo>
                <a:lnTo>
                  <a:pt x="1472712" y="1104502"/>
                </a:lnTo>
                <a:lnTo>
                  <a:pt x="1472890" y="1104538"/>
                </a:lnTo>
                <a:lnTo>
                  <a:pt x="1473059" y="1104565"/>
                </a:lnTo>
                <a:lnTo>
                  <a:pt x="1473237" y="1104591"/>
                </a:lnTo>
                <a:lnTo>
                  <a:pt x="1473406" y="1104618"/>
                </a:lnTo>
                <a:lnTo>
                  <a:pt x="1473584" y="1104645"/>
                </a:lnTo>
                <a:lnTo>
                  <a:pt x="1473753" y="1104680"/>
                </a:lnTo>
                <a:lnTo>
                  <a:pt x="1473922" y="1104707"/>
                </a:lnTo>
                <a:lnTo>
                  <a:pt x="1474100" y="1104734"/>
                </a:lnTo>
                <a:lnTo>
                  <a:pt x="1474269" y="1104761"/>
                </a:lnTo>
                <a:lnTo>
                  <a:pt x="1474447" y="1104787"/>
                </a:lnTo>
                <a:lnTo>
                  <a:pt x="1474616" y="1104823"/>
                </a:lnTo>
                <a:lnTo>
                  <a:pt x="1474794" y="1104849"/>
                </a:lnTo>
                <a:lnTo>
                  <a:pt x="1474963" y="1104876"/>
                </a:lnTo>
                <a:lnTo>
                  <a:pt x="1475132" y="1104903"/>
                </a:lnTo>
                <a:lnTo>
                  <a:pt x="1475310" y="1104930"/>
                </a:lnTo>
                <a:lnTo>
                  <a:pt x="1475479" y="1104956"/>
                </a:lnTo>
                <a:lnTo>
                  <a:pt x="1475657" y="1104983"/>
                </a:lnTo>
                <a:lnTo>
                  <a:pt x="1475826" y="1105010"/>
                </a:lnTo>
                <a:lnTo>
                  <a:pt x="1476004" y="1105045"/>
                </a:lnTo>
                <a:lnTo>
                  <a:pt x="1476173" y="1105072"/>
                </a:lnTo>
                <a:lnTo>
                  <a:pt x="1476342" y="1105099"/>
                </a:lnTo>
                <a:lnTo>
                  <a:pt x="1476520" y="1105125"/>
                </a:lnTo>
                <a:lnTo>
                  <a:pt x="1476689" y="1105152"/>
                </a:lnTo>
                <a:lnTo>
                  <a:pt x="1476867" y="1105179"/>
                </a:lnTo>
                <a:lnTo>
                  <a:pt x="1477036" y="1105205"/>
                </a:lnTo>
                <a:lnTo>
                  <a:pt x="1477214" y="1105232"/>
                </a:lnTo>
                <a:lnTo>
                  <a:pt x="1477383" y="1105259"/>
                </a:lnTo>
                <a:lnTo>
                  <a:pt x="1477552" y="1105285"/>
                </a:lnTo>
                <a:lnTo>
                  <a:pt x="1477730" y="1105312"/>
                </a:lnTo>
                <a:lnTo>
                  <a:pt x="1477899" y="1105339"/>
                </a:lnTo>
                <a:lnTo>
                  <a:pt x="1478077" y="1105365"/>
                </a:lnTo>
                <a:lnTo>
                  <a:pt x="1478246" y="1105392"/>
                </a:lnTo>
                <a:lnTo>
                  <a:pt x="1478424" y="1105419"/>
                </a:lnTo>
                <a:lnTo>
                  <a:pt x="1478593" y="1105446"/>
                </a:lnTo>
                <a:lnTo>
                  <a:pt x="1478762" y="1105472"/>
                </a:lnTo>
                <a:lnTo>
                  <a:pt x="1478940" y="1105499"/>
                </a:lnTo>
                <a:lnTo>
                  <a:pt x="1479109" y="1105526"/>
                </a:lnTo>
                <a:lnTo>
                  <a:pt x="1479287" y="1105552"/>
                </a:lnTo>
                <a:lnTo>
                  <a:pt x="1479456" y="1105579"/>
                </a:lnTo>
                <a:lnTo>
                  <a:pt x="1479634" y="1105606"/>
                </a:lnTo>
                <a:lnTo>
                  <a:pt x="1479803" y="1105632"/>
                </a:lnTo>
                <a:lnTo>
                  <a:pt x="1479972" y="1105659"/>
                </a:lnTo>
                <a:lnTo>
                  <a:pt x="1480150" y="1105686"/>
                </a:lnTo>
                <a:lnTo>
                  <a:pt x="1480319" y="1105703"/>
                </a:lnTo>
                <a:lnTo>
                  <a:pt x="1480497" y="1105730"/>
                </a:lnTo>
                <a:lnTo>
                  <a:pt x="1480666" y="1105757"/>
                </a:lnTo>
                <a:lnTo>
                  <a:pt x="1480844" y="1105784"/>
                </a:lnTo>
                <a:lnTo>
                  <a:pt x="1481013" y="1105810"/>
                </a:lnTo>
                <a:lnTo>
                  <a:pt x="1481182" y="1105837"/>
                </a:lnTo>
                <a:lnTo>
                  <a:pt x="1481360" y="1105864"/>
                </a:lnTo>
                <a:lnTo>
                  <a:pt x="1481529" y="1105890"/>
                </a:lnTo>
                <a:lnTo>
                  <a:pt x="1481706" y="1105908"/>
                </a:lnTo>
                <a:lnTo>
                  <a:pt x="1481876" y="1105935"/>
                </a:lnTo>
                <a:lnTo>
                  <a:pt x="1482053" y="1105962"/>
                </a:lnTo>
                <a:lnTo>
                  <a:pt x="1482223" y="1105988"/>
                </a:lnTo>
                <a:lnTo>
                  <a:pt x="1482391" y="1106015"/>
                </a:lnTo>
                <a:lnTo>
                  <a:pt x="1482569" y="1106042"/>
                </a:lnTo>
                <a:lnTo>
                  <a:pt x="1482738" y="1106059"/>
                </a:lnTo>
                <a:lnTo>
                  <a:pt x="1482916" y="1106086"/>
                </a:lnTo>
                <a:lnTo>
                  <a:pt x="1483085" y="1106113"/>
                </a:lnTo>
                <a:lnTo>
                  <a:pt x="1483263" y="1106139"/>
                </a:lnTo>
                <a:lnTo>
                  <a:pt x="1483432" y="1106166"/>
                </a:lnTo>
                <a:lnTo>
                  <a:pt x="1483601" y="1106184"/>
                </a:lnTo>
                <a:lnTo>
                  <a:pt x="1483779" y="1106211"/>
                </a:lnTo>
                <a:lnTo>
                  <a:pt x="1483948" y="1106237"/>
                </a:lnTo>
                <a:lnTo>
                  <a:pt x="1484126" y="1106264"/>
                </a:lnTo>
                <a:lnTo>
                  <a:pt x="1484295" y="1106282"/>
                </a:lnTo>
                <a:lnTo>
                  <a:pt x="1484473" y="1106309"/>
                </a:lnTo>
                <a:lnTo>
                  <a:pt x="1484642" y="1106335"/>
                </a:lnTo>
                <a:lnTo>
                  <a:pt x="1484811" y="1106362"/>
                </a:lnTo>
                <a:lnTo>
                  <a:pt x="1484989" y="1106380"/>
                </a:lnTo>
                <a:lnTo>
                  <a:pt x="1485158" y="1106406"/>
                </a:lnTo>
                <a:lnTo>
                  <a:pt x="1485336" y="1106433"/>
                </a:lnTo>
                <a:lnTo>
                  <a:pt x="1485505" y="1106451"/>
                </a:lnTo>
                <a:lnTo>
                  <a:pt x="1485683" y="1106477"/>
                </a:lnTo>
                <a:lnTo>
                  <a:pt x="1485852" y="1106504"/>
                </a:lnTo>
                <a:lnTo>
                  <a:pt x="1486021" y="1106522"/>
                </a:lnTo>
                <a:lnTo>
                  <a:pt x="1486199" y="1106549"/>
                </a:lnTo>
                <a:lnTo>
                  <a:pt x="1486368" y="1106575"/>
                </a:lnTo>
                <a:lnTo>
                  <a:pt x="1486546" y="1106593"/>
                </a:lnTo>
                <a:lnTo>
                  <a:pt x="1486715" y="1106620"/>
                </a:lnTo>
                <a:lnTo>
                  <a:pt x="1486893" y="1106647"/>
                </a:lnTo>
                <a:lnTo>
                  <a:pt x="1487062" y="1106664"/>
                </a:lnTo>
                <a:lnTo>
                  <a:pt x="1487231" y="1106691"/>
                </a:lnTo>
                <a:lnTo>
                  <a:pt x="1487409" y="1106718"/>
                </a:lnTo>
                <a:lnTo>
                  <a:pt x="1487578" y="1106736"/>
                </a:lnTo>
                <a:lnTo>
                  <a:pt x="1487756" y="1106762"/>
                </a:lnTo>
                <a:lnTo>
                  <a:pt x="1487925" y="1106780"/>
                </a:lnTo>
                <a:lnTo>
                  <a:pt x="1488103" y="1106807"/>
                </a:lnTo>
                <a:lnTo>
                  <a:pt x="1488272" y="1106833"/>
                </a:lnTo>
                <a:lnTo>
                  <a:pt x="1488441" y="1106851"/>
                </a:lnTo>
                <a:lnTo>
                  <a:pt x="1488619" y="1106878"/>
                </a:lnTo>
                <a:lnTo>
                  <a:pt x="1488788" y="1106896"/>
                </a:lnTo>
                <a:lnTo>
                  <a:pt x="1488966" y="1106922"/>
                </a:lnTo>
                <a:lnTo>
                  <a:pt x="1489135" y="1106940"/>
                </a:lnTo>
                <a:lnTo>
                  <a:pt x="1489304" y="1106967"/>
                </a:lnTo>
                <a:lnTo>
                  <a:pt x="1489482" y="1106994"/>
                </a:lnTo>
                <a:lnTo>
                  <a:pt x="1489651" y="1107011"/>
                </a:lnTo>
                <a:lnTo>
                  <a:pt x="1489829" y="1107038"/>
                </a:lnTo>
                <a:lnTo>
                  <a:pt x="1489998" y="1107056"/>
                </a:lnTo>
                <a:lnTo>
                  <a:pt x="1490176" y="1107082"/>
                </a:lnTo>
                <a:lnTo>
                  <a:pt x="1490345" y="1107100"/>
                </a:lnTo>
                <a:lnTo>
                  <a:pt x="1490514" y="1107127"/>
                </a:lnTo>
                <a:lnTo>
                  <a:pt x="1490692" y="1107145"/>
                </a:lnTo>
                <a:lnTo>
                  <a:pt x="1490861" y="1107171"/>
                </a:lnTo>
                <a:lnTo>
                  <a:pt x="1491039" y="1107189"/>
                </a:lnTo>
                <a:lnTo>
                  <a:pt x="1491208" y="1107216"/>
                </a:lnTo>
                <a:lnTo>
                  <a:pt x="1491386" y="1107234"/>
                </a:lnTo>
                <a:lnTo>
                  <a:pt x="1491555" y="1107260"/>
                </a:lnTo>
                <a:lnTo>
                  <a:pt x="1491724" y="1107278"/>
                </a:lnTo>
                <a:lnTo>
                  <a:pt x="1491902" y="1107296"/>
                </a:lnTo>
                <a:lnTo>
                  <a:pt x="1492071" y="1107323"/>
                </a:lnTo>
                <a:lnTo>
                  <a:pt x="1492249" y="1107341"/>
                </a:lnTo>
                <a:lnTo>
                  <a:pt x="1492418" y="1107367"/>
                </a:lnTo>
                <a:lnTo>
                  <a:pt x="1492596" y="1107385"/>
                </a:lnTo>
                <a:lnTo>
                  <a:pt x="1492765" y="1107412"/>
                </a:lnTo>
                <a:lnTo>
                  <a:pt x="1492934" y="1107429"/>
                </a:lnTo>
                <a:lnTo>
                  <a:pt x="1493112" y="1107447"/>
                </a:lnTo>
                <a:lnTo>
                  <a:pt x="1493281" y="1107474"/>
                </a:lnTo>
                <a:lnTo>
                  <a:pt x="1493459" y="1107492"/>
                </a:lnTo>
                <a:lnTo>
                  <a:pt x="1493628" y="1107518"/>
                </a:lnTo>
                <a:lnTo>
                  <a:pt x="1493806" y="1107536"/>
                </a:lnTo>
                <a:lnTo>
                  <a:pt x="1493975" y="1107554"/>
                </a:lnTo>
                <a:lnTo>
                  <a:pt x="1494144" y="1107581"/>
                </a:lnTo>
                <a:lnTo>
                  <a:pt x="1494322" y="1107598"/>
                </a:lnTo>
                <a:lnTo>
                  <a:pt x="1494491" y="1107625"/>
                </a:lnTo>
                <a:lnTo>
                  <a:pt x="1494669" y="1107643"/>
                </a:lnTo>
                <a:lnTo>
                  <a:pt x="1494838" y="1107661"/>
                </a:lnTo>
                <a:lnTo>
                  <a:pt x="1495016" y="1107687"/>
                </a:lnTo>
                <a:lnTo>
                  <a:pt x="1495185" y="1107705"/>
                </a:lnTo>
                <a:lnTo>
                  <a:pt x="1495354" y="1107723"/>
                </a:lnTo>
                <a:lnTo>
                  <a:pt x="1495532" y="1107750"/>
                </a:lnTo>
                <a:lnTo>
                  <a:pt x="1495701" y="1107768"/>
                </a:lnTo>
                <a:lnTo>
                  <a:pt x="1495879" y="1107785"/>
                </a:lnTo>
                <a:lnTo>
                  <a:pt x="1496048" y="1107803"/>
                </a:lnTo>
                <a:lnTo>
                  <a:pt x="1496226" y="1107830"/>
                </a:lnTo>
                <a:lnTo>
                  <a:pt x="1496394" y="1107848"/>
                </a:lnTo>
                <a:lnTo>
                  <a:pt x="1496564" y="1107865"/>
                </a:lnTo>
                <a:lnTo>
                  <a:pt x="1496741" y="1107892"/>
                </a:lnTo>
                <a:lnTo>
                  <a:pt x="1496911" y="1107910"/>
                </a:lnTo>
                <a:lnTo>
                  <a:pt x="1497088" y="1107928"/>
                </a:lnTo>
                <a:lnTo>
                  <a:pt x="1497258" y="1107945"/>
                </a:lnTo>
                <a:lnTo>
                  <a:pt x="1497435" y="1107972"/>
                </a:lnTo>
                <a:lnTo>
                  <a:pt x="1497604" y="1107990"/>
                </a:lnTo>
                <a:lnTo>
                  <a:pt x="1497773" y="1108008"/>
                </a:lnTo>
                <a:lnTo>
                  <a:pt x="1497951" y="1108026"/>
                </a:lnTo>
                <a:lnTo>
                  <a:pt x="1498120" y="1108052"/>
                </a:lnTo>
                <a:lnTo>
                  <a:pt x="1498298" y="1108070"/>
                </a:lnTo>
                <a:lnTo>
                  <a:pt x="1498467" y="1108088"/>
                </a:lnTo>
                <a:lnTo>
                  <a:pt x="1498645" y="1108106"/>
                </a:lnTo>
                <a:lnTo>
                  <a:pt x="1498814" y="1108132"/>
                </a:lnTo>
                <a:lnTo>
                  <a:pt x="1498983" y="1108150"/>
                </a:lnTo>
                <a:lnTo>
                  <a:pt x="1499161" y="1108168"/>
                </a:lnTo>
                <a:lnTo>
                  <a:pt x="1499330" y="1108186"/>
                </a:lnTo>
                <a:lnTo>
                  <a:pt x="1499508" y="1108203"/>
                </a:lnTo>
                <a:lnTo>
                  <a:pt x="1499677" y="1108230"/>
                </a:lnTo>
                <a:lnTo>
                  <a:pt x="1499855" y="1108248"/>
                </a:lnTo>
                <a:lnTo>
                  <a:pt x="1500024" y="1108266"/>
                </a:lnTo>
                <a:lnTo>
                  <a:pt x="1500193" y="1108283"/>
                </a:lnTo>
                <a:lnTo>
                  <a:pt x="1500371" y="1108301"/>
                </a:lnTo>
                <a:lnTo>
                  <a:pt x="1500540" y="1108319"/>
                </a:lnTo>
                <a:lnTo>
                  <a:pt x="1500718" y="1108346"/>
                </a:lnTo>
                <a:lnTo>
                  <a:pt x="1500887" y="1108364"/>
                </a:lnTo>
                <a:lnTo>
                  <a:pt x="1501065" y="1108381"/>
                </a:lnTo>
                <a:lnTo>
                  <a:pt x="1501234" y="1108399"/>
                </a:lnTo>
                <a:lnTo>
                  <a:pt x="1501403" y="1108417"/>
                </a:lnTo>
                <a:lnTo>
                  <a:pt x="1501581" y="1108435"/>
                </a:lnTo>
                <a:lnTo>
                  <a:pt x="1501750" y="1108453"/>
                </a:lnTo>
                <a:lnTo>
                  <a:pt x="1501928" y="1108470"/>
                </a:lnTo>
                <a:lnTo>
                  <a:pt x="1502097" y="1108497"/>
                </a:lnTo>
                <a:lnTo>
                  <a:pt x="1502275" y="1108515"/>
                </a:lnTo>
                <a:lnTo>
                  <a:pt x="1502444" y="1108533"/>
                </a:lnTo>
                <a:lnTo>
                  <a:pt x="1502613" y="1108550"/>
                </a:lnTo>
                <a:lnTo>
                  <a:pt x="1502791" y="1108568"/>
                </a:lnTo>
                <a:lnTo>
                  <a:pt x="1502960" y="1108586"/>
                </a:lnTo>
                <a:lnTo>
                  <a:pt x="1503138" y="1108604"/>
                </a:lnTo>
                <a:lnTo>
                  <a:pt x="1503307" y="1108622"/>
                </a:lnTo>
                <a:lnTo>
                  <a:pt x="1503485" y="1108639"/>
                </a:lnTo>
                <a:lnTo>
                  <a:pt x="1503654" y="1108657"/>
                </a:lnTo>
                <a:lnTo>
                  <a:pt x="1503823" y="1108675"/>
                </a:lnTo>
                <a:lnTo>
                  <a:pt x="1504001" y="1108693"/>
                </a:lnTo>
                <a:lnTo>
                  <a:pt x="1504170" y="1108710"/>
                </a:lnTo>
                <a:lnTo>
                  <a:pt x="1504348" y="1108728"/>
                </a:lnTo>
                <a:lnTo>
                  <a:pt x="1504517" y="1108746"/>
                </a:lnTo>
                <a:lnTo>
                  <a:pt x="1504695" y="1108764"/>
                </a:lnTo>
                <a:lnTo>
                  <a:pt x="1504864" y="1108782"/>
                </a:lnTo>
                <a:lnTo>
                  <a:pt x="1505033" y="1108800"/>
                </a:lnTo>
                <a:lnTo>
                  <a:pt x="1505211" y="1108817"/>
                </a:lnTo>
                <a:lnTo>
                  <a:pt x="1505380" y="1108835"/>
                </a:lnTo>
                <a:lnTo>
                  <a:pt x="1505558" y="1108853"/>
                </a:lnTo>
                <a:lnTo>
                  <a:pt x="1505727" y="1108871"/>
                </a:lnTo>
                <a:lnTo>
                  <a:pt x="1505905" y="1108888"/>
                </a:lnTo>
                <a:lnTo>
                  <a:pt x="1506074" y="1108906"/>
                </a:lnTo>
                <a:lnTo>
                  <a:pt x="1506243" y="1108924"/>
                </a:lnTo>
                <a:lnTo>
                  <a:pt x="1506421" y="1108942"/>
                </a:lnTo>
                <a:lnTo>
                  <a:pt x="1506590" y="1108960"/>
                </a:lnTo>
                <a:lnTo>
                  <a:pt x="1506768" y="1108977"/>
                </a:lnTo>
                <a:lnTo>
                  <a:pt x="1506937" y="1108995"/>
                </a:lnTo>
                <a:lnTo>
                  <a:pt x="1507115" y="1109013"/>
                </a:lnTo>
                <a:lnTo>
                  <a:pt x="1507284" y="1109031"/>
                </a:lnTo>
                <a:lnTo>
                  <a:pt x="1507453" y="1109049"/>
                </a:lnTo>
                <a:lnTo>
                  <a:pt x="1507631" y="1109066"/>
                </a:lnTo>
                <a:lnTo>
                  <a:pt x="1507800" y="1109084"/>
                </a:lnTo>
                <a:lnTo>
                  <a:pt x="1507978" y="1109102"/>
                </a:lnTo>
                <a:lnTo>
                  <a:pt x="1508147" y="1109120"/>
                </a:lnTo>
                <a:lnTo>
                  <a:pt x="1508316" y="1109138"/>
                </a:lnTo>
                <a:lnTo>
                  <a:pt x="1508494" y="1109155"/>
                </a:lnTo>
                <a:lnTo>
                  <a:pt x="1508663" y="1109173"/>
                </a:lnTo>
                <a:lnTo>
                  <a:pt x="1508841" y="1109182"/>
                </a:lnTo>
                <a:lnTo>
                  <a:pt x="1509010" y="1109200"/>
                </a:lnTo>
                <a:lnTo>
                  <a:pt x="1509188" y="1109218"/>
                </a:lnTo>
                <a:lnTo>
                  <a:pt x="1509357" y="1109235"/>
                </a:lnTo>
                <a:lnTo>
                  <a:pt x="1509526" y="1109253"/>
                </a:lnTo>
                <a:lnTo>
                  <a:pt x="1509704" y="1109271"/>
                </a:lnTo>
                <a:lnTo>
                  <a:pt x="1509873" y="1109289"/>
                </a:lnTo>
                <a:lnTo>
                  <a:pt x="1510051" y="1109307"/>
                </a:lnTo>
                <a:lnTo>
                  <a:pt x="1510220" y="1109316"/>
                </a:lnTo>
                <a:lnTo>
                  <a:pt x="1510397" y="1109333"/>
                </a:lnTo>
                <a:lnTo>
                  <a:pt x="1510566" y="1109351"/>
                </a:lnTo>
                <a:lnTo>
                  <a:pt x="1510736" y="1109369"/>
                </a:lnTo>
                <a:lnTo>
                  <a:pt x="1510914" y="1109387"/>
                </a:lnTo>
                <a:lnTo>
                  <a:pt x="1511083" y="1109404"/>
                </a:lnTo>
                <a:lnTo>
                  <a:pt x="1511260" y="1109413"/>
                </a:lnTo>
                <a:lnTo>
                  <a:pt x="1511430" y="1109431"/>
                </a:lnTo>
                <a:lnTo>
                  <a:pt x="1511608" y="1109449"/>
                </a:lnTo>
                <a:lnTo>
                  <a:pt x="1511776" y="1109467"/>
                </a:lnTo>
                <a:lnTo>
                  <a:pt x="1511945" y="1109484"/>
                </a:lnTo>
                <a:lnTo>
                  <a:pt x="1512123" y="1109502"/>
                </a:lnTo>
                <a:lnTo>
                  <a:pt x="1512293" y="1109511"/>
                </a:lnTo>
                <a:lnTo>
                  <a:pt x="1512470" y="1109529"/>
                </a:lnTo>
                <a:lnTo>
                  <a:pt x="1512639" y="1109547"/>
                </a:lnTo>
                <a:lnTo>
                  <a:pt x="1512817" y="1109565"/>
                </a:lnTo>
                <a:lnTo>
                  <a:pt x="1512987" y="1109574"/>
                </a:lnTo>
                <a:lnTo>
                  <a:pt x="1513155" y="1109591"/>
                </a:lnTo>
                <a:lnTo>
                  <a:pt x="1513333" y="1109609"/>
                </a:lnTo>
                <a:lnTo>
                  <a:pt x="1513502" y="1109627"/>
                </a:lnTo>
                <a:lnTo>
                  <a:pt x="1513680" y="1109645"/>
                </a:lnTo>
                <a:lnTo>
                  <a:pt x="1513849" y="1109654"/>
                </a:lnTo>
                <a:lnTo>
                  <a:pt x="1514027" y="1109671"/>
                </a:lnTo>
                <a:lnTo>
                  <a:pt x="1514196" y="1109689"/>
                </a:lnTo>
                <a:lnTo>
                  <a:pt x="1514365" y="1109707"/>
                </a:lnTo>
                <a:lnTo>
                  <a:pt x="1514543" y="1109716"/>
                </a:lnTo>
                <a:lnTo>
                  <a:pt x="1514712" y="1109734"/>
                </a:lnTo>
                <a:lnTo>
                  <a:pt x="1514890" y="1109751"/>
                </a:lnTo>
                <a:lnTo>
                  <a:pt x="1515059" y="1109760"/>
                </a:lnTo>
                <a:lnTo>
                  <a:pt x="1515237" y="1109778"/>
                </a:lnTo>
                <a:lnTo>
                  <a:pt x="1515406" y="1109796"/>
                </a:lnTo>
                <a:lnTo>
                  <a:pt x="1515575" y="1109814"/>
                </a:lnTo>
                <a:lnTo>
                  <a:pt x="1515753" y="1109823"/>
                </a:lnTo>
                <a:lnTo>
                  <a:pt x="1515922" y="1109840"/>
                </a:lnTo>
                <a:lnTo>
                  <a:pt x="1516100" y="1109858"/>
                </a:lnTo>
                <a:lnTo>
                  <a:pt x="1516269" y="1109867"/>
                </a:lnTo>
                <a:lnTo>
                  <a:pt x="1516447" y="1109885"/>
                </a:lnTo>
                <a:lnTo>
                  <a:pt x="1516616" y="1109903"/>
                </a:lnTo>
                <a:lnTo>
                  <a:pt x="1516785" y="1109912"/>
                </a:lnTo>
                <a:lnTo>
                  <a:pt x="1516963" y="1109929"/>
                </a:lnTo>
                <a:lnTo>
                  <a:pt x="1517132" y="1109947"/>
                </a:lnTo>
                <a:lnTo>
                  <a:pt x="1517310" y="1109956"/>
                </a:lnTo>
                <a:lnTo>
                  <a:pt x="1517479" y="1109974"/>
                </a:lnTo>
                <a:lnTo>
                  <a:pt x="1517657" y="1109992"/>
                </a:lnTo>
                <a:lnTo>
                  <a:pt x="1517826" y="1110001"/>
                </a:lnTo>
                <a:lnTo>
                  <a:pt x="1517995" y="1110018"/>
                </a:lnTo>
                <a:lnTo>
                  <a:pt x="1518173" y="1110036"/>
                </a:lnTo>
                <a:lnTo>
                  <a:pt x="1518342" y="1110045"/>
                </a:lnTo>
                <a:lnTo>
                  <a:pt x="1518520" y="1110063"/>
                </a:lnTo>
                <a:lnTo>
                  <a:pt x="1518689" y="1110081"/>
                </a:lnTo>
                <a:lnTo>
                  <a:pt x="1518867" y="1110089"/>
                </a:lnTo>
                <a:lnTo>
                  <a:pt x="1519036" y="1110107"/>
                </a:lnTo>
                <a:lnTo>
                  <a:pt x="1519205" y="1110116"/>
                </a:lnTo>
                <a:lnTo>
                  <a:pt x="1519383" y="1110134"/>
                </a:lnTo>
                <a:lnTo>
                  <a:pt x="1519552" y="1110152"/>
                </a:lnTo>
                <a:lnTo>
                  <a:pt x="1519730" y="1110161"/>
                </a:lnTo>
                <a:lnTo>
                  <a:pt x="1519899" y="1110178"/>
                </a:lnTo>
                <a:lnTo>
                  <a:pt x="1520077" y="1110187"/>
                </a:lnTo>
                <a:lnTo>
                  <a:pt x="1520246" y="1110205"/>
                </a:lnTo>
                <a:lnTo>
                  <a:pt x="1520415" y="1110223"/>
                </a:lnTo>
                <a:lnTo>
                  <a:pt x="1520593" y="1110232"/>
                </a:lnTo>
                <a:lnTo>
                  <a:pt x="1520762" y="1110250"/>
                </a:lnTo>
                <a:lnTo>
                  <a:pt x="1520940" y="1110258"/>
                </a:lnTo>
                <a:lnTo>
                  <a:pt x="1521109" y="1110276"/>
                </a:lnTo>
                <a:lnTo>
                  <a:pt x="1521287" y="1110294"/>
                </a:lnTo>
                <a:lnTo>
                  <a:pt x="1521456" y="1110303"/>
                </a:lnTo>
                <a:lnTo>
                  <a:pt x="1521625" y="1110321"/>
                </a:lnTo>
                <a:lnTo>
                  <a:pt x="1521803" y="1110330"/>
                </a:lnTo>
                <a:lnTo>
                  <a:pt x="1521972" y="1110348"/>
                </a:lnTo>
                <a:lnTo>
                  <a:pt x="1522150" y="1110356"/>
                </a:lnTo>
                <a:lnTo>
                  <a:pt x="1522319" y="1110374"/>
                </a:lnTo>
                <a:lnTo>
                  <a:pt x="1522497" y="1110383"/>
                </a:lnTo>
                <a:lnTo>
                  <a:pt x="1522666" y="1110401"/>
                </a:lnTo>
                <a:lnTo>
                  <a:pt x="1522835" y="1110410"/>
                </a:lnTo>
                <a:lnTo>
                  <a:pt x="1523013" y="1110428"/>
                </a:lnTo>
                <a:lnTo>
                  <a:pt x="1523182" y="1110436"/>
                </a:lnTo>
                <a:lnTo>
                  <a:pt x="1523360" y="1110454"/>
                </a:lnTo>
                <a:lnTo>
                  <a:pt x="1523529" y="1110463"/>
                </a:lnTo>
                <a:lnTo>
                  <a:pt x="1523707" y="1110481"/>
                </a:lnTo>
                <a:lnTo>
                  <a:pt x="1523876" y="1110490"/>
                </a:lnTo>
                <a:lnTo>
                  <a:pt x="1524045" y="1110508"/>
                </a:lnTo>
                <a:lnTo>
                  <a:pt x="1524223" y="1110517"/>
                </a:lnTo>
                <a:lnTo>
                  <a:pt x="1524392" y="1110534"/>
                </a:lnTo>
                <a:lnTo>
                  <a:pt x="1524569" y="1110543"/>
                </a:lnTo>
                <a:lnTo>
                  <a:pt x="1524739" y="1110561"/>
                </a:lnTo>
                <a:lnTo>
                  <a:pt x="1524917" y="1110570"/>
                </a:lnTo>
                <a:lnTo>
                  <a:pt x="1525086" y="1110588"/>
                </a:lnTo>
                <a:lnTo>
                  <a:pt x="1525255" y="1110597"/>
                </a:lnTo>
                <a:lnTo>
                  <a:pt x="1525433" y="1110614"/>
                </a:lnTo>
                <a:lnTo>
                  <a:pt x="1525602" y="1110623"/>
                </a:lnTo>
                <a:lnTo>
                  <a:pt x="1525779" y="1110641"/>
                </a:lnTo>
                <a:lnTo>
                  <a:pt x="1525948" y="1110650"/>
                </a:lnTo>
                <a:lnTo>
                  <a:pt x="1526126" y="1110668"/>
                </a:lnTo>
                <a:lnTo>
                  <a:pt x="1526296" y="1110677"/>
                </a:lnTo>
                <a:lnTo>
                  <a:pt x="1526465" y="1110694"/>
                </a:lnTo>
                <a:lnTo>
                  <a:pt x="1526642" y="1110703"/>
                </a:lnTo>
                <a:lnTo>
                  <a:pt x="1526811" y="1110712"/>
                </a:lnTo>
                <a:lnTo>
                  <a:pt x="1526990" y="1110730"/>
                </a:lnTo>
                <a:lnTo>
                  <a:pt x="1527158" y="1110739"/>
                </a:lnTo>
                <a:lnTo>
                  <a:pt x="1527327" y="1110757"/>
                </a:lnTo>
                <a:lnTo>
                  <a:pt x="1527505" y="1110766"/>
                </a:lnTo>
                <a:lnTo>
                  <a:pt x="1527675" y="1110775"/>
                </a:lnTo>
                <a:lnTo>
                  <a:pt x="1527852" y="1110792"/>
                </a:lnTo>
                <a:lnTo>
                  <a:pt x="1528021" y="1110801"/>
                </a:lnTo>
                <a:lnTo>
                  <a:pt x="1528199" y="1110819"/>
                </a:lnTo>
                <a:lnTo>
                  <a:pt x="1528368" y="1110828"/>
                </a:lnTo>
                <a:lnTo>
                  <a:pt x="1528537" y="1110837"/>
                </a:lnTo>
                <a:lnTo>
                  <a:pt x="1528715" y="1110855"/>
                </a:lnTo>
                <a:lnTo>
                  <a:pt x="1528884" y="1110863"/>
                </a:lnTo>
                <a:lnTo>
                  <a:pt x="1529062" y="1110881"/>
                </a:lnTo>
                <a:lnTo>
                  <a:pt x="1529231" y="1110890"/>
                </a:lnTo>
                <a:lnTo>
                  <a:pt x="1529409" y="1110899"/>
                </a:lnTo>
                <a:lnTo>
                  <a:pt x="1529578" y="1110917"/>
                </a:lnTo>
                <a:lnTo>
                  <a:pt x="1529747" y="1110926"/>
                </a:lnTo>
                <a:lnTo>
                  <a:pt x="1529925" y="1110944"/>
                </a:lnTo>
                <a:lnTo>
                  <a:pt x="1530094" y="1110952"/>
                </a:lnTo>
                <a:lnTo>
                  <a:pt x="1530272" y="1110961"/>
                </a:lnTo>
                <a:lnTo>
                  <a:pt x="1530441" y="1110979"/>
                </a:lnTo>
                <a:lnTo>
                  <a:pt x="1530619" y="1110988"/>
                </a:lnTo>
                <a:lnTo>
                  <a:pt x="1530788" y="1110997"/>
                </a:lnTo>
                <a:lnTo>
                  <a:pt x="1530957" y="1111015"/>
                </a:lnTo>
                <a:lnTo>
                  <a:pt x="1531135" y="1111024"/>
                </a:lnTo>
                <a:lnTo>
                  <a:pt x="1531304" y="1111032"/>
                </a:lnTo>
                <a:lnTo>
                  <a:pt x="1531482" y="1111050"/>
                </a:lnTo>
                <a:lnTo>
                  <a:pt x="1531651" y="1111059"/>
                </a:lnTo>
                <a:lnTo>
                  <a:pt x="1531829" y="1111068"/>
                </a:lnTo>
                <a:lnTo>
                  <a:pt x="1531998" y="1111086"/>
                </a:lnTo>
                <a:lnTo>
                  <a:pt x="1532167" y="1111095"/>
                </a:lnTo>
                <a:lnTo>
                  <a:pt x="1532345" y="1111104"/>
                </a:lnTo>
                <a:lnTo>
                  <a:pt x="1532514" y="1111122"/>
                </a:lnTo>
                <a:lnTo>
                  <a:pt x="1532692" y="1111130"/>
                </a:lnTo>
                <a:lnTo>
                  <a:pt x="1532861" y="1111139"/>
                </a:lnTo>
                <a:lnTo>
                  <a:pt x="1533039" y="1111148"/>
                </a:lnTo>
                <a:lnTo>
                  <a:pt x="1533208" y="1111166"/>
                </a:lnTo>
                <a:lnTo>
                  <a:pt x="1533377" y="1111175"/>
                </a:lnTo>
                <a:lnTo>
                  <a:pt x="1533555" y="1111184"/>
                </a:lnTo>
                <a:lnTo>
                  <a:pt x="1533724" y="1111202"/>
                </a:lnTo>
                <a:lnTo>
                  <a:pt x="1533902" y="1111210"/>
                </a:lnTo>
                <a:lnTo>
                  <a:pt x="1534071" y="1111219"/>
                </a:lnTo>
                <a:lnTo>
                  <a:pt x="1534249" y="1111228"/>
                </a:lnTo>
                <a:lnTo>
                  <a:pt x="1534418" y="1111246"/>
                </a:lnTo>
                <a:lnTo>
                  <a:pt x="1534587" y="1111255"/>
                </a:lnTo>
                <a:lnTo>
                  <a:pt x="1534765" y="1111264"/>
                </a:lnTo>
                <a:lnTo>
                  <a:pt x="1534934" y="1111273"/>
                </a:lnTo>
                <a:lnTo>
                  <a:pt x="1535112" y="1111290"/>
                </a:lnTo>
                <a:lnTo>
                  <a:pt x="1535281" y="1111299"/>
                </a:lnTo>
                <a:lnTo>
                  <a:pt x="1535459" y="1111308"/>
                </a:lnTo>
                <a:lnTo>
                  <a:pt x="1535628" y="1111317"/>
                </a:lnTo>
                <a:lnTo>
                  <a:pt x="1535797" y="1111335"/>
                </a:lnTo>
                <a:lnTo>
                  <a:pt x="1535975" y="1111344"/>
                </a:lnTo>
                <a:lnTo>
                  <a:pt x="1536144" y="1111353"/>
                </a:lnTo>
                <a:lnTo>
                  <a:pt x="1536322" y="1111362"/>
                </a:lnTo>
                <a:lnTo>
                  <a:pt x="1536491" y="1111379"/>
                </a:lnTo>
                <a:lnTo>
                  <a:pt x="1536669" y="1111388"/>
                </a:lnTo>
                <a:lnTo>
                  <a:pt x="1536838" y="1111397"/>
                </a:lnTo>
                <a:lnTo>
                  <a:pt x="1537007" y="1111406"/>
                </a:lnTo>
                <a:lnTo>
                  <a:pt x="1537185" y="1111415"/>
                </a:lnTo>
                <a:lnTo>
                  <a:pt x="1537354" y="1111433"/>
                </a:lnTo>
                <a:lnTo>
                  <a:pt x="1537532" y="1111442"/>
                </a:lnTo>
                <a:lnTo>
                  <a:pt x="1537701" y="1111451"/>
                </a:lnTo>
                <a:lnTo>
                  <a:pt x="1537879" y="1111460"/>
                </a:lnTo>
                <a:lnTo>
                  <a:pt x="1538048" y="1111468"/>
                </a:lnTo>
                <a:lnTo>
                  <a:pt x="1538217" y="1111486"/>
                </a:lnTo>
                <a:lnTo>
                  <a:pt x="1538395" y="1111495"/>
                </a:lnTo>
                <a:lnTo>
                  <a:pt x="1538564" y="1111504"/>
                </a:lnTo>
                <a:lnTo>
                  <a:pt x="1538742" y="1111513"/>
                </a:lnTo>
                <a:lnTo>
                  <a:pt x="1538911" y="1111522"/>
                </a:lnTo>
                <a:lnTo>
                  <a:pt x="1539089" y="1111540"/>
                </a:lnTo>
                <a:lnTo>
                  <a:pt x="1539258" y="1111549"/>
                </a:lnTo>
                <a:lnTo>
                  <a:pt x="1539427" y="1111557"/>
                </a:lnTo>
                <a:lnTo>
                  <a:pt x="1539605" y="1111566"/>
                </a:lnTo>
                <a:lnTo>
                  <a:pt x="1539774" y="1111575"/>
                </a:lnTo>
                <a:lnTo>
                  <a:pt x="1539951" y="1111584"/>
                </a:lnTo>
                <a:lnTo>
                  <a:pt x="1540121" y="1111602"/>
                </a:lnTo>
                <a:lnTo>
                  <a:pt x="1540299" y="1111611"/>
                </a:lnTo>
                <a:lnTo>
                  <a:pt x="1540468" y="1111620"/>
                </a:lnTo>
                <a:lnTo>
                  <a:pt x="1540637" y="1111629"/>
                </a:lnTo>
                <a:lnTo>
                  <a:pt x="1540814" y="1111637"/>
                </a:lnTo>
                <a:lnTo>
                  <a:pt x="1540984" y="1111646"/>
                </a:lnTo>
                <a:lnTo>
                  <a:pt x="1541161" y="1111655"/>
                </a:lnTo>
                <a:lnTo>
                  <a:pt x="1541330" y="1111673"/>
                </a:lnTo>
                <a:lnTo>
                  <a:pt x="1541508" y="1111682"/>
                </a:lnTo>
                <a:lnTo>
                  <a:pt x="1541678" y="1111691"/>
                </a:lnTo>
                <a:lnTo>
                  <a:pt x="1541847" y="1111700"/>
                </a:lnTo>
                <a:lnTo>
                  <a:pt x="1542024" y="1111709"/>
                </a:lnTo>
                <a:lnTo>
                  <a:pt x="1542193" y="1111718"/>
                </a:lnTo>
                <a:lnTo>
                  <a:pt x="1542371" y="1111726"/>
                </a:lnTo>
                <a:lnTo>
                  <a:pt x="1542540" y="1111735"/>
                </a:lnTo>
                <a:lnTo>
                  <a:pt x="1542718" y="1111753"/>
                </a:lnTo>
                <a:lnTo>
                  <a:pt x="1542887" y="1111762"/>
                </a:lnTo>
                <a:lnTo>
                  <a:pt x="1543056" y="1111771"/>
                </a:lnTo>
                <a:lnTo>
                  <a:pt x="1543234" y="1111780"/>
                </a:lnTo>
                <a:lnTo>
                  <a:pt x="1543403" y="1111789"/>
                </a:lnTo>
                <a:lnTo>
                  <a:pt x="1543581" y="1111798"/>
                </a:lnTo>
                <a:lnTo>
                  <a:pt x="1543750" y="1111807"/>
                </a:lnTo>
                <a:lnTo>
                  <a:pt x="1543928" y="1111815"/>
                </a:lnTo>
                <a:lnTo>
                  <a:pt x="1544097" y="1111824"/>
                </a:lnTo>
                <a:lnTo>
                  <a:pt x="1544266" y="1111833"/>
                </a:lnTo>
                <a:lnTo>
                  <a:pt x="1544444" y="1111842"/>
                </a:lnTo>
                <a:lnTo>
                  <a:pt x="1544613" y="1111851"/>
                </a:lnTo>
                <a:lnTo>
                  <a:pt x="1544791" y="1111869"/>
                </a:lnTo>
                <a:lnTo>
                  <a:pt x="1544960" y="1111878"/>
                </a:lnTo>
                <a:lnTo>
                  <a:pt x="1545138" y="1111887"/>
                </a:lnTo>
                <a:lnTo>
                  <a:pt x="1545307" y="1111895"/>
                </a:lnTo>
                <a:lnTo>
                  <a:pt x="1545476" y="1111904"/>
                </a:lnTo>
                <a:lnTo>
                  <a:pt x="1545654" y="1111913"/>
                </a:lnTo>
                <a:lnTo>
                  <a:pt x="1545823" y="1111922"/>
                </a:lnTo>
                <a:lnTo>
                  <a:pt x="1546001" y="1111931"/>
                </a:lnTo>
                <a:lnTo>
                  <a:pt x="1546170" y="1111940"/>
                </a:lnTo>
                <a:lnTo>
                  <a:pt x="1546339" y="1111949"/>
                </a:lnTo>
                <a:lnTo>
                  <a:pt x="1546517" y="1111958"/>
                </a:lnTo>
                <a:lnTo>
                  <a:pt x="1546686" y="1111967"/>
                </a:lnTo>
                <a:lnTo>
                  <a:pt x="1546864" y="1111976"/>
                </a:lnTo>
                <a:lnTo>
                  <a:pt x="1547033" y="1111984"/>
                </a:lnTo>
                <a:lnTo>
                  <a:pt x="1547211" y="1111993"/>
                </a:lnTo>
                <a:lnTo>
                  <a:pt x="1547380" y="1112002"/>
                </a:lnTo>
                <a:lnTo>
                  <a:pt x="1547549" y="1112011"/>
                </a:lnTo>
                <a:lnTo>
                  <a:pt x="1547727" y="1112020"/>
                </a:lnTo>
                <a:lnTo>
                  <a:pt x="1547896" y="1112029"/>
                </a:lnTo>
                <a:lnTo>
                  <a:pt x="1548074" y="1112038"/>
                </a:lnTo>
                <a:lnTo>
                  <a:pt x="1548243" y="1112047"/>
                </a:lnTo>
                <a:lnTo>
                  <a:pt x="1548421" y="1112056"/>
                </a:lnTo>
                <a:lnTo>
                  <a:pt x="1548590" y="1112064"/>
                </a:lnTo>
                <a:lnTo>
                  <a:pt x="1548759" y="1112073"/>
                </a:lnTo>
                <a:lnTo>
                  <a:pt x="1548937" y="1112082"/>
                </a:lnTo>
                <a:lnTo>
                  <a:pt x="1549106" y="1112091"/>
                </a:lnTo>
                <a:lnTo>
                  <a:pt x="1549284" y="1112100"/>
                </a:lnTo>
                <a:lnTo>
                  <a:pt x="1549453" y="1112109"/>
                </a:lnTo>
                <a:lnTo>
                  <a:pt x="1549631" y="1112118"/>
                </a:lnTo>
                <a:lnTo>
                  <a:pt x="1549800" y="1112127"/>
                </a:lnTo>
                <a:lnTo>
                  <a:pt x="1549969" y="1112136"/>
                </a:lnTo>
                <a:lnTo>
                  <a:pt x="1550147" y="1112145"/>
                </a:lnTo>
                <a:lnTo>
                  <a:pt x="1550316" y="1112153"/>
                </a:lnTo>
                <a:lnTo>
                  <a:pt x="1550494" y="1112162"/>
                </a:lnTo>
                <a:lnTo>
                  <a:pt x="1550663" y="1112171"/>
                </a:lnTo>
                <a:lnTo>
                  <a:pt x="1550841" y="1112180"/>
                </a:lnTo>
                <a:lnTo>
                  <a:pt x="1551010" y="1112189"/>
                </a:lnTo>
                <a:lnTo>
                  <a:pt x="1551179" y="1112198"/>
                </a:lnTo>
                <a:lnTo>
                  <a:pt x="1551357" y="1112207"/>
                </a:lnTo>
                <a:lnTo>
                  <a:pt x="1551526" y="1112216"/>
                </a:lnTo>
                <a:lnTo>
                  <a:pt x="1551704" y="1112225"/>
                </a:lnTo>
                <a:lnTo>
                  <a:pt x="1551873" y="1112234"/>
                </a:lnTo>
                <a:lnTo>
                  <a:pt x="1552051" y="1112242"/>
                </a:lnTo>
                <a:lnTo>
                  <a:pt x="1552220" y="1112251"/>
                </a:lnTo>
                <a:lnTo>
                  <a:pt x="1552389" y="1112260"/>
                </a:lnTo>
                <a:lnTo>
                  <a:pt x="1552567" y="1112269"/>
                </a:lnTo>
                <a:lnTo>
                  <a:pt x="1552736" y="1112278"/>
                </a:lnTo>
                <a:lnTo>
                  <a:pt x="1552914" y="1112287"/>
                </a:lnTo>
                <a:lnTo>
                  <a:pt x="1553083" y="1112296"/>
                </a:lnTo>
                <a:lnTo>
                  <a:pt x="1553261" y="1112296"/>
                </a:lnTo>
                <a:lnTo>
                  <a:pt x="1553430" y="1112305"/>
                </a:lnTo>
                <a:lnTo>
                  <a:pt x="1553599" y="1112314"/>
                </a:lnTo>
                <a:lnTo>
                  <a:pt x="1553777" y="1112323"/>
                </a:lnTo>
                <a:lnTo>
                  <a:pt x="1553946" y="1112331"/>
                </a:lnTo>
                <a:lnTo>
                  <a:pt x="1554124" y="1112340"/>
                </a:lnTo>
                <a:lnTo>
                  <a:pt x="1554293" y="1112349"/>
                </a:lnTo>
                <a:lnTo>
                  <a:pt x="1554471" y="1112358"/>
                </a:lnTo>
                <a:lnTo>
                  <a:pt x="1554640" y="1112367"/>
                </a:lnTo>
                <a:lnTo>
                  <a:pt x="1554809" y="1112376"/>
                </a:lnTo>
                <a:lnTo>
                  <a:pt x="1554987" y="1112385"/>
                </a:lnTo>
                <a:lnTo>
                  <a:pt x="1555156" y="1112394"/>
                </a:lnTo>
                <a:lnTo>
                  <a:pt x="1555333" y="1112394"/>
                </a:lnTo>
                <a:lnTo>
                  <a:pt x="1555502" y="1112403"/>
                </a:lnTo>
                <a:lnTo>
                  <a:pt x="1555681" y="1112411"/>
                </a:lnTo>
                <a:lnTo>
                  <a:pt x="1555850" y="1112420"/>
                </a:lnTo>
                <a:lnTo>
                  <a:pt x="1556019" y="1112429"/>
                </a:lnTo>
                <a:lnTo>
                  <a:pt x="1556196" y="1112438"/>
                </a:lnTo>
                <a:lnTo>
                  <a:pt x="1556366" y="1112447"/>
                </a:lnTo>
                <a:lnTo>
                  <a:pt x="1556543" y="1112456"/>
                </a:lnTo>
                <a:lnTo>
                  <a:pt x="1556712" y="1112456"/>
                </a:lnTo>
                <a:lnTo>
                  <a:pt x="1556890" y="1112465"/>
                </a:lnTo>
                <a:lnTo>
                  <a:pt x="1557059" y="1112474"/>
                </a:lnTo>
                <a:lnTo>
                  <a:pt x="1557229" y="1112483"/>
                </a:lnTo>
                <a:lnTo>
                  <a:pt x="1557406" y="1112491"/>
                </a:lnTo>
                <a:lnTo>
                  <a:pt x="1557575" y="1112500"/>
                </a:lnTo>
                <a:lnTo>
                  <a:pt x="1557753" y="1112509"/>
                </a:lnTo>
                <a:lnTo>
                  <a:pt x="1557922" y="1112518"/>
                </a:lnTo>
                <a:lnTo>
                  <a:pt x="1558100" y="1112518"/>
                </a:lnTo>
                <a:lnTo>
                  <a:pt x="1558269" y="1112527"/>
                </a:lnTo>
                <a:lnTo>
                  <a:pt x="1558438" y="1112536"/>
                </a:lnTo>
                <a:lnTo>
                  <a:pt x="1558616" y="1112545"/>
                </a:lnTo>
                <a:lnTo>
                  <a:pt x="1558785" y="1112554"/>
                </a:lnTo>
                <a:lnTo>
                  <a:pt x="1558963" y="1112563"/>
                </a:lnTo>
                <a:lnTo>
                  <a:pt x="1559132" y="1112572"/>
                </a:lnTo>
                <a:lnTo>
                  <a:pt x="1559310" y="1112572"/>
                </a:lnTo>
                <a:lnTo>
                  <a:pt x="1559479" y="1112581"/>
                </a:lnTo>
                <a:lnTo>
                  <a:pt x="1559648" y="1112589"/>
                </a:lnTo>
                <a:lnTo>
                  <a:pt x="1559826" y="1112598"/>
                </a:lnTo>
                <a:lnTo>
                  <a:pt x="1559995" y="1112607"/>
                </a:lnTo>
                <a:lnTo>
                  <a:pt x="1560173" y="1112616"/>
                </a:lnTo>
                <a:lnTo>
                  <a:pt x="1560342" y="1112616"/>
                </a:lnTo>
                <a:lnTo>
                  <a:pt x="1560520" y="1112625"/>
                </a:lnTo>
                <a:lnTo>
                  <a:pt x="1560689" y="1112634"/>
                </a:lnTo>
                <a:lnTo>
                  <a:pt x="1560858" y="1112643"/>
                </a:lnTo>
                <a:lnTo>
                  <a:pt x="1561036" y="1112652"/>
                </a:lnTo>
                <a:lnTo>
                  <a:pt x="1561205" y="1112652"/>
                </a:lnTo>
                <a:lnTo>
                  <a:pt x="1561383" y="1112661"/>
                </a:lnTo>
                <a:lnTo>
                  <a:pt x="1561552" y="1112669"/>
                </a:lnTo>
                <a:lnTo>
                  <a:pt x="1561730" y="1112678"/>
                </a:lnTo>
                <a:lnTo>
                  <a:pt x="1561899" y="1112687"/>
                </a:lnTo>
                <a:lnTo>
                  <a:pt x="1562068" y="1112687"/>
                </a:lnTo>
                <a:lnTo>
                  <a:pt x="1562246" y="1112696"/>
                </a:lnTo>
                <a:lnTo>
                  <a:pt x="1562415" y="1112705"/>
                </a:lnTo>
                <a:lnTo>
                  <a:pt x="1562593" y="1112714"/>
                </a:lnTo>
                <a:lnTo>
                  <a:pt x="1562762" y="1112723"/>
                </a:lnTo>
                <a:lnTo>
                  <a:pt x="1562940" y="1112723"/>
                </a:lnTo>
                <a:lnTo>
                  <a:pt x="1563109" y="1112732"/>
                </a:lnTo>
                <a:lnTo>
                  <a:pt x="1563278" y="1112741"/>
                </a:lnTo>
                <a:lnTo>
                  <a:pt x="1563456" y="1112750"/>
                </a:lnTo>
                <a:lnTo>
                  <a:pt x="1563625" y="1112758"/>
                </a:lnTo>
                <a:lnTo>
                  <a:pt x="1563803" y="1112758"/>
                </a:lnTo>
                <a:lnTo>
                  <a:pt x="1563972" y="1112767"/>
                </a:lnTo>
                <a:lnTo>
                  <a:pt x="1564150" y="1112776"/>
                </a:lnTo>
                <a:lnTo>
                  <a:pt x="1564319" y="1112785"/>
                </a:lnTo>
                <a:lnTo>
                  <a:pt x="1564488" y="1112785"/>
                </a:lnTo>
                <a:lnTo>
                  <a:pt x="1564666" y="1112794"/>
                </a:lnTo>
                <a:lnTo>
                  <a:pt x="1564835" y="1112803"/>
                </a:lnTo>
                <a:lnTo>
                  <a:pt x="1565013" y="1112812"/>
                </a:lnTo>
                <a:lnTo>
                  <a:pt x="1565182" y="1112821"/>
                </a:lnTo>
                <a:lnTo>
                  <a:pt x="1565351" y="1112821"/>
                </a:lnTo>
                <a:lnTo>
                  <a:pt x="1565529" y="1112830"/>
                </a:lnTo>
                <a:lnTo>
                  <a:pt x="1565698" y="1112838"/>
                </a:lnTo>
                <a:lnTo>
                  <a:pt x="1565876" y="1112847"/>
                </a:lnTo>
                <a:lnTo>
                  <a:pt x="1566045" y="1112847"/>
                </a:lnTo>
                <a:lnTo>
                  <a:pt x="1566223" y="1112856"/>
                </a:lnTo>
                <a:lnTo>
                  <a:pt x="1566392" y="1112865"/>
                </a:lnTo>
                <a:lnTo>
                  <a:pt x="1566561" y="1112874"/>
                </a:lnTo>
                <a:lnTo>
                  <a:pt x="1566739" y="1112874"/>
                </a:lnTo>
                <a:lnTo>
                  <a:pt x="1566908" y="1112883"/>
                </a:lnTo>
                <a:lnTo>
                  <a:pt x="1567086" y="1112892"/>
                </a:lnTo>
                <a:lnTo>
                  <a:pt x="1567255" y="1112892"/>
                </a:lnTo>
                <a:lnTo>
                  <a:pt x="1567433" y="1112901"/>
                </a:lnTo>
                <a:lnTo>
                  <a:pt x="1567602" y="1112910"/>
                </a:lnTo>
                <a:lnTo>
                  <a:pt x="1567771" y="1112919"/>
                </a:lnTo>
                <a:lnTo>
                  <a:pt x="1567949" y="1112919"/>
                </a:lnTo>
                <a:lnTo>
                  <a:pt x="1568118" y="1112927"/>
                </a:lnTo>
                <a:lnTo>
                  <a:pt x="1568296" y="1112936"/>
                </a:lnTo>
                <a:lnTo>
                  <a:pt x="1568465" y="1112945"/>
                </a:lnTo>
                <a:lnTo>
                  <a:pt x="1568643" y="1112945"/>
                </a:lnTo>
                <a:lnTo>
                  <a:pt x="1568812" y="1112954"/>
                </a:lnTo>
                <a:lnTo>
                  <a:pt x="1568981" y="1112963"/>
                </a:lnTo>
                <a:lnTo>
                  <a:pt x="1569159" y="1112963"/>
                </a:lnTo>
                <a:lnTo>
                  <a:pt x="1569328" y="1112972"/>
                </a:lnTo>
                <a:lnTo>
                  <a:pt x="1569505" y="1112981"/>
                </a:lnTo>
                <a:lnTo>
                  <a:pt x="1569675" y="1112990"/>
                </a:lnTo>
                <a:lnTo>
                  <a:pt x="1569853" y="1112990"/>
                </a:lnTo>
                <a:lnTo>
                  <a:pt x="1570022" y="1112999"/>
                </a:lnTo>
                <a:lnTo>
                  <a:pt x="1570191" y="1113008"/>
                </a:lnTo>
                <a:lnTo>
                  <a:pt x="1570369" y="1113008"/>
                </a:lnTo>
                <a:lnTo>
                  <a:pt x="1570538" y="1113016"/>
                </a:lnTo>
                <a:lnTo>
                  <a:pt x="1570715" y="1113025"/>
                </a:lnTo>
                <a:lnTo>
                  <a:pt x="1570884" y="1113025"/>
                </a:lnTo>
                <a:lnTo>
                  <a:pt x="1571062" y="1113034"/>
                </a:lnTo>
                <a:lnTo>
                  <a:pt x="1571232" y="1113043"/>
                </a:lnTo>
                <a:lnTo>
                  <a:pt x="1571401" y="1113043"/>
                </a:lnTo>
                <a:lnTo>
                  <a:pt x="1571578" y="1113052"/>
                </a:lnTo>
                <a:lnTo>
                  <a:pt x="1571747" y="1113061"/>
                </a:lnTo>
                <a:lnTo>
                  <a:pt x="1571925" y="1113061"/>
                </a:lnTo>
                <a:lnTo>
                  <a:pt x="1572094" y="1113070"/>
                </a:lnTo>
                <a:lnTo>
                  <a:pt x="1572272" y="1113079"/>
                </a:lnTo>
                <a:lnTo>
                  <a:pt x="1572441" y="1113088"/>
                </a:lnTo>
                <a:lnTo>
                  <a:pt x="1572610" y="1113088"/>
                </a:lnTo>
                <a:lnTo>
                  <a:pt x="1572788" y="1113096"/>
                </a:lnTo>
                <a:lnTo>
                  <a:pt x="1572957" y="1113105"/>
                </a:lnTo>
                <a:lnTo>
                  <a:pt x="1573135" y="1113105"/>
                </a:lnTo>
                <a:lnTo>
                  <a:pt x="1573304" y="1113114"/>
                </a:lnTo>
                <a:lnTo>
                  <a:pt x="1573482" y="1113114"/>
                </a:lnTo>
                <a:lnTo>
                  <a:pt x="1573651" y="1113123"/>
                </a:lnTo>
                <a:lnTo>
                  <a:pt x="1573820" y="1113132"/>
                </a:lnTo>
                <a:lnTo>
                  <a:pt x="1573998" y="1113132"/>
                </a:lnTo>
                <a:lnTo>
                  <a:pt x="1574167" y="1113141"/>
                </a:lnTo>
                <a:lnTo>
                  <a:pt x="1574345" y="1113150"/>
                </a:lnTo>
                <a:lnTo>
                  <a:pt x="1574514" y="1113150"/>
                </a:lnTo>
                <a:lnTo>
                  <a:pt x="1574692" y="1113159"/>
                </a:lnTo>
                <a:lnTo>
                  <a:pt x="1574861" y="1113168"/>
                </a:lnTo>
                <a:lnTo>
                  <a:pt x="1575030" y="1113168"/>
                </a:lnTo>
                <a:lnTo>
                  <a:pt x="1575208" y="1113177"/>
                </a:lnTo>
                <a:lnTo>
                  <a:pt x="1575377" y="1113185"/>
                </a:lnTo>
                <a:lnTo>
                  <a:pt x="1575555" y="1113185"/>
                </a:lnTo>
                <a:lnTo>
                  <a:pt x="1575724" y="1113194"/>
                </a:lnTo>
                <a:lnTo>
                  <a:pt x="1575902" y="1113203"/>
                </a:lnTo>
                <a:lnTo>
                  <a:pt x="1576071" y="1113203"/>
                </a:lnTo>
                <a:lnTo>
                  <a:pt x="1576240" y="1113212"/>
                </a:lnTo>
                <a:lnTo>
                  <a:pt x="1576418" y="1113212"/>
                </a:lnTo>
                <a:lnTo>
                  <a:pt x="1576587" y="1113221"/>
                </a:lnTo>
                <a:lnTo>
                  <a:pt x="1576765" y="1113230"/>
                </a:lnTo>
                <a:lnTo>
                  <a:pt x="1576934" y="1113230"/>
                </a:lnTo>
                <a:lnTo>
                  <a:pt x="1577112" y="1113239"/>
                </a:lnTo>
                <a:lnTo>
                  <a:pt x="1577281" y="1113248"/>
                </a:lnTo>
                <a:lnTo>
                  <a:pt x="1577450" y="1113248"/>
                </a:lnTo>
                <a:lnTo>
                  <a:pt x="1577628" y="1113257"/>
                </a:lnTo>
                <a:lnTo>
                  <a:pt x="1577797" y="1113257"/>
                </a:lnTo>
                <a:lnTo>
                  <a:pt x="1577975" y="1113265"/>
                </a:lnTo>
                <a:lnTo>
                  <a:pt x="1578144" y="1113274"/>
                </a:lnTo>
                <a:lnTo>
                  <a:pt x="1578322" y="1113274"/>
                </a:lnTo>
                <a:lnTo>
                  <a:pt x="1578491" y="1113283"/>
                </a:lnTo>
                <a:lnTo>
                  <a:pt x="1578660" y="1113283"/>
                </a:lnTo>
                <a:lnTo>
                  <a:pt x="1578838" y="1113292"/>
                </a:lnTo>
                <a:lnTo>
                  <a:pt x="1579007" y="1113301"/>
                </a:lnTo>
                <a:lnTo>
                  <a:pt x="1579185" y="1113301"/>
                </a:lnTo>
                <a:lnTo>
                  <a:pt x="1579354" y="1113310"/>
                </a:lnTo>
                <a:lnTo>
                  <a:pt x="1579532" y="1113310"/>
                </a:lnTo>
                <a:lnTo>
                  <a:pt x="1579701" y="1113319"/>
                </a:lnTo>
                <a:lnTo>
                  <a:pt x="1579870" y="1113328"/>
                </a:lnTo>
                <a:lnTo>
                  <a:pt x="1580048" y="1113328"/>
                </a:lnTo>
                <a:lnTo>
                  <a:pt x="1580217" y="1113337"/>
                </a:lnTo>
                <a:lnTo>
                  <a:pt x="1580395" y="1113337"/>
                </a:lnTo>
                <a:lnTo>
                  <a:pt x="1580564" y="1113346"/>
                </a:lnTo>
                <a:lnTo>
                  <a:pt x="1580742" y="1113346"/>
                </a:lnTo>
                <a:lnTo>
                  <a:pt x="1580911" y="1113355"/>
                </a:lnTo>
                <a:lnTo>
                  <a:pt x="1581080" y="1113363"/>
                </a:lnTo>
                <a:lnTo>
                  <a:pt x="1581258" y="1113363"/>
                </a:lnTo>
                <a:lnTo>
                  <a:pt x="1581427" y="1113372"/>
                </a:lnTo>
                <a:lnTo>
                  <a:pt x="1581605" y="1113372"/>
                </a:lnTo>
                <a:lnTo>
                  <a:pt x="1581774" y="1113381"/>
                </a:lnTo>
                <a:lnTo>
                  <a:pt x="1581952" y="1113381"/>
                </a:lnTo>
                <a:lnTo>
                  <a:pt x="1582121" y="1113390"/>
                </a:lnTo>
                <a:lnTo>
                  <a:pt x="1582290" y="1113399"/>
                </a:lnTo>
                <a:lnTo>
                  <a:pt x="1582468" y="1113399"/>
                </a:lnTo>
                <a:lnTo>
                  <a:pt x="1582637" y="1113408"/>
                </a:lnTo>
                <a:lnTo>
                  <a:pt x="1582815" y="1113408"/>
                </a:lnTo>
                <a:lnTo>
                  <a:pt x="1582984" y="1113417"/>
                </a:lnTo>
                <a:lnTo>
                  <a:pt x="1583162" y="1113417"/>
                </a:lnTo>
                <a:lnTo>
                  <a:pt x="1583331" y="1113426"/>
                </a:lnTo>
                <a:lnTo>
                  <a:pt x="1583500" y="1113435"/>
                </a:lnTo>
                <a:lnTo>
                  <a:pt x="1583678" y="1113435"/>
                </a:lnTo>
                <a:lnTo>
                  <a:pt x="1583847" y="1113443"/>
                </a:lnTo>
                <a:lnTo>
                  <a:pt x="1584025" y="1113443"/>
                </a:lnTo>
                <a:lnTo>
                  <a:pt x="1584194" y="1113452"/>
                </a:lnTo>
                <a:lnTo>
                  <a:pt x="1584363" y="1113452"/>
                </a:lnTo>
                <a:lnTo>
                  <a:pt x="1584541" y="1113461"/>
                </a:lnTo>
                <a:lnTo>
                  <a:pt x="1584710" y="1113461"/>
                </a:lnTo>
                <a:lnTo>
                  <a:pt x="1584887" y="1113470"/>
                </a:lnTo>
                <a:lnTo>
                  <a:pt x="1585057" y="1113470"/>
                </a:lnTo>
                <a:lnTo>
                  <a:pt x="1585235" y="1113479"/>
                </a:lnTo>
                <a:lnTo>
                  <a:pt x="1585404" y="1113488"/>
                </a:lnTo>
                <a:lnTo>
                  <a:pt x="1585572" y="1113488"/>
                </a:lnTo>
                <a:lnTo>
                  <a:pt x="1585750" y="1113497"/>
                </a:lnTo>
                <a:lnTo>
                  <a:pt x="1585920" y="1113497"/>
                </a:lnTo>
                <a:lnTo>
                  <a:pt x="1586097" y="1113506"/>
                </a:lnTo>
                <a:lnTo>
                  <a:pt x="1586266" y="1113506"/>
                </a:lnTo>
                <a:lnTo>
                  <a:pt x="1586444" y="1113515"/>
                </a:lnTo>
                <a:lnTo>
                  <a:pt x="1586614" y="1113515"/>
                </a:lnTo>
                <a:lnTo>
                  <a:pt x="1586783" y="1113524"/>
                </a:lnTo>
                <a:lnTo>
                  <a:pt x="1586960" y="1113524"/>
                </a:lnTo>
                <a:lnTo>
                  <a:pt x="1587129" y="1113532"/>
                </a:lnTo>
                <a:lnTo>
                  <a:pt x="1587307" y="1113532"/>
                </a:lnTo>
                <a:lnTo>
                  <a:pt x="1587476" y="1113541"/>
                </a:lnTo>
                <a:lnTo>
                  <a:pt x="1587654" y="1113541"/>
                </a:lnTo>
                <a:lnTo>
                  <a:pt x="1587823" y="1113550"/>
                </a:lnTo>
                <a:lnTo>
                  <a:pt x="1587992" y="1113550"/>
                </a:lnTo>
                <a:lnTo>
                  <a:pt x="1588170" y="1113559"/>
                </a:lnTo>
                <a:lnTo>
                  <a:pt x="1588339" y="1113559"/>
                </a:lnTo>
                <a:lnTo>
                  <a:pt x="1588517" y="1113568"/>
                </a:lnTo>
                <a:lnTo>
                  <a:pt x="1588686" y="1113568"/>
                </a:lnTo>
                <a:lnTo>
                  <a:pt x="1588864" y="1113577"/>
                </a:lnTo>
                <a:lnTo>
                  <a:pt x="1589033" y="1113577"/>
                </a:lnTo>
                <a:lnTo>
                  <a:pt x="1589202" y="1113586"/>
                </a:lnTo>
                <a:lnTo>
                  <a:pt x="1589380" y="1113586"/>
                </a:lnTo>
                <a:lnTo>
                  <a:pt x="1589549" y="1113595"/>
                </a:lnTo>
                <a:lnTo>
                  <a:pt x="1589727" y="1113595"/>
                </a:lnTo>
                <a:lnTo>
                  <a:pt x="1589896" y="1113604"/>
                </a:lnTo>
                <a:lnTo>
                  <a:pt x="1590074" y="1113604"/>
                </a:lnTo>
                <a:lnTo>
                  <a:pt x="1590243" y="1113612"/>
                </a:lnTo>
                <a:lnTo>
                  <a:pt x="1590412" y="1113612"/>
                </a:lnTo>
                <a:lnTo>
                  <a:pt x="1590590" y="1113621"/>
                </a:lnTo>
                <a:lnTo>
                  <a:pt x="1590759" y="1113621"/>
                </a:lnTo>
                <a:lnTo>
                  <a:pt x="1590937" y="1113630"/>
                </a:lnTo>
                <a:lnTo>
                  <a:pt x="1591106" y="1113630"/>
                </a:lnTo>
                <a:lnTo>
                  <a:pt x="1591284" y="1113639"/>
                </a:lnTo>
                <a:lnTo>
                  <a:pt x="1591453" y="1113639"/>
                </a:lnTo>
                <a:lnTo>
                  <a:pt x="1591622" y="1113648"/>
                </a:lnTo>
                <a:lnTo>
                  <a:pt x="1591800" y="1113648"/>
                </a:lnTo>
                <a:lnTo>
                  <a:pt x="1591969" y="1113657"/>
                </a:lnTo>
                <a:lnTo>
                  <a:pt x="1592147" y="1113657"/>
                </a:lnTo>
                <a:lnTo>
                  <a:pt x="1592316" y="1113666"/>
                </a:lnTo>
                <a:lnTo>
                  <a:pt x="1592494" y="1113666"/>
                </a:lnTo>
                <a:lnTo>
                  <a:pt x="1592663" y="1113675"/>
                </a:lnTo>
                <a:lnTo>
                  <a:pt x="1592832" y="1113675"/>
                </a:lnTo>
                <a:lnTo>
                  <a:pt x="1593010" y="1113684"/>
                </a:lnTo>
                <a:lnTo>
                  <a:pt x="1593179" y="1113684"/>
                </a:lnTo>
                <a:lnTo>
                  <a:pt x="1593357" y="1113684"/>
                </a:lnTo>
                <a:lnTo>
                  <a:pt x="1593526" y="1113693"/>
                </a:lnTo>
                <a:lnTo>
                  <a:pt x="1593704" y="1113693"/>
                </a:lnTo>
                <a:lnTo>
                  <a:pt x="1593873" y="1113701"/>
                </a:lnTo>
                <a:lnTo>
                  <a:pt x="1594042" y="1113701"/>
                </a:lnTo>
                <a:lnTo>
                  <a:pt x="1594220" y="1113710"/>
                </a:lnTo>
                <a:lnTo>
                  <a:pt x="1594389" y="1113710"/>
                </a:lnTo>
                <a:lnTo>
                  <a:pt x="1594567" y="1113719"/>
                </a:lnTo>
                <a:lnTo>
                  <a:pt x="1594736" y="1113719"/>
                </a:lnTo>
                <a:lnTo>
                  <a:pt x="1594914" y="1113728"/>
                </a:lnTo>
                <a:lnTo>
                  <a:pt x="1595083" y="1113728"/>
                </a:lnTo>
                <a:lnTo>
                  <a:pt x="1595252" y="1113728"/>
                </a:lnTo>
                <a:lnTo>
                  <a:pt x="1595430" y="1113737"/>
                </a:lnTo>
                <a:lnTo>
                  <a:pt x="1595599" y="1113737"/>
                </a:lnTo>
                <a:lnTo>
                  <a:pt x="1595777" y="1113746"/>
                </a:lnTo>
                <a:lnTo>
                  <a:pt x="1595946" y="1113746"/>
                </a:lnTo>
                <a:lnTo>
                  <a:pt x="1596124" y="1113755"/>
                </a:lnTo>
                <a:lnTo>
                  <a:pt x="1596293" y="1113755"/>
                </a:lnTo>
                <a:lnTo>
                  <a:pt x="1596462" y="1113764"/>
                </a:lnTo>
                <a:lnTo>
                  <a:pt x="1596640" y="1113764"/>
                </a:lnTo>
                <a:lnTo>
                  <a:pt x="1596809" y="1113764"/>
                </a:lnTo>
                <a:lnTo>
                  <a:pt x="1596987" y="1113773"/>
                </a:lnTo>
                <a:lnTo>
                  <a:pt x="1597156" y="1113773"/>
                </a:lnTo>
                <a:lnTo>
                  <a:pt x="1597334" y="1113782"/>
                </a:lnTo>
                <a:lnTo>
                  <a:pt x="1597503" y="1113782"/>
                </a:lnTo>
                <a:lnTo>
                  <a:pt x="1597672" y="1113790"/>
                </a:lnTo>
                <a:lnTo>
                  <a:pt x="1597850" y="1113790"/>
                </a:lnTo>
                <a:lnTo>
                  <a:pt x="1598019" y="1113790"/>
                </a:lnTo>
                <a:lnTo>
                  <a:pt x="1598197" y="1113799"/>
                </a:lnTo>
                <a:lnTo>
                  <a:pt x="1598366" y="1113799"/>
                </a:lnTo>
                <a:lnTo>
                  <a:pt x="1598544" y="1113808"/>
                </a:lnTo>
                <a:lnTo>
                  <a:pt x="1598713" y="1113808"/>
                </a:lnTo>
                <a:lnTo>
                  <a:pt x="1598882" y="1113817"/>
                </a:lnTo>
                <a:lnTo>
                  <a:pt x="1599060" y="1113817"/>
                </a:lnTo>
                <a:lnTo>
                  <a:pt x="1599229" y="1113817"/>
                </a:lnTo>
                <a:lnTo>
                  <a:pt x="1599407" y="1113826"/>
                </a:lnTo>
                <a:lnTo>
                  <a:pt x="1599576" y="1113826"/>
                </a:lnTo>
                <a:lnTo>
                  <a:pt x="1599753" y="1113835"/>
                </a:lnTo>
                <a:lnTo>
                  <a:pt x="1599923" y="1113835"/>
                </a:lnTo>
                <a:lnTo>
                  <a:pt x="1600092" y="1113835"/>
                </a:lnTo>
                <a:lnTo>
                  <a:pt x="1600269" y="1113844"/>
                </a:lnTo>
                <a:lnTo>
                  <a:pt x="1600438" y="1113844"/>
                </a:lnTo>
                <a:lnTo>
                  <a:pt x="1600617" y="1113853"/>
                </a:lnTo>
                <a:lnTo>
                  <a:pt x="1600786" y="1113853"/>
                </a:lnTo>
                <a:lnTo>
                  <a:pt x="1600963" y="1113862"/>
                </a:lnTo>
                <a:lnTo>
                  <a:pt x="1601132" y="1113862"/>
                </a:lnTo>
                <a:lnTo>
                  <a:pt x="1601301" y="1113862"/>
                </a:lnTo>
                <a:lnTo>
                  <a:pt x="1601479" y="1113870"/>
                </a:lnTo>
                <a:lnTo>
                  <a:pt x="1601648" y="1113870"/>
                </a:lnTo>
                <a:lnTo>
                  <a:pt x="1601826" y="1113879"/>
                </a:lnTo>
                <a:lnTo>
                  <a:pt x="1601995" y="1113879"/>
                </a:lnTo>
                <a:lnTo>
                  <a:pt x="1602173" y="1113879"/>
                </a:lnTo>
                <a:lnTo>
                  <a:pt x="1602342" y="1113888"/>
                </a:lnTo>
                <a:lnTo>
                  <a:pt x="1602511" y="1113888"/>
                </a:lnTo>
                <a:lnTo>
                  <a:pt x="1602689" y="1113897"/>
                </a:lnTo>
                <a:lnTo>
                  <a:pt x="1602858" y="1113897"/>
                </a:lnTo>
                <a:lnTo>
                  <a:pt x="1603036" y="1113897"/>
                </a:lnTo>
                <a:lnTo>
                  <a:pt x="1603205" y="1113906"/>
                </a:lnTo>
                <a:lnTo>
                  <a:pt x="1603374" y="1113906"/>
                </a:lnTo>
                <a:lnTo>
                  <a:pt x="1603552" y="1113906"/>
                </a:lnTo>
                <a:lnTo>
                  <a:pt x="1603721" y="1113915"/>
                </a:lnTo>
                <a:lnTo>
                  <a:pt x="1603899" y="1113915"/>
                </a:lnTo>
                <a:lnTo>
                  <a:pt x="1604068" y="1113924"/>
                </a:lnTo>
                <a:lnTo>
                  <a:pt x="1604246" y="1113924"/>
                </a:lnTo>
                <a:lnTo>
                  <a:pt x="1604415" y="1113924"/>
                </a:lnTo>
                <a:lnTo>
                  <a:pt x="1604584" y="1113933"/>
                </a:lnTo>
                <a:lnTo>
                  <a:pt x="1604762" y="1113933"/>
                </a:lnTo>
                <a:lnTo>
                  <a:pt x="1604931" y="1113933"/>
                </a:lnTo>
                <a:lnTo>
                  <a:pt x="1605109" y="1113942"/>
                </a:lnTo>
                <a:lnTo>
                  <a:pt x="1605278" y="1113942"/>
                </a:lnTo>
                <a:lnTo>
                  <a:pt x="1605456" y="1113951"/>
                </a:lnTo>
                <a:lnTo>
                  <a:pt x="1605625" y="1113951"/>
                </a:lnTo>
                <a:lnTo>
                  <a:pt x="1605794" y="1113951"/>
                </a:lnTo>
                <a:lnTo>
                  <a:pt x="1605972" y="1113959"/>
                </a:lnTo>
                <a:lnTo>
                  <a:pt x="1606141" y="1113959"/>
                </a:lnTo>
                <a:lnTo>
                  <a:pt x="1606319" y="1113959"/>
                </a:lnTo>
                <a:lnTo>
                  <a:pt x="1606488" y="1113968"/>
                </a:lnTo>
                <a:lnTo>
                  <a:pt x="1606666" y="1113968"/>
                </a:lnTo>
                <a:lnTo>
                  <a:pt x="1606835" y="1113977"/>
                </a:lnTo>
                <a:lnTo>
                  <a:pt x="1607004" y="1113977"/>
                </a:lnTo>
                <a:lnTo>
                  <a:pt x="1607182" y="1113977"/>
                </a:lnTo>
                <a:lnTo>
                  <a:pt x="1607351" y="1113986"/>
                </a:lnTo>
                <a:lnTo>
                  <a:pt x="1607529" y="1113986"/>
                </a:lnTo>
                <a:lnTo>
                  <a:pt x="1607698" y="1113986"/>
                </a:lnTo>
                <a:lnTo>
                  <a:pt x="1607876" y="1113995"/>
                </a:lnTo>
                <a:lnTo>
                  <a:pt x="1608045" y="1113995"/>
                </a:lnTo>
                <a:lnTo>
                  <a:pt x="1608214" y="1113995"/>
                </a:lnTo>
                <a:lnTo>
                  <a:pt x="1608392" y="1114004"/>
                </a:lnTo>
                <a:lnTo>
                  <a:pt x="1608561" y="1114004"/>
                </a:lnTo>
                <a:lnTo>
                  <a:pt x="1608739" y="1114004"/>
                </a:lnTo>
                <a:lnTo>
                  <a:pt x="1608908" y="1114013"/>
                </a:lnTo>
                <a:lnTo>
                  <a:pt x="1609086" y="1114013"/>
                </a:lnTo>
                <a:lnTo>
                  <a:pt x="1609255" y="1114022"/>
                </a:lnTo>
                <a:lnTo>
                  <a:pt x="1609424" y="1114022"/>
                </a:lnTo>
                <a:lnTo>
                  <a:pt x="1609602" y="1114022"/>
                </a:lnTo>
                <a:lnTo>
                  <a:pt x="1609771" y="1114031"/>
                </a:lnTo>
                <a:lnTo>
                  <a:pt x="1609949" y="1114031"/>
                </a:lnTo>
                <a:lnTo>
                  <a:pt x="1610118" y="1114031"/>
                </a:lnTo>
                <a:lnTo>
                  <a:pt x="1610296" y="1114039"/>
                </a:lnTo>
                <a:lnTo>
                  <a:pt x="1610465" y="1114039"/>
                </a:lnTo>
                <a:lnTo>
                  <a:pt x="1610634" y="1114039"/>
                </a:lnTo>
                <a:lnTo>
                  <a:pt x="1610812" y="1114048"/>
                </a:lnTo>
                <a:lnTo>
                  <a:pt x="1610981" y="1114048"/>
                </a:lnTo>
                <a:lnTo>
                  <a:pt x="1611159" y="1114048"/>
                </a:lnTo>
                <a:lnTo>
                  <a:pt x="1611328" y="1114057"/>
                </a:lnTo>
                <a:lnTo>
                  <a:pt x="1611506" y="1114057"/>
                </a:lnTo>
                <a:lnTo>
                  <a:pt x="1611675" y="1114057"/>
                </a:lnTo>
                <a:lnTo>
                  <a:pt x="1611844" y="1114066"/>
                </a:lnTo>
                <a:lnTo>
                  <a:pt x="1612022" y="1114066"/>
                </a:lnTo>
                <a:lnTo>
                  <a:pt x="1612191" y="1114066"/>
                </a:lnTo>
                <a:lnTo>
                  <a:pt x="1612369" y="1114075"/>
                </a:lnTo>
                <a:lnTo>
                  <a:pt x="1612538" y="1114075"/>
                </a:lnTo>
                <a:lnTo>
                  <a:pt x="1612716" y="1114075"/>
                </a:lnTo>
                <a:lnTo>
                  <a:pt x="1612885" y="1114084"/>
                </a:lnTo>
                <a:lnTo>
                  <a:pt x="1613054" y="1114084"/>
                </a:lnTo>
                <a:lnTo>
                  <a:pt x="1613232" y="1114084"/>
                </a:lnTo>
                <a:lnTo>
                  <a:pt x="1613401" y="1114093"/>
                </a:lnTo>
                <a:lnTo>
                  <a:pt x="1613579" y="1114093"/>
                </a:lnTo>
                <a:lnTo>
                  <a:pt x="1613748" y="1114093"/>
                </a:lnTo>
                <a:lnTo>
                  <a:pt x="1613926" y="1114102"/>
                </a:lnTo>
                <a:lnTo>
                  <a:pt x="1614095" y="1114102"/>
                </a:lnTo>
                <a:lnTo>
                  <a:pt x="1614264" y="1114102"/>
                </a:lnTo>
                <a:lnTo>
                  <a:pt x="1614441" y="1114102"/>
                </a:lnTo>
                <a:lnTo>
                  <a:pt x="1614611" y="1114111"/>
                </a:lnTo>
                <a:lnTo>
                  <a:pt x="1614789" y="1114111"/>
                </a:lnTo>
                <a:lnTo>
                  <a:pt x="1614957" y="1114111"/>
                </a:lnTo>
                <a:lnTo>
                  <a:pt x="1615135" y="1114120"/>
                </a:lnTo>
                <a:lnTo>
                  <a:pt x="1615305" y="1114120"/>
                </a:lnTo>
                <a:lnTo>
                  <a:pt x="1615474" y="1114120"/>
                </a:lnTo>
                <a:lnTo>
                  <a:pt x="1615651" y="1114129"/>
                </a:lnTo>
                <a:lnTo>
                  <a:pt x="1615820" y="1114129"/>
                </a:lnTo>
                <a:lnTo>
                  <a:pt x="1615998" y="1114129"/>
                </a:lnTo>
                <a:lnTo>
                  <a:pt x="1616168" y="1114137"/>
                </a:lnTo>
                <a:lnTo>
                  <a:pt x="1616345" y="1114137"/>
                </a:lnTo>
                <a:lnTo>
                  <a:pt x="1616514" y="1114137"/>
                </a:lnTo>
                <a:lnTo>
                  <a:pt x="1616683" y="1114146"/>
                </a:lnTo>
                <a:lnTo>
                  <a:pt x="1616861" y="1114146"/>
                </a:lnTo>
                <a:lnTo>
                  <a:pt x="1617030" y="1114146"/>
                </a:lnTo>
                <a:lnTo>
                  <a:pt x="1617208" y="1114146"/>
                </a:lnTo>
                <a:lnTo>
                  <a:pt x="1617377" y="1114155"/>
                </a:lnTo>
                <a:lnTo>
                  <a:pt x="1617555" y="1114155"/>
                </a:lnTo>
                <a:lnTo>
                  <a:pt x="1617724" y="1114155"/>
                </a:lnTo>
                <a:lnTo>
                  <a:pt x="1617893" y="1114164"/>
                </a:lnTo>
                <a:lnTo>
                  <a:pt x="1618071" y="1114164"/>
                </a:lnTo>
                <a:lnTo>
                  <a:pt x="1618240" y="1114164"/>
                </a:lnTo>
                <a:lnTo>
                  <a:pt x="1618418" y="1114164"/>
                </a:lnTo>
                <a:lnTo>
                  <a:pt x="1618587" y="1114173"/>
                </a:lnTo>
                <a:lnTo>
                  <a:pt x="1618765" y="1114173"/>
                </a:lnTo>
                <a:lnTo>
                  <a:pt x="1618934" y="1114173"/>
                </a:lnTo>
                <a:lnTo>
                  <a:pt x="1619103" y="1114182"/>
                </a:lnTo>
                <a:lnTo>
                  <a:pt x="1619281" y="1114182"/>
                </a:lnTo>
                <a:lnTo>
                  <a:pt x="1619450" y="1114182"/>
                </a:lnTo>
                <a:lnTo>
                  <a:pt x="1619628" y="1114191"/>
                </a:lnTo>
                <a:lnTo>
                  <a:pt x="1619797" y="1114191"/>
                </a:lnTo>
                <a:lnTo>
                  <a:pt x="1619975" y="1114191"/>
                </a:lnTo>
                <a:lnTo>
                  <a:pt x="1620144" y="1114191"/>
                </a:lnTo>
                <a:lnTo>
                  <a:pt x="1620313" y="1114200"/>
                </a:lnTo>
                <a:lnTo>
                  <a:pt x="1620491" y="1114200"/>
                </a:lnTo>
                <a:lnTo>
                  <a:pt x="1620660" y="1114200"/>
                </a:lnTo>
                <a:lnTo>
                  <a:pt x="1620838" y="1114209"/>
                </a:lnTo>
                <a:lnTo>
                  <a:pt x="1621007" y="1114209"/>
                </a:lnTo>
                <a:lnTo>
                  <a:pt x="1621185" y="1114209"/>
                </a:lnTo>
                <a:lnTo>
                  <a:pt x="1621354" y="1114209"/>
                </a:lnTo>
                <a:lnTo>
                  <a:pt x="1621523" y="1114217"/>
                </a:lnTo>
                <a:lnTo>
                  <a:pt x="1621701" y="1114217"/>
                </a:lnTo>
                <a:lnTo>
                  <a:pt x="1621870" y="1114217"/>
                </a:lnTo>
                <a:lnTo>
                  <a:pt x="1622048" y="1114217"/>
                </a:lnTo>
                <a:lnTo>
                  <a:pt x="1622217" y="1114226"/>
                </a:lnTo>
                <a:lnTo>
                  <a:pt x="1622386" y="1114226"/>
                </a:lnTo>
                <a:lnTo>
                  <a:pt x="1622564" y="1114226"/>
                </a:lnTo>
                <a:lnTo>
                  <a:pt x="1622733" y="1114235"/>
                </a:lnTo>
                <a:lnTo>
                  <a:pt x="1622911" y="1114235"/>
                </a:lnTo>
                <a:lnTo>
                  <a:pt x="1623080" y="1114235"/>
                </a:lnTo>
                <a:lnTo>
                  <a:pt x="1623258" y="1114235"/>
                </a:lnTo>
                <a:lnTo>
                  <a:pt x="1623427" y="1114244"/>
                </a:lnTo>
                <a:lnTo>
                  <a:pt x="1623596" y="1114244"/>
                </a:lnTo>
                <a:lnTo>
                  <a:pt x="1623774" y="1114244"/>
                </a:lnTo>
                <a:lnTo>
                  <a:pt x="1623943" y="1114244"/>
                </a:lnTo>
                <a:lnTo>
                  <a:pt x="1624121" y="1114253"/>
                </a:lnTo>
                <a:lnTo>
                  <a:pt x="1624290" y="1114253"/>
                </a:lnTo>
                <a:lnTo>
                  <a:pt x="1624468" y="1114253"/>
                </a:lnTo>
                <a:lnTo>
                  <a:pt x="1624637" y="1114253"/>
                </a:lnTo>
                <a:lnTo>
                  <a:pt x="1624806" y="1114262"/>
                </a:lnTo>
                <a:lnTo>
                  <a:pt x="1624984" y="1114262"/>
                </a:lnTo>
                <a:lnTo>
                  <a:pt x="1625153" y="1114262"/>
                </a:lnTo>
                <a:lnTo>
                  <a:pt x="1625331" y="1114271"/>
                </a:lnTo>
                <a:lnTo>
                  <a:pt x="1625500" y="1114271"/>
                </a:lnTo>
                <a:lnTo>
                  <a:pt x="1625678" y="1114271"/>
                </a:lnTo>
                <a:lnTo>
                  <a:pt x="1625847" y="1114271"/>
                </a:lnTo>
                <a:lnTo>
                  <a:pt x="1626016" y="1114280"/>
                </a:lnTo>
                <a:lnTo>
                  <a:pt x="1626194" y="1114280"/>
                </a:lnTo>
                <a:lnTo>
                  <a:pt x="1626363" y="1114280"/>
                </a:lnTo>
                <a:lnTo>
                  <a:pt x="1626541" y="1114280"/>
                </a:lnTo>
                <a:lnTo>
                  <a:pt x="1626710" y="1114289"/>
                </a:lnTo>
                <a:lnTo>
                  <a:pt x="1626888" y="1114289"/>
                </a:lnTo>
                <a:lnTo>
                  <a:pt x="1627057" y="1114289"/>
                </a:lnTo>
                <a:lnTo>
                  <a:pt x="1627226" y="1114289"/>
                </a:lnTo>
                <a:lnTo>
                  <a:pt x="1627404" y="1114297"/>
                </a:lnTo>
                <a:lnTo>
                  <a:pt x="1627573" y="1114297"/>
                </a:lnTo>
                <a:lnTo>
                  <a:pt x="1627751" y="1114297"/>
                </a:lnTo>
                <a:lnTo>
                  <a:pt x="1627920" y="1114297"/>
                </a:lnTo>
                <a:lnTo>
                  <a:pt x="1628098" y="1114306"/>
                </a:lnTo>
                <a:lnTo>
                  <a:pt x="1628267" y="1114306"/>
                </a:lnTo>
                <a:lnTo>
                  <a:pt x="1628436" y="1114306"/>
                </a:lnTo>
                <a:lnTo>
                  <a:pt x="1628614" y="1114306"/>
                </a:lnTo>
                <a:lnTo>
                  <a:pt x="1628783" y="1114306"/>
                </a:lnTo>
                <a:lnTo>
                  <a:pt x="1628961" y="1114315"/>
                </a:lnTo>
                <a:lnTo>
                  <a:pt x="1629129" y="1114315"/>
                </a:lnTo>
                <a:lnTo>
                  <a:pt x="1629308" y="1114315"/>
                </a:lnTo>
                <a:lnTo>
                  <a:pt x="1629477" y="1114315"/>
                </a:lnTo>
                <a:lnTo>
                  <a:pt x="1629646" y="1114324"/>
                </a:lnTo>
                <a:lnTo>
                  <a:pt x="1629823" y="1114324"/>
                </a:lnTo>
                <a:lnTo>
                  <a:pt x="1629992" y="1114324"/>
                </a:lnTo>
                <a:lnTo>
                  <a:pt x="1630171" y="1114324"/>
                </a:lnTo>
                <a:lnTo>
                  <a:pt x="1630339" y="1114333"/>
                </a:lnTo>
                <a:lnTo>
                  <a:pt x="1630517" y="1114333"/>
                </a:lnTo>
                <a:lnTo>
                  <a:pt x="1630686" y="1114333"/>
                </a:lnTo>
                <a:lnTo>
                  <a:pt x="1630856" y="1114333"/>
                </a:lnTo>
                <a:lnTo>
                  <a:pt x="1631033" y="1114342"/>
                </a:lnTo>
                <a:lnTo>
                  <a:pt x="1631202" y="1114342"/>
                </a:lnTo>
                <a:lnTo>
                  <a:pt x="1631380" y="1114342"/>
                </a:lnTo>
                <a:lnTo>
                  <a:pt x="1631549" y="1114342"/>
                </a:lnTo>
                <a:lnTo>
                  <a:pt x="1631727" y="1114342"/>
                </a:lnTo>
                <a:lnTo>
                  <a:pt x="1631896" y="1114351"/>
                </a:lnTo>
                <a:lnTo>
                  <a:pt x="1632065" y="1114351"/>
                </a:lnTo>
                <a:lnTo>
                  <a:pt x="1632243" y="1114351"/>
                </a:lnTo>
                <a:lnTo>
                  <a:pt x="1632412" y="1114351"/>
                </a:lnTo>
                <a:lnTo>
                  <a:pt x="1632590" y="1114360"/>
                </a:lnTo>
                <a:lnTo>
                  <a:pt x="1632759" y="1114360"/>
                </a:lnTo>
                <a:lnTo>
                  <a:pt x="1632937" y="1114360"/>
                </a:lnTo>
                <a:lnTo>
                  <a:pt x="1633106" y="1114360"/>
                </a:lnTo>
                <a:lnTo>
                  <a:pt x="1633275" y="1114369"/>
                </a:lnTo>
                <a:lnTo>
                  <a:pt x="1633453" y="1114369"/>
                </a:lnTo>
                <a:lnTo>
                  <a:pt x="1633622" y="1114369"/>
                </a:lnTo>
                <a:lnTo>
                  <a:pt x="1633800" y="1114369"/>
                </a:lnTo>
                <a:lnTo>
                  <a:pt x="1633969" y="1114369"/>
                </a:lnTo>
                <a:lnTo>
                  <a:pt x="1634147" y="1114378"/>
                </a:lnTo>
                <a:lnTo>
                  <a:pt x="1634316" y="1114378"/>
                </a:lnTo>
                <a:lnTo>
                  <a:pt x="1634485" y="1114378"/>
                </a:lnTo>
                <a:lnTo>
                  <a:pt x="1634663" y="1114378"/>
                </a:lnTo>
                <a:lnTo>
                  <a:pt x="1634832" y="1114378"/>
                </a:lnTo>
                <a:lnTo>
                  <a:pt x="1635010" y="1114386"/>
                </a:lnTo>
                <a:lnTo>
                  <a:pt x="1635179" y="1114386"/>
                </a:lnTo>
                <a:lnTo>
                  <a:pt x="1635357" y="1114386"/>
                </a:lnTo>
                <a:lnTo>
                  <a:pt x="1635526" y="1114386"/>
                </a:lnTo>
                <a:lnTo>
                  <a:pt x="1635695" y="1114395"/>
                </a:lnTo>
                <a:lnTo>
                  <a:pt x="1635873" y="1114395"/>
                </a:lnTo>
                <a:lnTo>
                  <a:pt x="1636042" y="1114395"/>
                </a:lnTo>
                <a:lnTo>
                  <a:pt x="1636220" y="1114395"/>
                </a:lnTo>
                <a:lnTo>
                  <a:pt x="1636389" y="1114395"/>
                </a:lnTo>
                <a:lnTo>
                  <a:pt x="1636567" y="1114404"/>
                </a:lnTo>
                <a:lnTo>
                  <a:pt x="1636736" y="1114404"/>
                </a:lnTo>
                <a:lnTo>
                  <a:pt x="1636905" y="1114404"/>
                </a:lnTo>
                <a:lnTo>
                  <a:pt x="1637083" y="1114404"/>
                </a:lnTo>
                <a:lnTo>
                  <a:pt x="1637252" y="1114404"/>
                </a:lnTo>
                <a:lnTo>
                  <a:pt x="1637430" y="1114413"/>
                </a:lnTo>
                <a:lnTo>
                  <a:pt x="1637599" y="1114413"/>
                </a:lnTo>
                <a:lnTo>
                  <a:pt x="1637777" y="1114413"/>
                </a:lnTo>
                <a:lnTo>
                  <a:pt x="1637946" y="1114413"/>
                </a:lnTo>
                <a:lnTo>
                  <a:pt x="1638115" y="1114413"/>
                </a:lnTo>
                <a:lnTo>
                  <a:pt x="1638293" y="1114422"/>
                </a:lnTo>
                <a:lnTo>
                  <a:pt x="1638462" y="1114422"/>
                </a:lnTo>
                <a:lnTo>
                  <a:pt x="1638640" y="1114422"/>
                </a:lnTo>
                <a:lnTo>
                  <a:pt x="1638809" y="1114422"/>
                </a:lnTo>
                <a:lnTo>
                  <a:pt x="1638987" y="1114422"/>
                </a:lnTo>
                <a:lnTo>
                  <a:pt x="1639156" y="1114431"/>
                </a:lnTo>
                <a:lnTo>
                  <a:pt x="1639325" y="1114431"/>
                </a:lnTo>
                <a:lnTo>
                  <a:pt x="1639503" y="1114431"/>
                </a:lnTo>
                <a:lnTo>
                  <a:pt x="1639672" y="1114431"/>
                </a:lnTo>
                <a:lnTo>
                  <a:pt x="1639850" y="1114431"/>
                </a:lnTo>
                <a:lnTo>
                  <a:pt x="1640019" y="1114440"/>
                </a:lnTo>
                <a:lnTo>
                  <a:pt x="1640197" y="1114440"/>
                </a:lnTo>
                <a:lnTo>
                  <a:pt x="1640366" y="1114440"/>
                </a:lnTo>
                <a:lnTo>
                  <a:pt x="1640535" y="1114440"/>
                </a:lnTo>
                <a:lnTo>
                  <a:pt x="1640713" y="1114440"/>
                </a:lnTo>
                <a:lnTo>
                  <a:pt x="1640882" y="1114449"/>
                </a:lnTo>
                <a:lnTo>
                  <a:pt x="1641060" y="1114449"/>
                </a:lnTo>
                <a:lnTo>
                  <a:pt x="1641229" y="1114449"/>
                </a:lnTo>
                <a:lnTo>
                  <a:pt x="1641407" y="1114449"/>
                </a:lnTo>
                <a:lnTo>
                  <a:pt x="1641576" y="1114449"/>
                </a:lnTo>
                <a:lnTo>
                  <a:pt x="1641745" y="1114458"/>
                </a:lnTo>
                <a:lnTo>
                  <a:pt x="1641923" y="1114458"/>
                </a:lnTo>
                <a:lnTo>
                  <a:pt x="1642092" y="1114458"/>
                </a:lnTo>
                <a:lnTo>
                  <a:pt x="1642270" y="1114458"/>
                </a:lnTo>
                <a:lnTo>
                  <a:pt x="1642439" y="1114458"/>
                </a:lnTo>
                <a:lnTo>
                  <a:pt x="1642608" y="1114458"/>
                </a:lnTo>
                <a:lnTo>
                  <a:pt x="1642786" y="1114467"/>
                </a:lnTo>
                <a:lnTo>
                  <a:pt x="1642955" y="1114467"/>
                </a:lnTo>
                <a:lnTo>
                  <a:pt x="1643132" y="1114467"/>
                </a:lnTo>
                <a:lnTo>
                  <a:pt x="1643302" y="1114467"/>
                </a:lnTo>
                <a:lnTo>
                  <a:pt x="1643480" y="1114467"/>
                </a:lnTo>
                <a:lnTo>
                  <a:pt x="1643649" y="1114475"/>
                </a:lnTo>
                <a:lnTo>
                  <a:pt x="1643818" y="1114475"/>
                </a:lnTo>
                <a:lnTo>
                  <a:pt x="1643996" y="1114475"/>
                </a:lnTo>
                <a:lnTo>
                  <a:pt x="1644165" y="1114475"/>
                </a:lnTo>
                <a:lnTo>
                  <a:pt x="1644342" y="1114475"/>
                </a:lnTo>
                <a:lnTo>
                  <a:pt x="1644511" y="1114475"/>
                </a:lnTo>
                <a:lnTo>
                  <a:pt x="1644689" y="1114484"/>
                </a:lnTo>
                <a:lnTo>
                  <a:pt x="1644859" y="1114484"/>
                </a:lnTo>
                <a:lnTo>
                  <a:pt x="1645028" y="1114484"/>
                </a:lnTo>
                <a:lnTo>
                  <a:pt x="1645205" y="1114484"/>
                </a:lnTo>
                <a:lnTo>
                  <a:pt x="1645374" y="1114484"/>
                </a:lnTo>
                <a:lnTo>
                  <a:pt x="1645553" y="1114493"/>
                </a:lnTo>
                <a:lnTo>
                  <a:pt x="1645721" y="1114493"/>
                </a:lnTo>
                <a:lnTo>
                  <a:pt x="1645899" y="1114493"/>
                </a:lnTo>
                <a:lnTo>
                  <a:pt x="1646068" y="1114493"/>
                </a:lnTo>
                <a:lnTo>
                  <a:pt x="1646237" y="1114493"/>
                </a:lnTo>
                <a:lnTo>
                  <a:pt x="1646415" y="1114493"/>
                </a:lnTo>
                <a:lnTo>
                  <a:pt x="1646584" y="1114502"/>
                </a:lnTo>
                <a:lnTo>
                  <a:pt x="1646762" y="1114502"/>
                </a:lnTo>
                <a:lnTo>
                  <a:pt x="1646931" y="1114502"/>
                </a:lnTo>
                <a:lnTo>
                  <a:pt x="1647109" y="1114502"/>
                </a:lnTo>
                <a:lnTo>
                  <a:pt x="1647278" y="1114502"/>
                </a:lnTo>
                <a:lnTo>
                  <a:pt x="1647447" y="1114502"/>
                </a:lnTo>
                <a:lnTo>
                  <a:pt x="1647625" y="1114511"/>
                </a:lnTo>
                <a:lnTo>
                  <a:pt x="1647794" y="1114511"/>
                </a:lnTo>
                <a:lnTo>
                  <a:pt x="1647972" y="1114511"/>
                </a:lnTo>
                <a:lnTo>
                  <a:pt x="1648141" y="1114511"/>
                </a:lnTo>
                <a:lnTo>
                  <a:pt x="1648319" y="1114511"/>
                </a:lnTo>
                <a:lnTo>
                  <a:pt x="1648488" y="1114511"/>
                </a:lnTo>
                <a:lnTo>
                  <a:pt x="1648657" y="1114520"/>
                </a:lnTo>
                <a:lnTo>
                  <a:pt x="1648835" y="1114520"/>
                </a:lnTo>
                <a:lnTo>
                  <a:pt x="1649004" y="1114520"/>
                </a:lnTo>
                <a:lnTo>
                  <a:pt x="1649182" y="1114520"/>
                </a:lnTo>
                <a:lnTo>
                  <a:pt x="1649351" y="1114520"/>
                </a:lnTo>
                <a:lnTo>
                  <a:pt x="1649529" y="1114520"/>
                </a:lnTo>
                <a:lnTo>
                  <a:pt x="1649698" y="1114529"/>
                </a:lnTo>
                <a:lnTo>
                  <a:pt x="1649867" y="1114529"/>
                </a:lnTo>
                <a:lnTo>
                  <a:pt x="1650045" y="1114529"/>
                </a:lnTo>
                <a:lnTo>
                  <a:pt x="1650214" y="1114529"/>
                </a:lnTo>
                <a:lnTo>
                  <a:pt x="1650392" y="1114529"/>
                </a:lnTo>
                <a:lnTo>
                  <a:pt x="1650561" y="1114529"/>
                </a:lnTo>
                <a:lnTo>
                  <a:pt x="1650739" y="1114538"/>
                </a:lnTo>
                <a:lnTo>
                  <a:pt x="1650908" y="1114538"/>
                </a:lnTo>
                <a:lnTo>
                  <a:pt x="1651077" y="1114538"/>
                </a:lnTo>
                <a:lnTo>
                  <a:pt x="1651255" y="1114538"/>
                </a:lnTo>
                <a:lnTo>
                  <a:pt x="1651424" y="1114538"/>
                </a:lnTo>
                <a:lnTo>
                  <a:pt x="1651602" y="1114538"/>
                </a:lnTo>
                <a:lnTo>
                  <a:pt x="1651771" y="1114538"/>
                </a:lnTo>
                <a:lnTo>
                  <a:pt x="1651949" y="1114547"/>
                </a:lnTo>
                <a:lnTo>
                  <a:pt x="1652118" y="1114547"/>
                </a:lnTo>
                <a:lnTo>
                  <a:pt x="1652287" y="1114547"/>
                </a:lnTo>
                <a:lnTo>
                  <a:pt x="1652465" y="1114547"/>
                </a:lnTo>
                <a:lnTo>
                  <a:pt x="1652634" y="1114547"/>
                </a:lnTo>
                <a:lnTo>
                  <a:pt x="1652812" y="1114547"/>
                </a:lnTo>
                <a:lnTo>
                  <a:pt x="1652981" y="1114556"/>
                </a:lnTo>
                <a:lnTo>
                  <a:pt x="1653159" y="1114556"/>
                </a:lnTo>
                <a:lnTo>
                  <a:pt x="1653328" y="1114556"/>
                </a:lnTo>
                <a:lnTo>
                  <a:pt x="1653497" y="1114556"/>
                </a:lnTo>
                <a:lnTo>
                  <a:pt x="1653675" y="1114556"/>
                </a:lnTo>
                <a:lnTo>
                  <a:pt x="1653844" y="1114556"/>
                </a:lnTo>
                <a:lnTo>
                  <a:pt x="1654022" y="1114556"/>
                </a:lnTo>
                <a:lnTo>
                  <a:pt x="1654191" y="1114564"/>
                </a:lnTo>
                <a:lnTo>
                  <a:pt x="1654369" y="1114564"/>
                </a:lnTo>
                <a:lnTo>
                  <a:pt x="1654538" y="1114564"/>
                </a:lnTo>
                <a:lnTo>
                  <a:pt x="1654707" y="1114564"/>
                </a:lnTo>
                <a:lnTo>
                  <a:pt x="1654885" y="1114564"/>
                </a:lnTo>
                <a:lnTo>
                  <a:pt x="1655054" y="1114564"/>
                </a:lnTo>
                <a:lnTo>
                  <a:pt x="1655232" y="1114564"/>
                </a:lnTo>
                <a:lnTo>
                  <a:pt x="1655401" y="1114573"/>
                </a:lnTo>
                <a:lnTo>
                  <a:pt x="1655579" y="1114573"/>
                </a:lnTo>
                <a:lnTo>
                  <a:pt x="1655748" y="1114573"/>
                </a:lnTo>
                <a:lnTo>
                  <a:pt x="1655917" y="1114573"/>
                </a:lnTo>
                <a:lnTo>
                  <a:pt x="1656095" y="1114573"/>
                </a:lnTo>
                <a:lnTo>
                  <a:pt x="1656264" y="1114573"/>
                </a:lnTo>
                <a:lnTo>
                  <a:pt x="1656442" y="1114573"/>
                </a:lnTo>
                <a:lnTo>
                  <a:pt x="1656611" y="1114582"/>
                </a:lnTo>
                <a:lnTo>
                  <a:pt x="1656789" y="1114582"/>
                </a:lnTo>
                <a:lnTo>
                  <a:pt x="1656958" y="1114582"/>
                </a:lnTo>
                <a:lnTo>
                  <a:pt x="1657127" y="1114582"/>
                </a:lnTo>
                <a:lnTo>
                  <a:pt x="1657305" y="1114582"/>
                </a:lnTo>
                <a:lnTo>
                  <a:pt x="1657474" y="1114582"/>
                </a:lnTo>
                <a:lnTo>
                  <a:pt x="1657652" y="1114582"/>
                </a:lnTo>
                <a:lnTo>
                  <a:pt x="1657821" y="1114591"/>
                </a:lnTo>
                <a:lnTo>
                  <a:pt x="1657999" y="1114591"/>
                </a:lnTo>
                <a:lnTo>
                  <a:pt x="1658168" y="1114591"/>
                </a:lnTo>
                <a:lnTo>
                  <a:pt x="1658337" y="1114591"/>
                </a:lnTo>
                <a:lnTo>
                  <a:pt x="1658514" y="1114591"/>
                </a:lnTo>
                <a:lnTo>
                  <a:pt x="1658683" y="1114591"/>
                </a:lnTo>
                <a:lnTo>
                  <a:pt x="1658862" y="1114591"/>
                </a:lnTo>
                <a:lnTo>
                  <a:pt x="1659031" y="1114600"/>
                </a:lnTo>
                <a:lnTo>
                  <a:pt x="1659208" y="1114600"/>
                </a:lnTo>
                <a:lnTo>
                  <a:pt x="1659377" y="1114600"/>
                </a:lnTo>
                <a:lnTo>
                  <a:pt x="1659547" y="1114600"/>
                </a:lnTo>
                <a:lnTo>
                  <a:pt x="1659724" y="1114600"/>
                </a:lnTo>
                <a:lnTo>
                  <a:pt x="1659893" y="1114600"/>
                </a:lnTo>
                <a:lnTo>
                  <a:pt x="1660071" y="1114600"/>
                </a:lnTo>
                <a:lnTo>
                  <a:pt x="1660240" y="1114600"/>
                </a:lnTo>
                <a:lnTo>
                  <a:pt x="1660418" y="1114609"/>
                </a:lnTo>
                <a:lnTo>
                  <a:pt x="1660587" y="1114609"/>
                </a:lnTo>
                <a:lnTo>
                  <a:pt x="1660756" y="1114609"/>
                </a:lnTo>
                <a:lnTo>
                  <a:pt x="1660934" y="1114609"/>
                </a:lnTo>
                <a:lnTo>
                  <a:pt x="1661103" y="1114609"/>
                </a:lnTo>
                <a:lnTo>
                  <a:pt x="1661281" y="1114609"/>
                </a:lnTo>
                <a:lnTo>
                  <a:pt x="1661450" y="1114609"/>
                </a:lnTo>
                <a:lnTo>
                  <a:pt x="1661619" y="1114618"/>
                </a:lnTo>
                <a:lnTo>
                  <a:pt x="1661797" y="1114618"/>
                </a:lnTo>
                <a:lnTo>
                  <a:pt x="1661966" y="1114618"/>
                </a:lnTo>
                <a:lnTo>
                  <a:pt x="1662144" y="1114618"/>
                </a:lnTo>
                <a:lnTo>
                  <a:pt x="1662313" y="1114618"/>
                </a:lnTo>
                <a:lnTo>
                  <a:pt x="1662491" y="1114618"/>
                </a:lnTo>
                <a:lnTo>
                  <a:pt x="1662660" y="1114618"/>
                </a:lnTo>
                <a:lnTo>
                  <a:pt x="1662829" y="1114618"/>
                </a:lnTo>
                <a:lnTo>
                  <a:pt x="1663007" y="1114627"/>
                </a:lnTo>
                <a:lnTo>
                  <a:pt x="1663176" y="1114627"/>
                </a:lnTo>
                <a:lnTo>
                  <a:pt x="1663354" y="1114627"/>
                </a:lnTo>
                <a:lnTo>
                  <a:pt x="1663523" y="1114627"/>
                </a:lnTo>
                <a:lnTo>
                  <a:pt x="1663701" y="1114627"/>
                </a:lnTo>
                <a:lnTo>
                  <a:pt x="1663870" y="1114627"/>
                </a:lnTo>
                <a:lnTo>
                  <a:pt x="1664039" y="1114627"/>
                </a:lnTo>
                <a:lnTo>
                  <a:pt x="1664217" y="1114627"/>
                </a:lnTo>
                <a:lnTo>
                  <a:pt x="1664386" y="1114627"/>
                </a:lnTo>
                <a:lnTo>
                  <a:pt x="1664564" y="1114636"/>
                </a:lnTo>
                <a:lnTo>
                  <a:pt x="1664733" y="1114636"/>
                </a:lnTo>
                <a:lnTo>
                  <a:pt x="1664911" y="1114636"/>
                </a:lnTo>
                <a:lnTo>
                  <a:pt x="1665080" y="1114636"/>
                </a:lnTo>
                <a:lnTo>
                  <a:pt x="1665249" y="1114636"/>
                </a:lnTo>
                <a:lnTo>
                  <a:pt x="1665427" y="1114636"/>
                </a:lnTo>
                <a:lnTo>
                  <a:pt x="1665596" y="1114636"/>
                </a:lnTo>
                <a:lnTo>
                  <a:pt x="1665774" y="1114636"/>
                </a:lnTo>
                <a:lnTo>
                  <a:pt x="1665943" y="1114644"/>
                </a:lnTo>
                <a:lnTo>
                  <a:pt x="1666121" y="1114644"/>
                </a:lnTo>
                <a:lnTo>
                  <a:pt x="1666290" y="1114644"/>
                </a:lnTo>
                <a:lnTo>
                  <a:pt x="1666459" y="1114644"/>
                </a:lnTo>
                <a:lnTo>
                  <a:pt x="1666637" y="1114644"/>
                </a:lnTo>
                <a:lnTo>
                  <a:pt x="1666806" y="1114644"/>
                </a:lnTo>
                <a:lnTo>
                  <a:pt x="1666984" y="1114644"/>
                </a:lnTo>
                <a:lnTo>
                  <a:pt x="1667153" y="1114644"/>
                </a:lnTo>
                <a:lnTo>
                  <a:pt x="1667331" y="1114644"/>
                </a:lnTo>
                <a:lnTo>
                  <a:pt x="1667500" y="1114653"/>
                </a:lnTo>
                <a:lnTo>
                  <a:pt x="1667669" y="1114653"/>
                </a:lnTo>
                <a:lnTo>
                  <a:pt x="1667847" y="1114653"/>
                </a:lnTo>
                <a:lnTo>
                  <a:pt x="1668016" y="1114653"/>
                </a:lnTo>
                <a:lnTo>
                  <a:pt x="1668194" y="1114653"/>
                </a:lnTo>
                <a:lnTo>
                  <a:pt x="1668363" y="1114653"/>
                </a:lnTo>
                <a:lnTo>
                  <a:pt x="1668541" y="1114653"/>
                </a:lnTo>
                <a:lnTo>
                  <a:pt x="1668710" y="1114653"/>
                </a:lnTo>
                <a:lnTo>
                  <a:pt x="1668879" y="1114653"/>
                </a:lnTo>
                <a:lnTo>
                  <a:pt x="1669057" y="1114662"/>
                </a:lnTo>
                <a:lnTo>
                  <a:pt x="1669226" y="1114662"/>
                </a:lnTo>
                <a:lnTo>
                  <a:pt x="1669404" y="1114662"/>
                </a:lnTo>
                <a:lnTo>
                  <a:pt x="1669573" y="1114662"/>
                </a:lnTo>
                <a:lnTo>
                  <a:pt x="1669751" y="1114662"/>
                </a:lnTo>
                <a:lnTo>
                  <a:pt x="1669920" y="1114662"/>
                </a:lnTo>
                <a:lnTo>
                  <a:pt x="1670089" y="1114662"/>
                </a:lnTo>
                <a:lnTo>
                  <a:pt x="1670267" y="1114662"/>
                </a:lnTo>
                <a:lnTo>
                  <a:pt x="1670436" y="1114662"/>
                </a:lnTo>
                <a:lnTo>
                  <a:pt x="1670614" y="1114671"/>
                </a:lnTo>
                <a:lnTo>
                  <a:pt x="1670783" y="1114671"/>
                </a:lnTo>
                <a:lnTo>
                  <a:pt x="1670961" y="1114671"/>
                </a:lnTo>
                <a:lnTo>
                  <a:pt x="1671130" y="1114671"/>
                </a:lnTo>
                <a:lnTo>
                  <a:pt x="1671299" y="1114671"/>
                </a:lnTo>
                <a:lnTo>
                  <a:pt x="1671477" y="1114671"/>
                </a:lnTo>
                <a:lnTo>
                  <a:pt x="1671646" y="1114671"/>
                </a:lnTo>
                <a:lnTo>
                  <a:pt x="1671824" y="1114671"/>
                </a:lnTo>
                <a:lnTo>
                  <a:pt x="1671993" y="1114671"/>
                </a:lnTo>
                <a:lnTo>
                  <a:pt x="1672171" y="1114680"/>
                </a:lnTo>
                <a:lnTo>
                  <a:pt x="1672340" y="1114680"/>
                </a:lnTo>
                <a:lnTo>
                  <a:pt x="1672509" y="1114680"/>
                </a:lnTo>
                <a:lnTo>
                  <a:pt x="1672687" y="1114680"/>
                </a:lnTo>
                <a:lnTo>
                  <a:pt x="1672856" y="1114680"/>
                </a:lnTo>
                <a:lnTo>
                  <a:pt x="1673034" y="1114680"/>
                </a:lnTo>
                <a:lnTo>
                  <a:pt x="1673203" y="1114680"/>
                </a:lnTo>
                <a:lnTo>
                  <a:pt x="1673380" y="1114680"/>
                </a:lnTo>
                <a:lnTo>
                  <a:pt x="1673550" y="1114680"/>
                </a:lnTo>
                <a:lnTo>
                  <a:pt x="1673719" y="1114680"/>
                </a:lnTo>
                <a:lnTo>
                  <a:pt x="1673896" y="1114689"/>
                </a:lnTo>
                <a:lnTo>
                  <a:pt x="1674065" y="1114689"/>
                </a:lnTo>
                <a:lnTo>
                  <a:pt x="1674244" y="1114689"/>
                </a:lnTo>
                <a:lnTo>
                  <a:pt x="1674413" y="1114689"/>
                </a:lnTo>
                <a:lnTo>
                  <a:pt x="1674590" y="1114689"/>
                </a:lnTo>
                <a:lnTo>
                  <a:pt x="1674759" y="1114689"/>
                </a:lnTo>
                <a:lnTo>
                  <a:pt x="1674928" y="1114689"/>
                </a:lnTo>
                <a:lnTo>
                  <a:pt x="1675106" y="1114689"/>
                </a:lnTo>
                <a:lnTo>
                  <a:pt x="1675275" y="1114689"/>
                </a:lnTo>
                <a:lnTo>
                  <a:pt x="1675453" y="1114689"/>
                </a:lnTo>
                <a:lnTo>
                  <a:pt x="1675622" y="1114698"/>
                </a:lnTo>
                <a:lnTo>
                  <a:pt x="1675800" y="1114698"/>
                </a:lnTo>
                <a:lnTo>
                  <a:pt x="1675969" y="1114698"/>
                </a:lnTo>
                <a:lnTo>
                  <a:pt x="1676138" y="1114698"/>
                </a:lnTo>
                <a:lnTo>
                  <a:pt x="1676316" y="1114698"/>
                </a:lnTo>
                <a:lnTo>
                  <a:pt x="1676485" y="1114698"/>
                </a:lnTo>
                <a:lnTo>
                  <a:pt x="1676663" y="1114698"/>
                </a:lnTo>
                <a:lnTo>
                  <a:pt x="1676832" y="1114698"/>
                </a:lnTo>
                <a:lnTo>
                  <a:pt x="1677010" y="1114698"/>
                </a:lnTo>
                <a:lnTo>
                  <a:pt x="1677179" y="1114698"/>
                </a:lnTo>
                <a:lnTo>
                  <a:pt x="1677348" y="1114698"/>
                </a:lnTo>
                <a:lnTo>
                  <a:pt x="1677526" y="1114707"/>
                </a:lnTo>
                <a:lnTo>
                  <a:pt x="1677695" y="1114707"/>
                </a:lnTo>
                <a:lnTo>
                  <a:pt x="1677873" y="1114707"/>
                </a:lnTo>
                <a:lnTo>
                  <a:pt x="1678042" y="1114707"/>
                </a:lnTo>
                <a:lnTo>
                  <a:pt x="1678220" y="1114707"/>
                </a:lnTo>
                <a:lnTo>
                  <a:pt x="1678389" y="1114707"/>
                </a:lnTo>
                <a:lnTo>
                  <a:pt x="1678558" y="1114707"/>
                </a:lnTo>
                <a:lnTo>
                  <a:pt x="1678736" y="1114707"/>
                </a:lnTo>
                <a:lnTo>
                  <a:pt x="1678905" y="1114707"/>
                </a:lnTo>
                <a:lnTo>
                  <a:pt x="1679083" y="1114707"/>
                </a:lnTo>
                <a:lnTo>
                  <a:pt x="1679252" y="1114707"/>
                </a:lnTo>
                <a:lnTo>
                  <a:pt x="1679430" y="1114716"/>
                </a:lnTo>
                <a:lnTo>
                  <a:pt x="1679599" y="1114716"/>
                </a:lnTo>
                <a:lnTo>
                  <a:pt x="1679768" y="1114716"/>
                </a:lnTo>
                <a:lnTo>
                  <a:pt x="1679946" y="1114716"/>
                </a:lnTo>
                <a:lnTo>
                  <a:pt x="1680115" y="1114716"/>
                </a:lnTo>
                <a:lnTo>
                  <a:pt x="1680293" y="1114716"/>
                </a:lnTo>
                <a:lnTo>
                  <a:pt x="1680462" y="1114716"/>
                </a:lnTo>
                <a:lnTo>
                  <a:pt x="1680631" y="1114716"/>
                </a:lnTo>
                <a:lnTo>
                  <a:pt x="1680809" y="1114716"/>
                </a:lnTo>
                <a:lnTo>
                  <a:pt x="1680978" y="1114716"/>
                </a:lnTo>
                <a:lnTo>
                  <a:pt x="1681156" y="1114716"/>
                </a:lnTo>
                <a:lnTo>
                  <a:pt x="1681325" y="1114725"/>
                </a:lnTo>
                <a:lnTo>
                  <a:pt x="1681503" y="1114725"/>
                </a:lnTo>
                <a:lnTo>
                  <a:pt x="1681672" y="1114725"/>
                </a:lnTo>
                <a:lnTo>
                  <a:pt x="1681841" y="1114725"/>
                </a:lnTo>
                <a:lnTo>
                  <a:pt x="1682019" y="1114725"/>
                </a:lnTo>
                <a:lnTo>
                  <a:pt x="1682188" y="1114725"/>
                </a:lnTo>
                <a:lnTo>
                  <a:pt x="1682366" y="1114725"/>
                </a:lnTo>
                <a:lnTo>
                  <a:pt x="1682535" y="1114725"/>
                </a:lnTo>
                <a:lnTo>
                  <a:pt x="1682713" y="1114725"/>
                </a:lnTo>
                <a:lnTo>
                  <a:pt x="1682882" y="1114725"/>
                </a:lnTo>
                <a:lnTo>
                  <a:pt x="1683051" y="1114725"/>
                </a:lnTo>
                <a:lnTo>
                  <a:pt x="1683229" y="1114725"/>
                </a:lnTo>
                <a:lnTo>
                  <a:pt x="1683398" y="1114733"/>
                </a:lnTo>
                <a:lnTo>
                  <a:pt x="1683576" y="1114733"/>
                </a:lnTo>
                <a:lnTo>
                  <a:pt x="1683745" y="1114733"/>
                </a:lnTo>
                <a:lnTo>
                  <a:pt x="1683923" y="1114733"/>
                </a:lnTo>
                <a:lnTo>
                  <a:pt x="1684092" y="1114733"/>
                </a:lnTo>
                <a:lnTo>
                  <a:pt x="1684261" y="1114733"/>
                </a:lnTo>
                <a:lnTo>
                  <a:pt x="1684439" y="1114733"/>
                </a:lnTo>
                <a:lnTo>
                  <a:pt x="1684608" y="1114733"/>
                </a:lnTo>
                <a:lnTo>
                  <a:pt x="1684786" y="1114733"/>
                </a:lnTo>
                <a:lnTo>
                  <a:pt x="1684955" y="1114733"/>
                </a:lnTo>
                <a:lnTo>
                  <a:pt x="1685133" y="1114733"/>
                </a:lnTo>
                <a:lnTo>
                  <a:pt x="1685302" y="1114733"/>
                </a:lnTo>
                <a:lnTo>
                  <a:pt x="1685471" y="1114733"/>
                </a:lnTo>
                <a:lnTo>
                  <a:pt x="1685649" y="1114742"/>
                </a:lnTo>
                <a:lnTo>
                  <a:pt x="1685818" y="1114742"/>
                </a:lnTo>
                <a:lnTo>
                  <a:pt x="1685996" y="1114742"/>
                </a:lnTo>
                <a:lnTo>
                  <a:pt x="1686165" y="1114742"/>
                </a:lnTo>
                <a:lnTo>
                  <a:pt x="1686343" y="1114742"/>
                </a:lnTo>
                <a:lnTo>
                  <a:pt x="1686512" y="1114742"/>
                </a:lnTo>
                <a:lnTo>
                  <a:pt x="1686681" y="1114742"/>
                </a:lnTo>
                <a:lnTo>
                  <a:pt x="1686859" y="1114742"/>
                </a:lnTo>
                <a:lnTo>
                  <a:pt x="1687028" y="1114742"/>
                </a:lnTo>
                <a:lnTo>
                  <a:pt x="1687206" y="1114742"/>
                </a:lnTo>
                <a:lnTo>
                  <a:pt x="1687375" y="1114742"/>
                </a:lnTo>
                <a:lnTo>
                  <a:pt x="1687553" y="1114742"/>
                </a:lnTo>
                <a:lnTo>
                  <a:pt x="1687722" y="1114742"/>
                </a:lnTo>
                <a:lnTo>
                  <a:pt x="1687891" y="1114751"/>
                </a:lnTo>
                <a:lnTo>
                  <a:pt x="1688068" y="1114751"/>
                </a:lnTo>
                <a:lnTo>
                  <a:pt x="1688238" y="1114751"/>
                </a:lnTo>
                <a:lnTo>
                  <a:pt x="1688416" y="1114751"/>
                </a:lnTo>
                <a:lnTo>
                  <a:pt x="1688585" y="1114751"/>
                </a:lnTo>
                <a:lnTo>
                  <a:pt x="1688762" y="1114751"/>
                </a:lnTo>
                <a:lnTo>
                  <a:pt x="1688931" y="1114751"/>
                </a:lnTo>
                <a:lnTo>
                  <a:pt x="1689101" y="1114751"/>
                </a:lnTo>
                <a:lnTo>
                  <a:pt x="1689278" y="1114751"/>
                </a:lnTo>
                <a:lnTo>
                  <a:pt x="1689447" y="1114751"/>
                </a:lnTo>
                <a:lnTo>
                  <a:pt x="1689625" y="1114751"/>
                </a:lnTo>
                <a:lnTo>
                  <a:pt x="1689795" y="1114751"/>
                </a:lnTo>
                <a:lnTo>
                  <a:pt x="1689972" y="1114751"/>
                </a:lnTo>
                <a:lnTo>
                  <a:pt x="1690141" y="1114760"/>
                </a:lnTo>
                <a:lnTo>
                  <a:pt x="1690310" y="1114760"/>
                </a:lnTo>
                <a:lnTo>
                  <a:pt x="1690488" y="1114760"/>
                </a:lnTo>
                <a:lnTo>
                  <a:pt x="1690657" y="1114760"/>
                </a:lnTo>
                <a:lnTo>
                  <a:pt x="1690835" y="1114760"/>
                </a:lnTo>
                <a:lnTo>
                  <a:pt x="1691004" y="1114760"/>
                </a:lnTo>
                <a:lnTo>
                  <a:pt x="1691182" y="1114760"/>
                </a:lnTo>
                <a:lnTo>
                  <a:pt x="1691351" y="1114760"/>
                </a:lnTo>
                <a:lnTo>
                  <a:pt x="1691520" y="1114760"/>
                </a:lnTo>
                <a:lnTo>
                  <a:pt x="1691698" y="1114760"/>
                </a:lnTo>
                <a:lnTo>
                  <a:pt x="1691867" y="1114760"/>
                </a:lnTo>
                <a:lnTo>
                  <a:pt x="1692045" y="1114760"/>
                </a:lnTo>
                <a:lnTo>
                  <a:pt x="1692214" y="1114760"/>
                </a:lnTo>
                <a:lnTo>
                  <a:pt x="1692392" y="1114760"/>
                </a:lnTo>
                <a:lnTo>
                  <a:pt x="1692561" y="1114760"/>
                </a:lnTo>
                <a:lnTo>
                  <a:pt x="1692730" y="1114769"/>
                </a:lnTo>
                <a:lnTo>
                  <a:pt x="1692908" y="1114769"/>
                </a:lnTo>
                <a:lnTo>
                  <a:pt x="1693077" y="1114769"/>
                </a:lnTo>
                <a:lnTo>
                  <a:pt x="1693255" y="1114769"/>
                </a:lnTo>
                <a:lnTo>
                  <a:pt x="1693424" y="1114769"/>
                </a:lnTo>
                <a:lnTo>
                  <a:pt x="1693602" y="1114769"/>
                </a:lnTo>
                <a:lnTo>
                  <a:pt x="1693771" y="1114769"/>
                </a:lnTo>
                <a:lnTo>
                  <a:pt x="1693940" y="1114769"/>
                </a:lnTo>
                <a:lnTo>
                  <a:pt x="1694118" y="1114769"/>
                </a:lnTo>
                <a:lnTo>
                  <a:pt x="1694287" y="1114769"/>
                </a:lnTo>
                <a:lnTo>
                  <a:pt x="1694465" y="1114769"/>
                </a:lnTo>
                <a:lnTo>
                  <a:pt x="1694634" y="1114769"/>
                </a:lnTo>
                <a:lnTo>
                  <a:pt x="1694812" y="1114769"/>
                </a:lnTo>
                <a:lnTo>
                  <a:pt x="1694981" y="1114769"/>
                </a:lnTo>
                <a:lnTo>
                  <a:pt x="1695150" y="1114769"/>
                </a:lnTo>
                <a:lnTo>
                  <a:pt x="1695328" y="1114778"/>
                </a:lnTo>
                <a:lnTo>
                  <a:pt x="1695497" y="1114778"/>
                </a:lnTo>
                <a:lnTo>
                  <a:pt x="1695675" y="1114778"/>
                </a:lnTo>
                <a:lnTo>
                  <a:pt x="1695844" y="1114778"/>
                </a:lnTo>
                <a:lnTo>
                  <a:pt x="1696022" y="1114778"/>
                </a:lnTo>
                <a:lnTo>
                  <a:pt x="1696191" y="1114778"/>
                </a:lnTo>
                <a:lnTo>
                  <a:pt x="1696360" y="1114778"/>
                </a:lnTo>
                <a:lnTo>
                  <a:pt x="1696538" y="1114778"/>
                </a:lnTo>
                <a:lnTo>
                  <a:pt x="1696707" y="1114778"/>
                </a:lnTo>
                <a:lnTo>
                  <a:pt x="1696885" y="1114778"/>
                </a:lnTo>
                <a:lnTo>
                  <a:pt x="1697054" y="1114778"/>
                </a:lnTo>
                <a:lnTo>
                  <a:pt x="1697232" y="1114778"/>
                </a:lnTo>
                <a:lnTo>
                  <a:pt x="1697401" y="1114778"/>
                </a:lnTo>
                <a:lnTo>
                  <a:pt x="1697570" y="1114778"/>
                </a:lnTo>
                <a:lnTo>
                  <a:pt x="1697748" y="1114778"/>
                </a:lnTo>
                <a:lnTo>
                  <a:pt x="1697917" y="1114778"/>
                </a:lnTo>
                <a:lnTo>
                  <a:pt x="1698095" y="1114787"/>
                </a:lnTo>
                <a:lnTo>
                  <a:pt x="1698264" y="1114787"/>
                </a:lnTo>
                <a:lnTo>
                  <a:pt x="1698442" y="1114787"/>
                </a:lnTo>
                <a:lnTo>
                  <a:pt x="1698611" y="1114787"/>
                </a:lnTo>
                <a:lnTo>
                  <a:pt x="1698780" y="1114787"/>
                </a:lnTo>
                <a:lnTo>
                  <a:pt x="1698958" y="1114787"/>
                </a:lnTo>
                <a:lnTo>
                  <a:pt x="1699127" y="1114787"/>
                </a:lnTo>
                <a:lnTo>
                  <a:pt x="1699305" y="1114787"/>
                </a:lnTo>
                <a:lnTo>
                  <a:pt x="1699474" y="1114787"/>
                </a:lnTo>
                <a:lnTo>
                  <a:pt x="1699643" y="1114787"/>
                </a:lnTo>
                <a:lnTo>
                  <a:pt x="1699821" y="1114787"/>
                </a:lnTo>
                <a:lnTo>
                  <a:pt x="1699990" y="1114787"/>
                </a:lnTo>
                <a:lnTo>
                  <a:pt x="1700168" y="1114787"/>
                </a:lnTo>
                <a:lnTo>
                  <a:pt x="1700337" y="1114787"/>
                </a:lnTo>
                <a:lnTo>
                  <a:pt x="1700515" y="1114787"/>
                </a:lnTo>
                <a:lnTo>
                  <a:pt x="1700684" y="1114787"/>
                </a:lnTo>
                <a:lnTo>
                  <a:pt x="1700853" y="1114787"/>
                </a:lnTo>
                <a:lnTo>
                  <a:pt x="1701031" y="1114796"/>
                </a:lnTo>
                <a:lnTo>
                  <a:pt x="1701200" y="1114796"/>
                </a:lnTo>
                <a:lnTo>
                  <a:pt x="1701378" y="1114796"/>
                </a:lnTo>
                <a:lnTo>
                  <a:pt x="1701547" y="1114796"/>
                </a:lnTo>
                <a:lnTo>
                  <a:pt x="1701725" y="1114796"/>
                </a:lnTo>
                <a:lnTo>
                  <a:pt x="1701894" y="1114796"/>
                </a:lnTo>
                <a:lnTo>
                  <a:pt x="1702063" y="1114796"/>
                </a:lnTo>
                <a:lnTo>
                  <a:pt x="1702241" y="1114796"/>
                </a:lnTo>
                <a:lnTo>
                  <a:pt x="1702410" y="1114796"/>
                </a:lnTo>
                <a:lnTo>
                  <a:pt x="1702588" y="1114796"/>
                </a:lnTo>
                <a:lnTo>
                  <a:pt x="1702757" y="1114796"/>
                </a:lnTo>
                <a:lnTo>
                  <a:pt x="1702935" y="1114796"/>
                </a:lnTo>
                <a:lnTo>
                  <a:pt x="1703104" y="1114796"/>
                </a:lnTo>
                <a:lnTo>
                  <a:pt x="1703273" y="1114796"/>
                </a:lnTo>
                <a:lnTo>
                  <a:pt x="1703450" y="1114796"/>
                </a:lnTo>
                <a:lnTo>
                  <a:pt x="1703619" y="1114796"/>
                </a:lnTo>
                <a:lnTo>
                  <a:pt x="1703798" y="1114796"/>
                </a:lnTo>
                <a:lnTo>
                  <a:pt x="1703967" y="1114796"/>
                </a:lnTo>
                <a:lnTo>
                  <a:pt x="1704144" y="1114805"/>
                </a:lnTo>
                <a:lnTo>
                  <a:pt x="1704313" y="1114805"/>
                </a:lnTo>
                <a:lnTo>
                  <a:pt x="1704483" y="1114805"/>
                </a:lnTo>
                <a:lnTo>
                  <a:pt x="1704660" y="1114805"/>
                </a:lnTo>
                <a:lnTo>
                  <a:pt x="1704829" y="1114805"/>
                </a:lnTo>
                <a:lnTo>
                  <a:pt x="1705007" y="1114805"/>
                </a:lnTo>
                <a:lnTo>
                  <a:pt x="1705176" y="1114805"/>
                </a:lnTo>
                <a:lnTo>
                  <a:pt x="1705354" y="1114805"/>
                </a:lnTo>
                <a:lnTo>
                  <a:pt x="1705523" y="1114805"/>
                </a:lnTo>
                <a:lnTo>
                  <a:pt x="1705692" y="1114805"/>
                </a:lnTo>
                <a:lnTo>
                  <a:pt x="1705870" y="1114805"/>
                </a:lnTo>
                <a:lnTo>
                  <a:pt x="1706039" y="1114805"/>
                </a:lnTo>
                <a:lnTo>
                  <a:pt x="1706217" y="1114805"/>
                </a:lnTo>
                <a:lnTo>
                  <a:pt x="1706386" y="1114805"/>
                </a:lnTo>
                <a:lnTo>
                  <a:pt x="1706564" y="1114805"/>
                </a:lnTo>
                <a:lnTo>
                  <a:pt x="1706733" y="1114805"/>
                </a:lnTo>
                <a:lnTo>
                  <a:pt x="1706902" y="1114805"/>
                </a:lnTo>
                <a:lnTo>
                  <a:pt x="1707080" y="1114805"/>
                </a:lnTo>
                <a:lnTo>
                  <a:pt x="1707249" y="1114805"/>
                </a:lnTo>
                <a:lnTo>
                  <a:pt x="1707427" y="1114813"/>
                </a:lnTo>
                <a:lnTo>
                  <a:pt x="1707596" y="1114813"/>
                </a:lnTo>
                <a:lnTo>
                  <a:pt x="1707774" y="1114813"/>
                </a:lnTo>
                <a:lnTo>
                  <a:pt x="1707943" y="1114813"/>
                </a:lnTo>
                <a:lnTo>
                  <a:pt x="1708112" y="1114813"/>
                </a:lnTo>
                <a:lnTo>
                  <a:pt x="1708290" y="1114813"/>
                </a:lnTo>
                <a:lnTo>
                  <a:pt x="1708459" y="1114813"/>
                </a:lnTo>
                <a:lnTo>
                  <a:pt x="1708637" y="1114813"/>
                </a:lnTo>
                <a:lnTo>
                  <a:pt x="1708806" y="1114813"/>
                </a:lnTo>
                <a:lnTo>
                  <a:pt x="1708984" y="1114813"/>
                </a:lnTo>
                <a:lnTo>
                  <a:pt x="1709153" y="1114813"/>
                </a:lnTo>
                <a:lnTo>
                  <a:pt x="1709322" y="1114813"/>
                </a:lnTo>
                <a:lnTo>
                  <a:pt x="1709500" y="1114813"/>
                </a:lnTo>
                <a:lnTo>
                  <a:pt x="1709669" y="1114813"/>
                </a:lnTo>
                <a:lnTo>
                  <a:pt x="1709847" y="1114813"/>
                </a:lnTo>
                <a:lnTo>
                  <a:pt x="1710016" y="1114813"/>
                </a:lnTo>
                <a:lnTo>
                  <a:pt x="1710194" y="1114813"/>
                </a:lnTo>
                <a:lnTo>
                  <a:pt x="1710363" y="1114813"/>
                </a:lnTo>
                <a:lnTo>
                  <a:pt x="1710532" y="1114813"/>
                </a:lnTo>
                <a:lnTo>
                  <a:pt x="1710710" y="1114813"/>
                </a:lnTo>
                <a:lnTo>
                  <a:pt x="1710879" y="1114813"/>
                </a:lnTo>
                <a:lnTo>
                  <a:pt x="1711057" y="1114822"/>
                </a:lnTo>
                <a:lnTo>
                  <a:pt x="1711226" y="1114822"/>
                </a:lnTo>
                <a:lnTo>
                  <a:pt x="1711404" y="1114822"/>
                </a:lnTo>
                <a:lnTo>
                  <a:pt x="1711573" y="1114822"/>
                </a:lnTo>
                <a:lnTo>
                  <a:pt x="1711742" y="1114822"/>
                </a:lnTo>
                <a:lnTo>
                  <a:pt x="1711920" y="1114822"/>
                </a:lnTo>
                <a:lnTo>
                  <a:pt x="1712089" y="1114822"/>
                </a:lnTo>
                <a:lnTo>
                  <a:pt x="1712267" y="1114822"/>
                </a:lnTo>
                <a:lnTo>
                  <a:pt x="1712436" y="1114822"/>
                </a:lnTo>
                <a:lnTo>
                  <a:pt x="1712614" y="1114822"/>
                </a:lnTo>
                <a:lnTo>
                  <a:pt x="1712783" y="1114822"/>
                </a:lnTo>
                <a:lnTo>
                  <a:pt x="1712952" y="1114822"/>
                </a:lnTo>
                <a:lnTo>
                  <a:pt x="1713130" y="1114822"/>
                </a:lnTo>
                <a:lnTo>
                  <a:pt x="1713299" y="1114822"/>
                </a:lnTo>
                <a:lnTo>
                  <a:pt x="1713477" y="1114822"/>
                </a:lnTo>
                <a:lnTo>
                  <a:pt x="1713646" y="1114822"/>
                </a:lnTo>
                <a:lnTo>
                  <a:pt x="1713824" y="1114822"/>
                </a:lnTo>
                <a:lnTo>
                  <a:pt x="1713993" y="1114822"/>
                </a:lnTo>
                <a:lnTo>
                  <a:pt x="1714162" y="1114822"/>
                </a:lnTo>
                <a:lnTo>
                  <a:pt x="1714340" y="1114822"/>
                </a:lnTo>
                <a:lnTo>
                  <a:pt x="1714509" y="1114822"/>
                </a:lnTo>
                <a:lnTo>
                  <a:pt x="1714687" y="1114822"/>
                </a:lnTo>
                <a:lnTo>
                  <a:pt x="1714856" y="1114822"/>
                </a:lnTo>
                <a:lnTo>
                  <a:pt x="1715034" y="1114831"/>
                </a:lnTo>
                <a:lnTo>
                  <a:pt x="1715203" y="1114831"/>
                </a:lnTo>
                <a:lnTo>
                  <a:pt x="1715372" y="1114831"/>
                </a:lnTo>
                <a:lnTo>
                  <a:pt x="1715550" y="1114831"/>
                </a:lnTo>
                <a:lnTo>
                  <a:pt x="1715719" y="1114831"/>
                </a:lnTo>
                <a:lnTo>
                  <a:pt x="1715897" y="1114831"/>
                </a:lnTo>
                <a:lnTo>
                  <a:pt x="1716066" y="1114831"/>
                </a:lnTo>
                <a:lnTo>
                  <a:pt x="1716244" y="1114831"/>
                </a:lnTo>
                <a:lnTo>
                  <a:pt x="1716413" y="1114831"/>
                </a:lnTo>
                <a:lnTo>
                  <a:pt x="1716582" y="1114831"/>
                </a:lnTo>
                <a:lnTo>
                  <a:pt x="1716760" y="1114831"/>
                </a:lnTo>
                <a:lnTo>
                  <a:pt x="1716929" y="1114831"/>
                </a:lnTo>
                <a:lnTo>
                  <a:pt x="1717107" y="1114831"/>
                </a:lnTo>
                <a:lnTo>
                  <a:pt x="1717276" y="1114831"/>
                </a:lnTo>
                <a:lnTo>
                  <a:pt x="1717453" y="1114831"/>
                </a:lnTo>
                <a:lnTo>
                  <a:pt x="1717622" y="1114831"/>
                </a:lnTo>
                <a:lnTo>
                  <a:pt x="1717792" y="1114831"/>
                </a:lnTo>
                <a:lnTo>
                  <a:pt x="1717970" y="1114831"/>
                </a:lnTo>
                <a:lnTo>
                  <a:pt x="1718139" y="1114831"/>
                </a:lnTo>
                <a:lnTo>
                  <a:pt x="1718316" y="1114831"/>
                </a:lnTo>
                <a:lnTo>
                  <a:pt x="1718486" y="1114831"/>
                </a:lnTo>
                <a:lnTo>
                  <a:pt x="1718655" y="1114831"/>
                </a:lnTo>
                <a:lnTo>
                  <a:pt x="1718832" y="1114831"/>
                </a:lnTo>
                <a:lnTo>
                  <a:pt x="1719001" y="1114831"/>
                </a:lnTo>
                <a:lnTo>
                  <a:pt x="1719179" y="1114831"/>
                </a:lnTo>
                <a:lnTo>
                  <a:pt x="1719349" y="1114840"/>
                </a:lnTo>
                <a:lnTo>
                  <a:pt x="1719526" y="1114840"/>
                </a:lnTo>
                <a:lnTo>
                  <a:pt x="1719695" y="1114840"/>
                </a:lnTo>
                <a:lnTo>
                  <a:pt x="1719864" y="1114840"/>
                </a:lnTo>
                <a:lnTo>
                  <a:pt x="1720042" y="1114840"/>
                </a:lnTo>
                <a:lnTo>
                  <a:pt x="1720211" y="1114840"/>
                </a:lnTo>
                <a:lnTo>
                  <a:pt x="1720389" y="1114840"/>
                </a:lnTo>
                <a:lnTo>
                  <a:pt x="1720558" y="1114840"/>
                </a:lnTo>
                <a:lnTo>
                  <a:pt x="1720736" y="1114840"/>
                </a:lnTo>
                <a:lnTo>
                  <a:pt x="1720905" y="1114840"/>
                </a:lnTo>
                <a:lnTo>
                  <a:pt x="1721074" y="1114840"/>
                </a:lnTo>
                <a:lnTo>
                  <a:pt x="1721252" y="1114840"/>
                </a:lnTo>
                <a:lnTo>
                  <a:pt x="1721421" y="1114840"/>
                </a:lnTo>
                <a:lnTo>
                  <a:pt x="1721599" y="1114840"/>
                </a:lnTo>
                <a:lnTo>
                  <a:pt x="1721768" y="1114840"/>
                </a:lnTo>
                <a:lnTo>
                  <a:pt x="1721946" y="1114840"/>
                </a:lnTo>
                <a:lnTo>
                  <a:pt x="1722115" y="1114840"/>
                </a:lnTo>
                <a:lnTo>
                  <a:pt x="1722284" y="1114840"/>
                </a:lnTo>
                <a:lnTo>
                  <a:pt x="1722462" y="1114840"/>
                </a:lnTo>
                <a:lnTo>
                  <a:pt x="1722631" y="1114840"/>
                </a:lnTo>
                <a:lnTo>
                  <a:pt x="1722809" y="1114840"/>
                </a:lnTo>
                <a:lnTo>
                  <a:pt x="1722978" y="1114840"/>
                </a:lnTo>
                <a:lnTo>
                  <a:pt x="1723156" y="1114840"/>
                </a:lnTo>
                <a:lnTo>
                  <a:pt x="1723325" y="1114840"/>
                </a:lnTo>
                <a:lnTo>
                  <a:pt x="1723494" y="1114840"/>
                </a:lnTo>
                <a:lnTo>
                  <a:pt x="1723672" y="1114840"/>
                </a:lnTo>
                <a:lnTo>
                  <a:pt x="1723841" y="1114840"/>
                </a:lnTo>
                <a:lnTo>
                  <a:pt x="1724019" y="1114849"/>
                </a:lnTo>
                <a:lnTo>
                  <a:pt x="1724188" y="1114849"/>
                </a:lnTo>
                <a:lnTo>
                  <a:pt x="1724366" y="1114849"/>
                </a:lnTo>
                <a:lnTo>
                  <a:pt x="1724535" y="1114849"/>
                </a:lnTo>
                <a:lnTo>
                  <a:pt x="1724704" y="1114849"/>
                </a:lnTo>
                <a:lnTo>
                  <a:pt x="1724882" y="1114849"/>
                </a:lnTo>
                <a:lnTo>
                  <a:pt x="1725051" y="1114849"/>
                </a:lnTo>
                <a:lnTo>
                  <a:pt x="1725229" y="1114849"/>
                </a:lnTo>
                <a:lnTo>
                  <a:pt x="1725398" y="1114849"/>
                </a:lnTo>
                <a:lnTo>
                  <a:pt x="1725576" y="1114849"/>
                </a:lnTo>
                <a:lnTo>
                  <a:pt x="1725745" y="1114849"/>
                </a:lnTo>
                <a:lnTo>
                  <a:pt x="1725914" y="1114849"/>
                </a:lnTo>
                <a:lnTo>
                  <a:pt x="1726092" y="1114849"/>
                </a:lnTo>
                <a:lnTo>
                  <a:pt x="1726261" y="1114849"/>
                </a:lnTo>
                <a:lnTo>
                  <a:pt x="1726439" y="1114849"/>
                </a:lnTo>
                <a:lnTo>
                  <a:pt x="1726608" y="1114849"/>
                </a:lnTo>
                <a:lnTo>
                  <a:pt x="1726786" y="1114849"/>
                </a:lnTo>
                <a:lnTo>
                  <a:pt x="1726955" y="1114849"/>
                </a:lnTo>
                <a:lnTo>
                  <a:pt x="1727124" y="1114849"/>
                </a:lnTo>
                <a:lnTo>
                  <a:pt x="1727302" y="1114849"/>
                </a:lnTo>
                <a:lnTo>
                  <a:pt x="1727471" y="1114849"/>
                </a:lnTo>
                <a:lnTo>
                  <a:pt x="1727649" y="1114849"/>
                </a:lnTo>
                <a:lnTo>
                  <a:pt x="1727818" y="1114849"/>
                </a:lnTo>
                <a:lnTo>
                  <a:pt x="1727996" y="1114849"/>
                </a:lnTo>
                <a:lnTo>
                  <a:pt x="1728165" y="1114849"/>
                </a:lnTo>
              </a:path>
            </a:pathLst>
          </a:custGeom>
          <a:noFill/>
          <a:ln w="19050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BB35C9-7BAD-3EF9-C884-A07D91C48470}"/>
              </a:ext>
            </a:extLst>
          </p:cNvPr>
          <p:cNvGrpSpPr/>
          <p:nvPr/>
        </p:nvGrpSpPr>
        <p:grpSpPr>
          <a:xfrm>
            <a:off x="5285287" y="1678769"/>
            <a:ext cx="787638" cy="228411"/>
            <a:chOff x="3888878" y="1732524"/>
            <a:chExt cx="787638" cy="228411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1311B724-E499-2595-8A20-D88204FAAE21}"/>
                </a:ext>
              </a:extLst>
            </p:cNvPr>
            <p:cNvSpPr/>
            <p:nvPr/>
          </p:nvSpPr>
          <p:spPr>
            <a:xfrm>
              <a:off x="3888878" y="1732524"/>
              <a:ext cx="787638" cy="228411"/>
            </a:xfrm>
            <a:custGeom>
              <a:avLst/>
              <a:gdLst>
                <a:gd name="csX0" fmla="*/ 0 w 787638"/>
                <a:gd name="csY0" fmla="*/ 228411 h 228411"/>
                <a:gd name="csX1" fmla="*/ 787638 w 787638"/>
                <a:gd name="csY1" fmla="*/ 228411 h 228411"/>
                <a:gd name="csX2" fmla="*/ 787638 w 787638"/>
                <a:gd name="csY2" fmla="*/ 0 h 228411"/>
                <a:gd name="csX3" fmla="*/ 0 w 787638"/>
                <a:gd name="csY3" fmla="*/ 0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87638" h="228411">
                  <a:moveTo>
                    <a:pt x="0" y="228411"/>
                  </a:moveTo>
                  <a:lnTo>
                    <a:pt x="787638" y="228411"/>
                  </a:lnTo>
                  <a:lnTo>
                    <a:pt x="787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B5DBED99-B4BD-52E1-477E-786E4696B1D2}"/>
                </a:ext>
              </a:extLst>
            </p:cNvPr>
            <p:cNvSpPr/>
            <p:nvPr/>
          </p:nvSpPr>
          <p:spPr>
            <a:xfrm>
              <a:off x="3888878" y="1732524"/>
              <a:ext cx="787638" cy="228411"/>
            </a:xfrm>
            <a:custGeom>
              <a:avLst/>
              <a:gdLst>
                <a:gd name="csX0" fmla="*/ 0 w 787638"/>
                <a:gd name="csY0" fmla="*/ 228411 h 228411"/>
                <a:gd name="csX1" fmla="*/ 787638 w 787638"/>
                <a:gd name="csY1" fmla="*/ 228411 h 228411"/>
                <a:gd name="csX2" fmla="*/ 787638 w 787638"/>
                <a:gd name="csY2" fmla="*/ 0 h 228411"/>
                <a:gd name="csX3" fmla="*/ 0 w 787638"/>
                <a:gd name="csY3" fmla="*/ 0 h 228411"/>
                <a:gd name="csX4" fmla="*/ 0 w 787638"/>
                <a:gd name="csY4" fmla="*/ 228411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87638" h="228411">
                  <a:moveTo>
                    <a:pt x="0" y="228411"/>
                  </a:moveTo>
                  <a:lnTo>
                    <a:pt x="787638" y="228411"/>
                  </a:lnTo>
                  <a:lnTo>
                    <a:pt x="787638" y="0"/>
                  </a:lnTo>
                  <a:lnTo>
                    <a:pt x="0" y="0"/>
                  </a:lnTo>
                  <a:lnTo>
                    <a:pt x="0" y="228411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E9B9F2A0-1EDA-1915-614B-CF3860CE3D7B}"/>
              </a:ext>
            </a:extLst>
          </p:cNvPr>
          <p:cNvGrpSpPr/>
          <p:nvPr/>
        </p:nvGrpSpPr>
        <p:grpSpPr>
          <a:xfrm>
            <a:off x="5305642" y="1716382"/>
            <a:ext cx="737196" cy="89054"/>
            <a:chOff x="3909233" y="1770137"/>
            <a:chExt cx="737196" cy="89054"/>
          </a:xfrm>
        </p:grpSpPr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5E4A6BF-B10A-3FEA-7AE5-1BF2659D024A}"/>
                </a:ext>
              </a:extLst>
            </p:cNvPr>
            <p:cNvSpPr/>
            <p:nvPr/>
          </p:nvSpPr>
          <p:spPr>
            <a:xfrm>
              <a:off x="3909233" y="1808661"/>
              <a:ext cx="122121" cy="889"/>
            </a:xfrm>
            <a:custGeom>
              <a:avLst/>
              <a:gdLst>
                <a:gd name="csX0" fmla="*/ 0 w 122121"/>
                <a:gd name="csY0" fmla="*/ 0 h 889"/>
                <a:gd name="csX1" fmla="*/ 122122 w 12212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121" h="889">
                  <a:moveTo>
                    <a:pt x="0" y="0"/>
                  </a:moveTo>
                  <a:lnTo>
                    <a:pt x="122122" y="0"/>
                  </a:lnTo>
                </a:path>
              </a:pathLst>
            </a:custGeom>
            <a:noFill/>
            <a:ln w="1600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4343EAE6-A2F0-AF8F-021B-7006CEA3B106}"/>
                </a:ext>
              </a:extLst>
            </p:cNvPr>
            <p:cNvSpPr/>
            <p:nvPr/>
          </p:nvSpPr>
          <p:spPr>
            <a:xfrm>
              <a:off x="4051710" y="1789860"/>
              <a:ext cx="52453" cy="29005"/>
            </a:xfrm>
            <a:custGeom>
              <a:avLst/>
              <a:gdLst>
                <a:gd name="csX0" fmla="*/ 52453 w 52453"/>
                <a:gd name="csY0" fmla="*/ 19128 h 29005"/>
                <a:gd name="csX1" fmla="*/ 52169 w 52453"/>
                <a:gd name="csY1" fmla="*/ 20348 h 29005"/>
                <a:gd name="csX2" fmla="*/ 51199 w 52453"/>
                <a:gd name="csY2" fmla="*/ 22817 h 29005"/>
                <a:gd name="csX3" fmla="*/ 49607 w 52453"/>
                <a:gd name="csY3" fmla="*/ 25692 h 29005"/>
                <a:gd name="csX4" fmla="*/ 47196 w 52453"/>
                <a:gd name="csY4" fmla="*/ 28036 h 29005"/>
                <a:gd name="csX5" fmla="*/ 44046 w 52453"/>
                <a:gd name="csY5" fmla="*/ 29006 h 29005"/>
                <a:gd name="csX6" fmla="*/ 40292 w 52453"/>
                <a:gd name="csY6" fmla="*/ 27505 h 29005"/>
                <a:gd name="csX7" fmla="*/ 38789 w 52453"/>
                <a:gd name="csY7" fmla="*/ 23754 h 29005"/>
                <a:gd name="csX8" fmla="*/ 39634 w 52453"/>
                <a:gd name="csY8" fmla="*/ 20223 h 29005"/>
                <a:gd name="csX9" fmla="*/ 43601 w 52453"/>
                <a:gd name="csY9" fmla="*/ 5876 h 29005"/>
                <a:gd name="csX10" fmla="*/ 40132 w 52453"/>
                <a:gd name="csY10" fmla="*/ 1407 h 29005"/>
                <a:gd name="csX11" fmla="*/ 36386 w 52453"/>
                <a:gd name="csY11" fmla="*/ 2219 h 29005"/>
                <a:gd name="csX12" fmla="*/ 33451 w 52453"/>
                <a:gd name="csY12" fmla="*/ 4156 h 29005"/>
                <a:gd name="csX13" fmla="*/ 31387 w 52453"/>
                <a:gd name="csY13" fmla="*/ 6564 h 29005"/>
                <a:gd name="csX14" fmla="*/ 30070 w 52453"/>
                <a:gd name="csY14" fmla="*/ 8689 h 29005"/>
                <a:gd name="csX15" fmla="*/ 29598 w 52453"/>
                <a:gd name="csY15" fmla="*/ 9908 h 29005"/>
                <a:gd name="csX16" fmla="*/ 25755 w 52453"/>
                <a:gd name="csY16" fmla="*/ 25349 h 29005"/>
                <a:gd name="csX17" fmla="*/ 25230 w 52453"/>
                <a:gd name="csY17" fmla="*/ 27286 h 29005"/>
                <a:gd name="csX18" fmla="*/ 24412 w 52453"/>
                <a:gd name="csY18" fmla="*/ 28443 h 29005"/>
                <a:gd name="csX19" fmla="*/ 22882 w 52453"/>
                <a:gd name="csY19" fmla="*/ 29006 h 29005"/>
                <a:gd name="csX20" fmla="*/ 21538 w 52453"/>
                <a:gd name="csY20" fmla="*/ 28537 h 29005"/>
                <a:gd name="csX21" fmla="*/ 21005 w 52453"/>
                <a:gd name="csY21" fmla="*/ 27255 h 29005"/>
                <a:gd name="csX22" fmla="*/ 21165 w 52453"/>
                <a:gd name="csY22" fmla="*/ 26474 h 29005"/>
                <a:gd name="csX23" fmla="*/ 21538 w 52453"/>
                <a:gd name="csY23" fmla="*/ 24911 h 29005"/>
                <a:gd name="csX24" fmla="*/ 21850 w 52453"/>
                <a:gd name="csY24" fmla="*/ 23473 h 29005"/>
                <a:gd name="csX25" fmla="*/ 23131 w 52453"/>
                <a:gd name="csY25" fmla="*/ 18628 h 29005"/>
                <a:gd name="csX26" fmla="*/ 24910 w 52453"/>
                <a:gd name="csY26" fmla="*/ 11189 h 29005"/>
                <a:gd name="csX27" fmla="*/ 25880 w 52453"/>
                <a:gd name="csY27" fmla="*/ 5876 h 29005"/>
                <a:gd name="csX28" fmla="*/ 22410 w 52453"/>
                <a:gd name="csY28" fmla="*/ 1407 h 29005"/>
                <a:gd name="csX29" fmla="*/ 19065 w 52453"/>
                <a:gd name="csY29" fmla="*/ 2062 h 29005"/>
                <a:gd name="csX30" fmla="*/ 16378 w 52453"/>
                <a:gd name="csY30" fmla="*/ 3563 h 29005"/>
                <a:gd name="csX31" fmla="*/ 14288 w 52453"/>
                <a:gd name="csY31" fmla="*/ 5657 h 29005"/>
                <a:gd name="csX32" fmla="*/ 12820 w 52453"/>
                <a:gd name="csY32" fmla="*/ 7657 h 29005"/>
                <a:gd name="csX33" fmla="*/ 11975 w 52453"/>
                <a:gd name="csY33" fmla="*/ 9220 h 29005"/>
                <a:gd name="csX34" fmla="*/ 11165 w 52453"/>
                <a:gd name="csY34" fmla="*/ 12409 h 29005"/>
                <a:gd name="csX35" fmla="*/ 10071 w 52453"/>
                <a:gd name="csY35" fmla="*/ 16691 h 29005"/>
                <a:gd name="csX36" fmla="*/ 8665 w 52453"/>
                <a:gd name="csY36" fmla="*/ 22473 h 29005"/>
                <a:gd name="csX37" fmla="*/ 7437 w 52453"/>
                <a:gd name="csY37" fmla="*/ 27193 h 29005"/>
                <a:gd name="csX38" fmla="*/ 6441 w 52453"/>
                <a:gd name="csY38" fmla="*/ 28537 h 29005"/>
                <a:gd name="csX39" fmla="*/ 5062 w 52453"/>
                <a:gd name="csY39" fmla="*/ 29006 h 29005"/>
                <a:gd name="csX40" fmla="*/ 3754 w 52453"/>
                <a:gd name="csY40" fmla="*/ 28537 h 29005"/>
                <a:gd name="csX41" fmla="*/ 3221 w 52453"/>
                <a:gd name="csY41" fmla="*/ 27255 h 29005"/>
                <a:gd name="csX42" fmla="*/ 3318 w 52453"/>
                <a:gd name="csY42" fmla="*/ 26662 h 29005"/>
                <a:gd name="csX43" fmla="*/ 3567 w 52453"/>
                <a:gd name="csY43" fmla="*/ 25536 h 29005"/>
                <a:gd name="csX44" fmla="*/ 3781 w 52453"/>
                <a:gd name="csY44" fmla="*/ 24504 h 29005"/>
                <a:gd name="csX45" fmla="*/ 7509 w 52453"/>
                <a:gd name="csY45" fmla="*/ 9720 h 29005"/>
                <a:gd name="csX46" fmla="*/ 8345 w 52453"/>
                <a:gd name="csY46" fmla="*/ 6188 h 29005"/>
                <a:gd name="csX47" fmla="*/ 8532 w 52453"/>
                <a:gd name="csY47" fmla="*/ 4344 h 29005"/>
                <a:gd name="csX48" fmla="*/ 6539 w 52453"/>
                <a:gd name="csY48" fmla="*/ 1407 h 29005"/>
                <a:gd name="csX49" fmla="*/ 3843 w 52453"/>
                <a:gd name="csY49" fmla="*/ 3344 h 29005"/>
                <a:gd name="csX50" fmla="*/ 1877 w 52453"/>
                <a:gd name="csY50" fmla="*/ 9033 h 29005"/>
                <a:gd name="csX51" fmla="*/ 1406 w 52453"/>
                <a:gd name="csY51" fmla="*/ 10283 h 29005"/>
                <a:gd name="csX52" fmla="*/ 783 w 52453"/>
                <a:gd name="csY52" fmla="*/ 10501 h 29005"/>
                <a:gd name="csX53" fmla="*/ 0 w 52453"/>
                <a:gd name="csY53" fmla="*/ 9846 h 29005"/>
                <a:gd name="csX54" fmla="*/ 249 w 52453"/>
                <a:gd name="csY54" fmla="*/ 8689 h 29005"/>
                <a:gd name="csX55" fmla="*/ 970 w 52453"/>
                <a:gd name="csY55" fmla="*/ 6188 h 29005"/>
                <a:gd name="csX56" fmla="*/ 2002 w 52453"/>
                <a:gd name="csY56" fmla="*/ 3656 h 29005"/>
                <a:gd name="csX57" fmla="*/ 2598 w 52453"/>
                <a:gd name="csY57" fmla="*/ 2563 h 29005"/>
                <a:gd name="csX58" fmla="*/ 3443 w 52453"/>
                <a:gd name="csY58" fmla="*/ 1438 h 29005"/>
                <a:gd name="csX59" fmla="*/ 4849 w 52453"/>
                <a:gd name="csY59" fmla="*/ 375 h 29005"/>
                <a:gd name="csX60" fmla="*/ 6726 w 52453"/>
                <a:gd name="csY60" fmla="*/ 0 h 29005"/>
                <a:gd name="csX61" fmla="*/ 10693 w 52453"/>
                <a:gd name="csY61" fmla="*/ 1469 h 29005"/>
                <a:gd name="csX62" fmla="*/ 12633 w 52453"/>
                <a:gd name="csY62" fmla="*/ 5563 h 29005"/>
                <a:gd name="csX63" fmla="*/ 22597 w 52453"/>
                <a:gd name="csY63" fmla="*/ 0 h 29005"/>
                <a:gd name="csX64" fmla="*/ 27855 w 52453"/>
                <a:gd name="csY64" fmla="*/ 1657 h 29005"/>
                <a:gd name="csX65" fmla="*/ 29919 w 52453"/>
                <a:gd name="csY65" fmla="*/ 6188 h 29005"/>
                <a:gd name="csX66" fmla="*/ 40354 w 52453"/>
                <a:gd name="csY66" fmla="*/ 0 h 29005"/>
                <a:gd name="csX67" fmla="*/ 45790 w 52453"/>
                <a:gd name="csY67" fmla="*/ 1843 h 29005"/>
                <a:gd name="csX68" fmla="*/ 47703 w 52453"/>
                <a:gd name="csY68" fmla="*/ 6845 h 29005"/>
                <a:gd name="csX69" fmla="*/ 46858 w 52453"/>
                <a:gd name="csY69" fmla="*/ 11658 h 29005"/>
                <a:gd name="csX70" fmla="*/ 45452 w 52453"/>
                <a:gd name="csY70" fmla="*/ 16346 h 29005"/>
                <a:gd name="csX71" fmla="*/ 43797 w 52453"/>
                <a:gd name="csY71" fmla="*/ 20910 h 29005"/>
                <a:gd name="csX72" fmla="*/ 42641 w 52453"/>
                <a:gd name="csY72" fmla="*/ 25473 h 29005"/>
                <a:gd name="csX73" fmla="*/ 43014 w 52453"/>
                <a:gd name="csY73" fmla="*/ 27067 h 29005"/>
                <a:gd name="csX74" fmla="*/ 44198 w 52453"/>
                <a:gd name="csY74" fmla="*/ 27567 h 29005"/>
                <a:gd name="csX75" fmla="*/ 46546 w 52453"/>
                <a:gd name="csY75" fmla="*/ 26849 h 29005"/>
                <a:gd name="csX76" fmla="*/ 48423 w 52453"/>
                <a:gd name="csY76" fmla="*/ 24880 h 29005"/>
                <a:gd name="csX77" fmla="*/ 49767 w 52453"/>
                <a:gd name="csY77" fmla="*/ 22379 h 29005"/>
                <a:gd name="csX78" fmla="*/ 50701 w 52453"/>
                <a:gd name="csY78" fmla="*/ 19660 h 29005"/>
                <a:gd name="csX79" fmla="*/ 51074 w 52453"/>
                <a:gd name="csY79" fmla="*/ 18691 h 29005"/>
                <a:gd name="csX80" fmla="*/ 51671 w 52453"/>
                <a:gd name="csY80" fmla="*/ 18504 h 29005"/>
                <a:gd name="csX81" fmla="*/ 52453 w 52453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53" h="29005">
                  <a:moveTo>
                    <a:pt x="52453" y="19128"/>
                  </a:moveTo>
                  <a:cubicBezTo>
                    <a:pt x="52453" y="19295"/>
                    <a:pt x="52359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9" y="24776"/>
                    <a:pt x="49607" y="25692"/>
                  </a:cubicBezTo>
                  <a:cubicBezTo>
                    <a:pt x="49002" y="26588"/>
                    <a:pt x="48198" y="27370"/>
                    <a:pt x="47196" y="28036"/>
                  </a:cubicBezTo>
                  <a:cubicBezTo>
                    <a:pt x="46217" y="28683"/>
                    <a:pt x="45167" y="29006"/>
                    <a:pt x="44046" y="29006"/>
                  </a:cubicBezTo>
                  <a:cubicBezTo>
                    <a:pt x="42546" y="29006"/>
                    <a:pt x="41294" y="28506"/>
                    <a:pt x="40292" y="27505"/>
                  </a:cubicBezTo>
                  <a:cubicBezTo>
                    <a:pt x="39290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1" y="8397"/>
                    <a:pt x="43601" y="5876"/>
                  </a:cubicBezTo>
                  <a:cubicBezTo>
                    <a:pt x="43601" y="2896"/>
                    <a:pt x="42445" y="1407"/>
                    <a:pt x="40132" y="1407"/>
                  </a:cubicBezTo>
                  <a:cubicBezTo>
                    <a:pt x="38821" y="1407"/>
                    <a:pt x="37573" y="1677"/>
                    <a:pt x="36386" y="2219"/>
                  </a:cubicBezTo>
                  <a:cubicBezTo>
                    <a:pt x="35200" y="2761"/>
                    <a:pt x="34222" y="3407"/>
                    <a:pt x="33451" y="4156"/>
                  </a:cubicBezTo>
                  <a:cubicBezTo>
                    <a:pt x="32680" y="4907"/>
                    <a:pt x="31992" y="5709"/>
                    <a:pt x="31387" y="6564"/>
                  </a:cubicBezTo>
                  <a:cubicBezTo>
                    <a:pt x="30782" y="7418"/>
                    <a:pt x="30343" y="8126"/>
                    <a:pt x="30070" y="8689"/>
                  </a:cubicBezTo>
                  <a:cubicBezTo>
                    <a:pt x="29821" y="9251"/>
                    <a:pt x="29664" y="9658"/>
                    <a:pt x="29598" y="9908"/>
                  </a:cubicBezTo>
                  <a:lnTo>
                    <a:pt x="25755" y="25349"/>
                  </a:lnTo>
                  <a:cubicBezTo>
                    <a:pt x="25548" y="26224"/>
                    <a:pt x="25373" y="26870"/>
                    <a:pt x="25230" y="27286"/>
                  </a:cubicBezTo>
                  <a:cubicBezTo>
                    <a:pt x="25082" y="27703"/>
                    <a:pt x="24809" y="28089"/>
                    <a:pt x="24412" y="28443"/>
                  </a:cubicBezTo>
                  <a:cubicBezTo>
                    <a:pt x="24014" y="28818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7"/>
                    <a:pt x="21005" y="27255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6"/>
                    <a:pt x="21390" y="25515"/>
                    <a:pt x="21538" y="24911"/>
                  </a:cubicBezTo>
                  <a:cubicBezTo>
                    <a:pt x="21687" y="24307"/>
                    <a:pt x="21790" y="23827"/>
                    <a:pt x="21850" y="23473"/>
                  </a:cubicBezTo>
                  <a:cubicBezTo>
                    <a:pt x="22603" y="20639"/>
                    <a:pt x="23030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52" y="7116"/>
                    <a:pt x="12820" y="7657"/>
                  </a:cubicBezTo>
                  <a:cubicBezTo>
                    <a:pt x="12505" y="8179"/>
                    <a:pt x="12224" y="8700"/>
                    <a:pt x="11975" y="9220"/>
                  </a:cubicBezTo>
                  <a:lnTo>
                    <a:pt x="11165" y="12409"/>
                  </a:lnTo>
                  <a:cubicBezTo>
                    <a:pt x="11040" y="12992"/>
                    <a:pt x="10676" y="14419"/>
                    <a:pt x="10071" y="16691"/>
                  </a:cubicBezTo>
                  <a:lnTo>
                    <a:pt x="8665" y="22473"/>
                  </a:lnTo>
                  <a:cubicBezTo>
                    <a:pt x="7995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84" y="28850"/>
                    <a:pt x="5525" y="29006"/>
                    <a:pt x="5062" y="29006"/>
                  </a:cubicBezTo>
                  <a:cubicBezTo>
                    <a:pt x="4546" y="29006"/>
                    <a:pt x="4110" y="28850"/>
                    <a:pt x="3754" y="28537"/>
                  </a:cubicBezTo>
                  <a:cubicBezTo>
                    <a:pt x="3398" y="28225"/>
                    <a:pt x="3221" y="27797"/>
                    <a:pt x="3221" y="27255"/>
                  </a:cubicBezTo>
                  <a:cubicBezTo>
                    <a:pt x="3221" y="27172"/>
                    <a:pt x="3253" y="26974"/>
                    <a:pt x="3318" y="26662"/>
                  </a:cubicBezTo>
                  <a:cubicBezTo>
                    <a:pt x="3378" y="26349"/>
                    <a:pt x="3461" y="25974"/>
                    <a:pt x="3567" y="25536"/>
                  </a:cubicBezTo>
                  <a:cubicBezTo>
                    <a:pt x="3668" y="25099"/>
                    <a:pt x="3739" y="24755"/>
                    <a:pt x="3781" y="24504"/>
                  </a:cubicBezTo>
                  <a:lnTo>
                    <a:pt x="7509" y="9720"/>
                  </a:lnTo>
                  <a:cubicBezTo>
                    <a:pt x="7965" y="7929"/>
                    <a:pt x="8244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7" y="1407"/>
                    <a:pt x="6539" y="1407"/>
                  </a:cubicBezTo>
                  <a:cubicBezTo>
                    <a:pt x="5454" y="1407"/>
                    <a:pt x="4555" y="2052"/>
                    <a:pt x="3843" y="3344"/>
                  </a:cubicBezTo>
                  <a:cubicBezTo>
                    <a:pt x="3137" y="4636"/>
                    <a:pt x="2482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305" y="10429"/>
                    <a:pt x="1097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21" y="8022"/>
                    <a:pt x="661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8" y="2854"/>
                    <a:pt x="2598" y="2563"/>
                  </a:cubicBezTo>
                  <a:cubicBezTo>
                    <a:pt x="2788" y="2271"/>
                    <a:pt x="3069" y="1896"/>
                    <a:pt x="3443" y="1438"/>
                  </a:cubicBezTo>
                  <a:cubicBezTo>
                    <a:pt x="3817" y="979"/>
                    <a:pt x="4285" y="625"/>
                    <a:pt x="4849" y="375"/>
                  </a:cubicBezTo>
                  <a:cubicBezTo>
                    <a:pt x="5412" y="125"/>
                    <a:pt x="6038" y="0"/>
                    <a:pt x="6726" y="0"/>
                  </a:cubicBezTo>
                  <a:cubicBezTo>
                    <a:pt x="8244" y="0"/>
                    <a:pt x="9567" y="490"/>
                    <a:pt x="10693" y="1469"/>
                  </a:cubicBezTo>
                  <a:cubicBezTo>
                    <a:pt x="11838" y="2448"/>
                    <a:pt x="12485" y="3813"/>
                    <a:pt x="12633" y="5563"/>
                  </a:cubicBezTo>
                  <a:cubicBezTo>
                    <a:pt x="15403" y="1854"/>
                    <a:pt x="18724" y="0"/>
                    <a:pt x="22597" y="0"/>
                  </a:cubicBezTo>
                  <a:cubicBezTo>
                    <a:pt x="24785" y="0"/>
                    <a:pt x="26538" y="552"/>
                    <a:pt x="27855" y="1657"/>
                  </a:cubicBezTo>
                  <a:cubicBezTo>
                    <a:pt x="29082" y="2719"/>
                    <a:pt x="29770" y="4229"/>
                    <a:pt x="29919" y="6188"/>
                  </a:cubicBezTo>
                  <a:cubicBezTo>
                    <a:pt x="32789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65" y="3052"/>
                    <a:pt x="47703" y="4719"/>
                    <a:pt x="47703" y="6845"/>
                  </a:cubicBezTo>
                  <a:cubicBezTo>
                    <a:pt x="47703" y="7949"/>
                    <a:pt x="47421" y="9554"/>
                    <a:pt x="46858" y="11658"/>
                  </a:cubicBezTo>
                  <a:cubicBezTo>
                    <a:pt x="46294" y="13742"/>
                    <a:pt x="45826" y="15305"/>
                    <a:pt x="45452" y="16346"/>
                  </a:cubicBezTo>
                  <a:cubicBezTo>
                    <a:pt x="45078" y="17388"/>
                    <a:pt x="44527" y="18910"/>
                    <a:pt x="43797" y="20910"/>
                  </a:cubicBezTo>
                  <a:cubicBezTo>
                    <a:pt x="43026" y="22827"/>
                    <a:pt x="42641" y="24348"/>
                    <a:pt x="42641" y="25473"/>
                  </a:cubicBezTo>
                  <a:cubicBezTo>
                    <a:pt x="42641" y="26203"/>
                    <a:pt x="42765" y="26734"/>
                    <a:pt x="43014" y="27067"/>
                  </a:cubicBezTo>
                  <a:cubicBezTo>
                    <a:pt x="43263" y="27401"/>
                    <a:pt x="43658" y="27567"/>
                    <a:pt x="44198" y="27567"/>
                  </a:cubicBezTo>
                  <a:cubicBezTo>
                    <a:pt x="45034" y="27567"/>
                    <a:pt x="45817" y="27328"/>
                    <a:pt x="46546" y="26849"/>
                  </a:cubicBezTo>
                  <a:cubicBezTo>
                    <a:pt x="47276" y="26349"/>
                    <a:pt x="47901" y="25692"/>
                    <a:pt x="48423" y="24880"/>
                  </a:cubicBezTo>
                  <a:cubicBezTo>
                    <a:pt x="48963" y="24047"/>
                    <a:pt x="49411" y="23213"/>
                    <a:pt x="49767" y="22379"/>
                  </a:cubicBezTo>
                  <a:cubicBezTo>
                    <a:pt x="50117" y="21525"/>
                    <a:pt x="50428" y="20619"/>
                    <a:pt x="50701" y="19660"/>
                  </a:cubicBezTo>
                  <a:cubicBezTo>
                    <a:pt x="50867" y="19139"/>
                    <a:pt x="50991" y="18816"/>
                    <a:pt x="51074" y="18691"/>
                  </a:cubicBezTo>
                  <a:cubicBezTo>
                    <a:pt x="51181" y="18566"/>
                    <a:pt x="51380" y="18504"/>
                    <a:pt x="51671" y="18504"/>
                  </a:cubicBezTo>
                  <a:cubicBezTo>
                    <a:pt x="52192" y="18504"/>
                    <a:pt x="52453" y="18712"/>
                    <a:pt x="52453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2E47E074-FEA8-7BC2-8313-6BA0BE734E8C}"/>
                </a:ext>
              </a:extLst>
            </p:cNvPr>
            <p:cNvSpPr/>
            <p:nvPr/>
          </p:nvSpPr>
          <p:spPr>
            <a:xfrm>
              <a:off x="4110489" y="180603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92 w 22338"/>
                <a:gd name="csY2" fmla="*/ 5776 h 40783"/>
                <a:gd name="csX3" fmla="*/ 18709 w 22338"/>
                <a:gd name="csY3" fmla="*/ 5361 h 40783"/>
                <a:gd name="csX4" fmla="*/ 18229 w 22338"/>
                <a:gd name="csY4" fmla="*/ 4223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51 w 22338"/>
                <a:gd name="csY7" fmla="*/ 985 h 40783"/>
                <a:gd name="csX8" fmla="*/ 17197 w 22338"/>
                <a:gd name="csY8" fmla="*/ 1423 h 40783"/>
                <a:gd name="csX9" fmla="*/ 16352 w 22338"/>
                <a:gd name="csY9" fmla="*/ 2517 h 40783"/>
                <a:gd name="csX10" fmla="*/ 15275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36 w 22338"/>
                <a:gd name="csY14" fmla="*/ 12297 h 40783"/>
                <a:gd name="csX15" fmla="*/ 19083 w 22338"/>
                <a:gd name="csY15" fmla="*/ 12427 h 40783"/>
                <a:gd name="csX16" fmla="*/ 19261 w 22338"/>
                <a:gd name="csY16" fmla="*/ 12778 h 40783"/>
                <a:gd name="csX17" fmla="*/ 18976 w 22338"/>
                <a:gd name="csY17" fmla="*/ 13544 h 40783"/>
                <a:gd name="csX18" fmla="*/ 17926 w 22338"/>
                <a:gd name="csY18" fmla="*/ 13675 h 40783"/>
                <a:gd name="csX19" fmla="*/ 14074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84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65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55 w 22338"/>
                <a:gd name="csY31" fmla="*/ 35008 h 40783"/>
                <a:gd name="csX32" fmla="*/ 3612 w 22338"/>
                <a:gd name="csY32" fmla="*/ 35423 h 40783"/>
                <a:gd name="csX33" fmla="*/ 4119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46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73 w 22338"/>
                <a:gd name="csY44" fmla="*/ 34504 h 40783"/>
                <a:gd name="csX45" fmla="*/ 7402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57 w 22338"/>
                <a:gd name="csY49" fmla="*/ 13653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28 w 22338"/>
                <a:gd name="csY52" fmla="*/ 12537 h 40783"/>
                <a:gd name="csX53" fmla="*/ 7446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85 w 22338"/>
                <a:gd name="csY57" fmla="*/ 2582 h 40783"/>
                <a:gd name="csX58" fmla="*/ 15560 w 22338"/>
                <a:gd name="csY58" fmla="*/ 941 h 40783"/>
                <a:gd name="csX59" fmla="*/ 17072 w 22338"/>
                <a:gd name="csY59" fmla="*/ 219 h 40783"/>
                <a:gd name="csX60" fmla="*/ 18451 w 22338"/>
                <a:gd name="csY60" fmla="*/ 0 h 40783"/>
                <a:gd name="csX61" fmla="*/ 21165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82" y="5529"/>
                    <a:pt x="20521" y="5776"/>
                    <a:pt x="19892" y="5776"/>
                  </a:cubicBezTo>
                  <a:cubicBezTo>
                    <a:pt x="19442" y="5776"/>
                    <a:pt x="19047" y="5638"/>
                    <a:pt x="18709" y="5361"/>
                  </a:cubicBezTo>
                  <a:cubicBezTo>
                    <a:pt x="18389" y="5083"/>
                    <a:pt x="18229" y="4704"/>
                    <a:pt x="18229" y="4223"/>
                  </a:cubicBezTo>
                  <a:cubicBezTo>
                    <a:pt x="18229" y="3727"/>
                    <a:pt x="18419" y="3217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3" y="985"/>
                    <a:pt x="18451" y="985"/>
                  </a:cubicBezTo>
                  <a:cubicBezTo>
                    <a:pt x="17995" y="985"/>
                    <a:pt x="17576" y="1131"/>
                    <a:pt x="17197" y="1423"/>
                  </a:cubicBezTo>
                  <a:cubicBezTo>
                    <a:pt x="16835" y="1700"/>
                    <a:pt x="16553" y="2064"/>
                    <a:pt x="16352" y="2517"/>
                  </a:cubicBezTo>
                  <a:cubicBezTo>
                    <a:pt x="16132" y="2984"/>
                    <a:pt x="15773" y="4537"/>
                    <a:pt x="15275" y="7177"/>
                  </a:cubicBezTo>
                  <a:cubicBezTo>
                    <a:pt x="15115" y="8037"/>
                    <a:pt x="14961" y="8883"/>
                    <a:pt x="14813" y="9715"/>
                  </a:cubicBezTo>
                  <a:cubicBezTo>
                    <a:pt x="14670" y="10546"/>
                    <a:pt x="14510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9" y="12282"/>
                    <a:pt x="18736" y="12297"/>
                  </a:cubicBezTo>
                  <a:cubicBezTo>
                    <a:pt x="18866" y="12311"/>
                    <a:pt x="18982" y="12355"/>
                    <a:pt x="19083" y="12427"/>
                  </a:cubicBezTo>
                  <a:cubicBezTo>
                    <a:pt x="19202" y="12500"/>
                    <a:pt x="19261" y="12617"/>
                    <a:pt x="19261" y="12778"/>
                  </a:cubicBezTo>
                  <a:cubicBezTo>
                    <a:pt x="19261" y="13187"/>
                    <a:pt x="19166" y="13442"/>
                    <a:pt x="18976" y="13544"/>
                  </a:cubicBezTo>
                  <a:cubicBezTo>
                    <a:pt x="18798" y="13631"/>
                    <a:pt x="18448" y="13675"/>
                    <a:pt x="17926" y="13675"/>
                  </a:cubicBezTo>
                  <a:lnTo>
                    <a:pt x="14074" y="13675"/>
                  </a:lnTo>
                  <a:lnTo>
                    <a:pt x="11379" y="27874"/>
                  </a:lnTo>
                  <a:cubicBezTo>
                    <a:pt x="11337" y="28152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12" y="34446"/>
                    <a:pt x="9288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5" y="38764"/>
                    <a:pt x="6984" y="39231"/>
                  </a:cubicBezTo>
                  <a:cubicBezTo>
                    <a:pt x="6563" y="39697"/>
                    <a:pt x="6073" y="40069"/>
                    <a:pt x="5516" y="40346"/>
                  </a:cubicBezTo>
                  <a:cubicBezTo>
                    <a:pt x="4964" y="40638"/>
                    <a:pt x="4395" y="40784"/>
                    <a:pt x="3808" y="40784"/>
                  </a:cubicBezTo>
                  <a:cubicBezTo>
                    <a:pt x="2817" y="40784"/>
                    <a:pt x="1936" y="40507"/>
                    <a:pt x="1165" y="39952"/>
                  </a:cubicBezTo>
                  <a:cubicBezTo>
                    <a:pt x="388" y="39398"/>
                    <a:pt x="0" y="38647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7" y="35008"/>
                    <a:pt x="2455" y="35008"/>
                  </a:cubicBezTo>
                  <a:cubicBezTo>
                    <a:pt x="2906" y="35008"/>
                    <a:pt x="3292" y="35146"/>
                    <a:pt x="3612" y="35423"/>
                  </a:cubicBezTo>
                  <a:cubicBezTo>
                    <a:pt x="3950" y="35701"/>
                    <a:pt x="4119" y="36080"/>
                    <a:pt x="4119" y="36561"/>
                  </a:cubicBezTo>
                  <a:cubicBezTo>
                    <a:pt x="4119" y="36765"/>
                    <a:pt x="4081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1"/>
                    <a:pt x="2126" y="38961"/>
                    <a:pt x="1646" y="38990"/>
                  </a:cubicBezTo>
                  <a:cubicBezTo>
                    <a:pt x="2215" y="39529"/>
                    <a:pt x="2936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9" y="39522"/>
                    <a:pt x="5074" y="39340"/>
                    <a:pt x="5276" y="39077"/>
                  </a:cubicBezTo>
                  <a:cubicBezTo>
                    <a:pt x="5495" y="38815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24" y="35620"/>
                    <a:pt x="6942" y="35131"/>
                    <a:pt x="7073" y="34504"/>
                  </a:cubicBezTo>
                  <a:cubicBezTo>
                    <a:pt x="7215" y="33877"/>
                    <a:pt x="7325" y="33374"/>
                    <a:pt x="7402" y="32994"/>
                  </a:cubicBezTo>
                  <a:cubicBezTo>
                    <a:pt x="7473" y="32630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500" y="13668"/>
                    <a:pt x="7357" y="13653"/>
                  </a:cubicBezTo>
                  <a:cubicBezTo>
                    <a:pt x="7227" y="13639"/>
                    <a:pt x="7108" y="13595"/>
                    <a:pt x="7002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10" y="12654"/>
                    <a:pt x="7028" y="12537"/>
                  </a:cubicBezTo>
                  <a:cubicBezTo>
                    <a:pt x="7159" y="12406"/>
                    <a:pt x="7298" y="12333"/>
                    <a:pt x="7446" y="12318"/>
                  </a:cubicBezTo>
                  <a:cubicBezTo>
                    <a:pt x="7589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83" y="1838"/>
                    <a:pt x="15008" y="1291"/>
                    <a:pt x="15560" y="941"/>
                  </a:cubicBezTo>
                  <a:cubicBezTo>
                    <a:pt x="16111" y="591"/>
                    <a:pt x="16616" y="351"/>
                    <a:pt x="17072" y="219"/>
                  </a:cubicBezTo>
                  <a:cubicBezTo>
                    <a:pt x="17535" y="73"/>
                    <a:pt x="17995" y="0"/>
                    <a:pt x="18451" y="0"/>
                  </a:cubicBezTo>
                  <a:cubicBezTo>
                    <a:pt x="19471" y="0"/>
                    <a:pt x="20376" y="277"/>
                    <a:pt x="21165" y="832"/>
                  </a:cubicBezTo>
                  <a:cubicBezTo>
                    <a:pt x="21948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5B4C782E-8D2C-656D-F043-3C7441869299}"/>
                </a:ext>
              </a:extLst>
            </p:cNvPr>
            <p:cNvSpPr/>
            <p:nvPr/>
          </p:nvSpPr>
          <p:spPr>
            <a:xfrm>
              <a:off x="4144660" y="1814790"/>
              <a:ext cx="39642" cy="23279"/>
            </a:xfrm>
            <a:custGeom>
              <a:avLst/>
              <a:gdLst>
                <a:gd name="csX0" fmla="*/ 39251 w 39642"/>
                <a:gd name="csY0" fmla="*/ 11049 h 23279"/>
                <a:gd name="csX1" fmla="*/ 39643 w 39642"/>
                <a:gd name="csY1" fmla="*/ 11639 h 23279"/>
                <a:gd name="csX2" fmla="*/ 39251 w 39642"/>
                <a:gd name="csY2" fmla="*/ 12231 h 23279"/>
                <a:gd name="csX3" fmla="*/ 33104 w 39642"/>
                <a:gd name="csY3" fmla="*/ 16891 h 23279"/>
                <a:gd name="csX4" fmla="*/ 30497 w 39642"/>
                <a:gd name="csY4" fmla="*/ 22579 h 23279"/>
                <a:gd name="csX5" fmla="*/ 30195 w 39642"/>
                <a:gd name="csY5" fmla="*/ 23083 h 23279"/>
                <a:gd name="csX6" fmla="*/ 29625 w 39642"/>
                <a:gd name="csY6" fmla="*/ 23279 h 23279"/>
                <a:gd name="csX7" fmla="*/ 28985 w 39642"/>
                <a:gd name="csY7" fmla="*/ 23017 h 23279"/>
                <a:gd name="csX8" fmla="*/ 28727 w 39642"/>
                <a:gd name="csY8" fmla="*/ 22405 h 23279"/>
                <a:gd name="csX9" fmla="*/ 28744 w 39642"/>
                <a:gd name="csY9" fmla="*/ 22317 h 23279"/>
                <a:gd name="csX10" fmla="*/ 28771 w 39642"/>
                <a:gd name="csY10" fmla="*/ 22207 h 23279"/>
                <a:gd name="csX11" fmla="*/ 31725 w 39642"/>
                <a:gd name="csY11" fmla="*/ 15753 h 23279"/>
                <a:gd name="csX12" fmla="*/ 35221 w 39642"/>
                <a:gd name="csY12" fmla="*/ 12537 h 23279"/>
                <a:gd name="csX13" fmla="*/ 899 w 39642"/>
                <a:gd name="csY13" fmla="*/ 12537 h 23279"/>
                <a:gd name="csX14" fmla="*/ 258 w 39642"/>
                <a:gd name="csY14" fmla="*/ 12274 h 23279"/>
                <a:gd name="csX15" fmla="*/ 0 w 39642"/>
                <a:gd name="csY15" fmla="*/ 11639 h 23279"/>
                <a:gd name="csX16" fmla="*/ 258 w 39642"/>
                <a:gd name="csY16" fmla="*/ 11005 h 23279"/>
                <a:gd name="csX17" fmla="*/ 899 w 39642"/>
                <a:gd name="csY17" fmla="*/ 10742 h 23279"/>
                <a:gd name="csX18" fmla="*/ 35221 w 39642"/>
                <a:gd name="csY18" fmla="*/ 10742 h 23279"/>
                <a:gd name="csX19" fmla="*/ 31725 w 39642"/>
                <a:gd name="csY19" fmla="*/ 7526 h 23279"/>
                <a:gd name="csX20" fmla="*/ 28771 w 39642"/>
                <a:gd name="csY20" fmla="*/ 1072 h 23279"/>
                <a:gd name="csX21" fmla="*/ 28744 w 39642"/>
                <a:gd name="csY21" fmla="*/ 984 h 23279"/>
                <a:gd name="csX22" fmla="*/ 28727 w 39642"/>
                <a:gd name="csY22" fmla="*/ 875 h 23279"/>
                <a:gd name="csX23" fmla="*/ 28985 w 39642"/>
                <a:gd name="csY23" fmla="*/ 262 h 23279"/>
                <a:gd name="csX24" fmla="*/ 29625 w 39642"/>
                <a:gd name="csY24" fmla="*/ 0 h 23279"/>
                <a:gd name="csX25" fmla="*/ 30195 w 39642"/>
                <a:gd name="csY25" fmla="*/ 197 h 23279"/>
                <a:gd name="csX26" fmla="*/ 30497 w 39642"/>
                <a:gd name="csY26" fmla="*/ 700 h 23279"/>
                <a:gd name="csX27" fmla="*/ 33104 w 39642"/>
                <a:gd name="csY27" fmla="*/ 6389 h 23279"/>
                <a:gd name="csX28" fmla="*/ 39251 w 39642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79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39"/>
                  </a:cubicBezTo>
                  <a:cubicBezTo>
                    <a:pt x="39643" y="11931"/>
                    <a:pt x="39512" y="12128"/>
                    <a:pt x="39251" y="12231"/>
                  </a:cubicBezTo>
                  <a:cubicBezTo>
                    <a:pt x="37063" y="12960"/>
                    <a:pt x="35013" y="14513"/>
                    <a:pt x="33104" y="16891"/>
                  </a:cubicBezTo>
                  <a:cubicBezTo>
                    <a:pt x="31746" y="18656"/>
                    <a:pt x="30877" y="20552"/>
                    <a:pt x="30497" y="22579"/>
                  </a:cubicBezTo>
                  <a:cubicBezTo>
                    <a:pt x="30455" y="22784"/>
                    <a:pt x="30355" y="22952"/>
                    <a:pt x="30195" y="23083"/>
                  </a:cubicBezTo>
                  <a:cubicBezTo>
                    <a:pt x="30034" y="23214"/>
                    <a:pt x="29845" y="23279"/>
                    <a:pt x="29625" y="23279"/>
                  </a:cubicBezTo>
                  <a:cubicBezTo>
                    <a:pt x="29376" y="23279"/>
                    <a:pt x="29162" y="23192"/>
                    <a:pt x="28985" y="23017"/>
                  </a:cubicBezTo>
                  <a:cubicBezTo>
                    <a:pt x="28813" y="22857"/>
                    <a:pt x="28727" y="22653"/>
                    <a:pt x="28727" y="22405"/>
                  </a:cubicBezTo>
                  <a:cubicBezTo>
                    <a:pt x="28727" y="22390"/>
                    <a:pt x="28733" y="22361"/>
                    <a:pt x="28744" y="22317"/>
                  </a:cubicBezTo>
                  <a:cubicBezTo>
                    <a:pt x="28762" y="22259"/>
                    <a:pt x="28771" y="22222"/>
                    <a:pt x="28771" y="22207"/>
                  </a:cubicBezTo>
                  <a:cubicBezTo>
                    <a:pt x="29210" y="19844"/>
                    <a:pt x="30195" y="17693"/>
                    <a:pt x="31725" y="15753"/>
                  </a:cubicBezTo>
                  <a:cubicBezTo>
                    <a:pt x="32686" y="14528"/>
                    <a:pt x="33851" y="13456"/>
                    <a:pt x="35221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39"/>
                  </a:cubicBezTo>
                  <a:cubicBezTo>
                    <a:pt x="0" y="11391"/>
                    <a:pt x="86" y="11180"/>
                    <a:pt x="258" y="11005"/>
                  </a:cubicBezTo>
                  <a:cubicBezTo>
                    <a:pt x="436" y="10830"/>
                    <a:pt x="649" y="10742"/>
                    <a:pt x="899" y="10742"/>
                  </a:cubicBezTo>
                  <a:lnTo>
                    <a:pt x="35221" y="10742"/>
                  </a:lnTo>
                  <a:cubicBezTo>
                    <a:pt x="33851" y="9824"/>
                    <a:pt x="32686" y="8752"/>
                    <a:pt x="31725" y="7526"/>
                  </a:cubicBezTo>
                  <a:cubicBezTo>
                    <a:pt x="30195" y="5586"/>
                    <a:pt x="29210" y="3435"/>
                    <a:pt x="28771" y="1072"/>
                  </a:cubicBezTo>
                  <a:cubicBezTo>
                    <a:pt x="28771" y="1057"/>
                    <a:pt x="28762" y="1028"/>
                    <a:pt x="28744" y="984"/>
                  </a:cubicBezTo>
                  <a:cubicBezTo>
                    <a:pt x="28733" y="926"/>
                    <a:pt x="28727" y="889"/>
                    <a:pt x="28727" y="875"/>
                  </a:cubicBezTo>
                  <a:cubicBezTo>
                    <a:pt x="28727" y="627"/>
                    <a:pt x="28813" y="423"/>
                    <a:pt x="28985" y="262"/>
                  </a:cubicBezTo>
                  <a:cubicBezTo>
                    <a:pt x="29162" y="87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5" y="496"/>
                    <a:pt x="30497" y="700"/>
                  </a:cubicBezTo>
                  <a:cubicBezTo>
                    <a:pt x="30877" y="2727"/>
                    <a:pt x="31746" y="4623"/>
                    <a:pt x="33104" y="6389"/>
                  </a:cubicBezTo>
                  <a:cubicBezTo>
                    <a:pt x="35013" y="8766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103C513E-0B74-644C-C481-1CC38F255B97}"/>
                </a:ext>
              </a:extLst>
            </p:cNvPr>
            <p:cNvSpPr/>
            <p:nvPr/>
          </p:nvSpPr>
          <p:spPr>
            <a:xfrm>
              <a:off x="4201473" y="1807022"/>
              <a:ext cx="36929" cy="30609"/>
            </a:xfrm>
            <a:custGeom>
              <a:avLst/>
              <a:gdLst>
                <a:gd name="csX0" fmla="*/ 36929 w 36929"/>
                <a:gd name="csY0" fmla="*/ 504 h 30609"/>
                <a:gd name="csX1" fmla="*/ 36778 w 36929"/>
                <a:gd name="csY1" fmla="*/ 1116 h 30609"/>
                <a:gd name="csX2" fmla="*/ 36493 w 36929"/>
                <a:gd name="csY2" fmla="*/ 1357 h 30609"/>
                <a:gd name="csX3" fmla="*/ 35942 w 36929"/>
                <a:gd name="csY3" fmla="*/ 1400 h 30609"/>
                <a:gd name="csX4" fmla="*/ 30257 w 36929"/>
                <a:gd name="csY4" fmla="*/ 3676 h 30609"/>
                <a:gd name="csX5" fmla="*/ 28024 w 36929"/>
                <a:gd name="csY5" fmla="*/ 5929 h 30609"/>
                <a:gd name="csX6" fmla="*/ 24350 w 36929"/>
                <a:gd name="csY6" fmla="*/ 9912 h 30609"/>
                <a:gd name="csX7" fmla="*/ 21067 w 36929"/>
                <a:gd name="csY7" fmla="*/ 13412 h 30609"/>
                <a:gd name="csX8" fmla="*/ 26841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3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9 h 30609"/>
                <a:gd name="csX19" fmla="*/ 31022 w 36929"/>
                <a:gd name="csY19" fmla="*/ 30588 h 30609"/>
                <a:gd name="csX20" fmla="*/ 30648 w 36929"/>
                <a:gd name="csY20" fmla="*/ 30609 h 30609"/>
                <a:gd name="csX21" fmla="*/ 28157 w 36929"/>
                <a:gd name="csY21" fmla="*/ 30544 h 30609"/>
                <a:gd name="csX22" fmla="*/ 25684 w 36929"/>
                <a:gd name="csY22" fmla="*/ 30478 h 30609"/>
                <a:gd name="csX23" fmla="*/ 20044 w 36929"/>
                <a:gd name="csY23" fmla="*/ 30609 h 30609"/>
                <a:gd name="csX24" fmla="*/ 19359 w 36929"/>
                <a:gd name="csY24" fmla="*/ 30063 h 30609"/>
                <a:gd name="csX25" fmla="*/ 19403 w 36929"/>
                <a:gd name="csY25" fmla="*/ 29625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8 h 30609"/>
                <a:gd name="csX31" fmla="*/ 22864 w 36929"/>
                <a:gd name="csY31" fmla="*/ 27918 h 30609"/>
                <a:gd name="csX32" fmla="*/ 22641 w 36929"/>
                <a:gd name="csY32" fmla="*/ 27284 h 30609"/>
                <a:gd name="csX33" fmla="*/ 18113 w 36929"/>
                <a:gd name="csY33" fmla="*/ 16585 h 30609"/>
                <a:gd name="csX34" fmla="*/ 14065 w 36929"/>
                <a:gd name="csY34" fmla="*/ 20982 h 30609"/>
                <a:gd name="csX35" fmla="*/ 9492 w 36929"/>
                <a:gd name="csY35" fmla="*/ 25817 h 30609"/>
                <a:gd name="csX36" fmla="*/ 8291 w 36929"/>
                <a:gd name="csY36" fmla="*/ 27831 h 30609"/>
                <a:gd name="csX37" fmla="*/ 10080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8 h 30609"/>
                <a:gd name="csX41" fmla="*/ 9822 w 36929"/>
                <a:gd name="csY41" fmla="*/ 30609 h 30609"/>
                <a:gd name="csX42" fmla="*/ 7304 w 36929"/>
                <a:gd name="csY42" fmla="*/ 30544 h 30609"/>
                <a:gd name="csX43" fmla="*/ 4786 w 36929"/>
                <a:gd name="csY43" fmla="*/ 30478 h 30609"/>
                <a:gd name="csX44" fmla="*/ 2669 w 36929"/>
                <a:gd name="csY44" fmla="*/ 30544 h 30609"/>
                <a:gd name="csX45" fmla="*/ 587 w 36929"/>
                <a:gd name="csY45" fmla="*/ 30609 h 30609"/>
                <a:gd name="csX46" fmla="*/ 169 w 36929"/>
                <a:gd name="csY46" fmla="*/ 30478 h 30609"/>
                <a:gd name="csX47" fmla="*/ 18 w 36929"/>
                <a:gd name="csY47" fmla="*/ 30216 h 30609"/>
                <a:gd name="csX48" fmla="*/ 0 w 36929"/>
                <a:gd name="csY48" fmla="*/ 30106 h 30609"/>
                <a:gd name="csX49" fmla="*/ 44 w 36929"/>
                <a:gd name="csY49" fmla="*/ 29625 h 30609"/>
                <a:gd name="csX50" fmla="*/ 285 w 36929"/>
                <a:gd name="csY50" fmla="*/ 29363 h 30609"/>
                <a:gd name="csX51" fmla="*/ 569 w 36929"/>
                <a:gd name="csY51" fmla="*/ 29275 h 30609"/>
                <a:gd name="csX52" fmla="*/ 979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3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13 w 36929"/>
                <a:gd name="csY58" fmla="*/ 2823 h 30609"/>
                <a:gd name="csX59" fmla="*/ 11859 w 36929"/>
                <a:gd name="csY59" fmla="*/ 2013 h 30609"/>
                <a:gd name="csX60" fmla="*/ 10960 w 36929"/>
                <a:gd name="csY60" fmla="*/ 1576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7 h 30609"/>
                <a:gd name="csX64" fmla="*/ 7936 w 36929"/>
                <a:gd name="csY64" fmla="*/ 897 h 30609"/>
                <a:gd name="csX65" fmla="*/ 8096 w 36929"/>
                <a:gd name="csY65" fmla="*/ 285 h 30609"/>
                <a:gd name="csX66" fmla="*/ 8398 w 36929"/>
                <a:gd name="csY66" fmla="*/ 44 h 30609"/>
                <a:gd name="csX67" fmla="*/ 8745 w 36929"/>
                <a:gd name="csY67" fmla="*/ 0 h 30609"/>
                <a:gd name="csX68" fmla="*/ 11245 w 36929"/>
                <a:gd name="csY68" fmla="*/ 66 h 30609"/>
                <a:gd name="csX69" fmla="*/ 13763 w 36929"/>
                <a:gd name="csY69" fmla="*/ 132 h 30609"/>
                <a:gd name="csX70" fmla="*/ 16583 w 36929"/>
                <a:gd name="csY70" fmla="*/ 66 h 30609"/>
                <a:gd name="csX71" fmla="*/ 19403 w 36929"/>
                <a:gd name="csY71" fmla="*/ 0 h 30609"/>
                <a:gd name="csX72" fmla="*/ 20079 w 36929"/>
                <a:gd name="csY72" fmla="*/ 547 h 30609"/>
                <a:gd name="csX73" fmla="*/ 19928 w 36929"/>
                <a:gd name="csY73" fmla="*/ 1094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8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7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41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5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6 h 30609"/>
                <a:gd name="csX89" fmla="*/ 32143 w 36929"/>
                <a:gd name="csY89" fmla="*/ 132 h 30609"/>
                <a:gd name="csX90" fmla="*/ 34260 w 36929"/>
                <a:gd name="csY90" fmla="*/ 66 h 30609"/>
                <a:gd name="csX91" fmla="*/ 36342 w 36929"/>
                <a:gd name="csY91" fmla="*/ 0 h 30609"/>
                <a:gd name="csX92" fmla="*/ 36751 w 36929"/>
                <a:gd name="csY92" fmla="*/ 132 h 30609"/>
                <a:gd name="csX93" fmla="*/ 36911 w 36929"/>
                <a:gd name="csY93" fmla="*/ 372 h 30609"/>
                <a:gd name="csX94" fmla="*/ 36929 w 36929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4"/>
                  </a:moveTo>
                  <a:cubicBezTo>
                    <a:pt x="36929" y="766"/>
                    <a:pt x="36879" y="970"/>
                    <a:pt x="36778" y="1116"/>
                  </a:cubicBezTo>
                  <a:cubicBezTo>
                    <a:pt x="36689" y="1247"/>
                    <a:pt x="36594" y="1328"/>
                    <a:pt x="36493" y="1357"/>
                  </a:cubicBezTo>
                  <a:cubicBezTo>
                    <a:pt x="36392" y="1371"/>
                    <a:pt x="36209" y="1385"/>
                    <a:pt x="35942" y="1400"/>
                  </a:cubicBezTo>
                  <a:cubicBezTo>
                    <a:pt x="33860" y="1502"/>
                    <a:pt x="31965" y="2261"/>
                    <a:pt x="30257" y="3676"/>
                  </a:cubicBezTo>
                  <a:cubicBezTo>
                    <a:pt x="29836" y="4041"/>
                    <a:pt x="29091" y="4792"/>
                    <a:pt x="28024" y="5929"/>
                  </a:cubicBezTo>
                  <a:cubicBezTo>
                    <a:pt x="26974" y="7067"/>
                    <a:pt x="25749" y="8394"/>
                    <a:pt x="24350" y="9912"/>
                  </a:cubicBezTo>
                  <a:cubicBezTo>
                    <a:pt x="22962" y="11429"/>
                    <a:pt x="21867" y="12596"/>
                    <a:pt x="21067" y="13412"/>
                  </a:cubicBezTo>
                  <a:lnTo>
                    <a:pt x="26841" y="27240"/>
                  </a:lnTo>
                  <a:cubicBezTo>
                    <a:pt x="27001" y="27605"/>
                    <a:pt x="27110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1"/>
                    <a:pt x="27798" y="28845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1" y="29158"/>
                    <a:pt x="29112" y="29195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3"/>
                  </a:cubicBezTo>
                  <a:cubicBezTo>
                    <a:pt x="31155" y="29253"/>
                    <a:pt x="31250" y="29297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9"/>
                    <a:pt x="31446" y="30223"/>
                    <a:pt x="31333" y="30369"/>
                  </a:cubicBezTo>
                  <a:cubicBezTo>
                    <a:pt x="31227" y="30500"/>
                    <a:pt x="31123" y="30573"/>
                    <a:pt x="31022" y="30588"/>
                  </a:cubicBezTo>
                  <a:cubicBezTo>
                    <a:pt x="30933" y="30602"/>
                    <a:pt x="30808" y="30609"/>
                    <a:pt x="30648" y="30609"/>
                  </a:cubicBezTo>
                  <a:cubicBezTo>
                    <a:pt x="30269" y="30609"/>
                    <a:pt x="29438" y="30587"/>
                    <a:pt x="28157" y="30544"/>
                  </a:cubicBezTo>
                  <a:cubicBezTo>
                    <a:pt x="26876" y="30500"/>
                    <a:pt x="26052" y="30478"/>
                    <a:pt x="25684" y="30478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3"/>
                  </a:cubicBezTo>
                  <a:cubicBezTo>
                    <a:pt x="19359" y="29873"/>
                    <a:pt x="19373" y="29727"/>
                    <a:pt x="19403" y="29625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6"/>
                    <a:pt x="19812" y="29289"/>
                    <a:pt x="19884" y="29275"/>
                  </a:cubicBezTo>
                  <a:cubicBezTo>
                    <a:pt x="19961" y="29260"/>
                    <a:pt x="20085" y="29246"/>
                    <a:pt x="20257" y="29231"/>
                  </a:cubicBezTo>
                  <a:cubicBezTo>
                    <a:pt x="20797" y="29173"/>
                    <a:pt x="21271" y="29064"/>
                    <a:pt x="21681" y="28903"/>
                  </a:cubicBezTo>
                  <a:cubicBezTo>
                    <a:pt x="22102" y="28728"/>
                    <a:pt x="22401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41" y="27284"/>
                  </a:lnTo>
                  <a:lnTo>
                    <a:pt x="18113" y="16585"/>
                  </a:lnTo>
                  <a:lnTo>
                    <a:pt x="14065" y="20982"/>
                  </a:lnTo>
                  <a:lnTo>
                    <a:pt x="9492" y="25817"/>
                  </a:lnTo>
                  <a:cubicBezTo>
                    <a:pt x="8692" y="26678"/>
                    <a:pt x="8291" y="27349"/>
                    <a:pt x="8291" y="27831"/>
                  </a:cubicBezTo>
                  <a:cubicBezTo>
                    <a:pt x="8291" y="28633"/>
                    <a:pt x="8888" y="29100"/>
                    <a:pt x="10080" y="29231"/>
                  </a:cubicBezTo>
                  <a:cubicBezTo>
                    <a:pt x="10447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2" y="30478"/>
                    <a:pt x="10252" y="30559"/>
                    <a:pt x="10151" y="30588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4"/>
                  </a:cubicBezTo>
                  <a:cubicBezTo>
                    <a:pt x="6183" y="30500"/>
                    <a:pt x="5344" y="30478"/>
                    <a:pt x="4786" y="30478"/>
                  </a:cubicBezTo>
                  <a:cubicBezTo>
                    <a:pt x="4324" y="30478"/>
                    <a:pt x="3618" y="30500"/>
                    <a:pt x="2669" y="30544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6" y="30566"/>
                    <a:pt x="169" y="30478"/>
                  </a:cubicBezTo>
                  <a:cubicBezTo>
                    <a:pt x="68" y="30391"/>
                    <a:pt x="18" y="30303"/>
                    <a:pt x="18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4" y="29625"/>
                  </a:cubicBezTo>
                  <a:cubicBezTo>
                    <a:pt x="86" y="29508"/>
                    <a:pt x="166" y="29421"/>
                    <a:pt x="285" y="29363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5" y="29246"/>
                    <a:pt x="979" y="29231"/>
                  </a:cubicBezTo>
                  <a:cubicBezTo>
                    <a:pt x="2218" y="29158"/>
                    <a:pt x="3366" y="28881"/>
                    <a:pt x="4422" y="28399"/>
                  </a:cubicBezTo>
                  <a:cubicBezTo>
                    <a:pt x="5483" y="27918"/>
                    <a:pt x="6533" y="27116"/>
                    <a:pt x="7571" y="25993"/>
                  </a:cubicBezTo>
                  <a:cubicBezTo>
                    <a:pt x="7654" y="25920"/>
                    <a:pt x="7749" y="25840"/>
                    <a:pt x="7856" y="25753"/>
                  </a:cubicBezTo>
                  <a:cubicBezTo>
                    <a:pt x="7968" y="25665"/>
                    <a:pt x="8069" y="25584"/>
                    <a:pt x="8158" y="25511"/>
                  </a:cubicBezTo>
                  <a:lnTo>
                    <a:pt x="17615" y="15337"/>
                  </a:lnTo>
                  <a:lnTo>
                    <a:pt x="12313" y="2823"/>
                  </a:lnTo>
                  <a:cubicBezTo>
                    <a:pt x="12152" y="2443"/>
                    <a:pt x="12001" y="2173"/>
                    <a:pt x="11859" y="2013"/>
                  </a:cubicBezTo>
                  <a:cubicBezTo>
                    <a:pt x="11711" y="1838"/>
                    <a:pt x="11411" y="1692"/>
                    <a:pt x="10960" y="1576"/>
                  </a:cubicBezTo>
                  <a:cubicBezTo>
                    <a:pt x="10510" y="1459"/>
                    <a:pt x="9845" y="1400"/>
                    <a:pt x="8968" y="1400"/>
                  </a:cubicBezTo>
                  <a:cubicBezTo>
                    <a:pt x="8718" y="1400"/>
                    <a:pt x="8538" y="1393"/>
                    <a:pt x="8425" y="1378"/>
                  </a:cubicBezTo>
                  <a:cubicBezTo>
                    <a:pt x="8306" y="1364"/>
                    <a:pt x="8197" y="1320"/>
                    <a:pt x="8096" y="1247"/>
                  </a:cubicBezTo>
                  <a:cubicBezTo>
                    <a:pt x="7989" y="1174"/>
                    <a:pt x="7936" y="1057"/>
                    <a:pt x="7936" y="897"/>
                  </a:cubicBezTo>
                  <a:cubicBezTo>
                    <a:pt x="7936" y="620"/>
                    <a:pt x="7989" y="416"/>
                    <a:pt x="8096" y="285"/>
                  </a:cubicBezTo>
                  <a:cubicBezTo>
                    <a:pt x="8208" y="139"/>
                    <a:pt x="8309" y="58"/>
                    <a:pt x="8398" y="44"/>
                  </a:cubicBezTo>
                  <a:cubicBezTo>
                    <a:pt x="8499" y="15"/>
                    <a:pt x="8615" y="0"/>
                    <a:pt x="8745" y="0"/>
                  </a:cubicBezTo>
                  <a:cubicBezTo>
                    <a:pt x="9113" y="0"/>
                    <a:pt x="9946" y="22"/>
                    <a:pt x="11245" y="66"/>
                  </a:cubicBezTo>
                  <a:cubicBezTo>
                    <a:pt x="12544" y="110"/>
                    <a:pt x="13383" y="132"/>
                    <a:pt x="13763" y="132"/>
                  </a:cubicBezTo>
                  <a:cubicBezTo>
                    <a:pt x="14385" y="132"/>
                    <a:pt x="15326" y="110"/>
                    <a:pt x="16583" y="66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54" y="0"/>
                    <a:pt x="20079" y="182"/>
                    <a:pt x="20079" y="547"/>
                  </a:cubicBezTo>
                  <a:cubicBezTo>
                    <a:pt x="20079" y="780"/>
                    <a:pt x="20029" y="963"/>
                    <a:pt x="19928" y="1094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8"/>
                    <a:pt x="16538" y="2589"/>
                    <a:pt x="16538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39" y="1531"/>
                    <a:pt x="26841" y="1400"/>
                  </a:cubicBezTo>
                  <a:cubicBezTo>
                    <a:pt x="26479" y="1342"/>
                    <a:pt x="26298" y="1174"/>
                    <a:pt x="26298" y="897"/>
                  </a:cubicBezTo>
                  <a:cubicBezTo>
                    <a:pt x="26298" y="620"/>
                    <a:pt x="26357" y="416"/>
                    <a:pt x="26476" y="285"/>
                  </a:cubicBezTo>
                  <a:cubicBezTo>
                    <a:pt x="26588" y="139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46" y="110"/>
                    <a:pt x="31585" y="132"/>
                    <a:pt x="32143" y="132"/>
                  </a:cubicBezTo>
                  <a:cubicBezTo>
                    <a:pt x="32606" y="132"/>
                    <a:pt x="33311" y="110"/>
                    <a:pt x="34260" y="66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0" y="44"/>
                    <a:pt x="36751" y="132"/>
                  </a:cubicBezTo>
                  <a:cubicBezTo>
                    <a:pt x="36858" y="205"/>
                    <a:pt x="36911" y="285"/>
                    <a:pt x="36911" y="372"/>
                  </a:cubicBezTo>
                  <a:lnTo>
                    <a:pt x="36929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AA8C36D1-AEFF-B0B6-2C44-0ECBFE7CC7E7}"/>
                </a:ext>
              </a:extLst>
            </p:cNvPr>
            <p:cNvSpPr/>
            <p:nvPr/>
          </p:nvSpPr>
          <p:spPr>
            <a:xfrm>
              <a:off x="4245030" y="1770137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9 w 14848"/>
                <a:gd name="csY1" fmla="*/ 12472 h 64013"/>
                <a:gd name="csX2" fmla="*/ 8158 w 14848"/>
                <a:gd name="csY2" fmla="*/ 5752 h 64013"/>
                <a:gd name="csX3" fmla="*/ 12161 w 14848"/>
                <a:gd name="csY3" fmla="*/ 1344 h 64013"/>
                <a:gd name="csX4" fmla="*/ 14199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28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9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26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6" y="18285"/>
                    <a:pt x="4039" y="12472"/>
                  </a:cubicBezTo>
                  <a:cubicBezTo>
                    <a:pt x="5184" y="10034"/>
                    <a:pt x="6557" y="7794"/>
                    <a:pt x="8158" y="5752"/>
                  </a:cubicBezTo>
                  <a:cubicBezTo>
                    <a:pt x="9765" y="3710"/>
                    <a:pt x="11100" y="2240"/>
                    <a:pt x="12161" y="1344"/>
                  </a:cubicBezTo>
                  <a:cubicBezTo>
                    <a:pt x="13223" y="448"/>
                    <a:pt x="13902" y="0"/>
                    <a:pt x="14199" y="0"/>
                  </a:cubicBezTo>
                  <a:cubicBezTo>
                    <a:pt x="14614" y="0"/>
                    <a:pt x="14830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9" y="8721"/>
                    <a:pt x="3704" y="18816"/>
                    <a:pt x="3728" y="32007"/>
                  </a:cubicBezTo>
                  <a:cubicBezTo>
                    <a:pt x="3728" y="45239"/>
                    <a:pt x="7070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32" y="64014"/>
                    <a:pt x="14199" y="64014"/>
                  </a:cubicBezTo>
                  <a:cubicBezTo>
                    <a:pt x="13902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4"/>
                    <a:pt x="5370" y="54376"/>
                    <a:pt x="4226" y="51980"/>
                  </a:cubicBezTo>
                  <a:cubicBezTo>
                    <a:pt x="1409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DD3E960E-14FE-6C3D-D7AD-B7FA6F91B795}"/>
                </a:ext>
              </a:extLst>
            </p:cNvPr>
            <p:cNvSpPr/>
            <p:nvPr/>
          </p:nvSpPr>
          <p:spPr>
            <a:xfrm>
              <a:off x="4264744" y="1789860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1 w 31884"/>
                <a:gd name="csY1" fmla="*/ 6969 h 29005"/>
                <a:gd name="csX2" fmla="*/ 28442 w 31884"/>
                <a:gd name="csY2" fmla="*/ 7939 h 29005"/>
                <a:gd name="csX3" fmla="*/ 26636 w 31884"/>
                <a:gd name="csY3" fmla="*/ 7251 h 29005"/>
                <a:gd name="csX4" fmla="*/ 26004 w 31884"/>
                <a:gd name="csY4" fmla="*/ 5688 h 29005"/>
                <a:gd name="csX5" fmla="*/ 26885 w 31884"/>
                <a:gd name="csY5" fmla="*/ 3469 h 29005"/>
                <a:gd name="csX6" fmla="*/ 29074 w 31884"/>
                <a:gd name="csY6" fmla="*/ 2219 h 29005"/>
                <a:gd name="csX7" fmla="*/ 25880 w 31884"/>
                <a:gd name="csY7" fmla="*/ 1407 h 29005"/>
                <a:gd name="csX8" fmla="*/ 23540 w 31884"/>
                <a:gd name="csY8" fmla="*/ 2062 h 29005"/>
                <a:gd name="csX9" fmla="*/ 21823 w 31884"/>
                <a:gd name="csY9" fmla="*/ 3563 h 29005"/>
                <a:gd name="csX10" fmla="*/ 20631 w 31884"/>
                <a:gd name="csY10" fmla="*/ 5626 h 29005"/>
                <a:gd name="csX11" fmla="*/ 19884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2 h 29005"/>
                <a:gd name="csX14" fmla="*/ 16289 w 31884"/>
                <a:gd name="csY14" fmla="*/ 23348 h 29005"/>
                <a:gd name="csX15" fmla="*/ 17161 w 31884"/>
                <a:gd name="csY15" fmla="*/ 26380 h 29005"/>
                <a:gd name="csX16" fmla="*/ 19786 w 31884"/>
                <a:gd name="csY16" fmla="*/ 27567 h 29005"/>
                <a:gd name="csX17" fmla="*/ 21254 w 31884"/>
                <a:gd name="csY17" fmla="*/ 27381 h 29005"/>
                <a:gd name="csX18" fmla="*/ 23042 w 31884"/>
                <a:gd name="csY18" fmla="*/ 26599 h 29005"/>
                <a:gd name="csX19" fmla="*/ 24972 w 31884"/>
                <a:gd name="csY19" fmla="*/ 25130 h 29005"/>
                <a:gd name="csX20" fmla="*/ 26823 w 31884"/>
                <a:gd name="csY20" fmla="*/ 22692 h 29005"/>
                <a:gd name="csX21" fmla="*/ 28317 w 31884"/>
                <a:gd name="csY21" fmla="*/ 19191 h 29005"/>
                <a:gd name="csX22" fmla="*/ 29136 w 31884"/>
                <a:gd name="csY22" fmla="*/ 18504 h 29005"/>
                <a:gd name="csX23" fmla="*/ 29919 w 31884"/>
                <a:gd name="csY23" fmla="*/ 19128 h 29005"/>
                <a:gd name="csX24" fmla="*/ 29474 w 31884"/>
                <a:gd name="csY24" fmla="*/ 20785 h 29005"/>
                <a:gd name="csX25" fmla="*/ 28166 w 31884"/>
                <a:gd name="csY25" fmla="*/ 23317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95 w 31884"/>
                <a:gd name="csY29" fmla="*/ 27567 h 29005"/>
                <a:gd name="csX30" fmla="*/ 12757 w 31884"/>
                <a:gd name="csY30" fmla="*/ 24130 h 29005"/>
                <a:gd name="csX31" fmla="*/ 12384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18 w 31884"/>
                <a:gd name="csY34" fmla="*/ 28505 h 29005"/>
                <a:gd name="csX35" fmla="*/ 6032 w 31884"/>
                <a:gd name="csY35" fmla="*/ 29006 h 29005"/>
                <a:gd name="csX36" fmla="*/ 3194 w 31884"/>
                <a:gd name="csY36" fmla="*/ 28568 h 29005"/>
                <a:gd name="csX37" fmla="*/ 943 w 31884"/>
                <a:gd name="csY37" fmla="*/ 27131 h 29005"/>
                <a:gd name="csX38" fmla="*/ 0 w 31884"/>
                <a:gd name="csY38" fmla="*/ 24754 h 29005"/>
                <a:gd name="csX39" fmla="*/ 1032 w 31884"/>
                <a:gd name="csY39" fmla="*/ 22160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5 h 29005"/>
                <a:gd name="csX45" fmla="*/ 6094 w 31884"/>
                <a:gd name="csY45" fmla="*/ 27567 h 29005"/>
                <a:gd name="csX46" fmla="*/ 9786 w 31884"/>
                <a:gd name="csY46" fmla="*/ 25755 h 29005"/>
                <a:gd name="csX47" fmla="*/ 12188 w 31884"/>
                <a:gd name="csY47" fmla="*/ 20910 h 29005"/>
                <a:gd name="csX48" fmla="*/ 14884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69 h 29005"/>
                <a:gd name="csX51" fmla="*/ 14350 w 31884"/>
                <a:gd name="csY51" fmla="*/ 2156 h 29005"/>
                <a:gd name="csX52" fmla="*/ 13256 w 31884"/>
                <a:gd name="csY52" fmla="*/ 1562 h 29005"/>
                <a:gd name="csX53" fmla="*/ 12188 w 31884"/>
                <a:gd name="csY53" fmla="*/ 1407 h 29005"/>
                <a:gd name="csX54" fmla="*/ 10195 w 31884"/>
                <a:gd name="csY54" fmla="*/ 1781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1 h 29005"/>
                <a:gd name="csX59" fmla="*/ 2002 w 31884"/>
                <a:gd name="csY59" fmla="*/ 9846 h 29005"/>
                <a:gd name="csX60" fmla="*/ 2411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76 w 31884"/>
                <a:gd name="csY65" fmla="*/ 187 h 29005"/>
                <a:gd name="csX66" fmla="*/ 15818 w 31884"/>
                <a:gd name="csY66" fmla="*/ 812 h 29005"/>
                <a:gd name="csX67" fmla="*/ 17757 w 31884"/>
                <a:gd name="csY67" fmla="*/ 2312 h 29005"/>
                <a:gd name="csX68" fmla="*/ 19225 w 31884"/>
                <a:gd name="csY68" fmla="*/ 4844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8 w 31884"/>
                <a:gd name="csY73" fmla="*/ 343 h 29005"/>
                <a:gd name="csX74" fmla="*/ 30791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6"/>
                    <a:pt x="31520" y="6303"/>
                    <a:pt x="30791" y="6969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51" y="7710"/>
                    <a:pt x="26636" y="7251"/>
                  </a:cubicBezTo>
                  <a:cubicBezTo>
                    <a:pt x="26215" y="6793"/>
                    <a:pt x="26004" y="6272"/>
                    <a:pt x="26004" y="5688"/>
                  </a:cubicBezTo>
                  <a:cubicBezTo>
                    <a:pt x="26004" y="4897"/>
                    <a:pt x="26298" y="4157"/>
                    <a:pt x="26885" y="3469"/>
                  </a:cubicBezTo>
                  <a:cubicBezTo>
                    <a:pt x="27466" y="2781"/>
                    <a:pt x="28196" y="2365"/>
                    <a:pt x="29074" y="2219"/>
                  </a:cubicBezTo>
                  <a:cubicBezTo>
                    <a:pt x="28220" y="1677"/>
                    <a:pt x="27155" y="1407"/>
                    <a:pt x="25880" y="1407"/>
                  </a:cubicBezTo>
                  <a:cubicBezTo>
                    <a:pt x="25049" y="1407"/>
                    <a:pt x="24270" y="1625"/>
                    <a:pt x="23540" y="2062"/>
                  </a:cubicBezTo>
                  <a:cubicBezTo>
                    <a:pt x="22828" y="2500"/>
                    <a:pt x="22256" y="3000"/>
                    <a:pt x="21823" y="3563"/>
                  </a:cubicBezTo>
                  <a:cubicBezTo>
                    <a:pt x="21402" y="4125"/>
                    <a:pt x="21005" y="4813"/>
                    <a:pt x="20631" y="5626"/>
                  </a:cubicBezTo>
                  <a:cubicBezTo>
                    <a:pt x="20275" y="6418"/>
                    <a:pt x="20026" y="7053"/>
                    <a:pt x="19884" y="7533"/>
                  </a:cubicBezTo>
                  <a:cubicBezTo>
                    <a:pt x="19759" y="7991"/>
                    <a:pt x="19643" y="8470"/>
                    <a:pt x="19537" y="8970"/>
                  </a:cubicBezTo>
                  <a:lnTo>
                    <a:pt x="17348" y="17722"/>
                  </a:lnTo>
                  <a:cubicBezTo>
                    <a:pt x="16642" y="20493"/>
                    <a:pt x="16289" y="22369"/>
                    <a:pt x="16289" y="23348"/>
                  </a:cubicBezTo>
                  <a:cubicBezTo>
                    <a:pt x="16289" y="24557"/>
                    <a:pt x="16580" y="25567"/>
                    <a:pt x="17161" y="26380"/>
                  </a:cubicBezTo>
                  <a:cubicBezTo>
                    <a:pt x="17743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6" y="27235"/>
                    <a:pt x="22372" y="26974"/>
                    <a:pt x="23042" y="26599"/>
                  </a:cubicBezTo>
                  <a:cubicBezTo>
                    <a:pt x="23730" y="26203"/>
                    <a:pt x="24373" y="25713"/>
                    <a:pt x="24972" y="25130"/>
                  </a:cubicBezTo>
                  <a:cubicBezTo>
                    <a:pt x="25601" y="24525"/>
                    <a:pt x="26218" y="23713"/>
                    <a:pt x="26823" y="22692"/>
                  </a:cubicBezTo>
                  <a:cubicBezTo>
                    <a:pt x="27428" y="21671"/>
                    <a:pt x="27926" y="20504"/>
                    <a:pt x="28317" y="19191"/>
                  </a:cubicBezTo>
                  <a:cubicBezTo>
                    <a:pt x="28442" y="18733"/>
                    <a:pt x="28715" y="18504"/>
                    <a:pt x="29136" y="18504"/>
                  </a:cubicBezTo>
                  <a:cubicBezTo>
                    <a:pt x="29658" y="18504"/>
                    <a:pt x="29919" y="18712"/>
                    <a:pt x="29919" y="19128"/>
                  </a:cubicBezTo>
                  <a:cubicBezTo>
                    <a:pt x="29919" y="19483"/>
                    <a:pt x="29770" y="20035"/>
                    <a:pt x="29474" y="20785"/>
                  </a:cubicBezTo>
                  <a:cubicBezTo>
                    <a:pt x="29207" y="21514"/>
                    <a:pt x="28771" y="22358"/>
                    <a:pt x="28166" y="23317"/>
                  </a:cubicBezTo>
                  <a:cubicBezTo>
                    <a:pt x="27579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81" y="28526"/>
                    <a:pt x="15195" y="27567"/>
                  </a:cubicBezTo>
                  <a:cubicBezTo>
                    <a:pt x="14003" y="26609"/>
                    <a:pt x="13190" y="25463"/>
                    <a:pt x="12757" y="24130"/>
                  </a:cubicBezTo>
                  <a:cubicBezTo>
                    <a:pt x="12651" y="24317"/>
                    <a:pt x="12526" y="24536"/>
                    <a:pt x="12384" y="24786"/>
                  </a:cubicBezTo>
                  <a:cubicBezTo>
                    <a:pt x="12236" y="25036"/>
                    <a:pt x="11942" y="25442"/>
                    <a:pt x="11503" y="26005"/>
                  </a:cubicBezTo>
                  <a:cubicBezTo>
                    <a:pt x="11088" y="26547"/>
                    <a:pt x="10640" y="27026"/>
                    <a:pt x="10160" y="27443"/>
                  </a:cubicBezTo>
                  <a:cubicBezTo>
                    <a:pt x="9679" y="27838"/>
                    <a:pt x="9065" y="28193"/>
                    <a:pt x="8318" y="28505"/>
                  </a:cubicBezTo>
                  <a:cubicBezTo>
                    <a:pt x="7589" y="28839"/>
                    <a:pt x="6827" y="29006"/>
                    <a:pt x="6032" y="29006"/>
                  </a:cubicBezTo>
                  <a:cubicBezTo>
                    <a:pt x="5035" y="29006"/>
                    <a:pt x="4089" y="28860"/>
                    <a:pt x="3194" y="28568"/>
                  </a:cubicBezTo>
                  <a:cubicBezTo>
                    <a:pt x="2316" y="28276"/>
                    <a:pt x="1566" y="27797"/>
                    <a:pt x="943" y="27131"/>
                  </a:cubicBezTo>
                  <a:cubicBezTo>
                    <a:pt x="314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44" y="21431"/>
                    <a:pt x="2577" y="21067"/>
                    <a:pt x="3532" y="21067"/>
                  </a:cubicBezTo>
                  <a:cubicBezTo>
                    <a:pt x="4137" y="21067"/>
                    <a:pt x="4680" y="21244"/>
                    <a:pt x="5160" y="21598"/>
                  </a:cubicBezTo>
                  <a:cubicBezTo>
                    <a:pt x="5658" y="21952"/>
                    <a:pt x="5907" y="22515"/>
                    <a:pt x="5907" y="23286"/>
                  </a:cubicBezTo>
                  <a:cubicBezTo>
                    <a:pt x="5907" y="24140"/>
                    <a:pt x="5617" y="24890"/>
                    <a:pt x="5035" y="25536"/>
                  </a:cubicBezTo>
                  <a:cubicBezTo>
                    <a:pt x="4448" y="26182"/>
                    <a:pt x="3740" y="26589"/>
                    <a:pt x="2909" y="26755"/>
                  </a:cubicBezTo>
                  <a:cubicBezTo>
                    <a:pt x="3763" y="27297"/>
                    <a:pt x="4825" y="27567"/>
                    <a:pt x="6094" y="27567"/>
                  </a:cubicBezTo>
                  <a:cubicBezTo>
                    <a:pt x="7470" y="27567"/>
                    <a:pt x="8701" y="26963"/>
                    <a:pt x="9786" y="25755"/>
                  </a:cubicBezTo>
                  <a:cubicBezTo>
                    <a:pt x="10871" y="24546"/>
                    <a:pt x="11672" y="22931"/>
                    <a:pt x="12188" y="20910"/>
                  </a:cubicBezTo>
                  <a:cubicBezTo>
                    <a:pt x="13481" y="16055"/>
                    <a:pt x="14380" y="12544"/>
                    <a:pt x="14884" y="10377"/>
                  </a:cubicBezTo>
                  <a:cubicBezTo>
                    <a:pt x="15382" y="8189"/>
                    <a:pt x="15631" y="6626"/>
                    <a:pt x="15631" y="5688"/>
                  </a:cubicBezTo>
                  <a:cubicBezTo>
                    <a:pt x="15631" y="4813"/>
                    <a:pt x="15515" y="4073"/>
                    <a:pt x="15284" y="3469"/>
                  </a:cubicBezTo>
                  <a:cubicBezTo>
                    <a:pt x="15059" y="2865"/>
                    <a:pt x="14747" y="2428"/>
                    <a:pt x="14350" y="2156"/>
                  </a:cubicBezTo>
                  <a:cubicBezTo>
                    <a:pt x="13976" y="1865"/>
                    <a:pt x="13612" y="1667"/>
                    <a:pt x="13256" y="1562"/>
                  </a:cubicBezTo>
                  <a:cubicBezTo>
                    <a:pt x="12924" y="1458"/>
                    <a:pt x="12568" y="1407"/>
                    <a:pt x="12188" y="1407"/>
                  </a:cubicBezTo>
                  <a:cubicBezTo>
                    <a:pt x="11565" y="1407"/>
                    <a:pt x="10901" y="1531"/>
                    <a:pt x="10195" y="1781"/>
                  </a:cubicBezTo>
                  <a:cubicBezTo>
                    <a:pt x="9507" y="2031"/>
                    <a:pt x="8745" y="2448"/>
                    <a:pt x="7909" y="3032"/>
                  </a:cubicBezTo>
                  <a:cubicBezTo>
                    <a:pt x="7096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93" y="10262"/>
                    <a:pt x="3212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8" y="8949"/>
                    <a:pt x="2411" y="8220"/>
                  </a:cubicBezTo>
                  <a:cubicBezTo>
                    <a:pt x="2702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7" y="2177"/>
                    <a:pt x="7547" y="1458"/>
                    <a:pt x="8692" y="875"/>
                  </a:cubicBezTo>
                  <a:cubicBezTo>
                    <a:pt x="9860" y="291"/>
                    <a:pt x="11067" y="0"/>
                    <a:pt x="12313" y="0"/>
                  </a:cubicBezTo>
                  <a:cubicBezTo>
                    <a:pt x="12876" y="0"/>
                    <a:pt x="13431" y="62"/>
                    <a:pt x="13976" y="187"/>
                  </a:cubicBezTo>
                  <a:cubicBezTo>
                    <a:pt x="14540" y="291"/>
                    <a:pt x="15154" y="500"/>
                    <a:pt x="15818" y="812"/>
                  </a:cubicBezTo>
                  <a:cubicBezTo>
                    <a:pt x="16506" y="1125"/>
                    <a:pt x="17152" y="1625"/>
                    <a:pt x="17757" y="2312"/>
                  </a:cubicBezTo>
                  <a:cubicBezTo>
                    <a:pt x="18362" y="3000"/>
                    <a:pt x="18852" y="3844"/>
                    <a:pt x="19225" y="4844"/>
                  </a:cubicBezTo>
                  <a:cubicBezTo>
                    <a:pt x="19474" y="4365"/>
                    <a:pt x="19765" y="3896"/>
                    <a:pt x="20097" y="3438"/>
                  </a:cubicBezTo>
                  <a:cubicBezTo>
                    <a:pt x="20453" y="2979"/>
                    <a:pt x="20901" y="2469"/>
                    <a:pt x="21440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7" y="177"/>
                    <a:pt x="25070" y="0"/>
                    <a:pt x="25942" y="0"/>
                  </a:cubicBezTo>
                  <a:cubicBezTo>
                    <a:pt x="26796" y="0"/>
                    <a:pt x="27641" y="114"/>
                    <a:pt x="28478" y="343"/>
                  </a:cubicBezTo>
                  <a:cubicBezTo>
                    <a:pt x="29308" y="552"/>
                    <a:pt x="30079" y="1000"/>
                    <a:pt x="30791" y="1688"/>
                  </a:cubicBezTo>
                  <a:cubicBezTo>
                    <a:pt x="31520" y="2354"/>
                    <a:pt x="31885" y="3198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1082F007-668C-56BE-E5F2-A4AB190C53C9}"/>
                </a:ext>
              </a:extLst>
            </p:cNvPr>
            <p:cNvSpPr/>
            <p:nvPr/>
          </p:nvSpPr>
          <p:spPr>
            <a:xfrm>
              <a:off x="4302794" y="1770137"/>
              <a:ext cx="14839" cy="64013"/>
            </a:xfrm>
            <a:custGeom>
              <a:avLst/>
              <a:gdLst>
                <a:gd name="csX0" fmla="*/ 0 w 14839"/>
                <a:gd name="csY0" fmla="*/ 63388 h 64013"/>
                <a:gd name="csX1" fmla="*/ 809 w 14839"/>
                <a:gd name="csY1" fmla="*/ 62295 h 64013"/>
                <a:gd name="csX2" fmla="*/ 11121 w 14839"/>
                <a:gd name="csY2" fmla="*/ 32007 h 64013"/>
                <a:gd name="csX3" fmla="*/ 1219 w 14839"/>
                <a:gd name="csY3" fmla="*/ 2125 h 64013"/>
                <a:gd name="csX4" fmla="*/ 0 w 14839"/>
                <a:gd name="csY4" fmla="*/ 625 h 64013"/>
                <a:gd name="csX5" fmla="*/ 623 w 14839"/>
                <a:gd name="csY5" fmla="*/ 0 h 64013"/>
                <a:gd name="csX6" fmla="*/ 2589 w 14839"/>
                <a:gd name="csY6" fmla="*/ 1282 h 64013"/>
                <a:gd name="csX7" fmla="*/ 6494 w 14839"/>
                <a:gd name="csY7" fmla="*/ 5502 h 64013"/>
                <a:gd name="csX8" fmla="*/ 10622 w 14839"/>
                <a:gd name="csY8" fmla="*/ 12034 h 64013"/>
                <a:gd name="csX9" fmla="*/ 14839 w 14839"/>
                <a:gd name="csY9" fmla="*/ 32007 h 64013"/>
                <a:gd name="csX10" fmla="*/ 10809 w 14839"/>
                <a:gd name="csY10" fmla="*/ 51542 h 64013"/>
                <a:gd name="csX11" fmla="*/ 6681 w 14839"/>
                <a:gd name="csY11" fmla="*/ 58262 h 64013"/>
                <a:gd name="csX12" fmla="*/ 2687 w 14839"/>
                <a:gd name="csY12" fmla="*/ 62669 h 64013"/>
                <a:gd name="csX13" fmla="*/ 623 w 14839"/>
                <a:gd name="csY13" fmla="*/ 64014 h 64013"/>
                <a:gd name="csX14" fmla="*/ 0 w 14839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39" h="64013">
                  <a:moveTo>
                    <a:pt x="0" y="63388"/>
                  </a:moveTo>
                  <a:cubicBezTo>
                    <a:pt x="0" y="63180"/>
                    <a:pt x="270" y="62815"/>
                    <a:pt x="809" y="62295"/>
                  </a:cubicBezTo>
                  <a:cubicBezTo>
                    <a:pt x="7684" y="55293"/>
                    <a:pt x="11121" y="45197"/>
                    <a:pt x="11121" y="32007"/>
                  </a:cubicBezTo>
                  <a:cubicBezTo>
                    <a:pt x="11121" y="18775"/>
                    <a:pt x="7820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3" y="0"/>
                    <a:pt x="1569" y="427"/>
                    <a:pt x="2589" y="1282"/>
                  </a:cubicBezTo>
                  <a:cubicBezTo>
                    <a:pt x="3633" y="2136"/>
                    <a:pt x="4935" y="3543"/>
                    <a:pt x="6494" y="5502"/>
                  </a:cubicBezTo>
                  <a:cubicBezTo>
                    <a:pt x="8078" y="7460"/>
                    <a:pt x="9454" y="9638"/>
                    <a:pt x="10622" y="12034"/>
                  </a:cubicBezTo>
                  <a:cubicBezTo>
                    <a:pt x="13434" y="17848"/>
                    <a:pt x="14839" y="24505"/>
                    <a:pt x="14839" y="32007"/>
                  </a:cubicBezTo>
                  <a:cubicBezTo>
                    <a:pt x="14839" y="39216"/>
                    <a:pt x="13496" y="45728"/>
                    <a:pt x="10809" y="51542"/>
                  </a:cubicBezTo>
                  <a:cubicBezTo>
                    <a:pt x="9664" y="53980"/>
                    <a:pt x="8289" y="56220"/>
                    <a:pt x="6681" y="58262"/>
                  </a:cubicBezTo>
                  <a:cubicBezTo>
                    <a:pt x="5080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90CE1176-A6D0-2D01-3AF9-8CBDA469A5F0}"/>
                </a:ext>
              </a:extLst>
            </p:cNvPr>
            <p:cNvSpPr/>
            <p:nvPr/>
          </p:nvSpPr>
          <p:spPr>
            <a:xfrm>
              <a:off x="4345133" y="1798737"/>
              <a:ext cx="6779" cy="6813"/>
            </a:xfrm>
            <a:custGeom>
              <a:avLst/>
              <a:gdLst>
                <a:gd name="csX0" fmla="*/ 5783 w 6779"/>
                <a:gd name="csY0" fmla="*/ 1031 h 6813"/>
                <a:gd name="csX1" fmla="*/ 6779 w 6779"/>
                <a:gd name="csY1" fmla="*/ 3406 h 6813"/>
                <a:gd name="csX2" fmla="*/ 5783 w 6779"/>
                <a:gd name="csY2" fmla="*/ 5813 h 6813"/>
                <a:gd name="csX3" fmla="*/ 3407 w 6779"/>
                <a:gd name="csY3" fmla="*/ 6814 h 6813"/>
                <a:gd name="csX4" fmla="*/ 996 w 6779"/>
                <a:gd name="csY4" fmla="*/ 5813 h 6813"/>
                <a:gd name="csX5" fmla="*/ 0 w 6779"/>
                <a:gd name="csY5" fmla="*/ 3406 h 6813"/>
                <a:gd name="csX6" fmla="*/ 996 w 6779"/>
                <a:gd name="csY6" fmla="*/ 1031 h 6813"/>
                <a:gd name="csX7" fmla="*/ 3407 w 6779"/>
                <a:gd name="csY7" fmla="*/ 0 h 6813"/>
                <a:gd name="csX8" fmla="*/ 5783 w 6779"/>
                <a:gd name="csY8" fmla="*/ 1031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779" h="6813">
                  <a:moveTo>
                    <a:pt x="5783" y="1031"/>
                  </a:moveTo>
                  <a:cubicBezTo>
                    <a:pt x="6447" y="1698"/>
                    <a:pt x="6779" y="2490"/>
                    <a:pt x="6779" y="3406"/>
                  </a:cubicBezTo>
                  <a:cubicBezTo>
                    <a:pt x="6779" y="4323"/>
                    <a:pt x="6447" y="5126"/>
                    <a:pt x="5783" y="5813"/>
                  </a:cubicBezTo>
                  <a:cubicBezTo>
                    <a:pt x="5113" y="6480"/>
                    <a:pt x="4321" y="6814"/>
                    <a:pt x="3407" y="6814"/>
                  </a:cubicBezTo>
                  <a:cubicBezTo>
                    <a:pt x="2488" y="6814"/>
                    <a:pt x="1684" y="6480"/>
                    <a:pt x="996" y="5813"/>
                  </a:cubicBezTo>
                  <a:cubicBezTo>
                    <a:pt x="332" y="5126"/>
                    <a:pt x="0" y="4323"/>
                    <a:pt x="0" y="3406"/>
                  </a:cubicBezTo>
                  <a:cubicBezTo>
                    <a:pt x="0" y="2490"/>
                    <a:pt x="332" y="1698"/>
                    <a:pt x="996" y="1031"/>
                  </a:cubicBezTo>
                  <a:cubicBezTo>
                    <a:pt x="1684" y="344"/>
                    <a:pt x="2488" y="0"/>
                    <a:pt x="3407" y="0"/>
                  </a:cubicBezTo>
                  <a:cubicBezTo>
                    <a:pt x="4321" y="0"/>
                    <a:pt x="5113" y="344"/>
                    <a:pt x="5783" y="1031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37962295-5B6E-B8C1-5053-A251C849AE99}"/>
                </a:ext>
              </a:extLst>
            </p:cNvPr>
            <p:cNvSpPr/>
            <p:nvPr/>
          </p:nvSpPr>
          <p:spPr>
            <a:xfrm>
              <a:off x="4380505" y="1789860"/>
              <a:ext cx="52444" cy="29005"/>
            </a:xfrm>
            <a:custGeom>
              <a:avLst/>
              <a:gdLst>
                <a:gd name="csX0" fmla="*/ 52445 w 52444"/>
                <a:gd name="csY0" fmla="*/ 19128 h 29005"/>
                <a:gd name="csX1" fmla="*/ 52169 w 52444"/>
                <a:gd name="csY1" fmla="*/ 20348 h 29005"/>
                <a:gd name="csX2" fmla="*/ 51199 w 52444"/>
                <a:gd name="csY2" fmla="*/ 22817 h 29005"/>
                <a:gd name="csX3" fmla="*/ 49607 w 52444"/>
                <a:gd name="csY3" fmla="*/ 25692 h 29005"/>
                <a:gd name="csX4" fmla="*/ 47196 w 52444"/>
                <a:gd name="csY4" fmla="*/ 28036 h 29005"/>
                <a:gd name="csX5" fmla="*/ 44037 w 52444"/>
                <a:gd name="csY5" fmla="*/ 29006 h 29005"/>
                <a:gd name="csX6" fmla="*/ 40292 w 52444"/>
                <a:gd name="csY6" fmla="*/ 27505 h 29005"/>
                <a:gd name="csX7" fmla="*/ 38789 w 52444"/>
                <a:gd name="csY7" fmla="*/ 23754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19 h 29005"/>
                <a:gd name="csX12" fmla="*/ 33442 w 52444"/>
                <a:gd name="csY12" fmla="*/ 4156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49 h 29005"/>
                <a:gd name="csX17" fmla="*/ 25221 w 52444"/>
                <a:gd name="csY17" fmla="*/ 27286 h 29005"/>
                <a:gd name="csX18" fmla="*/ 24412 w 52444"/>
                <a:gd name="csY18" fmla="*/ 28443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5 h 29005"/>
                <a:gd name="csX22" fmla="*/ 21156 w 52444"/>
                <a:gd name="csY22" fmla="*/ 26474 h 29005"/>
                <a:gd name="csX23" fmla="*/ 21538 w 52444"/>
                <a:gd name="csY23" fmla="*/ 24911 h 29005"/>
                <a:gd name="csX24" fmla="*/ 21850 w 52444"/>
                <a:gd name="csY24" fmla="*/ 23473 h 29005"/>
                <a:gd name="csX25" fmla="*/ 23131 w 52444"/>
                <a:gd name="csY25" fmla="*/ 18628 h 29005"/>
                <a:gd name="csX26" fmla="*/ 24910 w 52444"/>
                <a:gd name="csY26" fmla="*/ 11189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2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7 h 29005"/>
                <a:gd name="csX33" fmla="*/ 11966 w 52444"/>
                <a:gd name="csY33" fmla="*/ 9220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5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4 h 29005"/>
                <a:gd name="csX45" fmla="*/ 7500 w 52444"/>
                <a:gd name="csY45" fmla="*/ 9720 h 29005"/>
                <a:gd name="csX46" fmla="*/ 8345 w 52444"/>
                <a:gd name="csY46" fmla="*/ 6188 h 29005"/>
                <a:gd name="csX47" fmla="*/ 8532 w 52444"/>
                <a:gd name="csY47" fmla="*/ 4344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1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8 h 29005"/>
                <a:gd name="csX56" fmla="*/ 2002 w 52444"/>
                <a:gd name="csY56" fmla="*/ 3656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3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8 h 29005"/>
                <a:gd name="csX66" fmla="*/ 40354 w 52444"/>
                <a:gd name="csY66" fmla="*/ 0 h 29005"/>
                <a:gd name="csX67" fmla="*/ 45790 w 52444"/>
                <a:gd name="csY67" fmla="*/ 1843 h 29005"/>
                <a:gd name="csX68" fmla="*/ 47694 w 52444"/>
                <a:gd name="csY68" fmla="*/ 6845 h 29005"/>
                <a:gd name="csX69" fmla="*/ 46849 w 52444"/>
                <a:gd name="csY69" fmla="*/ 11658 h 29005"/>
                <a:gd name="csX70" fmla="*/ 45443 w 52444"/>
                <a:gd name="csY70" fmla="*/ 16346 h 29005"/>
                <a:gd name="csX71" fmla="*/ 43788 w 52444"/>
                <a:gd name="csY71" fmla="*/ 20910 h 29005"/>
                <a:gd name="csX72" fmla="*/ 42632 w 52444"/>
                <a:gd name="csY72" fmla="*/ 25473 h 29005"/>
                <a:gd name="csX73" fmla="*/ 43005 w 52444"/>
                <a:gd name="csY73" fmla="*/ 27067 h 29005"/>
                <a:gd name="csX74" fmla="*/ 44198 w 52444"/>
                <a:gd name="csY74" fmla="*/ 27567 h 29005"/>
                <a:gd name="csX75" fmla="*/ 46537 w 52444"/>
                <a:gd name="csY75" fmla="*/ 26849 h 29005"/>
                <a:gd name="csX76" fmla="*/ 48415 w 52444"/>
                <a:gd name="csY76" fmla="*/ 24880 h 29005"/>
                <a:gd name="csX77" fmla="*/ 49758 w 52444"/>
                <a:gd name="csY77" fmla="*/ 22379 h 29005"/>
                <a:gd name="csX78" fmla="*/ 50701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8"/>
                  </a:moveTo>
                  <a:cubicBezTo>
                    <a:pt x="52445" y="19295"/>
                    <a:pt x="52353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9" y="24776"/>
                    <a:pt x="49607" y="25692"/>
                  </a:cubicBezTo>
                  <a:cubicBezTo>
                    <a:pt x="49002" y="26588"/>
                    <a:pt x="48198" y="27370"/>
                    <a:pt x="47196" y="28036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5"/>
                  </a:cubicBezTo>
                  <a:cubicBezTo>
                    <a:pt x="39290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7"/>
                    <a:pt x="36378" y="2219"/>
                  </a:cubicBezTo>
                  <a:cubicBezTo>
                    <a:pt x="35191" y="2761"/>
                    <a:pt x="34213" y="3407"/>
                    <a:pt x="33442" y="4156"/>
                  </a:cubicBezTo>
                  <a:cubicBezTo>
                    <a:pt x="32671" y="4907"/>
                    <a:pt x="31983" y="5709"/>
                    <a:pt x="31378" y="6564"/>
                  </a:cubicBezTo>
                  <a:cubicBezTo>
                    <a:pt x="30773" y="7418"/>
                    <a:pt x="30337" y="8126"/>
                    <a:pt x="30070" y="8689"/>
                  </a:cubicBezTo>
                  <a:cubicBezTo>
                    <a:pt x="29821" y="9251"/>
                    <a:pt x="29664" y="9658"/>
                    <a:pt x="29599" y="9908"/>
                  </a:cubicBezTo>
                  <a:lnTo>
                    <a:pt x="25755" y="25349"/>
                  </a:lnTo>
                  <a:cubicBezTo>
                    <a:pt x="25548" y="26224"/>
                    <a:pt x="25370" y="26870"/>
                    <a:pt x="25221" y="27286"/>
                  </a:cubicBezTo>
                  <a:cubicBezTo>
                    <a:pt x="25079" y="27703"/>
                    <a:pt x="24809" y="28089"/>
                    <a:pt x="24412" y="28443"/>
                  </a:cubicBezTo>
                  <a:cubicBezTo>
                    <a:pt x="24014" y="28818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7"/>
                    <a:pt x="21005" y="27255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6"/>
                    <a:pt x="21390" y="25515"/>
                    <a:pt x="21538" y="24911"/>
                  </a:cubicBezTo>
                  <a:cubicBezTo>
                    <a:pt x="21681" y="24307"/>
                    <a:pt x="21784" y="23827"/>
                    <a:pt x="21850" y="23473"/>
                  </a:cubicBezTo>
                  <a:cubicBezTo>
                    <a:pt x="22597" y="20639"/>
                    <a:pt x="23024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8" y="6449"/>
                    <a:pt x="13149" y="7116"/>
                    <a:pt x="12811" y="7657"/>
                  </a:cubicBezTo>
                  <a:cubicBezTo>
                    <a:pt x="12502" y="8179"/>
                    <a:pt x="12221" y="8700"/>
                    <a:pt x="11966" y="9220"/>
                  </a:cubicBezTo>
                  <a:lnTo>
                    <a:pt x="11156" y="12409"/>
                  </a:lnTo>
                  <a:cubicBezTo>
                    <a:pt x="11032" y="12992"/>
                    <a:pt x="10667" y="14419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5" y="28225"/>
                    <a:pt x="3221" y="27797"/>
                    <a:pt x="3221" y="27255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5"/>
                    <a:pt x="3781" y="24504"/>
                  </a:cubicBezTo>
                  <a:lnTo>
                    <a:pt x="7500" y="9720"/>
                  </a:lnTo>
                  <a:cubicBezTo>
                    <a:pt x="7956" y="7929"/>
                    <a:pt x="8238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7" y="4636"/>
                    <a:pt x="2482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299" y="10429"/>
                    <a:pt x="1091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15" y="8022"/>
                    <a:pt x="655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5" y="2854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14" y="979"/>
                    <a:pt x="4282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8"/>
                    <a:pt x="12482" y="3813"/>
                    <a:pt x="12624" y="5563"/>
                  </a:cubicBezTo>
                  <a:cubicBezTo>
                    <a:pt x="15400" y="1854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29"/>
                    <a:pt x="29910" y="6188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59" y="3052"/>
                    <a:pt x="47694" y="4719"/>
                    <a:pt x="47694" y="6845"/>
                  </a:cubicBezTo>
                  <a:cubicBezTo>
                    <a:pt x="47694" y="7949"/>
                    <a:pt x="47412" y="9554"/>
                    <a:pt x="46849" y="11658"/>
                  </a:cubicBezTo>
                  <a:cubicBezTo>
                    <a:pt x="46291" y="13742"/>
                    <a:pt x="45823" y="15305"/>
                    <a:pt x="45443" y="16346"/>
                  </a:cubicBezTo>
                  <a:cubicBezTo>
                    <a:pt x="45069" y="17388"/>
                    <a:pt x="44518" y="18910"/>
                    <a:pt x="43788" y="20910"/>
                  </a:cubicBezTo>
                  <a:cubicBezTo>
                    <a:pt x="43017" y="22827"/>
                    <a:pt x="42632" y="24348"/>
                    <a:pt x="42632" y="25473"/>
                  </a:cubicBezTo>
                  <a:cubicBezTo>
                    <a:pt x="42632" y="26203"/>
                    <a:pt x="42756" y="26734"/>
                    <a:pt x="43005" y="27067"/>
                  </a:cubicBezTo>
                  <a:cubicBezTo>
                    <a:pt x="43255" y="27401"/>
                    <a:pt x="43652" y="27567"/>
                    <a:pt x="44198" y="27567"/>
                  </a:cubicBezTo>
                  <a:cubicBezTo>
                    <a:pt x="45028" y="27567"/>
                    <a:pt x="45808" y="27328"/>
                    <a:pt x="46537" y="26849"/>
                  </a:cubicBezTo>
                  <a:cubicBezTo>
                    <a:pt x="47267" y="26349"/>
                    <a:pt x="47893" y="25692"/>
                    <a:pt x="48415" y="24880"/>
                  </a:cubicBezTo>
                  <a:cubicBezTo>
                    <a:pt x="48954" y="24047"/>
                    <a:pt x="49402" y="23213"/>
                    <a:pt x="49758" y="22379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39"/>
                    <a:pt x="50991" y="18816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C5B70BC7-8FC8-7D39-ADD1-7A1281C69D1F}"/>
                </a:ext>
              </a:extLst>
            </p:cNvPr>
            <p:cNvSpPr/>
            <p:nvPr/>
          </p:nvSpPr>
          <p:spPr>
            <a:xfrm>
              <a:off x="4439284" y="1807022"/>
              <a:ext cx="36929" cy="30609"/>
            </a:xfrm>
            <a:custGeom>
              <a:avLst/>
              <a:gdLst>
                <a:gd name="csX0" fmla="*/ 36929 w 36929"/>
                <a:gd name="csY0" fmla="*/ 504 h 30609"/>
                <a:gd name="csX1" fmla="*/ 36778 w 36929"/>
                <a:gd name="csY1" fmla="*/ 1116 h 30609"/>
                <a:gd name="csX2" fmla="*/ 36493 w 36929"/>
                <a:gd name="csY2" fmla="*/ 1357 h 30609"/>
                <a:gd name="csX3" fmla="*/ 35951 w 36929"/>
                <a:gd name="csY3" fmla="*/ 1400 h 30609"/>
                <a:gd name="csX4" fmla="*/ 30257 w 36929"/>
                <a:gd name="csY4" fmla="*/ 3676 h 30609"/>
                <a:gd name="csX5" fmla="*/ 28024 w 36929"/>
                <a:gd name="csY5" fmla="*/ 5929 h 30609"/>
                <a:gd name="csX6" fmla="*/ 24350 w 36929"/>
                <a:gd name="csY6" fmla="*/ 9912 h 30609"/>
                <a:gd name="csX7" fmla="*/ 21067 w 36929"/>
                <a:gd name="csY7" fmla="*/ 13412 h 30609"/>
                <a:gd name="csX8" fmla="*/ 26850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3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9 h 30609"/>
                <a:gd name="csX19" fmla="*/ 31022 w 36929"/>
                <a:gd name="csY19" fmla="*/ 30588 h 30609"/>
                <a:gd name="csX20" fmla="*/ 30648 w 36929"/>
                <a:gd name="csY20" fmla="*/ 30609 h 30609"/>
                <a:gd name="csX21" fmla="*/ 28157 w 36929"/>
                <a:gd name="csY21" fmla="*/ 30544 h 30609"/>
                <a:gd name="csX22" fmla="*/ 25684 w 36929"/>
                <a:gd name="csY22" fmla="*/ 30478 h 30609"/>
                <a:gd name="csX23" fmla="*/ 20044 w 36929"/>
                <a:gd name="csY23" fmla="*/ 30609 h 30609"/>
                <a:gd name="csX24" fmla="*/ 19359 w 36929"/>
                <a:gd name="csY24" fmla="*/ 30063 h 30609"/>
                <a:gd name="csX25" fmla="*/ 19403 w 36929"/>
                <a:gd name="csY25" fmla="*/ 29625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8 h 30609"/>
                <a:gd name="csX31" fmla="*/ 22864 w 36929"/>
                <a:gd name="csY31" fmla="*/ 27918 h 30609"/>
                <a:gd name="csX32" fmla="*/ 22642 w 36929"/>
                <a:gd name="csY32" fmla="*/ 27284 h 30609"/>
                <a:gd name="csX33" fmla="*/ 18113 w 36929"/>
                <a:gd name="csY33" fmla="*/ 16585 h 30609"/>
                <a:gd name="csX34" fmla="*/ 14065 w 36929"/>
                <a:gd name="csY34" fmla="*/ 20982 h 30609"/>
                <a:gd name="csX35" fmla="*/ 9493 w 36929"/>
                <a:gd name="csY35" fmla="*/ 25817 h 30609"/>
                <a:gd name="csX36" fmla="*/ 8292 w 36929"/>
                <a:gd name="csY36" fmla="*/ 27831 h 30609"/>
                <a:gd name="csX37" fmla="*/ 10089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8 h 30609"/>
                <a:gd name="csX41" fmla="*/ 9822 w 36929"/>
                <a:gd name="csY41" fmla="*/ 30609 h 30609"/>
                <a:gd name="csX42" fmla="*/ 7304 w 36929"/>
                <a:gd name="csY42" fmla="*/ 30544 h 30609"/>
                <a:gd name="csX43" fmla="*/ 4795 w 36929"/>
                <a:gd name="csY43" fmla="*/ 30478 h 30609"/>
                <a:gd name="csX44" fmla="*/ 2669 w 36929"/>
                <a:gd name="csY44" fmla="*/ 30544 h 30609"/>
                <a:gd name="csX45" fmla="*/ 587 w 36929"/>
                <a:gd name="csY45" fmla="*/ 30609 h 30609"/>
                <a:gd name="csX46" fmla="*/ 178 w 36929"/>
                <a:gd name="csY46" fmla="*/ 30478 h 30609"/>
                <a:gd name="csX47" fmla="*/ 18 w 36929"/>
                <a:gd name="csY47" fmla="*/ 30216 h 30609"/>
                <a:gd name="csX48" fmla="*/ 0 w 36929"/>
                <a:gd name="csY48" fmla="*/ 30106 h 30609"/>
                <a:gd name="csX49" fmla="*/ 45 w 36929"/>
                <a:gd name="csY49" fmla="*/ 29625 h 30609"/>
                <a:gd name="csX50" fmla="*/ 285 w 36929"/>
                <a:gd name="csY50" fmla="*/ 29363 h 30609"/>
                <a:gd name="csX51" fmla="*/ 569 w 36929"/>
                <a:gd name="csY51" fmla="*/ 29275 h 30609"/>
                <a:gd name="csX52" fmla="*/ 987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3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22 w 36929"/>
                <a:gd name="csY58" fmla="*/ 2823 h 30609"/>
                <a:gd name="csX59" fmla="*/ 11859 w 36929"/>
                <a:gd name="csY59" fmla="*/ 2013 h 30609"/>
                <a:gd name="csX60" fmla="*/ 10960 w 36929"/>
                <a:gd name="csY60" fmla="*/ 1576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7 h 30609"/>
                <a:gd name="csX64" fmla="*/ 7945 w 36929"/>
                <a:gd name="csY64" fmla="*/ 897 h 30609"/>
                <a:gd name="csX65" fmla="*/ 8096 w 36929"/>
                <a:gd name="csY65" fmla="*/ 285 h 30609"/>
                <a:gd name="csX66" fmla="*/ 8398 w 36929"/>
                <a:gd name="csY66" fmla="*/ 44 h 30609"/>
                <a:gd name="csX67" fmla="*/ 8754 w 36929"/>
                <a:gd name="csY67" fmla="*/ 0 h 30609"/>
                <a:gd name="csX68" fmla="*/ 11245 w 36929"/>
                <a:gd name="csY68" fmla="*/ 66 h 30609"/>
                <a:gd name="csX69" fmla="*/ 13763 w 36929"/>
                <a:gd name="csY69" fmla="*/ 132 h 30609"/>
                <a:gd name="csX70" fmla="*/ 16583 w 36929"/>
                <a:gd name="csY70" fmla="*/ 66 h 30609"/>
                <a:gd name="csX71" fmla="*/ 19403 w 36929"/>
                <a:gd name="csY71" fmla="*/ 0 h 30609"/>
                <a:gd name="csX72" fmla="*/ 20088 w 36929"/>
                <a:gd name="csY72" fmla="*/ 547 h 30609"/>
                <a:gd name="csX73" fmla="*/ 19928 w 36929"/>
                <a:gd name="csY73" fmla="*/ 1094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9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7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50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5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6 h 30609"/>
                <a:gd name="csX89" fmla="*/ 32143 w 36929"/>
                <a:gd name="csY89" fmla="*/ 132 h 30609"/>
                <a:gd name="csX90" fmla="*/ 34260 w 36929"/>
                <a:gd name="csY90" fmla="*/ 66 h 30609"/>
                <a:gd name="csX91" fmla="*/ 36342 w 36929"/>
                <a:gd name="csY91" fmla="*/ 0 h 30609"/>
                <a:gd name="csX92" fmla="*/ 36760 w 36929"/>
                <a:gd name="csY92" fmla="*/ 132 h 30609"/>
                <a:gd name="csX93" fmla="*/ 36911 w 36929"/>
                <a:gd name="csY93" fmla="*/ 372 h 30609"/>
                <a:gd name="csX94" fmla="*/ 36929 w 36929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4"/>
                  </a:moveTo>
                  <a:cubicBezTo>
                    <a:pt x="36929" y="766"/>
                    <a:pt x="36879" y="970"/>
                    <a:pt x="36778" y="1116"/>
                  </a:cubicBezTo>
                  <a:cubicBezTo>
                    <a:pt x="36689" y="1247"/>
                    <a:pt x="36594" y="1328"/>
                    <a:pt x="36493" y="1357"/>
                  </a:cubicBezTo>
                  <a:cubicBezTo>
                    <a:pt x="36392" y="1371"/>
                    <a:pt x="36212" y="1385"/>
                    <a:pt x="35951" y="1400"/>
                  </a:cubicBezTo>
                  <a:cubicBezTo>
                    <a:pt x="33863" y="1502"/>
                    <a:pt x="31965" y="2261"/>
                    <a:pt x="30257" y="3676"/>
                  </a:cubicBezTo>
                  <a:cubicBezTo>
                    <a:pt x="29836" y="4041"/>
                    <a:pt x="29091" y="4792"/>
                    <a:pt x="28024" y="5929"/>
                  </a:cubicBezTo>
                  <a:cubicBezTo>
                    <a:pt x="26974" y="7067"/>
                    <a:pt x="25749" y="8394"/>
                    <a:pt x="24350" y="9912"/>
                  </a:cubicBezTo>
                  <a:cubicBezTo>
                    <a:pt x="22968" y="11429"/>
                    <a:pt x="21873" y="12596"/>
                    <a:pt x="21067" y="13412"/>
                  </a:cubicBezTo>
                  <a:lnTo>
                    <a:pt x="26850" y="27240"/>
                  </a:lnTo>
                  <a:cubicBezTo>
                    <a:pt x="27010" y="27605"/>
                    <a:pt x="27116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1"/>
                    <a:pt x="27799" y="28845"/>
                    <a:pt x="27917" y="28903"/>
                  </a:cubicBezTo>
                  <a:cubicBezTo>
                    <a:pt x="28048" y="28961"/>
                    <a:pt x="28252" y="29026"/>
                    <a:pt x="28531" y="29099"/>
                  </a:cubicBezTo>
                  <a:cubicBezTo>
                    <a:pt x="28822" y="29158"/>
                    <a:pt x="29112" y="29195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3"/>
                  </a:cubicBezTo>
                  <a:cubicBezTo>
                    <a:pt x="31155" y="29253"/>
                    <a:pt x="31250" y="29297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9"/>
                    <a:pt x="31446" y="30223"/>
                    <a:pt x="31333" y="30369"/>
                  </a:cubicBezTo>
                  <a:cubicBezTo>
                    <a:pt x="31232" y="30500"/>
                    <a:pt x="31129" y="30573"/>
                    <a:pt x="31022" y="30588"/>
                  </a:cubicBezTo>
                  <a:cubicBezTo>
                    <a:pt x="30939" y="30602"/>
                    <a:pt x="30814" y="30609"/>
                    <a:pt x="30648" y="30609"/>
                  </a:cubicBezTo>
                  <a:cubicBezTo>
                    <a:pt x="30275" y="30609"/>
                    <a:pt x="29444" y="30587"/>
                    <a:pt x="28157" y="30544"/>
                  </a:cubicBezTo>
                  <a:cubicBezTo>
                    <a:pt x="26876" y="30500"/>
                    <a:pt x="26052" y="30478"/>
                    <a:pt x="25684" y="30478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3"/>
                  </a:cubicBezTo>
                  <a:cubicBezTo>
                    <a:pt x="19359" y="29873"/>
                    <a:pt x="19374" y="29727"/>
                    <a:pt x="19403" y="29625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6"/>
                    <a:pt x="19812" y="29289"/>
                    <a:pt x="19884" y="29275"/>
                  </a:cubicBezTo>
                  <a:cubicBezTo>
                    <a:pt x="19961" y="29260"/>
                    <a:pt x="20085" y="29246"/>
                    <a:pt x="20257" y="29231"/>
                  </a:cubicBezTo>
                  <a:cubicBezTo>
                    <a:pt x="20797" y="29173"/>
                    <a:pt x="21271" y="29064"/>
                    <a:pt x="21681" y="28903"/>
                  </a:cubicBezTo>
                  <a:cubicBezTo>
                    <a:pt x="22102" y="28728"/>
                    <a:pt x="22401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42" y="27284"/>
                  </a:lnTo>
                  <a:lnTo>
                    <a:pt x="18113" y="16585"/>
                  </a:lnTo>
                  <a:lnTo>
                    <a:pt x="14065" y="20982"/>
                  </a:lnTo>
                  <a:lnTo>
                    <a:pt x="9493" y="25817"/>
                  </a:lnTo>
                  <a:cubicBezTo>
                    <a:pt x="8692" y="26678"/>
                    <a:pt x="8292" y="27349"/>
                    <a:pt x="8292" y="27831"/>
                  </a:cubicBezTo>
                  <a:cubicBezTo>
                    <a:pt x="8292" y="28633"/>
                    <a:pt x="8891" y="29100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3" y="30478"/>
                    <a:pt x="10252" y="30559"/>
                    <a:pt x="10151" y="30588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4"/>
                  </a:cubicBezTo>
                  <a:cubicBezTo>
                    <a:pt x="6183" y="30500"/>
                    <a:pt x="5347" y="30478"/>
                    <a:pt x="4795" y="30478"/>
                  </a:cubicBezTo>
                  <a:cubicBezTo>
                    <a:pt x="4327" y="30478"/>
                    <a:pt x="3618" y="30500"/>
                    <a:pt x="2669" y="30544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9" y="30566"/>
                    <a:pt x="178" y="30478"/>
                  </a:cubicBezTo>
                  <a:cubicBezTo>
                    <a:pt x="71" y="30391"/>
                    <a:pt x="18" y="30303"/>
                    <a:pt x="18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5"/>
                  </a:cubicBezTo>
                  <a:cubicBezTo>
                    <a:pt x="86" y="29508"/>
                    <a:pt x="166" y="29421"/>
                    <a:pt x="285" y="29363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6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3" y="27918"/>
                    <a:pt x="6533" y="27116"/>
                    <a:pt x="7571" y="25993"/>
                  </a:cubicBezTo>
                  <a:cubicBezTo>
                    <a:pt x="7660" y="25920"/>
                    <a:pt x="7755" y="25840"/>
                    <a:pt x="7856" y="25753"/>
                  </a:cubicBezTo>
                  <a:cubicBezTo>
                    <a:pt x="7974" y="25665"/>
                    <a:pt x="8075" y="25584"/>
                    <a:pt x="8158" y="25511"/>
                  </a:cubicBezTo>
                  <a:lnTo>
                    <a:pt x="17615" y="15337"/>
                  </a:lnTo>
                  <a:lnTo>
                    <a:pt x="12322" y="2823"/>
                  </a:lnTo>
                  <a:cubicBezTo>
                    <a:pt x="12156" y="2443"/>
                    <a:pt x="12001" y="2173"/>
                    <a:pt x="11859" y="2013"/>
                  </a:cubicBezTo>
                  <a:cubicBezTo>
                    <a:pt x="11711" y="1838"/>
                    <a:pt x="11411" y="1692"/>
                    <a:pt x="10960" y="1576"/>
                  </a:cubicBezTo>
                  <a:cubicBezTo>
                    <a:pt x="10510" y="1459"/>
                    <a:pt x="9845" y="1400"/>
                    <a:pt x="8968" y="1400"/>
                  </a:cubicBezTo>
                  <a:cubicBezTo>
                    <a:pt x="8719" y="1400"/>
                    <a:pt x="8538" y="1393"/>
                    <a:pt x="8425" y="1378"/>
                  </a:cubicBezTo>
                  <a:cubicBezTo>
                    <a:pt x="8306" y="1364"/>
                    <a:pt x="8197" y="1320"/>
                    <a:pt x="8096" y="1247"/>
                  </a:cubicBezTo>
                  <a:cubicBezTo>
                    <a:pt x="7995" y="1174"/>
                    <a:pt x="7945" y="1057"/>
                    <a:pt x="7945" y="897"/>
                  </a:cubicBezTo>
                  <a:cubicBezTo>
                    <a:pt x="7945" y="620"/>
                    <a:pt x="7995" y="416"/>
                    <a:pt x="8096" y="285"/>
                  </a:cubicBezTo>
                  <a:cubicBezTo>
                    <a:pt x="8214" y="139"/>
                    <a:pt x="8315" y="58"/>
                    <a:pt x="8398" y="44"/>
                  </a:cubicBezTo>
                  <a:cubicBezTo>
                    <a:pt x="8505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6"/>
                  </a:cubicBezTo>
                  <a:cubicBezTo>
                    <a:pt x="12544" y="110"/>
                    <a:pt x="13383" y="132"/>
                    <a:pt x="13763" y="132"/>
                  </a:cubicBezTo>
                  <a:cubicBezTo>
                    <a:pt x="14392" y="132"/>
                    <a:pt x="15332" y="110"/>
                    <a:pt x="16583" y="66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60" y="0"/>
                    <a:pt x="20088" y="182"/>
                    <a:pt x="20088" y="547"/>
                  </a:cubicBezTo>
                  <a:cubicBezTo>
                    <a:pt x="20088" y="780"/>
                    <a:pt x="20035" y="963"/>
                    <a:pt x="19928" y="1094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8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50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6"/>
                    <a:pt x="26476" y="285"/>
                  </a:cubicBezTo>
                  <a:cubicBezTo>
                    <a:pt x="26589" y="139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46" y="110"/>
                    <a:pt x="31585" y="132"/>
                    <a:pt x="32143" y="132"/>
                  </a:cubicBezTo>
                  <a:cubicBezTo>
                    <a:pt x="32606" y="132"/>
                    <a:pt x="33311" y="110"/>
                    <a:pt x="34260" y="66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3" y="44"/>
                    <a:pt x="36760" y="132"/>
                  </a:cubicBezTo>
                  <a:cubicBezTo>
                    <a:pt x="36861" y="205"/>
                    <a:pt x="36911" y="285"/>
                    <a:pt x="36911" y="372"/>
                  </a:cubicBezTo>
                  <a:lnTo>
                    <a:pt x="36929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62C86F3A-5E88-34F2-1733-45CB3890880F}"/>
                </a:ext>
              </a:extLst>
            </p:cNvPr>
            <p:cNvSpPr/>
            <p:nvPr/>
          </p:nvSpPr>
          <p:spPr>
            <a:xfrm>
              <a:off x="4488445" y="1814790"/>
              <a:ext cx="39642" cy="23279"/>
            </a:xfrm>
            <a:custGeom>
              <a:avLst/>
              <a:gdLst>
                <a:gd name="csX0" fmla="*/ 39251 w 39642"/>
                <a:gd name="csY0" fmla="*/ 11049 h 23279"/>
                <a:gd name="csX1" fmla="*/ 39643 w 39642"/>
                <a:gd name="csY1" fmla="*/ 11639 h 23279"/>
                <a:gd name="csX2" fmla="*/ 39251 w 39642"/>
                <a:gd name="csY2" fmla="*/ 12231 h 23279"/>
                <a:gd name="csX3" fmla="*/ 33104 w 39642"/>
                <a:gd name="csY3" fmla="*/ 16891 h 23279"/>
                <a:gd name="csX4" fmla="*/ 30497 w 39642"/>
                <a:gd name="csY4" fmla="*/ 22579 h 23279"/>
                <a:gd name="csX5" fmla="*/ 30195 w 39642"/>
                <a:gd name="csY5" fmla="*/ 23083 h 23279"/>
                <a:gd name="csX6" fmla="*/ 29625 w 39642"/>
                <a:gd name="csY6" fmla="*/ 23279 h 23279"/>
                <a:gd name="csX7" fmla="*/ 28994 w 39642"/>
                <a:gd name="csY7" fmla="*/ 23017 h 23279"/>
                <a:gd name="csX8" fmla="*/ 28727 w 39642"/>
                <a:gd name="csY8" fmla="*/ 22405 h 23279"/>
                <a:gd name="csX9" fmla="*/ 28753 w 39642"/>
                <a:gd name="csY9" fmla="*/ 22317 h 23279"/>
                <a:gd name="csX10" fmla="*/ 28771 w 39642"/>
                <a:gd name="csY10" fmla="*/ 22207 h 23279"/>
                <a:gd name="csX11" fmla="*/ 31725 w 39642"/>
                <a:gd name="csY11" fmla="*/ 15753 h 23279"/>
                <a:gd name="csX12" fmla="*/ 35230 w 39642"/>
                <a:gd name="csY12" fmla="*/ 12537 h 23279"/>
                <a:gd name="csX13" fmla="*/ 899 w 39642"/>
                <a:gd name="csY13" fmla="*/ 12537 h 23279"/>
                <a:gd name="csX14" fmla="*/ 258 w 39642"/>
                <a:gd name="csY14" fmla="*/ 12274 h 23279"/>
                <a:gd name="csX15" fmla="*/ 0 w 39642"/>
                <a:gd name="csY15" fmla="*/ 11639 h 23279"/>
                <a:gd name="csX16" fmla="*/ 258 w 39642"/>
                <a:gd name="csY16" fmla="*/ 11005 h 23279"/>
                <a:gd name="csX17" fmla="*/ 899 w 39642"/>
                <a:gd name="csY17" fmla="*/ 10742 h 23279"/>
                <a:gd name="csX18" fmla="*/ 35230 w 39642"/>
                <a:gd name="csY18" fmla="*/ 10742 h 23279"/>
                <a:gd name="csX19" fmla="*/ 31725 w 39642"/>
                <a:gd name="csY19" fmla="*/ 7526 h 23279"/>
                <a:gd name="csX20" fmla="*/ 28771 w 39642"/>
                <a:gd name="csY20" fmla="*/ 1072 h 23279"/>
                <a:gd name="csX21" fmla="*/ 28753 w 39642"/>
                <a:gd name="csY21" fmla="*/ 984 h 23279"/>
                <a:gd name="csX22" fmla="*/ 28727 w 39642"/>
                <a:gd name="csY22" fmla="*/ 875 h 23279"/>
                <a:gd name="csX23" fmla="*/ 28994 w 39642"/>
                <a:gd name="csY23" fmla="*/ 262 h 23279"/>
                <a:gd name="csX24" fmla="*/ 29625 w 39642"/>
                <a:gd name="csY24" fmla="*/ 0 h 23279"/>
                <a:gd name="csX25" fmla="*/ 30195 w 39642"/>
                <a:gd name="csY25" fmla="*/ 197 h 23279"/>
                <a:gd name="csX26" fmla="*/ 30497 w 39642"/>
                <a:gd name="csY26" fmla="*/ 700 h 23279"/>
                <a:gd name="csX27" fmla="*/ 33104 w 39642"/>
                <a:gd name="csY27" fmla="*/ 6389 h 23279"/>
                <a:gd name="csX28" fmla="*/ 39251 w 39642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79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39"/>
                  </a:cubicBezTo>
                  <a:cubicBezTo>
                    <a:pt x="39643" y="11931"/>
                    <a:pt x="39512" y="12128"/>
                    <a:pt x="39251" y="12231"/>
                  </a:cubicBezTo>
                  <a:cubicBezTo>
                    <a:pt x="37063" y="12960"/>
                    <a:pt x="35013" y="14513"/>
                    <a:pt x="33104" y="16891"/>
                  </a:cubicBezTo>
                  <a:cubicBezTo>
                    <a:pt x="31746" y="18656"/>
                    <a:pt x="30877" y="20552"/>
                    <a:pt x="30497" y="22579"/>
                  </a:cubicBezTo>
                  <a:cubicBezTo>
                    <a:pt x="30456" y="22784"/>
                    <a:pt x="30355" y="22952"/>
                    <a:pt x="30195" y="23083"/>
                  </a:cubicBezTo>
                  <a:cubicBezTo>
                    <a:pt x="30034" y="23214"/>
                    <a:pt x="29845" y="23279"/>
                    <a:pt x="29625" y="23279"/>
                  </a:cubicBezTo>
                  <a:cubicBezTo>
                    <a:pt x="29376" y="23279"/>
                    <a:pt x="29166" y="23192"/>
                    <a:pt x="28994" y="23017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7"/>
                  </a:cubicBezTo>
                  <a:cubicBezTo>
                    <a:pt x="28765" y="22259"/>
                    <a:pt x="28771" y="22222"/>
                    <a:pt x="28771" y="22207"/>
                  </a:cubicBezTo>
                  <a:cubicBezTo>
                    <a:pt x="29210" y="19844"/>
                    <a:pt x="30195" y="17693"/>
                    <a:pt x="31725" y="15753"/>
                  </a:cubicBezTo>
                  <a:cubicBezTo>
                    <a:pt x="32686" y="14528"/>
                    <a:pt x="33854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39"/>
                  </a:cubicBezTo>
                  <a:cubicBezTo>
                    <a:pt x="0" y="11391"/>
                    <a:pt x="86" y="11180"/>
                    <a:pt x="258" y="11005"/>
                  </a:cubicBezTo>
                  <a:cubicBezTo>
                    <a:pt x="436" y="10830"/>
                    <a:pt x="649" y="10742"/>
                    <a:pt x="899" y="10742"/>
                  </a:cubicBezTo>
                  <a:lnTo>
                    <a:pt x="35230" y="10742"/>
                  </a:lnTo>
                  <a:cubicBezTo>
                    <a:pt x="33854" y="9824"/>
                    <a:pt x="32686" y="8752"/>
                    <a:pt x="31725" y="7526"/>
                  </a:cubicBezTo>
                  <a:cubicBezTo>
                    <a:pt x="30195" y="5586"/>
                    <a:pt x="29210" y="3435"/>
                    <a:pt x="28771" y="1072"/>
                  </a:cubicBezTo>
                  <a:cubicBezTo>
                    <a:pt x="28771" y="1057"/>
                    <a:pt x="28765" y="1028"/>
                    <a:pt x="28753" y="984"/>
                  </a:cubicBezTo>
                  <a:cubicBezTo>
                    <a:pt x="28736" y="926"/>
                    <a:pt x="28727" y="889"/>
                    <a:pt x="28727" y="875"/>
                  </a:cubicBezTo>
                  <a:cubicBezTo>
                    <a:pt x="28727" y="627"/>
                    <a:pt x="28816" y="423"/>
                    <a:pt x="28994" y="262"/>
                  </a:cubicBezTo>
                  <a:cubicBezTo>
                    <a:pt x="29166" y="87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6" y="496"/>
                    <a:pt x="30497" y="700"/>
                  </a:cubicBezTo>
                  <a:cubicBezTo>
                    <a:pt x="30877" y="2727"/>
                    <a:pt x="31746" y="4623"/>
                    <a:pt x="33104" y="6389"/>
                  </a:cubicBezTo>
                  <a:cubicBezTo>
                    <a:pt x="35013" y="8766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2B5BF3C2-71A8-0C46-9BA5-AE0AD9F948D8}"/>
                </a:ext>
              </a:extLst>
            </p:cNvPr>
            <p:cNvSpPr/>
            <p:nvPr/>
          </p:nvSpPr>
          <p:spPr>
            <a:xfrm>
              <a:off x="4545258" y="180603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83 w 22338"/>
                <a:gd name="csY2" fmla="*/ 5776 h 40783"/>
                <a:gd name="csX3" fmla="*/ 18709 w 22338"/>
                <a:gd name="csY3" fmla="*/ 5361 h 40783"/>
                <a:gd name="csX4" fmla="*/ 18229 w 22338"/>
                <a:gd name="csY4" fmla="*/ 4223 h 40783"/>
                <a:gd name="csX5" fmla="*/ 18789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3 h 40783"/>
                <a:gd name="csX9" fmla="*/ 16343 w 22338"/>
                <a:gd name="csY9" fmla="*/ 2517 h 40783"/>
                <a:gd name="csX10" fmla="*/ 15275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7 h 40783"/>
                <a:gd name="csX15" fmla="*/ 19074 w 22338"/>
                <a:gd name="csY15" fmla="*/ 12427 h 40783"/>
                <a:gd name="csX16" fmla="*/ 19252 w 22338"/>
                <a:gd name="csY16" fmla="*/ 12778 h 40783"/>
                <a:gd name="csX17" fmla="*/ 18967 w 22338"/>
                <a:gd name="csY17" fmla="*/ 13544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75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3 h 40783"/>
                <a:gd name="csX50" fmla="*/ 7001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76 w 22338"/>
                <a:gd name="csY57" fmla="*/ 2582 h 40783"/>
                <a:gd name="csX58" fmla="*/ 15551 w 22338"/>
                <a:gd name="csY58" fmla="*/ 941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76" y="5529"/>
                    <a:pt x="20512" y="5776"/>
                    <a:pt x="19883" y="5776"/>
                  </a:cubicBezTo>
                  <a:cubicBezTo>
                    <a:pt x="19433" y="5776"/>
                    <a:pt x="19041" y="5638"/>
                    <a:pt x="18709" y="5361"/>
                  </a:cubicBezTo>
                  <a:cubicBezTo>
                    <a:pt x="18389" y="5083"/>
                    <a:pt x="18229" y="4704"/>
                    <a:pt x="18229" y="4223"/>
                  </a:cubicBezTo>
                  <a:cubicBezTo>
                    <a:pt x="18229" y="3727"/>
                    <a:pt x="18416" y="3217"/>
                    <a:pt x="18789" y="2691"/>
                  </a:cubicBezTo>
                  <a:cubicBezTo>
                    <a:pt x="19169" y="2166"/>
                    <a:pt x="19792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1"/>
                    <a:pt x="17197" y="1423"/>
                  </a:cubicBezTo>
                  <a:cubicBezTo>
                    <a:pt x="16829" y="1700"/>
                    <a:pt x="16544" y="2064"/>
                    <a:pt x="16343" y="2517"/>
                  </a:cubicBezTo>
                  <a:cubicBezTo>
                    <a:pt x="16123" y="2984"/>
                    <a:pt x="15767" y="4537"/>
                    <a:pt x="15275" y="7177"/>
                  </a:cubicBezTo>
                  <a:cubicBezTo>
                    <a:pt x="15109" y="8037"/>
                    <a:pt x="14955" y="8883"/>
                    <a:pt x="14813" y="9715"/>
                  </a:cubicBezTo>
                  <a:cubicBezTo>
                    <a:pt x="14664" y="10546"/>
                    <a:pt x="14504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7"/>
                  </a:cubicBezTo>
                  <a:cubicBezTo>
                    <a:pt x="18857" y="12311"/>
                    <a:pt x="18973" y="12355"/>
                    <a:pt x="19074" y="12427"/>
                  </a:cubicBezTo>
                  <a:cubicBezTo>
                    <a:pt x="19193" y="12500"/>
                    <a:pt x="19252" y="12617"/>
                    <a:pt x="19252" y="12778"/>
                  </a:cubicBezTo>
                  <a:cubicBezTo>
                    <a:pt x="19252" y="13187"/>
                    <a:pt x="19157" y="13442"/>
                    <a:pt x="18967" y="13544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2"/>
                    <a:pt x="11212" y="28728"/>
                    <a:pt x="11023" y="29603"/>
                  </a:cubicBezTo>
                  <a:cubicBezTo>
                    <a:pt x="10851" y="30464"/>
                    <a:pt x="10554" y="31601"/>
                    <a:pt x="10133" y="33017"/>
                  </a:cubicBezTo>
                  <a:cubicBezTo>
                    <a:pt x="9706" y="34446"/>
                    <a:pt x="9282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2" y="38764"/>
                    <a:pt x="6975" y="39231"/>
                  </a:cubicBezTo>
                  <a:cubicBezTo>
                    <a:pt x="6554" y="39697"/>
                    <a:pt x="6067" y="40069"/>
                    <a:pt x="5516" y="40346"/>
                  </a:cubicBezTo>
                  <a:cubicBezTo>
                    <a:pt x="4958" y="40638"/>
                    <a:pt x="4389" y="40784"/>
                    <a:pt x="3808" y="40784"/>
                  </a:cubicBezTo>
                  <a:cubicBezTo>
                    <a:pt x="2817" y="40784"/>
                    <a:pt x="1934" y="40507"/>
                    <a:pt x="1156" y="39952"/>
                  </a:cubicBezTo>
                  <a:cubicBezTo>
                    <a:pt x="385" y="39398"/>
                    <a:pt x="0" y="38647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1"/>
                    <a:pt x="4110" y="36080"/>
                    <a:pt x="4110" y="36561"/>
                  </a:cubicBezTo>
                  <a:cubicBezTo>
                    <a:pt x="4110" y="36765"/>
                    <a:pt x="4074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35" y="38851"/>
                    <a:pt x="2117" y="38961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47" y="39741"/>
                    <a:pt x="4590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5"/>
                    <a:pt x="5679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5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7"/>
                    <a:pt x="7322" y="33374"/>
                    <a:pt x="7393" y="32994"/>
                  </a:cubicBezTo>
                  <a:cubicBezTo>
                    <a:pt x="7464" y="32630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8"/>
                    <a:pt x="7348" y="13653"/>
                  </a:cubicBezTo>
                  <a:cubicBezTo>
                    <a:pt x="7218" y="13639"/>
                    <a:pt x="7102" y="13595"/>
                    <a:pt x="7001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06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1"/>
                  </a:cubicBezTo>
                  <a:cubicBezTo>
                    <a:pt x="16109" y="591"/>
                    <a:pt x="16613" y="351"/>
                    <a:pt x="17063" y="219"/>
                  </a:cubicBezTo>
                  <a:cubicBezTo>
                    <a:pt x="17532" y="73"/>
                    <a:pt x="17991" y="0"/>
                    <a:pt x="18442" y="0"/>
                  </a:cubicBezTo>
                  <a:cubicBezTo>
                    <a:pt x="19463" y="0"/>
                    <a:pt x="20367" y="277"/>
                    <a:pt x="21156" y="832"/>
                  </a:cubicBezTo>
                  <a:cubicBezTo>
                    <a:pt x="21944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7DB97401-9545-7738-AA9E-B8736196F703}"/>
                </a:ext>
              </a:extLst>
            </p:cNvPr>
            <p:cNvSpPr/>
            <p:nvPr/>
          </p:nvSpPr>
          <p:spPr>
            <a:xfrm>
              <a:off x="4573825" y="1770137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2 h 64013"/>
                <a:gd name="csX2" fmla="*/ 8158 w 14848"/>
                <a:gd name="csY2" fmla="*/ 5752 h 64013"/>
                <a:gd name="csX3" fmla="*/ 12162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3" y="18285"/>
                    <a:pt x="4030" y="12472"/>
                  </a:cubicBezTo>
                  <a:cubicBezTo>
                    <a:pt x="5175" y="10034"/>
                    <a:pt x="6551" y="7794"/>
                    <a:pt x="8158" y="5752"/>
                  </a:cubicBezTo>
                  <a:cubicBezTo>
                    <a:pt x="9765" y="3710"/>
                    <a:pt x="11100" y="2240"/>
                    <a:pt x="12162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9" y="8721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4"/>
                    <a:pt x="5368" y="54376"/>
                    <a:pt x="4217" y="51980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3E3DD24E-1D79-9518-0B60-5DA402EF526D}"/>
                </a:ext>
              </a:extLst>
            </p:cNvPr>
            <p:cNvSpPr/>
            <p:nvPr/>
          </p:nvSpPr>
          <p:spPr>
            <a:xfrm>
              <a:off x="4593539" y="1789860"/>
              <a:ext cx="31875" cy="29005"/>
            </a:xfrm>
            <a:custGeom>
              <a:avLst/>
              <a:gdLst>
                <a:gd name="csX0" fmla="*/ 31876 w 31875"/>
                <a:gd name="csY0" fmla="*/ 4220 h 29005"/>
                <a:gd name="csX1" fmla="*/ 30782 w 31875"/>
                <a:gd name="csY1" fmla="*/ 6969 h 29005"/>
                <a:gd name="csX2" fmla="*/ 28442 w 31875"/>
                <a:gd name="csY2" fmla="*/ 7939 h 29005"/>
                <a:gd name="csX3" fmla="*/ 26627 w 31875"/>
                <a:gd name="csY3" fmla="*/ 7251 h 29005"/>
                <a:gd name="csX4" fmla="*/ 26004 w 31875"/>
                <a:gd name="csY4" fmla="*/ 5688 h 29005"/>
                <a:gd name="csX5" fmla="*/ 26876 w 31875"/>
                <a:gd name="csY5" fmla="*/ 3469 h 29005"/>
                <a:gd name="csX6" fmla="*/ 29065 w 31875"/>
                <a:gd name="csY6" fmla="*/ 2219 h 29005"/>
                <a:gd name="csX7" fmla="*/ 25880 w 31875"/>
                <a:gd name="csY7" fmla="*/ 1407 h 29005"/>
                <a:gd name="csX8" fmla="*/ 23531 w 31875"/>
                <a:gd name="csY8" fmla="*/ 2062 h 29005"/>
                <a:gd name="csX9" fmla="*/ 21814 w 31875"/>
                <a:gd name="csY9" fmla="*/ 3563 h 29005"/>
                <a:gd name="csX10" fmla="*/ 20631 w 31875"/>
                <a:gd name="csY10" fmla="*/ 5626 h 29005"/>
                <a:gd name="csX11" fmla="*/ 19875 w 31875"/>
                <a:gd name="csY11" fmla="*/ 7533 h 29005"/>
                <a:gd name="csX12" fmla="*/ 19537 w 31875"/>
                <a:gd name="csY12" fmla="*/ 8970 h 29005"/>
                <a:gd name="csX13" fmla="*/ 17348 w 31875"/>
                <a:gd name="csY13" fmla="*/ 17722 h 29005"/>
                <a:gd name="csX14" fmla="*/ 16280 w 31875"/>
                <a:gd name="csY14" fmla="*/ 23348 h 29005"/>
                <a:gd name="csX15" fmla="*/ 17161 w 31875"/>
                <a:gd name="csY15" fmla="*/ 26380 h 29005"/>
                <a:gd name="csX16" fmla="*/ 19786 w 31875"/>
                <a:gd name="csY16" fmla="*/ 27567 h 29005"/>
                <a:gd name="csX17" fmla="*/ 21254 w 31875"/>
                <a:gd name="csY17" fmla="*/ 27381 h 29005"/>
                <a:gd name="csX18" fmla="*/ 23033 w 31875"/>
                <a:gd name="csY18" fmla="*/ 26599 h 29005"/>
                <a:gd name="csX19" fmla="*/ 24972 w 31875"/>
                <a:gd name="csY19" fmla="*/ 25130 h 29005"/>
                <a:gd name="csX20" fmla="*/ 26814 w 31875"/>
                <a:gd name="csY20" fmla="*/ 22692 h 29005"/>
                <a:gd name="csX21" fmla="*/ 28317 w 31875"/>
                <a:gd name="csY21" fmla="*/ 19191 h 29005"/>
                <a:gd name="csX22" fmla="*/ 29127 w 31875"/>
                <a:gd name="csY22" fmla="*/ 18504 h 29005"/>
                <a:gd name="csX23" fmla="*/ 29910 w 31875"/>
                <a:gd name="csY23" fmla="*/ 19128 h 29005"/>
                <a:gd name="csX24" fmla="*/ 29474 w 31875"/>
                <a:gd name="csY24" fmla="*/ 20785 h 29005"/>
                <a:gd name="csX25" fmla="*/ 28157 w 31875"/>
                <a:gd name="csY25" fmla="*/ 23317 h 29005"/>
                <a:gd name="csX26" fmla="*/ 26129 w 31875"/>
                <a:gd name="csY26" fmla="*/ 26005 h 29005"/>
                <a:gd name="csX27" fmla="*/ 23255 w 31875"/>
                <a:gd name="csY27" fmla="*/ 28131 h 29005"/>
                <a:gd name="csX28" fmla="*/ 19661 w 31875"/>
                <a:gd name="csY28" fmla="*/ 29006 h 29005"/>
                <a:gd name="csX29" fmla="*/ 15186 w 31875"/>
                <a:gd name="csY29" fmla="*/ 27567 h 29005"/>
                <a:gd name="csX30" fmla="*/ 12748 w 31875"/>
                <a:gd name="csY30" fmla="*/ 24130 h 29005"/>
                <a:gd name="csX31" fmla="*/ 12375 w 31875"/>
                <a:gd name="csY31" fmla="*/ 24786 h 29005"/>
                <a:gd name="csX32" fmla="*/ 11503 w 31875"/>
                <a:gd name="csY32" fmla="*/ 26005 h 29005"/>
                <a:gd name="csX33" fmla="*/ 10160 w 31875"/>
                <a:gd name="csY33" fmla="*/ 27443 h 29005"/>
                <a:gd name="csX34" fmla="*/ 8309 w 31875"/>
                <a:gd name="csY34" fmla="*/ 28505 h 29005"/>
                <a:gd name="csX35" fmla="*/ 6032 w 31875"/>
                <a:gd name="csY35" fmla="*/ 29006 h 29005"/>
                <a:gd name="csX36" fmla="*/ 3185 w 31875"/>
                <a:gd name="csY36" fmla="*/ 28568 h 29005"/>
                <a:gd name="csX37" fmla="*/ 934 w 31875"/>
                <a:gd name="csY37" fmla="*/ 27131 h 29005"/>
                <a:gd name="csX38" fmla="*/ 0 w 31875"/>
                <a:gd name="csY38" fmla="*/ 24754 h 29005"/>
                <a:gd name="csX39" fmla="*/ 1032 w 31875"/>
                <a:gd name="csY39" fmla="*/ 22160 h 29005"/>
                <a:gd name="csX40" fmla="*/ 3532 w 31875"/>
                <a:gd name="csY40" fmla="*/ 21067 h 29005"/>
                <a:gd name="csX41" fmla="*/ 5151 w 31875"/>
                <a:gd name="csY41" fmla="*/ 21598 h 29005"/>
                <a:gd name="csX42" fmla="*/ 5907 w 31875"/>
                <a:gd name="csY42" fmla="*/ 23286 h 29005"/>
                <a:gd name="csX43" fmla="*/ 5026 w 31875"/>
                <a:gd name="csY43" fmla="*/ 25536 h 29005"/>
                <a:gd name="csX44" fmla="*/ 2909 w 31875"/>
                <a:gd name="csY44" fmla="*/ 26755 h 29005"/>
                <a:gd name="csX45" fmla="*/ 6094 w 31875"/>
                <a:gd name="csY45" fmla="*/ 27567 h 29005"/>
                <a:gd name="csX46" fmla="*/ 9777 w 31875"/>
                <a:gd name="csY46" fmla="*/ 25755 h 29005"/>
                <a:gd name="csX47" fmla="*/ 12188 w 31875"/>
                <a:gd name="csY47" fmla="*/ 20910 h 29005"/>
                <a:gd name="csX48" fmla="*/ 14875 w 31875"/>
                <a:gd name="csY48" fmla="*/ 10377 h 29005"/>
                <a:gd name="csX49" fmla="*/ 15622 w 31875"/>
                <a:gd name="csY49" fmla="*/ 5688 h 29005"/>
                <a:gd name="csX50" fmla="*/ 15284 w 31875"/>
                <a:gd name="csY50" fmla="*/ 3469 h 29005"/>
                <a:gd name="csX51" fmla="*/ 14341 w 31875"/>
                <a:gd name="csY51" fmla="*/ 2156 h 29005"/>
                <a:gd name="csX52" fmla="*/ 13247 w 31875"/>
                <a:gd name="csY52" fmla="*/ 1562 h 29005"/>
                <a:gd name="csX53" fmla="*/ 12188 w 31875"/>
                <a:gd name="csY53" fmla="*/ 1407 h 29005"/>
                <a:gd name="csX54" fmla="*/ 10186 w 31875"/>
                <a:gd name="csY54" fmla="*/ 1781 h 29005"/>
                <a:gd name="csX55" fmla="*/ 7909 w 31875"/>
                <a:gd name="csY55" fmla="*/ 3032 h 29005"/>
                <a:gd name="csX56" fmla="*/ 5534 w 31875"/>
                <a:gd name="csY56" fmla="*/ 5626 h 29005"/>
                <a:gd name="csX57" fmla="*/ 3594 w 31875"/>
                <a:gd name="csY57" fmla="*/ 9783 h 29005"/>
                <a:gd name="csX58" fmla="*/ 2749 w 31875"/>
                <a:gd name="csY58" fmla="*/ 10501 h 29005"/>
                <a:gd name="csX59" fmla="*/ 2002 w 31875"/>
                <a:gd name="csY59" fmla="*/ 9846 h 29005"/>
                <a:gd name="csX60" fmla="*/ 2402 w 31875"/>
                <a:gd name="csY60" fmla="*/ 8220 h 29005"/>
                <a:gd name="csX61" fmla="*/ 3719 w 31875"/>
                <a:gd name="csY61" fmla="*/ 5688 h 29005"/>
                <a:gd name="csX62" fmla="*/ 5783 w 31875"/>
                <a:gd name="csY62" fmla="*/ 3032 h 29005"/>
                <a:gd name="csX63" fmla="*/ 8683 w 31875"/>
                <a:gd name="csY63" fmla="*/ 875 h 29005"/>
                <a:gd name="csX64" fmla="*/ 12313 w 31875"/>
                <a:gd name="csY64" fmla="*/ 0 h 29005"/>
                <a:gd name="csX65" fmla="*/ 13967 w 31875"/>
                <a:gd name="csY65" fmla="*/ 187 h 29005"/>
                <a:gd name="csX66" fmla="*/ 15818 w 31875"/>
                <a:gd name="csY66" fmla="*/ 812 h 29005"/>
                <a:gd name="csX67" fmla="*/ 17748 w 31875"/>
                <a:gd name="csY67" fmla="*/ 2312 h 29005"/>
                <a:gd name="csX68" fmla="*/ 19216 w 31875"/>
                <a:gd name="csY68" fmla="*/ 4844 h 29005"/>
                <a:gd name="csX69" fmla="*/ 20097 w 31875"/>
                <a:gd name="csY69" fmla="*/ 3438 h 29005"/>
                <a:gd name="csX70" fmla="*/ 21440 w 31875"/>
                <a:gd name="csY70" fmla="*/ 1907 h 29005"/>
                <a:gd name="csX71" fmla="*/ 23442 w 31875"/>
                <a:gd name="csY71" fmla="*/ 531 h 29005"/>
                <a:gd name="csX72" fmla="*/ 25942 w 31875"/>
                <a:gd name="csY72" fmla="*/ 0 h 29005"/>
                <a:gd name="csX73" fmla="*/ 28469 w 31875"/>
                <a:gd name="csY73" fmla="*/ 343 h 29005"/>
                <a:gd name="csX74" fmla="*/ 30782 w 31875"/>
                <a:gd name="csY74" fmla="*/ 1688 h 29005"/>
                <a:gd name="csX75" fmla="*/ 31876 w 31875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5" h="29005">
                  <a:moveTo>
                    <a:pt x="31876" y="4220"/>
                  </a:moveTo>
                  <a:cubicBezTo>
                    <a:pt x="31876" y="5386"/>
                    <a:pt x="31511" y="6303"/>
                    <a:pt x="30782" y="6969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69"/>
                  </a:cubicBezTo>
                  <a:cubicBezTo>
                    <a:pt x="27463" y="2781"/>
                    <a:pt x="28193" y="2365"/>
                    <a:pt x="29065" y="2219"/>
                  </a:cubicBezTo>
                  <a:cubicBezTo>
                    <a:pt x="28211" y="1677"/>
                    <a:pt x="27149" y="1407"/>
                    <a:pt x="25880" y="1407"/>
                  </a:cubicBezTo>
                  <a:cubicBezTo>
                    <a:pt x="25043" y="1407"/>
                    <a:pt x="24261" y="1625"/>
                    <a:pt x="23531" y="2062"/>
                  </a:cubicBezTo>
                  <a:cubicBezTo>
                    <a:pt x="22825" y="2500"/>
                    <a:pt x="22253" y="3000"/>
                    <a:pt x="21814" y="3563"/>
                  </a:cubicBezTo>
                  <a:cubicBezTo>
                    <a:pt x="21399" y="4125"/>
                    <a:pt x="21004" y="4813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2"/>
                  </a:lnTo>
                  <a:cubicBezTo>
                    <a:pt x="16636" y="20493"/>
                    <a:pt x="16280" y="22369"/>
                    <a:pt x="16280" y="23348"/>
                  </a:cubicBezTo>
                  <a:cubicBezTo>
                    <a:pt x="16280" y="24557"/>
                    <a:pt x="16574" y="25567"/>
                    <a:pt x="17161" y="26380"/>
                  </a:cubicBezTo>
                  <a:cubicBezTo>
                    <a:pt x="17742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3"/>
                    <a:pt x="24972" y="25130"/>
                  </a:cubicBezTo>
                  <a:cubicBezTo>
                    <a:pt x="25595" y="24525"/>
                    <a:pt x="26209" y="23713"/>
                    <a:pt x="26814" y="22692"/>
                  </a:cubicBezTo>
                  <a:cubicBezTo>
                    <a:pt x="27419" y="21671"/>
                    <a:pt x="27920" y="20504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8"/>
                  </a:cubicBezTo>
                  <a:cubicBezTo>
                    <a:pt x="29910" y="19483"/>
                    <a:pt x="29764" y="20035"/>
                    <a:pt x="29474" y="20785"/>
                  </a:cubicBezTo>
                  <a:cubicBezTo>
                    <a:pt x="29201" y="21514"/>
                    <a:pt x="28762" y="22358"/>
                    <a:pt x="28157" y="23317"/>
                  </a:cubicBezTo>
                  <a:cubicBezTo>
                    <a:pt x="27576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70" y="29006"/>
                    <a:pt x="16378" y="28526"/>
                    <a:pt x="15186" y="27567"/>
                  </a:cubicBezTo>
                  <a:cubicBezTo>
                    <a:pt x="14000" y="26609"/>
                    <a:pt x="13187" y="25463"/>
                    <a:pt x="12748" y="24130"/>
                  </a:cubicBezTo>
                  <a:cubicBezTo>
                    <a:pt x="12648" y="24317"/>
                    <a:pt x="12523" y="24536"/>
                    <a:pt x="12375" y="24786"/>
                  </a:cubicBezTo>
                  <a:cubicBezTo>
                    <a:pt x="12227" y="25036"/>
                    <a:pt x="11936" y="25442"/>
                    <a:pt x="11503" y="26005"/>
                  </a:cubicBezTo>
                  <a:cubicBezTo>
                    <a:pt x="11082" y="26547"/>
                    <a:pt x="10634" y="27026"/>
                    <a:pt x="10160" y="27443"/>
                  </a:cubicBezTo>
                  <a:cubicBezTo>
                    <a:pt x="9679" y="27838"/>
                    <a:pt x="9062" y="28193"/>
                    <a:pt x="8309" y="28505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38" y="21431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2"/>
                    <a:pt x="5907" y="22515"/>
                    <a:pt x="5907" y="23286"/>
                  </a:cubicBezTo>
                  <a:cubicBezTo>
                    <a:pt x="5907" y="24140"/>
                    <a:pt x="5613" y="24890"/>
                    <a:pt x="5026" y="25536"/>
                  </a:cubicBezTo>
                  <a:cubicBezTo>
                    <a:pt x="4445" y="26182"/>
                    <a:pt x="3739" y="26589"/>
                    <a:pt x="2909" y="26755"/>
                  </a:cubicBezTo>
                  <a:cubicBezTo>
                    <a:pt x="3763" y="27297"/>
                    <a:pt x="4825" y="27567"/>
                    <a:pt x="6094" y="27567"/>
                  </a:cubicBezTo>
                  <a:cubicBezTo>
                    <a:pt x="7470" y="27567"/>
                    <a:pt x="8698" y="26963"/>
                    <a:pt x="9777" y="25755"/>
                  </a:cubicBezTo>
                  <a:cubicBezTo>
                    <a:pt x="10863" y="24546"/>
                    <a:pt x="11666" y="22931"/>
                    <a:pt x="12188" y="20910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3"/>
                    <a:pt x="15509" y="4073"/>
                    <a:pt x="15284" y="3469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7" y="1865"/>
                    <a:pt x="13602" y="1667"/>
                    <a:pt x="13247" y="1562"/>
                  </a:cubicBezTo>
                  <a:cubicBezTo>
                    <a:pt x="12915" y="1458"/>
                    <a:pt x="12562" y="1407"/>
                    <a:pt x="12188" y="1407"/>
                  </a:cubicBezTo>
                  <a:cubicBezTo>
                    <a:pt x="11565" y="1407"/>
                    <a:pt x="10898" y="1531"/>
                    <a:pt x="10186" y="1781"/>
                  </a:cubicBezTo>
                  <a:cubicBezTo>
                    <a:pt x="9498" y="2031"/>
                    <a:pt x="8739" y="2448"/>
                    <a:pt x="7909" y="3032"/>
                  </a:cubicBezTo>
                  <a:cubicBezTo>
                    <a:pt x="7096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87" y="10262"/>
                    <a:pt x="3206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5" y="8949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7"/>
                    <a:pt x="7538" y="1458"/>
                    <a:pt x="8683" y="875"/>
                  </a:cubicBezTo>
                  <a:cubicBezTo>
                    <a:pt x="9851" y="291"/>
                    <a:pt x="11061" y="0"/>
                    <a:pt x="12313" y="0"/>
                  </a:cubicBezTo>
                  <a:cubicBezTo>
                    <a:pt x="12876" y="0"/>
                    <a:pt x="13428" y="62"/>
                    <a:pt x="13967" y="187"/>
                  </a:cubicBezTo>
                  <a:cubicBezTo>
                    <a:pt x="14531" y="291"/>
                    <a:pt x="15148" y="500"/>
                    <a:pt x="15818" y="812"/>
                  </a:cubicBezTo>
                  <a:cubicBezTo>
                    <a:pt x="16500" y="1125"/>
                    <a:pt x="17143" y="1625"/>
                    <a:pt x="17748" y="2312"/>
                  </a:cubicBezTo>
                  <a:cubicBezTo>
                    <a:pt x="18353" y="3000"/>
                    <a:pt x="18843" y="3844"/>
                    <a:pt x="19216" y="4844"/>
                  </a:cubicBezTo>
                  <a:cubicBezTo>
                    <a:pt x="19471" y="4365"/>
                    <a:pt x="19765" y="3896"/>
                    <a:pt x="20097" y="3438"/>
                  </a:cubicBezTo>
                  <a:cubicBezTo>
                    <a:pt x="20453" y="2979"/>
                    <a:pt x="20901" y="2469"/>
                    <a:pt x="21440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4"/>
                    <a:pt x="28469" y="343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4"/>
                    <a:pt x="31876" y="3198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9856BB55-4E0B-8586-BC2F-EB29F96C8CD3}"/>
                </a:ext>
              </a:extLst>
            </p:cNvPr>
            <p:cNvSpPr/>
            <p:nvPr/>
          </p:nvSpPr>
          <p:spPr>
            <a:xfrm>
              <a:off x="4631581" y="1770137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8 w 14848"/>
                <a:gd name="csY1" fmla="*/ 62295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2 h 64013"/>
                <a:gd name="csX7" fmla="*/ 6503 w 14848"/>
                <a:gd name="csY7" fmla="*/ 5502 h 64013"/>
                <a:gd name="csX8" fmla="*/ 10631 w 14848"/>
                <a:gd name="csY8" fmla="*/ 12034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8" y="62295"/>
                  </a:cubicBezTo>
                  <a:cubicBezTo>
                    <a:pt x="7692" y="55293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7" y="0"/>
                    <a:pt x="623" y="0"/>
                  </a:cubicBezTo>
                  <a:cubicBezTo>
                    <a:pt x="919" y="0"/>
                    <a:pt x="1578" y="427"/>
                    <a:pt x="2598" y="1282"/>
                  </a:cubicBezTo>
                  <a:cubicBezTo>
                    <a:pt x="3636" y="2136"/>
                    <a:pt x="4937" y="3543"/>
                    <a:pt x="6503" y="5502"/>
                  </a:cubicBezTo>
                  <a:cubicBezTo>
                    <a:pt x="8087" y="7460"/>
                    <a:pt x="9463" y="9638"/>
                    <a:pt x="10631" y="12034"/>
                  </a:cubicBezTo>
                  <a:cubicBezTo>
                    <a:pt x="13442" y="17848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3" y="53980"/>
                    <a:pt x="8297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7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FC8078AD-83A6-684A-E5DB-F73F0830F31E}"/>
                </a:ext>
              </a:extLst>
            </p:cNvPr>
            <p:cNvSpPr/>
            <p:nvPr/>
          </p:nvSpPr>
          <p:spPr>
            <a:xfrm>
              <a:off x="4074004" y="1852605"/>
              <a:ext cx="16298" cy="6586"/>
            </a:xfrm>
            <a:custGeom>
              <a:avLst/>
              <a:gdLst>
                <a:gd name="csX0" fmla="*/ 16298 w 16298"/>
                <a:gd name="csY0" fmla="*/ 5689 h 6586"/>
                <a:gd name="csX1" fmla="*/ 15756 w 16298"/>
                <a:gd name="csY1" fmla="*/ 6586 h 6586"/>
                <a:gd name="csX2" fmla="*/ 8140 w 16298"/>
                <a:gd name="csY2" fmla="*/ 2779 h 6586"/>
                <a:gd name="csX3" fmla="*/ 525 w 16298"/>
                <a:gd name="csY3" fmla="*/ 6586 h 6586"/>
                <a:gd name="csX4" fmla="*/ 0 w 16298"/>
                <a:gd name="csY4" fmla="*/ 5689 h 6586"/>
                <a:gd name="csX5" fmla="*/ 8140 w 16298"/>
                <a:gd name="csY5" fmla="*/ 0 h 6586"/>
                <a:gd name="csX6" fmla="*/ 16298 w 16298"/>
                <a:gd name="csY6" fmla="*/ 5689 h 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298" h="6586">
                  <a:moveTo>
                    <a:pt x="16298" y="5689"/>
                  </a:moveTo>
                  <a:lnTo>
                    <a:pt x="15756" y="6586"/>
                  </a:lnTo>
                  <a:cubicBezTo>
                    <a:pt x="13496" y="5609"/>
                    <a:pt x="10957" y="4340"/>
                    <a:pt x="8140" y="2779"/>
                  </a:cubicBezTo>
                  <a:cubicBezTo>
                    <a:pt x="5323" y="4340"/>
                    <a:pt x="2785" y="5609"/>
                    <a:pt x="525" y="6586"/>
                  </a:cubicBezTo>
                  <a:lnTo>
                    <a:pt x="0" y="5689"/>
                  </a:lnTo>
                  <a:cubicBezTo>
                    <a:pt x="2467" y="3545"/>
                    <a:pt x="5181" y="1648"/>
                    <a:pt x="8140" y="0"/>
                  </a:cubicBezTo>
                  <a:cubicBezTo>
                    <a:pt x="11129" y="1663"/>
                    <a:pt x="13849" y="3559"/>
                    <a:pt x="16298" y="568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A402FE72-F77D-5BA7-C75D-1B046CD2C49D}"/>
              </a:ext>
            </a:extLst>
          </p:cNvPr>
          <p:cNvGrpSpPr/>
          <p:nvPr/>
        </p:nvGrpSpPr>
        <p:grpSpPr>
          <a:xfrm>
            <a:off x="5305642" y="1792519"/>
            <a:ext cx="737196" cy="76684"/>
            <a:chOff x="3909233" y="1846274"/>
            <a:chExt cx="737196" cy="76684"/>
          </a:xfrm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975F46BA-2869-67C7-A8AF-C0375B31FEDB}"/>
                </a:ext>
              </a:extLst>
            </p:cNvPr>
            <p:cNvSpPr/>
            <p:nvPr/>
          </p:nvSpPr>
          <p:spPr>
            <a:xfrm>
              <a:off x="3909233" y="1884799"/>
              <a:ext cx="122121" cy="889"/>
            </a:xfrm>
            <a:custGeom>
              <a:avLst/>
              <a:gdLst>
                <a:gd name="csX0" fmla="*/ 0 w 122121"/>
                <a:gd name="csY0" fmla="*/ 0 h 889"/>
                <a:gd name="csX1" fmla="*/ 122122 w 12212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2121" h="889">
                  <a:moveTo>
                    <a:pt x="0" y="0"/>
                  </a:moveTo>
                  <a:lnTo>
                    <a:pt x="122122" y="0"/>
                  </a:lnTo>
                </a:path>
              </a:pathLst>
            </a:custGeom>
            <a:noFill/>
            <a:ln w="16002" cap="rnd">
              <a:solidFill>
                <a:srgbClr val="00B05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D3009894-20D8-32D3-34C6-0494311CFC0D}"/>
                </a:ext>
              </a:extLst>
            </p:cNvPr>
            <p:cNvSpPr/>
            <p:nvPr/>
          </p:nvSpPr>
          <p:spPr>
            <a:xfrm>
              <a:off x="4051710" y="1865997"/>
              <a:ext cx="52453" cy="29005"/>
            </a:xfrm>
            <a:custGeom>
              <a:avLst/>
              <a:gdLst>
                <a:gd name="csX0" fmla="*/ 52453 w 52453"/>
                <a:gd name="csY0" fmla="*/ 19129 h 29005"/>
                <a:gd name="csX1" fmla="*/ 52169 w 52453"/>
                <a:gd name="csY1" fmla="*/ 20348 h 29005"/>
                <a:gd name="csX2" fmla="*/ 51199 w 52453"/>
                <a:gd name="csY2" fmla="*/ 22818 h 29005"/>
                <a:gd name="csX3" fmla="*/ 49607 w 52453"/>
                <a:gd name="csY3" fmla="*/ 25693 h 29005"/>
                <a:gd name="csX4" fmla="*/ 47196 w 52453"/>
                <a:gd name="csY4" fmla="*/ 28037 h 29005"/>
                <a:gd name="csX5" fmla="*/ 44046 w 52453"/>
                <a:gd name="csY5" fmla="*/ 29006 h 29005"/>
                <a:gd name="csX6" fmla="*/ 40292 w 52453"/>
                <a:gd name="csY6" fmla="*/ 27506 h 29005"/>
                <a:gd name="csX7" fmla="*/ 38789 w 52453"/>
                <a:gd name="csY7" fmla="*/ 23755 h 29005"/>
                <a:gd name="csX8" fmla="*/ 39634 w 52453"/>
                <a:gd name="csY8" fmla="*/ 20223 h 29005"/>
                <a:gd name="csX9" fmla="*/ 43601 w 52453"/>
                <a:gd name="csY9" fmla="*/ 5876 h 29005"/>
                <a:gd name="csX10" fmla="*/ 40132 w 52453"/>
                <a:gd name="csY10" fmla="*/ 1407 h 29005"/>
                <a:gd name="csX11" fmla="*/ 36386 w 52453"/>
                <a:gd name="csY11" fmla="*/ 2220 h 29005"/>
                <a:gd name="csX12" fmla="*/ 33451 w 52453"/>
                <a:gd name="csY12" fmla="*/ 4157 h 29005"/>
                <a:gd name="csX13" fmla="*/ 31387 w 52453"/>
                <a:gd name="csY13" fmla="*/ 6564 h 29005"/>
                <a:gd name="csX14" fmla="*/ 30070 w 52453"/>
                <a:gd name="csY14" fmla="*/ 8689 h 29005"/>
                <a:gd name="csX15" fmla="*/ 29598 w 52453"/>
                <a:gd name="csY15" fmla="*/ 9908 h 29005"/>
                <a:gd name="csX16" fmla="*/ 25755 w 52453"/>
                <a:gd name="csY16" fmla="*/ 25350 h 29005"/>
                <a:gd name="csX17" fmla="*/ 25230 w 52453"/>
                <a:gd name="csY17" fmla="*/ 27287 h 29005"/>
                <a:gd name="csX18" fmla="*/ 24412 w 52453"/>
                <a:gd name="csY18" fmla="*/ 28444 h 29005"/>
                <a:gd name="csX19" fmla="*/ 22882 w 52453"/>
                <a:gd name="csY19" fmla="*/ 29006 h 29005"/>
                <a:gd name="csX20" fmla="*/ 21538 w 52453"/>
                <a:gd name="csY20" fmla="*/ 28537 h 29005"/>
                <a:gd name="csX21" fmla="*/ 21005 w 52453"/>
                <a:gd name="csY21" fmla="*/ 27256 h 29005"/>
                <a:gd name="csX22" fmla="*/ 21165 w 52453"/>
                <a:gd name="csY22" fmla="*/ 26474 h 29005"/>
                <a:gd name="csX23" fmla="*/ 21538 w 52453"/>
                <a:gd name="csY23" fmla="*/ 24912 h 29005"/>
                <a:gd name="csX24" fmla="*/ 21850 w 52453"/>
                <a:gd name="csY24" fmla="*/ 23474 h 29005"/>
                <a:gd name="csX25" fmla="*/ 23131 w 52453"/>
                <a:gd name="csY25" fmla="*/ 18629 h 29005"/>
                <a:gd name="csX26" fmla="*/ 24910 w 52453"/>
                <a:gd name="csY26" fmla="*/ 11190 h 29005"/>
                <a:gd name="csX27" fmla="*/ 25880 w 52453"/>
                <a:gd name="csY27" fmla="*/ 5876 h 29005"/>
                <a:gd name="csX28" fmla="*/ 22410 w 52453"/>
                <a:gd name="csY28" fmla="*/ 1407 h 29005"/>
                <a:gd name="csX29" fmla="*/ 19065 w 52453"/>
                <a:gd name="csY29" fmla="*/ 2063 h 29005"/>
                <a:gd name="csX30" fmla="*/ 16378 w 52453"/>
                <a:gd name="csY30" fmla="*/ 3563 h 29005"/>
                <a:gd name="csX31" fmla="*/ 14288 w 52453"/>
                <a:gd name="csY31" fmla="*/ 5657 h 29005"/>
                <a:gd name="csX32" fmla="*/ 12820 w 52453"/>
                <a:gd name="csY32" fmla="*/ 7658 h 29005"/>
                <a:gd name="csX33" fmla="*/ 11975 w 52453"/>
                <a:gd name="csY33" fmla="*/ 9221 h 29005"/>
                <a:gd name="csX34" fmla="*/ 11165 w 52453"/>
                <a:gd name="csY34" fmla="*/ 12409 h 29005"/>
                <a:gd name="csX35" fmla="*/ 10071 w 52453"/>
                <a:gd name="csY35" fmla="*/ 16691 h 29005"/>
                <a:gd name="csX36" fmla="*/ 8665 w 52453"/>
                <a:gd name="csY36" fmla="*/ 22473 h 29005"/>
                <a:gd name="csX37" fmla="*/ 7437 w 52453"/>
                <a:gd name="csY37" fmla="*/ 27193 h 29005"/>
                <a:gd name="csX38" fmla="*/ 6441 w 52453"/>
                <a:gd name="csY38" fmla="*/ 28537 h 29005"/>
                <a:gd name="csX39" fmla="*/ 5062 w 52453"/>
                <a:gd name="csY39" fmla="*/ 29006 h 29005"/>
                <a:gd name="csX40" fmla="*/ 3754 w 52453"/>
                <a:gd name="csY40" fmla="*/ 28537 h 29005"/>
                <a:gd name="csX41" fmla="*/ 3221 w 52453"/>
                <a:gd name="csY41" fmla="*/ 27256 h 29005"/>
                <a:gd name="csX42" fmla="*/ 3318 w 52453"/>
                <a:gd name="csY42" fmla="*/ 26662 h 29005"/>
                <a:gd name="csX43" fmla="*/ 3567 w 52453"/>
                <a:gd name="csY43" fmla="*/ 25536 h 29005"/>
                <a:gd name="csX44" fmla="*/ 3781 w 52453"/>
                <a:gd name="csY44" fmla="*/ 24505 h 29005"/>
                <a:gd name="csX45" fmla="*/ 7509 w 52453"/>
                <a:gd name="csY45" fmla="*/ 9721 h 29005"/>
                <a:gd name="csX46" fmla="*/ 8345 w 52453"/>
                <a:gd name="csY46" fmla="*/ 6189 h 29005"/>
                <a:gd name="csX47" fmla="*/ 8532 w 52453"/>
                <a:gd name="csY47" fmla="*/ 4345 h 29005"/>
                <a:gd name="csX48" fmla="*/ 6539 w 52453"/>
                <a:gd name="csY48" fmla="*/ 1407 h 29005"/>
                <a:gd name="csX49" fmla="*/ 3843 w 52453"/>
                <a:gd name="csY49" fmla="*/ 3344 h 29005"/>
                <a:gd name="csX50" fmla="*/ 1877 w 52453"/>
                <a:gd name="csY50" fmla="*/ 9033 h 29005"/>
                <a:gd name="csX51" fmla="*/ 1406 w 52453"/>
                <a:gd name="csY51" fmla="*/ 10283 h 29005"/>
                <a:gd name="csX52" fmla="*/ 783 w 52453"/>
                <a:gd name="csY52" fmla="*/ 10502 h 29005"/>
                <a:gd name="csX53" fmla="*/ 0 w 52453"/>
                <a:gd name="csY53" fmla="*/ 9846 h 29005"/>
                <a:gd name="csX54" fmla="*/ 249 w 52453"/>
                <a:gd name="csY54" fmla="*/ 8689 h 29005"/>
                <a:gd name="csX55" fmla="*/ 970 w 52453"/>
                <a:gd name="csY55" fmla="*/ 6189 h 29005"/>
                <a:gd name="csX56" fmla="*/ 2002 w 52453"/>
                <a:gd name="csY56" fmla="*/ 3657 h 29005"/>
                <a:gd name="csX57" fmla="*/ 2598 w 52453"/>
                <a:gd name="csY57" fmla="*/ 2563 h 29005"/>
                <a:gd name="csX58" fmla="*/ 3443 w 52453"/>
                <a:gd name="csY58" fmla="*/ 1438 h 29005"/>
                <a:gd name="csX59" fmla="*/ 4849 w 52453"/>
                <a:gd name="csY59" fmla="*/ 375 h 29005"/>
                <a:gd name="csX60" fmla="*/ 6726 w 52453"/>
                <a:gd name="csY60" fmla="*/ 0 h 29005"/>
                <a:gd name="csX61" fmla="*/ 10693 w 52453"/>
                <a:gd name="csY61" fmla="*/ 1469 h 29005"/>
                <a:gd name="csX62" fmla="*/ 12633 w 52453"/>
                <a:gd name="csY62" fmla="*/ 5564 h 29005"/>
                <a:gd name="csX63" fmla="*/ 22597 w 52453"/>
                <a:gd name="csY63" fmla="*/ 0 h 29005"/>
                <a:gd name="csX64" fmla="*/ 27855 w 52453"/>
                <a:gd name="csY64" fmla="*/ 1657 h 29005"/>
                <a:gd name="csX65" fmla="*/ 29919 w 52453"/>
                <a:gd name="csY65" fmla="*/ 6189 h 29005"/>
                <a:gd name="csX66" fmla="*/ 40354 w 52453"/>
                <a:gd name="csY66" fmla="*/ 0 h 29005"/>
                <a:gd name="csX67" fmla="*/ 45790 w 52453"/>
                <a:gd name="csY67" fmla="*/ 1844 h 29005"/>
                <a:gd name="csX68" fmla="*/ 47703 w 52453"/>
                <a:gd name="csY68" fmla="*/ 6845 h 29005"/>
                <a:gd name="csX69" fmla="*/ 46858 w 52453"/>
                <a:gd name="csY69" fmla="*/ 11659 h 29005"/>
                <a:gd name="csX70" fmla="*/ 45452 w 52453"/>
                <a:gd name="csY70" fmla="*/ 16347 h 29005"/>
                <a:gd name="csX71" fmla="*/ 43797 w 52453"/>
                <a:gd name="csY71" fmla="*/ 20911 h 29005"/>
                <a:gd name="csX72" fmla="*/ 42641 w 52453"/>
                <a:gd name="csY72" fmla="*/ 25474 h 29005"/>
                <a:gd name="csX73" fmla="*/ 43014 w 52453"/>
                <a:gd name="csY73" fmla="*/ 27068 h 29005"/>
                <a:gd name="csX74" fmla="*/ 44198 w 52453"/>
                <a:gd name="csY74" fmla="*/ 27568 h 29005"/>
                <a:gd name="csX75" fmla="*/ 46546 w 52453"/>
                <a:gd name="csY75" fmla="*/ 26849 h 29005"/>
                <a:gd name="csX76" fmla="*/ 48423 w 52453"/>
                <a:gd name="csY76" fmla="*/ 24881 h 29005"/>
                <a:gd name="csX77" fmla="*/ 49767 w 52453"/>
                <a:gd name="csY77" fmla="*/ 22380 h 29005"/>
                <a:gd name="csX78" fmla="*/ 50701 w 52453"/>
                <a:gd name="csY78" fmla="*/ 19660 h 29005"/>
                <a:gd name="csX79" fmla="*/ 51074 w 52453"/>
                <a:gd name="csY79" fmla="*/ 18691 h 29005"/>
                <a:gd name="csX80" fmla="*/ 51671 w 52453"/>
                <a:gd name="csY80" fmla="*/ 18504 h 29005"/>
                <a:gd name="csX81" fmla="*/ 52453 w 52453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53" h="29005">
                  <a:moveTo>
                    <a:pt x="52453" y="19129"/>
                  </a:moveTo>
                  <a:cubicBezTo>
                    <a:pt x="52453" y="19296"/>
                    <a:pt x="52359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9" y="24776"/>
                    <a:pt x="49607" y="25693"/>
                  </a:cubicBezTo>
                  <a:cubicBezTo>
                    <a:pt x="49002" y="26589"/>
                    <a:pt x="48198" y="27371"/>
                    <a:pt x="47196" y="28037"/>
                  </a:cubicBezTo>
                  <a:cubicBezTo>
                    <a:pt x="46217" y="28683"/>
                    <a:pt x="45167" y="29006"/>
                    <a:pt x="44046" y="29006"/>
                  </a:cubicBezTo>
                  <a:cubicBezTo>
                    <a:pt x="42546" y="29006"/>
                    <a:pt x="41294" y="28506"/>
                    <a:pt x="40292" y="27506"/>
                  </a:cubicBezTo>
                  <a:cubicBezTo>
                    <a:pt x="39290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1" y="8397"/>
                    <a:pt x="43601" y="5876"/>
                  </a:cubicBezTo>
                  <a:cubicBezTo>
                    <a:pt x="43601" y="2896"/>
                    <a:pt x="42445" y="1407"/>
                    <a:pt x="40132" y="1407"/>
                  </a:cubicBezTo>
                  <a:cubicBezTo>
                    <a:pt x="38821" y="1407"/>
                    <a:pt x="37573" y="1678"/>
                    <a:pt x="36386" y="2220"/>
                  </a:cubicBezTo>
                  <a:cubicBezTo>
                    <a:pt x="35200" y="2761"/>
                    <a:pt x="34222" y="3407"/>
                    <a:pt x="33451" y="4157"/>
                  </a:cubicBezTo>
                  <a:cubicBezTo>
                    <a:pt x="32680" y="4908"/>
                    <a:pt x="31992" y="5710"/>
                    <a:pt x="31387" y="6564"/>
                  </a:cubicBezTo>
                  <a:cubicBezTo>
                    <a:pt x="30782" y="7418"/>
                    <a:pt x="30343" y="8127"/>
                    <a:pt x="30070" y="8689"/>
                  </a:cubicBezTo>
                  <a:cubicBezTo>
                    <a:pt x="29821" y="9252"/>
                    <a:pt x="29664" y="9658"/>
                    <a:pt x="29598" y="9908"/>
                  </a:cubicBezTo>
                  <a:lnTo>
                    <a:pt x="25755" y="25350"/>
                  </a:lnTo>
                  <a:cubicBezTo>
                    <a:pt x="25548" y="26224"/>
                    <a:pt x="25373" y="26870"/>
                    <a:pt x="25230" y="27287"/>
                  </a:cubicBezTo>
                  <a:cubicBezTo>
                    <a:pt x="25082" y="27704"/>
                    <a:pt x="24809" y="28089"/>
                    <a:pt x="24412" y="28444"/>
                  </a:cubicBezTo>
                  <a:cubicBezTo>
                    <a:pt x="24014" y="28819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8"/>
                    <a:pt x="21005" y="27256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7"/>
                    <a:pt x="21390" y="25516"/>
                    <a:pt x="21538" y="24912"/>
                  </a:cubicBezTo>
                  <a:cubicBezTo>
                    <a:pt x="21687" y="24307"/>
                    <a:pt x="21790" y="23828"/>
                    <a:pt x="21850" y="23474"/>
                  </a:cubicBezTo>
                  <a:cubicBezTo>
                    <a:pt x="22603" y="20640"/>
                    <a:pt x="23030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52" y="7116"/>
                    <a:pt x="12820" y="7658"/>
                  </a:cubicBezTo>
                  <a:cubicBezTo>
                    <a:pt x="12505" y="8179"/>
                    <a:pt x="12224" y="8700"/>
                    <a:pt x="11975" y="9221"/>
                  </a:cubicBezTo>
                  <a:lnTo>
                    <a:pt x="11165" y="12409"/>
                  </a:lnTo>
                  <a:cubicBezTo>
                    <a:pt x="11040" y="12992"/>
                    <a:pt x="10676" y="14420"/>
                    <a:pt x="10071" y="16691"/>
                  </a:cubicBezTo>
                  <a:lnTo>
                    <a:pt x="8665" y="22473"/>
                  </a:lnTo>
                  <a:cubicBezTo>
                    <a:pt x="7995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84" y="28850"/>
                    <a:pt x="5525" y="29006"/>
                    <a:pt x="5062" y="29006"/>
                  </a:cubicBezTo>
                  <a:cubicBezTo>
                    <a:pt x="4546" y="29006"/>
                    <a:pt x="4110" y="28850"/>
                    <a:pt x="3754" y="28537"/>
                  </a:cubicBezTo>
                  <a:cubicBezTo>
                    <a:pt x="3398" y="28225"/>
                    <a:pt x="3221" y="27798"/>
                    <a:pt x="3221" y="27256"/>
                  </a:cubicBezTo>
                  <a:cubicBezTo>
                    <a:pt x="3221" y="27172"/>
                    <a:pt x="3253" y="26974"/>
                    <a:pt x="3318" y="26662"/>
                  </a:cubicBezTo>
                  <a:cubicBezTo>
                    <a:pt x="3378" y="26349"/>
                    <a:pt x="3461" y="25974"/>
                    <a:pt x="3567" y="25536"/>
                  </a:cubicBezTo>
                  <a:cubicBezTo>
                    <a:pt x="3668" y="25099"/>
                    <a:pt x="3739" y="24756"/>
                    <a:pt x="3781" y="24505"/>
                  </a:cubicBezTo>
                  <a:lnTo>
                    <a:pt x="7509" y="9721"/>
                  </a:lnTo>
                  <a:cubicBezTo>
                    <a:pt x="7965" y="7929"/>
                    <a:pt x="8244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7" y="1407"/>
                    <a:pt x="6539" y="1407"/>
                  </a:cubicBezTo>
                  <a:cubicBezTo>
                    <a:pt x="5454" y="1407"/>
                    <a:pt x="4555" y="2052"/>
                    <a:pt x="3843" y="3344"/>
                  </a:cubicBezTo>
                  <a:cubicBezTo>
                    <a:pt x="3137" y="4637"/>
                    <a:pt x="2482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305" y="10429"/>
                    <a:pt x="1097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21" y="8023"/>
                    <a:pt x="661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8" y="2855"/>
                    <a:pt x="2598" y="2563"/>
                  </a:cubicBezTo>
                  <a:cubicBezTo>
                    <a:pt x="2788" y="2271"/>
                    <a:pt x="3069" y="1896"/>
                    <a:pt x="3443" y="1438"/>
                  </a:cubicBezTo>
                  <a:cubicBezTo>
                    <a:pt x="3817" y="979"/>
                    <a:pt x="4285" y="625"/>
                    <a:pt x="4849" y="375"/>
                  </a:cubicBezTo>
                  <a:cubicBezTo>
                    <a:pt x="5412" y="125"/>
                    <a:pt x="6038" y="0"/>
                    <a:pt x="6726" y="0"/>
                  </a:cubicBezTo>
                  <a:cubicBezTo>
                    <a:pt x="8244" y="0"/>
                    <a:pt x="9567" y="490"/>
                    <a:pt x="10693" y="1469"/>
                  </a:cubicBezTo>
                  <a:cubicBezTo>
                    <a:pt x="11838" y="2449"/>
                    <a:pt x="12485" y="3814"/>
                    <a:pt x="12633" y="5564"/>
                  </a:cubicBezTo>
                  <a:cubicBezTo>
                    <a:pt x="15403" y="1855"/>
                    <a:pt x="18724" y="0"/>
                    <a:pt x="22597" y="0"/>
                  </a:cubicBezTo>
                  <a:cubicBezTo>
                    <a:pt x="24785" y="0"/>
                    <a:pt x="26538" y="552"/>
                    <a:pt x="27855" y="1657"/>
                  </a:cubicBezTo>
                  <a:cubicBezTo>
                    <a:pt x="29082" y="2719"/>
                    <a:pt x="29770" y="4230"/>
                    <a:pt x="29919" y="6189"/>
                  </a:cubicBezTo>
                  <a:cubicBezTo>
                    <a:pt x="32789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65" y="3053"/>
                    <a:pt x="47703" y="4720"/>
                    <a:pt x="47703" y="6845"/>
                  </a:cubicBezTo>
                  <a:cubicBezTo>
                    <a:pt x="47703" y="7949"/>
                    <a:pt x="47421" y="9554"/>
                    <a:pt x="46858" y="11659"/>
                  </a:cubicBezTo>
                  <a:cubicBezTo>
                    <a:pt x="46294" y="13742"/>
                    <a:pt x="45826" y="15305"/>
                    <a:pt x="45452" y="16347"/>
                  </a:cubicBezTo>
                  <a:cubicBezTo>
                    <a:pt x="45078" y="17389"/>
                    <a:pt x="44527" y="18911"/>
                    <a:pt x="43797" y="20911"/>
                  </a:cubicBezTo>
                  <a:cubicBezTo>
                    <a:pt x="43026" y="22828"/>
                    <a:pt x="42641" y="24349"/>
                    <a:pt x="42641" y="25474"/>
                  </a:cubicBezTo>
                  <a:cubicBezTo>
                    <a:pt x="42641" y="26204"/>
                    <a:pt x="42765" y="26735"/>
                    <a:pt x="43014" y="27068"/>
                  </a:cubicBezTo>
                  <a:cubicBezTo>
                    <a:pt x="43263" y="27402"/>
                    <a:pt x="43658" y="27568"/>
                    <a:pt x="44198" y="27568"/>
                  </a:cubicBezTo>
                  <a:cubicBezTo>
                    <a:pt x="45034" y="27568"/>
                    <a:pt x="45817" y="27329"/>
                    <a:pt x="46546" y="26849"/>
                  </a:cubicBezTo>
                  <a:cubicBezTo>
                    <a:pt x="47276" y="26350"/>
                    <a:pt x="47901" y="25693"/>
                    <a:pt x="48423" y="24881"/>
                  </a:cubicBezTo>
                  <a:cubicBezTo>
                    <a:pt x="48963" y="24047"/>
                    <a:pt x="49411" y="23213"/>
                    <a:pt x="49767" y="22380"/>
                  </a:cubicBezTo>
                  <a:cubicBezTo>
                    <a:pt x="50117" y="21525"/>
                    <a:pt x="50428" y="20619"/>
                    <a:pt x="50701" y="19660"/>
                  </a:cubicBezTo>
                  <a:cubicBezTo>
                    <a:pt x="50867" y="19140"/>
                    <a:pt x="50991" y="18817"/>
                    <a:pt x="51074" y="18691"/>
                  </a:cubicBezTo>
                  <a:cubicBezTo>
                    <a:pt x="51181" y="18566"/>
                    <a:pt x="51380" y="18504"/>
                    <a:pt x="51671" y="18504"/>
                  </a:cubicBezTo>
                  <a:cubicBezTo>
                    <a:pt x="52192" y="18504"/>
                    <a:pt x="52453" y="18712"/>
                    <a:pt x="52453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110CE714-C400-DC0D-9E65-2783B102F30A}"/>
                </a:ext>
              </a:extLst>
            </p:cNvPr>
            <p:cNvSpPr/>
            <p:nvPr/>
          </p:nvSpPr>
          <p:spPr>
            <a:xfrm>
              <a:off x="4110489" y="1882175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92 w 22338"/>
                <a:gd name="csY2" fmla="*/ 5776 h 40783"/>
                <a:gd name="csX3" fmla="*/ 18709 w 22338"/>
                <a:gd name="csY3" fmla="*/ 5360 h 40783"/>
                <a:gd name="csX4" fmla="*/ 18229 w 22338"/>
                <a:gd name="csY4" fmla="*/ 4222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51 w 22338"/>
                <a:gd name="csY7" fmla="*/ 985 h 40783"/>
                <a:gd name="csX8" fmla="*/ 17197 w 22338"/>
                <a:gd name="csY8" fmla="*/ 1422 h 40783"/>
                <a:gd name="csX9" fmla="*/ 16352 w 22338"/>
                <a:gd name="csY9" fmla="*/ 2516 h 40783"/>
                <a:gd name="csX10" fmla="*/ 15275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36 w 22338"/>
                <a:gd name="csY14" fmla="*/ 12296 h 40783"/>
                <a:gd name="csX15" fmla="*/ 19083 w 22338"/>
                <a:gd name="csY15" fmla="*/ 12427 h 40783"/>
                <a:gd name="csX16" fmla="*/ 19261 w 22338"/>
                <a:gd name="csY16" fmla="*/ 12777 h 40783"/>
                <a:gd name="csX17" fmla="*/ 18976 w 22338"/>
                <a:gd name="csY17" fmla="*/ 13543 h 40783"/>
                <a:gd name="csX18" fmla="*/ 17926 w 22338"/>
                <a:gd name="csY18" fmla="*/ 13675 h 40783"/>
                <a:gd name="csX19" fmla="*/ 14074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84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65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55 w 22338"/>
                <a:gd name="csY31" fmla="*/ 35008 h 40783"/>
                <a:gd name="csX32" fmla="*/ 3612 w 22338"/>
                <a:gd name="csY32" fmla="*/ 35423 h 40783"/>
                <a:gd name="csX33" fmla="*/ 4119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46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73 w 22338"/>
                <a:gd name="csY44" fmla="*/ 34504 h 40783"/>
                <a:gd name="csX45" fmla="*/ 7402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57 w 22338"/>
                <a:gd name="csY49" fmla="*/ 13652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28 w 22338"/>
                <a:gd name="csY52" fmla="*/ 12537 h 40783"/>
                <a:gd name="csX53" fmla="*/ 7446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85 w 22338"/>
                <a:gd name="csY57" fmla="*/ 2582 h 40783"/>
                <a:gd name="csX58" fmla="*/ 15560 w 22338"/>
                <a:gd name="csY58" fmla="*/ 940 h 40783"/>
                <a:gd name="csX59" fmla="*/ 17072 w 22338"/>
                <a:gd name="csY59" fmla="*/ 219 h 40783"/>
                <a:gd name="csX60" fmla="*/ 18451 w 22338"/>
                <a:gd name="csY60" fmla="*/ 0 h 40783"/>
                <a:gd name="csX61" fmla="*/ 21165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82" y="5528"/>
                    <a:pt x="20521" y="5776"/>
                    <a:pt x="19892" y="5776"/>
                  </a:cubicBezTo>
                  <a:cubicBezTo>
                    <a:pt x="19442" y="5776"/>
                    <a:pt x="19047" y="5638"/>
                    <a:pt x="18709" y="5360"/>
                  </a:cubicBezTo>
                  <a:cubicBezTo>
                    <a:pt x="18389" y="5083"/>
                    <a:pt x="18229" y="4704"/>
                    <a:pt x="18229" y="4222"/>
                  </a:cubicBezTo>
                  <a:cubicBezTo>
                    <a:pt x="18229" y="3726"/>
                    <a:pt x="18419" y="3216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3" y="985"/>
                    <a:pt x="18451" y="985"/>
                  </a:cubicBezTo>
                  <a:cubicBezTo>
                    <a:pt x="17995" y="985"/>
                    <a:pt x="17576" y="1130"/>
                    <a:pt x="17197" y="1422"/>
                  </a:cubicBezTo>
                  <a:cubicBezTo>
                    <a:pt x="16835" y="1699"/>
                    <a:pt x="16553" y="2064"/>
                    <a:pt x="16352" y="2516"/>
                  </a:cubicBezTo>
                  <a:cubicBezTo>
                    <a:pt x="16132" y="2983"/>
                    <a:pt x="15773" y="4536"/>
                    <a:pt x="15275" y="7177"/>
                  </a:cubicBezTo>
                  <a:cubicBezTo>
                    <a:pt x="15115" y="8037"/>
                    <a:pt x="14961" y="8883"/>
                    <a:pt x="14813" y="9714"/>
                  </a:cubicBezTo>
                  <a:cubicBezTo>
                    <a:pt x="14670" y="10546"/>
                    <a:pt x="14510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9" y="12282"/>
                    <a:pt x="18736" y="12296"/>
                  </a:cubicBezTo>
                  <a:cubicBezTo>
                    <a:pt x="18866" y="12311"/>
                    <a:pt x="18982" y="12354"/>
                    <a:pt x="19083" y="12427"/>
                  </a:cubicBezTo>
                  <a:cubicBezTo>
                    <a:pt x="19202" y="12500"/>
                    <a:pt x="19261" y="12617"/>
                    <a:pt x="19261" y="12777"/>
                  </a:cubicBezTo>
                  <a:cubicBezTo>
                    <a:pt x="19261" y="13186"/>
                    <a:pt x="19166" y="13441"/>
                    <a:pt x="18976" y="13543"/>
                  </a:cubicBezTo>
                  <a:cubicBezTo>
                    <a:pt x="18798" y="13631"/>
                    <a:pt x="18448" y="13675"/>
                    <a:pt x="17926" y="13675"/>
                  </a:cubicBezTo>
                  <a:lnTo>
                    <a:pt x="14074" y="13675"/>
                  </a:lnTo>
                  <a:lnTo>
                    <a:pt x="11379" y="27874"/>
                  </a:lnTo>
                  <a:cubicBezTo>
                    <a:pt x="11337" y="28151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12" y="34446"/>
                    <a:pt x="9288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5" y="38763"/>
                    <a:pt x="6984" y="39230"/>
                  </a:cubicBezTo>
                  <a:cubicBezTo>
                    <a:pt x="6563" y="39697"/>
                    <a:pt x="6073" y="40068"/>
                    <a:pt x="5516" y="40345"/>
                  </a:cubicBezTo>
                  <a:cubicBezTo>
                    <a:pt x="4964" y="40637"/>
                    <a:pt x="4395" y="40783"/>
                    <a:pt x="3808" y="40783"/>
                  </a:cubicBezTo>
                  <a:cubicBezTo>
                    <a:pt x="2817" y="40783"/>
                    <a:pt x="1936" y="40506"/>
                    <a:pt x="1165" y="39952"/>
                  </a:cubicBezTo>
                  <a:cubicBezTo>
                    <a:pt x="388" y="39398"/>
                    <a:pt x="0" y="38646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7" y="35008"/>
                    <a:pt x="2455" y="35008"/>
                  </a:cubicBezTo>
                  <a:cubicBezTo>
                    <a:pt x="2906" y="35008"/>
                    <a:pt x="3292" y="35146"/>
                    <a:pt x="3612" y="35423"/>
                  </a:cubicBezTo>
                  <a:cubicBezTo>
                    <a:pt x="3950" y="35700"/>
                    <a:pt x="4119" y="36079"/>
                    <a:pt x="4119" y="36561"/>
                  </a:cubicBezTo>
                  <a:cubicBezTo>
                    <a:pt x="4119" y="36765"/>
                    <a:pt x="4081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0"/>
                    <a:pt x="2126" y="38960"/>
                    <a:pt x="1646" y="38990"/>
                  </a:cubicBezTo>
                  <a:cubicBezTo>
                    <a:pt x="2215" y="39529"/>
                    <a:pt x="2936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9" y="39522"/>
                    <a:pt x="5074" y="39340"/>
                    <a:pt x="5276" y="39077"/>
                  </a:cubicBezTo>
                  <a:cubicBezTo>
                    <a:pt x="5495" y="38814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24" y="35620"/>
                    <a:pt x="6942" y="35131"/>
                    <a:pt x="7073" y="34504"/>
                  </a:cubicBezTo>
                  <a:cubicBezTo>
                    <a:pt x="7215" y="33876"/>
                    <a:pt x="7325" y="33373"/>
                    <a:pt x="7402" y="32994"/>
                  </a:cubicBezTo>
                  <a:cubicBezTo>
                    <a:pt x="7473" y="32629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500" y="13667"/>
                    <a:pt x="7357" y="13652"/>
                  </a:cubicBezTo>
                  <a:cubicBezTo>
                    <a:pt x="7227" y="13638"/>
                    <a:pt x="7108" y="13595"/>
                    <a:pt x="7002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10" y="12654"/>
                    <a:pt x="7028" y="12537"/>
                  </a:cubicBezTo>
                  <a:cubicBezTo>
                    <a:pt x="7159" y="12406"/>
                    <a:pt x="7298" y="12333"/>
                    <a:pt x="7446" y="12318"/>
                  </a:cubicBezTo>
                  <a:cubicBezTo>
                    <a:pt x="7589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83" y="1838"/>
                    <a:pt x="15008" y="1291"/>
                    <a:pt x="15560" y="940"/>
                  </a:cubicBezTo>
                  <a:cubicBezTo>
                    <a:pt x="16111" y="590"/>
                    <a:pt x="16616" y="350"/>
                    <a:pt x="17072" y="219"/>
                  </a:cubicBezTo>
                  <a:cubicBezTo>
                    <a:pt x="17535" y="73"/>
                    <a:pt x="17995" y="0"/>
                    <a:pt x="18451" y="0"/>
                  </a:cubicBezTo>
                  <a:cubicBezTo>
                    <a:pt x="19471" y="0"/>
                    <a:pt x="20376" y="277"/>
                    <a:pt x="21165" y="831"/>
                  </a:cubicBezTo>
                  <a:cubicBezTo>
                    <a:pt x="21948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D657FA4D-E09B-0460-1743-A366A194B187}"/>
                </a:ext>
              </a:extLst>
            </p:cNvPr>
            <p:cNvSpPr/>
            <p:nvPr/>
          </p:nvSpPr>
          <p:spPr>
            <a:xfrm>
              <a:off x="4144660" y="1890926"/>
              <a:ext cx="39642" cy="23280"/>
            </a:xfrm>
            <a:custGeom>
              <a:avLst/>
              <a:gdLst>
                <a:gd name="csX0" fmla="*/ 39251 w 39642"/>
                <a:gd name="csY0" fmla="*/ 11049 h 23280"/>
                <a:gd name="csX1" fmla="*/ 39643 w 39642"/>
                <a:gd name="csY1" fmla="*/ 11640 h 23280"/>
                <a:gd name="csX2" fmla="*/ 39251 w 39642"/>
                <a:gd name="csY2" fmla="*/ 12231 h 23280"/>
                <a:gd name="csX3" fmla="*/ 33104 w 39642"/>
                <a:gd name="csY3" fmla="*/ 16892 h 23280"/>
                <a:gd name="csX4" fmla="*/ 30497 w 39642"/>
                <a:gd name="csY4" fmla="*/ 22580 h 23280"/>
                <a:gd name="csX5" fmla="*/ 30195 w 39642"/>
                <a:gd name="csY5" fmla="*/ 23083 h 23280"/>
                <a:gd name="csX6" fmla="*/ 29625 w 39642"/>
                <a:gd name="csY6" fmla="*/ 23280 h 23280"/>
                <a:gd name="csX7" fmla="*/ 28985 w 39642"/>
                <a:gd name="csY7" fmla="*/ 23018 h 23280"/>
                <a:gd name="csX8" fmla="*/ 28727 w 39642"/>
                <a:gd name="csY8" fmla="*/ 22405 h 23280"/>
                <a:gd name="csX9" fmla="*/ 28744 w 39642"/>
                <a:gd name="csY9" fmla="*/ 22318 h 23280"/>
                <a:gd name="csX10" fmla="*/ 28771 w 39642"/>
                <a:gd name="csY10" fmla="*/ 22208 h 23280"/>
                <a:gd name="csX11" fmla="*/ 31725 w 39642"/>
                <a:gd name="csY11" fmla="*/ 15754 h 23280"/>
                <a:gd name="csX12" fmla="*/ 35221 w 39642"/>
                <a:gd name="csY12" fmla="*/ 12537 h 23280"/>
                <a:gd name="csX13" fmla="*/ 899 w 39642"/>
                <a:gd name="csY13" fmla="*/ 12537 h 23280"/>
                <a:gd name="csX14" fmla="*/ 258 w 39642"/>
                <a:gd name="csY14" fmla="*/ 12274 h 23280"/>
                <a:gd name="csX15" fmla="*/ 0 w 39642"/>
                <a:gd name="csY15" fmla="*/ 11640 h 23280"/>
                <a:gd name="csX16" fmla="*/ 258 w 39642"/>
                <a:gd name="csY16" fmla="*/ 11006 h 23280"/>
                <a:gd name="csX17" fmla="*/ 899 w 39642"/>
                <a:gd name="csY17" fmla="*/ 10743 h 23280"/>
                <a:gd name="csX18" fmla="*/ 35221 w 39642"/>
                <a:gd name="csY18" fmla="*/ 10743 h 23280"/>
                <a:gd name="csX19" fmla="*/ 31725 w 39642"/>
                <a:gd name="csY19" fmla="*/ 7526 h 23280"/>
                <a:gd name="csX20" fmla="*/ 28771 w 39642"/>
                <a:gd name="csY20" fmla="*/ 1072 h 23280"/>
                <a:gd name="csX21" fmla="*/ 28744 w 39642"/>
                <a:gd name="csY21" fmla="*/ 985 h 23280"/>
                <a:gd name="csX22" fmla="*/ 28727 w 39642"/>
                <a:gd name="csY22" fmla="*/ 875 h 23280"/>
                <a:gd name="csX23" fmla="*/ 28985 w 39642"/>
                <a:gd name="csY23" fmla="*/ 262 h 23280"/>
                <a:gd name="csX24" fmla="*/ 29625 w 39642"/>
                <a:gd name="csY24" fmla="*/ 0 h 23280"/>
                <a:gd name="csX25" fmla="*/ 30195 w 39642"/>
                <a:gd name="csY25" fmla="*/ 198 h 23280"/>
                <a:gd name="csX26" fmla="*/ 30497 w 39642"/>
                <a:gd name="csY26" fmla="*/ 700 h 23280"/>
                <a:gd name="csX27" fmla="*/ 33104 w 39642"/>
                <a:gd name="csY27" fmla="*/ 6389 h 23280"/>
                <a:gd name="csX28" fmla="*/ 39251 w 39642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80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40"/>
                  </a:cubicBezTo>
                  <a:cubicBezTo>
                    <a:pt x="39643" y="11932"/>
                    <a:pt x="39512" y="12129"/>
                    <a:pt x="39251" y="12231"/>
                  </a:cubicBezTo>
                  <a:cubicBezTo>
                    <a:pt x="37063" y="12960"/>
                    <a:pt x="35013" y="14514"/>
                    <a:pt x="33104" y="16892"/>
                  </a:cubicBezTo>
                  <a:cubicBezTo>
                    <a:pt x="31746" y="18656"/>
                    <a:pt x="30877" y="20552"/>
                    <a:pt x="30497" y="22580"/>
                  </a:cubicBezTo>
                  <a:cubicBezTo>
                    <a:pt x="30455" y="22784"/>
                    <a:pt x="30355" y="22952"/>
                    <a:pt x="30195" y="23083"/>
                  </a:cubicBezTo>
                  <a:cubicBezTo>
                    <a:pt x="30034" y="23214"/>
                    <a:pt x="29845" y="23280"/>
                    <a:pt x="29625" y="23280"/>
                  </a:cubicBezTo>
                  <a:cubicBezTo>
                    <a:pt x="29376" y="23280"/>
                    <a:pt x="29162" y="23193"/>
                    <a:pt x="28985" y="23018"/>
                  </a:cubicBezTo>
                  <a:cubicBezTo>
                    <a:pt x="28813" y="22857"/>
                    <a:pt x="28727" y="22653"/>
                    <a:pt x="28727" y="22405"/>
                  </a:cubicBezTo>
                  <a:cubicBezTo>
                    <a:pt x="28727" y="22390"/>
                    <a:pt x="28733" y="22361"/>
                    <a:pt x="28744" y="22318"/>
                  </a:cubicBezTo>
                  <a:cubicBezTo>
                    <a:pt x="28762" y="22259"/>
                    <a:pt x="28771" y="22222"/>
                    <a:pt x="28771" y="22208"/>
                  </a:cubicBezTo>
                  <a:cubicBezTo>
                    <a:pt x="29210" y="19845"/>
                    <a:pt x="30195" y="17694"/>
                    <a:pt x="31725" y="15754"/>
                  </a:cubicBezTo>
                  <a:cubicBezTo>
                    <a:pt x="32686" y="14529"/>
                    <a:pt x="33851" y="13456"/>
                    <a:pt x="35221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40"/>
                  </a:cubicBezTo>
                  <a:cubicBezTo>
                    <a:pt x="0" y="11392"/>
                    <a:pt x="86" y="11181"/>
                    <a:pt x="258" y="11006"/>
                  </a:cubicBezTo>
                  <a:cubicBezTo>
                    <a:pt x="436" y="10831"/>
                    <a:pt x="649" y="10743"/>
                    <a:pt x="899" y="10743"/>
                  </a:cubicBezTo>
                  <a:lnTo>
                    <a:pt x="35221" y="10743"/>
                  </a:lnTo>
                  <a:cubicBezTo>
                    <a:pt x="33851" y="9824"/>
                    <a:pt x="32686" y="8752"/>
                    <a:pt x="31725" y="7526"/>
                  </a:cubicBezTo>
                  <a:cubicBezTo>
                    <a:pt x="30195" y="5587"/>
                    <a:pt x="29210" y="3436"/>
                    <a:pt x="28771" y="1072"/>
                  </a:cubicBezTo>
                  <a:cubicBezTo>
                    <a:pt x="28771" y="1058"/>
                    <a:pt x="28762" y="1029"/>
                    <a:pt x="28744" y="985"/>
                  </a:cubicBezTo>
                  <a:cubicBezTo>
                    <a:pt x="28733" y="927"/>
                    <a:pt x="28727" y="890"/>
                    <a:pt x="28727" y="875"/>
                  </a:cubicBezTo>
                  <a:cubicBezTo>
                    <a:pt x="28727" y="628"/>
                    <a:pt x="28813" y="423"/>
                    <a:pt x="28985" y="262"/>
                  </a:cubicBezTo>
                  <a:cubicBezTo>
                    <a:pt x="29162" y="88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5" y="496"/>
                    <a:pt x="30497" y="700"/>
                  </a:cubicBezTo>
                  <a:cubicBezTo>
                    <a:pt x="30877" y="2728"/>
                    <a:pt x="31746" y="4624"/>
                    <a:pt x="33104" y="6389"/>
                  </a:cubicBezTo>
                  <a:cubicBezTo>
                    <a:pt x="35013" y="8767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9F8A83DB-2B23-705D-1404-9451858C17CD}"/>
                </a:ext>
              </a:extLst>
            </p:cNvPr>
            <p:cNvSpPr/>
            <p:nvPr/>
          </p:nvSpPr>
          <p:spPr>
            <a:xfrm>
              <a:off x="4201473" y="1883160"/>
              <a:ext cx="36929" cy="30609"/>
            </a:xfrm>
            <a:custGeom>
              <a:avLst/>
              <a:gdLst>
                <a:gd name="csX0" fmla="*/ 36929 w 36929"/>
                <a:gd name="csY0" fmla="*/ 503 h 30609"/>
                <a:gd name="csX1" fmla="*/ 36778 w 36929"/>
                <a:gd name="csY1" fmla="*/ 1116 h 30609"/>
                <a:gd name="csX2" fmla="*/ 36493 w 36929"/>
                <a:gd name="csY2" fmla="*/ 1356 h 30609"/>
                <a:gd name="csX3" fmla="*/ 35942 w 36929"/>
                <a:gd name="csY3" fmla="*/ 1400 h 30609"/>
                <a:gd name="csX4" fmla="*/ 30257 w 36929"/>
                <a:gd name="csY4" fmla="*/ 3675 h 30609"/>
                <a:gd name="csX5" fmla="*/ 28024 w 36929"/>
                <a:gd name="csY5" fmla="*/ 5929 h 30609"/>
                <a:gd name="csX6" fmla="*/ 24350 w 36929"/>
                <a:gd name="csY6" fmla="*/ 9911 h 30609"/>
                <a:gd name="csX7" fmla="*/ 21067 w 36929"/>
                <a:gd name="csY7" fmla="*/ 13411 h 30609"/>
                <a:gd name="csX8" fmla="*/ 26841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2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8 h 30609"/>
                <a:gd name="csX19" fmla="*/ 31022 w 36929"/>
                <a:gd name="csY19" fmla="*/ 30587 h 30609"/>
                <a:gd name="csX20" fmla="*/ 30648 w 36929"/>
                <a:gd name="csY20" fmla="*/ 30609 h 30609"/>
                <a:gd name="csX21" fmla="*/ 28157 w 36929"/>
                <a:gd name="csY21" fmla="*/ 30543 h 30609"/>
                <a:gd name="csX22" fmla="*/ 25684 w 36929"/>
                <a:gd name="csY22" fmla="*/ 30477 h 30609"/>
                <a:gd name="csX23" fmla="*/ 20044 w 36929"/>
                <a:gd name="csY23" fmla="*/ 30609 h 30609"/>
                <a:gd name="csX24" fmla="*/ 19359 w 36929"/>
                <a:gd name="csY24" fmla="*/ 30062 h 30609"/>
                <a:gd name="csX25" fmla="*/ 19403 w 36929"/>
                <a:gd name="csY25" fmla="*/ 29624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7 h 30609"/>
                <a:gd name="csX31" fmla="*/ 22864 w 36929"/>
                <a:gd name="csY31" fmla="*/ 27918 h 30609"/>
                <a:gd name="csX32" fmla="*/ 22641 w 36929"/>
                <a:gd name="csY32" fmla="*/ 27284 h 30609"/>
                <a:gd name="csX33" fmla="*/ 18113 w 36929"/>
                <a:gd name="csY33" fmla="*/ 16584 h 30609"/>
                <a:gd name="csX34" fmla="*/ 14065 w 36929"/>
                <a:gd name="csY34" fmla="*/ 20982 h 30609"/>
                <a:gd name="csX35" fmla="*/ 9492 w 36929"/>
                <a:gd name="csY35" fmla="*/ 25817 h 30609"/>
                <a:gd name="csX36" fmla="*/ 8291 w 36929"/>
                <a:gd name="csY36" fmla="*/ 27831 h 30609"/>
                <a:gd name="csX37" fmla="*/ 10080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7 h 30609"/>
                <a:gd name="csX41" fmla="*/ 9822 w 36929"/>
                <a:gd name="csY41" fmla="*/ 30609 h 30609"/>
                <a:gd name="csX42" fmla="*/ 7304 w 36929"/>
                <a:gd name="csY42" fmla="*/ 30543 h 30609"/>
                <a:gd name="csX43" fmla="*/ 4786 w 36929"/>
                <a:gd name="csY43" fmla="*/ 30477 h 30609"/>
                <a:gd name="csX44" fmla="*/ 2669 w 36929"/>
                <a:gd name="csY44" fmla="*/ 30543 h 30609"/>
                <a:gd name="csX45" fmla="*/ 587 w 36929"/>
                <a:gd name="csY45" fmla="*/ 30609 h 30609"/>
                <a:gd name="csX46" fmla="*/ 169 w 36929"/>
                <a:gd name="csY46" fmla="*/ 30477 h 30609"/>
                <a:gd name="csX47" fmla="*/ 18 w 36929"/>
                <a:gd name="csY47" fmla="*/ 30215 h 30609"/>
                <a:gd name="csX48" fmla="*/ 0 w 36929"/>
                <a:gd name="csY48" fmla="*/ 30106 h 30609"/>
                <a:gd name="csX49" fmla="*/ 44 w 36929"/>
                <a:gd name="csY49" fmla="*/ 29624 h 30609"/>
                <a:gd name="csX50" fmla="*/ 285 w 36929"/>
                <a:gd name="csY50" fmla="*/ 29362 h 30609"/>
                <a:gd name="csX51" fmla="*/ 569 w 36929"/>
                <a:gd name="csY51" fmla="*/ 29275 h 30609"/>
                <a:gd name="csX52" fmla="*/ 979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2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13 w 36929"/>
                <a:gd name="csY58" fmla="*/ 2822 h 30609"/>
                <a:gd name="csX59" fmla="*/ 11859 w 36929"/>
                <a:gd name="csY59" fmla="*/ 2012 h 30609"/>
                <a:gd name="csX60" fmla="*/ 10960 w 36929"/>
                <a:gd name="csY60" fmla="*/ 1575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6 h 30609"/>
                <a:gd name="csX64" fmla="*/ 7936 w 36929"/>
                <a:gd name="csY64" fmla="*/ 897 h 30609"/>
                <a:gd name="csX65" fmla="*/ 8096 w 36929"/>
                <a:gd name="csY65" fmla="*/ 284 h 30609"/>
                <a:gd name="csX66" fmla="*/ 8398 w 36929"/>
                <a:gd name="csY66" fmla="*/ 44 h 30609"/>
                <a:gd name="csX67" fmla="*/ 8745 w 36929"/>
                <a:gd name="csY67" fmla="*/ 0 h 30609"/>
                <a:gd name="csX68" fmla="*/ 11245 w 36929"/>
                <a:gd name="csY68" fmla="*/ 65 h 30609"/>
                <a:gd name="csX69" fmla="*/ 13763 w 36929"/>
                <a:gd name="csY69" fmla="*/ 131 h 30609"/>
                <a:gd name="csX70" fmla="*/ 16583 w 36929"/>
                <a:gd name="csY70" fmla="*/ 65 h 30609"/>
                <a:gd name="csX71" fmla="*/ 19403 w 36929"/>
                <a:gd name="csY71" fmla="*/ 0 h 30609"/>
                <a:gd name="csX72" fmla="*/ 20079 w 36929"/>
                <a:gd name="csY72" fmla="*/ 546 h 30609"/>
                <a:gd name="csX73" fmla="*/ 19928 w 36929"/>
                <a:gd name="csY73" fmla="*/ 1093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8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6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41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4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5 h 30609"/>
                <a:gd name="csX89" fmla="*/ 32143 w 36929"/>
                <a:gd name="csY89" fmla="*/ 131 h 30609"/>
                <a:gd name="csX90" fmla="*/ 34260 w 36929"/>
                <a:gd name="csY90" fmla="*/ 65 h 30609"/>
                <a:gd name="csX91" fmla="*/ 36342 w 36929"/>
                <a:gd name="csY91" fmla="*/ 0 h 30609"/>
                <a:gd name="csX92" fmla="*/ 36751 w 36929"/>
                <a:gd name="csY92" fmla="*/ 131 h 30609"/>
                <a:gd name="csX93" fmla="*/ 36911 w 36929"/>
                <a:gd name="csY93" fmla="*/ 372 h 30609"/>
                <a:gd name="csX94" fmla="*/ 36929 w 36929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3"/>
                  </a:moveTo>
                  <a:cubicBezTo>
                    <a:pt x="36929" y="765"/>
                    <a:pt x="36879" y="970"/>
                    <a:pt x="36778" y="1116"/>
                  </a:cubicBezTo>
                  <a:cubicBezTo>
                    <a:pt x="36689" y="1247"/>
                    <a:pt x="36594" y="1327"/>
                    <a:pt x="36493" y="1356"/>
                  </a:cubicBezTo>
                  <a:cubicBezTo>
                    <a:pt x="36392" y="1371"/>
                    <a:pt x="36209" y="1385"/>
                    <a:pt x="35942" y="1400"/>
                  </a:cubicBezTo>
                  <a:cubicBezTo>
                    <a:pt x="33860" y="1502"/>
                    <a:pt x="31965" y="2261"/>
                    <a:pt x="30257" y="3675"/>
                  </a:cubicBezTo>
                  <a:cubicBezTo>
                    <a:pt x="29836" y="4040"/>
                    <a:pt x="29091" y="4791"/>
                    <a:pt x="28024" y="5929"/>
                  </a:cubicBezTo>
                  <a:cubicBezTo>
                    <a:pt x="26974" y="7067"/>
                    <a:pt x="25749" y="8394"/>
                    <a:pt x="24350" y="9911"/>
                  </a:cubicBezTo>
                  <a:cubicBezTo>
                    <a:pt x="22962" y="11428"/>
                    <a:pt x="21867" y="12595"/>
                    <a:pt x="21067" y="13411"/>
                  </a:cubicBezTo>
                  <a:lnTo>
                    <a:pt x="26841" y="27240"/>
                  </a:lnTo>
                  <a:cubicBezTo>
                    <a:pt x="27001" y="27604"/>
                    <a:pt x="27110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0"/>
                    <a:pt x="27798" y="28844"/>
                    <a:pt x="27917" y="28903"/>
                  </a:cubicBezTo>
                  <a:cubicBezTo>
                    <a:pt x="28047" y="28961"/>
                    <a:pt x="28252" y="29026"/>
                    <a:pt x="28531" y="29099"/>
                  </a:cubicBezTo>
                  <a:cubicBezTo>
                    <a:pt x="28821" y="29158"/>
                    <a:pt x="29112" y="29194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2"/>
                  </a:cubicBezTo>
                  <a:cubicBezTo>
                    <a:pt x="31155" y="29252"/>
                    <a:pt x="31250" y="29296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8"/>
                    <a:pt x="31446" y="30222"/>
                    <a:pt x="31333" y="30368"/>
                  </a:cubicBezTo>
                  <a:cubicBezTo>
                    <a:pt x="31227" y="30500"/>
                    <a:pt x="31123" y="30573"/>
                    <a:pt x="31022" y="30587"/>
                  </a:cubicBezTo>
                  <a:cubicBezTo>
                    <a:pt x="30933" y="30602"/>
                    <a:pt x="30808" y="30609"/>
                    <a:pt x="30648" y="30609"/>
                  </a:cubicBezTo>
                  <a:cubicBezTo>
                    <a:pt x="30269" y="30609"/>
                    <a:pt x="29438" y="30587"/>
                    <a:pt x="28157" y="30543"/>
                  </a:cubicBezTo>
                  <a:cubicBezTo>
                    <a:pt x="26876" y="30499"/>
                    <a:pt x="26052" y="30477"/>
                    <a:pt x="25684" y="30477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2"/>
                  </a:cubicBezTo>
                  <a:cubicBezTo>
                    <a:pt x="19359" y="29872"/>
                    <a:pt x="19373" y="29726"/>
                    <a:pt x="19403" y="29624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5"/>
                    <a:pt x="19812" y="29289"/>
                    <a:pt x="19884" y="29275"/>
                  </a:cubicBezTo>
                  <a:cubicBezTo>
                    <a:pt x="19961" y="29260"/>
                    <a:pt x="20085" y="29245"/>
                    <a:pt x="20257" y="29231"/>
                  </a:cubicBezTo>
                  <a:cubicBezTo>
                    <a:pt x="20797" y="29172"/>
                    <a:pt x="21271" y="29063"/>
                    <a:pt x="21681" y="28903"/>
                  </a:cubicBezTo>
                  <a:cubicBezTo>
                    <a:pt x="22102" y="28728"/>
                    <a:pt x="22401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41" y="27284"/>
                  </a:lnTo>
                  <a:lnTo>
                    <a:pt x="18113" y="16584"/>
                  </a:lnTo>
                  <a:lnTo>
                    <a:pt x="14065" y="20982"/>
                  </a:lnTo>
                  <a:lnTo>
                    <a:pt x="9492" y="25817"/>
                  </a:lnTo>
                  <a:cubicBezTo>
                    <a:pt x="8692" y="26678"/>
                    <a:pt x="8291" y="27349"/>
                    <a:pt x="8291" y="27831"/>
                  </a:cubicBezTo>
                  <a:cubicBezTo>
                    <a:pt x="8291" y="28633"/>
                    <a:pt x="8888" y="29099"/>
                    <a:pt x="10080" y="29231"/>
                  </a:cubicBezTo>
                  <a:cubicBezTo>
                    <a:pt x="10447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2" y="30478"/>
                    <a:pt x="10252" y="30558"/>
                    <a:pt x="10151" y="30587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3"/>
                  </a:cubicBezTo>
                  <a:cubicBezTo>
                    <a:pt x="6183" y="30499"/>
                    <a:pt x="5344" y="30477"/>
                    <a:pt x="4786" y="30477"/>
                  </a:cubicBezTo>
                  <a:cubicBezTo>
                    <a:pt x="4324" y="30477"/>
                    <a:pt x="3618" y="30499"/>
                    <a:pt x="2669" y="30543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6" y="30565"/>
                    <a:pt x="169" y="30477"/>
                  </a:cubicBezTo>
                  <a:cubicBezTo>
                    <a:pt x="68" y="30390"/>
                    <a:pt x="18" y="30303"/>
                    <a:pt x="18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4" y="29624"/>
                  </a:cubicBezTo>
                  <a:cubicBezTo>
                    <a:pt x="86" y="29508"/>
                    <a:pt x="166" y="29421"/>
                    <a:pt x="285" y="29362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5" y="29245"/>
                    <a:pt x="979" y="29231"/>
                  </a:cubicBezTo>
                  <a:cubicBezTo>
                    <a:pt x="2218" y="29158"/>
                    <a:pt x="3366" y="28881"/>
                    <a:pt x="4422" y="28399"/>
                  </a:cubicBezTo>
                  <a:cubicBezTo>
                    <a:pt x="5483" y="27918"/>
                    <a:pt x="6533" y="27115"/>
                    <a:pt x="7571" y="25993"/>
                  </a:cubicBezTo>
                  <a:cubicBezTo>
                    <a:pt x="7654" y="25920"/>
                    <a:pt x="7749" y="25839"/>
                    <a:pt x="7856" y="25752"/>
                  </a:cubicBezTo>
                  <a:cubicBezTo>
                    <a:pt x="7968" y="25664"/>
                    <a:pt x="8069" y="25584"/>
                    <a:pt x="8158" y="25511"/>
                  </a:cubicBezTo>
                  <a:lnTo>
                    <a:pt x="17615" y="15337"/>
                  </a:lnTo>
                  <a:lnTo>
                    <a:pt x="12313" y="2822"/>
                  </a:lnTo>
                  <a:cubicBezTo>
                    <a:pt x="12152" y="2443"/>
                    <a:pt x="12001" y="2173"/>
                    <a:pt x="11859" y="2012"/>
                  </a:cubicBezTo>
                  <a:cubicBezTo>
                    <a:pt x="11711" y="1837"/>
                    <a:pt x="11411" y="1692"/>
                    <a:pt x="10960" y="1575"/>
                  </a:cubicBezTo>
                  <a:cubicBezTo>
                    <a:pt x="10510" y="1458"/>
                    <a:pt x="9845" y="1400"/>
                    <a:pt x="8968" y="1400"/>
                  </a:cubicBezTo>
                  <a:cubicBezTo>
                    <a:pt x="8718" y="1400"/>
                    <a:pt x="8538" y="1393"/>
                    <a:pt x="8425" y="1378"/>
                  </a:cubicBezTo>
                  <a:cubicBezTo>
                    <a:pt x="8306" y="1363"/>
                    <a:pt x="8197" y="1319"/>
                    <a:pt x="8096" y="1246"/>
                  </a:cubicBezTo>
                  <a:cubicBezTo>
                    <a:pt x="7989" y="1173"/>
                    <a:pt x="7936" y="1057"/>
                    <a:pt x="7936" y="897"/>
                  </a:cubicBezTo>
                  <a:cubicBezTo>
                    <a:pt x="7936" y="620"/>
                    <a:pt x="7989" y="415"/>
                    <a:pt x="8096" y="284"/>
                  </a:cubicBezTo>
                  <a:cubicBezTo>
                    <a:pt x="8208" y="138"/>
                    <a:pt x="8309" y="58"/>
                    <a:pt x="8398" y="44"/>
                  </a:cubicBezTo>
                  <a:cubicBezTo>
                    <a:pt x="8499" y="15"/>
                    <a:pt x="8615" y="0"/>
                    <a:pt x="8745" y="0"/>
                  </a:cubicBezTo>
                  <a:cubicBezTo>
                    <a:pt x="9113" y="0"/>
                    <a:pt x="9946" y="22"/>
                    <a:pt x="11245" y="65"/>
                  </a:cubicBezTo>
                  <a:cubicBezTo>
                    <a:pt x="12544" y="109"/>
                    <a:pt x="13383" y="131"/>
                    <a:pt x="13763" y="131"/>
                  </a:cubicBezTo>
                  <a:cubicBezTo>
                    <a:pt x="14385" y="131"/>
                    <a:pt x="15326" y="109"/>
                    <a:pt x="16583" y="65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54" y="0"/>
                    <a:pt x="20079" y="182"/>
                    <a:pt x="20079" y="546"/>
                  </a:cubicBezTo>
                  <a:cubicBezTo>
                    <a:pt x="20079" y="780"/>
                    <a:pt x="20029" y="962"/>
                    <a:pt x="19928" y="1093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7"/>
                    <a:pt x="16538" y="2589"/>
                    <a:pt x="16538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39" y="1531"/>
                    <a:pt x="26841" y="1400"/>
                  </a:cubicBezTo>
                  <a:cubicBezTo>
                    <a:pt x="26479" y="1342"/>
                    <a:pt x="26298" y="1174"/>
                    <a:pt x="26298" y="897"/>
                  </a:cubicBezTo>
                  <a:cubicBezTo>
                    <a:pt x="26298" y="620"/>
                    <a:pt x="26357" y="415"/>
                    <a:pt x="26476" y="284"/>
                  </a:cubicBezTo>
                  <a:cubicBezTo>
                    <a:pt x="26588" y="138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46" y="109"/>
                    <a:pt x="31585" y="131"/>
                    <a:pt x="32143" y="131"/>
                  </a:cubicBezTo>
                  <a:cubicBezTo>
                    <a:pt x="32606" y="131"/>
                    <a:pt x="33311" y="109"/>
                    <a:pt x="34260" y="65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0" y="44"/>
                    <a:pt x="36751" y="131"/>
                  </a:cubicBezTo>
                  <a:cubicBezTo>
                    <a:pt x="36858" y="204"/>
                    <a:pt x="36911" y="284"/>
                    <a:pt x="36911" y="372"/>
                  </a:cubicBezTo>
                  <a:lnTo>
                    <a:pt x="36929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E8E8411C-6453-F0FC-A334-D33D84C61EB4}"/>
                </a:ext>
              </a:extLst>
            </p:cNvPr>
            <p:cNvSpPr/>
            <p:nvPr/>
          </p:nvSpPr>
          <p:spPr>
            <a:xfrm>
              <a:off x="4245030" y="1846274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9 w 14848"/>
                <a:gd name="csY1" fmla="*/ 12471 h 64013"/>
                <a:gd name="csX2" fmla="*/ 8158 w 14848"/>
                <a:gd name="csY2" fmla="*/ 5751 h 64013"/>
                <a:gd name="csX3" fmla="*/ 12161 w 14848"/>
                <a:gd name="csY3" fmla="*/ 1344 h 64013"/>
                <a:gd name="csX4" fmla="*/ 14199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28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9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26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6" y="18285"/>
                    <a:pt x="4039" y="12471"/>
                  </a:cubicBezTo>
                  <a:cubicBezTo>
                    <a:pt x="5184" y="10033"/>
                    <a:pt x="6557" y="7793"/>
                    <a:pt x="8158" y="5751"/>
                  </a:cubicBezTo>
                  <a:cubicBezTo>
                    <a:pt x="9765" y="3709"/>
                    <a:pt x="11100" y="2240"/>
                    <a:pt x="12161" y="1344"/>
                  </a:cubicBezTo>
                  <a:cubicBezTo>
                    <a:pt x="13223" y="448"/>
                    <a:pt x="13902" y="0"/>
                    <a:pt x="14199" y="0"/>
                  </a:cubicBezTo>
                  <a:cubicBezTo>
                    <a:pt x="14614" y="0"/>
                    <a:pt x="14830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9" y="8720"/>
                    <a:pt x="3704" y="18816"/>
                    <a:pt x="3728" y="32007"/>
                  </a:cubicBezTo>
                  <a:cubicBezTo>
                    <a:pt x="3728" y="45239"/>
                    <a:pt x="7070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32" y="64014"/>
                    <a:pt x="14199" y="64014"/>
                  </a:cubicBezTo>
                  <a:cubicBezTo>
                    <a:pt x="13902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3"/>
                    <a:pt x="5370" y="54375"/>
                    <a:pt x="4226" y="51979"/>
                  </a:cubicBezTo>
                  <a:cubicBezTo>
                    <a:pt x="1409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14DA4700-A758-7738-991E-3CDD44885D43}"/>
                </a:ext>
              </a:extLst>
            </p:cNvPr>
            <p:cNvSpPr/>
            <p:nvPr/>
          </p:nvSpPr>
          <p:spPr>
            <a:xfrm>
              <a:off x="4264744" y="1865997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1 w 31884"/>
                <a:gd name="csY1" fmla="*/ 6970 h 29005"/>
                <a:gd name="csX2" fmla="*/ 28442 w 31884"/>
                <a:gd name="csY2" fmla="*/ 7939 h 29005"/>
                <a:gd name="csX3" fmla="*/ 26636 w 31884"/>
                <a:gd name="csY3" fmla="*/ 7251 h 29005"/>
                <a:gd name="csX4" fmla="*/ 26004 w 31884"/>
                <a:gd name="csY4" fmla="*/ 5688 h 29005"/>
                <a:gd name="csX5" fmla="*/ 26885 w 31884"/>
                <a:gd name="csY5" fmla="*/ 3470 h 29005"/>
                <a:gd name="csX6" fmla="*/ 29074 w 31884"/>
                <a:gd name="csY6" fmla="*/ 2220 h 29005"/>
                <a:gd name="csX7" fmla="*/ 25880 w 31884"/>
                <a:gd name="csY7" fmla="*/ 1407 h 29005"/>
                <a:gd name="csX8" fmla="*/ 23540 w 31884"/>
                <a:gd name="csY8" fmla="*/ 2063 h 29005"/>
                <a:gd name="csX9" fmla="*/ 21823 w 31884"/>
                <a:gd name="csY9" fmla="*/ 3563 h 29005"/>
                <a:gd name="csX10" fmla="*/ 20631 w 31884"/>
                <a:gd name="csY10" fmla="*/ 5626 h 29005"/>
                <a:gd name="csX11" fmla="*/ 19884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3 h 29005"/>
                <a:gd name="csX14" fmla="*/ 16289 w 31884"/>
                <a:gd name="csY14" fmla="*/ 23349 h 29005"/>
                <a:gd name="csX15" fmla="*/ 17161 w 31884"/>
                <a:gd name="csY15" fmla="*/ 26381 h 29005"/>
                <a:gd name="csX16" fmla="*/ 19786 w 31884"/>
                <a:gd name="csY16" fmla="*/ 27568 h 29005"/>
                <a:gd name="csX17" fmla="*/ 21254 w 31884"/>
                <a:gd name="csY17" fmla="*/ 27381 h 29005"/>
                <a:gd name="csX18" fmla="*/ 23042 w 31884"/>
                <a:gd name="csY18" fmla="*/ 26599 h 29005"/>
                <a:gd name="csX19" fmla="*/ 24972 w 31884"/>
                <a:gd name="csY19" fmla="*/ 25131 h 29005"/>
                <a:gd name="csX20" fmla="*/ 26823 w 31884"/>
                <a:gd name="csY20" fmla="*/ 22692 h 29005"/>
                <a:gd name="csX21" fmla="*/ 28317 w 31884"/>
                <a:gd name="csY21" fmla="*/ 19191 h 29005"/>
                <a:gd name="csX22" fmla="*/ 29136 w 31884"/>
                <a:gd name="csY22" fmla="*/ 18504 h 29005"/>
                <a:gd name="csX23" fmla="*/ 29919 w 31884"/>
                <a:gd name="csY23" fmla="*/ 19129 h 29005"/>
                <a:gd name="csX24" fmla="*/ 29474 w 31884"/>
                <a:gd name="csY24" fmla="*/ 20786 h 29005"/>
                <a:gd name="csX25" fmla="*/ 28166 w 31884"/>
                <a:gd name="csY25" fmla="*/ 23318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95 w 31884"/>
                <a:gd name="csY29" fmla="*/ 27568 h 29005"/>
                <a:gd name="csX30" fmla="*/ 12757 w 31884"/>
                <a:gd name="csY30" fmla="*/ 24130 h 29005"/>
                <a:gd name="csX31" fmla="*/ 12384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18 w 31884"/>
                <a:gd name="csY34" fmla="*/ 28506 h 29005"/>
                <a:gd name="csX35" fmla="*/ 6032 w 31884"/>
                <a:gd name="csY35" fmla="*/ 29006 h 29005"/>
                <a:gd name="csX36" fmla="*/ 3194 w 31884"/>
                <a:gd name="csY36" fmla="*/ 28568 h 29005"/>
                <a:gd name="csX37" fmla="*/ 943 w 31884"/>
                <a:gd name="csY37" fmla="*/ 27131 h 29005"/>
                <a:gd name="csX38" fmla="*/ 0 w 31884"/>
                <a:gd name="csY38" fmla="*/ 24755 h 29005"/>
                <a:gd name="csX39" fmla="*/ 1032 w 31884"/>
                <a:gd name="csY39" fmla="*/ 22161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6 h 29005"/>
                <a:gd name="csX45" fmla="*/ 6094 w 31884"/>
                <a:gd name="csY45" fmla="*/ 27568 h 29005"/>
                <a:gd name="csX46" fmla="*/ 9786 w 31884"/>
                <a:gd name="csY46" fmla="*/ 25755 h 29005"/>
                <a:gd name="csX47" fmla="*/ 12188 w 31884"/>
                <a:gd name="csY47" fmla="*/ 20911 h 29005"/>
                <a:gd name="csX48" fmla="*/ 14884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70 h 29005"/>
                <a:gd name="csX51" fmla="*/ 14350 w 31884"/>
                <a:gd name="csY51" fmla="*/ 2156 h 29005"/>
                <a:gd name="csX52" fmla="*/ 13256 w 31884"/>
                <a:gd name="csY52" fmla="*/ 1563 h 29005"/>
                <a:gd name="csX53" fmla="*/ 12188 w 31884"/>
                <a:gd name="csY53" fmla="*/ 1407 h 29005"/>
                <a:gd name="csX54" fmla="*/ 10195 w 31884"/>
                <a:gd name="csY54" fmla="*/ 1782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2 h 29005"/>
                <a:gd name="csX59" fmla="*/ 2002 w 31884"/>
                <a:gd name="csY59" fmla="*/ 9846 h 29005"/>
                <a:gd name="csX60" fmla="*/ 2411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76 w 31884"/>
                <a:gd name="csY65" fmla="*/ 188 h 29005"/>
                <a:gd name="csX66" fmla="*/ 15818 w 31884"/>
                <a:gd name="csY66" fmla="*/ 813 h 29005"/>
                <a:gd name="csX67" fmla="*/ 17757 w 31884"/>
                <a:gd name="csY67" fmla="*/ 2313 h 29005"/>
                <a:gd name="csX68" fmla="*/ 19225 w 31884"/>
                <a:gd name="csY68" fmla="*/ 4845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8 w 31884"/>
                <a:gd name="csY73" fmla="*/ 344 h 29005"/>
                <a:gd name="csX74" fmla="*/ 30791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7"/>
                    <a:pt x="31520" y="6304"/>
                    <a:pt x="30791" y="6970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51" y="7710"/>
                    <a:pt x="26636" y="7251"/>
                  </a:cubicBezTo>
                  <a:cubicBezTo>
                    <a:pt x="26215" y="6793"/>
                    <a:pt x="26004" y="6272"/>
                    <a:pt x="26004" y="5688"/>
                  </a:cubicBezTo>
                  <a:cubicBezTo>
                    <a:pt x="26004" y="4897"/>
                    <a:pt x="26298" y="4157"/>
                    <a:pt x="26885" y="3470"/>
                  </a:cubicBezTo>
                  <a:cubicBezTo>
                    <a:pt x="27466" y="2782"/>
                    <a:pt x="28196" y="2366"/>
                    <a:pt x="29074" y="2220"/>
                  </a:cubicBezTo>
                  <a:cubicBezTo>
                    <a:pt x="28220" y="1678"/>
                    <a:pt x="27155" y="1407"/>
                    <a:pt x="25880" y="1407"/>
                  </a:cubicBezTo>
                  <a:cubicBezTo>
                    <a:pt x="25049" y="1407"/>
                    <a:pt x="24270" y="1625"/>
                    <a:pt x="23540" y="2063"/>
                  </a:cubicBezTo>
                  <a:cubicBezTo>
                    <a:pt x="22828" y="2501"/>
                    <a:pt x="22256" y="3001"/>
                    <a:pt x="21823" y="3563"/>
                  </a:cubicBezTo>
                  <a:cubicBezTo>
                    <a:pt x="21402" y="4126"/>
                    <a:pt x="21005" y="4814"/>
                    <a:pt x="20631" y="5626"/>
                  </a:cubicBezTo>
                  <a:cubicBezTo>
                    <a:pt x="20275" y="6418"/>
                    <a:pt x="20026" y="7053"/>
                    <a:pt x="19884" y="7533"/>
                  </a:cubicBezTo>
                  <a:cubicBezTo>
                    <a:pt x="19759" y="7991"/>
                    <a:pt x="19643" y="8470"/>
                    <a:pt x="19537" y="8970"/>
                  </a:cubicBezTo>
                  <a:lnTo>
                    <a:pt x="17348" y="17723"/>
                  </a:lnTo>
                  <a:cubicBezTo>
                    <a:pt x="16642" y="20494"/>
                    <a:pt x="16289" y="22370"/>
                    <a:pt x="16289" y="23349"/>
                  </a:cubicBezTo>
                  <a:cubicBezTo>
                    <a:pt x="16289" y="24557"/>
                    <a:pt x="16580" y="25568"/>
                    <a:pt x="17161" y="26381"/>
                  </a:cubicBezTo>
                  <a:cubicBezTo>
                    <a:pt x="17743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6" y="27235"/>
                    <a:pt x="22372" y="26974"/>
                    <a:pt x="23042" y="26599"/>
                  </a:cubicBezTo>
                  <a:cubicBezTo>
                    <a:pt x="23730" y="26203"/>
                    <a:pt x="24373" y="25714"/>
                    <a:pt x="24972" y="25131"/>
                  </a:cubicBezTo>
                  <a:cubicBezTo>
                    <a:pt x="25601" y="24526"/>
                    <a:pt x="26218" y="23714"/>
                    <a:pt x="26823" y="22692"/>
                  </a:cubicBezTo>
                  <a:cubicBezTo>
                    <a:pt x="27428" y="21671"/>
                    <a:pt x="27926" y="20505"/>
                    <a:pt x="28317" y="19191"/>
                  </a:cubicBezTo>
                  <a:cubicBezTo>
                    <a:pt x="28442" y="18733"/>
                    <a:pt x="28715" y="18504"/>
                    <a:pt x="29136" y="18504"/>
                  </a:cubicBezTo>
                  <a:cubicBezTo>
                    <a:pt x="29658" y="18504"/>
                    <a:pt x="29919" y="18712"/>
                    <a:pt x="29919" y="19129"/>
                  </a:cubicBezTo>
                  <a:cubicBezTo>
                    <a:pt x="29919" y="19483"/>
                    <a:pt x="29770" y="20035"/>
                    <a:pt x="29474" y="20786"/>
                  </a:cubicBezTo>
                  <a:cubicBezTo>
                    <a:pt x="29207" y="21515"/>
                    <a:pt x="28771" y="22359"/>
                    <a:pt x="28166" y="23318"/>
                  </a:cubicBezTo>
                  <a:cubicBezTo>
                    <a:pt x="27579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81" y="28527"/>
                    <a:pt x="15195" y="27568"/>
                  </a:cubicBezTo>
                  <a:cubicBezTo>
                    <a:pt x="14003" y="26610"/>
                    <a:pt x="13190" y="25464"/>
                    <a:pt x="12757" y="24130"/>
                  </a:cubicBezTo>
                  <a:cubicBezTo>
                    <a:pt x="12651" y="24318"/>
                    <a:pt x="12526" y="24537"/>
                    <a:pt x="12384" y="24786"/>
                  </a:cubicBezTo>
                  <a:cubicBezTo>
                    <a:pt x="12236" y="25037"/>
                    <a:pt x="11942" y="25443"/>
                    <a:pt x="11503" y="26005"/>
                  </a:cubicBezTo>
                  <a:cubicBezTo>
                    <a:pt x="11088" y="26547"/>
                    <a:pt x="10640" y="27027"/>
                    <a:pt x="10160" y="27443"/>
                  </a:cubicBezTo>
                  <a:cubicBezTo>
                    <a:pt x="9679" y="27839"/>
                    <a:pt x="9065" y="28193"/>
                    <a:pt x="8318" y="28506"/>
                  </a:cubicBezTo>
                  <a:cubicBezTo>
                    <a:pt x="7589" y="28839"/>
                    <a:pt x="6827" y="29006"/>
                    <a:pt x="6032" y="29006"/>
                  </a:cubicBezTo>
                  <a:cubicBezTo>
                    <a:pt x="5035" y="29006"/>
                    <a:pt x="4089" y="28860"/>
                    <a:pt x="3194" y="28568"/>
                  </a:cubicBezTo>
                  <a:cubicBezTo>
                    <a:pt x="2316" y="28276"/>
                    <a:pt x="1566" y="27797"/>
                    <a:pt x="943" y="27131"/>
                  </a:cubicBezTo>
                  <a:cubicBezTo>
                    <a:pt x="314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44" y="21432"/>
                    <a:pt x="2577" y="21067"/>
                    <a:pt x="3532" y="21067"/>
                  </a:cubicBezTo>
                  <a:cubicBezTo>
                    <a:pt x="4137" y="21067"/>
                    <a:pt x="4680" y="21244"/>
                    <a:pt x="5160" y="21598"/>
                  </a:cubicBezTo>
                  <a:cubicBezTo>
                    <a:pt x="5658" y="21953"/>
                    <a:pt x="5907" y="22515"/>
                    <a:pt x="5907" y="23286"/>
                  </a:cubicBezTo>
                  <a:cubicBezTo>
                    <a:pt x="5907" y="24141"/>
                    <a:pt x="5617" y="24890"/>
                    <a:pt x="5035" y="25536"/>
                  </a:cubicBezTo>
                  <a:cubicBezTo>
                    <a:pt x="4448" y="26182"/>
                    <a:pt x="3740" y="26589"/>
                    <a:pt x="2909" y="26756"/>
                  </a:cubicBezTo>
                  <a:cubicBezTo>
                    <a:pt x="3763" y="27298"/>
                    <a:pt x="4825" y="27568"/>
                    <a:pt x="6094" y="27568"/>
                  </a:cubicBezTo>
                  <a:cubicBezTo>
                    <a:pt x="7470" y="27568"/>
                    <a:pt x="8701" y="26964"/>
                    <a:pt x="9786" y="25755"/>
                  </a:cubicBezTo>
                  <a:cubicBezTo>
                    <a:pt x="10871" y="24547"/>
                    <a:pt x="11672" y="22932"/>
                    <a:pt x="12188" y="20911"/>
                  </a:cubicBezTo>
                  <a:cubicBezTo>
                    <a:pt x="13481" y="16055"/>
                    <a:pt x="14380" y="12544"/>
                    <a:pt x="14884" y="10377"/>
                  </a:cubicBezTo>
                  <a:cubicBezTo>
                    <a:pt x="15382" y="8189"/>
                    <a:pt x="15631" y="6626"/>
                    <a:pt x="15631" y="5688"/>
                  </a:cubicBezTo>
                  <a:cubicBezTo>
                    <a:pt x="15631" y="4814"/>
                    <a:pt x="15515" y="4074"/>
                    <a:pt x="15284" y="3470"/>
                  </a:cubicBezTo>
                  <a:cubicBezTo>
                    <a:pt x="15059" y="2865"/>
                    <a:pt x="14747" y="2428"/>
                    <a:pt x="14350" y="2156"/>
                  </a:cubicBezTo>
                  <a:cubicBezTo>
                    <a:pt x="13976" y="1865"/>
                    <a:pt x="13612" y="1667"/>
                    <a:pt x="13256" y="1563"/>
                  </a:cubicBezTo>
                  <a:cubicBezTo>
                    <a:pt x="12924" y="1459"/>
                    <a:pt x="12568" y="1407"/>
                    <a:pt x="12188" y="1407"/>
                  </a:cubicBezTo>
                  <a:cubicBezTo>
                    <a:pt x="11565" y="1407"/>
                    <a:pt x="10901" y="1532"/>
                    <a:pt x="10195" y="1782"/>
                  </a:cubicBezTo>
                  <a:cubicBezTo>
                    <a:pt x="9507" y="2032"/>
                    <a:pt x="8745" y="2448"/>
                    <a:pt x="7909" y="3032"/>
                  </a:cubicBezTo>
                  <a:cubicBezTo>
                    <a:pt x="7096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93" y="10263"/>
                    <a:pt x="3212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8" y="8950"/>
                    <a:pt x="2411" y="8220"/>
                  </a:cubicBezTo>
                  <a:cubicBezTo>
                    <a:pt x="2702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7" y="2178"/>
                    <a:pt x="7547" y="1459"/>
                    <a:pt x="8692" y="875"/>
                  </a:cubicBezTo>
                  <a:cubicBezTo>
                    <a:pt x="9860" y="292"/>
                    <a:pt x="11067" y="0"/>
                    <a:pt x="12313" y="0"/>
                  </a:cubicBezTo>
                  <a:cubicBezTo>
                    <a:pt x="12876" y="0"/>
                    <a:pt x="13431" y="63"/>
                    <a:pt x="13976" y="188"/>
                  </a:cubicBezTo>
                  <a:cubicBezTo>
                    <a:pt x="14540" y="292"/>
                    <a:pt x="15154" y="501"/>
                    <a:pt x="15818" y="813"/>
                  </a:cubicBezTo>
                  <a:cubicBezTo>
                    <a:pt x="16506" y="1126"/>
                    <a:pt x="17152" y="1626"/>
                    <a:pt x="17757" y="2313"/>
                  </a:cubicBezTo>
                  <a:cubicBezTo>
                    <a:pt x="18362" y="3000"/>
                    <a:pt x="18852" y="3844"/>
                    <a:pt x="19225" y="4845"/>
                  </a:cubicBezTo>
                  <a:cubicBezTo>
                    <a:pt x="19474" y="4366"/>
                    <a:pt x="19765" y="3897"/>
                    <a:pt x="20097" y="3438"/>
                  </a:cubicBezTo>
                  <a:cubicBezTo>
                    <a:pt x="20453" y="2980"/>
                    <a:pt x="20901" y="2469"/>
                    <a:pt x="21440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7" y="177"/>
                    <a:pt x="25070" y="0"/>
                    <a:pt x="25942" y="0"/>
                  </a:cubicBezTo>
                  <a:cubicBezTo>
                    <a:pt x="26796" y="0"/>
                    <a:pt x="27641" y="115"/>
                    <a:pt x="28478" y="344"/>
                  </a:cubicBezTo>
                  <a:cubicBezTo>
                    <a:pt x="29308" y="552"/>
                    <a:pt x="30079" y="1000"/>
                    <a:pt x="30791" y="1688"/>
                  </a:cubicBezTo>
                  <a:cubicBezTo>
                    <a:pt x="31520" y="2355"/>
                    <a:pt x="31885" y="3199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2C254480-C0B8-9254-0B8A-4B966049E151}"/>
                </a:ext>
              </a:extLst>
            </p:cNvPr>
            <p:cNvSpPr/>
            <p:nvPr/>
          </p:nvSpPr>
          <p:spPr>
            <a:xfrm>
              <a:off x="4302794" y="1846274"/>
              <a:ext cx="14839" cy="64013"/>
            </a:xfrm>
            <a:custGeom>
              <a:avLst/>
              <a:gdLst>
                <a:gd name="csX0" fmla="*/ 0 w 14839"/>
                <a:gd name="csY0" fmla="*/ 63388 h 64013"/>
                <a:gd name="csX1" fmla="*/ 809 w 14839"/>
                <a:gd name="csY1" fmla="*/ 62294 h 64013"/>
                <a:gd name="csX2" fmla="*/ 11121 w 14839"/>
                <a:gd name="csY2" fmla="*/ 32007 h 64013"/>
                <a:gd name="csX3" fmla="*/ 1219 w 14839"/>
                <a:gd name="csY3" fmla="*/ 2125 h 64013"/>
                <a:gd name="csX4" fmla="*/ 0 w 14839"/>
                <a:gd name="csY4" fmla="*/ 625 h 64013"/>
                <a:gd name="csX5" fmla="*/ 623 w 14839"/>
                <a:gd name="csY5" fmla="*/ 0 h 64013"/>
                <a:gd name="csX6" fmla="*/ 2589 w 14839"/>
                <a:gd name="csY6" fmla="*/ 1281 h 64013"/>
                <a:gd name="csX7" fmla="*/ 6494 w 14839"/>
                <a:gd name="csY7" fmla="*/ 5501 h 64013"/>
                <a:gd name="csX8" fmla="*/ 10622 w 14839"/>
                <a:gd name="csY8" fmla="*/ 12033 h 64013"/>
                <a:gd name="csX9" fmla="*/ 14839 w 14839"/>
                <a:gd name="csY9" fmla="*/ 32007 h 64013"/>
                <a:gd name="csX10" fmla="*/ 10809 w 14839"/>
                <a:gd name="csY10" fmla="*/ 51542 h 64013"/>
                <a:gd name="csX11" fmla="*/ 6681 w 14839"/>
                <a:gd name="csY11" fmla="*/ 58262 h 64013"/>
                <a:gd name="csX12" fmla="*/ 2687 w 14839"/>
                <a:gd name="csY12" fmla="*/ 62669 h 64013"/>
                <a:gd name="csX13" fmla="*/ 623 w 14839"/>
                <a:gd name="csY13" fmla="*/ 64014 h 64013"/>
                <a:gd name="csX14" fmla="*/ 0 w 14839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39" h="64013">
                  <a:moveTo>
                    <a:pt x="0" y="63388"/>
                  </a:moveTo>
                  <a:cubicBezTo>
                    <a:pt x="0" y="63180"/>
                    <a:pt x="270" y="62815"/>
                    <a:pt x="809" y="62294"/>
                  </a:cubicBezTo>
                  <a:cubicBezTo>
                    <a:pt x="7684" y="55292"/>
                    <a:pt x="11121" y="45197"/>
                    <a:pt x="11121" y="32007"/>
                  </a:cubicBezTo>
                  <a:cubicBezTo>
                    <a:pt x="11121" y="18775"/>
                    <a:pt x="7820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8" y="0"/>
                    <a:pt x="623" y="0"/>
                  </a:cubicBezTo>
                  <a:cubicBezTo>
                    <a:pt x="913" y="0"/>
                    <a:pt x="1569" y="427"/>
                    <a:pt x="2589" y="1281"/>
                  </a:cubicBezTo>
                  <a:cubicBezTo>
                    <a:pt x="3633" y="2136"/>
                    <a:pt x="4935" y="3542"/>
                    <a:pt x="6494" y="5501"/>
                  </a:cubicBezTo>
                  <a:cubicBezTo>
                    <a:pt x="8078" y="7460"/>
                    <a:pt x="9454" y="9637"/>
                    <a:pt x="10622" y="12033"/>
                  </a:cubicBezTo>
                  <a:cubicBezTo>
                    <a:pt x="13434" y="17847"/>
                    <a:pt x="14839" y="24505"/>
                    <a:pt x="14839" y="32007"/>
                  </a:cubicBezTo>
                  <a:cubicBezTo>
                    <a:pt x="14839" y="39216"/>
                    <a:pt x="13496" y="45728"/>
                    <a:pt x="10809" y="51542"/>
                  </a:cubicBezTo>
                  <a:cubicBezTo>
                    <a:pt x="9664" y="53980"/>
                    <a:pt x="8289" y="56220"/>
                    <a:pt x="6681" y="58262"/>
                  </a:cubicBezTo>
                  <a:cubicBezTo>
                    <a:pt x="5080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8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43D2E091-18C6-98B6-3A41-E7A5DCC35987}"/>
                </a:ext>
              </a:extLst>
            </p:cNvPr>
            <p:cNvSpPr/>
            <p:nvPr/>
          </p:nvSpPr>
          <p:spPr>
            <a:xfrm>
              <a:off x="4345133" y="1874874"/>
              <a:ext cx="6779" cy="6813"/>
            </a:xfrm>
            <a:custGeom>
              <a:avLst/>
              <a:gdLst>
                <a:gd name="csX0" fmla="*/ 5783 w 6779"/>
                <a:gd name="csY0" fmla="*/ 1031 h 6813"/>
                <a:gd name="csX1" fmla="*/ 6779 w 6779"/>
                <a:gd name="csY1" fmla="*/ 3407 h 6813"/>
                <a:gd name="csX2" fmla="*/ 5783 w 6779"/>
                <a:gd name="csY2" fmla="*/ 5814 h 6813"/>
                <a:gd name="csX3" fmla="*/ 3407 w 6779"/>
                <a:gd name="csY3" fmla="*/ 6814 h 6813"/>
                <a:gd name="csX4" fmla="*/ 996 w 6779"/>
                <a:gd name="csY4" fmla="*/ 5814 h 6813"/>
                <a:gd name="csX5" fmla="*/ 0 w 6779"/>
                <a:gd name="csY5" fmla="*/ 3407 h 6813"/>
                <a:gd name="csX6" fmla="*/ 996 w 6779"/>
                <a:gd name="csY6" fmla="*/ 1031 h 6813"/>
                <a:gd name="csX7" fmla="*/ 3407 w 6779"/>
                <a:gd name="csY7" fmla="*/ 0 h 6813"/>
                <a:gd name="csX8" fmla="*/ 5783 w 6779"/>
                <a:gd name="csY8" fmla="*/ 1031 h 6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6779" h="6813">
                  <a:moveTo>
                    <a:pt x="5783" y="1031"/>
                  </a:moveTo>
                  <a:cubicBezTo>
                    <a:pt x="6447" y="1698"/>
                    <a:pt x="6779" y="2490"/>
                    <a:pt x="6779" y="3407"/>
                  </a:cubicBezTo>
                  <a:cubicBezTo>
                    <a:pt x="6779" y="4324"/>
                    <a:pt x="6447" y="5126"/>
                    <a:pt x="5783" y="5814"/>
                  </a:cubicBezTo>
                  <a:cubicBezTo>
                    <a:pt x="5113" y="6480"/>
                    <a:pt x="4321" y="6814"/>
                    <a:pt x="3407" y="6814"/>
                  </a:cubicBezTo>
                  <a:cubicBezTo>
                    <a:pt x="2488" y="6814"/>
                    <a:pt x="1684" y="6480"/>
                    <a:pt x="996" y="5814"/>
                  </a:cubicBezTo>
                  <a:cubicBezTo>
                    <a:pt x="332" y="5126"/>
                    <a:pt x="0" y="4324"/>
                    <a:pt x="0" y="3407"/>
                  </a:cubicBezTo>
                  <a:cubicBezTo>
                    <a:pt x="0" y="2490"/>
                    <a:pt x="332" y="1698"/>
                    <a:pt x="996" y="1031"/>
                  </a:cubicBezTo>
                  <a:cubicBezTo>
                    <a:pt x="1684" y="344"/>
                    <a:pt x="2488" y="0"/>
                    <a:pt x="3407" y="0"/>
                  </a:cubicBezTo>
                  <a:cubicBezTo>
                    <a:pt x="4321" y="0"/>
                    <a:pt x="5113" y="344"/>
                    <a:pt x="5783" y="1031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B96C339C-AD78-D1E5-7901-A404755BADA2}"/>
                </a:ext>
              </a:extLst>
            </p:cNvPr>
            <p:cNvSpPr/>
            <p:nvPr/>
          </p:nvSpPr>
          <p:spPr>
            <a:xfrm>
              <a:off x="4380505" y="1865997"/>
              <a:ext cx="52444" cy="29005"/>
            </a:xfrm>
            <a:custGeom>
              <a:avLst/>
              <a:gdLst>
                <a:gd name="csX0" fmla="*/ 52445 w 52444"/>
                <a:gd name="csY0" fmla="*/ 19129 h 29005"/>
                <a:gd name="csX1" fmla="*/ 52169 w 52444"/>
                <a:gd name="csY1" fmla="*/ 20348 h 29005"/>
                <a:gd name="csX2" fmla="*/ 51199 w 52444"/>
                <a:gd name="csY2" fmla="*/ 22818 h 29005"/>
                <a:gd name="csX3" fmla="*/ 49607 w 52444"/>
                <a:gd name="csY3" fmla="*/ 25693 h 29005"/>
                <a:gd name="csX4" fmla="*/ 47196 w 52444"/>
                <a:gd name="csY4" fmla="*/ 28037 h 29005"/>
                <a:gd name="csX5" fmla="*/ 44037 w 52444"/>
                <a:gd name="csY5" fmla="*/ 29006 h 29005"/>
                <a:gd name="csX6" fmla="*/ 40292 w 52444"/>
                <a:gd name="csY6" fmla="*/ 27506 h 29005"/>
                <a:gd name="csX7" fmla="*/ 38789 w 52444"/>
                <a:gd name="csY7" fmla="*/ 23755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78 w 52444"/>
                <a:gd name="csY11" fmla="*/ 2220 h 29005"/>
                <a:gd name="csX12" fmla="*/ 33442 w 52444"/>
                <a:gd name="csY12" fmla="*/ 4157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50 h 29005"/>
                <a:gd name="csX17" fmla="*/ 25221 w 52444"/>
                <a:gd name="csY17" fmla="*/ 27287 h 29005"/>
                <a:gd name="csX18" fmla="*/ 24412 w 52444"/>
                <a:gd name="csY18" fmla="*/ 28444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6 h 29005"/>
                <a:gd name="csX22" fmla="*/ 21156 w 52444"/>
                <a:gd name="csY22" fmla="*/ 26474 h 29005"/>
                <a:gd name="csX23" fmla="*/ 21538 w 52444"/>
                <a:gd name="csY23" fmla="*/ 24912 h 29005"/>
                <a:gd name="csX24" fmla="*/ 21850 w 52444"/>
                <a:gd name="csY24" fmla="*/ 23474 h 29005"/>
                <a:gd name="csX25" fmla="*/ 23131 w 52444"/>
                <a:gd name="csY25" fmla="*/ 18629 h 29005"/>
                <a:gd name="csX26" fmla="*/ 24910 w 52444"/>
                <a:gd name="csY26" fmla="*/ 11190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3 h 29005"/>
                <a:gd name="csX30" fmla="*/ 16378 w 52444"/>
                <a:gd name="csY30" fmla="*/ 3563 h 29005"/>
                <a:gd name="csX31" fmla="*/ 14279 w 52444"/>
                <a:gd name="csY31" fmla="*/ 5657 h 29005"/>
                <a:gd name="csX32" fmla="*/ 12811 w 52444"/>
                <a:gd name="csY32" fmla="*/ 7658 h 29005"/>
                <a:gd name="csX33" fmla="*/ 11966 w 52444"/>
                <a:gd name="csY33" fmla="*/ 9221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45 w 52444"/>
                <a:gd name="csY40" fmla="*/ 28537 h 29005"/>
                <a:gd name="csX41" fmla="*/ 3221 w 52444"/>
                <a:gd name="csY41" fmla="*/ 27256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5 h 29005"/>
                <a:gd name="csX45" fmla="*/ 7500 w 52444"/>
                <a:gd name="csY45" fmla="*/ 9721 h 29005"/>
                <a:gd name="csX46" fmla="*/ 8345 w 52444"/>
                <a:gd name="csY46" fmla="*/ 6189 h 29005"/>
                <a:gd name="csX47" fmla="*/ 8532 w 52444"/>
                <a:gd name="csY47" fmla="*/ 4345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2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9 h 29005"/>
                <a:gd name="csX56" fmla="*/ 2002 w 52444"/>
                <a:gd name="csY56" fmla="*/ 3657 h 29005"/>
                <a:gd name="csX57" fmla="*/ 2589 w 52444"/>
                <a:gd name="csY57" fmla="*/ 2563 h 29005"/>
                <a:gd name="csX58" fmla="*/ 3434 w 52444"/>
                <a:gd name="csY58" fmla="*/ 1438 h 29005"/>
                <a:gd name="csX59" fmla="*/ 4840 w 52444"/>
                <a:gd name="csY59" fmla="*/ 375 h 29005"/>
                <a:gd name="csX60" fmla="*/ 6717 w 52444"/>
                <a:gd name="csY60" fmla="*/ 0 h 29005"/>
                <a:gd name="csX61" fmla="*/ 10685 w 52444"/>
                <a:gd name="csY61" fmla="*/ 1469 h 29005"/>
                <a:gd name="csX62" fmla="*/ 12624 w 52444"/>
                <a:gd name="csY62" fmla="*/ 5564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9 h 29005"/>
                <a:gd name="csX66" fmla="*/ 40354 w 52444"/>
                <a:gd name="csY66" fmla="*/ 0 h 29005"/>
                <a:gd name="csX67" fmla="*/ 45790 w 52444"/>
                <a:gd name="csY67" fmla="*/ 1844 h 29005"/>
                <a:gd name="csX68" fmla="*/ 47694 w 52444"/>
                <a:gd name="csY68" fmla="*/ 6845 h 29005"/>
                <a:gd name="csX69" fmla="*/ 46849 w 52444"/>
                <a:gd name="csY69" fmla="*/ 11659 h 29005"/>
                <a:gd name="csX70" fmla="*/ 45443 w 52444"/>
                <a:gd name="csY70" fmla="*/ 16347 h 29005"/>
                <a:gd name="csX71" fmla="*/ 43788 w 52444"/>
                <a:gd name="csY71" fmla="*/ 20911 h 29005"/>
                <a:gd name="csX72" fmla="*/ 42632 w 52444"/>
                <a:gd name="csY72" fmla="*/ 25474 h 29005"/>
                <a:gd name="csX73" fmla="*/ 43005 w 52444"/>
                <a:gd name="csY73" fmla="*/ 27068 h 29005"/>
                <a:gd name="csX74" fmla="*/ 44198 w 52444"/>
                <a:gd name="csY74" fmla="*/ 27568 h 29005"/>
                <a:gd name="csX75" fmla="*/ 46537 w 52444"/>
                <a:gd name="csY75" fmla="*/ 26849 h 29005"/>
                <a:gd name="csX76" fmla="*/ 48415 w 52444"/>
                <a:gd name="csY76" fmla="*/ 24881 h 29005"/>
                <a:gd name="csX77" fmla="*/ 49758 w 52444"/>
                <a:gd name="csY77" fmla="*/ 22380 h 29005"/>
                <a:gd name="csX78" fmla="*/ 50701 w 52444"/>
                <a:gd name="csY78" fmla="*/ 19660 h 29005"/>
                <a:gd name="csX79" fmla="*/ 51075 w 52444"/>
                <a:gd name="csY79" fmla="*/ 18691 h 29005"/>
                <a:gd name="csX80" fmla="*/ 51662 w 52444"/>
                <a:gd name="csY80" fmla="*/ 18504 h 29005"/>
                <a:gd name="csX81" fmla="*/ 52445 w 52444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9"/>
                  </a:moveTo>
                  <a:cubicBezTo>
                    <a:pt x="52445" y="19296"/>
                    <a:pt x="52353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9" y="24776"/>
                    <a:pt x="49607" y="25693"/>
                  </a:cubicBezTo>
                  <a:cubicBezTo>
                    <a:pt x="49002" y="26589"/>
                    <a:pt x="48198" y="27371"/>
                    <a:pt x="47196" y="28037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6"/>
                  </a:cubicBezTo>
                  <a:cubicBezTo>
                    <a:pt x="39290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0" y="1678"/>
                    <a:pt x="36378" y="2220"/>
                  </a:cubicBezTo>
                  <a:cubicBezTo>
                    <a:pt x="35191" y="2761"/>
                    <a:pt x="34213" y="3407"/>
                    <a:pt x="33442" y="4157"/>
                  </a:cubicBezTo>
                  <a:cubicBezTo>
                    <a:pt x="32671" y="4908"/>
                    <a:pt x="31983" y="5710"/>
                    <a:pt x="31378" y="6564"/>
                  </a:cubicBezTo>
                  <a:cubicBezTo>
                    <a:pt x="30773" y="7418"/>
                    <a:pt x="30337" y="8127"/>
                    <a:pt x="30070" y="8689"/>
                  </a:cubicBezTo>
                  <a:cubicBezTo>
                    <a:pt x="29821" y="9252"/>
                    <a:pt x="29664" y="9658"/>
                    <a:pt x="29599" y="9908"/>
                  </a:cubicBezTo>
                  <a:lnTo>
                    <a:pt x="25755" y="25350"/>
                  </a:lnTo>
                  <a:cubicBezTo>
                    <a:pt x="25548" y="26224"/>
                    <a:pt x="25370" y="26870"/>
                    <a:pt x="25221" y="27287"/>
                  </a:cubicBezTo>
                  <a:cubicBezTo>
                    <a:pt x="25079" y="27704"/>
                    <a:pt x="24809" y="28089"/>
                    <a:pt x="24412" y="28444"/>
                  </a:cubicBezTo>
                  <a:cubicBezTo>
                    <a:pt x="24014" y="28819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8"/>
                    <a:pt x="21005" y="27256"/>
                  </a:cubicBezTo>
                  <a:cubicBezTo>
                    <a:pt x="21005" y="27172"/>
                    <a:pt x="21055" y="26912"/>
                    <a:pt x="21156" y="26474"/>
                  </a:cubicBezTo>
                  <a:cubicBezTo>
                    <a:pt x="21263" y="26037"/>
                    <a:pt x="21390" y="25516"/>
                    <a:pt x="21538" y="24912"/>
                  </a:cubicBezTo>
                  <a:cubicBezTo>
                    <a:pt x="21681" y="24307"/>
                    <a:pt x="21784" y="23828"/>
                    <a:pt x="21850" y="23474"/>
                  </a:cubicBezTo>
                  <a:cubicBezTo>
                    <a:pt x="22597" y="20640"/>
                    <a:pt x="23024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49" y="4845"/>
                    <a:pt x="14279" y="5657"/>
                  </a:cubicBezTo>
                  <a:cubicBezTo>
                    <a:pt x="13638" y="6449"/>
                    <a:pt x="13149" y="7116"/>
                    <a:pt x="12811" y="7658"/>
                  </a:cubicBezTo>
                  <a:cubicBezTo>
                    <a:pt x="12502" y="8179"/>
                    <a:pt x="12221" y="8700"/>
                    <a:pt x="11966" y="9221"/>
                  </a:cubicBezTo>
                  <a:lnTo>
                    <a:pt x="11156" y="12409"/>
                  </a:lnTo>
                  <a:cubicBezTo>
                    <a:pt x="11032" y="12992"/>
                    <a:pt x="10667" y="14420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1" y="28850"/>
                    <a:pt x="3745" y="28537"/>
                  </a:cubicBezTo>
                  <a:cubicBezTo>
                    <a:pt x="3395" y="28225"/>
                    <a:pt x="3221" y="27798"/>
                    <a:pt x="3221" y="27256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40" y="24756"/>
                    <a:pt x="3781" y="24505"/>
                  </a:cubicBezTo>
                  <a:lnTo>
                    <a:pt x="7500" y="9721"/>
                  </a:lnTo>
                  <a:cubicBezTo>
                    <a:pt x="7956" y="7929"/>
                    <a:pt x="8238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45" y="1407"/>
                    <a:pt x="4549" y="2052"/>
                    <a:pt x="3843" y="3344"/>
                  </a:cubicBezTo>
                  <a:cubicBezTo>
                    <a:pt x="3137" y="4637"/>
                    <a:pt x="2482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299" y="10429"/>
                    <a:pt x="1091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15" y="8023"/>
                    <a:pt x="655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5" y="2855"/>
                    <a:pt x="2589" y="2563"/>
                  </a:cubicBezTo>
                  <a:cubicBezTo>
                    <a:pt x="2779" y="2271"/>
                    <a:pt x="3060" y="1896"/>
                    <a:pt x="3434" y="1438"/>
                  </a:cubicBezTo>
                  <a:cubicBezTo>
                    <a:pt x="3814" y="979"/>
                    <a:pt x="4282" y="625"/>
                    <a:pt x="4840" y="375"/>
                  </a:cubicBezTo>
                  <a:cubicBezTo>
                    <a:pt x="5403" y="125"/>
                    <a:pt x="6029" y="0"/>
                    <a:pt x="6717" y="0"/>
                  </a:cubicBezTo>
                  <a:cubicBezTo>
                    <a:pt x="8241" y="0"/>
                    <a:pt x="9564" y="490"/>
                    <a:pt x="10685" y="1469"/>
                  </a:cubicBezTo>
                  <a:cubicBezTo>
                    <a:pt x="11835" y="2449"/>
                    <a:pt x="12482" y="3814"/>
                    <a:pt x="12624" y="5564"/>
                  </a:cubicBezTo>
                  <a:cubicBezTo>
                    <a:pt x="15400" y="1855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30"/>
                    <a:pt x="29910" y="6189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59" y="3053"/>
                    <a:pt x="47694" y="4720"/>
                    <a:pt x="47694" y="6845"/>
                  </a:cubicBezTo>
                  <a:cubicBezTo>
                    <a:pt x="47694" y="7949"/>
                    <a:pt x="47412" y="9554"/>
                    <a:pt x="46849" y="11659"/>
                  </a:cubicBezTo>
                  <a:cubicBezTo>
                    <a:pt x="46291" y="13742"/>
                    <a:pt x="45823" y="15305"/>
                    <a:pt x="45443" y="16347"/>
                  </a:cubicBezTo>
                  <a:cubicBezTo>
                    <a:pt x="45069" y="17389"/>
                    <a:pt x="44518" y="18911"/>
                    <a:pt x="43788" y="20911"/>
                  </a:cubicBezTo>
                  <a:cubicBezTo>
                    <a:pt x="43017" y="22828"/>
                    <a:pt x="42632" y="24349"/>
                    <a:pt x="42632" y="25474"/>
                  </a:cubicBezTo>
                  <a:cubicBezTo>
                    <a:pt x="42632" y="26204"/>
                    <a:pt x="42756" y="26735"/>
                    <a:pt x="43005" y="27068"/>
                  </a:cubicBezTo>
                  <a:cubicBezTo>
                    <a:pt x="43255" y="27402"/>
                    <a:pt x="43652" y="27568"/>
                    <a:pt x="44198" y="27568"/>
                  </a:cubicBezTo>
                  <a:cubicBezTo>
                    <a:pt x="45028" y="27568"/>
                    <a:pt x="45808" y="27329"/>
                    <a:pt x="46537" y="26849"/>
                  </a:cubicBezTo>
                  <a:cubicBezTo>
                    <a:pt x="47267" y="26350"/>
                    <a:pt x="47893" y="25693"/>
                    <a:pt x="48415" y="24881"/>
                  </a:cubicBezTo>
                  <a:cubicBezTo>
                    <a:pt x="48954" y="24047"/>
                    <a:pt x="49402" y="23213"/>
                    <a:pt x="49758" y="22380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40"/>
                    <a:pt x="50991" y="18817"/>
                    <a:pt x="51075" y="18691"/>
                  </a:cubicBezTo>
                  <a:cubicBezTo>
                    <a:pt x="51175" y="18566"/>
                    <a:pt x="51371" y="18504"/>
                    <a:pt x="51662" y="18504"/>
                  </a:cubicBezTo>
                  <a:cubicBezTo>
                    <a:pt x="52184" y="18504"/>
                    <a:pt x="52445" y="18712"/>
                    <a:pt x="52445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68B5EE41-F74E-043C-EF8C-065CE2BE44C9}"/>
                </a:ext>
              </a:extLst>
            </p:cNvPr>
            <p:cNvSpPr/>
            <p:nvPr/>
          </p:nvSpPr>
          <p:spPr>
            <a:xfrm>
              <a:off x="4439284" y="1883160"/>
              <a:ext cx="36929" cy="30609"/>
            </a:xfrm>
            <a:custGeom>
              <a:avLst/>
              <a:gdLst>
                <a:gd name="csX0" fmla="*/ 36929 w 36929"/>
                <a:gd name="csY0" fmla="*/ 503 h 30609"/>
                <a:gd name="csX1" fmla="*/ 36778 w 36929"/>
                <a:gd name="csY1" fmla="*/ 1116 h 30609"/>
                <a:gd name="csX2" fmla="*/ 36493 w 36929"/>
                <a:gd name="csY2" fmla="*/ 1356 h 30609"/>
                <a:gd name="csX3" fmla="*/ 35951 w 36929"/>
                <a:gd name="csY3" fmla="*/ 1400 h 30609"/>
                <a:gd name="csX4" fmla="*/ 30257 w 36929"/>
                <a:gd name="csY4" fmla="*/ 3675 h 30609"/>
                <a:gd name="csX5" fmla="*/ 28024 w 36929"/>
                <a:gd name="csY5" fmla="*/ 5929 h 30609"/>
                <a:gd name="csX6" fmla="*/ 24350 w 36929"/>
                <a:gd name="csY6" fmla="*/ 9911 h 30609"/>
                <a:gd name="csX7" fmla="*/ 21067 w 36929"/>
                <a:gd name="csY7" fmla="*/ 13411 h 30609"/>
                <a:gd name="csX8" fmla="*/ 26850 w 36929"/>
                <a:gd name="csY8" fmla="*/ 27240 h 30609"/>
                <a:gd name="csX9" fmla="*/ 27170 w 36929"/>
                <a:gd name="csY9" fmla="*/ 28027 h 30609"/>
                <a:gd name="csX10" fmla="*/ 27499 w 36929"/>
                <a:gd name="csY10" fmla="*/ 28531 h 30609"/>
                <a:gd name="csX11" fmla="*/ 27917 w 36929"/>
                <a:gd name="csY11" fmla="*/ 28903 h 30609"/>
                <a:gd name="csX12" fmla="*/ 28531 w 36929"/>
                <a:gd name="csY12" fmla="*/ 29099 h 30609"/>
                <a:gd name="csX13" fmla="*/ 29403 w 36929"/>
                <a:gd name="csY13" fmla="*/ 29209 h 30609"/>
                <a:gd name="csX14" fmla="*/ 30693 w 36929"/>
                <a:gd name="csY14" fmla="*/ 29231 h 30609"/>
                <a:gd name="csX15" fmla="*/ 31066 w 36929"/>
                <a:gd name="csY15" fmla="*/ 29252 h 30609"/>
                <a:gd name="csX16" fmla="*/ 31351 w 36929"/>
                <a:gd name="csY16" fmla="*/ 29384 h 30609"/>
                <a:gd name="csX17" fmla="*/ 31502 w 36929"/>
                <a:gd name="csY17" fmla="*/ 29756 h 30609"/>
                <a:gd name="csX18" fmla="*/ 31333 w 36929"/>
                <a:gd name="csY18" fmla="*/ 30368 h 30609"/>
                <a:gd name="csX19" fmla="*/ 31022 w 36929"/>
                <a:gd name="csY19" fmla="*/ 30587 h 30609"/>
                <a:gd name="csX20" fmla="*/ 30648 w 36929"/>
                <a:gd name="csY20" fmla="*/ 30609 h 30609"/>
                <a:gd name="csX21" fmla="*/ 28157 w 36929"/>
                <a:gd name="csY21" fmla="*/ 30543 h 30609"/>
                <a:gd name="csX22" fmla="*/ 25684 w 36929"/>
                <a:gd name="csY22" fmla="*/ 30477 h 30609"/>
                <a:gd name="csX23" fmla="*/ 20044 w 36929"/>
                <a:gd name="csY23" fmla="*/ 30609 h 30609"/>
                <a:gd name="csX24" fmla="*/ 19359 w 36929"/>
                <a:gd name="csY24" fmla="*/ 30062 h 30609"/>
                <a:gd name="csX25" fmla="*/ 19403 w 36929"/>
                <a:gd name="csY25" fmla="*/ 29624 h 30609"/>
                <a:gd name="csX26" fmla="*/ 19626 w 36929"/>
                <a:gd name="csY26" fmla="*/ 29384 h 30609"/>
                <a:gd name="csX27" fmla="*/ 19884 w 36929"/>
                <a:gd name="csY27" fmla="*/ 29275 h 30609"/>
                <a:gd name="csX28" fmla="*/ 20257 w 36929"/>
                <a:gd name="csY28" fmla="*/ 29231 h 30609"/>
                <a:gd name="csX29" fmla="*/ 21681 w 36929"/>
                <a:gd name="csY29" fmla="*/ 28903 h 30609"/>
                <a:gd name="csX30" fmla="*/ 22579 w 36929"/>
                <a:gd name="csY30" fmla="*/ 28377 h 30609"/>
                <a:gd name="csX31" fmla="*/ 22864 w 36929"/>
                <a:gd name="csY31" fmla="*/ 27918 h 30609"/>
                <a:gd name="csX32" fmla="*/ 22642 w 36929"/>
                <a:gd name="csY32" fmla="*/ 27284 h 30609"/>
                <a:gd name="csX33" fmla="*/ 18113 w 36929"/>
                <a:gd name="csY33" fmla="*/ 16584 h 30609"/>
                <a:gd name="csX34" fmla="*/ 14065 w 36929"/>
                <a:gd name="csY34" fmla="*/ 20982 h 30609"/>
                <a:gd name="csX35" fmla="*/ 9493 w 36929"/>
                <a:gd name="csY35" fmla="*/ 25817 h 30609"/>
                <a:gd name="csX36" fmla="*/ 8292 w 36929"/>
                <a:gd name="csY36" fmla="*/ 27831 h 30609"/>
                <a:gd name="csX37" fmla="*/ 10089 w 36929"/>
                <a:gd name="csY37" fmla="*/ 29231 h 30609"/>
                <a:gd name="csX38" fmla="*/ 10631 w 36929"/>
                <a:gd name="csY38" fmla="*/ 29712 h 30609"/>
                <a:gd name="csX39" fmla="*/ 10453 w 36929"/>
                <a:gd name="csY39" fmla="*/ 30347 h 30609"/>
                <a:gd name="csX40" fmla="*/ 10151 w 36929"/>
                <a:gd name="csY40" fmla="*/ 30587 h 30609"/>
                <a:gd name="csX41" fmla="*/ 9822 w 36929"/>
                <a:gd name="csY41" fmla="*/ 30609 h 30609"/>
                <a:gd name="csX42" fmla="*/ 7304 w 36929"/>
                <a:gd name="csY42" fmla="*/ 30543 h 30609"/>
                <a:gd name="csX43" fmla="*/ 4795 w 36929"/>
                <a:gd name="csY43" fmla="*/ 30477 h 30609"/>
                <a:gd name="csX44" fmla="*/ 2669 w 36929"/>
                <a:gd name="csY44" fmla="*/ 30543 h 30609"/>
                <a:gd name="csX45" fmla="*/ 587 w 36929"/>
                <a:gd name="csY45" fmla="*/ 30609 h 30609"/>
                <a:gd name="csX46" fmla="*/ 178 w 36929"/>
                <a:gd name="csY46" fmla="*/ 30477 h 30609"/>
                <a:gd name="csX47" fmla="*/ 18 w 36929"/>
                <a:gd name="csY47" fmla="*/ 30215 h 30609"/>
                <a:gd name="csX48" fmla="*/ 0 w 36929"/>
                <a:gd name="csY48" fmla="*/ 30106 h 30609"/>
                <a:gd name="csX49" fmla="*/ 45 w 36929"/>
                <a:gd name="csY49" fmla="*/ 29624 h 30609"/>
                <a:gd name="csX50" fmla="*/ 285 w 36929"/>
                <a:gd name="csY50" fmla="*/ 29362 h 30609"/>
                <a:gd name="csX51" fmla="*/ 569 w 36929"/>
                <a:gd name="csY51" fmla="*/ 29275 h 30609"/>
                <a:gd name="csX52" fmla="*/ 987 w 36929"/>
                <a:gd name="csY52" fmla="*/ 29231 h 30609"/>
                <a:gd name="csX53" fmla="*/ 4422 w 36929"/>
                <a:gd name="csY53" fmla="*/ 28399 h 30609"/>
                <a:gd name="csX54" fmla="*/ 7571 w 36929"/>
                <a:gd name="csY54" fmla="*/ 25993 h 30609"/>
                <a:gd name="csX55" fmla="*/ 7856 w 36929"/>
                <a:gd name="csY55" fmla="*/ 25752 h 30609"/>
                <a:gd name="csX56" fmla="*/ 8158 w 36929"/>
                <a:gd name="csY56" fmla="*/ 25511 h 30609"/>
                <a:gd name="csX57" fmla="*/ 17615 w 36929"/>
                <a:gd name="csY57" fmla="*/ 15337 h 30609"/>
                <a:gd name="csX58" fmla="*/ 12322 w 36929"/>
                <a:gd name="csY58" fmla="*/ 2822 h 30609"/>
                <a:gd name="csX59" fmla="*/ 11859 w 36929"/>
                <a:gd name="csY59" fmla="*/ 2012 h 30609"/>
                <a:gd name="csX60" fmla="*/ 10960 w 36929"/>
                <a:gd name="csY60" fmla="*/ 1575 h 30609"/>
                <a:gd name="csX61" fmla="*/ 8968 w 36929"/>
                <a:gd name="csY61" fmla="*/ 1400 h 30609"/>
                <a:gd name="csX62" fmla="*/ 8425 w 36929"/>
                <a:gd name="csY62" fmla="*/ 1378 h 30609"/>
                <a:gd name="csX63" fmla="*/ 8096 w 36929"/>
                <a:gd name="csY63" fmla="*/ 1246 h 30609"/>
                <a:gd name="csX64" fmla="*/ 7945 w 36929"/>
                <a:gd name="csY64" fmla="*/ 897 h 30609"/>
                <a:gd name="csX65" fmla="*/ 8096 w 36929"/>
                <a:gd name="csY65" fmla="*/ 284 h 30609"/>
                <a:gd name="csX66" fmla="*/ 8398 w 36929"/>
                <a:gd name="csY66" fmla="*/ 44 h 30609"/>
                <a:gd name="csX67" fmla="*/ 8754 w 36929"/>
                <a:gd name="csY67" fmla="*/ 0 h 30609"/>
                <a:gd name="csX68" fmla="*/ 11245 w 36929"/>
                <a:gd name="csY68" fmla="*/ 65 h 30609"/>
                <a:gd name="csX69" fmla="*/ 13763 w 36929"/>
                <a:gd name="csY69" fmla="*/ 131 h 30609"/>
                <a:gd name="csX70" fmla="*/ 16583 w 36929"/>
                <a:gd name="csY70" fmla="*/ 65 h 30609"/>
                <a:gd name="csX71" fmla="*/ 19403 w 36929"/>
                <a:gd name="csY71" fmla="*/ 0 h 30609"/>
                <a:gd name="csX72" fmla="*/ 20088 w 36929"/>
                <a:gd name="csY72" fmla="*/ 546 h 30609"/>
                <a:gd name="csX73" fmla="*/ 19928 w 36929"/>
                <a:gd name="csY73" fmla="*/ 1093 h 30609"/>
                <a:gd name="csX74" fmla="*/ 19626 w 36929"/>
                <a:gd name="csY74" fmla="*/ 1334 h 30609"/>
                <a:gd name="csX75" fmla="*/ 19190 w 36929"/>
                <a:gd name="csY75" fmla="*/ 1400 h 30609"/>
                <a:gd name="csX76" fmla="*/ 17677 w 36929"/>
                <a:gd name="csY76" fmla="*/ 1772 h 30609"/>
                <a:gd name="csX77" fmla="*/ 16779 w 36929"/>
                <a:gd name="csY77" fmla="*/ 2297 h 30609"/>
                <a:gd name="csX78" fmla="*/ 16539 w 36929"/>
                <a:gd name="csY78" fmla="*/ 2691 h 30609"/>
                <a:gd name="csX79" fmla="*/ 16761 w 36929"/>
                <a:gd name="csY79" fmla="*/ 3282 h 30609"/>
                <a:gd name="csX80" fmla="*/ 20524 w 36929"/>
                <a:gd name="csY80" fmla="*/ 12186 h 30609"/>
                <a:gd name="csX81" fmla="*/ 27784 w 36929"/>
                <a:gd name="csY81" fmla="*/ 4398 h 30609"/>
                <a:gd name="csX82" fmla="*/ 28638 w 36929"/>
                <a:gd name="csY82" fmla="*/ 2778 h 30609"/>
                <a:gd name="csX83" fmla="*/ 26850 w 36929"/>
                <a:gd name="csY83" fmla="*/ 1400 h 30609"/>
                <a:gd name="csX84" fmla="*/ 26298 w 36929"/>
                <a:gd name="csY84" fmla="*/ 897 h 30609"/>
                <a:gd name="csX85" fmla="*/ 26476 w 36929"/>
                <a:gd name="csY85" fmla="*/ 284 h 30609"/>
                <a:gd name="csX86" fmla="*/ 26778 w 36929"/>
                <a:gd name="csY86" fmla="*/ 44 h 30609"/>
                <a:gd name="csX87" fmla="*/ 27152 w 36929"/>
                <a:gd name="csY87" fmla="*/ 0 h 30609"/>
                <a:gd name="csX88" fmla="*/ 29625 w 36929"/>
                <a:gd name="csY88" fmla="*/ 65 h 30609"/>
                <a:gd name="csX89" fmla="*/ 32143 w 36929"/>
                <a:gd name="csY89" fmla="*/ 131 h 30609"/>
                <a:gd name="csX90" fmla="*/ 34260 w 36929"/>
                <a:gd name="csY90" fmla="*/ 65 h 30609"/>
                <a:gd name="csX91" fmla="*/ 36342 w 36929"/>
                <a:gd name="csY91" fmla="*/ 0 h 30609"/>
                <a:gd name="csX92" fmla="*/ 36760 w 36929"/>
                <a:gd name="csY92" fmla="*/ 131 h 30609"/>
                <a:gd name="csX93" fmla="*/ 36911 w 36929"/>
                <a:gd name="csY93" fmla="*/ 372 h 30609"/>
                <a:gd name="csX94" fmla="*/ 36929 w 36929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29" h="30609">
                  <a:moveTo>
                    <a:pt x="36929" y="503"/>
                  </a:moveTo>
                  <a:cubicBezTo>
                    <a:pt x="36929" y="765"/>
                    <a:pt x="36879" y="970"/>
                    <a:pt x="36778" y="1116"/>
                  </a:cubicBezTo>
                  <a:cubicBezTo>
                    <a:pt x="36689" y="1247"/>
                    <a:pt x="36594" y="1327"/>
                    <a:pt x="36493" y="1356"/>
                  </a:cubicBezTo>
                  <a:cubicBezTo>
                    <a:pt x="36392" y="1371"/>
                    <a:pt x="36212" y="1385"/>
                    <a:pt x="35951" y="1400"/>
                  </a:cubicBezTo>
                  <a:cubicBezTo>
                    <a:pt x="33863" y="1502"/>
                    <a:pt x="31965" y="2261"/>
                    <a:pt x="30257" y="3675"/>
                  </a:cubicBezTo>
                  <a:cubicBezTo>
                    <a:pt x="29836" y="4040"/>
                    <a:pt x="29091" y="4791"/>
                    <a:pt x="28024" y="5929"/>
                  </a:cubicBezTo>
                  <a:cubicBezTo>
                    <a:pt x="26974" y="7067"/>
                    <a:pt x="25749" y="8394"/>
                    <a:pt x="24350" y="9911"/>
                  </a:cubicBezTo>
                  <a:cubicBezTo>
                    <a:pt x="22968" y="11428"/>
                    <a:pt x="21873" y="12595"/>
                    <a:pt x="21067" y="13411"/>
                  </a:cubicBezTo>
                  <a:lnTo>
                    <a:pt x="26850" y="27240"/>
                  </a:lnTo>
                  <a:cubicBezTo>
                    <a:pt x="27010" y="27604"/>
                    <a:pt x="27116" y="27867"/>
                    <a:pt x="27170" y="28027"/>
                  </a:cubicBezTo>
                  <a:cubicBezTo>
                    <a:pt x="27247" y="28173"/>
                    <a:pt x="27357" y="28341"/>
                    <a:pt x="27499" y="28531"/>
                  </a:cubicBezTo>
                  <a:cubicBezTo>
                    <a:pt x="27659" y="28720"/>
                    <a:pt x="27799" y="28844"/>
                    <a:pt x="27917" y="28903"/>
                  </a:cubicBezTo>
                  <a:cubicBezTo>
                    <a:pt x="28048" y="28961"/>
                    <a:pt x="28252" y="29026"/>
                    <a:pt x="28531" y="29099"/>
                  </a:cubicBezTo>
                  <a:cubicBezTo>
                    <a:pt x="28822" y="29158"/>
                    <a:pt x="29112" y="29194"/>
                    <a:pt x="29403" y="29209"/>
                  </a:cubicBezTo>
                  <a:cubicBezTo>
                    <a:pt x="29711" y="29209"/>
                    <a:pt x="30141" y="29216"/>
                    <a:pt x="30693" y="29231"/>
                  </a:cubicBezTo>
                  <a:cubicBezTo>
                    <a:pt x="30871" y="29231"/>
                    <a:pt x="30995" y="29238"/>
                    <a:pt x="31066" y="29252"/>
                  </a:cubicBezTo>
                  <a:cubicBezTo>
                    <a:pt x="31155" y="29252"/>
                    <a:pt x="31250" y="29296"/>
                    <a:pt x="31351" y="29384"/>
                  </a:cubicBezTo>
                  <a:cubicBezTo>
                    <a:pt x="31452" y="29457"/>
                    <a:pt x="31502" y="29581"/>
                    <a:pt x="31502" y="29756"/>
                  </a:cubicBezTo>
                  <a:cubicBezTo>
                    <a:pt x="31502" y="30018"/>
                    <a:pt x="31446" y="30222"/>
                    <a:pt x="31333" y="30368"/>
                  </a:cubicBezTo>
                  <a:cubicBezTo>
                    <a:pt x="31232" y="30500"/>
                    <a:pt x="31129" y="30573"/>
                    <a:pt x="31022" y="30587"/>
                  </a:cubicBezTo>
                  <a:cubicBezTo>
                    <a:pt x="30939" y="30602"/>
                    <a:pt x="30814" y="30609"/>
                    <a:pt x="30648" y="30609"/>
                  </a:cubicBezTo>
                  <a:cubicBezTo>
                    <a:pt x="30275" y="30609"/>
                    <a:pt x="29444" y="30587"/>
                    <a:pt x="28157" y="30543"/>
                  </a:cubicBezTo>
                  <a:cubicBezTo>
                    <a:pt x="26876" y="30499"/>
                    <a:pt x="26052" y="30477"/>
                    <a:pt x="25684" y="30477"/>
                  </a:cubicBezTo>
                  <a:lnTo>
                    <a:pt x="20044" y="30609"/>
                  </a:lnTo>
                  <a:cubicBezTo>
                    <a:pt x="19587" y="30609"/>
                    <a:pt x="19359" y="30427"/>
                    <a:pt x="19359" y="30062"/>
                  </a:cubicBezTo>
                  <a:cubicBezTo>
                    <a:pt x="19359" y="29872"/>
                    <a:pt x="19374" y="29726"/>
                    <a:pt x="19403" y="29624"/>
                  </a:cubicBezTo>
                  <a:cubicBezTo>
                    <a:pt x="19451" y="29508"/>
                    <a:pt x="19525" y="29428"/>
                    <a:pt x="19626" y="29384"/>
                  </a:cubicBezTo>
                  <a:cubicBezTo>
                    <a:pt x="19726" y="29325"/>
                    <a:pt x="19812" y="29289"/>
                    <a:pt x="19884" y="29275"/>
                  </a:cubicBezTo>
                  <a:cubicBezTo>
                    <a:pt x="19961" y="29260"/>
                    <a:pt x="20085" y="29245"/>
                    <a:pt x="20257" y="29231"/>
                  </a:cubicBezTo>
                  <a:cubicBezTo>
                    <a:pt x="20797" y="29172"/>
                    <a:pt x="21271" y="29063"/>
                    <a:pt x="21681" y="28903"/>
                  </a:cubicBezTo>
                  <a:cubicBezTo>
                    <a:pt x="22102" y="28728"/>
                    <a:pt x="22401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42" y="27284"/>
                  </a:lnTo>
                  <a:lnTo>
                    <a:pt x="18113" y="16584"/>
                  </a:lnTo>
                  <a:lnTo>
                    <a:pt x="14065" y="20982"/>
                  </a:lnTo>
                  <a:lnTo>
                    <a:pt x="9493" y="25817"/>
                  </a:lnTo>
                  <a:cubicBezTo>
                    <a:pt x="8692" y="26678"/>
                    <a:pt x="8292" y="27349"/>
                    <a:pt x="8292" y="27831"/>
                  </a:cubicBezTo>
                  <a:cubicBezTo>
                    <a:pt x="8292" y="28633"/>
                    <a:pt x="8891" y="29099"/>
                    <a:pt x="10089" y="29231"/>
                  </a:cubicBezTo>
                  <a:cubicBezTo>
                    <a:pt x="10450" y="29260"/>
                    <a:pt x="10631" y="29421"/>
                    <a:pt x="10631" y="29712"/>
                  </a:cubicBezTo>
                  <a:cubicBezTo>
                    <a:pt x="10631" y="29989"/>
                    <a:pt x="10572" y="30201"/>
                    <a:pt x="10453" y="30347"/>
                  </a:cubicBezTo>
                  <a:cubicBezTo>
                    <a:pt x="10353" y="30478"/>
                    <a:pt x="10252" y="30558"/>
                    <a:pt x="10151" y="30587"/>
                  </a:cubicBezTo>
                  <a:cubicBezTo>
                    <a:pt x="10062" y="30602"/>
                    <a:pt x="9952" y="30609"/>
                    <a:pt x="9822" y="30609"/>
                  </a:cubicBezTo>
                  <a:cubicBezTo>
                    <a:pt x="9282" y="30609"/>
                    <a:pt x="8443" y="30587"/>
                    <a:pt x="7304" y="30543"/>
                  </a:cubicBezTo>
                  <a:cubicBezTo>
                    <a:pt x="6183" y="30499"/>
                    <a:pt x="5347" y="30477"/>
                    <a:pt x="4795" y="30477"/>
                  </a:cubicBezTo>
                  <a:cubicBezTo>
                    <a:pt x="4327" y="30477"/>
                    <a:pt x="3618" y="30499"/>
                    <a:pt x="2669" y="30543"/>
                  </a:cubicBezTo>
                  <a:cubicBezTo>
                    <a:pt x="1720" y="30587"/>
                    <a:pt x="1026" y="30609"/>
                    <a:pt x="587" y="30609"/>
                  </a:cubicBezTo>
                  <a:cubicBezTo>
                    <a:pt x="415" y="30609"/>
                    <a:pt x="279" y="30565"/>
                    <a:pt x="178" y="30477"/>
                  </a:cubicBezTo>
                  <a:cubicBezTo>
                    <a:pt x="71" y="30390"/>
                    <a:pt x="18" y="30303"/>
                    <a:pt x="18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4"/>
                  </a:cubicBezTo>
                  <a:cubicBezTo>
                    <a:pt x="86" y="29508"/>
                    <a:pt x="166" y="29421"/>
                    <a:pt x="285" y="29362"/>
                  </a:cubicBezTo>
                  <a:cubicBezTo>
                    <a:pt x="415" y="29304"/>
                    <a:pt x="510" y="29275"/>
                    <a:pt x="569" y="29275"/>
                  </a:cubicBezTo>
                  <a:cubicBezTo>
                    <a:pt x="629" y="29260"/>
                    <a:pt x="768" y="29245"/>
                    <a:pt x="987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3" y="27918"/>
                    <a:pt x="6533" y="27115"/>
                    <a:pt x="7571" y="25993"/>
                  </a:cubicBezTo>
                  <a:cubicBezTo>
                    <a:pt x="7660" y="25920"/>
                    <a:pt x="7755" y="25839"/>
                    <a:pt x="7856" y="25752"/>
                  </a:cubicBezTo>
                  <a:cubicBezTo>
                    <a:pt x="7974" y="25664"/>
                    <a:pt x="8075" y="25584"/>
                    <a:pt x="8158" y="25511"/>
                  </a:cubicBezTo>
                  <a:lnTo>
                    <a:pt x="17615" y="15337"/>
                  </a:lnTo>
                  <a:lnTo>
                    <a:pt x="12322" y="2822"/>
                  </a:lnTo>
                  <a:cubicBezTo>
                    <a:pt x="12156" y="2443"/>
                    <a:pt x="12001" y="2173"/>
                    <a:pt x="11859" y="2012"/>
                  </a:cubicBezTo>
                  <a:cubicBezTo>
                    <a:pt x="11711" y="1837"/>
                    <a:pt x="11411" y="1692"/>
                    <a:pt x="10960" y="1575"/>
                  </a:cubicBezTo>
                  <a:cubicBezTo>
                    <a:pt x="10510" y="1458"/>
                    <a:pt x="9845" y="1400"/>
                    <a:pt x="8968" y="1400"/>
                  </a:cubicBezTo>
                  <a:cubicBezTo>
                    <a:pt x="8719" y="1400"/>
                    <a:pt x="8538" y="1393"/>
                    <a:pt x="8425" y="1378"/>
                  </a:cubicBezTo>
                  <a:cubicBezTo>
                    <a:pt x="8306" y="1363"/>
                    <a:pt x="8197" y="1319"/>
                    <a:pt x="8096" y="1246"/>
                  </a:cubicBezTo>
                  <a:cubicBezTo>
                    <a:pt x="7995" y="1173"/>
                    <a:pt x="7945" y="1057"/>
                    <a:pt x="7945" y="897"/>
                  </a:cubicBezTo>
                  <a:cubicBezTo>
                    <a:pt x="7945" y="620"/>
                    <a:pt x="7995" y="415"/>
                    <a:pt x="8096" y="284"/>
                  </a:cubicBezTo>
                  <a:cubicBezTo>
                    <a:pt x="8214" y="138"/>
                    <a:pt x="8315" y="58"/>
                    <a:pt x="8398" y="44"/>
                  </a:cubicBezTo>
                  <a:cubicBezTo>
                    <a:pt x="8505" y="15"/>
                    <a:pt x="8624" y="0"/>
                    <a:pt x="8754" y="0"/>
                  </a:cubicBezTo>
                  <a:cubicBezTo>
                    <a:pt x="9116" y="0"/>
                    <a:pt x="9946" y="22"/>
                    <a:pt x="11245" y="65"/>
                  </a:cubicBezTo>
                  <a:cubicBezTo>
                    <a:pt x="12544" y="109"/>
                    <a:pt x="13383" y="131"/>
                    <a:pt x="13763" y="131"/>
                  </a:cubicBezTo>
                  <a:cubicBezTo>
                    <a:pt x="14392" y="131"/>
                    <a:pt x="15332" y="109"/>
                    <a:pt x="16583" y="65"/>
                  </a:cubicBezTo>
                  <a:cubicBezTo>
                    <a:pt x="17852" y="22"/>
                    <a:pt x="18792" y="0"/>
                    <a:pt x="19403" y="0"/>
                  </a:cubicBezTo>
                  <a:cubicBezTo>
                    <a:pt x="19860" y="0"/>
                    <a:pt x="20088" y="182"/>
                    <a:pt x="20088" y="546"/>
                  </a:cubicBezTo>
                  <a:cubicBezTo>
                    <a:pt x="20088" y="780"/>
                    <a:pt x="20035" y="962"/>
                    <a:pt x="19928" y="1093"/>
                  </a:cubicBezTo>
                  <a:cubicBezTo>
                    <a:pt x="19827" y="1225"/>
                    <a:pt x="19726" y="1305"/>
                    <a:pt x="19626" y="1334"/>
                  </a:cubicBezTo>
                  <a:cubicBezTo>
                    <a:pt x="19525" y="1364"/>
                    <a:pt x="19379" y="1385"/>
                    <a:pt x="19190" y="1400"/>
                  </a:cubicBezTo>
                  <a:cubicBezTo>
                    <a:pt x="18620" y="1458"/>
                    <a:pt x="18116" y="1582"/>
                    <a:pt x="17677" y="1772"/>
                  </a:cubicBezTo>
                  <a:cubicBezTo>
                    <a:pt x="17256" y="1947"/>
                    <a:pt x="16957" y="2122"/>
                    <a:pt x="16779" y="2297"/>
                  </a:cubicBezTo>
                  <a:cubicBezTo>
                    <a:pt x="16619" y="2457"/>
                    <a:pt x="16539" y="2589"/>
                    <a:pt x="16539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84" y="4398"/>
                  </a:lnTo>
                  <a:cubicBezTo>
                    <a:pt x="28353" y="3756"/>
                    <a:pt x="28638" y="3216"/>
                    <a:pt x="28638" y="2778"/>
                  </a:cubicBezTo>
                  <a:cubicBezTo>
                    <a:pt x="28638" y="1991"/>
                    <a:pt x="28042" y="1531"/>
                    <a:pt x="26850" y="1400"/>
                  </a:cubicBezTo>
                  <a:cubicBezTo>
                    <a:pt x="26482" y="1342"/>
                    <a:pt x="26298" y="1174"/>
                    <a:pt x="26298" y="897"/>
                  </a:cubicBezTo>
                  <a:cubicBezTo>
                    <a:pt x="26298" y="620"/>
                    <a:pt x="26357" y="415"/>
                    <a:pt x="26476" y="284"/>
                  </a:cubicBezTo>
                  <a:cubicBezTo>
                    <a:pt x="26589" y="138"/>
                    <a:pt x="26689" y="58"/>
                    <a:pt x="26778" y="44"/>
                  </a:cubicBezTo>
                  <a:cubicBezTo>
                    <a:pt x="26879" y="15"/>
                    <a:pt x="27004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46" y="109"/>
                    <a:pt x="31585" y="131"/>
                    <a:pt x="32143" y="131"/>
                  </a:cubicBezTo>
                  <a:cubicBezTo>
                    <a:pt x="32606" y="131"/>
                    <a:pt x="33311" y="109"/>
                    <a:pt x="34260" y="65"/>
                  </a:cubicBezTo>
                  <a:cubicBezTo>
                    <a:pt x="35209" y="22"/>
                    <a:pt x="35903" y="0"/>
                    <a:pt x="36342" y="0"/>
                  </a:cubicBezTo>
                  <a:cubicBezTo>
                    <a:pt x="36514" y="0"/>
                    <a:pt x="36653" y="44"/>
                    <a:pt x="36760" y="131"/>
                  </a:cubicBezTo>
                  <a:cubicBezTo>
                    <a:pt x="36861" y="204"/>
                    <a:pt x="36911" y="284"/>
                    <a:pt x="36911" y="372"/>
                  </a:cubicBezTo>
                  <a:lnTo>
                    <a:pt x="36929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B5CDEB89-D036-E068-F9CB-A4BE0888DD39}"/>
                </a:ext>
              </a:extLst>
            </p:cNvPr>
            <p:cNvSpPr/>
            <p:nvPr/>
          </p:nvSpPr>
          <p:spPr>
            <a:xfrm>
              <a:off x="4488445" y="1890926"/>
              <a:ext cx="39642" cy="23280"/>
            </a:xfrm>
            <a:custGeom>
              <a:avLst/>
              <a:gdLst>
                <a:gd name="csX0" fmla="*/ 39251 w 39642"/>
                <a:gd name="csY0" fmla="*/ 11049 h 23280"/>
                <a:gd name="csX1" fmla="*/ 39643 w 39642"/>
                <a:gd name="csY1" fmla="*/ 11640 h 23280"/>
                <a:gd name="csX2" fmla="*/ 39251 w 39642"/>
                <a:gd name="csY2" fmla="*/ 12231 h 23280"/>
                <a:gd name="csX3" fmla="*/ 33104 w 39642"/>
                <a:gd name="csY3" fmla="*/ 16892 h 23280"/>
                <a:gd name="csX4" fmla="*/ 30497 w 39642"/>
                <a:gd name="csY4" fmla="*/ 22580 h 23280"/>
                <a:gd name="csX5" fmla="*/ 30195 w 39642"/>
                <a:gd name="csY5" fmla="*/ 23083 h 23280"/>
                <a:gd name="csX6" fmla="*/ 29625 w 39642"/>
                <a:gd name="csY6" fmla="*/ 23280 h 23280"/>
                <a:gd name="csX7" fmla="*/ 28994 w 39642"/>
                <a:gd name="csY7" fmla="*/ 23018 h 23280"/>
                <a:gd name="csX8" fmla="*/ 28727 w 39642"/>
                <a:gd name="csY8" fmla="*/ 22405 h 23280"/>
                <a:gd name="csX9" fmla="*/ 28753 w 39642"/>
                <a:gd name="csY9" fmla="*/ 22318 h 23280"/>
                <a:gd name="csX10" fmla="*/ 28771 w 39642"/>
                <a:gd name="csY10" fmla="*/ 22208 h 23280"/>
                <a:gd name="csX11" fmla="*/ 31725 w 39642"/>
                <a:gd name="csY11" fmla="*/ 15754 h 23280"/>
                <a:gd name="csX12" fmla="*/ 35230 w 39642"/>
                <a:gd name="csY12" fmla="*/ 12537 h 23280"/>
                <a:gd name="csX13" fmla="*/ 899 w 39642"/>
                <a:gd name="csY13" fmla="*/ 12537 h 23280"/>
                <a:gd name="csX14" fmla="*/ 258 w 39642"/>
                <a:gd name="csY14" fmla="*/ 12274 h 23280"/>
                <a:gd name="csX15" fmla="*/ 0 w 39642"/>
                <a:gd name="csY15" fmla="*/ 11640 h 23280"/>
                <a:gd name="csX16" fmla="*/ 258 w 39642"/>
                <a:gd name="csY16" fmla="*/ 11006 h 23280"/>
                <a:gd name="csX17" fmla="*/ 899 w 39642"/>
                <a:gd name="csY17" fmla="*/ 10743 h 23280"/>
                <a:gd name="csX18" fmla="*/ 35230 w 39642"/>
                <a:gd name="csY18" fmla="*/ 10743 h 23280"/>
                <a:gd name="csX19" fmla="*/ 31725 w 39642"/>
                <a:gd name="csY19" fmla="*/ 7526 h 23280"/>
                <a:gd name="csX20" fmla="*/ 28771 w 39642"/>
                <a:gd name="csY20" fmla="*/ 1072 h 23280"/>
                <a:gd name="csX21" fmla="*/ 28753 w 39642"/>
                <a:gd name="csY21" fmla="*/ 985 h 23280"/>
                <a:gd name="csX22" fmla="*/ 28727 w 39642"/>
                <a:gd name="csY22" fmla="*/ 875 h 23280"/>
                <a:gd name="csX23" fmla="*/ 28994 w 39642"/>
                <a:gd name="csY23" fmla="*/ 262 h 23280"/>
                <a:gd name="csX24" fmla="*/ 29625 w 39642"/>
                <a:gd name="csY24" fmla="*/ 0 h 23280"/>
                <a:gd name="csX25" fmla="*/ 30195 w 39642"/>
                <a:gd name="csY25" fmla="*/ 198 h 23280"/>
                <a:gd name="csX26" fmla="*/ 30497 w 39642"/>
                <a:gd name="csY26" fmla="*/ 700 h 23280"/>
                <a:gd name="csX27" fmla="*/ 33104 w 39642"/>
                <a:gd name="csY27" fmla="*/ 6389 h 23280"/>
                <a:gd name="csX28" fmla="*/ 39251 w 39642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42" h="23280">
                  <a:moveTo>
                    <a:pt x="39251" y="11049"/>
                  </a:moveTo>
                  <a:cubicBezTo>
                    <a:pt x="39512" y="11151"/>
                    <a:pt x="39643" y="11348"/>
                    <a:pt x="39643" y="11640"/>
                  </a:cubicBezTo>
                  <a:cubicBezTo>
                    <a:pt x="39643" y="11932"/>
                    <a:pt x="39512" y="12129"/>
                    <a:pt x="39251" y="12231"/>
                  </a:cubicBezTo>
                  <a:cubicBezTo>
                    <a:pt x="37063" y="12960"/>
                    <a:pt x="35013" y="14514"/>
                    <a:pt x="33104" y="16892"/>
                  </a:cubicBezTo>
                  <a:cubicBezTo>
                    <a:pt x="31746" y="18656"/>
                    <a:pt x="30877" y="20552"/>
                    <a:pt x="30497" y="22580"/>
                  </a:cubicBezTo>
                  <a:cubicBezTo>
                    <a:pt x="30456" y="22784"/>
                    <a:pt x="30355" y="22952"/>
                    <a:pt x="30195" y="23083"/>
                  </a:cubicBezTo>
                  <a:cubicBezTo>
                    <a:pt x="30034" y="23214"/>
                    <a:pt x="29845" y="23280"/>
                    <a:pt x="29625" y="23280"/>
                  </a:cubicBezTo>
                  <a:cubicBezTo>
                    <a:pt x="29376" y="23280"/>
                    <a:pt x="29166" y="23193"/>
                    <a:pt x="28994" y="23018"/>
                  </a:cubicBezTo>
                  <a:cubicBezTo>
                    <a:pt x="28816" y="22857"/>
                    <a:pt x="28727" y="22653"/>
                    <a:pt x="28727" y="22405"/>
                  </a:cubicBezTo>
                  <a:cubicBezTo>
                    <a:pt x="28727" y="22390"/>
                    <a:pt x="28736" y="22361"/>
                    <a:pt x="28753" y="22318"/>
                  </a:cubicBezTo>
                  <a:cubicBezTo>
                    <a:pt x="28765" y="22259"/>
                    <a:pt x="28771" y="22222"/>
                    <a:pt x="28771" y="22208"/>
                  </a:cubicBezTo>
                  <a:cubicBezTo>
                    <a:pt x="29210" y="19845"/>
                    <a:pt x="30195" y="17694"/>
                    <a:pt x="31725" y="15754"/>
                  </a:cubicBezTo>
                  <a:cubicBezTo>
                    <a:pt x="32686" y="14529"/>
                    <a:pt x="33854" y="13456"/>
                    <a:pt x="35230" y="12537"/>
                  </a:cubicBezTo>
                  <a:lnTo>
                    <a:pt x="899" y="12537"/>
                  </a:lnTo>
                  <a:cubicBezTo>
                    <a:pt x="649" y="12537"/>
                    <a:pt x="436" y="12449"/>
                    <a:pt x="258" y="12274"/>
                  </a:cubicBezTo>
                  <a:cubicBezTo>
                    <a:pt x="86" y="12099"/>
                    <a:pt x="0" y="11888"/>
                    <a:pt x="0" y="11640"/>
                  </a:cubicBezTo>
                  <a:cubicBezTo>
                    <a:pt x="0" y="11392"/>
                    <a:pt x="86" y="11181"/>
                    <a:pt x="258" y="11006"/>
                  </a:cubicBezTo>
                  <a:cubicBezTo>
                    <a:pt x="436" y="10831"/>
                    <a:pt x="649" y="10743"/>
                    <a:pt x="899" y="10743"/>
                  </a:cubicBezTo>
                  <a:lnTo>
                    <a:pt x="35230" y="10743"/>
                  </a:lnTo>
                  <a:cubicBezTo>
                    <a:pt x="33854" y="9824"/>
                    <a:pt x="32686" y="8752"/>
                    <a:pt x="31725" y="7526"/>
                  </a:cubicBezTo>
                  <a:cubicBezTo>
                    <a:pt x="30195" y="5587"/>
                    <a:pt x="29210" y="3436"/>
                    <a:pt x="28771" y="1072"/>
                  </a:cubicBezTo>
                  <a:cubicBezTo>
                    <a:pt x="28771" y="1058"/>
                    <a:pt x="28765" y="1029"/>
                    <a:pt x="28753" y="985"/>
                  </a:cubicBezTo>
                  <a:cubicBezTo>
                    <a:pt x="28736" y="927"/>
                    <a:pt x="28727" y="890"/>
                    <a:pt x="28727" y="875"/>
                  </a:cubicBezTo>
                  <a:cubicBezTo>
                    <a:pt x="28727" y="628"/>
                    <a:pt x="28816" y="423"/>
                    <a:pt x="28994" y="262"/>
                  </a:cubicBezTo>
                  <a:cubicBezTo>
                    <a:pt x="29166" y="88"/>
                    <a:pt x="29376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6" y="496"/>
                    <a:pt x="30497" y="700"/>
                  </a:cubicBezTo>
                  <a:cubicBezTo>
                    <a:pt x="30877" y="2728"/>
                    <a:pt x="31746" y="4624"/>
                    <a:pt x="33104" y="6389"/>
                  </a:cubicBezTo>
                  <a:cubicBezTo>
                    <a:pt x="35013" y="8767"/>
                    <a:pt x="37063" y="10320"/>
                    <a:pt x="39251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BDEC53AC-0BEE-13ED-7A6C-E55D1BEF2738}"/>
                </a:ext>
              </a:extLst>
            </p:cNvPr>
            <p:cNvSpPr/>
            <p:nvPr/>
          </p:nvSpPr>
          <p:spPr>
            <a:xfrm>
              <a:off x="4545258" y="1882175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83 w 22338"/>
                <a:gd name="csY2" fmla="*/ 5776 h 40783"/>
                <a:gd name="csX3" fmla="*/ 18709 w 22338"/>
                <a:gd name="csY3" fmla="*/ 5360 h 40783"/>
                <a:gd name="csX4" fmla="*/ 18229 w 22338"/>
                <a:gd name="csY4" fmla="*/ 4222 h 40783"/>
                <a:gd name="csX5" fmla="*/ 18789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2 h 40783"/>
                <a:gd name="csX9" fmla="*/ 16343 w 22338"/>
                <a:gd name="csY9" fmla="*/ 2516 h 40783"/>
                <a:gd name="csX10" fmla="*/ 15275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6 h 40783"/>
                <a:gd name="csX15" fmla="*/ 19074 w 22338"/>
                <a:gd name="csY15" fmla="*/ 12427 h 40783"/>
                <a:gd name="csX16" fmla="*/ 19252 w 22338"/>
                <a:gd name="csY16" fmla="*/ 12777 h 40783"/>
                <a:gd name="csX17" fmla="*/ 18967 w 22338"/>
                <a:gd name="csY17" fmla="*/ 13543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23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75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56 w 22338"/>
                <a:gd name="csY28" fmla="*/ 39952 h 40783"/>
                <a:gd name="csX29" fmla="*/ 0 w 22338"/>
                <a:gd name="csY29" fmla="*/ 37699 h 40783"/>
                <a:gd name="csX30" fmla="*/ 738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59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2 h 40783"/>
                <a:gd name="csX50" fmla="*/ 7001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76 w 22338"/>
                <a:gd name="csY57" fmla="*/ 2582 h 40783"/>
                <a:gd name="csX58" fmla="*/ 15551 w 22338"/>
                <a:gd name="csY58" fmla="*/ 940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76" y="5528"/>
                    <a:pt x="20512" y="5776"/>
                    <a:pt x="19883" y="5776"/>
                  </a:cubicBezTo>
                  <a:cubicBezTo>
                    <a:pt x="19433" y="5776"/>
                    <a:pt x="19041" y="5638"/>
                    <a:pt x="18709" y="5360"/>
                  </a:cubicBezTo>
                  <a:cubicBezTo>
                    <a:pt x="18389" y="5083"/>
                    <a:pt x="18229" y="4704"/>
                    <a:pt x="18229" y="4222"/>
                  </a:cubicBezTo>
                  <a:cubicBezTo>
                    <a:pt x="18229" y="3726"/>
                    <a:pt x="18416" y="3216"/>
                    <a:pt x="18789" y="2691"/>
                  </a:cubicBezTo>
                  <a:cubicBezTo>
                    <a:pt x="19169" y="2166"/>
                    <a:pt x="19792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0"/>
                    <a:pt x="17197" y="1422"/>
                  </a:cubicBezTo>
                  <a:cubicBezTo>
                    <a:pt x="16829" y="1699"/>
                    <a:pt x="16544" y="2064"/>
                    <a:pt x="16343" y="2516"/>
                  </a:cubicBezTo>
                  <a:cubicBezTo>
                    <a:pt x="16123" y="2983"/>
                    <a:pt x="15767" y="4536"/>
                    <a:pt x="15275" y="7177"/>
                  </a:cubicBezTo>
                  <a:cubicBezTo>
                    <a:pt x="15109" y="8037"/>
                    <a:pt x="14955" y="8883"/>
                    <a:pt x="14813" y="9714"/>
                  </a:cubicBezTo>
                  <a:cubicBezTo>
                    <a:pt x="14664" y="10546"/>
                    <a:pt x="14504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6"/>
                  </a:cubicBezTo>
                  <a:cubicBezTo>
                    <a:pt x="18857" y="12311"/>
                    <a:pt x="18973" y="12354"/>
                    <a:pt x="19074" y="12427"/>
                  </a:cubicBezTo>
                  <a:cubicBezTo>
                    <a:pt x="19193" y="12500"/>
                    <a:pt x="19252" y="12617"/>
                    <a:pt x="19252" y="12777"/>
                  </a:cubicBezTo>
                  <a:cubicBezTo>
                    <a:pt x="19252" y="13186"/>
                    <a:pt x="19157" y="13441"/>
                    <a:pt x="18967" y="13543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1" y="28151"/>
                    <a:pt x="11212" y="28728"/>
                    <a:pt x="11023" y="29603"/>
                  </a:cubicBezTo>
                  <a:cubicBezTo>
                    <a:pt x="10851" y="30464"/>
                    <a:pt x="10554" y="31601"/>
                    <a:pt x="10133" y="33017"/>
                  </a:cubicBezTo>
                  <a:cubicBezTo>
                    <a:pt x="9706" y="34446"/>
                    <a:pt x="9282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2" y="38763"/>
                    <a:pt x="6975" y="39230"/>
                  </a:cubicBezTo>
                  <a:cubicBezTo>
                    <a:pt x="6554" y="39697"/>
                    <a:pt x="6067" y="40068"/>
                    <a:pt x="5516" y="40345"/>
                  </a:cubicBezTo>
                  <a:cubicBezTo>
                    <a:pt x="4958" y="40637"/>
                    <a:pt x="4389" y="40783"/>
                    <a:pt x="3808" y="40783"/>
                  </a:cubicBezTo>
                  <a:cubicBezTo>
                    <a:pt x="2817" y="40783"/>
                    <a:pt x="1934" y="40506"/>
                    <a:pt x="1156" y="39952"/>
                  </a:cubicBezTo>
                  <a:cubicBezTo>
                    <a:pt x="385" y="39398"/>
                    <a:pt x="0" y="38646"/>
                    <a:pt x="0" y="37699"/>
                  </a:cubicBezTo>
                  <a:cubicBezTo>
                    <a:pt x="0" y="36896"/>
                    <a:pt x="246" y="36247"/>
                    <a:pt x="738" y="35751"/>
                  </a:cubicBezTo>
                  <a:cubicBezTo>
                    <a:pt x="1254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0"/>
                    <a:pt x="4110" y="36079"/>
                    <a:pt x="4110" y="36561"/>
                  </a:cubicBezTo>
                  <a:cubicBezTo>
                    <a:pt x="4110" y="36765"/>
                    <a:pt x="4074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35" y="38850"/>
                    <a:pt x="2117" y="38960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47" y="39741"/>
                    <a:pt x="4590" y="39624"/>
                  </a:cubicBezTo>
                  <a:cubicBezTo>
                    <a:pt x="4840" y="39522"/>
                    <a:pt x="5068" y="39340"/>
                    <a:pt x="5276" y="39077"/>
                  </a:cubicBezTo>
                  <a:cubicBezTo>
                    <a:pt x="5489" y="38814"/>
                    <a:pt x="5679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5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6"/>
                    <a:pt x="7322" y="33373"/>
                    <a:pt x="7393" y="32994"/>
                  </a:cubicBezTo>
                  <a:cubicBezTo>
                    <a:pt x="7464" y="32629"/>
                    <a:pt x="7568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7"/>
                    <a:pt x="7348" y="13652"/>
                  </a:cubicBezTo>
                  <a:cubicBezTo>
                    <a:pt x="7218" y="13638"/>
                    <a:pt x="7102" y="13595"/>
                    <a:pt x="7001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06" y="12654"/>
                    <a:pt x="7019" y="12537"/>
                  </a:cubicBezTo>
                  <a:cubicBezTo>
                    <a:pt x="7150" y="12406"/>
                    <a:pt x="7289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4" y="3311"/>
                    <a:pt x="13976" y="2582"/>
                  </a:cubicBezTo>
                  <a:cubicBezTo>
                    <a:pt x="14475" y="1838"/>
                    <a:pt x="14999" y="1291"/>
                    <a:pt x="15551" y="940"/>
                  </a:cubicBezTo>
                  <a:cubicBezTo>
                    <a:pt x="16109" y="590"/>
                    <a:pt x="16613" y="350"/>
                    <a:pt x="17063" y="219"/>
                  </a:cubicBezTo>
                  <a:cubicBezTo>
                    <a:pt x="17532" y="73"/>
                    <a:pt x="17991" y="0"/>
                    <a:pt x="18442" y="0"/>
                  </a:cubicBezTo>
                  <a:cubicBezTo>
                    <a:pt x="19463" y="0"/>
                    <a:pt x="20367" y="277"/>
                    <a:pt x="21156" y="831"/>
                  </a:cubicBezTo>
                  <a:cubicBezTo>
                    <a:pt x="21944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13B15887-51CE-DB62-E15E-0616D1B6B247}"/>
                </a:ext>
              </a:extLst>
            </p:cNvPr>
            <p:cNvSpPr/>
            <p:nvPr/>
          </p:nvSpPr>
          <p:spPr>
            <a:xfrm>
              <a:off x="4573825" y="1846274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1 h 64013"/>
                <a:gd name="csX2" fmla="*/ 8158 w 14848"/>
                <a:gd name="csY2" fmla="*/ 5751 h 64013"/>
                <a:gd name="csX3" fmla="*/ 12162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3" y="18285"/>
                    <a:pt x="4030" y="12471"/>
                  </a:cubicBezTo>
                  <a:cubicBezTo>
                    <a:pt x="5175" y="10033"/>
                    <a:pt x="6551" y="7793"/>
                    <a:pt x="8158" y="5751"/>
                  </a:cubicBezTo>
                  <a:cubicBezTo>
                    <a:pt x="9765" y="3709"/>
                    <a:pt x="11100" y="2240"/>
                    <a:pt x="12162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9" y="8720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3"/>
                    <a:pt x="5368" y="54375"/>
                    <a:pt x="4217" y="51979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BCA7BE3F-AE9A-B2AE-03B5-89CE2F50A52F}"/>
                </a:ext>
              </a:extLst>
            </p:cNvPr>
            <p:cNvSpPr/>
            <p:nvPr/>
          </p:nvSpPr>
          <p:spPr>
            <a:xfrm>
              <a:off x="4593539" y="1865997"/>
              <a:ext cx="31875" cy="29005"/>
            </a:xfrm>
            <a:custGeom>
              <a:avLst/>
              <a:gdLst>
                <a:gd name="csX0" fmla="*/ 31876 w 31875"/>
                <a:gd name="csY0" fmla="*/ 4220 h 29005"/>
                <a:gd name="csX1" fmla="*/ 30782 w 31875"/>
                <a:gd name="csY1" fmla="*/ 6970 h 29005"/>
                <a:gd name="csX2" fmla="*/ 28442 w 31875"/>
                <a:gd name="csY2" fmla="*/ 7939 h 29005"/>
                <a:gd name="csX3" fmla="*/ 26627 w 31875"/>
                <a:gd name="csY3" fmla="*/ 7251 h 29005"/>
                <a:gd name="csX4" fmla="*/ 26004 w 31875"/>
                <a:gd name="csY4" fmla="*/ 5688 h 29005"/>
                <a:gd name="csX5" fmla="*/ 26876 w 31875"/>
                <a:gd name="csY5" fmla="*/ 3470 h 29005"/>
                <a:gd name="csX6" fmla="*/ 29065 w 31875"/>
                <a:gd name="csY6" fmla="*/ 2220 h 29005"/>
                <a:gd name="csX7" fmla="*/ 25880 w 31875"/>
                <a:gd name="csY7" fmla="*/ 1407 h 29005"/>
                <a:gd name="csX8" fmla="*/ 23531 w 31875"/>
                <a:gd name="csY8" fmla="*/ 2063 h 29005"/>
                <a:gd name="csX9" fmla="*/ 21814 w 31875"/>
                <a:gd name="csY9" fmla="*/ 3563 h 29005"/>
                <a:gd name="csX10" fmla="*/ 20631 w 31875"/>
                <a:gd name="csY10" fmla="*/ 5626 h 29005"/>
                <a:gd name="csX11" fmla="*/ 19875 w 31875"/>
                <a:gd name="csY11" fmla="*/ 7533 h 29005"/>
                <a:gd name="csX12" fmla="*/ 19537 w 31875"/>
                <a:gd name="csY12" fmla="*/ 8970 h 29005"/>
                <a:gd name="csX13" fmla="*/ 17348 w 31875"/>
                <a:gd name="csY13" fmla="*/ 17723 h 29005"/>
                <a:gd name="csX14" fmla="*/ 16280 w 31875"/>
                <a:gd name="csY14" fmla="*/ 23349 h 29005"/>
                <a:gd name="csX15" fmla="*/ 17161 w 31875"/>
                <a:gd name="csY15" fmla="*/ 26381 h 29005"/>
                <a:gd name="csX16" fmla="*/ 19786 w 31875"/>
                <a:gd name="csY16" fmla="*/ 27568 h 29005"/>
                <a:gd name="csX17" fmla="*/ 21254 w 31875"/>
                <a:gd name="csY17" fmla="*/ 27381 h 29005"/>
                <a:gd name="csX18" fmla="*/ 23033 w 31875"/>
                <a:gd name="csY18" fmla="*/ 26599 h 29005"/>
                <a:gd name="csX19" fmla="*/ 24972 w 31875"/>
                <a:gd name="csY19" fmla="*/ 25131 h 29005"/>
                <a:gd name="csX20" fmla="*/ 26814 w 31875"/>
                <a:gd name="csY20" fmla="*/ 22692 h 29005"/>
                <a:gd name="csX21" fmla="*/ 28317 w 31875"/>
                <a:gd name="csY21" fmla="*/ 19191 h 29005"/>
                <a:gd name="csX22" fmla="*/ 29127 w 31875"/>
                <a:gd name="csY22" fmla="*/ 18504 h 29005"/>
                <a:gd name="csX23" fmla="*/ 29910 w 31875"/>
                <a:gd name="csY23" fmla="*/ 19129 h 29005"/>
                <a:gd name="csX24" fmla="*/ 29474 w 31875"/>
                <a:gd name="csY24" fmla="*/ 20786 h 29005"/>
                <a:gd name="csX25" fmla="*/ 28157 w 31875"/>
                <a:gd name="csY25" fmla="*/ 23318 h 29005"/>
                <a:gd name="csX26" fmla="*/ 26129 w 31875"/>
                <a:gd name="csY26" fmla="*/ 26005 h 29005"/>
                <a:gd name="csX27" fmla="*/ 23255 w 31875"/>
                <a:gd name="csY27" fmla="*/ 28131 h 29005"/>
                <a:gd name="csX28" fmla="*/ 19661 w 31875"/>
                <a:gd name="csY28" fmla="*/ 29006 h 29005"/>
                <a:gd name="csX29" fmla="*/ 15186 w 31875"/>
                <a:gd name="csY29" fmla="*/ 27568 h 29005"/>
                <a:gd name="csX30" fmla="*/ 12748 w 31875"/>
                <a:gd name="csY30" fmla="*/ 24130 h 29005"/>
                <a:gd name="csX31" fmla="*/ 12375 w 31875"/>
                <a:gd name="csY31" fmla="*/ 24786 h 29005"/>
                <a:gd name="csX32" fmla="*/ 11503 w 31875"/>
                <a:gd name="csY32" fmla="*/ 26005 h 29005"/>
                <a:gd name="csX33" fmla="*/ 10160 w 31875"/>
                <a:gd name="csY33" fmla="*/ 27443 h 29005"/>
                <a:gd name="csX34" fmla="*/ 8309 w 31875"/>
                <a:gd name="csY34" fmla="*/ 28506 h 29005"/>
                <a:gd name="csX35" fmla="*/ 6032 w 31875"/>
                <a:gd name="csY35" fmla="*/ 29006 h 29005"/>
                <a:gd name="csX36" fmla="*/ 3185 w 31875"/>
                <a:gd name="csY36" fmla="*/ 28568 h 29005"/>
                <a:gd name="csX37" fmla="*/ 934 w 31875"/>
                <a:gd name="csY37" fmla="*/ 27131 h 29005"/>
                <a:gd name="csX38" fmla="*/ 0 w 31875"/>
                <a:gd name="csY38" fmla="*/ 24755 h 29005"/>
                <a:gd name="csX39" fmla="*/ 1032 w 31875"/>
                <a:gd name="csY39" fmla="*/ 22161 h 29005"/>
                <a:gd name="csX40" fmla="*/ 3532 w 31875"/>
                <a:gd name="csY40" fmla="*/ 21067 h 29005"/>
                <a:gd name="csX41" fmla="*/ 5151 w 31875"/>
                <a:gd name="csY41" fmla="*/ 21598 h 29005"/>
                <a:gd name="csX42" fmla="*/ 5907 w 31875"/>
                <a:gd name="csY42" fmla="*/ 23286 h 29005"/>
                <a:gd name="csX43" fmla="*/ 5026 w 31875"/>
                <a:gd name="csY43" fmla="*/ 25536 h 29005"/>
                <a:gd name="csX44" fmla="*/ 2909 w 31875"/>
                <a:gd name="csY44" fmla="*/ 26756 h 29005"/>
                <a:gd name="csX45" fmla="*/ 6094 w 31875"/>
                <a:gd name="csY45" fmla="*/ 27568 h 29005"/>
                <a:gd name="csX46" fmla="*/ 9777 w 31875"/>
                <a:gd name="csY46" fmla="*/ 25755 h 29005"/>
                <a:gd name="csX47" fmla="*/ 12188 w 31875"/>
                <a:gd name="csY47" fmla="*/ 20911 h 29005"/>
                <a:gd name="csX48" fmla="*/ 14875 w 31875"/>
                <a:gd name="csY48" fmla="*/ 10377 h 29005"/>
                <a:gd name="csX49" fmla="*/ 15622 w 31875"/>
                <a:gd name="csY49" fmla="*/ 5688 h 29005"/>
                <a:gd name="csX50" fmla="*/ 15284 w 31875"/>
                <a:gd name="csY50" fmla="*/ 3470 h 29005"/>
                <a:gd name="csX51" fmla="*/ 14341 w 31875"/>
                <a:gd name="csY51" fmla="*/ 2156 h 29005"/>
                <a:gd name="csX52" fmla="*/ 13247 w 31875"/>
                <a:gd name="csY52" fmla="*/ 1563 h 29005"/>
                <a:gd name="csX53" fmla="*/ 12188 w 31875"/>
                <a:gd name="csY53" fmla="*/ 1407 h 29005"/>
                <a:gd name="csX54" fmla="*/ 10186 w 31875"/>
                <a:gd name="csY54" fmla="*/ 1782 h 29005"/>
                <a:gd name="csX55" fmla="*/ 7909 w 31875"/>
                <a:gd name="csY55" fmla="*/ 3032 h 29005"/>
                <a:gd name="csX56" fmla="*/ 5534 w 31875"/>
                <a:gd name="csY56" fmla="*/ 5626 h 29005"/>
                <a:gd name="csX57" fmla="*/ 3594 w 31875"/>
                <a:gd name="csY57" fmla="*/ 9783 h 29005"/>
                <a:gd name="csX58" fmla="*/ 2749 w 31875"/>
                <a:gd name="csY58" fmla="*/ 10502 h 29005"/>
                <a:gd name="csX59" fmla="*/ 2002 w 31875"/>
                <a:gd name="csY59" fmla="*/ 9846 h 29005"/>
                <a:gd name="csX60" fmla="*/ 2402 w 31875"/>
                <a:gd name="csY60" fmla="*/ 8220 h 29005"/>
                <a:gd name="csX61" fmla="*/ 3719 w 31875"/>
                <a:gd name="csY61" fmla="*/ 5688 h 29005"/>
                <a:gd name="csX62" fmla="*/ 5783 w 31875"/>
                <a:gd name="csY62" fmla="*/ 3032 h 29005"/>
                <a:gd name="csX63" fmla="*/ 8683 w 31875"/>
                <a:gd name="csY63" fmla="*/ 875 h 29005"/>
                <a:gd name="csX64" fmla="*/ 12313 w 31875"/>
                <a:gd name="csY64" fmla="*/ 0 h 29005"/>
                <a:gd name="csX65" fmla="*/ 13967 w 31875"/>
                <a:gd name="csY65" fmla="*/ 188 h 29005"/>
                <a:gd name="csX66" fmla="*/ 15818 w 31875"/>
                <a:gd name="csY66" fmla="*/ 813 h 29005"/>
                <a:gd name="csX67" fmla="*/ 17748 w 31875"/>
                <a:gd name="csY67" fmla="*/ 2313 h 29005"/>
                <a:gd name="csX68" fmla="*/ 19216 w 31875"/>
                <a:gd name="csY68" fmla="*/ 4845 h 29005"/>
                <a:gd name="csX69" fmla="*/ 20097 w 31875"/>
                <a:gd name="csY69" fmla="*/ 3438 h 29005"/>
                <a:gd name="csX70" fmla="*/ 21440 w 31875"/>
                <a:gd name="csY70" fmla="*/ 1907 h 29005"/>
                <a:gd name="csX71" fmla="*/ 23442 w 31875"/>
                <a:gd name="csY71" fmla="*/ 531 h 29005"/>
                <a:gd name="csX72" fmla="*/ 25942 w 31875"/>
                <a:gd name="csY72" fmla="*/ 0 h 29005"/>
                <a:gd name="csX73" fmla="*/ 28469 w 31875"/>
                <a:gd name="csY73" fmla="*/ 344 h 29005"/>
                <a:gd name="csX74" fmla="*/ 30782 w 31875"/>
                <a:gd name="csY74" fmla="*/ 1688 h 29005"/>
                <a:gd name="csX75" fmla="*/ 31876 w 31875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75" h="29005">
                  <a:moveTo>
                    <a:pt x="31876" y="4220"/>
                  </a:moveTo>
                  <a:cubicBezTo>
                    <a:pt x="31876" y="5387"/>
                    <a:pt x="31511" y="6304"/>
                    <a:pt x="30782" y="6970"/>
                  </a:cubicBezTo>
                  <a:cubicBezTo>
                    <a:pt x="30052" y="7616"/>
                    <a:pt x="29272" y="7939"/>
                    <a:pt x="28442" y="7939"/>
                  </a:cubicBezTo>
                  <a:cubicBezTo>
                    <a:pt x="27647" y="7939"/>
                    <a:pt x="27042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70"/>
                  </a:cubicBezTo>
                  <a:cubicBezTo>
                    <a:pt x="27463" y="2782"/>
                    <a:pt x="28193" y="2366"/>
                    <a:pt x="29065" y="2220"/>
                  </a:cubicBezTo>
                  <a:cubicBezTo>
                    <a:pt x="28211" y="1678"/>
                    <a:pt x="27149" y="1407"/>
                    <a:pt x="25880" y="1407"/>
                  </a:cubicBezTo>
                  <a:cubicBezTo>
                    <a:pt x="25043" y="1407"/>
                    <a:pt x="24261" y="1625"/>
                    <a:pt x="23531" y="2063"/>
                  </a:cubicBezTo>
                  <a:cubicBezTo>
                    <a:pt x="22825" y="2501"/>
                    <a:pt x="22253" y="3001"/>
                    <a:pt x="21814" y="3563"/>
                  </a:cubicBezTo>
                  <a:cubicBezTo>
                    <a:pt x="21399" y="4126"/>
                    <a:pt x="21004" y="4814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3"/>
                  </a:lnTo>
                  <a:cubicBezTo>
                    <a:pt x="16636" y="20494"/>
                    <a:pt x="16280" y="22370"/>
                    <a:pt x="16280" y="23349"/>
                  </a:cubicBezTo>
                  <a:cubicBezTo>
                    <a:pt x="16280" y="24557"/>
                    <a:pt x="16574" y="25568"/>
                    <a:pt x="17161" y="26381"/>
                  </a:cubicBezTo>
                  <a:cubicBezTo>
                    <a:pt x="17742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4"/>
                    <a:pt x="24972" y="25131"/>
                  </a:cubicBezTo>
                  <a:cubicBezTo>
                    <a:pt x="25595" y="24526"/>
                    <a:pt x="26209" y="23714"/>
                    <a:pt x="26814" y="22692"/>
                  </a:cubicBezTo>
                  <a:cubicBezTo>
                    <a:pt x="27419" y="21671"/>
                    <a:pt x="27920" y="20505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9"/>
                  </a:cubicBezTo>
                  <a:cubicBezTo>
                    <a:pt x="29910" y="19483"/>
                    <a:pt x="29764" y="20035"/>
                    <a:pt x="29474" y="20786"/>
                  </a:cubicBezTo>
                  <a:cubicBezTo>
                    <a:pt x="29201" y="21515"/>
                    <a:pt x="28762" y="22359"/>
                    <a:pt x="28157" y="23318"/>
                  </a:cubicBezTo>
                  <a:cubicBezTo>
                    <a:pt x="27576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05" y="28714"/>
                    <a:pt x="20907" y="29006"/>
                    <a:pt x="19661" y="29006"/>
                  </a:cubicBezTo>
                  <a:cubicBezTo>
                    <a:pt x="17870" y="29006"/>
                    <a:pt x="16378" y="28527"/>
                    <a:pt x="15186" y="27568"/>
                  </a:cubicBezTo>
                  <a:cubicBezTo>
                    <a:pt x="14000" y="26610"/>
                    <a:pt x="13187" y="25464"/>
                    <a:pt x="12748" y="24130"/>
                  </a:cubicBezTo>
                  <a:cubicBezTo>
                    <a:pt x="12648" y="24318"/>
                    <a:pt x="12523" y="24537"/>
                    <a:pt x="12375" y="24786"/>
                  </a:cubicBezTo>
                  <a:cubicBezTo>
                    <a:pt x="12227" y="25037"/>
                    <a:pt x="11936" y="25443"/>
                    <a:pt x="11503" y="26005"/>
                  </a:cubicBezTo>
                  <a:cubicBezTo>
                    <a:pt x="11082" y="26547"/>
                    <a:pt x="10634" y="27027"/>
                    <a:pt x="10160" y="27443"/>
                  </a:cubicBezTo>
                  <a:cubicBezTo>
                    <a:pt x="9679" y="27839"/>
                    <a:pt x="9062" y="28193"/>
                    <a:pt x="8309" y="28506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38" y="21432"/>
                    <a:pt x="2571" y="21067"/>
                    <a:pt x="3532" y="21067"/>
                  </a:cubicBezTo>
                  <a:cubicBezTo>
                    <a:pt x="4137" y="21067"/>
                    <a:pt x="4677" y="21244"/>
                    <a:pt x="5151" y="21598"/>
                  </a:cubicBezTo>
                  <a:cubicBezTo>
                    <a:pt x="5655" y="21953"/>
                    <a:pt x="5907" y="22515"/>
                    <a:pt x="5907" y="23286"/>
                  </a:cubicBezTo>
                  <a:cubicBezTo>
                    <a:pt x="5907" y="24141"/>
                    <a:pt x="5613" y="24890"/>
                    <a:pt x="5026" y="25536"/>
                  </a:cubicBezTo>
                  <a:cubicBezTo>
                    <a:pt x="4445" y="26182"/>
                    <a:pt x="3739" y="26589"/>
                    <a:pt x="2909" y="26756"/>
                  </a:cubicBezTo>
                  <a:cubicBezTo>
                    <a:pt x="3763" y="27298"/>
                    <a:pt x="4825" y="27568"/>
                    <a:pt x="6094" y="27568"/>
                  </a:cubicBezTo>
                  <a:cubicBezTo>
                    <a:pt x="7470" y="27568"/>
                    <a:pt x="8698" y="26964"/>
                    <a:pt x="9777" y="25755"/>
                  </a:cubicBezTo>
                  <a:cubicBezTo>
                    <a:pt x="10863" y="24547"/>
                    <a:pt x="11666" y="22932"/>
                    <a:pt x="12188" y="20911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3" y="8189"/>
                    <a:pt x="15622" y="6626"/>
                    <a:pt x="15622" y="5688"/>
                  </a:cubicBezTo>
                  <a:cubicBezTo>
                    <a:pt x="15622" y="4814"/>
                    <a:pt x="15509" y="4074"/>
                    <a:pt x="15284" y="3470"/>
                  </a:cubicBezTo>
                  <a:cubicBezTo>
                    <a:pt x="15053" y="2865"/>
                    <a:pt x="14738" y="2428"/>
                    <a:pt x="14341" y="2156"/>
                  </a:cubicBezTo>
                  <a:cubicBezTo>
                    <a:pt x="13967" y="1865"/>
                    <a:pt x="13602" y="1667"/>
                    <a:pt x="13247" y="1563"/>
                  </a:cubicBezTo>
                  <a:cubicBezTo>
                    <a:pt x="12915" y="1459"/>
                    <a:pt x="12562" y="1407"/>
                    <a:pt x="12188" y="1407"/>
                  </a:cubicBezTo>
                  <a:cubicBezTo>
                    <a:pt x="11565" y="1407"/>
                    <a:pt x="10898" y="1532"/>
                    <a:pt x="10186" y="1782"/>
                  </a:cubicBezTo>
                  <a:cubicBezTo>
                    <a:pt x="9498" y="2032"/>
                    <a:pt x="8739" y="2448"/>
                    <a:pt x="7909" y="3032"/>
                  </a:cubicBezTo>
                  <a:cubicBezTo>
                    <a:pt x="7096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87" y="10263"/>
                    <a:pt x="3206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5" y="8950"/>
                    <a:pt x="2402" y="8220"/>
                  </a:cubicBezTo>
                  <a:cubicBezTo>
                    <a:pt x="2693" y="7470"/>
                    <a:pt x="3132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2" y="2178"/>
                    <a:pt x="7538" y="1459"/>
                    <a:pt x="8683" y="875"/>
                  </a:cubicBezTo>
                  <a:cubicBezTo>
                    <a:pt x="9851" y="292"/>
                    <a:pt x="11061" y="0"/>
                    <a:pt x="12313" y="0"/>
                  </a:cubicBezTo>
                  <a:cubicBezTo>
                    <a:pt x="12876" y="0"/>
                    <a:pt x="13428" y="63"/>
                    <a:pt x="13967" y="188"/>
                  </a:cubicBezTo>
                  <a:cubicBezTo>
                    <a:pt x="14531" y="292"/>
                    <a:pt x="15148" y="501"/>
                    <a:pt x="15818" y="813"/>
                  </a:cubicBezTo>
                  <a:cubicBezTo>
                    <a:pt x="16500" y="1126"/>
                    <a:pt x="17143" y="1626"/>
                    <a:pt x="17748" y="2313"/>
                  </a:cubicBezTo>
                  <a:cubicBezTo>
                    <a:pt x="18353" y="3000"/>
                    <a:pt x="18843" y="3844"/>
                    <a:pt x="19216" y="4845"/>
                  </a:cubicBezTo>
                  <a:cubicBezTo>
                    <a:pt x="19471" y="4366"/>
                    <a:pt x="19765" y="3897"/>
                    <a:pt x="20097" y="3438"/>
                  </a:cubicBezTo>
                  <a:cubicBezTo>
                    <a:pt x="20453" y="2980"/>
                    <a:pt x="20901" y="2469"/>
                    <a:pt x="21440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38" y="115"/>
                    <a:pt x="28469" y="344"/>
                  </a:cubicBezTo>
                  <a:cubicBezTo>
                    <a:pt x="29305" y="552"/>
                    <a:pt x="30076" y="1000"/>
                    <a:pt x="30782" y="1688"/>
                  </a:cubicBezTo>
                  <a:cubicBezTo>
                    <a:pt x="31511" y="2355"/>
                    <a:pt x="31876" y="3199"/>
                    <a:pt x="31876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42BF4172-C301-1963-0CFD-7604712BE94A}"/>
                </a:ext>
              </a:extLst>
            </p:cNvPr>
            <p:cNvSpPr/>
            <p:nvPr/>
          </p:nvSpPr>
          <p:spPr>
            <a:xfrm>
              <a:off x="4631581" y="1846274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8 w 14848"/>
                <a:gd name="csY1" fmla="*/ 62294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23 w 14848"/>
                <a:gd name="csY5" fmla="*/ 0 h 64013"/>
                <a:gd name="csX6" fmla="*/ 2598 w 14848"/>
                <a:gd name="csY6" fmla="*/ 1281 h 64013"/>
                <a:gd name="csX7" fmla="*/ 6503 w 14848"/>
                <a:gd name="csY7" fmla="*/ 5501 h 64013"/>
                <a:gd name="csX8" fmla="*/ 10631 w 14848"/>
                <a:gd name="csY8" fmla="*/ 12033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23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8" y="62294"/>
                  </a:cubicBezTo>
                  <a:cubicBezTo>
                    <a:pt x="7692" y="55292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07" y="0"/>
                    <a:pt x="623" y="0"/>
                  </a:cubicBezTo>
                  <a:cubicBezTo>
                    <a:pt x="919" y="0"/>
                    <a:pt x="1578" y="427"/>
                    <a:pt x="2598" y="1281"/>
                  </a:cubicBezTo>
                  <a:cubicBezTo>
                    <a:pt x="3636" y="2136"/>
                    <a:pt x="4937" y="3542"/>
                    <a:pt x="6503" y="5501"/>
                  </a:cubicBezTo>
                  <a:cubicBezTo>
                    <a:pt x="8087" y="7460"/>
                    <a:pt x="9463" y="9637"/>
                    <a:pt x="10631" y="12033"/>
                  </a:cubicBezTo>
                  <a:cubicBezTo>
                    <a:pt x="13442" y="17847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3" y="53980"/>
                    <a:pt x="8297" y="56220"/>
                    <a:pt x="6690" y="58262"/>
                  </a:cubicBezTo>
                  <a:cubicBezTo>
                    <a:pt x="5083" y="60304"/>
                    <a:pt x="3748" y="61773"/>
                    <a:pt x="2687" y="62669"/>
                  </a:cubicBezTo>
                  <a:cubicBezTo>
                    <a:pt x="1625" y="63565"/>
                    <a:pt x="937" y="64014"/>
                    <a:pt x="623" y="64014"/>
                  </a:cubicBezTo>
                  <a:cubicBezTo>
                    <a:pt x="207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4B4E2E73-D7ED-6C2E-2274-7C6F0C729A6D}"/>
              </a:ext>
            </a:extLst>
          </p:cNvPr>
          <p:cNvGrpSpPr/>
          <p:nvPr/>
        </p:nvGrpSpPr>
        <p:grpSpPr>
          <a:xfrm>
            <a:off x="759811" y="1597345"/>
            <a:ext cx="2135148" cy="1423432"/>
            <a:chOff x="180983" y="1651100"/>
            <a:chExt cx="2135148" cy="1423432"/>
          </a:xfrm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09B79E3-7E14-5000-492A-8EDFB89498AE}"/>
                </a:ext>
              </a:extLst>
            </p:cNvPr>
            <p:cNvSpPr/>
            <p:nvPr/>
          </p:nvSpPr>
          <p:spPr>
            <a:xfrm>
              <a:off x="180983" y="1651100"/>
              <a:ext cx="2135148" cy="1423432"/>
            </a:xfrm>
            <a:custGeom>
              <a:avLst/>
              <a:gdLst>
                <a:gd name="csX0" fmla="*/ 0 w 2135148"/>
                <a:gd name="csY0" fmla="*/ 1423432 h 1423432"/>
                <a:gd name="csX1" fmla="*/ 2135148 w 2135148"/>
                <a:gd name="csY1" fmla="*/ 1423432 h 1423432"/>
                <a:gd name="csX2" fmla="*/ 2135148 w 2135148"/>
                <a:gd name="csY2" fmla="*/ 0 h 1423432"/>
                <a:gd name="csX3" fmla="*/ 0 w 2135148"/>
                <a:gd name="csY3" fmla="*/ 0 h 1423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5148" h="1423432">
                  <a:moveTo>
                    <a:pt x="0" y="1423432"/>
                  </a:moveTo>
                  <a:lnTo>
                    <a:pt x="2135148" y="1423432"/>
                  </a:lnTo>
                  <a:lnTo>
                    <a:pt x="2135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0CE546EB-B333-1AED-E794-2C3264EF075F}"/>
                </a:ext>
              </a:extLst>
            </p:cNvPr>
            <p:cNvSpPr/>
            <p:nvPr/>
          </p:nvSpPr>
          <p:spPr>
            <a:xfrm>
              <a:off x="447673" y="1693130"/>
              <a:ext cx="1826430" cy="1181818"/>
            </a:xfrm>
            <a:custGeom>
              <a:avLst/>
              <a:gdLst>
                <a:gd name="csX0" fmla="*/ 0 w 1826430"/>
                <a:gd name="csY0" fmla="*/ 1181819 h 1181818"/>
                <a:gd name="csX1" fmla="*/ 1826431 w 1826430"/>
                <a:gd name="csY1" fmla="*/ 1181819 h 1181818"/>
                <a:gd name="csX2" fmla="*/ 1826431 w 1826430"/>
                <a:gd name="csY2" fmla="*/ 0 h 1181818"/>
                <a:gd name="csX3" fmla="*/ 0 w 1826430"/>
                <a:gd name="csY3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826430" h="1181818">
                  <a:moveTo>
                    <a:pt x="0" y="1181819"/>
                  </a:moveTo>
                  <a:lnTo>
                    <a:pt x="1826431" y="1181819"/>
                  </a:lnTo>
                  <a:lnTo>
                    <a:pt x="1826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0A8C30D0-F859-A583-6FFF-6EFD30CE6449}"/>
                </a:ext>
              </a:extLst>
            </p:cNvPr>
            <p:cNvSpPr/>
            <p:nvPr/>
          </p:nvSpPr>
          <p:spPr>
            <a:xfrm>
              <a:off x="821057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32D763F5-8BD7-C906-A7EE-EAADD2232513}"/>
                </a:ext>
              </a:extLst>
            </p:cNvPr>
            <p:cNvSpPr/>
            <p:nvPr/>
          </p:nvSpPr>
          <p:spPr>
            <a:xfrm>
              <a:off x="1224670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7152268-1DA6-A08B-481D-F44F2BB935B9}"/>
                </a:ext>
              </a:extLst>
            </p:cNvPr>
            <p:cNvSpPr/>
            <p:nvPr/>
          </p:nvSpPr>
          <p:spPr>
            <a:xfrm>
              <a:off x="1628275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0D1EBF3-C310-7435-4FC9-4E8AACA5DCD1}"/>
                </a:ext>
              </a:extLst>
            </p:cNvPr>
            <p:cNvSpPr/>
            <p:nvPr/>
          </p:nvSpPr>
          <p:spPr>
            <a:xfrm>
              <a:off x="2031889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6ADA185E-03E5-FE6D-67F0-45E47AA24D05}"/>
                </a:ext>
              </a:extLst>
            </p:cNvPr>
            <p:cNvSpPr/>
            <p:nvPr/>
          </p:nvSpPr>
          <p:spPr>
            <a:xfrm>
              <a:off x="447673" y="2841498"/>
              <a:ext cx="1826430" cy="889"/>
            </a:xfrm>
            <a:custGeom>
              <a:avLst/>
              <a:gdLst>
                <a:gd name="csX0" fmla="*/ 0 w 1826430"/>
                <a:gd name="csY0" fmla="*/ 0 h 889"/>
                <a:gd name="csX1" fmla="*/ 1826431 w 1826430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6430" h="889">
                  <a:moveTo>
                    <a:pt x="0" y="0"/>
                  </a:moveTo>
                  <a:lnTo>
                    <a:pt x="1826431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6B2A3ADE-8618-F659-AC02-9749B0B37362}"/>
                </a:ext>
              </a:extLst>
            </p:cNvPr>
            <p:cNvSpPr/>
            <p:nvPr/>
          </p:nvSpPr>
          <p:spPr>
            <a:xfrm>
              <a:off x="447673" y="2468664"/>
              <a:ext cx="1826430" cy="889"/>
            </a:xfrm>
            <a:custGeom>
              <a:avLst/>
              <a:gdLst>
                <a:gd name="csX0" fmla="*/ 0 w 1826430"/>
                <a:gd name="csY0" fmla="*/ 0 h 889"/>
                <a:gd name="csX1" fmla="*/ 1826431 w 1826430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6430" h="889">
                  <a:moveTo>
                    <a:pt x="0" y="0"/>
                  </a:moveTo>
                  <a:lnTo>
                    <a:pt x="1826431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6BE0A088-DCBE-EB14-678C-E0967D7AC039}"/>
                </a:ext>
              </a:extLst>
            </p:cNvPr>
            <p:cNvSpPr/>
            <p:nvPr/>
          </p:nvSpPr>
          <p:spPr>
            <a:xfrm>
              <a:off x="447673" y="2095827"/>
              <a:ext cx="1826430" cy="889"/>
            </a:xfrm>
            <a:custGeom>
              <a:avLst/>
              <a:gdLst>
                <a:gd name="csX0" fmla="*/ 0 w 1826430"/>
                <a:gd name="csY0" fmla="*/ 0 h 889"/>
                <a:gd name="csX1" fmla="*/ 1826431 w 1826430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6430" h="889">
                  <a:moveTo>
                    <a:pt x="0" y="0"/>
                  </a:moveTo>
                  <a:lnTo>
                    <a:pt x="1826431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CDAAE76-C690-405C-E612-EDA00BA9DB80}"/>
                </a:ext>
              </a:extLst>
            </p:cNvPr>
            <p:cNvSpPr/>
            <p:nvPr/>
          </p:nvSpPr>
          <p:spPr>
            <a:xfrm>
              <a:off x="447673" y="1722989"/>
              <a:ext cx="1826430" cy="889"/>
            </a:xfrm>
            <a:custGeom>
              <a:avLst/>
              <a:gdLst>
                <a:gd name="csX0" fmla="*/ 0 w 1826430"/>
                <a:gd name="csY0" fmla="*/ 0 h 889"/>
                <a:gd name="csX1" fmla="*/ 1826431 w 1826430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6430" h="889">
                  <a:moveTo>
                    <a:pt x="0" y="0"/>
                  </a:moveTo>
                  <a:lnTo>
                    <a:pt x="1826431" y="0"/>
                  </a:lnTo>
                </a:path>
              </a:pathLst>
            </a:custGeom>
            <a:noFill/>
            <a:ln w="17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BADAC19-88F3-9D10-A0B9-0BCBEBC28B56}"/>
                </a:ext>
              </a:extLst>
            </p:cNvPr>
            <p:cNvSpPr/>
            <p:nvPr/>
          </p:nvSpPr>
          <p:spPr>
            <a:xfrm>
              <a:off x="447673" y="2874949"/>
              <a:ext cx="1826430" cy="889"/>
            </a:xfrm>
            <a:custGeom>
              <a:avLst/>
              <a:gdLst>
                <a:gd name="csX0" fmla="*/ 0 w 1826430"/>
                <a:gd name="csY0" fmla="*/ 0 h 889"/>
                <a:gd name="csX1" fmla="*/ 1826431 w 1826430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26430" h="889">
                  <a:moveTo>
                    <a:pt x="0" y="0"/>
                  </a:moveTo>
                  <a:lnTo>
                    <a:pt x="1826431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3345F96-2DD8-435B-BA57-CB09C07972D9}"/>
                </a:ext>
              </a:extLst>
            </p:cNvPr>
            <p:cNvSpPr/>
            <p:nvPr/>
          </p:nvSpPr>
          <p:spPr>
            <a:xfrm>
              <a:off x="821057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1CDDAD83-FAB9-B916-B906-66715D290D8B}"/>
                </a:ext>
              </a:extLst>
            </p:cNvPr>
            <p:cNvSpPr/>
            <p:nvPr/>
          </p:nvSpPr>
          <p:spPr>
            <a:xfrm>
              <a:off x="1224670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D4A06C57-F496-1CC4-86B8-77146515133A}"/>
                </a:ext>
              </a:extLst>
            </p:cNvPr>
            <p:cNvSpPr/>
            <p:nvPr/>
          </p:nvSpPr>
          <p:spPr>
            <a:xfrm>
              <a:off x="1628275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63E39C97-E469-469F-698D-F493972B512A}"/>
                </a:ext>
              </a:extLst>
            </p:cNvPr>
            <p:cNvSpPr/>
            <p:nvPr/>
          </p:nvSpPr>
          <p:spPr>
            <a:xfrm>
              <a:off x="2031889" y="2858134"/>
              <a:ext cx="889" cy="16814"/>
            </a:xfrm>
            <a:custGeom>
              <a:avLst/>
              <a:gdLst>
                <a:gd name="csX0" fmla="*/ 0 w 889"/>
                <a:gd name="csY0" fmla="*/ 16814 h 16814"/>
                <a:gd name="csX1" fmla="*/ 0 w 889"/>
                <a:gd name="csY1" fmla="*/ 0 h 16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6814">
                  <a:moveTo>
                    <a:pt x="0" y="16814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876E5BE-7D73-0022-D777-1F6F254B886A}"/>
                </a:ext>
              </a:extLst>
            </p:cNvPr>
            <p:cNvSpPr/>
            <p:nvPr/>
          </p:nvSpPr>
          <p:spPr>
            <a:xfrm>
              <a:off x="749539" y="2933087"/>
              <a:ext cx="46201" cy="6129"/>
            </a:xfrm>
            <a:custGeom>
              <a:avLst/>
              <a:gdLst>
                <a:gd name="csX0" fmla="*/ 0 w 46201"/>
                <a:gd name="csY0" fmla="*/ 0 h 6129"/>
                <a:gd name="csX1" fmla="*/ 46201 w 46201"/>
                <a:gd name="csY1" fmla="*/ 0 h 6129"/>
                <a:gd name="csX2" fmla="*/ 46201 w 46201"/>
                <a:gd name="csY2" fmla="*/ 6130 h 6129"/>
                <a:gd name="csX3" fmla="*/ 0 w 46201"/>
                <a:gd name="csY3" fmla="*/ 6130 h 6129"/>
                <a:gd name="csX4" fmla="*/ 0 w 46201"/>
                <a:gd name="csY4" fmla="*/ 0 h 61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201" h="6129">
                  <a:moveTo>
                    <a:pt x="0" y="0"/>
                  </a:moveTo>
                  <a:lnTo>
                    <a:pt x="46201" y="0"/>
                  </a:lnTo>
                  <a:lnTo>
                    <a:pt x="46201" y="6130"/>
                  </a:lnTo>
                  <a:lnTo>
                    <a:pt x="0" y="6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0E16296-FB04-2B83-9D3A-518C102350DD}"/>
                </a:ext>
              </a:extLst>
            </p:cNvPr>
            <p:cNvSpPr/>
            <p:nvPr/>
          </p:nvSpPr>
          <p:spPr>
            <a:xfrm>
              <a:off x="811669" y="2905481"/>
              <a:ext cx="32038" cy="53805"/>
            </a:xfrm>
            <a:custGeom>
              <a:avLst/>
              <a:gdLst>
                <a:gd name="csX0" fmla="*/ 1045 w 32038"/>
                <a:gd name="csY0" fmla="*/ 47676 h 53805"/>
                <a:gd name="csX1" fmla="*/ 12938 w 32038"/>
                <a:gd name="csY1" fmla="*/ 47676 h 53805"/>
                <a:gd name="csX2" fmla="*/ 12938 w 32038"/>
                <a:gd name="csY2" fmla="*/ 6628 h 53805"/>
                <a:gd name="csX3" fmla="*/ 0 w 32038"/>
                <a:gd name="csY3" fmla="*/ 9226 h 53805"/>
                <a:gd name="csX4" fmla="*/ 0 w 32038"/>
                <a:gd name="csY4" fmla="*/ 2598 h 53805"/>
                <a:gd name="csX5" fmla="*/ 12866 w 32038"/>
                <a:gd name="csY5" fmla="*/ 0 h 53805"/>
                <a:gd name="csX6" fmla="*/ 20146 w 32038"/>
                <a:gd name="csY6" fmla="*/ 0 h 53805"/>
                <a:gd name="csX7" fmla="*/ 20146 w 32038"/>
                <a:gd name="csY7" fmla="*/ 47676 h 53805"/>
                <a:gd name="csX8" fmla="*/ 32039 w 32038"/>
                <a:gd name="csY8" fmla="*/ 47676 h 53805"/>
                <a:gd name="csX9" fmla="*/ 32039 w 32038"/>
                <a:gd name="csY9" fmla="*/ 53806 h 53805"/>
                <a:gd name="csX10" fmla="*/ 1045 w 32038"/>
                <a:gd name="csY10" fmla="*/ 53806 h 53805"/>
                <a:gd name="csX11" fmla="*/ 1045 w 32038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8" h="53805">
                  <a:moveTo>
                    <a:pt x="1045" y="47676"/>
                  </a:moveTo>
                  <a:lnTo>
                    <a:pt x="12938" y="47676"/>
                  </a:lnTo>
                  <a:lnTo>
                    <a:pt x="12938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6" y="0"/>
                  </a:lnTo>
                  <a:lnTo>
                    <a:pt x="20146" y="0"/>
                  </a:lnTo>
                  <a:lnTo>
                    <a:pt x="20146" y="47676"/>
                  </a:lnTo>
                  <a:lnTo>
                    <a:pt x="32039" y="47676"/>
                  </a:lnTo>
                  <a:lnTo>
                    <a:pt x="32039" y="53806"/>
                  </a:lnTo>
                  <a:lnTo>
                    <a:pt x="1045" y="53806"/>
                  </a:lnTo>
                  <a:lnTo>
                    <a:pt x="1045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DFD98259-D8E5-F605-91F6-FD71E20823A0}"/>
                </a:ext>
              </a:extLst>
            </p:cNvPr>
            <p:cNvSpPr/>
            <p:nvPr/>
          </p:nvSpPr>
          <p:spPr>
            <a:xfrm>
              <a:off x="855384" y="2904511"/>
              <a:ext cx="37191" cy="55816"/>
            </a:xfrm>
            <a:custGeom>
              <a:avLst/>
              <a:gdLst>
                <a:gd name="csX0" fmla="*/ 18595 w 37191"/>
                <a:gd name="csY0" fmla="*/ 5765 h 55816"/>
                <a:gd name="csX1" fmla="*/ 10127 w 37191"/>
                <a:gd name="csY1" fmla="*/ 11316 h 55816"/>
                <a:gd name="csX2" fmla="*/ 7316 w 37191"/>
                <a:gd name="csY2" fmla="*/ 27926 h 55816"/>
                <a:gd name="csX3" fmla="*/ 10127 w 37191"/>
                <a:gd name="csY3" fmla="*/ 44544 h 55816"/>
                <a:gd name="csX4" fmla="*/ 18595 w 37191"/>
                <a:gd name="csY4" fmla="*/ 50051 h 55816"/>
                <a:gd name="csX5" fmla="*/ 27065 w 37191"/>
                <a:gd name="csY5" fmla="*/ 44544 h 55816"/>
                <a:gd name="csX6" fmla="*/ 29912 w 37191"/>
                <a:gd name="csY6" fmla="*/ 27926 h 55816"/>
                <a:gd name="csX7" fmla="*/ 27065 w 37191"/>
                <a:gd name="csY7" fmla="*/ 11316 h 55816"/>
                <a:gd name="csX8" fmla="*/ 18595 w 37191"/>
                <a:gd name="csY8" fmla="*/ 5765 h 55816"/>
                <a:gd name="csX9" fmla="*/ 18595 w 37191"/>
                <a:gd name="csY9" fmla="*/ 0 h 55816"/>
                <a:gd name="csX10" fmla="*/ 32398 w 37191"/>
                <a:gd name="csY10" fmla="*/ 7170 h 55816"/>
                <a:gd name="csX11" fmla="*/ 37192 w 37191"/>
                <a:gd name="csY11" fmla="*/ 27926 h 55816"/>
                <a:gd name="csX12" fmla="*/ 32398 w 37191"/>
                <a:gd name="csY12" fmla="*/ 48681 h 55816"/>
                <a:gd name="csX13" fmla="*/ 18595 w 37191"/>
                <a:gd name="csY13" fmla="*/ 55816 h 55816"/>
                <a:gd name="csX14" fmla="*/ 4757 w 37191"/>
                <a:gd name="csY14" fmla="*/ 48681 h 55816"/>
                <a:gd name="csX15" fmla="*/ 0 w 37191"/>
                <a:gd name="csY15" fmla="*/ 27926 h 55816"/>
                <a:gd name="csX16" fmla="*/ 4757 w 37191"/>
                <a:gd name="csY16" fmla="*/ 7170 h 55816"/>
                <a:gd name="csX17" fmla="*/ 18595 w 37191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16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88"/>
                    <a:pt x="7316" y="20524"/>
                    <a:pt x="7316" y="27926"/>
                  </a:cubicBezTo>
                  <a:cubicBezTo>
                    <a:pt x="7316" y="35304"/>
                    <a:pt x="8253" y="40844"/>
                    <a:pt x="10127" y="44544"/>
                  </a:cubicBezTo>
                  <a:cubicBezTo>
                    <a:pt x="12025" y="48216"/>
                    <a:pt x="14848" y="50051"/>
                    <a:pt x="18595" y="50051"/>
                  </a:cubicBezTo>
                  <a:cubicBezTo>
                    <a:pt x="22367" y="50051"/>
                    <a:pt x="25191" y="48216"/>
                    <a:pt x="27065" y="44544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24"/>
                    <a:pt x="28963" y="14988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0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2"/>
                    <a:pt x="35594" y="43901"/>
                    <a:pt x="32398" y="48681"/>
                  </a:cubicBezTo>
                  <a:cubicBezTo>
                    <a:pt x="29227" y="53438"/>
                    <a:pt x="24626" y="55816"/>
                    <a:pt x="18595" y="55816"/>
                  </a:cubicBezTo>
                  <a:cubicBezTo>
                    <a:pt x="12565" y="55816"/>
                    <a:pt x="7953" y="53438"/>
                    <a:pt x="4757" y="48681"/>
                  </a:cubicBezTo>
                  <a:cubicBezTo>
                    <a:pt x="1586" y="43901"/>
                    <a:pt x="0" y="36982"/>
                    <a:pt x="0" y="27926"/>
                  </a:cubicBezTo>
                  <a:cubicBezTo>
                    <a:pt x="0" y="18846"/>
                    <a:pt x="1586" y="11927"/>
                    <a:pt x="4757" y="7170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C77F2C4-7EC5-24BF-CC29-C1FD0FBCCC56}"/>
                </a:ext>
              </a:extLst>
            </p:cNvPr>
            <p:cNvSpPr/>
            <p:nvPr/>
          </p:nvSpPr>
          <p:spPr>
            <a:xfrm>
              <a:off x="1206076" y="2904511"/>
              <a:ext cx="37187" cy="55816"/>
            </a:xfrm>
            <a:custGeom>
              <a:avLst/>
              <a:gdLst>
                <a:gd name="csX0" fmla="*/ 18594 w 37187"/>
                <a:gd name="csY0" fmla="*/ 5765 h 55816"/>
                <a:gd name="csX1" fmla="*/ 10124 w 37187"/>
                <a:gd name="csY1" fmla="*/ 11316 h 55816"/>
                <a:gd name="csX2" fmla="*/ 7313 w 37187"/>
                <a:gd name="csY2" fmla="*/ 27926 h 55816"/>
                <a:gd name="csX3" fmla="*/ 10124 w 37187"/>
                <a:gd name="csY3" fmla="*/ 44544 h 55816"/>
                <a:gd name="csX4" fmla="*/ 18594 w 37187"/>
                <a:gd name="csY4" fmla="*/ 50051 h 55816"/>
                <a:gd name="csX5" fmla="*/ 27063 w 37187"/>
                <a:gd name="csY5" fmla="*/ 44544 h 55816"/>
                <a:gd name="csX6" fmla="*/ 29910 w 37187"/>
                <a:gd name="csY6" fmla="*/ 27926 h 55816"/>
                <a:gd name="csX7" fmla="*/ 27063 w 37187"/>
                <a:gd name="csY7" fmla="*/ 11316 h 55816"/>
                <a:gd name="csX8" fmla="*/ 18594 w 37187"/>
                <a:gd name="csY8" fmla="*/ 5765 h 55816"/>
                <a:gd name="csX9" fmla="*/ 18594 w 37187"/>
                <a:gd name="csY9" fmla="*/ 0 h 55816"/>
                <a:gd name="csX10" fmla="*/ 32392 w 37187"/>
                <a:gd name="csY10" fmla="*/ 7170 h 55816"/>
                <a:gd name="csX11" fmla="*/ 37187 w 37187"/>
                <a:gd name="csY11" fmla="*/ 27926 h 55816"/>
                <a:gd name="csX12" fmla="*/ 32392 w 37187"/>
                <a:gd name="csY12" fmla="*/ 48681 h 55816"/>
                <a:gd name="csX13" fmla="*/ 18594 w 37187"/>
                <a:gd name="csY13" fmla="*/ 55816 h 55816"/>
                <a:gd name="csX14" fmla="*/ 4751 w 37187"/>
                <a:gd name="csY14" fmla="*/ 48681 h 55816"/>
                <a:gd name="csX15" fmla="*/ 0 w 37187"/>
                <a:gd name="csY15" fmla="*/ 27926 h 55816"/>
                <a:gd name="csX16" fmla="*/ 4751 w 37187"/>
                <a:gd name="csY16" fmla="*/ 7170 h 55816"/>
                <a:gd name="csX17" fmla="*/ 18594 w 37187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87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5" y="2390"/>
                    <a:pt x="32392" y="7170"/>
                  </a:cubicBezTo>
                  <a:cubicBezTo>
                    <a:pt x="35589" y="11927"/>
                    <a:pt x="37187" y="18846"/>
                    <a:pt x="37187" y="27926"/>
                  </a:cubicBezTo>
                  <a:cubicBezTo>
                    <a:pt x="37187" y="36982"/>
                    <a:pt x="35589" y="43901"/>
                    <a:pt x="32392" y="48681"/>
                  </a:cubicBezTo>
                  <a:cubicBezTo>
                    <a:pt x="29225" y="53438"/>
                    <a:pt x="24625" y="55816"/>
                    <a:pt x="18594" y="55816"/>
                  </a:cubicBezTo>
                  <a:cubicBezTo>
                    <a:pt x="12562" y="55816"/>
                    <a:pt x="7948" y="53438"/>
                    <a:pt x="4751" y="48681"/>
                  </a:cubicBezTo>
                  <a:cubicBezTo>
                    <a:pt x="1584" y="43901"/>
                    <a:pt x="0" y="36982"/>
                    <a:pt x="0" y="27926"/>
                  </a:cubicBezTo>
                  <a:cubicBezTo>
                    <a:pt x="0" y="18846"/>
                    <a:pt x="1584" y="11927"/>
                    <a:pt x="4751" y="7170"/>
                  </a:cubicBezTo>
                  <a:cubicBezTo>
                    <a:pt x="7948" y="2390"/>
                    <a:pt x="12562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433932F-058F-0DE1-5A9A-ED215D068A3A}"/>
                </a:ext>
              </a:extLst>
            </p:cNvPr>
            <p:cNvSpPr/>
            <p:nvPr/>
          </p:nvSpPr>
          <p:spPr>
            <a:xfrm>
              <a:off x="1587823" y="2905481"/>
              <a:ext cx="32045" cy="53805"/>
            </a:xfrm>
            <a:custGeom>
              <a:avLst/>
              <a:gdLst>
                <a:gd name="csX0" fmla="*/ 1050 w 32045"/>
                <a:gd name="csY0" fmla="*/ 47676 h 53805"/>
                <a:gd name="csX1" fmla="*/ 12944 w 32045"/>
                <a:gd name="csY1" fmla="*/ 47676 h 53805"/>
                <a:gd name="csX2" fmla="*/ 12944 w 32045"/>
                <a:gd name="csY2" fmla="*/ 6628 h 53805"/>
                <a:gd name="csX3" fmla="*/ 0 w 32045"/>
                <a:gd name="csY3" fmla="*/ 9226 h 53805"/>
                <a:gd name="csX4" fmla="*/ 0 w 32045"/>
                <a:gd name="csY4" fmla="*/ 2598 h 53805"/>
                <a:gd name="csX5" fmla="*/ 12864 w 32045"/>
                <a:gd name="csY5" fmla="*/ 0 h 53805"/>
                <a:gd name="csX6" fmla="*/ 20150 w 32045"/>
                <a:gd name="csY6" fmla="*/ 0 h 53805"/>
                <a:gd name="csX7" fmla="*/ 20150 w 32045"/>
                <a:gd name="csY7" fmla="*/ 47676 h 53805"/>
                <a:gd name="csX8" fmla="*/ 32045 w 32045"/>
                <a:gd name="csY8" fmla="*/ 47676 h 53805"/>
                <a:gd name="csX9" fmla="*/ 32045 w 32045"/>
                <a:gd name="csY9" fmla="*/ 53806 h 53805"/>
                <a:gd name="csX10" fmla="*/ 1050 w 32045"/>
                <a:gd name="csY10" fmla="*/ 53806 h 53805"/>
                <a:gd name="csX11" fmla="*/ 1050 w 32045"/>
                <a:gd name="csY11" fmla="*/ 47676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45" h="53805">
                  <a:moveTo>
                    <a:pt x="1050" y="47676"/>
                  </a:moveTo>
                  <a:lnTo>
                    <a:pt x="12944" y="47676"/>
                  </a:lnTo>
                  <a:lnTo>
                    <a:pt x="12944" y="6628"/>
                  </a:lnTo>
                  <a:lnTo>
                    <a:pt x="0" y="9226"/>
                  </a:lnTo>
                  <a:lnTo>
                    <a:pt x="0" y="2598"/>
                  </a:lnTo>
                  <a:lnTo>
                    <a:pt x="12864" y="0"/>
                  </a:lnTo>
                  <a:lnTo>
                    <a:pt x="20150" y="0"/>
                  </a:lnTo>
                  <a:lnTo>
                    <a:pt x="20150" y="47676"/>
                  </a:lnTo>
                  <a:lnTo>
                    <a:pt x="32045" y="47676"/>
                  </a:lnTo>
                  <a:lnTo>
                    <a:pt x="32045" y="53806"/>
                  </a:lnTo>
                  <a:lnTo>
                    <a:pt x="1050" y="53806"/>
                  </a:lnTo>
                  <a:lnTo>
                    <a:pt x="1050" y="47676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E96F340-B691-5355-A32A-B35ED055FF1E}"/>
                </a:ext>
              </a:extLst>
            </p:cNvPr>
            <p:cNvSpPr/>
            <p:nvPr/>
          </p:nvSpPr>
          <p:spPr>
            <a:xfrm>
              <a:off x="1631540" y="2904511"/>
              <a:ext cx="37196" cy="55816"/>
            </a:xfrm>
            <a:custGeom>
              <a:avLst/>
              <a:gdLst>
                <a:gd name="csX0" fmla="*/ 18594 w 37196"/>
                <a:gd name="csY0" fmla="*/ 5765 h 55816"/>
                <a:gd name="csX1" fmla="*/ 10124 w 37196"/>
                <a:gd name="csY1" fmla="*/ 11316 h 55816"/>
                <a:gd name="csX2" fmla="*/ 7313 w 37196"/>
                <a:gd name="csY2" fmla="*/ 27926 h 55816"/>
                <a:gd name="csX3" fmla="*/ 10124 w 37196"/>
                <a:gd name="csY3" fmla="*/ 44544 h 55816"/>
                <a:gd name="csX4" fmla="*/ 18594 w 37196"/>
                <a:gd name="csY4" fmla="*/ 50051 h 55816"/>
                <a:gd name="csX5" fmla="*/ 27063 w 37196"/>
                <a:gd name="csY5" fmla="*/ 44544 h 55816"/>
                <a:gd name="csX6" fmla="*/ 29910 w 37196"/>
                <a:gd name="csY6" fmla="*/ 27926 h 55816"/>
                <a:gd name="csX7" fmla="*/ 27063 w 37196"/>
                <a:gd name="csY7" fmla="*/ 11316 h 55816"/>
                <a:gd name="csX8" fmla="*/ 18594 w 37196"/>
                <a:gd name="csY8" fmla="*/ 5765 h 55816"/>
                <a:gd name="csX9" fmla="*/ 18594 w 37196"/>
                <a:gd name="csY9" fmla="*/ 0 h 55816"/>
                <a:gd name="csX10" fmla="*/ 32401 w 37196"/>
                <a:gd name="csY10" fmla="*/ 7170 h 55816"/>
                <a:gd name="csX11" fmla="*/ 37196 w 37196"/>
                <a:gd name="csY11" fmla="*/ 27926 h 55816"/>
                <a:gd name="csX12" fmla="*/ 32401 w 37196"/>
                <a:gd name="csY12" fmla="*/ 48681 h 55816"/>
                <a:gd name="csX13" fmla="*/ 18594 w 37196"/>
                <a:gd name="csY13" fmla="*/ 55816 h 55816"/>
                <a:gd name="csX14" fmla="*/ 4760 w 37196"/>
                <a:gd name="csY14" fmla="*/ 48681 h 55816"/>
                <a:gd name="csX15" fmla="*/ 0 w 37196"/>
                <a:gd name="csY15" fmla="*/ 27926 h 55816"/>
                <a:gd name="csX16" fmla="*/ 4760 w 37196"/>
                <a:gd name="csY16" fmla="*/ 7170 h 55816"/>
                <a:gd name="csX17" fmla="*/ 18594 w 37196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6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5" y="0"/>
                    <a:pt x="29228" y="2390"/>
                    <a:pt x="32401" y="7170"/>
                  </a:cubicBezTo>
                  <a:cubicBezTo>
                    <a:pt x="35598" y="11927"/>
                    <a:pt x="37196" y="18846"/>
                    <a:pt x="37196" y="27926"/>
                  </a:cubicBezTo>
                  <a:cubicBezTo>
                    <a:pt x="37196" y="36982"/>
                    <a:pt x="35598" y="43901"/>
                    <a:pt x="32401" y="48681"/>
                  </a:cubicBezTo>
                  <a:cubicBezTo>
                    <a:pt x="29228" y="53438"/>
                    <a:pt x="24625" y="55816"/>
                    <a:pt x="18594" y="55816"/>
                  </a:cubicBezTo>
                  <a:cubicBezTo>
                    <a:pt x="12568" y="55816"/>
                    <a:pt x="7956" y="53438"/>
                    <a:pt x="4760" y="48681"/>
                  </a:cubicBezTo>
                  <a:cubicBezTo>
                    <a:pt x="1587" y="43901"/>
                    <a:pt x="0" y="36982"/>
                    <a:pt x="0" y="27926"/>
                  </a:cubicBezTo>
                  <a:cubicBezTo>
                    <a:pt x="0" y="18846"/>
                    <a:pt x="1587" y="11927"/>
                    <a:pt x="4760" y="7170"/>
                  </a:cubicBezTo>
                  <a:cubicBezTo>
                    <a:pt x="7956" y="2390"/>
                    <a:pt x="12568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EF3E6DF9-3931-3085-2FBD-14F409D85D6B}"/>
                </a:ext>
              </a:extLst>
            </p:cNvPr>
            <p:cNvSpPr/>
            <p:nvPr/>
          </p:nvSpPr>
          <p:spPr>
            <a:xfrm>
              <a:off x="1990085" y="2904511"/>
              <a:ext cx="34162" cy="54775"/>
            </a:xfrm>
            <a:custGeom>
              <a:avLst/>
              <a:gdLst>
                <a:gd name="csX0" fmla="*/ 8754 w 34162"/>
                <a:gd name="csY0" fmla="*/ 48646 h 54775"/>
                <a:gd name="csX1" fmla="*/ 34162 w 34162"/>
                <a:gd name="csY1" fmla="*/ 48646 h 54775"/>
                <a:gd name="csX2" fmla="*/ 34162 w 34162"/>
                <a:gd name="csY2" fmla="*/ 54775 h 54775"/>
                <a:gd name="csX3" fmla="*/ 0 w 34162"/>
                <a:gd name="csY3" fmla="*/ 54775 h 54775"/>
                <a:gd name="csX4" fmla="*/ 0 w 34162"/>
                <a:gd name="csY4" fmla="*/ 48646 h 54775"/>
                <a:gd name="csX5" fmla="*/ 11281 w 34162"/>
                <a:gd name="csY5" fmla="*/ 37152 h 54775"/>
                <a:gd name="csX6" fmla="*/ 20293 w 34162"/>
                <a:gd name="csY6" fmla="*/ 27819 h 54775"/>
                <a:gd name="csX7" fmla="*/ 25159 w 34162"/>
                <a:gd name="csY7" fmla="*/ 21191 h 54775"/>
                <a:gd name="csX8" fmla="*/ 26565 w 34162"/>
                <a:gd name="csY8" fmla="*/ 15818 h 54775"/>
                <a:gd name="csX9" fmla="*/ 23531 w 34162"/>
                <a:gd name="csY9" fmla="*/ 8825 h 54775"/>
                <a:gd name="csX10" fmla="*/ 15711 w 34162"/>
                <a:gd name="csY10" fmla="*/ 6121 h 54775"/>
                <a:gd name="csX11" fmla="*/ 8469 w 34162"/>
                <a:gd name="csY11" fmla="*/ 7313 h 54775"/>
                <a:gd name="csX12" fmla="*/ 365 w 34162"/>
                <a:gd name="csY12" fmla="*/ 10916 h 54775"/>
                <a:gd name="csX13" fmla="*/ 365 w 34162"/>
                <a:gd name="csY13" fmla="*/ 3567 h 54775"/>
                <a:gd name="csX14" fmla="*/ 8576 w 34162"/>
                <a:gd name="csY14" fmla="*/ 899 h 54775"/>
                <a:gd name="csX15" fmla="*/ 15569 w 34162"/>
                <a:gd name="csY15" fmla="*/ 0 h 54775"/>
                <a:gd name="csX16" fmla="*/ 28905 w 34162"/>
                <a:gd name="csY16" fmla="*/ 4181 h 54775"/>
                <a:gd name="csX17" fmla="*/ 33878 w 34162"/>
                <a:gd name="csY17" fmla="*/ 15346 h 54775"/>
                <a:gd name="csX18" fmla="*/ 32614 w 34162"/>
                <a:gd name="csY18" fmla="*/ 21654 h 54775"/>
                <a:gd name="csX19" fmla="*/ 28113 w 34162"/>
                <a:gd name="csY19" fmla="*/ 28647 h 54775"/>
                <a:gd name="csX20" fmla="*/ 22383 w 34162"/>
                <a:gd name="csY20" fmla="*/ 34705 h 54775"/>
                <a:gd name="csX21" fmla="*/ 8754 w 34162"/>
                <a:gd name="csY21" fmla="*/ 48646 h 54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2" h="54775">
                  <a:moveTo>
                    <a:pt x="8754" y="48646"/>
                  </a:moveTo>
                  <a:lnTo>
                    <a:pt x="34162" y="48646"/>
                  </a:lnTo>
                  <a:lnTo>
                    <a:pt x="34162" y="54775"/>
                  </a:lnTo>
                  <a:lnTo>
                    <a:pt x="0" y="54775"/>
                  </a:lnTo>
                  <a:lnTo>
                    <a:pt x="0" y="48646"/>
                  </a:lnTo>
                  <a:cubicBezTo>
                    <a:pt x="2764" y="45787"/>
                    <a:pt x="6524" y="41956"/>
                    <a:pt x="11281" y="37152"/>
                  </a:cubicBezTo>
                  <a:cubicBezTo>
                    <a:pt x="16061" y="32324"/>
                    <a:pt x="19065" y="29213"/>
                    <a:pt x="20293" y="27819"/>
                  </a:cubicBezTo>
                  <a:cubicBezTo>
                    <a:pt x="22624" y="25198"/>
                    <a:pt x="24246" y="22988"/>
                    <a:pt x="25159" y="21191"/>
                  </a:cubicBezTo>
                  <a:cubicBezTo>
                    <a:pt x="26096" y="19365"/>
                    <a:pt x="26565" y="17573"/>
                    <a:pt x="26565" y="15818"/>
                  </a:cubicBezTo>
                  <a:cubicBezTo>
                    <a:pt x="26565" y="12959"/>
                    <a:pt x="25554" y="10628"/>
                    <a:pt x="23531" y="8825"/>
                  </a:cubicBezTo>
                  <a:cubicBezTo>
                    <a:pt x="21538" y="7022"/>
                    <a:pt x="18932" y="6121"/>
                    <a:pt x="15711" y="6121"/>
                  </a:cubicBezTo>
                  <a:cubicBezTo>
                    <a:pt x="13428" y="6121"/>
                    <a:pt x="11014" y="6518"/>
                    <a:pt x="8469" y="7313"/>
                  </a:cubicBezTo>
                  <a:cubicBezTo>
                    <a:pt x="5949" y="8108"/>
                    <a:pt x="3247" y="9309"/>
                    <a:pt x="365" y="10916"/>
                  </a:cubicBezTo>
                  <a:lnTo>
                    <a:pt x="365" y="3567"/>
                  </a:lnTo>
                  <a:cubicBezTo>
                    <a:pt x="3295" y="2387"/>
                    <a:pt x="6032" y="1498"/>
                    <a:pt x="8576" y="899"/>
                  </a:cubicBezTo>
                  <a:cubicBezTo>
                    <a:pt x="11127" y="300"/>
                    <a:pt x="13457" y="0"/>
                    <a:pt x="15569" y="0"/>
                  </a:cubicBezTo>
                  <a:cubicBezTo>
                    <a:pt x="21144" y="0"/>
                    <a:pt x="25589" y="1394"/>
                    <a:pt x="28905" y="4181"/>
                  </a:cubicBezTo>
                  <a:cubicBezTo>
                    <a:pt x="32220" y="6963"/>
                    <a:pt x="33878" y="10685"/>
                    <a:pt x="33878" y="15346"/>
                  </a:cubicBezTo>
                  <a:cubicBezTo>
                    <a:pt x="33878" y="17559"/>
                    <a:pt x="33457" y="19661"/>
                    <a:pt x="32614" y="21654"/>
                  </a:cubicBezTo>
                  <a:cubicBezTo>
                    <a:pt x="31796" y="23623"/>
                    <a:pt x="30295" y="25954"/>
                    <a:pt x="28113" y="28647"/>
                  </a:cubicBezTo>
                  <a:cubicBezTo>
                    <a:pt x="27508" y="29346"/>
                    <a:pt x="25598" y="31366"/>
                    <a:pt x="22383" y="34705"/>
                  </a:cubicBezTo>
                  <a:cubicBezTo>
                    <a:pt x="19163" y="38020"/>
                    <a:pt x="14620" y="42667"/>
                    <a:pt x="8754" y="4864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F94EC9D-EF72-36D3-B5B4-1B7A0E953578}"/>
                </a:ext>
              </a:extLst>
            </p:cNvPr>
            <p:cNvSpPr/>
            <p:nvPr/>
          </p:nvSpPr>
          <p:spPr>
            <a:xfrm>
              <a:off x="2036506" y="2904511"/>
              <a:ext cx="37187" cy="55816"/>
            </a:xfrm>
            <a:custGeom>
              <a:avLst/>
              <a:gdLst>
                <a:gd name="csX0" fmla="*/ 18594 w 37187"/>
                <a:gd name="csY0" fmla="*/ 5765 h 55816"/>
                <a:gd name="csX1" fmla="*/ 10124 w 37187"/>
                <a:gd name="csY1" fmla="*/ 11316 h 55816"/>
                <a:gd name="csX2" fmla="*/ 7313 w 37187"/>
                <a:gd name="csY2" fmla="*/ 27926 h 55816"/>
                <a:gd name="csX3" fmla="*/ 10124 w 37187"/>
                <a:gd name="csY3" fmla="*/ 44544 h 55816"/>
                <a:gd name="csX4" fmla="*/ 18594 w 37187"/>
                <a:gd name="csY4" fmla="*/ 50051 h 55816"/>
                <a:gd name="csX5" fmla="*/ 27063 w 37187"/>
                <a:gd name="csY5" fmla="*/ 44544 h 55816"/>
                <a:gd name="csX6" fmla="*/ 29910 w 37187"/>
                <a:gd name="csY6" fmla="*/ 27926 h 55816"/>
                <a:gd name="csX7" fmla="*/ 27063 w 37187"/>
                <a:gd name="csY7" fmla="*/ 11316 h 55816"/>
                <a:gd name="csX8" fmla="*/ 18594 w 37187"/>
                <a:gd name="csY8" fmla="*/ 5765 h 55816"/>
                <a:gd name="csX9" fmla="*/ 18594 w 37187"/>
                <a:gd name="csY9" fmla="*/ 0 h 55816"/>
                <a:gd name="csX10" fmla="*/ 32392 w 37187"/>
                <a:gd name="csY10" fmla="*/ 7170 h 55816"/>
                <a:gd name="csX11" fmla="*/ 37187 w 37187"/>
                <a:gd name="csY11" fmla="*/ 27926 h 55816"/>
                <a:gd name="csX12" fmla="*/ 32392 w 37187"/>
                <a:gd name="csY12" fmla="*/ 48681 h 55816"/>
                <a:gd name="csX13" fmla="*/ 18594 w 37187"/>
                <a:gd name="csY13" fmla="*/ 55816 h 55816"/>
                <a:gd name="csX14" fmla="*/ 4751 w 37187"/>
                <a:gd name="csY14" fmla="*/ 48681 h 55816"/>
                <a:gd name="csX15" fmla="*/ 0 w 37187"/>
                <a:gd name="csY15" fmla="*/ 27926 h 55816"/>
                <a:gd name="csX16" fmla="*/ 4751 w 37187"/>
                <a:gd name="csY16" fmla="*/ 7170 h 55816"/>
                <a:gd name="csX17" fmla="*/ 18594 w 37187"/>
                <a:gd name="csY17" fmla="*/ 0 h 55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87" h="55816">
                  <a:moveTo>
                    <a:pt x="18594" y="5765"/>
                  </a:moveTo>
                  <a:cubicBezTo>
                    <a:pt x="14845" y="5765"/>
                    <a:pt x="12022" y="7615"/>
                    <a:pt x="10124" y="11316"/>
                  </a:cubicBezTo>
                  <a:cubicBezTo>
                    <a:pt x="8250" y="14988"/>
                    <a:pt x="7313" y="20524"/>
                    <a:pt x="7313" y="27926"/>
                  </a:cubicBezTo>
                  <a:cubicBezTo>
                    <a:pt x="7313" y="35304"/>
                    <a:pt x="8250" y="40844"/>
                    <a:pt x="10124" y="44544"/>
                  </a:cubicBezTo>
                  <a:cubicBezTo>
                    <a:pt x="12022" y="48216"/>
                    <a:pt x="14845" y="50051"/>
                    <a:pt x="18594" y="50051"/>
                  </a:cubicBezTo>
                  <a:cubicBezTo>
                    <a:pt x="22366" y="50051"/>
                    <a:pt x="25189" y="48216"/>
                    <a:pt x="27063" y="44544"/>
                  </a:cubicBezTo>
                  <a:cubicBezTo>
                    <a:pt x="28961" y="40844"/>
                    <a:pt x="29910" y="35304"/>
                    <a:pt x="29910" y="27926"/>
                  </a:cubicBezTo>
                  <a:cubicBezTo>
                    <a:pt x="29910" y="20524"/>
                    <a:pt x="28961" y="14988"/>
                    <a:pt x="27063" y="11316"/>
                  </a:cubicBezTo>
                  <a:cubicBezTo>
                    <a:pt x="25189" y="7615"/>
                    <a:pt x="22366" y="5765"/>
                    <a:pt x="18594" y="5765"/>
                  </a:cubicBezTo>
                  <a:moveTo>
                    <a:pt x="18594" y="0"/>
                  </a:moveTo>
                  <a:cubicBezTo>
                    <a:pt x="24626" y="0"/>
                    <a:pt x="29225" y="2390"/>
                    <a:pt x="32392" y="7170"/>
                  </a:cubicBezTo>
                  <a:cubicBezTo>
                    <a:pt x="35589" y="11927"/>
                    <a:pt x="37187" y="18846"/>
                    <a:pt x="37187" y="27926"/>
                  </a:cubicBezTo>
                  <a:cubicBezTo>
                    <a:pt x="37187" y="36982"/>
                    <a:pt x="35589" y="43901"/>
                    <a:pt x="32392" y="48681"/>
                  </a:cubicBezTo>
                  <a:cubicBezTo>
                    <a:pt x="29225" y="53438"/>
                    <a:pt x="24626" y="55816"/>
                    <a:pt x="18594" y="55816"/>
                  </a:cubicBezTo>
                  <a:cubicBezTo>
                    <a:pt x="12562" y="55816"/>
                    <a:pt x="7948" y="53438"/>
                    <a:pt x="4751" y="48681"/>
                  </a:cubicBezTo>
                  <a:cubicBezTo>
                    <a:pt x="1584" y="43901"/>
                    <a:pt x="0" y="36982"/>
                    <a:pt x="0" y="27926"/>
                  </a:cubicBezTo>
                  <a:cubicBezTo>
                    <a:pt x="0" y="18846"/>
                    <a:pt x="1584" y="11927"/>
                    <a:pt x="4751" y="7170"/>
                  </a:cubicBezTo>
                  <a:cubicBezTo>
                    <a:pt x="7948" y="2390"/>
                    <a:pt x="12562" y="0"/>
                    <a:pt x="18594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358E58C3-6503-D470-4C9D-2A0DFC209790}"/>
                </a:ext>
              </a:extLst>
            </p:cNvPr>
            <p:cNvSpPr/>
            <p:nvPr/>
          </p:nvSpPr>
          <p:spPr>
            <a:xfrm>
              <a:off x="1336720" y="3005068"/>
              <a:ext cx="42507" cy="38672"/>
            </a:xfrm>
            <a:custGeom>
              <a:avLst/>
              <a:gdLst>
                <a:gd name="csX0" fmla="*/ 42507 w 42507"/>
                <a:gd name="csY0" fmla="*/ 5623 h 38672"/>
                <a:gd name="csX1" fmla="*/ 41048 w 42507"/>
                <a:gd name="csY1" fmla="*/ 9288 h 38672"/>
                <a:gd name="csX2" fmla="*/ 37926 w 42507"/>
                <a:gd name="csY2" fmla="*/ 10587 h 38672"/>
                <a:gd name="csX3" fmla="*/ 35506 w 42507"/>
                <a:gd name="csY3" fmla="*/ 9670 h 38672"/>
                <a:gd name="csX4" fmla="*/ 34669 w 42507"/>
                <a:gd name="csY4" fmla="*/ 7580 h 38672"/>
                <a:gd name="csX5" fmla="*/ 35844 w 42507"/>
                <a:gd name="csY5" fmla="*/ 4626 h 38672"/>
                <a:gd name="csX6" fmla="*/ 38762 w 42507"/>
                <a:gd name="csY6" fmla="*/ 2954 h 38672"/>
                <a:gd name="csX7" fmla="*/ 34509 w 42507"/>
                <a:gd name="csY7" fmla="*/ 1877 h 38672"/>
                <a:gd name="csX8" fmla="*/ 31378 w 42507"/>
                <a:gd name="csY8" fmla="*/ 2749 h 38672"/>
                <a:gd name="csX9" fmla="*/ 29091 w 42507"/>
                <a:gd name="csY9" fmla="*/ 4751 h 38672"/>
                <a:gd name="csX10" fmla="*/ 27508 w 42507"/>
                <a:gd name="csY10" fmla="*/ 7500 h 38672"/>
                <a:gd name="csX11" fmla="*/ 26503 w 42507"/>
                <a:gd name="csY11" fmla="*/ 10044 h 38672"/>
                <a:gd name="csX12" fmla="*/ 26049 w 42507"/>
                <a:gd name="csY12" fmla="*/ 11957 h 38672"/>
                <a:gd name="csX13" fmla="*/ 23131 w 42507"/>
                <a:gd name="csY13" fmla="*/ 23629 h 38672"/>
                <a:gd name="csX14" fmla="*/ 21716 w 42507"/>
                <a:gd name="csY14" fmla="*/ 31129 h 38672"/>
                <a:gd name="csX15" fmla="*/ 22882 w 42507"/>
                <a:gd name="csY15" fmla="*/ 35176 h 38672"/>
                <a:gd name="csX16" fmla="*/ 26378 w 42507"/>
                <a:gd name="csY16" fmla="*/ 36760 h 38672"/>
                <a:gd name="csX17" fmla="*/ 28335 w 42507"/>
                <a:gd name="csY17" fmla="*/ 36502 h 38672"/>
                <a:gd name="csX18" fmla="*/ 30711 w 42507"/>
                <a:gd name="csY18" fmla="*/ 35461 h 38672"/>
                <a:gd name="csX19" fmla="*/ 33299 w 42507"/>
                <a:gd name="csY19" fmla="*/ 33504 h 38672"/>
                <a:gd name="csX20" fmla="*/ 35755 w 42507"/>
                <a:gd name="csY20" fmla="*/ 30257 h 38672"/>
                <a:gd name="csX21" fmla="*/ 37757 w 42507"/>
                <a:gd name="csY21" fmla="*/ 25586 h 38672"/>
                <a:gd name="csX22" fmla="*/ 38842 w 42507"/>
                <a:gd name="csY22" fmla="*/ 24670 h 38672"/>
                <a:gd name="csX23" fmla="*/ 39883 w 42507"/>
                <a:gd name="csY23" fmla="*/ 25506 h 38672"/>
                <a:gd name="csX24" fmla="*/ 39296 w 42507"/>
                <a:gd name="csY24" fmla="*/ 27712 h 38672"/>
                <a:gd name="csX25" fmla="*/ 37552 w 42507"/>
                <a:gd name="csY25" fmla="*/ 31084 h 38672"/>
                <a:gd name="csX26" fmla="*/ 34839 w 42507"/>
                <a:gd name="csY26" fmla="*/ 34669 h 38672"/>
                <a:gd name="csX27" fmla="*/ 31004 w 42507"/>
                <a:gd name="csY27" fmla="*/ 37507 h 38672"/>
                <a:gd name="csX28" fmla="*/ 26218 w 42507"/>
                <a:gd name="csY28" fmla="*/ 38673 h 38672"/>
                <a:gd name="csX29" fmla="*/ 20257 w 42507"/>
                <a:gd name="csY29" fmla="*/ 36760 h 38672"/>
                <a:gd name="csX30" fmla="*/ 17001 w 42507"/>
                <a:gd name="csY30" fmla="*/ 32169 h 38672"/>
                <a:gd name="csX31" fmla="*/ 16503 w 42507"/>
                <a:gd name="csY31" fmla="*/ 33050 h 38672"/>
                <a:gd name="csX32" fmla="*/ 15337 w 42507"/>
                <a:gd name="csY32" fmla="*/ 34669 h 38672"/>
                <a:gd name="csX33" fmla="*/ 13540 w 42507"/>
                <a:gd name="csY33" fmla="*/ 36591 h 38672"/>
                <a:gd name="csX34" fmla="*/ 11085 w 42507"/>
                <a:gd name="csY34" fmla="*/ 38006 h 38672"/>
                <a:gd name="csX35" fmla="*/ 8042 w 42507"/>
                <a:gd name="csY35" fmla="*/ 38673 h 38672"/>
                <a:gd name="csX36" fmla="*/ 4253 w 42507"/>
                <a:gd name="csY36" fmla="*/ 38086 h 38672"/>
                <a:gd name="csX37" fmla="*/ 1254 w 42507"/>
                <a:gd name="csY37" fmla="*/ 36173 h 38672"/>
                <a:gd name="csX38" fmla="*/ 0 w 42507"/>
                <a:gd name="csY38" fmla="*/ 33006 h 38672"/>
                <a:gd name="csX39" fmla="*/ 1379 w 42507"/>
                <a:gd name="csY39" fmla="*/ 29545 h 38672"/>
                <a:gd name="csX40" fmla="*/ 4706 w 42507"/>
                <a:gd name="csY40" fmla="*/ 28086 h 38672"/>
                <a:gd name="csX41" fmla="*/ 6877 w 42507"/>
                <a:gd name="csY41" fmla="*/ 28798 h 38672"/>
                <a:gd name="csX42" fmla="*/ 7873 w 42507"/>
                <a:gd name="csY42" fmla="*/ 31049 h 38672"/>
                <a:gd name="csX43" fmla="*/ 6708 w 42507"/>
                <a:gd name="csY43" fmla="*/ 34047 h 38672"/>
                <a:gd name="csX44" fmla="*/ 3879 w 42507"/>
                <a:gd name="csY44" fmla="*/ 35675 h 38672"/>
                <a:gd name="csX45" fmla="*/ 8122 w 42507"/>
                <a:gd name="csY45" fmla="*/ 36760 h 38672"/>
                <a:gd name="csX46" fmla="*/ 13042 w 42507"/>
                <a:gd name="csY46" fmla="*/ 34340 h 38672"/>
                <a:gd name="csX47" fmla="*/ 16254 w 42507"/>
                <a:gd name="csY47" fmla="*/ 27881 h 38672"/>
                <a:gd name="csX48" fmla="*/ 19839 w 42507"/>
                <a:gd name="csY48" fmla="*/ 13834 h 38672"/>
                <a:gd name="csX49" fmla="*/ 20836 w 42507"/>
                <a:gd name="csY49" fmla="*/ 7580 h 38672"/>
                <a:gd name="csX50" fmla="*/ 20382 w 42507"/>
                <a:gd name="csY50" fmla="*/ 4626 h 38672"/>
                <a:gd name="csX51" fmla="*/ 19127 w 42507"/>
                <a:gd name="csY51" fmla="*/ 2874 h 38672"/>
                <a:gd name="csX52" fmla="*/ 17668 w 42507"/>
                <a:gd name="csY52" fmla="*/ 2082 h 38672"/>
                <a:gd name="csX53" fmla="*/ 16254 w 42507"/>
                <a:gd name="csY53" fmla="*/ 1877 h 38672"/>
                <a:gd name="csX54" fmla="*/ 13585 w 42507"/>
                <a:gd name="csY54" fmla="*/ 2375 h 38672"/>
                <a:gd name="csX55" fmla="*/ 10542 w 42507"/>
                <a:gd name="csY55" fmla="*/ 4039 h 38672"/>
                <a:gd name="csX56" fmla="*/ 7375 w 42507"/>
                <a:gd name="csY56" fmla="*/ 7500 h 38672"/>
                <a:gd name="csX57" fmla="*/ 4795 w 42507"/>
                <a:gd name="csY57" fmla="*/ 13042 h 38672"/>
                <a:gd name="csX58" fmla="*/ 3665 w 42507"/>
                <a:gd name="csY58" fmla="*/ 14003 h 38672"/>
                <a:gd name="csX59" fmla="*/ 2669 w 42507"/>
                <a:gd name="csY59" fmla="*/ 13122 h 38672"/>
                <a:gd name="csX60" fmla="*/ 3212 w 42507"/>
                <a:gd name="csY60" fmla="*/ 10960 h 38672"/>
                <a:gd name="csX61" fmla="*/ 4955 w 42507"/>
                <a:gd name="csY61" fmla="*/ 7580 h 38672"/>
                <a:gd name="csX62" fmla="*/ 7713 w 42507"/>
                <a:gd name="csY62" fmla="*/ 4039 h 38672"/>
                <a:gd name="csX63" fmla="*/ 11583 w 42507"/>
                <a:gd name="csY63" fmla="*/ 1165 h 38672"/>
                <a:gd name="csX64" fmla="*/ 16423 w 42507"/>
                <a:gd name="csY64" fmla="*/ 0 h 38672"/>
                <a:gd name="csX65" fmla="*/ 18629 w 42507"/>
                <a:gd name="csY65" fmla="*/ 249 h 38672"/>
                <a:gd name="csX66" fmla="*/ 21085 w 42507"/>
                <a:gd name="csY66" fmla="*/ 1085 h 38672"/>
                <a:gd name="csX67" fmla="*/ 23673 w 42507"/>
                <a:gd name="csY67" fmla="*/ 3078 h 38672"/>
                <a:gd name="csX68" fmla="*/ 25631 w 42507"/>
                <a:gd name="csY68" fmla="*/ 6459 h 38672"/>
                <a:gd name="csX69" fmla="*/ 26796 w 42507"/>
                <a:gd name="csY69" fmla="*/ 4582 h 38672"/>
                <a:gd name="csX70" fmla="*/ 28593 w 42507"/>
                <a:gd name="csY70" fmla="*/ 2544 h 38672"/>
                <a:gd name="csX71" fmla="*/ 31253 w 42507"/>
                <a:gd name="csY71" fmla="*/ 703 h 38672"/>
                <a:gd name="csX72" fmla="*/ 34589 w 42507"/>
                <a:gd name="csY72" fmla="*/ 0 h 38672"/>
                <a:gd name="csX73" fmla="*/ 37970 w 42507"/>
                <a:gd name="csY73" fmla="*/ 454 h 38672"/>
                <a:gd name="csX74" fmla="*/ 41048 w 42507"/>
                <a:gd name="csY74" fmla="*/ 2251 h 38672"/>
                <a:gd name="csX75" fmla="*/ 42507 w 42507"/>
                <a:gd name="csY75" fmla="*/ 5623 h 38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507" h="38672">
                  <a:moveTo>
                    <a:pt x="42507" y="5623"/>
                  </a:moveTo>
                  <a:cubicBezTo>
                    <a:pt x="42507" y="7182"/>
                    <a:pt x="42021" y="8404"/>
                    <a:pt x="41048" y="9288"/>
                  </a:cubicBezTo>
                  <a:cubicBezTo>
                    <a:pt x="40076" y="10154"/>
                    <a:pt x="39035" y="10587"/>
                    <a:pt x="37926" y="10587"/>
                  </a:cubicBezTo>
                  <a:cubicBezTo>
                    <a:pt x="36870" y="10587"/>
                    <a:pt x="36063" y="10281"/>
                    <a:pt x="35506" y="9670"/>
                  </a:cubicBezTo>
                  <a:cubicBezTo>
                    <a:pt x="34948" y="9060"/>
                    <a:pt x="34669" y="8363"/>
                    <a:pt x="34669" y="7580"/>
                  </a:cubicBezTo>
                  <a:cubicBezTo>
                    <a:pt x="34669" y="6524"/>
                    <a:pt x="35061" y="5539"/>
                    <a:pt x="35844" y="4626"/>
                  </a:cubicBezTo>
                  <a:cubicBezTo>
                    <a:pt x="36621" y="3707"/>
                    <a:pt x="37593" y="3149"/>
                    <a:pt x="38762" y="2954"/>
                  </a:cubicBezTo>
                  <a:cubicBezTo>
                    <a:pt x="37617" y="2236"/>
                    <a:pt x="36200" y="1877"/>
                    <a:pt x="34509" y="1877"/>
                  </a:cubicBezTo>
                  <a:cubicBezTo>
                    <a:pt x="33394" y="1877"/>
                    <a:pt x="32351" y="2168"/>
                    <a:pt x="31378" y="2749"/>
                  </a:cubicBezTo>
                  <a:cubicBezTo>
                    <a:pt x="30435" y="3330"/>
                    <a:pt x="29673" y="3997"/>
                    <a:pt x="29091" y="4751"/>
                  </a:cubicBezTo>
                  <a:cubicBezTo>
                    <a:pt x="28534" y="5498"/>
                    <a:pt x="28006" y="6414"/>
                    <a:pt x="27508" y="7500"/>
                  </a:cubicBezTo>
                  <a:cubicBezTo>
                    <a:pt x="27033" y="8555"/>
                    <a:pt x="26698" y="9404"/>
                    <a:pt x="26503" y="10044"/>
                  </a:cubicBezTo>
                  <a:cubicBezTo>
                    <a:pt x="26337" y="10655"/>
                    <a:pt x="26185" y="11292"/>
                    <a:pt x="26049" y="11957"/>
                  </a:cubicBezTo>
                  <a:lnTo>
                    <a:pt x="23131" y="23629"/>
                  </a:lnTo>
                  <a:cubicBezTo>
                    <a:pt x="22188" y="27324"/>
                    <a:pt x="21716" y="29824"/>
                    <a:pt x="21716" y="31129"/>
                  </a:cubicBezTo>
                  <a:cubicBezTo>
                    <a:pt x="21716" y="32742"/>
                    <a:pt x="22105" y="34091"/>
                    <a:pt x="22882" y="35176"/>
                  </a:cubicBezTo>
                  <a:cubicBezTo>
                    <a:pt x="23659" y="36232"/>
                    <a:pt x="24824" y="36760"/>
                    <a:pt x="26378" y="36760"/>
                  </a:cubicBezTo>
                  <a:cubicBezTo>
                    <a:pt x="26989" y="36760"/>
                    <a:pt x="27641" y="36674"/>
                    <a:pt x="28335" y="36502"/>
                  </a:cubicBezTo>
                  <a:cubicBezTo>
                    <a:pt x="29035" y="36312"/>
                    <a:pt x="29827" y="35965"/>
                    <a:pt x="30711" y="35461"/>
                  </a:cubicBezTo>
                  <a:cubicBezTo>
                    <a:pt x="31630" y="34933"/>
                    <a:pt x="32493" y="34281"/>
                    <a:pt x="33299" y="33504"/>
                  </a:cubicBezTo>
                  <a:cubicBezTo>
                    <a:pt x="34130" y="32697"/>
                    <a:pt x="34948" y="31615"/>
                    <a:pt x="35755" y="30257"/>
                  </a:cubicBezTo>
                  <a:cubicBezTo>
                    <a:pt x="36561" y="28893"/>
                    <a:pt x="37229" y="27336"/>
                    <a:pt x="37757" y="25586"/>
                  </a:cubicBezTo>
                  <a:cubicBezTo>
                    <a:pt x="37923" y="24975"/>
                    <a:pt x="38284" y="24670"/>
                    <a:pt x="38842" y="24670"/>
                  </a:cubicBezTo>
                  <a:cubicBezTo>
                    <a:pt x="39536" y="24670"/>
                    <a:pt x="39883" y="24949"/>
                    <a:pt x="39883" y="25506"/>
                  </a:cubicBezTo>
                  <a:cubicBezTo>
                    <a:pt x="39883" y="25975"/>
                    <a:pt x="39687" y="26710"/>
                    <a:pt x="39296" y="27712"/>
                  </a:cubicBezTo>
                  <a:cubicBezTo>
                    <a:pt x="38940" y="28685"/>
                    <a:pt x="38359" y="29809"/>
                    <a:pt x="37552" y="31084"/>
                  </a:cubicBezTo>
                  <a:cubicBezTo>
                    <a:pt x="36775" y="32336"/>
                    <a:pt x="35871" y="33531"/>
                    <a:pt x="34839" y="34669"/>
                  </a:cubicBezTo>
                  <a:cubicBezTo>
                    <a:pt x="33812" y="35784"/>
                    <a:pt x="32534" y="36730"/>
                    <a:pt x="31004" y="37507"/>
                  </a:cubicBezTo>
                  <a:cubicBezTo>
                    <a:pt x="29480" y="38284"/>
                    <a:pt x="27884" y="38673"/>
                    <a:pt x="26218" y="38673"/>
                  </a:cubicBezTo>
                  <a:cubicBezTo>
                    <a:pt x="23828" y="38673"/>
                    <a:pt x="21841" y="38035"/>
                    <a:pt x="20257" y="36760"/>
                  </a:cubicBezTo>
                  <a:cubicBezTo>
                    <a:pt x="18674" y="35479"/>
                    <a:pt x="17588" y="33949"/>
                    <a:pt x="17001" y="32169"/>
                  </a:cubicBezTo>
                  <a:cubicBezTo>
                    <a:pt x="16865" y="32419"/>
                    <a:pt x="16699" y="32712"/>
                    <a:pt x="16503" y="33050"/>
                  </a:cubicBezTo>
                  <a:cubicBezTo>
                    <a:pt x="16307" y="33382"/>
                    <a:pt x="15919" y="33922"/>
                    <a:pt x="15337" y="34669"/>
                  </a:cubicBezTo>
                  <a:cubicBezTo>
                    <a:pt x="14780" y="35393"/>
                    <a:pt x="14181" y="36034"/>
                    <a:pt x="13540" y="36591"/>
                  </a:cubicBezTo>
                  <a:cubicBezTo>
                    <a:pt x="12906" y="37119"/>
                    <a:pt x="12087" y="37590"/>
                    <a:pt x="11085" y="38006"/>
                  </a:cubicBezTo>
                  <a:cubicBezTo>
                    <a:pt x="10112" y="38450"/>
                    <a:pt x="9098" y="38673"/>
                    <a:pt x="8042" y="38673"/>
                  </a:cubicBezTo>
                  <a:cubicBezTo>
                    <a:pt x="6708" y="38673"/>
                    <a:pt x="5445" y="38477"/>
                    <a:pt x="4253" y="38086"/>
                  </a:cubicBezTo>
                  <a:cubicBezTo>
                    <a:pt x="3084" y="37700"/>
                    <a:pt x="2085" y="37063"/>
                    <a:pt x="1254" y="36173"/>
                  </a:cubicBezTo>
                  <a:cubicBezTo>
                    <a:pt x="418" y="35283"/>
                    <a:pt x="0" y="34228"/>
                    <a:pt x="0" y="33006"/>
                  </a:cubicBezTo>
                  <a:cubicBezTo>
                    <a:pt x="0" y="31642"/>
                    <a:pt x="460" y="30488"/>
                    <a:pt x="1379" y="29545"/>
                  </a:cubicBezTo>
                  <a:cubicBezTo>
                    <a:pt x="2322" y="28572"/>
                    <a:pt x="3431" y="28086"/>
                    <a:pt x="4706" y="28086"/>
                  </a:cubicBezTo>
                  <a:cubicBezTo>
                    <a:pt x="5513" y="28086"/>
                    <a:pt x="6236" y="28323"/>
                    <a:pt x="6877" y="28798"/>
                  </a:cubicBezTo>
                  <a:cubicBezTo>
                    <a:pt x="7541" y="29266"/>
                    <a:pt x="7873" y="30017"/>
                    <a:pt x="7873" y="31049"/>
                  </a:cubicBezTo>
                  <a:cubicBezTo>
                    <a:pt x="7873" y="32187"/>
                    <a:pt x="7485" y="33187"/>
                    <a:pt x="6708" y="34047"/>
                  </a:cubicBezTo>
                  <a:cubicBezTo>
                    <a:pt x="5931" y="34907"/>
                    <a:pt x="4988" y="35449"/>
                    <a:pt x="3879" y="35675"/>
                  </a:cubicBezTo>
                  <a:cubicBezTo>
                    <a:pt x="5018" y="36398"/>
                    <a:pt x="6432" y="36760"/>
                    <a:pt x="8122" y="36760"/>
                  </a:cubicBezTo>
                  <a:cubicBezTo>
                    <a:pt x="9961" y="36760"/>
                    <a:pt x="11601" y="35954"/>
                    <a:pt x="13042" y="34340"/>
                  </a:cubicBezTo>
                  <a:cubicBezTo>
                    <a:pt x="14489" y="32727"/>
                    <a:pt x="15560" y="30574"/>
                    <a:pt x="16254" y="27881"/>
                  </a:cubicBezTo>
                  <a:cubicBezTo>
                    <a:pt x="17974" y="21405"/>
                    <a:pt x="19169" y="16722"/>
                    <a:pt x="19839" y="13834"/>
                  </a:cubicBezTo>
                  <a:cubicBezTo>
                    <a:pt x="20503" y="10916"/>
                    <a:pt x="20836" y="8831"/>
                    <a:pt x="20836" y="7580"/>
                  </a:cubicBezTo>
                  <a:cubicBezTo>
                    <a:pt x="20836" y="6417"/>
                    <a:pt x="20684" y="5433"/>
                    <a:pt x="20382" y="4626"/>
                  </a:cubicBezTo>
                  <a:cubicBezTo>
                    <a:pt x="20073" y="3820"/>
                    <a:pt x="19655" y="3235"/>
                    <a:pt x="19127" y="2874"/>
                  </a:cubicBezTo>
                  <a:cubicBezTo>
                    <a:pt x="18629" y="2482"/>
                    <a:pt x="18143" y="2218"/>
                    <a:pt x="17668" y="2082"/>
                  </a:cubicBezTo>
                  <a:cubicBezTo>
                    <a:pt x="17224" y="1945"/>
                    <a:pt x="16752" y="1877"/>
                    <a:pt x="16254" y="1877"/>
                  </a:cubicBezTo>
                  <a:cubicBezTo>
                    <a:pt x="15418" y="1877"/>
                    <a:pt x="14528" y="2043"/>
                    <a:pt x="13585" y="2375"/>
                  </a:cubicBezTo>
                  <a:cubicBezTo>
                    <a:pt x="12672" y="2707"/>
                    <a:pt x="11657" y="3262"/>
                    <a:pt x="10542" y="4039"/>
                  </a:cubicBezTo>
                  <a:cubicBezTo>
                    <a:pt x="9457" y="4792"/>
                    <a:pt x="8401" y="5946"/>
                    <a:pt x="7375" y="7500"/>
                  </a:cubicBezTo>
                  <a:cubicBezTo>
                    <a:pt x="6349" y="9054"/>
                    <a:pt x="5489" y="10901"/>
                    <a:pt x="4795" y="13042"/>
                  </a:cubicBezTo>
                  <a:cubicBezTo>
                    <a:pt x="4653" y="13683"/>
                    <a:pt x="4276" y="14003"/>
                    <a:pt x="3665" y="14003"/>
                  </a:cubicBezTo>
                  <a:cubicBezTo>
                    <a:pt x="3001" y="13973"/>
                    <a:pt x="2669" y="13680"/>
                    <a:pt x="2669" y="13122"/>
                  </a:cubicBezTo>
                  <a:cubicBezTo>
                    <a:pt x="2669" y="12654"/>
                    <a:pt x="2850" y="11933"/>
                    <a:pt x="3212" y="10960"/>
                  </a:cubicBezTo>
                  <a:cubicBezTo>
                    <a:pt x="3597" y="9958"/>
                    <a:pt x="4178" y="8831"/>
                    <a:pt x="4955" y="7580"/>
                  </a:cubicBezTo>
                  <a:cubicBezTo>
                    <a:pt x="5762" y="6334"/>
                    <a:pt x="6681" y="5154"/>
                    <a:pt x="7713" y="4039"/>
                  </a:cubicBezTo>
                  <a:cubicBezTo>
                    <a:pt x="8769" y="2900"/>
                    <a:pt x="10059" y="1942"/>
                    <a:pt x="11583" y="1165"/>
                  </a:cubicBezTo>
                  <a:cubicBezTo>
                    <a:pt x="13143" y="388"/>
                    <a:pt x="14756" y="0"/>
                    <a:pt x="16423" y="0"/>
                  </a:cubicBezTo>
                  <a:cubicBezTo>
                    <a:pt x="17170" y="0"/>
                    <a:pt x="17906" y="83"/>
                    <a:pt x="18629" y="249"/>
                  </a:cubicBezTo>
                  <a:cubicBezTo>
                    <a:pt x="19376" y="385"/>
                    <a:pt x="20195" y="664"/>
                    <a:pt x="21085" y="1085"/>
                  </a:cubicBezTo>
                  <a:cubicBezTo>
                    <a:pt x="22004" y="1501"/>
                    <a:pt x="22867" y="2165"/>
                    <a:pt x="23673" y="3078"/>
                  </a:cubicBezTo>
                  <a:cubicBezTo>
                    <a:pt x="24480" y="3997"/>
                    <a:pt x="25132" y="5124"/>
                    <a:pt x="25631" y="6459"/>
                  </a:cubicBezTo>
                  <a:cubicBezTo>
                    <a:pt x="25963" y="5818"/>
                    <a:pt x="26351" y="5193"/>
                    <a:pt x="26796" y="4582"/>
                  </a:cubicBezTo>
                  <a:cubicBezTo>
                    <a:pt x="27271" y="3971"/>
                    <a:pt x="27870" y="3292"/>
                    <a:pt x="28593" y="2544"/>
                  </a:cubicBezTo>
                  <a:cubicBezTo>
                    <a:pt x="29340" y="1761"/>
                    <a:pt x="30227" y="1148"/>
                    <a:pt x="31253" y="703"/>
                  </a:cubicBezTo>
                  <a:cubicBezTo>
                    <a:pt x="32309" y="234"/>
                    <a:pt x="33421" y="0"/>
                    <a:pt x="34589" y="0"/>
                  </a:cubicBezTo>
                  <a:cubicBezTo>
                    <a:pt x="35728" y="0"/>
                    <a:pt x="36855" y="151"/>
                    <a:pt x="37970" y="454"/>
                  </a:cubicBezTo>
                  <a:cubicBezTo>
                    <a:pt x="39079" y="733"/>
                    <a:pt x="40105" y="1331"/>
                    <a:pt x="41048" y="2251"/>
                  </a:cubicBezTo>
                  <a:cubicBezTo>
                    <a:pt x="42021" y="3140"/>
                    <a:pt x="42507" y="4264"/>
                    <a:pt x="42507" y="5623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B232DC5D-05DA-CF8D-4296-5148E1BC6B6F}"/>
                </a:ext>
              </a:extLst>
            </p:cNvPr>
            <p:cNvSpPr/>
            <p:nvPr/>
          </p:nvSpPr>
          <p:spPr>
            <a:xfrm>
              <a:off x="447673" y="1693130"/>
              <a:ext cx="889" cy="1181818"/>
            </a:xfrm>
            <a:custGeom>
              <a:avLst/>
              <a:gdLst>
                <a:gd name="csX0" fmla="*/ 0 w 889"/>
                <a:gd name="csY0" fmla="*/ 1181819 h 1181818"/>
                <a:gd name="csX1" fmla="*/ 0 w 889"/>
                <a:gd name="csY1" fmla="*/ 0 h 1181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89" h="1181818">
                  <a:moveTo>
                    <a:pt x="0" y="1181819"/>
                  </a:moveTo>
                  <a:lnTo>
                    <a:pt x="0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BAC2E3B-7F46-214F-8488-0BFFFD8FC1DE}"/>
                </a:ext>
              </a:extLst>
            </p:cNvPr>
            <p:cNvSpPr/>
            <p:nvPr/>
          </p:nvSpPr>
          <p:spPr>
            <a:xfrm>
              <a:off x="447673" y="2841498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76717FD-89B1-4A85-471E-E636D1BCB370}"/>
                </a:ext>
              </a:extLst>
            </p:cNvPr>
            <p:cNvSpPr/>
            <p:nvPr/>
          </p:nvSpPr>
          <p:spPr>
            <a:xfrm>
              <a:off x="447673" y="2468664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09F350B-ACA8-99D1-F8CE-9B7F538912B6}"/>
                </a:ext>
              </a:extLst>
            </p:cNvPr>
            <p:cNvSpPr/>
            <p:nvPr/>
          </p:nvSpPr>
          <p:spPr>
            <a:xfrm>
              <a:off x="447673" y="2095827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92A30730-9FC3-C013-A984-1F0B39CD93C5}"/>
                </a:ext>
              </a:extLst>
            </p:cNvPr>
            <p:cNvSpPr/>
            <p:nvPr/>
          </p:nvSpPr>
          <p:spPr>
            <a:xfrm>
              <a:off x="447673" y="1722989"/>
              <a:ext cx="16811" cy="889"/>
            </a:xfrm>
            <a:custGeom>
              <a:avLst/>
              <a:gdLst>
                <a:gd name="csX0" fmla="*/ 0 w 16811"/>
                <a:gd name="csY0" fmla="*/ 0 h 889"/>
                <a:gd name="csX1" fmla="*/ 16812 w 16811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11" h="889">
                  <a:moveTo>
                    <a:pt x="0" y="0"/>
                  </a:moveTo>
                  <a:lnTo>
                    <a:pt x="16812" y="0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00ED8F3-69E4-C44B-E71F-355669E6B6BE}"/>
                </a:ext>
              </a:extLst>
            </p:cNvPr>
            <p:cNvSpPr/>
            <p:nvPr/>
          </p:nvSpPr>
          <p:spPr>
            <a:xfrm>
              <a:off x="308034" y="2813625"/>
              <a:ext cx="37191" cy="55825"/>
            </a:xfrm>
            <a:custGeom>
              <a:avLst/>
              <a:gdLst>
                <a:gd name="csX0" fmla="*/ 18595 w 37191"/>
                <a:gd name="csY0" fmla="*/ 5765 h 55825"/>
                <a:gd name="csX1" fmla="*/ 10127 w 37191"/>
                <a:gd name="csY1" fmla="*/ 11316 h 55825"/>
                <a:gd name="csX2" fmla="*/ 7316 w 37191"/>
                <a:gd name="csY2" fmla="*/ 27926 h 55825"/>
                <a:gd name="csX3" fmla="*/ 10127 w 37191"/>
                <a:gd name="csY3" fmla="*/ 44545 h 55825"/>
                <a:gd name="csX4" fmla="*/ 18595 w 37191"/>
                <a:gd name="csY4" fmla="*/ 50060 h 55825"/>
                <a:gd name="csX5" fmla="*/ 27065 w 37191"/>
                <a:gd name="csY5" fmla="*/ 44545 h 55825"/>
                <a:gd name="csX6" fmla="*/ 29912 w 37191"/>
                <a:gd name="csY6" fmla="*/ 27926 h 55825"/>
                <a:gd name="csX7" fmla="*/ 27065 w 37191"/>
                <a:gd name="csY7" fmla="*/ 11316 h 55825"/>
                <a:gd name="csX8" fmla="*/ 18595 w 37191"/>
                <a:gd name="csY8" fmla="*/ 5765 h 55825"/>
                <a:gd name="csX9" fmla="*/ 18595 w 37191"/>
                <a:gd name="csY9" fmla="*/ 0 h 55825"/>
                <a:gd name="csX10" fmla="*/ 32398 w 37191"/>
                <a:gd name="csY10" fmla="*/ 7171 h 55825"/>
                <a:gd name="csX11" fmla="*/ 37192 w 37191"/>
                <a:gd name="csY11" fmla="*/ 27926 h 55825"/>
                <a:gd name="csX12" fmla="*/ 32398 w 37191"/>
                <a:gd name="csY12" fmla="*/ 48690 h 55825"/>
                <a:gd name="csX13" fmla="*/ 18595 w 37191"/>
                <a:gd name="csY13" fmla="*/ 55825 h 55825"/>
                <a:gd name="csX14" fmla="*/ 4757 w 37191"/>
                <a:gd name="csY14" fmla="*/ 48690 h 55825"/>
                <a:gd name="csX15" fmla="*/ 0 w 37191"/>
                <a:gd name="csY15" fmla="*/ 27926 h 55825"/>
                <a:gd name="csX16" fmla="*/ 4757 w 37191"/>
                <a:gd name="csY16" fmla="*/ 7171 h 55825"/>
                <a:gd name="csX17" fmla="*/ 18595 w 37191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5">
                  <a:moveTo>
                    <a:pt x="18595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5" y="50060"/>
                  </a:cubicBezTo>
                  <a:cubicBezTo>
                    <a:pt x="22367" y="50060"/>
                    <a:pt x="25191" y="48222"/>
                    <a:pt x="27065" y="44545"/>
                  </a:cubicBezTo>
                  <a:cubicBezTo>
                    <a:pt x="28963" y="40844"/>
                    <a:pt x="29912" y="35304"/>
                    <a:pt x="29912" y="27926"/>
                  </a:cubicBezTo>
                  <a:cubicBezTo>
                    <a:pt x="29912" y="20530"/>
                    <a:pt x="28963" y="14994"/>
                    <a:pt x="27065" y="11316"/>
                  </a:cubicBezTo>
                  <a:cubicBezTo>
                    <a:pt x="25191" y="7615"/>
                    <a:pt x="22367" y="5765"/>
                    <a:pt x="18595" y="5765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7"/>
                    <a:pt x="37192" y="18846"/>
                    <a:pt x="37192" y="27926"/>
                  </a:cubicBezTo>
                  <a:cubicBezTo>
                    <a:pt x="37192" y="36988"/>
                    <a:pt x="35594" y="43910"/>
                    <a:pt x="32398" y="48690"/>
                  </a:cubicBezTo>
                  <a:cubicBezTo>
                    <a:pt x="29227" y="53447"/>
                    <a:pt x="24626" y="55825"/>
                    <a:pt x="18595" y="55825"/>
                  </a:cubicBezTo>
                  <a:cubicBezTo>
                    <a:pt x="12565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B9C69F21-C95B-DB05-5D12-BFDBE58C9438}"/>
                </a:ext>
              </a:extLst>
            </p:cNvPr>
            <p:cNvSpPr/>
            <p:nvPr/>
          </p:nvSpPr>
          <p:spPr>
            <a:xfrm>
              <a:off x="358020" y="2859246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9428BFA-E0EF-6358-996A-22B5948EFD40}"/>
                </a:ext>
              </a:extLst>
            </p:cNvPr>
            <p:cNvSpPr/>
            <p:nvPr/>
          </p:nvSpPr>
          <p:spPr>
            <a:xfrm>
              <a:off x="378453" y="2813625"/>
              <a:ext cx="37192" cy="55825"/>
            </a:xfrm>
            <a:custGeom>
              <a:avLst/>
              <a:gdLst>
                <a:gd name="csX0" fmla="*/ 18596 w 37192"/>
                <a:gd name="csY0" fmla="*/ 5765 h 55825"/>
                <a:gd name="csX1" fmla="*/ 10127 w 37192"/>
                <a:gd name="csY1" fmla="*/ 11316 h 55825"/>
                <a:gd name="csX2" fmla="*/ 7316 w 37192"/>
                <a:gd name="csY2" fmla="*/ 27926 h 55825"/>
                <a:gd name="csX3" fmla="*/ 10127 w 37192"/>
                <a:gd name="csY3" fmla="*/ 44545 h 55825"/>
                <a:gd name="csX4" fmla="*/ 18596 w 37192"/>
                <a:gd name="csY4" fmla="*/ 50060 h 55825"/>
                <a:gd name="csX5" fmla="*/ 27066 w 37192"/>
                <a:gd name="csY5" fmla="*/ 44545 h 55825"/>
                <a:gd name="csX6" fmla="*/ 29913 w 37192"/>
                <a:gd name="csY6" fmla="*/ 27926 h 55825"/>
                <a:gd name="csX7" fmla="*/ 27066 w 37192"/>
                <a:gd name="csY7" fmla="*/ 11316 h 55825"/>
                <a:gd name="csX8" fmla="*/ 18596 w 37192"/>
                <a:gd name="csY8" fmla="*/ 5765 h 55825"/>
                <a:gd name="csX9" fmla="*/ 18596 w 37192"/>
                <a:gd name="csY9" fmla="*/ 0 h 55825"/>
                <a:gd name="csX10" fmla="*/ 32399 w 37192"/>
                <a:gd name="csY10" fmla="*/ 7171 h 55825"/>
                <a:gd name="csX11" fmla="*/ 37193 w 37192"/>
                <a:gd name="csY11" fmla="*/ 27926 h 55825"/>
                <a:gd name="csX12" fmla="*/ 32399 w 37192"/>
                <a:gd name="csY12" fmla="*/ 48690 h 55825"/>
                <a:gd name="csX13" fmla="*/ 18596 w 37192"/>
                <a:gd name="csY13" fmla="*/ 55825 h 55825"/>
                <a:gd name="csX14" fmla="*/ 4757 w 37192"/>
                <a:gd name="csY14" fmla="*/ 48690 h 55825"/>
                <a:gd name="csX15" fmla="*/ 0 w 37192"/>
                <a:gd name="csY15" fmla="*/ 27926 h 55825"/>
                <a:gd name="csX16" fmla="*/ 4757 w 37192"/>
                <a:gd name="csY16" fmla="*/ 7171 h 55825"/>
                <a:gd name="csX17" fmla="*/ 18596 w 37192"/>
                <a:gd name="csY17" fmla="*/ 0 h 55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2" h="55825">
                  <a:moveTo>
                    <a:pt x="18596" y="5765"/>
                  </a:moveTo>
                  <a:cubicBezTo>
                    <a:pt x="14848" y="5765"/>
                    <a:pt x="12025" y="7615"/>
                    <a:pt x="10127" y="11316"/>
                  </a:cubicBezTo>
                  <a:cubicBezTo>
                    <a:pt x="8253" y="14994"/>
                    <a:pt x="7316" y="20530"/>
                    <a:pt x="7316" y="27926"/>
                  </a:cubicBezTo>
                  <a:cubicBezTo>
                    <a:pt x="7316" y="35304"/>
                    <a:pt x="8253" y="40844"/>
                    <a:pt x="10127" y="44545"/>
                  </a:cubicBezTo>
                  <a:cubicBezTo>
                    <a:pt x="12025" y="48222"/>
                    <a:pt x="14848" y="50060"/>
                    <a:pt x="18596" y="50060"/>
                  </a:cubicBezTo>
                  <a:cubicBezTo>
                    <a:pt x="22368" y="50060"/>
                    <a:pt x="25191" y="48222"/>
                    <a:pt x="27066" y="44545"/>
                  </a:cubicBezTo>
                  <a:cubicBezTo>
                    <a:pt x="28964" y="40844"/>
                    <a:pt x="29913" y="35304"/>
                    <a:pt x="29913" y="27926"/>
                  </a:cubicBezTo>
                  <a:cubicBezTo>
                    <a:pt x="29913" y="20530"/>
                    <a:pt x="28964" y="14994"/>
                    <a:pt x="27066" y="11316"/>
                  </a:cubicBezTo>
                  <a:cubicBezTo>
                    <a:pt x="25191" y="7615"/>
                    <a:pt x="22368" y="5765"/>
                    <a:pt x="18596" y="5765"/>
                  </a:cubicBezTo>
                  <a:moveTo>
                    <a:pt x="18596" y="0"/>
                  </a:moveTo>
                  <a:cubicBezTo>
                    <a:pt x="24627" y="0"/>
                    <a:pt x="29228" y="2390"/>
                    <a:pt x="32399" y="7171"/>
                  </a:cubicBezTo>
                  <a:cubicBezTo>
                    <a:pt x="35595" y="11927"/>
                    <a:pt x="37193" y="18846"/>
                    <a:pt x="37193" y="27926"/>
                  </a:cubicBezTo>
                  <a:cubicBezTo>
                    <a:pt x="37193" y="36988"/>
                    <a:pt x="35595" y="43910"/>
                    <a:pt x="32399" y="48690"/>
                  </a:cubicBezTo>
                  <a:cubicBezTo>
                    <a:pt x="29228" y="53447"/>
                    <a:pt x="24627" y="55825"/>
                    <a:pt x="18596" y="55825"/>
                  </a:cubicBezTo>
                  <a:cubicBezTo>
                    <a:pt x="12566" y="55825"/>
                    <a:pt x="7953" y="53447"/>
                    <a:pt x="4757" y="48690"/>
                  </a:cubicBezTo>
                  <a:cubicBezTo>
                    <a:pt x="1586" y="43910"/>
                    <a:pt x="0" y="36988"/>
                    <a:pt x="0" y="27926"/>
                  </a:cubicBezTo>
                  <a:cubicBezTo>
                    <a:pt x="0" y="18846"/>
                    <a:pt x="1586" y="11927"/>
                    <a:pt x="4757" y="7171"/>
                  </a:cubicBezTo>
                  <a:cubicBezTo>
                    <a:pt x="7953" y="2390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1004C5F-33D0-35A3-EB10-77DDD00A1DE5}"/>
                </a:ext>
              </a:extLst>
            </p:cNvPr>
            <p:cNvSpPr/>
            <p:nvPr/>
          </p:nvSpPr>
          <p:spPr>
            <a:xfrm>
              <a:off x="309945" y="2440788"/>
              <a:ext cx="37191" cy="55824"/>
            </a:xfrm>
            <a:custGeom>
              <a:avLst/>
              <a:gdLst>
                <a:gd name="csX0" fmla="*/ 18595 w 37191"/>
                <a:gd name="csY0" fmla="*/ 5767 h 55824"/>
                <a:gd name="csX1" fmla="*/ 10127 w 37191"/>
                <a:gd name="csY1" fmla="*/ 11316 h 55824"/>
                <a:gd name="csX2" fmla="*/ 7316 w 37191"/>
                <a:gd name="csY2" fmla="*/ 27930 h 55824"/>
                <a:gd name="csX3" fmla="*/ 10127 w 37191"/>
                <a:gd name="csY3" fmla="*/ 44544 h 55824"/>
                <a:gd name="csX4" fmla="*/ 18595 w 37191"/>
                <a:gd name="csY4" fmla="*/ 50058 h 55824"/>
                <a:gd name="csX5" fmla="*/ 27065 w 37191"/>
                <a:gd name="csY5" fmla="*/ 44544 h 55824"/>
                <a:gd name="csX6" fmla="*/ 29912 w 37191"/>
                <a:gd name="csY6" fmla="*/ 27930 h 55824"/>
                <a:gd name="csX7" fmla="*/ 27065 w 37191"/>
                <a:gd name="csY7" fmla="*/ 11316 h 55824"/>
                <a:gd name="csX8" fmla="*/ 18595 w 37191"/>
                <a:gd name="csY8" fmla="*/ 5767 h 55824"/>
                <a:gd name="csX9" fmla="*/ 18595 w 37191"/>
                <a:gd name="csY9" fmla="*/ 0 h 55824"/>
                <a:gd name="csX10" fmla="*/ 32398 w 37191"/>
                <a:gd name="csY10" fmla="*/ 7171 h 55824"/>
                <a:gd name="csX11" fmla="*/ 37192 w 37191"/>
                <a:gd name="csY11" fmla="*/ 27930 h 55824"/>
                <a:gd name="csX12" fmla="*/ 32398 w 37191"/>
                <a:gd name="csY12" fmla="*/ 48689 h 55824"/>
                <a:gd name="csX13" fmla="*/ 18595 w 37191"/>
                <a:gd name="csY13" fmla="*/ 55824 h 55824"/>
                <a:gd name="csX14" fmla="*/ 4757 w 37191"/>
                <a:gd name="csY14" fmla="*/ 48689 h 55824"/>
                <a:gd name="csX15" fmla="*/ 0 w 37191"/>
                <a:gd name="csY15" fmla="*/ 27930 h 55824"/>
                <a:gd name="csX16" fmla="*/ 4757 w 37191"/>
                <a:gd name="csY16" fmla="*/ 7171 h 55824"/>
                <a:gd name="csX17" fmla="*/ 18595 w 37191"/>
                <a:gd name="csY17" fmla="*/ 0 h 55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4">
                  <a:moveTo>
                    <a:pt x="18595" y="5767"/>
                  </a:moveTo>
                  <a:cubicBezTo>
                    <a:pt x="14848" y="5767"/>
                    <a:pt x="12025" y="7617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7"/>
                    <a:pt x="22367" y="5767"/>
                    <a:pt x="18595" y="5767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8"/>
                    <a:pt x="32398" y="48689"/>
                  </a:cubicBezTo>
                  <a:cubicBezTo>
                    <a:pt x="29227" y="53446"/>
                    <a:pt x="24626" y="55824"/>
                    <a:pt x="18595" y="55824"/>
                  </a:cubicBezTo>
                  <a:cubicBezTo>
                    <a:pt x="12565" y="55824"/>
                    <a:pt x="7952" y="53446"/>
                    <a:pt x="4757" y="48689"/>
                  </a:cubicBezTo>
                  <a:cubicBezTo>
                    <a:pt x="1586" y="43908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2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BC94949-9347-81CF-91A0-885684F34A05}"/>
                </a:ext>
              </a:extLst>
            </p:cNvPr>
            <p:cNvSpPr/>
            <p:nvPr/>
          </p:nvSpPr>
          <p:spPr>
            <a:xfrm>
              <a:off x="359930" y="2486413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1B89E091-9E39-4143-C29E-FCA0891AF3AC}"/>
                </a:ext>
              </a:extLst>
            </p:cNvPr>
            <p:cNvSpPr/>
            <p:nvPr/>
          </p:nvSpPr>
          <p:spPr>
            <a:xfrm>
              <a:off x="383607" y="2441761"/>
              <a:ext cx="32038" cy="53805"/>
            </a:xfrm>
            <a:custGeom>
              <a:avLst/>
              <a:gdLst>
                <a:gd name="csX0" fmla="*/ 1045 w 32038"/>
                <a:gd name="csY0" fmla="*/ 47679 h 53805"/>
                <a:gd name="csX1" fmla="*/ 12938 w 32038"/>
                <a:gd name="csY1" fmla="*/ 47679 h 53805"/>
                <a:gd name="csX2" fmla="*/ 12938 w 32038"/>
                <a:gd name="csY2" fmla="*/ 6631 h 53805"/>
                <a:gd name="csX3" fmla="*/ 0 w 32038"/>
                <a:gd name="csY3" fmla="*/ 9226 h 53805"/>
                <a:gd name="csX4" fmla="*/ 0 w 32038"/>
                <a:gd name="csY4" fmla="*/ 2595 h 53805"/>
                <a:gd name="csX5" fmla="*/ 12866 w 32038"/>
                <a:gd name="csY5" fmla="*/ 0 h 53805"/>
                <a:gd name="csX6" fmla="*/ 20146 w 32038"/>
                <a:gd name="csY6" fmla="*/ 0 h 53805"/>
                <a:gd name="csX7" fmla="*/ 20146 w 32038"/>
                <a:gd name="csY7" fmla="*/ 47679 h 53805"/>
                <a:gd name="csX8" fmla="*/ 32039 w 32038"/>
                <a:gd name="csY8" fmla="*/ 47679 h 53805"/>
                <a:gd name="csX9" fmla="*/ 32039 w 32038"/>
                <a:gd name="csY9" fmla="*/ 53806 h 53805"/>
                <a:gd name="csX10" fmla="*/ 1045 w 32038"/>
                <a:gd name="csY10" fmla="*/ 53806 h 53805"/>
                <a:gd name="csX11" fmla="*/ 1045 w 32038"/>
                <a:gd name="csY11" fmla="*/ 47679 h 538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2038" h="53805">
                  <a:moveTo>
                    <a:pt x="1045" y="47679"/>
                  </a:moveTo>
                  <a:lnTo>
                    <a:pt x="12938" y="47679"/>
                  </a:lnTo>
                  <a:lnTo>
                    <a:pt x="12938" y="6631"/>
                  </a:lnTo>
                  <a:lnTo>
                    <a:pt x="0" y="9226"/>
                  </a:lnTo>
                  <a:lnTo>
                    <a:pt x="0" y="2595"/>
                  </a:lnTo>
                  <a:lnTo>
                    <a:pt x="12866" y="0"/>
                  </a:lnTo>
                  <a:lnTo>
                    <a:pt x="20146" y="0"/>
                  </a:lnTo>
                  <a:lnTo>
                    <a:pt x="20146" y="47679"/>
                  </a:lnTo>
                  <a:lnTo>
                    <a:pt x="32039" y="47679"/>
                  </a:lnTo>
                  <a:lnTo>
                    <a:pt x="32039" y="53806"/>
                  </a:lnTo>
                  <a:lnTo>
                    <a:pt x="1045" y="53806"/>
                  </a:lnTo>
                  <a:lnTo>
                    <a:pt x="1045" y="47679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A9CCC04-D78E-865A-69FF-3DB00CD3010B}"/>
                </a:ext>
              </a:extLst>
            </p:cNvPr>
            <p:cNvSpPr/>
            <p:nvPr/>
          </p:nvSpPr>
          <p:spPr>
            <a:xfrm>
              <a:off x="310521" y="2067951"/>
              <a:ext cx="37191" cy="55823"/>
            </a:xfrm>
            <a:custGeom>
              <a:avLst/>
              <a:gdLst>
                <a:gd name="csX0" fmla="*/ 18595 w 37191"/>
                <a:gd name="csY0" fmla="*/ 5766 h 55823"/>
                <a:gd name="csX1" fmla="*/ 10127 w 37191"/>
                <a:gd name="csY1" fmla="*/ 11316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5 w 37191"/>
                <a:gd name="csY4" fmla="*/ 50058 h 55823"/>
                <a:gd name="csX5" fmla="*/ 27065 w 37191"/>
                <a:gd name="csY5" fmla="*/ 44544 h 55823"/>
                <a:gd name="csX6" fmla="*/ 29912 w 37191"/>
                <a:gd name="csY6" fmla="*/ 27930 h 55823"/>
                <a:gd name="csX7" fmla="*/ 27065 w 37191"/>
                <a:gd name="csY7" fmla="*/ 11316 h 55823"/>
                <a:gd name="csX8" fmla="*/ 18595 w 37191"/>
                <a:gd name="csY8" fmla="*/ 5766 h 55823"/>
                <a:gd name="csX9" fmla="*/ 18595 w 37191"/>
                <a:gd name="csY9" fmla="*/ 0 h 55823"/>
                <a:gd name="csX10" fmla="*/ 32398 w 37191"/>
                <a:gd name="csY10" fmla="*/ 7171 h 55823"/>
                <a:gd name="csX11" fmla="*/ 37192 w 37191"/>
                <a:gd name="csY11" fmla="*/ 27930 h 55823"/>
                <a:gd name="csX12" fmla="*/ 32398 w 37191"/>
                <a:gd name="csY12" fmla="*/ 48688 h 55823"/>
                <a:gd name="csX13" fmla="*/ 18595 w 37191"/>
                <a:gd name="csY13" fmla="*/ 55823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1 h 55823"/>
                <a:gd name="csX17" fmla="*/ 18595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5" y="5766"/>
                  </a:moveTo>
                  <a:cubicBezTo>
                    <a:pt x="14848" y="5766"/>
                    <a:pt x="12025" y="7616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5" y="50058"/>
                  </a:cubicBezTo>
                  <a:cubicBezTo>
                    <a:pt x="22367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6"/>
                    <a:pt x="22367" y="5766"/>
                    <a:pt x="18595" y="5766"/>
                  </a:cubicBezTo>
                  <a:moveTo>
                    <a:pt x="18595" y="0"/>
                  </a:moveTo>
                  <a:cubicBezTo>
                    <a:pt x="24626" y="0"/>
                    <a:pt x="29227" y="2390"/>
                    <a:pt x="32398" y="7171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7"/>
                    <a:pt x="35594" y="43907"/>
                    <a:pt x="32398" y="48688"/>
                  </a:cubicBezTo>
                  <a:cubicBezTo>
                    <a:pt x="29227" y="53445"/>
                    <a:pt x="24626" y="55823"/>
                    <a:pt x="18595" y="55823"/>
                  </a:cubicBezTo>
                  <a:cubicBezTo>
                    <a:pt x="12565" y="55823"/>
                    <a:pt x="7953" y="53445"/>
                    <a:pt x="4757" y="48688"/>
                  </a:cubicBezTo>
                  <a:cubicBezTo>
                    <a:pt x="1586" y="43907"/>
                    <a:pt x="0" y="36987"/>
                    <a:pt x="0" y="27930"/>
                  </a:cubicBezTo>
                  <a:cubicBezTo>
                    <a:pt x="0" y="18848"/>
                    <a:pt x="1586" y="11929"/>
                    <a:pt x="4757" y="7171"/>
                  </a:cubicBezTo>
                  <a:cubicBezTo>
                    <a:pt x="7953" y="2390"/>
                    <a:pt x="12565" y="0"/>
                    <a:pt x="1859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893601B9-6CBA-36F8-E8DB-83665B2050CA}"/>
                </a:ext>
              </a:extLst>
            </p:cNvPr>
            <p:cNvSpPr/>
            <p:nvPr/>
          </p:nvSpPr>
          <p:spPr>
            <a:xfrm>
              <a:off x="360507" y="2113575"/>
              <a:ext cx="7603" cy="9154"/>
            </a:xfrm>
            <a:custGeom>
              <a:avLst/>
              <a:gdLst>
                <a:gd name="csX0" fmla="*/ 0 w 7603"/>
                <a:gd name="csY0" fmla="*/ 0 h 9154"/>
                <a:gd name="csX1" fmla="*/ 7604 w 7603"/>
                <a:gd name="csY1" fmla="*/ 0 h 9154"/>
                <a:gd name="csX2" fmla="*/ 7604 w 7603"/>
                <a:gd name="csY2" fmla="*/ 9154 h 9154"/>
                <a:gd name="csX3" fmla="*/ 0 w 7603"/>
                <a:gd name="csY3" fmla="*/ 9154 h 9154"/>
                <a:gd name="csX4" fmla="*/ 0 w 7603"/>
                <a:gd name="csY4" fmla="*/ 0 h 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4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012CC648-980E-ECF9-0F32-3EC173EAEC30}"/>
                </a:ext>
              </a:extLst>
            </p:cNvPr>
            <p:cNvSpPr/>
            <p:nvPr/>
          </p:nvSpPr>
          <p:spPr>
            <a:xfrm>
              <a:off x="381481" y="2067951"/>
              <a:ext cx="34165" cy="54779"/>
            </a:xfrm>
            <a:custGeom>
              <a:avLst/>
              <a:gdLst>
                <a:gd name="csX0" fmla="*/ 8758 w 34165"/>
                <a:gd name="csY0" fmla="*/ 48652 h 54779"/>
                <a:gd name="csX1" fmla="*/ 34165 w 34165"/>
                <a:gd name="csY1" fmla="*/ 48652 h 54779"/>
                <a:gd name="csX2" fmla="*/ 34165 w 34165"/>
                <a:gd name="csY2" fmla="*/ 54779 h 54779"/>
                <a:gd name="csX3" fmla="*/ 0 w 34165"/>
                <a:gd name="csY3" fmla="*/ 54779 h 54779"/>
                <a:gd name="csX4" fmla="*/ 0 w 34165"/>
                <a:gd name="csY4" fmla="*/ 48652 h 54779"/>
                <a:gd name="csX5" fmla="*/ 11280 w 34165"/>
                <a:gd name="csY5" fmla="*/ 37156 h 54779"/>
                <a:gd name="csX6" fmla="*/ 20290 w 34165"/>
                <a:gd name="csY6" fmla="*/ 27822 h 54779"/>
                <a:gd name="csX7" fmla="*/ 25155 w 34165"/>
                <a:gd name="csY7" fmla="*/ 21190 h 54779"/>
                <a:gd name="csX8" fmla="*/ 26560 w 34165"/>
                <a:gd name="csY8" fmla="*/ 15821 h 54779"/>
                <a:gd name="csX9" fmla="*/ 23533 w 34165"/>
                <a:gd name="csY9" fmla="*/ 8830 h 54779"/>
                <a:gd name="csX10" fmla="*/ 15713 w 34165"/>
                <a:gd name="csY10" fmla="*/ 6126 h 54779"/>
                <a:gd name="csX11" fmla="*/ 8469 w 34165"/>
                <a:gd name="csY11" fmla="*/ 7316 h 54779"/>
                <a:gd name="csX12" fmla="*/ 360 w 34165"/>
                <a:gd name="csY12" fmla="*/ 10920 h 54779"/>
                <a:gd name="csX13" fmla="*/ 360 w 34165"/>
                <a:gd name="csY13" fmla="*/ 3567 h 54779"/>
                <a:gd name="csX14" fmla="*/ 8577 w 34165"/>
                <a:gd name="csY14" fmla="*/ 901 h 54779"/>
                <a:gd name="csX15" fmla="*/ 15569 w 34165"/>
                <a:gd name="csY15" fmla="*/ 0 h 54779"/>
                <a:gd name="csX16" fmla="*/ 28903 w 34165"/>
                <a:gd name="csY16" fmla="*/ 4180 h 54779"/>
                <a:gd name="csX17" fmla="*/ 33877 w 34165"/>
                <a:gd name="csY17" fmla="*/ 15353 h 54779"/>
                <a:gd name="csX18" fmla="*/ 32615 w 34165"/>
                <a:gd name="csY18" fmla="*/ 21659 h 54779"/>
                <a:gd name="csX19" fmla="*/ 28110 w 34165"/>
                <a:gd name="csY19" fmla="*/ 28651 h 54779"/>
                <a:gd name="csX20" fmla="*/ 22380 w 34165"/>
                <a:gd name="csY20" fmla="*/ 34705 h 54779"/>
                <a:gd name="csX21" fmla="*/ 8758 w 34165"/>
                <a:gd name="csY21" fmla="*/ 48652 h 547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4165" h="54779">
                  <a:moveTo>
                    <a:pt x="8758" y="48652"/>
                  </a:moveTo>
                  <a:lnTo>
                    <a:pt x="34165" y="48652"/>
                  </a:lnTo>
                  <a:lnTo>
                    <a:pt x="34165" y="54779"/>
                  </a:lnTo>
                  <a:lnTo>
                    <a:pt x="0" y="54779"/>
                  </a:lnTo>
                  <a:lnTo>
                    <a:pt x="0" y="48652"/>
                  </a:lnTo>
                  <a:cubicBezTo>
                    <a:pt x="2763" y="45793"/>
                    <a:pt x="6523" y="41961"/>
                    <a:pt x="11280" y="37156"/>
                  </a:cubicBezTo>
                  <a:cubicBezTo>
                    <a:pt x="16061" y="32326"/>
                    <a:pt x="19065" y="29215"/>
                    <a:pt x="20290" y="27822"/>
                  </a:cubicBezTo>
                  <a:cubicBezTo>
                    <a:pt x="22620" y="25203"/>
                    <a:pt x="24242" y="22992"/>
                    <a:pt x="25155" y="21190"/>
                  </a:cubicBezTo>
                  <a:cubicBezTo>
                    <a:pt x="26092" y="19364"/>
                    <a:pt x="26560" y="17574"/>
                    <a:pt x="26560" y="15821"/>
                  </a:cubicBezTo>
                  <a:cubicBezTo>
                    <a:pt x="26560" y="12962"/>
                    <a:pt x="25551" y="10632"/>
                    <a:pt x="23533" y="8830"/>
                  </a:cubicBezTo>
                  <a:cubicBezTo>
                    <a:pt x="21539" y="7027"/>
                    <a:pt x="18932" y="6126"/>
                    <a:pt x="15713" y="6126"/>
                  </a:cubicBezTo>
                  <a:cubicBezTo>
                    <a:pt x="13431" y="6126"/>
                    <a:pt x="11016" y="6523"/>
                    <a:pt x="8469" y="7316"/>
                  </a:cubicBezTo>
                  <a:cubicBezTo>
                    <a:pt x="5946" y="8109"/>
                    <a:pt x="3243" y="9310"/>
                    <a:pt x="360" y="10920"/>
                  </a:cubicBezTo>
                  <a:lnTo>
                    <a:pt x="360" y="3567"/>
                  </a:lnTo>
                  <a:cubicBezTo>
                    <a:pt x="3291" y="2390"/>
                    <a:pt x="6030" y="1501"/>
                    <a:pt x="8577" y="901"/>
                  </a:cubicBezTo>
                  <a:cubicBezTo>
                    <a:pt x="11124" y="300"/>
                    <a:pt x="13454" y="0"/>
                    <a:pt x="15569" y="0"/>
                  </a:cubicBezTo>
                  <a:cubicBezTo>
                    <a:pt x="21143" y="0"/>
                    <a:pt x="25587" y="1393"/>
                    <a:pt x="28903" y="4180"/>
                  </a:cubicBezTo>
                  <a:cubicBezTo>
                    <a:pt x="32219" y="6967"/>
                    <a:pt x="33877" y="10691"/>
                    <a:pt x="33877" y="15353"/>
                  </a:cubicBezTo>
                  <a:cubicBezTo>
                    <a:pt x="33877" y="17563"/>
                    <a:pt x="33456" y="19665"/>
                    <a:pt x="32615" y="21659"/>
                  </a:cubicBezTo>
                  <a:cubicBezTo>
                    <a:pt x="31798" y="23629"/>
                    <a:pt x="30296" y="25960"/>
                    <a:pt x="28110" y="28651"/>
                  </a:cubicBezTo>
                  <a:cubicBezTo>
                    <a:pt x="27509" y="29347"/>
                    <a:pt x="25599" y="31365"/>
                    <a:pt x="22380" y="34705"/>
                  </a:cubicBezTo>
                  <a:cubicBezTo>
                    <a:pt x="19161" y="38020"/>
                    <a:pt x="14620" y="42669"/>
                    <a:pt x="8758" y="48652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67D0403-3977-7C54-21C2-C30FD77BE352}"/>
                </a:ext>
              </a:extLst>
            </p:cNvPr>
            <p:cNvSpPr/>
            <p:nvPr/>
          </p:nvSpPr>
          <p:spPr>
            <a:xfrm>
              <a:off x="309043" y="1695113"/>
              <a:ext cx="37191" cy="55823"/>
            </a:xfrm>
            <a:custGeom>
              <a:avLst/>
              <a:gdLst>
                <a:gd name="csX0" fmla="*/ 18596 w 37191"/>
                <a:gd name="csY0" fmla="*/ 5766 h 55823"/>
                <a:gd name="csX1" fmla="*/ 10127 w 37191"/>
                <a:gd name="csY1" fmla="*/ 11316 h 55823"/>
                <a:gd name="csX2" fmla="*/ 7316 w 37191"/>
                <a:gd name="csY2" fmla="*/ 27930 h 55823"/>
                <a:gd name="csX3" fmla="*/ 10127 w 37191"/>
                <a:gd name="csY3" fmla="*/ 44544 h 55823"/>
                <a:gd name="csX4" fmla="*/ 18596 w 37191"/>
                <a:gd name="csY4" fmla="*/ 50058 h 55823"/>
                <a:gd name="csX5" fmla="*/ 27065 w 37191"/>
                <a:gd name="csY5" fmla="*/ 44544 h 55823"/>
                <a:gd name="csX6" fmla="*/ 29912 w 37191"/>
                <a:gd name="csY6" fmla="*/ 27930 h 55823"/>
                <a:gd name="csX7" fmla="*/ 27065 w 37191"/>
                <a:gd name="csY7" fmla="*/ 11316 h 55823"/>
                <a:gd name="csX8" fmla="*/ 18596 w 37191"/>
                <a:gd name="csY8" fmla="*/ 5766 h 55823"/>
                <a:gd name="csX9" fmla="*/ 18596 w 37191"/>
                <a:gd name="csY9" fmla="*/ 0 h 55823"/>
                <a:gd name="csX10" fmla="*/ 32398 w 37191"/>
                <a:gd name="csY10" fmla="*/ 7172 h 55823"/>
                <a:gd name="csX11" fmla="*/ 37192 w 37191"/>
                <a:gd name="csY11" fmla="*/ 27930 h 55823"/>
                <a:gd name="csX12" fmla="*/ 32398 w 37191"/>
                <a:gd name="csY12" fmla="*/ 48688 h 55823"/>
                <a:gd name="csX13" fmla="*/ 18596 w 37191"/>
                <a:gd name="csY13" fmla="*/ 55824 h 55823"/>
                <a:gd name="csX14" fmla="*/ 4757 w 37191"/>
                <a:gd name="csY14" fmla="*/ 48688 h 55823"/>
                <a:gd name="csX15" fmla="*/ 0 w 37191"/>
                <a:gd name="csY15" fmla="*/ 27930 h 55823"/>
                <a:gd name="csX16" fmla="*/ 4757 w 37191"/>
                <a:gd name="csY16" fmla="*/ 7172 h 55823"/>
                <a:gd name="csX17" fmla="*/ 18596 w 37191"/>
                <a:gd name="csY17" fmla="*/ 0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7191" h="55823">
                  <a:moveTo>
                    <a:pt x="18596" y="5766"/>
                  </a:moveTo>
                  <a:cubicBezTo>
                    <a:pt x="14848" y="5766"/>
                    <a:pt x="12025" y="7616"/>
                    <a:pt x="10127" y="11316"/>
                  </a:cubicBezTo>
                  <a:cubicBezTo>
                    <a:pt x="8253" y="14992"/>
                    <a:pt x="7316" y="20530"/>
                    <a:pt x="7316" y="27930"/>
                  </a:cubicBezTo>
                  <a:cubicBezTo>
                    <a:pt x="7316" y="35306"/>
                    <a:pt x="8253" y="40844"/>
                    <a:pt x="10127" y="44544"/>
                  </a:cubicBezTo>
                  <a:cubicBezTo>
                    <a:pt x="12025" y="48220"/>
                    <a:pt x="14848" y="50058"/>
                    <a:pt x="18596" y="50058"/>
                  </a:cubicBezTo>
                  <a:cubicBezTo>
                    <a:pt x="22368" y="50058"/>
                    <a:pt x="25191" y="48220"/>
                    <a:pt x="27065" y="44544"/>
                  </a:cubicBezTo>
                  <a:cubicBezTo>
                    <a:pt x="28963" y="40844"/>
                    <a:pt x="29912" y="35306"/>
                    <a:pt x="29912" y="27930"/>
                  </a:cubicBezTo>
                  <a:cubicBezTo>
                    <a:pt x="29912" y="20530"/>
                    <a:pt x="28963" y="14992"/>
                    <a:pt x="27065" y="11316"/>
                  </a:cubicBezTo>
                  <a:cubicBezTo>
                    <a:pt x="25191" y="7616"/>
                    <a:pt x="22368" y="5766"/>
                    <a:pt x="18596" y="5766"/>
                  </a:cubicBezTo>
                  <a:moveTo>
                    <a:pt x="18596" y="0"/>
                  </a:moveTo>
                  <a:cubicBezTo>
                    <a:pt x="24626" y="0"/>
                    <a:pt x="29227" y="2391"/>
                    <a:pt x="32398" y="7172"/>
                  </a:cubicBezTo>
                  <a:cubicBezTo>
                    <a:pt x="35594" y="11929"/>
                    <a:pt x="37192" y="18848"/>
                    <a:pt x="37192" y="27930"/>
                  </a:cubicBezTo>
                  <a:cubicBezTo>
                    <a:pt x="37192" y="36988"/>
                    <a:pt x="35594" y="43907"/>
                    <a:pt x="32398" y="48688"/>
                  </a:cubicBezTo>
                  <a:cubicBezTo>
                    <a:pt x="29227" y="53445"/>
                    <a:pt x="24626" y="55824"/>
                    <a:pt x="18596" y="55824"/>
                  </a:cubicBezTo>
                  <a:cubicBezTo>
                    <a:pt x="12566" y="55824"/>
                    <a:pt x="7953" y="53445"/>
                    <a:pt x="4757" y="48688"/>
                  </a:cubicBezTo>
                  <a:cubicBezTo>
                    <a:pt x="1586" y="43907"/>
                    <a:pt x="0" y="36988"/>
                    <a:pt x="0" y="27930"/>
                  </a:cubicBezTo>
                  <a:cubicBezTo>
                    <a:pt x="0" y="18848"/>
                    <a:pt x="1586" y="11929"/>
                    <a:pt x="4757" y="7172"/>
                  </a:cubicBezTo>
                  <a:cubicBezTo>
                    <a:pt x="7953" y="2391"/>
                    <a:pt x="12566" y="0"/>
                    <a:pt x="1859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8B118A0C-475C-385B-79F4-45889EF3D7FF}"/>
                </a:ext>
              </a:extLst>
            </p:cNvPr>
            <p:cNvSpPr/>
            <p:nvPr/>
          </p:nvSpPr>
          <p:spPr>
            <a:xfrm>
              <a:off x="359029" y="1740738"/>
              <a:ext cx="7603" cy="9153"/>
            </a:xfrm>
            <a:custGeom>
              <a:avLst/>
              <a:gdLst>
                <a:gd name="csX0" fmla="*/ 0 w 7603"/>
                <a:gd name="csY0" fmla="*/ 0 h 9153"/>
                <a:gd name="csX1" fmla="*/ 7604 w 7603"/>
                <a:gd name="csY1" fmla="*/ 0 h 9153"/>
                <a:gd name="csX2" fmla="*/ 7604 w 7603"/>
                <a:gd name="csY2" fmla="*/ 9154 h 9153"/>
                <a:gd name="csX3" fmla="*/ 0 w 7603"/>
                <a:gd name="csY3" fmla="*/ 9154 h 9153"/>
                <a:gd name="csX4" fmla="*/ 0 w 7603"/>
                <a:gd name="csY4" fmla="*/ 0 h 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03" h="9153">
                  <a:moveTo>
                    <a:pt x="0" y="0"/>
                  </a:moveTo>
                  <a:lnTo>
                    <a:pt x="7604" y="0"/>
                  </a:lnTo>
                  <a:lnTo>
                    <a:pt x="7604" y="9154"/>
                  </a:lnTo>
                  <a:lnTo>
                    <a:pt x="0" y="9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AD85EF3-B9A9-383D-B0F2-87588464EA78}"/>
                </a:ext>
              </a:extLst>
            </p:cNvPr>
            <p:cNvSpPr/>
            <p:nvPr/>
          </p:nvSpPr>
          <p:spPr>
            <a:xfrm>
              <a:off x="380219" y="1695113"/>
              <a:ext cx="35426" cy="55823"/>
            </a:xfrm>
            <a:custGeom>
              <a:avLst/>
              <a:gdLst>
                <a:gd name="csX0" fmla="*/ 24326 w 35426"/>
                <a:gd name="csY0" fmla="*/ 25768 h 55823"/>
                <a:gd name="csX1" fmla="*/ 32471 w 35426"/>
                <a:gd name="csY1" fmla="*/ 30417 h 55823"/>
                <a:gd name="csX2" fmla="*/ 35427 w 35426"/>
                <a:gd name="csY2" fmla="*/ 39138 h 55823"/>
                <a:gd name="csX3" fmla="*/ 29948 w 35426"/>
                <a:gd name="csY3" fmla="*/ 51463 h 55823"/>
                <a:gd name="csX4" fmla="*/ 14379 w 35426"/>
                <a:gd name="csY4" fmla="*/ 55824 h 55823"/>
                <a:gd name="csX5" fmla="*/ 7388 w 35426"/>
                <a:gd name="csY5" fmla="*/ 55139 h 55823"/>
                <a:gd name="csX6" fmla="*/ 0 w 35426"/>
                <a:gd name="csY6" fmla="*/ 53157 h 55823"/>
                <a:gd name="csX7" fmla="*/ 0 w 35426"/>
                <a:gd name="csY7" fmla="*/ 46129 h 55823"/>
                <a:gd name="csX8" fmla="*/ 6631 w 35426"/>
                <a:gd name="csY8" fmla="*/ 48797 h 55823"/>
                <a:gd name="csX9" fmla="*/ 14163 w 35426"/>
                <a:gd name="csY9" fmla="*/ 49697 h 55823"/>
                <a:gd name="csX10" fmla="*/ 24578 w 35426"/>
                <a:gd name="csY10" fmla="*/ 46994 h 55823"/>
                <a:gd name="csX11" fmla="*/ 28182 w 35426"/>
                <a:gd name="csY11" fmla="*/ 39138 h 55823"/>
                <a:gd name="csX12" fmla="*/ 24831 w 35426"/>
                <a:gd name="csY12" fmla="*/ 31714 h 55823"/>
                <a:gd name="csX13" fmla="*/ 15569 w 35426"/>
                <a:gd name="csY13" fmla="*/ 29011 h 55823"/>
                <a:gd name="csX14" fmla="*/ 9299 w 35426"/>
                <a:gd name="csY14" fmla="*/ 29011 h 55823"/>
                <a:gd name="csX15" fmla="*/ 9299 w 35426"/>
                <a:gd name="csY15" fmla="*/ 23029 h 55823"/>
                <a:gd name="csX16" fmla="*/ 15857 w 35426"/>
                <a:gd name="csY16" fmla="*/ 23029 h 55823"/>
                <a:gd name="csX17" fmla="*/ 24074 w 35426"/>
                <a:gd name="csY17" fmla="*/ 20902 h 55823"/>
                <a:gd name="csX18" fmla="*/ 26921 w 35426"/>
                <a:gd name="csY18" fmla="*/ 14704 h 55823"/>
                <a:gd name="csX19" fmla="*/ 23966 w 35426"/>
                <a:gd name="csY19" fmla="*/ 8361 h 55823"/>
                <a:gd name="csX20" fmla="*/ 15569 w 35426"/>
                <a:gd name="csY20" fmla="*/ 6127 h 55823"/>
                <a:gd name="csX21" fmla="*/ 9154 w 35426"/>
                <a:gd name="csY21" fmla="*/ 6775 h 55823"/>
                <a:gd name="csX22" fmla="*/ 1622 w 35426"/>
                <a:gd name="csY22" fmla="*/ 8793 h 55823"/>
                <a:gd name="csX23" fmla="*/ 1622 w 35426"/>
                <a:gd name="csY23" fmla="*/ 2306 h 55823"/>
                <a:gd name="csX24" fmla="*/ 9371 w 35426"/>
                <a:gd name="csY24" fmla="*/ 577 h 55823"/>
                <a:gd name="csX25" fmla="*/ 16217 w 35426"/>
                <a:gd name="csY25" fmla="*/ 0 h 55823"/>
                <a:gd name="csX26" fmla="*/ 29336 w 35426"/>
                <a:gd name="csY26" fmla="*/ 3784 h 55823"/>
                <a:gd name="csX27" fmla="*/ 34165 w 35426"/>
                <a:gd name="csY27" fmla="*/ 13947 h 55823"/>
                <a:gd name="csX28" fmla="*/ 31606 w 35426"/>
                <a:gd name="csY28" fmla="*/ 21515 h 55823"/>
                <a:gd name="csX29" fmla="*/ 24326 w 35426"/>
                <a:gd name="csY29" fmla="*/ 25768 h 55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5426" h="55823">
                  <a:moveTo>
                    <a:pt x="24326" y="25768"/>
                  </a:moveTo>
                  <a:cubicBezTo>
                    <a:pt x="27810" y="26512"/>
                    <a:pt x="30525" y="28062"/>
                    <a:pt x="32471" y="30417"/>
                  </a:cubicBezTo>
                  <a:cubicBezTo>
                    <a:pt x="34441" y="32771"/>
                    <a:pt x="35427" y="35678"/>
                    <a:pt x="35427" y="39138"/>
                  </a:cubicBezTo>
                  <a:cubicBezTo>
                    <a:pt x="35427" y="44448"/>
                    <a:pt x="33600" y="48556"/>
                    <a:pt x="29948" y="51463"/>
                  </a:cubicBezTo>
                  <a:cubicBezTo>
                    <a:pt x="26296" y="54370"/>
                    <a:pt x="21107" y="55824"/>
                    <a:pt x="14379" y="55824"/>
                  </a:cubicBezTo>
                  <a:cubicBezTo>
                    <a:pt x="12121" y="55824"/>
                    <a:pt x="9791" y="55596"/>
                    <a:pt x="7388" y="55139"/>
                  </a:cubicBezTo>
                  <a:cubicBezTo>
                    <a:pt x="5010" y="54707"/>
                    <a:pt x="2547" y="54046"/>
                    <a:pt x="0" y="53157"/>
                  </a:cubicBezTo>
                  <a:lnTo>
                    <a:pt x="0" y="46129"/>
                  </a:lnTo>
                  <a:cubicBezTo>
                    <a:pt x="2018" y="47307"/>
                    <a:pt x="4229" y="48196"/>
                    <a:pt x="6631" y="48797"/>
                  </a:cubicBezTo>
                  <a:cubicBezTo>
                    <a:pt x="9034" y="49397"/>
                    <a:pt x="11545" y="49697"/>
                    <a:pt x="14163" y="49697"/>
                  </a:cubicBezTo>
                  <a:cubicBezTo>
                    <a:pt x="18728" y="49697"/>
                    <a:pt x="22200" y="48796"/>
                    <a:pt x="24578" y="46994"/>
                  </a:cubicBezTo>
                  <a:cubicBezTo>
                    <a:pt x="26981" y="45192"/>
                    <a:pt x="28182" y="42574"/>
                    <a:pt x="28182" y="39138"/>
                  </a:cubicBezTo>
                  <a:cubicBezTo>
                    <a:pt x="28182" y="35967"/>
                    <a:pt x="27065" y="33492"/>
                    <a:pt x="24831" y="31714"/>
                  </a:cubicBezTo>
                  <a:cubicBezTo>
                    <a:pt x="22620" y="29912"/>
                    <a:pt x="19533" y="29011"/>
                    <a:pt x="15569" y="29011"/>
                  </a:cubicBezTo>
                  <a:lnTo>
                    <a:pt x="9299" y="29011"/>
                  </a:lnTo>
                  <a:lnTo>
                    <a:pt x="9299" y="23029"/>
                  </a:lnTo>
                  <a:lnTo>
                    <a:pt x="15857" y="23029"/>
                  </a:lnTo>
                  <a:cubicBezTo>
                    <a:pt x="19437" y="23029"/>
                    <a:pt x="22176" y="22320"/>
                    <a:pt x="24074" y="20902"/>
                  </a:cubicBezTo>
                  <a:cubicBezTo>
                    <a:pt x="25972" y="19461"/>
                    <a:pt x="26921" y="17395"/>
                    <a:pt x="26921" y="14704"/>
                  </a:cubicBezTo>
                  <a:cubicBezTo>
                    <a:pt x="26921" y="11941"/>
                    <a:pt x="25936" y="9827"/>
                    <a:pt x="23966" y="8361"/>
                  </a:cubicBezTo>
                  <a:cubicBezTo>
                    <a:pt x="22020" y="6871"/>
                    <a:pt x="19221" y="6127"/>
                    <a:pt x="15569" y="6127"/>
                  </a:cubicBezTo>
                  <a:cubicBezTo>
                    <a:pt x="13575" y="6127"/>
                    <a:pt x="11437" y="6343"/>
                    <a:pt x="9154" y="6775"/>
                  </a:cubicBezTo>
                  <a:cubicBezTo>
                    <a:pt x="6872" y="7208"/>
                    <a:pt x="4361" y="7880"/>
                    <a:pt x="1622" y="8793"/>
                  </a:cubicBezTo>
                  <a:lnTo>
                    <a:pt x="1622" y="2306"/>
                  </a:lnTo>
                  <a:cubicBezTo>
                    <a:pt x="4385" y="1538"/>
                    <a:pt x="6968" y="961"/>
                    <a:pt x="9371" y="577"/>
                  </a:cubicBezTo>
                  <a:cubicBezTo>
                    <a:pt x="11797" y="192"/>
                    <a:pt x="14079" y="0"/>
                    <a:pt x="16217" y="0"/>
                  </a:cubicBezTo>
                  <a:cubicBezTo>
                    <a:pt x="21743" y="0"/>
                    <a:pt x="26116" y="1261"/>
                    <a:pt x="29336" y="3784"/>
                  </a:cubicBezTo>
                  <a:cubicBezTo>
                    <a:pt x="32555" y="6283"/>
                    <a:pt x="34165" y="9670"/>
                    <a:pt x="34165" y="13947"/>
                  </a:cubicBezTo>
                  <a:cubicBezTo>
                    <a:pt x="34165" y="16926"/>
                    <a:pt x="33312" y="19449"/>
                    <a:pt x="31606" y="21515"/>
                  </a:cubicBezTo>
                  <a:cubicBezTo>
                    <a:pt x="29901" y="23557"/>
                    <a:pt x="27474" y="24975"/>
                    <a:pt x="24326" y="2576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F329BE1C-0BB5-6E3C-A573-55FC8D1E0D22}"/>
                </a:ext>
              </a:extLst>
            </p:cNvPr>
            <p:cNvSpPr/>
            <p:nvPr/>
          </p:nvSpPr>
          <p:spPr>
            <a:xfrm>
              <a:off x="210328" y="2397868"/>
              <a:ext cx="38674" cy="69930"/>
            </a:xfrm>
            <a:custGeom>
              <a:avLst/>
              <a:gdLst>
                <a:gd name="csX0" fmla="*/ 25505 w 38674"/>
                <a:gd name="csY0" fmla="*/ 0 h 69930"/>
                <a:gd name="csX1" fmla="*/ 27131 w 38674"/>
                <a:gd name="csY1" fmla="*/ 375 h 69930"/>
                <a:gd name="csX2" fmla="*/ 30423 w 38674"/>
                <a:gd name="csY2" fmla="*/ 1666 h 69930"/>
                <a:gd name="csX3" fmla="*/ 34257 w 38674"/>
                <a:gd name="csY3" fmla="*/ 3792 h 69930"/>
                <a:gd name="csX4" fmla="*/ 37383 w 38674"/>
                <a:gd name="csY4" fmla="*/ 7001 h 69930"/>
                <a:gd name="csX5" fmla="*/ 38675 w 38674"/>
                <a:gd name="csY5" fmla="*/ 11210 h 69930"/>
                <a:gd name="csX6" fmla="*/ 36674 w 38674"/>
                <a:gd name="csY6" fmla="*/ 16211 h 69930"/>
                <a:gd name="csX7" fmla="*/ 31673 w 38674"/>
                <a:gd name="csY7" fmla="*/ 18212 h 69930"/>
                <a:gd name="csX8" fmla="*/ 26964 w 38674"/>
                <a:gd name="csY8" fmla="*/ 17087 h 69930"/>
                <a:gd name="csX9" fmla="*/ 7835 w 38674"/>
                <a:gd name="csY9" fmla="*/ 11794 h 69930"/>
                <a:gd name="csX10" fmla="*/ 1875 w 38674"/>
                <a:gd name="csY10" fmla="*/ 16419 h 69930"/>
                <a:gd name="csX11" fmla="*/ 2959 w 38674"/>
                <a:gd name="csY11" fmla="*/ 21421 h 69930"/>
                <a:gd name="csX12" fmla="*/ 5543 w 38674"/>
                <a:gd name="csY12" fmla="*/ 25338 h 69930"/>
                <a:gd name="csX13" fmla="*/ 8752 w 38674"/>
                <a:gd name="csY13" fmla="*/ 28089 h 69930"/>
                <a:gd name="csX14" fmla="*/ 11586 w 38674"/>
                <a:gd name="csY14" fmla="*/ 29839 h 69930"/>
                <a:gd name="csX15" fmla="*/ 13211 w 38674"/>
                <a:gd name="csY15" fmla="*/ 30464 h 69930"/>
                <a:gd name="csX16" fmla="*/ 33799 w 38674"/>
                <a:gd name="csY16" fmla="*/ 35590 h 69930"/>
                <a:gd name="csX17" fmla="*/ 36383 w 38674"/>
                <a:gd name="csY17" fmla="*/ 36298 h 69930"/>
                <a:gd name="csX18" fmla="*/ 37925 w 38674"/>
                <a:gd name="csY18" fmla="*/ 37382 h 69930"/>
                <a:gd name="csX19" fmla="*/ 38675 w 38674"/>
                <a:gd name="csY19" fmla="*/ 39425 h 69930"/>
                <a:gd name="csX20" fmla="*/ 38050 w 38674"/>
                <a:gd name="csY20" fmla="*/ 41216 h 69930"/>
                <a:gd name="csX21" fmla="*/ 36341 w 38674"/>
                <a:gd name="csY21" fmla="*/ 41925 h 69930"/>
                <a:gd name="csX22" fmla="*/ 35299 w 38674"/>
                <a:gd name="csY22" fmla="*/ 41716 h 69930"/>
                <a:gd name="csX23" fmla="*/ 33215 w 38674"/>
                <a:gd name="csY23" fmla="*/ 41216 h 69930"/>
                <a:gd name="csX24" fmla="*/ 31298 w 38674"/>
                <a:gd name="csY24" fmla="*/ 40800 h 69930"/>
                <a:gd name="csX25" fmla="*/ 24839 w 38674"/>
                <a:gd name="csY25" fmla="*/ 39091 h 69930"/>
                <a:gd name="csX26" fmla="*/ 14920 w 38674"/>
                <a:gd name="csY26" fmla="*/ 36716 h 69930"/>
                <a:gd name="csX27" fmla="*/ 7835 w 38674"/>
                <a:gd name="csY27" fmla="*/ 35424 h 69930"/>
                <a:gd name="csX28" fmla="*/ 1875 w 38674"/>
                <a:gd name="csY28" fmla="*/ 40049 h 69930"/>
                <a:gd name="csX29" fmla="*/ 2751 w 38674"/>
                <a:gd name="csY29" fmla="*/ 44509 h 69930"/>
                <a:gd name="csX30" fmla="*/ 4751 w 38674"/>
                <a:gd name="csY30" fmla="*/ 48093 h 69930"/>
                <a:gd name="csX31" fmla="*/ 7543 w 38674"/>
                <a:gd name="csY31" fmla="*/ 50885 h 69930"/>
                <a:gd name="csX32" fmla="*/ 10210 w 38674"/>
                <a:gd name="csY32" fmla="*/ 52844 h 69930"/>
                <a:gd name="csX33" fmla="*/ 12294 w 38674"/>
                <a:gd name="csY33" fmla="*/ 53969 h 69930"/>
                <a:gd name="csX34" fmla="*/ 16545 w 38674"/>
                <a:gd name="csY34" fmla="*/ 55053 h 69930"/>
                <a:gd name="csX35" fmla="*/ 22255 w 38674"/>
                <a:gd name="csY35" fmla="*/ 56511 h 69930"/>
                <a:gd name="csX36" fmla="*/ 29965 w 38674"/>
                <a:gd name="csY36" fmla="*/ 58387 h 69930"/>
                <a:gd name="csX37" fmla="*/ 36258 w 38674"/>
                <a:gd name="csY37" fmla="*/ 60012 h 69930"/>
                <a:gd name="csX38" fmla="*/ 38050 w 38674"/>
                <a:gd name="csY38" fmla="*/ 61345 h 69930"/>
                <a:gd name="csX39" fmla="*/ 38675 w 38674"/>
                <a:gd name="csY39" fmla="*/ 63179 h 69930"/>
                <a:gd name="csX40" fmla="*/ 38050 w 38674"/>
                <a:gd name="csY40" fmla="*/ 64930 h 69930"/>
                <a:gd name="csX41" fmla="*/ 36341 w 38674"/>
                <a:gd name="csY41" fmla="*/ 65638 h 69930"/>
                <a:gd name="csX42" fmla="*/ 35549 w 38674"/>
                <a:gd name="csY42" fmla="*/ 65513 h 69930"/>
                <a:gd name="csX43" fmla="*/ 34049 w 38674"/>
                <a:gd name="csY43" fmla="*/ 65180 h 69930"/>
                <a:gd name="csX44" fmla="*/ 32673 w 38674"/>
                <a:gd name="csY44" fmla="*/ 64888 h 69930"/>
                <a:gd name="csX45" fmla="*/ 12961 w 38674"/>
                <a:gd name="csY45" fmla="*/ 59928 h 69930"/>
                <a:gd name="csX46" fmla="*/ 8252 w 38674"/>
                <a:gd name="csY46" fmla="*/ 58804 h 69930"/>
                <a:gd name="csX47" fmla="*/ 5793 w 38674"/>
                <a:gd name="csY47" fmla="*/ 58554 h 69930"/>
                <a:gd name="csX48" fmla="*/ 1875 w 38674"/>
                <a:gd name="csY48" fmla="*/ 61221 h 69930"/>
                <a:gd name="csX49" fmla="*/ 4459 w 38674"/>
                <a:gd name="csY49" fmla="*/ 64804 h 69930"/>
                <a:gd name="csX50" fmla="*/ 12044 w 38674"/>
                <a:gd name="csY50" fmla="*/ 67431 h 69930"/>
                <a:gd name="csX51" fmla="*/ 13711 w 38674"/>
                <a:gd name="csY51" fmla="*/ 68055 h 69930"/>
                <a:gd name="csX52" fmla="*/ 14003 w 38674"/>
                <a:gd name="csY52" fmla="*/ 68889 h 69930"/>
                <a:gd name="csX53" fmla="*/ 13128 w 38674"/>
                <a:gd name="csY53" fmla="*/ 69931 h 69930"/>
                <a:gd name="csX54" fmla="*/ 11586 w 38674"/>
                <a:gd name="csY54" fmla="*/ 69597 h 69930"/>
                <a:gd name="csX55" fmla="*/ 8252 w 38674"/>
                <a:gd name="csY55" fmla="*/ 68639 h 69930"/>
                <a:gd name="csX56" fmla="*/ 4876 w 38674"/>
                <a:gd name="csY56" fmla="*/ 67263 h 69930"/>
                <a:gd name="csX57" fmla="*/ 3417 w 38674"/>
                <a:gd name="csY57" fmla="*/ 66472 h 69930"/>
                <a:gd name="csX58" fmla="*/ 1917 w 38674"/>
                <a:gd name="csY58" fmla="*/ 65346 h 69930"/>
                <a:gd name="csX59" fmla="*/ 500 w 38674"/>
                <a:gd name="csY59" fmla="*/ 63471 h 69930"/>
                <a:gd name="csX60" fmla="*/ 0 w 38674"/>
                <a:gd name="csY60" fmla="*/ 60971 h 69930"/>
                <a:gd name="csX61" fmla="*/ 1959 w 38674"/>
                <a:gd name="csY61" fmla="*/ 55678 h 69930"/>
                <a:gd name="csX62" fmla="*/ 7418 w 38674"/>
                <a:gd name="csY62" fmla="*/ 53094 h 69930"/>
                <a:gd name="csX63" fmla="*/ 0 w 38674"/>
                <a:gd name="csY63" fmla="*/ 39799 h 69930"/>
                <a:gd name="csX64" fmla="*/ 2209 w 38674"/>
                <a:gd name="csY64" fmla="*/ 32798 h 69930"/>
                <a:gd name="csX65" fmla="*/ 8252 w 38674"/>
                <a:gd name="csY65" fmla="*/ 30048 h 69930"/>
                <a:gd name="csX66" fmla="*/ 0 w 38674"/>
                <a:gd name="csY66" fmla="*/ 16128 h 69930"/>
                <a:gd name="csX67" fmla="*/ 2459 w 38674"/>
                <a:gd name="csY67" fmla="*/ 8876 h 69930"/>
                <a:gd name="csX68" fmla="*/ 9127 w 38674"/>
                <a:gd name="csY68" fmla="*/ 6334 h 69930"/>
                <a:gd name="csX69" fmla="*/ 15545 w 38674"/>
                <a:gd name="csY69" fmla="*/ 7460 h 69930"/>
                <a:gd name="csX70" fmla="*/ 21796 w 38674"/>
                <a:gd name="csY70" fmla="*/ 9335 h 69930"/>
                <a:gd name="csX71" fmla="*/ 27881 w 38674"/>
                <a:gd name="csY71" fmla="*/ 11544 h 69930"/>
                <a:gd name="csX72" fmla="*/ 33965 w 38674"/>
                <a:gd name="csY72" fmla="*/ 13086 h 69930"/>
                <a:gd name="csX73" fmla="*/ 36091 w 38674"/>
                <a:gd name="csY73" fmla="*/ 12586 h 69930"/>
                <a:gd name="csX74" fmla="*/ 36758 w 38674"/>
                <a:gd name="csY74" fmla="*/ 11002 h 69930"/>
                <a:gd name="csX75" fmla="*/ 35799 w 38674"/>
                <a:gd name="csY75" fmla="*/ 7876 h 69930"/>
                <a:gd name="csX76" fmla="*/ 33174 w 38674"/>
                <a:gd name="csY76" fmla="*/ 5376 h 69930"/>
                <a:gd name="csX77" fmla="*/ 29840 w 38674"/>
                <a:gd name="csY77" fmla="*/ 3584 h 69930"/>
                <a:gd name="csX78" fmla="*/ 26214 w 38674"/>
                <a:gd name="csY78" fmla="*/ 2334 h 69930"/>
                <a:gd name="csX79" fmla="*/ 24922 w 38674"/>
                <a:gd name="csY79" fmla="*/ 1834 h 69930"/>
                <a:gd name="csX80" fmla="*/ 24672 w 38674"/>
                <a:gd name="csY80" fmla="*/ 1042 h 69930"/>
                <a:gd name="csX81" fmla="*/ 25505 w 38674"/>
                <a:gd name="csY81" fmla="*/ 0 h 69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8674" h="69930">
                  <a:moveTo>
                    <a:pt x="25505" y="0"/>
                  </a:moveTo>
                  <a:cubicBezTo>
                    <a:pt x="25728" y="0"/>
                    <a:pt x="26269" y="125"/>
                    <a:pt x="27131" y="375"/>
                  </a:cubicBezTo>
                  <a:cubicBezTo>
                    <a:pt x="27992" y="625"/>
                    <a:pt x="29089" y="1055"/>
                    <a:pt x="30423" y="1666"/>
                  </a:cubicBezTo>
                  <a:cubicBezTo>
                    <a:pt x="31757" y="2250"/>
                    <a:pt x="33035" y="2958"/>
                    <a:pt x="34257" y="3792"/>
                  </a:cubicBezTo>
                  <a:cubicBezTo>
                    <a:pt x="35452" y="4598"/>
                    <a:pt x="36494" y="5667"/>
                    <a:pt x="37383" y="7001"/>
                  </a:cubicBezTo>
                  <a:cubicBezTo>
                    <a:pt x="38244" y="8307"/>
                    <a:pt x="38675" y="9710"/>
                    <a:pt x="38675" y="11210"/>
                  </a:cubicBezTo>
                  <a:cubicBezTo>
                    <a:pt x="38675" y="13211"/>
                    <a:pt x="38008" y="14878"/>
                    <a:pt x="36674" y="16211"/>
                  </a:cubicBezTo>
                  <a:cubicBezTo>
                    <a:pt x="35341" y="17545"/>
                    <a:pt x="33674" y="18212"/>
                    <a:pt x="31673" y="18212"/>
                  </a:cubicBezTo>
                  <a:cubicBezTo>
                    <a:pt x="30590" y="18212"/>
                    <a:pt x="29020" y="17837"/>
                    <a:pt x="26964" y="17087"/>
                  </a:cubicBezTo>
                  <a:cubicBezTo>
                    <a:pt x="17573" y="13558"/>
                    <a:pt x="11197" y="11794"/>
                    <a:pt x="7835" y="11794"/>
                  </a:cubicBezTo>
                  <a:cubicBezTo>
                    <a:pt x="3862" y="11794"/>
                    <a:pt x="1875" y="13336"/>
                    <a:pt x="1875" y="16419"/>
                  </a:cubicBezTo>
                  <a:cubicBezTo>
                    <a:pt x="1875" y="18170"/>
                    <a:pt x="2237" y="19837"/>
                    <a:pt x="2959" y="21421"/>
                  </a:cubicBezTo>
                  <a:cubicBezTo>
                    <a:pt x="3681" y="23004"/>
                    <a:pt x="4543" y="24310"/>
                    <a:pt x="5543" y="25338"/>
                  </a:cubicBezTo>
                  <a:cubicBezTo>
                    <a:pt x="6543" y="26366"/>
                    <a:pt x="7613" y="27283"/>
                    <a:pt x="8752" y="28089"/>
                  </a:cubicBezTo>
                  <a:cubicBezTo>
                    <a:pt x="9891" y="28894"/>
                    <a:pt x="10836" y="29477"/>
                    <a:pt x="11586" y="29839"/>
                  </a:cubicBezTo>
                  <a:cubicBezTo>
                    <a:pt x="12336" y="30173"/>
                    <a:pt x="12878" y="30381"/>
                    <a:pt x="13211" y="30464"/>
                  </a:cubicBezTo>
                  <a:lnTo>
                    <a:pt x="33799" y="35590"/>
                  </a:lnTo>
                  <a:cubicBezTo>
                    <a:pt x="34966" y="35868"/>
                    <a:pt x="35827" y="36104"/>
                    <a:pt x="36383" y="36298"/>
                  </a:cubicBezTo>
                  <a:cubicBezTo>
                    <a:pt x="36938" y="36493"/>
                    <a:pt x="37452" y="36854"/>
                    <a:pt x="37925" y="37382"/>
                  </a:cubicBezTo>
                  <a:cubicBezTo>
                    <a:pt x="38425" y="37910"/>
                    <a:pt x="38675" y="38591"/>
                    <a:pt x="38675" y="39425"/>
                  </a:cubicBezTo>
                  <a:cubicBezTo>
                    <a:pt x="38675" y="40119"/>
                    <a:pt x="38466" y="40716"/>
                    <a:pt x="38050" y="41216"/>
                  </a:cubicBezTo>
                  <a:cubicBezTo>
                    <a:pt x="37633" y="41688"/>
                    <a:pt x="37063" y="41925"/>
                    <a:pt x="36341" y="41925"/>
                  </a:cubicBezTo>
                  <a:cubicBezTo>
                    <a:pt x="36230" y="41925"/>
                    <a:pt x="35883" y="41855"/>
                    <a:pt x="35299" y="41716"/>
                  </a:cubicBezTo>
                  <a:cubicBezTo>
                    <a:pt x="34716" y="41578"/>
                    <a:pt x="34021" y="41411"/>
                    <a:pt x="33215" y="41216"/>
                  </a:cubicBezTo>
                  <a:cubicBezTo>
                    <a:pt x="32410" y="41022"/>
                    <a:pt x="31771" y="40883"/>
                    <a:pt x="31298" y="40800"/>
                  </a:cubicBezTo>
                  <a:cubicBezTo>
                    <a:pt x="27520" y="39799"/>
                    <a:pt x="25366" y="39230"/>
                    <a:pt x="24839" y="39091"/>
                  </a:cubicBezTo>
                  <a:lnTo>
                    <a:pt x="14920" y="36716"/>
                  </a:lnTo>
                  <a:cubicBezTo>
                    <a:pt x="11641" y="35854"/>
                    <a:pt x="9280" y="35424"/>
                    <a:pt x="7835" y="35424"/>
                  </a:cubicBezTo>
                  <a:cubicBezTo>
                    <a:pt x="3862" y="35424"/>
                    <a:pt x="1875" y="36966"/>
                    <a:pt x="1875" y="40049"/>
                  </a:cubicBezTo>
                  <a:cubicBezTo>
                    <a:pt x="1875" y="41578"/>
                    <a:pt x="2167" y="43064"/>
                    <a:pt x="2751" y="44509"/>
                  </a:cubicBezTo>
                  <a:cubicBezTo>
                    <a:pt x="3306" y="45926"/>
                    <a:pt x="3973" y="47121"/>
                    <a:pt x="4751" y="48093"/>
                  </a:cubicBezTo>
                  <a:cubicBezTo>
                    <a:pt x="5529" y="49065"/>
                    <a:pt x="6460" y="49996"/>
                    <a:pt x="7543" y="50885"/>
                  </a:cubicBezTo>
                  <a:cubicBezTo>
                    <a:pt x="8599" y="51746"/>
                    <a:pt x="9488" y="52399"/>
                    <a:pt x="10210" y="52844"/>
                  </a:cubicBezTo>
                  <a:cubicBezTo>
                    <a:pt x="10905" y="53261"/>
                    <a:pt x="11600" y="53636"/>
                    <a:pt x="12294" y="53969"/>
                  </a:cubicBezTo>
                  <a:lnTo>
                    <a:pt x="16545" y="55053"/>
                  </a:lnTo>
                  <a:cubicBezTo>
                    <a:pt x="17323" y="55220"/>
                    <a:pt x="19226" y="55706"/>
                    <a:pt x="22255" y="56511"/>
                  </a:cubicBezTo>
                  <a:lnTo>
                    <a:pt x="29965" y="58387"/>
                  </a:lnTo>
                  <a:cubicBezTo>
                    <a:pt x="33799" y="59276"/>
                    <a:pt x="35896" y="59817"/>
                    <a:pt x="36258" y="60012"/>
                  </a:cubicBezTo>
                  <a:cubicBezTo>
                    <a:pt x="37036" y="60290"/>
                    <a:pt x="37633" y="60735"/>
                    <a:pt x="38050" y="61345"/>
                  </a:cubicBezTo>
                  <a:cubicBezTo>
                    <a:pt x="38466" y="61957"/>
                    <a:pt x="38675" y="62568"/>
                    <a:pt x="38675" y="63179"/>
                  </a:cubicBezTo>
                  <a:cubicBezTo>
                    <a:pt x="38675" y="63874"/>
                    <a:pt x="38466" y="64458"/>
                    <a:pt x="38050" y="64930"/>
                  </a:cubicBezTo>
                  <a:cubicBezTo>
                    <a:pt x="37633" y="65402"/>
                    <a:pt x="37063" y="65638"/>
                    <a:pt x="36341" y="65638"/>
                  </a:cubicBezTo>
                  <a:cubicBezTo>
                    <a:pt x="36230" y="65638"/>
                    <a:pt x="35966" y="65596"/>
                    <a:pt x="35549" y="65513"/>
                  </a:cubicBezTo>
                  <a:cubicBezTo>
                    <a:pt x="35132" y="65430"/>
                    <a:pt x="34632" y="65319"/>
                    <a:pt x="34049" y="65180"/>
                  </a:cubicBezTo>
                  <a:cubicBezTo>
                    <a:pt x="33465" y="65041"/>
                    <a:pt x="33007" y="64944"/>
                    <a:pt x="32673" y="64888"/>
                  </a:cubicBezTo>
                  <a:lnTo>
                    <a:pt x="12961" y="59928"/>
                  </a:lnTo>
                  <a:cubicBezTo>
                    <a:pt x="10572" y="59317"/>
                    <a:pt x="9002" y="58943"/>
                    <a:pt x="8252" y="58804"/>
                  </a:cubicBezTo>
                  <a:cubicBezTo>
                    <a:pt x="7474" y="58637"/>
                    <a:pt x="6654" y="58554"/>
                    <a:pt x="5793" y="58554"/>
                  </a:cubicBezTo>
                  <a:cubicBezTo>
                    <a:pt x="3181" y="58554"/>
                    <a:pt x="1875" y="59443"/>
                    <a:pt x="1875" y="61221"/>
                  </a:cubicBezTo>
                  <a:cubicBezTo>
                    <a:pt x="1875" y="62666"/>
                    <a:pt x="2737" y="63860"/>
                    <a:pt x="4459" y="64804"/>
                  </a:cubicBezTo>
                  <a:cubicBezTo>
                    <a:pt x="6182" y="65749"/>
                    <a:pt x="8710" y="66625"/>
                    <a:pt x="12044" y="67431"/>
                  </a:cubicBezTo>
                  <a:cubicBezTo>
                    <a:pt x="12961" y="67680"/>
                    <a:pt x="13517" y="67889"/>
                    <a:pt x="13711" y="68055"/>
                  </a:cubicBezTo>
                  <a:cubicBezTo>
                    <a:pt x="13906" y="68194"/>
                    <a:pt x="14003" y="68472"/>
                    <a:pt x="14003" y="68889"/>
                  </a:cubicBezTo>
                  <a:cubicBezTo>
                    <a:pt x="13975" y="69583"/>
                    <a:pt x="13683" y="69931"/>
                    <a:pt x="13128" y="69931"/>
                  </a:cubicBezTo>
                  <a:cubicBezTo>
                    <a:pt x="12989" y="69931"/>
                    <a:pt x="12475" y="69819"/>
                    <a:pt x="11586" y="69597"/>
                  </a:cubicBezTo>
                  <a:cubicBezTo>
                    <a:pt x="10697" y="69375"/>
                    <a:pt x="9585" y="69056"/>
                    <a:pt x="8252" y="68639"/>
                  </a:cubicBezTo>
                  <a:cubicBezTo>
                    <a:pt x="6890" y="68195"/>
                    <a:pt x="5765" y="67736"/>
                    <a:pt x="4876" y="67263"/>
                  </a:cubicBezTo>
                  <a:cubicBezTo>
                    <a:pt x="4293" y="66986"/>
                    <a:pt x="3806" y="66722"/>
                    <a:pt x="3417" y="66472"/>
                  </a:cubicBezTo>
                  <a:cubicBezTo>
                    <a:pt x="3028" y="66222"/>
                    <a:pt x="2528" y="65847"/>
                    <a:pt x="1917" y="65346"/>
                  </a:cubicBezTo>
                  <a:cubicBezTo>
                    <a:pt x="1306" y="64846"/>
                    <a:pt x="834" y="64221"/>
                    <a:pt x="500" y="63471"/>
                  </a:cubicBezTo>
                  <a:cubicBezTo>
                    <a:pt x="167" y="62721"/>
                    <a:pt x="0" y="61887"/>
                    <a:pt x="0" y="60971"/>
                  </a:cubicBezTo>
                  <a:cubicBezTo>
                    <a:pt x="0" y="58943"/>
                    <a:pt x="653" y="57178"/>
                    <a:pt x="1959" y="55678"/>
                  </a:cubicBezTo>
                  <a:cubicBezTo>
                    <a:pt x="3265" y="54150"/>
                    <a:pt x="5084" y="53289"/>
                    <a:pt x="7418" y="53094"/>
                  </a:cubicBezTo>
                  <a:cubicBezTo>
                    <a:pt x="2473" y="49399"/>
                    <a:pt x="0" y="44967"/>
                    <a:pt x="0" y="39799"/>
                  </a:cubicBezTo>
                  <a:cubicBezTo>
                    <a:pt x="0" y="36882"/>
                    <a:pt x="736" y="34548"/>
                    <a:pt x="2209" y="32798"/>
                  </a:cubicBezTo>
                  <a:cubicBezTo>
                    <a:pt x="3626" y="31159"/>
                    <a:pt x="5640" y="30242"/>
                    <a:pt x="8252" y="30048"/>
                  </a:cubicBezTo>
                  <a:cubicBezTo>
                    <a:pt x="2751" y="26213"/>
                    <a:pt x="0" y="21574"/>
                    <a:pt x="0" y="16128"/>
                  </a:cubicBezTo>
                  <a:cubicBezTo>
                    <a:pt x="0" y="12989"/>
                    <a:pt x="820" y="10571"/>
                    <a:pt x="2459" y="8876"/>
                  </a:cubicBezTo>
                  <a:cubicBezTo>
                    <a:pt x="4070" y="7182"/>
                    <a:pt x="6293" y="6334"/>
                    <a:pt x="9127" y="6334"/>
                  </a:cubicBezTo>
                  <a:cubicBezTo>
                    <a:pt x="10600" y="6334"/>
                    <a:pt x="12739" y="6709"/>
                    <a:pt x="15545" y="7460"/>
                  </a:cubicBezTo>
                  <a:cubicBezTo>
                    <a:pt x="18323" y="8210"/>
                    <a:pt x="20407" y="8835"/>
                    <a:pt x="21796" y="9335"/>
                  </a:cubicBezTo>
                  <a:cubicBezTo>
                    <a:pt x="23185" y="9835"/>
                    <a:pt x="25214" y="10571"/>
                    <a:pt x="27881" y="11544"/>
                  </a:cubicBezTo>
                  <a:cubicBezTo>
                    <a:pt x="30437" y="12572"/>
                    <a:pt x="32465" y="13086"/>
                    <a:pt x="33965" y="13086"/>
                  </a:cubicBezTo>
                  <a:cubicBezTo>
                    <a:pt x="34938" y="13086"/>
                    <a:pt x="35646" y="12919"/>
                    <a:pt x="36091" y="12586"/>
                  </a:cubicBezTo>
                  <a:cubicBezTo>
                    <a:pt x="36535" y="12252"/>
                    <a:pt x="36758" y="11725"/>
                    <a:pt x="36758" y="11002"/>
                  </a:cubicBezTo>
                  <a:cubicBezTo>
                    <a:pt x="36758" y="9891"/>
                    <a:pt x="36438" y="8849"/>
                    <a:pt x="35799" y="7876"/>
                  </a:cubicBezTo>
                  <a:cubicBezTo>
                    <a:pt x="35132" y="6904"/>
                    <a:pt x="34257" y="6071"/>
                    <a:pt x="33174" y="5376"/>
                  </a:cubicBezTo>
                  <a:cubicBezTo>
                    <a:pt x="32062" y="4654"/>
                    <a:pt x="30951" y="4056"/>
                    <a:pt x="29840" y="3584"/>
                  </a:cubicBezTo>
                  <a:cubicBezTo>
                    <a:pt x="28700" y="3111"/>
                    <a:pt x="27492" y="2695"/>
                    <a:pt x="26214" y="2334"/>
                  </a:cubicBezTo>
                  <a:cubicBezTo>
                    <a:pt x="25519" y="2111"/>
                    <a:pt x="25089" y="1944"/>
                    <a:pt x="24922" y="1834"/>
                  </a:cubicBezTo>
                  <a:cubicBezTo>
                    <a:pt x="24755" y="1694"/>
                    <a:pt x="24672" y="1430"/>
                    <a:pt x="24672" y="1042"/>
                  </a:cubicBezTo>
                  <a:cubicBezTo>
                    <a:pt x="24672" y="347"/>
                    <a:pt x="24950" y="0"/>
                    <a:pt x="25505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1FFB247-3487-5F08-DA7B-DFFE05F49087}"/>
                </a:ext>
              </a:extLst>
            </p:cNvPr>
            <p:cNvSpPr/>
            <p:nvPr/>
          </p:nvSpPr>
          <p:spPr>
            <a:xfrm>
              <a:off x="231899" y="2359650"/>
              <a:ext cx="54378" cy="29786"/>
            </a:xfrm>
            <a:custGeom>
              <a:avLst/>
              <a:gdLst>
                <a:gd name="csX0" fmla="*/ 4113 w 54378"/>
                <a:gd name="csY0" fmla="*/ 0 h 29786"/>
                <a:gd name="csX1" fmla="*/ 6710 w 54378"/>
                <a:gd name="csY1" fmla="*/ 1021 h 29786"/>
                <a:gd name="csX2" fmla="*/ 7702 w 54378"/>
                <a:gd name="csY2" fmla="*/ 3268 h 29786"/>
                <a:gd name="csX3" fmla="*/ 7147 w 54378"/>
                <a:gd name="csY3" fmla="*/ 4843 h 29786"/>
                <a:gd name="csX4" fmla="*/ 5630 w 54378"/>
                <a:gd name="csY4" fmla="*/ 5485 h 29786"/>
                <a:gd name="csX5" fmla="*/ 3588 w 54378"/>
                <a:gd name="csY5" fmla="*/ 4727 h 29786"/>
                <a:gd name="csX6" fmla="*/ 2392 w 54378"/>
                <a:gd name="csY6" fmla="*/ 2246 h 29786"/>
                <a:gd name="csX7" fmla="*/ 1313 w 54378"/>
                <a:gd name="csY7" fmla="*/ 5193 h 29786"/>
                <a:gd name="csX8" fmla="*/ 1896 w 54378"/>
                <a:gd name="csY8" fmla="*/ 6856 h 29786"/>
                <a:gd name="csX9" fmla="*/ 3355 w 54378"/>
                <a:gd name="csY9" fmla="*/ 7993 h 29786"/>
                <a:gd name="csX10" fmla="*/ 9569 w 54378"/>
                <a:gd name="csY10" fmla="*/ 9423 h 29786"/>
                <a:gd name="csX11" fmla="*/ 12953 w 54378"/>
                <a:gd name="csY11" fmla="*/ 10036 h 29786"/>
                <a:gd name="csX12" fmla="*/ 16366 w 54378"/>
                <a:gd name="csY12" fmla="*/ 10677 h 29786"/>
                <a:gd name="csX13" fmla="*/ 16366 w 54378"/>
                <a:gd name="csY13" fmla="*/ 5719 h 29786"/>
                <a:gd name="csX14" fmla="*/ 16395 w 54378"/>
                <a:gd name="csY14" fmla="*/ 4814 h 29786"/>
                <a:gd name="csX15" fmla="*/ 16570 w 54378"/>
                <a:gd name="csY15" fmla="*/ 4347 h 29786"/>
                <a:gd name="csX16" fmla="*/ 17037 w 54378"/>
                <a:gd name="csY16" fmla="*/ 4114 h 29786"/>
                <a:gd name="csX17" fmla="*/ 18058 w 54378"/>
                <a:gd name="csY17" fmla="*/ 4493 h 29786"/>
                <a:gd name="csX18" fmla="*/ 18233 w 54378"/>
                <a:gd name="csY18" fmla="*/ 5893 h 29786"/>
                <a:gd name="csX19" fmla="*/ 18233 w 54378"/>
                <a:gd name="csY19" fmla="*/ 11028 h 29786"/>
                <a:gd name="csX20" fmla="*/ 37166 w 54378"/>
                <a:gd name="csY20" fmla="*/ 14616 h 29786"/>
                <a:gd name="csX21" fmla="*/ 39470 w 54378"/>
                <a:gd name="csY21" fmla="*/ 15083 h 29786"/>
                <a:gd name="csX22" fmla="*/ 44022 w 54378"/>
                <a:gd name="csY22" fmla="*/ 16279 h 29786"/>
                <a:gd name="csX23" fmla="*/ 48572 w 54378"/>
                <a:gd name="csY23" fmla="*/ 17971 h 29786"/>
                <a:gd name="csX24" fmla="*/ 50440 w 54378"/>
                <a:gd name="csY24" fmla="*/ 19050 h 29786"/>
                <a:gd name="csX25" fmla="*/ 52306 w 54378"/>
                <a:gd name="csY25" fmla="*/ 20480 h 29786"/>
                <a:gd name="csX26" fmla="*/ 53795 w 54378"/>
                <a:gd name="csY26" fmla="*/ 22434 h 29786"/>
                <a:gd name="csX27" fmla="*/ 54378 w 54378"/>
                <a:gd name="csY27" fmla="*/ 24710 h 29786"/>
                <a:gd name="csX28" fmla="*/ 53270 w 54378"/>
                <a:gd name="csY28" fmla="*/ 28240 h 29786"/>
                <a:gd name="csX29" fmla="*/ 50265 w 54378"/>
                <a:gd name="csY29" fmla="*/ 29786 h 29786"/>
                <a:gd name="csX30" fmla="*/ 47669 w 54378"/>
                <a:gd name="csY30" fmla="*/ 28794 h 29786"/>
                <a:gd name="csX31" fmla="*/ 46677 w 54378"/>
                <a:gd name="csY31" fmla="*/ 26519 h 29786"/>
                <a:gd name="csX32" fmla="*/ 47231 w 54378"/>
                <a:gd name="csY32" fmla="*/ 24972 h 29786"/>
                <a:gd name="csX33" fmla="*/ 48748 w 54378"/>
                <a:gd name="csY33" fmla="*/ 24302 h 29786"/>
                <a:gd name="csX34" fmla="*/ 49623 w 54378"/>
                <a:gd name="csY34" fmla="*/ 24447 h 29786"/>
                <a:gd name="csX35" fmla="*/ 50615 w 54378"/>
                <a:gd name="csY35" fmla="*/ 24914 h 29786"/>
                <a:gd name="csX36" fmla="*/ 51548 w 54378"/>
                <a:gd name="csY36" fmla="*/ 25935 h 29786"/>
                <a:gd name="csX37" fmla="*/ 51986 w 54378"/>
                <a:gd name="csY37" fmla="*/ 27598 h 29786"/>
                <a:gd name="csX38" fmla="*/ 53065 w 54378"/>
                <a:gd name="csY38" fmla="*/ 24710 h 29786"/>
                <a:gd name="csX39" fmla="*/ 52832 w 54378"/>
                <a:gd name="csY39" fmla="*/ 23659 h 29786"/>
                <a:gd name="csX40" fmla="*/ 52103 w 54378"/>
                <a:gd name="csY40" fmla="*/ 22755 h 29786"/>
                <a:gd name="csX41" fmla="*/ 51052 w 54378"/>
                <a:gd name="csY41" fmla="*/ 21996 h 29786"/>
                <a:gd name="csX42" fmla="*/ 49594 w 54378"/>
                <a:gd name="csY42" fmla="*/ 21355 h 29786"/>
                <a:gd name="csX43" fmla="*/ 47960 w 54378"/>
                <a:gd name="csY43" fmla="*/ 20830 h 29786"/>
                <a:gd name="csX44" fmla="*/ 46006 w 54378"/>
                <a:gd name="csY44" fmla="*/ 20363 h 29786"/>
                <a:gd name="csX45" fmla="*/ 43993 w 54378"/>
                <a:gd name="csY45" fmla="*/ 19925 h 29786"/>
                <a:gd name="csX46" fmla="*/ 41833 w 54378"/>
                <a:gd name="csY46" fmla="*/ 19517 h 29786"/>
                <a:gd name="csX47" fmla="*/ 18233 w 54378"/>
                <a:gd name="csY47" fmla="*/ 15054 h 29786"/>
                <a:gd name="csX48" fmla="*/ 18233 w 54378"/>
                <a:gd name="csY48" fmla="*/ 18992 h 29786"/>
                <a:gd name="csX49" fmla="*/ 18204 w 54378"/>
                <a:gd name="csY49" fmla="*/ 19984 h 29786"/>
                <a:gd name="csX50" fmla="*/ 18029 w 54378"/>
                <a:gd name="csY50" fmla="*/ 20450 h 29786"/>
                <a:gd name="csX51" fmla="*/ 17504 w 54378"/>
                <a:gd name="csY51" fmla="*/ 20655 h 29786"/>
                <a:gd name="csX52" fmla="*/ 16716 w 54378"/>
                <a:gd name="csY52" fmla="*/ 20421 h 29786"/>
                <a:gd name="csX53" fmla="*/ 16424 w 54378"/>
                <a:gd name="csY53" fmla="*/ 19867 h 29786"/>
                <a:gd name="csX54" fmla="*/ 16366 w 54378"/>
                <a:gd name="csY54" fmla="*/ 18876 h 29786"/>
                <a:gd name="csX55" fmla="*/ 16366 w 54378"/>
                <a:gd name="csY55" fmla="*/ 14733 h 29786"/>
                <a:gd name="csX56" fmla="*/ 7001 w 54378"/>
                <a:gd name="csY56" fmla="*/ 12778 h 29786"/>
                <a:gd name="csX57" fmla="*/ 3442 w 54378"/>
                <a:gd name="csY57" fmla="*/ 11145 h 29786"/>
                <a:gd name="csX58" fmla="*/ 1254 w 54378"/>
                <a:gd name="csY58" fmla="*/ 9044 h 29786"/>
                <a:gd name="csX59" fmla="*/ 292 w 54378"/>
                <a:gd name="csY59" fmla="*/ 7031 h 29786"/>
                <a:gd name="csX60" fmla="*/ 0 w 54378"/>
                <a:gd name="csY60" fmla="*/ 5193 h 29786"/>
                <a:gd name="csX61" fmla="*/ 1108 w 54378"/>
                <a:gd name="csY61" fmla="*/ 1576 h 29786"/>
                <a:gd name="csX62" fmla="*/ 4113 w 54378"/>
                <a:gd name="csY62" fmla="*/ 0 h 29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4378" h="29786">
                  <a:moveTo>
                    <a:pt x="4113" y="0"/>
                  </a:moveTo>
                  <a:cubicBezTo>
                    <a:pt x="5183" y="0"/>
                    <a:pt x="6048" y="340"/>
                    <a:pt x="6710" y="1021"/>
                  </a:cubicBezTo>
                  <a:cubicBezTo>
                    <a:pt x="7371" y="1683"/>
                    <a:pt x="7702" y="2431"/>
                    <a:pt x="7702" y="3268"/>
                  </a:cubicBezTo>
                  <a:cubicBezTo>
                    <a:pt x="7702" y="3871"/>
                    <a:pt x="7517" y="4396"/>
                    <a:pt x="7147" y="4843"/>
                  </a:cubicBezTo>
                  <a:cubicBezTo>
                    <a:pt x="6778" y="5271"/>
                    <a:pt x="6272" y="5485"/>
                    <a:pt x="5630" y="5485"/>
                  </a:cubicBezTo>
                  <a:cubicBezTo>
                    <a:pt x="4969" y="5485"/>
                    <a:pt x="4288" y="5232"/>
                    <a:pt x="3588" y="4727"/>
                  </a:cubicBezTo>
                  <a:cubicBezTo>
                    <a:pt x="2888" y="4221"/>
                    <a:pt x="2489" y="3394"/>
                    <a:pt x="2392" y="2246"/>
                  </a:cubicBezTo>
                  <a:cubicBezTo>
                    <a:pt x="1673" y="3005"/>
                    <a:pt x="1313" y="3987"/>
                    <a:pt x="1313" y="5193"/>
                  </a:cubicBezTo>
                  <a:cubicBezTo>
                    <a:pt x="1313" y="5796"/>
                    <a:pt x="1507" y="6350"/>
                    <a:pt x="1896" y="6856"/>
                  </a:cubicBezTo>
                  <a:cubicBezTo>
                    <a:pt x="2266" y="7342"/>
                    <a:pt x="2752" y="7721"/>
                    <a:pt x="3355" y="7993"/>
                  </a:cubicBezTo>
                  <a:cubicBezTo>
                    <a:pt x="3977" y="8285"/>
                    <a:pt x="6048" y="8762"/>
                    <a:pt x="9569" y="9423"/>
                  </a:cubicBezTo>
                  <a:cubicBezTo>
                    <a:pt x="10716" y="9637"/>
                    <a:pt x="11844" y="9842"/>
                    <a:pt x="12953" y="10036"/>
                  </a:cubicBezTo>
                  <a:cubicBezTo>
                    <a:pt x="14061" y="10231"/>
                    <a:pt x="15199" y="10444"/>
                    <a:pt x="16366" y="10677"/>
                  </a:cubicBezTo>
                  <a:lnTo>
                    <a:pt x="16366" y="5719"/>
                  </a:lnTo>
                  <a:cubicBezTo>
                    <a:pt x="16366" y="5290"/>
                    <a:pt x="16376" y="4989"/>
                    <a:pt x="16395" y="4814"/>
                  </a:cubicBezTo>
                  <a:cubicBezTo>
                    <a:pt x="16414" y="4639"/>
                    <a:pt x="16473" y="4483"/>
                    <a:pt x="16570" y="4347"/>
                  </a:cubicBezTo>
                  <a:cubicBezTo>
                    <a:pt x="16667" y="4191"/>
                    <a:pt x="16823" y="4114"/>
                    <a:pt x="17037" y="4114"/>
                  </a:cubicBezTo>
                  <a:cubicBezTo>
                    <a:pt x="17581" y="4114"/>
                    <a:pt x="17922" y="4240"/>
                    <a:pt x="18058" y="4493"/>
                  </a:cubicBezTo>
                  <a:cubicBezTo>
                    <a:pt x="18175" y="4726"/>
                    <a:pt x="18233" y="5193"/>
                    <a:pt x="18233" y="5893"/>
                  </a:cubicBezTo>
                  <a:lnTo>
                    <a:pt x="18233" y="11028"/>
                  </a:lnTo>
                  <a:lnTo>
                    <a:pt x="37166" y="14616"/>
                  </a:lnTo>
                  <a:cubicBezTo>
                    <a:pt x="37536" y="14674"/>
                    <a:pt x="38304" y="14830"/>
                    <a:pt x="39470" y="15083"/>
                  </a:cubicBezTo>
                  <a:cubicBezTo>
                    <a:pt x="40618" y="15316"/>
                    <a:pt x="42135" y="15715"/>
                    <a:pt x="44022" y="16279"/>
                  </a:cubicBezTo>
                  <a:cubicBezTo>
                    <a:pt x="45927" y="16843"/>
                    <a:pt x="47444" y="17407"/>
                    <a:pt x="48572" y="17971"/>
                  </a:cubicBezTo>
                  <a:cubicBezTo>
                    <a:pt x="49214" y="18282"/>
                    <a:pt x="49837" y="18642"/>
                    <a:pt x="50440" y="19050"/>
                  </a:cubicBezTo>
                  <a:cubicBezTo>
                    <a:pt x="51062" y="19439"/>
                    <a:pt x="51684" y="19916"/>
                    <a:pt x="52306" y="20480"/>
                  </a:cubicBezTo>
                  <a:cubicBezTo>
                    <a:pt x="52929" y="21044"/>
                    <a:pt x="53425" y="21695"/>
                    <a:pt x="53795" y="22434"/>
                  </a:cubicBezTo>
                  <a:cubicBezTo>
                    <a:pt x="54184" y="23173"/>
                    <a:pt x="54378" y="23932"/>
                    <a:pt x="54378" y="24710"/>
                  </a:cubicBezTo>
                  <a:cubicBezTo>
                    <a:pt x="54378" y="26032"/>
                    <a:pt x="54009" y="27209"/>
                    <a:pt x="53270" y="28240"/>
                  </a:cubicBezTo>
                  <a:cubicBezTo>
                    <a:pt x="52531" y="29271"/>
                    <a:pt x="51529" y="29786"/>
                    <a:pt x="50265" y="29786"/>
                  </a:cubicBezTo>
                  <a:cubicBezTo>
                    <a:pt x="49195" y="29786"/>
                    <a:pt x="48330" y="29456"/>
                    <a:pt x="47669" y="28794"/>
                  </a:cubicBezTo>
                  <a:cubicBezTo>
                    <a:pt x="47007" y="28113"/>
                    <a:pt x="46677" y="27355"/>
                    <a:pt x="46677" y="26519"/>
                  </a:cubicBezTo>
                  <a:cubicBezTo>
                    <a:pt x="46677" y="25915"/>
                    <a:pt x="46861" y="25400"/>
                    <a:pt x="47231" y="24972"/>
                  </a:cubicBezTo>
                  <a:cubicBezTo>
                    <a:pt x="47600" y="24525"/>
                    <a:pt x="48106" y="24302"/>
                    <a:pt x="48748" y="24302"/>
                  </a:cubicBezTo>
                  <a:cubicBezTo>
                    <a:pt x="49020" y="24302"/>
                    <a:pt x="49312" y="24350"/>
                    <a:pt x="49623" y="24447"/>
                  </a:cubicBezTo>
                  <a:cubicBezTo>
                    <a:pt x="49934" y="24545"/>
                    <a:pt x="50265" y="24700"/>
                    <a:pt x="50615" y="24914"/>
                  </a:cubicBezTo>
                  <a:cubicBezTo>
                    <a:pt x="50985" y="25128"/>
                    <a:pt x="51296" y="25468"/>
                    <a:pt x="51548" y="25935"/>
                  </a:cubicBezTo>
                  <a:cubicBezTo>
                    <a:pt x="51801" y="26402"/>
                    <a:pt x="51947" y="26956"/>
                    <a:pt x="51986" y="27598"/>
                  </a:cubicBezTo>
                  <a:cubicBezTo>
                    <a:pt x="52705" y="26839"/>
                    <a:pt x="53065" y="25876"/>
                    <a:pt x="53065" y="24710"/>
                  </a:cubicBezTo>
                  <a:cubicBezTo>
                    <a:pt x="53065" y="24340"/>
                    <a:pt x="52987" y="23990"/>
                    <a:pt x="52832" y="23659"/>
                  </a:cubicBezTo>
                  <a:cubicBezTo>
                    <a:pt x="52696" y="23329"/>
                    <a:pt x="52452" y="23028"/>
                    <a:pt x="52103" y="22755"/>
                  </a:cubicBezTo>
                  <a:cubicBezTo>
                    <a:pt x="51753" y="22464"/>
                    <a:pt x="51402" y="22211"/>
                    <a:pt x="51052" y="21996"/>
                  </a:cubicBezTo>
                  <a:cubicBezTo>
                    <a:pt x="50721" y="21782"/>
                    <a:pt x="50235" y="21569"/>
                    <a:pt x="49594" y="21355"/>
                  </a:cubicBezTo>
                  <a:cubicBezTo>
                    <a:pt x="48972" y="21141"/>
                    <a:pt x="48427" y="20966"/>
                    <a:pt x="47960" y="20830"/>
                  </a:cubicBezTo>
                  <a:cubicBezTo>
                    <a:pt x="47494" y="20694"/>
                    <a:pt x="46842" y="20538"/>
                    <a:pt x="46006" y="20363"/>
                  </a:cubicBezTo>
                  <a:cubicBezTo>
                    <a:pt x="45170" y="20169"/>
                    <a:pt x="44498" y="20023"/>
                    <a:pt x="43993" y="19925"/>
                  </a:cubicBezTo>
                  <a:cubicBezTo>
                    <a:pt x="43506" y="19828"/>
                    <a:pt x="42786" y="19692"/>
                    <a:pt x="41833" y="19517"/>
                  </a:cubicBezTo>
                  <a:lnTo>
                    <a:pt x="18233" y="15054"/>
                  </a:lnTo>
                  <a:lnTo>
                    <a:pt x="18233" y="18992"/>
                  </a:lnTo>
                  <a:cubicBezTo>
                    <a:pt x="18233" y="19459"/>
                    <a:pt x="18223" y="19790"/>
                    <a:pt x="18204" y="19984"/>
                  </a:cubicBezTo>
                  <a:cubicBezTo>
                    <a:pt x="18184" y="20159"/>
                    <a:pt x="18126" y="20314"/>
                    <a:pt x="18029" y="20450"/>
                  </a:cubicBezTo>
                  <a:cubicBezTo>
                    <a:pt x="17912" y="20587"/>
                    <a:pt x="17737" y="20655"/>
                    <a:pt x="17504" y="20655"/>
                  </a:cubicBezTo>
                  <a:cubicBezTo>
                    <a:pt x="17134" y="20655"/>
                    <a:pt x="16872" y="20577"/>
                    <a:pt x="16716" y="20421"/>
                  </a:cubicBezTo>
                  <a:cubicBezTo>
                    <a:pt x="16541" y="20246"/>
                    <a:pt x="16444" y="20061"/>
                    <a:pt x="16424" y="19867"/>
                  </a:cubicBezTo>
                  <a:cubicBezTo>
                    <a:pt x="16385" y="19673"/>
                    <a:pt x="16366" y="19342"/>
                    <a:pt x="16366" y="18876"/>
                  </a:cubicBezTo>
                  <a:lnTo>
                    <a:pt x="16366" y="14733"/>
                  </a:lnTo>
                  <a:cubicBezTo>
                    <a:pt x="11445" y="13799"/>
                    <a:pt x="8324" y="13147"/>
                    <a:pt x="7001" y="12778"/>
                  </a:cubicBezTo>
                  <a:cubicBezTo>
                    <a:pt x="5601" y="12350"/>
                    <a:pt x="4415" y="11806"/>
                    <a:pt x="3442" y="11145"/>
                  </a:cubicBezTo>
                  <a:cubicBezTo>
                    <a:pt x="2450" y="10483"/>
                    <a:pt x="1721" y="9783"/>
                    <a:pt x="1254" y="9044"/>
                  </a:cubicBezTo>
                  <a:cubicBezTo>
                    <a:pt x="788" y="8305"/>
                    <a:pt x="467" y="7634"/>
                    <a:pt x="292" y="7031"/>
                  </a:cubicBezTo>
                  <a:cubicBezTo>
                    <a:pt x="97" y="6409"/>
                    <a:pt x="0" y="5796"/>
                    <a:pt x="0" y="5193"/>
                  </a:cubicBezTo>
                  <a:cubicBezTo>
                    <a:pt x="0" y="3832"/>
                    <a:pt x="370" y="2626"/>
                    <a:pt x="1108" y="1576"/>
                  </a:cubicBezTo>
                  <a:cubicBezTo>
                    <a:pt x="1828" y="525"/>
                    <a:pt x="2830" y="0"/>
                    <a:pt x="4113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D758349C-3D65-3014-B970-BFF27D1FA461}"/>
                </a:ext>
              </a:extLst>
            </p:cNvPr>
            <p:cNvSpPr/>
            <p:nvPr/>
          </p:nvSpPr>
          <p:spPr>
            <a:xfrm>
              <a:off x="243568" y="2291022"/>
              <a:ext cx="31039" cy="52860"/>
            </a:xfrm>
            <a:custGeom>
              <a:avLst/>
              <a:gdLst>
                <a:gd name="csX0" fmla="*/ 14732 w 31039"/>
                <a:gd name="csY0" fmla="*/ 525 h 52860"/>
                <a:gd name="csX1" fmla="*/ 15520 w 31039"/>
                <a:gd name="csY1" fmla="*/ 0 h 52860"/>
                <a:gd name="csX2" fmla="*/ 16308 w 31039"/>
                <a:gd name="csY2" fmla="*/ 525 h 52860"/>
                <a:gd name="csX3" fmla="*/ 22521 w 31039"/>
                <a:gd name="csY3" fmla="*/ 8723 h 52860"/>
                <a:gd name="csX4" fmla="*/ 30106 w 31039"/>
                <a:gd name="csY4" fmla="*/ 12194 h 52860"/>
                <a:gd name="csX5" fmla="*/ 30777 w 31039"/>
                <a:gd name="csY5" fmla="*/ 12603 h 52860"/>
                <a:gd name="csX6" fmla="*/ 31040 w 31039"/>
                <a:gd name="csY6" fmla="*/ 13362 h 52860"/>
                <a:gd name="csX7" fmla="*/ 30690 w 31039"/>
                <a:gd name="csY7" fmla="*/ 14208 h 52860"/>
                <a:gd name="csX8" fmla="*/ 29873 w 31039"/>
                <a:gd name="csY8" fmla="*/ 14557 h 52860"/>
                <a:gd name="csX9" fmla="*/ 29756 w 31039"/>
                <a:gd name="csY9" fmla="*/ 14528 h 52860"/>
                <a:gd name="csX10" fmla="*/ 29610 w 31039"/>
                <a:gd name="csY10" fmla="*/ 14499 h 52860"/>
                <a:gd name="csX11" fmla="*/ 21004 w 31039"/>
                <a:gd name="csY11" fmla="*/ 10561 h 52860"/>
                <a:gd name="csX12" fmla="*/ 16716 w 31039"/>
                <a:gd name="csY12" fmla="*/ 5893 h 52860"/>
                <a:gd name="csX13" fmla="*/ 16716 w 31039"/>
                <a:gd name="csY13" fmla="*/ 51665 h 52860"/>
                <a:gd name="csX14" fmla="*/ 16366 w 31039"/>
                <a:gd name="csY14" fmla="*/ 52511 h 52860"/>
                <a:gd name="csX15" fmla="*/ 15520 w 31039"/>
                <a:gd name="csY15" fmla="*/ 52861 h 52860"/>
                <a:gd name="csX16" fmla="*/ 14674 w 31039"/>
                <a:gd name="csY16" fmla="*/ 52511 h 52860"/>
                <a:gd name="csX17" fmla="*/ 14324 w 31039"/>
                <a:gd name="csY17" fmla="*/ 51665 h 52860"/>
                <a:gd name="csX18" fmla="*/ 14324 w 31039"/>
                <a:gd name="csY18" fmla="*/ 5893 h 52860"/>
                <a:gd name="csX19" fmla="*/ 10035 w 31039"/>
                <a:gd name="csY19" fmla="*/ 10561 h 52860"/>
                <a:gd name="csX20" fmla="*/ 1429 w 31039"/>
                <a:gd name="csY20" fmla="*/ 14499 h 52860"/>
                <a:gd name="csX21" fmla="*/ 1313 w 31039"/>
                <a:gd name="csY21" fmla="*/ 14528 h 52860"/>
                <a:gd name="csX22" fmla="*/ 1167 w 31039"/>
                <a:gd name="csY22" fmla="*/ 14557 h 52860"/>
                <a:gd name="csX23" fmla="*/ 350 w 31039"/>
                <a:gd name="csY23" fmla="*/ 14208 h 52860"/>
                <a:gd name="csX24" fmla="*/ 0 w 31039"/>
                <a:gd name="csY24" fmla="*/ 13362 h 52860"/>
                <a:gd name="csX25" fmla="*/ 263 w 31039"/>
                <a:gd name="csY25" fmla="*/ 12603 h 52860"/>
                <a:gd name="csX26" fmla="*/ 934 w 31039"/>
                <a:gd name="csY26" fmla="*/ 12194 h 52860"/>
                <a:gd name="csX27" fmla="*/ 8518 w 31039"/>
                <a:gd name="csY27" fmla="*/ 8723 h 52860"/>
                <a:gd name="csX28" fmla="*/ 14732 w 31039"/>
                <a:gd name="csY28" fmla="*/ 525 h 52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1039" h="52860">
                  <a:moveTo>
                    <a:pt x="14732" y="525"/>
                  </a:moveTo>
                  <a:cubicBezTo>
                    <a:pt x="14868" y="175"/>
                    <a:pt x="15131" y="0"/>
                    <a:pt x="15520" y="0"/>
                  </a:cubicBezTo>
                  <a:cubicBezTo>
                    <a:pt x="15909" y="0"/>
                    <a:pt x="16171" y="175"/>
                    <a:pt x="16308" y="525"/>
                  </a:cubicBezTo>
                  <a:cubicBezTo>
                    <a:pt x="17280" y="3442"/>
                    <a:pt x="19351" y="6175"/>
                    <a:pt x="22521" y="8723"/>
                  </a:cubicBezTo>
                  <a:cubicBezTo>
                    <a:pt x="24875" y="10531"/>
                    <a:pt x="27403" y="11688"/>
                    <a:pt x="30106" y="12194"/>
                  </a:cubicBezTo>
                  <a:cubicBezTo>
                    <a:pt x="30379" y="12252"/>
                    <a:pt x="30602" y="12389"/>
                    <a:pt x="30777" y="12603"/>
                  </a:cubicBezTo>
                  <a:cubicBezTo>
                    <a:pt x="30952" y="12817"/>
                    <a:pt x="31040" y="13070"/>
                    <a:pt x="31040" y="13362"/>
                  </a:cubicBezTo>
                  <a:cubicBezTo>
                    <a:pt x="31040" y="13692"/>
                    <a:pt x="30923" y="13974"/>
                    <a:pt x="30690" y="14208"/>
                  </a:cubicBezTo>
                  <a:cubicBezTo>
                    <a:pt x="30476" y="14441"/>
                    <a:pt x="30203" y="14557"/>
                    <a:pt x="29873" y="14557"/>
                  </a:cubicBezTo>
                  <a:cubicBezTo>
                    <a:pt x="29854" y="14557"/>
                    <a:pt x="29815" y="14547"/>
                    <a:pt x="29756" y="14528"/>
                  </a:cubicBezTo>
                  <a:cubicBezTo>
                    <a:pt x="29678" y="14509"/>
                    <a:pt x="29630" y="14499"/>
                    <a:pt x="29610" y="14499"/>
                  </a:cubicBezTo>
                  <a:cubicBezTo>
                    <a:pt x="26460" y="13916"/>
                    <a:pt x="23591" y="12603"/>
                    <a:pt x="21004" y="10561"/>
                  </a:cubicBezTo>
                  <a:cubicBezTo>
                    <a:pt x="19371" y="9277"/>
                    <a:pt x="17941" y="7721"/>
                    <a:pt x="16716" y="5893"/>
                  </a:cubicBezTo>
                  <a:lnTo>
                    <a:pt x="16716" y="51665"/>
                  </a:lnTo>
                  <a:cubicBezTo>
                    <a:pt x="16716" y="51996"/>
                    <a:pt x="16599" y="52278"/>
                    <a:pt x="16366" y="52511"/>
                  </a:cubicBezTo>
                  <a:cubicBezTo>
                    <a:pt x="16133" y="52744"/>
                    <a:pt x="15851" y="52861"/>
                    <a:pt x="15520" y="52861"/>
                  </a:cubicBezTo>
                  <a:cubicBezTo>
                    <a:pt x="15189" y="52861"/>
                    <a:pt x="14907" y="52744"/>
                    <a:pt x="14674" y="52511"/>
                  </a:cubicBezTo>
                  <a:cubicBezTo>
                    <a:pt x="14441" y="52278"/>
                    <a:pt x="14324" y="51996"/>
                    <a:pt x="14324" y="51665"/>
                  </a:cubicBezTo>
                  <a:lnTo>
                    <a:pt x="14324" y="5893"/>
                  </a:lnTo>
                  <a:cubicBezTo>
                    <a:pt x="13099" y="7721"/>
                    <a:pt x="11669" y="9277"/>
                    <a:pt x="10035" y="10561"/>
                  </a:cubicBezTo>
                  <a:cubicBezTo>
                    <a:pt x="7449" y="12603"/>
                    <a:pt x="4580" y="13916"/>
                    <a:pt x="1429" y="14499"/>
                  </a:cubicBezTo>
                  <a:cubicBezTo>
                    <a:pt x="1410" y="14499"/>
                    <a:pt x="1371" y="14509"/>
                    <a:pt x="1313" y="14528"/>
                  </a:cubicBezTo>
                  <a:cubicBezTo>
                    <a:pt x="1235" y="14547"/>
                    <a:pt x="1186" y="14557"/>
                    <a:pt x="1167" y="14557"/>
                  </a:cubicBezTo>
                  <a:cubicBezTo>
                    <a:pt x="836" y="14557"/>
                    <a:pt x="564" y="14441"/>
                    <a:pt x="350" y="14208"/>
                  </a:cubicBezTo>
                  <a:cubicBezTo>
                    <a:pt x="117" y="13974"/>
                    <a:pt x="0" y="13692"/>
                    <a:pt x="0" y="13362"/>
                  </a:cubicBezTo>
                  <a:cubicBezTo>
                    <a:pt x="0" y="13070"/>
                    <a:pt x="88" y="12817"/>
                    <a:pt x="263" y="12603"/>
                  </a:cubicBezTo>
                  <a:cubicBezTo>
                    <a:pt x="438" y="12389"/>
                    <a:pt x="661" y="12252"/>
                    <a:pt x="934" y="12194"/>
                  </a:cubicBezTo>
                  <a:cubicBezTo>
                    <a:pt x="3637" y="11688"/>
                    <a:pt x="6165" y="10531"/>
                    <a:pt x="8518" y="8723"/>
                  </a:cubicBezTo>
                  <a:cubicBezTo>
                    <a:pt x="11689" y="6175"/>
                    <a:pt x="13760" y="3442"/>
                    <a:pt x="14732" y="52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26A81E2E-C3FD-1F39-B0A3-4F2F45E88166}"/>
                </a:ext>
              </a:extLst>
            </p:cNvPr>
            <p:cNvSpPr/>
            <p:nvPr/>
          </p:nvSpPr>
          <p:spPr>
            <a:xfrm>
              <a:off x="233212" y="2218895"/>
              <a:ext cx="40812" cy="49243"/>
            </a:xfrm>
            <a:custGeom>
              <a:avLst/>
              <a:gdLst>
                <a:gd name="csX0" fmla="*/ 671 w 40812"/>
                <a:gd name="csY0" fmla="*/ 0 h 49243"/>
                <a:gd name="csX1" fmla="*/ 1488 w 40812"/>
                <a:gd name="csY1" fmla="*/ 204 h 49243"/>
                <a:gd name="csX2" fmla="*/ 1809 w 40812"/>
                <a:gd name="csY2" fmla="*/ 583 h 49243"/>
                <a:gd name="csX3" fmla="*/ 1867 w 40812"/>
                <a:gd name="csY3" fmla="*/ 1312 h 49243"/>
                <a:gd name="csX4" fmla="*/ 4901 w 40812"/>
                <a:gd name="csY4" fmla="*/ 8897 h 49243"/>
                <a:gd name="csX5" fmla="*/ 7906 w 40812"/>
                <a:gd name="csY5" fmla="*/ 11873 h 49243"/>
                <a:gd name="csX6" fmla="*/ 13215 w 40812"/>
                <a:gd name="csY6" fmla="*/ 16774 h 49243"/>
                <a:gd name="csX7" fmla="*/ 17883 w 40812"/>
                <a:gd name="csY7" fmla="*/ 21150 h 49243"/>
                <a:gd name="csX8" fmla="*/ 36320 w 40812"/>
                <a:gd name="csY8" fmla="*/ 13448 h 49243"/>
                <a:gd name="csX9" fmla="*/ 37370 w 40812"/>
                <a:gd name="csY9" fmla="*/ 13011 h 49243"/>
                <a:gd name="csX10" fmla="*/ 38041 w 40812"/>
                <a:gd name="csY10" fmla="*/ 12573 h 49243"/>
                <a:gd name="csX11" fmla="*/ 38538 w 40812"/>
                <a:gd name="csY11" fmla="*/ 12019 h 49243"/>
                <a:gd name="csX12" fmla="*/ 38800 w 40812"/>
                <a:gd name="csY12" fmla="*/ 11202 h 49243"/>
                <a:gd name="csX13" fmla="*/ 38946 w 40812"/>
                <a:gd name="csY13" fmla="*/ 10035 h 49243"/>
                <a:gd name="csX14" fmla="*/ 38974 w 40812"/>
                <a:gd name="csY14" fmla="*/ 8314 h 49243"/>
                <a:gd name="csX15" fmla="*/ 39004 w 40812"/>
                <a:gd name="csY15" fmla="*/ 7818 h 49243"/>
                <a:gd name="csX16" fmla="*/ 39179 w 40812"/>
                <a:gd name="csY16" fmla="*/ 7438 h 49243"/>
                <a:gd name="csX17" fmla="*/ 39675 w 40812"/>
                <a:gd name="csY17" fmla="*/ 7235 h 49243"/>
                <a:gd name="csX18" fmla="*/ 40492 w 40812"/>
                <a:gd name="csY18" fmla="*/ 7468 h 49243"/>
                <a:gd name="csX19" fmla="*/ 40783 w 40812"/>
                <a:gd name="csY19" fmla="*/ 7876 h 49243"/>
                <a:gd name="csX20" fmla="*/ 40812 w 40812"/>
                <a:gd name="csY20" fmla="*/ 8372 h 49243"/>
                <a:gd name="csX21" fmla="*/ 40725 w 40812"/>
                <a:gd name="csY21" fmla="*/ 11698 h 49243"/>
                <a:gd name="csX22" fmla="*/ 40638 w 40812"/>
                <a:gd name="csY22" fmla="*/ 14994 h 49243"/>
                <a:gd name="csX23" fmla="*/ 40812 w 40812"/>
                <a:gd name="csY23" fmla="*/ 22521 h 49243"/>
                <a:gd name="csX24" fmla="*/ 40083 w 40812"/>
                <a:gd name="csY24" fmla="*/ 23425 h 49243"/>
                <a:gd name="csX25" fmla="*/ 39500 w 40812"/>
                <a:gd name="csY25" fmla="*/ 23367 h 49243"/>
                <a:gd name="csX26" fmla="*/ 39179 w 40812"/>
                <a:gd name="csY26" fmla="*/ 23076 h 49243"/>
                <a:gd name="csX27" fmla="*/ 39033 w 40812"/>
                <a:gd name="csY27" fmla="*/ 22725 h 49243"/>
                <a:gd name="csX28" fmla="*/ 38974 w 40812"/>
                <a:gd name="csY28" fmla="*/ 22230 h 49243"/>
                <a:gd name="csX29" fmla="*/ 38538 w 40812"/>
                <a:gd name="csY29" fmla="*/ 20333 h 49243"/>
                <a:gd name="csX30" fmla="*/ 37837 w 40812"/>
                <a:gd name="csY30" fmla="*/ 19137 h 49243"/>
                <a:gd name="csX31" fmla="*/ 37224 w 40812"/>
                <a:gd name="csY31" fmla="*/ 18758 h 49243"/>
                <a:gd name="csX32" fmla="*/ 36378 w 40812"/>
                <a:gd name="csY32" fmla="*/ 19049 h 49243"/>
                <a:gd name="csX33" fmla="*/ 22113 w 40812"/>
                <a:gd name="csY33" fmla="*/ 25088 h 49243"/>
                <a:gd name="csX34" fmla="*/ 27977 w 40812"/>
                <a:gd name="csY34" fmla="*/ 30485 h 49243"/>
                <a:gd name="csX35" fmla="*/ 34424 w 40812"/>
                <a:gd name="csY35" fmla="*/ 36582 h 49243"/>
                <a:gd name="csX36" fmla="*/ 37108 w 40812"/>
                <a:gd name="csY36" fmla="*/ 38187 h 49243"/>
                <a:gd name="csX37" fmla="*/ 38974 w 40812"/>
                <a:gd name="csY37" fmla="*/ 35795 h 49243"/>
                <a:gd name="csX38" fmla="*/ 39617 w 40812"/>
                <a:gd name="csY38" fmla="*/ 35065 h 49243"/>
                <a:gd name="csX39" fmla="*/ 40463 w 40812"/>
                <a:gd name="csY39" fmla="*/ 35298 h 49243"/>
                <a:gd name="csX40" fmla="*/ 40783 w 40812"/>
                <a:gd name="csY40" fmla="*/ 35707 h 49243"/>
                <a:gd name="csX41" fmla="*/ 40812 w 40812"/>
                <a:gd name="csY41" fmla="*/ 36144 h 49243"/>
                <a:gd name="csX42" fmla="*/ 40725 w 40812"/>
                <a:gd name="csY42" fmla="*/ 39499 h 49243"/>
                <a:gd name="csX43" fmla="*/ 40638 w 40812"/>
                <a:gd name="csY43" fmla="*/ 42854 h 49243"/>
                <a:gd name="csX44" fmla="*/ 40725 w 40812"/>
                <a:gd name="csY44" fmla="*/ 45684 h 49243"/>
                <a:gd name="csX45" fmla="*/ 40812 w 40812"/>
                <a:gd name="csY45" fmla="*/ 48455 h 49243"/>
                <a:gd name="csX46" fmla="*/ 40638 w 40812"/>
                <a:gd name="csY46" fmla="*/ 49010 h 49243"/>
                <a:gd name="csX47" fmla="*/ 40287 w 40812"/>
                <a:gd name="csY47" fmla="*/ 49214 h 49243"/>
                <a:gd name="csX48" fmla="*/ 40142 w 40812"/>
                <a:gd name="csY48" fmla="*/ 49244 h 49243"/>
                <a:gd name="csX49" fmla="*/ 39500 w 40812"/>
                <a:gd name="csY49" fmla="*/ 49185 h 49243"/>
                <a:gd name="csX50" fmla="*/ 39150 w 40812"/>
                <a:gd name="csY50" fmla="*/ 48864 h 49243"/>
                <a:gd name="csX51" fmla="*/ 39033 w 40812"/>
                <a:gd name="csY51" fmla="*/ 48485 h 49243"/>
                <a:gd name="csX52" fmla="*/ 38974 w 40812"/>
                <a:gd name="csY52" fmla="*/ 47931 h 49243"/>
                <a:gd name="csX53" fmla="*/ 37866 w 40812"/>
                <a:gd name="csY53" fmla="*/ 43351 h 49243"/>
                <a:gd name="csX54" fmla="*/ 34657 w 40812"/>
                <a:gd name="csY54" fmla="*/ 39150 h 49243"/>
                <a:gd name="csX55" fmla="*/ 34336 w 40812"/>
                <a:gd name="csY55" fmla="*/ 38770 h 49243"/>
                <a:gd name="csX56" fmla="*/ 34015 w 40812"/>
                <a:gd name="csY56" fmla="*/ 38361 h 49243"/>
                <a:gd name="csX57" fmla="*/ 20450 w 40812"/>
                <a:gd name="csY57" fmla="*/ 25759 h 49243"/>
                <a:gd name="csX58" fmla="*/ 3763 w 40812"/>
                <a:gd name="csY58" fmla="*/ 32819 h 49243"/>
                <a:gd name="csX59" fmla="*/ 2684 w 40812"/>
                <a:gd name="csY59" fmla="*/ 33432 h 49243"/>
                <a:gd name="csX60" fmla="*/ 2100 w 40812"/>
                <a:gd name="csY60" fmla="*/ 34628 h 49243"/>
                <a:gd name="csX61" fmla="*/ 1867 w 40812"/>
                <a:gd name="csY61" fmla="*/ 37282 h 49243"/>
                <a:gd name="csX62" fmla="*/ 1838 w 40812"/>
                <a:gd name="csY62" fmla="*/ 38012 h 49243"/>
                <a:gd name="csX63" fmla="*/ 1663 w 40812"/>
                <a:gd name="csY63" fmla="*/ 38450 h 49243"/>
                <a:gd name="csX64" fmla="*/ 1196 w 40812"/>
                <a:gd name="csY64" fmla="*/ 38653 h 49243"/>
                <a:gd name="csX65" fmla="*/ 379 w 40812"/>
                <a:gd name="csY65" fmla="*/ 38450 h 49243"/>
                <a:gd name="csX66" fmla="*/ 58 w 40812"/>
                <a:gd name="csY66" fmla="*/ 38041 h 49243"/>
                <a:gd name="csX67" fmla="*/ 0 w 40812"/>
                <a:gd name="csY67" fmla="*/ 37574 h 49243"/>
                <a:gd name="csX68" fmla="*/ 87 w 40812"/>
                <a:gd name="csY68" fmla="*/ 34249 h 49243"/>
                <a:gd name="csX69" fmla="*/ 175 w 40812"/>
                <a:gd name="csY69" fmla="*/ 30894 h 49243"/>
                <a:gd name="csX70" fmla="*/ 87 w 40812"/>
                <a:gd name="csY70" fmla="*/ 27131 h 49243"/>
                <a:gd name="csX71" fmla="*/ 0 w 40812"/>
                <a:gd name="csY71" fmla="*/ 23367 h 49243"/>
                <a:gd name="csX72" fmla="*/ 729 w 40812"/>
                <a:gd name="csY72" fmla="*/ 22463 h 49243"/>
                <a:gd name="csX73" fmla="*/ 1459 w 40812"/>
                <a:gd name="csY73" fmla="*/ 22667 h 49243"/>
                <a:gd name="csX74" fmla="*/ 1779 w 40812"/>
                <a:gd name="csY74" fmla="*/ 23076 h 49243"/>
                <a:gd name="csX75" fmla="*/ 1867 w 40812"/>
                <a:gd name="csY75" fmla="*/ 23658 h 49243"/>
                <a:gd name="csX76" fmla="*/ 2363 w 40812"/>
                <a:gd name="csY76" fmla="*/ 25672 h 49243"/>
                <a:gd name="csX77" fmla="*/ 3063 w 40812"/>
                <a:gd name="csY77" fmla="*/ 26868 h 49243"/>
                <a:gd name="csX78" fmla="*/ 3588 w 40812"/>
                <a:gd name="csY78" fmla="*/ 27188 h 49243"/>
                <a:gd name="csX79" fmla="*/ 4376 w 40812"/>
                <a:gd name="csY79" fmla="*/ 26897 h 49243"/>
                <a:gd name="csX80" fmla="*/ 16249 w 40812"/>
                <a:gd name="csY80" fmla="*/ 21879 h 49243"/>
                <a:gd name="csX81" fmla="*/ 5864 w 40812"/>
                <a:gd name="csY81" fmla="*/ 12193 h 49243"/>
                <a:gd name="csX82" fmla="*/ 3705 w 40812"/>
                <a:gd name="csY82" fmla="*/ 11057 h 49243"/>
                <a:gd name="csX83" fmla="*/ 1867 w 40812"/>
                <a:gd name="csY83" fmla="*/ 13448 h 49243"/>
                <a:gd name="csX84" fmla="*/ 1196 w 40812"/>
                <a:gd name="csY84" fmla="*/ 14177 h 49243"/>
                <a:gd name="csX85" fmla="*/ 379 w 40812"/>
                <a:gd name="csY85" fmla="*/ 13944 h 49243"/>
                <a:gd name="csX86" fmla="*/ 58 w 40812"/>
                <a:gd name="csY86" fmla="*/ 13536 h 49243"/>
                <a:gd name="csX87" fmla="*/ 0 w 40812"/>
                <a:gd name="csY87" fmla="*/ 13040 h 49243"/>
                <a:gd name="csX88" fmla="*/ 87 w 40812"/>
                <a:gd name="csY88" fmla="*/ 9743 h 49243"/>
                <a:gd name="csX89" fmla="*/ 175 w 40812"/>
                <a:gd name="csY89" fmla="*/ 6389 h 49243"/>
                <a:gd name="csX90" fmla="*/ 87 w 40812"/>
                <a:gd name="csY90" fmla="*/ 3559 h 49243"/>
                <a:gd name="csX91" fmla="*/ 0 w 40812"/>
                <a:gd name="csY91" fmla="*/ 787 h 49243"/>
                <a:gd name="csX92" fmla="*/ 175 w 40812"/>
                <a:gd name="csY92" fmla="*/ 233 h 49243"/>
                <a:gd name="csX93" fmla="*/ 496 w 40812"/>
                <a:gd name="csY93" fmla="*/ 28 h 49243"/>
                <a:gd name="csX94" fmla="*/ 671 w 40812"/>
                <a:gd name="csY94" fmla="*/ 0 h 49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0812" h="49243">
                  <a:moveTo>
                    <a:pt x="671" y="0"/>
                  </a:moveTo>
                  <a:cubicBezTo>
                    <a:pt x="1021" y="0"/>
                    <a:pt x="1293" y="68"/>
                    <a:pt x="1488" y="204"/>
                  </a:cubicBezTo>
                  <a:cubicBezTo>
                    <a:pt x="1663" y="321"/>
                    <a:pt x="1770" y="447"/>
                    <a:pt x="1809" y="583"/>
                  </a:cubicBezTo>
                  <a:cubicBezTo>
                    <a:pt x="1828" y="719"/>
                    <a:pt x="1848" y="962"/>
                    <a:pt x="1867" y="1312"/>
                  </a:cubicBezTo>
                  <a:cubicBezTo>
                    <a:pt x="2003" y="4093"/>
                    <a:pt x="3015" y="6622"/>
                    <a:pt x="4901" y="8897"/>
                  </a:cubicBezTo>
                  <a:cubicBezTo>
                    <a:pt x="5387" y="9461"/>
                    <a:pt x="6389" y="10453"/>
                    <a:pt x="7906" y="11873"/>
                  </a:cubicBezTo>
                  <a:cubicBezTo>
                    <a:pt x="9423" y="13273"/>
                    <a:pt x="11193" y="14907"/>
                    <a:pt x="13215" y="16774"/>
                  </a:cubicBezTo>
                  <a:cubicBezTo>
                    <a:pt x="15238" y="18622"/>
                    <a:pt x="16794" y="20080"/>
                    <a:pt x="17883" y="21150"/>
                  </a:cubicBezTo>
                  <a:lnTo>
                    <a:pt x="36320" y="13448"/>
                  </a:lnTo>
                  <a:cubicBezTo>
                    <a:pt x="36806" y="13234"/>
                    <a:pt x="37156" y="13089"/>
                    <a:pt x="37370" y="13011"/>
                  </a:cubicBezTo>
                  <a:cubicBezTo>
                    <a:pt x="37565" y="12914"/>
                    <a:pt x="37788" y="12768"/>
                    <a:pt x="38041" y="12573"/>
                  </a:cubicBezTo>
                  <a:cubicBezTo>
                    <a:pt x="38294" y="12359"/>
                    <a:pt x="38459" y="12175"/>
                    <a:pt x="38538" y="12019"/>
                  </a:cubicBezTo>
                  <a:cubicBezTo>
                    <a:pt x="38615" y="11844"/>
                    <a:pt x="38703" y="11572"/>
                    <a:pt x="38800" y="11202"/>
                  </a:cubicBezTo>
                  <a:cubicBezTo>
                    <a:pt x="38878" y="10813"/>
                    <a:pt x="38926" y="10424"/>
                    <a:pt x="38946" y="10035"/>
                  </a:cubicBezTo>
                  <a:cubicBezTo>
                    <a:pt x="38946" y="9627"/>
                    <a:pt x="38955" y="9053"/>
                    <a:pt x="38974" y="8314"/>
                  </a:cubicBezTo>
                  <a:cubicBezTo>
                    <a:pt x="38974" y="8081"/>
                    <a:pt x="38984" y="7915"/>
                    <a:pt x="39004" y="7818"/>
                  </a:cubicBezTo>
                  <a:cubicBezTo>
                    <a:pt x="39004" y="7701"/>
                    <a:pt x="39062" y="7575"/>
                    <a:pt x="39179" y="7438"/>
                  </a:cubicBezTo>
                  <a:cubicBezTo>
                    <a:pt x="39276" y="7303"/>
                    <a:pt x="39441" y="7235"/>
                    <a:pt x="39675" y="7235"/>
                  </a:cubicBezTo>
                  <a:cubicBezTo>
                    <a:pt x="40025" y="7235"/>
                    <a:pt x="40298" y="7312"/>
                    <a:pt x="40492" y="7468"/>
                  </a:cubicBezTo>
                  <a:cubicBezTo>
                    <a:pt x="40667" y="7604"/>
                    <a:pt x="40764" y="7740"/>
                    <a:pt x="40783" y="7876"/>
                  </a:cubicBezTo>
                  <a:cubicBezTo>
                    <a:pt x="40803" y="7993"/>
                    <a:pt x="40812" y="8158"/>
                    <a:pt x="40812" y="8372"/>
                  </a:cubicBezTo>
                  <a:cubicBezTo>
                    <a:pt x="40812" y="8878"/>
                    <a:pt x="40783" y="9986"/>
                    <a:pt x="40725" y="11698"/>
                  </a:cubicBezTo>
                  <a:cubicBezTo>
                    <a:pt x="40667" y="13410"/>
                    <a:pt x="40638" y="14508"/>
                    <a:pt x="40638" y="14994"/>
                  </a:cubicBezTo>
                  <a:lnTo>
                    <a:pt x="40812" y="22521"/>
                  </a:lnTo>
                  <a:cubicBezTo>
                    <a:pt x="40812" y="23124"/>
                    <a:pt x="40569" y="23425"/>
                    <a:pt x="40083" y="23425"/>
                  </a:cubicBezTo>
                  <a:cubicBezTo>
                    <a:pt x="39830" y="23425"/>
                    <a:pt x="39636" y="23406"/>
                    <a:pt x="39500" y="23367"/>
                  </a:cubicBezTo>
                  <a:cubicBezTo>
                    <a:pt x="39344" y="23309"/>
                    <a:pt x="39237" y="23211"/>
                    <a:pt x="39179" y="23076"/>
                  </a:cubicBezTo>
                  <a:cubicBezTo>
                    <a:pt x="39101" y="22939"/>
                    <a:pt x="39053" y="22822"/>
                    <a:pt x="39033" y="22725"/>
                  </a:cubicBezTo>
                  <a:cubicBezTo>
                    <a:pt x="39014" y="22628"/>
                    <a:pt x="38994" y="22463"/>
                    <a:pt x="38974" y="22230"/>
                  </a:cubicBezTo>
                  <a:cubicBezTo>
                    <a:pt x="38897" y="21510"/>
                    <a:pt x="38751" y="20877"/>
                    <a:pt x="38538" y="20333"/>
                  </a:cubicBezTo>
                  <a:cubicBezTo>
                    <a:pt x="38304" y="19769"/>
                    <a:pt x="38070" y="19370"/>
                    <a:pt x="37837" y="19137"/>
                  </a:cubicBezTo>
                  <a:cubicBezTo>
                    <a:pt x="37604" y="18884"/>
                    <a:pt x="37399" y="18758"/>
                    <a:pt x="37224" y="18758"/>
                  </a:cubicBezTo>
                  <a:lnTo>
                    <a:pt x="36378" y="19049"/>
                  </a:lnTo>
                  <a:lnTo>
                    <a:pt x="22113" y="25088"/>
                  </a:lnTo>
                  <a:lnTo>
                    <a:pt x="27977" y="30485"/>
                  </a:lnTo>
                  <a:lnTo>
                    <a:pt x="34424" y="36582"/>
                  </a:lnTo>
                  <a:cubicBezTo>
                    <a:pt x="35571" y="37652"/>
                    <a:pt x="36466" y="38187"/>
                    <a:pt x="37108" y="38187"/>
                  </a:cubicBezTo>
                  <a:cubicBezTo>
                    <a:pt x="38177" y="38187"/>
                    <a:pt x="38799" y="37390"/>
                    <a:pt x="38974" y="35795"/>
                  </a:cubicBezTo>
                  <a:cubicBezTo>
                    <a:pt x="39014" y="35309"/>
                    <a:pt x="39228" y="35065"/>
                    <a:pt x="39617" y="35065"/>
                  </a:cubicBezTo>
                  <a:cubicBezTo>
                    <a:pt x="39986" y="35065"/>
                    <a:pt x="40268" y="35143"/>
                    <a:pt x="40463" y="35298"/>
                  </a:cubicBezTo>
                  <a:cubicBezTo>
                    <a:pt x="40638" y="35435"/>
                    <a:pt x="40744" y="35571"/>
                    <a:pt x="40783" y="35707"/>
                  </a:cubicBezTo>
                  <a:cubicBezTo>
                    <a:pt x="40803" y="35824"/>
                    <a:pt x="40812" y="35970"/>
                    <a:pt x="40812" y="36144"/>
                  </a:cubicBezTo>
                  <a:cubicBezTo>
                    <a:pt x="40812" y="36865"/>
                    <a:pt x="40783" y="37983"/>
                    <a:pt x="40725" y="39499"/>
                  </a:cubicBezTo>
                  <a:cubicBezTo>
                    <a:pt x="40667" y="40997"/>
                    <a:pt x="40638" y="42115"/>
                    <a:pt x="40638" y="42854"/>
                  </a:cubicBezTo>
                  <a:cubicBezTo>
                    <a:pt x="40638" y="43477"/>
                    <a:pt x="40667" y="44420"/>
                    <a:pt x="40725" y="45684"/>
                  </a:cubicBezTo>
                  <a:cubicBezTo>
                    <a:pt x="40783" y="46948"/>
                    <a:pt x="40812" y="47872"/>
                    <a:pt x="40812" y="48455"/>
                  </a:cubicBezTo>
                  <a:cubicBezTo>
                    <a:pt x="40812" y="48689"/>
                    <a:pt x="40754" y="48874"/>
                    <a:pt x="40638" y="49010"/>
                  </a:cubicBezTo>
                  <a:cubicBezTo>
                    <a:pt x="40521" y="49146"/>
                    <a:pt x="40404" y="49214"/>
                    <a:pt x="40287" y="49214"/>
                  </a:cubicBezTo>
                  <a:lnTo>
                    <a:pt x="40142" y="49244"/>
                  </a:lnTo>
                  <a:cubicBezTo>
                    <a:pt x="39869" y="49244"/>
                    <a:pt x="39656" y="49224"/>
                    <a:pt x="39500" y="49185"/>
                  </a:cubicBezTo>
                  <a:cubicBezTo>
                    <a:pt x="39344" y="49127"/>
                    <a:pt x="39227" y="49020"/>
                    <a:pt x="39150" y="48864"/>
                  </a:cubicBezTo>
                  <a:cubicBezTo>
                    <a:pt x="39072" y="48689"/>
                    <a:pt x="39033" y="48562"/>
                    <a:pt x="39033" y="48485"/>
                  </a:cubicBezTo>
                  <a:cubicBezTo>
                    <a:pt x="39014" y="48407"/>
                    <a:pt x="38994" y="48222"/>
                    <a:pt x="38974" y="47931"/>
                  </a:cubicBezTo>
                  <a:cubicBezTo>
                    <a:pt x="38877" y="46278"/>
                    <a:pt x="38508" y="44751"/>
                    <a:pt x="37866" y="43351"/>
                  </a:cubicBezTo>
                  <a:cubicBezTo>
                    <a:pt x="37224" y="41931"/>
                    <a:pt x="36155" y="40530"/>
                    <a:pt x="34657" y="39150"/>
                  </a:cubicBezTo>
                  <a:cubicBezTo>
                    <a:pt x="34560" y="39033"/>
                    <a:pt x="34453" y="38906"/>
                    <a:pt x="34336" y="38770"/>
                  </a:cubicBezTo>
                  <a:cubicBezTo>
                    <a:pt x="34220" y="38614"/>
                    <a:pt x="34113" y="38478"/>
                    <a:pt x="34015" y="38361"/>
                  </a:cubicBezTo>
                  <a:lnTo>
                    <a:pt x="20450" y="25759"/>
                  </a:lnTo>
                  <a:lnTo>
                    <a:pt x="3763" y="32819"/>
                  </a:lnTo>
                  <a:cubicBezTo>
                    <a:pt x="3258" y="33033"/>
                    <a:pt x="2898" y="33237"/>
                    <a:pt x="2684" y="33432"/>
                  </a:cubicBezTo>
                  <a:cubicBezTo>
                    <a:pt x="2450" y="33627"/>
                    <a:pt x="2256" y="34025"/>
                    <a:pt x="2100" y="34628"/>
                  </a:cubicBezTo>
                  <a:cubicBezTo>
                    <a:pt x="1945" y="35231"/>
                    <a:pt x="1867" y="36116"/>
                    <a:pt x="1867" y="37282"/>
                  </a:cubicBezTo>
                  <a:cubicBezTo>
                    <a:pt x="1867" y="37613"/>
                    <a:pt x="1857" y="37857"/>
                    <a:pt x="1838" y="38012"/>
                  </a:cubicBezTo>
                  <a:cubicBezTo>
                    <a:pt x="1818" y="38167"/>
                    <a:pt x="1760" y="38313"/>
                    <a:pt x="1663" y="38450"/>
                  </a:cubicBezTo>
                  <a:cubicBezTo>
                    <a:pt x="1566" y="38585"/>
                    <a:pt x="1410" y="38653"/>
                    <a:pt x="1196" y="38653"/>
                  </a:cubicBezTo>
                  <a:cubicBezTo>
                    <a:pt x="827" y="38653"/>
                    <a:pt x="554" y="38585"/>
                    <a:pt x="379" y="38450"/>
                  </a:cubicBezTo>
                  <a:cubicBezTo>
                    <a:pt x="185" y="38294"/>
                    <a:pt x="78" y="38157"/>
                    <a:pt x="58" y="38041"/>
                  </a:cubicBezTo>
                  <a:cubicBezTo>
                    <a:pt x="19" y="37905"/>
                    <a:pt x="0" y="37749"/>
                    <a:pt x="0" y="37574"/>
                  </a:cubicBezTo>
                  <a:cubicBezTo>
                    <a:pt x="0" y="37088"/>
                    <a:pt x="29" y="35979"/>
                    <a:pt x="87" y="34249"/>
                  </a:cubicBezTo>
                  <a:cubicBezTo>
                    <a:pt x="146" y="32517"/>
                    <a:pt x="175" y="31399"/>
                    <a:pt x="175" y="30894"/>
                  </a:cubicBezTo>
                  <a:cubicBezTo>
                    <a:pt x="175" y="30058"/>
                    <a:pt x="146" y="28803"/>
                    <a:pt x="87" y="27131"/>
                  </a:cubicBezTo>
                  <a:cubicBezTo>
                    <a:pt x="29" y="25439"/>
                    <a:pt x="0" y="24184"/>
                    <a:pt x="0" y="23367"/>
                  </a:cubicBezTo>
                  <a:cubicBezTo>
                    <a:pt x="0" y="22764"/>
                    <a:pt x="243" y="22463"/>
                    <a:pt x="729" y="22463"/>
                  </a:cubicBezTo>
                  <a:cubicBezTo>
                    <a:pt x="1040" y="22463"/>
                    <a:pt x="1284" y="22531"/>
                    <a:pt x="1459" y="22667"/>
                  </a:cubicBezTo>
                  <a:cubicBezTo>
                    <a:pt x="1634" y="22803"/>
                    <a:pt x="1741" y="22939"/>
                    <a:pt x="1779" y="23076"/>
                  </a:cubicBezTo>
                  <a:cubicBezTo>
                    <a:pt x="1818" y="23211"/>
                    <a:pt x="1848" y="23406"/>
                    <a:pt x="1867" y="23658"/>
                  </a:cubicBezTo>
                  <a:cubicBezTo>
                    <a:pt x="1945" y="24417"/>
                    <a:pt x="2110" y="25088"/>
                    <a:pt x="2363" y="25672"/>
                  </a:cubicBezTo>
                  <a:cubicBezTo>
                    <a:pt x="2596" y="26236"/>
                    <a:pt x="2830" y="26635"/>
                    <a:pt x="3063" y="26868"/>
                  </a:cubicBezTo>
                  <a:cubicBezTo>
                    <a:pt x="3277" y="27082"/>
                    <a:pt x="3452" y="27188"/>
                    <a:pt x="3588" y="27188"/>
                  </a:cubicBezTo>
                  <a:lnTo>
                    <a:pt x="4376" y="26897"/>
                  </a:lnTo>
                  <a:lnTo>
                    <a:pt x="16249" y="21879"/>
                  </a:lnTo>
                  <a:lnTo>
                    <a:pt x="5864" y="12193"/>
                  </a:lnTo>
                  <a:cubicBezTo>
                    <a:pt x="5008" y="11436"/>
                    <a:pt x="4288" y="11057"/>
                    <a:pt x="3705" y="11057"/>
                  </a:cubicBezTo>
                  <a:cubicBezTo>
                    <a:pt x="2655" y="11057"/>
                    <a:pt x="2042" y="11854"/>
                    <a:pt x="1867" y="13448"/>
                  </a:cubicBezTo>
                  <a:cubicBezTo>
                    <a:pt x="1789" y="13934"/>
                    <a:pt x="1566" y="14177"/>
                    <a:pt x="1196" y="14177"/>
                  </a:cubicBezTo>
                  <a:cubicBezTo>
                    <a:pt x="827" y="14177"/>
                    <a:pt x="554" y="14100"/>
                    <a:pt x="379" y="13944"/>
                  </a:cubicBezTo>
                  <a:cubicBezTo>
                    <a:pt x="185" y="13789"/>
                    <a:pt x="78" y="13653"/>
                    <a:pt x="58" y="13536"/>
                  </a:cubicBezTo>
                  <a:cubicBezTo>
                    <a:pt x="19" y="13400"/>
                    <a:pt x="0" y="13234"/>
                    <a:pt x="0" y="13040"/>
                  </a:cubicBezTo>
                  <a:cubicBezTo>
                    <a:pt x="0" y="12320"/>
                    <a:pt x="29" y="11221"/>
                    <a:pt x="87" y="9743"/>
                  </a:cubicBezTo>
                  <a:cubicBezTo>
                    <a:pt x="146" y="8246"/>
                    <a:pt x="175" y="7128"/>
                    <a:pt x="175" y="6389"/>
                  </a:cubicBezTo>
                  <a:cubicBezTo>
                    <a:pt x="175" y="5766"/>
                    <a:pt x="146" y="4823"/>
                    <a:pt x="87" y="3559"/>
                  </a:cubicBezTo>
                  <a:cubicBezTo>
                    <a:pt x="29" y="2295"/>
                    <a:pt x="0" y="1371"/>
                    <a:pt x="0" y="787"/>
                  </a:cubicBezTo>
                  <a:cubicBezTo>
                    <a:pt x="0" y="554"/>
                    <a:pt x="58" y="370"/>
                    <a:pt x="175" y="233"/>
                  </a:cubicBezTo>
                  <a:cubicBezTo>
                    <a:pt x="272" y="97"/>
                    <a:pt x="379" y="28"/>
                    <a:pt x="496" y="28"/>
                  </a:cubicBezTo>
                  <a:lnTo>
                    <a:pt x="671" y="0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A106542F-05E2-5EF5-5640-844117F761AA}"/>
                </a:ext>
              </a:extLst>
            </p:cNvPr>
            <p:cNvSpPr/>
            <p:nvPr/>
          </p:nvSpPr>
          <p:spPr>
            <a:xfrm>
              <a:off x="184031" y="2190260"/>
              <a:ext cx="85351" cy="19796"/>
            </a:xfrm>
            <a:custGeom>
              <a:avLst/>
              <a:gdLst>
                <a:gd name="csX0" fmla="*/ 42676 w 85351"/>
                <a:gd name="csY0" fmla="*/ 19796 h 19796"/>
                <a:gd name="csX1" fmla="*/ 16628 w 85351"/>
                <a:gd name="csY1" fmla="*/ 14420 h 19796"/>
                <a:gd name="csX2" fmla="*/ 7668 w 85351"/>
                <a:gd name="csY2" fmla="*/ 8919 h 19796"/>
                <a:gd name="csX3" fmla="*/ 1792 w 85351"/>
                <a:gd name="csY3" fmla="*/ 3584 h 19796"/>
                <a:gd name="csX4" fmla="*/ 0 w 85351"/>
                <a:gd name="csY4" fmla="*/ 875 h 19796"/>
                <a:gd name="csX5" fmla="*/ 834 w 85351"/>
                <a:gd name="csY5" fmla="*/ 0 h 19796"/>
                <a:gd name="csX6" fmla="*/ 2292 w 85351"/>
                <a:gd name="csY6" fmla="*/ 1125 h 19796"/>
                <a:gd name="csX7" fmla="*/ 42676 w 85351"/>
                <a:gd name="csY7" fmla="*/ 14837 h 19796"/>
                <a:gd name="csX8" fmla="*/ 82600 w 85351"/>
                <a:gd name="csY8" fmla="*/ 1459 h 19796"/>
                <a:gd name="csX9" fmla="*/ 84518 w 85351"/>
                <a:gd name="csY9" fmla="*/ 0 h 19796"/>
                <a:gd name="csX10" fmla="*/ 85351 w 85351"/>
                <a:gd name="csY10" fmla="*/ 875 h 19796"/>
                <a:gd name="csX11" fmla="*/ 83642 w 85351"/>
                <a:gd name="csY11" fmla="*/ 3501 h 19796"/>
                <a:gd name="csX12" fmla="*/ 78016 w 85351"/>
                <a:gd name="csY12" fmla="*/ 8711 h 19796"/>
                <a:gd name="csX13" fmla="*/ 69306 w 85351"/>
                <a:gd name="csY13" fmla="*/ 14170 h 19796"/>
                <a:gd name="csX14" fmla="*/ 42676 w 85351"/>
                <a:gd name="csY14" fmla="*/ 19796 h 19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6">
                  <a:moveTo>
                    <a:pt x="42676" y="19796"/>
                  </a:moveTo>
                  <a:cubicBezTo>
                    <a:pt x="33062" y="19796"/>
                    <a:pt x="24380" y="18004"/>
                    <a:pt x="16628" y="14420"/>
                  </a:cubicBezTo>
                  <a:cubicBezTo>
                    <a:pt x="13378" y="12892"/>
                    <a:pt x="10391" y="11058"/>
                    <a:pt x="7668" y="8919"/>
                  </a:cubicBezTo>
                  <a:cubicBezTo>
                    <a:pt x="4945" y="6779"/>
                    <a:pt x="2987" y="5001"/>
                    <a:pt x="1792" y="3584"/>
                  </a:cubicBezTo>
                  <a:cubicBezTo>
                    <a:pt x="597" y="2167"/>
                    <a:pt x="0" y="1264"/>
                    <a:pt x="0" y="875"/>
                  </a:cubicBezTo>
                  <a:cubicBezTo>
                    <a:pt x="0" y="320"/>
                    <a:pt x="278" y="28"/>
                    <a:pt x="834" y="0"/>
                  </a:cubicBezTo>
                  <a:cubicBezTo>
                    <a:pt x="1111" y="0"/>
                    <a:pt x="1598" y="375"/>
                    <a:pt x="2292" y="1125"/>
                  </a:cubicBezTo>
                  <a:cubicBezTo>
                    <a:pt x="11627" y="10294"/>
                    <a:pt x="25089" y="14865"/>
                    <a:pt x="42676" y="14837"/>
                  </a:cubicBezTo>
                  <a:cubicBezTo>
                    <a:pt x="60318" y="14837"/>
                    <a:pt x="73626" y="10377"/>
                    <a:pt x="82600" y="1459"/>
                  </a:cubicBezTo>
                  <a:cubicBezTo>
                    <a:pt x="83573" y="486"/>
                    <a:pt x="84212" y="0"/>
                    <a:pt x="84518" y="0"/>
                  </a:cubicBezTo>
                  <a:cubicBezTo>
                    <a:pt x="85073" y="0"/>
                    <a:pt x="85351" y="292"/>
                    <a:pt x="85351" y="875"/>
                  </a:cubicBezTo>
                  <a:cubicBezTo>
                    <a:pt x="85351" y="1264"/>
                    <a:pt x="84782" y="2140"/>
                    <a:pt x="83642" y="3501"/>
                  </a:cubicBezTo>
                  <a:cubicBezTo>
                    <a:pt x="82503" y="4863"/>
                    <a:pt x="80628" y="6599"/>
                    <a:pt x="78016" y="8711"/>
                  </a:cubicBezTo>
                  <a:cubicBezTo>
                    <a:pt x="75405" y="10822"/>
                    <a:pt x="72501" y="12642"/>
                    <a:pt x="69306" y="14170"/>
                  </a:cubicBezTo>
                  <a:cubicBezTo>
                    <a:pt x="61554" y="17921"/>
                    <a:pt x="52678" y="19796"/>
                    <a:pt x="42676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D5AE31FE-F49E-6C79-6567-95263CB9E783}"/>
                </a:ext>
              </a:extLst>
            </p:cNvPr>
            <p:cNvSpPr/>
            <p:nvPr/>
          </p:nvSpPr>
          <p:spPr>
            <a:xfrm>
              <a:off x="210328" y="2141266"/>
              <a:ext cx="38674" cy="42509"/>
            </a:xfrm>
            <a:custGeom>
              <a:avLst/>
              <a:gdLst>
                <a:gd name="csX0" fmla="*/ 5626 w 38674"/>
                <a:gd name="csY0" fmla="*/ 0 h 42509"/>
                <a:gd name="csX1" fmla="*/ 9294 w 38674"/>
                <a:gd name="csY1" fmla="*/ 1458 h 42509"/>
                <a:gd name="csX2" fmla="*/ 10586 w 38674"/>
                <a:gd name="csY2" fmla="*/ 4584 h 42509"/>
                <a:gd name="csX3" fmla="*/ 9669 w 38674"/>
                <a:gd name="csY3" fmla="*/ 7002 h 42509"/>
                <a:gd name="csX4" fmla="*/ 7585 w 38674"/>
                <a:gd name="csY4" fmla="*/ 7835 h 42509"/>
                <a:gd name="csX5" fmla="*/ 4626 w 38674"/>
                <a:gd name="csY5" fmla="*/ 6668 h 42509"/>
                <a:gd name="csX6" fmla="*/ 2959 w 38674"/>
                <a:gd name="csY6" fmla="*/ 3751 h 42509"/>
                <a:gd name="csX7" fmla="*/ 1875 w 38674"/>
                <a:gd name="csY7" fmla="*/ 8001 h 42509"/>
                <a:gd name="csX8" fmla="*/ 2751 w 38674"/>
                <a:gd name="csY8" fmla="*/ 11127 h 42509"/>
                <a:gd name="csX9" fmla="*/ 4751 w 38674"/>
                <a:gd name="csY9" fmla="*/ 13419 h 42509"/>
                <a:gd name="csX10" fmla="*/ 7502 w 38674"/>
                <a:gd name="csY10" fmla="*/ 15003 h 42509"/>
                <a:gd name="csX11" fmla="*/ 10044 w 38674"/>
                <a:gd name="csY11" fmla="*/ 16003 h 42509"/>
                <a:gd name="csX12" fmla="*/ 11961 w 38674"/>
                <a:gd name="csY12" fmla="*/ 16462 h 42509"/>
                <a:gd name="csX13" fmla="*/ 23630 w 38674"/>
                <a:gd name="csY13" fmla="*/ 19379 h 42509"/>
                <a:gd name="csX14" fmla="*/ 31132 w 38674"/>
                <a:gd name="csY14" fmla="*/ 20795 h 42509"/>
                <a:gd name="csX15" fmla="*/ 35174 w 38674"/>
                <a:gd name="csY15" fmla="*/ 19629 h 42509"/>
                <a:gd name="csX16" fmla="*/ 36758 w 38674"/>
                <a:gd name="csY16" fmla="*/ 16128 h 42509"/>
                <a:gd name="csX17" fmla="*/ 36508 w 38674"/>
                <a:gd name="csY17" fmla="*/ 14169 h 42509"/>
                <a:gd name="csX18" fmla="*/ 35466 w 38674"/>
                <a:gd name="csY18" fmla="*/ 11794 h 42509"/>
                <a:gd name="csX19" fmla="*/ 33507 w 38674"/>
                <a:gd name="csY19" fmla="*/ 9211 h 42509"/>
                <a:gd name="csX20" fmla="*/ 30256 w 38674"/>
                <a:gd name="csY20" fmla="*/ 6752 h 42509"/>
                <a:gd name="csX21" fmla="*/ 25589 w 38674"/>
                <a:gd name="csY21" fmla="*/ 4751 h 42509"/>
                <a:gd name="csX22" fmla="*/ 24672 w 38674"/>
                <a:gd name="csY22" fmla="*/ 3667 h 42509"/>
                <a:gd name="csX23" fmla="*/ 25505 w 38674"/>
                <a:gd name="csY23" fmla="*/ 2625 h 42509"/>
                <a:gd name="csX24" fmla="*/ 27714 w 38674"/>
                <a:gd name="csY24" fmla="*/ 3209 h 42509"/>
                <a:gd name="csX25" fmla="*/ 31090 w 38674"/>
                <a:gd name="csY25" fmla="*/ 4959 h 42509"/>
                <a:gd name="csX26" fmla="*/ 34674 w 38674"/>
                <a:gd name="csY26" fmla="*/ 7668 h 42509"/>
                <a:gd name="csX27" fmla="*/ 37508 w 38674"/>
                <a:gd name="csY27" fmla="*/ 11502 h 42509"/>
                <a:gd name="csX28" fmla="*/ 38675 w 38674"/>
                <a:gd name="csY28" fmla="*/ 16295 h 42509"/>
                <a:gd name="csX29" fmla="*/ 36758 w 38674"/>
                <a:gd name="csY29" fmla="*/ 22254 h 42509"/>
                <a:gd name="csX30" fmla="*/ 32173 w 38674"/>
                <a:gd name="csY30" fmla="*/ 25505 h 42509"/>
                <a:gd name="csX31" fmla="*/ 33049 w 38674"/>
                <a:gd name="csY31" fmla="*/ 26005 h 42509"/>
                <a:gd name="csX32" fmla="*/ 34674 w 38674"/>
                <a:gd name="csY32" fmla="*/ 27172 h 42509"/>
                <a:gd name="csX33" fmla="*/ 36591 w 38674"/>
                <a:gd name="csY33" fmla="*/ 28964 h 42509"/>
                <a:gd name="csX34" fmla="*/ 38008 w 38674"/>
                <a:gd name="csY34" fmla="*/ 31423 h 42509"/>
                <a:gd name="csX35" fmla="*/ 38675 w 38674"/>
                <a:gd name="csY35" fmla="*/ 34466 h 42509"/>
                <a:gd name="csX36" fmla="*/ 38091 w 38674"/>
                <a:gd name="csY36" fmla="*/ 38257 h 42509"/>
                <a:gd name="csX37" fmla="*/ 36174 w 38674"/>
                <a:gd name="csY37" fmla="*/ 41258 h 42509"/>
                <a:gd name="csX38" fmla="*/ 33007 w 38674"/>
                <a:gd name="csY38" fmla="*/ 42509 h 42509"/>
                <a:gd name="csX39" fmla="*/ 29548 w 38674"/>
                <a:gd name="csY39" fmla="*/ 41134 h 42509"/>
                <a:gd name="csX40" fmla="*/ 28089 w 38674"/>
                <a:gd name="csY40" fmla="*/ 37799 h 42509"/>
                <a:gd name="csX41" fmla="*/ 28798 w 38674"/>
                <a:gd name="csY41" fmla="*/ 35632 h 42509"/>
                <a:gd name="csX42" fmla="*/ 31048 w 38674"/>
                <a:gd name="csY42" fmla="*/ 34632 h 42509"/>
                <a:gd name="csX43" fmla="*/ 34049 w 38674"/>
                <a:gd name="csY43" fmla="*/ 35799 h 42509"/>
                <a:gd name="csX44" fmla="*/ 35674 w 38674"/>
                <a:gd name="csY44" fmla="*/ 38633 h 42509"/>
                <a:gd name="csX45" fmla="*/ 36758 w 38674"/>
                <a:gd name="csY45" fmla="*/ 34382 h 42509"/>
                <a:gd name="csX46" fmla="*/ 34340 w 38674"/>
                <a:gd name="csY46" fmla="*/ 29464 h 42509"/>
                <a:gd name="csX47" fmla="*/ 27881 w 38674"/>
                <a:gd name="csY47" fmla="*/ 26255 h 42509"/>
                <a:gd name="csX48" fmla="*/ 13836 w 38674"/>
                <a:gd name="csY48" fmla="*/ 22671 h 42509"/>
                <a:gd name="csX49" fmla="*/ 7585 w 38674"/>
                <a:gd name="csY49" fmla="*/ 21671 h 42509"/>
                <a:gd name="csX50" fmla="*/ 4626 w 38674"/>
                <a:gd name="csY50" fmla="*/ 22129 h 42509"/>
                <a:gd name="csX51" fmla="*/ 2876 w 38674"/>
                <a:gd name="csY51" fmla="*/ 23380 h 42509"/>
                <a:gd name="csX52" fmla="*/ 2084 w 38674"/>
                <a:gd name="csY52" fmla="*/ 24838 h 42509"/>
                <a:gd name="csX53" fmla="*/ 1875 w 38674"/>
                <a:gd name="csY53" fmla="*/ 26255 h 42509"/>
                <a:gd name="csX54" fmla="*/ 2376 w 38674"/>
                <a:gd name="csY54" fmla="*/ 28922 h 42509"/>
                <a:gd name="csX55" fmla="*/ 4043 w 38674"/>
                <a:gd name="csY55" fmla="*/ 31965 h 42509"/>
                <a:gd name="csX56" fmla="*/ 7502 w 38674"/>
                <a:gd name="csY56" fmla="*/ 35132 h 42509"/>
                <a:gd name="csX57" fmla="*/ 13044 w 38674"/>
                <a:gd name="csY57" fmla="*/ 37716 h 42509"/>
                <a:gd name="csX58" fmla="*/ 14003 w 38674"/>
                <a:gd name="csY58" fmla="*/ 38841 h 42509"/>
                <a:gd name="csX59" fmla="*/ 13128 w 38674"/>
                <a:gd name="csY59" fmla="*/ 39841 h 42509"/>
                <a:gd name="csX60" fmla="*/ 10961 w 38674"/>
                <a:gd name="csY60" fmla="*/ 39300 h 42509"/>
                <a:gd name="csX61" fmla="*/ 7585 w 38674"/>
                <a:gd name="csY61" fmla="*/ 37549 h 42509"/>
                <a:gd name="csX62" fmla="*/ 4043 w 38674"/>
                <a:gd name="csY62" fmla="*/ 34798 h 42509"/>
                <a:gd name="csX63" fmla="*/ 1167 w 38674"/>
                <a:gd name="csY63" fmla="*/ 30923 h 42509"/>
                <a:gd name="csX64" fmla="*/ 0 w 38674"/>
                <a:gd name="csY64" fmla="*/ 26089 h 42509"/>
                <a:gd name="csX65" fmla="*/ 250 w 38674"/>
                <a:gd name="csY65" fmla="*/ 23880 h 42509"/>
                <a:gd name="csX66" fmla="*/ 1084 w 38674"/>
                <a:gd name="csY66" fmla="*/ 21421 h 42509"/>
                <a:gd name="csX67" fmla="*/ 3084 w 38674"/>
                <a:gd name="csY67" fmla="*/ 18837 h 42509"/>
                <a:gd name="csX68" fmla="*/ 6460 w 38674"/>
                <a:gd name="csY68" fmla="*/ 16878 h 42509"/>
                <a:gd name="csX69" fmla="*/ 4584 w 38674"/>
                <a:gd name="csY69" fmla="*/ 15711 h 42509"/>
                <a:gd name="csX70" fmla="*/ 2542 w 38674"/>
                <a:gd name="csY70" fmla="*/ 13919 h 42509"/>
                <a:gd name="csX71" fmla="*/ 709 w 38674"/>
                <a:gd name="csY71" fmla="*/ 11252 h 42509"/>
                <a:gd name="csX72" fmla="*/ 0 w 38674"/>
                <a:gd name="csY72" fmla="*/ 7918 h 42509"/>
                <a:gd name="csX73" fmla="*/ 458 w 38674"/>
                <a:gd name="csY73" fmla="*/ 4543 h 42509"/>
                <a:gd name="csX74" fmla="*/ 2251 w 38674"/>
                <a:gd name="csY74" fmla="*/ 1458 h 42509"/>
                <a:gd name="csX75" fmla="*/ 5626 w 38674"/>
                <a:gd name="csY75" fmla="*/ 0 h 425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674" h="42509">
                  <a:moveTo>
                    <a:pt x="5626" y="0"/>
                  </a:moveTo>
                  <a:cubicBezTo>
                    <a:pt x="7182" y="0"/>
                    <a:pt x="8405" y="486"/>
                    <a:pt x="9294" y="1458"/>
                  </a:cubicBezTo>
                  <a:cubicBezTo>
                    <a:pt x="10155" y="2431"/>
                    <a:pt x="10586" y="3473"/>
                    <a:pt x="10586" y="4584"/>
                  </a:cubicBezTo>
                  <a:cubicBezTo>
                    <a:pt x="10586" y="5640"/>
                    <a:pt x="10280" y="6446"/>
                    <a:pt x="9669" y="7002"/>
                  </a:cubicBezTo>
                  <a:cubicBezTo>
                    <a:pt x="9058" y="7557"/>
                    <a:pt x="8363" y="7835"/>
                    <a:pt x="7585" y="7835"/>
                  </a:cubicBezTo>
                  <a:cubicBezTo>
                    <a:pt x="6529" y="7835"/>
                    <a:pt x="5543" y="7446"/>
                    <a:pt x="4626" y="6668"/>
                  </a:cubicBezTo>
                  <a:cubicBezTo>
                    <a:pt x="3709" y="5890"/>
                    <a:pt x="3153" y="4917"/>
                    <a:pt x="2959" y="3751"/>
                  </a:cubicBezTo>
                  <a:cubicBezTo>
                    <a:pt x="2237" y="4890"/>
                    <a:pt x="1875" y="6306"/>
                    <a:pt x="1875" y="8001"/>
                  </a:cubicBezTo>
                  <a:cubicBezTo>
                    <a:pt x="1875" y="9113"/>
                    <a:pt x="2167" y="10155"/>
                    <a:pt x="2751" y="11127"/>
                  </a:cubicBezTo>
                  <a:cubicBezTo>
                    <a:pt x="3334" y="12072"/>
                    <a:pt x="4001" y="12836"/>
                    <a:pt x="4751" y="13419"/>
                  </a:cubicBezTo>
                  <a:cubicBezTo>
                    <a:pt x="5501" y="13975"/>
                    <a:pt x="6418" y="14503"/>
                    <a:pt x="7502" y="15003"/>
                  </a:cubicBezTo>
                  <a:cubicBezTo>
                    <a:pt x="8557" y="15475"/>
                    <a:pt x="9405" y="15808"/>
                    <a:pt x="10044" y="16003"/>
                  </a:cubicBezTo>
                  <a:cubicBezTo>
                    <a:pt x="10655" y="16170"/>
                    <a:pt x="11294" y="16323"/>
                    <a:pt x="11961" y="16462"/>
                  </a:cubicBezTo>
                  <a:lnTo>
                    <a:pt x="23630" y="19379"/>
                  </a:lnTo>
                  <a:cubicBezTo>
                    <a:pt x="27325" y="20323"/>
                    <a:pt x="29826" y="20795"/>
                    <a:pt x="31132" y="20795"/>
                  </a:cubicBezTo>
                  <a:cubicBezTo>
                    <a:pt x="32743" y="20795"/>
                    <a:pt x="34090" y="20407"/>
                    <a:pt x="35174" y="19629"/>
                  </a:cubicBezTo>
                  <a:cubicBezTo>
                    <a:pt x="36230" y="18851"/>
                    <a:pt x="36758" y="17684"/>
                    <a:pt x="36758" y="16128"/>
                  </a:cubicBezTo>
                  <a:cubicBezTo>
                    <a:pt x="36758" y="15517"/>
                    <a:pt x="36674" y="14864"/>
                    <a:pt x="36508" y="14169"/>
                  </a:cubicBezTo>
                  <a:cubicBezTo>
                    <a:pt x="36313" y="13475"/>
                    <a:pt x="35966" y="12683"/>
                    <a:pt x="35466" y="11794"/>
                  </a:cubicBezTo>
                  <a:cubicBezTo>
                    <a:pt x="34938" y="10877"/>
                    <a:pt x="34285" y="10016"/>
                    <a:pt x="33507" y="9211"/>
                  </a:cubicBezTo>
                  <a:cubicBezTo>
                    <a:pt x="32701" y="8377"/>
                    <a:pt x="31618" y="7557"/>
                    <a:pt x="30256" y="6752"/>
                  </a:cubicBezTo>
                  <a:cubicBezTo>
                    <a:pt x="28895" y="5945"/>
                    <a:pt x="27339" y="5279"/>
                    <a:pt x="25589" y="4751"/>
                  </a:cubicBezTo>
                  <a:cubicBezTo>
                    <a:pt x="24977" y="4584"/>
                    <a:pt x="24672" y="4223"/>
                    <a:pt x="24672" y="3667"/>
                  </a:cubicBezTo>
                  <a:cubicBezTo>
                    <a:pt x="24672" y="2973"/>
                    <a:pt x="24950" y="2625"/>
                    <a:pt x="25505" y="2625"/>
                  </a:cubicBezTo>
                  <a:cubicBezTo>
                    <a:pt x="25978" y="2625"/>
                    <a:pt x="26714" y="2820"/>
                    <a:pt x="27714" y="3209"/>
                  </a:cubicBezTo>
                  <a:cubicBezTo>
                    <a:pt x="28687" y="3570"/>
                    <a:pt x="29812" y="4153"/>
                    <a:pt x="31090" y="4959"/>
                  </a:cubicBezTo>
                  <a:cubicBezTo>
                    <a:pt x="32340" y="5737"/>
                    <a:pt x="33535" y="6640"/>
                    <a:pt x="34674" y="7668"/>
                  </a:cubicBezTo>
                  <a:cubicBezTo>
                    <a:pt x="35785" y="8696"/>
                    <a:pt x="36730" y="9974"/>
                    <a:pt x="37508" y="11502"/>
                  </a:cubicBezTo>
                  <a:cubicBezTo>
                    <a:pt x="38286" y="13030"/>
                    <a:pt x="38675" y="14628"/>
                    <a:pt x="38675" y="16295"/>
                  </a:cubicBezTo>
                  <a:cubicBezTo>
                    <a:pt x="38675" y="18684"/>
                    <a:pt x="38036" y="20671"/>
                    <a:pt x="36758" y="22254"/>
                  </a:cubicBezTo>
                  <a:cubicBezTo>
                    <a:pt x="35480" y="23838"/>
                    <a:pt x="33952" y="24922"/>
                    <a:pt x="32173" y="25505"/>
                  </a:cubicBezTo>
                  <a:cubicBezTo>
                    <a:pt x="32423" y="25644"/>
                    <a:pt x="32715" y="25811"/>
                    <a:pt x="33049" y="26005"/>
                  </a:cubicBezTo>
                  <a:cubicBezTo>
                    <a:pt x="33382" y="26200"/>
                    <a:pt x="33924" y="26589"/>
                    <a:pt x="34674" y="27172"/>
                  </a:cubicBezTo>
                  <a:cubicBezTo>
                    <a:pt x="35396" y="27728"/>
                    <a:pt x="36035" y="28325"/>
                    <a:pt x="36591" y="28964"/>
                  </a:cubicBezTo>
                  <a:cubicBezTo>
                    <a:pt x="37119" y="29603"/>
                    <a:pt x="37591" y="30423"/>
                    <a:pt x="38008" y="31423"/>
                  </a:cubicBezTo>
                  <a:cubicBezTo>
                    <a:pt x="38452" y="32395"/>
                    <a:pt x="38675" y="33409"/>
                    <a:pt x="38675" y="34466"/>
                  </a:cubicBezTo>
                  <a:cubicBezTo>
                    <a:pt x="38675" y="35799"/>
                    <a:pt x="38480" y="37063"/>
                    <a:pt x="38091" y="38257"/>
                  </a:cubicBezTo>
                  <a:cubicBezTo>
                    <a:pt x="37702" y="39425"/>
                    <a:pt x="37063" y="40425"/>
                    <a:pt x="36174" y="41258"/>
                  </a:cubicBezTo>
                  <a:cubicBezTo>
                    <a:pt x="35285" y="42092"/>
                    <a:pt x="34229" y="42509"/>
                    <a:pt x="33007" y="42509"/>
                  </a:cubicBezTo>
                  <a:cubicBezTo>
                    <a:pt x="31646" y="42509"/>
                    <a:pt x="30492" y="42051"/>
                    <a:pt x="29548" y="41134"/>
                  </a:cubicBezTo>
                  <a:cubicBezTo>
                    <a:pt x="28575" y="40189"/>
                    <a:pt x="28089" y="39077"/>
                    <a:pt x="28089" y="37799"/>
                  </a:cubicBezTo>
                  <a:cubicBezTo>
                    <a:pt x="28089" y="36994"/>
                    <a:pt x="28325" y="36271"/>
                    <a:pt x="28798" y="35632"/>
                  </a:cubicBezTo>
                  <a:cubicBezTo>
                    <a:pt x="29270" y="34965"/>
                    <a:pt x="30020" y="34632"/>
                    <a:pt x="31048" y="34632"/>
                  </a:cubicBezTo>
                  <a:cubicBezTo>
                    <a:pt x="32187" y="34632"/>
                    <a:pt x="33187" y="35021"/>
                    <a:pt x="34049" y="35799"/>
                  </a:cubicBezTo>
                  <a:cubicBezTo>
                    <a:pt x="34910" y="36577"/>
                    <a:pt x="35452" y="37521"/>
                    <a:pt x="35674" y="38633"/>
                  </a:cubicBezTo>
                  <a:cubicBezTo>
                    <a:pt x="36396" y="37494"/>
                    <a:pt x="36758" y="36077"/>
                    <a:pt x="36758" y="34382"/>
                  </a:cubicBezTo>
                  <a:cubicBezTo>
                    <a:pt x="36758" y="32548"/>
                    <a:pt x="35952" y="30909"/>
                    <a:pt x="34340" y="29464"/>
                  </a:cubicBezTo>
                  <a:cubicBezTo>
                    <a:pt x="32729" y="28019"/>
                    <a:pt x="30576" y="26950"/>
                    <a:pt x="27881" y="26255"/>
                  </a:cubicBezTo>
                  <a:cubicBezTo>
                    <a:pt x="21407" y="24533"/>
                    <a:pt x="16726" y="23338"/>
                    <a:pt x="13836" y="22671"/>
                  </a:cubicBezTo>
                  <a:cubicBezTo>
                    <a:pt x="10919" y="22004"/>
                    <a:pt x="8835" y="21671"/>
                    <a:pt x="7585" y="21671"/>
                  </a:cubicBezTo>
                  <a:cubicBezTo>
                    <a:pt x="6418" y="21671"/>
                    <a:pt x="5432" y="21824"/>
                    <a:pt x="4626" y="22129"/>
                  </a:cubicBezTo>
                  <a:cubicBezTo>
                    <a:pt x="3820" y="22435"/>
                    <a:pt x="3237" y="22852"/>
                    <a:pt x="2876" y="23380"/>
                  </a:cubicBezTo>
                  <a:cubicBezTo>
                    <a:pt x="2487" y="23880"/>
                    <a:pt x="2223" y="24366"/>
                    <a:pt x="2084" y="24838"/>
                  </a:cubicBezTo>
                  <a:cubicBezTo>
                    <a:pt x="1945" y="25283"/>
                    <a:pt x="1875" y="25755"/>
                    <a:pt x="1875" y="26255"/>
                  </a:cubicBezTo>
                  <a:cubicBezTo>
                    <a:pt x="1875" y="27089"/>
                    <a:pt x="2042" y="27978"/>
                    <a:pt x="2376" y="28922"/>
                  </a:cubicBezTo>
                  <a:cubicBezTo>
                    <a:pt x="2709" y="29839"/>
                    <a:pt x="3265" y="30853"/>
                    <a:pt x="4043" y="31965"/>
                  </a:cubicBezTo>
                  <a:cubicBezTo>
                    <a:pt x="4793" y="33049"/>
                    <a:pt x="5946" y="34104"/>
                    <a:pt x="7502" y="35132"/>
                  </a:cubicBezTo>
                  <a:cubicBezTo>
                    <a:pt x="9057" y="36160"/>
                    <a:pt x="10905" y="37021"/>
                    <a:pt x="13044" y="37716"/>
                  </a:cubicBezTo>
                  <a:cubicBezTo>
                    <a:pt x="13683" y="37855"/>
                    <a:pt x="14003" y="38230"/>
                    <a:pt x="14003" y="38841"/>
                  </a:cubicBezTo>
                  <a:cubicBezTo>
                    <a:pt x="13975" y="39508"/>
                    <a:pt x="13683" y="39841"/>
                    <a:pt x="13128" y="39841"/>
                  </a:cubicBezTo>
                  <a:cubicBezTo>
                    <a:pt x="12655" y="39841"/>
                    <a:pt x="11933" y="39661"/>
                    <a:pt x="10961" y="39300"/>
                  </a:cubicBezTo>
                  <a:cubicBezTo>
                    <a:pt x="9960" y="38911"/>
                    <a:pt x="8835" y="38327"/>
                    <a:pt x="7585" y="37549"/>
                  </a:cubicBezTo>
                  <a:cubicBezTo>
                    <a:pt x="6335" y="36744"/>
                    <a:pt x="5154" y="35827"/>
                    <a:pt x="4043" y="34798"/>
                  </a:cubicBezTo>
                  <a:cubicBezTo>
                    <a:pt x="2903" y="33743"/>
                    <a:pt x="1945" y="32451"/>
                    <a:pt x="1167" y="30923"/>
                  </a:cubicBezTo>
                  <a:cubicBezTo>
                    <a:pt x="389" y="29367"/>
                    <a:pt x="0" y="27755"/>
                    <a:pt x="0" y="26089"/>
                  </a:cubicBezTo>
                  <a:cubicBezTo>
                    <a:pt x="0" y="25339"/>
                    <a:pt x="83" y="24602"/>
                    <a:pt x="250" y="23880"/>
                  </a:cubicBezTo>
                  <a:cubicBezTo>
                    <a:pt x="389" y="23130"/>
                    <a:pt x="667" y="22310"/>
                    <a:pt x="1084" y="21421"/>
                  </a:cubicBezTo>
                  <a:cubicBezTo>
                    <a:pt x="1500" y="20504"/>
                    <a:pt x="2167" y="19643"/>
                    <a:pt x="3084" y="18837"/>
                  </a:cubicBezTo>
                  <a:cubicBezTo>
                    <a:pt x="4001" y="18031"/>
                    <a:pt x="5126" y="17378"/>
                    <a:pt x="6460" y="16878"/>
                  </a:cubicBezTo>
                  <a:cubicBezTo>
                    <a:pt x="5821" y="16545"/>
                    <a:pt x="5196" y="16156"/>
                    <a:pt x="4584" y="15711"/>
                  </a:cubicBezTo>
                  <a:cubicBezTo>
                    <a:pt x="3973" y="15239"/>
                    <a:pt x="3292" y="14642"/>
                    <a:pt x="2542" y="13919"/>
                  </a:cubicBezTo>
                  <a:cubicBezTo>
                    <a:pt x="1764" y="13169"/>
                    <a:pt x="1153" y="12280"/>
                    <a:pt x="709" y="11252"/>
                  </a:cubicBezTo>
                  <a:cubicBezTo>
                    <a:pt x="236" y="10197"/>
                    <a:pt x="0" y="9085"/>
                    <a:pt x="0" y="7918"/>
                  </a:cubicBezTo>
                  <a:cubicBezTo>
                    <a:pt x="0" y="6779"/>
                    <a:pt x="153" y="5654"/>
                    <a:pt x="458" y="4543"/>
                  </a:cubicBezTo>
                  <a:cubicBezTo>
                    <a:pt x="736" y="3431"/>
                    <a:pt x="1334" y="2403"/>
                    <a:pt x="2251" y="1458"/>
                  </a:cubicBezTo>
                  <a:cubicBezTo>
                    <a:pt x="3140" y="486"/>
                    <a:pt x="4265" y="0"/>
                    <a:pt x="5626" y="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7403C8B0-BBDC-559E-59D3-9C4210307B81}"/>
                </a:ext>
              </a:extLst>
            </p:cNvPr>
            <p:cNvSpPr/>
            <p:nvPr/>
          </p:nvSpPr>
          <p:spPr>
            <a:xfrm>
              <a:off x="184031" y="2113255"/>
              <a:ext cx="85351" cy="19796"/>
            </a:xfrm>
            <a:custGeom>
              <a:avLst/>
              <a:gdLst>
                <a:gd name="csX0" fmla="*/ 84518 w 85351"/>
                <a:gd name="csY0" fmla="*/ 19796 h 19796"/>
                <a:gd name="csX1" fmla="*/ 83059 w 85351"/>
                <a:gd name="csY1" fmla="*/ 18713 h 19796"/>
                <a:gd name="csX2" fmla="*/ 42676 w 85351"/>
                <a:gd name="csY2" fmla="*/ 4960 h 19796"/>
                <a:gd name="csX3" fmla="*/ 2834 w 85351"/>
                <a:gd name="csY3" fmla="*/ 18171 h 19796"/>
                <a:gd name="csX4" fmla="*/ 834 w 85351"/>
                <a:gd name="csY4" fmla="*/ 19796 h 19796"/>
                <a:gd name="csX5" fmla="*/ 0 w 85351"/>
                <a:gd name="csY5" fmla="*/ 18963 h 19796"/>
                <a:gd name="csX6" fmla="*/ 1709 w 85351"/>
                <a:gd name="csY6" fmla="*/ 16337 h 19796"/>
                <a:gd name="csX7" fmla="*/ 7335 w 85351"/>
                <a:gd name="csY7" fmla="*/ 11128 h 19796"/>
                <a:gd name="csX8" fmla="*/ 16045 w 85351"/>
                <a:gd name="csY8" fmla="*/ 5627 h 19796"/>
                <a:gd name="csX9" fmla="*/ 42676 w 85351"/>
                <a:gd name="csY9" fmla="*/ 0 h 19796"/>
                <a:gd name="csX10" fmla="*/ 68723 w 85351"/>
                <a:gd name="csY10" fmla="*/ 5376 h 19796"/>
                <a:gd name="csX11" fmla="*/ 77683 w 85351"/>
                <a:gd name="csY11" fmla="*/ 10878 h 19796"/>
                <a:gd name="csX12" fmla="*/ 83559 w 85351"/>
                <a:gd name="csY12" fmla="*/ 16212 h 19796"/>
                <a:gd name="csX13" fmla="*/ 85351 w 85351"/>
                <a:gd name="csY13" fmla="*/ 18963 h 19796"/>
                <a:gd name="csX14" fmla="*/ 84518 w 85351"/>
                <a:gd name="csY14" fmla="*/ 19796 h 19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5351" h="19796">
                  <a:moveTo>
                    <a:pt x="84518" y="19796"/>
                  </a:moveTo>
                  <a:cubicBezTo>
                    <a:pt x="84240" y="19796"/>
                    <a:pt x="83754" y="19435"/>
                    <a:pt x="83059" y="18713"/>
                  </a:cubicBezTo>
                  <a:cubicBezTo>
                    <a:pt x="73724" y="9544"/>
                    <a:pt x="60263" y="4960"/>
                    <a:pt x="42676" y="4960"/>
                  </a:cubicBezTo>
                  <a:cubicBezTo>
                    <a:pt x="25033" y="4960"/>
                    <a:pt x="11752" y="9364"/>
                    <a:pt x="2834" y="18171"/>
                  </a:cubicBezTo>
                  <a:cubicBezTo>
                    <a:pt x="1806" y="19255"/>
                    <a:pt x="1139" y="19796"/>
                    <a:pt x="834" y="19796"/>
                  </a:cubicBezTo>
                  <a:cubicBezTo>
                    <a:pt x="278" y="19796"/>
                    <a:pt x="0" y="19519"/>
                    <a:pt x="0" y="18963"/>
                  </a:cubicBezTo>
                  <a:cubicBezTo>
                    <a:pt x="0" y="18574"/>
                    <a:pt x="570" y="17699"/>
                    <a:pt x="1709" y="16337"/>
                  </a:cubicBezTo>
                  <a:cubicBezTo>
                    <a:pt x="2848" y="14948"/>
                    <a:pt x="4723" y="13211"/>
                    <a:pt x="7335" y="11128"/>
                  </a:cubicBezTo>
                  <a:cubicBezTo>
                    <a:pt x="9946" y="9016"/>
                    <a:pt x="12850" y="7183"/>
                    <a:pt x="16045" y="5627"/>
                  </a:cubicBezTo>
                  <a:cubicBezTo>
                    <a:pt x="23797" y="1876"/>
                    <a:pt x="32673" y="0"/>
                    <a:pt x="42676" y="0"/>
                  </a:cubicBezTo>
                  <a:cubicBezTo>
                    <a:pt x="52289" y="0"/>
                    <a:pt x="60971" y="1792"/>
                    <a:pt x="68723" y="5376"/>
                  </a:cubicBezTo>
                  <a:cubicBezTo>
                    <a:pt x="71973" y="6905"/>
                    <a:pt x="74960" y="8738"/>
                    <a:pt x="77683" y="10878"/>
                  </a:cubicBezTo>
                  <a:cubicBezTo>
                    <a:pt x="80406" y="13017"/>
                    <a:pt x="82364" y="14795"/>
                    <a:pt x="83559" y="16212"/>
                  </a:cubicBezTo>
                  <a:cubicBezTo>
                    <a:pt x="84754" y="17629"/>
                    <a:pt x="85351" y="18546"/>
                    <a:pt x="85351" y="18963"/>
                  </a:cubicBezTo>
                  <a:cubicBezTo>
                    <a:pt x="85351" y="19519"/>
                    <a:pt x="85073" y="19796"/>
                    <a:pt x="84518" y="19796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sp>
        <p:nvSpPr>
          <p:cNvPr id="132" name="Freeform 131">
            <a:extLst>
              <a:ext uri="{FF2B5EF4-FFF2-40B4-BE49-F238E27FC236}">
                <a16:creationId xmlns:a16="http://schemas.microsoft.com/office/drawing/2014/main" id="{1CD8B284-29A3-C74C-75C5-7C81FBF651C9}"/>
              </a:ext>
            </a:extLst>
          </p:cNvPr>
          <p:cNvSpPr/>
          <p:nvPr/>
        </p:nvSpPr>
        <p:spPr>
          <a:xfrm>
            <a:off x="1078192" y="1961758"/>
            <a:ext cx="1723042" cy="825984"/>
          </a:xfrm>
          <a:custGeom>
            <a:avLst/>
            <a:gdLst>
              <a:gd name="csX0" fmla="*/ 0 w 1723042"/>
              <a:gd name="csY0" fmla="*/ 807587 h 825984"/>
              <a:gd name="csX1" fmla="*/ 173 w 1723042"/>
              <a:gd name="csY1" fmla="*/ 807587 h 825984"/>
              <a:gd name="csX2" fmla="*/ 344 w 1723042"/>
              <a:gd name="csY2" fmla="*/ 807578 h 825984"/>
              <a:gd name="csX3" fmla="*/ 517 w 1723042"/>
              <a:gd name="csY3" fmla="*/ 807569 h 825984"/>
              <a:gd name="csX4" fmla="*/ 689 w 1723042"/>
              <a:gd name="csY4" fmla="*/ 807560 h 825984"/>
              <a:gd name="csX5" fmla="*/ 861 w 1723042"/>
              <a:gd name="csY5" fmla="*/ 807551 h 825984"/>
              <a:gd name="csX6" fmla="*/ 1034 w 1723042"/>
              <a:gd name="csY6" fmla="*/ 807542 h 825984"/>
              <a:gd name="csX7" fmla="*/ 1206 w 1723042"/>
              <a:gd name="csY7" fmla="*/ 807533 h 825984"/>
              <a:gd name="csX8" fmla="*/ 1379 w 1723042"/>
              <a:gd name="csY8" fmla="*/ 807525 h 825984"/>
              <a:gd name="csX9" fmla="*/ 1551 w 1723042"/>
              <a:gd name="csY9" fmla="*/ 807516 h 825984"/>
              <a:gd name="csX10" fmla="*/ 1723 w 1723042"/>
              <a:gd name="csY10" fmla="*/ 807507 h 825984"/>
              <a:gd name="csX11" fmla="*/ 1896 w 1723042"/>
              <a:gd name="csY11" fmla="*/ 807498 h 825984"/>
              <a:gd name="csX12" fmla="*/ 2068 w 1723042"/>
              <a:gd name="csY12" fmla="*/ 807489 h 825984"/>
              <a:gd name="csX13" fmla="*/ 2240 w 1723042"/>
              <a:gd name="csY13" fmla="*/ 807480 h 825984"/>
              <a:gd name="csX14" fmla="*/ 2413 w 1723042"/>
              <a:gd name="csY14" fmla="*/ 807471 h 825984"/>
              <a:gd name="csX15" fmla="*/ 2584 w 1723042"/>
              <a:gd name="csY15" fmla="*/ 807462 h 825984"/>
              <a:gd name="csX16" fmla="*/ 2757 w 1723042"/>
              <a:gd name="csY16" fmla="*/ 807453 h 825984"/>
              <a:gd name="csX17" fmla="*/ 2930 w 1723042"/>
              <a:gd name="csY17" fmla="*/ 807444 h 825984"/>
              <a:gd name="csX18" fmla="*/ 3101 w 1723042"/>
              <a:gd name="csY18" fmla="*/ 807436 h 825984"/>
              <a:gd name="csX19" fmla="*/ 3274 w 1723042"/>
              <a:gd name="csY19" fmla="*/ 807427 h 825984"/>
              <a:gd name="csX20" fmla="*/ 3446 w 1723042"/>
              <a:gd name="csY20" fmla="*/ 807427 h 825984"/>
              <a:gd name="csX21" fmla="*/ 3619 w 1723042"/>
              <a:gd name="csY21" fmla="*/ 807418 h 825984"/>
              <a:gd name="csX22" fmla="*/ 3791 w 1723042"/>
              <a:gd name="csY22" fmla="*/ 807409 h 825984"/>
              <a:gd name="csX23" fmla="*/ 3963 w 1723042"/>
              <a:gd name="csY23" fmla="*/ 807400 h 825984"/>
              <a:gd name="csX24" fmla="*/ 4136 w 1723042"/>
              <a:gd name="csY24" fmla="*/ 807391 h 825984"/>
              <a:gd name="csX25" fmla="*/ 4308 w 1723042"/>
              <a:gd name="csY25" fmla="*/ 807382 h 825984"/>
              <a:gd name="csX26" fmla="*/ 4480 w 1723042"/>
              <a:gd name="csY26" fmla="*/ 807373 h 825984"/>
              <a:gd name="csX27" fmla="*/ 4653 w 1723042"/>
              <a:gd name="csY27" fmla="*/ 807364 h 825984"/>
              <a:gd name="csX28" fmla="*/ 4825 w 1723042"/>
              <a:gd name="csY28" fmla="*/ 807356 h 825984"/>
              <a:gd name="csX29" fmla="*/ 4997 w 1723042"/>
              <a:gd name="csY29" fmla="*/ 807347 h 825984"/>
              <a:gd name="csX30" fmla="*/ 5170 w 1723042"/>
              <a:gd name="csY30" fmla="*/ 807338 h 825984"/>
              <a:gd name="csX31" fmla="*/ 5342 w 1723042"/>
              <a:gd name="csY31" fmla="*/ 807329 h 825984"/>
              <a:gd name="csX32" fmla="*/ 5514 w 1723042"/>
              <a:gd name="csY32" fmla="*/ 807320 h 825984"/>
              <a:gd name="csX33" fmla="*/ 5687 w 1723042"/>
              <a:gd name="csY33" fmla="*/ 807311 h 825984"/>
              <a:gd name="csX34" fmla="*/ 5859 w 1723042"/>
              <a:gd name="csY34" fmla="*/ 807302 h 825984"/>
              <a:gd name="csX35" fmla="*/ 6031 w 1723042"/>
              <a:gd name="csY35" fmla="*/ 807293 h 825984"/>
              <a:gd name="csX36" fmla="*/ 6203 w 1723042"/>
              <a:gd name="csY36" fmla="*/ 807284 h 825984"/>
              <a:gd name="csX37" fmla="*/ 6376 w 1723042"/>
              <a:gd name="csY37" fmla="*/ 807275 h 825984"/>
              <a:gd name="csX38" fmla="*/ 6548 w 1723042"/>
              <a:gd name="csY38" fmla="*/ 807267 h 825984"/>
              <a:gd name="csX39" fmla="*/ 6720 w 1723042"/>
              <a:gd name="csY39" fmla="*/ 807258 h 825984"/>
              <a:gd name="csX40" fmla="*/ 6893 w 1723042"/>
              <a:gd name="csY40" fmla="*/ 807249 h 825984"/>
              <a:gd name="csX41" fmla="*/ 7066 w 1723042"/>
              <a:gd name="csY41" fmla="*/ 807240 h 825984"/>
              <a:gd name="csX42" fmla="*/ 7237 w 1723042"/>
              <a:gd name="csY42" fmla="*/ 807231 h 825984"/>
              <a:gd name="csX43" fmla="*/ 7410 w 1723042"/>
              <a:gd name="csY43" fmla="*/ 807222 h 825984"/>
              <a:gd name="csX44" fmla="*/ 7582 w 1723042"/>
              <a:gd name="csY44" fmla="*/ 807213 h 825984"/>
              <a:gd name="csX45" fmla="*/ 7754 w 1723042"/>
              <a:gd name="csY45" fmla="*/ 807213 h 825984"/>
              <a:gd name="csX46" fmla="*/ 7927 w 1723042"/>
              <a:gd name="csY46" fmla="*/ 807204 h 825984"/>
              <a:gd name="csX47" fmla="*/ 8099 w 1723042"/>
              <a:gd name="csY47" fmla="*/ 807195 h 825984"/>
              <a:gd name="csX48" fmla="*/ 8271 w 1723042"/>
              <a:gd name="csY48" fmla="*/ 807187 h 825984"/>
              <a:gd name="csX49" fmla="*/ 8444 w 1723042"/>
              <a:gd name="csY49" fmla="*/ 807178 h 825984"/>
              <a:gd name="csX50" fmla="*/ 8616 w 1723042"/>
              <a:gd name="csY50" fmla="*/ 807169 h 825984"/>
              <a:gd name="csX51" fmla="*/ 8788 w 1723042"/>
              <a:gd name="csY51" fmla="*/ 807160 h 825984"/>
              <a:gd name="csX52" fmla="*/ 8960 w 1723042"/>
              <a:gd name="csY52" fmla="*/ 807151 h 825984"/>
              <a:gd name="csX53" fmla="*/ 9133 w 1723042"/>
              <a:gd name="csY53" fmla="*/ 807142 h 825984"/>
              <a:gd name="csX54" fmla="*/ 9306 w 1723042"/>
              <a:gd name="csY54" fmla="*/ 807133 h 825984"/>
              <a:gd name="csX55" fmla="*/ 9477 w 1723042"/>
              <a:gd name="csY55" fmla="*/ 807124 h 825984"/>
              <a:gd name="csX56" fmla="*/ 9650 w 1723042"/>
              <a:gd name="csY56" fmla="*/ 807115 h 825984"/>
              <a:gd name="csX57" fmla="*/ 9823 w 1723042"/>
              <a:gd name="csY57" fmla="*/ 807106 h 825984"/>
              <a:gd name="csX58" fmla="*/ 9994 w 1723042"/>
              <a:gd name="csY58" fmla="*/ 807097 h 825984"/>
              <a:gd name="csX59" fmla="*/ 10167 w 1723042"/>
              <a:gd name="csY59" fmla="*/ 807089 h 825984"/>
              <a:gd name="csX60" fmla="*/ 10339 w 1723042"/>
              <a:gd name="csY60" fmla="*/ 807080 h 825984"/>
              <a:gd name="csX61" fmla="*/ 10511 w 1723042"/>
              <a:gd name="csY61" fmla="*/ 807071 h 825984"/>
              <a:gd name="csX62" fmla="*/ 10684 w 1723042"/>
              <a:gd name="csY62" fmla="*/ 807062 h 825984"/>
              <a:gd name="csX63" fmla="*/ 10856 w 1723042"/>
              <a:gd name="csY63" fmla="*/ 807053 h 825984"/>
              <a:gd name="csX64" fmla="*/ 11029 w 1723042"/>
              <a:gd name="csY64" fmla="*/ 807044 h 825984"/>
              <a:gd name="csX65" fmla="*/ 11201 w 1723042"/>
              <a:gd name="csY65" fmla="*/ 807035 h 825984"/>
              <a:gd name="csX66" fmla="*/ 11373 w 1723042"/>
              <a:gd name="csY66" fmla="*/ 807026 h 825984"/>
              <a:gd name="csX67" fmla="*/ 11546 w 1723042"/>
              <a:gd name="csY67" fmla="*/ 807017 h 825984"/>
              <a:gd name="csX68" fmla="*/ 11718 w 1723042"/>
              <a:gd name="csY68" fmla="*/ 807009 h 825984"/>
              <a:gd name="csX69" fmla="*/ 11890 w 1723042"/>
              <a:gd name="csY69" fmla="*/ 807000 h 825984"/>
              <a:gd name="csX70" fmla="*/ 12063 w 1723042"/>
              <a:gd name="csY70" fmla="*/ 806991 h 825984"/>
              <a:gd name="csX71" fmla="*/ 12234 w 1723042"/>
              <a:gd name="csY71" fmla="*/ 806982 h 825984"/>
              <a:gd name="csX72" fmla="*/ 12407 w 1723042"/>
              <a:gd name="csY72" fmla="*/ 806973 h 825984"/>
              <a:gd name="csX73" fmla="*/ 12580 w 1723042"/>
              <a:gd name="csY73" fmla="*/ 806964 h 825984"/>
              <a:gd name="csX74" fmla="*/ 12752 w 1723042"/>
              <a:gd name="csY74" fmla="*/ 806955 h 825984"/>
              <a:gd name="csX75" fmla="*/ 12924 w 1723042"/>
              <a:gd name="csY75" fmla="*/ 806946 h 825984"/>
              <a:gd name="csX76" fmla="*/ 13096 w 1723042"/>
              <a:gd name="csY76" fmla="*/ 806937 h 825984"/>
              <a:gd name="csX77" fmla="*/ 13269 w 1723042"/>
              <a:gd name="csY77" fmla="*/ 806929 h 825984"/>
              <a:gd name="csX78" fmla="*/ 13441 w 1723042"/>
              <a:gd name="csY78" fmla="*/ 806920 h 825984"/>
              <a:gd name="csX79" fmla="*/ 13613 w 1723042"/>
              <a:gd name="csY79" fmla="*/ 806911 h 825984"/>
              <a:gd name="csX80" fmla="*/ 13786 w 1723042"/>
              <a:gd name="csY80" fmla="*/ 806902 h 825984"/>
              <a:gd name="csX81" fmla="*/ 13958 w 1723042"/>
              <a:gd name="csY81" fmla="*/ 806893 h 825984"/>
              <a:gd name="csX82" fmla="*/ 14130 w 1723042"/>
              <a:gd name="csY82" fmla="*/ 806884 h 825984"/>
              <a:gd name="csX83" fmla="*/ 14303 w 1723042"/>
              <a:gd name="csY83" fmla="*/ 806875 h 825984"/>
              <a:gd name="csX84" fmla="*/ 14475 w 1723042"/>
              <a:gd name="csY84" fmla="*/ 806866 h 825984"/>
              <a:gd name="csX85" fmla="*/ 14647 w 1723042"/>
              <a:gd name="csY85" fmla="*/ 806857 h 825984"/>
              <a:gd name="csX86" fmla="*/ 14820 w 1723042"/>
              <a:gd name="csY86" fmla="*/ 806848 h 825984"/>
              <a:gd name="csX87" fmla="*/ 14992 w 1723042"/>
              <a:gd name="csY87" fmla="*/ 806840 h 825984"/>
              <a:gd name="csX88" fmla="*/ 15164 w 1723042"/>
              <a:gd name="csY88" fmla="*/ 806831 h 825984"/>
              <a:gd name="csX89" fmla="*/ 15337 w 1723042"/>
              <a:gd name="csY89" fmla="*/ 806822 h 825984"/>
              <a:gd name="csX90" fmla="*/ 15509 w 1723042"/>
              <a:gd name="csY90" fmla="*/ 806813 h 825984"/>
              <a:gd name="csX91" fmla="*/ 15681 w 1723042"/>
              <a:gd name="csY91" fmla="*/ 806804 h 825984"/>
              <a:gd name="csX92" fmla="*/ 15853 w 1723042"/>
              <a:gd name="csY92" fmla="*/ 806795 h 825984"/>
              <a:gd name="csX93" fmla="*/ 16026 w 1723042"/>
              <a:gd name="csY93" fmla="*/ 806786 h 825984"/>
              <a:gd name="csX94" fmla="*/ 16198 w 1723042"/>
              <a:gd name="csY94" fmla="*/ 806777 h 825984"/>
              <a:gd name="csX95" fmla="*/ 16370 w 1723042"/>
              <a:gd name="csY95" fmla="*/ 806768 h 825984"/>
              <a:gd name="csX96" fmla="*/ 16543 w 1723042"/>
              <a:gd name="csY96" fmla="*/ 806759 h 825984"/>
              <a:gd name="csX97" fmla="*/ 16716 w 1723042"/>
              <a:gd name="csY97" fmla="*/ 806751 h 825984"/>
              <a:gd name="csX98" fmla="*/ 16887 w 1723042"/>
              <a:gd name="csY98" fmla="*/ 806742 h 825984"/>
              <a:gd name="csX99" fmla="*/ 17060 w 1723042"/>
              <a:gd name="csY99" fmla="*/ 806733 h 825984"/>
              <a:gd name="csX100" fmla="*/ 17232 w 1723042"/>
              <a:gd name="csY100" fmla="*/ 806724 h 825984"/>
              <a:gd name="csX101" fmla="*/ 17404 w 1723042"/>
              <a:gd name="csY101" fmla="*/ 806715 h 825984"/>
              <a:gd name="csX102" fmla="*/ 17577 w 1723042"/>
              <a:gd name="csY102" fmla="*/ 806706 h 825984"/>
              <a:gd name="csX103" fmla="*/ 17749 w 1723042"/>
              <a:gd name="csY103" fmla="*/ 806697 h 825984"/>
              <a:gd name="csX104" fmla="*/ 17921 w 1723042"/>
              <a:gd name="csY104" fmla="*/ 806688 h 825984"/>
              <a:gd name="csX105" fmla="*/ 18094 w 1723042"/>
              <a:gd name="csY105" fmla="*/ 806679 h 825984"/>
              <a:gd name="csX106" fmla="*/ 18266 w 1723042"/>
              <a:gd name="csY106" fmla="*/ 806670 h 825984"/>
              <a:gd name="csX107" fmla="*/ 18439 w 1723042"/>
              <a:gd name="csY107" fmla="*/ 806662 h 825984"/>
              <a:gd name="csX108" fmla="*/ 18610 w 1723042"/>
              <a:gd name="csY108" fmla="*/ 806653 h 825984"/>
              <a:gd name="csX109" fmla="*/ 18783 w 1723042"/>
              <a:gd name="csY109" fmla="*/ 806644 h 825984"/>
              <a:gd name="csX110" fmla="*/ 18956 w 1723042"/>
              <a:gd name="csY110" fmla="*/ 806635 h 825984"/>
              <a:gd name="csX111" fmla="*/ 19127 w 1723042"/>
              <a:gd name="csY111" fmla="*/ 806626 h 825984"/>
              <a:gd name="csX112" fmla="*/ 19300 w 1723042"/>
              <a:gd name="csY112" fmla="*/ 806617 h 825984"/>
              <a:gd name="csX113" fmla="*/ 19473 w 1723042"/>
              <a:gd name="csY113" fmla="*/ 806608 h 825984"/>
              <a:gd name="csX114" fmla="*/ 19644 w 1723042"/>
              <a:gd name="csY114" fmla="*/ 806599 h 825984"/>
              <a:gd name="csX115" fmla="*/ 19817 w 1723042"/>
              <a:gd name="csY115" fmla="*/ 806590 h 825984"/>
              <a:gd name="csX116" fmla="*/ 19989 w 1723042"/>
              <a:gd name="csY116" fmla="*/ 806582 h 825984"/>
              <a:gd name="csX117" fmla="*/ 20162 w 1723042"/>
              <a:gd name="csY117" fmla="*/ 806573 h 825984"/>
              <a:gd name="csX118" fmla="*/ 20334 w 1723042"/>
              <a:gd name="csY118" fmla="*/ 806564 h 825984"/>
              <a:gd name="csX119" fmla="*/ 20506 w 1723042"/>
              <a:gd name="csY119" fmla="*/ 806555 h 825984"/>
              <a:gd name="csX120" fmla="*/ 20679 w 1723042"/>
              <a:gd name="csY120" fmla="*/ 806546 h 825984"/>
              <a:gd name="csX121" fmla="*/ 20851 w 1723042"/>
              <a:gd name="csY121" fmla="*/ 806537 h 825984"/>
              <a:gd name="csX122" fmla="*/ 21023 w 1723042"/>
              <a:gd name="csY122" fmla="*/ 806528 h 825984"/>
              <a:gd name="csX123" fmla="*/ 21196 w 1723042"/>
              <a:gd name="csY123" fmla="*/ 806519 h 825984"/>
              <a:gd name="csX124" fmla="*/ 21367 w 1723042"/>
              <a:gd name="csY124" fmla="*/ 806510 h 825984"/>
              <a:gd name="csX125" fmla="*/ 21540 w 1723042"/>
              <a:gd name="csY125" fmla="*/ 806502 h 825984"/>
              <a:gd name="csX126" fmla="*/ 21713 w 1723042"/>
              <a:gd name="csY126" fmla="*/ 806493 h 825984"/>
              <a:gd name="csX127" fmla="*/ 21884 w 1723042"/>
              <a:gd name="csY127" fmla="*/ 806484 h 825984"/>
              <a:gd name="csX128" fmla="*/ 22057 w 1723042"/>
              <a:gd name="csY128" fmla="*/ 806475 h 825984"/>
              <a:gd name="csX129" fmla="*/ 22230 w 1723042"/>
              <a:gd name="csY129" fmla="*/ 806466 h 825984"/>
              <a:gd name="csX130" fmla="*/ 22402 w 1723042"/>
              <a:gd name="csY130" fmla="*/ 806457 h 825984"/>
              <a:gd name="csX131" fmla="*/ 22574 w 1723042"/>
              <a:gd name="csY131" fmla="*/ 806448 h 825984"/>
              <a:gd name="csX132" fmla="*/ 22746 w 1723042"/>
              <a:gd name="csY132" fmla="*/ 806439 h 825984"/>
              <a:gd name="csX133" fmla="*/ 22919 w 1723042"/>
              <a:gd name="csY133" fmla="*/ 806430 h 825984"/>
              <a:gd name="csX134" fmla="*/ 23091 w 1723042"/>
              <a:gd name="csY134" fmla="*/ 806421 h 825984"/>
              <a:gd name="csX135" fmla="*/ 23263 w 1723042"/>
              <a:gd name="csY135" fmla="*/ 806413 h 825984"/>
              <a:gd name="csX136" fmla="*/ 23436 w 1723042"/>
              <a:gd name="csY136" fmla="*/ 806404 h 825984"/>
              <a:gd name="csX137" fmla="*/ 23608 w 1723042"/>
              <a:gd name="csY137" fmla="*/ 806395 h 825984"/>
              <a:gd name="csX138" fmla="*/ 23780 w 1723042"/>
              <a:gd name="csY138" fmla="*/ 806386 h 825984"/>
              <a:gd name="csX139" fmla="*/ 23953 w 1723042"/>
              <a:gd name="csY139" fmla="*/ 806377 h 825984"/>
              <a:gd name="csX140" fmla="*/ 24125 w 1723042"/>
              <a:gd name="csY140" fmla="*/ 806368 h 825984"/>
              <a:gd name="csX141" fmla="*/ 24297 w 1723042"/>
              <a:gd name="csY141" fmla="*/ 806350 h 825984"/>
              <a:gd name="csX142" fmla="*/ 24470 w 1723042"/>
              <a:gd name="csY142" fmla="*/ 806341 h 825984"/>
              <a:gd name="csX143" fmla="*/ 24642 w 1723042"/>
              <a:gd name="csY143" fmla="*/ 806332 h 825984"/>
              <a:gd name="csX144" fmla="*/ 24814 w 1723042"/>
              <a:gd name="csY144" fmla="*/ 806324 h 825984"/>
              <a:gd name="csX145" fmla="*/ 24987 w 1723042"/>
              <a:gd name="csY145" fmla="*/ 806315 h 825984"/>
              <a:gd name="csX146" fmla="*/ 25159 w 1723042"/>
              <a:gd name="csY146" fmla="*/ 806306 h 825984"/>
              <a:gd name="csX147" fmla="*/ 25331 w 1723042"/>
              <a:gd name="csY147" fmla="*/ 806297 h 825984"/>
              <a:gd name="csX148" fmla="*/ 25503 w 1723042"/>
              <a:gd name="csY148" fmla="*/ 806288 h 825984"/>
              <a:gd name="csX149" fmla="*/ 25676 w 1723042"/>
              <a:gd name="csY149" fmla="*/ 806279 h 825984"/>
              <a:gd name="csX150" fmla="*/ 25849 w 1723042"/>
              <a:gd name="csY150" fmla="*/ 806270 h 825984"/>
              <a:gd name="csX151" fmla="*/ 26020 w 1723042"/>
              <a:gd name="csY151" fmla="*/ 806261 h 825984"/>
              <a:gd name="csX152" fmla="*/ 26193 w 1723042"/>
              <a:gd name="csY152" fmla="*/ 806252 h 825984"/>
              <a:gd name="csX153" fmla="*/ 26366 w 1723042"/>
              <a:gd name="csY153" fmla="*/ 806243 h 825984"/>
              <a:gd name="csX154" fmla="*/ 26537 w 1723042"/>
              <a:gd name="csY154" fmla="*/ 806235 h 825984"/>
              <a:gd name="csX155" fmla="*/ 26710 w 1723042"/>
              <a:gd name="csY155" fmla="*/ 806226 h 825984"/>
              <a:gd name="csX156" fmla="*/ 26882 w 1723042"/>
              <a:gd name="csY156" fmla="*/ 806217 h 825984"/>
              <a:gd name="csX157" fmla="*/ 27054 w 1723042"/>
              <a:gd name="csY157" fmla="*/ 806208 h 825984"/>
              <a:gd name="csX158" fmla="*/ 27227 w 1723042"/>
              <a:gd name="csY158" fmla="*/ 806199 h 825984"/>
              <a:gd name="csX159" fmla="*/ 27399 w 1723042"/>
              <a:gd name="csY159" fmla="*/ 806190 h 825984"/>
              <a:gd name="csX160" fmla="*/ 27571 w 1723042"/>
              <a:gd name="csY160" fmla="*/ 806181 h 825984"/>
              <a:gd name="csX161" fmla="*/ 27744 w 1723042"/>
              <a:gd name="csY161" fmla="*/ 806172 h 825984"/>
              <a:gd name="csX162" fmla="*/ 27916 w 1723042"/>
              <a:gd name="csY162" fmla="*/ 806163 h 825984"/>
              <a:gd name="csX163" fmla="*/ 28089 w 1723042"/>
              <a:gd name="csY163" fmla="*/ 806155 h 825984"/>
              <a:gd name="csX164" fmla="*/ 28260 w 1723042"/>
              <a:gd name="csY164" fmla="*/ 806146 h 825984"/>
              <a:gd name="csX165" fmla="*/ 28433 w 1723042"/>
              <a:gd name="csY165" fmla="*/ 806128 h 825984"/>
              <a:gd name="csX166" fmla="*/ 28606 w 1723042"/>
              <a:gd name="csY166" fmla="*/ 806119 h 825984"/>
              <a:gd name="csX167" fmla="*/ 28777 w 1723042"/>
              <a:gd name="csY167" fmla="*/ 806110 h 825984"/>
              <a:gd name="csX168" fmla="*/ 28950 w 1723042"/>
              <a:gd name="csY168" fmla="*/ 806101 h 825984"/>
              <a:gd name="csX169" fmla="*/ 29123 w 1723042"/>
              <a:gd name="csY169" fmla="*/ 806092 h 825984"/>
              <a:gd name="csX170" fmla="*/ 29294 w 1723042"/>
              <a:gd name="csY170" fmla="*/ 806083 h 825984"/>
              <a:gd name="csX171" fmla="*/ 29467 w 1723042"/>
              <a:gd name="csY171" fmla="*/ 806074 h 825984"/>
              <a:gd name="csX172" fmla="*/ 29639 w 1723042"/>
              <a:gd name="csY172" fmla="*/ 806066 h 825984"/>
              <a:gd name="csX173" fmla="*/ 29812 w 1723042"/>
              <a:gd name="csY173" fmla="*/ 806057 h 825984"/>
              <a:gd name="csX174" fmla="*/ 29984 w 1723042"/>
              <a:gd name="csY174" fmla="*/ 806048 h 825984"/>
              <a:gd name="csX175" fmla="*/ 30156 w 1723042"/>
              <a:gd name="csY175" fmla="*/ 806039 h 825984"/>
              <a:gd name="csX176" fmla="*/ 30329 w 1723042"/>
              <a:gd name="csY176" fmla="*/ 806030 h 825984"/>
              <a:gd name="csX177" fmla="*/ 30501 w 1723042"/>
              <a:gd name="csY177" fmla="*/ 806021 h 825984"/>
              <a:gd name="csX178" fmla="*/ 30673 w 1723042"/>
              <a:gd name="csY178" fmla="*/ 806012 h 825984"/>
              <a:gd name="csX179" fmla="*/ 30846 w 1723042"/>
              <a:gd name="csY179" fmla="*/ 806003 h 825984"/>
              <a:gd name="csX180" fmla="*/ 31017 w 1723042"/>
              <a:gd name="csY180" fmla="*/ 805994 h 825984"/>
              <a:gd name="csX181" fmla="*/ 31190 w 1723042"/>
              <a:gd name="csY181" fmla="*/ 805985 h 825984"/>
              <a:gd name="csX182" fmla="*/ 31363 w 1723042"/>
              <a:gd name="csY182" fmla="*/ 805977 h 825984"/>
              <a:gd name="csX183" fmla="*/ 31535 w 1723042"/>
              <a:gd name="csY183" fmla="*/ 805959 h 825984"/>
              <a:gd name="csX184" fmla="*/ 31707 w 1723042"/>
              <a:gd name="csY184" fmla="*/ 805950 h 825984"/>
              <a:gd name="csX185" fmla="*/ 31880 w 1723042"/>
              <a:gd name="csY185" fmla="*/ 805941 h 825984"/>
              <a:gd name="csX186" fmla="*/ 32052 w 1723042"/>
              <a:gd name="csY186" fmla="*/ 805932 h 825984"/>
              <a:gd name="csX187" fmla="*/ 32224 w 1723042"/>
              <a:gd name="csY187" fmla="*/ 805923 h 825984"/>
              <a:gd name="csX188" fmla="*/ 32396 w 1723042"/>
              <a:gd name="csY188" fmla="*/ 805914 h 825984"/>
              <a:gd name="csX189" fmla="*/ 32569 w 1723042"/>
              <a:gd name="csY189" fmla="*/ 805905 h 825984"/>
              <a:gd name="csX190" fmla="*/ 32741 w 1723042"/>
              <a:gd name="csY190" fmla="*/ 805896 h 825984"/>
              <a:gd name="csX191" fmla="*/ 32913 w 1723042"/>
              <a:gd name="csY191" fmla="*/ 805888 h 825984"/>
              <a:gd name="csX192" fmla="*/ 33086 w 1723042"/>
              <a:gd name="csY192" fmla="*/ 805879 h 825984"/>
              <a:gd name="csX193" fmla="*/ 33258 w 1723042"/>
              <a:gd name="csY193" fmla="*/ 805870 h 825984"/>
              <a:gd name="csX194" fmla="*/ 33430 w 1723042"/>
              <a:gd name="csY194" fmla="*/ 805861 h 825984"/>
              <a:gd name="csX195" fmla="*/ 33603 w 1723042"/>
              <a:gd name="csY195" fmla="*/ 805852 h 825984"/>
              <a:gd name="csX196" fmla="*/ 33775 w 1723042"/>
              <a:gd name="csY196" fmla="*/ 805843 h 825984"/>
              <a:gd name="csX197" fmla="*/ 33947 w 1723042"/>
              <a:gd name="csY197" fmla="*/ 805825 h 825984"/>
              <a:gd name="csX198" fmla="*/ 34120 w 1723042"/>
              <a:gd name="csY198" fmla="*/ 805816 h 825984"/>
              <a:gd name="csX199" fmla="*/ 34292 w 1723042"/>
              <a:gd name="csY199" fmla="*/ 805808 h 825984"/>
              <a:gd name="csX200" fmla="*/ 34464 w 1723042"/>
              <a:gd name="csY200" fmla="*/ 805799 h 825984"/>
              <a:gd name="csX201" fmla="*/ 34637 w 1723042"/>
              <a:gd name="csY201" fmla="*/ 805790 h 825984"/>
              <a:gd name="csX202" fmla="*/ 34809 w 1723042"/>
              <a:gd name="csY202" fmla="*/ 805781 h 825984"/>
              <a:gd name="csX203" fmla="*/ 34981 w 1723042"/>
              <a:gd name="csY203" fmla="*/ 805772 h 825984"/>
              <a:gd name="csX204" fmla="*/ 35153 w 1723042"/>
              <a:gd name="csY204" fmla="*/ 805763 h 825984"/>
              <a:gd name="csX205" fmla="*/ 35326 w 1723042"/>
              <a:gd name="csY205" fmla="*/ 805754 h 825984"/>
              <a:gd name="csX206" fmla="*/ 35499 w 1723042"/>
              <a:gd name="csY206" fmla="*/ 805745 h 825984"/>
              <a:gd name="csX207" fmla="*/ 35670 w 1723042"/>
              <a:gd name="csY207" fmla="*/ 805736 h 825984"/>
              <a:gd name="csX208" fmla="*/ 35843 w 1723042"/>
              <a:gd name="csY208" fmla="*/ 805728 h 825984"/>
              <a:gd name="csX209" fmla="*/ 36016 w 1723042"/>
              <a:gd name="csY209" fmla="*/ 805719 h 825984"/>
              <a:gd name="csX210" fmla="*/ 36187 w 1723042"/>
              <a:gd name="csY210" fmla="*/ 805701 h 825984"/>
              <a:gd name="csX211" fmla="*/ 36360 w 1723042"/>
              <a:gd name="csY211" fmla="*/ 805692 h 825984"/>
              <a:gd name="csX212" fmla="*/ 36532 w 1723042"/>
              <a:gd name="csY212" fmla="*/ 805683 h 825984"/>
              <a:gd name="csX213" fmla="*/ 36704 w 1723042"/>
              <a:gd name="csY213" fmla="*/ 805674 h 825984"/>
              <a:gd name="csX214" fmla="*/ 36877 w 1723042"/>
              <a:gd name="csY214" fmla="*/ 805665 h 825984"/>
              <a:gd name="csX215" fmla="*/ 37049 w 1723042"/>
              <a:gd name="csY215" fmla="*/ 805656 h 825984"/>
              <a:gd name="csX216" fmla="*/ 37222 w 1723042"/>
              <a:gd name="csY216" fmla="*/ 805647 h 825984"/>
              <a:gd name="csX217" fmla="*/ 37394 w 1723042"/>
              <a:gd name="csY217" fmla="*/ 805638 h 825984"/>
              <a:gd name="csX218" fmla="*/ 37566 w 1723042"/>
              <a:gd name="csY218" fmla="*/ 805630 h 825984"/>
              <a:gd name="csX219" fmla="*/ 37739 w 1723042"/>
              <a:gd name="csY219" fmla="*/ 805621 h 825984"/>
              <a:gd name="csX220" fmla="*/ 37910 w 1723042"/>
              <a:gd name="csY220" fmla="*/ 805612 h 825984"/>
              <a:gd name="csX221" fmla="*/ 38083 w 1723042"/>
              <a:gd name="csY221" fmla="*/ 805594 h 825984"/>
              <a:gd name="csX222" fmla="*/ 38256 w 1723042"/>
              <a:gd name="csY222" fmla="*/ 805585 h 825984"/>
              <a:gd name="csX223" fmla="*/ 38427 w 1723042"/>
              <a:gd name="csY223" fmla="*/ 805576 h 825984"/>
              <a:gd name="csX224" fmla="*/ 38600 w 1723042"/>
              <a:gd name="csY224" fmla="*/ 805567 h 825984"/>
              <a:gd name="csX225" fmla="*/ 38773 w 1723042"/>
              <a:gd name="csY225" fmla="*/ 805558 h 825984"/>
              <a:gd name="csX226" fmla="*/ 38944 w 1723042"/>
              <a:gd name="csY226" fmla="*/ 805550 h 825984"/>
              <a:gd name="csX227" fmla="*/ 39117 w 1723042"/>
              <a:gd name="csY227" fmla="*/ 805541 h 825984"/>
              <a:gd name="csX228" fmla="*/ 39289 w 1723042"/>
              <a:gd name="csY228" fmla="*/ 805532 h 825984"/>
              <a:gd name="csX229" fmla="*/ 39462 w 1723042"/>
              <a:gd name="csY229" fmla="*/ 805523 h 825984"/>
              <a:gd name="csX230" fmla="*/ 39634 w 1723042"/>
              <a:gd name="csY230" fmla="*/ 805514 h 825984"/>
              <a:gd name="csX231" fmla="*/ 39806 w 1723042"/>
              <a:gd name="csY231" fmla="*/ 805505 h 825984"/>
              <a:gd name="csX232" fmla="*/ 39979 w 1723042"/>
              <a:gd name="csY232" fmla="*/ 805487 h 825984"/>
              <a:gd name="csX233" fmla="*/ 40151 w 1723042"/>
              <a:gd name="csY233" fmla="*/ 805478 h 825984"/>
              <a:gd name="csX234" fmla="*/ 40323 w 1723042"/>
              <a:gd name="csY234" fmla="*/ 805469 h 825984"/>
              <a:gd name="csX235" fmla="*/ 40496 w 1723042"/>
              <a:gd name="csY235" fmla="*/ 805461 h 825984"/>
              <a:gd name="csX236" fmla="*/ 40667 w 1723042"/>
              <a:gd name="csY236" fmla="*/ 805452 h 825984"/>
              <a:gd name="csX237" fmla="*/ 40840 w 1723042"/>
              <a:gd name="csY237" fmla="*/ 805443 h 825984"/>
              <a:gd name="csX238" fmla="*/ 41013 w 1723042"/>
              <a:gd name="csY238" fmla="*/ 805434 h 825984"/>
              <a:gd name="csX239" fmla="*/ 41185 w 1723042"/>
              <a:gd name="csY239" fmla="*/ 805425 h 825984"/>
              <a:gd name="csX240" fmla="*/ 41357 w 1723042"/>
              <a:gd name="csY240" fmla="*/ 805416 h 825984"/>
              <a:gd name="csX241" fmla="*/ 41530 w 1723042"/>
              <a:gd name="csY241" fmla="*/ 805398 h 825984"/>
              <a:gd name="csX242" fmla="*/ 41702 w 1723042"/>
              <a:gd name="csY242" fmla="*/ 805389 h 825984"/>
              <a:gd name="csX243" fmla="*/ 41874 w 1723042"/>
              <a:gd name="csY243" fmla="*/ 805381 h 825984"/>
              <a:gd name="csX244" fmla="*/ 42046 w 1723042"/>
              <a:gd name="csY244" fmla="*/ 805372 h 825984"/>
              <a:gd name="csX245" fmla="*/ 42219 w 1723042"/>
              <a:gd name="csY245" fmla="*/ 805363 h 825984"/>
              <a:gd name="csX246" fmla="*/ 42391 w 1723042"/>
              <a:gd name="csY246" fmla="*/ 805354 h 825984"/>
              <a:gd name="csX247" fmla="*/ 42563 w 1723042"/>
              <a:gd name="csY247" fmla="*/ 805345 h 825984"/>
              <a:gd name="csX248" fmla="*/ 42736 w 1723042"/>
              <a:gd name="csY248" fmla="*/ 805336 h 825984"/>
              <a:gd name="csX249" fmla="*/ 42908 w 1723042"/>
              <a:gd name="csY249" fmla="*/ 805327 h 825984"/>
              <a:gd name="csX250" fmla="*/ 43080 w 1723042"/>
              <a:gd name="csY250" fmla="*/ 805309 h 825984"/>
              <a:gd name="csX251" fmla="*/ 43253 w 1723042"/>
              <a:gd name="csY251" fmla="*/ 805301 h 825984"/>
              <a:gd name="csX252" fmla="*/ 43425 w 1723042"/>
              <a:gd name="csY252" fmla="*/ 805292 h 825984"/>
              <a:gd name="csX253" fmla="*/ 43597 w 1723042"/>
              <a:gd name="csY253" fmla="*/ 805283 h 825984"/>
              <a:gd name="csX254" fmla="*/ 43770 w 1723042"/>
              <a:gd name="csY254" fmla="*/ 805274 h 825984"/>
              <a:gd name="csX255" fmla="*/ 43942 w 1723042"/>
              <a:gd name="csY255" fmla="*/ 805265 h 825984"/>
              <a:gd name="csX256" fmla="*/ 44114 w 1723042"/>
              <a:gd name="csY256" fmla="*/ 805256 h 825984"/>
              <a:gd name="csX257" fmla="*/ 44287 w 1723042"/>
              <a:gd name="csY257" fmla="*/ 805247 h 825984"/>
              <a:gd name="csX258" fmla="*/ 44459 w 1723042"/>
              <a:gd name="csY258" fmla="*/ 805238 h 825984"/>
              <a:gd name="csX259" fmla="*/ 44632 w 1723042"/>
              <a:gd name="csY259" fmla="*/ 805220 h 825984"/>
              <a:gd name="csX260" fmla="*/ 44803 w 1723042"/>
              <a:gd name="csY260" fmla="*/ 805211 h 825984"/>
              <a:gd name="csX261" fmla="*/ 44976 w 1723042"/>
              <a:gd name="csY261" fmla="*/ 805203 h 825984"/>
              <a:gd name="csX262" fmla="*/ 45149 w 1723042"/>
              <a:gd name="csY262" fmla="*/ 805194 h 825984"/>
              <a:gd name="csX263" fmla="*/ 45320 w 1723042"/>
              <a:gd name="csY263" fmla="*/ 805185 h 825984"/>
              <a:gd name="csX264" fmla="*/ 45493 w 1723042"/>
              <a:gd name="csY264" fmla="*/ 805176 h 825984"/>
              <a:gd name="csX265" fmla="*/ 45665 w 1723042"/>
              <a:gd name="csY265" fmla="*/ 805167 h 825984"/>
              <a:gd name="csX266" fmla="*/ 45837 w 1723042"/>
              <a:gd name="csY266" fmla="*/ 805158 h 825984"/>
              <a:gd name="csX267" fmla="*/ 46010 w 1723042"/>
              <a:gd name="csY267" fmla="*/ 805140 h 825984"/>
              <a:gd name="csX268" fmla="*/ 46182 w 1723042"/>
              <a:gd name="csY268" fmla="*/ 805131 h 825984"/>
              <a:gd name="csX269" fmla="*/ 46354 w 1723042"/>
              <a:gd name="csY269" fmla="*/ 805123 h 825984"/>
              <a:gd name="csX270" fmla="*/ 46527 w 1723042"/>
              <a:gd name="csY270" fmla="*/ 805114 h 825984"/>
              <a:gd name="csX271" fmla="*/ 46699 w 1723042"/>
              <a:gd name="csY271" fmla="*/ 805105 h 825984"/>
              <a:gd name="csX272" fmla="*/ 46872 w 1723042"/>
              <a:gd name="csY272" fmla="*/ 805096 h 825984"/>
              <a:gd name="csX273" fmla="*/ 47044 w 1723042"/>
              <a:gd name="csY273" fmla="*/ 805087 h 825984"/>
              <a:gd name="csX274" fmla="*/ 47216 w 1723042"/>
              <a:gd name="csY274" fmla="*/ 805069 h 825984"/>
              <a:gd name="csX275" fmla="*/ 47389 w 1723042"/>
              <a:gd name="csY275" fmla="*/ 805060 h 825984"/>
              <a:gd name="csX276" fmla="*/ 47560 w 1723042"/>
              <a:gd name="csY276" fmla="*/ 805051 h 825984"/>
              <a:gd name="csX277" fmla="*/ 47733 w 1723042"/>
              <a:gd name="csY277" fmla="*/ 805042 h 825984"/>
              <a:gd name="csX278" fmla="*/ 47906 w 1723042"/>
              <a:gd name="csY278" fmla="*/ 805034 h 825984"/>
              <a:gd name="csX279" fmla="*/ 48077 w 1723042"/>
              <a:gd name="csY279" fmla="*/ 805025 h 825984"/>
              <a:gd name="csX280" fmla="*/ 48250 w 1723042"/>
              <a:gd name="csY280" fmla="*/ 805016 h 825984"/>
              <a:gd name="csX281" fmla="*/ 48422 w 1723042"/>
              <a:gd name="csY281" fmla="*/ 805007 h 825984"/>
              <a:gd name="csX282" fmla="*/ 48595 w 1723042"/>
              <a:gd name="csY282" fmla="*/ 804989 h 825984"/>
              <a:gd name="csX283" fmla="*/ 48767 w 1723042"/>
              <a:gd name="csY283" fmla="*/ 804980 h 825984"/>
              <a:gd name="csX284" fmla="*/ 48939 w 1723042"/>
              <a:gd name="csY284" fmla="*/ 804971 h 825984"/>
              <a:gd name="csX285" fmla="*/ 49112 w 1723042"/>
              <a:gd name="csY285" fmla="*/ 804962 h 825984"/>
              <a:gd name="csX286" fmla="*/ 49284 w 1723042"/>
              <a:gd name="csY286" fmla="*/ 804954 h 825984"/>
              <a:gd name="csX287" fmla="*/ 49456 w 1723042"/>
              <a:gd name="csY287" fmla="*/ 804945 h 825984"/>
              <a:gd name="csX288" fmla="*/ 49629 w 1723042"/>
              <a:gd name="csY288" fmla="*/ 804936 h 825984"/>
              <a:gd name="csX289" fmla="*/ 49801 w 1723042"/>
              <a:gd name="csY289" fmla="*/ 804918 h 825984"/>
              <a:gd name="csX290" fmla="*/ 49973 w 1723042"/>
              <a:gd name="csY290" fmla="*/ 804909 h 825984"/>
              <a:gd name="csX291" fmla="*/ 50146 w 1723042"/>
              <a:gd name="csY291" fmla="*/ 804900 h 825984"/>
              <a:gd name="csX292" fmla="*/ 50318 w 1723042"/>
              <a:gd name="csY292" fmla="*/ 804891 h 825984"/>
              <a:gd name="csX293" fmla="*/ 50490 w 1723042"/>
              <a:gd name="csY293" fmla="*/ 804882 h 825984"/>
              <a:gd name="csX294" fmla="*/ 50663 w 1723042"/>
              <a:gd name="csY294" fmla="*/ 804873 h 825984"/>
              <a:gd name="csX295" fmla="*/ 50835 w 1723042"/>
              <a:gd name="csY295" fmla="*/ 804864 h 825984"/>
              <a:gd name="csX296" fmla="*/ 51007 w 1723042"/>
              <a:gd name="csY296" fmla="*/ 804847 h 825984"/>
              <a:gd name="csX297" fmla="*/ 51180 w 1723042"/>
              <a:gd name="csY297" fmla="*/ 804838 h 825984"/>
              <a:gd name="csX298" fmla="*/ 51352 w 1723042"/>
              <a:gd name="csY298" fmla="*/ 804829 h 825984"/>
              <a:gd name="csX299" fmla="*/ 51524 w 1723042"/>
              <a:gd name="csY299" fmla="*/ 804820 h 825984"/>
              <a:gd name="csX300" fmla="*/ 51696 w 1723042"/>
              <a:gd name="csY300" fmla="*/ 804811 h 825984"/>
              <a:gd name="csX301" fmla="*/ 51869 w 1723042"/>
              <a:gd name="csY301" fmla="*/ 804802 h 825984"/>
              <a:gd name="csX302" fmla="*/ 52041 w 1723042"/>
              <a:gd name="csY302" fmla="*/ 804784 h 825984"/>
              <a:gd name="csX303" fmla="*/ 52213 w 1723042"/>
              <a:gd name="csY303" fmla="*/ 804776 h 825984"/>
              <a:gd name="csX304" fmla="*/ 52386 w 1723042"/>
              <a:gd name="csY304" fmla="*/ 804767 h 825984"/>
              <a:gd name="csX305" fmla="*/ 52558 w 1723042"/>
              <a:gd name="csY305" fmla="*/ 804758 h 825984"/>
              <a:gd name="csX306" fmla="*/ 52730 w 1723042"/>
              <a:gd name="csY306" fmla="*/ 804749 h 825984"/>
              <a:gd name="csX307" fmla="*/ 52903 w 1723042"/>
              <a:gd name="csY307" fmla="*/ 804740 h 825984"/>
              <a:gd name="csX308" fmla="*/ 53075 w 1723042"/>
              <a:gd name="csY308" fmla="*/ 804722 h 825984"/>
              <a:gd name="csX309" fmla="*/ 53247 w 1723042"/>
              <a:gd name="csY309" fmla="*/ 804713 h 825984"/>
              <a:gd name="csX310" fmla="*/ 53420 w 1723042"/>
              <a:gd name="csY310" fmla="*/ 804704 h 825984"/>
              <a:gd name="csX311" fmla="*/ 53592 w 1723042"/>
              <a:gd name="csY311" fmla="*/ 804695 h 825984"/>
              <a:gd name="csX312" fmla="*/ 53764 w 1723042"/>
              <a:gd name="csY312" fmla="*/ 804687 h 825984"/>
              <a:gd name="csX313" fmla="*/ 53937 w 1723042"/>
              <a:gd name="csY313" fmla="*/ 804678 h 825984"/>
              <a:gd name="csX314" fmla="*/ 54109 w 1723042"/>
              <a:gd name="csY314" fmla="*/ 804669 h 825984"/>
              <a:gd name="csX315" fmla="*/ 54282 w 1723042"/>
              <a:gd name="csY315" fmla="*/ 804651 h 825984"/>
              <a:gd name="csX316" fmla="*/ 54453 w 1723042"/>
              <a:gd name="csY316" fmla="*/ 804642 h 825984"/>
              <a:gd name="csX317" fmla="*/ 54626 w 1723042"/>
              <a:gd name="csY317" fmla="*/ 804633 h 825984"/>
              <a:gd name="csX318" fmla="*/ 54799 w 1723042"/>
              <a:gd name="csY318" fmla="*/ 804624 h 825984"/>
              <a:gd name="csX319" fmla="*/ 54970 w 1723042"/>
              <a:gd name="csY319" fmla="*/ 804615 h 825984"/>
              <a:gd name="csX320" fmla="*/ 55143 w 1723042"/>
              <a:gd name="csY320" fmla="*/ 804598 h 825984"/>
              <a:gd name="csX321" fmla="*/ 55315 w 1723042"/>
              <a:gd name="csY321" fmla="*/ 804589 h 825984"/>
              <a:gd name="csX322" fmla="*/ 55487 w 1723042"/>
              <a:gd name="csY322" fmla="*/ 804580 h 825984"/>
              <a:gd name="csX323" fmla="*/ 55660 w 1723042"/>
              <a:gd name="csY323" fmla="*/ 804571 h 825984"/>
              <a:gd name="csX324" fmla="*/ 55832 w 1723042"/>
              <a:gd name="csY324" fmla="*/ 804562 h 825984"/>
              <a:gd name="csX325" fmla="*/ 56005 w 1723042"/>
              <a:gd name="csY325" fmla="*/ 804553 h 825984"/>
              <a:gd name="csX326" fmla="*/ 56177 w 1723042"/>
              <a:gd name="csY326" fmla="*/ 804535 h 825984"/>
              <a:gd name="csX327" fmla="*/ 56349 w 1723042"/>
              <a:gd name="csY327" fmla="*/ 804526 h 825984"/>
              <a:gd name="csX328" fmla="*/ 56522 w 1723042"/>
              <a:gd name="csY328" fmla="*/ 804518 h 825984"/>
              <a:gd name="csX329" fmla="*/ 56694 w 1723042"/>
              <a:gd name="csY329" fmla="*/ 804509 h 825984"/>
              <a:gd name="csX330" fmla="*/ 56866 w 1723042"/>
              <a:gd name="csY330" fmla="*/ 804500 h 825984"/>
              <a:gd name="csX331" fmla="*/ 57039 w 1723042"/>
              <a:gd name="csY331" fmla="*/ 804491 h 825984"/>
              <a:gd name="csX332" fmla="*/ 57210 w 1723042"/>
              <a:gd name="csY332" fmla="*/ 804473 h 825984"/>
              <a:gd name="csX333" fmla="*/ 57383 w 1723042"/>
              <a:gd name="csY333" fmla="*/ 804464 h 825984"/>
              <a:gd name="csX334" fmla="*/ 57556 w 1723042"/>
              <a:gd name="csY334" fmla="*/ 804455 h 825984"/>
              <a:gd name="csX335" fmla="*/ 57727 w 1723042"/>
              <a:gd name="csY335" fmla="*/ 804446 h 825984"/>
              <a:gd name="csX336" fmla="*/ 57900 w 1723042"/>
              <a:gd name="csY336" fmla="*/ 804437 h 825984"/>
              <a:gd name="csX337" fmla="*/ 58072 w 1723042"/>
              <a:gd name="csY337" fmla="*/ 804420 h 825984"/>
              <a:gd name="csX338" fmla="*/ 58245 w 1723042"/>
              <a:gd name="csY338" fmla="*/ 804411 h 825984"/>
              <a:gd name="csX339" fmla="*/ 58417 w 1723042"/>
              <a:gd name="csY339" fmla="*/ 804402 h 825984"/>
              <a:gd name="csX340" fmla="*/ 58589 w 1723042"/>
              <a:gd name="csY340" fmla="*/ 804393 h 825984"/>
              <a:gd name="csX341" fmla="*/ 58762 w 1723042"/>
              <a:gd name="csY341" fmla="*/ 804384 h 825984"/>
              <a:gd name="csX342" fmla="*/ 58934 w 1723042"/>
              <a:gd name="csY342" fmla="*/ 804375 h 825984"/>
              <a:gd name="csX343" fmla="*/ 59106 w 1723042"/>
              <a:gd name="csY343" fmla="*/ 804357 h 825984"/>
              <a:gd name="csX344" fmla="*/ 59279 w 1723042"/>
              <a:gd name="csY344" fmla="*/ 804349 h 825984"/>
              <a:gd name="csX345" fmla="*/ 59451 w 1723042"/>
              <a:gd name="csY345" fmla="*/ 804340 h 825984"/>
              <a:gd name="csX346" fmla="*/ 59623 w 1723042"/>
              <a:gd name="csY346" fmla="*/ 804331 h 825984"/>
              <a:gd name="csX347" fmla="*/ 59796 w 1723042"/>
              <a:gd name="csY347" fmla="*/ 804322 h 825984"/>
              <a:gd name="csX348" fmla="*/ 59968 w 1723042"/>
              <a:gd name="csY348" fmla="*/ 804304 h 825984"/>
              <a:gd name="csX349" fmla="*/ 60140 w 1723042"/>
              <a:gd name="csY349" fmla="*/ 804295 h 825984"/>
              <a:gd name="csX350" fmla="*/ 60313 w 1723042"/>
              <a:gd name="csY350" fmla="*/ 804286 h 825984"/>
              <a:gd name="csX351" fmla="*/ 60485 w 1723042"/>
              <a:gd name="csY351" fmla="*/ 804277 h 825984"/>
              <a:gd name="csX352" fmla="*/ 60657 w 1723042"/>
              <a:gd name="csY352" fmla="*/ 804268 h 825984"/>
              <a:gd name="csX353" fmla="*/ 60829 w 1723042"/>
              <a:gd name="csY353" fmla="*/ 804251 h 825984"/>
              <a:gd name="csX354" fmla="*/ 61002 w 1723042"/>
              <a:gd name="csY354" fmla="*/ 804242 h 825984"/>
              <a:gd name="csX355" fmla="*/ 61174 w 1723042"/>
              <a:gd name="csY355" fmla="*/ 804233 h 825984"/>
              <a:gd name="csX356" fmla="*/ 61346 w 1723042"/>
              <a:gd name="csY356" fmla="*/ 804224 h 825984"/>
              <a:gd name="csX357" fmla="*/ 61519 w 1723042"/>
              <a:gd name="csY357" fmla="*/ 804215 h 825984"/>
              <a:gd name="csX358" fmla="*/ 61692 w 1723042"/>
              <a:gd name="csY358" fmla="*/ 804197 h 825984"/>
              <a:gd name="csX359" fmla="*/ 61863 w 1723042"/>
              <a:gd name="csY359" fmla="*/ 804188 h 825984"/>
              <a:gd name="csX360" fmla="*/ 62036 w 1723042"/>
              <a:gd name="csY360" fmla="*/ 804180 h 825984"/>
              <a:gd name="csX361" fmla="*/ 62208 w 1723042"/>
              <a:gd name="csY361" fmla="*/ 804171 h 825984"/>
              <a:gd name="csX362" fmla="*/ 62380 w 1723042"/>
              <a:gd name="csY362" fmla="*/ 804162 h 825984"/>
              <a:gd name="csX363" fmla="*/ 62553 w 1723042"/>
              <a:gd name="csY363" fmla="*/ 804144 h 825984"/>
              <a:gd name="csX364" fmla="*/ 62725 w 1723042"/>
              <a:gd name="csY364" fmla="*/ 804135 h 825984"/>
              <a:gd name="csX365" fmla="*/ 62897 w 1723042"/>
              <a:gd name="csY365" fmla="*/ 804126 h 825984"/>
              <a:gd name="csX366" fmla="*/ 63070 w 1723042"/>
              <a:gd name="csY366" fmla="*/ 804117 h 825984"/>
              <a:gd name="csX367" fmla="*/ 63242 w 1723042"/>
              <a:gd name="csY367" fmla="*/ 804108 h 825984"/>
              <a:gd name="csX368" fmla="*/ 63414 w 1723042"/>
              <a:gd name="csY368" fmla="*/ 804090 h 825984"/>
              <a:gd name="csX369" fmla="*/ 63586 w 1723042"/>
              <a:gd name="csY369" fmla="*/ 804082 h 825984"/>
              <a:gd name="csX370" fmla="*/ 63759 w 1723042"/>
              <a:gd name="csY370" fmla="*/ 804073 h 825984"/>
              <a:gd name="csX371" fmla="*/ 63932 w 1723042"/>
              <a:gd name="csY371" fmla="*/ 804064 h 825984"/>
              <a:gd name="csX372" fmla="*/ 64103 w 1723042"/>
              <a:gd name="csY372" fmla="*/ 804046 h 825984"/>
              <a:gd name="csX373" fmla="*/ 64276 w 1723042"/>
              <a:gd name="csY373" fmla="*/ 804037 h 825984"/>
              <a:gd name="csX374" fmla="*/ 64449 w 1723042"/>
              <a:gd name="csY374" fmla="*/ 804028 h 825984"/>
              <a:gd name="csX375" fmla="*/ 64620 w 1723042"/>
              <a:gd name="csY375" fmla="*/ 804019 h 825984"/>
              <a:gd name="csX376" fmla="*/ 64793 w 1723042"/>
              <a:gd name="csY376" fmla="*/ 804010 h 825984"/>
              <a:gd name="csX377" fmla="*/ 64965 w 1723042"/>
              <a:gd name="csY377" fmla="*/ 803993 h 825984"/>
              <a:gd name="csX378" fmla="*/ 65137 w 1723042"/>
              <a:gd name="csY378" fmla="*/ 803984 h 825984"/>
              <a:gd name="csX379" fmla="*/ 65310 w 1723042"/>
              <a:gd name="csY379" fmla="*/ 803975 h 825984"/>
              <a:gd name="csX380" fmla="*/ 65482 w 1723042"/>
              <a:gd name="csY380" fmla="*/ 803966 h 825984"/>
              <a:gd name="csX381" fmla="*/ 65655 w 1723042"/>
              <a:gd name="csY381" fmla="*/ 803948 h 825984"/>
              <a:gd name="csX382" fmla="*/ 65827 w 1723042"/>
              <a:gd name="csY382" fmla="*/ 803939 h 825984"/>
              <a:gd name="csX383" fmla="*/ 65999 w 1723042"/>
              <a:gd name="csY383" fmla="*/ 803930 h 825984"/>
              <a:gd name="csX384" fmla="*/ 66172 w 1723042"/>
              <a:gd name="csY384" fmla="*/ 803922 h 825984"/>
              <a:gd name="csX385" fmla="*/ 66343 w 1723042"/>
              <a:gd name="csY385" fmla="*/ 803913 h 825984"/>
              <a:gd name="csX386" fmla="*/ 66516 w 1723042"/>
              <a:gd name="csY386" fmla="*/ 803895 h 825984"/>
              <a:gd name="csX387" fmla="*/ 66689 w 1723042"/>
              <a:gd name="csY387" fmla="*/ 803886 h 825984"/>
              <a:gd name="csX388" fmla="*/ 66860 w 1723042"/>
              <a:gd name="csY388" fmla="*/ 803877 h 825984"/>
              <a:gd name="csX389" fmla="*/ 67033 w 1723042"/>
              <a:gd name="csY389" fmla="*/ 803868 h 825984"/>
              <a:gd name="csX390" fmla="*/ 67206 w 1723042"/>
              <a:gd name="csY390" fmla="*/ 803850 h 825984"/>
              <a:gd name="csX391" fmla="*/ 67378 w 1723042"/>
              <a:gd name="csY391" fmla="*/ 803841 h 825984"/>
              <a:gd name="csX392" fmla="*/ 67550 w 1723042"/>
              <a:gd name="csY392" fmla="*/ 803833 h 825984"/>
              <a:gd name="csX393" fmla="*/ 67722 w 1723042"/>
              <a:gd name="csY393" fmla="*/ 803824 h 825984"/>
              <a:gd name="csX394" fmla="*/ 67895 w 1723042"/>
              <a:gd name="csY394" fmla="*/ 803806 h 825984"/>
              <a:gd name="csX395" fmla="*/ 68067 w 1723042"/>
              <a:gd name="csY395" fmla="*/ 803797 h 825984"/>
              <a:gd name="csX396" fmla="*/ 68239 w 1723042"/>
              <a:gd name="csY396" fmla="*/ 803788 h 825984"/>
              <a:gd name="csX397" fmla="*/ 68412 w 1723042"/>
              <a:gd name="csY397" fmla="*/ 803779 h 825984"/>
              <a:gd name="csX398" fmla="*/ 68584 w 1723042"/>
              <a:gd name="csY398" fmla="*/ 803770 h 825984"/>
              <a:gd name="csX399" fmla="*/ 68756 w 1723042"/>
              <a:gd name="csY399" fmla="*/ 803752 h 825984"/>
              <a:gd name="csX400" fmla="*/ 68929 w 1723042"/>
              <a:gd name="csY400" fmla="*/ 803744 h 825984"/>
              <a:gd name="csX401" fmla="*/ 69101 w 1723042"/>
              <a:gd name="csY401" fmla="*/ 803735 h 825984"/>
              <a:gd name="csX402" fmla="*/ 69273 w 1723042"/>
              <a:gd name="csY402" fmla="*/ 803726 h 825984"/>
              <a:gd name="csX403" fmla="*/ 69446 w 1723042"/>
              <a:gd name="csY403" fmla="*/ 803708 h 825984"/>
              <a:gd name="csX404" fmla="*/ 69618 w 1723042"/>
              <a:gd name="csY404" fmla="*/ 803699 h 825984"/>
              <a:gd name="csX405" fmla="*/ 69790 w 1723042"/>
              <a:gd name="csY405" fmla="*/ 803690 h 825984"/>
              <a:gd name="csX406" fmla="*/ 69963 w 1723042"/>
              <a:gd name="csY406" fmla="*/ 803681 h 825984"/>
              <a:gd name="csX407" fmla="*/ 70135 w 1723042"/>
              <a:gd name="csY407" fmla="*/ 803663 h 825984"/>
              <a:gd name="csX408" fmla="*/ 70307 w 1723042"/>
              <a:gd name="csY408" fmla="*/ 803655 h 825984"/>
              <a:gd name="csX409" fmla="*/ 70479 w 1723042"/>
              <a:gd name="csY409" fmla="*/ 803646 h 825984"/>
              <a:gd name="csX410" fmla="*/ 70652 w 1723042"/>
              <a:gd name="csY410" fmla="*/ 803637 h 825984"/>
              <a:gd name="csX411" fmla="*/ 70824 w 1723042"/>
              <a:gd name="csY411" fmla="*/ 803619 h 825984"/>
              <a:gd name="csX412" fmla="*/ 70996 w 1723042"/>
              <a:gd name="csY412" fmla="*/ 803610 h 825984"/>
              <a:gd name="csX413" fmla="*/ 71169 w 1723042"/>
              <a:gd name="csY413" fmla="*/ 803601 h 825984"/>
              <a:gd name="csX414" fmla="*/ 71342 w 1723042"/>
              <a:gd name="csY414" fmla="*/ 803592 h 825984"/>
              <a:gd name="csX415" fmla="*/ 71513 w 1723042"/>
              <a:gd name="csY415" fmla="*/ 803575 h 825984"/>
              <a:gd name="csX416" fmla="*/ 71686 w 1723042"/>
              <a:gd name="csY416" fmla="*/ 803566 h 825984"/>
              <a:gd name="csX417" fmla="*/ 71858 w 1723042"/>
              <a:gd name="csY417" fmla="*/ 803557 h 825984"/>
              <a:gd name="csX418" fmla="*/ 72030 w 1723042"/>
              <a:gd name="csY418" fmla="*/ 803548 h 825984"/>
              <a:gd name="csX419" fmla="*/ 72203 w 1723042"/>
              <a:gd name="csY419" fmla="*/ 803530 h 825984"/>
              <a:gd name="csX420" fmla="*/ 72375 w 1723042"/>
              <a:gd name="csY420" fmla="*/ 803521 h 825984"/>
              <a:gd name="csX421" fmla="*/ 72547 w 1723042"/>
              <a:gd name="csY421" fmla="*/ 803512 h 825984"/>
              <a:gd name="csX422" fmla="*/ 72720 w 1723042"/>
              <a:gd name="csY422" fmla="*/ 803503 h 825984"/>
              <a:gd name="csX423" fmla="*/ 72892 w 1723042"/>
              <a:gd name="csY423" fmla="*/ 803486 h 825984"/>
              <a:gd name="csX424" fmla="*/ 73065 w 1723042"/>
              <a:gd name="csY424" fmla="*/ 803477 h 825984"/>
              <a:gd name="csX425" fmla="*/ 73236 w 1723042"/>
              <a:gd name="csY425" fmla="*/ 803468 h 825984"/>
              <a:gd name="csX426" fmla="*/ 73409 w 1723042"/>
              <a:gd name="csY426" fmla="*/ 803459 h 825984"/>
              <a:gd name="csX427" fmla="*/ 73582 w 1723042"/>
              <a:gd name="csY427" fmla="*/ 803441 h 825984"/>
              <a:gd name="csX428" fmla="*/ 73753 w 1723042"/>
              <a:gd name="csY428" fmla="*/ 803432 h 825984"/>
              <a:gd name="csX429" fmla="*/ 73926 w 1723042"/>
              <a:gd name="csY429" fmla="*/ 803423 h 825984"/>
              <a:gd name="csX430" fmla="*/ 74099 w 1723042"/>
              <a:gd name="csY430" fmla="*/ 803406 h 825984"/>
              <a:gd name="csX431" fmla="*/ 74270 w 1723042"/>
              <a:gd name="csY431" fmla="*/ 803397 h 825984"/>
              <a:gd name="csX432" fmla="*/ 74443 w 1723042"/>
              <a:gd name="csY432" fmla="*/ 803388 h 825984"/>
              <a:gd name="csX433" fmla="*/ 74615 w 1723042"/>
              <a:gd name="csY433" fmla="*/ 803379 h 825984"/>
              <a:gd name="csX434" fmla="*/ 74788 w 1723042"/>
              <a:gd name="csY434" fmla="*/ 803361 h 825984"/>
              <a:gd name="csX435" fmla="*/ 74960 w 1723042"/>
              <a:gd name="csY435" fmla="*/ 803352 h 825984"/>
              <a:gd name="csX436" fmla="*/ 75132 w 1723042"/>
              <a:gd name="csY436" fmla="*/ 803343 h 825984"/>
              <a:gd name="csX437" fmla="*/ 75305 w 1723042"/>
              <a:gd name="csY437" fmla="*/ 803334 h 825984"/>
              <a:gd name="csX438" fmla="*/ 75477 w 1723042"/>
              <a:gd name="csY438" fmla="*/ 803317 h 825984"/>
              <a:gd name="csX439" fmla="*/ 75649 w 1723042"/>
              <a:gd name="csY439" fmla="*/ 803308 h 825984"/>
              <a:gd name="csX440" fmla="*/ 75822 w 1723042"/>
              <a:gd name="csY440" fmla="*/ 803299 h 825984"/>
              <a:gd name="csX441" fmla="*/ 75993 w 1723042"/>
              <a:gd name="csY441" fmla="*/ 803281 h 825984"/>
              <a:gd name="csX442" fmla="*/ 76166 w 1723042"/>
              <a:gd name="csY442" fmla="*/ 803272 h 825984"/>
              <a:gd name="csX443" fmla="*/ 76339 w 1723042"/>
              <a:gd name="csY443" fmla="*/ 803263 h 825984"/>
              <a:gd name="csX444" fmla="*/ 76510 w 1723042"/>
              <a:gd name="csY444" fmla="*/ 803254 h 825984"/>
              <a:gd name="csX445" fmla="*/ 76683 w 1723042"/>
              <a:gd name="csY445" fmla="*/ 803236 h 825984"/>
              <a:gd name="csX446" fmla="*/ 76856 w 1723042"/>
              <a:gd name="csY446" fmla="*/ 803228 h 825984"/>
              <a:gd name="csX447" fmla="*/ 77028 w 1723042"/>
              <a:gd name="csY447" fmla="*/ 803219 h 825984"/>
              <a:gd name="csX448" fmla="*/ 77200 w 1723042"/>
              <a:gd name="csY448" fmla="*/ 803201 h 825984"/>
              <a:gd name="csX449" fmla="*/ 77372 w 1723042"/>
              <a:gd name="csY449" fmla="*/ 803192 h 825984"/>
              <a:gd name="csX450" fmla="*/ 77545 w 1723042"/>
              <a:gd name="csY450" fmla="*/ 803183 h 825984"/>
              <a:gd name="csX451" fmla="*/ 77717 w 1723042"/>
              <a:gd name="csY451" fmla="*/ 803174 h 825984"/>
              <a:gd name="csX452" fmla="*/ 77889 w 1723042"/>
              <a:gd name="csY452" fmla="*/ 803156 h 825984"/>
              <a:gd name="csX453" fmla="*/ 78062 w 1723042"/>
              <a:gd name="csY453" fmla="*/ 803148 h 825984"/>
              <a:gd name="csX454" fmla="*/ 78234 w 1723042"/>
              <a:gd name="csY454" fmla="*/ 803139 h 825984"/>
              <a:gd name="csX455" fmla="*/ 78406 w 1723042"/>
              <a:gd name="csY455" fmla="*/ 803121 h 825984"/>
              <a:gd name="csX456" fmla="*/ 78579 w 1723042"/>
              <a:gd name="csY456" fmla="*/ 803112 h 825984"/>
              <a:gd name="csX457" fmla="*/ 78751 w 1723042"/>
              <a:gd name="csY457" fmla="*/ 803103 h 825984"/>
              <a:gd name="csX458" fmla="*/ 78923 w 1723042"/>
              <a:gd name="csY458" fmla="*/ 803094 h 825984"/>
              <a:gd name="csX459" fmla="*/ 79096 w 1723042"/>
              <a:gd name="csY459" fmla="*/ 803076 h 825984"/>
              <a:gd name="csX460" fmla="*/ 79268 w 1723042"/>
              <a:gd name="csY460" fmla="*/ 803067 h 825984"/>
              <a:gd name="csX461" fmla="*/ 79440 w 1723042"/>
              <a:gd name="csY461" fmla="*/ 803059 h 825984"/>
              <a:gd name="csX462" fmla="*/ 79613 w 1723042"/>
              <a:gd name="csY462" fmla="*/ 803041 h 825984"/>
              <a:gd name="csX463" fmla="*/ 79785 w 1723042"/>
              <a:gd name="csY463" fmla="*/ 803032 h 825984"/>
              <a:gd name="csX464" fmla="*/ 79957 w 1723042"/>
              <a:gd name="csY464" fmla="*/ 803023 h 825984"/>
              <a:gd name="csX465" fmla="*/ 80129 w 1723042"/>
              <a:gd name="csY465" fmla="*/ 803014 h 825984"/>
              <a:gd name="csX466" fmla="*/ 80302 w 1723042"/>
              <a:gd name="csY466" fmla="*/ 802996 h 825984"/>
              <a:gd name="csX467" fmla="*/ 80475 w 1723042"/>
              <a:gd name="csY467" fmla="*/ 802987 h 825984"/>
              <a:gd name="csX468" fmla="*/ 80646 w 1723042"/>
              <a:gd name="csY468" fmla="*/ 802978 h 825984"/>
              <a:gd name="csX469" fmla="*/ 80819 w 1723042"/>
              <a:gd name="csY469" fmla="*/ 802961 h 825984"/>
              <a:gd name="csX470" fmla="*/ 80992 w 1723042"/>
              <a:gd name="csY470" fmla="*/ 802952 h 825984"/>
              <a:gd name="csX471" fmla="*/ 81163 w 1723042"/>
              <a:gd name="csY471" fmla="*/ 802943 h 825984"/>
              <a:gd name="csX472" fmla="*/ 81336 w 1723042"/>
              <a:gd name="csY472" fmla="*/ 802925 h 825984"/>
              <a:gd name="csX473" fmla="*/ 81508 w 1723042"/>
              <a:gd name="csY473" fmla="*/ 802916 h 825984"/>
              <a:gd name="csX474" fmla="*/ 81680 w 1723042"/>
              <a:gd name="csY474" fmla="*/ 802907 h 825984"/>
              <a:gd name="csX475" fmla="*/ 81853 w 1723042"/>
              <a:gd name="csY475" fmla="*/ 802889 h 825984"/>
              <a:gd name="csX476" fmla="*/ 82025 w 1723042"/>
              <a:gd name="csY476" fmla="*/ 802881 h 825984"/>
              <a:gd name="csX477" fmla="*/ 82197 w 1723042"/>
              <a:gd name="csY477" fmla="*/ 802872 h 825984"/>
              <a:gd name="csX478" fmla="*/ 82370 w 1723042"/>
              <a:gd name="csY478" fmla="*/ 802863 h 825984"/>
              <a:gd name="csX479" fmla="*/ 82542 w 1723042"/>
              <a:gd name="csY479" fmla="*/ 802845 h 825984"/>
              <a:gd name="csX480" fmla="*/ 82715 w 1723042"/>
              <a:gd name="csY480" fmla="*/ 802836 h 825984"/>
              <a:gd name="csX481" fmla="*/ 82886 w 1723042"/>
              <a:gd name="csY481" fmla="*/ 802827 h 825984"/>
              <a:gd name="csX482" fmla="*/ 83059 w 1723042"/>
              <a:gd name="csY482" fmla="*/ 802809 h 825984"/>
              <a:gd name="csX483" fmla="*/ 83232 w 1723042"/>
              <a:gd name="csY483" fmla="*/ 802801 h 825984"/>
              <a:gd name="csX484" fmla="*/ 83403 w 1723042"/>
              <a:gd name="csY484" fmla="*/ 802792 h 825984"/>
              <a:gd name="csX485" fmla="*/ 83576 w 1723042"/>
              <a:gd name="csY485" fmla="*/ 802774 h 825984"/>
              <a:gd name="csX486" fmla="*/ 83749 w 1723042"/>
              <a:gd name="csY486" fmla="*/ 802765 h 825984"/>
              <a:gd name="csX487" fmla="*/ 83920 w 1723042"/>
              <a:gd name="csY487" fmla="*/ 802756 h 825984"/>
              <a:gd name="csX488" fmla="*/ 84093 w 1723042"/>
              <a:gd name="csY488" fmla="*/ 802738 h 825984"/>
              <a:gd name="csX489" fmla="*/ 84265 w 1723042"/>
              <a:gd name="csY489" fmla="*/ 802729 h 825984"/>
              <a:gd name="csX490" fmla="*/ 84438 w 1723042"/>
              <a:gd name="csY490" fmla="*/ 802721 h 825984"/>
              <a:gd name="csX491" fmla="*/ 84610 w 1723042"/>
              <a:gd name="csY491" fmla="*/ 802703 h 825984"/>
              <a:gd name="csX492" fmla="*/ 84782 w 1723042"/>
              <a:gd name="csY492" fmla="*/ 802694 h 825984"/>
              <a:gd name="csX493" fmla="*/ 84955 w 1723042"/>
              <a:gd name="csY493" fmla="*/ 802685 h 825984"/>
              <a:gd name="csX494" fmla="*/ 85127 w 1723042"/>
              <a:gd name="csY494" fmla="*/ 802667 h 825984"/>
              <a:gd name="csX495" fmla="*/ 85299 w 1723042"/>
              <a:gd name="csY495" fmla="*/ 802658 h 825984"/>
              <a:gd name="csX496" fmla="*/ 85472 w 1723042"/>
              <a:gd name="csY496" fmla="*/ 802649 h 825984"/>
              <a:gd name="csX497" fmla="*/ 85643 w 1723042"/>
              <a:gd name="csY497" fmla="*/ 802632 h 825984"/>
              <a:gd name="csX498" fmla="*/ 85816 w 1723042"/>
              <a:gd name="csY498" fmla="*/ 802623 h 825984"/>
              <a:gd name="csX499" fmla="*/ 85989 w 1723042"/>
              <a:gd name="csY499" fmla="*/ 802614 h 825984"/>
              <a:gd name="csX500" fmla="*/ 86161 w 1723042"/>
              <a:gd name="csY500" fmla="*/ 802596 h 825984"/>
              <a:gd name="csX501" fmla="*/ 86333 w 1723042"/>
              <a:gd name="csY501" fmla="*/ 802587 h 825984"/>
              <a:gd name="csX502" fmla="*/ 86506 w 1723042"/>
              <a:gd name="csY502" fmla="*/ 802578 h 825984"/>
              <a:gd name="csX503" fmla="*/ 86678 w 1723042"/>
              <a:gd name="csY503" fmla="*/ 802560 h 825984"/>
              <a:gd name="csX504" fmla="*/ 86850 w 1723042"/>
              <a:gd name="csY504" fmla="*/ 802551 h 825984"/>
              <a:gd name="csX505" fmla="*/ 87022 w 1723042"/>
              <a:gd name="csY505" fmla="*/ 802543 h 825984"/>
              <a:gd name="csX506" fmla="*/ 87195 w 1723042"/>
              <a:gd name="csY506" fmla="*/ 802525 h 825984"/>
              <a:gd name="csX507" fmla="*/ 87367 w 1723042"/>
              <a:gd name="csY507" fmla="*/ 802516 h 825984"/>
              <a:gd name="csX508" fmla="*/ 87539 w 1723042"/>
              <a:gd name="csY508" fmla="*/ 802507 h 825984"/>
              <a:gd name="csX509" fmla="*/ 87712 w 1723042"/>
              <a:gd name="csY509" fmla="*/ 802489 h 825984"/>
              <a:gd name="csX510" fmla="*/ 87884 w 1723042"/>
              <a:gd name="csY510" fmla="*/ 802480 h 825984"/>
              <a:gd name="csX511" fmla="*/ 88056 w 1723042"/>
              <a:gd name="csY511" fmla="*/ 802471 h 825984"/>
              <a:gd name="csX512" fmla="*/ 88229 w 1723042"/>
              <a:gd name="csY512" fmla="*/ 802454 h 825984"/>
              <a:gd name="csX513" fmla="*/ 88401 w 1723042"/>
              <a:gd name="csY513" fmla="*/ 802445 h 825984"/>
              <a:gd name="csX514" fmla="*/ 88573 w 1723042"/>
              <a:gd name="csY514" fmla="*/ 802436 h 825984"/>
              <a:gd name="csX515" fmla="*/ 88746 w 1723042"/>
              <a:gd name="csY515" fmla="*/ 802418 h 825984"/>
              <a:gd name="csX516" fmla="*/ 88918 w 1723042"/>
              <a:gd name="csY516" fmla="*/ 802409 h 825984"/>
              <a:gd name="csX517" fmla="*/ 89090 w 1723042"/>
              <a:gd name="csY517" fmla="*/ 802400 h 825984"/>
              <a:gd name="csX518" fmla="*/ 89263 w 1723042"/>
              <a:gd name="csY518" fmla="*/ 802382 h 825984"/>
              <a:gd name="csX519" fmla="*/ 89435 w 1723042"/>
              <a:gd name="csY519" fmla="*/ 802374 h 825984"/>
              <a:gd name="csX520" fmla="*/ 89607 w 1723042"/>
              <a:gd name="csY520" fmla="*/ 802365 h 825984"/>
              <a:gd name="csX521" fmla="*/ 89779 w 1723042"/>
              <a:gd name="csY521" fmla="*/ 802347 h 825984"/>
              <a:gd name="csX522" fmla="*/ 89952 w 1723042"/>
              <a:gd name="csY522" fmla="*/ 802338 h 825984"/>
              <a:gd name="csX523" fmla="*/ 90125 w 1723042"/>
              <a:gd name="csY523" fmla="*/ 802320 h 825984"/>
              <a:gd name="csX524" fmla="*/ 90296 w 1723042"/>
              <a:gd name="csY524" fmla="*/ 802311 h 825984"/>
              <a:gd name="csX525" fmla="*/ 90469 w 1723042"/>
              <a:gd name="csY525" fmla="*/ 802302 h 825984"/>
              <a:gd name="csX526" fmla="*/ 90641 w 1723042"/>
              <a:gd name="csY526" fmla="*/ 802285 h 825984"/>
              <a:gd name="csX527" fmla="*/ 90813 w 1723042"/>
              <a:gd name="csY527" fmla="*/ 802276 h 825984"/>
              <a:gd name="csX528" fmla="*/ 90986 w 1723042"/>
              <a:gd name="csY528" fmla="*/ 802267 h 825984"/>
              <a:gd name="csX529" fmla="*/ 91158 w 1723042"/>
              <a:gd name="csY529" fmla="*/ 802249 h 825984"/>
              <a:gd name="csX530" fmla="*/ 91330 w 1723042"/>
              <a:gd name="csY530" fmla="*/ 802240 h 825984"/>
              <a:gd name="csX531" fmla="*/ 91503 w 1723042"/>
              <a:gd name="csY531" fmla="*/ 802231 h 825984"/>
              <a:gd name="csX532" fmla="*/ 91675 w 1723042"/>
              <a:gd name="csY532" fmla="*/ 802213 h 825984"/>
              <a:gd name="csX533" fmla="*/ 91848 w 1723042"/>
              <a:gd name="csY533" fmla="*/ 802204 h 825984"/>
              <a:gd name="csX534" fmla="*/ 92020 w 1723042"/>
              <a:gd name="csY534" fmla="*/ 802187 h 825984"/>
              <a:gd name="csX535" fmla="*/ 92192 w 1723042"/>
              <a:gd name="csY535" fmla="*/ 802178 h 825984"/>
              <a:gd name="csX536" fmla="*/ 92365 w 1723042"/>
              <a:gd name="csY536" fmla="*/ 802169 h 825984"/>
              <a:gd name="csX537" fmla="*/ 92536 w 1723042"/>
              <a:gd name="csY537" fmla="*/ 802151 h 825984"/>
              <a:gd name="csX538" fmla="*/ 92709 w 1723042"/>
              <a:gd name="csY538" fmla="*/ 802142 h 825984"/>
              <a:gd name="csX539" fmla="*/ 92882 w 1723042"/>
              <a:gd name="csY539" fmla="*/ 802133 h 825984"/>
              <a:gd name="csX540" fmla="*/ 93053 w 1723042"/>
              <a:gd name="csY540" fmla="*/ 802116 h 825984"/>
              <a:gd name="csX541" fmla="*/ 93226 w 1723042"/>
              <a:gd name="csY541" fmla="*/ 802107 h 825984"/>
              <a:gd name="csX542" fmla="*/ 93399 w 1723042"/>
              <a:gd name="csY542" fmla="*/ 802089 h 825984"/>
              <a:gd name="csX543" fmla="*/ 93570 w 1723042"/>
              <a:gd name="csY543" fmla="*/ 802080 h 825984"/>
              <a:gd name="csX544" fmla="*/ 93743 w 1723042"/>
              <a:gd name="csY544" fmla="*/ 802071 h 825984"/>
              <a:gd name="csX545" fmla="*/ 93915 w 1723042"/>
              <a:gd name="csY545" fmla="*/ 802053 h 825984"/>
              <a:gd name="csX546" fmla="*/ 94088 w 1723042"/>
              <a:gd name="csY546" fmla="*/ 802044 h 825984"/>
              <a:gd name="csX547" fmla="*/ 94260 w 1723042"/>
              <a:gd name="csY547" fmla="*/ 802035 h 825984"/>
              <a:gd name="csX548" fmla="*/ 94432 w 1723042"/>
              <a:gd name="csY548" fmla="*/ 802018 h 825984"/>
              <a:gd name="csX549" fmla="*/ 94605 w 1723042"/>
              <a:gd name="csY549" fmla="*/ 802009 h 825984"/>
              <a:gd name="csX550" fmla="*/ 94777 w 1723042"/>
              <a:gd name="csY550" fmla="*/ 801991 h 825984"/>
              <a:gd name="csX551" fmla="*/ 94949 w 1723042"/>
              <a:gd name="csY551" fmla="*/ 801982 h 825984"/>
              <a:gd name="csX552" fmla="*/ 95122 w 1723042"/>
              <a:gd name="csY552" fmla="*/ 801973 h 825984"/>
              <a:gd name="csX553" fmla="*/ 95293 w 1723042"/>
              <a:gd name="csY553" fmla="*/ 801955 h 825984"/>
              <a:gd name="csX554" fmla="*/ 95466 w 1723042"/>
              <a:gd name="csY554" fmla="*/ 801947 h 825984"/>
              <a:gd name="csX555" fmla="*/ 95639 w 1723042"/>
              <a:gd name="csY555" fmla="*/ 801929 h 825984"/>
              <a:gd name="csX556" fmla="*/ 95811 w 1723042"/>
              <a:gd name="csY556" fmla="*/ 801920 h 825984"/>
              <a:gd name="csX557" fmla="*/ 95983 w 1723042"/>
              <a:gd name="csY557" fmla="*/ 801911 h 825984"/>
              <a:gd name="csX558" fmla="*/ 96156 w 1723042"/>
              <a:gd name="csY558" fmla="*/ 801893 h 825984"/>
              <a:gd name="csX559" fmla="*/ 96328 w 1723042"/>
              <a:gd name="csY559" fmla="*/ 801884 h 825984"/>
              <a:gd name="csX560" fmla="*/ 96500 w 1723042"/>
              <a:gd name="csY560" fmla="*/ 801875 h 825984"/>
              <a:gd name="csX561" fmla="*/ 96672 w 1723042"/>
              <a:gd name="csY561" fmla="*/ 801857 h 825984"/>
              <a:gd name="csX562" fmla="*/ 96845 w 1723042"/>
              <a:gd name="csY562" fmla="*/ 801849 h 825984"/>
              <a:gd name="csX563" fmla="*/ 97017 w 1723042"/>
              <a:gd name="csY563" fmla="*/ 801831 h 825984"/>
              <a:gd name="csX564" fmla="*/ 97189 w 1723042"/>
              <a:gd name="csY564" fmla="*/ 801822 h 825984"/>
              <a:gd name="csX565" fmla="*/ 97362 w 1723042"/>
              <a:gd name="csY565" fmla="*/ 801813 h 825984"/>
              <a:gd name="csX566" fmla="*/ 97534 w 1723042"/>
              <a:gd name="csY566" fmla="*/ 801795 h 825984"/>
              <a:gd name="csX567" fmla="*/ 97706 w 1723042"/>
              <a:gd name="csY567" fmla="*/ 801786 h 825984"/>
              <a:gd name="csX568" fmla="*/ 97879 w 1723042"/>
              <a:gd name="csY568" fmla="*/ 801769 h 825984"/>
              <a:gd name="csX569" fmla="*/ 98051 w 1723042"/>
              <a:gd name="csY569" fmla="*/ 801760 h 825984"/>
              <a:gd name="csX570" fmla="*/ 98223 w 1723042"/>
              <a:gd name="csY570" fmla="*/ 801751 h 825984"/>
              <a:gd name="csX571" fmla="*/ 98396 w 1723042"/>
              <a:gd name="csY571" fmla="*/ 801733 h 825984"/>
              <a:gd name="csX572" fmla="*/ 98568 w 1723042"/>
              <a:gd name="csY572" fmla="*/ 801724 h 825984"/>
              <a:gd name="csX573" fmla="*/ 98740 w 1723042"/>
              <a:gd name="csY573" fmla="*/ 801706 h 825984"/>
              <a:gd name="csX574" fmla="*/ 98913 w 1723042"/>
              <a:gd name="csY574" fmla="*/ 801697 h 825984"/>
              <a:gd name="csX575" fmla="*/ 99085 w 1723042"/>
              <a:gd name="csY575" fmla="*/ 801680 h 825984"/>
              <a:gd name="csX576" fmla="*/ 99257 w 1723042"/>
              <a:gd name="csY576" fmla="*/ 801671 h 825984"/>
              <a:gd name="csX577" fmla="*/ 99429 w 1723042"/>
              <a:gd name="csY577" fmla="*/ 801662 h 825984"/>
              <a:gd name="csX578" fmla="*/ 99602 w 1723042"/>
              <a:gd name="csY578" fmla="*/ 801644 h 825984"/>
              <a:gd name="csX579" fmla="*/ 99775 w 1723042"/>
              <a:gd name="csY579" fmla="*/ 801635 h 825984"/>
              <a:gd name="csX580" fmla="*/ 99946 w 1723042"/>
              <a:gd name="csY580" fmla="*/ 801617 h 825984"/>
              <a:gd name="csX581" fmla="*/ 100119 w 1723042"/>
              <a:gd name="csY581" fmla="*/ 801608 h 825984"/>
              <a:gd name="csX582" fmla="*/ 100291 w 1723042"/>
              <a:gd name="csY582" fmla="*/ 801600 h 825984"/>
              <a:gd name="csX583" fmla="*/ 100463 w 1723042"/>
              <a:gd name="csY583" fmla="*/ 801582 h 825984"/>
              <a:gd name="csX584" fmla="*/ 100636 w 1723042"/>
              <a:gd name="csY584" fmla="*/ 801573 h 825984"/>
              <a:gd name="csX585" fmla="*/ 100808 w 1723042"/>
              <a:gd name="csY585" fmla="*/ 801555 h 825984"/>
              <a:gd name="csX586" fmla="*/ 100980 w 1723042"/>
              <a:gd name="csY586" fmla="*/ 801546 h 825984"/>
              <a:gd name="csX587" fmla="*/ 101153 w 1723042"/>
              <a:gd name="csY587" fmla="*/ 801528 h 825984"/>
              <a:gd name="csX588" fmla="*/ 101325 w 1723042"/>
              <a:gd name="csY588" fmla="*/ 801520 h 825984"/>
              <a:gd name="csX589" fmla="*/ 101498 w 1723042"/>
              <a:gd name="csY589" fmla="*/ 801511 h 825984"/>
              <a:gd name="csX590" fmla="*/ 101670 w 1723042"/>
              <a:gd name="csY590" fmla="*/ 801493 h 825984"/>
              <a:gd name="csX591" fmla="*/ 101842 w 1723042"/>
              <a:gd name="csY591" fmla="*/ 801484 h 825984"/>
              <a:gd name="csX592" fmla="*/ 102015 w 1723042"/>
              <a:gd name="csY592" fmla="*/ 801466 h 825984"/>
              <a:gd name="csX593" fmla="*/ 102186 w 1723042"/>
              <a:gd name="csY593" fmla="*/ 801457 h 825984"/>
              <a:gd name="csX594" fmla="*/ 102359 w 1723042"/>
              <a:gd name="csY594" fmla="*/ 801439 h 825984"/>
              <a:gd name="csX595" fmla="*/ 102532 w 1723042"/>
              <a:gd name="csY595" fmla="*/ 801430 h 825984"/>
              <a:gd name="csX596" fmla="*/ 102703 w 1723042"/>
              <a:gd name="csY596" fmla="*/ 801422 h 825984"/>
              <a:gd name="csX597" fmla="*/ 102876 w 1723042"/>
              <a:gd name="csY597" fmla="*/ 801404 h 825984"/>
              <a:gd name="csX598" fmla="*/ 103048 w 1723042"/>
              <a:gd name="csY598" fmla="*/ 801395 h 825984"/>
              <a:gd name="csX599" fmla="*/ 103221 w 1723042"/>
              <a:gd name="csY599" fmla="*/ 801377 h 825984"/>
              <a:gd name="csX600" fmla="*/ 103393 w 1723042"/>
              <a:gd name="csY600" fmla="*/ 801368 h 825984"/>
              <a:gd name="csX601" fmla="*/ 103565 w 1723042"/>
              <a:gd name="csY601" fmla="*/ 801350 h 825984"/>
              <a:gd name="csX602" fmla="*/ 103738 w 1723042"/>
              <a:gd name="csY602" fmla="*/ 801342 h 825984"/>
              <a:gd name="csX603" fmla="*/ 103910 w 1723042"/>
              <a:gd name="csY603" fmla="*/ 801333 h 825984"/>
              <a:gd name="csX604" fmla="*/ 104082 w 1723042"/>
              <a:gd name="csY604" fmla="*/ 801315 h 825984"/>
              <a:gd name="csX605" fmla="*/ 104255 w 1723042"/>
              <a:gd name="csY605" fmla="*/ 801306 h 825984"/>
              <a:gd name="csX606" fmla="*/ 104427 w 1723042"/>
              <a:gd name="csY606" fmla="*/ 801288 h 825984"/>
              <a:gd name="csX607" fmla="*/ 104599 w 1723042"/>
              <a:gd name="csY607" fmla="*/ 801279 h 825984"/>
              <a:gd name="csX608" fmla="*/ 104772 w 1723042"/>
              <a:gd name="csY608" fmla="*/ 801261 h 825984"/>
              <a:gd name="csX609" fmla="*/ 104943 w 1723042"/>
              <a:gd name="csY609" fmla="*/ 801253 h 825984"/>
              <a:gd name="csX610" fmla="*/ 105116 w 1723042"/>
              <a:gd name="csY610" fmla="*/ 801235 h 825984"/>
              <a:gd name="csX611" fmla="*/ 105289 w 1723042"/>
              <a:gd name="csY611" fmla="*/ 801226 h 825984"/>
              <a:gd name="csX612" fmla="*/ 105461 w 1723042"/>
              <a:gd name="csY612" fmla="*/ 801217 h 825984"/>
              <a:gd name="csX613" fmla="*/ 105633 w 1723042"/>
              <a:gd name="csY613" fmla="*/ 801199 h 825984"/>
              <a:gd name="csX614" fmla="*/ 105805 w 1723042"/>
              <a:gd name="csY614" fmla="*/ 801190 h 825984"/>
              <a:gd name="csX615" fmla="*/ 105978 w 1723042"/>
              <a:gd name="csY615" fmla="*/ 801173 h 825984"/>
              <a:gd name="csX616" fmla="*/ 106150 w 1723042"/>
              <a:gd name="csY616" fmla="*/ 801164 h 825984"/>
              <a:gd name="csX617" fmla="*/ 106322 w 1723042"/>
              <a:gd name="csY617" fmla="*/ 801146 h 825984"/>
              <a:gd name="csX618" fmla="*/ 106495 w 1723042"/>
              <a:gd name="csY618" fmla="*/ 801137 h 825984"/>
              <a:gd name="csX619" fmla="*/ 106667 w 1723042"/>
              <a:gd name="csY619" fmla="*/ 801119 h 825984"/>
              <a:gd name="csX620" fmla="*/ 106839 w 1723042"/>
              <a:gd name="csY620" fmla="*/ 801110 h 825984"/>
              <a:gd name="csX621" fmla="*/ 107012 w 1723042"/>
              <a:gd name="csY621" fmla="*/ 801092 h 825984"/>
              <a:gd name="csX622" fmla="*/ 107184 w 1723042"/>
              <a:gd name="csY622" fmla="*/ 801083 h 825984"/>
              <a:gd name="csX623" fmla="*/ 107356 w 1723042"/>
              <a:gd name="csY623" fmla="*/ 801075 h 825984"/>
              <a:gd name="csX624" fmla="*/ 107529 w 1723042"/>
              <a:gd name="csY624" fmla="*/ 801057 h 825984"/>
              <a:gd name="csX625" fmla="*/ 107701 w 1723042"/>
              <a:gd name="csY625" fmla="*/ 801048 h 825984"/>
              <a:gd name="csX626" fmla="*/ 107873 w 1723042"/>
              <a:gd name="csY626" fmla="*/ 801030 h 825984"/>
              <a:gd name="csX627" fmla="*/ 108046 w 1723042"/>
              <a:gd name="csY627" fmla="*/ 801021 h 825984"/>
              <a:gd name="csX628" fmla="*/ 108218 w 1723042"/>
              <a:gd name="csY628" fmla="*/ 801003 h 825984"/>
              <a:gd name="csX629" fmla="*/ 108390 w 1723042"/>
              <a:gd name="csY629" fmla="*/ 800995 h 825984"/>
              <a:gd name="csX630" fmla="*/ 108562 w 1723042"/>
              <a:gd name="csY630" fmla="*/ 800977 h 825984"/>
              <a:gd name="csX631" fmla="*/ 108735 w 1723042"/>
              <a:gd name="csY631" fmla="*/ 800968 h 825984"/>
              <a:gd name="csX632" fmla="*/ 108908 w 1723042"/>
              <a:gd name="csY632" fmla="*/ 800950 h 825984"/>
              <a:gd name="csX633" fmla="*/ 109079 w 1723042"/>
              <a:gd name="csY633" fmla="*/ 800941 h 825984"/>
              <a:gd name="csX634" fmla="*/ 109252 w 1723042"/>
              <a:gd name="csY634" fmla="*/ 800923 h 825984"/>
              <a:gd name="csX635" fmla="*/ 109425 w 1723042"/>
              <a:gd name="csY635" fmla="*/ 800915 h 825984"/>
              <a:gd name="csX636" fmla="*/ 109596 w 1723042"/>
              <a:gd name="csY636" fmla="*/ 800897 h 825984"/>
              <a:gd name="csX637" fmla="*/ 109769 w 1723042"/>
              <a:gd name="csY637" fmla="*/ 800888 h 825984"/>
              <a:gd name="csX638" fmla="*/ 109941 w 1723042"/>
              <a:gd name="csY638" fmla="*/ 800870 h 825984"/>
              <a:gd name="csX639" fmla="*/ 110113 w 1723042"/>
              <a:gd name="csY639" fmla="*/ 800861 h 825984"/>
              <a:gd name="csX640" fmla="*/ 110286 w 1723042"/>
              <a:gd name="csY640" fmla="*/ 800843 h 825984"/>
              <a:gd name="csX641" fmla="*/ 110458 w 1723042"/>
              <a:gd name="csY641" fmla="*/ 800834 h 825984"/>
              <a:gd name="csX642" fmla="*/ 110631 w 1723042"/>
              <a:gd name="csY642" fmla="*/ 800826 h 825984"/>
              <a:gd name="csX643" fmla="*/ 110803 w 1723042"/>
              <a:gd name="csY643" fmla="*/ 800808 h 825984"/>
              <a:gd name="csX644" fmla="*/ 110975 w 1723042"/>
              <a:gd name="csY644" fmla="*/ 800799 h 825984"/>
              <a:gd name="csX645" fmla="*/ 111148 w 1723042"/>
              <a:gd name="csY645" fmla="*/ 800781 h 825984"/>
              <a:gd name="csX646" fmla="*/ 111319 w 1723042"/>
              <a:gd name="csY646" fmla="*/ 800772 h 825984"/>
              <a:gd name="csX647" fmla="*/ 111492 w 1723042"/>
              <a:gd name="csY647" fmla="*/ 800754 h 825984"/>
              <a:gd name="csX648" fmla="*/ 111665 w 1723042"/>
              <a:gd name="csY648" fmla="*/ 800745 h 825984"/>
              <a:gd name="csX649" fmla="*/ 111836 w 1723042"/>
              <a:gd name="csY649" fmla="*/ 800728 h 825984"/>
              <a:gd name="csX650" fmla="*/ 112009 w 1723042"/>
              <a:gd name="csY650" fmla="*/ 800719 h 825984"/>
              <a:gd name="csX651" fmla="*/ 112182 w 1723042"/>
              <a:gd name="csY651" fmla="*/ 800701 h 825984"/>
              <a:gd name="csX652" fmla="*/ 112353 w 1723042"/>
              <a:gd name="csY652" fmla="*/ 800692 h 825984"/>
              <a:gd name="csX653" fmla="*/ 112526 w 1723042"/>
              <a:gd name="csY653" fmla="*/ 800674 h 825984"/>
              <a:gd name="csX654" fmla="*/ 112698 w 1723042"/>
              <a:gd name="csY654" fmla="*/ 800665 h 825984"/>
              <a:gd name="csX655" fmla="*/ 112871 w 1723042"/>
              <a:gd name="csY655" fmla="*/ 800648 h 825984"/>
              <a:gd name="csX656" fmla="*/ 113043 w 1723042"/>
              <a:gd name="csY656" fmla="*/ 800639 h 825984"/>
              <a:gd name="csX657" fmla="*/ 113215 w 1723042"/>
              <a:gd name="csY657" fmla="*/ 800621 h 825984"/>
              <a:gd name="csX658" fmla="*/ 113388 w 1723042"/>
              <a:gd name="csY658" fmla="*/ 800612 h 825984"/>
              <a:gd name="csX659" fmla="*/ 113560 w 1723042"/>
              <a:gd name="csY659" fmla="*/ 800594 h 825984"/>
              <a:gd name="csX660" fmla="*/ 113732 w 1723042"/>
              <a:gd name="csY660" fmla="*/ 800585 h 825984"/>
              <a:gd name="csX661" fmla="*/ 113905 w 1723042"/>
              <a:gd name="csY661" fmla="*/ 800568 h 825984"/>
              <a:gd name="csX662" fmla="*/ 114077 w 1723042"/>
              <a:gd name="csY662" fmla="*/ 800559 h 825984"/>
              <a:gd name="csX663" fmla="*/ 114249 w 1723042"/>
              <a:gd name="csY663" fmla="*/ 800541 h 825984"/>
              <a:gd name="csX664" fmla="*/ 114422 w 1723042"/>
              <a:gd name="csY664" fmla="*/ 800532 h 825984"/>
              <a:gd name="csX665" fmla="*/ 114594 w 1723042"/>
              <a:gd name="csY665" fmla="*/ 800514 h 825984"/>
              <a:gd name="csX666" fmla="*/ 114766 w 1723042"/>
              <a:gd name="csY666" fmla="*/ 800505 h 825984"/>
              <a:gd name="csX667" fmla="*/ 114939 w 1723042"/>
              <a:gd name="csY667" fmla="*/ 800487 h 825984"/>
              <a:gd name="csX668" fmla="*/ 115111 w 1723042"/>
              <a:gd name="csY668" fmla="*/ 800479 h 825984"/>
              <a:gd name="csX669" fmla="*/ 115283 w 1723042"/>
              <a:gd name="csY669" fmla="*/ 800461 h 825984"/>
              <a:gd name="csX670" fmla="*/ 115455 w 1723042"/>
              <a:gd name="csY670" fmla="*/ 800452 h 825984"/>
              <a:gd name="csX671" fmla="*/ 115628 w 1723042"/>
              <a:gd name="csY671" fmla="*/ 800434 h 825984"/>
              <a:gd name="csX672" fmla="*/ 115800 w 1723042"/>
              <a:gd name="csY672" fmla="*/ 800416 h 825984"/>
              <a:gd name="csX673" fmla="*/ 115972 w 1723042"/>
              <a:gd name="csY673" fmla="*/ 800407 h 825984"/>
              <a:gd name="csX674" fmla="*/ 116145 w 1723042"/>
              <a:gd name="csY674" fmla="*/ 800390 h 825984"/>
              <a:gd name="csX675" fmla="*/ 116318 w 1723042"/>
              <a:gd name="csY675" fmla="*/ 800381 h 825984"/>
              <a:gd name="csX676" fmla="*/ 116489 w 1723042"/>
              <a:gd name="csY676" fmla="*/ 800363 h 825984"/>
              <a:gd name="csX677" fmla="*/ 116662 w 1723042"/>
              <a:gd name="csY677" fmla="*/ 800354 h 825984"/>
              <a:gd name="csX678" fmla="*/ 116834 w 1723042"/>
              <a:gd name="csY678" fmla="*/ 800336 h 825984"/>
              <a:gd name="csX679" fmla="*/ 117006 w 1723042"/>
              <a:gd name="csY679" fmla="*/ 800327 h 825984"/>
              <a:gd name="csX680" fmla="*/ 117179 w 1723042"/>
              <a:gd name="csY680" fmla="*/ 800310 h 825984"/>
              <a:gd name="csX681" fmla="*/ 117351 w 1723042"/>
              <a:gd name="csY681" fmla="*/ 800301 h 825984"/>
              <a:gd name="csX682" fmla="*/ 117523 w 1723042"/>
              <a:gd name="csY682" fmla="*/ 800283 h 825984"/>
              <a:gd name="csX683" fmla="*/ 117696 w 1723042"/>
              <a:gd name="csY683" fmla="*/ 800274 h 825984"/>
              <a:gd name="csX684" fmla="*/ 117868 w 1723042"/>
              <a:gd name="csY684" fmla="*/ 800256 h 825984"/>
              <a:gd name="csX685" fmla="*/ 118040 w 1723042"/>
              <a:gd name="csY685" fmla="*/ 800247 h 825984"/>
              <a:gd name="csX686" fmla="*/ 118212 w 1723042"/>
              <a:gd name="csY686" fmla="*/ 800229 h 825984"/>
              <a:gd name="csX687" fmla="*/ 118385 w 1723042"/>
              <a:gd name="csY687" fmla="*/ 800221 h 825984"/>
              <a:gd name="csX688" fmla="*/ 118558 w 1723042"/>
              <a:gd name="csY688" fmla="*/ 800203 h 825984"/>
              <a:gd name="csX689" fmla="*/ 118729 w 1723042"/>
              <a:gd name="csY689" fmla="*/ 800194 h 825984"/>
              <a:gd name="csX690" fmla="*/ 118902 w 1723042"/>
              <a:gd name="csY690" fmla="*/ 800176 h 825984"/>
              <a:gd name="csX691" fmla="*/ 119075 w 1723042"/>
              <a:gd name="csY691" fmla="*/ 800158 h 825984"/>
              <a:gd name="csX692" fmla="*/ 119246 w 1723042"/>
              <a:gd name="csY692" fmla="*/ 800149 h 825984"/>
              <a:gd name="csX693" fmla="*/ 119419 w 1723042"/>
              <a:gd name="csY693" fmla="*/ 800132 h 825984"/>
              <a:gd name="csX694" fmla="*/ 119591 w 1723042"/>
              <a:gd name="csY694" fmla="*/ 800123 h 825984"/>
              <a:gd name="csX695" fmla="*/ 119763 w 1723042"/>
              <a:gd name="csY695" fmla="*/ 800105 h 825984"/>
              <a:gd name="csX696" fmla="*/ 119936 w 1723042"/>
              <a:gd name="csY696" fmla="*/ 800096 h 825984"/>
              <a:gd name="csX697" fmla="*/ 120108 w 1723042"/>
              <a:gd name="csY697" fmla="*/ 800078 h 825984"/>
              <a:gd name="csX698" fmla="*/ 120281 w 1723042"/>
              <a:gd name="csY698" fmla="*/ 800069 h 825984"/>
              <a:gd name="csX699" fmla="*/ 120453 w 1723042"/>
              <a:gd name="csY699" fmla="*/ 800052 h 825984"/>
              <a:gd name="csX700" fmla="*/ 120625 w 1723042"/>
              <a:gd name="csY700" fmla="*/ 800043 h 825984"/>
              <a:gd name="csX701" fmla="*/ 120798 w 1723042"/>
              <a:gd name="csY701" fmla="*/ 800025 h 825984"/>
              <a:gd name="csX702" fmla="*/ 120969 w 1723042"/>
              <a:gd name="csY702" fmla="*/ 800007 h 825984"/>
              <a:gd name="csX703" fmla="*/ 121142 w 1723042"/>
              <a:gd name="csY703" fmla="*/ 799998 h 825984"/>
              <a:gd name="csX704" fmla="*/ 121315 w 1723042"/>
              <a:gd name="csY704" fmla="*/ 799980 h 825984"/>
              <a:gd name="csX705" fmla="*/ 121486 w 1723042"/>
              <a:gd name="csY705" fmla="*/ 799971 h 825984"/>
              <a:gd name="csX706" fmla="*/ 121659 w 1723042"/>
              <a:gd name="csY706" fmla="*/ 799954 h 825984"/>
              <a:gd name="csX707" fmla="*/ 121832 w 1723042"/>
              <a:gd name="csY707" fmla="*/ 799945 h 825984"/>
              <a:gd name="csX708" fmla="*/ 122004 w 1723042"/>
              <a:gd name="csY708" fmla="*/ 799927 h 825984"/>
              <a:gd name="csX709" fmla="*/ 122176 w 1723042"/>
              <a:gd name="csY709" fmla="*/ 799918 h 825984"/>
              <a:gd name="csX710" fmla="*/ 122348 w 1723042"/>
              <a:gd name="csY710" fmla="*/ 799900 h 825984"/>
              <a:gd name="csX711" fmla="*/ 122521 w 1723042"/>
              <a:gd name="csY711" fmla="*/ 799882 h 825984"/>
              <a:gd name="csX712" fmla="*/ 122693 w 1723042"/>
              <a:gd name="csY712" fmla="*/ 799874 h 825984"/>
              <a:gd name="csX713" fmla="*/ 122865 w 1723042"/>
              <a:gd name="csY713" fmla="*/ 799856 h 825984"/>
              <a:gd name="csX714" fmla="*/ 123038 w 1723042"/>
              <a:gd name="csY714" fmla="*/ 799847 h 825984"/>
              <a:gd name="csX715" fmla="*/ 123210 w 1723042"/>
              <a:gd name="csY715" fmla="*/ 799829 h 825984"/>
              <a:gd name="csX716" fmla="*/ 123382 w 1723042"/>
              <a:gd name="csY716" fmla="*/ 799820 h 825984"/>
              <a:gd name="csX717" fmla="*/ 123555 w 1723042"/>
              <a:gd name="csY717" fmla="*/ 799802 h 825984"/>
              <a:gd name="csX718" fmla="*/ 123726 w 1723042"/>
              <a:gd name="csY718" fmla="*/ 799785 h 825984"/>
              <a:gd name="csX719" fmla="*/ 123899 w 1723042"/>
              <a:gd name="csY719" fmla="*/ 799776 h 825984"/>
              <a:gd name="csX720" fmla="*/ 124072 w 1723042"/>
              <a:gd name="csY720" fmla="*/ 799758 h 825984"/>
              <a:gd name="csX721" fmla="*/ 124244 w 1723042"/>
              <a:gd name="csY721" fmla="*/ 799749 h 825984"/>
              <a:gd name="csX722" fmla="*/ 124416 w 1723042"/>
              <a:gd name="csY722" fmla="*/ 799731 h 825984"/>
              <a:gd name="csX723" fmla="*/ 124589 w 1723042"/>
              <a:gd name="csY723" fmla="*/ 799722 h 825984"/>
              <a:gd name="csX724" fmla="*/ 124761 w 1723042"/>
              <a:gd name="csY724" fmla="*/ 799705 h 825984"/>
              <a:gd name="csX725" fmla="*/ 124933 w 1723042"/>
              <a:gd name="csY725" fmla="*/ 799687 h 825984"/>
              <a:gd name="csX726" fmla="*/ 125105 w 1723042"/>
              <a:gd name="csY726" fmla="*/ 799678 h 825984"/>
              <a:gd name="csX727" fmla="*/ 125278 w 1723042"/>
              <a:gd name="csY727" fmla="*/ 799660 h 825984"/>
              <a:gd name="csX728" fmla="*/ 125450 w 1723042"/>
              <a:gd name="csY728" fmla="*/ 799651 h 825984"/>
              <a:gd name="csX729" fmla="*/ 125622 w 1723042"/>
              <a:gd name="csY729" fmla="*/ 799633 h 825984"/>
              <a:gd name="csX730" fmla="*/ 125795 w 1723042"/>
              <a:gd name="csY730" fmla="*/ 799616 h 825984"/>
              <a:gd name="csX731" fmla="*/ 125967 w 1723042"/>
              <a:gd name="csY731" fmla="*/ 799607 h 825984"/>
              <a:gd name="csX732" fmla="*/ 126139 w 1723042"/>
              <a:gd name="csY732" fmla="*/ 799589 h 825984"/>
              <a:gd name="csX733" fmla="*/ 126312 w 1723042"/>
              <a:gd name="csY733" fmla="*/ 799580 h 825984"/>
              <a:gd name="csX734" fmla="*/ 126484 w 1723042"/>
              <a:gd name="csY734" fmla="*/ 799562 h 825984"/>
              <a:gd name="csX735" fmla="*/ 126656 w 1723042"/>
              <a:gd name="csY735" fmla="*/ 799544 h 825984"/>
              <a:gd name="csX736" fmla="*/ 126829 w 1723042"/>
              <a:gd name="csY736" fmla="*/ 799536 h 825984"/>
              <a:gd name="csX737" fmla="*/ 127001 w 1723042"/>
              <a:gd name="csY737" fmla="*/ 799518 h 825984"/>
              <a:gd name="csX738" fmla="*/ 127173 w 1723042"/>
              <a:gd name="csY738" fmla="*/ 799509 h 825984"/>
              <a:gd name="csX739" fmla="*/ 127346 w 1723042"/>
              <a:gd name="csY739" fmla="*/ 799491 h 825984"/>
              <a:gd name="csX740" fmla="*/ 127518 w 1723042"/>
              <a:gd name="csY740" fmla="*/ 799473 h 825984"/>
              <a:gd name="csX741" fmla="*/ 127691 w 1723042"/>
              <a:gd name="csY741" fmla="*/ 799464 h 825984"/>
              <a:gd name="csX742" fmla="*/ 127862 w 1723042"/>
              <a:gd name="csY742" fmla="*/ 799447 h 825984"/>
              <a:gd name="csX743" fmla="*/ 128035 w 1723042"/>
              <a:gd name="csY743" fmla="*/ 799438 h 825984"/>
              <a:gd name="csX744" fmla="*/ 128208 w 1723042"/>
              <a:gd name="csY744" fmla="*/ 799420 h 825984"/>
              <a:gd name="csX745" fmla="*/ 128379 w 1723042"/>
              <a:gd name="csY745" fmla="*/ 799402 h 825984"/>
              <a:gd name="csX746" fmla="*/ 128552 w 1723042"/>
              <a:gd name="csY746" fmla="*/ 799393 h 825984"/>
              <a:gd name="csX747" fmla="*/ 128725 w 1723042"/>
              <a:gd name="csY747" fmla="*/ 799375 h 825984"/>
              <a:gd name="csX748" fmla="*/ 128896 w 1723042"/>
              <a:gd name="csY748" fmla="*/ 799367 h 825984"/>
              <a:gd name="csX749" fmla="*/ 129069 w 1723042"/>
              <a:gd name="csY749" fmla="*/ 799349 h 825984"/>
              <a:gd name="csX750" fmla="*/ 129241 w 1723042"/>
              <a:gd name="csY750" fmla="*/ 799331 h 825984"/>
              <a:gd name="csX751" fmla="*/ 129413 w 1723042"/>
              <a:gd name="csY751" fmla="*/ 799322 h 825984"/>
              <a:gd name="csX752" fmla="*/ 129586 w 1723042"/>
              <a:gd name="csY752" fmla="*/ 799304 h 825984"/>
              <a:gd name="csX753" fmla="*/ 129758 w 1723042"/>
              <a:gd name="csY753" fmla="*/ 799295 h 825984"/>
              <a:gd name="csX754" fmla="*/ 129931 w 1723042"/>
              <a:gd name="csY754" fmla="*/ 799278 h 825984"/>
              <a:gd name="csX755" fmla="*/ 130103 w 1723042"/>
              <a:gd name="csY755" fmla="*/ 799260 h 825984"/>
              <a:gd name="csX756" fmla="*/ 130275 w 1723042"/>
              <a:gd name="csY756" fmla="*/ 799251 h 825984"/>
              <a:gd name="csX757" fmla="*/ 130448 w 1723042"/>
              <a:gd name="csY757" fmla="*/ 799233 h 825984"/>
              <a:gd name="csX758" fmla="*/ 130619 w 1723042"/>
              <a:gd name="csY758" fmla="*/ 799215 h 825984"/>
              <a:gd name="csX759" fmla="*/ 130792 w 1723042"/>
              <a:gd name="csY759" fmla="*/ 799206 h 825984"/>
              <a:gd name="csX760" fmla="*/ 130965 w 1723042"/>
              <a:gd name="csY760" fmla="*/ 799189 h 825984"/>
              <a:gd name="csX761" fmla="*/ 131136 w 1723042"/>
              <a:gd name="csY761" fmla="*/ 799180 h 825984"/>
              <a:gd name="csX762" fmla="*/ 131309 w 1723042"/>
              <a:gd name="csY762" fmla="*/ 799162 h 825984"/>
              <a:gd name="csX763" fmla="*/ 131482 w 1723042"/>
              <a:gd name="csY763" fmla="*/ 799144 h 825984"/>
              <a:gd name="csX764" fmla="*/ 131654 w 1723042"/>
              <a:gd name="csY764" fmla="*/ 799135 h 825984"/>
              <a:gd name="csX765" fmla="*/ 131826 w 1723042"/>
              <a:gd name="csY765" fmla="*/ 799117 h 825984"/>
              <a:gd name="csX766" fmla="*/ 131998 w 1723042"/>
              <a:gd name="csY766" fmla="*/ 799100 h 825984"/>
              <a:gd name="csX767" fmla="*/ 132171 w 1723042"/>
              <a:gd name="csY767" fmla="*/ 799091 h 825984"/>
              <a:gd name="csX768" fmla="*/ 132343 w 1723042"/>
              <a:gd name="csY768" fmla="*/ 799073 h 825984"/>
              <a:gd name="csX769" fmla="*/ 132515 w 1723042"/>
              <a:gd name="csY769" fmla="*/ 799064 h 825984"/>
              <a:gd name="csX770" fmla="*/ 132688 w 1723042"/>
              <a:gd name="csY770" fmla="*/ 799046 h 825984"/>
              <a:gd name="csX771" fmla="*/ 132860 w 1723042"/>
              <a:gd name="csY771" fmla="*/ 799028 h 825984"/>
              <a:gd name="csX772" fmla="*/ 133032 w 1723042"/>
              <a:gd name="csY772" fmla="*/ 799020 h 825984"/>
              <a:gd name="csX773" fmla="*/ 133205 w 1723042"/>
              <a:gd name="csY773" fmla="*/ 799002 h 825984"/>
              <a:gd name="csX774" fmla="*/ 133377 w 1723042"/>
              <a:gd name="csY774" fmla="*/ 798984 h 825984"/>
              <a:gd name="csX775" fmla="*/ 133549 w 1723042"/>
              <a:gd name="csY775" fmla="*/ 798975 h 825984"/>
              <a:gd name="csX776" fmla="*/ 133722 w 1723042"/>
              <a:gd name="csY776" fmla="*/ 798957 h 825984"/>
              <a:gd name="csX777" fmla="*/ 133894 w 1723042"/>
              <a:gd name="csY777" fmla="*/ 798940 h 825984"/>
              <a:gd name="csX778" fmla="*/ 134066 w 1723042"/>
              <a:gd name="csY778" fmla="*/ 798931 h 825984"/>
              <a:gd name="csX779" fmla="*/ 134239 w 1723042"/>
              <a:gd name="csY779" fmla="*/ 798913 h 825984"/>
              <a:gd name="csX780" fmla="*/ 134411 w 1723042"/>
              <a:gd name="csY780" fmla="*/ 798895 h 825984"/>
              <a:gd name="csX781" fmla="*/ 134583 w 1723042"/>
              <a:gd name="csY781" fmla="*/ 798886 h 825984"/>
              <a:gd name="csX782" fmla="*/ 134755 w 1723042"/>
              <a:gd name="csY782" fmla="*/ 798868 h 825984"/>
              <a:gd name="csX783" fmla="*/ 134928 w 1723042"/>
              <a:gd name="csY783" fmla="*/ 798859 h 825984"/>
              <a:gd name="csX784" fmla="*/ 135100 w 1723042"/>
              <a:gd name="csY784" fmla="*/ 798842 h 825984"/>
              <a:gd name="csX785" fmla="*/ 135272 w 1723042"/>
              <a:gd name="csY785" fmla="*/ 798824 h 825984"/>
              <a:gd name="csX786" fmla="*/ 135445 w 1723042"/>
              <a:gd name="csY786" fmla="*/ 798815 h 825984"/>
              <a:gd name="csX787" fmla="*/ 135617 w 1723042"/>
              <a:gd name="csY787" fmla="*/ 798797 h 825984"/>
              <a:gd name="csX788" fmla="*/ 135789 w 1723042"/>
              <a:gd name="csY788" fmla="*/ 798779 h 825984"/>
              <a:gd name="csX789" fmla="*/ 135962 w 1723042"/>
              <a:gd name="csY789" fmla="*/ 798770 h 825984"/>
              <a:gd name="csX790" fmla="*/ 136134 w 1723042"/>
              <a:gd name="csY790" fmla="*/ 798753 h 825984"/>
              <a:gd name="csX791" fmla="*/ 136306 w 1723042"/>
              <a:gd name="csY791" fmla="*/ 798735 h 825984"/>
              <a:gd name="csX792" fmla="*/ 136479 w 1723042"/>
              <a:gd name="csY792" fmla="*/ 798726 h 825984"/>
              <a:gd name="csX793" fmla="*/ 136651 w 1723042"/>
              <a:gd name="csY793" fmla="*/ 798708 h 825984"/>
              <a:gd name="csX794" fmla="*/ 136823 w 1723042"/>
              <a:gd name="csY794" fmla="*/ 798690 h 825984"/>
              <a:gd name="csX795" fmla="*/ 136996 w 1723042"/>
              <a:gd name="csY795" fmla="*/ 798681 h 825984"/>
              <a:gd name="csX796" fmla="*/ 137168 w 1723042"/>
              <a:gd name="csY796" fmla="*/ 798664 h 825984"/>
              <a:gd name="csX797" fmla="*/ 137341 w 1723042"/>
              <a:gd name="csY797" fmla="*/ 798646 h 825984"/>
              <a:gd name="csX798" fmla="*/ 137512 w 1723042"/>
              <a:gd name="csY798" fmla="*/ 798637 h 825984"/>
              <a:gd name="csX799" fmla="*/ 137685 w 1723042"/>
              <a:gd name="csY799" fmla="*/ 798619 h 825984"/>
              <a:gd name="csX800" fmla="*/ 137858 w 1723042"/>
              <a:gd name="csY800" fmla="*/ 798601 h 825984"/>
              <a:gd name="csX801" fmla="*/ 138029 w 1723042"/>
              <a:gd name="csY801" fmla="*/ 798593 h 825984"/>
              <a:gd name="csX802" fmla="*/ 138202 w 1723042"/>
              <a:gd name="csY802" fmla="*/ 798575 h 825984"/>
              <a:gd name="csX803" fmla="*/ 138375 w 1723042"/>
              <a:gd name="csY803" fmla="*/ 798557 h 825984"/>
              <a:gd name="csX804" fmla="*/ 138546 w 1723042"/>
              <a:gd name="csY804" fmla="*/ 798539 h 825984"/>
              <a:gd name="csX805" fmla="*/ 138719 w 1723042"/>
              <a:gd name="csY805" fmla="*/ 798530 h 825984"/>
              <a:gd name="csX806" fmla="*/ 138891 w 1723042"/>
              <a:gd name="csY806" fmla="*/ 798513 h 825984"/>
              <a:gd name="csX807" fmla="*/ 139064 w 1723042"/>
              <a:gd name="csY807" fmla="*/ 798495 h 825984"/>
              <a:gd name="csX808" fmla="*/ 139236 w 1723042"/>
              <a:gd name="csY808" fmla="*/ 798486 h 825984"/>
              <a:gd name="csX809" fmla="*/ 139408 w 1723042"/>
              <a:gd name="csY809" fmla="*/ 798468 h 825984"/>
              <a:gd name="csX810" fmla="*/ 139581 w 1723042"/>
              <a:gd name="csY810" fmla="*/ 798450 h 825984"/>
              <a:gd name="csX811" fmla="*/ 139753 w 1723042"/>
              <a:gd name="csY811" fmla="*/ 798441 h 825984"/>
              <a:gd name="csX812" fmla="*/ 139925 w 1723042"/>
              <a:gd name="csY812" fmla="*/ 798423 h 825984"/>
              <a:gd name="csX813" fmla="*/ 140098 w 1723042"/>
              <a:gd name="csY813" fmla="*/ 798406 h 825984"/>
              <a:gd name="csX814" fmla="*/ 140269 w 1723042"/>
              <a:gd name="csY814" fmla="*/ 798397 h 825984"/>
              <a:gd name="csX815" fmla="*/ 140442 w 1723042"/>
              <a:gd name="csY815" fmla="*/ 798379 h 825984"/>
              <a:gd name="csX816" fmla="*/ 140615 w 1723042"/>
              <a:gd name="csY816" fmla="*/ 798361 h 825984"/>
              <a:gd name="csX817" fmla="*/ 140787 w 1723042"/>
              <a:gd name="csY817" fmla="*/ 798352 h 825984"/>
              <a:gd name="csX818" fmla="*/ 140959 w 1723042"/>
              <a:gd name="csY818" fmla="*/ 798335 h 825984"/>
              <a:gd name="csX819" fmla="*/ 141132 w 1723042"/>
              <a:gd name="csY819" fmla="*/ 798317 h 825984"/>
              <a:gd name="csX820" fmla="*/ 141304 w 1723042"/>
              <a:gd name="csY820" fmla="*/ 798299 h 825984"/>
              <a:gd name="csX821" fmla="*/ 141476 w 1723042"/>
              <a:gd name="csY821" fmla="*/ 798290 h 825984"/>
              <a:gd name="csX822" fmla="*/ 141648 w 1723042"/>
              <a:gd name="csY822" fmla="*/ 798272 h 825984"/>
              <a:gd name="csX823" fmla="*/ 141821 w 1723042"/>
              <a:gd name="csY823" fmla="*/ 798254 h 825984"/>
              <a:gd name="csX824" fmla="*/ 141993 w 1723042"/>
              <a:gd name="csY824" fmla="*/ 798246 h 825984"/>
              <a:gd name="csX825" fmla="*/ 142165 w 1723042"/>
              <a:gd name="csY825" fmla="*/ 798228 h 825984"/>
              <a:gd name="csX826" fmla="*/ 142338 w 1723042"/>
              <a:gd name="csY826" fmla="*/ 798210 h 825984"/>
              <a:gd name="csX827" fmla="*/ 142510 w 1723042"/>
              <a:gd name="csY827" fmla="*/ 798192 h 825984"/>
              <a:gd name="csX828" fmla="*/ 142682 w 1723042"/>
              <a:gd name="csY828" fmla="*/ 798183 h 825984"/>
              <a:gd name="csX829" fmla="*/ 142855 w 1723042"/>
              <a:gd name="csY829" fmla="*/ 798166 h 825984"/>
              <a:gd name="csX830" fmla="*/ 143027 w 1723042"/>
              <a:gd name="csY830" fmla="*/ 798148 h 825984"/>
              <a:gd name="csX831" fmla="*/ 143199 w 1723042"/>
              <a:gd name="csY831" fmla="*/ 798139 h 825984"/>
              <a:gd name="csX832" fmla="*/ 143372 w 1723042"/>
              <a:gd name="csY832" fmla="*/ 798121 h 825984"/>
              <a:gd name="csX833" fmla="*/ 143544 w 1723042"/>
              <a:gd name="csY833" fmla="*/ 798103 h 825984"/>
              <a:gd name="csX834" fmla="*/ 143716 w 1723042"/>
              <a:gd name="csY834" fmla="*/ 798085 h 825984"/>
              <a:gd name="csX835" fmla="*/ 143889 w 1723042"/>
              <a:gd name="csY835" fmla="*/ 798076 h 825984"/>
              <a:gd name="csX836" fmla="*/ 144061 w 1723042"/>
              <a:gd name="csY836" fmla="*/ 798059 h 825984"/>
              <a:gd name="csX837" fmla="*/ 144233 w 1723042"/>
              <a:gd name="csY837" fmla="*/ 798041 h 825984"/>
              <a:gd name="csX838" fmla="*/ 144405 w 1723042"/>
              <a:gd name="csY838" fmla="*/ 798032 h 825984"/>
              <a:gd name="csX839" fmla="*/ 144578 w 1723042"/>
              <a:gd name="csY839" fmla="*/ 798014 h 825984"/>
              <a:gd name="csX840" fmla="*/ 144751 w 1723042"/>
              <a:gd name="csY840" fmla="*/ 797996 h 825984"/>
              <a:gd name="csX841" fmla="*/ 144922 w 1723042"/>
              <a:gd name="csY841" fmla="*/ 797979 h 825984"/>
              <a:gd name="csX842" fmla="*/ 145095 w 1723042"/>
              <a:gd name="csY842" fmla="*/ 797970 h 825984"/>
              <a:gd name="csX843" fmla="*/ 145267 w 1723042"/>
              <a:gd name="csY843" fmla="*/ 797952 h 825984"/>
              <a:gd name="csX844" fmla="*/ 145439 w 1723042"/>
              <a:gd name="csY844" fmla="*/ 797934 h 825984"/>
              <a:gd name="csX845" fmla="*/ 145612 w 1723042"/>
              <a:gd name="csY845" fmla="*/ 797916 h 825984"/>
              <a:gd name="csX846" fmla="*/ 145784 w 1723042"/>
              <a:gd name="csY846" fmla="*/ 797908 h 825984"/>
              <a:gd name="csX847" fmla="*/ 145956 w 1723042"/>
              <a:gd name="csY847" fmla="*/ 797890 h 825984"/>
              <a:gd name="csX848" fmla="*/ 146129 w 1723042"/>
              <a:gd name="csY848" fmla="*/ 797872 h 825984"/>
              <a:gd name="csX849" fmla="*/ 146301 w 1723042"/>
              <a:gd name="csY849" fmla="*/ 797854 h 825984"/>
              <a:gd name="csX850" fmla="*/ 146474 w 1723042"/>
              <a:gd name="csY850" fmla="*/ 797845 h 825984"/>
              <a:gd name="csX851" fmla="*/ 146646 w 1723042"/>
              <a:gd name="csY851" fmla="*/ 797827 h 825984"/>
              <a:gd name="csX852" fmla="*/ 146818 w 1723042"/>
              <a:gd name="csY852" fmla="*/ 797810 h 825984"/>
              <a:gd name="csX853" fmla="*/ 146991 w 1723042"/>
              <a:gd name="csY853" fmla="*/ 797792 h 825984"/>
              <a:gd name="csX854" fmla="*/ 147162 w 1723042"/>
              <a:gd name="csY854" fmla="*/ 797783 h 825984"/>
              <a:gd name="csX855" fmla="*/ 147335 w 1723042"/>
              <a:gd name="csY855" fmla="*/ 797765 h 825984"/>
              <a:gd name="csX856" fmla="*/ 147508 w 1723042"/>
              <a:gd name="csY856" fmla="*/ 797747 h 825984"/>
              <a:gd name="csX857" fmla="*/ 147679 w 1723042"/>
              <a:gd name="csY857" fmla="*/ 797730 h 825984"/>
              <a:gd name="csX858" fmla="*/ 147852 w 1723042"/>
              <a:gd name="csY858" fmla="*/ 797721 h 825984"/>
              <a:gd name="csX859" fmla="*/ 148024 w 1723042"/>
              <a:gd name="csY859" fmla="*/ 797703 h 825984"/>
              <a:gd name="csX860" fmla="*/ 148196 w 1723042"/>
              <a:gd name="csY860" fmla="*/ 797685 h 825984"/>
              <a:gd name="csX861" fmla="*/ 148369 w 1723042"/>
              <a:gd name="csY861" fmla="*/ 797667 h 825984"/>
              <a:gd name="csX862" fmla="*/ 148541 w 1723042"/>
              <a:gd name="csY862" fmla="*/ 797658 h 825984"/>
              <a:gd name="csX863" fmla="*/ 148714 w 1723042"/>
              <a:gd name="csY863" fmla="*/ 797641 h 825984"/>
              <a:gd name="csX864" fmla="*/ 148886 w 1723042"/>
              <a:gd name="csY864" fmla="*/ 797623 h 825984"/>
              <a:gd name="csX865" fmla="*/ 149058 w 1723042"/>
              <a:gd name="csY865" fmla="*/ 797605 h 825984"/>
              <a:gd name="csX866" fmla="*/ 149231 w 1723042"/>
              <a:gd name="csY866" fmla="*/ 797596 h 825984"/>
              <a:gd name="csX867" fmla="*/ 149403 w 1723042"/>
              <a:gd name="csY867" fmla="*/ 797578 h 825984"/>
              <a:gd name="csX868" fmla="*/ 149575 w 1723042"/>
              <a:gd name="csY868" fmla="*/ 797561 h 825984"/>
              <a:gd name="csX869" fmla="*/ 149748 w 1723042"/>
              <a:gd name="csY869" fmla="*/ 797543 h 825984"/>
              <a:gd name="csX870" fmla="*/ 149919 w 1723042"/>
              <a:gd name="csY870" fmla="*/ 797534 h 825984"/>
              <a:gd name="csX871" fmla="*/ 150092 w 1723042"/>
              <a:gd name="csY871" fmla="*/ 797516 h 825984"/>
              <a:gd name="csX872" fmla="*/ 150265 w 1723042"/>
              <a:gd name="csY872" fmla="*/ 797498 h 825984"/>
              <a:gd name="csX873" fmla="*/ 150437 w 1723042"/>
              <a:gd name="csY873" fmla="*/ 797480 h 825984"/>
              <a:gd name="csX874" fmla="*/ 150609 w 1723042"/>
              <a:gd name="csY874" fmla="*/ 797463 h 825984"/>
              <a:gd name="csX875" fmla="*/ 150781 w 1723042"/>
              <a:gd name="csY875" fmla="*/ 797454 h 825984"/>
              <a:gd name="csX876" fmla="*/ 150954 w 1723042"/>
              <a:gd name="csY876" fmla="*/ 797436 h 825984"/>
              <a:gd name="csX877" fmla="*/ 151126 w 1723042"/>
              <a:gd name="csY877" fmla="*/ 797418 h 825984"/>
              <a:gd name="csX878" fmla="*/ 151298 w 1723042"/>
              <a:gd name="csY878" fmla="*/ 797400 h 825984"/>
              <a:gd name="csX879" fmla="*/ 151471 w 1723042"/>
              <a:gd name="csY879" fmla="*/ 797392 h 825984"/>
              <a:gd name="csX880" fmla="*/ 151643 w 1723042"/>
              <a:gd name="csY880" fmla="*/ 797374 h 825984"/>
              <a:gd name="csX881" fmla="*/ 151815 w 1723042"/>
              <a:gd name="csY881" fmla="*/ 797356 h 825984"/>
              <a:gd name="csX882" fmla="*/ 151988 w 1723042"/>
              <a:gd name="csY882" fmla="*/ 797338 h 825984"/>
              <a:gd name="csX883" fmla="*/ 152160 w 1723042"/>
              <a:gd name="csY883" fmla="*/ 797320 h 825984"/>
              <a:gd name="csX884" fmla="*/ 152332 w 1723042"/>
              <a:gd name="csY884" fmla="*/ 797311 h 825984"/>
              <a:gd name="csX885" fmla="*/ 152505 w 1723042"/>
              <a:gd name="csY885" fmla="*/ 797294 h 825984"/>
              <a:gd name="csX886" fmla="*/ 152677 w 1723042"/>
              <a:gd name="csY886" fmla="*/ 797276 h 825984"/>
              <a:gd name="csX887" fmla="*/ 152849 w 1723042"/>
              <a:gd name="csY887" fmla="*/ 797258 h 825984"/>
              <a:gd name="csX888" fmla="*/ 153022 w 1723042"/>
              <a:gd name="csY888" fmla="*/ 797240 h 825984"/>
              <a:gd name="csX889" fmla="*/ 153194 w 1723042"/>
              <a:gd name="csY889" fmla="*/ 797231 h 825984"/>
              <a:gd name="csX890" fmla="*/ 153366 w 1723042"/>
              <a:gd name="csY890" fmla="*/ 797214 h 825984"/>
              <a:gd name="csX891" fmla="*/ 153538 w 1723042"/>
              <a:gd name="csY891" fmla="*/ 797196 h 825984"/>
              <a:gd name="csX892" fmla="*/ 153711 w 1723042"/>
              <a:gd name="csY892" fmla="*/ 797178 h 825984"/>
              <a:gd name="csX893" fmla="*/ 153883 w 1723042"/>
              <a:gd name="csY893" fmla="*/ 797160 h 825984"/>
              <a:gd name="csX894" fmla="*/ 154055 w 1723042"/>
              <a:gd name="csY894" fmla="*/ 797151 h 825984"/>
              <a:gd name="csX895" fmla="*/ 154228 w 1723042"/>
              <a:gd name="csY895" fmla="*/ 797134 h 825984"/>
              <a:gd name="csX896" fmla="*/ 154401 w 1723042"/>
              <a:gd name="csY896" fmla="*/ 797116 h 825984"/>
              <a:gd name="csX897" fmla="*/ 154572 w 1723042"/>
              <a:gd name="csY897" fmla="*/ 797098 h 825984"/>
              <a:gd name="csX898" fmla="*/ 154745 w 1723042"/>
              <a:gd name="csY898" fmla="*/ 797080 h 825984"/>
              <a:gd name="csX899" fmla="*/ 154917 w 1723042"/>
              <a:gd name="csY899" fmla="*/ 797071 h 825984"/>
              <a:gd name="csX900" fmla="*/ 155089 w 1723042"/>
              <a:gd name="csY900" fmla="*/ 797053 h 825984"/>
              <a:gd name="csX901" fmla="*/ 155262 w 1723042"/>
              <a:gd name="csY901" fmla="*/ 797036 h 825984"/>
              <a:gd name="csX902" fmla="*/ 155434 w 1723042"/>
              <a:gd name="csY902" fmla="*/ 797018 h 825984"/>
              <a:gd name="csX903" fmla="*/ 155606 w 1723042"/>
              <a:gd name="csY903" fmla="*/ 797000 h 825984"/>
              <a:gd name="csX904" fmla="*/ 155779 w 1723042"/>
              <a:gd name="csY904" fmla="*/ 796982 h 825984"/>
              <a:gd name="csX905" fmla="*/ 155951 w 1723042"/>
              <a:gd name="csY905" fmla="*/ 796973 h 825984"/>
              <a:gd name="csX906" fmla="*/ 156124 w 1723042"/>
              <a:gd name="csY906" fmla="*/ 796956 h 825984"/>
              <a:gd name="csX907" fmla="*/ 156295 w 1723042"/>
              <a:gd name="csY907" fmla="*/ 796938 h 825984"/>
              <a:gd name="csX908" fmla="*/ 156468 w 1723042"/>
              <a:gd name="csY908" fmla="*/ 796920 h 825984"/>
              <a:gd name="csX909" fmla="*/ 156641 w 1723042"/>
              <a:gd name="csY909" fmla="*/ 796902 h 825984"/>
              <a:gd name="csX910" fmla="*/ 156812 w 1723042"/>
              <a:gd name="csY910" fmla="*/ 796884 h 825984"/>
              <a:gd name="csX911" fmla="*/ 156985 w 1723042"/>
              <a:gd name="csY911" fmla="*/ 796875 h 825984"/>
              <a:gd name="csX912" fmla="*/ 157158 w 1723042"/>
              <a:gd name="csY912" fmla="*/ 796858 h 825984"/>
              <a:gd name="csX913" fmla="*/ 157329 w 1723042"/>
              <a:gd name="csY913" fmla="*/ 796840 h 825984"/>
              <a:gd name="csX914" fmla="*/ 157502 w 1723042"/>
              <a:gd name="csY914" fmla="*/ 796822 h 825984"/>
              <a:gd name="csX915" fmla="*/ 157674 w 1723042"/>
              <a:gd name="csY915" fmla="*/ 796804 h 825984"/>
              <a:gd name="csX916" fmla="*/ 157847 w 1723042"/>
              <a:gd name="csY916" fmla="*/ 796787 h 825984"/>
              <a:gd name="csX917" fmla="*/ 158019 w 1723042"/>
              <a:gd name="csY917" fmla="*/ 796778 h 825984"/>
              <a:gd name="csX918" fmla="*/ 158191 w 1723042"/>
              <a:gd name="csY918" fmla="*/ 796760 h 825984"/>
              <a:gd name="csX919" fmla="*/ 158364 w 1723042"/>
              <a:gd name="csY919" fmla="*/ 796742 h 825984"/>
              <a:gd name="csX920" fmla="*/ 158536 w 1723042"/>
              <a:gd name="csY920" fmla="*/ 796724 h 825984"/>
              <a:gd name="csX921" fmla="*/ 158708 w 1723042"/>
              <a:gd name="csY921" fmla="*/ 796707 h 825984"/>
              <a:gd name="csX922" fmla="*/ 158881 w 1723042"/>
              <a:gd name="csY922" fmla="*/ 796689 h 825984"/>
              <a:gd name="csX923" fmla="*/ 159053 w 1723042"/>
              <a:gd name="csY923" fmla="*/ 796680 h 825984"/>
              <a:gd name="csX924" fmla="*/ 159225 w 1723042"/>
              <a:gd name="csY924" fmla="*/ 796662 h 825984"/>
              <a:gd name="csX925" fmla="*/ 159398 w 1723042"/>
              <a:gd name="csY925" fmla="*/ 796644 h 825984"/>
              <a:gd name="csX926" fmla="*/ 159569 w 1723042"/>
              <a:gd name="csY926" fmla="*/ 796626 h 825984"/>
              <a:gd name="csX927" fmla="*/ 159742 w 1723042"/>
              <a:gd name="csY927" fmla="*/ 796609 h 825984"/>
              <a:gd name="csX928" fmla="*/ 159915 w 1723042"/>
              <a:gd name="csY928" fmla="*/ 796591 h 825984"/>
              <a:gd name="csX929" fmla="*/ 160087 w 1723042"/>
              <a:gd name="csY929" fmla="*/ 796573 h 825984"/>
              <a:gd name="csX930" fmla="*/ 160259 w 1723042"/>
              <a:gd name="csY930" fmla="*/ 796564 h 825984"/>
              <a:gd name="csX931" fmla="*/ 160431 w 1723042"/>
              <a:gd name="csY931" fmla="*/ 796546 h 825984"/>
              <a:gd name="csX932" fmla="*/ 160604 w 1723042"/>
              <a:gd name="csY932" fmla="*/ 796529 h 825984"/>
              <a:gd name="csX933" fmla="*/ 160776 w 1723042"/>
              <a:gd name="csY933" fmla="*/ 796511 h 825984"/>
              <a:gd name="csX934" fmla="*/ 160948 w 1723042"/>
              <a:gd name="csY934" fmla="*/ 796493 h 825984"/>
              <a:gd name="csX935" fmla="*/ 161121 w 1723042"/>
              <a:gd name="csY935" fmla="*/ 796475 h 825984"/>
              <a:gd name="csX936" fmla="*/ 161293 w 1723042"/>
              <a:gd name="csY936" fmla="*/ 796457 h 825984"/>
              <a:gd name="csX937" fmla="*/ 161465 w 1723042"/>
              <a:gd name="csY937" fmla="*/ 796448 h 825984"/>
              <a:gd name="csX938" fmla="*/ 161638 w 1723042"/>
              <a:gd name="csY938" fmla="*/ 796431 h 825984"/>
              <a:gd name="csX939" fmla="*/ 161810 w 1723042"/>
              <a:gd name="csY939" fmla="*/ 796413 h 825984"/>
              <a:gd name="csX940" fmla="*/ 161982 w 1723042"/>
              <a:gd name="csY940" fmla="*/ 796395 h 825984"/>
              <a:gd name="csX941" fmla="*/ 162155 w 1723042"/>
              <a:gd name="csY941" fmla="*/ 796377 h 825984"/>
              <a:gd name="csX942" fmla="*/ 162327 w 1723042"/>
              <a:gd name="csY942" fmla="*/ 796360 h 825984"/>
              <a:gd name="csX943" fmla="*/ 162499 w 1723042"/>
              <a:gd name="csY943" fmla="*/ 796342 h 825984"/>
              <a:gd name="csX944" fmla="*/ 162672 w 1723042"/>
              <a:gd name="csY944" fmla="*/ 796324 h 825984"/>
              <a:gd name="csX945" fmla="*/ 162844 w 1723042"/>
              <a:gd name="csY945" fmla="*/ 796315 h 825984"/>
              <a:gd name="csX946" fmla="*/ 163016 w 1723042"/>
              <a:gd name="csY946" fmla="*/ 796297 h 825984"/>
              <a:gd name="csX947" fmla="*/ 163189 w 1723042"/>
              <a:gd name="csY947" fmla="*/ 796279 h 825984"/>
              <a:gd name="csX948" fmla="*/ 163361 w 1723042"/>
              <a:gd name="csY948" fmla="*/ 796262 h 825984"/>
              <a:gd name="csX949" fmla="*/ 163534 w 1723042"/>
              <a:gd name="csY949" fmla="*/ 796244 h 825984"/>
              <a:gd name="csX950" fmla="*/ 163705 w 1723042"/>
              <a:gd name="csY950" fmla="*/ 796226 h 825984"/>
              <a:gd name="csX951" fmla="*/ 163878 w 1723042"/>
              <a:gd name="csY951" fmla="*/ 796208 h 825984"/>
              <a:gd name="csX952" fmla="*/ 164051 w 1723042"/>
              <a:gd name="csY952" fmla="*/ 796190 h 825984"/>
              <a:gd name="csX953" fmla="*/ 164222 w 1723042"/>
              <a:gd name="csY953" fmla="*/ 796173 h 825984"/>
              <a:gd name="csX954" fmla="*/ 164395 w 1723042"/>
              <a:gd name="csY954" fmla="*/ 796164 h 825984"/>
              <a:gd name="csX955" fmla="*/ 164567 w 1723042"/>
              <a:gd name="csY955" fmla="*/ 796146 h 825984"/>
              <a:gd name="csX956" fmla="*/ 164739 w 1723042"/>
              <a:gd name="csY956" fmla="*/ 796128 h 825984"/>
              <a:gd name="csX957" fmla="*/ 164912 w 1723042"/>
              <a:gd name="csY957" fmla="*/ 796110 h 825984"/>
              <a:gd name="csX958" fmla="*/ 165084 w 1723042"/>
              <a:gd name="csY958" fmla="*/ 796093 h 825984"/>
              <a:gd name="csX959" fmla="*/ 165256 w 1723042"/>
              <a:gd name="csY959" fmla="*/ 796075 h 825984"/>
              <a:gd name="csX960" fmla="*/ 165429 w 1723042"/>
              <a:gd name="csY960" fmla="*/ 796057 h 825984"/>
              <a:gd name="csX961" fmla="*/ 165601 w 1723042"/>
              <a:gd name="csY961" fmla="*/ 796039 h 825984"/>
              <a:gd name="csX962" fmla="*/ 165774 w 1723042"/>
              <a:gd name="csY962" fmla="*/ 796021 h 825984"/>
              <a:gd name="csX963" fmla="*/ 165946 w 1723042"/>
              <a:gd name="csY963" fmla="*/ 796004 h 825984"/>
              <a:gd name="csX964" fmla="*/ 166118 w 1723042"/>
              <a:gd name="csY964" fmla="*/ 795995 h 825984"/>
              <a:gd name="csX965" fmla="*/ 166291 w 1723042"/>
              <a:gd name="csY965" fmla="*/ 795977 h 825984"/>
              <a:gd name="csX966" fmla="*/ 166462 w 1723042"/>
              <a:gd name="csY966" fmla="*/ 795959 h 825984"/>
              <a:gd name="csX967" fmla="*/ 166635 w 1723042"/>
              <a:gd name="csY967" fmla="*/ 795941 h 825984"/>
              <a:gd name="csX968" fmla="*/ 166808 w 1723042"/>
              <a:gd name="csY968" fmla="*/ 795924 h 825984"/>
              <a:gd name="csX969" fmla="*/ 166979 w 1723042"/>
              <a:gd name="csY969" fmla="*/ 795906 h 825984"/>
              <a:gd name="csX970" fmla="*/ 167152 w 1723042"/>
              <a:gd name="csY970" fmla="*/ 795888 h 825984"/>
              <a:gd name="csX971" fmla="*/ 167324 w 1723042"/>
              <a:gd name="csY971" fmla="*/ 795870 h 825984"/>
              <a:gd name="csX972" fmla="*/ 167497 w 1723042"/>
              <a:gd name="csY972" fmla="*/ 795852 h 825984"/>
              <a:gd name="csX973" fmla="*/ 167669 w 1723042"/>
              <a:gd name="csY973" fmla="*/ 795835 h 825984"/>
              <a:gd name="csX974" fmla="*/ 167841 w 1723042"/>
              <a:gd name="csY974" fmla="*/ 795817 h 825984"/>
              <a:gd name="csX975" fmla="*/ 168014 w 1723042"/>
              <a:gd name="csY975" fmla="*/ 795799 h 825984"/>
              <a:gd name="csX976" fmla="*/ 168186 w 1723042"/>
              <a:gd name="csY976" fmla="*/ 795781 h 825984"/>
              <a:gd name="csX977" fmla="*/ 168358 w 1723042"/>
              <a:gd name="csY977" fmla="*/ 795772 h 825984"/>
              <a:gd name="csX978" fmla="*/ 168531 w 1723042"/>
              <a:gd name="csY978" fmla="*/ 795755 h 825984"/>
              <a:gd name="csX979" fmla="*/ 168703 w 1723042"/>
              <a:gd name="csY979" fmla="*/ 795737 h 825984"/>
              <a:gd name="csX980" fmla="*/ 168875 w 1723042"/>
              <a:gd name="csY980" fmla="*/ 795719 h 825984"/>
              <a:gd name="csX981" fmla="*/ 169048 w 1723042"/>
              <a:gd name="csY981" fmla="*/ 795701 h 825984"/>
              <a:gd name="csX982" fmla="*/ 169220 w 1723042"/>
              <a:gd name="csY982" fmla="*/ 795683 h 825984"/>
              <a:gd name="csX983" fmla="*/ 169392 w 1723042"/>
              <a:gd name="csY983" fmla="*/ 795666 h 825984"/>
              <a:gd name="csX984" fmla="*/ 169565 w 1723042"/>
              <a:gd name="csY984" fmla="*/ 795648 h 825984"/>
              <a:gd name="csX985" fmla="*/ 169737 w 1723042"/>
              <a:gd name="csY985" fmla="*/ 795630 h 825984"/>
              <a:gd name="csX986" fmla="*/ 169909 w 1723042"/>
              <a:gd name="csY986" fmla="*/ 795612 h 825984"/>
              <a:gd name="csX987" fmla="*/ 170081 w 1723042"/>
              <a:gd name="csY987" fmla="*/ 795594 h 825984"/>
              <a:gd name="csX988" fmla="*/ 170254 w 1723042"/>
              <a:gd name="csY988" fmla="*/ 795577 h 825984"/>
              <a:gd name="csX989" fmla="*/ 170426 w 1723042"/>
              <a:gd name="csY989" fmla="*/ 795559 h 825984"/>
              <a:gd name="csX990" fmla="*/ 170598 w 1723042"/>
              <a:gd name="csY990" fmla="*/ 795541 h 825984"/>
              <a:gd name="csX991" fmla="*/ 170771 w 1723042"/>
              <a:gd name="csY991" fmla="*/ 795523 h 825984"/>
              <a:gd name="csX992" fmla="*/ 170944 w 1723042"/>
              <a:gd name="csY992" fmla="*/ 795506 h 825984"/>
              <a:gd name="csX993" fmla="*/ 171115 w 1723042"/>
              <a:gd name="csY993" fmla="*/ 795488 h 825984"/>
              <a:gd name="csX994" fmla="*/ 171288 w 1723042"/>
              <a:gd name="csY994" fmla="*/ 795470 h 825984"/>
              <a:gd name="csX995" fmla="*/ 171460 w 1723042"/>
              <a:gd name="csY995" fmla="*/ 795452 h 825984"/>
              <a:gd name="csX996" fmla="*/ 171632 w 1723042"/>
              <a:gd name="csY996" fmla="*/ 795443 h 825984"/>
              <a:gd name="csX997" fmla="*/ 171805 w 1723042"/>
              <a:gd name="csY997" fmla="*/ 795425 h 825984"/>
              <a:gd name="csX998" fmla="*/ 171977 w 1723042"/>
              <a:gd name="csY998" fmla="*/ 795408 h 825984"/>
              <a:gd name="csX999" fmla="*/ 172149 w 1723042"/>
              <a:gd name="csY999" fmla="*/ 795390 h 825984"/>
              <a:gd name="csX1000" fmla="*/ 172322 w 1723042"/>
              <a:gd name="csY1000" fmla="*/ 795372 h 825984"/>
              <a:gd name="csX1001" fmla="*/ 172494 w 1723042"/>
              <a:gd name="csY1001" fmla="*/ 795354 h 825984"/>
              <a:gd name="csX1002" fmla="*/ 172666 w 1723042"/>
              <a:gd name="csY1002" fmla="*/ 795336 h 825984"/>
              <a:gd name="csX1003" fmla="*/ 172838 w 1723042"/>
              <a:gd name="csY1003" fmla="*/ 795319 h 825984"/>
              <a:gd name="csX1004" fmla="*/ 173011 w 1723042"/>
              <a:gd name="csY1004" fmla="*/ 795301 h 825984"/>
              <a:gd name="csX1005" fmla="*/ 173184 w 1723042"/>
              <a:gd name="csY1005" fmla="*/ 795283 h 825984"/>
              <a:gd name="csX1006" fmla="*/ 173355 w 1723042"/>
              <a:gd name="csY1006" fmla="*/ 795265 h 825984"/>
              <a:gd name="csX1007" fmla="*/ 173528 w 1723042"/>
              <a:gd name="csY1007" fmla="*/ 795247 h 825984"/>
              <a:gd name="csX1008" fmla="*/ 173701 w 1723042"/>
              <a:gd name="csY1008" fmla="*/ 795230 h 825984"/>
              <a:gd name="csX1009" fmla="*/ 173872 w 1723042"/>
              <a:gd name="csY1009" fmla="*/ 795212 h 825984"/>
              <a:gd name="csX1010" fmla="*/ 174045 w 1723042"/>
              <a:gd name="csY1010" fmla="*/ 795194 h 825984"/>
              <a:gd name="csX1011" fmla="*/ 174217 w 1723042"/>
              <a:gd name="csY1011" fmla="*/ 795176 h 825984"/>
              <a:gd name="csX1012" fmla="*/ 174389 w 1723042"/>
              <a:gd name="csY1012" fmla="*/ 795159 h 825984"/>
              <a:gd name="csX1013" fmla="*/ 174562 w 1723042"/>
              <a:gd name="csY1013" fmla="*/ 795141 h 825984"/>
              <a:gd name="csX1014" fmla="*/ 174734 w 1723042"/>
              <a:gd name="csY1014" fmla="*/ 795123 h 825984"/>
              <a:gd name="csX1015" fmla="*/ 174907 w 1723042"/>
              <a:gd name="csY1015" fmla="*/ 795105 h 825984"/>
              <a:gd name="csX1016" fmla="*/ 175079 w 1723042"/>
              <a:gd name="csY1016" fmla="*/ 795087 h 825984"/>
              <a:gd name="csX1017" fmla="*/ 175251 w 1723042"/>
              <a:gd name="csY1017" fmla="*/ 795070 h 825984"/>
              <a:gd name="csX1018" fmla="*/ 175424 w 1723042"/>
              <a:gd name="csY1018" fmla="*/ 795052 h 825984"/>
              <a:gd name="csX1019" fmla="*/ 175595 w 1723042"/>
              <a:gd name="csY1019" fmla="*/ 795034 h 825984"/>
              <a:gd name="csX1020" fmla="*/ 175768 w 1723042"/>
              <a:gd name="csY1020" fmla="*/ 795016 h 825984"/>
              <a:gd name="csX1021" fmla="*/ 175941 w 1723042"/>
              <a:gd name="csY1021" fmla="*/ 794998 h 825984"/>
              <a:gd name="csX1022" fmla="*/ 176112 w 1723042"/>
              <a:gd name="csY1022" fmla="*/ 794981 h 825984"/>
              <a:gd name="csX1023" fmla="*/ 176285 w 1723042"/>
              <a:gd name="csY1023" fmla="*/ 794963 h 825984"/>
              <a:gd name="csX1024" fmla="*/ 176458 w 1723042"/>
              <a:gd name="csY1024" fmla="*/ 794945 h 825984"/>
              <a:gd name="csX1025" fmla="*/ 176630 w 1723042"/>
              <a:gd name="csY1025" fmla="*/ 794927 h 825984"/>
              <a:gd name="csX1026" fmla="*/ 176802 w 1723042"/>
              <a:gd name="csY1026" fmla="*/ 794909 h 825984"/>
              <a:gd name="csX1027" fmla="*/ 176974 w 1723042"/>
              <a:gd name="csY1027" fmla="*/ 794892 h 825984"/>
              <a:gd name="csX1028" fmla="*/ 177147 w 1723042"/>
              <a:gd name="csY1028" fmla="*/ 794874 h 825984"/>
              <a:gd name="csX1029" fmla="*/ 177319 w 1723042"/>
              <a:gd name="csY1029" fmla="*/ 794856 h 825984"/>
              <a:gd name="csX1030" fmla="*/ 177491 w 1723042"/>
              <a:gd name="csY1030" fmla="*/ 794838 h 825984"/>
              <a:gd name="csX1031" fmla="*/ 177664 w 1723042"/>
              <a:gd name="csY1031" fmla="*/ 794820 h 825984"/>
              <a:gd name="csX1032" fmla="*/ 177836 w 1723042"/>
              <a:gd name="csY1032" fmla="*/ 794803 h 825984"/>
              <a:gd name="csX1033" fmla="*/ 178008 w 1723042"/>
              <a:gd name="csY1033" fmla="*/ 794785 h 825984"/>
              <a:gd name="csX1034" fmla="*/ 178181 w 1723042"/>
              <a:gd name="csY1034" fmla="*/ 794767 h 825984"/>
              <a:gd name="csX1035" fmla="*/ 178352 w 1723042"/>
              <a:gd name="csY1035" fmla="*/ 794749 h 825984"/>
              <a:gd name="csX1036" fmla="*/ 178525 w 1723042"/>
              <a:gd name="csY1036" fmla="*/ 794732 h 825984"/>
              <a:gd name="csX1037" fmla="*/ 178698 w 1723042"/>
              <a:gd name="csY1037" fmla="*/ 794714 h 825984"/>
              <a:gd name="csX1038" fmla="*/ 178870 w 1723042"/>
              <a:gd name="csY1038" fmla="*/ 794696 h 825984"/>
              <a:gd name="csX1039" fmla="*/ 179042 w 1723042"/>
              <a:gd name="csY1039" fmla="*/ 794678 h 825984"/>
              <a:gd name="csX1040" fmla="*/ 179215 w 1723042"/>
              <a:gd name="csY1040" fmla="*/ 794660 h 825984"/>
              <a:gd name="csX1041" fmla="*/ 179387 w 1723042"/>
              <a:gd name="csY1041" fmla="*/ 794642 h 825984"/>
              <a:gd name="csX1042" fmla="*/ 179559 w 1723042"/>
              <a:gd name="csY1042" fmla="*/ 794625 h 825984"/>
              <a:gd name="csX1043" fmla="*/ 179731 w 1723042"/>
              <a:gd name="csY1043" fmla="*/ 794607 h 825984"/>
              <a:gd name="csX1044" fmla="*/ 179904 w 1723042"/>
              <a:gd name="csY1044" fmla="*/ 794580 h 825984"/>
              <a:gd name="csX1045" fmla="*/ 180076 w 1723042"/>
              <a:gd name="csY1045" fmla="*/ 794562 h 825984"/>
              <a:gd name="csX1046" fmla="*/ 180248 w 1723042"/>
              <a:gd name="csY1046" fmla="*/ 794545 h 825984"/>
              <a:gd name="csX1047" fmla="*/ 180421 w 1723042"/>
              <a:gd name="csY1047" fmla="*/ 794527 h 825984"/>
              <a:gd name="csX1048" fmla="*/ 180593 w 1723042"/>
              <a:gd name="csY1048" fmla="*/ 794509 h 825984"/>
              <a:gd name="csX1049" fmla="*/ 180765 w 1723042"/>
              <a:gd name="csY1049" fmla="*/ 794491 h 825984"/>
              <a:gd name="csX1050" fmla="*/ 180938 w 1723042"/>
              <a:gd name="csY1050" fmla="*/ 794473 h 825984"/>
              <a:gd name="csX1051" fmla="*/ 181110 w 1723042"/>
              <a:gd name="csY1051" fmla="*/ 794456 h 825984"/>
              <a:gd name="csX1052" fmla="*/ 181282 w 1723042"/>
              <a:gd name="csY1052" fmla="*/ 794438 h 825984"/>
              <a:gd name="csX1053" fmla="*/ 181455 w 1723042"/>
              <a:gd name="csY1053" fmla="*/ 794420 h 825984"/>
              <a:gd name="csX1054" fmla="*/ 181627 w 1723042"/>
              <a:gd name="csY1054" fmla="*/ 794402 h 825984"/>
              <a:gd name="csX1055" fmla="*/ 181799 w 1723042"/>
              <a:gd name="csY1055" fmla="*/ 794385 h 825984"/>
              <a:gd name="csX1056" fmla="*/ 181972 w 1723042"/>
              <a:gd name="csY1056" fmla="*/ 794367 h 825984"/>
              <a:gd name="csX1057" fmla="*/ 182144 w 1723042"/>
              <a:gd name="csY1057" fmla="*/ 794349 h 825984"/>
              <a:gd name="csX1058" fmla="*/ 182317 w 1723042"/>
              <a:gd name="csY1058" fmla="*/ 794331 h 825984"/>
              <a:gd name="csX1059" fmla="*/ 182488 w 1723042"/>
              <a:gd name="csY1059" fmla="*/ 794313 h 825984"/>
              <a:gd name="csX1060" fmla="*/ 182661 w 1723042"/>
              <a:gd name="csY1060" fmla="*/ 794295 h 825984"/>
              <a:gd name="csX1061" fmla="*/ 182834 w 1723042"/>
              <a:gd name="csY1061" fmla="*/ 794278 h 825984"/>
              <a:gd name="csX1062" fmla="*/ 183005 w 1723042"/>
              <a:gd name="csY1062" fmla="*/ 794251 h 825984"/>
              <a:gd name="csX1063" fmla="*/ 183178 w 1723042"/>
              <a:gd name="csY1063" fmla="*/ 794233 h 825984"/>
              <a:gd name="csX1064" fmla="*/ 183350 w 1723042"/>
              <a:gd name="csY1064" fmla="*/ 794215 h 825984"/>
              <a:gd name="csX1065" fmla="*/ 183522 w 1723042"/>
              <a:gd name="csY1065" fmla="*/ 794198 h 825984"/>
              <a:gd name="csX1066" fmla="*/ 183695 w 1723042"/>
              <a:gd name="csY1066" fmla="*/ 794180 h 825984"/>
              <a:gd name="csX1067" fmla="*/ 183867 w 1723042"/>
              <a:gd name="csY1067" fmla="*/ 794162 h 825984"/>
              <a:gd name="csX1068" fmla="*/ 184039 w 1723042"/>
              <a:gd name="csY1068" fmla="*/ 794144 h 825984"/>
              <a:gd name="csX1069" fmla="*/ 184212 w 1723042"/>
              <a:gd name="csY1069" fmla="*/ 794127 h 825984"/>
              <a:gd name="csX1070" fmla="*/ 184384 w 1723042"/>
              <a:gd name="csY1070" fmla="*/ 794109 h 825984"/>
              <a:gd name="csX1071" fmla="*/ 184557 w 1723042"/>
              <a:gd name="csY1071" fmla="*/ 794091 h 825984"/>
              <a:gd name="csX1072" fmla="*/ 184729 w 1723042"/>
              <a:gd name="csY1072" fmla="*/ 794073 h 825984"/>
              <a:gd name="csX1073" fmla="*/ 184901 w 1723042"/>
              <a:gd name="csY1073" fmla="*/ 794055 h 825984"/>
              <a:gd name="csX1074" fmla="*/ 185074 w 1723042"/>
              <a:gd name="csY1074" fmla="*/ 794038 h 825984"/>
              <a:gd name="csX1075" fmla="*/ 185245 w 1723042"/>
              <a:gd name="csY1075" fmla="*/ 794011 h 825984"/>
              <a:gd name="csX1076" fmla="*/ 185418 w 1723042"/>
              <a:gd name="csY1076" fmla="*/ 793993 h 825984"/>
              <a:gd name="csX1077" fmla="*/ 185591 w 1723042"/>
              <a:gd name="csY1077" fmla="*/ 793975 h 825984"/>
              <a:gd name="csX1078" fmla="*/ 185762 w 1723042"/>
              <a:gd name="csY1078" fmla="*/ 793958 h 825984"/>
              <a:gd name="csX1079" fmla="*/ 185935 w 1723042"/>
              <a:gd name="csY1079" fmla="*/ 793940 h 825984"/>
              <a:gd name="csX1080" fmla="*/ 186108 w 1723042"/>
              <a:gd name="csY1080" fmla="*/ 793922 h 825984"/>
              <a:gd name="csX1081" fmla="*/ 186280 w 1723042"/>
              <a:gd name="csY1081" fmla="*/ 793904 h 825984"/>
              <a:gd name="csX1082" fmla="*/ 186452 w 1723042"/>
              <a:gd name="csY1082" fmla="*/ 793886 h 825984"/>
              <a:gd name="csX1083" fmla="*/ 186624 w 1723042"/>
              <a:gd name="csY1083" fmla="*/ 793868 h 825984"/>
              <a:gd name="csX1084" fmla="*/ 186797 w 1723042"/>
              <a:gd name="csY1084" fmla="*/ 793842 h 825984"/>
              <a:gd name="csX1085" fmla="*/ 186969 w 1723042"/>
              <a:gd name="csY1085" fmla="*/ 793824 h 825984"/>
              <a:gd name="csX1086" fmla="*/ 187141 w 1723042"/>
              <a:gd name="csY1086" fmla="*/ 793806 h 825984"/>
              <a:gd name="csX1087" fmla="*/ 187314 w 1723042"/>
              <a:gd name="csY1087" fmla="*/ 793788 h 825984"/>
              <a:gd name="csX1088" fmla="*/ 187486 w 1723042"/>
              <a:gd name="csY1088" fmla="*/ 793771 h 825984"/>
              <a:gd name="csX1089" fmla="*/ 187658 w 1723042"/>
              <a:gd name="csY1089" fmla="*/ 793753 h 825984"/>
              <a:gd name="csX1090" fmla="*/ 187831 w 1723042"/>
              <a:gd name="csY1090" fmla="*/ 793735 h 825984"/>
              <a:gd name="csX1091" fmla="*/ 188003 w 1723042"/>
              <a:gd name="csY1091" fmla="*/ 793717 h 825984"/>
              <a:gd name="csX1092" fmla="*/ 188175 w 1723042"/>
              <a:gd name="csY1092" fmla="*/ 793700 h 825984"/>
              <a:gd name="csX1093" fmla="*/ 188348 w 1723042"/>
              <a:gd name="csY1093" fmla="*/ 793673 h 825984"/>
              <a:gd name="csX1094" fmla="*/ 188520 w 1723042"/>
              <a:gd name="csY1094" fmla="*/ 793655 h 825984"/>
              <a:gd name="csX1095" fmla="*/ 188692 w 1723042"/>
              <a:gd name="csY1095" fmla="*/ 793637 h 825984"/>
              <a:gd name="csX1096" fmla="*/ 188865 w 1723042"/>
              <a:gd name="csY1096" fmla="*/ 793619 h 825984"/>
              <a:gd name="csX1097" fmla="*/ 189037 w 1723042"/>
              <a:gd name="csY1097" fmla="*/ 793602 h 825984"/>
              <a:gd name="csX1098" fmla="*/ 189209 w 1723042"/>
              <a:gd name="csY1098" fmla="*/ 793584 h 825984"/>
              <a:gd name="csX1099" fmla="*/ 189381 w 1723042"/>
              <a:gd name="csY1099" fmla="*/ 793566 h 825984"/>
              <a:gd name="csX1100" fmla="*/ 189554 w 1723042"/>
              <a:gd name="csY1100" fmla="*/ 793548 h 825984"/>
              <a:gd name="csX1101" fmla="*/ 189726 w 1723042"/>
              <a:gd name="csY1101" fmla="*/ 793522 h 825984"/>
              <a:gd name="csX1102" fmla="*/ 189898 w 1723042"/>
              <a:gd name="csY1102" fmla="*/ 793504 h 825984"/>
              <a:gd name="csX1103" fmla="*/ 190071 w 1723042"/>
              <a:gd name="csY1103" fmla="*/ 793486 h 825984"/>
              <a:gd name="csX1104" fmla="*/ 190243 w 1723042"/>
              <a:gd name="csY1104" fmla="*/ 793468 h 825984"/>
              <a:gd name="csX1105" fmla="*/ 190415 w 1723042"/>
              <a:gd name="csY1105" fmla="*/ 793450 h 825984"/>
              <a:gd name="csX1106" fmla="*/ 190588 w 1723042"/>
              <a:gd name="csY1106" fmla="*/ 793433 h 825984"/>
              <a:gd name="csX1107" fmla="*/ 190760 w 1723042"/>
              <a:gd name="csY1107" fmla="*/ 793415 h 825984"/>
              <a:gd name="csX1108" fmla="*/ 190932 w 1723042"/>
              <a:gd name="csY1108" fmla="*/ 793388 h 825984"/>
              <a:gd name="csX1109" fmla="*/ 191105 w 1723042"/>
              <a:gd name="csY1109" fmla="*/ 793370 h 825984"/>
              <a:gd name="csX1110" fmla="*/ 191277 w 1723042"/>
              <a:gd name="csY1110" fmla="*/ 793353 h 825984"/>
              <a:gd name="csX1111" fmla="*/ 191449 w 1723042"/>
              <a:gd name="csY1111" fmla="*/ 793335 h 825984"/>
              <a:gd name="csX1112" fmla="*/ 191622 w 1723042"/>
              <a:gd name="csY1112" fmla="*/ 793317 h 825984"/>
              <a:gd name="csX1113" fmla="*/ 191794 w 1723042"/>
              <a:gd name="csY1113" fmla="*/ 793299 h 825984"/>
              <a:gd name="csX1114" fmla="*/ 191967 w 1723042"/>
              <a:gd name="csY1114" fmla="*/ 793272 h 825984"/>
              <a:gd name="csX1115" fmla="*/ 192138 w 1723042"/>
              <a:gd name="csY1115" fmla="*/ 793255 h 825984"/>
              <a:gd name="csX1116" fmla="*/ 192311 w 1723042"/>
              <a:gd name="csY1116" fmla="*/ 793237 h 825984"/>
              <a:gd name="csX1117" fmla="*/ 192484 w 1723042"/>
              <a:gd name="csY1117" fmla="*/ 793219 h 825984"/>
              <a:gd name="csX1118" fmla="*/ 192655 w 1723042"/>
              <a:gd name="csY1118" fmla="*/ 793201 h 825984"/>
              <a:gd name="csX1119" fmla="*/ 192828 w 1723042"/>
              <a:gd name="csY1119" fmla="*/ 793183 h 825984"/>
              <a:gd name="csX1120" fmla="*/ 193000 w 1723042"/>
              <a:gd name="csY1120" fmla="*/ 793157 h 825984"/>
              <a:gd name="csX1121" fmla="*/ 193172 w 1723042"/>
              <a:gd name="csY1121" fmla="*/ 793139 h 825984"/>
              <a:gd name="csX1122" fmla="*/ 193345 w 1723042"/>
              <a:gd name="csY1122" fmla="*/ 793121 h 825984"/>
              <a:gd name="csX1123" fmla="*/ 193517 w 1723042"/>
              <a:gd name="csY1123" fmla="*/ 793103 h 825984"/>
              <a:gd name="csX1124" fmla="*/ 193690 w 1723042"/>
              <a:gd name="csY1124" fmla="*/ 793086 h 825984"/>
              <a:gd name="csX1125" fmla="*/ 193862 w 1723042"/>
              <a:gd name="csY1125" fmla="*/ 793068 h 825984"/>
              <a:gd name="csX1126" fmla="*/ 194034 w 1723042"/>
              <a:gd name="csY1126" fmla="*/ 793041 h 825984"/>
              <a:gd name="csX1127" fmla="*/ 194207 w 1723042"/>
              <a:gd name="csY1127" fmla="*/ 793023 h 825984"/>
              <a:gd name="csX1128" fmla="*/ 194379 w 1723042"/>
              <a:gd name="csY1128" fmla="*/ 793006 h 825984"/>
              <a:gd name="csX1129" fmla="*/ 194551 w 1723042"/>
              <a:gd name="csY1129" fmla="*/ 792988 h 825984"/>
              <a:gd name="csX1130" fmla="*/ 194724 w 1723042"/>
              <a:gd name="csY1130" fmla="*/ 792970 h 825984"/>
              <a:gd name="csX1131" fmla="*/ 194895 w 1723042"/>
              <a:gd name="csY1131" fmla="*/ 792943 h 825984"/>
              <a:gd name="csX1132" fmla="*/ 195068 w 1723042"/>
              <a:gd name="csY1132" fmla="*/ 792926 h 825984"/>
              <a:gd name="csX1133" fmla="*/ 195241 w 1723042"/>
              <a:gd name="csY1133" fmla="*/ 792908 h 825984"/>
              <a:gd name="csX1134" fmla="*/ 195412 w 1723042"/>
              <a:gd name="csY1134" fmla="*/ 792890 h 825984"/>
              <a:gd name="csX1135" fmla="*/ 195585 w 1723042"/>
              <a:gd name="csY1135" fmla="*/ 792872 h 825984"/>
              <a:gd name="csX1136" fmla="*/ 195757 w 1723042"/>
              <a:gd name="csY1136" fmla="*/ 792845 h 825984"/>
              <a:gd name="csX1137" fmla="*/ 195930 w 1723042"/>
              <a:gd name="csY1137" fmla="*/ 792828 h 825984"/>
              <a:gd name="csX1138" fmla="*/ 196102 w 1723042"/>
              <a:gd name="csY1138" fmla="*/ 792810 h 825984"/>
              <a:gd name="csX1139" fmla="*/ 196274 w 1723042"/>
              <a:gd name="csY1139" fmla="*/ 792792 h 825984"/>
              <a:gd name="csX1140" fmla="*/ 196447 w 1723042"/>
              <a:gd name="csY1140" fmla="*/ 792774 h 825984"/>
              <a:gd name="csX1141" fmla="*/ 196619 w 1723042"/>
              <a:gd name="csY1141" fmla="*/ 792748 h 825984"/>
              <a:gd name="csX1142" fmla="*/ 196791 w 1723042"/>
              <a:gd name="csY1142" fmla="*/ 792730 h 825984"/>
              <a:gd name="csX1143" fmla="*/ 196964 w 1723042"/>
              <a:gd name="csY1143" fmla="*/ 792712 h 825984"/>
              <a:gd name="csX1144" fmla="*/ 197136 w 1723042"/>
              <a:gd name="csY1144" fmla="*/ 792694 h 825984"/>
              <a:gd name="csX1145" fmla="*/ 197308 w 1723042"/>
              <a:gd name="csY1145" fmla="*/ 792667 h 825984"/>
              <a:gd name="csX1146" fmla="*/ 197481 w 1723042"/>
              <a:gd name="csY1146" fmla="*/ 792650 h 825984"/>
              <a:gd name="csX1147" fmla="*/ 197653 w 1723042"/>
              <a:gd name="csY1147" fmla="*/ 792632 h 825984"/>
              <a:gd name="csX1148" fmla="*/ 197825 w 1723042"/>
              <a:gd name="csY1148" fmla="*/ 792614 h 825984"/>
              <a:gd name="csX1149" fmla="*/ 197998 w 1723042"/>
              <a:gd name="csY1149" fmla="*/ 792596 h 825984"/>
              <a:gd name="csX1150" fmla="*/ 198170 w 1723042"/>
              <a:gd name="csY1150" fmla="*/ 792570 h 825984"/>
              <a:gd name="csX1151" fmla="*/ 198342 w 1723042"/>
              <a:gd name="csY1151" fmla="*/ 792552 h 825984"/>
              <a:gd name="csX1152" fmla="*/ 198514 w 1723042"/>
              <a:gd name="csY1152" fmla="*/ 792534 h 825984"/>
              <a:gd name="csX1153" fmla="*/ 198687 w 1723042"/>
              <a:gd name="csY1153" fmla="*/ 792516 h 825984"/>
              <a:gd name="csX1154" fmla="*/ 198859 w 1723042"/>
              <a:gd name="csY1154" fmla="*/ 792490 h 825984"/>
              <a:gd name="csX1155" fmla="*/ 199031 w 1723042"/>
              <a:gd name="csY1155" fmla="*/ 792472 h 825984"/>
              <a:gd name="csX1156" fmla="*/ 199204 w 1723042"/>
              <a:gd name="csY1156" fmla="*/ 792454 h 825984"/>
              <a:gd name="csX1157" fmla="*/ 199377 w 1723042"/>
              <a:gd name="csY1157" fmla="*/ 792436 h 825984"/>
              <a:gd name="csX1158" fmla="*/ 199548 w 1723042"/>
              <a:gd name="csY1158" fmla="*/ 792409 h 825984"/>
              <a:gd name="csX1159" fmla="*/ 199721 w 1723042"/>
              <a:gd name="csY1159" fmla="*/ 792392 h 825984"/>
              <a:gd name="csX1160" fmla="*/ 199893 w 1723042"/>
              <a:gd name="csY1160" fmla="*/ 792374 h 825984"/>
              <a:gd name="csX1161" fmla="*/ 200065 w 1723042"/>
              <a:gd name="csY1161" fmla="*/ 792356 h 825984"/>
              <a:gd name="csX1162" fmla="*/ 200238 w 1723042"/>
              <a:gd name="csY1162" fmla="*/ 792329 h 825984"/>
              <a:gd name="csX1163" fmla="*/ 200410 w 1723042"/>
              <a:gd name="csY1163" fmla="*/ 792312 h 825984"/>
              <a:gd name="csX1164" fmla="*/ 200582 w 1723042"/>
              <a:gd name="csY1164" fmla="*/ 792294 h 825984"/>
              <a:gd name="csX1165" fmla="*/ 200755 w 1723042"/>
              <a:gd name="csY1165" fmla="*/ 792276 h 825984"/>
              <a:gd name="csX1166" fmla="*/ 200927 w 1723042"/>
              <a:gd name="csY1166" fmla="*/ 792249 h 825984"/>
              <a:gd name="csX1167" fmla="*/ 201099 w 1723042"/>
              <a:gd name="csY1167" fmla="*/ 792232 h 825984"/>
              <a:gd name="csX1168" fmla="*/ 201271 w 1723042"/>
              <a:gd name="csY1168" fmla="*/ 792214 h 825984"/>
              <a:gd name="csX1169" fmla="*/ 201444 w 1723042"/>
              <a:gd name="csY1169" fmla="*/ 792196 h 825984"/>
              <a:gd name="csX1170" fmla="*/ 201617 w 1723042"/>
              <a:gd name="csY1170" fmla="*/ 792169 h 825984"/>
              <a:gd name="csX1171" fmla="*/ 201788 w 1723042"/>
              <a:gd name="csY1171" fmla="*/ 792152 h 825984"/>
              <a:gd name="csX1172" fmla="*/ 201961 w 1723042"/>
              <a:gd name="csY1172" fmla="*/ 792134 h 825984"/>
              <a:gd name="csX1173" fmla="*/ 202134 w 1723042"/>
              <a:gd name="csY1173" fmla="*/ 792116 h 825984"/>
              <a:gd name="csX1174" fmla="*/ 202305 w 1723042"/>
              <a:gd name="csY1174" fmla="*/ 792089 h 825984"/>
              <a:gd name="csX1175" fmla="*/ 202478 w 1723042"/>
              <a:gd name="csY1175" fmla="*/ 792071 h 825984"/>
              <a:gd name="csX1176" fmla="*/ 202650 w 1723042"/>
              <a:gd name="csY1176" fmla="*/ 792054 h 825984"/>
              <a:gd name="csX1177" fmla="*/ 202822 w 1723042"/>
              <a:gd name="csY1177" fmla="*/ 792027 h 825984"/>
              <a:gd name="csX1178" fmla="*/ 202995 w 1723042"/>
              <a:gd name="csY1178" fmla="*/ 792009 h 825984"/>
              <a:gd name="csX1179" fmla="*/ 203167 w 1723042"/>
              <a:gd name="csY1179" fmla="*/ 791991 h 825984"/>
              <a:gd name="csX1180" fmla="*/ 203340 w 1723042"/>
              <a:gd name="csY1180" fmla="*/ 791974 h 825984"/>
              <a:gd name="csX1181" fmla="*/ 203512 w 1723042"/>
              <a:gd name="csY1181" fmla="*/ 791947 h 825984"/>
              <a:gd name="csX1182" fmla="*/ 203684 w 1723042"/>
              <a:gd name="csY1182" fmla="*/ 791929 h 825984"/>
              <a:gd name="csX1183" fmla="*/ 203857 w 1723042"/>
              <a:gd name="csY1183" fmla="*/ 791911 h 825984"/>
              <a:gd name="csX1184" fmla="*/ 204029 w 1723042"/>
              <a:gd name="csY1184" fmla="*/ 791885 h 825984"/>
              <a:gd name="csX1185" fmla="*/ 204201 w 1723042"/>
              <a:gd name="csY1185" fmla="*/ 791867 h 825984"/>
              <a:gd name="csX1186" fmla="*/ 204374 w 1723042"/>
              <a:gd name="csY1186" fmla="*/ 791849 h 825984"/>
              <a:gd name="csX1187" fmla="*/ 204545 w 1723042"/>
              <a:gd name="csY1187" fmla="*/ 791831 h 825984"/>
              <a:gd name="csX1188" fmla="*/ 204718 w 1723042"/>
              <a:gd name="csY1188" fmla="*/ 791805 h 825984"/>
              <a:gd name="csX1189" fmla="*/ 204891 w 1723042"/>
              <a:gd name="csY1189" fmla="*/ 791787 h 825984"/>
              <a:gd name="csX1190" fmla="*/ 205063 w 1723042"/>
              <a:gd name="csY1190" fmla="*/ 791769 h 825984"/>
              <a:gd name="csX1191" fmla="*/ 205235 w 1723042"/>
              <a:gd name="csY1191" fmla="*/ 791742 h 825984"/>
              <a:gd name="csX1192" fmla="*/ 205407 w 1723042"/>
              <a:gd name="csY1192" fmla="*/ 791725 h 825984"/>
              <a:gd name="csX1193" fmla="*/ 205580 w 1723042"/>
              <a:gd name="csY1193" fmla="*/ 791707 h 825984"/>
              <a:gd name="csX1194" fmla="*/ 205752 w 1723042"/>
              <a:gd name="csY1194" fmla="*/ 791680 h 825984"/>
              <a:gd name="csX1195" fmla="*/ 205924 w 1723042"/>
              <a:gd name="csY1195" fmla="*/ 791662 h 825984"/>
              <a:gd name="csX1196" fmla="*/ 206097 w 1723042"/>
              <a:gd name="csY1196" fmla="*/ 791644 h 825984"/>
              <a:gd name="csX1197" fmla="*/ 206269 w 1723042"/>
              <a:gd name="csY1197" fmla="*/ 791618 h 825984"/>
              <a:gd name="csX1198" fmla="*/ 206441 w 1723042"/>
              <a:gd name="csY1198" fmla="*/ 791600 h 825984"/>
              <a:gd name="csX1199" fmla="*/ 206614 w 1723042"/>
              <a:gd name="csY1199" fmla="*/ 791582 h 825984"/>
              <a:gd name="csX1200" fmla="*/ 206786 w 1723042"/>
              <a:gd name="csY1200" fmla="*/ 791564 h 825984"/>
              <a:gd name="csX1201" fmla="*/ 206958 w 1723042"/>
              <a:gd name="csY1201" fmla="*/ 791538 h 825984"/>
              <a:gd name="csX1202" fmla="*/ 207131 w 1723042"/>
              <a:gd name="csY1202" fmla="*/ 791520 h 825984"/>
              <a:gd name="csX1203" fmla="*/ 207303 w 1723042"/>
              <a:gd name="csY1203" fmla="*/ 791502 h 825984"/>
              <a:gd name="csX1204" fmla="*/ 207475 w 1723042"/>
              <a:gd name="csY1204" fmla="*/ 791475 h 825984"/>
              <a:gd name="csX1205" fmla="*/ 207648 w 1723042"/>
              <a:gd name="csY1205" fmla="*/ 791458 h 825984"/>
              <a:gd name="csX1206" fmla="*/ 207820 w 1723042"/>
              <a:gd name="csY1206" fmla="*/ 791440 h 825984"/>
              <a:gd name="csX1207" fmla="*/ 207992 w 1723042"/>
              <a:gd name="csY1207" fmla="*/ 791413 h 825984"/>
              <a:gd name="csX1208" fmla="*/ 208165 w 1723042"/>
              <a:gd name="csY1208" fmla="*/ 791395 h 825984"/>
              <a:gd name="csX1209" fmla="*/ 208337 w 1723042"/>
              <a:gd name="csY1209" fmla="*/ 791378 h 825984"/>
              <a:gd name="csX1210" fmla="*/ 208509 w 1723042"/>
              <a:gd name="csY1210" fmla="*/ 791351 h 825984"/>
              <a:gd name="csX1211" fmla="*/ 208681 w 1723042"/>
              <a:gd name="csY1211" fmla="*/ 791333 h 825984"/>
              <a:gd name="csX1212" fmla="*/ 208854 w 1723042"/>
              <a:gd name="csY1212" fmla="*/ 791306 h 825984"/>
              <a:gd name="csX1213" fmla="*/ 209027 w 1723042"/>
              <a:gd name="csY1213" fmla="*/ 791289 h 825984"/>
              <a:gd name="csX1214" fmla="*/ 209198 w 1723042"/>
              <a:gd name="csY1214" fmla="*/ 791271 h 825984"/>
              <a:gd name="csX1215" fmla="*/ 209371 w 1723042"/>
              <a:gd name="csY1215" fmla="*/ 791244 h 825984"/>
              <a:gd name="csX1216" fmla="*/ 209543 w 1723042"/>
              <a:gd name="csY1216" fmla="*/ 791226 h 825984"/>
              <a:gd name="csX1217" fmla="*/ 209715 w 1723042"/>
              <a:gd name="csY1217" fmla="*/ 791208 h 825984"/>
              <a:gd name="csX1218" fmla="*/ 209888 w 1723042"/>
              <a:gd name="csY1218" fmla="*/ 791182 h 825984"/>
              <a:gd name="csX1219" fmla="*/ 210060 w 1723042"/>
              <a:gd name="csY1219" fmla="*/ 791164 h 825984"/>
              <a:gd name="csX1220" fmla="*/ 210232 w 1723042"/>
              <a:gd name="csY1220" fmla="*/ 791146 h 825984"/>
              <a:gd name="csX1221" fmla="*/ 210405 w 1723042"/>
              <a:gd name="csY1221" fmla="*/ 791120 h 825984"/>
              <a:gd name="csX1222" fmla="*/ 210577 w 1723042"/>
              <a:gd name="csY1222" fmla="*/ 791102 h 825984"/>
              <a:gd name="csX1223" fmla="*/ 210750 w 1723042"/>
              <a:gd name="csY1223" fmla="*/ 791075 h 825984"/>
              <a:gd name="csX1224" fmla="*/ 210922 w 1723042"/>
              <a:gd name="csY1224" fmla="*/ 791057 h 825984"/>
              <a:gd name="csX1225" fmla="*/ 211094 w 1723042"/>
              <a:gd name="csY1225" fmla="*/ 791039 h 825984"/>
              <a:gd name="csX1226" fmla="*/ 211267 w 1723042"/>
              <a:gd name="csY1226" fmla="*/ 791013 h 825984"/>
              <a:gd name="csX1227" fmla="*/ 211438 w 1723042"/>
              <a:gd name="csY1227" fmla="*/ 790995 h 825984"/>
              <a:gd name="csX1228" fmla="*/ 211611 w 1723042"/>
              <a:gd name="csY1228" fmla="*/ 790977 h 825984"/>
              <a:gd name="csX1229" fmla="*/ 211784 w 1723042"/>
              <a:gd name="csY1229" fmla="*/ 790951 h 825984"/>
              <a:gd name="csX1230" fmla="*/ 211955 w 1723042"/>
              <a:gd name="csY1230" fmla="*/ 790933 h 825984"/>
              <a:gd name="csX1231" fmla="*/ 212128 w 1723042"/>
              <a:gd name="csY1231" fmla="*/ 790906 h 825984"/>
              <a:gd name="csX1232" fmla="*/ 212300 w 1723042"/>
              <a:gd name="csY1232" fmla="*/ 790888 h 825984"/>
              <a:gd name="csX1233" fmla="*/ 212473 w 1723042"/>
              <a:gd name="csY1233" fmla="*/ 790870 h 825984"/>
              <a:gd name="csX1234" fmla="*/ 212645 w 1723042"/>
              <a:gd name="csY1234" fmla="*/ 790844 h 825984"/>
              <a:gd name="csX1235" fmla="*/ 212817 w 1723042"/>
              <a:gd name="csY1235" fmla="*/ 790826 h 825984"/>
              <a:gd name="csX1236" fmla="*/ 212990 w 1723042"/>
              <a:gd name="csY1236" fmla="*/ 790799 h 825984"/>
              <a:gd name="csX1237" fmla="*/ 213162 w 1723042"/>
              <a:gd name="csY1237" fmla="*/ 790781 h 825984"/>
              <a:gd name="csX1238" fmla="*/ 213334 w 1723042"/>
              <a:gd name="csY1238" fmla="*/ 790764 h 825984"/>
              <a:gd name="csX1239" fmla="*/ 213507 w 1723042"/>
              <a:gd name="csY1239" fmla="*/ 790737 h 825984"/>
              <a:gd name="csX1240" fmla="*/ 213679 w 1723042"/>
              <a:gd name="csY1240" fmla="*/ 790719 h 825984"/>
              <a:gd name="csX1241" fmla="*/ 213851 w 1723042"/>
              <a:gd name="csY1241" fmla="*/ 790692 h 825984"/>
              <a:gd name="csX1242" fmla="*/ 214024 w 1723042"/>
              <a:gd name="csY1242" fmla="*/ 790675 h 825984"/>
              <a:gd name="csX1243" fmla="*/ 214195 w 1723042"/>
              <a:gd name="csY1243" fmla="*/ 790657 h 825984"/>
              <a:gd name="csX1244" fmla="*/ 214368 w 1723042"/>
              <a:gd name="csY1244" fmla="*/ 790630 h 825984"/>
              <a:gd name="csX1245" fmla="*/ 214541 w 1723042"/>
              <a:gd name="csY1245" fmla="*/ 790612 h 825984"/>
              <a:gd name="csX1246" fmla="*/ 214713 w 1723042"/>
              <a:gd name="csY1246" fmla="*/ 790586 h 825984"/>
              <a:gd name="csX1247" fmla="*/ 214885 w 1723042"/>
              <a:gd name="csY1247" fmla="*/ 790568 h 825984"/>
              <a:gd name="csX1248" fmla="*/ 215057 w 1723042"/>
              <a:gd name="csY1248" fmla="*/ 790550 h 825984"/>
              <a:gd name="csX1249" fmla="*/ 215230 w 1723042"/>
              <a:gd name="csY1249" fmla="*/ 790523 h 825984"/>
              <a:gd name="csX1250" fmla="*/ 215402 w 1723042"/>
              <a:gd name="csY1250" fmla="*/ 790506 h 825984"/>
              <a:gd name="csX1251" fmla="*/ 215574 w 1723042"/>
              <a:gd name="csY1251" fmla="*/ 790479 h 825984"/>
              <a:gd name="csX1252" fmla="*/ 215747 w 1723042"/>
              <a:gd name="csY1252" fmla="*/ 790461 h 825984"/>
              <a:gd name="csX1253" fmla="*/ 215919 w 1723042"/>
              <a:gd name="csY1253" fmla="*/ 790434 h 825984"/>
              <a:gd name="csX1254" fmla="*/ 216091 w 1723042"/>
              <a:gd name="csY1254" fmla="*/ 790417 h 825984"/>
              <a:gd name="csX1255" fmla="*/ 216264 w 1723042"/>
              <a:gd name="csY1255" fmla="*/ 790399 h 825984"/>
              <a:gd name="csX1256" fmla="*/ 216436 w 1723042"/>
              <a:gd name="csY1256" fmla="*/ 790372 h 825984"/>
              <a:gd name="csX1257" fmla="*/ 216608 w 1723042"/>
              <a:gd name="csY1257" fmla="*/ 790354 h 825984"/>
              <a:gd name="csX1258" fmla="*/ 216781 w 1723042"/>
              <a:gd name="csY1258" fmla="*/ 790328 h 825984"/>
              <a:gd name="csX1259" fmla="*/ 216953 w 1723042"/>
              <a:gd name="csY1259" fmla="*/ 790310 h 825984"/>
              <a:gd name="csX1260" fmla="*/ 217125 w 1723042"/>
              <a:gd name="csY1260" fmla="*/ 790283 h 825984"/>
              <a:gd name="csX1261" fmla="*/ 217298 w 1723042"/>
              <a:gd name="csY1261" fmla="*/ 790265 h 825984"/>
              <a:gd name="csX1262" fmla="*/ 217470 w 1723042"/>
              <a:gd name="csY1262" fmla="*/ 790239 h 825984"/>
              <a:gd name="csX1263" fmla="*/ 217642 w 1723042"/>
              <a:gd name="csY1263" fmla="*/ 790221 h 825984"/>
              <a:gd name="csX1264" fmla="*/ 217814 w 1723042"/>
              <a:gd name="csY1264" fmla="*/ 790203 h 825984"/>
              <a:gd name="csX1265" fmla="*/ 217987 w 1723042"/>
              <a:gd name="csY1265" fmla="*/ 790177 h 825984"/>
              <a:gd name="csX1266" fmla="*/ 218160 w 1723042"/>
              <a:gd name="csY1266" fmla="*/ 790159 h 825984"/>
              <a:gd name="csX1267" fmla="*/ 218331 w 1723042"/>
              <a:gd name="csY1267" fmla="*/ 790132 h 825984"/>
              <a:gd name="csX1268" fmla="*/ 218504 w 1723042"/>
              <a:gd name="csY1268" fmla="*/ 790114 h 825984"/>
              <a:gd name="csX1269" fmla="*/ 218677 w 1723042"/>
              <a:gd name="csY1269" fmla="*/ 790087 h 825984"/>
              <a:gd name="csX1270" fmla="*/ 218848 w 1723042"/>
              <a:gd name="csY1270" fmla="*/ 790070 h 825984"/>
              <a:gd name="csX1271" fmla="*/ 219021 w 1723042"/>
              <a:gd name="csY1271" fmla="*/ 790043 h 825984"/>
              <a:gd name="csX1272" fmla="*/ 219193 w 1723042"/>
              <a:gd name="csY1272" fmla="*/ 790025 h 825984"/>
              <a:gd name="csX1273" fmla="*/ 219365 w 1723042"/>
              <a:gd name="csY1273" fmla="*/ 789999 h 825984"/>
              <a:gd name="csX1274" fmla="*/ 219538 w 1723042"/>
              <a:gd name="csY1274" fmla="*/ 789981 h 825984"/>
              <a:gd name="csX1275" fmla="*/ 219710 w 1723042"/>
              <a:gd name="csY1275" fmla="*/ 789954 h 825984"/>
              <a:gd name="csX1276" fmla="*/ 219882 w 1723042"/>
              <a:gd name="csY1276" fmla="*/ 789936 h 825984"/>
              <a:gd name="csX1277" fmla="*/ 220055 w 1723042"/>
              <a:gd name="csY1277" fmla="*/ 789910 h 825984"/>
              <a:gd name="csX1278" fmla="*/ 220227 w 1723042"/>
              <a:gd name="csY1278" fmla="*/ 789892 h 825984"/>
              <a:gd name="csX1279" fmla="*/ 220400 w 1723042"/>
              <a:gd name="csY1279" fmla="*/ 789865 h 825984"/>
              <a:gd name="csX1280" fmla="*/ 220571 w 1723042"/>
              <a:gd name="csY1280" fmla="*/ 789847 h 825984"/>
              <a:gd name="csX1281" fmla="*/ 220744 w 1723042"/>
              <a:gd name="csY1281" fmla="*/ 789821 h 825984"/>
              <a:gd name="csX1282" fmla="*/ 220917 w 1723042"/>
              <a:gd name="csY1282" fmla="*/ 789803 h 825984"/>
              <a:gd name="csX1283" fmla="*/ 221088 w 1723042"/>
              <a:gd name="csY1283" fmla="*/ 789776 h 825984"/>
              <a:gd name="csX1284" fmla="*/ 221261 w 1723042"/>
              <a:gd name="csY1284" fmla="*/ 789758 h 825984"/>
              <a:gd name="csX1285" fmla="*/ 221434 w 1723042"/>
              <a:gd name="csY1285" fmla="*/ 789732 h 825984"/>
              <a:gd name="csX1286" fmla="*/ 221605 w 1723042"/>
              <a:gd name="csY1286" fmla="*/ 789714 h 825984"/>
              <a:gd name="csX1287" fmla="*/ 221778 w 1723042"/>
              <a:gd name="csY1287" fmla="*/ 789687 h 825984"/>
              <a:gd name="csX1288" fmla="*/ 221950 w 1723042"/>
              <a:gd name="csY1288" fmla="*/ 789669 h 825984"/>
              <a:gd name="csX1289" fmla="*/ 222123 w 1723042"/>
              <a:gd name="csY1289" fmla="*/ 789643 h 825984"/>
              <a:gd name="csX1290" fmla="*/ 222295 w 1723042"/>
              <a:gd name="csY1290" fmla="*/ 789625 h 825984"/>
              <a:gd name="csX1291" fmla="*/ 222467 w 1723042"/>
              <a:gd name="csY1291" fmla="*/ 789598 h 825984"/>
              <a:gd name="csX1292" fmla="*/ 222640 w 1723042"/>
              <a:gd name="csY1292" fmla="*/ 789580 h 825984"/>
              <a:gd name="csX1293" fmla="*/ 222812 w 1723042"/>
              <a:gd name="csY1293" fmla="*/ 789554 h 825984"/>
              <a:gd name="csX1294" fmla="*/ 222984 w 1723042"/>
              <a:gd name="csY1294" fmla="*/ 789536 h 825984"/>
              <a:gd name="csX1295" fmla="*/ 223157 w 1723042"/>
              <a:gd name="csY1295" fmla="*/ 789509 h 825984"/>
              <a:gd name="csX1296" fmla="*/ 223328 w 1723042"/>
              <a:gd name="csY1296" fmla="*/ 789491 h 825984"/>
              <a:gd name="csX1297" fmla="*/ 223501 w 1723042"/>
              <a:gd name="csY1297" fmla="*/ 789465 h 825984"/>
              <a:gd name="csX1298" fmla="*/ 223674 w 1723042"/>
              <a:gd name="csY1298" fmla="*/ 789447 h 825984"/>
              <a:gd name="csX1299" fmla="*/ 223846 w 1723042"/>
              <a:gd name="csY1299" fmla="*/ 789420 h 825984"/>
              <a:gd name="csX1300" fmla="*/ 224018 w 1723042"/>
              <a:gd name="csY1300" fmla="*/ 789402 h 825984"/>
              <a:gd name="csX1301" fmla="*/ 224191 w 1723042"/>
              <a:gd name="csY1301" fmla="*/ 789376 h 825984"/>
              <a:gd name="csX1302" fmla="*/ 224363 w 1723042"/>
              <a:gd name="csY1302" fmla="*/ 789358 h 825984"/>
              <a:gd name="csX1303" fmla="*/ 224535 w 1723042"/>
              <a:gd name="csY1303" fmla="*/ 789331 h 825984"/>
              <a:gd name="csX1304" fmla="*/ 224707 w 1723042"/>
              <a:gd name="csY1304" fmla="*/ 789314 h 825984"/>
              <a:gd name="csX1305" fmla="*/ 224880 w 1723042"/>
              <a:gd name="csY1305" fmla="*/ 789287 h 825984"/>
              <a:gd name="csX1306" fmla="*/ 225052 w 1723042"/>
              <a:gd name="csY1306" fmla="*/ 789260 h 825984"/>
              <a:gd name="csX1307" fmla="*/ 225224 w 1723042"/>
              <a:gd name="csY1307" fmla="*/ 789242 h 825984"/>
              <a:gd name="csX1308" fmla="*/ 225397 w 1723042"/>
              <a:gd name="csY1308" fmla="*/ 789216 h 825984"/>
              <a:gd name="csX1309" fmla="*/ 225569 w 1723042"/>
              <a:gd name="csY1309" fmla="*/ 789198 h 825984"/>
              <a:gd name="csX1310" fmla="*/ 225741 w 1723042"/>
              <a:gd name="csY1310" fmla="*/ 789171 h 825984"/>
              <a:gd name="csX1311" fmla="*/ 225914 w 1723042"/>
              <a:gd name="csY1311" fmla="*/ 789153 h 825984"/>
              <a:gd name="csX1312" fmla="*/ 226086 w 1723042"/>
              <a:gd name="csY1312" fmla="*/ 789127 h 825984"/>
              <a:gd name="csX1313" fmla="*/ 226258 w 1723042"/>
              <a:gd name="csY1313" fmla="*/ 789109 h 825984"/>
              <a:gd name="csX1314" fmla="*/ 226431 w 1723042"/>
              <a:gd name="csY1314" fmla="*/ 789082 h 825984"/>
              <a:gd name="csX1315" fmla="*/ 226603 w 1723042"/>
              <a:gd name="csY1315" fmla="*/ 789056 h 825984"/>
              <a:gd name="csX1316" fmla="*/ 226775 w 1723042"/>
              <a:gd name="csY1316" fmla="*/ 789038 h 825984"/>
              <a:gd name="csX1317" fmla="*/ 226948 w 1723042"/>
              <a:gd name="csY1317" fmla="*/ 789011 h 825984"/>
              <a:gd name="csX1318" fmla="*/ 227120 w 1723042"/>
              <a:gd name="csY1318" fmla="*/ 788993 h 825984"/>
              <a:gd name="csX1319" fmla="*/ 227292 w 1723042"/>
              <a:gd name="csY1319" fmla="*/ 788967 h 825984"/>
              <a:gd name="csX1320" fmla="*/ 227464 w 1723042"/>
              <a:gd name="csY1320" fmla="*/ 788949 h 825984"/>
              <a:gd name="csX1321" fmla="*/ 227637 w 1723042"/>
              <a:gd name="csY1321" fmla="*/ 788922 h 825984"/>
              <a:gd name="csX1322" fmla="*/ 227810 w 1723042"/>
              <a:gd name="csY1322" fmla="*/ 788895 h 825984"/>
              <a:gd name="csX1323" fmla="*/ 227981 w 1723042"/>
              <a:gd name="csY1323" fmla="*/ 788878 h 825984"/>
              <a:gd name="csX1324" fmla="*/ 228154 w 1723042"/>
              <a:gd name="csY1324" fmla="*/ 788851 h 825984"/>
              <a:gd name="csX1325" fmla="*/ 228326 w 1723042"/>
              <a:gd name="csY1325" fmla="*/ 788833 h 825984"/>
              <a:gd name="csX1326" fmla="*/ 228498 w 1723042"/>
              <a:gd name="csY1326" fmla="*/ 788806 h 825984"/>
              <a:gd name="csX1327" fmla="*/ 228671 w 1723042"/>
              <a:gd name="csY1327" fmla="*/ 788789 h 825984"/>
              <a:gd name="csX1328" fmla="*/ 228843 w 1723042"/>
              <a:gd name="csY1328" fmla="*/ 788762 h 825984"/>
              <a:gd name="csX1329" fmla="*/ 229015 w 1723042"/>
              <a:gd name="csY1329" fmla="*/ 788735 h 825984"/>
              <a:gd name="csX1330" fmla="*/ 229188 w 1723042"/>
              <a:gd name="csY1330" fmla="*/ 788718 h 825984"/>
              <a:gd name="csX1331" fmla="*/ 229360 w 1723042"/>
              <a:gd name="csY1331" fmla="*/ 788691 h 825984"/>
              <a:gd name="csX1332" fmla="*/ 229533 w 1723042"/>
              <a:gd name="csY1332" fmla="*/ 788673 h 825984"/>
              <a:gd name="csX1333" fmla="*/ 229705 w 1723042"/>
              <a:gd name="csY1333" fmla="*/ 788646 h 825984"/>
              <a:gd name="csX1334" fmla="*/ 229877 w 1723042"/>
              <a:gd name="csY1334" fmla="*/ 788620 h 825984"/>
              <a:gd name="csX1335" fmla="*/ 230050 w 1723042"/>
              <a:gd name="csY1335" fmla="*/ 788602 h 825984"/>
              <a:gd name="csX1336" fmla="*/ 230221 w 1723042"/>
              <a:gd name="csY1336" fmla="*/ 788575 h 825984"/>
              <a:gd name="csX1337" fmla="*/ 230394 w 1723042"/>
              <a:gd name="csY1337" fmla="*/ 788548 h 825984"/>
              <a:gd name="csX1338" fmla="*/ 230567 w 1723042"/>
              <a:gd name="csY1338" fmla="*/ 788531 h 825984"/>
              <a:gd name="csX1339" fmla="*/ 230738 w 1723042"/>
              <a:gd name="csY1339" fmla="*/ 788504 h 825984"/>
              <a:gd name="csX1340" fmla="*/ 230911 w 1723042"/>
              <a:gd name="csY1340" fmla="*/ 788486 h 825984"/>
              <a:gd name="csX1341" fmla="*/ 231084 w 1723042"/>
              <a:gd name="csY1341" fmla="*/ 788459 h 825984"/>
              <a:gd name="csX1342" fmla="*/ 231255 w 1723042"/>
              <a:gd name="csY1342" fmla="*/ 788433 h 825984"/>
              <a:gd name="csX1343" fmla="*/ 231428 w 1723042"/>
              <a:gd name="csY1343" fmla="*/ 788415 h 825984"/>
              <a:gd name="csX1344" fmla="*/ 231600 w 1723042"/>
              <a:gd name="csY1344" fmla="*/ 788388 h 825984"/>
              <a:gd name="csX1345" fmla="*/ 231773 w 1723042"/>
              <a:gd name="csY1345" fmla="*/ 788362 h 825984"/>
              <a:gd name="csX1346" fmla="*/ 231945 w 1723042"/>
              <a:gd name="csY1346" fmla="*/ 788344 h 825984"/>
              <a:gd name="csX1347" fmla="*/ 232117 w 1723042"/>
              <a:gd name="csY1347" fmla="*/ 788317 h 825984"/>
              <a:gd name="csX1348" fmla="*/ 232290 w 1723042"/>
              <a:gd name="csY1348" fmla="*/ 788299 h 825984"/>
              <a:gd name="csX1349" fmla="*/ 232462 w 1723042"/>
              <a:gd name="csY1349" fmla="*/ 788273 h 825984"/>
              <a:gd name="csX1350" fmla="*/ 232634 w 1723042"/>
              <a:gd name="csY1350" fmla="*/ 788246 h 825984"/>
              <a:gd name="csX1351" fmla="*/ 232807 w 1723042"/>
              <a:gd name="csY1351" fmla="*/ 788228 h 825984"/>
              <a:gd name="csX1352" fmla="*/ 232978 w 1723042"/>
              <a:gd name="csY1352" fmla="*/ 788201 h 825984"/>
              <a:gd name="csX1353" fmla="*/ 233151 w 1723042"/>
              <a:gd name="csY1353" fmla="*/ 788175 h 825984"/>
              <a:gd name="csX1354" fmla="*/ 233324 w 1723042"/>
              <a:gd name="csY1354" fmla="*/ 788157 h 825984"/>
              <a:gd name="csX1355" fmla="*/ 233496 w 1723042"/>
              <a:gd name="csY1355" fmla="*/ 788130 h 825984"/>
              <a:gd name="csX1356" fmla="*/ 233668 w 1723042"/>
              <a:gd name="csY1356" fmla="*/ 788104 h 825984"/>
              <a:gd name="csX1357" fmla="*/ 233841 w 1723042"/>
              <a:gd name="csY1357" fmla="*/ 788086 h 825984"/>
              <a:gd name="csX1358" fmla="*/ 234013 w 1723042"/>
              <a:gd name="csY1358" fmla="*/ 788059 h 825984"/>
              <a:gd name="csX1359" fmla="*/ 234185 w 1723042"/>
              <a:gd name="csY1359" fmla="*/ 788032 h 825984"/>
              <a:gd name="csX1360" fmla="*/ 234357 w 1723042"/>
              <a:gd name="csY1360" fmla="*/ 788015 h 825984"/>
              <a:gd name="csX1361" fmla="*/ 234530 w 1723042"/>
              <a:gd name="csY1361" fmla="*/ 787988 h 825984"/>
              <a:gd name="csX1362" fmla="*/ 234702 w 1723042"/>
              <a:gd name="csY1362" fmla="*/ 787961 h 825984"/>
              <a:gd name="csX1363" fmla="*/ 234874 w 1723042"/>
              <a:gd name="csY1363" fmla="*/ 787944 h 825984"/>
              <a:gd name="csX1364" fmla="*/ 235047 w 1723042"/>
              <a:gd name="csY1364" fmla="*/ 787917 h 825984"/>
              <a:gd name="csX1365" fmla="*/ 235219 w 1723042"/>
              <a:gd name="csY1365" fmla="*/ 787890 h 825984"/>
              <a:gd name="csX1366" fmla="*/ 235391 w 1723042"/>
              <a:gd name="csY1366" fmla="*/ 787872 h 825984"/>
              <a:gd name="csX1367" fmla="*/ 235564 w 1723042"/>
              <a:gd name="csY1367" fmla="*/ 787846 h 825984"/>
              <a:gd name="csX1368" fmla="*/ 235736 w 1723042"/>
              <a:gd name="csY1368" fmla="*/ 787819 h 825984"/>
              <a:gd name="csX1369" fmla="*/ 235908 w 1723042"/>
              <a:gd name="csY1369" fmla="*/ 787801 h 825984"/>
              <a:gd name="csX1370" fmla="*/ 236081 w 1723042"/>
              <a:gd name="csY1370" fmla="*/ 787774 h 825984"/>
              <a:gd name="csX1371" fmla="*/ 236253 w 1723042"/>
              <a:gd name="csY1371" fmla="*/ 787748 h 825984"/>
              <a:gd name="csX1372" fmla="*/ 236425 w 1723042"/>
              <a:gd name="csY1372" fmla="*/ 787721 h 825984"/>
              <a:gd name="csX1373" fmla="*/ 236598 w 1723042"/>
              <a:gd name="csY1373" fmla="*/ 787703 h 825984"/>
              <a:gd name="csX1374" fmla="*/ 236770 w 1723042"/>
              <a:gd name="csY1374" fmla="*/ 787677 h 825984"/>
              <a:gd name="csX1375" fmla="*/ 236943 w 1723042"/>
              <a:gd name="csY1375" fmla="*/ 787650 h 825984"/>
              <a:gd name="csX1376" fmla="*/ 237114 w 1723042"/>
              <a:gd name="csY1376" fmla="*/ 787632 h 825984"/>
              <a:gd name="csX1377" fmla="*/ 237287 w 1723042"/>
              <a:gd name="csY1377" fmla="*/ 787605 h 825984"/>
              <a:gd name="csX1378" fmla="*/ 237460 w 1723042"/>
              <a:gd name="csY1378" fmla="*/ 787579 h 825984"/>
              <a:gd name="csX1379" fmla="*/ 237631 w 1723042"/>
              <a:gd name="csY1379" fmla="*/ 787561 h 825984"/>
              <a:gd name="csX1380" fmla="*/ 237804 w 1723042"/>
              <a:gd name="csY1380" fmla="*/ 787534 h 825984"/>
              <a:gd name="csX1381" fmla="*/ 237976 w 1723042"/>
              <a:gd name="csY1381" fmla="*/ 787508 h 825984"/>
              <a:gd name="csX1382" fmla="*/ 238148 w 1723042"/>
              <a:gd name="csY1382" fmla="*/ 787481 h 825984"/>
              <a:gd name="csX1383" fmla="*/ 238321 w 1723042"/>
              <a:gd name="csY1383" fmla="*/ 787463 h 825984"/>
              <a:gd name="csX1384" fmla="*/ 238493 w 1723042"/>
              <a:gd name="csY1384" fmla="*/ 787436 h 825984"/>
              <a:gd name="csX1385" fmla="*/ 238665 w 1723042"/>
              <a:gd name="csY1385" fmla="*/ 787410 h 825984"/>
              <a:gd name="csX1386" fmla="*/ 238838 w 1723042"/>
              <a:gd name="csY1386" fmla="*/ 787383 h 825984"/>
              <a:gd name="csX1387" fmla="*/ 239010 w 1723042"/>
              <a:gd name="csY1387" fmla="*/ 787365 h 825984"/>
              <a:gd name="csX1388" fmla="*/ 239183 w 1723042"/>
              <a:gd name="csY1388" fmla="*/ 787339 h 825984"/>
              <a:gd name="csX1389" fmla="*/ 239355 w 1723042"/>
              <a:gd name="csY1389" fmla="*/ 787312 h 825984"/>
              <a:gd name="csX1390" fmla="*/ 239527 w 1723042"/>
              <a:gd name="csY1390" fmla="*/ 787294 h 825984"/>
              <a:gd name="csX1391" fmla="*/ 239700 w 1723042"/>
              <a:gd name="csY1391" fmla="*/ 787267 h 825984"/>
              <a:gd name="csX1392" fmla="*/ 239871 w 1723042"/>
              <a:gd name="csY1392" fmla="*/ 787241 h 825984"/>
              <a:gd name="csX1393" fmla="*/ 240044 w 1723042"/>
              <a:gd name="csY1393" fmla="*/ 787214 h 825984"/>
              <a:gd name="csX1394" fmla="*/ 240217 w 1723042"/>
              <a:gd name="csY1394" fmla="*/ 787196 h 825984"/>
              <a:gd name="csX1395" fmla="*/ 240388 w 1723042"/>
              <a:gd name="csY1395" fmla="*/ 787170 h 825984"/>
              <a:gd name="csX1396" fmla="*/ 240561 w 1723042"/>
              <a:gd name="csY1396" fmla="*/ 787143 h 825984"/>
              <a:gd name="csX1397" fmla="*/ 240733 w 1723042"/>
              <a:gd name="csY1397" fmla="*/ 787116 h 825984"/>
              <a:gd name="csX1398" fmla="*/ 240906 w 1723042"/>
              <a:gd name="csY1398" fmla="*/ 787098 h 825984"/>
              <a:gd name="csX1399" fmla="*/ 241078 w 1723042"/>
              <a:gd name="csY1399" fmla="*/ 787072 h 825984"/>
              <a:gd name="csX1400" fmla="*/ 241250 w 1723042"/>
              <a:gd name="csY1400" fmla="*/ 787045 h 825984"/>
              <a:gd name="csX1401" fmla="*/ 241423 w 1723042"/>
              <a:gd name="csY1401" fmla="*/ 787018 h 825984"/>
              <a:gd name="csX1402" fmla="*/ 241595 w 1723042"/>
              <a:gd name="csY1402" fmla="*/ 786992 h 825984"/>
              <a:gd name="csX1403" fmla="*/ 241767 w 1723042"/>
              <a:gd name="csY1403" fmla="*/ 786974 h 825984"/>
              <a:gd name="csX1404" fmla="*/ 241940 w 1723042"/>
              <a:gd name="csY1404" fmla="*/ 786947 h 825984"/>
              <a:gd name="csX1405" fmla="*/ 242112 w 1723042"/>
              <a:gd name="csY1405" fmla="*/ 786920 h 825984"/>
              <a:gd name="csX1406" fmla="*/ 242284 w 1723042"/>
              <a:gd name="csY1406" fmla="*/ 786894 h 825984"/>
              <a:gd name="csX1407" fmla="*/ 242457 w 1723042"/>
              <a:gd name="csY1407" fmla="*/ 786876 h 825984"/>
              <a:gd name="csX1408" fmla="*/ 242629 w 1723042"/>
              <a:gd name="csY1408" fmla="*/ 786849 h 825984"/>
              <a:gd name="csX1409" fmla="*/ 242801 w 1723042"/>
              <a:gd name="csY1409" fmla="*/ 786823 h 825984"/>
              <a:gd name="csX1410" fmla="*/ 242974 w 1723042"/>
              <a:gd name="csY1410" fmla="*/ 786796 h 825984"/>
              <a:gd name="csX1411" fmla="*/ 243146 w 1723042"/>
              <a:gd name="csY1411" fmla="*/ 786769 h 825984"/>
              <a:gd name="csX1412" fmla="*/ 243318 w 1723042"/>
              <a:gd name="csY1412" fmla="*/ 786751 h 825984"/>
              <a:gd name="csX1413" fmla="*/ 243490 w 1723042"/>
              <a:gd name="csY1413" fmla="*/ 786725 h 825984"/>
              <a:gd name="csX1414" fmla="*/ 243663 w 1723042"/>
              <a:gd name="csY1414" fmla="*/ 786698 h 825984"/>
              <a:gd name="csX1415" fmla="*/ 243835 w 1723042"/>
              <a:gd name="csY1415" fmla="*/ 786671 h 825984"/>
              <a:gd name="csX1416" fmla="*/ 244007 w 1723042"/>
              <a:gd name="csY1416" fmla="*/ 786645 h 825984"/>
              <a:gd name="csX1417" fmla="*/ 244180 w 1723042"/>
              <a:gd name="csY1417" fmla="*/ 786627 h 825984"/>
              <a:gd name="csX1418" fmla="*/ 244352 w 1723042"/>
              <a:gd name="csY1418" fmla="*/ 786600 h 825984"/>
              <a:gd name="csX1419" fmla="*/ 244524 w 1723042"/>
              <a:gd name="csY1419" fmla="*/ 786573 h 825984"/>
              <a:gd name="csX1420" fmla="*/ 244697 w 1723042"/>
              <a:gd name="csY1420" fmla="*/ 786547 h 825984"/>
              <a:gd name="csX1421" fmla="*/ 244869 w 1723042"/>
              <a:gd name="csY1421" fmla="*/ 786520 h 825984"/>
              <a:gd name="csX1422" fmla="*/ 245041 w 1723042"/>
              <a:gd name="csY1422" fmla="*/ 786502 h 825984"/>
              <a:gd name="csX1423" fmla="*/ 245214 w 1723042"/>
              <a:gd name="csY1423" fmla="*/ 786476 h 825984"/>
              <a:gd name="csX1424" fmla="*/ 245386 w 1723042"/>
              <a:gd name="csY1424" fmla="*/ 786449 h 825984"/>
              <a:gd name="csX1425" fmla="*/ 245558 w 1723042"/>
              <a:gd name="csY1425" fmla="*/ 786422 h 825984"/>
              <a:gd name="csX1426" fmla="*/ 245731 w 1723042"/>
              <a:gd name="csY1426" fmla="*/ 786396 h 825984"/>
              <a:gd name="csX1427" fmla="*/ 245903 w 1723042"/>
              <a:gd name="csY1427" fmla="*/ 786369 h 825984"/>
              <a:gd name="csX1428" fmla="*/ 246075 w 1723042"/>
              <a:gd name="csY1428" fmla="*/ 786351 h 825984"/>
              <a:gd name="csX1429" fmla="*/ 246248 w 1723042"/>
              <a:gd name="csY1429" fmla="*/ 786324 h 825984"/>
              <a:gd name="csX1430" fmla="*/ 246420 w 1723042"/>
              <a:gd name="csY1430" fmla="*/ 786298 h 825984"/>
              <a:gd name="csX1431" fmla="*/ 246593 w 1723042"/>
              <a:gd name="csY1431" fmla="*/ 786271 h 825984"/>
              <a:gd name="csX1432" fmla="*/ 246764 w 1723042"/>
              <a:gd name="csY1432" fmla="*/ 786244 h 825984"/>
              <a:gd name="csX1433" fmla="*/ 246937 w 1723042"/>
              <a:gd name="csY1433" fmla="*/ 786218 h 825984"/>
              <a:gd name="csX1434" fmla="*/ 247110 w 1723042"/>
              <a:gd name="csY1434" fmla="*/ 786200 h 825984"/>
              <a:gd name="csX1435" fmla="*/ 247281 w 1723042"/>
              <a:gd name="csY1435" fmla="*/ 786173 h 825984"/>
              <a:gd name="csX1436" fmla="*/ 247454 w 1723042"/>
              <a:gd name="csY1436" fmla="*/ 786146 h 825984"/>
              <a:gd name="csX1437" fmla="*/ 247626 w 1723042"/>
              <a:gd name="csY1437" fmla="*/ 786120 h 825984"/>
              <a:gd name="csX1438" fmla="*/ 247798 w 1723042"/>
              <a:gd name="csY1438" fmla="*/ 786093 h 825984"/>
              <a:gd name="csX1439" fmla="*/ 247971 w 1723042"/>
              <a:gd name="csY1439" fmla="*/ 786066 h 825984"/>
              <a:gd name="csX1440" fmla="*/ 248143 w 1723042"/>
              <a:gd name="csY1440" fmla="*/ 786040 h 825984"/>
              <a:gd name="csX1441" fmla="*/ 248316 w 1723042"/>
              <a:gd name="csY1441" fmla="*/ 786022 h 825984"/>
              <a:gd name="csX1442" fmla="*/ 248488 w 1723042"/>
              <a:gd name="csY1442" fmla="*/ 785995 h 825984"/>
              <a:gd name="csX1443" fmla="*/ 248660 w 1723042"/>
              <a:gd name="csY1443" fmla="*/ 785968 h 825984"/>
              <a:gd name="csX1444" fmla="*/ 248833 w 1723042"/>
              <a:gd name="csY1444" fmla="*/ 785942 h 825984"/>
              <a:gd name="csX1445" fmla="*/ 249005 w 1723042"/>
              <a:gd name="csY1445" fmla="*/ 785915 h 825984"/>
              <a:gd name="csX1446" fmla="*/ 249177 w 1723042"/>
              <a:gd name="csY1446" fmla="*/ 785888 h 825984"/>
              <a:gd name="csX1447" fmla="*/ 249350 w 1723042"/>
              <a:gd name="csY1447" fmla="*/ 785862 h 825984"/>
              <a:gd name="csX1448" fmla="*/ 249521 w 1723042"/>
              <a:gd name="csY1448" fmla="*/ 785835 h 825984"/>
              <a:gd name="csX1449" fmla="*/ 249694 w 1723042"/>
              <a:gd name="csY1449" fmla="*/ 785817 h 825984"/>
              <a:gd name="csX1450" fmla="*/ 249867 w 1723042"/>
              <a:gd name="csY1450" fmla="*/ 785791 h 825984"/>
              <a:gd name="csX1451" fmla="*/ 250038 w 1723042"/>
              <a:gd name="csY1451" fmla="*/ 785764 h 825984"/>
              <a:gd name="csX1452" fmla="*/ 250211 w 1723042"/>
              <a:gd name="csY1452" fmla="*/ 785737 h 825984"/>
              <a:gd name="csX1453" fmla="*/ 250383 w 1723042"/>
              <a:gd name="csY1453" fmla="*/ 785711 h 825984"/>
              <a:gd name="csX1454" fmla="*/ 250556 w 1723042"/>
              <a:gd name="csY1454" fmla="*/ 785684 h 825984"/>
              <a:gd name="csX1455" fmla="*/ 250728 w 1723042"/>
              <a:gd name="csY1455" fmla="*/ 785657 h 825984"/>
              <a:gd name="csX1456" fmla="*/ 250900 w 1723042"/>
              <a:gd name="csY1456" fmla="*/ 785630 h 825984"/>
              <a:gd name="csX1457" fmla="*/ 251073 w 1723042"/>
              <a:gd name="csY1457" fmla="*/ 785604 h 825984"/>
              <a:gd name="csX1458" fmla="*/ 251245 w 1723042"/>
              <a:gd name="csY1458" fmla="*/ 785577 h 825984"/>
              <a:gd name="csX1459" fmla="*/ 251417 w 1723042"/>
              <a:gd name="csY1459" fmla="*/ 785559 h 825984"/>
              <a:gd name="csX1460" fmla="*/ 251590 w 1723042"/>
              <a:gd name="csY1460" fmla="*/ 785533 h 825984"/>
              <a:gd name="csX1461" fmla="*/ 251762 w 1723042"/>
              <a:gd name="csY1461" fmla="*/ 785506 h 825984"/>
              <a:gd name="csX1462" fmla="*/ 251934 w 1723042"/>
              <a:gd name="csY1462" fmla="*/ 785479 h 825984"/>
              <a:gd name="csX1463" fmla="*/ 252107 w 1723042"/>
              <a:gd name="csY1463" fmla="*/ 785452 h 825984"/>
              <a:gd name="csX1464" fmla="*/ 252279 w 1723042"/>
              <a:gd name="csY1464" fmla="*/ 785426 h 825984"/>
              <a:gd name="csX1465" fmla="*/ 252451 w 1723042"/>
              <a:gd name="csY1465" fmla="*/ 785399 h 825984"/>
              <a:gd name="csX1466" fmla="*/ 252624 w 1723042"/>
              <a:gd name="csY1466" fmla="*/ 785372 h 825984"/>
              <a:gd name="csX1467" fmla="*/ 252796 w 1723042"/>
              <a:gd name="csY1467" fmla="*/ 785346 h 825984"/>
              <a:gd name="csX1468" fmla="*/ 252968 w 1723042"/>
              <a:gd name="csY1468" fmla="*/ 785319 h 825984"/>
              <a:gd name="csX1469" fmla="*/ 253140 w 1723042"/>
              <a:gd name="csY1469" fmla="*/ 785292 h 825984"/>
              <a:gd name="csX1470" fmla="*/ 253313 w 1723042"/>
              <a:gd name="csY1470" fmla="*/ 785266 h 825984"/>
              <a:gd name="csX1471" fmla="*/ 253485 w 1723042"/>
              <a:gd name="csY1471" fmla="*/ 785239 h 825984"/>
              <a:gd name="csX1472" fmla="*/ 253657 w 1723042"/>
              <a:gd name="csY1472" fmla="*/ 785212 h 825984"/>
              <a:gd name="csX1473" fmla="*/ 253830 w 1723042"/>
              <a:gd name="csY1473" fmla="*/ 785194 h 825984"/>
              <a:gd name="csX1474" fmla="*/ 254003 w 1723042"/>
              <a:gd name="csY1474" fmla="*/ 785168 h 825984"/>
              <a:gd name="csX1475" fmla="*/ 254174 w 1723042"/>
              <a:gd name="csY1475" fmla="*/ 785141 h 825984"/>
              <a:gd name="csX1476" fmla="*/ 254347 w 1723042"/>
              <a:gd name="csY1476" fmla="*/ 785114 h 825984"/>
              <a:gd name="csX1477" fmla="*/ 254519 w 1723042"/>
              <a:gd name="csY1477" fmla="*/ 785088 h 825984"/>
              <a:gd name="csX1478" fmla="*/ 254691 w 1723042"/>
              <a:gd name="csY1478" fmla="*/ 785061 h 825984"/>
              <a:gd name="csX1479" fmla="*/ 254864 w 1723042"/>
              <a:gd name="csY1479" fmla="*/ 785034 h 825984"/>
              <a:gd name="csX1480" fmla="*/ 255036 w 1723042"/>
              <a:gd name="csY1480" fmla="*/ 785008 h 825984"/>
              <a:gd name="csX1481" fmla="*/ 255208 w 1723042"/>
              <a:gd name="csY1481" fmla="*/ 784981 h 825984"/>
              <a:gd name="csX1482" fmla="*/ 255381 w 1723042"/>
              <a:gd name="csY1482" fmla="*/ 784954 h 825984"/>
              <a:gd name="csX1483" fmla="*/ 255553 w 1723042"/>
              <a:gd name="csY1483" fmla="*/ 784928 h 825984"/>
              <a:gd name="csX1484" fmla="*/ 255725 w 1723042"/>
              <a:gd name="csY1484" fmla="*/ 784901 h 825984"/>
              <a:gd name="csX1485" fmla="*/ 255898 w 1723042"/>
              <a:gd name="csY1485" fmla="*/ 784874 h 825984"/>
              <a:gd name="csX1486" fmla="*/ 256070 w 1723042"/>
              <a:gd name="csY1486" fmla="*/ 784847 h 825984"/>
              <a:gd name="csX1487" fmla="*/ 256243 w 1723042"/>
              <a:gd name="csY1487" fmla="*/ 784821 h 825984"/>
              <a:gd name="csX1488" fmla="*/ 256414 w 1723042"/>
              <a:gd name="csY1488" fmla="*/ 784794 h 825984"/>
              <a:gd name="csX1489" fmla="*/ 256587 w 1723042"/>
              <a:gd name="csY1489" fmla="*/ 784767 h 825984"/>
              <a:gd name="csX1490" fmla="*/ 256760 w 1723042"/>
              <a:gd name="csY1490" fmla="*/ 784741 h 825984"/>
              <a:gd name="csX1491" fmla="*/ 256931 w 1723042"/>
              <a:gd name="csY1491" fmla="*/ 784714 h 825984"/>
              <a:gd name="csX1492" fmla="*/ 257104 w 1723042"/>
              <a:gd name="csY1492" fmla="*/ 784687 h 825984"/>
              <a:gd name="csX1493" fmla="*/ 257276 w 1723042"/>
              <a:gd name="csY1493" fmla="*/ 784661 h 825984"/>
              <a:gd name="csX1494" fmla="*/ 257448 w 1723042"/>
              <a:gd name="csY1494" fmla="*/ 784634 h 825984"/>
              <a:gd name="csX1495" fmla="*/ 257621 w 1723042"/>
              <a:gd name="csY1495" fmla="*/ 784607 h 825984"/>
              <a:gd name="csX1496" fmla="*/ 257793 w 1723042"/>
              <a:gd name="csY1496" fmla="*/ 784581 h 825984"/>
              <a:gd name="csX1497" fmla="*/ 257966 w 1723042"/>
              <a:gd name="csY1497" fmla="*/ 784554 h 825984"/>
              <a:gd name="csX1498" fmla="*/ 258138 w 1723042"/>
              <a:gd name="csY1498" fmla="*/ 784527 h 825984"/>
              <a:gd name="csX1499" fmla="*/ 258310 w 1723042"/>
              <a:gd name="csY1499" fmla="*/ 784501 h 825984"/>
              <a:gd name="csX1500" fmla="*/ 258483 w 1723042"/>
              <a:gd name="csY1500" fmla="*/ 784474 h 825984"/>
              <a:gd name="csX1501" fmla="*/ 258655 w 1723042"/>
              <a:gd name="csY1501" fmla="*/ 784447 h 825984"/>
              <a:gd name="csX1502" fmla="*/ 258827 w 1723042"/>
              <a:gd name="csY1502" fmla="*/ 784420 h 825984"/>
              <a:gd name="csX1503" fmla="*/ 259000 w 1723042"/>
              <a:gd name="csY1503" fmla="*/ 784394 h 825984"/>
              <a:gd name="csX1504" fmla="*/ 259171 w 1723042"/>
              <a:gd name="csY1504" fmla="*/ 784367 h 825984"/>
              <a:gd name="csX1505" fmla="*/ 259344 w 1723042"/>
              <a:gd name="csY1505" fmla="*/ 784340 h 825984"/>
              <a:gd name="csX1506" fmla="*/ 259517 w 1723042"/>
              <a:gd name="csY1506" fmla="*/ 784314 h 825984"/>
              <a:gd name="csX1507" fmla="*/ 259689 w 1723042"/>
              <a:gd name="csY1507" fmla="*/ 784287 h 825984"/>
              <a:gd name="csX1508" fmla="*/ 259861 w 1723042"/>
              <a:gd name="csY1508" fmla="*/ 784260 h 825984"/>
              <a:gd name="csX1509" fmla="*/ 260033 w 1723042"/>
              <a:gd name="csY1509" fmla="*/ 784234 h 825984"/>
              <a:gd name="csX1510" fmla="*/ 260206 w 1723042"/>
              <a:gd name="csY1510" fmla="*/ 784207 h 825984"/>
              <a:gd name="csX1511" fmla="*/ 260378 w 1723042"/>
              <a:gd name="csY1511" fmla="*/ 784180 h 825984"/>
              <a:gd name="csX1512" fmla="*/ 260550 w 1723042"/>
              <a:gd name="csY1512" fmla="*/ 784145 h 825984"/>
              <a:gd name="csX1513" fmla="*/ 260723 w 1723042"/>
              <a:gd name="csY1513" fmla="*/ 784118 h 825984"/>
              <a:gd name="csX1514" fmla="*/ 260895 w 1723042"/>
              <a:gd name="csY1514" fmla="*/ 784091 h 825984"/>
              <a:gd name="csX1515" fmla="*/ 261067 w 1723042"/>
              <a:gd name="csY1515" fmla="*/ 784065 h 825984"/>
              <a:gd name="csX1516" fmla="*/ 261240 w 1723042"/>
              <a:gd name="csY1516" fmla="*/ 784038 h 825984"/>
              <a:gd name="csX1517" fmla="*/ 261412 w 1723042"/>
              <a:gd name="csY1517" fmla="*/ 784011 h 825984"/>
              <a:gd name="csX1518" fmla="*/ 261584 w 1723042"/>
              <a:gd name="csY1518" fmla="*/ 783985 h 825984"/>
              <a:gd name="csX1519" fmla="*/ 261757 w 1723042"/>
              <a:gd name="csY1519" fmla="*/ 783958 h 825984"/>
              <a:gd name="csX1520" fmla="*/ 261929 w 1723042"/>
              <a:gd name="csY1520" fmla="*/ 783931 h 825984"/>
              <a:gd name="csX1521" fmla="*/ 262101 w 1723042"/>
              <a:gd name="csY1521" fmla="*/ 783905 h 825984"/>
              <a:gd name="csX1522" fmla="*/ 262274 w 1723042"/>
              <a:gd name="csY1522" fmla="*/ 783878 h 825984"/>
              <a:gd name="csX1523" fmla="*/ 262446 w 1723042"/>
              <a:gd name="csY1523" fmla="*/ 783851 h 825984"/>
              <a:gd name="csX1524" fmla="*/ 262618 w 1723042"/>
              <a:gd name="csY1524" fmla="*/ 783824 h 825984"/>
              <a:gd name="csX1525" fmla="*/ 262790 w 1723042"/>
              <a:gd name="csY1525" fmla="*/ 783798 h 825984"/>
              <a:gd name="csX1526" fmla="*/ 262963 w 1723042"/>
              <a:gd name="csY1526" fmla="*/ 783762 h 825984"/>
              <a:gd name="csX1527" fmla="*/ 263135 w 1723042"/>
              <a:gd name="csY1527" fmla="*/ 783735 h 825984"/>
              <a:gd name="csX1528" fmla="*/ 263307 w 1723042"/>
              <a:gd name="csY1528" fmla="*/ 783709 h 825984"/>
              <a:gd name="csX1529" fmla="*/ 263480 w 1723042"/>
              <a:gd name="csY1529" fmla="*/ 783682 h 825984"/>
              <a:gd name="csX1530" fmla="*/ 263653 w 1723042"/>
              <a:gd name="csY1530" fmla="*/ 783655 h 825984"/>
              <a:gd name="csX1531" fmla="*/ 263824 w 1723042"/>
              <a:gd name="csY1531" fmla="*/ 783629 h 825984"/>
              <a:gd name="csX1532" fmla="*/ 263997 w 1723042"/>
              <a:gd name="csY1532" fmla="*/ 783602 h 825984"/>
              <a:gd name="csX1533" fmla="*/ 264169 w 1723042"/>
              <a:gd name="csY1533" fmla="*/ 783575 h 825984"/>
              <a:gd name="csX1534" fmla="*/ 264341 w 1723042"/>
              <a:gd name="csY1534" fmla="*/ 783549 h 825984"/>
              <a:gd name="csX1535" fmla="*/ 264514 w 1723042"/>
              <a:gd name="csY1535" fmla="*/ 783522 h 825984"/>
              <a:gd name="csX1536" fmla="*/ 264686 w 1723042"/>
              <a:gd name="csY1536" fmla="*/ 783486 h 825984"/>
              <a:gd name="csX1537" fmla="*/ 264858 w 1723042"/>
              <a:gd name="csY1537" fmla="*/ 783460 h 825984"/>
              <a:gd name="csX1538" fmla="*/ 265031 w 1723042"/>
              <a:gd name="csY1538" fmla="*/ 783433 h 825984"/>
              <a:gd name="csX1539" fmla="*/ 265203 w 1723042"/>
              <a:gd name="csY1539" fmla="*/ 783406 h 825984"/>
              <a:gd name="csX1540" fmla="*/ 265376 w 1723042"/>
              <a:gd name="csY1540" fmla="*/ 783380 h 825984"/>
              <a:gd name="csX1541" fmla="*/ 265547 w 1723042"/>
              <a:gd name="csY1541" fmla="*/ 783353 h 825984"/>
              <a:gd name="csX1542" fmla="*/ 265720 w 1723042"/>
              <a:gd name="csY1542" fmla="*/ 783326 h 825984"/>
              <a:gd name="csX1543" fmla="*/ 265893 w 1723042"/>
              <a:gd name="csY1543" fmla="*/ 783291 h 825984"/>
              <a:gd name="csX1544" fmla="*/ 266064 w 1723042"/>
              <a:gd name="csY1544" fmla="*/ 783264 h 825984"/>
              <a:gd name="csX1545" fmla="*/ 266237 w 1723042"/>
              <a:gd name="csY1545" fmla="*/ 783237 h 825984"/>
              <a:gd name="csX1546" fmla="*/ 266410 w 1723042"/>
              <a:gd name="csY1546" fmla="*/ 783211 h 825984"/>
              <a:gd name="csX1547" fmla="*/ 266581 w 1723042"/>
              <a:gd name="csY1547" fmla="*/ 783184 h 825984"/>
              <a:gd name="csX1548" fmla="*/ 266754 w 1723042"/>
              <a:gd name="csY1548" fmla="*/ 783157 h 825984"/>
              <a:gd name="csX1549" fmla="*/ 266926 w 1723042"/>
              <a:gd name="csY1549" fmla="*/ 783131 h 825984"/>
              <a:gd name="csX1550" fmla="*/ 267099 w 1723042"/>
              <a:gd name="csY1550" fmla="*/ 783095 h 825984"/>
              <a:gd name="csX1551" fmla="*/ 267271 w 1723042"/>
              <a:gd name="csY1551" fmla="*/ 783068 h 825984"/>
              <a:gd name="csX1552" fmla="*/ 267443 w 1723042"/>
              <a:gd name="csY1552" fmla="*/ 783042 h 825984"/>
              <a:gd name="csX1553" fmla="*/ 267616 w 1723042"/>
              <a:gd name="csY1553" fmla="*/ 783015 h 825984"/>
              <a:gd name="csX1554" fmla="*/ 267788 w 1723042"/>
              <a:gd name="csY1554" fmla="*/ 782988 h 825984"/>
              <a:gd name="csX1555" fmla="*/ 267960 w 1723042"/>
              <a:gd name="csY1555" fmla="*/ 782961 h 825984"/>
              <a:gd name="csX1556" fmla="*/ 268133 w 1723042"/>
              <a:gd name="csY1556" fmla="*/ 782926 h 825984"/>
              <a:gd name="csX1557" fmla="*/ 268304 w 1723042"/>
              <a:gd name="csY1557" fmla="*/ 782899 h 825984"/>
              <a:gd name="csX1558" fmla="*/ 268477 w 1723042"/>
              <a:gd name="csY1558" fmla="*/ 782872 h 825984"/>
              <a:gd name="csX1559" fmla="*/ 268650 w 1723042"/>
              <a:gd name="csY1559" fmla="*/ 782846 h 825984"/>
              <a:gd name="csX1560" fmla="*/ 268821 w 1723042"/>
              <a:gd name="csY1560" fmla="*/ 782819 h 825984"/>
              <a:gd name="csX1561" fmla="*/ 268994 w 1723042"/>
              <a:gd name="csY1561" fmla="*/ 782784 h 825984"/>
              <a:gd name="csX1562" fmla="*/ 269167 w 1723042"/>
              <a:gd name="csY1562" fmla="*/ 782757 h 825984"/>
              <a:gd name="csX1563" fmla="*/ 269339 w 1723042"/>
              <a:gd name="csY1563" fmla="*/ 782730 h 825984"/>
              <a:gd name="csX1564" fmla="*/ 269511 w 1723042"/>
              <a:gd name="csY1564" fmla="*/ 782704 h 825984"/>
              <a:gd name="csX1565" fmla="*/ 269683 w 1723042"/>
              <a:gd name="csY1565" fmla="*/ 782677 h 825984"/>
              <a:gd name="csX1566" fmla="*/ 269856 w 1723042"/>
              <a:gd name="csY1566" fmla="*/ 782650 h 825984"/>
              <a:gd name="csX1567" fmla="*/ 270028 w 1723042"/>
              <a:gd name="csY1567" fmla="*/ 782615 h 825984"/>
              <a:gd name="csX1568" fmla="*/ 270200 w 1723042"/>
              <a:gd name="csY1568" fmla="*/ 782588 h 825984"/>
              <a:gd name="csX1569" fmla="*/ 270373 w 1723042"/>
              <a:gd name="csY1569" fmla="*/ 782561 h 825984"/>
              <a:gd name="csX1570" fmla="*/ 270545 w 1723042"/>
              <a:gd name="csY1570" fmla="*/ 782534 h 825984"/>
              <a:gd name="csX1571" fmla="*/ 270717 w 1723042"/>
              <a:gd name="csY1571" fmla="*/ 782499 h 825984"/>
              <a:gd name="csX1572" fmla="*/ 270890 w 1723042"/>
              <a:gd name="csY1572" fmla="*/ 782472 h 825984"/>
              <a:gd name="csX1573" fmla="*/ 271062 w 1723042"/>
              <a:gd name="csY1573" fmla="*/ 782445 h 825984"/>
              <a:gd name="csX1574" fmla="*/ 271234 w 1723042"/>
              <a:gd name="csY1574" fmla="*/ 782419 h 825984"/>
              <a:gd name="csX1575" fmla="*/ 271407 w 1723042"/>
              <a:gd name="csY1575" fmla="*/ 782392 h 825984"/>
              <a:gd name="csX1576" fmla="*/ 271579 w 1723042"/>
              <a:gd name="csY1576" fmla="*/ 782357 h 825984"/>
              <a:gd name="csX1577" fmla="*/ 271751 w 1723042"/>
              <a:gd name="csY1577" fmla="*/ 782330 h 825984"/>
              <a:gd name="csX1578" fmla="*/ 271924 w 1723042"/>
              <a:gd name="csY1578" fmla="*/ 782303 h 825984"/>
              <a:gd name="csX1579" fmla="*/ 272096 w 1723042"/>
              <a:gd name="csY1579" fmla="*/ 782276 h 825984"/>
              <a:gd name="csX1580" fmla="*/ 272268 w 1723042"/>
              <a:gd name="csY1580" fmla="*/ 782241 h 825984"/>
              <a:gd name="csX1581" fmla="*/ 272440 w 1723042"/>
              <a:gd name="csY1581" fmla="*/ 782214 h 825984"/>
              <a:gd name="csX1582" fmla="*/ 272613 w 1723042"/>
              <a:gd name="csY1582" fmla="*/ 782187 h 825984"/>
              <a:gd name="csX1583" fmla="*/ 272786 w 1723042"/>
              <a:gd name="csY1583" fmla="*/ 782161 h 825984"/>
              <a:gd name="csX1584" fmla="*/ 272957 w 1723042"/>
              <a:gd name="csY1584" fmla="*/ 782125 h 825984"/>
              <a:gd name="csX1585" fmla="*/ 273130 w 1723042"/>
              <a:gd name="csY1585" fmla="*/ 782098 h 825984"/>
              <a:gd name="csX1586" fmla="*/ 273302 w 1723042"/>
              <a:gd name="csY1586" fmla="*/ 782072 h 825984"/>
              <a:gd name="csX1587" fmla="*/ 273474 w 1723042"/>
              <a:gd name="csY1587" fmla="*/ 782045 h 825984"/>
              <a:gd name="csX1588" fmla="*/ 273647 w 1723042"/>
              <a:gd name="csY1588" fmla="*/ 782010 h 825984"/>
              <a:gd name="csX1589" fmla="*/ 273819 w 1723042"/>
              <a:gd name="csY1589" fmla="*/ 781983 h 825984"/>
              <a:gd name="csX1590" fmla="*/ 273991 w 1723042"/>
              <a:gd name="csY1590" fmla="*/ 781956 h 825984"/>
              <a:gd name="csX1591" fmla="*/ 274164 w 1723042"/>
              <a:gd name="csY1591" fmla="*/ 781921 h 825984"/>
              <a:gd name="csX1592" fmla="*/ 274336 w 1723042"/>
              <a:gd name="csY1592" fmla="*/ 781894 h 825984"/>
              <a:gd name="csX1593" fmla="*/ 274508 w 1723042"/>
              <a:gd name="csY1593" fmla="*/ 781867 h 825984"/>
              <a:gd name="csX1594" fmla="*/ 274681 w 1723042"/>
              <a:gd name="csY1594" fmla="*/ 781840 h 825984"/>
              <a:gd name="csX1595" fmla="*/ 274853 w 1723042"/>
              <a:gd name="csY1595" fmla="*/ 781805 h 825984"/>
              <a:gd name="csX1596" fmla="*/ 275026 w 1723042"/>
              <a:gd name="csY1596" fmla="*/ 781778 h 825984"/>
              <a:gd name="csX1597" fmla="*/ 275197 w 1723042"/>
              <a:gd name="csY1597" fmla="*/ 781752 h 825984"/>
              <a:gd name="csX1598" fmla="*/ 275370 w 1723042"/>
              <a:gd name="csY1598" fmla="*/ 781716 h 825984"/>
              <a:gd name="csX1599" fmla="*/ 275543 w 1723042"/>
              <a:gd name="csY1599" fmla="*/ 781689 h 825984"/>
              <a:gd name="csX1600" fmla="*/ 275714 w 1723042"/>
              <a:gd name="csY1600" fmla="*/ 781663 h 825984"/>
              <a:gd name="csX1601" fmla="*/ 275887 w 1723042"/>
              <a:gd name="csY1601" fmla="*/ 781636 h 825984"/>
              <a:gd name="csX1602" fmla="*/ 276060 w 1723042"/>
              <a:gd name="csY1602" fmla="*/ 781600 h 825984"/>
              <a:gd name="csX1603" fmla="*/ 276231 w 1723042"/>
              <a:gd name="csY1603" fmla="*/ 781574 h 825984"/>
              <a:gd name="csX1604" fmla="*/ 276404 w 1723042"/>
              <a:gd name="csY1604" fmla="*/ 781547 h 825984"/>
              <a:gd name="csX1605" fmla="*/ 276576 w 1723042"/>
              <a:gd name="csY1605" fmla="*/ 781511 h 825984"/>
              <a:gd name="csX1606" fmla="*/ 276749 w 1723042"/>
              <a:gd name="csY1606" fmla="*/ 781485 h 825984"/>
              <a:gd name="csX1607" fmla="*/ 276921 w 1723042"/>
              <a:gd name="csY1607" fmla="*/ 781458 h 825984"/>
              <a:gd name="csX1608" fmla="*/ 277093 w 1723042"/>
              <a:gd name="csY1608" fmla="*/ 781422 h 825984"/>
              <a:gd name="csX1609" fmla="*/ 277266 w 1723042"/>
              <a:gd name="csY1609" fmla="*/ 781396 h 825984"/>
              <a:gd name="csX1610" fmla="*/ 277438 w 1723042"/>
              <a:gd name="csY1610" fmla="*/ 781369 h 825984"/>
              <a:gd name="csX1611" fmla="*/ 277610 w 1723042"/>
              <a:gd name="csY1611" fmla="*/ 781333 h 825984"/>
              <a:gd name="csX1612" fmla="*/ 277783 w 1723042"/>
              <a:gd name="csY1612" fmla="*/ 781307 h 825984"/>
              <a:gd name="csX1613" fmla="*/ 277954 w 1723042"/>
              <a:gd name="csY1613" fmla="*/ 781280 h 825984"/>
              <a:gd name="csX1614" fmla="*/ 278127 w 1723042"/>
              <a:gd name="csY1614" fmla="*/ 781244 h 825984"/>
              <a:gd name="csX1615" fmla="*/ 278300 w 1723042"/>
              <a:gd name="csY1615" fmla="*/ 781218 h 825984"/>
              <a:gd name="csX1616" fmla="*/ 278472 w 1723042"/>
              <a:gd name="csY1616" fmla="*/ 781191 h 825984"/>
              <a:gd name="csX1617" fmla="*/ 278644 w 1723042"/>
              <a:gd name="csY1617" fmla="*/ 781156 h 825984"/>
              <a:gd name="csX1618" fmla="*/ 278817 w 1723042"/>
              <a:gd name="csY1618" fmla="*/ 781129 h 825984"/>
              <a:gd name="csX1619" fmla="*/ 278989 w 1723042"/>
              <a:gd name="csY1619" fmla="*/ 781093 h 825984"/>
              <a:gd name="csX1620" fmla="*/ 279161 w 1723042"/>
              <a:gd name="csY1620" fmla="*/ 781066 h 825984"/>
              <a:gd name="csX1621" fmla="*/ 279333 w 1723042"/>
              <a:gd name="csY1621" fmla="*/ 781040 h 825984"/>
              <a:gd name="csX1622" fmla="*/ 279506 w 1723042"/>
              <a:gd name="csY1622" fmla="*/ 781004 h 825984"/>
              <a:gd name="csX1623" fmla="*/ 279678 w 1723042"/>
              <a:gd name="csY1623" fmla="*/ 780978 h 825984"/>
              <a:gd name="csX1624" fmla="*/ 279850 w 1723042"/>
              <a:gd name="csY1624" fmla="*/ 780951 h 825984"/>
              <a:gd name="csX1625" fmla="*/ 280023 w 1723042"/>
              <a:gd name="csY1625" fmla="*/ 780915 h 825984"/>
              <a:gd name="csX1626" fmla="*/ 280195 w 1723042"/>
              <a:gd name="csY1626" fmla="*/ 780889 h 825984"/>
              <a:gd name="csX1627" fmla="*/ 280367 w 1723042"/>
              <a:gd name="csY1627" fmla="*/ 780853 h 825984"/>
              <a:gd name="csX1628" fmla="*/ 280540 w 1723042"/>
              <a:gd name="csY1628" fmla="*/ 780826 h 825984"/>
              <a:gd name="csX1629" fmla="*/ 280712 w 1723042"/>
              <a:gd name="csY1629" fmla="*/ 780800 h 825984"/>
              <a:gd name="csX1630" fmla="*/ 280884 w 1723042"/>
              <a:gd name="csY1630" fmla="*/ 780764 h 825984"/>
              <a:gd name="csX1631" fmla="*/ 281057 w 1723042"/>
              <a:gd name="csY1631" fmla="*/ 780737 h 825984"/>
              <a:gd name="csX1632" fmla="*/ 281229 w 1723042"/>
              <a:gd name="csY1632" fmla="*/ 780711 h 825984"/>
              <a:gd name="csX1633" fmla="*/ 281401 w 1723042"/>
              <a:gd name="csY1633" fmla="*/ 780675 h 825984"/>
              <a:gd name="csX1634" fmla="*/ 281574 w 1723042"/>
              <a:gd name="csY1634" fmla="*/ 780648 h 825984"/>
              <a:gd name="csX1635" fmla="*/ 281746 w 1723042"/>
              <a:gd name="csY1635" fmla="*/ 780613 h 825984"/>
              <a:gd name="csX1636" fmla="*/ 281918 w 1723042"/>
              <a:gd name="csY1636" fmla="*/ 780586 h 825984"/>
              <a:gd name="csX1637" fmla="*/ 282090 w 1723042"/>
              <a:gd name="csY1637" fmla="*/ 780551 h 825984"/>
              <a:gd name="csX1638" fmla="*/ 282263 w 1723042"/>
              <a:gd name="csY1638" fmla="*/ 780524 h 825984"/>
              <a:gd name="csX1639" fmla="*/ 282436 w 1723042"/>
              <a:gd name="csY1639" fmla="*/ 780497 h 825984"/>
              <a:gd name="csX1640" fmla="*/ 282607 w 1723042"/>
              <a:gd name="csY1640" fmla="*/ 780462 h 825984"/>
              <a:gd name="csX1641" fmla="*/ 282780 w 1723042"/>
              <a:gd name="csY1641" fmla="*/ 780435 h 825984"/>
              <a:gd name="csX1642" fmla="*/ 282953 w 1723042"/>
              <a:gd name="csY1642" fmla="*/ 780399 h 825984"/>
              <a:gd name="csX1643" fmla="*/ 283124 w 1723042"/>
              <a:gd name="csY1643" fmla="*/ 780373 h 825984"/>
              <a:gd name="csX1644" fmla="*/ 283297 w 1723042"/>
              <a:gd name="csY1644" fmla="*/ 780337 h 825984"/>
              <a:gd name="csX1645" fmla="*/ 283469 w 1723042"/>
              <a:gd name="csY1645" fmla="*/ 780310 h 825984"/>
              <a:gd name="csX1646" fmla="*/ 283641 w 1723042"/>
              <a:gd name="csY1646" fmla="*/ 780284 h 825984"/>
              <a:gd name="csX1647" fmla="*/ 283814 w 1723042"/>
              <a:gd name="csY1647" fmla="*/ 780248 h 825984"/>
              <a:gd name="csX1648" fmla="*/ 283986 w 1723042"/>
              <a:gd name="csY1648" fmla="*/ 780221 h 825984"/>
              <a:gd name="csX1649" fmla="*/ 284159 w 1723042"/>
              <a:gd name="csY1649" fmla="*/ 780186 h 825984"/>
              <a:gd name="csX1650" fmla="*/ 284331 w 1723042"/>
              <a:gd name="csY1650" fmla="*/ 780159 h 825984"/>
              <a:gd name="csX1651" fmla="*/ 284503 w 1723042"/>
              <a:gd name="csY1651" fmla="*/ 780124 h 825984"/>
              <a:gd name="csX1652" fmla="*/ 284676 w 1723042"/>
              <a:gd name="csY1652" fmla="*/ 780097 h 825984"/>
              <a:gd name="csX1653" fmla="*/ 284847 w 1723042"/>
              <a:gd name="csY1653" fmla="*/ 780061 h 825984"/>
              <a:gd name="csX1654" fmla="*/ 285020 w 1723042"/>
              <a:gd name="csY1654" fmla="*/ 780035 h 825984"/>
              <a:gd name="csX1655" fmla="*/ 285193 w 1723042"/>
              <a:gd name="csY1655" fmla="*/ 779999 h 825984"/>
              <a:gd name="csX1656" fmla="*/ 285364 w 1723042"/>
              <a:gd name="csY1656" fmla="*/ 779972 h 825984"/>
              <a:gd name="csX1657" fmla="*/ 285537 w 1723042"/>
              <a:gd name="csY1657" fmla="*/ 779937 h 825984"/>
              <a:gd name="csX1658" fmla="*/ 285710 w 1723042"/>
              <a:gd name="csY1658" fmla="*/ 779910 h 825984"/>
              <a:gd name="csX1659" fmla="*/ 285881 w 1723042"/>
              <a:gd name="csY1659" fmla="*/ 779883 h 825984"/>
              <a:gd name="csX1660" fmla="*/ 286054 w 1723042"/>
              <a:gd name="csY1660" fmla="*/ 779848 h 825984"/>
              <a:gd name="csX1661" fmla="*/ 286226 w 1723042"/>
              <a:gd name="csY1661" fmla="*/ 779821 h 825984"/>
              <a:gd name="csX1662" fmla="*/ 286399 w 1723042"/>
              <a:gd name="csY1662" fmla="*/ 779785 h 825984"/>
              <a:gd name="csX1663" fmla="*/ 286571 w 1723042"/>
              <a:gd name="csY1663" fmla="*/ 779759 h 825984"/>
              <a:gd name="csX1664" fmla="*/ 286743 w 1723042"/>
              <a:gd name="csY1664" fmla="*/ 779723 h 825984"/>
              <a:gd name="csX1665" fmla="*/ 286916 w 1723042"/>
              <a:gd name="csY1665" fmla="*/ 779696 h 825984"/>
              <a:gd name="csX1666" fmla="*/ 287088 w 1723042"/>
              <a:gd name="csY1666" fmla="*/ 779661 h 825984"/>
              <a:gd name="csX1667" fmla="*/ 287260 w 1723042"/>
              <a:gd name="csY1667" fmla="*/ 779634 h 825984"/>
              <a:gd name="csX1668" fmla="*/ 287433 w 1723042"/>
              <a:gd name="csY1668" fmla="*/ 779599 h 825984"/>
              <a:gd name="csX1669" fmla="*/ 287604 w 1723042"/>
              <a:gd name="csY1669" fmla="*/ 779563 h 825984"/>
              <a:gd name="csX1670" fmla="*/ 287777 w 1723042"/>
              <a:gd name="csY1670" fmla="*/ 779536 h 825984"/>
              <a:gd name="csX1671" fmla="*/ 287950 w 1723042"/>
              <a:gd name="csY1671" fmla="*/ 779501 h 825984"/>
              <a:gd name="csX1672" fmla="*/ 288122 w 1723042"/>
              <a:gd name="csY1672" fmla="*/ 779474 h 825984"/>
              <a:gd name="csX1673" fmla="*/ 288294 w 1723042"/>
              <a:gd name="csY1673" fmla="*/ 779438 h 825984"/>
              <a:gd name="csX1674" fmla="*/ 288467 w 1723042"/>
              <a:gd name="csY1674" fmla="*/ 779412 h 825984"/>
              <a:gd name="csX1675" fmla="*/ 288639 w 1723042"/>
              <a:gd name="csY1675" fmla="*/ 779376 h 825984"/>
              <a:gd name="csX1676" fmla="*/ 288811 w 1723042"/>
              <a:gd name="csY1676" fmla="*/ 779350 h 825984"/>
              <a:gd name="csX1677" fmla="*/ 288983 w 1723042"/>
              <a:gd name="csY1677" fmla="*/ 779314 h 825984"/>
              <a:gd name="csX1678" fmla="*/ 289156 w 1723042"/>
              <a:gd name="csY1678" fmla="*/ 779287 h 825984"/>
              <a:gd name="csX1679" fmla="*/ 289328 w 1723042"/>
              <a:gd name="csY1679" fmla="*/ 779252 h 825984"/>
              <a:gd name="csX1680" fmla="*/ 289500 w 1723042"/>
              <a:gd name="csY1680" fmla="*/ 779225 h 825984"/>
              <a:gd name="csX1681" fmla="*/ 289673 w 1723042"/>
              <a:gd name="csY1681" fmla="*/ 779189 h 825984"/>
              <a:gd name="csX1682" fmla="*/ 289845 w 1723042"/>
              <a:gd name="csY1682" fmla="*/ 779154 h 825984"/>
              <a:gd name="csX1683" fmla="*/ 290017 w 1723042"/>
              <a:gd name="csY1683" fmla="*/ 779127 h 825984"/>
              <a:gd name="csX1684" fmla="*/ 290190 w 1723042"/>
              <a:gd name="csY1684" fmla="*/ 779091 h 825984"/>
              <a:gd name="csX1685" fmla="*/ 290362 w 1723042"/>
              <a:gd name="csY1685" fmla="*/ 779065 h 825984"/>
              <a:gd name="csX1686" fmla="*/ 290534 w 1723042"/>
              <a:gd name="csY1686" fmla="*/ 779029 h 825984"/>
              <a:gd name="csX1687" fmla="*/ 290707 w 1723042"/>
              <a:gd name="csY1687" fmla="*/ 779003 h 825984"/>
              <a:gd name="csX1688" fmla="*/ 290879 w 1723042"/>
              <a:gd name="csY1688" fmla="*/ 778967 h 825984"/>
              <a:gd name="csX1689" fmla="*/ 291051 w 1723042"/>
              <a:gd name="csY1689" fmla="*/ 778931 h 825984"/>
              <a:gd name="csX1690" fmla="*/ 291224 w 1723042"/>
              <a:gd name="csY1690" fmla="*/ 778905 h 825984"/>
              <a:gd name="csX1691" fmla="*/ 291396 w 1723042"/>
              <a:gd name="csY1691" fmla="*/ 778869 h 825984"/>
              <a:gd name="csX1692" fmla="*/ 291568 w 1723042"/>
              <a:gd name="csY1692" fmla="*/ 778842 h 825984"/>
              <a:gd name="csX1693" fmla="*/ 291740 w 1723042"/>
              <a:gd name="csY1693" fmla="*/ 778807 h 825984"/>
              <a:gd name="csX1694" fmla="*/ 291913 w 1723042"/>
              <a:gd name="csY1694" fmla="*/ 778780 h 825984"/>
              <a:gd name="csX1695" fmla="*/ 292086 w 1723042"/>
              <a:gd name="csY1695" fmla="*/ 778745 h 825984"/>
              <a:gd name="csX1696" fmla="*/ 292257 w 1723042"/>
              <a:gd name="csY1696" fmla="*/ 778709 h 825984"/>
              <a:gd name="csX1697" fmla="*/ 292430 w 1723042"/>
              <a:gd name="csY1697" fmla="*/ 778682 h 825984"/>
              <a:gd name="csX1698" fmla="*/ 292602 w 1723042"/>
              <a:gd name="csY1698" fmla="*/ 778647 h 825984"/>
              <a:gd name="csX1699" fmla="*/ 292774 w 1723042"/>
              <a:gd name="csY1699" fmla="*/ 778611 h 825984"/>
              <a:gd name="csX1700" fmla="*/ 292947 w 1723042"/>
              <a:gd name="csY1700" fmla="*/ 778584 h 825984"/>
              <a:gd name="csX1701" fmla="*/ 293119 w 1723042"/>
              <a:gd name="csY1701" fmla="*/ 778549 h 825984"/>
              <a:gd name="csX1702" fmla="*/ 293291 w 1723042"/>
              <a:gd name="csY1702" fmla="*/ 778522 h 825984"/>
              <a:gd name="csX1703" fmla="*/ 293464 w 1723042"/>
              <a:gd name="csY1703" fmla="*/ 778487 h 825984"/>
              <a:gd name="csX1704" fmla="*/ 293636 w 1723042"/>
              <a:gd name="csY1704" fmla="*/ 778451 h 825984"/>
              <a:gd name="csX1705" fmla="*/ 293809 w 1723042"/>
              <a:gd name="csY1705" fmla="*/ 778424 h 825984"/>
              <a:gd name="csX1706" fmla="*/ 293981 w 1723042"/>
              <a:gd name="csY1706" fmla="*/ 778389 h 825984"/>
              <a:gd name="csX1707" fmla="*/ 294153 w 1723042"/>
              <a:gd name="csY1707" fmla="*/ 778353 h 825984"/>
              <a:gd name="csX1708" fmla="*/ 294326 w 1723042"/>
              <a:gd name="csY1708" fmla="*/ 778326 h 825984"/>
              <a:gd name="csX1709" fmla="*/ 294497 w 1723042"/>
              <a:gd name="csY1709" fmla="*/ 778291 h 825984"/>
              <a:gd name="csX1710" fmla="*/ 294670 w 1723042"/>
              <a:gd name="csY1710" fmla="*/ 778264 h 825984"/>
              <a:gd name="csX1711" fmla="*/ 294843 w 1723042"/>
              <a:gd name="csY1711" fmla="*/ 778229 h 825984"/>
              <a:gd name="csX1712" fmla="*/ 295014 w 1723042"/>
              <a:gd name="csY1712" fmla="*/ 778193 h 825984"/>
              <a:gd name="csX1713" fmla="*/ 295187 w 1723042"/>
              <a:gd name="csY1713" fmla="*/ 778166 h 825984"/>
              <a:gd name="csX1714" fmla="*/ 295359 w 1723042"/>
              <a:gd name="csY1714" fmla="*/ 778131 h 825984"/>
              <a:gd name="csX1715" fmla="*/ 295532 w 1723042"/>
              <a:gd name="csY1715" fmla="*/ 778095 h 825984"/>
              <a:gd name="csX1716" fmla="*/ 295704 w 1723042"/>
              <a:gd name="csY1716" fmla="*/ 778068 h 825984"/>
              <a:gd name="csX1717" fmla="*/ 295876 w 1723042"/>
              <a:gd name="csY1717" fmla="*/ 778033 h 825984"/>
              <a:gd name="csX1718" fmla="*/ 296049 w 1723042"/>
              <a:gd name="csY1718" fmla="*/ 777997 h 825984"/>
              <a:gd name="csX1719" fmla="*/ 296221 w 1723042"/>
              <a:gd name="csY1719" fmla="*/ 777962 h 825984"/>
              <a:gd name="csX1720" fmla="*/ 296393 w 1723042"/>
              <a:gd name="csY1720" fmla="*/ 777935 h 825984"/>
              <a:gd name="csX1721" fmla="*/ 296566 w 1723042"/>
              <a:gd name="csY1721" fmla="*/ 777899 h 825984"/>
              <a:gd name="csX1722" fmla="*/ 296738 w 1723042"/>
              <a:gd name="csY1722" fmla="*/ 777864 h 825984"/>
              <a:gd name="csX1723" fmla="*/ 296910 w 1723042"/>
              <a:gd name="csY1723" fmla="*/ 777837 h 825984"/>
              <a:gd name="csX1724" fmla="*/ 297083 w 1723042"/>
              <a:gd name="csY1724" fmla="*/ 777802 h 825984"/>
              <a:gd name="csX1725" fmla="*/ 297254 w 1723042"/>
              <a:gd name="csY1725" fmla="*/ 777766 h 825984"/>
              <a:gd name="csX1726" fmla="*/ 297427 w 1723042"/>
              <a:gd name="csY1726" fmla="*/ 777739 h 825984"/>
              <a:gd name="csX1727" fmla="*/ 297600 w 1723042"/>
              <a:gd name="csY1727" fmla="*/ 777704 h 825984"/>
              <a:gd name="csX1728" fmla="*/ 297772 w 1723042"/>
              <a:gd name="csY1728" fmla="*/ 777668 h 825984"/>
              <a:gd name="csX1729" fmla="*/ 297944 w 1723042"/>
              <a:gd name="csY1729" fmla="*/ 777632 h 825984"/>
              <a:gd name="csX1730" fmla="*/ 298117 w 1723042"/>
              <a:gd name="csY1730" fmla="*/ 777606 h 825984"/>
              <a:gd name="csX1731" fmla="*/ 298289 w 1723042"/>
              <a:gd name="csY1731" fmla="*/ 777570 h 825984"/>
              <a:gd name="csX1732" fmla="*/ 298461 w 1723042"/>
              <a:gd name="csY1732" fmla="*/ 777535 h 825984"/>
              <a:gd name="csX1733" fmla="*/ 298633 w 1723042"/>
              <a:gd name="csY1733" fmla="*/ 777508 h 825984"/>
              <a:gd name="csX1734" fmla="*/ 298806 w 1723042"/>
              <a:gd name="csY1734" fmla="*/ 777472 h 825984"/>
              <a:gd name="csX1735" fmla="*/ 298978 w 1723042"/>
              <a:gd name="csY1735" fmla="*/ 777437 h 825984"/>
              <a:gd name="csX1736" fmla="*/ 299150 w 1723042"/>
              <a:gd name="csY1736" fmla="*/ 777401 h 825984"/>
              <a:gd name="csX1737" fmla="*/ 299323 w 1723042"/>
              <a:gd name="csY1737" fmla="*/ 777375 h 825984"/>
              <a:gd name="csX1738" fmla="*/ 299495 w 1723042"/>
              <a:gd name="csY1738" fmla="*/ 777339 h 825984"/>
              <a:gd name="csX1739" fmla="*/ 299667 w 1723042"/>
              <a:gd name="csY1739" fmla="*/ 777303 h 825984"/>
              <a:gd name="csX1740" fmla="*/ 299840 w 1723042"/>
              <a:gd name="csY1740" fmla="*/ 777268 h 825984"/>
              <a:gd name="csX1741" fmla="*/ 300012 w 1723042"/>
              <a:gd name="csY1741" fmla="*/ 777241 h 825984"/>
              <a:gd name="csX1742" fmla="*/ 300184 w 1723042"/>
              <a:gd name="csY1742" fmla="*/ 777205 h 825984"/>
              <a:gd name="csX1743" fmla="*/ 300357 w 1723042"/>
              <a:gd name="csY1743" fmla="*/ 777170 h 825984"/>
              <a:gd name="csX1744" fmla="*/ 300529 w 1723042"/>
              <a:gd name="csY1744" fmla="*/ 777134 h 825984"/>
              <a:gd name="csX1745" fmla="*/ 300701 w 1723042"/>
              <a:gd name="csY1745" fmla="*/ 777108 h 825984"/>
              <a:gd name="csX1746" fmla="*/ 300874 w 1723042"/>
              <a:gd name="csY1746" fmla="*/ 777072 h 825984"/>
              <a:gd name="csX1747" fmla="*/ 301046 w 1723042"/>
              <a:gd name="csY1747" fmla="*/ 777036 h 825984"/>
              <a:gd name="csX1748" fmla="*/ 301219 w 1723042"/>
              <a:gd name="csY1748" fmla="*/ 777001 h 825984"/>
              <a:gd name="csX1749" fmla="*/ 301390 w 1723042"/>
              <a:gd name="csY1749" fmla="*/ 776965 h 825984"/>
              <a:gd name="csX1750" fmla="*/ 301563 w 1723042"/>
              <a:gd name="csY1750" fmla="*/ 776939 h 825984"/>
              <a:gd name="csX1751" fmla="*/ 301736 w 1723042"/>
              <a:gd name="csY1751" fmla="*/ 776903 h 825984"/>
              <a:gd name="csX1752" fmla="*/ 301907 w 1723042"/>
              <a:gd name="csY1752" fmla="*/ 776867 h 825984"/>
              <a:gd name="csX1753" fmla="*/ 302080 w 1723042"/>
              <a:gd name="csY1753" fmla="*/ 776832 h 825984"/>
              <a:gd name="csX1754" fmla="*/ 302252 w 1723042"/>
              <a:gd name="csY1754" fmla="*/ 776805 h 825984"/>
              <a:gd name="csX1755" fmla="*/ 302424 w 1723042"/>
              <a:gd name="csY1755" fmla="*/ 776770 h 825984"/>
              <a:gd name="csX1756" fmla="*/ 302597 w 1723042"/>
              <a:gd name="csY1756" fmla="*/ 776734 h 825984"/>
              <a:gd name="csX1757" fmla="*/ 302769 w 1723042"/>
              <a:gd name="csY1757" fmla="*/ 776698 h 825984"/>
              <a:gd name="csX1758" fmla="*/ 302942 w 1723042"/>
              <a:gd name="csY1758" fmla="*/ 776663 h 825984"/>
              <a:gd name="csX1759" fmla="*/ 303114 w 1723042"/>
              <a:gd name="csY1759" fmla="*/ 776627 h 825984"/>
              <a:gd name="csX1760" fmla="*/ 303286 w 1723042"/>
              <a:gd name="csY1760" fmla="*/ 776601 h 825984"/>
              <a:gd name="csX1761" fmla="*/ 303459 w 1723042"/>
              <a:gd name="csY1761" fmla="*/ 776565 h 825984"/>
              <a:gd name="csX1762" fmla="*/ 303631 w 1723042"/>
              <a:gd name="csY1762" fmla="*/ 776529 h 825984"/>
              <a:gd name="csX1763" fmla="*/ 303803 w 1723042"/>
              <a:gd name="csY1763" fmla="*/ 776494 h 825984"/>
              <a:gd name="csX1764" fmla="*/ 303976 w 1723042"/>
              <a:gd name="csY1764" fmla="*/ 776458 h 825984"/>
              <a:gd name="csX1765" fmla="*/ 304147 w 1723042"/>
              <a:gd name="csY1765" fmla="*/ 776423 h 825984"/>
              <a:gd name="csX1766" fmla="*/ 304320 w 1723042"/>
              <a:gd name="csY1766" fmla="*/ 776396 h 825984"/>
              <a:gd name="csX1767" fmla="*/ 304493 w 1723042"/>
              <a:gd name="csY1767" fmla="*/ 776360 h 825984"/>
              <a:gd name="csX1768" fmla="*/ 304664 w 1723042"/>
              <a:gd name="csY1768" fmla="*/ 776325 h 825984"/>
              <a:gd name="csX1769" fmla="*/ 304837 w 1723042"/>
              <a:gd name="csY1769" fmla="*/ 776289 h 825984"/>
              <a:gd name="csX1770" fmla="*/ 305009 w 1723042"/>
              <a:gd name="csY1770" fmla="*/ 776254 h 825984"/>
              <a:gd name="csX1771" fmla="*/ 305182 w 1723042"/>
              <a:gd name="csY1771" fmla="*/ 776218 h 825984"/>
              <a:gd name="csX1772" fmla="*/ 305354 w 1723042"/>
              <a:gd name="csY1772" fmla="*/ 776182 h 825984"/>
              <a:gd name="csX1773" fmla="*/ 305526 w 1723042"/>
              <a:gd name="csY1773" fmla="*/ 776156 h 825984"/>
              <a:gd name="csX1774" fmla="*/ 305699 w 1723042"/>
              <a:gd name="csY1774" fmla="*/ 776120 h 825984"/>
              <a:gd name="csX1775" fmla="*/ 305871 w 1723042"/>
              <a:gd name="csY1775" fmla="*/ 776084 h 825984"/>
              <a:gd name="csX1776" fmla="*/ 306043 w 1723042"/>
              <a:gd name="csY1776" fmla="*/ 776049 h 825984"/>
              <a:gd name="csX1777" fmla="*/ 306216 w 1723042"/>
              <a:gd name="csY1777" fmla="*/ 776013 h 825984"/>
              <a:gd name="csX1778" fmla="*/ 306388 w 1723042"/>
              <a:gd name="csY1778" fmla="*/ 775978 h 825984"/>
              <a:gd name="csX1779" fmla="*/ 306560 w 1723042"/>
              <a:gd name="csY1779" fmla="*/ 775942 h 825984"/>
              <a:gd name="csX1780" fmla="*/ 306733 w 1723042"/>
              <a:gd name="csY1780" fmla="*/ 775907 h 825984"/>
              <a:gd name="csX1781" fmla="*/ 306905 w 1723042"/>
              <a:gd name="csY1781" fmla="*/ 775880 h 825984"/>
              <a:gd name="csX1782" fmla="*/ 307077 w 1723042"/>
              <a:gd name="csY1782" fmla="*/ 775844 h 825984"/>
              <a:gd name="csX1783" fmla="*/ 307250 w 1723042"/>
              <a:gd name="csY1783" fmla="*/ 775809 h 825984"/>
              <a:gd name="csX1784" fmla="*/ 307422 w 1723042"/>
              <a:gd name="csY1784" fmla="*/ 775773 h 825984"/>
              <a:gd name="csX1785" fmla="*/ 307594 w 1723042"/>
              <a:gd name="csY1785" fmla="*/ 775738 h 825984"/>
              <a:gd name="csX1786" fmla="*/ 307766 w 1723042"/>
              <a:gd name="csY1786" fmla="*/ 775702 h 825984"/>
              <a:gd name="csX1787" fmla="*/ 307939 w 1723042"/>
              <a:gd name="csY1787" fmla="*/ 775666 h 825984"/>
              <a:gd name="csX1788" fmla="*/ 308111 w 1723042"/>
              <a:gd name="csY1788" fmla="*/ 775631 h 825984"/>
              <a:gd name="csX1789" fmla="*/ 308283 w 1723042"/>
              <a:gd name="csY1789" fmla="*/ 775595 h 825984"/>
              <a:gd name="csX1790" fmla="*/ 308456 w 1723042"/>
              <a:gd name="csY1790" fmla="*/ 775560 h 825984"/>
              <a:gd name="csX1791" fmla="*/ 308629 w 1723042"/>
              <a:gd name="csY1791" fmla="*/ 775524 h 825984"/>
              <a:gd name="csX1792" fmla="*/ 308800 w 1723042"/>
              <a:gd name="csY1792" fmla="*/ 775488 h 825984"/>
              <a:gd name="csX1793" fmla="*/ 308973 w 1723042"/>
              <a:gd name="csY1793" fmla="*/ 775462 h 825984"/>
              <a:gd name="csX1794" fmla="*/ 309145 w 1723042"/>
              <a:gd name="csY1794" fmla="*/ 775426 h 825984"/>
              <a:gd name="csX1795" fmla="*/ 309317 w 1723042"/>
              <a:gd name="csY1795" fmla="*/ 775391 h 825984"/>
              <a:gd name="csX1796" fmla="*/ 309490 w 1723042"/>
              <a:gd name="csY1796" fmla="*/ 775355 h 825984"/>
              <a:gd name="csX1797" fmla="*/ 309662 w 1723042"/>
              <a:gd name="csY1797" fmla="*/ 775319 h 825984"/>
              <a:gd name="csX1798" fmla="*/ 309834 w 1723042"/>
              <a:gd name="csY1798" fmla="*/ 775284 h 825984"/>
              <a:gd name="csX1799" fmla="*/ 310007 w 1723042"/>
              <a:gd name="csY1799" fmla="*/ 775248 h 825984"/>
              <a:gd name="csX1800" fmla="*/ 310179 w 1723042"/>
              <a:gd name="csY1800" fmla="*/ 775213 h 825984"/>
              <a:gd name="csX1801" fmla="*/ 310351 w 1723042"/>
              <a:gd name="csY1801" fmla="*/ 775177 h 825984"/>
              <a:gd name="csX1802" fmla="*/ 310523 w 1723042"/>
              <a:gd name="csY1802" fmla="*/ 775142 h 825984"/>
              <a:gd name="csX1803" fmla="*/ 310696 w 1723042"/>
              <a:gd name="csY1803" fmla="*/ 775106 h 825984"/>
              <a:gd name="csX1804" fmla="*/ 310869 w 1723042"/>
              <a:gd name="csY1804" fmla="*/ 775070 h 825984"/>
              <a:gd name="csX1805" fmla="*/ 311040 w 1723042"/>
              <a:gd name="csY1805" fmla="*/ 775035 h 825984"/>
              <a:gd name="csX1806" fmla="*/ 311213 w 1723042"/>
              <a:gd name="csY1806" fmla="*/ 774999 h 825984"/>
              <a:gd name="csX1807" fmla="*/ 311386 w 1723042"/>
              <a:gd name="csY1807" fmla="*/ 774964 h 825984"/>
              <a:gd name="csX1808" fmla="*/ 311557 w 1723042"/>
              <a:gd name="csY1808" fmla="*/ 774928 h 825984"/>
              <a:gd name="csX1809" fmla="*/ 311730 w 1723042"/>
              <a:gd name="csY1809" fmla="*/ 774892 h 825984"/>
              <a:gd name="csX1810" fmla="*/ 311902 w 1723042"/>
              <a:gd name="csY1810" fmla="*/ 774857 h 825984"/>
              <a:gd name="csX1811" fmla="*/ 312074 w 1723042"/>
              <a:gd name="csY1811" fmla="*/ 774821 h 825984"/>
              <a:gd name="csX1812" fmla="*/ 312247 w 1723042"/>
              <a:gd name="csY1812" fmla="*/ 774786 h 825984"/>
              <a:gd name="csX1813" fmla="*/ 312419 w 1723042"/>
              <a:gd name="csY1813" fmla="*/ 774750 h 825984"/>
              <a:gd name="csX1814" fmla="*/ 312592 w 1723042"/>
              <a:gd name="csY1814" fmla="*/ 774715 h 825984"/>
              <a:gd name="csX1815" fmla="*/ 312764 w 1723042"/>
              <a:gd name="csY1815" fmla="*/ 774679 h 825984"/>
              <a:gd name="csX1816" fmla="*/ 312936 w 1723042"/>
              <a:gd name="csY1816" fmla="*/ 774643 h 825984"/>
              <a:gd name="csX1817" fmla="*/ 313109 w 1723042"/>
              <a:gd name="csY1817" fmla="*/ 774608 h 825984"/>
              <a:gd name="csX1818" fmla="*/ 313280 w 1723042"/>
              <a:gd name="csY1818" fmla="*/ 774572 h 825984"/>
              <a:gd name="csX1819" fmla="*/ 313453 w 1723042"/>
              <a:gd name="csY1819" fmla="*/ 774537 h 825984"/>
              <a:gd name="csX1820" fmla="*/ 313626 w 1723042"/>
              <a:gd name="csY1820" fmla="*/ 774501 h 825984"/>
              <a:gd name="csX1821" fmla="*/ 313797 w 1723042"/>
              <a:gd name="csY1821" fmla="*/ 774465 h 825984"/>
              <a:gd name="csX1822" fmla="*/ 313970 w 1723042"/>
              <a:gd name="csY1822" fmla="*/ 774430 h 825984"/>
              <a:gd name="csX1823" fmla="*/ 314143 w 1723042"/>
              <a:gd name="csY1823" fmla="*/ 774394 h 825984"/>
              <a:gd name="csX1824" fmla="*/ 314315 w 1723042"/>
              <a:gd name="csY1824" fmla="*/ 774359 h 825984"/>
              <a:gd name="csX1825" fmla="*/ 314487 w 1723042"/>
              <a:gd name="csY1825" fmla="*/ 774323 h 825984"/>
              <a:gd name="csX1826" fmla="*/ 314659 w 1723042"/>
              <a:gd name="csY1826" fmla="*/ 774287 h 825984"/>
              <a:gd name="csX1827" fmla="*/ 314832 w 1723042"/>
              <a:gd name="csY1827" fmla="*/ 774243 h 825984"/>
              <a:gd name="csX1828" fmla="*/ 315004 w 1723042"/>
              <a:gd name="csY1828" fmla="*/ 774207 h 825984"/>
              <a:gd name="csX1829" fmla="*/ 315176 w 1723042"/>
              <a:gd name="csY1829" fmla="*/ 774172 h 825984"/>
              <a:gd name="csX1830" fmla="*/ 315349 w 1723042"/>
              <a:gd name="csY1830" fmla="*/ 774136 h 825984"/>
              <a:gd name="csX1831" fmla="*/ 315521 w 1723042"/>
              <a:gd name="csY1831" fmla="*/ 774101 h 825984"/>
              <a:gd name="csX1832" fmla="*/ 315693 w 1723042"/>
              <a:gd name="csY1832" fmla="*/ 774065 h 825984"/>
              <a:gd name="csX1833" fmla="*/ 315866 w 1723042"/>
              <a:gd name="csY1833" fmla="*/ 774029 h 825984"/>
              <a:gd name="csX1834" fmla="*/ 316037 w 1723042"/>
              <a:gd name="csY1834" fmla="*/ 773994 h 825984"/>
              <a:gd name="csX1835" fmla="*/ 316210 w 1723042"/>
              <a:gd name="csY1835" fmla="*/ 773958 h 825984"/>
              <a:gd name="csX1836" fmla="*/ 316383 w 1723042"/>
              <a:gd name="csY1836" fmla="*/ 773923 h 825984"/>
              <a:gd name="csX1837" fmla="*/ 316555 w 1723042"/>
              <a:gd name="csY1837" fmla="*/ 773887 h 825984"/>
              <a:gd name="csX1838" fmla="*/ 316727 w 1723042"/>
              <a:gd name="csY1838" fmla="*/ 773851 h 825984"/>
              <a:gd name="csX1839" fmla="*/ 316900 w 1723042"/>
              <a:gd name="csY1839" fmla="*/ 773807 h 825984"/>
              <a:gd name="csX1840" fmla="*/ 317072 w 1723042"/>
              <a:gd name="csY1840" fmla="*/ 773771 h 825984"/>
              <a:gd name="csX1841" fmla="*/ 317244 w 1723042"/>
              <a:gd name="csY1841" fmla="*/ 773736 h 825984"/>
              <a:gd name="csX1842" fmla="*/ 317416 w 1723042"/>
              <a:gd name="csY1842" fmla="*/ 773700 h 825984"/>
              <a:gd name="csX1843" fmla="*/ 317589 w 1723042"/>
              <a:gd name="csY1843" fmla="*/ 773665 h 825984"/>
              <a:gd name="csX1844" fmla="*/ 317761 w 1723042"/>
              <a:gd name="csY1844" fmla="*/ 773629 h 825984"/>
              <a:gd name="csX1845" fmla="*/ 317933 w 1723042"/>
              <a:gd name="csY1845" fmla="*/ 773594 h 825984"/>
              <a:gd name="csX1846" fmla="*/ 318106 w 1723042"/>
              <a:gd name="csY1846" fmla="*/ 773558 h 825984"/>
              <a:gd name="csX1847" fmla="*/ 318278 w 1723042"/>
              <a:gd name="csY1847" fmla="*/ 773513 h 825984"/>
              <a:gd name="csX1848" fmla="*/ 318450 w 1723042"/>
              <a:gd name="csY1848" fmla="*/ 773478 h 825984"/>
              <a:gd name="csX1849" fmla="*/ 318623 w 1723042"/>
              <a:gd name="csY1849" fmla="*/ 773442 h 825984"/>
              <a:gd name="csX1850" fmla="*/ 318795 w 1723042"/>
              <a:gd name="csY1850" fmla="*/ 773407 h 825984"/>
              <a:gd name="csX1851" fmla="*/ 318967 w 1723042"/>
              <a:gd name="csY1851" fmla="*/ 773371 h 825984"/>
              <a:gd name="csX1852" fmla="*/ 319140 w 1723042"/>
              <a:gd name="csY1852" fmla="*/ 773336 h 825984"/>
              <a:gd name="csX1853" fmla="*/ 319312 w 1723042"/>
              <a:gd name="csY1853" fmla="*/ 773291 h 825984"/>
              <a:gd name="csX1854" fmla="*/ 319484 w 1723042"/>
              <a:gd name="csY1854" fmla="*/ 773255 h 825984"/>
              <a:gd name="csX1855" fmla="*/ 319657 w 1723042"/>
              <a:gd name="csY1855" fmla="*/ 773220 h 825984"/>
              <a:gd name="csX1856" fmla="*/ 319829 w 1723042"/>
              <a:gd name="csY1856" fmla="*/ 773184 h 825984"/>
              <a:gd name="csX1857" fmla="*/ 320002 w 1723042"/>
              <a:gd name="csY1857" fmla="*/ 773149 h 825984"/>
              <a:gd name="csX1858" fmla="*/ 320173 w 1723042"/>
              <a:gd name="csY1858" fmla="*/ 773113 h 825984"/>
              <a:gd name="csX1859" fmla="*/ 320346 w 1723042"/>
              <a:gd name="csY1859" fmla="*/ 773069 h 825984"/>
              <a:gd name="csX1860" fmla="*/ 320519 w 1723042"/>
              <a:gd name="csY1860" fmla="*/ 773033 h 825984"/>
              <a:gd name="csX1861" fmla="*/ 320690 w 1723042"/>
              <a:gd name="csY1861" fmla="*/ 772997 h 825984"/>
              <a:gd name="csX1862" fmla="*/ 320863 w 1723042"/>
              <a:gd name="csY1862" fmla="*/ 772962 h 825984"/>
              <a:gd name="csX1863" fmla="*/ 321036 w 1723042"/>
              <a:gd name="csY1863" fmla="*/ 772926 h 825984"/>
              <a:gd name="csX1864" fmla="*/ 321207 w 1723042"/>
              <a:gd name="csY1864" fmla="*/ 772882 h 825984"/>
              <a:gd name="csX1865" fmla="*/ 321380 w 1723042"/>
              <a:gd name="csY1865" fmla="*/ 772846 h 825984"/>
              <a:gd name="csX1866" fmla="*/ 321552 w 1723042"/>
              <a:gd name="csY1866" fmla="*/ 772811 h 825984"/>
              <a:gd name="csX1867" fmla="*/ 321724 w 1723042"/>
              <a:gd name="csY1867" fmla="*/ 772775 h 825984"/>
              <a:gd name="csX1868" fmla="*/ 321897 w 1723042"/>
              <a:gd name="csY1868" fmla="*/ 772739 h 825984"/>
              <a:gd name="csX1869" fmla="*/ 322069 w 1723042"/>
              <a:gd name="csY1869" fmla="*/ 772695 h 825984"/>
              <a:gd name="csX1870" fmla="*/ 322242 w 1723042"/>
              <a:gd name="csY1870" fmla="*/ 772659 h 825984"/>
              <a:gd name="csX1871" fmla="*/ 322414 w 1723042"/>
              <a:gd name="csY1871" fmla="*/ 772624 h 825984"/>
              <a:gd name="csX1872" fmla="*/ 322586 w 1723042"/>
              <a:gd name="csY1872" fmla="*/ 772588 h 825984"/>
              <a:gd name="csX1873" fmla="*/ 322759 w 1723042"/>
              <a:gd name="csY1873" fmla="*/ 772544 h 825984"/>
              <a:gd name="csX1874" fmla="*/ 322930 w 1723042"/>
              <a:gd name="csY1874" fmla="*/ 772508 h 825984"/>
              <a:gd name="csX1875" fmla="*/ 323103 w 1723042"/>
              <a:gd name="csY1875" fmla="*/ 772473 h 825984"/>
              <a:gd name="csX1876" fmla="*/ 323276 w 1723042"/>
              <a:gd name="csY1876" fmla="*/ 772437 h 825984"/>
              <a:gd name="csX1877" fmla="*/ 323447 w 1723042"/>
              <a:gd name="csY1877" fmla="*/ 772392 h 825984"/>
              <a:gd name="csX1878" fmla="*/ 323620 w 1723042"/>
              <a:gd name="csY1878" fmla="*/ 772357 h 825984"/>
              <a:gd name="csX1879" fmla="*/ 323793 w 1723042"/>
              <a:gd name="csY1879" fmla="*/ 772321 h 825984"/>
              <a:gd name="csX1880" fmla="*/ 323965 w 1723042"/>
              <a:gd name="csY1880" fmla="*/ 772286 h 825984"/>
              <a:gd name="csX1881" fmla="*/ 324137 w 1723042"/>
              <a:gd name="csY1881" fmla="*/ 772241 h 825984"/>
              <a:gd name="csX1882" fmla="*/ 324309 w 1723042"/>
              <a:gd name="csY1882" fmla="*/ 772206 h 825984"/>
              <a:gd name="csX1883" fmla="*/ 324482 w 1723042"/>
              <a:gd name="csY1883" fmla="*/ 772170 h 825984"/>
              <a:gd name="csX1884" fmla="*/ 324654 w 1723042"/>
              <a:gd name="csY1884" fmla="*/ 772135 h 825984"/>
              <a:gd name="csX1885" fmla="*/ 324826 w 1723042"/>
              <a:gd name="csY1885" fmla="*/ 772090 h 825984"/>
              <a:gd name="csX1886" fmla="*/ 324999 w 1723042"/>
              <a:gd name="csY1886" fmla="*/ 772054 h 825984"/>
              <a:gd name="csX1887" fmla="*/ 325171 w 1723042"/>
              <a:gd name="csY1887" fmla="*/ 772019 h 825984"/>
              <a:gd name="csX1888" fmla="*/ 325343 w 1723042"/>
              <a:gd name="csY1888" fmla="*/ 771974 h 825984"/>
              <a:gd name="csX1889" fmla="*/ 325516 w 1723042"/>
              <a:gd name="csY1889" fmla="*/ 771939 h 825984"/>
              <a:gd name="csX1890" fmla="*/ 325688 w 1723042"/>
              <a:gd name="csY1890" fmla="*/ 771903 h 825984"/>
              <a:gd name="csX1891" fmla="*/ 325860 w 1723042"/>
              <a:gd name="csY1891" fmla="*/ 771868 h 825984"/>
              <a:gd name="csX1892" fmla="*/ 326033 w 1723042"/>
              <a:gd name="csY1892" fmla="*/ 771823 h 825984"/>
              <a:gd name="csX1893" fmla="*/ 326205 w 1723042"/>
              <a:gd name="csY1893" fmla="*/ 771788 h 825984"/>
              <a:gd name="csX1894" fmla="*/ 326377 w 1723042"/>
              <a:gd name="csY1894" fmla="*/ 771752 h 825984"/>
              <a:gd name="csX1895" fmla="*/ 326550 w 1723042"/>
              <a:gd name="csY1895" fmla="*/ 771708 h 825984"/>
              <a:gd name="csX1896" fmla="*/ 326722 w 1723042"/>
              <a:gd name="csY1896" fmla="*/ 771672 h 825984"/>
              <a:gd name="csX1897" fmla="*/ 326894 w 1723042"/>
              <a:gd name="csY1897" fmla="*/ 771636 h 825984"/>
              <a:gd name="csX1898" fmla="*/ 327066 w 1723042"/>
              <a:gd name="csY1898" fmla="*/ 771592 h 825984"/>
              <a:gd name="csX1899" fmla="*/ 327239 w 1723042"/>
              <a:gd name="csY1899" fmla="*/ 771556 h 825984"/>
              <a:gd name="csX1900" fmla="*/ 327411 w 1723042"/>
              <a:gd name="csY1900" fmla="*/ 771521 h 825984"/>
              <a:gd name="csX1901" fmla="*/ 327583 w 1723042"/>
              <a:gd name="csY1901" fmla="*/ 771476 h 825984"/>
              <a:gd name="csX1902" fmla="*/ 327756 w 1723042"/>
              <a:gd name="csY1902" fmla="*/ 771441 h 825984"/>
              <a:gd name="csX1903" fmla="*/ 327929 w 1723042"/>
              <a:gd name="csY1903" fmla="*/ 771405 h 825984"/>
              <a:gd name="csX1904" fmla="*/ 328100 w 1723042"/>
              <a:gd name="csY1904" fmla="*/ 771361 h 825984"/>
              <a:gd name="csX1905" fmla="*/ 328273 w 1723042"/>
              <a:gd name="csY1905" fmla="*/ 771325 h 825984"/>
              <a:gd name="csX1906" fmla="*/ 328445 w 1723042"/>
              <a:gd name="csY1906" fmla="*/ 771280 h 825984"/>
              <a:gd name="csX1907" fmla="*/ 328617 w 1723042"/>
              <a:gd name="csY1907" fmla="*/ 771245 h 825984"/>
              <a:gd name="csX1908" fmla="*/ 328790 w 1723042"/>
              <a:gd name="csY1908" fmla="*/ 771209 h 825984"/>
              <a:gd name="csX1909" fmla="*/ 328962 w 1723042"/>
              <a:gd name="csY1909" fmla="*/ 771165 h 825984"/>
              <a:gd name="csX1910" fmla="*/ 329134 w 1723042"/>
              <a:gd name="csY1910" fmla="*/ 771129 h 825984"/>
              <a:gd name="csX1911" fmla="*/ 329307 w 1723042"/>
              <a:gd name="csY1911" fmla="*/ 771094 h 825984"/>
              <a:gd name="csX1912" fmla="*/ 329479 w 1723042"/>
              <a:gd name="csY1912" fmla="*/ 771049 h 825984"/>
              <a:gd name="csX1913" fmla="*/ 329652 w 1723042"/>
              <a:gd name="csY1913" fmla="*/ 771014 h 825984"/>
              <a:gd name="csX1914" fmla="*/ 329823 w 1723042"/>
              <a:gd name="csY1914" fmla="*/ 770969 h 825984"/>
              <a:gd name="csX1915" fmla="*/ 329996 w 1723042"/>
              <a:gd name="csY1915" fmla="*/ 770934 h 825984"/>
              <a:gd name="csX1916" fmla="*/ 330169 w 1723042"/>
              <a:gd name="csY1916" fmla="*/ 770898 h 825984"/>
              <a:gd name="csX1917" fmla="*/ 330340 w 1723042"/>
              <a:gd name="csY1917" fmla="*/ 770853 h 825984"/>
              <a:gd name="csX1918" fmla="*/ 330513 w 1723042"/>
              <a:gd name="csY1918" fmla="*/ 770818 h 825984"/>
              <a:gd name="csX1919" fmla="*/ 330686 w 1723042"/>
              <a:gd name="csY1919" fmla="*/ 770773 h 825984"/>
              <a:gd name="csX1920" fmla="*/ 330857 w 1723042"/>
              <a:gd name="csY1920" fmla="*/ 770738 h 825984"/>
              <a:gd name="csX1921" fmla="*/ 331030 w 1723042"/>
              <a:gd name="csY1921" fmla="*/ 770693 h 825984"/>
              <a:gd name="csX1922" fmla="*/ 331202 w 1723042"/>
              <a:gd name="csY1922" fmla="*/ 770658 h 825984"/>
              <a:gd name="csX1923" fmla="*/ 331375 w 1723042"/>
              <a:gd name="csY1923" fmla="*/ 770622 h 825984"/>
              <a:gd name="csX1924" fmla="*/ 331547 w 1723042"/>
              <a:gd name="csY1924" fmla="*/ 770578 h 825984"/>
              <a:gd name="csX1925" fmla="*/ 331719 w 1723042"/>
              <a:gd name="csY1925" fmla="*/ 770542 h 825984"/>
              <a:gd name="csX1926" fmla="*/ 331892 w 1723042"/>
              <a:gd name="csY1926" fmla="*/ 770497 h 825984"/>
              <a:gd name="csX1927" fmla="*/ 332064 w 1723042"/>
              <a:gd name="csY1927" fmla="*/ 770462 h 825984"/>
              <a:gd name="csX1928" fmla="*/ 332236 w 1723042"/>
              <a:gd name="csY1928" fmla="*/ 770417 h 825984"/>
              <a:gd name="csX1929" fmla="*/ 332409 w 1723042"/>
              <a:gd name="csY1929" fmla="*/ 770382 h 825984"/>
              <a:gd name="csX1930" fmla="*/ 332580 w 1723042"/>
              <a:gd name="csY1930" fmla="*/ 770337 h 825984"/>
              <a:gd name="csX1931" fmla="*/ 332753 w 1723042"/>
              <a:gd name="csY1931" fmla="*/ 770302 h 825984"/>
              <a:gd name="csX1932" fmla="*/ 332926 w 1723042"/>
              <a:gd name="csY1932" fmla="*/ 770257 h 825984"/>
              <a:gd name="csX1933" fmla="*/ 333098 w 1723042"/>
              <a:gd name="csY1933" fmla="*/ 770222 h 825984"/>
              <a:gd name="csX1934" fmla="*/ 333270 w 1723042"/>
              <a:gd name="csY1934" fmla="*/ 770177 h 825984"/>
              <a:gd name="csX1935" fmla="*/ 333443 w 1723042"/>
              <a:gd name="csY1935" fmla="*/ 770142 h 825984"/>
              <a:gd name="csX1936" fmla="*/ 333615 w 1723042"/>
              <a:gd name="csY1936" fmla="*/ 770106 h 825984"/>
              <a:gd name="csX1937" fmla="*/ 333787 w 1723042"/>
              <a:gd name="csY1937" fmla="*/ 770062 h 825984"/>
              <a:gd name="csX1938" fmla="*/ 333959 w 1723042"/>
              <a:gd name="csY1938" fmla="*/ 770026 h 825984"/>
              <a:gd name="csX1939" fmla="*/ 334132 w 1723042"/>
              <a:gd name="csY1939" fmla="*/ 769982 h 825984"/>
              <a:gd name="csX1940" fmla="*/ 334304 w 1723042"/>
              <a:gd name="csY1940" fmla="*/ 769946 h 825984"/>
              <a:gd name="csX1941" fmla="*/ 334476 w 1723042"/>
              <a:gd name="csY1941" fmla="*/ 769901 h 825984"/>
              <a:gd name="csX1942" fmla="*/ 334649 w 1723042"/>
              <a:gd name="csY1942" fmla="*/ 769857 h 825984"/>
              <a:gd name="csX1943" fmla="*/ 334821 w 1723042"/>
              <a:gd name="csY1943" fmla="*/ 769821 h 825984"/>
              <a:gd name="csX1944" fmla="*/ 334993 w 1723042"/>
              <a:gd name="csY1944" fmla="*/ 769777 h 825984"/>
              <a:gd name="csX1945" fmla="*/ 335166 w 1723042"/>
              <a:gd name="csY1945" fmla="*/ 769741 h 825984"/>
              <a:gd name="csX1946" fmla="*/ 335338 w 1723042"/>
              <a:gd name="csY1946" fmla="*/ 769697 h 825984"/>
              <a:gd name="csX1947" fmla="*/ 335510 w 1723042"/>
              <a:gd name="csY1947" fmla="*/ 769661 h 825984"/>
              <a:gd name="csX1948" fmla="*/ 335683 w 1723042"/>
              <a:gd name="csY1948" fmla="*/ 769617 h 825984"/>
              <a:gd name="csX1949" fmla="*/ 335855 w 1723042"/>
              <a:gd name="csY1949" fmla="*/ 769581 h 825984"/>
              <a:gd name="csX1950" fmla="*/ 336027 w 1723042"/>
              <a:gd name="csY1950" fmla="*/ 769537 h 825984"/>
              <a:gd name="csX1951" fmla="*/ 336200 w 1723042"/>
              <a:gd name="csY1951" fmla="*/ 769501 h 825984"/>
              <a:gd name="csX1952" fmla="*/ 336372 w 1723042"/>
              <a:gd name="csY1952" fmla="*/ 769457 h 825984"/>
              <a:gd name="csX1953" fmla="*/ 336544 w 1723042"/>
              <a:gd name="csY1953" fmla="*/ 769421 h 825984"/>
              <a:gd name="csX1954" fmla="*/ 336716 w 1723042"/>
              <a:gd name="csY1954" fmla="*/ 769377 h 825984"/>
              <a:gd name="csX1955" fmla="*/ 336889 w 1723042"/>
              <a:gd name="csY1955" fmla="*/ 769332 h 825984"/>
              <a:gd name="csX1956" fmla="*/ 337062 w 1723042"/>
              <a:gd name="csY1956" fmla="*/ 769296 h 825984"/>
              <a:gd name="csX1957" fmla="*/ 337233 w 1723042"/>
              <a:gd name="csY1957" fmla="*/ 769252 h 825984"/>
              <a:gd name="csX1958" fmla="*/ 337406 w 1723042"/>
              <a:gd name="csY1958" fmla="*/ 769216 h 825984"/>
              <a:gd name="csX1959" fmla="*/ 337578 w 1723042"/>
              <a:gd name="csY1959" fmla="*/ 769172 h 825984"/>
              <a:gd name="csX1960" fmla="*/ 337750 w 1723042"/>
              <a:gd name="csY1960" fmla="*/ 769136 h 825984"/>
              <a:gd name="csX1961" fmla="*/ 337923 w 1723042"/>
              <a:gd name="csY1961" fmla="*/ 769092 h 825984"/>
              <a:gd name="csX1962" fmla="*/ 338095 w 1723042"/>
              <a:gd name="csY1962" fmla="*/ 769047 h 825984"/>
              <a:gd name="csX1963" fmla="*/ 338267 w 1723042"/>
              <a:gd name="csY1963" fmla="*/ 769012 h 825984"/>
              <a:gd name="csX1964" fmla="*/ 338440 w 1723042"/>
              <a:gd name="csY1964" fmla="*/ 768967 h 825984"/>
              <a:gd name="csX1965" fmla="*/ 338612 w 1723042"/>
              <a:gd name="csY1965" fmla="*/ 768932 h 825984"/>
              <a:gd name="csX1966" fmla="*/ 338785 w 1723042"/>
              <a:gd name="csY1966" fmla="*/ 768887 h 825984"/>
              <a:gd name="csX1967" fmla="*/ 338957 w 1723042"/>
              <a:gd name="csY1967" fmla="*/ 768843 h 825984"/>
              <a:gd name="csX1968" fmla="*/ 339129 w 1723042"/>
              <a:gd name="csY1968" fmla="*/ 768807 h 825984"/>
              <a:gd name="csX1969" fmla="*/ 339302 w 1723042"/>
              <a:gd name="csY1969" fmla="*/ 768763 h 825984"/>
              <a:gd name="csX1970" fmla="*/ 339473 w 1723042"/>
              <a:gd name="csY1970" fmla="*/ 768718 h 825984"/>
              <a:gd name="csX1971" fmla="*/ 339646 w 1723042"/>
              <a:gd name="csY1971" fmla="*/ 768683 h 825984"/>
              <a:gd name="csX1972" fmla="*/ 339819 w 1723042"/>
              <a:gd name="csY1972" fmla="*/ 768638 h 825984"/>
              <a:gd name="csX1973" fmla="*/ 339990 w 1723042"/>
              <a:gd name="csY1973" fmla="*/ 768603 h 825984"/>
              <a:gd name="csX1974" fmla="*/ 340163 w 1723042"/>
              <a:gd name="csY1974" fmla="*/ 768558 h 825984"/>
              <a:gd name="csX1975" fmla="*/ 340335 w 1723042"/>
              <a:gd name="csY1975" fmla="*/ 768514 h 825984"/>
              <a:gd name="csX1976" fmla="*/ 340507 w 1723042"/>
              <a:gd name="csY1976" fmla="*/ 768478 h 825984"/>
              <a:gd name="csX1977" fmla="*/ 340680 w 1723042"/>
              <a:gd name="csY1977" fmla="*/ 768434 h 825984"/>
              <a:gd name="csX1978" fmla="*/ 340852 w 1723042"/>
              <a:gd name="csY1978" fmla="*/ 768389 h 825984"/>
              <a:gd name="csX1979" fmla="*/ 341025 w 1723042"/>
              <a:gd name="csY1979" fmla="*/ 768354 h 825984"/>
              <a:gd name="csX1980" fmla="*/ 341197 w 1723042"/>
              <a:gd name="csY1980" fmla="*/ 768309 h 825984"/>
              <a:gd name="csX1981" fmla="*/ 341369 w 1723042"/>
              <a:gd name="csY1981" fmla="*/ 768265 h 825984"/>
              <a:gd name="csX1982" fmla="*/ 341542 w 1723042"/>
              <a:gd name="csY1982" fmla="*/ 768229 h 825984"/>
              <a:gd name="csX1983" fmla="*/ 341714 w 1723042"/>
              <a:gd name="csY1983" fmla="*/ 768184 h 825984"/>
              <a:gd name="csX1984" fmla="*/ 341886 w 1723042"/>
              <a:gd name="csY1984" fmla="*/ 768140 h 825984"/>
              <a:gd name="csX1985" fmla="*/ 342059 w 1723042"/>
              <a:gd name="csY1985" fmla="*/ 768104 h 825984"/>
              <a:gd name="csX1986" fmla="*/ 342230 w 1723042"/>
              <a:gd name="csY1986" fmla="*/ 768060 h 825984"/>
              <a:gd name="csX1987" fmla="*/ 342403 w 1723042"/>
              <a:gd name="csY1987" fmla="*/ 768015 h 825984"/>
              <a:gd name="csX1988" fmla="*/ 342576 w 1723042"/>
              <a:gd name="csY1988" fmla="*/ 767971 h 825984"/>
              <a:gd name="csX1989" fmla="*/ 342748 w 1723042"/>
              <a:gd name="csY1989" fmla="*/ 767935 h 825984"/>
              <a:gd name="csX1990" fmla="*/ 342920 w 1723042"/>
              <a:gd name="csY1990" fmla="*/ 767891 h 825984"/>
              <a:gd name="csX1991" fmla="*/ 343093 w 1723042"/>
              <a:gd name="csY1991" fmla="*/ 767846 h 825984"/>
              <a:gd name="csX1992" fmla="*/ 343265 w 1723042"/>
              <a:gd name="csY1992" fmla="*/ 767811 h 825984"/>
              <a:gd name="csX1993" fmla="*/ 343437 w 1723042"/>
              <a:gd name="csY1993" fmla="*/ 767766 h 825984"/>
              <a:gd name="csX1994" fmla="*/ 343609 w 1723042"/>
              <a:gd name="csY1994" fmla="*/ 767722 h 825984"/>
              <a:gd name="csX1995" fmla="*/ 343782 w 1723042"/>
              <a:gd name="csY1995" fmla="*/ 767677 h 825984"/>
              <a:gd name="csX1996" fmla="*/ 343954 w 1723042"/>
              <a:gd name="csY1996" fmla="*/ 767642 h 825984"/>
              <a:gd name="csX1997" fmla="*/ 344126 w 1723042"/>
              <a:gd name="csY1997" fmla="*/ 767597 h 825984"/>
              <a:gd name="csX1998" fmla="*/ 344299 w 1723042"/>
              <a:gd name="csY1998" fmla="*/ 767553 h 825984"/>
              <a:gd name="csX1999" fmla="*/ 344471 w 1723042"/>
              <a:gd name="csY1999" fmla="*/ 767508 h 825984"/>
              <a:gd name="csX2000" fmla="*/ 344643 w 1723042"/>
              <a:gd name="csY2000" fmla="*/ 767473 h 825984"/>
              <a:gd name="csX2001" fmla="*/ 344816 w 1723042"/>
              <a:gd name="csY2001" fmla="*/ 767428 h 825984"/>
              <a:gd name="csX2002" fmla="*/ 344988 w 1723042"/>
              <a:gd name="csY2002" fmla="*/ 767384 h 825984"/>
              <a:gd name="csX2003" fmla="*/ 345160 w 1723042"/>
              <a:gd name="csY2003" fmla="*/ 767339 h 825984"/>
              <a:gd name="csX2004" fmla="*/ 345333 w 1723042"/>
              <a:gd name="csY2004" fmla="*/ 767304 h 825984"/>
              <a:gd name="csX2005" fmla="*/ 345505 w 1723042"/>
              <a:gd name="csY2005" fmla="*/ 767259 h 825984"/>
              <a:gd name="csX2006" fmla="*/ 345677 w 1723042"/>
              <a:gd name="csY2006" fmla="*/ 767215 h 825984"/>
              <a:gd name="csX2007" fmla="*/ 345850 w 1723042"/>
              <a:gd name="csY2007" fmla="*/ 767170 h 825984"/>
              <a:gd name="csX2008" fmla="*/ 346022 w 1723042"/>
              <a:gd name="csY2008" fmla="*/ 767126 h 825984"/>
              <a:gd name="csX2009" fmla="*/ 346194 w 1723042"/>
              <a:gd name="csY2009" fmla="*/ 767090 h 825984"/>
              <a:gd name="csX2010" fmla="*/ 346366 w 1723042"/>
              <a:gd name="csY2010" fmla="*/ 767046 h 825984"/>
              <a:gd name="csX2011" fmla="*/ 346539 w 1723042"/>
              <a:gd name="csY2011" fmla="*/ 767001 h 825984"/>
              <a:gd name="csX2012" fmla="*/ 346712 w 1723042"/>
              <a:gd name="csY2012" fmla="*/ 766957 h 825984"/>
              <a:gd name="csX2013" fmla="*/ 346883 w 1723042"/>
              <a:gd name="csY2013" fmla="*/ 766912 h 825984"/>
              <a:gd name="csX2014" fmla="*/ 347056 w 1723042"/>
              <a:gd name="csY2014" fmla="*/ 766877 h 825984"/>
              <a:gd name="csX2015" fmla="*/ 347228 w 1723042"/>
              <a:gd name="csY2015" fmla="*/ 766832 h 825984"/>
              <a:gd name="csX2016" fmla="*/ 347400 w 1723042"/>
              <a:gd name="csY2016" fmla="*/ 766788 h 825984"/>
              <a:gd name="csX2017" fmla="*/ 347573 w 1723042"/>
              <a:gd name="csY2017" fmla="*/ 766743 h 825984"/>
              <a:gd name="csX2018" fmla="*/ 347745 w 1723042"/>
              <a:gd name="csY2018" fmla="*/ 766699 h 825984"/>
              <a:gd name="csX2019" fmla="*/ 347917 w 1723042"/>
              <a:gd name="csY2019" fmla="*/ 766654 h 825984"/>
              <a:gd name="csX2020" fmla="*/ 348090 w 1723042"/>
              <a:gd name="csY2020" fmla="*/ 766619 h 825984"/>
              <a:gd name="csX2021" fmla="*/ 348262 w 1723042"/>
              <a:gd name="csY2021" fmla="*/ 766574 h 825984"/>
              <a:gd name="csX2022" fmla="*/ 348435 w 1723042"/>
              <a:gd name="csY2022" fmla="*/ 766530 h 825984"/>
              <a:gd name="csX2023" fmla="*/ 348607 w 1723042"/>
              <a:gd name="csY2023" fmla="*/ 766485 h 825984"/>
              <a:gd name="csX2024" fmla="*/ 348779 w 1723042"/>
              <a:gd name="csY2024" fmla="*/ 766441 h 825984"/>
              <a:gd name="csX2025" fmla="*/ 348952 w 1723042"/>
              <a:gd name="csY2025" fmla="*/ 766396 h 825984"/>
              <a:gd name="csX2026" fmla="*/ 349123 w 1723042"/>
              <a:gd name="csY2026" fmla="*/ 766352 h 825984"/>
              <a:gd name="csX2027" fmla="*/ 349296 w 1723042"/>
              <a:gd name="csY2027" fmla="*/ 766316 h 825984"/>
              <a:gd name="csX2028" fmla="*/ 349469 w 1723042"/>
              <a:gd name="csY2028" fmla="*/ 766272 h 825984"/>
              <a:gd name="csX2029" fmla="*/ 349640 w 1723042"/>
              <a:gd name="csY2029" fmla="*/ 766227 h 825984"/>
              <a:gd name="csX2030" fmla="*/ 349813 w 1723042"/>
              <a:gd name="csY2030" fmla="*/ 766183 h 825984"/>
              <a:gd name="csX2031" fmla="*/ 349985 w 1723042"/>
              <a:gd name="csY2031" fmla="*/ 766138 h 825984"/>
              <a:gd name="csX2032" fmla="*/ 350158 w 1723042"/>
              <a:gd name="csY2032" fmla="*/ 766094 h 825984"/>
              <a:gd name="csX2033" fmla="*/ 350330 w 1723042"/>
              <a:gd name="csY2033" fmla="*/ 766049 h 825984"/>
              <a:gd name="csX2034" fmla="*/ 350502 w 1723042"/>
              <a:gd name="csY2034" fmla="*/ 766005 h 825984"/>
              <a:gd name="csX2035" fmla="*/ 350675 w 1723042"/>
              <a:gd name="csY2035" fmla="*/ 765960 h 825984"/>
              <a:gd name="csX2036" fmla="*/ 350847 w 1723042"/>
              <a:gd name="csY2036" fmla="*/ 765916 h 825984"/>
              <a:gd name="csX2037" fmla="*/ 351019 w 1723042"/>
              <a:gd name="csY2037" fmla="*/ 765880 h 825984"/>
              <a:gd name="csX2038" fmla="*/ 351192 w 1723042"/>
              <a:gd name="csY2038" fmla="*/ 765836 h 825984"/>
              <a:gd name="csX2039" fmla="*/ 351364 w 1723042"/>
              <a:gd name="csY2039" fmla="*/ 765791 h 825984"/>
              <a:gd name="csX2040" fmla="*/ 351536 w 1723042"/>
              <a:gd name="csY2040" fmla="*/ 765747 h 825984"/>
              <a:gd name="csX2041" fmla="*/ 351709 w 1723042"/>
              <a:gd name="csY2041" fmla="*/ 765702 h 825984"/>
              <a:gd name="csX2042" fmla="*/ 351880 w 1723042"/>
              <a:gd name="csY2042" fmla="*/ 765658 h 825984"/>
              <a:gd name="csX2043" fmla="*/ 352053 w 1723042"/>
              <a:gd name="csY2043" fmla="*/ 765613 h 825984"/>
              <a:gd name="csX2044" fmla="*/ 352226 w 1723042"/>
              <a:gd name="csY2044" fmla="*/ 765569 h 825984"/>
              <a:gd name="csX2045" fmla="*/ 352398 w 1723042"/>
              <a:gd name="csY2045" fmla="*/ 765524 h 825984"/>
              <a:gd name="csX2046" fmla="*/ 352570 w 1723042"/>
              <a:gd name="csY2046" fmla="*/ 765480 h 825984"/>
              <a:gd name="csX2047" fmla="*/ 352742 w 1723042"/>
              <a:gd name="csY2047" fmla="*/ 765435 h 825984"/>
              <a:gd name="csX2048" fmla="*/ 352915 w 1723042"/>
              <a:gd name="csY2048" fmla="*/ 765391 h 825984"/>
              <a:gd name="csX2049" fmla="*/ 353087 w 1723042"/>
              <a:gd name="csY2049" fmla="*/ 765347 h 825984"/>
              <a:gd name="csX2050" fmla="*/ 353259 w 1723042"/>
              <a:gd name="csY2050" fmla="*/ 765302 h 825984"/>
              <a:gd name="csX2051" fmla="*/ 353432 w 1723042"/>
              <a:gd name="csY2051" fmla="*/ 765258 h 825984"/>
              <a:gd name="csX2052" fmla="*/ 353604 w 1723042"/>
              <a:gd name="csY2052" fmla="*/ 765213 h 825984"/>
              <a:gd name="csX2053" fmla="*/ 353776 w 1723042"/>
              <a:gd name="csY2053" fmla="*/ 765169 h 825984"/>
              <a:gd name="csX2054" fmla="*/ 353949 w 1723042"/>
              <a:gd name="csY2054" fmla="*/ 765124 h 825984"/>
              <a:gd name="csX2055" fmla="*/ 354121 w 1723042"/>
              <a:gd name="csY2055" fmla="*/ 765080 h 825984"/>
              <a:gd name="csX2056" fmla="*/ 354293 w 1723042"/>
              <a:gd name="csY2056" fmla="*/ 765035 h 825984"/>
              <a:gd name="csX2057" fmla="*/ 354466 w 1723042"/>
              <a:gd name="csY2057" fmla="*/ 764991 h 825984"/>
              <a:gd name="csX2058" fmla="*/ 354638 w 1723042"/>
              <a:gd name="csY2058" fmla="*/ 764946 h 825984"/>
              <a:gd name="csX2059" fmla="*/ 354810 w 1723042"/>
              <a:gd name="csY2059" fmla="*/ 764902 h 825984"/>
              <a:gd name="csX2060" fmla="*/ 354983 w 1723042"/>
              <a:gd name="csY2060" fmla="*/ 764857 h 825984"/>
              <a:gd name="csX2061" fmla="*/ 355155 w 1723042"/>
              <a:gd name="csY2061" fmla="*/ 764813 h 825984"/>
              <a:gd name="csX2062" fmla="*/ 355327 w 1723042"/>
              <a:gd name="csY2062" fmla="*/ 764768 h 825984"/>
              <a:gd name="csX2063" fmla="*/ 355499 w 1723042"/>
              <a:gd name="csY2063" fmla="*/ 764724 h 825984"/>
              <a:gd name="csX2064" fmla="*/ 355672 w 1723042"/>
              <a:gd name="csY2064" fmla="*/ 764679 h 825984"/>
              <a:gd name="csX2065" fmla="*/ 355845 w 1723042"/>
              <a:gd name="csY2065" fmla="*/ 764635 h 825984"/>
              <a:gd name="csX2066" fmla="*/ 356016 w 1723042"/>
              <a:gd name="csY2066" fmla="*/ 764590 h 825984"/>
              <a:gd name="csX2067" fmla="*/ 356189 w 1723042"/>
              <a:gd name="csY2067" fmla="*/ 764546 h 825984"/>
              <a:gd name="csX2068" fmla="*/ 356362 w 1723042"/>
              <a:gd name="csY2068" fmla="*/ 764501 h 825984"/>
              <a:gd name="csX2069" fmla="*/ 356533 w 1723042"/>
              <a:gd name="csY2069" fmla="*/ 764457 h 825984"/>
              <a:gd name="csX2070" fmla="*/ 356706 w 1723042"/>
              <a:gd name="csY2070" fmla="*/ 764412 h 825984"/>
              <a:gd name="csX2071" fmla="*/ 356878 w 1723042"/>
              <a:gd name="csY2071" fmla="*/ 764368 h 825984"/>
              <a:gd name="csX2072" fmla="*/ 357050 w 1723042"/>
              <a:gd name="csY2072" fmla="*/ 764323 h 825984"/>
              <a:gd name="csX2073" fmla="*/ 357223 w 1723042"/>
              <a:gd name="csY2073" fmla="*/ 764279 h 825984"/>
              <a:gd name="csX2074" fmla="*/ 357395 w 1723042"/>
              <a:gd name="csY2074" fmla="*/ 764234 h 825984"/>
              <a:gd name="csX2075" fmla="*/ 357567 w 1723042"/>
              <a:gd name="csY2075" fmla="*/ 764181 h 825984"/>
              <a:gd name="csX2076" fmla="*/ 357740 w 1723042"/>
              <a:gd name="csY2076" fmla="*/ 764137 h 825984"/>
              <a:gd name="csX2077" fmla="*/ 357912 w 1723042"/>
              <a:gd name="csY2077" fmla="*/ 764092 h 825984"/>
              <a:gd name="csX2078" fmla="*/ 358085 w 1723042"/>
              <a:gd name="csY2078" fmla="*/ 764048 h 825984"/>
              <a:gd name="csX2079" fmla="*/ 358256 w 1723042"/>
              <a:gd name="csY2079" fmla="*/ 764003 h 825984"/>
              <a:gd name="csX2080" fmla="*/ 358429 w 1723042"/>
              <a:gd name="csY2080" fmla="*/ 763959 h 825984"/>
              <a:gd name="csX2081" fmla="*/ 358602 w 1723042"/>
              <a:gd name="csY2081" fmla="*/ 763914 h 825984"/>
              <a:gd name="csX2082" fmla="*/ 358773 w 1723042"/>
              <a:gd name="csY2082" fmla="*/ 763870 h 825984"/>
              <a:gd name="csX2083" fmla="*/ 358946 w 1723042"/>
              <a:gd name="csY2083" fmla="*/ 763825 h 825984"/>
              <a:gd name="csX2084" fmla="*/ 359119 w 1723042"/>
              <a:gd name="csY2084" fmla="*/ 763772 h 825984"/>
              <a:gd name="csX2085" fmla="*/ 359290 w 1723042"/>
              <a:gd name="csY2085" fmla="*/ 763727 h 825984"/>
              <a:gd name="csX2086" fmla="*/ 359463 w 1723042"/>
              <a:gd name="csY2086" fmla="*/ 763683 h 825984"/>
              <a:gd name="csX2087" fmla="*/ 359635 w 1723042"/>
              <a:gd name="csY2087" fmla="*/ 763638 h 825984"/>
              <a:gd name="csX2088" fmla="*/ 359808 w 1723042"/>
              <a:gd name="csY2088" fmla="*/ 763594 h 825984"/>
              <a:gd name="csX2089" fmla="*/ 359980 w 1723042"/>
              <a:gd name="csY2089" fmla="*/ 763549 h 825984"/>
              <a:gd name="csX2090" fmla="*/ 360152 w 1723042"/>
              <a:gd name="csY2090" fmla="*/ 763505 h 825984"/>
              <a:gd name="csX2091" fmla="*/ 360325 w 1723042"/>
              <a:gd name="csY2091" fmla="*/ 763452 h 825984"/>
              <a:gd name="csX2092" fmla="*/ 360497 w 1723042"/>
              <a:gd name="csY2092" fmla="*/ 763407 h 825984"/>
              <a:gd name="csX2093" fmla="*/ 360669 w 1723042"/>
              <a:gd name="csY2093" fmla="*/ 763363 h 825984"/>
              <a:gd name="csX2094" fmla="*/ 360842 w 1723042"/>
              <a:gd name="csY2094" fmla="*/ 763318 h 825984"/>
              <a:gd name="csX2095" fmla="*/ 361013 w 1723042"/>
              <a:gd name="csY2095" fmla="*/ 763274 h 825984"/>
              <a:gd name="csX2096" fmla="*/ 361186 w 1723042"/>
              <a:gd name="csY2096" fmla="*/ 763229 h 825984"/>
              <a:gd name="csX2097" fmla="*/ 361359 w 1723042"/>
              <a:gd name="csY2097" fmla="*/ 763176 h 825984"/>
              <a:gd name="csX2098" fmla="*/ 361531 w 1723042"/>
              <a:gd name="csY2098" fmla="*/ 763131 h 825984"/>
              <a:gd name="csX2099" fmla="*/ 361703 w 1723042"/>
              <a:gd name="csY2099" fmla="*/ 763087 h 825984"/>
              <a:gd name="csX2100" fmla="*/ 361876 w 1723042"/>
              <a:gd name="csY2100" fmla="*/ 763042 h 825984"/>
              <a:gd name="csX2101" fmla="*/ 362048 w 1723042"/>
              <a:gd name="csY2101" fmla="*/ 762998 h 825984"/>
              <a:gd name="csX2102" fmla="*/ 362220 w 1723042"/>
              <a:gd name="csY2102" fmla="*/ 762944 h 825984"/>
              <a:gd name="csX2103" fmla="*/ 362392 w 1723042"/>
              <a:gd name="csY2103" fmla="*/ 762900 h 825984"/>
              <a:gd name="csX2104" fmla="*/ 362565 w 1723042"/>
              <a:gd name="csY2104" fmla="*/ 762855 h 825984"/>
              <a:gd name="csX2105" fmla="*/ 362737 w 1723042"/>
              <a:gd name="csY2105" fmla="*/ 762811 h 825984"/>
              <a:gd name="csX2106" fmla="*/ 362909 w 1723042"/>
              <a:gd name="csY2106" fmla="*/ 762767 h 825984"/>
              <a:gd name="csX2107" fmla="*/ 363082 w 1723042"/>
              <a:gd name="csY2107" fmla="*/ 762713 h 825984"/>
              <a:gd name="csX2108" fmla="*/ 363255 w 1723042"/>
              <a:gd name="csY2108" fmla="*/ 762669 h 825984"/>
              <a:gd name="csX2109" fmla="*/ 363426 w 1723042"/>
              <a:gd name="csY2109" fmla="*/ 762624 h 825984"/>
              <a:gd name="csX2110" fmla="*/ 363599 w 1723042"/>
              <a:gd name="csY2110" fmla="*/ 762580 h 825984"/>
              <a:gd name="csX2111" fmla="*/ 363771 w 1723042"/>
              <a:gd name="csY2111" fmla="*/ 762526 h 825984"/>
              <a:gd name="csX2112" fmla="*/ 363943 w 1723042"/>
              <a:gd name="csY2112" fmla="*/ 762482 h 825984"/>
              <a:gd name="csX2113" fmla="*/ 364116 w 1723042"/>
              <a:gd name="csY2113" fmla="*/ 762437 h 825984"/>
              <a:gd name="csX2114" fmla="*/ 364288 w 1723042"/>
              <a:gd name="csY2114" fmla="*/ 762393 h 825984"/>
              <a:gd name="csX2115" fmla="*/ 364460 w 1723042"/>
              <a:gd name="csY2115" fmla="*/ 762340 h 825984"/>
              <a:gd name="csX2116" fmla="*/ 364633 w 1723042"/>
              <a:gd name="csY2116" fmla="*/ 762295 h 825984"/>
              <a:gd name="csX2117" fmla="*/ 364805 w 1723042"/>
              <a:gd name="csY2117" fmla="*/ 762251 h 825984"/>
              <a:gd name="csX2118" fmla="*/ 364977 w 1723042"/>
              <a:gd name="csY2118" fmla="*/ 762197 h 825984"/>
              <a:gd name="csX2119" fmla="*/ 365149 w 1723042"/>
              <a:gd name="csY2119" fmla="*/ 762153 h 825984"/>
              <a:gd name="csX2120" fmla="*/ 365322 w 1723042"/>
              <a:gd name="csY2120" fmla="*/ 762108 h 825984"/>
              <a:gd name="csX2121" fmla="*/ 365495 w 1723042"/>
              <a:gd name="csY2121" fmla="*/ 762064 h 825984"/>
              <a:gd name="csX2122" fmla="*/ 365666 w 1723042"/>
              <a:gd name="csY2122" fmla="*/ 762010 h 825984"/>
              <a:gd name="csX2123" fmla="*/ 365839 w 1723042"/>
              <a:gd name="csY2123" fmla="*/ 761966 h 825984"/>
              <a:gd name="csX2124" fmla="*/ 366012 w 1723042"/>
              <a:gd name="csY2124" fmla="*/ 761921 h 825984"/>
              <a:gd name="csX2125" fmla="*/ 366183 w 1723042"/>
              <a:gd name="csY2125" fmla="*/ 761868 h 825984"/>
              <a:gd name="csX2126" fmla="*/ 366356 w 1723042"/>
              <a:gd name="csY2126" fmla="*/ 761823 h 825984"/>
              <a:gd name="csX2127" fmla="*/ 366528 w 1723042"/>
              <a:gd name="csY2127" fmla="*/ 761779 h 825984"/>
              <a:gd name="csX2128" fmla="*/ 366700 w 1723042"/>
              <a:gd name="csY2128" fmla="*/ 761726 h 825984"/>
              <a:gd name="csX2129" fmla="*/ 366873 w 1723042"/>
              <a:gd name="csY2129" fmla="*/ 761681 h 825984"/>
              <a:gd name="csX2130" fmla="*/ 367045 w 1723042"/>
              <a:gd name="csY2130" fmla="*/ 761637 h 825984"/>
              <a:gd name="csX2131" fmla="*/ 367218 w 1723042"/>
              <a:gd name="csY2131" fmla="*/ 761583 h 825984"/>
              <a:gd name="csX2132" fmla="*/ 367390 w 1723042"/>
              <a:gd name="csY2132" fmla="*/ 761539 h 825984"/>
              <a:gd name="csX2133" fmla="*/ 367562 w 1723042"/>
              <a:gd name="csY2133" fmla="*/ 761494 h 825984"/>
              <a:gd name="csX2134" fmla="*/ 367735 w 1723042"/>
              <a:gd name="csY2134" fmla="*/ 761441 h 825984"/>
              <a:gd name="csX2135" fmla="*/ 367907 w 1723042"/>
              <a:gd name="csY2135" fmla="*/ 761396 h 825984"/>
              <a:gd name="csX2136" fmla="*/ 368079 w 1723042"/>
              <a:gd name="csY2136" fmla="*/ 761352 h 825984"/>
              <a:gd name="csX2137" fmla="*/ 368252 w 1723042"/>
              <a:gd name="csY2137" fmla="*/ 761299 h 825984"/>
              <a:gd name="csX2138" fmla="*/ 368423 w 1723042"/>
              <a:gd name="csY2138" fmla="*/ 761254 h 825984"/>
              <a:gd name="csX2139" fmla="*/ 368596 w 1723042"/>
              <a:gd name="csY2139" fmla="*/ 761201 h 825984"/>
              <a:gd name="csX2140" fmla="*/ 368769 w 1723042"/>
              <a:gd name="csY2140" fmla="*/ 761156 h 825984"/>
              <a:gd name="csX2141" fmla="*/ 368941 w 1723042"/>
              <a:gd name="csY2141" fmla="*/ 761112 h 825984"/>
              <a:gd name="csX2142" fmla="*/ 369113 w 1723042"/>
              <a:gd name="csY2142" fmla="*/ 761058 h 825984"/>
              <a:gd name="csX2143" fmla="*/ 369285 w 1723042"/>
              <a:gd name="csY2143" fmla="*/ 761014 h 825984"/>
              <a:gd name="csX2144" fmla="*/ 369458 w 1723042"/>
              <a:gd name="csY2144" fmla="*/ 760969 h 825984"/>
              <a:gd name="csX2145" fmla="*/ 369630 w 1723042"/>
              <a:gd name="csY2145" fmla="*/ 760916 h 825984"/>
              <a:gd name="csX2146" fmla="*/ 369802 w 1723042"/>
              <a:gd name="csY2146" fmla="*/ 760872 h 825984"/>
              <a:gd name="csX2147" fmla="*/ 369975 w 1723042"/>
              <a:gd name="csY2147" fmla="*/ 760818 h 825984"/>
              <a:gd name="csX2148" fmla="*/ 370147 w 1723042"/>
              <a:gd name="csY2148" fmla="*/ 760774 h 825984"/>
              <a:gd name="csX2149" fmla="*/ 370319 w 1723042"/>
              <a:gd name="csY2149" fmla="*/ 760720 h 825984"/>
              <a:gd name="csX2150" fmla="*/ 370492 w 1723042"/>
              <a:gd name="csY2150" fmla="*/ 760676 h 825984"/>
              <a:gd name="csX2151" fmla="*/ 370664 w 1723042"/>
              <a:gd name="csY2151" fmla="*/ 760631 h 825984"/>
              <a:gd name="csX2152" fmla="*/ 370836 w 1723042"/>
              <a:gd name="csY2152" fmla="*/ 760578 h 825984"/>
              <a:gd name="csX2153" fmla="*/ 371009 w 1723042"/>
              <a:gd name="csY2153" fmla="*/ 760534 h 825984"/>
              <a:gd name="csX2154" fmla="*/ 371181 w 1723042"/>
              <a:gd name="csY2154" fmla="*/ 760480 h 825984"/>
              <a:gd name="csX2155" fmla="*/ 371353 w 1723042"/>
              <a:gd name="csY2155" fmla="*/ 760436 h 825984"/>
              <a:gd name="csX2156" fmla="*/ 371526 w 1723042"/>
              <a:gd name="csY2156" fmla="*/ 760382 h 825984"/>
              <a:gd name="csX2157" fmla="*/ 371698 w 1723042"/>
              <a:gd name="csY2157" fmla="*/ 760338 h 825984"/>
              <a:gd name="csX2158" fmla="*/ 371870 w 1723042"/>
              <a:gd name="csY2158" fmla="*/ 760284 h 825984"/>
              <a:gd name="csX2159" fmla="*/ 372042 w 1723042"/>
              <a:gd name="csY2159" fmla="*/ 760240 h 825984"/>
              <a:gd name="csX2160" fmla="*/ 372215 w 1723042"/>
              <a:gd name="csY2160" fmla="*/ 760187 h 825984"/>
              <a:gd name="csX2161" fmla="*/ 372387 w 1723042"/>
              <a:gd name="csY2161" fmla="*/ 760142 h 825984"/>
              <a:gd name="csX2162" fmla="*/ 372559 w 1723042"/>
              <a:gd name="csY2162" fmla="*/ 760089 h 825984"/>
              <a:gd name="csX2163" fmla="*/ 372732 w 1723042"/>
              <a:gd name="csY2163" fmla="*/ 760044 h 825984"/>
              <a:gd name="csX2164" fmla="*/ 372905 w 1723042"/>
              <a:gd name="csY2164" fmla="*/ 760000 h 825984"/>
              <a:gd name="csX2165" fmla="*/ 373076 w 1723042"/>
              <a:gd name="csY2165" fmla="*/ 759946 h 825984"/>
              <a:gd name="csX2166" fmla="*/ 373249 w 1723042"/>
              <a:gd name="csY2166" fmla="*/ 759902 h 825984"/>
              <a:gd name="csX2167" fmla="*/ 373421 w 1723042"/>
              <a:gd name="csY2167" fmla="*/ 759848 h 825984"/>
              <a:gd name="csX2168" fmla="*/ 373593 w 1723042"/>
              <a:gd name="csY2168" fmla="*/ 759795 h 825984"/>
              <a:gd name="csX2169" fmla="*/ 373766 w 1723042"/>
              <a:gd name="csY2169" fmla="*/ 759751 h 825984"/>
              <a:gd name="csX2170" fmla="*/ 373938 w 1723042"/>
              <a:gd name="csY2170" fmla="*/ 759697 h 825984"/>
              <a:gd name="csX2171" fmla="*/ 374110 w 1723042"/>
              <a:gd name="csY2171" fmla="*/ 759653 h 825984"/>
              <a:gd name="csX2172" fmla="*/ 374283 w 1723042"/>
              <a:gd name="csY2172" fmla="*/ 759599 h 825984"/>
              <a:gd name="csX2173" fmla="*/ 374455 w 1723042"/>
              <a:gd name="csY2173" fmla="*/ 759555 h 825984"/>
              <a:gd name="csX2174" fmla="*/ 374628 w 1723042"/>
              <a:gd name="csY2174" fmla="*/ 759501 h 825984"/>
              <a:gd name="csX2175" fmla="*/ 374799 w 1723042"/>
              <a:gd name="csY2175" fmla="*/ 759457 h 825984"/>
              <a:gd name="csX2176" fmla="*/ 374972 w 1723042"/>
              <a:gd name="csY2176" fmla="*/ 759404 h 825984"/>
              <a:gd name="csX2177" fmla="*/ 375145 w 1723042"/>
              <a:gd name="csY2177" fmla="*/ 759359 h 825984"/>
              <a:gd name="csX2178" fmla="*/ 375316 w 1723042"/>
              <a:gd name="csY2178" fmla="*/ 759306 h 825984"/>
              <a:gd name="csX2179" fmla="*/ 375489 w 1723042"/>
              <a:gd name="csY2179" fmla="*/ 759261 h 825984"/>
              <a:gd name="csX2180" fmla="*/ 375662 w 1723042"/>
              <a:gd name="csY2180" fmla="*/ 759208 h 825984"/>
              <a:gd name="csX2181" fmla="*/ 375833 w 1723042"/>
              <a:gd name="csY2181" fmla="*/ 759155 h 825984"/>
              <a:gd name="csX2182" fmla="*/ 376006 w 1723042"/>
              <a:gd name="csY2182" fmla="*/ 759110 h 825984"/>
              <a:gd name="csX2183" fmla="*/ 376178 w 1723042"/>
              <a:gd name="csY2183" fmla="*/ 759057 h 825984"/>
              <a:gd name="csX2184" fmla="*/ 376350 w 1723042"/>
              <a:gd name="csY2184" fmla="*/ 759012 h 825984"/>
              <a:gd name="csX2185" fmla="*/ 376523 w 1723042"/>
              <a:gd name="csY2185" fmla="*/ 758959 h 825984"/>
              <a:gd name="csX2186" fmla="*/ 376695 w 1723042"/>
              <a:gd name="csY2186" fmla="*/ 758905 h 825984"/>
              <a:gd name="csX2187" fmla="*/ 376868 w 1723042"/>
              <a:gd name="csY2187" fmla="*/ 758861 h 825984"/>
              <a:gd name="csX2188" fmla="*/ 377040 w 1723042"/>
              <a:gd name="csY2188" fmla="*/ 758808 h 825984"/>
              <a:gd name="csX2189" fmla="*/ 377212 w 1723042"/>
              <a:gd name="csY2189" fmla="*/ 758763 h 825984"/>
              <a:gd name="csX2190" fmla="*/ 377385 w 1723042"/>
              <a:gd name="csY2190" fmla="*/ 758710 h 825984"/>
              <a:gd name="csX2191" fmla="*/ 377556 w 1723042"/>
              <a:gd name="csY2191" fmla="*/ 758656 h 825984"/>
              <a:gd name="csX2192" fmla="*/ 377729 w 1723042"/>
              <a:gd name="csY2192" fmla="*/ 758612 h 825984"/>
              <a:gd name="csX2193" fmla="*/ 377902 w 1723042"/>
              <a:gd name="csY2193" fmla="*/ 758559 h 825984"/>
              <a:gd name="csX2194" fmla="*/ 378073 w 1723042"/>
              <a:gd name="csY2194" fmla="*/ 758505 h 825984"/>
              <a:gd name="csX2195" fmla="*/ 378246 w 1723042"/>
              <a:gd name="csY2195" fmla="*/ 758461 h 825984"/>
              <a:gd name="csX2196" fmla="*/ 378419 w 1723042"/>
              <a:gd name="csY2196" fmla="*/ 758407 h 825984"/>
              <a:gd name="csX2197" fmla="*/ 378591 w 1723042"/>
              <a:gd name="csY2197" fmla="*/ 758363 h 825984"/>
              <a:gd name="csX2198" fmla="*/ 378763 w 1723042"/>
              <a:gd name="csY2198" fmla="*/ 758309 h 825984"/>
              <a:gd name="csX2199" fmla="*/ 378935 w 1723042"/>
              <a:gd name="csY2199" fmla="*/ 758256 h 825984"/>
              <a:gd name="csX2200" fmla="*/ 379108 w 1723042"/>
              <a:gd name="csY2200" fmla="*/ 758212 h 825984"/>
              <a:gd name="csX2201" fmla="*/ 379280 w 1723042"/>
              <a:gd name="csY2201" fmla="*/ 758158 h 825984"/>
              <a:gd name="csX2202" fmla="*/ 379452 w 1723042"/>
              <a:gd name="csY2202" fmla="*/ 758105 h 825984"/>
              <a:gd name="csX2203" fmla="*/ 379625 w 1723042"/>
              <a:gd name="csY2203" fmla="*/ 758060 h 825984"/>
              <a:gd name="csX2204" fmla="*/ 379797 w 1723042"/>
              <a:gd name="csY2204" fmla="*/ 758007 h 825984"/>
              <a:gd name="csX2205" fmla="*/ 379969 w 1723042"/>
              <a:gd name="csY2205" fmla="*/ 757954 h 825984"/>
              <a:gd name="csX2206" fmla="*/ 380142 w 1723042"/>
              <a:gd name="csY2206" fmla="*/ 757900 h 825984"/>
              <a:gd name="csX2207" fmla="*/ 380314 w 1723042"/>
              <a:gd name="csY2207" fmla="*/ 757856 h 825984"/>
              <a:gd name="csX2208" fmla="*/ 380486 w 1723042"/>
              <a:gd name="csY2208" fmla="*/ 757802 h 825984"/>
              <a:gd name="csX2209" fmla="*/ 380659 w 1723042"/>
              <a:gd name="csY2209" fmla="*/ 757749 h 825984"/>
              <a:gd name="csX2210" fmla="*/ 380831 w 1723042"/>
              <a:gd name="csY2210" fmla="*/ 757704 h 825984"/>
              <a:gd name="csX2211" fmla="*/ 381003 w 1723042"/>
              <a:gd name="csY2211" fmla="*/ 757651 h 825984"/>
              <a:gd name="csX2212" fmla="*/ 381176 w 1723042"/>
              <a:gd name="csY2212" fmla="*/ 757598 h 825984"/>
              <a:gd name="csX2213" fmla="*/ 381348 w 1723042"/>
              <a:gd name="csY2213" fmla="*/ 757553 h 825984"/>
              <a:gd name="csX2214" fmla="*/ 381520 w 1723042"/>
              <a:gd name="csY2214" fmla="*/ 757500 h 825984"/>
              <a:gd name="csX2215" fmla="*/ 381692 w 1723042"/>
              <a:gd name="csY2215" fmla="*/ 757446 h 825984"/>
              <a:gd name="csX2216" fmla="*/ 381865 w 1723042"/>
              <a:gd name="csY2216" fmla="*/ 757393 h 825984"/>
              <a:gd name="csX2217" fmla="*/ 382037 w 1723042"/>
              <a:gd name="csY2217" fmla="*/ 757349 h 825984"/>
              <a:gd name="csX2218" fmla="*/ 382209 w 1723042"/>
              <a:gd name="csY2218" fmla="*/ 757295 h 825984"/>
              <a:gd name="csX2219" fmla="*/ 382382 w 1723042"/>
              <a:gd name="csY2219" fmla="*/ 757242 h 825984"/>
              <a:gd name="csX2220" fmla="*/ 382554 w 1723042"/>
              <a:gd name="csY2220" fmla="*/ 757188 h 825984"/>
              <a:gd name="csX2221" fmla="*/ 382726 w 1723042"/>
              <a:gd name="csY2221" fmla="*/ 757144 h 825984"/>
              <a:gd name="csX2222" fmla="*/ 382899 w 1723042"/>
              <a:gd name="csY2222" fmla="*/ 757091 h 825984"/>
              <a:gd name="csX2223" fmla="*/ 383071 w 1723042"/>
              <a:gd name="csY2223" fmla="*/ 757037 h 825984"/>
              <a:gd name="csX2224" fmla="*/ 383243 w 1723042"/>
              <a:gd name="csY2224" fmla="*/ 756984 h 825984"/>
              <a:gd name="csX2225" fmla="*/ 383416 w 1723042"/>
              <a:gd name="csY2225" fmla="*/ 756930 h 825984"/>
              <a:gd name="csX2226" fmla="*/ 383588 w 1723042"/>
              <a:gd name="csY2226" fmla="*/ 756886 h 825984"/>
              <a:gd name="csX2227" fmla="*/ 383760 w 1723042"/>
              <a:gd name="csY2227" fmla="*/ 756833 h 825984"/>
              <a:gd name="csX2228" fmla="*/ 383933 w 1723042"/>
              <a:gd name="csY2228" fmla="*/ 756779 h 825984"/>
              <a:gd name="csX2229" fmla="*/ 384105 w 1723042"/>
              <a:gd name="csY2229" fmla="*/ 756726 h 825984"/>
              <a:gd name="csX2230" fmla="*/ 384278 w 1723042"/>
              <a:gd name="csY2230" fmla="*/ 756672 h 825984"/>
              <a:gd name="csX2231" fmla="*/ 384449 w 1723042"/>
              <a:gd name="csY2231" fmla="*/ 756628 h 825984"/>
              <a:gd name="csX2232" fmla="*/ 384622 w 1723042"/>
              <a:gd name="csY2232" fmla="*/ 756575 h 825984"/>
              <a:gd name="csX2233" fmla="*/ 384795 w 1723042"/>
              <a:gd name="csY2233" fmla="*/ 756521 h 825984"/>
              <a:gd name="csX2234" fmla="*/ 384966 w 1723042"/>
              <a:gd name="csY2234" fmla="*/ 756468 h 825984"/>
              <a:gd name="csX2235" fmla="*/ 385139 w 1723042"/>
              <a:gd name="csY2235" fmla="*/ 756414 h 825984"/>
              <a:gd name="csX2236" fmla="*/ 385311 w 1723042"/>
              <a:gd name="csY2236" fmla="*/ 756370 h 825984"/>
              <a:gd name="csX2237" fmla="*/ 385483 w 1723042"/>
              <a:gd name="csY2237" fmla="*/ 756317 h 825984"/>
              <a:gd name="csX2238" fmla="*/ 385656 w 1723042"/>
              <a:gd name="csY2238" fmla="*/ 756263 h 825984"/>
              <a:gd name="csX2239" fmla="*/ 385828 w 1723042"/>
              <a:gd name="csY2239" fmla="*/ 756210 h 825984"/>
              <a:gd name="csX2240" fmla="*/ 386001 w 1723042"/>
              <a:gd name="csY2240" fmla="*/ 756156 h 825984"/>
              <a:gd name="csX2241" fmla="*/ 386173 w 1723042"/>
              <a:gd name="csY2241" fmla="*/ 756103 h 825984"/>
              <a:gd name="csX2242" fmla="*/ 386345 w 1723042"/>
              <a:gd name="csY2242" fmla="*/ 756050 h 825984"/>
              <a:gd name="csX2243" fmla="*/ 386518 w 1723042"/>
              <a:gd name="csY2243" fmla="*/ 756005 h 825984"/>
              <a:gd name="csX2244" fmla="*/ 386690 w 1723042"/>
              <a:gd name="csY2244" fmla="*/ 755952 h 825984"/>
              <a:gd name="csX2245" fmla="*/ 386862 w 1723042"/>
              <a:gd name="csY2245" fmla="*/ 755898 h 825984"/>
              <a:gd name="csX2246" fmla="*/ 387035 w 1723042"/>
              <a:gd name="csY2246" fmla="*/ 755845 h 825984"/>
              <a:gd name="csX2247" fmla="*/ 387206 w 1723042"/>
              <a:gd name="csY2247" fmla="*/ 755792 h 825984"/>
              <a:gd name="csX2248" fmla="*/ 387379 w 1723042"/>
              <a:gd name="csY2248" fmla="*/ 755738 h 825984"/>
              <a:gd name="csX2249" fmla="*/ 387552 w 1723042"/>
              <a:gd name="csY2249" fmla="*/ 755685 h 825984"/>
              <a:gd name="csX2250" fmla="*/ 387723 w 1723042"/>
              <a:gd name="csY2250" fmla="*/ 755632 h 825984"/>
              <a:gd name="csX2251" fmla="*/ 387896 w 1723042"/>
              <a:gd name="csY2251" fmla="*/ 755578 h 825984"/>
              <a:gd name="csX2252" fmla="*/ 388068 w 1723042"/>
              <a:gd name="csY2252" fmla="*/ 755534 h 825984"/>
              <a:gd name="csX2253" fmla="*/ 388241 w 1723042"/>
              <a:gd name="csY2253" fmla="*/ 755480 h 825984"/>
              <a:gd name="csX2254" fmla="*/ 388413 w 1723042"/>
              <a:gd name="csY2254" fmla="*/ 755427 h 825984"/>
              <a:gd name="csX2255" fmla="*/ 388585 w 1723042"/>
              <a:gd name="csY2255" fmla="*/ 755374 h 825984"/>
              <a:gd name="csX2256" fmla="*/ 388758 w 1723042"/>
              <a:gd name="csY2256" fmla="*/ 755320 h 825984"/>
              <a:gd name="csX2257" fmla="*/ 388930 w 1723042"/>
              <a:gd name="csY2257" fmla="*/ 755267 h 825984"/>
              <a:gd name="csX2258" fmla="*/ 389102 w 1723042"/>
              <a:gd name="csY2258" fmla="*/ 755213 h 825984"/>
              <a:gd name="csX2259" fmla="*/ 389275 w 1723042"/>
              <a:gd name="csY2259" fmla="*/ 755160 h 825984"/>
              <a:gd name="csX2260" fmla="*/ 389447 w 1723042"/>
              <a:gd name="csY2260" fmla="*/ 755107 h 825984"/>
              <a:gd name="csX2261" fmla="*/ 389619 w 1723042"/>
              <a:gd name="csY2261" fmla="*/ 755053 h 825984"/>
              <a:gd name="csX2262" fmla="*/ 389792 w 1723042"/>
              <a:gd name="csY2262" fmla="*/ 755000 h 825984"/>
              <a:gd name="csX2263" fmla="*/ 389964 w 1723042"/>
              <a:gd name="csY2263" fmla="*/ 754947 h 825984"/>
              <a:gd name="csX2264" fmla="*/ 390136 w 1723042"/>
              <a:gd name="csY2264" fmla="*/ 754893 h 825984"/>
              <a:gd name="csX2265" fmla="*/ 390309 w 1723042"/>
              <a:gd name="csY2265" fmla="*/ 754840 h 825984"/>
              <a:gd name="csX2266" fmla="*/ 390481 w 1723042"/>
              <a:gd name="csY2266" fmla="*/ 754786 h 825984"/>
              <a:gd name="csX2267" fmla="*/ 390653 w 1723042"/>
              <a:gd name="csY2267" fmla="*/ 754733 h 825984"/>
              <a:gd name="csX2268" fmla="*/ 390826 w 1723042"/>
              <a:gd name="csY2268" fmla="*/ 754680 h 825984"/>
              <a:gd name="csX2269" fmla="*/ 390998 w 1723042"/>
              <a:gd name="csY2269" fmla="*/ 754626 h 825984"/>
              <a:gd name="csX2270" fmla="*/ 391170 w 1723042"/>
              <a:gd name="csY2270" fmla="*/ 754573 h 825984"/>
              <a:gd name="csX2271" fmla="*/ 391342 w 1723042"/>
              <a:gd name="csY2271" fmla="*/ 754519 h 825984"/>
              <a:gd name="csX2272" fmla="*/ 391515 w 1723042"/>
              <a:gd name="csY2272" fmla="*/ 754466 h 825984"/>
              <a:gd name="csX2273" fmla="*/ 391688 w 1723042"/>
              <a:gd name="csY2273" fmla="*/ 754413 h 825984"/>
              <a:gd name="csX2274" fmla="*/ 391859 w 1723042"/>
              <a:gd name="csY2274" fmla="*/ 754359 h 825984"/>
              <a:gd name="csX2275" fmla="*/ 392032 w 1723042"/>
              <a:gd name="csY2275" fmla="*/ 754306 h 825984"/>
              <a:gd name="csX2276" fmla="*/ 392204 w 1723042"/>
              <a:gd name="csY2276" fmla="*/ 754253 h 825984"/>
              <a:gd name="csX2277" fmla="*/ 392376 w 1723042"/>
              <a:gd name="csY2277" fmla="*/ 754199 h 825984"/>
              <a:gd name="csX2278" fmla="*/ 392549 w 1723042"/>
              <a:gd name="csY2278" fmla="*/ 754146 h 825984"/>
              <a:gd name="csX2279" fmla="*/ 392721 w 1723042"/>
              <a:gd name="csY2279" fmla="*/ 754092 h 825984"/>
              <a:gd name="csX2280" fmla="*/ 392893 w 1723042"/>
              <a:gd name="csY2280" fmla="*/ 754039 h 825984"/>
              <a:gd name="csX2281" fmla="*/ 393066 w 1723042"/>
              <a:gd name="csY2281" fmla="*/ 753986 h 825984"/>
              <a:gd name="csX2282" fmla="*/ 393238 w 1723042"/>
              <a:gd name="csY2282" fmla="*/ 753932 h 825984"/>
              <a:gd name="csX2283" fmla="*/ 393410 w 1723042"/>
              <a:gd name="csY2283" fmla="*/ 753879 h 825984"/>
              <a:gd name="csX2284" fmla="*/ 393583 w 1723042"/>
              <a:gd name="csY2284" fmla="*/ 753826 h 825984"/>
              <a:gd name="csX2285" fmla="*/ 393755 w 1723042"/>
              <a:gd name="csY2285" fmla="*/ 753772 h 825984"/>
              <a:gd name="csX2286" fmla="*/ 393928 w 1723042"/>
              <a:gd name="csY2286" fmla="*/ 753719 h 825984"/>
              <a:gd name="csX2287" fmla="*/ 394099 w 1723042"/>
              <a:gd name="csY2287" fmla="*/ 753665 h 825984"/>
              <a:gd name="csX2288" fmla="*/ 394272 w 1723042"/>
              <a:gd name="csY2288" fmla="*/ 753612 h 825984"/>
              <a:gd name="csX2289" fmla="*/ 394445 w 1723042"/>
              <a:gd name="csY2289" fmla="*/ 753559 h 825984"/>
              <a:gd name="csX2290" fmla="*/ 394616 w 1723042"/>
              <a:gd name="csY2290" fmla="*/ 753496 h 825984"/>
              <a:gd name="csX2291" fmla="*/ 394789 w 1723042"/>
              <a:gd name="csY2291" fmla="*/ 753443 h 825984"/>
              <a:gd name="csX2292" fmla="*/ 394961 w 1723042"/>
              <a:gd name="csY2292" fmla="*/ 753390 h 825984"/>
              <a:gd name="csX2293" fmla="*/ 395133 w 1723042"/>
              <a:gd name="csY2293" fmla="*/ 753336 h 825984"/>
              <a:gd name="csX2294" fmla="*/ 395306 w 1723042"/>
              <a:gd name="csY2294" fmla="*/ 753283 h 825984"/>
              <a:gd name="csX2295" fmla="*/ 395478 w 1723042"/>
              <a:gd name="csY2295" fmla="*/ 753230 h 825984"/>
              <a:gd name="csX2296" fmla="*/ 395651 w 1723042"/>
              <a:gd name="csY2296" fmla="*/ 753176 h 825984"/>
              <a:gd name="csX2297" fmla="*/ 395823 w 1723042"/>
              <a:gd name="csY2297" fmla="*/ 753123 h 825984"/>
              <a:gd name="csX2298" fmla="*/ 395995 w 1723042"/>
              <a:gd name="csY2298" fmla="*/ 753069 h 825984"/>
              <a:gd name="csX2299" fmla="*/ 396168 w 1723042"/>
              <a:gd name="csY2299" fmla="*/ 753007 h 825984"/>
              <a:gd name="csX2300" fmla="*/ 396340 w 1723042"/>
              <a:gd name="csY2300" fmla="*/ 752954 h 825984"/>
              <a:gd name="csX2301" fmla="*/ 396512 w 1723042"/>
              <a:gd name="csY2301" fmla="*/ 752900 h 825984"/>
              <a:gd name="csX2302" fmla="*/ 396685 w 1723042"/>
              <a:gd name="csY2302" fmla="*/ 752847 h 825984"/>
              <a:gd name="csX2303" fmla="*/ 396856 w 1723042"/>
              <a:gd name="csY2303" fmla="*/ 752794 h 825984"/>
              <a:gd name="csX2304" fmla="*/ 397029 w 1723042"/>
              <a:gd name="csY2304" fmla="*/ 752740 h 825984"/>
              <a:gd name="csX2305" fmla="*/ 397202 w 1723042"/>
              <a:gd name="csY2305" fmla="*/ 752687 h 825984"/>
              <a:gd name="csX2306" fmla="*/ 397374 w 1723042"/>
              <a:gd name="csY2306" fmla="*/ 752625 h 825984"/>
              <a:gd name="csX2307" fmla="*/ 397546 w 1723042"/>
              <a:gd name="csY2307" fmla="*/ 752571 h 825984"/>
              <a:gd name="csX2308" fmla="*/ 397718 w 1723042"/>
              <a:gd name="csY2308" fmla="*/ 752518 h 825984"/>
              <a:gd name="csX2309" fmla="*/ 397891 w 1723042"/>
              <a:gd name="csY2309" fmla="*/ 752464 h 825984"/>
              <a:gd name="csX2310" fmla="*/ 398063 w 1723042"/>
              <a:gd name="csY2310" fmla="*/ 752411 h 825984"/>
              <a:gd name="csX2311" fmla="*/ 398235 w 1723042"/>
              <a:gd name="csY2311" fmla="*/ 752358 h 825984"/>
              <a:gd name="csX2312" fmla="*/ 398408 w 1723042"/>
              <a:gd name="csY2312" fmla="*/ 752295 h 825984"/>
              <a:gd name="csX2313" fmla="*/ 398580 w 1723042"/>
              <a:gd name="csY2313" fmla="*/ 752242 h 825984"/>
              <a:gd name="csX2314" fmla="*/ 398752 w 1723042"/>
              <a:gd name="csY2314" fmla="*/ 752189 h 825984"/>
              <a:gd name="csX2315" fmla="*/ 398925 w 1723042"/>
              <a:gd name="csY2315" fmla="*/ 752135 h 825984"/>
              <a:gd name="csX2316" fmla="*/ 399097 w 1723042"/>
              <a:gd name="csY2316" fmla="*/ 752082 h 825984"/>
              <a:gd name="csX2317" fmla="*/ 399269 w 1723042"/>
              <a:gd name="csY2317" fmla="*/ 752020 h 825984"/>
              <a:gd name="csX2318" fmla="*/ 399442 w 1723042"/>
              <a:gd name="csY2318" fmla="*/ 751966 h 825984"/>
              <a:gd name="csX2319" fmla="*/ 399614 w 1723042"/>
              <a:gd name="csY2319" fmla="*/ 751913 h 825984"/>
              <a:gd name="csX2320" fmla="*/ 399786 w 1723042"/>
              <a:gd name="csY2320" fmla="*/ 751859 h 825984"/>
              <a:gd name="csX2321" fmla="*/ 399959 w 1723042"/>
              <a:gd name="csY2321" fmla="*/ 751797 h 825984"/>
              <a:gd name="csX2322" fmla="*/ 400131 w 1723042"/>
              <a:gd name="csY2322" fmla="*/ 751744 h 825984"/>
              <a:gd name="csX2323" fmla="*/ 400303 w 1723042"/>
              <a:gd name="csY2323" fmla="*/ 751690 h 825984"/>
              <a:gd name="csX2324" fmla="*/ 400475 w 1723042"/>
              <a:gd name="csY2324" fmla="*/ 751637 h 825984"/>
              <a:gd name="csX2325" fmla="*/ 400648 w 1723042"/>
              <a:gd name="csY2325" fmla="*/ 751575 h 825984"/>
              <a:gd name="csX2326" fmla="*/ 400820 w 1723042"/>
              <a:gd name="csY2326" fmla="*/ 751521 h 825984"/>
              <a:gd name="csX2327" fmla="*/ 400992 w 1723042"/>
              <a:gd name="csY2327" fmla="*/ 751468 h 825984"/>
              <a:gd name="csX2328" fmla="*/ 401165 w 1723042"/>
              <a:gd name="csY2328" fmla="*/ 751415 h 825984"/>
              <a:gd name="csX2329" fmla="*/ 401338 w 1723042"/>
              <a:gd name="csY2329" fmla="*/ 751352 h 825984"/>
              <a:gd name="csX2330" fmla="*/ 401509 w 1723042"/>
              <a:gd name="csY2330" fmla="*/ 751299 h 825984"/>
              <a:gd name="csX2331" fmla="*/ 401682 w 1723042"/>
              <a:gd name="csY2331" fmla="*/ 751246 h 825984"/>
              <a:gd name="csX2332" fmla="*/ 401854 w 1723042"/>
              <a:gd name="csY2332" fmla="*/ 751192 h 825984"/>
              <a:gd name="csX2333" fmla="*/ 402026 w 1723042"/>
              <a:gd name="csY2333" fmla="*/ 751130 h 825984"/>
              <a:gd name="csX2334" fmla="*/ 402199 w 1723042"/>
              <a:gd name="csY2334" fmla="*/ 751077 h 825984"/>
              <a:gd name="csX2335" fmla="*/ 402371 w 1723042"/>
              <a:gd name="csY2335" fmla="*/ 751023 h 825984"/>
              <a:gd name="csX2336" fmla="*/ 402543 w 1723042"/>
              <a:gd name="csY2336" fmla="*/ 750961 h 825984"/>
              <a:gd name="csX2337" fmla="*/ 402716 w 1723042"/>
              <a:gd name="csY2337" fmla="*/ 750908 h 825984"/>
              <a:gd name="csX2338" fmla="*/ 402888 w 1723042"/>
              <a:gd name="csY2338" fmla="*/ 750854 h 825984"/>
              <a:gd name="csX2339" fmla="*/ 403061 w 1723042"/>
              <a:gd name="csY2339" fmla="*/ 750792 h 825984"/>
              <a:gd name="csX2340" fmla="*/ 403232 w 1723042"/>
              <a:gd name="csY2340" fmla="*/ 750739 h 825984"/>
              <a:gd name="csX2341" fmla="*/ 403405 w 1723042"/>
              <a:gd name="csY2341" fmla="*/ 750685 h 825984"/>
              <a:gd name="csX2342" fmla="*/ 403578 w 1723042"/>
              <a:gd name="csY2342" fmla="*/ 750623 h 825984"/>
              <a:gd name="csX2343" fmla="*/ 403749 w 1723042"/>
              <a:gd name="csY2343" fmla="*/ 750570 h 825984"/>
              <a:gd name="csX2344" fmla="*/ 403922 w 1723042"/>
              <a:gd name="csY2344" fmla="*/ 750516 h 825984"/>
              <a:gd name="csX2345" fmla="*/ 404095 w 1723042"/>
              <a:gd name="csY2345" fmla="*/ 750454 h 825984"/>
              <a:gd name="csX2346" fmla="*/ 404266 w 1723042"/>
              <a:gd name="csY2346" fmla="*/ 750400 h 825984"/>
              <a:gd name="csX2347" fmla="*/ 404439 w 1723042"/>
              <a:gd name="csY2347" fmla="*/ 750347 h 825984"/>
              <a:gd name="csX2348" fmla="*/ 404611 w 1723042"/>
              <a:gd name="csY2348" fmla="*/ 750285 h 825984"/>
              <a:gd name="csX2349" fmla="*/ 404784 w 1723042"/>
              <a:gd name="csY2349" fmla="*/ 750231 h 825984"/>
              <a:gd name="csX2350" fmla="*/ 404956 w 1723042"/>
              <a:gd name="csY2350" fmla="*/ 750178 h 825984"/>
              <a:gd name="csX2351" fmla="*/ 405128 w 1723042"/>
              <a:gd name="csY2351" fmla="*/ 750116 h 825984"/>
              <a:gd name="csX2352" fmla="*/ 405301 w 1723042"/>
              <a:gd name="csY2352" fmla="*/ 750062 h 825984"/>
              <a:gd name="csX2353" fmla="*/ 405473 w 1723042"/>
              <a:gd name="csY2353" fmla="*/ 750009 h 825984"/>
              <a:gd name="csX2354" fmla="*/ 405645 w 1723042"/>
              <a:gd name="csY2354" fmla="*/ 749947 h 825984"/>
              <a:gd name="csX2355" fmla="*/ 405818 w 1723042"/>
              <a:gd name="csY2355" fmla="*/ 749893 h 825984"/>
              <a:gd name="csX2356" fmla="*/ 405989 w 1723042"/>
              <a:gd name="csY2356" fmla="*/ 749831 h 825984"/>
              <a:gd name="csX2357" fmla="*/ 406162 w 1723042"/>
              <a:gd name="csY2357" fmla="*/ 749778 h 825984"/>
              <a:gd name="csX2358" fmla="*/ 406335 w 1723042"/>
              <a:gd name="csY2358" fmla="*/ 749724 h 825984"/>
              <a:gd name="csX2359" fmla="*/ 406506 w 1723042"/>
              <a:gd name="csY2359" fmla="*/ 749662 h 825984"/>
              <a:gd name="csX2360" fmla="*/ 406679 w 1723042"/>
              <a:gd name="csY2360" fmla="*/ 749609 h 825984"/>
              <a:gd name="csX2361" fmla="*/ 406852 w 1723042"/>
              <a:gd name="csY2361" fmla="*/ 749546 h 825984"/>
              <a:gd name="csX2362" fmla="*/ 407024 w 1723042"/>
              <a:gd name="csY2362" fmla="*/ 749493 h 825984"/>
              <a:gd name="csX2363" fmla="*/ 407196 w 1723042"/>
              <a:gd name="csY2363" fmla="*/ 749440 h 825984"/>
              <a:gd name="csX2364" fmla="*/ 407368 w 1723042"/>
              <a:gd name="csY2364" fmla="*/ 749377 h 825984"/>
              <a:gd name="csX2365" fmla="*/ 407541 w 1723042"/>
              <a:gd name="csY2365" fmla="*/ 749324 h 825984"/>
              <a:gd name="csX2366" fmla="*/ 407713 w 1723042"/>
              <a:gd name="csY2366" fmla="*/ 749262 h 825984"/>
              <a:gd name="csX2367" fmla="*/ 407885 w 1723042"/>
              <a:gd name="csY2367" fmla="*/ 749208 h 825984"/>
              <a:gd name="csX2368" fmla="*/ 408058 w 1723042"/>
              <a:gd name="csY2368" fmla="*/ 749146 h 825984"/>
              <a:gd name="csX2369" fmla="*/ 408230 w 1723042"/>
              <a:gd name="csY2369" fmla="*/ 749093 h 825984"/>
              <a:gd name="csX2370" fmla="*/ 408402 w 1723042"/>
              <a:gd name="csY2370" fmla="*/ 749030 h 825984"/>
              <a:gd name="csX2371" fmla="*/ 408575 w 1723042"/>
              <a:gd name="csY2371" fmla="*/ 748977 h 825984"/>
              <a:gd name="csX2372" fmla="*/ 408747 w 1723042"/>
              <a:gd name="csY2372" fmla="*/ 748924 h 825984"/>
              <a:gd name="csX2373" fmla="*/ 408919 w 1723042"/>
              <a:gd name="csY2373" fmla="*/ 748861 h 825984"/>
              <a:gd name="csX2374" fmla="*/ 409092 w 1723042"/>
              <a:gd name="csY2374" fmla="*/ 748808 h 825984"/>
              <a:gd name="csX2375" fmla="*/ 409264 w 1723042"/>
              <a:gd name="csY2375" fmla="*/ 748746 h 825984"/>
              <a:gd name="csX2376" fmla="*/ 409436 w 1723042"/>
              <a:gd name="csY2376" fmla="*/ 748692 h 825984"/>
              <a:gd name="csX2377" fmla="*/ 409609 w 1723042"/>
              <a:gd name="csY2377" fmla="*/ 748630 h 825984"/>
              <a:gd name="csX2378" fmla="*/ 409781 w 1723042"/>
              <a:gd name="csY2378" fmla="*/ 748577 h 825984"/>
              <a:gd name="csX2379" fmla="*/ 409953 w 1723042"/>
              <a:gd name="csY2379" fmla="*/ 748514 h 825984"/>
              <a:gd name="csX2380" fmla="*/ 410125 w 1723042"/>
              <a:gd name="csY2380" fmla="*/ 748461 h 825984"/>
              <a:gd name="csX2381" fmla="*/ 410298 w 1723042"/>
              <a:gd name="csY2381" fmla="*/ 748399 h 825984"/>
              <a:gd name="csX2382" fmla="*/ 410471 w 1723042"/>
              <a:gd name="csY2382" fmla="*/ 748345 h 825984"/>
              <a:gd name="csX2383" fmla="*/ 410642 w 1723042"/>
              <a:gd name="csY2383" fmla="*/ 748283 h 825984"/>
              <a:gd name="csX2384" fmla="*/ 410815 w 1723042"/>
              <a:gd name="csY2384" fmla="*/ 748230 h 825984"/>
              <a:gd name="csX2385" fmla="*/ 410988 w 1723042"/>
              <a:gd name="csY2385" fmla="*/ 748167 h 825984"/>
              <a:gd name="csX2386" fmla="*/ 411159 w 1723042"/>
              <a:gd name="csY2386" fmla="*/ 748114 h 825984"/>
              <a:gd name="csX2387" fmla="*/ 411332 w 1723042"/>
              <a:gd name="csY2387" fmla="*/ 748052 h 825984"/>
              <a:gd name="csX2388" fmla="*/ 411504 w 1723042"/>
              <a:gd name="csY2388" fmla="*/ 747998 h 825984"/>
              <a:gd name="csX2389" fmla="*/ 411676 w 1723042"/>
              <a:gd name="csY2389" fmla="*/ 747936 h 825984"/>
              <a:gd name="csX2390" fmla="*/ 411849 w 1723042"/>
              <a:gd name="csY2390" fmla="*/ 747874 h 825984"/>
              <a:gd name="csX2391" fmla="*/ 412021 w 1723042"/>
              <a:gd name="csY2391" fmla="*/ 747820 h 825984"/>
              <a:gd name="csX2392" fmla="*/ 412193 w 1723042"/>
              <a:gd name="csY2392" fmla="*/ 747758 h 825984"/>
              <a:gd name="csX2393" fmla="*/ 412366 w 1723042"/>
              <a:gd name="csY2393" fmla="*/ 747705 h 825984"/>
              <a:gd name="csX2394" fmla="*/ 412538 w 1723042"/>
              <a:gd name="csY2394" fmla="*/ 747643 h 825984"/>
              <a:gd name="csX2395" fmla="*/ 412711 w 1723042"/>
              <a:gd name="csY2395" fmla="*/ 747589 h 825984"/>
              <a:gd name="csX2396" fmla="*/ 412883 w 1723042"/>
              <a:gd name="csY2396" fmla="*/ 747527 h 825984"/>
              <a:gd name="csX2397" fmla="*/ 413055 w 1723042"/>
              <a:gd name="csY2397" fmla="*/ 747474 h 825984"/>
              <a:gd name="csX2398" fmla="*/ 413228 w 1723042"/>
              <a:gd name="csY2398" fmla="*/ 747411 h 825984"/>
              <a:gd name="csX2399" fmla="*/ 413399 w 1723042"/>
              <a:gd name="csY2399" fmla="*/ 747349 h 825984"/>
              <a:gd name="csX2400" fmla="*/ 413572 w 1723042"/>
              <a:gd name="csY2400" fmla="*/ 747296 h 825984"/>
              <a:gd name="csX2401" fmla="*/ 413745 w 1723042"/>
              <a:gd name="csY2401" fmla="*/ 747233 h 825984"/>
              <a:gd name="csX2402" fmla="*/ 413916 w 1723042"/>
              <a:gd name="csY2402" fmla="*/ 747180 h 825984"/>
              <a:gd name="csX2403" fmla="*/ 414089 w 1723042"/>
              <a:gd name="csY2403" fmla="*/ 747118 h 825984"/>
              <a:gd name="csX2404" fmla="*/ 414261 w 1723042"/>
              <a:gd name="csY2404" fmla="*/ 747055 h 825984"/>
              <a:gd name="csX2405" fmla="*/ 414434 w 1723042"/>
              <a:gd name="csY2405" fmla="*/ 747002 h 825984"/>
              <a:gd name="csX2406" fmla="*/ 414606 w 1723042"/>
              <a:gd name="csY2406" fmla="*/ 746940 h 825984"/>
              <a:gd name="csX2407" fmla="*/ 414778 w 1723042"/>
              <a:gd name="csY2407" fmla="*/ 746886 h 825984"/>
              <a:gd name="csX2408" fmla="*/ 414951 w 1723042"/>
              <a:gd name="csY2408" fmla="*/ 746824 h 825984"/>
              <a:gd name="csX2409" fmla="*/ 415123 w 1723042"/>
              <a:gd name="csY2409" fmla="*/ 746762 h 825984"/>
              <a:gd name="csX2410" fmla="*/ 415295 w 1723042"/>
              <a:gd name="csY2410" fmla="*/ 746708 h 825984"/>
              <a:gd name="csX2411" fmla="*/ 415468 w 1723042"/>
              <a:gd name="csY2411" fmla="*/ 746646 h 825984"/>
              <a:gd name="csX2412" fmla="*/ 415640 w 1723042"/>
              <a:gd name="csY2412" fmla="*/ 746584 h 825984"/>
              <a:gd name="csX2413" fmla="*/ 415812 w 1723042"/>
              <a:gd name="csY2413" fmla="*/ 746531 h 825984"/>
              <a:gd name="csX2414" fmla="*/ 415985 w 1723042"/>
              <a:gd name="csY2414" fmla="*/ 746468 h 825984"/>
              <a:gd name="csX2415" fmla="*/ 416157 w 1723042"/>
              <a:gd name="csY2415" fmla="*/ 746415 h 825984"/>
              <a:gd name="csX2416" fmla="*/ 416329 w 1723042"/>
              <a:gd name="csY2416" fmla="*/ 746353 h 825984"/>
              <a:gd name="csX2417" fmla="*/ 416502 w 1723042"/>
              <a:gd name="csY2417" fmla="*/ 746290 h 825984"/>
              <a:gd name="csX2418" fmla="*/ 416674 w 1723042"/>
              <a:gd name="csY2418" fmla="*/ 746237 h 825984"/>
              <a:gd name="csX2419" fmla="*/ 416846 w 1723042"/>
              <a:gd name="csY2419" fmla="*/ 746175 h 825984"/>
              <a:gd name="csX2420" fmla="*/ 417018 w 1723042"/>
              <a:gd name="csY2420" fmla="*/ 746112 h 825984"/>
              <a:gd name="csX2421" fmla="*/ 417191 w 1723042"/>
              <a:gd name="csY2421" fmla="*/ 746059 h 825984"/>
              <a:gd name="csX2422" fmla="*/ 417363 w 1723042"/>
              <a:gd name="csY2422" fmla="*/ 745997 h 825984"/>
              <a:gd name="csX2423" fmla="*/ 417535 w 1723042"/>
              <a:gd name="csY2423" fmla="*/ 745934 h 825984"/>
              <a:gd name="csX2424" fmla="*/ 417708 w 1723042"/>
              <a:gd name="csY2424" fmla="*/ 745881 h 825984"/>
              <a:gd name="csX2425" fmla="*/ 417880 w 1723042"/>
              <a:gd name="csY2425" fmla="*/ 745819 h 825984"/>
              <a:gd name="csX2426" fmla="*/ 418052 w 1723042"/>
              <a:gd name="csY2426" fmla="*/ 745757 h 825984"/>
              <a:gd name="csX2427" fmla="*/ 418225 w 1723042"/>
              <a:gd name="csY2427" fmla="*/ 745694 h 825984"/>
              <a:gd name="csX2428" fmla="*/ 418397 w 1723042"/>
              <a:gd name="csY2428" fmla="*/ 745641 h 825984"/>
              <a:gd name="csX2429" fmla="*/ 418569 w 1723042"/>
              <a:gd name="csY2429" fmla="*/ 745579 h 825984"/>
              <a:gd name="csX2430" fmla="*/ 418742 w 1723042"/>
              <a:gd name="csY2430" fmla="*/ 745516 h 825984"/>
              <a:gd name="csX2431" fmla="*/ 418914 w 1723042"/>
              <a:gd name="csY2431" fmla="*/ 745463 h 825984"/>
              <a:gd name="csX2432" fmla="*/ 419086 w 1723042"/>
              <a:gd name="csY2432" fmla="*/ 745401 h 825984"/>
              <a:gd name="csX2433" fmla="*/ 419259 w 1723042"/>
              <a:gd name="csY2433" fmla="*/ 745338 h 825984"/>
              <a:gd name="csX2434" fmla="*/ 419431 w 1723042"/>
              <a:gd name="csY2434" fmla="*/ 745276 h 825984"/>
              <a:gd name="csX2435" fmla="*/ 419603 w 1723042"/>
              <a:gd name="csY2435" fmla="*/ 745223 h 825984"/>
              <a:gd name="csX2436" fmla="*/ 419775 w 1723042"/>
              <a:gd name="csY2436" fmla="*/ 745160 h 825984"/>
              <a:gd name="csX2437" fmla="*/ 419948 w 1723042"/>
              <a:gd name="csY2437" fmla="*/ 745098 h 825984"/>
              <a:gd name="csX2438" fmla="*/ 420121 w 1723042"/>
              <a:gd name="csY2438" fmla="*/ 745045 h 825984"/>
              <a:gd name="csX2439" fmla="*/ 420292 w 1723042"/>
              <a:gd name="csY2439" fmla="*/ 744983 h 825984"/>
              <a:gd name="csX2440" fmla="*/ 420465 w 1723042"/>
              <a:gd name="csY2440" fmla="*/ 744920 h 825984"/>
              <a:gd name="csX2441" fmla="*/ 420638 w 1723042"/>
              <a:gd name="csY2441" fmla="*/ 744858 h 825984"/>
              <a:gd name="csX2442" fmla="*/ 420809 w 1723042"/>
              <a:gd name="csY2442" fmla="*/ 744796 h 825984"/>
              <a:gd name="csX2443" fmla="*/ 420982 w 1723042"/>
              <a:gd name="csY2443" fmla="*/ 744742 h 825984"/>
              <a:gd name="csX2444" fmla="*/ 421154 w 1723042"/>
              <a:gd name="csY2444" fmla="*/ 744680 h 825984"/>
              <a:gd name="csX2445" fmla="*/ 421326 w 1723042"/>
              <a:gd name="csY2445" fmla="*/ 744618 h 825984"/>
              <a:gd name="csX2446" fmla="*/ 421499 w 1723042"/>
              <a:gd name="csY2446" fmla="*/ 744556 h 825984"/>
              <a:gd name="csX2447" fmla="*/ 421671 w 1723042"/>
              <a:gd name="csY2447" fmla="*/ 744502 h 825984"/>
              <a:gd name="csX2448" fmla="*/ 421844 w 1723042"/>
              <a:gd name="csY2448" fmla="*/ 744440 h 825984"/>
              <a:gd name="csX2449" fmla="*/ 422016 w 1723042"/>
              <a:gd name="csY2449" fmla="*/ 744378 h 825984"/>
              <a:gd name="csX2450" fmla="*/ 422188 w 1723042"/>
              <a:gd name="csY2450" fmla="*/ 744315 h 825984"/>
              <a:gd name="csX2451" fmla="*/ 422361 w 1723042"/>
              <a:gd name="csY2451" fmla="*/ 744262 h 825984"/>
              <a:gd name="csX2452" fmla="*/ 422532 w 1723042"/>
              <a:gd name="csY2452" fmla="*/ 744200 h 825984"/>
              <a:gd name="csX2453" fmla="*/ 422705 w 1723042"/>
              <a:gd name="csY2453" fmla="*/ 744137 h 825984"/>
              <a:gd name="csX2454" fmla="*/ 422878 w 1723042"/>
              <a:gd name="csY2454" fmla="*/ 744075 h 825984"/>
              <a:gd name="csX2455" fmla="*/ 423049 w 1723042"/>
              <a:gd name="csY2455" fmla="*/ 744013 h 825984"/>
              <a:gd name="csX2456" fmla="*/ 423222 w 1723042"/>
              <a:gd name="csY2456" fmla="*/ 743959 h 825984"/>
              <a:gd name="csX2457" fmla="*/ 423395 w 1723042"/>
              <a:gd name="csY2457" fmla="*/ 743897 h 825984"/>
              <a:gd name="csX2458" fmla="*/ 423566 w 1723042"/>
              <a:gd name="csY2458" fmla="*/ 743835 h 825984"/>
              <a:gd name="csX2459" fmla="*/ 423739 w 1723042"/>
              <a:gd name="csY2459" fmla="*/ 743773 h 825984"/>
              <a:gd name="csX2460" fmla="*/ 423911 w 1723042"/>
              <a:gd name="csY2460" fmla="*/ 743710 h 825984"/>
              <a:gd name="csX2461" fmla="*/ 424084 w 1723042"/>
              <a:gd name="csY2461" fmla="*/ 743648 h 825984"/>
              <a:gd name="csX2462" fmla="*/ 424256 w 1723042"/>
              <a:gd name="csY2462" fmla="*/ 743595 h 825984"/>
              <a:gd name="csX2463" fmla="*/ 424428 w 1723042"/>
              <a:gd name="csY2463" fmla="*/ 743532 h 825984"/>
              <a:gd name="csX2464" fmla="*/ 424601 w 1723042"/>
              <a:gd name="csY2464" fmla="*/ 743470 h 825984"/>
              <a:gd name="csX2465" fmla="*/ 424773 w 1723042"/>
              <a:gd name="csY2465" fmla="*/ 743408 h 825984"/>
              <a:gd name="csX2466" fmla="*/ 424945 w 1723042"/>
              <a:gd name="csY2466" fmla="*/ 743346 h 825984"/>
              <a:gd name="csX2467" fmla="*/ 425118 w 1723042"/>
              <a:gd name="csY2467" fmla="*/ 743283 h 825984"/>
              <a:gd name="csX2468" fmla="*/ 425289 w 1723042"/>
              <a:gd name="csY2468" fmla="*/ 743221 h 825984"/>
              <a:gd name="csX2469" fmla="*/ 425462 w 1723042"/>
              <a:gd name="csY2469" fmla="*/ 743168 h 825984"/>
              <a:gd name="csX2470" fmla="*/ 425635 w 1723042"/>
              <a:gd name="csY2470" fmla="*/ 743105 h 825984"/>
              <a:gd name="csX2471" fmla="*/ 425807 w 1723042"/>
              <a:gd name="csY2471" fmla="*/ 743043 h 825984"/>
              <a:gd name="csX2472" fmla="*/ 425979 w 1723042"/>
              <a:gd name="csY2472" fmla="*/ 742981 h 825984"/>
              <a:gd name="csX2473" fmla="*/ 426152 w 1723042"/>
              <a:gd name="csY2473" fmla="*/ 742918 h 825984"/>
              <a:gd name="csX2474" fmla="*/ 426324 w 1723042"/>
              <a:gd name="csY2474" fmla="*/ 742856 h 825984"/>
              <a:gd name="csX2475" fmla="*/ 426496 w 1723042"/>
              <a:gd name="csY2475" fmla="*/ 742794 h 825984"/>
              <a:gd name="csX2476" fmla="*/ 426668 w 1723042"/>
              <a:gd name="csY2476" fmla="*/ 742741 h 825984"/>
              <a:gd name="csX2477" fmla="*/ 426841 w 1723042"/>
              <a:gd name="csY2477" fmla="*/ 742678 h 825984"/>
              <a:gd name="csX2478" fmla="*/ 427013 w 1723042"/>
              <a:gd name="csY2478" fmla="*/ 742616 h 825984"/>
              <a:gd name="csX2479" fmla="*/ 427185 w 1723042"/>
              <a:gd name="csY2479" fmla="*/ 742554 h 825984"/>
              <a:gd name="csX2480" fmla="*/ 427358 w 1723042"/>
              <a:gd name="csY2480" fmla="*/ 742491 h 825984"/>
              <a:gd name="csX2481" fmla="*/ 427530 w 1723042"/>
              <a:gd name="csY2481" fmla="*/ 742429 h 825984"/>
              <a:gd name="csX2482" fmla="*/ 427702 w 1723042"/>
              <a:gd name="csY2482" fmla="*/ 742367 h 825984"/>
              <a:gd name="csX2483" fmla="*/ 427875 w 1723042"/>
              <a:gd name="csY2483" fmla="*/ 742305 h 825984"/>
              <a:gd name="csX2484" fmla="*/ 428047 w 1723042"/>
              <a:gd name="csY2484" fmla="*/ 742242 h 825984"/>
              <a:gd name="csX2485" fmla="*/ 428219 w 1723042"/>
              <a:gd name="csY2485" fmla="*/ 742180 h 825984"/>
              <a:gd name="csX2486" fmla="*/ 428392 w 1723042"/>
              <a:gd name="csY2486" fmla="*/ 742127 h 825984"/>
              <a:gd name="csX2487" fmla="*/ 428564 w 1723042"/>
              <a:gd name="csY2487" fmla="*/ 742064 h 825984"/>
              <a:gd name="csX2488" fmla="*/ 428736 w 1723042"/>
              <a:gd name="csY2488" fmla="*/ 742002 h 825984"/>
              <a:gd name="csX2489" fmla="*/ 428909 w 1723042"/>
              <a:gd name="csY2489" fmla="*/ 741940 h 825984"/>
              <a:gd name="csX2490" fmla="*/ 429081 w 1723042"/>
              <a:gd name="csY2490" fmla="*/ 741878 h 825984"/>
              <a:gd name="csX2491" fmla="*/ 429254 w 1723042"/>
              <a:gd name="csY2491" fmla="*/ 741815 h 825984"/>
              <a:gd name="csX2492" fmla="*/ 429425 w 1723042"/>
              <a:gd name="csY2492" fmla="*/ 741753 h 825984"/>
              <a:gd name="csX2493" fmla="*/ 429598 w 1723042"/>
              <a:gd name="csY2493" fmla="*/ 741691 h 825984"/>
              <a:gd name="csX2494" fmla="*/ 429771 w 1723042"/>
              <a:gd name="csY2494" fmla="*/ 741629 h 825984"/>
              <a:gd name="csX2495" fmla="*/ 429942 w 1723042"/>
              <a:gd name="csY2495" fmla="*/ 741566 h 825984"/>
              <a:gd name="csX2496" fmla="*/ 430115 w 1723042"/>
              <a:gd name="csY2496" fmla="*/ 741504 h 825984"/>
              <a:gd name="csX2497" fmla="*/ 430287 w 1723042"/>
              <a:gd name="csY2497" fmla="*/ 741442 h 825984"/>
              <a:gd name="csX2498" fmla="*/ 430459 w 1723042"/>
              <a:gd name="csY2498" fmla="*/ 741379 h 825984"/>
              <a:gd name="csX2499" fmla="*/ 430632 w 1723042"/>
              <a:gd name="csY2499" fmla="*/ 741317 h 825984"/>
              <a:gd name="csX2500" fmla="*/ 430804 w 1723042"/>
              <a:gd name="csY2500" fmla="*/ 741255 h 825984"/>
              <a:gd name="csX2501" fmla="*/ 430976 w 1723042"/>
              <a:gd name="csY2501" fmla="*/ 741193 h 825984"/>
              <a:gd name="csX2502" fmla="*/ 431149 w 1723042"/>
              <a:gd name="csY2502" fmla="*/ 741130 h 825984"/>
              <a:gd name="csX2503" fmla="*/ 431321 w 1723042"/>
              <a:gd name="csY2503" fmla="*/ 741068 h 825984"/>
              <a:gd name="csX2504" fmla="*/ 431494 w 1723042"/>
              <a:gd name="csY2504" fmla="*/ 741006 h 825984"/>
              <a:gd name="csX2505" fmla="*/ 431666 w 1723042"/>
              <a:gd name="csY2505" fmla="*/ 740944 h 825984"/>
              <a:gd name="csX2506" fmla="*/ 431838 w 1723042"/>
              <a:gd name="csY2506" fmla="*/ 740881 h 825984"/>
              <a:gd name="csX2507" fmla="*/ 432011 w 1723042"/>
              <a:gd name="csY2507" fmla="*/ 740819 h 825984"/>
              <a:gd name="csX2508" fmla="*/ 432182 w 1723042"/>
              <a:gd name="csY2508" fmla="*/ 740757 h 825984"/>
              <a:gd name="csX2509" fmla="*/ 432355 w 1723042"/>
              <a:gd name="csY2509" fmla="*/ 740694 h 825984"/>
              <a:gd name="csX2510" fmla="*/ 432528 w 1723042"/>
              <a:gd name="csY2510" fmla="*/ 740632 h 825984"/>
              <a:gd name="csX2511" fmla="*/ 432699 w 1723042"/>
              <a:gd name="csY2511" fmla="*/ 740570 h 825984"/>
              <a:gd name="csX2512" fmla="*/ 432872 w 1723042"/>
              <a:gd name="csY2512" fmla="*/ 740508 h 825984"/>
              <a:gd name="csX2513" fmla="*/ 433044 w 1723042"/>
              <a:gd name="csY2513" fmla="*/ 740445 h 825984"/>
              <a:gd name="csX2514" fmla="*/ 433217 w 1723042"/>
              <a:gd name="csY2514" fmla="*/ 740383 h 825984"/>
              <a:gd name="csX2515" fmla="*/ 433389 w 1723042"/>
              <a:gd name="csY2515" fmla="*/ 740321 h 825984"/>
              <a:gd name="csX2516" fmla="*/ 433561 w 1723042"/>
              <a:gd name="csY2516" fmla="*/ 740258 h 825984"/>
              <a:gd name="csX2517" fmla="*/ 433734 w 1723042"/>
              <a:gd name="csY2517" fmla="*/ 740196 h 825984"/>
              <a:gd name="csX2518" fmla="*/ 433906 w 1723042"/>
              <a:gd name="csY2518" fmla="*/ 740134 h 825984"/>
              <a:gd name="csX2519" fmla="*/ 434078 w 1723042"/>
              <a:gd name="csY2519" fmla="*/ 740072 h 825984"/>
              <a:gd name="csX2520" fmla="*/ 434251 w 1723042"/>
              <a:gd name="csY2520" fmla="*/ 740009 h 825984"/>
              <a:gd name="csX2521" fmla="*/ 434423 w 1723042"/>
              <a:gd name="csY2521" fmla="*/ 739947 h 825984"/>
              <a:gd name="csX2522" fmla="*/ 434595 w 1723042"/>
              <a:gd name="csY2522" fmla="*/ 739885 h 825984"/>
              <a:gd name="csX2523" fmla="*/ 434768 w 1723042"/>
              <a:gd name="csY2523" fmla="*/ 739823 h 825984"/>
              <a:gd name="csX2524" fmla="*/ 434940 w 1723042"/>
              <a:gd name="csY2524" fmla="*/ 739760 h 825984"/>
              <a:gd name="csX2525" fmla="*/ 435112 w 1723042"/>
              <a:gd name="csY2525" fmla="*/ 739698 h 825984"/>
              <a:gd name="csX2526" fmla="*/ 435285 w 1723042"/>
              <a:gd name="csY2526" fmla="*/ 739636 h 825984"/>
              <a:gd name="csX2527" fmla="*/ 435457 w 1723042"/>
              <a:gd name="csY2527" fmla="*/ 739574 h 825984"/>
              <a:gd name="csX2528" fmla="*/ 435629 w 1723042"/>
              <a:gd name="csY2528" fmla="*/ 739511 h 825984"/>
              <a:gd name="csX2529" fmla="*/ 435802 w 1723042"/>
              <a:gd name="csY2529" fmla="*/ 739449 h 825984"/>
              <a:gd name="csX2530" fmla="*/ 435974 w 1723042"/>
              <a:gd name="csY2530" fmla="*/ 739387 h 825984"/>
              <a:gd name="csX2531" fmla="*/ 436146 w 1723042"/>
              <a:gd name="csY2531" fmla="*/ 739324 h 825984"/>
              <a:gd name="csX2532" fmla="*/ 436318 w 1723042"/>
              <a:gd name="csY2532" fmla="*/ 739262 h 825984"/>
              <a:gd name="csX2533" fmla="*/ 436491 w 1723042"/>
              <a:gd name="csY2533" fmla="*/ 739200 h 825984"/>
              <a:gd name="csX2534" fmla="*/ 436663 w 1723042"/>
              <a:gd name="csY2534" fmla="*/ 739138 h 825984"/>
              <a:gd name="csX2535" fmla="*/ 436835 w 1723042"/>
              <a:gd name="csY2535" fmla="*/ 739075 h 825984"/>
              <a:gd name="csX2536" fmla="*/ 437008 w 1723042"/>
              <a:gd name="csY2536" fmla="*/ 739013 h 825984"/>
              <a:gd name="csX2537" fmla="*/ 437180 w 1723042"/>
              <a:gd name="csY2537" fmla="*/ 738942 h 825984"/>
              <a:gd name="csX2538" fmla="*/ 437352 w 1723042"/>
              <a:gd name="csY2538" fmla="*/ 738880 h 825984"/>
              <a:gd name="csX2539" fmla="*/ 437525 w 1723042"/>
              <a:gd name="csY2539" fmla="*/ 738817 h 825984"/>
              <a:gd name="csX2540" fmla="*/ 437697 w 1723042"/>
              <a:gd name="csY2540" fmla="*/ 738755 h 825984"/>
              <a:gd name="csX2541" fmla="*/ 437869 w 1723042"/>
              <a:gd name="csY2541" fmla="*/ 738693 h 825984"/>
              <a:gd name="csX2542" fmla="*/ 438042 w 1723042"/>
              <a:gd name="csY2542" fmla="*/ 738630 h 825984"/>
              <a:gd name="csX2543" fmla="*/ 438214 w 1723042"/>
              <a:gd name="csY2543" fmla="*/ 738568 h 825984"/>
              <a:gd name="csX2544" fmla="*/ 438386 w 1723042"/>
              <a:gd name="csY2544" fmla="*/ 738506 h 825984"/>
              <a:gd name="csX2545" fmla="*/ 438559 w 1723042"/>
              <a:gd name="csY2545" fmla="*/ 738444 h 825984"/>
              <a:gd name="csX2546" fmla="*/ 438731 w 1723042"/>
              <a:gd name="csY2546" fmla="*/ 738381 h 825984"/>
              <a:gd name="csX2547" fmla="*/ 438904 w 1723042"/>
              <a:gd name="csY2547" fmla="*/ 738319 h 825984"/>
              <a:gd name="csX2548" fmla="*/ 439075 w 1723042"/>
              <a:gd name="csY2548" fmla="*/ 738257 h 825984"/>
              <a:gd name="csX2549" fmla="*/ 439248 w 1723042"/>
              <a:gd name="csY2549" fmla="*/ 738186 h 825984"/>
              <a:gd name="csX2550" fmla="*/ 439421 w 1723042"/>
              <a:gd name="csY2550" fmla="*/ 738123 h 825984"/>
              <a:gd name="csX2551" fmla="*/ 439592 w 1723042"/>
              <a:gd name="csY2551" fmla="*/ 738061 h 825984"/>
              <a:gd name="csX2552" fmla="*/ 439765 w 1723042"/>
              <a:gd name="csY2552" fmla="*/ 737999 h 825984"/>
              <a:gd name="csX2553" fmla="*/ 439937 w 1723042"/>
              <a:gd name="csY2553" fmla="*/ 737937 h 825984"/>
              <a:gd name="csX2554" fmla="*/ 440109 w 1723042"/>
              <a:gd name="csY2554" fmla="*/ 737874 h 825984"/>
              <a:gd name="csX2555" fmla="*/ 440282 w 1723042"/>
              <a:gd name="csY2555" fmla="*/ 737812 h 825984"/>
              <a:gd name="csX2556" fmla="*/ 440454 w 1723042"/>
              <a:gd name="csY2556" fmla="*/ 737750 h 825984"/>
              <a:gd name="csX2557" fmla="*/ 440627 w 1723042"/>
              <a:gd name="csY2557" fmla="*/ 737687 h 825984"/>
              <a:gd name="csX2558" fmla="*/ 440799 w 1723042"/>
              <a:gd name="csY2558" fmla="*/ 737616 h 825984"/>
              <a:gd name="csX2559" fmla="*/ 440971 w 1723042"/>
              <a:gd name="csY2559" fmla="*/ 737554 h 825984"/>
              <a:gd name="csX2560" fmla="*/ 441144 w 1723042"/>
              <a:gd name="csY2560" fmla="*/ 737492 h 825984"/>
              <a:gd name="csX2561" fmla="*/ 441316 w 1723042"/>
              <a:gd name="csY2561" fmla="*/ 737429 h 825984"/>
              <a:gd name="csX2562" fmla="*/ 441488 w 1723042"/>
              <a:gd name="csY2562" fmla="*/ 737367 h 825984"/>
              <a:gd name="csX2563" fmla="*/ 441661 w 1723042"/>
              <a:gd name="csY2563" fmla="*/ 737305 h 825984"/>
              <a:gd name="csX2564" fmla="*/ 441832 w 1723042"/>
              <a:gd name="csY2564" fmla="*/ 737243 h 825984"/>
              <a:gd name="csX2565" fmla="*/ 442005 w 1723042"/>
              <a:gd name="csY2565" fmla="*/ 737171 h 825984"/>
              <a:gd name="csX2566" fmla="*/ 442178 w 1723042"/>
              <a:gd name="csY2566" fmla="*/ 737109 h 825984"/>
              <a:gd name="csX2567" fmla="*/ 442349 w 1723042"/>
              <a:gd name="csY2567" fmla="*/ 737047 h 825984"/>
              <a:gd name="csX2568" fmla="*/ 442522 w 1723042"/>
              <a:gd name="csY2568" fmla="*/ 736985 h 825984"/>
              <a:gd name="csX2569" fmla="*/ 442694 w 1723042"/>
              <a:gd name="csY2569" fmla="*/ 736922 h 825984"/>
              <a:gd name="csX2570" fmla="*/ 442867 w 1723042"/>
              <a:gd name="csY2570" fmla="*/ 736860 h 825984"/>
              <a:gd name="csX2571" fmla="*/ 443039 w 1723042"/>
              <a:gd name="csY2571" fmla="*/ 736798 h 825984"/>
              <a:gd name="csX2572" fmla="*/ 443211 w 1723042"/>
              <a:gd name="csY2572" fmla="*/ 736727 h 825984"/>
              <a:gd name="csX2573" fmla="*/ 443384 w 1723042"/>
              <a:gd name="csY2573" fmla="*/ 736664 h 825984"/>
              <a:gd name="csX2574" fmla="*/ 443556 w 1723042"/>
              <a:gd name="csY2574" fmla="*/ 736602 h 825984"/>
              <a:gd name="csX2575" fmla="*/ 443728 w 1723042"/>
              <a:gd name="csY2575" fmla="*/ 736540 h 825984"/>
              <a:gd name="csX2576" fmla="*/ 443901 w 1723042"/>
              <a:gd name="csY2576" fmla="*/ 736477 h 825984"/>
              <a:gd name="csX2577" fmla="*/ 444073 w 1723042"/>
              <a:gd name="csY2577" fmla="*/ 736415 h 825984"/>
              <a:gd name="csX2578" fmla="*/ 444245 w 1723042"/>
              <a:gd name="csY2578" fmla="*/ 736353 h 825984"/>
              <a:gd name="csX2579" fmla="*/ 444418 w 1723042"/>
              <a:gd name="csY2579" fmla="*/ 736282 h 825984"/>
              <a:gd name="csX2580" fmla="*/ 444590 w 1723042"/>
              <a:gd name="csY2580" fmla="*/ 736220 h 825984"/>
              <a:gd name="csX2581" fmla="*/ 444762 w 1723042"/>
              <a:gd name="csY2581" fmla="*/ 736157 h 825984"/>
              <a:gd name="csX2582" fmla="*/ 444935 w 1723042"/>
              <a:gd name="csY2582" fmla="*/ 736095 h 825984"/>
              <a:gd name="csX2583" fmla="*/ 445107 w 1723042"/>
              <a:gd name="csY2583" fmla="*/ 736033 h 825984"/>
              <a:gd name="csX2584" fmla="*/ 445279 w 1723042"/>
              <a:gd name="csY2584" fmla="*/ 735970 h 825984"/>
              <a:gd name="csX2585" fmla="*/ 445451 w 1723042"/>
              <a:gd name="csY2585" fmla="*/ 735899 h 825984"/>
              <a:gd name="csX2586" fmla="*/ 445624 w 1723042"/>
              <a:gd name="csY2586" fmla="*/ 735837 h 825984"/>
              <a:gd name="csX2587" fmla="*/ 445796 w 1723042"/>
              <a:gd name="csY2587" fmla="*/ 735775 h 825984"/>
              <a:gd name="csX2588" fmla="*/ 445968 w 1723042"/>
              <a:gd name="csY2588" fmla="*/ 735712 h 825984"/>
              <a:gd name="csX2589" fmla="*/ 446141 w 1723042"/>
              <a:gd name="csY2589" fmla="*/ 735650 h 825984"/>
              <a:gd name="csX2590" fmla="*/ 446314 w 1723042"/>
              <a:gd name="csY2590" fmla="*/ 735579 h 825984"/>
              <a:gd name="csX2591" fmla="*/ 446485 w 1723042"/>
              <a:gd name="csY2591" fmla="*/ 735517 h 825984"/>
              <a:gd name="csX2592" fmla="*/ 446658 w 1723042"/>
              <a:gd name="csY2592" fmla="*/ 735454 h 825984"/>
              <a:gd name="csX2593" fmla="*/ 446830 w 1723042"/>
              <a:gd name="csY2593" fmla="*/ 735392 h 825984"/>
              <a:gd name="csX2594" fmla="*/ 447002 w 1723042"/>
              <a:gd name="csY2594" fmla="*/ 735330 h 825984"/>
              <a:gd name="csX2595" fmla="*/ 447175 w 1723042"/>
              <a:gd name="csY2595" fmla="*/ 735268 h 825984"/>
              <a:gd name="csX2596" fmla="*/ 447347 w 1723042"/>
              <a:gd name="csY2596" fmla="*/ 735196 h 825984"/>
              <a:gd name="csX2597" fmla="*/ 447519 w 1723042"/>
              <a:gd name="csY2597" fmla="*/ 735134 h 825984"/>
              <a:gd name="csX2598" fmla="*/ 447692 w 1723042"/>
              <a:gd name="csY2598" fmla="*/ 735072 h 825984"/>
              <a:gd name="csX2599" fmla="*/ 447864 w 1723042"/>
              <a:gd name="csY2599" fmla="*/ 735010 h 825984"/>
              <a:gd name="csX2600" fmla="*/ 448036 w 1723042"/>
              <a:gd name="csY2600" fmla="*/ 734947 h 825984"/>
              <a:gd name="csX2601" fmla="*/ 448209 w 1723042"/>
              <a:gd name="csY2601" fmla="*/ 734876 h 825984"/>
              <a:gd name="csX2602" fmla="*/ 448381 w 1723042"/>
              <a:gd name="csY2602" fmla="*/ 734814 h 825984"/>
              <a:gd name="csX2603" fmla="*/ 448554 w 1723042"/>
              <a:gd name="csY2603" fmla="*/ 734752 h 825984"/>
              <a:gd name="csX2604" fmla="*/ 448725 w 1723042"/>
              <a:gd name="csY2604" fmla="*/ 734689 h 825984"/>
              <a:gd name="csX2605" fmla="*/ 448898 w 1723042"/>
              <a:gd name="csY2605" fmla="*/ 734627 h 825984"/>
              <a:gd name="csX2606" fmla="*/ 449071 w 1723042"/>
              <a:gd name="csY2606" fmla="*/ 734556 h 825984"/>
              <a:gd name="csX2607" fmla="*/ 449242 w 1723042"/>
              <a:gd name="csY2607" fmla="*/ 734494 h 825984"/>
              <a:gd name="csX2608" fmla="*/ 449415 w 1723042"/>
              <a:gd name="csY2608" fmla="*/ 734431 h 825984"/>
              <a:gd name="csX2609" fmla="*/ 449587 w 1723042"/>
              <a:gd name="csY2609" fmla="*/ 734369 h 825984"/>
              <a:gd name="csX2610" fmla="*/ 449759 w 1723042"/>
              <a:gd name="csY2610" fmla="*/ 734307 h 825984"/>
              <a:gd name="csX2611" fmla="*/ 449932 w 1723042"/>
              <a:gd name="csY2611" fmla="*/ 734236 h 825984"/>
              <a:gd name="csX2612" fmla="*/ 450104 w 1723042"/>
              <a:gd name="csY2612" fmla="*/ 734173 h 825984"/>
              <a:gd name="csX2613" fmla="*/ 450277 w 1723042"/>
              <a:gd name="csY2613" fmla="*/ 734111 h 825984"/>
              <a:gd name="csX2614" fmla="*/ 450449 w 1723042"/>
              <a:gd name="csY2614" fmla="*/ 734049 h 825984"/>
              <a:gd name="csX2615" fmla="*/ 450621 w 1723042"/>
              <a:gd name="csY2615" fmla="*/ 733987 h 825984"/>
              <a:gd name="csX2616" fmla="*/ 450794 w 1723042"/>
              <a:gd name="csY2616" fmla="*/ 733915 h 825984"/>
              <a:gd name="csX2617" fmla="*/ 450966 w 1723042"/>
              <a:gd name="csY2617" fmla="*/ 733853 h 825984"/>
              <a:gd name="csX2618" fmla="*/ 451138 w 1723042"/>
              <a:gd name="csY2618" fmla="*/ 733791 h 825984"/>
              <a:gd name="csX2619" fmla="*/ 451311 w 1723042"/>
              <a:gd name="csY2619" fmla="*/ 733729 h 825984"/>
              <a:gd name="csX2620" fmla="*/ 451482 w 1723042"/>
              <a:gd name="csY2620" fmla="*/ 733657 h 825984"/>
              <a:gd name="csX2621" fmla="*/ 451655 w 1723042"/>
              <a:gd name="csY2621" fmla="*/ 733595 h 825984"/>
              <a:gd name="csX2622" fmla="*/ 451828 w 1723042"/>
              <a:gd name="csY2622" fmla="*/ 733533 h 825984"/>
              <a:gd name="csX2623" fmla="*/ 452000 w 1723042"/>
              <a:gd name="csY2623" fmla="*/ 733470 h 825984"/>
              <a:gd name="csX2624" fmla="*/ 452172 w 1723042"/>
              <a:gd name="csY2624" fmla="*/ 733408 h 825984"/>
              <a:gd name="csX2625" fmla="*/ 452344 w 1723042"/>
              <a:gd name="csY2625" fmla="*/ 733337 h 825984"/>
              <a:gd name="csX2626" fmla="*/ 452517 w 1723042"/>
              <a:gd name="csY2626" fmla="*/ 733275 h 825984"/>
              <a:gd name="csX2627" fmla="*/ 452689 w 1723042"/>
              <a:gd name="csY2627" fmla="*/ 733213 h 825984"/>
              <a:gd name="csX2628" fmla="*/ 452861 w 1723042"/>
              <a:gd name="csY2628" fmla="*/ 733150 h 825984"/>
              <a:gd name="csX2629" fmla="*/ 453034 w 1723042"/>
              <a:gd name="csY2629" fmla="*/ 733088 h 825984"/>
              <a:gd name="csX2630" fmla="*/ 453206 w 1723042"/>
              <a:gd name="csY2630" fmla="*/ 733017 h 825984"/>
              <a:gd name="csX2631" fmla="*/ 453378 w 1723042"/>
              <a:gd name="csY2631" fmla="*/ 732955 h 825984"/>
              <a:gd name="csX2632" fmla="*/ 453551 w 1723042"/>
              <a:gd name="csY2632" fmla="*/ 732892 h 825984"/>
              <a:gd name="csX2633" fmla="*/ 453723 w 1723042"/>
              <a:gd name="csY2633" fmla="*/ 732830 h 825984"/>
              <a:gd name="csX2634" fmla="*/ 453895 w 1723042"/>
              <a:gd name="csY2634" fmla="*/ 732759 h 825984"/>
              <a:gd name="csX2635" fmla="*/ 454068 w 1723042"/>
              <a:gd name="csY2635" fmla="*/ 732696 h 825984"/>
              <a:gd name="csX2636" fmla="*/ 454240 w 1723042"/>
              <a:gd name="csY2636" fmla="*/ 732634 h 825984"/>
              <a:gd name="csX2637" fmla="*/ 454412 w 1723042"/>
              <a:gd name="csY2637" fmla="*/ 732572 h 825984"/>
              <a:gd name="csX2638" fmla="*/ 454585 w 1723042"/>
              <a:gd name="csY2638" fmla="*/ 732510 h 825984"/>
              <a:gd name="csX2639" fmla="*/ 454757 w 1723042"/>
              <a:gd name="csY2639" fmla="*/ 732439 h 825984"/>
              <a:gd name="csX2640" fmla="*/ 454929 w 1723042"/>
              <a:gd name="csY2640" fmla="*/ 732376 h 825984"/>
              <a:gd name="csX2641" fmla="*/ 455101 w 1723042"/>
              <a:gd name="csY2641" fmla="*/ 732314 h 825984"/>
              <a:gd name="csX2642" fmla="*/ 455274 w 1723042"/>
              <a:gd name="csY2642" fmla="*/ 732252 h 825984"/>
              <a:gd name="csX2643" fmla="*/ 455446 w 1723042"/>
              <a:gd name="csY2643" fmla="*/ 732181 h 825984"/>
              <a:gd name="csX2644" fmla="*/ 455618 w 1723042"/>
              <a:gd name="csY2644" fmla="*/ 732118 h 825984"/>
              <a:gd name="csX2645" fmla="*/ 455791 w 1723042"/>
              <a:gd name="csY2645" fmla="*/ 732056 h 825984"/>
              <a:gd name="csX2646" fmla="*/ 455964 w 1723042"/>
              <a:gd name="csY2646" fmla="*/ 731994 h 825984"/>
              <a:gd name="csX2647" fmla="*/ 456135 w 1723042"/>
              <a:gd name="csY2647" fmla="*/ 731931 h 825984"/>
              <a:gd name="csX2648" fmla="*/ 456308 w 1723042"/>
              <a:gd name="csY2648" fmla="*/ 731860 h 825984"/>
              <a:gd name="csX2649" fmla="*/ 456480 w 1723042"/>
              <a:gd name="csY2649" fmla="*/ 731798 h 825984"/>
              <a:gd name="csX2650" fmla="*/ 456652 w 1723042"/>
              <a:gd name="csY2650" fmla="*/ 731736 h 825984"/>
              <a:gd name="csX2651" fmla="*/ 456825 w 1723042"/>
              <a:gd name="csY2651" fmla="*/ 731673 h 825984"/>
              <a:gd name="csX2652" fmla="*/ 456997 w 1723042"/>
              <a:gd name="csY2652" fmla="*/ 731611 h 825984"/>
              <a:gd name="csX2653" fmla="*/ 457169 w 1723042"/>
              <a:gd name="csY2653" fmla="*/ 731540 h 825984"/>
              <a:gd name="csX2654" fmla="*/ 457342 w 1723042"/>
              <a:gd name="csY2654" fmla="*/ 731478 h 825984"/>
              <a:gd name="csX2655" fmla="*/ 457514 w 1723042"/>
              <a:gd name="csY2655" fmla="*/ 731415 h 825984"/>
              <a:gd name="csX2656" fmla="*/ 457687 w 1723042"/>
              <a:gd name="csY2656" fmla="*/ 731353 h 825984"/>
              <a:gd name="csX2657" fmla="*/ 457858 w 1723042"/>
              <a:gd name="csY2657" fmla="*/ 731282 h 825984"/>
              <a:gd name="csX2658" fmla="*/ 458031 w 1723042"/>
              <a:gd name="csY2658" fmla="*/ 731220 h 825984"/>
              <a:gd name="csX2659" fmla="*/ 458204 w 1723042"/>
              <a:gd name="csY2659" fmla="*/ 731157 h 825984"/>
              <a:gd name="csX2660" fmla="*/ 458375 w 1723042"/>
              <a:gd name="csY2660" fmla="*/ 731095 h 825984"/>
              <a:gd name="csX2661" fmla="*/ 458548 w 1723042"/>
              <a:gd name="csY2661" fmla="*/ 731033 h 825984"/>
              <a:gd name="csX2662" fmla="*/ 458721 w 1723042"/>
              <a:gd name="csY2662" fmla="*/ 730962 h 825984"/>
              <a:gd name="csX2663" fmla="*/ 458892 w 1723042"/>
              <a:gd name="csY2663" fmla="*/ 730899 h 825984"/>
              <a:gd name="csX2664" fmla="*/ 459065 w 1723042"/>
              <a:gd name="csY2664" fmla="*/ 730837 h 825984"/>
              <a:gd name="csX2665" fmla="*/ 459237 w 1723042"/>
              <a:gd name="csY2665" fmla="*/ 730775 h 825984"/>
              <a:gd name="csX2666" fmla="*/ 459410 w 1723042"/>
              <a:gd name="csY2666" fmla="*/ 730713 h 825984"/>
              <a:gd name="csX2667" fmla="*/ 459582 w 1723042"/>
              <a:gd name="csY2667" fmla="*/ 730641 h 825984"/>
              <a:gd name="csX2668" fmla="*/ 459754 w 1723042"/>
              <a:gd name="csY2668" fmla="*/ 730579 h 825984"/>
              <a:gd name="csX2669" fmla="*/ 459927 w 1723042"/>
              <a:gd name="csY2669" fmla="*/ 730517 h 825984"/>
              <a:gd name="csX2670" fmla="*/ 460099 w 1723042"/>
              <a:gd name="csY2670" fmla="*/ 730455 h 825984"/>
              <a:gd name="csX2671" fmla="*/ 460271 w 1723042"/>
              <a:gd name="csY2671" fmla="*/ 730392 h 825984"/>
              <a:gd name="csX2672" fmla="*/ 460444 w 1723042"/>
              <a:gd name="csY2672" fmla="*/ 730321 h 825984"/>
              <a:gd name="csX2673" fmla="*/ 460616 w 1723042"/>
              <a:gd name="csY2673" fmla="*/ 730259 h 825984"/>
              <a:gd name="csX2674" fmla="*/ 460788 w 1723042"/>
              <a:gd name="csY2674" fmla="*/ 730197 h 825984"/>
              <a:gd name="csX2675" fmla="*/ 460961 w 1723042"/>
              <a:gd name="csY2675" fmla="*/ 730134 h 825984"/>
              <a:gd name="csX2676" fmla="*/ 461132 w 1723042"/>
              <a:gd name="csY2676" fmla="*/ 730072 h 825984"/>
              <a:gd name="csX2677" fmla="*/ 461305 w 1723042"/>
              <a:gd name="csY2677" fmla="*/ 730001 h 825984"/>
              <a:gd name="csX2678" fmla="*/ 461478 w 1723042"/>
              <a:gd name="csY2678" fmla="*/ 729939 h 825984"/>
              <a:gd name="csX2679" fmla="*/ 461650 w 1723042"/>
              <a:gd name="csY2679" fmla="*/ 729876 h 825984"/>
              <a:gd name="csX2680" fmla="*/ 461822 w 1723042"/>
              <a:gd name="csY2680" fmla="*/ 729814 h 825984"/>
              <a:gd name="csX2681" fmla="*/ 461994 w 1723042"/>
              <a:gd name="csY2681" fmla="*/ 729752 h 825984"/>
              <a:gd name="csX2682" fmla="*/ 462167 w 1723042"/>
              <a:gd name="csY2682" fmla="*/ 729689 h 825984"/>
              <a:gd name="csX2683" fmla="*/ 462339 w 1723042"/>
              <a:gd name="csY2683" fmla="*/ 729618 h 825984"/>
              <a:gd name="csX2684" fmla="*/ 462511 w 1723042"/>
              <a:gd name="csY2684" fmla="*/ 729556 h 825984"/>
              <a:gd name="csX2685" fmla="*/ 462684 w 1723042"/>
              <a:gd name="csY2685" fmla="*/ 729494 h 825984"/>
              <a:gd name="csX2686" fmla="*/ 462856 w 1723042"/>
              <a:gd name="csY2686" fmla="*/ 729432 h 825984"/>
              <a:gd name="csX2687" fmla="*/ 463028 w 1723042"/>
              <a:gd name="csY2687" fmla="*/ 729369 h 825984"/>
              <a:gd name="csX2688" fmla="*/ 463201 w 1723042"/>
              <a:gd name="csY2688" fmla="*/ 729298 h 825984"/>
              <a:gd name="csX2689" fmla="*/ 463373 w 1723042"/>
              <a:gd name="csY2689" fmla="*/ 729236 h 825984"/>
              <a:gd name="csX2690" fmla="*/ 463545 w 1723042"/>
              <a:gd name="csY2690" fmla="*/ 729174 h 825984"/>
              <a:gd name="csX2691" fmla="*/ 463718 w 1723042"/>
              <a:gd name="csY2691" fmla="*/ 729111 h 825984"/>
              <a:gd name="csX2692" fmla="*/ 463890 w 1723042"/>
              <a:gd name="csY2692" fmla="*/ 729049 h 825984"/>
              <a:gd name="csX2693" fmla="*/ 464062 w 1723042"/>
              <a:gd name="csY2693" fmla="*/ 728987 h 825984"/>
              <a:gd name="csX2694" fmla="*/ 464235 w 1723042"/>
              <a:gd name="csY2694" fmla="*/ 728915 h 825984"/>
              <a:gd name="csX2695" fmla="*/ 464407 w 1723042"/>
              <a:gd name="csY2695" fmla="*/ 728853 h 825984"/>
              <a:gd name="csX2696" fmla="*/ 464579 w 1723042"/>
              <a:gd name="csY2696" fmla="*/ 728791 h 825984"/>
              <a:gd name="csX2697" fmla="*/ 464751 w 1723042"/>
              <a:gd name="csY2697" fmla="*/ 728729 h 825984"/>
              <a:gd name="csX2698" fmla="*/ 464924 w 1723042"/>
              <a:gd name="csY2698" fmla="*/ 728666 h 825984"/>
              <a:gd name="csX2699" fmla="*/ 465097 w 1723042"/>
              <a:gd name="csY2699" fmla="*/ 728604 h 825984"/>
              <a:gd name="csX2700" fmla="*/ 465268 w 1723042"/>
              <a:gd name="csY2700" fmla="*/ 728542 h 825984"/>
              <a:gd name="csX2701" fmla="*/ 465441 w 1723042"/>
              <a:gd name="csY2701" fmla="*/ 728471 h 825984"/>
              <a:gd name="csX2702" fmla="*/ 465614 w 1723042"/>
              <a:gd name="csY2702" fmla="*/ 728408 h 825984"/>
              <a:gd name="csX2703" fmla="*/ 465785 w 1723042"/>
              <a:gd name="csY2703" fmla="*/ 728346 h 825984"/>
              <a:gd name="csX2704" fmla="*/ 465958 w 1723042"/>
              <a:gd name="csY2704" fmla="*/ 728284 h 825984"/>
              <a:gd name="csX2705" fmla="*/ 466130 w 1723042"/>
              <a:gd name="csY2705" fmla="*/ 728222 h 825984"/>
              <a:gd name="csX2706" fmla="*/ 466302 w 1723042"/>
              <a:gd name="csY2706" fmla="*/ 728159 h 825984"/>
              <a:gd name="csX2707" fmla="*/ 466475 w 1723042"/>
              <a:gd name="csY2707" fmla="*/ 728097 h 825984"/>
              <a:gd name="csX2708" fmla="*/ 466647 w 1723042"/>
              <a:gd name="csY2708" fmla="*/ 728026 h 825984"/>
              <a:gd name="csX2709" fmla="*/ 466819 w 1723042"/>
              <a:gd name="csY2709" fmla="*/ 727964 h 825984"/>
              <a:gd name="csX2710" fmla="*/ 466992 w 1723042"/>
              <a:gd name="csY2710" fmla="*/ 727901 h 825984"/>
              <a:gd name="csX2711" fmla="*/ 467164 w 1723042"/>
              <a:gd name="csY2711" fmla="*/ 727839 h 825984"/>
              <a:gd name="csX2712" fmla="*/ 467337 w 1723042"/>
              <a:gd name="csY2712" fmla="*/ 727777 h 825984"/>
              <a:gd name="csX2713" fmla="*/ 467508 w 1723042"/>
              <a:gd name="csY2713" fmla="*/ 727714 h 825984"/>
              <a:gd name="csX2714" fmla="*/ 467681 w 1723042"/>
              <a:gd name="csY2714" fmla="*/ 727652 h 825984"/>
              <a:gd name="csX2715" fmla="*/ 467854 w 1723042"/>
              <a:gd name="csY2715" fmla="*/ 727590 h 825984"/>
              <a:gd name="csX2716" fmla="*/ 468025 w 1723042"/>
              <a:gd name="csY2716" fmla="*/ 727528 h 825984"/>
              <a:gd name="csX2717" fmla="*/ 468198 w 1723042"/>
              <a:gd name="csY2717" fmla="*/ 727457 h 825984"/>
              <a:gd name="csX2718" fmla="*/ 468371 w 1723042"/>
              <a:gd name="csY2718" fmla="*/ 727394 h 825984"/>
              <a:gd name="csX2719" fmla="*/ 468542 w 1723042"/>
              <a:gd name="csY2719" fmla="*/ 727332 h 825984"/>
              <a:gd name="csX2720" fmla="*/ 468715 w 1723042"/>
              <a:gd name="csY2720" fmla="*/ 727270 h 825984"/>
              <a:gd name="csX2721" fmla="*/ 468887 w 1723042"/>
              <a:gd name="csY2721" fmla="*/ 727207 h 825984"/>
              <a:gd name="csX2722" fmla="*/ 469060 w 1723042"/>
              <a:gd name="csY2722" fmla="*/ 727145 h 825984"/>
              <a:gd name="csX2723" fmla="*/ 469232 w 1723042"/>
              <a:gd name="csY2723" fmla="*/ 727083 h 825984"/>
              <a:gd name="csX2724" fmla="*/ 469404 w 1723042"/>
              <a:gd name="csY2724" fmla="*/ 727021 h 825984"/>
              <a:gd name="csX2725" fmla="*/ 469577 w 1723042"/>
              <a:gd name="csY2725" fmla="*/ 726958 h 825984"/>
              <a:gd name="csX2726" fmla="*/ 469749 w 1723042"/>
              <a:gd name="csY2726" fmla="*/ 726896 h 825984"/>
              <a:gd name="csX2727" fmla="*/ 469921 w 1723042"/>
              <a:gd name="csY2727" fmla="*/ 726834 h 825984"/>
              <a:gd name="csX2728" fmla="*/ 470094 w 1723042"/>
              <a:gd name="csY2728" fmla="*/ 726772 h 825984"/>
              <a:gd name="csX2729" fmla="*/ 470265 w 1723042"/>
              <a:gd name="csY2729" fmla="*/ 726709 h 825984"/>
              <a:gd name="csX2730" fmla="*/ 470438 w 1723042"/>
              <a:gd name="csY2730" fmla="*/ 726647 h 825984"/>
              <a:gd name="csX2731" fmla="*/ 470611 w 1723042"/>
              <a:gd name="csY2731" fmla="*/ 726576 h 825984"/>
              <a:gd name="csX2732" fmla="*/ 470783 w 1723042"/>
              <a:gd name="csY2732" fmla="*/ 726513 h 825984"/>
              <a:gd name="csX2733" fmla="*/ 470955 w 1723042"/>
              <a:gd name="csY2733" fmla="*/ 726451 h 825984"/>
              <a:gd name="csX2734" fmla="*/ 471128 w 1723042"/>
              <a:gd name="csY2734" fmla="*/ 726389 h 825984"/>
              <a:gd name="csX2735" fmla="*/ 471300 w 1723042"/>
              <a:gd name="csY2735" fmla="*/ 726327 h 825984"/>
              <a:gd name="csX2736" fmla="*/ 471472 w 1723042"/>
              <a:gd name="csY2736" fmla="*/ 726264 h 825984"/>
              <a:gd name="csX2737" fmla="*/ 471644 w 1723042"/>
              <a:gd name="csY2737" fmla="*/ 726202 h 825984"/>
              <a:gd name="csX2738" fmla="*/ 471817 w 1723042"/>
              <a:gd name="csY2738" fmla="*/ 726140 h 825984"/>
              <a:gd name="csX2739" fmla="*/ 471989 w 1723042"/>
              <a:gd name="csY2739" fmla="*/ 726078 h 825984"/>
              <a:gd name="csX2740" fmla="*/ 472161 w 1723042"/>
              <a:gd name="csY2740" fmla="*/ 726015 h 825984"/>
              <a:gd name="csX2741" fmla="*/ 472334 w 1723042"/>
              <a:gd name="csY2741" fmla="*/ 725953 h 825984"/>
              <a:gd name="csX2742" fmla="*/ 472506 w 1723042"/>
              <a:gd name="csY2742" fmla="*/ 725891 h 825984"/>
              <a:gd name="csX2743" fmla="*/ 472678 w 1723042"/>
              <a:gd name="csY2743" fmla="*/ 725828 h 825984"/>
              <a:gd name="csX2744" fmla="*/ 472851 w 1723042"/>
              <a:gd name="csY2744" fmla="*/ 725766 h 825984"/>
              <a:gd name="csX2745" fmla="*/ 473023 w 1723042"/>
              <a:gd name="csY2745" fmla="*/ 725704 h 825984"/>
              <a:gd name="csX2746" fmla="*/ 473195 w 1723042"/>
              <a:gd name="csY2746" fmla="*/ 725642 h 825984"/>
              <a:gd name="csX2747" fmla="*/ 473368 w 1723042"/>
              <a:gd name="csY2747" fmla="*/ 725579 h 825984"/>
              <a:gd name="csX2748" fmla="*/ 473540 w 1723042"/>
              <a:gd name="csY2748" fmla="*/ 725517 h 825984"/>
              <a:gd name="csX2749" fmla="*/ 473712 w 1723042"/>
              <a:gd name="csY2749" fmla="*/ 725455 h 825984"/>
              <a:gd name="csX2750" fmla="*/ 473885 w 1723042"/>
              <a:gd name="csY2750" fmla="*/ 725393 h 825984"/>
              <a:gd name="csX2751" fmla="*/ 474057 w 1723042"/>
              <a:gd name="csY2751" fmla="*/ 725339 h 825984"/>
              <a:gd name="csX2752" fmla="*/ 474229 w 1723042"/>
              <a:gd name="csY2752" fmla="*/ 725277 h 825984"/>
              <a:gd name="csX2753" fmla="*/ 474401 w 1723042"/>
              <a:gd name="csY2753" fmla="*/ 725215 h 825984"/>
              <a:gd name="csX2754" fmla="*/ 474574 w 1723042"/>
              <a:gd name="csY2754" fmla="*/ 725152 h 825984"/>
              <a:gd name="csX2755" fmla="*/ 474747 w 1723042"/>
              <a:gd name="csY2755" fmla="*/ 725090 h 825984"/>
              <a:gd name="csX2756" fmla="*/ 474918 w 1723042"/>
              <a:gd name="csY2756" fmla="*/ 725028 h 825984"/>
              <a:gd name="csX2757" fmla="*/ 475091 w 1723042"/>
              <a:gd name="csY2757" fmla="*/ 724966 h 825984"/>
              <a:gd name="csX2758" fmla="*/ 475263 w 1723042"/>
              <a:gd name="csY2758" fmla="*/ 724903 h 825984"/>
              <a:gd name="csX2759" fmla="*/ 475435 w 1723042"/>
              <a:gd name="csY2759" fmla="*/ 724841 h 825984"/>
              <a:gd name="csX2760" fmla="*/ 475608 w 1723042"/>
              <a:gd name="csY2760" fmla="*/ 724779 h 825984"/>
              <a:gd name="csX2761" fmla="*/ 475780 w 1723042"/>
              <a:gd name="csY2761" fmla="*/ 724716 h 825984"/>
              <a:gd name="csX2762" fmla="*/ 475952 w 1723042"/>
              <a:gd name="csY2762" fmla="*/ 724654 h 825984"/>
              <a:gd name="csX2763" fmla="*/ 476125 w 1723042"/>
              <a:gd name="csY2763" fmla="*/ 724601 h 825984"/>
              <a:gd name="csX2764" fmla="*/ 476297 w 1723042"/>
              <a:gd name="csY2764" fmla="*/ 724539 h 825984"/>
              <a:gd name="csX2765" fmla="*/ 476470 w 1723042"/>
              <a:gd name="csY2765" fmla="*/ 724476 h 825984"/>
              <a:gd name="csX2766" fmla="*/ 476642 w 1723042"/>
              <a:gd name="csY2766" fmla="*/ 724414 h 825984"/>
              <a:gd name="csX2767" fmla="*/ 476814 w 1723042"/>
              <a:gd name="csY2767" fmla="*/ 724352 h 825984"/>
              <a:gd name="csX2768" fmla="*/ 476987 w 1723042"/>
              <a:gd name="csY2768" fmla="*/ 724289 h 825984"/>
              <a:gd name="csX2769" fmla="*/ 477158 w 1723042"/>
              <a:gd name="csY2769" fmla="*/ 724227 h 825984"/>
              <a:gd name="csX2770" fmla="*/ 477331 w 1723042"/>
              <a:gd name="csY2770" fmla="*/ 724165 h 825984"/>
              <a:gd name="csX2771" fmla="*/ 477504 w 1723042"/>
              <a:gd name="csY2771" fmla="*/ 724111 h 825984"/>
              <a:gd name="csX2772" fmla="*/ 477675 w 1723042"/>
              <a:gd name="csY2772" fmla="*/ 724049 h 825984"/>
              <a:gd name="csX2773" fmla="*/ 477848 w 1723042"/>
              <a:gd name="csY2773" fmla="*/ 723987 h 825984"/>
              <a:gd name="csX2774" fmla="*/ 478020 w 1723042"/>
              <a:gd name="csY2774" fmla="*/ 723925 h 825984"/>
              <a:gd name="csX2775" fmla="*/ 478192 w 1723042"/>
              <a:gd name="csY2775" fmla="*/ 723862 h 825984"/>
              <a:gd name="csX2776" fmla="*/ 478365 w 1723042"/>
              <a:gd name="csY2776" fmla="*/ 723809 h 825984"/>
              <a:gd name="csX2777" fmla="*/ 478537 w 1723042"/>
              <a:gd name="csY2777" fmla="*/ 723747 h 825984"/>
              <a:gd name="csX2778" fmla="*/ 478710 w 1723042"/>
              <a:gd name="csY2778" fmla="*/ 723684 h 825984"/>
              <a:gd name="csX2779" fmla="*/ 478882 w 1723042"/>
              <a:gd name="csY2779" fmla="*/ 723622 h 825984"/>
              <a:gd name="csX2780" fmla="*/ 479054 w 1723042"/>
              <a:gd name="csY2780" fmla="*/ 723560 h 825984"/>
              <a:gd name="csX2781" fmla="*/ 479227 w 1723042"/>
              <a:gd name="csY2781" fmla="*/ 723506 h 825984"/>
              <a:gd name="csX2782" fmla="*/ 479399 w 1723042"/>
              <a:gd name="csY2782" fmla="*/ 723444 h 825984"/>
              <a:gd name="csX2783" fmla="*/ 479571 w 1723042"/>
              <a:gd name="csY2783" fmla="*/ 723382 h 825984"/>
              <a:gd name="csX2784" fmla="*/ 479744 w 1723042"/>
              <a:gd name="csY2784" fmla="*/ 723320 h 825984"/>
              <a:gd name="csX2785" fmla="*/ 479915 w 1723042"/>
              <a:gd name="csY2785" fmla="*/ 723266 h 825984"/>
              <a:gd name="csX2786" fmla="*/ 480088 w 1723042"/>
              <a:gd name="csY2786" fmla="*/ 723204 h 825984"/>
              <a:gd name="csX2787" fmla="*/ 480261 w 1723042"/>
              <a:gd name="csY2787" fmla="*/ 723142 h 825984"/>
              <a:gd name="csX2788" fmla="*/ 480433 w 1723042"/>
              <a:gd name="csY2788" fmla="*/ 723079 h 825984"/>
              <a:gd name="csX2789" fmla="*/ 480605 w 1723042"/>
              <a:gd name="csY2789" fmla="*/ 723026 h 825984"/>
              <a:gd name="csX2790" fmla="*/ 480777 w 1723042"/>
              <a:gd name="csY2790" fmla="*/ 722964 h 825984"/>
              <a:gd name="csX2791" fmla="*/ 480950 w 1723042"/>
              <a:gd name="csY2791" fmla="*/ 722901 h 825984"/>
              <a:gd name="csX2792" fmla="*/ 481122 w 1723042"/>
              <a:gd name="csY2792" fmla="*/ 722848 h 825984"/>
              <a:gd name="csX2793" fmla="*/ 481294 w 1723042"/>
              <a:gd name="csY2793" fmla="*/ 722786 h 825984"/>
              <a:gd name="csX2794" fmla="*/ 481467 w 1723042"/>
              <a:gd name="csY2794" fmla="*/ 722724 h 825984"/>
              <a:gd name="csX2795" fmla="*/ 481639 w 1723042"/>
              <a:gd name="csY2795" fmla="*/ 722670 h 825984"/>
              <a:gd name="csX2796" fmla="*/ 481811 w 1723042"/>
              <a:gd name="csY2796" fmla="*/ 722608 h 825984"/>
              <a:gd name="csX2797" fmla="*/ 481984 w 1723042"/>
              <a:gd name="csY2797" fmla="*/ 722546 h 825984"/>
              <a:gd name="csX2798" fmla="*/ 482156 w 1723042"/>
              <a:gd name="csY2798" fmla="*/ 722492 h 825984"/>
              <a:gd name="csX2799" fmla="*/ 482328 w 1723042"/>
              <a:gd name="csY2799" fmla="*/ 722430 h 825984"/>
              <a:gd name="csX2800" fmla="*/ 482501 w 1723042"/>
              <a:gd name="csY2800" fmla="*/ 722377 h 825984"/>
              <a:gd name="csX2801" fmla="*/ 482673 w 1723042"/>
              <a:gd name="csY2801" fmla="*/ 722314 h 825984"/>
              <a:gd name="csX2802" fmla="*/ 482845 w 1723042"/>
              <a:gd name="csY2802" fmla="*/ 722252 h 825984"/>
              <a:gd name="csX2803" fmla="*/ 483018 w 1723042"/>
              <a:gd name="csY2803" fmla="*/ 722199 h 825984"/>
              <a:gd name="csX2804" fmla="*/ 483190 w 1723042"/>
              <a:gd name="csY2804" fmla="*/ 722136 h 825984"/>
              <a:gd name="csX2805" fmla="*/ 483362 w 1723042"/>
              <a:gd name="csY2805" fmla="*/ 722083 h 825984"/>
              <a:gd name="csX2806" fmla="*/ 483535 w 1723042"/>
              <a:gd name="csY2806" fmla="*/ 722021 h 825984"/>
              <a:gd name="csX2807" fmla="*/ 483707 w 1723042"/>
              <a:gd name="csY2807" fmla="*/ 721959 h 825984"/>
              <a:gd name="csX2808" fmla="*/ 483879 w 1723042"/>
              <a:gd name="csY2808" fmla="*/ 721905 h 825984"/>
              <a:gd name="csX2809" fmla="*/ 484051 w 1723042"/>
              <a:gd name="csY2809" fmla="*/ 721843 h 825984"/>
              <a:gd name="csX2810" fmla="*/ 484224 w 1723042"/>
              <a:gd name="csY2810" fmla="*/ 721789 h 825984"/>
              <a:gd name="csX2811" fmla="*/ 484397 w 1723042"/>
              <a:gd name="csY2811" fmla="*/ 721727 h 825984"/>
              <a:gd name="csX2812" fmla="*/ 484568 w 1723042"/>
              <a:gd name="csY2812" fmla="*/ 721674 h 825984"/>
              <a:gd name="csX2813" fmla="*/ 484741 w 1723042"/>
              <a:gd name="csY2813" fmla="*/ 721612 h 825984"/>
              <a:gd name="csX2814" fmla="*/ 484914 w 1723042"/>
              <a:gd name="csY2814" fmla="*/ 721558 h 825984"/>
              <a:gd name="csX2815" fmla="*/ 485085 w 1723042"/>
              <a:gd name="csY2815" fmla="*/ 721496 h 825984"/>
              <a:gd name="csX2816" fmla="*/ 485258 w 1723042"/>
              <a:gd name="csY2816" fmla="*/ 721443 h 825984"/>
              <a:gd name="csX2817" fmla="*/ 485430 w 1723042"/>
              <a:gd name="csY2817" fmla="*/ 721380 h 825984"/>
              <a:gd name="csX2818" fmla="*/ 485602 w 1723042"/>
              <a:gd name="csY2818" fmla="*/ 721327 h 825984"/>
              <a:gd name="csX2819" fmla="*/ 485775 w 1723042"/>
              <a:gd name="csY2819" fmla="*/ 721265 h 825984"/>
              <a:gd name="csX2820" fmla="*/ 485947 w 1723042"/>
              <a:gd name="csY2820" fmla="*/ 721211 h 825984"/>
              <a:gd name="csX2821" fmla="*/ 486120 w 1723042"/>
              <a:gd name="csY2821" fmla="*/ 721158 h 825984"/>
              <a:gd name="csX2822" fmla="*/ 486292 w 1723042"/>
              <a:gd name="csY2822" fmla="*/ 721096 h 825984"/>
              <a:gd name="csX2823" fmla="*/ 486464 w 1723042"/>
              <a:gd name="csY2823" fmla="*/ 721042 h 825984"/>
              <a:gd name="csX2824" fmla="*/ 486637 w 1723042"/>
              <a:gd name="csY2824" fmla="*/ 720980 h 825984"/>
              <a:gd name="csX2825" fmla="*/ 486808 w 1723042"/>
              <a:gd name="csY2825" fmla="*/ 720926 h 825984"/>
              <a:gd name="csX2826" fmla="*/ 486981 w 1723042"/>
              <a:gd name="csY2826" fmla="*/ 720873 h 825984"/>
              <a:gd name="csX2827" fmla="*/ 487154 w 1723042"/>
              <a:gd name="csY2827" fmla="*/ 720811 h 825984"/>
              <a:gd name="csX2828" fmla="*/ 487325 w 1723042"/>
              <a:gd name="csY2828" fmla="*/ 720758 h 825984"/>
              <a:gd name="csX2829" fmla="*/ 487498 w 1723042"/>
              <a:gd name="csY2829" fmla="*/ 720704 h 825984"/>
              <a:gd name="csX2830" fmla="*/ 487671 w 1723042"/>
              <a:gd name="csY2830" fmla="*/ 720642 h 825984"/>
              <a:gd name="csX2831" fmla="*/ 487843 w 1723042"/>
              <a:gd name="csY2831" fmla="*/ 720588 h 825984"/>
              <a:gd name="csX2832" fmla="*/ 488015 w 1723042"/>
              <a:gd name="csY2832" fmla="*/ 720535 h 825984"/>
              <a:gd name="csX2833" fmla="*/ 488187 w 1723042"/>
              <a:gd name="csY2833" fmla="*/ 720473 h 825984"/>
              <a:gd name="csX2834" fmla="*/ 488360 w 1723042"/>
              <a:gd name="csY2834" fmla="*/ 720419 h 825984"/>
              <a:gd name="csX2835" fmla="*/ 488532 w 1723042"/>
              <a:gd name="csY2835" fmla="*/ 720366 h 825984"/>
              <a:gd name="csX2836" fmla="*/ 488704 w 1723042"/>
              <a:gd name="csY2836" fmla="*/ 720313 h 825984"/>
              <a:gd name="csX2837" fmla="*/ 488877 w 1723042"/>
              <a:gd name="csY2837" fmla="*/ 720250 h 825984"/>
              <a:gd name="csX2838" fmla="*/ 489049 w 1723042"/>
              <a:gd name="csY2838" fmla="*/ 720197 h 825984"/>
              <a:gd name="csX2839" fmla="*/ 489221 w 1723042"/>
              <a:gd name="csY2839" fmla="*/ 720144 h 825984"/>
              <a:gd name="csX2840" fmla="*/ 489394 w 1723042"/>
              <a:gd name="csY2840" fmla="*/ 720090 h 825984"/>
              <a:gd name="csX2841" fmla="*/ 489565 w 1723042"/>
              <a:gd name="csY2841" fmla="*/ 720028 h 825984"/>
              <a:gd name="csX2842" fmla="*/ 489738 w 1723042"/>
              <a:gd name="csY2842" fmla="*/ 719975 h 825984"/>
              <a:gd name="csX2843" fmla="*/ 489911 w 1723042"/>
              <a:gd name="csY2843" fmla="*/ 719921 h 825984"/>
              <a:gd name="csX2844" fmla="*/ 490083 w 1723042"/>
              <a:gd name="csY2844" fmla="*/ 719868 h 825984"/>
              <a:gd name="csX2845" fmla="*/ 490255 w 1723042"/>
              <a:gd name="csY2845" fmla="*/ 719814 h 825984"/>
              <a:gd name="csX2846" fmla="*/ 490428 w 1723042"/>
              <a:gd name="csY2846" fmla="*/ 719761 h 825984"/>
              <a:gd name="csX2847" fmla="*/ 490600 w 1723042"/>
              <a:gd name="csY2847" fmla="*/ 719708 h 825984"/>
              <a:gd name="csX2848" fmla="*/ 490772 w 1723042"/>
              <a:gd name="csY2848" fmla="*/ 719645 h 825984"/>
              <a:gd name="csX2849" fmla="*/ 490944 w 1723042"/>
              <a:gd name="csY2849" fmla="*/ 719592 h 825984"/>
              <a:gd name="csX2850" fmla="*/ 491117 w 1723042"/>
              <a:gd name="csY2850" fmla="*/ 719539 h 825984"/>
              <a:gd name="csX2851" fmla="*/ 491289 w 1723042"/>
              <a:gd name="csY2851" fmla="*/ 719485 h 825984"/>
              <a:gd name="csX2852" fmla="*/ 491461 w 1723042"/>
              <a:gd name="csY2852" fmla="*/ 719432 h 825984"/>
              <a:gd name="csX2853" fmla="*/ 491634 w 1723042"/>
              <a:gd name="csY2853" fmla="*/ 719379 h 825984"/>
              <a:gd name="csX2854" fmla="*/ 491806 w 1723042"/>
              <a:gd name="csY2854" fmla="*/ 719325 h 825984"/>
              <a:gd name="csX2855" fmla="*/ 491978 w 1723042"/>
              <a:gd name="csY2855" fmla="*/ 719272 h 825984"/>
              <a:gd name="csX2856" fmla="*/ 492151 w 1723042"/>
              <a:gd name="csY2856" fmla="*/ 719218 h 825984"/>
              <a:gd name="csX2857" fmla="*/ 492323 w 1723042"/>
              <a:gd name="csY2857" fmla="*/ 719165 h 825984"/>
              <a:gd name="csX2858" fmla="*/ 492495 w 1723042"/>
              <a:gd name="csY2858" fmla="*/ 719112 h 825984"/>
              <a:gd name="csX2859" fmla="*/ 492668 w 1723042"/>
              <a:gd name="csY2859" fmla="*/ 719058 h 825984"/>
              <a:gd name="csX2860" fmla="*/ 492840 w 1723042"/>
              <a:gd name="csY2860" fmla="*/ 719005 h 825984"/>
              <a:gd name="csX2861" fmla="*/ 493012 w 1723042"/>
              <a:gd name="csY2861" fmla="*/ 718952 h 825984"/>
              <a:gd name="csX2862" fmla="*/ 493185 w 1723042"/>
              <a:gd name="csY2862" fmla="*/ 718898 h 825984"/>
              <a:gd name="csX2863" fmla="*/ 493357 w 1723042"/>
              <a:gd name="csY2863" fmla="*/ 718845 h 825984"/>
              <a:gd name="csX2864" fmla="*/ 493530 w 1723042"/>
              <a:gd name="csY2864" fmla="*/ 718791 h 825984"/>
              <a:gd name="csX2865" fmla="*/ 493701 w 1723042"/>
              <a:gd name="csY2865" fmla="*/ 718747 h 825984"/>
              <a:gd name="csX2866" fmla="*/ 493874 w 1723042"/>
              <a:gd name="csY2866" fmla="*/ 718693 h 825984"/>
              <a:gd name="csX2867" fmla="*/ 494047 w 1723042"/>
              <a:gd name="csY2867" fmla="*/ 718640 h 825984"/>
              <a:gd name="csX2868" fmla="*/ 494218 w 1723042"/>
              <a:gd name="csY2868" fmla="*/ 718587 h 825984"/>
              <a:gd name="csX2869" fmla="*/ 494391 w 1723042"/>
              <a:gd name="csY2869" fmla="*/ 718533 h 825984"/>
              <a:gd name="csX2870" fmla="*/ 494563 w 1723042"/>
              <a:gd name="csY2870" fmla="*/ 718480 h 825984"/>
              <a:gd name="csX2871" fmla="*/ 494735 w 1723042"/>
              <a:gd name="csY2871" fmla="*/ 718436 h 825984"/>
              <a:gd name="csX2872" fmla="*/ 494908 w 1723042"/>
              <a:gd name="csY2872" fmla="*/ 718382 h 825984"/>
              <a:gd name="csX2873" fmla="*/ 495080 w 1723042"/>
              <a:gd name="csY2873" fmla="*/ 718329 h 825984"/>
              <a:gd name="csX2874" fmla="*/ 495253 w 1723042"/>
              <a:gd name="csY2874" fmla="*/ 718275 h 825984"/>
              <a:gd name="csX2875" fmla="*/ 495425 w 1723042"/>
              <a:gd name="csY2875" fmla="*/ 718231 h 825984"/>
              <a:gd name="csX2876" fmla="*/ 495597 w 1723042"/>
              <a:gd name="csY2876" fmla="*/ 718178 h 825984"/>
              <a:gd name="csX2877" fmla="*/ 495770 w 1723042"/>
              <a:gd name="csY2877" fmla="*/ 718124 h 825984"/>
              <a:gd name="csX2878" fmla="*/ 495942 w 1723042"/>
              <a:gd name="csY2878" fmla="*/ 718071 h 825984"/>
              <a:gd name="csX2879" fmla="*/ 496114 w 1723042"/>
              <a:gd name="csY2879" fmla="*/ 718026 h 825984"/>
              <a:gd name="csX2880" fmla="*/ 496287 w 1723042"/>
              <a:gd name="csY2880" fmla="*/ 717973 h 825984"/>
              <a:gd name="csX2881" fmla="*/ 496458 w 1723042"/>
              <a:gd name="csY2881" fmla="*/ 717928 h 825984"/>
              <a:gd name="csX2882" fmla="*/ 496631 w 1723042"/>
              <a:gd name="csY2882" fmla="*/ 717875 h 825984"/>
              <a:gd name="csX2883" fmla="*/ 496804 w 1723042"/>
              <a:gd name="csY2883" fmla="*/ 717822 h 825984"/>
              <a:gd name="csX2884" fmla="*/ 496975 w 1723042"/>
              <a:gd name="csY2884" fmla="*/ 717777 h 825984"/>
              <a:gd name="csX2885" fmla="*/ 497148 w 1723042"/>
              <a:gd name="csY2885" fmla="*/ 717724 h 825984"/>
              <a:gd name="csX2886" fmla="*/ 497320 w 1723042"/>
              <a:gd name="csY2886" fmla="*/ 717679 h 825984"/>
              <a:gd name="csX2887" fmla="*/ 497493 w 1723042"/>
              <a:gd name="csY2887" fmla="*/ 717626 h 825984"/>
              <a:gd name="csX2888" fmla="*/ 497665 w 1723042"/>
              <a:gd name="csY2888" fmla="*/ 717581 h 825984"/>
              <a:gd name="csX2889" fmla="*/ 497837 w 1723042"/>
              <a:gd name="csY2889" fmla="*/ 717528 h 825984"/>
              <a:gd name="csX2890" fmla="*/ 498010 w 1723042"/>
              <a:gd name="csY2890" fmla="*/ 717484 h 825984"/>
              <a:gd name="csX2891" fmla="*/ 498182 w 1723042"/>
              <a:gd name="csY2891" fmla="*/ 717430 h 825984"/>
              <a:gd name="csX2892" fmla="*/ 498354 w 1723042"/>
              <a:gd name="csY2892" fmla="*/ 717386 h 825984"/>
              <a:gd name="csX2893" fmla="*/ 498527 w 1723042"/>
              <a:gd name="csY2893" fmla="*/ 717332 h 825984"/>
              <a:gd name="csX2894" fmla="*/ 498699 w 1723042"/>
              <a:gd name="csY2894" fmla="*/ 717288 h 825984"/>
              <a:gd name="csX2895" fmla="*/ 498871 w 1723042"/>
              <a:gd name="csY2895" fmla="*/ 717234 h 825984"/>
              <a:gd name="csX2896" fmla="*/ 499044 w 1723042"/>
              <a:gd name="csY2896" fmla="*/ 717190 h 825984"/>
              <a:gd name="csX2897" fmla="*/ 499216 w 1723042"/>
              <a:gd name="csY2897" fmla="*/ 717146 h 825984"/>
              <a:gd name="csX2898" fmla="*/ 499388 w 1723042"/>
              <a:gd name="csY2898" fmla="*/ 717092 h 825984"/>
              <a:gd name="csX2899" fmla="*/ 499561 w 1723042"/>
              <a:gd name="csY2899" fmla="*/ 717048 h 825984"/>
              <a:gd name="csX2900" fmla="*/ 499733 w 1723042"/>
              <a:gd name="csY2900" fmla="*/ 717003 h 825984"/>
              <a:gd name="csX2901" fmla="*/ 499905 w 1723042"/>
              <a:gd name="csY2901" fmla="*/ 716950 h 825984"/>
              <a:gd name="csX2902" fmla="*/ 500077 w 1723042"/>
              <a:gd name="csY2902" fmla="*/ 716905 h 825984"/>
              <a:gd name="csX2903" fmla="*/ 500250 w 1723042"/>
              <a:gd name="csY2903" fmla="*/ 716861 h 825984"/>
              <a:gd name="csX2904" fmla="*/ 500422 w 1723042"/>
              <a:gd name="csY2904" fmla="*/ 716816 h 825984"/>
              <a:gd name="csX2905" fmla="*/ 500594 w 1723042"/>
              <a:gd name="csY2905" fmla="*/ 716763 h 825984"/>
              <a:gd name="csX2906" fmla="*/ 500767 w 1723042"/>
              <a:gd name="csY2906" fmla="*/ 716718 h 825984"/>
              <a:gd name="csX2907" fmla="*/ 500940 w 1723042"/>
              <a:gd name="csY2907" fmla="*/ 716674 h 825984"/>
              <a:gd name="csX2908" fmla="*/ 501111 w 1723042"/>
              <a:gd name="csY2908" fmla="*/ 716630 h 825984"/>
              <a:gd name="csX2909" fmla="*/ 501284 w 1723042"/>
              <a:gd name="csY2909" fmla="*/ 716585 h 825984"/>
              <a:gd name="csX2910" fmla="*/ 501456 w 1723042"/>
              <a:gd name="csY2910" fmla="*/ 716541 h 825984"/>
              <a:gd name="csX2911" fmla="*/ 501628 w 1723042"/>
              <a:gd name="csY2911" fmla="*/ 716487 h 825984"/>
              <a:gd name="csX2912" fmla="*/ 501801 w 1723042"/>
              <a:gd name="csY2912" fmla="*/ 716443 h 825984"/>
              <a:gd name="csX2913" fmla="*/ 501973 w 1723042"/>
              <a:gd name="csY2913" fmla="*/ 716398 h 825984"/>
              <a:gd name="csX2914" fmla="*/ 502145 w 1723042"/>
              <a:gd name="csY2914" fmla="*/ 716354 h 825984"/>
              <a:gd name="csX2915" fmla="*/ 502318 w 1723042"/>
              <a:gd name="csY2915" fmla="*/ 716309 h 825984"/>
              <a:gd name="csX2916" fmla="*/ 502490 w 1723042"/>
              <a:gd name="csY2916" fmla="*/ 716265 h 825984"/>
              <a:gd name="csX2917" fmla="*/ 502662 w 1723042"/>
              <a:gd name="csY2917" fmla="*/ 716220 h 825984"/>
              <a:gd name="csX2918" fmla="*/ 502834 w 1723042"/>
              <a:gd name="csY2918" fmla="*/ 716176 h 825984"/>
              <a:gd name="csX2919" fmla="*/ 503007 w 1723042"/>
              <a:gd name="csY2919" fmla="*/ 716131 h 825984"/>
              <a:gd name="csX2920" fmla="*/ 503180 w 1723042"/>
              <a:gd name="csY2920" fmla="*/ 716087 h 825984"/>
              <a:gd name="csX2921" fmla="*/ 503351 w 1723042"/>
              <a:gd name="csY2921" fmla="*/ 716051 h 825984"/>
              <a:gd name="csX2922" fmla="*/ 503524 w 1723042"/>
              <a:gd name="csY2922" fmla="*/ 716007 h 825984"/>
              <a:gd name="csX2923" fmla="*/ 503697 w 1723042"/>
              <a:gd name="csY2923" fmla="*/ 715962 h 825984"/>
              <a:gd name="csX2924" fmla="*/ 503868 w 1723042"/>
              <a:gd name="csY2924" fmla="*/ 715918 h 825984"/>
              <a:gd name="csX2925" fmla="*/ 504041 w 1723042"/>
              <a:gd name="csY2925" fmla="*/ 715873 h 825984"/>
              <a:gd name="csX2926" fmla="*/ 504213 w 1723042"/>
              <a:gd name="csY2926" fmla="*/ 715829 h 825984"/>
              <a:gd name="csX2927" fmla="*/ 504385 w 1723042"/>
              <a:gd name="csY2927" fmla="*/ 715793 h 825984"/>
              <a:gd name="csX2928" fmla="*/ 504558 w 1723042"/>
              <a:gd name="csY2928" fmla="*/ 715749 h 825984"/>
              <a:gd name="csX2929" fmla="*/ 504730 w 1723042"/>
              <a:gd name="csY2929" fmla="*/ 715704 h 825984"/>
              <a:gd name="csX2930" fmla="*/ 504903 w 1723042"/>
              <a:gd name="csY2930" fmla="*/ 715660 h 825984"/>
              <a:gd name="csX2931" fmla="*/ 505075 w 1723042"/>
              <a:gd name="csY2931" fmla="*/ 715624 h 825984"/>
              <a:gd name="csX2932" fmla="*/ 505247 w 1723042"/>
              <a:gd name="csY2932" fmla="*/ 715580 h 825984"/>
              <a:gd name="csX2933" fmla="*/ 505420 w 1723042"/>
              <a:gd name="csY2933" fmla="*/ 715535 h 825984"/>
              <a:gd name="csX2934" fmla="*/ 505592 w 1723042"/>
              <a:gd name="csY2934" fmla="*/ 715500 h 825984"/>
              <a:gd name="csX2935" fmla="*/ 505764 w 1723042"/>
              <a:gd name="csY2935" fmla="*/ 715455 h 825984"/>
              <a:gd name="csX2936" fmla="*/ 505937 w 1723042"/>
              <a:gd name="csY2936" fmla="*/ 715420 h 825984"/>
              <a:gd name="csX2937" fmla="*/ 506108 w 1723042"/>
              <a:gd name="csY2937" fmla="*/ 715375 h 825984"/>
              <a:gd name="csX2938" fmla="*/ 506281 w 1723042"/>
              <a:gd name="csY2938" fmla="*/ 715339 h 825984"/>
              <a:gd name="csX2939" fmla="*/ 506454 w 1723042"/>
              <a:gd name="csY2939" fmla="*/ 715295 h 825984"/>
              <a:gd name="csX2940" fmla="*/ 506626 w 1723042"/>
              <a:gd name="csY2940" fmla="*/ 715259 h 825984"/>
              <a:gd name="csX2941" fmla="*/ 506798 w 1723042"/>
              <a:gd name="csY2941" fmla="*/ 715215 h 825984"/>
              <a:gd name="csX2942" fmla="*/ 506970 w 1723042"/>
              <a:gd name="csY2942" fmla="*/ 715179 h 825984"/>
              <a:gd name="csX2943" fmla="*/ 507143 w 1723042"/>
              <a:gd name="csY2943" fmla="*/ 715135 h 825984"/>
              <a:gd name="csX2944" fmla="*/ 507315 w 1723042"/>
              <a:gd name="csY2944" fmla="*/ 715099 h 825984"/>
              <a:gd name="csX2945" fmla="*/ 507487 w 1723042"/>
              <a:gd name="csY2945" fmla="*/ 715064 h 825984"/>
              <a:gd name="csX2946" fmla="*/ 507660 w 1723042"/>
              <a:gd name="csY2946" fmla="*/ 715019 h 825984"/>
              <a:gd name="csX2947" fmla="*/ 507832 w 1723042"/>
              <a:gd name="csY2947" fmla="*/ 714984 h 825984"/>
              <a:gd name="csX2948" fmla="*/ 508004 w 1723042"/>
              <a:gd name="csY2948" fmla="*/ 714948 h 825984"/>
              <a:gd name="csX2949" fmla="*/ 508177 w 1723042"/>
              <a:gd name="csY2949" fmla="*/ 714904 h 825984"/>
              <a:gd name="csX2950" fmla="*/ 508349 w 1723042"/>
              <a:gd name="csY2950" fmla="*/ 714868 h 825984"/>
              <a:gd name="csX2951" fmla="*/ 508521 w 1723042"/>
              <a:gd name="csY2951" fmla="*/ 714832 h 825984"/>
              <a:gd name="csX2952" fmla="*/ 508694 w 1723042"/>
              <a:gd name="csY2952" fmla="*/ 714797 h 825984"/>
              <a:gd name="csX2953" fmla="*/ 508866 w 1723042"/>
              <a:gd name="csY2953" fmla="*/ 714761 h 825984"/>
              <a:gd name="csX2954" fmla="*/ 509038 w 1723042"/>
              <a:gd name="csY2954" fmla="*/ 714717 h 825984"/>
              <a:gd name="csX2955" fmla="*/ 509211 w 1723042"/>
              <a:gd name="csY2955" fmla="*/ 714681 h 825984"/>
              <a:gd name="csX2956" fmla="*/ 509383 w 1723042"/>
              <a:gd name="csY2956" fmla="*/ 714646 h 825984"/>
              <a:gd name="csX2957" fmla="*/ 509555 w 1723042"/>
              <a:gd name="csY2957" fmla="*/ 714610 h 825984"/>
              <a:gd name="csX2958" fmla="*/ 509727 w 1723042"/>
              <a:gd name="csY2958" fmla="*/ 714574 h 825984"/>
              <a:gd name="csX2959" fmla="*/ 509900 w 1723042"/>
              <a:gd name="csY2959" fmla="*/ 714539 h 825984"/>
              <a:gd name="csX2960" fmla="*/ 510072 w 1723042"/>
              <a:gd name="csY2960" fmla="*/ 714503 h 825984"/>
              <a:gd name="csX2961" fmla="*/ 510244 w 1723042"/>
              <a:gd name="csY2961" fmla="*/ 714468 h 825984"/>
              <a:gd name="csX2962" fmla="*/ 510417 w 1723042"/>
              <a:gd name="csY2962" fmla="*/ 714432 h 825984"/>
              <a:gd name="csX2963" fmla="*/ 510590 w 1723042"/>
              <a:gd name="csY2963" fmla="*/ 714397 h 825984"/>
              <a:gd name="csX2964" fmla="*/ 510761 w 1723042"/>
              <a:gd name="csY2964" fmla="*/ 714370 h 825984"/>
              <a:gd name="csX2965" fmla="*/ 510934 w 1723042"/>
              <a:gd name="csY2965" fmla="*/ 714334 h 825984"/>
              <a:gd name="csX2966" fmla="*/ 511106 w 1723042"/>
              <a:gd name="csY2966" fmla="*/ 714299 h 825984"/>
              <a:gd name="csX2967" fmla="*/ 511278 w 1723042"/>
              <a:gd name="csY2967" fmla="*/ 714263 h 825984"/>
              <a:gd name="csX2968" fmla="*/ 511451 w 1723042"/>
              <a:gd name="csY2968" fmla="*/ 714227 h 825984"/>
              <a:gd name="csX2969" fmla="*/ 511623 w 1723042"/>
              <a:gd name="csY2969" fmla="*/ 714201 h 825984"/>
              <a:gd name="csX2970" fmla="*/ 511795 w 1723042"/>
              <a:gd name="csY2970" fmla="*/ 714165 h 825984"/>
              <a:gd name="csX2971" fmla="*/ 511968 w 1723042"/>
              <a:gd name="csY2971" fmla="*/ 714130 h 825984"/>
              <a:gd name="csX2972" fmla="*/ 512140 w 1723042"/>
              <a:gd name="csY2972" fmla="*/ 714103 h 825984"/>
              <a:gd name="csX2973" fmla="*/ 512313 w 1723042"/>
              <a:gd name="csY2973" fmla="*/ 714067 h 825984"/>
              <a:gd name="csX2974" fmla="*/ 512484 w 1723042"/>
              <a:gd name="csY2974" fmla="*/ 714032 h 825984"/>
              <a:gd name="csX2975" fmla="*/ 512657 w 1723042"/>
              <a:gd name="csY2975" fmla="*/ 714005 h 825984"/>
              <a:gd name="csX2976" fmla="*/ 512830 w 1723042"/>
              <a:gd name="csY2976" fmla="*/ 713970 h 825984"/>
              <a:gd name="csX2977" fmla="*/ 513001 w 1723042"/>
              <a:gd name="csY2977" fmla="*/ 713943 h 825984"/>
              <a:gd name="csX2978" fmla="*/ 513174 w 1723042"/>
              <a:gd name="csY2978" fmla="*/ 713907 h 825984"/>
              <a:gd name="csX2979" fmla="*/ 513347 w 1723042"/>
              <a:gd name="csY2979" fmla="*/ 713881 h 825984"/>
              <a:gd name="csX2980" fmla="*/ 513518 w 1723042"/>
              <a:gd name="csY2980" fmla="*/ 713845 h 825984"/>
              <a:gd name="csX2981" fmla="*/ 513691 w 1723042"/>
              <a:gd name="csY2981" fmla="*/ 713818 h 825984"/>
              <a:gd name="csX2982" fmla="*/ 513863 w 1723042"/>
              <a:gd name="csY2982" fmla="*/ 713792 h 825984"/>
              <a:gd name="csX2983" fmla="*/ 514035 w 1723042"/>
              <a:gd name="csY2983" fmla="*/ 713756 h 825984"/>
              <a:gd name="csX2984" fmla="*/ 514208 w 1723042"/>
              <a:gd name="csY2984" fmla="*/ 713729 h 825984"/>
              <a:gd name="csX2985" fmla="*/ 514380 w 1723042"/>
              <a:gd name="csY2985" fmla="*/ 713703 h 825984"/>
              <a:gd name="csX2986" fmla="*/ 514553 w 1723042"/>
              <a:gd name="csY2986" fmla="*/ 713667 h 825984"/>
              <a:gd name="csX2987" fmla="*/ 514725 w 1723042"/>
              <a:gd name="csY2987" fmla="*/ 713640 h 825984"/>
              <a:gd name="csX2988" fmla="*/ 514897 w 1723042"/>
              <a:gd name="csY2988" fmla="*/ 713614 h 825984"/>
              <a:gd name="csX2989" fmla="*/ 515070 w 1723042"/>
              <a:gd name="csY2989" fmla="*/ 713587 h 825984"/>
              <a:gd name="csX2990" fmla="*/ 515241 w 1723042"/>
              <a:gd name="csY2990" fmla="*/ 713560 h 825984"/>
              <a:gd name="csX2991" fmla="*/ 515414 w 1723042"/>
              <a:gd name="csY2991" fmla="*/ 713534 h 825984"/>
              <a:gd name="csX2992" fmla="*/ 515587 w 1723042"/>
              <a:gd name="csY2992" fmla="*/ 713507 h 825984"/>
              <a:gd name="csX2993" fmla="*/ 515758 w 1723042"/>
              <a:gd name="csY2993" fmla="*/ 713480 h 825984"/>
              <a:gd name="csX2994" fmla="*/ 515931 w 1723042"/>
              <a:gd name="csY2994" fmla="*/ 713453 h 825984"/>
              <a:gd name="csX2995" fmla="*/ 516104 w 1723042"/>
              <a:gd name="csY2995" fmla="*/ 713427 h 825984"/>
              <a:gd name="csX2996" fmla="*/ 516276 w 1723042"/>
              <a:gd name="csY2996" fmla="*/ 713400 h 825984"/>
              <a:gd name="csX2997" fmla="*/ 516448 w 1723042"/>
              <a:gd name="csY2997" fmla="*/ 713373 h 825984"/>
              <a:gd name="csX2998" fmla="*/ 516620 w 1723042"/>
              <a:gd name="csY2998" fmla="*/ 713347 h 825984"/>
              <a:gd name="csX2999" fmla="*/ 516793 w 1723042"/>
              <a:gd name="csY2999" fmla="*/ 713320 h 825984"/>
              <a:gd name="csX3000" fmla="*/ 516965 w 1723042"/>
              <a:gd name="csY3000" fmla="*/ 713293 h 825984"/>
              <a:gd name="csX3001" fmla="*/ 517137 w 1723042"/>
              <a:gd name="csY3001" fmla="*/ 713276 h 825984"/>
              <a:gd name="csX3002" fmla="*/ 517310 w 1723042"/>
              <a:gd name="csY3002" fmla="*/ 713249 h 825984"/>
              <a:gd name="csX3003" fmla="*/ 517482 w 1723042"/>
              <a:gd name="csY3003" fmla="*/ 713222 h 825984"/>
              <a:gd name="csX3004" fmla="*/ 517654 w 1723042"/>
              <a:gd name="csY3004" fmla="*/ 713204 h 825984"/>
              <a:gd name="csX3005" fmla="*/ 517827 w 1723042"/>
              <a:gd name="csY3005" fmla="*/ 713178 h 825984"/>
              <a:gd name="csX3006" fmla="*/ 517999 w 1723042"/>
              <a:gd name="csY3006" fmla="*/ 713151 h 825984"/>
              <a:gd name="csX3007" fmla="*/ 518171 w 1723042"/>
              <a:gd name="csY3007" fmla="*/ 713133 h 825984"/>
              <a:gd name="csX3008" fmla="*/ 518344 w 1723042"/>
              <a:gd name="csY3008" fmla="*/ 713107 h 825984"/>
              <a:gd name="csX3009" fmla="*/ 518516 w 1723042"/>
              <a:gd name="csY3009" fmla="*/ 713089 h 825984"/>
              <a:gd name="csX3010" fmla="*/ 518688 w 1723042"/>
              <a:gd name="csY3010" fmla="*/ 713062 h 825984"/>
              <a:gd name="csX3011" fmla="*/ 518861 w 1723042"/>
              <a:gd name="csY3011" fmla="*/ 713044 h 825984"/>
              <a:gd name="csX3012" fmla="*/ 519033 w 1723042"/>
              <a:gd name="csY3012" fmla="*/ 713018 h 825984"/>
              <a:gd name="csX3013" fmla="*/ 519205 w 1723042"/>
              <a:gd name="csY3013" fmla="*/ 713000 h 825984"/>
              <a:gd name="csX3014" fmla="*/ 519377 w 1723042"/>
              <a:gd name="csY3014" fmla="*/ 712982 h 825984"/>
              <a:gd name="csX3015" fmla="*/ 519550 w 1723042"/>
              <a:gd name="csY3015" fmla="*/ 712964 h 825984"/>
              <a:gd name="csX3016" fmla="*/ 519722 w 1723042"/>
              <a:gd name="csY3016" fmla="*/ 712938 h 825984"/>
              <a:gd name="csX3017" fmla="*/ 519894 w 1723042"/>
              <a:gd name="csY3017" fmla="*/ 712920 h 825984"/>
              <a:gd name="csX3018" fmla="*/ 520067 w 1723042"/>
              <a:gd name="csY3018" fmla="*/ 712902 h 825984"/>
              <a:gd name="csX3019" fmla="*/ 520239 w 1723042"/>
              <a:gd name="csY3019" fmla="*/ 712884 h 825984"/>
              <a:gd name="csX3020" fmla="*/ 520411 w 1723042"/>
              <a:gd name="csY3020" fmla="*/ 712866 h 825984"/>
              <a:gd name="csX3021" fmla="*/ 520584 w 1723042"/>
              <a:gd name="csY3021" fmla="*/ 712849 h 825984"/>
              <a:gd name="csX3022" fmla="*/ 520756 w 1723042"/>
              <a:gd name="csY3022" fmla="*/ 712831 h 825984"/>
              <a:gd name="csX3023" fmla="*/ 520928 w 1723042"/>
              <a:gd name="csY3023" fmla="*/ 712813 h 825984"/>
              <a:gd name="csX3024" fmla="*/ 521101 w 1723042"/>
              <a:gd name="csY3024" fmla="*/ 712795 h 825984"/>
              <a:gd name="csX3025" fmla="*/ 521273 w 1723042"/>
              <a:gd name="csY3025" fmla="*/ 712777 h 825984"/>
              <a:gd name="csX3026" fmla="*/ 521445 w 1723042"/>
              <a:gd name="csY3026" fmla="*/ 712760 h 825984"/>
              <a:gd name="csX3027" fmla="*/ 521618 w 1723042"/>
              <a:gd name="csY3027" fmla="*/ 712742 h 825984"/>
              <a:gd name="csX3028" fmla="*/ 521790 w 1723042"/>
              <a:gd name="csY3028" fmla="*/ 712724 h 825984"/>
              <a:gd name="csX3029" fmla="*/ 521963 w 1723042"/>
              <a:gd name="csY3029" fmla="*/ 712706 h 825984"/>
              <a:gd name="csX3030" fmla="*/ 522134 w 1723042"/>
              <a:gd name="csY3030" fmla="*/ 712697 h 825984"/>
              <a:gd name="csX3031" fmla="*/ 522307 w 1723042"/>
              <a:gd name="csY3031" fmla="*/ 712679 h 825984"/>
              <a:gd name="csX3032" fmla="*/ 522480 w 1723042"/>
              <a:gd name="csY3032" fmla="*/ 712662 h 825984"/>
              <a:gd name="csX3033" fmla="*/ 522651 w 1723042"/>
              <a:gd name="csY3033" fmla="*/ 712653 h 825984"/>
              <a:gd name="csX3034" fmla="*/ 522824 w 1723042"/>
              <a:gd name="csY3034" fmla="*/ 712635 h 825984"/>
              <a:gd name="csX3035" fmla="*/ 522996 w 1723042"/>
              <a:gd name="csY3035" fmla="*/ 712626 h 825984"/>
              <a:gd name="csX3036" fmla="*/ 523168 w 1723042"/>
              <a:gd name="csY3036" fmla="*/ 712608 h 825984"/>
              <a:gd name="csX3037" fmla="*/ 523341 w 1723042"/>
              <a:gd name="csY3037" fmla="*/ 712599 h 825984"/>
              <a:gd name="csX3038" fmla="*/ 523513 w 1723042"/>
              <a:gd name="csY3038" fmla="*/ 712582 h 825984"/>
              <a:gd name="csX3039" fmla="*/ 523686 w 1723042"/>
              <a:gd name="csY3039" fmla="*/ 712573 h 825984"/>
              <a:gd name="csX3040" fmla="*/ 523858 w 1723042"/>
              <a:gd name="csY3040" fmla="*/ 712564 h 825984"/>
              <a:gd name="csX3041" fmla="*/ 524030 w 1723042"/>
              <a:gd name="csY3041" fmla="*/ 712546 h 825984"/>
              <a:gd name="csX3042" fmla="*/ 524203 w 1723042"/>
              <a:gd name="csY3042" fmla="*/ 712537 h 825984"/>
              <a:gd name="csX3043" fmla="*/ 524375 w 1723042"/>
              <a:gd name="csY3043" fmla="*/ 712528 h 825984"/>
              <a:gd name="csX3044" fmla="*/ 524547 w 1723042"/>
              <a:gd name="csY3044" fmla="*/ 712519 h 825984"/>
              <a:gd name="csX3045" fmla="*/ 524720 w 1723042"/>
              <a:gd name="csY3045" fmla="*/ 712502 h 825984"/>
              <a:gd name="csX3046" fmla="*/ 524891 w 1723042"/>
              <a:gd name="csY3046" fmla="*/ 712493 h 825984"/>
              <a:gd name="csX3047" fmla="*/ 525064 w 1723042"/>
              <a:gd name="csY3047" fmla="*/ 712484 h 825984"/>
              <a:gd name="csX3048" fmla="*/ 525237 w 1723042"/>
              <a:gd name="csY3048" fmla="*/ 712475 h 825984"/>
              <a:gd name="csX3049" fmla="*/ 525409 w 1723042"/>
              <a:gd name="csY3049" fmla="*/ 712466 h 825984"/>
              <a:gd name="csX3050" fmla="*/ 525581 w 1723042"/>
              <a:gd name="csY3050" fmla="*/ 712457 h 825984"/>
              <a:gd name="csX3051" fmla="*/ 525754 w 1723042"/>
              <a:gd name="csY3051" fmla="*/ 712457 h 825984"/>
              <a:gd name="csX3052" fmla="*/ 525926 w 1723042"/>
              <a:gd name="csY3052" fmla="*/ 712448 h 825984"/>
              <a:gd name="csX3053" fmla="*/ 526098 w 1723042"/>
              <a:gd name="csY3053" fmla="*/ 712439 h 825984"/>
              <a:gd name="csX3054" fmla="*/ 526270 w 1723042"/>
              <a:gd name="csY3054" fmla="*/ 712430 h 825984"/>
              <a:gd name="csX3055" fmla="*/ 526443 w 1723042"/>
              <a:gd name="csY3055" fmla="*/ 712422 h 825984"/>
              <a:gd name="csX3056" fmla="*/ 526615 w 1723042"/>
              <a:gd name="csY3056" fmla="*/ 712422 h 825984"/>
              <a:gd name="csX3057" fmla="*/ 526787 w 1723042"/>
              <a:gd name="csY3057" fmla="*/ 712413 h 825984"/>
              <a:gd name="csX3058" fmla="*/ 526960 w 1723042"/>
              <a:gd name="csY3058" fmla="*/ 712413 h 825984"/>
              <a:gd name="csX3059" fmla="*/ 527132 w 1723042"/>
              <a:gd name="csY3059" fmla="*/ 712404 h 825984"/>
              <a:gd name="csX3060" fmla="*/ 527304 w 1723042"/>
              <a:gd name="csY3060" fmla="*/ 712404 h 825984"/>
              <a:gd name="csX3061" fmla="*/ 527477 w 1723042"/>
              <a:gd name="csY3061" fmla="*/ 712395 h 825984"/>
              <a:gd name="csX3062" fmla="*/ 527649 w 1723042"/>
              <a:gd name="csY3062" fmla="*/ 712395 h 825984"/>
              <a:gd name="csX3063" fmla="*/ 527821 w 1723042"/>
              <a:gd name="csY3063" fmla="*/ 712386 h 825984"/>
              <a:gd name="csX3064" fmla="*/ 527994 w 1723042"/>
              <a:gd name="csY3064" fmla="*/ 712386 h 825984"/>
              <a:gd name="csX3065" fmla="*/ 528166 w 1723042"/>
              <a:gd name="csY3065" fmla="*/ 712386 h 825984"/>
              <a:gd name="csX3066" fmla="*/ 528338 w 1723042"/>
              <a:gd name="csY3066" fmla="*/ 712386 h 825984"/>
              <a:gd name="csX3067" fmla="*/ 528511 w 1723042"/>
              <a:gd name="csY3067" fmla="*/ 712377 h 825984"/>
              <a:gd name="csX3068" fmla="*/ 528683 w 1723042"/>
              <a:gd name="csY3068" fmla="*/ 712377 h 825984"/>
              <a:gd name="csX3069" fmla="*/ 528855 w 1723042"/>
              <a:gd name="csY3069" fmla="*/ 712377 h 825984"/>
              <a:gd name="csX3070" fmla="*/ 529027 w 1723042"/>
              <a:gd name="csY3070" fmla="*/ 712377 h 825984"/>
              <a:gd name="csX3071" fmla="*/ 529200 w 1723042"/>
              <a:gd name="csY3071" fmla="*/ 712377 h 825984"/>
              <a:gd name="csX3072" fmla="*/ 529373 w 1723042"/>
              <a:gd name="csY3072" fmla="*/ 712377 h 825984"/>
              <a:gd name="csX3073" fmla="*/ 529544 w 1723042"/>
              <a:gd name="csY3073" fmla="*/ 712377 h 825984"/>
              <a:gd name="csX3074" fmla="*/ 529717 w 1723042"/>
              <a:gd name="csY3074" fmla="*/ 712377 h 825984"/>
              <a:gd name="csX3075" fmla="*/ 529890 w 1723042"/>
              <a:gd name="csY3075" fmla="*/ 712386 h 825984"/>
              <a:gd name="csX3076" fmla="*/ 530061 w 1723042"/>
              <a:gd name="csY3076" fmla="*/ 712386 h 825984"/>
              <a:gd name="csX3077" fmla="*/ 530234 w 1723042"/>
              <a:gd name="csY3077" fmla="*/ 712386 h 825984"/>
              <a:gd name="csX3078" fmla="*/ 530406 w 1723042"/>
              <a:gd name="csY3078" fmla="*/ 712395 h 825984"/>
              <a:gd name="csX3079" fmla="*/ 530578 w 1723042"/>
              <a:gd name="csY3079" fmla="*/ 712395 h 825984"/>
              <a:gd name="csX3080" fmla="*/ 530751 w 1723042"/>
              <a:gd name="csY3080" fmla="*/ 712395 h 825984"/>
              <a:gd name="csX3081" fmla="*/ 530923 w 1723042"/>
              <a:gd name="csY3081" fmla="*/ 712404 h 825984"/>
              <a:gd name="csX3082" fmla="*/ 531096 w 1723042"/>
              <a:gd name="csY3082" fmla="*/ 712404 h 825984"/>
              <a:gd name="csX3083" fmla="*/ 531268 w 1723042"/>
              <a:gd name="csY3083" fmla="*/ 712413 h 825984"/>
              <a:gd name="csX3084" fmla="*/ 531440 w 1723042"/>
              <a:gd name="csY3084" fmla="*/ 712422 h 825984"/>
              <a:gd name="csX3085" fmla="*/ 531613 w 1723042"/>
              <a:gd name="csY3085" fmla="*/ 712422 h 825984"/>
              <a:gd name="csX3086" fmla="*/ 531784 w 1723042"/>
              <a:gd name="csY3086" fmla="*/ 712430 h 825984"/>
              <a:gd name="csX3087" fmla="*/ 531957 w 1723042"/>
              <a:gd name="csY3087" fmla="*/ 712439 h 825984"/>
              <a:gd name="csX3088" fmla="*/ 532130 w 1723042"/>
              <a:gd name="csY3088" fmla="*/ 712448 h 825984"/>
              <a:gd name="csX3089" fmla="*/ 532301 w 1723042"/>
              <a:gd name="csY3089" fmla="*/ 712457 h 825984"/>
              <a:gd name="csX3090" fmla="*/ 532474 w 1723042"/>
              <a:gd name="csY3090" fmla="*/ 712457 h 825984"/>
              <a:gd name="csX3091" fmla="*/ 532647 w 1723042"/>
              <a:gd name="csY3091" fmla="*/ 712466 h 825984"/>
              <a:gd name="csX3092" fmla="*/ 532818 w 1723042"/>
              <a:gd name="csY3092" fmla="*/ 712475 h 825984"/>
              <a:gd name="csX3093" fmla="*/ 532991 w 1723042"/>
              <a:gd name="csY3093" fmla="*/ 712493 h 825984"/>
              <a:gd name="csX3094" fmla="*/ 533163 w 1723042"/>
              <a:gd name="csY3094" fmla="*/ 712502 h 825984"/>
              <a:gd name="csX3095" fmla="*/ 533336 w 1723042"/>
              <a:gd name="csY3095" fmla="*/ 712510 h 825984"/>
              <a:gd name="csX3096" fmla="*/ 533508 w 1723042"/>
              <a:gd name="csY3096" fmla="*/ 712519 h 825984"/>
              <a:gd name="csX3097" fmla="*/ 533680 w 1723042"/>
              <a:gd name="csY3097" fmla="*/ 712528 h 825984"/>
              <a:gd name="csX3098" fmla="*/ 533853 w 1723042"/>
              <a:gd name="csY3098" fmla="*/ 712546 h 825984"/>
              <a:gd name="csX3099" fmla="*/ 534025 w 1723042"/>
              <a:gd name="csY3099" fmla="*/ 712555 h 825984"/>
              <a:gd name="csX3100" fmla="*/ 534197 w 1723042"/>
              <a:gd name="csY3100" fmla="*/ 712573 h 825984"/>
              <a:gd name="csX3101" fmla="*/ 534370 w 1723042"/>
              <a:gd name="csY3101" fmla="*/ 712582 h 825984"/>
              <a:gd name="csX3102" fmla="*/ 534541 w 1723042"/>
              <a:gd name="csY3102" fmla="*/ 712599 h 825984"/>
              <a:gd name="csX3103" fmla="*/ 534714 w 1723042"/>
              <a:gd name="csY3103" fmla="*/ 712608 h 825984"/>
              <a:gd name="csX3104" fmla="*/ 534887 w 1723042"/>
              <a:gd name="csY3104" fmla="*/ 712626 h 825984"/>
              <a:gd name="csX3105" fmla="*/ 535059 w 1723042"/>
              <a:gd name="csY3105" fmla="*/ 712644 h 825984"/>
              <a:gd name="csX3106" fmla="*/ 535231 w 1723042"/>
              <a:gd name="csY3106" fmla="*/ 712662 h 825984"/>
              <a:gd name="csX3107" fmla="*/ 535404 w 1723042"/>
              <a:gd name="csY3107" fmla="*/ 712671 h 825984"/>
              <a:gd name="csX3108" fmla="*/ 535576 w 1723042"/>
              <a:gd name="csY3108" fmla="*/ 712688 h 825984"/>
              <a:gd name="csX3109" fmla="*/ 535748 w 1723042"/>
              <a:gd name="csY3109" fmla="*/ 712706 h 825984"/>
              <a:gd name="csX3110" fmla="*/ 535920 w 1723042"/>
              <a:gd name="csY3110" fmla="*/ 712724 h 825984"/>
              <a:gd name="csX3111" fmla="*/ 536093 w 1723042"/>
              <a:gd name="csY3111" fmla="*/ 712742 h 825984"/>
              <a:gd name="csX3112" fmla="*/ 536265 w 1723042"/>
              <a:gd name="csY3112" fmla="*/ 712760 h 825984"/>
              <a:gd name="csX3113" fmla="*/ 536437 w 1723042"/>
              <a:gd name="csY3113" fmla="*/ 712777 h 825984"/>
              <a:gd name="csX3114" fmla="*/ 536610 w 1723042"/>
              <a:gd name="csY3114" fmla="*/ 712804 h 825984"/>
              <a:gd name="csX3115" fmla="*/ 536782 w 1723042"/>
              <a:gd name="csY3115" fmla="*/ 712822 h 825984"/>
              <a:gd name="csX3116" fmla="*/ 536954 w 1723042"/>
              <a:gd name="csY3116" fmla="*/ 712840 h 825984"/>
              <a:gd name="csX3117" fmla="*/ 537127 w 1723042"/>
              <a:gd name="csY3117" fmla="*/ 712866 h 825984"/>
              <a:gd name="csX3118" fmla="*/ 537299 w 1723042"/>
              <a:gd name="csY3118" fmla="*/ 712884 h 825984"/>
              <a:gd name="csX3119" fmla="*/ 537471 w 1723042"/>
              <a:gd name="csY3119" fmla="*/ 712911 h 825984"/>
              <a:gd name="csX3120" fmla="*/ 537644 w 1723042"/>
              <a:gd name="csY3120" fmla="*/ 712929 h 825984"/>
              <a:gd name="csX3121" fmla="*/ 537816 w 1723042"/>
              <a:gd name="csY3121" fmla="*/ 712955 h 825984"/>
              <a:gd name="csX3122" fmla="*/ 537988 w 1723042"/>
              <a:gd name="csY3122" fmla="*/ 712973 h 825984"/>
              <a:gd name="csX3123" fmla="*/ 538161 w 1723042"/>
              <a:gd name="csY3123" fmla="*/ 713000 h 825984"/>
              <a:gd name="csX3124" fmla="*/ 538333 w 1723042"/>
              <a:gd name="csY3124" fmla="*/ 713026 h 825984"/>
              <a:gd name="csX3125" fmla="*/ 538505 w 1723042"/>
              <a:gd name="csY3125" fmla="*/ 713053 h 825984"/>
              <a:gd name="csX3126" fmla="*/ 538677 w 1723042"/>
              <a:gd name="csY3126" fmla="*/ 713080 h 825984"/>
              <a:gd name="csX3127" fmla="*/ 538850 w 1723042"/>
              <a:gd name="csY3127" fmla="*/ 713107 h 825984"/>
              <a:gd name="csX3128" fmla="*/ 539023 w 1723042"/>
              <a:gd name="csY3128" fmla="*/ 713133 h 825984"/>
              <a:gd name="csX3129" fmla="*/ 539194 w 1723042"/>
              <a:gd name="csY3129" fmla="*/ 713160 h 825984"/>
              <a:gd name="csX3130" fmla="*/ 539367 w 1723042"/>
              <a:gd name="csY3130" fmla="*/ 713187 h 825984"/>
              <a:gd name="csX3131" fmla="*/ 539539 w 1723042"/>
              <a:gd name="csY3131" fmla="*/ 713213 h 825984"/>
              <a:gd name="csX3132" fmla="*/ 539711 w 1723042"/>
              <a:gd name="csY3132" fmla="*/ 713240 h 825984"/>
              <a:gd name="csX3133" fmla="*/ 539884 w 1723042"/>
              <a:gd name="csY3133" fmla="*/ 713276 h 825984"/>
              <a:gd name="csX3134" fmla="*/ 540056 w 1723042"/>
              <a:gd name="csY3134" fmla="*/ 713302 h 825984"/>
              <a:gd name="csX3135" fmla="*/ 540228 w 1723042"/>
              <a:gd name="csY3135" fmla="*/ 713338 h 825984"/>
              <a:gd name="csX3136" fmla="*/ 540401 w 1723042"/>
              <a:gd name="csY3136" fmla="*/ 713365 h 825984"/>
              <a:gd name="csX3137" fmla="*/ 540573 w 1723042"/>
              <a:gd name="csY3137" fmla="*/ 713400 h 825984"/>
              <a:gd name="csX3138" fmla="*/ 540746 w 1723042"/>
              <a:gd name="csY3138" fmla="*/ 713427 h 825984"/>
              <a:gd name="csX3139" fmla="*/ 540918 w 1723042"/>
              <a:gd name="csY3139" fmla="*/ 713462 h 825984"/>
              <a:gd name="csX3140" fmla="*/ 541090 w 1723042"/>
              <a:gd name="csY3140" fmla="*/ 713498 h 825984"/>
              <a:gd name="csX3141" fmla="*/ 541263 w 1723042"/>
              <a:gd name="csY3141" fmla="*/ 713534 h 825984"/>
              <a:gd name="csX3142" fmla="*/ 541434 w 1723042"/>
              <a:gd name="csY3142" fmla="*/ 713560 h 825984"/>
              <a:gd name="csX3143" fmla="*/ 541607 w 1723042"/>
              <a:gd name="csY3143" fmla="*/ 713596 h 825984"/>
              <a:gd name="csX3144" fmla="*/ 541780 w 1723042"/>
              <a:gd name="csY3144" fmla="*/ 713631 h 825984"/>
              <a:gd name="csX3145" fmla="*/ 541951 w 1723042"/>
              <a:gd name="csY3145" fmla="*/ 713676 h 825984"/>
              <a:gd name="csX3146" fmla="*/ 542124 w 1723042"/>
              <a:gd name="csY3146" fmla="*/ 713711 h 825984"/>
              <a:gd name="csX3147" fmla="*/ 542296 w 1723042"/>
              <a:gd name="csY3147" fmla="*/ 713747 h 825984"/>
              <a:gd name="csX3148" fmla="*/ 542469 w 1723042"/>
              <a:gd name="csY3148" fmla="*/ 713783 h 825984"/>
              <a:gd name="csX3149" fmla="*/ 542641 w 1723042"/>
              <a:gd name="csY3149" fmla="*/ 713818 h 825984"/>
              <a:gd name="csX3150" fmla="*/ 542813 w 1723042"/>
              <a:gd name="csY3150" fmla="*/ 713863 h 825984"/>
              <a:gd name="csX3151" fmla="*/ 542986 w 1723042"/>
              <a:gd name="csY3151" fmla="*/ 713898 h 825984"/>
              <a:gd name="csX3152" fmla="*/ 543158 w 1723042"/>
              <a:gd name="csY3152" fmla="*/ 713943 h 825984"/>
              <a:gd name="csX3153" fmla="*/ 543330 w 1723042"/>
              <a:gd name="csY3153" fmla="*/ 713978 h 825984"/>
              <a:gd name="csX3154" fmla="*/ 543503 w 1723042"/>
              <a:gd name="csY3154" fmla="*/ 714023 h 825984"/>
              <a:gd name="csX3155" fmla="*/ 543675 w 1723042"/>
              <a:gd name="csY3155" fmla="*/ 714067 h 825984"/>
              <a:gd name="csX3156" fmla="*/ 543847 w 1723042"/>
              <a:gd name="csY3156" fmla="*/ 714112 h 825984"/>
              <a:gd name="csX3157" fmla="*/ 544020 w 1723042"/>
              <a:gd name="csY3157" fmla="*/ 714147 h 825984"/>
              <a:gd name="csX3158" fmla="*/ 544191 w 1723042"/>
              <a:gd name="csY3158" fmla="*/ 714192 h 825984"/>
              <a:gd name="csX3159" fmla="*/ 544364 w 1723042"/>
              <a:gd name="csY3159" fmla="*/ 714236 h 825984"/>
              <a:gd name="csX3160" fmla="*/ 544537 w 1723042"/>
              <a:gd name="csY3160" fmla="*/ 714281 h 825984"/>
              <a:gd name="csX3161" fmla="*/ 544709 w 1723042"/>
              <a:gd name="csY3161" fmla="*/ 714325 h 825984"/>
              <a:gd name="csX3162" fmla="*/ 544881 w 1723042"/>
              <a:gd name="csY3162" fmla="*/ 714379 h 825984"/>
              <a:gd name="csX3163" fmla="*/ 545053 w 1723042"/>
              <a:gd name="csY3163" fmla="*/ 714423 h 825984"/>
              <a:gd name="csX3164" fmla="*/ 545226 w 1723042"/>
              <a:gd name="csY3164" fmla="*/ 714468 h 825984"/>
              <a:gd name="csX3165" fmla="*/ 545398 w 1723042"/>
              <a:gd name="csY3165" fmla="*/ 714521 h 825984"/>
              <a:gd name="csX3166" fmla="*/ 545570 w 1723042"/>
              <a:gd name="csY3166" fmla="*/ 714566 h 825984"/>
              <a:gd name="csX3167" fmla="*/ 545743 w 1723042"/>
              <a:gd name="csY3167" fmla="*/ 714619 h 825984"/>
              <a:gd name="csX3168" fmla="*/ 545915 w 1723042"/>
              <a:gd name="csY3168" fmla="*/ 714663 h 825984"/>
              <a:gd name="csX3169" fmla="*/ 546087 w 1723042"/>
              <a:gd name="csY3169" fmla="*/ 714717 h 825984"/>
              <a:gd name="csX3170" fmla="*/ 546260 w 1723042"/>
              <a:gd name="csY3170" fmla="*/ 714770 h 825984"/>
              <a:gd name="csX3171" fmla="*/ 546432 w 1723042"/>
              <a:gd name="csY3171" fmla="*/ 714815 h 825984"/>
              <a:gd name="csX3172" fmla="*/ 546604 w 1723042"/>
              <a:gd name="csY3172" fmla="*/ 714868 h 825984"/>
              <a:gd name="csX3173" fmla="*/ 546777 w 1723042"/>
              <a:gd name="csY3173" fmla="*/ 714921 h 825984"/>
              <a:gd name="csX3174" fmla="*/ 546949 w 1723042"/>
              <a:gd name="csY3174" fmla="*/ 714975 h 825984"/>
              <a:gd name="csX3175" fmla="*/ 547121 w 1723042"/>
              <a:gd name="csY3175" fmla="*/ 715028 h 825984"/>
              <a:gd name="csX3176" fmla="*/ 547294 w 1723042"/>
              <a:gd name="csY3176" fmla="*/ 715082 h 825984"/>
              <a:gd name="csX3177" fmla="*/ 547466 w 1723042"/>
              <a:gd name="csY3177" fmla="*/ 715144 h 825984"/>
              <a:gd name="csX3178" fmla="*/ 547638 w 1723042"/>
              <a:gd name="csY3178" fmla="*/ 715197 h 825984"/>
              <a:gd name="csX3179" fmla="*/ 547811 w 1723042"/>
              <a:gd name="csY3179" fmla="*/ 715251 h 825984"/>
              <a:gd name="csX3180" fmla="*/ 547983 w 1723042"/>
              <a:gd name="csY3180" fmla="*/ 715313 h 825984"/>
              <a:gd name="csX3181" fmla="*/ 548156 w 1723042"/>
              <a:gd name="csY3181" fmla="*/ 715366 h 825984"/>
              <a:gd name="csX3182" fmla="*/ 548327 w 1723042"/>
              <a:gd name="csY3182" fmla="*/ 715429 h 825984"/>
              <a:gd name="csX3183" fmla="*/ 548500 w 1723042"/>
              <a:gd name="csY3183" fmla="*/ 715482 h 825984"/>
              <a:gd name="csX3184" fmla="*/ 548673 w 1723042"/>
              <a:gd name="csY3184" fmla="*/ 715544 h 825984"/>
              <a:gd name="csX3185" fmla="*/ 548844 w 1723042"/>
              <a:gd name="csY3185" fmla="*/ 715606 h 825984"/>
              <a:gd name="csX3186" fmla="*/ 549017 w 1723042"/>
              <a:gd name="csY3186" fmla="*/ 715669 h 825984"/>
              <a:gd name="csX3187" fmla="*/ 549189 w 1723042"/>
              <a:gd name="csY3187" fmla="*/ 715731 h 825984"/>
              <a:gd name="csX3188" fmla="*/ 549361 w 1723042"/>
              <a:gd name="csY3188" fmla="*/ 715793 h 825984"/>
              <a:gd name="csX3189" fmla="*/ 549534 w 1723042"/>
              <a:gd name="csY3189" fmla="*/ 715856 h 825984"/>
              <a:gd name="csX3190" fmla="*/ 549706 w 1723042"/>
              <a:gd name="csY3190" fmla="*/ 715918 h 825984"/>
              <a:gd name="csX3191" fmla="*/ 549878 w 1723042"/>
              <a:gd name="csY3191" fmla="*/ 715980 h 825984"/>
              <a:gd name="csX3192" fmla="*/ 550051 w 1723042"/>
              <a:gd name="csY3192" fmla="*/ 716051 h 825984"/>
              <a:gd name="csX3193" fmla="*/ 550223 w 1723042"/>
              <a:gd name="csY3193" fmla="*/ 716114 h 825984"/>
              <a:gd name="csX3194" fmla="*/ 550396 w 1723042"/>
              <a:gd name="csY3194" fmla="*/ 716176 h 825984"/>
              <a:gd name="csX3195" fmla="*/ 550568 w 1723042"/>
              <a:gd name="csY3195" fmla="*/ 716247 h 825984"/>
              <a:gd name="csX3196" fmla="*/ 550740 w 1723042"/>
              <a:gd name="csY3196" fmla="*/ 716318 h 825984"/>
              <a:gd name="csX3197" fmla="*/ 550913 w 1723042"/>
              <a:gd name="csY3197" fmla="*/ 716380 h 825984"/>
              <a:gd name="csX3198" fmla="*/ 551084 w 1723042"/>
              <a:gd name="csY3198" fmla="*/ 716452 h 825984"/>
              <a:gd name="csX3199" fmla="*/ 551257 w 1723042"/>
              <a:gd name="csY3199" fmla="*/ 716523 h 825984"/>
              <a:gd name="csX3200" fmla="*/ 551430 w 1723042"/>
              <a:gd name="csY3200" fmla="*/ 716594 h 825984"/>
              <a:gd name="csX3201" fmla="*/ 551601 w 1723042"/>
              <a:gd name="csY3201" fmla="*/ 716665 h 825984"/>
              <a:gd name="csX3202" fmla="*/ 551774 w 1723042"/>
              <a:gd name="csY3202" fmla="*/ 716736 h 825984"/>
              <a:gd name="csX3203" fmla="*/ 551946 w 1723042"/>
              <a:gd name="csY3203" fmla="*/ 716807 h 825984"/>
              <a:gd name="csX3204" fmla="*/ 552119 w 1723042"/>
              <a:gd name="csY3204" fmla="*/ 716879 h 825984"/>
              <a:gd name="csX3205" fmla="*/ 552291 w 1723042"/>
              <a:gd name="csY3205" fmla="*/ 716959 h 825984"/>
              <a:gd name="csX3206" fmla="*/ 552463 w 1723042"/>
              <a:gd name="csY3206" fmla="*/ 717030 h 825984"/>
              <a:gd name="csX3207" fmla="*/ 552636 w 1723042"/>
              <a:gd name="csY3207" fmla="*/ 717101 h 825984"/>
              <a:gd name="csX3208" fmla="*/ 552808 w 1723042"/>
              <a:gd name="csY3208" fmla="*/ 717181 h 825984"/>
              <a:gd name="csX3209" fmla="*/ 552980 w 1723042"/>
              <a:gd name="csY3209" fmla="*/ 717261 h 825984"/>
              <a:gd name="csX3210" fmla="*/ 553153 w 1723042"/>
              <a:gd name="csY3210" fmla="*/ 717332 h 825984"/>
              <a:gd name="csX3211" fmla="*/ 553325 w 1723042"/>
              <a:gd name="csY3211" fmla="*/ 717412 h 825984"/>
              <a:gd name="csX3212" fmla="*/ 553497 w 1723042"/>
              <a:gd name="csY3212" fmla="*/ 717492 h 825984"/>
              <a:gd name="csX3213" fmla="*/ 553670 w 1723042"/>
              <a:gd name="csY3213" fmla="*/ 717573 h 825984"/>
              <a:gd name="csX3214" fmla="*/ 553842 w 1723042"/>
              <a:gd name="csY3214" fmla="*/ 717653 h 825984"/>
              <a:gd name="csX3215" fmla="*/ 554014 w 1723042"/>
              <a:gd name="csY3215" fmla="*/ 717733 h 825984"/>
              <a:gd name="csX3216" fmla="*/ 554187 w 1723042"/>
              <a:gd name="csY3216" fmla="*/ 717813 h 825984"/>
              <a:gd name="csX3217" fmla="*/ 554359 w 1723042"/>
              <a:gd name="csY3217" fmla="*/ 717893 h 825984"/>
              <a:gd name="csX3218" fmla="*/ 554531 w 1723042"/>
              <a:gd name="csY3218" fmla="*/ 717982 h 825984"/>
              <a:gd name="csX3219" fmla="*/ 554703 w 1723042"/>
              <a:gd name="csY3219" fmla="*/ 718062 h 825984"/>
              <a:gd name="csX3220" fmla="*/ 554876 w 1723042"/>
              <a:gd name="csY3220" fmla="*/ 718151 h 825984"/>
              <a:gd name="csX3221" fmla="*/ 555048 w 1723042"/>
              <a:gd name="csY3221" fmla="*/ 718231 h 825984"/>
              <a:gd name="csX3222" fmla="*/ 555220 w 1723042"/>
              <a:gd name="csY3222" fmla="*/ 718320 h 825984"/>
              <a:gd name="csX3223" fmla="*/ 555393 w 1723042"/>
              <a:gd name="csY3223" fmla="*/ 718409 h 825984"/>
              <a:gd name="csX3224" fmla="*/ 555566 w 1723042"/>
              <a:gd name="csY3224" fmla="*/ 718489 h 825984"/>
              <a:gd name="csX3225" fmla="*/ 555737 w 1723042"/>
              <a:gd name="csY3225" fmla="*/ 718578 h 825984"/>
              <a:gd name="csX3226" fmla="*/ 555910 w 1723042"/>
              <a:gd name="csY3226" fmla="*/ 718667 h 825984"/>
              <a:gd name="csX3227" fmla="*/ 556082 w 1723042"/>
              <a:gd name="csY3227" fmla="*/ 718756 h 825984"/>
              <a:gd name="csX3228" fmla="*/ 556254 w 1723042"/>
              <a:gd name="csY3228" fmla="*/ 718845 h 825984"/>
              <a:gd name="csX3229" fmla="*/ 556427 w 1723042"/>
              <a:gd name="csY3229" fmla="*/ 718943 h 825984"/>
              <a:gd name="csX3230" fmla="*/ 556599 w 1723042"/>
              <a:gd name="csY3230" fmla="*/ 719032 h 825984"/>
              <a:gd name="csX3231" fmla="*/ 556771 w 1723042"/>
              <a:gd name="csY3231" fmla="*/ 719120 h 825984"/>
              <a:gd name="csX3232" fmla="*/ 556944 w 1723042"/>
              <a:gd name="csY3232" fmla="*/ 719218 h 825984"/>
              <a:gd name="csX3233" fmla="*/ 557116 w 1723042"/>
              <a:gd name="csY3233" fmla="*/ 719307 h 825984"/>
              <a:gd name="csX3234" fmla="*/ 557288 w 1723042"/>
              <a:gd name="csY3234" fmla="*/ 719405 h 825984"/>
              <a:gd name="csX3235" fmla="*/ 557460 w 1723042"/>
              <a:gd name="csY3235" fmla="*/ 719503 h 825984"/>
              <a:gd name="csX3236" fmla="*/ 557633 w 1723042"/>
              <a:gd name="csY3236" fmla="*/ 719601 h 825984"/>
              <a:gd name="csX3237" fmla="*/ 557806 w 1723042"/>
              <a:gd name="csY3237" fmla="*/ 719699 h 825984"/>
              <a:gd name="csX3238" fmla="*/ 557977 w 1723042"/>
              <a:gd name="csY3238" fmla="*/ 719797 h 825984"/>
              <a:gd name="csX3239" fmla="*/ 558150 w 1723042"/>
              <a:gd name="csY3239" fmla="*/ 719895 h 825984"/>
              <a:gd name="csX3240" fmla="*/ 558323 w 1723042"/>
              <a:gd name="csY3240" fmla="*/ 719992 h 825984"/>
              <a:gd name="csX3241" fmla="*/ 558494 w 1723042"/>
              <a:gd name="csY3241" fmla="*/ 720090 h 825984"/>
              <a:gd name="csX3242" fmla="*/ 558667 w 1723042"/>
              <a:gd name="csY3242" fmla="*/ 720188 h 825984"/>
              <a:gd name="csX3243" fmla="*/ 558839 w 1723042"/>
              <a:gd name="csY3243" fmla="*/ 720295 h 825984"/>
              <a:gd name="csX3244" fmla="*/ 559011 w 1723042"/>
              <a:gd name="csY3244" fmla="*/ 720393 h 825984"/>
              <a:gd name="csX3245" fmla="*/ 559184 w 1723042"/>
              <a:gd name="csY3245" fmla="*/ 720499 h 825984"/>
              <a:gd name="csX3246" fmla="*/ 559356 w 1723042"/>
              <a:gd name="csY3246" fmla="*/ 720597 h 825984"/>
              <a:gd name="csX3247" fmla="*/ 559529 w 1723042"/>
              <a:gd name="csY3247" fmla="*/ 720704 h 825984"/>
              <a:gd name="csX3248" fmla="*/ 559701 w 1723042"/>
              <a:gd name="csY3248" fmla="*/ 720811 h 825984"/>
              <a:gd name="csX3249" fmla="*/ 559873 w 1723042"/>
              <a:gd name="csY3249" fmla="*/ 720918 h 825984"/>
              <a:gd name="csX3250" fmla="*/ 560046 w 1723042"/>
              <a:gd name="csY3250" fmla="*/ 721024 h 825984"/>
              <a:gd name="csX3251" fmla="*/ 560217 w 1723042"/>
              <a:gd name="csY3251" fmla="*/ 721131 h 825984"/>
              <a:gd name="csX3252" fmla="*/ 560390 w 1723042"/>
              <a:gd name="csY3252" fmla="*/ 721238 h 825984"/>
              <a:gd name="csX3253" fmla="*/ 560563 w 1723042"/>
              <a:gd name="csY3253" fmla="*/ 721345 h 825984"/>
              <a:gd name="csX3254" fmla="*/ 560734 w 1723042"/>
              <a:gd name="csY3254" fmla="*/ 721460 h 825984"/>
              <a:gd name="csX3255" fmla="*/ 560907 w 1723042"/>
              <a:gd name="csY3255" fmla="*/ 721567 h 825984"/>
              <a:gd name="csX3256" fmla="*/ 561080 w 1723042"/>
              <a:gd name="csY3256" fmla="*/ 721683 h 825984"/>
              <a:gd name="csX3257" fmla="*/ 561252 w 1723042"/>
              <a:gd name="csY3257" fmla="*/ 721789 h 825984"/>
              <a:gd name="csX3258" fmla="*/ 561424 w 1723042"/>
              <a:gd name="csY3258" fmla="*/ 721905 h 825984"/>
              <a:gd name="csX3259" fmla="*/ 561596 w 1723042"/>
              <a:gd name="csY3259" fmla="*/ 722021 h 825984"/>
              <a:gd name="csX3260" fmla="*/ 561769 w 1723042"/>
              <a:gd name="csY3260" fmla="*/ 722136 h 825984"/>
              <a:gd name="csX3261" fmla="*/ 561941 w 1723042"/>
              <a:gd name="csY3261" fmla="*/ 722252 h 825984"/>
              <a:gd name="csX3262" fmla="*/ 562113 w 1723042"/>
              <a:gd name="csY3262" fmla="*/ 722368 h 825984"/>
              <a:gd name="csX3263" fmla="*/ 562286 w 1723042"/>
              <a:gd name="csY3263" fmla="*/ 722483 h 825984"/>
              <a:gd name="csX3264" fmla="*/ 562458 w 1723042"/>
              <a:gd name="csY3264" fmla="*/ 722599 h 825984"/>
              <a:gd name="csX3265" fmla="*/ 562630 w 1723042"/>
              <a:gd name="csY3265" fmla="*/ 722724 h 825984"/>
              <a:gd name="csX3266" fmla="*/ 562803 w 1723042"/>
              <a:gd name="csY3266" fmla="*/ 722839 h 825984"/>
              <a:gd name="csX3267" fmla="*/ 562974 w 1723042"/>
              <a:gd name="csY3267" fmla="*/ 722964 h 825984"/>
              <a:gd name="csX3268" fmla="*/ 563147 w 1723042"/>
              <a:gd name="csY3268" fmla="*/ 723079 h 825984"/>
              <a:gd name="csX3269" fmla="*/ 563320 w 1723042"/>
              <a:gd name="csY3269" fmla="*/ 723204 h 825984"/>
              <a:gd name="csX3270" fmla="*/ 563492 w 1723042"/>
              <a:gd name="csY3270" fmla="*/ 723329 h 825984"/>
              <a:gd name="csX3271" fmla="*/ 563664 w 1723042"/>
              <a:gd name="csY3271" fmla="*/ 723453 h 825984"/>
              <a:gd name="csX3272" fmla="*/ 563837 w 1723042"/>
              <a:gd name="csY3272" fmla="*/ 723569 h 825984"/>
              <a:gd name="csX3273" fmla="*/ 564009 w 1723042"/>
              <a:gd name="csY3273" fmla="*/ 723702 h 825984"/>
              <a:gd name="csX3274" fmla="*/ 564181 w 1723042"/>
              <a:gd name="csY3274" fmla="*/ 723827 h 825984"/>
              <a:gd name="csX3275" fmla="*/ 564353 w 1723042"/>
              <a:gd name="csY3275" fmla="*/ 723951 h 825984"/>
              <a:gd name="csX3276" fmla="*/ 564526 w 1723042"/>
              <a:gd name="csY3276" fmla="*/ 724076 h 825984"/>
              <a:gd name="csX3277" fmla="*/ 564698 w 1723042"/>
              <a:gd name="csY3277" fmla="*/ 724209 h 825984"/>
              <a:gd name="csX3278" fmla="*/ 564870 w 1723042"/>
              <a:gd name="csY3278" fmla="*/ 724334 h 825984"/>
              <a:gd name="csX3279" fmla="*/ 565043 w 1723042"/>
              <a:gd name="csY3279" fmla="*/ 724467 h 825984"/>
              <a:gd name="csX3280" fmla="*/ 565216 w 1723042"/>
              <a:gd name="csY3280" fmla="*/ 724592 h 825984"/>
              <a:gd name="csX3281" fmla="*/ 565387 w 1723042"/>
              <a:gd name="csY3281" fmla="*/ 724725 h 825984"/>
              <a:gd name="csX3282" fmla="*/ 565560 w 1723042"/>
              <a:gd name="csY3282" fmla="*/ 724859 h 825984"/>
              <a:gd name="csX3283" fmla="*/ 565732 w 1723042"/>
              <a:gd name="csY3283" fmla="*/ 724992 h 825984"/>
              <a:gd name="csX3284" fmla="*/ 565904 w 1723042"/>
              <a:gd name="csY3284" fmla="*/ 725126 h 825984"/>
              <a:gd name="csX3285" fmla="*/ 566077 w 1723042"/>
              <a:gd name="csY3285" fmla="*/ 725259 h 825984"/>
              <a:gd name="csX3286" fmla="*/ 566249 w 1723042"/>
              <a:gd name="csY3286" fmla="*/ 725401 h 825984"/>
              <a:gd name="csX3287" fmla="*/ 566421 w 1723042"/>
              <a:gd name="csY3287" fmla="*/ 725535 h 825984"/>
              <a:gd name="csX3288" fmla="*/ 566594 w 1723042"/>
              <a:gd name="csY3288" fmla="*/ 725668 h 825984"/>
              <a:gd name="csX3289" fmla="*/ 566766 w 1723042"/>
              <a:gd name="csY3289" fmla="*/ 725811 h 825984"/>
              <a:gd name="csX3290" fmla="*/ 566939 w 1723042"/>
              <a:gd name="csY3290" fmla="*/ 725944 h 825984"/>
              <a:gd name="csX3291" fmla="*/ 567110 w 1723042"/>
              <a:gd name="csY3291" fmla="*/ 726086 h 825984"/>
              <a:gd name="csX3292" fmla="*/ 567283 w 1723042"/>
              <a:gd name="csY3292" fmla="*/ 726229 h 825984"/>
              <a:gd name="csX3293" fmla="*/ 567456 w 1723042"/>
              <a:gd name="csY3293" fmla="*/ 726371 h 825984"/>
              <a:gd name="csX3294" fmla="*/ 567627 w 1723042"/>
              <a:gd name="csY3294" fmla="*/ 726513 h 825984"/>
              <a:gd name="csX3295" fmla="*/ 567800 w 1723042"/>
              <a:gd name="csY3295" fmla="*/ 726656 h 825984"/>
              <a:gd name="csX3296" fmla="*/ 567973 w 1723042"/>
              <a:gd name="csY3296" fmla="*/ 726798 h 825984"/>
              <a:gd name="csX3297" fmla="*/ 568144 w 1723042"/>
              <a:gd name="csY3297" fmla="*/ 726941 h 825984"/>
              <a:gd name="csX3298" fmla="*/ 568317 w 1723042"/>
              <a:gd name="csY3298" fmla="*/ 727092 h 825984"/>
              <a:gd name="csX3299" fmla="*/ 568489 w 1723042"/>
              <a:gd name="csY3299" fmla="*/ 727234 h 825984"/>
              <a:gd name="csX3300" fmla="*/ 568661 w 1723042"/>
              <a:gd name="csY3300" fmla="*/ 727385 h 825984"/>
              <a:gd name="csX3301" fmla="*/ 568834 w 1723042"/>
              <a:gd name="csY3301" fmla="*/ 727528 h 825984"/>
              <a:gd name="csX3302" fmla="*/ 569006 w 1723042"/>
              <a:gd name="csY3302" fmla="*/ 727679 h 825984"/>
              <a:gd name="csX3303" fmla="*/ 569179 w 1723042"/>
              <a:gd name="csY3303" fmla="*/ 727830 h 825984"/>
              <a:gd name="csX3304" fmla="*/ 569351 w 1723042"/>
              <a:gd name="csY3304" fmla="*/ 727981 h 825984"/>
              <a:gd name="csX3305" fmla="*/ 569523 w 1723042"/>
              <a:gd name="csY3305" fmla="*/ 728133 h 825984"/>
              <a:gd name="csX3306" fmla="*/ 569696 w 1723042"/>
              <a:gd name="csY3306" fmla="*/ 728284 h 825984"/>
              <a:gd name="csX3307" fmla="*/ 569868 w 1723042"/>
              <a:gd name="csY3307" fmla="*/ 728435 h 825984"/>
              <a:gd name="csX3308" fmla="*/ 570040 w 1723042"/>
              <a:gd name="csY3308" fmla="*/ 728595 h 825984"/>
              <a:gd name="csX3309" fmla="*/ 570213 w 1723042"/>
              <a:gd name="csY3309" fmla="*/ 728747 h 825984"/>
              <a:gd name="csX3310" fmla="*/ 570384 w 1723042"/>
              <a:gd name="csY3310" fmla="*/ 728898 h 825984"/>
              <a:gd name="csX3311" fmla="*/ 570557 w 1723042"/>
              <a:gd name="csY3311" fmla="*/ 729058 h 825984"/>
              <a:gd name="csX3312" fmla="*/ 570730 w 1723042"/>
              <a:gd name="csY3312" fmla="*/ 729218 h 825984"/>
              <a:gd name="csX3313" fmla="*/ 570902 w 1723042"/>
              <a:gd name="csY3313" fmla="*/ 729369 h 825984"/>
              <a:gd name="csX3314" fmla="*/ 571074 w 1723042"/>
              <a:gd name="csY3314" fmla="*/ 729529 h 825984"/>
              <a:gd name="csX3315" fmla="*/ 571246 w 1723042"/>
              <a:gd name="csY3315" fmla="*/ 729689 h 825984"/>
              <a:gd name="csX3316" fmla="*/ 571415 w 1723042"/>
              <a:gd name="csY3316" fmla="*/ 729850 h 825984"/>
              <a:gd name="csX3317" fmla="*/ 571592 w 1723042"/>
              <a:gd name="csY3317" fmla="*/ 730019 h 825984"/>
              <a:gd name="csX3318" fmla="*/ 571762 w 1723042"/>
              <a:gd name="csY3318" fmla="*/ 730179 h 825984"/>
              <a:gd name="csX3319" fmla="*/ 571939 w 1723042"/>
              <a:gd name="csY3319" fmla="*/ 730339 h 825984"/>
              <a:gd name="csX3320" fmla="*/ 572109 w 1723042"/>
              <a:gd name="csY3320" fmla="*/ 730508 h 825984"/>
              <a:gd name="csX3321" fmla="*/ 572278 w 1723042"/>
              <a:gd name="csY3321" fmla="*/ 730668 h 825984"/>
              <a:gd name="csX3322" fmla="*/ 572455 w 1723042"/>
              <a:gd name="csY3322" fmla="*/ 730837 h 825984"/>
              <a:gd name="csX3323" fmla="*/ 572625 w 1723042"/>
              <a:gd name="csY3323" fmla="*/ 730997 h 825984"/>
              <a:gd name="csX3324" fmla="*/ 572793 w 1723042"/>
              <a:gd name="csY3324" fmla="*/ 731166 h 825984"/>
              <a:gd name="csX3325" fmla="*/ 572971 w 1723042"/>
              <a:gd name="csY3325" fmla="*/ 731335 h 825984"/>
              <a:gd name="csX3326" fmla="*/ 573140 w 1723042"/>
              <a:gd name="csY3326" fmla="*/ 731504 h 825984"/>
              <a:gd name="csX3327" fmla="*/ 573318 w 1723042"/>
              <a:gd name="csY3327" fmla="*/ 731673 h 825984"/>
              <a:gd name="csX3328" fmla="*/ 573487 w 1723042"/>
              <a:gd name="csY3328" fmla="*/ 731842 h 825984"/>
              <a:gd name="csX3329" fmla="*/ 573656 w 1723042"/>
              <a:gd name="csY3329" fmla="*/ 732020 h 825984"/>
              <a:gd name="csX3330" fmla="*/ 573834 w 1723042"/>
              <a:gd name="csY3330" fmla="*/ 732189 h 825984"/>
              <a:gd name="csX3331" fmla="*/ 574003 w 1723042"/>
              <a:gd name="csY3331" fmla="*/ 732367 h 825984"/>
              <a:gd name="csX3332" fmla="*/ 574172 w 1723042"/>
              <a:gd name="csY3332" fmla="*/ 732536 h 825984"/>
              <a:gd name="csX3333" fmla="*/ 574350 w 1723042"/>
              <a:gd name="csY3333" fmla="*/ 732714 h 825984"/>
              <a:gd name="csX3334" fmla="*/ 574519 w 1723042"/>
              <a:gd name="csY3334" fmla="*/ 732892 h 825984"/>
              <a:gd name="csX3335" fmla="*/ 574688 w 1723042"/>
              <a:gd name="csY3335" fmla="*/ 733070 h 825984"/>
              <a:gd name="csX3336" fmla="*/ 574866 w 1723042"/>
              <a:gd name="csY3336" fmla="*/ 733248 h 825984"/>
              <a:gd name="csX3337" fmla="*/ 575035 w 1723042"/>
              <a:gd name="csY3337" fmla="*/ 733426 h 825984"/>
              <a:gd name="csX3338" fmla="*/ 575213 w 1723042"/>
              <a:gd name="csY3338" fmla="*/ 733604 h 825984"/>
              <a:gd name="csX3339" fmla="*/ 575382 w 1723042"/>
              <a:gd name="csY3339" fmla="*/ 733782 h 825984"/>
              <a:gd name="csX3340" fmla="*/ 575551 w 1723042"/>
              <a:gd name="csY3340" fmla="*/ 733960 h 825984"/>
              <a:gd name="csX3341" fmla="*/ 575729 w 1723042"/>
              <a:gd name="csY3341" fmla="*/ 734147 h 825984"/>
              <a:gd name="csX3342" fmla="*/ 575898 w 1723042"/>
              <a:gd name="csY3342" fmla="*/ 734325 h 825984"/>
              <a:gd name="csX3343" fmla="*/ 576067 w 1723042"/>
              <a:gd name="csY3343" fmla="*/ 734511 h 825984"/>
              <a:gd name="csX3344" fmla="*/ 576245 w 1723042"/>
              <a:gd name="csY3344" fmla="*/ 734698 h 825984"/>
              <a:gd name="csX3345" fmla="*/ 576414 w 1723042"/>
              <a:gd name="csY3345" fmla="*/ 734876 h 825984"/>
              <a:gd name="csX3346" fmla="*/ 576592 w 1723042"/>
              <a:gd name="csY3346" fmla="*/ 735063 h 825984"/>
              <a:gd name="csX3347" fmla="*/ 576761 w 1723042"/>
              <a:gd name="csY3347" fmla="*/ 735250 h 825984"/>
              <a:gd name="csX3348" fmla="*/ 576930 w 1723042"/>
              <a:gd name="csY3348" fmla="*/ 735437 h 825984"/>
              <a:gd name="csX3349" fmla="*/ 577108 w 1723042"/>
              <a:gd name="csY3349" fmla="*/ 735632 h 825984"/>
              <a:gd name="csX3350" fmla="*/ 577277 w 1723042"/>
              <a:gd name="csY3350" fmla="*/ 735819 h 825984"/>
              <a:gd name="csX3351" fmla="*/ 577446 w 1723042"/>
              <a:gd name="csY3351" fmla="*/ 736006 h 825984"/>
              <a:gd name="csX3352" fmla="*/ 577624 w 1723042"/>
              <a:gd name="csY3352" fmla="*/ 736202 h 825984"/>
              <a:gd name="csX3353" fmla="*/ 577793 w 1723042"/>
              <a:gd name="csY3353" fmla="*/ 736389 h 825984"/>
              <a:gd name="csX3354" fmla="*/ 577971 w 1723042"/>
              <a:gd name="csY3354" fmla="*/ 736584 h 825984"/>
              <a:gd name="csX3355" fmla="*/ 578140 w 1723042"/>
              <a:gd name="csY3355" fmla="*/ 736780 h 825984"/>
              <a:gd name="csX3356" fmla="*/ 578309 w 1723042"/>
              <a:gd name="csY3356" fmla="*/ 736976 h 825984"/>
              <a:gd name="csX3357" fmla="*/ 578487 w 1723042"/>
              <a:gd name="csY3357" fmla="*/ 737163 h 825984"/>
              <a:gd name="csX3358" fmla="*/ 578656 w 1723042"/>
              <a:gd name="csY3358" fmla="*/ 737358 h 825984"/>
              <a:gd name="csX3359" fmla="*/ 578825 w 1723042"/>
              <a:gd name="csY3359" fmla="*/ 737563 h 825984"/>
              <a:gd name="csX3360" fmla="*/ 579003 w 1723042"/>
              <a:gd name="csY3360" fmla="*/ 737759 h 825984"/>
              <a:gd name="csX3361" fmla="*/ 579172 w 1723042"/>
              <a:gd name="csY3361" fmla="*/ 737954 h 825984"/>
              <a:gd name="csX3362" fmla="*/ 579341 w 1723042"/>
              <a:gd name="csY3362" fmla="*/ 738159 h 825984"/>
              <a:gd name="csX3363" fmla="*/ 579519 w 1723042"/>
              <a:gd name="csY3363" fmla="*/ 738355 h 825984"/>
              <a:gd name="csX3364" fmla="*/ 579688 w 1723042"/>
              <a:gd name="csY3364" fmla="*/ 738559 h 825984"/>
              <a:gd name="csX3365" fmla="*/ 579866 w 1723042"/>
              <a:gd name="csY3365" fmla="*/ 738755 h 825984"/>
              <a:gd name="csX3366" fmla="*/ 580035 w 1723042"/>
              <a:gd name="csY3366" fmla="*/ 738960 h 825984"/>
              <a:gd name="csX3367" fmla="*/ 580204 w 1723042"/>
              <a:gd name="csY3367" fmla="*/ 739164 h 825984"/>
              <a:gd name="csX3368" fmla="*/ 580382 w 1723042"/>
              <a:gd name="csY3368" fmla="*/ 739369 h 825984"/>
              <a:gd name="csX3369" fmla="*/ 580551 w 1723042"/>
              <a:gd name="csY3369" fmla="*/ 739574 h 825984"/>
              <a:gd name="csX3370" fmla="*/ 580720 w 1723042"/>
              <a:gd name="csY3370" fmla="*/ 739778 h 825984"/>
              <a:gd name="csX3371" fmla="*/ 580898 w 1723042"/>
              <a:gd name="csY3371" fmla="*/ 739983 h 825984"/>
              <a:gd name="csX3372" fmla="*/ 581067 w 1723042"/>
              <a:gd name="csY3372" fmla="*/ 740196 h 825984"/>
              <a:gd name="csX3373" fmla="*/ 581245 w 1723042"/>
              <a:gd name="csY3373" fmla="*/ 740401 h 825984"/>
              <a:gd name="csX3374" fmla="*/ 581414 w 1723042"/>
              <a:gd name="csY3374" fmla="*/ 740614 h 825984"/>
              <a:gd name="csX3375" fmla="*/ 581583 w 1723042"/>
              <a:gd name="csY3375" fmla="*/ 740819 h 825984"/>
              <a:gd name="csX3376" fmla="*/ 581761 w 1723042"/>
              <a:gd name="csY3376" fmla="*/ 741032 h 825984"/>
              <a:gd name="csX3377" fmla="*/ 581930 w 1723042"/>
              <a:gd name="csY3377" fmla="*/ 741246 h 825984"/>
              <a:gd name="csX3378" fmla="*/ 582099 w 1723042"/>
              <a:gd name="csY3378" fmla="*/ 741451 h 825984"/>
              <a:gd name="csX3379" fmla="*/ 582277 w 1723042"/>
              <a:gd name="csY3379" fmla="*/ 741664 h 825984"/>
              <a:gd name="csX3380" fmla="*/ 582446 w 1723042"/>
              <a:gd name="csY3380" fmla="*/ 741878 h 825984"/>
              <a:gd name="csX3381" fmla="*/ 582615 w 1723042"/>
              <a:gd name="csY3381" fmla="*/ 742100 h 825984"/>
              <a:gd name="csX3382" fmla="*/ 582793 w 1723042"/>
              <a:gd name="csY3382" fmla="*/ 742314 h 825984"/>
              <a:gd name="csX3383" fmla="*/ 582962 w 1723042"/>
              <a:gd name="csY3383" fmla="*/ 742527 h 825984"/>
              <a:gd name="csX3384" fmla="*/ 583140 w 1723042"/>
              <a:gd name="csY3384" fmla="*/ 742741 h 825984"/>
              <a:gd name="csX3385" fmla="*/ 583309 w 1723042"/>
              <a:gd name="csY3385" fmla="*/ 742963 h 825984"/>
              <a:gd name="csX3386" fmla="*/ 583478 w 1723042"/>
              <a:gd name="csY3386" fmla="*/ 743185 h 825984"/>
              <a:gd name="csX3387" fmla="*/ 583656 w 1723042"/>
              <a:gd name="csY3387" fmla="*/ 743399 h 825984"/>
              <a:gd name="csX3388" fmla="*/ 583825 w 1723042"/>
              <a:gd name="csY3388" fmla="*/ 743621 h 825984"/>
              <a:gd name="csX3389" fmla="*/ 583994 w 1723042"/>
              <a:gd name="csY3389" fmla="*/ 743844 h 825984"/>
              <a:gd name="csX3390" fmla="*/ 584172 w 1723042"/>
              <a:gd name="csY3390" fmla="*/ 744066 h 825984"/>
              <a:gd name="csX3391" fmla="*/ 584341 w 1723042"/>
              <a:gd name="csY3391" fmla="*/ 744289 h 825984"/>
              <a:gd name="csX3392" fmla="*/ 584519 w 1723042"/>
              <a:gd name="csY3392" fmla="*/ 744511 h 825984"/>
              <a:gd name="csX3393" fmla="*/ 584688 w 1723042"/>
              <a:gd name="csY3393" fmla="*/ 744733 h 825984"/>
              <a:gd name="csX3394" fmla="*/ 584857 w 1723042"/>
              <a:gd name="csY3394" fmla="*/ 744956 h 825984"/>
              <a:gd name="csX3395" fmla="*/ 585035 w 1723042"/>
              <a:gd name="csY3395" fmla="*/ 745187 h 825984"/>
              <a:gd name="csX3396" fmla="*/ 585204 w 1723042"/>
              <a:gd name="csY3396" fmla="*/ 745410 h 825984"/>
              <a:gd name="csX3397" fmla="*/ 585373 w 1723042"/>
              <a:gd name="csY3397" fmla="*/ 745632 h 825984"/>
              <a:gd name="csX3398" fmla="*/ 585551 w 1723042"/>
              <a:gd name="csY3398" fmla="*/ 745863 h 825984"/>
              <a:gd name="csX3399" fmla="*/ 585720 w 1723042"/>
              <a:gd name="csY3399" fmla="*/ 746095 h 825984"/>
              <a:gd name="csX3400" fmla="*/ 585898 w 1723042"/>
              <a:gd name="csY3400" fmla="*/ 746326 h 825984"/>
              <a:gd name="csX3401" fmla="*/ 586067 w 1723042"/>
              <a:gd name="csY3401" fmla="*/ 746548 h 825984"/>
              <a:gd name="csX3402" fmla="*/ 586236 w 1723042"/>
              <a:gd name="csY3402" fmla="*/ 746780 h 825984"/>
              <a:gd name="csX3403" fmla="*/ 586414 w 1723042"/>
              <a:gd name="csY3403" fmla="*/ 747011 h 825984"/>
              <a:gd name="csX3404" fmla="*/ 586583 w 1723042"/>
              <a:gd name="csY3404" fmla="*/ 747242 h 825984"/>
              <a:gd name="csX3405" fmla="*/ 586752 w 1723042"/>
              <a:gd name="csY3405" fmla="*/ 747482 h 825984"/>
              <a:gd name="csX3406" fmla="*/ 586930 w 1723042"/>
              <a:gd name="csY3406" fmla="*/ 747714 h 825984"/>
              <a:gd name="csX3407" fmla="*/ 587099 w 1723042"/>
              <a:gd name="csY3407" fmla="*/ 747945 h 825984"/>
              <a:gd name="csX3408" fmla="*/ 587268 w 1723042"/>
              <a:gd name="csY3408" fmla="*/ 748185 h 825984"/>
              <a:gd name="csX3409" fmla="*/ 587446 w 1723042"/>
              <a:gd name="csY3409" fmla="*/ 748417 h 825984"/>
              <a:gd name="csX3410" fmla="*/ 587615 w 1723042"/>
              <a:gd name="csY3410" fmla="*/ 748657 h 825984"/>
              <a:gd name="csX3411" fmla="*/ 587793 w 1723042"/>
              <a:gd name="csY3411" fmla="*/ 748888 h 825984"/>
              <a:gd name="csX3412" fmla="*/ 587962 w 1723042"/>
              <a:gd name="csY3412" fmla="*/ 749128 h 825984"/>
              <a:gd name="csX3413" fmla="*/ 588131 w 1723042"/>
              <a:gd name="csY3413" fmla="*/ 749368 h 825984"/>
              <a:gd name="csX3414" fmla="*/ 588309 w 1723042"/>
              <a:gd name="csY3414" fmla="*/ 749609 h 825984"/>
              <a:gd name="csX3415" fmla="*/ 588478 w 1723042"/>
              <a:gd name="csY3415" fmla="*/ 749849 h 825984"/>
              <a:gd name="csX3416" fmla="*/ 588647 w 1723042"/>
              <a:gd name="csY3416" fmla="*/ 750089 h 825984"/>
              <a:gd name="csX3417" fmla="*/ 588825 w 1723042"/>
              <a:gd name="csY3417" fmla="*/ 750329 h 825984"/>
              <a:gd name="csX3418" fmla="*/ 588994 w 1723042"/>
              <a:gd name="csY3418" fmla="*/ 750570 h 825984"/>
              <a:gd name="csX3419" fmla="*/ 589172 w 1723042"/>
              <a:gd name="csY3419" fmla="*/ 750819 h 825984"/>
              <a:gd name="csX3420" fmla="*/ 589341 w 1723042"/>
              <a:gd name="csY3420" fmla="*/ 751059 h 825984"/>
              <a:gd name="csX3421" fmla="*/ 589510 w 1723042"/>
              <a:gd name="csY3421" fmla="*/ 751299 h 825984"/>
              <a:gd name="csX3422" fmla="*/ 589688 w 1723042"/>
              <a:gd name="csY3422" fmla="*/ 751548 h 825984"/>
              <a:gd name="csX3423" fmla="*/ 589857 w 1723042"/>
              <a:gd name="csY3423" fmla="*/ 751788 h 825984"/>
              <a:gd name="csX3424" fmla="*/ 590026 w 1723042"/>
              <a:gd name="csY3424" fmla="*/ 752037 h 825984"/>
              <a:gd name="csX3425" fmla="*/ 590204 w 1723042"/>
              <a:gd name="csY3425" fmla="*/ 752286 h 825984"/>
              <a:gd name="csX3426" fmla="*/ 590373 w 1723042"/>
              <a:gd name="csY3426" fmla="*/ 752536 h 825984"/>
              <a:gd name="csX3427" fmla="*/ 590551 w 1723042"/>
              <a:gd name="csY3427" fmla="*/ 752776 h 825984"/>
              <a:gd name="csX3428" fmla="*/ 590720 w 1723042"/>
              <a:gd name="csY3428" fmla="*/ 753025 h 825984"/>
              <a:gd name="csX3429" fmla="*/ 590889 w 1723042"/>
              <a:gd name="csY3429" fmla="*/ 753274 h 825984"/>
              <a:gd name="csX3430" fmla="*/ 591067 w 1723042"/>
              <a:gd name="csY3430" fmla="*/ 753523 h 825984"/>
              <a:gd name="csX3431" fmla="*/ 591236 w 1723042"/>
              <a:gd name="csY3431" fmla="*/ 753781 h 825984"/>
              <a:gd name="csX3432" fmla="*/ 591405 w 1723042"/>
              <a:gd name="csY3432" fmla="*/ 754030 h 825984"/>
              <a:gd name="csX3433" fmla="*/ 591583 w 1723042"/>
              <a:gd name="csY3433" fmla="*/ 754279 h 825984"/>
              <a:gd name="csX3434" fmla="*/ 591752 w 1723042"/>
              <a:gd name="csY3434" fmla="*/ 754537 h 825984"/>
              <a:gd name="csX3435" fmla="*/ 591921 w 1723042"/>
              <a:gd name="csY3435" fmla="*/ 754786 h 825984"/>
              <a:gd name="csX3436" fmla="*/ 592099 w 1723042"/>
              <a:gd name="csY3436" fmla="*/ 755036 h 825984"/>
              <a:gd name="csX3437" fmla="*/ 592268 w 1723042"/>
              <a:gd name="csY3437" fmla="*/ 755293 h 825984"/>
              <a:gd name="csX3438" fmla="*/ 592446 w 1723042"/>
              <a:gd name="csY3438" fmla="*/ 755552 h 825984"/>
              <a:gd name="csX3439" fmla="*/ 592615 w 1723042"/>
              <a:gd name="csY3439" fmla="*/ 755801 h 825984"/>
              <a:gd name="csX3440" fmla="*/ 592784 w 1723042"/>
              <a:gd name="csY3440" fmla="*/ 756059 h 825984"/>
              <a:gd name="csX3441" fmla="*/ 592962 w 1723042"/>
              <a:gd name="csY3441" fmla="*/ 756317 h 825984"/>
              <a:gd name="csX3442" fmla="*/ 593131 w 1723042"/>
              <a:gd name="csY3442" fmla="*/ 756575 h 825984"/>
              <a:gd name="csX3443" fmla="*/ 593300 w 1723042"/>
              <a:gd name="csY3443" fmla="*/ 756833 h 825984"/>
              <a:gd name="csX3444" fmla="*/ 593478 w 1723042"/>
              <a:gd name="csY3444" fmla="*/ 757091 h 825984"/>
              <a:gd name="csX3445" fmla="*/ 593647 w 1723042"/>
              <a:gd name="csY3445" fmla="*/ 757349 h 825984"/>
              <a:gd name="csX3446" fmla="*/ 593825 w 1723042"/>
              <a:gd name="csY3446" fmla="*/ 757607 h 825984"/>
              <a:gd name="csX3447" fmla="*/ 593994 w 1723042"/>
              <a:gd name="csY3447" fmla="*/ 757865 h 825984"/>
              <a:gd name="csX3448" fmla="*/ 594163 w 1723042"/>
              <a:gd name="csY3448" fmla="*/ 758123 h 825984"/>
              <a:gd name="csX3449" fmla="*/ 594341 w 1723042"/>
              <a:gd name="csY3449" fmla="*/ 758389 h 825984"/>
              <a:gd name="csX3450" fmla="*/ 594510 w 1723042"/>
              <a:gd name="csY3450" fmla="*/ 758647 h 825984"/>
              <a:gd name="csX3451" fmla="*/ 594679 w 1723042"/>
              <a:gd name="csY3451" fmla="*/ 758905 h 825984"/>
              <a:gd name="csX3452" fmla="*/ 594857 w 1723042"/>
              <a:gd name="csY3452" fmla="*/ 759172 h 825984"/>
              <a:gd name="csX3453" fmla="*/ 595026 w 1723042"/>
              <a:gd name="csY3453" fmla="*/ 759439 h 825984"/>
              <a:gd name="csX3454" fmla="*/ 595195 w 1723042"/>
              <a:gd name="csY3454" fmla="*/ 759697 h 825984"/>
              <a:gd name="csX3455" fmla="*/ 595373 w 1723042"/>
              <a:gd name="csY3455" fmla="*/ 759964 h 825984"/>
              <a:gd name="csX3456" fmla="*/ 595542 w 1723042"/>
              <a:gd name="csY3456" fmla="*/ 760222 h 825984"/>
              <a:gd name="csX3457" fmla="*/ 595720 w 1723042"/>
              <a:gd name="csY3457" fmla="*/ 760489 h 825984"/>
              <a:gd name="csX3458" fmla="*/ 595889 w 1723042"/>
              <a:gd name="csY3458" fmla="*/ 760756 h 825984"/>
              <a:gd name="csX3459" fmla="*/ 596058 w 1723042"/>
              <a:gd name="csY3459" fmla="*/ 761023 h 825984"/>
              <a:gd name="csX3460" fmla="*/ 596236 w 1723042"/>
              <a:gd name="csY3460" fmla="*/ 761290 h 825984"/>
              <a:gd name="csX3461" fmla="*/ 596405 w 1723042"/>
              <a:gd name="csY3461" fmla="*/ 761557 h 825984"/>
              <a:gd name="csX3462" fmla="*/ 596574 w 1723042"/>
              <a:gd name="csY3462" fmla="*/ 761823 h 825984"/>
              <a:gd name="csX3463" fmla="*/ 596752 w 1723042"/>
              <a:gd name="csY3463" fmla="*/ 762090 h 825984"/>
              <a:gd name="csX3464" fmla="*/ 596921 w 1723042"/>
              <a:gd name="csY3464" fmla="*/ 762357 h 825984"/>
              <a:gd name="csX3465" fmla="*/ 597099 w 1723042"/>
              <a:gd name="csY3465" fmla="*/ 762624 h 825984"/>
              <a:gd name="csX3466" fmla="*/ 597268 w 1723042"/>
              <a:gd name="csY3466" fmla="*/ 762891 h 825984"/>
              <a:gd name="csX3467" fmla="*/ 597437 w 1723042"/>
              <a:gd name="csY3467" fmla="*/ 763167 h 825984"/>
              <a:gd name="csX3468" fmla="*/ 597615 w 1723042"/>
              <a:gd name="csY3468" fmla="*/ 763434 h 825984"/>
              <a:gd name="csX3469" fmla="*/ 597784 w 1723042"/>
              <a:gd name="csY3469" fmla="*/ 763701 h 825984"/>
              <a:gd name="csX3470" fmla="*/ 597953 w 1723042"/>
              <a:gd name="csY3470" fmla="*/ 763976 h 825984"/>
              <a:gd name="csX3471" fmla="*/ 598131 w 1723042"/>
              <a:gd name="csY3471" fmla="*/ 764243 h 825984"/>
              <a:gd name="csX3472" fmla="*/ 598300 w 1723042"/>
              <a:gd name="csY3472" fmla="*/ 764519 h 825984"/>
              <a:gd name="csX3473" fmla="*/ 598478 w 1723042"/>
              <a:gd name="csY3473" fmla="*/ 764786 h 825984"/>
              <a:gd name="csX3474" fmla="*/ 598647 w 1723042"/>
              <a:gd name="csY3474" fmla="*/ 765062 h 825984"/>
              <a:gd name="csX3475" fmla="*/ 598816 w 1723042"/>
              <a:gd name="csY3475" fmla="*/ 765329 h 825984"/>
              <a:gd name="csX3476" fmla="*/ 598994 w 1723042"/>
              <a:gd name="csY3476" fmla="*/ 765604 h 825984"/>
              <a:gd name="csX3477" fmla="*/ 599163 w 1723042"/>
              <a:gd name="csY3477" fmla="*/ 765871 h 825984"/>
              <a:gd name="csX3478" fmla="*/ 599332 w 1723042"/>
              <a:gd name="csY3478" fmla="*/ 766147 h 825984"/>
              <a:gd name="csX3479" fmla="*/ 599510 w 1723042"/>
              <a:gd name="csY3479" fmla="*/ 766423 h 825984"/>
              <a:gd name="csX3480" fmla="*/ 599679 w 1723042"/>
              <a:gd name="csY3480" fmla="*/ 766699 h 825984"/>
              <a:gd name="csX3481" fmla="*/ 599848 w 1723042"/>
              <a:gd name="csY3481" fmla="*/ 766975 h 825984"/>
              <a:gd name="csX3482" fmla="*/ 600026 w 1723042"/>
              <a:gd name="csY3482" fmla="*/ 767241 h 825984"/>
              <a:gd name="csX3483" fmla="*/ 600195 w 1723042"/>
              <a:gd name="csY3483" fmla="*/ 767517 h 825984"/>
              <a:gd name="csX3484" fmla="*/ 600372 w 1723042"/>
              <a:gd name="csY3484" fmla="*/ 767793 h 825984"/>
              <a:gd name="csX3485" fmla="*/ 600542 w 1723042"/>
              <a:gd name="csY3485" fmla="*/ 768069 h 825984"/>
              <a:gd name="csX3486" fmla="*/ 600711 w 1723042"/>
              <a:gd name="csY3486" fmla="*/ 768345 h 825984"/>
              <a:gd name="csX3487" fmla="*/ 600889 w 1723042"/>
              <a:gd name="csY3487" fmla="*/ 768620 h 825984"/>
              <a:gd name="csX3488" fmla="*/ 601058 w 1723042"/>
              <a:gd name="csY3488" fmla="*/ 768896 h 825984"/>
              <a:gd name="csX3489" fmla="*/ 601227 w 1723042"/>
              <a:gd name="csY3489" fmla="*/ 769172 h 825984"/>
              <a:gd name="csX3490" fmla="*/ 601405 w 1723042"/>
              <a:gd name="csY3490" fmla="*/ 769448 h 825984"/>
              <a:gd name="csX3491" fmla="*/ 601573 w 1723042"/>
              <a:gd name="csY3491" fmla="*/ 769724 h 825984"/>
              <a:gd name="csX3492" fmla="*/ 601751 w 1723042"/>
              <a:gd name="csY3492" fmla="*/ 769999 h 825984"/>
              <a:gd name="csX3493" fmla="*/ 601920 w 1723042"/>
              <a:gd name="csY3493" fmla="*/ 770284 h 825984"/>
              <a:gd name="csX3494" fmla="*/ 602090 w 1723042"/>
              <a:gd name="csY3494" fmla="*/ 770560 h 825984"/>
              <a:gd name="csX3495" fmla="*/ 602267 w 1723042"/>
              <a:gd name="csY3495" fmla="*/ 770836 h 825984"/>
              <a:gd name="csX3496" fmla="*/ 602437 w 1723042"/>
              <a:gd name="csY3496" fmla="*/ 771111 h 825984"/>
              <a:gd name="csX3497" fmla="*/ 602606 w 1723042"/>
              <a:gd name="csY3497" fmla="*/ 771387 h 825984"/>
              <a:gd name="csX3498" fmla="*/ 602783 w 1723042"/>
              <a:gd name="csY3498" fmla="*/ 771672 h 825984"/>
              <a:gd name="csX3499" fmla="*/ 602952 w 1723042"/>
              <a:gd name="csY3499" fmla="*/ 771948 h 825984"/>
              <a:gd name="csX3500" fmla="*/ 603122 w 1723042"/>
              <a:gd name="csY3500" fmla="*/ 772223 h 825984"/>
              <a:gd name="csX3501" fmla="*/ 603299 w 1723042"/>
              <a:gd name="csY3501" fmla="*/ 772508 h 825984"/>
              <a:gd name="csX3502" fmla="*/ 603468 w 1723042"/>
              <a:gd name="csY3502" fmla="*/ 772784 h 825984"/>
              <a:gd name="csX3503" fmla="*/ 603646 w 1723042"/>
              <a:gd name="csY3503" fmla="*/ 773060 h 825984"/>
              <a:gd name="csX3504" fmla="*/ 603815 w 1723042"/>
              <a:gd name="csY3504" fmla="*/ 773344 h 825984"/>
              <a:gd name="csX3505" fmla="*/ 603984 w 1723042"/>
              <a:gd name="csY3505" fmla="*/ 773620 h 825984"/>
              <a:gd name="csX3506" fmla="*/ 604162 w 1723042"/>
              <a:gd name="csY3506" fmla="*/ 773896 h 825984"/>
              <a:gd name="csX3507" fmla="*/ 604331 w 1723042"/>
              <a:gd name="csY3507" fmla="*/ 774181 h 825984"/>
              <a:gd name="csX3508" fmla="*/ 604500 w 1723042"/>
              <a:gd name="csY3508" fmla="*/ 774456 h 825984"/>
              <a:gd name="csX3509" fmla="*/ 604678 w 1723042"/>
              <a:gd name="csY3509" fmla="*/ 774741 h 825984"/>
              <a:gd name="csX3510" fmla="*/ 604847 w 1723042"/>
              <a:gd name="csY3510" fmla="*/ 775017 h 825984"/>
              <a:gd name="csX3511" fmla="*/ 605025 w 1723042"/>
              <a:gd name="csY3511" fmla="*/ 775293 h 825984"/>
              <a:gd name="csX3512" fmla="*/ 605194 w 1723042"/>
              <a:gd name="csY3512" fmla="*/ 775577 h 825984"/>
              <a:gd name="csX3513" fmla="*/ 605363 w 1723042"/>
              <a:gd name="csY3513" fmla="*/ 775853 h 825984"/>
              <a:gd name="csX3514" fmla="*/ 605541 w 1723042"/>
              <a:gd name="csY3514" fmla="*/ 776138 h 825984"/>
              <a:gd name="csX3515" fmla="*/ 605710 w 1723042"/>
              <a:gd name="csY3515" fmla="*/ 776414 h 825984"/>
              <a:gd name="csX3516" fmla="*/ 605879 w 1723042"/>
              <a:gd name="csY3516" fmla="*/ 776689 h 825984"/>
              <a:gd name="csX3517" fmla="*/ 606057 w 1723042"/>
              <a:gd name="csY3517" fmla="*/ 776974 h 825984"/>
              <a:gd name="csX3518" fmla="*/ 606226 w 1723042"/>
              <a:gd name="csY3518" fmla="*/ 777250 h 825984"/>
              <a:gd name="csX3519" fmla="*/ 606404 w 1723042"/>
              <a:gd name="csY3519" fmla="*/ 777535 h 825984"/>
              <a:gd name="csX3520" fmla="*/ 606573 w 1723042"/>
              <a:gd name="csY3520" fmla="*/ 777810 h 825984"/>
              <a:gd name="csX3521" fmla="*/ 606742 w 1723042"/>
              <a:gd name="csY3521" fmla="*/ 778095 h 825984"/>
              <a:gd name="csX3522" fmla="*/ 606920 w 1723042"/>
              <a:gd name="csY3522" fmla="*/ 778371 h 825984"/>
              <a:gd name="csX3523" fmla="*/ 607089 w 1723042"/>
              <a:gd name="csY3523" fmla="*/ 778647 h 825984"/>
              <a:gd name="csX3524" fmla="*/ 607258 w 1723042"/>
              <a:gd name="csY3524" fmla="*/ 778931 h 825984"/>
              <a:gd name="csX3525" fmla="*/ 607436 w 1723042"/>
              <a:gd name="csY3525" fmla="*/ 779207 h 825984"/>
              <a:gd name="csX3526" fmla="*/ 607605 w 1723042"/>
              <a:gd name="csY3526" fmla="*/ 779483 h 825984"/>
              <a:gd name="csX3527" fmla="*/ 607774 w 1723042"/>
              <a:gd name="csY3527" fmla="*/ 779768 h 825984"/>
              <a:gd name="csX3528" fmla="*/ 607952 w 1723042"/>
              <a:gd name="csY3528" fmla="*/ 780043 h 825984"/>
              <a:gd name="csX3529" fmla="*/ 608121 w 1723042"/>
              <a:gd name="csY3529" fmla="*/ 780319 h 825984"/>
              <a:gd name="csX3530" fmla="*/ 608299 w 1723042"/>
              <a:gd name="csY3530" fmla="*/ 780604 h 825984"/>
              <a:gd name="csX3531" fmla="*/ 608468 w 1723042"/>
              <a:gd name="csY3531" fmla="*/ 780880 h 825984"/>
              <a:gd name="csX3532" fmla="*/ 608637 w 1723042"/>
              <a:gd name="csY3532" fmla="*/ 781156 h 825984"/>
              <a:gd name="csX3533" fmla="*/ 608815 w 1723042"/>
              <a:gd name="csY3533" fmla="*/ 781440 h 825984"/>
              <a:gd name="csX3534" fmla="*/ 608984 w 1723042"/>
              <a:gd name="csY3534" fmla="*/ 781716 h 825984"/>
              <a:gd name="csX3535" fmla="*/ 609153 w 1723042"/>
              <a:gd name="csY3535" fmla="*/ 781992 h 825984"/>
              <a:gd name="csX3536" fmla="*/ 609331 w 1723042"/>
              <a:gd name="csY3536" fmla="*/ 782268 h 825984"/>
              <a:gd name="csX3537" fmla="*/ 609500 w 1723042"/>
              <a:gd name="csY3537" fmla="*/ 782543 h 825984"/>
              <a:gd name="csX3538" fmla="*/ 609678 w 1723042"/>
              <a:gd name="csY3538" fmla="*/ 782828 h 825984"/>
              <a:gd name="csX3539" fmla="*/ 609847 w 1723042"/>
              <a:gd name="csY3539" fmla="*/ 783104 h 825984"/>
              <a:gd name="csX3540" fmla="*/ 610016 w 1723042"/>
              <a:gd name="csY3540" fmla="*/ 783380 h 825984"/>
              <a:gd name="csX3541" fmla="*/ 610194 w 1723042"/>
              <a:gd name="csY3541" fmla="*/ 783655 h 825984"/>
              <a:gd name="csX3542" fmla="*/ 610363 w 1723042"/>
              <a:gd name="csY3542" fmla="*/ 783931 h 825984"/>
              <a:gd name="csX3543" fmla="*/ 610532 w 1723042"/>
              <a:gd name="csY3543" fmla="*/ 784207 h 825984"/>
              <a:gd name="csX3544" fmla="*/ 610710 w 1723042"/>
              <a:gd name="csY3544" fmla="*/ 784483 h 825984"/>
              <a:gd name="csX3545" fmla="*/ 610879 w 1723042"/>
              <a:gd name="csY3545" fmla="*/ 784759 h 825984"/>
              <a:gd name="csX3546" fmla="*/ 611048 w 1723042"/>
              <a:gd name="csY3546" fmla="*/ 785034 h 825984"/>
              <a:gd name="csX3547" fmla="*/ 611226 w 1723042"/>
              <a:gd name="csY3547" fmla="*/ 785310 h 825984"/>
              <a:gd name="csX3548" fmla="*/ 611395 w 1723042"/>
              <a:gd name="csY3548" fmla="*/ 785577 h 825984"/>
              <a:gd name="csX3549" fmla="*/ 611573 w 1723042"/>
              <a:gd name="csY3549" fmla="*/ 785853 h 825984"/>
              <a:gd name="csX3550" fmla="*/ 611742 w 1723042"/>
              <a:gd name="csY3550" fmla="*/ 786129 h 825984"/>
              <a:gd name="csX3551" fmla="*/ 611911 w 1723042"/>
              <a:gd name="csY3551" fmla="*/ 786404 h 825984"/>
              <a:gd name="csX3552" fmla="*/ 612089 w 1723042"/>
              <a:gd name="csY3552" fmla="*/ 786671 h 825984"/>
              <a:gd name="csX3553" fmla="*/ 612258 w 1723042"/>
              <a:gd name="csY3553" fmla="*/ 786947 h 825984"/>
              <a:gd name="csX3554" fmla="*/ 612427 w 1723042"/>
              <a:gd name="csY3554" fmla="*/ 787223 h 825984"/>
              <a:gd name="csX3555" fmla="*/ 612605 w 1723042"/>
              <a:gd name="csY3555" fmla="*/ 787490 h 825984"/>
              <a:gd name="csX3556" fmla="*/ 612774 w 1723042"/>
              <a:gd name="csY3556" fmla="*/ 787766 h 825984"/>
              <a:gd name="csX3557" fmla="*/ 612952 w 1723042"/>
              <a:gd name="csY3557" fmla="*/ 788032 h 825984"/>
              <a:gd name="csX3558" fmla="*/ 613121 w 1723042"/>
              <a:gd name="csY3558" fmla="*/ 788308 h 825984"/>
              <a:gd name="csX3559" fmla="*/ 613290 w 1723042"/>
              <a:gd name="csY3559" fmla="*/ 788575 h 825984"/>
              <a:gd name="csX3560" fmla="*/ 613468 w 1723042"/>
              <a:gd name="csY3560" fmla="*/ 788842 h 825984"/>
              <a:gd name="csX3561" fmla="*/ 613637 w 1723042"/>
              <a:gd name="csY3561" fmla="*/ 789109 h 825984"/>
              <a:gd name="csX3562" fmla="*/ 613806 w 1723042"/>
              <a:gd name="csY3562" fmla="*/ 789385 h 825984"/>
              <a:gd name="csX3563" fmla="*/ 613984 w 1723042"/>
              <a:gd name="csY3563" fmla="*/ 789652 h 825984"/>
              <a:gd name="csX3564" fmla="*/ 614153 w 1723042"/>
              <a:gd name="csY3564" fmla="*/ 789919 h 825984"/>
              <a:gd name="csX3565" fmla="*/ 614331 w 1723042"/>
              <a:gd name="csY3565" fmla="*/ 790185 h 825984"/>
              <a:gd name="csX3566" fmla="*/ 614500 w 1723042"/>
              <a:gd name="csY3566" fmla="*/ 790452 h 825984"/>
              <a:gd name="csX3567" fmla="*/ 614669 w 1723042"/>
              <a:gd name="csY3567" fmla="*/ 790719 h 825984"/>
              <a:gd name="csX3568" fmla="*/ 614847 w 1723042"/>
              <a:gd name="csY3568" fmla="*/ 790986 h 825984"/>
              <a:gd name="csX3569" fmla="*/ 615016 w 1723042"/>
              <a:gd name="csY3569" fmla="*/ 791253 h 825984"/>
              <a:gd name="csX3570" fmla="*/ 615185 w 1723042"/>
              <a:gd name="csY3570" fmla="*/ 791511 h 825984"/>
              <a:gd name="csX3571" fmla="*/ 615363 w 1723042"/>
              <a:gd name="csY3571" fmla="*/ 791778 h 825984"/>
              <a:gd name="csX3572" fmla="*/ 615532 w 1723042"/>
              <a:gd name="csY3572" fmla="*/ 792045 h 825984"/>
              <a:gd name="csX3573" fmla="*/ 615701 w 1723042"/>
              <a:gd name="csY3573" fmla="*/ 792303 h 825984"/>
              <a:gd name="csX3574" fmla="*/ 615879 w 1723042"/>
              <a:gd name="csY3574" fmla="*/ 792570 h 825984"/>
              <a:gd name="csX3575" fmla="*/ 616048 w 1723042"/>
              <a:gd name="csY3575" fmla="*/ 792828 h 825984"/>
              <a:gd name="csX3576" fmla="*/ 616226 w 1723042"/>
              <a:gd name="csY3576" fmla="*/ 793086 h 825984"/>
              <a:gd name="csX3577" fmla="*/ 616395 w 1723042"/>
              <a:gd name="csY3577" fmla="*/ 793353 h 825984"/>
              <a:gd name="csX3578" fmla="*/ 616564 w 1723042"/>
              <a:gd name="csY3578" fmla="*/ 793611 h 825984"/>
              <a:gd name="csX3579" fmla="*/ 616742 w 1723042"/>
              <a:gd name="csY3579" fmla="*/ 793868 h 825984"/>
              <a:gd name="csX3580" fmla="*/ 616911 w 1723042"/>
              <a:gd name="csY3580" fmla="*/ 794127 h 825984"/>
              <a:gd name="csX3581" fmla="*/ 617080 w 1723042"/>
              <a:gd name="csY3581" fmla="*/ 794385 h 825984"/>
              <a:gd name="csX3582" fmla="*/ 617258 w 1723042"/>
              <a:gd name="csY3582" fmla="*/ 794642 h 825984"/>
              <a:gd name="csX3583" fmla="*/ 617427 w 1723042"/>
              <a:gd name="csY3583" fmla="*/ 794900 h 825984"/>
              <a:gd name="csX3584" fmla="*/ 617605 w 1723042"/>
              <a:gd name="csY3584" fmla="*/ 795159 h 825984"/>
              <a:gd name="csX3585" fmla="*/ 617774 w 1723042"/>
              <a:gd name="csY3585" fmla="*/ 795408 h 825984"/>
              <a:gd name="csX3586" fmla="*/ 617943 w 1723042"/>
              <a:gd name="csY3586" fmla="*/ 795666 h 825984"/>
              <a:gd name="csX3587" fmla="*/ 618121 w 1723042"/>
              <a:gd name="csY3587" fmla="*/ 795915 h 825984"/>
              <a:gd name="csX3588" fmla="*/ 618290 w 1723042"/>
              <a:gd name="csY3588" fmla="*/ 796173 h 825984"/>
              <a:gd name="csX3589" fmla="*/ 618459 w 1723042"/>
              <a:gd name="csY3589" fmla="*/ 796422 h 825984"/>
              <a:gd name="csX3590" fmla="*/ 618637 w 1723042"/>
              <a:gd name="csY3590" fmla="*/ 796671 h 825984"/>
              <a:gd name="csX3591" fmla="*/ 618806 w 1723042"/>
              <a:gd name="csY3591" fmla="*/ 796929 h 825984"/>
              <a:gd name="csX3592" fmla="*/ 618984 w 1723042"/>
              <a:gd name="csY3592" fmla="*/ 797178 h 825984"/>
              <a:gd name="csX3593" fmla="*/ 619153 w 1723042"/>
              <a:gd name="csY3593" fmla="*/ 797427 h 825984"/>
              <a:gd name="csX3594" fmla="*/ 619322 w 1723042"/>
              <a:gd name="csY3594" fmla="*/ 797676 h 825984"/>
              <a:gd name="csX3595" fmla="*/ 619500 w 1723042"/>
              <a:gd name="csY3595" fmla="*/ 797916 h 825984"/>
              <a:gd name="csX3596" fmla="*/ 619669 w 1723042"/>
              <a:gd name="csY3596" fmla="*/ 798166 h 825984"/>
              <a:gd name="csX3597" fmla="*/ 619838 w 1723042"/>
              <a:gd name="csY3597" fmla="*/ 798415 h 825984"/>
              <a:gd name="csX3598" fmla="*/ 620016 w 1723042"/>
              <a:gd name="csY3598" fmla="*/ 798655 h 825984"/>
              <a:gd name="csX3599" fmla="*/ 620185 w 1723042"/>
              <a:gd name="csY3599" fmla="*/ 798904 h 825984"/>
              <a:gd name="csX3600" fmla="*/ 620354 w 1723042"/>
              <a:gd name="csY3600" fmla="*/ 799144 h 825984"/>
              <a:gd name="csX3601" fmla="*/ 620532 w 1723042"/>
              <a:gd name="csY3601" fmla="*/ 799384 h 825984"/>
              <a:gd name="csX3602" fmla="*/ 620701 w 1723042"/>
              <a:gd name="csY3602" fmla="*/ 799633 h 825984"/>
              <a:gd name="csX3603" fmla="*/ 620879 w 1723042"/>
              <a:gd name="csY3603" fmla="*/ 799874 h 825984"/>
              <a:gd name="csX3604" fmla="*/ 621048 w 1723042"/>
              <a:gd name="csY3604" fmla="*/ 800114 h 825984"/>
              <a:gd name="csX3605" fmla="*/ 621217 w 1723042"/>
              <a:gd name="csY3605" fmla="*/ 800345 h 825984"/>
              <a:gd name="csX3606" fmla="*/ 621395 w 1723042"/>
              <a:gd name="csY3606" fmla="*/ 800585 h 825984"/>
              <a:gd name="csX3607" fmla="*/ 621564 w 1723042"/>
              <a:gd name="csY3607" fmla="*/ 800826 h 825984"/>
              <a:gd name="csX3608" fmla="*/ 621733 w 1723042"/>
              <a:gd name="csY3608" fmla="*/ 801057 h 825984"/>
              <a:gd name="csX3609" fmla="*/ 621911 w 1723042"/>
              <a:gd name="csY3609" fmla="*/ 801297 h 825984"/>
              <a:gd name="csX3610" fmla="*/ 622080 w 1723042"/>
              <a:gd name="csY3610" fmla="*/ 801528 h 825984"/>
              <a:gd name="csX3611" fmla="*/ 622258 w 1723042"/>
              <a:gd name="csY3611" fmla="*/ 801760 h 825984"/>
              <a:gd name="csX3612" fmla="*/ 622427 w 1723042"/>
              <a:gd name="csY3612" fmla="*/ 802000 h 825984"/>
              <a:gd name="csX3613" fmla="*/ 622596 w 1723042"/>
              <a:gd name="csY3613" fmla="*/ 802231 h 825984"/>
              <a:gd name="csX3614" fmla="*/ 622774 w 1723042"/>
              <a:gd name="csY3614" fmla="*/ 802462 h 825984"/>
              <a:gd name="csX3615" fmla="*/ 622943 w 1723042"/>
              <a:gd name="csY3615" fmla="*/ 802685 h 825984"/>
              <a:gd name="csX3616" fmla="*/ 623112 w 1723042"/>
              <a:gd name="csY3616" fmla="*/ 802916 h 825984"/>
              <a:gd name="csX3617" fmla="*/ 623290 w 1723042"/>
              <a:gd name="csY3617" fmla="*/ 803148 h 825984"/>
              <a:gd name="csX3618" fmla="*/ 623459 w 1723042"/>
              <a:gd name="csY3618" fmla="*/ 803370 h 825984"/>
              <a:gd name="csX3619" fmla="*/ 623628 w 1723042"/>
              <a:gd name="csY3619" fmla="*/ 803592 h 825984"/>
              <a:gd name="csX3620" fmla="*/ 623806 w 1723042"/>
              <a:gd name="csY3620" fmla="*/ 803824 h 825984"/>
              <a:gd name="csX3621" fmla="*/ 623975 w 1723042"/>
              <a:gd name="csY3621" fmla="*/ 804046 h 825984"/>
              <a:gd name="csX3622" fmla="*/ 624153 w 1723042"/>
              <a:gd name="csY3622" fmla="*/ 804268 h 825984"/>
              <a:gd name="csX3623" fmla="*/ 624322 w 1723042"/>
              <a:gd name="csY3623" fmla="*/ 804491 h 825984"/>
              <a:gd name="csX3624" fmla="*/ 624491 w 1723042"/>
              <a:gd name="csY3624" fmla="*/ 804704 h 825984"/>
              <a:gd name="csX3625" fmla="*/ 624669 w 1723042"/>
              <a:gd name="csY3625" fmla="*/ 804927 h 825984"/>
              <a:gd name="csX3626" fmla="*/ 624838 w 1723042"/>
              <a:gd name="csY3626" fmla="*/ 805140 h 825984"/>
              <a:gd name="csX3627" fmla="*/ 625007 w 1723042"/>
              <a:gd name="csY3627" fmla="*/ 805363 h 825984"/>
              <a:gd name="csX3628" fmla="*/ 625185 w 1723042"/>
              <a:gd name="csY3628" fmla="*/ 805576 h 825984"/>
              <a:gd name="csX3629" fmla="*/ 625354 w 1723042"/>
              <a:gd name="csY3629" fmla="*/ 805790 h 825984"/>
              <a:gd name="csX3630" fmla="*/ 625532 w 1723042"/>
              <a:gd name="csY3630" fmla="*/ 806003 h 825984"/>
              <a:gd name="csX3631" fmla="*/ 625701 w 1723042"/>
              <a:gd name="csY3631" fmla="*/ 806217 h 825984"/>
              <a:gd name="csX3632" fmla="*/ 625870 w 1723042"/>
              <a:gd name="csY3632" fmla="*/ 806430 h 825984"/>
              <a:gd name="csX3633" fmla="*/ 626048 w 1723042"/>
              <a:gd name="csY3633" fmla="*/ 806644 h 825984"/>
              <a:gd name="csX3634" fmla="*/ 626217 w 1723042"/>
              <a:gd name="csY3634" fmla="*/ 806848 h 825984"/>
              <a:gd name="csX3635" fmla="*/ 626386 w 1723042"/>
              <a:gd name="csY3635" fmla="*/ 807053 h 825984"/>
              <a:gd name="csX3636" fmla="*/ 626564 w 1723042"/>
              <a:gd name="csY3636" fmla="*/ 807267 h 825984"/>
              <a:gd name="csX3637" fmla="*/ 626733 w 1723042"/>
              <a:gd name="csY3637" fmla="*/ 807471 h 825984"/>
              <a:gd name="csX3638" fmla="*/ 626911 w 1723042"/>
              <a:gd name="csY3638" fmla="*/ 807676 h 825984"/>
              <a:gd name="csX3639" fmla="*/ 627080 w 1723042"/>
              <a:gd name="csY3639" fmla="*/ 807880 h 825984"/>
              <a:gd name="csX3640" fmla="*/ 627249 w 1723042"/>
              <a:gd name="csY3640" fmla="*/ 808076 h 825984"/>
              <a:gd name="csX3641" fmla="*/ 627427 w 1723042"/>
              <a:gd name="csY3641" fmla="*/ 808281 h 825984"/>
              <a:gd name="csX3642" fmla="*/ 627596 w 1723042"/>
              <a:gd name="csY3642" fmla="*/ 808485 h 825984"/>
              <a:gd name="csX3643" fmla="*/ 627765 w 1723042"/>
              <a:gd name="csY3643" fmla="*/ 808681 h 825984"/>
              <a:gd name="csX3644" fmla="*/ 627943 w 1723042"/>
              <a:gd name="csY3644" fmla="*/ 808877 h 825984"/>
              <a:gd name="csX3645" fmla="*/ 628112 w 1723042"/>
              <a:gd name="csY3645" fmla="*/ 809073 h 825984"/>
              <a:gd name="csX3646" fmla="*/ 628281 w 1723042"/>
              <a:gd name="csY3646" fmla="*/ 809268 h 825984"/>
              <a:gd name="csX3647" fmla="*/ 628459 w 1723042"/>
              <a:gd name="csY3647" fmla="*/ 809464 h 825984"/>
              <a:gd name="csX3648" fmla="*/ 628628 w 1723042"/>
              <a:gd name="csY3648" fmla="*/ 809660 h 825984"/>
              <a:gd name="csX3649" fmla="*/ 628806 w 1723042"/>
              <a:gd name="csY3649" fmla="*/ 809847 h 825984"/>
              <a:gd name="csX3650" fmla="*/ 628975 w 1723042"/>
              <a:gd name="csY3650" fmla="*/ 810042 h 825984"/>
              <a:gd name="csX3651" fmla="*/ 629144 w 1723042"/>
              <a:gd name="csY3651" fmla="*/ 810229 h 825984"/>
              <a:gd name="csX3652" fmla="*/ 629322 w 1723042"/>
              <a:gd name="csY3652" fmla="*/ 810416 h 825984"/>
              <a:gd name="csX3653" fmla="*/ 629491 w 1723042"/>
              <a:gd name="csY3653" fmla="*/ 810603 h 825984"/>
              <a:gd name="csX3654" fmla="*/ 629660 w 1723042"/>
              <a:gd name="csY3654" fmla="*/ 810790 h 825984"/>
              <a:gd name="csX3655" fmla="*/ 629838 w 1723042"/>
              <a:gd name="csY3655" fmla="*/ 810968 h 825984"/>
              <a:gd name="csX3656" fmla="*/ 630007 w 1723042"/>
              <a:gd name="csY3656" fmla="*/ 811154 h 825984"/>
              <a:gd name="csX3657" fmla="*/ 630184 w 1723042"/>
              <a:gd name="csY3657" fmla="*/ 811332 h 825984"/>
              <a:gd name="csX3658" fmla="*/ 630354 w 1723042"/>
              <a:gd name="csY3658" fmla="*/ 811519 h 825984"/>
              <a:gd name="csX3659" fmla="*/ 630523 w 1723042"/>
              <a:gd name="csY3659" fmla="*/ 811697 h 825984"/>
              <a:gd name="csX3660" fmla="*/ 630701 w 1723042"/>
              <a:gd name="csY3660" fmla="*/ 811875 h 825984"/>
              <a:gd name="csX3661" fmla="*/ 630870 w 1723042"/>
              <a:gd name="csY3661" fmla="*/ 812053 h 825984"/>
              <a:gd name="csX3662" fmla="*/ 631039 w 1723042"/>
              <a:gd name="csY3662" fmla="*/ 812222 h 825984"/>
              <a:gd name="csX3663" fmla="*/ 631217 w 1723042"/>
              <a:gd name="csY3663" fmla="*/ 812400 h 825984"/>
              <a:gd name="csX3664" fmla="*/ 631385 w 1723042"/>
              <a:gd name="csY3664" fmla="*/ 812569 h 825984"/>
              <a:gd name="csX3665" fmla="*/ 631555 w 1723042"/>
              <a:gd name="csY3665" fmla="*/ 812747 h 825984"/>
              <a:gd name="csX3666" fmla="*/ 631732 w 1723042"/>
              <a:gd name="csY3666" fmla="*/ 812916 h 825984"/>
              <a:gd name="csX3667" fmla="*/ 631902 w 1723042"/>
              <a:gd name="csY3667" fmla="*/ 813085 h 825984"/>
              <a:gd name="csX3668" fmla="*/ 632079 w 1723042"/>
              <a:gd name="csY3668" fmla="*/ 813254 h 825984"/>
              <a:gd name="csX3669" fmla="*/ 632249 w 1723042"/>
              <a:gd name="csY3669" fmla="*/ 813414 h 825984"/>
              <a:gd name="csX3670" fmla="*/ 632418 w 1723042"/>
              <a:gd name="csY3670" fmla="*/ 813583 h 825984"/>
              <a:gd name="csX3671" fmla="*/ 632595 w 1723042"/>
              <a:gd name="csY3671" fmla="*/ 813743 h 825984"/>
              <a:gd name="csX3672" fmla="*/ 632764 w 1723042"/>
              <a:gd name="csY3672" fmla="*/ 813912 h 825984"/>
              <a:gd name="csX3673" fmla="*/ 632933 w 1723042"/>
              <a:gd name="csY3673" fmla="*/ 814072 h 825984"/>
              <a:gd name="csX3674" fmla="*/ 633111 w 1723042"/>
              <a:gd name="csY3674" fmla="*/ 814232 h 825984"/>
              <a:gd name="csX3675" fmla="*/ 633280 w 1723042"/>
              <a:gd name="csY3675" fmla="*/ 814384 h 825984"/>
              <a:gd name="csX3676" fmla="*/ 633458 w 1723042"/>
              <a:gd name="csY3676" fmla="*/ 814544 h 825984"/>
              <a:gd name="csX3677" fmla="*/ 633627 w 1723042"/>
              <a:gd name="csY3677" fmla="*/ 814704 h 825984"/>
              <a:gd name="csX3678" fmla="*/ 633797 w 1723042"/>
              <a:gd name="csY3678" fmla="*/ 814855 h 825984"/>
              <a:gd name="csX3679" fmla="*/ 633974 w 1723042"/>
              <a:gd name="csY3679" fmla="*/ 815006 h 825984"/>
              <a:gd name="csX3680" fmla="*/ 634143 w 1723042"/>
              <a:gd name="csY3680" fmla="*/ 815158 h 825984"/>
              <a:gd name="csX3681" fmla="*/ 634312 w 1723042"/>
              <a:gd name="csY3681" fmla="*/ 815309 h 825984"/>
              <a:gd name="csX3682" fmla="*/ 634490 w 1723042"/>
              <a:gd name="csY3682" fmla="*/ 815460 h 825984"/>
              <a:gd name="csX3683" fmla="*/ 634659 w 1723042"/>
              <a:gd name="csY3683" fmla="*/ 815611 h 825984"/>
              <a:gd name="csX3684" fmla="*/ 634837 w 1723042"/>
              <a:gd name="csY3684" fmla="*/ 815754 h 825984"/>
              <a:gd name="csX3685" fmla="*/ 635006 w 1723042"/>
              <a:gd name="csY3685" fmla="*/ 815905 h 825984"/>
              <a:gd name="csX3686" fmla="*/ 635175 w 1723042"/>
              <a:gd name="csY3686" fmla="*/ 816047 h 825984"/>
              <a:gd name="csX3687" fmla="*/ 635353 w 1723042"/>
              <a:gd name="csY3687" fmla="*/ 816190 h 825984"/>
              <a:gd name="csX3688" fmla="*/ 635522 w 1723042"/>
              <a:gd name="csY3688" fmla="*/ 816332 h 825984"/>
              <a:gd name="csX3689" fmla="*/ 635691 w 1723042"/>
              <a:gd name="csY3689" fmla="*/ 816474 h 825984"/>
              <a:gd name="csX3690" fmla="*/ 635869 w 1723042"/>
              <a:gd name="csY3690" fmla="*/ 816608 h 825984"/>
              <a:gd name="csX3691" fmla="*/ 636038 w 1723042"/>
              <a:gd name="csY3691" fmla="*/ 816750 h 825984"/>
              <a:gd name="csX3692" fmla="*/ 636207 w 1723042"/>
              <a:gd name="csY3692" fmla="*/ 816884 h 825984"/>
              <a:gd name="csX3693" fmla="*/ 636385 w 1723042"/>
              <a:gd name="csY3693" fmla="*/ 817017 h 825984"/>
              <a:gd name="csX3694" fmla="*/ 636554 w 1723042"/>
              <a:gd name="csY3694" fmla="*/ 817151 h 825984"/>
              <a:gd name="csX3695" fmla="*/ 636732 w 1723042"/>
              <a:gd name="csY3695" fmla="*/ 817284 h 825984"/>
              <a:gd name="csX3696" fmla="*/ 636901 w 1723042"/>
              <a:gd name="csY3696" fmla="*/ 817417 h 825984"/>
              <a:gd name="csX3697" fmla="*/ 637070 w 1723042"/>
              <a:gd name="csY3697" fmla="*/ 817551 h 825984"/>
              <a:gd name="csX3698" fmla="*/ 637248 w 1723042"/>
              <a:gd name="csY3698" fmla="*/ 817675 h 825984"/>
              <a:gd name="csX3699" fmla="*/ 637417 w 1723042"/>
              <a:gd name="csY3699" fmla="*/ 817800 h 825984"/>
              <a:gd name="csX3700" fmla="*/ 637586 w 1723042"/>
              <a:gd name="csY3700" fmla="*/ 817933 h 825984"/>
              <a:gd name="csX3701" fmla="*/ 637764 w 1723042"/>
              <a:gd name="csY3701" fmla="*/ 818058 h 825984"/>
              <a:gd name="csX3702" fmla="*/ 637933 w 1723042"/>
              <a:gd name="csY3702" fmla="*/ 818183 h 825984"/>
              <a:gd name="csX3703" fmla="*/ 638111 w 1723042"/>
              <a:gd name="csY3703" fmla="*/ 818298 h 825984"/>
              <a:gd name="csX3704" fmla="*/ 638280 w 1723042"/>
              <a:gd name="csY3704" fmla="*/ 818423 h 825984"/>
              <a:gd name="csX3705" fmla="*/ 638449 w 1723042"/>
              <a:gd name="csY3705" fmla="*/ 818538 h 825984"/>
              <a:gd name="csX3706" fmla="*/ 638627 w 1723042"/>
              <a:gd name="csY3706" fmla="*/ 818663 h 825984"/>
              <a:gd name="csX3707" fmla="*/ 638796 w 1723042"/>
              <a:gd name="csY3707" fmla="*/ 818779 h 825984"/>
              <a:gd name="csX3708" fmla="*/ 638965 w 1723042"/>
              <a:gd name="csY3708" fmla="*/ 818894 h 825984"/>
              <a:gd name="csX3709" fmla="*/ 639143 w 1723042"/>
              <a:gd name="csY3709" fmla="*/ 819010 h 825984"/>
              <a:gd name="csX3710" fmla="*/ 639312 w 1723042"/>
              <a:gd name="csY3710" fmla="*/ 819117 h 825984"/>
              <a:gd name="csX3711" fmla="*/ 639490 w 1723042"/>
              <a:gd name="csY3711" fmla="*/ 819232 h 825984"/>
              <a:gd name="csX3712" fmla="*/ 639659 w 1723042"/>
              <a:gd name="csY3712" fmla="*/ 819348 h 825984"/>
              <a:gd name="csX3713" fmla="*/ 639828 w 1723042"/>
              <a:gd name="csY3713" fmla="*/ 819455 h 825984"/>
              <a:gd name="csX3714" fmla="*/ 640006 w 1723042"/>
              <a:gd name="csY3714" fmla="*/ 819561 h 825984"/>
              <a:gd name="csX3715" fmla="*/ 640175 w 1723042"/>
              <a:gd name="csY3715" fmla="*/ 819668 h 825984"/>
              <a:gd name="csX3716" fmla="*/ 640344 w 1723042"/>
              <a:gd name="csY3716" fmla="*/ 819775 h 825984"/>
              <a:gd name="csX3717" fmla="*/ 640522 w 1723042"/>
              <a:gd name="csY3717" fmla="*/ 819882 h 825984"/>
              <a:gd name="csX3718" fmla="*/ 640691 w 1723042"/>
              <a:gd name="csY3718" fmla="*/ 819980 h 825984"/>
              <a:gd name="csX3719" fmla="*/ 640860 w 1723042"/>
              <a:gd name="csY3719" fmla="*/ 820086 h 825984"/>
              <a:gd name="csX3720" fmla="*/ 641038 w 1723042"/>
              <a:gd name="csY3720" fmla="*/ 820184 h 825984"/>
              <a:gd name="csX3721" fmla="*/ 641207 w 1723042"/>
              <a:gd name="csY3721" fmla="*/ 820282 h 825984"/>
              <a:gd name="csX3722" fmla="*/ 641385 w 1723042"/>
              <a:gd name="csY3722" fmla="*/ 820389 h 825984"/>
              <a:gd name="csX3723" fmla="*/ 641554 w 1723042"/>
              <a:gd name="csY3723" fmla="*/ 820487 h 825984"/>
              <a:gd name="csX3724" fmla="*/ 641723 w 1723042"/>
              <a:gd name="csY3724" fmla="*/ 820576 h 825984"/>
              <a:gd name="csX3725" fmla="*/ 641901 w 1723042"/>
              <a:gd name="csY3725" fmla="*/ 820673 h 825984"/>
              <a:gd name="csX3726" fmla="*/ 642070 w 1723042"/>
              <a:gd name="csY3726" fmla="*/ 820771 h 825984"/>
              <a:gd name="csX3727" fmla="*/ 642239 w 1723042"/>
              <a:gd name="csY3727" fmla="*/ 820860 h 825984"/>
              <a:gd name="csX3728" fmla="*/ 642417 w 1723042"/>
              <a:gd name="csY3728" fmla="*/ 820949 h 825984"/>
              <a:gd name="csX3729" fmla="*/ 642586 w 1723042"/>
              <a:gd name="csY3729" fmla="*/ 821038 h 825984"/>
              <a:gd name="csX3730" fmla="*/ 642764 w 1723042"/>
              <a:gd name="csY3730" fmla="*/ 821127 h 825984"/>
              <a:gd name="csX3731" fmla="*/ 642933 w 1723042"/>
              <a:gd name="csY3731" fmla="*/ 821216 h 825984"/>
              <a:gd name="csX3732" fmla="*/ 643102 w 1723042"/>
              <a:gd name="csY3732" fmla="*/ 821305 h 825984"/>
              <a:gd name="csX3733" fmla="*/ 643280 w 1723042"/>
              <a:gd name="csY3733" fmla="*/ 821394 h 825984"/>
              <a:gd name="csX3734" fmla="*/ 643449 w 1723042"/>
              <a:gd name="csY3734" fmla="*/ 821474 h 825984"/>
              <a:gd name="csX3735" fmla="*/ 643618 w 1723042"/>
              <a:gd name="csY3735" fmla="*/ 821563 h 825984"/>
              <a:gd name="csX3736" fmla="*/ 643796 w 1723042"/>
              <a:gd name="csY3736" fmla="*/ 821643 h 825984"/>
              <a:gd name="csX3737" fmla="*/ 643965 w 1723042"/>
              <a:gd name="csY3737" fmla="*/ 821723 h 825984"/>
              <a:gd name="csX3738" fmla="*/ 644134 w 1723042"/>
              <a:gd name="csY3738" fmla="*/ 821803 h 825984"/>
              <a:gd name="csX3739" fmla="*/ 644312 w 1723042"/>
              <a:gd name="csY3739" fmla="*/ 821883 h 825984"/>
              <a:gd name="csX3740" fmla="*/ 644481 w 1723042"/>
              <a:gd name="csY3740" fmla="*/ 821964 h 825984"/>
              <a:gd name="csX3741" fmla="*/ 644659 w 1723042"/>
              <a:gd name="csY3741" fmla="*/ 822035 h 825984"/>
              <a:gd name="csX3742" fmla="*/ 644828 w 1723042"/>
              <a:gd name="csY3742" fmla="*/ 822115 h 825984"/>
              <a:gd name="csX3743" fmla="*/ 644997 w 1723042"/>
              <a:gd name="csY3743" fmla="*/ 822186 h 825984"/>
              <a:gd name="csX3744" fmla="*/ 645175 w 1723042"/>
              <a:gd name="csY3744" fmla="*/ 822266 h 825984"/>
              <a:gd name="csX3745" fmla="*/ 645344 w 1723042"/>
              <a:gd name="csY3745" fmla="*/ 822337 h 825984"/>
              <a:gd name="csX3746" fmla="*/ 645513 w 1723042"/>
              <a:gd name="csY3746" fmla="*/ 822408 h 825984"/>
              <a:gd name="csX3747" fmla="*/ 645691 w 1723042"/>
              <a:gd name="csY3747" fmla="*/ 822479 h 825984"/>
              <a:gd name="csX3748" fmla="*/ 645860 w 1723042"/>
              <a:gd name="csY3748" fmla="*/ 822551 h 825984"/>
              <a:gd name="csX3749" fmla="*/ 646038 w 1723042"/>
              <a:gd name="csY3749" fmla="*/ 822613 h 825984"/>
              <a:gd name="csX3750" fmla="*/ 646207 w 1723042"/>
              <a:gd name="csY3750" fmla="*/ 822684 h 825984"/>
              <a:gd name="csX3751" fmla="*/ 646376 w 1723042"/>
              <a:gd name="csY3751" fmla="*/ 822746 h 825984"/>
              <a:gd name="csX3752" fmla="*/ 646554 w 1723042"/>
              <a:gd name="csY3752" fmla="*/ 822818 h 825984"/>
              <a:gd name="csX3753" fmla="*/ 646723 w 1723042"/>
              <a:gd name="csY3753" fmla="*/ 822880 h 825984"/>
              <a:gd name="csX3754" fmla="*/ 646892 w 1723042"/>
              <a:gd name="csY3754" fmla="*/ 822942 h 825984"/>
              <a:gd name="csX3755" fmla="*/ 647070 w 1723042"/>
              <a:gd name="csY3755" fmla="*/ 823004 h 825984"/>
              <a:gd name="csX3756" fmla="*/ 647239 w 1723042"/>
              <a:gd name="csY3756" fmla="*/ 823067 h 825984"/>
              <a:gd name="csX3757" fmla="*/ 647417 w 1723042"/>
              <a:gd name="csY3757" fmla="*/ 823129 h 825984"/>
              <a:gd name="csX3758" fmla="*/ 647586 w 1723042"/>
              <a:gd name="csY3758" fmla="*/ 823191 h 825984"/>
              <a:gd name="csX3759" fmla="*/ 647755 w 1723042"/>
              <a:gd name="csY3759" fmla="*/ 823245 h 825984"/>
              <a:gd name="csX3760" fmla="*/ 647933 w 1723042"/>
              <a:gd name="csY3760" fmla="*/ 823307 h 825984"/>
              <a:gd name="csX3761" fmla="*/ 648102 w 1723042"/>
              <a:gd name="csY3761" fmla="*/ 823360 h 825984"/>
              <a:gd name="csX3762" fmla="*/ 648271 w 1723042"/>
              <a:gd name="csY3762" fmla="*/ 823414 h 825984"/>
              <a:gd name="csX3763" fmla="*/ 648449 w 1723042"/>
              <a:gd name="csY3763" fmla="*/ 823467 h 825984"/>
              <a:gd name="csX3764" fmla="*/ 648618 w 1723042"/>
              <a:gd name="csY3764" fmla="*/ 823529 h 825984"/>
              <a:gd name="csX3765" fmla="*/ 648787 w 1723042"/>
              <a:gd name="csY3765" fmla="*/ 823574 h 825984"/>
              <a:gd name="csX3766" fmla="*/ 648965 w 1723042"/>
              <a:gd name="csY3766" fmla="*/ 823627 h 825984"/>
              <a:gd name="csX3767" fmla="*/ 649134 w 1723042"/>
              <a:gd name="csY3767" fmla="*/ 823680 h 825984"/>
              <a:gd name="csX3768" fmla="*/ 649312 w 1723042"/>
              <a:gd name="csY3768" fmla="*/ 823734 h 825984"/>
              <a:gd name="csX3769" fmla="*/ 649481 w 1723042"/>
              <a:gd name="csY3769" fmla="*/ 823778 h 825984"/>
              <a:gd name="csX3770" fmla="*/ 649650 w 1723042"/>
              <a:gd name="csY3770" fmla="*/ 823832 h 825984"/>
              <a:gd name="csX3771" fmla="*/ 649828 w 1723042"/>
              <a:gd name="csY3771" fmla="*/ 823876 h 825984"/>
              <a:gd name="csX3772" fmla="*/ 649997 w 1723042"/>
              <a:gd name="csY3772" fmla="*/ 823930 h 825984"/>
              <a:gd name="csX3773" fmla="*/ 650166 w 1723042"/>
              <a:gd name="csY3773" fmla="*/ 823974 h 825984"/>
              <a:gd name="csX3774" fmla="*/ 650344 w 1723042"/>
              <a:gd name="csY3774" fmla="*/ 824019 h 825984"/>
              <a:gd name="csX3775" fmla="*/ 650513 w 1723042"/>
              <a:gd name="csY3775" fmla="*/ 824063 h 825984"/>
              <a:gd name="csX3776" fmla="*/ 650691 w 1723042"/>
              <a:gd name="csY3776" fmla="*/ 824108 h 825984"/>
              <a:gd name="csX3777" fmla="*/ 650860 w 1723042"/>
              <a:gd name="csY3777" fmla="*/ 824152 h 825984"/>
              <a:gd name="csX3778" fmla="*/ 651029 w 1723042"/>
              <a:gd name="csY3778" fmla="*/ 824188 h 825984"/>
              <a:gd name="csX3779" fmla="*/ 651207 w 1723042"/>
              <a:gd name="csY3779" fmla="*/ 824232 h 825984"/>
              <a:gd name="csX3780" fmla="*/ 651376 w 1723042"/>
              <a:gd name="csY3780" fmla="*/ 824277 h 825984"/>
              <a:gd name="csX3781" fmla="*/ 651545 w 1723042"/>
              <a:gd name="csY3781" fmla="*/ 824312 h 825984"/>
              <a:gd name="csX3782" fmla="*/ 651723 w 1723042"/>
              <a:gd name="csY3782" fmla="*/ 824357 h 825984"/>
              <a:gd name="csX3783" fmla="*/ 651892 w 1723042"/>
              <a:gd name="csY3783" fmla="*/ 824392 h 825984"/>
              <a:gd name="csX3784" fmla="*/ 652061 w 1723042"/>
              <a:gd name="csY3784" fmla="*/ 824428 h 825984"/>
              <a:gd name="csX3785" fmla="*/ 652239 w 1723042"/>
              <a:gd name="csY3785" fmla="*/ 824463 h 825984"/>
              <a:gd name="csX3786" fmla="*/ 652408 w 1723042"/>
              <a:gd name="csY3786" fmla="*/ 824508 h 825984"/>
              <a:gd name="csX3787" fmla="*/ 652586 w 1723042"/>
              <a:gd name="csY3787" fmla="*/ 824543 h 825984"/>
              <a:gd name="csX3788" fmla="*/ 652755 w 1723042"/>
              <a:gd name="csY3788" fmla="*/ 824579 h 825984"/>
              <a:gd name="csX3789" fmla="*/ 652924 w 1723042"/>
              <a:gd name="csY3789" fmla="*/ 824606 h 825984"/>
              <a:gd name="csX3790" fmla="*/ 653102 w 1723042"/>
              <a:gd name="csY3790" fmla="*/ 824641 h 825984"/>
              <a:gd name="csX3791" fmla="*/ 653271 w 1723042"/>
              <a:gd name="csY3791" fmla="*/ 824677 h 825984"/>
              <a:gd name="csX3792" fmla="*/ 653440 w 1723042"/>
              <a:gd name="csY3792" fmla="*/ 824713 h 825984"/>
              <a:gd name="csX3793" fmla="*/ 653618 w 1723042"/>
              <a:gd name="csY3793" fmla="*/ 824739 h 825984"/>
              <a:gd name="csX3794" fmla="*/ 653787 w 1723042"/>
              <a:gd name="csY3794" fmla="*/ 824775 h 825984"/>
              <a:gd name="csX3795" fmla="*/ 653965 w 1723042"/>
              <a:gd name="csY3795" fmla="*/ 824801 h 825984"/>
              <a:gd name="csX3796" fmla="*/ 654134 w 1723042"/>
              <a:gd name="csY3796" fmla="*/ 824828 h 825984"/>
              <a:gd name="csX3797" fmla="*/ 654303 w 1723042"/>
              <a:gd name="csY3797" fmla="*/ 824864 h 825984"/>
              <a:gd name="csX3798" fmla="*/ 654481 w 1723042"/>
              <a:gd name="csY3798" fmla="*/ 824890 h 825984"/>
              <a:gd name="csX3799" fmla="*/ 654650 w 1723042"/>
              <a:gd name="csY3799" fmla="*/ 824917 h 825984"/>
              <a:gd name="csX3800" fmla="*/ 654819 w 1723042"/>
              <a:gd name="csY3800" fmla="*/ 824944 h 825984"/>
              <a:gd name="csX3801" fmla="*/ 654997 w 1723042"/>
              <a:gd name="csY3801" fmla="*/ 824971 h 825984"/>
              <a:gd name="csX3802" fmla="*/ 655166 w 1723042"/>
              <a:gd name="csY3802" fmla="*/ 824997 h 825984"/>
              <a:gd name="csX3803" fmla="*/ 655344 w 1723042"/>
              <a:gd name="csY3803" fmla="*/ 825024 h 825984"/>
              <a:gd name="csX3804" fmla="*/ 655513 w 1723042"/>
              <a:gd name="csY3804" fmla="*/ 825051 h 825984"/>
              <a:gd name="csX3805" fmla="*/ 655682 w 1723042"/>
              <a:gd name="csY3805" fmla="*/ 825077 h 825984"/>
              <a:gd name="csX3806" fmla="*/ 655860 w 1723042"/>
              <a:gd name="csY3806" fmla="*/ 825095 h 825984"/>
              <a:gd name="csX3807" fmla="*/ 656029 w 1723042"/>
              <a:gd name="csY3807" fmla="*/ 825122 h 825984"/>
              <a:gd name="csX3808" fmla="*/ 656198 w 1723042"/>
              <a:gd name="csY3808" fmla="*/ 825148 h 825984"/>
              <a:gd name="csX3809" fmla="*/ 656376 w 1723042"/>
              <a:gd name="csY3809" fmla="*/ 825166 h 825984"/>
              <a:gd name="csX3810" fmla="*/ 656545 w 1723042"/>
              <a:gd name="csY3810" fmla="*/ 825193 h 825984"/>
              <a:gd name="csX3811" fmla="*/ 656714 w 1723042"/>
              <a:gd name="csY3811" fmla="*/ 825211 h 825984"/>
              <a:gd name="csX3812" fmla="*/ 656892 w 1723042"/>
              <a:gd name="csY3812" fmla="*/ 825228 h 825984"/>
              <a:gd name="csX3813" fmla="*/ 657061 w 1723042"/>
              <a:gd name="csY3813" fmla="*/ 825255 h 825984"/>
              <a:gd name="csX3814" fmla="*/ 657239 w 1723042"/>
              <a:gd name="csY3814" fmla="*/ 825273 h 825984"/>
              <a:gd name="csX3815" fmla="*/ 657408 w 1723042"/>
              <a:gd name="csY3815" fmla="*/ 825291 h 825984"/>
              <a:gd name="csX3816" fmla="*/ 657577 w 1723042"/>
              <a:gd name="csY3816" fmla="*/ 825309 h 825984"/>
              <a:gd name="csX3817" fmla="*/ 657755 w 1723042"/>
              <a:gd name="csY3817" fmla="*/ 825326 h 825984"/>
              <a:gd name="csX3818" fmla="*/ 657924 w 1723042"/>
              <a:gd name="csY3818" fmla="*/ 825353 h 825984"/>
              <a:gd name="csX3819" fmla="*/ 658093 w 1723042"/>
              <a:gd name="csY3819" fmla="*/ 825371 h 825984"/>
              <a:gd name="csX3820" fmla="*/ 658271 w 1723042"/>
              <a:gd name="csY3820" fmla="*/ 825389 h 825984"/>
              <a:gd name="csX3821" fmla="*/ 658440 w 1723042"/>
              <a:gd name="csY3821" fmla="*/ 825398 h 825984"/>
              <a:gd name="csX3822" fmla="*/ 658618 w 1723042"/>
              <a:gd name="csY3822" fmla="*/ 825415 h 825984"/>
              <a:gd name="csX3823" fmla="*/ 658787 w 1723042"/>
              <a:gd name="csY3823" fmla="*/ 825433 h 825984"/>
              <a:gd name="csX3824" fmla="*/ 658956 w 1723042"/>
              <a:gd name="csY3824" fmla="*/ 825451 h 825984"/>
              <a:gd name="csX3825" fmla="*/ 659134 w 1723042"/>
              <a:gd name="csY3825" fmla="*/ 825469 h 825984"/>
              <a:gd name="csX3826" fmla="*/ 659303 w 1723042"/>
              <a:gd name="csY3826" fmla="*/ 825478 h 825984"/>
              <a:gd name="csX3827" fmla="*/ 659472 w 1723042"/>
              <a:gd name="csY3827" fmla="*/ 825495 h 825984"/>
              <a:gd name="csX3828" fmla="*/ 659650 w 1723042"/>
              <a:gd name="csY3828" fmla="*/ 825513 h 825984"/>
              <a:gd name="csX3829" fmla="*/ 659819 w 1723042"/>
              <a:gd name="csY3829" fmla="*/ 825522 h 825984"/>
              <a:gd name="csX3830" fmla="*/ 659988 w 1723042"/>
              <a:gd name="csY3830" fmla="*/ 825540 h 825984"/>
              <a:gd name="csX3831" fmla="*/ 660166 w 1723042"/>
              <a:gd name="csY3831" fmla="*/ 825549 h 825984"/>
              <a:gd name="csX3832" fmla="*/ 660335 w 1723042"/>
              <a:gd name="csY3832" fmla="*/ 825567 h 825984"/>
              <a:gd name="csX3833" fmla="*/ 660512 w 1723042"/>
              <a:gd name="csY3833" fmla="*/ 825575 h 825984"/>
              <a:gd name="csX3834" fmla="*/ 660682 w 1723042"/>
              <a:gd name="csY3834" fmla="*/ 825593 h 825984"/>
              <a:gd name="csX3835" fmla="*/ 660851 w 1723042"/>
              <a:gd name="csY3835" fmla="*/ 825602 h 825984"/>
              <a:gd name="csX3836" fmla="*/ 661029 w 1723042"/>
              <a:gd name="csY3836" fmla="*/ 825611 h 825984"/>
              <a:gd name="csX3837" fmla="*/ 661198 w 1723042"/>
              <a:gd name="csY3837" fmla="*/ 825629 h 825984"/>
              <a:gd name="csX3838" fmla="*/ 661367 w 1723042"/>
              <a:gd name="csY3838" fmla="*/ 825638 h 825984"/>
              <a:gd name="csX3839" fmla="*/ 661544 w 1723042"/>
              <a:gd name="csY3839" fmla="*/ 825647 h 825984"/>
              <a:gd name="csX3840" fmla="*/ 661714 w 1723042"/>
              <a:gd name="csY3840" fmla="*/ 825655 h 825984"/>
              <a:gd name="csX3841" fmla="*/ 661891 w 1723042"/>
              <a:gd name="csY3841" fmla="*/ 825664 h 825984"/>
              <a:gd name="csX3842" fmla="*/ 662061 w 1723042"/>
              <a:gd name="csY3842" fmla="*/ 825673 h 825984"/>
              <a:gd name="csX3843" fmla="*/ 662230 w 1723042"/>
              <a:gd name="csY3843" fmla="*/ 825691 h 825984"/>
              <a:gd name="csX3844" fmla="*/ 662407 w 1723042"/>
              <a:gd name="csY3844" fmla="*/ 825700 h 825984"/>
              <a:gd name="csX3845" fmla="*/ 662577 w 1723042"/>
              <a:gd name="csY3845" fmla="*/ 825709 h 825984"/>
              <a:gd name="csX3846" fmla="*/ 662745 w 1723042"/>
              <a:gd name="csY3846" fmla="*/ 825718 h 825984"/>
              <a:gd name="csX3847" fmla="*/ 662923 w 1723042"/>
              <a:gd name="csY3847" fmla="*/ 825727 h 825984"/>
              <a:gd name="csX3848" fmla="*/ 663092 w 1723042"/>
              <a:gd name="csY3848" fmla="*/ 825736 h 825984"/>
              <a:gd name="csX3849" fmla="*/ 663270 w 1723042"/>
              <a:gd name="csY3849" fmla="*/ 825745 h 825984"/>
              <a:gd name="csX3850" fmla="*/ 663439 w 1723042"/>
              <a:gd name="csY3850" fmla="*/ 825745 h 825984"/>
              <a:gd name="csX3851" fmla="*/ 663609 w 1723042"/>
              <a:gd name="csY3851" fmla="*/ 825753 h 825984"/>
              <a:gd name="csX3852" fmla="*/ 663786 w 1723042"/>
              <a:gd name="csY3852" fmla="*/ 825762 h 825984"/>
              <a:gd name="csX3853" fmla="*/ 663955 w 1723042"/>
              <a:gd name="csY3853" fmla="*/ 825771 h 825984"/>
              <a:gd name="csX3854" fmla="*/ 664124 w 1723042"/>
              <a:gd name="csY3854" fmla="*/ 825780 h 825984"/>
              <a:gd name="csX3855" fmla="*/ 664302 w 1723042"/>
              <a:gd name="csY3855" fmla="*/ 825789 h 825984"/>
              <a:gd name="csX3856" fmla="*/ 664471 w 1723042"/>
              <a:gd name="csY3856" fmla="*/ 825789 h 825984"/>
              <a:gd name="csX3857" fmla="*/ 664640 w 1723042"/>
              <a:gd name="csY3857" fmla="*/ 825798 h 825984"/>
              <a:gd name="csX3858" fmla="*/ 664818 w 1723042"/>
              <a:gd name="csY3858" fmla="*/ 825807 h 825984"/>
              <a:gd name="csX3859" fmla="*/ 664987 w 1723042"/>
              <a:gd name="csY3859" fmla="*/ 825807 h 825984"/>
              <a:gd name="csX3860" fmla="*/ 665165 w 1723042"/>
              <a:gd name="csY3860" fmla="*/ 825816 h 825984"/>
              <a:gd name="csX3861" fmla="*/ 665334 w 1723042"/>
              <a:gd name="csY3861" fmla="*/ 825825 h 825984"/>
              <a:gd name="csX3862" fmla="*/ 665503 w 1723042"/>
              <a:gd name="csY3862" fmla="*/ 825825 h 825984"/>
              <a:gd name="csX3863" fmla="*/ 665681 w 1723042"/>
              <a:gd name="csY3863" fmla="*/ 825833 h 825984"/>
              <a:gd name="csX3864" fmla="*/ 665850 w 1723042"/>
              <a:gd name="csY3864" fmla="*/ 825842 h 825984"/>
              <a:gd name="csX3865" fmla="*/ 666019 w 1723042"/>
              <a:gd name="csY3865" fmla="*/ 825842 h 825984"/>
              <a:gd name="csX3866" fmla="*/ 666197 w 1723042"/>
              <a:gd name="csY3866" fmla="*/ 825851 h 825984"/>
              <a:gd name="csX3867" fmla="*/ 666366 w 1723042"/>
              <a:gd name="csY3867" fmla="*/ 825851 h 825984"/>
              <a:gd name="csX3868" fmla="*/ 666544 w 1723042"/>
              <a:gd name="csY3868" fmla="*/ 825860 h 825984"/>
              <a:gd name="csX3869" fmla="*/ 666713 w 1723042"/>
              <a:gd name="csY3869" fmla="*/ 825860 h 825984"/>
              <a:gd name="csX3870" fmla="*/ 666882 w 1723042"/>
              <a:gd name="csY3870" fmla="*/ 825869 h 825984"/>
              <a:gd name="csX3871" fmla="*/ 667060 w 1723042"/>
              <a:gd name="csY3871" fmla="*/ 825869 h 825984"/>
              <a:gd name="csX3872" fmla="*/ 667229 w 1723042"/>
              <a:gd name="csY3872" fmla="*/ 825878 h 825984"/>
              <a:gd name="csX3873" fmla="*/ 667398 w 1723042"/>
              <a:gd name="csY3873" fmla="*/ 825878 h 825984"/>
              <a:gd name="csX3874" fmla="*/ 667576 w 1723042"/>
              <a:gd name="csY3874" fmla="*/ 825887 h 825984"/>
              <a:gd name="csX3875" fmla="*/ 667745 w 1723042"/>
              <a:gd name="csY3875" fmla="*/ 825887 h 825984"/>
              <a:gd name="csX3876" fmla="*/ 667923 w 1723042"/>
              <a:gd name="csY3876" fmla="*/ 825887 h 825984"/>
              <a:gd name="csX3877" fmla="*/ 668092 w 1723042"/>
              <a:gd name="csY3877" fmla="*/ 825896 h 825984"/>
              <a:gd name="csX3878" fmla="*/ 668261 w 1723042"/>
              <a:gd name="csY3878" fmla="*/ 825896 h 825984"/>
              <a:gd name="csX3879" fmla="*/ 668439 w 1723042"/>
              <a:gd name="csY3879" fmla="*/ 825905 h 825984"/>
              <a:gd name="csX3880" fmla="*/ 668608 w 1723042"/>
              <a:gd name="csY3880" fmla="*/ 825905 h 825984"/>
              <a:gd name="csX3881" fmla="*/ 668777 w 1723042"/>
              <a:gd name="csY3881" fmla="*/ 825905 h 825984"/>
              <a:gd name="csX3882" fmla="*/ 668955 w 1723042"/>
              <a:gd name="csY3882" fmla="*/ 825914 h 825984"/>
              <a:gd name="csX3883" fmla="*/ 669124 w 1723042"/>
              <a:gd name="csY3883" fmla="*/ 825914 h 825984"/>
              <a:gd name="csX3884" fmla="*/ 669293 w 1723042"/>
              <a:gd name="csY3884" fmla="*/ 825914 h 825984"/>
              <a:gd name="csX3885" fmla="*/ 669471 w 1723042"/>
              <a:gd name="csY3885" fmla="*/ 825922 h 825984"/>
              <a:gd name="csX3886" fmla="*/ 669640 w 1723042"/>
              <a:gd name="csY3886" fmla="*/ 825922 h 825984"/>
              <a:gd name="csX3887" fmla="*/ 669818 w 1723042"/>
              <a:gd name="csY3887" fmla="*/ 825922 h 825984"/>
              <a:gd name="csX3888" fmla="*/ 669987 w 1723042"/>
              <a:gd name="csY3888" fmla="*/ 825922 h 825984"/>
              <a:gd name="csX3889" fmla="*/ 670156 w 1723042"/>
              <a:gd name="csY3889" fmla="*/ 825931 h 825984"/>
              <a:gd name="csX3890" fmla="*/ 670334 w 1723042"/>
              <a:gd name="csY3890" fmla="*/ 825931 h 825984"/>
              <a:gd name="csX3891" fmla="*/ 670503 w 1723042"/>
              <a:gd name="csY3891" fmla="*/ 825931 h 825984"/>
              <a:gd name="csX3892" fmla="*/ 670672 w 1723042"/>
              <a:gd name="csY3892" fmla="*/ 825931 h 825984"/>
              <a:gd name="csX3893" fmla="*/ 670850 w 1723042"/>
              <a:gd name="csY3893" fmla="*/ 825940 h 825984"/>
              <a:gd name="csX3894" fmla="*/ 671019 w 1723042"/>
              <a:gd name="csY3894" fmla="*/ 825940 h 825984"/>
              <a:gd name="csX3895" fmla="*/ 671197 w 1723042"/>
              <a:gd name="csY3895" fmla="*/ 825940 h 825984"/>
              <a:gd name="csX3896" fmla="*/ 671366 w 1723042"/>
              <a:gd name="csY3896" fmla="*/ 825940 h 825984"/>
              <a:gd name="csX3897" fmla="*/ 671535 w 1723042"/>
              <a:gd name="csY3897" fmla="*/ 825940 h 825984"/>
              <a:gd name="csX3898" fmla="*/ 671713 w 1723042"/>
              <a:gd name="csY3898" fmla="*/ 825949 h 825984"/>
              <a:gd name="csX3899" fmla="*/ 671882 w 1723042"/>
              <a:gd name="csY3899" fmla="*/ 825949 h 825984"/>
              <a:gd name="csX3900" fmla="*/ 672051 w 1723042"/>
              <a:gd name="csY3900" fmla="*/ 825949 h 825984"/>
              <a:gd name="csX3901" fmla="*/ 672229 w 1723042"/>
              <a:gd name="csY3901" fmla="*/ 825949 h 825984"/>
              <a:gd name="csX3902" fmla="*/ 672398 w 1723042"/>
              <a:gd name="csY3902" fmla="*/ 825949 h 825984"/>
              <a:gd name="csX3903" fmla="*/ 672567 w 1723042"/>
              <a:gd name="csY3903" fmla="*/ 825949 h 825984"/>
              <a:gd name="csX3904" fmla="*/ 672745 w 1723042"/>
              <a:gd name="csY3904" fmla="*/ 825958 h 825984"/>
              <a:gd name="csX3905" fmla="*/ 672914 w 1723042"/>
              <a:gd name="csY3905" fmla="*/ 825958 h 825984"/>
              <a:gd name="csX3906" fmla="*/ 673092 w 1723042"/>
              <a:gd name="csY3906" fmla="*/ 825958 h 825984"/>
              <a:gd name="csX3907" fmla="*/ 673261 w 1723042"/>
              <a:gd name="csY3907" fmla="*/ 825958 h 825984"/>
              <a:gd name="csX3908" fmla="*/ 673430 w 1723042"/>
              <a:gd name="csY3908" fmla="*/ 825958 h 825984"/>
              <a:gd name="csX3909" fmla="*/ 673608 w 1723042"/>
              <a:gd name="csY3909" fmla="*/ 825958 h 825984"/>
              <a:gd name="csX3910" fmla="*/ 673777 w 1723042"/>
              <a:gd name="csY3910" fmla="*/ 825958 h 825984"/>
              <a:gd name="csX3911" fmla="*/ 673946 w 1723042"/>
              <a:gd name="csY3911" fmla="*/ 825967 h 825984"/>
              <a:gd name="csX3912" fmla="*/ 674124 w 1723042"/>
              <a:gd name="csY3912" fmla="*/ 825967 h 825984"/>
              <a:gd name="csX3913" fmla="*/ 674293 w 1723042"/>
              <a:gd name="csY3913" fmla="*/ 825967 h 825984"/>
              <a:gd name="csX3914" fmla="*/ 674471 w 1723042"/>
              <a:gd name="csY3914" fmla="*/ 825967 h 825984"/>
              <a:gd name="csX3915" fmla="*/ 674640 w 1723042"/>
              <a:gd name="csY3915" fmla="*/ 825967 h 825984"/>
              <a:gd name="csX3916" fmla="*/ 674809 w 1723042"/>
              <a:gd name="csY3916" fmla="*/ 825967 h 825984"/>
              <a:gd name="csX3917" fmla="*/ 674987 w 1723042"/>
              <a:gd name="csY3917" fmla="*/ 825967 h 825984"/>
              <a:gd name="csX3918" fmla="*/ 675156 w 1723042"/>
              <a:gd name="csY3918" fmla="*/ 825967 h 825984"/>
              <a:gd name="csX3919" fmla="*/ 675325 w 1723042"/>
              <a:gd name="csY3919" fmla="*/ 825967 h 825984"/>
              <a:gd name="csX3920" fmla="*/ 675503 w 1723042"/>
              <a:gd name="csY3920" fmla="*/ 825967 h 825984"/>
              <a:gd name="csX3921" fmla="*/ 675672 w 1723042"/>
              <a:gd name="csY3921" fmla="*/ 825976 h 825984"/>
              <a:gd name="csX3922" fmla="*/ 675850 w 1723042"/>
              <a:gd name="csY3922" fmla="*/ 825976 h 825984"/>
              <a:gd name="csX3923" fmla="*/ 676019 w 1723042"/>
              <a:gd name="csY3923" fmla="*/ 825976 h 825984"/>
              <a:gd name="csX3924" fmla="*/ 676188 w 1723042"/>
              <a:gd name="csY3924" fmla="*/ 825976 h 825984"/>
              <a:gd name="csX3925" fmla="*/ 676366 w 1723042"/>
              <a:gd name="csY3925" fmla="*/ 825976 h 825984"/>
              <a:gd name="csX3926" fmla="*/ 676535 w 1723042"/>
              <a:gd name="csY3926" fmla="*/ 825976 h 825984"/>
              <a:gd name="csX3927" fmla="*/ 676704 w 1723042"/>
              <a:gd name="csY3927" fmla="*/ 825976 h 825984"/>
              <a:gd name="csX3928" fmla="*/ 676882 w 1723042"/>
              <a:gd name="csY3928" fmla="*/ 825976 h 825984"/>
              <a:gd name="csX3929" fmla="*/ 677051 w 1723042"/>
              <a:gd name="csY3929" fmla="*/ 825976 h 825984"/>
              <a:gd name="csX3930" fmla="*/ 677220 w 1723042"/>
              <a:gd name="csY3930" fmla="*/ 825976 h 825984"/>
              <a:gd name="csX3931" fmla="*/ 677398 w 1723042"/>
              <a:gd name="csY3931" fmla="*/ 825976 h 825984"/>
              <a:gd name="csX3932" fmla="*/ 677567 w 1723042"/>
              <a:gd name="csY3932" fmla="*/ 825976 h 825984"/>
              <a:gd name="csX3933" fmla="*/ 677745 w 1723042"/>
              <a:gd name="csY3933" fmla="*/ 825976 h 825984"/>
              <a:gd name="csX3934" fmla="*/ 677914 w 1723042"/>
              <a:gd name="csY3934" fmla="*/ 825976 h 825984"/>
              <a:gd name="csX3935" fmla="*/ 678083 w 1723042"/>
              <a:gd name="csY3935" fmla="*/ 825976 h 825984"/>
              <a:gd name="csX3936" fmla="*/ 678261 w 1723042"/>
              <a:gd name="csY3936" fmla="*/ 825976 h 825984"/>
              <a:gd name="csX3937" fmla="*/ 678430 w 1723042"/>
              <a:gd name="csY3937" fmla="*/ 825976 h 825984"/>
              <a:gd name="csX3938" fmla="*/ 678599 w 1723042"/>
              <a:gd name="csY3938" fmla="*/ 825976 h 825984"/>
              <a:gd name="csX3939" fmla="*/ 678777 w 1723042"/>
              <a:gd name="csY3939" fmla="*/ 825976 h 825984"/>
              <a:gd name="csX3940" fmla="*/ 678946 w 1723042"/>
              <a:gd name="csY3940" fmla="*/ 825985 h 825984"/>
              <a:gd name="csX3941" fmla="*/ 679124 w 1723042"/>
              <a:gd name="csY3941" fmla="*/ 825985 h 825984"/>
              <a:gd name="csX3942" fmla="*/ 679293 w 1723042"/>
              <a:gd name="csY3942" fmla="*/ 825985 h 825984"/>
              <a:gd name="csX3943" fmla="*/ 679462 w 1723042"/>
              <a:gd name="csY3943" fmla="*/ 825985 h 825984"/>
              <a:gd name="csX3944" fmla="*/ 679640 w 1723042"/>
              <a:gd name="csY3944" fmla="*/ 825985 h 825984"/>
              <a:gd name="csX3945" fmla="*/ 679809 w 1723042"/>
              <a:gd name="csY3945" fmla="*/ 825985 h 825984"/>
              <a:gd name="csX3946" fmla="*/ 679978 w 1723042"/>
              <a:gd name="csY3946" fmla="*/ 825985 h 825984"/>
              <a:gd name="csX3947" fmla="*/ 680156 w 1723042"/>
              <a:gd name="csY3947" fmla="*/ 825985 h 825984"/>
              <a:gd name="csX3948" fmla="*/ 680325 w 1723042"/>
              <a:gd name="csY3948" fmla="*/ 825985 h 825984"/>
              <a:gd name="csX3949" fmla="*/ 680494 w 1723042"/>
              <a:gd name="csY3949" fmla="*/ 825985 h 825984"/>
              <a:gd name="csX3950" fmla="*/ 680672 w 1723042"/>
              <a:gd name="csY3950" fmla="*/ 825985 h 825984"/>
              <a:gd name="csX3951" fmla="*/ 680841 w 1723042"/>
              <a:gd name="csY3951" fmla="*/ 825985 h 825984"/>
              <a:gd name="csX3952" fmla="*/ 681019 w 1723042"/>
              <a:gd name="csY3952" fmla="*/ 825985 h 825984"/>
              <a:gd name="csX3953" fmla="*/ 681188 w 1723042"/>
              <a:gd name="csY3953" fmla="*/ 825985 h 825984"/>
              <a:gd name="csX3954" fmla="*/ 681357 w 1723042"/>
              <a:gd name="csY3954" fmla="*/ 825985 h 825984"/>
              <a:gd name="csX3955" fmla="*/ 681535 w 1723042"/>
              <a:gd name="csY3955" fmla="*/ 825985 h 825984"/>
              <a:gd name="csX3956" fmla="*/ 681704 w 1723042"/>
              <a:gd name="csY3956" fmla="*/ 825985 h 825984"/>
              <a:gd name="csX3957" fmla="*/ 681873 w 1723042"/>
              <a:gd name="csY3957" fmla="*/ 825985 h 825984"/>
              <a:gd name="csX3958" fmla="*/ 682051 w 1723042"/>
              <a:gd name="csY3958" fmla="*/ 825985 h 825984"/>
              <a:gd name="csX3959" fmla="*/ 682220 w 1723042"/>
              <a:gd name="csY3959" fmla="*/ 825985 h 825984"/>
              <a:gd name="csX3960" fmla="*/ 682398 w 1723042"/>
              <a:gd name="csY3960" fmla="*/ 825985 h 825984"/>
              <a:gd name="csX3961" fmla="*/ 682567 w 1723042"/>
              <a:gd name="csY3961" fmla="*/ 825985 h 825984"/>
              <a:gd name="csX3962" fmla="*/ 682736 w 1723042"/>
              <a:gd name="csY3962" fmla="*/ 825985 h 825984"/>
              <a:gd name="csX3963" fmla="*/ 682914 w 1723042"/>
              <a:gd name="csY3963" fmla="*/ 825985 h 825984"/>
              <a:gd name="csX3964" fmla="*/ 683083 w 1723042"/>
              <a:gd name="csY3964" fmla="*/ 825985 h 825984"/>
              <a:gd name="csX3965" fmla="*/ 683252 w 1723042"/>
              <a:gd name="csY3965" fmla="*/ 825985 h 825984"/>
              <a:gd name="csX3966" fmla="*/ 683430 w 1723042"/>
              <a:gd name="csY3966" fmla="*/ 825985 h 825984"/>
              <a:gd name="csX3967" fmla="*/ 683599 w 1723042"/>
              <a:gd name="csY3967" fmla="*/ 825985 h 825984"/>
              <a:gd name="csX3968" fmla="*/ 683777 w 1723042"/>
              <a:gd name="csY3968" fmla="*/ 825985 h 825984"/>
              <a:gd name="csX3969" fmla="*/ 683946 w 1723042"/>
              <a:gd name="csY3969" fmla="*/ 825985 h 825984"/>
              <a:gd name="csX3970" fmla="*/ 684115 w 1723042"/>
              <a:gd name="csY3970" fmla="*/ 825985 h 825984"/>
              <a:gd name="csX3971" fmla="*/ 684293 w 1723042"/>
              <a:gd name="csY3971" fmla="*/ 825985 h 825984"/>
              <a:gd name="csX3972" fmla="*/ 684462 w 1723042"/>
              <a:gd name="csY3972" fmla="*/ 825985 h 825984"/>
              <a:gd name="csX3973" fmla="*/ 684631 w 1723042"/>
              <a:gd name="csY3973" fmla="*/ 825985 h 825984"/>
              <a:gd name="csX3974" fmla="*/ 684809 w 1723042"/>
              <a:gd name="csY3974" fmla="*/ 825985 h 825984"/>
              <a:gd name="csX3975" fmla="*/ 684978 w 1723042"/>
              <a:gd name="csY3975" fmla="*/ 825985 h 825984"/>
              <a:gd name="csX3976" fmla="*/ 685147 w 1723042"/>
              <a:gd name="csY3976" fmla="*/ 825985 h 825984"/>
              <a:gd name="csX3977" fmla="*/ 685325 w 1723042"/>
              <a:gd name="csY3977" fmla="*/ 825985 h 825984"/>
              <a:gd name="csX3978" fmla="*/ 685494 w 1723042"/>
              <a:gd name="csY3978" fmla="*/ 825985 h 825984"/>
              <a:gd name="csX3979" fmla="*/ 685672 w 1723042"/>
              <a:gd name="csY3979" fmla="*/ 825985 h 825984"/>
              <a:gd name="csX3980" fmla="*/ 685841 w 1723042"/>
              <a:gd name="csY3980" fmla="*/ 825985 h 825984"/>
              <a:gd name="csX3981" fmla="*/ 686010 w 1723042"/>
              <a:gd name="csY3981" fmla="*/ 825985 h 825984"/>
              <a:gd name="csX3982" fmla="*/ 686188 w 1723042"/>
              <a:gd name="csY3982" fmla="*/ 825985 h 825984"/>
              <a:gd name="csX3983" fmla="*/ 686357 w 1723042"/>
              <a:gd name="csY3983" fmla="*/ 825985 h 825984"/>
              <a:gd name="csX3984" fmla="*/ 686526 w 1723042"/>
              <a:gd name="csY3984" fmla="*/ 825985 h 825984"/>
              <a:gd name="csX3985" fmla="*/ 686704 w 1723042"/>
              <a:gd name="csY3985" fmla="*/ 825985 h 825984"/>
              <a:gd name="csX3986" fmla="*/ 686873 w 1723042"/>
              <a:gd name="csY3986" fmla="*/ 825985 h 825984"/>
              <a:gd name="csX3987" fmla="*/ 687051 w 1723042"/>
              <a:gd name="csY3987" fmla="*/ 825985 h 825984"/>
              <a:gd name="csX3988" fmla="*/ 687220 w 1723042"/>
              <a:gd name="csY3988" fmla="*/ 825985 h 825984"/>
              <a:gd name="csX3989" fmla="*/ 687389 w 1723042"/>
              <a:gd name="csY3989" fmla="*/ 825985 h 825984"/>
              <a:gd name="csX3990" fmla="*/ 687567 w 1723042"/>
              <a:gd name="csY3990" fmla="*/ 825985 h 825984"/>
              <a:gd name="csX3991" fmla="*/ 687736 w 1723042"/>
              <a:gd name="csY3991" fmla="*/ 825985 h 825984"/>
              <a:gd name="csX3992" fmla="*/ 687905 w 1723042"/>
              <a:gd name="csY3992" fmla="*/ 825985 h 825984"/>
              <a:gd name="csX3993" fmla="*/ 688083 w 1723042"/>
              <a:gd name="csY3993" fmla="*/ 825985 h 825984"/>
              <a:gd name="csX3994" fmla="*/ 688252 w 1723042"/>
              <a:gd name="csY3994" fmla="*/ 825985 h 825984"/>
              <a:gd name="csX3995" fmla="*/ 688421 w 1723042"/>
              <a:gd name="csY3995" fmla="*/ 825985 h 825984"/>
              <a:gd name="csX3996" fmla="*/ 688599 w 1723042"/>
              <a:gd name="csY3996" fmla="*/ 825985 h 825984"/>
              <a:gd name="csX3997" fmla="*/ 688768 w 1723042"/>
              <a:gd name="csY3997" fmla="*/ 825985 h 825984"/>
              <a:gd name="csX3998" fmla="*/ 688946 w 1723042"/>
              <a:gd name="csY3998" fmla="*/ 825985 h 825984"/>
              <a:gd name="csX3999" fmla="*/ 689115 w 1723042"/>
              <a:gd name="csY3999" fmla="*/ 825985 h 825984"/>
              <a:gd name="csX4000" fmla="*/ 689284 w 1723042"/>
              <a:gd name="csY4000" fmla="*/ 825985 h 825984"/>
              <a:gd name="csX4001" fmla="*/ 689462 w 1723042"/>
              <a:gd name="csY4001" fmla="*/ 825985 h 825984"/>
              <a:gd name="csX4002" fmla="*/ 689631 w 1723042"/>
              <a:gd name="csY4002" fmla="*/ 825985 h 825984"/>
              <a:gd name="csX4003" fmla="*/ 689800 w 1723042"/>
              <a:gd name="csY4003" fmla="*/ 825985 h 825984"/>
              <a:gd name="csX4004" fmla="*/ 689978 w 1723042"/>
              <a:gd name="csY4004" fmla="*/ 825985 h 825984"/>
              <a:gd name="csX4005" fmla="*/ 690147 w 1723042"/>
              <a:gd name="csY4005" fmla="*/ 825985 h 825984"/>
              <a:gd name="csX4006" fmla="*/ 690324 w 1723042"/>
              <a:gd name="csY4006" fmla="*/ 825985 h 825984"/>
              <a:gd name="csX4007" fmla="*/ 690494 w 1723042"/>
              <a:gd name="csY4007" fmla="*/ 825985 h 825984"/>
              <a:gd name="csX4008" fmla="*/ 690663 w 1723042"/>
              <a:gd name="csY4008" fmla="*/ 825985 h 825984"/>
              <a:gd name="csX4009" fmla="*/ 690841 w 1723042"/>
              <a:gd name="csY4009" fmla="*/ 825985 h 825984"/>
              <a:gd name="csX4010" fmla="*/ 691010 w 1723042"/>
              <a:gd name="csY4010" fmla="*/ 825985 h 825984"/>
              <a:gd name="csX4011" fmla="*/ 691179 w 1723042"/>
              <a:gd name="csY4011" fmla="*/ 825985 h 825984"/>
              <a:gd name="csX4012" fmla="*/ 691356 w 1723042"/>
              <a:gd name="csY4012" fmla="*/ 825985 h 825984"/>
              <a:gd name="csX4013" fmla="*/ 691526 w 1723042"/>
              <a:gd name="csY4013" fmla="*/ 825985 h 825984"/>
              <a:gd name="csX4014" fmla="*/ 691703 w 1723042"/>
              <a:gd name="csY4014" fmla="*/ 825985 h 825984"/>
              <a:gd name="csX4015" fmla="*/ 691872 w 1723042"/>
              <a:gd name="csY4015" fmla="*/ 825985 h 825984"/>
              <a:gd name="csX4016" fmla="*/ 692042 w 1723042"/>
              <a:gd name="csY4016" fmla="*/ 825985 h 825984"/>
              <a:gd name="csX4017" fmla="*/ 692219 w 1723042"/>
              <a:gd name="csY4017" fmla="*/ 825985 h 825984"/>
              <a:gd name="csX4018" fmla="*/ 692389 w 1723042"/>
              <a:gd name="csY4018" fmla="*/ 825985 h 825984"/>
              <a:gd name="csX4019" fmla="*/ 692557 w 1723042"/>
              <a:gd name="csY4019" fmla="*/ 825985 h 825984"/>
              <a:gd name="csX4020" fmla="*/ 692735 w 1723042"/>
              <a:gd name="csY4020" fmla="*/ 825985 h 825984"/>
              <a:gd name="csX4021" fmla="*/ 692904 w 1723042"/>
              <a:gd name="csY4021" fmla="*/ 825985 h 825984"/>
              <a:gd name="csX4022" fmla="*/ 693074 w 1723042"/>
              <a:gd name="csY4022" fmla="*/ 825985 h 825984"/>
              <a:gd name="csX4023" fmla="*/ 693251 w 1723042"/>
              <a:gd name="csY4023" fmla="*/ 825985 h 825984"/>
              <a:gd name="csX4024" fmla="*/ 693421 w 1723042"/>
              <a:gd name="csY4024" fmla="*/ 825985 h 825984"/>
              <a:gd name="csX4025" fmla="*/ 693598 w 1723042"/>
              <a:gd name="csY4025" fmla="*/ 825985 h 825984"/>
              <a:gd name="csX4026" fmla="*/ 693767 w 1723042"/>
              <a:gd name="csY4026" fmla="*/ 825985 h 825984"/>
              <a:gd name="csX4027" fmla="*/ 693936 w 1723042"/>
              <a:gd name="csY4027" fmla="*/ 825985 h 825984"/>
              <a:gd name="csX4028" fmla="*/ 694114 w 1723042"/>
              <a:gd name="csY4028" fmla="*/ 825985 h 825984"/>
              <a:gd name="csX4029" fmla="*/ 694283 w 1723042"/>
              <a:gd name="csY4029" fmla="*/ 825985 h 825984"/>
              <a:gd name="csX4030" fmla="*/ 694452 w 1723042"/>
              <a:gd name="csY4030" fmla="*/ 825985 h 825984"/>
              <a:gd name="csX4031" fmla="*/ 694630 w 1723042"/>
              <a:gd name="csY4031" fmla="*/ 825985 h 825984"/>
              <a:gd name="csX4032" fmla="*/ 694799 w 1723042"/>
              <a:gd name="csY4032" fmla="*/ 825985 h 825984"/>
              <a:gd name="csX4033" fmla="*/ 694977 w 1723042"/>
              <a:gd name="csY4033" fmla="*/ 825985 h 825984"/>
              <a:gd name="csX4034" fmla="*/ 695146 w 1723042"/>
              <a:gd name="csY4034" fmla="*/ 825985 h 825984"/>
              <a:gd name="csX4035" fmla="*/ 695315 w 1723042"/>
              <a:gd name="csY4035" fmla="*/ 825985 h 825984"/>
              <a:gd name="csX4036" fmla="*/ 695493 w 1723042"/>
              <a:gd name="csY4036" fmla="*/ 825985 h 825984"/>
              <a:gd name="csX4037" fmla="*/ 695662 w 1723042"/>
              <a:gd name="csY4037" fmla="*/ 825985 h 825984"/>
              <a:gd name="csX4038" fmla="*/ 695831 w 1723042"/>
              <a:gd name="csY4038" fmla="*/ 825985 h 825984"/>
              <a:gd name="csX4039" fmla="*/ 696009 w 1723042"/>
              <a:gd name="csY4039" fmla="*/ 825985 h 825984"/>
              <a:gd name="csX4040" fmla="*/ 696178 w 1723042"/>
              <a:gd name="csY4040" fmla="*/ 825985 h 825984"/>
              <a:gd name="csX4041" fmla="*/ 696356 w 1723042"/>
              <a:gd name="csY4041" fmla="*/ 825985 h 825984"/>
              <a:gd name="csX4042" fmla="*/ 696525 w 1723042"/>
              <a:gd name="csY4042" fmla="*/ 825985 h 825984"/>
              <a:gd name="csX4043" fmla="*/ 696694 w 1723042"/>
              <a:gd name="csY4043" fmla="*/ 825985 h 825984"/>
              <a:gd name="csX4044" fmla="*/ 696872 w 1723042"/>
              <a:gd name="csY4044" fmla="*/ 825985 h 825984"/>
              <a:gd name="csX4045" fmla="*/ 697041 w 1723042"/>
              <a:gd name="csY4045" fmla="*/ 825985 h 825984"/>
              <a:gd name="csX4046" fmla="*/ 697210 w 1723042"/>
              <a:gd name="csY4046" fmla="*/ 825985 h 825984"/>
              <a:gd name="csX4047" fmla="*/ 697388 w 1723042"/>
              <a:gd name="csY4047" fmla="*/ 825985 h 825984"/>
              <a:gd name="csX4048" fmla="*/ 697557 w 1723042"/>
              <a:gd name="csY4048" fmla="*/ 825985 h 825984"/>
              <a:gd name="csX4049" fmla="*/ 697726 w 1723042"/>
              <a:gd name="csY4049" fmla="*/ 825985 h 825984"/>
              <a:gd name="csX4050" fmla="*/ 697904 w 1723042"/>
              <a:gd name="csY4050" fmla="*/ 825985 h 825984"/>
              <a:gd name="csX4051" fmla="*/ 698073 w 1723042"/>
              <a:gd name="csY4051" fmla="*/ 825985 h 825984"/>
              <a:gd name="csX4052" fmla="*/ 698251 w 1723042"/>
              <a:gd name="csY4052" fmla="*/ 825985 h 825984"/>
              <a:gd name="csX4053" fmla="*/ 698420 w 1723042"/>
              <a:gd name="csY4053" fmla="*/ 825985 h 825984"/>
              <a:gd name="csX4054" fmla="*/ 698589 w 1723042"/>
              <a:gd name="csY4054" fmla="*/ 825985 h 825984"/>
              <a:gd name="csX4055" fmla="*/ 698767 w 1723042"/>
              <a:gd name="csY4055" fmla="*/ 825985 h 825984"/>
              <a:gd name="csX4056" fmla="*/ 698936 w 1723042"/>
              <a:gd name="csY4056" fmla="*/ 825985 h 825984"/>
              <a:gd name="csX4057" fmla="*/ 699105 w 1723042"/>
              <a:gd name="csY4057" fmla="*/ 825985 h 825984"/>
              <a:gd name="csX4058" fmla="*/ 699283 w 1723042"/>
              <a:gd name="csY4058" fmla="*/ 825985 h 825984"/>
              <a:gd name="csX4059" fmla="*/ 699452 w 1723042"/>
              <a:gd name="csY4059" fmla="*/ 825985 h 825984"/>
              <a:gd name="csX4060" fmla="*/ 699630 w 1723042"/>
              <a:gd name="csY4060" fmla="*/ 825985 h 825984"/>
              <a:gd name="csX4061" fmla="*/ 699799 w 1723042"/>
              <a:gd name="csY4061" fmla="*/ 825985 h 825984"/>
              <a:gd name="csX4062" fmla="*/ 699968 w 1723042"/>
              <a:gd name="csY4062" fmla="*/ 825985 h 825984"/>
              <a:gd name="csX4063" fmla="*/ 700146 w 1723042"/>
              <a:gd name="csY4063" fmla="*/ 825985 h 825984"/>
              <a:gd name="csX4064" fmla="*/ 700315 w 1723042"/>
              <a:gd name="csY4064" fmla="*/ 825985 h 825984"/>
              <a:gd name="csX4065" fmla="*/ 700484 w 1723042"/>
              <a:gd name="csY4065" fmla="*/ 825985 h 825984"/>
              <a:gd name="csX4066" fmla="*/ 700662 w 1723042"/>
              <a:gd name="csY4066" fmla="*/ 825985 h 825984"/>
              <a:gd name="csX4067" fmla="*/ 700831 w 1723042"/>
              <a:gd name="csY4067" fmla="*/ 825985 h 825984"/>
              <a:gd name="csX4068" fmla="*/ 701000 w 1723042"/>
              <a:gd name="csY4068" fmla="*/ 825985 h 825984"/>
              <a:gd name="csX4069" fmla="*/ 701178 w 1723042"/>
              <a:gd name="csY4069" fmla="*/ 825985 h 825984"/>
              <a:gd name="csX4070" fmla="*/ 701347 w 1723042"/>
              <a:gd name="csY4070" fmla="*/ 825985 h 825984"/>
              <a:gd name="csX4071" fmla="*/ 701525 w 1723042"/>
              <a:gd name="csY4071" fmla="*/ 825985 h 825984"/>
              <a:gd name="csX4072" fmla="*/ 701694 w 1723042"/>
              <a:gd name="csY4072" fmla="*/ 825985 h 825984"/>
              <a:gd name="csX4073" fmla="*/ 701863 w 1723042"/>
              <a:gd name="csY4073" fmla="*/ 825985 h 825984"/>
              <a:gd name="csX4074" fmla="*/ 702041 w 1723042"/>
              <a:gd name="csY4074" fmla="*/ 825985 h 825984"/>
              <a:gd name="csX4075" fmla="*/ 702210 w 1723042"/>
              <a:gd name="csY4075" fmla="*/ 825985 h 825984"/>
              <a:gd name="csX4076" fmla="*/ 702379 w 1723042"/>
              <a:gd name="csY4076" fmla="*/ 825985 h 825984"/>
              <a:gd name="csX4077" fmla="*/ 702557 w 1723042"/>
              <a:gd name="csY4077" fmla="*/ 825985 h 825984"/>
              <a:gd name="csX4078" fmla="*/ 702726 w 1723042"/>
              <a:gd name="csY4078" fmla="*/ 825985 h 825984"/>
              <a:gd name="csX4079" fmla="*/ 702904 w 1723042"/>
              <a:gd name="csY4079" fmla="*/ 825985 h 825984"/>
              <a:gd name="csX4080" fmla="*/ 703073 w 1723042"/>
              <a:gd name="csY4080" fmla="*/ 825985 h 825984"/>
              <a:gd name="csX4081" fmla="*/ 703242 w 1723042"/>
              <a:gd name="csY4081" fmla="*/ 825985 h 825984"/>
              <a:gd name="csX4082" fmla="*/ 703420 w 1723042"/>
              <a:gd name="csY4082" fmla="*/ 825985 h 825984"/>
              <a:gd name="csX4083" fmla="*/ 703589 w 1723042"/>
              <a:gd name="csY4083" fmla="*/ 825985 h 825984"/>
              <a:gd name="csX4084" fmla="*/ 703758 w 1723042"/>
              <a:gd name="csY4084" fmla="*/ 825985 h 825984"/>
              <a:gd name="csX4085" fmla="*/ 703936 w 1723042"/>
              <a:gd name="csY4085" fmla="*/ 825985 h 825984"/>
              <a:gd name="csX4086" fmla="*/ 704105 w 1723042"/>
              <a:gd name="csY4086" fmla="*/ 825985 h 825984"/>
              <a:gd name="csX4087" fmla="*/ 704283 w 1723042"/>
              <a:gd name="csY4087" fmla="*/ 825985 h 825984"/>
              <a:gd name="csX4088" fmla="*/ 704452 w 1723042"/>
              <a:gd name="csY4088" fmla="*/ 825985 h 825984"/>
              <a:gd name="csX4089" fmla="*/ 704621 w 1723042"/>
              <a:gd name="csY4089" fmla="*/ 825985 h 825984"/>
              <a:gd name="csX4090" fmla="*/ 704799 w 1723042"/>
              <a:gd name="csY4090" fmla="*/ 825985 h 825984"/>
              <a:gd name="csX4091" fmla="*/ 704968 w 1723042"/>
              <a:gd name="csY4091" fmla="*/ 825985 h 825984"/>
              <a:gd name="csX4092" fmla="*/ 705137 w 1723042"/>
              <a:gd name="csY4092" fmla="*/ 825985 h 825984"/>
              <a:gd name="csX4093" fmla="*/ 705315 w 1723042"/>
              <a:gd name="csY4093" fmla="*/ 825985 h 825984"/>
              <a:gd name="csX4094" fmla="*/ 705484 w 1723042"/>
              <a:gd name="csY4094" fmla="*/ 825985 h 825984"/>
              <a:gd name="csX4095" fmla="*/ 705653 w 1723042"/>
              <a:gd name="csY4095" fmla="*/ 825985 h 825984"/>
              <a:gd name="csX4096" fmla="*/ 705831 w 1723042"/>
              <a:gd name="csY4096" fmla="*/ 825985 h 825984"/>
              <a:gd name="csX4097" fmla="*/ 706000 w 1723042"/>
              <a:gd name="csY4097" fmla="*/ 825985 h 825984"/>
              <a:gd name="csX4098" fmla="*/ 706178 w 1723042"/>
              <a:gd name="csY4098" fmla="*/ 825985 h 825984"/>
              <a:gd name="csX4099" fmla="*/ 706347 w 1723042"/>
              <a:gd name="csY4099" fmla="*/ 825985 h 825984"/>
              <a:gd name="csX4100" fmla="*/ 706516 w 1723042"/>
              <a:gd name="csY4100" fmla="*/ 825985 h 825984"/>
              <a:gd name="csX4101" fmla="*/ 706694 w 1723042"/>
              <a:gd name="csY4101" fmla="*/ 825985 h 825984"/>
              <a:gd name="csX4102" fmla="*/ 706863 w 1723042"/>
              <a:gd name="csY4102" fmla="*/ 825985 h 825984"/>
              <a:gd name="csX4103" fmla="*/ 707032 w 1723042"/>
              <a:gd name="csY4103" fmla="*/ 825985 h 825984"/>
              <a:gd name="csX4104" fmla="*/ 707210 w 1723042"/>
              <a:gd name="csY4104" fmla="*/ 825985 h 825984"/>
              <a:gd name="csX4105" fmla="*/ 707379 w 1723042"/>
              <a:gd name="csY4105" fmla="*/ 825985 h 825984"/>
              <a:gd name="csX4106" fmla="*/ 707557 w 1723042"/>
              <a:gd name="csY4106" fmla="*/ 825985 h 825984"/>
              <a:gd name="csX4107" fmla="*/ 707726 w 1723042"/>
              <a:gd name="csY4107" fmla="*/ 825985 h 825984"/>
              <a:gd name="csX4108" fmla="*/ 707895 w 1723042"/>
              <a:gd name="csY4108" fmla="*/ 825985 h 825984"/>
              <a:gd name="csX4109" fmla="*/ 708073 w 1723042"/>
              <a:gd name="csY4109" fmla="*/ 825985 h 825984"/>
              <a:gd name="csX4110" fmla="*/ 708242 w 1723042"/>
              <a:gd name="csY4110" fmla="*/ 825985 h 825984"/>
              <a:gd name="csX4111" fmla="*/ 708411 w 1723042"/>
              <a:gd name="csY4111" fmla="*/ 825985 h 825984"/>
              <a:gd name="csX4112" fmla="*/ 708589 w 1723042"/>
              <a:gd name="csY4112" fmla="*/ 825985 h 825984"/>
              <a:gd name="csX4113" fmla="*/ 708758 w 1723042"/>
              <a:gd name="csY4113" fmla="*/ 825985 h 825984"/>
              <a:gd name="csX4114" fmla="*/ 708927 w 1723042"/>
              <a:gd name="csY4114" fmla="*/ 825985 h 825984"/>
              <a:gd name="csX4115" fmla="*/ 709105 w 1723042"/>
              <a:gd name="csY4115" fmla="*/ 825985 h 825984"/>
              <a:gd name="csX4116" fmla="*/ 709274 w 1723042"/>
              <a:gd name="csY4116" fmla="*/ 825985 h 825984"/>
              <a:gd name="csX4117" fmla="*/ 709452 w 1723042"/>
              <a:gd name="csY4117" fmla="*/ 825985 h 825984"/>
              <a:gd name="csX4118" fmla="*/ 709621 w 1723042"/>
              <a:gd name="csY4118" fmla="*/ 825985 h 825984"/>
              <a:gd name="csX4119" fmla="*/ 709790 w 1723042"/>
              <a:gd name="csY4119" fmla="*/ 825985 h 825984"/>
              <a:gd name="csX4120" fmla="*/ 709968 w 1723042"/>
              <a:gd name="csY4120" fmla="*/ 825985 h 825984"/>
              <a:gd name="csX4121" fmla="*/ 710137 w 1723042"/>
              <a:gd name="csY4121" fmla="*/ 825985 h 825984"/>
              <a:gd name="csX4122" fmla="*/ 710306 w 1723042"/>
              <a:gd name="csY4122" fmla="*/ 825985 h 825984"/>
              <a:gd name="csX4123" fmla="*/ 710484 w 1723042"/>
              <a:gd name="csY4123" fmla="*/ 825985 h 825984"/>
              <a:gd name="csX4124" fmla="*/ 710653 w 1723042"/>
              <a:gd name="csY4124" fmla="*/ 825985 h 825984"/>
              <a:gd name="csX4125" fmla="*/ 710831 w 1723042"/>
              <a:gd name="csY4125" fmla="*/ 825985 h 825984"/>
              <a:gd name="csX4126" fmla="*/ 711000 w 1723042"/>
              <a:gd name="csY4126" fmla="*/ 825985 h 825984"/>
              <a:gd name="csX4127" fmla="*/ 711169 w 1723042"/>
              <a:gd name="csY4127" fmla="*/ 825985 h 825984"/>
              <a:gd name="csX4128" fmla="*/ 711347 w 1723042"/>
              <a:gd name="csY4128" fmla="*/ 825985 h 825984"/>
              <a:gd name="csX4129" fmla="*/ 711516 w 1723042"/>
              <a:gd name="csY4129" fmla="*/ 825985 h 825984"/>
              <a:gd name="csX4130" fmla="*/ 711685 w 1723042"/>
              <a:gd name="csY4130" fmla="*/ 825985 h 825984"/>
              <a:gd name="csX4131" fmla="*/ 711863 w 1723042"/>
              <a:gd name="csY4131" fmla="*/ 825985 h 825984"/>
              <a:gd name="csX4132" fmla="*/ 712032 w 1723042"/>
              <a:gd name="csY4132" fmla="*/ 825985 h 825984"/>
              <a:gd name="csX4133" fmla="*/ 712210 w 1723042"/>
              <a:gd name="csY4133" fmla="*/ 825985 h 825984"/>
              <a:gd name="csX4134" fmla="*/ 712379 w 1723042"/>
              <a:gd name="csY4134" fmla="*/ 825985 h 825984"/>
              <a:gd name="csX4135" fmla="*/ 712548 w 1723042"/>
              <a:gd name="csY4135" fmla="*/ 825985 h 825984"/>
              <a:gd name="csX4136" fmla="*/ 712726 w 1723042"/>
              <a:gd name="csY4136" fmla="*/ 825985 h 825984"/>
              <a:gd name="csX4137" fmla="*/ 712895 w 1723042"/>
              <a:gd name="csY4137" fmla="*/ 825985 h 825984"/>
              <a:gd name="csX4138" fmla="*/ 713064 w 1723042"/>
              <a:gd name="csY4138" fmla="*/ 825985 h 825984"/>
              <a:gd name="csX4139" fmla="*/ 713242 w 1723042"/>
              <a:gd name="csY4139" fmla="*/ 825985 h 825984"/>
              <a:gd name="csX4140" fmla="*/ 713411 w 1723042"/>
              <a:gd name="csY4140" fmla="*/ 825985 h 825984"/>
              <a:gd name="csX4141" fmla="*/ 713580 w 1723042"/>
              <a:gd name="csY4141" fmla="*/ 825985 h 825984"/>
              <a:gd name="csX4142" fmla="*/ 713758 w 1723042"/>
              <a:gd name="csY4142" fmla="*/ 825985 h 825984"/>
              <a:gd name="csX4143" fmla="*/ 713927 w 1723042"/>
              <a:gd name="csY4143" fmla="*/ 825985 h 825984"/>
              <a:gd name="csX4144" fmla="*/ 714105 w 1723042"/>
              <a:gd name="csY4144" fmla="*/ 825985 h 825984"/>
              <a:gd name="csX4145" fmla="*/ 714274 w 1723042"/>
              <a:gd name="csY4145" fmla="*/ 825985 h 825984"/>
              <a:gd name="csX4146" fmla="*/ 714443 w 1723042"/>
              <a:gd name="csY4146" fmla="*/ 825985 h 825984"/>
              <a:gd name="csX4147" fmla="*/ 714621 w 1723042"/>
              <a:gd name="csY4147" fmla="*/ 825985 h 825984"/>
              <a:gd name="csX4148" fmla="*/ 714790 w 1723042"/>
              <a:gd name="csY4148" fmla="*/ 825985 h 825984"/>
              <a:gd name="csX4149" fmla="*/ 714959 w 1723042"/>
              <a:gd name="csY4149" fmla="*/ 825985 h 825984"/>
              <a:gd name="csX4150" fmla="*/ 715137 w 1723042"/>
              <a:gd name="csY4150" fmla="*/ 825985 h 825984"/>
              <a:gd name="csX4151" fmla="*/ 715306 w 1723042"/>
              <a:gd name="csY4151" fmla="*/ 825985 h 825984"/>
              <a:gd name="csX4152" fmla="*/ 715484 w 1723042"/>
              <a:gd name="csY4152" fmla="*/ 825985 h 825984"/>
              <a:gd name="csX4153" fmla="*/ 715653 w 1723042"/>
              <a:gd name="csY4153" fmla="*/ 825985 h 825984"/>
              <a:gd name="csX4154" fmla="*/ 715822 w 1723042"/>
              <a:gd name="csY4154" fmla="*/ 825985 h 825984"/>
              <a:gd name="csX4155" fmla="*/ 716000 w 1723042"/>
              <a:gd name="csY4155" fmla="*/ 825985 h 825984"/>
              <a:gd name="csX4156" fmla="*/ 716169 w 1723042"/>
              <a:gd name="csY4156" fmla="*/ 825985 h 825984"/>
              <a:gd name="csX4157" fmla="*/ 716338 w 1723042"/>
              <a:gd name="csY4157" fmla="*/ 825985 h 825984"/>
              <a:gd name="csX4158" fmla="*/ 716516 w 1723042"/>
              <a:gd name="csY4158" fmla="*/ 825985 h 825984"/>
              <a:gd name="csX4159" fmla="*/ 716685 w 1723042"/>
              <a:gd name="csY4159" fmla="*/ 825985 h 825984"/>
              <a:gd name="csX4160" fmla="*/ 716863 w 1723042"/>
              <a:gd name="csY4160" fmla="*/ 825985 h 825984"/>
              <a:gd name="csX4161" fmla="*/ 717032 w 1723042"/>
              <a:gd name="csY4161" fmla="*/ 825985 h 825984"/>
              <a:gd name="csX4162" fmla="*/ 717201 w 1723042"/>
              <a:gd name="csY4162" fmla="*/ 825985 h 825984"/>
              <a:gd name="csX4163" fmla="*/ 717379 w 1723042"/>
              <a:gd name="csY4163" fmla="*/ 825985 h 825984"/>
              <a:gd name="csX4164" fmla="*/ 717548 w 1723042"/>
              <a:gd name="csY4164" fmla="*/ 825985 h 825984"/>
              <a:gd name="csX4165" fmla="*/ 717717 w 1723042"/>
              <a:gd name="csY4165" fmla="*/ 825985 h 825984"/>
              <a:gd name="csX4166" fmla="*/ 717895 w 1723042"/>
              <a:gd name="csY4166" fmla="*/ 825985 h 825984"/>
              <a:gd name="csX4167" fmla="*/ 718064 w 1723042"/>
              <a:gd name="csY4167" fmla="*/ 825985 h 825984"/>
              <a:gd name="csX4168" fmla="*/ 718233 w 1723042"/>
              <a:gd name="csY4168" fmla="*/ 825985 h 825984"/>
              <a:gd name="csX4169" fmla="*/ 718411 w 1723042"/>
              <a:gd name="csY4169" fmla="*/ 825985 h 825984"/>
              <a:gd name="csX4170" fmla="*/ 718580 w 1723042"/>
              <a:gd name="csY4170" fmla="*/ 825985 h 825984"/>
              <a:gd name="csX4171" fmla="*/ 718758 w 1723042"/>
              <a:gd name="csY4171" fmla="*/ 825985 h 825984"/>
              <a:gd name="csX4172" fmla="*/ 718927 w 1723042"/>
              <a:gd name="csY4172" fmla="*/ 825985 h 825984"/>
              <a:gd name="csX4173" fmla="*/ 719096 w 1723042"/>
              <a:gd name="csY4173" fmla="*/ 825985 h 825984"/>
              <a:gd name="csX4174" fmla="*/ 719274 w 1723042"/>
              <a:gd name="csY4174" fmla="*/ 825985 h 825984"/>
              <a:gd name="csX4175" fmla="*/ 719443 w 1723042"/>
              <a:gd name="csY4175" fmla="*/ 825985 h 825984"/>
              <a:gd name="csX4176" fmla="*/ 719612 w 1723042"/>
              <a:gd name="csY4176" fmla="*/ 825985 h 825984"/>
              <a:gd name="csX4177" fmla="*/ 719790 w 1723042"/>
              <a:gd name="csY4177" fmla="*/ 825985 h 825984"/>
              <a:gd name="csX4178" fmla="*/ 719959 w 1723042"/>
              <a:gd name="csY4178" fmla="*/ 825985 h 825984"/>
              <a:gd name="csX4179" fmla="*/ 720136 w 1723042"/>
              <a:gd name="csY4179" fmla="*/ 825985 h 825984"/>
              <a:gd name="csX4180" fmla="*/ 720306 w 1723042"/>
              <a:gd name="csY4180" fmla="*/ 825985 h 825984"/>
              <a:gd name="csX4181" fmla="*/ 720475 w 1723042"/>
              <a:gd name="csY4181" fmla="*/ 825985 h 825984"/>
              <a:gd name="csX4182" fmla="*/ 720653 w 1723042"/>
              <a:gd name="csY4182" fmla="*/ 825985 h 825984"/>
              <a:gd name="csX4183" fmla="*/ 720822 w 1723042"/>
              <a:gd name="csY4183" fmla="*/ 825985 h 825984"/>
              <a:gd name="csX4184" fmla="*/ 720991 w 1723042"/>
              <a:gd name="csY4184" fmla="*/ 825985 h 825984"/>
              <a:gd name="csX4185" fmla="*/ 721169 w 1723042"/>
              <a:gd name="csY4185" fmla="*/ 825985 h 825984"/>
              <a:gd name="csX4186" fmla="*/ 721337 w 1723042"/>
              <a:gd name="csY4186" fmla="*/ 825985 h 825984"/>
              <a:gd name="csX4187" fmla="*/ 721507 w 1723042"/>
              <a:gd name="csY4187" fmla="*/ 825985 h 825984"/>
              <a:gd name="csX4188" fmla="*/ 721684 w 1723042"/>
              <a:gd name="csY4188" fmla="*/ 825985 h 825984"/>
              <a:gd name="csX4189" fmla="*/ 721854 w 1723042"/>
              <a:gd name="csY4189" fmla="*/ 825985 h 825984"/>
              <a:gd name="csX4190" fmla="*/ 722031 w 1723042"/>
              <a:gd name="csY4190" fmla="*/ 825985 h 825984"/>
              <a:gd name="csX4191" fmla="*/ 722201 w 1723042"/>
              <a:gd name="csY4191" fmla="*/ 825985 h 825984"/>
              <a:gd name="csX4192" fmla="*/ 722370 w 1723042"/>
              <a:gd name="csY4192" fmla="*/ 825985 h 825984"/>
              <a:gd name="csX4193" fmla="*/ 722548 w 1723042"/>
              <a:gd name="csY4193" fmla="*/ 825985 h 825984"/>
              <a:gd name="csX4194" fmla="*/ 722716 w 1723042"/>
              <a:gd name="csY4194" fmla="*/ 825985 h 825984"/>
              <a:gd name="csX4195" fmla="*/ 722886 w 1723042"/>
              <a:gd name="csY4195" fmla="*/ 825985 h 825984"/>
              <a:gd name="csX4196" fmla="*/ 723063 w 1723042"/>
              <a:gd name="csY4196" fmla="*/ 825985 h 825984"/>
              <a:gd name="csX4197" fmla="*/ 723232 w 1723042"/>
              <a:gd name="csY4197" fmla="*/ 825985 h 825984"/>
              <a:gd name="csX4198" fmla="*/ 723410 w 1723042"/>
              <a:gd name="csY4198" fmla="*/ 825985 h 825984"/>
              <a:gd name="csX4199" fmla="*/ 723579 w 1723042"/>
              <a:gd name="csY4199" fmla="*/ 825985 h 825984"/>
              <a:gd name="csX4200" fmla="*/ 723749 w 1723042"/>
              <a:gd name="csY4200" fmla="*/ 825985 h 825984"/>
              <a:gd name="csX4201" fmla="*/ 723926 w 1723042"/>
              <a:gd name="csY4201" fmla="*/ 825985 h 825984"/>
              <a:gd name="csX4202" fmla="*/ 724095 w 1723042"/>
              <a:gd name="csY4202" fmla="*/ 825985 h 825984"/>
              <a:gd name="csX4203" fmla="*/ 724264 w 1723042"/>
              <a:gd name="csY4203" fmla="*/ 825985 h 825984"/>
              <a:gd name="csX4204" fmla="*/ 724442 w 1723042"/>
              <a:gd name="csY4204" fmla="*/ 825985 h 825984"/>
              <a:gd name="csX4205" fmla="*/ 724611 w 1723042"/>
              <a:gd name="csY4205" fmla="*/ 825985 h 825984"/>
              <a:gd name="csX4206" fmla="*/ 724789 w 1723042"/>
              <a:gd name="csY4206" fmla="*/ 825985 h 825984"/>
              <a:gd name="csX4207" fmla="*/ 724958 w 1723042"/>
              <a:gd name="csY4207" fmla="*/ 825985 h 825984"/>
              <a:gd name="csX4208" fmla="*/ 725127 w 1723042"/>
              <a:gd name="csY4208" fmla="*/ 825985 h 825984"/>
              <a:gd name="csX4209" fmla="*/ 725305 w 1723042"/>
              <a:gd name="csY4209" fmla="*/ 825985 h 825984"/>
              <a:gd name="csX4210" fmla="*/ 725474 w 1723042"/>
              <a:gd name="csY4210" fmla="*/ 825985 h 825984"/>
              <a:gd name="csX4211" fmla="*/ 725643 w 1723042"/>
              <a:gd name="csY4211" fmla="*/ 825985 h 825984"/>
              <a:gd name="csX4212" fmla="*/ 725821 w 1723042"/>
              <a:gd name="csY4212" fmla="*/ 825985 h 825984"/>
              <a:gd name="csX4213" fmla="*/ 725990 w 1723042"/>
              <a:gd name="csY4213" fmla="*/ 825985 h 825984"/>
              <a:gd name="csX4214" fmla="*/ 726159 w 1723042"/>
              <a:gd name="csY4214" fmla="*/ 825985 h 825984"/>
              <a:gd name="csX4215" fmla="*/ 726337 w 1723042"/>
              <a:gd name="csY4215" fmla="*/ 825985 h 825984"/>
              <a:gd name="csX4216" fmla="*/ 726506 w 1723042"/>
              <a:gd name="csY4216" fmla="*/ 825985 h 825984"/>
              <a:gd name="csX4217" fmla="*/ 726684 w 1723042"/>
              <a:gd name="csY4217" fmla="*/ 825985 h 825984"/>
              <a:gd name="csX4218" fmla="*/ 726853 w 1723042"/>
              <a:gd name="csY4218" fmla="*/ 825985 h 825984"/>
              <a:gd name="csX4219" fmla="*/ 727022 w 1723042"/>
              <a:gd name="csY4219" fmla="*/ 825985 h 825984"/>
              <a:gd name="csX4220" fmla="*/ 727200 w 1723042"/>
              <a:gd name="csY4220" fmla="*/ 825985 h 825984"/>
              <a:gd name="csX4221" fmla="*/ 727369 w 1723042"/>
              <a:gd name="csY4221" fmla="*/ 825985 h 825984"/>
              <a:gd name="csX4222" fmla="*/ 727538 w 1723042"/>
              <a:gd name="csY4222" fmla="*/ 825985 h 825984"/>
              <a:gd name="csX4223" fmla="*/ 727716 w 1723042"/>
              <a:gd name="csY4223" fmla="*/ 825985 h 825984"/>
              <a:gd name="csX4224" fmla="*/ 727885 w 1723042"/>
              <a:gd name="csY4224" fmla="*/ 825985 h 825984"/>
              <a:gd name="csX4225" fmla="*/ 728063 w 1723042"/>
              <a:gd name="csY4225" fmla="*/ 825985 h 825984"/>
              <a:gd name="csX4226" fmla="*/ 728232 w 1723042"/>
              <a:gd name="csY4226" fmla="*/ 825985 h 825984"/>
              <a:gd name="csX4227" fmla="*/ 728401 w 1723042"/>
              <a:gd name="csY4227" fmla="*/ 825985 h 825984"/>
              <a:gd name="csX4228" fmla="*/ 728579 w 1723042"/>
              <a:gd name="csY4228" fmla="*/ 825985 h 825984"/>
              <a:gd name="csX4229" fmla="*/ 728748 w 1723042"/>
              <a:gd name="csY4229" fmla="*/ 825985 h 825984"/>
              <a:gd name="csX4230" fmla="*/ 728917 w 1723042"/>
              <a:gd name="csY4230" fmla="*/ 825985 h 825984"/>
              <a:gd name="csX4231" fmla="*/ 729095 w 1723042"/>
              <a:gd name="csY4231" fmla="*/ 825985 h 825984"/>
              <a:gd name="csX4232" fmla="*/ 729264 w 1723042"/>
              <a:gd name="csY4232" fmla="*/ 825985 h 825984"/>
              <a:gd name="csX4233" fmla="*/ 729433 w 1723042"/>
              <a:gd name="csY4233" fmla="*/ 825985 h 825984"/>
              <a:gd name="csX4234" fmla="*/ 729611 w 1723042"/>
              <a:gd name="csY4234" fmla="*/ 825985 h 825984"/>
              <a:gd name="csX4235" fmla="*/ 729780 w 1723042"/>
              <a:gd name="csY4235" fmla="*/ 825985 h 825984"/>
              <a:gd name="csX4236" fmla="*/ 729958 w 1723042"/>
              <a:gd name="csY4236" fmla="*/ 825985 h 825984"/>
              <a:gd name="csX4237" fmla="*/ 730127 w 1723042"/>
              <a:gd name="csY4237" fmla="*/ 825985 h 825984"/>
              <a:gd name="csX4238" fmla="*/ 730296 w 1723042"/>
              <a:gd name="csY4238" fmla="*/ 825985 h 825984"/>
              <a:gd name="csX4239" fmla="*/ 730474 w 1723042"/>
              <a:gd name="csY4239" fmla="*/ 825985 h 825984"/>
              <a:gd name="csX4240" fmla="*/ 730643 w 1723042"/>
              <a:gd name="csY4240" fmla="*/ 825985 h 825984"/>
              <a:gd name="csX4241" fmla="*/ 730812 w 1723042"/>
              <a:gd name="csY4241" fmla="*/ 825985 h 825984"/>
              <a:gd name="csX4242" fmla="*/ 730990 w 1723042"/>
              <a:gd name="csY4242" fmla="*/ 825985 h 825984"/>
              <a:gd name="csX4243" fmla="*/ 731159 w 1723042"/>
              <a:gd name="csY4243" fmla="*/ 825985 h 825984"/>
              <a:gd name="csX4244" fmla="*/ 731337 w 1723042"/>
              <a:gd name="csY4244" fmla="*/ 825985 h 825984"/>
              <a:gd name="csX4245" fmla="*/ 731506 w 1723042"/>
              <a:gd name="csY4245" fmla="*/ 825985 h 825984"/>
              <a:gd name="csX4246" fmla="*/ 731675 w 1723042"/>
              <a:gd name="csY4246" fmla="*/ 825985 h 825984"/>
              <a:gd name="csX4247" fmla="*/ 731853 w 1723042"/>
              <a:gd name="csY4247" fmla="*/ 825985 h 825984"/>
              <a:gd name="csX4248" fmla="*/ 732022 w 1723042"/>
              <a:gd name="csY4248" fmla="*/ 825985 h 825984"/>
              <a:gd name="csX4249" fmla="*/ 732191 w 1723042"/>
              <a:gd name="csY4249" fmla="*/ 825985 h 825984"/>
              <a:gd name="csX4250" fmla="*/ 732369 w 1723042"/>
              <a:gd name="csY4250" fmla="*/ 825985 h 825984"/>
              <a:gd name="csX4251" fmla="*/ 732538 w 1723042"/>
              <a:gd name="csY4251" fmla="*/ 825985 h 825984"/>
              <a:gd name="csX4252" fmla="*/ 732716 w 1723042"/>
              <a:gd name="csY4252" fmla="*/ 825985 h 825984"/>
              <a:gd name="csX4253" fmla="*/ 732885 w 1723042"/>
              <a:gd name="csY4253" fmla="*/ 825985 h 825984"/>
              <a:gd name="csX4254" fmla="*/ 733054 w 1723042"/>
              <a:gd name="csY4254" fmla="*/ 825985 h 825984"/>
              <a:gd name="csX4255" fmla="*/ 733232 w 1723042"/>
              <a:gd name="csY4255" fmla="*/ 825985 h 825984"/>
              <a:gd name="csX4256" fmla="*/ 733401 w 1723042"/>
              <a:gd name="csY4256" fmla="*/ 825985 h 825984"/>
              <a:gd name="csX4257" fmla="*/ 733570 w 1723042"/>
              <a:gd name="csY4257" fmla="*/ 825985 h 825984"/>
              <a:gd name="csX4258" fmla="*/ 733748 w 1723042"/>
              <a:gd name="csY4258" fmla="*/ 825985 h 825984"/>
              <a:gd name="csX4259" fmla="*/ 733917 w 1723042"/>
              <a:gd name="csY4259" fmla="*/ 825985 h 825984"/>
              <a:gd name="csX4260" fmla="*/ 734086 w 1723042"/>
              <a:gd name="csY4260" fmla="*/ 825985 h 825984"/>
              <a:gd name="csX4261" fmla="*/ 734264 w 1723042"/>
              <a:gd name="csY4261" fmla="*/ 825985 h 825984"/>
              <a:gd name="csX4262" fmla="*/ 734433 w 1723042"/>
              <a:gd name="csY4262" fmla="*/ 825985 h 825984"/>
              <a:gd name="csX4263" fmla="*/ 734611 w 1723042"/>
              <a:gd name="csY4263" fmla="*/ 825985 h 825984"/>
              <a:gd name="csX4264" fmla="*/ 734780 w 1723042"/>
              <a:gd name="csY4264" fmla="*/ 825985 h 825984"/>
              <a:gd name="csX4265" fmla="*/ 734949 w 1723042"/>
              <a:gd name="csY4265" fmla="*/ 825985 h 825984"/>
              <a:gd name="csX4266" fmla="*/ 735127 w 1723042"/>
              <a:gd name="csY4266" fmla="*/ 825985 h 825984"/>
              <a:gd name="csX4267" fmla="*/ 735296 w 1723042"/>
              <a:gd name="csY4267" fmla="*/ 825985 h 825984"/>
              <a:gd name="csX4268" fmla="*/ 735465 w 1723042"/>
              <a:gd name="csY4268" fmla="*/ 825985 h 825984"/>
              <a:gd name="csX4269" fmla="*/ 735643 w 1723042"/>
              <a:gd name="csY4269" fmla="*/ 825985 h 825984"/>
              <a:gd name="csX4270" fmla="*/ 735812 w 1723042"/>
              <a:gd name="csY4270" fmla="*/ 825985 h 825984"/>
              <a:gd name="csX4271" fmla="*/ 735990 w 1723042"/>
              <a:gd name="csY4271" fmla="*/ 825985 h 825984"/>
              <a:gd name="csX4272" fmla="*/ 736159 w 1723042"/>
              <a:gd name="csY4272" fmla="*/ 825985 h 825984"/>
              <a:gd name="csX4273" fmla="*/ 736328 w 1723042"/>
              <a:gd name="csY4273" fmla="*/ 825985 h 825984"/>
              <a:gd name="csX4274" fmla="*/ 736506 w 1723042"/>
              <a:gd name="csY4274" fmla="*/ 825985 h 825984"/>
              <a:gd name="csX4275" fmla="*/ 736675 w 1723042"/>
              <a:gd name="csY4275" fmla="*/ 825985 h 825984"/>
              <a:gd name="csX4276" fmla="*/ 736844 w 1723042"/>
              <a:gd name="csY4276" fmla="*/ 825985 h 825984"/>
              <a:gd name="csX4277" fmla="*/ 737022 w 1723042"/>
              <a:gd name="csY4277" fmla="*/ 825985 h 825984"/>
              <a:gd name="csX4278" fmla="*/ 737191 w 1723042"/>
              <a:gd name="csY4278" fmla="*/ 825985 h 825984"/>
              <a:gd name="csX4279" fmla="*/ 737360 w 1723042"/>
              <a:gd name="csY4279" fmla="*/ 825985 h 825984"/>
              <a:gd name="csX4280" fmla="*/ 737538 w 1723042"/>
              <a:gd name="csY4280" fmla="*/ 825985 h 825984"/>
              <a:gd name="csX4281" fmla="*/ 737707 w 1723042"/>
              <a:gd name="csY4281" fmla="*/ 825985 h 825984"/>
              <a:gd name="csX4282" fmla="*/ 737885 w 1723042"/>
              <a:gd name="csY4282" fmla="*/ 825985 h 825984"/>
              <a:gd name="csX4283" fmla="*/ 738054 w 1723042"/>
              <a:gd name="csY4283" fmla="*/ 825985 h 825984"/>
              <a:gd name="csX4284" fmla="*/ 738223 w 1723042"/>
              <a:gd name="csY4284" fmla="*/ 825985 h 825984"/>
              <a:gd name="csX4285" fmla="*/ 738401 w 1723042"/>
              <a:gd name="csY4285" fmla="*/ 825985 h 825984"/>
              <a:gd name="csX4286" fmla="*/ 738570 w 1723042"/>
              <a:gd name="csY4286" fmla="*/ 825976 h 825984"/>
              <a:gd name="csX4287" fmla="*/ 738739 w 1723042"/>
              <a:gd name="csY4287" fmla="*/ 825976 h 825984"/>
              <a:gd name="csX4288" fmla="*/ 738917 w 1723042"/>
              <a:gd name="csY4288" fmla="*/ 825976 h 825984"/>
              <a:gd name="csX4289" fmla="*/ 739086 w 1723042"/>
              <a:gd name="csY4289" fmla="*/ 825976 h 825984"/>
              <a:gd name="csX4290" fmla="*/ 739264 w 1723042"/>
              <a:gd name="csY4290" fmla="*/ 825976 h 825984"/>
              <a:gd name="csX4291" fmla="*/ 739433 w 1723042"/>
              <a:gd name="csY4291" fmla="*/ 825976 h 825984"/>
              <a:gd name="csX4292" fmla="*/ 739602 w 1723042"/>
              <a:gd name="csY4292" fmla="*/ 825976 h 825984"/>
              <a:gd name="csX4293" fmla="*/ 739780 w 1723042"/>
              <a:gd name="csY4293" fmla="*/ 825976 h 825984"/>
              <a:gd name="csX4294" fmla="*/ 739949 w 1723042"/>
              <a:gd name="csY4294" fmla="*/ 825976 h 825984"/>
              <a:gd name="csX4295" fmla="*/ 740118 w 1723042"/>
              <a:gd name="csY4295" fmla="*/ 825976 h 825984"/>
              <a:gd name="csX4296" fmla="*/ 740296 w 1723042"/>
              <a:gd name="csY4296" fmla="*/ 825967 h 825984"/>
              <a:gd name="csX4297" fmla="*/ 740465 w 1723042"/>
              <a:gd name="csY4297" fmla="*/ 825967 h 825984"/>
              <a:gd name="csX4298" fmla="*/ 740643 w 1723042"/>
              <a:gd name="csY4298" fmla="*/ 825967 h 825984"/>
              <a:gd name="csX4299" fmla="*/ 740812 w 1723042"/>
              <a:gd name="csY4299" fmla="*/ 825967 h 825984"/>
              <a:gd name="csX4300" fmla="*/ 740981 w 1723042"/>
              <a:gd name="csY4300" fmla="*/ 825967 h 825984"/>
              <a:gd name="csX4301" fmla="*/ 741159 w 1723042"/>
              <a:gd name="csY4301" fmla="*/ 825967 h 825984"/>
              <a:gd name="csX4302" fmla="*/ 741328 w 1723042"/>
              <a:gd name="csY4302" fmla="*/ 825958 h 825984"/>
              <a:gd name="csX4303" fmla="*/ 741497 w 1723042"/>
              <a:gd name="csY4303" fmla="*/ 825958 h 825984"/>
              <a:gd name="csX4304" fmla="*/ 741675 w 1723042"/>
              <a:gd name="csY4304" fmla="*/ 825958 h 825984"/>
              <a:gd name="csX4305" fmla="*/ 741844 w 1723042"/>
              <a:gd name="csY4305" fmla="*/ 825958 h 825984"/>
              <a:gd name="csX4306" fmla="*/ 742013 w 1723042"/>
              <a:gd name="csY4306" fmla="*/ 825958 h 825984"/>
              <a:gd name="csX4307" fmla="*/ 742191 w 1723042"/>
              <a:gd name="csY4307" fmla="*/ 825949 h 825984"/>
              <a:gd name="csX4308" fmla="*/ 742360 w 1723042"/>
              <a:gd name="csY4308" fmla="*/ 825949 h 825984"/>
              <a:gd name="csX4309" fmla="*/ 742538 w 1723042"/>
              <a:gd name="csY4309" fmla="*/ 825949 h 825984"/>
              <a:gd name="csX4310" fmla="*/ 742707 w 1723042"/>
              <a:gd name="csY4310" fmla="*/ 825940 h 825984"/>
              <a:gd name="csX4311" fmla="*/ 742876 w 1723042"/>
              <a:gd name="csY4311" fmla="*/ 825940 h 825984"/>
              <a:gd name="csX4312" fmla="*/ 743054 w 1723042"/>
              <a:gd name="csY4312" fmla="*/ 825931 h 825984"/>
              <a:gd name="csX4313" fmla="*/ 743223 w 1723042"/>
              <a:gd name="csY4313" fmla="*/ 825931 h 825984"/>
              <a:gd name="csX4314" fmla="*/ 743392 w 1723042"/>
              <a:gd name="csY4314" fmla="*/ 825931 h 825984"/>
              <a:gd name="csX4315" fmla="*/ 743570 w 1723042"/>
              <a:gd name="csY4315" fmla="*/ 825922 h 825984"/>
              <a:gd name="csX4316" fmla="*/ 743739 w 1723042"/>
              <a:gd name="csY4316" fmla="*/ 825922 h 825984"/>
              <a:gd name="csX4317" fmla="*/ 743917 w 1723042"/>
              <a:gd name="csY4317" fmla="*/ 825914 h 825984"/>
              <a:gd name="csX4318" fmla="*/ 744086 w 1723042"/>
              <a:gd name="csY4318" fmla="*/ 825905 h 825984"/>
              <a:gd name="csX4319" fmla="*/ 744255 w 1723042"/>
              <a:gd name="csY4319" fmla="*/ 825905 h 825984"/>
              <a:gd name="csX4320" fmla="*/ 744433 w 1723042"/>
              <a:gd name="csY4320" fmla="*/ 825896 h 825984"/>
              <a:gd name="csX4321" fmla="*/ 744602 w 1723042"/>
              <a:gd name="csY4321" fmla="*/ 825887 h 825984"/>
              <a:gd name="csX4322" fmla="*/ 744771 w 1723042"/>
              <a:gd name="csY4322" fmla="*/ 825878 h 825984"/>
              <a:gd name="csX4323" fmla="*/ 744949 w 1723042"/>
              <a:gd name="csY4323" fmla="*/ 825878 h 825984"/>
              <a:gd name="csX4324" fmla="*/ 745118 w 1723042"/>
              <a:gd name="csY4324" fmla="*/ 825869 h 825984"/>
              <a:gd name="csX4325" fmla="*/ 745296 w 1723042"/>
              <a:gd name="csY4325" fmla="*/ 825860 h 825984"/>
              <a:gd name="csX4326" fmla="*/ 745465 w 1723042"/>
              <a:gd name="csY4326" fmla="*/ 825851 h 825984"/>
              <a:gd name="csX4327" fmla="*/ 745634 w 1723042"/>
              <a:gd name="csY4327" fmla="*/ 825833 h 825984"/>
              <a:gd name="csX4328" fmla="*/ 745812 w 1723042"/>
              <a:gd name="csY4328" fmla="*/ 825825 h 825984"/>
              <a:gd name="csX4329" fmla="*/ 745981 w 1723042"/>
              <a:gd name="csY4329" fmla="*/ 825816 h 825984"/>
              <a:gd name="csX4330" fmla="*/ 746150 w 1723042"/>
              <a:gd name="csY4330" fmla="*/ 825807 h 825984"/>
              <a:gd name="csX4331" fmla="*/ 746328 w 1723042"/>
              <a:gd name="csY4331" fmla="*/ 825789 h 825984"/>
              <a:gd name="csX4332" fmla="*/ 746497 w 1723042"/>
              <a:gd name="csY4332" fmla="*/ 825780 h 825984"/>
              <a:gd name="csX4333" fmla="*/ 746666 w 1723042"/>
              <a:gd name="csY4333" fmla="*/ 825762 h 825984"/>
              <a:gd name="csX4334" fmla="*/ 746844 w 1723042"/>
              <a:gd name="csY4334" fmla="*/ 825745 h 825984"/>
              <a:gd name="csX4335" fmla="*/ 747013 w 1723042"/>
              <a:gd name="csY4335" fmla="*/ 825727 h 825984"/>
              <a:gd name="csX4336" fmla="*/ 747191 w 1723042"/>
              <a:gd name="csY4336" fmla="*/ 825709 h 825984"/>
              <a:gd name="csX4337" fmla="*/ 747360 w 1723042"/>
              <a:gd name="csY4337" fmla="*/ 825691 h 825984"/>
              <a:gd name="csX4338" fmla="*/ 747529 w 1723042"/>
              <a:gd name="csY4338" fmla="*/ 825673 h 825984"/>
              <a:gd name="csX4339" fmla="*/ 747707 w 1723042"/>
              <a:gd name="csY4339" fmla="*/ 825647 h 825984"/>
              <a:gd name="csX4340" fmla="*/ 747876 w 1723042"/>
              <a:gd name="csY4340" fmla="*/ 825629 h 825984"/>
              <a:gd name="csX4341" fmla="*/ 748045 w 1723042"/>
              <a:gd name="csY4341" fmla="*/ 825602 h 825984"/>
              <a:gd name="csX4342" fmla="*/ 748223 w 1723042"/>
              <a:gd name="csY4342" fmla="*/ 825575 h 825984"/>
              <a:gd name="csX4343" fmla="*/ 748392 w 1723042"/>
              <a:gd name="csY4343" fmla="*/ 825549 h 825984"/>
              <a:gd name="csX4344" fmla="*/ 748570 w 1723042"/>
              <a:gd name="csY4344" fmla="*/ 825522 h 825984"/>
              <a:gd name="csX4345" fmla="*/ 748739 w 1723042"/>
              <a:gd name="csY4345" fmla="*/ 825486 h 825984"/>
              <a:gd name="csX4346" fmla="*/ 748908 w 1723042"/>
              <a:gd name="csY4346" fmla="*/ 825451 h 825984"/>
              <a:gd name="csX4347" fmla="*/ 749086 w 1723042"/>
              <a:gd name="csY4347" fmla="*/ 825415 h 825984"/>
              <a:gd name="csX4348" fmla="*/ 749255 w 1723042"/>
              <a:gd name="csY4348" fmla="*/ 825380 h 825984"/>
              <a:gd name="csX4349" fmla="*/ 749424 w 1723042"/>
              <a:gd name="csY4349" fmla="*/ 825344 h 825984"/>
              <a:gd name="csX4350" fmla="*/ 749602 w 1723042"/>
              <a:gd name="csY4350" fmla="*/ 825300 h 825984"/>
              <a:gd name="csX4351" fmla="*/ 749771 w 1723042"/>
              <a:gd name="csY4351" fmla="*/ 825255 h 825984"/>
              <a:gd name="csX4352" fmla="*/ 749940 w 1723042"/>
              <a:gd name="csY4352" fmla="*/ 825211 h 825984"/>
              <a:gd name="csX4353" fmla="*/ 750118 w 1723042"/>
              <a:gd name="csY4353" fmla="*/ 825157 h 825984"/>
              <a:gd name="csX4354" fmla="*/ 750287 w 1723042"/>
              <a:gd name="csY4354" fmla="*/ 825104 h 825984"/>
              <a:gd name="csX4355" fmla="*/ 750465 w 1723042"/>
              <a:gd name="csY4355" fmla="*/ 825051 h 825984"/>
              <a:gd name="csX4356" fmla="*/ 750634 w 1723042"/>
              <a:gd name="csY4356" fmla="*/ 824988 h 825984"/>
              <a:gd name="csX4357" fmla="*/ 750803 w 1723042"/>
              <a:gd name="csY4357" fmla="*/ 824926 h 825984"/>
              <a:gd name="csX4358" fmla="*/ 750981 w 1723042"/>
              <a:gd name="csY4358" fmla="*/ 824864 h 825984"/>
              <a:gd name="csX4359" fmla="*/ 751150 w 1723042"/>
              <a:gd name="csY4359" fmla="*/ 824793 h 825984"/>
              <a:gd name="csX4360" fmla="*/ 751319 w 1723042"/>
              <a:gd name="csY4360" fmla="*/ 824713 h 825984"/>
              <a:gd name="csX4361" fmla="*/ 751496 w 1723042"/>
              <a:gd name="csY4361" fmla="*/ 824632 h 825984"/>
              <a:gd name="csX4362" fmla="*/ 751666 w 1723042"/>
              <a:gd name="csY4362" fmla="*/ 824552 h 825984"/>
              <a:gd name="csX4363" fmla="*/ 751843 w 1723042"/>
              <a:gd name="csY4363" fmla="*/ 824463 h 825984"/>
              <a:gd name="csX4364" fmla="*/ 752013 w 1723042"/>
              <a:gd name="csY4364" fmla="*/ 824374 h 825984"/>
              <a:gd name="csX4365" fmla="*/ 752182 w 1723042"/>
              <a:gd name="csY4365" fmla="*/ 824277 h 825984"/>
              <a:gd name="csX4366" fmla="*/ 752360 w 1723042"/>
              <a:gd name="csY4366" fmla="*/ 824170 h 825984"/>
              <a:gd name="csX4367" fmla="*/ 752528 w 1723042"/>
              <a:gd name="csY4367" fmla="*/ 824063 h 825984"/>
              <a:gd name="csX4368" fmla="*/ 752697 w 1723042"/>
              <a:gd name="csY4368" fmla="*/ 823956 h 825984"/>
              <a:gd name="csX4369" fmla="*/ 752875 w 1723042"/>
              <a:gd name="csY4369" fmla="*/ 823832 h 825984"/>
              <a:gd name="csX4370" fmla="*/ 753044 w 1723042"/>
              <a:gd name="csY4370" fmla="*/ 823707 h 825984"/>
              <a:gd name="csX4371" fmla="*/ 753222 w 1723042"/>
              <a:gd name="csY4371" fmla="*/ 823574 h 825984"/>
              <a:gd name="csX4372" fmla="*/ 753391 w 1723042"/>
              <a:gd name="csY4372" fmla="*/ 823431 h 825984"/>
              <a:gd name="csX4373" fmla="*/ 753561 w 1723042"/>
              <a:gd name="csY4373" fmla="*/ 823289 h 825984"/>
              <a:gd name="csX4374" fmla="*/ 753738 w 1723042"/>
              <a:gd name="csY4374" fmla="*/ 823138 h 825984"/>
              <a:gd name="csX4375" fmla="*/ 753907 w 1723042"/>
              <a:gd name="csY4375" fmla="*/ 822969 h 825984"/>
              <a:gd name="csX4376" fmla="*/ 754076 w 1723042"/>
              <a:gd name="csY4376" fmla="*/ 822800 h 825984"/>
              <a:gd name="csX4377" fmla="*/ 754254 w 1723042"/>
              <a:gd name="csY4377" fmla="*/ 822622 h 825984"/>
              <a:gd name="csX4378" fmla="*/ 754423 w 1723042"/>
              <a:gd name="csY4378" fmla="*/ 822435 h 825984"/>
              <a:gd name="csX4379" fmla="*/ 754592 w 1723042"/>
              <a:gd name="csY4379" fmla="*/ 822239 h 825984"/>
              <a:gd name="csX4380" fmla="*/ 754770 w 1723042"/>
              <a:gd name="csY4380" fmla="*/ 822035 h 825984"/>
              <a:gd name="csX4381" fmla="*/ 754939 w 1723042"/>
              <a:gd name="csY4381" fmla="*/ 821821 h 825984"/>
              <a:gd name="csX4382" fmla="*/ 755117 w 1723042"/>
              <a:gd name="csY4382" fmla="*/ 821590 h 825984"/>
              <a:gd name="csX4383" fmla="*/ 755286 w 1723042"/>
              <a:gd name="csY4383" fmla="*/ 821359 h 825984"/>
              <a:gd name="csX4384" fmla="*/ 755455 w 1723042"/>
              <a:gd name="csY4384" fmla="*/ 821109 h 825984"/>
              <a:gd name="csX4385" fmla="*/ 755633 w 1723042"/>
              <a:gd name="csY4385" fmla="*/ 820843 h 825984"/>
              <a:gd name="csX4386" fmla="*/ 755802 w 1723042"/>
              <a:gd name="csY4386" fmla="*/ 820576 h 825984"/>
              <a:gd name="csX4387" fmla="*/ 755971 w 1723042"/>
              <a:gd name="csY4387" fmla="*/ 820291 h 825984"/>
              <a:gd name="csX4388" fmla="*/ 756149 w 1723042"/>
              <a:gd name="csY4388" fmla="*/ 819997 h 825984"/>
              <a:gd name="csX4389" fmla="*/ 756318 w 1723042"/>
              <a:gd name="csY4389" fmla="*/ 819686 h 825984"/>
              <a:gd name="csX4390" fmla="*/ 756496 w 1723042"/>
              <a:gd name="csY4390" fmla="*/ 819357 h 825984"/>
              <a:gd name="csX4391" fmla="*/ 756665 w 1723042"/>
              <a:gd name="csY4391" fmla="*/ 819019 h 825984"/>
              <a:gd name="csX4392" fmla="*/ 756834 w 1723042"/>
              <a:gd name="csY4392" fmla="*/ 818672 h 825984"/>
              <a:gd name="csX4393" fmla="*/ 757012 w 1723042"/>
              <a:gd name="csY4393" fmla="*/ 818298 h 825984"/>
              <a:gd name="csX4394" fmla="*/ 757181 w 1723042"/>
              <a:gd name="csY4394" fmla="*/ 817916 h 825984"/>
              <a:gd name="csX4395" fmla="*/ 757350 w 1723042"/>
              <a:gd name="csY4395" fmla="*/ 817515 h 825984"/>
              <a:gd name="csX4396" fmla="*/ 757528 w 1723042"/>
              <a:gd name="csY4396" fmla="*/ 817106 h 825984"/>
              <a:gd name="csX4397" fmla="*/ 757697 w 1723042"/>
              <a:gd name="csY4397" fmla="*/ 816670 h 825984"/>
              <a:gd name="csX4398" fmla="*/ 757866 w 1723042"/>
              <a:gd name="csY4398" fmla="*/ 816216 h 825984"/>
              <a:gd name="csX4399" fmla="*/ 758044 w 1723042"/>
              <a:gd name="csY4399" fmla="*/ 815745 h 825984"/>
              <a:gd name="csX4400" fmla="*/ 758213 w 1723042"/>
              <a:gd name="csY4400" fmla="*/ 815256 h 825984"/>
              <a:gd name="csX4401" fmla="*/ 758391 w 1723042"/>
              <a:gd name="csY4401" fmla="*/ 814749 h 825984"/>
              <a:gd name="csX4402" fmla="*/ 758560 w 1723042"/>
              <a:gd name="csY4402" fmla="*/ 814224 h 825984"/>
              <a:gd name="csX4403" fmla="*/ 758729 w 1723042"/>
              <a:gd name="csY4403" fmla="*/ 813672 h 825984"/>
              <a:gd name="csX4404" fmla="*/ 758907 w 1723042"/>
              <a:gd name="csY4404" fmla="*/ 813103 h 825984"/>
              <a:gd name="csX4405" fmla="*/ 759076 w 1723042"/>
              <a:gd name="csY4405" fmla="*/ 812507 h 825984"/>
              <a:gd name="csX4406" fmla="*/ 759245 w 1723042"/>
              <a:gd name="csY4406" fmla="*/ 811893 h 825984"/>
              <a:gd name="csX4407" fmla="*/ 759423 w 1723042"/>
              <a:gd name="csY4407" fmla="*/ 811252 h 825984"/>
              <a:gd name="csX4408" fmla="*/ 759592 w 1723042"/>
              <a:gd name="csY4408" fmla="*/ 810594 h 825984"/>
              <a:gd name="csX4409" fmla="*/ 759770 w 1723042"/>
              <a:gd name="csY4409" fmla="*/ 809909 h 825984"/>
              <a:gd name="csX4410" fmla="*/ 759939 w 1723042"/>
              <a:gd name="csY4410" fmla="*/ 809197 h 825984"/>
              <a:gd name="csX4411" fmla="*/ 760108 w 1723042"/>
              <a:gd name="csY4411" fmla="*/ 808459 h 825984"/>
              <a:gd name="csX4412" fmla="*/ 760286 w 1723042"/>
              <a:gd name="csY4412" fmla="*/ 807694 h 825984"/>
              <a:gd name="csX4413" fmla="*/ 760455 w 1723042"/>
              <a:gd name="csY4413" fmla="*/ 806902 h 825984"/>
              <a:gd name="csX4414" fmla="*/ 760624 w 1723042"/>
              <a:gd name="csY4414" fmla="*/ 806083 h 825984"/>
              <a:gd name="csX4415" fmla="*/ 760802 w 1723042"/>
              <a:gd name="csY4415" fmla="*/ 805238 h 825984"/>
              <a:gd name="csX4416" fmla="*/ 760971 w 1723042"/>
              <a:gd name="csY4416" fmla="*/ 804366 h 825984"/>
              <a:gd name="csX4417" fmla="*/ 761149 w 1723042"/>
              <a:gd name="csY4417" fmla="*/ 803459 h 825984"/>
              <a:gd name="csX4418" fmla="*/ 761318 w 1723042"/>
              <a:gd name="csY4418" fmla="*/ 802525 h 825984"/>
              <a:gd name="csX4419" fmla="*/ 761487 w 1723042"/>
              <a:gd name="csY4419" fmla="*/ 801564 h 825984"/>
              <a:gd name="csX4420" fmla="*/ 761665 w 1723042"/>
              <a:gd name="csY4420" fmla="*/ 800568 h 825984"/>
              <a:gd name="csX4421" fmla="*/ 761834 w 1723042"/>
              <a:gd name="csY4421" fmla="*/ 799536 h 825984"/>
              <a:gd name="csX4422" fmla="*/ 762003 w 1723042"/>
              <a:gd name="csY4422" fmla="*/ 798477 h 825984"/>
              <a:gd name="csX4423" fmla="*/ 762181 w 1723042"/>
              <a:gd name="csY4423" fmla="*/ 797383 h 825984"/>
              <a:gd name="csX4424" fmla="*/ 762350 w 1723042"/>
              <a:gd name="csY4424" fmla="*/ 796253 h 825984"/>
              <a:gd name="csX4425" fmla="*/ 762519 w 1723042"/>
              <a:gd name="csY4425" fmla="*/ 795096 h 825984"/>
              <a:gd name="csX4426" fmla="*/ 762697 w 1723042"/>
              <a:gd name="csY4426" fmla="*/ 793895 h 825984"/>
              <a:gd name="csX4427" fmla="*/ 762866 w 1723042"/>
              <a:gd name="csY4427" fmla="*/ 792659 h 825984"/>
              <a:gd name="csX4428" fmla="*/ 763044 w 1723042"/>
              <a:gd name="csY4428" fmla="*/ 791395 h 825984"/>
              <a:gd name="csX4429" fmla="*/ 763213 w 1723042"/>
              <a:gd name="csY4429" fmla="*/ 790087 h 825984"/>
              <a:gd name="csX4430" fmla="*/ 763382 w 1723042"/>
              <a:gd name="csY4430" fmla="*/ 788744 h 825984"/>
              <a:gd name="csX4431" fmla="*/ 763560 w 1723042"/>
              <a:gd name="csY4431" fmla="*/ 787356 h 825984"/>
              <a:gd name="csX4432" fmla="*/ 763729 w 1723042"/>
              <a:gd name="csY4432" fmla="*/ 785933 h 825984"/>
              <a:gd name="csX4433" fmla="*/ 763898 w 1723042"/>
              <a:gd name="csY4433" fmla="*/ 784474 h 825984"/>
              <a:gd name="csX4434" fmla="*/ 764076 w 1723042"/>
              <a:gd name="csY4434" fmla="*/ 782970 h 825984"/>
              <a:gd name="csX4435" fmla="*/ 764245 w 1723042"/>
              <a:gd name="csY4435" fmla="*/ 781431 h 825984"/>
              <a:gd name="csX4436" fmla="*/ 764423 w 1723042"/>
              <a:gd name="csY4436" fmla="*/ 779848 h 825984"/>
              <a:gd name="csX4437" fmla="*/ 764592 w 1723042"/>
              <a:gd name="csY4437" fmla="*/ 778229 h 825984"/>
              <a:gd name="csX4438" fmla="*/ 764761 w 1723042"/>
              <a:gd name="csY4438" fmla="*/ 776556 h 825984"/>
              <a:gd name="csX4439" fmla="*/ 764939 w 1723042"/>
              <a:gd name="csY4439" fmla="*/ 774848 h 825984"/>
              <a:gd name="csX4440" fmla="*/ 765108 w 1723042"/>
              <a:gd name="csY4440" fmla="*/ 773095 h 825984"/>
              <a:gd name="csX4441" fmla="*/ 765277 w 1723042"/>
              <a:gd name="csY4441" fmla="*/ 771298 h 825984"/>
              <a:gd name="csX4442" fmla="*/ 765455 w 1723042"/>
              <a:gd name="csY4442" fmla="*/ 769466 h 825984"/>
              <a:gd name="csX4443" fmla="*/ 765624 w 1723042"/>
              <a:gd name="csY4443" fmla="*/ 767580 h 825984"/>
              <a:gd name="csX4444" fmla="*/ 765802 w 1723042"/>
              <a:gd name="csY4444" fmla="*/ 765649 h 825984"/>
              <a:gd name="csX4445" fmla="*/ 765971 w 1723042"/>
              <a:gd name="csY4445" fmla="*/ 763674 h 825984"/>
              <a:gd name="csX4446" fmla="*/ 766140 w 1723042"/>
              <a:gd name="csY4446" fmla="*/ 761654 h 825984"/>
              <a:gd name="csX4447" fmla="*/ 766318 w 1723042"/>
              <a:gd name="csY4447" fmla="*/ 759591 h 825984"/>
              <a:gd name="csX4448" fmla="*/ 766487 w 1723042"/>
              <a:gd name="csY4448" fmla="*/ 757473 h 825984"/>
              <a:gd name="csX4449" fmla="*/ 766656 w 1723042"/>
              <a:gd name="csY4449" fmla="*/ 755311 h 825984"/>
              <a:gd name="csX4450" fmla="*/ 766834 w 1723042"/>
              <a:gd name="csY4450" fmla="*/ 753105 h 825984"/>
              <a:gd name="csX4451" fmla="*/ 767003 w 1723042"/>
              <a:gd name="csY4451" fmla="*/ 750854 h 825984"/>
              <a:gd name="csX4452" fmla="*/ 767172 w 1723042"/>
              <a:gd name="csY4452" fmla="*/ 748550 h 825984"/>
              <a:gd name="csX4453" fmla="*/ 767350 w 1723042"/>
              <a:gd name="csY4453" fmla="*/ 746201 h 825984"/>
              <a:gd name="csX4454" fmla="*/ 767519 w 1723042"/>
              <a:gd name="csY4454" fmla="*/ 743799 h 825984"/>
              <a:gd name="csX4455" fmla="*/ 767697 w 1723042"/>
              <a:gd name="csY4455" fmla="*/ 741353 h 825984"/>
              <a:gd name="csX4456" fmla="*/ 767866 w 1723042"/>
              <a:gd name="csY4456" fmla="*/ 738862 h 825984"/>
              <a:gd name="csX4457" fmla="*/ 768035 w 1723042"/>
              <a:gd name="csY4457" fmla="*/ 736317 h 825984"/>
              <a:gd name="csX4458" fmla="*/ 768213 w 1723042"/>
              <a:gd name="csY4458" fmla="*/ 733720 h 825984"/>
              <a:gd name="csX4459" fmla="*/ 768382 w 1723042"/>
              <a:gd name="csY4459" fmla="*/ 731077 h 825984"/>
              <a:gd name="csX4460" fmla="*/ 768551 w 1723042"/>
              <a:gd name="csY4460" fmla="*/ 728391 h 825984"/>
              <a:gd name="csX4461" fmla="*/ 768729 w 1723042"/>
              <a:gd name="csY4461" fmla="*/ 725651 h 825984"/>
              <a:gd name="csX4462" fmla="*/ 768898 w 1723042"/>
              <a:gd name="csY4462" fmla="*/ 722857 h 825984"/>
              <a:gd name="csX4463" fmla="*/ 769076 w 1723042"/>
              <a:gd name="csY4463" fmla="*/ 720019 h 825984"/>
              <a:gd name="csX4464" fmla="*/ 769245 w 1723042"/>
              <a:gd name="csY4464" fmla="*/ 717128 h 825984"/>
              <a:gd name="csX4465" fmla="*/ 769414 w 1723042"/>
              <a:gd name="csY4465" fmla="*/ 714192 h 825984"/>
              <a:gd name="csX4466" fmla="*/ 769592 w 1723042"/>
              <a:gd name="csY4466" fmla="*/ 711203 h 825984"/>
              <a:gd name="csX4467" fmla="*/ 769761 w 1723042"/>
              <a:gd name="csY4467" fmla="*/ 708169 h 825984"/>
              <a:gd name="csX4468" fmla="*/ 769930 w 1723042"/>
              <a:gd name="csY4468" fmla="*/ 705082 h 825984"/>
              <a:gd name="csX4469" fmla="*/ 770108 w 1723042"/>
              <a:gd name="csY4469" fmla="*/ 701950 h 825984"/>
              <a:gd name="csX4470" fmla="*/ 770277 w 1723042"/>
              <a:gd name="csY4470" fmla="*/ 698766 h 825984"/>
              <a:gd name="csX4471" fmla="*/ 770446 w 1723042"/>
              <a:gd name="csY4471" fmla="*/ 695527 h 825984"/>
              <a:gd name="csX4472" fmla="*/ 770624 w 1723042"/>
              <a:gd name="csY4472" fmla="*/ 692253 h 825984"/>
              <a:gd name="csX4473" fmla="*/ 770793 w 1723042"/>
              <a:gd name="csY4473" fmla="*/ 688917 h 825984"/>
              <a:gd name="csX4474" fmla="*/ 770971 w 1723042"/>
              <a:gd name="csY4474" fmla="*/ 685545 h 825984"/>
              <a:gd name="csX4475" fmla="*/ 771140 w 1723042"/>
              <a:gd name="csY4475" fmla="*/ 682120 h 825984"/>
              <a:gd name="csX4476" fmla="*/ 771309 w 1723042"/>
              <a:gd name="csY4476" fmla="*/ 678651 h 825984"/>
              <a:gd name="csX4477" fmla="*/ 771487 w 1723042"/>
              <a:gd name="csY4477" fmla="*/ 675128 h 825984"/>
              <a:gd name="csX4478" fmla="*/ 771656 w 1723042"/>
              <a:gd name="csY4478" fmla="*/ 671560 h 825984"/>
              <a:gd name="csX4479" fmla="*/ 771825 w 1723042"/>
              <a:gd name="csY4479" fmla="*/ 667948 h 825984"/>
              <a:gd name="csX4480" fmla="*/ 772003 w 1723042"/>
              <a:gd name="csY4480" fmla="*/ 664292 h 825984"/>
              <a:gd name="csX4481" fmla="*/ 772172 w 1723042"/>
              <a:gd name="csY4481" fmla="*/ 660591 h 825984"/>
              <a:gd name="csX4482" fmla="*/ 772350 w 1723042"/>
              <a:gd name="csY4482" fmla="*/ 656837 h 825984"/>
              <a:gd name="csX4483" fmla="*/ 772519 w 1723042"/>
              <a:gd name="csY4483" fmla="*/ 653047 h 825984"/>
              <a:gd name="csX4484" fmla="*/ 772688 w 1723042"/>
              <a:gd name="csY4484" fmla="*/ 649212 h 825984"/>
              <a:gd name="csX4485" fmla="*/ 772866 w 1723042"/>
              <a:gd name="csY4485" fmla="*/ 645333 h 825984"/>
              <a:gd name="csX4486" fmla="*/ 773035 w 1723042"/>
              <a:gd name="csY4486" fmla="*/ 641410 h 825984"/>
              <a:gd name="csX4487" fmla="*/ 773204 w 1723042"/>
              <a:gd name="csY4487" fmla="*/ 637442 h 825984"/>
              <a:gd name="csX4488" fmla="*/ 773382 w 1723042"/>
              <a:gd name="csY4488" fmla="*/ 633430 h 825984"/>
              <a:gd name="csX4489" fmla="*/ 773551 w 1723042"/>
              <a:gd name="csY4489" fmla="*/ 629382 h 825984"/>
              <a:gd name="csX4490" fmla="*/ 773729 w 1723042"/>
              <a:gd name="csY4490" fmla="*/ 625290 h 825984"/>
              <a:gd name="csX4491" fmla="*/ 773898 w 1723042"/>
              <a:gd name="csY4491" fmla="*/ 621162 h 825984"/>
              <a:gd name="csX4492" fmla="*/ 774067 w 1723042"/>
              <a:gd name="csY4492" fmla="*/ 616998 h 825984"/>
              <a:gd name="csX4493" fmla="*/ 774245 w 1723042"/>
              <a:gd name="csY4493" fmla="*/ 612790 h 825984"/>
              <a:gd name="csX4494" fmla="*/ 774414 w 1723042"/>
              <a:gd name="csY4494" fmla="*/ 608547 h 825984"/>
              <a:gd name="csX4495" fmla="*/ 774583 w 1723042"/>
              <a:gd name="csY4495" fmla="*/ 604258 h 825984"/>
              <a:gd name="csX4496" fmla="*/ 774761 w 1723042"/>
              <a:gd name="csY4496" fmla="*/ 599944 h 825984"/>
              <a:gd name="csX4497" fmla="*/ 774930 w 1723042"/>
              <a:gd name="csY4497" fmla="*/ 595593 h 825984"/>
              <a:gd name="csX4498" fmla="*/ 775099 w 1723042"/>
              <a:gd name="csY4498" fmla="*/ 591199 h 825984"/>
              <a:gd name="csX4499" fmla="*/ 775277 w 1723042"/>
              <a:gd name="csY4499" fmla="*/ 586777 h 825984"/>
              <a:gd name="csX4500" fmla="*/ 775446 w 1723042"/>
              <a:gd name="csY4500" fmla="*/ 582320 h 825984"/>
              <a:gd name="csX4501" fmla="*/ 775624 w 1723042"/>
              <a:gd name="csY4501" fmla="*/ 577836 h 825984"/>
              <a:gd name="csX4502" fmla="*/ 775793 w 1723042"/>
              <a:gd name="csY4502" fmla="*/ 573317 h 825984"/>
              <a:gd name="csX4503" fmla="*/ 775962 w 1723042"/>
              <a:gd name="csY4503" fmla="*/ 568762 h 825984"/>
              <a:gd name="csX4504" fmla="*/ 776140 w 1723042"/>
              <a:gd name="csY4504" fmla="*/ 564189 h 825984"/>
              <a:gd name="csX4505" fmla="*/ 776309 w 1723042"/>
              <a:gd name="csY4505" fmla="*/ 559580 h 825984"/>
              <a:gd name="csX4506" fmla="*/ 776478 w 1723042"/>
              <a:gd name="csY4506" fmla="*/ 554937 h 825984"/>
              <a:gd name="csX4507" fmla="*/ 776656 w 1723042"/>
              <a:gd name="csY4507" fmla="*/ 550275 h 825984"/>
              <a:gd name="csX4508" fmla="*/ 776825 w 1723042"/>
              <a:gd name="csY4508" fmla="*/ 545586 h 825984"/>
              <a:gd name="csX4509" fmla="*/ 777003 w 1723042"/>
              <a:gd name="csY4509" fmla="*/ 540871 h 825984"/>
              <a:gd name="csX4510" fmla="*/ 777172 w 1723042"/>
              <a:gd name="csY4510" fmla="*/ 536138 h 825984"/>
              <a:gd name="csX4511" fmla="*/ 777341 w 1723042"/>
              <a:gd name="csY4511" fmla="*/ 531379 h 825984"/>
              <a:gd name="csX4512" fmla="*/ 777519 w 1723042"/>
              <a:gd name="csY4512" fmla="*/ 526592 h 825984"/>
              <a:gd name="csX4513" fmla="*/ 777688 w 1723042"/>
              <a:gd name="csY4513" fmla="*/ 521787 h 825984"/>
              <a:gd name="csX4514" fmla="*/ 777857 w 1723042"/>
              <a:gd name="csY4514" fmla="*/ 516961 h 825984"/>
              <a:gd name="csX4515" fmla="*/ 778035 w 1723042"/>
              <a:gd name="csY4515" fmla="*/ 512118 h 825984"/>
              <a:gd name="csX4516" fmla="*/ 778204 w 1723042"/>
              <a:gd name="csY4516" fmla="*/ 507256 h 825984"/>
              <a:gd name="csX4517" fmla="*/ 778373 w 1723042"/>
              <a:gd name="csY4517" fmla="*/ 502376 h 825984"/>
              <a:gd name="csX4518" fmla="*/ 778551 w 1723042"/>
              <a:gd name="csY4518" fmla="*/ 497481 h 825984"/>
              <a:gd name="csX4519" fmla="*/ 778720 w 1723042"/>
              <a:gd name="csY4519" fmla="*/ 492571 h 825984"/>
              <a:gd name="csX4520" fmla="*/ 778898 w 1723042"/>
              <a:gd name="csY4520" fmla="*/ 487646 h 825984"/>
              <a:gd name="csX4521" fmla="*/ 779067 w 1723042"/>
              <a:gd name="csY4521" fmla="*/ 482709 h 825984"/>
              <a:gd name="csX4522" fmla="*/ 779236 w 1723042"/>
              <a:gd name="csY4522" fmla="*/ 477760 h 825984"/>
              <a:gd name="csX4523" fmla="*/ 779414 w 1723042"/>
              <a:gd name="csY4523" fmla="*/ 472799 h 825984"/>
              <a:gd name="csX4524" fmla="*/ 779583 w 1723042"/>
              <a:gd name="csY4524" fmla="*/ 467829 h 825984"/>
              <a:gd name="csX4525" fmla="*/ 779752 w 1723042"/>
              <a:gd name="csY4525" fmla="*/ 462849 h 825984"/>
              <a:gd name="csX4526" fmla="*/ 779930 w 1723042"/>
              <a:gd name="csY4526" fmla="*/ 457862 h 825984"/>
              <a:gd name="csX4527" fmla="*/ 780099 w 1723042"/>
              <a:gd name="csY4527" fmla="*/ 452868 h 825984"/>
              <a:gd name="csX4528" fmla="*/ 780276 w 1723042"/>
              <a:gd name="csY4528" fmla="*/ 447869 h 825984"/>
              <a:gd name="csX4529" fmla="*/ 780446 w 1723042"/>
              <a:gd name="csY4529" fmla="*/ 442863 h 825984"/>
              <a:gd name="csX4530" fmla="*/ 780615 w 1723042"/>
              <a:gd name="csY4530" fmla="*/ 437856 h 825984"/>
              <a:gd name="csX4531" fmla="*/ 780793 w 1723042"/>
              <a:gd name="csY4531" fmla="*/ 432844 h 825984"/>
              <a:gd name="csX4532" fmla="*/ 780962 w 1723042"/>
              <a:gd name="csY4532" fmla="*/ 427831 h 825984"/>
              <a:gd name="csX4533" fmla="*/ 781131 w 1723042"/>
              <a:gd name="csY4533" fmla="*/ 422818 h 825984"/>
              <a:gd name="csX4534" fmla="*/ 781308 w 1723042"/>
              <a:gd name="csY4534" fmla="*/ 417805 h 825984"/>
              <a:gd name="csX4535" fmla="*/ 781478 w 1723042"/>
              <a:gd name="csY4535" fmla="*/ 412794 h 825984"/>
              <a:gd name="csX4536" fmla="*/ 781655 w 1723042"/>
              <a:gd name="csY4536" fmla="*/ 407784 h 825984"/>
              <a:gd name="csX4537" fmla="*/ 781825 w 1723042"/>
              <a:gd name="csY4537" fmla="*/ 402779 h 825984"/>
              <a:gd name="csX4538" fmla="*/ 781994 w 1723042"/>
              <a:gd name="csY4538" fmla="*/ 397777 h 825984"/>
              <a:gd name="csX4539" fmla="*/ 782171 w 1723042"/>
              <a:gd name="csY4539" fmla="*/ 392781 h 825984"/>
              <a:gd name="csX4540" fmla="*/ 782341 w 1723042"/>
              <a:gd name="csY4540" fmla="*/ 387791 h 825984"/>
              <a:gd name="csX4541" fmla="*/ 782509 w 1723042"/>
              <a:gd name="csY4541" fmla="*/ 382808 h 825984"/>
              <a:gd name="csX4542" fmla="*/ 782687 w 1723042"/>
              <a:gd name="csY4542" fmla="*/ 377834 h 825984"/>
              <a:gd name="csX4543" fmla="*/ 782856 w 1723042"/>
              <a:gd name="csY4543" fmla="*/ 372869 h 825984"/>
              <a:gd name="csX4544" fmla="*/ 783026 w 1723042"/>
              <a:gd name="csY4544" fmla="*/ 367914 h 825984"/>
              <a:gd name="csX4545" fmla="*/ 783203 w 1723042"/>
              <a:gd name="csY4545" fmla="*/ 362970 h 825984"/>
              <a:gd name="csX4546" fmla="*/ 783373 w 1723042"/>
              <a:gd name="csY4546" fmla="*/ 358039 h 825984"/>
              <a:gd name="csX4547" fmla="*/ 783550 w 1723042"/>
              <a:gd name="csY4547" fmla="*/ 353120 h 825984"/>
              <a:gd name="csX4548" fmla="*/ 783720 w 1723042"/>
              <a:gd name="csY4548" fmla="*/ 348214 h 825984"/>
              <a:gd name="csX4549" fmla="*/ 783888 w 1723042"/>
              <a:gd name="csY4549" fmla="*/ 343324 h 825984"/>
              <a:gd name="csX4550" fmla="*/ 784066 w 1723042"/>
              <a:gd name="csY4550" fmla="*/ 338449 h 825984"/>
              <a:gd name="csX4551" fmla="*/ 784235 w 1723042"/>
              <a:gd name="csY4551" fmla="*/ 333591 h 825984"/>
              <a:gd name="csX4552" fmla="*/ 784404 w 1723042"/>
              <a:gd name="csY4552" fmla="*/ 328751 h 825984"/>
              <a:gd name="csX4553" fmla="*/ 784582 w 1723042"/>
              <a:gd name="csY4553" fmla="*/ 323928 h 825984"/>
              <a:gd name="csX4554" fmla="*/ 784751 w 1723042"/>
              <a:gd name="csY4554" fmla="*/ 319125 h 825984"/>
              <a:gd name="csX4555" fmla="*/ 784929 w 1723042"/>
              <a:gd name="csY4555" fmla="*/ 314341 h 825984"/>
              <a:gd name="csX4556" fmla="*/ 785098 w 1723042"/>
              <a:gd name="csY4556" fmla="*/ 309578 h 825984"/>
              <a:gd name="csX4557" fmla="*/ 785267 w 1723042"/>
              <a:gd name="csY4557" fmla="*/ 304836 h 825984"/>
              <a:gd name="csX4558" fmla="*/ 785445 w 1723042"/>
              <a:gd name="csY4558" fmla="*/ 300116 h 825984"/>
              <a:gd name="csX4559" fmla="*/ 785614 w 1723042"/>
              <a:gd name="csY4559" fmla="*/ 295421 h 825984"/>
              <a:gd name="csX4560" fmla="*/ 785783 w 1723042"/>
              <a:gd name="csY4560" fmla="*/ 290748 h 825984"/>
              <a:gd name="csX4561" fmla="*/ 785961 w 1723042"/>
              <a:gd name="csY4561" fmla="*/ 286100 h 825984"/>
              <a:gd name="csX4562" fmla="*/ 786130 w 1723042"/>
              <a:gd name="csY4562" fmla="*/ 281477 h 825984"/>
              <a:gd name="csX4563" fmla="*/ 786299 w 1723042"/>
              <a:gd name="csY4563" fmla="*/ 276881 h 825984"/>
              <a:gd name="csX4564" fmla="*/ 786477 w 1723042"/>
              <a:gd name="csY4564" fmla="*/ 272311 h 825984"/>
              <a:gd name="csX4565" fmla="*/ 786646 w 1723042"/>
              <a:gd name="csY4565" fmla="*/ 267768 h 825984"/>
              <a:gd name="csX4566" fmla="*/ 786824 w 1723042"/>
              <a:gd name="csY4566" fmla="*/ 263253 h 825984"/>
              <a:gd name="csX4567" fmla="*/ 786993 w 1723042"/>
              <a:gd name="csY4567" fmla="*/ 258767 h 825984"/>
              <a:gd name="csX4568" fmla="*/ 787162 w 1723042"/>
              <a:gd name="csY4568" fmla="*/ 254310 h 825984"/>
              <a:gd name="csX4569" fmla="*/ 787340 w 1723042"/>
              <a:gd name="csY4569" fmla="*/ 249883 h 825984"/>
              <a:gd name="csX4570" fmla="*/ 787509 w 1723042"/>
              <a:gd name="csY4570" fmla="*/ 245488 h 825984"/>
              <a:gd name="csX4571" fmla="*/ 787678 w 1723042"/>
              <a:gd name="csY4571" fmla="*/ 241122 h 825984"/>
              <a:gd name="csX4572" fmla="*/ 787856 w 1723042"/>
              <a:gd name="csY4572" fmla="*/ 236789 h 825984"/>
              <a:gd name="csX4573" fmla="*/ 788025 w 1723042"/>
              <a:gd name="csY4573" fmla="*/ 232487 h 825984"/>
              <a:gd name="csX4574" fmla="*/ 788203 w 1723042"/>
              <a:gd name="csY4574" fmla="*/ 228220 h 825984"/>
              <a:gd name="csX4575" fmla="*/ 788372 w 1723042"/>
              <a:gd name="csY4575" fmla="*/ 223984 h 825984"/>
              <a:gd name="csX4576" fmla="*/ 788541 w 1723042"/>
              <a:gd name="csY4576" fmla="*/ 219783 h 825984"/>
              <a:gd name="csX4577" fmla="*/ 788719 w 1723042"/>
              <a:gd name="csY4577" fmla="*/ 215617 h 825984"/>
              <a:gd name="csX4578" fmla="*/ 788888 w 1723042"/>
              <a:gd name="csY4578" fmla="*/ 211486 h 825984"/>
              <a:gd name="csX4579" fmla="*/ 789057 w 1723042"/>
              <a:gd name="csY4579" fmla="*/ 207389 h 825984"/>
              <a:gd name="csX4580" fmla="*/ 789235 w 1723042"/>
              <a:gd name="csY4580" fmla="*/ 203328 h 825984"/>
              <a:gd name="csX4581" fmla="*/ 789404 w 1723042"/>
              <a:gd name="csY4581" fmla="*/ 199304 h 825984"/>
              <a:gd name="csX4582" fmla="*/ 789582 w 1723042"/>
              <a:gd name="csY4582" fmla="*/ 195316 h 825984"/>
              <a:gd name="csX4583" fmla="*/ 789751 w 1723042"/>
              <a:gd name="csY4583" fmla="*/ 191365 h 825984"/>
              <a:gd name="csX4584" fmla="*/ 789920 w 1723042"/>
              <a:gd name="csY4584" fmla="*/ 187453 h 825984"/>
              <a:gd name="csX4585" fmla="*/ 790098 w 1723042"/>
              <a:gd name="csY4585" fmla="*/ 183577 h 825984"/>
              <a:gd name="csX4586" fmla="*/ 790267 w 1723042"/>
              <a:gd name="csY4586" fmla="*/ 179740 h 825984"/>
              <a:gd name="csX4587" fmla="*/ 790436 w 1723042"/>
              <a:gd name="csY4587" fmla="*/ 175942 h 825984"/>
              <a:gd name="csX4588" fmla="*/ 790614 w 1723042"/>
              <a:gd name="csY4588" fmla="*/ 172182 h 825984"/>
              <a:gd name="csX4589" fmla="*/ 790783 w 1723042"/>
              <a:gd name="csY4589" fmla="*/ 168461 h 825984"/>
              <a:gd name="csX4590" fmla="*/ 790952 w 1723042"/>
              <a:gd name="csY4590" fmla="*/ 164781 h 825984"/>
              <a:gd name="csX4591" fmla="*/ 791130 w 1723042"/>
              <a:gd name="csY4591" fmla="*/ 161140 h 825984"/>
              <a:gd name="csX4592" fmla="*/ 791299 w 1723042"/>
              <a:gd name="csY4592" fmla="*/ 157539 h 825984"/>
              <a:gd name="csX4593" fmla="*/ 791477 w 1723042"/>
              <a:gd name="csY4593" fmla="*/ 153979 h 825984"/>
              <a:gd name="csX4594" fmla="*/ 791646 w 1723042"/>
              <a:gd name="csY4594" fmla="*/ 150459 h 825984"/>
              <a:gd name="csX4595" fmla="*/ 791815 w 1723042"/>
              <a:gd name="csY4595" fmla="*/ 146981 h 825984"/>
              <a:gd name="csX4596" fmla="*/ 791993 w 1723042"/>
              <a:gd name="csY4596" fmla="*/ 143542 h 825984"/>
              <a:gd name="csX4597" fmla="*/ 792162 w 1723042"/>
              <a:gd name="csY4597" fmla="*/ 140147 h 825984"/>
              <a:gd name="csX4598" fmla="*/ 792331 w 1723042"/>
              <a:gd name="csY4598" fmla="*/ 136792 h 825984"/>
              <a:gd name="csX4599" fmla="*/ 792509 w 1723042"/>
              <a:gd name="csY4599" fmla="*/ 133478 h 825984"/>
              <a:gd name="csX4600" fmla="*/ 792678 w 1723042"/>
              <a:gd name="csY4600" fmla="*/ 130207 h 825984"/>
              <a:gd name="csX4601" fmla="*/ 792856 w 1723042"/>
              <a:gd name="csY4601" fmla="*/ 126977 h 825984"/>
              <a:gd name="csX4602" fmla="*/ 793025 w 1723042"/>
              <a:gd name="csY4602" fmla="*/ 123791 h 825984"/>
              <a:gd name="csX4603" fmla="*/ 793194 w 1723042"/>
              <a:gd name="csY4603" fmla="*/ 120646 h 825984"/>
              <a:gd name="csX4604" fmla="*/ 793372 w 1723042"/>
              <a:gd name="csY4604" fmla="*/ 117543 h 825984"/>
              <a:gd name="csX4605" fmla="*/ 793541 w 1723042"/>
              <a:gd name="csY4605" fmla="*/ 114483 h 825984"/>
              <a:gd name="csX4606" fmla="*/ 793710 w 1723042"/>
              <a:gd name="csY4606" fmla="*/ 111465 h 825984"/>
              <a:gd name="csX4607" fmla="*/ 793888 w 1723042"/>
              <a:gd name="csY4607" fmla="*/ 108490 h 825984"/>
              <a:gd name="csX4608" fmla="*/ 794057 w 1723042"/>
              <a:gd name="csY4608" fmla="*/ 105559 h 825984"/>
              <a:gd name="csX4609" fmla="*/ 794235 w 1723042"/>
              <a:gd name="csY4609" fmla="*/ 102669 h 825984"/>
              <a:gd name="csX4610" fmla="*/ 794404 w 1723042"/>
              <a:gd name="csY4610" fmla="*/ 99824 h 825984"/>
              <a:gd name="csX4611" fmla="*/ 794573 w 1723042"/>
              <a:gd name="csY4611" fmla="*/ 97020 h 825984"/>
              <a:gd name="csX4612" fmla="*/ 794751 w 1723042"/>
              <a:gd name="csY4612" fmla="*/ 94260 h 825984"/>
              <a:gd name="csX4613" fmla="*/ 794920 w 1723042"/>
              <a:gd name="csY4613" fmla="*/ 91543 h 825984"/>
              <a:gd name="csX4614" fmla="*/ 795089 w 1723042"/>
              <a:gd name="csY4614" fmla="*/ 88868 h 825984"/>
              <a:gd name="csX4615" fmla="*/ 795267 w 1723042"/>
              <a:gd name="csY4615" fmla="*/ 86237 h 825984"/>
              <a:gd name="csX4616" fmla="*/ 795436 w 1723042"/>
              <a:gd name="csY4616" fmla="*/ 83648 h 825984"/>
              <a:gd name="csX4617" fmla="*/ 795605 w 1723042"/>
              <a:gd name="csY4617" fmla="*/ 81103 h 825984"/>
              <a:gd name="csX4618" fmla="*/ 795783 w 1723042"/>
              <a:gd name="csY4618" fmla="*/ 78599 h 825984"/>
              <a:gd name="csX4619" fmla="*/ 795952 w 1723042"/>
              <a:gd name="csY4619" fmla="*/ 76139 h 825984"/>
              <a:gd name="csX4620" fmla="*/ 796130 w 1723042"/>
              <a:gd name="csY4620" fmla="*/ 73722 h 825984"/>
              <a:gd name="csX4621" fmla="*/ 796299 w 1723042"/>
              <a:gd name="csY4621" fmla="*/ 71348 h 825984"/>
              <a:gd name="csX4622" fmla="*/ 796468 w 1723042"/>
              <a:gd name="csY4622" fmla="*/ 69016 h 825984"/>
              <a:gd name="csX4623" fmla="*/ 796646 w 1723042"/>
              <a:gd name="csY4623" fmla="*/ 66726 h 825984"/>
              <a:gd name="csX4624" fmla="*/ 796815 w 1723042"/>
              <a:gd name="csY4624" fmla="*/ 64480 h 825984"/>
              <a:gd name="csX4625" fmla="*/ 796984 w 1723042"/>
              <a:gd name="csY4625" fmla="*/ 62275 h 825984"/>
              <a:gd name="csX4626" fmla="*/ 797162 w 1723042"/>
              <a:gd name="csY4626" fmla="*/ 60112 h 825984"/>
              <a:gd name="csX4627" fmla="*/ 797331 w 1723042"/>
              <a:gd name="csY4627" fmla="*/ 57992 h 825984"/>
              <a:gd name="csX4628" fmla="*/ 797509 w 1723042"/>
              <a:gd name="csY4628" fmla="*/ 55914 h 825984"/>
              <a:gd name="csX4629" fmla="*/ 797678 w 1723042"/>
              <a:gd name="csY4629" fmla="*/ 53878 h 825984"/>
              <a:gd name="csX4630" fmla="*/ 797847 w 1723042"/>
              <a:gd name="csY4630" fmla="*/ 51883 h 825984"/>
              <a:gd name="csX4631" fmla="*/ 798025 w 1723042"/>
              <a:gd name="csY4631" fmla="*/ 49930 h 825984"/>
              <a:gd name="csX4632" fmla="*/ 798194 w 1723042"/>
              <a:gd name="csY4632" fmla="*/ 48018 h 825984"/>
              <a:gd name="csX4633" fmla="*/ 798363 w 1723042"/>
              <a:gd name="csY4633" fmla="*/ 46148 h 825984"/>
              <a:gd name="csX4634" fmla="*/ 798541 w 1723042"/>
              <a:gd name="csY4634" fmla="*/ 44319 h 825984"/>
              <a:gd name="csX4635" fmla="*/ 798710 w 1723042"/>
              <a:gd name="csY4635" fmla="*/ 42530 h 825984"/>
              <a:gd name="csX4636" fmla="*/ 798879 w 1723042"/>
              <a:gd name="csY4636" fmla="*/ 40782 h 825984"/>
              <a:gd name="csX4637" fmla="*/ 799057 w 1723042"/>
              <a:gd name="csY4637" fmla="*/ 39075 h 825984"/>
              <a:gd name="csX4638" fmla="*/ 799226 w 1723042"/>
              <a:gd name="csY4638" fmla="*/ 37409 h 825984"/>
              <a:gd name="csX4639" fmla="*/ 799404 w 1723042"/>
              <a:gd name="csY4639" fmla="*/ 35782 h 825984"/>
              <a:gd name="csX4640" fmla="*/ 799573 w 1723042"/>
              <a:gd name="csY4640" fmla="*/ 34195 h 825984"/>
              <a:gd name="csX4641" fmla="*/ 799742 w 1723042"/>
              <a:gd name="csY4641" fmla="*/ 32648 h 825984"/>
              <a:gd name="csX4642" fmla="*/ 799920 w 1723042"/>
              <a:gd name="csY4642" fmla="*/ 31141 h 825984"/>
              <a:gd name="csX4643" fmla="*/ 800089 w 1723042"/>
              <a:gd name="csY4643" fmla="*/ 29673 h 825984"/>
              <a:gd name="csX4644" fmla="*/ 800258 w 1723042"/>
              <a:gd name="csY4644" fmla="*/ 28244 h 825984"/>
              <a:gd name="csX4645" fmla="*/ 800436 w 1723042"/>
              <a:gd name="csY4645" fmla="*/ 26854 h 825984"/>
              <a:gd name="csX4646" fmla="*/ 800605 w 1723042"/>
              <a:gd name="csY4646" fmla="*/ 25503 h 825984"/>
              <a:gd name="csX4647" fmla="*/ 800783 w 1723042"/>
              <a:gd name="csY4647" fmla="*/ 24189 h 825984"/>
              <a:gd name="csX4648" fmla="*/ 800952 w 1723042"/>
              <a:gd name="csY4648" fmla="*/ 22914 h 825984"/>
              <a:gd name="csX4649" fmla="*/ 801121 w 1723042"/>
              <a:gd name="csY4649" fmla="*/ 21677 h 825984"/>
              <a:gd name="csX4650" fmla="*/ 801299 w 1723042"/>
              <a:gd name="csY4650" fmla="*/ 20477 h 825984"/>
              <a:gd name="csX4651" fmla="*/ 801468 w 1723042"/>
              <a:gd name="csY4651" fmla="*/ 19315 h 825984"/>
              <a:gd name="csX4652" fmla="*/ 801637 w 1723042"/>
              <a:gd name="csY4652" fmla="*/ 18191 h 825984"/>
              <a:gd name="csX4653" fmla="*/ 801815 w 1723042"/>
              <a:gd name="csY4653" fmla="*/ 17102 h 825984"/>
              <a:gd name="csX4654" fmla="*/ 801984 w 1723042"/>
              <a:gd name="csY4654" fmla="*/ 16050 h 825984"/>
              <a:gd name="csX4655" fmla="*/ 802162 w 1723042"/>
              <a:gd name="csY4655" fmla="*/ 15035 h 825984"/>
              <a:gd name="csX4656" fmla="*/ 802331 w 1723042"/>
              <a:gd name="csY4656" fmla="*/ 14056 h 825984"/>
              <a:gd name="csX4657" fmla="*/ 802500 w 1723042"/>
              <a:gd name="csY4657" fmla="*/ 13112 h 825984"/>
              <a:gd name="csX4658" fmla="*/ 802678 w 1723042"/>
              <a:gd name="csY4658" fmla="*/ 12205 h 825984"/>
              <a:gd name="csX4659" fmla="*/ 802847 w 1723042"/>
              <a:gd name="csY4659" fmla="*/ 11332 h 825984"/>
              <a:gd name="csX4660" fmla="*/ 803016 w 1723042"/>
              <a:gd name="csY4660" fmla="*/ 10494 h 825984"/>
              <a:gd name="csX4661" fmla="*/ 803194 w 1723042"/>
              <a:gd name="csY4661" fmla="*/ 9691 h 825984"/>
              <a:gd name="csX4662" fmla="*/ 803363 w 1723042"/>
              <a:gd name="csY4662" fmla="*/ 8922 h 825984"/>
              <a:gd name="csX4663" fmla="*/ 803532 w 1723042"/>
              <a:gd name="csY4663" fmla="*/ 8187 h 825984"/>
              <a:gd name="csX4664" fmla="*/ 803710 w 1723042"/>
              <a:gd name="csY4664" fmla="*/ 7486 h 825984"/>
              <a:gd name="csX4665" fmla="*/ 803879 w 1723042"/>
              <a:gd name="csY4665" fmla="*/ 6819 h 825984"/>
              <a:gd name="csX4666" fmla="*/ 804057 w 1723042"/>
              <a:gd name="csY4666" fmla="*/ 6185 h 825984"/>
              <a:gd name="csX4667" fmla="*/ 804226 w 1723042"/>
              <a:gd name="csY4667" fmla="*/ 5583 h 825984"/>
              <a:gd name="csX4668" fmla="*/ 804395 w 1723042"/>
              <a:gd name="csY4668" fmla="*/ 5015 h 825984"/>
              <a:gd name="csX4669" fmla="*/ 804573 w 1723042"/>
              <a:gd name="csY4669" fmla="*/ 4478 h 825984"/>
              <a:gd name="csX4670" fmla="*/ 804742 w 1723042"/>
              <a:gd name="csY4670" fmla="*/ 3974 h 825984"/>
              <a:gd name="csX4671" fmla="*/ 804911 w 1723042"/>
              <a:gd name="csY4671" fmla="*/ 3502 h 825984"/>
              <a:gd name="csX4672" fmla="*/ 805089 w 1723042"/>
              <a:gd name="csY4672" fmla="*/ 3060 h 825984"/>
              <a:gd name="csX4673" fmla="*/ 805258 w 1723042"/>
              <a:gd name="csY4673" fmla="*/ 2650 h 825984"/>
              <a:gd name="csX4674" fmla="*/ 805436 w 1723042"/>
              <a:gd name="csY4674" fmla="*/ 2270 h 825984"/>
              <a:gd name="csX4675" fmla="*/ 805605 w 1723042"/>
              <a:gd name="csY4675" fmla="*/ 1922 h 825984"/>
              <a:gd name="csX4676" fmla="*/ 805774 w 1723042"/>
              <a:gd name="csY4676" fmla="*/ 1603 h 825984"/>
              <a:gd name="csX4677" fmla="*/ 805952 w 1723042"/>
              <a:gd name="csY4677" fmla="*/ 1314 h 825984"/>
              <a:gd name="csX4678" fmla="*/ 806121 w 1723042"/>
              <a:gd name="csY4678" fmla="*/ 1054 h 825984"/>
              <a:gd name="csX4679" fmla="*/ 806290 w 1723042"/>
              <a:gd name="csY4679" fmla="*/ 825 h 825984"/>
              <a:gd name="csX4680" fmla="*/ 806468 w 1723042"/>
              <a:gd name="csY4680" fmla="*/ 624 h 825984"/>
              <a:gd name="csX4681" fmla="*/ 806637 w 1723042"/>
              <a:gd name="csY4681" fmla="*/ 451 h 825984"/>
              <a:gd name="csX4682" fmla="*/ 806806 w 1723042"/>
              <a:gd name="csY4682" fmla="*/ 307 h 825984"/>
              <a:gd name="csX4683" fmla="*/ 806984 w 1723042"/>
              <a:gd name="csY4683" fmla="*/ 190 h 825984"/>
              <a:gd name="csX4684" fmla="*/ 807153 w 1723042"/>
              <a:gd name="csY4684" fmla="*/ 102 h 825984"/>
              <a:gd name="csX4685" fmla="*/ 807331 w 1723042"/>
              <a:gd name="csY4685" fmla="*/ 41 h 825984"/>
              <a:gd name="csX4686" fmla="*/ 807500 w 1723042"/>
              <a:gd name="csY4686" fmla="*/ 7 h 825984"/>
              <a:gd name="csX4687" fmla="*/ 807669 w 1723042"/>
              <a:gd name="csY4687" fmla="*/ 0 h 825984"/>
              <a:gd name="csX4688" fmla="*/ 807847 w 1723042"/>
              <a:gd name="csY4688" fmla="*/ 20 h 825984"/>
              <a:gd name="csX4689" fmla="*/ 808016 w 1723042"/>
              <a:gd name="csY4689" fmla="*/ 66 h 825984"/>
              <a:gd name="csX4690" fmla="*/ 808185 w 1723042"/>
              <a:gd name="csY4690" fmla="*/ 137 h 825984"/>
              <a:gd name="csX4691" fmla="*/ 808363 w 1723042"/>
              <a:gd name="csY4691" fmla="*/ 234 h 825984"/>
              <a:gd name="csX4692" fmla="*/ 808532 w 1723042"/>
              <a:gd name="csY4692" fmla="*/ 357 h 825984"/>
              <a:gd name="csX4693" fmla="*/ 808710 w 1723042"/>
              <a:gd name="csY4693" fmla="*/ 504 h 825984"/>
              <a:gd name="csX4694" fmla="*/ 808879 w 1723042"/>
              <a:gd name="csY4694" fmla="*/ 676 h 825984"/>
              <a:gd name="csX4695" fmla="*/ 809048 w 1723042"/>
              <a:gd name="csY4695" fmla="*/ 873 h 825984"/>
              <a:gd name="csX4696" fmla="*/ 809226 w 1723042"/>
              <a:gd name="csY4696" fmla="*/ 1093 h 825984"/>
              <a:gd name="csX4697" fmla="*/ 809395 w 1723042"/>
              <a:gd name="csY4697" fmla="*/ 1338 h 825984"/>
              <a:gd name="csX4698" fmla="*/ 809564 w 1723042"/>
              <a:gd name="csY4698" fmla="*/ 1606 h 825984"/>
              <a:gd name="csX4699" fmla="*/ 809742 w 1723042"/>
              <a:gd name="csY4699" fmla="*/ 1897 h 825984"/>
              <a:gd name="csX4700" fmla="*/ 809911 w 1723042"/>
              <a:gd name="csY4700" fmla="*/ 2211 h 825984"/>
              <a:gd name="csX4701" fmla="*/ 810088 w 1723042"/>
              <a:gd name="csY4701" fmla="*/ 2547 h 825984"/>
              <a:gd name="csX4702" fmla="*/ 810258 w 1723042"/>
              <a:gd name="csY4702" fmla="*/ 2906 h 825984"/>
              <a:gd name="csX4703" fmla="*/ 810427 w 1723042"/>
              <a:gd name="csY4703" fmla="*/ 3287 h 825984"/>
              <a:gd name="csX4704" fmla="*/ 810605 w 1723042"/>
              <a:gd name="csY4704" fmla="*/ 3689 h 825984"/>
              <a:gd name="csX4705" fmla="*/ 810774 w 1723042"/>
              <a:gd name="csY4705" fmla="*/ 4114 h 825984"/>
              <a:gd name="csX4706" fmla="*/ 810943 w 1723042"/>
              <a:gd name="csY4706" fmla="*/ 4559 h 825984"/>
              <a:gd name="csX4707" fmla="*/ 811121 w 1723042"/>
              <a:gd name="csY4707" fmla="*/ 5025 h 825984"/>
              <a:gd name="csX4708" fmla="*/ 811290 w 1723042"/>
              <a:gd name="csY4708" fmla="*/ 5511 h 825984"/>
              <a:gd name="csX4709" fmla="*/ 811459 w 1723042"/>
              <a:gd name="csY4709" fmla="*/ 6018 h 825984"/>
              <a:gd name="csX4710" fmla="*/ 811636 w 1723042"/>
              <a:gd name="csY4710" fmla="*/ 6545 h 825984"/>
              <a:gd name="csX4711" fmla="*/ 811806 w 1723042"/>
              <a:gd name="csY4711" fmla="*/ 7092 h 825984"/>
              <a:gd name="csX4712" fmla="*/ 811983 w 1723042"/>
              <a:gd name="csY4712" fmla="*/ 7658 h 825984"/>
              <a:gd name="csX4713" fmla="*/ 812153 w 1723042"/>
              <a:gd name="csY4713" fmla="*/ 8243 h 825984"/>
              <a:gd name="csX4714" fmla="*/ 812322 w 1723042"/>
              <a:gd name="csY4714" fmla="*/ 8848 h 825984"/>
              <a:gd name="csX4715" fmla="*/ 812499 w 1723042"/>
              <a:gd name="csY4715" fmla="*/ 9471 h 825984"/>
              <a:gd name="csX4716" fmla="*/ 812668 w 1723042"/>
              <a:gd name="csY4716" fmla="*/ 10113 h 825984"/>
              <a:gd name="csX4717" fmla="*/ 812838 w 1723042"/>
              <a:gd name="csY4717" fmla="*/ 10772 h 825984"/>
              <a:gd name="csX4718" fmla="*/ 813015 w 1723042"/>
              <a:gd name="csY4718" fmla="*/ 11449 h 825984"/>
              <a:gd name="csX4719" fmla="*/ 813185 w 1723042"/>
              <a:gd name="csY4719" fmla="*/ 12144 h 825984"/>
              <a:gd name="csX4720" fmla="*/ 813362 w 1723042"/>
              <a:gd name="csY4720" fmla="*/ 12856 h 825984"/>
              <a:gd name="csX4721" fmla="*/ 813531 w 1723042"/>
              <a:gd name="csY4721" fmla="*/ 13585 h 825984"/>
              <a:gd name="csX4722" fmla="*/ 813700 w 1723042"/>
              <a:gd name="csY4722" fmla="*/ 14331 h 825984"/>
              <a:gd name="csX4723" fmla="*/ 813878 w 1723042"/>
              <a:gd name="csY4723" fmla="*/ 15094 h 825984"/>
              <a:gd name="csX4724" fmla="*/ 814047 w 1723042"/>
              <a:gd name="csY4724" fmla="*/ 15872 h 825984"/>
              <a:gd name="csX4725" fmla="*/ 814216 w 1723042"/>
              <a:gd name="csY4725" fmla="*/ 16667 h 825984"/>
              <a:gd name="csX4726" fmla="*/ 814394 w 1723042"/>
              <a:gd name="csY4726" fmla="*/ 17478 h 825984"/>
              <a:gd name="csX4727" fmla="*/ 814563 w 1723042"/>
              <a:gd name="csY4727" fmla="*/ 18304 h 825984"/>
              <a:gd name="csX4728" fmla="*/ 814733 w 1723042"/>
              <a:gd name="csY4728" fmla="*/ 19145 h 825984"/>
              <a:gd name="csX4729" fmla="*/ 814910 w 1723042"/>
              <a:gd name="csY4729" fmla="*/ 20001 h 825984"/>
              <a:gd name="csX4730" fmla="*/ 815079 w 1723042"/>
              <a:gd name="csY4730" fmla="*/ 20872 h 825984"/>
              <a:gd name="csX4731" fmla="*/ 815257 w 1723042"/>
              <a:gd name="csY4731" fmla="*/ 21758 h 825984"/>
              <a:gd name="csX4732" fmla="*/ 815426 w 1723042"/>
              <a:gd name="csY4732" fmla="*/ 22657 h 825984"/>
              <a:gd name="csX4733" fmla="*/ 815595 w 1723042"/>
              <a:gd name="csY4733" fmla="*/ 23572 h 825984"/>
              <a:gd name="csX4734" fmla="*/ 815773 w 1723042"/>
              <a:gd name="csY4734" fmla="*/ 24500 h 825984"/>
              <a:gd name="csX4735" fmla="*/ 815942 w 1723042"/>
              <a:gd name="csY4735" fmla="*/ 25441 h 825984"/>
              <a:gd name="csX4736" fmla="*/ 816111 w 1723042"/>
              <a:gd name="csY4736" fmla="*/ 26396 h 825984"/>
              <a:gd name="csX4737" fmla="*/ 816289 w 1723042"/>
              <a:gd name="csY4737" fmla="*/ 27364 h 825984"/>
              <a:gd name="csX4738" fmla="*/ 816458 w 1723042"/>
              <a:gd name="csY4738" fmla="*/ 28344 h 825984"/>
              <a:gd name="csX4739" fmla="*/ 816636 w 1723042"/>
              <a:gd name="csY4739" fmla="*/ 29338 h 825984"/>
              <a:gd name="csX4740" fmla="*/ 816805 w 1723042"/>
              <a:gd name="csY4740" fmla="*/ 30344 h 825984"/>
              <a:gd name="csX4741" fmla="*/ 816974 w 1723042"/>
              <a:gd name="csY4741" fmla="*/ 31362 h 825984"/>
              <a:gd name="csX4742" fmla="*/ 817152 w 1723042"/>
              <a:gd name="csY4742" fmla="*/ 32392 h 825984"/>
              <a:gd name="csX4743" fmla="*/ 817321 w 1723042"/>
              <a:gd name="csY4743" fmla="*/ 33434 h 825984"/>
              <a:gd name="csX4744" fmla="*/ 817490 w 1723042"/>
              <a:gd name="csY4744" fmla="*/ 34488 h 825984"/>
              <a:gd name="csX4745" fmla="*/ 817668 w 1723042"/>
              <a:gd name="csY4745" fmla="*/ 35553 h 825984"/>
              <a:gd name="csX4746" fmla="*/ 817837 w 1723042"/>
              <a:gd name="csY4746" fmla="*/ 36628 h 825984"/>
              <a:gd name="csX4747" fmla="*/ 818015 w 1723042"/>
              <a:gd name="csY4747" fmla="*/ 37716 h 825984"/>
              <a:gd name="csX4748" fmla="*/ 818184 w 1723042"/>
              <a:gd name="csY4748" fmla="*/ 38813 h 825984"/>
              <a:gd name="csX4749" fmla="*/ 818353 w 1723042"/>
              <a:gd name="csY4749" fmla="*/ 39921 h 825984"/>
              <a:gd name="csX4750" fmla="*/ 818531 w 1723042"/>
              <a:gd name="csY4750" fmla="*/ 41040 h 825984"/>
              <a:gd name="csX4751" fmla="*/ 818700 w 1723042"/>
              <a:gd name="csY4751" fmla="*/ 42168 h 825984"/>
              <a:gd name="csX4752" fmla="*/ 818869 w 1723042"/>
              <a:gd name="csY4752" fmla="*/ 43307 h 825984"/>
              <a:gd name="csX4753" fmla="*/ 819047 w 1723042"/>
              <a:gd name="csY4753" fmla="*/ 44456 h 825984"/>
              <a:gd name="csX4754" fmla="*/ 819216 w 1723042"/>
              <a:gd name="csY4754" fmla="*/ 45614 h 825984"/>
              <a:gd name="csX4755" fmla="*/ 819385 w 1723042"/>
              <a:gd name="csY4755" fmla="*/ 46781 h 825984"/>
              <a:gd name="csX4756" fmla="*/ 819563 w 1723042"/>
              <a:gd name="csY4756" fmla="*/ 47957 h 825984"/>
              <a:gd name="csX4757" fmla="*/ 819732 w 1723042"/>
              <a:gd name="csY4757" fmla="*/ 49143 h 825984"/>
              <a:gd name="csX4758" fmla="*/ 819910 w 1723042"/>
              <a:gd name="csY4758" fmla="*/ 50337 h 825984"/>
              <a:gd name="csX4759" fmla="*/ 820079 w 1723042"/>
              <a:gd name="csY4759" fmla="*/ 51540 h 825984"/>
              <a:gd name="csX4760" fmla="*/ 820248 w 1723042"/>
              <a:gd name="csY4760" fmla="*/ 52751 h 825984"/>
              <a:gd name="csX4761" fmla="*/ 820426 w 1723042"/>
              <a:gd name="csY4761" fmla="*/ 53970 h 825984"/>
              <a:gd name="csX4762" fmla="*/ 820595 w 1723042"/>
              <a:gd name="csY4762" fmla="*/ 55198 h 825984"/>
              <a:gd name="csX4763" fmla="*/ 820764 w 1723042"/>
              <a:gd name="csY4763" fmla="*/ 56434 h 825984"/>
              <a:gd name="csX4764" fmla="*/ 820942 w 1723042"/>
              <a:gd name="csY4764" fmla="*/ 57677 h 825984"/>
              <a:gd name="csX4765" fmla="*/ 821111 w 1723042"/>
              <a:gd name="csY4765" fmla="*/ 58927 h 825984"/>
              <a:gd name="csX4766" fmla="*/ 821289 w 1723042"/>
              <a:gd name="csY4766" fmla="*/ 60185 h 825984"/>
              <a:gd name="csX4767" fmla="*/ 821458 w 1723042"/>
              <a:gd name="csY4767" fmla="*/ 61450 h 825984"/>
              <a:gd name="csX4768" fmla="*/ 821627 w 1723042"/>
              <a:gd name="csY4768" fmla="*/ 62723 h 825984"/>
              <a:gd name="csX4769" fmla="*/ 821805 w 1723042"/>
              <a:gd name="csY4769" fmla="*/ 64002 h 825984"/>
              <a:gd name="csX4770" fmla="*/ 821974 w 1723042"/>
              <a:gd name="csY4770" fmla="*/ 65287 h 825984"/>
              <a:gd name="csX4771" fmla="*/ 822143 w 1723042"/>
              <a:gd name="csY4771" fmla="*/ 66580 h 825984"/>
              <a:gd name="csX4772" fmla="*/ 822321 w 1723042"/>
              <a:gd name="csY4772" fmla="*/ 67879 h 825984"/>
              <a:gd name="csX4773" fmla="*/ 822490 w 1723042"/>
              <a:gd name="csY4773" fmla="*/ 69184 h 825984"/>
              <a:gd name="csX4774" fmla="*/ 822668 w 1723042"/>
              <a:gd name="csY4774" fmla="*/ 70495 h 825984"/>
              <a:gd name="csX4775" fmla="*/ 822837 w 1723042"/>
              <a:gd name="csY4775" fmla="*/ 71812 h 825984"/>
              <a:gd name="csX4776" fmla="*/ 823006 w 1723042"/>
              <a:gd name="csY4776" fmla="*/ 73135 h 825984"/>
              <a:gd name="csX4777" fmla="*/ 823184 w 1723042"/>
              <a:gd name="csY4777" fmla="*/ 74463 h 825984"/>
              <a:gd name="csX4778" fmla="*/ 823353 w 1723042"/>
              <a:gd name="csY4778" fmla="*/ 75798 h 825984"/>
              <a:gd name="csX4779" fmla="*/ 823522 w 1723042"/>
              <a:gd name="csY4779" fmla="*/ 77137 h 825984"/>
              <a:gd name="csX4780" fmla="*/ 823700 w 1723042"/>
              <a:gd name="csY4780" fmla="*/ 78481 h 825984"/>
              <a:gd name="csX4781" fmla="*/ 823869 w 1723042"/>
              <a:gd name="csY4781" fmla="*/ 79831 h 825984"/>
              <a:gd name="csX4782" fmla="*/ 824038 w 1723042"/>
              <a:gd name="csY4782" fmla="*/ 81185 h 825984"/>
              <a:gd name="csX4783" fmla="*/ 824216 w 1723042"/>
              <a:gd name="csY4783" fmla="*/ 82545 h 825984"/>
              <a:gd name="csX4784" fmla="*/ 824385 w 1723042"/>
              <a:gd name="csY4784" fmla="*/ 83909 h 825984"/>
              <a:gd name="csX4785" fmla="*/ 824563 w 1723042"/>
              <a:gd name="csY4785" fmla="*/ 85277 h 825984"/>
              <a:gd name="csX4786" fmla="*/ 824732 w 1723042"/>
              <a:gd name="csY4786" fmla="*/ 86650 h 825984"/>
              <a:gd name="csX4787" fmla="*/ 824901 w 1723042"/>
              <a:gd name="csY4787" fmla="*/ 88027 h 825984"/>
              <a:gd name="csX4788" fmla="*/ 825079 w 1723042"/>
              <a:gd name="csY4788" fmla="*/ 89408 h 825984"/>
              <a:gd name="csX4789" fmla="*/ 825248 w 1723042"/>
              <a:gd name="csY4789" fmla="*/ 90793 h 825984"/>
              <a:gd name="csX4790" fmla="*/ 825417 w 1723042"/>
              <a:gd name="csY4790" fmla="*/ 92181 h 825984"/>
              <a:gd name="csX4791" fmla="*/ 825595 w 1723042"/>
              <a:gd name="csY4791" fmla="*/ 93575 h 825984"/>
              <a:gd name="csX4792" fmla="*/ 825764 w 1723042"/>
              <a:gd name="csY4792" fmla="*/ 94970 h 825984"/>
              <a:gd name="csX4793" fmla="*/ 825942 w 1723042"/>
              <a:gd name="csY4793" fmla="*/ 96371 h 825984"/>
              <a:gd name="csX4794" fmla="*/ 826111 w 1723042"/>
              <a:gd name="csY4794" fmla="*/ 97774 h 825984"/>
              <a:gd name="csX4795" fmla="*/ 826280 w 1723042"/>
              <a:gd name="csY4795" fmla="*/ 99180 h 825984"/>
              <a:gd name="csX4796" fmla="*/ 826458 w 1723042"/>
              <a:gd name="csY4796" fmla="*/ 100590 h 825984"/>
              <a:gd name="csX4797" fmla="*/ 826627 w 1723042"/>
              <a:gd name="csY4797" fmla="*/ 102002 h 825984"/>
              <a:gd name="csX4798" fmla="*/ 826796 w 1723042"/>
              <a:gd name="csY4798" fmla="*/ 103418 h 825984"/>
              <a:gd name="csX4799" fmla="*/ 826974 w 1723042"/>
              <a:gd name="csY4799" fmla="*/ 104836 h 825984"/>
              <a:gd name="csX4800" fmla="*/ 827143 w 1723042"/>
              <a:gd name="csY4800" fmla="*/ 106257 h 825984"/>
              <a:gd name="csX4801" fmla="*/ 827312 w 1723042"/>
              <a:gd name="csY4801" fmla="*/ 107681 h 825984"/>
              <a:gd name="csX4802" fmla="*/ 827490 w 1723042"/>
              <a:gd name="csY4802" fmla="*/ 109107 h 825984"/>
              <a:gd name="csX4803" fmla="*/ 827659 w 1723042"/>
              <a:gd name="csY4803" fmla="*/ 110535 h 825984"/>
              <a:gd name="csX4804" fmla="*/ 827837 w 1723042"/>
              <a:gd name="csY4804" fmla="*/ 111965 h 825984"/>
              <a:gd name="csX4805" fmla="*/ 828006 w 1723042"/>
              <a:gd name="csY4805" fmla="*/ 113399 h 825984"/>
              <a:gd name="csX4806" fmla="*/ 828175 w 1723042"/>
              <a:gd name="csY4806" fmla="*/ 114834 h 825984"/>
              <a:gd name="csX4807" fmla="*/ 828353 w 1723042"/>
              <a:gd name="csY4807" fmla="*/ 116270 h 825984"/>
              <a:gd name="csX4808" fmla="*/ 828522 w 1723042"/>
              <a:gd name="csY4808" fmla="*/ 117709 h 825984"/>
              <a:gd name="csX4809" fmla="*/ 828691 w 1723042"/>
              <a:gd name="csY4809" fmla="*/ 119149 h 825984"/>
              <a:gd name="csX4810" fmla="*/ 828869 w 1723042"/>
              <a:gd name="csY4810" fmla="*/ 120591 h 825984"/>
              <a:gd name="csX4811" fmla="*/ 829038 w 1723042"/>
              <a:gd name="csY4811" fmla="*/ 122035 h 825984"/>
              <a:gd name="csX4812" fmla="*/ 829216 w 1723042"/>
              <a:gd name="csY4812" fmla="*/ 123481 h 825984"/>
              <a:gd name="csX4813" fmla="*/ 829385 w 1723042"/>
              <a:gd name="csY4813" fmla="*/ 124928 h 825984"/>
              <a:gd name="csX4814" fmla="*/ 829554 w 1723042"/>
              <a:gd name="csY4814" fmla="*/ 126375 h 825984"/>
              <a:gd name="csX4815" fmla="*/ 829732 w 1723042"/>
              <a:gd name="csY4815" fmla="*/ 127824 h 825984"/>
              <a:gd name="csX4816" fmla="*/ 829901 w 1723042"/>
              <a:gd name="csY4816" fmla="*/ 129274 h 825984"/>
              <a:gd name="csX4817" fmla="*/ 830070 w 1723042"/>
              <a:gd name="csY4817" fmla="*/ 130726 h 825984"/>
              <a:gd name="csX4818" fmla="*/ 830248 w 1723042"/>
              <a:gd name="csY4818" fmla="*/ 132178 h 825984"/>
              <a:gd name="csX4819" fmla="*/ 830417 w 1723042"/>
              <a:gd name="csY4819" fmla="*/ 133632 h 825984"/>
              <a:gd name="csX4820" fmla="*/ 830595 w 1723042"/>
              <a:gd name="csY4820" fmla="*/ 135085 h 825984"/>
              <a:gd name="csX4821" fmla="*/ 830764 w 1723042"/>
              <a:gd name="csY4821" fmla="*/ 136540 h 825984"/>
              <a:gd name="csX4822" fmla="*/ 830933 w 1723042"/>
              <a:gd name="csY4822" fmla="*/ 137995 h 825984"/>
              <a:gd name="csX4823" fmla="*/ 831111 w 1723042"/>
              <a:gd name="csY4823" fmla="*/ 139452 h 825984"/>
              <a:gd name="csX4824" fmla="*/ 831280 w 1723042"/>
              <a:gd name="csY4824" fmla="*/ 140908 h 825984"/>
              <a:gd name="csX4825" fmla="*/ 831449 w 1723042"/>
              <a:gd name="csY4825" fmla="*/ 142365 h 825984"/>
              <a:gd name="csX4826" fmla="*/ 831627 w 1723042"/>
              <a:gd name="csY4826" fmla="*/ 143822 h 825984"/>
              <a:gd name="csX4827" fmla="*/ 831796 w 1723042"/>
              <a:gd name="csY4827" fmla="*/ 145279 h 825984"/>
              <a:gd name="csX4828" fmla="*/ 831965 w 1723042"/>
              <a:gd name="csY4828" fmla="*/ 146737 h 825984"/>
              <a:gd name="csX4829" fmla="*/ 832143 w 1723042"/>
              <a:gd name="csY4829" fmla="*/ 148194 h 825984"/>
              <a:gd name="csX4830" fmla="*/ 832312 w 1723042"/>
              <a:gd name="csY4830" fmla="*/ 149653 h 825984"/>
              <a:gd name="csX4831" fmla="*/ 832490 w 1723042"/>
              <a:gd name="csY4831" fmla="*/ 151110 h 825984"/>
              <a:gd name="csX4832" fmla="*/ 832659 w 1723042"/>
              <a:gd name="csY4832" fmla="*/ 152567 h 825984"/>
              <a:gd name="csX4833" fmla="*/ 832828 w 1723042"/>
              <a:gd name="csY4833" fmla="*/ 154025 h 825984"/>
              <a:gd name="csX4834" fmla="*/ 833006 w 1723042"/>
              <a:gd name="csY4834" fmla="*/ 155482 h 825984"/>
              <a:gd name="csX4835" fmla="*/ 833175 w 1723042"/>
              <a:gd name="csY4835" fmla="*/ 156939 h 825984"/>
              <a:gd name="csX4836" fmla="*/ 833344 w 1723042"/>
              <a:gd name="csY4836" fmla="*/ 158396 h 825984"/>
              <a:gd name="csX4837" fmla="*/ 833522 w 1723042"/>
              <a:gd name="csY4837" fmla="*/ 159852 h 825984"/>
              <a:gd name="csX4838" fmla="*/ 833691 w 1723042"/>
              <a:gd name="csY4838" fmla="*/ 161308 h 825984"/>
              <a:gd name="csX4839" fmla="*/ 833869 w 1723042"/>
              <a:gd name="csY4839" fmla="*/ 162762 h 825984"/>
              <a:gd name="csX4840" fmla="*/ 834038 w 1723042"/>
              <a:gd name="csY4840" fmla="*/ 164218 h 825984"/>
              <a:gd name="csX4841" fmla="*/ 834207 w 1723042"/>
              <a:gd name="csY4841" fmla="*/ 165671 h 825984"/>
              <a:gd name="csX4842" fmla="*/ 834385 w 1723042"/>
              <a:gd name="csY4842" fmla="*/ 167124 h 825984"/>
              <a:gd name="csX4843" fmla="*/ 834554 w 1723042"/>
              <a:gd name="csY4843" fmla="*/ 168577 h 825984"/>
              <a:gd name="csX4844" fmla="*/ 834723 w 1723042"/>
              <a:gd name="csY4844" fmla="*/ 170029 h 825984"/>
              <a:gd name="csX4845" fmla="*/ 834901 w 1723042"/>
              <a:gd name="csY4845" fmla="*/ 171479 h 825984"/>
              <a:gd name="csX4846" fmla="*/ 835070 w 1723042"/>
              <a:gd name="csY4846" fmla="*/ 172929 h 825984"/>
              <a:gd name="csX4847" fmla="*/ 835239 w 1723042"/>
              <a:gd name="csY4847" fmla="*/ 174378 h 825984"/>
              <a:gd name="csX4848" fmla="*/ 835417 w 1723042"/>
              <a:gd name="csY4848" fmla="*/ 175826 h 825984"/>
              <a:gd name="csX4849" fmla="*/ 835586 w 1723042"/>
              <a:gd name="csY4849" fmla="*/ 177272 h 825984"/>
              <a:gd name="csX4850" fmla="*/ 835764 w 1723042"/>
              <a:gd name="csY4850" fmla="*/ 178718 h 825984"/>
              <a:gd name="csX4851" fmla="*/ 835933 w 1723042"/>
              <a:gd name="csY4851" fmla="*/ 180163 h 825984"/>
              <a:gd name="csX4852" fmla="*/ 836102 w 1723042"/>
              <a:gd name="csY4852" fmla="*/ 181606 h 825984"/>
              <a:gd name="csX4853" fmla="*/ 836280 w 1723042"/>
              <a:gd name="csY4853" fmla="*/ 183048 h 825984"/>
              <a:gd name="csX4854" fmla="*/ 836449 w 1723042"/>
              <a:gd name="csY4854" fmla="*/ 184488 h 825984"/>
              <a:gd name="csX4855" fmla="*/ 836618 w 1723042"/>
              <a:gd name="csY4855" fmla="*/ 185928 h 825984"/>
              <a:gd name="csX4856" fmla="*/ 836796 w 1723042"/>
              <a:gd name="csY4856" fmla="*/ 187365 h 825984"/>
              <a:gd name="csX4857" fmla="*/ 836965 w 1723042"/>
              <a:gd name="csY4857" fmla="*/ 188802 h 825984"/>
              <a:gd name="csX4858" fmla="*/ 837143 w 1723042"/>
              <a:gd name="csY4858" fmla="*/ 190237 h 825984"/>
              <a:gd name="csX4859" fmla="*/ 837312 w 1723042"/>
              <a:gd name="csY4859" fmla="*/ 191670 h 825984"/>
              <a:gd name="csX4860" fmla="*/ 837481 w 1723042"/>
              <a:gd name="csY4860" fmla="*/ 193102 h 825984"/>
              <a:gd name="csX4861" fmla="*/ 837659 w 1723042"/>
              <a:gd name="csY4861" fmla="*/ 194532 h 825984"/>
              <a:gd name="csX4862" fmla="*/ 837828 w 1723042"/>
              <a:gd name="csY4862" fmla="*/ 195960 h 825984"/>
              <a:gd name="csX4863" fmla="*/ 837997 w 1723042"/>
              <a:gd name="csY4863" fmla="*/ 197387 h 825984"/>
              <a:gd name="csX4864" fmla="*/ 838175 w 1723042"/>
              <a:gd name="csY4864" fmla="*/ 198813 h 825984"/>
              <a:gd name="csX4865" fmla="*/ 838344 w 1723042"/>
              <a:gd name="csY4865" fmla="*/ 200236 h 825984"/>
              <a:gd name="csX4866" fmla="*/ 838522 w 1723042"/>
              <a:gd name="csY4866" fmla="*/ 201657 h 825984"/>
              <a:gd name="csX4867" fmla="*/ 838691 w 1723042"/>
              <a:gd name="csY4867" fmla="*/ 203077 h 825984"/>
              <a:gd name="csX4868" fmla="*/ 838860 w 1723042"/>
              <a:gd name="csY4868" fmla="*/ 204495 h 825984"/>
              <a:gd name="csX4869" fmla="*/ 839038 w 1723042"/>
              <a:gd name="csY4869" fmla="*/ 205910 h 825984"/>
              <a:gd name="csX4870" fmla="*/ 839207 w 1723042"/>
              <a:gd name="csY4870" fmla="*/ 207324 h 825984"/>
              <a:gd name="csX4871" fmla="*/ 839376 w 1723042"/>
              <a:gd name="csY4871" fmla="*/ 208736 h 825984"/>
              <a:gd name="csX4872" fmla="*/ 839554 w 1723042"/>
              <a:gd name="csY4872" fmla="*/ 210146 h 825984"/>
              <a:gd name="csX4873" fmla="*/ 839723 w 1723042"/>
              <a:gd name="csY4873" fmla="*/ 211553 h 825984"/>
              <a:gd name="csX4874" fmla="*/ 839892 w 1723042"/>
              <a:gd name="csY4874" fmla="*/ 212959 h 825984"/>
              <a:gd name="csX4875" fmla="*/ 840070 w 1723042"/>
              <a:gd name="csY4875" fmla="*/ 214363 h 825984"/>
              <a:gd name="csX4876" fmla="*/ 840239 w 1723042"/>
              <a:gd name="csY4876" fmla="*/ 215764 h 825984"/>
              <a:gd name="csX4877" fmla="*/ 840417 w 1723042"/>
              <a:gd name="csY4877" fmla="*/ 217163 h 825984"/>
              <a:gd name="csX4878" fmla="*/ 840586 w 1723042"/>
              <a:gd name="csY4878" fmla="*/ 218560 h 825984"/>
              <a:gd name="csX4879" fmla="*/ 840755 w 1723042"/>
              <a:gd name="csY4879" fmla="*/ 219955 h 825984"/>
              <a:gd name="csX4880" fmla="*/ 840933 w 1723042"/>
              <a:gd name="csY4880" fmla="*/ 221348 h 825984"/>
              <a:gd name="csX4881" fmla="*/ 841102 w 1723042"/>
              <a:gd name="csY4881" fmla="*/ 222738 h 825984"/>
              <a:gd name="csX4882" fmla="*/ 841271 w 1723042"/>
              <a:gd name="csY4882" fmla="*/ 224126 h 825984"/>
              <a:gd name="csX4883" fmla="*/ 841448 w 1723042"/>
              <a:gd name="csY4883" fmla="*/ 225512 h 825984"/>
              <a:gd name="csX4884" fmla="*/ 841618 w 1723042"/>
              <a:gd name="csY4884" fmla="*/ 226895 h 825984"/>
              <a:gd name="csX4885" fmla="*/ 841795 w 1723042"/>
              <a:gd name="csY4885" fmla="*/ 228276 h 825984"/>
              <a:gd name="csX4886" fmla="*/ 841965 w 1723042"/>
              <a:gd name="csY4886" fmla="*/ 229654 h 825984"/>
              <a:gd name="csX4887" fmla="*/ 842134 w 1723042"/>
              <a:gd name="csY4887" fmla="*/ 231030 h 825984"/>
              <a:gd name="csX4888" fmla="*/ 842312 w 1723042"/>
              <a:gd name="csY4888" fmla="*/ 232404 h 825984"/>
              <a:gd name="csX4889" fmla="*/ 842480 w 1723042"/>
              <a:gd name="csY4889" fmla="*/ 233775 h 825984"/>
              <a:gd name="csX4890" fmla="*/ 842650 w 1723042"/>
              <a:gd name="csY4890" fmla="*/ 235144 h 825984"/>
              <a:gd name="csX4891" fmla="*/ 842827 w 1723042"/>
              <a:gd name="csY4891" fmla="*/ 236509 h 825984"/>
              <a:gd name="csX4892" fmla="*/ 842996 w 1723042"/>
              <a:gd name="csY4892" fmla="*/ 237873 h 825984"/>
              <a:gd name="csX4893" fmla="*/ 843174 w 1723042"/>
              <a:gd name="csY4893" fmla="*/ 239234 h 825984"/>
              <a:gd name="csX4894" fmla="*/ 843343 w 1723042"/>
              <a:gd name="csY4894" fmla="*/ 240592 h 825984"/>
              <a:gd name="csX4895" fmla="*/ 843513 w 1723042"/>
              <a:gd name="csY4895" fmla="*/ 241948 h 825984"/>
              <a:gd name="csX4896" fmla="*/ 843690 w 1723042"/>
              <a:gd name="csY4896" fmla="*/ 243301 h 825984"/>
              <a:gd name="csX4897" fmla="*/ 843859 w 1723042"/>
              <a:gd name="csY4897" fmla="*/ 244652 h 825984"/>
              <a:gd name="csX4898" fmla="*/ 844028 w 1723042"/>
              <a:gd name="csY4898" fmla="*/ 245999 h 825984"/>
              <a:gd name="csX4899" fmla="*/ 844206 w 1723042"/>
              <a:gd name="csY4899" fmla="*/ 247344 h 825984"/>
              <a:gd name="csX4900" fmla="*/ 844375 w 1723042"/>
              <a:gd name="csY4900" fmla="*/ 248687 h 825984"/>
              <a:gd name="csX4901" fmla="*/ 844545 w 1723042"/>
              <a:gd name="csY4901" fmla="*/ 250027 h 825984"/>
              <a:gd name="csX4902" fmla="*/ 844722 w 1723042"/>
              <a:gd name="csY4902" fmla="*/ 251364 h 825984"/>
              <a:gd name="csX4903" fmla="*/ 844891 w 1723042"/>
              <a:gd name="csY4903" fmla="*/ 252698 h 825984"/>
              <a:gd name="csX4904" fmla="*/ 845069 w 1723042"/>
              <a:gd name="csY4904" fmla="*/ 254030 h 825984"/>
              <a:gd name="csX4905" fmla="*/ 845238 w 1723042"/>
              <a:gd name="csY4905" fmla="*/ 255358 h 825984"/>
              <a:gd name="csX4906" fmla="*/ 845407 w 1723042"/>
              <a:gd name="csY4906" fmla="*/ 256685 h 825984"/>
              <a:gd name="csX4907" fmla="*/ 845585 w 1723042"/>
              <a:gd name="csY4907" fmla="*/ 258008 h 825984"/>
              <a:gd name="csX4908" fmla="*/ 845754 w 1723042"/>
              <a:gd name="csY4908" fmla="*/ 259328 h 825984"/>
              <a:gd name="csX4909" fmla="*/ 845923 w 1723042"/>
              <a:gd name="csY4909" fmla="*/ 260646 h 825984"/>
              <a:gd name="csX4910" fmla="*/ 846101 w 1723042"/>
              <a:gd name="csY4910" fmla="*/ 261960 h 825984"/>
              <a:gd name="csX4911" fmla="*/ 846270 w 1723042"/>
              <a:gd name="csY4911" fmla="*/ 263272 h 825984"/>
              <a:gd name="csX4912" fmla="*/ 846448 w 1723042"/>
              <a:gd name="csY4912" fmla="*/ 264580 h 825984"/>
              <a:gd name="csX4913" fmla="*/ 846617 w 1723042"/>
              <a:gd name="csY4913" fmla="*/ 265886 h 825984"/>
              <a:gd name="csX4914" fmla="*/ 846786 w 1723042"/>
              <a:gd name="csY4914" fmla="*/ 267190 h 825984"/>
              <a:gd name="csX4915" fmla="*/ 846964 w 1723042"/>
              <a:gd name="csY4915" fmla="*/ 268490 h 825984"/>
              <a:gd name="csX4916" fmla="*/ 847133 w 1723042"/>
              <a:gd name="csY4916" fmla="*/ 269788 h 825984"/>
              <a:gd name="csX4917" fmla="*/ 847302 w 1723042"/>
              <a:gd name="csY4917" fmla="*/ 271082 h 825984"/>
              <a:gd name="csX4918" fmla="*/ 847480 w 1723042"/>
              <a:gd name="csY4918" fmla="*/ 272373 h 825984"/>
              <a:gd name="csX4919" fmla="*/ 847649 w 1723042"/>
              <a:gd name="csY4919" fmla="*/ 273662 h 825984"/>
              <a:gd name="csX4920" fmla="*/ 847818 w 1723042"/>
              <a:gd name="csY4920" fmla="*/ 274947 h 825984"/>
              <a:gd name="csX4921" fmla="*/ 847996 w 1723042"/>
              <a:gd name="csY4921" fmla="*/ 276229 h 825984"/>
              <a:gd name="csX4922" fmla="*/ 848165 w 1723042"/>
              <a:gd name="csY4922" fmla="*/ 277510 h 825984"/>
              <a:gd name="csX4923" fmla="*/ 848343 w 1723042"/>
              <a:gd name="csY4923" fmla="*/ 278786 h 825984"/>
              <a:gd name="csX4924" fmla="*/ 848512 w 1723042"/>
              <a:gd name="csY4924" fmla="*/ 280059 h 825984"/>
              <a:gd name="csX4925" fmla="*/ 848681 w 1723042"/>
              <a:gd name="csY4925" fmla="*/ 281331 h 825984"/>
              <a:gd name="csX4926" fmla="*/ 848859 w 1723042"/>
              <a:gd name="csY4926" fmla="*/ 282598 h 825984"/>
              <a:gd name="csX4927" fmla="*/ 849028 w 1723042"/>
              <a:gd name="csY4927" fmla="*/ 283863 h 825984"/>
              <a:gd name="csX4928" fmla="*/ 849197 w 1723042"/>
              <a:gd name="csY4928" fmla="*/ 285124 h 825984"/>
              <a:gd name="csX4929" fmla="*/ 849375 w 1723042"/>
              <a:gd name="csY4929" fmla="*/ 286383 h 825984"/>
              <a:gd name="csX4930" fmla="*/ 849544 w 1723042"/>
              <a:gd name="csY4930" fmla="*/ 287638 h 825984"/>
              <a:gd name="csX4931" fmla="*/ 849722 w 1723042"/>
              <a:gd name="csY4931" fmla="*/ 288891 h 825984"/>
              <a:gd name="csX4932" fmla="*/ 849891 w 1723042"/>
              <a:gd name="csY4932" fmla="*/ 290141 h 825984"/>
              <a:gd name="csX4933" fmla="*/ 850060 w 1723042"/>
              <a:gd name="csY4933" fmla="*/ 291387 h 825984"/>
              <a:gd name="csX4934" fmla="*/ 850238 w 1723042"/>
              <a:gd name="csY4934" fmla="*/ 292630 h 825984"/>
              <a:gd name="csX4935" fmla="*/ 850407 w 1723042"/>
              <a:gd name="csY4935" fmla="*/ 293870 h 825984"/>
              <a:gd name="csX4936" fmla="*/ 850576 w 1723042"/>
              <a:gd name="csY4936" fmla="*/ 295108 h 825984"/>
              <a:gd name="csX4937" fmla="*/ 850754 w 1723042"/>
              <a:gd name="csY4937" fmla="*/ 296342 h 825984"/>
              <a:gd name="csX4938" fmla="*/ 850923 w 1723042"/>
              <a:gd name="csY4938" fmla="*/ 297573 h 825984"/>
              <a:gd name="csX4939" fmla="*/ 851101 w 1723042"/>
              <a:gd name="csY4939" fmla="*/ 298801 h 825984"/>
              <a:gd name="csX4940" fmla="*/ 851270 w 1723042"/>
              <a:gd name="csY4940" fmla="*/ 300026 h 825984"/>
              <a:gd name="csX4941" fmla="*/ 851439 w 1723042"/>
              <a:gd name="csY4941" fmla="*/ 301248 h 825984"/>
              <a:gd name="csX4942" fmla="*/ 851617 w 1723042"/>
              <a:gd name="csY4942" fmla="*/ 302467 h 825984"/>
              <a:gd name="csX4943" fmla="*/ 851786 w 1723042"/>
              <a:gd name="csY4943" fmla="*/ 303682 h 825984"/>
              <a:gd name="csX4944" fmla="*/ 851955 w 1723042"/>
              <a:gd name="csY4944" fmla="*/ 304895 h 825984"/>
              <a:gd name="csX4945" fmla="*/ 852133 w 1723042"/>
              <a:gd name="csY4945" fmla="*/ 306105 h 825984"/>
              <a:gd name="csX4946" fmla="*/ 852302 w 1723042"/>
              <a:gd name="csY4946" fmla="*/ 307311 h 825984"/>
              <a:gd name="csX4947" fmla="*/ 852471 w 1723042"/>
              <a:gd name="csY4947" fmla="*/ 308514 h 825984"/>
              <a:gd name="csX4948" fmla="*/ 852649 w 1723042"/>
              <a:gd name="csY4948" fmla="*/ 309714 h 825984"/>
              <a:gd name="csX4949" fmla="*/ 852818 w 1723042"/>
              <a:gd name="csY4949" fmla="*/ 310911 h 825984"/>
              <a:gd name="csX4950" fmla="*/ 852996 w 1723042"/>
              <a:gd name="csY4950" fmla="*/ 312105 h 825984"/>
              <a:gd name="csX4951" fmla="*/ 853165 w 1723042"/>
              <a:gd name="csY4951" fmla="*/ 313297 h 825984"/>
              <a:gd name="csX4952" fmla="*/ 853334 w 1723042"/>
              <a:gd name="csY4952" fmla="*/ 314484 h 825984"/>
              <a:gd name="csX4953" fmla="*/ 853512 w 1723042"/>
              <a:gd name="csY4953" fmla="*/ 315668 h 825984"/>
              <a:gd name="csX4954" fmla="*/ 853681 w 1723042"/>
              <a:gd name="csY4954" fmla="*/ 316850 h 825984"/>
              <a:gd name="csX4955" fmla="*/ 853850 w 1723042"/>
              <a:gd name="csY4955" fmla="*/ 318029 h 825984"/>
              <a:gd name="csX4956" fmla="*/ 854028 w 1723042"/>
              <a:gd name="csY4956" fmla="*/ 319204 h 825984"/>
              <a:gd name="csX4957" fmla="*/ 854197 w 1723042"/>
              <a:gd name="csY4957" fmla="*/ 320376 h 825984"/>
              <a:gd name="csX4958" fmla="*/ 854375 w 1723042"/>
              <a:gd name="csY4958" fmla="*/ 321545 h 825984"/>
              <a:gd name="csX4959" fmla="*/ 854544 w 1723042"/>
              <a:gd name="csY4959" fmla="*/ 322711 h 825984"/>
              <a:gd name="csX4960" fmla="*/ 854713 w 1723042"/>
              <a:gd name="csY4960" fmla="*/ 323873 h 825984"/>
              <a:gd name="csX4961" fmla="*/ 854891 w 1723042"/>
              <a:gd name="csY4961" fmla="*/ 325034 h 825984"/>
              <a:gd name="csX4962" fmla="*/ 855060 w 1723042"/>
              <a:gd name="csY4962" fmla="*/ 326190 h 825984"/>
              <a:gd name="csX4963" fmla="*/ 855229 w 1723042"/>
              <a:gd name="csY4963" fmla="*/ 327344 h 825984"/>
              <a:gd name="csX4964" fmla="*/ 855407 w 1723042"/>
              <a:gd name="csY4964" fmla="*/ 328494 h 825984"/>
              <a:gd name="csX4965" fmla="*/ 855576 w 1723042"/>
              <a:gd name="csY4965" fmla="*/ 329642 h 825984"/>
              <a:gd name="csX4966" fmla="*/ 855745 w 1723042"/>
              <a:gd name="csY4966" fmla="*/ 330786 h 825984"/>
              <a:gd name="csX4967" fmla="*/ 855923 w 1723042"/>
              <a:gd name="csY4967" fmla="*/ 331927 h 825984"/>
              <a:gd name="csX4968" fmla="*/ 856092 w 1723042"/>
              <a:gd name="csY4968" fmla="*/ 333065 h 825984"/>
              <a:gd name="csX4969" fmla="*/ 856270 w 1723042"/>
              <a:gd name="csY4969" fmla="*/ 334200 h 825984"/>
              <a:gd name="csX4970" fmla="*/ 856439 w 1723042"/>
              <a:gd name="csY4970" fmla="*/ 335331 h 825984"/>
              <a:gd name="csX4971" fmla="*/ 856608 w 1723042"/>
              <a:gd name="csY4971" fmla="*/ 336460 h 825984"/>
              <a:gd name="csX4972" fmla="*/ 856786 w 1723042"/>
              <a:gd name="csY4972" fmla="*/ 337586 h 825984"/>
              <a:gd name="csX4973" fmla="*/ 856955 w 1723042"/>
              <a:gd name="csY4973" fmla="*/ 338708 h 825984"/>
              <a:gd name="csX4974" fmla="*/ 857124 w 1723042"/>
              <a:gd name="csY4974" fmla="*/ 339828 h 825984"/>
              <a:gd name="csX4975" fmla="*/ 857302 w 1723042"/>
              <a:gd name="csY4975" fmla="*/ 340944 h 825984"/>
              <a:gd name="csX4976" fmla="*/ 857471 w 1723042"/>
              <a:gd name="csY4976" fmla="*/ 342057 h 825984"/>
              <a:gd name="csX4977" fmla="*/ 857649 w 1723042"/>
              <a:gd name="csY4977" fmla="*/ 343167 h 825984"/>
              <a:gd name="csX4978" fmla="*/ 857818 w 1723042"/>
              <a:gd name="csY4978" fmla="*/ 344275 h 825984"/>
              <a:gd name="csX4979" fmla="*/ 857987 w 1723042"/>
              <a:gd name="csY4979" fmla="*/ 345379 h 825984"/>
              <a:gd name="csX4980" fmla="*/ 858165 w 1723042"/>
              <a:gd name="csY4980" fmla="*/ 346479 h 825984"/>
              <a:gd name="csX4981" fmla="*/ 858334 w 1723042"/>
              <a:gd name="csY4981" fmla="*/ 347577 h 825984"/>
              <a:gd name="csX4982" fmla="*/ 858503 w 1723042"/>
              <a:gd name="csY4982" fmla="*/ 348672 h 825984"/>
              <a:gd name="csX4983" fmla="*/ 858681 w 1723042"/>
              <a:gd name="csY4983" fmla="*/ 349764 h 825984"/>
              <a:gd name="csX4984" fmla="*/ 858850 w 1723042"/>
              <a:gd name="csY4984" fmla="*/ 350853 h 825984"/>
              <a:gd name="csX4985" fmla="*/ 859028 w 1723042"/>
              <a:gd name="csY4985" fmla="*/ 351938 h 825984"/>
              <a:gd name="csX4986" fmla="*/ 859197 w 1723042"/>
              <a:gd name="csY4986" fmla="*/ 353021 h 825984"/>
              <a:gd name="csX4987" fmla="*/ 859366 w 1723042"/>
              <a:gd name="csY4987" fmla="*/ 354100 h 825984"/>
              <a:gd name="csX4988" fmla="*/ 859544 w 1723042"/>
              <a:gd name="csY4988" fmla="*/ 355177 h 825984"/>
              <a:gd name="csX4989" fmla="*/ 859713 w 1723042"/>
              <a:gd name="csY4989" fmla="*/ 356250 h 825984"/>
              <a:gd name="csX4990" fmla="*/ 859882 w 1723042"/>
              <a:gd name="csY4990" fmla="*/ 357321 h 825984"/>
              <a:gd name="csX4991" fmla="*/ 860060 w 1723042"/>
              <a:gd name="csY4991" fmla="*/ 358387 h 825984"/>
              <a:gd name="csX4992" fmla="*/ 860229 w 1723042"/>
              <a:gd name="csY4992" fmla="*/ 359452 h 825984"/>
              <a:gd name="csX4993" fmla="*/ 860398 w 1723042"/>
              <a:gd name="csY4993" fmla="*/ 360514 h 825984"/>
              <a:gd name="csX4994" fmla="*/ 860576 w 1723042"/>
              <a:gd name="csY4994" fmla="*/ 361571 h 825984"/>
              <a:gd name="csX4995" fmla="*/ 860745 w 1723042"/>
              <a:gd name="csY4995" fmla="*/ 362626 h 825984"/>
              <a:gd name="csX4996" fmla="*/ 860923 w 1723042"/>
              <a:gd name="csY4996" fmla="*/ 363679 h 825984"/>
              <a:gd name="csX4997" fmla="*/ 861092 w 1723042"/>
              <a:gd name="csY4997" fmla="*/ 364729 h 825984"/>
              <a:gd name="csX4998" fmla="*/ 861261 w 1723042"/>
              <a:gd name="csY4998" fmla="*/ 365775 h 825984"/>
              <a:gd name="csX4999" fmla="*/ 861439 w 1723042"/>
              <a:gd name="csY4999" fmla="*/ 366818 h 825984"/>
              <a:gd name="csX5000" fmla="*/ 861608 w 1723042"/>
              <a:gd name="csY5000" fmla="*/ 367858 h 825984"/>
              <a:gd name="csX5001" fmla="*/ 861777 w 1723042"/>
              <a:gd name="csY5001" fmla="*/ 368895 h 825984"/>
              <a:gd name="csX5002" fmla="*/ 861955 w 1723042"/>
              <a:gd name="csY5002" fmla="*/ 369930 h 825984"/>
              <a:gd name="csX5003" fmla="*/ 862124 w 1723042"/>
              <a:gd name="csY5003" fmla="*/ 370961 h 825984"/>
              <a:gd name="csX5004" fmla="*/ 862302 w 1723042"/>
              <a:gd name="csY5004" fmla="*/ 371989 h 825984"/>
              <a:gd name="csX5005" fmla="*/ 862471 w 1723042"/>
              <a:gd name="csY5005" fmla="*/ 373015 h 825984"/>
              <a:gd name="csX5006" fmla="*/ 862640 w 1723042"/>
              <a:gd name="csY5006" fmla="*/ 374037 h 825984"/>
              <a:gd name="csX5007" fmla="*/ 862818 w 1723042"/>
              <a:gd name="csY5007" fmla="*/ 375057 h 825984"/>
              <a:gd name="csX5008" fmla="*/ 862987 w 1723042"/>
              <a:gd name="csY5008" fmla="*/ 376073 h 825984"/>
              <a:gd name="csX5009" fmla="*/ 863156 w 1723042"/>
              <a:gd name="csY5009" fmla="*/ 377087 h 825984"/>
              <a:gd name="csX5010" fmla="*/ 863334 w 1723042"/>
              <a:gd name="csY5010" fmla="*/ 378097 h 825984"/>
              <a:gd name="csX5011" fmla="*/ 863503 w 1723042"/>
              <a:gd name="csY5011" fmla="*/ 379104 h 825984"/>
              <a:gd name="csX5012" fmla="*/ 863672 w 1723042"/>
              <a:gd name="csY5012" fmla="*/ 380110 h 825984"/>
              <a:gd name="csX5013" fmla="*/ 863850 w 1723042"/>
              <a:gd name="csY5013" fmla="*/ 381111 h 825984"/>
              <a:gd name="csX5014" fmla="*/ 864019 w 1723042"/>
              <a:gd name="csY5014" fmla="*/ 382111 h 825984"/>
              <a:gd name="csX5015" fmla="*/ 864197 w 1723042"/>
              <a:gd name="csY5015" fmla="*/ 383106 h 825984"/>
              <a:gd name="csX5016" fmla="*/ 864366 w 1723042"/>
              <a:gd name="csY5016" fmla="*/ 384099 h 825984"/>
              <a:gd name="csX5017" fmla="*/ 864535 w 1723042"/>
              <a:gd name="csY5017" fmla="*/ 385089 h 825984"/>
              <a:gd name="csX5018" fmla="*/ 864713 w 1723042"/>
              <a:gd name="csY5018" fmla="*/ 386077 h 825984"/>
              <a:gd name="csX5019" fmla="*/ 864882 w 1723042"/>
              <a:gd name="csY5019" fmla="*/ 387061 h 825984"/>
              <a:gd name="csX5020" fmla="*/ 865051 w 1723042"/>
              <a:gd name="csY5020" fmla="*/ 388043 h 825984"/>
              <a:gd name="csX5021" fmla="*/ 865229 w 1723042"/>
              <a:gd name="csY5021" fmla="*/ 389021 h 825984"/>
              <a:gd name="csX5022" fmla="*/ 865398 w 1723042"/>
              <a:gd name="csY5022" fmla="*/ 389997 h 825984"/>
              <a:gd name="csX5023" fmla="*/ 865576 w 1723042"/>
              <a:gd name="csY5023" fmla="*/ 390971 h 825984"/>
              <a:gd name="csX5024" fmla="*/ 865745 w 1723042"/>
              <a:gd name="csY5024" fmla="*/ 391940 h 825984"/>
              <a:gd name="csX5025" fmla="*/ 865914 w 1723042"/>
              <a:gd name="csY5025" fmla="*/ 392908 h 825984"/>
              <a:gd name="csX5026" fmla="*/ 866092 w 1723042"/>
              <a:gd name="csY5026" fmla="*/ 393873 h 825984"/>
              <a:gd name="csX5027" fmla="*/ 866261 w 1723042"/>
              <a:gd name="csY5027" fmla="*/ 394834 h 825984"/>
              <a:gd name="csX5028" fmla="*/ 866430 w 1723042"/>
              <a:gd name="csY5028" fmla="*/ 395792 h 825984"/>
              <a:gd name="csX5029" fmla="*/ 866608 w 1723042"/>
              <a:gd name="csY5029" fmla="*/ 396749 h 825984"/>
              <a:gd name="csX5030" fmla="*/ 866777 w 1723042"/>
              <a:gd name="csY5030" fmla="*/ 397702 h 825984"/>
              <a:gd name="csX5031" fmla="*/ 866955 w 1723042"/>
              <a:gd name="csY5031" fmla="*/ 398652 h 825984"/>
              <a:gd name="csX5032" fmla="*/ 867124 w 1723042"/>
              <a:gd name="csY5032" fmla="*/ 399599 h 825984"/>
              <a:gd name="csX5033" fmla="*/ 867293 w 1723042"/>
              <a:gd name="csY5033" fmla="*/ 400544 h 825984"/>
              <a:gd name="csX5034" fmla="*/ 867471 w 1723042"/>
              <a:gd name="csY5034" fmla="*/ 401486 h 825984"/>
              <a:gd name="csX5035" fmla="*/ 867640 w 1723042"/>
              <a:gd name="csY5035" fmla="*/ 402426 h 825984"/>
              <a:gd name="csX5036" fmla="*/ 867809 w 1723042"/>
              <a:gd name="csY5036" fmla="*/ 403361 h 825984"/>
              <a:gd name="csX5037" fmla="*/ 867987 w 1723042"/>
              <a:gd name="csY5037" fmla="*/ 404296 h 825984"/>
              <a:gd name="csX5038" fmla="*/ 868156 w 1723042"/>
              <a:gd name="csY5038" fmla="*/ 405226 h 825984"/>
              <a:gd name="csX5039" fmla="*/ 868325 w 1723042"/>
              <a:gd name="csY5039" fmla="*/ 406155 h 825984"/>
              <a:gd name="csX5040" fmla="*/ 868503 w 1723042"/>
              <a:gd name="csY5040" fmla="*/ 407080 h 825984"/>
              <a:gd name="csX5041" fmla="*/ 868672 w 1723042"/>
              <a:gd name="csY5041" fmla="*/ 408003 h 825984"/>
              <a:gd name="csX5042" fmla="*/ 868850 w 1723042"/>
              <a:gd name="csY5042" fmla="*/ 408923 h 825984"/>
              <a:gd name="csX5043" fmla="*/ 869019 w 1723042"/>
              <a:gd name="csY5043" fmla="*/ 409840 h 825984"/>
              <a:gd name="csX5044" fmla="*/ 869188 w 1723042"/>
              <a:gd name="csY5044" fmla="*/ 410754 h 825984"/>
              <a:gd name="csX5045" fmla="*/ 869366 w 1723042"/>
              <a:gd name="csY5045" fmla="*/ 411666 h 825984"/>
              <a:gd name="csX5046" fmla="*/ 869535 w 1723042"/>
              <a:gd name="csY5046" fmla="*/ 412576 h 825984"/>
              <a:gd name="csX5047" fmla="*/ 869704 w 1723042"/>
              <a:gd name="csY5047" fmla="*/ 413481 h 825984"/>
              <a:gd name="csX5048" fmla="*/ 869882 w 1723042"/>
              <a:gd name="csY5048" fmla="*/ 414385 h 825984"/>
              <a:gd name="csX5049" fmla="*/ 870051 w 1723042"/>
              <a:gd name="csY5049" fmla="*/ 415286 h 825984"/>
              <a:gd name="csX5050" fmla="*/ 870229 w 1723042"/>
              <a:gd name="csY5050" fmla="*/ 416185 h 825984"/>
              <a:gd name="csX5051" fmla="*/ 870398 w 1723042"/>
              <a:gd name="csY5051" fmla="*/ 417081 h 825984"/>
              <a:gd name="csX5052" fmla="*/ 870567 w 1723042"/>
              <a:gd name="csY5052" fmla="*/ 417973 h 825984"/>
              <a:gd name="csX5053" fmla="*/ 870745 w 1723042"/>
              <a:gd name="csY5053" fmla="*/ 418864 h 825984"/>
              <a:gd name="csX5054" fmla="*/ 870914 w 1723042"/>
              <a:gd name="csY5054" fmla="*/ 419751 h 825984"/>
              <a:gd name="csX5055" fmla="*/ 871083 w 1723042"/>
              <a:gd name="csY5055" fmla="*/ 420637 h 825984"/>
              <a:gd name="csX5056" fmla="*/ 871260 w 1723042"/>
              <a:gd name="csY5056" fmla="*/ 421519 h 825984"/>
              <a:gd name="csX5057" fmla="*/ 871430 w 1723042"/>
              <a:gd name="csY5057" fmla="*/ 422399 h 825984"/>
              <a:gd name="csX5058" fmla="*/ 871607 w 1723042"/>
              <a:gd name="csY5058" fmla="*/ 423276 h 825984"/>
              <a:gd name="csX5059" fmla="*/ 871777 w 1723042"/>
              <a:gd name="csY5059" fmla="*/ 424151 h 825984"/>
              <a:gd name="csX5060" fmla="*/ 871946 w 1723042"/>
              <a:gd name="csY5060" fmla="*/ 425023 h 825984"/>
              <a:gd name="csX5061" fmla="*/ 872124 w 1723042"/>
              <a:gd name="csY5061" fmla="*/ 425892 h 825984"/>
              <a:gd name="csX5062" fmla="*/ 872293 w 1723042"/>
              <a:gd name="csY5062" fmla="*/ 426759 h 825984"/>
              <a:gd name="csX5063" fmla="*/ 872462 w 1723042"/>
              <a:gd name="csY5063" fmla="*/ 427623 h 825984"/>
              <a:gd name="csX5064" fmla="*/ 872639 w 1723042"/>
              <a:gd name="csY5064" fmla="*/ 428485 h 825984"/>
              <a:gd name="csX5065" fmla="*/ 872808 w 1723042"/>
              <a:gd name="csY5065" fmla="*/ 429344 h 825984"/>
              <a:gd name="csX5066" fmla="*/ 872978 w 1723042"/>
              <a:gd name="csY5066" fmla="*/ 430200 h 825984"/>
              <a:gd name="csX5067" fmla="*/ 873155 w 1723042"/>
              <a:gd name="csY5067" fmla="*/ 431054 h 825984"/>
              <a:gd name="csX5068" fmla="*/ 873325 w 1723042"/>
              <a:gd name="csY5068" fmla="*/ 431906 h 825984"/>
              <a:gd name="csX5069" fmla="*/ 873502 w 1723042"/>
              <a:gd name="csY5069" fmla="*/ 432754 h 825984"/>
              <a:gd name="csX5070" fmla="*/ 873671 w 1723042"/>
              <a:gd name="csY5070" fmla="*/ 433601 h 825984"/>
              <a:gd name="csX5071" fmla="*/ 873840 w 1723042"/>
              <a:gd name="csY5071" fmla="*/ 434445 h 825984"/>
              <a:gd name="csX5072" fmla="*/ 874018 w 1723042"/>
              <a:gd name="csY5072" fmla="*/ 435286 h 825984"/>
              <a:gd name="csX5073" fmla="*/ 874187 w 1723042"/>
              <a:gd name="csY5073" fmla="*/ 436125 h 825984"/>
              <a:gd name="csX5074" fmla="*/ 874356 w 1723042"/>
              <a:gd name="csY5074" fmla="*/ 436962 h 825984"/>
              <a:gd name="csX5075" fmla="*/ 874534 w 1723042"/>
              <a:gd name="csY5075" fmla="*/ 437795 h 825984"/>
              <a:gd name="csX5076" fmla="*/ 874703 w 1723042"/>
              <a:gd name="csY5076" fmla="*/ 438627 h 825984"/>
              <a:gd name="csX5077" fmla="*/ 874881 w 1723042"/>
              <a:gd name="csY5077" fmla="*/ 439456 h 825984"/>
              <a:gd name="csX5078" fmla="*/ 875050 w 1723042"/>
              <a:gd name="csY5078" fmla="*/ 440283 h 825984"/>
              <a:gd name="csX5079" fmla="*/ 875219 w 1723042"/>
              <a:gd name="csY5079" fmla="*/ 441106 h 825984"/>
              <a:gd name="csX5080" fmla="*/ 875397 w 1723042"/>
              <a:gd name="csY5080" fmla="*/ 441928 h 825984"/>
              <a:gd name="csX5081" fmla="*/ 875566 w 1723042"/>
              <a:gd name="csY5081" fmla="*/ 442747 h 825984"/>
              <a:gd name="csX5082" fmla="*/ 875735 w 1723042"/>
              <a:gd name="csY5082" fmla="*/ 443564 h 825984"/>
              <a:gd name="csX5083" fmla="*/ 875913 w 1723042"/>
              <a:gd name="csY5083" fmla="*/ 444378 h 825984"/>
              <a:gd name="csX5084" fmla="*/ 876082 w 1723042"/>
              <a:gd name="csY5084" fmla="*/ 445190 h 825984"/>
              <a:gd name="csX5085" fmla="*/ 876251 w 1723042"/>
              <a:gd name="csY5085" fmla="*/ 445999 h 825984"/>
              <a:gd name="csX5086" fmla="*/ 876429 w 1723042"/>
              <a:gd name="csY5086" fmla="*/ 446806 h 825984"/>
              <a:gd name="csX5087" fmla="*/ 876598 w 1723042"/>
              <a:gd name="csY5087" fmla="*/ 447611 h 825984"/>
              <a:gd name="csX5088" fmla="*/ 876776 w 1723042"/>
              <a:gd name="csY5088" fmla="*/ 448412 h 825984"/>
              <a:gd name="csX5089" fmla="*/ 876945 w 1723042"/>
              <a:gd name="csY5089" fmla="*/ 449212 h 825984"/>
              <a:gd name="csX5090" fmla="*/ 877114 w 1723042"/>
              <a:gd name="csY5090" fmla="*/ 450010 h 825984"/>
              <a:gd name="csX5091" fmla="*/ 877292 w 1723042"/>
              <a:gd name="csY5091" fmla="*/ 450804 h 825984"/>
              <a:gd name="csX5092" fmla="*/ 877461 w 1723042"/>
              <a:gd name="csY5092" fmla="*/ 451597 h 825984"/>
              <a:gd name="csX5093" fmla="*/ 877630 w 1723042"/>
              <a:gd name="csY5093" fmla="*/ 452388 h 825984"/>
              <a:gd name="csX5094" fmla="*/ 877808 w 1723042"/>
              <a:gd name="csY5094" fmla="*/ 453175 h 825984"/>
              <a:gd name="csX5095" fmla="*/ 877977 w 1723042"/>
              <a:gd name="csY5095" fmla="*/ 453961 h 825984"/>
              <a:gd name="csX5096" fmla="*/ 878155 w 1723042"/>
              <a:gd name="csY5096" fmla="*/ 454745 h 825984"/>
              <a:gd name="csX5097" fmla="*/ 878324 w 1723042"/>
              <a:gd name="csY5097" fmla="*/ 455526 h 825984"/>
              <a:gd name="csX5098" fmla="*/ 878493 w 1723042"/>
              <a:gd name="csY5098" fmla="*/ 456304 h 825984"/>
              <a:gd name="csX5099" fmla="*/ 878671 w 1723042"/>
              <a:gd name="csY5099" fmla="*/ 457081 h 825984"/>
              <a:gd name="csX5100" fmla="*/ 878840 w 1723042"/>
              <a:gd name="csY5100" fmla="*/ 457855 h 825984"/>
              <a:gd name="csX5101" fmla="*/ 879009 w 1723042"/>
              <a:gd name="csY5101" fmla="*/ 458626 h 825984"/>
              <a:gd name="csX5102" fmla="*/ 879187 w 1723042"/>
              <a:gd name="csY5102" fmla="*/ 459396 h 825984"/>
              <a:gd name="csX5103" fmla="*/ 879356 w 1723042"/>
              <a:gd name="csY5103" fmla="*/ 460163 h 825984"/>
              <a:gd name="csX5104" fmla="*/ 879534 w 1723042"/>
              <a:gd name="csY5104" fmla="*/ 460928 h 825984"/>
              <a:gd name="csX5105" fmla="*/ 879703 w 1723042"/>
              <a:gd name="csY5105" fmla="*/ 461690 h 825984"/>
              <a:gd name="csX5106" fmla="*/ 879872 w 1723042"/>
              <a:gd name="csY5106" fmla="*/ 462451 h 825984"/>
              <a:gd name="csX5107" fmla="*/ 880050 w 1723042"/>
              <a:gd name="csY5107" fmla="*/ 463209 h 825984"/>
              <a:gd name="csX5108" fmla="*/ 880219 w 1723042"/>
              <a:gd name="csY5108" fmla="*/ 463964 h 825984"/>
              <a:gd name="csX5109" fmla="*/ 880388 w 1723042"/>
              <a:gd name="csY5109" fmla="*/ 464718 h 825984"/>
              <a:gd name="csX5110" fmla="*/ 880566 w 1723042"/>
              <a:gd name="csY5110" fmla="*/ 465469 h 825984"/>
              <a:gd name="csX5111" fmla="*/ 880735 w 1723042"/>
              <a:gd name="csY5111" fmla="*/ 466218 h 825984"/>
              <a:gd name="csX5112" fmla="*/ 880904 w 1723042"/>
              <a:gd name="csY5112" fmla="*/ 466966 h 825984"/>
              <a:gd name="csX5113" fmla="*/ 881082 w 1723042"/>
              <a:gd name="csY5113" fmla="*/ 467710 h 825984"/>
              <a:gd name="csX5114" fmla="*/ 881251 w 1723042"/>
              <a:gd name="csY5114" fmla="*/ 468452 h 825984"/>
              <a:gd name="csX5115" fmla="*/ 881429 w 1723042"/>
              <a:gd name="csY5115" fmla="*/ 469193 h 825984"/>
              <a:gd name="csX5116" fmla="*/ 881598 w 1723042"/>
              <a:gd name="csY5116" fmla="*/ 469931 h 825984"/>
              <a:gd name="csX5117" fmla="*/ 881767 w 1723042"/>
              <a:gd name="csY5117" fmla="*/ 470667 h 825984"/>
              <a:gd name="csX5118" fmla="*/ 881945 w 1723042"/>
              <a:gd name="csY5118" fmla="*/ 471401 h 825984"/>
              <a:gd name="csX5119" fmla="*/ 882114 w 1723042"/>
              <a:gd name="csY5119" fmla="*/ 472132 h 825984"/>
              <a:gd name="csX5120" fmla="*/ 882283 w 1723042"/>
              <a:gd name="csY5120" fmla="*/ 472861 h 825984"/>
              <a:gd name="csX5121" fmla="*/ 882461 w 1723042"/>
              <a:gd name="csY5121" fmla="*/ 473589 h 825984"/>
              <a:gd name="csX5122" fmla="*/ 882630 w 1723042"/>
              <a:gd name="csY5122" fmla="*/ 474314 h 825984"/>
              <a:gd name="csX5123" fmla="*/ 882808 w 1723042"/>
              <a:gd name="csY5123" fmla="*/ 475037 h 825984"/>
              <a:gd name="csX5124" fmla="*/ 882977 w 1723042"/>
              <a:gd name="csY5124" fmla="*/ 475757 h 825984"/>
              <a:gd name="csX5125" fmla="*/ 883146 w 1723042"/>
              <a:gd name="csY5125" fmla="*/ 476476 h 825984"/>
              <a:gd name="csX5126" fmla="*/ 883324 w 1723042"/>
              <a:gd name="csY5126" fmla="*/ 477193 h 825984"/>
              <a:gd name="csX5127" fmla="*/ 883493 w 1723042"/>
              <a:gd name="csY5127" fmla="*/ 477908 h 825984"/>
              <a:gd name="csX5128" fmla="*/ 883662 w 1723042"/>
              <a:gd name="csY5128" fmla="*/ 478620 h 825984"/>
              <a:gd name="csX5129" fmla="*/ 883840 w 1723042"/>
              <a:gd name="csY5129" fmla="*/ 479330 h 825984"/>
              <a:gd name="csX5130" fmla="*/ 884009 w 1723042"/>
              <a:gd name="csY5130" fmla="*/ 480038 h 825984"/>
              <a:gd name="csX5131" fmla="*/ 884178 w 1723042"/>
              <a:gd name="csY5131" fmla="*/ 480745 h 825984"/>
              <a:gd name="csX5132" fmla="*/ 884356 w 1723042"/>
              <a:gd name="csY5132" fmla="*/ 481448 h 825984"/>
              <a:gd name="csX5133" fmla="*/ 884525 w 1723042"/>
              <a:gd name="csY5133" fmla="*/ 482150 h 825984"/>
              <a:gd name="csX5134" fmla="*/ 884703 w 1723042"/>
              <a:gd name="csY5134" fmla="*/ 482850 h 825984"/>
              <a:gd name="csX5135" fmla="*/ 884872 w 1723042"/>
              <a:gd name="csY5135" fmla="*/ 483548 h 825984"/>
              <a:gd name="csX5136" fmla="*/ 885041 w 1723042"/>
              <a:gd name="csY5136" fmla="*/ 484244 h 825984"/>
              <a:gd name="csX5137" fmla="*/ 885219 w 1723042"/>
              <a:gd name="csY5137" fmla="*/ 484938 h 825984"/>
              <a:gd name="csX5138" fmla="*/ 885388 w 1723042"/>
              <a:gd name="csY5138" fmla="*/ 485629 h 825984"/>
              <a:gd name="csX5139" fmla="*/ 885557 w 1723042"/>
              <a:gd name="csY5139" fmla="*/ 486319 h 825984"/>
              <a:gd name="csX5140" fmla="*/ 885735 w 1723042"/>
              <a:gd name="csY5140" fmla="*/ 487007 h 825984"/>
              <a:gd name="csX5141" fmla="*/ 885904 w 1723042"/>
              <a:gd name="csY5141" fmla="*/ 487692 h 825984"/>
              <a:gd name="csX5142" fmla="*/ 886082 w 1723042"/>
              <a:gd name="csY5142" fmla="*/ 488376 h 825984"/>
              <a:gd name="csX5143" fmla="*/ 886251 w 1723042"/>
              <a:gd name="csY5143" fmla="*/ 489057 h 825984"/>
              <a:gd name="csX5144" fmla="*/ 886420 w 1723042"/>
              <a:gd name="csY5144" fmla="*/ 489737 h 825984"/>
              <a:gd name="csX5145" fmla="*/ 886598 w 1723042"/>
              <a:gd name="csY5145" fmla="*/ 490414 h 825984"/>
              <a:gd name="csX5146" fmla="*/ 886767 w 1723042"/>
              <a:gd name="csY5146" fmla="*/ 491090 h 825984"/>
              <a:gd name="csX5147" fmla="*/ 886936 w 1723042"/>
              <a:gd name="csY5147" fmla="*/ 491764 h 825984"/>
              <a:gd name="csX5148" fmla="*/ 887114 w 1723042"/>
              <a:gd name="csY5148" fmla="*/ 492435 h 825984"/>
              <a:gd name="csX5149" fmla="*/ 887283 w 1723042"/>
              <a:gd name="csY5149" fmla="*/ 493105 h 825984"/>
              <a:gd name="csX5150" fmla="*/ 887461 w 1723042"/>
              <a:gd name="csY5150" fmla="*/ 493773 h 825984"/>
              <a:gd name="csX5151" fmla="*/ 887630 w 1723042"/>
              <a:gd name="csY5151" fmla="*/ 494439 h 825984"/>
              <a:gd name="csX5152" fmla="*/ 887799 w 1723042"/>
              <a:gd name="csY5152" fmla="*/ 495103 h 825984"/>
              <a:gd name="csX5153" fmla="*/ 887977 w 1723042"/>
              <a:gd name="csY5153" fmla="*/ 495764 h 825984"/>
              <a:gd name="csX5154" fmla="*/ 888146 w 1723042"/>
              <a:gd name="csY5154" fmla="*/ 496425 h 825984"/>
              <a:gd name="csX5155" fmla="*/ 888315 w 1723042"/>
              <a:gd name="csY5155" fmla="*/ 497083 h 825984"/>
              <a:gd name="csX5156" fmla="*/ 888493 w 1723042"/>
              <a:gd name="csY5156" fmla="*/ 497739 h 825984"/>
              <a:gd name="csX5157" fmla="*/ 888662 w 1723042"/>
              <a:gd name="csY5157" fmla="*/ 498393 h 825984"/>
              <a:gd name="csX5158" fmla="*/ 888831 w 1723042"/>
              <a:gd name="csY5158" fmla="*/ 499045 h 825984"/>
              <a:gd name="csX5159" fmla="*/ 889009 w 1723042"/>
              <a:gd name="csY5159" fmla="*/ 499696 h 825984"/>
              <a:gd name="csX5160" fmla="*/ 889178 w 1723042"/>
              <a:gd name="csY5160" fmla="*/ 500344 h 825984"/>
              <a:gd name="csX5161" fmla="*/ 889356 w 1723042"/>
              <a:gd name="csY5161" fmla="*/ 500991 h 825984"/>
              <a:gd name="csX5162" fmla="*/ 889525 w 1723042"/>
              <a:gd name="csY5162" fmla="*/ 501636 h 825984"/>
              <a:gd name="csX5163" fmla="*/ 889694 w 1723042"/>
              <a:gd name="csY5163" fmla="*/ 502279 h 825984"/>
              <a:gd name="csX5164" fmla="*/ 889872 w 1723042"/>
              <a:gd name="csY5164" fmla="*/ 502920 h 825984"/>
              <a:gd name="csX5165" fmla="*/ 890041 w 1723042"/>
              <a:gd name="csY5165" fmla="*/ 503560 h 825984"/>
              <a:gd name="csX5166" fmla="*/ 890210 w 1723042"/>
              <a:gd name="csY5166" fmla="*/ 504197 h 825984"/>
              <a:gd name="csX5167" fmla="*/ 890388 w 1723042"/>
              <a:gd name="csY5167" fmla="*/ 504832 h 825984"/>
              <a:gd name="csX5168" fmla="*/ 890557 w 1723042"/>
              <a:gd name="csY5168" fmla="*/ 505466 h 825984"/>
              <a:gd name="csX5169" fmla="*/ 890735 w 1723042"/>
              <a:gd name="csY5169" fmla="*/ 506098 h 825984"/>
              <a:gd name="csX5170" fmla="*/ 890904 w 1723042"/>
              <a:gd name="csY5170" fmla="*/ 506728 h 825984"/>
              <a:gd name="csX5171" fmla="*/ 891073 w 1723042"/>
              <a:gd name="csY5171" fmla="*/ 507356 h 825984"/>
              <a:gd name="csX5172" fmla="*/ 891251 w 1723042"/>
              <a:gd name="csY5172" fmla="*/ 507982 h 825984"/>
              <a:gd name="csX5173" fmla="*/ 891420 w 1723042"/>
              <a:gd name="csY5173" fmla="*/ 508606 h 825984"/>
              <a:gd name="csX5174" fmla="*/ 891589 w 1723042"/>
              <a:gd name="csY5174" fmla="*/ 509229 h 825984"/>
              <a:gd name="csX5175" fmla="*/ 891767 w 1723042"/>
              <a:gd name="csY5175" fmla="*/ 509850 h 825984"/>
              <a:gd name="csX5176" fmla="*/ 891936 w 1723042"/>
              <a:gd name="csY5176" fmla="*/ 510469 h 825984"/>
              <a:gd name="csX5177" fmla="*/ 892114 w 1723042"/>
              <a:gd name="csY5177" fmla="*/ 511087 h 825984"/>
              <a:gd name="csX5178" fmla="*/ 892283 w 1723042"/>
              <a:gd name="csY5178" fmla="*/ 511702 h 825984"/>
              <a:gd name="csX5179" fmla="*/ 892452 w 1723042"/>
              <a:gd name="csY5179" fmla="*/ 512316 h 825984"/>
              <a:gd name="csX5180" fmla="*/ 892630 w 1723042"/>
              <a:gd name="csY5180" fmla="*/ 512928 h 825984"/>
              <a:gd name="csX5181" fmla="*/ 892799 w 1723042"/>
              <a:gd name="csY5181" fmla="*/ 513539 h 825984"/>
              <a:gd name="csX5182" fmla="*/ 892968 w 1723042"/>
              <a:gd name="csY5182" fmla="*/ 514147 h 825984"/>
              <a:gd name="csX5183" fmla="*/ 893146 w 1723042"/>
              <a:gd name="csY5183" fmla="*/ 514755 h 825984"/>
              <a:gd name="csX5184" fmla="*/ 893315 w 1723042"/>
              <a:gd name="csY5184" fmla="*/ 515360 h 825984"/>
              <a:gd name="csX5185" fmla="*/ 893484 w 1723042"/>
              <a:gd name="csY5185" fmla="*/ 515963 h 825984"/>
              <a:gd name="csX5186" fmla="*/ 893662 w 1723042"/>
              <a:gd name="csY5186" fmla="*/ 516564 h 825984"/>
              <a:gd name="csX5187" fmla="*/ 893831 w 1723042"/>
              <a:gd name="csY5187" fmla="*/ 517165 h 825984"/>
              <a:gd name="csX5188" fmla="*/ 894009 w 1723042"/>
              <a:gd name="csY5188" fmla="*/ 517763 h 825984"/>
              <a:gd name="csX5189" fmla="*/ 894178 w 1723042"/>
              <a:gd name="csY5189" fmla="*/ 518359 h 825984"/>
              <a:gd name="csX5190" fmla="*/ 894347 w 1723042"/>
              <a:gd name="csY5190" fmla="*/ 518954 h 825984"/>
              <a:gd name="csX5191" fmla="*/ 894525 w 1723042"/>
              <a:gd name="csY5191" fmla="*/ 519547 h 825984"/>
              <a:gd name="csX5192" fmla="*/ 894694 w 1723042"/>
              <a:gd name="csY5192" fmla="*/ 520138 h 825984"/>
              <a:gd name="csX5193" fmla="*/ 894863 w 1723042"/>
              <a:gd name="csY5193" fmla="*/ 520728 h 825984"/>
              <a:gd name="csX5194" fmla="*/ 895041 w 1723042"/>
              <a:gd name="csY5194" fmla="*/ 521316 h 825984"/>
              <a:gd name="csX5195" fmla="*/ 895210 w 1723042"/>
              <a:gd name="csY5195" fmla="*/ 521902 h 825984"/>
              <a:gd name="csX5196" fmla="*/ 895388 w 1723042"/>
              <a:gd name="csY5196" fmla="*/ 522487 h 825984"/>
              <a:gd name="csX5197" fmla="*/ 895557 w 1723042"/>
              <a:gd name="csY5197" fmla="*/ 523070 h 825984"/>
              <a:gd name="csX5198" fmla="*/ 895726 w 1723042"/>
              <a:gd name="csY5198" fmla="*/ 523651 h 825984"/>
              <a:gd name="csX5199" fmla="*/ 895904 w 1723042"/>
              <a:gd name="csY5199" fmla="*/ 524231 h 825984"/>
              <a:gd name="csX5200" fmla="*/ 896073 w 1723042"/>
              <a:gd name="csY5200" fmla="*/ 524809 h 825984"/>
              <a:gd name="csX5201" fmla="*/ 896242 w 1723042"/>
              <a:gd name="csY5201" fmla="*/ 525383 h 825984"/>
              <a:gd name="csX5202" fmla="*/ 896420 w 1723042"/>
              <a:gd name="csY5202" fmla="*/ 525961 h 825984"/>
              <a:gd name="csX5203" fmla="*/ 896589 w 1723042"/>
              <a:gd name="csY5203" fmla="*/ 526530 h 825984"/>
              <a:gd name="csX5204" fmla="*/ 896758 w 1723042"/>
              <a:gd name="csY5204" fmla="*/ 527108 h 825984"/>
              <a:gd name="csX5205" fmla="*/ 896936 w 1723042"/>
              <a:gd name="csY5205" fmla="*/ 527678 h 825984"/>
              <a:gd name="csX5206" fmla="*/ 897105 w 1723042"/>
              <a:gd name="csY5206" fmla="*/ 528247 h 825984"/>
              <a:gd name="csX5207" fmla="*/ 897283 w 1723042"/>
              <a:gd name="csY5207" fmla="*/ 528808 h 825984"/>
              <a:gd name="csX5208" fmla="*/ 897452 w 1723042"/>
              <a:gd name="csY5208" fmla="*/ 529377 h 825984"/>
              <a:gd name="csX5209" fmla="*/ 897621 w 1723042"/>
              <a:gd name="csY5209" fmla="*/ 529938 h 825984"/>
              <a:gd name="csX5210" fmla="*/ 897799 w 1723042"/>
              <a:gd name="csY5210" fmla="*/ 530498 h 825984"/>
              <a:gd name="csX5211" fmla="*/ 897968 w 1723042"/>
              <a:gd name="csY5211" fmla="*/ 531058 h 825984"/>
              <a:gd name="csX5212" fmla="*/ 898137 w 1723042"/>
              <a:gd name="csY5212" fmla="*/ 531619 h 825984"/>
              <a:gd name="csX5213" fmla="*/ 898315 w 1723042"/>
              <a:gd name="csY5213" fmla="*/ 532179 h 825984"/>
              <a:gd name="csX5214" fmla="*/ 898484 w 1723042"/>
              <a:gd name="csY5214" fmla="*/ 532731 h 825984"/>
              <a:gd name="csX5215" fmla="*/ 898662 w 1723042"/>
              <a:gd name="csY5215" fmla="*/ 533283 h 825984"/>
              <a:gd name="csX5216" fmla="*/ 898831 w 1723042"/>
              <a:gd name="csY5216" fmla="*/ 533834 h 825984"/>
              <a:gd name="csX5217" fmla="*/ 899000 w 1723042"/>
              <a:gd name="csY5217" fmla="*/ 534386 h 825984"/>
              <a:gd name="csX5218" fmla="*/ 899178 w 1723042"/>
              <a:gd name="csY5218" fmla="*/ 534937 h 825984"/>
              <a:gd name="csX5219" fmla="*/ 899347 w 1723042"/>
              <a:gd name="csY5219" fmla="*/ 535489 h 825984"/>
              <a:gd name="csX5220" fmla="*/ 899516 w 1723042"/>
              <a:gd name="csY5220" fmla="*/ 536032 h 825984"/>
              <a:gd name="csX5221" fmla="*/ 899694 w 1723042"/>
              <a:gd name="csY5221" fmla="*/ 536574 h 825984"/>
              <a:gd name="csX5222" fmla="*/ 899863 w 1723042"/>
              <a:gd name="csY5222" fmla="*/ 537117 h 825984"/>
              <a:gd name="csX5223" fmla="*/ 900041 w 1723042"/>
              <a:gd name="csY5223" fmla="*/ 537660 h 825984"/>
              <a:gd name="csX5224" fmla="*/ 900210 w 1723042"/>
              <a:gd name="csY5224" fmla="*/ 538202 h 825984"/>
              <a:gd name="csX5225" fmla="*/ 900379 w 1723042"/>
              <a:gd name="csY5225" fmla="*/ 538745 h 825984"/>
              <a:gd name="csX5226" fmla="*/ 900557 w 1723042"/>
              <a:gd name="csY5226" fmla="*/ 539279 h 825984"/>
              <a:gd name="csX5227" fmla="*/ 900726 w 1723042"/>
              <a:gd name="csY5227" fmla="*/ 539813 h 825984"/>
              <a:gd name="csX5228" fmla="*/ 900895 w 1723042"/>
              <a:gd name="csY5228" fmla="*/ 540346 h 825984"/>
              <a:gd name="csX5229" fmla="*/ 901072 w 1723042"/>
              <a:gd name="csY5229" fmla="*/ 540880 h 825984"/>
              <a:gd name="csX5230" fmla="*/ 901242 w 1723042"/>
              <a:gd name="csY5230" fmla="*/ 541414 h 825984"/>
              <a:gd name="csX5231" fmla="*/ 901411 w 1723042"/>
              <a:gd name="csY5231" fmla="*/ 541939 h 825984"/>
              <a:gd name="csX5232" fmla="*/ 901589 w 1723042"/>
              <a:gd name="csY5232" fmla="*/ 542473 h 825984"/>
              <a:gd name="csX5233" fmla="*/ 901758 w 1723042"/>
              <a:gd name="csY5233" fmla="*/ 542997 h 825984"/>
              <a:gd name="csX5234" fmla="*/ 901935 w 1723042"/>
              <a:gd name="csY5234" fmla="*/ 543522 h 825984"/>
              <a:gd name="csX5235" fmla="*/ 902105 w 1723042"/>
              <a:gd name="csY5235" fmla="*/ 544047 h 825984"/>
              <a:gd name="csX5236" fmla="*/ 902273 w 1723042"/>
              <a:gd name="csY5236" fmla="*/ 544572 h 825984"/>
              <a:gd name="csX5237" fmla="*/ 902451 w 1723042"/>
              <a:gd name="csY5237" fmla="*/ 545088 h 825984"/>
              <a:gd name="csX5238" fmla="*/ 902620 w 1723042"/>
              <a:gd name="csY5238" fmla="*/ 545613 h 825984"/>
              <a:gd name="csX5239" fmla="*/ 902790 w 1723042"/>
              <a:gd name="csY5239" fmla="*/ 546129 h 825984"/>
              <a:gd name="csX5240" fmla="*/ 902967 w 1723042"/>
              <a:gd name="csY5240" fmla="*/ 546645 h 825984"/>
              <a:gd name="csX5241" fmla="*/ 903137 w 1723042"/>
              <a:gd name="csY5241" fmla="*/ 547161 h 825984"/>
              <a:gd name="csX5242" fmla="*/ 903314 w 1723042"/>
              <a:gd name="csY5242" fmla="*/ 547677 h 825984"/>
              <a:gd name="csX5243" fmla="*/ 903484 w 1723042"/>
              <a:gd name="csY5243" fmla="*/ 548184 h 825984"/>
              <a:gd name="csX5244" fmla="*/ 903652 w 1723042"/>
              <a:gd name="csY5244" fmla="*/ 548700 h 825984"/>
              <a:gd name="csX5245" fmla="*/ 903830 w 1723042"/>
              <a:gd name="csY5245" fmla="*/ 549207 h 825984"/>
              <a:gd name="csX5246" fmla="*/ 903999 w 1723042"/>
              <a:gd name="csY5246" fmla="*/ 549714 h 825984"/>
              <a:gd name="csX5247" fmla="*/ 904168 w 1723042"/>
              <a:gd name="csY5247" fmla="*/ 550221 h 825984"/>
              <a:gd name="csX5248" fmla="*/ 904346 w 1723042"/>
              <a:gd name="csY5248" fmla="*/ 550729 h 825984"/>
              <a:gd name="csX5249" fmla="*/ 904515 w 1723042"/>
              <a:gd name="csY5249" fmla="*/ 551227 h 825984"/>
              <a:gd name="csX5250" fmla="*/ 904685 w 1723042"/>
              <a:gd name="csY5250" fmla="*/ 551734 h 825984"/>
              <a:gd name="csX5251" fmla="*/ 904862 w 1723042"/>
              <a:gd name="csY5251" fmla="*/ 552232 h 825984"/>
              <a:gd name="csX5252" fmla="*/ 905031 w 1723042"/>
              <a:gd name="csY5252" fmla="*/ 552730 h 825984"/>
              <a:gd name="csX5253" fmla="*/ 905209 w 1723042"/>
              <a:gd name="csY5253" fmla="*/ 553228 h 825984"/>
              <a:gd name="csX5254" fmla="*/ 905378 w 1723042"/>
              <a:gd name="csY5254" fmla="*/ 553727 h 825984"/>
              <a:gd name="csX5255" fmla="*/ 905547 w 1723042"/>
              <a:gd name="csY5255" fmla="*/ 554225 h 825984"/>
              <a:gd name="csX5256" fmla="*/ 905725 w 1723042"/>
              <a:gd name="csY5256" fmla="*/ 554723 h 825984"/>
              <a:gd name="csX5257" fmla="*/ 905894 w 1723042"/>
              <a:gd name="csY5257" fmla="*/ 555212 h 825984"/>
              <a:gd name="csX5258" fmla="*/ 906063 w 1723042"/>
              <a:gd name="csY5258" fmla="*/ 555702 h 825984"/>
              <a:gd name="csX5259" fmla="*/ 906241 w 1723042"/>
              <a:gd name="csY5259" fmla="*/ 556191 h 825984"/>
              <a:gd name="csX5260" fmla="*/ 906410 w 1723042"/>
              <a:gd name="csY5260" fmla="*/ 556680 h 825984"/>
              <a:gd name="csX5261" fmla="*/ 906588 w 1723042"/>
              <a:gd name="csY5261" fmla="*/ 557170 h 825984"/>
              <a:gd name="csX5262" fmla="*/ 906757 w 1723042"/>
              <a:gd name="csY5262" fmla="*/ 557659 h 825984"/>
              <a:gd name="csX5263" fmla="*/ 906926 w 1723042"/>
              <a:gd name="csY5263" fmla="*/ 558139 h 825984"/>
              <a:gd name="csX5264" fmla="*/ 907104 w 1723042"/>
              <a:gd name="csY5264" fmla="*/ 558629 h 825984"/>
              <a:gd name="csX5265" fmla="*/ 907273 w 1723042"/>
              <a:gd name="csY5265" fmla="*/ 559109 h 825984"/>
              <a:gd name="csX5266" fmla="*/ 907442 w 1723042"/>
              <a:gd name="csY5266" fmla="*/ 559589 h 825984"/>
              <a:gd name="csX5267" fmla="*/ 907620 w 1723042"/>
              <a:gd name="csY5267" fmla="*/ 560070 h 825984"/>
              <a:gd name="csX5268" fmla="*/ 907789 w 1723042"/>
              <a:gd name="csY5268" fmla="*/ 560550 h 825984"/>
              <a:gd name="csX5269" fmla="*/ 907967 w 1723042"/>
              <a:gd name="csY5269" fmla="*/ 561022 h 825984"/>
              <a:gd name="csX5270" fmla="*/ 908136 w 1723042"/>
              <a:gd name="csY5270" fmla="*/ 561502 h 825984"/>
              <a:gd name="csX5271" fmla="*/ 908305 w 1723042"/>
              <a:gd name="csY5271" fmla="*/ 561974 h 825984"/>
              <a:gd name="csX5272" fmla="*/ 908483 w 1723042"/>
              <a:gd name="csY5272" fmla="*/ 562445 h 825984"/>
              <a:gd name="csX5273" fmla="*/ 908652 w 1723042"/>
              <a:gd name="csY5273" fmla="*/ 562917 h 825984"/>
              <a:gd name="csX5274" fmla="*/ 908821 w 1723042"/>
              <a:gd name="csY5274" fmla="*/ 563388 h 825984"/>
              <a:gd name="csX5275" fmla="*/ 908999 w 1723042"/>
              <a:gd name="csY5275" fmla="*/ 563860 h 825984"/>
              <a:gd name="csX5276" fmla="*/ 909168 w 1723042"/>
              <a:gd name="csY5276" fmla="*/ 564331 h 825984"/>
              <a:gd name="csX5277" fmla="*/ 909337 w 1723042"/>
              <a:gd name="csY5277" fmla="*/ 564794 h 825984"/>
              <a:gd name="csX5278" fmla="*/ 909515 w 1723042"/>
              <a:gd name="csY5278" fmla="*/ 565265 h 825984"/>
              <a:gd name="csX5279" fmla="*/ 909684 w 1723042"/>
              <a:gd name="csY5279" fmla="*/ 565728 h 825984"/>
              <a:gd name="csX5280" fmla="*/ 909862 w 1723042"/>
              <a:gd name="csY5280" fmla="*/ 566191 h 825984"/>
              <a:gd name="csX5281" fmla="*/ 910031 w 1723042"/>
              <a:gd name="csY5281" fmla="*/ 566653 h 825984"/>
              <a:gd name="csX5282" fmla="*/ 910200 w 1723042"/>
              <a:gd name="csY5282" fmla="*/ 567116 h 825984"/>
              <a:gd name="csX5283" fmla="*/ 910378 w 1723042"/>
              <a:gd name="csY5283" fmla="*/ 567569 h 825984"/>
              <a:gd name="csX5284" fmla="*/ 910547 w 1723042"/>
              <a:gd name="csY5284" fmla="*/ 568032 h 825984"/>
              <a:gd name="csX5285" fmla="*/ 910716 w 1723042"/>
              <a:gd name="csY5285" fmla="*/ 568486 h 825984"/>
              <a:gd name="csX5286" fmla="*/ 910894 w 1723042"/>
              <a:gd name="csY5286" fmla="*/ 568940 h 825984"/>
              <a:gd name="csX5287" fmla="*/ 911063 w 1723042"/>
              <a:gd name="csY5287" fmla="*/ 569402 h 825984"/>
              <a:gd name="csX5288" fmla="*/ 911241 w 1723042"/>
              <a:gd name="csY5288" fmla="*/ 569847 h 825984"/>
              <a:gd name="csX5289" fmla="*/ 911410 w 1723042"/>
              <a:gd name="csY5289" fmla="*/ 570301 h 825984"/>
              <a:gd name="csX5290" fmla="*/ 911579 w 1723042"/>
              <a:gd name="csY5290" fmla="*/ 570754 h 825984"/>
              <a:gd name="csX5291" fmla="*/ 911757 w 1723042"/>
              <a:gd name="csY5291" fmla="*/ 571208 h 825984"/>
              <a:gd name="csX5292" fmla="*/ 911926 w 1723042"/>
              <a:gd name="csY5292" fmla="*/ 571653 h 825984"/>
              <a:gd name="csX5293" fmla="*/ 912095 w 1723042"/>
              <a:gd name="csY5293" fmla="*/ 572098 h 825984"/>
              <a:gd name="csX5294" fmla="*/ 912273 w 1723042"/>
              <a:gd name="csY5294" fmla="*/ 572543 h 825984"/>
              <a:gd name="csX5295" fmla="*/ 912442 w 1723042"/>
              <a:gd name="csY5295" fmla="*/ 572988 h 825984"/>
              <a:gd name="csX5296" fmla="*/ 912611 w 1723042"/>
              <a:gd name="csY5296" fmla="*/ 573432 h 825984"/>
              <a:gd name="csX5297" fmla="*/ 912789 w 1723042"/>
              <a:gd name="csY5297" fmla="*/ 573877 h 825984"/>
              <a:gd name="csX5298" fmla="*/ 912958 w 1723042"/>
              <a:gd name="csY5298" fmla="*/ 574322 h 825984"/>
              <a:gd name="csX5299" fmla="*/ 913136 w 1723042"/>
              <a:gd name="csY5299" fmla="*/ 574758 h 825984"/>
              <a:gd name="csX5300" fmla="*/ 913305 w 1723042"/>
              <a:gd name="csY5300" fmla="*/ 575203 h 825984"/>
              <a:gd name="csX5301" fmla="*/ 913474 w 1723042"/>
              <a:gd name="csY5301" fmla="*/ 575639 h 825984"/>
              <a:gd name="csX5302" fmla="*/ 913652 w 1723042"/>
              <a:gd name="csY5302" fmla="*/ 576075 h 825984"/>
              <a:gd name="csX5303" fmla="*/ 913821 w 1723042"/>
              <a:gd name="csY5303" fmla="*/ 576510 h 825984"/>
              <a:gd name="csX5304" fmla="*/ 913990 w 1723042"/>
              <a:gd name="csY5304" fmla="*/ 576946 h 825984"/>
              <a:gd name="csX5305" fmla="*/ 914168 w 1723042"/>
              <a:gd name="csY5305" fmla="*/ 577373 h 825984"/>
              <a:gd name="csX5306" fmla="*/ 914337 w 1723042"/>
              <a:gd name="csY5306" fmla="*/ 577809 h 825984"/>
              <a:gd name="csX5307" fmla="*/ 914515 w 1723042"/>
              <a:gd name="csY5307" fmla="*/ 578236 h 825984"/>
              <a:gd name="csX5308" fmla="*/ 914684 w 1723042"/>
              <a:gd name="csY5308" fmla="*/ 578672 h 825984"/>
              <a:gd name="csX5309" fmla="*/ 914853 w 1723042"/>
              <a:gd name="csY5309" fmla="*/ 579099 h 825984"/>
              <a:gd name="csX5310" fmla="*/ 915031 w 1723042"/>
              <a:gd name="csY5310" fmla="*/ 579526 h 825984"/>
              <a:gd name="csX5311" fmla="*/ 915200 w 1723042"/>
              <a:gd name="csY5311" fmla="*/ 579953 h 825984"/>
              <a:gd name="csX5312" fmla="*/ 915369 w 1723042"/>
              <a:gd name="csY5312" fmla="*/ 580380 h 825984"/>
              <a:gd name="csX5313" fmla="*/ 915547 w 1723042"/>
              <a:gd name="csY5313" fmla="*/ 580807 h 825984"/>
              <a:gd name="csX5314" fmla="*/ 915716 w 1723042"/>
              <a:gd name="csY5314" fmla="*/ 581226 h 825984"/>
              <a:gd name="csX5315" fmla="*/ 915894 w 1723042"/>
              <a:gd name="csY5315" fmla="*/ 581653 h 825984"/>
              <a:gd name="csX5316" fmla="*/ 916063 w 1723042"/>
              <a:gd name="csY5316" fmla="*/ 582071 h 825984"/>
              <a:gd name="csX5317" fmla="*/ 916232 w 1723042"/>
              <a:gd name="csY5317" fmla="*/ 582489 h 825984"/>
              <a:gd name="csX5318" fmla="*/ 916410 w 1723042"/>
              <a:gd name="csY5318" fmla="*/ 582907 h 825984"/>
              <a:gd name="csX5319" fmla="*/ 916579 w 1723042"/>
              <a:gd name="csY5319" fmla="*/ 583325 h 825984"/>
              <a:gd name="csX5320" fmla="*/ 916748 w 1723042"/>
              <a:gd name="csY5320" fmla="*/ 583743 h 825984"/>
              <a:gd name="csX5321" fmla="*/ 916926 w 1723042"/>
              <a:gd name="csY5321" fmla="*/ 584161 h 825984"/>
              <a:gd name="csX5322" fmla="*/ 917095 w 1723042"/>
              <a:gd name="csY5322" fmla="*/ 584571 h 825984"/>
              <a:gd name="csX5323" fmla="*/ 917264 w 1723042"/>
              <a:gd name="csY5323" fmla="*/ 584989 h 825984"/>
              <a:gd name="csX5324" fmla="*/ 917442 w 1723042"/>
              <a:gd name="csY5324" fmla="*/ 585398 h 825984"/>
              <a:gd name="csX5325" fmla="*/ 917611 w 1723042"/>
              <a:gd name="csY5325" fmla="*/ 585807 h 825984"/>
              <a:gd name="csX5326" fmla="*/ 917789 w 1723042"/>
              <a:gd name="csY5326" fmla="*/ 586217 h 825984"/>
              <a:gd name="csX5327" fmla="*/ 917958 w 1723042"/>
              <a:gd name="csY5327" fmla="*/ 586626 h 825984"/>
              <a:gd name="csX5328" fmla="*/ 918127 w 1723042"/>
              <a:gd name="csY5328" fmla="*/ 587035 h 825984"/>
              <a:gd name="csX5329" fmla="*/ 918305 w 1723042"/>
              <a:gd name="csY5329" fmla="*/ 587444 h 825984"/>
              <a:gd name="csX5330" fmla="*/ 918474 w 1723042"/>
              <a:gd name="csY5330" fmla="*/ 587853 h 825984"/>
              <a:gd name="csX5331" fmla="*/ 918643 w 1723042"/>
              <a:gd name="csY5331" fmla="*/ 588254 h 825984"/>
              <a:gd name="csX5332" fmla="*/ 918821 w 1723042"/>
              <a:gd name="csY5332" fmla="*/ 588663 h 825984"/>
              <a:gd name="csX5333" fmla="*/ 918990 w 1723042"/>
              <a:gd name="csY5333" fmla="*/ 589063 h 825984"/>
              <a:gd name="csX5334" fmla="*/ 919168 w 1723042"/>
              <a:gd name="csY5334" fmla="*/ 589464 h 825984"/>
              <a:gd name="csX5335" fmla="*/ 919337 w 1723042"/>
              <a:gd name="csY5335" fmla="*/ 589864 h 825984"/>
              <a:gd name="csX5336" fmla="*/ 919506 w 1723042"/>
              <a:gd name="csY5336" fmla="*/ 590264 h 825984"/>
              <a:gd name="csX5337" fmla="*/ 919684 w 1723042"/>
              <a:gd name="csY5337" fmla="*/ 590665 h 825984"/>
              <a:gd name="csX5338" fmla="*/ 919853 w 1723042"/>
              <a:gd name="csY5338" fmla="*/ 591056 h 825984"/>
              <a:gd name="csX5339" fmla="*/ 920022 w 1723042"/>
              <a:gd name="csY5339" fmla="*/ 591456 h 825984"/>
              <a:gd name="csX5340" fmla="*/ 920200 w 1723042"/>
              <a:gd name="csY5340" fmla="*/ 591857 h 825984"/>
              <a:gd name="csX5341" fmla="*/ 920369 w 1723042"/>
              <a:gd name="csY5341" fmla="*/ 592248 h 825984"/>
              <a:gd name="csX5342" fmla="*/ 920547 w 1723042"/>
              <a:gd name="csY5342" fmla="*/ 592640 h 825984"/>
              <a:gd name="csX5343" fmla="*/ 920716 w 1723042"/>
              <a:gd name="csY5343" fmla="*/ 593031 h 825984"/>
              <a:gd name="csX5344" fmla="*/ 920885 w 1723042"/>
              <a:gd name="csY5344" fmla="*/ 593423 h 825984"/>
              <a:gd name="csX5345" fmla="*/ 921063 w 1723042"/>
              <a:gd name="csY5345" fmla="*/ 593814 h 825984"/>
              <a:gd name="csX5346" fmla="*/ 921232 w 1723042"/>
              <a:gd name="csY5346" fmla="*/ 594206 h 825984"/>
              <a:gd name="csX5347" fmla="*/ 921401 w 1723042"/>
              <a:gd name="csY5347" fmla="*/ 594597 h 825984"/>
              <a:gd name="csX5348" fmla="*/ 921579 w 1723042"/>
              <a:gd name="csY5348" fmla="*/ 594980 h 825984"/>
              <a:gd name="csX5349" fmla="*/ 921748 w 1723042"/>
              <a:gd name="csY5349" fmla="*/ 595371 h 825984"/>
              <a:gd name="csX5350" fmla="*/ 921917 w 1723042"/>
              <a:gd name="csY5350" fmla="*/ 595753 h 825984"/>
              <a:gd name="csX5351" fmla="*/ 922095 w 1723042"/>
              <a:gd name="csY5351" fmla="*/ 596136 h 825984"/>
              <a:gd name="csX5352" fmla="*/ 922264 w 1723042"/>
              <a:gd name="csY5352" fmla="*/ 596519 h 825984"/>
              <a:gd name="csX5353" fmla="*/ 922442 w 1723042"/>
              <a:gd name="csY5353" fmla="*/ 596901 h 825984"/>
              <a:gd name="csX5354" fmla="*/ 922611 w 1723042"/>
              <a:gd name="csY5354" fmla="*/ 597284 h 825984"/>
              <a:gd name="csX5355" fmla="*/ 922780 w 1723042"/>
              <a:gd name="csY5355" fmla="*/ 597666 h 825984"/>
              <a:gd name="csX5356" fmla="*/ 922958 w 1723042"/>
              <a:gd name="csY5356" fmla="*/ 598049 h 825984"/>
              <a:gd name="csX5357" fmla="*/ 923127 w 1723042"/>
              <a:gd name="csY5357" fmla="*/ 598422 h 825984"/>
              <a:gd name="csX5358" fmla="*/ 923296 w 1723042"/>
              <a:gd name="csY5358" fmla="*/ 598805 h 825984"/>
              <a:gd name="csX5359" fmla="*/ 923474 w 1723042"/>
              <a:gd name="csY5359" fmla="*/ 599179 h 825984"/>
              <a:gd name="csX5360" fmla="*/ 923643 w 1723042"/>
              <a:gd name="csY5360" fmla="*/ 599561 h 825984"/>
              <a:gd name="csX5361" fmla="*/ 923821 w 1723042"/>
              <a:gd name="csY5361" fmla="*/ 599935 h 825984"/>
              <a:gd name="csX5362" fmla="*/ 923990 w 1723042"/>
              <a:gd name="csY5362" fmla="*/ 600308 h 825984"/>
              <a:gd name="csX5363" fmla="*/ 924159 w 1723042"/>
              <a:gd name="csY5363" fmla="*/ 600682 h 825984"/>
              <a:gd name="csX5364" fmla="*/ 924337 w 1723042"/>
              <a:gd name="csY5364" fmla="*/ 601056 h 825984"/>
              <a:gd name="csX5365" fmla="*/ 924506 w 1723042"/>
              <a:gd name="csY5365" fmla="*/ 601421 h 825984"/>
              <a:gd name="csX5366" fmla="*/ 924675 w 1723042"/>
              <a:gd name="csY5366" fmla="*/ 601794 h 825984"/>
              <a:gd name="csX5367" fmla="*/ 924853 w 1723042"/>
              <a:gd name="csY5367" fmla="*/ 602159 h 825984"/>
              <a:gd name="csX5368" fmla="*/ 925022 w 1723042"/>
              <a:gd name="csY5368" fmla="*/ 602533 h 825984"/>
              <a:gd name="csX5369" fmla="*/ 925191 w 1723042"/>
              <a:gd name="csY5369" fmla="*/ 602897 h 825984"/>
              <a:gd name="csX5370" fmla="*/ 925369 w 1723042"/>
              <a:gd name="csY5370" fmla="*/ 603262 h 825984"/>
              <a:gd name="csX5371" fmla="*/ 925538 w 1723042"/>
              <a:gd name="csY5371" fmla="*/ 603627 h 825984"/>
              <a:gd name="csX5372" fmla="*/ 925716 w 1723042"/>
              <a:gd name="csY5372" fmla="*/ 603992 h 825984"/>
              <a:gd name="csX5373" fmla="*/ 925885 w 1723042"/>
              <a:gd name="csY5373" fmla="*/ 604356 h 825984"/>
              <a:gd name="csX5374" fmla="*/ 926054 w 1723042"/>
              <a:gd name="csY5374" fmla="*/ 604721 h 825984"/>
              <a:gd name="csX5375" fmla="*/ 926232 w 1723042"/>
              <a:gd name="csY5375" fmla="*/ 605086 h 825984"/>
              <a:gd name="csX5376" fmla="*/ 926401 w 1723042"/>
              <a:gd name="csY5376" fmla="*/ 605442 h 825984"/>
              <a:gd name="csX5377" fmla="*/ 926570 w 1723042"/>
              <a:gd name="csY5377" fmla="*/ 605806 h 825984"/>
              <a:gd name="csX5378" fmla="*/ 926748 w 1723042"/>
              <a:gd name="csY5378" fmla="*/ 606162 h 825984"/>
              <a:gd name="csX5379" fmla="*/ 926917 w 1723042"/>
              <a:gd name="csY5379" fmla="*/ 606527 h 825984"/>
              <a:gd name="csX5380" fmla="*/ 927095 w 1723042"/>
              <a:gd name="csY5380" fmla="*/ 606883 h 825984"/>
              <a:gd name="csX5381" fmla="*/ 927264 w 1723042"/>
              <a:gd name="csY5381" fmla="*/ 607239 h 825984"/>
              <a:gd name="csX5382" fmla="*/ 927433 w 1723042"/>
              <a:gd name="csY5382" fmla="*/ 607595 h 825984"/>
              <a:gd name="csX5383" fmla="*/ 927611 w 1723042"/>
              <a:gd name="csY5383" fmla="*/ 607950 h 825984"/>
              <a:gd name="csX5384" fmla="*/ 927780 w 1723042"/>
              <a:gd name="csY5384" fmla="*/ 608306 h 825984"/>
              <a:gd name="csX5385" fmla="*/ 927949 w 1723042"/>
              <a:gd name="csY5385" fmla="*/ 608653 h 825984"/>
              <a:gd name="csX5386" fmla="*/ 928127 w 1723042"/>
              <a:gd name="csY5386" fmla="*/ 609009 h 825984"/>
              <a:gd name="csX5387" fmla="*/ 928296 w 1723042"/>
              <a:gd name="csY5387" fmla="*/ 609356 h 825984"/>
              <a:gd name="csX5388" fmla="*/ 928474 w 1723042"/>
              <a:gd name="csY5388" fmla="*/ 609712 h 825984"/>
              <a:gd name="csX5389" fmla="*/ 928643 w 1723042"/>
              <a:gd name="csY5389" fmla="*/ 610059 h 825984"/>
              <a:gd name="csX5390" fmla="*/ 928812 w 1723042"/>
              <a:gd name="csY5390" fmla="*/ 610406 h 825984"/>
              <a:gd name="csX5391" fmla="*/ 928990 w 1723042"/>
              <a:gd name="csY5391" fmla="*/ 610753 h 825984"/>
              <a:gd name="csX5392" fmla="*/ 929159 w 1723042"/>
              <a:gd name="csY5392" fmla="*/ 611100 h 825984"/>
              <a:gd name="csX5393" fmla="*/ 929328 w 1723042"/>
              <a:gd name="csY5393" fmla="*/ 611447 h 825984"/>
              <a:gd name="csX5394" fmla="*/ 929506 w 1723042"/>
              <a:gd name="csY5394" fmla="*/ 611794 h 825984"/>
              <a:gd name="csX5395" fmla="*/ 929675 w 1723042"/>
              <a:gd name="csY5395" fmla="*/ 612141 h 825984"/>
              <a:gd name="csX5396" fmla="*/ 929844 w 1723042"/>
              <a:gd name="csY5396" fmla="*/ 612488 h 825984"/>
              <a:gd name="csX5397" fmla="*/ 930022 w 1723042"/>
              <a:gd name="csY5397" fmla="*/ 612826 h 825984"/>
              <a:gd name="csX5398" fmla="*/ 930191 w 1723042"/>
              <a:gd name="csY5398" fmla="*/ 613173 h 825984"/>
              <a:gd name="csX5399" fmla="*/ 930369 w 1723042"/>
              <a:gd name="csY5399" fmla="*/ 613511 h 825984"/>
              <a:gd name="csX5400" fmla="*/ 930538 w 1723042"/>
              <a:gd name="csY5400" fmla="*/ 613849 h 825984"/>
              <a:gd name="csX5401" fmla="*/ 930707 w 1723042"/>
              <a:gd name="csY5401" fmla="*/ 614187 h 825984"/>
              <a:gd name="csX5402" fmla="*/ 930885 w 1723042"/>
              <a:gd name="csY5402" fmla="*/ 614525 h 825984"/>
              <a:gd name="csX5403" fmla="*/ 931054 w 1723042"/>
              <a:gd name="csY5403" fmla="*/ 614863 h 825984"/>
              <a:gd name="csX5404" fmla="*/ 931223 w 1723042"/>
              <a:gd name="csY5404" fmla="*/ 615201 h 825984"/>
              <a:gd name="csX5405" fmla="*/ 931401 w 1723042"/>
              <a:gd name="csY5405" fmla="*/ 615539 h 825984"/>
              <a:gd name="csX5406" fmla="*/ 931570 w 1723042"/>
              <a:gd name="csY5406" fmla="*/ 615877 h 825984"/>
              <a:gd name="csX5407" fmla="*/ 931747 w 1723042"/>
              <a:gd name="csY5407" fmla="*/ 616206 h 825984"/>
              <a:gd name="csX5408" fmla="*/ 931917 w 1723042"/>
              <a:gd name="csY5408" fmla="*/ 616544 h 825984"/>
              <a:gd name="csX5409" fmla="*/ 932086 w 1723042"/>
              <a:gd name="csY5409" fmla="*/ 616874 h 825984"/>
              <a:gd name="csX5410" fmla="*/ 932264 w 1723042"/>
              <a:gd name="csY5410" fmla="*/ 617212 h 825984"/>
              <a:gd name="csX5411" fmla="*/ 932432 w 1723042"/>
              <a:gd name="csY5411" fmla="*/ 617541 h 825984"/>
              <a:gd name="csX5412" fmla="*/ 932602 w 1723042"/>
              <a:gd name="csY5412" fmla="*/ 617870 h 825984"/>
              <a:gd name="csX5413" fmla="*/ 932779 w 1723042"/>
              <a:gd name="csY5413" fmla="*/ 618199 h 825984"/>
              <a:gd name="csX5414" fmla="*/ 932949 w 1723042"/>
              <a:gd name="csY5414" fmla="*/ 618528 h 825984"/>
              <a:gd name="csX5415" fmla="*/ 933118 w 1723042"/>
              <a:gd name="csY5415" fmla="*/ 618858 h 825984"/>
              <a:gd name="csX5416" fmla="*/ 933295 w 1723042"/>
              <a:gd name="csY5416" fmla="*/ 619187 h 825984"/>
              <a:gd name="csX5417" fmla="*/ 933465 w 1723042"/>
              <a:gd name="csY5417" fmla="*/ 619516 h 825984"/>
              <a:gd name="csX5418" fmla="*/ 933642 w 1723042"/>
              <a:gd name="csY5418" fmla="*/ 619836 h 825984"/>
              <a:gd name="csX5419" fmla="*/ 933811 w 1723042"/>
              <a:gd name="csY5419" fmla="*/ 620165 h 825984"/>
              <a:gd name="csX5420" fmla="*/ 933980 w 1723042"/>
              <a:gd name="csY5420" fmla="*/ 620486 h 825984"/>
              <a:gd name="csX5421" fmla="*/ 934158 w 1723042"/>
              <a:gd name="csY5421" fmla="*/ 620815 h 825984"/>
              <a:gd name="csX5422" fmla="*/ 934327 w 1723042"/>
              <a:gd name="csY5422" fmla="*/ 621135 h 825984"/>
              <a:gd name="csX5423" fmla="*/ 934497 w 1723042"/>
              <a:gd name="csY5423" fmla="*/ 621455 h 825984"/>
              <a:gd name="csX5424" fmla="*/ 934674 w 1723042"/>
              <a:gd name="csY5424" fmla="*/ 621776 h 825984"/>
              <a:gd name="csX5425" fmla="*/ 934843 w 1723042"/>
              <a:gd name="csY5425" fmla="*/ 622096 h 825984"/>
              <a:gd name="csX5426" fmla="*/ 935021 w 1723042"/>
              <a:gd name="csY5426" fmla="*/ 622416 h 825984"/>
              <a:gd name="csX5427" fmla="*/ 935190 w 1723042"/>
              <a:gd name="csY5427" fmla="*/ 622736 h 825984"/>
              <a:gd name="csX5428" fmla="*/ 935359 w 1723042"/>
              <a:gd name="csY5428" fmla="*/ 623057 h 825984"/>
              <a:gd name="csX5429" fmla="*/ 935537 w 1723042"/>
              <a:gd name="csY5429" fmla="*/ 623368 h 825984"/>
              <a:gd name="csX5430" fmla="*/ 935706 w 1723042"/>
              <a:gd name="csY5430" fmla="*/ 623688 h 825984"/>
              <a:gd name="csX5431" fmla="*/ 935875 w 1723042"/>
              <a:gd name="csY5431" fmla="*/ 624000 h 825984"/>
              <a:gd name="csX5432" fmla="*/ 936053 w 1723042"/>
              <a:gd name="csY5432" fmla="*/ 624320 h 825984"/>
              <a:gd name="csX5433" fmla="*/ 936222 w 1723042"/>
              <a:gd name="csY5433" fmla="*/ 624631 h 825984"/>
              <a:gd name="csX5434" fmla="*/ 936400 w 1723042"/>
              <a:gd name="csY5434" fmla="*/ 624943 h 825984"/>
              <a:gd name="csX5435" fmla="*/ 936569 w 1723042"/>
              <a:gd name="csY5435" fmla="*/ 625254 h 825984"/>
              <a:gd name="csX5436" fmla="*/ 936738 w 1723042"/>
              <a:gd name="csY5436" fmla="*/ 625574 h 825984"/>
              <a:gd name="csX5437" fmla="*/ 936916 w 1723042"/>
              <a:gd name="csY5437" fmla="*/ 625886 h 825984"/>
              <a:gd name="csX5438" fmla="*/ 937085 w 1723042"/>
              <a:gd name="csY5438" fmla="*/ 626188 h 825984"/>
              <a:gd name="csX5439" fmla="*/ 937254 w 1723042"/>
              <a:gd name="csY5439" fmla="*/ 626500 h 825984"/>
              <a:gd name="csX5440" fmla="*/ 937432 w 1723042"/>
              <a:gd name="csY5440" fmla="*/ 626811 h 825984"/>
              <a:gd name="csX5441" fmla="*/ 937601 w 1723042"/>
              <a:gd name="csY5441" fmla="*/ 627122 h 825984"/>
              <a:gd name="csX5442" fmla="*/ 937770 w 1723042"/>
              <a:gd name="csY5442" fmla="*/ 627425 h 825984"/>
              <a:gd name="csX5443" fmla="*/ 937948 w 1723042"/>
              <a:gd name="csY5443" fmla="*/ 627736 h 825984"/>
              <a:gd name="csX5444" fmla="*/ 938117 w 1723042"/>
              <a:gd name="csY5444" fmla="*/ 628039 h 825984"/>
              <a:gd name="csX5445" fmla="*/ 938295 w 1723042"/>
              <a:gd name="csY5445" fmla="*/ 628350 h 825984"/>
              <a:gd name="csX5446" fmla="*/ 938464 w 1723042"/>
              <a:gd name="csY5446" fmla="*/ 628653 h 825984"/>
              <a:gd name="csX5447" fmla="*/ 938633 w 1723042"/>
              <a:gd name="csY5447" fmla="*/ 628955 h 825984"/>
              <a:gd name="csX5448" fmla="*/ 938811 w 1723042"/>
              <a:gd name="csY5448" fmla="*/ 629258 h 825984"/>
              <a:gd name="csX5449" fmla="*/ 938980 w 1723042"/>
              <a:gd name="csY5449" fmla="*/ 629560 h 825984"/>
              <a:gd name="csX5450" fmla="*/ 939149 w 1723042"/>
              <a:gd name="csY5450" fmla="*/ 629862 h 825984"/>
              <a:gd name="csX5451" fmla="*/ 939327 w 1723042"/>
              <a:gd name="csY5451" fmla="*/ 630165 h 825984"/>
              <a:gd name="csX5452" fmla="*/ 939496 w 1723042"/>
              <a:gd name="csY5452" fmla="*/ 630467 h 825984"/>
              <a:gd name="csX5453" fmla="*/ 939674 w 1723042"/>
              <a:gd name="csY5453" fmla="*/ 630761 h 825984"/>
              <a:gd name="csX5454" fmla="*/ 939843 w 1723042"/>
              <a:gd name="csY5454" fmla="*/ 631063 h 825984"/>
              <a:gd name="csX5455" fmla="*/ 940012 w 1723042"/>
              <a:gd name="csY5455" fmla="*/ 631357 h 825984"/>
              <a:gd name="csX5456" fmla="*/ 940190 w 1723042"/>
              <a:gd name="csY5456" fmla="*/ 631660 h 825984"/>
              <a:gd name="csX5457" fmla="*/ 940359 w 1723042"/>
              <a:gd name="csY5457" fmla="*/ 631953 h 825984"/>
              <a:gd name="csX5458" fmla="*/ 940528 w 1723042"/>
              <a:gd name="csY5458" fmla="*/ 632256 h 825984"/>
              <a:gd name="csX5459" fmla="*/ 940706 w 1723042"/>
              <a:gd name="csY5459" fmla="*/ 632549 h 825984"/>
              <a:gd name="csX5460" fmla="*/ 940875 w 1723042"/>
              <a:gd name="csY5460" fmla="*/ 632843 h 825984"/>
              <a:gd name="csX5461" fmla="*/ 941044 w 1723042"/>
              <a:gd name="csY5461" fmla="*/ 633136 h 825984"/>
              <a:gd name="csX5462" fmla="*/ 941222 w 1723042"/>
              <a:gd name="csY5462" fmla="*/ 633430 h 825984"/>
              <a:gd name="csX5463" fmla="*/ 941391 w 1723042"/>
              <a:gd name="csY5463" fmla="*/ 633723 h 825984"/>
              <a:gd name="csX5464" fmla="*/ 941569 w 1723042"/>
              <a:gd name="csY5464" fmla="*/ 634017 h 825984"/>
              <a:gd name="csX5465" fmla="*/ 941738 w 1723042"/>
              <a:gd name="csY5465" fmla="*/ 634311 h 825984"/>
              <a:gd name="csX5466" fmla="*/ 941907 w 1723042"/>
              <a:gd name="csY5466" fmla="*/ 634595 h 825984"/>
              <a:gd name="csX5467" fmla="*/ 942085 w 1723042"/>
              <a:gd name="csY5467" fmla="*/ 634889 h 825984"/>
              <a:gd name="csX5468" fmla="*/ 942254 w 1723042"/>
              <a:gd name="csY5468" fmla="*/ 635174 h 825984"/>
              <a:gd name="csX5469" fmla="*/ 942423 w 1723042"/>
              <a:gd name="csY5469" fmla="*/ 635467 h 825984"/>
              <a:gd name="csX5470" fmla="*/ 942601 w 1723042"/>
              <a:gd name="csY5470" fmla="*/ 635752 h 825984"/>
              <a:gd name="csX5471" fmla="*/ 942770 w 1723042"/>
              <a:gd name="csY5471" fmla="*/ 636046 h 825984"/>
              <a:gd name="csX5472" fmla="*/ 942948 w 1723042"/>
              <a:gd name="csY5472" fmla="*/ 636330 h 825984"/>
              <a:gd name="csX5473" fmla="*/ 943117 w 1723042"/>
              <a:gd name="csY5473" fmla="*/ 636615 h 825984"/>
              <a:gd name="csX5474" fmla="*/ 943286 w 1723042"/>
              <a:gd name="csY5474" fmla="*/ 636900 h 825984"/>
              <a:gd name="csX5475" fmla="*/ 943464 w 1723042"/>
              <a:gd name="csY5475" fmla="*/ 637184 h 825984"/>
              <a:gd name="csX5476" fmla="*/ 943633 w 1723042"/>
              <a:gd name="csY5476" fmla="*/ 637469 h 825984"/>
              <a:gd name="csX5477" fmla="*/ 943802 w 1723042"/>
              <a:gd name="csY5477" fmla="*/ 637754 h 825984"/>
              <a:gd name="csX5478" fmla="*/ 943980 w 1723042"/>
              <a:gd name="csY5478" fmla="*/ 638038 h 825984"/>
              <a:gd name="csX5479" fmla="*/ 944149 w 1723042"/>
              <a:gd name="csY5479" fmla="*/ 638314 h 825984"/>
              <a:gd name="csX5480" fmla="*/ 944327 w 1723042"/>
              <a:gd name="csY5480" fmla="*/ 638599 h 825984"/>
              <a:gd name="csX5481" fmla="*/ 944496 w 1723042"/>
              <a:gd name="csY5481" fmla="*/ 638883 h 825984"/>
              <a:gd name="csX5482" fmla="*/ 944665 w 1723042"/>
              <a:gd name="csY5482" fmla="*/ 639159 h 825984"/>
              <a:gd name="csX5483" fmla="*/ 944843 w 1723042"/>
              <a:gd name="csY5483" fmla="*/ 639444 h 825984"/>
              <a:gd name="csX5484" fmla="*/ 945012 w 1723042"/>
              <a:gd name="csY5484" fmla="*/ 639720 h 825984"/>
              <a:gd name="csX5485" fmla="*/ 945181 w 1723042"/>
              <a:gd name="csY5485" fmla="*/ 639996 h 825984"/>
              <a:gd name="csX5486" fmla="*/ 945359 w 1723042"/>
              <a:gd name="csY5486" fmla="*/ 640271 h 825984"/>
              <a:gd name="csX5487" fmla="*/ 945528 w 1723042"/>
              <a:gd name="csY5487" fmla="*/ 640556 h 825984"/>
              <a:gd name="csX5488" fmla="*/ 945697 w 1723042"/>
              <a:gd name="csY5488" fmla="*/ 640832 h 825984"/>
              <a:gd name="csX5489" fmla="*/ 945875 w 1723042"/>
              <a:gd name="csY5489" fmla="*/ 641108 h 825984"/>
              <a:gd name="csX5490" fmla="*/ 946044 w 1723042"/>
              <a:gd name="csY5490" fmla="*/ 641383 h 825984"/>
              <a:gd name="csX5491" fmla="*/ 946222 w 1723042"/>
              <a:gd name="csY5491" fmla="*/ 641650 h 825984"/>
              <a:gd name="csX5492" fmla="*/ 946391 w 1723042"/>
              <a:gd name="csY5492" fmla="*/ 641926 h 825984"/>
              <a:gd name="csX5493" fmla="*/ 946560 w 1723042"/>
              <a:gd name="csY5493" fmla="*/ 642202 h 825984"/>
              <a:gd name="csX5494" fmla="*/ 946738 w 1723042"/>
              <a:gd name="csY5494" fmla="*/ 642478 h 825984"/>
              <a:gd name="csX5495" fmla="*/ 946907 w 1723042"/>
              <a:gd name="csY5495" fmla="*/ 642744 h 825984"/>
              <a:gd name="csX5496" fmla="*/ 947076 w 1723042"/>
              <a:gd name="csY5496" fmla="*/ 643020 h 825984"/>
              <a:gd name="csX5497" fmla="*/ 947254 w 1723042"/>
              <a:gd name="csY5497" fmla="*/ 643287 h 825984"/>
              <a:gd name="csX5498" fmla="*/ 947423 w 1723042"/>
              <a:gd name="csY5498" fmla="*/ 643554 h 825984"/>
              <a:gd name="csX5499" fmla="*/ 947601 w 1723042"/>
              <a:gd name="csY5499" fmla="*/ 643830 h 825984"/>
              <a:gd name="csX5500" fmla="*/ 947770 w 1723042"/>
              <a:gd name="csY5500" fmla="*/ 644097 h 825984"/>
              <a:gd name="csX5501" fmla="*/ 947939 w 1723042"/>
              <a:gd name="csY5501" fmla="*/ 644364 h 825984"/>
              <a:gd name="csX5502" fmla="*/ 948117 w 1723042"/>
              <a:gd name="csY5502" fmla="*/ 644631 h 825984"/>
              <a:gd name="csX5503" fmla="*/ 948286 w 1723042"/>
              <a:gd name="csY5503" fmla="*/ 644897 h 825984"/>
              <a:gd name="csX5504" fmla="*/ 948455 w 1723042"/>
              <a:gd name="csY5504" fmla="*/ 645164 h 825984"/>
              <a:gd name="csX5505" fmla="*/ 948633 w 1723042"/>
              <a:gd name="csY5505" fmla="*/ 645431 h 825984"/>
              <a:gd name="csX5506" fmla="*/ 948802 w 1723042"/>
              <a:gd name="csY5506" fmla="*/ 645698 h 825984"/>
              <a:gd name="csX5507" fmla="*/ 948980 w 1723042"/>
              <a:gd name="csY5507" fmla="*/ 645965 h 825984"/>
              <a:gd name="csX5508" fmla="*/ 949149 w 1723042"/>
              <a:gd name="csY5508" fmla="*/ 646223 h 825984"/>
              <a:gd name="csX5509" fmla="*/ 949318 w 1723042"/>
              <a:gd name="csY5509" fmla="*/ 646490 h 825984"/>
              <a:gd name="csX5510" fmla="*/ 949496 w 1723042"/>
              <a:gd name="csY5510" fmla="*/ 646757 h 825984"/>
              <a:gd name="csX5511" fmla="*/ 949665 w 1723042"/>
              <a:gd name="csY5511" fmla="*/ 647015 h 825984"/>
              <a:gd name="csX5512" fmla="*/ 949834 w 1723042"/>
              <a:gd name="csY5512" fmla="*/ 647282 h 825984"/>
              <a:gd name="csX5513" fmla="*/ 950012 w 1723042"/>
              <a:gd name="csY5513" fmla="*/ 647540 h 825984"/>
              <a:gd name="csX5514" fmla="*/ 950181 w 1723042"/>
              <a:gd name="csY5514" fmla="*/ 647798 h 825984"/>
              <a:gd name="csX5515" fmla="*/ 950350 w 1723042"/>
              <a:gd name="csY5515" fmla="*/ 648056 h 825984"/>
              <a:gd name="csX5516" fmla="*/ 950528 w 1723042"/>
              <a:gd name="csY5516" fmla="*/ 648323 h 825984"/>
              <a:gd name="csX5517" fmla="*/ 950697 w 1723042"/>
              <a:gd name="csY5517" fmla="*/ 648581 h 825984"/>
              <a:gd name="csX5518" fmla="*/ 950875 w 1723042"/>
              <a:gd name="csY5518" fmla="*/ 648839 h 825984"/>
              <a:gd name="csX5519" fmla="*/ 951044 w 1723042"/>
              <a:gd name="csY5519" fmla="*/ 649097 h 825984"/>
              <a:gd name="csX5520" fmla="*/ 951213 w 1723042"/>
              <a:gd name="csY5520" fmla="*/ 649355 h 825984"/>
              <a:gd name="csX5521" fmla="*/ 951391 w 1723042"/>
              <a:gd name="csY5521" fmla="*/ 649613 h 825984"/>
              <a:gd name="csX5522" fmla="*/ 951560 w 1723042"/>
              <a:gd name="csY5522" fmla="*/ 649862 h 825984"/>
              <a:gd name="csX5523" fmla="*/ 951729 w 1723042"/>
              <a:gd name="csY5523" fmla="*/ 650120 h 825984"/>
              <a:gd name="csX5524" fmla="*/ 951907 w 1723042"/>
              <a:gd name="csY5524" fmla="*/ 650378 h 825984"/>
              <a:gd name="csX5525" fmla="*/ 952076 w 1723042"/>
              <a:gd name="csY5525" fmla="*/ 650627 h 825984"/>
              <a:gd name="csX5526" fmla="*/ 952254 w 1723042"/>
              <a:gd name="csY5526" fmla="*/ 650885 h 825984"/>
              <a:gd name="csX5527" fmla="*/ 952423 w 1723042"/>
              <a:gd name="csY5527" fmla="*/ 651134 h 825984"/>
              <a:gd name="csX5528" fmla="*/ 952592 w 1723042"/>
              <a:gd name="csY5528" fmla="*/ 651392 h 825984"/>
              <a:gd name="csX5529" fmla="*/ 952770 w 1723042"/>
              <a:gd name="csY5529" fmla="*/ 651641 h 825984"/>
              <a:gd name="csX5530" fmla="*/ 952939 w 1723042"/>
              <a:gd name="csY5530" fmla="*/ 651890 h 825984"/>
              <a:gd name="csX5531" fmla="*/ 953108 w 1723042"/>
              <a:gd name="csY5531" fmla="*/ 652139 h 825984"/>
              <a:gd name="csX5532" fmla="*/ 953286 w 1723042"/>
              <a:gd name="csY5532" fmla="*/ 652397 h 825984"/>
              <a:gd name="csX5533" fmla="*/ 953455 w 1723042"/>
              <a:gd name="csY5533" fmla="*/ 652646 h 825984"/>
              <a:gd name="csX5534" fmla="*/ 953624 w 1723042"/>
              <a:gd name="csY5534" fmla="*/ 652895 h 825984"/>
              <a:gd name="csX5535" fmla="*/ 953802 w 1723042"/>
              <a:gd name="csY5535" fmla="*/ 653144 h 825984"/>
              <a:gd name="csX5536" fmla="*/ 953971 w 1723042"/>
              <a:gd name="csY5536" fmla="*/ 653394 h 825984"/>
              <a:gd name="csX5537" fmla="*/ 954149 w 1723042"/>
              <a:gd name="csY5537" fmla="*/ 653634 h 825984"/>
              <a:gd name="csX5538" fmla="*/ 954318 w 1723042"/>
              <a:gd name="csY5538" fmla="*/ 653883 h 825984"/>
              <a:gd name="csX5539" fmla="*/ 954487 w 1723042"/>
              <a:gd name="csY5539" fmla="*/ 654132 h 825984"/>
              <a:gd name="csX5540" fmla="*/ 954665 w 1723042"/>
              <a:gd name="csY5540" fmla="*/ 654381 h 825984"/>
              <a:gd name="csX5541" fmla="*/ 954834 w 1723042"/>
              <a:gd name="csY5541" fmla="*/ 654621 h 825984"/>
              <a:gd name="csX5542" fmla="*/ 955003 w 1723042"/>
              <a:gd name="csY5542" fmla="*/ 654870 h 825984"/>
              <a:gd name="csX5543" fmla="*/ 955181 w 1723042"/>
              <a:gd name="csY5543" fmla="*/ 655111 h 825984"/>
              <a:gd name="csX5544" fmla="*/ 955350 w 1723042"/>
              <a:gd name="csY5544" fmla="*/ 655360 h 825984"/>
              <a:gd name="csX5545" fmla="*/ 955528 w 1723042"/>
              <a:gd name="csY5545" fmla="*/ 655600 h 825984"/>
              <a:gd name="csX5546" fmla="*/ 955697 w 1723042"/>
              <a:gd name="csY5546" fmla="*/ 655840 h 825984"/>
              <a:gd name="csX5547" fmla="*/ 955866 w 1723042"/>
              <a:gd name="csY5547" fmla="*/ 656089 h 825984"/>
              <a:gd name="csX5548" fmla="*/ 956044 w 1723042"/>
              <a:gd name="csY5548" fmla="*/ 656329 h 825984"/>
              <a:gd name="csX5549" fmla="*/ 956213 w 1723042"/>
              <a:gd name="csY5549" fmla="*/ 656570 h 825984"/>
              <a:gd name="csX5550" fmla="*/ 956382 w 1723042"/>
              <a:gd name="csY5550" fmla="*/ 656810 h 825984"/>
              <a:gd name="csX5551" fmla="*/ 956560 w 1723042"/>
              <a:gd name="csY5551" fmla="*/ 657050 h 825984"/>
              <a:gd name="csX5552" fmla="*/ 956729 w 1723042"/>
              <a:gd name="csY5552" fmla="*/ 657290 h 825984"/>
              <a:gd name="csX5553" fmla="*/ 956907 w 1723042"/>
              <a:gd name="csY5553" fmla="*/ 657530 h 825984"/>
              <a:gd name="csX5554" fmla="*/ 957076 w 1723042"/>
              <a:gd name="csY5554" fmla="*/ 657771 h 825984"/>
              <a:gd name="csX5555" fmla="*/ 957245 w 1723042"/>
              <a:gd name="csY5555" fmla="*/ 658002 h 825984"/>
              <a:gd name="csX5556" fmla="*/ 957423 w 1723042"/>
              <a:gd name="csY5556" fmla="*/ 658242 h 825984"/>
              <a:gd name="csX5557" fmla="*/ 957592 w 1723042"/>
              <a:gd name="csY5557" fmla="*/ 658482 h 825984"/>
              <a:gd name="csX5558" fmla="*/ 957761 w 1723042"/>
              <a:gd name="csY5558" fmla="*/ 658714 h 825984"/>
              <a:gd name="csX5559" fmla="*/ 957939 w 1723042"/>
              <a:gd name="csY5559" fmla="*/ 658954 h 825984"/>
              <a:gd name="csX5560" fmla="*/ 958108 w 1723042"/>
              <a:gd name="csY5560" fmla="*/ 659185 h 825984"/>
              <a:gd name="csX5561" fmla="*/ 958277 w 1723042"/>
              <a:gd name="csY5561" fmla="*/ 659425 h 825984"/>
              <a:gd name="csX5562" fmla="*/ 958455 w 1723042"/>
              <a:gd name="csY5562" fmla="*/ 659657 h 825984"/>
              <a:gd name="csX5563" fmla="*/ 958624 w 1723042"/>
              <a:gd name="csY5563" fmla="*/ 659888 h 825984"/>
              <a:gd name="csX5564" fmla="*/ 958802 w 1723042"/>
              <a:gd name="csY5564" fmla="*/ 660128 h 825984"/>
              <a:gd name="csX5565" fmla="*/ 958971 w 1723042"/>
              <a:gd name="csY5565" fmla="*/ 660360 h 825984"/>
              <a:gd name="csX5566" fmla="*/ 959140 w 1723042"/>
              <a:gd name="csY5566" fmla="*/ 660591 h 825984"/>
              <a:gd name="csX5567" fmla="*/ 959318 w 1723042"/>
              <a:gd name="csY5567" fmla="*/ 660822 h 825984"/>
              <a:gd name="csX5568" fmla="*/ 959487 w 1723042"/>
              <a:gd name="csY5568" fmla="*/ 661053 h 825984"/>
              <a:gd name="csX5569" fmla="*/ 959656 w 1723042"/>
              <a:gd name="csY5569" fmla="*/ 661285 h 825984"/>
              <a:gd name="csX5570" fmla="*/ 959834 w 1723042"/>
              <a:gd name="csY5570" fmla="*/ 661516 h 825984"/>
              <a:gd name="csX5571" fmla="*/ 960003 w 1723042"/>
              <a:gd name="csY5571" fmla="*/ 661747 h 825984"/>
              <a:gd name="csX5572" fmla="*/ 960181 w 1723042"/>
              <a:gd name="csY5572" fmla="*/ 661979 h 825984"/>
              <a:gd name="csX5573" fmla="*/ 960350 w 1723042"/>
              <a:gd name="csY5573" fmla="*/ 662201 h 825984"/>
              <a:gd name="csX5574" fmla="*/ 960519 w 1723042"/>
              <a:gd name="csY5574" fmla="*/ 662432 h 825984"/>
              <a:gd name="csX5575" fmla="*/ 960697 w 1723042"/>
              <a:gd name="csY5575" fmla="*/ 662664 h 825984"/>
              <a:gd name="csX5576" fmla="*/ 960866 w 1723042"/>
              <a:gd name="csY5576" fmla="*/ 662886 h 825984"/>
              <a:gd name="csX5577" fmla="*/ 961035 w 1723042"/>
              <a:gd name="csY5577" fmla="*/ 663117 h 825984"/>
              <a:gd name="csX5578" fmla="*/ 961212 w 1723042"/>
              <a:gd name="csY5578" fmla="*/ 663340 h 825984"/>
              <a:gd name="csX5579" fmla="*/ 961382 w 1723042"/>
              <a:gd name="csY5579" fmla="*/ 663571 h 825984"/>
              <a:gd name="csX5580" fmla="*/ 961551 w 1723042"/>
              <a:gd name="csY5580" fmla="*/ 663794 h 825984"/>
              <a:gd name="csX5581" fmla="*/ 961729 w 1723042"/>
              <a:gd name="csY5581" fmla="*/ 664016 h 825984"/>
              <a:gd name="csX5582" fmla="*/ 961898 w 1723042"/>
              <a:gd name="csY5582" fmla="*/ 664247 h 825984"/>
              <a:gd name="csX5583" fmla="*/ 962076 w 1723042"/>
              <a:gd name="csY5583" fmla="*/ 664470 h 825984"/>
              <a:gd name="csX5584" fmla="*/ 962244 w 1723042"/>
              <a:gd name="csY5584" fmla="*/ 664692 h 825984"/>
              <a:gd name="csX5585" fmla="*/ 962414 w 1723042"/>
              <a:gd name="csY5585" fmla="*/ 664914 h 825984"/>
              <a:gd name="csX5586" fmla="*/ 962591 w 1723042"/>
              <a:gd name="csY5586" fmla="*/ 665137 h 825984"/>
              <a:gd name="csX5587" fmla="*/ 962761 w 1723042"/>
              <a:gd name="csY5587" fmla="*/ 665359 h 825984"/>
              <a:gd name="csX5588" fmla="*/ 962930 w 1723042"/>
              <a:gd name="csY5588" fmla="*/ 665582 h 825984"/>
              <a:gd name="csX5589" fmla="*/ 963107 w 1723042"/>
              <a:gd name="csY5589" fmla="*/ 665804 h 825984"/>
              <a:gd name="csX5590" fmla="*/ 963277 w 1723042"/>
              <a:gd name="csY5590" fmla="*/ 666027 h 825984"/>
              <a:gd name="csX5591" fmla="*/ 963454 w 1723042"/>
              <a:gd name="csY5591" fmla="*/ 666249 h 825984"/>
              <a:gd name="csX5592" fmla="*/ 963623 w 1723042"/>
              <a:gd name="csY5592" fmla="*/ 666462 h 825984"/>
              <a:gd name="csX5593" fmla="*/ 963792 w 1723042"/>
              <a:gd name="csY5593" fmla="*/ 666685 h 825984"/>
              <a:gd name="csX5594" fmla="*/ 963970 w 1723042"/>
              <a:gd name="csY5594" fmla="*/ 666907 h 825984"/>
              <a:gd name="csX5595" fmla="*/ 964139 w 1723042"/>
              <a:gd name="csY5595" fmla="*/ 667121 h 825984"/>
              <a:gd name="csX5596" fmla="*/ 964309 w 1723042"/>
              <a:gd name="csY5596" fmla="*/ 667343 h 825984"/>
              <a:gd name="csX5597" fmla="*/ 964486 w 1723042"/>
              <a:gd name="csY5597" fmla="*/ 667557 h 825984"/>
              <a:gd name="csX5598" fmla="*/ 964655 w 1723042"/>
              <a:gd name="csY5598" fmla="*/ 667779 h 825984"/>
              <a:gd name="csX5599" fmla="*/ 964833 w 1723042"/>
              <a:gd name="csY5599" fmla="*/ 667993 h 825984"/>
              <a:gd name="csX5600" fmla="*/ 965002 w 1723042"/>
              <a:gd name="csY5600" fmla="*/ 668206 h 825984"/>
              <a:gd name="csX5601" fmla="*/ 965171 w 1723042"/>
              <a:gd name="csY5601" fmla="*/ 668429 h 825984"/>
              <a:gd name="csX5602" fmla="*/ 965349 w 1723042"/>
              <a:gd name="csY5602" fmla="*/ 668642 h 825984"/>
              <a:gd name="csX5603" fmla="*/ 965518 w 1723042"/>
              <a:gd name="csY5603" fmla="*/ 668856 h 825984"/>
              <a:gd name="csX5604" fmla="*/ 965687 w 1723042"/>
              <a:gd name="csY5604" fmla="*/ 669069 h 825984"/>
              <a:gd name="csX5605" fmla="*/ 965865 w 1723042"/>
              <a:gd name="csY5605" fmla="*/ 669283 h 825984"/>
              <a:gd name="csX5606" fmla="*/ 966034 w 1723042"/>
              <a:gd name="csY5606" fmla="*/ 669496 h 825984"/>
              <a:gd name="csX5607" fmla="*/ 966203 w 1723042"/>
              <a:gd name="csY5607" fmla="*/ 669710 h 825984"/>
              <a:gd name="csX5608" fmla="*/ 966381 w 1723042"/>
              <a:gd name="csY5608" fmla="*/ 669923 h 825984"/>
              <a:gd name="csX5609" fmla="*/ 966550 w 1723042"/>
              <a:gd name="csY5609" fmla="*/ 670137 h 825984"/>
              <a:gd name="csX5610" fmla="*/ 966728 w 1723042"/>
              <a:gd name="csY5610" fmla="*/ 670350 h 825984"/>
              <a:gd name="csX5611" fmla="*/ 966897 w 1723042"/>
              <a:gd name="csY5611" fmla="*/ 670564 h 825984"/>
              <a:gd name="csX5612" fmla="*/ 967066 w 1723042"/>
              <a:gd name="csY5612" fmla="*/ 670768 h 825984"/>
              <a:gd name="csX5613" fmla="*/ 967244 w 1723042"/>
              <a:gd name="csY5613" fmla="*/ 670982 h 825984"/>
              <a:gd name="csX5614" fmla="*/ 967413 w 1723042"/>
              <a:gd name="csY5614" fmla="*/ 671195 h 825984"/>
              <a:gd name="csX5615" fmla="*/ 967582 w 1723042"/>
              <a:gd name="csY5615" fmla="*/ 671400 h 825984"/>
              <a:gd name="csX5616" fmla="*/ 967760 w 1723042"/>
              <a:gd name="csY5616" fmla="*/ 671614 h 825984"/>
              <a:gd name="csX5617" fmla="*/ 967929 w 1723042"/>
              <a:gd name="csY5617" fmla="*/ 671818 h 825984"/>
              <a:gd name="csX5618" fmla="*/ 968107 w 1723042"/>
              <a:gd name="csY5618" fmla="*/ 672032 h 825984"/>
              <a:gd name="csX5619" fmla="*/ 968276 w 1723042"/>
              <a:gd name="csY5619" fmla="*/ 672236 h 825984"/>
              <a:gd name="csX5620" fmla="*/ 968445 w 1723042"/>
              <a:gd name="csY5620" fmla="*/ 672441 h 825984"/>
              <a:gd name="csX5621" fmla="*/ 968623 w 1723042"/>
              <a:gd name="csY5621" fmla="*/ 672654 h 825984"/>
              <a:gd name="csX5622" fmla="*/ 968792 w 1723042"/>
              <a:gd name="csY5622" fmla="*/ 672859 h 825984"/>
              <a:gd name="csX5623" fmla="*/ 968961 w 1723042"/>
              <a:gd name="csY5623" fmla="*/ 673064 h 825984"/>
              <a:gd name="csX5624" fmla="*/ 969139 w 1723042"/>
              <a:gd name="csY5624" fmla="*/ 673268 h 825984"/>
              <a:gd name="csX5625" fmla="*/ 969308 w 1723042"/>
              <a:gd name="csY5625" fmla="*/ 673473 h 825984"/>
              <a:gd name="csX5626" fmla="*/ 969486 w 1723042"/>
              <a:gd name="csY5626" fmla="*/ 673677 h 825984"/>
              <a:gd name="csX5627" fmla="*/ 969655 w 1723042"/>
              <a:gd name="csY5627" fmla="*/ 673882 h 825984"/>
              <a:gd name="csX5628" fmla="*/ 969824 w 1723042"/>
              <a:gd name="csY5628" fmla="*/ 674087 h 825984"/>
              <a:gd name="csX5629" fmla="*/ 970002 w 1723042"/>
              <a:gd name="csY5629" fmla="*/ 674291 h 825984"/>
              <a:gd name="csX5630" fmla="*/ 970171 w 1723042"/>
              <a:gd name="csY5630" fmla="*/ 674496 h 825984"/>
              <a:gd name="csX5631" fmla="*/ 970340 w 1723042"/>
              <a:gd name="csY5631" fmla="*/ 674701 h 825984"/>
              <a:gd name="csX5632" fmla="*/ 970518 w 1723042"/>
              <a:gd name="csY5632" fmla="*/ 674896 h 825984"/>
              <a:gd name="csX5633" fmla="*/ 970687 w 1723042"/>
              <a:gd name="csY5633" fmla="*/ 675101 h 825984"/>
              <a:gd name="csX5634" fmla="*/ 970856 w 1723042"/>
              <a:gd name="csY5634" fmla="*/ 675305 h 825984"/>
              <a:gd name="csX5635" fmla="*/ 971034 w 1723042"/>
              <a:gd name="csY5635" fmla="*/ 675501 h 825984"/>
              <a:gd name="csX5636" fmla="*/ 971203 w 1723042"/>
              <a:gd name="csY5636" fmla="*/ 675706 h 825984"/>
              <a:gd name="csX5637" fmla="*/ 971381 w 1723042"/>
              <a:gd name="csY5637" fmla="*/ 675910 h 825984"/>
              <a:gd name="csX5638" fmla="*/ 971550 w 1723042"/>
              <a:gd name="csY5638" fmla="*/ 676106 h 825984"/>
              <a:gd name="csX5639" fmla="*/ 971719 w 1723042"/>
              <a:gd name="csY5639" fmla="*/ 676302 h 825984"/>
              <a:gd name="csX5640" fmla="*/ 971897 w 1723042"/>
              <a:gd name="csY5640" fmla="*/ 676507 h 825984"/>
              <a:gd name="csX5641" fmla="*/ 972066 w 1723042"/>
              <a:gd name="csY5641" fmla="*/ 676702 h 825984"/>
              <a:gd name="csX5642" fmla="*/ 972235 w 1723042"/>
              <a:gd name="csY5642" fmla="*/ 676907 h 825984"/>
              <a:gd name="csX5643" fmla="*/ 972413 w 1723042"/>
              <a:gd name="csY5643" fmla="*/ 677103 h 825984"/>
              <a:gd name="csX5644" fmla="*/ 972582 w 1723042"/>
              <a:gd name="csY5644" fmla="*/ 677298 h 825984"/>
              <a:gd name="csX5645" fmla="*/ 972760 w 1723042"/>
              <a:gd name="csY5645" fmla="*/ 677494 h 825984"/>
              <a:gd name="csX5646" fmla="*/ 972929 w 1723042"/>
              <a:gd name="csY5646" fmla="*/ 677690 h 825984"/>
              <a:gd name="csX5647" fmla="*/ 973098 w 1723042"/>
              <a:gd name="csY5647" fmla="*/ 677885 h 825984"/>
              <a:gd name="csX5648" fmla="*/ 973276 w 1723042"/>
              <a:gd name="csY5648" fmla="*/ 678081 h 825984"/>
              <a:gd name="csX5649" fmla="*/ 973445 w 1723042"/>
              <a:gd name="csY5649" fmla="*/ 678277 h 825984"/>
              <a:gd name="csX5650" fmla="*/ 973614 w 1723042"/>
              <a:gd name="csY5650" fmla="*/ 678473 h 825984"/>
              <a:gd name="csX5651" fmla="*/ 973792 w 1723042"/>
              <a:gd name="csY5651" fmla="*/ 678668 h 825984"/>
              <a:gd name="csX5652" fmla="*/ 973961 w 1723042"/>
              <a:gd name="csY5652" fmla="*/ 678864 h 825984"/>
              <a:gd name="csX5653" fmla="*/ 974130 w 1723042"/>
              <a:gd name="csY5653" fmla="*/ 679060 h 825984"/>
              <a:gd name="csX5654" fmla="*/ 974308 w 1723042"/>
              <a:gd name="csY5654" fmla="*/ 679256 h 825984"/>
              <a:gd name="csX5655" fmla="*/ 974477 w 1723042"/>
              <a:gd name="csY5655" fmla="*/ 679442 h 825984"/>
              <a:gd name="csX5656" fmla="*/ 974655 w 1723042"/>
              <a:gd name="csY5656" fmla="*/ 679638 h 825984"/>
              <a:gd name="csX5657" fmla="*/ 974824 w 1723042"/>
              <a:gd name="csY5657" fmla="*/ 679834 h 825984"/>
              <a:gd name="csX5658" fmla="*/ 974993 w 1723042"/>
              <a:gd name="csY5658" fmla="*/ 680021 h 825984"/>
              <a:gd name="csX5659" fmla="*/ 975171 w 1723042"/>
              <a:gd name="csY5659" fmla="*/ 680216 h 825984"/>
              <a:gd name="csX5660" fmla="*/ 975340 w 1723042"/>
              <a:gd name="csY5660" fmla="*/ 680403 h 825984"/>
              <a:gd name="csX5661" fmla="*/ 975509 w 1723042"/>
              <a:gd name="csY5661" fmla="*/ 680599 h 825984"/>
              <a:gd name="csX5662" fmla="*/ 975687 w 1723042"/>
              <a:gd name="csY5662" fmla="*/ 680786 h 825984"/>
              <a:gd name="csX5663" fmla="*/ 975856 w 1723042"/>
              <a:gd name="csY5663" fmla="*/ 680981 h 825984"/>
              <a:gd name="csX5664" fmla="*/ 976034 w 1723042"/>
              <a:gd name="csY5664" fmla="*/ 681168 h 825984"/>
              <a:gd name="csX5665" fmla="*/ 976203 w 1723042"/>
              <a:gd name="csY5665" fmla="*/ 681355 h 825984"/>
              <a:gd name="csX5666" fmla="*/ 976372 w 1723042"/>
              <a:gd name="csY5666" fmla="*/ 681542 h 825984"/>
              <a:gd name="csX5667" fmla="*/ 976550 w 1723042"/>
              <a:gd name="csY5667" fmla="*/ 681738 h 825984"/>
              <a:gd name="csX5668" fmla="*/ 976719 w 1723042"/>
              <a:gd name="csY5668" fmla="*/ 681924 h 825984"/>
              <a:gd name="csX5669" fmla="*/ 976888 w 1723042"/>
              <a:gd name="csY5669" fmla="*/ 682111 h 825984"/>
              <a:gd name="csX5670" fmla="*/ 977066 w 1723042"/>
              <a:gd name="csY5670" fmla="*/ 682298 h 825984"/>
              <a:gd name="csX5671" fmla="*/ 977235 w 1723042"/>
              <a:gd name="csY5671" fmla="*/ 682485 h 825984"/>
              <a:gd name="csX5672" fmla="*/ 977413 w 1723042"/>
              <a:gd name="csY5672" fmla="*/ 682672 h 825984"/>
              <a:gd name="csX5673" fmla="*/ 977582 w 1723042"/>
              <a:gd name="csY5673" fmla="*/ 682859 h 825984"/>
              <a:gd name="csX5674" fmla="*/ 977751 w 1723042"/>
              <a:gd name="csY5674" fmla="*/ 683045 h 825984"/>
              <a:gd name="csX5675" fmla="*/ 977929 w 1723042"/>
              <a:gd name="csY5675" fmla="*/ 683232 h 825984"/>
              <a:gd name="csX5676" fmla="*/ 978098 w 1723042"/>
              <a:gd name="csY5676" fmla="*/ 683419 h 825984"/>
              <a:gd name="csX5677" fmla="*/ 978267 w 1723042"/>
              <a:gd name="csY5677" fmla="*/ 683597 h 825984"/>
              <a:gd name="csX5678" fmla="*/ 978445 w 1723042"/>
              <a:gd name="csY5678" fmla="*/ 683784 h 825984"/>
              <a:gd name="csX5679" fmla="*/ 978614 w 1723042"/>
              <a:gd name="csY5679" fmla="*/ 683971 h 825984"/>
              <a:gd name="csX5680" fmla="*/ 978783 w 1723042"/>
              <a:gd name="csY5680" fmla="*/ 684149 h 825984"/>
              <a:gd name="csX5681" fmla="*/ 978961 w 1723042"/>
              <a:gd name="csY5681" fmla="*/ 684335 h 825984"/>
              <a:gd name="csX5682" fmla="*/ 979130 w 1723042"/>
              <a:gd name="csY5682" fmla="*/ 684522 h 825984"/>
              <a:gd name="csX5683" fmla="*/ 979308 w 1723042"/>
              <a:gd name="csY5683" fmla="*/ 684700 h 825984"/>
              <a:gd name="csX5684" fmla="*/ 979477 w 1723042"/>
              <a:gd name="csY5684" fmla="*/ 684887 h 825984"/>
              <a:gd name="csX5685" fmla="*/ 979646 w 1723042"/>
              <a:gd name="csY5685" fmla="*/ 685065 h 825984"/>
              <a:gd name="csX5686" fmla="*/ 979824 w 1723042"/>
              <a:gd name="csY5686" fmla="*/ 685252 h 825984"/>
              <a:gd name="csX5687" fmla="*/ 979993 w 1723042"/>
              <a:gd name="csY5687" fmla="*/ 685430 h 825984"/>
              <a:gd name="csX5688" fmla="*/ 980162 w 1723042"/>
              <a:gd name="csY5688" fmla="*/ 685608 h 825984"/>
              <a:gd name="csX5689" fmla="*/ 980340 w 1723042"/>
              <a:gd name="csY5689" fmla="*/ 685794 h 825984"/>
              <a:gd name="csX5690" fmla="*/ 980509 w 1723042"/>
              <a:gd name="csY5690" fmla="*/ 685972 h 825984"/>
              <a:gd name="csX5691" fmla="*/ 980687 w 1723042"/>
              <a:gd name="csY5691" fmla="*/ 686150 h 825984"/>
              <a:gd name="csX5692" fmla="*/ 980856 w 1723042"/>
              <a:gd name="csY5692" fmla="*/ 686328 h 825984"/>
              <a:gd name="csX5693" fmla="*/ 981025 w 1723042"/>
              <a:gd name="csY5693" fmla="*/ 686506 h 825984"/>
              <a:gd name="csX5694" fmla="*/ 981203 w 1723042"/>
              <a:gd name="csY5694" fmla="*/ 686684 h 825984"/>
              <a:gd name="csX5695" fmla="*/ 981372 w 1723042"/>
              <a:gd name="csY5695" fmla="*/ 686871 h 825984"/>
              <a:gd name="csX5696" fmla="*/ 981541 w 1723042"/>
              <a:gd name="csY5696" fmla="*/ 687049 h 825984"/>
              <a:gd name="csX5697" fmla="*/ 981719 w 1723042"/>
              <a:gd name="csY5697" fmla="*/ 687227 h 825984"/>
              <a:gd name="csX5698" fmla="*/ 981888 w 1723042"/>
              <a:gd name="csY5698" fmla="*/ 687396 h 825984"/>
              <a:gd name="csX5699" fmla="*/ 982057 w 1723042"/>
              <a:gd name="csY5699" fmla="*/ 687574 h 825984"/>
              <a:gd name="csX5700" fmla="*/ 982235 w 1723042"/>
              <a:gd name="csY5700" fmla="*/ 687752 h 825984"/>
              <a:gd name="csX5701" fmla="*/ 982404 w 1723042"/>
              <a:gd name="csY5701" fmla="*/ 687930 h 825984"/>
              <a:gd name="csX5702" fmla="*/ 982582 w 1723042"/>
              <a:gd name="csY5702" fmla="*/ 688107 h 825984"/>
              <a:gd name="csX5703" fmla="*/ 982751 w 1723042"/>
              <a:gd name="csY5703" fmla="*/ 688285 h 825984"/>
              <a:gd name="csX5704" fmla="*/ 982920 w 1723042"/>
              <a:gd name="csY5704" fmla="*/ 688454 h 825984"/>
              <a:gd name="csX5705" fmla="*/ 983098 w 1723042"/>
              <a:gd name="csY5705" fmla="*/ 688632 h 825984"/>
              <a:gd name="csX5706" fmla="*/ 983267 w 1723042"/>
              <a:gd name="csY5706" fmla="*/ 688810 h 825984"/>
              <a:gd name="csX5707" fmla="*/ 983436 w 1723042"/>
              <a:gd name="csY5707" fmla="*/ 688979 h 825984"/>
              <a:gd name="csX5708" fmla="*/ 983614 w 1723042"/>
              <a:gd name="csY5708" fmla="*/ 689157 h 825984"/>
              <a:gd name="csX5709" fmla="*/ 983783 w 1723042"/>
              <a:gd name="csY5709" fmla="*/ 689326 h 825984"/>
              <a:gd name="csX5710" fmla="*/ 983961 w 1723042"/>
              <a:gd name="csY5710" fmla="*/ 689504 h 825984"/>
              <a:gd name="csX5711" fmla="*/ 984130 w 1723042"/>
              <a:gd name="csY5711" fmla="*/ 689673 h 825984"/>
              <a:gd name="csX5712" fmla="*/ 984299 w 1723042"/>
              <a:gd name="csY5712" fmla="*/ 689851 h 825984"/>
              <a:gd name="csX5713" fmla="*/ 984477 w 1723042"/>
              <a:gd name="csY5713" fmla="*/ 690020 h 825984"/>
              <a:gd name="csX5714" fmla="*/ 984646 w 1723042"/>
              <a:gd name="csY5714" fmla="*/ 690189 h 825984"/>
              <a:gd name="csX5715" fmla="*/ 984815 w 1723042"/>
              <a:gd name="csY5715" fmla="*/ 690367 h 825984"/>
              <a:gd name="csX5716" fmla="*/ 984993 w 1723042"/>
              <a:gd name="csY5716" fmla="*/ 690536 h 825984"/>
              <a:gd name="csX5717" fmla="*/ 985162 w 1723042"/>
              <a:gd name="csY5717" fmla="*/ 690705 h 825984"/>
              <a:gd name="csX5718" fmla="*/ 985340 w 1723042"/>
              <a:gd name="csY5718" fmla="*/ 690874 h 825984"/>
              <a:gd name="csX5719" fmla="*/ 985509 w 1723042"/>
              <a:gd name="csY5719" fmla="*/ 691043 h 825984"/>
              <a:gd name="csX5720" fmla="*/ 985678 w 1723042"/>
              <a:gd name="csY5720" fmla="*/ 691221 h 825984"/>
              <a:gd name="csX5721" fmla="*/ 985856 w 1723042"/>
              <a:gd name="csY5721" fmla="*/ 691390 h 825984"/>
              <a:gd name="csX5722" fmla="*/ 986025 w 1723042"/>
              <a:gd name="csY5722" fmla="*/ 691559 h 825984"/>
              <a:gd name="csX5723" fmla="*/ 986194 w 1723042"/>
              <a:gd name="csY5723" fmla="*/ 691728 h 825984"/>
              <a:gd name="csX5724" fmla="*/ 986372 w 1723042"/>
              <a:gd name="csY5724" fmla="*/ 691897 h 825984"/>
              <a:gd name="csX5725" fmla="*/ 986541 w 1723042"/>
              <a:gd name="csY5725" fmla="*/ 692066 h 825984"/>
              <a:gd name="csX5726" fmla="*/ 986710 w 1723042"/>
              <a:gd name="csY5726" fmla="*/ 692227 h 825984"/>
              <a:gd name="csX5727" fmla="*/ 986888 w 1723042"/>
              <a:gd name="csY5727" fmla="*/ 692396 h 825984"/>
              <a:gd name="csX5728" fmla="*/ 987057 w 1723042"/>
              <a:gd name="csY5728" fmla="*/ 692565 h 825984"/>
              <a:gd name="csX5729" fmla="*/ 987235 w 1723042"/>
              <a:gd name="csY5729" fmla="*/ 692734 h 825984"/>
              <a:gd name="csX5730" fmla="*/ 987404 w 1723042"/>
              <a:gd name="csY5730" fmla="*/ 692903 h 825984"/>
              <a:gd name="csX5731" fmla="*/ 987573 w 1723042"/>
              <a:gd name="csY5731" fmla="*/ 693063 h 825984"/>
              <a:gd name="csX5732" fmla="*/ 987751 w 1723042"/>
              <a:gd name="csY5732" fmla="*/ 693232 h 825984"/>
              <a:gd name="csX5733" fmla="*/ 987920 w 1723042"/>
              <a:gd name="csY5733" fmla="*/ 693401 h 825984"/>
              <a:gd name="csX5734" fmla="*/ 988089 w 1723042"/>
              <a:gd name="csY5734" fmla="*/ 693561 h 825984"/>
              <a:gd name="csX5735" fmla="*/ 988267 w 1723042"/>
              <a:gd name="csY5735" fmla="*/ 693730 h 825984"/>
              <a:gd name="csX5736" fmla="*/ 988436 w 1723042"/>
              <a:gd name="csY5736" fmla="*/ 693890 h 825984"/>
              <a:gd name="csX5737" fmla="*/ 988614 w 1723042"/>
              <a:gd name="csY5737" fmla="*/ 694059 h 825984"/>
              <a:gd name="csX5738" fmla="*/ 988783 w 1723042"/>
              <a:gd name="csY5738" fmla="*/ 694219 h 825984"/>
              <a:gd name="csX5739" fmla="*/ 988952 w 1723042"/>
              <a:gd name="csY5739" fmla="*/ 694388 h 825984"/>
              <a:gd name="csX5740" fmla="*/ 989130 w 1723042"/>
              <a:gd name="csY5740" fmla="*/ 694548 h 825984"/>
              <a:gd name="csX5741" fmla="*/ 989299 w 1723042"/>
              <a:gd name="csY5741" fmla="*/ 694718 h 825984"/>
              <a:gd name="csX5742" fmla="*/ 989468 w 1723042"/>
              <a:gd name="csY5742" fmla="*/ 694878 h 825984"/>
              <a:gd name="csX5743" fmla="*/ 989646 w 1723042"/>
              <a:gd name="csY5743" fmla="*/ 695038 h 825984"/>
              <a:gd name="csX5744" fmla="*/ 989815 w 1723042"/>
              <a:gd name="csY5744" fmla="*/ 695198 h 825984"/>
              <a:gd name="csX5745" fmla="*/ 989984 w 1723042"/>
              <a:gd name="csY5745" fmla="*/ 695367 h 825984"/>
              <a:gd name="csX5746" fmla="*/ 990162 w 1723042"/>
              <a:gd name="csY5746" fmla="*/ 695527 h 825984"/>
              <a:gd name="csX5747" fmla="*/ 990331 w 1723042"/>
              <a:gd name="csY5747" fmla="*/ 695687 h 825984"/>
              <a:gd name="csX5748" fmla="*/ 990509 w 1723042"/>
              <a:gd name="csY5748" fmla="*/ 695847 h 825984"/>
              <a:gd name="csX5749" fmla="*/ 990678 w 1723042"/>
              <a:gd name="csY5749" fmla="*/ 696008 h 825984"/>
              <a:gd name="csX5750" fmla="*/ 990847 w 1723042"/>
              <a:gd name="csY5750" fmla="*/ 696168 h 825984"/>
              <a:gd name="csX5751" fmla="*/ 991024 w 1723042"/>
              <a:gd name="csY5751" fmla="*/ 696328 h 825984"/>
              <a:gd name="csX5752" fmla="*/ 991194 w 1723042"/>
              <a:gd name="csY5752" fmla="*/ 696488 h 825984"/>
              <a:gd name="csX5753" fmla="*/ 991363 w 1723042"/>
              <a:gd name="csY5753" fmla="*/ 696648 h 825984"/>
              <a:gd name="csX5754" fmla="*/ 991541 w 1723042"/>
              <a:gd name="csY5754" fmla="*/ 696808 h 825984"/>
              <a:gd name="csX5755" fmla="*/ 991710 w 1723042"/>
              <a:gd name="csY5755" fmla="*/ 696968 h 825984"/>
              <a:gd name="csX5756" fmla="*/ 991888 w 1723042"/>
              <a:gd name="csY5756" fmla="*/ 697128 h 825984"/>
              <a:gd name="csX5757" fmla="*/ 992057 w 1723042"/>
              <a:gd name="csY5757" fmla="*/ 697289 h 825984"/>
              <a:gd name="csX5758" fmla="*/ 992226 w 1723042"/>
              <a:gd name="csY5758" fmla="*/ 697440 h 825984"/>
              <a:gd name="csX5759" fmla="*/ 992403 w 1723042"/>
              <a:gd name="csY5759" fmla="*/ 697600 h 825984"/>
              <a:gd name="csX5760" fmla="*/ 992572 w 1723042"/>
              <a:gd name="csY5760" fmla="*/ 697760 h 825984"/>
              <a:gd name="csX5761" fmla="*/ 992742 w 1723042"/>
              <a:gd name="csY5761" fmla="*/ 697920 h 825984"/>
              <a:gd name="csX5762" fmla="*/ 992919 w 1723042"/>
              <a:gd name="csY5762" fmla="*/ 698072 h 825984"/>
              <a:gd name="csX5763" fmla="*/ 993089 w 1723042"/>
              <a:gd name="csY5763" fmla="*/ 698232 h 825984"/>
              <a:gd name="csX5764" fmla="*/ 993266 w 1723042"/>
              <a:gd name="csY5764" fmla="*/ 698383 h 825984"/>
              <a:gd name="csX5765" fmla="*/ 993435 w 1723042"/>
              <a:gd name="csY5765" fmla="*/ 698543 h 825984"/>
              <a:gd name="csX5766" fmla="*/ 993604 w 1723042"/>
              <a:gd name="csY5766" fmla="*/ 698694 h 825984"/>
              <a:gd name="csX5767" fmla="*/ 993782 w 1723042"/>
              <a:gd name="csY5767" fmla="*/ 698854 h 825984"/>
              <a:gd name="csX5768" fmla="*/ 993951 w 1723042"/>
              <a:gd name="csY5768" fmla="*/ 699006 h 825984"/>
              <a:gd name="csX5769" fmla="*/ 994121 w 1723042"/>
              <a:gd name="csY5769" fmla="*/ 699166 h 825984"/>
              <a:gd name="csX5770" fmla="*/ 994298 w 1723042"/>
              <a:gd name="csY5770" fmla="*/ 699317 h 825984"/>
              <a:gd name="csX5771" fmla="*/ 994467 w 1723042"/>
              <a:gd name="csY5771" fmla="*/ 699477 h 825984"/>
              <a:gd name="csX5772" fmla="*/ 994636 w 1723042"/>
              <a:gd name="csY5772" fmla="*/ 699628 h 825984"/>
              <a:gd name="csX5773" fmla="*/ 994814 w 1723042"/>
              <a:gd name="csY5773" fmla="*/ 699780 h 825984"/>
              <a:gd name="csX5774" fmla="*/ 994983 w 1723042"/>
              <a:gd name="csY5774" fmla="*/ 699931 h 825984"/>
              <a:gd name="csX5775" fmla="*/ 995161 w 1723042"/>
              <a:gd name="csY5775" fmla="*/ 700091 h 825984"/>
              <a:gd name="csX5776" fmla="*/ 995330 w 1723042"/>
              <a:gd name="csY5776" fmla="*/ 700242 h 825984"/>
              <a:gd name="csX5777" fmla="*/ 995499 w 1723042"/>
              <a:gd name="csY5777" fmla="*/ 700394 h 825984"/>
              <a:gd name="csX5778" fmla="*/ 995677 w 1723042"/>
              <a:gd name="csY5778" fmla="*/ 700545 h 825984"/>
              <a:gd name="csX5779" fmla="*/ 995846 w 1723042"/>
              <a:gd name="csY5779" fmla="*/ 700696 h 825984"/>
              <a:gd name="csX5780" fmla="*/ 996015 w 1723042"/>
              <a:gd name="csY5780" fmla="*/ 700847 h 825984"/>
              <a:gd name="csX5781" fmla="*/ 996193 w 1723042"/>
              <a:gd name="csY5781" fmla="*/ 700998 h 825984"/>
              <a:gd name="csX5782" fmla="*/ 996362 w 1723042"/>
              <a:gd name="csY5782" fmla="*/ 701150 h 825984"/>
              <a:gd name="csX5783" fmla="*/ 996540 w 1723042"/>
              <a:gd name="csY5783" fmla="*/ 701301 h 825984"/>
              <a:gd name="csX5784" fmla="*/ 996709 w 1723042"/>
              <a:gd name="csY5784" fmla="*/ 701452 h 825984"/>
              <a:gd name="csX5785" fmla="*/ 996878 w 1723042"/>
              <a:gd name="csY5785" fmla="*/ 701603 h 825984"/>
              <a:gd name="csX5786" fmla="*/ 997056 w 1723042"/>
              <a:gd name="csY5786" fmla="*/ 701755 h 825984"/>
              <a:gd name="csX5787" fmla="*/ 997225 w 1723042"/>
              <a:gd name="csY5787" fmla="*/ 701906 h 825984"/>
              <a:gd name="csX5788" fmla="*/ 997394 w 1723042"/>
              <a:gd name="csY5788" fmla="*/ 702057 h 825984"/>
              <a:gd name="csX5789" fmla="*/ 997572 w 1723042"/>
              <a:gd name="csY5789" fmla="*/ 702208 h 825984"/>
              <a:gd name="csX5790" fmla="*/ 997741 w 1723042"/>
              <a:gd name="csY5790" fmla="*/ 702351 h 825984"/>
              <a:gd name="csX5791" fmla="*/ 997919 w 1723042"/>
              <a:gd name="csY5791" fmla="*/ 702502 h 825984"/>
              <a:gd name="csX5792" fmla="*/ 998088 w 1723042"/>
              <a:gd name="csY5792" fmla="*/ 702653 h 825984"/>
              <a:gd name="csX5793" fmla="*/ 998257 w 1723042"/>
              <a:gd name="csY5793" fmla="*/ 702796 h 825984"/>
              <a:gd name="csX5794" fmla="*/ 998435 w 1723042"/>
              <a:gd name="csY5794" fmla="*/ 702947 h 825984"/>
              <a:gd name="csX5795" fmla="*/ 998604 w 1723042"/>
              <a:gd name="csY5795" fmla="*/ 703098 h 825984"/>
              <a:gd name="csX5796" fmla="*/ 998773 w 1723042"/>
              <a:gd name="csY5796" fmla="*/ 703240 h 825984"/>
              <a:gd name="csX5797" fmla="*/ 998951 w 1723042"/>
              <a:gd name="csY5797" fmla="*/ 703392 h 825984"/>
              <a:gd name="csX5798" fmla="*/ 999120 w 1723042"/>
              <a:gd name="csY5798" fmla="*/ 703534 h 825984"/>
              <a:gd name="csX5799" fmla="*/ 999289 w 1723042"/>
              <a:gd name="csY5799" fmla="*/ 703685 h 825984"/>
              <a:gd name="csX5800" fmla="*/ 999467 w 1723042"/>
              <a:gd name="csY5800" fmla="*/ 703828 h 825984"/>
              <a:gd name="csX5801" fmla="*/ 999636 w 1723042"/>
              <a:gd name="csY5801" fmla="*/ 703979 h 825984"/>
              <a:gd name="csX5802" fmla="*/ 999814 w 1723042"/>
              <a:gd name="csY5802" fmla="*/ 704121 h 825984"/>
              <a:gd name="csX5803" fmla="*/ 999983 w 1723042"/>
              <a:gd name="csY5803" fmla="*/ 704263 h 825984"/>
              <a:gd name="csX5804" fmla="*/ 1000152 w 1723042"/>
              <a:gd name="csY5804" fmla="*/ 704415 h 825984"/>
              <a:gd name="csX5805" fmla="*/ 1000330 w 1723042"/>
              <a:gd name="csY5805" fmla="*/ 704557 h 825984"/>
              <a:gd name="csX5806" fmla="*/ 1000499 w 1723042"/>
              <a:gd name="csY5806" fmla="*/ 704699 h 825984"/>
              <a:gd name="csX5807" fmla="*/ 1000668 w 1723042"/>
              <a:gd name="csY5807" fmla="*/ 704842 h 825984"/>
              <a:gd name="csX5808" fmla="*/ 1000846 w 1723042"/>
              <a:gd name="csY5808" fmla="*/ 704993 h 825984"/>
              <a:gd name="csX5809" fmla="*/ 1001015 w 1723042"/>
              <a:gd name="csY5809" fmla="*/ 705135 h 825984"/>
              <a:gd name="csX5810" fmla="*/ 1001193 w 1723042"/>
              <a:gd name="csY5810" fmla="*/ 705278 h 825984"/>
              <a:gd name="csX5811" fmla="*/ 1001362 w 1723042"/>
              <a:gd name="csY5811" fmla="*/ 705420 h 825984"/>
              <a:gd name="csX5812" fmla="*/ 1001531 w 1723042"/>
              <a:gd name="csY5812" fmla="*/ 705562 h 825984"/>
              <a:gd name="csX5813" fmla="*/ 1001709 w 1723042"/>
              <a:gd name="csY5813" fmla="*/ 705705 h 825984"/>
              <a:gd name="csX5814" fmla="*/ 1001878 w 1723042"/>
              <a:gd name="csY5814" fmla="*/ 705847 h 825984"/>
              <a:gd name="csX5815" fmla="*/ 1002047 w 1723042"/>
              <a:gd name="csY5815" fmla="*/ 705989 h 825984"/>
              <a:gd name="csX5816" fmla="*/ 1002225 w 1723042"/>
              <a:gd name="csY5816" fmla="*/ 706132 h 825984"/>
              <a:gd name="csX5817" fmla="*/ 1002394 w 1723042"/>
              <a:gd name="csY5817" fmla="*/ 706274 h 825984"/>
              <a:gd name="csX5818" fmla="*/ 1002563 w 1723042"/>
              <a:gd name="csY5818" fmla="*/ 706416 h 825984"/>
              <a:gd name="csX5819" fmla="*/ 1002741 w 1723042"/>
              <a:gd name="csY5819" fmla="*/ 706559 h 825984"/>
              <a:gd name="csX5820" fmla="*/ 1002910 w 1723042"/>
              <a:gd name="csY5820" fmla="*/ 706701 h 825984"/>
              <a:gd name="csX5821" fmla="*/ 1003088 w 1723042"/>
              <a:gd name="csY5821" fmla="*/ 706843 h 825984"/>
              <a:gd name="csX5822" fmla="*/ 1003257 w 1723042"/>
              <a:gd name="csY5822" fmla="*/ 706986 h 825984"/>
              <a:gd name="csX5823" fmla="*/ 1003426 w 1723042"/>
              <a:gd name="csY5823" fmla="*/ 707119 h 825984"/>
              <a:gd name="csX5824" fmla="*/ 1003604 w 1723042"/>
              <a:gd name="csY5824" fmla="*/ 707262 h 825984"/>
              <a:gd name="csX5825" fmla="*/ 1003773 w 1723042"/>
              <a:gd name="csY5825" fmla="*/ 707404 h 825984"/>
              <a:gd name="csX5826" fmla="*/ 1003942 w 1723042"/>
              <a:gd name="csY5826" fmla="*/ 707546 h 825984"/>
              <a:gd name="csX5827" fmla="*/ 1004120 w 1723042"/>
              <a:gd name="csY5827" fmla="*/ 707680 h 825984"/>
              <a:gd name="csX5828" fmla="*/ 1004289 w 1723042"/>
              <a:gd name="csY5828" fmla="*/ 707822 h 825984"/>
              <a:gd name="csX5829" fmla="*/ 1004467 w 1723042"/>
              <a:gd name="csY5829" fmla="*/ 707956 h 825984"/>
              <a:gd name="csX5830" fmla="*/ 1004636 w 1723042"/>
              <a:gd name="csY5830" fmla="*/ 708098 h 825984"/>
              <a:gd name="csX5831" fmla="*/ 1004805 w 1723042"/>
              <a:gd name="csY5831" fmla="*/ 708240 h 825984"/>
              <a:gd name="csX5832" fmla="*/ 1004983 w 1723042"/>
              <a:gd name="csY5832" fmla="*/ 708374 h 825984"/>
              <a:gd name="csX5833" fmla="*/ 1005152 w 1723042"/>
              <a:gd name="csY5833" fmla="*/ 708516 h 825984"/>
              <a:gd name="csX5834" fmla="*/ 1005321 w 1723042"/>
              <a:gd name="csY5834" fmla="*/ 708649 h 825984"/>
              <a:gd name="csX5835" fmla="*/ 1005499 w 1723042"/>
              <a:gd name="csY5835" fmla="*/ 708792 h 825984"/>
              <a:gd name="csX5836" fmla="*/ 1005668 w 1723042"/>
              <a:gd name="csY5836" fmla="*/ 708925 h 825984"/>
              <a:gd name="csX5837" fmla="*/ 1005846 w 1723042"/>
              <a:gd name="csY5837" fmla="*/ 709059 h 825984"/>
              <a:gd name="csX5838" fmla="*/ 1006015 w 1723042"/>
              <a:gd name="csY5838" fmla="*/ 709201 h 825984"/>
              <a:gd name="csX5839" fmla="*/ 1006184 w 1723042"/>
              <a:gd name="csY5839" fmla="*/ 709334 h 825984"/>
              <a:gd name="csX5840" fmla="*/ 1006362 w 1723042"/>
              <a:gd name="csY5840" fmla="*/ 709468 h 825984"/>
              <a:gd name="csX5841" fmla="*/ 1006531 w 1723042"/>
              <a:gd name="csY5841" fmla="*/ 709610 h 825984"/>
              <a:gd name="csX5842" fmla="*/ 1006700 w 1723042"/>
              <a:gd name="csY5842" fmla="*/ 709744 h 825984"/>
              <a:gd name="csX5843" fmla="*/ 1006878 w 1723042"/>
              <a:gd name="csY5843" fmla="*/ 709877 h 825984"/>
              <a:gd name="csX5844" fmla="*/ 1007047 w 1723042"/>
              <a:gd name="csY5844" fmla="*/ 710011 h 825984"/>
              <a:gd name="csX5845" fmla="*/ 1007216 w 1723042"/>
              <a:gd name="csY5845" fmla="*/ 710153 h 825984"/>
              <a:gd name="csX5846" fmla="*/ 1007394 w 1723042"/>
              <a:gd name="csY5846" fmla="*/ 710286 h 825984"/>
              <a:gd name="csX5847" fmla="*/ 1007563 w 1723042"/>
              <a:gd name="csY5847" fmla="*/ 710420 h 825984"/>
              <a:gd name="csX5848" fmla="*/ 1007741 w 1723042"/>
              <a:gd name="csY5848" fmla="*/ 710553 h 825984"/>
              <a:gd name="csX5849" fmla="*/ 1007910 w 1723042"/>
              <a:gd name="csY5849" fmla="*/ 710687 h 825984"/>
              <a:gd name="csX5850" fmla="*/ 1008079 w 1723042"/>
              <a:gd name="csY5850" fmla="*/ 710820 h 825984"/>
              <a:gd name="csX5851" fmla="*/ 1008257 w 1723042"/>
              <a:gd name="csY5851" fmla="*/ 710954 h 825984"/>
              <a:gd name="csX5852" fmla="*/ 1008426 w 1723042"/>
              <a:gd name="csY5852" fmla="*/ 711087 h 825984"/>
              <a:gd name="csX5853" fmla="*/ 1008595 w 1723042"/>
              <a:gd name="csY5853" fmla="*/ 711221 h 825984"/>
              <a:gd name="csX5854" fmla="*/ 1008773 w 1723042"/>
              <a:gd name="csY5854" fmla="*/ 711354 h 825984"/>
              <a:gd name="csX5855" fmla="*/ 1008942 w 1723042"/>
              <a:gd name="csY5855" fmla="*/ 711487 h 825984"/>
              <a:gd name="csX5856" fmla="*/ 1009120 w 1723042"/>
              <a:gd name="csY5856" fmla="*/ 711621 h 825984"/>
              <a:gd name="csX5857" fmla="*/ 1009289 w 1723042"/>
              <a:gd name="csY5857" fmla="*/ 711754 h 825984"/>
              <a:gd name="csX5858" fmla="*/ 1009458 w 1723042"/>
              <a:gd name="csY5858" fmla="*/ 711879 h 825984"/>
              <a:gd name="csX5859" fmla="*/ 1009636 w 1723042"/>
              <a:gd name="csY5859" fmla="*/ 712012 h 825984"/>
              <a:gd name="csX5860" fmla="*/ 1009805 w 1723042"/>
              <a:gd name="csY5860" fmla="*/ 712146 h 825984"/>
              <a:gd name="csX5861" fmla="*/ 1009974 w 1723042"/>
              <a:gd name="csY5861" fmla="*/ 712279 h 825984"/>
              <a:gd name="csX5862" fmla="*/ 1010152 w 1723042"/>
              <a:gd name="csY5862" fmla="*/ 712404 h 825984"/>
              <a:gd name="csX5863" fmla="*/ 1010321 w 1723042"/>
              <a:gd name="csY5863" fmla="*/ 712537 h 825984"/>
              <a:gd name="csX5864" fmla="*/ 1010490 w 1723042"/>
              <a:gd name="csY5864" fmla="*/ 712671 h 825984"/>
              <a:gd name="csX5865" fmla="*/ 1010668 w 1723042"/>
              <a:gd name="csY5865" fmla="*/ 712795 h 825984"/>
              <a:gd name="csX5866" fmla="*/ 1010837 w 1723042"/>
              <a:gd name="csY5866" fmla="*/ 712929 h 825984"/>
              <a:gd name="csX5867" fmla="*/ 1011015 w 1723042"/>
              <a:gd name="csY5867" fmla="*/ 713062 h 825984"/>
              <a:gd name="csX5868" fmla="*/ 1011184 w 1723042"/>
              <a:gd name="csY5868" fmla="*/ 713187 h 825984"/>
              <a:gd name="csX5869" fmla="*/ 1011353 w 1723042"/>
              <a:gd name="csY5869" fmla="*/ 713320 h 825984"/>
              <a:gd name="csX5870" fmla="*/ 1011531 w 1723042"/>
              <a:gd name="csY5870" fmla="*/ 713445 h 825984"/>
              <a:gd name="csX5871" fmla="*/ 1011700 w 1723042"/>
              <a:gd name="csY5871" fmla="*/ 713578 h 825984"/>
              <a:gd name="csX5872" fmla="*/ 1011869 w 1723042"/>
              <a:gd name="csY5872" fmla="*/ 713703 h 825984"/>
              <a:gd name="csX5873" fmla="*/ 1012047 w 1723042"/>
              <a:gd name="csY5873" fmla="*/ 713836 h 825984"/>
              <a:gd name="csX5874" fmla="*/ 1012216 w 1723042"/>
              <a:gd name="csY5874" fmla="*/ 713961 h 825984"/>
              <a:gd name="csX5875" fmla="*/ 1012394 w 1723042"/>
              <a:gd name="csY5875" fmla="*/ 714085 h 825984"/>
              <a:gd name="csX5876" fmla="*/ 1012563 w 1723042"/>
              <a:gd name="csY5876" fmla="*/ 714219 h 825984"/>
              <a:gd name="csX5877" fmla="*/ 1012732 w 1723042"/>
              <a:gd name="csY5877" fmla="*/ 714343 h 825984"/>
              <a:gd name="csX5878" fmla="*/ 1012910 w 1723042"/>
              <a:gd name="csY5878" fmla="*/ 714477 h 825984"/>
              <a:gd name="csX5879" fmla="*/ 1013079 w 1723042"/>
              <a:gd name="csY5879" fmla="*/ 714601 h 825984"/>
              <a:gd name="csX5880" fmla="*/ 1013248 w 1723042"/>
              <a:gd name="csY5880" fmla="*/ 714726 h 825984"/>
              <a:gd name="csX5881" fmla="*/ 1013426 w 1723042"/>
              <a:gd name="csY5881" fmla="*/ 714850 h 825984"/>
              <a:gd name="csX5882" fmla="*/ 1013595 w 1723042"/>
              <a:gd name="csY5882" fmla="*/ 714984 h 825984"/>
              <a:gd name="csX5883" fmla="*/ 1013773 w 1723042"/>
              <a:gd name="csY5883" fmla="*/ 715108 h 825984"/>
              <a:gd name="csX5884" fmla="*/ 1013942 w 1723042"/>
              <a:gd name="csY5884" fmla="*/ 715233 h 825984"/>
              <a:gd name="csX5885" fmla="*/ 1014111 w 1723042"/>
              <a:gd name="csY5885" fmla="*/ 715357 h 825984"/>
              <a:gd name="csX5886" fmla="*/ 1014289 w 1723042"/>
              <a:gd name="csY5886" fmla="*/ 715482 h 825984"/>
              <a:gd name="csX5887" fmla="*/ 1014458 w 1723042"/>
              <a:gd name="csY5887" fmla="*/ 715606 h 825984"/>
              <a:gd name="csX5888" fmla="*/ 1014627 w 1723042"/>
              <a:gd name="csY5888" fmla="*/ 715731 h 825984"/>
              <a:gd name="csX5889" fmla="*/ 1014805 w 1723042"/>
              <a:gd name="csY5889" fmla="*/ 715856 h 825984"/>
              <a:gd name="csX5890" fmla="*/ 1014974 w 1723042"/>
              <a:gd name="csY5890" fmla="*/ 715980 h 825984"/>
              <a:gd name="csX5891" fmla="*/ 1015143 w 1723042"/>
              <a:gd name="csY5891" fmla="*/ 716105 h 825984"/>
              <a:gd name="csX5892" fmla="*/ 1015321 w 1723042"/>
              <a:gd name="csY5892" fmla="*/ 716229 h 825984"/>
              <a:gd name="csX5893" fmla="*/ 1015490 w 1723042"/>
              <a:gd name="csY5893" fmla="*/ 716354 h 825984"/>
              <a:gd name="csX5894" fmla="*/ 1015668 w 1723042"/>
              <a:gd name="csY5894" fmla="*/ 716478 h 825984"/>
              <a:gd name="csX5895" fmla="*/ 1015837 w 1723042"/>
              <a:gd name="csY5895" fmla="*/ 716603 h 825984"/>
              <a:gd name="csX5896" fmla="*/ 1016006 w 1723042"/>
              <a:gd name="csY5896" fmla="*/ 716727 h 825984"/>
              <a:gd name="csX5897" fmla="*/ 1016184 w 1723042"/>
              <a:gd name="csY5897" fmla="*/ 716852 h 825984"/>
              <a:gd name="csX5898" fmla="*/ 1016353 w 1723042"/>
              <a:gd name="csY5898" fmla="*/ 716977 h 825984"/>
              <a:gd name="csX5899" fmla="*/ 1016522 w 1723042"/>
              <a:gd name="csY5899" fmla="*/ 717101 h 825984"/>
              <a:gd name="csX5900" fmla="*/ 1016700 w 1723042"/>
              <a:gd name="csY5900" fmla="*/ 717217 h 825984"/>
              <a:gd name="csX5901" fmla="*/ 1016869 w 1723042"/>
              <a:gd name="csY5901" fmla="*/ 717341 h 825984"/>
              <a:gd name="csX5902" fmla="*/ 1017047 w 1723042"/>
              <a:gd name="csY5902" fmla="*/ 717466 h 825984"/>
              <a:gd name="csX5903" fmla="*/ 1017216 w 1723042"/>
              <a:gd name="csY5903" fmla="*/ 717590 h 825984"/>
              <a:gd name="csX5904" fmla="*/ 1017385 w 1723042"/>
              <a:gd name="csY5904" fmla="*/ 717706 h 825984"/>
              <a:gd name="csX5905" fmla="*/ 1017563 w 1723042"/>
              <a:gd name="csY5905" fmla="*/ 717831 h 825984"/>
              <a:gd name="csX5906" fmla="*/ 1017732 w 1723042"/>
              <a:gd name="csY5906" fmla="*/ 717955 h 825984"/>
              <a:gd name="csX5907" fmla="*/ 1017901 w 1723042"/>
              <a:gd name="csY5907" fmla="*/ 718071 h 825984"/>
              <a:gd name="csX5908" fmla="*/ 1018079 w 1723042"/>
              <a:gd name="csY5908" fmla="*/ 718195 h 825984"/>
              <a:gd name="csX5909" fmla="*/ 1018248 w 1723042"/>
              <a:gd name="csY5909" fmla="*/ 718311 h 825984"/>
              <a:gd name="csX5910" fmla="*/ 1018426 w 1723042"/>
              <a:gd name="csY5910" fmla="*/ 718436 h 825984"/>
              <a:gd name="csX5911" fmla="*/ 1018595 w 1723042"/>
              <a:gd name="csY5911" fmla="*/ 718551 h 825984"/>
              <a:gd name="csX5912" fmla="*/ 1018764 w 1723042"/>
              <a:gd name="csY5912" fmla="*/ 718676 h 825984"/>
              <a:gd name="csX5913" fmla="*/ 1018942 w 1723042"/>
              <a:gd name="csY5913" fmla="*/ 718791 h 825984"/>
              <a:gd name="csX5914" fmla="*/ 1019111 w 1723042"/>
              <a:gd name="csY5914" fmla="*/ 718916 h 825984"/>
              <a:gd name="csX5915" fmla="*/ 1019280 w 1723042"/>
              <a:gd name="csY5915" fmla="*/ 719032 h 825984"/>
              <a:gd name="csX5916" fmla="*/ 1019458 w 1723042"/>
              <a:gd name="csY5916" fmla="*/ 719156 h 825984"/>
              <a:gd name="csX5917" fmla="*/ 1019627 w 1723042"/>
              <a:gd name="csY5917" fmla="*/ 719272 h 825984"/>
              <a:gd name="csX5918" fmla="*/ 1019796 w 1723042"/>
              <a:gd name="csY5918" fmla="*/ 719396 h 825984"/>
              <a:gd name="csX5919" fmla="*/ 1019974 w 1723042"/>
              <a:gd name="csY5919" fmla="*/ 719512 h 825984"/>
              <a:gd name="csX5920" fmla="*/ 1020143 w 1723042"/>
              <a:gd name="csY5920" fmla="*/ 719628 h 825984"/>
              <a:gd name="csX5921" fmla="*/ 1020321 w 1723042"/>
              <a:gd name="csY5921" fmla="*/ 719752 h 825984"/>
              <a:gd name="csX5922" fmla="*/ 1020490 w 1723042"/>
              <a:gd name="csY5922" fmla="*/ 719868 h 825984"/>
              <a:gd name="csX5923" fmla="*/ 1020659 w 1723042"/>
              <a:gd name="csY5923" fmla="*/ 719984 h 825984"/>
              <a:gd name="csX5924" fmla="*/ 1020837 w 1723042"/>
              <a:gd name="csY5924" fmla="*/ 720099 h 825984"/>
              <a:gd name="csX5925" fmla="*/ 1021006 w 1723042"/>
              <a:gd name="csY5925" fmla="*/ 720215 h 825984"/>
              <a:gd name="csX5926" fmla="*/ 1021175 w 1723042"/>
              <a:gd name="csY5926" fmla="*/ 720339 h 825984"/>
              <a:gd name="csX5927" fmla="*/ 1021353 w 1723042"/>
              <a:gd name="csY5927" fmla="*/ 720455 h 825984"/>
              <a:gd name="csX5928" fmla="*/ 1021522 w 1723042"/>
              <a:gd name="csY5928" fmla="*/ 720571 h 825984"/>
              <a:gd name="csX5929" fmla="*/ 1021700 w 1723042"/>
              <a:gd name="csY5929" fmla="*/ 720686 h 825984"/>
              <a:gd name="csX5930" fmla="*/ 1021869 w 1723042"/>
              <a:gd name="csY5930" fmla="*/ 720802 h 825984"/>
              <a:gd name="csX5931" fmla="*/ 1022037 w 1723042"/>
              <a:gd name="csY5931" fmla="*/ 720918 h 825984"/>
              <a:gd name="csX5932" fmla="*/ 1022215 w 1723042"/>
              <a:gd name="csY5932" fmla="*/ 721033 h 825984"/>
              <a:gd name="csX5933" fmla="*/ 1022384 w 1723042"/>
              <a:gd name="csY5933" fmla="*/ 721149 h 825984"/>
              <a:gd name="csX5934" fmla="*/ 1022554 w 1723042"/>
              <a:gd name="csY5934" fmla="*/ 721265 h 825984"/>
              <a:gd name="csX5935" fmla="*/ 1022731 w 1723042"/>
              <a:gd name="csY5935" fmla="*/ 721380 h 825984"/>
              <a:gd name="csX5936" fmla="*/ 1022901 w 1723042"/>
              <a:gd name="csY5936" fmla="*/ 721496 h 825984"/>
              <a:gd name="csX5937" fmla="*/ 1023070 w 1723042"/>
              <a:gd name="csY5937" fmla="*/ 721612 h 825984"/>
              <a:gd name="csX5938" fmla="*/ 1023248 w 1723042"/>
              <a:gd name="csY5938" fmla="*/ 721727 h 825984"/>
              <a:gd name="csX5939" fmla="*/ 1023416 w 1723042"/>
              <a:gd name="csY5939" fmla="*/ 721843 h 825984"/>
              <a:gd name="csX5940" fmla="*/ 1023594 w 1723042"/>
              <a:gd name="csY5940" fmla="*/ 721959 h 825984"/>
              <a:gd name="csX5941" fmla="*/ 1023763 w 1723042"/>
              <a:gd name="csY5941" fmla="*/ 722074 h 825984"/>
              <a:gd name="csX5942" fmla="*/ 1023932 w 1723042"/>
              <a:gd name="csY5942" fmla="*/ 722190 h 825984"/>
              <a:gd name="csX5943" fmla="*/ 1024110 w 1723042"/>
              <a:gd name="csY5943" fmla="*/ 722305 h 825984"/>
              <a:gd name="csX5944" fmla="*/ 1024279 w 1723042"/>
              <a:gd name="csY5944" fmla="*/ 722412 h 825984"/>
              <a:gd name="csX5945" fmla="*/ 1024449 w 1723042"/>
              <a:gd name="csY5945" fmla="*/ 722528 h 825984"/>
              <a:gd name="csX5946" fmla="*/ 1024626 w 1723042"/>
              <a:gd name="csY5946" fmla="*/ 722644 h 825984"/>
              <a:gd name="csX5947" fmla="*/ 1024795 w 1723042"/>
              <a:gd name="csY5947" fmla="*/ 722759 h 825984"/>
              <a:gd name="csX5948" fmla="*/ 1024973 w 1723042"/>
              <a:gd name="csY5948" fmla="*/ 722866 h 825984"/>
              <a:gd name="csX5949" fmla="*/ 1025142 w 1723042"/>
              <a:gd name="csY5949" fmla="*/ 722982 h 825984"/>
              <a:gd name="csX5950" fmla="*/ 1025311 w 1723042"/>
              <a:gd name="csY5950" fmla="*/ 723097 h 825984"/>
              <a:gd name="csX5951" fmla="*/ 1025489 w 1723042"/>
              <a:gd name="csY5951" fmla="*/ 723204 h 825984"/>
              <a:gd name="csX5952" fmla="*/ 1025658 w 1723042"/>
              <a:gd name="csY5952" fmla="*/ 723320 h 825984"/>
              <a:gd name="csX5953" fmla="*/ 1025827 w 1723042"/>
              <a:gd name="csY5953" fmla="*/ 723435 h 825984"/>
              <a:gd name="csX5954" fmla="*/ 1026005 w 1723042"/>
              <a:gd name="csY5954" fmla="*/ 723542 h 825984"/>
              <a:gd name="csX5955" fmla="*/ 1026174 w 1723042"/>
              <a:gd name="csY5955" fmla="*/ 723658 h 825984"/>
              <a:gd name="csX5956" fmla="*/ 1026352 w 1723042"/>
              <a:gd name="csY5956" fmla="*/ 723765 h 825984"/>
              <a:gd name="csX5957" fmla="*/ 1026521 w 1723042"/>
              <a:gd name="csY5957" fmla="*/ 723880 h 825984"/>
              <a:gd name="csX5958" fmla="*/ 1026690 w 1723042"/>
              <a:gd name="csY5958" fmla="*/ 723987 h 825984"/>
              <a:gd name="csX5959" fmla="*/ 1026868 w 1723042"/>
              <a:gd name="csY5959" fmla="*/ 724103 h 825984"/>
              <a:gd name="csX5960" fmla="*/ 1027037 w 1723042"/>
              <a:gd name="csY5960" fmla="*/ 724209 h 825984"/>
              <a:gd name="csX5961" fmla="*/ 1027206 w 1723042"/>
              <a:gd name="csY5961" fmla="*/ 724325 h 825984"/>
              <a:gd name="csX5962" fmla="*/ 1027384 w 1723042"/>
              <a:gd name="csY5962" fmla="*/ 724432 h 825984"/>
              <a:gd name="csX5963" fmla="*/ 1027553 w 1723042"/>
              <a:gd name="csY5963" fmla="*/ 724547 h 825984"/>
              <a:gd name="csX5964" fmla="*/ 1027722 w 1723042"/>
              <a:gd name="csY5964" fmla="*/ 724654 h 825984"/>
              <a:gd name="csX5965" fmla="*/ 1027900 w 1723042"/>
              <a:gd name="csY5965" fmla="*/ 724761 h 825984"/>
              <a:gd name="csX5966" fmla="*/ 1028069 w 1723042"/>
              <a:gd name="csY5966" fmla="*/ 724877 h 825984"/>
              <a:gd name="csX5967" fmla="*/ 1028247 w 1723042"/>
              <a:gd name="csY5967" fmla="*/ 724983 h 825984"/>
              <a:gd name="csX5968" fmla="*/ 1028416 w 1723042"/>
              <a:gd name="csY5968" fmla="*/ 725090 h 825984"/>
              <a:gd name="csX5969" fmla="*/ 1028585 w 1723042"/>
              <a:gd name="csY5969" fmla="*/ 725206 h 825984"/>
              <a:gd name="csX5970" fmla="*/ 1028763 w 1723042"/>
              <a:gd name="csY5970" fmla="*/ 725312 h 825984"/>
              <a:gd name="csX5971" fmla="*/ 1028932 w 1723042"/>
              <a:gd name="csY5971" fmla="*/ 725419 h 825984"/>
              <a:gd name="csX5972" fmla="*/ 1029101 w 1723042"/>
              <a:gd name="csY5972" fmla="*/ 725526 h 825984"/>
              <a:gd name="csX5973" fmla="*/ 1029279 w 1723042"/>
              <a:gd name="csY5973" fmla="*/ 725633 h 825984"/>
              <a:gd name="csX5974" fmla="*/ 1029448 w 1723042"/>
              <a:gd name="csY5974" fmla="*/ 725748 h 825984"/>
              <a:gd name="csX5975" fmla="*/ 1029626 w 1723042"/>
              <a:gd name="csY5975" fmla="*/ 725855 h 825984"/>
              <a:gd name="csX5976" fmla="*/ 1029795 w 1723042"/>
              <a:gd name="csY5976" fmla="*/ 725962 h 825984"/>
              <a:gd name="csX5977" fmla="*/ 1029964 w 1723042"/>
              <a:gd name="csY5977" fmla="*/ 726069 h 825984"/>
              <a:gd name="csX5978" fmla="*/ 1030142 w 1723042"/>
              <a:gd name="csY5978" fmla="*/ 726175 h 825984"/>
              <a:gd name="csX5979" fmla="*/ 1030311 w 1723042"/>
              <a:gd name="csY5979" fmla="*/ 726282 h 825984"/>
              <a:gd name="csX5980" fmla="*/ 1030480 w 1723042"/>
              <a:gd name="csY5980" fmla="*/ 726389 h 825984"/>
              <a:gd name="csX5981" fmla="*/ 1030658 w 1723042"/>
              <a:gd name="csY5981" fmla="*/ 726496 h 825984"/>
              <a:gd name="csX5982" fmla="*/ 1030827 w 1723042"/>
              <a:gd name="csY5982" fmla="*/ 726602 h 825984"/>
              <a:gd name="csX5983" fmla="*/ 1030996 w 1723042"/>
              <a:gd name="csY5983" fmla="*/ 726709 h 825984"/>
              <a:gd name="csX5984" fmla="*/ 1031174 w 1723042"/>
              <a:gd name="csY5984" fmla="*/ 726816 h 825984"/>
              <a:gd name="csX5985" fmla="*/ 1031343 w 1723042"/>
              <a:gd name="csY5985" fmla="*/ 726923 h 825984"/>
              <a:gd name="csX5986" fmla="*/ 1031521 w 1723042"/>
              <a:gd name="csY5986" fmla="*/ 727029 h 825984"/>
              <a:gd name="csX5987" fmla="*/ 1031690 w 1723042"/>
              <a:gd name="csY5987" fmla="*/ 727136 h 825984"/>
              <a:gd name="csX5988" fmla="*/ 1031859 w 1723042"/>
              <a:gd name="csY5988" fmla="*/ 727243 h 825984"/>
              <a:gd name="csX5989" fmla="*/ 1032037 w 1723042"/>
              <a:gd name="csY5989" fmla="*/ 727350 h 825984"/>
              <a:gd name="csX5990" fmla="*/ 1032206 w 1723042"/>
              <a:gd name="csY5990" fmla="*/ 727457 h 825984"/>
              <a:gd name="csX5991" fmla="*/ 1032375 w 1723042"/>
              <a:gd name="csY5991" fmla="*/ 727563 h 825984"/>
              <a:gd name="csX5992" fmla="*/ 1032553 w 1723042"/>
              <a:gd name="csY5992" fmla="*/ 727661 h 825984"/>
              <a:gd name="csX5993" fmla="*/ 1032722 w 1723042"/>
              <a:gd name="csY5993" fmla="*/ 727768 h 825984"/>
              <a:gd name="csX5994" fmla="*/ 1032900 w 1723042"/>
              <a:gd name="csY5994" fmla="*/ 727875 h 825984"/>
              <a:gd name="csX5995" fmla="*/ 1033069 w 1723042"/>
              <a:gd name="csY5995" fmla="*/ 727981 h 825984"/>
              <a:gd name="csX5996" fmla="*/ 1033238 w 1723042"/>
              <a:gd name="csY5996" fmla="*/ 728088 h 825984"/>
              <a:gd name="csX5997" fmla="*/ 1033416 w 1723042"/>
              <a:gd name="csY5997" fmla="*/ 728186 h 825984"/>
              <a:gd name="csX5998" fmla="*/ 1033585 w 1723042"/>
              <a:gd name="csY5998" fmla="*/ 728293 h 825984"/>
              <a:gd name="csX5999" fmla="*/ 1033754 w 1723042"/>
              <a:gd name="csY5999" fmla="*/ 728400 h 825984"/>
              <a:gd name="csX6000" fmla="*/ 1033932 w 1723042"/>
              <a:gd name="csY6000" fmla="*/ 728497 h 825984"/>
              <a:gd name="csX6001" fmla="*/ 1034101 w 1723042"/>
              <a:gd name="csY6001" fmla="*/ 728604 h 825984"/>
              <a:gd name="csX6002" fmla="*/ 1034279 w 1723042"/>
              <a:gd name="csY6002" fmla="*/ 728711 h 825984"/>
              <a:gd name="csX6003" fmla="*/ 1034448 w 1723042"/>
              <a:gd name="csY6003" fmla="*/ 728809 h 825984"/>
              <a:gd name="csX6004" fmla="*/ 1034617 w 1723042"/>
              <a:gd name="csY6004" fmla="*/ 728915 h 825984"/>
              <a:gd name="csX6005" fmla="*/ 1034795 w 1723042"/>
              <a:gd name="csY6005" fmla="*/ 729013 h 825984"/>
              <a:gd name="csX6006" fmla="*/ 1034964 w 1723042"/>
              <a:gd name="csY6006" fmla="*/ 729120 h 825984"/>
              <a:gd name="csX6007" fmla="*/ 1035133 w 1723042"/>
              <a:gd name="csY6007" fmla="*/ 729227 h 825984"/>
              <a:gd name="csX6008" fmla="*/ 1035311 w 1723042"/>
              <a:gd name="csY6008" fmla="*/ 729325 h 825984"/>
              <a:gd name="csX6009" fmla="*/ 1035480 w 1723042"/>
              <a:gd name="csY6009" fmla="*/ 729432 h 825984"/>
              <a:gd name="csX6010" fmla="*/ 1035649 w 1723042"/>
              <a:gd name="csY6010" fmla="*/ 729529 h 825984"/>
              <a:gd name="csX6011" fmla="*/ 1035827 w 1723042"/>
              <a:gd name="csY6011" fmla="*/ 729636 h 825984"/>
              <a:gd name="csX6012" fmla="*/ 1035996 w 1723042"/>
              <a:gd name="csY6012" fmla="*/ 729734 h 825984"/>
              <a:gd name="csX6013" fmla="*/ 1036174 w 1723042"/>
              <a:gd name="csY6013" fmla="*/ 729832 h 825984"/>
              <a:gd name="csX6014" fmla="*/ 1036343 w 1723042"/>
              <a:gd name="csY6014" fmla="*/ 729939 h 825984"/>
              <a:gd name="csX6015" fmla="*/ 1036512 w 1723042"/>
              <a:gd name="csY6015" fmla="*/ 730036 h 825984"/>
              <a:gd name="csX6016" fmla="*/ 1036690 w 1723042"/>
              <a:gd name="csY6016" fmla="*/ 730143 h 825984"/>
              <a:gd name="csX6017" fmla="*/ 1036859 w 1723042"/>
              <a:gd name="csY6017" fmla="*/ 730241 h 825984"/>
              <a:gd name="csX6018" fmla="*/ 1037028 w 1723042"/>
              <a:gd name="csY6018" fmla="*/ 730339 h 825984"/>
              <a:gd name="csX6019" fmla="*/ 1037206 w 1723042"/>
              <a:gd name="csY6019" fmla="*/ 730446 h 825984"/>
              <a:gd name="csX6020" fmla="*/ 1037375 w 1723042"/>
              <a:gd name="csY6020" fmla="*/ 730544 h 825984"/>
              <a:gd name="csX6021" fmla="*/ 1037553 w 1723042"/>
              <a:gd name="csY6021" fmla="*/ 730641 h 825984"/>
              <a:gd name="csX6022" fmla="*/ 1037722 w 1723042"/>
              <a:gd name="csY6022" fmla="*/ 730748 h 825984"/>
              <a:gd name="csX6023" fmla="*/ 1037891 w 1723042"/>
              <a:gd name="csY6023" fmla="*/ 730846 h 825984"/>
              <a:gd name="csX6024" fmla="*/ 1038069 w 1723042"/>
              <a:gd name="csY6024" fmla="*/ 730944 h 825984"/>
              <a:gd name="csX6025" fmla="*/ 1038238 w 1723042"/>
              <a:gd name="csY6025" fmla="*/ 731042 h 825984"/>
              <a:gd name="csX6026" fmla="*/ 1038407 w 1723042"/>
              <a:gd name="csY6026" fmla="*/ 731140 h 825984"/>
              <a:gd name="csX6027" fmla="*/ 1038585 w 1723042"/>
              <a:gd name="csY6027" fmla="*/ 731246 h 825984"/>
              <a:gd name="csX6028" fmla="*/ 1038754 w 1723042"/>
              <a:gd name="csY6028" fmla="*/ 731344 h 825984"/>
              <a:gd name="csX6029" fmla="*/ 1038923 w 1723042"/>
              <a:gd name="csY6029" fmla="*/ 731442 h 825984"/>
              <a:gd name="csX6030" fmla="*/ 1039101 w 1723042"/>
              <a:gd name="csY6030" fmla="*/ 731540 h 825984"/>
              <a:gd name="csX6031" fmla="*/ 1039270 w 1723042"/>
              <a:gd name="csY6031" fmla="*/ 731638 h 825984"/>
              <a:gd name="csX6032" fmla="*/ 1039448 w 1723042"/>
              <a:gd name="csY6032" fmla="*/ 731736 h 825984"/>
              <a:gd name="csX6033" fmla="*/ 1039617 w 1723042"/>
              <a:gd name="csY6033" fmla="*/ 731834 h 825984"/>
              <a:gd name="csX6034" fmla="*/ 1039786 w 1723042"/>
              <a:gd name="csY6034" fmla="*/ 731931 h 825984"/>
              <a:gd name="csX6035" fmla="*/ 1039964 w 1723042"/>
              <a:gd name="csY6035" fmla="*/ 732029 h 825984"/>
              <a:gd name="csX6036" fmla="*/ 1040133 w 1723042"/>
              <a:gd name="csY6036" fmla="*/ 732127 h 825984"/>
              <a:gd name="csX6037" fmla="*/ 1040302 w 1723042"/>
              <a:gd name="csY6037" fmla="*/ 732225 h 825984"/>
              <a:gd name="csX6038" fmla="*/ 1040480 w 1723042"/>
              <a:gd name="csY6038" fmla="*/ 732323 h 825984"/>
              <a:gd name="csX6039" fmla="*/ 1040649 w 1723042"/>
              <a:gd name="csY6039" fmla="*/ 732421 h 825984"/>
              <a:gd name="csX6040" fmla="*/ 1040827 w 1723042"/>
              <a:gd name="csY6040" fmla="*/ 732519 h 825984"/>
              <a:gd name="csX6041" fmla="*/ 1040996 w 1723042"/>
              <a:gd name="csY6041" fmla="*/ 732616 h 825984"/>
              <a:gd name="csX6042" fmla="*/ 1041165 w 1723042"/>
              <a:gd name="csY6042" fmla="*/ 732714 h 825984"/>
              <a:gd name="csX6043" fmla="*/ 1041343 w 1723042"/>
              <a:gd name="csY6043" fmla="*/ 732812 h 825984"/>
              <a:gd name="csX6044" fmla="*/ 1041512 w 1723042"/>
              <a:gd name="csY6044" fmla="*/ 732910 h 825984"/>
              <a:gd name="csX6045" fmla="*/ 1041681 w 1723042"/>
              <a:gd name="csY6045" fmla="*/ 733008 h 825984"/>
              <a:gd name="csX6046" fmla="*/ 1041859 w 1723042"/>
              <a:gd name="csY6046" fmla="*/ 733106 h 825984"/>
              <a:gd name="csX6047" fmla="*/ 1042028 w 1723042"/>
              <a:gd name="csY6047" fmla="*/ 733204 h 825984"/>
              <a:gd name="csX6048" fmla="*/ 1042206 w 1723042"/>
              <a:gd name="csY6048" fmla="*/ 733293 h 825984"/>
              <a:gd name="csX6049" fmla="*/ 1042375 w 1723042"/>
              <a:gd name="csY6049" fmla="*/ 733390 h 825984"/>
              <a:gd name="csX6050" fmla="*/ 1042544 w 1723042"/>
              <a:gd name="csY6050" fmla="*/ 733488 h 825984"/>
              <a:gd name="csX6051" fmla="*/ 1042722 w 1723042"/>
              <a:gd name="csY6051" fmla="*/ 733586 h 825984"/>
              <a:gd name="csX6052" fmla="*/ 1042891 w 1723042"/>
              <a:gd name="csY6052" fmla="*/ 733675 h 825984"/>
              <a:gd name="csX6053" fmla="*/ 1043060 w 1723042"/>
              <a:gd name="csY6053" fmla="*/ 733773 h 825984"/>
              <a:gd name="csX6054" fmla="*/ 1043238 w 1723042"/>
              <a:gd name="csY6054" fmla="*/ 733871 h 825984"/>
              <a:gd name="csX6055" fmla="*/ 1043407 w 1723042"/>
              <a:gd name="csY6055" fmla="*/ 733969 h 825984"/>
              <a:gd name="csX6056" fmla="*/ 1043576 w 1723042"/>
              <a:gd name="csY6056" fmla="*/ 734058 h 825984"/>
              <a:gd name="csX6057" fmla="*/ 1043754 w 1723042"/>
              <a:gd name="csY6057" fmla="*/ 734156 h 825984"/>
              <a:gd name="csX6058" fmla="*/ 1043923 w 1723042"/>
              <a:gd name="csY6058" fmla="*/ 734253 h 825984"/>
              <a:gd name="csX6059" fmla="*/ 1044101 w 1723042"/>
              <a:gd name="csY6059" fmla="*/ 734342 h 825984"/>
              <a:gd name="csX6060" fmla="*/ 1044270 w 1723042"/>
              <a:gd name="csY6060" fmla="*/ 734440 h 825984"/>
              <a:gd name="csX6061" fmla="*/ 1044439 w 1723042"/>
              <a:gd name="csY6061" fmla="*/ 734529 h 825984"/>
              <a:gd name="csX6062" fmla="*/ 1044617 w 1723042"/>
              <a:gd name="csY6062" fmla="*/ 734627 h 825984"/>
              <a:gd name="csX6063" fmla="*/ 1044786 w 1723042"/>
              <a:gd name="csY6063" fmla="*/ 734725 h 825984"/>
              <a:gd name="csX6064" fmla="*/ 1044955 w 1723042"/>
              <a:gd name="csY6064" fmla="*/ 734814 h 825984"/>
              <a:gd name="csX6065" fmla="*/ 1045133 w 1723042"/>
              <a:gd name="csY6065" fmla="*/ 734912 h 825984"/>
              <a:gd name="csX6066" fmla="*/ 1045302 w 1723042"/>
              <a:gd name="csY6066" fmla="*/ 735001 h 825984"/>
              <a:gd name="csX6067" fmla="*/ 1045480 w 1723042"/>
              <a:gd name="csY6067" fmla="*/ 735099 h 825984"/>
              <a:gd name="csX6068" fmla="*/ 1045649 w 1723042"/>
              <a:gd name="csY6068" fmla="*/ 735188 h 825984"/>
              <a:gd name="csX6069" fmla="*/ 1045818 w 1723042"/>
              <a:gd name="csY6069" fmla="*/ 735285 h 825984"/>
              <a:gd name="csX6070" fmla="*/ 1045996 w 1723042"/>
              <a:gd name="csY6070" fmla="*/ 735374 h 825984"/>
              <a:gd name="csX6071" fmla="*/ 1046165 w 1723042"/>
              <a:gd name="csY6071" fmla="*/ 735472 h 825984"/>
              <a:gd name="csX6072" fmla="*/ 1046334 w 1723042"/>
              <a:gd name="csY6072" fmla="*/ 735561 h 825984"/>
              <a:gd name="csX6073" fmla="*/ 1046512 w 1723042"/>
              <a:gd name="csY6073" fmla="*/ 735650 h 825984"/>
              <a:gd name="csX6074" fmla="*/ 1046681 w 1723042"/>
              <a:gd name="csY6074" fmla="*/ 735748 h 825984"/>
              <a:gd name="csX6075" fmla="*/ 1046859 w 1723042"/>
              <a:gd name="csY6075" fmla="*/ 735837 h 825984"/>
              <a:gd name="csX6076" fmla="*/ 1047028 w 1723042"/>
              <a:gd name="csY6076" fmla="*/ 735926 h 825984"/>
              <a:gd name="csX6077" fmla="*/ 1047197 w 1723042"/>
              <a:gd name="csY6077" fmla="*/ 736024 h 825984"/>
              <a:gd name="csX6078" fmla="*/ 1047375 w 1723042"/>
              <a:gd name="csY6078" fmla="*/ 736113 h 825984"/>
              <a:gd name="csX6079" fmla="*/ 1047544 w 1723042"/>
              <a:gd name="csY6079" fmla="*/ 736202 h 825984"/>
              <a:gd name="csX6080" fmla="*/ 1047713 w 1723042"/>
              <a:gd name="csY6080" fmla="*/ 736300 h 825984"/>
              <a:gd name="csX6081" fmla="*/ 1047891 w 1723042"/>
              <a:gd name="csY6081" fmla="*/ 736389 h 825984"/>
              <a:gd name="csX6082" fmla="*/ 1048060 w 1723042"/>
              <a:gd name="csY6082" fmla="*/ 736477 h 825984"/>
              <a:gd name="csX6083" fmla="*/ 1048229 w 1723042"/>
              <a:gd name="csY6083" fmla="*/ 736567 h 825984"/>
              <a:gd name="csX6084" fmla="*/ 1048407 w 1723042"/>
              <a:gd name="csY6084" fmla="*/ 736664 h 825984"/>
              <a:gd name="csX6085" fmla="*/ 1048576 w 1723042"/>
              <a:gd name="csY6085" fmla="*/ 736753 h 825984"/>
              <a:gd name="csX6086" fmla="*/ 1048754 w 1723042"/>
              <a:gd name="csY6086" fmla="*/ 736842 h 825984"/>
              <a:gd name="csX6087" fmla="*/ 1048923 w 1723042"/>
              <a:gd name="csY6087" fmla="*/ 736931 h 825984"/>
              <a:gd name="csX6088" fmla="*/ 1049092 w 1723042"/>
              <a:gd name="csY6088" fmla="*/ 737020 h 825984"/>
              <a:gd name="csX6089" fmla="*/ 1049270 w 1723042"/>
              <a:gd name="csY6089" fmla="*/ 737118 h 825984"/>
              <a:gd name="csX6090" fmla="*/ 1049439 w 1723042"/>
              <a:gd name="csY6090" fmla="*/ 737207 h 825984"/>
              <a:gd name="csX6091" fmla="*/ 1049608 w 1723042"/>
              <a:gd name="csY6091" fmla="*/ 737296 h 825984"/>
              <a:gd name="csX6092" fmla="*/ 1049786 w 1723042"/>
              <a:gd name="csY6092" fmla="*/ 737385 h 825984"/>
              <a:gd name="csX6093" fmla="*/ 1049955 w 1723042"/>
              <a:gd name="csY6093" fmla="*/ 737474 h 825984"/>
              <a:gd name="csX6094" fmla="*/ 1050133 w 1723042"/>
              <a:gd name="csY6094" fmla="*/ 737563 h 825984"/>
              <a:gd name="csX6095" fmla="*/ 1050302 w 1723042"/>
              <a:gd name="csY6095" fmla="*/ 737652 h 825984"/>
              <a:gd name="csX6096" fmla="*/ 1050471 w 1723042"/>
              <a:gd name="csY6096" fmla="*/ 737741 h 825984"/>
              <a:gd name="csX6097" fmla="*/ 1050649 w 1723042"/>
              <a:gd name="csY6097" fmla="*/ 737830 h 825984"/>
              <a:gd name="csX6098" fmla="*/ 1050818 w 1723042"/>
              <a:gd name="csY6098" fmla="*/ 737919 h 825984"/>
              <a:gd name="csX6099" fmla="*/ 1050987 w 1723042"/>
              <a:gd name="csY6099" fmla="*/ 738008 h 825984"/>
              <a:gd name="csX6100" fmla="*/ 1051165 w 1723042"/>
              <a:gd name="csY6100" fmla="*/ 738097 h 825984"/>
              <a:gd name="csX6101" fmla="*/ 1051334 w 1723042"/>
              <a:gd name="csY6101" fmla="*/ 738186 h 825984"/>
              <a:gd name="csX6102" fmla="*/ 1051503 w 1723042"/>
              <a:gd name="csY6102" fmla="*/ 738275 h 825984"/>
              <a:gd name="csX6103" fmla="*/ 1051681 w 1723042"/>
              <a:gd name="csY6103" fmla="*/ 738364 h 825984"/>
              <a:gd name="csX6104" fmla="*/ 1051850 w 1723042"/>
              <a:gd name="csY6104" fmla="*/ 738453 h 825984"/>
              <a:gd name="csX6105" fmla="*/ 1052028 w 1723042"/>
              <a:gd name="csY6105" fmla="*/ 738542 h 825984"/>
              <a:gd name="csX6106" fmla="*/ 1052197 w 1723042"/>
              <a:gd name="csY6106" fmla="*/ 738630 h 825984"/>
              <a:gd name="csX6107" fmla="*/ 1052366 w 1723042"/>
              <a:gd name="csY6107" fmla="*/ 738719 h 825984"/>
              <a:gd name="csX6108" fmla="*/ 1052543 w 1723042"/>
              <a:gd name="csY6108" fmla="*/ 738808 h 825984"/>
              <a:gd name="csX6109" fmla="*/ 1052713 w 1723042"/>
              <a:gd name="csY6109" fmla="*/ 738888 h 825984"/>
              <a:gd name="csX6110" fmla="*/ 1052882 w 1723042"/>
              <a:gd name="csY6110" fmla="*/ 738977 h 825984"/>
              <a:gd name="csX6111" fmla="*/ 1053060 w 1723042"/>
              <a:gd name="csY6111" fmla="*/ 739066 h 825984"/>
              <a:gd name="csX6112" fmla="*/ 1053229 w 1723042"/>
              <a:gd name="csY6112" fmla="*/ 739155 h 825984"/>
              <a:gd name="csX6113" fmla="*/ 1053406 w 1723042"/>
              <a:gd name="csY6113" fmla="*/ 739244 h 825984"/>
              <a:gd name="csX6114" fmla="*/ 1053576 w 1723042"/>
              <a:gd name="csY6114" fmla="*/ 739324 h 825984"/>
              <a:gd name="csX6115" fmla="*/ 1053744 w 1723042"/>
              <a:gd name="csY6115" fmla="*/ 739413 h 825984"/>
              <a:gd name="csX6116" fmla="*/ 1053922 w 1723042"/>
              <a:gd name="csY6116" fmla="*/ 739502 h 825984"/>
              <a:gd name="csX6117" fmla="*/ 1054091 w 1723042"/>
              <a:gd name="csY6117" fmla="*/ 739591 h 825984"/>
              <a:gd name="csX6118" fmla="*/ 1054261 w 1723042"/>
              <a:gd name="csY6118" fmla="*/ 739671 h 825984"/>
              <a:gd name="csX6119" fmla="*/ 1054438 w 1723042"/>
              <a:gd name="csY6119" fmla="*/ 739760 h 825984"/>
              <a:gd name="csX6120" fmla="*/ 1054608 w 1723042"/>
              <a:gd name="csY6120" fmla="*/ 739849 h 825984"/>
              <a:gd name="csX6121" fmla="*/ 1054785 w 1723042"/>
              <a:gd name="csY6121" fmla="*/ 739929 h 825984"/>
              <a:gd name="csX6122" fmla="*/ 1054954 w 1723042"/>
              <a:gd name="csY6122" fmla="*/ 740018 h 825984"/>
              <a:gd name="csX6123" fmla="*/ 1055123 w 1723042"/>
              <a:gd name="csY6123" fmla="*/ 740107 h 825984"/>
              <a:gd name="csX6124" fmla="*/ 1055301 w 1723042"/>
              <a:gd name="csY6124" fmla="*/ 740187 h 825984"/>
              <a:gd name="csX6125" fmla="*/ 1055470 w 1723042"/>
              <a:gd name="csY6125" fmla="*/ 740276 h 825984"/>
              <a:gd name="csX6126" fmla="*/ 1055639 w 1723042"/>
              <a:gd name="csY6126" fmla="*/ 740356 h 825984"/>
              <a:gd name="csX6127" fmla="*/ 1055817 w 1723042"/>
              <a:gd name="csY6127" fmla="*/ 740445 h 825984"/>
              <a:gd name="csX6128" fmla="*/ 1055986 w 1723042"/>
              <a:gd name="csY6128" fmla="*/ 740534 h 825984"/>
              <a:gd name="csX6129" fmla="*/ 1056156 w 1723042"/>
              <a:gd name="csY6129" fmla="*/ 740614 h 825984"/>
              <a:gd name="csX6130" fmla="*/ 1056333 w 1723042"/>
              <a:gd name="csY6130" fmla="*/ 740703 h 825984"/>
              <a:gd name="csX6131" fmla="*/ 1056502 w 1723042"/>
              <a:gd name="csY6131" fmla="*/ 740783 h 825984"/>
              <a:gd name="csX6132" fmla="*/ 1056680 w 1723042"/>
              <a:gd name="csY6132" fmla="*/ 740872 h 825984"/>
              <a:gd name="csX6133" fmla="*/ 1056849 w 1723042"/>
              <a:gd name="csY6133" fmla="*/ 740952 h 825984"/>
              <a:gd name="csX6134" fmla="*/ 1057018 w 1723042"/>
              <a:gd name="csY6134" fmla="*/ 741041 h 825984"/>
              <a:gd name="csX6135" fmla="*/ 1057196 w 1723042"/>
              <a:gd name="csY6135" fmla="*/ 741122 h 825984"/>
              <a:gd name="csX6136" fmla="*/ 1057365 w 1723042"/>
              <a:gd name="csY6136" fmla="*/ 741210 h 825984"/>
              <a:gd name="csX6137" fmla="*/ 1057534 w 1723042"/>
              <a:gd name="csY6137" fmla="*/ 741290 h 825984"/>
              <a:gd name="csX6138" fmla="*/ 1057712 w 1723042"/>
              <a:gd name="csY6138" fmla="*/ 741371 h 825984"/>
              <a:gd name="csX6139" fmla="*/ 1057881 w 1723042"/>
              <a:gd name="csY6139" fmla="*/ 741460 h 825984"/>
              <a:gd name="csX6140" fmla="*/ 1058059 w 1723042"/>
              <a:gd name="csY6140" fmla="*/ 741540 h 825984"/>
              <a:gd name="csX6141" fmla="*/ 1058228 w 1723042"/>
              <a:gd name="csY6141" fmla="*/ 741629 h 825984"/>
              <a:gd name="csX6142" fmla="*/ 1058397 w 1723042"/>
              <a:gd name="csY6142" fmla="*/ 741709 h 825984"/>
              <a:gd name="csX6143" fmla="*/ 1058575 w 1723042"/>
              <a:gd name="csY6143" fmla="*/ 741789 h 825984"/>
              <a:gd name="csX6144" fmla="*/ 1058744 w 1723042"/>
              <a:gd name="csY6144" fmla="*/ 741878 h 825984"/>
              <a:gd name="csX6145" fmla="*/ 1058913 w 1723042"/>
              <a:gd name="csY6145" fmla="*/ 741958 h 825984"/>
              <a:gd name="csX6146" fmla="*/ 1059091 w 1723042"/>
              <a:gd name="csY6146" fmla="*/ 742038 h 825984"/>
              <a:gd name="csX6147" fmla="*/ 1059260 w 1723042"/>
              <a:gd name="csY6147" fmla="*/ 742127 h 825984"/>
              <a:gd name="csX6148" fmla="*/ 1059429 w 1723042"/>
              <a:gd name="csY6148" fmla="*/ 742207 h 825984"/>
              <a:gd name="csX6149" fmla="*/ 1059607 w 1723042"/>
              <a:gd name="csY6149" fmla="*/ 742287 h 825984"/>
              <a:gd name="csX6150" fmla="*/ 1059776 w 1723042"/>
              <a:gd name="csY6150" fmla="*/ 742367 h 825984"/>
              <a:gd name="csX6151" fmla="*/ 1059954 w 1723042"/>
              <a:gd name="csY6151" fmla="*/ 742456 h 825984"/>
              <a:gd name="csX6152" fmla="*/ 1060123 w 1723042"/>
              <a:gd name="csY6152" fmla="*/ 742536 h 825984"/>
              <a:gd name="csX6153" fmla="*/ 1060292 w 1723042"/>
              <a:gd name="csY6153" fmla="*/ 742616 h 825984"/>
              <a:gd name="csX6154" fmla="*/ 1060470 w 1723042"/>
              <a:gd name="csY6154" fmla="*/ 742696 h 825984"/>
              <a:gd name="csX6155" fmla="*/ 1060639 w 1723042"/>
              <a:gd name="csY6155" fmla="*/ 742776 h 825984"/>
              <a:gd name="csX6156" fmla="*/ 1060808 w 1723042"/>
              <a:gd name="csY6156" fmla="*/ 742865 h 825984"/>
              <a:gd name="csX6157" fmla="*/ 1060986 w 1723042"/>
              <a:gd name="csY6157" fmla="*/ 742945 h 825984"/>
              <a:gd name="csX6158" fmla="*/ 1061155 w 1723042"/>
              <a:gd name="csY6158" fmla="*/ 743025 h 825984"/>
              <a:gd name="csX6159" fmla="*/ 1061333 w 1723042"/>
              <a:gd name="csY6159" fmla="*/ 743105 h 825984"/>
              <a:gd name="csX6160" fmla="*/ 1061502 w 1723042"/>
              <a:gd name="csY6160" fmla="*/ 743185 h 825984"/>
              <a:gd name="csX6161" fmla="*/ 1061671 w 1723042"/>
              <a:gd name="csY6161" fmla="*/ 743265 h 825984"/>
              <a:gd name="csX6162" fmla="*/ 1061849 w 1723042"/>
              <a:gd name="csY6162" fmla="*/ 743346 h 825984"/>
              <a:gd name="csX6163" fmla="*/ 1062018 w 1723042"/>
              <a:gd name="csY6163" fmla="*/ 743426 h 825984"/>
              <a:gd name="csX6164" fmla="*/ 1062187 w 1723042"/>
              <a:gd name="csY6164" fmla="*/ 743515 h 825984"/>
              <a:gd name="csX6165" fmla="*/ 1062365 w 1723042"/>
              <a:gd name="csY6165" fmla="*/ 743595 h 825984"/>
              <a:gd name="csX6166" fmla="*/ 1062534 w 1723042"/>
              <a:gd name="csY6166" fmla="*/ 743675 h 825984"/>
              <a:gd name="csX6167" fmla="*/ 1062712 w 1723042"/>
              <a:gd name="csY6167" fmla="*/ 743755 h 825984"/>
              <a:gd name="csX6168" fmla="*/ 1062881 w 1723042"/>
              <a:gd name="csY6168" fmla="*/ 743835 h 825984"/>
              <a:gd name="csX6169" fmla="*/ 1063050 w 1723042"/>
              <a:gd name="csY6169" fmla="*/ 743915 h 825984"/>
              <a:gd name="csX6170" fmla="*/ 1063228 w 1723042"/>
              <a:gd name="csY6170" fmla="*/ 743995 h 825984"/>
              <a:gd name="csX6171" fmla="*/ 1063397 w 1723042"/>
              <a:gd name="csY6171" fmla="*/ 744075 h 825984"/>
              <a:gd name="csX6172" fmla="*/ 1063566 w 1723042"/>
              <a:gd name="csY6172" fmla="*/ 744155 h 825984"/>
              <a:gd name="csX6173" fmla="*/ 1063744 w 1723042"/>
              <a:gd name="csY6173" fmla="*/ 744235 h 825984"/>
              <a:gd name="csX6174" fmla="*/ 1063913 w 1723042"/>
              <a:gd name="csY6174" fmla="*/ 744306 h 825984"/>
              <a:gd name="csX6175" fmla="*/ 1064082 w 1723042"/>
              <a:gd name="csY6175" fmla="*/ 744386 h 825984"/>
              <a:gd name="csX6176" fmla="*/ 1064260 w 1723042"/>
              <a:gd name="csY6176" fmla="*/ 744467 h 825984"/>
              <a:gd name="csX6177" fmla="*/ 1064429 w 1723042"/>
              <a:gd name="csY6177" fmla="*/ 744547 h 825984"/>
              <a:gd name="csX6178" fmla="*/ 1064607 w 1723042"/>
              <a:gd name="csY6178" fmla="*/ 744627 h 825984"/>
              <a:gd name="csX6179" fmla="*/ 1064776 w 1723042"/>
              <a:gd name="csY6179" fmla="*/ 744707 h 825984"/>
              <a:gd name="csX6180" fmla="*/ 1064945 w 1723042"/>
              <a:gd name="csY6180" fmla="*/ 744787 h 825984"/>
              <a:gd name="csX6181" fmla="*/ 1065123 w 1723042"/>
              <a:gd name="csY6181" fmla="*/ 744867 h 825984"/>
              <a:gd name="csX6182" fmla="*/ 1065292 w 1723042"/>
              <a:gd name="csY6182" fmla="*/ 744938 h 825984"/>
              <a:gd name="csX6183" fmla="*/ 1065461 w 1723042"/>
              <a:gd name="csY6183" fmla="*/ 745018 h 825984"/>
              <a:gd name="csX6184" fmla="*/ 1065639 w 1723042"/>
              <a:gd name="csY6184" fmla="*/ 745098 h 825984"/>
              <a:gd name="csX6185" fmla="*/ 1065808 w 1723042"/>
              <a:gd name="csY6185" fmla="*/ 745178 h 825984"/>
              <a:gd name="csX6186" fmla="*/ 1065986 w 1723042"/>
              <a:gd name="csY6186" fmla="*/ 745258 h 825984"/>
              <a:gd name="csX6187" fmla="*/ 1066155 w 1723042"/>
              <a:gd name="csY6187" fmla="*/ 745330 h 825984"/>
              <a:gd name="csX6188" fmla="*/ 1066324 w 1723042"/>
              <a:gd name="csY6188" fmla="*/ 745410 h 825984"/>
              <a:gd name="csX6189" fmla="*/ 1066502 w 1723042"/>
              <a:gd name="csY6189" fmla="*/ 745490 h 825984"/>
              <a:gd name="csX6190" fmla="*/ 1066671 w 1723042"/>
              <a:gd name="csY6190" fmla="*/ 745570 h 825984"/>
              <a:gd name="csX6191" fmla="*/ 1066840 w 1723042"/>
              <a:gd name="csY6191" fmla="*/ 745641 h 825984"/>
              <a:gd name="csX6192" fmla="*/ 1067018 w 1723042"/>
              <a:gd name="csY6192" fmla="*/ 745721 h 825984"/>
              <a:gd name="csX6193" fmla="*/ 1067187 w 1723042"/>
              <a:gd name="csY6193" fmla="*/ 745801 h 825984"/>
              <a:gd name="csX6194" fmla="*/ 1067356 w 1723042"/>
              <a:gd name="csY6194" fmla="*/ 745872 h 825984"/>
              <a:gd name="csX6195" fmla="*/ 1067534 w 1723042"/>
              <a:gd name="csY6195" fmla="*/ 745952 h 825984"/>
              <a:gd name="csX6196" fmla="*/ 1067703 w 1723042"/>
              <a:gd name="csY6196" fmla="*/ 746032 h 825984"/>
              <a:gd name="csX6197" fmla="*/ 1067881 w 1723042"/>
              <a:gd name="csY6197" fmla="*/ 746103 h 825984"/>
              <a:gd name="csX6198" fmla="*/ 1068050 w 1723042"/>
              <a:gd name="csY6198" fmla="*/ 746184 h 825984"/>
              <a:gd name="csX6199" fmla="*/ 1068219 w 1723042"/>
              <a:gd name="csY6199" fmla="*/ 746264 h 825984"/>
              <a:gd name="csX6200" fmla="*/ 1068397 w 1723042"/>
              <a:gd name="csY6200" fmla="*/ 746335 h 825984"/>
              <a:gd name="csX6201" fmla="*/ 1068566 w 1723042"/>
              <a:gd name="csY6201" fmla="*/ 746415 h 825984"/>
              <a:gd name="csX6202" fmla="*/ 1068735 w 1723042"/>
              <a:gd name="csY6202" fmla="*/ 746486 h 825984"/>
              <a:gd name="csX6203" fmla="*/ 1068913 w 1723042"/>
              <a:gd name="csY6203" fmla="*/ 746566 h 825984"/>
              <a:gd name="csX6204" fmla="*/ 1069082 w 1723042"/>
              <a:gd name="csY6204" fmla="*/ 746637 h 825984"/>
              <a:gd name="csX6205" fmla="*/ 1069260 w 1723042"/>
              <a:gd name="csY6205" fmla="*/ 746717 h 825984"/>
              <a:gd name="csX6206" fmla="*/ 1069429 w 1723042"/>
              <a:gd name="csY6206" fmla="*/ 746789 h 825984"/>
              <a:gd name="csX6207" fmla="*/ 1069598 w 1723042"/>
              <a:gd name="csY6207" fmla="*/ 746869 h 825984"/>
              <a:gd name="csX6208" fmla="*/ 1069776 w 1723042"/>
              <a:gd name="csY6208" fmla="*/ 746940 h 825984"/>
              <a:gd name="csX6209" fmla="*/ 1069945 w 1723042"/>
              <a:gd name="csY6209" fmla="*/ 747020 h 825984"/>
              <a:gd name="csX6210" fmla="*/ 1070114 w 1723042"/>
              <a:gd name="csY6210" fmla="*/ 747091 h 825984"/>
              <a:gd name="csX6211" fmla="*/ 1070292 w 1723042"/>
              <a:gd name="csY6211" fmla="*/ 747171 h 825984"/>
              <a:gd name="csX6212" fmla="*/ 1070461 w 1723042"/>
              <a:gd name="csY6212" fmla="*/ 747242 h 825984"/>
              <a:gd name="csX6213" fmla="*/ 1070639 w 1723042"/>
              <a:gd name="csY6213" fmla="*/ 747322 h 825984"/>
              <a:gd name="csX6214" fmla="*/ 1070808 w 1723042"/>
              <a:gd name="csY6214" fmla="*/ 747393 h 825984"/>
              <a:gd name="csX6215" fmla="*/ 1070977 w 1723042"/>
              <a:gd name="csY6215" fmla="*/ 747474 h 825984"/>
              <a:gd name="csX6216" fmla="*/ 1071155 w 1723042"/>
              <a:gd name="csY6216" fmla="*/ 747545 h 825984"/>
              <a:gd name="csX6217" fmla="*/ 1071324 w 1723042"/>
              <a:gd name="csY6217" fmla="*/ 747616 h 825984"/>
              <a:gd name="csX6218" fmla="*/ 1071493 w 1723042"/>
              <a:gd name="csY6218" fmla="*/ 747696 h 825984"/>
              <a:gd name="csX6219" fmla="*/ 1071671 w 1723042"/>
              <a:gd name="csY6219" fmla="*/ 747767 h 825984"/>
              <a:gd name="csX6220" fmla="*/ 1071840 w 1723042"/>
              <a:gd name="csY6220" fmla="*/ 747847 h 825984"/>
              <a:gd name="csX6221" fmla="*/ 1072009 w 1723042"/>
              <a:gd name="csY6221" fmla="*/ 747918 h 825984"/>
              <a:gd name="csX6222" fmla="*/ 1072187 w 1723042"/>
              <a:gd name="csY6222" fmla="*/ 747990 h 825984"/>
              <a:gd name="csX6223" fmla="*/ 1072356 w 1723042"/>
              <a:gd name="csY6223" fmla="*/ 748070 h 825984"/>
              <a:gd name="csX6224" fmla="*/ 1072534 w 1723042"/>
              <a:gd name="csY6224" fmla="*/ 748141 h 825984"/>
              <a:gd name="csX6225" fmla="*/ 1072703 w 1723042"/>
              <a:gd name="csY6225" fmla="*/ 748212 h 825984"/>
              <a:gd name="csX6226" fmla="*/ 1072872 w 1723042"/>
              <a:gd name="csY6226" fmla="*/ 748283 h 825984"/>
              <a:gd name="csX6227" fmla="*/ 1073050 w 1723042"/>
              <a:gd name="csY6227" fmla="*/ 748363 h 825984"/>
              <a:gd name="csX6228" fmla="*/ 1073219 w 1723042"/>
              <a:gd name="csY6228" fmla="*/ 748434 h 825984"/>
              <a:gd name="csX6229" fmla="*/ 1073388 w 1723042"/>
              <a:gd name="csY6229" fmla="*/ 748505 h 825984"/>
              <a:gd name="csX6230" fmla="*/ 1073566 w 1723042"/>
              <a:gd name="csY6230" fmla="*/ 748577 h 825984"/>
              <a:gd name="csX6231" fmla="*/ 1073735 w 1723042"/>
              <a:gd name="csY6231" fmla="*/ 748657 h 825984"/>
              <a:gd name="csX6232" fmla="*/ 1073913 w 1723042"/>
              <a:gd name="csY6232" fmla="*/ 748728 h 825984"/>
              <a:gd name="csX6233" fmla="*/ 1074082 w 1723042"/>
              <a:gd name="csY6233" fmla="*/ 748799 h 825984"/>
              <a:gd name="csX6234" fmla="*/ 1074251 w 1723042"/>
              <a:gd name="csY6234" fmla="*/ 748870 h 825984"/>
              <a:gd name="csX6235" fmla="*/ 1074429 w 1723042"/>
              <a:gd name="csY6235" fmla="*/ 748941 h 825984"/>
              <a:gd name="csX6236" fmla="*/ 1074598 w 1723042"/>
              <a:gd name="csY6236" fmla="*/ 749022 h 825984"/>
              <a:gd name="csX6237" fmla="*/ 1074767 w 1723042"/>
              <a:gd name="csY6237" fmla="*/ 749093 h 825984"/>
              <a:gd name="csX6238" fmla="*/ 1074945 w 1723042"/>
              <a:gd name="csY6238" fmla="*/ 749164 h 825984"/>
              <a:gd name="csX6239" fmla="*/ 1075114 w 1723042"/>
              <a:gd name="csY6239" fmla="*/ 749235 h 825984"/>
              <a:gd name="csX6240" fmla="*/ 1075292 w 1723042"/>
              <a:gd name="csY6240" fmla="*/ 749306 h 825984"/>
              <a:gd name="csX6241" fmla="*/ 1075461 w 1723042"/>
              <a:gd name="csY6241" fmla="*/ 749377 h 825984"/>
              <a:gd name="csX6242" fmla="*/ 1075630 w 1723042"/>
              <a:gd name="csY6242" fmla="*/ 749449 h 825984"/>
              <a:gd name="csX6243" fmla="*/ 1075808 w 1723042"/>
              <a:gd name="csY6243" fmla="*/ 749520 h 825984"/>
              <a:gd name="csX6244" fmla="*/ 1075977 w 1723042"/>
              <a:gd name="csY6244" fmla="*/ 749600 h 825984"/>
              <a:gd name="csX6245" fmla="*/ 1076146 w 1723042"/>
              <a:gd name="csY6245" fmla="*/ 749671 h 825984"/>
              <a:gd name="csX6246" fmla="*/ 1076324 w 1723042"/>
              <a:gd name="csY6246" fmla="*/ 749742 h 825984"/>
              <a:gd name="csX6247" fmla="*/ 1076493 w 1723042"/>
              <a:gd name="csY6247" fmla="*/ 749813 h 825984"/>
              <a:gd name="csX6248" fmla="*/ 1076662 w 1723042"/>
              <a:gd name="csY6248" fmla="*/ 749884 h 825984"/>
              <a:gd name="csX6249" fmla="*/ 1076840 w 1723042"/>
              <a:gd name="csY6249" fmla="*/ 749956 h 825984"/>
              <a:gd name="csX6250" fmla="*/ 1077009 w 1723042"/>
              <a:gd name="csY6250" fmla="*/ 750027 h 825984"/>
              <a:gd name="csX6251" fmla="*/ 1077187 w 1723042"/>
              <a:gd name="csY6251" fmla="*/ 750098 h 825984"/>
              <a:gd name="csX6252" fmla="*/ 1077356 w 1723042"/>
              <a:gd name="csY6252" fmla="*/ 750169 h 825984"/>
              <a:gd name="csX6253" fmla="*/ 1077525 w 1723042"/>
              <a:gd name="csY6253" fmla="*/ 750240 h 825984"/>
              <a:gd name="csX6254" fmla="*/ 1077703 w 1723042"/>
              <a:gd name="csY6254" fmla="*/ 750311 h 825984"/>
              <a:gd name="csX6255" fmla="*/ 1077872 w 1723042"/>
              <a:gd name="csY6255" fmla="*/ 750383 h 825984"/>
              <a:gd name="csX6256" fmla="*/ 1078041 w 1723042"/>
              <a:gd name="csY6256" fmla="*/ 750454 h 825984"/>
              <a:gd name="csX6257" fmla="*/ 1078219 w 1723042"/>
              <a:gd name="csY6257" fmla="*/ 750516 h 825984"/>
              <a:gd name="csX6258" fmla="*/ 1078388 w 1723042"/>
              <a:gd name="csY6258" fmla="*/ 750587 h 825984"/>
              <a:gd name="csX6259" fmla="*/ 1078566 w 1723042"/>
              <a:gd name="csY6259" fmla="*/ 750658 h 825984"/>
              <a:gd name="csX6260" fmla="*/ 1078735 w 1723042"/>
              <a:gd name="csY6260" fmla="*/ 750730 h 825984"/>
              <a:gd name="csX6261" fmla="*/ 1078904 w 1723042"/>
              <a:gd name="csY6261" fmla="*/ 750801 h 825984"/>
              <a:gd name="csX6262" fmla="*/ 1079082 w 1723042"/>
              <a:gd name="csY6262" fmla="*/ 750872 h 825984"/>
              <a:gd name="csX6263" fmla="*/ 1079251 w 1723042"/>
              <a:gd name="csY6263" fmla="*/ 750943 h 825984"/>
              <a:gd name="csX6264" fmla="*/ 1079420 w 1723042"/>
              <a:gd name="csY6264" fmla="*/ 751014 h 825984"/>
              <a:gd name="csX6265" fmla="*/ 1079598 w 1723042"/>
              <a:gd name="csY6265" fmla="*/ 751077 h 825984"/>
              <a:gd name="csX6266" fmla="*/ 1079767 w 1723042"/>
              <a:gd name="csY6266" fmla="*/ 751148 h 825984"/>
              <a:gd name="csX6267" fmla="*/ 1079936 w 1723042"/>
              <a:gd name="csY6267" fmla="*/ 751219 h 825984"/>
              <a:gd name="csX6268" fmla="*/ 1080114 w 1723042"/>
              <a:gd name="csY6268" fmla="*/ 751290 h 825984"/>
              <a:gd name="csX6269" fmla="*/ 1080283 w 1723042"/>
              <a:gd name="csY6269" fmla="*/ 751361 h 825984"/>
              <a:gd name="csX6270" fmla="*/ 1080461 w 1723042"/>
              <a:gd name="csY6270" fmla="*/ 751424 h 825984"/>
              <a:gd name="csX6271" fmla="*/ 1080630 w 1723042"/>
              <a:gd name="csY6271" fmla="*/ 751495 h 825984"/>
              <a:gd name="csX6272" fmla="*/ 1080799 w 1723042"/>
              <a:gd name="csY6272" fmla="*/ 751566 h 825984"/>
              <a:gd name="csX6273" fmla="*/ 1080977 w 1723042"/>
              <a:gd name="csY6273" fmla="*/ 751637 h 825984"/>
              <a:gd name="csX6274" fmla="*/ 1081146 w 1723042"/>
              <a:gd name="csY6274" fmla="*/ 751708 h 825984"/>
              <a:gd name="csX6275" fmla="*/ 1081315 w 1723042"/>
              <a:gd name="csY6275" fmla="*/ 751771 h 825984"/>
              <a:gd name="csX6276" fmla="*/ 1081493 w 1723042"/>
              <a:gd name="csY6276" fmla="*/ 751842 h 825984"/>
              <a:gd name="csX6277" fmla="*/ 1081662 w 1723042"/>
              <a:gd name="csY6277" fmla="*/ 751913 h 825984"/>
              <a:gd name="csX6278" fmla="*/ 1081840 w 1723042"/>
              <a:gd name="csY6278" fmla="*/ 751975 h 825984"/>
              <a:gd name="csX6279" fmla="*/ 1082009 w 1723042"/>
              <a:gd name="csY6279" fmla="*/ 752046 h 825984"/>
              <a:gd name="csX6280" fmla="*/ 1082178 w 1723042"/>
              <a:gd name="csY6280" fmla="*/ 752118 h 825984"/>
              <a:gd name="csX6281" fmla="*/ 1082356 w 1723042"/>
              <a:gd name="csY6281" fmla="*/ 752180 h 825984"/>
              <a:gd name="csX6282" fmla="*/ 1082525 w 1723042"/>
              <a:gd name="csY6282" fmla="*/ 752251 h 825984"/>
              <a:gd name="csX6283" fmla="*/ 1082694 w 1723042"/>
              <a:gd name="csY6283" fmla="*/ 752322 h 825984"/>
              <a:gd name="csX6284" fmla="*/ 1082871 w 1723042"/>
              <a:gd name="csY6284" fmla="*/ 752384 h 825984"/>
              <a:gd name="csX6285" fmla="*/ 1083041 w 1723042"/>
              <a:gd name="csY6285" fmla="*/ 752456 h 825984"/>
              <a:gd name="csX6286" fmla="*/ 1083218 w 1723042"/>
              <a:gd name="csY6286" fmla="*/ 752527 h 825984"/>
              <a:gd name="csX6287" fmla="*/ 1083388 w 1723042"/>
              <a:gd name="csY6287" fmla="*/ 752589 h 825984"/>
              <a:gd name="csX6288" fmla="*/ 1083557 w 1723042"/>
              <a:gd name="csY6288" fmla="*/ 752660 h 825984"/>
              <a:gd name="csX6289" fmla="*/ 1083734 w 1723042"/>
              <a:gd name="csY6289" fmla="*/ 752722 h 825984"/>
              <a:gd name="csX6290" fmla="*/ 1083903 w 1723042"/>
              <a:gd name="csY6290" fmla="*/ 752794 h 825984"/>
              <a:gd name="csX6291" fmla="*/ 1084073 w 1723042"/>
              <a:gd name="csY6291" fmla="*/ 752856 h 825984"/>
              <a:gd name="csX6292" fmla="*/ 1084250 w 1723042"/>
              <a:gd name="csY6292" fmla="*/ 752927 h 825984"/>
              <a:gd name="csX6293" fmla="*/ 1084420 w 1723042"/>
              <a:gd name="csY6293" fmla="*/ 752998 h 825984"/>
              <a:gd name="csX6294" fmla="*/ 1084589 w 1723042"/>
              <a:gd name="csY6294" fmla="*/ 753060 h 825984"/>
              <a:gd name="csX6295" fmla="*/ 1084766 w 1723042"/>
              <a:gd name="csY6295" fmla="*/ 753132 h 825984"/>
              <a:gd name="csX6296" fmla="*/ 1084935 w 1723042"/>
              <a:gd name="csY6296" fmla="*/ 753194 h 825984"/>
              <a:gd name="csX6297" fmla="*/ 1085113 w 1723042"/>
              <a:gd name="csY6297" fmla="*/ 753265 h 825984"/>
              <a:gd name="csX6298" fmla="*/ 1085282 w 1723042"/>
              <a:gd name="csY6298" fmla="*/ 753327 h 825984"/>
              <a:gd name="csX6299" fmla="*/ 1085451 w 1723042"/>
              <a:gd name="csY6299" fmla="*/ 753399 h 825984"/>
              <a:gd name="csX6300" fmla="*/ 1085629 w 1723042"/>
              <a:gd name="csY6300" fmla="*/ 753461 h 825984"/>
              <a:gd name="csX6301" fmla="*/ 1085798 w 1723042"/>
              <a:gd name="csY6301" fmla="*/ 753523 h 825984"/>
              <a:gd name="csX6302" fmla="*/ 1085968 w 1723042"/>
              <a:gd name="csY6302" fmla="*/ 753594 h 825984"/>
              <a:gd name="csX6303" fmla="*/ 1086145 w 1723042"/>
              <a:gd name="csY6303" fmla="*/ 753657 h 825984"/>
              <a:gd name="csX6304" fmla="*/ 1086314 w 1723042"/>
              <a:gd name="csY6304" fmla="*/ 753728 h 825984"/>
              <a:gd name="csX6305" fmla="*/ 1086492 w 1723042"/>
              <a:gd name="csY6305" fmla="*/ 753790 h 825984"/>
              <a:gd name="csX6306" fmla="*/ 1086661 w 1723042"/>
              <a:gd name="csY6306" fmla="*/ 753861 h 825984"/>
              <a:gd name="csX6307" fmla="*/ 1086830 w 1723042"/>
              <a:gd name="csY6307" fmla="*/ 753924 h 825984"/>
              <a:gd name="csX6308" fmla="*/ 1087008 w 1723042"/>
              <a:gd name="csY6308" fmla="*/ 753986 h 825984"/>
              <a:gd name="csX6309" fmla="*/ 1087177 w 1723042"/>
              <a:gd name="csY6309" fmla="*/ 754057 h 825984"/>
              <a:gd name="csX6310" fmla="*/ 1087346 w 1723042"/>
              <a:gd name="csY6310" fmla="*/ 754119 h 825984"/>
              <a:gd name="csX6311" fmla="*/ 1087524 w 1723042"/>
              <a:gd name="csY6311" fmla="*/ 754181 h 825984"/>
              <a:gd name="csX6312" fmla="*/ 1087693 w 1723042"/>
              <a:gd name="csY6312" fmla="*/ 754253 h 825984"/>
              <a:gd name="csX6313" fmla="*/ 1087862 w 1723042"/>
              <a:gd name="csY6313" fmla="*/ 754315 h 825984"/>
              <a:gd name="csX6314" fmla="*/ 1088040 w 1723042"/>
              <a:gd name="csY6314" fmla="*/ 754377 h 825984"/>
              <a:gd name="csX6315" fmla="*/ 1088209 w 1723042"/>
              <a:gd name="csY6315" fmla="*/ 754448 h 825984"/>
              <a:gd name="csX6316" fmla="*/ 1088387 w 1723042"/>
              <a:gd name="csY6316" fmla="*/ 754511 h 825984"/>
              <a:gd name="csX6317" fmla="*/ 1088556 w 1723042"/>
              <a:gd name="csY6317" fmla="*/ 754573 h 825984"/>
              <a:gd name="csX6318" fmla="*/ 1088725 w 1723042"/>
              <a:gd name="csY6318" fmla="*/ 754644 h 825984"/>
              <a:gd name="csX6319" fmla="*/ 1088903 w 1723042"/>
              <a:gd name="csY6319" fmla="*/ 754706 h 825984"/>
              <a:gd name="csX6320" fmla="*/ 1089072 w 1723042"/>
              <a:gd name="csY6320" fmla="*/ 754769 h 825984"/>
              <a:gd name="csX6321" fmla="*/ 1089241 w 1723042"/>
              <a:gd name="csY6321" fmla="*/ 754831 h 825984"/>
              <a:gd name="csX6322" fmla="*/ 1089419 w 1723042"/>
              <a:gd name="csY6322" fmla="*/ 754902 h 825984"/>
              <a:gd name="csX6323" fmla="*/ 1089588 w 1723042"/>
              <a:gd name="csY6323" fmla="*/ 754964 h 825984"/>
              <a:gd name="csX6324" fmla="*/ 1089766 w 1723042"/>
              <a:gd name="csY6324" fmla="*/ 755027 h 825984"/>
              <a:gd name="csX6325" fmla="*/ 1089935 w 1723042"/>
              <a:gd name="csY6325" fmla="*/ 755089 h 825984"/>
              <a:gd name="csX6326" fmla="*/ 1090104 w 1723042"/>
              <a:gd name="csY6326" fmla="*/ 755160 h 825984"/>
              <a:gd name="csX6327" fmla="*/ 1090282 w 1723042"/>
              <a:gd name="csY6327" fmla="*/ 755222 h 825984"/>
              <a:gd name="csX6328" fmla="*/ 1090451 w 1723042"/>
              <a:gd name="csY6328" fmla="*/ 755285 h 825984"/>
              <a:gd name="csX6329" fmla="*/ 1090620 w 1723042"/>
              <a:gd name="csY6329" fmla="*/ 755347 h 825984"/>
              <a:gd name="csX6330" fmla="*/ 1090798 w 1723042"/>
              <a:gd name="csY6330" fmla="*/ 755409 h 825984"/>
              <a:gd name="csX6331" fmla="*/ 1090967 w 1723042"/>
              <a:gd name="csY6331" fmla="*/ 755471 h 825984"/>
              <a:gd name="csX6332" fmla="*/ 1091145 w 1723042"/>
              <a:gd name="csY6332" fmla="*/ 755543 h 825984"/>
              <a:gd name="csX6333" fmla="*/ 1091314 w 1723042"/>
              <a:gd name="csY6333" fmla="*/ 755605 h 825984"/>
              <a:gd name="csX6334" fmla="*/ 1091483 w 1723042"/>
              <a:gd name="csY6334" fmla="*/ 755667 h 825984"/>
              <a:gd name="csX6335" fmla="*/ 1091661 w 1723042"/>
              <a:gd name="csY6335" fmla="*/ 755729 h 825984"/>
              <a:gd name="csX6336" fmla="*/ 1091830 w 1723042"/>
              <a:gd name="csY6336" fmla="*/ 755792 h 825984"/>
              <a:gd name="csX6337" fmla="*/ 1091999 w 1723042"/>
              <a:gd name="csY6337" fmla="*/ 755854 h 825984"/>
              <a:gd name="csX6338" fmla="*/ 1092177 w 1723042"/>
              <a:gd name="csY6338" fmla="*/ 755916 h 825984"/>
              <a:gd name="csX6339" fmla="*/ 1092346 w 1723042"/>
              <a:gd name="csY6339" fmla="*/ 755979 h 825984"/>
              <a:gd name="csX6340" fmla="*/ 1092515 w 1723042"/>
              <a:gd name="csY6340" fmla="*/ 756041 h 825984"/>
              <a:gd name="csX6341" fmla="*/ 1092693 w 1723042"/>
              <a:gd name="csY6341" fmla="*/ 756103 h 825984"/>
              <a:gd name="csX6342" fmla="*/ 1092862 w 1723042"/>
              <a:gd name="csY6342" fmla="*/ 756174 h 825984"/>
              <a:gd name="csX6343" fmla="*/ 1093040 w 1723042"/>
              <a:gd name="csY6343" fmla="*/ 756237 h 825984"/>
              <a:gd name="csX6344" fmla="*/ 1093209 w 1723042"/>
              <a:gd name="csY6344" fmla="*/ 756299 h 825984"/>
              <a:gd name="csX6345" fmla="*/ 1093378 w 1723042"/>
              <a:gd name="csY6345" fmla="*/ 756361 h 825984"/>
              <a:gd name="csX6346" fmla="*/ 1093556 w 1723042"/>
              <a:gd name="csY6346" fmla="*/ 756423 h 825984"/>
              <a:gd name="csX6347" fmla="*/ 1093725 w 1723042"/>
              <a:gd name="csY6347" fmla="*/ 756486 h 825984"/>
              <a:gd name="csX6348" fmla="*/ 1093894 w 1723042"/>
              <a:gd name="csY6348" fmla="*/ 756548 h 825984"/>
              <a:gd name="csX6349" fmla="*/ 1094072 w 1723042"/>
              <a:gd name="csY6349" fmla="*/ 756610 h 825984"/>
              <a:gd name="csX6350" fmla="*/ 1094241 w 1723042"/>
              <a:gd name="csY6350" fmla="*/ 756672 h 825984"/>
              <a:gd name="csX6351" fmla="*/ 1094419 w 1723042"/>
              <a:gd name="csY6351" fmla="*/ 756735 h 825984"/>
              <a:gd name="csX6352" fmla="*/ 1094588 w 1723042"/>
              <a:gd name="csY6352" fmla="*/ 756797 h 825984"/>
              <a:gd name="csX6353" fmla="*/ 1094757 w 1723042"/>
              <a:gd name="csY6353" fmla="*/ 756850 h 825984"/>
              <a:gd name="csX6354" fmla="*/ 1094935 w 1723042"/>
              <a:gd name="csY6354" fmla="*/ 756913 h 825984"/>
              <a:gd name="csX6355" fmla="*/ 1095104 w 1723042"/>
              <a:gd name="csY6355" fmla="*/ 756975 h 825984"/>
              <a:gd name="csX6356" fmla="*/ 1095273 w 1723042"/>
              <a:gd name="csY6356" fmla="*/ 757037 h 825984"/>
              <a:gd name="csX6357" fmla="*/ 1095451 w 1723042"/>
              <a:gd name="csY6357" fmla="*/ 757099 h 825984"/>
              <a:gd name="csX6358" fmla="*/ 1095620 w 1723042"/>
              <a:gd name="csY6358" fmla="*/ 757162 h 825984"/>
              <a:gd name="csX6359" fmla="*/ 1095798 w 1723042"/>
              <a:gd name="csY6359" fmla="*/ 757224 h 825984"/>
              <a:gd name="csX6360" fmla="*/ 1095967 w 1723042"/>
              <a:gd name="csY6360" fmla="*/ 757286 h 825984"/>
              <a:gd name="csX6361" fmla="*/ 1096136 w 1723042"/>
              <a:gd name="csY6361" fmla="*/ 757349 h 825984"/>
              <a:gd name="csX6362" fmla="*/ 1096314 w 1723042"/>
              <a:gd name="csY6362" fmla="*/ 757411 h 825984"/>
              <a:gd name="csX6363" fmla="*/ 1096483 w 1723042"/>
              <a:gd name="csY6363" fmla="*/ 757464 h 825984"/>
              <a:gd name="csX6364" fmla="*/ 1096652 w 1723042"/>
              <a:gd name="csY6364" fmla="*/ 757527 h 825984"/>
              <a:gd name="csX6365" fmla="*/ 1096830 w 1723042"/>
              <a:gd name="csY6365" fmla="*/ 757589 h 825984"/>
              <a:gd name="csX6366" fmla="*/ 1096999 w 1723042"/>
              <a:gd name="csY6366" fmla="*/ 757651 h 825984"/>
              <a:gd name="csX6367" fmla="*/ 1097168 w 1723042"/>
              <a:gd name="csY6367" fmla="*/ 757713 h 825984"/>
              <a:gd name="csX6368" fmla="*/ 1097346 w 1723042"/>
              <a:gd name="csY6368" fmla="*/ 757776 h 825984"/>
              <a:gd name="csX6369" fmla="*/ 1097515 w 1723042"/>
              <a:gd name="csY6369" fmla="*/ 757829 h 825984"/>
              <a:gd name="csX6370" fmla="*/ 1097693 w 1723042"/>
              <a:gd name="csY6370" fmla="*/ 757891 h 825984"/>
              <a:gd name="csX6371" fmla="*/ 1097862 w 1723042"/>
              <a:gd name="csY6371" fmla="*/ 757954 h 825984"/>
              <a:gd name="csX6372" fmla="*/ 1098031 w 1723042"/>
              <a:gd name="csY6372" fmla="*/ 758016 h 825984"/>
              <a:gd name="csX6373" fmla="*/ 1098209 w 1723042"/>
              <a:gd name="csY6373" fmla="*/ 758069 h 825984"/>
              <a:gd name="csX6374" fmla="*/ 1098378 w 1723042"/>
              <a:gd name="csY6374" fmla="*/ 758132 h 825984"/>
              <a:gd name="csX6375" fmla="*/ 1098547 w 1723042"/>
              <a:gd name="csY6375" fmla="*/ 758194 h 825984"/>
              <a:gd name="csX6376" fmla="*/ 1098725 w 1723042"/>
              <a:gd name="csY6376" fmla="*/ 758256 h 825984"/>
              <a:gd name="csX6377" fmla="*/ 1098894 w 1723042"/>
              <a:gd name="csY6377" fmla="*/ 758309 h 825984"/>
              <a:gd name="csX6378" fmla="*/ 1099072 w 1723042"/>
              <a:gd name="csY6378" fmla="*/ 758372 h 825984"/>
              <a:gd name="csX6379" fmla="*/ 1099241 w 1723042"/>
              <a:gd name="csY6379" fmla="*/ 758434 h 825984"/>
              <a:gd name="csX6380" fmla="*/ 1099410 w 1723042"/>
              <a:gd name="csY6380" fmla="*/ 758496 h 825984"/>
              <a:gd name="csX6381" fmla="*/ 1099588 w 1723042"/>
              <a:gd name="csY6381" fmla="*/ 758550 h 825984"/>
              <a:gd name="csX6382" fmla="*/ 1099757 w 1723042"/>
              <a:gd name="csY6382" fmla="*/ 758612 h 825984"/>
              <a:gd name="csX6383" fmla="*/ 1099926 w 1723042"/>
              <a:gd name="csY6383" fmla="*/ 758674 h 825984"/>
              <a:gd name="csX6384" fmla="*/ 1100104 w 1723042"/>
              <a:gd name="csY6384" fmla="*/ 758728 h 825984"/>
              <a:gd name="csX6385" fmla="*/ 1100273 w 1723042"/>
              <a:gd name="csY6385" fmla="*/ 758790 h 825984"/>
              <a:gd name="csX6386" fmla="*/ 1100442 w 1723042"/>
              <a:gd name="csY6386" fmla="*/ 758852 h 825984"/>
              <a:gd name="csX6387" fmla="*/ 1100620 w 1723042"/>
              <a:gd name="csY6387" fmla="*/ 758905 h 825984"/>
              <a:gd name="csX6388" fmla="*/ 1100789 w 1723042"/>
              <a:gd name="csY6388" fmla="*/ 758968 h 825984"/>
              <a:gd name="csX6389" fmla="*/ 1100967 w 1723042"/>
              <a:gd name="csY6389" fmla="*/ 759021 h 825984"/>
              <a:gd name="csX6390" fmla="*/ 1101136 w 1723042"/>
              <a:gd name="csY6390" fmla="*/ 759083 h 825984"/>
              <a:gd name="csX6391" fmla="*/ 1101305 w 1723042"/>
              <a:gd name="csY6391" fmla="*/ 759146 h 825984"/>
              <a:gd name="csX6392" fmla="*/ 1101483 w 1723042"/>
              <a:gd name="csY6392" fmla="*/ 759199 h 825984"/>
              <a:gd name="csX6393" fmla="*/ 1101652 w 1723042"/>
              <a:gd name="csY6393" fmla="*/ 759261 h 825984"/>
              <a:gd name="csX6394" fmla="*/ 1101821 w 1723042"/>
              <a:gd name="csY6394" fmla="*/ 759315 h 825984"/>
              <a:gd name="csX6395" fmla="*/ 1101999 w 1723042"/>
              <a:gd name="csY6395" fmla="*/ 759377 h 825984"/>
              <a:gd name="csX6396" fmla="*/ 1102168 w 1723042"/>
              <a:gd name="csY6396" fmla="*/ 759439 h 825984"/>
              <a:gd name="csX6397" fmla="*/ 1102346 w 1723042"/>
              <a:gd name="csY6397" fmla="*/ 759493 h 825984"/>
              <a:gd name="csX6398" fmla="*/ 1102515 w 1723042"/>
              <a:gd name="csY6398" fmla="*/ 759555 h 825984"/>
              <a:gd name="csX6399" fmla="*/ 1102684 w 1723042"/>
              <a:gd name="csY6399" fmla="*/ 759608 h 825984"/>
              <a:gd name="csX6400" fmla="*/ 1102862 w 1723042"/>
              <a:gd name="csY6400" fmla="*/ 759671 h 825984"/>
              <a:gd name="csX6401" fmla="*/ 1103031 w 1723042"/>
              <a:gd name="csY6401" fmla="*/ 759724 h 825984"/>
              <a:gd name="csX6402" fmla="*/ 1103200 w 1723042"/>
              <a:gd name="csY6402" fmla="*/ 759786 h 825984"/>
              <a:gd name="csX6403" fmla="*/ 1103378 w 1723042"/>
              <a:gd name="csY6403" fmla="*/ 759840 h 825984"/>
              <a:gd name="csX6404" fmla="*/ 1103547 w 1723042"/>
              <a:gd name="csY6404" fmla="*/ 759902 h 825984"/>
              <a:gd name="csX6405" fmla="*/ 1103725 w 1723042"/>
              <a:gd name="csY6405" fmla="*/ 759955 h 825984"/>
              <a:gd name="csX6406" fmla="*/ 1103894 w 1723042"/>
              <a:gd name="csY6406" fmla="*/ 760018 h 825984"/>
              <a:gd name="csX6407" fmla="*/ 1104063 w 1723042"/>
              <a:gd name="csY6407" fmla="*/ 760071 h 825984"/>
              <a:gd name="csX6408" fmla="*/ 1104241 w 1723042"/>
              <a:gd name="csY6408" fmla="*/ 760133 h 825984"/>
              <a:gd name="csX6409" fmla="*/ 1104410 w 1723042"/>
              <a:gd name="csY6409" fmla="*/ 760187 h 825984"/>
              <a:gd name="csX6410" fmla="*/ 1104579 w 1723042"/>
              <a:gd name="csY6410" fmla="*/ 760240 h 825984"/>
              <a:gd name="csX6411" fmla="*/ 1104757 w 1723042"/>
              <a:gd name="csY6411" fmla="*/ 760302 h 825984"/>
              <a:gd name="csX6412" fmla="*/ 1104926 w 1723042"/>
              <a:gd name="csY6412" fmla="*/ 760356 h 825984"/>
              <a:gd name="csX6413" fmla="*/ 1105095 w 1723042"/>
              <a:gd name="csY6413" fmla="*/ 760418 h 825984"/>
              <a:gd name="csX6414" fmla="*/ 1105273 w 1723042"/>
              <a:gd name="csY6414" fmla="*/ 760471 h 825984"/>
              <a:gd name="csX6415" fmla="*/ 1105442 w 1723042"/>
              <a:gd name="csY6415" fmla="*/ 760525 h 825984"/>
              <a:gd name="csX6416" fmla="*/ 1105620 w 1723042"/>
              <a:gd name="csY6416" fmla="*/ 760587 h 825984"/>
              <a:gd name="csX6417" fmla="*/ 1105789 w 1723042"/>
              <a:gd name="csY6417" fmla="*/ 760640 h 825984"/>
              <a:gd name="csX6418" fmla="*/ 1105958 w 1723042"/>
              <a:gd name="csY6418" fmla="*/ 760703 h 825984"/>
              <a:gd name="csX6419" fmla="*/ 1106136 w 1723042"/>
              <a:gd name="csY6419" fmla="*/ 760756 h 825984"/>
              <a:gd name="csX6420" fmla="*/ 1106305 w 1723042"/>
              <a:gd name="csY6420" fmla="*/ 760809 h 825984"/>
              <a:gd name="csX6421" fmla="*/ 1106474 w 1723042"/>
              <a:gd name="csY6421" fmla="*/ 760872 h 825984"/>
              <a:gd name="csX6422" fmla="*/ 1106652 w 1723042"/>
              <a:gd name="csY6422" fmla="*/ 760925 h 825984"/>
              <a:gd name="csX6423" fmla="*/ 1106821 w 1723042"/>
              <a:gd name="csY6423" fmla="*/ 760978 h 825984"/>
              <a:gd name="csX6424" fmla="*/ 1106999 w 1723042"/>
              <a:gd name="csY6424" fmla="*/ 761041 h 825984"/>
              <a:gd name="csX6425" fmla="*/ 1107168 w 1723042"/>
              <a:gd name="csY6425" fmla="*/ 761094 h 825984"/>
              <a:gd name="csX6426" fmla="*/ 1107337 w 1723042"/>
              <a:gd name="csY6426" fmla="*/ 761147 h 825984"/>
              <a:gd name="csX6427" fmla="*/ 1107515 w 1723042"/>
              <a:gd name="csY6427" fmla="*/ 761210 h 825984"/>
              <a:gd name="csX6428" fmla="*/ 1107684 w 1723042"/>
              <a:gd name="csY6428" fmla="*/ 761263 h 825984"/>
              <a:gd name="csX6429" fmla="*/ 1107853 w 1723042"/>
              <a:gd name="csY6429" fmla="*/ 761316 h 825984"/>
              <a:gd name="csX6430" fmla="*/ 1108031 w 1723042"/>
              <a:gd name="csY6430" fmla="*/ 761370 h 825984"/>
              <a:gd name="csX6431" fmla="*/ 1108200 w 1723042"/>
              <a:gd name="csY6431" fmla="*/ 761432 h 825984"/>
              <a:gd name="csX6432" fmla="*/ 1108369 w 1723042"/>
              <a:gd name="csY6432" fmla="*/ 761485 h 825984"/>
              <a:gd name="csX6433" fmla="*/ 1108547 w 1723042"/>
              <a:gd name="csY6433" fmla="*/ 761539 h 825984"/>
              <a:gd name="csX6434" fmla="*/ 1108716 w 1723042"/>
              <a:gd name="csY6434" fmla="*/ 761592 h 825984"/>
              <a:gd name="csX6435" fmla="*/ 1108894 w 1723042"/>
              <a:gd name="csY6435" fmla="*/ 761654 h 825984"/>
              <a:gd name="csX6436" fmla="*/ 1109063 w 1723042"/>
              <a:gd name="csY6436" fmla="*/ 761708 h 825984"/>
              <a:gd name="csX6437" fmla="*/ 1109232 w 1723042"/>
              <a:gd name="csY6437" fmla="*/ 761761 h 825984"/>
              <a:gd name="csX6438" fmla="*/ 1109410 w 1723042"/>
              <a:gd name="csY6438" fmla="*/ 761815 h 825984"/>
              <a:gd name="csX6439" fmla="*/ 1109579 w 1723042"/>
              <a:gd name="csY6439" fmla="*/ 761877 h 825984"/>
              <a:gd name="csX6440" fmla="*/ 1109748 w 1723042"/>
              <a:gd name="csY6440" fmla="*/ 761930 h 825984"/>
              <a:gd name="csX6441" fmla="*/ 1109926 w 1723042"/>
              <a:gd name="csY6441" fmla="*/ 761984 h 825984"/>
              <a:gd name="csX6442" fmla="*/ 1110095 w 1723042"/>
              <a:gd name="csY6442" fmla="*/ 762037 h 825984"/>
              <a:gd name="csX6443" fmla="*/ 1110273 w 1723042"/>
              <a:gd name="csY6443" fmla="*/ 762090 h 825984"/>
              <a:gd name="csX6444" fmla="*/ 1110442 w 1723042"/>
              <a:gd name="csY6444" fmla="*/ 762144 h 825984"/>
              <a:gd name="csX6445" fmla="*/ 1110611 w 1723042"/>
              <a:gd name="csY6445" fmla="*/ 762206 h 825984"/>
              <a:gd name="csX6446" fmla="*/ 1110789 w 1723042"/>
              <a:gd name="csY6446" fmla="*/ 762259 h 825984"/>
              <a:gd name="csX6447" fmla="*/ 1110958 w 1723042"/>
              <a:gd name="csY6447" fmla="*/ 762313 h 825984"/>
              <a:gd name="csX6448" fmla="*/ 1111127 w 1723042"/>
              <a:gd name="csY6448" fmla="*/ 762366 h 825984"/>
              <a:gd name="csX6449" fmla="*/ 1111305 w 1723042"/>
              <a:gd name="csY6449" fmla="*/ 762420 h 825984"/>
              <a:gd name="csX6450" fmla="*/ 1111474 w 1723042"/>
              <a:gd name="csY6450" fmla="*/ 762473 h 825984"/>
              <a:gd name="csX6451" fmla="*/ 1111652 w 1723042"/>
              <a:gd name="csY6451" fmla="*/ 762526 h 825984"/>
              <a:gd name="csX6452" fmla="*/ 1111821 w 1723042"/>
              <a:gd name="csY6452" fmla="*/ 762580 h 825984"/>
              <a:gd name="csX6453" fmla="*/ 1111990 w 1723042"/>
              <a:gd name="csY6453" fmla="*/ 762642 h 825984"/>
              <a:gd name="csX6454" fmla="*/ 1112168 w 1723042"/>
              <a:gd name="csY6454" fmla="*/ 762695 h 825984"/>
              <a:gd name="csX6455" fmla="*/ 1112336 w 1723042"/>
              <a:gd name="csY6455" fmla="*/ 762749 h 825984"/>
              <a:gd name="csX6456" fmla="*/ 1112506 w 1723042"/>
              <a:gd name="csY6456" fmla="*/ 762802 h 825984"/>
              <a:gd name="csX6457" fmla="*/ 1112683 w 1723042"/>
              <a:gd name="csY6457" fmla="*/ 762855 h 825984"/>
              <a:gd name="csX6458" fmla="*/ 1112853 w 1723042"/>
              <a:gd name="csY6458" fmla="*/ 762909 h 825984"/>
              <a:gd name="csX6459" fmla="*/ 1113022 w 1723042"/>
              <a:gd name="csY6459" fmla="*/ 762962 h 825984"/>
              <a:gd name="csX6460" fmla="*/ 1113200 w 1723042"/>
              <a:gd name="csY6460" fmla="*/ 763016 h 825984"/>
              <a:gd name="csX6461" fmla="*/ 1113369 w 1723042"/>
              <a:gd name="csY6461" fmla="*/ 763069 h 825984"/>
              <a:gd name="csX6462" fmla="*/ 1113547 w 1723042"/>
              <a:gd name="csY6462" fmla="*/ 763122 h 825984"/>
              <a:gd name="csX6463" fmla="*/ 1113715 w 1723042"/>
              <a:gd name="csY6463" fmla="*/ 763176 h 825984"/>
              <a:gd name="csX6464" fmla="*/ 1113885 w 1723042"/>
              <a:gd name="csY6464" fmla="*/ 763229 h 825984"/>
              <a:gd name="csX6465" fmla="*/ 1114062 w 1723042"/>
              <a:gd name="csY6465" fmla="*/ 763282 h 825984"/>
              <a:gd name="csX6466" fmla="*/ 1114231 w 1723042"/>
              <a:gd name="csY6466" fmla="*/ 763336 h 825984"/>
              <a:gd name="csX6467" fmla="*/ 1114401 w 1723042"/>
              <a:gd name="csY6467" fmla="*/ 763389 h 825984"/>
              <a:gd name="csX6468" fmla="*/ 1114578 w 1723042"/>
              <a:gd name="csY6468" fmla="*/ 763443 h 825984"/>
              <a:gd name="csX6469" fmla="*/ 1114748 w 1723042"/>
              <a:gd name="csY6469" fmla="*/ 763496 h 825984"/>
              <a:gd name="csX6470" fmla="*/ 1114925 w 1723042"/>
              <a:gd name="csY6470" fmla="*/ 763549 h 825984"/>
              <a:gd name="csX6471" fmla="*/ 1115094 w 1723042"/>
              <a:gd name="csY6471" fmla="*/ 763603 h 825984"/>
              <a:gd name="csX6472" fmla="*/ 1115263 w 1723042"/>
              <a:gd name="csY6472" fmla="*/ 763656 h 825984"/>
              <a:gd name="csX6473" fmla="*/ 1115441 w 1723042"/>
              <a:gd name="csY6473" fmla="*/ 763710 h 825984"/>
              <a:gd name="csX6474" fmla="*/ 1115610 w 1723042"/>
              <a:gd name="csY6474" fmla="*/ 763763 h 825984"/>
              <a:gd name="csX6475" fmla="*/ 1115780 w 1723042"/>
              <a:gd name="csY6475" fmla="*/ 763816 h 825984"/>
              <a:gd name="csX6476" fmla="*/ 1115957 w 1723042"/>
              <a:gd name="csY6476" fmla="*/ 763861 h 825984"/>
              <a:gd name="csX6477" fmla="*/ 1116126 w 1723042"/>
              <a:gd name="csY6477" fmla="*/ 763914 h 825984"/>
              <a:gd name="csX6478" fmla="*/ 1116295 w 1723042"/>
              <a:gd name="csY6478" fmla="*/ 763968 h 825984"/>
              <a:gd name="csX6479" fmla="*/ 1116473 w 1723042"/>
              <a:gd name="csY6479" fmla="*/ 764021 h 825984"/>
              <a:gd name="csX6480" fmla="*/ 1116642 w 1723042"/>
              <a:gd name="csY6480" fmla="*/ 764074 h 825984"/>
              <a:gd name="csX6481" fmla="*/ 1116820 w 1723042"/>
              <a:gd name="csY6481" fmla="*/ 764128 h 825984"/>
              <a:gd name="csX6482" fmla="*/ 1116989 w 1723042"/>
              <a:gd name="csY6482" fmla="*/ 764181 h 825984"/>
              <a:gd name="csX6483" fmla="*/ 1117158 w 1723042"/>
              <a:gd name="csY6483" fmla="*/ 764234 h 825984"/>
              <a:gd name="csX6484" fmla="*/ 1117336 w 1723042"/>
              <a:gd name="csY6484" fmla="*/ 764288 h 825984"/>
              <a:gd name="csX6485" fmla="*/ 1117505 w 1723042"/>
              <a:gd name="csY6485" fmla="*/ 764332 h 825984"/>
              <a:gd name="csX6486" fmla="*/ 1117674 w 1723042"/>
              <a:gd name="csY6486" fmla="*/ 764386 h 825984"/>
              <a:gd name="csX6487" fmla="*/ 1117852 w 1723042"/>
              <a:gd name="csY6487" fmla="*/ 764439 h 825984"/>
              <a:gd name="csX6488" fmla="*/ 1118021 w 1723042"/>
              <a:gd name="csY6488" fmla="*/ 764492 h 825984"/>
              <a:gd name="csX6489" fmla="*/ 1118199 w 1723042"/>
              <a:gd name="csY6489" fmla="*/ 764546 h 825984"/>
              <a:gd name="csX6490" fmla="*/ 1118368 w 1723042"/>
              <a:gd name="csY6490" fmla="*/ 764590 h 825984"/>
              <a:gd name="csX6491" fmla="*/ 1118537 w 1723042"/>
              <a:gd name="csY6491" fmla="*/ 764644 h 825984"/>
              <a:gd name="csX6492" fmla="*/ 1118715 w 1723042"/>
              <a:gd name="csY6492" fmla="*/ 764697 h 825984"/>
              <a:gd name="csX6493" fmla="*/ 1118884 w 1723042"/>
              <a:gd name="csY6493" fmla="*/ 764750 h 825984"/>
              <a:gd name="csX6494" fmla="*/ 1119053 w 1723042"/>
              <a:gd name="csY6494" fmla="*/ 764804 h 825984"/>
              <a:gd name="csX6495" fmla="*/ 1119231 w 1723042"/>
              <a:gd name="csY6495" fmla="*/ 764848 h 825984"/>
              <a:gd name="csX6496" fmla="*/ 1119400 w 1723042"/>
              <a:gd name="csY6496" fmla="*/ 764902 h 825984"/>
              <a:gd name="csX6497" fmla="*/ 1119578 w 1723042"/>
              <a:gd name="csY6497" fmla="*/ 764955 h 825984"/>
              <a:gd name="csX6498" fmla="*/ 1119747 w 1723042"/>
              <a:gd name="csY6498" fmla="*/ 765008 h 825984"/>
              <a:gd name="csX6499" fmla="*/ 1119916 w 1723042"/>
              <a:gd name="csY6499" fmla="*/ 765053 h 825984"/>
              <a:gd name="csX6500" fmla="*/ 1120094 w 1723042"/>
              <a:gd name="csY6500" fmla="*/ 765106 h 825984"/>
              <a:gd name="csX6501" fmla="*/ 1120263 w 1723042"/>
              <a:gd name="csY6501" fmla="*/ 765160 h 825984"/>
              <a:gd name="csX6502" fmla="*/ 1120432 w 1723042"/>
              <a:gd name="csY6502" fmla="*/ 765213 h 825984"/>
              <a:gd name="csX6503" fmla="*/ 1120610 w 1723042"/>
              <a:gd name="csY6503" fmla="*/ 765258 h 825984"/>
              <a:gd name="csX6504" fmla="*/ 1120779 w 1723042"/>
              <a:gd name="csY6504" fmla="*/ 765311 h 825984"/>
              <a:gd name="csX6505" fmla="*/ 1120948 w 1723042"/>
              <a:gd name="csY6505" fmla="*/ 765364 h 825984"/>
              <a:gd name="csX6506" fmla="*/ 1121126 w 1723042"/>
              <a:gd name="csY6506" fmla="*/ 765409 h 825984"/>
              <a:gd name="csX6507" fmla="*/ 1121295 w 1723042"/>
              <a:gd name="csY6507" fmla="*/ 765462 h 825984"/>
              <a:gd name="csX6508" fmla="*/ 1121473 w 1723042"/>
              <a:gd name="csY6508" fmla="*/ 765515 h 825984"/>
              <a:gd name="csX6509" fmla="*/ 1121642 w 1723042"/>
              <a:gd name="csY6509" fmla="*/ 765560 h 825984"/>
              <a:gd name="csX6510" fmla="*/ 1121811 w 1723042"/>
              <a:gd name="csY6510" fmla="*/ 765613 h 825984"/>
              <a:gd name="csX6511" fmla="*/ 1121989 w 1723042"/>
              <a:gd name="csY6511" fmla="*/ 765667 h 825984"/>
              <a:gd name="csX6512" fmla="*/ 1122158 w 1723042"/>
              <a:gd name="csY6512" fmla="*/ 765711 h 825984"/>
              <a:gd name="csX6513" fmla="*/ 1122327 w 1723042"/>
              <a:gd name="csY6513" fmla="*/ 765765 h 825984"/>
              <a:gd name="csX6514" fmla="*/ 1122505 w 1723042"/>
              <a:gd name="csY6514" fmla="*/ 765818 h 825984"/>
              <a:gd name="csX6515" fmla="*/ 1122674 w 1723042"/>
              <a:gd name="csY6515" fmla="*/ 765862 h 825984"/>
              <a:gd name="csX6516" fmla="*/ 1122852 w 1723042"/>
              <a:gd name="csY6516" fmla="*/ 765916 h 825984"/>
              <a:gd name="csX6517" fmla="*/ 1123021 w 1723042"/>
              <a:gd name="csY6517" fmla="*/ 765969 h 825984"/>
              <a:gd name="csX6518" fmla="*/ 1123190 w 1723042"/>
              <a:gd name="csY6518" fmla="*/ 766014 h 825984"/>
              <a:gd name="csX6519" fmla="*/ 1123368 w 1723042"/>
              <a:gd name="csY6519" fmla="*/ 766067 h 825984"/>
              <a:gd name="csX6520" fmla="*/ 1123537 w 1723042"/>
              <a:gd name="csY6520" fmla="*/ 766112 h 825984"/>
              <a:gd name="csX6521" fmla="*/ 1123706 w 1723042"/>
              <a:gd name="csY6521" fmla="*/ 766165 h 825984"/>
              <a:gd name="csX6522" fmla="*/ 1123884 w 1723042"/>
              <a:gd name="csY6522" fmla="*/ 766218 h 825984"/>
              <a:gd name="csX6523" fmla="*/ 1124053 w 1723042"/>
              <a:gd name="csY6523" fmla="*/ 766263 h 825984"/>
              <a:gd name="csX6524" fmla="*/ 1124231 w 1723042"/>
              <a:gd name="csY6524" fmla="*/ 766316 h 825984"/>
              <a:gd name="csX6525" fmla="*/ 1124400 w 1723042"/>
              <a:gd name="csY6525" fmla="*/ 766361 h 825984"/>
              <a:gd name="csX6526" fmla="*/ 1124569 w 1723042"/>
              <a:gd name="csY6526" fmla="*/ 766414 h 825984"/>
              <a:gd name="csX6527" fmla="*/ 1124747 w 1723042"/>
              <a:gd name="csY6527" fmla="*/ 766459 h 825984"/>
              <a:gd name="csX6528" fmla="*/ 1124916 w 1723042"/>
              <a:gd name="csY6528" fmla="*/ 766512 h 825984"/>
              <a:gd name="csX6529" fmla="*/ 1125085 w 1723042"/>
              <a:gd name="csY6529" fmla="*/ 766556 h 825984"/>
              <a:gd name="csX6530" fmla="*/ 1125263 w 1723042"/>
              <a:gd name="csY6530" fmla="*/ 766610 h 825984"/>
              <a:gd name="csX6531" fmla="*/ 1125432 w 1723042"/>
              <a:gd name="csY6531" fmla="*/ 766654 h 825984"/>
              <a:gd name="csX6532" fmla="*/ 1125601 w 1723042"/>
              <a:gd name="csY6532" fmla="*/ 766708 h 825984"/>
              <a:gd name="csX6533" fmla="*/ 1125779 w 1723042"/>
              <a:gd name="csY6533" fmla="*/ 766752 h 825984"/>
              <a:gd name="csX6534" fmla="*/ 1125948 w 1723042"/>
              <a:gd name="csY6534" fmla="*/ 766806 h 825984"/>
              <a:gd name="csX6535" fmla="*/ 1126126 w 1723042"/>
              <a:gd name="csY6535" fmla="*/ 766850 h 825984"/>
              <a:gd name="csX6536" fmla="*/ 1126295 w 1723042"/>
              <a:gd name="csY6536" fmla="*/ 766903 h 825984"/>
              <a:gd name="csX6537" fmla="*/ 1126464 w 1723042"/>
              <a:gd name="csY6537" fmla="*/ 766948 h 825984"/>
              <a:gd name="csX6538" fmla="*/ 1126642 w 1723042"/>
              <a:gd name="csY6538" fmla="*/ 767001 h 825984"/>
              <a:gd name="csX6539" fmla="*/ 1126811 w 1723042"/>
              <a:gd name="csY6539" fmla="*/ 767046 h 825984"/>
              <a:gd name="csX6540" fmla="*/ 1126980 w 1723042"/>
              <a:gd name="csY6540" fmla="*/ 767099 h 825984"/>
              <a:gd name="csX6541" fmla="*/ 1127158 w 1723042"/>
              <a:gd name="csY6541" fmla="*/ 767144 h 825984"/>
              <a:gd name="csX6542" fmla="*/ 1127327 w 1723042"/>
              <a:gd name="csY6542" fmla="*/ 767197 h 825984"/>
              <a:gd name="csX6543" fmla="*/ 1127505 w 1723042"/>
              <a:gd name="csY6543" fmla="*/ 767241 h 825984"/>
              <a:gd name="csX6544" fmla="*/ 1127674 w 1723042"/>
              <a:gd name="csY6544" fmla="*/ 767295 h 825984"/>
              <a:gd name="csX6545" fmla="*/ 1127843 w 1723042"/>
              <a:gd name="csY6545" fmla="*/ 767339 h 825984"/>
              <a:gd name="csX6546" fmla="*/ 1128021 w 1723042"/>
              <a:gd name="csY6546" fmla="*/ 767384 h 825984"/>
              <a:gd name="csX6547" fmla="*/ 1128190 w 1723042"/>
              <a:gd name="csY6547" fmla="*/ 767437 h 825984"/>
              <a:gd name="csX6548" fmla="*/ 1128359 w 1723042"/>
              <a:gd name="csY6548" fmla="*/ 767482 h 825984"/>
              <a:gd name="csX6549" fmla="*/ 1128537 w 1723042"/>
              <a:gd name="csY6549" fmla="*/ 767535 h 825984"/>
              <a:gd name="csX6550" fmla="*/ 1128706 w 1723042"/>
              <a:gd name="csY6550" fmla="*/ 767580 h 825984"/>
              <a:gd name="csX6551" fmla="*/ 1128875 w 1723042"/>
              <a:gd name="csY6551" fmla="*/ 767624 h 825984"/>
              <a:gd name="csX6552" fmla="*/ 1129053 w 1723042"/>
              <a:gd name="csY6552" fmla="*/ 767677 h 825984"/>
              <a:gd name="csX6553" fmla="*/ 1129222 w 1723042"/>
              <a:gd name="csY6553" fmla="*/ 767722 h 825984"/>
              <a:gd name="csX6554" fmla="*/ 1129400 w 1723042"/>
              <a:gd name="csY6554" fmla="*/ 767775 h 825984"/>
              <a:gd name="csX6555" fmla="*/ 1129569 w 1723042"/>
              <a:gd name="csY6555" fmla="*/ 767820 h 825984"/>
              <a:gd name="csX6556" fmla="*/ 1129738 w 1723042"/>
              <a:gd name="csY6556" fmla="*/ 767864 h 825984"/>
              <a:gd name="csX6557" fmla="*/ 1129916 w 1723042"/>
              <a:gd name="csY6557" fmla="*/ 767918 h 825984"/>
              <a:gd name="csX6558" fmla="*/ 1130085 w 1723042"/>
              <a:gd name="csY6558" fmla="*/ 767962 h 825984"/>
              <a:gd name="csX6559" fmla="*/ 1130254 w 1723042"/>
              <a:gd name="csY6559" fmla="*/ 768007 h 825984"/>
              <a:gd name="csX6560" fmla="*/ 1130432 w 1723042"/>
              <a:gd name="csY6560" fmla="*/ 768060 h 825984"/>
              <a:gd name="csX6561" fmla="*/ 1130601 w 1723042"/>
              <a:gd name="csY6561" fmla="*/ 768104 h 825984"/>
              <a:gd name="csX6562" fmla="*/ 1130779 w 1723042"/>
              <a:gd name="csY6562" fmla="*/ 768149 h 825984"/>
              <a:gd name="csX6563" fmla="*/ 1130948 w 1723042"/>
              <a:gd name="csY6563" fmla="*/ 768193 h 825984"/>
              <a:gd name="csX6564" fmla="*/ 1131117 w 1723042"/>
              <a:gd name="csY6564" fmla="*/ 768247 h 825984"/>
              <a:gd name="csX6565" fmla="*/ 1131295 w 1723042"/>
              <a:gd name="csY6565" fmla="*/ 768291 h 825984"/>
              <a:gd name="csX6566" fmla="*/ 1131464 w 1723042"/>
              <a:gd name="csY6566" fmla="*/ 768336 h 825984"/>
              <a:gd name="csX6567" fmla="*/ 1131633 w 1723042"/>
              <a:gd name="csY6567" fmla="*/ 768389 h 825984"/>
              <a:gd name="csX6568" fmla="*/ 1131811 w 1723042"/>
              <a:gd name="csY6568" fmla="*/ 768434 h 825984"/>
              <a:gd name="csX6569" fmla="*/ 1131980 w 1723042"/>
              <a:gd name="csY6569" fmla="*/ 768478 h 825984"/>
              <a:gd name="csX6570" fmla="*/ 1132158 w 1723042"/>
              <a:gd name="csY6570" fmla="*/ 768523 h 825984"/>
              <a:gd name="csX6571" fmla="*/ 1132327 w 1723042"/>
              <a:gd name="csY6571" fmla="*/ 768576 h 825984"/>
              <a:gd name="csX6572" fmla="*/ 1132496 w 1723042"/>
              <a:gd name="csY6572" fmla="*/ 768620 h 825984"/>
              <a:gd name="csX6573" fmla="*/ 1132674 w 1723042"/>
              <a:gd name="csY6573" fmla="*/ 768665 h 825984"/>
              <a:gd name="csX6574" fmla="*/ 1132843 w 1723042"/>
              <a:gd name="csY6574" fmla="*/ 768709 h 825984"/>
              <a:gd name="csX6575" fmla="*/ 1133012 w 1723042"/>
              <a:gd name="csY6575" fmla="*/ 768763 h 825984"/>
              <a:gd name="csX6576" fmla="*/ 1133190 w 1723042"/>
              <a:gd name="csY6576" fmla="*/ 768807 h 825984"/>
              <a:gd name="csX6577" fmla="*/ 1133359 w 1723042"/>
              <a:gd name="csY6577" fmla="*/ 768852 h 825984"/>
              <a:gd name="csX6578" fmla="*/ 1133528 w 1723042"/>
              <a:gd name="csY6578" fmla="*/ 768896 h 825984"/>
              <a:gd name="csX6579" fmla="*/ 1133706 w 1723042"/>
              <a:gd name="csY6579" fmla="*/ 768941 h 825984"/>
              <a:gd name="csX6580" fmla="*/ 1133875 w 1723042"/>
              <a:gd name="csY6580" fmla="*/ 768994 h 825984"/>
              <a:gd name="csX6581" fmla="*/ 1134053 w 1723042"/>
              <a:gd name="csY6581" fmla="*/ 769039 h 825984"/>
              <a:gd name="csX6582" fmla="*/ 1134222 w 1723042"/>
              <a:gd name="csY6582" fmla="*/ 769083 h 825984"/>
              <a:gd name="csX6583" fmla="*/ 1134391 w 1723042"/>
              <a:gd name="csY6583" fmla="*/ 769128 h 825984"/>
              <a:gd name="csX6584" fmla="*/ 1134569 w 1723042"/>
              <a:gd name="csY6584" fmla="*/ 769172 h 825984"/>
              <a:gd name="csX6585" fmla="*/ 1134738 w 1723042"/>
              <a:gd name="csY6585" fmla="*/ 769225 h 825984"/>
              <a:gd name="csX6586" fmla="*/ 1134907 w 1723042"/>
              <a:gd name="csY6586" fmla="*/ 769270 h 825984"/>
              <a:gd name="csX6587" fmla="*/ 1135085 w 1723042"/>
              <a:gd name="csY6587" fmla="*/ 769314 h 825984"/>
              <a:gd name="csX6588" fmla="*/ 1135254 w 1723042"/>
              <a:gd name="csY6588" fmla="*/ 769359 h 825984"/>
              <a:gd name="csX6589" fmla="*/ 1135432 w 1723042"/>
              <a:gd name="csY6589" fmla="*/ 769403 h 825984"/>
              <a:gd name="csX6590" fmla="*/ 1135601 w 1723042"/>
              <a:gd name="csY6590" fmla="*/ 769448 h 825984"/>
              <a:gd name="csX6591" fmla="*/ 1135770 w 1723042"/>
              <a:gd name="csY6591" fmla="*/ 769492 h 825984"/>
              <a:gd name="csX6592" fmla="*/ 1135948 w 1723042"/>
              <a:gd name="csY6592" fmla="*/ 769546 h 825984"/>
              <a:gd name="csX6593" fmla="*/ 1136117 w 1723042"/>
              <a:gd name="csY6593" fmla="*/ 769590 h 825984"/>
              <a:gd name="csX6594" fmla="*/ 1136286 w 1723042"/>
              <a:gd name="csY6594" fmla="*/ 769635 h 825984"/>
              <a:gd name="csX6595" fmla="*/ 1136464 w 1723042"/>
              <a:gd name="csY6595" fmla="*/ 769679 h 825984"/>
              <a:gd name="csX6596" fmla="*/ 1136633 w 1723042"/>
              <a:gd name="csY6596" fmla="*/ 769724 h 825984"/>
              <a:gd name="csX6597" fmla="*/ 1136802 w 1723042"/>
              <a:gd name="csY6597" fmla="*/ 769768 h 825984"/>
              <a:gd name="csX6598" fmla="*/ 1136980 w 1723042"/>
              <a:gd name="csY6598" fmla="*/ 769813 h 825984"/>
              <a:gd name="csX6599" fmla="*/ 1137149 w 1723042"/>
              <a:gd name="csY6599" fmla="*/ 769857 h 825984"/>
              <a:gd name="csX6600" fmla="*/ 1137327 w 1723042"/>
              <a:gd name="csY6600" fmla="*/ 769901 h 825984"/>
              <a:gd name="csX6601" fmla="*/ 1137496 w 1723042"/>
              <a:gd name="csY6601" fmla="*/ 769946 h 825984"/>
              <a:gd name="csX6602" fmla="*/ 1137665 w 1723042"/>
              <a:gd name="csY6602" fmla="*/ 769990 h 825984"/>
              <a:gd name="csX6603" fmla="*/ 1137843 w 1723042"/>
              <a:gd name="csY6603" fmla="*/ 770035 h 825984"/>
              <a:gd name="csX6604" fmla="*/ 1138012 w 1723042"/>
              <a:gd name="csY6604" fmla="*/ 770079 h 825984"/>
              <a:gd name="csX6605" fmla="*/ 1138181 w 1723042"/>
              <a:gd name="csY6605" fmla="*/ 770133 h 825984"/>
              <a:gd name="csX6606" fmla="*/ 1138359 w 1723042"/>
              <a:gd name="csY6606" fmla="*/ 770177 h 825984"/>
              <a:gd name="csX6607" fmla="*/ 1138528 w 1723042"/>
              <a:gd name="csY6607" fmla="*/ 770222 h 825984"/>
              <a:gd name="csX6608" fmla="*/ 1138706 w 1723042"/>
              <a:gd name="csY6608" fmla="*/ 770266 h 825984"/>
              <a:gd name="csX6609" fmla="*/ 1138875 w 1723042"/>
              <a:gd name="csY6609" fmla="*/ 770311 h 825984"/>
              <a:gd name="csX6610" fmla="*/ 1139044 w 1723042"/>
              <a:gd name="csY6610" fmla="*/ 770355 h 825984"/>
              <a:gd name="csX6611" fmla="*/ 1139222 w 1723042"/>
              <a:gd name="csY6611" fmla="*/ 770400 h 825984"/>
              <a:gd name="csX6612" fmla="*/ 1139391 w 1723042"/>
              <a:gd name="csY6612" fmla="*/ 770444 h 825984"/>
              <a:gd name="csX6613" fmla="*/ 1139560 w 1723042"/>
              <a:gd name="csY6613" fmla="*/ 770489 h 825984"/>
              <a:gd name="csX6614" fmla="*/ 1139738 w 1723042"/>
              <a:gd name="csY6614" fmla="*/ 770533 h 825984"/>
              <a:gd name="csX6615" fmla="*/ 1139907 w 1723042"/>
              <a:gd name="csY6615" fmla="*/ 770578 h 825984"/>
              <a:gd name="csX6616" fmla="*/ 1140085 w 1723042"/>
              <a:gd name="csY6616" fmla="*/ 770622 h 825984"/>
              <a:gd name="csX6617" fmla="*/ 1140254 w 1723042"/>
              <a:gd name="csY6617" fmla="*/ 770667 h 825984"/>
              <a:gd name="csX6618" fmla="*/ 1140423 w 1723042"/>
              <a:gd name="csY6618" fmla="*/ 770702 h 825984"/>
              <a:gd name="csX6619" fmla="*/ 1140601 w 1723042"/>
              <a:gd name="csY6619" fmla="*/ 770747 h 825984"/>
              <a:gd name="csX6620" fmla="*/ 1140770 w 1723042"/>
              <a:gd name="csY6620" fmla="*/ 770791 h 825984"/>
              <a:gd name="csX6621" fmla="*/ 1140939 w 1723042"/>
              <a:gd name="csY6621" fmla="*/ 770836 h 825984"/>
              <a:gd name="csX6622" fmla="*/ 1141117 w 1723042"/>
              <a:gd name="csY6622" fmla="*/ 770880 h 825984"/>
              <a:gd name="csX6623" fmla="*/ 1141286 w 1723042"/>
              <a:gd name="csY6623" fmla="*/ 770925 h 825984"/>
              <a:gd name="csX6624" fmla="*/ 1141455 w 1723042"/>
              <a:gd name="csY6624" fmla="*/ 770969 h 825984"/>
              <a:gd name="csX6625" fmla="*/ 1141633 w 1723042"/>
              <a:gd name="csY6625" fmla="*/ 771014 h 825984"/>
              <a:gd name="csX6626" fmla="*/ 1141802 w 1723042"/>
              <a:gd name="csY6626" fmla="*/ 771058 h 825984"/>
              <a:gd name="csX6627" fmla="*/ 1141980 w 1723042"/>
              <a:gd name="csY6627" fmla="*/ 771102 h 825984"/>
              <a:gd name="csX6628" fmla="*/ 1142149 w 1723042"/>
              <a:gd name="csY6628" fmla="*/ 771147 h 825984"/>
              <a:gd name="csX6629" fmla="*/ 1142318 w 1723042"/>
              <a:gd name="csY6629" fmla="*/ 771191 h 825984"/>
              <a:gd name="csX6630" fmla="*/ 1142495 w 1723042"/>
              <a:gd name="csY6630" fmla="*/ 771236 h 825984"/>
              <a:gd name="csX6631" fmla="*/ 1142665 w 1723042"/>
              <a:gd name="csY6631" fmla="*/ 771272 h 825984"/>
              <a:gd name="csX6632" fmla="*/ 1142834 w 1723042"/>
              <a:gd name="csY6632" fmla="*/ 771316 h 825984"/>
              <a:gd name="csX6633" fmla="*/ 1143012 w 1723042"/>
              <a:gd name="csY6633" fmla="*/ 771361 h 825984"/>
              <a:gd name="csX6634" fmla="*/ 1143181 w 1723042"/>
              <a:gd name="csY6634" fmla="*/ 771405 h 825984"/>
              <a:gd name="csX6635" fmla="*/ 1143359 w 1723042"/>
              <a:gd name="csY6635" fmla="*/ 771449 h 825984"/>
              <a:gd name="csX6636" fmla="*/ 1143528 w 1723042"/>
              <a:gd name="csY6636" fmla="*/ 771494 h 825984"/>
              <a:gd name="csX6637" fmla="*/ 1143696 w 1723042"/>
              <a:gd name="csY6637" fmla="*/ 771538 h 825984"/>
              <a:gd name="csX6638" fmla="*/ 1143874 w 1723042"/>
              <a:gd name="csY6638" fmla="*/ 771583 h 825984"/>
              <a:gd name="csX6639" fmla="*/ 1144043 w 1723042"/>
              <a:gd name="csY6639" fmla="*/ 771618 h 825984"/>
              <a:gd name="csX6640" fmla="*/ 1144213 w 1723042"/>
              <a:gd name="csY6640" fmla="*/ 771663 h 825984"/>
              <a:gd name="csX6641" fmla="*/ 1144390 w 1723042"/>
              <a:gd name="csY6641" fmla="*/ 771708 h 825984"/>
              <a:gd name="csX6642" fmla="*/ 1144560 w 1723042"/>
              <a:gd name="csY6642" fmla="*/ 771752 h 825984"/>
              <a:gd name="csX6643" fmla="*/ 1144729 w 1723042"/>
              <a:gd name="csY6643" fmla="*/ 771796 h 825984"/>
              <a:gd name="csX6644" fmla="*/ 1144906 w 1723042"/>
              <a:gd name="csY6644" fmla="*/ 771832 h 825984"/>
              <a:gd name="csX6645" fmla="*/ 1145075 w 1723042"/>
              <a:gd name="csY6645" fmla="*/ 771876 h 825984"/>
              <a:gd name="csX6646" fmla="*/ 1145253 w 1723042"/>
              <a:gd name="csY6646" fmla="*/ 771921 h 825984"/>
              <a:gd name="csX6647" fmla="*/ 1145422 w 1723042"/>
              <a:gd name="csY6647" fmla="*/ 771965 h 825984"/>
              <a:gd name="csX6648" fmla="*/ 1145591 w 1723042"/>
              <a:gd name="csY6648" fmla="*/ 772010 h 825984"/>
              <a:gd name="csX6649" fmla="*/ 1145769 w 1723042"/>
              <a:gd name="csY6649" fmla="*/ 772046 h 825984"/>
              <a:gd name="csX6650" fmla="*/ 1145938 w 1723042"/>
              <a:gd name="csY6650" fmla="*/ 772090 h 825984"/>
              <a:gd name="csX6651" fmla="*/ 1146107 w 1723042"/>
              <a:gd name="csY6651" fmla="*/ 772135 h 825984"/>
              <a:gd name="csX6652" fmla="*/ 1146285 w 1723042"/>
              <a:gd name="csY6652" fmla="*/ 772179 h 825984"/>
              <a:gd name="csX6653" fmla="*/ 1146454 w 1723042"/>
              <a:gd name="csY6653" fmla="*/ 772215 h 825984"/>
              <a:gd name="csX6654" fmla="*/ 1146632 w 1723042"/>
              <a:gd name="csY6654" fmla="*/ 772259 h 825984"/>
              <a:gd name="csX6655" fmla="*/ 1146801 w 1723042"/>
              <a:gd name="csY6655" fmla="*/ 772303 h 825984"/>
              <a:gd name="csX6656" fmla="*/ 1146970 w 1723042"/>
              <a:gd name="csY6656" fmla="*/ 772348 h 825984"/>
              <a:gd name="csX6657" fmla="*/ 1147148 w 1723042"/>
              <a:gd name="csY6657" fmla="*/ 772384 h 825984"/>
              <a:gd name="csX6658" fmla="*/ 1147317 w 1723042"/>
              <a:gd name="csY6658" fmla="*/ 772428 h 825984"/>
              <a:gd name="csX6659" fmla="*/ 1147486 w 1723042"/>
              <a:gd name="csY6659" fmla="*/ 772473 h 825984"/>
              <a:gd name="csX6660" fmla="*/ 1147664 w 1723042"/>
              <a:gd name="csY6660" fmla="*/ 772517 h 825984"/>
              <a:gd name="csX6661" fmla="*/ 1147833 w 1723042"/>
              <a:gd name="csY6661" fmla="*/ 772553 h 825984"/>
              <a:gd name="csX6662" fmla="*/ 1148011 w 1723042"/>
              <a:gd name="csY6662" fmla="*/ 772597 h 825984"/>
              <a:gd name="csX6663" fmla="*/ 1148180 w 1723042"/>
              <a:gd name="csY6663" fmla="*/ 772642 h 825984"/>
              <a:gd name="csX6664" fmla="*/ 1148349 w 1723042"/>
              <a:gd name="csY6664" fmla="*/ 772677 h 825984"/>
              <a:gd name="csX6665" fmla="*/ 1148527 w 1723042"/>
              <a:gd name="csY6665" fmla="*/ 772722 h 825984"/>
              <a:gd name="csX6666" fmla="*/ 1148696 w 1723042"/>
              <a:gd name="csY6666" fmla="*/ 772766 h 825984"/>
              <a:gd name="csX6667" fmla="*/ 1148865 w 1723042"/>
              <a:gd name="csY6667" fmla="*/ 772811 h 825984"/>
              <a:gd name="csX6668" fmla="*/ 1149043 w 1723042"/>
              <a:gd name="csY6668" fmla="*/ 772846 h 825984"/>
              <a:gd name="csX6669" fmla="*/ 1149212 w 1723042"/>
              <a:gd name="csY6669" fmla="*/ 772891 h 825984"/>
              <a:gd name="csX6670" fmla="*/ 1149381 w 1723042"/>
              <a:gd name="csY6670" fmla="*/ 772935 h 825984"/>
              <a:gd name="csX6671" fmla="*/ 1149559 w 1723042"/>
              <a:gd name="csY6671" fmla="*/ 772971 h 825984"/>
              <a:gd name="csX6672" fmla="*/ 1149728 w 1723042"/>
              <a:gd name="csY6672" fmla="*/ 773015 h 825984"/>
              <a:gd name="csX6673" fmla="*/ 1149906 w 1723042"/>
              <a:gd name="csY6673" fmla="*/ 773060 h 825984"/>
              <a:gd name="csX6674" fmla="*/ 1150075 w 1723042"/>
              <a:gd name="csY6674" fmla="*/ 773095 h 825984"/>
              <a:gd name="csX6675" fmla="*/ 1150244 w 1723042"/>
              <a:gd name="csY6675" fmla="*/ 773140 h 825984"/>
              <a:gd name="csX6676" fmla="*/ 1150422 w 1723042"/>
              <a:gd name="csY6676" fmla="*/ 773175 h 825984"/>
              <a:gd name="csX6677" fmla="*/ 1150591 w 1723042"/>
              <a:gd name="csY6677" fmla="*/ 773220 h 825984"/>
              <a:gd name="csX6678" fmla="*/ 1150760 w 1723042"/>
              <a:gd name="csY6678" fmla="*/ 773264 h 825984"/>
              <a:gd name="csX6679" fmla="*/ 1150938 w 1723042"/>
              <a:gd name="csY6679" fmla="*/ 773300 h 825984"/>
              <a:gd name="csX6680" fmla="*/ 1151107 w 1723042"/>
              <a:gd name="csY6680" fmla="*/ 773344 h 825984"/>
              <a:gd name="csX6681" fmla="*/ 1151285 w 1723042"/>
              <a:gd name="csY6681" fmla="*/ 773389 h 825984"/>
              <a:gd name="csX6682" fmla="*/ 1151454 w 1723042"/>
              <a:gd name="csY6682" fmla="*/ 773424 h 825984"/>
              <a:gd name="csX6683" fmla="*/ 1151623 w 1723042"/>
              <a:gd name="csY6683" fmla="*/ 773469 h 825984"/>
              <a:gd name="csX6684" fmla="*/ 1151801 w 1723042"/>
              <a:gd name="csY6684" fmla="*/ 773504 h 825984"/>
              <a:gd name="csX6685" fmla="*/ 1151970 w 1723042"/>
              <a:gd name="csY6685" fmla="*/ 773549 h 825984"/>
              <a:gd name="csX6686" fmla="*/ 1152139 w 1723042"/>
              <a:gd name="csY6686" fmla="*/ 773585 h 825984"/>
              <a:gd name="csX6687" fmla="*/ 1152317 w 1723042"/>
              <a:gd name="csY6687" fmla="*/ 773629 h 825984"/>
              <a:gd name="csX6688" fmla="*/ 1152486 w 1723042"/>
              <a:gd name="csY6688" fmla="*/ 773674 h 825984"/>
              <a:gd name="csX6689" fmla="*/ 1152664 w 1723042"/>
              <a:gd name="csY6689" fmla="*/ 773709 h 825984"/>
              <a:gd name="csX6690" fmla="*/ 1152833 w 1723042"/>
              <a:gd name="csY6690" fmla="*/ 773754 h 825984"/>
              <a:gd name="csX6691" fmla="*/ 1153002 w 1723042"/>
              <a:gd name="csY6691" fmla="*/ 773789 h 825984"/>
              <a:gd name="csX6692" fmla="*/ 1153180 w 1723042"/>
              <a:gd name="csY6692" fmla="*/ 773834 h 825984"/>
              <a:gd name="csX6693" fmla="*/ 1153349 w 1723042"/>
              <a:gd name="csY6693" fmla="*/ 773869 h 825984"/>
              <a:gd name="csX6694" fmla="*/ 1153518 w 1723042"/>
              <a:gd name="csY6694" fmla="*/ 773914 h 825984"/>
              <a:gd name="csX6695" fmla="*/ 1153696 w 1723042"/>
              <a:gd name="csY6695" fmla="*/ 773949 h 825984"/>
              <a:gd name="csX6696" fmla="*/ 1153865 w 1723042"/>
              <a:gd name="csY6696" fmla="*/ 773994 h 825984"/>
              <a:gd name="csX6697" fmla="*/ 1154034 w 1723042"/>
              <a:gd name="csY6697" fmla="*/ 774029 h 825984"/>
              <a:gd name="csX6698" fmla="*/ 1154212 w 1723042"/>
              <a:gd name="csY6698" fmla="*/ 774074 h 825984"/>
              <a:gd name="csX6699" fmla="*/ 1154381 w 1723042"/>
              <a:gd name="csY6699" fmla="*/ 774118 h 825984"/>
              <a:gd name="csX6700" fmla="*/ 1154559 w 1723042"/>
              <a:gd name="csY6700" fmla="*/ 774154 h 825984"/>
              <a:gd name="csX6701" fmla="*/ 1154728 w 1723042"/>
              <a:gd name="csY6701" fmla="*/ 774198 h 825984"/>
              <a:gd name="csX6702" fmla="*/ 1154897 w 1723042"/>
              <a:gd name="csY6702" fmla="*/ 774234 h 825984"/>
              <a:gd name="csX6703" fmla="*/ 1155075 w 1723042"/>
              <a:gd name="csY6703" fmla="*/ 774278 h 825984"/>
              <a:gd name="csX6704" fmla="*/ 1155244 w 1723042"/>
              <a:gd name="csY6704" fmla="*/ 774314 h 825984"/>
              <a:gd name="csX6705" fmla="*/ 1155413 w 1723042"/>
              <a:gd name="csY6705" fmla="*/ 774350 h 825984"/>
              <a:gd name="csX6706" fmla="*/ 1155591 w 1723042"/>
              <a:gd name="csY6706" fmla="*/ 774394 h 825984"/>
              <a:gd name="csX6707" fmla="*/ 1155760 w 1723042"/>
              <a:gd name="csY6707" fmla="*/ 774430 h 825984"/>
              <a:gd name="csX6708" fmla="*/ 1155938 w 1723042"/>
              <a:gd name="csY6708" fmla="*/ 774474 h 825984"/>
              <a:gd name="csX6709" fmla="*/ 1156107 w 1723042"/>
              <a:gd name="csY6709" fmla="*/ 774510 h 825984"/>
              <a:gd name="csX6710" fmla="*/ 1156276 w 1723042"/>
              <a:gd name="csY6710" fmla="*/ 774554 h 825984"/>
              <a:gd name="csX6711" fmla="*/ 1156454 w 1723042"/>
              <a:gd name="csY6711" fmla="*/ 774590 h 825984"/>
              <a:gd name="csX6712" fmla="*/ 1156623 w 1723042"/>
              <a:gd name="csY6712" fmla="*/ 774634 h 825984"/>
              <a:gd name="csX6713" fmla="*/ 1156792 w 1723042"/>
              <a:gd name="csY6713" fmla="*/ 774670 h 825984"/>
              <a:gd name="csX6714" fmla="*/ 1156970 w 1723042"/>
              <a:gd name="csY6714" fmla="*/ 774715 h 825984"/>
              <a:gd name="csX6715" fmla="*/ 1157139 w 1723042"/>
              <a:gd name="csY6715" fmla="*/ 774750 h 825984"/>
              <a:gd name="csX6716" fmla="*/ 1157308 w 1723042"/>
              <a:gd name="csY6716" fmla="*/ 774786 h 825984"/>
              <a:gd name="csX6717" fmla="*/ 1157486 w 1723042"/>
              <a:gd name="csY6717" fmla="*/ 774830 h 825984"/>
              <a:gd name="csX6718" fmla="*/ 1157655 w 1723042"/>
              <a:gd name="csY6718" fmla="*/ 774866 h 825984"/>
              <a:gd name="csX6719" fmla="*/ 1157833 w 1723042"/>
              <a:gd name="csY6719" fmla="*/ 774910 h 825984"/>
              <a:gd name="csX6720" fmla="*/ 1158002 w 1723042"/>
              <a:gd name="csY6720" fmla="*/ 774946 h 825984"/>
              <a:gd name="csX6721" fmla="*/ 1158171 w 1723042"/>
              <a:gd name="csY6721" fmla="*/ 774981 h 825984"/>
              <a:gd name="csX6722" fmla="*/ 1158349 w 1723042"/>
              <a:gd name="csY6722" fmla="*/ 775026 h 825984"/>
              <a:gd name="csX6723" fmla="*/ 1158518 w 1723042"/>
              <a:gd name="csY6723" fmla="*/ 775061 h 825984"/>
              <a:gd name="csX6724" fmla="*/ 1158687 w 1723042"/>
              <a:gd name="csY6724" fmla="*/ 775106 h 825984"/>
              <a:gd name="csX6725" fmla="*/ 1158865 w 1723042"/>
              <a:gd name="csY6725" fmla="*/ 775142 h 825984"/>
              <a:gd name="csX6726" fmla="*/ 1159034 w 1723042"/>
              <a:gd name="csY6726" fmla="*/ 775177 h 825984"/>
              <a:gd name="csX6727" fmla="*/ 1159212 w 1723042"/>
              <a:gd name="csY6727" fmla="*/ 775222 h 825984"/>
              <a:gd name="csX6728" fmla="*/ 1159381 w 1723042"/>
              <a:gd name="csY6728" fmla="*/ 775257 h 825984"/>
              <a:gd name="csX6729" fmla="*/ 1159550 w 1723042"/>
              <a:gd name="csY6729" fmla="*/ 775293 h 825984"/>
              <a:gd name="csX6730" fmla="*/ 1159728 w 1723042"/>
              <a:gd name="csY6730" fmla="*/ 775337 h 825984"/>
              <a:gd name="csX6731" fmla="*/ 1159897 w 1723042"/>
              <a:gd name="csY6731" fmla="*/ 775373 h 825984"/>
              <a:gd name="csX6732" fmla="*/ 1160066 w 1723042"/>
              <a:gd name="csY6732" fmla="*/ 775408 h 825984"/>
              <a:gd name="csX6733" fmla="*/ 1160244 w 1723042"/>
              <a:gd name="csY6733" fmla="*/ 775453 h 825984"/>
              <a:gd name="csX6734" fmla="*/ 1160413 w 1723042"/>
              <a:gd name="csY6734" fmla="*/ 775488 h 825984"/>
              <a:gd name="csX6735" fmla="*/ 1160591 w 1723042"/>
              <a:gd name="csY6735" fmla="*/ 775524 h 825984"/>
              <a:gd name="csX6736" fmla="*/ 1160760 w 1723042"/>
              <a:gd name="csY6736" fmla="*/ 775569 h 825984"/>
              <a:gd name="csX6737" fmla="*/ 1160929 w 1723042"/>
              <a:gd name="csY6737" fmla="*/ 775604 h 825984"/>
              <a:gd name="csX6738" fmla="*/ 1161107 w 1723042"/>
              <a:gd name="csY6738" fmla="*/ 775640 h 825984"/>
              <a:gd name="csX6739" fmla="*/ 1161276 w 1723042"/>
              <a:gd name="csY6739" fmla="*/ 775684 h 825984"/>
              <a:gd name="csX6740" fmla="*/ 1161445 w 1723042"/>
              <a:gd name="csY6740" fmla="*/ 775720 h 825984"/>
              <a:gd name="csX6741" fmla="*/ 1161623 w 1723042"/>
              <a:gd name="csY6741" fmla="*/ 775755 h 825984"/>
              <a:gd name="csX6742" fmla="*/ 1161792 w 1723042"/>
              <a:gd name="csY6742" fmla="*/ 775800 h 825984"/>
              <a:gd name="csX6743" fmla="*/ 1161961 w 1723042"/>
              <a:gd name="csY6743" fmla="*/ 775835 h 825984"/>
              <a:gd name="csX6744" fmla="*/ 1162139 w 1723042"/>
              <a:gd name="csY6744" fmla="*/ 775871 h 825984"/>
              <a:gd name="csX6745" fmla="*/ 1162308 w 1723042"/>
              <a:gd name="csY6745" fmla="*/ 775907 h 825984"/>
              <a:gd name="csX6746" fmla="*/ 1162486 w 1723042"/>
              <a:gd name="csY6746" fmla="*/ 775951 h 825984"/>
              <a:gd name="csX6747" fmla="*/ 1162655 w 1723042"/>
              <a:gd name="csY6747" fmla="*/ 775987 h 825984"/>
              <a:gd name="csX6748" fmla="*/ 1162824 w 1723042"/>
              <a:gd name="csY6748" fmla="*/ 776022 h 825984"/>
              <a:gd name="csX6749" fmla="*/ 1163002 w 1723042"/>
              <a:gd name="csY6749" fmla="*/ 776067 h 825984"/>
              <a:gd name="csX6750" fmla="*/ 1163171 w 1723042"/>
              <a:gd name="csY6750" fmla="*/ 776102 h 825984"/>
              <a:gd name="csX6751" fmla="*/ 1163340 w 1723042"/>
              <a:gd name="csY6751" fmla="*/ 776138 h 825984"/>
              <a:gd name="csX6752" fmla="*/ 1163518 w 1723042"/>
              <a:gd name="csY6752" fmla="*/ 776173 h 825984"/>
              <a:gd name="csX6753" fmla="*/ 1163687 w 1723042"/>
              <a:gd name="csY6753" fmla="*/ 776218 h 825984"/>
              <a:gd name="csX6754" fmla="*/ 1163865 w 1723042"/>
              <a:gd name="csY6754" fmla="*/ 776254 h 825984"/>
              <a:gd name="csX6755" fmla="*/ 1164034 w 1723042"/>
              <a:gd name="csY6755" fmla="*/ 776289 h 825984"/>
              <a:gd name="csX6756" fmla="*/ 1164203 w 1723042"/>
              <a:gd name="csY6756" fmla="*/ 776325 h 825984"/>
              <a:gd name="csX6757" fmla="*/ 1164381 w 1723042"/>
              <a:gd name="csY6757" fmla="*/ 776360 h 825984"/>
              <a:gd name="csX6758" fmla="*/ 1164550 w 1723042"/>
              <a:gd name="csY6758" fmla="*/ 776405 h 825984"/>
              <a:gd name="csX6759" fmla="*/ 1164719 w 1723042"/>
              <a:gd name="csY6759" fmla="*/ 776440 h 825984"/>
              <a:gd name="csX6760" fmla="*/ 1164897 w 1723042"/>
              <a:gd name="csY6760" fmla="*/ 776476 h 825984"/>
              <a:gd name="csX6761" fmla="*/ 1165066 w 1723042"/>
              <a:gd name="csY6761" fmla="*/ 776511 h 825984"/>
              <a:gd name="csX6762" fmla="*/ 1165235 w 1723042"/>
              <a:gd name="csY6762" fmla="*/ 776547 h 825984"/>
              <a:gd name="csX6763" fmla="*/ 1165413 w 1723042"/>
              <a:gd name="csY6763" fmla="*/ 776592 h 825984"/>
              <a:gd name="csX6764" fmla="*/ 1165582 w 1723042"/>
              <a:gd name="csY6764" fmla="*/ 776627 h 825984"/>
              <a:gd name="csX6765" fmla="*/ 1165760 w 1723042"/>
              <a:gd name="csY6765" fmla="*/ 776663 h 825984"/>
              <a:gd name="csX6766" fmla="*/ 1165929 w 1723042"/>
              <a:gd name="csY6766" fmla="*/ 776698 h 825984"/>
              <a:gd name="csX6767" fmla="*/ 1166098 w 1723042"/>
              <a:gd name="csY6767" fmla="*/ 776734 h 825984"/>
              <a:gd name="csX6768" fmla="*/ 1166276 w 1723042"/>
              <a:gd name="csY6768" fmla="*/ 776778 h 825984"/>
              <a:gd name="csX6769" fmla="*/ 1166445 w 1723042"/>
              <a:gd name="csY6769" fmla="*/ 776814 h 825984"/>
              <a:gd name="csX6770" fmla="*/ 1166614 w 1723042"/>
              <a:gd name="csY6770" fmla="*/ 776850 h 825984"/>
              <a:gd name="csX6771" fmla="*/ 1166792 w 1723042"/>
              <a:gd name="csY6771" fmla="*/ 776885 h 825984"/>
              <a:gd name="csX6772" fmla="*/ 1166961 w 1723042"/>
              <a:gd name="csY6772" fmla="*/ 776921 h 825984"/>
              <a:gd name="csX6773" fmla="*/ 1167139 w 1723042"/>
              <a:gd name="csY6773" fmla="*/ 776956 h 825984"/>
              <a:gd name="csX6774" fmla="*/ 1167308 w 1723042"/>
              <a:gd name="csY6774" fmla="*/ 776992 h 825984"/>
              <a:gd name="csX6775" fmla="*/ 1167477 w 1723042"/>
              <a:gd name="csY6775" fmla="*/ 777036 h 825984"/>
              <a:gd name="csX6776" fmla="*/ 1167655 w 1723042"/>
              <a:gd name="csY6776" fmla="*/ 777072 h 825984"/>
              <a:gd name="csX6777" fmla="*/ 1167824 w 1723042"/>
              <a:gd name="csY6777" fmla="*/ 777108 h 825984"/>
              <a:gd name="csX6778" fmla="*/ 1167993 w 1723042"/>
              <a:gd name="csY6778" fmla="*/ 777143 h 825984"/>
              <a:gd name="csX6779" fmla="*/ 1168171 w 1723042"/>
              <a:gd name="csY6779" fmla="*/ 777179 h 825984"/>
              <a:gd name="csX6780" fmla="*/ 1168340 w 1723042"/>
              <a:gd name="csY6780" fmla="*/ 777214 h 825984"/>
              <a:gd name="csX6781" fmla="*/ 1168518 w 1723042"/>
              <a:gd name="csY6781" fmla="*/ 777250 h 825984"/>
              <a:gd name="csX6782" fmla="*/ 1168687 w 1723042"/>
              <a:gd name="csY6782" fmla="*/ 777285 h 825984"/>
              <a:gd name="csX6783" fmla="*/ 1168856 w 1723042"/>
              <a:gd name="csY6783" fmla="*/ 777321 h 825984"/>
              <a:gd name="csX6784" fmla="*/ 1169034 w 1723042"/>
              <a:gd name="csY6784" fmla="*/ 777366 h 825984"/>
              <a:gd name="csX6785" fmla="*/ 1169203 w 1723042"/>
              <a:gd name="csY6785" fmla="*/ 777401 h 825984"/>
              <a:gd name="csX6786" fmla="*/ 1169372 w 1723042"/>
              <a:gd name="csY6786" fmla="*/ 777437 h 825984"/>
              <a:gd name="csX6787" fmla="*/ 1169550 w 1723042"/>
              <a:gd name="csY6787" fmla="*/ 777472 h 825984"/>
              <a:gd name="csX6788" fmla="*/ 1169719 w 1723042"/>
              <a:gd name="csY6788" fmla="*/ 777508 h 825984"/>
              <a:gd name="csX6789" fmla="*/ 1169888 w 1723042"/>
              <a:gd name="csY6789" fmla="*/ 777544 h 825984"/>
              <a:gd name="csX6790" fmla="*/ 1170066 w 1723042"/>
              <a:gd name="csY6790" fmla="*/ 777579 h 825984"/>
              <a:gd name="csX6791" fmla="*/ 1170235 w 1723042"/>
              <a:gd name="csY6791" fmla="*/ 777615 h 825984"/>
              <a:gd name="csX6792" fmla="*/ 1170413 w 1723042"/>
              <a:gd name="csY6792" fmla="*/ 777650 h 825984"/>
              <a:gd name="csX6793" fmla="*/ 1170582 w 1723042"/>
              <a:gd name="csY6793" fmla="*/ 777686 h 825984"/>
              <a:gd name="csX6794" fmla="*/ 1170751 w 1723042"/>
              <a:gd name="csY6794" fmla="*/ 777722 h 825984"/>
              <a:gd name="csX6795" fmla="*/ 1170929 w 1723042"/>
              <a:gd name="csY6795" fmla="*/ 777757 h 825984"/>
              <a:gd name="csX6796" fmla="*/ 1171098 w 1723042"/>
              <a:gd name="csY6796" fmla="*/ 777793 h 825984"/>
              <a:gd name="csX6797" fmla="*/ 1171267 w 1723042"/>
              <a:gd name="csY6797" fmla="*/ 777828 h 825984"/>
              <a:gd name="csX6798" fmla="*/ 1171445 w 1723042"/>
              <a:gd name="csY6798" fmla="*/ 777864 h 825984"/>
              <a:gd name="csX6799" fmla="*/ 1171614 w 1723042"/>
              <a:gd name="csY6799" fmla="*/ 777899 h 825984"/>
              <a:gd name="csX6800" fmla="*/ 1171792 w 1723042"/>
              <a:gd name="csY6800" fmla="*/ 777935 h 825984"/>
              <a:gd name="csX6801" fmla="*/ 1171961 w 1723042"/>
              <a:gd name="csY6801" fmla="*/ 777971 h 825984"/>
              <a:gd name="csX6802" fmla="*/ 1172130 w 1723042"/>
              <a:gd name="csY6802" fmla="*/ 778006 h 825984"/>
              <a:gd name="csX6803" fmla="*/ 1172307 w 1723042"/>
              <a:gd name="csY6803" fmla="*/ 778042 h 825984"/>
              <a:gd name="csX6804" fmla="*/ 1172477 w 1723042"/>
              <a:gd name="csY6804" fmla="*/ 778077 h 825984"/>
              <a:gd name="csX6805" fmla="*/ 1172646 w 1723042"/>
              <a:gd name="csY6805" fmla="*/ 778113 h 825984"/>
              <a:gd name="csX6806" fmla="*/ 1172824 w 1723042"/>
              <a:gd name="csY6806" fmla="*/ 778149 h 825984"/>
              <a:gd name="csX6807" fmla="*/ 1172993 w 1723042"/>
              <a:gd name="csY6807" fmla="*/ 778184 h 825984"/>
              <a:gd name="csX6808" fmla="*/ 1173170 w 1723042"/>
              <a:gd name="csY6808" fmla="*/ 778220 h 825984"/>
              <a:gd name="csX6809" fmla="*/ 1173340 w 1723042"/>
              <a:gd name="csY6809" fmla="*/ 778255 h 825984"/>
              <a:gd name="csX6810" fmla="*/ 1173508 w 1723042"/>
              <a:gd name="csY6810" fmla="*/ 778291 h 825984"/>
              <a:gd name="csX6811" fmla="*/ 1173686 w 1723042"/>
              <a:gd name="csY6811" fmla="*/ 778326 h 825984"/>
              <a:gd name="csX6812" fmla="*/ 1173855 w 1723042"/>
              <a:gd name="csY6812" fmla="*/ 778362 h 825984"/>
              <a:gd name="csX6813" fmla="*/ 1174025 w 1723042"/>
              <a:gd name="csY6813" fmla="*/ 778398 h 825984"/>
              <a:gd name="csX6814" fmla="*/ 1174202 w 1723042"/>
              <a:gd name="csY6814" fmla="*/ 778433 h 825984"/>
              <a:gd name="csX6815" fmla="*/ 1174372 w 1723042"/>
              <a:gd name="csY6815" fmla="*/ 778469 h 825984"/>
              <a:gd name="csX6816" fmla="*/ 1174541 w 1723042"/>
              <a:gd name="csY6816" fmla="*/ 778504 h 825984"/>
              <a:gd name="csX6817" fmla="*/ 1174719 w 1723042"/>
              <a:gd name="csY6817" fmla="*/ 778540 h 825984"/>
              <a:gd name="csX6818" fmla="*/ 1174887 w 1723042"/>
              <a:gd name="csY6818" fmla="*/ 778576 h 825984"/>
              <a:gd name="csX6819" fmla="*/ 1175065 w 1723042"/>
              <a:gd name="csY6819" fmla="*/ 778611 h 825984"/>
              <a:gd name="csX6820" fmla="*/ 1175234 w 1723042"/>
              <a:gd name="csY6820" fmla="*/ 778647 h 825984"/>
              <a:gd name="csX6821" fmla="*/ 1175403 w 1723042"/>
              <a:gd name="csY6821" fmla="*/ 778682 h 825984"/>
              <a:gd name="csX6822" fmla="*/ 1175581 w 1723042"/>
              <a:gd name="csY6822" fmla="*/ 778718 h 825984"/>
              <a:gd name="csX6823" fmla="*/ 1175750 w 1723042"/>
              <a:gd name="csY6823" fmla="*/ 778753 h 825984"/>
              <a:gd name="csX6824" fmla="*/ 1175920 w 1723042"/>
              <a:gd name="csY6824" fmla="*/ 778789 h 825984"/>
              <a:gd name="csX6825" fmla="*/ 1176097 w 1723042"/>
              <a:gd name="csY6825" fmla="*/ 778825 h 825984"/>
              <a:gd name="csX6826" fmla="*/ 1176266 w 1723042"/>
              <a:gd name="csY6826" fmla="*/ 778851 h 825984"/>
              <a:gd name="csX6827" fmla="*/ 1176444 w 1723042"/>
              <a:gd name="csY6827" fmla="*/ 778887 h 825984"/>
              <a:gd name="csX6828" fmla="*/ 1176613 w 1723042"/>
              <a:gd name="csY6828" fmla="*/ 778923 h 825984"/>
              <a:gd name="csX6829" fmla="*/ 1176782 w 1723042"/>
              <a:gd name="csY6829" fmla="*/ 778958 h 825984"/>
              <a:gd name="csX6830" fmla="*/ 1176960 w 1723042"/>
              <a:gd name="csY6830" fmla="*/ 778994 h 825984"/>
              <a:gd name="csX6831" fmla="*/ 1177129 w 1723042"/>
              <a:gd name="csY6831" fmla="*/ 779029 h 825984"/>
              <a:gd name="csX6832" fmla="*/ 1177298 w 1723042"/>
              <a:gd name="csY6832" fmla="*/ 779065 h 825984"/>
              <a:gd name="csX6833" fmla="*/ 1177476 w 1723042"/>
              <a:gd name="csY6833" fmla="*/ 779100 h 825984"/>
              <a:gd name="csX6834" fmla="*/ 1177645 w 1723042"/>
              <a:gd name="csY6834" fmla="*/ 779136 h 825984"/>
              <a:gd name="csX6835" fmla="*/ 1177814 w 1723042"/>
              <a:gd name="csY6835" fmla="*/ 779163 h 825984"/>
              <a:gd name="csX6836" fmla="*/ 1177992 w 1723042"/>
              <a:gd name="csY6836" fmla="*/ 779198 h 825984"/>
              <a:gd name="csX6837" fmla="*/ 1178161 w 1723042"/>
              <a:gd name="csY6837" fmla="*/ 779234 h 825984"/>
              <a:gd name="csX6838" fmla="*/ 1178339 w 1723042"/>
              <a:gd name="csY6838" fmla="*/ 779269 h 825984"/>
              <a:gd name="csX6839" fmla="*/ 1178508 w 1723042"/>
              <a:gd name="csY6839" fmla="*/ 779305 h 825984"/>
              <a:gd name="csX6840" fmla="*/ 1178677 w 1723042"/>
              <a:gd name="csY6840" fmla="*/ 779341 h 825984"/>
              <a:gd name="csX6841" fmla="*/ 1178855 w 1723042"/>
              <a:gd name="csY6841" fmla="*/ 779376 h 825984"/>
              <a:gd name="csX6842" fmla="*/ 1179024 w 1723042"/>
              <a:gd name="csY6842" fmla="*/ 779403 h 825984"/>
              <a:gd name="csX6843" fmla="*/ 1179193 w 1723042"/>
              <a:gd name="csY6843" fmla="*/ 779438 h 825984"/>
              <a:gd name="csX6844" fmla="*/ 1179371 w 1723042"/>
              <a:gd name="csY6844" fmla="*/ 779474 h 825984"/>
              <a:gd name="csX6845" fmla="*/ 1179540 w 1723042"/>
              <a:gd name="csY6845" fmla="*/ 779510 h 825984"/>
              <a:gd name="csX6846" fmla="*/ 1179718 w 1723042"/>
              <a:gd name="csY6846" fmla="*/ 779545 h 825984"/>
              <a:gd name="csX6847" fmla="*/ 1179887 w 1723042"/>
              <a:gd name="csY6847" fmla="*/ 779572 h 825984"/>
              <a:gd name="csX6848" fmla="*/ 1180056 w 1723042"/>
              <a:gd name="csY6848" fmla="*/ 779608 h 825984"/>
              <a:gd name="csX6849" fmla="*/ 1180234 w 1723042"/>
              <a:gd name="csY6849" fmla="*/ 779643 h 825984"/>
              <a:gd name="csX6850" fmla="*/ 1180403 w 1723042"/>
              <a:gd name="csY6850" fmla="*/ 779679 h 825984"/>
              <a:gd name="csX6851" fmla="*/ 1180572 w 1723042"/>
              <a:gd name="csY6851" fmla="*/ 779714 h 825984"/>
              <a:gd name="csX6852" fmla="*/ 1180750 w 1723042"/>
              <a:gd name="csY6852" fmla="*/ 779741 h 825984"/>
              <a:gd name="csX6853" fmla="*/ 1180919 w 1723042"/>
              <a:gd name="csY6853" fmla="*/ 779777 h 825984"/>
              <a:gd name="csX6854" fmla="*/ 1181097 w 1723042"/>
              <a:gd name="csY6854" fmla="*/ 779812 h 825984"/>
              <a:gd name="csX6855" fmla="*/ 1181266 w 1723042"/>
              <a:gd name="csY6855" fmla="*/ 779848 h 825984"/>
              <a:gd name="csX6856" fmla="*/ 1181435 w 1723042"/>
              <a:gd name="csY6856" fmla="*/ 779883 h 825984"/>
              <a:gd name="csX6857" fmla="*/ 1181613 w 1723042"/>
              <a:gd name="csY6857" fmla="*/ 779910 h 825984"/>
              <a:gd name="csX6858" fmla="*/ 1181782 w 1723042"/>
              <a:gd name="csY6858" fmla="*/ 779946 h 825984"/>
              <a:gd name="csX6859" fmla="*/ 1181951 w 1723042"/>
              <a:gd name="csY6859" fmla="*/ 779981 h 825984"/>
              <a:gd name="csX6860" fmla="*/ 1182129 w 1723042"/>
              <a:gd name="csY6860" fmla="*/ 780017 h 825984"/>
              <a:gd name="csX6861" fmla="*/ 1182298 w 1723042"/>
              <a:gd name="csY6861" fmla="*/ 780043 h 825984"/>
              <a:gd name="csX6862" fmla="*/ 1182467 w 1723042"/>
              <a:gd name="csY6862" fmla="*/ 780079 h 825984"/>
              <a:gd name="csX6863" fmla="*/ 1182645 w 1723042"/>
              <a:gd name="csY6863" fmla="*/ 780115 h 825984"/>
              <a:gd name="csX6864" fmla="*/ 1182814 w 1723042"/>
              <a:gd name="csY6864" fmla="*/ 780150 h 825984"/>
              <a:gd name="csX6865" fmla="*/ 1182992 w 1723042"/>
              <a:gd name="csY6865" fmla="*/ 780177 h 825984"/>
              <a:gd name="csX6866" fmla="*/ 1183161 w 1723042"/>
              <a:gd name="csY6866" fmla="*/ 780212 h 825984"/>
              <a:gd name="csX6867" fmla="*/ 1183330 w 1723042"/>
              <a:gd name="csY6867" fmla="*/ 780248 h 825984"/>
              <a:gd name="csX6868" fmla="*/ 1183508 w 1723042"/>
              <a:gd name="csY6868" fmla="*/ 780284 h 825984"/>
              <a:gd name="csX6869" fmla="*/ 1183677 w 1723042"/>
              <a:gd name="csY6869" fmla="*/ 780310 h 825984"/>
              <a:gd name="csX6870" fmla="*/ 1183846 w 1723042"/>
              <a:gd name="csY6870" fmla="*/ 780346 h 825984"/>
              <a:gd name="csX6871" fmla="*/ 1184024 w 1723042"/>
              <a:gd name="csY6871" fmla="*/ 780382 h 825984"/>
              <a:gd name="csX6872" fmla="*/ 1184193 w 1723042"/>
              <a:gd name="csY6872" fmla="*/ 780417 h 825984"/>
              <a:gd name="csX6873" fmla="*/ 1184371 w 1723042"/>
              <a:gd name="csY6873" fmla="*/ 780444 h 825984"/>
              <a:gd name="csX6874" fmla="*/ 1184540 w 1723042"/>
              <a:gd name="csY6874" fmla="*/ 780479 h 825984"/>
              <a:gd name="csX6875" fmla="*/ 1184709 w 1723042"/>
              <a:gd name="csY6875" fmla="*/ 780515 h 825984"/>
              <a:gd name="csX6876" fmla="*/ 1184887 w 1723042"/>
              <a:gd name="csY6876" fmla="*/ 780542 h 825984"/>
              <a:gd name="csX6877" fmla="*/ 1185056 w 1723042"/>
              <a:gd name="csY6877" fmla="*/ 780577 h 825984"/>
              <a:gd name="csX6878" fmla="*/ 1185225 w 1723042"/>
              <a:gd name="csY6878" fmla="*/ 780613 h 825984"/>
              <a:gd name="csX6879" fmla="*/ 1185403 w 1723042"/>
              <a:gd name="csY6879" fmla="*/ 780639 h 825984"/>
              <a:gd name="csX6880" fmla="*/ 1185572 w 1723042"/>
              <a:gd name="csY6880" fmla="*/ 780675 h 825984"/>
              <a:gd name="csX6881" fmla="*/ 1185741 w 1723042"/>
              <a:gd name="csY6881" fmla="*/ 780711 h 825984"/>
              <a:gd name="csX6882" fmla="*/ 1185919 w 1723042"/>
              <a:gd name="csY6882" fmla="*/ 780737 h 825984"/>
              <a:gd name="csX6883" fmla="*/ 1186088 w 1723042"/>
              <a:gd name="csY6883" fmla="*/ 780773 h 825984"/>
              <a:gd name="csX6884" fmla="*/ 1186266 w 1723042"/>
              <a:gd name="csY6884" fmla="*/ 780809 h 825984"/>
              <a:gd name="csX6885" fmla="*/ 1186435 w 1723042"/>
              <a:gd name="csY6885" fmla="*/ 780835 h 825984"/>
              <a:gd name="csX6886" fmla="*/ 1186604 w 1723042"/>
              <a:gd name="csY6886" fmla="*/ 780871 h 825984"/>
              <a:gd name="csX6887" fmla="*/ 1186782 w 1723042"/>
              <a:gd name="csY6887" fmla="*/ 780906 h 825984"/>
              <a:gd name="csX6888" fmla="*/ 1186951 w 1723042"/>
              <a:gd name="csY6888" fmla="*/ 780933 h 825984"/>
              <a:gd name="csX6889" fmla="*/ 1187120 w 1723042"/>
              <a:gd name="csY6889" fmla="*/ 780969 h 825984"/>
              <a:gd name="csX6890" fmla="*/ 1187298 w 1723042"/>
              <a:gd name="csY6890" fmla="*/ 781004 h 825984"/>
              <a:gd name="csX6891" fmla="*/ 1187467 w 1723042"/>
              <a:gd name="csY6891" fmla="*/ 781031 h 825984"/>
              <a:gd name="csX6892" fmla="*/ 1187645 w 1723042"/>
              <a:gd name="csY6892" fmla="*/ 781066 h 825984"/>
              <a:gd name="csX6893" fmla="*/ 1187814 w 1723042"/>
              <a:gd name="csY6893" fmla="*/ 781102 h 825984"/>
              <a:gd name="csX6894" fmla="*/ 1187983 w 1723042"/>
              <a:gd name="csY6894" fmla="*/ 781129 h 825984"/>
              <a:gd name="csX6895" fmla="*/ 1188161 w 1723042"/>
              <a:gd name="csY6895" fmla="*/ 781164 h 825984"/>
              <a:gd name="csX6896" fmla="*/ 1188330 w 1723042"/>
              <a:gd name="csY6896" fmla="*/ 781200 h 825984"/>
              <a:gd name="csX6897" fmla="*/ 1188499 w 1723042"/>
              <a:gd name="csY6897" fmla="*/ 781227 h 825984"/>
              <a:gd name="csX6898" fmla="*/ 1188677 w 1723042"/>
              <a:gd name="csY6898" fmla="*/ 781262 h 825984"/>
              <a:gd name="csX6899" fmla="*/ 1188846 w 1723042"/>
              <a:gd name="csY6899" fmla="*/ 781289 h 825984"/>
              <a:gd name="csX6900" fmla="*/ 1189024 w 1723042"/>
              <a:gd name="csY6900" fmla="*/ 781325 h 825984"/>
              <a:gd name="csX6901" fmla="*/ 1189193 w 1723042"/>
              <a:gd name="csY6901" fmla="*/ 781360 h 825984"/>
              <a:gd name="csX6902" fmla="*/ 1189362 w 1723042"/>
              <a:gd name="csY6902" fmla="*/ 781387 h 825984"/>
              <a:gd name="csX6903" fmla="*/ 1189540 w 1723042"/>
              <a:gd name="csY6903" fmla="*/ 781422 h 825984"/>
              <a:gd name="csX6904" fmla="*/ 1189709 w 1723042"/>
              <a:gd name="csY6904" fmla="*/ 781449 h 825984"/>
              <a:gd name="csX6905" fmla="*/ 1189878 w 1723042"/>
              <a:gd name="csY6905" fmla="*/ 781485 h 825984"/>
              <a:gd name="csX6906" fmla="*/ 1190056 w 1723042"/>
              <a:gd name="csY6906" fmla="*/ 781511 h 825984"/>
              <a:gd name="csX6907" fmla="*/ 1190225 w 1723042"/>
              <a:gd name="csY6907" fmla="*/ 781547 h 825984"/>
              <a:gd name="csX6908" fmla="*/ 1190394 w 1723042"/>
              <a:gd name="csY6908" fmla="*/ 781583 h 825984"/>
              <a:gd name="csX6909" fmla="*/ 1190572 w 1723042"/>
              <a:gd name="csY6909" fmla="*/ 781609 h 825984"/>
              <a:gd name="csX6910" fmla="*/ 1190741 w 1723042"/>
              <a:gd name="csY6910" fmla="*/ 781645 h 825984"/>
              <a:gd name="csX6911" fmla="*/ 1190919 w 1723042"/>
              <a:gd name="csY6911" fmla="*/ 781671 h 825984"/>
              <a:gd name="csX6912" fmla="*/ 1191088 w 1723042"/>
              <a:gd name="csY6912" fmla="*/ 781707 h 825984"/>
              <a:gd name="csX6913" fmla="*/ 1191257 w 1723042"/>
              <a:gd name="csY6913" fmla="*/ 781734 h 825984"/>
              <a:gd name="csX6914" fmla="*/ 1191435 w 1723042"/>
              <a:gd name="csY6914" fmla="*/ 781769 h 825984"/>
              <a:gd name="csX6915" fmla="*/ 1191604 w 1723042"/>
              <a:gd name="csY6915" fmla="*/ 781805 h 825984"/>
              <a:gd name="csX6916" fmla="*/ 1191773 w 1723042"/>
              <a:gd name="csY6916" fmla="*/ 781832 h 825984"/>
              <a:gd name="csX6917" fmla="*/ 1191951 w 1723042"/>
              <a:gd name="csY6917" fmla="*/ 781867 h 825984"/>
              <a:gd name="csX6918" fmla="*/ 1192120 w 1723042"/>
              <a:gd name="csY6918" fmla="*/ 781894 h 825984"/>
              <a:gd name="csX6919" fmla="*/ 1192298 w 1723042"/>
              <a:gd name="csY6919" fmla="*/ 781930 h 825984"/>
              <a:gd name="csX6920" fmla="*/ 1192467 w 1723042"/>
              <a:gd name="csY6920" fmla="*/ 781956 h 825984"/>
              <a:gd name="csX6921" fmla="*/ 1192636 w 1723042"/>
              <a:gd name="csY6921" fmla="*/ 781992 h 825984"/>
              <a:gd name="csX6922" fmla="*/ 1192814 w 1723042"/>
              <a:gd name="csY6922" fmla="*/ 782018 h 825984"/>
              <a:gd name="csX6923" fmla="*/ 1192983 w 1723042"/>
              <a:gd name="csY6923" fmla="*/ 782054 h 825984"/>
              <a:gd name="csX6924" fmla="*/ 1193152 w 1723042"/>
              <a:gd name="csY6924" fmla="*/ 782081 h 825984"/>
              <a:gd name="csX6925" fmla="*/ 1193330 w 1723042"/>
              <a:gd name="csY6925" fmla="*/ 782116 h 825984"/>
              <a:gd name="csX6926" fmla="*/ 1193499 w 1723042"/>
              <a:gd name="csY6926" fmla="*/ 782143 h 825984"/>
              <a:gd name="csX6927" fmla="*/ 1193668 w 1723042"/>
              <a:gd name="csY6927" fmla="*/ 782179 h 825984"/>
              <a:gd name="csX6928" fmla="*/ 1193846 w 1723042"/>
              <a:gd name="csY6928" fmla="*/ 782205 h 825984"/>
              <a:gd name="csX6929" fmla="*/ 1194015 w 1723042"/>
              <a:gd name="csY6929" fmla="*/ 782241 h 825984"/>
              <a:gd name="csX6930" fmla="*/ 1194193 w 1723042"/>
              <a:gd name="csY6930" fmla="*/ 782268 h 825984"/>
              <a:gd name="csX6931" fmla="*/ 1194362 w 1723042"/>
              <a:gd name="csY6931" fmla="*/ 782303 h 825984"/>
              <a:gd name="csX6932" fmla="*/ 1194531 w 1723042"/>
              <a:gd name="csY6932" fmla="*/ 782330 h 825984"/>
              <a:gd name="csX6933" fmla="*/ 1194709 w 1723042"/>
              <a:gd name="csY6933" fmla="*/ 782365 h 825984"/>
              <a:gd name="csX6934" fmla="*/ 1194878 w 1723042"/>
              <a:gd name="csY6934" fmla="*/ 782392 h 825984"/>
              <a:gd name="csX6935" fmla="*/ 1195047 w 1723042"/>
              <a:gd name="csY6935" fmla="*/ 782428 h 825984"/>
              <a:gd name="csX6936" fmla="*/ 1195225 w 1723042"/>
              <a:gd name="csY6936" fmla="*/ 782454 h 825984"/>
              <a:gd name="csX6937" fmla="*/ 1195394 w 1723042"/>
              <a:gd name="csY6937" fmla="*/ 782490 h 825984"/>
              <a:gd name="csX6938" fmla="*/ 1195572 w 1723042"/>
              <a:gd name="csY6938" fmla="*/ 782517 h 825984"/>
              <a:gd name="csX6939" fmla="*/ 1195741 w 1723042"/>
              <a:gd name="csY6939" fmla="*/ 782552 h 825984"/>
              <a:gd name="csX6940" fmla="*/ 1195910 w 1723042"/>
              <a:gd name="csY6940" fmla="*/ 782579 h 825984"/>
              <a:gd name="csX6941" fmla="*/ 1196088 w 1723042"/>
              <a:gd name="csY6941" fmla="*/ 782606 h 825984"/>
              <a:gd name="csX6942" fmla="*/ 1196257 w 1723042"/>
              <a:gd name="csY6942" fmla="*/ 782641 h 825984"/>
              <a:gd name="csX6943" fmla="*/ 1196426 w 1723042"/>
              <a:gd name="csY6943" fmla="*/ 782668 h 825984"/>
              <a:gd name="csX6944" fmla="*/ 1196604 w 1723042"/>
              <a:gd name="csY6944" fmla="*/ 782704 h 825984"/>
              <a:gd name="csX6945" fmla="*/ 1196773 w 1723042"/>
              <a:gd name="csY6945" fmla="*/ 782730 h 825984"/>
              <a:gd name="csX6946" fmla="*/ 1196951 w 1723042"/>
              <a:gd name="csY6946" fmla="*/ 782766 h 825984"/>
              <a:gd name="csX6947" fmla="*/ 1197120 w 1723042"/>
              <a:gd name="csY6947" fmla="*/ 782792 h 825984"/>
              <a:gd name="csX6948" fmla="*/ 1197289 w 1723042"/>
              <a:gd name="csY6948" fmla="*/ 782819 h 825984"/>
              <a:gd name="csX6949" fmla="*/ 1197467 w 1723042"/>
              <a:gd name="csY6949" fmla="*/ 782855 h 825984"/>
              <a:gd name="csX6950" fmla="*/ 1197636 w 1723042"/>
              <a:gd name="csY6950" fmla="*/ 782881 h 825984"/>
              <a:gd name="csX6951" fmla="*/ 1197805 w 1723042"/>
              <a:gd name="csY6951" fmla="*/ 782917 h 825984"/>
              <a:gd name="csX6952" fmla="*/ 1197983 w 1723042"/>
              <a:gd name="csY6952" fmla="*/ 782944 h 825984"/>
              <a:gd name="csX6953" fmla="*/ 1198152 w 1723042"/>
              <a:gd name="csY6953" fmla="*/ 782979 h 825984"/>
              <a:gd name="csX6954" fmla="*/ 1198321 w 1723042"/>
              <a:gd name="csY6954" fmla="*/ 783006 h 825984"/>
              <a:gd name="csX6955" fmla="*/ 1198499 w 1723042"/>
              <a:gd name="csY6955" fmla="*/ 783033 h 825984"/>
              <a:gd name="csX6956" fmla="*/ 1198668 w 1723042"/>
              <a:gd name="csY6956" fmla="*/ 783068 h 825984"/>
              <a:gd name="csX6957" fmla="*/ 1198846 w 1723042"/>
              <a:gd name="csY6957" fmla="*/ 783095 h 825984"/>
              <a:gd name="csX6958" fmla="*/ 1199015 w 1723042"/>
              <a:gd name="csY6958" fmla="*/ 783131 h 825984"/>
              <a:gd name="csX6959" fmla="*/ 1199184 w 1723042"/>
              <a:gd name="csY6959" fmla="*/ 783157 h 825984"/>
              <a:gd name="csX6960" fmla="*/ 1199362 w 1723042"/>
              <a:gd name="csY6960" fmla="*/ 783184 h 825984"/>
              <a:gd name="csX6961" fmla="*/ 1199531 w 1723042"/>
              <a:gd name="csY6961" fmla="*/ 783219 h 825984"/>
              <a:gd name="csX6962" fmla="*/ 1199700 w 1723042"/>
              <a:gd name="csY6962" fmla="*/ 783246 h 825984"/>
              <a:gd name="csX6963" fmla="*/ 1199878 w 1723042"/>
              <a:gd name="csY6963" fmla="*/ 783273 h 825984"/>
              <a:gd name="csX6964" fmla="*/ 1200047 w 1723042"/>
              <a:gd name="csY6964" fmla="*/ 783308 h 825984"/>
              <a:gd name="csX6965" fmla="*/ 1200225 w 1723042"/>
              <a:gd name="csY6965" fmla="*/ 783335 h 825984"/>
              <a:gd name="csX6966" fmla="*/ 1200394 w 1723042"/>
              <a:gd name="csY6966" fmla="*/ 783362 h 825984"/>
              <a:gd name="csX6967" fmla="*/ 1200563 w 1723042"/>
              <a:gd name="csY6967" fmla="*/ 783397 h 825984"/>
              <a:gd name="csX6968" fmla="*/ 1200741 w 1723042"/>
              <a:gd name="csY6968" fmla="*/ 783424 h 825984"/>
              <a:gd name="csX6969" fmla="*/ 1200910 w 1723042"/>
              <a:gd name="csY6969" fmla="*/ 783460 h 825984"/>
              <a:gd name="csX6970" fmla="*/ 1201079 w 1723042"/>
              <a:gd name="csY6970" fmla="*/ 783486 h 825984"/>
              <a:gd name="csX6971" fmla="*/ 1201257 w 1723042"/>
              <a:gd name="csY6971" fmla="*/ 783513 h 825984"/>
              <a:gd name="csX6972" fmla="*/ 1201426 w 1723042"/>
              <a:gd name="csY6972" fmla="*/ 783549 h 825984"/>
              <a:gd name="csX6973" fmla="*/ 1201604 w 1723042"/>
              <a:gd name="csY6973" fmla="*/ 783575 h 825984"/>
              <a:gd name="csX6974" fmla="*/ 1201773 w 1723042"/>
              <a:gd name="csY6974" fmla="*/ 783602 h 825984"/>
              <a:gd name="csX6975" fmla="*/ 1201942 w 1723042"/>
              <a:gd name="csY6975" fmla="*/ 783638 h 825984"/>
              <a:gd name="csX6976" fmla="*/ 1202120 w 1723042"/>
              <a:gd name="csY6976" fmla="*/ 783664 h 825984"/>
              <a:gd name="csX6977" fmla="*/ 1202289 w 1723042"/>
              <a:gd name="csY6977" fmla="*/ 783691 h 825984"/>
              <a:gd name="csX6978" fmla="*/ 1202458 w 1723042"/>
              <a:gd name="csY6978" fmla="*/ 783727 h 825984"/>
              <a:gd name="csX6979" fmla="*/ 1202635 w 1723042"/>
              <a:gd name="csY6979" fmla="*/ 783753 h 825984"/>
              <a:gd name="csX6980" fmla="*/ 1202805 w 1723042"/>
              <a:gd name="csY6980" fmla="*/ 783780 h 825984"/>
              <a:gd name="csX6981" fmla="*/ 1202974 w 1723042"/>
              <a:gd name="csY6981" fmla="*/ 783807 h 825984"/>
              <a:gd name="csX6982" fmla="*/ 1203152 w 1723042"/>
              <a:gd name="csY6982" fmla="*/ 783842 h 825984"/>
              <a:gd name="csX6983" fmla="*/ 1203321 w 1723042"/>
              <a:gd name="csY6983" fmla="*/ 783869 h 825984"/>
              <a:gd name="csX6984" fmla="*/ 1203499 w 1723042"/>
              <a:gd name="csY6984" fmla="*/ 783896 h 825984"/>
              <a:gd name="csX6985" fmla="*/ 1203667 w 1723042"/>
              <a:gd name="csY6985" fmla="*/ 783931 h 825984"/>
              <a:gd name="csX6986" fmla="*/ 1203837 w 1723042"/>
              <a:gd name="csY6986" fmla="*/ 783958 h 825984"/>
              <a:gd name="csX6987" fmla="*/ 1204014 w 1723042"/>
              <a:gd name="csY6987" fmla="*/ 783985 h 825984"/>
              <a:gd name="csX6988" fmla="*/ 1204184 w 1723042"/>
              <a:gd name="csY6988" fmla="*/ 784020 h 825984"/>
              <a:gd name="csX6989" fmla="*/ 1204353 w 1723042"/>
              <a:gd name="csY6989" fmla="*/ 784047 h 825984"/>
              <a:gd name="csX6990" fmla="*/ 1204530 w 1723042"/>
              <a:gd name="csY6990" fmla="*/ 784073 h 825984"/>
              <a:gd name="csX6991" fmla="*/ 1204700 w 1723042"/>
              <a:gd name="csY6991" fmla="*/ 784100 h 825984"/>
              <a:gd name="csX6992" fmla="*/ 1204877 w 1723042"/>
              <a:gd name="csY6992" fmla="*/ 784136 h 825984"/>
              <a:gd name="csX6993" fmla="*/ 1205046 w 1723042"/>
              <a:gd name="csY6993" fmla="*/ 784163 h 825984"/>
              <a:gd name="csX6994" fmla="*/ 1205215 w 1723042"/>
              <a:gd name="csY6994" fmla="*/ 784189 h 825984"/>
              <a:gd name="csX6995" fmla="*/ 1205393 w 1723042"/>
              <a:gd name="csY6995" fmla="*/ 784216 h 825984"/>
              <a:gd name="csX6996" fmla="*/ 1205562 w 1723042"/>
              <a:gd name="csY6996" fmla="*/ 784251 h 825984"/>
              <a:gd name="csX6997" fmla="*/ 1205732 w 1723042"/>
              <a:gd name="csY6997" fmla="*/ 784278 h 825984"/>
              <a:gd name="csX6998" fmla="*/ 1205909 w 1723042"/>
              <a:gd name="csY6998" fmla="*/ 784305 h 825984"/>
              <a:gd name="csX6999" fmla="*/ 1206078 w 1723042"/>
              <a:gd name="csY6999" fmla="*/ 784332 h 825984"/>
              <a:gd name="csX7000" fmla="*/ 1206247 w 1723042"/>
              <a:gd name="csY7000" fmla="*/ 784367 h 825984"/>
              <a:gd name="csX7001" fmla="*/ 1206425 w 1723042"/>
              <a:gd name="csY7001" fmla="*/ 784394 h 825984"/>
              <a:gd name="csX7002" fmla="*/ 1206594 w 1723042"/>
              <a:gd name="csY7002" fmla="*/ 784420 h 825984"/>
              <a:gd name="csX7003" fmla="*/ 1206772 w 1723042"/>
              <a:gd name="csY7003" fmla="*/ 784447 h 825984"/>
              <a:gd name="csX7004" fmla="*/ 1206941 w 1723042"/>
              <a:gd name="csY7004" fmla="*/ 784483 h 825984"/>
              <a:gd name="csX7005" fmla="*/ 1207110 w 1723042"/>
              <a:gd name="csY7005" fmla="*/ 784509 h 825984"/>
              <a:gd name="csX7006" fmla="*/ 1207288 w 1723042"/>
              <a:gd name="csY7006" fmla="*/ 784536 h 825984"/>
              <a:gd name="csX7007" fmla="*/ 1207457 w 1723042"/>
              <a:gd name="csY7007" fmla="*/ 784563 h 825984"/>
              <a:gd name="csX7008" fmla="*/ 1207626 w 1723042"/>
              <a:gd name="csY7008" fmla="*/ 784590 h 825984"/>
              <a:gd name="csX7009" fmla="*/ 1207804 w 1723042"/>
              <a:gd name="csY7009" fmla="*/ 784625 h 825984"/>
              <a:gd name="csX7010" fmla="*/ 1207973 w 1723042"/>
              <a:gd name="csY7010" fmla="*/ 784652 h 825984"/>
              <a:gd name="csX7011" fmla="*/ 1208151 w 1723042"/>
              <a:gd name="csY7011" fmla="*/ 784678 h 825984"/>
              <a:gd name="csX7012" fmla="*/ 1208320 w 1723042"/>
              <a:gd name="csY7012" fmla="*/ 784705 h 825984"/>
              <a:gd name="csX7013" fmla="*/ 1208489 w 1723042"/>
              <a:gd name="csY7013" fmla="*/ 784732 h 825984"/>
              <a:gd name="csX7014" fmla="*/ 1208667 w 1723042"/>
              <a:gd name="csY7014" fmla="*/ 784767 h 825984"/>
              <a:gd name="csX7015" fmla="*/ 1208836 w 1723042"/>
              <a:gd name="csY7015" fmla="*/ 784794 h 825984"/>
              <a:gd name="csX7016" fmla="*/ 1209005 w 1723042"/>
              <a:gd name="csY7016" fmla="*/ 784821 h 825984"/>
              <a:gd name="csX7017" fmla="*/ 1209183 w 1723042"/>
              <a:gd name="csY7017" fmla="*/ 784847 h 825984"/>
              <a:gd name="csX7018" fmla="*/ 1209352 w 1723042"/>
              <a:gd name="csY7018" fmla="*/ 784874 h 825984"/>
              <a:gd name="csX7019" fmla="*/ 1209530 w 1723042"/>
              <a:gd name="csY7019" fmla="*/ 784910 h 825984"/>
              <a:gd name="csX7020" fmla="*/ 1209699 w 1723042"/>
              <a:gd name="csY7020" fmla="*/ 784937 h 825984"/>
              <a:gd name="csX7021" fmla="*/ 1209868 w 1723042"/>
              <a:gd name="csY7021" fmla="*/ 784963 h 825984"/>
              <a:gd name="csX7022" fmla="*/ 1210046 w 1723042"/>
              <a:gd name="csY7022" fmla="*/ 784990 h 825984"/>
              <a:gd name="csX7023" fmla="*/ 1210215 w 1723042"/>
              <a:gd name="csY7023" fmla="*/ 785017 h 825984"/>
              <a:gd name="csX7024" fmla="*/ 1210384 w 1723042"/>
              <a:gd name="csY7024" fmla="*/ 785043 h 825984"/>
              <a:gd name="csX7025" fmla="*/ 1210562 w 1723042"/>
              <a:gd name="csY7025" fmla="*/ 785079 h 825984"/>
              <a:gd name="csX7026" fmla="*/ 1210731 w 1723042"/>
              <a:gd name="csY7026" fmla="*/ 785105 h 825984"/>
              <a:gd name="csX7027" fmla="*/ 1210900 w 1723042"/>
              <a:gd name="csY7027" fmla="*/ 785132 h 825984"/>
              <a:gd name="csX7028" fmla="*/ 1211078 w 1723042"/>
              <a:gd name="csY7028" fmla="*/ 785159 h 825984"/>
              <a:gd name="csX7029" fmla="*/ 1211247 w 1723042"/>
              <a:gd name="csY7029" fmla="*/ 785186 h 825984"/>
              <a:gd name="csX7030" fmla="*/ 1211425 w 1723042"/>
              <a:gd name="csY7030" fmla="*/ 785212 h 825984"/>
              <a:gd name="csX7031" fmla="*/ 1211594 w 1723042"/>
              <a:gd name="csY7031" fmla="*/ 785248 h 825984"/>
              <a:gd name="csX7032" fmla="*/ 1211763 w 1723042"/>
              <a:gd name="csY7032" fmla="*/ 785275 h 825984"/>
              <a:gd name="csX7033" fmla="*/ 1211941 w 1723042"/>
              <a:gd name="csY7033" fmla="*/ 785301 h 825984"/>
              <a:gd name="csX7034" fmla="*/ 1212110 w 1723042"/>
              <a:gd name="csY7034" fmla="*/ 785328 h 825984"/>
              <a:gd name="csX7035" fmla="*/ 1212279 w 1723042"/>
              <a:gd name="csY7035" fmla="*/ 785355 h 825984"/>
              <a:gd name="csX7036" fmla="*/ 1212457 w 1723042"/>
              <a:gd name="csY7036" fmla="*/ 785381 h 825984"/>
              <a:gd name="csX7037" fmla="*/ 1212626 w 1723042"/>
              <a:gd name="csY7037" fmla="*/ 785408 h 825984"/>
              <a:gd name="csX7038" fmla="*/ 1212804 w 1723042"/>
              <a:gd name="csY7038" fmla="*/ 785435 h 825984"/>
              <a:gd name="csX7039" fmla="*/ 1212973 w 1723042"/>
              <a:gd name="csY7039" fmla="*/ 785470 h 825984"/>
              <a:gd name="csX7040" fmla="*/ 1213142 w 1723042"/>
              <a:gd name="csY7040" fmla="*/ 785497 h 825984"/>
              <a:gd name="csX7041" fmla="*/ 1213320 w 1723042"/>
              <a:gd name="csY7041" fmla="*/ 785524 h 825984"/>
              <a:gd name="csX7042" fmla="*/ 1213489 w 1723042"/>
              <a:gd name="csY7042" fmla="*/ 785550 h 825984"/>
              <a:gd name="csX7043" fmla="*/ 1213658 w 1723042"/>
              <a:gd name="csY7043" fmla="*/ 785577 h 825984"/>
              <a:gd name="csX7044" fmla="*/ 1213836 w 1723042"/>
              <a:gd name="csY7044" fmla="*/ 785604 h 825984"/>
              <a:gd name="csX7045" fmla="*/ 1214005 w 1723042"/>
              <a:gd name="csY7045" fmla="*/ 785630 h 825984"/>
              <a:gd name="csX7046" fmla="*/ 1214174 w 1723042"/>
              <a:gd name="csY7046" fmla="*/ 785657 h 825984"/>
              <a:gd name="csX7047" fmla="*/ 1214352 w 1723042"/>
              <a:gd name="csY7047" fmla="*/ 785684 h 825984"/>
              <a:gd name="csX7048" fmla="*/ 1214521 w 1723042"/>
              <a:gd name="csY7048" fmla="*/ 785711 h 825984"/>
              <a:gd name="csX7049" fmla="*/ 1214699 w 1723042"/>
              <a:gd name="csY7049" fmla="*/ 785737 h 825984"/>
              <a:gd name="csX7050" fmla="*/ 1214868 w 1723042"/>
              <a:gd name="csY7050" fmla="*/ 785773 h 825984"/>
              <a:gd name="csX7051" fmla="*/ 1215037 w 1723042"/>
              <a:gd name="csY7051" fmla="*/ 785799 h 825984"/>
              <a:gd name="csX7052" fmla="*/ 1215215 w 1723042"/>
              <a:gd name="csY7052" fmla="*/ 785826 h 825984"/>
              <a:gd name="csX7053" fmla="*/ 1215384 w 1723042"/>
              <a:gd name="csY7053" fmla="*/ 785853 h 825984"/>
              <a:gd name="csX7054" fmla="*/ 1215553 w 1723042"/>
              <a:gd name="csY7054" fmla="*/ 785879 h 825984"/>
              <a:gd name="csX7055" fmla="*/ 1215731 w 1723042"/>
              <a:gd name="csY7055" fmla="*/ 785906 h 825984"/>
              <a:gd name="csX7056" fmla="*/ 1215900 w 1723042"/>
              <a:gd name="csY7056" fmla="*/ 785933 h 825984"/>
              <a:gd name="csX7057" fmla="*/ 1216078 w 1723042"/>
              <a:gd name="csY7057" fmla="*/ 785960 h 825984"/>
              <a:gd name="csX7058" fmla="*/ 1216247 w 1723042"/>
              <a:gd name="csY7058" fmla="*/ 785986 h 825984"/>
              <a:gd name="csX7059" fmla="*/ 1216416 w 1723042"/>
              <a:gd name="csY7059" fmla="*/ 786013 h 825984"/>
              <a:gd name="csX7060" fmla="*/ 1216594 w 1723042"/>
              <a:gd name="csY7060" fmla="*/ 786040 h 825984"/>
              <a:gd name="csX7061" fmla="*/ 1216763 w 1723042"/>
              <a:gd name="csY7061" fmla="*/ 786066 h 825984"/>
              <a:gd name="csX7062" fmla="*/ 1216932 w 1723042"/>
              <a:gd name="csY7062" fmla="*/ 786093 h 825984"/>
              <a:gd name="csX7063" fmla="*/ 1217110 w 1723042"/>
              <a:gd name="csY7063" fmla="*/ 786120 h 825984"/>
              <a:gd name="csX7064" fmla="*/ 1217279 w 1723042"/>
              <a:gd name="csY7064" fmla="*/ 786146 h 825984"/>
              <a:gd name="csX7065" fmla="*/ 1217457 w 1723042"/>
              <a:gd name="csY7065" fmla="*/ 786173 h 825984"/>
              <a:gd name="csX7066" fmla="*/ 1217626 w 1723042"/>
              <a:gd name="csY7066" fmla="*/ 786200 h 825984"/>
              <a:gd name="csX7067" fmla="*/ 1217795 w 1723042"/>
              <a:gd name="csY7067" fmla="*/ 786226 h 825984"/>
              <a:gd name="csX7068" fmla="*/ 1217973 w 1723042"/>
              <a:gd name="csY7068" fmla="*/ 786253 h 825984"/>
              <a:gd name="csX7069" fmla="*/ 1218142 w 1723042"/>
              <a:gd name="csY7069" fmla="*/ 786280 h 825984"/>
              <a:gd name="csX7070" fmla="*/ 1218311 w 1723042"/>
              <a:gd name="csY7070" fmla="*/ 786315 h 825984"/>
              <a:gd name="csX7071" fmla="*/ 1218489 w 1723042"/>
              <a:gd name="csY7071" fmla="*/ 786342 h 825984"/>
              <a:gd name="csX7072" fmla="*/ 1218658 w 1723042"/>
              <a:gd name="csY7072" fmla="*/ 786369 h 825984"/>
              <a:gd name="csX7073" fmla="*/ 1218827 w 1723042"/>
              <a:gd name="csY7073" fmla="*/ 786396 h 825984"/>
              <a:gd name="csX7074" fmla="*/ 1219005 w 1723042"/>
              <a:gd name="csY7074" fmla="*/ 786422 h 825984"/>
              <a:gd name="csX7075" fmla="*/ 1219174 w 1723042"/>
              <a:gd name="csY7075" fmla="*/ 786449 h 825984"/>
              <a:gd name="csX7076" fmla="*/ 1219352 w 1723042"/>
              <a:gd name="csY7076" fmla="*/ 786476 h 825984"/>
              <a:gd name="csX7077" fmla="*/ 1219521 w 1723042"/>
              <a:gd name="csY7077" fmla="*/ 786502 h 825984"/>
              <a:gd name="csX7078" fmla="*/ 1219690 w 1723042"/>
              <a:gd name="csY7078" fmla="*/ 786529 h 825984"/>
              <a:gd name="csX7079" fmla="*/ 1219868 w 1723042"/>
              <a:gd name="csY7079" fmla="*/ 786556 h 825984"/>
              <a:gd name="csX7080" fmla="*/ 1220037 w 1723042"/>
              <a:gd name="csY7080" fmla="*/ 786582 h 825984"/>
              <a:gd name="csX7081" fmla="*/ 1220206 w 1723042"/>
              <a:gd name="csY7081" fmla="*/ 786609 h 825984"/>
              <a:gd name="csX7082" fmla="*/ 1220384 w 1723042"/>
              <a:gd name="csY7082" fmla="*/ 786627 h 825984"/>
              <a:gd name="csX7083" fmla="*/ 1220553 w 1723042"/>
              <a:gd name="csY7083" fmla="*/ 786653 h 825984"/>
              <a:gd name="csX7084" fmla="*/ 1220731 w 1723042"/>
              <a:gd name="csY7084" fmla="*/ 786680 h 825984"/>
              <a:gd name="csX7085" fmla="*/ 1220900 w 1723042"/>
              <a:gd name="csY7085" fmla="*/ 786707 h 825984"/>
              <a:gd name="csX7086" fmla="*/ 1221069 w 1723042"/>
              <a:gd name="csY7086" fmla="*/ 786734 h 825984"/>
              <a:gd name="csX7087" fmla="*/ 1221247 w 1723042"/>
              <a:gd name="csY7087" fmla="*/ 786760 h 825984"/>
              <a:gd name="csX7088" fmla="*/ 1221416 w 1723042"/>
              <a:gd name="csY7088" fmla="*/ 786787 h 825984"/>
              <a:gd name="csX7089" fmla="*/ 1221585 w 1723042"/>
              <a:gd name="csY7089" fmla="*/ 786814 h 825984"/>
              <a:gd name="csX7090" fmla="*/ 1221763 w 1723042"/>
              <a:gd name="csY7090" fmla="*/ 786840 h 825984"/>
              <a:gd name="csX7091" fmla="*/ 1221932 w 1723042"/>
              <a:gd name="csY7091" fmla="*/ 786867 h 825984"/>
              <a:gd name="csX7092" fmla="*/ 1222110 w 1723042"/>
              <a:gd name="csY7092" fmla="*/ 786894 h 825984"/>
              <a:gd name="csX7093" fmla="*/ 1222279 w 1723042"/>
              <a:gd name="csY7093" fmla="*/ 786920 h 825984"/>
              <a:gd name="csX7094" fmla="*/ 1222448 w 1723042"/>
              <a:gd name="csY7094" fmla="*/ 786947 h 825984"/>
              <a:gd name="csX7095" fmla="*/ 1222626 w 1723042"/>
              <a:gd name="csY7095" fmla="*/ 786974 h 825984"/>
              <a:gd name="csX7096" fmla="*/ 1222795 w 1723042"/>
              <a:gd name="csY7096" fmla="*/ 787000 h 825984"/>
              <a:gd name="csX7097" fmla="*/ 1222964 w 1723042"/>
              <a:gd name="csY7097" fmla="*/ 787027 h 825984"/>
              <a:gd name="csX7098" fmla="*/ 1223142 w 1723042"/>
              <a:gd name="csY7098" fmla="*/ 787054 h 825984"/>
              <a:gd name="csX7099" fmla="*/ 1223311 w 1723042"/>
              <a:gd name="csY7099" fmla="*/ 787080 h 825984"/>
              <a:gd name="csX7100" fmla="*/ 1223480 w 1723042"/>
              <a:gd name="csY7100" fmla="*/ 787107 h 825984"/>
              <a:gd name="csX7101" fmla="*/ 1223658 w 1723042"/>
              <a:gd name="csY7101" fmla="*/ 787134 h 825984"/>
              <a:gd name="csX7102" fmla="*/ 1223827 w 1723042"/>
              <a:gd name="csY7102" fmla="*/ 787152 h 825984"/>
              <a:gd name="csX7103" fmla="*/ 1224005 w 1723042"/>
              <a:gd name="csY7103" fmla="*/ 787178 h 825984"/>
              <a:gd name="csX7104" fmla="*/ 1224174 w 1723042"/>
              <a:gd name="csY7104" fmla="*/ 787205 h 825984"/>
              <a:gd name="csX7105" fmla="*/ 1224343 w 1723042"/>
              <a:gd name="csY7105" fmla="*/ 787232 h 825984"/>
              <a:gd name="csX7106" fmla="*/ 1224521 w 1723042"/>
              <a:gd name="csY7106" fmla="*/ 787258 h 825984"/>
              <a:gd name="csX7107" fmla="*/ 1224690 w 1723042"/>
              <a:gd name="csY7107" fmla="*/ 787285 h 825984"/>
              <a:gd name="csX7108" fmla="*/ 1224859 w 1723042"/>
              <a:gd name="csY7108" fmla="*/ 787312 h 825984"/>
              <a:gd name="csX7109" fmla="*/ 1225037 w 1723042"/>
              <a:gd name="csY7109" fmla="*/ 787339 h 825984"/>
              <a:gd name="csX7110" fmla="*/ 1225206 w 1723042"/>
              <a:gd name="csY7110" fmla="*/ 787365 h 825984"/>
              <a:gd name="csX7111" fmla="*/ 1225384 w 1723042"/>
              <a:gd name="csY7111" fmla="*/ 787392 h 825984"/>
              <a:gd name="csX7112" fmla="*/ 1225553 w 1723042"/>
              <a:gd name="csY7112" fmla="*/ 787419 h 825984"/>
              <a:gd name="csX7113" fmla="*/ 1225722 w 1723042"/>
              <a:gd name="csY7113" fmla="*/ 787436 h 825984"/>
              <a:gd name="csX7114" fmla="*/ 1225900 w 1723042"/>
              <a:gd name="csY7114" fmla="*/ 787463 h 825984"/>
              <a:gd name="csX7115" fmla="*/ 1226069 w 1723042"/>
              <a:gd name="csY7115" fmla="*/ 787490 h 825984"/>
              <a:gd name="csX7116" fmla="*/ 1226238 w 1723042"/>
              <a:gd name="csY7116" fmla="*/ 787516 h 825984"/>
              <a:gd name="csX7117" fmla="*/ 1226416 w 1723042"/>
              <a:gd name="csY7117" fmla="*/ 787543 h 825984"/>
              <a:gd name="csX7118" fmla="*/ 1226585 w 1723042"/>
              <a:gd name="csY7118" fmla="*/ 787570 h 825984"/>
              <a:gd name="csX7119" fmla="*/ 1226754 w 1723042"/>
              <a:gd name="csY7119" fmla="*/ 787597 h 825984"/>
              <a:gd name="csX7120" fmla="*/ 1226932 w 1723042"/>
              <a:gd name="csY7120" fmla="*/ 787623 h 825984"/>
              <a:gd name="csX7121" fmla="*/ 1227101 w 1723042"/>
              <a:gd name="csY7121" fmla="*/ 787641 h 825984"/>
              <a:gd name="csX7122" fmla="*/ 1227279 w 1723042"/>
              <a:gd name="csY7122" fmla="*/ 787668 h 825984"/>
              <a:gd name="csX7123" fmla="*/ 1227448 w 1723042"/>
              <a:gd name="csY7123" fmla="*/ 787694 h 825984"/>
              <a:gd name="csX7124" fmla="*/ 1227617 w 1723042"/>
              <a:gd name="csY7124" fmla="*/ 787721 h 825984"/>
              <a:gd name="csX7125" fmla="*/ 1227795 w 1723042"/>
              <a:gd name="csY7125" fmla="*/ 787748 h 825984"/>
              <a:gd name="csX7126" fmla="*/ 1227964 w 1723042"/>
              <a:gd name="csY7126" fmla="*/ 787774 h 825984"/>
              <a:gd name="csX7127" fmla="*/ 1228133 w 1723042"/>
              <a:gd name="csY7127" fmla="*/ 787801 h 825984"/>
              <a:gd name="csX7128" fmla="*/ 1228311 w 1723042"/>
              <a:gd name="csY7128" fmla="*/ 787819 h 825984"/>
              <a:gd name="csX7129" fmla="*/ 1228480 w 1723042"/>
              <a:gd name="csY7129" fmla="*/ 787846 h 825984"/>
              <a:gd name="csX7130" fmla="*/ 1228658 w 1723042"/>
              <a:gd name="csY7130" fmla="*/ 787872 h 825984"/>
              <a:gd name="csX7131" fmla="*/ 1228827 w 1723042"/>
              <a:gd name="csY7131" fmla="*/ 787899 h 825984"/>
              <a:gd name="csX7132" fmla="*/ 1228996 w 1723042"/>
              <a:gd name="csY7132" fmla="*/ 787926 h 825984"/>
              <a:gd name="csX7133" fmla="*/ 1229174 w 1723042"/>
              <a:gd name="csY7133" fmla="*/ 787952 h 825984"/>
              <a:gd name="csX7134" fmla="*/ 1229343 w 1723042"/>
              <a:gd name="csY7134" fmla="*/ 787970 h 825984"/>
              <a:gd name="csX7135" fmla="*/ 1229512 w 1723042"/>
              <a:gd name="csY7135" fmla="*/ 787997 h 825984"/>
              <a:gd name="csX7136" fmla="*/ 1229690 w 1723042"/>
              <a:gd name="csY7136" fmla="*/ 788024 h 825984"/>
              <a:gd name="csX7137" fmla="*/ 1229859 w 1723042"/>
              <a:gd name="csY7137" fmla="*/ 788050 h 825984"/>
              <a:gd name="csX7138" fmla="*/ 1230037 w 1723042"/>
              <a:gd name="csY7138" fmla="*/ 788077 h 825984"/>
              <a:gd name="csX7139" fmla="*/ 1230206 w 1723042"/>
              <a:gd name="csY7139" fmla="*/ 788104 h 825984"/>
              <a:gd name="csX7140" fmla="*/ 1230375 w 1723042"/>
              <a:gd name="csY7140" fmla="*/ 788121 h 825984"/>
              <a:gd name="csX7141" fmla="*/ 1230553 w 1723042"/>
              <a:gd name="csY7141" fmla="*/ 788148 h 825984"/>
              <a:gd name="csX7142" fmla="*/ 1230722 w 1723042"/>
              <a:gd name="csY7142" fmla="*/ 788175 h 825984"/>
              <a:gd name="csX7143" fmla="*/ 1230891 w 1723042"/>
              <a:gd name="csY7143" fmla="*/ 788201 h 825984"/>
              <a:gd name="csX7144" fmla="*/ 1231069 w 1723042"/>
              <a:gd name="csY7144" fmla="*/ 788228 h 825984"/>
              <a:gd name="csX7145" fmla="*/ 1231238 w 1723042"/>
              <a:gd name="csY7145" fmla="*/ 788246 h 825984"/>
              <a:gd name="csX7146" fmla="*/ 1231407 w 1723042"/>
              <a:gd name="csY7146" fmla="*/ 788273 h 825984"/>
              <a:gd name="csX7147" fmla="*/ 1231585 w 1723042"/>
              <a:gd name="csY7147" fmla="*/ 788299 h 825984"/>
              <a:gd name="csX7148" fmla="*/ 1231754 w 1723042"/>
              <a:gd name="csY7148" fmla="*/ 788326 h 825984"/>
              <a:gd name="csX7149" fmla="*/ 1231932 w 1723042"/>
              <a:gd name="csY7149" fmla="*/ 788353 h 825984"/>
              <a:gd name="csX7150" fmla="*/ 1232101 w 1723042"/>
              <a:gd name="csY7150" fmla="*/ 788371 h 825984"/>
              <a:gd name="csX7151" fmla="*/ 1232270 w 1723042"/>
              <a:gd name="csY7151" fmla="*/ 788397 h 825984"/>
              <a:gd name="csX7152" fmla="*/ 1232447 w 1723042"/>
              <a:gd name="csY7152" fmla="*/ 788424 h 825984"/>
              <a:gd name="csX7153" fmla="*/ 1232617 w 1723042"/>
              <a:gd name="csY7153" fmla="*/ 788451 h 825984"/>
              <a:gd name="csX7154" fmla="*/ 1232786 w 1723042"/>
              <a:gd name="csY7154" fmla="*/ 788477 h 825984"/>
              <a:gd name="csX7155" fmla="*/ 1232964 w 1723042"/>
              <a:gd name="csY7155" fmla="*/ 788495 h 825984"/>
              <a:gd name="csX7156" fmla="*/ 1233133 w 1723042"/>
              <a:gd name="csY7156" fmla="*/ 788522 h 825984"/>
              <a:gd name="csX7157" fmla="*/ 1233311 w 1723042"/>
              <a:gd name="csY7157" fmla="*/ 788548 h 825984"/>
              <a:gd name="csX7158" fmla="*/ 1233479 w 1723042"/>
              <a:gd name="csY7158" fmla="*/ 788575 h 825984"/>
              <a:gd name="csX7159" fmla="*/ 1233649 w 1723042"/>
              <a:gd name="csY7159" fmla="*/ 788593 h 825984"/>
              <a:gd name="csX7160" fmla="*/ 1233826 w 1723042"/>
              <a:gd name="csY7160" fmla="*/ 788620 h 825984"/>
              <a:gd name="csX7161" fmla="*/ 1233995 w 1723042"/>
              <a:gd name="csY7161" fmla="*/ 788646 h 825984"/>
              <a:gd name="csX7162" fmla="*/ 1234165 w 1723042"/>
              <a:gd name="csY7162" fmla="*/ 788673 h 825984"/>
              <a:gd name="csX7163" fmla="*/ 1234342 w 1723042"/>
              <a:gd name="csY7163" fmla="*/ 788691 h 825984"/>
              <a:gd name="csX7164" fmla="*/ 1234512 w 1723042"/>
              <a:gd name="csY7164" fmla="*/ 788718 h 825984"/>
              <a:gd name="csX7165" fmla="*/ 1234680 w 1723042"/>
              <a:gd name="csY7165" fmla="*/ 788744 h 825984"/>
              <a:gd name="csX7166" fmla="*/ 1234858 w 1723042"/>
              <a:gd name="csY7166" fmla="*/ 788771 h 825984"/>
              <a:gd name="csX7167" fmla="*/ 1235027 w 1723042"/>
              <a:gd name="csY7167" fmla="*/ 788789 h 825984"/>
              <a:gd name="csX7168" fmla="*/ 1235205 w 1723042"/>
              <a:gd name="csY7168" fmla="*/ 788815 h 825984"/>
              <a:gd name="csX7169" fmla="*/ 1235374 w 1723042"/>
              <a:gd name="csY7169" fmla="*/ 788842 h 825984"/>
              <a:gd name="csX7170" fmla="*/ 1235544 w 1723042"/>
              <a:gd name="csY7170" fmla="*/ 788869 h 825984"/>
              <a:gd name="csX7171" fmla="*/ 1235721 w 1723042"/>
              <a:gd name="csY7171" fmla="*/ 788886 h 825984"/>
              <a:gd name="csX7172" fmla="*/ 1235890 w 1723042"/>
              <a:gd name="csY7172" fmla="*/ 788913 h 825984"/>
              <a:gd name="csX7173" fmla="*/ 1236059 w 1723042"/>
              <a:gd name="csY7173" fmla="*/ 788940 h 825984"/>
              <a:gd name="csX7174" fmla="*/ 1236237 w 1723042"/>
              <a:gd name="csY7174" fmla="*/ 788958 h 825984"/>
              <a:gd name="csX7175" fmla="*/ 1236406 w 1723042"/>
              <a:gd name="csY7175" fmla="*/ 788984 h 825984"/>
              <a:gd name="csX7176" fmla="*/ 1236584 w 1723042"/>
              <a:gd name="csY7176" fmla="*/ 789011 h 825984"/>
              <a:gd name="csX7177" fmla="*/ 1236753 w 1723042"/>
              <a:gd name="csY7177" fmla="*/ 789038 h 825984"/>
              <a:gd name="csX7178" fmla="*/ 1236922 w 1723042"/>
              <a:gd name="csY7178" fmla="*/ 789056 h 825984"/>
              <a:gd name="csX7179" fmla="*/ 1237100 w 1723042"/>
              <a:gd name="csY7179" fmla="*/ 789082 h 825984"/>
              <a:gd name="csX7180" fmla="*/ 1237269 w 1723042"/>
              <a:gd name="csY7180" fmla="*/ 789109 h 825984"/>
              <a:gd name="csX7181" fmla="*/ 1237438 w 1723042"/>
              <a:gd name="csY7181" fmla="*/ 789127 h 825984"/>
              <a:gd name="csX7182" fmla="*/ 1237616 w 1723042"/>
              <a:gd name="csY7182" fmla="*/ 789153 h 825984"/>
              <a:gd name="csX7183" fmla="*/ 1237785 w 1723042"/>
              <a:gd name="csY7183" fmla="*/ 789180 h 825984"/>
              <a:gd name="csX7184" fmla="*/ 1237963 w 1723042"/>
              <a:gd name="csY7184" fmla="*/ 789207 h 825984"/>
              <a:gd name="csX7185" fmla="*/ 1238132 w 1723042"/>
              <a:gd name="csY7185" fmla="*/ 789225 h 825984"/>
              <a:gd name="csX7186" fmla="*/ 1238301 w 1723042"/>
              <a:gd name="csY7186" fmla="*/ 789251 h 825984"/>
              <a:gd name="csX7187" fmla="*/ 1238479 w 1723042"/>
              <a:gd name="csY7187" fmla="*/ 789278 h 825984"/>
              <a:gd name="csX7188" fmla="*/ 1238648 w 1723042"/>
              <a:gd name="csY7188" fmla="*/ 789296 h 825984"/>
              <a:gd name="csX7189" fmla="*/ 1238817 w 1723042"/>
              <a:gd name="csY7189" fmla="*/ 789322 h 825984"/>
              <a:gd name="csX7190" fmla="*/ 1238995 w 1723042"/>
              <a:gd name="csY7190" fmla="*/ 789349 h 825984"/>
              <a:gd name="csX7191" fmla="*/ 1239164 w 1723042"/>
              <a:gd name="csY7191" fmla="*/ 789367 h 825984"/>
              <a:gd name="csX7192" fmla="*/ 1239333 w 1723042"/>
              <a:gd name="csY7192" fmla="*/ 789394 h 825984"/>
              <a:gd name="csX7193" fmla="*/ 1239511 w 1723042"/>
              <a:gd name="csY7193" fmla="*/ 789420 h 825984"/>
              <a:gd name="csX7194" fmla="*/ 1239680 w 1723042"/>
              <a:gd name="csY7194" fmla="*/ 789438 h 825984"/>
              <a:gd name="csX7195" fmla="*/ 1239858 w 1723042"/>
              <a:gd name="csY7195" fmla="*/ 789465 h 825984"/>
              <a:gd name="csX7196" fmla="*/ 1240027 w 1723042"/>
              <a:gd name="csY7196" fmla="*/ 789491 h 825984"/>
              <a:gd name="csX7197" fmla="*/ 1240196 w 1723042"/>
              <a:gd name="csY7197" fmla="*/ 789509 h 825984"/>
              <a:gd name="csX7198" fmla="*/ 1240374 w 1723042"/>
              <a:gd name="csY7198" fmla="*/ 789536 h 825984"/>
              <a:gd name="csX7199" fmla="*/ 1240543 w 1723042"/>
              <a:gd name="csY7199" fmla="*/ 789563 h 825984"/>
              <a:gd name="csX7200" fmla="*/ 1240712 w 1723042"/>
              <a:gd name="csY7200" fmla="*/ 789580 h 825984"/>
              <a:gd name="csX7201" fmla="*/ 1240890 w 1723042"/>
              <a:gd name="csY7201" fmla="*/ 789607 h 825984"/>
              <a:gd name="csX7202" fmla="*/ 1241059 w 1723042"/>
              <a:gd name="csY7202" fmla="*/ 789634 h 825984"/>
              <a:gd name="csX7203" fmla="*/ 1241237 w 1723042"/>
              <a:gd name="csY7203" fmla="*/ 789652 h 825984"/>
              <a:gd name="csX7204" fmla="*/ 1241406 w 1723042"/>
              <a:gd name="csY7204" fmla="*/ 789678 h 825984"/>
              <a:gd name="csX7205" fmla="*/ 1241575 w 1723042"/>
              <a:gd name="csY7205" fmla="*/ 789696 h 825984"/>
              <a:gd name="csX7206" fmla="*/ 1241753 w 1723042"/>
              <a:gd name="csY7206" fmla="*/ 789723 h 825984"/>
              <a:gd name="csX7207" fmla="*/ 1241922 w 1723042"/>
              <a:gd name="csY7207" fmla="*/ 789749 h 825984"/>
              <a:gd name="csX7208" fmla="*/ 1242091 w 1723042"/>
              <a:gd name="csY7208" fmla="*/ 789767 h 825984"/>
              <a:gd name="csX7209" fmla="*/ 1242269 w 1723042"/>
              <a:gd name="csY7209" fmla="*/ 789794 h 825984"/>
              <a:gd name="csX7210" fmla="*/ 1242438 w 1723042"/>
              <a:gd name="csY7210" fmla="*/ 789821 h 825984"/>
              <a:gd name="csX7211" fmla="*/ 1242607 w 1723042"/>
              <a:gd name="csY7211" fmla="*/ 789838 h 825984"/>
              <a:gd name="csX7212" fmla="*/ 1242785 w 1723042"/>
              <a:gd name="csY7212" fmla="*/ 789865 h 825984"/>
              <a:gd name="csX7213" fmla="*/ 1242954 w 1723042"/>
              <a:gd name="csY7213" fmla="*/ 789892 h 825984"/>
              <a:gd name="csX7214" fmla="*/ 1243132 w 1723042"/>
              <a:gd name="csY7214" fmla="*/ 789910 h 825984"/>
              <a:gd name="csX7215" fmla="*/ 1243301 w 1723042"/>
              <a:gd name="csY7215" fmla="*/ 789936 h 825984"/>
              <a:gd name="csX7216" fmla="*/ 1243470 w 1723042"/>
              <a:gd name="csY7216" fmla="*/ 789954 h 825984"/>
              <a:gd name="csX7217" fmla="*/ 1243648 w 1723042"/>
              <a:gd name="csY7217" fmla="*/ 789981 h 825984"/>
              <a:gd name="csX7218" fmla="*/ 1243817 w 1723042"/>
              <a:gd name="csY7218" fmla="*/ 790007 h 825984"/>
              <a:gd name="csX7219" fmla="*/ 1243986 w 1723042"/>
              <a:gd name="csY7219" fmla="*/ 790025 h 825984"/>
              <a:gd name="csX7220" fmla="*/ 1244164 w 1723042"/>
              <a:gd name="csY7220" fmla="*/ 790052 h 825984"/>
              <a:gd name="csX7221" fmla="*/ 1244333 w 1723042"/>
              <a:gd name="csY7221" fmla="*/ 790070 h 825984"/>
              <a:gd name="csX7222" fmla="*/ 1244511 w 1723042"/>
              <a:gd name="csY7222" fmla="*/ 790096 h 825984"/>
              <a:gd name="csX7223" fmla="*/ 1244680 w 1723042"/>
              <a:gd name="csY7223" fmla="*/ 790123 h 825984"/>
              <a:gd name="csX7224" fmla="*/ 1244849 w 1723042"/>
              <a:gd name="csY7224" fmla="*/ 790141 h 825984"/>
              <a:gd name="csX7225" fmla="*/ 1245027 w 1723042"/>
              <a:gd name="csY7225" fmla="*/ 790168 h 825984"/>
              <a:gd name="csX7226" fmla="*/ 1245196 w 1723042"/>
              <a:gd name="csY7226" fmla="*/ 790185 h 825984"/>
              <a:gd name="csX7227" fmla="*/ 1245365 w 1723042"/>
              <a:gd name="csY7227" fmla="*/ 790212 h 825984"/>
              <a:gd name="csX7228" fmla="*/ 1245543 w 1723042"/>
              <a:gd name="csY7228" fmla="*/ 790239 h 825984"/>
              <a:gd name="csX7229" fmla="*/ 1245712 w 1723042"/>
              <a:gd name="csY7229" fmla="*/ 790257 h 825984"/>
              <a:gd name="csX7230" fmla="*/ 1245890 w 1723042"/>
              <a:gd name="csY7230" fmla="*/ 790283 h 825984"/>
              <a:gd name="csX7231" fmla="*/ 1246059 w 1723042"/>
              <a:gd name="csY7231" fmla="*/ 790301 h 825984"/>
              <a:gd name="csX7232" fmla="*/ 1246228 w 1723042"/>
              <a:gd name="csY7232" fmla="*/ 790328 h 825984"/>
              <a:gd name="csX7233" fmla="*/ 1246406 w 1723042"/>
              <a:gd name="csY7233" fmla="*/ 790346 h 825984"/>
              <a:gd name="csX7234" fmla="*/ 1246575 w 1723042"/>
              <a:gd name="csY7234" fmla="*/ 790372 h 825984"/>
              <a:gd name="csX7235" fmla="*/ 1246744 w 1723042"/>
              <a:gd name="csY7235" fmla="*/ 790399 h 825984"/>
              <a:gd name="csX7236" fmla="*/ 1246922 w 1723042"/>
              <a:gd name="csY7236" fmla="*/ 790417 h 825984"/>
              <a:gd name="csX7237" fmla="*/ 1247091 w 1723042"/>
              <a:gd name="csY7237" fmla="*/ 790443 h 825984"/>
              <a:gd name="csX7238" fmla="*/ 1247260 w 1723042"/>
              <a:gd name="csY7238" fmla="*/ 790461 h 825984"/>
              <a:gd name="csX7239" fmla="*/ 1247438 w 1723042"/>
              <a:gd name="csY7239" fmla="*/ 790488 h 825984"/>
              <a:gd name="csX7240" fmla="*/ 1247607 w 1723042"/>
              <a:gd name="csY7240" fmla="*/ 790506 h 825984"/>
              <a:gd name="csX7241" fmla="*/ 1247785 w 1723042"/>
              <a:gd name="csY7241" fmla="*/ 790532 h 825984"/>
              <a:gd name="csX7242" fmla="*/ 1247954 w 1723042"/>
              <a:gd name="csY7242" fmla="*/ 790550 h 825984"/>
              <a:gd name="csX7243" fmla="*/ 1248123 w 1723042"/>
              <a:gd name="csY7243" fmla="*/ 790577 h 825984"/>
              <a:gd name="csX7244" fmla="*/ 1248301 w 1723042"/>
              <a:gd name="csY7244" fmla="*/ 790604 h 825984"/>
              <a:gd name="csX7245" fmla="*/ 1248470 w 1723042"/>
              <a:gd name="csY7245" fmla="*/ 790621 h 825984"/>
              <a:gd name="csX7246" fmla="*/ 1248639 w 1723042"/>
              <a:gd name="csY7246" fmla="*/ 790648 h 825984"/>
              <a:gd name="csX7247" fmla="*/ 1248817 w 1723042"/>
              <a:gd name="csY7247" fmla="*/ 790666 h 825984"/>
              <a:gd name="csX7248" fmla="*/ 1248986 w 1723042"/>
              <a:gd name="csY7248" fmla="*/ 790692 h 825984"/>
              <a:gd name="csX7249" fmla="*/ 1249164 w 1723042"/>
              <a:gd name="csY7249" fmla="*/ 790710 h 825984"/>
              <a:gd name="csX7250" fmla="*/ 1249333 w 1723042"/>
              <a:gd name="csY7250" fmla="*/ 790737 h 825984"/>
              <a:gd name="csX7251" fmla="*/ 1249502 w 1723042"/>
              <a:gd name="csY7251" fmla="*/ 790755 h 825984"/>
              <a:gd name="csX7252" fmla="*/ 1249680 w 1723042"/>
              <a:gd name="csY7252" fmla="*/ 790781 h 825984"/>
              <a:gd name="csX7253" fmla="*/ 1249849 w 1723042"/>
              <a:gd name="csY7253" fmla="*/ 790799 h 825984"/>
              <a:gd name="csX7254" fmla="*/ 1250018 w 1723042"/>
              <a:gd name="csY7254" fmla="*/ 790826 h 825984"/>
              <a:gd name="csX7255" fmla="*/ 1250196 w 1723042"/>
              <a:gd name="csY7255" fmla="*/ 790844 h 825984"/>
              <a:gd name="csX7256" fmla="*/ 1250365 w 1723042"/>
              <a:gd name="csY7256" fmla="*/ 790870 h 825984"/>
              <a:gd name="csX7257" fmla="*/ 1250543 w 1723042"/>
              <a:gd name="csY7257" fmla="*/ 790888 h 825984"/>
              <a:gd name="csX7258" fmla="*/ 1250712 w 1723042"/>
              <a:gd name="csY7258" fmla="*/ 790915 h 825984"/>
              <a:gd name="csX7259" fmla="*/ 1250881 w 1723042"/>
              <a:gd name="csY7259" fmla="*/ 790933 h 825984"/>
              <a:gd name="csX7260" fmla="*/ 1251059 w 1723042"/>
              <a:gd name="csY7260" fmla="*/ 790959 h 825984"/>
              <a:gd name="csX7261" fmla="*/ 1251228 w 1723042"/>
              <a:gd name="csY7261" fmla="*/ 790977 h 825984"/>
              <a:gd name="csX7262" fmla="*/ 1251397 w 1723042"/>
              <a:gd name="csY7262" fmla="*/ 791004 h 825984"/>
              <a:gd name="csX7263" fmla="*/ 1251575 w 1723042"/>
              <a:gd name="csY7263" fmla="*/ 791022 h 825984"/>
              <a:gd name="csX7264" fmla="*/ 1251744 w 1723042"/>
              <a:gd name="csY7264" fmla="*/ 791048 h 825984"/>
              <a:gd name="csX7265" fmla="*/ 1251913 w 1723042"/>
              <a:gd name="csY7265" fmla="*/ 791066 h 825984"/>
              <a:gd name="csX7266" fmla="*/ 1252091 w 1723042"/>
              <a:gd name="csY7266" fmla="*/ 791093 h 825984"/>
              <a:gd name="csX7267" fmla="*/ 1252260 w 1723042"/>
              <a:gd name="csY7267" fmla="*/ 791111 h 825984"/>
              <a:gd name="csX7268" fmla="*/ 1252438 w 1723042"/>
              <a:gd name="csY7268" fmla="*/ 791137 h 825984"/>
              <a:gd name="csX7269" fmla="*/ 1252607 w 1723042"/>
              <a:gd name="csY7269" fmla="*/ 791155 h 825984"/>
              <a:gd name="csX7270" fmla="*/ 1252776 w 1723042"/>
              <a:gd name="csY7270" fmla="*/ 791182 h 825984"/>
              <a:gd name="csX7271" fmla="*/ 1252954 w 1723042"/>
              <a:gd name="csY7271" fmla="*/ 791200 h 825984"/>
              <a:gd name="csX7272" fmla="*/ 1253123 w 1723042"/>
              <a:gd name="csY7272" fmla="*/ 791226 h 825984"/>
              <a:gd name="csX7273" fmla="*/ 1253292 w 1723042"/>
              <a:gd name="csY7273" fmla="*/ 791244 h 825984"/>
              <a:gd name="csX7274" fmla="*/ 1253470 w 1723042"/>
              <a:gd name="csY7274" fmla="*/ 791271 h 825984"/>
              <a:gd name="csX7275" fmla="*/ 1253639 w 1723042"/>
              <a:gd name="csY7275" fmla="*/ 791289 h 825984"/>
              <a:gd name="csX7276" fmla="*/ 1253817 w 1723042"/>
              <a:gd name="csY7276" fmla="*/ 791315 h 825984"/>
              <a:gd name="csX7277" fmla="*/ 1253986 w 1723042"/>
              <a:gd name="csY7277" fmla="*/ 791333 h 825984"/>
              <a:gd name="csX7278" fmla="*/ 1254155 w 1723042"/>
              <a:gd name="csY7278" fmla="*/ 791360 h 825984"/>
              <a:gd name="csX7279" fmla="*/ 1254333 w 1723042"/>
              <a:gd name="csY7279" fmla="*/ 791378 h 825984"/>
              <a:gd name="csX7280" fmla="*/ 1254502 w 1723042"/>
              <a:gd name="csY7280" fmla="*/ 791395 h 825984"/>
              <a:gd name="csX7281" fmla="*/ 1254671 w 1723042"/>
              <a:gd name="csY7281" fmla="*/ 791422 h 825984"/>
              <a:gd name="csX7282" fmla="*/ 1254849 w 1723042"/>
              <a:gd name="csY7282" fmla="*/ 791440 h 825984"/>
              <a:gd name="csX7283" fmla="*/ 1255018 w 1723042"/>
              <a:gd name="csY7283" fmla="*/ 791466 h 825984"/>
              <a:gd name="csX7284" fmla="*/ 1255187 w 1723042"/>
              <a:gd name="csY7284" fmla="*/ 791484 h 825984"/>
              <a:gd name="csX7285" fmla="*/ 1255365 w 1723042"/>
              <a:gd name="csY7285" fmla="*/ 791511 h 825984"/>
              <a:gd name="csX7286" fmla="*/ 1255534 w 1723042"/>
              <a:gd name="csY7286" fmla="*/ 791529 h 825984"/>
              <a:gd name="csX7287" fmla="*/ 1255712 w 1723042"/>
              <a:gd name="csY7287" fmla="*/ 791555 h 825984"/>
              <a:gd name="csX7288" fmla="*/ 1255881 w 1723042"/>
              <a:gd name="csY7288" fmla="*/ 791573 h 825984"/>
              <a:gd name="csX7289" fmla="*/ 1256050 w 1723042"/>
              <a:gd name="csY7289" fmla="*/ 791591 h 825984"/>
              <a:gd name="csX7290" fmla="*/ 1256228 w 1723042"/>
              <a:gd name="csY7290" fmla="*/ 791618 h 825984"/>
              <a:gd name="csX7291" fmla="*/ 1256397 w 1723042"/>
              <a:gd name="csY7291" fmla="*/ 791635 h 825984"/>
              <a:gd name="csX7292" fmla="*/ 1256566 w 1723042"/>
              <a:gd name="csY7292" fmla="*/ 791662 h 825984"/>
              <a:gd name="csX7293" fmla="*/ 1256744 w 1723042"/>
              <a:gd name="csY7293" fmla="*/ 791680 h 825984"/>
              <a:gd name="csX7294" fmla="*/ 1256913 w 1723042"/>
              <a:gd name="csY7294" fmla="*/ 791707 h 825984"/>
              <a:gd name="csX7295" fmla="*/ 1257091 w 1723042"/>
              <a:gd name="csY7295" fmla="*/ 791725 h 825984"/>
              <a:gd name="csX7296" fmla="*/ 1257260 w 1723042"/>
              <a:gd name="csY7296" fmla="*/ 791742 h 825984"/>
              <a:gd name="csX7297" fmla="*/ 1257429 w 1723042"/>
              <a:gd name="csY7297" fmla="*/ 791769 h 825984"/>
              <a:gd name="csX7298" fmla="*/ 1257607 w 1723042"/>
              <a:gd name="csY7298" fmla="*/ 791787 h 825984"/>
              <a:gd name="csX7299" fmla="*/ 1257776 w 1723042"/>
              <a:gd name="csY7299" fmla="*/ 791813 h 825984"/>
              <a:gd name="csX7300" fmla="*/ 1257945 w 1723042"/>
              <a:gd name="csY7300" fmla="*/ 791831 h 825984"/>
              <a:gd name="csX7301" fmla="*/ 1258123 w 1723042"/>
              <a:gd name="csY7301" fmla="*/ 791858 h 825984"/>
              <a:gd name="csX7302" fmla="*/ 1258292 w 1723042"/>
              <a:gd name="csY7302" fmla="*/ 791876 h 825984"/>
              <a:gd name="csX7303" fmla="*/ 1258470 w 1723042"/>
              <a:gd name="csY7303" fmla="*/ 791893 h 825984"/>
              <a:gd name="csX7304" fmla="*/ 1258639 w 1723042"/>
              <a:gd name="csY7304" fmla="*/ 791920 h 825984"/>
              <a:gd name="csX7305" fmla="*/ 1258808 w 1723042"/>
              <a:gd name="csY7305" fmla="*/ 791938 h 825984"/>
              <a:gd name="csX7306" fmla="*/ 1258986 w 1723042"/>
              <a:gd name="csY7306" fmla="*/ 791965 h 825984"/>
              <a:gd name="csX7307" fmla="*/ 1259155 w 1723042"/>
              <a:gd name="csY7307" fmla="*/ 791982 h 825984"/>
              <a:gd name="csX7308" fmla="*/ 1259324 w 1723042"/>
              <a:gd name="csY7308" fmla="*/ 792000 h 825984"/>
              <a:gd name="csX7309" fmla="*/ 1259502 w 1723042"/>
              <a:gd name="csY7309" fmla="*/ 792027 h 825984"/>
              <a:gd name="csX7310" fmla="*/ 1259671 w 1723042"/>
              <a:gd name="csY7310" fmla="*/ 792045 h 825984"/>
              <a:gd name="csX7311" fmla="*/ 1259840 w 1723042"/>
              <a:gd name="csY7311" fmla="*/ 792071 h 825984"/>
              <a:gd name="csX7312" fmla="*/ 1260018 w 1723042"/>
              <a:gd name="csY7312" fmla="*/ 792089 h 825984"/>
              <a:gd name="csX7313" fmla="*/ 1260187 w 1723042"/>
              <a:gd name="csY7313" fmla="*/ 792107 h 825984"/>
              <a:gd name="csX7314" fmla="*/ 1260365 w 1723042"/>
              <a:gd name="csY7314" fmla="*/ 792134 h 825984"/>
              <a:gd name="csX7315" fmla="*/ 1260534 w 1723042"/>
              <a:gd name="csY7315" fmla="*/ 792152 h 825984"/>
              <a:gd name="csX7316" fmla="*/ 1260703 w 1723042"/>
              <a:gd name="csY7316" fmla="*/ 792169 h 825984"/>
              <a:gd name="csX7317" fmla="*/ 1260881 w 1723042"/>
              <a:gd name="csY7317" fmla="*/ 792196 h 825984"/>
              <a:gd name="csX7318" fmla="*/ 1261050 w 1723042"/>
              <a:gd name="csY7318" fmla="*/ 792214 h 825984"/>
              <a:gd name="csX7319" fmla="*/ 1261219 w 1723042"/>
              <a:gd name="csY7319" fmla="*/ 792240 h 825984"/>
              <a:gd name="csX7320" fmla="*/ 1261397 w 1723042"/>
              <a:gd name="csY7320" fmla="*/ 792258 h 825984"/>
              <a:gd name="csX7321" fmla="*/ 1261566 w 1723042"/>
              <a:gd name="csY7321" fmla="*/ 792276 h 825984"/>
              <a:gd name="csX7322" fmla="*/ 1261744 w 1723042"/>
              <a:gd name="csY7322" fmla="*/ 792303 h 825984"/>
              <a:gd name="csX7323" fmla="*/ 1261913 w 1723042"/>
              <a:gd name="csY7323" fmla="*/ 792321 h 825984"/>
              <a:gd name="csX7324" fmla="*/ 1262082 w 1723042"/>
              <a:gd name="csY7324" fmla="*/ 792338 h 825984"/>
              <a:gd name="csX7325" fmla="*/ 1262259 w 1723042"/>
              <a:gd name="csY7325" fmla="*/ 792365 h 825984"/>
              <a:gd name="csX7326" fmla="*/ 1262429 w 1723042"/>
              <a:gd name="csY7326" fmla="*/ 792383 h 825984"/>
              <a:gd name="csX7327" fmla="*/ 1262598 w 1723042"/>
              <a:gd name="csY7327" fmla="*/ 792401 h 825984"/>
              <a:gd name="csX7328" fmla="*/ 1262776 w 1723042"/>
              <a:gd name="csY7328" fmla="*/ 792427 h 825984"/>
              <a:gd name="csX7329" fmla="*/ 1262945 w 1723042"/>
              <a:gd name="csY7329" fmla="*/ 792445 h 825984"/>
              <a:gd name="csX7330" fmla="*/ 1263114 w 1723042"/>
              <a:gd name="csY7330" fmla="*/ 792463 h 825984"/>
              <a:gd name="csX7331" fmla="*/ 1263292 w 1723042"/>
              <a:gd name="csY7331" fmla="*/ 792490 h 825984"/>
              <a:gd name="csX7332" fmla="*/ 1263461 w 1723042"/>
              <a:gd name="csY7332" fmla="*/ 792507 h 825984"/>
              <a:gd name="csX7333" fmla="*/ 1263638 w 1723042"/>
              <a:gd name="csY7333" fmla="*/ 792525 h 825984"/>
              <a:gd name="csX7334" fmla="*/ 1263807 w 1723042"/>
              <a:gd name="csY7334" fmla="*/ 792552 h 825984"/>
              <a:gd name="csX7335" fmla="*/ 1263977 w 1723042"/>
              <a:gd name="csY7335" fmla="*/ 792570 h 825984"/>
              <a:gd name="csX7336" fmla="*/ 1264154 w 1723042"/>
              <a:gd name="csY7336" fmla="*/ 792587 h 825984"/>
              <a:gd name="csX7337" fmla="*/ 1264324 w 1723042"/>
              <a:gd name="csY7337" fmla="*/ 792614 h 825984"/>
              <a:gd name="csX7338" fmla="*/ 1264493 w 1723042"/>
              <a:gd name="csY7338" fmla="*/ 792632 h 825984"/>
              <a:gd name="csX7339" fmla="*/ 1264671 w 1723042"/>
              <a:gd name="csY7339" fmla="*/ 792650 h 825984"/>
              <a:gd name="csX7340" fmla="*/ 1264839 w 1723042"/>
              <a:gd name="csY7340" fmla="*/ 792676 h 825984"/>
              <a:gd name="csX7341" fmla="*/ 1265017 w 1723042"/>
              <a:gd name="csY7341" fmla="*/ 792694 h 825984"/>
              <a:gd name="csX7342" fmla="*/ 1265186 w 1723042"/>
              <a:gd name="csY7342" fmla="*/ 792712 h 825984"/>
              <a:gd name="csX7343" fmla="*/ 1265355 w 1723042"/>
              <a:gd name="csY7343" fmla="*/ 792739 h 825984"/>
              <a:gd name="csX7344" fmla="*/ 1265533 w 1723042"/>
              <a:gd name="csY7344" fmla="*/ 792756 h 825984"/>
              <a:gd name="csX7345" fmla="*/ 1265702 w 1723042"/>
              <a:gd name="csY7345" fmla="*/ 792774 h 825984"/>
              <a:gd name="csX7346" fmla="*/ 1265872 w 1723042"/>
              <a:gd name="csY7346" fmla="*/ 792801 h 825984"/>
              <a:gd name="csX7347" fmla="*/ 1266049 w 1723042"/>
              <a:gd name="csY7347" fmla="*/ 792819 h 825984"/>
              <a:gd name="csX7348" fmla="*/ 1266218 w 1723042"/>
              <a:gd name="csY7348" fmla="*/ 792837 h 825984"/>
              <a:gd name="csX7349" fmla="*/ 1266396 w 1723042"/>
              <a:gd name="csY7349" fmla="*/ 792863 h 825984"/>
              <a:gd name="csX7350" fmla="*/ 1266565 w 1723042"/>
              <a:gd name="csY7350" fmla="*/ 792881 h 825984"/>
              <a:gd name="csX7351" fmla="*/ 1266734 w 1723042"/>
              <a:gd name="csY7351" fmla="*/ 792899 h 825984"/>
              <a:gd name="csX7352" fmla="*/ 1266912 w 1723042"/>
              <a:gd name="csY7352" fmla="*/ 792917 h 825984"/>
              <a:gd name="csX7353" fmla="*/ 1267081 w 1723042"/>
              <a:gd name="csY7353" fmla="*/ 792943 h 825984"/>
              <a:gd name="csX7354" fmla="*/ 1267250 w 1723042"/>
              <a:gd name="csY7354" fmla="*/ 792961 h 825984"/>
              <a:gd name="csX7355" fmla="*/ 1267428 w 1723042"/>
              <a:gd name="csY7355" fmla="*/ 792979 h 825984"/>
              <a:gd name="csX7356" fmla="*/ 1267597 w 1723042"/>
              <a:gd name="csY7356" fmla="*/ 793006 h 825984"/>
              <a:gd name="csX7357" fmla="*/ 1267766 w 1723042"/>
              <a:gd name="csY7357" fmla="*/ 793023 h 825984"/>
              <a:gd name="csX7358" fmla="*/ 1267944 w 1723042"/>
              <a:gd name="csY7358" fmla="*/ 793041 h 825984"/>
              <a:gd name="csX7359" fmla="*/ 1268113 w 1723042"/>
              <a:gd name="csY7359" fmla="*/ 793059 h 825984"/>
              <a:gd name="csX7360" fmla="*/ 1268291 w 1723042"/>
              <a:gd name="csY7360" fmla="*/ 793086 h 825984"/>
              <a:gd name="csX7361" fmla="*/ 1268460 w 1723042"/>
              <a:gd name="csY7361" fmla="*/ 793103 h 825984"/>
              <a:gd name="csX7362" fmla="*/ 1268629 w 1723042"/>
              <a:gd name="csY7362" fmla="*/ 793121 h 825984"/>
              <a:gd name="csX7363" fmla="*/ 1268807 w 1723042"/>
              <a:gd name="csY7363" fmla="*/ 793148 h 825984"/>
              <a:gd name="csX7364" fmla="*/ 1268976 w 1723042"/>
              <a:gd name="csY7364" fmla="*/ 793166 h 825984"/>
              <a:gd name="csX7365" fmla="*/ 1269145 w 1723042"/>
              <a:gd name="csY7365" fmla="*/ 793183 h 825984"/>
              <a:gd name="csX7366" fmla="*/ 1269323 w 1723042"/>
              <a:gd name="csY7366" fmla="*/ 793201 h 825984"/>
              <a:gd name="csX7367" fmla="*/ 1269492 w 1723042"/>
              <a:gd name="csY7367" fmla="*/ 793228 h 825984"/>
              <a:gd name="csX7368" fmla="*/ 1269670 w 1723042"/>
              <a:gd name="csY7368" fmla="*/ 793246 h 825984"/>
              <a:gd name="csX7369" fmla="*/ 1269839 w 1723042"/>
              <a:gd name="csY7369" fmla="*/ 793264 h 825984"/>
              <a:gd name="csX7370" fmla="*/ 1270008 w 1723042"/>
              <a:gd name="csY7370" fmla="*/ 793281 h 825984"/>
              <a:gd name="csX7371" fmla="*/ 1270186 w 1723042"/>
              <a:gd name="csY7371" fmla="*/ 793308 h 825984"/>
              <a:gd name="csX7372" fmla="*/ 1270355 w 1723042"/>
              <a:gd name="csY7372" fmla="*/ 793326 h 825984"/>
              <a:gd name="csX7373" fmla="*/ 1270524 w 1723042"/>
              <a:gd name="csY7373" fmla="*/ 793344 h 825984"/>
              <a:gd name="csX7374" fmla="*/ 1270702 w 1723042"/>
              <a:gd name="csY7374" fmla="*/ 793361 h 825984"/>
              <a:gd name="csX7375" fmla="*/ 1270871 w 1723042"/>
              <a:gd name="csY7375" fmla="*/ 793388 h 825984"/>
              <a:gd name="csX7376" fmla="*/ 1271040 w 1723042"/>
              <a:gd name="csY7376" fmla="*/ 793406 h 825984"/>
              <a:gd name="csX7377" fmla="*/ 1271218 w 1723042"/>
              <a:gd name="csY7377" fmla="*/ 793424 h 825984"/>
              <a:gd name="csX7378" fmla="*/ 1271387 w 1723042"/>
              <a:gd name="csY7378" fmla="*/ 793441 h 825984"/>
              <a:gd name="csX7379" fmla="*/ 1271565 w 1723042"/>
              <a:gd name="csY7379" fmla="*/ 793468 h 825984"/>
              <a:gd name="csX7380" fmla="*/ 1271734 w 1723042"/>
              <a:gd name="csY7380" fmla="*/ 793486 h 825984"/>
              <a:gd name="csX7381" fmla="*/ 1271903 w 1723042"/>
              <a:gd name="csY7381" fmla="*/ 793504 h 825984"/>
              <a:gd name="csX7382" fmla="*/ 1272081 w 1723042"/>
              <a:gd name="csY7382" fmla="*/ 793522 h 825984"/>
              <a:gd name="csX7383" fmla="*/ 1272250 w 1723042"/>
              <a:gd name="csY7383" fmla="*/ 793548 h 825984"/>
              <a:gd name="csX7384" fmla="*/ 1272419 w 1723042"/>
              <a:gd name="csY7384" fmla="*/ 793566 h 825984"/>
              <a:gd name="csX7385" fmla="*/ 1272597 w 1723042"/>
              <a:gd name="csY7385" fmla="*/ 793584 h 825984"/>
              <a:gd name="csX7386" fmla="*/ 1272766 w 1723042"/>
              <a:gd name="csY7386" fmla="*/ 793602 h 825984"/>
              <a:gd name="csX7387" fmla="*/ 1272944 w 1723042"/>
              <a:gd name="csY7387" fmla="*/ 793628 h 825984"/>
              <a:gd name="csX7388" fmla="*/ 1273113 w 1723042"/>
              <a:gd name="csY7388" fmla="*/ 793646 h 825984"/>
              <a:gd name="csX7389" fmla="*/ 1273282 w 1723042"/>
              <a:gd name="csY7389" fmla="*/ 793664 h 825984"/>
              <a:gd name="csX7390" fmla="*/ 1273460 w 1723042"/>
              <a:gd name="csY7390" fmla="*/ 793682 h 825984"/>
              <a:gd name="csX7391" fmla="*/ 1273629 w 1723042"/>
              <a:gd name="csY7391" fmla="*/ 793700 h 825984"/>
              <a:gd name="csX7392" fmla="*/ 1273798 w 1723042"/>
              <a:gd name="csY7392" fmla="*/ 793726 h 825984"/>
              <a:gd name="csX7393" fmla="*/ 1273976 w 1723042"/>
              <a:gd name="csY7393" fmla="*/ 793744 h 825984"/>
              <a:gd name="csX7394" fmla="*/ 1274145 w 1723042"/>
              <a:gd name="csY7394" fmla="*/ 793762 h 825984"/>
              <a:gd name="csX7395" fmla="*/ 1274323 w 1723042"/>
              <a:gd name="csY7395" fmla="*/ 793780 h 825984"/>
              <a:gd name="csX7396" fmla="*/ 1274492 w 1723042"/>
              <a:gd name="csY7396" fmla="*/ 793797 h 825984"/>
              <a:gd name="csX7397" fmla="*/ 1274661 w 1723042"/>
              <a:gd name="csY7397" fmla="*/ 793824 h 825984"/>
              <a:gd name="csX7398" fmla="*/ 1274839 w 1723042"/>
              <a:gd name="csY7398" fmla="*/ 793842 h 825984"/>
              <a:gd name="csX7399" fmla="*/ 1275008 w 1723042"/>
              <a:gd name="csY7399" fmla="*/ 793860 h 825984"/>
              <a:gd name="csX7400" fmla="*/ 1275177 w 1723042"/>
              <a:gd name="csY7400" fmla="*/ 793877 h 825984"/>
              <a:gd name="csX7401" fmla="*/ 1275355 w 1723042"/>
              <a:gd name="csY7401" fmla="*/ 793895 h 825984"/>
              <a:gd name="csX7402" fmla="*/ 1275524 w 1723042"/>
              <a:gd name="csY7402" fmla="*/ 793922 h 825984"/>
              <a:gd name="csX7403" fmla="*/ 1275693 w 1723042"/>
              <a:gd name="csY7403" fmla="*/ 793940 h 825984"/>
              <a:gd name="csX7404" fmla="*/ 1275871 w 1723042"/>
              <a:gd name="csY7404" fmla="*/ 793958 h 825984"/>
              <a:gd name="csX7405" fmla="*/ 1276040 w 1723042"/>
              <a:gd name="csY7405" fmla="*/ 793975 h 825984"/>
              <a:gd name="csX7406" fmla="*/ 1276218 w 1723042"/>
              <a:gd name="csY7406" fmla="*/ 793993 h 825984"/>
              <a:gd name="csX7407" fmla="*/ 1276387 w 1723042"/>
              <a:gd name="csY7407" fmla="*/ 794020 h 825984"/>
              <a:gd name="csX7408" fmla="*/ 1276556 w 1723042"/>
              <a:gd name="csY7408" fmla="*/ 794038 h 825984"/>
              <a:gd name="csX7409" fmla="*/ 1276734 w 1723042"/>
              <a:gd name="csY7409" fmla="*/ 794055 h 825984"/>
              <a:gd name="csX7410" fmla="*/ 1276903 w 1723042"/>
              <a:gd name="csY7410" fmla="*/ 794073 h 825984"/>
              <a:gd name="csX7411" fmla="*/ 1277072 w 1723042"/>
              <a:gd name="csY7411" fmla="*/ 794091 h 825984"/>
              <a:gd name="csX7412" fmla="*/ 1277250 w 1723042"/>
              <a:gd name="csY7412" fmla="*/ 794118 h 825984"/>
              <a:gd name="csX7413" fmla="*/ 1277419 w 1723042"/>
              <a:gd name="csY7413" fmla="*/ 794135 h 825984"/>
              <a:gd name="csX7414" fmla="*/ 1277597 w 1723042"/>
              <a:gd name="csY7414" fmla="*/ 794153 h 825984"/>
              <a:gd name="csX7415" fmla="*/ 1277766 w 1723042"/>
              <a:gd name="csY7415" fmla="*/ 794171 h 825984"/>
              <a:gd name="csX7416" fmla="*/ 1277935 w 1723042"/>
              <a:gd name="csY7416" fmla="*/ 794189 h 825984"/>
              <a:gd name="csX7417" fmla="*/ 1278113 w 1723042"/>
              <a:gd name="csY7417" fmla="*/ 794207 h 825984"/>
              <a:gd name="csX7418" fmla="*/ 1278282 w 1723042"/>
              <a:gd name="csY7418" fmla="*/ 794233 h 825984"/>
              <a:gd name="csX7419" fmla="*/ 1278451 w 1723042"/>
              <a:gd name="csY7419" fmla="*/ 794251 h 825984"/>
              <a:gd name="csX7420" fmla="*/ 1278629 w 1723042"/>
              <a:gd name="csY7420" fmla="*/ 794269 h 825984"/>
              <a:gd name="csX7421" fmla="*/ 1278798 w 1723042"/>
              <a:gd name="csY7421" fmla="*/ 794287 h 825984"/>
              <a:gd name="csX7422" fmla="*/ 1278976 w 1723042"/>
              <a:gd name="csY7422" fmla="*/ 794304 h 825984"/>
              <a:gd name="csX7423" fmla="*/ 1279145 w 1723042"/>
              <a:gd name="csY7423" fmla="*/ 794322 h 825984"/>
              <a:gd name="csX7424" fmla="*/ 1279314 w 1723042"/>
              <a:gd name="csY7424" fmla="*/ 794340 h 825984"/>
              <a:gd name="csX7425" fmla="*/ 1279492 w 1723042"/>
              <a:gd name="csY7425" fmla="*/ 794367 h 825984"/>
              <a:gd name="csX7426" fmla="*/ 1279661 w 1723042"/>
              <a:gd name="csY7426" fmla="*/ 794385 h 825984"/>
              <a:gd name="csX7427" fmla="*/ 1279830 w 1723042"/>
              <a:gd name="csY7427" fmla="*/ 794402 h 825984"/>
              <a:gd name="csX7428" fmla="*/ 1280008 w 1723042"/>
              <a:gd name="csY7428" fmla="*/ 794420 h 825984"/>
              <a:gd name="csX7429" fmla="*/ 1280177 w 1723042"/>
              <a:gd name="csY7429" fmla="*/ 794438 h 825984"/>
              <a:gd name="csX7430" fmla="*/ 1280346 w 1723042"/>
              <a:gd name="csY7430" fmla="*/ 794456 h 825984"/>
              <a:gd name="csX7431" fmla="*/ 1280524 w 1723042"/>
              <a:gd name="csY7431" fmla="*/ 794473 h 825984"/>
              <a:gd name="csX7432" fmla="*/ 1280693 w 1723042"/>
              <a:gd name="csY7432" fmla="*/ 794500 h 825984"/>
              <a:gd name="csX7433" fmla="*/ 1280871 w 1723042"/>
              <a:gd name="csY7433" fmla="*/ 794518 h 825984"/>
              <a:gd name="csX7434" fmla="*/ 1281040 w 1723042"/>
              <a:gd name="csY7434" fmla="*/ 794536 h 825984"/>
              <a:gd name="csX7435" fmla="*/ 1281209 w 1723042"/>
              <a:gd name="csY7435" fmla="*/ 794554 h 825984"/>
              <a:gd name="csX7436" fmla="*/ 1281387 w 1723042"/>
              <a:gd name="csY7436" fmla="*/ 794571 h 825984"/>
              <a:gd name="csX7437" fmla="*/ 1281556 w 1723042"/>
              <a:gd name="csY7437" fmla="*/ 794589 h 825984"/>
              <a:gd name="csX7438" fmla="*/ 1281725 w 1723042"/>
              <a:gd name="csY7438" fmla="*/ 794607 h 825984"/>
              <a:gd name="csX7439" fmla="*/ 1281903 w 1723042"/>
              <a:gd name="csY7439" fmla="*/ 794634 h 825984"/>
              <a:gd name="csX7440" fmla="*/ 1282072 w 1723042"/>
              <a:gd name="csY7440" fmla="*/ 794651 h 825984"/>
              <a:gd name="csX7441" fmla="*/ 1282250 w 1723042"/>
              <a:gd name="csY7441" fmla="*/ 794669 h 825984"/>
              <a:gd name="csX7442" fmla="*/ 1282419 w 1723042"/>
              <a:gd name="csY7442" fmla="*/ 794687 h 825984"/>
              <a:gd name="csX7443" fmla="*/ 1282588 w 1723042"/>
              <a:gd name="csY7443" fmla="*/ 794705 h 825984"/>
              <a:gd name="csX7444" fmla="*/ 1282766 w 1723042"/>
              <a:gd name="csY7444" fmla="*/ 794723 h 825984"/>
              <a:gd name="csX7445" fmla="*/ 1282935 w 1723042"/>
              <a:gd name="csY7445" fmla="*/ 794740 h 825984"/>
              <a:gd name="csX7446" fmla="*/ 1283104 w 1723042"/>
              <a:gd name="csY7446" fmla="*/ 794758 h 825984"/>
              <a:gd name="csX7447" fmla="*/ 1283282 w 1723042"/>
              <a:gd name="csY7447" fmla="*/ 794776 h 825984"/>
              <a:gd name="csX7448" fmla="*/ 1283451 w 1723042"/>
              <a:gd name="csY7448" fmla="*/ 794803 h 825984"/>
              <a:gd name="csX7449" fmla="*/ 1283620 w 1723042"/>
              <a:gd name="csY7449" fmla="*/ 794820 h 825984"/>
              <a:gd name="csX7450" fmla="*/ 1283798 w 1723042"/>
              <a:gd name="csY7450" fmla="*/ 794838 h 825984"/>
              <a:gd name="csX7451" fmla="*/ 1283967 w 1723042"/>
              <a:gd name="csY7451" fmla="*/ 794856 h 825984"/>
              <a:gd name="csX7452" fmla="*/ 1284145 w 1723042"/>
              <a:gd name="csY7452" fmla="*/ 794874 h 825984"/>
              <a:gd name="csX7453" fmla="*/ 1284314 w 1723042"/>
              <a:gd name="csY7453" fmla="*/ 794892 h 825984"/>
              <a:gd name="csX7454" fmla="*/ 1284483 w 1723042"/>
              <a:gd name="csY7454" fmla="*/ 794909 h 825984"/>
              <a:gd name="csX7455" fmla="*/ 1284661 w 1723042"/>
              <a:gd name="csY7455" fmla="*/ 794927 h 825984"/>
              <a:gd name="csX7456" fmla="*/ 1284830 w 1723042"/>
              <a:gd name="csY7456" fmla="*/ 794945 h 825984"/>
              <a:gd name="csX7457" fmla="*/ 1284999 w 1723042"/>
              <a:gd name="csY7457" fmla="*/ 794963 h 825984"/>
              <a:gd name="csX7458" fmla="*/ 1285177 w 1723042"/>
              <a:gd name="csY7458" fmla="*/ 794981 h 825984"/>
              <a:gd name="csX7459" fmla="*/ 1285346 w 1723042"/>
              <a:gd name="csY7459" fmla="*/ 795007 h 825984"/>
              <a:gd name="csX7460" fmla="*/ 1285524 w 1723042"/>
              <a:gd name="csY7460" fmla="*/ 795025 h 825984"/>
              <a:gd name="csX7461" fmla="*/ 1285693 w 1723042"/>
              <a:gd name="csY7461" fmla="*/ 795043 h 825984"/>
              <a:gd name="csX7462" fmla="*/ 1285862 w 1723042"/>
              <a:gd name="csY7462" fmla="*/ 795061 h 825984"/>
              <a:gd name="csX7463" fmla="*/ 1286040 w 1723042"/>
              <a:gd name="csY7463" fmla="*/ 795078 h 825984"/>
              <a:gd name="csX7464" fmla="*/ 1286209 w 1723042"/>
              <a:gd name="csY7464" fmla="*/ 795096 h 825984"/>
              <a:gd name="csX7465" fmla="*/ 1286378 w 1723042"/>
              <a:gd name="csY7465" fmla="*/ 795114 h 825984"/>
              <a:gd name="csX7466" fmla="*/ 1286556 w 1723042"/>
              <a:gd name="csY7466" fmla="*/ 795132 h 825984"/>
              <a:gd name="csX7467" fmla="*/ 1286725 w 1723042"/>
              <a:gd name="csY7467" fmla="*/ 795150 h 825984"/>
              <a:gd name="csX7468" fmla="*/ 1286903 w 1723042"/>
              <a:gd name="csY7468" fmla="*/ 795167 h 825984"/>
              <a:gd name="csX7469" fmla="*/ 1287072 w 1723042"/>
              <a:gd name="csY7469" fmla="*/ 795185 h 825984"/>
              <a:gd name="csX7470" fmla="*/ 1287241 w 1723042"/>
              <a:gd name="csY7470" fmla="*/ 795203 h 825984"/>
              <a:gd name="csX7471" fmla="*/ 1287419 w 1723042"/>
              <a:gd name="csY7471" fmla="*/ 795221 h 825984"/>
              <a:gd name="csX7472" fmla="*/ 1287588 w 1723042"/>
              <a:gd name="csY7472" fmla="*/ 795239 h 825984"/>
              <a:gd name="csX7473" fmla="*/ 1287757 w 1723042"/>
              <a:gd name="csY7473" fmla="*/ 795265 h 825984"/>
              <a:gd name="csX7474" fmla="*/ 1287935 w 1723042"/>
              <a:gd name="csY7474" fmla="*/ 795283 h 825984"/>
              <a:gd name="csX7475" fmla="*/ 1288104 w 1723042"/>
              <a:gd name="csY7475" fmla="*/ 795301 h 825984"/>
              <a:gd name="csX7476" fmla="*/ 1288273 w 1723042"/>
              <a:gd name="csY7476" fmla="*/ 795319 h 825984"/>
              <a:gd name="csX7477" fmla="*/ 1288451 w 1723042"/>
              <a:gd name="csY7477" fmla="*/ 795336 h 825984"/>
              <a:gd name="csX7478" fmla="*/ 1288620 w 1723042"/>
              <a:gd name="csY7478" fmla="*/ 795354 h 825984"/>
              <a:gd name="csX7479" fmla="*/ 1288798 w 1723042"/>
              <a:gd name="csY7479" fmla="*/ 795372 h 825984"/>
              <a:gd name="csX7480" fmla="*/ 1288967 w 1723042"/>
              <a:gd name="csY7480" fmla="*/ 795390 h 825984"/>
              <a:gd name="csX7481" fmla="*/ 1289136 w 1723042"/>
              <a:gd name="csY7481" fmla="*/ 795408 h 825984"/>
              <a:gd name="csX7482" fmla="*/ 1289314 w 1723042"/>
              <a:gd name="csY7482" fmla="*/ 795425 h 825984"/>
              <a:gd name="csX7483" fmla="*/ 1289483 w 1723042"/>
              <a:gd name="csY7483" fmla="*/ 795443 h 825984"/>
              <a:gd name="csX7484" fmla="*/ 1289652 w 1723042"/>
              <a:gd name="csY7484" fmla="*/ 795461 h 825984"/>
              <a:gd name="csX7485" fmla="*/ 1289830 w 1723042"/>
              <a:gd name="csY7485" fmla="*/ 795479 h 825984"/>
              <a:gd name="csX7486" fmla="*/ 1289999 w 1723042"/>
              <a:gd name="csY7486" fmla="*/ 795497 h 825984"/>
              <a:gd name="csX7487" fmla="*/ 1290177 w 1723042"/>
              <a:gd name="csY7487" fmla="*/ 795514 h 825984"/>
              <a:gd name="csX7488" fmla="*/ 1290346 w 1723042"/>
              <a:gd name="csY7488" fmla="*/ 795532 h 825984"/>
              <a:gd name="csX7489" fmla="*/ 1290515 w 1723042"/>
              <a:gd name="csY7489" fmla="*/ 795550 h 825984"/>
              <a:gd name="csX7490" fmla="*/ 1290693 w 1723042"/>
              <a:gd name="csY7490" fmla="*/ 795568 h 825984"/>
              <a:gd name="csX7491" fmla="*/ 1290862 w 1723042"/>
              <a:gd name="csY7491" fmla="*/ 795586 h 825984"/>
              <a:gd name="csX7492" fmla="*/ 1291031 w 1723042"/>
              <a:gd name="csY7492" fmla="*/ 795603 h 825984"/>
              <a:gd name="csX7493" fmla="*/ 1291209 w 1723042"/>
              <a:gd name="csY7493" fmla="*/ 795621 h 825984"/>
              <a:gd name="csX7494" fmla="*/ 1291378 w 1723042"/>
              <a:gd name="csY7494" fmla="*/ 795639 h 825984"/>
              <a:gd name="csX7495" fmla="*/ 1291547 w 1723042"/>
              <a:gd name="csY7495" fmla="*/ 795657 h 825984"/>
              <a:gd name="csX7496" fmla="*/ 1291725 w 1723042"/>
              <a:gd name="csY7496" fmla="*/ 795674 h 825984"/>
              <a:gd name="csX7497" fmla="*/ 1291894 w 1723042"/>
              <a:gd name="csY7497" fmla="*/ 795692 h 825984"/>
              <a:gd name="csX7498" fmla="*/ 1292072 w 1723042"/>
              <a:gd name="csY7498" fmla="*/ 795710 h 825984"/>
              <a:gd name="csX7499" fmla="*/ 1292241 w 1723042"/>
              <a:gd name="csY7499" fmla="*/ 795728 h 825984"/>
              <a:gd name="csX7500" fmla="*/ 1292410 w 1723042"/>
              <a:gd name="csY7500" fmla="*/ 795746 h 825984"/>
              <a:gd name="csX7501" fmla="*/ 1292588 w 1723042"/>
              <a:gd name="csY7501" fmla="*/ 795763 h 825984"/>
              <a:gd name="csX7502" fmla="*/ 1292757 w 1723042"/>
              <a:gd name="csY7502" fmla="*/ 795781 h 825984"/>
              <a:gd name="csX7503" fmla="*/ 1292926 w 1723042"/>
              <a:gd name="csY7503" fmla="*/ 795799 h 825984"/>
              <a:gd name="csX7504" fmla="*/ 1293104 w 1723042"/>
              <a:gd name="csY7504" fmla="*/ 795817 h 825984"/>
              <a:gd name="csX7505" fmla="*/ 1293273 w 1723042"/>
              <a:gd name="csY7505" fmla="*/ 795835 h 825984"/>
              <a:gd name="csX7506" fmla="*/ 1293450 w 1723042"/>
              <a:gd name="csY7506" fmla="*/ 795852 h 825984"/>
              <a:gd name="csX7507" fmla="*/ 1293619 w 1723042"/>
              <a:gd name="csY7507" fmla="*/ 795870 h 825984"/>
              <a:gd name="csX7508" fmla="*/ 1293789 w 1723042"/>
              <a:gd name="csY7508" fmla="*/ 795888 h 825984"/>
              <a:gd name="csX7509" fmla="*/ 1293966 w 1723042"/>
              <a:gd name="csY7509" fmla="*/ 795906 h 825984"/>
              <a:gd name="csX7510" fmla="*/ 1294136 w 1723042"/>
              <a:gd name="csY7510" fmla="*/ 795924 h 825984"/>
              <a:gd name="csX7511" fmla="*/ 1294305 w 1723042"/>
              <a:gd name="csY7511" fmla="*/ 795941 h 825984"/>
              <a:gd name="csX7512" fmla="*/ 1294483 w 1723042"/>
              <a:gd name="csY7512" fmla="*/ 795959 h 825984"/>
              <a:gd name="csX7513" fmla="*/ 1294651 w 1723042"/>
              <a:gd name="csY7513" fmla="*/ 795977 h 825984"/>
              <a:gd name="csX7514" fmla="*/ 1294829 w 1723042"/>
              <a:gd name="csY7514" fmla="*/ 795995 h 825984"/>
              <a:gd name="csX7515" fmla="*/ 1294998 w 1723042"/>
              <a:gd name="csY7515" fmla="*/ 796013 h 825984"/>
              <a:gd name="csX7516" fmla="*/ 1295167 w 1723042"/>
              <a:gd name="csY7516" fmla="*/ 796030 h 825984"/>
              <a:gd name="csX7517" fmla="*/ 1295345 w 1723042"/>
              <a:gd name="csY7517" fmla="*/ 796048 h 825984"/>
              <a:gd name="csX7518" fmla="*/ 1295514 w 1723042"/>
              <a:gd name="csY7518" fmla="*/ 796066 h 825984"/>
              <a:gd name="csX7519" fmla="*/ 1295684 w 1723042"/>
              <a:gd name="csY7519" fmla="*/ 796084 h 825984"/>
              <a:gd name="csX7520" fmla="*/ 1295861 w 1723042"/>
              <a:gd name="csY7520" fmla="*/ 796101 h 825984"/>
              <a:gd name="csX7521" fmla="*/ 1296030 w 1723042"/>
              <a:gd name="csY7521" fmla="*/ 796119 h 825984"/>
              <a:gd name="csX7522" fmla="*/ 1296199 w 1723042"/>
              <a:gd name="csY7522" fmla="*/ 796137 h 825984"/>
              <a:gd name="csX7523" fmla="*/ 1296377 w 1723042"/>
              <a:gd name="csY7523" fmla="*/ 796155 h 825984"/>
              <a:gd name="csX7524" fmla="*/ 1296546 w 1723042"/>
              <a:gd name="csY7524" fmla="*/ 796173 h 825984"/>
              <a:gd name="csX7525" fmla="*/ 1296724 w 1723042"/>
              <a:gd name="csY7525" fmla="*/ 796190 h 825984"/>
              <a:gd name="csX7526" fmla="*/ 1296893 w 1723042"/>
              <a:gd name="csY7526" fmla="*/ 796208 h 825984"/>
              <a:gd name="csX7527" fmla="*/ 1297062 w 1723042"/>
              <a:gd name="csY7527" fmla="*/ 796226 h 825984"/>
              <a:gd name="csX7528" fmla="*/ 1297240 w 1723042"/>
              <a:gd name="csY7528" fmla="*/ 796244 h 825984"/>
              <a:gd name="csX7529" fmla="*/ 1297409 w 1723042"/>
              <a:gd name="csY7529" fmla="*/ 796262 h 825984"/>
              <a:gd name="csX7530" fmla="*/ 1297578 w 1723042"/>
              <a:gd name="csY7530" fmla="*/ 796279 h 825984"/>
              <a:gd name="csX7531" fmla="*/ 1297756 w 1723042"/>
              <a:gd name="csY7531" fmla="*/ 796297 h 825984"/>
              <a:gd name="csX7532" fmla="*/ 1297925 w 1723042"/>
              <a:gd name="csY7532" fmla="*/ 796315 h 825984"/>
              <a:gd name="csX7533" fmla="*/ 1298103 w 1723042"/>
              <a:gd name="csY7533" fmla="*/ 796333 h 825984"/>
              <a:gd name="csX7534" fmla="*/ 1298272 w 1723042"/>
              <a:gd name="csY7534" fmla="*/ 796351 h 825984"/>
              <a:gd name="csX7535" fmla="*/ 1298441 w 1723042"/>
              <a:gd name="csY7535" fmla="*/ 796368 h 825984"/>
              <a:gd name="csX7536" fmla="*/ 1298619 w 1723042"/>
              <a:gd name="csY7536" fmla="*/ 796386 h 825984"/>
              <a:gd name="csX7537" fmla="*/ 1298788 w 1723042"/>
              <a:gd name="csY7537" fmla="*/ 796404 h 825984"/>
              <a:gd name="csX7538" fmla="*/ 1298957 w 1723042"/>
              <a:gd name="csY7538" fmla="*/ 796422 h 825984"/>
              <a:gd name="csX7539" fmla="*/ 1299135 w 1723042"/>
              <a:gd name="csY7539" fmla="*/ 796431 h 825984"/>
              <a:gd name="csX7540" fmla="*/ 1299304 w 1723042"/>
              <a:gd name="csY7540" fmla="*/ 796448 h 825984"/>
              <a:gd name="csX7541" fmla="*/ 1299482 w 1723042"/>
              <a:gd name="csY7541" fmla="*/ 796466 h 825984"/>
              <a:gd name="csX7542" fmla="*/ 1299651 w 1723042"/>
              <a:gd name="csY7542" fmla="*/ 796484 h 825984"/>
              <a:gd name="csX7543" fmla="*/ 1299820 w 1723042"/>
              <a:gd name="csY7543" fmla="*/ 796502 h 825984"/>
              <a:gd name="csX7544" fmla="*/ 1299998 w 1723042"/>
              <a:gd name="csY7544" fmla="*/ 796520 h 825984"/>
              <a:gd name="csX7545" fmla="*/ 1300167 w 1723042"/>
              <a:gd name="csY7545" fmla="*/ 796537 h 825984"/>
              <a:gd name="csX7546" fmla="*/ 1300336 w 1723042"/>
              <a:gd name="csY7546" fmla="*/ 796555 h 825984"/>
              <a:gd name="csX7547" fmla="*/ 1300514 w 1723042"/>
              <a:gd name="csY7547" fmla="*/ 796573 h 825984"/>
              <a:gd name="csX7548" fmla="*/ 1300683 w 1723042"/>
              <a:gd name="csY7548" fmla="*/ 796591 h 825984"/>
              <a:gd name="csX7549" fmla="*/ 1300852 w 1723042"/>
              <a:gd name="csY7549" fmla="*/ 796609 h 825984"/>
              <a:gd name="csX7550" fmla="*/ 1301030 w 1723042"/>
              <a:gd name="csY7550" fmla="*/ 796626 h 825984"/>
              <a:gd name="csX7551" fmla="*/ 1301199 w 1723042"/>
              <a:gd name="csY7551" fmla="*/ 796644 h 825984"/>
              <a:gd name="csX7552" fmla="*/ 1301377 w 1723042"/>
              <a:gd name="csY7552" fmla="*/ 796662 h 825984"/>
              <a:gd name="csX7553" fmla="*/ 1301546 w 1723042"/>
              <a:gd name="csY7553" fmla="*/ 796671 h 825984"/>
              <a:gd name="csX7554" fmla="*/ 1301715 w 1723042"/>
              <a:gd name="csY7554" fmla="*/ 796689 h 825984"/>
              <a:gd name="csX7555" fmla="*/ 1301893 w 1723042"/>
              <a:gd name="csY7555" fmla="*/ 796707 h 825984"/>
              <a:gd name="csX7556" fmla="*/ 1302062 w 1723042"/>
              <a:gd name="csY7556" fmla="*/ 796724 h 825984"/>
              <a:gd name="csX7557" fmla="*/ 1302231 w 1723042"/>
              <a:gd name="csY7557" fmla="*/ 796742 h 825984"/>
              <a:gd name="csX7558" fmla="*/ 1302409 w 1723042"/>
              <a:gd name="csY7558" fmla="*/ 796760 h 825984"/>
              <a:gd name="csX7559" fmla="*/ 1302578 w 1723042"/>
              <a:gd name="csY7559" fmla="*/ 796778 h 825984"/>
              <a:gd name="csX7560" fmla="*/ 1302756 w 1723042"/>
              <a:gd name="csY7560" fmla="*/ 796795 h 825984"/>
              <a:gd name="csX7561" fmla="*/ 1302925 w 1723042"/>
              <a:gd name="csY7561" fmla="*/ 796813 h 825984"/>
              <a:gd name="csX7562" fmla="*/ 1303094 w 1723042"/>
              <a:gd name="csY7562" fmla="*/ 796831 h 825984"/>
              <a:gd name="csX7563" fmla="*/ 1303272 w 1723042"/>
              <a:gd name="csY7563" fmla="*/ 796849 h 825984"/>
              <a:gd name="csX7564" fmla="*/ 1303441 w 1723042"/>
              <a:gd name="csY7564" fmla="*/ 796858 h 825984"/>
              <a:gd name="csX7565" fmla="*/ 1303610 w 1723042"/>
              <a:gd name="csY7565" fmla="*/ 796875 h 825984"/>
              <a:gd name="csX7566" fmla="*/ 1303788 w 1723042"/>
              <a:gd name="csY7566" fmla="*/ 796893 h 825984"/>
              <a:gd name="csX7567" fmla="*/ 1303957 w 1723042"/>
              <a:gd name="csY7567" fmla="*/ 796911 h 825984"/>
              <a:gd name="csX7568" fmla="*/ 1304126 w 1723042"/>
              <a:gd name="csY7568" fmla="*/ 796929 h 825984"/>
              <a:gd name="csX7569" fmla="*/ 1304304 w 1723042"/>
              <a:gd name="csY7569" fmla="*/ 796947 h 825984"/>
              <a:gd name="csX7570" fmla="*/ 1304473 w 1723042"/>
              <a:gd name="csY7570" fmla="*/ 796964 h 825984"/>
              <a:gd name="csX7571" fmla="*/ 1304651 w 1723042"/>
              <a:gd name="csY7571" fmla="*/ 796982 h 825984"/>
              <a:gd name="csX7572" fmla="*/ 1304820 w 1723042"/>
              <a:gd name="csY7572" fmla="*/ 797000 h 825984"/>
              <a:gd name="csX7573" fmla="*/ 1304989 w 1723042"/>
              <a:gd name="csY7573" fmla="*/ 797009 h 825984"/>
              <a:gd name="csX7574" fmla="*/ 1305167 w 1723042"/>
              <a:gd name="csY7574" fmla="*/ 797027 h 825984"/>
              <a:gd name="csX7575" fmla="*/ 1305336 w 1723042"/>
              <a:gd name="csY7575" fmla="*/ 797045 h 825984"/>
              <a:gd name="csX7576" fmla="*/ 1305505 w 1723042"/>
              <a:gd name="csY7576" fmla="*/ 797062 h 825984"/>
              <a:gd name="csX7577" fmla="*/ 1305683 w 1723042"/>
              <a:gd name="csY7577" fmla="*/ 797080 h 825984"/>
              <a:gd name="csX7578" fmla="*/ 1305852 w 1723042"/>
              <a:gd name="csY7578" fmla="*/ 797098 h 825984"/>
              <a:gd name="csX7579" fmla="*/ 1306030 w 1723042"/>
              <a:gd name="csY7579" fmla="*/ 797116 h 825984"/>
              <a:gd name="csX7580" fmla="*/ 1306199 w 1723042"/>
              <a:gd name="csY7580" fmla="*/ 797134 h 825984"/>
              <a:gd name="csX7581" fmla="*/ 1306368 w 1723042"/>
              <a:gd name="csY7581" fmla="*/ 797151 h 825984"/>
              <a:gd name="csX7582" fmla="*/ 1306546 w 1723042"/>
              <a:gd name="csY7582" fmla="*/ 797160 h 825984"/>
              <a:gd name="csX7583" fmla="*/ 1306715 w 1723042"/>
              <a:gd name="csY7583" fmla="*/ 797178 h 825984"/>
              <a:gd name="csX7584" fmla="*/ 1306884 w 1723042"/>
              <a:gd name="csY7584" fmla="*/ 797196 h 825984"/>
              <a:gd name="csX7585" fmla="*/ 1307062 w 1723042"/>
              <a:gd name="csY7585" fmla="*/ 797214 h 825984"/>
              <a:gd name="csX7586" fmla="*/ 1307231 w 1723042"/>
              <a:gd name="csY7586" fmla="*/ 797231 h 825984"/>
              <a:gd name="csX7587" fmla="*/ 1307409 w 1723042"/>
              <a:gd name="csY7587" fmla="*/ 797249 h 825984"/>
              <a:gd name="csX7588" fmla="*/ 1307578 w 1723042"/>
              <a:gd name="csY7588" fmla="*/ 797267 h 825984"/>
              <a:gd name="csX7589" fmla="*/ 1307747 w 1723042"/>
              <a:gd name="csY7589" fmla="*/ 797276 h 825984"/>
              <a:gd name="csX7590" fmla="*/ 1307925 w 1723042"/>
              <a:gd name="csY7590" fmla="*/ 797294 h 825984"/>
              <a:gd name="csX7591" fmla="*/ 1308094 w 1723042"/>
              <a:gd name="csY7591" fmla="*/ 797311 h 825984"/>
              <a:gd name="csX7592" fmla="*/ 1308263 w 1723042"/>
              <a:gd name="csY7592" fmla="*/ 797329 h 825984"/>
              <a:gd name="csX7593" fmla="*/ 1308441 w 1723042"/>
              <a:gd name="csY7593" fmla="*/ 797347 h 825984"/>
              <a:gd name="csX7594" fmla="*/ 1308610 w 1723042"/>
              <a:gd name="csY7594" fmla="*/ 797365 h 825984"/>
              <a:gd name="csX7595" fmla="*/ 1308779 w 1723042"/>
              <a:gd name="csY7595" fmla="*/ 797383 h 825984"/>
              <a:gd name="csX7596" fmla="*/ 1308957 w 1723042"/>
              <a:gd name="csY7596" fmla="*/ 797392 h 825984"/>
              <a:gd name="csX7597" fmla="*/ 1309126 w 1723042"/>
              <a:gd name="csY7597" fmla="*/ 797409 h 825984"/>
              <a:gd name="csX7598" fmla="*/ 1309304 w 1723042"/>
              <a:gd name="csY7598" fmla="*/ 797427 h 825984"/>
              <a:gd name="csX7599" fmla="*/ 1309473 w 1723042"/>
              <a:gd name="csY7599" fmla="*/ 797445 h 825984"/>
              <a:gd name="csX7600" fmla="*/ 1309642 w 1723042"/>
              <a:gd name="csY7600" fmla="*/ 797463 h 825984"/>
              <a:gd name="csX7601" fmla="*/ 1309820 w 1723042"/>
              <a:gd name="csY7601" fmla="*/ 797480 h 825984"/>
              <a:gd name="csX7602" fmla="*/ 1309989 w 1723042"/>
              <a:gd name="csY7602" fmla="*/ 797489 h 825984"/>
              <a:gd name="csX7603" fmla="*/ 1310158 w 1723042"/>
              <a:gd name="csY7603" fmla="*/ 797507 h 825984"/>
              <a:gd name="csX7604" fmla="*/ 1310336 w 1723042"/>
              <a:gd name="csY7604" fmla="*/ 797525 h 825984"/>
              <a:gd name="csX7605" fmla="*/ 1310505 w 1723042"/>
              <a:gd name="csY7605" fmla="*/ 797543 h 825984"/>
              <a:gd name="csX7606" fmla="*/ 1310683 w 1723042"/>
              <a:gd name="csY7606" fmla="*/ 797561 h 825984"/>
              <a:gd name="csX7607" fmla="*/ 1310852 w 1723042"/>
              <a:gd name="csY7607" fmla="*/ 797578 h 825984"/>
              <a:gd name="csX7608" fmla="*/ 1311021 w 1723042"/>
              <a:gd name="csY7608" fmla="*/ 797587 h 825984"/>
              <a:gd name="csX7609" fmla="*/ 1311199 w 1723042"/>
              <a:gd name="csY7609" fmla="*/ 797605 h 825984"/>
              <a:gd name="csX7610" fmla="*/ 1311368 w 1723042"/>
              <a:gd name="csY7610" fmla="*/ 797623 h 825984"/>
              <a:gd name="csX7611" fmla="*/ 1311537 w 1723042"/>
              <a:gd name="csY7611" fmla="*/ 797641 h 825984"/>
              <a:gd name="csX7612" fmla="*/ 1311715 w 1723042"/>
              <a:gd name="csY7612" fmla="*/ 797658 h 825984"/>
              <a:gd name="csX7613" fmla="*/ 1311884 w 1723042"/>
              <a:gd name="csY7613" fmla="*/ 797676 h 825984"/>
              <a:gd name="csX7614" fmla="*/ 1312053 w 1723042"/>
              <a:gd name="csY7614" fmla="*/ 797685 h 825984"/>
              <a:gd name="csX7615" fmla="*/ 1312231 w 1723042"/>
              <a:gd name="csY7615" fmla="*/ 797703 h 825984"/>
              <a:gd name="csX7616" fmla="*/ 1312400 w 1723042"/>
              <a:gd name="csY7616" fmla="*/ 797721 h 825984"/>
              <a:gd name="csX7617" fmla="*/ 1312578 w 1723042"/>
              <a:gd name="csY7617" fmla="*/ 797739 h 825984"/>
              <a:gd name="csX7618" fmla="*/ 1312747 w 1723042"/>
              <a:gd name="csY7618" fmla="*/ 797756 h 825984"/>
              <a:gd name="csX7619" fmla="*/ 1312916 w 1723042"/>
              <a:gd name="csY7619" fmla="*/ 797765 h 825984"/>
              <a:gd name="csX7620" fmla="*/ 1313094 w 1723042"/>
              <a:gd name="csY7620" fmla="*/ 797783 h 825984"/>
              <a:gd name="csX7621" fmla="*/ 1313263 w 1723042"/>
              <a:gd name="csY7621" fmla="*/ 797801 h 825984"/>
              <a:gd name="csX7622" fmla="*/ 1313432 w 1723042"/>
              <a:gd name="csY7622" fmla="*/ 797819 h 825984"/>
              <a:gd name="csX7623" fmla="*/ 1313610 w 1723042"/>
              <a:gd name="csY7623" fmla="*/ 797836 h 825984"/>
              <a:gd name="csX7624" fmla="*/ 1313779 w 1723042"/>
              <a:gd name="csY7624" fmla="*/ 797854 h 825984"/>
              <a:gd name="csX7625" fmla="*/ 1313957 w 1723042"/>
              <a:gd name="csY7625" fmla="*/ 797863 h 825984"/>
              <a:gd name="csX7626" fmla="*/ 1314126 w 1723042"/>
              <a:gd name="csY7626" fmla="*/ 797881 h 825984"/>
              <a:gd name="csX7627" fmla="*/ 1314295 w 1723042"/>
              <a:gd name="csY7627" fmla="*/ 797899 h 825984"/>
              <a:gd name="csX7628" fmla="*/ 1314473 w 1723042"/>
              <a:gd name="csY7628" fmla="*/ 797916 h 825984"/>
              <a:gd name="csX7629" fmla="*/ 1314642 w 1723042"/>
              <a:gd name="csY7629" fmla="*/ 797934 h 825984"/>
              <a:gd name="csX7630" fmla="*/ 1314811 w 1723042"/>
              <a:gd name="csY7630" fmla="*/ 797943 h 825984"/>
              <a:gd name="csX7631" fmla="*/ 1314989 w 1723042"/>
              <a:gd name="csY7631" fmla="*/ 797961 h 825984"/>
              <a:gd name="csX7632" fmla="*/ 1315158 w 1723042"/>
              <a:gd name="csY7632" fmla="*/ 797979 h 825984"/>
              <a:gd name="csX7633" fmla="*/ 1315336 w 1723042"/>
              <a:gd name="csY7633" fmla="*/ 797996 h 825984"/>
              <a:gd name="csX7634" fmla="*/ 1315505 w 1723042"/>
              <a:gd name="csY7634" fmla="*/ 798005 h 825984"/>
              <a:gd name="csX7635" fmla="*/ 1315674 w 1723042"/>
              <a:gd name="csY7635" fmla="*/ 798023 h 825984"/>
              <a:gd name="csX7636" fmla="*/ 1315852 w 1723042"/>
              <a:gd name="csY7636" fmla="*/ 798041 h 825984"/>
              <a:gd name="csX7637" fmla="*/ 1316021 w 1723042"/>
              <a:gd name="csY7637" fmla="*/ 798059 h 825984"/>
              <a:gd name="csX7638" fmla="*/ 1316190 w 1723042"/>
              <a:gd name="csY7638" fmla="*/ 798076 h 825984"/>
              <a:gd name="csX7639" fmla="*/ 1316368 w 1723042"/>
              <a:gd name="csY7639" fmla="*/ 798085 h 825984"/>
              <a:gd name="csX7640" fmla="*/ 1316537 w 1723042"/>
              <a:gd name="csY7640" fmla="*/ 798103 h 825984"/>
              <a:gd name="csX7641" fmla="*/ 1316706 w 1723042"/>
              <a:gd name="csY7641" fmla="*/ 798121 h 825984"/>
              <a:gd name="csX7642" fmla="*/ 1316884 w 1723042"/>
              <a:gd name="csY7642" fmla="*/ 798139 h 825984"/>
              <a:gd name="csX7643" fmla="*/ 1317053 w 1723042"/>
              <a:gd name="csY7643" fmla="*/ 798157 h 825984"/>
              <a:gd name="csX7644" fmla="*/ 1317231 w 1723042"/>
              <a:gd name="csY7644" fmla="*/ 798166 h 825984"/>
              <a:gd name="csX7645" fmla="*/ 1317400 w 1723042"/>
              <a:gd name="csY7645" fmla="*/ 798183 h 825984"/>
              <a:gd name="csX7646" fmla="*/ 1317569 w 1723042"/>
              <a:gd name="csY7646" fmla="*/ 798201 h 825984"/>
              <a:gd name="csX7647" fmla="*/ 1317747 w 1723042"/>
              <a:gd name="csY7647" fmla="*/ 798219 h 825984"/>
              <a:gd name="csX7648" fmla="*/ 1317916 w 1723042"/>
              <a:gd name="csY7648" fmla="*/ 798228 h 825984"/>
              <a:gd name="csX7649" fmla="*/ 1318085 w 1723042"/>
              <a:gd name="csY7649" fmla="*/ 798246 h 825984"/>
              <a:gd name="csX7650" fmla="*/ 1318263 w 1723042"/>
              <a:gd name="csY7650" fmla="*/ 798263 h 825984"/>
              <a:gd name="csX7651" fmla="*/ 1318432 w 1723042"/>
              <a:gd name="csY7651" fmla="*/ 798281 h 825984"/>
              <a:gd name="csX7652" fmla="*/ 1318610 w 1723042"/>
              <a:gd name="csY7652" fmla="*/ 798290 h 825984"/>
              <a:gd name="csX7653" fmla="*/ 1318779 w 1723042"/>
              <a:gd name="csY7653" fmla="*/ 798308 h 825984"/>
              <a:gd name="csX7654" fmla="*/ 1318948 w 1723042"/>
              <a:gd name="csY7654" fmla="*/ 798326 h 825984"/>
              <a:gd name="csX7655" fmla="*/ 1319126 w 1723042"/>
              <a:gd name="csY7655" fmla="*/ 798343 h 825984"/>
              <a:gd name="csX7656" fmla="*/ 1319295 w 1723042"/>
              <a:gd name="csY7656" fmla="*/ 798352 h 825984"/>
              <a:gd name="csX7657" fmla="*/ 1319464 w 1723042"/>
              <a:gd name="csY7657" fmla="*/ 798370 h 825984"/>
              <a:gd name="csX7658" fmla="*/ 1319642 w 1723042"/>
              <a:gd name="csY7658" fmla="*/ 798388 h 825984"/>
              <a:gd name="csX7659" fmla="*/ 1319811 w 1723042"/>
              <a:gd name="csY7659" fmla="*/ 798406 h 825984"/>
              <a:gd name="csX7660" fmla="*/ 1319980 w 1723042"/>
              <a:gd name="csY7660" fmla="*/ 798415 h 825984"/>
              <a:gd name="csX7661" fmla="*/ 1320158 w 1723042"/>
              <a:gd name="csY7661" fmla="*/ 798432 h 825984"/>
              <a:gd name="csX7662" fmla="*/ 1320327 w 1723042"/>
              <a:gd name="csY7662" fmla="*/ 798450 h 825984"/>
              <a:gd name="csX7663" fmla="*/ 1320505 w 1723042"/>
              <a:gd name="csY7663" fmla="*/ 798468 h 825984"/>
              <a:gd name="csX7664" fmla="*/ 1320674 w 1723042"/>
              <a:gd name="csY7664" fmla="*/ 798477 h 825984"/>
              <a:gd name="csX7665" fmla="*/ 1320843 w 1723042"/>
              <a:gd name="csY7665" fmla="*/ 798495 h 825984"/>
              <a:gd name="csX7666" fmla="*/ 1321021 w 1723042"/>
              <a:gd name="csY7666" fmla="*/ 798513 h 825984"/>
              <a:gd name="csX7667" fmla="*/ 1321190 w 1723042"/>
              <a:gd name="csY7667" fmla="*/ 798530 h 825984"/>
              <a:gd name="csX7668" fmla="*/ 1321359 w 1723042"/>
              <a:gd name="csY7668" fmla="*/ 798539 h 825984"/>
              <a:gd name="csX7669" fmla="*/ 1321537 w 1723042"/>
              <a:gd name="csY7669" fmla="*/ 798557 h 825984"/>
              <a:gd name="csX7670" fmla="*/ 1321706 w 1723042"/>
              <a:gd name="csY7670" fmla="*/ 798575 h 825984"/>
              <a:gd name="csX7671" fmla="*/ 1321884 w 1723042"/>
              <a:gd name="csY7671" fmla="*/ 798593 h 825984"/>
              <a:gd name="csX7672" fmla="*/ 1322053 w 1723042"/>
              <a:gd name="csY7672" fmla="*/ 798601 h 825984"/>
              <a:gd name="csX7673" fmla="*/ 1322222 w 1723042"/>
              <a:gd name="csY7673" fmla="*/ 798619 h 825984"/>
              <a:gd name="csX7674" fmla="*/ 1322400 w 1723042"/>
              <a:gd name="csY7674" fmla="*/ 798637 h 825984"/>
              <a:gd name="csX7675" fmla="*/ 1322569 w 1723042"/>
              <a:gd name="csY7675" fmla="*/ 798655 h 825984"/>
              <a:gd name="csX7676" fmla="*/ 1322738 w 1723042"/>
              <a:gd name="csY7676" fmla="*/ 798664 h 825984"/>
              <a:gd name="csX7677" fmla="*/ 1322916 w 1723042"/>
              <a:gd name="csY7677" fmla="*/ 798681 h 825984"/>
              <a:gd name="csX7678" fmla="*/ 1323085 w 1723042"/>
              <a:gd name="csY7678" fmla="*/ 798699 h 825984"/>
              <a:gd name="csX7679" fmla="*/ 1323263 w 1723042"/>
              <a:gd name="csY7679" fmla="*/ 798708 h 825984"/>
              <a:gd name="csX7680" fmla="*/ 1323431 w 1723042"/>
              <a:gd name="csY7680" fmla="*/ 798726 h 825984"/>
              <a:gd name="csX7681" fmla="*/ 1323601 w 1723042"/>
              <a:gd name="csY7681" fmla="*/ 798744 h 825984"/>
              <a:gd name="csX7682" fmla="*/ 1323778 w 1723042"/>
              <a:gd name="csY7682" fmla="*/ 798762 h 825984"/>
              <a:gd name="csX7683" fmla="*/ 1323948 w 1723042"/>
              <a:gd name="csY7683" fmla="*/ 798770 h 825984"/>
              <a:gd name="csX7684" fmla="*/ 1324117 w 1723042"/>
              <a:gd name="csY7684" fmla="*/ 798788 h 825984"/>
              <a:gd name="csX7685" fmla="*/ 1324294 w 1723042"/>
              <a:gd name="csY7685" fmla="*/ 798806 h 825984"/>
              <a:gd name="csX7686" fmla="*/ 1324464 w 1723042"/>
              <a:gd name="csY7686" fmla="*/ 798815 h 825984"/>
              <a:gd name="csX7687" fmla="*/ 1324632 w 1723042"/>
              <a:gd name="csY7687" fmla="*/ 798833 h 825984"/>
              <a:gd name="csX7688" fmla="*/ 1324810 w 1723042"/>
              <a:gd name="csY7688" fmla="*/ 798851 h 825984"/>
              <a:gd name="csX7689" fmla="*/ 1324979 w 1723042"/>
              <a:gd name="csY7689" fmla="*/ 798868 h 825984"/>
              <a:gd name="csX7690" fmla="*/ 1325157 w 1723042"/>
              <a:gd name="csY7690" fmla="*/ 798877 h 825984"/>
              <a:gd name="csX7691" fmla="*/ 1325326 w 1723042"/>
              <a:gd name="csY7691" fmla="*/ 798895 h 825984"/>
              <a:gd name="csX7692" fmla="*/ 1325496 w 1723042"/>
              <a:gd name="csY7692" fmla="*/ 798913 h 825984"/>
              <a:gd name="csX7693" fmla="*/ 1325673 w 1723042"/>
              <a:gd name="csY7693" fmla="*/ 798922 h 825984"/>
              <a:gd name="csX7694" fmla="*/ 1325843 w 1723042"/>
              <a:gd name="csY7694" fmla="*/ 798940 h 825984"/>
              <a:gd name="csX7695" fmla="*/ 1326011 w 1723042"/>
              <a:gd name="csY7695" fmla="*/ 798957 h 825984"/>
              <a:gd name="csX7696" fmla="*/ 1326189 w 1723042"/>
              <a:gd name="csY7696" fmla="*/ 798975 h 825984"/>
              <a:gd name="csX7697" fmla="*/ 1326358 w 1723042"/>
              <a:gd name="csY7697" fmla="*/ 798984 h 825984"/>
              <a:gd name="csX7698" fmla="*/ 1326536 w 1723042"/>
              <a:gd name="csY7698" fmla="*/ 799002 h 825984"/>
              <a:gd name="csX7699" fmla="*/ 1326705 w 1723042"/>
              <a:gd name="csY7699" fmla="*/ 799020 h 825984"/>
              <a:gd name="csX7700" fmla="*/ 1326874 w 1723042"/>
              <a:gd name="csY7700" fmla="*/ 799028 h 825984"/>
              <a:gd name="csX7701" fmla="*/ 1327052 w 1723042"/>
              <a:gd name="csY7701" fmla="*/ 799046 h 825984"/>
              <a:gd name="csX7702" fmla="*/ 1327221 w 1723042"/>
              <a:gd name="csY7702" fmla="*/ 799064 h 825984"/>
              <a:gd name="csX7703" fmla="*/ 1327390 w 1723042"/>
              <a:gd name="csY7703" fmla="*/ 799073 h 825984"/>
              <a:gd name="csX7704" fmla="*/ 1327568 w 1723042"/>
              <a:gd name="csY7704" fmla="*/ 799091 h 825984"/>
              <a:gd name="csX7705" fmla="*/ 1327737 w 1723042"/>
              <a:gd name="csY7705" fmla="*/ 799109 h 825984"/>
              <a:gd name="csX7706" fmla="*/ 1327915 w 1723042"/>
              <a:gd name="csY7706" fmla="*/ 799117 h 825984"/>
              <a:gd name="csX7707" fmla="*/ 1328084 w 1723042"/>
              <a:gd name="csY7707" fmla="*/ 799135 h 825984"/>
              <a:gd name="csX7708" fmla="*/ 1328253 w 1723042"/>
              <a:gd name="csY7708" fmla="*/ 799153 h 825984"/>
              <a:gd name="csX7709" fmla="*/ 1328431 w 1723042"/>
              <a:gd name="csY7709" fmla="*/ 799162 h 825984"/>
              <a:gd name="csX7710" fmla="*/ 1328600 w 1723042"/>
              <a:gd name="csY7710" fmla="*/ 799180 h 825984"/>
              <a:gd name="csX7711" fmla="*/ 1328769 w 1723042"/>
              <a:gd name="csY7711" fmla="*/ 799197 h 825984"/>
              <a:gd name="csX7712" fmla="*/ 1328947 w 1723042"/>
              <a:gd name="csY7712" fmla="*/ 799206 h 825984"/>
              <a:gd name="csX7713" fmla="*/ 1329116 w 1723042"/>
              <a:gd name="csY7713" fmla="*/ 799224 h 825984"/>
              <a:gd name="csX7714" fmla="*/ 1329285 w 1723042"/>
              <a:gd name="csY7714" fmla="*/ 799242 h 825984"/>
              <a:gd name="csX7715" fmla="*/ 1329463 w 1723042"/>
              <a:gd name="csY7715" fmla="*/ 799260 h 825984"/>
              <a:gd name="csX7716" fmla="*/ 1329632 w 1723042"/>
              <a:gd name="csY7716" fmla="*/ 799269 h 825984"/>
              <a:gd name="csX7717" fmla="*/ 1329810 w 1723042"/>
              <a:gd name="csY7717" fmla="*/ 799286 h 825984"/>
              <a:gd name="csX7718" fmla="*/ 1329979 w 1723042"/>
              <a:gd name="csY7718" fmla="*/ 799304 h 825984"/>
              <a:gd name="csX7719" fmla="*/ 1330148 w 1723042"/>
              <a:gd name="csY7719" fmla="*/ 799313 h 825984"/>
              <a:gd name="csX7720" fmla="*/ 1330326 w 1723042"/>
              <a:gd name="csY7720" fmla="*/ 799331 h 825984"/>
              <a:gd name="csX7721" fmla="*/ 1330495 w 1723042"/>
              <a:gd name="csY7721" fmla="*/ 799349 h 825984"/>
              <a:gd name="csX7722" fmla="*/ 1330664 w 1723042"/>
              <a:gd name="csY7722" fmla="*/ 799358 h 825984"/>
              <a:gd name="csX7723" fmla="*/ 1330842 w 1723042"/>
              <a:gd name="csY7723" fmla="*/ 799375 h 825984"/>
              <a:gd name="csX7724" fmla="*/ 1331011 w 1723042"/>
              <a:gd name="csY7724" fmla="*/ 799384 h 825984"/>
              <a:gd name="csX7725" fmla="*/ 1331189 w 1723042"/>
              <a:gd name="csY7725" fmla="*/ 799402 h 825984"/>
              <a:gd name="csX7726" fmla="*/ 1331358 w 1723042"/>
              <a:gd name="csY7726" fmla="*/ 799420 h 825984"/>
              <a:gd name="csX7727" fmla="*/ 1331527 w 1723042"/>
              <a:gd name="csY7727" fmla="*/ 799429 h 825984"/>
              <a:gd name="csX7728" fmla="*/ 1331705 w 1723042"/>
              <a:gd name="csY7728" fmla="*/ 799447 h 825984"/>
              <a:gd name="csX7729" fmla="*/ 1331874 w 1723042"/>
              <a:gd name="csY7729" fmla="*/ 799464 h 825984"/>
              <a:gd name="csX7730" fmla="*/ 1332043 w 1723042"/>
              <a:gd name="csY7730" fmla="*/ 799473 h 825984"/>
              <a:gd name="csX7731" fmla="*/ 1332221 w 1723042"/>
              <a:gd name="csY7731" fmla="*/ 799491 h 825984"/>
              <a:gd name="csX7732" fmla="*/ 1332390 w 1723042"/>
              <a:gd name="csY7732" fmla="*/ 799509 h 825984"/>
              <a:gd name="csX7733" fmla="*/ 1332559 w 1723042"/>
              <a:gd name="csY7733" fmla="*/ 799518 h 825984"/>
              <a:gd name="csX7734" fmla="*/ 1332737 w 1723042"/>
              <a:gd name="csY7734" fmla="*/ 799536 h 825984"/>
              <a:gd name="csX7735" fmla="*/ 1332906 w 1723042"/>
              <a:gd name="csY7735" fmla="*/ 799553 h 825984"/>
              <a:gd name="csX7736" fmla="*/ 1333084 w 1723042"/>
              <a:gd name="csY7736" fmla="*/ 799562 h 825984"/>
              <a:gd name="csX7737" fmla="*/ 1333253 w 1723042"/>
              <a:gd name="csY7737" fmla="*/ 799580 h 825984"/>
              <a:gd name="csX7738" fmla="*/ 1333422 w 1723042"/>
              <a:gd name="csY7738" fmla="*/ 799598 h 825984"/>
              <a:gd name="csX7739" fmla="*/ 1333600 w 1723042"/>
              <a:gd name="csY7739" fmla="*/ 799607 h 825984"/>
              <a:gd name="csX7740" fmla="*/ 1333769 w 1723042"/>
              <a:gd name="csY7740" fmla="*/ 799625 h 825984"/>
              <a:gd name="csX7741" fmla="*/ 1333938 w 1723042"/>
              <a:gd name="csY7741" fmla="*/ 799633 h 825984"/>
              <a:gd name="csX7742" fmla="*/ 1334116 w 1723042"/>
              <a:gd name="csY7742" fmla="*/ 799651 h 825984"/>
              <a:gd name="csX7743" fmla="*/ 1334285 w 1723042"/>
              <a:gd name="csY7743" fmla="*/ 799669 h 825984"/>
              <a:gd name="csX7744" fmla="*/ 1334463 w 1723042"/>
              <a:gd name="csY7744" fmla="*/ 799678 h 825984"/>
              <a:gd name="csX7745" fmla="*/ 1334632 w 1723042"/>
              <a:gd name="csY7745" fmla="*/ 799696 h 825984"/>
              <a:gd name="csX7746" fmla="*/ 1334801 w 1723042"/>
              <a:gd name="csY7746" fmla="*/ 799714 h 825984"/>
              <a:gd name="csX7747" fmla="*/ 1334979 w 1723042"/>
              <a:gd name="csY7747" fmla="*/ 799722 h 825984"/>
              <a:gd name="csX7748" fmla="*/ 1335148 w 1723042"/>
              <a:gd name="csY7748" fmla="*/ 799740 h 825984"/>
              <a:gd name="csX7749" fmla="*/ 1335317 w 1723042"/>
              <a:gd name="csY7749" fmla="*/ 799758 h 825984"/>
              <a:gd name="csX7750" fmla="*/ 1335495 w 1723042"/>
              <a:gd name="csY7750" fmla="*/ 799767 h 825984"/>
              <a:gd name="csX7751" fmla="*/ 1335664 w 1723042"/>
              <a:gd name="csY7751" fmla="*/ 799785 h 825984"/>
              <a:gd name="csX7752" fmla="*/ 1335842 w 1723042"/>
              <a:gd name="csY7752" fmla="*/ 799794 h 825984"/>
              <a:gd name="csX7753" fmla="*/ 1336011 w 1723042"/>
              <a:gd name="csY7753" fmla="*/ 799811 h 825984"/>
              <a:gd name="csX7754" fmla="*/ 1336180 w 1723042"/>
              <a:gd name="csY7754" fmla="*/ 799829 h 825984"/>
              <a:gd name="csX7755" fmla="*/ 1336358 w 1723042"/>
              <a:gd name="csY7755" fmla="*/ 799838 h 825984"/>
              <a:gd name="csX7756" fmla="*/ 1336527 w 1723042"/>
              <a:gd name="csY7756" fmla="*/ 799856 h 825984"/>
              <a:gd name="csX7757" fmla="*/ 1336696 w 1723042"/>
              <a:gd name="csY7757" fmla="*/ 799865 h 825984"/>
              <a:gd name="csX7758" fmla="*/ 1336874 w 1723042"/>
              <a:gd name="csY7758" fmla="*/ 799882 h 825984"/>
              <a:gd name="csX7759" fmla="*/ 1337043 w 1723042"/>
              <a:gd name="csY7759" fmla="*/ 799900 h 825984"/>
              <a:gd name="csX7760" fmla="*/ 1337212 w 1723042"/>
              <a:gd name="csY7760" fmla="*/ 799909 h 825984"/>
              <a:gd name="csX7761" fmla="*/ 1337390 w 1723042"/>
              <a:gd name="csY7761" fmla="*/ 799927 h 825984"/>
              <a:gd name="csX7762" fmla="*/ 1337559 w 1723042"/>
              <a:gd name="csY7762" fmla="*/ 799945 h 825984"/>
              <a:gd name="csX7763" fmla="*/ 1337737 w 1723042"/>
              <a:gd name="csY7763" fmla="*/ 799954 h 825984"/>
              <a:gd name="csX7764" fmla="*/ 1337906 w 1723042"/>
              <a:gd name="csY7764" fmla="*/ 799971 h 825984"/>
              <a:gd name="csX7765" fmla="*/ 1338075 w 1723042"/>
              <a:gd name="csY7765" fmla="*/ 799980 h 825984"/>
              <a:gd name="csX7766" fmla="*/ 1338253 w 1723042"/>
              <a:gd name="csY7766" fmla="*/ 799998 h 825984"/>
              <a:gd name="csX7767" fmla="*/ 1338422 w 1723042"/>
              <a:gd name="csY7767" fmla="*/ 800016 h 825984"/>
              <a:gd name="csX7768" fmla="*/ 1338591 w 1723042"/>
              <a:gd name="csY7768" fmla="*/ 800025 h 825984"/>
              <a:gd name="csX7769" fmla="*/ 1338769 w 1723042"/>
              <a:gd name="csY7769" fmla="*/ 800043 h 825984"/>
              <a:gd name="csX7770" fmla="*/ 1338938 w 1723042"/>
              <a:gd name="csY7770" fmla="*/ 800052 h 825984"/>
              <a:gd name="csX7771" fmla="*/ 1339116 w 1723042"/>
              <a:gd name="csY7771" fmla="*/ 800069 h 825984"/>
              <a:gd name="csX7772" fmla="*/ 1339285 w 1723042"/>
              <a:gd name="csY7772" fmla="*/ 800087 h 825984"/>
              <a:gd name="csX7773" fmla="*/ 1339454 w 1723042"/>
              <a:gd name="csY7773" fmla="*/ 800096 h 825984"/>
              <a:gd name="csX7774" fmla="*/ 1339632 w 1723042"/>
              <a:gd name="csY7774" fmla="*/ 800114 h 825984"/>
              <a:gd name="csX7775" fmla="*/ 1339801 w 1723042"/>
              <a:gd name="csY7775" fmla="*/ 800123 h 825984"/>
              <a:gd name="csX7776" fmla="*/ 1339970 w 1723042"/>
              <a:gd name="csY7776" fmla="*/ 800141 h 825984"/>
              <a:gd name="csX7777" fmla="*/ 1340148 w 1723042"/>
              <a:gd name="csY7777" fmla="*/ 800149 h 825984"/>
              <a:gd name="csX7778" fmla="*/ 1340317 w 1723042"/>
              <a:gd name="csY7778" fmla="*/ 800167 h 825984"/>
              <a:gd name="csX7779" fmla="*/ 1340486 w 1723042"/>
              <a:gd name="csY7779" fmla="*/ 800185 h 825984"/>
              <a:gd name="csX7780" fmla="*/ 1340664 w 1723042"/>
              <a:gd name="csY7780" fmla="*/ 800194 h 825984"/>
              <a:gd name="csX7781" fmla="*/ 1340833 w 1723042"/>
              <a:gd name="csY7781" fmla="*/ 800212 h 825984"/>
              <a:gd name="csX7782" fmla="*/ 1341011 w 1723042"/>
              <a:gd name="csY7782" fmla="*/ 800221 h 825984"/>
              <a:gd name="csX7783" fmla="*/ 1341180 w 1723042"/>
              <a:gd name="csY7783" fmla="*/ 800238 h 825984"/>
              <a:gd name="csX7784" fmla="*/ 1341349 w 1723042"/>
              <a:gd name="csY7784" fmla="*/ 800256 h 825984"/>
              <a:gd name="csX7785" fmla="*/ 1341527 w 1723042"/>
              <a:gd name="csY7785" fmla="*/ 800265 h 825984"/>
              <a:gd name="csX7786" fmla="*/ 1341696 w 1723042"/>
              <a:gd name="csY7786" fmla="*/ 800283 h 825984"/>
              <a:gd name="csX7787" fmla="*/ 1341865 w 1723042"/>
              <a:gd name="csY7787" fmla="*/ 800292 h 825984"/>
              <a:gd name="csX7788" fmla="*/ 1342043 w 1723042"/>
              <a:gd name="csY7788" fmla="*/ 800310 h 825984"/>
              <a:gd name="csX7789" fmla="*/ 1342212 w 1723042"/>
              <a:gd name="csY7789" fmla="*/ 800318 h 825984"/>
              <a:gd name="csX7790" fmla="*/ 1342390 w 1723042"/>
              <a:gd name="csY7790" fmla="*/ 800336 h 825984"/>
              <a:gd name="csX7791" fmla="*/ 1342559 w 1723042"/>
              <a:gd name="csY7791" fmla="*/ 800354 h 825984"/>
              <a:gd name="csX7792" fmla="*/ 1342728 w 1723042"/>
              <a:gd name="csY7792" fmla="*/ 800363 h 825984"/>
              <a:gd name="csX7793" fmla="*/ 1342906 w 1723042"/>
              <a:gd name="csY7793" fmla="*/ 800381 h 825984"/>
              <a:gd name="csX7794" fmla="*/ 1343075 w 1723042"/>
              <a:gd name="csY7794" fmla="*/ 800390 h 825984"/>
              <a:gd name="csX7795" fmla="*/ 1343244 w 1723042"/>
              <a:gd name="csY7795" fmla="*/ 800407 h 825984"/>
              <a:gd name="csX7796" fmla="*/ 1343422 w 1723042"/>
              <a:gd name="csY7796" fmla="*/ 800416 h 825984"/>
              <a:gd name="csX7797" fmla="*/ 1343591 w 1723042"/>
              <a:gd name="csY7797" fmla="*/ 800434 h 825984"/>
              <a:gd name="csX7798" fmla="*/ 1343769 w 1723042"/>
              <a:gd name="csY7798" fmla="*/ 800452 h 825984"/>
              <a:gd name="csX7799" fmla="*/ 1343938 w 1723042"/>
              <a:gd name="csY7799" fmla="*/ 800461 h 825984"/>
              <a:gd name="csX7800" fmla="*/ 1344107 w 1723042"/>
              <a:gd name="csY7800" fmla="*/ 800479 h 825984"/>
              <a:gd name="csX7801" fmla="*/ 1344285 w 1723042"/>
              <a:gd name="csY7801" fmla="*/ 800487 h 825984"/>
              <a:gd name="csX7802" fmla="*/ 1344454 w 1723042"/>
              <a:gd name="csY7802" fmla="*/ 800505 h 825984"/>
              <a:gd name="csX7803" fmla="*/ 1344623 w 1723042"/>
              <a:gd name="csY7803" fmla="*/ 800514 h 825984"/>
              <a:gd name="csX7804" fmla="*/ 1344801 w 1723042"/>
              <a:gd name="csY7804" fmla="*/ 800532 h 825984"/>
              <a:gd name="csX7805" fmla="*/ 1344970 w 1723042"/>
              <a:gd name="csY7805" fmla="*/ 800541 h 825984"/>
              <a:gd name="csX7806" fmla="*/ 1345139 w 1723042"/>
              <a:gd name="csY7806" fmla="*/ 800559 h 825984"/>
              <a:gd name="csX7807" fmla="*/ 1345317 w 1723042"/>
              <a:gd name="csY7807" fmla="*/ 800576 h 825984"/>
              <a:gd name="csX7808" fmla="*/ 1345486 w 1723042"/>
              <a:gd name="csY7808" fmla="*/ 800585 h 825984"/>
              <a:gd name="csX7809" fmla="*/ 1345664 w 1723042"/>
              <a:gd name="csY7809" fmla="*/ 800603 h 825984"/>
              <a:gd name="csX7810" fmla="*/ 1345833 w 1723042"/>
              <a:gd name="csY7810" fmla="*/ 800612 h 825984"/>
              <a:gd name="csX7811" fmla="*/ 1346002 w 1723042"/>
              <a:gd name="csY7811" fmla="*/ 800630 h 825984"/>
              <a:gd name="csX7812" fmla="*/ 1346180 w 1723042"/>
              <a:gd name="csY7812" fmla="*/ 800639 h 825984"/>
              <a:gd name="csX7813" fmla="*/ 1346349 w 1723042"/>
              <a:gd name="csY7813" fmla="*/ 800656 h 825984"/>
              <a:gd name="csX7814" fmla="*/ 1346518 w 1723042"/>
              <a:gd name="csY7814" fmla="*/ 800665 h 825984"/>
              <a:gd name="csX7815" fmla="*/ 1346696 w 1723042"/>
              <a:gd name="csY7815" fmla="*/ 800683 h 825984"/>
              <a:gd name="csX7816" fmla="*/ 1346865 w 1723042"/>
              <a:gd name="csY7816" fmla="*/ 800692 h 825984"/>
              <a:gd name="csX7817" fmla="*/ 1347043 w 1723042"/>
              <a:gd name="csY7817" fmla="*/ 800710 h 825984"/>
              <a:gd name="csX7818" fmla="*/ 1347212 w 1723042"/>
              <a:gd name="csY7818" fmla="*/ 800728 h 825984"/>
              <a:gd name="csX7819" fmla="*/ 1347381 w 1723042"/>
              <a:gd name="csY7819" fmla="*/ 800737 h 825984"/>
              <a:gd name="csX7820" fmla="*/ 1347559 w 1723042"/>
              <a:gd name="csY7820" fmla="*/ 800754 h 825984"/>
              <a:gd name="csX7821" fmla="*/ 1347728 w 1723042"/>
              <a:gd name="csY7821" fmla="*/ 800763 h 825984"/>
              <a:gd name="csX7822" fmla="*/ 1347897 w 1723042"/>
              <a:gd name="csY7822" fmla="*/ 800781 h 825984"/>
              <a:gd name="csX7823" fmla="*/ 1348075 w 1723042"/>
              <a:gd name="csY7823" fmla="*/ 800790 h 825984"/>
              <a:gd name="csX7824" fmla="*/ 1348244 w 1723042"/>
              <a:gd name="csY7824" fmla="*/ 800808 h 825984"/>
              <a:gd name="csX7825" fmla="*/ 1348422 w 1723042"/>
              <a:gd name="csY7825" fmla="*/ 800817 h 825984"/>
              <a:gd name="csX7826" fmla="*/ 1348591 w 1723042"/>
              <a:gd name="csY7826" fmla="*/ 800834 h 825984"/>
              <a:gd name="csX7827" fmla="*/ 1348760 w 1723042"/>
              <a:gd name="csY7827" fmla="*/ 800843 h 825984"/>
              <a:gd name="csX7828" fmla="*/ 1348938 w 1723042"/>
              <a:gd name="csY7828" fmla="*/ 800861 h 825984"/>
              <a:gd name="csX7829" fmla="*/ 1349107 w 1723042"/>
              <a:gd name="csY7829" fmla="*/ 800870 h 825984"/>
              <a:gd name="csX7830" fmla="*/ 1349276 w 1723042"/>
              <a:gd name="csY7830" fmla="*/ 800888 h 825984"/>
              <a:gd name="csX7831" fmla="*/ 1349454 w 1723042"/>
              <a:gd name="csY7831" fmla="*/ 800897 h 825984"/>
              <a:gd name="csX7832" fmla="*/ 1349623 w 1723042"/>
              <a:gd name="csY7832" fmla="*/ 800915 h 825984"/>
              <a:gd name="csX7833" fmla="*/ 1349792 w 1723042"/>
              <a:gd name="csY7833" fmla="*/ 800923 h 825984"/>
              <a:gd name="csX7834" fmla="*/ 1349970 w 1723042"/>
              <a:gd name="csY7834" fmla="*/ 800941 h 825984"/>
              <a:gd name="csX7835" fmla="*/ 1350139 w 1723042"/>
              <a:gd name="csY7835" fmla="*/ 800950 h 825984"/>
              <a:gd name="csX7836" fmla="*/ 1350317 w 1723042"/>
              <a:gd name="csY7836" fmla="*/ 800968 h 825984"/>
              <a:gd name="csX7837" fmla="*/ 1350486 w 1723042"/>
              <a:gd name="csY7837" fmla="*/ 800977 h 825984"/>
              <a:gd name="csX7838" fmla="*/ 1350655 w 1723042"/>
              <a:gd name="csY7838" fmla="*/ 800995 h 825984"/>
              <a:gd name="csX7839" fmla="*/ 1350833 w 1723042"/>
              <a:gd name="csY7839" fmla="*/ 801003 h 825984"/>
              <a:gd name="csX7840" fmla="*/ 1351002 w 1723042"/>
              <a:gd name="csY7840" fmla="*/ 801021 h 825984"/>
              <a:gd name="csX7841" fmla="*/ 1351171 w 1723042"/>
              <a:gd name="csY7841" fmla="*/ 801039 h 825984"/>
              <a:gd name="csX7842" fmla="*/ 1351349 w 1723042"/>
              <a:gd name="csY7842" fmla="*/ 801048 h 825984"/>
              <a:gd name="csX7843" fmla="*/ 1351518 w 1723042"/>
              <a:gd name="csY7843" fmla="*/ 801066 h 825984"/>
              <a:gd name="csX7844" fmla="*/ 1351696 w 1723042"/>
              <a:gd name="csY7844" fmla="*/ 801075 h 825984"/>
              <a:gd name="csX7845" fmla="*/ 1351865 w 1723042"/>
              <a:gd name="csY7845" fmla="*/ 801092 h 825984"/>
              <a:gd name="csX7846" fmla="*/ 1352034 w 1723042"/>
              <a:gd name="csY7846" fmla="*/ 801101 h 825984"/>
              <a:gd name="csX7847" fmla="*/ 1352211 w 1723042"/>
              <a:gd name="csY7847" fmla="*/ 801119 h 825984"/>
              <a:gd name="csX7848" fmla="*/ 1352381 w 1723042"/>
              <a:gd name="csY7848" fmla="*/ 801128 h 825984"/>
              <a:gd name="csX7849" fmla="*/ 1352550 w 1723042"/>
              <a:gd name="csY7849" fmla="*/ 801146 h 825984"/>
              <a:gd name="csX7850" fmla="*/ 1352728 w 1723042"/>
              <a:gd name="csY7850" fmla="*/ 801155 h 825984"/>
              <a:gd name="csX7851" fmla="*/ 1352897 w 1723042"/>
              <a:gd name="csY7851" fmla="*/ 801173 h 825984"/>
              <a:gd name="csX7852" fmla="*/ 1353066 w 1723042"/>
              <a:gd name="csY7852" fmla="*/ 801181 h 825984"/>
              <a:gd name="csX7853" fmla="*/ 1353244 w 1723042"/>
              <a:gd name="csY7853" fmla="*/ 801199 h 825984"/>
              <a:gd name="csX7854" fmla="*/ 1353413 w 1723042"/>
              <a:gd name="csY7854" fmla="*/ 801208 h 825984"/>
              <a:gd name="csX7855" fmla="*/ 1353590 w 1723042"/>
              <a:gd name="csY7855" fmla="*/ 801217 h 825984"/>
              <a:gd name="csX7856" fmla="*/ 1353760 w 1723042"/>
              <a:gd name="csY7856" fmla="*/ 801235 h 825984"/>
              <a:gd name="csX7857" fmla="*/ 1353929 w 1723042"/>
              <a:gd name="csY7857" fmla="*/ 801244 h 825984"/>
              <a:gd name="csX7858" fmla="*/ 1354106 w 1723042"/>
              <a:gd name="csY7858" fmla="*/ 801261 h 825984"/>
              <a:gd name="csX7859" fmla="*/ 1354276 w 1723042"/>
              <a:gd name="csY7859" fmla="*/ 801270 h 825984"/>
              <a:gd name="csX7860" fmla="*/ 1354445 w 1723042"/>
              <a:gd name="csY7860" fmla="*/ 801288 h 825984"/>
              <a:gd name="csX7861" fmla="*/ 1354622 w 1723042"/>
              <a:gd name="csY7861" fmla="*/ 801297 h 825984"/>
              <a:gd name="csX7862" fmla="*/ 1354791 w 1723042"/>
              <a:gd name="csY7862" fmla="*/ 801315 h 825984"/>
              <a:gd name="csX7863" fmla="*/ 1354969 w 1723042"/>
              <a:gd name="csY7863" fmla="*/ 801324 h 825984"/>
              <a:gd name="csX7864" fmla="*/ 1355138 w 1723042"/>
              <a:gd name="csY7864" fmla="*/ 801342 h 825984"/>
              <a:gd name="csX7865" fmla="*/ 1355308 w 1723042"/>
              <a:gd name="csY7865" fmla="*/ 801350 h 825984"/>
              <a:gd name="csX7866" fmla="*/ 1355485 w 1723042"/>
              <a:gd name="csY7866" fmla="*/ 801368 h 825984"/>
              <a:gd name="csX7867" fmla="*/ 1355654 w 1723042"/>
              <a:gd name="csY7867" fmla="*/ 801377 h 825984"/>
              <a:gd name="csX7868" fmla="*/ 1355823 w 1723042"/>
              <a:gd name="csY7868" fmla="*/ 801395 h 825984"/>
              <a:gd name="csX7869" fmla="*/ 1356001 w 1723042"/>
              <a:gd name="csY7869" fmla="*/ 801404 h 825984"/>
              <a:gd name="csX7870" fmla="*/ 1356170 w 1723042"/>
              <a:gd name="csY7870" fmla="*/ 801422 h 825984"/>
              <a:gd name="csX7871" fmla="*/ 1356348 w 1723042"/>
              <a:gd name="csY7871" fmla="*/ 801430 h 825984"/>
              <a:gd name="csX7872" fmla="*/ 1356517 w 1723042"/>
              <a:gd name="csY7872" fmla="*/ 801448 h 825984"/>
              <a:gd name="csX7873" fmla="*/ 1356686 w 1723042"/>
              <a:gd name="csY7873" fmla="*/ 801457 h 825984"/>
              <a:gd name="csX7874" fmla="*/ 1356864 w 1723042"/>
              <a:gd name="csY7874" fmla="*/ 801475 h 825984"/>
              <a:gd name="csX7875" fmla="*/ 1357033 w 1723042"/>
              <a:gd name="csY7875" fmla="*/ 801484 h 825984"/>
              <a:gd name="csX7876" fmla="*/ 1357202 w 1723042"/>
              <a:gd name="csY7876" fmla="*/ 801502 h 825984"/>
              <a:gd name="csX7877" fmla="*/ 1357380 w 1723042"/>
              <a:gd name="csY7877" fmla="*/ 801511 h 825984"/>
              <a:gd name="csX7878" fmla="*/ 1357549 w 1723042"/>
              <a:gd name="csY7878" fmla="*/ 801520 h 825984"/>
              <a:gd name="csX7879" fmla="*/ 1357718 w 1723042"/>
              <a:gd name="csY7879" fmla="*/ 801537 h 825984"/>
              <a:gd name="csX7880" fmla="*/ 1357896 w 1723042"/>
              <a:gd name="csY7880" fmla="*/ 801546 h 825984"/>
              <a:gd name="csX7881" fmla="*/ 1358065 w 1723042"/>
              <a:gd name="csY7881" fmla="*/ 801564 h 825984"/>
              <a:gd name="csX7882" fmla="*/ 1358243 w 1723042"/>
              <a:gd name="csY7882" fmla="*/ 801573 h 825984"/>
              <a:gd name="csX7883" fmla="*/ 1358412 w 1723042"/>
              <a:gd name="csY7883" fmla="*/ 801591 h 825984"/>
              <a:gd name="csX7884" fmla="*/ 1358581 w 1723042"/>
              <a:gd name="csY7884" fmla="*/ 801600 h 825984"/>
              <a:gd name="csX7885" fmla="*/ 1358759 w 1723042"/>
              <a:gd name="csY7885" fmla="*/ 801617 h 825984"/>
              <a:gd name="csX7886" fmla="*/ 1358928 w 1723042"/>
              <a:gd name="csY7886" fmla="*/ 801626 h 825984"/>
              <a:gd name="csX7887" fmla="*/ 1359097 w 1723042"/>
              <a:gd name="csY7887" fmla="*/ 801644 h 825984"/>
              <a:gd name="csX7888" fmla="*/ 1359275 w 1723042"/>
              <a:gd name="csY7888" fmla="*/ 801653 h 825984"/>
              <a:gd name="csX7889" fmla="*/ 1359444 w 1723042"/>
              <a:gd name="csY7889" fmla="*/ 801662 h 825984"/>
              <a:gd name="csX7890" fmla="*/ 1359622 w 1723042"/>
              <a:gd name="csY7890" fmla="*/ 801680 h 825984"/>
              <a:gd name="csX7891" fmla="*/ 1359791 w 1723042"/>
              <a:gd name="csY7891" fmla="*/ 801688 h 825984"/>
              <a:gd name="csX7892" fmla="*/ 1359960 w 1723042"/>
              <a:gd name="csY7892" fmla="*/ 801706 h 825984"/>
              <a:gd name="csX7893" fmla="*/ 1360138 w 1723042"/>
              <a:gd name="csY7893" fmla="*/ 801715 h 825984"/>
              <a:gd name="csX7894" fmla="*/ 1360307 w 1723042"/>
              <a:gd name="csY7894" fmla="*/ 801733 h 825984"/>
              <a:gd name="csX7895" fmla="*/ 1360476 w 1723042"/>
              <a:gd name="csY7895" fmla="*/ 801742 h 825984"/>
              <a:gd name="csX7896" fmla="*/ 1360654 w 1723042"/>
              <a:gd name="csY7896" fmla="*/ 801760 h 825984"/>
              <a:gd name="csX7897" fmla="*/ 1360823 w 1723042"/>
              <a:gd name="csY7897" fmla="*/ 801769 h 825984"/>
              <a:gd name="csX7898" fmla="*/ 1360992 w 1723042"/>
              <a:gd name="csY7898" fmla="*/ 801777 h 825984"/>
              <a:gd name="csX7899" fmla="*/ 1361170 w 1723042"/>
              <a:gd name="csY7899" fmla="*/ 801795 h 825984"/>
              <a:gd name="csX7900" fmla="*/ 1361339 w 1723042"/>
              <a:gd name="csY7900" fmla="*/ 801804 h 825984"/>
              <a:gd name="csX7901" fmla="*/ 1361517 w 1723042"/>
              <a:gd name="csY7901" fmla="*/ 801822 h 825984"/>
              <a:gd name="csX7902" fmla="*/ 1361686 w 1723042"/>
              <a:gd name="csY7902" fmla="*/ 801831 h 825984"/>
              <a:gd name="csX7903" fmla="*/ 1361855 w 1723042"/>
              <a:gd name="csY7903" fmla="*/ 801849 h 825984"/>
              <a:gd name="csX7904" fmla="*/ 1362033 w 1723042"/>
              <a:gd name="csY7904" fmla="*/ 801857 h 825984"/>
              <a:gd name="csX7905" fmla="*/ 1362202 w 1723042"/>
              <a:gd name="csY7905" fmla="*/ 801875 h 825984"/>
              <a:gd name="csX7906" fmla="*/ 1362371 w 1723042"/>
              <a:gd name="csY7906" fmla="*/ 801884 h 825984"/>
              <a:gd name="csX7907" fmla="*/ 1362549 w 1723042"/>
              <a:gd name="csY7907" fmla="*/ 801893 h 825984"/>
              <a:gd name="csX7908" fmla="*/ 1362718 w 1723042"/>
              <a:gd name="csY7908" fmla="*/ 801911 h 825984"/>
              <a:gd name="csX7909" fmla="*/ 1362896 w 1723042"/>
              <a:gd name="csY7909" fmla="*/ 801920 h 825984"/>
              <a:gd name="csX7910" fmla="*/ 1363065 w 1723042"/>
              <a:gd name="csY7910" fmla="*/ 801938 h 825984"/>
              <a:gd name="csX7911" fmla="*/ 1363234 w 1723042"/>
              <a:gd name="csY7911" fmla="*/ 801947 h 825984"/>
              <a:gd name="csX7912" fmla="*/ 1363412 w 1723042"/>
              <a:gd name="csY7912" fmla="*/ 801964 h 825984"/>
              <a:gd name="csX7913" fmla="*/ 1363581 w 1723042"/>
              <a:gd name="csY7913" fmla="*/ 801973 h 825984"/>
              <a:gd name="csX7914" fmla="*/ 1363750 w 1723042"/>
              <a:gd name="csY7914" fmla="*/ 801982 h 825984"/>
              <a:gd name="csX7915" fmla="*/ 1363928 w 1723042"/>
              <a:gd name="csY7915" fmla="*/ 802000 h 825984"/>
              <a:gd name="csX7916" fmla="*/ 1364097 w 1723042"/>
              <a:gd name="csY7916" fmla="*/ 802009 h 825984"/>
              <a:gd name="csX7917" fmla="*/ 1364275 w 1723042"/>
              <a:gd name="csY7917" fmla="*/ 802027 h 825984"/>
              <a:gd name="csX7918" fmla="*/ 1364444 w 1723042"/>
              <a:gd name="csY7918" fmla="*/ 802035 h 825984"/>
              <a:gd name="csX7919" fmla="*/ 1364613 w 1723042"/>
              <a:gd name="csY7919" fmla="*/ 802044 h 825984"/>
              <a:gd name="csX7920" fmla="*/ 1364791 w 1723042"/>
              <a:gd name="csY7920" fmla="*/ 802062 h 825984"/>
              <a:gd name="csX7921" fmla="*/ 1364960 w 1723042"/>
              <a:gd name="csY7921" fmla="*/ 802071 h 825984"/>
              <a:gd name="csX7922" fmla="*/ 1365129 w 1723042"/>
              <a:gd name="csY7922" fmla="*/ 802089 h 825984"/>
              <a:gd name="csX7923" fmla="*/ 1365307 w 1723042"/>
              <a:gd name="csY7923" fmla="*/ 802098 h 825984"/>
              <a:gd name="csX7924" fmla="*/ 1365476 w 1723042"/>
              <a:gd name="csY7924" fmla="*/ 802116 h 825984"/>
              <a:gd name="csX7925" fmla="*/ 1365645 w 1723042"/>
              <a:gd name="csY7925" fmla="*/ 802124 h 825984"/>
              <a:gd name="csX7926" fmla="*/ 1365823 w 1723042"/>
              <a:gd name="csY7926" fmla="*/ 802133 h 825984"/>
              <a:gd name="csX7927" fmla="*/ 1365992 w 1723042"/>
              <a:gd name="csY7927" fmla="*/ 802151 h 825984"/>
              <a:gd name="csX7928" fmla="*/ 1366170 w 1723042"/>
              <a:gd name="csY7928" fmla="*/ 802160 h 825984"/>
              <a:gd name="csX7929" fmla="*/ 1366339 w 1723042"/>
              <a:gd name="csY7929" fmla="*/ 802178 h 825984"/>
              <a:gd name="csX7930" fmla="*/ 1366508 w 1723042"/>
              <a:gd name="csY7930" fmla="*/ 802187 h 825984"/>
              <a:gd name="csX7931" fmla="*/ 1366686 w 1723042"/>
              <a:gd name="csY7931" fmla="*/ 802196 h 825984"/>
              <a:gd name="csX7932" fmla="*/ 1366855 w 1723042"/>
              <a:gd name="csY7932" fmla="*/ 802213 h 825984"/>
              <a:gd name="csX7933" fmla="*/ 1367024 w 1723042"/>
              <a:gd name="csY7933" fmla="*/ 802222 h 825984"/>
              <a:gd name="csX7934" fmla="*/ 1367202 w 1723042"/>
              <a:gd name="csY7934" fmla="*/ 802240 h 825984"/>
              <a:gd name="csX7935" fmla="*/ 1367371 w 1723042"/>
              <a:gd name="csY7935" fmla="*/ 802249 h 825984"/>
              <a:gd name="csX7936" fmla="*/ 1367549 w 1723042"/>
              <a:gd name="csY7936" fmla="*/ 802258 h 825984"/>
              <a:gd name="csX7937" fmla="*/ 1367718 w 1723042"/>
              <a:gd name="csY7937" fmla="*/ 802276 h 825984"/>
              <a:gd name="csX7938" fmla="*/ 1367887 w 1723042"/>
              <a:gd name="csY7938" fmla="*/ 802285 h 825984"/>
              <a:gd name="csX7939" fmla="*/ 1368065 w 1723042"/>
              <a:gd name="csY7939" fmla="*/ 802302 h 825984"/>
              <a:gd name="csX7940" fmla="*/ 1368234 w 1723042"/>
              <a:gd name="csY7940" fmla="*/ 802311 h 825984"/>
              <a:gd name="csX7941" fmla="*/ 1368403 w 1723042"/>
              <a:gd name="csY7941" fmla="*/ 802320 h 825984"/>
              <a:gd name="csX7942" fmla="*/ 1368581 w 1723042"/>
              <a:gd name="csY7942" fmla="*/ 802338 h 825984"/>
              <a:gd name="csX7943" fmla="*/ 1368750 w 1723042"/>
              <a:gd name="csY7943" fmla="*/ 802347 h 825984"/>
              <a:gd name="csX7944" fmla="*/ 1368919 w 1723042"/>
              <a:gd name="csY7944" fmla="*/ 802365 h 825984"/>
              <a:gd name="csX7945" fmla="*/ 1369097 w 1723042"/>
              <a:gd name="csY7945" fmla="*/ 802374 h 825984"/>
              <a:gd name="csX7946" fmla="*/ 1369266 w 1723042"/>
              <a:gd name="csY7946" fmla="*/ 802382 h 825984"/>
              <a:gd name="csX7947" fmla="*/ 1369444 w 1723042"/>
              <a:gd name="csY7947" fmla="*/ 802400 h 825984"/>
              <a:gd name="csX7948" fmla="*/ 1369613 w 1723042"/>
              <a:gd name="csY7948" fmla="*/ 802409 h 825984"/>
              <a:gd name="csX7949" fmla="*/ 1369782 w 1723042"/>
              <a:gd name="csY7949" fmla="*/ 802418 h 825984"/>
              <a:gd name="csX7950" fmla="*/ 1369960 w 1723042"/>
              <a:gd name="csY7950" fmla="*/ 802436 h 825984"/>
              <a:gd name="csX7951" fmla="*/ 1370129 w 1723042"/>
              <a:gd name="csY7951" fmla="*/ 802445 h 825984"/>
              <a:gd name="csX7952" fmla="*/ 1370298 w 1723042"/>
              <a:gd name="csY7952" fmla="*/ 802462 h 825984"/>
              <a:gd name="csX7953" fmla="*/ 1370476 w 1723042"/>
              <a:gd name="csY7953" fmla="*/ 802471 h 825984"/>
              <a:gd name="csX7954" fmla="*/ 1370645 w 1723042"/>
              <a:gd name="csY7954" fmla="*/ 802480 h 825984"/>
              <a:gd name="csX7955" fmla="*/ 1370823 w 1723042"/>
              <a:gd name="csY7955" fmla="*/ 802498 h 825984"/>
              <a:gd name="csX7956" fmla="*/ 1370992 w 1723042"/>
              <a:gd name="csY7956" fmla="*/ 802507 h 825984"/>
              <a:gd name="csX7957" fmla="*/ 1371161 w 1723042"/>
              <a:gd name="csY7957" fmla="*/ 802525 h 825984"/>
              <a:gd name="csX7958" fmla="*/ 1371339 w 1723042"/>
              <a:gd name="csY7958" fmla="*/ 802534 h 825984"/>
              <a:gd name="csX7959" fmla="*/ 1371508 w 1723042"/>
              <a:gd name="csY7959" fmla="*/ 802543 h 825984"/>
              <a:gd name="csX7960" fmla="*/ 1371677 w 1723042"/>
              <a:gd name="csY7960" fmla="*/ 802560 h 825984"/>
              <a:gd name="csX7961" fmla="*/ 1371855 w 1723042"/>
              <a:gd name="csY7961" fmla="*/ 802569 h 825984"/>
              <a:gd name="csX7962" fmla="*/ 1372024 w 1723042"/>
              <a:gd name="csY7962" fmla="*/ 802578 h 825984"/>
              <a:gd name="csX7963" fmla="*/ 1372202 w 1723042"/>
              <a:gd name="csY7963" fmla="*/ 802596 h 825984"/>
              <a:gd name="csX7964" fmla="*/ 1372371 w 1723042"/>
              <a:gd name="csY7964" fmla="*/ 802605 h 825984"/>
              <a:gd name="csX7965" fmla="*/ 1372540 w 1723042"/>
              <a:gd name="csY7965" fmla="*/ 802614 h 825984"/>
              <a:gd name="csX7966" fmla="*/ 1372718 w 1723042"/>
              <a:gd name="csY7966" fmla="*/ 802632 h 825984"/>
              <a:gd name="csX7967" fmla="*/ 1372887 w 1723042"/>
              <a:gd name="csY7967" fmla="*/ 802640 h 825984"/>
              <a:gd name="csX7968" fmla="*/ 1373056 w 1723042"/>
              <a:gd name="csY7968" fmla="*/ 802658 h 825984"/>
              <a:gd name="csX7969" fmla="*/ 1373234 w 1723042"/>
              <a:gd name="csY7969" fmla="*/ 802667 h 825984"/>
              <a:gd name="csX7970" fmla="*/ 1373403 w 1723042"/>
              <a:gd name="csY7970" fmla="*/ 802676 h 825984"/>
              <a:gd name="csX7971" fmla="*/ 1373572 w 1723042"/>
              <a:gd name="csY7971" fmla="*/ 802694 h 825984"/>
              <a:gd name="csX7972" fmla="*/ 1373750 w 1723042"/>
              <a:gd name="csY7972" fmla="*/ 802703 h 825984"/>
              <a:gd name="csX7973" fmla="*/ 1373919 w 1723042"/>
              <a:gd name="csY7973" fmla="*/ 802712 h 825984"/>
              <a:gd name="csX7974" fmla="*/ 1374097 w 1723042"/>
              <a:gd name="csY7974" fmla="*/ 802729 h 825984"/>
              <a:gd name="csX7975" fmla="*/ 1374266 w 1723042"/>
              <a:gd name="csY7975" fmla="*/ 802738 h 825984"/>
              <a:gd name="csX7976" fmla="*/ 1374435 w 1723042"/>
              <a:gd name="csY7976" fmla="*/ 802747 h 825984"/>
              <a:gd name="csX7977" fmla="*/ 1374613 w 1723042"/>
              <a:gd name="csY7977" fmla="*/ 802765 h 825984"/>
              <a:gd name="csX7978" fmla="*/ 1374782 w 1723042"/>
              <a:gd name="csY7978" fmla="*/ 802774 h 825984"/>
              <a:gd name="csX7979" fmla="*/ 1374951 w 1723042"/>
              <a:gd name="csY7979" fmla="*/ 802792 h 825984"/>
              <a:gd name="csX7980" fmla="*/ 1375129 w 1723042"/>
              <a:gd name="csY7980" fmla="*/ 802801 h 825984"/>
              <a:gd name="csX7981" fmla="*/ 1375298 w 1723042"/>
              <a:gd name="csY7981" fmla="*/ 802809 h 825984"/>
              <a:gd name="csX7982" fmla="*/ 1375476 w 1723042"/>
              <a:gd name="csY7982" fmla="*/ 802827 h 825984"/>
              <a:gd name="csX7983" fmla="*/ 1375645 w 1723042"/>
              <a:gd name="csY7983" fmla="*/ 802836 h 825984"/>
              <a:gd name="csX7984" fmla="*/ 1375814 w 1723042"/>
              <a:gd name="csY7984" fmla="*/ 802845 h 825984"/>
              <a:gd name="csX7985" fmla="*/ 1375992 w 1723042"/>
              <a:gd name="csY7985" fmla="*/ 802863 h 825984"/>
              <a:gd name="csX7986" fmla="*/ 1376161 w 1723042"/>
              <a:gd name="csY7986" fmla="*/ 802872 h 825984"/>
              <a:gd name="csX7987" fmla="*/ 1376330 w 1723042"/>
              <a:gd name="csY7987" fmla="*/ 802881 h 825984"/>
              <a:gd name="csX7988" fmla="*/ 1376508 w 1723042"/>
              <a:gd name="csY7988" fmla="*/ 802898 h 825984"/>
              <a:gd name="csX7989" fmla="*/ 1376677 w 1723042"/>
              <a:gd name="csY7989" fmla="*/ 802907 h 825984"/>
              <a:gd name="csX7990" fmla="*/ 1376855 w 1723042"/>
              <a:gd name="csY7990" fmla="*/ 802916 h 825984"/>
              <a:gd name="csX7991" fmla="*/ 1377024 w 1723042"/>
              <a:gd name="csY7991" fmla="*/ 802934 h 825984"/>
              <a:gd name="csX7992" fmla="*/ 1377193 w 1723042"/>
              <a:gd name="csY7992" fmla="*/ 802943 h 825984"/>
              <a:gd name="csX7993" fmla="*/ 1377371 w 1723042"/>
              <a:gd name="csY7993" fmla="*/ 802952 h 825984"/>
              <a:gd name="csX7994" fmla="*/ 1377540 w 1723042"/>
              <a:gd name="csY7994" fmla="*/ 802970 h 825984"/>
              <a:gd name="csX7995" fmla="*/ 1377709 w 1723042"/>
              <a:gd name="csY7995" fmla="*/ 802978 h 825984"/>
              <a:gd name="csX7996" fmla="*/ 1377887 w 1723042"/>
              <a:gd name="csY7996" fmla="*/ 802987 h 825984"/>
              <a:gd name="csX7997" fmla="*/ 1378056 w 1723042"/>
              <a:gd name="csY7997" fmla="*/ 803005 h 825984"/>
              <a:gd name="csX7998" fmla="*/ 1378225 w 1723042"/>
              <a:gd name="csY7998" fmla="*/ 803014 h 825984"/>
              <a:gd name="csX7999" fmla="*/ 1378403 w 1723042"/>
              <a:gd name="csY7999" fmla="*/ 803023 h 825984"/>
              <a:gd name="csX8000" fmla="*/ 1378572 w 1723042"/>
              <a:gd name="csY8000" fmla="*/ 803041 h 825984"/>
              <a:gd name="csX8001" fmla="*/ 1378750 w 1723042"/>
              <a:gd name="csY8001" fmla="*/ 803050 h 825984"/>
              <a:gd name="csX8002" fmla="*/ 1378919 w 1723042"/>
              <a:gd name="csY8002" fmla="*/ 803059 h 825984"/>
              <a:gd name="csX8003" fmla="*/ 1379088 w 1723042"/>
              <a:gd name="csY8003" fmla="*/ 803076 h 825984"/>
              <a:gd name="csX8004" fmla="*/ 1379266 w 1723042"/>
              <a:gd name="csY8004" fmla="*/ 803085 h 825984"/>
              <a:gd name="csX8005" fmla="*/ 1379435 w 1723042"/>
              <a:gd name="csY8005" fmla="*/ 803094 h 825984"/>
              <a:gd name="csX8006" fmla="*/ 1379604 w 1723042"/>
              <a:gd name="csY8006" fmla="*/ 803112 h 825984"/>
              <a:gd name="csX8007" fmla="*/ 1379782 w 1723042"/>
              <a:gd name="csY8007" fmla="*/ 803121 h 825984"/>
              <a:gd name="csX8008" fmla="*/ 1379951 w 1723042"/>
              <a:gd name="csY8008" fmla="*/ 803130 h 825984"/>
              <a:gd name="csX8009" fmla="*/ 1380129 w 1723042"/>
              <a:gd name="csY8009" fmla="*/ 803148 h 825984"/>
              <a:gd name="csX8010" fmla="*/ 1380298 w 1723042"/>
              <a:gd name="csY8010" fmla="*/ 803156 h 825984"/>
              <a:gd name="csX8011" fmla="*/ 1380467 w 1723042"/>
              <a:gd name="csY8011" fmla="*/ 803165 h 825984"/>
              <a:gd name="csX8012" fmla="*/ 1380645 w 1723042"/>
              <a:gd name="csY8012" fmla="*/ 803183 h 825984"/>
              <a:gd name="csX8013" fmla="*/ 1380814 w 1723042"/>
              <a:gd name="csY8013" fmla="*/ 803192 h 825984"/>
              <a:gd name="csX8014" fmla="*/ 1380983 w 1723042"/>
              <a:gd name="csY8014" fmla="*/ 803201 h 825984"/>
              <a:gd name="csX8015" fmla="*/ 1381161 w 1723042"/>
              <a:gd name="csY8015" fmla="*/ 803219 h 825984"/>
              <a:gd name="csX8016" fmla="*/ 1381330 w 1723042"/>
              <a:gd name="csY8016" fmla="*/ 803228 h 825984"/>
              <a:gd name="csX8017" fmla="*/ 1381499 w 1723042"/>
              <a:gd name="csY8017" fmla="*/ 803236 h 825984"/>
              <a:gd name="csX8018" fmla="*/ 1381677 w 1723042"/>
              <a:gd name="csY8018" fmla="*/ 803245 h 825984"/>
              <a:gd name="csX8019" fmla="*/ 1381846 w 1723042"/>
              <a:gd name="csY8019" fmla="*/ 803263 h 825984"/>
              <a:gd name="csX8020" fmla="*/ 1382023 w 1723042"/>
              <a:gd name="csY8020" fmla="*/ 803272 h 825984"/>
              <a:gd name="csX8021" fmla="*/ 1382193 w 1723042"/>
              <a:gd name="csY8021" fmla="*/ 803281 h 825984"/>
              <a:gd name="csX8022" fmla="*/ 1382362 w 1723042"/>
              <a:gd name="csY8022" fmla="*/ 803299 h 825984"/>
              <a:gd name="csX8023" fmla="*/ 1382540 w 1723042"/>
              <a:gd name="csY8023" fmla="*/ 803308 h 825984"/>
              <a:gd name="csX8024" fmla="*/ 1382709 w 1723042"/>
              <a:gd name="csY8024" fmla="*/ 803317 h 825984"/>
              <a:gd name="csX8025" fmla="*/ 1382878 w 1723042"/>
              <a:gd name="csY8025" fmla="*/ 803334 h 825984"/>
              <a:gd name="csX8026" fmla="*/ 1383056 w 1723042"/>
              <a:gd name="csY8026" fmla="*/ 803343 h 825984"/>
              <a:gd name="csX8027" fmla="*/ 1383225 w 1723042"/>
              <a:gd name="csY8027" fmla="*/ 803352 h 825984"/>
              <a:gd name="csX8028" fmla="*/ 1383402 w 1723042"/>
              <a:gd name="csY8028" fmla="*/ 803370 h 825984"/>
              <a:gd name="csX8029" fmla="*/ 1383571 w 1723042"/>
              <a:gd name="csY8029" fmla="*/ 803379 h 825984"/>
              <a:gd name="csX8030" fmla="*/ 1383741 w 1723042"/>
              <a:gd name="csY8030" fmla="*/ 803388 h 825984"/>
              <a:gd name="csX8031" fmla="*/ 1383918 w 1723042"/>
              <a:gd name="csY8031" fmla="*/ 803397 h 825984"/>
              <a:gd name="csX8032" fmla="*/ 1384088 w 1723042"/>
              <a:gd name="csY8032" fmla="*/ 803414 h 825984"/>
              <a:gd name="csX8033" fmla="*/ 1384257 w 1723042"/>
              <a:gd name="csY8033" fmla="*/ 803423 h 825984"/>
              <a:gd name="csX8034" fmla="*/ 1384435 w 1723042"/>
              <a:gd name="csY8034" fmla="*/ 803432 h 825984"/>
              <a:gd name="csX8035" fmla="*/ 1384603 w 1723042"/>
              <a:gd name="csY8035" fmla="*/ 803450 h 825984"/>
              <a:gd name="csX8036" fmla="*/ 1384781 w 1723042"/>
              <a:gd name="csY8036" fmla="*/ 803459 h 825984"/>
              <a:gd name="csX8037" fmla="*/ 1384950 w 1723042"/>
              <a:gd name="csY8037" fmla="*/ 803468 h 825984"/>
              <a:gd name="csX8038" fmla="*/ 1385120 w 1723042"/>
              <a:gd name="csY8038" fmla="*/ 803477 h 825984"/>
              <a:gd name="csX8039" fmla="*/ 1385297 w 1723042"/>
              <a:gd name="csY8039" fmla="*/ 803495 h 825984"/>
              <a:gd name="csX8040" fmla="*/ 1385466 w 1723042"/>
              <a:gd name="csY8040" fmla="*/ 803503 h 825984"/>
              <a:gd name="csX8041" fmla="*/ 1385636 w 1723042"/>
              <a:gd name="csY8041" fmla="*/ 803512 h 825984"/>
              <a:gd name="csX8042" fmla="*/ 1385813 w 1723042"/>
              <a:gd name="csY8042" fmla="*/ 803530 h 825984"/>
              <a:gd name="csX8043" fmla="*/ 1385982 w 1723042"/>
              <a:gd name="csY8043" fmla="*/ 803539 h 825984"/>
              <a:gd name="csX8044" fmla="*/ 1386151 w 1723042"/>
              <a:gd name="csY8044" fmla="*/ 803548 h 825984"/>
              <a:gd name="csX8045" fmla="*/ 1386329 w 1723042"/>
              <a:gd name="csY8045" fmla="*/ 803566 h 825984"/>
              <a:gd name="csX8046" fmla="*/ 1386498 w 1723042"/>
              <a:gd name="csY8046" fmla="*/ 803575 h 825984"/>
              <a:gd name="csX8047" fmla="*/ 1386676 w 1723042"/>
              <a:gd name="csY8047" fmla="*/ 803583 h 825984"/>
              <a:gd name="csX8048" fmla="*/ 1386845 w 1723042"/>
              <a:gd name="csY8048" fmla="*/ 803592 h 825984"/>
              <a:gd name="csX8049" fmla="*/ 1387014 w 1723042"/>
              <a:gd name="csY8049" fmla="*/ 803610 h 825984"/>
              <a:gd name="csX8050" fmla="*/ 1387192 w 1723042"/>
              <a:gd name="csY8050" fmla="*/ 803619 h 825984"/>
              <a:gd name="csX8051" fmla="*/ 1387361 w 1723042"/>
              <a:gd name="csY8051" fmla="*/ 803628 h 825984"/>
              <a:gd name="csX8052" fmla="*/ 1387530 w 1723042"/>
              <a:gd name="csY8052" fmla="*/ 803637 h 825984"/>
              <a:gd name="csX8053" fmla="*/ 1387708 w 1723042"/>
              <a:gd name="csY8053" fmla="*/ 803655 h 825984"/>
              <a:gd name="csX8054" fmla="*/ 1387877 w 1723042"/>
              <a:gd name="csY8054" fmla="*/ 803663 h 825984"/>
              <a:gd name="csX8055" fmla="*/ 1388055 w 1723042"/>
              <a:gd name="csY8055" fmla="*/ 803672 h 825984"/>
              <a:gd name="csX8056" fmla="*/ 1388224 w 1723042"/>
              <a:gd name="csY8056" fmla="*/ 803690 h 825984"/>
              <a:gd name="csX8057" fmla="*/ 1388393 w 1723042"/>
              <a:gd name="csY8057" fmla="*/ 803699 h 825984"/>
              <a:gd name="csX8058" fmla="*/ 1388571 w 1723042"/>
              <a:gd name="csY8058" fmla="*/ 803708 h 825984"/>
              <a:gd name="csX8059" fmla="*/ 1388740 w 1723042"/>
              <a:gd name="csY8059" fmla="*/ 803717 h 825984"/>
              <a:gd name="csX8060" fmla="*/ 1388909 w 1723042"/>
              <a:gd name="csY8060" fmla="*/ 803735 h 825984"/>
              <a:gd name="csX8061" fmla="*/ 1389087 w 1723042"/>
              <a:gd name="csY8061" fmla="*/ 803744 h 825984"/>
              <a:gd name="csX8062" fmla="*/ 1389256 w 1723042"/>
              <a:gd name="csY8062" fmla="*/ 803752 h 825984"/>
              <a:gd name="csX8063" fmla="*/ 1389425 w 1723042"/>
              <a:gd name="csY8063" fmla="*/ 803761 h 825984"/>
              <a:gd name="csX8064" fmla="*/ 1389603 w 1723042"/>
              <a:gd name="csY8064" fmla="*/ 803779 h 825984"/>
              <a:gd name="csX8065" fmla="*/ 1389772 w 1723042"/>
              <a:gd name="csY8065" fmla="*/ 803788 h 825984"/>
              <a:gd name="csX8066" fmla="*/ 1389950 w 1723042"/>
              <a:gd name="csY8066" fmla="*/ 803797 h 825984"/>
              <a:gd name="csX8067" fmla="*/ 1390119 w 1723042"/>
              <a:gd name="csY8067" fmla="*/ 803815 h 825984"/>
              <a:gd name="csX8068" fmla="*/ 1390288 w 1723042"/>
              <a:gd name="csY8068" fmla="*/ 803824 h 825984"/>
              <a:gd name="csX8069" fmla="*/ 1390466 w 1723042"/>
              <a:gd name="csY8069" fmla="*/ 803833 h 825984"/>
              <a:gd name="csX8070" fmla="*/ 1390635 w 1723042"/>
              <a:gd name="csY8070" fmla="*/ 803841 h 825984"/>
              <a:gd name="csX8071" fmla="*/ 1390804 w 1723042"/>
              <a:gd name="csY8071" fmla="*/ 803859 h 825984"/>
              <a:gd name="csX8072" fmla="*/ 1390982 w 1723042"/>
              <a:gd name="csY8072" fmla="*/ 803868 h 825984"/>
              <a:gd name="csX8073" fmla="*/ 1391151 w 1723042"/>
              <a:gd name="csY8073" fmla="*/ 803877 h 825984"/>
              <a:gd name="csX8074" fmla="*/ 1391329 w 1723042"/>
              <a:gd name="csY8074" fmla="*/ 803886 h 825984"/>
              <a:gd name="csX8075" fmla="*/ 1391498 w 1723042"/>
              <a:gd name="csY8075" fmla="*/ 803904 h 825984"/>
              <a:gd name="csX8076" fmla="*/ 1391667 w 1723042"/>
              <a:gd name="csY8076" fmla="*/ 803913 h 825984"/>
              <a:gd name="csX8077" fmla="*/ 1391845 w 1723042"/>
              <a:gd name="csY8077" fmla="*/ 803922 h 825984"/>
              <a:gd name="csX8078" fmla="*/ 1392014 w 1723042"/>
              <a:gd name="csY8078" fmla="*/ 803930 h 825984"/>
              <a:gd name="csX8079" fmla="*/ 1392183 w 1723042"/>
              <a:gd name="csY8079" fmla="*/ 803948 h 825984"/>
              <a:gd name="csX8080" fmla="*/ 1392361 w 1723042"/>
              <a:gd name="csY8080" fmla="*/ 803957 h 825984"/>
              <a:gd name="csX8081" fmla="*/ 1392530 w 1723042"/>
              <a:gd name="csY8081" fmla="*/ 803966 h 825984"/>
              <a:gd name="csX8082" fmla="*/ 1392708 w 1723042"/>
              <a:gd name="csY8082" fmla="*/ 803975 h 825984"/>
              <a:gd name="csX8083" fmla="*/ 1392877 w 1723042"/>
              <a:gd name="csY8083" fmla="*/ 803993 h 825984"/>
              <a:gd name="csX8084" fmla="*/ 1393046 w 1723042"/>
              <a:gd name="csY8084" fmla="*/ 804002 h 825984"/>
              <a:gd name="csX8085" fmla="*/ 1393224 w 1723042"/>
              <a:gd name="csY8085" fmla="*/ 804010 h 825984"/>
              <a:gd name="csX8086" fmla="*/ 1393393 w 1723042"/>
              <a:gd name="csY8086" fmla="*/ 804019 h 825984"/>
              <a:gd name="csX8087" fmla="*/ 1393562 w 1723042"/>
              <a:gd name="csY8087" fmla="*/ 804037 h 825984"/>
              <a:gd name="csX8088" fmla="*/ 1393740 w 1723042"/>
              <a:gd name="csY8088" fmla="*/ 804046 h 825984"/>
              <a:gd name="csX8089" fmla="*/ 1393909 w 1723042"/>
              <a:gd name="csY8089" fmla="*/ 804055 h 825984"/>
              <a:gd name="csX8090" fmla="*/ 1394078 w 1723042"/>
              <a:gd name="csY8090" fmla="*/ 804064 h 825984"/>
              <a:gd name="csX8091" fmla="*/ 1394256 w 1723042"/>
              <a:gd name="csY8091" fmla="*/ 804082 h 825984"/>
              <a:gd name="csX8092" fmla="*/ 1394425 w 1723042"/>
              <a:gd name="csY8092" fmla="*/ 804090 h 825984"/>
              <a:gd name="csX8093" fmla="*/ 1394603 w 1723042"/>
              <a:gd name="csY8093" fmla="*/ 804099 h 825984"/>
              <a:gd name="csX8094" fmla="*/ 1394772 w 1723042"/>
              <a:gd name="csY8094" fmla="*/ 804108 h 825984"/>
              <a:gd name="csX8095" fmla="*/ 1394941 w 1723042"/>
              <a:gd name="csY8095" fmla="*/ 804126 h 825984"/>
              <a:gd name="csX8096" fmla="*/ 1395119 w 1723042"/>
              <a:gd name="csY8096" fmla="*/ 804135 h 825984"/>
              <a:gd name="csX8097" fmla="*/ 1395288 w 1723042"/>
              <a:gd name="csY8097" fmla="*/ 804144 h 825984"/>
              <a:gd name="csX8098" fmla="*/ 1395457 w 1723042"/>
              <a:gd name="csY8098" fmla="*/ 804153 h 825984"/>
              <a:gd name="csX8099" fmla="*/ 1395635 w 1723042"/>
              <a:gd name="csY8099" fmla="*/ 804162 h 825984"/>
              <a:gd name="csX8100" fmla="*/ 1395804 w 1723042"/>
              <a:gd name="csY8100" fmla="*/ 804180 h 825984"/>
              <a:gd name="csX8101" fmla="*/ 1395982 w 1723042"/>
              <a:gd name="csY8101" fmla="*/ 804188 h 825984"/>
              <a:gd name="csX8102" fmla="*/ 1396151 w 1723042"/>
              <a:gd name="csY8102" fmla="*/ 804197 h 825984"/>
              <a:gd name="csX8103" fmla="*/ 1396320 w 1723042"/>
              <a:gd name="csY8103" fmla="*/ 804206 h 825984"/>
              <a:gd name="csX8104" fmla="*/ 1396498 w 1723042"/>
              <a:gd name="csY8104" fmla="*/ 804224 h 825984"/>
              <a:gd name="csX8105" fmla="*/ 1396667 w 1723042"/>
              <a:gd name="csY8105" fmla="*/ 804233 h 825984"/>
              <a:gd name="csX8106" fmla="*/ 1396836 w 1723042"/>
              <a:gd name="csY8106" fmla="*/ 804242 h 825984"/>
              <a:gd name="csX8107" fmla="*/ 1397014 w 1723042"/>
              <a:gd name="csY8107" fmla="*/ 804251 h 825984"/>
              <a:gd name="csX8108" fmla="*/ 1397183 w 1723042"/>
              <a:gd name="csY8108" fmla="*/ 804268 h 825984"/>
              <a:gd name="csX8109" fmla="*/ 1397352 w 1723042"/>
              <a:gd name="csY8109" fmla="*/ 804277 h 825984"/>
              <a:gd name="csX8110" fmla="*/ 1397530 w 1723042"/>
              <a:gd name="csY8110" fmla="*/ 804286 h 825984"/>
              <a:gd name="csX8111" fmla="*/ 1397699 w 1723042"/>
              <a:gd name="csY8111" fmla="*/ 804295 h 825984"/>
              <a:gd name="csX8112" fmla="*/ 1397877 w 1723042"/>
              <a:gd name="csY8112" fmla="*/ 804304 h 825984"/>
              <a:gd name="csX8113" fmla="*/ 1398046 w 1723042"/>
              <a:gd name="csY8113" fmla="*/ 804322 h 825984"/>
              <a:gd name="csX8114" fmla="*/ 1398215 w 1723042"/>
              <a:gd name="csY8114" fmla="*/ 804331 h 825984"/>
              <a:gd name="csX8115" fmla="*/ 1398393 w 1723042"/>
              <a:gd name="csY8115" fmla="*/ 804340 h 825984"/>
              <a:gd name="csX8116" fmla="*/ 1398562 w 1723042"/>
              <a:gd name="csY8116" fmla="*/ 804349 h 825984"/>
              <a:gd name="csX8117" fmla="*/ 1398731 w 1723042"/>
              <a:gd name="csY8117" fmla="*/ 804366 h 825984"/>
              <a:gd name="csX8118" fmla="*/ 1398909 w 1723042"/>
              <a:gd name="csY8118" fmla="*/ 804375 h 825984"/>
              <a:gd name="csX8119" fmla="*/ 1399078 w 1723042"/>
              <a:gd name="csY8119" fmla="*/ 804384 h 825984"/>
              <a:gd name="csX8120" fmla="*/ 1399256 w 1723042"/>
              <a:gd name="csY8120" fmla="*/ 804393 h 825984"/>
              <a:gd name="csX8121" fmla="*/ 1399425 w 1723042"/>
              <a:gd name="csY8121" fmla="*/ 804402 h 825984"/>
              <a:gd name="csX8122" fmla="*/ 1399594 w 1723042"/>
              <a:gd name="csY8122" fmla="*/ 804420 h 825984"/>
              <a:gd name="csX8123" fmla="*/ 1399772 w 1723042"/>
              <a:gd name="csY8123" fmla="*/ 804429 h 825984"/>
              <a:gd name="csX8124" fmla="*/ 1399941 w 1723042"/>
              <a:gd name="csY8124" fmla="*/ 804437 h 825984"/>
              <a:gd name="csX8125" fmla="*/ 1400110 w 1723042"/>
              <a:gd name="csY8125" fmla="*/ 804446 h 825984"/>
              <a:gd name="csX8126" fmla="*/ 1400288 w 1723042"/>
              <a:gd name="csY8126" fmla="*/ 804455 h 825984"/>
              <a:gd name="csX8127" fmla="*/ 1400457 w 1723042"/>
              <a:gd name="csY8127" fmla="*/ 804473 h 825984"/>
              <a:gd name="csX8128" fmla="*/ 1400635 w 1723042"/>
              <a:gd name="csY8128" fmla="*/ 804482 h 825984"/>
              <a:gd name="csX8129" fmla="*/ 1400804 w 1723042"/>
              <a:gd name="csY8129" fmla="*/ 804491 h 825984"/>
              <a:gd name="csX8130" fmla="*/ 1400973 w 1723042"/>
              <a:gd name="csY8130" fmla="*/ 804500 h 825984"/>
              <a:gd name="csX8131" fmla="*/ 1401151 w 1723042"/>
              <a:gd name="csY8131" fmla="*/ 804509 h 825984"/>
              <a:gd name="csX8132" fmla="*/ 1401320 w 1723042"/>
              <a:gd name="csY8132" fmla="*/ 804526 h 825984"/>
              <a:gd name="csX8133" fmla="*/ 1401489 w 1723042"/>
              <a:gd name="csY8133" fmla="*/ 804535 h 825984"/>
              <a:gd name="csX8134" fmla="*/ 1401667 w 1723042"/>
              <a:gd name="csY8134" fmla="*/ 804544 h 825984"/>
              <a:gd name="csX8135" fmla="*/ 1401836 w 1723042"/>
              <a:gd name="csY8135" fmla="*/ 804553 h 825984"/>
              <a:gd name="csX8136" fmla="*/ 1402005 w 1723042"/>
              <a:gd name="csY8136" fmla="*/ 804571 h 825984"/>
              <a:gd name="csX8137" fmla="*/ 1402183 w 1723042"/>
              <a:gd name="csY8137" fmla="*/ 804580 h 825984"/>
              <a:gd name="csX8138" fmla="*/ 1402352 w 1723042"/>
              <a:gd name="csY8138" fmla="*/ 804589 h 825984"/>
              <a:gd name="csX8139" fmla="*/ 1402530 w 1723042"/>
              <a:gd name="csY8139" fmla="*/ 804598 h 825984"/>
              <a:gd name="csX8140" fmla="*/ 1402699 w 1723042"/>
              <a:gd name="csY8140" fmla="*/ 804607 h 825984"/>
              <a:gd name="csX8141" fmla="*/ 1402868 w 1723042"/>
              <a:gd name="csY8141" fmla="*/ 804615 h 825984"/>
              <a:gd name="csX8142" fmla="*/ 1403046 w 1723042"/>
              <a:gd name="csY8142" fmla="*/ 804633 h 825984"/>
              <a:gd name="csX8143" fmla="*/ 1403215 w 1723042"/>
              <a:gd name="csY8143" fmla="*/ 804642 h 825984"/>
              <a:gd name="csX8144" fmla="*/ 1403384 w 1723042"/>
              <a:gd name="csY8144" fmla="*/ 804651 h 825984"/>
              <a:gd name="csX8145" fmla="*/ 1403562 w 1723042"/>
              <a:gd name="csY8145" fmla="*/ 804660 h 825984"/>
              <a:gd name="csX8146" fmla="*/ 1403731 w 1723042"/>
              <a:gd name="csY8146" fmla="*/ 804669 h 825984"/>
              <a:gd name="csX8147" fmla="*/ 1403909 w 1723042"/>
              <a:gd name="csY8147" fmla="*/ 804687 h 825984"/>
              <a:gd name="csX8148" fmla="*/ 1404078 w 1723042"/>
              <a:gd name="csY8148" fmla="*/ 804695 h 825984"/>
              <a:gd name="csX8149" fmla="*/ 1404247 w 1723042"/>
              <a:gd name="csY8149" fmla="*/ 804704 h 825984"/>
              <a:gd name="csX8150" fmla="*/ 1404425 w 1723042"/>
              <a:gd name="csY8150" fmla="*/ 804713 h 825984"/>
              <a:gd name="csX8151" fmla="*/ 1404594 w 1723042"/>
              <a:gd name="csY8151" fmla="*/ 804722 h 825984"/>
              <a:gd name="csX8152" fmla="*/ 1404763 w 1723042"/>
              <a:gd name="csY8152" fmla="*/ 804740 h 825984"/>
              <a:gd name="csX8153" fmla="*/ 1404941 w 1723042"/>
              <a:gd name="csY8153" fmla="*/ 804749 h 825984"/>
              <a:gd name="csX8154" fmla="*/ 1405110 w 1723042"/>
              <a:gd name="csY8154" fmla="*/ 804758 h 825984"/>
              <a:gd name="csX8155" fmla="*/ 1405288 w 1723042"/>
              <a:gd name="csY8155" fmla="*/ 804767 h 825984"/>
              <a:gd name="csX8156" fmla="*/ 1405457 w 1723042"/>
              <a:gd name="csY8156" fmla="*/ 804776 h 825984"/>
              <a:gd name="csX8157" fmla="*/ 1405626 w 1723042"/>
              <a:gd name="csY8157" fmla="*/ 804793 h 825984"/>
              <a:gd name="csX8158" fmla="*/ 1405804 w 1723042"/>
              <a:gd name="csY8158" fmla="*/ 804802 h 825984"/>
              <a:gd name="csX8159" fmla="*/ 1405973 w 1723042"/>
              <a:gd name="csY8159" fmla="*/ 804811 h 825984"/>
              <a:gd name="csX8160" fmla="*/ 1406142 w 1723042"/>
              <a:gd name="csY8160" fmla="*/ 804820 h 825984"/>
              <a:gd name="csX8161" fmla="*/ 1406320 w 1723042"/>
              <a:gd name="csY8161" fmla="*/ 804829 h 825984"/>
              <a:gd name="csX8162" fmla="*/ 1406489 w 1723042"/>
              <a:gd name="csY8162" fmla="*/ 804838 h 825984"/>
              <a:gd name="csX8163" fmla="*/ 1406658 w 1723042"/>
              <a:gd name="csY8163" fmla="*/ 804856 h 825984"/>
              <a:gd name="csX8164" fmla="*/ 1406836 w 1723042"/>
              <a:gd name="csY8164" fmla="*/ 804864 h 825984"/>
              <a:gd name="csX8165" fmla="*/ 1407005 w 1723042"/>
              <a:gd name="csY8165" fmla="*/ 804873 h 825984"/>
              <a:gd name="csX8166" fmla="*/ 1407183 w 1723042"/>
              <a:gd name="csY8166" fmla="*/ 804882 h 825984"/>
              <a:gd name="csX8167" fmla="*/ 1407352 w 1723042"/>
              <a:gd name="csY8167" fmla="*/ 804891 h 825984"/>
              <a:gd name="csX8168" fmla="*/ 1407521 w 1723042"/>
              <a:gd name="csY8168" fmla="*/ 804900 h 825984"/>
              <a:gd name="csX8169" fmla="*/ 1407699 w 1723042"/>
              <a:gd name="csY8169" fmla="*/ 804918 h 825984"/>
              <a:gd name="csX8170" fmla="*/ 1407868 w 1723042"/>
              <a:gd name="csY8170" fmla="*/ 804927 h 825984"/>
              <a:gd name="csX8171" fmla="*/ 1408037 w 1723042"/>
              <a:gd name="csY8171" fmla="*/ 804936 h 825984"/>
              <a:gd name="csX8172" fmla="*/ 1408215 w 1723042"/>
              <a:gd name="csY8172" fmla="*/ 804945 h 825984"/>
              <a:gd name="csX8173" fmla="*/ 1408384 w 1723042"/>
              <a:gd name="csY8173" fmla="*/ 804954 h 825984"/>
              <a:gd name="csX8174" fmla="*/ 1408562 w 1723042"/>
              <a:gd name="csY8174" fmla="*/ 804962 h 825984"/>
              <a:gd name="csX8175" fmla="*/ 1408731 w 1723042"/>
              <a:gd name="csY8175" fmla="*/ 804980 h 825984"/>
              <a:gd name="csX8176" fmla="*/ 1408900 w 1723042"/>
              <a:gd name="csY8176" fmla="*/ 804989 h 825984"/>
              <a:gd name="csX8177" fmla="*/ 1409078 w 1723042"/>
              <a:gd name="csY8177" fmla="*/ 804998 h 825984"/>
              <a:gd name="csX8178" fmla="*/ 1409247 w 1723042"/>
              <a:gd name="csY8178" fmla="*/ 805007 h 825984"/>
              <a:gd name="csX8179" fmla="*/ 1409416 w 1723042"/>
              <a:gd name="csY8179" fmla="*/ 805016 h 825984"/>
              <a:gd name="csX8180" fmla="*/ 1409594 w 1723042"/>
              <a:gd name="csY8180" fmla="*/ 805025 h 825984"/>
              <a:gd name="csX8181" fmla="*/ 1409763 w 1723042"/>
              <a:gd name="csY8181" fmla="*/ 805042 h 825984"/>
              <a:gd name="csX8182" fmla="*/ 1409932 w 1723042"/>
              <a:gd name="csY8182" fmla="*/ 805051 h 825984"/>
              <a:gd name="csX8183" fmla="*/ 1410110 w 1723042"/>
              <a:gd name="csY8183" fmla="*/ 805060 h 825984"/>
              <a:gd name="csX8184" fmla="*/ 1410279 w 1723042"/>
              <a:gd name="csY8184" fmla="*/ 805069 h 825984"/>
              <a:gd name="csX8185" fmla="*/ 1410457 w 1723042"/>
              <a:gd name="csY8185" fmla="*/ 805078 h 825984"/>
              <a:gd name="csX8186" fmla="*/ 1410626 w 1723042"/>
              <a:gd name="csY8186" fmla="*/ 805087 h 825984"/>
              <a:gd name="csX8187" fmla="*/ 1410795 w 1723042"/>
              <a:gd name="csY8187" fmla="*/ 805105 h 825984"/>
              <a:gd name="csX8188" fmla="*/ 1410973 w 1723042"/>
              <a:gd name="csY8188" fmla="*/ 805114 h 825984"/>
              <a:gd name="csX8189" fmla="*/ 1411142 w 1723042"/>
              <a:gd name="csY8189" fmla="*/ 805123 h 825984"/>
              <a:gd name="csX8190" fmla="*/ 1411311 w 1723042"/>
              <a:gd name="csY8190" fmla="*/ 805131 h 825984"/>
              <a:gd name="csX8191" fmla="*/ 1411489 w 1723042"/>
              <a:gd name="csY8191" fmla="*/ 805140 h 825984"/>
              <a:gd name="csX8192" fmla="*/ 1411658 w 1723042"/>
              <a:gd name="csY8192" fmla="*/ 805149 h 825984"/>
              <a:gd name="csX8193" fmla="*/ 1411836 w 1723042"/>
              <a:gd name="csY8193" fmla="*/ 805158 h 825984"/>
              <a:gd name="csX8194" fmla="*/ 1412005 w 1723042"/>
              <a:gd name="csY8194" fmla="*/ 805176 h 825984"/>
              <a:gd name="csX8195" fmla="*/ 1412174 w 1723042"/>
              <a:gd name="csY8195" fmla="*/ 805185 h 825984"/>
              <a:gd name="csX8196" fmla="*/ 1412352 w 1723042"/>
              <a:gd name="csY8196" fmla="*/ 805194 h 825984"/>
              <a:gd name="csX8197" fmla="*/ 1412521 w 1723042"/>
              <a:gd name="csY8197" fmla="*/ 805203 h 825984"/>
              <a:gd name="csX8198" fmla="*/ 1412690 w 1723042"/>
              <a:gd name="csY8198" fmla="*/ 805211 h 825984"/>
              <a:gd name="csX8199" fmla="*/ 1412868 w 1723042"/>
              <a:gd name="csY8199" fmla="*/ 805220 h 825984"/>
              <a:gd name="csX8200" fmla="*/ 1413037 w 1723042"/>
              <a:gd name="csY8200" fmla="*/ 805238 h 825984"/>
              <a:gd name="csX8201" fmla="*/ 1413215 w 1723042"/>
              <a:gd name="csY8201" fmla="*/ 805247 h 825984"/>
              <a:gd name="csX8202" fmla="*/ 1413383 w 1723042"/>
              <a:gd name="csY8202" fmla="*/ 805256 h 825984"/>
              <a:gd name="csX8203" fmla="*/ 1413553 w 1723042"/>
              <a:gd name="csY8203" fmla="*/ 805265 h 825984"/>
              <a:gd name="csX8204" fmla="*/ 1413730 w 1723042"/>
              <a:gd name="csY8204" fmla="*/ 805274 h 825984"/>
              <a:gd name="csX8205" fmla="*/ 1413900 w 1723042"/>
              <a:gd name="csY8205" fmla="*/ 805283 h 825984"/>
              <a:gd name="csX8206" fmla="*/ 1414069 w 1723042"/>
              <a:gd name="csY8206" fmla="*/ 805292 h 825984"/>
              <a:gd name="csX8207" fmla="*/ 1414247 w 1723042"/>
              <a:gd name="csY8207" fmla="*/ 805301 h 825984"/>
              <a:gd name="csX8208" fmla="*/ 1414416 w 1723042"/>
              <a:gd name="csY8208" fmla="*/ 805318 h 825984"/>
              <a:gd name="csX8209" fmla="*/ 1414585 w 1723042"/>
              <a:gd name="csY8209" fmla="*/ 805327 h 825984"/>
              <a:gd name="csX8210" fmla="*/ 1414762 w 1723042"/>
              <a:gd name="csY8210" fmla="*/ 805336 h 825984"/>
              <a:gd name="csX8211" fmla="*/ 1414931 w 1723042"/>
              <a:gd name="csY8211" fmla="*/ 805345 h 825984"/>
              <a:gd name="csX8212" fmla="*/ 1415109 w 1723042"/>
              <a:gd name="csY8212" fmla="*/ 805354 h 825984"/>
              <a:gd name="csX8213" fmla="*/ 1415278 w 1723042"/>
              <a:gd name="csY8213" fmla="*/ 805363 h 825984"/>
              <a:gd name="csX8214" fmla="*/ 1415448 w 1723042"/>
              <a:gd name="csY8214" fmla="*/ 805372 h 825984"/>
              <a:gd name="csX8215" fmla="*/ 1415625 w 1723042"/>
              <a:gd name="csY8215" fmla="*/ 805389 h 825984"/>
              <a:gd name="csX8216" fmla="*/ 1415794 w 1723042"/>
              <a:gd name="csY8216" fmla="*/ 805398 h 825984"/>
              <a:gd name="csX8217" fmla="*/ 1415963 w 1723042"/>
              <a:gd name="csY8217" fmla="*/ 805407 h 825984"/>
              <a:gd name="csX8218" fmla="*/ 1416141 w 1723042"/>
              <a:gd name="csY8218" fmla="*/ 805416 h 825984"/>
              <a:gd name="csX8219" fmla="*/ 1416310 w 1723042"/>
              <a:gd name="csY8219" fmla="*/ 805425 h 825984"/>
              <a:gd name="csX8220" fmla="*/ 1416488 w 1723042"/>
              <a:gd name="csY8220" fmla="*/ 805434 h 825984"/>
              <a:gd name="csX8221" fmla="*/ 1416657 w 1723042"/>
              <a:gd name="csY8221" fmla="*/ 805443 h 825984"/>
              <a:gd name="csX8222" fmla="*/ 1416826 w 1723042"/>
              <a:gd name="csY8222" fmla="*/ 805452 h 825984"/>
              <a:gd name="csX8223" fmla="*/ 1417004 w 1723042"/>
              <a:gd name="csY8223" fmla="*/ 805469 h 825984"/>
              <a:gd name="csX8224" fmla="*/ 1417173 w 1723042"/>
              <a:gd name="csY8224" fmla="*/ 805478 h 825984"/>
              <a:gd name="csX8225" fmla="*/ 1417342 w 1723042"/>
              <a:gd name="csY8225" fmla="*/ 805487 h 825984"/>
              <a:gd name="csX8226" fmla="*/ 1417520 w 1723042"/>
              <a:gd name="csY8226" fmla="*/ 805496 h 825984"/>
              <a:gd name="csX8227" fmla="*/ 1417689 w 1723042"/>
              <a:gd name="csY8227" fmla="*/ 805505 h 825984"/>
              <a:gd name="csX8228" fmla="*/ 1417858 w 1723042"/>
              <a:gd name="csY8228" fmla="*/ 805514 h 825984"/>
              <a:gd name="csX8229" fmla="*/ 1418036 w 1723042"/>
              <a:gd name="csY8229" fmla="*/ 805523 h 825984"/>
              <a:gd name="csX8230" fmla="*/ 1418205 w 1723042"/>
              <a:gd name="csY8230" fmla="*/ 805532 h 825984"/>
              <a:gd name="csX8231" fmla="*/ 1418383 w 1723042"/>
              <a:gd name="csY8231" fmla="*/ 805550 h 825984"/>
              <a:gd name="csX8232" fmla="*/ 1418552 w 1723042"/>
              <a:gd name="csY8232" fmla="*/ 805558 h 825984"/>
              <a:gd name="csX8233" fmla="*/ 1418721 w 1723042"/>
              <a:gd name="csY8233" fmla="*/ 805567 h 825984"/>
              <a:gd name="csX8234" fmla="*/ 1418899 w 1723042"/>
              <a:gd name="csY8234" fmla="*/ 805576 h 825984"/>
              <a:gd name="csX8235" fmla="*/ 1419068 w 1723042"/>
              <a:gd name="csY8235" fmla="*/ 805585 h 825984"/>
              <a:gd name="csX8236" fmla="*/ 1419237 w 1723042"/>
              <a:gd name="csY8236" fmla="*/ 805594 h 825984"/>
              <a:gd name="csX8237" fmla="*/ 1419415 w 1723042"/>
              <a:gd name="csY8237" fmla="*/ 805603 h 825984"/>
              <a:gd name="csX8238" fmla="*/ 1419584 w 1723042"/>
              <a:gd name="csY8238" fmla="*/ 805612 h 825984"/>
              <a:gd name="csX8239" fmla="*/ 1419762 w 1723042"/>
              <a:gd name="csY8239" fmla="*/ 805630 h 825984"/>
              <a:gd name="csX8240" fmla="*/ 1419931 w 1723042"/>
              <a:gd name="csY8240" fmla="*/ 805638 h 825984"/>
              <a:gd name="csX8241" fmla="*/ 1420100 w 1723042"/>
              <a:gd name="csY8241" fmla="*/ 805647 h 825984"/>
              <a:gd name="csX8242" fmla="*/ 1420278 w 1723042"/>
              <a:gd name="csY8242" fmla="*/ 805656 h 825984"/>
              <a:gd name="csX8243" fmla="*/ 1420447 w 1723042"/>
              <a:gd name="csY8243" fmla="*/ 805665 h 825984"/>
              <a:gd name="csX8244" fmla="*/ 1420616 w 1723042"/>
              <a:gd name="csY8244" fmla="*/ 805674 h 825984"/>
              <a:gd name="csX8245" fmla="*/ 1420794 w 1723042"/>
              <a:gd name="csY8245" fmla="*/ 805683 h 825984"/>
              <a:gd name="csX8246" fmla="*/ 1420963 w 1723042"/>
              <a:gd name="csY8246" fmla="*/ 805692 h 825984"/>
              <a:gd name="csX8247" fmla="*/ 1421141 w 1723042"/>
              <a:gd name="csY8247" fmla="*/ 805701 h 825984"/>
              <a:gd name="csX8248" fmla="*/ 1421310 w 1723042"/>
              <a:gd name="csY8248" fmla="*/ 805710 h 825984"/>
              <a:gd name="csX8249" fmla="*/ 1421479 w 1723042"/>
              <a:gd name="csY8249" fmla="*/ 805728 h 825984"/>
              <a:gd name="csX8250" fmla="*/ 1421657 w 1723042"/>
              <a:gd name="csY8250" fmla="*/ 805736 h 825984"/>
              <a:gd name="csX8251" fmla="*/ 1421826 w 1723042"/>
              <a:gd name="csY8251" fmla="*/ 805745 h 825984"/>
              <a:gd name="csX8252" fmla="*/ 1421995 w 1723042"/>
              <a:gd name="csY8252" fmla="*/ 805754 h 825984"/>
              <a:gd name="csX8253" fmla="*/ 1422173 w 1723042"/>
              <a:gd name="csY8253" fmla="*/ 805763 h 825984"/>
              <a:gd name="csX8254" fmla="*/ 1422342 w 1723042"/>
              <a:gd name="csY8254" fmla="*/ 805772 h 825984"/>
              <a:gd name="csX8255" fmla="*/ 1422511 w 1723042"/>
              <a:gd name="csY8255" fmla="*/ 805781 h 825984"/>
              <a:gd name="csX8256" fmla="*/ 1422689 w 1723042"/>
              <a:gd name="csY8256" fmla="*/ 805790 h 825984"/>
              <a:gd name="csX8257" fmla="*/ 1422858 w 1723042"/>
              <a:gd name="csY8257" fmla="*/ 805799 h 825984"/>
              <a:gd name="csX8258" fmla="*/ 1423036 w 1723042"/>
              <a:gd name="csY8258" fmla="*/ 805808 h 825984"/>
              <a:gd name="csX8259" fmla="*/ 1423205 w 1723042"/>
              <a:gd name="csY8259" fmla="*/ 805825 h 825984"/>
              <a:gd name="csX8260" fmla="*/ 1423374 w 1723042"/>
              <a:gd name="csY8260" fmla="*/ 805834 h 825984"/>
              <a:gd name="csX8261" fmla="*/ 1423552 w 1723042"/>
              <a:gd name="csY8261" fmla="*/ 805843 h 825984"/>
              <a:gd name="csX8262" fmla="*/ 1423721 w 1723042"/>
              <a:gd name="csY8262" fmla="*/ 805852 h 825984"/>
              <a:gd name="csX8263" fmla="*/ 1423890 w 1723042"/>
              <a:gd name="csY8263" fmla="*/ 805861 h 825984"/>
              <a:gd name="csX8264" fmla="*/ 1424068 w 1723042"/>
              <a:gd name="csY8264" fmla="*/ 805870 h 825984"/>
              <a:gd name="csX8265" fmla="*/ 1424237 w 1723042"/>
              <a:gd name="csY8265" fmla="*/ 805879 h 825984"/>
              <a:gd name="csX8266" fmla="*/ 1424415 w 1723042"/>
              <a:gd name="csY8266" fmla="*/ 805888 h 825984"/>
              <a:gd name="csX8267" fmla="*/ 1424584 w 1723042"/>
              <a:gd name="csY8267" fmla="*/ 805896 h 825984"/>
              <a:gd name="csX8268" fmla="*/ 1424753 w 1723042"/>
              <a:gd name="csY8268" fmla="*/ 805905 h 825984"/>
              <a:gd name="csX8269" fmla="*/ 1424931 w 1723042"/>
              <a:gd name="csY8269" fmla="*/ 805923 h 825984"/>
              <a:gd name="csX8270" fmla="*/ 1425100 w 1723042"/>
              <a:gd name="csY8270" fmla="*/ 805932 h 825984"/>
              <a:gd name="csX8271" fmla="*/ 1425269 w 1723042"/>
              <a:gd name="csY8271" fmla="*/ 805941 h 825984"/>
              <a:gd name="csX8272" fmla="*/ 1425447 w 1723042"/>
              <a:gd name="csY8272" fmla="*/ 805950 h 825984"/>
              <a:gd name="csX8273" fmla="*/ 1425616 w 1723042"/>
              <a:gd name="csY8273" fmla="*/ 805959 h 825984"/>
              <a:gd name="csX8274" fmla="*/ 1425794 w 1723042"/>
              <a:gd name="csY8274" fmla="*/ 805968 h 825984"/>
              <a:gd name="csX8275" fmla="*/ 1425963 w 1723042"/>
              <a:gd name="csY8275" fmla="*/ 805977 h 825984"/>
              <a:gd name="csX8276" fmla="*/ 1426132 w 1723042"/>
              <a:gd name="csY8276" fmla="*/ 805985 h 825984"/>
              <a:gd name="csX8277" fmla="*/ 1426310 w 1723042"/>
              <a:gd name="csY8277" fmla="*/ 805994 h 825984"/>
              <a:gd name="csX8278" fmla="*/ 1426479 w 1723042"/>
              <a:gd name="csY8278" fmla="*/ 806003 h 825984"/>
              <a:gd name="csX8279" fmla="*/ 1426648 w 1723042"/>
              <a:gd name="csY8279" fmla="*/ 806012 h 825984"/>
              <a:gd name="csX8280" fmla="*/ 1426826 w 1723042"/>
              <a:gd name="csY8280" fmla="*/ 806021 h 825984"/>
              <a:gd name="csX8281" fmla="*/ 1426995 w 1723042"/>
              <a:gd name="csY8281" fmla="*/ 806039 h 825984"/>
              <a:gd name="csX8282" fmla="*/ 1427164 w 1723042"/>
              <a:gd name="csY8282" fmla="*/ 806048 h 825984"/>
              <a:gd name="csX8283" fmla="*/ 1427342 w 1723042"/>
              <a:gd name="csY8283" fmla="*/ 806057 h 825984"/>
              <a:gd name="csX8284" fmla="*/ 1427511 w 1723042"/>
              <a:gd name="csY8284" fmla="*/ 806066 h 825984"/>
              <a:gd name="csX8285" fmla="*/ 1427689 w 1723042"/>
              <a:gd name="csY8285" fmla="*/ 806074 h 825984"/>
              <a:gd name="csX8286" fmla="*/ 1427858 w 1723042"/>
              <a:gd name="csY8286" fmla="*/ 806083 h 825984"/>
              <a:gd name="csX8287" fmla="*/ 1428027 w 1723042"/>
              <a:gd name="csY8287" fmla="*/ 806092 h 825984"/>
              <a:gd name="csX8288" fmla="*/ 1428205 w 1723042"/>
              <a:gd name="csY8288" fmla="*/ 806101 h 825984"/>
              <a:gd name="csX8289" fmla="*/ 1428374 w 1723042"/>
              <a:gd name="csY8289" fmla="*/ 806110 h 825984"/>
              <a:gd name="csX8290" fmla="*/ 1428543 w 1723042"/>
              <a:gd name="csY8290" fmla="*/ 806119 h 825984"/>
              <a:gd name="csX8291" fmla="*/ 1428721 w 1723042"/>
              <a:gd name="csY8291" fmla="*/ 806128 h 825984"/>
              <a:gd name="csX8292" fmla="*/ 1428890 w 1723042"/>
              <a:gd name="csY8292" fmla="*/ 806137 h 825984"/>
              <a:gd name="csX8293" fmla="*/ 1429068 w 1723042"/>
              <a:gd name="csY8293" fmla="*/ 806146 h 825984"/>
              <a:gd name="csX8294" fmla="*/ 1429237 w 1723042"/>
              <a:gd name="csY8294" fmla="*/ 806155 h 825984"/>
              <a:gd name="csX8295" fmla="*/ 1429406 w 1723042"/>
              <a:gd name="csY8295" fmla="*/ 806172 h 825984"/>
              <a:gd name="csX8296" fmla="*/ 1429584 w 1723042"/>
              <a:gd name="csY8296" fmla="*/ 806181 h 825984"/>
              <a:gd name="csX8297" fmla="*/ 1429753 w 1723042"/>
              <a:gd name="csY8297" fmla="*/ 806190 h 825984"/>
              <a:gd name="csX8298" fmla="*/ 1429922 w 1723042"/>
              <a:gd name="csY8298" fmla="*/ 806199 h 825984"/>
              <a:gd name="csX8299" fmla="*/ 1430100 w 1723042"/>
              <a:gd name="csY8299" fmla="*/ 806208 h 825984"/>
              <a:gd name="csX8300" fmla="*/ 1430269 w 1723042"/>
              <a:gd name="csY8300" fmla="*/ 806217 h 825984"/>
              <a:gd name="csX8301" fmla="*/ 1430438 w 1723042"/>
              <a:gd name="csY8301" fmla="*/ 806226 h 825984"/>
              <a:gd name="csX8302" fmla="*/ 1430616 w 1723042"/>
              <a:gd name="csY8302" fmla="*/ 806235 h 825984"/>
              <a:gd name="csX8303" fmla="*/ 1430785 w 1723042"/>
              <a:gd name="csY8303" fmla="*/ 806243 h 825984"/>
              <a:gd name="csX8304" fmla="*/ 1430963 w 1723042"/>
              <a:gd name="csY8304" fmla="*/ 806252 h 825984"/>
              <a:gd name="csX8305" fmla="*/ 1431132 w 1723042"/>
              <a:gd name="csY8305" fmla="*/ 806261 h 825984"/>
              <a:gd name="csX8306" fmla="*/ 1431301 w 1723042"/>
              <a:gd name="csY8306" fmla="*/ 806270 h 825984"/>
              <a:gd name="csX8307" fmla="*/ 1431479 w 1723042"/>
              <a:gd name="csY8307" fmla="*/ 806279 h 825984"/>
              <a:gd name="csX8308" fmla="*/ 1431648 w 1723042"/>
              <a:gd name="csY8308" fmla="*/ 806288 h 825984"/>
              <a:gd name="csX8309" fmla="*/ 1431817 w 1723042"/>
              <a:gd name="csY8309" fmla="*/ 806297 h 825984"/>
              <a:gd name="csX8310" fmla="*/ 1431995 w 1723042"/>
              <a:gd name="csY8310" fmla="*/ 806306 h 825984"/>
              <a:gd name="csX8311" fmla="*/ 1432164 w 1723042"/>
              <a:gd name="csY8311" fmla="*/ 806324 h 825984"/>
              <a:gd name="csX8312" fmla="*/ 1432342 w 1723042"/>
              <a:gd name="csY8312" fmla="*/ 806332 h 825984"/>
              <a:gd name="csX8313" fmla="*/ 1432511 w 1723042"/>
              <a:gd name="csY8313" fmla="*/ 806341 h 825984"/>
              <a:gd name="csX8314" fmla="*/ 1432680 w 1723042"/>
              <a:gd name="csY8314" fmla="*/ 806350 h 825984"/>
              <a:gd name="csX8315" fmla="*/ 1432858 w 1723042"/>
              <a:gd name="csY8315" fmla="*/ 806359 h 825984"/>
              <a:gd name="csX8316" fmla="*/ 1433027 w 1723042"/>
              <a:gd name="csY8316" fmla="*/ 806368 h 825984"/>
              <a:gd name="csX8317" fmla="*/ 1433196 w 1723042"/>
              <a:gd name="csY8317" fmla="*/ 806377 h 825984"/>
              <a:gd name="csX8318" fmla="*/ 1433374 w 1723042"/>
              <a:gd name="csY8318" fmla="*/ 806386 h 825984"/>
              <a:gd name="csX8319" fmla="*/ 1433543 w 1723042"/>
              <a:gd name="csY8319" fmla="*/ 806395 h 825984"/>
              <a:gd name="csX8320" fmla="*/ 1433721 w 1723042"/>
              <a:gd name="csY8320" fmla="*/ 806404 h 825984"/>
              <a:gd name="csX8321" fmla="*/ 1433890 w 1723042"/>
              <a:gd name="csY8321" fmla="*/ 806413 h 825984"/>
              <a:gd name="csX8322" fmla="*/ 1434059 w 1723042"/>
              <a:gd name="csY8322" fmla="*/ 806421 h 825984"/>
              <a:gd name="csX8323" fmla="*/ 1434237 w 1723042"/>
              <a:gd name="csY8323" fmla="*/ 806430 h 825984"/>
              <a:gd name="csX8324" fmla="*/ 1434406 w 1723042"/>
              <a:gd name="csY8324" fmla="*/ 806439 h 825984"/>
              <a:gd name="csX8325" fmla="*/ 1434575 w 1723042"/>
              <a:gd name="csY8325" fmla="*/ 806448 h 825984"/>
              <a:gd name="csX8326" fmla="*/ 1434753 w 1723042"/>
              <a:gd name="csY8326" fmla="*/ 806457 h 825984"/>
              <a:gd name="csX8327" fmla="*/ 1434922 w 1723042"/>
              <a:gd name="csY8327" fmla="*/ 806466 h 825984"/>
              <a:gd name="csX8328" fmla="*/ 1435091 w 1723042"/>
              <a:gd name="csY8328" fmla="*/ 806475 h 825984"/>
              <a:gd name="csX8329" fmla="*/ 1435269 w 1723042"/>
              <a:gd name="csY8329" fmla="*/ 806484 h 825984"/>
              <a:gd name="csX8330" fmla="*/ 1435438 w 1723042"/>
              <a:gd name="csY8330" fmla="*/ 806493 h 825984"/>
              <a:gd name="csX8331" fmla="*/ 1435616 w 1723042"/>
              <a:gd name="csY8331" fmla="*/ 806510 h 825984"/>
              <a:gd name="csX8332" fmla="*/ 1435785 w 1723042"/>
              <a:gd name="csY8332" fmla="*/ 806519 h 825984"/>
              <a:gd name="csX8333" fmla="*/ 1435954 w 1723042"/>
              <a:gd name="csY8333" fmla="*/ 806528 h 825984"/>
              <a:gd name="csX8334" fmla="*/ 1436132 w 1723042"/>
              <a:gd name="csY8334" fmla="*/ 806537 h 825984"/>
              <a:gd name="csX8335" fmla="*/ 1436301 w 1723042"/>
              <a:gd name="csY8335" fmla="*/ 806546 h 825984"/>
              <a:gd name="csX8336" fmla="*/ 1436470 w 1723042"/>
              <a:gd name="csY8336" fmla="*/ 806555 h 825984"/>
              <a:gd name="csX8337" fmla="*/ 1436648 w 1723042"/>
              <a:gd name="csY8337" fmla="*/ 806564 h 825984"/>
              <a:gd name="csX8338" fmla="*/ 1436817 w 1723042"/>
              <a:gd name="csY8338" fmla="*/ 806573 h 825984"/>
              <a:gd name="csX8339" fmla="*/ 1436995 w 1723042"/>
              <a:gd name="csY8339" fmla="*/ 806582 h 825984"/>
              <a:gd name="csX8340" fmla="*/ 1437164 w 1723042"/>
              <a:gd name="csY8340" fmla="*/ 806590 h 825984"/>
              <a:gd name="csX8341" fmla="*/ 1437333 w 1723042"/>
              <a:gd name="csY8341" fmla="*/ 806599 h 825984"/>
              <a:gd name="csX8342" fmla="*/ 1437511 w 1723042"/>
              <a:gd name="csY8342" fmla="*/ 806608 h 825984"/>
              <a:gd name="csX8343" fmla="*/ 1437680 w 1723042"/>
              <a:gd name="csY8343" fmla="*/ 806617 h 825984"/>
              <a:gd name="csX8344" fmla="*/ 1437849 w 1723042"/>
              <a:gd name="csY8344" fmla="*/ 806626 h 825984"/>
              <a:gd name="csX8345" fmla="*/ 1438027 w 1723042"/>
              <a:gd name="csY8345" fmla="*/ 806635 h 825984"/>
              <a:gd name="csX8346" fmla="*/ 1438196 w 1723042"/>
              <a:gd name="csY8346" fmla="*/ 806644 h 825984"/>
              <a:gd name="csX8347" fmla="*/ 1438365 w 1723042"/>
              <a:gd name="csY8347" fmla="*/ 806653 h 825984"/>
              <a:gd name="csX8348" fmla="*/ 1438543 w 1723042"/>
              <a:gd name="csY8348" fmla="*/ 806662 h 825984"/>
              <a:gd name="csX8349" fmla="*/ 1438712 w 1723042"/>
              <a:gd name="csY8349" fmla="*/ 806670 h 825984"/>
              <a:gd name="csX8350" fmla="*/ 1438890 w 1723042"/>
              <a:gd name="csY8350" fmla="*/ 806679 h 825984"/>
              <a:gd name="csX8351" fmla="*/ 1439059 w 1723042"/>
              <a:gd name="csY8351" fmla="*/ 806688 h 825984"/>
              <a:gd name="csX8352" fmla="*/ 1439228 w 1723042"/>
              <a:gd name="csY8352" fmla="*/ 806697 h 825984"/>
              <a:gd name="csX8353" fmla="*/ 1439406 w 1723042"/>
              <a:gd name="csY8353" fmla="*/ 806706 h 825984"/>
              <a:gd name="csX8354" fmla="*/ 1439575 w 1723042"/>
              <a:gd name="csY8354" fmla="*/ 806715 h 825984"/>
              <a:gd name="csX8355" fmla="*/ 1439744 w 1723042"/>
              <a:gd name="csY8355" fmla="*/ 806724 h 825984"/>
              <a:gd name="csX8356" fmla="*/ 1439922 w 1723042"/>
              <a:gd name="csY8356" fmla="*/ 806733 h 825984"/>
              <a:gd name="csX8357" fmla="*/ 1440091 w 1723042"/>
              <a:gd name="csY8357" fmla="*/ 806742 h 825984"/>
              <a:gd name="csX8358" fmla="*/ 1440269 w 1723042"/>
              <a:gd name="csY8358" fmla="*/ 806751 h 825984"/>
              <a:gd name="csX8359" fmla="*/ 1440438 w 1723042"/>
              <a:gd name="csY8359" fmla="*/ 806759 h 825984"/>
              <a:gd name="csX8360" fmla="*/ 1440607 w 1723042"/>
              <a:gd name="csY8360" fmla="*/ 806768 h 825984"/>
              <a:gd name="csX8361" fmla="*/ 1440785 w 1723042"/>
              <a:gd name="csY8361" fmla="*/ 806777 h 825984"/>
              <a:gd name="csX8362" fmla="*/ 1440954 w 1723042"/>
              <a:gd name="csY8362" fmla="*/ 806786 h 825984"/>
              <a:gd name="csX8363" fmla="*/ 1441123 w 1723042"/>
              <a:gd name="csY8363" fmla="*/ 806795 h 825984"/>
              <a:gd name="csX8364" fmla="*/ 1441301 w 1723042"/>
              <a:gd name="csY8364" fmla="*/ 806804 h 825984"/>
              <a:gd name="csX8365" fmla="*/ 1441470 w 1723042"/>
              <a:gd name="csY8365" fmla="*/ 806813 h 825984"/>
              <a:gd name="csX8366" fmla="*/ 1441648 w 1723042"/>
              <a:gd name="csY8366" fmla="*/ 806831 h 825984"/>
              <a:gd name="csX8367" fmla="*/ 1441817 w 1723042"/>
              <a:gd name="csY8367" fmla="*/ 806840 h 825984"/>
              <a:gd name="csX8368" fmla="*/ 1441986 w 1723042"/>
              <a:gd name="csY8368" fmla="*/ 806848 h 825984"/>
              <a:gd name="csX8369" fmla="*/ 1442164 w 1723042"/>
              <a:gd name="csY8369" fmla="*/ 806857 h 825984"/>
              <a:gd name="csX8370" fmla="*/ 1442333 w 1723042"/>
              <a:gd name="csY8370" fmla="*/ 806866 h 825984"/>
              <a:gd name="csX8371" fmla="*/ 1442502 w 1723042"/>
              <a:gd name="csY8371" fmla="*/ 806875 h 825984"/>
              <a:gd name="csX8372" fmla="*/ 1442680 w 1723042"/>
              <a:gd name="csY8372" fmla="*/ 806884 h 825984"/>
              <a:gd name="csX8373" fmla="*/ 1442849 w 1723042"/>
              <a:gd name="csY8373" fmla="*/ 806893 h 825984"/>
              <a:gd name="csX8374" fmla="*/ 1443018 w 1723042"/>
              <a:gd name="csY8374" fmla="*/ 806902 h 825984"/>
              <a:gd name="csX8375" fmla="*/ 1443195 w 1723042"/>
              <a:gd name="csY8375" fmla="*/ 806911 h 825984"/>
              <a:gd name="csX8376" fmla="*/ 1443365 w 1723042"/>
              <a:gd name="csY8376" fmla="*/ 806920 h 825984"/>
              <a:gd name="csX8377" fmla="*/ 1443542 w 1723042"/>
              <a:gd name="csY8377" fmla="*/ 806929 h 825984"/>
              <a:gd name="csX8378" fmla="*/ 1443712 w 1723042"/>
              <a:gd name="csY8378" fmla="*/ 806937 h 825984"/>
              <a:gd name="csX8379" fmla="*/ 1443881 w 1723042"/>
              <a:gd name="csY8379" fmla="*/ 806946 h 825984"/>
              <a:gd name="csX8380" fmla="*/ 1444059 w 1723042"/>
              <a:gd name="csY8380" fmla="*/ 806955 h 825984"/>
              <a:gd name="csX8381" fmla="*/ 1444228 w 1723042"/>
              <a:gd name="csY8381" fmla="*/ 806964 h 825984"/>
              <a:gd name="csX8382" fmla="*/ 1444396 w 1723042"/>
              <a:gd name="csY8382" fmla="*/ 806973 h 825984"/>
              <a:gd name="csX8383" fmla="*/ 1444574 w 1723042"/>
              <a:gd name="csY8383" fmla="*/ 806982 h 825984"/>
              <a:gd name="csX8384" fmla="*/ 1444743 w 1723042"/>
              <a:gd name="csY8384" fmla="*/ 806991 h 825984"/>
              <a:gd name="csX8385" fmla="*/ 1444921 w 1723042"/>
              <a:gd name="csY8385" fmla="*/ 807000 h 825984"/>
              <a:gd name="csX8386" fmla="*/ 1445090 w 1723042"/>
              <a:gd name="csY8386" fmla="*/ 807009 h 825984"/>
              <a:gd name="csX8387" fmla="*/ 1445260 w 1723042"/>
              <a:gd name="csY8387" fmla="*/ 807017 h 825984"/>
              <a:gd name="csX8388" fmla="*/ 1445437 w 1723042"/>
              <a:gd name="csY8388" fmla="*/ 807026 h 825984"/>
              <a:gd name="csX8389" fmla="*/ 1445607 w 1723042"/>
              <a:gd name="csY8389" fmla="*/ 807035 h 825984"/>
              <a:gd name="csX8390" fmla="*/ 1445775 w 1723042"/>
              <a:gd name="csY8390" fmla="*/ 807044 h 825984"/>
              <a:gd name="csX8391" fmla="*/ 1445953 w 1723042"/>
              <a:gd name="csY8391" fmla="*/ 807053 h 825984"/>
              <a:gd name="csX8392" fmla="*/ 1446122 w 1723042"/>
              <a:gd name="csY8392" fmla="*/ 807062 h 825984"/>
              <a:gd name="csX8393" fmla="*/ 1446291 w 1723042"/>
              <a:gd name="csY8393" fmla="*/ 807071 h 825984"/>
              <a:gd name="csX8394" fmla="*/ 1446469 w 1723042"/>
              <a:gd name="csY8394" fmla="*/ 807080 h 825984"/>
              <a:gd name="csX8395" fmla="*/ 1446638 w 1723042"/>
              <a:gd name="csY8395" fmla="*/ 807089 h 825984"/>
              <a:gd name="csX8396" fmla="*/ 1446816 w 1723042"/>
              <a:gd name="csY8396" fmla="*/ 807097 h 825984"/>
              <a:gd name="csX8397" fmla="*/ 1446985 w 1723042"/>
              <a:gd name="csY8397" fmla="*/ 807106 h 825984"/>
              <a:gd name="csX8398" fmla="*/ 1447154 w 1723042"/>
              <a:gd name="csY8398" fmla="*/ 807115 h 825984"/>
              <a:gd name="csX8399" fmla="*/ 1447332 w 1723042"/>
              <a:gd name="csY8399" fmla="*/ 807124 h 825984"/>
              <a:gd name="csX8400" fmla="*/ 1447501 w 1723042"/>
              <a:gd name="csY8400" fmla="*/ 807133 h 825984"/>
              <a:gd name="csX8401" fmla="*/ 1447670 w 1723042"/>
              <a:gd name="csY8401" fmla="*/ 807142 h 825984"/>
              <a:gd name="csX8402" fmla="*/ 1447848 w 1723042"/>
              <a:gd name="csY8402" fmla="*/ 807151 h 825984"/>
              <a:gd name="csX8403" fmla="*/ 1448017 w 1723042"/>
              <a:gd name="csY8403" fmla="*/ 807160 h 825984"/>
              <a:gd name="csX8404" fmla="*/ 1448195 w 1723042"/>
              <a:gd name="csY8404" fmla="*/ 807169 h 825984"/>
              <a:gd name="csX8405" fmla="*/ 1448364 w 1723042"/>
              <a:gd name="csY8405" fmla="*/ 807178 h 825984"/>
              <a:gd name="csX8406" fmla="*/ 1448533 w 1723042"/>
              <a:gd name="csY8406" fmla="*/ 807187 h 825984"/>
              <a:gd name="csX8407" fmla="*/ 1448711 w 1723042"/>
              <a:gd name="csY8407" fmla="*/ 807195 h 825984"/>
              <a:gd name="csX8408" fmla="*/ 1448880 w 1723042"/>
              <a:gd name="csY8408" fmla="*/ 807204 h 825984"/>
              <a:gd name="csX8409" fmla="*/ 1449049 w 1723042"/>
              <a:gd name="csY8409" fmla="*/ 807213 h 825984"/>
              <a:gd name="csX8410" fmla="*/ 1449227 w 1723042"/>
              <a:gd name="csY8410" fmla="*/ 807222 h 825984"/>
              <a:gd name="csX8411" fmla="*/ 1449396 w 1723042"/>
              <a:gd name="csY8411" fmla="*/ 807222 h 825984"/>
              <a:gd name="csX8412" fmla="*/ 1449574 w 1723042"/>
              <a:gd name="csY8412" fmla="*/ 807231 h 825984"/>
              <a:gd name="csX8413" fmla="*/ 1449743 w 1723042"/>
              <a:gd name="csY8413" fmla="*/ 807240 h 825984"/>
              <a:gd name="csX8414" fmla="*/ 1449912 w 1723042"/>
              <a:gd name="csY8414" fmla="*/ 807249 h 825984"/>
              <a:gd name="csX8415" fmla="*/ 1450090 w 1723042"/>
              <a:gd name="csY8415" fmla="*/ 807258 h 825984"/>
              <a:gd name="csX8416" fmla="*/ 1450259 w 1723042"/>
              <a:gd name="csY8416" fmla="*/ 807267 h 825984"/>
              <a:gd name="csX8417" fmla="*/ 1450428 w 1723042"/>
              <a:gd name="csY8417" fmla="*/ 807275 h 825984"/>
              <a:gd name="csX8418" fmla="*/ 1450606 w 1723042"/>
              <a:gd name="csY8418" fmla="*/ 807284 h 825984"/>
              <a:gd name="csX8419" fmla="*/ 1450775 w 1723042"/>
              <a:gd name="csY8419" fmla="*/ 807293 h 825984"/>
              <a:gd name="csX8420" fmla="*/ 1450944 w 1723042"/>
              <a:gd name="csY8420" fmla="*/ 807302 h 825984"/>
              <a:gd name="csX8421" fmla="*/ 1451122 w 1723042"/>
              <a:gd name="csY8421" fmla="*/ 807311 h 825984"/>
              <a:gd name="csX8422" fmla="*/ 1451291 w 1723042"/>
              <a:gd name="csY8422" fmla="*/ 807320 h 825984"/>
              <a:gd name="csX8423" fmla="*/ 1451469 w 1723042"/>
              <a:gd name="csY8423" fmla="*/ 807329 h 825984"/>
              <a:gd name="csX8424" fmla="*/ 1451638 w 1723042"/>
              <a:gd name="csY8424" fmla="*/ 807338 h 825984"/>
              <a:gd name="csX8425" fmla="*/ 1451807 w 1723042"/>
              <a:gd name="csY8425" fmla="*/ 807347 h 825984"/>
              <a:gd name="csX8426" fmla="*/ 1451985 w 1723042"/>
              <a:gd name="csY8426" fmla="*/ 807356 h 825984"/>
              <a:gd name="csX8427" fmla="*/ 1452154 w 1723042"/>
              <a:gd name="csY8427" fmla="*/ 807364 h 825984"/>
              <a:gd name="csX8428" fmla="*/ 1452323 w 1723042"/>
              <a:gd name="csY8428" fmla="*/ 807373 h 825984"/>
              <a:gd name="csX8429" fmla="*/ 1452501 w 1723042"/>
              <a:gd name="csY8429" fmla="*/ 807382 h 825984"/>
              <a:gd name="csX8430" fmla="*/ 1452670 w 1723042"/>
              <a:gd name="csY8430" fmla="*/ 807391 h 825984"/>
              <a:gd name="csX8431" fmla="*/ 1452848 w 1723042"/>
              <a:gd name="csY8431" fmla="*/ 807400 h 825984"/>
              <a:gd name="csX8432" fmla="*/ 1453017 w 1723042"/>
              <a:gd name="csY8432" fmla="*/ 807409 h 825984"/>
              <a:gd name="csX8433" fmla="*/ 1453186 w 1723042"/>
              <a:gd name="csY8433" fmla="*/ 807418 h 825984"/>
              <a:gd name="csX8434" fmla="*/ 1453364 w 1723042"/>
              <a:gd name="csY8434" fmla="*/ 807427 h 825984"/>
              <a:gd name="csX8435" fmla="*/ 1453533 w 1723042"/>
              <a:gd name="csY8435" fmla="*/ 807436 h 825984"/>
              <a:gd name="csX8436" fmla="*/ 1453702 w 1723042"/>
              <a:gd name="csY8436" fmla="*/ 807444 h 825984"/>
              <a:gd name="csX8437" fmla="*/ 1453880 w 1723042"/>
              <a:gd name="csY8437" fmla="*/ 807453 h 825984"/>
              <a:gd name="csX8438" fmla="*/ 1454049 w 1723042"/>
              <a:gd name="csY8438" fmla="*/ 807462 h 825984"/>
              <a:gd name="csX8439" fmla="*/ 1454227 w 1723042"/>
              <a:gd name="csY8439" fmla="*/ 807471 h 825984"/>
              <a:gd name="csX8440" fmla="*/ 1454396 w 1723042"/>
              <a:gd name="csY8440" fmla="*/ 807480 h 825984"/>
              <a:gd name="csX8441" fmla="*/ 1454565 w 1723042"/>
              <a:gd name="csY8441" fmla="*/ 807489 h 825984"/>
              <a:gd name="csX8442" fmla="*/ 1454743 w 1723042"/>
              <a:gd name="csY8442" fmla="*/ 807498 h 825984"/>
              <a:gd name="csX8443" fmla="*/ 1454912 w 1723042"/>
              <a:gd name="csY8443" fmla="*/ 807507 h 825984"/>
              <a:gd name="csX8444" fmla="*/ 1455081 w 1723042"/>
              <a:gd name="csY8444" fmla="*/ 807516 h 825984"/>
              <a:gd name="csX8445" fmla="*/ 1455259 w 1723042"/>
              <a:gd name="csY8445" fmla="*/ 807525 h 825984"/>
              <a:gd name="csX8446" fmla="*/ 1455428 w 1723042"/>
              <a:gd name="csY8446" fmla="*/ 807533 h 825984"/>
              <a:gd name="csX8447" fmla="*/ 1455597 w 1723042"/>
              <a:gd name="csY8447" fmla="*/ 807533 h 825984"/>
              <a:gd name="csX8448" fmla="*/ 1455775 w 1723042"/>
              <a:gd name="csY8448" fmla="*/ 807542 h 825984"/>
              <a:gd name="csX8449" fmla="*/ 1455944 w 1723042"/>
              <a:gd name="csY8449" fmla="*/ 807551 h 825984"/>
              <a:gd name="csX8450" fmla="*/ 1456122 w 1723042"/>
              <a:gd name="csY8450" fmla="*/ 807560 h 825984"/>
              <a:gd name="csX8451" fmla="*/ 1456291 w 1723042"/>
              <a:gd name="csY8451" fmla="*/ 807569 h 825984"/>
              <a:gd name="csX8452" fmla="*/ 1456460 w 1723042"/>
              <a:gd name="csY8452" fmla="*/ 807578 h 825984"/>
              <a:gd name="csX8453" fmla="*/ 1456638 w 1723042"/>
              <a:gd name="csY8453" fmla="*/ 807587 h 825984"/>
              <a:gd name="csX8454" fmla="*/ 1456807 w 1723042"/>
              <a:gd name="csY8454" fmla="*/ 807596 h 825984"/>
              <a:gd name="csX8455" fmla="*/ 1456976 w 1723042"/>
              <a:gd name="csY8455" fmla="*/ 807605 h 825984"/>
              <a:gd name="csX8456" fmla="*/ 1457154 w 1723042"/>
              <a:gd name="csY8456" fmla="*/ 807614 h 825984"/>
              <a:gd name="csX8457" fmla="*/ 1457323 w 1723042"/>
              <a:gd name="csY8457" fmla="*/ 807622 h 825984"/>
              <a:gd name="csX8458" fmla="*/ 1457501 w 1723042"/>
              <a:gd name="csY8458" fmla="*/ 807631 h 825984"/>
              <a:gd name="csX8459" fmla="*/ 1457670 w 1723042"/>
              <a:gd name="csY8459" fmla="*/ 807640 h 825984"/>
              <a:gd name="csX8460" fmla="*/ 1457839 w 1723042"/>
              <a:gd name="csY8460" fmla="*/ 807649 h 825984"/>
              <a:gd name="csX8461" fmla="*/ 1458017 w 1723042"/>
              <a:gd name="csY8461" fmla="*/ 807658 h 825984"/>
              <a:gd name="csX8462" fmla="*/ 1458186 w 1723042"/>
              <a:gd name="csY8462" fmla="*/ 807667 h 825984"/>
              <a:gd name="csX8463" fmla="*/ 1458355 w 1723042"/>
              <a:gd name="csY8463" fmla="*/ 807676 h 825984"/>
              <a:gd name="csX8464" fmla="*/ 1458533 w 1723042"/>
              <a:gd name="csY8464" fmla="*/ 807685 h 825984"/>
              <a:gd name="csX8465" fmla="*/ 1458702 w 1723042"/>
              <a:gd name="csY8465" fmla="*/ 807694 h 825984"/>
              <a:gd name="csX8466" fmla="*/ 1458871 w 1723042"/>
              <a:gd name="csY8466" fmla="*/ 807703 h 825984"/>
              <a:gd name="csX8467" fmla="*/ 1459049 w 1723042"/>
              <a:gd name="csY8467" fmla="*/ 807711 h 825984"/>
              <a:gd name="csX8468" fmla="*/ 1459218 w 1723042"/>
              <a:gd name="csY8468" fmla="*/ 807711 h 825984"/>
              <a:gd name="csX8469" fmla="*/ 1459396 w 1723042"/>
              <a:gd name="csY8469" fmla="*/ 807720 h 825984"/>
              <a:gd name="csX8470" fmla="*/ 1459565 w 1723042"/>
              <a:gd name="csY8470" fmla="*/ 807729 h 825984"/>
              <a:gd name="csX8471" fmla="*/ 1459734 w 1723042"/>
              <a:gd name="csY8471" fmla="*/ 807738 h 825984"/>
              <a:gd name="csX8472" fmla="*/ 1459912 w 1723042"/>
              <a:gd name="csY8472" fmla="*/ 807747 h 825984"/>
              <a:gd name="csX8473" fmla="*/ 1460081 w 1723042"/>
              <a:gd name="csY8473" fmla="*/ 807756 h 825984"/>
              <a:gd name="csX8474" fmla="*/ 1460250 w 1723042"/>
              <a:gd name="csY8474" fmla="*/ 807765 h 825984"/>
              <a:gd name="csX8475" fmla="*/ 1460428 w 1723042"/>
              <a:gd name="csY8475" fmla="*/ 807774 h 825984"/>
              <a:gd name="csX8476" fmla="*/ 1460597 w 1723042"/>
              <a:gd name="csY8476" fmla="*/ 807783 h 825984"/>
              <a:gd name="csX8477" fmla="*/ 1460775 w 1723042"/>
              <a:gd name="csY8477" fmla="*/ 807791 h 825984"/>
              <a:gd name="csX8478" fmla="*/ 1460944 w 1723042"/>
              <a:gd name="csY8478" fmla="*/ 807800 h 825984"/>
              <a:gd name="csX8479" fmla="*/ 1461113 w 1723042"/>
              <a:gd name="csY8479" fmla="*/ 807809 h 825984"/>
              <a:gd name="csX8480" fmla="*/ 1461291 w 1723042"/>
              <a:gd name="csY8480" fmla="*/ 807818 h 825984"/>
              <a:gd name="csX8481" fmla="*/ 1461460 w 1723042"/>
              <a:gd name="csY8481" fmla="*/ 807827 h 825984"/>
              <a:gd name="csX8482" fmla="*/ 1461629 w 1723042"/>
              <a:gd name="csY8482" fmla="*/ 807836 h 825984"/>
              <a:gd name="csX8483" fmla="*/ 1461807 w 1723042"/>
              <a:gd name="csY8483" fmla="*/ 807845 h 825984"/>
              <a:gd name="csX8484" fmla="*/ 1461976 w 1723042"/>
              <a:gd name="csY8484" fmla="*/ 807854 h 825984"/>
              <a:gd name="csX8485" fmla="*/ 1462154 w 1723042"/>
              <a:gd name="csY8485" fmla="*/ 807854 h 825984"/>
              <a:gd name="csX8486" fmla="*/ 1462323 w 1723042"/>
              <a:gd name="csY8486" fmla="*/ 807863 h 825984"/>
              <a:gd name="csX8487" fmla="*/ 1462492 w 1723042"/>
              <a:gd name="csY8487" fmla="*/ 807871 h 825984"/>
              <a:gd name="csX8488" fmla="*/ 1462670 w 1723042"/>
              <a:gd name="csY8488" fmla="*/ 807880 h 825984"/>
              <a:gd name="csX8489" fmla="*/ 1462839 w 1723042"/>
              <a:gd name="csY8489" fmla="*/ 807889 h 825984"/>
              <a:gd name="csX8490" fmla="*/ 1463008 w 1723042"/>
              <a:gd name="csY8490" fmla="*/ 807898 h 825984"/>
              <a:gd name="csX8491" fmla="*/ 1463186 w 1723042"/>
              <a:gd name="csY8491" fmla="*/ 807907 h 825984"/>
              <a:gd name="csX8492" fmla="*/ 1463355 w 1723042"/>
              <a:gd name="csY8492" fmla="*/ 807916 h 825984"/>
              <a:gd name="csX8493" fmla="*/ 1463524 w 1723042"/>
              <a:gd name="csY8493" fmla="*/ 807925 h 825984"/>
              <a:gd name="csX8494" fmla="*/ 1463702 w 1723042"/>
              <a:gd name="csY8494" fmla="*/ 807934 h 825984"/>
              <a:gd name="csX8495" fmla="*/ 1463871 w 1723042"/>
              <a:gd name="csY8495" fmla="*/ 807943 h 825984"/>
              <a:gd name="csX8496" fmla="*/ 1464049 w 1723042"/>
              <a:gd name="csY8496" fmla="*/ 807952 h 825984"/>
              <a:gd name="csX8497" fmla="*/ 1464218 w 1723042"/>
              <a:gd name="csY8497" fmla="*/ 807961 h 825984"/>
              <a:gd name="csX8498" fmla="*/ 1464387 w 1723042"/>
              <a:gd name="csY8498" fmla="*/ 807969 h 825984"/>
              <a:gd name="csX8499" fmla="*/ 1464565 w 1723042"/>
              <a:gd name="csY8499" fmla="*/ 807978 h 825984"/>
              <a:gd name="csX8500" fmla="*/ 1464734 w 1723042"/>
              <a:gd name="csY8500" fmla="*/ 807978 h 825984"/>
              <a:gd name="csX8501" fmla="*/ 1464903 w 1723042"/>
              <a:gd name="csY8501" fmla="*/ 807987 h 825984"/>
              <a:gd name="csX8502" fmla="*/ 1465081 w 1723042"/>
              <a:gd name="csY8502" fmla="*/ 807996 h 825984"/>
              <a:gd name="csX8503" fmla="*/ 1465250 w 1723042"/>
              <a:gd name="csY8503" fmla="*/ 808005 h 825984"/>
              <a:gd name="csX8504" fmla="*/ 1465428 w 1723042"/>
              <a:gd name="csY8504" fmla="*/ 808014 h 825984"/>
              <a:gd name="csX8505" fmla="*/ 1465597 w 1723042"/>
              <a:gd name="csY8505" fmla="*/ 808023 h 825984"/>
              <a:gd name="csX8506" fmla="*/ 1465766 w 1723042"/>
              <a:gd name="csY8506" fmla="*/ 808032 h 825984"/>
              <a:gd name="csX8507" fmla="*/ 1465944 w 1723042"/>
              <a:gd name="csY8507" fmla="*/ 808041 h 825984"/>
              <a:gd name="csX8508" fmla="*/ 1466113 w 1723042"/>
              <a:gd name="csY8508" fmla="*/ 808049 h 825984"/>
              <a:gd name="csX8509" fmla="*/ 1466282 w 1723042"/>
              <a:gd name="csY8509" fmla="*/ 808058 h 825984"/>
              <a:gd name="csX8510" fmla="*/ 1466460 w 1723042"/>
              <a:gd name="csY8510" fmla="*/ 808067 h 825984"/>
              <a:gd name="csX8511" fmla="*/ 1466629 w 1723042"/>
              <a:gd name="csY8511" fmla="*/ 808076 h 825984"/>
              <a:gd name="csX8512" fmla="*/ 1466798 w 1723042"/>
              <a:gd name="csY8512" fmla="*/ 808076 h 825984"/>
              <a:gd name="csX8513" fmla="*/ 1466976 w 1723042"/>
              <a:gd name="csY8513" fmla="*/ 808085 h 825984"/>
              <a:gd name="csX8514" fmla="*/ 1467145 w 1723042"/>
              <a:gd name="csY8514" fmla="*/ 808094 h 825984"/>
              <a:gd name="csX8515" fmla="*/ 1467323 w 1723042"/>
              <a:gd name="csY8515" fmla="*/ 808103 h 825984"/>
              <a:gd name="csX8516" fmla="*/ 1467492 w 1723042"/>
              <a:gd name="csY8516" fmla="*/ 808112 h 825984"/>
              <a:gd name="csX8517" fmla="*/ 1467661 w 1723042"/>
              <a:gd name="csY8517" fmla="*/ 808121 h 825984"/>
              <a:gd name="csX8518" fmla="*/ 1467839 w 1723042"/>
              <a:gd name="csY8518" fmla="*/ 808130 h 825984"/>
              <a:gd name="csX8519" fmla="*/ 1468008 w 1723042"/>
              <a:gd name="csY8519" fmla="*/ 808138 h 825984"/>
              <a:gd name="csX8520" fmla="*/ 1468177 w 1723042"/>
              <a:gd name="csY8520" fmla="*/ 808147 h 825984"/>
              <a:gd name="csX8521" fmla="*/ 1468355 w 1723042"/>
              <a:gd name="csY8521" fmla="*/ 808156 h 825984"/>
              <a:gd name="csX8522" fmla="*/ 1468524 w 1723042"/>
              <a:gd name="csY8522" fmla="*/ 808165 h 825984"/>
              <a:gd name="csX8523" fmla="*/ 1468702 w 1723042"/>
              <a:gd name="csY8523" fmla="*/ 808174 h 825984"/>
              <a:gd name="csX8524" fmla="*/ 1468871 w 1723042"/>
              <a:gd name="csY8524" fmla="*/ 808174 h 825984"/>
              <a:gd name="csX8525" fmla="*/ 1469040 w 1723042"/>
              <a:gd name="csY8525" fmla="*/ 808183 h 825984"/>
              <a:gd name="csX8526" fmla="*/ 1469218 w 1723042"/>
              <a:gd name="csY8526" fmla="*/ 808192 h 825984"/>
              <a:gd name="csX8527" fmla="*/ 1469387 w 1723042"/>
              <a:gd name="csY8527" fmla="*/ 808201 h 825984"/>
              <a:gd name="csX8528" fmla="*/ 1469556 w 1723042"/>
              <a:gd name="csY8528" fmla="*/ 808210 h 825984"/>
              <a:gd name="csX8529" fmla="*/ 1469734 w 1723042"/>
              <a:gd name="csY8529" fmla="*/ 808218 h 825984"/>
              <a:gd name="csX8530" fmla="*/ 1469903 w 1723042"/>
              <a:gd name="csY8530" fmla="*/ 808227 h 825984"/>
              <a:gd name="csX8531" fmla="*/ 1470081 w 1723042"/>
              <a:gd name="csY8531" fmla="*/ 808236 h 825984"/>
              <a:gd name="csX8532" fmla="*/ 1470250 w 1723042"/>
              <a:gd name="csY8532" fmla="*/ 808245 h 825984"/>
              <a:gd name="csX8533" fmla="*/ 1470419 w 1723042"/>
              <a:gd name="csY8533" fmla="*/ 808254 h 825984"/>
              <a:gd name="csX8534" fmla="*/ 1470597 w 1723042"/>
              <a:gd name="csY8534" fmla="*/ 808263 h 825984"/>
              <a:gd name="csX8535" fmla="*/ 1470766 w 1723042"/>
              <a:gd name="csY8535" fmla="*/ 808263 h 825984"/>
              <a:gd name="csX8536" fmla="*/ 1470935 w 1723042"/>
              <a:gd name="csY8536" fmla="*/ 808272 h 825984"/>
              <a:gd name="csX8537" fmla="*/ 1471113 w 1723042"/>
              <a:gd name="csY8537" fmla="*/ 808281 h 825984"/>
              <a:gd name="csX8538" fmla="*/ 1471282 w 1723042"/>
              <a:gd name="csY8538" fmla="*/ 808290 h 825984"/>
              <a:gd name="csX8539" fmla="*/ 1471451 w 1723042"/>
              <a:gd name="csY8539" fmla="*/ 808299 h 825984"/>
              <a:gd name="csX8540" fmla="*/ 1471629 w 1723042"/>
              <a:gd name="csY8540" fmla="*/ 808307 h 825984"/>
              <a:gd name="csX8541" fmla="*/ 1471798 w 1723042"/>
              <a:gd name="csY8541" fmla="*/ 808316 h 825984"/>
              <a:gd name="csX8542" fmla="*/ 1471975 w 1723042"/>
              <a:gd name="csY8542" fmla="*/ 808325 h 825984"/>
              <a:gd name="csX8543" fmla="*/ 1472145 w 1723042"/>
              <a:gd name="csY8543" fmla="*/ 808334 h 825984"/>
              <a:gd name="csX8544" fmla="*/ 1472314 w 1723042"/>
              <a:gd name="csY8544" fmla="*/ 808343 h 825984"/>
              <a:gd name="csX8545" fmla="*/ 1472492 w 1723042"/>
              <a:gd name="csY8545" fmla="*/ 808343 h 825984"/>
              <a:gd name="csX8546" fmla="*/ 1472661 w 1723042"/>
              <a:gd name="csY8546" fmla="*/ 808352 h 825984"/>
              <a:gd name="csX8547" fmla="*/ 1472830 w 1723042"/>
              <a:gd name="csY8547" fmla="*/ 808361 h 825984"/>
              <a:gd name="csX8548" fmla="*/ 1473008 w 1723042"/>
              <a:gd name="csY8548" fmla="*/ 808370 h 825984"/>
              <a:gd name="csX8549" fmla="*/ 1473177 w 1723042"/>
              <a:gd name="csY8549" fmla="*/ 808379 h 825984"/>
              <a:gd name="csX8550" fmla="*/ 1473354 w 1723042"/>
              <a:gd name="csY8550" fmla="*/ 808388 h 825984"/>
              <a:gd name="csX8551" fmla="*/ 1473524 w 1723042"/>
              <a:gd name="csY8551" fmla="*/ 808396 h 825984"/>
              <a:gd name="csX8552" fmla="*/ 1473693 w 1723042"/>
              <a:gd name="csY8552" fmla="*/ 808405 h 825984"/>
              <a:gd name="csX8553" fmla="*/ 1473870 w 1723042"/>
              <a:gd name="csY8553" fmla="*/ 808414 h 825984"/>
              <a:gd name="csX8554" fmla="*/ 1474040 w 1723042"/>
              <a:gd name="csY8554" fmla="*/ 808414 h 825984"/>
              <a:gd name="csX8555" fmla="*/ 1474209 w 1723042"/>
              <a:gd name="csY8555" fmla="*/ 808423 h 825984"/>
              <a:gd name="csX8556" fmla="*/ 1474387 w 1723042"/>
              <a:gd name="csY8556" fmla="*/ 808432 h 825984"/>
              <a:gd name="csX8557" fmla="*/ 1474555 w 1723042"/>
              <a:gd name="csY8557" fmla="*/ 808441 h 825984"/>
              <a:gd name="csX8558" fmla="*/ 1474733 w 1723042"/>
              <a:gd name="csY8558" fmla="*/ 808450 h 825984"/>
              <a:gd name="csX8559" fmla="*/ 1474902 w 1723042"/>
              <a:gd name="csY8559" fmla="*/ 808459 h 825984"/>
              <a:gd name="csX8560" fmla="*/ 1475072 w 1723042"/>
              <a:gd name="csY8560" fmla="*/ 808468 h 825984"/>
              <a:gd name="csX8561" fmla="*/ 1475249 w 1723042"/>
              <a:gd name="csY8561" fmla="*/ 808476 h 825984"/>
              <a:gd name="csX8562" fmla="*/ 1475419 w 1723042"/>
              <a:gd name="csY8562" fmla="*/ 808485 h 825984"/>
              <a:gd name="csX8563" fmla="*/ 1475588 w 1723042"/>
              <a:gd name="csY8563" fmla="*/ 808485 h 825984"/>
              <a:gd name="csX8564" fmla="*/ 1475765 w 1723042"/>
              <a:gd name="csY8564" fmla="*/ 808494 h 825984"/>
              <a:gd name="csX8565" fmla="*/ 1475934 w 1723042"/>
              <a:gd name="csY8565" fmla="*/ 808503 h 825984"/>
              <a:gd name="csX8566" fmla="*/ 1476103 w 1723042"/>
              <a:gd name="csY8566" fmla="*/ 808512 h 825984"/>
              <a:gd name="csX8567" fmla="*/ 1476281 w 1723042"/>
              <a:gd name="csY8567" fmla="*/ 808521 h 825984"/>
              <a:gd name="csX8568" fmla="*/ 1476450 w 1723042"/>
              <a:gd name="csY8568" fmla="*/ 808530 h 825984"/>
              <a:gd name="csX8569" fmla="*/ 1476628 w 1723042"/>
              <a:gd name="csY8569" fmla="*/ 808539 h 825984"/>
              <a:gd name="csX8570" fmla="*/ 1476797 w 1723042"/>
              <a:gd name="csY8570" fmla="*/ 808548 h 825984"/>
              <a:gd name="csX8571" fmla="*/ 1476966 w 1723042"/>
              <a:gd name="csY8571" fmla="*/ 808557 h 825984"/>
              <a:gd name="csX8572" fmla="*/ 1477144 w 1723042"/>
              <a:gd name="csY8572" fmla="*/ 808557 h 825984"/>
              <a:gd name="csX8573" fmla="*/ 1477313 w 1723042"/>
              <a:gd name="csY8573" fmla="*/ 808565 h 825984"/>
              <a:gd name="csX8574" fmla="*/ 1477482 w 1723042"/>
              <a:gd name="csY8574" fmla="*/ 808574 h 825984"/>
              <a:gd name="csX8575" fmla="*/ 1477660 w 1723042"/>
              <a:gd name="csY8575" fmla="*/ 808583 h 825984"/>
              <a:gd name="csX8576" fmla="*/ 1477829 w 1723042"/>
              <a:gd name="csY8576" fmla="*/ 808592 h 825984"/>
              <a:gd name="csX8577" fmla="*/ 1478007 w 1723042"/>
              <a:gd name="csY8577" fmla="*/ 808601 h 825984"/>
              <a:gd name="csX8578" fmla="*/ 1478176 w 1723042"/>
              <a:gd name="csY8578" fmla="*/ 808610 h 825984"/>
              <a:gd name="csX8579" fmla="*/ 1478345 w 1723042"/>
              <a:gd name="csY8579" fmla="*/ 808619 h 825984"/>
              <a:gd name="csX8580" fmla="*/ 1478523 w 1723042"/>
              <a:gd name="csY8580" fmla="*/ 808619 h 825984"/>
              <a:gd name="csX8581" fmla="*/ 1478692 w 1723042"/>
              <a:gd name="csY8581" fmla="*/ 808628 h 825984"/>
              <a:gd name="csX8582" fmla="*/ 1478861 w 1723042"/>
              <a:gd name="csY8582" fmla="*/ 808637 h 825984"/>
              <a:gd name="csX8583" fmla="*/ 1479039 w 1723042"/>
              <a:gd name="csY8583" fmla="*/ 808645 h 825984"/>
              <a:gd name="csX8584" fmla="*/ 1479208 w 1723042"/>
              <a:gd name="csY8584" fmla="*/ 808654 h 825984"/>
              <a:gd name="csX8585" fmla="*/ 1479377 w 1723042"/>
              <a:gd name="csY8585" fmla="*/ 808663 h 825984"/>
              <a:gd name="csX8586" fmla="*/ 1479555 w 1723042"/>
              <a:gd name="csY8586" fmla="*/ 808672 h 825984"/>
              <a:gd name="csX8587" fmla="*/ 1479724 w 1723042"/>
              <a:gd name="csY8587" fmla="*/ 808681 h 825984"/>
              <a:gd name="csX8588" fmla="*/ 1479902 w 1723042"/>
              <a:gd name="csY8588" fmla="*/ 808681 h 825984"/>
              <a:gd name="csX8589" fmla="*/ 1480071 w 1723042"/>
              <a:gd name="csY8589" fmla="*/ 808690 h 825984"/>
              <a:gd name="csX8590" fmla="*/ 1480240 w 1723042"/>
              <a:gd name="csY8590" fmla="*/ 808699 h 825984"/>
              <a:gd name="csX8591" fmla="*/ 1480418 w 1723042"/>
              <a:gd name="csY8591" fmla="*/ 808708 h 825984"/>
              <a:gd name="csX8592" fmla="*/ 1480587 w 1723042"/>
              <a:gd name="csY8592" fmla="*/ 808717 h 825984"/>
              <a:gd name="csX8593" fmla="*/ 1480756 w 1723042"/>
              <a:gd name="csY8593" fmla="*/ 808726 h 825984"/>
              <a:gd name="csX8594" fmla="*/ 1480934 w 1723042"/>
              <a:gd name="csY8594" fmla="*/ 808735 h 825984"/>
              <a:gd name="csX8595" fmla="*/ 1481103 w 1723042"/>
              <a:gd name="csY8595" fmla="*/ 808743 h 825984"/>
              <a:gd name="csX8596" fmla="*/ 1481281 w 1723042"/>
              <a:gd name="csY8596" fmla="*/ 808743 h 825984"/>
              <a:gd name="csX8597" fmla="*/ 1481450 w 1723042"/>
              <a:gd name="csY8597" fmla="*/ 808752 h 825984"/>
              <a:gd name="csX8598" fmla="*/ 1481619 w 1723042"/>
              <a:gd name="csY8598" fmla="*/ 808761 h 825984"/>
              <a:gd name="csX8599" fmla="*/ 1481797 w 1723042"/>
              <a:gd name="csY8599" fmla="*/ 808770 h 825984"/>
              <a:gd name="csX8600" fmla="*/ 1481966 w 1723042"/>
              <a:gd name="csY8600" fmla="*/ 808779 h 825984"/>
              <a:gd name="csX8601" fmla="*/ 1482135 w 1723042"/>
              <a:gd name="csY8601" fmla="*/ 808788 h 825984"/>
              <a:gd name="csX8602" fmla="*/ 1482313 w 1723042"/>
              <a:gd name="csY8602" fmla="*/ 808797 h 825984"/>
              <a:gd name="csX8603" fmla="*/ 1482482 w 1723042"/>
              <a:gd name="csY8603" fmla="*/ 808797 h 825984"/>
              <a:gd name="csX8604" fmla="*/ 1482660 w 1723042"/>
              <a:gd name="csY8604" fmla="*/ 808806 h 825984"/>
              <a:gd name="csX8605" fmla="*/ 1482829 w 1723042"/>
              <a:gd name="csY8605" fmla="*/ 808815 h 825984"/>
              <a:gd name="csX8606" fmla="*/ 1482998 w 1723042"/>
              <a:gd name="csY8606" fmla="*/ 808823 h 825984"/>
              <a:gd name="csX8607" fmla="*/ 1483176 w 1723042"/>
              <a:gd name="csY8607" fmla="*/ 808832 h 825984"/>
              <a:gd name="csX8608" fmla="*/ 1483345 w 1723042"/>
              <a:gd name="csY8608" fmla="*/ 808841 h 825984"/>
              <a:gd name="csX8609" fmla="*/ 1483514 w 1723042"/>
              <a:gd name="csY8609" fmla="*/ 808850 h 825984"/>
              <a:gd name="csX8610" fmla="*/ 1483692 w 1723042"/>
              <a:gd name="csY8610" fmla="*/ 808859 h 825984"/>
              <a:gd name="csX8611" fmla="*/ 1483861 w 1723042"/>
              <a:gd name="csY8611" fmla="*/ 808859 h 825984"/>
              <a:gd name="csX8612" fmla="*/ 1484030 w 1723042"/>
              <a:gd name="csY8612" fmla="*/ 808868 h 825984"/>
              <a:gd name="csX8613" fmla="*/ 1484208 w 1723042"/>
              <a:gd name="csY8613" fmla="*/ 808877 h 825984"/>
              <a:gd name="csX8614" fmla="*/ 1484377 w 1723042"/>
              <a:gd name="csY8614" fmla="*/ 808886 h 825984"/>
              <a:gd name="csX8615" fmla="*/ 1484555 w 1723042"/>
              <a:gd name="csY8615" fmla="*/ 808895 h 825984"/>
              <a:gd name="csX8616" fmla="*/ 1484724 w 1723042"/>
              <a:gd name="csY8616" fmla="*/ 808904 h 825984"/>
              <a:gd name="csX8617" fmla="*/ 1484893 w 1723042"/>
              <a:gd name="csY8617" fmla="*/ 808912 h 825984"/>
              <a:gd name="csX8618" fmla="*/ 1485071 w 1723042"/>
              <a:gd name="csY8618" fmla="*/ 808912 h 825984"/>
              <a:gd name="csX8619" fmla="*/ 1485240 w 1723042"/>
              <a:gd name="csY8619" fmla="*/ 808921 h 825984"/>
              <a:gd name="csX8620" fmla="*/ 1485409 w 1723042"/>
              <a:gd name="csY8620" fmla="*/ 808930 h 825984"/>
              <a:gd name="csX8621" fmla="*/ 1485587 w 1723042"/>
              <a:gd name="csY8621" fmla="*/ 808939 h 825984"/>
              <a:gd name="csX8622" fmla="*/ 1485756 w 1723042"/>
              <a:gd name="csY8622" fmla="*/ 808948 h 825984"/>
              <a:gd name="csX8623" fmla="*/ 1485934 w 1723042"/>
              <a:gd name="csY8623" fmla="*/ 808957 h 825984"/>
              <a:gd name="csX8624" fmla="*/ 1486103 w 1723042"/>
              <a:gd name="csY8624" fmla="*/ 808957 h 825984"/>
              <a:gd name="csX8625" fmla="*/ 1486272 w 1723042"/>
              <a:gd name="csY8625" fmla="*/ 808966 h 825984"/>
              <a:gd name="csX8626" fmla="*/ 1486450 w 1723042"/>
              <a:gd name="csY8626" fmla="*/ 808975 h 825984"/>
              <a:gd name="csX8627" fmla="*/ 1486619 w 1723042"/>
              <a:gd name="csY8627" fmla="*/ 808984 h 825984"/>
              <a:gd name="csX8628" fmla="*/ 1486788 w 1723042"/>
              <a:gd name="csY8628" fmla="*/ 808992 h 825984"/>
              <a:gd name="csX8629" fmla="*/ 1486966 w 1723042"/>
              <a:gd name="csY8629" fmla="*/ 809001 h 825984"/>
              <a:gd name="csX8630" fmla="*/ 1487135 w 1723042"/>
              <a:gd name="csY8630" fmla="*/ 809010 h 825984"/>
              <a:gd name="csX8631" fmla="*/ 1487304 w 1723042"/>
              <a:gd name="csY8631" fmla="*/ 809010 h 825984"/>
              <a:gd name="csX8632" fmla="*/ 1487482 w 1723042"/>
              <a:gd name="csY8632" fmla="*/ 809019 h 825984"/>
              <a:gd name="csX8633" fmla="*/ 1487651 w 1723042"/>
              <a:gd name="csY8633" fmla="*/ 809028 h 825984"/>
              <a:gd name="csX8634" fmla="*/ 1487829 w 1723042"/>
              <a:gd name="csY8634" fmla="*/ 809037 h 825984"/>
              <a:gd name="csX8635" fmla="*/ 1487998 w 1723042"/>
              <a:gd name="csY8635" fmla="*/ 809046 h 825984"/>
              <a:gd name="csX8636" fmla="*/ 1488167 w 1723042"/>
              <a:gd name="csY8636" fmla="*/ 809055 h 825984"/>
              <a:gd name="csX8637" fmla="*/ 1488345 w 1723042"/>
              <a:gd name="csY8637" fmla="*/ 809064 h 825984"/>
              <a:gd name="csX8638" fmla="*/ 1488514 w 1723042"/>
              <a:gd name="csY8638" fmla="*/ 809064 h 825984"/>
              <a:gd name="csX8639" fmla="*/ 1488683 w 1723042"/>
              <a:gd name="csY8639" fmla="*/ 809073 h 825984"/>
              <a:gd name="csX8640" fmla="*/ 1488861 w 1723042"/>
              <a:gd name="csY8640" fmla="*/ 809081 h 825984"/>
              <a:gd name="csX8641" fmla="*/ 1489030 w 1723042"/>
              <a:gd name="csY8641" fmla="*/ 809090 h 825984"/>
              <a:gd name="csX8642" fmla="*/ 1489208 w 1723042"/>
              <a:gd name="csY8642" fmla="*/ 809099 h 825984"/>
              <a:gd name="csX8643" fmla="*/ 1489377 w 1723042"/>
              <a:gd name="csY8643" fmla="*/ 809108 h 825984"/>
              <a:gd name="csX8644" fmla="*/ 1489546 w 1723042"/>
              <a:gd name="csY8644" fmla="*/ 809108 h 825984"/>
              <a:gd name="csX8645" fmla="*/ 1489724 w 1723042"/>
              <a:gd name="csY8645" fmla="*/ 809117 h 825984"/>
              <a:gd name="csX8646" fmla="*/ 1489893 w 1723042"/>
              <a:gd name="csY8646" fmla="*/ 809126 h 825984"/>
              <a:gd name="csX8647" fmla="*/ 1490062 w 1723042"/>
              <a:gd name="csY8647" fmla="*/ 809135 h 825984"/>
              <a:gd name="csX8648" fmla="*/ 1490240 w 1723042"/>
              <a:gd name="csY8648" fmla="*/ 809144 h 825984"/>
              <a:gd name="csX8649" fmla="*/ 1490409 w 1723042"/>
              <a:gd name="csY8649" fmla="*/ 809153 h 825984"/>
              <a:gd name="csX8650" fmla="*/ 1490587 w 1723042"/>
              <a:gd name="csY8650" fmla="*/ 809153 h 825984"/>
              <a:gd name="csX8651" fmla="*/ 1490756 w 1723042"/>
              <a:gd name="csY8651" fmla="*/ 809162 h 825984"/>
              <a:gd name="csX8652" fmla="*/ 1490925 w 1723042"/>
              <a:gd name="csY8652" fmla="*/ 809170 h 825984"/>
              <a:gd name="csX8653" fmla="*/ 1491103 w 1723042"/>
              <a:gd name="csY8653" fmla="*/ 809179 h 825984"/>
              <a:gd name="csX8654" fmla="*/ 1491272 w 1723042"/>
              <a:gd name="csY8654" fmla="*/ 809188 h 825984"/>
              <a:gd name="csX8655" fmla="*/ 1491441 w 1723042"/>
              <a:gd name="csY8655" fmla="*/ 809197 h 825984"/>
              <a:gd name="csX8656" fmla="*/ 1491619 w 1723042"/>
              <a:gd name="csY8656" fmla="*/ 809197 h 825984"/>
              <a:gd name="csX8657" fmla="*/ 1491788 w 1723042"/>
              <a:gd name="csY8657" fmla="*/ 809206 h 825984"/>
              <a:gd name="csX8658" fmla="*/ 1491957 w 1723042"/>
              <a:gd name="csY8658" fmla="*/ 809215 h 825984"/>
              <a:gd name="csX8659" fmla="*/ 1492135 w 1723042"/>
              <a:gd name="csY8659" fmla="*/ 809224 h 825984"/>
              <a:gd name="csX8660" fmla="*/ 1492304 w 1723042"/>
              <a:gd name="csY8660" fmla="*/ 809233 h 825984"/>
              <a:gd name="csX8661" fmla="*/ 1492482 w 1723042"/>
              <a:gd name="csY8661" fmla="*/ 809242 h 825984"/>
              <a:gd name="csX8662" fmla="*/ 1492651 w 1723042"/>
              <a:gd name="csY8662" fmla="*/ 809242 h 825984"/>
              <a:gd name="csX8663" fmla="*/ 1492820 w 1723042"/>
              <a:gd name="csY8663" fmla="*/ 809250 h 825984"/>
              <a:gd name="csX8664" fmla="*/ 1492998 w 1723042"/>
              <a:gd name="csY8664" fmla="*/ 809259 h 825984"/>
              <a:gd name="csX8665" fmla="*/ 1493167 w 1723042"/>
              <a:gd name="csY8665" fmla="*/ 809268 h 825984"/>
              <a:gd name="csX8666" fmla="*/ 1493336 w 1723042"/>
              <a:gd name="csY8666" fmla="*/ 809277 h 825984"/>
              <a:gd name="csX8667" fmla="*/ 1493514 w 1723042"/>
              <a:gd name="csY8667" fmla="*/ 809286 h 825984"/>
              <a:gd name="csX8668" fmla="*/ 1493683 w 1723042"/>
              <a:gd name="csY8668" fmla="*/ 809286 h 825984"/>
              <a:gd name="csX8669" fmla="*/ 1493861 w 1723042"/>
              <a:gd name="csY8669" fmla="*/ 809295 h 825984"/>
              <a:gd name="csX8670" fmla="*/ 1494030 w 1723042"/>
              <a:gd name="csY8670" fmla="*/ 809304 h 825984"/>
              <a:gd name="csX8671" fmla="*/ 1494199 w 1723042"/>
              <a:gd name="csY8671" fmla="*/ 809313 h 825984"/>
              <a:gd name="csX8672" fmla="*/ 1494377 w 1723042"/>
              <a:gd name="csY8672" fmla="*/ 809322 h 825984"/>
              <a:gd name="csX8673" fmla="*/ 1494546 w 1723042"/>
              <a:gd name="csY8673" fmla="*/ 809331 h 825984"/>
              <a:gd name="csX8674" fmla="*/ 1494715 w 1723042"/>
              <a:gd name="csY8674" fmla="*/ 809331 h 825984"/>
              <a:gd name="csX8675" fmla="*/ 1494893 w 1723042"/>
              <a:gd name="csY8675" fmla="*/ 809339 h 825984"/>
              <a:gd name="csX8676" fmla="*/ 1495062 w 1723042"/>
              <a:gd name="csY8676" fmla="*/ 809348 h 825984"/>
              <a:gd name="csX8677" fmla="*/ 1495231 w 1723042"/>
              <a:gd name="csY8677" fmla="*/ 809357 h 825984"/>
              <a:gd name="csX8678" fmla="*/ 1495409 w 1723042"/>
              <a:gd name="csY8678" fmla="*/ 809366 h 825984"/>
              <a:gd name="csX8679" fmla="*/ 1495578 w 1723042"/>
              <a:gd name="csY8679" fmla="*/ 809366 h 825984"/>
              <a:gd name="csX8680" fmla="*/ 1495756 w 1723042"/>
              <a:gd name="csY8680" fmla="*/ 809375 h 825984"/>
              <a:gd name="csX8681" fmla="*/ 1495925 w 1723042"/>
              <a:gd name="csY8681" fmla="*/ 809384 h 825984"/>
              <a:gd name="csX8682" fmla="*/ 1496094 w 1723042"/>
              <a:gd name="csY8682" fmla="*/ 809393 h 825984"/>
              <a:gd name="csX8683" fmla="*/ 1496272 w 1723042"/>
              <a:gd name="csY8683" fmla="*/ 809402 h 825984"/>
              <a:gd name="csX8684" fmla="*/ 1496441 w 1723042"/>
              <a:gd name="csY8684" fmla="*/ 809411 h 825984"/>
              <a:gd name="csX8685" fmla="*/ 1496610 w 1723042"/>
              <a:gd name="csY8685" fmla="*/ 809411 h 825984"/>
              <a:gd name="csX8686" fmla="*/ 1496788 w 1723042"/>
              <a:gd name="csY8686" fmla="*/ 809419 h 825984"/>
              <a:gd name="csX8687" fmla="*/ 1496957 w 1723042"/>
              <a:gd name="csY8687" fmla="*/ 809428 h 825984"/>
              <a:gd name="csX8688" fmla="*/ 1497135 w 1723042"/>
              <a:gd name="csY8688" fmla="*/ 809437 h 825984"/>
              <a:gd name="csX8689" fmla="*/ 1497304 w 1723042"/>
              <a:gd name="csY8689" fmla="*/ 809446 h 825984"/>
              <a:gd name="csX8690" fmla="*/ 1497473 w 1723042"/>
              <a:gd name="csY8690" fmla="*/ 809446 h 825984"/>
              <a:gd name="csX8691" fmla="*/ 1497651 w 1723042"/>
              <a:gd name="csY8691" fmla="*/ 809455 h 825984"/>
              <a:gd name="csX8692" fmla="*/ 1497820 w 1723042"/>
              <a:gd name="csY8692" fmla="*/ 809464 h 825984"/>
              <a:gd name="csX8693" fmla="*/ 1497989 w 1723042"/>
              <a:gd name="csY8693" fmla="*/ 809473 h 825984"/>
              <a:gd name="csX8694" fmla="*/ 1498167 w 1723042"/>
              <a:gd name="csY8694" fmla="*/ 809482 h 825984"/>
              <a:gd name="csX8695" fmla="*/ 1498336 w 1723042"/>
              <a:gd name="csY8695" fmla="*/ 809491 h 825984"/>
              <a:gd name="csX8696" fmla="*/ 1498514 w 1723042"/>
              <a:gd name="csY8696" fmla="*/ 809491 h 825984"/>
              <a:gd name="csX8697" fmla="*/ 1498683 w 1723042"/>
              <a:gd name="csY8697" fmla="*/ 809500 h 825984"/>
              <a:gd name="csX8698" fmla="*/ 1498852 w 1723042"/>
              <a:gd name="csY8698" fmla="*/ 809509 h 825984"/>
              <a:gd name="csX8699" fmla="*/ 1499030 w 1723042"/>
              <a:gd name="csY8699" fmla="*/ 809517 h 825984"/>
              <a:gd name="csX8700" fmla="*/ 1499199 w 1723042"/>
              <a:gd name="csY8700" fmla="*/ 809526 h 825984"/>
              <a:gd name="csX8701" fmla="*/ 1499368 w 1723042"/>
              <a:gd name="csY8701" fmla="*/ 809526 h 825984"/>
              <a:gd name="csX8702" fmla="*/ 1499546 w 1723042"/>
              <a:gd name="csY8702" fmla="*/ 809535 h 825984"/>
              <a:gd name="csX8703" fmla="*/ 1499715 w 1723042"/>
              <a:gd name="csY8703" fmla="*/ 809544 h 825984"/>
              <a:gd name="csX8704" fmla="*/ 1499884 w 1723042"/>
              <a:gd name="csY8704" fmla="*/ 809553 h 825984"/>
              <a:gd name="csX8705" fmla="*/ 1500062 w 1723042"/>
              <a:gd name="csY8705" fmla="*/ 809562 h 825984"/>
              <a:gd name="csX8706" fmla="*/ 1500231 w 1723042"/>
              <a:gd name="csY8706" fmla="*/ 809562 h 825984"/>
              <a:gd name="csX8707" fmla="*/ 1500409 w 1723042"/>
              <a:gd name="csY8707" fmla="*/ 809571 h 825984"/>
              <a:gd name="csX8708" fmla="*/ 1500578 w 1723042"/>
              <a:gd name="csY8708" fmla="*/ 809580 h 825984"/>
              <a:gd name="csX8709" fmla="*/ 1500747 w 1723042"/>
              <a:gd name="csY8709" fmla="*/ 809589 h 825984"/>
              <a:gd name="csX8710" fmla="*/ 1500925 w 1723042"/>
              <a:gd name="csY8710" fmla="*/ 809597 h 825984"/>
              <a:gd name="csX8711" fmla="*/ 1501094 w 1723042"/>
              <a:gd name="csY8711" fmla="*/ 809597 h 825984"/>
              <a:gd name="csX8712" fmla="*/ 1501263 w 1723042"/>
              <a:gd name="csY8712" fmla="*/ 809606 h 825984"/>
              <a:gd name="csX8713" fmla="*/ 1501441 w 1723042"/>
              <a:gd name="csY8713" fmla="*/ 809615 h 825984"/>
              <a:gd name="csX8714" fmla="*/ 1501610 w 1723042"/>
              <a:gd name="csY8714" fmla="*/ 809624 h 825984"/>
              <a:gd name="csX8715" fmla="*/ 1501788 w 1723042"/>
              <a:gd name="csY8715" fmla="*/ 809633 h 825984"/>
              <a:gd name="csX8716" fmla="*/ 1501957 w 1723042"/>
              <a:gd name="csY8716" fmla="*/ 809633 h 825984"/>
              <a:gd name="csX8717" fmla="*/ 1502126 w 1723042"/>
              <a:gd name="csY8717" fmla="*/ 809642 h 825984"/>
              <a:gd name="csX8718" fmla="*/ 1502304 w 1723042"/>
              <a:gd name="csY8718" fmla="*/ 809651 h 825984"/>
              <a:gd name="csX8719" fmla="*/ 1502473 w 1723042"/>
              <a:gd name="csY8719" fmla="*/ 809660 h 825984"/>
              <a:gd name="csX8720" fmla="*/ 1502642 w 1723042"/>
              <a:gd name="csY8720" fmla="*/ 809669 h 825984"/>
              <a:gd name="csX8721" fmla="*/ 1502820 w 1723042"/>
              <a:gd name="csY8721" fmla="*/ 809669 h 825984"/>
              <a:gd name="csX8722" fmla="*/ 1502989 w 1723042"/>
              <a:gd name="csY8722" fmla="*/ 809677 h 825984"/>
              <a:gd name="csX8723" fmla="*/ 1503166 w 1723042"/>
              <a:gd name="csY8723" fmla="*/ 809686 h 825984"/>
              <a:gd name="csX8724" fmla="*/ 1503335 w 1723042"/>
              <a:gd name="csY8724" fmla="*/ 809695 h 825984"/>
              <a:gd name="csX8725" fmla="*/ 1503505 w 1723042"/>
              <a:gd name="csY8725" fmla="*/ 809704 h 825984"/>
              <a:gd name="csX8726" fmla="*/ 1503683 w 1723042"/>
              <a:gd name="csY8726" fmla="*/ 809704 h 825984"/>
              <a:gd name="csX8727" fmla="*/ 1503852 w 1723042"/>
              <a:gd name="csY8727" fmla="*/ 809713 h 825984"/>
              <a:gd name="csX8728" fmla="*/ 1504021 w 1723042"/>
              <a:gd name="csY8728" fmla="*/ 809722 h 825984"/>
              <a:gd name="csX8729" fmla="*/ 1504198 w 1723042"/>
              <a:gd name="csY8729" fmla="*/ 809731 h 825984"/>
              <a:gd name="csX8730" fmla="*/ 1504368 w 1723042"/>
              <a:gd name="csY8730" fmla="*/ 809740 h 825984"/>
              <a:gd name="csX8731" fmla="*/ 1504537 w 1723042"/>
              <a:gd name="csY8731" fmla="*/ 809740 h 825984"/>
              <a:gd name="csX8732" fmla="*/ 1504714 w 1723042"/>
              <a:gd name="csY8732" fmla="*/ 809749 h 825984"/>
              <a:gd name="csX8733" fmla="*/ 1504883 w 1723042"/>
              <a:gd name="csY8733" fmla="*/ 809758 h 825984"/>
              <a:gd name="csX8734" fmla="*/ 1505061 w 1723042"/>
              <a:gd name="csY8734" fmla="*/ 809766 h 825984"/>
              <a:gd name="csX8735" fmla="*/ 1505231 w 1723042"/>
              <a:gd name="csY8735" fmla="*/ 809775 h 825984"/>
              <a:gd name="csX8736" fmla="*/ 1505400 w 1723042"/>
              <a:gd name="csY8736" fmla="*/ 809775 h 825984"/>
              <a:gd name="csX8737" fmla="*/ 1505577 w 1723042"/>
              <a:gd name="csY8737" fmla="*/ 809784 h 825984"/>
              <a:gd name="csX8738" fmla="*/ 1505746 w 1723042"/>
              <a:gd name="csY8738" fmla="*/ 809793 h 825984"/>
              <a:gd name="csX8739" fmla="*/ 1505916 w 1723042"/>
              <a:gd name="csY8739" fmla="*/ 809802 h 825984"/>
              <a:gd name="csX8740" fmla="*/ 1506093 w 1723042"/>
              <a:gd name="csY8740" fmla="*/ 809811 h 825984"/>
              <a:gd name="csX8741" fmla="*/ 1506262 w 1723042"/>
              <a:gd name="csY8741" fmla="*/ 809811 h 825984"/>
              <a:gd name="csX8742" fmla="*/ 1506440 w 1723042"/>
              <a:gd name="csY8742" fmla="*/ 809820 h 825984"/>
              <a:gd name="csX8743" fmla="*/ 1506610 w 1723042"/>
              <a:gd name="csY8743" fmla="*/ 809829 h 825984"/>
              <a:gd name="csX8744" fmla="*/ 1506779 w 1723042"/>
              <a:gd name="csY8744" fmla="*/ 809838 h 825984"/>
              <a:gd name="csX8745" fmla="*/ 1506956 w 1723042"/>
              <a:gd name="csY8745" fmla="*/ 809838 h 825984"/>
              <a:gd name="csX8746" fmla="*/ 1507125 w 1723042"/>
              <a:gd name="csY8746" fmla="*/ 809847 h 825984"/>
              <a:gd name="csX8747" fmla="*/ 1507294 w 1723042"/>
              <a:gd name="csY8747" fmla="*/ 809855 h 825984"/>
              <a:gd name="csX8748" fmla="*/ 1507472 w 1723042"/>
              <a:gd name="csY8748" fmla="*/ 809864 h 825984"/>
              <a:gd name="csX8749" fmla="*/ 1507641 w 1723042"/>
              <a:gd name="csY8749" fmla="*/ 809873 h 825984"/>
              <a:gd name="csX8750" fmla="*/ 1507810 w 1723042"/>
              <a:gd name="csY8750" fmla="*/ 809873 h 825984"/>
              <a:gd name="csX8751" fmla="*/ 1507988 w 1723042"/>
              <a:gd name="csY8751" fmla="*/ 809882 h 825984"/>
              <a:gd name="csX8752" fmla="*/ 1508157 w 1723042"/>
              <a:gd name="csY8752" fmla="*/ 809891 h 825984"/>
              <a:gd name="csX8753" fmla="*/ 1508335 w 1723042"/>
              <a:gd name="csY8753" fmla="*/ 809900 h 825984"/>
              <a:gd name="csX8754" fmla="*/ 1508504 w 1723042"/>
              <a:gd name="csY8754" fmla="*/ 809909 h 825984"/>
              <a:gd name="csX8755" fmla="*/ 1508673 w 1723042"/>
              <a:gd name="csY8755" fmla="*/ 809909 h 825984"/>
              <a:gd name="csX8756" fmla="*/ 1508851 w 1723042"/>
              <a:gd name="csY8756" fmla="*/ 809918 h 825984"/>
              <a:gd name="csX8757" fmla="*/ 1509020 w 1723042"/>
              <a:gd name="csY8757" fmla="*/ 809927 h 825984"/>
              <a:gd name="csX8758" fmla="*/ 1509189 w 1723042"/>
              <a:gd name="csY8758" fmla="*/ 809936 h 825984"/>
              <a:gd name="csX8759" fmla="*/ 1509367 w 1723042"/>
              <a:gd name="csY8759" fmla="*/ 809936 h 825984"/>
              <a:gd name="csX8760" fmla="*/ 1509536 w 1723042"/>
              <a:gd name="csY8760" fmla="*/ 809944 h 825984"/>
              <a:gd name="csX8761" fmla="*/ 1509714 w 1723042"/>
              <a:gd name="csY8761" fmla="*/ 809953 h 825984"/>
              <a:gd name="csX8762" fmla="*/ 1509883 w 1723042"/>
              <a:gd name="csY8762" fmla="*/ 809962 h 825984"/>
              <a:gd name="csX8763" fmla="*/ 1510052 w 1723042"/>
              <a:gd name="csY8763" fmla="*/ 809971 h 825984"/>
              <a:gd name="csX8764" fmla="*/ 1510230 w 1723042"/>
              <a:gd name="csY8764" fmla="*/ 809971 h 825984"/>
              <a:gd name="csX8765" fmla="*/ 1510399 w 1723042"/>
              <a:gd name="csY8765" fmla="*/ 809980 h 825984"/>
              <a:gd name="csX8766" fmla="*/ 1510568 w 1723042"/>
              <a:gd name="csY8766" fmla="*/ 809989 h 825984"/>
              <a:gd name="csX8767" fmla="*/ 1510746 w 1723042"/>
              <a:gd name="csY8767" fmla="*/ 809998 h 825984"/>
              <a:gd name="csX8768" fmla="*/ 1510915 w 1723042"/>
              <a:gd name="csY8768" fmla="*/ 809998 h 825984"/>
              <a:gd name="csX8769" fmla="*/ 1511093 w 1723042"/>
              <a:gd name="csY8769" fmla="*/ 810007 h 825984"/>
              <a:gd name="csX8770" fmla="*/ 1511262 w 1723042"/>
              <a:gd name="csY8770" fmla="*/ 810016 h 825984"/>
              <a:gd name="csX8771" fmla="*/ 1511431 w 1723042"/>
              <a:gd name="csY8771" fmla="*/ 810024 h 825984"/>
              <a:gd name="csX8772" fmla="*/ 1511609 w 1723042"/>
              <a:gd name="csY8772" fmla="*/ 810033 h 825984"/>
              <a:gd name="csX8773" fmla="*/ 1511778 w 1723042"/>
              <a:gd name="csY8773" fmla="*/ 810033 h 825984"/>
              <a:gd name="csX8774" fmla="*/ 1511947 w 1723042"/>
              <a:gd name="csY8774" fmla="*/ 810042 h 825984"/>
              <a:gd name="csX8775" fmla="*/ 1512125 w 1723042"/>
              <a:gd name="csY8775" fmla="*/ 810051 h 825984"/>
              <a:gd name="csX8776" fmla="*/ 1512294 w 1723042"/>
              <a:gd name="csY8776" fmla="*/ 810060 h 825984"/>
              <a:gd name="csX8777" fmla="*/ 1512463 w 1723042"/>
              <a:gd name="csY8777" fmla="*/ 810060 h 825984"/>
              <a:gd name="csX8778" fmla="*/ 1512641 w 1723042"/>
              <a:gd name="csY8778" fmla="*/ 810069 h 825984"/>
              <a:gd name="csX8779" fmla="*/ 1512810 w 1723042"/>
              <a:gd name="csY8779" fmla="*/ 810078 h 825984"/>
              <a:gd name="csX8780" fmla="*/ 1512988 w 1723042"/>
              <a:gd name="csY8780" fmla="*/ 810087 h 825984"/>
              <a:gd name="csX8781" fmla="*/ 1513157 w 1723042"/>
              <a:gd name="csY8781" fmla="*/ 810087 h 825984"/>
              <a:gd name="csX8782" fmla="*/ 1513326 w 1723042"/>
              <a:gd name="csY8782" fmla="*/ 810096 h 825984"/>
              <a:gd name="csX8783" fmla="*/ 1513504 w 1723042"/>
              <a:gd name="csY8783" fmla="*/ 810105 h 825984"/>
              <a:gd name="csX8784" fmla="*/ 1513673 w 1723042"/>
              <a:gd name="csY8784" fmla="*/ 810113 h 825984"/>
              <a:gd name="csX8785" fmla="*/ 1513842 w 1723042"/>
              <a:gd name="csY8785" fmla="*/ 810122 h 825984"/>
              <a:gd name="csX8786" fmla="*/ 1514020 w 1723042"/>
              <a:gd name="csY8786" fmla="*/ 810122 h 825984"/>
              <a:gd name="csX8787" fmla="*/ 1514189 w 1723042"/>
              <a:gd name="csY8787" fmla="*/ 810131 h 825984"/>
              <a:gd name="csX8788" fmla="*/ 1514367 w 1723042"/>
              <a:gd name="csY8788" fmla="*/ 810140 h 825984"/>
              <a:gd name="csX8789" fmla="*/ 1514536 w 1723042"/>
              <a:gd name="csY8789" fmla="*/ 810149 h 825984"/>
              <a:gd name="csX8790" fmla="*/ 1514705 w 1723042"/>
              <a:gd name="csY8790" fmla="*/ 810149 h 825984"/>
              <a:gd name="csX8791" fmla="*/ 1514883 w 1723042"/>
              <a:gd name="csY8791" fmla="*/ 810158 h 825984"/>
              <a:gd name="csX8792" fmla="*/ 1515052 w 1723042"/>
              <a:gd name="csY8792" fmla="*/ 810167 h 825984"/>
              <a:gd name="csX8793" fmla="*/ 1515221 w 1723042"/>
              <a:gd name="csY8793" fmla="*/ 810176 h 825984"/>
              <a:gd name="csX8794" fmla="*/ 1515399 w 1723042"/>
              <a:gd name="csY8794" fmla="*/ 810176 h 825984"/>
              <a:gd name="csX8795" fmla="*/ 1515568 w 1723042"/>
              <a:gd name="csY8795" fmla="*/ 810185 h 825984"/>
              <a:gd name="csX8796" fmla="*/ 1515737 w 1723042"/>
              <a:gd name="csY8796" fmla="*/ 810194 h 825984"/>
              <a:gd name="csX8797" fmla="*/ 1515915 w 1723042"/>
              <a:gd name="csY8797" fmla="*/ 810202 h 825984"/>
              <a:gd name="csX8798" fmla="*/ 1516084 w 1723042"/>
              <a:gd name="csY8798" fmla="*/ 810202 h 825984"/>
              <a:gd name="csX8799" fmla="*/ 1516262 w 1723042"/>
              <a:gd name="csY8799" fmla="*/ 810211 h 825984"/>
              <a:gd name="csX8800" fmla="*/ 1516431 w 1723042"/>
              <a:gd name="csY8800" fmla="*/ 810220 h 825984"/>
              <a:gd name="csX8801" fmla="*/ 1516600 w 1723042"/>
              <a:gd name="csY8801" fmla="*/ 810229 h 825984"/>
              <a:gd name="csX8802" fmla="*/ 1516778 w 1723042"/>
              <a:gd name="csY8802" fmla="*/ 810229 h 825984"/>
              <a:gd name="csX8803" fmla="*/ 1516947 w 1723042"/>
              <a:gd name="csY8803" fmla="*/ 810238 h 825984"/>
              <a:gd name="csX8804" fmla="*/ 1517116 w 1723042"/>
              <a:gd name="csY8804" fmla="*/ 810247 h 825984"/>
              <a:gd name="csX8805" fmla="*/ 1517294 w 1723042"/>
              <a:gd name="csY8805" fmla="*/ 810256 h 825984"/>
              <a:gd name="csX8806" fmla="*/ 1517463 w 1723042"/>
              <a:gd name="csY8806" fmla="*/ 810265 h 825984"/>
              <a:gd name="csX8807" fmla="*/ 1517641 w 1723042"/>
              <a:gd name="csY8807" fmla="*/ 810265 h 825984"/>
              <a:gd name="csX8808" fmla="*/ 1517810 w 1723042"/>
              <a:gd name="csY8808" fmla="*/ 810274 h 825984"/>
              <a:gd name="csX8809" fmla="*/ 1517979 w 1723042"/>
              <a:gd name="csY8809" fmla="*/ 810282 h 825984"/>
              <a:gd name="csX8810" fmla="*/ 1518157 w 1723042"/>
              <a:gd name="csY8810" fmla="*/ 810291 h 825984"/>
              <a:gd name="csX8811" fmla="*/ 1518326 w 1723042"/>
              <a:gd name="csY8811" fmla="*/ 810291 h 825984"/>
              <a:gd name="csX8812" fmla="*/ 1518495 w 1723042"/>
              <a:gd name="csY8812" fmla="*/ 810300 h 825984"/>
              <a:gd name="csX8813" fmla="*/ 1518673 w 1723042"/>
              <a:gd name="csY8813" fmla="*/ 810309 h 825984"/>
              <a:gd name="csX8814" fmla="*/ 1518842 w 1723042"/>
              <a:gd name="csY8814" fmla="*/ 810318 h 825984"/>
              <a:gd name="csX8815" fmla="*/ 1519020 w 1723042"/>
              <a:gd name="csY8815" fmla="*/ 810318 h 825984"/>
              <a:gd name="csX8816" fmla="*/ 1519189 w 1723042"/>
              <a:gd name="csY8816" fmla="*/ 810327 h 825984"/>
              <a:gd name="csX8817" fmla="*/ 1519358 w 1723042"/>
              <a:gd name="csY8817" fmla="*/ 810336 h 825984"/>
              <a:gd name="csX8818" fmla="*/ 1519536 w 1723042"/>
              <a:gd name="csY8818" fmla="*/ 810345 h 825984"/>
              <a:gd name="csX8819" fmla="*/ 1519705 w 1723042"/>
              <a:gd name="csY8819" fmla="*/ 810345 h 825984"/>
              <a:gd name="csX8820" fmla="*/ 1519874 w 1723042"/>
              <a:gd name="csY8820" fmla="*/ 810354 h 825984"/>
              <a:gd name="csX8821" fmla="*/ 1520052 w 1723042"/>
              <a:gd name="csY8821" fmla="*/ 810363 h 825984"/>
              <a:gd name="csX8822" fmla="*/ 1520221 w 1723042"/>
              <a:gd name="csY8822" fmla="*/ 810371 h 825984"/>
              <a:gd name="csX8823" fmla="*/ 1520390 w 1723042"/>
              <a:gd name="csY8823" fmla="*/ 810371 h 825984"/>
              <a:gd name="csX8824" fmla="*/ 1520568 w 1723042"/>
              <a:gd name="csY8824" fmla="*/ 810380 h 825984"/>
              <a:gd name="csX8825" fmla="*/ 1520737 w 1723042"/>
              <a:gd name="csY8825" fmla="*/ 810389 h 825984"/>
              <a:gd name="csX8826" fmla="*/ 1520915 w 1723042"/>
              <a:gd name="csY8826" fmla="*/ 810398 h 825984"/>
              <a:gd name="csX8827" fmla="*/ 1521084 w 1723042"/>
              <a:gd name="csY8827" fmla="*/ 810398 h 825984"/>
              <a:gd name="csX8828" fmla="*/ 1521253 w 1723042"/>
              <a:gd name="csY8828" fmla="*/ 810407 h 825984"/>
              <a:gd name="csX8829" fmla="*/ 1521431 w 1723042"/>
              <a:gd name="csY8829" fmla="*/ 810416 h 825984"/>
              <a:gd name="csX8830" fmla="*/ 1521600 w 1723042"/>
              <a:gd name="csY8830" fmla="*/ 810425 h 825984"/>
              <a:gd name="csX8831" fmla="*/ 1521769 w 1723042"/>
              <a:gd name="csY8831" fmla="*/ 810425 h 825984"/>
              <a:gd name="csX8832" fmla="*/ 1521947 w 1723042"/>
              <a:gd name="csY8832" fmla="*/ 810434 h 825984"/>
              <a:gd name="csX8833" fmla="*/ 1522116 w 1723042"/>
              <a:gd name="csY8833" fmla="*/ 810443 h 825984"/>
              <a:gd name="csX8834" fmla="*/ 1522294 w 1723042"/>
              <a:gd name="csY8834" fmla="*/ 810443 h 825984"/>
              <a:gd name="csX8835" fmla="*/ 1522463 w 1723042"/>
              <a:gd name="csY8835" fmla="*/ 810451 h 825984"/>
              <a:gd name="csX8836" fmla="*/ 1522632 w 1723042"/>
              <a:gd name="csY8836" fmla="*/ 810460 h 825984"/>
              <a:gd name="csX8837" fmla="*/ 1522810 w 1723042"/>
              <a:gd name="csY8837" fmla="*/ 810469 h 825984"/>
              <a:gd name="csX8838" fmla="*/ 1522979 w 1723042"/>
              <a:gd name="csY8838" fmla="*/ 810469 h 825984"/>
              <a:gd name="csX8839" fmla="*/ 1523148 w 1723042"/>
              <a:gd name="csY8839" fmla="*/ 810478 h 825984"/>
              <a:gd name="csX8840" fmla="*/ 1523326 w 1723042"/>
              <a:gd name="csY8840" fmla="*/ 810487 h 825984"/>
              <a:gd name="csX8841" fmla="*/ 1523495 w 1723042"/>
              <a:gd name="csY8841" fmla="*/ 810496 h 825984"/>
              <a:gd name="csX8842" fmla="*/ 1523664 w 1723042"/>
              <a:gd name="csY8842" fmla="*/ 810496 h 825984"/>
              <a:gd name="csX8843" fmla="*/ 1523842 w 1723042"/>
              <a:gd name="csY8843" fmla="*/ 810505 h 825984"/>
              <a:gd name="csX8844" fmla="*/ 1524011 w 1723042"/>
              <a:gd name="csY8844" fmla="*/ 810514 h 825984"/>
              <a:gd name="csX8845" fmla="*/ 1524189 w 1723042"/>
              <a:gd name="csY8845" fmla="*/ 810523 h 825984"/>
              <a:gd name="csX8846" fmla="*/ 1524358 w 1723042"/>
              <a:gd name="csY8846" fmla="*/ 810523 h 825984"/>
              <a:gd name="csX8847" fmla="*/ 1524527 w 1723042"/>
              <a:gd name="csY8847" fmla="*/ 810532 h 825984"/>
              <a:gd name="csX8848" fmla="*/ 1524705 w 1723042"/>
              <a:gd name="csY8848" fmla="*/ 810540 h 825984"/>
              <a:gd name="csX8849" fmla="*/ 1524874 w 1723042"/>
              <a:gd name="csY8849" fmla="*/ 810549 h 825984"/>
              <a:gd name="csX8850" fmla="*/ 1525043 w 1723042"/>
              <a:gd name="csY8850" fmla="*/ 810549 h 825984"/>
              <a:gd name="csX8851" fmla="*/ 1525221 w 1723042"/>
              <a:gd name="csY8851" fmla="*/ 810558 h 825984"/>
              <a:gd name="csX8852" fmla="*/ 1525390 w 1723042"/>
              <a:gd name="csY8852" fmla="*/ 810567 h 825984"/>
              <a:gd name="csX8853" fmla="*/ 1525568 w 1723042"/>
              <a:gd name="csY8853" fmla="*/ 810576 h 825984"/>
              <a:gd name="csX8854" fmla="*/ 1525737 w 1723042"/>
              <a:gd name="csY8854" fmla="*/ 810576 h 825984"/>
              <a:gd name="csX8855" fmla="*/ 1525906 w 1723042"/>
              <a:gd name="csY8855" fmla="*/ 810585 h 825984"/>
              <a:gd name="csX8856" fmla="*/ 1526084 w 1723042"/>
              <a:gd name="csY8856" fmla="*/ 810594 h 825984"/>
              <a:gd name="csX8857" fmla="*/ 1526253 w 1723042"/>
              <a:gd name="csY8857" fmla="*/ 810594 h 825984"/>
              <a:gd name="csX8858" fmla="*/ 1526422 w 1723042"/>
              <a:gd name="csY8858" fmla="*/ 810603 h 825984"/>
              <a:gd name="csX8859" fmla="*/ 1526600 w 1723042"/>
              <a:gd name="csY8859" fmla="*/ 810612 h 825984"/>
              <a:gd name="csX8860" fmla="*/ 1526769 w 1723042"/>
              <a:gd name="csY8860" fmla="*/ 810621 h 825984"/>
              <a:gd name="csX8861" fmla="*/ 1526947 w 1723042"/>
              <a:gd name="csY8861" fmla="*/ 810621 h 825984"/>
              <a:gd name="csX8862" fmla="*/ 1527116 w 1723042"/>
              <a:gd name="csY8862" fmla="*/ 810629 h 825984"/>
              <a:gd name="csX8863" fmla="*/ 1527285 w 1723042"/>
              <a:gd name="csY8863" fmla="*/ 810638 h 825984"/>
              <a:gd name="csX8864" fmla="*/ 1527463 w 1723042"/>
              <a:gd name="csY8864" fmla="*/ 810647 h 825984"/>
              <a:gd name="csX8865" fmla="*/ 1527632 w 1723042"/>
              <a:gd name="csY8865" fmla="*/ 810647 h 825984"/>
              <a:gd name="csX8866" fmla="*/ 1527801 w 1723042"/>
              <a:gd name="csY8866" fmla="*/ 810656 h 825984"/>
              <a:gd name="csX8867" fmla="*/ 1527979 w 1723042"/>
              <a:gd name="csY8867" fmla="*/ 810665 h 825984"/>
              <a:gd name="csX8868" fmla="*/ 1528148 w 1723042"/>
              <a:gd name="csY8868" fmla="*/ 810665 h 825984"/>
              <a:gd name="csX8869" fmla="*/ 1528317 w 1723042"/>
              <a:gd name="csY8869" fmla="*/ 810674 h 825984"/>
              <a:gd name="csX8870" fmla="*/ 1528495 w 1723042"/>
              <a:gd name="csY8870" fmla="*/ 810683 h 825984"/>
              <a:gd name="csX8871" fmla="*/ 1528664 w 1723042"/>
              <a:gd name="csY8871" fmla="*/ 810692 h 825984"/>
              <a:gd name="csX8872" fmla="*/ 1528842 w 1723042"/>
              <a:gd name="csY8872" fmla="*/ 810692 h 825984"/>
              <a:gd name="csX8873" fmla="*/ 1529011 w 1723042"/>
              <a:gd name="csY8873" fmla="*/ 810701 h 825984"/>
              <a:gd name="csX8874" fmla="*/ 1529180 w 1723042"/>
              <a:gd name="csY8874" fmla="*/ 810710 h 825984"/>
              <a:gd name="csX8875" fmla="*/ 1529358 w 1723042"/>
              <a:gd name="csY8875" fmla="*/ 810718 h 825984"/>
              <a:gd name="csX8876" fmla="*/ 1529527 w 1723042"/>
              <a:gd name="csY8876" fmla="*/ 810718 h 825984"/>
              <a:gd name="csX8877" fmla="*/ 1529696 w 1723042"/>
              <a:gd name="csY8877" fmla="*/ 810727 h 825984"/>
              <a:gd name="csX8878" fmla="*/ 1529874 w 1723042"/>
              <a:gd name="csY8878" fmla="*/ 810736 h 825984"/>
              <a:gd name="csX8879" fmla="*/ 1530043 w 1723042"/>
              <a:gd name="csY8879" fmla="*/ 810736 h 825984"/>
              <a:gd name="csX8880" fmla="*/ 1530221 w 1723042"/>
              <a:gd name="csY8880" fmla="*/ 810745 h 825984"/>
              <a:gd name="csX8881" fmla="*/ 1530390 w 1723042"/>
              <a:gd name="csY8881" fmla="*/ 810754 h 825984"/>
              <a:gd name="csX8882" fmla="*/ 1530559 w 1723042"/>
              <a:gd name="csY8882" fmla="*/ 810763 h 825984"/>
              <a:gd name="csX8883" fmla="*/ 1530737 w 1723042"/>
              <a:gd name="csY8883" fmla="*/ 810763 h 825984"/>
              <a:gd name="csX8884" fmla="*/ 1530906 w 1723042"/>
              <a:gd name="csY8884" fmla="*/ 810772 h 825984"/>
              <a:gd name="csX8885" fmla="*/ 1531075 w 1723042"/>
              <a:gd name="csY8885" fmla="*/ 810781 h 825984"/>
              <a:gd name="csX8886" fmla="*/ 1531253 w 1723042"/>
              <a:gd name="csY8886" fmla="*/ 810781 h 825984"/>
              <a:gd name="csX8887" fmla="*/ 1531422 w 1723042"/>
              <a:gd name="csY8887" fmla="*/ 810790 h 825984"/>
              <a:gd name="csX8888" fmla="*/ 1531600 w 1723042"/>
              <a:gd name="csY8888" fmla="*/ 810798 h 825984"/>
              <a:gd name="csX8889" fmla="*/ 1531768 w 1723042"/>
              <a:gd name="csY8889" fmla="*/ 810807 h 825984"/>
              <a:gd name="csX8890" fmla="*/ 1531938 w 1723042"/>
              <a:gd name="csY8890" fmla="*/ 810807 h 825984"/>
              <a:gd name="csX8891" fmla="*/ 1532116 w 1723042"/>
              <a:gd name="csY8891" fmla="*/ 810816 h 825984"/>
              <a:gd name="csX8892" fmla="*/ 1532285 w 1723042"/>
              <a:gd name="csY8892" fmla="*/ 810825 h 825984"/>
              <a:gd name="csX8893" fmla="*/ 1532454 w 1723042"/>
              <a:gd name="csY8893" fmla="*/ 810834 h 825984"/>
              <a:gd name="csX8894" fmla="*/ 1532632 w 1723042"/>
              <a:gd name="csY8894" fmla="*/ 810834 h 825984"/>
              <a:gd name="csX8895" fmla="*/ 1532801 w 1723042"/>
              <a:gd name="csY8895" fmla="*/ 810843 h 825984"/>
              <a:gd name="csX8896" fmla="*/ 1532970 w 1723042"/>
              <a:gd name="csY8896" fmla="*/ 810852 h 825984"/>
              <a:gd name="csX8897" fmla="*/ 1533147 w 1723042"/>
              <a:gd name="csY8897" fmla="*/ 810852 h 825984"/>
              <a:gd name="csX8898" fmla="*/ 1533316 w 1723042"/>
              <a:gd name="csY8898" fmla="*/ 810861 h 825984"/>
              <a:gd name="csX8899" fmla="*/ 1533495 w 1723042"/>
              <a:gd name="csY8899" fmla="*/ 810870 h 825984"/>
              <a:gd name="csX8900" fmla="*/ 1533664 w 1723042"/>
              <a:gd name="csY8900" fmla="*/ 810870 h 825984"/>
              <a:gd name="csX8901" fmla="*/ 1533833 w 1723042"/>
              <a:gd name="csY8901" fmla="*/ 810878 h 825984"/>
              <a:gd name="csX8902" fmla="*/ 1534010 w 1723042"/>
              <a:gd name="csY8902" fmla="*/ 810887 h 825984"/>
              <a:gd name="csX8903" fmla="*/ 1534180 w 1723042"/>
              <a:gd name="csY8903" fmla="*/ 810896 h 825984"/>
              <a:gd name="csX8904" fmla="*/ 1534349 w 1723042"/>
              <a:gd name="csY8904" fmla="*/ 810896 h 825984"/>
              <a:gd name="csX8905" fmla="*/ 1534526 w 1723042"/>
              <a:gd name="csY8905" fmla="*/ 810905 h 825984"/>
              <a:gd name="csX8906" fmla="*/ 1534695 w 1723042"/>
              <a:gd name="csY8906" fmla="*/ 810914 h 825984"/>
              <a:gd name="csX8907" fmla="*/ 1534873 w 1723042"/>
              <a:gd name="csY8907" fmla="*/ 810914 h 825984"/>
              <a:gd name="csX8908" fmla="*/ 1535043 w 1723042"/>
              <a:gd name="csY8908" fmla="*/ 810923 h 825984"/>
              <a:gd name="csX8909" fmla="*/ 1535212 w 1723042"/>
              <a:gd name="csY8909" fmla="*/ 810932 h 825984"/>
              <a:gd name="csX8910" fmla="*/ 1535389 w 1723042"/>
              <a:gd name="csY8910" fmla="*/ 810941 h 825984"/>
              <a:gd name="csX8911" fmla="*/ 1535558 w 1723042"/>
              <a:gd name="csY8911" fmla="*/ 810941 h 825984"/>
              <a:gd name="csX8912" fmla="*/ 1535728 w 1723042"/>
              <a:gd name="csY8912" fmla="*/ 810950 h 825984"/>
              <a:gd name="csX8913" fmla="*/ 1535905 w 1723042"/>
              <a:gd name="csY8913" fmla="*/ 810959 h 825984"/>
              <a:gd name="csX8914" fmla="*/ 1536074 w 1723042"/>
              <a:gd name="csY8914" fmla="*/ 810959 h 825984"/>
              <a:gd name="csX8915" fmla="*/ 1536243 w 1723042"/>
              <a:gd name="csY8915" fmla="*/ 810968 h 825984"/>
              <a:gd name="csX8916" fmla="*/ 1536421 w 1723042"/>
              <a:gd name="csY8916" fmla="*/ 810976 h 825984"/>
              <a:gd name="csX8917" fmla="*/ 1536591 w 1723042"/>
              <a:gd name="csY8917" fmla="*/ 810985 h 825984"/>
              <a:gd name="csX8918" fmla="*/ 1536768 w 1723042"/>
              <a:gd name="csY8918" fmla="*/ 810985 h 825984"/>
              <a:gd name="csX8919" fmla="*/ 1536937 w 1723042"/>
              <a:gd name="csY8919" fmla="*/ 810994 h 825984"/>
              <a:gd name="csX8920" fmla="*/ 1537106 w 1723042"/>
              <a:gd name="csY8920" fmla="*/ 811003 h 825984"/>
              <a:gd name="csX8921" fmla="*/ 1537284 w 1723042"/>
              <a:gd name="csY8921" fmla="*/ 811003 h 825984"/>
              <a:gd name="csX8922" fmla="*/ 1537453 w 1723042"/>
              <a:gd name="csY8922" fmla="*/ 811012 h 825984"/>
              <a:gd name="csX8923" fmla="*/ 1537622 w 1723042"/>
              <a:gd name="csY8923" fmla="*/ 811021 h 825984"/>
              <a:gd name="csX8924" fmla="*/ 1537800 w 1723042"/>
              <a:gd name="csY8924" fmla="*/ 811021 h 825984"/>
              <a:gd name="csX8925" fmla="*/ 1537970 w 1723042"/>
              <a:gd name="csY8925" fmla="*/ 811030 h 825984"/>
              <a:gd name="csX8926" fmla="*/ 1538147 w 1723042"/>
              <a:gd name="csY8926" fmla="*/ 811039 h 825984"/>
              <a:gd name="csX8927" fmla="*/ 1538316 w 1723042"/>
              <a:gd name="csY8927" fmla="*/ 811048 h 825984"/>
              <a:gd name="csX8928" fmla="*/ 1538485 w 1723042"/>
              <a:gd name="csY8928" fmla="*/ 811048 h 825984"/>
              <a:gd name="csX8929" fmla="*/ 1538663 w 1723042"/>
              <a:gd name="csY8929" fmla="*/ 811056 h 825984"/>
              <a:gd name="csX8930" fmla="*/ 1538832 w 1723042"/>
              <a:gd name="csY8930" fmla="*/ 811065 h 825984"/>
              <a:gd name="csX8931" fmla="*/ 1539001 w 1723042"/>
              <a:gd name="csY8931" fmla="*/ 811065 h 825984"/>
              <a:gd name="csX8932" fmla="*/ 1539179 w 1723042"/>
              <a:gd name="csY8932" fmla="*/ 811074 h 825984"/>
              <a:gd name="csX8933" fmla="*/ 1539348 w 1723042"/>
              <a:gd name="csY8933" fmla="*/ 811083 h 825984"/>
              <a:gd name="csX8934" fmla="*/ 1539526 w 1723042"/>
              <a:gd name="csY8934" fmla="*/ 811083 h 825984"/>
              <a:gd name="csX8935" fmla="*/ 1539695 w 1723042"/>
              <a:gd name="csY8935" fmla="*/ 811092 h 825984"/>
              <a:gd name="csX8936" fmla="*/ 1539864 w 1723042"/>
              <a:gd name="csY8936" fmla="*/ 811101 h 825984"/>
              <a:gd name="csX8937" fmla="*/ 1540042 w 1723042"/>
              <a:gd name="csY8937" fmla="*/ 811110 h 825984"/>
              <a:gd name="csX8938" fmla="*/ 1540211 w 1723042"/>
              <a:gd name="csY8938" fmla="*/ 811110 h 825984"/>
              <a:gd name="csX8939" fmla="*/ 1540380 w 1723042"/>
              <a:gd name="csY8939" fmla="*/ 811119 h 825984"/>
              <a:gd name="csX8940" fmla="*/ 1540558 w 1723042"/>
              <a:gd name="csY8940" fmla="*/ 811128 h 825984"/>
              <a:gd name="csX8941" fmla="*/ 1540727 w 1723042"/>
              <a:gd name="csY8941" fmla="*/ 811128 h 825984"/>
              <a:gd name="csX8942" fmla="*/ 1540896 w 1723042"/>
              <a:gd name="csY8942" fmla="*/ 811137 h 825984"/>
              <a:gd name="csX8943" fmla="*/ 1541074 w 1723042"/>
              <a:gd name="csY8943" fmla="*/ 811145 h 825984"/>
              <a:gd name="csX8944" fmla="*/ 1541243 w 1723042"/>
              <a:gd name="csY8944" fmla="*/ 811145 h 825984"/>
              <a:gd name="csX8945" fmla="*/ 1541421 w 1723042"/>
              <a:gd name="csY8945" fmla="*/ 811154 h 825984"/>
              <a:gd name="csX8946" fmla="*/ 1541590 w 1723042"/>
              <a:gd name="csY8946" fmla="*/ 811163 h 825984"/>
              <a:gd name="csX8947" fmla="*/ 1541759 w 1723042"/>
              <a:gd name="csY8947" fmla="*/ 811163 h 825984"/>
              <a:gd name="csX8948" fmla="*/ 1541937 w 1723042"/>
              <a:gd name="csY8948" fmla="*/ 811172 h 825984"/>
              <a:gd name="csX8949" fmla="*/ 1542106 w 1723042"/>
              <a:gd name="csY8949" fmla="*/ 811181 h 825984"/>
              <a:gd name="csX8950" fmla="*/ 1542275 w 1723042"/>
              <a:gd name="csY8950" fmla="*/ 811190 h 825984"/>
              <a:gd name="csX8951" fmla="*/ 1542453 w 1723042"/>
              <a:gd name="csY8951" fmla="*/ 811190 h 825984"/>
              <a:gd name="csX8952" fmla="*/ 1542622 w 1723042"/>
              <a:gd name="csY8952" fmla="*/ 811199 h 825984"/>
              <a:gd name="csX8953" fmla="*/ 1542800 w 1723042"/>
              <a:gd name="csY8953" fmla="*/ 811208 h 825984"/>
              <a:gd name="csX8954" fmla="*/ 1542969 w 1723042"/>
              <a:gd name="csY8954" fmla="*/ 811208 h 825984"/>
              <a:gd name="csX8955" fmla="*/ 1543138 w 1723042"/>
              <a:gd name="csY8955" fmla="*/ 811217 h 825984"/>
              <a:gd name="csX8956" fmla="*/ 1543316 w 1723042"/>
              <a:gd name="csY8956" fmla="*/ 811225 h 825984"/>
              <a:gd name="csX8957" fmla="*/ 1543485 w 1723042"/>
              <a:gd name="csY8957" fmla="*/ 811225 h 825984"/>
              <a:gd name="csX8958" fmla="*/ 1543654 w 1723042"/>
              <a:gd name="csY8958" fmla="*/ 811234 h 825984"/>
              <a:gd name="csX8959" fmla="*/ 1543832 w 1723042"/>
              <a:gd name="csY8959" fmla="*/ 811243 h 825984"/>
              <a:gd name="csX8960" fmla="*/ 1544001 w 1723042"/>
              <a:gd name="csY8960" fmla="*/ 811243 h 825984"/>
              <a:gd name="csX8961" fmla="*/ 1544170 w 1723042"/>
              <a:gd name="csY8961" fmla="*/ 811252 h 825984"/>
              <a:gd name="csX8962" fmla="*/ 1544348 w 1723042"/>
              <a:gd name="csY8962" fmla="*/ 811261 h 825984"/>
              <a:gd name="csX8963" fmla="*/ 1544517 w 1723042"/>
              <a:gd name="csY8963" fmla="*/ 811270 h 825984"/>
              <a:gd name="csX8964" fmla="*/ 1544695 w 1723042"/>
              <a:gd name="csY8964" fmla="*/ 811270 h 825984"/>
              <a:gd name="csX8965" fmla="*/ 1544864 w 1723042"/>
              <a:gd name="csY8965" fmla="*/ 811279 h 825984"/>
              <a:gd name="csX8966" fmla="*/ 1545033 w 1723042"/>
              <a:gd name="csY8966" fmla="*/ 811288 h 825984"/>
              <a:gd name="csX8967" fmla="*/ 1545211 w 1723042"/>
              <a:gd name="csY8967" fmla="*/ 811288 h 825984"/>
              <a:gd name="csX8968" fmla="*/ 1545380 w 1723042"/>
              <a:gd name="csY8968" fmla="*/ 811297 h 825984"/>
              <a:gd name="csX8969" fmla="*/ 1545549 w 1723042"/>
              <a:gd name="csY8969" fmla="*/ 811306 h 825984"/>
              <a:gd name="csX8970" fmla="*/ 1545727 w 1723042"/>
              <a:gd name="csY8970" fmla="*/ 811306 h 825984"/>
              <a:gd name="csX8971" fmla="*/ 1545896 w 1723042"/>
              <a:gd name="csY8971" fmla="*/ 811314 h 825984"/>
              <a:gd name="csX8972" fmla="*/ 1546074 w 1723042"/>
              <a:gd name="csY8972" fmla="*/ 811323 h 825984"/>
              <a:gd name="csX8973" fmla="*/ 1546243 w 1723042"/>
              <a:gd name="csY8973" fmla="*/ 811323 h 825984"/>
              <a:gd name="csX8974" fmla="*/ 1546412 w 1723042"/>
              <a:gd name="csY8974" fmla="*/ 811332 h 825984"/>
              <a:gd name="csX8975" fmla="*/ 1546590 w 1723042"/>
              <a:gd name="csY8975" fmla="*/ 811341 h 825984"/>
              <a:gd name="csX8976" fmla="*/ 1546759 w 1723042"/>
              <a:gd name="csY8976" fmla="*/ 811341 h 825984"/>
              <a:gd name="csX8977" fmla="*/ 1546928 w 1723042"/>
              <a:gd name="csY8977" fmla="*/ 811350 h 825984"/>
              <a:gd name="csX8978" fmla="*/ 1547106 w 1723042"/>
              <a:gd name="csY8978" fmla="*/ 811359 h 825984"/>
              <a:gd name="csX8979" fmla="*/ 1547275 w 1723042"/>
              <a:gd name="csY8979" fmla="*/ 811359 h 825984"/>
              <a:gd name="csX8980" fmla="*/ 1547453 w 1723042"/>
              <a:gd name="csY8980" fmla="*/ 811368 h 825984"/>
              <a:gd name="csX8981" fmla="*/ 1547622 w 1723042"/>
              <a:gd name="csY8981" fmla="*/ 811377 h 825984"/>
              <a:gd name="csX8982" fmla="*/ 1547791 w 1723042"/>
              <a:gd name="csY8982" fmla="*/ 811377 h 825984"/>
              <a:gd name="csX8983" fmla="*/ 1547969 w 1723042"/>
              <a:gd name="csY8983" fmla="*/ 811386 h 825984"/>
              <a:gd name="csX8984" fmla="*/ 1548138 w 1723042"/>
              <a:gd name="csY8984" fmla="*/ 811395 h 825984"/>
              <a:gd name="csX8985" fmla="*/ 1548307 w 1723042"/>
              <a:gd name="csY8985" fmla="*/ 811395 h 825984"/>
              <a:gd name="csX8986" fmla="*/ 1548485 w 1723042"/>
              <a:gd name="csY8986" fmla="*/ 811403 h 825984"/>
              <a:gd name="csX8987" fmla="*/ 1548654 w 1723042"/>
              <a:gd name="csY8987" fmla="*/ 811412 h 825984"/>
              <a:gd name="csX8988" fmla="*/ 1548823 w 1723042"/>
              <a:gd name="csY8988" fmla="*/ 811412 h 825984"/>
              <a:gd name="csX8989" fmla="*/ 1549001 w 1723042"/>
              <a:gd name="csY8989" fmla="*/ 811421 h 825984"/>
              <a:gd name="csX8990" fmla="*/ 1549170 w 1723042"/>
              <a:gd name="csY8990" fmla="*/ 811430 h 825984"/>
              <a:gd name="csX8991" fmla="*/ 1549348 w 1723042"/>
              <a:gd name="csY8991" fmla="*/ 811439 h 825984"/>
              <a:gd name="csX8992" fmla="*/ 1549517 w 1723042"/>
              <a:gd name="csY8992" fmla="*/ 811439 h 825984"/>
              <a:gd name="csX8993" fmla="*/ 1549686 w 1723042"/>
              <a:gd name="csY8993" fmla="*/ 811448 h 825984"/>
              <a:gd name="csX8994" fmla="*/ 1549864 w 1723042"/>
              <a:gd name="csY8994" fmla="*/ 811457 h 825984"/>
              <a:gd name="csX8995" fmla="*/ 1550033 w 1723042"/>
              <a:gd name="csY8995" fmla="*/ 811457 h 825984"/>
              <a:gd name="csX8996" fmla="*/ 1550202 w 1723042"/>
              <a:gd name="csY8996" fmla="*/ 811466 h 825984"/>
              <a:gd name="csX8997" fmla="*/ 1550380 w 1723042"/>
              <a:gd name="csY8997" fmla="*/ 811475 h 825984"/>
              <a:gd name="csX8998" fmla="*/ 1550549 w 1723042"/>
              <a:gd name="csY8998" fmla="*/ 811475 h 825984"/>
              <a:gd name="csX8999" fmla="*/ 1550727 w 1723042"/>
              <a:gd name="csY8999" fmla="*/ 811483 h 825984"/>
              <a:gd name="csX9000" fmla="*/ 1550896 w 1723042"/>
              <a:gd name="csY9000" fmla="*/ 811492 h 825984"/>
              <a:gd name="csX9001" fmla="*/ 1551065 w 1723042"/>
              <a:gd name="csY9001" fmla="*/ 811492 h 825984"/>
              <a:gd name="csX9002" fmla="*/ 1551243 w 1723042"/>
              <a:gd name="csY9002" fmla="*/ 811501 h 825984"/>
              <a:gd name="csX9003" fmla="*/ 1551412 w 1723042"/>
              <a:gd name="csY9003" fmla="*/ 811510 h 825984"/>
              <a:gd name="csX9004" fmla="*/ 1551581 w 1723042"/>
              <a:gd name="csY9004" fmla="*/ 811510 h 825984"/>
              <a:gd name="csX9005" fmla="*/ 1551759 w 1723042"/>
              <a:gd name="csY9005" fmla="*/ 811519 h 825984"/>
              <a:gd name="csX9006" fmla="*/ 1551928 w 1723042"/>
              <a:gd name="csY9006" fmla="*/ 811528 h 825984"/>
              <a:gd name="csX9007" fmla="*/ 1552106 w 1723042"/>
              <a:gd name="csY9007" fmla="*/ 811528 h 825984"/>
              <a:gd name="csX9008" fmla="*/ 1552275 w 1723042"/>
              <a:gd name="csY9008" fmla="*/ 811537 h 825984"/>
              <a:gd name="csX9009" fmla="*/ 1552444 w 1723042"/>
              <a:gd name="csY9009" fmla="*/ 811546 h 825984"/>
              <a:gd name="csX9010" fmla="*/ 1552622 w 1723042"/>
              <a:gd name="csY9010" fmla="*/ 811546 h 825984"/>
              <a:gd name="csX9011" fmla="*/ 1552791 w 1723042"/>
              <a:gd name="csY9011" fmla="*/ 811555 h 825984"/>
              <a:gd name="csX9012" fmla="*/ 1552960 w 1723042"/>
              <a:gd name="csY9012" fmla="*/ 811564 h 825984"/>
              <a:gd name="csX9013" fmla="*/ 1553138 w 1723042"/>
              <a:gd name="csY9013" fmla="*/ 811564 h 825984"/>
              <a:gd name="csX9014" fmla="*/ 1553307 w 1723042"/>
              <a:gd name="csY9014" fmla="*/ 811572 h 825984"/>
              <a:gd name="csX9015" fmla="*/ 1553476 w 1723042"/>
              <a:gd name="csY9015" fmla="*/ 811581 h 825984"/>
              <a:gd name="csX9016" fmla="*/ 1553654 w 1723042"/>
              <a:gd name="csY9016" fmla="*/ 811581 h 825984"/>
              <a:gd name="csX9017" fmla="*/ 1553823 w 1723042"/>
              <a:gd name="csY9017" fmla="*/ 811590 h 825984"/>
              <a:gd name="csX9018" fmla="*/ 1554001 w 1723042"/>
              <a:gd name="csY9018" fmla="*/ 811599 h 825984"/>
              <a:gd name="csX9019" fmla="*/ 1554170 w 1723042"/>
              <a:gd name="csY9019" fmla="*/ 811599 h 825984"/>
              <a:gd name="csX9020" fmla="*/ 1554339 w 1723042"/>
              <a:gd name="csY9020" fmla="*/ 811608 h 825984"/>
              <a:gd name="csX9021" fmla="*/ 1554517 w 1723042"/>
              <a:gd name="csY9021" fmla="*/ 811617 h 825984"/>
              <a:gd name="csX9022" fmla="*/ 1554686 w 1723042"/>
              <a:gd name="csY9022" fmla="*/ 811617 h 825984"/>
              <a:gd name="csX9023" fmla="*/ 1554855 w 1723042"/>
              <a:gd name="csY9023" fmla="*/ 811626 h 825984"/>
              <a:gd name="csX9024" fmla="*/ 1555033 w 1723042"/>
              <a:gd name="csY9024" fmla="*/ 811635 h 825984"/>
              <a:gd name="csX9025" fmla="*/ 1555202 w 1723042"/>
              <a:gd name="csY9025" fmla="*/ 811635 h 825984"/>
              <a:gd name="csX9026" fmla="*/ 1555380 w 1723042"/>
              <a:gd name="csY9026" fmla="*/ 811644 h 825984"/>
              <a:gd name="csX9027" fmla="*/ 1555549 w 1723042"/>
              <a:gd name="csY9027" fmla="*/ 811644 h 825984"/>
              <a:gd name="csX9028" fmla="*/ 1555718 w 1723042"/>
              <a:gd name="csY9028" fmla="*/ 811652 h 825984"/>
              <a:gd name="csX9029" fmla="*/ 1555896 w 1723042"/>
              <a:gd name="csY9029" fmla="*/ 811661 h 825984"/>
              <a:gd name="csX9030" fmla="*/ 1556065 w 1723042"/>
              <a:gd name="csY9030" fmla="*/ 811661 h 825984"/>
              <a:gd name="csX9031" fmla="*/ 1556234 w 1723042"/>
              <a:gd name="csY9031" fmla="*/ 811670 h 825984"/>
              <a:gd name="csX9032" fmla="*/ 1556412 w 1723042"/>
              <a:gd name="csY9032" fmla="*/ 811679 h 825984"/>
              <a:gd name="csX9033" fmla="*/ 1556581 w 1723042"/>
              <a:gd name="csY9033" fmla="*/ 811679 h 825984"/>
              <a:gd name="csX9034" fmla="*/ 1556750 w 1723042"/>
              <a:gd name="csY9034" fmla="*/ 811688 h 825984"/>
              <a:gd name="csX9035" fmla="*/ 1556928 w 1723042"/>
              <a:gd name="csY9035" fmla="*/ 811697 h 825984"/>
              <a:gd name="csX9036" fmla="*/ 1557097 w 1723042"/>
              <a:gd name="csY9036" fmla="*/ 811697 h 825984"/>
              <a:gd name="csX9037" fmla="*/ 1557275 w 1723042"/>
              <a:gd name="csY9037" fmla="*/ 811706 h 825984"/>
              <a:gd name="csX9038" fmla="*/ 1557444 w 1723042"/>
              <a:gd name="csY9038" fmla="*/ 811715 h 825984"/>
              <a:gd name="csX9039" fmla="*/ 1557613 w 1723042"/>
              <a:gd name="csY9039" fmla="*/ 811715 h 825984"/>
              <a:gd name="csX9040" fmla="*/ 1557791 w 1723042"/>
              <a:gd name="csY9040" fmla="*/ 811724 h 825984"/>
              <a:gd name="csX9041" fmla="*/ 1557960 w 1723042"/>
              <a:gd name="csY9041" fmla="*/ 811733 h 825984"/>
              <a:gd name="csX9042" fmla="*/ 1558129 w 1723042"/>
              <a:gd name="csY9042" fmla="*/ 811733 h 825984"/>
              <a:gd name="csX9043" fmla="*/ 1558307 w 1723042"/>
              <a:gd name="csY9043" fmla="*/ 811742 h 825984"/>
              <a:gd name="csX9044" fmla="*/ 1558476 w 1723042"/>
              <a:gd name="csY9044" fmla="*/ 811750 h 825984"/>
              <a:gd name="csX9045" fmla="*/ 1558654 w 1723042"/>
              <a:gd name="csY9045" fmla="*/ 811750 h 825984"/>
              <a:gd name="csX9046" fmla="*/ 1558823 w 1723042"/>
              <a:gd name="csY9046" fmla="*/ 811759 h 825984"/>
              <a:gd name="csX9047" fmla="*/ 1558992 w 1723042"/>
              <a:gd name="csY9047" fmla="*/ 811768 h 825984"/>
              <a:gd name="csX9048" fmla="*/ 1559170 w 1723042"/>
              <a:gd name="csY9048" fmla="*/ 811768 h 825984"/>
              <a:gd name="csX9049" fmla="*/ 1559339 w 1723042"/>
              <a:gd name="csY9049" fmla="*/ 811777 h 825984"/>
              <a:gd name="csX9050" fmla="*/ 1559508 w 1723042"/>
              <a:gd name="csY9050" fmla="*/ 811786 h 825984"/>
              <a:gd name="csX9051" fmla="*/ 1559686 w 1723042"/>
              <a:gd name="csY9051" fmla="*/ 811786 h 825984"/>
              <a:gd name="csX9052" fmla="*/ 1559855 w 1723042"/>
              <a:gd name="csY9052" fmla="*/ 811795 h 825984"/>
              <a:gd name="csX9053" fmla="*/ 1560033 w 1723042"/>
              <a:gd name="csY9053" fmla="*/ 811795 h 825984"/>
              <a:gd name="csX9054" fmla="*/ 1560202 w 1723042"/>
              <a:gd name="csY9054" fmla="*/ 811804 h 825984"/>
              <a:gd name="csX9055" fmla="*/ 1560371 w 1723042"/>
              <a:gd name="csY9055" fmla="*/ 811813 h 825984"/>
              <a:gd name="csX9056" fmla="*/ 1560549 w 1723042"/>
              <a:gd name="csY9056" fmla="*/ 811813 h 825984"/>
              <a:gd name="csX9057" fmla="*/ 1560718 w 1723042"/>
              <a:gd name="csY9057" fmla="*/ 811822 h 825984"/>
              <a:gd name="csX9058" fmla="*/ 1560887 w 1723042"/>
              <a:gd name="csY9058" fmla="*/ 811830 h 825984"/>
              <a:gd name="csX9059" fmla="*/ 1561065 w 1723042"/>
              <a:gd name="csY9059" fmla="*/ 811830 h 825984"/>
              <a:gd name="csX9060" fmla="*/ 1561234 w 1723042"/>
              <a:gd name="csY9060" fmla="*/ 811839 h 825984"/>
              <a:gd name="csX9061" fmla="*/ 1561403 w 1723042"/>
              <a:gd name="csY9061" fmla="*/ 811848 h 825984"/>
              <a:gd name="csX9062" fmla="*/ 1561581 w 1723042"/>
              <a:gd name="csY9062" fmla="*/ 811848 h 825984"/>
              <a:gd name="csX9063" fmla="*/ 1561750 w 1723042"/>
              <a:gd name="csY9063" fmla="*/ 811857 h 825984"/>
              <a:gd name="csX9064" fmla="*/ 1561928 w 1723042"/>
              <a:gd name="csY9064" fmla="*/ 811866 h 825984"/>
              <a:gd name="csX9065" fmla="*/ 1562097 w 1723042"/>
              <a:gd name="csY9065" fmla="*/ 811866 h 825984"/>
              <a:gd name="csX9066" fmla="*/ 1562266 w 1723042"/>
              <a:gd name="csY9066" fmla="*/ 811875 h 825984"/>
              <a:gd name="csX9067" fmla="*/ 1562443 w 1723042"/>
              <a:gd name="csY9067" fmla="*/ 811875 h 825984"/>
              <a:gd name="csX9068" fmla="*/ 1562613 w 1723042"/>
              <a:gd name="csY9068" fmla="*/ 811884 h 825984"/>
              <a:gd name="csX9069" fmla="*/ 1562782 w 1723042"/>
              <a:gd name="csY9069" fmla="*/ 811893 h 825984"/>
              <a:gd name="csX9070" fmla="*/ 1562960 w 1723042"/>
              <a:gd name="csY9070" fmla="*/ 811893 h 825984"/>
              <a:gd name="csX9071" fmla="*/ 1563128 w 1723042"/>
              <a:gd name="csY9071" fmla="*/ 811902 h 825984"/>
              <a:gd name="csX9072" fmla="*/ 1563307 w 1723042"/>
              <a:gd name="csY9072" fmla="*/ 811911 h 825984"/>
              <a:gd name="csX9073" fmla="*/ 1563476 w 1723042"/>
              <a:gd name="csY9073" fmla="*/ 811911 h 825984"/>
              <a:gd name="csX9074" fmla="*/ 1563645 w 1723042"/>
              <a:gd name="csY9074" fmla="*/ 811919 h 825984"/>
              <a:gd name="csX9075" fmla="*/ 1563822 w 1723042"/>
              <a:gd name="csY9075" fmla="*/ 811928 h 825984"/>
              <a:gd name="csX9076" fmla="*/ 1563992 w 1723042"/>
              <a:gd name="csY9076" fmla="*/ 811928 h 825984"/>
              <a:gd name="csX9077" fmla="*/ 1564161 w 1723042"/>
              <a:gd name="csY9077" fmla="*/ 811937 h 825984"/>
              <a:gd name="csX9078" fmla="*/ 1564338 w 1723042"/>
              <a:gd name="csY9078" fmla="*/ 811946 h 825984"/>
              <a:gd name="csX9079" fmla="*/ 1564507 w 1723042"/>
              <a:gd name="csY9079" fmla="*/ 811946 h 825984"/>
              <a:gd name="csX9080" fmla="*/ 1564676 w 1723042"/>
              <a:gd name="csY9080" fmla="*/ 811955 h 825984"/>
              <a:gd name="csX9081" fmla="*/ 1564855 w 1723042"/>
              <a:gd name="csY9081" fmla="*/ 811955 h 825984"/>
              <a:gd name="csX9082" fmla="*/ 1565024 w 1723042"/>
              <a:gd name="csY9082" fmla="*/ 811964 h 825984"/>
              <a:gd name="csX9083" fmla="*/ 1565201 w 1723042"/>
              <a:gd name="csY9083" fmla="*/ 811973 h 825984"/>
              <a:gd name="csX9084" fmla="*/ 1565370 w 1723042"/>
              <a:gd name="csY9084" fmla="*/ 811973 h 825984"/>
              <a:gd name="csX9085" fmla="*/ 1565540 w 1723042"/>
              <a:gd name="csY9085" fmla="*/ 811982 h 825984"/>
              <a:gd name="csX9086" fmla="*/ 1565717 w 1723042"/>
              <a:gd name="csY9086" fmla="*/ 811991 h 825984"/>
              <a:gd name="csX9087" fmla="*/ 1565886 w 1723042"/>
              <a:gd name="csY9087" fmla="*/ 811991 h 825984"/>
              <a:gd name="csX9088" fmla="*/ 1566055 w 1723042"/>
              <a:gd name="csY9088" fmla="*/ 811999 h 825984"/>
              <a:gd name="csX9089" fmla="*/ 1566233 w 1723042"/>
              <a:gd name="csY9089" fmla="*/ 812008 h 825984"/>
              <a:gd name="csX9090" fmla="*/ 1566403 w 1723042"/>
              <a:gd name="csY9090" fmla="*/ 812008 h 825984"/>
              <a:gd name="csX9091" fmla="*/ 1566580 w 1723042"/>
              <a:gd name="csY9091" fmla="*/ 812017 h 825984"/>
              <a:gd name="csX9092" fmla="*/ 1566749 w 1723042"/>
              <a:gd name="csY9092" fmla="*/ 812017 h 825984"/>
              <a:gd name="csX9093" fmla="*/ 1566918 w 1723042"/>
              <a:gd name="csY9093" fmla="*/ 812026 h 825984"/>
              <a:gd name="csX9094" fmla="*/ 1567096 w 1723042"/>
              <a:gd name="csY9094" fmla="*/ 812035 h 825984"/>
              <a:gd name="csX9095" fmla="*/ 1567265 w 1723042"/>
              <a:gd name="csY9095" fmla="*/ 812035 h 825984"/>
              <a:gd name="csX9096" fmla="*/ 1567434 w 1723042"/>
              <a:gd name="csY9096" fmla="*/ 812044 h 825984"/>
              <a:gd name="csX9097" fmla="*/ 1567612 w 1723042"/>
              <a:gd name="csY9097" fmla="*/ 812053 h 825984"/>
              <a:gd name="csX9098" fmla="*/ 1567781 w 1723042"/>
              <a:gd name="csY9098" fmla="*/ 812053 h 825984"/>
              <a:gd name="csX9099" fmla="*/ 1567959 w 1723042"/>
              <a:gd name="csY9099" fmla="*/ 812062 h 825984"/>
              <a:gd name="csX9100" fmla="*/ 1568128 w 1723042"/>
              <a:gd name="csY9100" fmla="*/ 812062 h 825984"/>
              <a:gd name="csX9101" fmla="*/ 1568297 w 1723042"/>
              <a:gd name="csY9101" fmla="*/ 812071 h 825984"/>
              <a:gd name="csX9102" fmla="*/ 1568475 w 1723042"/>
              <a:gd name="csY9102" fmla="*/ 812080 h 825984"/>
              <a:gd name="csX9103" fmla="*/ 1568644 w 1723042"/>
              <a:gd name="csY9103" fmla="*/ 812080 h 825984"/>
              <a:gd name="csX9104" fmla="*/ 1568813 w 1723042"/>
              <a:gd name="csY9104" fmla="*/ 812088 h 825984"/>
              <a:gd name="csX9105" fmla="*/ 1568991 w 1723042"/>
              <a:gd name="csY9105" fmla="*/ 812097 h 825984"/>
              <a:gd name="csX9106" fmla="*/ 1569160 w 1723042"/>
              <a:gd name="csY9106" fmla="*/ 812097 h 825984"/>
              <a:gd name="csX9107" fmla="*/ 1569329 w 1723042"/>
              <a:gd name="csY9107" fmla="*/ 812106 h 825984"/>
              <a:gd name="csX9108" fmla="*/ 1569507 w 1723042"/>
              <a:gd name="csY9108" fmla="*/ 812115 h 825984"/>
              <a:gd name="csX9109" fmla="*/ 1569676 w 1723042"/>
              <a:gd name="csY9109" fmla="*/ 812115 h 825984"/>
              <a:gd name="csX9110" fmla="*/ 1569854 w 1723042"/>
              <a:gd name="csY9110" fmla="*/ 812124 h 825984"/>
              <a:gd name="csX9111" fmla="*/ 1570023 w 1723042"/>
              <a:gd name="csY9111" fmla="*/ 812124 h 825984"/>
              <a:gd name="csX9112" fmla="*/ 1570192 w 1723042"/>
              <a:gd name="csY9112" fmla="*/ 812133 h 825984"/>
              <a:gd name="csX9113" fmla="*/ 1570370 w 1723042"/>
              <a:gd name="csY9113" fmla="*/ 812142 h 825984"/>
              <a:gd name="csX9114" fmla="*/ 1570539 w 1723042"/>
              <a:gd name="csY9114" fmla="*/ 812142 h 825984"/>
              <a:gd name="csX9115" fmla="*/ 1570708 w 1723042"/>
              <a:gd name="csY9115" fmla="*/ 812151 h 825984"/>
              <a:gd name="csX9116" fmla="*/ 1570886 w 1723042"/>
              <a:gd name="csY9116" fmla="*/ 812160 h 825984"/>
              <a:gd name="csX9117" fmla="*/ 1571055 w 1723042"/>
              <a:gd name="csY9117" fmla="*/ 812160 h 825984"/>
              <a:gd name="csX9118" fmla="*/ 1571233 w 1723042"/>
              <a:gd name="csY9118" fmla="*/ 812169 h 825984"/>
              <a:gd name="csX9119" fmla="*/ 1571402 w 1723042"/>
              <a:gd name="csY9119" fmla="*/ 812169 h 825984"/>
              <a:gd name="csX9120" fmla="*/ 1571571 w 1723042"/>
              <a:gd name="csY9120" fmla="*/ 812177 h 825984"/>
              <a:gd name="csX9121" fmla="*/ 1571749 w 1723042"/>
              <a:gd name="csY9121" fmla="*/ 812186 h 825984"/>
              <a:gd name="csX9122" fmla="*/ 1571918 w 1723042"/>
              <a:gd name="csY9122" fmla="*/ 812186 h 825984"/>
              <a:gd name="csX9123" fmla="*/ 1572087 w 1723042"/>
              <a:gd name="csY9123" fmla="*/ 812195 h 825984"/>
              <a:gd name="csX9124" fmla="*/ 1572265 w 1723042"/>
              <a:gd name="csY9124" fmla="*/ 812204 h 825984"/>
              <a:gd name="csX9125" fmla="*/ 1572434 w 1723042"/>
              <a:gd name="csY9125" fmla="*/ 812204 h 825984"/>
              <a:gd name="csX9126" fmla="*/ 1572603 w 1723042"/>
              <a:gd name="csY9126" fmla="*/ 812213 h 825984"/>
              <a:gd name="csX9127" fmla="*/ 1572781 w 1723042"/>
              <a:gd name="csY9127" fmla="*/ 812213 h 825984"/>
              <a:gd name="csX9128" fmla="*/ 1572950 w 1723042"/>
              <a:gd name="csY9128" fmla="*/ 812222 h 825984"/>
              <a:gd name="csX9129" fmla="*/ 1573128 w 1723042"/>
              <a:gd name="csY9129" fmla="*/ 812231 h 825984"/>
              <a:gd name="csX9130" fmla="*/ 1573297 w 1723042"/>
              <a:gd name="csY9130" fmla="*/ 812231 h 825984"/>
              <a:gd name="csX9131" fmla="*/ 1573466 w 1723042"/>
              <a:gd name="csY9131" fmla="*/ 812240 h 825984"/>
              <a:gd name="csX9132" fmla="*/ 1573644 w 1723042"/>
              <a:gd name="csY9132" fmla="*/ 812240 h 825984"/>
              <a:gd name="csX9133" fmla="*/ 1573813 w 1723042"/>
              <a:gd name="csY9133" fmla="*/ 812249 h 825984"/>
              <a:gd name="csX9134" fmla="*/ 1573982 w 1723042"/>
              <a:gd name="csY9134" fmla="*/ 812257 h 825984"/>
              <a:gd name="csX9135" fmla="*/ 1574160 w 1723042"/>
              <a:gd name="csY9135" fmla="*/ 812257 h 825984"/>
              <a:gd name="csX9136" fmla="*/ 1574329 w 1723042"/>
              <a:gd name="csY9136" fmla="*/ 812266 h 825984"/>
              <a:gd name="csX9137" fmla="*/ 1574507 w 1723042"/>
              <a:gd name="csY9137" fmla="*/ 812275 h 825984"/>
              <a:gd name="csX9138" fmla="*/ 1574676 w 1723042"/>
              <a:gd name="csY9138" fmla="*/ 812275 h 825984"/>
              <a:gd name="csX9139" fmla="*/ 1574845 w 1723042"/>
              <a:gd name="csY9139" fmla="*/ 812284 h 825984"/>
              <a:gd name="csX9140" fmla="*/ 1575023 w 1723042"/>
              <a:gd name="csY9140" fmla="*/ 812284 h 825984"/>
              <a:gd name="csX9141" fmla="*/ 1575192 w 1723042"/>
              <a:gd name="csY9141" fmla="*/ 812293 h 825984"/>
              <a:gd name="csX9142" fmla="*/ 1575361 w 1723042"/>
              <a:gd name="csY9142" fmla="*/ 812302 h 825984"/>
              <a:gd name="csX9143" fmla="*/ 1575539 w 1723042"/>
              <a:gd name="csY9143" fmla="*/ 812302 h 825984"/>
              <a:gd name="csX9144" fmla="*/ 1575708 w 1723042"/>
              <a:gd name="csY9144" fmla="*/ 812311 h 825984"/>
              <a:gd name="csX9145" fmla="*/ 1575886 w 1723042"/>
              <a:gd name="csY9145" fmla="*/ 812311 h 825984"/>
              <a:gd name="csX9146" fmla="*/ 1576055 w 1723042"/>
              <a:gd name="csY9146" fmla="*/ 812320 h 825984"/>
              <a:gd name="csX9147" fmla="*/ 1576224 w 1723042"/>
              <a:gd name="csY9147" fmla="*/ 812329 h 825984"/>
              <a:gd name="csX9148" fmla="*/ 1576402 w 1723042"/>
              <a:gd name="csY9148" fmla="*/ 812329 h 825984"/>
              <a:gd name="csX9149" fmla="*/ 1576571 w 1723042"/>
              <a:gd name="csY9149" fmla="*/ 812338 h 825984"/>
              <a:gd name="csX9150" fmla="*/ 1576740 w 1723042"/>
              <a:gd name="csY9150" fmla="*/ 812346 h 825984"/>
              <a:gd name="csX9151" fmla="*/ 1576918 w 1723042"/>
              <a:gd name="csY9151" fmla="*/ 812346 h 825984"/>
              <a:gd name="csX9152" fmla="*/ 1577087 w 1723042"/>
              <a:gd name="csY9152" fmla="*/ 812355 h 825984"/>
              <a:gd name="csX9153" fmla="*/ 1577256 w 1723042"/>
              <a:gd name="csY9153" fmla="*/ 812355 h 825984"/>
              <a:gd name="csX9154" fmla="*/ 1577434 w 1723042"/>
              <a:gd name="csY9154" fmla="*/ 812364 h 825984"/>
              <a:gd name="csX9155" fmla="*/ 1577603 w 1723042"/>
              <a:gd name="csY9155" fmla="*/ 812373 h 825984"/>
              <a:gd name="csX9156" fmla="*/ 1577781 w 1723042"/>
              <a:gd name="csY9156" fmla="*/ 812373 h 825984"/>
              <a:gd name="csX9157" fmla="*/ 1577950 w 1723042"/>
              <a:gd name="csY9157" fmla="*/ 812382 h 825984"/>
              <a:gd name="csX9158" fmla="*/ 1578119 w 1723042"/>
              <a:gd name="csY9158" fmla="*/ 812382 h 825984"/>
              <a:gd name="csX9159" fmla="*/ 1578297 w 1723042"/>
              <a:gd name="csY9159" fmla="*/ 812391 h 825984"/>
              <a:gd name="csX9160" fmla="*/ 1578466 w 1723042"/>
              <a:gd name="csY9160" fmla="*/ 812400 h 825984"/>
              <a:gd name="csX9161" fmla="*/ 1578635 w 1723042"/>
              <a:gd name="csY9161" fmla="*/ 812400 h 825984"/>
              <a:gd name="csX9162" fmla="*/ 1578813 w 1723042"/>
              <a:gd name="csY9162" fmla="*/ 812409 h 825984"/>
              <a:gd name="csX9163" fmla="*/ 1578982 w 1723042"/>
              <a:gd name="csY9163" fmla="*/ 812409 h 825984"/>
              <a:gd name="csX9164" fmla="*/ 1579160 w 1723042"/>
              <a:gd name="csY9164" fmla="*/ 812418 h 825984"/>
              <a:gd name="csX9165" fmla="*/ 1579329 w 1723042"/>
              <a:gd name="csY9165" fmla="*/ 812426 h 825984"/>
              <a:gd name="csX9166" fmla="*/ 1579498 w 1723042"/>
              <a:gd name="csY9166" fmla="*/ 812426 h 825984"/>
              <a:gd name="csX9167" fmla="*/ 1579676 w 1723042"/>
              <a:gd name="csY9167" fmla="*/ 812435 h 825984"/>
              <a:gd name="csX9168" fmla="*/ 1579845 w 1723042"/>
              <a:gd name="csY9168" fmla="*/ 812435 h 825984"/>
              <a:gd name="csX9169" fmla="*/ 1580014 w 1723042"/>
              <a:gd name="csY9169" fmla="*/ 812444 h 825984"/>
              <a:gd name="csX9170" fmla="*/ 1580192 w 1723042"/>
              <a:gd name="csY9170" fmla="*/ 812453 h 825984"/>
              <a:gd name="csX9171" fmla="*/ 1580361 w 1723042"/>
              <a:gd name="csY9171" fmla="*/ 812453 h 825984"/>
              <a:gd name="csX9172" fmla="*/ 1580539 w 1723042"/>
              <a:gd name="csY9172" fmla="*/ 812462 h 825984"/>
              <a:gd name="csX9173" fmla="*/ 1580708 w 1723042"/>
              <a:gd name="csY9173" fmla="*/ 812462 h 825984"/>
              <a:gd name="csX9174" fmla="*/ 1580877 w 1723042"/>
              <a:gd name="csY9174" fmla="*/ 812471 h 825984"/>
              <a:gd name="csX9175" fmla="*/ 1581055 w 1723042"/>
              <a:gd name="csY9175" fmla="*/ 812480 h 825984"/>
              <a:gd name="csX9176" fmla="*/ 1581224 w 1723042"/>
              <a:gd name="csY9176" fmla="*/ 812480 h 825984"/>
              <a:gd name="csX9177" fmla="*/ 1581393 w 1723042"/>
              <a:gd name="csY9177" fmla="*/ 812489 h 825984"/>
              <a:gd name="csX9178" fmla="*/ 1581571 w 1723042"/>
              <a:gd name="csY9178" fmla="*/ 812498 h 825984"/>
              <a:gd name="csX9179" fmla="*/ 1581740 w 1723042"/>
              <a:gd name="csY9179" fmla="*/ 812498 h 825984"/>
              <a:gd name="csX9180" fmla="*/ 1581909 w 1723042"/>
              <a:gd name="csY9180" fmla="*/ 812507 h 825984"/>
              <a:gd name="csX9181" fmla="*/ 1582087 w 1723042"/>
              <a:gd name="csY9181" fmla="*/ 812507 h 825984"/>
              <a:gd name="csX9182" fmla="*/ 1582256 w 1723042"/>
              <a:gd name="csY9182" fmla="*/ 812516 h 825984"/>
              <a:gd name="csX9183" fmla="*/ 1582434 w 1723042"/>
              <a:gd name="csY9183" fmla="*/ 812524 h 825984"/>
              <a:gd name="csX9184" fmla="*/ 1582603 w 1723042"/>
              <a:gd name="csY9184" fmla="*/ 812524 h 825984"/>
              <a:gd name="csX9185" fmla="*/ 1582772 w 1723042"/>
              <a:gd name="csY9185" fmla="*/ 812533 h 825984"/>
              <a:gd name="csX9186" fmla="*/ 1582950 w 1723042"/>
              <a:gd name="csY9186" fmla="*/ 812533 h 825984"/>
              <a:gd name="csX9187" fmla="*/ 1583119 w 1723042"/>
              <a:gd name="csY9187" fmla="*/ 812542 h 825984"/>
              <a:gd name="csX9188" fmla="*/ 1583288 w 1723042"/>
              <a:gd name="csY9188" fmla="*/ 812542 h 825984"/>
              <a:gd name="csX9189" fmla="*/ 1583466 w 1723042"/>
              <a:gd name="csY9189" fmla="*/ 812551 h 825984"/>
              <a:gd name="csX9190" fmla="*/ 1583635 w 1723042"/>
              <a:gd name="csY9190" fmla="*/ 812560 h 825984"/>
              <a:gd name="csX9191" fmla="*/ 1583813 w 1723042"/>
              <a:gd name="csY9191" fmla="*/ 812560 h 825984"/>
              <a:gd name="csX9192" fmla="*/ 1583982 w 1723042"/>
              <a:gd name="csY9192" fmla="*/ 812569 h 825984"/>
              <a:gd name="csX9193" fmla="*/ 1584151 w 1723042"/>
              <a:gd name="csY9193" fmla="*/ 812569 h 825984"/>
              <a:gd name="csX9194" fmla="*/ 1584329 w 1723042"/>
              <a:gd name="csY9194" fmla="*/ 812578 h 825984"/>
              <a:gd name="csX9195" fmla="*/ 1584498 w 1723042"/>
              <a:gd name="csY9195" fmla="*/ 812587 h 825984"/>
              <a:gd name="csX9196" fmla="*/ 1584667 w 1723042"/>
              <a:gd name="csY9196" fmla="*/ 812587 h 825984"/>
              <a:gd name="csX9197" fmla="*/ 1584845 w 1723042"/>
              <a:gd name="csY9197" fmla="*/ 812596 h 825984"/>
              <a:gd name="csX9198" fmla="*/ 1585014 w 1723042"/>
              <a:gd name="csY9198" fmla="*/ 812596 h 825984"/>
              <a:gd name="csX9199" fmla="*/ 1585183 w 1723042"/>
              <a:gd name="csY9199" fmla="*/ 812604 h 825984"/>
              <a:gd name="csX9200" fmla="*/ 1585361 w 1723042"/>
              <a:gd name="csY9200" fmla="*/ 812613 h 825984"/>
              <a:gd name="csX9201" fmla="*/ 1585530 w 1723042"/>
              <a:gd name="csY9201" fmla="*/ 812613 h 825984"/>
              <a:gd name="csX9202" fmla="*/ 1585708 w 1723042"/>
              <a:gd name="csY9202" fmla="*/ 812622 h 825984"/>
              <a:gd name="csX9203" fmla="*/ 1585877 w 1723042"/>
              <a:gd name="csY9203" fmla="*/ 812622 h 825984"/>
              <a:gd name="csX9204" fmla="*/ 1586046 w 1723042"/>
              <a:gd name="csY9204" fmla="*/ 812631 h 825984"/>
              <a:gd name="csX9205" fmla="*/ 1586224 w 1723042"/>
              <a:gd name="csY9205" fmla="*/ 812640 h 825984"/>
              <a:gd name="csX9206" fmla="*/ 1586393 w 1723042"/>
              <a:gd name="csY9206" fmla="*/ 812640 h 825984"/>
              <a:gd name="csX9207" fmla="*/ 1586562 w 1723042"/>
              <a:gd name="csY9207" fmla="*/ 812649 h 825984"/>
              <a:gd name="csX9208" fmla="*/ 1586740 w 1723042"/>
              <a:gd name="csY9208" fmla="*/ 812649 h 825984"/>
              <a:gd name="csX9209" fmla="*/ 1586909 w 1723042"/>
              <a:gd name="csY9209" fmla="*/ 812658 h 825984"/>
              <a:gd name="csX9210" fmla="*/ 1587087 w 1723042"/>
              <a:gd name="csY9210" fmla="*/ 812667 h 825984"/>
              <a:gd name="csX9211" fmla="*/ 1587256 w 1723042"/>
              <a:gd name="csY9211" fmla="*/ 812667 h 825984"/>
              <a:gd name="csX9212" fmla="*/ 1587425 w 1723042"/>
              <a:gd name="csY9212" fmla="*/ 812676 h 825984"/>
              <a:gd name="csX9213" fmla="*/ 1587603 w 1723042"/>
              <a:gd name="csY9213" fmla="*/ 812676 h 825984"/>
              <a:gd name="csX9214" fmla="*/ 1587772 w 1723042"/>
              <a:gd name="csY9214" fmla="*/ 812684 h 825984"/>
              <a:gd name="csX9215" fmla="*/ 1587941 w 1723042"/>
              <a:gd name="csY9215" fmla="*/ 812693 h 825984"/>
              <a:gd name="csX9216" fmla="*/ 1588119 w 1723042"/>
              <a:gd name="csY9216" fmla="*/ 812693 h 825984"/>
              <a:gd name="csX9217" fmla="*/ 1588288 w 1723042"/>
              <a:gd name="csY9217" fmla="*/ 812702 h 825984"/>
              <a:gd name="csX9218" fmla="*/ 1588466 w 1723042"/>
              <a:gd name="csY9218" fmla="*/ 812702 h 825984"/>
              <a:gd name="csX9219" fmla="*/ 1588635 w 1723042"/>
              <a:gd name="csY9219" fmla="*/ 812711 h 825984"/>
              <a:gd name="csX9220" fmla="*/ 1588804 w 1723042"/>
              <a:gd name="csY9220" fmla="*/ 812711 h 825984"/>
              <a:gd name="csX9221" fmla="*/ 1588982 w 1723042"/>
              <a:gd name="csY9221" fmla="*/ 812720 h 825984"/>
              <a:gd name="csX9222" fmla="*/ 1589151 w 1723042"/>
              <a:gd name="csY9222" fmla="*/ 812729 h 825984"/>
              <a:gd name="csX9223" fmla="*/ 1589320 w 1723042"/>
              <a:gd name="csY9223" fmla="*/ 812729 h 825984"/>
              <a:gd name="csX9224" fmla="*/ 1589498 w 1723042"/>
              <a:gd name="csY9224" fmla="*/ 812738 h 825984"/>
              <a:gd name="csX9225" fmla="*/ 1589667 w 1723042"/>
              <a:gd name="csY9225" fmla="*/ 812738 h 825984"/>
              <a:gd name="csX9226" fmla="*/ 1589836 w 1723042"/>
              <a:gd name="csY9226" fmla="*/ 812747 h 825984"/>
              <a:gd name="csX9227" fmla="*/ 1590014 w 1723042"/>
              <a:gd name="csY9227" fmla="*/ 812756 h 825984"/>
              <a:gd name="csX9228" fmla="*/ 1590183 w 1723042"/>
              <a:gd name="csY9228" fmla="*/ 812756 h 825984"/>
              <a:gd name="csX9229" fmla="*/ 1590361 w 1723042"/>
              <a:gd name="csY9229" fmla="*/ 812765 h 825984"/>
              <a:gd name="csX9230" fmla="*/ 1590530 w 1723042"/>
              <a:gd name="csY9230" fmla="*/ 812765 h 825984"/>
              <a:gd name="csX9231" fmla="*/ 1590699 w 1723042"/>
              <a:gd name="csY9231" fmla="*/ 812773 h 825984"/>
              <a:gd name="csX9232" fmla="*/ 1590877 w 1723042"/>
              <a:gd name="csY9232" fmla="*/ 812773 h 825984"/>
              <a:gd name="csX9233" fmla="*/ 1591046 w 1723042"/>
              <a:gd name="csY9233" fmla="*/ 812782 h 825984"/>
              <a:gd name="csX9234" fmla="*/ 1591215 w 1723042"/>
              <a:gd name="csY9234" fmla="*/ 812791 h 825984"/>
              <a:gd name="csX9235" fmla="*/ 1591393 w 1723042"/>
              <a:gd name="csY9235" fmla="*/ 812791 h 825984"/>
              <a:gd name="csX9236" fmla="*/ 1591562 w 1723042"/>
              <a:gd name="csY9236" fmla="*/ 812800 h 825984"/>
              <a:gd name="csX9237" fmla="*/ 1591740 w 1723042"/>
              <a:gd name="csY9237" fmla="*/ 812800 h 825984"/>
              <a:gd name="csX9238" fmla="*/ 1591909 w 1723042"/>
              <a:gd name="csY9238" fmla="*/ 812809 h 825984"/>
              <a:gd name="csX9239" fmla="*/ 1592078 w 1723042"/>
              <a:gd name="csY9239" fmla="*/ 812818 h 825984"/>
              <a:gd name="csX9240" fmla="*/ 1592255 w 1723042"/>
              <a:gd name="csY9240" fmla="*/ 812818 h 825984"/>
              <a:gd name="csX9241" fmla="*/ 1592425 w 1723042"/>
              <a:gd name="csY9241" fmla="*/ 812827 h 825984"/>
              <a:gd name="csX9242" fmla="*/ 1592594 w 1723042"/>
              <a:gd name="csY9242" fmla="*/ 812827 h 825984"/>
              <a:gd name="csX9243" fmla="*/ 1592772 w 1723042"/>
              <a:gd name="csY9243" fmla="*/ 812836 h 825984"/>
              <a:gd name="csX9244" fmla="*/ 1592940 w 1723042"/>
              <a:gd name="csY9244" fmla="*/ 812836 h 825984"/>
              <a:gd name="csX9245" fmla="*/ 1593110 w 1723042"/>
              <a:gd name="csY9245" fmla="*/ 812845 h 825984"/>
              <a:gd name="csX9246" fmla="*/ 1593288 w 1723042"/>
              <a:gd name="csY9246" fmla="*/ 812854 h 825984"/>
              <a:gd name="csX9247" fmla="*/ 1593457 w 1723042"/>
              <a:gd name="csY9247" fmla="*/ 812854 h 825984"/>
              <a:gd name="csX9248" fmla="*/ 1593634 w 1723042"/>
              <a:gd name="csY9248" fmla="*/ 812862 h 825984"/>
              <a:gd name="csX9249" fmla="*/ 1593803 w 1723042"/>
              <a:gd name="csY9249" fmla="*/ 812862 h 825984"/>
              <a:gd name="csX9250" fmla="*/ 1593973 w 1723042"/>
              <a:gd name="csY9250" fmla="*/ 812871 h 825984"/>
              <a:gd name="csX9251" fmla="*/ 1594151 w 1723042"/>
              <a:gd name="csY9251" fmla="*/ 812871 h 825984"/>
              <a:gd name="csX9252" fmla="*/ 1594319 w 1723042"/>
              <a:gd name="csY9252" fmla="*/ 812880 h 825984"/>
              <a:gd name="csX9253" fmla="*/ 1594488 w 1723042"/>
              <a:gd name="csY9253" fmla="*/ 812889 h 825984"/>
              <a:gd name="csX9254" fmla="*/ 1594667 w 1723042"/>
              <a:gd name="csY9254" fmla="*/ 812889 h 825984"/>
              <a:gd name="csX9255" fmla="*/ 1594836 w 1723042"/>
              <a:gd name="csY9255" fmla="*/ 812898 h 825984"/>
              <a:gd name="csX9256" fmla="*/ 1595013 w 1723042"/>
              <a:gd name="csY9256" fmla="*/ 812898 h 825984"/>
              <a:gd name="csX9257" fmla="*/ 1595182 w 1723042"/>
              <a:gd name="csY9257" fmla="*/ 812907 h 825984"/>
              <a:gd name="csX9258" fmla="*/ 1595352 w 1723042"/>
              <a:gd name="csY9258" fmla="*/ 812907 h 825984"/>
              <a:gd name="csX9259" fmla="*/ 1595530 w 1723042"/>
              <a:gd name="csY9259" fmla="*/ 812916 h 825984"/>
              <a:gd name="csX9260" fmla="*/ 1595698 w 1723042"/>
              <a:gd name="csY9260" fmla="*/ 812925 h 825984"/>
              <a:gd name="csX9261" fmla="*/ 1595867 w 1723042"/>
              <a:gd name="csY9261" fmla="*/ 812925 h 825984"/>
              <a:gd name="csX9262" fmla="*/ 1596045 w 1723042"/>
              <a:gd name="csY9262" fmla="*/ 812934 h 825984"/>
              <a:gd name="csX9263" fmla="*/ 1596215 w 1723042"/>
              <a:gd name="csY9263" fmla="*/ 812934 h 825984"/>
              <a:gd name="csX9264" fmla="*/ 1596392 w 1723042"/>
              <a:gd name="csY9264" fmla="*/ 812943 h 825984"/>
              <a:gd name="csX9265" fmla="*/ 1596561 w 1723042"/>
              <a:gd name="csY9265" fmla="*/ 812943 h 825984"/>
              <a:gd name="csX9266" fmla="*/ 1596730 w 1723042"/>
              <a:gd name="csY9266" fmla="*/ 812951 h 825984"/>
              <a:gd name="csX9267" fmla="*/ 1596908 w 1723042"/>
              <a:gd name="csY9267" fmla="*/ 812960 h 825984"/>
              <a:gd name="csX9268" fmla="*/ 1597077 w 1723042"/>
              <a:gd name="csY9268" fmla="*/ 812960 h 825984"/>
              <a:gd name="csX9269" fmla="*/ 1597246 w 1723042"/>
              <a:gd name="csY9269" fmla="*/ 812969 h 825984"/>
              <a:gd name="csX9270" fmla="*/ 1597424 w 1723042"/>
              <a:gd name="csY9270" fmla="*/ 812969 h 825984"/>
              <a:gd name="csX9271" fmla="*/ 1597593 w 1723042"/>
              <a:gd name="csY9271" fmla="*/ 812978 h 825984"/>
              <a:gd name="csX9272" fmla="*/ 1597763 w 1723042"/>
              <a:gd name="csY9272" fmla="*/ 812978 h 825984"/>
              <a:gd name="csX9273" fmla="*/ 1597940 w 1723042"/>
              <a:gd name="csY9273" fmla="*/ 812987 h 825984"/>
              <a:gd name="csX9274" fmla="*/ 1598109 w 1723042"/>
              <a:gd name="csY9274" fmla="*/ 812996 h 825984"/>
              <a:gd name="csX9275" fmla="*/ 1598287 w 1723042"/>
              <a:gd name="csY9275" fmla="*/ 812996 h 825984"/>
              <a:gd name="csX9276" fmla="*/ 1598456 w 1723042"/>
              <a:gd name="csY9276" fmla="*/ 813005 h 825984"/>
              <a:gd name="csX9277" fmla="*/ 1598625 w 1723042"/>
              <a:gd name="csY9277" fmla="*/ 813005 h 825984"/>
              <a:gd name="csX9278" fmla="*/ 1598803 w 1723042"/>
              <a:gd name="csY9278" fmla="*/ 813014 h 825984"/>
              <a:gd name="csX9279" fmla="*/ 1598972 w 1723042"/>
              <a:gd name="csY9279" fmla="*/ 813014 h 825984"/>
              <a:gd name="csX9280" fmla="*/ 1599141 w 1723042"/>
              <a:gd name="csY9280" fmla="*/ 813023 h 825984"/>
              <a:gd name="csX9281" fmla="*/ 1599319 w 1723042"/>
              <a:gd name="csY9281" fmla="*/ 813031 h 825984"/>
              <a:gd name="csX9282" fmla="*/ 1599488 w 1723042"/>
              <a:gd name="csY9282" fmla="*/ 813031 h 825984"/>
              <a:gd name="csX9283" fmla="*/ 1599666 w 1723042"/>
              <a:gd name="csY9283" fmla="*/ 813040 h 825984"/>
              <a:gd name="csX9284" fmla="*/ 1599835 w 1723042"/>
              <a:gd name="csY9284" fmla="*/ 813040 h 825984"/>
              <a:gd name="csX9285" fmla="*/ 1600004 w 1723042"/>
              <a:gd name="csY9285" fmla="*/ 813049 h 825984"/>
              <a:gd name="csX9286" fmla="*/ 1600182 w 1723042"/>
              <a:gd name="csY9286" fmla="*/ 813049 h 825984"/>
              <a:gd name="csX9287" fmla="*/ 1600351 w 1723042"/>
              <a:gd name="csY9287" fmla="*/ 813058 h 825984"/>
              <a:gd name="csX9288" fmla="*/ 1600520 w 1723042"/>
              <a:gd name="csY9288" fmla="*/ 813067 h 825984"/>
              <a:gd name="csX9289" fmla="*/ 1600698 w 1723042"/>
              <a:gd name="csY9289" fmla="*/ 813067 h 825984"/>
              <a:gd name="csX9290" fmla="*/ 1600867 w 1723042"/>
              <a:gd name="csY9290" fmla="*/ 813076 h 825984"/>
              <a:gd name="csX9291" fmla="*/ 1601045 w 1723042"/>
              <a:gd name="csY9291" fmla="*/ 813076 h 825984"/>
              <a:gd name="csX9292" fmla="*/ 1601214 w 1723042"/>
              <a:gd name="csY9292" fmla="*/ 813085 h 825984"/>
              <a:gd name="csX9293" fmla="*/ 1601383 w 1723042"/>
              <a:gd name="csY9293" fmla="*/ 813085 h 825984"/>
              <a:gd name="csX9294" fmla="*/ 1601561 w 1723042"/>
              <a:gd name="csY9294" fmla="*/ 813094 h 825984"/>
              <a:gd name="csX9295" fmla="*/ 1601730 w 1723042"/>
              <a:gd name="csY9295" fmla="*/ 813094 h 825984"/>
              <a:gd name="csX9296" fmla="*/ 1601899 w 1723042"/>
              <a:gd name="csY9296" fmla="*/ 813103 h 825984"/>
              <a:gd name="csX9297" fmla="*/ 1602077 w 1723042"/>
              <a:gd name="csY9297" fmla="*/ 813112 h 825984"/>
              <a:gd name="csX9298" fmla="*/ 1602246 w 1723042"/>
              <a:gd name="csY9298" fmla="*/ 813112 h 825984"/>
              <a:gd name="csX9299" fmla="*/ 1602415 w 1723042"/>
              <a:gd name="csY9299" fmla="*/ 813120 h 825984"/>
              <a:gd name="csX9300" fmla="*/ 1602593 w 1723042"/>
              <a:gd name="csY9300" fmla="*/ 813120 h 825984"/>
              <a:gd name="csX9301" fmla="*/ 1602762 w 1723042"/>
              <a:gd name="csY9301" fmla="*/ 813129 h 825984"/>
              <a:gd name="csX9302" fmla="*/ 1602940 w 1723042"/>
              <a:gd name="csY9302" fmla="*/ 813129 h 825984"/>
              <a:gd name="csX9303" fmla="*/ 1603109 w 1723042"/>
              <a:gd name="csY9303" fmla="*/ 813138 h 825984"/>
              <a:gd name="csX9304" fmla="*/ 1603278 w 1723042"/>
              <a:gd name="csY9304" fmla="*/ 813147 h 825984"/>
              <a:gd name="csX9305" fmla="*/ 1603456 w 1723042"/>
              <a:gd name="csY9305" fmla="*/ 813147 h 825984"/>
              <a:gd name="csX9306" fmla="*/ 1603625 w 1723042"/>
              <a:gd name="csY9306" fmla="*/ 813156 h 825984"/>
              <a:gd name="csX9307" fmla="*/ 1603794 w 1723042"/>
              <a:gd name="csY9307" fmla="*/ 813156 h 825984"/>
              <a:gd name="csX9308" fmla="*/ 1603972 w 1723042"/>
              <a:gd name="csY9308" fmla="*/ 813165 h 825984"/>
              <a:gd name="csX9309" fmla="*/ 1604141 w 1723042"/>
              <a:gd name="csY9309" fmla="*/ 813165 h 825984"/>
              <a:gd name="csX9310" fmla="*/ 1604319 w 1723042"/>
              <a:gd name="csY9310" fmla="*/ 813174 h 825984"/>
              <a:gd name="csX9311" fmla="*/ 1604488 w 1723042"/>
              <a:gd name="csY9311" fmla="*/ 813174 h 825984"/>
              <a:gd name="csX9312" fmla="*/ 1604657 w 1723042"/>
              <a:gd name="csY9312" fmla="*/ 813183 h 825984"/>
              <a:gd name="csX9313" fmla="*/ 1604835 w 1723042"/>
              <a:gd name="csY9313" fmla="*/ 813192 h 825984"/>
              <a:gd name="csX9314" fmla="*/ 1605004 w 1723042"/>
              <a:gd name="csY9314" fmla="*/ 813192 h 825984"/>
              <a:gd name="csX9315" fmla="*/ 1605173 w 1723042"/>
              <a:gd name="csY9315" fmla="*/ 813200 h 825984"/>
              <a:gd name="csX9316" fmla="*/ 1605351 w 1723042"/>
              <a:gd name="csY9316" fmla="*/ 813200 h 825984"/>
              <a:gd name="csX9317" fmla="*/ 1605520 w 1723042"/>
              <a:gd name="csY9317" fmla="*/ 813209 h 825984"/>
              <a:gd name="csX9318" fmla="*/ 1605689 w 1723042"/>
              <a:gd name="csY9318" fmla="*/ 813209 h 825984"/>
              <a:gd name="csX9319" fmla="*/ 1605867 w 1723042"/>
              <a:gd name="csY9319" fmla="*/ 813218 h 825984"/>
              <a:gd name="csX9320" fmla="*/ 1606036 w 1723042"/>
              <a:gd name="csY9320" fmla="*/ 813218 h 825984"/>
              <a:gd name="csX9321" fmla="*/ 1606214 w 1723042"/>
              <a:gd name="csY9321" fmla="*/ 813227 h 825984"/>
              <a:gd name="csX9322" fmla="*/ 1606383 w 1723042"/>
              <a:gd name="csY9322" fmla="*/ 813236 h 825984"/>
              <a:gd name="csX9323" fmla="*/ 1606552 w 1723042"/>
              <a:gd name="csY9323" fmla="*/ 813236 h 825984"/>
              <a:gd name="csX9324" fmla="*/ 1606730 w 1723042"/>
              <a:gd name="csY9324" fmla="*/ 813245 h 825984"/>
              <a:gd name="csX9325" fmla="*/ 1606899 w 1723042"/>
              <a:gd name="csY9325" fmla="*/ 813245 h 825984"/>
              <a:gd name="csX9326" fmla="*/ 1607068 w 1723042"/>
              <a:gd name="csY9326" fmla="*/ 813254 h 825984"/>
              <a:gd name="csX9327" fmla="*/ 1607246 w 1723042"/>
              <a:gd name="csY9327" fmla="*/ 813254 h 825984"/>
              <a:gd name="csX9328" fmla="*/ 1607415 w 1723042"/>
              <a:gd name="csY9328" fmla="*/ 813263 h 825984"/>
              <a:gd name="csX9329" fmla="*/ 1607593 w 1723042"/>
              <a:gd name="csY9329" fmla="*/ 813263 h 825984"/>
              <a:gd name="csX9330" fmla="*/ 1607762 w 1723042"/>
              <a:gd name="csY9330" fmla="*/ 813272 h 825984"/>
              <a:gd name="csX9331" fmla="*/ 1607931 w 1723042"/>
              <a:gd name="csY9331" fmla="*/ 813272 h 825984"/>
              <a:gd name="csX9332" fmla="*/ 1608109 w 1723042"/>
              <a:gd name="csY9332" fmla="*/ 813281 h 825984"/>
              <a:gd name="csX9333" fmla="*/ 1608278 w 1723042"/>
              <a:gd name="csY9333" fmla="*/ 813290 h 825984"/>
              <a:gd name="csX9334" fmla="*/ 1608447 w 1723042"/>
              <a:gd name="csY9334" fmla="*/ 813290 h 825984"/>
              <a:gd name="csX9335" fmla="*/ 1608625 w 1723042"/>
              <a:gd name="csY9335" fmla="*/ 813298 h 825984"/>
              <a:gd name="csX9336" fmla="*/ 1608794 w 1723042"/>
              <a:gd name="csY9336" fmla="*/ 813298 h 825984"/>
              <a:gd name="csX9337" fmla="*/ 1608972 w 1723042"/>
              <a:gd name="csY9337" fmla="*/ 813307 h 825984"/>
              <a:gd name="csX9338" fmla="*/ 1609141 w 1723042"/>
              <a:gd name="csY9338" fmla="*/ 813307 h 825984"/>
              <a:gd name="csX9339" fmla="*/ 1609310 w 1723042"/>
              <a:gd name="csY9339" fmla="*/ 813316 h 825984"/>
              <a:gd name="csX9340" fmla="*/ 1609488 w 1723042"/>
              <a:gd name="csY9340" fmla="*/ 813316 h 825984"/>
              <a:gd name="csX9341" fmla="*/ 1609657 w 1723042"/>
              <a:gd name="csY9341" fmla="*/ 813325 h 825984"/>
              <a:gd name="csX9342" fmla="*/ 1609826 w 1723042"/>
              <a:gd name="csY9342" fmla="*/ 813334 h 825984"/>
              <a:gd name="csX9343" fmla="*/ 1610004 w 1723042"/>
              <a:gd name="csY9343" fmla="*/ 813334 h 825984"/>
              <a:gd name="csX9344" fmla="*/ 1610173 w 1723042"/>
              <a:gd name="csY9344" fmla="*/ 813343 h 825984"/>
              <a:gd name="csX9345" fmla="*/ 1610342 w 1723042"/>
              <a:gd name="csY9345" fmla="*/ 813343 h 825984"/>
              <a:gd name="csX9346" fmla="*/ 1610520 w 1723042"/>
              <a:gd name="csY9346" fmla="*/ 813352 h 825984"/>
              <a:gd name="csX9347" fmla="*/ 1610689 w 1723042"/>
              <a:gd name="csY9347" fmla="*/ 813352 h 825984"/>
              <a:gd name="csX9348" fmla="*/ 1610867 w 1723042"/>
              <a:gd name="csY9348" fmla="*/ 813361 h 825984"/>
              <a:gd name="csX9349" fmla="*/ 1611036 w 1723042"/>
              <a:gd name="csY9349" fmla="*/ 813361 h 825984"/>
              <a:gd name="csX9350" fmla="*/ 1611205 w 1723042"/>
              <a:gd name="csY9350" fmla="*/ 813370 h 825984"/>
              <a:gd name="csX9351" fmla="*/ 1611383 w 1723042"/>
              <a:gd name="csY9351" fmla="*/ 813370 h 825984"/>
              <a:gd name="csX9352" fmla="*/ 1611552 w 1723042"/>
              <a:gd name="csY9352" fmla="*/ 813378 h 825984"/>
              <a:gd name="csX9353" fmla="*/ 1611721 w 1723042"/>
              <a:gd name="csY9353" fmla="*/ 813387 h 825984"/>
              <a:gd name="csX9354" fmla="*/ 1611899 w 1723042"/>
              <a:gd name="csY9354" fmla="*/ 813387 h 825984"/>
              <a:gd name="csX9355" fmla="*/ 1612068 w 1723042"/>
              <a:gd name="csY9355" fmla="*/ 813396 h 825984"/>
              <a:gd name="csX9356" fmla="*/ 1612246 w 1723042"/>
              <a:gd name="csY9356" fmla="*/ 813396 h 825984"/>
              <a:gd name="csX9357" fmla="*/ 1612415 w 1723042"/>
              <a:gd name="csY9357" fmla="*/ 813405 h 825984"/>
              <a:gd name="csX9358" fmla="*/ 1612584 w 1723042"/>
              <a:gd name="csY9358" fmla="*/ 813405 h 825984"/>
              <a:gd name="csX9359" fmla="*/ 1612762 w 1723042"/>
              <a:gd name="csY9359" fmla="*/ 813414 h 825984"/>
              <a:gd name="csX9360" fmla="*/ 1612931 w 1723042"/>
              <a:gd name="csY9360" fmla="*/ 813414 h 825984"/>
              <a:gd name="csX9361" fmla="*/ 1613100 w 1723042"/>
              <a:gd name="csY9361" fmla="*/ 813423 h 825984"/>
              <a:gd name="csX9362" fmla="*/ 1613278 w 1723042"/>
              <a:gd name="csY9362" fmla="*/ 813423 h 825984"/>
              <a:gd name="csX9363" fmla="*/ 1613447 w 1723042"/>
              <a:gd name="csY9363" fmla="*/ 813432 h 825984"/>
              <a:gd name="csX9364" fmla="*/ 1613616 w 1723042"/>
              <a:gd name="csY9364" fmla="*/ 813432 h 825984"/>
              <a:gd name="csX9365" fmla="*/ 1613794 w 1723042"/>
              <a:gd name="csY9365" fmla="*/ 813441 h 825984"/>
              <a:gd name="csX9366" fmla="*/ 1613963 w 1723042"/>
              <a:gd name="csY9366" fmla="*/ 813450 h 825984"/>
              <a:gd name="csX9367" fmla="*/ 1614141 w 1723042"/>
              <a:gd name="csY9367" fmla="*/ 813450 h 825984"/>
              <a:gd name="csX9368" fmla="*/ 1614310 w 1723042"/>
              <a:gd name="csY9368" fmla="*/ 813458 h 825984"/>
              <a:gd name="csX9369" fmla="*/ 1614479 w 1723042"/>
              <a:gd name="csY9369" fmla="*/ 813458 h 825984"/>
              <a:gd name="csX9370" fmla="*/ 1614657 w 1723042"/>
              <a:gd name="csY9370" fmla="*/ 813467 h 825984"/>
              <a:gd name="csX9371" fmla="*/ 1614826 w 1723042"/>
              <a:gd name="csY9371" fmla="*/ 813467 h 825984"/>
              <a:gd name="csX9372" fmla="*/ 1614995 w 1723042"/>
              <a:gd name="csY9372" fmla="*/ 813476 h 825984"/>
              <a:gd name="csX9373" fmla="*/ 1615173 w 1723042"/>
              <a:gd name="csY9373" fmla="*/ 813476 h 825984"/>
              <a:gd name="csX9374" fmla="*/ 1615342 w 1723042"/>
              <a:gd name="csY9374" fmla="*/ 813485 h 825984"/>
              <a:gd name="csX9375" fmla="*/ 1615520 w 1723042"/>
              <a:gd name="csY9375" fmla="*/ 813485 h 825984"/>
              <a:gd name="csX9376" fmla="*/ 1615689 w 1723042"/>
              <a:gd name="csY9376" fmla="*/ 813494 h 825984"/>
              <a:gd name="csX9377" fmla="*/ 1615858 w 1723042"/>
              <a:gd name="csY9377" fmla="*/ 813494 h 825984"/>
              <a:gd name="csX9378" fmla="*/ 1616036 w 1723042"/>
              <a:gd name="csY9378" fmla="*/ 813503 h 825984"/>
              <a:gd name="csX9379" fmla="*/ 1616205 w 1723042"/>
              <a:gd name="csY9379" fmla="*/ 813512 h 825984"/>
              <a:gd name="csX9380" fmla="*/ 1616374 w 1723042"/>
              <a:gd name="csY9380" fmla="*/ 813512 h 825984"/>
              <a:gd name="csX9381" fmla="*/ 1616552 w 1723042"/>
              <a:gd name="csY9381" fmla="*/ 813521 h 825984"/>
              <a:gd name="csX9382" fmla="*/ 1616721 w 1723042"/>
              <a:gd name="csY9382" fmla="*/ 813521 h 825984"/>
              <a:gd name="csX9383" fmla="*/ 1616899 w 1723042"/>
              <a:gd name="csY9383" fmla="*/ 813530 h 825984"/>
              <a:gd name="csX9384" fmla="*/ 1617068 w 1723042"/>
              <a:gd name="csY9384" fmla="*/ 813530 h 825984"/>
              <a:gd name="csX9385" fmla="*/ 1617237 w 1723042"/>
              <a:gd name="csY9385" fmla="*/ 813539 h 825984"/>
              <a:gd name="csX9386" fmla="*/ 1617415 w 1723042"/>
              <a:gd name="csY9386" fmla="*/ 813539 h 825984"/>
              <a:gd name="csX9387" fmla="*/ 1617584 w 1723042"/>
              <a:gd name="csY9387" fmla="*/ 813547 h 825984"/>
              <a:gd name="csX9388" fmla="*/ 1617753 w 1723042"/>
              <a:gd name="csY9388" fmla="*/ 813547 h 825984"/>
              <a:gd name="csX9389" fmla="*/ 1617931 w 1723042"/>
              <a:gd name="csY9389" fmla="*/ 813556 h 825984"/>
              <a:gd name="csX9390" fmla="*/ 1618100 w 1723042"/>
              <a:gd name="csY9390" fmla="*/ 813556 h 825984"/>
              <a:gd name="csX9391" fmla="*/ 1618269 w 1723042"/>
              <a:gd name="csY9391" fmla="*/ 813565 h 825984"/>
              <a:gd name="csX9392" fmla="*/ 1618447 w 1723042"/>
              <a:gd name="csY9392" fmla="*/ 813565 h 825984"/>
              <a:gd name="csX9393" fmla="*/ 1618616 w 1723042"/>
              <a:gd name="csY9393" fmla="*/ 813574 h 825984"/>
              <a:gd name="csX9394" fmla="*/ 1618794 w 1723042"/>
              <a:gd name="csY9394" fmla="*/ 813583 h 825984"/>
              <a:gd name="csX9395" fmla="*/ 1618963 w 1723042"/>
              <a:gd name="csY9395" fmla="*/ 813583 h 825984"/>
              <a:gd name="csX9396" fmla="*/ 1619132 w 1723042"/>
              <a:gd name="csY9396" fmla="*/ 813592 h 825984"/>
              <a:gd name="csX9397" fmla="*/ 1619310 w 1723042"/>
              <a:gd name="csY9397" fmla="*/ 813592 h 825984"/>
              <a:gd name="csX9398" fmla="*/ 1619479 w 1723042"/>
              <a:gd name="csY9398" fmla="*/ 813601 h 825984"/>
              <a:gd name="csX9399" fmla="*/ 1619648 w 1723042"/>
              <a:gd name="csY9399" fmla="*/ 813601 h 825984"/>
              <a:gd name="csX9400" fmla="*/ 1619826 w 1723042"/>
              <a:gd name="csY9400" fmla="*/ 813610 h 825984"/>
              <a:gd name="csX9401" fmla="*/ 1619995 w 1723042"/>
              <a:gd name="csY9401" fmla="*/ 813610 h 825984"/>
              <a:gd name="csX9402" fmla="*/ 1620173 w 1723042"/>
              <a:gd name="csY9402" fmla="*/ 813619 h 825984"/>
              <a:gd name="csX9403" fmla="*/ 1620342 w 1723042"/>
              <a:gd name="csY9403" fmla="*/ 813619 h 825984"/>
              <a:gd name="csX9404" fmla="*/ 1620511 w 1723042"/>
              <a:gd name="csY9404" fmla="*/ 813628 h 825984"/>
              <a:gd name="csX9405" fmla="*/ 1620689 w 1723042"/>
              <a:gd name="csY9405" fmla="*/ 813628 h 825984"/>
              <a:gd name="csX9406" fmla="*/ 1620858 w 1723042"/>
              <a:gd name="csY9406" fmla="*/ 813636 h 825984"/>
              <a:gd name="csX9407" fmla="*/ 1621027 w 1723042"/>
              <a:gd name="csY9407" fmla="*/ 813636 h 825984"/>
              <a:gd name="csX9408" fmla="*/ 1621205 w 1723042"/>
              <a:gd name="csY9408" fmla="*/ 813645 h 825984"/>
              <a:gd name="csX9409" fmla="*/ 1621374 w 1723042"/>
              <a:gd name="csY9409" fmla="*/ 813645 h 825984"/>
              <a:gd name="csX9410" fmla="*/ 1621543 w 1723042"/>
              <a:gd name="csY9410" fmla="*/ 813654 h 825984"/>
              <a:gd name="csX9411" fmla="*/ 1621721 w 1723042"/>
              <a:gd name="csY9411" fmla="*/ 813654 h 825984"/>
              <a:gd name="csX9412" fmla="*/ 1621890 w 1723042"/>
              <a:gd name="csY9412" fmla="*/ 813663 h 825984"/>
              <a:gd name="csX9413" fmla="*/ 1622067 w 1723042"/>
              <a:gd name="csY9413" fmla="*/ 813672 h 825984"/>
              <a:gd name="csX9414" fmla="*/ 1622237 w 1723042"/>
              <a:gd name="csY9414" fmla="*/ 813672 h 825984"/>
              <a:gd name="csX9415" fmla="*/ 1622406 w 1723042"/>
              <a:gd name="csY9415" fmla="*/ 813681 h 825984"/>
              <a:gd name="csX9416" fmla="*/ 1622584 w 1723042"/>
              <a:gd name="csY9416" fmla="*/ 813681 h 825984"/>
              <a:gd name="csX9417" fmla="*/ 1622753 w 1723042"/>
              <a:gd name="csY9417" fmla="*/ 813690 h 825984"/>
              <a:gd name="csX9418" fmla="*/ 1622922 w 1723042"/>
              <a:gd name="csY9418" fmla="*/ 813690 h 825984"/>
              <a:gd name="csX9419" fmla="*/ 1623100 w 1723042"/>
              <a:gd name="csY9419" fmla="*/ 813699 h 825984"/>
              <a:gd name="csX9420" fmla="*/ 1623269 w 1723042"/>
              <a:gd name="csY9420" fmla="*/ 813699 h 825984"/>
              <a:gd name="csX9421" fmla="*/ 1623446 w 1723042"/>
              <a:gd name="csY9421" fmla="*/ 813708 h 825984"/>
              <a:gd name="csX9422" fmla="*/ 1623615 w 1723042"/>
              <a:gd name="csY9422" fmla="*/ 813708 h 825984"/>
              <a:gd name="csX9423" fmla="*/ 1623785 w 1723042"/>
              <a:gd name="csY9423" fmla="*/ 813717 h 825984"/>
              <a:gd name="csX9424" fmla="*/ 1623963 w 1723042"/>
              <a:gd name="csY9424" fmla="*/ 813717 h 825984"/>
              <a:gd name="csX9425" fmla="*/ 1624132 w 1723042"/>
              <a:gd name="csY9425" fmla="*/ 813725 h 825984"/>
              <a:gd name="csX9426" fmla="*/ 1624300 w 1723042"/>
              <a:gd name="csY9426" fmla="*/ 813725 h 825984"/>
              <a:gd name="csX9427" fmla="*/ 1624479 w 1723042"/>
              <a:gd name="csY9427" fmla="*/ 813734 h 825984"/>
              <a:gd name="csX9428" fmla="*/ 1624648 w 1723042"/>
              <a:gd name="csY9428" fmla="*/ 813734 h 825984"/>
              <a:gd name="csX9429" fmla="*/ 1624825 w 1723042"/>
              <a:gd name="csY9429" fmla="*/ 813743 h 825984"/>
              <a:gd name="csX9430" fmla="*/ 1624994 w 1723042"/>
              <a:gd name="csY9430" fmla="*/ 813743 h 825984"/>
              <a:gd name="csX9431" fmla="*/ 1625163 w 1723042"/>
              <a:gd name="csY9431" fmla="*/ 813752 h 825984"/>
              <a:gd name="csX9432" fmla="*/ 1625342 w 1723042"/>
              <a:gd name="csY9432" fmla="*/ 813752 h 825984"/>
              <a:gd name="csX9433" fmla="*/ 1625510 w 1723042"/>
              <a:gd name="csY9433" fmla="*/ 813761 h 825984"/>
              <a:gd name="csX9434" fmla="*/ 1625679 w 1723042"/>
              <a:gd name="csY9434" fmla="*/ 813761 h 825984"/>
              <a:gd name="csX9435" fmla="*/ 1625857 w 1723042"/>
              <a:gd name="csY9435" fmla="*/ 813770 h 825984"/>
              <a:gd name="csX9436" fmla="*/ 1626027 w 1723042"/>
              <a:gd name="csY9436" fmla="*/ 813779 h 825984"/>
              <a:gd name="csX9437" fmla="*/ 1626196 w 1723042"/>
              <a:gd name="csY9437" fmla="*/ 813779 h 825984"/>
              <a:gd name="csX9438" fmla="*/ 1626373 w 1723042"/>
              <a:gd name="csY9438" fmla="*/ 813788 h 825984"/>
              <a:gd name="csX9439" fmla="*/ 1626542 w 1723042"/>
              <a:gd name="csY9439" fmla="*/ 813788 h 825984"/>
              <a:gd name="csX9440" fmla="*/ 1626720 w 1723042"/>
              <a:gd name="csY9440" fmla="*/ 813797 h 825984"/>
              <a:gd name="csX9441" fmla="*/ 1626889 w 1723042"/>
              <a:gd name="csY9441" fmla="*/ 813797 h 825984"/>
              <a:gd name="csX9442" fmla="*/ 1627058 w 1723042"/>
              <a:gd name="csY9442" fmla="*/ 813805 h 825984"/>
              <a:gd name="csX9443" fmla="*/ 1627236 w 1723042"/>
              <a:gd name="csY9443" fmla="*/ 813805 h 825984"/>
              <a:gd name="csX9444" fmla="*/ 1627405 w 1723042"/>
              <a:gd name="csY9444" fmla="*/ 813814 h 825984"/>
              <a:gd name="csX9445" fmla="*/ 1627575 w 1723042"/>
              <a:gd name="csY9445" fmla="*/ 813814 h 825984"/>
              <a:gd name="csX9446" fmla="*/ 1627752 w 1723042"/>
              <a:gd name="csY9446" fmla="*/ 813823 h 825984"/>
              <a:gd name="csX9447" fmla="*/ 1627921 w 1723042"/>
              <a:gd name="csY9447" fmla="*/ 813823 h 825984"/>
              <a:gd name="csX9448" fmla="*/ 1628099 w 1723042"/>
              <a:gd name="csY9448" fmla="*/ 813832 h 825984"/>
              <a:gd name="csX9449" fmla="*/ 1628268 w 1723042"/>
              <a:gd name="csY9449" fmla="*/ 813832 h 825984"/>
              <a:gd name="csX9450" fmla="*/ 1628437 w 1723042"/>
              <a:gd name="csY9450" fmla="*/ 813841 h 825984"/>
              <a:gd name="csX9451" fmla="*/ 1628615 w 1723042"/>
              <a:gd name="csY9451" fmla="*/ 813841 h 825984"/>
              <a:gd name="csX9452" fmla="*/ 1628784 w 1723042"/>
              <a:gd name="csY9452" fmla="*/ 813850 h 825984"/>
              <a:gd name="csX9453" fmla="*/ 1628953 w 1723042"/>
              <a:gd name="csY9453" fmla="*/ 813850 h 825984"/>
              <a:gd name="csX9454" fmla="*/ 1629131 w 1723042"/>
              <a:gd name="csY9454" fmla="*/ 813859 h 825984"/>
              <a:gd name="csX9455" fmla="*/ 1629300 w 1723042"/>
              <a:gd name="csY9455" fmla="*/ 813859 h 825984"/>
              <a:gd name="csX9456" fmla="*/ 1629478 w 1723042"/>
              <a:gd name="csY9456" fmla="*/ 813868 h 825984"/>
              <a:gd name="csX9457" fmla="*/ 1629647 w 1723042"/>
              <a:gd name="csY9457" fmla="*/ 813868 h 825984"/>
              <a:gd name="csX9458" fmla="*/ 1629816 w 1723042"/>
              <a:gd name="csY9458" fmla="*/ 813877 h 825984"/>
              <a:gd name="csX9459" fmla="*/ 1629994 w 1723042"/>
              <a:gd name="csY9459" fmla="*/ 813877 h 825984"/>
              <a:gd name="csX9460" fmla="*/ 1630163 w 1723042"/>
              <a:gd name="csY9460" fmla="*/ 813885 h 825984"/>
              <a:gd name="csX9461" fmla="*/ 1630332 w 1723042"/>
              <a:gd name="csY9461" fmla="*/ 813885 h 825984"/>
              <a:gd name="csX9462" fmla="*/ 1630510 w 1723042"/>
              <a:gd name="csY9462" fmla="*/ 813894 h 825984"/>
              <a:gd name="csX9463" fmla="*/ 1630679 w 1723042"/>
              <a:gd name="csY9463" fmla="*/ 813894 h 825984"/>
              <a:gd name="csX9464" fmla="*/ 1630848 w 1723042"/>
              <a:gd name="csY9464" fmla="*/ 813903 h 825984"/>
              <a:gd name="csX9465" fmla="*/ 1631026 w 1723042"/>
              <a:gd name="csY9465" fmla="*/ 813903 h 825984"/>
              <a:gd name="csX9466" fmla="*/ 1631195 w 1723042"/>
              <a:gd name="csY9466" fmla="*/ 813912 h 825984"/>
              <a:gd name="csX9467" fmla="*/ 1631373 w 1723042"/>
              <a:gd name="csY9467" fmla="*/ 813912 h 825984"/>
              <a:gd name="csX9468" fmla="*/ 1631542 w 1723042"/>
              <a:gd name="csY9468" fmla="*/ 813921 h 825984"/>
              <a:gd name="csX9469" fmla="*/ 1631711 w 1723042"/>
              <a:gd name="csY9469" fmla="*/ 813921 h 825984"/>
              <a:gd name="csX9470" fmla="*/ 1631889 w 1723042"/>
              <a:gd name="csY9470" fmla="*/ 813930 h 825984"/>
              <a:gd name="csX9471" fmla="*/ 1632058 w 1723042"/>
              <a:gd name="csY9471" fmla="*/ 813930 h 825984"/>
              <a:gd name="csX9472" fmla="*/ 1632227 w 1723042"/>
              <a:gd name="csY9472" fmla="*/ 813939 h 825984"/>
              <a:gd name="csX9473" fmla="*/ 1632405 w 1723042"/>
              <a:gd name="csY9473" fmla="*/ 813939 h 825984"/>
              <a:gd name="csX9474" fmla="*/ 1632574 w 1723042"/>
              <a:gd name="csY9474" fmla="*/ 813948 h 825984"/>
              <a:gd name="csX9475" fmla="*/ 1632752 w 1723042"/>
              <a:gd name="csY9475" fmla="*/ 813948 h 825984"/>
              <a:gd name="csX9476" fmla="*/ 1632921 w 1723042"/>
              <a:gd name="csY9476" fmla="*/ 813957 h 825984"/>
              <a:gd name="csX9477" fmla="*/ 1633090 w 1723042"/>
              <a:gd name="csY9477" fmla="*/ 813966 h 825984"/>
              <a:gd name="csX9478" fmla="*/ 1633268 w 1723042"/>
              <a:gd name="csY9478" fmla="*/ 813966 h 825984"/>
              <a:gd name="csX9479" fmla="*/ 1633437 w 1723042"/>
              <a:gd name="csY9479" fmla="*/ 813975 h 825984"/>
              <a:gd name="csX9480" fmla="*/ 1633606 w 1723042"/>
              <a:gd name="csY9480" fmla="*/ 813975 h 825984"/>
              <a:gd name="csX9481" fmla="*/ 1633784 w 1723042"/>
              <a:gd name="csY9481" fmla="*/ 813983 h 825984"/>
              <a:gd name="csX9482" fmla="*/ 1633953 w 1723042"/>
              <a:gd name="csY9482" fmla="*/ 813983 h 825984"/>
              <a:gd name="csX9483" fmla="*/ 1634122 w 1723042"/>
              <a:gd name="csY9483" fmla="*/ 813992 h 825984"/>
              <a:gd name="csX9484" fmla="*/ 1634300 w 1723042"/>
              <a:gd name="csY9484" fmla="*/ 813992 h 825984"/>
              <a:gd name="csX9485" fmla="*/ 1634469 w 1723042"/>
              <a:gd name="csY9485" fmla="*/ 814001 h 825984"/>
              <a:gd name="csX9486" fmla="*/ 1634647 w 1723042"/>
              <a:gd name="csY9486" fmla="*/ 814001 h 825984"/>
              <a:gd name="csX9487" fmla="*/ 1634816 w 1723042"/>
              <a:gd name="csY9487" fmla="*/ 814010 h 825984"/>
              <a:gd name="csX9488" fmla="*/ 1634985 w 1723042"/>
              <a:gd name="csY9488" fmla="*/ 814010 h 825984"/>
              <a:gd name="csX9489" fmla="*/ 1635163 w 1723042"/>
              <a:gd name="csY9489" fmla="*/ 814019 h 825984"/>
              <a:gd name="csX9490" fmla="*/ 1635332 w 1723042"/>
              <a:gd name="csY9490" fmla="*/ 814019 h 825984"/>
              <a:gd name="csX9491" fmla="*/ 1635501 w 1723042"/>
              <a:gd name="csY9491" fmla="*/ 814028 h 825984"/>
              <a:gd name="csX9492" fmla="*/ 1635679 w 1723042"/>
              <a:gd name="csY9492" fmla="*/ 814028 h 825984"/>
              <a:gd name="csX9493" fmla="*/ 1635848 w 1723042"/>
              <a:gd name="csY9493" fmla="*/ 814037 h 825984"/>
              <a:gd name="csX9494" fmla="*/ 1636026 w 1723042"/>
              <a:gd name="csY9494" fmla="*/ 814037 h 825984"/>
              <a:gd name="csX9495" fmla="*/ 1636195 w 1723042"/>
              <a:gd name="csY9495" fmla="*/ 814046 h 825984"/>
              <a:gd name="csX9496" fmla="*/ 1636364 w 1723042"/>
              <a:gd name="csY9496" fmla="*/ 814046 h 825984"/>
              <a:gd name="csX9497" fmla="*/ 1636542 w 1723042"/>
              <a:gd name="csY9497" fmla="*/ 814055 h 825984"/>
              <a:gd name="csX9498" fmla="*/ 1636711 w 1723042"/>
              <a:gd name="csY9498" fmla="*/ 814055 h 825984"/>
              <a:gd name="csX9499" fmla="*/ 1636880 w 1723042"/>
              <a:gd name="csY9499" fmla="*/ 814063 h 825984"/>
              <a:gd name="csX9500" fmla="*/ 1637058 w 1723042"/>
              <a:gd name="csY9500" fmla="*/ 814063 h 825984"/>
              <a:gd name="csX9501" fmla="*/ 1637227 w 1723042"/>
              <a:gd name="csY9501" fmla="*/ 814072 h 825984"/>
              <a:gd name="csX9502" fmla="*/ 1637405 w 1723042"/>
              <a:gd name="csY9502" fmla="*/ 814072 h 825984"/>
              <a:gd name="csX9503" fmla="*/ 1637574 w 1723042"/>
              <a:gd name="csY9503" fmla="*/ 814081 h 825984"/>
              <a:gd name="csX9504" fmla="*/ 1637743 w 1723042"/>
              <a:gd name="csY9504" fmla="*/ 814081 h 825984"/>
              <a:gd name="csX9505" fmla="*/ 1637921 w 1723042"/>
              <a:gd name="csY9505" fmla="*/ 814090 h 825984"/>
              <a:gd name="csX9506" fmla="*/ 1638090 w 1723042"/>
              <a:gd name="csY9506" fmla="*/ 814090 h 825984"/>
              <a:gd name="csX9507" fmla="*/ 1638259 w 1723042"/>
              <a:gd name="csY9507" fmla="*/ 814099 h 825984"/>
              <a:gd name="csX9508" fmla="*/ 1638437 w 1723042"/>
              <a:gd name="csY9508" fmla="*/ 814099 h 825984"/>
              <a:gd name="csX9509" fmla="*/ 1638606 w 1723042"/>
              <a:gd name="csY9509" fmla="*/ 814108 h 825984"/>
              <a:gd name="csX9510" fmla="*/ 1638775 w 1723042"/>
              <a:gd name="csY9510" fmla="*/ 814108 h 825984"/>
              <a:gd name="csX9511" fmla="*/ 1638953 w 1723042"/>
              <a:gd name="csY9511" fmla="*/ 814117 h 825984"/>
              <a:gd name="csX9512" fmla="*/ 1639122 w 1723042"/>
              <a:gd name="csY9512" fmla="*/ 814117 h 825984"/>
              <a:gd name="csX9513" fmla="*/ 1639300 w 1723042"/>
              <a:gd name="csY9513" fmla="*/ 814126 h 825984"/>
              <a:gd name="csX9514" fmla="*/ 1639469 w 1723042"/>
              <a:gd name="csY9514" fmla="*/ 814126 h 825984"/>
              <a:gd name="csX9515" fmla="*/ 1639638 w 1723042"/>
              <a:gd name="csY9515" fmla="*/ 814135 h 825984"/>
              <a:gd name="csX9516" fmla="*/ 1639816 w 1723042"/>
              <a:gd name="csY9516" fmla="*/ 814135 h 825984"/>
              <a:gd name="csX9517" fmla="*/ 1639985 w 1723042"/>
              <a:gd name="csY9517" fmla="*/ 814144 h 825984"/>
              <a:gd name="csX9518" fmla="*/ 1640154 w 1723042"/>
              <a:gd name="csY9518" fmla="*/ 814144 h 825984"/>
              <a:gd name="csX9519" fmla="*/ 1640332 w 1723042"/>
              <a:gd name="csY9519" fmla="*/ 814152 h 825984"/>
              <a:gd name="csX9520" fmla="*/ 1640501 w 1723042"/>
              <a:gd name="csY9520" fmla="*/ 814152 h 825984"/>
              <a:gd name="csX9521" fmla="*/ 1640679 w 1723042"/>
              <a:gd name="csY9521" fmla="*/ 814161 h 825984"/>
              <a:gd name="csX9522" fmla="*/ 1640848 w 1723042"/>
              <a:gd name="csY9522" fmla="*/ 814161 h 825984"/>
              <a:gd name="csX9523" fmla="*/ 1641017 w 1723042"/>
              <a:gd name="csY9523" fmla="*/ 814161 h 825984"/>
              <a:gd name="csX9524" fmla="*/ 1641195 w 1723042"/>
              <a:gd name="csY9524" fmla="*/ 814170 h 825984"/>
              <a:gd name="csX9525" fmla="*/ 1641364 w 1723042"/>
              <a:gd name="csY9525" fmla="*/ 814170 h 825984"/>
              <a:gd name="csX9526" fmla="*/ 1641533 w 1723042"/>
              <a:gd name="csY9526" fmla="*/ 814179 h 825984"/>
              <a:gd name="csX9527" fmla="*/ 1641711 w 1723042"/>
              <a:gd name="csY9527" fmla="*/ 814179 h 825984"/>
              <a:gd name="csX9528" fmla="*/ 1641880 w 1723042"/>
              <a:gd name="csY9528" fmla="*/ 814188 h 825984"/>
              <a:gd name="csX9529" fmla="*/ 1642049 w 1723042"/>
              <a:gd name="csY9529" fmla="*/ 814188 h 825984"/>
              <a:gd name="csX9530" fmla="*/ 1642227 w 1723042"/>
              <a:gd name="csY9530" fmla="*/ 814197 h 825984"/>
              <a:gd name="csX9531" fmla="*/ 1642396 w 1723042"/>
              <a:gd name="csY9531" fmla="*/ 814197 h 825984"/>
              <a:gd name="csX9532" fmla="*/ 1642574 w 1723042"/>
              <a:gd name="csY9532" fmla="*/ 814206 h 825984"/>
              <a:gd name="csX9533" fmla="*/ 1642743 w 1723042"/>
              <a:gd name="csY9533" fmla="*/ 814206 h 825984"/>
              <a:gd name="csX9534" fmla="*/ 1642912 w 1723042"/>
              <a:gd name="csY9534" fmla="*/ 814215 h 825984"/>
              <a:gd name="csX9535" fmla="*/ 1643090 w 1723042"/>
              <a:gd name="csY9535" fmla="*/ 814215 h 825984"/>
              <a:gd name="csX9536" fmla="*/ 1643259 w 1723042"/>
              <a:gd name="csY9536" fmla="*/ 814224 h 825984"/>
              <a:gd name="csX9537" fmla="*/ 1643428 w 1723042"/>
              <a:gd name="csY9537" fmla="*/ 814224 h 825984"/>
              <a:gd name="csX9538" fmla="*/ 1643606 w 1723042"/>
              <a:gd name="csY9538" fmla="*/ 814232 h 825984"/>
              <a:gd name="csX9539" fmla="*/ 1643775 w 1723042"/>
              <a:gd name="csY9539" fmla="*/ 814232 h 825984"/>
              <a:gd name="csX9540" fmla="*/ 1643953 w 1723042"/>
              <a:gd name="csY9540" fmla="*/ 814241 h 825984"/>
              <a:gd name="csX9541" fmla="*/ 1644122 w 1723042"/>
              <a:gd name="csY9541" fmla="*/ 814241 h 825984"/>
              <a:gd name="csX9542" fmla="*/ 1644291 w 1723042"/>
              <a:gd name="csY9542" fmla="*/ 814250 h 825984"/>
              <a:gd name="csX9543" fmla="*/ 1644469 w 1723042"/>
              <a:gd name="csY9543" fmla="*/ 814250 h 825984"/>
              <a:gd name="csX9544" fmla="*/ 1644638 w 1723042"/>
              <a:gd name="csY9544" fmla="*/ 814259 h 825984"/>
              <a:gd name="csX9545" fmla="*/ 1644807 w 1723042"/>
              <a:gd name="csY9545" fmla="*/ 814259 h 825984"/>
              <a:gd name="csX9546" fmla="*/ 1644985 w 1723042"/>
              <a:gd name="csY9546" fmla="*/ 814268 h 825984"/>
              <a:gd name="csX9547" fmla="*/ 1645154 w 1723042"/>
              <a:gd name="csY9547" fmla="*/ 814268 h 825984"/>
              <a:gd name="csX9548" fmla="*/ 1645332 w 1723042"/>
              <a:gd name="csY9548" fmla="*/ 814277 h 825984"/>
              <a:gd name="csX9549" fmla="*/ 1645501 w 1723042"/>
              <a:gd name="csY9549" fmla="*/ 814277 h 825984"/>
              <a:gd name="csX9550" fmla="*/ 1645670 w 1723042"/>
              <a:gd name="csY9550" fmla="*/ 814286 h 825984"/>
              <a:gd name="csX9551" fmla="*/ 1645848 w 1723042"/>
              <a:gd name="csY9551" fmla="*/ 814286 h 825984"/>
              <a:gd name="csX9552" fmla="*/ 1646017 w 1723042"/>
              <a:gd name="csY9552" fmla="*/ 814295 h 825984"/>
              <a:gd name="csX9553" fmla="*/ 1646186 w 1723042"/>
              <a:gd name="csY9553" fmla="*/ 814295 h 825984"/>
              <a:gd name="csX9554" fmla="*/ 1646364 w 1723042"/>
              <a:gd name="csY9554" fmla="*/ 814304 h 825984"/>
              <a:gd name="csX9555" fmla="*/ 1646533 w 1723042"/>
              <a:gd name="csY9555" fmla="*/ 814304 h 825984"/>
              <a:gd name="csX9556" fmla="*/ 1646702 w 1723042"/>
              <a:gd name="csY9556" fmla="*/ 814313 h 825984"/>
              <a:gd name="csX9557" fmla="*/ 1646880 w 1723042"/>
              <a:gd name="csY9557" fmla="*/ 814313 h 825984"/>
              <a:gd name="csX9558" fmla="*/ 1647049 w 1723042"/>
              <a:gd name="csY9558" fmla="*/ 814321 h 825984"/>
              <a:gd name="csX9559" fmla="*/ 1647227 w 1723042"/>
              <a:gd name="csY9559" fmla="*/ 814321 h 825984"/>
              <a:gd name="csX9560" fmla="*/ 1647396 w 1723042"/>
              <a:gd name="csY9560" fmla="*/ 814330 h 825984"/>
              <a:gd name="csX9561" fmla="*/ 1647565 w 1723042"/>
              <a:gd name="csY9561" fmla="*/ 814330 h 825984"/>
              <a:gd name="csX9562" fmla="*/ 1647743 w 1723042"/>
              <a:gd name="csY9562" fmla="*/ 814339 h 825984"/>
              <a:gd name="csX9563" fmla="*/ 1647912 w 1723042"/>
              <a:gd name="csY9563" fmla="*/ 814339 h 825984"/>
              <a:gd name="csX9564" fmla="*/ 1648081 w 1723042"/>
              <a:gd name="csY9564" fmla="*/ 814339 h 825984"/>
              <a:gd name="csX9565" fmla="*/ 1648259 w 1723042"/>
              <a:gd name="csY9565" fmla="*/ 814348 h 825984"/>
              <a:gd name="csX9566" fmla="*/ 1648428 w 1723042"/>
              <a:gd name="csY9566" fmla="*/ 814348 h 825984"/>
              <a:gd name="csX9567" fmla="*/ 1648606 w 1723042"/>
              <a:gd name="csY9567" fmla="*/ 814357 h 825984"/>
              <a:gd name="csX9568" fmla="*/ 1648775 w 1723042"/>
              <a:gd name="csY9568" fmla="*/ 814357 h 825984"/>
              <a:gd name="csX9569" fmla="*/ 1648944 w 1723042"/>
              <a:gd name="csY9569" fmla="*/ 814366 h 825984"/>
              <a:gd name="csX9570" fmla="*/ 1649122 w 1723042"/>
              <a:gd name="csY9570" fmla="*/ 814366 h 825984"/>
              <a:gd name="csX9571" fmla="*/ 1649291 w 1723042"/>
              <a:gd name="csY9571" fmla="*/ 814375 h 825984"/>
              <a:gd name="csX9572" fmla="*/ 1649460 w 1723042"/>
              <a:gd name="csY9572" fmla="*/ 814375 h 825984"/>
              <a:gd name="csX9573" fmla="*/ 1649638 w 1723042"/>
              <a:gd name="csY9573" fmla="*/ 814384 h 825984"/>
              <a:gd name="csX9574" fmla="*/ 1649807 w 1723042"/>
              <a:gd name="csY9574" fmla="*/ 814384 h 825984"/>
              <a:gd name="csX9575" fmla="*/ 1649976 w 1723042"/>
              <a:gd name="csY9575" fmla="*/ 814393 h 825984"/>
              <a:gd name="csX9576" fmla="*/ 1650154 w 1723042"/>
              <a:gd name="csY9576" fmla="*/ 814393 h 825984"/>
              <a:gd name="csX9577" fmla="*/ 1650323 w 1723042"/>
              <a:gd name="csY9577" fmla="*/ 814402 h 825984"/>
              <a:gd name="csX9578" fmla="*/ 1650501 w 1723042"/>
              <a:gd name="csY9578" fmla="*/ 814402 h 825984"/>
              <a:gd name="csX9579" fmla="*/ 1650670 w 1723042"/>
              <a:gd name="csY9579" fmla="*/ 814410 h 825984"/>
              <a:gd name="csX9580" fmla="*/ 1650839 w 1723042"/>
              <a:gd name="csY9580" fmla="*/ 814410 h 825984"/>
              <a:gd name="csX9581" fmla="*/ 1651017 w 1723042"/>
              <a:gd name="csY9581" fmla="*/ 814419 h 825984"/>
              <a:gd name="csX9582" fmla="*/ 1651186 w 1723042"/>
              <a:gd name="csY9582" fmla="*/ 814419 h 825984"/>
              <a:gd name="csX9583" fmla="*/ 1651355 w 1723042"/>
              <a:gd name="csY9583" fmla="*/ 814428 h 825984"/>
              <a:gd name="csX9584" fmla="*/ 1651533 w 1723042"/>
              <a:gd name="csY9584" fmla="*/ 814428 h 825984"/>
              <a:gd name="csX9585" fmla="*/ 1651702 w 1723042"/>
              <a:gd name="csY9585" fmla="*/ 814437 h 825984"/>
              <a:gd name="csX9586" fmla="*/ 1651879 w 1723042"/>
              <a:gd name="csY9586" fmla="*/ 814437 h 825984"/>
              <a:gd name="csX9587" fmla="*/ 1652049 w 1723042"/>
              <a:gd name="csY9587" fmla="*/ 814446 h 825984"/>
              <a:gd name="csX9588" fmla="*/ 1652218 w 1723042"/>
              <a:gd name="csY9588" fmla="*/ 814446 h 825984"/>
              <a:gd name="csX9589" fmla="*/ 1652396 w 1723042"/>
              <a:gd name="csY9589" fmla="*/ 814446 h 825984"/>
              <a:gd name="csX9590" fmla="*/ 1652565 w 1723042"/>
              <a:gd name="csY9590" fmla="*/ 814455 h 825984"/>
              <a:gd name="csX9591" fmla="*/ 1652734 w 1723042"/>
              <a:gd name="csY9591" fmla="*/ 814455 h 825984"/>
              <a:gd name="csX9592" fmla="*/ 1652912 w 1723042"/>
              <a:gd name="csY9592" fmla="*/ 814464 h 825984"/>
              <a:gd name="csX9593" fmla="*/ 1653081 w 1723042"/>
              <a:gd name="csY9593" fmla="*/ 814464 h 825984"/>
              <a:gd name="csX9594" fmla="*/ 1653258 w 1723042"/>
              <a:gd name="csY9594" fmla="*/ 814473 h 825984"/>
              <a:gd name="csX9595" fmla="*/ 1653427 w 1723042"/>
              <a:gd name="csY9595" fmla="*/ 814473 h 825984"/>
              <a:gd name="csX9596" fmla="*/ 1653597 w 1723042"/>
              <a:gd name="csY9596" fmla="*/ 814482 h 825984"/>
              <a:gd name="csX9597" fmla="*/ 1653775 w 1723042"/>
              <a:gd name="csY9597" fmla="*/ 814482 h 825984"/>
              <a:gd name="csX9598" fmla="*/ 1653944 w 1723042"/>
              <a:gd name="csY9598" fmla="*/ 814490 h 825984"/>
              <a:gd name="csX9599" fmla="*/ 1654112 w 1723042"/>
              <a:gd name="csY9599" fmla="*/ 814490 h 825984"/>
              <a:gd name="csX9600" fmla="*/ 1654291 w 1723042"/>
              <a:gd name="csY9600" fmla="*/ 814499 h 825984"/>
              <a:gd name="csX9601" fmla="*/ 1654460 w 1723042"/>
              <a:gd name="csY9601" fmla="*/ 814499 h 825984"/>
              <a:gd name="csX9602" fmla="*/ 1654629 w 1723042"/>
              <a:gd name="csY9602" fmla="*/ 814508 h 825984"/>
              <a:gd name="csX9603" fmla="*/ 1654806 w 1723042"/>
              <a:gd name="csY9603" fmla="*/ 814508 h 825984"/>
              <a:gd name="csX9604" fmla="*/ 1654975 w 1723042"/>
              <a:gd name="csY9604" fmla="*/ 814517 h 825984"/>
              <a:gd name="csX9605" fmla="*/ 1655154 w 1723042"/>
              <a:gd name="csY9605" fmla="*/ 814517 h 825984"/>
              <a:gd name="csX9606" fmla="*/ 1655323 w 1723042"/>
              <a:gd name="csY9606" fmla="*/ 814526 h 825984"/>
              <a:gd name="csX9607" fmla="*/ 1655491 w 1723042"/>
              <a:gd name="csY9607" fmla="*/ 814526 h 825984"/>
              <a:gd name="csX9608" fmla="*/ 1655669 w 1723042"/>
              <a:gd name="csY9608" fmla="*/ 814526 h 825984"/>
              <a:gd name="csX9609" fmla="*/ 1655839 w 1723042"/>
              <a:gd name="csY9609" fmla="*/ 814535 h 825984"/>
              <a:gd name="csX9610" fmla="*/ 1656008 w 1723042"/>
              <a:gd name="csY9610" fmla="*/ 814535 h 825984"/>
              <a:gd name="csX9611" fmla="*/ 1656185 w 1723042"/>
              <a:gd name="csY9611" fmla="*/ 814544 h 825984"/>
              <a:gd name="csX9612" fmla="*/ 1656354 w 1723042"/>
              <a:gd name="csY9612" fmla="*/ 814544 h 825984"/>
              <a:gd name="csX9613" fmla="*/ 1656532 w 1723042"/>
              <a:gd name="csY9613" fmla="*/ 814553 h 825984"/>
              <a:gd name="csX9614" fmla="*/ 1656701 w 1723042"/>
              <a:gd name="csY9614" fmla="*/ 814553 h 825984"/>
              <a:gd name="csX9615" fmla="*/ 1656870 w 1723042"/>
              <a:gd name="csY9615" fmla="*/ 814562 h 825984"/>
              <a:gd name="csX9616" fmla="*/ 1657048 w 1723042"/>
              <a:gd name="csY9616" fmla="*/ 814562 h 825984"/>
              <a:gd name="csX9617" fmla="*/ 1657217 w 1723042"/>
              <a:gd name="csY9617" fmla="*/ 814571 h 825984"/>
              <a:gd name="csX9618" fmla="*/ 1657387 w 1723042"/>
              <a:gd name="csY9618" fmla="*/ 814571 h 825984"/>
              <a:gd name="csX9619" fmla="*/ 1657564 w 1723042"/>
              <a:gd name="csY9619" fmla="*/ 814579 h 825984"/>
              <a:gd name="csX9620" fmla="*/ 1657733 w 1723042"/>
              <a:gd name="csY9620" fmla="*/ 814579 h 825984"/>
              <a:gd name="csX9621" fmla="*/ 1657911 w 1723042"/>
              <a:gd name="csY9621" fmla="*/ 814588 h 825984"/>
              <a:gd name="csX9622" fmla="*/ 1658080 w 1723042"/>
              <a:gd name="csY9622" fmla="*/ 814588 h 825984"/>
              <a:gd name="csX9623" fmla="*/ 1658249 w 1723042"/>
              <a:gd name="csY9623" fmla="*/ 814588 h 825984"/>
              <a:gd name="csX9624" fmla="*/ 1658427 w 1723042"/>
              <a:gd name="csY9624" fmla="*/ 814597 h 825984"/>
              <a:gd name="csX9625" fmla="*/ 1658596 w 1723042"/>
              <a:gd name="csY9625" fmla="*/ 814597 h 825984"/>
              <a:gd name="csX9626" fmla="*/ 1658765 w 1723042"/>
              <a:gd name="csY9626" fmla="*/ 814606 h 825984"/>
              <a:gd name="csX9627" fmla="*/ 1658943 w 1723042"/>
              <a:gd name="csY9627" fmla="*/ 814606 h 825984"/>
              <a:gd name="csX9628" fmla="*/ 1659112 w 1723042"/>
              <a:gd name="csY9628" fmla="*/ 814615 h 825984"/>
              <a:gd name="csX9629" fmla="*/ 1659281 w 1723042"/>
              <a:gd name="csY9629" fmla="*/ 814615 h 825984"/>
              <a:gd name="csX9630" fmla="*/ 1659459 w 1723042"/>
              <a:gd name="csY9630" fmla="*/ 814624 h 825984"/>
              <a:gd name="csX9631" fmla="*/ 1659628 w 1723042"/>
              <a:gd name="csY9631" fmla="*/ 814624 h 825984"/>
              <a:gd name="csX9632" fmla="*/ 1659806 w 1723042"/>
              <a:gd name="csY9632" fmla="*/ 814633 h 825984"/>
              <a:gd name="csX9633" fmla="*/ 1659975 w 1723042"/>
              <a:gd name="csY9633" fmla="*/ 814633 h 825984"/>
              <a:gd name="csX9634" fmla="*/ 1660144 w 1723042"/>
              <a:gd name="csY9634" fmla="*/ 814642 h 825984"/>
              <a:gd name="csX9635" fmla="*/ 1660322 w 1723042"/>
              <a:gd name="csY9635" fmla="*/ 814642 h 825984"/>
              <a:gd name="csX9636" fmla="*/ 1660491 w 1723042"/>
              <a:gd name="csY9636" fmla="*/ 814651 h 825984"/>
              <a:gd name="csX9637" fmla="*/ 1660660 w 1723042"/>
              <a:gd name="csY9637" fmla="*/ 814651 h 825984"/>
              <a:gd name="csX9638" fmla="*/ 1660838 w 1723042"/>
              <a:gd name="csY9638" fmla="*/ 814651 h 825984"/>
              <a:gd name="csX9639" fmla="*/ 1661007 w 1723042"/>
              <a:gd name="csY9639" fmla="*/ 814659 h 825984"/>
              <a:gd name="csX9640" fmla="*/ 1661185 w 1723042"/>
              <a:gd name="csY9640" fmla="*/ 814659 h 825984"/>
              <a:gd name="csX9641" fmla="*/ 1661354 w 1723042"/>
              <a:gd name="csY9641" fmla="*/ 814668 h 825984"/>
              <a:gd name="csX9642" fmla="*/ 1661523 w 1723042"/>
              <a:gd name="csY9642" fmla="*/ 814668 h 825984"/>
              <a:gd name="csX9643" fmla="*/ 1661701 w 1723042"/>
              <a:gd name="csY9643" fmla="*/ 814677 h 825984"/>
              <a:gd name="csX9644" fmla="*/ 1661870 w 1723042"/>
              <a:gd name="csY9644" fmla="*/ 814677 h 825984"/>
              <a:gd name="csX9645" fmla="*/ 1662039 w 1723042"/>
              <a:gd name="csY9645" fmla="*/ 814686 h 825984"/>
              <a:gd name="csX9646" fmla="*/ 1662217 w 1723042"/>
              <a:gd name="csY9646" fmla="*/ 814686 h 825984"/>
              <a:gd name="csX9647" fmla="*/ 1662386 w 1723042"/>
              <a:gd name="csY9647" fmla="*/ 814695 h 825984"/>
              <a:gd name="csX9648" fmla="*/ 1662555 w 1723042"/>
              <a:gd name="csY9648" fmla="*/ 814695 h 825984"/>
              <a:gd name="csX9649" fmla="*/ 1662733 w 1723042"/>
              <a:gd name="csY9649" fmla="*/ 814704 h 825984"/>
              <a:gd name="csX9650" fmla="*/ 1662902 w 1723042"/>
              <a:gd name="csY9650" fmla="*/ 814704 h 825984"/>
              <a:gd name="csX9651" fmla="*/ 1663080 w 1723042"/>
              <a:gd name="csY9651" fmla="*/ 814704 h 825984"/>
              <a:gd name="csX9652" fmla="*/ 1663249 w 1723042"/>
              <a:gd name="csY9652" fmla="*/ 814713 h 825984"/>
              <a:gd name="csX9653" fmla="*/ 1663418 w 1723042"/>
              <a:gd name="csY9653" fmla="*/ 814713 h 825984"/>
              <a:gd name="csX9654" fmla="*/ 1663596 w 1723042"/>
              <a:gd name="csY9654" fmla="*/ 814722 h 825984"/>
              <a:gd name="csX9655" fmla="*/ 1663765 w 1723042"/>
              <a:gd name="csY9655" fmla="*/ 814722 h 825984"/>
              <a:gd name="csX9656" fmla="*/ 1663934 w 1723042"/>
              <a:gd name="csY9656" fmla="*/ 814731 h 825984"/>
              <a:gd name="csX9657" fmla="*/ 1664112 w 1723042"/>
              <a:gd name="csY9657" fmla="*/ 814731 h 825984"/>
              <a:gd name="csX9658" fmla="*/ 1664281 w 1723042"/>
              <a:gd name="csY9658" fmla="*/ 814740 h 825984"/>
              <a:gd name="csX9659" fmla="*/ 1664459 w 1723042"/>
              <a:gd name="csY9659" fmla="*/ 814740 h 825984"/>
              <a:gd name="csX9660" fmla="*/ 1664628 w 1723042"/>
              <a:gd name="csY9660" fmla="*/ 814749 h 825984"/>
              <a:gd name="csX9661" fmla="*/ 1664797 w 1723042"/>
              <a:gd name="csY9661" fmla="*/ 814749 h 825984"/>
              <a:gd name="csX9662" fmla="*/ 1664975 w 1723042"/>
              <a:gd name="csY9662" fmla="*/ 814757 h 825984"/>
              <a:gd name="csX9663" fmla="*/ 1665144 w 1723042"/>
              <a:gd name="csY9663" fmla="*/ 814757 h 825984"/>
              <a:gd name="csX9664" fmla="*/ 1665313 w 1723042"/>
              <a:gd name="csY9664" fmla="*/ 814757 h 825984"/>
              <a:gd name="csX9665" fmla="*/ 1665491 w 1723042"/>
              <a:gd name="csY9665" fmla="*/ 814766 h 825984"/>
              <a:gd name="csX9666" fmla="*/ 1665660 w 1723042"/>
              <a:gd name="csY9666" fmla="*/ 814766 h 825984"/>
              <a:gd name="csX9667" fmla="*/ 1665838 w 1723042"/>
              <a:gd name="csY9667" fmla="*/ 814775 h 825984"/>
              <a:gd name="csX9668" fmla="*/ 1666007 w 1723042"/>
              <a:gd name="csY9668" fmla="*/ 814775 h 825984"/>
              <a:gd name="csX9669" fmla="*/ 1666176 w 1723042"/>
              <a:gd name="csY9669" fmla="*/ 814784 h 825984"/>
              <a:gd name="csX9670" fmla="*/ 1666354 w 1723042"/>
              <a:gd name="csY9670" fmla="*/ 814784 h 825984"/>
              <a:gd name="csX9671" fmla="*/ 1666523 w 1723042"/>
              <a:gd name="csY9671" fmla="*/ 814793 h 825984"/>
              <a:gd name="csX9672" fmla="*/ 1666692 w 1723042"/>
              <a:gd name="csY9672" fmla="*/ 814793 h 825984"/>
              <a:gd name="csX9673" fmla="*/ 1666870 w 1723042"/>
              <a:gd name="csY9673" fmla="*/ 814802 h 825984"/>
              <a:gd name="csX9674" fmla="*/ 1667039 w 1723042"/>
              <a:gd name="csY9674" fmla="*/ 814802 h 825984"/>
              <a:gd name="csX9675" fmla="*/ 1667208 w 1723042"/>
              <a:gd name="csY9675" fmla="*/ 814802 h 825984"/>
              <a:gd name="csX9676" fmla="*/ 1667386 w 1723042"/>
              <a:gd name="csY9676" fmla="*/ 814811 h 825984"/>
              <a:gd name="csX9677" fmla="*/ 1667555 w 1723042"/>
              <a:gd name="csY9677" fmla="*/ 814811 h 825984"/>
              <a:gd name="csX9678" fmla="*/ 1667733 w 1723042"/>
              <a:gd name="csY9678" fmla="*/ 814820 h 825984"/>
              <a:gd name="csX9679" fmla="*/ 1667902 w 1723042"/>
              <a:gd name="csY9679" fmla="*/ 814820 h 825984"/>
              <a:gd name="csX9680" fmla="*/ 1668071 w 1723042"/>
              <a:gd name="csY9680" fmla="*/ 814829 h 825984"/>
              <a:gd name="csX9681" fmla="*/ 1668249 w 1723042"/>
              <a:gd name="csY9681" fmla="*/ 814829 h 825984"/>
              <a:gd name="csX9682" fmla="*/ 1668418 w 1723042"/>
              <a:gd name="csY9682" fmla="*/ 814837 h 825984"/>
              <a:gd name="csX9683" fmla="*/ 1668587 w 1723042"/>
              <a:gd name="csY9683" fmla="*/ 814837 h 825984"/>
              <a:gd name="csX9684" fmla="*/ 1668765 w 1723042"/>
              <a:gd name="csY9684" fmla="*/ 814846 h 825984"/>
              <a:gd name="csX9685" fmla="*/ 1668934 w 1723042"/>
              <a:gd name="csY9685" fmla="*/ 814846 h 825984"/>
              <a:gd name="csX9686" fmla="*/ 1669112 w 1723042"/>
              <a:gd name="csY9686" fmla="*/ 814846 h 825984"/>
              <a:gd name="csX9687" fmla="*/ 1669281 w 1723042"/>
              <a:gd name="csY9687" fmla="*/ 814855 h 825984"/>
              <a:gd name="csX9688" fmla="*/ 1669450 w 1723042"/>
              <a:gd name="csY9688" fmla="*/ 814855 h 825984"/>
              <a:gd name="csX9689" fmla="*/ 1669628 w 1723042"/>
              <a:gd name="csY9689" fmla="*/ 814864 h 825984"/>
              <a:gd name="csX9690" fmla="*/ 1669797 w 1723042"/>
              <a:gd name="csY9690" fmla="*/ 814864 h 825984"/>
              <a:gd name="csX9691" fmla="*/ 1669966 w 1723042"/>
              <a:gd name="csY9691" fmla="*/ 814873 h 825984"/>
              <a:gd name="csX9692" fmla="*/ 1670144 w 1723042"/>
              <a:gd name="csY9692" fmla="*/ 814873 h 825984"/>
              <a:gd name="csX9693" fmla="*/ 1670313 w 1723042"/>
              <a:gd name="csY9693" fmla="*/ 814882 h 825984"/>
              <a:gd name="csX9694" fmla="*/ 1670482 w 1723042"/>
              <a:gd name="csY9694" fmla="*/ 814882 h 825984"/>
              <a:gd name="csX9695" fmla="*/ 1670660 w 1723042"/>
              <a:gd name="csY9695" fmla="*/ 814882 h 825984"/>
              <a:gd name="csX9696" fmla="*/ 1670829 w 1723042"/>
              <a:gd name="csY9696" fmla="*/ 814891 h 825984"/>
              <a:gd name="csX9697" fmla="*/ 1671007 w 1723042"/>
              <a:gd name="csY9697" fmla="*/ 814891 h 825984"/>
              <a:gd name="csX9698" fmla="*/ 1671176 w 1723042"/>
              <a:gd name="csY9698" fmla="*/ 814900 h 825984"/>
              <a:gd name="csX9699" fmla="*/ 1671345 w 1723042"/>
              <a:gd name="csY9699" fmla="*/ 814900 h 825984"/>
              <a:gd name="csX9700" fmla="*/ 1671523 w 1723042"/>
              <a:gd name="csY9700" fmla="*/ 814909 h 825984"/>
              <a:gd name="csX9701" fmla="*/ 1671692 w 1723042"/>
              <a:gd name="csY9701" fmla="*/ 814909 h 825984"/>
              <a:gd name="csX9702" fmla="*/ 1671861 w 1723042"/>
              <a:gd name="csY9702" fmla="*/ 814918 h 825984"/>
              <a:gd name="csX9703" fmla="*/ 1672039 w 1723042"/>
              <a:gd name="csY9703" fmla="*/ 814918 h 825984"/>
              <a:gd name="csX9704" fmla="*/ 1672208 w 1723042"/>
              <a:gd name="csY9704" fmla="*/ 814918 h 825984"/>
              <a:gd name="csX9705" fmla="*/ 1672386 w 1723042"/>
              <a:gd name="csY9705" fmla="*/ 814926 h 825984"/>
              <a:gd name="csX9706" fmla="*/ 1672555 w 1723042"/>
              <a:gd name="csY9706" fmla="*/ 814926 h 825984"/>
              <a:gd name="csX9707" fmla="*/ 1672724 w 1723042"/>
              <a:gd name="csY9707" fmla="*/ 814935 h 825984"/>
              <a:gd name="csX9708" fmla="*/ 1672902 w 1723042"/>
              <a:gd name="csY9708" fmla="*/ 814935 h 825984"/>
              <a:gd name="csX9709" fmla="*/ 1673071 w 1723042"/>
              <a:gd name="csY9709" fmla="*/ 814944 h 825984"/>
              <a:gd name="csX9710" fmla="*/ 1673240 w 1723042"/>
              <a:gd name="csY9710" fmla="*/ 814944 h 825984"/>
              <a:gd name="csX9711" fmla="*/ 1673418 w 1723042"/>
              <a:gd name="csY9711" fmla="*/ 814953 h 825984"/>
              <a:gd name="csX9712" fmla="*/ 1673587 w 1723042"/>
              <a:gd name="csY9712" fmla="*/ 814953 h 825984"/>
              <a:gd name="csX9713" fmla="*/ 1673765 w 1723042"/>
              <a:gd name="csY9713" fmla="*/ 814962 h 825984"/>
              <a:gd name="csX9714" fmla="*/ 1673934 w 1723042"/>
              <a:gd name="csY9714" fmla="*/ 814962 h 825984"/>
              <a:gd name="csX9715" fmla="*/ 1674103 w 1723042"/>
              <a:gd name="csY9715" fmla="*/ 814962 h 825984"/>
              <a:gd name="csX9716" fmla="*/ 1674281 w 1723042"/>
              <a:gd name="csY9716" fmla="*/ 814971 h 825984"/>
              <a:gd name="csX9717" fmla="*/ 1674450 w 1723042"/>
              <a:gd name="csY9717" fmla="*/ 814971 h 825984"/>
              <a:gd name="csX9718" fmla="*/ 1674619 w 1723042"/>
              <a:gd name="csY9718" fmla="*/ 814980 h 825984"/>
              <a:gd name="csX9719" fmla="*/ 1674797 w 1723042"/>
              <a:gd name="csY9719" fmla="*/ 814980 h 825984"/>
              <a:gd name="csX9720" fmla="*/ 1674966 w 1723042"/>
              <a:gd name="csY9720" fmla="*/ 814989 h 825984"/>
              <a:gd name="csX9721" fmla="*/ 1675135 w 1723042"/>
              <a:gd name="csY9721" fmla="*/ 814989 h 825984"/>
              <a:gd name="csX9722" fmla="*/ 1675313 w 1723042"/>
              <a:gd name="csY9722" fmla="*/ 814989 h 825984"/>
              <a:gd name="csX9723" fmla="*/ 1675482 w 1723042"/>
              <a:gd name="csY9723" fmla="*/ 814998 h 825984"/>
              <a:gd name="csX9724" fmla="*/ 1675660 w 1723042"/>
              <a:gd name="csY9724" fmla="*/ 814998 h 825984"/>
              <a:gd name="csX9725" fmla="*/ 1675829 w 1723042"/>
              <a:gd name="csY9725" fmla="*/ 815006 h 825984"/>
              <a:gd name="csX9726" fmla="*/ 1675998 w 1723042"/>
              <a:gd name="csY9726" fmla="*/ 815006 h 825984"/>
              <a:gd name="csX9727" fmla="*/ 1676176 w 1723042"/>
              <a:gd name="csY9727" fmla="*/ 815015 h 825984"/>
              <a:gd name="csX9728" fmla="*/ 1676345 w 1723042"/>
              <a:gd name="csY9728" fmla="*/ 815015 h 825984"/>
              <a:gd name="csX9729" fmla="*/ 1676514 w 1723042"/>
              <a:gd name="csY9729" fmla="*/ 815024 h 825984"/>
              <a:gd name="csX9730" fmla="*/ 1676692 w 1723042"/>
              <a:gd name="csY9730" fmla="*/ 815024 h 825984"/>
              <a:gd name="csX9731" fmla="*/ 1676861 w 1723042"/>
              <a:gd name="csY9731" fmla="*/ 815024 h 825984"/>
              <a:gd name="csX9732" fmla="*/ 1677039 w 1723042"/>
              <a:gd name="csY9732" fmla="*/ 815033 h 825984"/>
              <a:gd name="csX9733" fmla="*/ 1677208 w 1723042"/>
              <a:gd name="csY9733" fmla="*/ 815033 h 825984"/>
              <a:gd name="csX9734" fmla="*/ 1677377 w 1723042"/>
              <a:gd name="csY9734" fmla="*/ 815042 h 825984"/>
              <a:gd name="csX9735" fmla="*/ 1677555 w 1723042"/>
              <a:gd name="csY9735" fmla="*/ 815042 h 825984"/>
              <a:gd name="csX9736" fmla="*/ 1677724 w 1723042"/>
              <a:gd name="csY9736" fmla="*/ 815051 h 825984"/>
              <a:gd name="csX9737" fmla="*/ 1677893 w 1723042"/>
              <a:gd name="csY9737" fmla="*/ 815051 h 825984"/>
              <a:gd name="csX9738" fmla="*/ 1678071 w 1723042"/>
              <a:gd name="csY9738" fmla="*/ 815060 h 825984"/>
              <a:gd name="csX9739" fmla="*/ 1678240 w 1723042"/>
              <a:gd name="csY9739" fmla="*/ 815060 h 825984"/>
              <a:gd name="csX9740" fmla="*/ 1678418 w 1723042"/>
              <a:gd name="csY9740" fmla="*/ 815060 h 825984"/>
              <a:gd name="csX9741" fmla="*/ 1678587 w 1723042"/>
              <a:gd name="csY9741" fmla="*/ 815069 h 825984"/>
              <a:gd name="csX9742" fmla="*/ 1678756 w 1723042"/>
              <a:gd name="csY9742" fmla="*/ 815069 h 825984"/>
              <a:gd name="csX9743" fmla="*/ 1678934 w 1723042"/>
              <a:gd name="csY9743" fmla="*/ 815078 h 825984"/>
              <a:gd name="csX9744" fmla="*/ 1679103 w 1723042"/>
              <a:gd name="csY9744" fmla="*/ 815078 h 825984"/>
              <a:gd name="csX9745" fmla="*/ 1679272 w 1723042"/>
              <a:gd name="csY9745" fmla="*/ 815087 h 825984"/>
              <a:gd name="csX9746" fmla="*/ 1679450 w 1723042"/>
              <a:gd name="csY9746" fmla="*/ 815087 h 825984"/>
              <a:gd name="csX9747" fmla="*/ 1679619 w 1723042"/>
              <a:gd name="csY9747" fmla="*/ 815087 h 825984"/>
              <a:gd name="csX9748" fmla="*/ 1679788 w 1723042"/>
              <a:gd name="csY9748" fmla="*/ 815095 h 825984"/>
              <a:gd name="csX9749" fmla="*/ 1679966 w 1723042"/>
              <a:gd name="csY9749" fmla="*/ 815095 h 825984"/>
              <a:gd name="csX9750" fmla="*/ 1680135 w 1723042"/>
              <a:gd name="csY9750" fmla="*/ 815104 h 825984"/>
              <a:gd name="csX9751" fmla="*/ 1680313 w 1723042"/>
              <a:gd name="csY9751" fmla="*/ 815104 h 825984"/>
              <a:gd name="csX9752" fmla="*/ 1680482 w 1723042"/>
              <a:gd name="csY9752" fmla="*/ 815113 h 825984"/>
              <a:gd name="csX9753" fmla="*/ 1680651 w 1723042"/>
              <a:gd name="csY9753" fmla="*/ 815113 h 825984"/>
              <a:gd name="csX9754" fmla="*/ 1680829 w 1723042"/>
              <a:gd name="csY9754" fmla="*/ 815122 h 825984"/>
              <a:gd name="csX9755" fmla="*/ 1680998 w 1723042"/>
              <a:gd name="csY9755" fmla="*/ 815122 h 825984"/>
              <a:gd name="csX9756" fmla="*/ 1681167 w 1723042"/>
              <a:gd name="csY9756" fmla="*/ 815122 h 825984"/>
              <a:gd name="csX9757" fmla="*/ 1681345 w 1723042"/>
              <a:gd name="csY9757" fmla="*/ 815131 h 825984"/>
              <a:gd name="csX9758" fmla="*/ 1681514 w 1723042"/>
              <a:gd name="csY9758" fmla="*/ 815131 h 825984"/>
              <a:gd name="csX9759" fmla="*/ 1681691 w 1723042"/>
              <a:gd name="csY9759" fmla="*/ 815140 h 825984"/>
              <a:gd name="csX9760" fmla="*/ 1681861 w 1723042"/>
              <a:gd name="csY9760" fmla="*/ 815140 h 825984"/>
              <a:gd name="csX9761" fmla="*/ 1682030 w 1723042"/>
              <a:gd name="csY9761" fmla="*/ 815149 h 825984"/>
              <a:gd name="csX9762" fmla="*/ 1682208 w 1723042"/>
              <a:gd name="csY9762" fmla="*/ 815149 h 825984"/>
              <a:gd name="csX9763" fmla="*/ 1682377 w 1723042"/>
              <a:gd name="csY9763" fmla="*/ 815149 h 825984"/>
              <a:gd name="csX9764" fmla="*/ 1682546 w 1723042"/>
              <a:gd name="csY9764" fmla="*/ 815158 h 825984"/>
              <a:gd name="csX9765" fmla="*/ 1682724 w 1723042"/>
              <a:gd name="csY9765" fmla="*/ 815158 h 825984"/>
              <a:gd name="csX9766" fmla="*/ 1682893 w 1723042"/>
              <a:gd name="csY9766" fmla="*/ 815167 h 825984"/>
              <a:gd name="csX9767" fmla="*/ 1683062 w 1723042"/>
              <a:gd name="csY9767" fmla="*/ 815167 h 825984"/>
              <a:gd name="csX9768" fmla="*/ 1683239 w 1723042"/>
              <a:gd name="csY9768" fmla="*/ 815176 h 825984"/>
              <a:gd name="csX9769" fmla="*/ 1683409 w 1723042"/>
              <a:gd name="csY9769" fmla="*/ 815176 h 825984"/>
              <a:gd name="csX9770" fmla="*/ 1683587 w 1723042"/>
              <a:gd name="csY9770" fmla="*/ 815176 h 825984"/>
              <a:gd name="csX9771" fmla="*/ 1683756 w 1723042"/>
              <a:gd name="csY9771" fmla="*/ 815184 h 825984"/>
              <a:gd name="csX9772" fmla="*/ 1683925 w 1723042"/>
              <a:gd name="csY9772" fmla="*/ 815184 h 825984"/>
              <a:gd name="csX9773" fmla="*/ 1684102 w 1723042"/>
              <a:gd name="csY9773" fmla="*/ 815193 h 825984"/>
              <a:gd name="csX9774" fmla="*/ 1684272 w 1723042"/>
              <a:gd name="csY9774" fmla="*/ 815193 h 825984"/>
              <a:gd name="csX9775" fmla="*/ 1684441 w 1723042"/>
              <a:gd name="csY9775" fmla="*/ 815202 h 825984"/>
              <a:gd name="csX9776" fmla="*/ 1684618 w 1723042"/>
              <a:gd name="csY9776" fmla="*/ 815202 h 825984"/>
              <a:gd name="csX9777" fmla="*/ 1684787 w 1723042"/>
              <a:gd name="csY9777" fmla="*/ 815202 h 825984"/>
              <a:gd name="csX9778" fmla="*/ 1684966 w 1723042"/>
              <a:gd name="csY9778" fmla="*/ 815211 h 825984"/>
              <a:gd name="csX9779" fmla="*/ 1685135 w 1723042"/>
              <a:gd name="csY9779" fmla="*/ 815211 h 825984"/>
              <a:gd name="csX9780" fmla="*/ 1685303 w 1723042"/>
              <a:gd name="csY9780" fmla="*/ 815220 h 825984"/>
              <a:gd name="csX9781" fmla="*/ 1685481 w 1723042"/>
              <a:gd name="csY9781" fmla="*/ 815220 h 825984"/>
              <a:gd name="csX9782" fmla="*/ 1685651 w 1723042"/>
              <a:gd name="csY9782" fmla="*/ 815229 h 825984"/>
              <a:gd name="csX9783" fmla="*/ 1685820 w 1723042"/>
              <a:gd name="csY9783" fmla="*/ 815229 h 825984"/>
              <a:gd name="csX9784" fmla="*/ 1685997 w 1723042"/>
              <a:gd name="csY9784" fmla="*/ 815229 h 825984"/>
              <a:gd name="csX9785" fmla="*/ 1686166 w 1723042"/>
              <a:gd name="csY9785" fmla="*/ 815238 h 825984"/>
              <a:gd name="csX9786" fmla="*/ 1686344 w 1723042"/>
              <a:gd name="csY9786" fmla="*/ 815238 h 825984"/>
              <a:gd name="csX9787" fmla="*/ 1686514 w 1723042"/>
              <a:gd name="csY9787" fmla="*/ 815247 h 825984"/>
              <a:gd name="csX9788" fmla="*/ 1686682 w 1723042"/>
              <a:gd name="csY9788" fmla="*/ 815247 h 825984"/>
              <a:gd name="csX9789" fmla="*/ 1686860 w 1723042"/>
              <a:gd name="csY9789" fmla="*/ 815256 h 825984"/>
              <a:gd name="csX9790" fmla="*/ 1687029 w 1723042"/>
              <a:gd name="csY9790" fmla="*/ 815256 h 825984"/>
              <a:gd name="csX9791" fmla="*/ 1687199 w 1723042"/>
              <a:gd name="csY9791" fmla="*/ 815256 h 825984"/>
              <a:gd name="csX9792" fmla="*/ 1687376 w 1723042"/>
              <a:gd name="csY9792" fmla="*/ 815264 h 825984"/>
              <a:gd name="csX9793" fmla="*/ 1687545 w 1723042"/>
              <a:gd name="csY9793" fmla="*/ 815264 h 825984"/>
              <a:gd name="csX9794" fmla="*/ 1687714 w 1723042"/>
              <a:gd name="csY9794" fmla="*/ 815273 h 825984"/>
              <a:gd name="csX9795" fmla="*/ 1687892 w 1723042"/>
              <a:gd name="csY9795" fmla="*/ 815273 h 825984"/>
              <a:gd name="csX9796" fmla="*/ 1688061 w 1723042"/>
              <a:gd name="csY9796" fmla="*/ 815282 h 825984"/>
              <a:gd name="csX9797" fmla="*/ 1688239 w 1723042"/>
              <a:gd name="csY9797" fmla="*/ 815282 h 825984"/>
              <a:gd name="csX9798" fmla="*/ 1688408 w 1723042"/>
              <a:gd name="csY9798" fmla="*/ 815282 h 825984"/>
              <a:gd name="csX9799" fmla="*/ 1688577 w 1723042"/>
              <a:gd name="csY9799" fmla="*/ 815291 h 825984"/>
              <a:gd name="csX9800" fmla="*/ 1688755 w 1723042"/>
              <a:gd name="csY9800" fmla="*/ 815291 h 825984"/>
              <a:gd name="csX9801" fmla="*/ 1688924 w 1723042"/>
              <a:gd name="csY9801" fmla="*/ 815300 h 825984"/>
              <a:gd name="csX9802" fmla="*/ 1689093 w 1723042"/>
              <a:gd name="csY9802" fmla="*/ 815300 h 825984"/>
              <a:gd name="csX9803" fmla="*/ 1689271 w 1723042"/>
              <a:gd name="csY9803" fmla="*/ 815309 h 825984"/>
              <a:gd name="csX9804" fmla="*/ 1689440 w 1723042"/>
              <a:gd name="csY9804" fmla="*/ 815309 h 825984"/>
              <a:gd name="csX9805" fmla="*/ 1689618 w 1723042"/>
              <a:gd name="csY9805" fmla="*/ 815309 h 825984"/>
              <a:gd name="csX9806" fmla="*/ 1689787 w 1723042"/>
              <a:gd name="csY9806" fmla="*/ 815318 h 825984"/>
              <a:gd name="csX9807" fmla="*/ 1689956 w 1723042"/>
              <a:gd name="csY9807" fmla="*/ 815318 h 825984"/>
              <a:gd name="csX9808" fmla="*/ 1690134 w 1723042"/>
              <a:gd name="csY9808" fmla="*/ 815327 h 825984"/>
              <a:gd name="csX9809" fmla="*/ 1690303 w 1723042"/>
              <a:gd name="csY9809" fmla="*/ 815327 h 825984"/>
              <a:gd name="csX9810" fmla="*/ 1690472 w 1723042"/>
              <a:gd name="csY9810" fmla="*/ 815336 h 825984"/>
              <a:gd name="csX9811" fmla="*/ 1690650 w 1723042"/>
              <a:gd name="csY9811" fmla="*/ 815336 h 825984"/>
              <a:gd name="csX9812" fmla="*/ 1690819 w 1723042"/>
              <a:gd name="csY9812" fmla="*/ 815336 h 825984"/>
              <a:gd name="csX9813" fmla="*/ 1690988 w 1723042"/>
              <a:gd name="csY9813" fmla="*/ 815345 h 825984"/>
              <a:gd name="csX9814" fmla="*/ 1691166 w 1723042"/>
              <a:gd name="csY9814" fmla="*/ 815345 h 825984"/>
              <a:gd name="csX9815" fmla="*/ 1691335 w 1723042"/>
              <a:gd name="csY9815" fmla="*/ 815353 h 825984"/>
              <a:gd name="csX9816" fmla="*/ 1691513 w 1723042"/>
              <a:gd name="csY9816" fmla="*/ 815353 h 825984"/>
              <a:gd name="csX9817" fmla="*/ 1691682 w 1723042"/>
              <a:gd name="csY9817" fmla="*/ 815353 h 825984"/>
              <a:gd name="csX9818" fmla="*/ 1691851 w 1723042"/>
              <a:gd name="csY9818" fmla="*/ 815362 h 825984"/>
              <a:gd name="csX9819" fmla="*/ 1692029 w 1723042"/>
              <a:gd name="csY9819" fmla="*/ 815362 h 825984"/>
              <a:gd name="csX9820" fmla="*/ 1692198 w 1723042"/>
              <a:gd name="csY9820" fmla="*/ 815371 h 825984"/>
              <a:gd name="csX9821" fmla="*/ 1692367 w 1723042"/>
              <a:gd name="csY9821" fmla="*/ 815371 h 825984"/>
              <a:gd name="csX9822" fmla="*/ 1692545 w 1723042"/>
              <a:gd name="csY9822" fmla="*/ 815380 h 825984"/>
              <a:gd name="csX9823" fmla="*/ 1692714 w 1723042"/>
              <a:gd name="csY9823" fmla="*/ 815380 h 825984"/>
              <a:gd name="csX9824" fmla="*/ 1692892 w 1723042"/>
              <a:gd name="csY9824" fmla="*/ 815380 h 825984"/>
              <a:gd name="csX9825" fmla="*/ 1693061 w 1723042"/>
              <a:gd name="csY9825" fmla="*/ 815389 h 825984"/>
              <a:gd name="csX9826" fmla="*/ 1693230 w 1723042"/>
              <a:gd name="csY9826" fmla="*/ 815389 h 825984"/>
              <a:gd name="csX9827" fmla="*/ 1693408 w 1723042"/>
              <a:gd name="csY9827" fmla="*/ 815398 h 825984"/>
              <a:gd name="csX9828" fmla="*/ 1693577 w 1723042"/>
              <a:gd name="csY9828" fmla="*/ 815398 h 825984"/>
              <a:gd name="csX9829" fmla="*/ 1693746 w 1723042"/>
              <a:gd name="csY9829" fmla="*/ 815407 h 825984"/>
              <a:gd name="csX9830" fmla="*/ 1693924 w 1723042"/>
              <a:gd name="csY9830" fmla="*/ 815407 h 825984"/>
              <a:gd name="csX9831" fmla="*/ 1694093 w 1723042"/>
              <a:gd name="csY9831" fmla="*/ 815407 h 825984"/>
              <a:gd name="csX9832" fmla="*/ 1694271 w 1723042"/>
              <a:gd name="csY9832" fmla="*/ 815416 h 825984"/>
              <a:gd name="csX9833" fmla="*/ 1694440 w 1723042"/>
              <a:gd name="csY9833" fmla="*/ 815416 h 825984"/>
              <a:gd name="csX9834" fmla="*/ 1694609 w 1723042"/>
              <a:gd name="csY9834" fmla="*/ 815425 h 825984"/>
              <a:gd name="csX9835" fmla="*/ 1694787 w 1723042"/>
              <a:gd name="csY9835" fmla="*/ 815425 h 825984"/>
              <a:gd name="csX9836" fmla="*/ 1694956 w 1723042"/>
              <a:gd name="csY9836" fmla="*/ 815425 h 825984"/>
              <a:gd name="csX9837" fmla="*/ 1695125 w 1723042"/>
              <a:gd name="csY9837" fmla="*/ 815433 h 825984"/>
              <a:gd name="csX9838" fmla="*/ 1695303 w 1723042"/>
              <a:gd name="csY9838" fmla="*/ 815433 h 825984"/>
              <a:gd name="csX9839" fmla="*/ 1695472 w 1723042"/>
              <a:gd name="csY9839" fmla="*/ 815442 h 825984"/>
              <a:gd name="csX9840" fmla="*/ 1695641 w 1723042"/>
              <a:gd name="csY9840" fmla="*/ 815442 h 825984"/>
              <a:gd name="csX9841" fmla="*/ 1695819 w 1723042"/>
              <a:gd name="csY9841" fmla="*/ 815451 h 825984"/>
              <a:gd name="csX9842" fmla="*/ 1695988 w 1723042"/>
              <a:gd name="csY9842" fmla="*/ 815451 h 825984"/>
              <a:gd name="csX9843" fmla="*/ 1696166 w 1723042"/>
              <a:gd name="csY9843" fmla="*/ 815451 h 825984"/>
              <a:gd name="csX9844" fmla="*/ 1696335 w 1723042"/>
              <a:gd name="csY9844" fmla="*/ 815460 h 825984"/>
              <a:gd name="csX9845" fmla="*/ 1696504 w 1723042"/>
              <a:gd name="csY9845" fmla="*/ 815460 h 825984"/>
              <a:gd name="csX9846" fmla="*/ 1696682 w 1723042"/>
              <a:gd name="csY9846" fmla="*/ 815469 h 825984"/>
              <a:gd name="csX9847" fmla="*/ 1696851 w 1723042"/>
              <a:gd name="csY9847" fmla="*/ 815469 h 825984"/>
              <a:gd name="csX9848" fmla="*/ 1697020 w 1723042"/>
              <a:gd name="csY9848" fmla="*/ 815469 h 825984"/>
              <a:gd name="csX9849" fmla="*/ 1697198 w 1723042"/>
              <a:gd name="csY9849" fmla="*/ 815478 h 825984"/>
              <a:gd name="csX9850" fmla="*/ 1697367 w 1723042"/>
              <a:gd name="csY9850" fmla="*/ 815478 h 825984"/>
              <a:gd name="csX9851" fmla="*/ 1697545 w 1723042"/>
              <a:gd name="csY9851" fmla="*/ 815487 h 825984"/>
              <a:gd name="csX9852" fmla="*/ 1697714 w 1723042"/>
              <a:gd name="csY9852" fmla="*/ 815487 h 825984"/>
              <a:gd name="csX9853" fmla="*/ 1697883 w 1723042"/>
              <a:gd name="csY9853" fmla="*/ 815496 h 825984"/>
              <a:gd name="csX9854" fmla="*/ 1698061 w 1723042"/>
              <a:gd name="csY9854" fmla="*/ 815496 h 825984"/>
              <a:gd name="csX9855" fmla="*/ 1698230 w 1723042"/>
              <a:gd name="csY9855" fmla="*/ 815496 h 825984"/>
              <a:gd name="csX9856" fmla="*/ 1698399 w 1723042"/>
              <a:gd name="csY9856" fmla="*/ 815505 h 825984"/>
              <a:gd name="csX9857" fmla="*/ 1698577 w 1723042"/>
              <a:gd name="csY9857" fmla="*/ 815505 h 825984"/>
              <a:gd name="csX9858" fmla="*/ 1698746 w 1723042"/>
              <a:gd name="csY9858" fmla="*/ 815514 h 825984"/>
              <a:gd name="csX9859" fmla="*/ 1698915 w 1723042"/>
              <a:gd name="csY9859" fmla="*/ 815514 h 825984"/>
              <a:gd name="csX9860" fmla="*/ 1699093 w 1723042"/>
              <a:gd name="csY9860" fmla="*/ 815514 h 825984"/>
              <a:gd name="csX9861" fmla="*/ 1699262 w 1723042"/>
              <a:gd name="csY9861" fmla="*/ 815523 h 825984"/>
              <a:gd name="csX9862" fmla="*/ 1699440 w 1723042"/>
              <a:gd name="csY9862" fmla="*/ 815523 h 825984"/>
              <a:gd name="csX9863" fmla="*/ 1699609 w 1723042"/>
              <a:gd name="csY9863" fmla="*/ 815531 h 825984"/>
              <a:gd name="csX9864" fmla="*/ 1699778 w 1723042"/>
              <a:gd name="csY9864" fmla="*/ 815531 h 825984"/>
              <a:gd name="csX9865" fmla="*/ 1699956 w 1723042"/>
              <a:gd name="csY9865" fmla="*/ 815531 h 825984"/>
              <a:gd name="csX9866" fmla="*/ 1700125 w 1723042"/>
              <a:gd name="csY9866" fmla="*/ 815540 h 825984"/>
              <a:gd name="csX9867" fmla="*/ 1700294 w 1723042"/>
              <a:gd name="csY9867" fmla="*/ 815540 h 825984"/>
              <a:gd name="csX9868" fmla="*/ 1700472 w 1723042"/>
              <a:gd name="csY9868" fmla="*/ 815549 h 825984"/>
              <a:gd name="csX9869" fmla="*/ 1700641 w 1723042"/>
              <a:gd name="csY9869" fmla="*/ 815549 h 825984"/>
              <a:gd name="csX9870" fmla="*/ 1700819 w 1723042"/>
              <a:gd name="csY9870" fmla="*/ 815549 h 825984"/>
              <a:gd name="csX9871" fmla="*/ 1700988 w 1723042"/>
              <a:gd name="csY9871" fmla="*/ 815558 h 825984"/>
              <a:gd name="csX9872" fmla="*/ 1701157 w 1723042"/>
              <a:gd name="csY9872" fmla="*/ 815558 h 825984"/>
              <a:gd name="csX9873" fmla="*/ 1701335 w 1723042"/>
              <a:gd name="csY9873" fmla="*/ 815567 h 825984"/>
              <a:gd name="csX9874" fmla="*/ 1701504 w 1723042"/>
              <a:gd name="csY9874" fmla="*/ 815567 h 825984"/>
              <a:gd name="csX9875" fmla="*/ 1701673 w 1723042"/>
              <a:gd name="csY9875" fmla="*/ 815576 h 825984"/>
              <a:gd name="csX9876" fmla="*/ 1701851 w 1723042"/>
              <a:gd name="csY9876" fmla="*/ 815576 h 825984"/>
              <a:gd name="csX9877" fmla="*/ 1702020 w 1723042"/>
              <a:gd name="csY9877" fmla="*/ 815576 h 825984"/>
              <a:gd name="csX9878" fmla="*/ 1702198 w 1723042"/>
              <a:gd name="csY9878" fmla="*/ 815585 h 825984"/>
              <a:gd name="csX9879" fmla="*/ 1702367 w 1723042"/>
              <a:gd name="csY9879" fmla="*/ 815585 h 825984"/>
              <a:gd name="csX9880" fmla="*/ 1702536 w 1723042"/>
              <a:gd name="csY9880" fmla="*/ 815594 h 825984"/>
              <a:gd name="csX9881" fmla="*/ 1702714 w 1723042"/>
              <a:gd name="csY9881" fmla="*/ 815594 h 825984"/>
              <a:gd name="csX9882" fmla="*/ 1702883 w 1723042"/>
              <a:gd name="csY9882" fmla="*/ 815594 h 825984"/>
              <a:gd name="csX9883" fmla="*/ 1703052 w 1723042"/>
              <a:gd name="csY9883" fmla="*/ 815603 h 825984"/>
              <a:gd name="csX9884" fmla="*/ 1703230 w 1723042"/>
              <a:gd name="csY9884" fmla="*/ 815603 h 825984"/>
              <a:gd name="csX9885" fmla="*/ 1703399 w 1723042"/>
              <a:gd name="csY9885" fmla="*/ 815611 h 825984"/>
              <a:gd name="csX9886" fmla="*/ 1703568 w 1723042"/>
              <a:gd name="csY9886" fmla="*/ 815611 h 825984"/>
              <a:gd name="csX9887" fmla="*/ 1703746 w 1723042"/>
              <a:gd name="csY9887" fmla="*/ 815611 h 825984"/>
              <a:gd name="csX9888" fmla="*/ 1703915 w 1723042"/>
              <a:gd name="csY9888" fmla="*/ 815620 h 825984"/>
              <a:gd name="csX9889" fmla="*/ 1704093 w 1723042"/>
              <a:gd name="csY9889" fmla="*/ 815620 h 825984"/>
              <a:gd name="csX9890" fmla="*/ 1704262 w 1723042"/>
              <a:gd name="csY9890" fmla="*/ 815629 h 825984"/>
              <a:gd name="csX9891" fmla="*/ 1704431 w 1723042"/>
              <a:gd name="csY9891" fmla="*/ 815629 h 825984"/>
              <a:gd name="csX9892" fmla="*/ 1704609 w 1723042"/>
              <a:gd name="csY9892" fmla="*/ 815629 h 825984"/>
              <a:gd name="csX9893" fmla="*/ 1704778 w 1723042"/>
              <a:gd name="csY9893" fmla="*/ 815638 h 825984"/>
              <a:gd name="csX9894" fmla="*/ 1704947 w 1723042"/>
              <a:gd name="csY9894" fmla="*/ 815638 h 825984"/>
              <a:gd name="csX9895" fmla="*/ 1705125 w 1723042"/>
              <a:gd name="csY9895" fmla="*/ 815647 h 825984"/>
              <a:gd name="csX9896" fmla="*/ 1705294 w 1723042"/>
              <a:gd name="csY9896" fmla="*/ 815647 h 825984"/>
              <a:gd name="csX9897" fmla="*/ 1705472 w 1723042"/>
              <a:gd name="csY9897" fmla="*/ 815647 h 825984"/>
              <a:gd name="csX9898" fmla="*/ 1705641 w 1723042"/>
              <a:gd name="csY9898" fmla="*/ 815656 h 825984"/>
              <a:gd name="csX9899" fmla="*/ 1705810 w 1723042"/>
              <a:gd name="csY9899" fmla="*/ 815656 h 825984"/>
              <a:gd name="csX9900" fmla="*/ 1705988 w 1723042"/>
              <a:gd name="csY9900" fmla="*/ 815665 h 825984"/>
              <a:gd name="csX9901" fmla="*/ 1706157 w 1723042"/>
              <a:gd name="csY9901" fmla="*/ 815665 h 825984"/>
              <a:gd name="csX9902" fmla="*/ 1706326 w 1723042"/>
              <a:gd name="csY9902" fmla="*/ 815665 h 825984"/>
              <a:gd name="csX9903" fmla="*/ 1706504 w 1723042"/>
              <a:gd name="csY9903" fmla="*/ 815674 h 825984"/>
              <a:gd name="csX9904" fmla="*/ 1706673 w 1723042"/>
              <a:gd name="csY9904" fmla="*/ 815674 h 825984"/>
              <a:gd name="csX9905" fmla="*/ 1706851 w 1723042"/>
              <a:gd name="csY9905" fmla="*/ 815683 h 825984"/>
              <a:gd name="csX9906" fmla="*/ 1707020 w 1723042"/>
              <a:gd name="csY9906" fmla="*/ 815683 h 825984"/>
              <a:gd name="csX9907" fmla="*/ 1707189 w 1723042"/>
              <a:gd name="csY9907" fmla="*/ 815683 h 825984"/>
              <a:gd name="csX9908" fmla="*/ 1707367 w 1723042"/>
              <a:gd name="csY9908" fmla="*/ 815691 h 825984"/>
              <a:gd name="csX9909" fmla="*/ 1707536 w 1723042"/>
              <a:gd name="csY9909" fmla="*/ 815691 h 825984"/>
              <a:gd name="csX9910" fmla="*/ 1707705 w 1723042"/>
              <a:gd name="csY9910" fmla="*/ 815700 h 825984"/>
              <a:gd name="csX9911" fmla="*/ 1707883 w 1723042"/>
              <a:gd name="csY9911" fmla="*/ 815700 h 825984"/>
              <a:gd name="csX9912" fmla="*/ 1708052 w 1723042"/>
              <a:gd name="csY9912" fmla="*/ 815700 h 825984"/>
              <a:gd name="csX9913" fmla="*/ 1708221 w 1723042"/>
              <a:gd name="csY9913" fmla="*/ 815709 h 825984"/>
              <a:gd name="csX9914" fmla="*/ 1708399 w 1723042"/>
              <a:gd name="csY9914" fmla="*/ 815709 h 825984"/>
              <a:gd name="csX9915" fmla="*/ 1708568 w 1723042"/>
              <a:gd name="csY9915" fmla="*/ 815718 h 825984"/>
              <a:gd name="csX9916" fmla="*/ 1708746 w 1723042"/>
              <a:gd name="csY9916" fmla="*/ 815718 h 825984"/>
              <a:gd name="csX9917" fmla="*/ 1708915 w 1723042"/>
              <a:gd name="csY9917" fmla="*/ 815718 h 825984"/>
              <a:gd name="csX9918" fmla="*/ 1709084 w 1723042"/>
              <a:gd name="csY9918" fmla="*/ 815727 h 825984"/>
              <a:gd name="csX9919" fmla="*/ 1709262 w 1723042"/>
              <a:gd name="csY9919" fmla="*/ 815727 h 825984"/>
              <a:gd name="csX9920" fmla="*/ 1709431 w 1723042"/>
              <a:gd name="csY9920" fmla="*/ 815736 h 825984"/>
              <a:gd name="csX9921" fmla="*/ 1709600 w 1723042"/>
              <a:gd name="csY9921" fmla="*/ 815736 h 825984"/>
              <a:gd name="csX9922" fmla="*/ 1709778 w 1723042"/>
              <a:gd name="csY9922" fmla="*/ 815736 h 825984"/>
              <a:gd name="csX9923" fmla="*/ 1709947 w 1723042"/>
              <a:gd name="csY9923" fmla="*/ 815745 h 825984"/>
              <a:gd name="csX9924" fmla="*/ 1710125 w 1723042"/>
              <a:gd name="csY9924" fmla="*/ 815745 h 825984"/>
              <a:gd name="csX9925" fmla="*/ 1710294 w 1723042"/>
              <a:gd name="csY9925" fmla="*/ 815754 h 825984"/>
              <a:gd name="csX9926" fmla="*/ 1710463 w 1723042"/>
              <a:gd name="csY9926" fmla="*/ 815754 h 825984"/>
              <a:gd name="csX9927" fmla="*/ 1710641 w 1723042"/>
              <a:gd name="csY9927" fmla="*/ 815754 h 825984"/>
              <a:gd name="csX9928" fmla="*/ 1710810 w 1723042"/>
              <a:gd name="csY9928" fmla="*/ 815763 h 825984"/>
              <a:gd name="csX9929" fmla="*/ 1710979 w 1723042"/>
              <a:gd name="csY9929" fmla="*/ 815763 h 825984"/>
              <a:gd name="csX9930" fmla="*/ 1711157 w 1723042"/>
              <a:gd name="csY9930" fmla="*/ 815772 h 825984"/>
              <a:gd name="csX9931" fmla="*/ 1711326 w 1723042"/>
              <a:gd name="csY9931" fmla="*/ 815772 h 825984"/>
              <a:gd name="csX9932" fmla="*/ 1711495 w 1723042"/>
              <a:gd name="csY9932" fmla="*/ 815772 h 825984"/>
              <a:gd name="csX9933" fmla="*/ 1711673 w 1723042"/>
              <a:gd name="csY9933" fmla="*/ 815780 h 825984"/>
              <a:gd name="csX9934" fmla="*/ 1711842 w 1723042"/>
              <a:gd name="csY9934" fmla="*/ 815780 h 825984"/>
              <a:gd name="csX9935" fmla="*/ 1712020 w 1723042"/>
              <a:gd name="csY9935" fmla="*/ 815789 h 825984"/>
              <a:gd name="csX9936" fmla="*/ 1712189 w 1723042"/>
              <a:gd name="csY9936" fmla="*/ 815789 h 825984"/>
              <a:gd name="csX9937" fmla="*/ 1712358 w 1723042"/>
              <a:gd name="csY9937" fmla="*/ 815789 h 825984"/>
              <a:gd name="csX9938" fmla="*/ 1712536 w 1723042"/>
              <a:gd name="csY9938" fmla="*/ 815798 h 825984"/>
              <a:gd name="csX9939" fmla="*/ 1712705 w 1723042"/>
              <a:gd name="csY9939" fmla="*/ 815798 h 825984"/>
              <a:gd name="csX9940" fmla="*/ 1712874 w 1723042"/>
              <a:gd name="csY9940" fmla="*/ 815807 h 825984"/>
              <a:gd name="csX9941" fmla="*/ 1713051 w 1723042"/>
              <a:gd name="csY9941" fmla="*/ 815807 h 825984"/>
              <a:gd name="csX9942" fmla="*/ 1713221 w 1723042"/>
              <a:gd name="csY9942" fmla="*/ 815807 h 825984"/>
              <a:gd name="csX9943" fmla="*/ 1713399 w 1723042"/>
              <a:gd name="csY9943" fmla="*/ 815816 h 825984"/>
              <a:gd name="csX9944" fmla="*/ 1713568 w 1723042"/>
              <a:gd name="csY9944" fmla="*/ 815816 h 825984"/>
              <a:gd name="csX9945" fmla="*/ 1713737 w 1723042"/>
              <a:gd name="csY9945" fmla="*/ 815825 h 825984"/>
              <a:gd name="csX9946" fmla="*/ 1713914 w 1723042"/>
              <a:gd name="csY9946" fmla="*/ 815825 h 825984"/>
              <a:gd name="csX9947" fmla="*/ 1714084 w 1723042"/>
              <a:gd name="csY9947" fmla="*/ 815825 h 825984"/>
              <a:gd name="csX9948" fmla="*/ 1714253 w 1723042"/>
              <a:gd name="csY9948" fmla="*/ 815834 h 825984"/>
              <a:gd name="csX9949" fmla="*/ 1714430 w 1723042"/>
              <a:gd name="csY9949" fmla="*/ 815834 h 825984"/>
              <a:gd name="csX9950" fmla="*/ 1714599 w 1723042"/>
              <a:gd name="csY9950" fmla="*/ 815843 h 825984"/>
              <a:gd name="csX9951" fmla="*/ 1714778 w 1723042"/>
              <a:gd name="csY9951" fmla="*/ 815843 h 825984"/>
              <a:gd name="csX9952" fmla="*/ 1714947 w 1723042"/>
              <a:gd name="csY9952" fmla="*/ 815843 h 825984"/>
              <a:gd name="csX9953" fmla="*/ 1715116 w 1723042"/>
              <a:gd name="csY9953" fmla="*/ 815852 h 825984"/>
              <a:gd name="csX9954" fmla="*/ 1715293 w 1723042"/>
              <a:gd name="csY9954" fmla="*/ 815852 h 825984"/>
              <a:gd name="csX9955" fmla="*/ 1715462 w 1723042"/>
              <a:gd name="csY9955" fmla="*/ 815861 h 825984"/>
              <a:gd name="csX9956" fmla="*/ 1715632 w 1723042"/>
              <a:gd name="csY9956" fmla="*/ 815861 h 825984"/>
              <a:gd name="csX9957" fmla="*/ 1715809 w 1723042"/>
              <a:gd name="csY9957" fmla="*/ 815861 h 825984"/>
              <a:gd name="csX9958" fmla="*/ 1715978 w 1723042"/>
              <a:gd name="csY9958" fmla="*/ 815869 h 825984"/>
              <a:gd name="csX9959" fmla="*/ 1716147 w 1723042"/>
              <a:gd name="csY9959" fmla="*/ 815869 h 825984"/>
              <a:gd name="csX9960" fmla="*/ 1716326 w 1723042"/>
              <a:gd name="csY9960" fmla="*/ 815869 h 825984"/>
              <a:gd name="csX9961" fmla="*/ 1716495 w 1723042"/>
              <a:gd name="csY9961" fmla="*/ 815878 h 825984"/>
              <a:gd name="csX9962" fmla="*/ 1716672 w 1723042"/>
              <a:gd name="csY9962" fmla="*/ 815878 h 825984"/>
              <a:gd name="csX9963" fmla="*/ 1716841 w 1723042"/>
              <a:gd name="csY9963" fmla="*/ 815887 h 825984"/>
              <a:gd name="csX9964" fmla="*/ 1717011 w 1723042"/>
              <a:gd name="csY9964" fmla="*/ 815887 h 825984"/>
              <a:gd name="csX9965" fmla="*/ 1717188 w 1723042"/>
              <a:gd name="csY9965" fmla="*/ 815887 h 825984"/>
              <a:gd name="csX9966" fmla="*/ 1717357 w 1723042"/>
              <a:gd name="csY9966" fmla="*/ 815896 h 825984"/>
              <a:gd name="csX9967" fmla="*/ 1717526 w 1723042"/>
              <a:gd name="csY9967" fmla="*/ 815896 h 825984"/>
              <a:gd name="csX9968" fmla="*/ 1717704 w 1723042"/>
              <a:gd name="csY9968" fmla="*/ 815905 h 825984"/>
              <a:gd name="csX9969" fmla="*/ 1717873 w 1723042"/>
              <a:gd name="csY9969" fmla="*/ 815905 h 825984"/>
              <a:gd name="csX9970" fmla="*/ 1718051 w 1723042"/>
              <a:gd name="csY9970" fmla="*/ 815905 h 825984"/>
              <a:gd name="csX9971" fmla="*/ 1718220 w 1723042"/>
              <a:gd name="csY9971" fmla="*/ 815914 h 825984"/>
              <a:gd name="csX9972" fmla="*/ 1718389 w 1723042"/>
              <a:gd name="csY9972" fmla="*/ 815914 h 825984"/>
              <a:gd name="csX9973" fmla="*/ 1718567 w 1723042"/>
              <a:gd name="csY9973" fmla="*/ 815923 h 825984"/>
              <a:gd name="csX9974" fmla="*/ 1718736 w 1723042"/>
              <a:gd name="csY9974" fmla="*/ 815923 h 825984"/>
              <a:gd name="csX9975" fmla="*/ 1718905 w 1723042"/>
              <a:gd name="csY9975" fmla="*/ 815923 h 825984"/>
              <a:gd name="csX9976" fmla="*/ 1719083 w 1723042"/>
              <a:gd name="csY9976" fmla="*/ 815932 h 825984"/>
              <a:gd name="csX9977" fmla="*/ 1719252 w 1723042"/>
              <a:gd name="csY9977" fmla="*/ 815932 h 825984"/>
              <a:gd name="csX9978" fmla="*/ 1719421 w 1723042"/>
              <a:gd name="csY9978" fmla="*/ 815932 h 825984"/>
              <a:gd name="csX9979" fmla="*/ 1719599 w 1723042"/>
              <a:gd name="csY9979" fmla="*/ 815941 h 825984"/>
              <a:gd name="csX9980" fmla="*/ 1719768 w 1723042"/>
              <a:gd name="csY9980" fmla="*/ 815941 h 825984"/>
              <a:gd name="csX9981" fmla="*/ 1719946 w 1723042"/>
              <a:gd name="csY9981" fmla="*/ 815950 h 825984"/>
              <a:gd name="csX9982" fmla="*/ 1720115 w 1723042"/>
              <a:gd name="csY9982" fmla="*/ 815950 h 825984"/>
              <a:gd name="csX9983" fmla="*/ 1720284 w 1723042"/>
              <a:gd name="csY9983" fmla="*/ 815950 h 825984"/>
              <a:gd name="csX9984" fmla="*/ 1720462 w 1723042"/>
              <a:gd name="csY9984" fmla="*/ 815958 h 825984"/>
              <a:gd name="csX9985" fmla="*/ 1720631 w 1723042"/>
              <a:gd name="csY9985" fmla="*/ 815958 h 825984"/>
              <a:gd name="csX9986" fmla="*/ 1720800 w 1723042"/>
              <a:gd name="csY9986" fmla="*/ 815967 h 825984"/>
              <a:gd name="csX9987" fmla="*/ 1720978 w 1723042"/>
              <a:gd name="csY9987" fmla="*/ 815967 h 825984"/>
              <a:gd name="csX9988" fmla="*/ 1721147 w 1723042"/>
              <a:gd name="csY9988" fmla="*/ 815967 h 825984"/>
              <a:gd name="csX9989" fmla="*/ 1721325 w 1723042"/>
              <a:gd name="csY9989" fmla="*/ 815976 h 825984"/>
              <a:gd name="csX9990" fmla="*/ 1721494 w 1723042"/>
              <a:gd name="csY9990" fmla="*/ 815976 h 825984"/>
              <a:gd name="csX9991" fmla="*/ 1721663 w 1723042"/>
              <a:gd name="csY9991" fmla="*/ 815976 h 825984"/>
              <a:gd name="csX9992" fmla="*/ 1721841 w 1723042"/>
              <a:gd name="csY9992" fmla="*/ 815985 h 825984"/>
              <a:gd name="csX9993" fmla="*/ 1722010 w 1723042"/>
              <a:gd name="csY9993" fmla="*/ 815985 h 825984"/>
              <a:gd name="csX9994" fmla="*/ 1722179 w 1723042"/>
              <a:gd name="csY9994" fmla="*/ 815994 h 825984"/>
              <a:gd name="csX9995" fmla="*/ 1722357 w 1723042"/>
              <a:gd name="csY9995" fmla="*/ 815994 h 825984"/>
              <a:gd name="csX9996" fmla="*/ 1722526 w 1723042"/>
              <a:gd name="csY9996" fmla="*/ 815994 h 825984"/>
              <a:gd name="csX9997" fmla="*/ 1722704 w 1723042"/>
              <a:gd name="csY9997" fmla="*/ 816003 h 825984"/>
              <a:gd name="csX9998" fmla="*/ 1722873 w 1723042"/>
              <a:gd name="csY9998" fmla="*/ 816003 h 825984"/>
              <a:gd name="csX9999" fmla="*/ 1723042 w 1723042"/>
              <a:gd name="csY9999" fmla="*/ 816012 h 82598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3042" h="825984">
                <a:moveTo>
                  <a:pt x="0" y="807587"/>
                </a:moveTo>
                <a:lnTo>
                  <a:pt x="173" y="807587"/>
                </a:lnTo>
                <a:lnTo>
                  <a:pt x="344" y="807578"/>
                </a:lnTo>
                <a:lnTo>
                  <a:pt x="517" y="807569"/>
                </a:lnTo>
                <a:lnTo>
                  <a:pt x="689" y="807560"/>
                </a:lnTo>
                <a:lnTo>
                  <a:pt x="861" y="807551"/>
                </a:lnTo>
                <a:lnTo>
                  <a:pt x="1034" y="807542"/>
                </a:lnTo>
                <a:lnTo>
                  <a:pt x="1206" y="807533"/>
                </a:lnTo>
                <a:lnTo>
                  <a:pt x="1379" y="807525"/>
                </a:lnTo>
                <a:lnTo>
                  <a:pt x="1551" y="807516"/>
                </a:lnTo>
                <a:lnTo>
                  <a:pt x="1723" y="807507"/>
                </a:lnTo>
                <a:lnTo>
                  <a:pt x="1896" y="807498"/>
                </a:lnTo>
                <a:lnTo>
                  <a:pt x="2068" y="807489"/>
                </a:lnTo>
                <a:lnTo>
                  <a:pt x="2240" y="807480"/>
                </a:lnTo>
                <a:lnTo>
                  <a:pt x="2413" y="807471"/>
                </a:lnTo>
                <a:lnTo>
                  <a:pt x="2584" y="807462"/>
                </a:lnTo>
                <a:lnTo>
                  <a:pt x="2757" y="807453"/>
                </a:lnTo>
                <a:lnTo>
                  <a:pt x="2930" y="807444"/>
                </a:lnTo>
                <a:lnTo>
                  <a:pt x="3101" y="807436"/>
                </a:lnTo>
                <a:lnTo>
                  <a:pt x="3274" y="807427"/>
                </a:lnTo>
                <a:lnTo>
                  <a:pt x="3446" y="807427"/>
                </a:lnTo>
                <a:lnTo>
                  <a:pt x="3619" y="807418"/>
                </a:lnTo>
                <a:lnTo>
                  <a:pt x="3791" y="807409"/>
                </a:lnTo>
                <a:lnTo>
                  <a:pt x="3963" y="807400"/>
                </a:lnTo>
                <a:lnTo>
                  <a:pt x="4136" y="807391"/>
                </a:lnTo>
                <a:lnTo>
                  <a:pt x="4308" y="807382"/>
                </a:lnTo>
                <a:lnTo>
                  <a:pt x="4480" y="807373"/>
                </a:lnTo>
                <a:lnTo>
                  <a:pt x="4653" y="807364"/>
                </a:lnTo>
                <a:lnTo>
                  <a:pt x="4825" y="807356"/>
                </a:lnTo>
                <a:lnTo>
                  <a:pt x="4997" y="807347"/>
                </a:lnTo>
                <a:lnTo>
                  <a:pt x="5170" y="807338"/>
                </a:lnTo>
                <a:lnTo>
                  <a:pt x="5342" y="807329"/>
                </a:lnTo>
                <a:lnTo>
                  <a:pt x="5514" y="807320"/>
                </a:lnTo>
                <a:lnTo>
                  <a:pt x="5687" y="807311"/>
                </a:lnTo>
                <a:lnTo>
                  <a:pt x="5859" y="807302"/>
                </a:lnTo>
                <a:lnTo>
                  <a:pt x="6031" y="807293"/>
                </a:lnTo>
                <a:lnTo>
                  <a:pt x="6203" y="807284"/>
                </a:lnTo>
                <a:lnTo>
                  <a:pt x="6376" y="807275"/>
                </a:lnTo>
                <a:lnTo>
                  <a:pt x="6548" y="807267"/>
                </a:lnTo>
                <a:lnTo>
                  <a:pt x="6720" y="807258"/>
                </a:lnTo>
                <a:lnTo>
                  <a:pt x="6893" y="807249"/>
                </a:lnTo>
                <a:lnTo>
                  <a:pt x="7066" y="807240"/>
                </a:lnTo>
                <a:lnTo>
                  <a:pt x="7237" y="807231"/>
                </a:lnTo>
                <a:lnTo>
                  <a:pt x="7410" y="807222"/>
                </a:lnTo>
                <a:lnTo>
                  <a:pt x="7582" y="807213"/>
                </a:lnTo>
                <a:lnTo>
                  <a:pt x="7754" y="807213"/>
                </a:lnTo>
                <a:lnTo>
                  <a:pt x="7927" y="807204"/>
                </a:lnTo>
                <a:lnTo>
                  <a:pt x="8099" y="807195"/>
                </a:lnTo>
                <a:lnTo>
                  <a:pt x="8271" y="807187"/>
                </a:lnTo>
                <a:lnTo>
                  <a:pt x="8444" y="807178"/>
                </a:lnTo>
                <a:lnTo>
                  <a:pt x="8616" y="807169"/>
                </a:lnTo>
                <a:lnTo>
                  <a:pt x="8788" y="807160"/>
                </a:lnTo>
                <a:lnTo>
                  <a:pt x="8960" y="807151"/>
                </a:lnTo>
                <a:lnTo>
                  <a:pt x="9133" y="807142"/>
                </a:lnTo>
                <a:lnTo>
                  <a:pt x="9306" y="807133"/>
                </a:lnTo>
                <a:lnTo>
                  <a:pt x="9477" y="807124"/>
                </a:lnTo>
                <a:lnTo>
                  <a:pt x="9650" y="807115"/>
                </a:lnTo>
                <a:lnTo>
                  <a:pt x="9823" y="807106"/>
                </a:lnTo>
                <a:lnTo>
                  <a:pt x="9994" y="807097"/>
                </a:lnTo>
                <a:lnTo>
                  <a:pt x="10167" y="807089"/>
                </a:lnTo>
                <a:lnTo>
                  <a:pt x="10339" y="807080"/>
                </a:lnTo>
                <a:lnTo>
                  <a:pt x="10511" y="807071"/>
                </a:lnTo>
                <a:lnTo>
                  <a:pt x="10684" y="807062"/>
                </a:lnTo>
                <a:lnTo>
                  <a:pt x="10856" y="807053"/>
                </a:lnTo>
                <a:lnTo>
                  <a:pt x="11029" y="807044"/>
                </a:lnTo>
                <a:lnTo>
                  <a:pt x="11201" y="807035"/>
                </a:lnTo>
                <a:lnTo>
                  <a:pt x="11373" y="807026"/>
                </a:lnTo>
                <a:lnTo>
                  <a:pt x="11546" y="807017"/>
                </a:lnTo>
                <a:lnTo>
                  <a:pt x="11718" y="807009"/>
                </a:lnTo>
                <a:lnTo>
                  <a:pt x="11890" y="807000"/>
                </a:lnTo>
                <a:lnTo>
                  <a:pt x="12063" y="806991"/>
                </a:lnTo>
                <a:lnTo>
                  <a:pt x="12234" y="806982"/>
                </a:lnTo>
                <a:lnTo>
                  <a:pt x="12407" y="806973"/>
                </a:lnTo>
                <a:lnTo>
                  <a:pt x="12580" y="806964"/>
                </a:lnTo>
                <a:lnTo>
                  <a:pt x="12752" y="806955"/>
                </a:lnTo>
                <a:lnTo>
                  <a:pt x="12924" y="806946"/>
                </a:lnTo>
                <a:lnTo>
                  <a:pt x="13096" y="806937"/>
                </a:lnTo>
                <a:lnTo>
                  <a:pt x="13269" y="806929"/>
                </a:lnTo>
                <a:lnTo>
                  <a:pt x="13441" y="806920"/>
                </a:lnTo>
                <a:lnTo>
                  <a:pt x="13613" y="806911"/>
                </a:lnTo>
                <a:lnTo>
                  <a:pt x="13786" y="806902"/>
                </a:lnTo>
                <a:lnTo>
                  <a:pt x="13958" y="806893"/>
                </a:lnTo>
                <a:lnTo>
                  <a:pt x="14130" y="806884"/>
                </a:lnTo>
                <a:lnTo>
                  <a:pt x="14303" y="806875"/>
                </a:lnTo>
                <a:lnTo>
                  <a:pt x="14475" y="806866"/>
                </a:lnTo>
                <a:lnTo>
                  <a:pt x="14647" y="806857"/>
                </a:lnTo>
                <a:lnTo>
                  <a:pt x="14820" y="806848"/>
                </a:lnTo>
                <a:lnTo>
                  <a:pt x="14992" y="806840"/>
                </a:lnTo>
                <a:lnTo>
                  <a:pt x="15164" y="806831"/>
                </a:lnTo>
                <a:lnTo>
                  <a:pt x="15337" y="806822"/>
                </a:lnTo>
                <a:lnTo>
                  <a:pt x="15509" y="806813"/>
                </a:lnTo>
                <a:lnTo>
                  <a:pt x="15681" y="806804"/>
                </a:lnTo>
                <a:lnTo>
                  <a:pt x="15853" y="806795"/>
                </a:lnTo>
                <a:lnTo>
                  <a:pt x="16026" y="806786"/>
                </a:lnTo>
                <a:lnTo>
                  <a:pt x="16198" y="806777"/>
                </a:lnTo>
                <a:lnTo>
                  <a:pt x="16370" y="806768"/>
                </a:lnTo>
                <a:lnTo>
                  <a:pt x="16543" y="806759"/>
                </a:lnTo>
                <a:lnTo>
                  <a:pt x="16716" y="806751"/>
                </a:lnTo>
                <a:lnTo>
                  <a:pt x="16887" y="806742"/>
                </a:lnTo>
                <a:lnTo>
                  <a:pt x="17060" y="806733"/>
                </a:lnTo>
                <a:lnTo>
                  <a:pt x="17232" y="806724"/>
                </a:lnTo>
                <a:lnTo>
                  <a:pt x="17404" y="806715"/>
                </a:lnTo>
                <a:lnTo>
                  <a:pt x="17577" y="806706"/>
                </a:lnTo>
                <a:lnTo>
                  <a:pt x="17749" y="806697"/>
                </a:lnTo>
                <a:lnTo>
                  <a:pt x="17921" y="806688"/>
                </a:lnTo>
                <a:lnTo>
                  <a:pt x="18094" y="806679"/>
                </a:lnTo>
                <a:lnTo>
                  <a:pt x="18266" y="806670"/>
                </a:lnTo>
                <a:lnTo>
                  <a:pt x="18439" y="806662"/>
                </a:lnTo>
                <a:lnTo>
                  <a:pt x="18610" y="806653"/>
                </a:lnTo>
                <a:lnTo>
                  <a:pt x="18783" y="806644"/>
                </a:lnTo>
                <a:lnTo>
                  <a:pt x="18956" y="806635"/>
                </a:lnTo>
                <a:lnTo>
                  <a:pt x="19127" y="806626"/>
                </a:lnTo>
                <a:lnTo>
                  <a:pt x="19300" y="806617"/>
                </a:lnTo>
                <a:lnTo>
                  <a:pt x="19473" y="806608"/>
                </a:lnTo>
                <a:lnTo>
                  <a:pt x="19644" y="806599"/>
                </a:lnTo>
                <a:lnTo>
                  <a:pt x="19817" y="806590"/>
                </a:lnTo>
                <a:lnTo>
                  <a:pt x="19989" y="806582"/>
                </a:lnTo>
                <a:lnTo>
                  <a:pt x="20162" y="806573"/>
                </a:lnTo>
                <a:lnTo>
                  <a:pt x="20334" y="806564"/>
                </a:lnTo>
                <a:lnTo>
                  <a:pt x="20506" y="806555"/>
                </a:lnTo>
                <a:lnTo>
                  <a:pt x="20679" y="806546"/>
                </a:lnTo>
                <a:lnTo>
                  <a:pt x="20851" y="806537"/>
                </a:lnTo>
                <a:lnTo>
                  <a:pt x="21023" y="806528"/>
                </a:lnTo>
                <a:lnTo>
                  <a:pt x="21196" y="806519"/>
                </a:lnTo>
                <a:lnTo>
                  <a:pt x="21367" y="806510"/>
                </a:lnTo>
                <a:lnTo>
                  <a:pt x="21540" y="806502"/>
                </a:lnTo>
                <a:lnTo>
                  <a:pt x="21713" y="806493"/>
                </a:lnTo>
                <a:lnTo>
                  <a:pt x="21884" y="806484"/>
                </a:lnTo>
                <a:lnTo>
                  <a:pt x="22057" y="806475"/>
                </a:lnTo>
                <a:lnTo>
                  <a:pt x="22230" y="806466"/>
                </a:lnTo>
                <a:lnTo>
                  <a:pt x="22402" y="806457"/>
                </a:lnTo>
                <a:lnTo>
                  <a:pt x="22574" y="806448"/>
                </a:lnTo>
                <a:lnTo>
                  <a:pt x="22746" y="806439"/>
                </a:lnTo>
                <a:lnTo>
                  <a:pt x="22919" y="806430"/>
                </a:lnTo>
                <a:lnTo>
                  <a:pt x="23091" y="806421"/>
                </a:lnTo>
                <a:lnTo>
                  <a:pt x="23263" y="806413"/>
                </a:lnTo>
                <a:lnTo>
                  <a:pt x="23436" y="806404"/>
                </a:lnTo>
                <a:lnTo>
                  <a:pt x="23608" y="806395"/>
                </a:lnTo>
                <a:lnTo>
                  <a:pt x="23780" y="806386"/>
                </a:lnTo>
                <a:lnTo>
                  <a:pt x="23953" y="806377"/>
                </a:lnTo>
                <a:lnTo>
                  <a:pt x="24125" y="806368"/>
                </a:lnTo>
                <a:lnTo>
                  <a:pt x="24297" y="806350"/>
                </a:lnTo>
                <a:lnTo>
                  <a:pt x="24470" y="806341"/>
                </a:lnTo>
                <a:lnTo>
                  <a:pt x="24642" y="806332"/>
                </a:lnTo>
                <a:lnTo>
                  <a:pt x="24814" y="806324"/>
                </a:lnTo>
                <a:lnTo>
                  <a:pt x="24987" y="806315"/>
                </a:lnTo>
                <a:lnTo>
                  <a:pt x="25159" y="806306"/>
                </a:lnTo>
                <a:lnTo>
                  <a:pt x="25331" y="806297"/>
                </a:lnTo>
                <a:lnTo>
                  <a:pt x="25503" y="806288"/>
                </a:lnTo>
                <a:lnTo>
                  <a:pt x="25676" y="806279"/>
                </a:lnTo>
                <a:lnTo>
                  <a:pt x="25849" y="806270"/>
                </a:lnTo>
                <a:lnTo>
                  <a:pt x="26020" y="806261"/>
                </a:lnTo>
                <a:lnTo>
                  <a:pt x="26193" y="806252"/>
                </a:lnTo>
                <a:lnTo>
                  <a:pt x="26366" y="806243"/>
                </a:lnTo>
                <a:lnTo>
                  <a:pt x="26537" y="806235"/>
                </a:lnTo>
                <a:lnTo>
                  <a:pt x="26710" y="806226"/>
                </a:lnTo>
                <a:lnTo>
                  <a:pt x="26882" y="806217"/>
                </a:lnTo>
                <a:lnTo>
                  <a:pt x="27054" y="806208"/>
                </a:lnTo>
                <a:lnTo>
                  <a:pt x="27227" y="806199"/>
                </a:lnTo>
                <a:lnTo>
                  <a:pt x="27399" y="806190"/>
                </a:lnTo>
                <a:lnTo>
                  <a:pt x="27571" y="806181"/>
                </a:lnTo>
                <a:lnTo>
                  <a:pt x="27744" y="806172"/>
                </a:lnTo>
                <a:lnTo>
                  <a:pt x="27916" y="806163"/>
                </a:lnTo>
                <a:lnTo>
                  <a:pt x="28089" y="806155"/>
                </a:lnTo>
                <a:lnTo>
                  <a:pt x="28260" y="806146"/>
                </a:lnTo>
                <a:lnTo>
                  <a:pt x="28433" y="806128"/>
                </a:lnTo>
                <a:lnTo>
                  <a:pt x="28606" y="806119"/>
                </a:lnTo>
                <a:lnTo>
                  <a:pt x="28777" y="806110"/>
                </a:lnTo>
                <a:lnTo>
                  <a:pt x="28950" y="806101"/>
                </a:lnTo>
                <a:lnTo>
                  <a:pt x="29123" y="806092"/>
                </a:lnTo>
                <a:lnTo>
                  <a:pt x="29294" y="806083"/>
                </a:lnTo>
                <a:lnTo>
                  <a:pt x="29467" y="806074"/>
                </a:lnTo>
                <a:lnTo>
                  <a:pt x="29639" y="806066"/>
                </a:lnTo>
                <a:lnTo>
                  <a:pt x="29812" y="806057"/>
                </a:lnTo>
                <a:lnTo>
                  <a:pt x="29984" y="806048"/>
                </a:lnTo>
                <a:lnTo>
                  <a:pt x="30156" y="806039"/>
                </a:lnTo>
                <a:lnTo>
                  <a:pt x="30329" y="806030"/>
                </a:lnTo>
                <a:lnTo>
                  <a:pt x="30501" y="806021"/>
                </a:lnTo>
                <a:lnTo>
                  <a:pt x="30673" y="806012"/>
                </a:lnTo>
                <a:lnTo>
                  <a:pt x="30846" y="806003"/>
                </a:lnTo>
                <a:lnTo>
                  <a:pt x="31017" y="805994"/>
                </a:lnTo>
                <a:lnTo>
                  <a:pt x="31190" y="805985"/>
                </a:lnTo>
                <a:lnTo>
                  <a:pt x="31363" y="805977"/>
                </a:lnTo>
                <a:lnTo>
                  <a:pt x="31535" y="805959"/>
                </a:lnTo>
                <a:lnTo>
                  <a:pt x="31707" y="805950"/>
                </a:lnTo>
                <a:lnTo>
                  <a:pt x="31880" y="805941"/>
                </a:lnTo>
                <a:lnTo>
                  <a:pt x="32052" y="805932"/>
                </a:lnTo>
                <a:lnTo>
                  <a:pt x="32224" y="805923"/>
                </a:lnTo>
                <a:lnTo>
                  <a:pt x="32396" y="805914"/>
                </a:lnTo>
                <a:lnTo>
                  <a:pt x="32569" y="805905"/>
                </a:lnTo>
                <a:lnTo>
                  <a:pt x="32741" y="805896"/>
                </a:lnTo>
                <a:lnTo>
                  <a:pt x="32913" y="805888"/>
                </a:lnTo>
                <a:lnTo>
                  <a:pt x="33086" y="805879"/>
                </a:lnTo>
                <a:lnTo>
                  <a:pt x="33258" y="805870"/>
                </a:lnTo>
                <a:lnTo>
                  <a:pt x="33430" y="805861"/>
                </a:lnTo>
                <a:lnTo>
                  <a:pt x="33603" y="805852"/>
                </a:lnTo>
                <a:lnTo>
                  <a:pt x="33775" y="805843"/>
                </a:lnTo>
                <a:lnTo>
                  <a:pt x="33947" y="805825"/>
                </a:lnTo>
                <a:lnTo>
                  <a:pt x="34120" y="805816"/>
                </a:lnTo>
                <a:lnTo>
                  <a:pt x="34292" y="805808"/>
                </a:lnTo>
                <a:lnTo>
                  <a:pt x="34464" y="805799"/>
                </a:lnTo>
                <a:lnTo>
                  <a:pt x="34637" y="805790"/>
                </a:lnTo>
                <a:lnTo>
                  <a:pt x="34809" y="805781"/>
                </a:lnTo>
                <a:lnTo>
                  <a:pt x="34981" y="805772"/>
                </a:lnTo>
                <a:lnTo>
                  <a:pt x="35153" y="805763"/>
                </a:lnTo>
                <a:lnTo>
                  <a:pt x="35326" y="805754"/>
                </a:lnTo>
                <a:lnTo>
                  <a:pt x="35499" y="805745"/>
                </a:lnTo>
                <a:lnTo>
                  <a:pt x="35670" y="805736"/>
                </a:lnTo>
                <a:lnTo>
                  <a:pt x="35843" y="805728"/>
                </a:lnTo>
                <a:lnTo>
                  <a:pt x="36016" y="805719"/>
                </a:lnTo>
                <a:lnTo>
                  <a:pt x="36187" y="805701"/>
                </a:lnTo>
                <a:lnTo>
                  <a:pt x="36360" y="805692"/>
                </a:lnTo>
                <a:lnTo>
                  <a:pt x="36532" y="805683"/>
                </a:lnTo>
                <a:lnTo>
                  <a:pt x="36704" y="805674"/>
                </a:lnTo>
                <a:lnTo>
                  <a:pt x="36877" y="805665"/>
                </a:lnTo>
                <a:lnTo>
                  <a:pt x="37049" y="805656"/>
                </a:lnTo>
                <a:lnTo>
                  <a:pt x="37222" y="805647"/>
                </a:lnTo>
                <a:lnTo>
                  <a:pt x="37394" y="805638"/>
                </a:lnTo>
                <a:lnTo>
                  <a:pt x="37566" y="805630"/>
                </a:lnTo>
                <a:lnTo>
                  <a:pt x="37739" y="805621"/>
                </a:lnTo>
                <a:lnTo>
                  <a:pt x="37910" y="805612"/>
                </a:lnTo>
                <a:lnTo>
                  <a:pt x="38083" y="805594"/>
                </a:lnTo>
                <a:lnTo>
                  <a:pt x="38256" y="805585"/>
                </a:lnTo>
                <a:lnTo>
                  <a:pt x="38427" y="805576"/>
                </a:lnTo>
                <a:lnTo>
                  <a:pt x="38600" y="805567"/>
                </a:lnTo>
                <a:lnTo>
                  <a:pt x="38773" y="805558"/>
                </a:lnTo>
                <a:lnTo>
                  <a:pt x="38944" y="805550"/>
                </a:lnTo>
                <a:lnTo>
                  <a:pt x="39117" y="805541"/>
                </a:lnTo>
                <a:lnTo>
                  <a:pt x="39289" y="805532"/>
                </a:lnTo>
                <a:lnTo>
                  <a:pt x="39462" y="805523"/>
                </a:lnTo>
                <a:lnTo>
                  <a:pt x="39634" y="805514"/>
                </a:lnTo>
                <a:lnTo>
                  <a:pt x="39806" y="805505"/>
                </a:lnTo>
                <a:lnTo>
                  <a:pt x="39979" y="805487"/>
                </a:lnTo>
                <a:lnTo>
                  <a:pt x="40151" y="805478"/>
                </a:lnTo>
                <a:lnTo>
                  <a:pt x="40323" y="805469"/>
                </a:lnTo>
                <a:lnTo>
                  <a:pt x="40496" y="805461"/>
                </a:lnTo>
                <a:lnTo>
                  <a:pt x="40667" y="805452"/>
                </a:lnTo>
                <a:lnTo>
                  <a:pt x="40840" y="805443"/>
                </a:lnTo>
                <a:lnTo>
                  <a:pt x="41013" y="805434"/>
                </a:lnTo>
                <a:lnTo>
                  <a:pt x="41185" y="805425"/>
                </a:lnTo>
                <a:lnTo>
                  <a:pt x="41357" y="805416"/>
                </a:lnTo>
                <a:lnTo>
                  <a:pt x="41530" y="805398"/>
                </a:lnTo>
                <a:lnTo>
                  <a:pt x="41702" y="805389"/>
                </a:lnTo>
                <a:lnTo>
                  <a:pt x="41874" y="805381"/>
                </a:lnTo>
                <a:lnTo>
                  <a:pt x="42046" y="805372"/>
                </a:lnTo>
                <a:lnTo>
                  <a:pt x="42219" y="805363"/>
                </a:lnTo>
                <a:lnTo>
                  <a:pt x="42391" y="805354"/>
                </a:lnTo>
                <a:lnTo>
                  <a:pt x="42563" y="805345"/>
                </a:lnTo>
                <a:lnTo>
                  <a:pt x="42736" y="805336"/>
                </a:lnTo>
                <a:lnTo>
                  <a:pt x="42908" y="805327"/>
                </a:lnTo>
                <a:lnTo>
                  <a:pt x="43080" y="805309"/>
                </a:lnTo>
                <a:lnTo>
                  <a:pt x="43253" y="805301"/>
                </a:lnTo>
                <a:lnTo>
                  <a:pt x="43425" y="805292"/>
                </a:lnTo>
                <a:lnTo>
                  <a:pt x="43597" y="805283"/>
                </a:lnTo>
                <a:lnTo>
                  <a:pt x="43770" y="805274"/>
                </a:lnTo>
                <a:lnTo>
                  <a:pt x="43942" y="805265"/>
                </a:lnTo>
                <a:lnTo>
                  <a:pt x="44114" y="805256"/>
                </a:lnTo>
                <a:lnTo>
                  <a:pt x="44287" y="805247"/>
                </a:lnTo>
                <a:lnTo>
                  <a:pt x="44459" y="805238"/>
                </a:lnTo>
                <a:lnTo>
                  <a:pt x="44632" y="805220"/>
                </a:lnTo>
                <a:lnTo>
                  <a:pt x="44803" y="805211"/>
                </a:lnTo>
                <a:lnTo>
                  <a:pt x="44976" y="805203"/>
                </a:lnTo>
                <a:lnTo>
                  <a:pt x="45149" y="805194"/>
                </a:lnTo>
                <a:lnTo>
                  <a:pt x="45320" y="805185"/>
                </a:lnTo>
                <a:lnTo>
                  <a:pt x="45493" y="805176"/>
                </a:lnTo>
                <a:lnTo>
                  <a:pt x="45665" y="805167"/>
                </a:lnTo>
                <a:lnTo>
                  <a:pt x="45837" y="805158"/>
                </a:lnTo>
                <a:lnTo>
                  <a:pt x="46010" y="805140"/>
                </a:lnTo>
                <a:lnTo>
                  <a:pt x="46182" y="805131"/>
                </a:lnTo>
                <a:lnTo>
                  <a:pt x="46354" y="805123"/>
                </a:lnTo>
                <a:lnTo>
                  <a:pt x="46527" y="805114"/>
                </a:lnTo>
                <a:lnTo>
                  <a:pt x="46699" y="805105"/>
                </a:lnTo>
                <a:lnTo>
                  <a:pt x="46872" y="805096"/>
                </a:lnTo>
                <a:lnTo>
                  <a:pt x="47044" y="805087"/>
                </a:lnTo>
                <a:lnTo>
                  <a:pt x="47216" y="805069"/>
                </a:lnTo>
                <a:lnTo>
                  <a:pt x="47389" y="805060"/>
                </a:lnTo>
                <a:lnTo>
                  <a:pt x="47560" y="805051"/>
                </a:lnTo>
                <a:lnTo>
                  <a:pt x="47733" y="805042"/>
                </a:lnTo>
                <a:lnTo>
                  <a:pt x="47906" y="805034"/>
                </a:lnTo>
                <a:lnTo>
                  <a:pt x="48077" y="805025"/>
                </a:lnTo>
                <a:lnTo>
                  <a:pt x="48250" y="805016"/>
                </a:lnTo>
                <a:lnTo>
                  <a:pt x="48422" y="805007"/>
                </a:lnTo>
                <a:lnTo>
                  <a:pt x="48595" y="804989"/>
                </a:lnTo>
                <a:lnTo>
                  <a:pt x="48767" y="804980"/>
                </a:lnTo>
                <a:lnTo>
                  <a:pt x="48939" y="804971"/>
                </a:lnTo>
                <a:lnTo>
                  <a:pt x="49112" y="804962"/>
                </a:lnTo>
                <a:lnTo>
                  <a:pt x="49284" y="804954"/>
                </a:lnTo>
                <a:lnTo>
                  <a:pt x="49456" y="804945"/>
                </a:lnTo>
                <a:lnTo>
                  <a:pt x="49629" y="804936"/>
                </a:lnTo>
                <a:lnTo>
                  <a:pt x="49801" y="804918"/>
                </a:lnTo>
                <a:lnTo>
                  <a:pt x="49973" y="804909"/>
                </a:lnTo>
                <a:lnTo>
                  <a:pt x="50146" y="804900"/>
                </a:lnTo>
                <a:lnTo>
                  <a:pt x="50318" y="804891"/>
                </a:lnTo>
                <a:lnTo>
                  <a:pt x="50490" y="804882"/>
                </a:lnTo>
                <a:lnTo>
                  <a:pt x="50663" y="804873"/>
                </a:lnTo>
                <a:lnTo>
                  <a:pt x="50835" y="804864"/>
                </a:lnTo>
                <a:lnTo>
                  <a:pt x="51007" y="804847"/>
                </a:lnTo>
                <a:lnTo>
                  <a:pt x="51180" y="804838"/>
                </a:lnTo>
                <a:lnTo>
                  <a:pt x="51352" y="804829"/>
                </a:lnTo>
                <a:lnTo>
                  <a:pt x="51524" y="804820"/>
                </a:lnTo>
                <a:lnTo>
                  <a:pt x="51696" y="804811"/>
                </a:lnTo>
                <a:lnTo>
                  <a:pt x="51869" y="804802"/>
                </a:lnTo>
                <a:lnTo>
                  <a:pt x="52041" y="804784"/>
                </a:lnTo>
                <a:lnTo>
                  <a:pt x="52213" y="804776"/>
                </a:lnTo>
                <a:lnTo>
                  <a:pt x="52386" y="804767"/>
                </a:lnTo>
                <a:lnTo>
                  <a:pt x="52558" y="804758"/>
                </a:lnTo>
                <a:lnTo>
                  <a:pt x="52730" y="804749"/>
                </a:lnTo>
                <a:lnTo>
                  <a:pt x="52903" y="804740"/>
                </a:lnTo>
                <a:lnTo>
                  <a:pt x="53075" y="804722"/>
                </a:lnTo>
                <a:lnTo>
                  <a:pt x="53247" y="804713"/>
                </a:lnTo>
                <a:lnTo>
                  <a:pt x="53420" y="804704"/>
                </a:lnTo>
                <a:lnTo>
                  <a:pt x="53592" y="804695"/>
                </a:lnTo>
                <a:lnTo>
                  <a:pt x="53764" y="804687"/>
                </a:lnTo>
                <a:lnTo>
                  <a:pt x="53937" y="804678"/>
                </a:lnTo>
                <a:lnTo>
                  <a:pt x="54109" y="804669"/>
                </a:lnTo>
                <a:lnTo>
                  <a:pt x="54282" y="804651"/>
                </a:lnTo>
                <a:lnTo>
                  <a:pt x="54453" y="804642"/>
                </a:lnTo>
                <a:lnTo>
                  <a:pt x="54626" y="804633"/>
                </a:lnTo>
                <a:lnTo>
                  <a:pt x="54799" y="804624"/>
                </a:lnTo>
                <a:lnTo>
                  <a:pt x="54970" y="804615"/>
                </a:lnTo>
                <a:lnTo>
                  <a:pt x="55143" y="804598"/>
                </a:lnTo>
                <a:lnTo>
                  <a:pt x="55315" y="804589"/>
                </a:lnTo>
                <a:lnTo>
                  <a:pt x="55487" y="804580"/>
                </a:lnTo>
                <a:lnTo>
                  <a:pt x="55660" y="804571"/>
                </a:lnTo>
                <a:lnTo>
                  <a:pt x="55832" y="804562"/>
                </a:lnTo>
                <a:lnTo>
                  <a:pt x="56005" y="804553"/>
                </a:lnTo>
                <a:lnTo>
                  <a:pt x="56177" y="804535"/>
                </a:lnTo>
                <a:lnTo>
                  <a:pt x="56349" y="804526"/>
                </a:lnTo>
                <a:lnTo>
                  <a:pt x="56522" y="804518"/>
                </a:lnTo>
                <a:lnTo>
                  <a:pt x="56694" y="804509"/>
                </a:lnTo>
                <a:lnTo>
                  <a:pt x="56866" y="804500"/>
                </a:lnTo>
                <a:lnTo>
                  <a:pt x="57039" y="804491"/>
                </a:lnTo>
                <a:lnTo>
                  <a:pt x="57210" y="804473"/>
                </a:lnTo>
                <a:lnTo>
                  <a:pt x="57383" y="804464"/>
                </a:lnTo>
                <a:lnTo>
                  <a:pt x="57556" y="804455"/>
                </a:lnTo>
                <a:lnTo>
                  <a:pt x="57727" y="804446"/>
                </a:lnTo>
                <a:lnTo>
                  <a:pt x="57900" y="804437"/>
                </a:lnTo>
                <a:lnTo>
                  <a:pt x="58072" y="804420"/>
                </a:lnTo>
                <a:lnTo>
                  <a:pt x="58245" y="804411"/>
                </a:lnTo>
                <a:lnTo>
                  <a:pt x="58417" y="804402"/>
                </a:lnTo>
                <a:lnTo>
                  <a:pt x="58589" y="804393"/>
                </a:lnTo>
                <a:lnTo>
                  <a:pt x="58762" y="804384"/>
                </a:lnTo>
                <a:lnTo>
                  <a:pt x="58934" y="804375"/>
                </a:lnTo>
                <a:lnTo>
                  <a:pt x="59106" y="804357"/>
                </a:lnTo>
                <a:lnTo>
                  <a:pt x="59279" y="804349"/>
                </a:lnTo>
                <a:lnTo>
                  <a:pt x="59451" y="804340"/>
                </a:lnTo>
                <a:lnTo>
                  <a:pt x="59623" y="804331"/>
                </a:lnTo>
                <a:lnTo>
                  <a:pt x="59796" y="804322"/>
                </a:lnTo>
                <a:lnTo>
                  <a:pt x="59968" y="804304"/>
                </a:lnTo>
                <a:lnTo>
                  <a:pt x="60140" y="804295"/>
                </a:lnTo>
                <a:lnTo>
                  <a:pt x="60313" y="804286"/>
                </a:lnTo>
                <a:lnTo>
                  <a:pt x="60485" y="804277"/>
                </a:lnTo>
                <a:lnTo>
                  <a:pt x="60657" y="804268"/>
                </a:lnTo>
                <a:lnTo>
                  <a:pt x="60829" y="804251"/>
                </a:lnTo>
                <a:lnTo>
                  <a:pt x="61002" y="804242"/>
                </a:lnTo>
                <a:lnTo>
                  <a:pt x="61174" y="804233"/>
                </a:lnTo>
                <a:lnTo>
                  <a:pt x="61346" y="804224"/>
                </a:lnTo>
                <a:lnTo>
                  <a:pt x="61519" y="804215"/>
                </a:lnTo>
                <a:lnTo>
                  <a:pt x="61692" y="804197"/>
                </a:lnTo>
                <a:lnTo>
                  <a:pt x="61863" y="804188"/>
                </a:lnTo>
                <a:lnTo>
                  <a:pt x="62036" y="804180"/>
                </a:lnTo>
                <a:lnTo>
                  <a:pt x="62208" y="804171"/>
                </a:lnTo>
                <a:lnTo>
                  <a:pt x="62380" y="804162"/>
                </a:lnTo>
                <a:lnTo>
                  <a:pt x="62553" y="804144"/>
                </a:lnTo>
                <a:lnTo>
                  <a:pt x="62725" y="804135"/>
                </a:lnTo>
                <a:lnTo>
                  <a:pt x="62897" y="804126"/>
                </a:lnTo>
                <a:lnTo>
                  <a:pt x="63070" y="804117"/>
                </a:lnTo>
                <a:lnTo>
                  <a:pt x="63242" y="804108"/>
                </a:lnTo>
                <a:lnTo>
                  <a:pt x="63414" y="804090"/>
                </a:lnTo>
                <a:lnTo>
                  <a:pt x="63586" y="804082"/>
                </a:lnTo>
                <a:lnTo>
                  <a:pt x="63759" y="804073"/>
                </a:lnTo>
                <a:lnTo>
                  <a:pt x="63932" y="804064"/>
                </a:lnTo>
                <a:lnTo>
                  <a:pt x="64103" y="804046"/>
                </a:lnTo>
                <a:lnTo>
                  <a:pt x="64276" y="804037"/>
                </a:lnTo>
                <a:lnTo>
                  <a:pt x="64449" y="804028"/>
                </a:lnTo>
                <a:lnTo>
                  <a:pt x="64620" y="804019"/>
                </a:lnTo>
                <a:lnTo>
                  <a:pt x="64793" y="804010"/>
                </a:lnTo>
                <a:lnTo>
                  <a:pt x="64965" y="803993"/>
                </a:lnTo>
                <a:lnTo>
                  <a:pt x="65137" y="803984"/>
                </a:lnTo>
                <a:lnTo>
                  <a:pt x="65310" y="803975"/>
                </a:lnTo>
                <a:lnTo>
                  <a:pt x="65482" y="803966"/>
                </a:lnTo>
                <a:lnTo>
                  <a:pt x="65655" y="803948"/>
                </a:lnTo>
                <a:lnTo>
                  <a:pt x="65827" y="803939"/>
                </a:lnTo>
                <a:lnTo>
                  <a:pt x="65999" y="803930"/>
                </a:lnTo>
                <a:lnTo>
                  <a:pt x="66172" y="803922"/>
                </a:lnTo>
                <a:lnTo>
                  <a:pt x="66343" y="803913"/>
                </a:lnTo>
                <a:lnTo>
                  <a:pt x="66516" y="803895"/>
                </a:lnTo>
                <a:lnTo>
                  <a:pt x="66689" y="803886"/>
                </a:lnTo>
                <a:lnTo>
                  <a:pt x="66860" y="803877"/>
                </a:lnTo>
                <a:lnTo>
                  <a:pt x="67033" y="803868"/>
                </a:lnTo>
                <a:lnTo>
                  <a:pt x="67206" y="803850"/>
                </a:lnTo>
                <a:lnTo>
                  <a:pt x="67378" y="803841"/>
                </a:lnTo>
                <a:lnTo>
                  <a:pt x="67550" y="803833"/>
                </a:lnTo>
                <a:lnTo>
                  <a:pt x="67722" y="803824"/>
                </a:lnTo>
                <a:lnTo>
                  <a:pt x="67895" y="803806"/>
                </a:lnTo>
                <a:lnTo>
                  <a:pt x="68067" y="803797"/>
                </a:lnTo>
                <a:lnTo>
                  <a:pt x="68239" y="803788"/>
                </a:lnTo>
                <a:lnTo>
                  <a:pt x="68412" y="803779"/>
                </a:lnTo>
                <a:lnTo>
                  <a:pt x="68584" y="803770"/>
                </a:lnTo>
                <a:lnTo>
                  <a:pt x="68756" y="803752"/>
                </a:lnTo>
                <a:lnTo>
                  <a:pt x="68929" y="803744"/>
                </a:lnTo>
                <a:lnTo>
                  <a:pt x="69101" y="803735"/>
                </a:lnTo>
                <a:lnTo>
                  <a:pt x="69273" y="803726"/>
                </a:lnTo>
                <a:lnTo>
                  <a:pt x="69446" y="803708"/>
                </a:lnTo>
                <a:lnTo>
                  <a:pt x="69618" y="803699"/>
                </a:lnTo>
                <a:lnTo>
                  <a:pt x="69790" y="803690"/>
                </a:lnTo>
                <a:lnTo>
                  <a:pt x="69963" y="803681"/>
                </a:lnTo>
                <a:lnTo>
                  <a:pt x="70135" y="803663"/>
                </a:lnTo>
                <a:lnTo>
                  <a:pt x="70307" y="803655"/>
                </a:lnTo>
                <a:lnTo>
                  <a:pt x="70479" y="803646"/>
                </a:lnTo>
                <a:lnTo>
                  <a:pt x="70652" y="803637"/>
                </a:lnTo>
                <a:lnTo>
                  <a:pt x="70824" y="803619"/>
                </a:lnTo>
                <a:lnTo>
                  <a:pt x="70996" y="803610"/>
                </a:lnTo>
                <a:lnTo>
                  <a:pt x="71169" y="803601"/>
                </a:lnTo>
                <a:lnTo>
                  <a:pt x="71342" y="803592"/>
                </a:lnTo>
                <a:lnTo>
                  <a:pt x="71513" y="803575"/>
                </a:lnTo>
                <a:lnTo>
                  <a:pt x="71686" y="803566"/>
                </a:lnTo>
                <a:lnTo>
                  <a:pt x="71858" y="803557"/>
                </a:lnTo>
                <a:lnTo>
                  <a:pt x="72030" y="803548"/>
                </a:lnTo>
                <a:lnTo>
                  <a:pt x="72203" y="803530"/>
                </a:lnTo>
                <a:lnTo>
                  <a:pt x="72375" y="803521"/>
                </a:lnTo>
                <a:lnTo>
                  <a:pt x="72547" y="803512"/>
                </a:lnTo>
                <a:lnTo>
                  <a:pt x="72720" y="803503"/>
                </a:lnTo>
                <a:lnTo>
                  <a:pt x="72892" y="803486"/>
                </a:lnTo>
                <a:lnTo>
                  <a:pt x="73065" y="803477"/>
                </a:lnTo>
                <a:lnTo>
                  <a:pt x="73236" y="803468"/>
                </a:lnTo>
                <a:lnTo>
                  <a:pt x="73409" y="803459"/>
                </a:lnTo>
                <a:lnTo>
                  <a:pt x="73582" y="803441"/>
                </a:lnTo>
                <a:lnTo>
                  <a:pt x="73753" y="803432"/>
                </a:lnTo>
                <a:lnTo>
                  <a:pt x="73926" y="803423"/>
                </a:lnTo>
                <a:lnTo>
                  <a:pt x="74099" y="803406"/>
                </a:lnTo>
                <a:lnTo>
                  <a:pt x="74270" y="803397"/>
                </a:lnTo>
                <a:lnTo>
                  <a:pt x="74443" y="803388"/>
                </a:lnTo>
                <a:lnTo>
                  <a:pt x="74615" y="803379"/>
                </a:lnTo>
                <a:lnTo>
                  <a:pt x="74788" y="803361"/>
                </a:lnTo>
                <a:lnTo>
                  <a:pt x="74960" y="803352"/>
                </a:lnTo>
                <a:lnTo>
                  <a:pt x="75132" y="803343"/>
                </a:lnTo>
                <a:lnTo>
                  <a:pt x="75305" y="803334"/>
                </a:lnTo>
                <a:lnTo>
                  <a:pt x="75477" y="803317"/>
                </a:lnTo>
                <a:lnTo>
                  <a:pt x="75649" y="803308"/>
                </a:lnTo>
                <a:lnTo>
                  <a:pt x="75822" y="803299"/>
                </a:lnTo>
                <a:lnTo>
                  <a:pt x="75993" y="803281"/>
                </a:lnTo>
                <a:lnTo>
                  <a:pt x="76166" y="803272"/>
                </a:lnTo>
                <a:lnTo>
                  <a:pt x="76339" y="803263"/>
                </a:lnTo>
                <a:lnTo>
                  <a:pt x="76510" y="803254"/>
                </a:lnTo>
                <a:lnTo>
                  <a:pt x="76683" y="803236"/>
                </a:lnTo>
                <a:lnTo>
                  <a:pt x="76856" y="803228"/>
                </a:lnTo>
                <a:lnTo>
                  <a:pt x="77028" y="803219"/>
                </a:lnTo>
                <a:lnTo>
                  <a:pt x="77200" y="803201"/>
                </a:lnTo>
                <a:lnTo>
                  <a:pt x="77372" y="803192"/>
                </a:lnTo>
                <a:lnTo>
                  <a:pt x="77545" y="803183"/>
                </a:lnTo>
                <a:lnTo>
                  <a:pt x="77717" y="803174"/>
                </a:lnTo>
                <a:lnTo>
                  <a:pt x="77889" y="803156"/>
                </a:lnTo>
                <a:lnTo>
                  <a:pt x="78062" y="803148"/>
                </a:lnTo>
                <a:lnTo>
                  <a:pt x="78234" y="803139"/>
                </a:lnTo>
                <a:lnTo>
                  <a:pt x="78406" y="803121"/>
                </a:lnTo>
                <a:lnTo>
                  <a:pt x="78579" y="803112"/>
                </a:lnTo>
                <a:lnTo>
                  <a:pt x="78751" y="803103"/>
                </a:lnTo>
                <a:lnTo>
                  <a:pt x="78923" y="803094"/>
                </a:lnTo>
                <a:lnTo>
                  <a:pt x="79096" y="803076"/>
                </a:lnTo>
                <a:lnTo>
                  <a:pt x="79268" y="803067"/>
                </a:lnTo>
                <a:lnTo>
                  <a:pt x="79440" y="803059"/>
                </a:lnTo>
                <a:lnTo>
                  <a:pt x="79613" y="803041"/>
                </a:lnTo>
                <a:lnTo>
                  <a:pt x="79785" y="803032"/>
                </a:lnTo>
                <a:lnTo>
                  <a:pt x="79957" y="803023"/>
                </a:lnTo>
                <a:lnTo>
                  <a:pt x="80129" y="803014"/>
                </a:lnTo>
                <a:lnTo>
                  <a:pt x="80302" y="802996"/>
                </a:lnTo>
                <a:lnTo>
                  <a:pt x="80475" y="802987"/>
                </a:lnTo>
                <a:lnTo>
                  <a:pt x="80646" y="802978"/>
                </a:lnTo>
                <a:lnTo>
                  <a:pt x="80819" y="802961"/>
                </a:lnTo>
                <a:lnTo>
                  <a:pt x="80992" y="802952"/>
                </a:lnTo>
                <a:lnTo>
                  <a:pt x="81163" y="802943"/>
                </a:lnTo>
                <a:lnTo>
                  <a:pt x="81336" y="802925"/>
                </a:lnTo>
                <a:lnTo>
                  <a:pt x="81508" y="802916"/>
                </a:lnTo>
                <a:lnTo>
                  <a:pt x="81680" y="802907"/>
                </a:lnTo>
                <a:lnTo>
                  <a:pt x="81853" y="802889"/>
                </a:lnTo>
                <a:lnTo>
                  <a:pt x="82025" y="802881"/>
                </a:lnTo>
                <a:lnTo>
                  <a:pt x="82197" y="802872"/>
                </a:lnTo>
                <a:lnTo>
                  <a:pt x="82370" y="802863"/>
                </a:lnTo>
                <a:lnTo>
                  <a:pt x="82542" y="802845"/>
                </a:lnTo>
                <a:lnTo>
                  <a:pt x="82715" y="802836"/>
                </a:lnTo>
                <a:lnTo>
                  <a:pt x="82886" y="802827"/>
                </a:lnTo>
                <a:lnTo>
                  <a:pt x="83059" y="802809"/>
                </a:lnTo>
                <a:lnTo>
                  <a:pt x="83232" y="802801"/>
                </a:lnTo>
                <a:lnTo>
                  <a:pt x="83403" y="802792"/>
                </a:lnTo>
                <a:lnTo>
                  <a:pt x="83576" y="802774"/>
                </a:lnTo>
                <a:lnTo>
                  <a:pt x="83749" y="802765"/>
                </a:lnTo>
                <a:lnTo>
                  <a:pt x="83920" y="802756"/>
                </a:lnTo>
                <a:lnTo>
                  <a:pt x="84093" y="802738"/>
                </a:lnTo>
                <a:lnTo>
                  <a:pt x="84265" y="802729"/>
                </a:lnTo>
                <a:lnTo>
                  <a:pt x="84438" y="802721"/>
                </a:lnTo>
                <a:lnTo>
                  <a:pt x="84610" y="802703"/>
                </a:lnTo>
                <a:lnTo>
                  <a:pt x="84782" y="802694"/>
                </a:lnTo>
                <a:lnTo>
                  <a:pt x="84955" y="802685"/>
                </a:lnTo>
                <a:lnTo>
                  <a:pt x="85127" y="802667"/>
                </a:lnTo>
                <a:lnTo>
                  <a:pt x="85299" y="802658"/>
                </a:lnTo>
                <a:lnTo>
                  <a:pt x="85472" y="802649"/>
                </a:lnTo>
                <a:lnTo>
                  <a:pt x="85643" y="802632"/>
                </a:lnTo>
                <a:lnTo>
                  <a:pt x="85816" y="802623"/>
                </a:lnTo>
                <a:lnTo>
                  <a:pt x="85989" y="802614"/>
                </a:lnTo>
                <a:lnTo>
                  <a:pt x="86161" y="802596"/>
                </a:lnTo>
                <a:lnTo>
                  <a:pt x="86333" y="802587"/>
                </a:lnTo>
                <a:lnTo>
                  <a:pt x="86506" y="802578"/>
                </a:lnTo>
                <a:lnTo>
                  <a:pt x="86678" y="802560"/>
                </a:lnTo>
                <a:lnTo>
                  <a:pt x="86850" y="802551"/>
                </a:lnTo>
                <a:lnTo>
                  <a:pt x="87022" y="802543"/>
                </a:lnTo>
                <a:lnTo>
                  <a:pt x="87195" y="802525"/>
                </a:lnTo>
                <a:lnTo>
                  <a:pt x="87367" y="802516"/>
                </a:lnTo>
                <a:lnTo>
                  <a:pt x="87539" y="802507"/>
                </a:lnTo>
                <a:lnTo>
                  <a:pt x="87712" y="802489"/>
                </a:lnTo>
                <a:lnTo>
                  <a:pt x="87884" y="802480"/>
                </a:lnTo>
                <a:lnTo>
                  <a:pt x="88056" y="802471"/>
                </a:lnTo>
                <a:lnTo>
                  <a:pt x="88229" y="802454"/>
                </a:lnTo>
                <a:lnTo>
                  <a:pt x="88401" y="802445"/>
                </a:lnTo>
                <a:lnTo>
                  <a:pt x="88573" y="802436"/>
                </a:lnTo>
                <a:lnTo>
                  <a:pt x="88746" y="802418"/>
                </a:lnTo>
                <a:lnTo>
                  <a:pt x="88918" y="802409"/>
                </a:lnTo>
                <a:lnTo>
                  <a:pt x="89090" y="802400"/>
                </a:lnTo>
                <a:lnTo>
                  <a:pt x="89263" y="802382"/>
                </a:lnTo>
                <a:lnTo>
                  <a:pt x="89435" y="802374"/>
                </a:lnTo>
                <a:lnTo>
                  <a:pt x="89607" y="802365"/>
                </a:lnTo>
                <a:lnTo>
                  <a:pt x="89779" y="802347"/>
                </a:lnTo>
                <a:lnTo>
                  <a:pt x="89952" y="802338"/>
                </a:lnTo>
                <a:lnTo>
                  <a:pt x="90125" y="802320"/>
                </a:lnTo>
                <a:lnTo>
                  <a:pt x="90296" y="802311"/>
                </a:lnTo>
                <a:lnTo>
                  <a:pt x="90469" y="802302"/>
                </a:lnTo>
                <a:lnTo>
                  <a:pt x="90641" y="802285"/>
                </a:lnTo>
                <a:lnTo>
                  <a:pt x="90813" y="802276"/>
                </a:lnTo>
                <a:lnTo>
                  <a:pt x="90986" y="802267"/>
                </a:lnTo>
                <a:lnTo>
                  <a:pt x="91158" y="802249"/>
                </a:lnTo>
                <a:lnTo>
                  <a:pt x="91330" y="802240"/>
                </a:lnTo>
                <a:lnTo>
                  <a:pt x="91503" y="802231"/>
                </a:lnTo>
                <a:lnTo>
                  <a:pt x="91675" y="802213"/>
                </a:lnTo>
                <a:lnTo>
                  <a:pt x="91848" y="802204"/>
                </a:lnTo>
                <a:lnTo>
                  <a:pt x="92020" y="802187"/>
                </a:lnTo>
                <a:lnTo>
                  <a:pt x="92192" y="802178"/>
                </a:lnTo>
                <a:lnTo>
                  <a:pt x="92365" y="802169"/>
                </a:lnTo>
                <a:lnTo>
                  <a:pt x="92536" y="802151"/>
                </a:lnTo>
                <a:lnTo>
                  <a:pt x="92709" y="802142"/>
                </a:lnTo>
                <a:lnTo>
                  <a:pt x="92882" y="802133"/>
                </a:lnTo>
                <a:lnTo>
                  <a:pt x="93053" y="802116"/>
                </a:lnTo>
                <a:lnTo>
                  <a:pt x="93226" y="802107"/>
                </a:lnTo>
                <a:lnTo>
                  <a:pt x="93399" y="802089"/>
                </a:lnTo>
                <a:lnTo>
                  <a:pt x="93570" y="802080"/>
                </a:lnTo>
                <a:lnTo>
                  <a:pt x="93743" y="802071"/>
                </a:lnTo>
                <a:lnTo>
                  <a:pt x="93915" y="802053"/>
                </a:lnTo>
                <a:lnTo>
                  <a:pt x="94088" y="802044"/>
                </a:lnTo>
                <a:lnTo>
                  <a:pt x="94260" y="802035"/>
                </a:lnTo>
                <a:lnTo>
                  <a:pt x="94432" y="802018"/>
                </a:lnTo>
                <a:lnTo>
                  <a:pt x="94605" y="802009"/>
                </a:lnTo>
                <a:lnTo>
                  <a:pt x="94777" y="801991"/>
                </a:lnTo>
                <a:lnTo>
                  <a:pt x="94949" y="801982"/>
                </a:lnTo>
                <a:lnTo>
                  <a:pt x="95122" y="801973"/>
                </a:lnTo>
                <a:lnTo>
                  <a:pt x="95293" y="801955"/>
                </a:lnTo>
                <a:lnTo>
                  <a:pt x="95466" y="801947"/>
                </a:lnTo>
                <a:lnTo>
                  <a:pt x="95639" y="801929"/>
                </a:lnTo>
                <a:lnTo>
                  <a:pt x="95811" y="801920"/>
                </a:lnTo>
                <a:lnTo>
                  <a:pt x="95983" y="801911"/>
                </a:lnTo>
                <a:lnTo>
                  <a:pt x="96156" y="801893"/>
                </a:lnTo>
                <a:lnTo>
                  <a:pt x="96328" y="801884"/>
                </a:lnTo>
                <a:lnTo>
                  <a:pt x="96500" y="801875"/>
                </a:lnTo>
                <a:lnTo>
                  <a:pt x="96672" y="801857"/>
                </a:lnTo>
                <a:lnTo>
                  <a:pt x="96845" y="801849"/>
                </a:lnTo>
                <a:lnTo>
                  <a:pt x="97017" y="801831"/>
                </a:lnTo>
                <a:lnTo>
                  <a:pt x="97189" y="801822"/>
                </a:lnTo>
                <a:lnTo>
                  <a:pt x="97362" y="801813"/>
                </a:lnTo>
                <a:lnTo>
                  <a:pt x="97534" y="801795"/>
                </a:lnTo>
                <a:lnTo>
                  <a:pt x="97706" y="801786"/>
                </a:lnTo>
                <a:lnTo>
                  <a:pt x="97879" y="801769"/>
                </a:lnTo>
                <a:lnTo>
                  <a:pt x="98051" y="801760"/>
                </a:lnTo>
                <a:lnTo>
                  <a:pt x="98223" y="801751"/>
                </a:lnTo>
                <a:lnTo>
                  <a:pt x="98396" y="801733"/>
                </a:lnTo>
                <a:lnTo>
                  <a:pt x="98568" y="801724"/>
                </a:lnTo>
                <a:lnTo>
                  <a:pt x="98740" y="801706"/>
                </a:lnTo>
                <a:lnTo>
                  <a:pt x="98913" y="801697"/>
                </a:lnTo>
                <a:lnTo>
                  <a:pt x="99085" y="801680"/>
                </a:lnTo>
                <a:lnTo>
                  <a:pt x="99257" y="801671"/>
                </a:lnTo>
                <a:lnTo>
                  <a:pt x="99429" y="801662"/>
                </a:lnTo>
                <a:lnTo>
                  <a:pt x="99602" y="801644"/>
                </a:lnTo>
                <a:lnTo>
                  <a:pt x="99775" y="801635"/>
                </a:lnTo>
                <a:lnTo>
                  <a:pt x="99946" y="801617"/>
                </a:lnTo>
                <a:lnTo>
                  <a:pt x="100119" y="801608"/>
                </a:lnTo>
                <a:lnTo>
                  <a:pt x="100291" y="801600"/>
                </a:lnTo>
                <a:lnTo>
                  <a:pt x="100463" y="801582"/>
                </a:lnTo>
                <a:lnTo>
                  <a:pt x="100636" y="801573"/>
                </a:lnTo>
                <a:lnTo>
                  <a:pt x="100808" y="801555"/>
                </a:lnTo>
                <a:lnTo>
                  <a:pt x="100980" y="801546"/>
                </a:lnTo>
                <a:lnTo>
                  <a:pt x="101153" y="801528"/>
                </a:lnTo>
                <a:lnTo>
                  <a:pt x="101325" y="801520"/>
                </a:lnTo>
                <a:lnTo>
                  <a:pt x="101498" y="801511"/>
                </a:lnTo>
                <a:lnTo>
                  <a:pt x="101670" y="801493"/>
                </a:lnTo>
                <a:lnTo>
                  <a:pt x="101842" y="801484"/>
                </a:lnTo>
                <a:lnTo>
                  <a:pt x="102015" y="801466"/>
                </a:lnTo>
                <a:lnTo>
                  <a:pt x="102186" y="801457"/>
                </a:lnTo>
                <a:lnTo>
                  <a:pt x="102359" y="801439"/>
                </a:lnTo>
                <a:lnTo>
                  <a:pt x="102532" y="801430"/>
                </a:lnTo>
                <a:lnTo>
                  <a:pt x="102703" y="801422"/>
                </a:lnTo>
                <a:lnTo>
                  <a:pt x="102876" y="801404"/>
                </a:lnTo>
                <a:lnTo>
                  <a:pt x="103048" y="801395"/>
                </a:lnTo>
                <a:lnTo>
                  <a:pt x="103221" y="801377"/>
                </a:lnTo>
                <a:lnTo>
                  <a:pt x="103393" y="801368"/>
                </a:lnTo>
                <a:lnTo>
                  <a:pt x="103565" y="801350"/>
                </a:lnTo>
                <a:lnTo>
                  <a:pt x="103738" y="801342"/>
                </a:lnTo>
                <a:lnTo>
                  <a:pt x="103910" y="801333"/>
                </a:lnTo>
                <a:lnTo>
                  <a:pt x="104082" y="801315"/>
                </a:lnTo>
                <a:lnTo>
                  <a:pt x="104255" y="801306"/>
                </a:lnTo>
                <a:lnTo>
                  <a:pt x="104427" y="801288"/>
                </a:lnTo>
                <a:lnTo>
                  <a:pt x="104599" y="801279"/>
                </a:lnTo>
                <a:lnTo>
                  <a:pt x="104772" y="801261"/>
                </a:lnTo>
                <a:lnTo>
                  <a:pt x="104943" y="801253"/>
                </a:lnTo>
                <a:lnTo>
                  <a:pt x="105116" y="801235"/>
                </a:lnTo>
                <a:lnTo>
                  <a:pt x="105289" y="801226"/>
                </a:lnTo>
                <a:lnTo>
                  <a:pt x="105461" y="801217"/>
                </a:lnTo>
                <a:lnTo>
                  <a:pt x="105633" y="801199"/>
                </a:lnTo>
                <a:lnTo>
                  <a:pt x="105805" y="801190"/>
                </a:lnTo>
                <a:lnTo>
                  <a:pt x="105978" y="801173"/>
                </a:lnTo>
                <a:lnTo>
                  <a:pt x="106150" y="801164"/>
                </a:lnTo>
                <a:lnTo>
                  <a:pt x="106322" y="801146"/>
                </a:lnTo>
                <a:lnTo>
                  <a:pt x="106495" y="801137"/>
                </a:lnTo>
                <a:lnTo>
                  <a:pt x="106667" y="801119"/>
                </a:lnTo>
                <a:lnTo>
                  <a:pt x="106839" y="801110"/>
                </a:lnTo>
                <a:lnTo>
                  <a:pt x="107012" y="801092"/>
                </a:lnTo>
                <a:lnTo>
                  <a:pt x="107184" y="801083"/>
                </a:lnTo>
                <a:lnTo>
                  <a:pt x="107356" y="801075"/>
                </a:lnTo>
                <a:lnTo>
                  <a:pt x="107529" y="801057"/>
                </a:lnTo>
                <a:lnTo>
                  <a:pt x="107701" y="801048"/>
                </a:lnTo>
                <a:lnTo>
                  <a:pt x="107873" y="801030"/>
                </a:lnTo>
                <a:lnTo>
                  <a:pt x="108046" y="801021"/>
                </a:lnTo>
                <a:lnTo>
                  <a:pt x="108218" y="801003"/>
                </a:lnTo>
                <a:lnTo>
                  <a:pt x="108390" y="800995"/>
                </a:lnTo>
                <a:lnTo>
                  <a:pt x="108562" y="800977"/>
                </a:lnTo>
                <a:lnTo>
                  <a:pt x="108735" y="800968"/>
                </a:lnTo>
                <a:lnTo>
                  <a:pt x="108908" y="800950"/>
                </a:lnTo>
                <a:lnTo>
                  <a:pt x="109079" y="800941"/>
                </a:lnTo>
                <a:lnTo>
                  <a:pt x="109252" y="800923"/>
                </a:lnTo>
                <a:lnTo>
                  <a:pt x="109425" y="800915"/>
                </a:lnTo>
                <a:lnTo>
                  <a:pt x="109596" y="800897"/>
                </a:lnTo>
                <a:lnTo>
                  <a:pt x="109769" y="800888"/>
                </a:lnTo>
                <a:lnTo>
                  <a:pt x="109941" y="800870"/>
                </a:lnTo>
                <a:lnTo>
                  <a:pt x="110113" y="800861"/>
                </a:lnTo>
                <a:lnTo>
                  <a:pt x="110286" y="800843"/>
                </a:lnTo>
                <a:lnTo>
                  <a:pt x="110458" y="800834"/>
                </a:lnTo>
                <a:lnTo>
                  <a:pt x="110631" y="800826"/>
                </a:lnTo>
                <a:lnTo>
                  <a:pt x="110803" y="800808"/>
                </a:lnTo>
                <a:lnTo>
                  <a:pt x="110975" y="800799"/>
                </a:lnTo>
                <a:lnTo>
                  <a:pt x="111148" y="800781"/>
                </a:lnTo>
                <a:lnTo>
                  <a:pt x="111319" y="800772"/>
                </a:lnTo>
                <a:lnTo>
                  <a:pt x="111492" y="800754"/>
                </a:lnTo>
                <a:lnTo>
                  <a:pt x="111665" y="800745"/>
                </a:lnTo>
                <a:lnTo>
                  <a:pt x="111836" y="800728"/>
                </a:lnTo>
                <a:lnTo>
                  <a:pt x="112009" y="800719"/>
                </a:lnTo>
                <a:lnTo>
                  <a:pt x="112182" y="800701"/>
                </a:lnTo>
                <a:lnTo>
                  <a:pt x="112353" y="800692"/>
                </a:lnTo>
                <a:lnTo>
                  <a:pt x="112526" y="800674"/>
                </a:lnTo>
                <a:lnTo>
                  <a:pt x="112698" y="800665"/>
                </a:lnTo>
                <a:lnTo>
                  <a:pt x="112871" y="800648"/>
                </a:lnTo>
                <a:lnTo>
                  <a:pt x="113043" y="800639"/>
                </a:lnTo>
                <a:lnTo>
                  <a:pt x="113215" y="800621"/>
                </a:lnTo>
                <a:lnTo>
                  <a:pt x="113388" y="800612"/>
                </a:lnTo>
                <a:lnTo>
                  <a:pt x="113560" y="800594"/>
                </a:lnTo>
                <a:lnTo>
                  <a:pt x="113732" y="800585"/>
                </a:lnTo>
                <a:lnTo>
                  <a:pt x="113905" y="800568"/>
                </a:lnTo>
                <a:lnTo>
                  <a:pt x="114077" y="800559"/>
                </a:lnTo>
                <a:lnTo>
                  <a:pt x="114249" y="800541"/>
                </a:lnTo>
                <a:lnTo>
                  <a:pt x="114422" y="800532"/>
                </a:lnTo>
                <a:lnTo>
                  <a:pt x="114594" y="800514"/>
                </a:lnTo>
                <a:lnTo>
                  <a:pt x="114766" y="800505"/>
                </a:lnTo>
                <a:lnTo>
                  <a:pt x="114939" y="800487"/>
                </a:lnTo>
                <a:lnTo>
                  <a:pt x="115111" y="800479"/>
                </a:lnTo>
                <a:lnTo>
                  <a:pt x="115283" y="800461"/>
                </a:lnTo>
                <a:lnTo>
                  <a:pt x="115455" y="800452"/>
                </a:lnTo>
                <a:lnTo>
                  <a:pt x="115628" y="800434"/>
                </a:lnTo>
                <a:lnTo>
                  <a:pt x="115800" y="800416"/>
                </a:lnTo>
                <a:lnTo>
                  <a:pt x="115972" y="800407"/>
                </a:lnTo>
                <a:lnTo>
                  <a:pt x="116145" y="800390"/>
                </a:lnTo>
                <a:lnTo>
                  <a:pt x="116318" y="800381"/>
                </a:lnTo>
                <a:lnTo>
                  <a:pt x="116489" y="800363"/>
                </a:lnTo>
                <a:lnTo>
                  <a:pt x="116662" y="800354"/>
                </a:lnTo>
                <a:lnTo>
                  <a:pt x="116834" y="800336"/>
                </a:lnTo>
                <a:lnTo>
                  <a:pt x="117006" y="800327"/>
                </a:lnTo>
                <a:lnTo>
                  <a:pt x="117179" y="800310"/>
                </a:lnTo>
                <a:lnTo>
                  <a:pt x="117351" y="800301"/>
                </a:lnTo>
                <a:lnTo>
                  <a:pt x="117523" y="800283"/>
                </a:lnTo>
                <a:lnTo>
                  <a:pt x="117696" y="800274"/>
                </a:lnTo>
                <a:lnTo>
                  <a:pt x="117868" y="800256"/>
                </a:lnTo>
                <a:lnTo>
                  <a:pt x="118040" y="800247"/>
                </a:lnTo>
                <a:lnTo>
                  <a:pt x="118212" y="800229"/>
                </a:lnTo>
                <a:lnTo>
                  <a:pt x="118385" y="800221"/>
                </a:lnTo>
                <a:lnTo>
                  <a:pt x="118558" y="800203"/>
                </a:lnTo>
                <a:lnTo>
                  <a:pt x="118729" y="800194"/>
                </a:lnTo>
                <a:lnTo>
                  <a:pt x="118902" y="800176"/>
                </a:lnTo>
                <a:lnTo>
                  <a:pt x="119075" y="800158"/>
                </a:lnTo>
                <a:lnTo>
                  <a:pt x="119246" y="800149"/>
                </a:lnTo>
                <a:lnTo>
                  <a:pt x="119419" y="800132"/>
                </a:lnTo>
                <a:lnTo>
                  <a:pt x="119591" y="800123"/>
                </a:lnTo>
                <a:lnTo>
                  <a:pt x="119763" y="800105"/>
                </a:lnTo>
                <a:lnTo>
                  <a:pt x="119936" y="800096"/>
                </a:lnTo>
                <a:lnTo>
                  <a:pt x="120108" y="800078"/>
                </a:lnTo>
                <a:lnTo>
                  <a:pt x="120281" y="800069"/>
                </a:lnTo>
                <a:lnTo>
                  <a:pt x="120453" y="800052"/>
                </a:lnTo>
                <a:lnTo>
                  <a:pt x="120625" y="800043"/>
                </a:lnTo>
                <a:lnTo>
                  <a:pt x="120798" y="800025"/>
                </a:lnTo>
                <a:lnTo>
                  <a:pt x="120969" y="800007"/>
                </a:lnTo>
                <a:lnTo>
                  <a:pt x="121142" y="799998"/>
                </a:lnTo>
                <a:lnTo>
                  <a:pt x="121315" y="799980"/>
                </a:lnTo>
                <a:lnTo>
                  <a:pt x="121486" y="799971"/>
                </a:lnTo>
                <a:lnTo>
                  <a:pt x="121659" y="799954"/>
                </a:lnTo>
                <a:lnTo>
                  <a:pt x="121832" y="799945"/>
                </a:lnTo>
                <a:lnTo>
                  <a:pt x="122004" y="799927"/>
                </a:lnTo>
                <a:lnTo>
                  <a:pt x="122176" y="799918"/>
                </a:lnTo>
                <a:lnTo>
                  <a:pt x="122348" y="799900"/>
                </a:lnTo>
                <a:lnTo>
                  <a:pt x="122521" y="799882"/>
                </a:lnTo>
                <a:lnTo>
                  <a:pt x="122693" y="799874"/>
                </a:lnTo>
                <a:lnTo>
                  <a:pt x="122865" y="799856"/>
                </a:lnTo>
                <a:lnTo>
                  <a:pt x="123038" y="799847"/>
                </a:lnTo>
                <a:lnTo>
                  <a:pt x="123210" y="799829"/>
                </a:lnTo>
                <a:lnTo>
                  <a:pt x="123382" y="799820"/>
                </a:lnTo>
                <a:lnTo>
                  <a:pt x="123555" y="799802"/>
                </a:lnTo>
                <a:lnTo>
                  <a:pt x="123726" y="799785"/>
                </a:lnTo>
                <a:lnTo>
                  <a:pt x="123899" y="799776"/>
                </a:lnTo>
                <a:lnTo>
                  <a:pt x="124072" y="799758"/>
                </a:lnTo>
                <a:lnTo>
                  <a:pt x="124244" y="799749"/>
                </a:lnTo>
                <a:lnTo>
                  <a:pt x="124416" y="799731"/>
                </a:lnTo>
                <a:lnTo>
                  <a:pt x="124589" y="799722"/>
                </a:lnTo>
                <a:lnTo>
                  <a:pt x="124761" y="799705"/>
                </a:lnTo>
                <a:lnTo>
                  <a:pt x="124933" y="799687"/>
                </a:lnTo>
                <a:lnTo>
                  <a:pt x="125105" y="799678"/>
                </a:lnTo>
                <a:lnTo>
                  <a:pt x="125278" y="799660"/>
                </a:lnTo>
                <a:lnTo>
                  <a:pt x="125450" y="799651"/>
                </a:lnTo>
                <a:lnTo>
                  <a:pt x="125622" y="799633"/>
                </a:lnTo>
                <a:lnTo>
                  <a:pt x="125795" y="799616"/>
                </a:lnTo>
                <a:lnTo>
                  <a:pt x="125967" y="799607"/>
                </a:lnTo>
                <a:lnTo>
                  <a:pt x="126139" y="799589"/>
                </a:lnTo>
                <a:lnTo>
                  <a:pt x="126312" y="799580"/>
                </a:lnTo>
                <a:lnTo>
                  <a:pt x="126484" y="799562"/>
                </a:lnTo>
                <a:lnTo>
                  <a:pt x="126656" y="799544"/>
                </a:lnTo>
                <a:lnTo>
                  <a:pt x="126829" y="799536"/>
                </a:lnTo>
                <a:lnTo>
                  <a:pt x="127001" y="799518"/>
                </a:lnTo>
                <a:lnTo>
                  <a:pt x="127173" y="799509"/>
                </a:lnTo>
                <a:lnTo>
                  <a:pt x="127346" y="799491"/>
                </a:lnTo>
                <a:lnTo>
                  <a:pt x="127518" y="799473"/>
                </a:lnTo>
                <a:lnTo>
                  <a:pt x="127691" y="799464"/>
                </a:lnTo>
                <a:lnTo>
                  <a:pt x="127862" y="799447"/>
                </a:lnTo>
                <a:lnTo>
                  <a:pt x="128035" y="799438"/>
                </a:lnTo>
                <a:lnTo>
                  <a:pt x="128208" y="799420"/>
                </a:lnTo>
                <a:lnTo>
                  <a:pt x="128379" y="799402"/>
                </a:lnTo>
                <a:lnTo>
                  <a:pt x="128552" y="799393"/>
                </a:lnTo>
                <a:lnTo>
                  <a:pt x="128725" y="799375"/>
                </a:lnTo>
                <a:lnTo>
                  <a:pt x="128896" y="799367"/>
                </a:lnTo>
                <a:lnTo>
                  <a:pt x="129069" y="799349"/>
                </a:lnTo>
                <a:lnTo>
                  <a:pt x="129241" y="799331"/>
                </a:lnTo>
                <a:lnTo>
                  <a:pt x="129413" y="799322"/>
                </a:lnTo>
                <a:lnTo>
                  <a:pt x="129586" y="799304"/>
                </a:lnTo>
                <a:lnTo>
                  <a:pt x="129758" y="799295"/>
                </a:lnTo>
                <a:lnTo>
                  <a:pt x="129931" y="799278"/>
                </a:lnTo>
                <a:lnTo>
                  <a:pt x="130103" y="799260"/>
                </a:lnTo>
                <a:lnTo>
                  <a:pt x="130275" y="799251"/>
                </a:lnTo>
                <a:lnTo>
                  <a:pt x="130448" y="799233"/>
                </a:lnTo>
                <a:lnTo>
                  <a:pt x="130619" y="799215"/>
                </a:lnTo>
                <a:lnTo>
                  <a:pt x="130792" y="799206"/>
                </a:lnTo>
                <a:lnTo>
                  <a:pt x="130965" y="799189"/>
                </a:lnTo>
                <a:lnTo>
                  <a:pt x="131136" y="799180"/>
                </a:lnTo>
                <a:lnTo>
                  <a:pt x="131309" y="799162"/>
                </a:lnTo>
                <a:lnTo>
                  <a:pt x="131482" y="799144"/>
                </a:lnTo>
                <a:lnTo>
                  <a:pt x="131654" y="799135"/>
                </a:lnTo>
                <a:lnTo>
                  <a:pt x="131826" y="799117"/>
                </a:lnTo>
                <a:lnTo>
                  <a:pt x="131998" y="799100"/>
                </a:lnTo>
                <a:lnTo>
                  <a:pt x="132171" y="799091"/>
                </a:lnTo>
                <a:lnTo>
                  <a:pt x="132343" y="799073"/>
                </a:lnTo>
                <a:lnTo>
                  <a:pt x="132515" y="799064"/>
                </a:lnTo>
                <a:lnTo>
                  <a:pt x="132688" y="799046"/>
                </a:lnTo>
                <a:lnTo>
                  <a:pt x="132860" y="799028"/>
                </a:lnTo>
                <a:lnTo>
                  <a:pt x="133032" y="799020"/>
                </a:lnTo>
                <a:lnTo>
                  <a:pt x="133205" y="799002"/>
                </a:lnTo>
                <a:lnTo>
                  <a:pt x="133377" y="798984"/>
                </a:lnTo>
                <a:lnTo>
                  <a:pt x="133549" y="798975"/>
                </a:lnTo>
                <a:lnTo>
                  <a:pt x="133722" y="798957"/>
                </a:lnTo>
                <a:lnTo>
                  <a:pt x="133894" y="798940"/>
                </a:lnTo>
                <a:lnTo>
                  <a:pt x="134066" y="798931"/>
                </a:lnTo>
                <a:lnTo>
                  <a:pt x="134239" y="798913"/>
                </a:lnTo>
                <a:lnTo>
                  <a:pt x="134411" y="798895"/>
                </a:lnTo>
                <a:lnTo>
                  <a:pt x="134583" y="798886"/>
                </a:lnTo>
                <a:lnTo>
                  <a:pt x="134755" y="798868"/>
                </a:lnTo>
                <a:lnTo>
                  <a:pt x="134928" y="798859"/>
                </a:lnTo>
                <a:lnTo>
                  <a:pt x="135100" y="798842"/>
                </a:lnTo>
                <a:lnTo>
                  <a:pt x="135272" y="798824"/>
                </a:lnTo>
                <a:lnTo>
                  <a:pt x="135445" y="798815"/>
                </a:lnTo>
                <a:lnTo>
                  <a:pt x="135617" y="798797"/>
                </a:lnTo>
                <a:lnTo>
                  <a:pt x="135789" y="798779"/>
                </a:lnTo>
                <a:lnTo>
                  <a:pt x="135962" y="798770"/>
                </a:lnTo>
                <a:lnTo>
                  <a:pt x="136134" y="798753"/>
                </a:lnTo>
                <a:lnTo>
                  <a:pt x="136306" y="798735"/>
                </a:lnTo>
                <a:lnTo>
                  <a:pt x="136479" y="798726"/>
                </a:lnTo>
                <a:lnTo>
                  <a:pt x="136651" y="798708"/>
                </a:lnTo>
                <a:lnTo>
                  <a:pt x="136823" y="798690"/>
                </a:lnTo>
                <a:lnTo>
                  <a:pt x="136996" y="798681"/>
                </a:lnTo>
                <a:lnTo>
                  <a:pt x="137168" y="798664"/>
                </a:lnTo>
                <a:lnTo>
                  <a:pt x="137341" y="798646"/>
                </a:lnTo>
                <a:lnTo>
                  <a:pt x="137512" y="798637"/>
                </a:lnTo>
                <a:lnTo>
                  <a:pt x="137685" y="798619"/>
                </a:lnTo>
                <a:lnTo>
                  <a:pt x="137858" y="798601"/>
                </a:lnTo>
                <a:lnTo>
                  <a:pt x="138029" y="798593"/>
                </a:lnTo>
                <a:lnTo>
                  <a:pt x="138202" y="798575"/>
                </a:lnTo>
                <a:lnTo>
                  <a:pt x="138375" y="798557"/>
                </a:lnTo>
                <a:lnTo>
                  <a:pt x="138546" y="798539"/>
                </a:lnTo>
                <a:lnTo>
                  <a:pt x="138719" y="798530"/>
                </a:lnTo>
                <a:lnTo>
                  <a:pt x="138891" y="798513"/>
                </a:lnTo>
                <a:lnTo>
                  <a:pt x="139064" y="798495"/>
                </a:lnTo>
                <a:lnTo>
                  <a:pt x="139236" y="798486"/>
                </a:lnTo>
                <a:lnTo>
                  <a:pt x="139408" y="798468"/>
                </a:lnTo>
                <a:lnTo>
                  <a:pt x="139581" y="798450"/>
                </a:lnTo>
                <a:lnTo>
                  <a:pt x="139753" y="798441"/>
                </a:lnTo>
                <a:lnTo>
                  <a:pt x="139925" y="798423"/>
                </a:lnTo>
                <a:lnTo>
                  <a:pt x="140098" y="798406"/>
                </a:lnTo>
                <a:lnTo>
                  <a:pt x="140269" y="798397"/>
                </a:lnTo>
                <a:lnTo>
                  <a:pt x="140442" y="798379"/>
                </a:lnTo>
                <a:lnTo>
                  <a:pt x="140615" y="798361"/>
                </a:lnTo>
                <a:lnTo>
                  <a:pt x="140787" y="798352"/>
                </a:lnTo>
                <a:lnTo>
                  <a:pt x="140959" y="798335"/>
                </a:lnTo>
                <a:lnTo>
                  <a:pt x="141132" y="798317"/>
                </a:lnTo>
                <a:lnTo>
                  <a:pt x="141304" y="798299"/>
                </a:lnTo>
                <a:lnTo>
                  <a:pt x="141476" y="798290"/>
                </a:lnTo>
                <a:lnTo>
                  <a:pt x="141648" y="798272"/>
                </a:lnTo>
                <a:lnTo>
                  <a:pt x="141821" y="798254"/>
                </a:lnTo>
                <a:lnTo>
                  <a:pt x="141993" y="798246"/>
                </a:lnTo>
                <a:lnTo>
                  <a:pt x="142165" y="798228"/>
                </a:lnTo>
                <a:lnTo>
                  <a:pt x="142338" y="798210"/>
                </a:lnTo>
                <a:lnTo>
                  <a:pt x="142510" y="798192"/>
                </a:lnTo>
                <a:lnTo>
                  <a:pt x="142682" y="798183"/>
                </a:lnTo>
                <a:lnTo>
                  <a:pt x="142855" y="798166"/>
                </a:lnTo>
                <a:lnTo>
                  <a:pt x="143027" y="798148"/>
                </a:lnTo>
                <a:lnTo>
                  <a:pt x="143199" y="798139"/>
                </a:lnTo>
                <a:lnTo>
                  <a:pt x="143372" y="798121"/>
                </a:lnTo>
                <a:lnTo>
                  <a:pt x="143544" y="798103"/>
                </a:lnTo>
                <a:lnTo>
                  <a:pt x="143716" y="798085"/>
                </a:lnTo>
                <a:lnTo>
                  <a:pt x="143889" y="798076"/>
                </a:lnTo>
                <a:lnTo>
                  <a:pt x="144061" y="798059"/>
                </a:lnTo>
                <a:lnTo>
                  <a:pt x="144233" y="798041"/>
                </a:lnTo>
                <a:lnTo>
                  <a:pt x="144405" y="798032"/>
                </a:lnTo>
                <a:lnTo>
                  <a:pt x="144578" y="798014"/>
                </a:lnTo>
                <a:lnTo>
                  <a:pt x="144751" y="797996"/>
                </a:lnTo>
                <a:lnTo>
                  <a:pt x="144922" y="797979"/>
                </a:lnTo>
                <a:lnTo>
                  <a:pt x="145095" y="797970"/>
                </a:lnTo>
                <a:lnTo>
                  <a:pt x="145267" y="797952"/>
                </a:lnTo>
                <a:lnTo>
                  <a:pt x="145439" y="797934"/>
                </a:lnTo>
                <a:lnTo>
                  <a:pt x="145612" y="797916"/>
                </a:lnTo>
                <a:lnTo>
                  <a:pt x="145784" y="797908"/>
                </a:lnTo>
                <a:lnTo>
                  <a:pt x="145956" y="797890"/>
                </a:lnTo>
                <a:lnTo>
                  <a:pt x="146129" y="797872"/>
                </a:lnTo>
                <a:lnTo>
                  <a:pt x="146301" y="797854"/>
                </a:lnTo>
                <a:lnTo>
                  <a:pt x="146474" y="797845"/>
                </a:lnTo>
                <a:lnTo>
                  <a:pt x="146646" y="797827"/>
                </a:lnTo>
                <a:lnTo>
                  <a:pt x="146818" y="797810"/>
                </a:lnTo>
                <a:lnTo>
                  <a:pt x="146991" y="797792"/>
                </a:lnTo>
                <a:lnTo>
                  <a:pt x="147162" y="797783"/>
                </a:lnTo>
                <a:lnTo>
                  <a:pt x="147335" y="797765"/>
                </a:lnTo>
                <a:lnTo>
                  <a:pt x="147508" y="797747"/>
                </a:lnTo>
                <a:lnTo>
                  <a:pt x="147679" y="797730"/>
                </a:lnTo>
                <a:lnTo>
                  <a:pt x="147852" y="797721"/>
                </a:lnTo>
                <a:lnTo>
                  <a:pt x="148024" y="797703"/>
                </a:lnTo>
                <a:lnTo>
                  <a:pt x="148196" y="797685"/>
                </a:lnTo>
                <a:lnTo>
                  <a:pt x="148369" y="797667"/>
                </a:lnTo>
                <a:lnTo>
                  <a:pt x="148541" y="797658"/>
                </a:lnTo>
                <a:lnTo>
                  <a:pt x="148714" y="797641"/>
                </a:lnTo>
                <a:lnTo>
                  <a:pt x="148886" y="797623"/>
                </a:lnTo>
                <a:lnTo>
                  <a:pt x="149058" y="797605"/>
                </a:lnTo>
                <a:lnTo>
                  <a:pt x="149231" y="797596"/>
                </a:lnTo>
                <a:lnTo>
                  <a:pt x="149403" y="797578"/>
                </a:lnTo>
                <a:lnTo>
                  <a:pt x="149575" y="797561"/>
                </a:lnTo>
                <a:lnTo>
                  <a:pt x="149748" y="797543"/>
                </a:lnTo>
                <a:lnTo>
                  <a:pt x="149919" y="797534"/>
                </a:lnTo>
                <a:lnTo>
                  <a:pt x="150092" y="797516"/>
                </a:lnTo>
                <a:lnTo>
                  <a:pt x="150265" y="797498"/>
                </a:lnTo>
                <a:lnTo>
                  <a:pt x="150437" y="797480"/>
                </a:lnTo>
                <a:lnTo>
                  <a:pt x="150609" y="797463"/>
                </a:lnTo>
                <a:lnTo>
                  <a:pt x="150781" y="797454"/>
                </a:lnTo>
                <a:lnTo>
                  <a:pt x="150954" y="797436"/>
                </a:lnTo>
                <a:lnTo>
                  <a:pt x="151126" y="797418"/>
                </a:lnTo>
                <a:lnTo>
                  <a:pt x="151298" y="797400"/>
                </a:lnTo>
                <a:lnTo>
                  <a:pt x="151471" y="797392"/>
                </a:lnTo>
                <a:lnTo>
                  <a:pt x="151643" y="797374"/>
                </a:lnTo>
                <a:lnTo>
                  <a:pt x="151815" y="797356"/>
                </a:lnTo>
                <a:lnTo>
                  <a:pt x="151988" y="797338"/>
                </a:lnTo>
                <a:lnTo>
                  <a:pt x="152160" y="797320"/>
                </a:lnTo>
                <a:lnTo>
                  <a:pt x="152332" y="797311"/>
                </a:lnTo>
                <a:lnTo>
                  <a:pt x="152505" y="797294"/>
                </a:lnTo>
                <a:lnTo>
                  <a:pt x="152677" y="797276"/>
                </a:lnTo>
                <a:lnTo>
                  <a:pt x="152849" y="797258"/>
                </a:lnTo>
                <a:lnTo>
                  <a:pt x="153022" y="797240"/>
                </a:lnTo>
                <a:lnTo>
                  <a:pt x="153194" y="797231"/>
                </a:lnTo>
                <a:lnTo>
                  <a:pt x="153366" y="797214"/>
                </a:lnTo>
                <a:lnTo>
                  <a:pt x="153538" y="797196"/>
                </a:lnTo>
                <a:lnTo>
                  <a:pt x="153711" y="797178"/>
                </a:lnTo>
                <a:lnTo>
                  <a:pt x="153883" y="797160"/>
                </a:lnTo>
                <a:lnTo>
                  <a:pt x="154055" y="797151"/>
                </a:lnTo>
                <a:lnTo>
                  <a:pt x="154228" y="797134"/>
                </a:lnTo>
                <a:lnTo>
                  <a:pt x="154401" y="797116"/>
                </a:lnTo>
                <a:lnTo>
                  <a:pt x="154572" y="797098"/>
                </a:lnTo>
                <a:lnTo>
                  <a:pt x="154745" y="797080"/>
                </a:lnTo>
                <a:lnTo>
                  <a:pt x="154917" y="797071"/>
                </a:lnTo>
                <a:lnTo>
                  <a:pt x="155089" y="797053"/>
                </a:lnTo>
                <a:lnTo>
                  <a:pt x="155262" y="797036"/>
                </a:lnTo>
                <a:lnTo>
                  <a:pt x="155434" y="797018"/>
                </a:lnTo>
                <a:lnTo>
                  <a:pt x="155606" y="797000"/>
                </a:lnTo>
                <a:lnTo>
                  <a:pt x="155779" y="796982"/>
                </a:lnTo>
                <a:lnTo>
                  <a:pt x="155951" y="796973"/>
                </a:lnTo>
                <a:lnTo>
                  <a:pt x="156124" y="796956"/>
                </a:lnTo>
                <a:lnTo>
                  <a:pt x="156295" y="796938"/>
                </a:lnTo>
                <a:lnTo>
                  <a:pt x="156468" y="796920"/>
                </a:lnTo>
                <a:lnTo>
                  <a:pt x="156641" y="796902"/>
                </a:lnTo>
                <a:lnTo>
                  <a:pt x="156812" y="796884"/>
                </a:lnTo>
                <a:lnTo>
                  <a:pt x="156985" y="796875"/>
                </a:lnTo>
                <a:lnTo>
                  <a:pt x="157158" y="796858"/>
                </a:lnTo>
                <a:lnTo>
                  <a:pt x="157329" y="796840"/>
                </a:lnTo>
                <a:lnTo>
                  <a:pt x="157502" y="796822"/>
                </a:lnTo>
                <a:lnTo>
                  <a:pt x="157674" y="796804"/>
                </a:lnTo>
                <a:lnTo>
                  <a:pt x="157847" y="796787"/>
                </a:lnTo>
                <a:lnTo>
                  <a:pt x="158019" y="796778"/>
                </a:lnTo>
                <a:lnTo>
                  <a:pt x="158191" y="796760"/>
                </a:lnTo>
                <a:lnTo>
                  <a:pt x="158364" y="796742"/>
                </a:lnTo>
                <a:lnTo>
                  <a:pt x="158536" y="796724"/>
                </a:lnTo>
                <a:lnTo>
                  <a:pt x="158708" y="796707"/>
                </a:lnTo>
                <a:lnTo>
                  <a:pt x="158881" y="796689"/>
                </a:lnTo>
                <a:lnTo>
                  <a:pt x="159053" y="796680"/>
                </a:lnTo>
                <a:lnTo>
                  <a:pt x="159225" y="796662"/>
                </a:lnTo>
                <a:lnTo>
                  <a:pt x="159398" y="796644"/>
                </a:lnTo>
                <a:lnTo>
                  <a:pt x="159569" y="796626"/>
                </a:lnTo>
                <a:lnTo>
                  <a:pt x="159742" y="796609"/>
                </a:lnTo>
                <a:lnTo>
                  <a:pt x="159915" y="796591"/>
                </a:lnTo>
                <a:lnTo>
                  <a:pt x="160087" y="796573"/>
                </a:lnTo>
                <a:lnTo>
                  <a:pt x="160259" y="796564"/>
                </a:lnTo>
                <a:lnTo>
                  <a:pt x="160431" y="796546"/>
                </a:lnTo>
                <a:lnTo>
                  <a:pt x="160604" y="796529"/>
                </a:lnTo>
                <a:lnTo>
                  <a:pt x="160776" y="796511"/>
                </a:lnTo>
                <a:lnTo>
                  <a:pt x="160948" y="796493"/>
                </a:lnTo>
                <a:lnTo>
                  <a:pt x="161121" y="796475"/>
                </a:lnTo>
                <a:lnTo>
                  <a:pt x="161293" y="796457"/>
                </a:lnTo>
                <a:lnTo>
                  <a:pt x="161465" y="796448"/>
                </a:lnTo>
                <a:lnTo>
                  <a:pt x="161638" y="796431"/>
                </a:lnTo>
                <a:lnTo>
                  <a:pt x="161810" y="796413"/>
                </a:lnTo>
                <a:lnTo>
                  <a:pt x="161982" y="796395"/>
                </a:lnTo>
                <a:lnTo>
                  <a:pt x="162155" y="796377"/>
                </a:lnTo>
                <a:lnTo>
                  <a:pt x="162327" y="796360"/>
                </a:lnTo>
                <a:lnTo>
                  <a:pt x="162499" y="796342"/>
                </a:lnTo>
                <a:lnTo>
                  <a:pt x="162672" y="796324"/>
                </a:lnTo>
                <a:lnTo>
                  <a:pt x="162844" y="796315"/>
                </a:lnTo>
                <a:lnTo>
                  <a:pt x="163016" y="796297"/>
                </a:lnTo>
                <a:lnTo>
                  <a:pt x="163189" y="796279"/>
                </a:lnTo>
                <a:lnTo>
                  <a:pt x="163361" y="796262"/>
                </a:lnTo>
                <a:lnTo>
                  <a:pt x="163534" y="796244"/>
                </a:lnTo>
                <a:lnTo>
                  <a:pt x="163705" y="796226"/>
                </a:lnTo>
                <a:lnTo>
                  <a:pt x="163878" y="796208"/>
                </a:lnTo>
                <a:lnTo>
                  <a:pt x="164051" y="796190"/>
                </a:lnTo>
                <a:lnTo>
                  <a:pt x="164222" y="796173"/>
                </a:lnTo>
                <a:lnTo>
                  <a:pt x="164395" y="796164"/>
                </a:lnTo>
                <a:lnTo>
                  <a:pt x="164567" y="796146"/>
                </a:lnTo>
                <a:lnTo>
                  <a:pt x="164739" y="796128"/>
                </a:lnTo>
                <a:lnTo>
                  <a:pt x="164912" y="796110"/>
                </a:lnTo>
                <a:lnTo>
                  <a:pt x="165084" y="796093"/>
                </a:lnTo>
                <a:lnTo>
                  <a:pt x="165256" y="796075"/>
                </a:lnTo>
                <a:lnTo>
                  <a:pt x="165429" y="796057"/>
                </a:lnTo>
                <a:lnTo>
                  <a:pt x="165601" y="796039"/>
                </a:lnTo>
                <a:lnTo>
                  <a:pt x="165774" y="796021"/>
                </a:lnTo>
                <a:lnTo>
                  <a:pt x="165946" y="796004"/>
                </a:lnTo>
                <a:lnTo>
                  <a:pt x="166118" y="795995"/>
                </a:lnTo>
                <a:lnTo>
                  <a:pt x="166291" y="795977"/>
                </a:lnTo>
                <a:lnTo>
                  <a:pt x="166462" y="795959"/>
                </a:lnTo>
                <a:lnTo>
                  <a:pt x="166635" y="795941"/>
                </a:lnTo>
                <a:lnTo>
                  <a:pt x="166808" y="795924"/>
                </a:lnTo>
                <a:lnTo>
                  <a:pt x="166979" y="795906"/>
                </a:lnTo>
                <a:lnTo>
                  <a:pt x="167152" y="795888"/>
                </a:lnTo>
                <a:lnTo>
                  <a:pt x="167324" y="795870"/>
                </a:lnTo>
                <a:lnTo>
                  <a:pt x="167497" y="795852"/>
                </a:lnTo>
                <a:lnTo>
                  <a:pt x="167669" y="795835"/>
                </a:lnTo>
                <a:lnTo>
                  <a:pt x="167841" y="795817"/>
                </a:lnTo>
                <a:lnTo>
                  <a:pt x="168014" y="795799"/>
                </a:lnTo>
                <a:lnTo>
                  <a:pt x="168186" y="795781"/>
                </a:lnTo>
                <a:lnTo>
                  <a:pt x="168358" y="795772"/>
                </a:lnTo>
                <a:lnTo>
                  <a:pt x="168531" y="795755"/>
                </a:lnTo>
                <a:lnTo>
                  <a:pt x="168703" y="795737"/>
                </a:lnTo>
                <a:lnTo>
                  <a:pt x="168875" y="795719"/>
                </a:lnTo>
                <a:lnTo>
                  <a:pt x="169048" y="795701"/>
                </a:lnTo>
                <a:lnTo>
                  <a:pt x="169220" y="795683"/>
                </a:lnTo>
                <a:lnTo>
                  <a:pt x="169392" y="795666"/>
                </a:lnTo>
                <a:lnTo>
                  <a:pt x="169565" y="795648"/>
                </a:lnTo>
                <a:lnTo>
                  <a:pt x="169737" y="795630"/>
                </a:lnTo>
                <a:lnTo>
                  <a:pt x="169909" y="795612"/>
                </a:lnTo>
                <a:lnTo>
                  <a:pt x="170081" y="795594"/>
                </a:lnTo>
                <a:lnTo>
                  <a:pt x="170254" y="795577"/>
                </a:lnTo>
                <a:lnTo>
                  <a:pt x="170426" y="795559"/>
                </a:lnTo>
                <a:lnTo>
                  <a:pt x="170598" y="795541"/>
                </a:lnTo>
                <a:lnTo>
                  <a:pt x="170771" y="795523"/>
                </a:lnTo>
                <a:lnTo>
                  <a:pt x="170944" y="795506"/>
                </a:lnTo>
                <a:lnTo>
                  <a:pt x="171115" y="795488"/>
                </a:lnTo>
                <a:lnTo>
                  <a:pt x="171288" y="795470"/>
                </a:lnTo>
                <a:lnTo>
                  <a:pt x="171460" y="795452"/>
                </a:lnTo>
                <a:lnTo>
                  <a:pt x="171632" y="795443"/>
                </a:lnTo>
                <a:lnTo>
                  <a:pt x="171805" y="795425"/>
                </a:lnTo>
                <a:lnTo>
                  <a:pt x="171977" y="795408"/>
                </a:lnTo>
                <a:lnTo>
                  <a:pt x="172149" y="795390"/>
                </a:lnTo>
                <a:lnTo>
                  <a:pt x="172322" y="795372"/>
                </a:lnTo>
                <a:lnTo>
                  <a:pt x="172494" y="795354"/>
                </a:lnTo>
                <a:lnTo>
                  <a:pt x="172666" y="795336"/>
                </a:lnTo>
                <a:lnTo>
                  <a:pt x="172838" y="795319"/>
                </a:lnTo>
                <a:lnTo>
                  <a:pt x="173011" y="795301"/>
                </a:lnTo>
                <a:lnTo>
                  <a:pt x="173184" y="795283"/>
                </a:lnTo>
                <a:lnTo>
                  <a:pt x="173355" y="795265"/>
                </a:lnTo>
                <a:lnTo>
                  <a:pt x="173528" y="795247"/>
                </a:lnTo>
                <a:lnTo>
                  <a:pt x="173701" y="795230"/>
                </a:lnTo>
                <a:lnTo>
                  <a:pt x="173872" y="795212"/>
                </a:lnTo>
                <a:lnTo>
                  <a:pt x="174045" y="795194"/>
                </a:lnTo>
                <a:lnTo>
                  <a:pt x="174217" y="795176"/>
                </a:lnTo>
                <a:lnTo>
                  <a:pt x="174389" y="795159"/>
                </a:lnTo>
                <a:lnTo>
                  <a:pt x="174562" y="795141"/>
                </a:lnTo>
                <a:lnTo>
                  <a:pt x="174734" y="795123"/>
                </a:lnTo>
                <a:lnTo>
                  <a:pt x="174907" y="795105"/>
                </a:lnTo>
                <a:lnTo>
                  <a:pt x="175079" y="795087"/>
                </a:lnTo>
                <a:lnTo>
                  <a:pt x="175251" y="795070"/>
                </a:lnTo>
                <a:lnTo>
                  <a:pt x="175424" y="795052"/>
                </a:lnTo>
                <a:lnTo>
                  <a:pt x="175595" y="795034"/>
                </a:lnTo>
                <a:lnTo>
                  <a:pt x="175768" y="795016"/>
                </a:lnTo>
                <a:lnTo>
                  <a:pt x="175941" y="794998"/>
                </a:lnTo>
                <a:lnTo>
                  <a:pt x="176112" y="794981"/>
                </a:lnTo>
                <a:lnTo>
                  <a:pt x="176285" y="794963"/>
                </a:lnTo>
                <a:lnTo>
                  <a:pt x="176458" y="794945"/>
                </a:lnTo>
                <a:lnTo>
                  <a:pt x="176630" y="794927"/>
                </a:lnTo>
                <a:lnTo>
                  <a:pt x="176802" y="794909"/>
                </a:lnTo>
                <a:lnTo>
                  <a:pt x="176974" y="794892"/>
                </a:lnTo>
                <a:lnTo>
                  <a:pt x="177147" y="794874"/>
                </a:lnTo>
                <a:lnTo>
                  <a:pt x="177319" y="794856"/>
                </a:lnTo>
                <a:lnTo>
                  <a:pt x="177491" y="794838"/>
                </a:lnTo>
                <a:lnTo>
                  <a:pt x="177664" y="794820"/>
                </a:lnTo>
                <a:lnTo>
                  <a:pt x="177836" y="794803"/>
                </a:lnTo>
                <a:lnTo>
                  <a:pt x="178008" y="794785"/>
                </a:lnTo>
                <a:lnTo>
                  <a:pt x="178181" y="794767"/>
                </a:lnTo>
                <a:lnTo>
                  <a:pt x="178352" y="794749"/>
                </a:lnTo>
                <a:lnTo>
                  <a:pt x="178525" y="794732"/>
                </a:lnTo>
                <a:lnTo>
                  <a:pt x="178698" y="794714"/>
                </a:lnTo>
                <a:lnTo>
                  <a:pt x="178870" y="794696"/>
                </a:lnTo>
                <a:lnTo>
                  <a:pt x="179042" y="794678"/>
                </a:lnTo>
                <a:lnTo>
                  <a:pt x="179215" y="794660"/>
                </a:lnTo>
                <a:lnTo>
                  <a:pt x="179387" y="794642"/>
                </a:lnTo>
                <a:lnTo>
                  <a:pt x="179559" y="794625"/>
                </a:lnTo>
                <a:lnTo>
                  <a:pt x="179731" y="794607"/>
                </a:lnTo>
                <a:lnTo>
                  <a:pt x="179904" y="794580"/>
                </a:lnTo>
                <a:lnTo>
                  <a:pt x="180076" y="794562"/>
                </a:lnTo>
                <a:lnTo>
                  <a:pt x="180248" y="794545"/>
                </a:lnTo>
                <a:lnTo>
                  <a:pt x="180421" y="794527"/>
                </a:lnTo>
                <a:lnTo>
                  <a:pt x="180593" y="794509"/>
                </a:lnTo>
                <a:lnTo>
                  <a:pt x="180765" y="794491"/>
                </a:lnTo>
                <a:lnTo>
                  <a:pt x="180938" y="794473"/>
                </a:lnTo>
                <a:lnTo>
                  <a:pt x="181110" y="794456"/>
                </a:lnTo>
                <a:lnTo>
                  <a:pt x="181282" y="794438"/>
                </a:lnTo>
                <a:lnTo>
                  <a:pt x="181455" y="794420"/>
                </a:lnTo>
                <a:lnTo>
                  <a:pt x="181627" y="794402"/>
                </a:lnTo>
                <a:lnTo>
                  <a:pt x="181799" y="794385"/>
                </a:lnTo>
                <a:lnTo>
                  <a:pt x="181972" y="794367"/>
                </a:lnTo>
                <a:lnTo>
                  <a:pt x="182144" y="794349"/>
                </a:lnTo>
                <a:lnTo>
                  <a:pt x="182317" y="794331"/>
                </a:lnTo>
                <a:lnTo>
                  <a:pt x="182488" y="794313"/>
                </a:lnTo>
                <a:lnTo>
                  <a:pt x="182661" y="794295"/>
                </a:lnTo>
                <a:lnTo>
                  <a:pt x="182834" y="794278"/>
                </a:lnTo>
                <a:lnTo>
                  <a:pt x="183005" y="794251"/>
                </a:lnTo>
                <a:lnTo>
                  <a:pt x="183178" y="794233"/>
                </a:lnTo>
                <a:lnTo>
                  <a:pt x="183350" y="794215"/>
                </a:lnTo>
                <a:lnTo>
                  <a:pt x="183522" y="794198"/>
                </a:lnTo>
                <a:lnTo>
                  <a:pt x="183695" y="794180"/>
                </a:lnTo>
                <a:lnTo>
                  <a:pt x="183867" y="794162"/>
                </a:lnTo>
                <a:lnTo>
                  <a:pt x="184039" y="794144"/>
                </a:lnTo>
                <a:lnTo>
                  <a:pt x="184212" y="794127"/>
                </a:lnTo>
                <a:lnTo>
                  <a:pt x="184384" y="794109"/>
                </a:lnTo>
                <a:lnTo>
                  <a:pt x="184557" y="794091"/>
                </a:lnTo>
                <a:lnTo>
                  <a:pt x="184729" y="794073"/>
                </a:lnTo>
                <a:lnTo>
                  <a:pt x="184901" y="794055"/>
                </a:lnTo>
                <a:lnTo>
                  <a:pt x="185074" y="794038"/>
                </a:lnTo>
                <a:lnTo>
                  <a:pt x="185245" y="794011"/>
                </a:lnTo>
                <a:lnTo>
                  <a:pt x="185418" y="793993"/>
                </a:lnTo>
                <a:lnTo>
                  <a:pt x="185591" y="793975"/>
                </a:lnTo>
                <a:lnTo>
                  <a:pt x="185762" y="793958"/>
                </a:lnTo>
                <a:lnTo>
                  <a:pt x="185935" y="793940"/>
                </a:lnTo>
                <a:lnTo>
                  <a:pt x="186108" y="793922"/>
                </a:lnTo>
                <a:lnTo>
                  <a:pt x="186280" y="793904"/>
                </a:lnTo>
                <a:lnTo>
                  <a:pt x="186452" y="793886"/>
                </a:lnTo>
                <a:lnTo>
                  <a:pt x="186624" y="793868"/>
                </a:lnTo>
                <a:lnTo>
                  <a:pt x="186797" y="793842"/>
                </a:lnTo>
                <a:lnTo>
                  <a:pt x="186969" y="793824"/>
                </a:lnTo>
                <a:lnTo>
                  <a:pt x="187141" y="793806"/>
                </a:lnTo>
                <a:lnTo>
                  <a:pt x="187314" y="793788"/>
                </a:lnTo>
                <a:lnTo>
                  <a:pt x="187486" y="793771"/>
                </a:lnTo>
                <a:lnTo>
                  <a:pt x="187658" y="793753"/>
                </a:lnTo>
                <a:lnTo>
                  <a:pt x="187831" y="793735"/>
                </a:lnTo>
                <a:lnTo>
                  <a:pt x="188003" y="793717"/>
                </a:lnTo>
                <a:lnTo>
                  <a:pt x="188175" y="793700"/>
                </a:lnTo>
                <a:lnTo>
                  <a:pt x="188348" y="793673"/>
                </a:lnTo>
                <a:lnTo>
                  <a:pt x="188520" y="793655"/>
                </a:lnTo>
                <a:lnTo>
                  <a:pt x="188692" y="793637"/>
                </a:lnTo>
                <a:lnTo>
                  <a:pt x="188865" y="793619"/>
                </a:lnTo>
                <a:lnTo>
                  <a:pt x="189037" y="793602"/>
                </a:lnTo>
                <a:lnTo>
                  <a:pt x="189209" y="793584"/>
                </a:lnTo>
                <a:lnTo>
                  <a:pt x="189381" y="793566"/>
                </a:lnTo>
                <a:lnTo>
                  <a:pt x="189554" y="793548"/>
                </a:lnTo>
                <a:lnTo>
                  <a:pt x="189726" y="793522"/>
                </a:lnTo>
                <a:lnTo>
                  <a:pt x="189898" y="793504"/>
                </a:lnTo>
                <a:lnTo>
                  <a:pt x="190071" y="793486"/>
                </a:lnTo>
                <a:lnTo>
                  <a:pt x="190243" y="793468"/>
                </a:lnTo>
                <a:lnTo>
                  <a:pt x="190415" y="793450"/>
                </a:lnTo>
                <a:lnTo>
                  <a:pt x="190588" y="793433"/>
                </a:lnTo>
                <a:lnTo>
                  <a:pt x="190760" y="793415"/>
                </a:lnTo>
                <a:lnTo>
                  <a:pt x="190932" y="793388"/>
                </a:lnTo>
                <a:lnTo>
                  <a:pt x="191105" y="793370"/>
                </a:lnTo>
                <a:lnTo>
                  <a:pt x="191277" y="793353"/>
                </a:lnTo>
                <a:lnTo>
                  <a:pt x="191449" y="793335"/>
                </a:lnTo>
                <a:lnTo>
                  <a:pt x="191622" y="793317"/>
                </a:lnTo>
                <a:lnTo>
                  <a:pt x="191794" y="793299"/>
                </a:lnTo>
                <a:lnTo>
                  <a:pt x="191967" y="793272"/>
                </a:lnTo>
                <a:lnTo>
                  <a:pt x="192138" y="793255"/>
                </a:lnTo>
                <a:lnTo>
                  <a:pt x="192311" y="793237"/>
                </a:lnTo>
                <a:lnTo>
                  <a:pt x="192484" y="793219"/>
                </a:lnTo>
                <a:lnTo>
                  <a:pt x="192655" y="793201"/>
                </a:lnTo>
                <a:lnTo>
                  <a:pt x="192828" y="793183"/>
                </a:lnTo>
                <a:lnTo>
                  <a:pt x="193000" y="793157"/>
                </a:lnTo>
                <a:lnTo>
                  <a:pt x="193172" y="793139"/>
                </a:lnTo>
                <a:lnTo>
                  <a:pt x="193345" y="793121"/>
                </a:lnTo>
                <a:lnTo>
                  <a:pt x="193517" y="793103"/>
                </a:lnTo>
                <a:lnTo>
                  <a:pt x="193690" y="793086"/>
                </a:lnTo>
                <a:lnTo>
                  <a:pt x="193862" y="793068"/>
                </a:lnTo>
                <a:lnTo>
                  <a:pt x="194034" y="793041"/>
                </a:lnTo>
                <a:lnTo>
                  <a:pt x="194207" y="793023"/>
                </a:lnTo>
                <a:lnTo>
                  <a:pt x="194379" y="793006"/>
                </a:lnTo>
                <a:lnTo>
                  <a:pt x="194551" y="792988"/>
                </a:lnTo>
                <a:lnTo>
                  <a:pt x="194724" y="792970"/>
                </a:lnTo>
                <a:lnTo>
                  <a:pt x="194895" y="792943"/>
                </a:lnTo>
                <a:lnTo>
                  <a:pt x="195068" y="792926"/>
                </a:lnTo>
                <a:lnTo>
                  <a:pt x="195241" y="792908"/>
                </a:lnTo>
                <a:lnTo>
                  <a:pt x="195412" y="792890"/>
                </a:lnTo>
                <a:lnTo>
                  <a:pt x="195585" y="792872"/>
                </a:lnTo>
                <a:lnTo>
                  <a:pt x="195757" y="792845"/>
                </a:lnTo>
                <a:lnTo>
                  <a:pt x="195930" y="792828"/>
                </a:lnTo>
                <a:lnTo>
                  <a:pt x="196102" y="792810"/>
                </a:lnTo>
                <a:lnTo>
                  <a:pt x="196274" y="792792"/>
                </a:lnTo>
                <a:lnTo>
                  <a:pt x="196447" y="792774"/>
                </a:lnTo>
                <a:lnTo>
                  <a:pt x="196619" y="792748"/>
                </a:lnTo>
                <a:lnTo>
                  <a:pt x="196791" y="792730"/>
                </a:lnTo>
                <a:lnTo>
                  <a:pt x="196964" y="792712"/>
                </a:lnTo>
                <a:lnTo>
                  <a:pt x="197136" y="792694"/>
                </a:lnTo>
                <a:lnTo>
                  <a:pt x="197308" y="792667"/>
                </a:lnTo>
                <a:lnTo>
                  <a:pt x="197481" y="792650"/>
                </a:lnTo>
                <a:lnTo>
                  <a:pt x="197653" y="792632"/>
                </a:lnTo>
                <a:lnTo>
                  <a:pt x="197825" y="792614"/>
                </a:lnTo>
                <a:lnTo>
                  <a:pt x="197998" y="792596"/>
                </a:lnTo>
                <a:lnTo>
                  <a:pt x="198170" y="792570"/>
                </a:lnTo>
                <a:lnTo>
                  <a:pt x="198342" y="792552"/>
                </a:lnTo>
                <a:lnTo>
                  <a:pt x="198514" y="792534"/>
                </a:lnTo>
                <a:lnTo>
                  <a:pt x="198687" y="792516"/>
                </a:lnTo>
                <a:lnTo>
                  <a:pt x="198859" y="792490"/>
                </a:lnTo>
                <a:lnTo>
                  <a:pt x="199031" y="792472"/>
                </a:lnTo>
                <a:lnTo>
                  <a:pt x="199204" y="792454"/>
                </a:lnTo>
                <a:lnTo>
                  <a:pt x="199377" y="792436"/>
                </a:lnTo>
                <a:lnTo>
                  <a:pt x="199548" y="792409"/>
                </a:lnTo>
                <a:lnTo>
                  <a:pt x="199721" y="792392"/>
                </a:lnTo>
                <a:lnTo>
                  <a:pt x="199893" y="792374"/>
                </a:lnTo>
                <a:lnTo>
                  <a:pt x="200065" y="792356"/>
                </a:lnTo>
                <a:lnTo>
                  <a:pt x="200238" y="792329"/>
                </a:lnTo>
                <a:lnTo>
                  <a:pt x="200410" y="792312"/>
                </a:lnTo>
                <a:lnTo>
                  <a:pt x="200582" y="792294"/>
                </a:lnTo>
                <a:lnTo>
                  <a:pt x="200755" y="792276"/>
                </a:lnTo>
                <a:lnTo>
                  <a:pt x="200927" y="792249"/>
                </a:lnTo>
                <a:lnTo>
                  <a:pt x="201099" y="792232"/>
                </a:lnTo>
                <a:lnTo>
                  <a:pt x="201271" y="792214"/>
                </a:lnTo>
                <a:lnTo>
                  <a:pt x="201444" y="792196"/>
                </a:lnTo>
                <a:lnTo>
                  <a:pt x="201617" y="792169"/>
                </a:lnTo>
                <a:lnTo>
                  <a:pt x="201788" y="792152"/>
                </a:lnTo>
                <a:lnTo>
                  <a:pt x="201961" y="792134"/>
                </a:lnTo>
                <a:lnTo>
                  <a:pt x="202134" y="792116"/>
                </a:lnTo>
                <a:lnTo>
                  <a:pt x="202305" y="792089"/>
                </a:lnTo>
                <a:lnTo>
                  <a:pt x="202478" y="792071"/>
                </a:lnTo>
                <a:lnTo>
                  <a:pt x="202650" y="792054"/>
                </a:lnTo>
                <a:lnTo>
                  <a:pt x="202822" y="792027"/>
                </a:lnTo>
                <a:lnTo>
                  <a:pt x="202995" y="792009"/>
                </a:lnTo>
                <a:lnTo>
                  <a:pt x="203167" y="791991"/>
                </a:lnTo>
                <a:lnTo>
                  <a:pt x="203340" y="791974"/>
                </a:lnTo>
                <a:lnTo>
                  <a:pt x="203512" y="791947"/>
                </a:lnTo>
                <a:lnTo>
                  <a:pt x="203684" y="791929"/>
                </a:lnTo>
                <a:lnTo>
                  <a:pt x="203857" y="791911"/>
                </a:lnTo>
                <a:lnTo>
                  <a:pt x="204029" y="791885"/>
                </a:lnTo>
                <a:lnTo>
                  <a:pt x="204201" y="791867"/>
                </a:lnTo>
                <a:lnTo>
                  <a:pt x="204374" y="791849"/>
                </a:lnTo>
                <a:lnTo>
                  <a:pt x="204545" y="791831"/>
                </a:lnTo>
                <a:lnTo>
                  <a:pt x="204718" y="791805"/>
                </a:lnTo>
                <a:lnTo>
                  <a:pt x="204891" y="791787"/>
                </a:lnTo>
                <a:lnTo>
                  <a:pt x="205063" y="791769"/>
                </a:lnTo>
                <a:lnTo>
                  <a:pt x="205235" y="791742"/>
                </a:lnTo>
                <a:lnTo>
                  <a:pt x="205407" y="791725"/>
                </a:lnTo>
                <a:lnTo>
                  <a:pt x="205580" y="791707"/>
                </a:lnTo>
                <a:lnTo>
                  <a:pt x="205752" y="791680"/>
                </a:lnTo>
                <a:lnTo>
                  <a:pt x="205924" y="791662"/>
                </a:lnTo>
                <a:lnTo>
                  <a:pt x="206097" y="791644"/>
                </a:lnTo>
                <a:lnTo>
                  <a:pt x="206269" y="791618"/>
                </a:lnTo>
                <a:lnTo>
                  <a:pt x="206441" y="791600"/>
                </a:lnTo>
                <a:lnTo>
                  <a:pt x="206614" y="791582"/>
                </a:lnTo>
                <a:lnTo>
                  <a:pt x="206786" y="791564"/>
                </a:lnTo>
                <a:lnTo>
                  <a:pt x="206958" y="791538"/>
                </a:lnTo>
                <a:lnTo>
                  <a:pt x="207131" y="791520"/>
                </a:lnTo>
                <a:lnTo>
                  <a:pt x="207303" y="791502"/>
                </a:lnTo>
                <a:lnTo>
                  <a:pt x="207475" y="791475"/>
                </a:lnTo>
                <a:lnTo>
                  <a:pt x="207648" y="791458"/>
                </a:lnTo>
                <a:lnTo>
                  <a:pt x="207820" y="791440"/>
                </a:lnTo>
                <a:lnTo>
                  <a:pt x="207992" y="791413"/>
                </a:lnTo>
                <a:lnTo>
                  <a:pt x="208165" y="791395"/>
                </a:lnTo>
                <a:lnTo>
                  <a:pt x="208337" y="791378"/>
                </a:lnTo>
                <a:lnTo>
                  <a:pt x="208509" y="791351"/>
                </a:lnTo>
                <a:lnTo>
                  <a:pt x="208681" y="791333"/>
                </a:lnTo>
                <a:lnTo>
                  <a:pt x="208854" y="791306"/>
                </a:lnTo>
                <a:lnTo>
                  <a:pt x="209027" y="791289"/>
                </a:lnTo>
                <a:lnTo>
                  <a:pt x="209198" y="791271"/>
                </a:lnTo>
                <a:lnTo>
                  <a:pt x="209371" y="791244"/>
                </a:lnTo>
                <a:lnTo>
                  <a:pt x="209543" y="791226"/>
                </a:lnTo>
                <a:lnTo>
                  <a:pt x="209715" y="791208"/>
                </a:lnTo>
                <a:lnTo>
                  <a:pt x="209888" y="791182"/>
                </a:lnTo>
                <a:lnTo>
                  <a:pt x="210060" y="791164"/>
                </a:lnTo>
                <a:lnTo>
                  <a:pt x="210232" y="791146"/>
                </a:lnTo>
                <a:lnTo>
                  <a:pt x="210405" y="791120"/>
                </a:lnTo>
                <a:lnTo>
                  <a:pt x="210577" y="791102"/>
                </a:lnTo>
                <a:lnTo>
                  <a:pt x="210750" y="791075"/>
                </a:lnTo>
                <a:lnTo>
                  <a:pt x="210922" y="791057"/>
                </a:lnTo>
                <a:lnTo>
                  <a:pt x="211094" y="791039"/>
                </a:lnTo>
                <a:lnTo>
                  <a:pt x="211267" y="791013"/>
                </a:lnTo>
                <a:lnTo>
                  <a:pt x="211438" y="790995"/>
                </a:lnTo>
                <a:lnTo>
                  <a:pt x="211611" y="790977"/>
                </a:lnTo>
                <a:lnTo>
                  <a:pt x="211784" y="790951"/>
                </a:lnTo>
                <a:lnTo>
                  <a:pt x="211955" y="790933"/>
                </a:lnTo>
                <a:lnTo>
                  <a:pt x="212128" y="790906"/>
                </a:lnTo>
                <a:lnTo>
                  <a:pt x="212300" y="790888"/>
                </a:lnTo>
                <a:lnTo>
                  <a:pt x="212473" y="790870"/>
                </a:lnTo>
                <a:lnTo>
                  <a:pt x="212645" y="790844"/>
                </a:lnTo>
                <a:lnTo>
                  <a:pt x="212817" y="790826"/>
                </a:lnTo>
                <a:lnTo>
                  <a:pt x="212990" y="790799"/>
                </a:lnTo>
                <a:lnTo>
                  <a:pt x="213162" y="790781"/>
                </a:lnTo>
                <a:lnTo>
                  <a:pt x="213334" y="790764"/>
                </a:lnTo>
                <a:lnTo>
                  <a:pt x="213507" y="790737"/>
                </a:lnTo>
                <a:lnTo>
                  <a:pt x="213679" y="790719"/>
                </a:lnTo>
                <a:lnTo>
                  <a:pt x="213851" y="790692"/>
                </a:lnTo>
                <a:lnTo>
                  <a:pt x="214024" y="790675"/>
                </a:lnTo>
                <a:lnTo>
                  <a:pt x="214195" y="790657"/>
                </a:lnTo>
                <a:lnTo>
                  <a:pt x="214368" y="790630"/>
                </a:lnTo>
                <a:lnTo>
                  <a:pt x="214541" y="790612"/>
                </a:lnTo>
                <a:lnTo>
                  <a:pt x="214713" y="790586"/>
                </a:lnTo>
                <a:lnTo>
                  <a:pt x="214885" y="790568"/>
                </a:lnTo>
                <a:lnTo>
                  <a:pt x="215057" y="790550"/>
                </a:lnTo>
                <a:lnTo>
                  <a:pt x="215230" y="790523"/>
                </a:lnTo>
                <a:lnTo>
                  <a:pt x="215402" y="790506"/>
                </a:lnTo>
                <a:lnTo>
                  <a:pt x="215574" y="790479"/>
                </a:lnTo>
                <a:lnTo>
                  <a:pt x="215747" y="790461"/>
                </a:lnTo>
                <a:lnTo>
                  <a:pt x="215919" y="790434"/>
                </a:lnTo>
                <a:lnTo>
                  <a:pt x="216091" y="790417"/>
                </a:lnTo>
                <a:lnTo>
                  <a:pt x="216264" y="790399"/>
                </a:lnTo>
                <a:lnTo>
                  <a:pt x="216436" y="790372"/>
                </a:lnTo>
                <a:lnTo>
                  <a:pt x="216608" y="790354"/>
                </a:lnTo>
                <a:lnTo>
                  <a:pt x="216781" y="790328"/>
                </a:lnTo>
                <a:lnTo>
                  <a:pt x="216953" y="790310"/>
                </a:lnTo>
                <a:lnTo>
                  <a:pt x="217125" y="790283"/>
                </a:lnTo>
                <a:lnTo>
                  <a:pt x="217298" y="790265"/>
                </a:lnTo>
                <a:lnTo>
                  <a:pt x="217470" y="790239"/>
                </a:lnTo>
                <a:lnTo>
                  <a:pt x="217642" y="790221"/>
                </a:lnTo>
                <a:lnTo>
                  <a:pt x="217814" y="790203"/>
                </a:lnTo>
                <a:lnTo>
                  <a:pt x="217987" y="790177"/>
                </a:lnTo>
                <a:lnTo>
                  <a:pt x="218160" y="790159"/>
                </a:lnTo>
                <a:lnTo>
                  <a:pt x="218331" y="790132"/>
                </a:lnTo>
                <a:lnTo>
                  <a:pt x="218504" y="790114"/>
                </a:lnTo>
                <a:lnTo>
                  <a:pt x="218677" y="790087"/>
                </a:lnTo>
                <a:lnTo>
                  <a:pt x="218848" y="790070"/>
                </a:lnTo>
                <a:lnTo>
                  <a:pt x="219021" y="790043"/>
                </a:lnTo>
                <a:lnTo>
                  <a:pt x="219193" y="790025"/>
                </a:lnTo>
                <a:lnTo>
                  <a:pt x="219365" y="789999"/>
                </a:lnTo>
                <a:lnTo>
                  <a:pt x="219538" y="789981"/>
                </a:lnTo>
                <a:lnTo>
                  <a:pt x="219710" y="789954"/>
                </a:lnTo>
                <a:lnTo>
                  <a:pt x="219882" y="789936"/>
                </a:lnTo>
                <a:lnTo>
                  <a:pt x="220055" y="789910"/>
                </a:lnTo>
                <a:lnTo>
                  <a:pt x="220227" y="789892"/>
                </a:lnTo>
                <a:lnTo>
                  <a:pt x="220400" y="789865"/>
                </a:lnTo>
                <a:lnTo>
                  <a:pt x="220571" y="789847"/>
                </a:lnTo>
                <a:lnTo>
                  <a:pt x="220744" y="789821"/>
                </a:lnTo>
                <a:lnTo>
                  <a:pt x="220917" y="789803"/>
                </a:lnTo>
                <a:lnTo>
                  <a:pt x="221088" y="789776"/>
                </a:lnTo>
                <a:lnTo>
                  <a:pt x="221261" y="789758"/>
                </a:lnTo>
                <a:lnTo>
                  <a:pt x="221434" y="789732"/>
                </a:lnTo>
                <a:lnTo>
                  <a:pt x="221605" y="789714"/>
                </a:lnTo>
                <a:lnTo>
                  <a:pt x="221778" y="789687"/>
                </a:lnTo>
                <a:lnTo>
                  <a:pt x="221950" y="789669"/>
                </a:lnTo>
                <a:lnTo>
                  <a:pt x="222123" y="789643"/>
                </a:lnTo>
                <a:lnTo>
                  <a:pt x="222295" y="789625"/>
                </a:lnTo>
                <a:lnTo>
                  <a:pt x="222467" y="789598"/>
                </a:lnTo>
                <a:lnTo>
                  <a:pt x="222640" y="789580"/>
                </a:lnTo>
                <a:lnTo>
                  <a:pt x="222812" y="789554"/>
                </a:lnTo>
                <a:lnTo>
                  <a:pt x="222984" y="789536"/>
                </a:lnTo>
                <a:lnTo>
                  <a:pt x="223157" y="789509"/>
                </a:lnTo>
                <a:lnTo>
                  <a:pt x="223328" y="789491"/>
                </a:lnTo>
                <a:lnTo>
                  <a:pt x="223501" y="789465"/>
                </a:lnTo>
                <a:lnTo>
                  <a:pt x="223674" y="789447"/>
                </a:lnTo>
                <a:lnTo>
                  <a:pt x="223846" y="789420"/>
                </a:lnTo>
                <a:lnTo>
                  <a:pt x="224018" y="789402"/>
                </a:lnTo>
                <a:lnTo>
                  <a:pt x="224191" y="789376"/>
                </a:lnTo>
                <a:lnTo>
                  <a:pt x="224363" y="789358"/>
                </a:lnTo>
                <a:lnTo>
                  <a:pt x="224535" y="789331"/>
                </a:lnTo>
                <a:lnTo>
                  <a:pt x="224707" y="789314"/>
                </a:lnTo>
                <a:lnTo>
                  <a:pt x="224880" y="789287"/>
                </a:lnTo>
                <a:lnTo>
                  <a:pt x="225052" y="789260"/>
                </a:lnTo>
                <a:lnTo>
                  <a:pt x="225224" y="789242"/>
                </a:lnTo>
                <a:lnTo>
                  <a:pt x="225397" y="789216"/>
                </a:lnTo>
                <a:lnTo>
                  <a:pt x="225569" y="789198"/>
                </a:lnTo>
                <a:lnTo>
                  <a:pt x="225741" y="789171"/>
                </a:lnTo>
                <a:lnTo>
                  <a:pt x="225914" y="789153"/>
                </a:lnTo>
                <a:lnTo>
                  <a:pt x="226086" y="789127"/>
                </a:lnTo>
                <a:lnTo>
                  <a:pt x="226258" y="789109"/>
                </a:lnTo>
                <a:lnTo>
                  <a:pt x="226431" y="789082"/>
                </a:lnTo>
                <a:lnTo>
                  <a:pt x="226603" y="789056"/>
                </a:lnTo>
                <a:lnTo>
                  <a:pt x="226775" y="789038"/>
                </a:lnTo>
                <a:lnTo>
                  <a:pt x="226948" y="789011"/>
                </a:lnTo>
                <a:lnTo>
                  <a:pt x="227120" y="788993"/>
                </a:lnTo>
                <a:lnTo>
                  <a:pt x="227292" y="788967"/>
                </a:lnTo>
                <a:lnTo>
                  <a:pt x="227464" y="788949"/>
                </a:lnTo>
                <a:lnTo>
                  <a:pt x="227637" y="788922"/>
                </a:lnTo>
                <a:lnTo>
                  <a:pt x="227810" y="788895"/>
                </a:lnTo>
                <a:lnTo>
                  <a:pt x="227981" y="788878"/>
                </a:lnTo>
                <a:lnTo>
                  <a:pt x="228154" y="788851"/>
                </a:lnTo>
                <a:lnTo>
                  <a:pt x="228326" y="788833"/>
                </a:lnTo>
                <a:lnTo>
                  <a:pt x="228498" y="788806"/>
                </a:lnTo>
                <a:lnTo>
                  <a:pt x="228671" y="788789"/>
                </a:lnTo>
                <a:lnTo>
                  <a:pt x="228843" y="788762"/>
                </a:lnTo>
                <a:lnTo>
                  <a:pt x="229015" y="788735"/>
                </a:lnTo>
                <a:lnTo>
                  <a:pt x="229188" y="788718"/>
                </a:lnTo>
                <a:lnTo>
                  <a:pt x="229360" y="788691"/>
                </a:lnTo>
                <a:lnTo>
                  <a:pt x="229533" y="788673"/>
                </a:lnTo>
                <a:lnTo>
                  <a:pt x="229705" y="788646"/>
                </a:lnTo>
                <a:lnTo>
                  <a:pt x="229877" y="788620"/>
                </a:lnTo>
                <a:lnTo>
                  <a:pt x="230050" y="788602"/>
                </a:lnTo>
                <a:lnTo>
                  <a:pt x="230221" y="788575"/>
                </a:lnTo>
                <a:lnTo>
                  <a:pt x="230394" y="788548"/>
                </a:lnTo>
                <a:lnTo>
                  <a:pt x="230567" y="788531"/>
                </a:lnTo>
                <a:lnTo>
                  <a:pt x="230738" y="788504"/>
                </a:lnTo>
                <a:lnTo>
                  <a:pt x="230911" y="788486"/>
                </a:lnTo>
                <a:lnTo>
                  <a:pt x="231084" y="788459"/>
                </a:lnTo>
                <a:lnTo>
                  <a:pt x="231255" y="788433"/>
                </a:lnTo>
                <a:lnTo>
                  <a:pt x="231428" y="788415"/>
                </a:lnTo>
                <a:lnTo>
                  <a:pt x="231600" y="788388"/>
                </a:lnTo>
                <a:lnTo>
                  <a:pt x="231773" y="788362"/>
                </a:lnTo>
                <a:lnTo>
                  <a:pt x="231945" y="788344"/>
                </a:lnTo>
                <a:lnTo>
                  <a:pt x="232117" y="788317"/>
                </a:lnTo>
                <a:lnTo>
                  <a:pt x="232290" y="788299"/>
                </a:lnTo>
                <a:lnTo>
                  <a:pt x="232462" y="788273"/>
                </a:lnTo>
                <a:lnTo>
                  <a:pt x="232634" y="788246"/>
                </a:lnTo>
                <a:lnTo>
                  <a:pt x="232807" y="788228"/>
                </a:lnTo>
                <a:lnTo>
                  <a:pt x="232978" y="788201"/>
                </a:lnTo>
                <a:lnTo>
                  <a:pt x="233151" y="788175"/>
                </a:lnTo>
                <a:lnTo>
                  <a:pt x="233324" y="788157"/>
                </a:lnTo>
                <a:lnTo>
                  <a:pt x="233496" y="788130"/>
                </a:lnTo>
                <a:lnTo>
                  <a:pt x="233668" y="788104"/>
                </a:lnTo>
                <a:lnTo>
                  <a:pt x="233841" y="788086"/>
                </a:lnTo>
                <a:lnTo>
                  <a:pt x="234013" y="788059"/>
                </a:lnTo>
                <a:lnTo>
                  <a:pt x="234185" y="788032"/>
                </a:lnTo>
                <a:lnTo>
                  <a:pt x="234357" y="788015"/>
                </a:lnTo>
                <a:lnTo>
                  <a:pt x="234530" y="787988"/>
                </a:lnTo>
                <a:lnTo>
                  <a:pt x="234702" y="787961"/>
                </a:lnTo>
                <a:lnTo>
                  <a:pt x="234874" y="787944"/>
                </a:lnTo>
                <a:lnTo>
                  <a:pt x="235047" y="787917"/>
                </a:lnTo>
                <a:lnTo>
                  <a:pt x="235219" y="787890"/>
                </a:lnTo>
                <a:lnTo>
                  <a:pt x="235391" y="787872"/>
                </a:lnTo>
                <a:lnTo>
                  <a:pt x="235564" y="787846"/>
                </a:lnTo>
                <a:lnTo>
                  <a:pt x="235736" y="787819"/>
                </a:lnTo>
                <a:lnTo>
                  <a:pt x="235908" y="787801"/>
                </a:lnTo>
                <a:lnTo>
                  <a:pt x="236081" y="787774"/>
                </a:lnTo>
                <a:lnTo>
                  <a:pt x="236253" y="787748"/>
                </a:lnTo>
                <a:lnTo>
                  <a:pt x="236425" y="787721"/>
                </a:lnTo>
                <a:lnTo>
                  <a:pt x="236598" y="787703"/>
                </a:lnTo>
                <a:lnTo>
                  <a:pt x="236770" y="787677"/>
                </a:lnTo>
                <a:lnTo>
                  <a:pt x="236943" y="787650"/>
                </a:lnTo>
                <a:lnTo>
                  <a:pt x="237114" y="787632"/>
                </a:lnTo>
                <a:lnTo>
                  <a:pt x="237287" y="787605"/>
                </a:lnTo>
                <a:lnTo>
                  <a:pt x="237460" y="787579"/>
                </a:lnTo>
                <a:lnTo>
                  <a:pt x="237631" y="787561"/>
                </a:lnTo>
                <a:lnTo>
                  <a:pt x="237804" y="787534"/>
                </a:lnTo>
                <a:lnTo>
                  <a:pt x="237976" y="787508"/>
                </a:lnTo>
                <a:lnTo>
                  <a:pt x="238148" y="787481"/>
                </a:lnTo>
                <a:lnTo>
                  <a:pt x="238321" y="787463"/>
                </a:lnTo>
                <a:lnTo>
                  <a:pt x="238493" y="787436"/>
                </a:lnTo>
                <a:lnTo>
                  <a:pt x="238665" y="787410"/>
                </a:lnTo>
                <a:lnTo>
                  <a:pt x="238838" y="787383"/>
                </a:lnTo>
                <a:lnTo>
                  <a:pt x="239010" y="787365"/>
                </a:lnTo>
                <a:lnTo>
                  <a:pt x="239183" y="787339"/>
                </a:lnTo>
                <a:lnTo>
                  <a:pt x="239355" y="787312"/>
                </a:lnTo>
                <a:lnTo>
                  <a:pt x="239527" y="787294"/>
                </a:lnTo>
                <a:lnTo>
                  <a:pt x="239700" y="787267"/>
                </a:lnTo>
                <a:lnTo>
                  <a:pt x="239871" y="787241"/>
                </a:lnTo>
                <a:lnTo>
                  <a:pt x="240044" y="787214"/>
                </a:lnTo>
                <a:lnTo>
                  <a:pt x="240217" y="787196"/>
                </a:lnTo>
                <a:lnTo>
                  <a:pt x="240388" y="787170"/>
                </a:lnTo>
                <a:lnTo>
                  <a:pt x="240561" y="787143"/>
                </a:lnTo>
                <a:lnTo>
                  <a:pt x="240733" y="787116"/>
                </a:lnTo>
                <a:lnTo>
                  <a:pt x="240906" y="787098"/>
                </a:lnTo>
                <a:lnTo>
                  <a:pt x="241078" y="787072"/>
                </a:lnTo>
                <a:lnTo>
                  <a:pt x="241250" y="787045"/>
                </a:lnTo>
                <a:lnTo>
                  <a:pt x="241423" y="787018"/>
                </a:lnTo>
                <a:lnTo>
                  <a:pt x="241595" y="786992"/>
                </a:lnTo>
                <a:lnTo>
                  <a:pt x="241767" y="786974"/>
                </a:lnTo>
                <a:lnTo>
                  <a:pt x="241940" y="786947"/>
                </a:lnTo>
                <a:lnTo>
                  <a:pt x="242112" y="786920"/>
                </a:lnTo>
                <a:lnTo>
                  <a:pt x="242284" y="786894"/>
                </a:lnTo>
                <a:lnTo>
                  <a:pt x="242457" y="786876"/>
                </a:lnTo>
                <a:lnTo>
                  <a:pt x="242629" y="786849"/>
                </a:lnTo>
                <a:lnTo>
                  <a:pt x="242801" y="786823"/>
                </a:lnTo>
                <a:lnTo>
                  <a:pt x="242974" y="786796"/>
                </a:lnTo>
                <a:lnTo>
                  <a:pt x="243146" y="786769"/>
                </a:lnTo>
                <a:lnTo>
                  <a:pt x="243318" y="786751"/>
                </a:lnTo>
                <a:lnTo>
                  <a:pt x="243490" y="786725"/>
                </a:lnTo>
                <a:lnTo>
                  <a:pt x="243663" y="786698"/>
                </a:lnTo>
                <a:lnTo>
                  <a:pt x="243835" y="786671"/>
                </a:lnTo>
                <a:lnTo>
                  <a:pt x="244007" y="786645"/>
                </a:lnTo>
                <a:lnTo>
                  <a:pt x="244180" y="786627"/>
                </a:lnTo>
                <a:lnTo>
                  <a:pt x="244352" y="786600"/>
                </a:lnTo>
                <a:lnTo>
                  <a:pt x="244524" y="786573"/>
                </a:lnTo>
                <a:lnTo>
                  <a:pt x="244697" y="786547"/>
                </a:lnTo>
                <a:lnTo>
                  <a:pt x="244869" y="786520"/>
                </a:lnTo>
                <a:lnTo>
                  <a:pt x="245041" y="786502"/>
                </a:lnTo>
                <a:lnTo>
                  <a:pt x="245214" y="786476"/>
                </a:lnTo>
                <a:lnTo>
                  <a:pt x="245386" y="786449"/>
                </a:lnTo>
                <a:lnTo>
                  <a:pt x="245558" y="786422"/>
                </a:lnTo>
                <a:lnTo>
                  <a:pt x="245731" y="786396"/>
                </a:lnTo>
                <a:lnTo>
                  <a:pt x="245903" y="786369"/>
                </a:lnTo>
                <a:lnTo>
                  <a:pt x="246075" y="786351"/>
                </a:lnTo>
                <a:lnTo>
                  <a:pt x="246248" y="786324"/>
                </a:lnTo>
                <a:lnTo>
                  <a:pt x="246420" y="786298"/>
                </a:lnTo>
                <a:lnTo>
                  <a:pt x="246593" y="786271"/>
                </a:lnTo>
                <a:lnTo>
                  <a:pt x="246764" y="786244"/>
                </a:lnTo>
                <a:lnTo>
                  <a:pt x="246937" y="786218"/>
                </a:lnTo>
                <a:lnTo>
                  <a:pt x="247110" y="786200"/>
                </a:lnTo>
                <a:lnTo>
                  <a:pt x="247281" y="786173"/>
                </a:lnTo>
                <a:lnTo>
                  <a:pt x="247454" y="786146"/>
                </a:lnTo>
                <a:lnTo>
                  <a:pt x="247626" y="786120"/>
                </a:lnTo>
                <a:lnTo>
                  <a:pt x="247798" y="786093"/>
                </a:lnTo>
                <a:lnTo>
                  <a:pt x="247971" y="786066"/>
                </a:lnTo>
                <a:lnTo>
                  <a:pt x="248143" y="786040"/>
                </a:lnTo>
                <a:lnTo>
                  <a:pt x="248316" y="786022"/>
                </a:lnTo>
                <a:lnTo>
                  <a:pt x="248488" y="785995"/>
                </a:lnTo>
                <a:lnTo>
                  <a:pt x="248660" y="785968"/>
                </a:lnTo>
                <a:lnTo>
                  <a:pt x="248833" y="785942"/>
                </a:lnTo>
                <a:lnTo>
                  <a:pt x="249005" y="785915"/>
                </a:lnTo>
                <a:lnTo>
                  <a:pt x="249177" y="785888"/>
                </a:lnTo>
                <a:lnTo>
                  <a:pt x="249350" y="785862"/>
                </a:lnTo>
                <a:lnTo>
                  <a:pt x="249521" y="785835"/>
                </a:lnTo>
                <a:lnTo>
                  <a:pt x="249694" y="785817"/>
                </a:lnTo>
                <a:lnTo>
                  <a:pt x="249867" y="785791"/>
                </a:lnTo>
                <a:lnTo>
                  <a:pt x="250038" y="785764"/>
                </a:lnTo>
                <a:lnTo>
                  <a:pt x="250211" y="785737"/>
                </a:lnTo>
                <a:lnTo>
                  <a:pt x="250383" y="785711"/>
                </a:lnTo>
                <a:lnTo>
                  <a:pt x="250556" y="785684"/>
                </a:lnTo>
                <a:lnTo>
                  <a:pt x="250728" y="785657"/>
                </a:lnTo>
                <a:lnTo>
                  <a:pt x="250900" y="785630"/>
                </a:lnTo>
                <a:lnTo>
                  <a:pt x="251073" y="785604"/>
                </a:lnTo>
                <a:lnTo>
                  <a:pt x="251245" y="785577"/>
                </a:lnTo>
                <a:lnTo>
                  <a:pt x="251417" y="785559"/>
                </a:lnTo>
                <a:lnTo>
                  <a:pt x="251590" y="785533"/>
                </a:lnTo>
                <a:lnTo>
                  <a:pt x="251762" y="785506"/>
                </a:lnTo>
                <a:lnTo>
                  <a:pt x="251934" y="785479"/>
                </a:lnTo>
                <a:lnTo>
                  <a:pt x="252107" y="785452"/>
                </a:lnTo>
                <a:lnTo>
                  <a:pt x="252279" y="785426"/>
                </a:lnTo>
                <a:lnTo>
                  <a:pt x="252451" y="785399"/>
                </a:lnTo>
                <a:lnTo>
                  <a:pt x="252624" y="785372"/>
                </a:lnTo>
                <a:lnTo>
                  <a:pt x="252796" y="785346"/>
                </a:lnTo>
                <a:lnTo>
                  <a:pt x="252968" y="785319"/>
                </a:lnTo>
                <a:lnTo>
                  <a:pt x="253140" y="785292"/>
                </a:lnTo>
                <a:lnTo>
                  <a:pt x="253313" y="785266"/>
                </a:lnTo>
                <a:lnTo>
                  <a:pt x="253485" y="785239"/>
                </a:lnTo>
                <a:lnTo>
                  <a:pt x="253657" y="785212"/>
                </a:lnTo>
                <a:lnTo>
                  <a:pt x="253830" y="785194"/>
                </a:lnTo>
                <a:lnTo>
                  <a:pt x="254003" y="785168"/>
                </a:lnTo>
                <a:lnTo>
                  <a:pt x="254174" y="785141"/>
                </a:lnTo>
                <a:lnTo>
                  <a:pt x="254347" y="785114"/>
                </a:lnTo>
                <a:lnTo>
                  <a:pt x="254519" y="785088"/>
                </a:lnTo>
                <a:lnTo>
                  <a:pt x="254691" y="785061"/>
                </a:lnTo>
                <a:lnTo>
                  <a:pt x="254864" y="785034"/>
                </a:lnTo>
                <a:lnTo>
                  <a:pt x="255036" y="785008"/>
                </a:lnTo>
                <a:lnTo>
                  <a:pt x="255208" y="784981"/>
                </a:lnTo>
                <a:lnTo>
                  <a:pt x="255381" y="784954"/>
                </a:lnTo>
                <a:lnTo>
                  <a:pt x="255553" y="784928"/>
                </a:lnTo>
                <a:lnTo>
                  <a:pt x="255725" y="784901"/>
                </a:lnTo>
                <a:lnTo>
                  <a:pt x="255898" y="784874"/>
                </a:lnTo>
                <a:lnTo>
                  <a:pt x="256070" y="784847"/>
                </a:lnTo>
                <a:lnTo>
                  <a:pt x="256243" y="784821"/>
                </a:lnTo>
                <a:lnTo>
                  <a:pt x="256414" y="784794"/>
                </a:lnTo>
                <a:lnTo>
                  <a:pt x="256587" y="784767"/>
                </a:lnTo>
                <a:lnTo>
                  <a:pt x="256760" y="784741"/>
                </a:lnTo>
                <a:lnTo>
                  <a:pt x="256931" y="784714"/>
                </a:lnTo>
                <a:lnTo>
                  <a:pt x="257104" y="784687"/>
                </a:lnTo>
                <a:lnTo>
                  <a:pt x="257276" y="784661"/>
                </a:lnTo>
                <a:lnTo>
                  <a:pt x="257448" y="784634"/>
                </a:lnTo>
                <a:lnTo>
                  <a:pt x="257621" y="784607"/>
                </a:lnTo>
                <a:lnTo>
                  <a:pt x="257793" y="784581"/>
                </a:lnTo>
                <a:lnTo>
                  <a:pt x="257966" y="784554"/>
                </a:lnTo>
                <a:lnTo>
                  <a:pt x="258138" y="784527"/>
                </a:lnTo>
                <a:lnTo>
                  <a:pt x="258310" y="784501"/>
                </a:lnTo>
                <a:lnTo>
                  <a:pt x="258483" y="784474"/>
                </a:lnTo>
                <a:lnTo>
                  <a:pt x="258655" y="784447"/>
                </a:lnTo>
                <a:lnTo>
                  <a:pt x="258827" y="784420"/>
                </a:lnTo>
                <a:lnTo>
                  <a:pt x="259000" y="784394"/>
                </a:lnTo>
                <a:lnTo>
                  <a:pt x="259171" y="784367"/>
                </a:lnTo>
                <a:lnTo>
                  <a:pt x="259344" y="784340"/>
                </a:lnTo>
                <a:lnTo>
                  <a:pt x="259517" y="784314"/>
                </a:lnTo>
                <a:lnTo>
                  <a:pt x="259689" y="784287"/>
                </a:lnTo>
                <a:lnTo>
                  <a:pt x="259861" y="784260"/>
                </a:lnTo>
                <a:lnTo>
                  <a:pt x="260033" y="784234"/>
                </a:lnTo>
                <a:lnTo>
                  <a:pt x="260206" y="784207"/>
                </a:lnTo>
                <a:lnTo>
                  <a:pt x="260378" y="784180"/>
                </a:lnTo>
                <a:lnTo>
                  <a:pt x="260550" y="784145"/>
                </a:lnTo>
                <a:lnTo>
                  <a:pt x="260723" y="784118"/>
                </a:lnTo>
                <a:lnTo>
                  <a:pt x="260895" y="784091"/>
                </a:lnTo>
                <a:lnTo>
                  <a:pt x="261067" y="784065"/>
                </a:lnTo>
                <a:lnTo>
                  <a:pt x="261240" y="784038"/>
                </a:lnTo>
                <a:lnTo>
                  <a:pt x="261412" y="784011"/>
                </a:lnTo>
                <a:lnTo>
                  <a:pt x="261584" y="783985"/>
                </a:lnTo>
                <a:lnTo>
                  <a:pt x="261757" y="783958"/>
                </a:lnTo>
                <a:lnTo>
                  <a:pt x="261929" y="783931"/>
                </a:lnTo>
                <a:lnTo>
                  <a:pt x="262101" y="783905"/>
                </a:lnTo>
                <a:lnTo>
                  <a:pt x="262274" y="783878"/>
                </a:lnTo>
                <a:lnTo>
                  <a:pt x="262446" y="783851"/>
                </a:lnTo>
                <a:lnTo>
                  <a:pt x="262618" y="783824"/>
                </a:lnTo>
                <a:lnTo>
                  <a:pt x="262790" y="783798"/>
                </a:lnTo>
                <a:lnTo>
                  <a:pt x="262963" y="783762"/>
                </a:lnTo>
                <a:lnTo>
                  <a:pt x="263135" y="783735"/>
                </a:lnTo>
                <a:lnTo>
                  <a:pt x="263307" y="783709"/>
                </a:lnTo>
                <a:lnTo>
                  <a:pt x="263480" y="783682"/>
                </a:lnTo>
                <a:lnTo>
                  <a:pt x="263653" y="783655"/>
                </a:lnTo>
                <a:lnTo>
                  <a:pt x="263824" y="783629"/>
                </a:lnTo>
                <a:lnTo>
                  <a:pt x="263997" y="783602"/>
                </a:lnTo>
                <a:lnTo>
                  <a:pt x="264169" y="783575"/>
                </a:lnTo>
                <a:lnTo>
                  <a:pt x="264341" y="783549"/>
                </a:lnTo>
                <a:lnTo>
                  <a:pt x="264514" y="783522"/>
                </a:lnTo>
                <a:lnTo>
                  <a:pt x="264686" y="783486"/>
                </a:lnTo>
                <a:lnTo>
                  <a:pt x="264858" y="783460"/>
                </a:lnTo>
                <a:lnTo>
                  <a:pt x="265031" y="783433"/>
                </a:lnTo>
                <a:lnTo>
                  <a:pt x="265203" y="783406"/>
                </a:lnTo>
                <a:lnTo>
                  <a:pt x="265376" y="783380"/>
                </a:lnTo>
                <a:lnTo>
                  <a:pt x="265547" y="783353"/>
                </a:lnTo>
                <a:lnTo>
                  <a:pt x="265720" y="783326"/>
                </a:lnTo>
                <a:lnTo>
                  <a:pt x="265893" y="783291"/>
                </a:lnTo>
                <a:lnTo>
                  <a:pt x="266064" y="783264"/>
                </a:lnTo>
                <a:lnTo>
                  <a:pt x="266237" y="783237"/>
                </a:lnTo>
                <a:lnTo>
                  <a:pt x="266410" y="783211"/>
                </a:lnTo>
                <a:lnTo>
                  <a:pt x="266581" y="783184"/>
                </a:lnTo>
                <a:lnTo>
                  <a:pt x="266754" y="783157"/>
                </a:lnTo>
                <a:lnTo>
                  <a:pt x="266926" y="783131"/>
                </a:lnTo>
                <a:lnTo>
                  <a:pt x="267099" y="783095"/>
                </a:lnTo>
                <a:lnTo>
                  <a:pt x="267271" y="783068"/>
                </a:lnTo>
                <a:lnTo>
                  <a:pt x="267443" y="783042"/>
                </a:lnTo>
                <a:lnTo>
                  <a:pt x="267616" y="783015"/>
                </a:lnTo>
                <a:lnTo>
                  <a:pt x="267788" y="782988"/>
                </a:lnTo>
                <a:lnTo>
                  <a:pt x="267960" y="782961"/>
                </a:lnTo>
                <a:lnTo>
                  <a:pt x="268133" y="782926"/>
                </a:lnTo>
                <a:lnTo>
                  <a:pt x="268304" y="782899"/>
                </a:lnTo>
                <a:lnTo>
                  <a:pt x="268477" y="782872"/>
                </a:lnTo>
                <a:lnTo>
                  <a:pt x="268650" y="782846"/>
                </a:lnTo>
                <a:lnTo>
                  <a:pt x="268821" y="782819"/>
                </a:lnTo>
                <a:lnTo>
                  <a:pt x="268994" y="782784"/>
                </a:lnTo>
                <a:lnTo>
                  <a:pt x="269167" y="782757"/>
                </a:lnTo>
                <a:lnTo>
                  <a:pt x="269339" y="782730"/>
                </a:lnTo>
                <a:lnTo>
                  <a:pt x="269511" y="782704"/>
                </a:lnTo>
                <a:lnTo>
                  <a:pt x="269683" y="782677"/>
                </a:lnTo>
                <a:lnTo>
                  <a:pt x="269856" y="782650"/>
                </a:lnTo>
                <a:lnTo>
                  <a:pt x="270028" y="782615"/>
                </a:lnTo>
                <a:lnTo>
                  <a:pt x="270200" y="782588"/>
                </a:lnTo>
                <a:lnTo>
                  <a:pt x="270373" y="782561"/>
                </a:lnTo>
                <a:lnTo>
                  <a:pt x="270545" y="782534"/>
                </a:lnTo>
                <a:lnTo>
                  <a:pt x="270717" y="782499"/>
                </a:lnTo>
                <a:lnTo>
                  <a:pt x="270890" y="782472"/>
                </a:lnTo>
                <a:lnTo>
                  <a:pt x="271062" y="782445"/>
                </a:lnTo>
                <a:lnTo>
                  <a:pt x="271234" y="782419"/>
                </a:lnTo>
                <a:lnTo>
                  <a:pt x="271407" y="782392"/>
                </a:lnTo>
                <a:lnTo>
                  <a:pt x="271579" y="782357"/>
                </a:lnTo>
                <a:lnTo>
                  <a:pt x="271751" y="782330"/>
                </a:lnTo>
                <a:lnTo>
                  <a:pt x="271924" y="782303"/>
                </a:lnTo>
                <a:lnTo>
                  <a:pt x="272096" y="782276"/>
                </a:lnTo>
                <a:lnTo>
                  <a:pt x="272268" y="782241"/>
                </a:lnTo>
                <a:lnTo>
                  <a:pt x="272440" y="782214"/>
                </a:lnTo>
                <a:lnTo>
                  <a:pt x="272613" y="782187"/>
                </a:lnTo>
                <a:lnTo>
                  <a:pt x="272786" y="782161"/>
                </a:lnTo>
                <a:lnTo>
                  <a:pt x="272957" y="782125"/>
                </a:lnTo>
                <a:lnTo>
                  <a:pt x="273130" y="782098"/>
                </a:lnTo>
                <a:lnTo>
                  <a:pt x="273302" y="782072"/>
                </a:lnTo>
                <a:lnTo>
                  <a:pt x="273474" y="782045"/>
                </a:lnTo>
                <a:lnTo>
                  <a:pt x="273647" y="782010"/>
                </a:lnTo>
                <a:lnTo>
                  <a:pt x="273819" y="781983"/>
                </a:lnTo>
                <a:lnTo>
                  <a:pt x="273991" y="781956"/>
                </a:lnTo>
                <a:lnTo>
                  <a:pt x="274164" y="781921"/>
                </a:lnTo>
                <a:lnTo>
                  <a:pt x="274336" y="781894"/>
                </a:lnTo>
                <a:lnTo>
                  <a:pt x="274508" y="781867"/>
                </a:lnTo>
                <a:lnTo>
                  <a:pt x="274681" y="781840"/>
                </a:lnTo>
                <a:lnTo>
                  <a:pt x="274853" y="781805"/>
                </a:lnTo>
                <a:lnTo>
                  <a:pt x="275026" y="781778"/>
                </a:lnTo>
                <a:lnTo>
                  <a:pt x="275197" y="781752"/>
                </a:lnTo>
                <a:lnTo>
                  <a:pt x="275370" y="781716"/>
                </a:lnTo>
                <a:lnTo>
                  <a:pt x="275543" y="781689"/>
                </a:lnTo>
                <a:lnTo>
                  <a:pt x="275714" y="781663"/>
                </a:lnTo>
                <a:lnTo>
                  <a:pt x="275887" y="781636"/>
                </a:lnTo>
                <a:lnTo>
                  <a:pt x="276060" y="781600"/>
                </a:lnTo>
                <a:lnTo>
                  <a:pt x="276231" y="781574"/>
                </a:lnTo>
                <a:lnTo>
                  <a:pt x="276404" y="781547"/>
                </a:lnTo>
                <a:lnTo>
                  <a:pt x="276576" y="781511"/>
                </a:lnTo>
                <a:lnTo>
                  <a:pt x="276749" y="781485"/>
                </a:lnTo>
                <a:lnTo>
                  <a:pt x="276921" y="781458"/>
                </a:lnTo>
                <a:lnTo>
                  <a:pt x="277093" y="781422"/>
                </a:lnTo>
                <a:lnTo>
                  <a:pt x="277266" y="781396"/>
                </a:lnTo>
                <a:lnTo>
                  <a:pt x="277438" y="781369"/>
                </a:lnTo>
                <a:lnTo>
                  <a:pt x="277610" y="781333"/>
                </a:lnTo>
                <a:lnTo>
                  <a:pt x="277783" y="781307"/>
                </a:lnTo>
                <a:lnTo>
                  <a:pt x="277954" y="781280"/>
                </a:lnTo>
                <a:lnTo>
                  <a:pt x="278127" y="781244"/>
                </a:lnTo>
                <a:lnTo>
                  <a:pt x="278300" y="781218"/>
                </a:lnTo>
                <a:lnTo>
                  <a:pt x="278472" y="781191"/>
                </a:lnTo>
                <a:lnTo>
                  <a:pt x="278644" y="781156"/>
                </a:lnTo>
                <a:lnTo>
                  <a:pt x="278817" y="781129"/>
                </a:lnTo>
                <a:lnTo>
                  <a:pt x="278989" y="781093"/>
                </a:lnTo>
                <a:lnTo>
                  <a:pt x="279161" y="781066"/>
                </a:lnTo>
                <a:lnTo>
                  <a:pt x="279333" y="781040"/>
                </a:lnTo>
                <a:lnTo>
                  <a:pt x="279506" y="781004"/>
                </a:lnTo>
                <a:lnTo>
                  <a:pt x="279678" y="780978"/>
                </a:lnTo>
                <a:lnTo>
                  <a:pt x="279850" y="780951"/>
                </a:lnTo>
                <a:lnTo>
                  <a:pt x="280023" y="780915"/>
                </a:lnTo>
                <a:lnTo>
                  <a:pt x="280195" y="780889"/>
                </a:lnTo>
                <a:lnTo>
                  <a:pt x="280367" y="780853"/>
                </a:lnTo>
                <a:lnTo>
                  <a:pt x="280540" y="780826"/>
                </a:lnTo>
                <a:lnTo>
                  <a:pt x="280712" y="780800"/>
                </a:lnTo>
                <a:lnTo>
                  <a:pt x="280884" y="780764"/>
                </a:lnTo>
                <a:lnTo>
                  <a:pt x="281057" y="780737"/>
                </a:lnTo>
                <a:lnTo>
                  <a:pt x="281229" y="780711"/>
                </a:lnTo>
                <a:lnTo>
                  <a:pt x="281401" y="780675"/>
                </a:lnTo>
                <a:lnTo>
                  <a:pt x="281574" y="780648"/>
                </a:lnTo>
                <a:lnTo>
                  <a:pt x="281746" y="780613"/>
                </a:lnTo>
                <a:lnTo>
                  <a:pt x="281918" y="780586"/>
                </a:lnTo>
                <a:lnTo>
                  <a:pt x="282090" y="780551"/>
                </a:lnTo>
                <a:lnTo>
                  <a:pt x="282263" y="780524"/>
                </a:lnTo>
                <a:lnTo>
                  <a:pt x="282436" y="780497"/>
                </a:lnTo>
                <a:lnTo>
                  <a:pt x="282607" y="780462"/>
                </a:lnTo>
                <a:lnTo>
                  <a:pt x="282780" y="780435"/>
                </a:lnTo>
                <a:lnTo>
                  <a:pt x="282953" y="780399"/>
                </a:lnTo>
                <a:lnTo>
                  <a:pt x="283124" y="780373"/>
                </a:lnTo>
                <a:lnTo>
                  <a:pt x="283297" y="780337"/>
                </a:lnTo>
                <a:lnTo>
                  <a:pt x="283469" y="780310"/>
                </a:lnTo>
                <a:lnTo>
                  <a:pt x="283641" y="780284"/>
                </a:lnTo>
                <a:lnTo>
                  <a:pt x="283814" y="780248"/>
                </a:lnTo>
                <a:lnTo>
                  <a:pt x="283986" y="780221"/>
                </a:lnTo>
                <a:lnTo>
                  <a:pt x="284159" y="780186"/>
                </a:lnTo>
                <a:lnTo>
                  <a:pt x="284331" y="780159"/>
                </a:lnTo>
                <a:lnTo>
                  <a:pt x="284503" y="780124"/>
                </a:lnTo>
                <a:lnTo>
                  <a:pt x="284676" y="780097"/>
                </a:lnTo>
                <a:lnTo>
                  <a:pt x="284847" y="780061"/>
                </a:lnTo>
                <a:lnTo>
                  <a:pt x="285020" y="780035"/>
                </a:lnTo>
                <a:lnTo>
                  <a:pt x="285193" y="779999"/>
                </a:lnTo>
                <a:lnTo>
                  <a:pt x="285364" y="779972"/>
                </a:lnTo>
                <a:lnTo>
                  <a:pt x="285537" y="779937"/>
                </a:lnTo>
                <a:lnTo>
                  <a:pt x="285710" y="779910"/>
                </a:lnTo>
                <a:lnTo>
                  <a:pt x="285881" y="779883"/>
                </a:lnTo>
                <a:lnTo>
                  <a:pt x="286054" y="779848"/>
                </a:lnTo>
                <a:lnTo>
                  <a:pt x="286226" y="779821"/>
                </a:lnTo>
                <a:lnTo>
                  <a:pt x="286399" y="779785"/>
                </a:lnTo>
                <a:lnTo>
                  <a:pt x="286571" y="779759"/>
                </a:lnTo>
                <a:lnTo>
                  <a:pt x="286743" y="779723"/>
                </a:lnTo>
                <a:lnTo>
                  <a:pt x="286916" y="779696"/>
                </a:lnTo>
                <a:lnTo>
                  <a:pt x="287088" y="779661"/>
                </a:lnTo>
                <a:lnTo>
                  <a:pt x="287260" y="779634"/>
                </a:lnTo>
                <a:lnTo>
                  <a:pt x="287433" y="779599"/>
                </a:lnTo>
                <a:lnTo>
                  <a:pt x="287604" y="779563"/>
                </a:lnTo>
                <a:lnTo>
                  <a:pt x="287777" y="779536"/>
                </a:lnTo>
                <a:lnTo>
                  <a:pt x="287950" y="779501"/>
                </a:lnTo>
                <a:lnTo>
                  <a:pt x="288122" y="779474"/>
                </a:lnTo>
                <a:lnTo>
                  <a:pt x="288294" y="779438"/>
                </a:lnTo>
                <a:lnTo>
                  <a:pt x="288467" y="779412"/>
                </a:lnTo>
                <a:lnTo>
                  <a:pt x="288639" y="779376"/>
                </a:lnTo>
                <a:lnTo>
                  <a:pt x="288811" y="779350"/>
                </a:lnTo>
                <a:lnTo>
                  <a:pt x="288983" y="779314"/>
                </a:lnTo>
                <a:lnTo>
                  <a:pt x="289156" y="779287"/>
                </a:lnTo>
                <a:lnTo>
                  <a:pt x="289328" y="779252"/>
                </a:lnTo>
                <a:lnTo>
                  <a:pt x="289500" y="779225"/>
                </a:lnTo>
                <a:lnTo>
                  <a:pt x="289673" y="779189"/>
                </a:lnTo>
                <a:lnTo>
                  <a:pt x="289845" y="779154"/>
                </a:lnTo>
                <a:lnTo>
                  <a:pt x="290017" y="779127"/>
                </a:lnTo>
                <a:lnTo>
                  <a:pt x="290190" y="779091"/>
                </a:lnTo>
                <a:lnTo>
                  <a:pt x="290362" y="779065"/>
                </a:lnTo>
                <a:lnTo>
                  <a:pt x="290534" y="779029"/>
                </a:lnTo>
                <a:lnTo>
                  <a:pt x="290707" y="779003"/>
                </a:lnTo>
                <a:lnTo>
                  <a:pt x="290879" y="778967"/>
                </a:lnTo>
                <a:lnTo>
                  <a:pt x="291051" y="778931"/>
                </a:lnTo>
                <a:lnTo>
                  <a:pt x="291224" y="778905"/>
                </a:lnTo>
                <a:lnTo>
                  <a:pt x="291396" y="778869"/>
                </a:lnTo>
                <a:lnTo>
                  <a:pt x="291568" y="778842"/>
                </a:lnTo>
                <a:lnTo>
                  <a:pt x="291740" y="778807"/>
                </a:lnTo>
                <a:lnTo>
                  <a:pt x="291913" y="778780"/>
                </a:lnTo>
                <a:lnTo>
                  <a:pt x="292086" y="778745"/>
                </a:lnTo>
                <a:lnTo>
                  <a:pt x="292257" y="778709"/>
                </a:lnTo>
                <a:lnTo>
                  <a:pt x="292430" y="778682"/>
                </a:lnTo>
                <a:lnTo>
                  <a:pt x="292602" y="778647"/>
                </a:lnTo>
                <a:lnTo>
                  <a:pt x="292774" y="778611"/>
                </a:lnTo>
                <a:lnTo>
                  <a:pt x="292947" y="778584"/>
                </a:lnTo>
                <a:lnTo>
                  <a:pt x="293119" y="778549"/>
                </a:lnTo>
                <a:lnTo>
                  <a:pt x="293291" y="778522"/>
                </a:lnTo>
                <a:lnTo>
                  <a:pt x="293464" y="778487"/>
                </a:lnTo>
                <a:lnTo>
                  <a:pt x="293636" y="778451"/>
                </a:lnTo>
                <a:lnTo>
                  <a:pt x="293809" y="778424"/>
                </a:lnTo>
                <a:lnTo>
                  <a:pt x="293981" y="778389"/>
                </a:lnTo>
                <a:lnTo>
                  <a:pt x="294153" y="778353"/>
                </a:lnTo>
                <a:lnTo>
                  <a:pt x="294326" y="778326"/>
                </a:lnTo>
                <a:lnTo>
                  <a:pt x="294497" y="778291"/>
                </a:lnTo>
                <a:lnTo>
                  <a:pt x="294670" y="778264"/>
                </a:lnTo>
                <a:lnTo>
                  <a:pt x="294843" y="778229"/>
                </a:lnTo>
                <a:lnTo>
                  <a:pt x="295014" y="778193"/>
                </a:lnTo>
                <a:lnTo>
                  <a:pt x="295187" y="778166"/>
                </a:lnTo>
                <a:lnTo>
                  <a:pt x="295359" y="778131"/>
                </a:lnTo>
                <a:lnTo>
                  <a:pt x="295532" y="778095"/>
                </a:lnTo>
                <a:lnTo>
                  <a:pt x="295704" y="778068"/>
                </a:lnTo>
                <a:lnTo>
                  <a:pt x="295876" y="778033"/>
                </a:lnTo>
                <a:lnTo>
                  <a:pt x="296049" y="777997"/>
                </a:lnTo>
                <a:lnTo>
                  <a:pt x="296221" y="777962"/>
                </a:lnTo>
                <a:lnTo>
                  <a:pt x="296393" y="777935"/>
                </a:lnTo>
                <a:lnTo>
                  <a:pt x="296566" y="777899"/>
                </a:lnTo>
                <a:lnTo>
                  <a:pt x="296738" y="777864"/>
                </a:lnTo>
                <a:lnTo>
                  <a:pt x="296910" y="777837"/>
                </a:lnTo>
                <a:lnTo>
                  <a:pt x="297083" y="777802"/>
                </a:lnTo>
                <a:lnTo>
                  <a:pt x="297254" y="777766"/>
                </a:lnTo>
                <a:lnTo>
                  <a:pt x="297427" y="777739"/>
                </a:lnTo>
                <a:lnTo>
                  <a:pt x="297600" y="777704"/>
                </a:lnTo>
                <a:lnTo>
                  <a:pt x="297772" y="777668"/>
                </a:lnTo>
                <a:lnTo>
                  <a:pt x="297944" y="777632"/>
                </a:lnTo>
                <a:lnTo>
                  <a:pt x="298117" y="777606"/>
                </a:lnTo>
                <a:lnTo>
                  <a:pt x="298289" y="777570"/>
                </a:lnTo>
                <a:lnTo>
                  <a:pt x="298461" y="777535"/>
                </a:lnTo>
                <a:lnTo>
                  <a:pt x="298633" y="777508"/>
                </a:lnTo>
                <a:lnTo>
                  <a:pt x="298806" y="777472"/>
                </a:lnTo>
                <a:lnTo>
                  <a:pt x="298978" y="777437"/>
                </a:lnTo>
                <a:lnTo>
                  <a:pt x="299150" y="777401"/>
                </a:lnTo>
                <a:lnTo>
                  <a:pt x="299323" y="777375"/>
                </a:lnTo>
                <a:lnTo>
                  <a:pt x="299495" y="777339"/>
                </a:lnTo>
                <a:lnTo>
                  <a:pt x="299667" y="777303"/>
                </a:lnTo>
                <a:lnTo>
                  <a:pt x="299840" y="777268"/>
                </a:lnTo>
                <a:lnTo>
                  <a:pt x="300012" y="777241"/>
                </a:lnTo>
                <a:lnTo>
                  <a:pt x="300184" y="777205"/>
                </a:lnTo>
                <a:lnTo>
                  <a:pt x="300357" y="777170"/>
                </a:lnTo>
                <a:lnTo>
                  <a:pt x="300529" y="777134"/>
                </a:lnTo>
                <a:lnTo>
                  <a:pt x="300701" y="777108"/>
                </a:lnTo>
                <a:lnTo>
                  <a:pt x="300874" y="777072"/>
                </a:lnTo>
                <a:lnTo>
                  <a:pt x="301046" y="777036"/>
                </a:lnTo>
                <a:lnTo>
                  <a:pt x="301219" y="777001"/>
                </a:lnTo>
                <a:lnTo>
                  <a:pt x="301390" y="776965"/>
                </a:lnTo>
                <a:lnTo>
                  <a:pt x="301563" y="776939"/>
                </a:lnTo>
                <a:lnTo>
                  <a:pt x="301736" y="776903"/>
                </a:lnTo>
                <a:lnTo>
                  <a:pt x="301907" y="776867"/>
                </a:lnTo>
                <a:lnTo>
                  <a:pt x="302080" y="776832"/>
                </a:lnTo>
                <a:lnTo>
                  <a:pt x="302252" y="776805"/>
                </a:lnTo>
                <a:lnTo>
                  <a:pt x="302424" y="776770"/>
                </a:lnTo>
                <a:lnTo>
                  <a:pt x="302597" y="776734"/>
                </a:lnTo>
                <a:lnTo>
                  <a:pt x="302769" y="776698"/>
                </a:lnTo>
                <a:lnTo>
                  <a:pt x="302942" y="776663"/>
                </a:lnTo>
                <a:lnTo>
                  <a:pt x="303114" y="776627"/>
                </a:lnTo>
                <a:lnTo>
                  <a:pt x="303286" y="776601"/>
                </a:lnTo>
                <a:lnTo>
                  <a:pt x="303459" y="776565"/>
                </a:lnTo>
                <a:lnTo>
                  <a:pt x="303631" y="776529"/>
                </a:lnTo>
                <a:lnTo>
                  <a:pt x="303803" y="776494"/>
                </a:lnTo>
                <a:lnTo>
                  <a:pt x="303976" y="776458"/>
                </a:lnTo>
                <a:lnTo>
                  <a:pt x="304147" y="776423"/>
                </a:lnTo>
                <a:lnTo>
                  <a:pt x="304320" y="776396"/>
                </a:lnTo>
                <a:lnTo>
                  <a:pt x="304493" y="776360"/>
                </a:lnTo>
                <a:lnTo>
                  <a:pt x="304664" y="776325"/>
                </a:lnTo>
                <a:lnTo>
                  <a:pt x="304837" y="776289"/>
                </a:lnTo>
                <a:lnTo>
                  <a:pt x="305009" y="776254"/>
                </a:lnTo>
                <a:lnTo>
                  <a:pt x="305182" y="776218"/>
                </a:lnTo>
                <a:lnTo>
                  <a:pt x="305354" y="776182"/>
                </a:lnTo>
                <a:lnTo>
                  <a:pt x="305526" y="776156"/>
                </a:lnTo>
                <a:lnTo>
                  <a:pt x="305699" y="776120"/>
                </a:lnTo>
                <a:lnTo>
                  <a:pt x="305871" y="776084"/>
                </a:lnTo>
                <a:lnTo>
                  <a:pt x="306043" y="776049"/>
                </a:lnTo>
                <a:lnTo>
                  <a:pt x="306216" y="776013"/>
                </a:lnTo>
                <a:lnTo>
                  <a:pt x="306388" y="775978"/>
                </a:lnTo>
                <a:lnTo>
                  <a:pt x="306560" y="775942"/>
                </a:lnTo>
                <a:lnTo>
                  <a:pt x="306733" y="775907"/>
                </a:lnTo>
                <a:lnTo>
                  <a:pt x="306905" y="775880"/>
                </a:lnTo>
                <a:lnTo>
                  <a:pt x="307077" y="775844"/>
                </a:lnTo>
                <a:lnTo>
                  <a:pt x="307250" y="775809"/>
                </a:lnTo>
                <a:lnTo>
                  <a:pt x="307422" y="775773"/>
                </a:lnTo>
                <a:lnTo>
                  <a:pt x="307594" y="775738"/>
                </a:lnTo>
                <a:lnTo>
                  <a:pt x="307766" y="775702"/>
                </a:lnTo>
                <a:lnTo>
                  <a:pt x="307939" y="775666"/>
                </a:lnTo>
                <a:lnTo>
                  <a:pt x="308111" y="775631"/>
                </a:lnTo>
                <a:lnTo>
                  <a:pt x="308283" y="775595"/>
                </a:lnTo>
                <a:lnTo>
                  <a:pt x="308456" y="775560"/>
                </a:lnTo>
                <a:lnTo>
                  <a:pt x="308629" y="775524"/>
                </a:lnTo>
                <a:lnTo>
                  <a:pt x="308800" y="775488"/>
                </a:lnTo>
                <a:lnTo>
                  <a:pt x="308973" y="775462"/>
                </a:lnTo>
                <a:lnTo>
                  <a:pt x="309145" y="775426"/>
                </a:lnTo>
                <a:lnTo>
                  <a:pt x="309317" y="775391"/>
                </a:lnTo>
                <a:lnTo>
                  <a:pt x="309490" y="775355"/>
                </a:lnTo>
                <a:lnTo>
                  <a:pt x="309662" y="775319"/>
                </a:lnTo>
                <a:lnTo>
                  <a:pt x="309834" y="775284"/>
                </a:lnTo>
                <a:lnTo>
                  <a:pt x="310007" y="775248"/>
                </a:lnTo>
                <a:lnTo>
                  <a:pt x="310179" y="775213"/>
                </a:lnTo>
                <a:lnTo>
                  <a:pt x="310351" y="775177"/>
                </a:lnTo>
                <a:lnTo>
                  <a:pt x="310523" y="775142"/>
                </a:lnTo>
                <a:lnTo>
                  <a:pt x="310696" y="775106"/>
                </a:lnTo>
                <a:lnTo>
                  <a:pt x="310869" y="775070"/>
                </a:lnTo>
                <a:lnTo>
                  <a:pt x="311040" y="775035"/>
                </a:lnTo>
                <a:lnTo>
                  <a:pt x="311213" y="774999"/>
                </a:lnTo>
                <a:lnTo>
                  <a:pt x="311386" y="774964"/>
                </a:lnTo>
                <a:lnTo>
                  <a:pt x="311557" y="774928"/>
                </a:lnTo>
                <a:lnTo>
                  <a:pt x="311730" y="774892"/>
                </a:lnTo>
                <a:lnTo>
                  <a:pt x="311902" y="774857"/>
                </a:lnTo>
                <a:lnTo>
                  <a:pt x="312074" y="774821"/>
                </a:lnTo>
                <a:lnTo>
                  <a:pt x="312247" y="774786"/>
                </a:lnTo>
                <a:lnTo>
                  <a:pt x="312419" y="774750"/>
                </a:lnTo>
                <a:lnTo>
                  <a:pt x="312592" y="774715"/>
                </a:lnTo>
                <a:lnTo>
                  <a:pt x="312764" y="774679"/>
                </a:lnTo>
                <a:lnTo>
                  <a:pt x="312936" y="774643"/>
                </a:lnTo>
                <a:lnTo>
                  <a:pt x="313109" y="774608"/>
                </a:lnTo>
                <a:lnTo>
                  <a:pt x="313280" y="774572"/>
                </a:lnTo>
                <a:lnTo>
                  <a:pt x="313453" y="774537"/>
                </a:lnTo>
                <a:lnTo>
                  <a:pt x="313626" y="774501"/>
                </a:lnTo>
                <a:lnTo>
                  <a:pt x="313797" y="774465"/>
                </a:lnTo>
                <a:lnTo>
                  <a:pt x="313970" y="774430"/>
                </a:lnTo>
                <a:lnTo>
                  <a:pt x="314143" y="774394"/>
                </a:lnTo>
                <a:lnTo>
                  <a:pt x="314315" y="774359"/>
                </a:lnTo>
                <a:lnTo>
                  <a:pt x="314487" y="774323"/>
                </a:lnTo>
                <a:lnTo>
                  <a:pt x="314659" y="774287"/>
                </a:lnTo>
                <a:lnTo>
                  <a:pt x="314832" y="774243"/>
                </a:lnTo>
                <a:lnTo>
                  <a:pt x="315004" y="774207"/>
                </a:lnTo>
                <a:lnTo>
                  <a:pt x="315176" y="774172"/>
                </a:lnTo>
                <a:lnTo>
                  <a:pt x="315349" y="774136"/>
                </a:lnTo>
                <a:lnTo>
                  <a:pt x="315521" y="774101"/>
                </a:lnTo>
                <a:lnTo>
                  <a:pt x="315693" y="774065"/>
                </a:lnTo>
                <a:lnTo>
                  <a:pt x="315866" y="774029"/>
                </a:lnTo>
                <a:lnTo>
                  <a:pt x="316037" y="773994"/>
                </a:lnTo>
                <a:lnTo>
                  <a:pt x="316210" y="773958"/>
                </a:lnTo>
                <a:lnTo>
                  <a:pt x="316383" y="773923"/>
                </a:lnTo>
                <a:lnTo>
                  <a:pt x="316555" y="773887"/>
                </a:lnTo>
                <a:lnTo>
                  <a:pt x="316727" y="773851"/>
                </a:lnTo>
                <a:lnTo>
                  <a:pt x="316900" y="773807"/>
                </a:lnTo>
                <a:lnTo>
                  <a:pt x="317072" y="773771"/>
                </a:lnTo>
                <a:lnTo>
                  <a:pt x="317244" y="773736"/>
                </a:lnTo>
                <a:lnTo>
                  <a:pt x="317416" y="773700"/>
                </a:lnTo>
                <a:lnTo>
                  <a:pt x="317589" y="773665"/>
                </a:lnTo>
                <a:lnTo>
                  <a:pt x="317761" y="773629"/>
                </a:lnTo>
                <a:lnTo>
                  <a:pt x="317933" y="773594"/>
                </a:lnTo>
                <a:lnTo>
                  <a:pt x="318106" y="773558"/>
                </a:lnTo>
                <a:lnTo>
                  <a:pt x="318278" y="773513"/>
                </a:lnTo>
                <a:lnTo>
                  <a:pt x="318450" y="773478"/>
                </a:lnTo>
                <a:lnTo>
                  <a:pt x="318623" y="773442"/>
                </a:lnTo>
                <a:lnTo>
                  <a:pt x="318795" y="773407"/>
                </a:lnTo>
                <a:lnTo>
                  <a:pt x="318967" y="773371"/>
                </a:lnTo>
                <a:lnTo>
                  <a:pt x="319140" y="773336"/>
                </a:lnTo>
                <a:lnTo>
                  <a:pt x="319312" y="773291"/>
                </a:lnTo>
                <a:lnTo>
                  <a:pt x="319484" y="773255"/>
                </a:lnTo>
                <a:lnTo>
                  <a:pt x="319657" y="773220"/>
                </a:lnTo>
                <a:lnTo>
                  <a:pt x="319829" y="773184"/>
                </a:lnTo>
                <a:lnTo>
                  <a:pt x="320002" y="773149"/>
                </a:lnTo>
                <a:lnTo>
                  <a:pt x="320173" y="773113"/>
                </a:lnTo>
                <a:lnTo>
                  <a:pt x="320346" y="773069"/>
                </a:lnTo>
                <a:lnTo>
                  <a:pt x="320519" y="773033"/>
                </a:lnTo>
                <a:lnTo>
                  <a:pt x="320690" y="772997"/>
                </a:lnTo>
                <a:lnTo>
                  <a:pt x="320863" y="772962"/>
                </a:lnTo>
                <a:lnTo>
                  <a:pt x="321036" y="772926"/>
                </a:lnTo>
                <a:lnTo>
                  <a:pt x="321207" y="772882"/>
                </a:lnTo>
                <a:lnTo>
                  <a:pt x="321380" y="772846"/>
                </a:lnTo>
                <a:lnTo>
                  <a:pt x="321552" y="772811"/>
                </a:lnTo>
                <a:lnTo>
                  <a:pt x="321724" y="772775"/>
                </a:lnTo>
                <a:lnTo>
                  <a:pt x="321897" y="772739"/>
                </a:lnTo>
                <a:lnTo>
                  <a:pt x="322069" y="772695"/>
                </a:lnTo>
                <a:lnTo>
                  <a:pt x="322242" y="772659"/>
                </a:lnTo>
                <a:lnTo>
                  <a:pt x="322414" y="772624"/>
                </a:lnTo>
                <a:lnTo>
                  <a:pt x="322586" y="772588"/>
                </a:lnTo>
                <a:lnTo>
                  <a:pt x="322759" y="772544"/>
                </a:lnTo>
                <a:lnTo>
                  <a:pt x="322930" y="772508"/>
                </a:lnTo>
                <a:lnTo>
                  <a:pt x="323103" y="772473"/>
                </a:lnTo>
                <a:lnTo>
                  <a:pt x="323276" y="772437"/>
                </a:lnTo>
                <a:lnTo>
                  <a:pt x="323447" y="772392"/>
                </a:lnTo>
                <a:lnTo>
                  <a:pt x="323620" y="772357"/>
                </a:lnTo>
                <a:lnTo>
                  <a:pt x="323793" y="772321"/>
                </a:lnTo>
                <a:lnTo>
                  <a:pt x="323965" y="772286"/>
                </a:lnTo>
                <a:lnTo>
                  <a:pt x="324137" y="772241"/>
                </a:lnTo>
                <a:lnTo>
                  <a:pt x="324309" y="772206"/>
                </a:lnTo>
                <a:lnTo>
                  <a:pt x="324482" y="772170"/>
                </a:lnTo>
                <a:lnTo>
                  <a:pt x="324654" y="772135"/>
                </a:lnTo>
                <a:lnTo>
                  <a:pt x="324826" y="772090"/>
                </a:lnTo>
                <a:lnTo>
                  <a:pt x="324999" y="772054"/>
                </a:lnTo>
                <a:lnTo>
                  <a:pt x="325171" y="772019"/>
                </a:lnTo>
                <a:lnTo>
                  <a:pt x="325343" y="771974"/>
                </a:lnTo>
                <a:lnTo>
                  <a:pt x="325516" y="771939"/>
                </a:lnTo>
                <a:lnTo>
                  <a:pt x="325688" y="771903"/>
                </a:lnTo>
                <a:lnTo>
                  <a:pt x="325860" y="771868"/>
                </a:lnTo>
                <a:lnTo>
                  <a:pt x="326033" y="771823"/>
                </a:lnTo>
                <a:lnTo>
                  <a:pt x="326205" y="771788"/>
                </a:lnTo>
                <a:lnTo>
                  <a:pt x="326377" y="771752"/>
                </a:lnTo>
                <a:lnTo>
                  <a:pt x="326550" y="771708"/>
                </a:lnTo>
                <a:lnTo>
                  <a:pt x="326722" y="771672"/>
                </a:lnTo>
                <a:lnTo>
                  <a:pt x="326894" y="771636"/>
                </a:lnTo>
                <a:lnTo>
                  <a:pt x="327066" y="771592"/>
                </a:lnTo>
                <a:lnTo>
                  <a:pt x="327239" y="771556"/>
                </a:lnTo>
                <a:lnTo>
                  <a:pt x="327411" y="771521"/>
                </a:lnTo>
                <a:lnTo>
                  <a:pt x="327583" y="771476"/>
                </a:lnTo>
                <a:lnTo>
                  <a:pt x="327756" y="771441"/>
                </a:lnTo>
                <a:lnTo>
                  <a:pt x="327929" y="771405"/>
                </a:lnTo>
                <a:lnTo>
                  <a:pt x="328100" y="771361"/>
                </a:lnTo>
                <a:lnTo>
                  <a:pt x="328273" y="771325"/>
                </a:lnTo>
                <a:lnTo>
                  <a:pt x="328445" y="771280"/>
                </a:lnTo>
                <a:lnTo>
                  <a:pt x="328617" y="771245"/>
                </a:lnTo>
                <a:lnTo>
                  <a:pt x="328790" y="771209"/>
                </a:lnTo>
                <a:lnTo>
                  <a:pt x="328962" y="771165"/>
                </a:lnTo>
                <a:lnTo>
                  <a:pt x="329134" y="771129"/>
                </a:lnTo>
                <a:lnTo>
                  <a:pt x="329307" y="771094"/>
                </a:lnTo>
                <a:lnTo>
                  <a:pt x="329479" y="771049"/>
                </a:lnTo>
                <a:lnTo>
                  <a:pt x="329652" y="771014"/>
                </a:lnTo>
                <a:lnTo>
                  <a:pt x="329823" y="770969"/>
                </a:lnTo>
                <a:lnTo>
                  <a:pt x="329996" y="770934"/>
                </a:lnTo>
                <a:lnTo>
                  <a:pt x="330169" y="770898"/>
                </a:lnTo>
                <a:lnTo>
                  <a:pt x="330340" y="770853"/>
                </a:lnTo>
                <a:lnTo>
                  <a:pt x="330513" y="770818"/>
                </a:lnTo>
                <a:lnTo>
                  <a:pt x="330686" y="770773"/>
                </a:lnTo>
                <a:lnTo>
                  <a:pt x="330857" y="770738"/>
                </a:lnTo>
                <a:lnTo>
                  <a:pt x="331030" y="770693"/>
                </a:lnTo>
                <a:lnTo>
                  <a:pt x="331202" y="770658"/>
                </a:lnTo>
                <a:lnTo>
                  <a:pt x="331375" y="770622"/>
                </a:lnTo>
                <a:lnTo>
                  <a:pt x="331547" y="770578"/>
                </a:lnTo>
                <a:lnTo>
                  <a:pt x="331719" y="770542"/>
                </a:lnTo>
                <a:lnTo>
                  <a:pt x="331892" y="770497"/>
                </a:lnTo>
                <a:lnTo>
                  <a:pt x="332064" y="770462"/>
                </a:lnTo>
                <a:lnTo>
                  <a:pt x="332236" y="770417"/>
                </a:lnTo>
                <a:lnTo>
                  <a:pt x="332409" y="770382"/>
                </a:lnTo>
                <a:lnTo>
                  <a:pt x="332580" y="770337"/>
                </a:lnTo>
                <a:lnTo>
                  <a:pt x="332753" y="770302"/>
                </a:lnTo>
                <a:lnTo>
                  <a:pt x="332926" y="770257"/>
                </a:lnTo>
                <a:lnTo>
                  <a:pt x="333098" y="770222"/>
                </a:lnTo>
                <a:lnTo>
                  <a:pt x="333270" y="770177"/>
                </a:lnTo>
                <a:lnTo>
                  <a:pt x="333443" y="770142"/>
                </a:lnTo>
                <a:lnTo>
                  <a:pt x="333615" y="770106"/>
                </a:lnTo>
                <a:lnTo>
                  <a:pt x="333787" y="770062"/>
                </a:lnTo>
                <a:lnTo>
                  <a:pt x="333959" y="770026"/>
                </a:lnTo>
                <a:lnTo>
                  <a:pt x="334132" y="769982"/>
                </a:lnTo>
                <a:lnTo>
                  <a:pt x="334304" y="769946"/>
                </a:lnTo>
                <a:lnTo>
                  <a:pt x="334476" y="769901"/>
                </a:lnTo>
                <a:lnTo>
                  <a:pt x="334649" y="769857"/>
                </a:lnTo>
                <a:lnTo>
                  <a:pt x="334821" y="769821"/>
                </a:lnTo>
                <a:lnTo>
                  <a:pt x="334993" y="769777"/>
                </a:lnTo>
                <a:lnTo>
                  <a:pt x="335166" y="769741"/>
                </a:lnTo>
                <a:lnTo>
                  <a:pt x="335338" y="769697"/>
                </a:lnTo>
                <a:lnTo>
                  <a:pt x="335510" y="769661"/>
                </a:lnTo>
                <a:lnTo>
                  <a:pt x="335683" y="769617"/>
                </a:lnTo>
                <a:lnTo>
                  <a:pt x="335855" y="769581"/>
                </a:lnTo>
                <a:lnTo>
                  <a:pt x="336027" y="769537"/>
                </a:lnTo>
                <a:lnTo>
                  <a:pt x="336200" y="769501"/>
                </a:lnTo>
                <a:lnTo>
                  <a:pt x="336372" y="769457"/>
                </a:lnTo>
                <a:lnTo>
                  <a:pt x="336544" y="769421"/>
                </a:lnTo>
                <a:lnTo>
                  <a:pt x="336716" y="769377"/>
                </a:lnTo>
                <a:lnTo>
                  <a:pt x="336889" y="769332"/>
                </a:lnTo>
                <a:lnTo>
                  <a:pt x="337062" y="769296"/>
                </a:lnTo>
                <a:lnTo>
                  <a:pt x="337233" y="769252"/>
                </a:lnTo>
                <a:lnTo>
                  <a:pt x="337406" y="769216"/>
                </a:lnTo>
                <a:lnTo>
                  <a:pt x="337578" y="769172"/>
                </a:lnTo>
                <a:lnTo>
                  <a:pt x="337750" y="769136"/>
                </a:lnTo>
                <a:lnTo>
                  <a:pt x="337923" y="769092"/>
                </a:lnTo>
                <a:lnTo>
                  <a:pt x="338095" y="769047"/>
                </a:lnTo>
                <a:lnTo>
                  <a:pt x="338267" y="769012"/>
                </a:lnTo>
                <a:lnTo>
                  <a:pt x="338440" y="768967"/>
                </a:lnTo>
                <a:lnTo>
                  <a:pt x="338612" y="768932"/>
                </a:lnTo>
                <a:lnTo>
                  <a:pt x="338785" y="768887"/>
                </a:lnTo>
                <a:lnTo>
                  <a:pt x="338957" y="768843"/>
                </a:lnTo>
                <a:lnTo>
                  <a:pt x="339129" y="768807"/>
                </a:lnTo>
                <a:lnTo>
                  <a:pt x="339302" y="768763"/>
                </a:lnTo>
                <a:lnTo>
                  <a:pt x="339473" y="768718"/>
                </a:lnTo>
                <a:lnTo>
                  <a:pt x="339646" y="768683"/>
                </a:lnTo>
                <a:lnTo>
                  <a:pt x="339819" y="768638"/>
                </a:lnTo>
                <a:lnTo>
                  <a:pt x="339990" y="768603"/>
                </a:lnTo>
                <a:lnTo>
                  <a:pt x="340163" y="768558"/>
                </a:lnTo>
                <a:lnTo>
                  <a:pt x="340335" y="768514"/>
                </a:lnTo>
                <a:lnTo>
                  <a:pt x="340507" y="768478"/>
                </a:lnTo>
                <a:lnTo>
                  <a:pt x="340680" y="768434"/>
                </a:lnTo>
                <a:lnTo>
                  <a:pt x="340852" y="768389"/>
                </a:lnTo>
                <a:lnTo>
                  <a:pt x="341025" y="768354"/>
                </a:lnTo>
                <a:lnTo>
                  <a:pt x="341197" y="768309"/>
                </a:lnTo>
                <a:lnTo>
                  <a:pt x="341369" y="768265"/>
                </a:lnTo>
                <a:lnTo>
                  <a:pt x="341542" y="768229"/>
                </a:lnTo>
                <a:lnTo>
                  <a:pt x="341714" y="768184"/>
                </a:lnTo>
                <a:lnTo>
                  <a:pt x="341886" y="768140"/>
                </a:lnTo>
                <a:lnTo>
                  <a:pt x="342059" y="768104"/>
                </a:lnTo>
                <a:lnTo>
                  <a:pt x="342230" y="768060"/>
                </a:lnTo>
                <a:lnTo>
                  <a:pt x="342403" y="768015"/>
                </a:lnTo>
                <a:lnTo>
                  <a:pt x="342576" y="767971"/>
                </a:lnTo>
                <a:lnTo>
                  <a:pt x="342748" y="767935"/>
                </a:lnTo>
                <a:lnTo>
                  <a:pt x="342920" y="767891"/>
                </a:lnTo>
                <a:lnTo>
                  <a:pt x="343093" y="767846"/>
                </a:lnTo>
                <a:lnTo>
                  <a:pt x="343265" y="767811"/>
                </a:lnTo>
                <a:lnTo>
                  <a:pt x="343437" y="767766"/>
                </a:lnTo>
                <a:lnTo>
                  <a:pt x="343609" y="767722"/>
                </a:lnTo>
                <a:lnTo>
                  <a:pt x="343782" y="767677"/>
                </a:lnTo>
                <a:lnTo>
                  <a:pt x="343954" y="767642"/>
                </a:lnTo>
                <a:lnTo>
                  <a:pt x="344126" y="767597"/>
                </a:lnTo>
                <a:lnTo>
                  <a:pt x="344299" y="767553"/>
                </a:lnTo>
                <a:lnTo>
                  <a:pt x="344471" y="767508"/>
                </a:lnTo>
                <a:lnTo>
                  <a:pt x="344643" y="767473"/>
                </a:lnTo>
                <a:lnTo>
                  <a:pt x="344816" y="767428"/>
                </a:lnTo>
                <a:lnTo>
                  <a:pt x="344988" y="767384"/>
                </a:lnTo>
                <a:lnTo>
                  <a:pt x="345160" y="767339"/>
                </a:lnTo>
                <a:lnTo>
                  <a:pt x="345333" y="767304"/>
                </a:lnTo>
                <a:lnTo>
                  <a:pt x="345505" y="767259"/>
                </a:lnTo>
                <a:lnTo>
                  <a:pt x="345677" y="767215"/>
                </a:lnTo>
                <a:lnTo>
                  <a:pt x="345850" y="767170"/>
                </a:lnTo>
                <a:lnTo>
                  <a:pt x="346022" y="767126"/>
                </a:lnTo>
                <a:lnTo>
                  <a:pt x="346194" y="767090"/>
                </a:lnTo>
                <a:lnTo>
                  <a:pt x="346366" y="767046"/>
                </a:lnTo>
                <a:lnTo>
                  <a:pt x="346539" y="767001"/>
                </a:lnTo>
                <a:lnTo>
                  <a:pt x="346712" y="766957"/>
                </a:lnTo>
                <a:lnTo>
                  <a:pt x="346883" y="766912"/>
                </a:lnTo>
                <a:lnTo>
                  <a:pt x="347056" y="766877"/>
                </a:lnTo>
                <a:lnTo>
                  <a:pt x="347228" y="766832"/>
                </a:lnTo>
                <a:lnTo>
                  <a:pt x="347400" y="766788"/>
                </a:lnTo>
                <a:lnTo>
                  <a:pt x="347573" y="766743"/>
                </a:lnTo>
                <a:lnTo>
                  <a:pt x="347745" y="766699"/>
                </a:lnTo>
                <a:lnTo>
                  <a:pt x="347917" y="766654"/>
                </a:lnTo>
                <a:lnTo>
                  <a:pt x="348090" y="766619"/>
                </a:lnTo>
                <a:lnTo>
                  <a:pt x="348262" y="766574"/>
                </a:lnTo>
                <a:lnTo>
                  <a:pt x="348435" y="766530"/>
                </a:lnTo>
                <a:lnTo>
                  <a:pt x="348607" y="766485"/>
                </a:lnTo>
                <a:lnTo>
                  <a:pt x="348779" y="766441"/>
                </a:lnTo>
                <a:lnTo>
                  <a:pt x="348952" y="766396"/>
                </a:lnTo>
                <a:lnTo>
                  <a:pt x="349123" y="766352"/>
                </a:lnTo>
                <a:lnTo>
                  <a:pt x="349296" y="766316"/>
                </a:lnTo>
                <a:lnTo>
                  <a:pt x="349469" y="766272"/>
                </a:lnTo>
                <a:lnTo>
                  <a:pt x="349640" y="766227"/>
                </a:lnTo>
                <a:lnTo>
                  <a:pt x="349813" y="766183"/>
                </a:lnTo>
                <a:lnTo>
                  <a:pt x="349985" y="766138"/>
                </a:lnTo>
                <a:lnTo>
                  <a:pt x="350158" y="766094"/>
                </a:lnTo>
                <a:lnTo>
                  <a:pt x="350330" y="766049"/>
                </a:lnTo>
                <a:lnTo>
                  <a:pt x="350502" y="766005"/>
                </a:lnTo>
                <a:lnTo>
                  <a:pt x="350675" y="765960"/>
                </a:lnTo>
                <a:lnTo>
                  <a:pt x="350847" y="765916"/>
                </a:lnTo>
                <a:lnTo>
                  <a:pt x="351019" y="765880"/>
                </a:lnTo>
                <a:lnTo>
                  <a:pt x="351192" y="765836"/>
                </a:lnTo>
                <a:lnTo>
                  <a:pt x="351364" y="765791"/>
                </a:lnTo>
                <a:lnTo>
                  <a:pt x="351536" y="765747"/>
                </a:lnTo>
                <a:lnTo>
                  <a:pt x="351709" y="765702"/>
                </a:lnTo>
                <a:lnTo>
                  <a:pt x="351880" y="765658"/>
                </a:lnTo>
                <a:lnTo>
                  <a:pt x="352053" y="765613"/>
                </a:lnTo>
                <a:lnTo>
                  <a:pt x="352226" y="765569"/>
                </a:lnTo>
                <a:lnTo>
                  <a:pt x="352398" y="765524"/>
                </a:lnTo>
                <a:lnTo>
                  <a:pt x="352570" y="765480"/>
                </a:lnTo>
                <a:lnTo>
                  <a:pt x="352742" y="765435"/>
                </a:lnTo>
                <a:lnTo>
                  <a:pt x="352915" y="765391"/>
                </a:lnTo>
                <a:lnTo>
                  <a:pt x="353087" y="765347"/>
                </a:lnTo>
                <a:lnTo>
                  <a:pt x="353259" y="765302"/>
                </a:lnTo>
                <a:lnTo>
                  <a:pt x="353432" y="765258"/>
                </a:lnTo>
                <a:lnTo>
                  <a:pt x="353604" y="765213"/>
                </a:lnTo>
                <a:lnTo>
                  <a:pt x="353776" y="765169"/>
                </a:lnTo>
                <a:lnTo>
                  <a:pt x="353949" y="765124"/>
                </a:lnTo>
                <a:lnTo>
                  <a:pt x="354121" y="765080"/>
                </a:lnTo>
                <a:lnTo>
                  <a:pt x="354293" y="765035"/>
                </a:lnTo>
                <a:lnTo>
                  <a:pt x="354466" y="764991"/>
                </a:lnTo>
                <a:lnTo>
                  <a:pt x="354638" y="764946"/>
                </a:lnTo>
                <a:lnTo>
                  <a:pt x="354810" y="764902"/>
                </a:lnTo>
                <a:lnTo>
                  <a:pt x="354983" y="764857"/>
                </a:lnTo>
                <a:lnTo>
                  <a:pt x="355155" y="764813"/>
                </a:lnTo>
                <a:lnTo>
                  <a:pt x="355327" y="764768"/>
                </a:lnTo>
                <a:lnTo>
                  <a:pt x="355499" y="764724"/>
                </a:lnTo>
                <a:lnTo>
                  <a:pt x="355672" y="764679"/>
                </a:lnTo>
                <a:lnTo>
                  <a:pt x="355845" y="764635"/>
                </a:lnTo>
                <a:lnTo>
                  <a:pt x="356016" y="764590"/>
                </a:lnTo>
                <a:lnTo>
                  <a:pt x="356189" y="764546"/>
                </a:lnTo>
                <a:lnTo>
                  <a:pt x="356362" y="764501"/>
                </a:lnTo>
                <a:lnTo>
                  <a:pt x="356533" y="764457"/>
                </a:lnTo>
                <a:lnTo>
                  <a:pt x="356706" y="764412"/>
                </a:lnTo>
                <a:lnTo>
                  <a:pt x="356878" y="764368"/>
                </a:lnTo>
                <a:lnTo>
                  <a:pt x="357050" y="764323"/>
                </a:lnTo>
                <a:lnTo>
                  <a:pt x="357223" y="764279"/>
                </a:lnTo>
                <a:lnTo>
                  <a:pt x="357395" y="764234"/>
                </a:lnTo>
                <a:lnTo>
                  <a:pt x="357567" y="764181"/>
                </a:lnTo>
                <a:lnTo>
                  <a:pt x="357740" y="764137"/>
                </a:lnTo>
                <a:lnTo>
                  <a:pt x="357912" y="764092"/>
                </a:lnTo>
                <a:lnTo>
                  <a:pt x="358085" y="764048"/>
                </a:lnTo>
                <a:lnTo>
                  <a:pt x="358256" y="764003"/>
                </a:lnTo>
                <a:lnTo>
                  <a:pt x="358429" y="763959"/>
                </a:lnTo>
                <a:lnTo>
                  <a:pt x="358602" y="763914"/>
                </a:lnTo>
                <a:lnTo>
                  <a:pt x="358773" y="763870"/>
                </a:lnTo>
                <a:lnTo>
                  <a:pt x="358946" y="763825"/>
                </a:lnTo>
                <a:lnTo>
                  <a:pt x="359119" y="763772"/>
                </a:lnTo>
                <a:lnTo>
                  <a:pt x="359290" y="763727"/>
                </a:lnTo>
                <a:lnTo>
                  <a:pt x="359463" y="763683"/>
                </a:lnTo>
                <a:lnTo>
                  <a:pt x="359635" y="763638"/>
                </a:lnTo>
                <a:lnTo>
                  <a:pt x="359808" y="763594"/>
                </a:lnTo>
                <a:lnTo>
                  <a:pt x="359980" y="763549"/>
                </a:lnTo>
                <a:lnTo>
                  <a:pt x="360152" y="763505"/>
                </a:lnTo>
                <a:lnTo>
                  <a:pt x="360325" y="763452"/>
                </a:lnTo>
                <a:lnTo>
                  <a:pt x="360497" y="763407"/>
                </a:lnTo>
                <a:lnTo>
                  <a:pt x="360669" y="763363"/>
                </a:lnTo>
                <a:lnTo>
                  <a:pt x="360842" y="763318"/>
                </a:lnTo>
                <a:lnTo>
                  <a:pt x="361013" y="763274"/>
                </a:lnTo>
                <a:lnTo>
                  <a:pt x="361186" y="763229"/>
                </a:lnTo>
                <a:lnTo>
                  <a:pt x="361359" y="763176"/>
                </a:lnTo>
                <a:lnTo>
                  <a:pt x="361531" y="763131"/>
                </a:lnTo>
                <a:lnTo>
                  <a:pt x="361703" y="763087"/>
                </a:lnTo>
                <a:lnTo>
                  <a:pt x="361876" y="763042"/>
                </a:lnTo>
                <a:lnTo>
                  <a:pt x="362048" y="762998"/>
                </a:lnTo>
                <a:lnTo>
                  <a:pt x="362220" y="762944"/>
                </a:lnTo>
                <a:lnTo>
                  <a:pt x="362392" y="762900"/>
                </a:lnTo>
                <a:lnTo>
                  <a:pt x="362565" y="762855"/>
                </a:lnTo>
                <a:lnTo>
                  <a:pt x="362737" y="762811"/>
                </a:lnTo>
                <a:lnTo>
                  <a:pt x="362909" y="762767"/>
                </a:lnTo>
                <a:lnTo>
                  <a:pt x="363082" y="762713"/>
                </a:lnTo>
                <a:lnTo>
                  <a:pt x="363255" y="762669"/>
                </a:lnTo>
                <a:lnTo>
                  <a:pt x="363426" y="762624"/>
                </a:lnTo>
                <a:lnTo>
                  <a:pt x="363599" y="762580"/>
                </a:lnTo>
                <a:lnTo>
                  <a:pt x="363771" y="762526"/>
                </a:lnTo>
                <a:lnTo>
                  <a:pt x="363943" y="762482"/>
                </a:lnTo>
                <a:lnTo>
                  <a:pt x="364116" y="762437"/>
                </a:lnTo>
                <a:lnTo>
                  <a:pt x="364288" y="762393"/>
                </a:lnTo>
                <a:lnTo>
                  <a:pt x="364460" y="762340"/>
                </a:lnTo>
                <a:lnTo>
                  <a:pt x="364633" y="762295"/>
                </a:lnTo>
                <a:lnTo>
                  <a:pt x="364805" y="762251"/>
                </a:lnTo>
                <a:lnTo>
                  <a:pt x="364977" y="762197"/>
                </a:lnTo>
                <a:lnTo>
                  <a:pt x="365149" y="762153"/>
                </a:lnTo>
                <a:lnTo>
                  <a:pt x="365322" y="762108"/>
                </a:lnTo>
                <a:lnTo>
                  <a:pt x="365495" y="762064"/>
                </a:lnTo>
                <a:lnTo>
                  <a:pt x="365666" y="762010"/>
                </a:lnTo>
                <a:lnTo>
                  <a:pt x="365839" y="761966"/>
                </a:lnTo>
                <a:lnTo>
                  <a:pt x="366012" y="761921"/>
                </a:lnTo>
                <a:lnTo>
                  <a:pt x="366183" y="761868"/>
                </a:lnTo>
                <a:lnTo>
                  <a:pt x="366356" y="761823"/>
                </a:lnTo>
                <a:lnTo>
                  <a:pt x="366528" y="761779"/>
                </a:lnTo>
                <a:lnTo>
                  <a:pt x="366700" y="761726"/>
                </a:lnTo>
                <a:lnTo>
                  <a:pt x="366873" y="761681"/>
                </a:lnTo>
                <a:lnTo>
                  <a:pt x="367045" y="761637"/>
                </a:lnTo>
                <a:lnTo>
                  <a:pt x="367218" y="761583"/>
                </a:lnTo>
                <a:lnTo>
                  <a:pt x="367390" y="761539"/>
                </a:lnTo>
                <a:lnTo>
                  <a:pt x="367562" y="761494"/>
                </a:lnTo>
                <a:lnTo>
                  <a:pt x="367735" y="761441"/>
                </a:lnTo>
                <a:lnTo>
                  <a:pt x="367907" y="761396"/>
                </a:lnTo>
                <a:lnTo>
                  <a:pt x="368079" y="761352"/>
                </a:lnTo>
                <a:lnTo>
                  <a:pt x="368252" y="761299"/>
                </a:lnTo>
                <a:lnTo>
                  <a:pt x="368423" y="761254"/>
                </a:lnTo>
                <a:lnTo>
                  <a:pt x="368596" y="761201"/>
                </a:lnTo>
                <a:lnTo>
                  <a:pt x="368769" y="761156"/>
                </a:lnTo>
                <a:lnTo>
                  <a:pt x="368941" y="761112"/>
                </a:lnTo>
                <a:lnTo>
                  <a:pt x="369113" y="761058"/>
                </a:lnTo>
                <a:lnTo>
                  <a:pt x="369285" y="761014"/>
                </a:lnTo>
                <a:lnTo>
                  <a:pt x="369458" y="760969"/>
                </a:lnTo>
                <a:lnTo>
                  <a:pt x="369630" y="760916"/>
                </a:lnTo>
                <a:lnTo>
                  <a:pt x="369802" y="760872"/>
                </a:lnTo>
                <a:lnTo>
                  <a:pt x="369975" y="760818"/>
                </a:lnTo>
                <a:lnTo>
                  <a:pt x="370147" y="760774"/>
                </a:lnTo>
                <a:lnTo>
                  <a:pt x="370319" y="760720"/>
                </a:lnTo>
                <a:lnTo>
                  <a:pt x="370492" y="760676"/>
                </a:lnTo>
                <a:lnTo>
                  <a:pt x="370664" y="760631"/>
                </a:lnTo>
                <a:lnTo>
                  <a:pt x="370836" y="760578"/>
                </a:lnTo>
                <a:lnTo>
                  <a:pt x="371009" y="760534"/>
                </a:lnTo>
                <a:lnTo>
                  <a:pt x="371181" y="760480"/>
                </a:lnTo>
                <a:lnTo>
                  <a:pt x="371353" y="760436"/>
                </a:lnTo>
                <a:lnTo>
                  <a:pt x="371526" y="760382"/>
                </a:lnTo>
                <a:lnTo>
                  <a:pt x="371698" y="760338"/>
                </a:lnTo>
                <a:lnTo>
                  <a:pt x="371870" y="760284"/>
                </a:lnTo>
                <a:lnTo>
                  <a:pt x="372042" y="760240"/>
                </a:lnTo>
                <a:lnTo>
                  <a:pt x="372215" y="760187"/>
                </a:lnTo>
                <a:lnTo>
                  <a:pt x="372387" y="760142"/>
                </a:lnTo>
                <a:lnTo>
                  <a:pt x="372559" y="760089"/>
                </a:lnTo>
                <a:lnTo>
                  <a:pt x="372732" y="760044"/>
                </a:lnTo>
                <a:lnTo>
                  <a:pt x="372905" y="760000"/>
                </a:lnTo>
                <a:lnTo>
                  <a:pt x="373076" y="759946"/>
                </a:lnTo>
                <a:lnTo>
                  <a:pt x="373249" y="759902"/>
                </a:lnTo>
                <a:lnTo>
                  <a:pt x="373421" y="759848"/>
                </a:lnTo>
                <a:lnTo>
                  <a:pt x="373593" y="759795"/>
                </a:lnTo>
                <a:lnTo>
                  <a:pt x="373766" y="759751"/>
                </a:lnTo>
                <a:lnTo>
                  <a:pt x="373938" y="759697"/>
                </a:lnTo>
                <a:lnTo>
                  <a:pt x="374110" y="759653"/>
                </a:lnTo>
                <a:lnTo>
                  <a:pt x="374283" y="759599"/>
                </a:lnTo>
                <a:lnTo>
                  <a:pt x="374455" y="759555"/>
                </a:lnTo>
                <a:lnTo>
                  <a:pt x="374628" y="759501"/>
                </a:lnTo>
                <a:lnTo>
                  <a:pt x="374799" y="759457"/>
                </a:lnTo>
                <a:lnTo>
                  <a:pt x="374972" y="759404"/>
                </a:lnTo>
                <a:lnTo>
                  <a:pt x="375145" y="759359"/>
                </a:lnTo>
                <a:lnTo>
                  <a:pt x="375316" y="759306"/>
                </a:lnTo>
                <a:lnTo>
                  <a:pt x="375489" y="759261"/>
                </a:lnTo>
                <a:lnTo>
                  <a:pt x="375662" y="759208"/>
                </a:lnTo>
                <a:lnTo>
                  <a:pt x="375833" y="759155"/>
                </a:lnTo>
                <a:lnTo>
                  <a:pt x="376006" y="759110"/>
                </a:lnTo>
                <a:lnTo>
                  <a:pt x="376178" y="759057"/>
                </a:lnTo>
                <a:lnTo>
                  <a:pt x="376350" y="759012"/>
                </a:lnTo>
                <a:lnTo>
                  <a:pt x="376523" y="758959"/>
                </a:lnTo>
                <a:lnTo>
                  <a:pt x="376695" y="758905"/>
                </a:lnTo>
                <a:lnTo>
                  <a:pt x="376868" y="758861"/>
                </a:lnTo>
                <a:lnTo>
                  <a:pt x="377040" y="758808"/>
                </a:lnTo>
                <a:lnTo>
                  <a:pt x="377212" y="758763"/>
                </a:lnTo>
                <a:lnTo>
                  <a:pt x="377385" y="758710"/>
                </a:lnTo>
                <a:lnTo>
                  <a:pt x="377556" y="758656"/>
                </a:lnTo>
                <a:lnTo>
                  <a:pt x="377729" y="758612"/>
                </a:lnTo>
                <a:lnTo>
                  <a:pt x="377902" y="758559"/>
                </a:lnTo>
                <a:lnTo>
                  <a:pt x="378073" y="758505"/>
                </a:lnTo>
                <a:lnTo>
                  <a:pt x="378246" y="758461"/>
                </a:lnTo>
                <a:lnTo>
                  <a:pt x="378419" y="758407"/>
                </a:lnTo>
                <a:lnTo>
                  <a:pt x="378591" y="758363"/>
                </a:lnTo>
                <a:lnTo>
                  <a:pt x="378763" y="758309"/>
                </a:lnTo>
                <a:lnTo>
                  <a:pt x="378935" y="758256"/>
                </a:lnTo>
                <a:lnTo>
                  <a:pt x="379108" y="758212"/>
                </a:lnTo>
                <a:lnTo>
                  <a:pt x="379280" y="758158"/>
                </a:lnTo>
                <a:lnTo>
                  <a:pt x="379452" y="758105"/>
                </a:lnTo>
                <a:lnTo>
                  <a:pt x="379625" y="758060"/>
                </a:lnTo>
                <a:lnTo>
                  <a:pt x="379797" y="758007"/>
                </a:lnTo>
                <a:lnTo>
                  <a:pt x="379969" y="757954"/>
                </a:lnTo>
                <a:lnTo>
                  <a:pt x="380142" y="757900"/>
                </a:lnTo>
                <a:lnTo>
                  <a:pt x="380314" y="757856"/>
                </a:lnTo>
                <a:lnTo>
                  <a:pt x="380486" y="757802"/>
                </a:lnTo>
                <a:lnTo>
                  <a:pt x="380659" y="757749"/>
                </a:lnTo>
                <a:lnTo>
                  <a:pt x="380831" y="757704"/>
                </a:lnTo>
                <a:lnTo>
                  <a:pt x="381003" y="757651"/>
                </a:lnTo>
                <a:lnTo>
                  <a:pt x="381176" y="757598"/>
                </a:lnTo>
                <a:lnTo>
                  <a:pt x="381348" y="757553"/>
                </a:lnTo>
                <a:lnTo>
                  <a:pt x="381520" y="757500"/>
                </a:lnTo>
                <a:lnTo>
                  <a:pt x="381692" y="757446"/>
                </a:lnTo>
                <a:lnTo>
                  <a:pt x="381865" y="757393"/>
                </a:lnTo>
                <a:lnTo>
                  <a:pt x="382037" y="757349"/>
                </a:lnTo>
                <a:lnTo>
                  <a:pt x="382209" y="757295"/>
                </a:lnTo>
                <a:lnTo>
                  <a:pt x="382382" y="757242"/>
                </a:lnTo>
                <a:lnTo>
                  <a:pt x="382554" y="757188"/>
                </a:lnTo>
                <a:lnTo>
                  <a:pt x="382726" y="757144"/>
                </a:lnTo>
                <a:lnTo>
                  <a:pt x="382899" y="757091"/>
                </a:lnTo>
                <a:lnTo>
                  <a:pt x="383071" y="757037"/>
                </a:lnTo>
                <a:lnTo>
                  <a:pt x="383243" y="756984"/>
                </a:lnTo>
                <a:lnTo>
                  <a:pt x="383416" y="756930"/>
                </a:lnTo>
                <a:lnTo>
                  <a:pt x="383588" y="756886"/>
                </a:lnTo>
                <a:lnTo>
                  <a:pt x="383760" y="756833"/>
                </a:lnTo>
                <a:lnTo>
                  <a:pt x="383933" y="756779"/>
                </a:lnTo>
                <a:lnTo>
                  <a:pt x="384105" y="756726"/>
                </a:lnTo>
                <a:lnTo>
                  <a:pt x="384278" y="756672"/>
                </a:lnTo>
                <a:lnTo>
                  <a:pt x="384449" y="756628"/>
                </a:lnTo>
                <a:lnTo>
                  <a:pt x="384622" y="756575"/>
                </a:lnTo>
                <a:lnTo>
                  <a:pt x="384795" y="756521"/>
                </a:lnTo>
                <a:lnTo>
                  <a:pt x="384966" y="756468"/>
                </a:lnTo>
                <a:lnTo>
                  <a:pt x="385139" y="756414"/>
                </a:lnTo>
                <a:lnTo>
                  <a:pt x="385311" y="756370"/>
                </a:lnTo>
                <a:lnTo>
                  <a:pt x="385483" y="756317"/>
                </a:lnTo>
                <a:lnTo>
                  <a:pt x="385656" y="756263"/>
                </a:lnTo>
                <a:lnTo>
                  <a:pt x="385828" y="756210"/>
                </a:lnTo>
                <a:lnTo>
                  <a:pt x="386001" y="756156"/>
                </a:lnTo>
                <a:lnTo>
                  <a:pt x="386173" y="756103"/>
                </a:lnTo>
                <a:lnTo>
                  <a:pt x="386345" y="756050"/>
                </a:lnTo>
                <a:lnTo>
                  <a:pt x="386518" y="756005"/>
                </a:lnTo>
                <a:lnTo>
                  <a:pt x="386690" y="755952"/>
                </a:lnTo>
                <a:lnTo>
                  <a:pt x="386862" y="755898"/>
                </a:lnTo>
                <a:lnTo>
                  <a:pt x="387035" y="755845"/>
                </a:lnTo>
                <a:lnTo>
                  <a:pt x="387206" y="755792"/>
                </a:lnTo>
                <a:lnTo>
                  <a:pt x="387379" y="755738"/>
                </a:lnTo>
                <a:lnTo>
                  <a:pt x="387552" y="755685"/>
                </a:lnTo>
                <a:lnTo>
                  <a:pt x="387723" y="755632"/>
                </a:lnTo>
                <a:lnTo>
                  <a:pt x="387896" y="755578"/>
                </a:lnTo>
                <a:lnTo>
                  <a:pt x="388068" y="755534"/>
                </a:lnTo>
                <a:lnTo>
                  <a:pt x="388241" y="755480"/>
                </a:lnTo>
                <a:lnTo>
                  <a:pt x="388413" y="755427"/>
                </a:lnTo>
                <a:lnTo>
                  <a:pt x="388585" y="755374"/>
                </a:lnTo>
                <a:lnTo>
                  <a:pt x="388758" y="755320"/>
                </a:lnTo>
                <a:lnTo>
                  <a:pt x="388930" y="755267"/>
                </a:lnTo>
                <a:lnTo>
                  <a:pt x="389102" y="755213"/>
                </a:lnTo>
                <a:lnTo>
                  <a:pt x="389275" y="755160"/>
                </a:lnTo>
                <a:lnTo>
                  <a:pt x="389447" y="755107"/>
                </a:lnTo>
                <a:lnTo>
                  <a:pt x="389619" y="755053"/>
                </a:lnTo>
                <a:lnTo>
                  <a:pt x="389792" y="755000"/>
                </a:lnTo>
                <a:lnTo>
                  <a:pt x="389964" y="754947"/>
                </a:lnTo>
                <a:lnTo>
                  <a:pt x="390136" y="754893"/>
                </a:lnTo>
                <a:lnTo>
                  <a:pt x="390309" y="754840"/>
                </a:lnTo>
                <a:lnTo>
                  <a:pt x="390481" y="754786"/>
                </a:lnTo>
                <a:lnTo>
                  <a:pt x="390653" y="754733"/>
                </a:lnTo>
                <a:lnTo>
                  <a:pt x="390826" y="754680"/>
                </a:lnTo>
                <a:lnTo>
                  <a:pt x="390998" y="754626"/>
                </a:lnTo>
                <a:lnTo>
                  <a:pt x="391170" y="754573"/>
                </a:lnTo>
                <a:lnTo>
                  <a:pt x="391342" y="754519"/>
                </a:lnTo>
                <a:lnTo>
                  <a:pt x="391515" y="754466"/>
                </a:lnTo>
                <a:lnTo>
                  <a:pt x="391688" y="754413"/>
                </a:lnTo>
                <a:lnTo>
                  <a:pt x="391859" y="754359"/>
                </a:lnTo>
                <a:lnTo>
                  <a:pt x="392032" y="754306"/>
                </a:lnTo>
                <a:lnTo>
                  <a:pt x="392204" y="754253"/>
                </a:lnTo>
                <a:lnTo>
                  <a:pt x="392376" y="754199"/>
                </a:lnTo>
                <a:lnTo>
                  <a:pt x="392549" y="754146"/>
                </a:lnTo>
                <a:lnTo>
                  <a:pt x="392721" y="754092"/>
                </a:lnTo>
                <a:lnTo>
                  <a:pt x="392893" y="754039"/>
                </a:lnTo>
                <a:lnTo>
                  <a:pt x="393066" y="753986"/>
                </a:lnTo>
                <a:lnTo>
                  <a:pt x="393238" y="753932"/>
                </a:lnTo>
                <a:lnTo>
                  <a:pt x="393410" y="753879"/>
                </a:lnTo>
                <a:lnTo>
                  <a:pt x="393583" y="753826"/>
                </a:lnTo>
                <a:lnTo>
                  <a:pt x="393755" y="753772"/>
                </a:lnTo>
                <a:lnTo>
                  <a:pt x="393928" y="753719"/>
                </a:lnTo>
                <a:lnTo>
                  <a:pt x="394099" y="753665"/>
                </a:lnTo>
                <a:lnTo>
                  <a:pt x="394272" y="753612"/>
                </a:lnTo>
                <a:lnTo>
                  <a:pt x="394445" y="753559"/>
                </a:lnTo>
                <a:lnTo>
                  <a:pt x="394616" y="753496"/>
                </a:lnTo>
                <a:lnTo>
                  <a:pt x="394789" y="753443"/>
                </a:lnTo>
                <a:lnTo>
                  <a:pt x="394961" y="753390"/>
                </a:lnTo>
                <a:lnTo>
                  <a:pt x="395133" y="753336"/>
                </a:lnTo>
                <a:lnTo>
                  <a:pt x="395306" y="753283"/>
                </a:lnTo>
                <a:lnTo>
                  <a:pt x="395478" y="753230"/>
                </a:lnTo>
                <a:lnTo>
                  <a:pt x="395651" y="753176"/>
                </a:lnTo>
                <a:lnTo>
                  <a:pt x="395823" y="753123"/>
                </a:lnTo>
                <a:lnTo>
                  <a:pt x="395995" y="753069"/>
                </a:lnTo>
                <a:lnTo>
                  <a:pt x="396168" y="753007"/>
                </a:lnTo>
                <a:lnTo>
                  <a:pt x="396340" y="752954"/>
                </a:lnTo>
                <a:lnTo>
                  <a:pt x="396512" y="752900"/>
                </a:lnTo>
                <a:lnTo>
                  <a:pt x="396685" y="752847"/>
                </a:lnTo>
                <a:lnTo>
                  <a:pt x="396856" y="752794"/>
                </a:lnTo>
                <a:lnTo>
                  <a:pt x="397029" y="752740"/>
                </a:lnTo>
                <a:lnTo>
                  <a:pt x="397202" y="752687"/>
                </a:lnTo>
                <a:lnTo>
                  <a:pt x="397374" y="752625"/>
                </a:lnTo>
                <a:lnTo>
                  <a:pt x="397546" y="752571"/>
                </a:lnTo>
                <a:lnTo>
                  <a:pt x="397718" y="752518"/>
                </a:lnTo>
                <a:lnTo>
                  <a:pt x="397891" y="752464"/>
                </a:lnTo>
                <a:lnTo>
                  <a:pt x="398063" y="752411"/>
                </a:lnTo>
                <a:lnTo>
                  <a:pt x="398235" y="752358"/>
                </a:lnTo>
                <a:lnTo>
                  <a:pt x="398408" y="752295"/>
                </a:lnTo>
                <a:lnTo>
                  <a:pt x="398580" y="752242"/>
                </a:lnTo>
                <a:lnTo>
                  <a:pt x="398752" y="752189"/>
                </a:lnTo>
                <a:lnTo>
                  <a:pt x="398925" y="752135"/>
                </a:lnTo>
                <a:lnTo>
                  <a:pt x="399097" y="752082"/>
                </a:lnTo>
                <a:lnTo>
                  <a:pt x="399269" y="752020"/>
                </a:lnTo>
                <a:lnTo>
                  <a:pt x="399442" y="751966"/>
                </a:lnTo>
                <a:lnTo>
                  <a:pt x="399614" y="751913"/>
                </a:lnTo>
                <a:lnTo>
                  <a:pt x="399786" y="751859"/>
                </a:lnTo>
                <a:lnTo>
                  <a:pt x="399959" y="751797"/>
                </a:lnTo>
                <a:lnTo>
                  <a:pt x="400131" y="751744"/>
                </a:lnTo>
                <a:lnTo>
                  <a:pt x="400303" y="751690"/>
                </a:lnTo>
                <a:lnTo>
                  <a:pt x="400475" y="751637"/>
                </a:lnTo>
                <a:lnTo>
                  <a:pt x="400648" y="751575"/>
                </a:lnTo>
                <a:lnTo>
                  <a:pt x="400820" y="751521"/>
                </a:lnTo>
                <a:lnTo>
                  <a:pt x="400992" y="751468"/>
                </a:lnTo>
                <a:lnTo>
                  <a:pt x="401165" y="751415"/>
                </a:lnTo>
                <a:lnTo>
                  <a:pt x="401338" y="751352"/>
                </a:lnTo>
                <a:lnTo>
                  <a:pt x="401509" y="751299"/>
                </a:lnTo>
                <a:lnTo>
                  <a:pt x="401682" y="751246"/>
                </a:lnTo>
                <a:lnTo>
                  <a:pt x="401854" y="751192"/>
                </a:lnTo>
                <a:lnTo>
                  <a:pt x="402026" y="751130"/>
                </a:lnTo>
                <a:lnTo>
                  <a:pt x="402199" y="751077"/>
                </a:lnTo>
                <a:lnTo>
                  <a:pt x="402371" y="751023"/>
                </a:lnTo>
                <a:lnTo>
                  <a:pt x="402543" y="750961"/>
                </a:lnTo>
                <a:lnTo>
                  <a:pt x="402716" y="750908"/>
                </a:lnTo>
                <a:lnTo>
                  <a:pt x="402888" y="750854"/>
                </a:lnTo>
                <a:lnTo>
                  <a:pt x="403061" y="750792"/>
                </a:lnTo>
                <a:lnTo>
                  <a:pt x="403232" y="750739"/>
                </a:lnTo>
                <a:lnTo>
                  <a:pt x="403405" y="750685"/>
                </a:lnTo>
                <a:lnTo>
                  <a:pt x="403578" y="750623"/>
                </a:lnTo>
                <a:lnTo>
                  <a:pt x="403749" y="750570"/>
                </a:lnTo>
                <a:lnTo>
                  <a:pt x="403922" y="750516"/>
                </a:lnTo>
                <a:lnTo>
                  <a:pt x="404095" y="750454"/>
                </a:lnTo>
                <a:lnTo>
                  <a:pt x="404266" y="750400"/>
                </a:lnTo>
                <a:lnTo>
                  <a:pt x="404439" y="750347"/>
                </a:lnTo>
                <a:lnTo>
                  <a:pt x="404611" y="750285"/>
                </a:lnTo>
                <a:lnTo>
                  <a:pt x="404784" y="750231"/>
                </a:lnTo>
                <a:lnTo>
                  <a:pt x="404956" y="750178"/>
                </a:lnTo>
                <a:lnTo>
                  <a:pt x="405128" y="750116"/>
                </a:lnTo>
                <a:lnTo>
                  <a:pt x="405301" y="750062"/>
                </a:lnTo>
                <a:lnTo>
                  <a:pt x="405473" y="750009"/>
                </a:lnTo>
                <a:lnTo>
                  <a:pt x="405645" y="749947"/>
                </a:lnTo>
                <a:lnTo>
                  <a:pt x="405818" y="749893"/>
                </a:lnTo>
                <a:lnTo>
                  <a:pt x="405989" y="749831"/>
                </a:lnTo>
                <a:lnTo>
                  <a:pt x="406162" y="749778"/>
                </a:lnTo>
                <a:lnTo>
                  <a:pt x="406335" y="749724"/>
                </a:lnTo>
                <a:lnTo>
                  <a:pt x="406506" y="749662"/>
                </a:lnTo>
                <a:lnTo>
                  <a:pt x="406679" y="749609"/>
                </a:lnTo>
                <a:lnTo>
                  <a:pt x="406852" y="749546"/>
                </a:lnTo>
                <a:lnTo>
                  <a:pt x="407024" y="749493"/>
                </a:lnTo>
                <a:lnTo>
                  <a:pt x="407196" y="749440"/>
                </a:lnTo>
                <a:lnTo>
                  <a:pt x="407368" y="749377"/>
                </a:lnTo>
                <a:lnTo>
                  <a:pt x="407541" y="749324"/>
                </a:lnTo>
                <a:lnTo>
                  <a:pt x="407713" y="749262"/>
                </a:lnTo>
                <a:lnTo>
                  <a:pt x="407885" y="749208"/>
                </a:lnTo>
                <a:lnTo>
                  <a:pt x="408058" y="749146"/>
                </a:lnTo>
                <a:lnTo>
                  <a:pt x="408230" y="749093"/>
                </a:lnTo>
                <a:lnTo>
                  <a:pt x="408402" y="749030"/>
                </a:lnTo>
                <a:lnTo>
                  <a:pt x="408575" y="748977"/>
                </a:lnTo>
                <a:lnTo>
                  <a:pt x="408747" y="748924"/>
                </a:lnTo>
                <a:lnTo>
                  <a:pt x="408919" y="748861"/>
                </a:lnTo>
                <a:lnTo>
                  <a:pt x="409092" y="748808"/>
                </a:lnTo>
                <a:lnTo>
                  <a:pt x="409264" y="748746"/>
                </a:lnTo>
                <a:lnTo>
                  <a:pt x="409436" y="748692"/>
                </a:lnTo>
                <a:lnTo>
                  <a:pt x="409609" y="748630"/>
                </a:lnTo>
                <a:lnTo>
                  <a:pt x="409781" y="748577"/>
                </a:lnTo>
                <a:lnTo>
                  <a:pt x="409953" y="748514"/>
                </a:lnTo>
                <a:lnTo>
                  <a:pt x="410125" y="748461"/>
                </a:lnTo>
                <a:lnTo>
                  <a:pt x="410298" y="748399"/>
                </a:lnTo>
                <a:lnTo>
                  <a:pt x="410471" y="748345"/>
                </a:lnTo>
                <a:lnTo>
                  <a:pt x="410642" y="748283"/>
                </a:lnTo>
                <a:lnTo>
                  <a:pt x="410815" y="748230"/>
                </a:lnTo>
                <a:lnTo>
                  <a:pt x="410988" y="748167"/>
                </a:lnTo>
                <a:lnTo>
                  <a:pt x="411159" y="748114"/>
                </a:lnTo>
                <a:lnTo>
                  <a:pt x="411332" y="748052"/>
                </a:lnTo>
                <a:lnTo>
                  <a:pt x="411504" y="747998"/>
                </a:lnTo>
                <a:lnTo>
                  <a:pt x="411676" y="747936"/>
                </a:lnTo>
                <a:lnTo>
                  <a:pt x="411849" y="747874"/>
                </a:lnTo>
                <a:lnTo>
                  <a:pt x="412021" y="747820"/>
                </a:lnTo>
                <a:lnTo>
                  <a:pt x="412193" y="747758"/>
                </a:lnTo>
                <a:lnTo>
                  <a:pt x="412366" y="747705"/>
                </a:lnTo>
                <a:lnTo>
                  <a:pt x="412538" y="747643"/>
                </a:lnTo>
                <a:lnTo>
                  <a:pt x="412711" y="747589"/>
                </a:lnTo>
                <a:lnTo>
                  <a:pt x="412883" y="747527"/>
                </a:lnTo>
                <a:lnTo>
                  <a:pt x="413055" y="747474"/>
                </a:lnTo>
                <a:lnTo>
                  <a:pt x="413228" y="747411"/>
                </a:lnTo>
                <a:lnTo>
                  <a:pt x="413399" y="747349"/>
                </a:lnTo>
                <a:lnTo>
                  <a:pt x="413572" y="747296"/>
                </a:lnTo>
                <a:lnTo>
                  <a:pt x="413745" y="747233"/>
                </a:lnTo>
                <a:lnTo>
                  <a:pt x="413916" y="747180"/>
                </a:lnTo>
                <a:lnTo>
                  <a:pt x="414089" y="747118"/>
                </a:lnTo>
                <a:lnTo>
                  <a:pt x="414261" y="747055"/>
                </a:lnTo>
                <a:lnTo>
                  <a:pt x="414434" y="747002"/>
                </a:lnTo>
                <a:lnTo>
                  <a:pt x="414606" y="746940"/>
                </a:lnTo>
                <a:lnTo>
                  <a:pt x="414778" y="746886"/>
                </a:lnTo>
                <a:lnTo>
                  <a:pt x="414951" y="746824"/>
                </a:lnTo>
                <a:lnTo>
                  <a:pt x="415123" y="746762"/>
                </a:lnTo>
                <a:lnTo>
                  <a:pt x="415295" y="746708"/>
                </a:lnTo>
                <a:lnTo>
                  <a:pt x="415468" y="746646"/>
                </a:lnTo>
                <a:lnTo>
                  <a:pt x="415640" y="746584"/>
                </a:lnTo>
                <a:lnTo>
                  <a:pt x="415812" y="746531"/>
                </a:lnTo>
                <a:lnTo>
                  <a:pt x="415985" y="746468"/>
                </a:lnTo>
                <a:lnTo>
                  <a:pt x="416157" y="746415"/>
                </a:lnTo>
                <a:lnTo>
                  <a:pt x="416329" y="746353"/>
                </a:lnTo>
                <a:lnTo>
                  <a:pt x="416502" y="746290"/>
                </a:lnTo>
                <a:lnTo>
                  <a:pt x="416674" y="746237"/>
                </a:lnTo>
                <a:lnTo>
                  <a:pt x="416846" y="746175"/>
                </a:lnTo>
                <a:lnTo>
                  <a:pt x="417018" y="746112"/>
                </a:lnTo>
                <a:lnTo>
                  <a:pt x="417191" y="746059"/>
                </a:lnTo>
                <a:lnTo>
                  <a:pt x="417363" y="745997"/>
                </a:lnTo>
                <a:lnTo>
                  <a:pt x="417535" y="745934"/>
                </a:lnTo>
                <a:lnTo>
                  <a:pt x="417708" y="745881"/>
                </a:lnTo>
                <a:lnTo>
                  <a:pt x="417880" y="745819"/>
                </a:lnTo>
                <a:lnTo>
                  <a:pt x="418052" y="745757"/>
                </a:lnTo>
                <a:lnTo>
                  <a:pt x="418225" y="745694"/>
                </a:lnTo>
                <a:lnTo>
                  <a:pt x="418397" y="745641"/>
                </a:lnTo>
                <a:lnTo>
                  <a:pt x="418569" y="745579"/>
                </a:lnTo>
                <a:lnTo>
                  <a:pt x="418742" y="745516"/>
                </a:lnTo>
                <a:lnTo>
                  <a:pt x="418914" y="745463"/>
                </a:lnTo>
                <a:lnTo>
                  <a:pt x="419086" y="745401"/>
                </a:lnTo>
                <a:lnTo>
                  <a:pt x="419259" y="745338"/>
                </a:lnTo>
                <a:lnTo>
                  <a:pt x="419431" y="745276"/>
                </a:lnTo>
                <a:lnTo>
                  <a:pt x="419603" y="745223"/>
                </a:lnTo>
                <a:lnTo>
                  <a:pt x="419775" y="745160"/>
                </a:lnTo>
                <a:lnTo>
                  <a:pt x="419948" y="745098"/>
                </a:lnTo>
                <a:lnTo>
                  <a:pt x="420121" y="745045"/>
                </a:lnTo>
                <a:lnTo>
                  <a:pt x="420292" y="744983"/>
                </a:lnTo>
                <a:lnTo>
                  <a:pt x="420465" y="744920"/>
                </a:lnTo>
                <a:lnTo>
                  <a:pt x="420638" y="744858"/>
                </a:lnTo>
                <a:lnTo>
                  <a:pt x="420809" y="744796"/>
                </a:lnTo>
                <a:lnTo>
                  <a:pt x="420982" y="744742"/>
                </a:lnTo>
                <a:lnTo>
                  <a:pt x="421154" y="744680"/>
                </a:lnTo>
                <a:lnTo>
                  <a:pt x="421326" y="744618"/>
                </a:lnTo>
                <a:lnTo>
                  <a:pt x="421499" y="744556"/>
                </a:lnTo>
                <a:lnTo>
                  <a:pt x="421671" y="744502"/>
                </a:lnTo>
                <a:lnTo>
                  <a:pt x="421844" y="744440"/>
                </a:lnTo>
                <a:lnTo>
                  <a:pt x="422016" y="744378"/>
                </a:lnTo>
                <a:lnTo>
                  <a:pt x="422188" y="744315"/>
                </a:lnTo>
                <a:lnTo>
                  <a:pt x="422361" y="744262"/>
                </a:lnTo>
                <a:lnTo>
                  <a:pt x="422532" y="744200"/>
                </a:lnTo>
                <a:lnTo>
                  <a:pt x="422705" y="744137"/>
                </a:lnTo>
                <a:lnTo>
                  <a:pt x="422878" y="744075"/>
                </a:lnTo>
                <a:lnTo>
                  <a:pt x="423049" y="744013"/>
                </a:lnTo>
                <a:lnTo>
                  <a:pt x="423222" y="743959"/>
                </a:lnTo>
                <a:lnTo>
                  <a:pt x="423395" y="743897"/>
                </a:lnTo>
                <a:lnTo>
                  <a:pt x="423566" y="743835"/>
                </a:lnTo>
                <a:lnTo>
                  <a:pt x="423739" y="743773"/>
                </a:lnTo>
                <a:lnTo>
                  <a:pt x="423911" y="743710"/>
                </a:lnTo>
                <a:lnTo>
                  <a:pt x="424084" y="743648"/>
                </a:lnTo>
                <a:lnTo>
                  <a:pt x="424256" y="743595"/>
                </a:lnTo>
                <a:lnTo>
                  <a:pt x="424428" y="743532"/>
                </a:lnTo>
                <a:lnTo>
                  <a:pt x="424601" y="743470"/>
                </a:lnTo>
                <a:lnTo>
                  <a:pt x="424773" y="743408"/>
                </a:lnTo>
                <a:lnTo>
                  <a:pt x="424945" y="743346"/>
                </a:lnTo>
                <a:lnTo>
                  <a:pt x="425118" y="743283"/>
                </a:lnTo>
                <a:lnTo>
                  <a:pt x="425289" y="743221"/>
                </a:lnTo>
                <a:lnTo>
                  <a:pt x="425462" y="743168"/>
                </a:lnTo>
                <a:lnTo>
                  <a:pt x="425635" y="743105"/>
                </a:lnTo>
                <a:lnTo>
                  <a:pt x="425807" y="743043"/>
                </a:lnTo>
                <a:lnTo>
                  <a:pt x="425979" y="742981"/>
                </a:lnTo>
                <a:lnTo>
                  <a:pt x="426152" y="742918"/>
                </a:lnTo>
                <a:lnTo>
                  <a:pt x="426324" y="742856"/>
                </a:lnTo>
                <a:lnTo>
                  <a:pt x="426496" y="742794"/>
                </a:lnTo>
                <a:lnTo>
                  <a:pt x="426668" y="742741"/>
                </a:lnTo>
                <a:lnTo>
                  <a:pt x="426841" y="742678"/>
                </a:lnTo>
                <a:lnTo>
                  <a:pt x="427013" y="742616"/>
                </a:lnTo>
                <a:lnTo>
                  <a:pt x="427185" y="742554"/>
                </a:lnTo>
                <a:lnTo>
                  <a:pt x="427358" y="742491"/>
                </a:lnTo>
                <a:lnTo>
                  <a:pt x="427530" y="742429"/>
                </a:lnTo>
                <a:lnTo>
                  <a:pt x="427702" y="742367"/>
                </a:lnTo>
                <a:lnTo>
                  <a:pt x="427875" y="742305"/>
                </a:lnTo>
                <a:lnTo>
                  <a:pt x="428047" y="742242"/>
                </a:lnTo>
                <a:lnTo>
                  <a:pt x="428219" y="742180"/>
                </a:lnTo>
                <a:lnTo>
                  <a:pt x="428392" y="742127"/>
                </a:lnTo>
                <a:lnTo>
                  <a:pt x="428564" y="742064"/>
                </a:lnTo>
                <a:lnTo>
                  <a:pt x="428736" y="742002"/>
                </a:lnTo>
                <a:lnTo>
                  <a:pt x="428909" y="741940"/>
                </a:lnTo>
                <a:lnTo>
                  <a:pt x="429081" y="741878"/>
                </a:lnTo>
                <a:lnTo>
                  <a:pt x="429254" y="741815"/>
                </a:lnTo>
                <a:lnTo>
                  <a:pt x="429425" y="741753"/>
                </a:lnTo>
                <a:lnTo>
                  <a:pt x="429598" y="741691"/>
                </a:lnTo>
                <a:lnTo>
                  <a:pt x="429771" y="741629"/>
                </a:lnTo>
                <a:lnTo>
                  <a:pt x="429942" y="741566"/>
                </a:lnTo>
                <a:lnTo>
                  <a:pt x="430115" y="741504"/>
                </a:lnTo>
                <a:lnTo>
                  <a:pt x="430287" y="741442"/>
                </a:lnTo>
                <a:lnTo>
                  <a:pt x="430459" y="741379"/>
                </a:lnTo>
                <a:lnTo>
                  <a:pt x="430632" y="741317"/>
                </a:lnTo>
                <a:lnTo>
                  <a:pt x="430804" y="741255"/>
                </a:lnTo>
                <a:lnTo>
                  <a:pt x="430976" y="741193"/>
                </a:lnTo>
                <a:lnTo>
                  <a:pt x="431149" y="741130"/>
                </a:lnTo>
                <a:lnTo>
                  <a:pt x="431321" y="741068"/>
                </a:lnTo>
                <a:lnTo>
                  <a:pt x="431494" y="741006"/>
                </a:lnTo>
                <a:lnTo>
                  <a:pt x="431666" y="740944"/>
                </a:lnTo>
                <a:lnTo>
                  <a:pt x="431838" y="740881"/>
                </a:lnTo>
                <a:lnTo>
                  <a:pt x="432011" y="740819"/>
                </a:lnTo>
                <a:lnTo>
                  <a:pt x="432182" y="740757"/>
                </a:lnTo>
                <a:lnTo>
                  <a:pt x="432355" y="740694"/>
                </a:lnTo>
                <a:lnTo>
                  <a:pt x="432528" y="740632"/>
                </a:lnTo>
                <a:lnTo>
                  <a:pt x="432699" y="740570"/>
                </a:lnTo>
                <a:lnTo>
                  <a:pt x="432872" y="740508"/>
                </a:lnTo>
                <a:lnTo>
                  <a:pt x="433044" y="740445"/>
                </a:lnTo>
                <a:lnTo>
                  <a:pt x="433217" y="740383"/>
                </a:lnTo>
                <a:lnTo>
                  <a:pt x="433389" y="740321"/>
                </a:lnTo>
                <a:lnTo>
                  <a:pt x="433561" y="740258"/>
                </a:lnTo>
                <a:lnTo>
                  <a:pt x="433734" y="740196"/>
                </a:lnTo>
                <a:lnTo>
                  <a:pt x="433906" y="740134"/>
                </a:lnTo>
                <a:lnTo>
                  <a:pt x="434078" y="740072"/>
                </a:lnTo>
                <a:lnTo>
                  <a:pt x="434251" y="740009"/>
                </a:lnTo>
                <a:lnTo>
                  <a:pt x="434423" y="739947"/>
                </a:lnTo>
                <a:lnTo>
                  <a:pt x="434595" y="739885"/>
                </a:lnTo>
                <a:lnTo>
                  <a:pt x="434768" y="739823"/>
                </a:lnTo>
                <a:lnTo>
                  <a:pt x="434940" y="739760"/>
                </a:lnTo>
                <a:lnTo>
                  <a:pt x="435112" y="739698"/>
                </a:lnTo>
                <a:lnTo>
                  <a:pt x="435285" y="739636"/>
                </a:lnTo>
                <a:lnTo>
                  <a:pt x="435457" y="739574"/>
                </a:lnTo>
                <a:lnTo>
                  <a:pt x="435629" y="739511"/>
                </a:lnTo>
                <a:lnTo>
                  <a:pt x="435802" y="739449"/>
                </a:lnTo>
                <a:lnTo>
                  <a:pt x="435974" y="739387"/>
                </a:lnTo>
                <a:lnTo>
                  <a:pt x="436146" y="739324"/>
                </a:lnTo>
                <a:lnTo>
                  <a:pt x="436318" y="739262"/>
                </a:lnTo>
                <a:lnTo>
                  <a:pt x="436491" y="739200"/>
                </a:lnTo>
                <a:lnTo>
                  <a:pt x="436663" y="739138"/>
                </a:lnTo>
                <a:lnTo>
                  <a:pt x="436835" y="739075"/>
                </a:lnTo>
                <a:lnTo>
                  <a:pt x="437008" y="739013"/>
                </a:lnTo>
                <a:lnTo>
                  <a:pt x="437180" y="738942"/>
                </a:lnTo>
                <a:lnTo>
                  <a:pt x="437352" y="738880"/>
                </a:lnTo>
                <a:lnTo>
                  <a:pt x="437525" y="738817"/>
                </a:lnTo>
                <a:lnTo>
                  <a:pt x="437697" y="738755"/>
                </a:lnTo>
                <a:lnTo>
                  <a:pt x="437869" y="738693"/>
                </a:lnTo>
                <a:lnTo>
                  <a:pt x="438042" y="738630"/>
                </a:lnTo>
                <a:lnTo>
                  <a:pt x="438214" y="738568"/>
                </a:lnTo>
                <a:lnTo>
                  <a:pt x="438386" y="738506"/>
                </a:lnTo>
                <a:lnTo>
                  <a:pt x="438559" y="738444"/>
                </a:lnTo>
                <a:lnTo>
                  <a:pt x="438731" y="738381"/>
                </a:lnTo>
                <a:lnTo>
                  <a:pt x="438904" y="738319"/>
                </a:lnTo>
                <a:lnTo>
                  <a:pt x="439075" y="738257"/>
                </a:lnTo>
                <a:lnTo>
                  <a:pt x="439248" y="738186"/>
                </a:lnTo>
                <a:lnTo>
                  <a:pt x="439421" y="738123"/>
                </a:lnTo>
                <a:lnTo>
                  <a:pt x="439592" y="738061"/>
                </a:lnTo>
                <a:lnTo>
                  <a:pt x="439765" y="737999"/>
                </a:lnTo>
                <a:lnTo>
                  <a:pt x="439937" y="737937"/>
                </a:lnTo>
                <a:lnTo>
                  <a:pt x="440109" y="737874"/>
                </a:lnTo>
                <a:lnTo>
                  <a:pt x="440282" y="737812"/>
                </a:lnTo>
                <a:lnTo>
                  <a:pt x="440454" y="737750"/>
                </a:lnTo>
                <a:lnTo>
                  <a:pt x="440627" y="737687"/>
                </a:lnTo>
                <a:lnTo>
                  <a:pt x="440799" y="737616"/>
                </a:lnTo>
                <a:lnTo>
                  <a:pt x="440971" y="737554"/>
                </a:lnTo>
                <a:lnTo>
                  <a:pt x="441144" y="737492"/>
                </a:lnTo>
                <a:lnTo>
                  <a:pt x="441316" y="737429"/>
                </a:lnTo>
                <a:lnTo>
                  <a:pt x="441488" y="737367"/>
                </a:lnTo>
                <a:lnTo>
                  <a:pt x="441661" y="737305"/>
                </a:lnTo>
                <a:lnTo>
                  <a:pt x="441832" y="737243"/>
                </a:lnTo>
                <a:lnTo>
                  <a:pt x="442005" y="737171"/>
                </a:lnTo>
                <a:lnTo>
                  <a:pt x="442178" y="737109"/>
                </a:lnTo>
                <a:lnTo>
                  <a:pt x="442349" y="737047"/>
                </a:lnTo>
                <a:lnTo>
                  <a:pt x="442522" y="736985"/>
                </a:lnTo>
                <a:lnTo>
                  <a:pt x="442694" y="736922"/>
                </a:lnTo>
                <a:lnTo>
                  <a:pt x="442867" y="736860"/>
                </a:lnTo>
                <a:lnTo>
                  <a:pt x="443039" y="736798"/>
                </a:lnTo>
                <a:lnTo>
                  <a:pt x="443211" y="736727"/>
                </a:lnTo>
                <a:lnTo>
                  <a:pt x="443384" y="736664"/>
                </a:lnTo>
                <a:lnTo>
                  <a:pt x="443556" y="736602"/>
                </a:lnTo>
                <a:lnTo>
                  <a:pt x="443728" y="736540"/>
                </a:lnTo>
                <a:lnTo>
                  <a:pt x="443901" y="736477"/>
                </a:lnTo>
                <a:lnTo>
                  <a:pt x="444073" y="736415"/>
                </a:lnTo>
                <a:lnTo>
                  <a:pt x="444245" y="736353"/>
                </a:lnTo>
                <a:lnTo>
                  <a:pt x="444418" y="736282"/>
                </a:lnTo>
                <a:lnTo>
                  <a:pt x="444590" y="736220"/>
                </a:lnTo>
                <a:lnTo>
                  <a:pt x="444762" y="736157"/>
                </a:lnTo>
                <a:lnTo>
                  <a:pt x="444935" y="736095"/>
                </a:lnTo>
                <a:lnTo>
                  <a:pt x="445107" y="736033"/>
                </a:lnTo>
                <a:lnTo>
                  <a:pt x="445279" y="735970"/>
                </a:lnTo>
                <a:lnTo>
                  <a:pt x="445451" y="735899"/>
                </a:lnTo>
                <a:lnTo>
                  <a:pt x="445624" y="735837"/>
                </a:lnTo>
                <a:lnTo>
                  <a:pt x="445796" y="735775"/>
                </a:lnTo>
                <a:lnTo>
                  <a:pt x="445968" y="735712"/>
                </a:lnTo>
                <a:lnTo>
                  <a:pt x="446141" y="735650"/>
                </a:lnTo>
                <a:lnTo>
                  <a:pt x="446314" y="735579"/>
                </a:lnTo>
                <a:lnTo>
                  <a:pt x="446485" y="735517"/>
                </a:lnTo>
                <a:lnTo>
                  <a:pt x="446658" y="735454"/>
                </a:lnTo>
                <a:lnTo>
                  <a:pt x="446830" y="735392"/>
                </a:lnTo>
                <a:lnTo>
                  <a:pt x="447002" y="735330"/>
                </a:lnTo>
                <a:lnTo>
                  <a:pt x="447175" y="735268"/>
                </a:lnTo>
                <a:lnTo>
                  <a:pt x="447347" y="735196"/>
                </a:lnTo>
                <a:lnTo>
                  <a:pt x="447519" y="735134"/>
                </a:lnTo>
                <a:lnTo>
                  <a:pt x="447692" y="735072"/>
                </a:lnTo>
                <a:lnTo>
                  <a:pt x="447864" y="735010"/>
                </a:lnTo>
                <a:lnTo>
                  <a:pt x="448036" y="734947"/>
                </a:lnTo>
                <a:lnTo>
                  <a:pt x="448209" y="734876"/>
                </a:lnTo>
                <a:lnTo>
                  <a:pt x="448381" y="734814"/>
                </a:lnTo>
                <a:lnTo>
                  <a:pt x="448554" y="734752"/>
                </a:lnTo>
                <a:lnTo>
                  <a:pt x="448725" y="734689"/>
                </a:lnTo>
                <a:lnTo>
                  <a:pt x="448898" y="734627"/>
                </a:lnTo>
                <a:lnTo>
                  <a:pt x="449071" y="734556"/>
                </a:lnTo>
                <a:lnTo>
                  <a:pt x="449242" y="734494"/>
                </a:lnTo>
                <a:lnTo>
                  <a:pt x="449415" y="734431"/>
                </a:lnTo>
                <a:lnTo>
                  <a:pt x="449587" y="734369"/>
                </a:lnTo>
                <a:lnTo>
                  <a:pt x="449759" y="734307"/>
                </a:lnTo>
                <a:lnTo>
                  <a:pt x="449932" y="734236"/>
                </a:lnTo>
                <a:lnTo>
                  <a:pt x="450104" y="734173"/>
                </a:lnTo>
                <a:lnTo>
                  <a:pt x="450277" y="734111"/>
                </a:lnTo>
                <a:lnTo>
                  <a:pt x="450449" y="734049"/>
                </a:lnTo>
                <a:lnTo>
                  <a:pt x="450621" y="733987"/>
                </a:lnTo>
                <a:lnTo>
                  <a:pt x="450794" y="733915"/>
                </a:lnTo>
                <a:lnTo>
                  <a:pt x="450966" y="733853"/>
                </a:lnTo>
                <a:lnTo>
                  <a:pt x="451138" y="733791"/>
                </a:lnTo>
                <a:lnTo>
                  <a:pt x="451311" y="733729"/>
                </a:lnTo>
                <a:lnTo>
                  <a:pt x="451482" y="733657"/>
                </a:lnTo>
                <a:lnTo>
                  <a:pt x="451655" y="733595"/>
                </a:lnTo>
                <a:lnTo>
                  <a:pt x="451828" y="733533"/>
                </a:lnTo>
                <a:lnTo>
                  <a:pt x="452000" y="733470"/>
                </a:lnTo>
                <a:lnTo>
                  <a:pt x="452172" y="733408"/>
                </a:lnTo>
                <a:lnTo>
                  <a:pt x="452344" y="733337"/>
                </a:lnTo>
                <a:lnTo>
                  <a:pt x="452517" y="733275"/>
                </a:lnTo>
                <a:lnTo>
                  <a:pt x="452689" y="733213"/>
                </a:lnTo>
                <a:lnTo>
                  <a:pt x="452861" y="733150"/>
                </a:lnTo>
                <a:lnTo>
                  <a:pt x="453034" y="733088"/>
                </a:lnTo>
                <a:lnTo>
                  <a:pt x="453206" y="733017"/>
                </a:lnTo>
                <a:lnTo>
                  <a:pt x="453378" y="732955"/>
                </a:lnTo>
                <a:lnTo>
                  <a:pt x="453551" y="732892"/>
                </a:lnTo>
                <a:lnTo>
                  <a:pt x="453723" y="732830"/>
                </a:lnTo>
                <a:lnTo>
                  <a:pt x="453895" y="732759"/>
                </a:lnTo>
                <a:lnTo>
                  <a:pt x="454068" y="732696"/>
                </a:lnTo>
                <a:lnTo>
                  <a:pt x="454240" y="732634"/>
                </a:lnTo>
                <a:lnTo>
                  <a:pt x="454412" y="732572"/>
                </a:lnTo>
                <a:lnTo>
                  <a:pt x="454585" y="732510"/>
                </a:lnTo>
                <a:lnTo>
                  <a:pt x="454757" y="732439"/>
                </a:lnTo>
                <a:lnTo>
                  <a:pt x="454929" y="732376"/>
                </a:lnTo>
                <a:lnTo>
                  <a:pt x="455101" y="732314"/>
                </a:lnTo>
                <a:lnTo>
                  <a:pt x="455274" y="732252"/>
                </a:lnTo>
                <a:lnTo>
                  <a:pt x="455446" y="732181"/>
                </a:lnTo>
                <a:lnTo>
                  <a:pt x="455618" y="732118"/>
                </a:lnTo>
                <a:lnTo>
                  <a:pt x="455791" y="732056"/>
                </a:lnTo>
                <a:lnTo>
                  <a:pt x="455964" y="731994"/>
                </a:lnTo>
                <a:lnTo>
                  <a:pt x="456135" y="731931"/>
                </a:lnTo>
                <a:lnTo>
                  <a:pt x="456308" y="731860"/>
                </a:lnTo>
                <a:lnTo>
                  <a:pt x="456480" y="731798"/>
                </a:lnTo>
                <a:lnTo>
                  <a:pt x="456652" y="731736"/>
                </a:lnTo>
                <a:lnTo>
                  <a:pt x="456825" y="731673"/>
                </a:lnTo>
                <a:lnTo>
                  <a:pt x="456997" y="731611"/>
                </a:lnTo>
                <a:lnTo>
                  <a:pt x="457169" y="731540"/>
                </a:lnTo>
                <a:lnTo>
                  <a:pt x="457342" y="731478"/>
                </a:lnTo>
                <a:lnTo>
                  <a:pt x="457514" y="731415"/>
                </a:lnTo>
                <a:lnTo>
                  <a:pt x="457687" y="731353"/>
                </a:lnTo>
                <a:lnTo>
                  <a:pt x="457858" y="731282"/>
                </a:lnTo>
                <a:lnTo>
                  <a:pt x="458031" y="731220"/>
                </a:lnTo>
                <a:lnTo>
                  <a:pt x="458204" y="731157"/>
                </a:lnTo>
                <a:lnTo>
                  <a:pt x="458375" y="731095"/>
                </a:lnTo>
                <a:lnTo>
                  <a:pt x="458548" y="731033"/>
                </a:lnTo>
                <a:lnTo>
                  <a:pt x="458721" y="730962"/>
                </a:lnTo>
                <a:lnTo>
                  <a:pt x="458892" y="730899"/>
                </a:lnTo>
                <a:lnTo>
                  <a:pt x="459065" y="730837"/>
                </a:lnTo>
                <a:lnTo>
                  <a:pt x="459237" y="730775"/>
                </a:lnTo>
                <a:lnTo>
                  <a:pt x="459410" y="730713"/>
                </a:lnTo>
                <a:lnTo>
                  <a:pt x="459582" y="730641"/>
                </a:lnTo>
                <a:lnTo>
                  <a:pt x="459754" y="730579"/>
                </a:lnTo>
                <a:lnTo>
                  <a:pt x="459927" y="730517"/>
                </a:lnTo>
                <a:lnTo>
                  <a:pt x="460099" y="730455"/>
                </a:lnTo>
                <a:lnTo>
                  <a:pt x="460271" y="730392"/>
                </a:lnTo>
                <a:lnTo>
                  <a:pt x="460444" y="730321"/>
                </a:lnTo>
                <a:lnTo>
                  <a:pt x="460616" y="730259"/>
                </a:lnTo>
                <a:lnTo>
                  <a:pt x="460788" y="730197"/>
                </a:lnTo>
                <a:lnTo>
                  <a:pt x="460961" y="730134"/>
                </a:lnTo>
                <a:lnTo>
                  <a:pt x="461132" y="730072"/>
                </a:lnTo>
                <a:lnTo>
                  <a:pt x="461305" y="730001"/>
                </a:lnTo>
                <a:lnTo>
                  <a:pt x="461478" y="729939"/>
                </a:lnTo>
                <a:lnTo>
                  <a:pt x="461650" y="729876"/>
                </a:lnTo>
                <a:lnTo>
                  <a:pt x="461822" y="729814"/>
                </a:lnTo>
                <a:lnTo>
                  <a:pt x="461994" y="729752"/>
                </a:lnTo>
                <a:lnTo>
                  <a:pt x="462167" y="729689"/>
                </a:lnTo>
                <a:lnTo>
                  <a:pt x="462339" y="729618"/>
                </a:lnTo>
                <a:lnTo>
                  <a:pt x="462511" y="729556"/>
                </a:lnTo>
                <a:lnTo>
                  <a:pt x="462684" y="729494"/>
                </a:lnTo>
                <a:lnTo>
                  <a:pt x="462856" y="729432"/>
                </a:lnTo>
                <a:lnTo>
                  <a:pt x="463028" y="729369"/>
                </a:lnTo>
                <a:lnTo>
                  <a:pt x="463201" y="729298"/>
                </a:lnTo>
                <a:lnTo>
                  <a:pt x="463373" y="729236"/>
                </a:lnTo>
                <a:lnTo>
                  <a:pt x="463545" y="729174"/>
                </a:lnTo>
                <a:lnTo>
                  <a:pt x="463718" y="729111"/>
                </a:lnTo>
                <a:lnTo>
                  <a:pt x="463890" y="729049"/>
                </a:lnTo>
                <a:lnTo>
                  <a:pt x="464062" y="728987"/>
                </a:lnTo>
                <a:lnTo>
                  <a:pt x="464235" y="728915"/>
                </a:lnTo>
                <a:lnTo>
                  <a:pt x="464407" y="728853"/>
                </a:lnTo>
                <a:lnTo>
                  <a:pt x="464579" y="728791"/>
                </a:lnTo>
                <a:lnTo>
                  <a:pt x="464751" y="728729"/>
                </a:lnTo>
                <a:lnTo>
                  <a:pt x="464924" y="728666"/>
                </a:lnTo>
                <a:lnTo>
                  <a:pt x="465097" y="728604"/>
                </a:lnTo>
                <a:lnTo>
                  <a:pt x="465268" y="728542"/>
                </a:lnTo>
                <a:lnTo>
                  <a:pt x="465441" y="728471"/>
                </a:lnTo>
                <a:lnTo>
                  <a:pt x="465614" y="728408"/>
                </a:lnTo>
                <a:lnTo>
                  <a:pt x="465785" y="728346"/>
                </a:lnTo>
                <a:lnTo>
                  <a:pt x="465958" y="728284"/>
                </a:lnTo>
                <a:lnTo>
                  <a:pt x="466130" y="728222"/>
                </a:lnTo>
                <a:lnTo>
                  <a:pt x="466302" y="728159"/>
                </a:lnTo>
                <a:lnTo>
                  <a:pt x="466475" y="728097"/>
                </a:lnTo>
                <a:lnTo>
                  <a:pt x="466647" y="728026"/>
                </a:lnTo>
                <a:lnTo>
                  <a:pt x="466819" y="727964"/>
                </a:lnTo>
                <a:lnTo>
                  <a:pt x="466992" y="727901"/>
                </a:lnTo>
                <a:lnTo>
                  <a:pt x="467164" y="727839"/>
                </a:lnTo>
                <a:lnTo>
                  <a:pt x="467337" y="727777"/>
                </a:lnTo>
                <a:lnTo>
                  <a:pt x="467508" y="727714"/>
                </a:lnTo>
                <a:lnTo>
                  <a:pt x="467681" y="727652"/>
                </a:lnTo>
                <a:lnTo>
                  <a:pt x="467854" y="727590"/>
                </a:lnTo>
                <a:lnTo>
                  <a:pt x="468025" y="727528"/>
                </a:lnTo>
                <a:lnTo>
                  <a:pt x="468198" y="727457"/>
                </a:lnTo>
                <a:lnTo>
                  <a:pt x="468371" y="727394"/>
                </a:lnTo>
                <a:lnTo>
                  <a:pt x="468542" y="727332"/>
                </a:lnTo>
                <a:lnTo>
                  <a:pt x="468715" y="727270"/>
                </a:lnTo>
                <a:lnTo>
                  <a:pt x="468887" y="727207"/>
                </a:lnTo>
                <a:lnTo>
                  <a:pt x="469060" y="727145"/>
                </a:lnTo>
                <a:lnTo>
                  <a:pt x="469232" y="727083"/>
                </a:lnTo>
                <a:lnTo>
                  <a:pt x="469404" y="727021"/>
                </a:lnTo>
                <a:lnTo>
                  <a:pt x="469577" y="726958"/>
                </a:lnTo>
                <a:lnTo>
                  <a:pt x="469749" y="726896"/>
                </a:lnTo>
                <a:lnTo>
                  <a:pt x="469921" y="726834"/>
                </a:lnTo>
                <a:lnTo>
                  <a:pt x="470094" y="726772"/>
                </a:lnTo>
                <a:lnTo>
                  <a:pt x="470265" y="726709"/>
                </a:lnTo>
                <a:lnTo>
                  <a:pt x="470438" y="726647"/>
                </a:lnTo>
                <a:lnTo>
                  <a:pt x="470611" y="726576"/>
                </a:lnTo>
                <a:lnTo>
                  <a:pt x="470783" y="726513"/>
                </a:lnTo>
                <a:lnTo>
                  <a:pt x="470955" y="726451"/>
                </a:lnTo>
                <a:lnTo>
                  <a:pt x="471128" y="726389"/>
                </a:lnTo>
                <a:lnTo>
                  <a:pt x="471300" y="726327"/>
                </a:lnTo>
                <a:lnTo>
                  <a:pt x="471472" y="726264"/>
                </a:lnTo>
                <a:lnTo>
                  <a:pt x="471644" y="726202"/>
                </a:lnTo>
                <a:lnTo>
                  <a:pt x="471817" y="726140"/>
                </a:lnTo>
                <a:lnTo>
                  <a:pt x="471989" y="726078"/>
                </a:lnTo>
                <a:lnTo>
                  <a:pt x="472161" y="726015"/>
                </a:lnTo>
                <a:lnTo>
                  <a:pt x="472334" y="725953"/>
                </a:lnTo>
                <a:lnTo>
                  <a:pt x="472506" y="725891"/>
                </a:lnTo>
                <a:lnTo>
                  <a:pt x="472678" y="725828"/>
                </a:lnTo>
                <a:lnTo>
                  <a:pt x="472851" y="725766"/>
                </a:lnTo>
                <a:lnTo>
                  <a:pt x="473023" y="725704"/>
                </a:lnTo>
                <a:lnTo>
                  <a:pt x="473195" y="725642"/>
                </a:lnTo>
                <a:lnTo>
                  <a:pt x="473368" y="725579"/>
                </a:lnTo>
                <a:lnTo>
                  <a:pt x="473540" y="725517"/>
                </a:lnTo>
                <a:lnTo>
                  <a:pt x="473712" y="725455"/>
                </a:lnTo>
                <a:lnTo>
                  <a:pt x="473885" y="725393"/>
                </a:lnTo>
                <a:lnTo>
                  <a:pt x="474057" y="725339"/>
                </a:lnTo>
                <a:lnTo>
                  <a:pt x="474229" y="725277"/>
                </a:lnTo>
                <a:lnTo>
                  <a:pt x="474401" y="725215"/>
                </a:lnTo>
                <a:lnTo>
                  <a:pt x="474574" y="725152"/>
                </a:lnTo>
                <a:lnTo>
                  <a:pt x="474747" y="725090"/>
                </a:lnTo>
                <a:lnTo>
                  <a:pt x="474918" y="725028"/>
                </a:lnTo>
                <a:lnTo>
                  <a:pt x="475091" y="724966"/>
                </a:lnTo>
                <a:lnTo>
                  <a:pt x="475263" y="724903"/>
                </a:lnTo>
                <a:lnTo>
                  <a:pt x="475435" y="724841"/>
                </a:lnTo>
                <a:lnTo>
                  <a:pt x="475608" y="724779"/>
                </a:lnTo>
                <a:lnTo>
                  <a:pt x="475780" y="724716"/>
                </a:lnTo>
                <a:lnTo>
                  <a:pt x="475952" y="724654"/>
                </a:lnTo>
                <a:lnTo>
                  <a:pt x="476125" y="724601"/>
                </a:lnTo>
                <a:lnTo>
                  <a:pt x="476297" y="724539"/>
                </a:lnTo>
                <a:lnTo>
                  <a:pt x="476470" y="724476"/>
                </a:lnTo>
                <a:lnTo>
                  <a:pt x="476642" y="724414"/>
                </a:lnTo>
                <a:lnTo>
                  <a:pt x="476814" y="724352"/>
                </a:lnTo>
                <a:lnTo>
                  <a:pt x="476987" y="724289"/>
                </a:lnTo>
                <a:lnTo>
                  <a:pt x="477158" y="724227"/>
                </a:lnTo>
                <a:lnTo>
                  <a:pt x="477331" y="724165"/>
                </a:lnTo>
                <a:lnTo>
                  <a:pt x="477504" y="724111"/>
                </a:lnTo>
                <a:lnTo>
                  <a:pt x="477675" y="724049"/>
                </a:lnTo>
                <a:lnTo>
                  <a:pt x="477848" y="723987"/>
                </a:lnTo>
                <a:lnTo>
                  <a:pt x="478020" y="723925"/>
                </a:lnTo>
                <a:lnTo>
                  <a:pt x="478192" y="723862"/>
                </a:lnTo>
                <a:lnTo>
                  <a:pt x="478365" y="723809"/>
                </a:lnTo>
                <a:lnTo>
                  <a:pt x="478537" y="723747"/>
                </a:lnTo>
                <a:lnTo>
                  <a:pt x="478710" y="723684"/>
                </a:lnTo>
                <a:lnTo>
                  <a:pt x="478882" y="723622"/>
                </a:lnTo>
                <a:lnTo>
                  <a:pt x="479054" y="723560"/>
                </a:lnTo>
                <a:lnTo>
                  <a:pt x="479227" y="723506"/>
                </a:lnTo>
                <a:lnTo>
                  <a:pt x="479399" y="723444"/>
                </a:lnTo>
                <a:lnTo>
                  <a:pt x="479571" y="723382"/>
                </a:lnTo>
                <a:lnTo>
                  <a:pt x="479744" y="723320"/>
                </a:lnTo>
                <a:lnTo>
                  <a:pt x="479915" y="723266"/>
                </a:lnTo>
                <a:lnTo>
                  <a:pt x="480088" y="723204"/>
                </a:lnTo>
                <a:lnTo>
                  <a:pt x="480261" y="723142"/>
                </a:lnTo>
                <a:lnTo>
                  <a:pt x="480433" y="723079"/>
                </a:lnTo>
                <a:lnTo>
                  <a:pt x="480605" y="723026"/>
                </a:lnTo>
                <a:lnTo>
                  <a:pt x="480777" y="722964"/>
                </a:lnTo>
                <a:lnTo>
                  <a:pt x="480950" y="722901"/>
                </a:lnTo>
                <a:lnTo>
                  <a:pt x="481122" y="722848"/>
                </a:lnTo>
                <a:lnTo>
                  <a:pt x="481294" y="722786"/>
                </a:lnTo>
                <a:lnTo>
                  <a:pt x="481467" y="722724"/>
                </a:lnTo>
                <a:lnTo>
                  <a:pt x="481639" y="722670"/>
                </a:lnTo>
                <a:lnTo>
                  <a:pt x="481811" y="722608"/>
                </a:lnTo>
                <a:lnTo>
                  <a:pt x="481984" y="722546"/>
                </a:lnTo>
                <a:lnTo>
                  <a:pt x="482156" y="722492"/>
                </a:lnTo>
                <a:lnTo>
                  <a:pt x="482328" y="722430"/>
                </a:lnTo>
                <a:lnTo>
                  <a:pt x="482501" y="722377"/>
                </a:lnTo>
                <a:lnTo>
                  <a:pt x="482673" y="722314"/>
                </a:lnTo>
                <a:lnTo>
                  <a:pt x="482845" y="722252"/>
                </a:lnTo>
                <a:lnTo>
                  <a:pt x="483018" y="722199"/>
                </a:lnTo>
                <a:lnTo>
                  <a:pt x="483190" y="722136"/>
                </a:lnTo>
                <a:lnTo>
                  <a:pt x="483362" y="722083"/>
                </a:lnTo>
                <a:lnTo>
                  <a:pt x="483535" y="722021"/>
                </a:lnTo>
                <a:lnTo>
                  <a:pt x="483707" y="721959"/>
                </a:lnTo>
                <a:lnTo>
                  <a:pt x="483879" y="721905"/>
                </a:lnTo>
                <a:lnTo>
                  <a:pt x="484051" y="721843"/>
                </a:lnTo>
                <a:lnTo>
                  <a:pt x="484224" y="721789"/>
                </a:lnTo>
                <a:lnTo>
                  <a:pt x="484397" y="721727"/>
                </a:lnTo>
                <a:lnTo>
                  <a:pt x="484568" y="721674"/>
                </a:lnTo>
                <a:lnTo>
                  <a:pt x="484741" y="721612"/>
                </a:lnTo>
                <a:lnTo>
                  <a:pt x="484914" y="721558"/>
                </a:lnTo>
                <a:lnTo>
                  <a:pt x="485085" y="721496"/>
                </a:lnTo>
                <a:lnTo>
                  <a:pt x="485258" y="721443"/>
                </a:lnTo>
                <a:lnTo>
                  <a:pt x="485430" y="721380"/>
                </a:lnTo>
                <a:lnTo>
                  <a:pt x="485602" y="721327"/>
                </a:lnTo>
                <a:lnTo>
                  <a:pt x="485775" y="721265"/>
                </a:lnTo>
                <a:lnTo>
                  <a:pt x="485947" y="721211"/>
                </a:lnTo>
                <a:lnTo>
                  <a:pt x="486120" y="721158"/>
                </a:lnTo>
                <a:lnTo>
                  <a:pt x="486292" y="721096"/>
                </a:lnTo>
                <a:lnTo>
                  <a:pt x="486464" y="721042"/>
                </a:lnTo>
                <a:lnTo>
                  <a:pt x="486637" y="720980"/>
                </a:lnTo>
                <a:lnTo>
                  <a:pt x="486808" y="720926"/>
                </a:lnTo>
                <a:lnTo>
                  <a:pt x="486981" y="720873"/>
                </a:lnTo>
                <a:lnTo>
                  <a:pt x="487154" y="720811"/>
                </a:lnTo>
                <a:lnTo>
                  <a:pt x="487325" y="720758"/>
                </a:lnTo>
                <a:lnTo>
                  <a:pt x="487498" y="720704"/>
                </a:lnTo>
                <a:lnTo>
                  <a:pt x="487671" y="720642"/>
                </a:lnTo>
                <a:lnTo>
                  <a:pt x="487843" y="720588"/>
                </a:lnTo>
                <a:lnTo>
                  <a:pt x="488015" y="720535"/>
                </a:lnTo>
                <a:lnTo>
                  <a:pt x="488187" y="720473"/>
                </a:lnTo>
                <a:lnTo>
                  <a:pt x="488360" y="720419"/>
                </a:lnTo>
                <a:lnTo>
                  <a:pt x="488532" y="720366"/>
                </a:lnTo>
                <a:lnTo>
                  <a:pt x="488704" y="720313"/>
                </a:lnTo>
                <a:lnTo>
                  <a:pt x="488877" y="720250"/>
                </a:lnTo>
                <a:lnTo>
                  <a:pt x="489049" y="720197"/>
                </a:lnTo>
                <a:lnTo>
                  <a:pt x="489221" y="720144"/>
                </a:lnTo>
                <a:lnTo>
                  <a:pt x="489394" y="720090"/>
                </a:lnTo>
                <a:lnTo>
                  <a:pt x="489565" y="720028"/>
                </a:lnTo>
                <a:lnTo>
                  <a:pt x="489738" y="719975"/>
                </a:lnTo>
                <a:lnTo>
                  <a:pt x="489911" y="719921"/>
                </a:lnTo>
                <a:lnTo>
                  <a:pt x="490083" y="719868"/>
                </a:lnTo>
                <a:lnTo>
                  <a:pt x="490255" y="719814"/>
                </a:lnTo>
                <a:lnTo>
                  <a:pt x="490428" y="719761"/>
                </a:lnTo>
                <a:lnTo>
                  <a:pt x="490600" y="719708"/>
                </a:lnTo>
                <a:lnTo>
                  <a:pt x="490772" y="719645"/>
                </a:lnTo>
                <a:lnTo>
                  <a:pt x="490944" y="719592"/>
                </a:lnTo>
                <a:lnTo>
                  <a:pt x="491117" y="719539"/>
                </a:lnTo>
                <a:lnTo>
                  <a:pt x="491289" y="719485"/>
                </a:lnTo>
                <a:lnTo>
                  <a:pt x="491461" y="719432"/>
                </a:lnTo>
                <a:lnTo>
                  <a:pt x="491634" y="719379"/>
                </a:lnTo>
                <a:lnTo>
                  <a:pt x="491806" y="719325"/>
                </a:lnTo>
                <a:lnTo>
                  <a:pt x="491978" y="719272"/>
                </a:lnTo>
                <a:lnTo>
                  <a:pt x="492151" y="719218"/>
                </a:lnTo>
                <a:lnTo>
                  <a:pt x="492323" y="719165"/>
                </a:lnTo>
                <a:lnTo>
                  <a:pt x="492495" y="719112"/>
                </a:lnTo>
                <a:lnTo>
                  <a:pt x="492668" y="719058"/>
                </a:lnTo>
                <a:lnTo>
                  <a:pt x="492840" y="719005"/>
                </a:lnTo>
                <a:lnTo>
                  <a:pt x="493012" y="718952"/>
                </a:lnTo>
                <a:lnTo>
                  <a:pt x="493185" y="718898"/>
                </a:lnTo>
                <a:lnTo>
                  <a:pt x="493357" y="718845"/>
                </a:lnTo>
                <a:lnTo>
                  <a:pt x="493530" y="718791"/>
                </a:lnTo>
                <a:lnTo>
                  <a:pt x="493701" y="718747"/>
                </a:lnTo>
                <a:lnTo>
                  <a:pt x="493874" y="718693"/>
                </a:lnTo>
                <a:lnTo>
                  <a:pt x="494047" y="718640"/>
                </a:lnTo>
                <a:lnTo>
                  <a:pt x="494218" y="718587"/>
                </a:lnTo>
                <a:lnTo>
                  <a:pt x="494391" y="718533"/>
                </a:lnTo>
                <a:lnTo>
                  <a:pt x="494563" y="718480"/>
                </a:lnTo>
                <a:lnTo>
                  <a:pt x="494735" y="718436"/>
                </a:lnTo>
                <a:lnTo>
                  <a:pt x="494908" y="718382"/>
                </a:lnTo>
                <a:lnTo>
                  <a:pt x="495080" y="718329"/>
                </a:lnTo>
                <a:lnTo>
                  <a:pt x="495253" y="718275"/>
                </a:lnTo>
                <a:lnTo>
                  <a:pt x="495425" y="718231"/>
                </a:lnTo>
                <a:lnTo>
                  <a:pt x="495597" y="718178"/>
                </a:lnTo>
                <a:lnTo>
                  <a:pt x="495770" y="718124"/>
                </a:lnTo>
                <a:lnTo>
                  <a:pt x="495942" y="718071"/>
                </a:lnTo>
                <a:lnTo>
                  <a:pt x="496114" y="718026"/>
                </a:lnTo>
                <a:lnTo>
                  <a:pt x="496287" y="717973"/>
                </a:lnTo>
                <a:lnTo>
                  <a:pt x="496458" y="717928"/>
                </a:lnTo>
                <a:lnTo>
                  <a:pt x="496631" y="717875"/>
                </a:lnTo>
                <a:lnTo>
                  <a:pt x="496804" y="717822"/>
                </a:lnTo>
                <a:lnTo>
                  <a:pt x="496975" y="717777"/>
                </a:lnTo>
                <a:lnTo>
                  <a:pt x="497148" y="717724"/>
                </a:lnTo>
                <a:lnTo>
                  <a:pt x="497320" y="717679"/>
                </a:lnTo>
                <a:lnTo>
                  <a:pt x="497493" y="717626"/>
                </a:lnTo>
                <a:lnTo>
                  <a:pt x="497665" y="717581"/>
                </a:lnTo>
                <a:lnTo>
                  <a:pt x="497837" y="717528"/>
                </a:lnTo>
                <a:lnTo>
                  <a:pt x="498010" y="717484"/>
                </a:lnTo>
                <a:lnTo>
                  <a:pt x="498182" y="717430"/>
                </a:lnTo>
                <a:lnTo>
                  <a:pt x="498354" y="717386"/>
                </a:lnTo>
                <a:lnTo>
                  <a:pt x="498527" y="717332"/>
                </a:lnTo>
                <a:lnTo>
                  <a:pt x="498699" y="717288"/>
                </a:lnTo>
                <a:lnTo>
                  <a:pt x="498871" y="717234"/>
                </a:lnTo>
                <a:lnTo>
                  <a:pt x="499044" y="717190"/>
                </a:lnTo>
                <a:lnTo>
                  <a:pt x="499216" y="717146"/>
                </a:lnTo>
                <a:lnTo>
                  <a:pt x="499388" y="717092"/>
                </a:lnTo>
                <a:lnTo>
                  <a:pt x="499561" y="717048"/>
                </a:lnTo>
                <a:lnTo>
                  <a:pt x="499733" y="717003"/>
                </a:lnTo>
                <a:lnTo>
                  <a:pt x="499905" y="716950"/>
                </a:lnTo>
                <a:lnTo>
                  <a:pt x="500077" y="716905"/>
                </a:lnTo>
                <a:lnTo>
                  <a:pt x="500250" y="716861"/>
                </a:lnTo>
                <a:lnTo>
                  <a:pt x="500422" y="716816"/>
                </a:lnTo>
                <a:lnTo>
                  <a:pt x="500594" y="716763"/>
                </a:lnTo>
                <a:lnTo>
                  <a:pt x="500767" y="716718"/>
                </a:lnTo>
                <a:lnTo>
                  <a:pt x="500940" y="716674"/>
                </a:lnTo>
                <a:lnTo>
                  <a:pt x="501111" y="716630"/>
                </a:lnTo>
                <a:lnTo>
                  <a:pt x="501284" y="716585"/>
                </a:lnTo>
                <a:lnTo>
                  <a:pt x="501456" y="716541"/>
                </a:lnTo>
                <a:lnTo>
                  <a:pt x="501628" y="716487"/>
                </a:lnTo>
                <a:lnTo>
                  <a:pt x="501801" y="716443"/>
                </a:lnTo>
                <a:lnTo>
                  <a:pt x="501973" y="716398"/>
                </a:lnTo>
                <a:lnTo>
                  <a:pt x="502145" y="716354"/>
                </a:lnTo>
                <a:lnTo>
                  <a:pt x="502318" y="716309"/>
                </a:lnTo>
                <a:lnTo>
                  <a:pt x="502490" y="716265"/>
                </a:lnTo>
                <a:lnTo>
                  <a:pt x="502662" y="716220"/>
                </a:lnTo>
                <a:lnTo>
                  <a:pt x="502834" y="716176"/>
                </a:lnTo>
                <a:lnTo>
                  <a:pt x="503007" y="716131"/>
                </a:lnTo>
                <a:lnTo>
                  <a:pt x="503180" y="716087"/>
                </a:lnTo>
                <a:lnTo>
                  <a:pt x="503351" y="716051"/>
                </a:lnTo>
                <a:lnTo>
                  <a:pt x="503524" y="716007"/>
                </a:lnTo>
                <a:lnTo>
                  <a:pt x="503697" y="715962"/>
                </a:lnTo>
                <a:lnTo>
                  <a:pt x="503868" y="715918"/>
                </a:lnTo>
                <a:lnTo>
                  <a:pt x="504041" y="715873"/>
                </a:lnTo>
                <a:lnTo>
                  <a:pt x="504213" y="715829"/>
                </a:lnTo>
                <a:lnTo>
                  <a:pt x="504385" y="715793"/>
                </a:lnTo>
                <a:lnTo>
                  <a:pt x="504558" y="715749"/>
                </a:lnTo>
                <a:lnTo>
                  <a:pt x="504730" y="715704"/>
                </a:lnTo>
                <a:lnTo>
                  <a:pt x="504903" y="715660"/>
                </a:lnTo>
                <a:lnTo>
                  <a:pt x="505075" y="715624"/>
                </a:lnTo>
                <a:lnTo>
                  <a:pt x="505247" y="715580"/>
                </a:lnTo>
                <a:lnTo>
                  <a:pt x="505420" y="715535"/>
                </a:lnTo>
                <a:lnTo>
                  <a:pt x="505592" y="715500"/>
                </a:lnTo>
                <a:lnTo>
                  <a:pt x="505764" y="715455"/>
                </a:lnTo>
                <a:lnTo>
                  <a:pt x="505937" y="715420"/>
                </a:lnTo>
                <a:lnTo>
                  <a:pt x="506108" y="715375"/>
                </a:lnTo>
                <a:lnTo>
                  <a:pt x="506281" y="715339"/>
                </a:lnTo>
                <a:lnTo>
                  <a:pt x="506454" y="715295"/>
                </a:lnTo>
                <a:lnTo>
                  <a:pt x="506626" y="715259"/>
                </a:lnTo>
                <a:lnTo>
                  <a:pt x="506798" y="715215"/>
                </a:lnTo>
                <a:lnTo>
                  <a:pt x="506970" y="715179"/>
                </a:lnTo>
                <a:lnTo>
                  <a:pt x="507143" y="715135"/>
                </a:lnTo>
                <a:lnTo>
                  <a:pt x="507315" y="715099"/>
                </a:lnTo>
                <a:lnTo>
                  <a:pt x="507487" y="715064"/>
                </a:lnTo>
                <a:lnTo>
                  <a:pt x="507660" y="715019"/>
                </a:lnTo>
                <a:lnTo>
                  <a:pt x="507832" y="714984"/>
                </a:lnTo>
                <a:lnTo>
                  <a:pt x="508004" y="714948"/>
                </a:lnTo>
                <a:lnTo>
                  <a:pt x="508177" y="714904"/>
                </a:lnTo>
                <a:lnTo>
                  <a:pt x="508349" y="714868"/>
                </a:lnTo>
                <a:lnTo>
                  <a:pt x="508521" y="714832"/>
                </a:lnTo>
                <a:lnTo>
                  <a:pt x="508694" y="714797"/>
                </a:lnTo>
                <a:lnTo>
                  <a:pt x="508866" y="714761"/>
                </a:lnTo>
                <a:lnTo>
                  <a:pt x="509038" y="714717"/>
                </a:lnTo>
                <a:lnTo>
                  <a:pt x="509211" y="714681"/>
                </a:lnTo>
                <a:lnTo>
                  <a:pt x="509383" y="714646"/>
                </a:lnTo>
                <a:lnTo>
                  <a:pt x="509555" y="714610"/>
                </a:lnTo>
                <a:lnTo>
                  <a:pt x="509727" y="714574"/>
                </a:lnTo>
                <a:lnTo>
                  <a:pt x="509900" y="714539"/>
                </a:lnTo>
                <a:lnTo>
                  <a:pt x="510072" y="714503"/>
                </a:lnTo>
                <a:lnTo>
                  <a:pt x="510244" y="714468"/>
                </a:lnTo>
                <a:lnTo>
                  <a:pt x="510417" y="714432"/>
                </a:lnTo>
                <a:lnTo>
                  <a:pt x="510590" y="714397"/>
                </a:lnTo>
                <a:lnTo>
                  <a:pt x="510761" y="714370"/>
                </a:lnTo>
                <a:lnTo>
                  <a:pt x="510934" y="714334"/>
                </a:lnTo>
                <a:lnTo>
                  <a:pt x="511106" y="714299"/>
                </a:lnTo>
                <a:lnTo>
                  <a:pt x="511278" y="714263"/>
                </a:lnTo>
                <a:lnTo>
                  <a:pt x="511451" y="714227"/>
                </a:lnTo>
                <a:lnTo>
                  <a:pt x="511623" y="714201"/>
                </a:lnTo>
                <a:lnTo>
                  <a:pt x="511795" y="714165"/>
                </a:lnTo>
                <a:lnTo>
                  <a:pt x="511968" y="714130"/>
                </a:lnTo>
                <a:lnTo>
                  <a:pt x="512140" y="714103"/>
                </a:lnTo>
                <a:lnTo>
                  <a:pt x="512313" y="714067"/>
                </a:lnTo>
                <a:lnTo>
                  <a:pt x="512484" y="714032"/>
                </a:lnTo>
                <a:lnTo>
                  <a:pt x="512657" y="714005"/>
                </a:lnTo>
                <a:lnTo>
                  <a:pt x="512830" y="713970"/>
                </a:lnTo>
                <a:lnTo>
                  <a:pt x="513001" y="713943"/>
                </a:lnTo>
                <a:lnTo>
                  <a:pt x="513174" y="713907"/>
                </a:lnTo>
                <a:lnTo>
                  <a:pt x="513347" y="713881"/>
                </a:lnTo>
                <a:lnTo>
                  <a:pt x="513518" y="713845"/>
                </a:lnTo>
                <a:lnTo>
                  <a:pt x="513691" y="713818"/>
                </a:lnTo>
                <a:lnTo>
                  <a:pt x="513863" y="713792"/>
                </a:lnTo>
                <a:lnTo>
                  <a:pt x="514035" y="713756"/>
                </a:lnTo>
                <a:lnTo>
                  <a:pt x="514208" y="713729"/>
                </a:lnTo>
                <a:lnTo>
                  <a:pt x="514380" y="713703"/>
                </a:lnTo>
                <a:lnTo>
                  <a:pt x="514553" y="713667"/>
                </a:lnTo>
                <a:lnTo>
                  <a:pt x="514725" y="713640"/>
                </a:lnTo>
                <a:lnTo>
                  <a:pt x="514897" y="713614"/>
                </a:lnTo>
                <a:lnTo>
                  <a:pt x="515070" y="713587"/>
                </a:lnTo>
                <a:lnTo>
                  <a:pt x="515241" y="713560"/>
                </a:lnTo>
                <a:lnTo>
                  <a:pt x="515414" y="713534"/>
                </a:lnTo>
                <a:lnTo>
                  <a:pt x="515587" y="713507"/>
                </a:lnTo>
                <a:lnTo>
                  <a:pt x="515758" y="713480"/>
                </a:lnTo>
                <a:lnTo>
                  <a:pt x="515931" y="713453"/>
                </a:lnTo>
                <a:lnTo>
                  <a:pt x="516104" y="713427"/>
                </a:lnTo>
                <a:lnTo>
                  <a:pt x="516276" y="713400"/>
                </a:lnTo>
                <a:lnTo>
                  <a:pt x="516448" y="713373"/>
                </a:lnTo>
                <a:lnTo>
                  <a:pt x="516620" y="713347"/>
                </a:lnTo>
                <a:lnTo>
                  <a:pt x="516793" y="713320"/>
                </a:lnTo>
                <a:lnTo>
                  <a:pt x="516965" y="713293"/>
                </a:lnTo>
                <a:lnTo>
                  <a:pt x="517137" y="713276"/>
                </a:lnTo>
                <a:lnTo>
                  <a:pt x="517310" y="713249"/>
                </a:lnTo>
                <a:lnTo>
                  <a:pt x="517482" y="713222"/>
                </a:lnTo>
                <a:lnTo>
                  <a:pt x="517654" y="713204"/>
                </a:lnTo>
                <a:lnTo>
                  <a:pt x="517827" y="713178"/>
                </a:lnTo>
                <a:lnTo>
                  <a:pt x="517999" y="713151"/>
                </a:lnTo>
                <a:lnTo>
                  <a:pt x="518171" y="713133"/>
                </a:lnTo>
                <a:lnTo>
                  <a:pt x="518344" y="713107"/>
                </a:lnTo>
                <a:lnTo>
                  <a:pt x="518516" y="713089"/>
                </a:lnTo>
                <a:lnTo>
                  <a:pt x="518688" y="713062"/>
                </a:lnTo>
                <a:lnTo>
                  <a:pt x="518861" y="713044"/>
                </a:lnTo>
                <a:lnTo>
                  <a:pt x="519033" y="713018"/>
                </a:lnTo>
                <a:lnTo>
                  <a:pt x="519205" y="713000"/>
                </a:lnTo>
                <a:lnTo>
                  <a:pt x="519377" y="712982"/>
                </a:lnTo>
                <a:lnTo>
                  <a:pt x="519550" y="712964"/>
                </a:lnTo>
                <a:lnTo>
                  <a:pt x="519722" y="712938"/>
                </a:lnTo>
                <a:lnTo>
                  <a:pt x="519894" y="712920"/>
                </a:lnTo>
                <a:lnTo>
                  <a:pt x="520067" y="712902"/>
                </a:lnTo>
                <a:lnTo>
                  <a:pt x="520239" y="712884"/>
                </a:lnTo>
                <a:lnTo>
                  <a:pt x="520411" y="712866"/>
                </a:lnTo>
                <a:lnTo>
                  <a:pt x="520584" y="712849"/>
                </a:lnTo>
                <a:lnTo>
                  <a:pt x="520756" y="712831"/>
                </a:lnTo>
                <a:lnTo>
                  <a:pt x="520928" y="712813"/>
                </a:lnTo>
                <a:lnTo>
                  <a:pt x="521101" y="712795"/>
                </a:lnTo>
                <a:lnTo>
                  <a:pt x="521273" y="712777"/>
                </a:lnTo>
                <a:lnTo>
                  <a:pt x="521445" y="712760"/>
                </a:lnTo>
                <a:lnTo>
                  <a:pt x="521618" y="712742"/>
                </a:lnTo>
                <a:lnTo>
                  <a:pt x="521790" y="712724"/>
                </a:lnTo>
                <a:lnTo>
                  <a:pt x="521963" y="712706"/>
                </a:lnTo>
                <a:lnTo>
                  <a:pt x="522134" y="712697"/>
                </a:lnTo>
                <a:lnTo>
                  <a:pt x="522307" y="712679"/>
                </a:lnTo>
                <a:lnTo>
                  <a:pt x="522480" y="712662"/>
                </a:lnTo>
                <a:lnTo>
                  <a:pt x="522651" y="712653"/>
                </a:lnTo>
                <a:lnTo>
                  <a:pt x="522824" y="712635"/>
                </a:lnTo>
                <a:lnTo>
                  <a:pt x="522996" y="712626"/>
                </a:lnTo>
                <a:lnTo>
                  <a:pt x="523168" y="712608"/>
                </a:lnTo>
                <a:lnTo>
                  <a:pt x="523341" y="712599"/>
                </a:lnTo>
                <a:lnTo>
                  <a:pt x="523513" y="712582"/>
                </a:lnTo>
                <a:lnTo>
                  <a:pt x="523686" y="712573"/>
                </a:lnTo>
                <a:lnTo>
                  <a:pt x="523858" y="712564"/>
                </a:lnTo>
                <a:lnTo>
                  <a:pt x="524030" y="712546"/>
                </a:lnTo>
                <a:lnTo>
                  <a:pt x="524203" y="712537"/>
                </a:lnTo>
                <a:lnTo>
                  <a:pt x="524375" y="712528"/>
                </a:lnTo>
                <a:lnTo>
                  <a:pt x="524547" y="712519"/>
                </a:lnTo>
                <a:lnTo>
                  <a:pt x="524720" y="712502"/>
                </a:lnTo>
                <a:lnTo>
                  <a:pt x="524891" y="712493"/>
                </a:lnTo>
                <a:lnTo>
                  <a:pt x="525064" y="712484"/>
                </a:lnTo>
                <a:lnTo>
                  <a:pt x="525237" y="712475"/>
                </a:lnTo>
                <a:lnTo>
                  <a:pt x="525409" y="712466"/>
                </a:lnTo>
                <a:lnTo>
                  <a:pt x="525581" y="712457"/>
                </a:lnTo>
                <a:lnTo>
                  <a:pt x="525754" y="712457"/>
                </a:lnTo>
                <a:lnTo>
                  <a:pt x="525926" y="712448"/>
                </a:lnTo>
                <a:lnTo>
                  <a:pt x="526098" y="712439"/>
                </a:lnTo>
                <a:lnTo>
                  <a:pt x="526270" y="712430"/>
                </a:lnTo>
                <a:lnTo>
                  <a:pt x="526443" y="712422"/>
                </a:lnTo>
                <a:lnTo>
                  <a:pt x="526615" y="712422"/>
                </a:lnTo>
                <a:lnTo>
                  <a:pt x="526787" y="712413"/>
                </a:lnTo>
                <a:lnTo>
                  <a:pt x="526960" y="712413"/>
                </a:lnTo>
                <a:lnTo>
                  <a:pt x="527132" y="712404"/>
                </a:lnTo>
                <a:lnTo>
                  <a:pt x="527304" y="712404"/>
                </a:lnTo>
                <a:lnTo>
                  <a:pt x="527477" y="712395"/>
                </a:lnTo>
                <a:lnTo>
                  <a:pt x="527649" y="712395"/>
                </a:lnTo>
                <a:lnTo>
                  <a:pt x="527821" y="712386"/>
                </a:lnTo>
                <a:lnTo>
                  <a:pt x="527994" y="712386"/>
                </a:lnTo>
                <a:lnTo>
                  <a:pt x="528166" y="712386"/>
                </a:lnTo>
                <a:lnTo>
                  <a:pt x="528338" y="712386"/>
                </a:lnTo>
                <a:lnTo>
                  <a:pt x="528511" y="712377"/>
                </a:lnTo>
                <a:lnTo>
                  <a:pt x="528683" y="712377"/>
                </a:lnTo>
                <a:lnTo>
                  <a:pt x="528855" y="712377"/>
                </a:lnTo>
                <a:lnTo>
                  <a:pt x="529027" y="712377"/>
                </a:lnTo>
                <a:lnTo>
                  <a:pt x="529200" y="712377"/>
                </a:lnTo>
                <a:lnTo>
                  <a:pt x="529373" y="712377"/>
                </a:lnTo>
                <a:lnTo>
                  <a:pt x="529544" y="712377"/>
                </a:lnTo>
                <a:lnTo>
                  <a:pt x="529717" y="712377"/>
                </a:lnTo>
                <a:lnTo>
                  <a:pt x="529890" y="712386"/>
                </a:lnTo>
                <a:lnTo>
                  <a:pt x="530061" y="712386"/>
                </a:lnTo>
                <a:lnTo>
                  <a:pt x="530234" y="712386"/>
                </a:lnTo>
                <a:lnTo>
                  <a:pt x="530406" y="712395"/>
                </a:lnTo>
                <a:lnTo>
                  <a:pt x="530578" y="712395"/>
                </a:lnTo>
                <a:lnTo>
                  <a:pt x="530751" y="712395"/>
                </a:lnTo>
                <a:lnTo>
                  <a:pt x="530923" y="712404"/>
                </a:lnTo>
                <a:lnTo>
                  <a:pt x="531096" y="712404"/>
                </a:lnTo>
                <a:lnTo>
                  <a:pt x="531268" y="712413"/>
                </a:lnTo>
                <a:lnTo>
                  <a:pt x="531440" y="712422"/>
                </a:lnTo>
                <a:lnTo>
                  <a:pt x="531613" y="712422"/>
                </a:lnTo>
                <a:lnTo>
                  <a:pt x="531784" y="712430"/>
                </a:lnTo>
                <a:lnTo>
                  <a:pt x="531957" y="712439"/>
                </a:lnTo>
                <a:lnTo>
                  <a:pt x="532130" y="712448"/>
                </a:lnTo>
                <a:lnTo>
                  <a:pt x="532301" y="712457"/>
                </a:lnTo>
                <a:lnTo>
                  <a:pt x="532474" y="712457"/>
                </a:lnTo>
                <a:lnTo>
                  <a:pt x="532647" y="712466"/>
                </a:lnTo>
                <a:lnTo>
                  <a:pt x="532818" y="712475"/>
                </a:lnTo>
                <a:lnTo>
                  <a:pt x="532991" y="712493"/>
                </a:lnTo>
                <a:lnTo>
                  <a:pt x="533163" y="712502"/>
                </a:lnTo>
                <a:lnTo>
                  <a:pt x="533336" y="712510"/>
                </a:lnTo>
                <a:lnTo>
                  <a:pt x="533508" y="712519"/>
                </a:lnTo>
                <a:lnTo>
                  <a:pt x="533680" y="712528"/>
                </a:lnTo>
                <a:lnTo>
                  <a:pt x="533853" y="712546"/>
                </a:lnTo>
                <a:lnTo>
                  <a:pt x="534025" y="712555"/>
                </a:lnTo>
                <a:lnTo>
                  <a:pt x="534197" y="712573"/>
                </a:lnTo>
                <a:lnTo>
                  <a:pt x="534370" y="712582"/>
                </a:lnTo>
                <a:lnTo>
                  <a:pt x="534541" y="712599"/>
                </a:lnTo>
                <a:lnTo>
                  <a:pt x="534714" y="712608"/>
                </a:lnTo>
                <a:lnTo>
                  <a:pt x="534887" y="712626"/>
                </a:lnTo>
                <a:lnTo>
                  <a:pt x="535059" y="712644"/>
                </a:lnTo>
                <a:lnTo>
                  <a:pt x="535231" y="712662"/>
                </a:lnTo>
                <a:lnTo>
                  <a:pt x="535404" y="712671"/>
                </a:lnTo>
                <a:lnTo>
                  <a:pt x="535576" y="712688"/>
                </a:lnTo>
                <a:lnTo>
                  <a:pt x="535748" y="712706"/>
                </a:lnTo>
                <a:lnTo>
                  <a:pt x="535920" y="712724"/>
                </a:lnTo>
                <a:lnTo>
                  <a:pt x="536093" y="712742"/>
                </a:lnTo>
                <a:lnTo>
                  <a:pt x="536265" y="712760"/>
                </a:lnTo>
                <a:lnTo>
                  <a:pt x="536437" y="712777"/>
                </a:lnTo>
                <a:lnTo>
                  <a:pt x="536610" y="712804"/>
                </a:lnTo>
                <a:lnTo>
                  <a:pt x="536782" y="712822"/>
                </a:lnTo>
                <a:lnTo>
                  <a:pt x="536954" y="712840"/>
                </a:lnTo>
                <a:lnTo>
                  <a:pt x="537127" y="712866"/>
                </a:lnTo>
                <a:lnTo>
                  <a:pt x="537299" y="712884"/>
                </a:lnTo>
                <a:lnTo>
                  <a:pt x="537471" y="712911"/>
                </a:lnTo>
                <a:lnTo>
                  <a:pt x="537644" y="712929"/>
                </a:lnTo>
                <a:lnTo>
                  <a:pt x="537816" y="712955"/>
                </a:lnTo>
                <a:lnTo>
                  <a:pt x="537988" y="712973"/>
                </a:lnTo>
                <a:lnTo>
                  <a:pt x="538161" y="713000"/>
                </a:lnTo>
                <a:lnTo>
                  <a:pt x="538333" y="713026"/>
                </a:lnTo>
                <a:lnTo>
                  <a:pt x="538505" y="713053"/>
                </a:lnTo>
                <a:lnTo>
                  <a:pt x="538677" y="713080"/>
                </a:lnTo>
                <a:lnTo>
                  <a:pt x="538850" y="713107"/>
                </a:lnTo>
                <a:lnTo>
                  <a:pt x="539023" y="713133"/>
                </a:lnTo>
                <a:lnTo>
                  <a:pt x="539194" y="713160"/>
                </a:lnTo>
                <a:lnTo>
                  <a:pt x="539367" y="713187"/>
                </a:lnTo>
                <a:lnTo>
                  <a:pt x="539539" y="713213"/>
                </a:lnTo>
                <a:lnTo>
                  <a:pt x="539711" y="713240"/>
                </a:lnTo>
                <a:lnTo>
                  <a:pt x="539884" y="713276"/>
                </a:lnTo>
                <a:lnTo>
                  <a:pt x="540056" y="713302"/>
                </a:lnTo>
                <a:lnTo>
                  <a:pt x="540228" y="713338"/>
                </a:lnTo>
                <a:lnTo>
                  <a:pt x="540401" y="713365"/>
                </a:lnTo>
                <a:lnTo>
                  <a:pt x="540573" y="713400"/>
                </a:lnTo>
                <a:lnTo>
                  <a:pt x="540746" y="713427"/>
                </a:lnTo>
                <a:lnTo>
                  <a:pt x="540918" y="713462"/>
                </a:lnTo>
                <a:lnTo>
                  <a:pt x="541090" y="713498"/>
                </a:lnTo>
                <a:lnTo>
                  <a:pt x="541263" y="713534"/>
                </a:lnTo>
                <a:lnTo>
                  <a:pt x="541434" y="713560"/>
                </a:lnTo>
                <a:lnTo>
                  <a:pt x="541607" y="713596"/>
                </a:lnTo>
                <a:lnTo>
                  <a:pt x="541780" y="713631"/>
                </a:lnTo>
                <a:lnTo>
                  <a:pt x="541951" y="713676"/>
                </a:lnTo>
                <a:lnTo>
                  <a:pt x="542124" y="713711"/>
                </a:lnTo>
                <a:lnTo>
                  <a:pt x="542296" y="713747"/>
                </a:lnTo>
                <a:lnTo>
                  <a:pt x="542469" y="713783"/>
                </a:lnTo>
                <a:lnTo>
                  <a:pt x="542641" y="713818"/>
                </a:lnTo>
                <a:lnTo>
                  <a:pt x="542813" y="713863"/>
                </a:lnTo>
                <a:lnTo>
                  <a:pt x="542986" y="713898"/>
                </a:lnTo>
                <a:lnTo>
                  <a:pt x="543158" y="713943"/>
                </a:lnTo>
                <a:lnTo>
                  <a:pt x="543330" y="713978"/>
                </a:lnTo>
                <a:lnTo>
                  <a:pt x="543503" y="714023"/>
                </a:lnTo>
                <a:lnTo>
                  <a:pt x="543675" y="714067"/>
                </a:lnTo>
                <a:lnTo>
                  <a:pt x="543847" y="714112"/>
                </a:lnTo>
                <a:lnTo>
                  <a:pt x="544020" y="714147"/>
                </a:lnTo>
                <a:lnTo>
                  <a:pt x="544191" y="714192"/>
                </a:lnTo>
                <a:lnTo>
                  <a:pt x="544364" y="714236"/>
                </a:lnTo>
                <a:lnTo>
                  <a:pt x="544537" y="714281"/>
                </a:lnTo>
                <a:lnTo>
                  <a:pt x="544709" y="714325"/>
                </a:lnTo>
                <a:lnTo>
                  <a:pt x="544881" y="714379"/>
                </a:lnTo>
                <a:lnTo>
                  <a:pt x="545053" y="714423"/>
                </a:lnTo>
                <a:lnTo>
                  <a:pt x="545226" y="714468"/>
                </a:lnTo>
                <a:lnTo>
                  <a:pt x="545398" y="714521"/>
                </a:lnTo>
                <a:lnTo>
                  <a:pt x="545570" y="714566"/>
                </a:lnTo>
                <a:lnTo>
                  <a:pt x="545743" y="714619"/>
                </a:lnTo>
                <a:lnTo>
                  <a:pt x="545915" y="714663"/>
                </a:lnTo>
                <a:lnTo>
                  <a:pt x="546087" y="714717"/>
                </a:lnTo>
                <a:lnTo>
                  <a:pt x="546260" y="714770"/>
                </a:lnTo>
                <a:lnTo>
                  <a:pt x="546432" y="714815"/>
                </a:lnTo>
                <a:lnTo>
                  <a:pt x="546604" y="714868"/>
                </a:lnTo>
                <a:lnTo>
                  <a:pt x="546777" y="714921"/>
                </a:lnTo>
                <a:lnTo>
                  <a:pt x="546949" y="714975"/>
                </a:lnTo>
                <a:lnTo>
                  <a:pt x="547121" y="715028"/>
                </a:lnTo>
                <a:lnTo>
                  <a:pt x="547294" y="715082"/>
                </a:lnTo>
                <a:lnTo>
                  <a:pt x="547466" y="715144"/>
                </a:lnTo>
                <a:lnTo>
                  <a:pt x="547638" y="715197"/>
                </a:lnTo>
                <a:lnTo>
                  <a:pt x="547811" y="715251"/>
                </a:lnTo>
                <a:lnTo>
                  <a:pt x="547983" y="715313"/>
                </a:lnTo>
                <a:lnTo>
                  <a:pt x="548156" y="715366"/>
                </a:lnTo>
                <a:lnTo>
                  <a:pt x="548327" y="715429"/>
                </a:lnTo>
                <a:lnTo>
                  <a:pt x="548500" y="715482"/>
                </a:lnTo>
                <a:lnTo>
                  <a:pt x="548673" y="715544"/>
                </a:lnTo>
                <a:lnTo>
                  <a:pt x="548844" y="715606"/>
                </a:lnTo>
                <a:lnTo>
                  <a:pt x="549017" y="715669"/>
                </a:lnTo>
                <a:lnTo>
                  <a:pt x="549189" y="715731"/>
                </a:lnTo>
                <a:lnTo>
                  <a:pt x="549361" y="715793"/>
                </a:lnTo>
                <a:lnTo>
                  <a:pt x="549534" y="715856"/>
                </a:lnTo>
                <a:lnTo>
                  <a:pt x="549706" y="715918"/>
                </a:lnTo>
                <a:lnTo>
                  <a:pt x="549878" y="715980"/>
                </a:lnTo>
                <a:lnTo>
                  <a:pt x="550051" y="716051"/>
                </a:lnTo>
                <a:lnTo>
                  <a:pt x="550223" y="716114"/>
                </a:lnTo>
                <a:lnTo>
                  <a:pt x="550396" y="716176"/>
                </a:lnTo>
                <a:lnTo>
                  <a:pt x="550568" y="716247"/>
                </a:lnTo>
                <a:lnTo>
                  <a:pt x="550740" y="716318"/>
                </a:lnTo>
                <a:lnTo>
                  <a:pt x="550913" y="716380"/>
                </a:lnTo>
                <a:lnTo>
                  <a:pt x="551084" y="716452"/>
                </a:lnTo>
                <a:lnTo>
                  <a:pt x="551257" y="716523"/>
                </a:lnTo>
                <a:lnTo>
                  <a:pt x="551430" y="716594"/>
                </a:lnTo>
                <a:lnTo>
                  <a:pt x="551601" y="716665"/>
                </a:lnTo>
                <a:lnTo>
                  <a:pt x="551774" y="716736"/>
                </a:lnTo>
                <a:lnTo>
                  <a:pt x="551946" y="716807"/>
                </a:lnTo>
                <a:lnTo>
                  <a:pt x="552119" y="716879"/>
                </a:lnTo>
                <a:lnTo>
                  <a:pt x="552291" y="716959"/>
                </a:lnTo>
                <a:lnTo>
                  <a:pt x="552463" y="717030"/>
                </a:lnTo>
                <a:lnTo>
                  <a:pt x="552636" y="717101"/>
                </a:lnTo>
                <a:lnTo>
                  <a:pt x="552808" y="717181"/>
                </a:lnTo>
                <a:lnTo>
                  <a:pt x="552980" y="717261"/>
                </a:lnTo>
                <a:lnTo>
                  <a:pt x="553153" y="717332"/>
                </a:lnTo>
                <a:lnTo>
                  <a:pt x="553325" y="717412"/>
                </a:lnTo>
                <a:lnTo>
                  <a:pt x="553497" y="717492"/>
                </a:lnTo>
                <a:lnTo>
                  <a:pt x="553670" y="717573"/>
                </a:lnTo>
                <a:lnTo>
                  <a:pt x="553842" y="717653"/>
                </a:lnTo>
                <a:lnTo>
                  <a:pt x="554014" y="717733"/>
                </a:lnTo>
                <a:lnTo>
                  <a:pt x="554187" y="717813"/>
                </a:lnTo>
                <a:lnTo>
                  <a:pt x="554359" y="717893"/>
                </a:lnTo>
                <a:lnTo>
                  <a:pt x="554531" y="717982"/>
                </a:lnTo>
                <a:lnTo>
                  <a:pt x="554703" y="718062"/>
                </a:lnTo>
                <a:lnTo>
                  <a:pt x="554876" y="718151"/>
                </a:lnTo>
                <a:lnTo>
                  <a:pt x="555048" y="718231"/>
                </a:lnTo>
                <a:lnTo>
                  <a:pt x="555220" y="718320"/>
                </a:lnTo>
                <a:lnTo>
                  <a:pt x="555393" y="718409"/>
                </a:lnTo>
                <a:lnTo>
                  <a:pt x="555566" y="718489"/>
                </a:lnTo>
                <a:lnTo>
                  <a:pt x="555737" y="718578"/>
                </a:lnTo>
                <a:lnTo>
                  <a:pt x="555910" y="718667"/>
                </a:lnTo>
                <a:lnTo>
                  <a:pt x="556082" y="718756"/>
                </a:lnTo>
                <a:lnTo>
                  <a:pt x="556254" y="718845"/>
                </a:lnTo>
                <a:lnTo>
                  <a:pt x="556427" y="718943"/>
                </a:lnTo>
                <a:lnTo>
                  <a:pt x="556599" y="719032"/>
                </a:lnTo>
                <a:lnTo>
                  <a:pt x="556771" y="719120"/>
                </a:lnTo>
                <a:lnTo>
                  <a:pt x="556944" y="719218"/>
                </a:lnTo>
                <a:lnTo>
                  <a:pt x="557116" y="719307"/>
                </a:lnTo>
                <a:lnTo>
                  <a:pt x="557288" y="719405"/>
                </a:lnTo>
                <a:lnTo>
                  <a:pt x="557460" y="719503"/>
                </a:lnTo>
                <a:lnTo>
                  <a:pt x="557633" y="719601"/>
                </a:lnTo>
                <a:lnTo>
                  <a:pt x="557806" y="719699"/>
                </a:lnTo>
                <a:lnTo>
                  <a:pt x="557977" y="719797"/>
                </a:lnTo>
                <a:lnTo>
                  <a:pt x="558150" y="719895"/>
                </a:lnTo>
                <a:lnTo>
                  <a:pt x="558323" y="719992"/>
                </a:lnTo>
                <a:lnTo>
                  <a:pt x="558494" y="720090"/>
                </a:lnTo>
                <a:lnTo>
                  <a:pt x="558667" y="720188"/>
                </a:lnTo>
                <a:lnTo>
                  <a:pt x="558839" y="720295"/>
                </a:lnTo>
                <a:lnTo>
                  <a:pt x="559011" y="720393"/>
                </a:lnTo>
                <a:lnTo>
                  <a:pt x="559184" y="720499"/>
                </a:lnTo>
                <a:lnTo>
                  <a:pt x="559356" y="720597"/>
                </a:lnTo>
                <a:lnTo>
                  <a:pt x="559529" y="720704"/>
                </a:lnTo>
                <a:lnTo>
                  <a:pt x="559701" y="720811"/>
                </a:lnTo>
                <a:lnTo>
                  <a:pt x="559873" y="720918"/>
                </a:lnTo>
                <a:lnTo>
                  <a:pt x="560046" y="721024"/>
                </a:lnTo>
                <a:lnTo>
                  <a:pt x="560217" y="721131"/>
                </a:lnTo>
                <a:lnTo>
                  <a:pt x="560390" y="721238"/>
                </a:lnTo>
                <a:lnTo>
                  <a:pt x="560563" y="721345"/>
                </a:lnTo>
                <a:lnTo>
                  <a:pt x="560734" y="721460"/>
                </a:lnTo>
                <a:lnTo>
                  <a:pt x="560907" y="721567"/>
                </a:lnTo>
                <a:lnTo>
                  <a:pt x="561080" y="721683"/>
                </a:lnTo>
                <a:lnTo>
                  <a:pt x="561252" y="721789"/>
                </a:lnTo>
                <a:lnTo>
                  <a:pt x="561424" y="721905"/>
                </a:lnTo>
                <a:lnTo>
                  <a:pt x="561596" y="722021"/>
                </a:lnTo>
                <a:lnTo>
                  <a:pt x="561769" y="722136"/>
                </a:lnTo>
                <a:lnTo>
                  <a:pt x="561941" y="722252"/>
                </a:lnTo>
                <a:lnTo>
                  <a:pt x="562113" y="722368"/>
                </a:lnTo>
                <a:lnTo>
                  <a:pt x="562286" y="722483"/>
                </a:lnTo>
                <a:lnTo>
                  <a:pt x="562458" y="722599"/>
                </a:lnTo>
                <a:lnTo>
                  <a:pt x="562630" y="722724"/>
                </a:lnTo>
                <a:lnTo>
                  <a:pt x="562803" y="722839"/>
                </a:lnTo>
                <a:lnTo>
                  <a:pt x="562974" y="722964"/>
                </a:lnTo>
                <a:lnTo>
                  <a:pt x="563147" y="723079"/>
                </a:lnTo>
                <a:lnTo>
                  <a:pt x="563320" y="723204"/>
                </a:lnTo>
                <a:lnTo>
                  <a:pt x="563492" y="723329"/>
                </a:lnTo>
                <a:lnTo>
                  <a:pt x="563664" y="723453"/>
                </a:lnTo>
                <a:lnTo>
                  <a:pt x="563837" y="723569"/>
                </a:lnTo>
                <a:lnTo>
                  <a:pt x="564009" y="723702"/>
                </a:lnTo>
                <a:lnTo>
                  <a:pt x="564181" y="723827"/>
                </a:lnTo>
                <a:lnTo>
                  <a:pt x="564353" y="723951"/>
                </a:lnTo>
                <a:lnTo>
                  <a:pt x="564526" y="724076"/>
                </a:lnTo>
                <a:lnTo>
                  <a:pt x="564698" y="724209"/>
                </a:lnTo>
                <a:lnTo>
                  <a:pt x="564870" y="724334"/>
                </a:lnTo>
                <a:lnTo>
                  <a:pt x="565043" y="724467"/>
                </a:lnTo>
                <a:lnTo>
                  <a:pt x="565216" y="724592"/>
                </a:lnTo>
                <a:lnTo>
                  <a:pt x="565387" y="724725"/>
                </a:lnTo>
                <a:lnTo>
                  <a:pt x="565560" y="724859"/>
                </a:lnTo>
                <a:lnTo>
                  <a:pt x="565732" y="724992"/>
                </a:lnTo>
                <a:lnTo>
                  <a:pt x="565904" y="725126"/>
                </a:lnTo>
                <a:lnTo>
                  <a:pt x="566077" y="725259"/>
                </a:lnTo>
                <a:lnTo>
                  <a:pt x="566249" y="725401"/>
                </a:lnTo>
                <a:lnTo>
                  <a:pt x="566421" y="725535"/>
                </a:lnTo>
                <a:lnTo>
                  <a:pt x="566594" y="725668"/>
                </a:lnTo>
                <a:lnTo>
                  <a:pt x="566766" y="725811"/>
                </a:lnTo>
                <a:lnTo>
                  <a:pt x="566939" y="725944"/>
                </a:lnTo>
                <a:lnTo>
                  <a:pt x="567110" y="726086"/>
                </a:lnTo>
                <a:lnTo>
                  <a:pt x="567283" y="726229"/>
                </a:lnTo>
                <a:lnTo>
                  <a:pt x="567456" y="726371"/>
                </a:lnTo>
                <a:lnTo>
                  <a:pt x="567627" y="726513"/>
                </a:lnTo>
                <a:lnTo>
                  <a:pt x="567800" y="726656"/>
                </a:lnTo>
                <a:lnTo>
                  <a:pt x="567973" y="726798"/>
                </a:lnTo>
                <a:lnTo>
                  <a:pt x="568144" y="726941"/>
                </a:lnTo>
                <a:lnTo>
                  <a:pt x="568317" y="727092"/>
                </a:lnTo>
                <a:lnTo>
                  <a:pt x="568489" y="727234"/>
                </a:lnTo>
                <a:lnTo>
                  <a:pt x="568661" y="727385"/>
                </a:lnTo>
                <a:lnTo>
                  <a:pt x="568834" y="727528"/>
                </a:lnTo>
                <a:lnTo>
                  <a:pt x="569006" y="727679"/>
                </a:lnTo>
                <a:lnTo>
                  <a:pt x="569179" y="727830"/>
                </a:lnTo>
                <a:lnTo>
                  <a:pt x="569351" y="727981"/>
                </a:lnTo>
                <a:lnTo>
                  <a:pt x="569523" y="728133"/>
                </a:lnTo>
                <a:lnTo>
                  <a:pt x="569696" y="728284"/>
                </a:lnTo>
                <a:lnTo>
                  <a:pt x="569868" y="728435"/>
                </a:lnTo>
                <a:lnTo>
                  <a:pt x="570040" y="728595"/>
                </a:lnTo>
                <a:lnTo>
                  <a:pt x="570213" y="728747"/>
                </a:lnTo>
                <a:lnTo>
                  <a:pt x="570384" y="728898"/>
                </a:lnTo>
                <a:lnTo>
                  <a:pt x="570557" y="729058"/>
                </a:lnTo>
                <a:lnTo>
                  <a:pt x="570730" y="729218"/>
                </a:lnTo>
                <a:lnTo>
                  <a:pt x="570902" y="729369"/>
                </a:lnTo>
                <a:lnTo>
                  <a:pt x="571074" y="729529"/>
                </a:lnTo>
                <a:lnTo>
                  <a:pt x="571246" y="729689"/>
                </a:lnTo>
                <a:lnTo>
                  <a:pt x="571415" y="729850"/>
                </a:lnTo>
                <a:lnTo>
                  <a:pt x="571592" y="730019"/>
                </a:lnTo>
                <a:lnTo>
                  <a:pt x="571762" y="730179"/>
                </a:lnTo>
                <a:lnTo>
                  <a:pt x="571939" y="730339"/>
                </a:lnTo>
                <a:lnTo>
                  <a:pt x="572109" y="730508"/>
                </a:lnTo>
                <a:lnTo>
                  <a:pt x="572278" y="730668"/>
                </a:lnTo>
                <a:lnTo>
                  <a:pt x="572455" y="730837"/>
                </a:lnTo>
                <a:lnTo>
                  <a:pt x="572625" y="730997"/>
                </a:lnTo>
                <a:lnTo>
                  <a:pt x="572793" y="731166"/>
                </a:lnTo>
                <a:lnTo>
                  <a:pt x="572971" y="731335"/>
                </a:lnTo>
                <a:lnTo>
                  <a:pt x="573140" y="731504"/>
                </a:lnTo>
                <a:lnTo>
                  <a:pt x="573318" y="731673"/>
                </a:lnTo>
                <a:lnTo>
                  <a:pt x="573487" y="731842"/>
                </a:lnTo>
                <a:lnTo>
                  <a:pt x="573656" y="732020"/>
                </a:lnTo>
                <a:lnTo>
                  <a:pt x="573834" y="732189"/>
                </a:lnTo>
                <a:lnTo>
                  <a:pt x="574003" y="732367"/>
                </a:lnTo>
                <a:lnTo>
                  <a:pt x="574172" y="732536"/>
                </a:lnTo>
                <a:lnTo>
                  <a:pt x="574350" y="732714"/>
                </a:lnTo>
                <a:lnTo>
                  <a:pt x="574519" y="732892"/>
                </a:lnTo>
                <a:lnTo>
                  <a:pt x="574688" y="733070"/>
                </a:lnTo>
                <a:lnTo>
                  <a:pt x="574866" y="733248"/>
                </a:lnTo>
                <a:lnTo>
                  <a:pt x="575035" y="733426"/>
                </a:lnTo>
                <a:lnTo>
                  <a:pt x="575213" y="733604"/>
                </a:lnTo>
                <a:lnTo>
                  <a:pt x="575382" y="733782"/>
                </a:lnTo>
                <a:lnTo>
                  <a:pt x="575551" y="733960"/>
                </a:lnTo>
                <a:lnTo>
                  <a:pt x="575729" y="734147"/>
                </a:lnTo>
                <a:lnTo>
                  <a:pt x="575898" y="734325"/>
                </a:lnTo>
                <a:lnTo>
                  <a:pt x="576067" y="734511"/>
                </a:lnTo>
                <a:lnTo>
                  <a:pt x="576245" y="734698"/>
                </a:lnTo>
                <a:lnTo>
                  <a:pt x="576414" y="734876"/>
                </a:lnTo>
                <a:lnTo>
                  <a:pt x="576592" y="735063"/>
                </a:lnTo>
                <a:lnTo>
                  <a:pt x="576761" y="735250"/>
                </a:lnTo>
                <a:lnTo>
                  <a:pt x="576930" y="735437"/>
                </a:lnTo>
                <a:lnTo>
                  <a:pt x="577108" y="735632"/>
                </a:lnTo>
                <a:lnTo>
                  <a:pt x="577277" y="735819"/>
                </a:lnTo>
                <a:lnTo>
                  <a:pt x="577446" y="736006"/>
                </a:lnTo>
                <a:lnTo>
                  <a:pt x="577624" y="736202"/>
                </a:lnTo>
                <a:lnTo>
                  <a:pt x="577793" y="736389"/>
                </a:lnTo>
                <a:lnTo>
                  <a:pt x="577971" y="736584"/>
                </a:lnTo>
                <a:lnTo>
                  <a:pt x="578140" y="736780"/>
                </a:lnTo>
                <a:lnTo>
                  <a:pt x="578309" y="736976"/>
                </a:lnTo>
                <a:lnTo>
                  <a:pt x="578487" y="737163"/>
                </a:lnTo>
                <a:lnTo>
                  <a:pt x="578656" y="737358"/>
                </a:lnTo>
                <a:lnTo>
                  <a:pt x="578825" y="737563"/>
                </a:lnTo>
                <a:lnTo>
                  <a:pt x="579003" y="737759"/>
                </a:lnTo>
                <a:lnTo>
                  <a:pt x="579172" y="737954"/>
                </a:lnTo>
                <a:lnTo>
                  <a:pt x="579341" y="738159"/>
                </a:lnTo>
                <a:lnTo>
                  <a:pt x="579519" y="738355"/>
                </a:lnTo>
                <a:lnTo>
                  <a:pt x="579688" y="738559"/>
                </a:lnTo>
                <a:lnTo>
                  <a:pt x="579866" y="738755"/>
                </a:lnTo>
                <a:lnTo>
                  <a:pt x="580035" y="738960"/>
                </a:lnTo>
                <a:lnTo>
                  <a:pt x="580204" y="739164"/>
                </a:lnTo>
                <a:lnTo>
                  <a:pt x="580382" y="739369"/>
                </a:lnTo>
                <a:lnTo>
                  <a:pt x="580551" y="739574"/>
                </a:lnTo>
                <a:lnTo>
                  <a:pt x="580720" y="739778"/>
                </a:lnTo>
                <a:lnTo>
                  <a:pt x="580898" y="739983"/>
                </a:lnTo>
                <a:lnTo>
                  <a:pt x="581067" y="740196"/>
                </a:lnTo>
                <a:lnTo>
                  <a:pt x="581245" y="740401"/>
                </a:lnTo>
                <a:lnTo>
                  <a:pt x="581414" y="740614"/>
                </a:lnTo>
                <a:lnTo>
                  <a:pt x="581583" y="740819"/>
                </a:lnTo>
                <a:lnTo>
                  <a:pt x="581761" y="741032"/>
                </a:lnTo>
                <a:lnTo>
                  <a:pt x="581930" y="741246"/>
                </a:lnTo>
                <a:lnTo>
                  <a:pt x="582099" y="741451"/>
                </a:lnTo>
                <a:lnTo>
                  <a:pt x="582277" y="741664"/>
                </a:lnTo>
                <a:lnTo>
                  <a:pt x="582446" y="741878"/>
                </a:lnTo>
                <a:lnTo>
                  <a:pt x="582615" y="742100"/>
                </a:lnTo>
                <a:lnTo>
                  <a:pt x="582793" y="742314"/>
                </a:lnTo>
                <a:lnTo>
                  <a:pt x="582962" y="742527"/>
                </a:lnTo>
                <a:lnTo>
                  <a:pt x="583140" y="742741"/>
                </a:lnTo>
                <a:lnTo>
                  <a:pt x="583309" y="742963"/>
                </a:lnTo>
                <a:lnTo>
                  <a:pt x="583478" y="743185"/>
                </a:lnTo>
                <a:lnTo>
                  <a:pt x="583656" y="743399"/>
                </a:lnTo>
                <a:lnTo>
                  <a:pt x="583825" y="743621"/>
                </a:lnTo>
                <a:lnTo>
                  <a:pt x="583994" y="743844"/>
                </a:lnTo>
                <a:lnTo>
                  <a:pt x="584172" y="744066"/>
                </a:lnTo>
                <a:lnTo>
                  <a:pt x="584341" y="744289"/>
                </a:lnTo>
                <a:lnTo>
                  <a:pt x="584519" y="744511"/>
                </a:lnTo>
                <a:lnTo>
                  <a:pt x="584688" y="744733"/>
                </a:lnTo>
                <a:lnTo>
                  <a:pt x="584857" y="744956"/>
                </a:lnTo>
                <a:lnTo>
                  <a:pt x="585035" y="745187"/>
                </a:lnTo>
                <a:lnTo>
                  <a:pt x="585204" y="745410"/>
                </a:lnTo>
                <a:lnTo>
                  <a:pt x="585373" y="745632"/>
                </a:lnTo>
                <a:lnTo>
                  <a:pt x="585551" y="745863"/>
                </a:lnTo>
                <a:lnTo>
                  <a:pt x="585720" y="746095"/>
                </a:lnTo>
                <a:lnTo>
                  <a:pt x="585898" y="746326"/>
                </a:lnTo>
                <a:lnTo>
                  <a:pt x="586067" y="746548"/>
                </a:lnTo>
                <a:lnTo>
                  <a:pt x="586236" y="746780"/>
                </a:lnTo>
                <a:lnTo>
                  <a:pt x="586414" y="747011"/>
                </a:lnTo>
                <a:lnTo>
                  <a:pt x="586583" y="747242"/>
                </a:lnTo>
                <a:lnTo>
                  <a:pt x="586752" y="747482"/>
                </a:lnTo>
                <a:lnTo>
                  <a:pt x="586930" y="747714"/>
                </a:lnTo>
                <a:lnTo>
                  <a:pt x="587099" y="747945"/>
                </a:lnTo>
                <a:lnTo>
                  <a:pt x="587268" y="748185"/>
                </a:lnTo>
                <a:lnTo>
                  <a:pt x="587446" y="748417"/>
                </a:lnTo>
                <a:lnTo>
                  <a:pt x="587615" y="748657"/>
                </a:lnTo>
                <a:lnTo>
                  <a:pt x="587793" y="748888"/>
                </a:lnTo>
                <a:lnTo>
                  <a:pt x="587962" y="749128"/>
                </a:lnTo>
                <a:lnTo>
                  <a:pt x="588131" y="749368"/>
                </a:lnTo>
                <a:lnTo>
                  <a:pt x="588309" y="749609"/>
                </a:lnTo>
                <a:lnTo>
                  <a:pt x="588478" y="749849"/>
                </a:lnTo>
                <a:lnTo>
                  <a:pt x="588647" y="750089"/>
                </a:lnTo>
                <a:lnTo>
                  <a:pt x="588825" y="750329"/>
                </a:lnTo>
                <a:lnTo>
                  <a:pt x="588994" y="750570"/>
                </a:lnTo>
                <a:lnTo>
                  <a:pt x="589172" y="750819"/>
                </a:lnTo>
                <a:lnTo>
                  <a:pt x="589341" y="751059"/>
                </a:lnTo>
                <a:lnTo>
                  <a:pt x="589510" y="751299"/>
                </a:lnTo>
                <a:lnTo>
                  <a:pt x="589688" y="751548"/>
                </a:lnTo>
                <a:lnTo>
                  <a:pt x="589857" y="751788"/>
                </a:lnTo>
                <a:lnTo>
                  <a:pt x="590026" y="752037"/>
                </a:lnTo>
                <a:lnTo>
                  <a:pt x="590204" y="752286"/>
                </a:lnTo>
                <a:lnTo>
                  <a:pt x="590373" y="752536"/>
                </a:lnTo>
                <a:lnTo>
                  <a:pt x="590551" y="752776"/>
                </a:lnTo>
                <a:lnTo>
                  <a:pt x="590720" y="753025"/>
                </a:lnTo>
                <a:lnTo>
                  <a:pt x="590889" y="753274"/>
                </a:lnTo>
                <a:lnTo>
                  <a:pt x="591067" y="753523"/>
                </a:lnTo>
                <a:lnTo>
                  <a:pt x="591236" y="753781"/>
                </a:lnTo>
                <a:lnTo>
                  <a:pt x="591405" y="754030"/>
                </a:lnTo>
                <a:lnTo>
                  <a:pt x="591583" y="754279"/>
                </a:lnTo>
                <a:lnTo>
                  <a:pt x="591752" y="754537"/>
                </a:lnTo>
                <a:lnTo>
                  <a:pt x="591921" y="754786"/>
                </a:lnTo>
                <a:lnTo>
                  <a:pt x="592099" y="755036"/>
                </a:lnTo>
                <a:lnTo>
                  <a:pt x="592268" y="755293"/>
                </a:lnTo>
                <a:lnTo>
                  <a:pt x="592446" y="755552"/>
                </a:lnTo>
                <a:lnTo>
                  <a:pt x="592615" y="755801"/>
                </a:lnTo>
                <a:lnTo>
                  <a:pt x="592784" y="756059"/>
                </a:lnTo>
                <a:lnTo>
                  <a:pt x="592962" y="756317"/>
                </a:lnTo>
                <a:lnTo>
                  <a:pt x="593131" y="756575"/>
                </a:lnTo>
                <a:lnTo>
                  <a:pt x="593300" y="756833"/>
                </a:lnTo>
                <a:lnTo>
                  <a:pt x="593478" y="757091"/>
                </a:lnTo>
                <a:lnTo>
                  <a:pt x="593647" y="757349"/>
                </a:lnTo>
                <a:lnTo>
                  <a:pt x="593825" y="757607"/>
                </a:lnTo>
                <a:lnTo>
                  <a:pt x="593994" y="757865"/>
                </a:lnTo>
                <a:lnTo>
                  <a:pt x="594163" y="758123"/>
                </a:lnTo>
                <a:lnTo>
                  <a:pt x="594341" y="758389"/>
                </a:lnTo>
                <a:lnTo>
                  <a:pt x="594510" y="758647"/>
                </a:lnTo>
                <a:lnTo>
                  <a:pt x="594679" y="758905"/>
                </a:lnTo>
                <a:lnTo>
                  <a:pt x="594857" y="759172"/>
                </a:lnTo>
                <a:lnTo>
                  <a:pt x="595026" y="759439"/>
                </a:lnTo>
                <a:lnTo>
                  <a:pt x="595195" y="759697"/>
                </a:lnTo>
                <a:lnTo>
                  <a:pt x="595373" y="759964"/>
                </a:lnTo>
                <a:lnTo>
                  <a:pt x="595542" y="760222"/>
                </a:lnTo>
                <a:lnTo>
                  <a:pt x="595720" y="760489"/>
                </a:lnTo>
                <a:lnTo>
                  <a:pt x="595889" y="760756"/>
                </a:lnTo>
                <a:lnTo>
                  <a:pt x="596058" y="761023"/>
                </a:lnTo>
                <a:lnTo>
                  <a:pt x="596236" y="761290"/>
                </a:lnTo>
                <a:lnTo>
                  <a:pt x="596405" y="761557"/>
                </a:lnTo>
                <a:lnTo>
                  <a:pt x="596574" y="761823"/>
                </a:lnTo>
                <a:lnTo>
                  <a:pt x="596752" y="762090"/>
                </a:lnTo>
                <a:lnTo>
                  <a:pt x="596921" y="762357"/>
                </a:lnTo>
                <a:lnTo>
                  <a:pt x="597099" y="762624"/>
                </a:lnTo>
                <a:lnTo>
                  <a:pt x="597268" y="762891"/>
                </a:lnTo>
                <a:lnTo>
                  <a:pt x="597437" y="763167"/>
                </a:lnTo>
                <a:lnTo>
                  <a:pt x="597615" y="763434"/>
                </a:lnTo>
                <a:lnTo>
                  <a:pt x="597784" y="763701"/>
                </a:lnTo>
                <a:lnTo>
                  <a:pt x="597953" y="763976"/>
                </a:lnTo>
                <a:lnTo>
                  <a:pt x="598131" y="764243"/>
                </a:lnTo>
                <a:lnTo>
                  <a:pt x="598300" y="764519"/>
                </a:lnTo>
                <a:lnTo>
                  <a:pt x="598478" y="764786"/>
                </a:lnTo>
                <a:lnTo>
                  <a:pt x="598647" y="765062"/>
                </a:lnTo>
                <a:lnTo>
                  <a:pt x="598816" y="765329"/>
                </a:lnTo>
                <a:lnTo>
                  <a:pt x="598994" y="765604"/>
                </a:lnTo>
                <a:lnTo>
                  <a:pt x="599163" y="765871"/>
                </a:lnTo>
                <a:lnTo>
                  <a:pt x="599332" y="766147"/>
                </a:lnTo>
                <a:lnTo>
                  <a:pt x="599510" y="766423"/>
                </a:lnTo>
                <a:lnTo>
                  <a:pt x="599679" y="766699"/>
                </a:lnTo>
                <a:lnTo>
                  <a:pt x="599848" y="766975"/>
                </a:lnTo>
                <a:lnTo>
                  <a:pt x="600026" y="767241"/>
                </a:lnTo>
                <a:lnTo>
                  <a:pt x="600195" y="767517"/>
                </a:lnTo>
                <a:lnTo>
                  <a:pt x="600372" y="767793"/>
                </a:lnTo>
                <a:lnTo>
                  <a:pt x="600542" y="768069"/>
                </a:lnTo>
                <a:lnTo>
                  <a:pt x="600711" y="768345"/>
                </a:lnTo>
                <a:lnTo>
                  <a:pt x="600889" y="768620"/>
                </a:lnTo>
                <a:lnTo>
                  <a:pt x="601058" y="768896"/>
                </a:lnTo>
                <a:lnTo>
                  <a:pt x="601227" y="769172"/>
                </a:lnTo>
                <a:lnTo>
                  <a:pt x="601405" y="769448"/>
                </a:lnTo>
                <a:lnTo>
                  <a:pt x="601573" y="769724"/>
                </a:lnTo>
                <a:lnTo>
                  <a:pt x="601751" y="769999"/>
                </a:lnTo>
                <a:lnTo>
                  <a:pt x="601920" y="770284"/>
                </a:lnTo>
                <a:lnTo>
                  <a:pt x="602090" y="770560"/>
                </a:lnTo>
                <a:lnTo>
                  <a:pt x="602267" y="770836"/>
                </a:lnTo>
                <a:lnTo>
                  <a:pt x="602437" y="771111"/>
                </a:lnTo>
                <a:lnTo>
                  <a:pt x="602606" y="771387"/>
                </a:lnTo>
                <a:lnTo>
                  <a:pt x="602783" y="771672"/>
                </a:lnTo>
                <a:lnTo>
                  <a:pt x="602952" y="771948"/>
                </a:lnTo>
                <a:lnTo>
                  <a:pt x="603122" y="772223"/>
                </a:lnTo>
                <a:lnTo>
                  <a:pt x="603299" y="772508"/>
                </a:lnTo>
                <a:lnTo>
                  <a:pt x="603468" y="772784"/>
                </a:lnTo>
                <a:lnTo>
                  <a:pt x="603646" y="773060"/>
                </a:lnTo>
                <a:lnTo>
                  <a:pt x="603815" y="773344"/>
                </a:lnTo>
                <a:lnTo>
                  <a:pt x="603984" y="773620"/>
                </a:lnTo>
                <a:lnTo>
                  <a:pt x="604162" y="773896"/>
                </a:lnTo>
                <a:lnTo>
                  <a:pt x="604331" y="774181"/>
                </a:lnTo>
                <a:lnTo>
                  <a:pt x="604500" y="774456"/>
                </a:lnTo>
                <a:lnTo>
                  <a:pt x="604678" y="774741"/>
                </a:lnTo>
                <a:lnTo>
                  <a:pt x="604847" y="775017"/>
                </a:lnTo>
                <a:lnTo>
                  <a:pt x="605025" y="775293"/>
                </a:lnTo>
                <a:lnTo>
                  <a:pt x="605194" y="775577"/>
                </a:lnTo>
                <a:lnTo>
                  <a:pt x="605363" y="775853"/>
                </a:lnTo>
                <a:lnTo>
                  <a:pt x="605541" y="776138"/>
                </a:lnTo>
                <a:lnTo>
                  <a:pt x="605710" y="776414"/>
                </a:lnTo>
                <a:lnTo>
                  <a:pt x="605879" y="776689"/>
                </a:lnTo>
                <a:lnTo>
                  <a:pt x="606057" y="776974"/>
                </a:lnTo>
                <a:lnTo>
                  <a:pt x="606226" y="777250"/>
                </a:lnTo>
                <a:lnTo>
                  <a:pt x="606404" y="777535"/>
                </a:lnTo>
                <a:lnTo>
                  <a:pt x="606573" y="777810"/>
                </a:lnTo>
                <a:lnTo>
                  <a:pt x="606742" y="778095"/>
                </a:lnTo>
                <a:lnTo>
                  <a:pt x="606920" y="778371"/>
                </a:lnTo>
                <a:lnTo>
                  <a:pt x="607089" y="778647"/>
                </a:lnTo>
                <a:lnTo>
                  <a:pt x="607258" y="778931"/>
                </a:lnTo>
                <a:lnTo>
                  <a:pt x="607436" y="779207"/>
                </a:lnTo>
                <a:lnTo>
                  <a:pt x="607605" y="779483"/>
                </a:lnTo>
                <a:lnTo>
                  <a:pt x="607774" y="779768"/>
                </a:lnTo>
                <a:lnTo>
                  <a:pt x="607952" y="780043"/>
                </a:lnTo>
                <a:lnTo>
                  <a:pt x="608121" y="780319"/>
                </a:lnTo>
                <a:lnTo>
                  <a:pt x="608299" y="780604"/>
                </a:lnTo>
                <a:lnTo>
                  <a:pt x="608468" y="780880"/>
                </a:lnTo>
                <a:lnTo>
                  <a:pt x="608637" y="781156"/>
                </a:lnTo>
                <a:lnTo>
                  <a:pt x="608815" y="781440"/>
                </a:lnTo>
                <a:lnTo>
                  <a:pt x="608984" y="781716"/>
                </a:lnTo>
                <a:lnTo>
                  <a:pt x="609153" y="781992"/>
                </a:lnTo>
                <a:lnTo>
                  <a:pt x="609331" y="782268"/>
                </a:lnTo>
                <a:lnTo>
                  <a:pt x="609500" y="782543"/>
                </a:lnTo>
                <a:lnTo>
                  <a:pt x="609678" y="782828"/>
                </a:lnTo>
                <a:lnTo>
                  <a:pt x="609847" y="783104"/>
                </a:lnTo>
                <a:lnTo>
                  <a:pt x="610016" y="783380"/>
                </a:lnTo>
                <a:lnTo>
                  <a:pt x="610194" y="783655"/>
                </a:lnTo>
                <a:lnTo>
                  <a:pt x="610363" y="783931"/>
                </a:lnTo>
                <a:lnTo>
                  <a:pt x="610532" y="784207"/>
                </a:lnTo>
                <a:lnTo>
                  <a:pt x="610710" y="784483"/>
                </a:lnTo>
                <a:lnTo>
                  <a:pt x="610879" y="784759"/>
                </a:lnTo>
                <a:lnTo>
                  <a:pt x="611048" y="785034"/>
                </a:lnTo>
                <a:lnTo>
                  <a:pt x="611226" y="785310"/>
                </a:lnTo>
                <a:lnTo>
                  <a:pt x="611395" y="785577"/>
                </a:lnTo>
                <a:lnTo>
                  <a:pt x="611573" y="785853"/>
                </a:lnTo>
                <a:lnTo>
                  <a:pt x="611742" y="786129"/>
                </a:lnTo>
                <a:lnTo>
                  <a:pt x="611911" y="786404"/>
                </a:lnTo>
                <a:lnTo>
                  <a:pt x="612089" y="786671"/>
                </a:lnTo>
                <a:lnTo>
                  <a:pt x="612258" y="786947"/>
                </a:lnTo>
                <a:lnTo>
                  <a:pt x="612427" y="787223"/>
                </a:lnTo>
                <a:lnTo>
                  <a:pt x="612605" y="787490"/>
                </a:lnTo>
                <a:lnTo>
                  <a:pt x="612774" y="787766"/>
                </a:lnTo>
                <a:lnTo>
                  <a:pt x="612952" y="788032"/>
                </a:lnTo>
                <a:lnTo>
                  <a:pt x="613121" y="788308"/>
                </a:lnTo>
                <a:lnTo>
                  <a:pt x="613290" y="788575"/>
                </a:lnTo>
                <a:lnTo>
                  <a:pt x="613468" y="788842"/>
                </a:lnTo>
                <a:lnTo>
                  <a:pt x="613637" y="789109"/>
                </a:lnTo>
                <a:lnTo>
                  <a:pt x="613806" y="789385"/>
                </a:lnTo>
                <a:lnTo>
                  <a:pt x="613984" y="789652"/>
                </a:lnTo>
                <a:lnTo>
                  <a:pt x="614153" y="789919"/>
                </a:lnTo>
                <a:lnTo>
                  <a:pt x="614331" y="790185"/>
                </a:lnTo>
                <a:lnTo>
                  <a:pt x="614500" y="790452"/>
                </a:lnTo>
                <a:lnTo>
                  <a:pt x="614669" y="790719"/>
                </a:lnTo>
                <a:lnTo>
                  <a:pt x="614847" y="790986"/>
                </a:lnTo>
                <a:lnTo>
                  <a:pt x="615016" y="791253"/>
                </a:lnTo>
                <a:lnTo>
                  <a:pt x="615185" y="791511"/>
                </a:lnTo>
                <a:lnTo>
                  <a:pt x="615363" y="791778"/>
                </a:lnTo>
                <a:lnTo>
                  <a:pt x="615532" y="792045"/>
                </a:lnTo>
                <a:lnTo>
                  <a:pt x="615701" y="792303"/>
                </a:lnTo>
                <a:lnTo>
                  <a:pt x="615879" y="792570"/>
                </a:lnTo>
                <a:lnTo>
                  <a:pt x="616048" y="792828"/>
                </a:lnTo>
                <a:lnTo>
                  <a:pt x="616226" y="793086"/>
                </a:lnTo>
                <a:lnTo>
                  <a:pt x="616395" y="793353"/>
                </a:lnTo>
                <a:lnTo>
                  <a:pt x="616564" y="793611"/>
                </a:lnTo>
                <a:lnTo>
                  <a:pt x="616742" y="793868"/>
                </a:lnTo>
                <a:lnTo>
                  <a:pt x="616911" y="794127"/>
                </a:lnTo>
                <a:lnTo>
                  <a:pt x="617080" y="794385"/>
                </a:lnTo>
                <a:lnTo>
                  <a:pt x="617258" y="794642"/>
                </a:lnTo>
                <a:lnTo>
                  <a:pt x="617427" y="794900"/>
                </a:lnTo>
                <a:lnTo>
                  <a:pt x="617605" y="795159"/>
                </a:lnTo>
                <a:lnTo>
                  <a:pt x="617774" y="795408"/>
                </a:lnTo>
                <a:lnTo>
                  <a:pt x="617943" y="795666"/>
                </a:lnTo>
                <a:lnTo>
                  <a:pt x="618121" y="795915"/>
                </a:lnTo>
                <a:lnTo>
                  <a:pt x="618290" y="796173"/>
                </a:lnTo>
                <a:lnTo>
                  <a:pt x="618459" y="796422"/>
                </a:lnTo>
                <a:lnTo>
                  <a:pt x="618637" y="796671"/>
                </a:lnTo>
                <a:lnTo>
                  <a:pt x="618806" y="796929"/>
                </a:lnTo>
                <a:lnTo>
                  <a:pt x="618984" y="797178"/>
                </a:lnTo>
                <a:lnTo>
                  <a:pt x="619153" y="797427"/>
                </a:lnTo>
                <a:lnTo>
                  <a:pt x="619322" y="797676"/>
                </a:lnTo>
                <a:lnTo>
                  <a:pt x="619500" y="797916"/>
                </a:lnTo>
                <a:lnTo>
                  <a:pt x="619669" y="798166"/>
                </a:lnTo>
                <a:lnTo>
                  <a:pt x="619838" y="798415"/>
                </a:lnTo>
                <a:lnTo>
                  <a:pt x="620016" y="798655"/>
                </a:lnTo>
                <a:lnTo>
                  <a:pt x="620185" y="798904"/>
                </a:lnTo>
                <a:lnTo>
                  <a:pt x="620354" y="799144"/>
                </a:lnTo>
                <a:lnTo>
                  <a:pt x="620532" y="799384"/>
                </a:lnTo>
                <a:lnTo>
                  <a:pt x="620701" y="799633"/>
                </a:lnTo>
                <a:lnTo>
                  <a:pt x="620879" y="799874"/>
                </a:lnTo>
                <a:lnTo>
                  <a:pt x="621048" y="800114"/>
                </a:lnTo>
                <a:lnTo>
                  <a:pt x="621217" y="800345"/>
                </a:lnTo>
                <a:lnTo>
                  <a:pt x="621395" y="800585"/>
                </a:lnTo>
                <a:lnTo>
                  <a:pt x="621564" y="800826"/>
                </a:lnTo>
                <a:lnTo>
                  <a:pt x="621733" y="801057"/>
                </a:lnTo>
                <a:lnTo>
                  <a:pt x="621911" y="801297"/>
                </a:lnTo>
                <a:lnTo>
                  <a:pt x="622080" y="801528"/>
                </a:lnTo>
                <a:lnTo>
                  <a:pt x="622258" y="801760"/>
                </a:lnTo>
                <a:lnTo>
                  <a:pt x="622427" y="802000"/>
                </a:lnTo>
                <a:lnTo>
                  <a:pt x="622596" y="802231"/>
                </a:lnTo>
                <a:lnTo>
                  <a:pt x="622774" y="802462"/>
                </a:lnTo>
                <a:lnTo>
                  <a:pt x="622943" y="802685"/>
                </a:lnTo>
                <a:lnTo>
                  <a:pt x="623112" y="802916"/>
                </a:lnTo>
                <a:lnTo>
                  <a:pt x="623290" y="803148"/>
                </a:lnTo>
                <a:lnTo>
                  <a:pt x="623459" y="803370"/>
                </a:lnTo>
                <a:lnTo>
                  <a:pt x="623628" y="803592"/>
                </a:lnTo>
                <a:lnTo>
                  <a:pt x="623806" y="803824"/>
                </a:lnTo>
                <a:lnTo>
                  <a:pt x="623975" y="804046"/>
                </a:lnTo>
                <a:lnTo>
                  <a:pt x="624153" y="804268"/>
                </a:lnTo>
                <a:lnTo>
                  <a:pt x="624322" y="804491"/>
                </a:lnTo>
                <a:lnTo>
                  <a:pt x="624491" y="804704"/>
                </a:lnTo>
                <a:lnTo>
                  <a:pt x="624669" y="804927"/>
                </a:lnTo>
                <a:lnTo>
                  <a:pt x="624838" y="805140"/>
                </a:lnTo>
                <a:lnTo>
                  <a:pt x="625007" y="805363"/>
                </a:lnTo>
                <a:lnTo>
                  <a:pt x="625185" y="805576"/>
                </a:lnTo>
                <a:lnTo>
                  <a:pt x="625354" y="805790"/>
                </a:lnTo>
                <a:lnTo>
                  <a:pt x="625532" y="806003"/>
                </a:lnTo>
                <a:lnTo>
                  <a:pt x="625701" y="806217"/>
                </a:lnTo>
                <a:lnTo>
                  <a:pt x="625870" y="806430"/>
                </a:lnTo>
                <a:lnTo>
                  <a:pt x="626048" y="806644"/>
                </a:lnTo>
                <a:lnTo>
                  <a:pt x="626217" y="806848"/>
                </a:lnTo>
                <a:lnTo>
                  <a:pt x="626386" y="807053"/>
                </a:lnTo>
                <a:lnTo>
                  <a:pt x="626564" y="807267"/>
                </a:lnTo>
                <a:lnTo>
                  <a:pt x="626733" y="807471"/>
                </a:lnTo>
                <a:lnTo>
                  <a:pt x="626911" y="807676"/>
                </a:lnTo>
                <a:lnTo>
                  <a:pt x="627080" y="807880"/>
                </a:lnTo>
                <a:lnTo>
                  <a:pt x="627249" y="808076"/>
                </a:lnTo>
                <a:lnTo>
                  <a:pt x="627427" y="808281"/>
                </a:lnTo>
                <a:lnTo>
                  <a:pt x="627596" y="808485"/>
                </a:lnTo>
                <a:lnTo>
                  <a:pt x="627765" y="808681"/>
                </a:lnTo>
                <a:lnTo>
                  <a:pt x="627943" y="808877"/>
                </a:lnTo>
                <a:lnTo>
                  <a:pt x="628112" y="809073"/>
                </a:lnTo>
                <a:lnTo>
                  <a:pt x="628281" y="809268"/>
                </a:lnTo>
                <a:lnTo>
                  <a:pt x="628459" y="809464"/>
                </a:lnTo>
                <a:lnTo>
                  <a:pt x="628628" y="809660"/>
                </a:lnTo>
                <a:lnTo>
                  <a:pt x="628806" y="809847"/>
                </a:lnTo>
                <a:lnTo>
                  <a:pt x="628975" y="810042"/>
                </a:lnTo>
                <a:lnTo>
                  <a:pt x="629144" y="810229"/>
                </a:lnTo>
                <a:lnTo>
                  <a:pt x="629322" y="810416"/>
                </a:lnTo>
                <a:lnTo>
                  <a:pt x="629491" y="810603"/>
                </a:lnTo>
                <a:lnTo>
                  <a:pt x="629660" y="810790"/>
                </a:lnTo>
                <a:lnTo>
                  <a:pt x="629838" y="810968"/>
                </a:lnTo>
                <a:lnTo>
                  <a:pt x="630007" y="811154"/>
                </a:lnTo>
                <a:lnTo>
                  <a:pt x="630184" y="811332"/>
                </a:lnTo>
                <a:lnTo>
                  <a:pt x="630354" y="811519"/>
                </a:lnTo>
                <a:lnTo>
                  <a:pt x="630523" y="811697"/>
                </a:lnTo>
                <a:lnTo>
                  <a:pt x="630701" y="811875"/>
                </a:lnTo>
                <a:lnTo>
                  <a:pt x="630870" y="812053"/>
                </a:lnTo>
                <a:lnTo>
                  <a:pt x="631039" y="812222"/>
                </a:lnTo>
                <a:lnTo>
                  <a:pt x="631217" y="812400"/>
                </a:lnTo>
                <a:lnTo>
                  <a:pt x="631385" y="812569"/>
                </a:lnTo>
                <a:lnTo>
                  <a:pt x="631555" y="812747"/>
                </a:lnTo>
                <a:lnTo>
                  <a:pt x="631732" y="812916"/>
                </a:lnTo>
                <a:lnTo>
                  <a:pt x="631902" y="813085"/>
                </a:lnTo>
                <a:lnTo>
                  <a:pt x="632079" y="813254"/>
                </a:lnTo>
                <a:lnTo>
                  <a:pt x="632249" y="813414"/>
                </a:lnTo>
                <a:lnTo>
                  <a:pt x="632418" y="813583"/>
                </a:lnTo>
                <a:lnTo>
                  <a:pt x="632595" y="813743"/>
                </a:lnTo>
                <a:lnTo>
                  <a:pt x="632764" y="813912"/>
                </a:lnTo>
                <a:lnTo>
                  <a:pt x="632933" y="814072"/>
                </a:lnTo>
                <a:lnTo>
                  <a:pt x="633111" y="814232"/>
                </a:lnTo>
                <a:lnTo>
                  <a:pt x="633280" y="814384"/>
                </a:lnTo>
                <a:lnTo>
                  <a:pt x="633458" y="814544"/>
                </a:lnTo>
                <a:lnTo>
                  <a:pt x="633627" y="814704"/>
                </a:lnTo>
                <a:lnTo>
                  <a:pt x="633797" y="814855"/>
                </a:lnTo>
                <a:lnTo>
                  <a:pt x="633974" y="815006"/>
                </a:lnTo>
                <a:lnTo>
                  <a:pt x="634143" y="815158"/>
                </a:lnTo>
                <a:lnTo>
                  <a:pt x="634312" y="815309"/>
                </a:lnTo>
                <a:lnTo>
                  <a:pt x="634490" y="815460"/>
                </a:lnTo>
                <a:lnTo>
                  <a:pt x="634659" y="815611"/>
                </a:lnTo>
                <a:lnTo>
                  <a:pt x="634837" y="815754"/>
                </a:lnTo>
                <a:lnTo>
                  <a:pt x="635006" y="815905"/>
                </a:lnTo>
                <a:lnTo>
                  <a:pt x="635175" y="816047"/>
                </a:lnTo>
                <a:lnTo>
                  <a:pt x="635353" y="816190"/>
                </a:lnTo>
                <a:lnTo>
                  <a:pt x="635522" y="816332"/>
                </a:lnTo>
                <a:lnTo>
                  <a:pt x="635691" y="816474"/>
                </a:lnTo>
                <a:lnTo>
                  <a:pt x="635869" y="816608"/>
                </a:lnTo>
                <a:lnTo>
                  <a:pt x="636038" y="816750"/>
                </a:lnTo>
                <a:lnTo>
                  <a:pt x="636207" y="816884"/>
                </a:lnTo>
                <a:lnTo>
                  <a:pt x="636385" y="817017"/>
                </a:lnTo>
                <a:lnTo>
                  <a:pt x="636554" y="817151"/>
                </a:lnTo>
                <a:lnTo>
                  <a:pt x="636732" y="817284"/>
                </a:lnTo>
                <a:lnTo>
                  <a:pt x="636901" y="817417"/>
                </a:lnTo>
                <a:lnTo>
                  <a:pt x="637070" y="817551"/>
                </a:lnTo>
                <a:lnTo>
                  <a:pt x="637248" y="817675"/>
                </a:lnTo>
                <a:lnTo>
                  <a:pt x="637417" y="817800"/>
                </a:lnTo>
                <a:lnTo>
                  <a:pt x="637586" y="817933"/>
                </a:lnTo>
                <a:lnTo>
                  <a:pt x="637764" y="818058"/>
                </a:lnTo>
                <a:lnTo>
                  <a:pt x="637933" y="818183"/>
                </a:lnTo>
                <a:lnTo>
                  <a:pt x="638111" y="818298"/>
                </a:lnTo>
                <a:lnTo>
                  <a:pt x="638280" y="818423"/>
                </a:lnTo>
                <a:lnTo>
                  <a:pt x="638449" y="818538"/>
                </a:lnTo>
                <a:lnTo>
                  <a:pt x="638627" y="818663"/>
                </a:lnTo>
                <a:lnTo>
                  <a:pt x="638796" y="818779"/>
                </a:lnTo>
                <a:lnTo>
                  <a:pt x="638965" y="818894"/>
                </a:lnTo>
                <a:lnTo>
                  <a:pt x="639143" y="819010"/>
                </a:lnTo>
                <a:lnTo>
                  <a:pt x="639312" y="819117"/>
                </a:lnTo>
                <a:lnTo>
                  <a:pt x="639490" y="819232"/>
                </a:lnTo>
                <a:lnTo>
                  <a:pt x="639659" y="819348"/>
                </a:lnTo>
                <a:lnTo>
                  <a:pt x="639828" y="819455"/>
                </a:lnTo>
                <a:lnTo>
                  <a:pt x="640006" y="819561"/>
                </a:lnTo>
                <a:lnTo>
                  <a:pt x="640175" y="819668"/>
                </a:lnTo>
                <a:lnTo>
                  <a:pt x="640344" y="819775"/>
                </a:lnTo>
                <a:lnTo>
                  <a:pt x="640522" y="819882"/>
                </a:lnTo>
                <a:lnTo>
                  <a:pt x="640691" y="819980"/>
                </a:lnTo>
                <a:lnTo>
                  <a:pt x="640860" y="820086"/>
                </a:lnTo>
                <a:lnTo>
                  <a:pt x="641038" y="820184"/>
                </a:lnTo>
                <a:lnTo>
                  <a:pt x="641207" y="820282"/>
                </a:lnTo>
                <a:lnTo>
                  <a:pt x="641385" y="820389"/>
                </a:lnTo>
                <a:lnTo>
                  <a:pt x="641554" y="820487"/>
                </a:lnTo>
                <a:lnTo>
                  <a:pt x="641723" y="820576"/>
                </a:lnTo>
                <a:lnTo>
                  <a:pt x="641901" y="820673"/>
                </a:lnTo>
                <a:lnTo>
                  <a:pt x="642070" y="820771"/>
                </a:lnTo>
                <a:lnTo>
                  <a:pt x="642239" y="820860"/>
                </a:lnTo>
                <a:lnTo>
                  <a:pt x="642417" y="820949"/>
                </a:lnTo>
                <a:lnTo>
                  <a:pt x="642586" y="821038"/>
                </a:lnTo>
                <a:lnTo>
                  <a:pt x="642764" y="821127"/>
                </a:lnTo>
                <a:lnTo>
                  <a:pt x="642933" y="821216"/>
                </a:lnTo>
                <a:lnTo>
                  <a:pt x="643102" y="821305"/>
                </a:lnTo>
                <a:lnTo>
                  <a:pt x="643280" y="821394"/>
                </a:lnTo>
                <a:lnTo>
                  <a:pt x="643449" y="821474"/>
                </a:lnTo>
                <a:lnTo>
                  <a:pt x="643618" y="821563"/>
                </a:lnTo>
                <a:lnTo>
                  <a:pt x="643796" y="821643"/>
                </a:lnTo>
                <a:lnTo>
                  <a:pt x="643965" y="821723"/>
                </a:lnTo>
                <a:lnTo>
                  <a:pt x="644134" y="821803"/>
                </a:lnTo>
                <a:lnTo>
                  <a:pt x="644312" y="821883"/>
                </a:lnTo>
                <a:lnTo>
                  <a:pt x="644481" y="821964"/>
                </a:lnTo>
                <a:lnTo>
                  <a:pt x="644659" y="822035"/>
                </a:lnTo>
                <a:lnTo>
                  <a:pt x="644828" y="822115"/>
                </a:lnTo>
                <a:lnTo>
                  <a:pt x="644997" y="822186"/>
                </a:lnTo>
                <a:lnTo>
                  <a:pt x="645175" y="822266"/>
                </a:lnTo>
                <a:lnTo>
                  <a:pt x="645344" y="822337"/>
                </a:lnTo>
                <a:lnTo>
                  <a:pt x="645513" y="822408"/>
                </a:lnTo>
                <a:lnTo>
                  <a:pt x="645691" y="822479"/>
                </a:lnTo>
                <a:lnTo>
                  <a:pt x="645860" y="822551"/>
                </a:lnTo>
                <a:lnTo>
                  <a:pt x="646038" y="822613"/>
                </a:lnTo>
                <a:lnTo>
                  <a:pt x="646207" y="822684"/>
                </a:lnTo>
                <a:lnTo>
                  <a:pt x="646376" y="822746"/>
                </a:lnTo>
                <a:lnTo>
                  <a:pt x="646554" y="822818"/>
                </a:lnTo>
                <a:lnTo>
                  <a:pt x="646723" y="822880"/>
                </a:lnTo>
                <a:lnTo>
                  <a:pt x="646892" y="822942"/>
                </a:lnTo>
                <a:lnTo>
                  <a:pt x="647070" y="823004"/>
                </a:lnTo>
                <a:lnTo>
                  <a:pt x="647239" y="823067"/>
                </a:lnTo>
                <a:lnTo>
                  <a:pt x="647417" y="823129"/>
                </a:lnTo>
                <a:lnTo>
                  <a:pt x="647586" y="823191"/>
                </a:lnTo>
                <a:lnTo>
                  <a:pt x="647755" y="823245"/>
                </a:lnTo>
                <a:lnTo>
                  <a:pt x="647933" y="823307"/>
                </a:lnTo>
                <a:lnTo>
                  <a:pt x="648102" y="823360"/>
                </a:lnTo>
                <a:lnTo>
                  <a:pt x="648271" y="823414"/>
                </a:lnTo>
                <a:lnTo>
                  <a:pt x="648449" y="823467"/>
                </a:lnTo>
                <a:lnTo>
                  <a:pt x="648618" y="823529"/>
                </a:lnTo>
                <a:lnTo>
                  <a:pt x="648787" y="823574"/>
                </a:lnTo>
                <a:lnTo>
                  <a:pt x="648965" y="823627"/>
                </a:lnTo>
                <a:lnTo>
                  <a:pt x="649134" y="823680"/>
                </a:lnTo>
                <a:lnTo>
                  <a:pt x="649312" y="823734"/>
                </a:lnTo>
                <a:lnTo>
                  <a:pt x="649481" y="823778"/>
                </a:lnTo>
                <a:lnTo>
                  <a:pt x="649650" y="823832"/>
                </a:lnTo>
                <a:lnTo>
                  <a:pt x="649828" y="823876"/>
                </a:lnTo>
                <a:lnTo>
                  <a:pt x="649997" y="823930"/>
                </a:lnTo>
                <a:lnTo>
                  <a:pt x="650166" y="823974"/>
                </a:lnTo>
                <a:lnTo>
                  <a:pt x="650344" y="824019"/>
                </a:lnTo>
                <a:lnTo>
                  <a:pt x="650513" y="824063"/>
                </a:lnTo>
                <a:lnTo>
                  <a:pt x="650691" y="824108"/>
                </a:lnTo>
                <a:lnTo>
                  <a:pt x="650860" y="824152"/>
                </a:lnTo>
                <a:lnTo>
                  <a:pt x="651029" y="824188"/>
                </a:lnTo>
                <a:lnTo>
                  <a:pt x="651207" y="824232"/>
                </a:lnTo>
                <a:lnTo>
                  <a:pt x="651376" y="824277"/>
                </a:lnTo>
                <a:lnTo>
                  <a:pt x="651545" y="824312"/>
                </a:lnTo>
                <a:lnTo>
                  <a:pt x="651723" y="824357"/>
                </a:lnTo>
                <a:lnTo>
                  <a:pt x="651892" y="824392"/>
                </a:lnTo>
                <a:lnTo>
                  <a:pt x="652061" y="824428"/>
                </a:lnTo>
                <a:lnTo>
                  <a:pt x="652239" y="824463"/>
                </a:lnTo>
                <a:lnTo>
                  <a:pt x="652408" y="824508"/>
                </a:lnTo>
                <a:lnTo>
                  <a:pt x="652586" y="824543"/>
                </a:lnTo>
                <a:lnTo>
                  <a:pt x="652755" y="824579"/>
                </a:lnTo>
                <a:lnTo>
                  <a:pt x="652924" y="824606"/>
                </a:lnTo>
                <a:lnTo>
                  <a:pt x="653102" y="824641"/>
                </a:lnTo>
                <a:lnTo>
                  <a:pt x="653271" y="824677"/>
                </a:lnTo>
                <a:lnTo>
                  <a:pt x="653440" y="824713"/>
                </a:lnTo>
                <a:lnTo>
                  <a:pt x="653618" y="824739"/>
                </a:lnTo>
                <a:lnTo>
                  <a:pt x="653787" y="824775"/>
                </a:lnTo>
                <a:lnTo>
                  <a:pt x="653965" y="824801"/>
                </a:lnTo>
                <a:lnTo>
                  <a:pt x="654134" y="824828"/>
                </a:lnTo>
                <a:lnTo>
                  <a:pt x="654303" y="824864"/>
                </a:lnTo>
                <a:lnTo>
                  <a:pt x="654481" y="824890"/>
                </a:lnTo>
                <a:lnTo>
                  <a:pt x="654650" y="824917"/>
                </a:lnTo>
                <a:lnTo>
                  <a:pt x="654819" y="824944"/>
                </a:lnTo>
                <a:lnTo>
                  <a:pt x="654997" y="824971"/>
                </a:lnTo>
                <a:lnTo>
                  <a:pt x="655166" y="824997"/>
                </a:lnTo>
                <a:lnTo>
                  <a:pt x="655344" y="825024"/>
                </a:lnTo>
                <a:lnTo>
                  <a:pt x="655513" y="825051"/>
                </a:lnTo>
                <a:lnTo>
                  <a:pt x="655682" y="825077"/>
                </a:lnTo>
                <a:lnTo>
                  <a:pt x="655860" y="825095"/>
                </a:lnTo>
                <a:lnTo>
                  <a:pt x="656029" y="825122"/>
                </a:lnTo>
                <a:lnTo>
                  <a:pt x="656198" y="825148"/>
                </a:lnTo>
                <a:lnTo>
                  <a:pt x="656376" y="825166"/>
                </a:lnTo>
                <a:lnTo>
                  <a:pt x="656545" y="825193"/>
                </a:lnTo>
                <a:lnTo>
                  <a:pt x="656714" y="825211"/>
                </a:lnTo>
                <a:lnTo>
                  <a:pt x="656892" y="825228"/>
                </a:lnTo>
                <a:lnTo>
                  <a:pt x="657061" y="825255"/>
                </a:lnTo>
                <a:lnTo>
                  <a:pt x="657239" y="825273"/>
                </a:lnTo>
                <a:lnTo>
                  <a:pt x="657408" y="825291"/>
                </a:lnTo>
                <a:lnTo>
                  <a:pt x="657577" y="825309"/>
                </a:lnTo>
                <a:lnTo>
                  <a:pt x="657755" y="825326"/>
                </a:lnTo>
                <a:lnTo>
                  <a:pt x="657924" y="825353"/>
                </a:lnTo>
                <a:lnTo>
                  <a:pt x="658093" y="825371"/>
                </a:lnTo>
                <a:lnTo>
                  <a:pt x="658271" y="825389"/>
                </a:lnTo>
                <a:lnTo>
                  <a:pt x="658440" y="825398"/>
                </a:lnTo>
                <a:lnTo>
                  <a:pt x="658618" y="825415"/>
                </a:lnTo>
                <a:lnTo>
                  <a:pt x="658787" y="825433"/>
                </a:lnTo>
                <a:lnTo>
                  <a:pt x="658956" y="825451"/>
                </a:lnTo>
                <a:lnTo>
                  <a:pt x="659134" y="825469"/>
                </a:lnTo>
                <a:lnTo>
                  <a:pt x="659303" y="825478"/>
                </a:lnTo>
                <a:lnTo>
                  <a:pt x="659472" y="825495"/>
                </a:lnTo>
                <a:lnTo>
                  <a:pt x="659650" y="825513"/>
                </a:lnTo>
                <a:lnTo>
                  <a:pt x="659819" y="825522"/>
                </a:lnTo>
                <a:lnTo>
                  <a:pt x="659988" y="825540"/>
                </a:lnTo>
                <a:lnTo>
                  <a:pt x="660166" y="825549"/>
                </a:lnTo>
                <a:lnTo>
                  <a:pt x="660335" y="825567"/>
                </a:lnTo>
                <a:lnTo>
                  <a:pt x="660512" y="825575"/>
                </a:lnTo>
                <a:lnTo>
                  <a:pt x="660682" y="825593"/>
                </a:lnTo>
                <a:lnTo>
                  <a:pt x="660851" y="825602"/>
                </a:lnTo>
                <a:lnTo>
                  <a:pt x="661029" y="825611"/>
                </a:lnTo>
                <a:lnTo>
                  <a:pt x="661198" y="825629"/>
                </a:lnTo>
                <a:lnTo>
                  <a:pt x="661367" y="825638"/>
                </a:lnTo>
                <a:lnTo>
                  <a:pt x="661544" y="825647"/>
                </a:lnTo>
                <a:lnTo>
                  <a:pt x="661714" y="825655"/>
                </a:lnTo>
                <a:lnTo>
                  <a:pt x="661891" y="825664"/>
                </a:lnTo>
                <a:lnTo>
                  <a:pt x="662061" y="825673"/>
                </a:lnTo>
                <a:lnTo>
                  <a:pt x="662230" y="825691"/>
                </a:lnTo>
                <a:lnTo>
                  <a:pt x="662407" y="825700"/>
                </a:lnTo>
                <a:lnTo>
                  <a:pt x="662577" y="825709"/>
                </a:lnTo>
                <a:lnTo>
                  <a:pt x="662745" y="825718"/>
                </a:lnTo>
                <a:lnTo>
                  <a:pt x="662923" y="825727"/>
                </a:lnTo>
                <a:lnTo>
                  <a:pt x="663092" y="825736"/>
                </a:lnTo>
                <a:lnTo>
                  <a:pt x="663270" y="825745"/>
                </a:lnTo>
                <a:lnTo>
                  <a:pt x="663439" y="825745"/>
                </a:lnTo>
                <a:lnTo>
                  <a:pt x="663609" y="825753"/>
                </a:lnTo>
                <a:lnTo>
                  <a:pt x="663786" y="825762"/>
                </a:lnTo>
                <a:lnTo>
                  <a:pt x="663955" y="825771"/>
                </a:lnTo>
                <a:lnTo>
                  <a:pt x="664124" y="825780"/>
                </a:lnTo>
                <a:lnTo>
                  <a:pt x="664302" y="825789"/>
                </a:lnTo>
                <a:lnTo>
                  <a:pt x="664471" y="825789"/>
                </a:lnTo>
                <a:lnTo>
                  <a:pt x="664640" y="825798"/>
                </a:lnTo>
                <a:lnTo>
                  <a:pt x="664818" y="825807"/>
                </a:lnTo>
                <a:lnTo>
                  <a:pt x="664987" y="825807"/>
                </a:lnTo>
                <a:lnTo>
                  <a:pt x="665165" y="825816"/>
                </a:lnTo>
                <a:lnTo>
                  <a:pt x="665334" y="825825"/>
                </a:lnTo>
                <a:lnTo>
                  <a:pt x="665503" y="825825"/>
                </a:lnTo>
                <a:lnTo>
                  <a:pt x="665681" y="825833"/>
                </a:lnTo>
                <a:lnTo>
                  <a:pt x="665850" y="825842"/>
                </a:lnTo>
                <a:lnTo>
                  <a:pt x="666019" y="825842"/>
                </a:lnTo>
                <a:lnTo>
                  <a:pt x="666197" y="825851"/>
                </a:lnTo>
                <a:lnTo>
                  <a:pt x="666366" y="825851"/>
                </a:lnTo>
                <a:lnTo>
                  <a:pt x="666544" y="825860"/>
                </a:lnTo>
                <a:lnTo>
                  <a:pt x="666713" y="825860"/>
                </a:lnTo>
                <a:lnTo>
                  <a:pt x="666882" y="825869"/>
                </a:lnTo>
                <a:lnTo>
                  <a:pt x="667060" y="825869"/>
                </a:lnTo>
                <a:lnTo>
                  <a:pt x="667229" y="825878"/>
                </a:lnTo>
                <a:lnTo>
                  <a:pt x="667398" y="825878"/>
                </a:lnTo>
                <a:lnTo>
                  <a:pt x="667576" y="825887"/>
                </a:lnTo>
                <a:lnTo>
                  <a:pt x="667745" y="825887"/>
                </a:lnTo>
                <a:lnTo>
                  <a:pt x="667923" y="825887"/>
                </a:lnTo>
                <a:lnTo>
                  <a:pt x="668092" y="825896"/>
                </a:lnTo>
                <a:lnTo>
                  <a:pt x="668261" y="825896"/>
                </a:lnTo>
                <a:lnTo>
                  <a:pt x="668439" y="825905"/>
                </a:lnTo>
                <a:lnTo>
                  <a:pt x="668608" y="825905"/>
                </a:lnTo>
                <a:lnTo>
                  <a:pt x="668777" y="825905"/>
                </a:lnTo>
                <a:lnTo>
                  <a:pt x="668955" y="825914"/>
                </a:lnTo>
                <a:lnTo>
                  <a:pt x="669124" y="825914"/>
                </a:lnTo>
                <a:lnTo>
                  <a:pt x="669293" y="825914"/>
                </a:lnTo>
                <a:lnTo>
                  <a:pt x="669471" y="825922"/>
                </a:lnTo>
                <a:lnTo>
                  <a:pt x="669640" y="825922"/>
                </a:lnTo>
                <a:lnTo>
                  <a:pt x="669818" y="825922"/>
                </a:lnTo>
                <a:lnTo>
                  <a:pt x="669987" y="825922"/>
                </a:lnTo>
                <a:lnTo>
                  <a:pt x="670156" y="825931"/>
                </a:lnTo>
                <a:lnTo>
                  <a:pt x="670334" y="825931"/>
                </a:lnTo>
                <a:lnTo>
                  <a:pt x="670503" y="825931"/>
                </a:lnTo>
                <a:lnTo>
                  <a:pt x="670672" y="825931"/>
                </a:lnTo>
                <a:lnTo>
                  <a:pt x="670850" y="825940"/>
                </a:lnTo>
                <a:lnTo>
                  <a:pt x="671019" y="825940"/>
                </a:lnTo>
                <a:lnTo>
                  <a:pt x="671197" y="825940"/>
                </a:lnTo>
                <a:lnTo>
                  <a:pt x="671366" y="825940"/>
                </a:lnTo>
                <a:lnTo>
                  <a:pt x="671535" y="825940"/>
                </a:lnTo>
                <a:lnTo>
                  <a:pt x="671713" y="825949"/>
                </a:lnTo>
                <a:lnTo>
                  <a:pt x="671882" y="825949"/>
                </a:lnTo>
                <a:lnTo>
                  <a:pt x="672051" y="825949"/>
                </a:lnTo>
                <a:lnTo>
                  <a:pt x="672229" y="825949"/>
                </a:lnTo>
                <a:lnTo>
                  <a:pt x="672398" y="825949"/>
                </a:lnTo>
                <a:lnTo>
                  <a:pt x="672567" y="825949"/>
                </a:lnTo>
                <a:lnTo>
                  <a:pt x="672745" y="825958"/>
                </a:lnTo>
                <a:lnTo>
                  <a:pt x="672914" y="825958"/>
                </a:lnTo>
                <a:lnTo>
                  <a:pt x="673092" y="825958"/>
                </a:lnTo>
                <a:lnTo>
                  <a:pt x="673261" y="825958"/>
                </a:lnTo>
                <a:lnTo>
                  <a:pt x="673430" y="825958"/>
                </a:lnTo>
                <a:lnTo>
                  <a:pt x="673608" y="825958"/>
                </a:lnTo>
                <a:lnTo>
                  <a:pt x="673777" y="825958"/>
                </a:lnTo>
                <a:lnTo>
                  <a:pt x="673946" y="825967"/>
                </a:lnTo>
                <a:lnTo>
                  <a:pt x="674124" y="825967"/>
                </a:lnTo>
                <a:lnTo>
                  <a:pt x="674293" y="825967"/>
                </a:lnTo>
                <a:lnTo>
                  <a:pt x="674471" y="825967"/>
                </a:lnTo>
                <a:lnTo>
                  <a:pt x="674640" y="825967"/>
                </a:lnTo>
                <a:lnTo>
                  <a:pt x="674809" y="825967"/>
                </a:lnTo>
                <a:lnTo>
                  <a:pt x="674987" y="825967"/>
                </a:lnTo>
                <a:lnTo>
                  <a:pt x="675156" y="825967"/>
                </a:lnTo>
                <a:lnTo>
                  <a:pt x="675325" y="825967"/>
                </a:lnTo>
                <a:lnTo>
                  <a:pt x="675503" y="825967"/>
                </a:lnTo>
                <a:lnTo>
                  <a:pt x="675672" y="825976"/>
                </a:lnTo>
                <a:lnTo>
                  <a:pt x="675850" y="825976"/>
                </a:lnTo>
                <a:lnTo>
                  <a:pt x="676019" y="825976"/>
                </a:lnTo>
                <a:lnTo>
                  <a:pt x="676188" y="825976"/>
                </a:lnTo>
                <a:lnTo>
                  <a:pt x="676366" y="825976"/>
                </a:lnTo>
                <a:lnTo>
                  <a:pt x="676535" y="825976"/>
                </a:lnTo>
                <a:lnTo>
                  <a:pt x="676704" y="825976"/>
                </a:lnTo>
                <a:lnTo>
                  <a:pt x="676882" y="825976"/>
                </a:lnTo>
                <a:lnTo>
                  <a:pt x="677051" y="825976"/>
                </a:lnTo>
                <a:lnTo>
                  <a:pt x="677220" y="825976"/>
                </a:lnTo>
                <a:lnTo>
                  <a:pt x="677398" y="825976"/>
                </a:lnTo>
                <a:lnTo>
                  <a:pt x="677567" y="825976"/>
                </a:lnTo>
                <a:lnTo>
                  <a:pt x="677745" y="825976"/>
                </a:lnTo>
                <a:lnTo>
                  <a:pt x="677914" y="825976"/>
                </a:lnTo>
                <a:lnTo>
                  <a:pt x="678083" y="825976"/>
                </a:lnTo>
                <a:lnTo>
                  <a:pt x="678261" y="825976"/>
                </a:lnTo>
                <a:lnTo>
                  <a:pt x="678430" y="825976"/>
                </a:lnTo>
                <a:lnTo>
                  <a:pt x="678599" y="825976"/>
                </a:lnTo>
                <a:lnTo>
                  <a:pt x="678777" y="825976"/>
                </a:lnTo>
                <a:lnTo>
                  <a:pt x="678946" y="825985"/>
                </a:lnTo>
                <a:lnTo>
                  <a:pt x="679124" y="825985"/>
                </a:lnTo>
                <a:lnTo>
                  <a:pt x="679293" y="825985"/>
                </a:lnTo>
                <a:lnTo>
                  <a:pt x="679462" y="825985"/>
                </a:lnTo>
                <a:lnTo>
                  <a:pt x="679640" y="825985"/>
                </a:lnTo>
                <a:lnTo>
                  <a:pt x="679809" y="825985"/>
                </a:lnTo>
                <a:lnTo>
                  <a:pt x="679978" y="825985"/>
                </a:lnTo>
                <a:lnTo>
                  <a:pt x="680156" y="825985"/>
                </a:lnTo>
                <a:lnTo>
                  <a:pt x="680325" y="825985"/>
                </a:lnTo>
                <a:lnTo>
                  <a:pt x="680494" y="825985"/>
                </a:lnTo>
                <a:lnTo>
                  <a:pt x="680672" y="825985"/>
                </a:lnTo>
                <a:lnTo>
                  <a:pt x="680841" y="825985"/>
                </a:lnTo>
                <a:lnTo>
                  <a:pt x="681019" y="825985"/>
                </a:lnTo>
                <a:lnTo>
                  <a:pt x="681188" y="825985"/>
                </a:lnTo>
                <a:lnTo>
                  <a:pt x="681357" y="825985"/>
                </a:lnTo>
                <a:lnTo>
                  <a:pt x="681535" y="825985"/>
                </a:lnTo>
                <a:lnTo>
                  <a:pt x="681704" y="825985"/>
                </a:lnTo>
                <a:lnTo>
                  <a:pt x="681873" y="825985"/>
                </a:lnTo>
                <a:lnTo>
                  <a:pt x="682051" y="825985"/>
                </a:lnTo>
                <a:lnTo>
                  <a:pt x="682220" y="825985"/>
                </a:lnTo>
                <a:lnTo>
                  <a:pt x="682398" y="825985"/>
                </a:lnTo>
                <a:lnTo>
                  <a:pt x="682567" y="825985"/>
                </a:lnTo>
                <a:lnTo>
                  <a:pt x="682736" y="825985"/>
                </a:lnTo>
                <a:lnTo>
                  <a:pt x="682914" y="825985"/>
                </a:lnTo>
                <a:lnTo>
                  <a:pt x="683083" y="825985"/>
                </a:lnTo>
                <a:lnTo>
                  <a:pt x="683252" y="825985"/>
                </a:lnTo>
                <a:lnTo>
                  <a:pt x="683430" y="825985"/>
                </a:lnTo>
                <a:lnTo>
                  <a:pt x="683599" y="825985"/>
                </a:lnTo>
                <a:lnTo>
                  <a:pt x="683777" y="825985"/>
                </a:lnTo>
                <a:lnTo>
                  <a:pt x="683946" y="825985"/>
                </a:lnTo>
                <a:lnTo>
                  <a:pt x="684115" y="825985"/>
                </a:lnTo>
                <a:lnTo>
                  <a:pt x="684293" y="825985"/>
                </a:lnTo>
                <a:lnTo>
                  <a:pt x="684462" y="825985"/>
                </a:lnTo>
                <a:lnTo>
                  <a:pt x="684631" y="825985"/>
                </a:lnTo>
                <a:lnTo>
                  <a:pt x="684809" y="825985"/>
                </a:lnTo>
                <a:lnTo>
                  <a:pt x="684978" y="825985"/>
                </a:lnTo>
                <a:lnTo>
                  <a:pt x="685147" y="825985"/>
                </a:lnTo>
                <a:lnTo>
                  <a:pt x="685325" y="825985"/>
                </a:lnTo>
                <a:lnTo>
                  <a:pt x="685494" y="825985"/>
                </a:lnTo>
                <a:lnTo>
                  <a:pt x="685672" y="825985"/>
                </a:lnTo>
                <a:lnTo>
                  <a:pt x="685841" y="825985"/>
                </a:lnTo>
                <a:lnTo>
                  <a:pt x="686010" y="825985"/>
                </a:lnTo>
                <a:lnTo>
                  <a:pt x="686188" y="825985"/>
                </a:lnTo>
                <a:lnTo>
                  <a:pt x="686357" y="825985"/>
                </a:lnTo>
                <a:lnTo>
                  <a:pt x="686526" y="825985"/>
                </a:lnTo>
                <a:lnTo>
                  <a:pt x="686704" y="825985"/>
                </a:lnTo>
                <a:lnTo>
                  <a:pt x="686873" y="825985"/>
                </a:lnTo>
                <a:lnTo>
                  <a:pt x="687051" y="825985"/>
                </a:lnTo>
                <a:lnTo>
                  <a:pt x="687220" y="825985"/>
                </a:lnTo>
                <a:lnTo>
                  <a:pt x="687389" y="825985"/>
                </a:lnTo>
                <a:lnTo>
                  <a:pt x="687567" y="825985"/>
                </a:lnTo>
                <a:lnTo>
                  <a:pt x="687736" y="825985"/>
                </a:lnTo>
                <a:lnTo>
                  <a:pt x="687905" y="825985"/>
                </a:lnTo>
                <a:lnTo>
                  <a:pt x="688083" y="825985"/>
                </a:lnTo>
                <a:lnTo>
                  <a:pt x="688252" y="825985"/>
                </a:lnTo>
                <a:lnTo>
                  <a:pt x="688421" y="825985"/>
                </a:lnTo>
                <a:lnTo>
                  <a:pt x="688599" y="825985"/>
                </a:lnTo>
                <a:lnTo>
                  <a:pt x="688768" y="825985"/>
                </a:lnTo>
                <a:lnTo>
                  <a:pt x="688946" y="825985"/>
                </a:lnTo>
                <a:lnTo>
                  <a:pt x="689115" y="825985"/>
                </a:lnTo>
                <a:lnTo>
                  <a:pt x="689284" y="825985"/>
                </a:lnTo>
                <a:lnTo>
                  <a:pt x="689462" y="825985"/>
                </a:lnTo>
                <a:lnTo>
                  <a:pt x="689631" y="825985"/>
                </a:lnTo>
                <a:lnTo>
                  <a:pt x="689800" y="825985"/>
                </a:lnTo>
                <a:lnTo>
                  <a:pt x="689978" y="825985"/>
                </a:lnTo>
                <a:lnTo>
                  <a:pt x="690147" y="825985"/>
                </a:lnTo>
                <a:lnTo>
                  <a:pt x="690324" y="825985"/>
                </a:lnTo>
                <a:lnTo>
                  <a:pt x="690494" y="825985"/>
                </a:lnTo>
                <a:lnTo>
                  <a:pt x="690663" y="825985"/>
                </a:lnTo>
                <a:lnTo>
                  <a:pt x="690841" y="825985"/>
                </a:lnTo>
                <a:lnTo>
                  <a:pt x="691010" y="825985"/>
                </a:lnTo>
                <a:lnTo>
                  <a:pt x="691179" y="825985"/>
                </a:lnTo>
                <a:lnTo>
                  <a:pt x="691356" y="825985"/>
                </a:lnTo>
                <a:lnTo>
                  <a:pt x="691526" y="825985"/>
                </a:lnTo>
                <a:lnTo>
                  <a:pt x="691703" y="825985"/>
                </a:lnTo>
                <a:lnTo>
                  <a:pt x="691872" y="825985"/>
                </a:lnTo>
                <a:lnTo>
                  <a:pt x="692042" y="825985"/>
                </a:lnTo>
                <a:lnTo>
                  <a:pt x="692219" y="825985"/>
                </a:lnTo>
                <a:lnTo>
                  <a:pt x="692389" y="825985"/>
                </a:lnTo>
                <a:lnTo>
                  <a:pt x="692557" y="825985"/>
                </a:lnTo>
                <a:lnTo>
                  <a:pt x="692735" y="825985"/>
                </a:lnTo>
                <a:lnTo>
                  <a:pt x="692904" y="825985"/>
                </a:lnTo>
                <a:lnTo>
                  <a:pt x="693074" y="825985"/>
                </a:lnTo>
                <a:lnTo>
                  <a:pt x="693251" y="825985"/>
                </a:lnTo>
                <a:lnTo>
                  <a:pt x="693421" y="825985"/>
                </a:lnTo>
                <a:lnTo>
                  <a:pt x="693598" y="825985"/>
                </a:lnTo>
                <a:lnTo>
                  <a:pt x="693767" y="825985"/>
                </a:lnTo>
                <a:lnTo>
                  <a:pt x="693936" y="825985"/>
                </a:lnTo>
                <a:lnTo>
                  <a:pt x="694114" y="825985"/>
                </a:lnTo>
                <a:lnTo>
                  <a:pt x="694283" y="825985"/>
                </a:lnTo>
                <a:lnTo>
                  <a:pt x="694452" y="825985"/>
                </a:lnTo>
                <a:lnTo>
                  <a:pt x="694630" y="825985"/>
                </a:lnTo>
                <a:lnTo>
                  <a:pt x="694799" y="825985"/>
                </a:lnTo>
                <a:lnTo>
                  <a:pt x="694977" y="825985"/>
                </a:lnTo>
                <a:lnTo>
                  <a:pt x="695146" y="825985"/>
                </a:lnTo>
                <a:lnTo>
                  <a:pt x="695315" y="825985"/>
                </a:lnTo>
                <a:lnTo>
                  <a:pt x="695493" y="825985"/>
                </a:lnTo>
                <a:lnTo>
                  <a:pt x="695662" y="825985"/>
                </a:lnTo>
                <a:lnTo>
                  <a:pt x="695831" y="825985"/>
                </a:lnTo>
                <a:lnTo>
                  <a:pt x="696009" y="825985"/>
                </a:lnTo>
                <a:lnTo>
                  <a:pt x="696178" y="825985"/>
                </a:lnTo>
                <a:lnTo>
                  <a:pt x="696356" y="825985"/>
                </a:lnTo>
                <a:lnTo>
                  <a:pt x="696525" y="825985"/>
                </a:lnTo>
                <a:lnTo>
                  <a:pt x="696694" y="825985"/>
                </a:lnTo>
                <a:lnTo>
                  <a:pt x="696872" y="825985"/>
                </a:lnTo>
                <a:lnTo>
                  <a:pt x="697041" y="825985"/>
                </a:lnTo>
                <a:lnTo>
                  <a:pt x="697210" y="825985"/>
                </a:lnTo>
                <a:lnTo>
                  <a:pt x="697388" y="825985"/>
                </a:lnTo>
                <a:lnTo>
                  <a:pt x="697557" y="825985"/>
                </a:lnTo>
                <a:lnTo>
                  <a:pt x="697726" y="825985"/>
                </a:lnTo>
                <a:lnTo>
                  <a:pt x="697904" y="825985"/>
                </a:lnTo>
                <a:lnTo>
                  <a:pt x="698073" y="825985"/>
                </a:lnTo>
                <a:lnTo>
                  <a:pt x="698251" y="825985"/>
                </a:lnTo>
                <a:lnTo>
                  <a:pt x="698420" y="825985"/>
                </a:lnTo>
                <a:lnTo>
                  <a:pt x="698589" y="825985"/>
                </a:lnTo>
                <a:lnTo>
                  <a:pt x="698767" y="825985"/>
                </a:lnTo>
                <a:lnTo>
                  <a:pt x="698936" y="825985"/>
                </a:lnTo>
                <a:lnTo>
                  <a:pt x="699105" y="825985"/>
                </a:lnTo>
                <a:lnTo>
                  <a:pt x="699283" y="825985"/>
                </a:lnTo>
                <a:lnTo>
                  <a:pt x="699452" y="825985"/>
                </a:lnTo>
                <a:lnTo>
                  <a:pt x="699630" y="825985"/>
                </a:lnTo>
                <a:lnTo>
                  <a:pt x="699799" y="825985"/>
                </a:lnTo>
                <a:lnTo>
                  <a:pt x="699968" y="825985"/>
                </a:lnTo>
                <a:lnTo>
                  <a:pt x="700146" y="825985"/>
                </a:lnTo>
                <a:lnTo>
                  <a:pt x="700315" y="825985"/>
                </a:lnTo>
                <a:lnTo>
                  <a:pt x="700484" y="825985"/>
                </a:lnTo>
                <a:lnTo>
                  <a:pt x="700662" y="825985"/>
                </a:lnTo>
                <a:lnTo>
                  <a:pt x="700831" y="825985"/>
                </a:lnTo>
                <a:lnTo>
                  <a:pt x="701000" y="825985"/>
                </a:lnTo>
                <a:lnTo>
                  <a:pt x="701178" y="825985"/>
                </a:lnTo>
                <a:lnTo>
                  <a:pt x="701347" y="825985"/>
                </a:lnTo>
                <a:lnTo>
                  <a:pt x="701525" y="825985"/>
                </a:lnTo>
                <a:lnTo>
                  <a:pt x="701694" y="825985"/>
                </a:lnTo>
                <a:lnTo>
                  <a:pt x="701863" y="825985"/>
                </a:lnTo>
                <a:lnTo>
                  <a:pt x="702041" y="825985"/>
                </a:lnTo>
                <a:lnTo>
                  <a:pt x="702210" y="825985"/>
                </a:lnTo>
                <a:lnTo>
                  <a:pt x="702379" y="825985"/>
                </a:lnTo>
                <a:lnTo>
                  <a:pt x="702557" y="825985"/>
                </a:lnTo>
                <a:lnTo>
                  <a:pt x="702726" y="825985"/>
                </a:lnTo>
                <a:lnTo>
                  <a:pt x="702904" y="825985"/>
                </a:lnTo>
                <a:lnTo>
                  <a:pt x="703073" y="825985"/>
                </a:lnTo>
                <a:lnTo>
                  <a:pt x="703242" y="825985"/>
                </a:lnTo>
                <a:lnTo>
                  <a:pt x="703420" y="825985"/>
                </a:lnTo>
                <a:lnTo>
                  <a:pt x="703589" y="825985"/>
                </a:lnTo>
                <a:lnTo>
                  <a:pt x="703758" y="825985"/>
                </a:lnTo>
                <a:lnTo>
                  <a:pt x="703936" y="825985"/>
                </a:lnTo>
                <a:lnTo>
                  <a:pt x="704105" y="825985"/>
                </a:lnTo>
                <a:lnTo>
                  <a:pt x="704283" y="825985"/>
                </a:lnTo>
                <a:lnTo>
                  <a:pt x="704452" y="825985"/>
                </a:lnTo>
                <a:lnTo>
                  <a:pt x="704621" y="825985"/>
                </a:lnTo>
                <a:lnTo>
                  <a:pt x="704799" y="825985"/>
                </a:lnTo>
                <a:lnTo>
                  <a:pt x="704968" y="825985"/>
                </a:lnTo>
                <a:lnTo>
                  <a:pt x="705137" y="825985"/>
                </a:lnTo>
                <a:lnTo>
                  <a:pt x="705315" y="825985"/>
                </a:lnTo>
                <a:lnTo>
                  <a:pt x="705484" y="825985"/>
                </a:lnTo>
                <a:lnTo>
                  <a:pt x="705653" y="825985"/>
                </a:lnTo>
                <a:lnTo>
                  <a:pt x="705831" y="825985"/>
                </a:lnTo>
                <a:lnTo>
                  <a:pt x="706000" y="825985"/>
                </a:lnTo>
                <a:lnTo>
                  <a:pt x="706178" y="825985"/>
                </a:lnTo>
                <a:lnTo>
                  <a:pt x="706347" y="825985"/>
                </a:lnTo>
                <a:lnTo>
                  <a:pt x="706516" y="825985"/>
                </a:lnTo>
                <a:lnTo>
                  <a:pt x="706694" y="825985"/>
                </a:lnTo>
                <a:lnTo>
                  <a:pt x="706863" y="825985"/>
                </a:lnTo>
                <a:lnTo>
                  <a:pt x="707032" y="825985"/>
                </a:lnTo>
                <a:lnTo>
                  <a:pt x="707210" y="825985"/>
                </a:lnTo>
                <a:lnTo>
                  <a:pt x="707379" y="825985"/>
                </a:lnTo>
                <a:lnTo>
                  <a:pt x="707557" y="825985"/>
                </a:lnTo>
                <a:lnTo>
                  <a:pt x="707726" y="825985"/>
                </a:lnTo>
                <a:lnTo>
                  <a:pt x="707895" y="825985"/>
                </a:lnTo>
                <a:lnTo>
                  <a:pt x="708073" y="825985"/>
                </a:lnTo>
                <a:lnTo>
                  <a:pt x="708242" y="825985"/>
                </a:lnTo>
                <a:lnTo>
                  <a:pt x="708411" y="825985"/>
                </a:lnTo>
                <a:lnTo>
                  <a:pt x="708589" y="825985"/>
                </a:lnTo>
                <a:lnTo>
                  <a:pt x="708758" y="825985"/>
                </a:lnTo>
                <a:lnTo>
                  <a:pt x="708927" y="825985"/>
                </a:lnTo>
                <a:lnTo>
                  <a:pt x="709105" y="825985"/>
                </a:lnTo>
                <a:lnTo>
                  <a:pt x="709274" y="825985"/>
                </a:lnTo>
                <a:lnTo>
                  <a:pt x="709452" y="825985"/>
                </a:lnTo>
                <a:lnTo>
                  <a:pt x="709621" y="825985"/>
                </a:lnTo>
                <a:lnTo>
                  <a:pt x="709790" y="825985"/>
                </a:lnTo>
                <a:lnTo>
                  <a:pt x="709968" y="825985"/>
                </a:lnTo>
                <a:lnTo>
                  <a:pt x="710137" y="825985"/>
                </a:lnTo>
                <a:lnTo>
                  <a:pt x="710306" y="825985"/>
                </a:lnTo>
                <a:lnTo>
                  <a:pt x="710484" y="825985"/>
                </a:lnTo>
                <a:lnTo>
                  <a:pt x="710653" y="825985"/>
                </a:lnTo>
                <a:lnTo>
                  <a:pt x="710831" y="825985"/>
                </a:lnTo>
                <a:lnTo>
                  <a:pt x="711000" y="825985"/>
                </a:lnTo>
                <a:lnTo>
                  <a:pt x="711169" y="825985"/>
                </a:lnTo>
                <a:lnTo>
                  <a:pt x="711347" y="825985"/>
                </a:lnTo>
                <a:lnTo>
                  <a:pt x="711516" y="825985"/>
                </a:lnTo>
                <a:lnTo>
                  <a:pt x="711685" y="825985"/>
                </a:lnTo>
                <a:lnTo>
                  <a:pt x="711863" y="825985"/>
                </a:lnTo>
                <a:lnTo>
                  <a:pt x="712032" y="825985"/>
                </a:lnTo>
                <a:lnTo>
                  <a:pt x="712210" y="825985"/>
                </a:lnTo>
                <a:lnTo>
                  <a:pt x="712379" y="825985"/>
                </a:lnTo>
                <a:lnTo>
                  <a:pt x="712548" y="825985"/>
                </a:lnTo>
                <a:lnTo>
                  <a:pt x="712726" y="825985"/>
                </a:lnTo>
                <a:lnTo>
                  <a:pt x="712895" y="825985"/>
                </a:lnTo>
                <a:lnTo>
                  <a:pt x="713064" y="825985"/>
                </a:lnTo>
                <a:lnTo>
                  <a:pt x="713242" y="825985"/>
                </a:lnTo>
                <a:lnTo>
                  <a:pt x="713411" y="825985"/>
                </a:lnTo>
                <a:lnTo>
                  <a:pt x="713580" y="825985"/>
                </a:lnTo>
                <a:lnTo>
                  <a:pt x="713758" y="825985"/>
                </a:lnTo>
                <a:lnTo>
                  <a:pt x="713927" y="825985"/>
                </a:lnTo>
                <a:lnTo>
                  <a:pt x="714105" y="825985"/>
                </a:lnTo>
                <a:lnTo>
                  <a:pt x="714274" y="825985"/>
                </a:lnTo>
                <a:lnTo>
                  <a:pt x="714443" y="825985"/>
                </a:lnTo>
                <a:lnTo>
                  <a:pt x="714621" y="825985"/>
                </a:lnTo>
                <a:lnTo>
                  <a:pt x="714790" y="825985"/>
                </a:lnTo>
                <a:lnTo>
                  <a:pt x="714959" y="825985"/>
                </a:lnTo>
                <a:lnTo>
                  <a:pt x="715137" y="825985"/>
                </a:lnTo>
                <a:lnTo>
                  <a:pt x="715306" y="825985"/>
                </a:lnTo>
                <a:lnTo>
                  <a:pt x="715484" y="825985"/>
                </a:lnTo>
                <a:lnTo>
                  <a:pt x="715653" y="825985"/>
                </a:lnTo>
                <a:lnTo>
                  <a:pt x="715822" y="825985"/>
                </a:lnTo>
                <a:lnTo>
                  <a:pt x="716000" y="825985"/>
                </a:lnTo>
                <a:lnTo>
                  <a:pt x="716169" y="825985"/>
                </a:lnTo>
                <a:lnTo>
                  <a:pt x="716338" y="825985"/>
                </a:lnTo>
                <a:lnTo>
                  <a:pt x="716516" y="825985"/>
                </a:lnTo>
                <a:lnTo>
                  <a:pt x="716685" y="825985"/>
                </a:lnTo>
                <a:lnTo>
                  <a:pt x="716863" y="825985"/>
                </a:lnTo>
                <a:lnTo>
                  <a:pt x="717032" y="825985"/>
                </a:lnTo>
                <a:lnTo>
                  <a:pt x="717201" y="825985"/>
                </a:lnTo>
                <a:lnTo>
                  <a:pt x="717379" y="825985"/>
                </a:lnTo>
                <a:lnTo>
                  <a:pt x="717548" y="825985"/>
                </a:lnTo>
                <a:lnTo>
                  <a:pt x="717717" y="825985"/>
                </a:lnTo>
                <a:lnTo>
                  <a:pt x="717895" y="825985"/>
                </a:lnTo>
                <a:lnTo>
                  <a:pt x="718064" y="825985"/>
                </a:lnTo>
                <a:lnTo>
                  <a:pt x="718233" y="825985"/>
                </a:lnTo>
                <a:lnTo>
                  <a:pt x="718411" y="825985"/>
                </a:lnTo>
                <a:lnTo>
                  <a:pt x="718580" y="825985"/>
                </a:lnTo>
                <a:lnTo>
                  <a:pt x="718758" y="825985"/>
                </a:lnTo>
                <a:lnTo>
                  <a:pt x="718927" y="825985"/>
                </a:lnTo>
                <a:lnTo>
                  <a:pt x="719096" y="825985"/>
                </a:lnTo>
                <a:lnTo>
                  <a:pt x="719274" y="825985"/>
                </a:lnTo>
                <a:lnTo>
                  <a:pt x="719443" y="825985"/>
                </a:lnTo>
                <a:lnTo>
                  <a:pt x="719612" y="825985"/>
                </a:lnTo>
                <a:lnTo>
                  <a:pt x="719790" y="825985"/>
                </a:lnTo>
                <a:lnTo>
                  <a:pt x="719959" y="825985"/>
                </a:lnTo>
                <a:lnTo>
                  <a:pt x="720136" y="825985"/>
                </a:lnTo>
                <a:lnTo>
                  <a:pt x="720306" y="825985"/>
                </a:lnTo>
                <a:lnTo>
                  <a:pt x="720475" y="825985"/>
                </a:lnTo>
                <a:lnTo>
                  <a:pt x="720653" y="825985"/>
                </a:lnTo>
                <a:lnTo>
                  <a:pt x="720822" y="825985"/>
                </a:lnTo>
                <a:lnTo>
                  <a:pt x="720991" y="825985"/>
                </a:lnTo>
                <a:lnTo>
                  <a:pt x="721169" y="825985"/>
                </a:lnTo>
                <a:lnTo>
                  <a:pt x="721337" y="825985"/>
                </a:lnTo>
                <a:lnTo>
                  <a:pt x="721507" y="825985"/>
                </a:lnTo>
                <a:lnTo>
                  <a:pt x="721684" y="825985"/>
                </a:lnTo>
                <a:lnTo>
                  <a:pt x="721854" y="825985"/>
                </a:lnTo>
                <a:lnTo>
                  <a:pt x="722031" y="825985"/>
                </a:lnTo>
                <a:lnTo>
                  <a:pt x="722201" y="825985"/>
                </a:lnTo>
                <a:lnTo>
                  <a:pt x="722370" y="825985"/>
                </a:lnTo>
                <a:lnTo>
                  <a:pt x="722548" y="825985"/>
                </a:lnTo>
                <a:lnTo>
                  <a:pt x="722716" y="825985"/>
                </a:lnTo>
                <a:lnTo>
                  <a:pt x="722886" y="825985"/>
                </a:lnTo>
                <a:lnTo>
                  <a:pt x="723063" y="825985"/>
                </a:lnTo>
                <a:lnTo>
                  <a:pt x="723232" y="825985"/>
                </a:lnTo>
                <a:lnTo>
                  <a:pt x="723410" y="825985"/>
                </a:lnTo>
                <a:lnTo>
                  <a:pt x="723579" y="825985"/>
                </a:lnTo>
                <a:lnTo>
                  <a:pt x="723749" y="825985"/>
                </a:lnTo>
                <a:lnTo>
                  <a:pt x="723926" y="825985"/>
                </a:lnTo>
                <a:lnTo>
                  <a:pt x="724095" y="825985"/>
                </a:lnTo>
                <a:lnTo>
                  <a:pt x="724264" y="825985"/>
                </a:lnTo>
                <a:lnTo>
                  <a:pt x="724442" y="825985"/>
                </a:lnTo>
                <a:lnTo>
                  <a:pt x="724611" y="825985"/>
                </a:lnTo>
                <a:lnTo>
                  <a:pt x="724789" y="825985"/>
                </a:lnTo>
                <a:lnTo>
                  <a:pt x="724958" y="825985"/>
                </a:lnTo>
                <a:lnTo>
                  <a:pt x="725127" y="825985"/>
                </a:lnTo>
                <a:lnTo>
                  <a:pt x="725305" y="825985"/>
                </a:lnTo>
                <a:lnTo>
                  <a:pt x="725474" y="825985"/>
                </a:lnTo>
                <a:lnTo>
                  <a:pt x="725643" y="825985"/>
                </a:lnTo>
                <a:lnTo>
                  <a:pt x="725821" y="825985"/>
                </a:lnTo>
                <a:lnTo>
                  <a:pt x="725990" y="825985"/>
                </a:lnTo>
                <a:lnTo>
                  <a:pt x="726159" y="825985"/>
                </a:lnTo>
                <a:lnTo>
                  <a:pt x="726337" y="825985"/>
                </a:lnTo>
                <a:lnTo>
                  <a:pt x="726506" y="825985"/>
                </a:lnTo>
                <a:lnTo>
                  <a:pt x="726684" y="825985"/>
                </a:lnTo>
                <a:lnTo>
                  <a:pt x="726853" y="825985"/>
                </a:lnTo>
                <a:lnTo>
                  <a:pt x="727022" y="825985"/>
                </a:lnTo>
                <a:lnTo>
                  <a:pt x="727200" y="825985"/>
                </a:lnTo>
                <a:lnTo>
                  <a:pt x="727369" y="825985"/>
                </a:lnTo>
                <a:lnTo>
                  <a:pt x="727538" y="825985"/>
                </a:lnTo>
                <a:lnTo>
                  <a:pt x="727716" y="825985"/>
                </a:lnTo>
                <a:lnTo>
                  <a:pt x="727885" y="825985"/>
                </a:lnTo>
                <a:lnTo>
                  <a:pt x="728063" y="825985"/>
                </a:lnTo>
                <a:lnTo>
                  <a:pt x="728232" y="825985"/>
                </a:lnTo>
                <a:lnTo>
                  <a:pt x="728401" y="825985"/>
                </a:lnTo>
                <a:lnTo>
                  <a:pt x="728579" y="825985"/>
                </a:lnTo>
                <a:lnTo>
                  <a:pt x="728748" y="825985"/>
                </a:lnTo>
                <a:lnTo>
                  <a:pt x="728917" y="825985"/>
                </a:lnTo>
                <a:lnTo>
                  <a:pt x="729095" y="825985"/>
                </a:lnTo>
                <a:lnTo>
                  <a:pt x="729264" y="825985"/>
                </a:lnTo>
                <a:lnTo>
                  <a:pt x="729433" y="825985"/>
                </a:lnTo>
                <a:lnTo>
                  <a:pt x="729611" y="825985"/>
                </a:lnTo>
                <a:lnTo>
                  <a:pt x="729780" y="825985"/>
                </a:lnTo>
                <a:lnTo>
                  <a:pt x="729958" y="825985"/>
                </a:lnTo>
                <a:lnTo>
                  <a:pt x="730127" y="825985"/>
                </a:lnTo>
                <a:lnTo>
                  <a:pt x="730296" y="825985"/>
                </a:lnTo>
                <a:lnTo>
                  <a:pt x="730474" y="825985"/>
                </a:lnTo>
                <a:lnTo>
                  <a:pt x="730643" y="825985"/>
                </a:lnTo>
                <a:lnTo>
                  <a:pt x="730812" y="825985"/>
                </a:lnTo>
                <a:lnTo>
                  <a:pt x="730990" y="825985"/>
                </a:lnTo>
                <a:lnTo>
                  <a:pt x="731159" y="825985"/>
                </a:lnTo>
                <a:lnTo>
                  <a:pt x="731337" y="825985"/>
                </a:lnTo>
                <a:lnTo>
                  <a:pt x="731506" y="825985"/>
                </a:lnTo>
                <a:lnTo>
                  <a:pt x="731675" y="825985"/>
                </a:lnTo>
                <a:lnTo>
                  <a:pt x="731853" y="825985"/>
                </a:lnTo>
                <a:lnTo>
                  <a:pt x="732022" y="825985"/>
                </a:lnTo>
                <a:lnTo>
                  <a:pt x="732191" y="825985"/>
                </a:lnTo>
                <a:lnTo>
                  <a:pt x="732369" y="825985"/>
                </a:lnTo>
                <a:lnTo>
                  <a:pt x="732538" y="825985"/>
                </a:lnTo>
                <a:lnTo>
                  <a:pt x="732716" y="825985"/>
                </a:lnTo>
                <a:lnTo>
                  <a:pt x="732885" y="825985"/>
                </a:lnTo>
                <a:lnTo>
                  <a:pt x="733054" y="825985"/>
                </a:lnTo>
                <a:lnTo>
                  <a:pt x="733232" y="825985"/>
                </a:lnTo>
                <a:lnTo>
                  <a:pt x="733401" y="825985"/>
                </a:lnTo>
                <a:lnTo>
                  <a:pt x="733570" y="825985"/>
                </a:lnTo>
                <a:lnTo>
                  <a:pt x="733748" y="825985"/>
                </a:lnTo>
                <a:lnTo>
                  <a:pt x="733917" y="825985"/>
                </a:lnTo>
                <a:lnTo>
                  <a:pt x="734086" y="825985"/>
                </a:lnTo>
                <a:lnTo>
                  <a:pt x="734264" y="825985"/>
                </a:lnTo>
                <a:lnTo>
                  <a:pt x="734433" y="825985"/>
                </a:lnTo>
                <a:lnTo>
                  <a:pt x="734611" y="825985"/>
                </a:lnTo>
                <a:lnTo>
                  <a:pt x="734780" y="825985"/>
                </a:lnTo>
                <a:lnTo>
                  <a:pt x="734949" y="825985"/>
                </a:lnTo>
                <a:lnTo>
                  <a:pt x="735127" y="825985"/>
                </a:lnTo>
                <a:lnTo>
                  <a:pt x="735296" y="825985"/>
                </a:lnTo>
                <a:lnTo>
                  <a:pt x="735465" y="825985"/>
                </a:lnTo>
                <a:lnTo>
                  <a:pt x="735643" y="825985"/>
                </a:lnTo>
                <a:lnTo>
                  <a:pt x="735812" y="825985"/>
                </a:lnTo>
                <a:lnTo>
                  <a:pt x="735990" y="825985"/>
                </a:lnTo>
                <a:lnTo>
                  <a:pt x="736159" y="825985"/>
                </a:lnTo>
                <a:lnTo>
                  <a:pt x="736328" y="825985"/>
                </a:lnTo>
                <a:lnTo>
                  <a:pt x="736506" y="825985"/>
                </a:lnTo>
                <a:lnTo>
                  <a:pt x="736675" y="825985"/>
                </a:lnTo>
                <a:lnTo>
                  <a:pt x="736844" y="825985"/>
                </a:lnTo>
                <a:lnTo>
                  <a:pt x="737022" y="825985"/>
                </a:lnTo>
                <a:lnTo>
                  <a:pt x="737191" y="825985"/>
                </a:lnTo>
                <a:lnTo>
                  <a:pt x="737360" y="825985"/>
                </a:lnTo>
                <a:lnTo>
                  <a:pt x="737538" y="825985"/>
                </a:lnTo>
                <a:lnTo>
                  <a:pt x="737707" y="825985"/>
                </a:lnTo>
                <a:lnTo>
                  <a:pt x="737885" y="825985"/>
                </a:lnTo>
                <a:lnTo>
                  <a:pt x="738054" y="825985"/>
                </a:lnTo>
                <a:lnTo>
                  <a:pt x="738223" y="825985"/>
                </a:lnTo>
                <a:lnTo>
                  <a:pt x="738401" y="825985"/>
                </a:lnTo>
                <a:lnTo>
                  <a:pt x="738570" y="825976"/>
                </a:lnTo>
                <a:lnTo>
                  <a:pt x="738739" y="825976"/>
                </a:lnTo>
                <a:lnTo>
                  <a:pt x="738917" y="825976"/>
                </a:lnTo>
                <a:lnTo>
                  <a:pt x="739086" y="825976"/>
                </a:lnTo>
                <a:lnTo>
                  <a:pt x="739264" y="825976"/>
                </a:lnTo>
                <a:lnTo>
                  <a:pt x="739433" y="825976"/>
                </a:lnTo>
                <a:lnTo>
                  <a:pt x="739602" y="825976"/>
                </a:lnTo>
                <a:lnTo>
                  <a:pt x="739780" y="825976"/>
                </a:lnTo>
                <a:lnTo>
                  <a:pt x="739949" y="825976"/>
                </a:lnTo>
                <a:lnTo>
                  <a:pt x="740118" y="825976"/>
                </a:lnTo>
                <a:lnTo>
                  <a:pt x="740296" y="825967"/>
                </a:lnTo>
                <a:lnTo>
                  <a:pt x="740465" y="825967"/>
                </a:lnTo>
                <a:lnTo>
                  <a:pt x="740643" y="825967"/>
                </a:lnTo>
                <a:lnTo>
                  <a:pt x="740812" y="825967"/>
                </a:lnTo>
                <a:lnTo>
                  <a:pt x="740981" y="825967"/>
                </a:lnTo>
                <a:lnTo>
                  <a:pt x="741159" y="825967"/>
                </a:lnTo>
                <a:lnTo>
                  <a:pt x="741328" y="825958"/>
                </a:lnTo>
                <a:lnTo>
                  <a:pt x="741497" y="825958"/>
                </a:lnTo>
                <a:lnTo>
                  <a:pt x="741675" y="825958"/>
                </a:lnTo>
                <a:lnTo>
                  <a:pt x="741844" y="825958"/>
                </a:lnTo>
                <a:lnTo>
                  <a:pt x="742013" y="825958"/>
                </a:lnTo>
                <a:lnTo>
                  <a:pt x="742191" y="825949"/>
                </a:lnTo>
                <a:lnTo>
                  <a:pt x="742360" y="825949"/>
                </a:lnTo>
                <a:lnTo>
                  <a:pt x="742538" y="825949"/>
                </a:lnTo>
                <a:lnTo>
                  <a:pt x="742707" y="825940"/>
                </a:lnTo>
                <a:lnTo>
                  <a:pt x="742876" y="825940"/>
                </a:lnTo>
                <a:lnTo>
                  <a:pt x="743054" y="825931"/>
                </a:lnTo>
                <a:lnTo>
                  <a:pt x="743223" y="825931"/>
                </a:lnTo>
                <a:lnTo>
                  <a:pt x="743392" y="825931"/>
                </a:lnTo>
                <a:lnTo>
                  <a:pt x="743570" y="825922"/>
                </a:lnTo>
                <a:lnTo>
                  <a:pt x="743739" y="825922"/>
                </a:lnTo>
                <a:lnTo>
                  <a:pt x="743917" y="825914"/>
                </a:lnTo>
                <a:lnTo>
                  <a:pt x="744086" y="825905"/>
                </a:lnTo>
                <a:lnTo>
                  <a:pt x="744255" y="825905"/>
                </a:lnTo>
                <a:lnTo>
                  <a:pt x="744433" y="825896"/>
                </a:lnTo>
                <a:lnTo>
                  <a:pt x="744602" y="825887"/>
                </a:lnTo>
                <a:lnTo>
                  <a:pt x="744771" y="825878"/>
                </a:lnTo>
                <a:lnTo>
                  <a:pt x="744949" y="825878"/>
                </a:lnTo>
                <a:lnTo>
                  <a:pt x="745118" y="825869"/>
                </a:lnTo>
                <a:lnTo>
                  <a:pt x="745296" y="825860"/>
                </a:lnTo>
                <a:lnTo>
                  <a:pt x="745465" y="825851"/>
                </a:lnTo>
                <a:lnTo>
                  <a:pt x="745634" y="825833"/>
                </a:lnTo>
                <a:lnTo>
                  <a:pt x="745812" y="825825"/>
                </a:lnTo>
                <a:lnTo>
                  <a:pt x="745981" y="825816"/>
                </a:lnTo>
                <a:lnTo>
                  <a:pt x="746150" y="825807"/>
                </a:lnTo>
                <a:lnTo>
                  <a:pt x="746328" y="825789"/>
                </a:lnTo>
                <a:lnTo>
                  <a:pt x="746497" y="825780"/>
                </a:lnTo>
                <a:lnTo>
                  <a:pt x="746666" y="825762"/>
                </a:lnTo>
                <a:lnTo>
                  <a:pt x="746844" y="825745"/>
                </a:lnTo>
                <a:lnTo>
                  <a:pt x="747013" y="825727"/>
                </a:lnTo>
                <a:lnTo>
                  <a:pt x="747191" y="825709"/>
                </a:lnTo>
                <a:lnTo>
                  <a:pt x="747360" y="825691"/>
                </a:lnTo>
                <a:lnTo>
                  <a:pt x="747529" y="825673"/>
                </a:lnTo>
                <a:lnTo>
                  <a:pt x="747707" y="825647"/>
                </a:lnTo>
                <a:lnTo>
                  <a:pt x="747876" y="825629"/>
                </a:lnTo>
                <a:lnTo>
                  <a:pt x="748045" y="825602"/>
                </a:lnTo>
                <a:lnTo>
                  <a:pt x="748223" y="825575"/>
                </a:lnTo>
                <a:lnTo>
                  <a:pt x="748392" y="825549"/>
                </a:lnTo>
                <a:lnTo>
                  <a:pt x="748570" y="825522"/>
                </a:lnTo>
                <a:lnTo>
                  <a:pt x="748739" y="825486"/>
                </a:lnTo>
                <a:lnTo>
                  <a:pt x="748908" y="825451"/>
                </a:lnTo>
                <a:lnTo>
                  <a:pt x="749086" y="825415"/>
                </a:lnTo>
                <a:lnTo>
                  <a:pt x="749255" y="825380"/>
                </a:lnTo>
                <a:lnTo>
                  <a:pt x="749424" y="825344"/>
                </a:lnTo>
                <a:lnTo>
                  <a:pt x="749602" y="825300"/>
                </a:lnTo>
                <a:lnTo>
                  <a:pt x="749771" y="825255"/>
                </a:lnTo>
                <a:lnTo>
                  <a:pt x="749940" y="825211"/>
                </a:lnTo>
                <a:lnTo>
                  <a:pt x="750118" y="825157"/>
                </a:lnTo>
                <a:lnTo>
                  <a:pt x="750287" y="825104"/>
                </a:lnTo>
                <a:lnTo>
                  <a:pt x="750465" y="825051"/>
                </a:lnTo>
                <a:lnTo>
                  <a:pt x="750634" y="824988"/>
                </a:lnTo>
                <a:lnTo>
                  <a:pt x="750803" y="824926"/>
                </a:lnTo>
                <a:lnTo>
                  <a:pt x="750981" y="824864"/>
                </a:lnTo>
                <a:lnTo>
                  <a:pt x="751150" y="824793"/>
                </a:lnTo>
                <a:lnTo>
                  <a:pt x="751319" y="824713"/>
                </a:lnTo>
                <a:lnTo>
                  <a:pt x="751496" y="824632"/>
                </a:lnTo>
                <a:lnTo>
                  <a:pt x="751666" y="824552"/>
                </a:lnTo>
                <a:lnTo>
                  <a:pt x="751843" y="824463"/>
                </a:lnTo>
                <a:lnTo>
                  <a:pt x="752013" y="824374"/>
                </a:lnTo>
                <a:lnTo>
                  <a:pt x="752182" y="824277"/>
                </a:lnTo>
                <a:lnTo>
                  <a:pt x="752360" y="824170"/>
                </a:lnTo>
                <a:lnTo>
                  <a:pt x="752528" y="824063"/>
                </a:lnTo>
                <a:lnTo>
                  <a:pt x="752697" y="823956"/>
                </a:lnTo>
                <a:lnTo>
                  <a:pt x="752875" y="823832"/>
                </a:lnTo>
                <a:lnTo>
                  <a:pt x="753044" y="823707"/>
                </a:lnTo>
                <a:lnTo>
                  <a:pt x="753222" y="823574"/>
                </a:lnTo>
                <a:lnTo>
                  <a:pt x="753391" y="823431"/>
                </a:lnTo>
                <a:lnTo>
                  <a:pt x="753561" y="823289"/>
                </a:lnTo>
                <a:lnTo>
                  <a:pt x="753738" y="823138"/>
                </a:lnTo>
                <a:lnTo>
                  <a:pt x="753907" y="822969"/>
                </a:lnTo>
                <a:lnTo>
                  <a:pt x="754076" y="822800"/>
                </a:lnTo>
                <a:lnTo>
                  <a:pt x="754254" y="822622"/>
                </a:lnTo>
                <a:lnTo>
                  <a:pt x="754423" y="822435"/>
                </a:lnTo>
                <a:lnTo>
                  <a:pt x="754592" y="822239"/>
                </a:lnTo>
                <a:lnTo>
                  <a:pt x="754770" y="822035"/>
                </a:lnTo>
                <a:lnTo>
                  <a:pt x="754939" y="821821"/>
                </a:lnTo>
                <a:lnTo>
                  <a:pt x="755117" y="821590"/>
                </a:lnTo>
                <a:lnTo>
                  <a:pt x="755286" y="821359"/>
                </a:lnTo>
                <a:lnTo>
                  <a:pt x="755455" y="821109"/>
                </a:lnTo>
                <a:lnTo>
                  <a:pt x="755633" y="820843"/>
                </a:lnTo>
                <a:lnTo>
                  <a:pt x="755802" y="820576"/>
                </a:lnTo>
                <a:lnTo>
                  <a:pt x="755971" y="820291"/>
                </a:lnTo>
                <a:lnTo>
                  <a:pt x="756149" y="819997"/>
                </a:lnTo>
                <a:lnTo>
                  <a:pt x="756318" y="819686"/>
                </a:lnTo>
                <a:lnTo>
                  <a:pt x="756496" y="819357"/>
                </a:lnTo>
                <a:lnTo>
                  <a:pt x="756665" y="819019"/>
                </a:lnTo>
                <a:lnTo>
                  <a:pt x="756834" y="818672"/>
                </a:lnTo>
                <a:lnTo>
                  <a:pt x="757012" y="818298"/>
                </a:lnTo>
                <a:lnTo>
                  <a:pt x="757181" y="817916"/>
                </a:lnTo>
                <a:lnTo>
                  <a:pt x="757350" y="817515"/>
                </a:lnTo>
                <a:lnTo>
                  <a:pt x="757528" y="817106"/>
                </a:lnTo>
                <a:lnTo>
                  <a:pt x="757697" y="816670"/>
                </a:lnTo>
                <a:lnTo>
                  <a:pt x="757866" y="816216"/>
                </a:lnTo>
                <a:lnTo>
                  <a:pt x="758044" y="815745"/>
                </a:lnTo>
                <a:lnTo>
                  <a:pt x="758213" y="815256"/>
                </a:lnTo>
                <a:lnTo>
                  <a:pt x="758391" y="814749"/>
                </a:lnTo>
                <a:lnTo>
                  <a:pt x="758560" y="814224"/>
                </a:lnTo>
                <a:lnTo>
                  <a:pt x="758729" y="813672"/>
                </a:lnTo>
                <a:lnTo>
                  <a:pt x="758907" y="813103"/>
                </a:lnTo>
                <a:lnTo>
                  <a:pt x="759076" y="812507"/>
                </a:lnTo>
                <a:lnTo>
                  <a:pt x="759245" y="811893"/>
                </a:lnTo>
                <a:lnTo>
                  <a:pt x="759423" y="811252"/>
                </a:lnTo>
                <a:lnTo>
                  <a:pt x="759592" y="810594"/>
                </a:lnTo>
                <a:lnTo>
                  <a:pt x="759770" y="809909"/>
                </a:lnTo>
                <a:lnTo>
                  <a:pt x="759939" y="809197"/>
                </a:lnTo>
                <a:lnTo>
                  <a:pt x="760108" y="808459"/>
                </a:lnTo>
                <a:lnTo>
                  <a:pt x="760286" y="807694"/>
                </a:lnTo>
                <a:lnTo>
                  <a:pt x="760455" y="806902"/>
                </a:lnTo>
                <a:lnTo>
                  <a:pt x="760624" y="806083"/>
                </a:lnTo>
                <a:lnTo>
                  <a:pt x="760802" y="805238"/>
                </a:lnTo>
                <a:lnTo>
                  <a:pt x="760971" y="804366"/>
                </a:lnTo>
                <a:lnTo>
                  <a:pt x="761149" y="803459"/>
                </a:lnTo>
                <a:lnTo>
                  <a:pt x="761318" y="802525"/>
                </a:lnTo>
                <a:lnTo>
                  <a:pt x="761487" y="801564"/>
                </a:lnTo>
                <a:lnTo>
                  <a:pt x="761665" y="800568"/>
                </a:lnTo>
                <a:lnTo>
                  <a:pt x="761834" y="799536"/>
                </a:lnTo>
                <a:lnTo>
                  <a:pt x="762003" y="798477"/>
                </a:lnTo>
                <a:lnTo>
                  <a:pt x="762181" y="797383"/>
                </a:lnTo>
                <a:lnTo>
                  <a:pt x="762350" y="796253"/>
                </a:lnTo>
                <a:lnTo>
                  <a:pt x="762519" y="795096"/>
                </a:lnTo>
                <a:lnTo>
                  <a:pt x="762697" y="793895"/>
                </a:lnTo>
                <a:lnTo>
                  <a:pt x="762866" y="792659"/>
                </a:lnTo>
                <a:lnTo>
                  <a:pt x="763044" y="791395"/>
                </a:lnTo>
                <a:lnTo>
                  <a:pt x="763213" y="790087"/>
                </a:lnTo>
                <a:lnTo>
                  <a:pt x="763382" y="788744"/>
                </a:lnTo>
                <a:lnTo>
                  <a:pt x="763560" y="787356"/>
                </a:lnTo>
                <a:lnTo>
                  <a:pt x="763729" y="785933"/>
                </a:lnTo>
                <a:lnTo>
                  <a:pt x="763898" y="784474"/>
                </a:lnTo>
                <a:lnTo>
                  <a:pt x="764076" y="782970"/>
                </a:lnTo>
                <a:lnTo>
                  <a:pt x="764245" y="781431"/>
                </a:lnTo>
                <a:lnTo>
                  <a:pt x="764423" y="779848"/>
                </a:lnTo>
                <a:lnTo>
                  <a:pt x="764592" y="778229"/>
                </a:lnTo>
                <a:lnTo>
                  <a:pt x="764761" y="776556"/>
                </a:lnTo>
                <a:lnTo>
                  <a:pt x="764939" y="774848"/>
                </a:lnTo>
                <a:lnTo>
                  <a:pt x="765108" y="773095"/>
                </a:lnTo>
                <a:lnTo>
                  <a:pt x="765277" y="771298"/>
                </a:lnTo>
                <a:lnTo>
                  <a:pt x="765455" y="769466"/>
                </a:lnTo>
                <a:lnTo>
                  <a:pt x="765624" y="767580"/>
                </a:lnTo>
                <a:lnTo>
                  <a:pt x="765802" y="765649"/>
                </a:lnTo>
                <a:lnTo>
                  <a:pt x="765971" y="763674"/>
                </a:lnTo>
                <a:lnTo>
                  <a:pt x="766140" y="761654"/>
                </a:lnTo>
                <a:lnTo>
                  <a:pt x="766318" y="759591"/>
                </a:lnTo>
                <a:lnTo>
                  <a:pt x="766487" y="757473"/>
                </a:lnTo>
                <a:lnTo>
                  <a:pt x="766656" y="755311"/>
                </a:lnTo>
                <a:lnTo>
                  <a:pt x="766834" y="753105"/>
                </a:lnTo>
                <a:lnTo>
                  <a:pt x="767003" y="750854"/>
                </a:lnTo>
                <a:lnTo>
                  <a:pt x="767172" y="748550"/>
                </a:lnTo>
                <a:lnTo>
                  <a:pt x="767350" y="746201"/>
                </a:lnTo>
                <a:lnTo>
                  <a:pt x="767519" y="743799"/>
                </a:lnTo>
                <a:lnTo>
                  <a:pt x="767697" y="741353"/>
                </a:lnTo>
                <a:lnTo>
                  <a:pt x="767866" y="738862"/>
                </a:lnTo>
                <a:lnTo>
                  <a:pt x="768035" y="736317"/>
                </a:lnTo>
                <a:lnTo>
                  <a:pt x="768213" y="733720"/>
                </a:lnTo>
                <a:lnTo>
                  <a:pt x="768382" y="731077"/>
                </a:lnTo>
                <a:lnTo>
                  <a:pt x="768551" y="728391"/>
                </a:lnTo>
                <a:lnTo>
                  <a:pt x="768729" y="725651"/>
                </a:lnTo>
                <a:lnTo>
                  <a:pt x="768898" y="722857"/>
                </a:lnTo>
                <a:lnTo>
                  <a:pt x="769076" y="720019"/>
                </a:lnTo>
                <a:lnTo>
                  <a:pt x="769245" y="717128"/>
                </a:lnTo>
                <a:lnTo>
                  <a:pt x="769414" y="714192"/>
                </a:lnTo>
                <a:lnTo>
                  <a:pt x="769592" y="711203"/>
                </a:lnTo>
                <a:lnTo>
                  <a:pt x="769761" y="708169"/>
                </a:lnTo>
                <a:lnTo>
                  <a:pt x="769930" y="705082"/>
                </a:lnTo>
                <a:lnTo>
                  <a:pt x="770108" y="701950"/>
                </a:lnTo>
                <a:lnTo>
                  <a:pt x="770277" y="698766"/>
                </a:lnTo>
                <a:lnTo>
                  <a:pt x="770446" y="695527"/>
                </a:lnTo>
                <a:lnTo>
                  <a:pt x="770624" y="692253"/>
                </a:lnTo>
                <a:lnTo>
                  <a:pt x="770793" y="688917"/>
                </a:lnTo>
                <a:lnTo>
                  <a:pt x="770971" y="685545"/>
                </a:lnTo>
                <a:lnTo>
                  <a:pt x="771140" y="682120"/>
                </a:lnTo>
                <a:lnTo>
                  <a:pt x="771309" y="678651"/>
                </a:lnTo>
                <a:lnTo>
                  <a:pt x="771487" y="675128"/>
                </a:lnTo>
                <a:lnTo>
                  <a:pt x="771656" y="671560"/>
                </a:lnTo>
                <a:lnTo>
                  <a:pt x="771825" y="667948"/>
                </a:lnTo>
                <a:lnTo>
                  <a:pt x="772003" y="664292"/>
                </a:lnTo>
                <a:lnTo>
                  <a:pt x="772172" y="660591"/>
                </a:lnTo>
                <a:lnTo>
                  <a:pt x="772350" y="656837"/>
                </a:lnTo>
                <a:lnTo>
                  <a:pt x="772519" y="653047"/>
                </a:lnTo>
                <a:lnTo>
                  <a:pt x="772688" y="649212"/>
                </a:lnTo>
                <a:lnTo>
                  <a:pt x="772866" y="645333"/>
                </a:lnTo>
                <a:lnTo>
                  <a:pt x="773035" y="641410"/>
                </a:lnTo>
                <a:lnTo>
                  <a:pt x="773204" y="637442"/>
                </a:lnTo>
                <a:lnTo>
                  <a:pt x="773382" y="633430"/>
                </a:lnTo>
                <a:lnTo>
                  <a:pt x="773551" y="629382"/>
                </a:lnTo>
                <a:lnTo>
                  <a:pt x="773729" y="625290"/>
                </a:lnTo>
                <a:lnTo>
                  <a:pt x="773898" y="621162"/>
                </a:lnTo>
                <a:lnTo>
                  <a:pt x="774067" y="616998"/>
                </a:lnTo>
                <a:lnTo>
                  <a:pt x="774245" y="612790"/>
                </a:lnTo>
                <a:lnTo>
                  <a:pt x="774414" y="608547"/>
                </a:lnTo>
                <a:lnTo>
                  <a:pt x="774583" y="604258"/>
                </a:lnTo>
                <a:lnTo>
                  <a:pt x="774761" y="599944"/>
                </a:lnTo>
                <a:lnTo>
                  <a:pt x="774930" y="595593"/>
                </a:lnTo>
                <a:lnTo>
                  <a:pt x="775099" y="591199"/>
                </a:lnTo>
                <a:lnTo>
                  <a:pt x="775277" y="586777"/>
                </a:lnTo>
                <a:lnTo>
                  <a:pt x="775446" y="582320"/>
                </a:lnTo>
                <a:lnTo>
                  <a:pt x="775624" y="577836"/>
                </a:lnTo>
                <a:lnTo>
                  <a:pt x="775793" y="573317"/>
                </a:lnTo>
                <a:lnTo>
                  <a:pt x="775962" y="568762"/>
                </a:lnTo>
                <a:lnTo>
                  <a:pt x="776140" y="564189"/>
                </a:lnTo>
                <a:lnTo>
                  <a:pt x="776309" y="559580"/>
                </a:lnTo>
                <a:lnTo>
                  <a:pt x="776478" y="554937"/>
                </a:lnTo>
                <a:lnTo>
                  <a:pt x="776656" y="550275"/>
                </a:lnTo>
                <a:lnTo>
                  <a:pt x="776825" y="545586"/>
                </a:lnTo>
                <a:lnTo>
                  <a:pt x="777003" y="540871"/>
                </a:lnTo>
                <a:lnTo>
                  <a:pt x="777172" y="536138"/>
                </a:lnTo>
                <a:lnTo>
                  <a:pt x="777341" y="531379"/>
                </a:lnTo>
                <a:lnTo>
                  <a:pt x="777519" y="526592"/>
                </a:lnTo>
                <a:lnTo>
                  <a:pt x="777688" y="521787"/>
                </a:lnTo>
                <a:lnTo>
                  <a:pt x="777857" y="516961"/>
                </a:lnTo>
                <a:lnTo>
                  <a:pt x="778035" y="512118"/>
                </a:lnTo>
                <a:lnTo>
                  <a:pt x="778204" y="507256"/>
                </a:lnTo>
                <a:lnTo>
                  <a:pt x="778373" y="502376"/>
                </a:lnTo>
                <a:lnTo>
                  <a:pt x="778551" y="497481"/>
                </a:lnTo>
                <a:lnTo>
                  <a:pt x="778720" y="492571"/>
                </a:lnTo>
                <a:lnTo>
                  <a:pt x="778898" y="487646"/>
                </a:lnTo>
                <a:lnTo>
                  <a:pt x="779067" y="482709"/>
                </a:lnTo>
                <a:lnTo>
                  <a:pt x="779236" y="477760"/>
                </a:lnTo>
                <a:lnTo>
                  <a:pt x="779414" y="472799"/>
                </a:lnTo>
                <a:lnTo>
                  <a:pt x="779583" y="467829"/>
                </a:lnTo>
                <a:lnTo>
                  <a:pt x="779752" y="462849"/>
                </a:lnTo>
                <a:lnTo>
                  <a:pt x="779930" y="457862"/>
                </a:lnTo>
                <a:lnTo>
                  <a:pt x="780099" y="452868"/>
                </a:lnTo>
                <a:lnTo>
                  <a:pt x="780276" y="447869"/>
                </a:lnTo>
                <a:lnTo>
                  <a:pt x="780446" y="442863"/>
                </a:lnTo>
                <a:lnTo>
                  <a:pt x="780615" y="437856"/>
                </a:lnTo>
                <a:lnTo>
                  <a:pt x="780793" y="432844"/>
                </a:lnTo>
                <a:lnTo>
                  <a:pt x="780962" y="427831"/>
                </a:lnTo>
                <a:lnTo>
                  <a:pt x="781131" y="422818"/>
                </a:lnTo>
                <a:lnTo>
                  <a:pt x="781308" y="417805"/>
                </a:lnTo>
                <a:lnTo>
                  <a:pt x="781478" y="412794"/>
                </a:lnTo>
                <a:lnTo>
                  <a:pt x="781655" y="407784"/>
                </a:lnTo>
                <a:lnTo>
                  <a:pt x="781825" y="402779"/>
                </a:lnTo>
                <a:lnTo>
                  <a:pt x="781994" y="397777"/>
                </a:lnTo>
                <a:lnTo>
                  <a:pt x="782171" y="392781"/>
                </a:lnTo>
                <a:lnTo>
                  <a:pt x="782341" y="387791"/>
                </a:lnTo>
                <a:lnTo>
                  <a:pt x="782509" y="382808"/>
                </a:lnTo>
                <a:lnTo>
                  <a:pt x="782687" y="377834"/>
                </a:lnTo>
                <a:lnTo>
                  <a:pt x="782856" y="372869"/>
                </a:lnTo>
                <a:lnTo>
                  <a:pt x="783026" y="367914"/>
                </a:lnTo>
                <a:lnTo>
                  <a:pt x="783203" y="362970"/>
                </a:lnTo>
                <a:lnTo>
                  <a:pt x="783373" y="358039"/>
                </a:lnTo>
                <a:lnTo>
                  <a:pt x="783550" y="353120"/>
                </a:lnTo>
                <a:lnTo>
                  <a:pt x="783720" y="348214"/>
                </a:lnTo>
                <a:lnTo>
                  <a:pt x="783888" y="343324"/>
                </a:lnTo>
                <a:lnTo>
                  <a:pt x="784066" y="338449"/>
                </a:lnTo>
                <a:lnTo>
                  <a:pt x="784235" y="333591"/>
                </a:lnTo>
                <a:lnTo>
                  <a:pt x="784404" y="328751"/>
                </a:lnTo>
                <a:lnTo>
                  <a:pt x="784582" y="323928"/>
                </a:lnTo>
                <a:lnTo>
                  <a:pt x="784751" y="319125"/>
                </a:lnTo>
                <a:lnTo>
                  <a:pt x="784929" y="314341"/>
                </a:lnTo>
                <a:lnTo>
                  <a:pt x="785098" y="309578"/>
                </a:lnTo>
                <a:lnTo>
                  <a:pt x="785267" y="304836"/>
                </a:lnTo>
                <a:lnTo>
                  <a:pt x="785445" y="300116"/>
                </a:lnTo>
                <a:lnTo>
                  <a:pt x="785614" y="295421"/>
                </a:lnTo>
                <a:lnTo>
                  <a:pt x="785783" y="290748"/>
                </a:lnTo>
                <a:lnTo>
                  <a:pt x="785961" y="286100"/>
                </a:lnTo>
                <a:lnTo>
                  <a:pt x="786130" y="281477"/>
                </a:lnTo>
                <a:lnTo>
                  <a:pt x="786299" y="276881"/>
                </a:lnTo>
                <a:lnTo>
                  <a:pt x="786477" y="272311"/>
                </a:lnTo>
                <a:lnTo>
                  <a:pt x="786646" y="267768"/>
                </a:lnTo>
                <a:lnTo>
                  <a:pt x="786824" y="263253"/>
                </a:lnTo>
                <a:lnTo>
                  <a:pt x="786993" y="258767"/>
                </a:lnTo>
                <a:lnTo>
                  <a:pt x="787162" y="254310"/>
                </a:lnTo>
                <a:lnTo>
                  <a:pt x="787340" y="249883"/>
                </a:lnTo>
                <a:lnTo>
                  <a:pt x="787509" y="245488"/>
                </a:lnTo>
                <a:lnTo>
                  <a:pt x="787678" y="241122"/>
                </a:lnTo>
                <a:lnTo>
                  <a:pt x="787856" y="236789"/>
                </a:lnTo>
                <a:lnTo>
                  <a:pt x="788025" y="232487"/>
                </a:lnTo>
                <a:lnTo>
                  <a:pt x="788203" y="228220"/>
                </a:lnTo>
                <a:lnTo>
                  <a:pt x="788372" y="223984"/>
                </a:lnTo>
                <a:lnTo>
                  <a:pt x="788541" y="219783"/>
                </a:lnTo>
                <a:lnTo>
                  <a:pt x="788719" y="215617"/>
                </a:lnTo>
                <a:lnTo>
                  <a:pt x="788888" y="211486"/>
                </a:lnTo>
                <a:lnTo>
                  <a:pt x="789057" y="207389"/>
                </a:lnTo>
                <a:lnTo>
                  <a:pt x="789235" y="203328"/>
                </a:lnTo>
                <a:lnTo>
                  <a:pt x="789404" y="199304"/>
                </a:lnTo>
                <a:lnTo>
                  <a:pt x="789582" y="195316"/>
                </a:lnTo>
                <a:lnTo>
                  <a:pt x="789751" y="191365"/>
                </a:lnTo>
                <a:lnTo>
                  <a:pt x="789920" y="187453"/>
                </a:lnTo>
                <a:lnTo>
                  <a:pt x="790098" y="183577"/>
                </a:lnTo>
                <a:lnTo>
                  <a:pt x="790267" y="179740"/>
                </a:lnTo>
                <a:lnTo>
                  <a:pt x="790436" y="175942"/>
                </a:lnTo>
                <a:lnTo>
                  <a:pt x="790614" y="172182"/>
                </a:lnTo>
                <a:lnTo>
                  <a:pt x="790783" y="168461"/>
                </a:lnTo>
                <a:lnTo>
                  <a:pt x="790952" y="164781"/>
                </a:lnTo>
                <a:lnTo>
                  <a:pt x="791130" y="161140"/>
                </a:lnTo>
                <a:lnTo>
                  <a:pt x="791299" y="157539"/>
                </a:lnTo>
                <a:lnTo>
                  <a:pt x="791477" y="153979"/>
                </a:lnTo>
                <a:lnTo>
                  <a:pt x="791646" y="150459"/>
                </a:lnTo>
                <a:lnTo>
                  <a:pt x="791815" y="146981"/>
                </a:lnTo>
                <a:lnTo>
                  <a:pt x="791993" y="143542"/>
                </a:lnTo>
                <a:lnTo>
                  <a:pt x="792162" y="140147"/>
                </a:lnTo>
                <a:lnTo>
                  <a:pt x="792331" y="136792"/>
                </a:lnTo>
                <a:lnTo>
                  <a:pt x="792509" y="133478"/>
                </a:lnTo>
                <a:lnTo>
                  <a:pt x="792678" y="130207"/>
                </a:lnTo>
                <a:lnTo>
                  <a:pt x="792856" y="126977"/>
                </a:lnTo>
                <a:lnTo>
                  <a:pt x="793025" y="123791"/>
                </a:lnTo>
                <a:lnTo>
                  <a:pt x="793194" y="120646"/>
                </a:lnTo>
                <a:lnTo>
                  <a:pt x="793372" y="117543"/>
                </a:lnTo>
                <a:lnTo>
                  <a:pt x="793541" y="114483"/>
                </a:lnTo>
                <a:lnTo>
                  <a:pt x="793710" y="111465"/>
                </a:lnTo>
                <a:lnTo>
                  <a:pt x="793888" y="108490"/>
                </a:lnTo>
                <a:lnTo>
                  <a:pt x="794057" y="105559"/>
                </a:lnTo>
                <a:lnTo>
                  <a:pt x="794235" y="102669"/>
                </a:lnTo>
                <a:lnTo>
                  <a:pt x="794404" y="99824"/>
                </a:lnTo>
                <a:lnTo>
                  <a:pt x="794573" y="97020"/>
                </a:lnTo>
                <a:lnTo>
                  <a:pt x="794751" y="94260"/>
                </a:lnTo>
                <a:lnTo>
                  <a:pt x="794920" y="91543"/>
                </a:lnTo>
                <a:lnTo>
                  <a:pt x="795089" y="88868"/>
                </a:lnTo>
                <a:lnTo>
                  <a:pt x="795267" y="86237"/>
                </a:lnTo>
                <a:lnTo>
                  <a:pt x="795436" y="83648"/>
                </a:lnTo>
                <a:lnTo>
                  <a:pt x="795605" y="81103"/>
                </a:lnTo>
                <a:lnTo>
                  <a:pt x="795783" y="78599"/>
                </a:lnTo>
                <a:lnTo>
                  <a:pt x="795952" y="76139"/>
                </a:lnTo>
                <a:lnTo>
                  <a:pt x="796130" y="73722"/>
                </a:lnTo>
                <a:lnTo>
                  <a:pt x="796299" y="71348"/>
                </a:lnTo>
                <a:lnTo>
                  <a:pt x="796468" y="69016"/>
                </a:lnTo>
                <a:lnTo>
                  <a:pt x="796646" y="66726"/>
                </a:lnTo>
                <a:lnTo>
                  <a:pt x="796815" y="64480"/>
                </a:lnTo>
                <a:lnTo>
                  <a:pt x="796984" y="62275"/>
                </a:lnTo>
                <a:lnTo>
                  <a:pt x="797162" y="60112"/>
                </a:lnTo>
                <a:lnTo>
                  <a:pt x="797331" y="57992"/>
                </a:lnTo>
                <a:lnTo>
                  <a:pt x="797509" y="55914"/>
                </a:lnTo>
                <a:lnTo>
                  <a:pt x="797678" y="53878"/>
                </a:lnTo>
                <a:lnTo>
                  <a:pt x="797847" y="51883"/>
                </a:lnTo>
                <a:lnTo>
                  <a:pt x="798025" y="49930"/>
                </a:lnTo>
                <a:lnTo>
                  <a:pt x="798194" y="48018"/>
                </a:lnTo>
                <a:lnTo>
                  <a:pt x="798363" y="46148"/>
                </a:lnTo>
                <a:lnTo>
                  <a:pt x="798541" y="44319"/>
                </a:lnTo>
                <a:lnTo>
                  <a:pt x="798710" y="42530"/>
                </a:lnTo>
                <a:lnTo>
                  <a:pt x="798879" y="40782"/>
                </a:lnTo>
                <a:lnTo>
                  <a:pt x="799057" y="39075"/>
                </a:lnTo>
                <a:lnTo>
                  <a:pt x="799226" y="37409"/>
                </a:lnTo>
                <a:lnTo>
                  <a:pt x="799404" y="35782"/>
                </a:lnTo>
                <a:lnTo>
                  <a:pt x="799573" y="34195"/>
                </a:lnTo>
                <a:lnTo>
                  <a:pt x="799742" y="32648"/>
                </a:lnTo>
                <a:lnTo>
                  <a:pt x="799920" y="31141"/>
                </a:lnTo>
                <a:lnTo>
                  <a:pt x="800089" y="29673"/>
                </a:lnTo>
                <a:lnTo>
                  <a:pt x="800258" y="28244"/>
                </a:lnTo>
                <a:lnTo>
                  <a:pt x="800436" y="26854"/>
                </a:lnTo>
                <a:lnTo>
                  <a:pt x="800605" y="25503"/>
                </a:lnTo>
                <a:lnTo>
                  <a:pt x="800783" y="24189"/>
                </a:lnTo>
                <a:lnTo>
                  <a:pt x="800952" y="22914"/>
                </a:lnTo>
                <a:lnTo>
                  <a:pt x="801121" y="21677"/>
                </a:lnTo>
                <a:lnTo>
                  <a:pt x="801299" y="20477"/>
                </a:lnTo>
                <a:lnTo>
                  <a:pt x="801468" y="19315"/>
                </a:lnTo>
                <a:lnTo>
                  <a:pt x="801637" y="18191"/>
                </a:lnTo>
                <a:lnTo>
                  <a:pt x="801815" y="17102"/>
                </a:lnTo>
                <a:lnTo>
                  <a:pt x="801984" y="16050"/>
                </a:lnTo>
                <a:lnTo>
                  <a:pt x="802162" y="15035"/>
                </a:lnTo>
                <a:lnTo>
                  <a:pt x="802331" y="14056"/>
                </a:lnTo>
                <a:lnTo>
                  <a:pt x="802500" y="13112"/>
                </a:lnTo>
                <a:lnTo>
                  <a:pt x="802678" y="12205"/>
                </a:lnTo>
                <a:lnTo>
                  <a:pt x="802847" y="11332"/>
                </a:lnTo>
                <a:lnTo>
                  <a:pt x="803016" y="10494"/>
                </a:lnTo>
                <a:lnTo>
                  <a:pt x="803194" y="9691"/>
                </a:lnTo>
                <a:lnTo>
                  <a:pt x="803363" y="8922"/>
                </a:lnTo>
                <a:lnTo>
                  <a:pt x="803532" y="8187"/>
                </a:lnTo>
                <a:lnTo>
                  <a:pt x="803710" y="7486"/>
                </a:lnTo>
                <a:lnTo>
                  <a:pt x="803879" y="6819"/>
                </a:lnTo>
                <a:lnTo>
                  <a:pt x="804057" y="6185"/>
                </a:lnTo>
                <a:lnTo>
                  <a:pt x="804226" y="5583"/>
                </a:lnTo>
                <a:lnTo>
                  <a:pt x="804395" y="5015"/>
                </a:lnTo>
                <a:lnTo>
                  <a:pt x="804573" y="4478"/>
                </a:lnTo>
                <a:lnTo>
                  <a:pt x="804742" y="3974"/>
                </a:lnTo>
                <a:lnTo>
                  <a:pt x="804911" y="3502"/>
                </a:lnTo>
                <a:lnTo>
                  <a:pt x="805089" y="3060"/>
                </a:lnTo>
                <a:lnTo>
                  <a:pt x="805258" y="2650"/>
                </a:lnTo>
                <a:lnTo>
                  <a:pt x="805436" y="2270"/>
                </a:lnTo>
                <a:lnTo>
                  <a:pt x="805605" y="1922"/>
                </a:lnTo>
                <a:lnTo>
                  <a:pt x="805774" y="1603"/>
                </a:lnTo>
                <a:lnTo>
                  <a:pt x="805952" y="1314"/>
                </a:lnTo>
                <a:lnTo>
                  <a:pt x="806121" y="1054"/>
                </a:lnTo>
                <a:lnTo>
                  <a:pt x="806290" y="825"/>
                </a:lnTo>
                <a:lnTo>
                  <a:pt x="806468" y="624"/>
                </a:lnTo>
                <a:lnTo>
                  <a:pt x="806637" y="451"/>
                </a:lnTo>
                <a:lnTo>
                  <a:pt x="806806" y="307"/>
                </a:lnTo>
                <a:lnTo>
                  <a:pt x="806984" y="190"/>
                </a:lnTo>
                <a:lnTo>
                  <a:pt x="807153" y="102"/>
                </a:lnTo>
                <a:lnTo>
                  <a:pt x="807331" y="41"/>
                </a:lnTo>
                <a:lnTo>
                  <a:pt x="807500" y="7"/>
                </a:lnTo>
                <a:lnTo>
                  <a:pt x="807669" y="0"/>
                </a:lnTo>
                <a:lnTo>
                  <a:pt x="807847" y="20"/>
                </a:lnTo>
                <a:lnTo>
                  <a:pt x="808016" y="66"/>
                </a:lnTo>
                <a:lnTo>
                  <a:pt x="808185" y="137"/>
                </a:lnTo>
                <a:lnTo>
                  <a:pt x="808363" y="234"/>
                </a:lnTo>
                <a:lnTo>
                  <a:pt x="808532" y="357"/>
                </a:lnTo>
                <a:lnTo>
                  <a:pt x="808710" y="504"/>
                </a:lnTo>
                <a:lnTo>
                  <a:pt x="808879" y="676"/>
                </a:lnTo>
                <a:lnTo>
                  <a:pt x="809048" y="873"/>
                </a:lnTo>
                <a:lnTo>
                  <a:pt x="809226" y="1093"/>
                </a:lnTo>
                <a:lnTo>
                  <a:pt x="809395" y="1338"/>
                </a:lnTo>
                <a:lnTo>
                  <a:pt x="809564" y="1606"/>
                </a:lnTo>
                <a:lnTo>
                  <a:pt x="809742" y="1897"/>
                </a:lnTo>
                <a:lnTo>
                  <a:pt x="809911" y="2211"/>
                </a:lnTo>
                <a:lnTo>
                  <a:pt x="810088" y="2547"/>
                </a:lnTo>
                <a:lnTo>
                  <a:pt x="810258" y="2906"/>
                </a:lnTo>
                <a:lnTo>
                  <a:pt x="810427" y="3287"/>
                </a:lnTo>
                <a:lnTo>
                  <a:pt x="810605" y="3689"/>
                </a:lnTo>
                <a:lnTo>
                  <a:pt x="810774" y="4114"/>
                </a:lnTo>
                <a:lnTo>
                  <a:pt x="810943" y="4559"/>
                </a:lnTo>
                <a:lnTo>
                  <a:pt x="811121" y="5025"/>
                </a:lnTo>
                <a:lnTo>
                  <a:pt x="811290" y="5511"/>
                </a:lnTo>
                <a:lnTo>
                  <a:pt x="811459" y="6018"/>
                </a:lnTo>
                <a:lnTo>
                  <a:pt x="811636" y="6545"/>
                </a:lnTo>
                <a:lnTo>
                  <a:pt x="811806" y="7092"/>
                </a:lnTo>
                <a:lnTo>
                  <a:pt x="811983" y="7658"/>
                </a:lnTo>
                <a:lnTo>
                  <a:pt x="812153" y="8243"/>
                </a:lnTo>
                <a:lnTo>
                  <a:pt x="812322" y="8848"/>
                </a:lnTo>
                <a:lnTo>
                  <a:pt x="812499" y="9471"/>
                </a:lnTo>
                <a:lnTo>
                  <a:pt x="812668" y="10113"/>
                </a:lnTo>
                <a:lnTo>
                  <a:pt x="812838" y="10772"/>
                </a:lnTo>
                <a:lnTo>
                  <a:pt x="813015" y="11449"/>
                </a:lnTo>
                <a:lnTo>
                  <a:pt x="813185" y="12144"/>
                </a:lnTo>
                <a:lnTo>
                  <a:pt x="813362" y="12856"/>
                </a:lnTo>
                <a:lnTo>
                  <a:pt x="813531" y="13585"/>
                </a:lnTo>
                <a:lnTo>
                  <a:pt x="813700" y="14331"/>
                </a:lnTo>
                <a:lnTo>
                  <a:pt x="813878" y="15094"/>
                </a:lnTo>
                <a:lnTo>
                  <a:pt x="814047" y="15872"/>
                </a:lnTo>
                <a:lnTo>
                  <a:pt x="814216" y="16667"/>
                </a:lnTo>
                <a:lnTo>
                  <a:pt x="814394" y="17478"/>
                </a:lnTo>
                <a:lnTo>
                  <a:pt x="814563" y="18304"/>
                </a:lnTo>
                <a:lnTo>
                  <a:pt x="814733" y="19145"/>
                </a:lnTo>
                <a:lnTo>
                  <a:pt x="814910" y="20001"/>
                </a:lnTo>
                <a:lnTo>
                  <a:pt x="815079" y="20872"/>
                </a:lnTo>
                <a:lnTo>
                  <a:pt x="815257" y="21758"/>
                </a:lnTo>
                <a:lnTo>
                  <a:pt x="815426" y="22657"/>
                </a:lnTo>
                <a:lnTo>
                  <a:pt x="815595" y="23572"/>
                </a:lnTo>
                <a:lnTo>
                  <a:pt x="815773" y="24500"/>
                </a:lnTo>
                <a:lnTo>
                  <a:pt x="815942" y="25441"/>
                </a:lnTo>
                <a:lnTo>
                  <a:pt x="816111" y="26396"/>
                </a:lnTo>
                <a:lnTo>
                  <a:pt x="816289" y="27364"/>
                </a:lnTo>
                <a:lnTo>
                  <a:pt x="816458" y="28344"/>
                </a:lnTo>
                <a:lnTo>
                  <a:pt x="816636" y="29338"/>
                </a:lnTo>
                <a:lnTo>
                  <a:pt x="816805" y="30344"/>
                </a:lnTo>
                <a:lnTo>
                  <a:pt x="816974" y="31362"/>
                </a:lnTo>
                <a:lnTo>
                  <a:pt x="817152" y="32392"/>
                </a:lnTo>
                <a:lnTo>
                  <a:pt x="817321" y="33434"/>
                </a:lnTo>
                <a:lnTo>
                  <a:pt x="817490" y="34488"/>
                </a:lnTo>
                <a:lnTo>
                  <a:pt x="817668" y="35553"/>
                </a:lnTo>
                <a:lnTo>
                  <a:pt x="817837" y="36628"/>
                </a:lnTo>
                <a:lnTo>
                  <a:pt x="818015" y="37716"/>
                </a:lnTo>
                <a:lnTo>
                  <a:pt x="818184" y="38813"/>
                </a:lnTo>
                <a:lnTo>
                  <a:pt x="818353" y="39921"/>
                </a:lnTo>
                <a:lnTo>
                  <a:pt x="818531" y="41040"/>
                </a:lnTo>
                <a:lnTo>
                  <a:pt x="818700" y="42168"/>
                </a:lnTo>
                <a:lnTo>
                  <a:pt x="818869" y="43307"/>
                </a:lnTo>
                <a:lnTo>
                  <a:pt x="819047" y="44456"/>
                </a:lnTo>
                <a:lnTo>
                  <a:pt x="819216" y="45614"/>
                </a:lnTo>
                <a:lnTo>
                  <a:pt x="819385" y="46781"/>
                </a:lnTo>
                <a:lnTo>
                  <a:pt x="819563" y="47957"/>
                </a:lnTo>
                <a:lnTo>
                  <a:pt x="819732" y="49143"/>
                </a:lnTo>
                <a:lnTo>
                  <a:pt x="819910" y="50337"/>
                </a:lnTo>
                <a:lnTo>
                  <a:pt x="820079" y="51540"/>
                </a:lnTo>
                <a:lnTo>
                  <a:pt x="820248" y="52751"/>
                </a:lnTo>
                <a:lnTo>
                  <a:pt x="820426" y="53970"/>
                </a:lnTo>
                <a:lnTo>
                  <a:pt x="820595" y="55198"/>
                </a:lnTo>
                <a:lnTo>
                  <a:pt x="820764" y="56434"/>
                </a:lnTo>
                <a:lnTo>
                  <a:pt x="820942" y="57677"/>
                </a:lnTo>
                <a:lnTo>
                  <a:pt x="821111" y="58927"/>
                </a:lnTo>
                <a:lnTo>
                  <a:pt x="821289" y="60185"/>
                </a:lnTo>
                <a:lnTo>
                  <a:pt x="821458" y="61450"/>
                </a:lnTo>
                <a:lnTo>
                  <a:pt x="821627" y="62723"/>
                </a:lnTo>
                <a:lnTo>
                  <a:pt x="821805" y="64002"/>
                </a:lnTo>
                <a:lnTo>
                  <a:pt x="821974" y="65287"/>
                </a:lnTo>
                <a:lnTo>
                  <a:pt x="822143" y="66580"/>
                </a:lnTo>
                <a:lnTo>
                  <a:pt x="822321" y="67879"/>
                </a:lnTo>
                <a:lnTo>
                  <a:pt x="822490" y="69184"/>
                </a:lnTo>
                <a:lnTo>
                  <a:pt x="822668" y="70495"/>
                </a:lnTo>
                <a:lnTo>
                  <a:pt x="822837" y="71812"/>
                </a:lnTo>
                <a:lnTo>
                  <a:pt x="823006" y="73135"/>
                </a:lnTo>
                <a:lnTo>
                  <a:pt x="823184" y="74463"/>
                </a:lnTo>
                <a:lnTo>
                  <a:pt x="823353" y="75798"/>
                </a:lnTo>
                <a:lnTo>
                  <a:pt x="823522" y="77137"/>
                </a:lnTo>
                <a:lnTo>
                  <a:pt x="823700" y="78481"/>
                </a:lnTo>
                <a:lnTo>
                  <a:pt x="823869" y="79831"/>
                </a:lnTo>
                <a:lnTo>
                  <a:pt x="824038" y="81185"/>
                </a:lnTo>
                <a:lnTo>
                  <a:pt x="824216" y="82545"/>
                </a:lnTo>
                <a:lnTo>
                  <a:pt x="824385" y="83909"/>
                </a:lnTo>
                <a:lnTo>
                  <a:pt x="824563" y="85277"/>
                </a:lnTo>
                <a:lnTo>
                  <a:pt x="824732" y="86650"/>
                </a:lnTo>
                <a:lnTo>
                  <a:pt x="824901" y="88027"/>
                </a:lnTo>
                <a:lnTo>
                  <a:pt x="825079" y="89408"/>
                </a:lnTo>
                <a:lnTo>
                  <a:pt x="825248" y="90793"/>
                </a:lnTo>
                <a:lnTo>
                  <a:pt x="825417" y="92181"/>
                </a:lnTo>
                <a:lnTo>
                  <a:pt x="825595" y="93575"/>
                </a:lnTo>
                <a:lnTo>
                  <a:pt x="825764" y="94970"/>
                </a:lnTo>
                <a:lnTo>
                  <a:pt x="825942" y="96371"/>
                </a:lnTo>
                <a:lnTo>
                  <a:pt x="826111" y="97774"/>
                </a:lnTo>
                <a:lnTo>
                  <a:pt x="826280" y="99180"/>
                </a:lnTo>
                <a:lnTo>
                  <a:pt x="826458" y="100590"/>
                </a:lnTo>
                <a:lnTo>
                  <a:pt x="826627" y="102002"/>
                </a:lnTo>
                <a:lnTo>
                  <a:pt x="826796" y="103418"/>
                </a:lnTo>
                <a:lnTo>
                  <a:pt x="826974" y="104836"/>
                </a:lnTo>
                <a:lnTo>
                  <a:pt x="827143" y="106257"/>
                </a:lnTo>
                <a:lnTo>
                  <a:pt x="827312" y="107681"/>
                </a:lnTo>
                <a:lnTo>
                  <a:pt x="827490" y="109107"/>
                </a:lnTo>
                <a:lnTo>
                  <a:pt x="827659" y="110535"/>
                </a:lnTo>
                <a:lnTo>
                  <a:pt x="827837" y="111965"/>
                </a:lnTo>
                <a:lnTo>
                  <a:pt x="828006" y="113399"/>
                </a:lnTo>
                <a:lnTo>
                  <a:pt x="828175" y="114834"/>
                </a:lnTo>
                <a:lnTo>
                  <a:pt x="828353" y="116270"/>
                </a:lnTo>
                <a:lnTo>
                  <a:pt x="828522" y="117709"/>
                </a:lnTo>
                <a:lnTo>
                  <a:pt x="828691" y="119149"/>
                </a:lnTo>
                <a:lnTo>
                  <a:pt x="828869" y="120591"/>
                </a:lnTo>
                <a:lnTo>
                  <a:pt x="829038" y="122035"/>
                </a:lnTo>
                <a:lnTo>
                  <a:pt x="829216" y="123481"/>
                </a:lnTo>
                <a:lnTo>
                  <a:pt x="829385" y="124928"/>
                </a:lnTo>
                <a:lnTo>
                  <a:pt x="829554" y="126375"/>
                </a:lnTo>
                <a:lnTo>
                  <a:pt x="829732" y="127824"/>
                </a:lnTo>
                <a:lnTo>
                  <a:pt x="829901" y="129274"/>
                </a:lnTo>
                <a:lnTo>
                  <a:pt x="830070" y="130726"/>
                </a:lnTo>
                <a:lnTo>
                  <a:pt x="830248" y="132178"/>
                </a:lnTo>
                <a:lnTo>
                  <a:pt x="830417" y="133632"/>
                </a:lnTo>
                <a:lnTo>
                  <a:pt x="830595" y="135085"/>
                </a:lnTo>
                <a:lnTo>
                  <a:pt x="830764" y="136540"/>
                </a:lnTo>
                <a:lnTo>
                  <a:pt x="830933" y="137995"/>
                </a:lnTo>
                <a:lnTo>
                  <a:pt x="831111" y="139452"/>
                </a:lnTo>
                <a:lnTo>
                  <a:pt x="831280" y="140908"/>
                </a:lnTo>
                <a:lnTo>
                  <a:pt x="831449" y="142365"/>
                </a:lnTo>
                <a:lnTo>
                  <a:pt x="831627" y="143822"/>
                </a:lnTo>
                <a:lnTo>
                  <a:pt x="831796" y="145279"/>
                </a:lnTo>
                <a:lnTo>
                  <a:pt x="831965" y="146737"/>
                </a:lnTo>
                <a:lnTo>
                  <a:pt x="832143" y="148194"/>
                </a:lnTo>
                <a:lnTo>
                  <a:pt x="832312" y="149653"/>
                </a:lnTo>
                <a:lnTo>
                  <a:pt x="832490" y="151110"/>
                </a:lnTo>
                <a:lnTo>
                  <a:pt x="832659" y="152567"/>
                </a:lnTo>
                <a:lnTo>
                  <a:pt x="832828" y="154025"/>
                </a:lnTo>
                <a:lnTo>
                  <a:pt x="833006" y="155482"/>
                </a:lnTo>
                <a:lnTo>
                  <a:pt x="833175" y="156939"/>
                </a:lnTo>
                <a:lnTo>
                  <a:pt x="833344" y="158396"/>
                </a:lnTo>
                <a:lnTo>
                  <a:pt x="833522" y="159852"/>
                </a:lnTo>
                <a:lnTo>
                  <a:pt x="833691" y="161308"/>
                </a:lnTo>
                <a:lnTo>
                  <a:pt x="833869" y="162762"/>
                </a:lnTo>
                <a:lnTo>
                  <a:pt x="834038" y="164218"/>
                </a:lnTo>
                <a:lnTo>
                  <a:pt x="834207" y="165671"/>
                </a:lnTo>
                <a:lnTo>
                  <a:pt x="834385" y="167124"/>
                </a:lnTo>
                <a:lnTo>
                  <a:pt x="834554" y="168577"/>
                </a:lnTo>
                <a:lnTo>
                  <a:pt x="834723" y="170029"/>
                </a:lnTo>
                <a:lnTo>
                  <a:pt x="834901" y="171479"/>
                </a:lnTo>
                <a:lnTo>
                  <a:pt x="835070" y="172929"/>
                </a:lnTo>
                <a:lnTo>
                  <a:pt x="835239" y="174378"/>
                </a:lnTo>
                <a:lnTo>
                  <a:pt x="835417" y="175826"/>
                </a:lnTo>
                <a:lnTo>
                  <a:pt x="835586" y="177272"/>
                </a:lnTo>
                <a:lnTo>
                  <a:pt x="835764" y="178718"/>
                </a:lnTo>
                <a:lnTo>
                  <a:pt x="835933" y="180163"/>
                </a:lnTo>
                <a:lnTo>
                  <a:pt x="836102" y="181606"/>
                </a:lnTo>
                <a:lnTo>
                  <a:pt x="836280" y="183048"/>
                </a:lnTo>
                <a:lnTo>
                  <a:pt x="836449" y="184488"/>
                </a:lnTo>
                <a:lnTo>
                  <a:pt x="836618" y="185928"/>
                </a:lnTo>
                <a:lnTo>
                  <a:pt x="836796" y="187365"/>
                </a:lnTo>
                <a:lnTo>
                  <a:pt x="836965" y="188802"/>
                </a:lnTo>
                <a:lnTo>
                  <a:pt x="837143" y="190237"/>
                </a:lnTo>
                <a:lnTo>
                  <a:pt x="837312" y="191670"/>
                </a:lnTo>
                <a:lnTo>
                  <a:pt x="837481" y="193102"/>
                </a:lnTo>
                <a:lnTo>
                  <a:pt x="837659" y="194532"/>
                </a:lnTo>
                <a:lnTo>
                  <a:pt x="837828" y="195960"/>
                </a:lnTo>
                <a:lnTo>
                  <a:pt x="837997" y="197387"/>
                </a:lnTo>
                <a:lnTo>
                  <a:pt x="838175" y="198813"/>
                </a:lnTo>
                <a:lnTo>
                  <a:pt x="838344" y="200236"/>
                </a:lnTo>
                <a:lnTo>
                  <a:pt x="838522" y="201657"/>
                </a:lnTo>
                <a:lnTo>
                  <a:pt x="838691" y="203077"/>
                </a:lnTo>
                <a:lnTo>
                  <a:pt x="838860" y="204495"/>
                </a:lnTo>
                <a:lnTo>
                  <a:pt x="839038" y="205910"/>
                </a:lnTo>
                <a:lnTo>
                  <a:pt x="839207" y="207324"/>
                </a:lnTo>
                <a:lnTo>
                  <a:pt x="839376" y="208736"/>
                </a:lnTo>
                <a:lnTo>
                  <a:pt x="839554" y="210146"/>
                </a:lnTo>
                <a:lnTo>
                  <a:pt x="839723" y="211553"/>
                </a:lnTo>
                <a:lnTo>
                  <a:pt x="839892" y="212959"/>
                </a:lnTo>
                <a:lnTo>
                  <a:pt x="840070" y="214363"/>
                </a:lnTo>
                <a:lnTo>
                  <a:pt x="840239" y="215764"/>
                </a:lnTo>
                <a:lnTo>
                  <a:pt x="840417" y="217163"/>
                </a:lnTo>
                <a:lnTo>
                  <a:pt x="840586" y="218560"/>
                </a:lnTo>
                <a:lnTo>
                  <a:pt x="840755" y="219955"/>
                </a:lnTo>
                <a:lnTo>
                  <a:pt x="840933" y="221348"/>
                </a:lnTo>
                <a:lnTo>
                  <a:pt x="841102" y="222738"/>
                </a:lnTo>
                <a:lnTo>
                  <a:pt x="841271" y="224126"/>
                </a:lnTo>
                <a:lnTo>
                  <a:pt x="841448" y="225512"/>
                </a:lnTo>
                <a:lnTo>
                  <a:pt x="841618" y="226895"/>
                </a:lnTo>
                <a:lnTo>
                  <a:pt x="841795" y="228276"/>
                </a:lnTo>
                <a:lnTo>
                  <a:pt x="841965" y="229654"/>
                </a:lnTo>
                <a:lnTo>
                  <a:pt x="842134" y="231030"/>
                </a:lnTo>
                <a:lnTo>
                  <a:pt x="842312" y="232404"/>
                </a:lnTo>
                <a:lnTo>
                  <a:pt x="842480" y="233775"/>
                </a:lnTo>
                <a:lnTo>
                  <a:pt x="842650" y="235144"/>
                </a:lnTo>
                <a:lnTo>
                  <a:pt x="842827" y="236509"/>
                </a:lnTo>
                <a:lnTo>
                  <a:pt x="842996" y="237873"/>
                </a:lnTo>
                <a:lnTo>
                  <a:pt x="843174" y="239234"/>
                </a:lnTo>
                <a:lnTo>
                  <a:pt x="843343" y="240592"/>
                </a:lnTo>
                <a:lnTo>
                  <a:pt x="843513" y="241948"/>
                </a:lnTo>
                <a:lnTo>
                  <a:pt x="843690" y="243301"/>
                </a:lnTo>
                <a:lnTo>
                  <a:pt x="843859" y="244652"/>
                </a:lnTo>
                <a:lnTo>
                  <a:pt x="844028" y="245999"/>
                </a:lnTo>
                <a:lnTo>
                  <a:pt x="844206" y="247344"/>
                </a:lnTo>
                <a:lnTo>
                  <a:pt x="844375" y="248687"/>
                </a:lnTo>
                <a:lnTo>
                  <a:pt x="844545" y="250027"/>
                </a:lnTo>
                <a:lnTo>
                  <a:pt x="844722" y="251364"/>
                </a:lnTo>
                <a:lnTo>
                  <a:pt x="844891" y="252698"/>
                </a:lnTo>
                <a:lnTo>
                  <a:pt x="845069" y="254030"/>
                </a:lnTo>
                <a:lnTo>
                  <a:pt x="845238" y="255358"/>
                </a:lnTo>
                <a:lnTo>
                  <a:pt x="845407" y="256685"/>
                </a:lnTo>
                <a:lnTo>
                  <a:pt x="845585" y="258008"/>
                </a:lnTo>
                <a:lnTo>
                  <a:pt x="845754" y="259328"/>
                </a:lnTo>
                <a:lnTo>
                  <a:pt x="845923" y="260646"/>
                </a:lnTo>
                <a:lnTo>
                  <a:pt x="846101" y="261960"/>
                </a:lnTo>
                <a:lnTo>
                  <a:pt x="846270" y="263272"/>
                </a:lnTo>
                <a:lnTo>
                  <a:pt x="846448" y="264580"/>
                </a:lnTo>
                <a:lnTo>
                  <a:pt x="846617" y="265886"/>
                </a:lnTo>
                <a:lnTo>
                  <a:pt x="846786" y="267190"/>
                </a:lnTo>
                <a:lnTo>
                  <a:pt x="846964" y="268490"/>
                </a:lnTo>
                <a:lnTo>
                  <a:pt x="847133" y="269788"/>
                </a:lnTo>
                <a:lnTo>
                  <a:pt x="847302" y="271082"/>
                </a:lnTo>
                <a:lnTo>
                  <a:pt x="847480" y="272373"/>
                </a:lnTo>
                <a:lnTo>
                  <a:pt x="847649" y="273662"/>
                </a:lnTo>
                <a:lnTo>
                  <a:pt x="847818" y="274947"/>
                </a:lnTo>
                <a:lnTo>
                  <a:pt x="847996" y="276229"/>
                </a:lnTo>
                <a:lnTo>
                  <a:pt x="848165" y="277510"/>
                </a:lnTo>
                <a:lnTo>
                  <a:pt x="848343" y="278786"/>
                </a:lnTo>
                <a:lnTo>
                  <a:pt x="848512" y="280059"/>
                </a:lnTo>
                <a:lnTo>
                  <a:pt x="848681" y="281331"/>
                </a:lnTo>
                <a:lnTo>
                  <a:pt x="848859" y="282598"/>
                </a:lnTo>
                <a:lnTo>
                  <a:pt x="849028" y="283863"/>
                </a:lnTo>
                <a:lnTo>
                  <a:pt x="849197" y="285124"/>
                </a:lnTo>
                <a:lnTo>
                  <a:pt x="849375" y="286383"/>
                </a:lnTo>
                <a:lnTo>
                  <a:pt x="849544" y="287638"/>
                </a:lnTo>
                <a:lnTo>
                  <a:pt x="849722" y="288891"/>
                </a:lnTo>
                <a:lnTo>
                  <a:pt x="849891" y="290141"/>
                </a:lnTo>
                <a:lnTo>
                  <a:pt x="850060" y="291387"/>
                </a:lnTo>
                <a:lnTo>
                  <a:pt x="850238" y="292630"/>
                </a:lnTo>
                <a:lnTo>
                  <a:pt x="850407" y="293870"/>
                </a:lnTo>
                <a:lnTo>
                  <a:pt x="850576" y="295108"/>
                </a:lnTo>
                <a:lnTo>
                  <a:pt x="850754" y="296342"/>
                </a:lnTo>
                <a:lnTo>
                  <a:pt x="850923" y="297573"/>
                </a:lnTo>
                <a:lnTo>
                  <a:pt x="851101" y="298801"/>
                </a:lnTo>
                <a:lnTo>
                  <a:pt x="851270" y="300026"/>
                </a:lnTo>
                <a:lnTo>
                  <a:pt x="851439" y="301248"/>
                </a:lnTo>
                <a:lnTo>
                  <a:pt x="851617" y="302467"/>
                </a:lnTo>
                <a:lnTo>
                  <a:pt x="851786" y="303682"/>
                </a:lnTo>
                <a:lnTo>
                  <a:pt x="851955" y="304895"/>
                </a:lnTo>
                <a:lnTo>
                  <a:pt x="852133" y="306105"/>
                </a:lnTo>
                <a:lnTo>
                  <a:pt x="852302" y="307311"/>
                </a:lnTo>
                <a:lnTo>
                  <a:pt x="852471" y="308514"/>
                </a:lnTo>
                <a:lnTo>
                  <a:pt x="852649" y="309714"/>
                </a:lnTo>
                <a:lnTo>
                  <a:pt x="852818" y="310911"/>
                </a:lnTo>
                <a:lnTo>
                  <a:pt x="852996" y="312105"/>
                </a:lnTo>
                <a:lnTo>
                  <a:pt x="853165" y="313297"/>
                </a:lnTo>
                <a:lnTo>
                  <a:pt x="853334" y="314484"/>
                </a:lnTo>
                <a:lnTo>
                  <a:pt x="853512" y="315668"/>
                </a:lnTo>
                <a:lnTo>
                  <a:pt x="853681" y="316850"/>
                </a:lnTo>
                <a:lnTo>
                  <a:pt x="853850" y="318029"/>
                </a:lnTo>
                <a:lnTo>
                  <a:pt x="854028" y="319204"/>
                </a:lnTo>
                <a:lnTo>
                  <a:pt x="854197" y="320376"/>
                </a:lnTo>
                <a:lnTo>
                  <a:pt x="854375" y="321545"/>
                </a:lnTo>
                <a:lnTo>
                  <a:pt x="854544" y="322711"/>
                </a:lnTo>
                <a:lnTo>
                  <a:pt x="854713" y="323873"/>
                </a:lnTo>
                <a:lnTo>
                  <a:pt x="854891" y="325034"/>
                </a:lnTo>
                <a:lnTo>
                  <a:pt x="855060" y="326190"/>
                </a:lnTo>
                <a:lnTo>
                  <a:pt x="855229" y="327344"/>
                </a:lnTo>
                <a:lnTo>
                  <a:pt x="855407" y="328494"/>
                </a:lnTo>
                <a:lnTo>
                  <a:pt x="855576" y="329642"/>
                </a:lnTo>
                <a:lnTo>
                  <a:pt x="855745" y="330786"/>
                </a:lnTo>
                <a:lnTo>
                  <a:pt x="855923" y="331927"/>
                </a:lnTo>
                <a:lnTo>
                  <a:pt x="856092" y="333065"/>
                </a:lnTo>
                <a:lnTo>
                  <a:pt x="856270" y="334200"/>
                </a:lnTo>
                <a:lnTo>
                  <a:pt x="856439" y="335331"/>
                </a:lnTo>
                <a:lnTo>
                  <a:pt x="856608" y="336460"/>
                </a:lnTo>
                <a:lnTo>
                  <a:pt x="856786" y="337586"/>
                </a:lnTo>
                <a:lnTo>
                  <a:pt x="856955" y="338708"/>
                </a:lnTo>
                <a:lnTo>
                  <a:pt x="857124" y="339828"/>
                </a:lnTo>
                <a:lnTo>
                  <a:pt x="857302" y="340944"/>
                </a:lnTo>
                <a:lnTo>
                  <a:pt x="857471" y="342057"/>
                </a:lnTo>
                <a:lnTo>
                  <a:pt x="857649" y="343167"/>
                </a:lnTo>
                <a:lnTo>
                  <a:pt x="857818" y="344275"/>
                </a:lnTo>
                <a:lnTo>
                  <a:pt x="857987" y="345379"/>
                </a:lnTo>
                <a:lnTo>
                  <a:pt x="858165" y="346479"/>
                </a:lnTo>
                <a:lnTo>
                  <a:pt x="858334" y="347577"/>
                </a:lnTo>
                <a:lnTo>
                  <a:pt x="858503" y="348672"/>
                </a:lnTo>
                <a:lnTo>
                  <a:pt x="858681" y="349764"/>
                </a:lnTo>
                <a:lnTo>
                  <a:pt x="858850" y="350853"/>
                </a:lnTo>
                <a:lnTo>
                  <a:pt x="859028" y="351938"/>
                </a:lnTo>
                <a:lnTo>
                  <a:pt x="859197" y="353021"/>
                </a:lnTo>
                <a:lnTo>
                  <a:pt x="859366" y="354100"/>
                </a:lnTo>
                <a:lnTo>
                  <a:pt x="859544" y="355177"/>
                </a:lnTo>
                <a:lnTo>
                  <a:pt x="859713" y="356250"/>
                </a:lnTo>
                <a:lnTo>
                  <a:pt x="859882" y="357321"/>
                </a:lnTo>
                <a:lnTo>
                  <a:pt x="860060" y="358387"/>
                </a:lnTo>
                <a:lnTo>
                  <a:pt x="860229" y="359452"/>
                </a:lnTo>
                <a:lnTo>
                  <a:pt x="860398" y="360514"/>
                </a:lnTo>
                <a:lnTo>
                  <a:pt x="860576" y="361571"/>
                </a:lnTo>
                <a:lnTo>
                  <a:pt x="860745" y="362626"/>
                </a:lnTo>
                <a:lnTo>
                  <a:pt x="860923" y="363679"/>
                </a:lnTo>
                <a:lnTo>
                  <a:pt x="861092" y="364729"/>
                </a:lnTo>
                <a:lnTo>
                  <a:pt x="861261" y="365775"/>
                </a:lnTo>
                <a:lnTo>
                  <a:pt x="861439" y="366818"/>
                </a:lnTo>
                <a:lnTo>
                  <a:pt x="861608" y="367858"/>
                </a:lnTo>
                <a:lnTo>
                  <a:pt x="861777" y="368895"/>
                </a:lnTo>
                <a:lnTo>
                  <a:pt x="861955" y="369930"/>
                </a:lnTo>
                <a:lnTo>
                  <a:pt x="862124" y="370961"/>
                </a:lnTo>
                <a:lnTo>
                  <a:pt x="862302" y="371989"/>
                </a:lnTo>
                <a:lnTo>
                  <a:pt x="862471" y="373015"/>
                </a:lnTo>
                <a:lnTo>
                  <a:pt x="862640" y="374037"/>
                </a:lnTo>
                <a:lnTo>
                  <a:pt x="862818" y="375057"/>
                </a:lnTo>
                <a:lnTo>
                  <a:pt x="862987" y="376073"/>
                </a:lnTo>
                <a:lnTo>
                  <a:pt x="863156" y="377087"/>
                </a:lnTo>
                <a:lnTo>
                  <a:pt x="863334" y="378097"/>
                </a:lnTo>
                <a:lnTo>
                  <a:pt x="863503" y="379104"/>
                </a:lnTo>
                <a:lnTo>
                  <a:pt x="863672" y="380110"/>
                </a:lnTo>
                <a:lnTo>
                  <a:pt x="863850" y="381111"/>
                </a:lnTo>
                <a:lnTo>
                  <a:pt x="864019" y="382111"/>
                </a:lnTo>
                <a:lnTo>
                  <a:pt x="864197" y="383106"/>
                </a:lnTo>
                <a:lnTo>
                  <a:pt x="864366" y="384099"/>
                </a:lnTo>
                <a:lnTo>
                  <a:pt x="864535" y="385089"/>
                </a:lnTo>
                <a:lnTo>
                  <a:pt x="864713" y="386077"/>
                </a:lnTo>
                <a:lnTo>
                  <a:pt x="864882" y="387061"/>
                </a:lnTo>
                <a:lnTo>
                  <a:pt x="865051" y="388043"/>
                </a:lnTo>
                <a:lnTo>
                  <a:pt x="865229" y="389021"/>
                </a:lnTo>
                <a:lnTo>
                  <a:pt x="865398" y="389997"/>
                </a:lnTo>
                <a:lnTo>
                  <a:pt x="865576" y="390971"/>
                </a:lnTo>
                <a:lnTo>
                  <a:pt x="865745" y="391940"/>
                </a:lnTo>
                <a:lnTo>
                  <a:pt x="865914" y="392908"/>
                </a:lnTo>
                <a:lnTo>
                  <a:pt x="866092" y="393873"/>
                </a:lnTo>
                <a:lnTo>
                  <a:pt x="866261" y="394834"/>
                </a:lnTo>
                <a:lnTo>
                  <a:pt x="866430" y="395792"/>
                </a:lnTo>
                <a:lnTo>
                  <a:pt x="866608" y="396749"/>
                </a:lnTo>
                <a:lnTo>
                  <a:pt x="866777" y="397702"/>
                </a:lnTo>
                <a:lnTo>
                  <a:pt x="866955" y="398652"/>
                </a:lnTo>
                <a:lnTo>
                  <a:pt x="867124" y="399599"/>
                </a:lnTo>
                <a:lnTo>
                  <a:pt x="867293" y="400544"/>
                </a:lnTo>
                <a:lnTo>
                  <a:pt x="867471" y="401486"/>
                </a:lnTo>
                <a:lnTo>
                  <a:pt x="867640" y="402426"/>
                </a:lnTo>
                <a:lnTo>
                  <a:pt x="867809" y="403361"/>
                </a:lnTo>
                <a:lnTo>
                  <a:pt x="867987" y="404296"/>
                </a:lnTo>
                <a:lnTo>
                  <a:pt x="868156" y="405226"/>
                </a:lnTo>
                <a:lnTo>
                  <a:pt x="868325" y="406155"/>
                </a:lnTo>
                <a:lnTo>
                  <a:pt x="868503" y="407080"/>
                </a:lnTo>
                <a:lnTo>
                  <a:pt x="868672" y="408003"/>
                </a:lnTo>
                <a:lnTo>
                  <a:pt x="868850" y="408923"/>
                </a:lnTo>
                <a:lnTo>
                  <a:pt x="869019" y="409840"/>
                </a:lnTo>
                <a:lnTo>
                  <a:pt x="869188" y="410754"/>
                </a:lnTo>
                <a:lnTo>
                  <a:pt x="869366" y="411666"/>
                </a:lnTo>
                <a:lnTo>
                  <a:pt x="869535" y="412576"/>
                </a:lnTo>
                <a:lnTo>
                  <a:pt x="869704" y="413481"/>
                </a:lnTo>
                <a:lnTo>
                  <a:pt x="869882" y="414385"/>
                </a:lnTo>
                <a:lnTo>
                  <a:pt x="870051" y="415286"/>
                </a:lnTo>
                <a:lnTo>
                  <a:pt x="870229" y="416185"/>
                </a:lnTo>
                <a:lnTo>
                  <a:pt x="870398" y="417081"/>
                </a:lnTo>
                <a:lnTo>
                  <a:pt x="870567" y="417973"/>
                </a:lnTo>
                <a:lnTo>
                  <a:pt x="870745" y="418864"/>
                </a:lnTo>
                <a:lnTo>
                  <a:pt x="870914" y="419751"/>
                </a:lnTo>
                <a:lnTo>
                  <a:pt x="871083" y="420637"/>
                </a:lnTo>
                <a:lnTo>
                  <a:pt x="871260" y="421519"/>
                </a:lnTo>
                <a:lnTo>
                  <a:pt x="871430" y="422399"/>
                </a:lnTo>
                <a:lnTo>
                  <a:pt x="871607" y="423276"/>
                </a:lnTo>
                <a:lnTo>
                  <a:pt x="871777" y="424151"/>
                </a:lnTo>
                <a:lnTo>
                  <a:pt x="871946" y="425023"/>
                </a:lnTo>
                <a:lnTo>
                  <a:pt x="872124" y="425892"/>
                </a:lnTo>
                <a:lnTo>
                  <a:pt x="872293" y="426759"/>
                </a:lnTo>
                <a:lnTo>
                  <a:pt x="872462" y="427623"/>
                </a:lnTo>
                <a:lnTo>
                  <a:pt x="872639" y="428485"/>
                </a:lnTo>
                <a:lnTo>
                  <a:pt x="872808" y="429344"/>
                </a:lnTo>
                <a:lnTo>
                  <a:pt x="872978" y="430200"/>
                </a:lnTo>
                <a:lnTo>
                  <a:pt x="873155" y="431054"/>
                </a:lnTo>
                <a:lnTo>
                  <a:pt x="873325" y="431906"/>
                </a:lnTo>
                <a:lnTo>
                  <a:pt x="873502" y="432754"/>
                </a:lnTo>
                <a:lnTo>
                  <a:pt x="873671" y="433601"/>
                </a:lnTo>
                <a:lnTo>
                  <a:pt x="873840" y="434445"/>
                </a:lnTo>
                <a:lnTo>
                  <a:pt x="874018" y="435286"/>
                </a:lnTo>
                <a:lnTo>
                  <a:pt x="874187" y="436125"/>
                </a:lnTo>
                <a:lnTo>
                  <a:pt x="874356" y="436962"/>
                </a:lnTo>
                <a:lnTo>
                  <a:pt x="874534" y="437795"/>
                </a:lnTo>
                <a:lnTo>
                  <a:pt x="874703" y="438627"/>
                </a:lnTo>
                <a:lnTo>
                  <a:pt x="874881" y="439456"/>
                </a:lnTo>
                <a:lnTo>
                  <a:pt x="875050" y="440283"/>
                </a:lnTo>
                <a:lnTo>
                  <a:pt x="875219" y="441106"/>
                </a:lnTo>
                <a:lnTo>
                  <a:pt x="875397" y="441928"/>
                </a:lnTo>
                <a:lnTo>
                  <a:pt x="875566" y="442747"/>
                </a:lnTo>
                <a:lnTo>
                  <a:pt x="875735" y="443564"/>
                </a:lnTo>
                <a:lnTo>
                  <a:pt x="875913" y="444378"/>
                </a:lnTo>
                <a:lnTo>
                  <a:pt x="876082" y="445190"/>
                </a:lnTo>
                <a:lnTo>
                  <a:pt x="876251" y="445999"/>
                </a:lnTo>
                <a:lnTo>
                  <a:pt x="876429" y="446806"/>
                </a:lnTo>
                <a:lnTo>
                  <a:pt x="876598" y="447611"/>
                </a:lnTo>
                <a:lnTo>
                  <a:pt x="876776" y="448412"/>
                </a:lnTo>
                <a:lnTo>
                  <a:pt x="876945" y="449212"/>
                </a:lnTo>
                <a:lnTo>
                  <a:pt x="877114" y="450010"/>
                </a:lnTo>
                <a:lnTo>
                  <a:pt x="877292" y="450804"/>
                </a:lnTo>
                <a:lnTo>
                  <a:pt x="877461" y="451597"/>
                </a:lnTo>
                <a:lnTo>
                  <a:pt x="877630" y="452388"/>
                </a:lnTo>
                <a:lnTo>
                  <a:pt x="877808" y="453175"/>
                </a:lnTo>
                <a:lnTo>
                  <a:pt x="877977" y="453961"/>
                </a:lnTo>
                <a:lnTo>
                  <a:pt x="878155" y="454745"/>
                </a:lnTo>
                <a:lnTo>
                  <a:pt x="878324" y="455526"/>
                </a:lnTo>
                <a:lnTo>
                  <a:pt x="878493" y="456304"/>
                </a:lnTo>
                <a:lnTo>
                  <a:pt x="878671" y="457081"/>
                </a:lnTo>
                <a:lnTo>
                  <a:pt x="878840" y="457855"/>
                </a:lnTo>
                <a:lnTo>
                  <a:pt x="879009" y="458626"/>
                </a:lnTo>
                <a:lnTo>
                  <a:pt x="879187" y="459396"/>
                </a:lnTo>
                <a:lnTo>
                  <a:pt x="879356" y="460163"/>
                </a:lnTo>
                <a:lnTo>
                  <a:pt x="879534" y="460928"/>
                </a:lnTo>
                <a:lnTo>
                  <a:pt x="879703" y="461690"/>
                </a:lnTo>
                <a:lnTo>
                  <a:pt x="879872" y="462451"/>
                </a:lnTo>
                <a:lnTo>
                  <a:pt x="880050" y="463209"/>
                </a:lnTo>
                <a:lnTo>
                  <a:pt x="880219" y="463964"/>
                </a:lnTo>
                <a:lnTo>
                  <a:pt x="880388" y="464718"/>
                </a:lnTo>
                <a:lnTo>
                  <a:pt x="880566" y="465469"/>
                </a:lnTo>
                <a:lnTo>
                  <a:pt x="880735" y="466218"/>
                </a:lnTo>
                <a:lnTo>
                  <a:pt x="880904" y="466966"/>
                </a:lnTo>
                <a:lnTo>
                  <a:pt x="881082" y="467710"/>
                </a:lnTo>
                <a:lnTo>
                  <a:pt x="881251" y="468452"/>
                </a:lnTo>
                <a:lnTo>
                  <a:pt x="881429" y="469193"/>
                </a:lnTo>
                <a:lnTo>
                  <a:pt x="881598" y="469931"/>
                </a:lnTo>
                <a:lnTo>
                  <a:pt x="881767" y="470667"/>
                </a:lnTo>
                <a:lnTo>
                  <a:pt x="881945" y="471401"/>
                </a:lnTo>
                <a:lnTo>
                  <a:pt x="882114" y="472132"/>
                </a:lnTo>
                <a:lnTo>
                  <a:pt x="882283" y="472861"/>
                </a:lnTo>
                <a:lnTo>
                  <a:pt x="882461" y="473589"/>
                </a:lnTo>
                <a:lnTo>
                  <a:pt x="882630" y="474314"/>
                </a:lnTo>
                <a:lnTo>
                  <a:pt x="882808" y="475037"/>
                </a:lnTo>
                <a:lnTo>
                  <a:pt x="882977" y="475757"/>
                </a:lnTo>
                <a:lnTo>
                  <a:pt x="883146" y="476476"/>
                </a:lnTo>
                <a:lnTo>
                  <a:pt x="883324" y="477193"/>
                </a:lnTo>
                <a:lnTo>
                  <a:pt x="883493" y="477908"/>
                </a:lnTo>
                <a:lnTo>
                  <a:pt x="883662" y="478620"/>
                </a:lnTo>
                <a:lnTo>
                  <a:pt x="883840" y="479330"/>
                </a:lnTo>
                <a:lnTo>
                  <a:pt x="884009" y="480038"/>
                </a:lnTo>
                <a:lnTo>
                  <a:pt x="884178" y="480745"/>
                </a:lnTo>
                <a:lnTo>
                  <a:pt x="884356" y="481448"/>
                </a:lnTo>
                <a:lnTo>
                  <a:pt x="884525" y="482150"/>
                </a:lnTo>
                <a:lnTo>
                  <a:pt x="884703" y="482850"/>
                </a:lnTo>
                <a:lnTo>
                  <a:pt x="884872" y="483548"/>
                </a:lnTo>
                <a:lnTo>
                  <a:pt x="885041" y="484244"/>
                </a:lnTo>
                <a:lnTo>
                  <a:pt x="885219" y="484938"/>
                </a:lnTo>
                <a:lnTo>
                  <a:pt x="885388" y="485629"/>
                </a:lnTo>
                <a:lnTo>
                  <a:pt x="885557" y="486319"/>
                </a:lnTo>
                <a:lnTo>
                  <a:pt x="885735" y="487007"/>
                </a:lnTo>
                <a:lnTo>
                  <a:pt x="885904" y="487692"/>
                </a:lnTo>
                <a:lnTo>
                  <a:pt x="886082" y="488376"/>
                </a:lnTo>
                <a:lnTo>
                  <a:pt x="886251" y="489057"/>
                </a:lnTo>
                <a:lnTo>
                  <a:pt x="886420" y="489737"/>
                </a:lnTo>
                <a:lnTo>
                  <a:pt x="886598" y="490414"/>
                </a:lnTo>
                <a:lnTo>
                  <a:pt x="886767" y="491090"/>
                </a:lnTo>
                <a:lnTo>
                  <a:pt x="886936" y="491764"/>
                </a:lnTo>
                <a:lnTo>
                  <a:pt x="887114" y="492435"/>
                </a:lnTo>
                <a:lnTo>
                  <a:pt x="887283" y="493105"/>
                </a:lnTo>
                <a:lnTo>
                  <a:pt x="887461" y="493773"/>
                </a:lnTo>
                <a:lnTo>
                  <a:pt x="887630" y="494439"/>
                </a:lnTo>
                <a:lnTo>
                  <a:pt x="887799" y="495103"/>
                </a:lnTo>
                <a:lnTo>
                  <a:pt x="887977" y="495764"/>
                </a:lnTo>
                <a:lnTo>
                  <a:pt x="888146" y="496425"/>
                </a:lnTo>
                <a:lnTo>
                  <a:pt x="888315" y="497083"/>
                </a:lnTo>
                <a:lnTo>
                  <a:pt x="888493" y="497739"/>
                </a:lnTo>
                <a:lnTo>
                  <a:pt x="888662" y="498393"/>
                </a:lnTo>
                <a:lnTo>
                  <a:pt x="888831" y="499045"/>
                </a:lnTo>
                <a:lnTo>
                  <a:pt x="889009" y="499696"/>
                </a:lnTo>
                <a:lnTo>
                  <a:pt x="889178" y="500344"/>
                </a:lnTo>
                <a:lnTo>
                  <a:pt x="889356" y="500991"/>
                </a:lnTo>
                <a:lnTo>
                  <a:pt x="889525" y="501636"/>
                </a:lnTo>
                <a:lnTo>
                  <a:pt x="889694" y="502279"/>
                </a:lnTo>
                <a:lnTo>
                  <a:pt x="889872" y="502920"/>
                </a:lnTo>
                <a:lnTo>
                  <a:pt x="890041" y="503560"/>
                </a:lnTo>
                <a:lnTo>
                  <a:pt x="890210" y="504197"/>
                </a:lnTo>
                <a:lnTo>
                  <a:pt x="890388" y="504832"/>
                </a:lnTo>
                <a:lnTo>
                  <a:pt x="890557" y="505466"/>
                </a:lnTo>
                <a:lnTo>
                  <a:pt x="890735" y="506098"/>
                </a:lnTo>
                <a:lnTo>
                  <a:pt x="890904" y="506728"/>
                </a:lnTo>
                <a:lnTo>
                  <a:pt x="891073" y="507356"/>
                </a:lnTo>
                <a:lnTo>
                  <a:pt x="891251" y="507982"/>
                </a:lnTo>
                <a:lnTo>
                  <a:pt x="891420" y="508606"/>
                </a:lnTo>
                <a:lnTo>
                  <a:pt x="891589" y="509229"/>
                </a:lnTo>
                <a:lnTo>
                  <a:pt x="891767" y="509850"/>
                </a:lnTo>
                <a:lnTo>
                  <a:pt x="891936" y="510469"/>
                </a:lnTo>
                <a:lnTo>
                  <a:pt x="892114" y="511087"/>
                </a:lnTo>
                <a:lnTo>
                  <a:pt x="892283" y="511702"/>
                </a:lnTo>
                <a:lnTo>
                  <a:pt x="892452" y="512316"/>
                </a:lnTo>
                <a:lnTo>
                  <a:pt x="892630" y="512928"/>
                </a:lnTo>
                <a:lnTo>
                  <a:pt x="892799" y="513539"/>
                </a:lnTo>
                <a:lnTo>
                  <a:pt x="892968" y="514147"/>
                </a:lnTo>
                <a:lnTo>
                  <a:pt x="893146" y="514755"/>
                </a:lnTo>
                <a:lnTo>
                  <a:pt x="893315" y="515360"/>
                </a:lnTo>
                <a:lnTo>
                  <a:pt x="893484" y="515963"/>
                </a:lnTo>
                <a:lnTo>
                  <a:pt x="893662" y="516564"/>
                </a:lnTo>
                <a:lnTo>
                  <a:pt x="893831" y="517165"/>
                </a:lnTo>
                <a:lnTo>
                  <a:pt x="894009" y="517763"/>
                </a:lnTo>
                <a:lnTo>
                  <a:pt x="894178" y="518359"/>
                </a:lnTo>
                <a:lnTo>
                  <a:pt x="894347" y="518954"/>
                </a:lnTo>
                <a:lnTo>
                  <a:pt x="894525" y="519547"/>
                </a:lnTo>
                <a:lnTo>
                  <a:pt x="894694" y="520138"/>
                </a:lnTo>
                <a:lnTo>
                  <a:pt x="894863" y="520728"/>
                </a:lnTo>
                <a:lnTo>
                  <a:pt x="895041" y="521316"/>
                </a:lnTo>
                <a:lnTo>
                  <a:pt x="895210" y="521902"/>
                </a:lnTo>
                <a:lnTo>
                  <a:pt x="895388" y="522487"/>
                </a:lnTo>
                <a:lnTo>
                  <a:pt x="895557" y="523070"/>
                </a:lnTo>
                <a:lnTo>
                  <a:pt x="895726" y="523651"/>
                </a:lnTo>
                <a:lnTo>
                  <a:pt x="895904" y="524231"/>
                </a:lnTo>
                <a:lnTo>
                  <a:pt x="896073" y="524809"/>
                </a:lnTo>
                <a:lnTo>
                  <a:pt x="896242" y="525383"/>
                </a:lnTo>
                <a:lnTo>
                  <a:pt x="896420" y="525961"/>
                </a:lnTo>
                <a:lnTo>
                  <a:pt x="896589" y="526530"/>
                </a:lnTo>
                <a:lnTo>
                  <a:pt x="896758" y="527108"/>
                </a:lnTo>
                <a:lnTo>
                  <a:pt x="896936" y="527678"/>
                </a:lnTo>
                <a:lnTo>
                  <a:pt x="897105" y="528247"/>
                </a:lnTo>
                <a:lnTo>
                  <a:pt x="897283" y="528808"/>
                </a:lnTo>
                <a:lnTo>
                  <a:pt x="897452" y="529377"/>
                </a:lnTo>
                <a:lnTo>
                  <a:pt x="897621" y="529938"/>
                </a:lnTo>
                <a:lnTo>
                  <a:pt x="897799" y="530498"/>
                </a:lnTo>
                <a:lnTo>
                  <a:pt x="897968" y="531058"/>
                </a:lnTo>
                <a:lnTo>
                  <a:pt x="898137" y="531619"/>
                </a:lnTo>
                <a:lnTo>
                  <a:pt x="898315" y="532179"/>
                </a:lnTo>
                <a:lnTo>
                  <a:pt x="898484" y="532731"/>
                </a:lnTo>
                <a:lnTo>
                  <a:pt x="898662" y="533283"/>
                </a:lnTo>
                <a:lnTo>
                  <a:pt x="898831" y="533834"/>
                </a:lnTo>
                <a:lnTo>
                  <a:pt x="899000" y="534386"/>
                </a:lnTo>
                <a:lnTo>
                  <a:pt x="899178" y="534937"/>
                </a:lnTo>
                <a:lnTo>
                  <a:pt x="899347" y="535489"/>
                </a:lnTo>
                <a:lnTo>
                  <a:pt x="899516" y="536032"/>
                </a:lnTo>
                <a:lnTo>
                  <a:pt x="899694" y="536574"/>
                </a:lnTo>
                <a:lnTo>
                  <a:pt x="899863" y="537117"/>
                </a:lnTo>
                <a:lnTo>
                  <a:pt x="900041" y="537660"/>
                </a:lnTo>
                <a:lnTo>
                  <a:pt x="900210" y="538202"/>
                </a:lnTo>
                <a:lnTo>
                  <a:pt x="900379" y="538745"/>
                </a:lnTo>
                <a:lnTo>
                  <a:pt x="900557" y="539279"/>
                </a:lnTo>
                <a:lnTo>
                  <a:pt x="900726" y="539813"/>
                </a:lnTo>
                <a:lnTo>
                  <a:pt x="900895" y="540346"/>
                </a:lnTo>
                <a:lnTo>
                  <a:pt x="901072" y="540880"/>
                </a:lnTo>
                <a:lnTo>
                  <a:pt x="901242" y="541414"/>
                </a:lnTo>
                <a:lnTo>
                  <a:pt x="901411" y="541939"/>
                </a:lnTo>
                <a:lnTo>
                  <a:pt x="901589" y="542473"/>
                </a:lnTo>
                <a:lnTo>
                  <a:pt x="901758" y="542997"/>
                </a:lnTo>
                <a:lnTo>
                  <a:pt x="901935" y="543522"/>
                </a:lnTo>
                <a:lnTo>
                  <a:pt x="902105" y="544047"/>
                </a:lnTo>
                <a:lnTo>
                  <a:pt x="902273" y="544572"/>
                </a:lnTo>
                <a:lnTo>
                  <a:pt x="902451" y="545088"/>
                </a:lnTo>
                <a:lnTo>
                  <a:pt x="902620" y="545613"/>
                </a:lnTo>
                <a:lnTo>
                  <a:pt x="902790" y="546129"/>
                </a:lnTo>
                <a:lnTo>
                  <a:pt x="902967" y="546645"/>
                </a:lnTo>
                <a:lnTo>
                  <a:pt x="903137" y="547161"/>
                </a:lnTo>
                <a:lnTo>
                  <a:pt x="903314" y="547677"/>
                </a:lnTo>
                <a:lnTo>
                  <a:pt x="903484" y="548184"/>
                </a:lnTo>
                <a:lnTo>
                  <a:pt x="903652" y="548700"/>
                </a:lnTo>
                <a:lnTo>
                  <a:pt x="903830" y="549207"/>
                </a:lnTo>
                <a:lnTo>
                  <a:pt x="903999" y="549714"/>
                </a:lnTo>
                <a:lnTo>
                  <a:pt x="904168" y="550221"/>
                </a:lnTo>
                <a:lnTo>
                  <a:pt x="904346" y="550729"/>
                </a:lnTo>
                <a:lnTo>
                  <a:pt x="904515" y="551227"/>
                </a:lnTo>
                <a:lnTo>
                  <a:pt x="904685" y="551734"/>
                </a:lnTo>
                <a:lnTo>
                  <a:pt x="904862" y="552232"/>
                </a:lnTo>
                <a:lnTo>
                  <a:pt x="905031" y="552730"/>
                </a:lnTo>
                <a:lnTo>
                  <a:pt x="905209" y="553228"/>
                </a:lnTo>
                <a:lnTo>
                  <a:pt x="905378" y="553727"/>
                </a:lnTo>
                <a:lnTo>
                  <a:pt x="905547" y="554225"/>
                </a:lnTo>
                <a:lnTo>
                  <a:pt x="905725" y="554723"/>
                </a:lnTo>
                <a:lnTo>
                  <a:pt x="905894" y="555212"/>
                </a:lnTo>
                <a:lnTo>
                  <a:pt x="906063" y="555702"/>
                </a:lnTo>
                <a:lnTo>
                  <a:pt x="906241" y="556191"/>
                </a:lnTo>
                <a:lnTo>
                  <a:pt x="906410" y="556680"/>
                </a:lnTo>
                <a:lnTo>
                  <a:pt x="906588" y="557170"/>
                </a:lnTo>
                <a:lnTo>
                  <a:pt x="906757" y="557659"/>
                </a:lnTo>
                <a:lnTo>
                  <a:pt x="906926" y="558139"/>
                </a:lnTo>
                <a:lnTo>
                  <a:pt x="907104" y="558629"/>
                </a:lnTo>
                <a:lnTo>
                  <a:pt x="907273" y="559109"/>
                </a:lnTo>
                <a:lnTo>
                  <a:pt x="907442" y="559589"/>
                </a:lnTo>
                <a:lnTo>
                  <a:pt x="907620" y="560070"/>
                </a:lnTo>
                <a:lnTo>
                  <a:pt x="907789" y="560550"/>
                </a:lnTo>
                <a:lnTo>
                  <a:pt x="907967" y="561022"/>
                </a:lnTo>
                <a:lnTo>
                  <a:pt x="908136" y="561502"/>
                </a:lnTo>
                <a:lnTo>
                  <a:pt x="908305" y="561974"/>
                </a:lnTo>
                <a:lnTo>
                  <a:pt x="908483" y="562445"/>
                </a:lnTo>
                <a:lnTo>
                  <a:pt x="908652" y="562917"/>
                </a:lnTo>
                <a:lnTo>
                  <a:pt x="908821" y="563388"/>
                </a:lnTo>
                <a:lnTo>
                  <a:pt x="908999" y="563860"/>
                </a:lnTo>
                <a:lnTo>
                  <a:pt x="909168" y="564331"/>
                </a:lnTo>
                <a:lnTo>
                  <a:pt x="909337" y="564794"/>
                </a:lnTo>
                <a:lnTo>
                  <a:pt x="909515" y="565265"/>
                </a:lnTo>
                <a:lnTo>
                  <a:pt x="909684" y="565728"/>
                </a:lnTo>
                <a:lnTo>
                  <a:pt x="909862" y="566191"/>
                </a:lnTo>
                <a:lnTo>
                  <a:pt x="910031" y="566653"/>
                </a:lnTo>
                <a:lnTo>
                  <a:pt x="910200" y="567116"/>
                </a:lnTo>
                <a:lnTo>
                  <a:pt x="910378" y="567569"/>
                </a:lnTo>
                <a:lnTo>
                  <a:pt x="910547" y="568032"/>
                </a:lnTo>
                <a:lnTo>
                  <a:pt x="910716" y="568486"/>
                </a:lnTo>
                <a:lnTo>
                  <a:pt x="910894" y="568940"/>
                </a:lnTo>
                <a:lnTo>
                  <a:pt x="911063" y="569402"/>
                </a:lnTo>
                <a:lnTo>
                  <a:pt x="911241" y="569847"/>
                </a:lnTo>
                <a:lnTo>
                  <a:pt x="911410" y="570301"/>
                </a:lnTo>
                <a:lnTo>
                  <a:pt x="911579" y="570754"/>
                </a:lnTo>
                <a:lnTo>
                  <a:pt x="911757" y="571208"/>
                </a:lnTo>
                <a:lnTo>
                  <a:pt x="911926" y="571653"/>
                </a:lnTo>
                <a:lnTo>
                  <a:pt x="912095" y="572098"/>
                </a:lnTo>
                <a:lnTo>
                  <a:pt x="912273" y="572543"/>
                </a:lnTo>
                <a:lnTo>
                  <a:pt x="912442" y="572988"/>
                </a:lnTo>
                <a:lnTo>
                  <a:pt x="912611" y="573432"/>
                </a:lnTo>
                <a:lnTo>
                  <a:pt x="912789" y="573877"/>
                </a:lnTo>
                <a:lnTo>
                  <a:pt x="912958" y="574322"/>
                </a:lnTo>
                <a:lnTo>
                  <a:pt x="913136" y="574758"/>
                </a:lnTo>
                <a:lnTo>
                  <a:pt x="913305" y="575203"/>
                </a:lnTo>
                <a:lnTo>
                  <a:pt x="913474" y="575639"/>
                </a:lnTo>
                <a:lnTo>
                  <a:pt x="913652" y="576075"/>
                </a:lnTo>
                <a:lnTo>
                  <a:pt x="913821" y="576510"/>
                </a:lnTo>
                <a:lnTo>
                  <a:pt x="913990" y="576946"/>
                </a:lnTo>
                <a:lnTo>
                  <a:pt x="914168" y="577373"/>
                </a:lnTo>
                <a:lnTo>
                  <a:pt x="914337" y="577809"/>
                </a:lnTo>
                <a:lnTo>
                  <a:pt x="914515" y="578236"/>
                </a:lnTo>
                <a:lnTo>
                  <a:pt x="914684" y="578672"/>
                </a:lnTo>
                <a:lnTo>
                  <a:pt x="914853" y="579099"/>
                </a:lnTo>
                <a:lnTo>
                  <a:pt x="915031" y="579526"/>
                </a:lnTo>
                <a:lnTo>
                  <a:pt x="915200" y="579953"/>
                </a:lnTo>
                <a:lnTo>
                  <a:pt x="915369" y="580380"/>
                </a:lnTo>
                <a:lnTo>
                  <a:pt x="915547" y="580807"/>
                </a:lnTo>
                <a:lnTo>
                  <a:pt x="915716" y="581226"/>
                </a:lnTo>
                <a:lnTo>
                  <a:pt x="915894" y="581653"/>
                </a:lnTo>
                <a:lnTo>
                  <a:pt x="916063" y="582071"/>
                </a:lnTo>
                <a:lnTo>
                  <a:pt x="916232" y="582489"/>
                </a:lnTo>
                <a:lnTo>
                  <a:pt x="916410" y="582907"/>
                </a:lnTo>
                <a:lnTo>
                  <a:pt x="916579" y="583325"/>
                </a:lnTo>
                <a:lnTo>
                  <a:pt x="916748" y="583743"/>
                </a:lnTo>
                <a:lnTo>
                  <a:pt x="916926" y="584161"/>
                </a:lnTo>
                <a:lnTo>
                  <a:pt x="917095" y="584571"/>
                </a:lnTo>
                <a:lnTo>
                  <a:pt x="917264" y="584989"/>
                </a:lnTo>
                <a:lnTo>
                  <a:pt x="917442" y="585398"/>
                </a:lnTo>
                <a:lnTo>
                  <a:pt x="917611" y="585807"/>
                </a:lnTo>
                <a:lnTo>
                  <a:pt x="917789" y="586217"/>
                </a:lnTo>
                <a:lnTo>
                  <a:pt x="917958" y="586626"/>
                </a:lnTo>
                <a:lnTo>
                  <a:pt x="918127" y="587035"/>
                </a:lnTo>
                <a:lnTo>
                  <a:pt x="918305" y="587444"/>
                </a:lnTo>
                <a:lnTo>
                  <a:pt x="918474" y="587853"/>
                </a:lnTo>
                <a:lnTo>
                  <a:pt x="918643" y="588254"/>
                </a:lnTo>
                <a:lnTo>
                  <a:pt x="918821" y="588663"/>
                </a:lnTo>
                <a:lnTo>
                  <a:pt x="918990" y="589063"/>
                </a:lnTo>
                <a:lnTo>
                  <a:pt x="919168" y="589464"/>
                </a:lnTo>
                <a:lnTo>
                  <a:pt x="919337" y="589864"/>
                </a:lnTo>
                <a:lnTo>
                  <a:pt x="919506" y="590264"/>
                </a:lnTo>
                <a:lnTo>
                  <a:pt x="919684" y="590665"/>
                </a:lnTo>
                <a:lnTo>
                  <a:pt x="919853" y="591056"/>
                </a:lnTo>
                <a:lnTo>
                  <a:pt x="920022" y="591456"/>
                </a:lnTo>
                <a:lnTo>
                  <a:pt x="920200" y="591857"/>
                </a:lnTo>
                <a:lnTo>
                  <a:pt x="920369" y="592248"/>
                </a:lnTo>
                <a:lnTo>
                  <a:pt x="920547" y="592640"/>
                </a:lnTo>
                <a:lnTo>
                  <a:pt x="920716" y="593031"/>
                </a:lnTo>
                <a:lnTo>
                  <a:pt x="920885" y="593423"/>
                </a:lnTo>
                <a:lnTo>
                  <a:pt x="921063" y="593814"/>
                </a:lnTo>
                <a:lnTo>
                  <a:pt x="921232" y="594206"/>
                </a:lnTo>
                <a:lnTo>
                  <a:pt x="921401" y="594597"/>
                </a:lnTo>
                <a:lnTo>
                  <a:pt x="921579" y="594980"/>
                </a:lnTo>
                <a:lnTo>
                  <a:pt x="921748" y="595371"/>
                </a:lnTo>
                <a:lnTo>
                  <a:pt x="921917" y="595753"/>
                </a:lnTo>
                <a:lnTo>
                  <a:pt x="922095" y="596136"/>
                </a:lnTo>
                <a:lnTo>
                  <a:pt x="922264" y="596519"/>
                </a:lnTo>
                <a:lnTo>
                  <a:pt x="922442" y="596901"/>
                </a:lnTo>
                <a:lnTo>
                  <a:pt x="922611" y="597284"/>
                </a:lnTo>
                <a:lnTo>
                  <a:pt x="922780" y="597666"/>
                </a:lnTo>
                <a:lnTo>
                  <a:pt x="922958" y="598049"/>
                </a:lnTo>
                <a:lnTo>
                  <a:pt x="923127" y="598422"/>
                </a:lnTo>
                <a:lnTo>
                  <a:pt x="923296" y="598805"/>
                </a:lnTo>
                <a:lnTo>
                  <a:pt x="923474" y="599179"/>
                </a:lnTo>
                <a:lnTo>
                  <a:pt x="923643" y="599561"/>
                </a:lnTo>
                <a:lnTo>
                  <a:pt x="923821" y="599935"/>
                </a:lnTo>
                <a:lnTo>
                  <a:pt x="923990" y="600308"/>
                </a:lnTo>
                <a:lnTo>
                  <a:pt x="924159" y="600682"/>
                </a:lnTo>
                <a:lnTo>
                  <a:pt x="924337" y="601056"/>
                </a:lnTo>
                <a:lnTo>
                  <a:pt x="924506" y="601421"/>
                </a:lnTo>
                <a:lnTo>
                  <a:pt x="924675" y="601794"/>
                </a:lnTo>
                <a:lnTo>
                  <a:pt x="924853" y="602159"/>
                </a:lnTo>
                <a:lnTo>
                  <a:pt x="925022" y="602533"/>
                </a:lnTo>
                <a:lnTo>
                  <a:pt x="925191" y="602897"/>
                </a:lnTo>
                <a:lnTo>
                  <a:pt x="925369" y="603262"/>
                </a:lnTo>
                <a:lnTo>
                  <a:pt x="925538" y="603627"/>
                </a:lnTo>
                <a:lnTo>
                  <a:pt x="925716" y="603992"/>
                </a:lnTo>
                <a:lnTo>
                  <a:pt x="925885" y="604356"/>
                </a:lnTo>
                <a:lnTo>
                  <a:pt x="926054" y="604721"/>
                </a:lnTo>
                <a:lnTo>
                  <a:pt x="926232" y="605086"/>
                </a:lnTo>
                <a:lnTo>
                  <a:pt x="926401" y="605442"/>
                </a:lnTo>
                <a:lnTo>
                  <a:pt x="926570" y="605806"/>
                </a:lnTo>
                <a:lnTo>
                  <a:pt x="926748" y="606162"/>
                </a:lnTo>
                <a:lnTo>
                  <a:pt x="926917" y="606527"/>
                </a:lnTo>
                <a:lnTo>
                  <a:pt x="927095" y="606883"/>
                </a:lnTo>
                <a:lnTo>
                  <a:pt x="927264" y="607239"/>
                </a:lnTo>
                <a:lnTo>
                  <a:pt x="927433" y="607595"/>
                </a:lnTo>
                <a:lnTo>
                  <a:pt x="927611" y="607950"/>
                </a:lnTo>
                <a:lnTo>
                  <a:pt x="927780" y="608306"/>
                </a:lnTo>
                <a:lnTo>
                  <a:pt x="927949" y="608653"/>
                </a:lnTo>
                <a:lnTo>
                  <a:pt x="928127" y="609009"/>
                </a:lnTo>
                <a:lnTo>
                  <a:pt x="928296" y="609356"/>
                </a:lnTo>
                <a:lnTo>
                  <a:pt x="928474" y="609712"/>
                </a:lnTo>
                <a:lnTo>
                  <a:pt x="928643" y="610059"/>
                </a:lnTo>
                <a:lnTo>
                  <a:pt x="928812" y="610406"/>
                </a:lnTo>
                <a:lnTo>
                  <a:pt x="928990" y="610753"/>
                </a:lnTo>
                <a:lnTo>
                  <a:pt x="929159" y="611100"/>
                </a:lnTo>
                <a:lnTo>
                  <a:pt x="929328" y="611447"/>
                </a:lnTo>
                <a:lnTo>
                  <a:pt x="929506" y="611794"/>
                </a:lnTo>
                <a:lnTo>
                  <a:pt x="929675" y="612141"/>
                </a:lnTo>
                <a:lnTo>
                  <a:pt x="929844" y="612488"/>
                </a:lnTo>
                <a:lnTo>
                  <a:pt x="930022" y="612826"/>
                </a:lnTo>
                <a:lnTo>
                  <a:pt x="930191" y="613173"/>
                </a:lnTo>
                <a:lnTo>
                  <a:pt x="930369" y="613511"/>
                </a:lnTo>
                <a:lnTo>
                  <a:pt x="930538" y="613849"/>
                </a:lnTo>
                <a:lnTo>
                  <a:pt x="930707" y="614187"/>
                </a:lnTo>
                <a:lnTo>
                  <a:pt x="930885" y="614525"/>
                </a:lnTo>
                <a:lnTo>
                  <a:pt x="931054" y="614863"/>
                </a:lnTo>
                <a:lnTo>
                  <a:pt x="931223" y="615201"/>
                </a:lnTo>
                <a:lnTo>
                  <a:pt x="931401" y="615539"/>
                </a:lnTo>
                <a:lnTo>
                  <a:pt x="931570" y="615877"/>
                </a:lnTo>
                <a:lnTo>
                  <a:pt x="931747" y="616206"/>
                </a:lnTo>
                <a:lnTo>
                  <a:pt x="931917" y="616544"/>
                </a:lnTo>
                <a:lnTo>
                  <a:pt x="932086" y="616874"/>
                </a:lnTo>
                <a:lnTo>
                  <a:pt x="932264" y="617212"/>
                </a:lnTo>
                <a:lnTo>
                  <a:pt x="932432" y="617541"/>
                </a:lnTo>
                <a:lnTo>
                  <a:pt x="932602" y="617870"/>
                </a:lnTo>
                <a:lnTo>
                  <a:pt x="932779" y="618199"/>
                </a:lnTo>
                <a:lnTo>
                  <a:pt x="932949" y="618528"/>
                </a:lnTo>
                <a:lnTo>
                  <a:pt x="933118" y="618858"/>
                </a:lnTo>
                <a:lnTo>
                  <a:pt x="933295" y="619187"/>
                </a:lnTo>
                <a:lnTo>
                  <a:pt x="933465" y="619516"/>
                </a:lnTo>
                <a:lnTo>
                  <a:pt x="933642" y="619836"/>
                </a:lnTo>
                <a:lnTo>
                  <a:pt x="933811" y="620165"/>
                </a:lnTo>
                <a:lnTo>
                  <a:pt x="933980" y="620486"/>
                </a:lnTo>
                <a:lnTo>
                  <a:pt x="934158" y="620815"/>
                </a:lnTo>
                <a:lnTo>
                  <a:pt x="934327" y="621135"/>
                </a:lnTo>
                <a:lnTo>
                  <a:pt x="934497" y="621455"/>
                </a:lnTo>
                <a:lnTo>
                  <a:pt x="934674" y="621776"/>
                </a:lnTo>
                <a:lnTo>
                  <a:pt x="934843" y="622096"/>
                </a:lnTo>
                <a:lnTo>
                  <a:pt x="935021" y="622416"/>
                </a:lnTo>
                <a:lnTo>
                  <a:pt x="935190" y="622736"/>
                </a:lnTo>
                <a:lnTo>
                  <a:pt x="935359" y="623057"/>
                </a:lnTo>
                <a:lnTo>
                  <a:pt x="935537" y="623368"/>
                </a:lnTo>
                <a:lnTo>
                  <a:pt x="935706" y="623688"/>
                </a:lnTo>
                <a:lnTo>
                  <a:pt x="935875" y="624000"/>
                </a:lnTo>
                <a:lnTo>
                  <a:pt x="936053" y="624320"/>
                </a:lnTo>
                <a:lnTo>
                  <a:pt x="936222" y="624631"/>
                </a:lnTo>
                <a:lnTo>
                  <a:pt x="936400" y="624943"/>
                </a:lnTo>
                <a:lnTo>
                  <a:pt x="936569" y="625254"/>
                </a:lnTo>
                <a:lnTo>
                  <a:pt x="936738" y="625574"/>
                </a:lnTo>
                <a:lnTo>
                  <a:pt x="936916" y="625886"/>
                </a:lnTo>
                <a:lnTo>
                  <a:pt x="937085" y="626188"/>
                </a:lnTo>
                <a:lnTo>
                  <a:pt x="937254" y="626500"/>
                </a:lnTo>
                <a:lnTo>
                  <a:pt x="937432" y="626811"/>
                </a:lnTo>
                <a:lnTo>
                  <a:pt x="937601" y="627122"/>
                </a:lnTo>
                <a:lnTo>
                  <a:pt x="937770" y="627425"/>
                </a:lnTo>
                <a:lnTo>
                  <a:pt x="937948" y="627736"/>
                </a:lnTo>
                <a:lnTo>
                  <a:pt x="938117" y="628039"/>
                </a:lnTo>
                <a:lnTo>
                  <a:pt x="938295" y="628350"/>
                </a:lnTo>
                <a:lnTo>
                  <a:pt x="938464" y="628653"/>
                </a:lnTo>
                <a:lnTo>
                  <a:pt x="938633" y="628955"/>
                </a:lnTo>
                <a:lnTo>
                  <a:pt x="938811" y="629258"/>
                </a:lnTo>
                <a:lnTo>
                  <a:pt x="938980" y="629560"/>
                </a:lnTo>
                <a:lnTo>
                  <a:pt x="939149" y="629862"/>
                </a:lnTo>
                <a:lnTo>
                  <a:pt x="939327" y="630165"/>
                </a:lnTo>
                <a:lnTo>
                  <a:pt x="939496" y="630467"/>
                </a:lnTo>
                <a:lnTo>
                  <a:pt x="939674" y="630761"/>
                </a:lnTo>
                <a:lnTo>
                  <a:pt x="939843" y="631063"/>
                </a:lnTo>
                <a:lnTo>
                  <a:pt x="940012" y="631357"/>
                </a:lnTo>
                <a:lnTo>
                  <a:pt x="940190" y="631660"/>
                </a:lnTo>
                <a:lnTo>
                  <a:pt x="940359" y="631953"/>
                </a:lnTo>
                <a:lnTo>
                  <a:pt x="940528" y="632256"/>
                </a:lnTo>
                <a:lnTo>
                  <a:pt x="940706" y="632549"/>
                </a:lnTo>
                <a:lnTo>
                  <a:pt x="940875" y="632843"/>
                </a:lnTo>
                <a:lnTo>
                  <a:pt x="941044" y="633136"/>
                </a:lnTo>
                <a:lnTo>
                  <a:pt x="941222" y="633430"/>
                </a:lnTo>
                <a:lnTo>
                  <a:pt x="941391" y="633723"/>
                </a:lnTo>
                <a:lnTo>
                  <a:pt x="941569" y="634017"/>
                </a:lnTo>
                <a:lnTo>
                  <a:pt x="941738" y="634311"/>
                </a:lnTo>
                <a:lnTo>
                  <a:pt x="941907" y="634595"/>
                </a:lnTo>
                <a:lnTo>
                  <a:pt x="942085" y="634889"/>
                </a:lnTo>
                <a:lnTo>
                  <a:pt x="942254" y="635174"/>
                </a:lnTo>
                <a:lnTo>
                  <a:pt x="942423" y="635467"/>
                </a:lnTo>
                <a:lnTo>
                  <a:pt x="942601" y="635752"/>
                </a:lnTo>
                <a:lnTo>
                  <a:pt x="942770" y="636046"/>
                </a:lnTo>
                <a:lnTo>
                  <a:pt x="942948" y="636330"/>
                </a:lnTo>
                <a:lnTo>
                  <a:pt x="943117" y="636615"/>
                </a:lnTo>
                <a:lnTo>
                  <a:pt x="943286" y="636900"/>
                </a:lnTo>
                <a:lnTo>
                  <a:pt x="943464" y="637184"/>
                </a:lnTo>
                <a:lnTo>
                  <a:pt x="943633" y="637469"/>
                </a:lnTo>
                <a:lnTo>
                  <a:pt x="943802" y="637754"/>
                </a:lnTo>
                <a:lnTo>
                  <a:pt x="943980" y="638038"/>
                </a:lnTo>
                <a:lnTo>
                  <a:pt x="944149" y="638314"/>
                </a:lnTo>
                <a:lnTo>
                  <a:pt x="944327" y="638599"/>
                </a:lnTo>
                <a:lnTo>
                  <a:pt x="944496" y="638883"/>
                </a:lnTo>
                <a:lnTo>
                  <a:pt x="944665" y="639159"/>
                </a:lnTo>
                <a:lnTo>
                  <a:pt x="944843" y="639444"/>
                </a:lnTo>
                <a:lnTo>
                  <a:pt x="945012" y="639720"/>
                </a:lnTo>
                <a:lnTo>
                  <a:pt x="945181" y="639996"/>
                </a:lnTo>
                <a:lnTo>
                  <a:pt x="945359" y="640271"/>
                </a:lnTo>
                <a:lnTo>
                  <a:pt x="945528" y="640556"/>
                </a:lnTo>
                <a:lnTo>
                  <a:pt x="945697" y="640832"/>
                </a:lnTo>
                <a:lnTo>
                  <a:pt x="945875" y="641108"/>
                </a:lnTo>
                <a:lnTo>
                  <a:pt x="946044" y="641383"/>
                </a:lnTo>
                <a:lnTo>
                  <a:pt x="946222" y="641650"/>
                </a:lnTo>
                <a:lnTo>
                  <a:pt x="946391" y="641926"/>
                </a:lnTo>
                <a:lnTo>
                  <a:pt x="946560" y="642202"/>
                </a:lnTo>
                <a:lnTo>
                  <a:pt x="946738" y="642478"/>
                </a:lnTo>
                <a:lnTo>
                  <a:pt x="946907" y="642744"/>
                </a:lnTo>
                <a:lnTo>
                  <a:pt x="947076" y="643020"/>
                </a:lnTo>
                <a:lnTo>
                  <a:pt x="947254" y="643287"/>
                </a:lnTo>
                <a:lnTo>
                  <a:pt x="947423" y="643554"/>
                </a:lnTo>
                <a:lnTo>
                  <a:pt x="947601" y="643830"/>
                </a:lnTo>
                <a:lnTo>
                  <a:pt x="947770" y="644097"/>
                </a:lnTo>
                <a:lnTo>
                  <a:pt x="947939" y="644364"/>
                </a:lnTo>
                <a:lnTo>
                  <a:pt x="948117" y="644631"/>
                </a:lnTo>
                <a:lnTo>
                  <a:pt x="948286" y="644897"/>
                </a:lnTo>
                <a:lnTo>
                  <a:pt x="948455" y="645164"/>
                </a:lnTo>
                <a:lnTo>
                  <a:pt x="948633" y="645431"/>
                </a:lnTo>
                <a:lnTo>
                  <a:pt x="948802" y="645698"/>
                </a:lnTo>
                <a:lnTo>
                  <a:pt x="948980" y="645965"/>
                </a:lnTo>
                <a:lnTo>
                  <a:pt x="949149" y="646223"/>
                </a:lnTo>
                <a:lnTo>
                  <a:pt x="949318" y="646490"/>
                </a:lnTo>
                <a:lnTo>
                  <a:pt x="949496" y="646757"/>
                </a:lnTo>
                <a:lnTo>
                  <a:pt x="949665" y="647015"/>
                </a:lnTo>
                <a:lnTo>
                  <a:pt x="949834" y="647282"/>
                </a:lnTo>
                <a:lnTo>
                  <a:pt x="950012" y="647540"/>
                </a:lnTo>
                <a:lnTo>
                  <a:pt x="950181" y="647798"/>
                </a:lnTo>
                <a:lnTo>
                  <a:pt x="950350" y="648056"/>
                </a:lnTo>
                <a:lnTo>
                  <a:pt x="950528" y="648323"/>
                </a:lnTo>
                <a:lnTo>
                  <a:pt x="950697" y="648581"/>
                </a:lnTo>
                <a:lnTo>
                  <a:pt x="950875" y="648839"/>
                </a:lnTo>
                <a:lnTo>
                  <a:pt x="951044" y="649097"/>
                </a:lnTo>
                <a:lnTo>
                  <a:pt x="951213" y="649355"/>
                </a:lnTo>
                <a:lnTo>
                  <a:pt x="951391" y="649613"/>
                </a:lnTo>
                <a:lnTo>
                  <a:pt x="951560" y="649862"/>
                </a:lnTo>
                <a:lnTo>
                  <a:pt x="951729" y="650120"/>
                </a:lnTo>
                <a:lnTo>
                  <a:pt x="951907" y="650378"/>
                </a:lnTo>
                <a:lnTo>
                  <a:pt x="952076" y="650627"/>
                </a:lnTo>
                <a:lnTo>
                  <a:pt x="952254" y="650885"/>
                </a:lnTo>
                <a:lnTo>
                  <a:pt x="952423" y="651134"/>
                </a:lnTo>
                <a:lnTo>
                  <a:pt x="952592" y="651392"/>
                </a:lnTo>
                <a:lnTo>
                  <a:pt x="952770" y="651641"/>
                </a:lnTo>
                <a:lnTo>
                  <a:pt x="952939" y="651890"/>
                </a:lnTo>
                <a:lnTo>
                  <a:pt x="953108" y="652139"/>
                </a:lnTo>
                <a:lnTo>
                  <a:pt x="953286" y="652397"/>
                </a:lnTo>
                <a:lnTo>
                  <a:pt x="953455" y="652646"/>
                </a:lnTo>
                <a:lnTo>
                  <a:pt x="953624" y="652895"/>
                </a:lnTo>
                <a:lnTo>
                  <a:pt x="953802" y="653144"/>
                </a:lnTo>
                <a:lnTo>
                  <a:pt x="953971" y="653394"/>
                </a:lnTo>
                <a:lnTo>
                  <a:pt x="954149" y="653634"/>
                </a:lnTo>
                <a:lnTo>
                  <a:pt x="954318" y="653883"/>
                </a:lnTo>
                <a:lnTo>
                  <a:pt x="954487" y="654132"/>
                </a:lnTo>
                <a:lnTo>
                  <a:pt x="954665" y="654381"/>
                </a:lnTo>
                <a:lnTo>
                  <a:pt x="954834" y="654621"/>
                </a:lnTo>
                <a:lnTo>
                  <a:pt x="955003" y="654870"/>
                </a:lnTo>
                <a:lnTo>
                  <a:pt x="955181" y="655111"/>
                </a:lnTo>
                <a:lnTo>
                  <a:pt x="955350" y="655360"/>
                </a:lnTo>
                <a:lnTo>
                  <a:pt x="955528" y="655600"/>
                </a:lnTo>
                <a:lnTo>
                  <a:pt x="955697" y="655840"/>
                </a:lnTo>
                <a:lnTo>
                  <a:pt x="955866" y="656089"/>
                </a:lnTo>
                <a:lnTo>
                  <a:pt x="956044" y="656329"/>
                </a:lnTo>
                <a:lnTo>
                  <a:pt x="956213" y="656570"/>
                </a:lnTo>
                <a:lnTo>
                  <a:pt x="956382" y="656810"/>
                </a:lnTo>
                <a:lnTo>
                  <a:pt x="956560" y="657050"/>
                </a:lnTo>
                <a:lnTo>
                  <a:pt x="956729" y="657290"/>
                </a:lnTo>
                <a:lnTo>
                  <a:pt x="956907" y="657530"/>
                </a:lnTo>
                <a:lnTo>
                  <a:pt x="957076" y="657771"/>
                </a:lnTo>
                <a:lnTo>
                  <a:pt x="957245" y="658002"/>
                </a:lnTo>
                <a:lnTo>
                  <a:pt x="957423" y="658242"/>
                </a:lnTo>
                <a:lnTo>
                  <a:pt x="957592" y="658482"/>
                </a:lnTo>
                <a:lnTo>
                  <a:pt x="957761" y="658714"/>
                </a:lnTo>
                <a:lnTo>
                  <a:pt x="957939" y="658954"/>
                </a:lnTo>
                <a:lnTo>
                  <a:pt x="958108" y="659185"/>
                </a:lnTo>
                <a:lnTo>
                  <a:pt x="958277" y="659425"/>
                </a:lnTo>
                <a:lnTo>
                  <a:pt x="958455" y="659657"/>
                </a:lnTo>
                <a:lnTo>
                  <a:pt x="958624" y="659888"/>
                </a:lnTo>
                <a:lnTo>
                  <a:pt x="958802" y="660128"/>
                </a:lnTo>
                <a:lnTo>
                  <a:pt x="958971" y="660360"/>
                </a:lnTo>
                <a:lnTo>
                  <a:pt x="959140" y="660591"/>
                </a:lnTo>
                <a:lnTo>
                  <a:pt x="959318" y="660822"/>
                </a:lnTo>
                <a:lnTo>
                  <a:pt x="959487" y="661053"/>
                </a:lnTo>
                <a:lnTo>
                  <a:pt x="959656" y="661285"/>
                </a:lnTo>
                <a:lnTo>
                  <a:pt x="959834" y="661516"/>
                </a:lnTo>
                <a:lnTo>
                  <a:pt x="960003" y="661747"/>
                </a:lnTo>
                <a:lnTo>
                  <a:pt x="960181" y="661979"/>
                </a:lnTo>
                <a:lnTo>
                  <a:pt x="960350" y="662201"/>
                </a:lnTo>
                <a:lnTo>
                  <a:pt x="960519" y="662432"/>
                </a:lnTo>
                <a:lnTo>
                  <a:pt x="960697" y="662664"/>
                </a:lnTo>
                <a:lnTo>
                  <a:pt x="960866" y="662886"/>
                </a:lnTo>
                <a:lnTo>
                  <a:pt x="961035" y="663117"/>
                </a:lnTo>
                <a:lnTo>
                  <a:pt x="961212" y="663340"/>
                </a:lnTo>
                <a:lnTo>
                  <a:pt x="961382" y="663571"/>
                </a:lnTo>
                <a:lnTo>
                  <a:pt x="961551" y="663794"/>
                </a:lnTo>
                <a:lnTo>
                  <a:pt x="961729" y="664016"/>
                </a:lnTo>
                <a:lnTo>
                  <a:pt x="961898" y="664247"/>
                </a:lnTo>
                <a:lnTo>
                  <a:pt x="962076" y="664470"/>
                </a:lnTo>
                <a:lnTo>
                  <a:pt x="962244" y="664692"/>
                </a:lnTo>
                <a:lnTo>
                  <a:pt x="962414" y="664914"/>
                </a:lnTo>
                <a:lnTo>
                  <a:pt x="962591" y="665137"/>
                </a:lnTo>
                <a:lnTo>
                  <a:pt x="962761" y="665359"/>
                </a:lnTo>
                <a:lnTo>
                  <a:pt x="962930" y="665582"/>
                </a:lnTo>
                <a:lnTo>
                  <a:pt x="963107" y="665804"/>
                </a:lnTo>
                <a:lnTo>
                  <a:pt x="963277" y="666027"/>
                </a:lnTo>
                <a:lnTo>
                  <a:pt x="963454" y="666249"/>
                </a:lnTo>
                <a:lnTo>
                  <a:pt x="963623" y="666462"/>
                </a:lnTo>
                <a:lnTo>
                  <a:pt x="963792" y="666685"/>
                </a:lnTo>
                <a:lnTo>
                  <a:pt x="963970" y="666907"/>
                </a:lnTo>
                <a:lnTo>
                  <a:pt x="964139" y="667121"/>
                </a:lnTo>
                <a:lnTo>
                  <a:pt x="964309" y="667343"/>
                </a:lnTo>
                <a:lnTo>
                  <a:pt x="964486" y="667557"/>
                </a:lnTo>
                <a:lnTo>
                  <a:pt x="964655" y="667779"/>
                </a:lnTo>
                <a:lnTo>
                  <a:pt x="964833" y="667993"/>
                </a:lnTo>
                <a:lnTo>
                  <a:pt x="965002" y="668206"/>
                </a:lnTo>
                <a:lnTo>
                  <a:pt x="965171" y="668429"/>
                </a:lnTo>
                <a:lnTo>
                  <a:pt x="965349" y="668642"/>
                </a:lnTo>
                <a:lnTo>
                  <a:pt x="965518" y="668856"/>
                </a:lnTo>
                <a:lnTo>
                  <a:pt x="965687" y="669069"/>
                </a:lnTo>
                <a:lnTo>
                  <a:pt x="965865" y="669283"/>
                </a:lnTo>
                <a:lnTo>
                  <a:pt x="966034" y="669496"/>
                </a:lnTo>
                <a:lnTo>
                  <a:pt x="966203" y="669710"/>
                </a:lnTo>
                <a:lnTo>
                  <a:pt x="966381" y="669923"/>
                </a:lnTo>
                <a:lnTo>
                  <a:pt x="966550" y="670137"/>
                </a:lnTo>
                <a:lnTo>
                  <a:pt x="966728" y="670350"/>
                </a:lnTo>
                <a:lnTo>
                  <a:pt x="966897" y="670564"/>
                </a:lnTo>
                <a:lnTo>
                  <a:pt x="967066" y="670768"/>
                </a:lnTo>
                <a:lnTo>
                  <a:pt x="967244" y="670982"/>
                </a:lnTo>
                <a:lnTo>
                  <a:pt x="967413" y="671195"/>
                </a:lnTo>
                <a:lnTo>
                  <a:pt x="967582" y="671400"/>
                </a:lnTo>
                <a:lnTo>
                  <a:pt x="967760" y="671614"/>
                </a:lnTo>
                <a:lnTo>
                  <a:pt x="967929" y="671818"/>
                </a:lnTo>
                <a:lnTo>
                  <a:pt x="968107" y="672032"/>
                </a:lnTo>
                <a:lnTo>
                  <a:pt x="968276" y="672236"/>
                </a:lnTo>
                <a:lnTo>
                  <a:pt x="968445" y="672441"/>
                </a:lnTo>
                <a:lnTo>
                  <a:pt x="968623" y="672654"/>
                </a:lnTo>
                <a:lnTo>
                  <a:pt x="968792" y="672859"/>
                </a:lnTo>
                <a:lnTo>
                  <a:pt x="968961" y="673064"/>
                </a:lnTo>
                <a:lnTo>
                  <a:pt x="969139" y="673268"/>
                </a:lnTo>
                <a:lnTo>
                  <a:pt x="969308" y="673473"/>
                </a:lnTo>
                <a:lnTo>
                  <a:pt x="969486" y="673677"/>
                </a:lnTo>
                <a:lnTo>
                  <a:pt x="969655" y="673882"/>
                </a:lnTo>
                <a:lnTo>
                  <a:pt x="969824" y="674087"/>
                </a:lnTo>
                <a:lnTo>
                  <a:pt x="970002" y="674291"/>
                </a:lnTo>
                <a:lnTo>
                  <a:pt x="970171" y="674496"/>
                </a:lnTo>
                <a:lnTo>
                  <a:pt x="970340" y="674701"/>
                </a:lnTo>
                <a:lnTo>
                  <a:pt x="970518" y="674896"/>
                </a:lnTo>
                <a:lnTo>
                  <a:pt x="970687" y="675101"/>
                </a:lnTo>
                <a:lnTo>
                  <a:pt x="970856" y="675305"/>
                </a:lnTo>
                <a:lnTo>
                  <a:pt x="971034" y="675501"/>
                </a:lnTo>
                <a:lnTo>
                  <a:pt x="971203" y="675706"/>
                </a:lnTo>
                <a:lnTo>
                  <a:pt x="971381" y="675910"/>
                </a:lnTo>
                <a:lnTo>
                  <a:pt x="971550" y="676106"/>
                </a:lnTo>
                <a:lnTo>
                  <a:pt x="971719" y="676302"/>
                </a:lnTo>
                <a:lnTo>
                  <a:pt x="971897" y="676507"/>
                </a:lnTo>
                <a:lnTo>
                  <a:pt x="972066" y="676702"/>
                </a:lnTo>
                <a:lnTo>
                  <a:pt x="972235" y="676907"/>
                </a:lnTo>
                <a:lnTo>
                  <a:pt x="972413" y="677103"/>
                </a:lnTo>
                <a:lnTo>
                  <a:pt x="972582" y="677298"/>
                </a:lnTo>
                <a:lnTo>
                  <a:pt x="972760" y="677494"/>
                </a:lnTo>
                <a:lnTo>
                  <a:pt x="972929" y="677690"/>
                </a:lnTo>
                <a:lnTo>
                  <a:pt x="973098" y="677885"/>
                </a:lnTo>
                <a:lnTo>
                  <a:pt x="973276" y="678081"/>
                </a:lnTo>
                <a:lnTo>
                  <a:pt x="973445" y="678277"/>
                </a:lnTo>
                <a:lnTo>
                  <a:pt x="973614" y="678473"/>
                </a:lnTo>
                <a:lnTo>
                  <a:pt x="973792" y="678668"/>
                </a:lnTo>
                <a:lnTo>
                  <a:pt x="973961" y="678864"/>
                </a:lnTo>
                <a:lnTo>
                  <a:pt x="974130" y="679060"/>
                </a:lnTo>
                <a:lnTo>
                  <a:pt x="974308" y="679256"/>
                </a:lnTo>
                <a:lnTo>
                  <a:pt x="974477" y="679442"/>
                </a:lnTo>
                <a:lnTo>
                  <a:pt x="974655" y="679638"/>
                </a:lnTo>
                <a:lnTo>
                  <a:pt x="974824" y="679834"/>
                </a:lnTo>
                <a:lnTo>
                  <a:pt x="974993" y="680021"/>
                </a:lnTo>
                <a:lnTo>
                  <a:pt x="975171" y="680216"/>
                </a:lnTo>
                <a:lnTo>
                  <a:pt x="975340" y="680403"/>
                </a:lnTo>
                <a:lnTo>
                  <a:pt x="975509" y="680599"/>
                </a:lnTo>
                <a:lnTo>
                  <a:pt x="975687" y="680786"/>
                </a:lnTo>
                <a:lnTo>
                  <a:pt x="975856" y="680981"/>
                </a:lnTo>
                <a:lnTo>
                  <a:pt x="976034" y="681168"/>
                </a:lnTo>
                <a:lnTo>
                  <a:pt x="976203" y="681355"/>
                </a:lnTo>
                <a:lnTo>
                  <a:pt x="976372" y="681542"/>
                </a:lnTo>
                <a:lnTo>
                  <a:pt x="976550" y="681738"/>
                </a:lnTo>
                <a:lnTo>
                  <a:pt x="976719" y="681924"/>
                </a:lnTo>
                <a:lnTo>
                  <a:pt x="976888" y="682111"/>
                </a:lnTo>
                <a:lnTo>
                  <a:pt x="977066" y="682298"/>
                </a:lnTo>
                <a:lnTo>
                  <a:pt x="977235" y="682485"/>
                </a:lnTo>
                <a:lnTo>
                  <a:pt x="977413" y="682672"/>
                </a:lnTo>
                <a:lnTo>
                  <a:pt x="977582" y="682859"/>
                </a:lnTo>
                <a:lnTo>
                  <a:pt x="977751" y="683045"/>
                </a:lnTo>
                <a:lnTo>
                  <a:pt x="977929" y="683232"/>
                </a:lnTo>
                <a:lnTo>
                  <a:pt x="978098" y="683419"/>
                </a:lnTo>
                <a:lnTo>
                  <a:pt x="978267" y="683597"/>
                </a:lnTo>
                <a:lnTo>
                  <a:pt x="978445" y="683784"/>
                </a:lnTo>
                <a:lnTo>
                  <a:pt x="978614" y="683971"/>
                </a:lnTo>
                <a:lnTo>
                  <a:pt x="978783" y="684149"/>
                </a:lnTo>
                <a:lnTo>
                  <a:pt x="978961" y="684335"/>
                </a:lnTo>
                <a:lnTo>
                  <a:pt x="979130" y="684522"/>
                </a:lnTo>
                <a:lnTo>
                  <a:pt x="979308" y="684700"/>
                </a:lnTo>
                <a:lnTo>
                  <a:pt x="979477" y="684887"/>
                </a:lnTo>
                <a:lnTo>
                  <a:pt x="979646" y="685065"/>
                </a:lnTo>
                <a:lnTo>
                  <a:pt x="979824" y="685252"/>
                </a:lnTo>
                <a:lnTo>
                  <a:pt x="979993" y="685430"/>
                </a:lnTo>
                <a:lnTo>
                  <a:pt x="980162" y="685608"/>
                </a:lnTo>
                <a:lnTo>
                  <a:pt x="980340" y="685794"/>
                </a:lnTo>
                <a:lnTo>
                  <a:pt x="980509" y="685972"/>
                </a:lnTo>
                <a:lnTo>
                  <a:pt x="980687" y="686150"/>
                </a:lnTo>
                <a:lnTo>
                  <a:pt x="980856" y="686328"/>
                </a:lnTo>
                <a:lnTo>
                  <a:pt x="981025" y="686506"/>
                </a:lnTo>
                <a:lnTo>
                  <a:pt x="981203" y="686684"/>
                </a:lnTo>
                <a:lnTo>
                  <a:pt x="981372" y="686871"/>
                </a:lnTo>
                <a:lnTo>
                  <a:pt x="981541" y="687049"/>
                </a:lnTo>
                <a:lnTo>
                  <a:pt x="981719" y="687227"/>
                </a:lnTo>
                <a:lnTo>
                  <a:pt x="981888" y="687396"/>
                </a:lnTo>
                <a:lnTo>
                  <a:pt x="982057" y="687574"/>
                </a:lnTo>
                <a:lnTo>
                  <a:pt x="982235" y="687752"/>
                </a:lnTo>
                <a:lnTo>
                  <a:pt x="982404" y="687930"/>
                </a:lnTo>
                <a:lnTo>
                  <a:pt x="982582" y="688107"/>
                </a:lnTo>
                <a:lnTo>
                  <a:pt x="982751" y="688285"/>
                </a:lnTo>
                <a:lnTo>
                  <a:pt x="982920" y="688454"/>
                </a:lnTo>
                <a:lnTo>
                  <a:pt x="983098" y="688632"/>
                </a:lnTo>
                <a:lnTo>
                  <a:pt x="983267" y="688810"/>
                </a:lnTo>
                <a:lnTo>
                  <a:pt x="983436" y="688979"/>
                </a:lnTo>
                <a:lnTo>
                  <a:pt x="983614" y="689157"/>
                </a:lnTo>
                <a:lnTo>
                  <a:pt x="983783" y="689326"/>
                </a:lnTo>
                <a:lnTo>
                  <a:pt x="983961" y="689504"/>
                </a:lnTo>
                <a:lnTo>
                  <a:pt x="984130" y="689673"/>
                </a:lnTo>
                <a:lnTo>
                  <a:pt x="984299" y="689851"/>
                </a:lnTo>
                <a:lnTo>
                  <a:pt x="984477" y="690020"/>
                </a:lnTo>
                <a:lnTo>
                  <a:pt x="984646" y="690189"/>
                </a:lnTo>
                <a:lnTo>
                  <a:pt x="984815" y="690367"/>
                </a:lnTo>
                <a:lnTo>
                  <a:pt x="984993" y="690536"/>
                </a:lnTo>
                <a:lnTo>
                  <a:pt x="985162" y="690705"/>
                </a:lnTo>
                <a:lnTo>
                  <a:pt x="985340" y="690874"/>
                </a:lnTo>
                <a:lnTo>
                  <a:pt x="985509" y="691043"/>
                </a:lnTo>
                <a:lnTo>
                  <a:pt x="985678" y="691221"/>
                </a:lnTo>
                <a:lnTo>
                  <a:pt x="985856" y="691390"/>
                </a:lnTo>
                <a:lnTo>
                  <a:pt x="986025" y="691559"/>
                </a:lnTo>
                <a:lnTo>
                  <a:pt x="986194" y="691728"/>
                </a:lnTo>
                <a:lnTo>
                  <a:pt x="986372" y="691897"/>
                </a:lnTo>
                <a:lnTo>
                  <a:pt x="986541" y="692066"/>
                </a:lnTo>
                <a:lnTo>
                  <a:pt x="986710" y="692227"/>
                </a:lnTo>
                <a:lnTo>
                  <a:pt x="986888" y="692396"/>
                </a:lnTo>
                <a:lnTo>
                  <a:pt x="987057" y="692565"/>
                </a:lnTo>
                <a:lnTo>
                  <a:pt x="987235" y="692734"/>
                </a:lnTo>
                <a:lnTo>
                  <a:pt x="987404" y="692903"/>
                </a:lnTo>
                <a:lnTo>
                  <a:pt x="987573" y="693063"/>
                </a:lnTo>
                <a:lnTo>
                  <a:pt x="987751" y="693232"/>
                </a:lnTo>
                <a:lnTo>
                  <a:pt x="987920" y="693401"/>
                </a:lnTo>
                <a:lnTo>
                  <a:pt x="988089" y="693561"/>
                </a:lnTo>
                <a:lnTo>
                  <a:pt x="988267" y="693730"/>
                </a:lnTo>
                <a:lnTo>
                  <a:pt x="988436" y="693890"/>
                </a:lnTo>
                <a:lnTo>
                  <a:pt x="988614" y="694059"/>
                </a:lnTo>
                <a:lnTo>
                  <a:pt x="988783" y="694219"/>
                </a:lnTo>
                <a:lnTo>
                  <a:pt x="988952" y="694388"/>
                </a:lnTo>
                <a:lnTo>
                  <a:pt x="989130" y="694548"/>
                </a:lnTo>
                <a:lnTo>
                  <a:pt x="989299" y="694718"/>
                </a:lnTo>
                <a:lnTo>
                  <a:pt x="989468" y="694878"/>
                </a:lnTo>
                <a:lnTo>
                  <a:pt x="989646" y="695038"/>
                </a:lnTo>
                <a:lnTo>
                  <a:pt x="989815" y="695198"/>
                </a:lnTo>
                <a:lnTo>
                  <a:pt x="989984" y="695367"/>
                </a:lnTo>
                <a:lnTo>
                  <a:pt x="990162" y="695527"/>
                </a:lnTo>
                <a:lnTo>
                  <a:pt x="990331" y="695687"/>
                </a:lnTo>
                <a:lnTo>
                  <a:pt x="990509" y="695847"/>
                </a:lnTo>
                <a:lnTo>
                  <a:pt x="990678" y="696008"/>
                </a:lnTo>
                <a:lnTo>
                  <a:pt x="990847" y="696168"/>
                </a:lnTo>
                <a:lnTo>
                  <a:pt x="991024" y="696328"/>
                </a:lnTo>
                <a:lnTo>
                  <a:pt x="991194" y="696488"/>
                </a:lnTo>
                <a:lnTo>
                  <a:pt x="991363" y="696648"/>
                </a:lnTo>
                <a:lnTo>
                  <a:pt x="991541" y="696808"/>
                </a:lnTo>
                <a:lnTo>
                  <a:pt x="991710" y="696968"/>
                </a:lnTo>
                <a:lnTo>
                  <a:pt x="991888" y="697128"/>
                </a:lnTo>
                <a:lnTo>
                  <a:pt x="992057" y="697289"/>
                </a:lnTo>
                <a:lnTo>
                  <a:pt x="992226" y="697440"/>
                </a:lnTo>
                <a:lnTo>
                  <a:pt x="992403" y="697600"/>
                </a:lnTo>
                <a:lnTo>
                  <a:pt x="992572" y="697760"/>
                </a:lnTo>
                <a:lnTo>
                  <a:pt x="992742" y="697920"/>
                </a:lnTo>
                <a:lnTo>
                  <a:pt x="992919" y="698072"/>
                </a:lnTo>
                <a:lnTo>
                  <a:pt x="993089" y="698232"/>
                </a:lnTo>
                <a:lnTo>
                  <a:pt x="993266" y="698383"/>
                </a:lnTo>
                <a:lnTo>
                  <a:pt x="993435" y="698543"/>
                </a:lnTo>
                <a:lnTo>
                  <a:pt x="993604" y="698694"/>
                </a:lnTo>
                <a:lnTo>
                  <a:pt x="993782" y="698854"/>
                </a:lnTo>
                <a:lnTo>
                  <a:pt x="993951" y="699006"/>
                </a:lnTo>
                <a:lnTo>
                  <a:pt x="994121" y="699166"/>
                </a:lnTo>
                <a:lnTo>
                  <a:pt x="994298" y="699317"/>
                </a:lnTo>
                <a:lnTo>
                  <a:pt x="994467" y="699477"/>
                </a:lnTo>
                <a:lnTo>
                  <a:pt x="994636" y="699628"/>
                </a:lnTo>
                <a:lnTo>
                  <a:pt x="994814" y="699780"/>
                </a:lnTo>
                <a:lnTo>
                  <a:pt x="994983" y="699931"/>
                </a:lnTo>
                <a:lnTo>
                  <a:pt x="995161" y="700091"/>
                </a:lnTo>
                <a:lnTo>
                  <a:pt x="995330" y="700242"/>
                </a:lnTo>
                <a:lnTo>
                  <a:pt x="995499" y="700394"/>
                </a:lnTo>
                <a:lnTo>
                  <a:pt x="995677" y="700545"/>
                </a:lnTo>
                <a:lnTo>
                  <a:pt x="995846" y="700696"/>
                </a:lnTo>
                <a:lnTo>
                  <a:pt x="996015" y="700847"/>
                </a:lnTo>
                <a:lnTo>
                  <a:pt x="996193" y="700998"/>
                </a:lnTo>
                <a:lnTo>
                  <a:pt x="996362" y="701150"/>
                </a:lnTo>
                <a:lnTo>
                  <a:pt x="996540" y="701301"/>
                </a:lnTo>
                <a:lnTo>
                  <a:pt x="996709" y="701452"/>
                </a:lnTo>
                <a:lnTo>
                  <a:pt x="996878" y="701603"/>
                </a:lnTo>
                <a:lnTo>
                  <a:pt x="997056" y="701755"/>
                </a:lnTo>
                <a:lnTo>
                  <a:pt x="997225" y="701906"/>
                </a:lnTo>
                <a:lnTo>
                  <a:pt x="997394" y="702057"/>
                </a:lnTo>
                <a:lnTo>
                  <a:pt x="997572" y="702208"/>
                </a:lnTo>
                <a:lnTo>
                  <a:pt x="997741" y="702351"/>
                </a:lnTo>
                <a:lnTo>
                  <a:pt x="997919" y="702502"/>
                </a:lnTo>
                <a:lnTo>
                  <a:pt x="998088" y="702653"/>
                </a:lnTo>
                <a:lnTo>
                  <a:pt x="998257" y="702796"/>
                </a:lnTo>
                <a:lnTo>
                  <a:pt x="998435" y="702947"/>
                </a:lnTo>
                <a:lnTo>
                  <a:pt x="998604" y="703098"/>
                </a:lnTo>
                <a:lnTo>
                  <a:pt x="998773" y="703240"/>
                </a:lnTo>
                <a:lnTo>
                  <a:pt x="998951" y="703392"/>
                </a:lnTo>
                <a:lnTo>
                  <a:pt x="999120" y="703534"/>
                </a:lnTo>
                <a:lnTo>
                  <a:pt x="999289" y="703685"/>
                </a:lnTo>
                <a:lnTo>
                  <a:pt x="999467" y="703828"/>
                </a:lnTo>
                <a:lnTo>
                  <a:pt x="999636" y="703979"/>
                </a:lnTo>
                <a:lnTo>
                  <a:pt x="999814" y="704121"/>
                </a:lnTo>
                <a:lnTo>
                  <a:pt x="999983" y="704263"/>
                </a:lnTo>
                <a:lnTo>
                  <a:pt x="1000152" y="704415"/>
                </a:lnTo>
                <a:lnTo>
                  <a:pt x="1000330" y="704557"/>
                </a:lnTo>
                <a:lnTo>
                  <a:pt x="1000499" y="704699"/>
                </a:lnTo>
                <a:lnTo>
                  <a:pt x="1000668" y="704842"/>
                </a:lnTo>
                <a:lnTo>
                  <a:pt x="1000846" y="704993"/>
                </a:lnTo>
                <a:lnTo>
                  <a:pt x="1001015" y="705135"/>
                </a:lnTo>
                <a:lnTo>
                  <a:pt x="1001193" y="705278"/>
                </a:lnTo>
                <a:lnTo>
                  <a:pt x="1001362" y="705420"/>
                </a:lnTo>
                <a:lnTo>
                  <a:pt x="1001531" y="705562"/>
                </a:lnTo>
                <a:lnTo>
                  <a:pt x="1001709" y="705705"/>
                </a:lnTo>
                <a:lnTo>
                  <a:pt x="1001878" y="705847"/>
                </a:lnTo>
                <a:lnTo>
                  <a:pt x="1002047" y="705989"/>
                </a:lnTo>
                <a:lnTo>
                  <a:pt x="1002225" y="706132"/>
                </a:lnTo>
                <a:lnTo>
                  <a:pt x="1002394" y="706274"/>
                </a:lnTo>
                <a:lnTo>
                  <a:pt x="1002563" y="706416"/>
                </a:lnTo>
                <a:lnTo>
                  <a:pt x="1002741" y="706559"/>
                </a:lnTo>
                <a:lnTo>
                  <a:pt x="1002910" y="706701"/>
                </a:lnTo>
                <a:lnTo>
                  <a:pt x="1003088" y="706843"/>
                </a:lnTo>
                <a:lnTo>
                  <a:pt x="1003257" y="706986"/>
                </a:lnTo>
                <a:lnTo>
                  <a:pt x="1003426" y="707119"/>
                </a:lnTo>
                <a:lnTo>
                  <a:pt x="1003604" y="707262"/>
                </a:lnTo>
                <a:lnTo>
                  <a:pt x="1003773" y="707404"/>
                </a:lnTo>
                <a:lnTo>
                  <a:pt x="1003942" y="707546"/>
                </a:lnTo>
                <a:lnTo>
                  <a:pt x="1004120" y="707680"/>
                </a:lnTo>
                <a:lnTo>
                  <a:pt x="1004289" y="707822"/>
                </a:lnTo>
                <a:lnTo>
                  <a:pt x="1004467" y="707956"/>
                </a:lnTo>
                <a:lnTo>
                  <a:pt x="1004636" y="708098"/>
                </a:lnTo>
                <a:lnTo>
                  <a:pt x="1004805" y="708240"/>
                </a:lnTo>
                <a:lnTo>
                  <a:pt x="1004983" y="708374"/>
                </a:lnTo>
                <a:lnTo>
                  <a:pt x="1005152" y="708516"/>
                </a:lnTo>
                <a:lnTo>
                  <a:pt x="1005321" y="708649"/>
                </a:lnTo>
                <a:lnTo>
                  <a:pt x="1005499" y="708792"/>
                </a:lnTo>
                <a:lnTo>
                  <a:pt x="1005668" y="708925"/>
                </a:lnTo>
                <a:lnTo>
                  <a:pt x="1005846" y="709059"/>
                </a:lnTo>
                <a:lnTo>
                  <a:pt x="1006015" y="709201"/>
                </a:lnTo>
                <a:lnTo>
                  <a:pt x="1006184" y="709334"/>
                </a:lnTo>
                <a:lnTo>
                  <a:pt x="1006362" y="709468"/>
                </a:lnTo>
                <a:lnTo>
                  <a:pt x="1006531" y="709610"/>
                </a:lnTo>
                <a:lnTo>
                  <a:pt x="1006700" y="709744"/>
                </a:lnTo>
                <a:lnTo>
                  <a:pt x="1006878" y="709877"/>
                </a:lnTo>
                <a:lnTo>
                  <a:pt x="1007047" y="710011"/>
                </a:lnTo>
                <a:lnTo>
                  <a:pt x="1007216" y="710153"/>
                </a:lnTo>
                <a:lnTo>
                  <a:pt x="1007394" y="710286"/>
                </a:lnTo>
                <a:lnTo>
                  <a:pt x="1007563" y="710420"/>
                </a:lnTo>
                <a:lnTo>
                  <a:pt x="1007741" y="710553"/>
                </a:lnTo>
                <a:lnTo>
                  <a:pt x="1007910" y="710687"/>
                </a:lnTo>
                <a:lnTo>
                  <a:pt x="1008079" y="710820"/>
                </a:lnTo>
                <a:lnTo>
                  <a:pt x="1008257" y="710954"/>
                </a:lnTo>
                <a:lnTo>
                  <a:pt x="1008426" y="711087"/>
                </a:lnTo>
                <a:lnTo>
                  <a:pt x="1008595" y="711221"/>
                </a:lnTo>
                <a:lnTo>
                  <a:pt x="1008773" y="711354"/>
                </a:lnTo>
                <a:lnTo>
                  <a:pt x="1008942" y="711487"/>
                </a:lnTo>
                <a:lnTo>
                  <a:pt x="1009120" y="711621"/>
                </a:lnTo>
                <a:lnTo>
                  <a:pt x="1009289" y="711754"/>
                </a:lnTo>
                <a:lnTo>
                  <a:pt x="1009458" y="711879"/>
                </a:lnTo>
                <a:lnTo>
                  <a:pt x="1009636" y="712012"/>
                </a:lnTo>
                <a:lnTo>
                  <a:pt x="1009805" y="712146"/>
                </a:lnTo>
                <a:lnTo>
                  <a:pt x="1009974" y="712279"/>
                </a:lnTo>
                <a:lnTo>
                  <a:pt x="1010152" y="712404"/>
                </a:lnTo>
                <a:lnTo>
                  <a:pt x="1010321" y="712537"/>
                </a:lnTo>
                <a:lnTo>
                  <a:pt x="1010490" y="712671"/>
                </a:lnTo>
                <a:lnTo>
                  <a:pt x="1010668" y="712795"/>
                </a:lnTo>
                <a:lnTo>
                  <a:pt x="1010837" y="712929"/>
                </a:lnTo>
                <a:lnTo>
                  <a:pt x="1011015" y="713062"/>
                </a:lnTo>
                <a:lnTo>
                  <a:pt x="1011184" y="713187"/>
                </a:lnTo>
                <a:lnTo>
                  <a:pt x="1011353" y="713320"/>
                </a:lnTo>
                <a:lnTo>
                  <a:pt x="1011531" y="713445"/>
                </a:lnTo>
                <a:lnTo>
                  <a:pt x="1011700" y="713578"/>
                </a:lnTo>
                <a:lnTo>
                  <a:pt x="1011869" y="713703"/>
                </a:lnTo>
                <a:lnTo>
                  <a:pt x="1012047" y="713836"/>
                </a:lnTo>
                <a:lnTo>
                  <a:pt x="1012216" y="713961"/>
                </a:lnTo>
                <a:lnTo>
                  <a:pt x="1012394" y="714085"/>
                </a:lnTo>
                <a:lnTo>
                  <a:pt x="1012563" y="714219"/>
                </a:lnTo>
                <a:lnTo>
                  <a:pt x="1012732" y="714343"/>
                </a:lnTo>
                <a:lnTo>
                  <a:pt x="1012910" y="714477"/>
                </a:lnTo>
                <a:lnTo>
                  <a:pt x="1013079" y="714601"/>
                </a:lnTo>
                <a:lnTo>
                  <a:pt x="1013248" y="714726"/>
                </a:lnTo>
                <a:lnTo>
                  <a:pt x="1013426" y="714850"/>
                </a:lnTo>
                <a:lnTo>
                  <a:pt x="1013595" y="714984"/>
                </a:lnTo>
                <a:lnTo>
                  <a:pt x="1013773" y="715108"/>
                </a:lnTo>
                <a:lnTo>
                  <a:pt x="1013942" y="715233"/>
                </a:lnTo>
                <a:lnTo>
                  <a:pt x="1014111" y="715357"/>
                </a:lnTo>
                <a:lnTo>
                  <a:pt x="1014289" y="715482"/>
                </a:lnTo>
                <a:lnTo>
                  <a:pt x="1014458" y="715606"/>
                </a:lnTo>
                <a:lnTo>
                  <a:pt x="1014627" y="715731"/>
                </a:lnTo>
                <a:lnTo>
                  <a:pt x="1014805" y="715856"/>
                </a:lnTo>
                <a:lnTo>
                  <a:pt x="1014974" y="715980"/>
                </a:lnTo>
                <a:lnTo>
                  <a:pt x="1015143" y="716105"/>
                </a:lnTo>
                <a:lnTo>
                  <a:pt x="1015321" y="716229"/>
                </a:lnTo>
                <a:lnTo>
                  <a:pt x="1015490" y="716354"/>
                </a:lnTo>
                <a:lnTo>
                  <a:pt x="1015668" y="716478"/>
                </a:lnTo>
                <a:lnTo>
                  <a:pt x="1015837" y="716603"/>
                </a:lnTo>
                <a:lnTo>
                  <a:pt x="1016006" y="716727"/>
                </a:lnTo>
                <a:lnTo>
                  <a:pt x="1016184" y="716852"/>
                </a:lnTo>
                <a:lnTo>
                  <a:pt x="1016353" y="716977"/>
                </a:lnTo>
                <a:lnTo>
                  <a:pt x="1016522" y="717101"/>
                </a:lnTo>
                <a:lnTo>
                  <a:pt x="1016700" y="717217"/>
                </a:lnTo>
                <a:lnTo>
                  <a:pt x="1016869" y="717341"/>
                </a:lnTo>
                <a:lnTo>
                  <a:pt x="1017047" y="717466"/>
                </a:lnTo>
                <a:lnTo>
                  <a:pt x="1017216" y="717590"/>
                </a:lnTo>
                <a:lnTo>
                  <a:pt x="1017385" y="717706"/>
                </a:lnTo>
                <a:lnTo>
                  <a:pt x="1017563" y="717831"/>
                </a:lnTo>
                <a:lnTo>
                  <a:pt x="1017732" y="717955"/>
                </a:lnTo>
                <a:lnTo>
                  <a:pt x="1017901" y="718071"/>
                </a:lnTo>
                <a:lnTo>
                  <a:pt x="1018079" y="718195"/>
                </a:lnTo>
                <a:lnTo>
                  <a:pt x="1018248" y="718311"/>
                </a:lnTo>
                <a:lnTo>
                  <a:pt x="1018426" y="718436"/>
                </a:lnTo>
                <a:lnTo>
                  <a:pt x="1018595" y="718551"/>
                </a:lnTo>
                <a:lnTo>
                  <a:pt x="1018764" y="718676"/>
                </a:lnTo>
                <a:lnTo>
                  <a:pt x="1018942" y="718791"/>
                </a:lnTo>
                <a:lnTo>
                  <a:pt x="1019111" y="718916"/>
                </a:lnTo>
                <a:lnTo>
                  <a:pt x="1019280" y="719032"/>
                </a:lnTo>
                <a:lnTo>
                  <a:pt x="1019458" y="719156"/>
                </a:lnTo>
                <a:lnTo>
                  <a:pt x="1019627" y="719272"/>
                </a:lnTo>
                <a:lnTo>
                  <a:pt x="1019796" y="719396"/>
                </a:lnTo>
                <a:lnTo>
                  <a:pt x="1019974" y="719512"/>
                </a:lnTo>
                <a:lnTo>
                  <a:pt x="1020143" y="719628"/>
                </a:lnTo>
                <a:lnTo>
                  <a:pt x="1020321" y="719752"/>
                </a:lnTo>
                <a:lnTo>
                  <a:pt x="1020490" y="719868"/>
                </a:lnTo>
                <a:lnTo>
                  <a:pt x="1020659" y="719984"/>
                </a:lnTo>
                <a:lnTo>
                  <a:pt x="1020837" y="720099"/>
                </a:lnTo>
                <a:lnTo>
                  <a:pt x="1021006" y="720215"/>
                </a:lnTo>
                <a:lnTo>
                  <a:pt x="1021175" y="720339"/>
                </a:lnTo>
                <a:lnTo>
                  <a:pt x="1021353" y="720455"/>
                </a:lnTo>
                <a:lnTo>
                  <a:pt x="1021522" y="720571"/>
                </a:lnTo>
                <a:lnTo>
                  <a:pt x="1021700" y="720686"/>
                </a:lnTo>
                <a:lnTo>
                  <a:pt x="1021869" y="720802"/>
                </a:lnTo>
                <a:lnTo>
                  <a:pt x="1022037" y="720918"/>
                </a:lnTo>
                <a:lnTo>
                  <a:pt x="1022215" y="721033"/>
                </a:lnTo>
                <a:lnTo>
                  <a:pt x="1022384" y="721149"/>
                </a:lnTo>
                <a:lnTo>
                  <a:pt x="1022554" y="721265"/>
                </a:lnTo>
                <a:lnTo>
                  <a:pt x="1022731" y="721380"/>
                </a:lnTo>
                <a:lnTo>
                  <a:pt x="1022901" y="721496"/>
                </a:lnTo>
                <a:lnTo>
                  <a:pt x="1023070" y="721612"/>
                </a:lnTo>
                <a:lnTo>
                  <a:pt x="1023248" y="721727"/>
                </a:lnTo>
                <a:lnTo>
                  <a:pt x="1023416" y="721843"/>
                </a:lnTo>
                <a:lnTo>
                  <a:pt x="1023594" y="721959"/>
                </a:lnTo>
                <a:lnTo>
                  <a:pt x="1023763" y="722074"/>
                </a:lnTo>
                <a:lnTo>
                  <a:pt x="1023932" y="722190"/>
                </a:lnTo>
                <a:lnTo>
                  <a:pt x="1024110" y="722305"/>
                </a:lnTo>
                <a:lnTo>
                  <a:pt x="1024279" y="722412"/>
                </a:lnTo>
                <a:lnTo>
                  <a:pt x="1024449" y="722528"/>
                </a:lnTo>
                <a:lnTo>
                  <a:pt x="1024626" y="722644"/>
                </a:lnTo>
                <a:lnTo>
                  <a:pt x="1024795" y="722759"/>
                </a:lnTo>
                <a:lnTo>
                  <a:pt x="1024973" y="722866"/>
                </a:lnTo>
                <a:lnTo>
                  <a:pt x="1025142" y="722982"/>
                </a:lnTo>
                <a:lnTo>
                  <a:pt x="1025311" y="723097"/>
                </a:lnTo>
                <a:lnTo>
                  <a:pt x="1025489" y="723204"/>
                </a:lnTo>
                <a:lnTo>
                  <a:pt x="1025658" y="723320"/>
                </a:lnTo>
                <a:lnTo>
                  <a:pt x="1025827" y="723435"/>
                </a:lnTo>
                <a:lnTo>
                  <a:pt x="1026005" y="723542"/>
                </a:lnTo>
                <a:lnTo>
                  <a:pt x="1026174" y="723658"/>
                </a:lnTo>
                <a:lnTo>
                  <a:pt x="1026352" y="723765"/>
                </a:lnTo>
                <a:lnTo>
                  <a:pt x="1026521" y="723880"/>
                </a:lnTo>
                <a:lnTo>
                  <a:pt x="1026690" y="723987"/>
                </a:lnTo>
                <a:lnTo>
                  <a:pt x="1026868" y="724103"/>
                </a:lnTo>
                <a:lnTo>
                  <a:pt x="1027037" y="724209"/>
                </a:lnTo>
                <a:lnTo>
                  <a:pt x="1027206" y="724325"/>
                </a:lnTo>
                <a:lnTo>
                  <a:pt x="1027384" y="724432"/>
                </a:lnTo>
                <a:lnTo>
                  <a:pt x="1027553" y="724547"/>
                </a:lnTo>
                <a:lnTo>
                  <a:pt x="1027722" y="724654"/>
                </a:lnTo>
                <a:lnTo>
                  <a:pt x="1027900" y="724761"/>
                </a:lnTo>
                <a:lnTo>
                  <a:pt x="1028069" y="724877"/>
                </a:lnTo>
                <a:lnTo>
                  <a:pt x="1028247" y="724983"/>
                </a:lnTo>
                <a:lnTo>
                  <a:pt x="1028416" y="725090"/>
                </a:lnTo>
                <a:lnTo>
                  <a:pt x="1028585" y="725206"/>
                </a:lnTo>
                <a:lnTo>
                  <a:pt x="1028763" y="725312"/>
                </a:lnTo>
                <a:lnTo>
                  <a:pt x="1028932" y="725419"/>
                </a:lnTo>
                <a:lnTo>
                  <a:pt x="1029101" y="725526"/>
                </a:lnTo>
                <a:lnTo>
                  <a:pt x="1029279" y="725633"/>
                </a:lnTo>
                <a:lnTo>
                  <a:pt x="1029448" y="725748"/>
                </a:lnTo>
                <a:lnTo>
                  <a:pt x="1029626" y="725855"/>
                </a:lnTo>
                <a:lnTo>
                  <a:pt x="1029795" y="725962"/>
                </a:lnTo>
                <a:lnTo>
                  <a:pt x="1029964" y="726069"/>
                </a:lnTo>
                <a:lnTo>
                  <a:pt x="1030142" y="726175"/>
                </a:lnTo>
                <a:lnTo>
                  <a:pt x="1030311" y="726282"/>
                </a:lnTo>
                <a:lnTo>
                  <a:pt x="1030480" y="726389"/>
                </a:lnTo>
                <a:lnTo>
                  <a:pt x="1030658" y="726496"/>
                </a:lnTo>
                <a:lnTo>
                  <a:pt x="1030827" y="726602"/>
                </a:lnTo>
                <a:lnTo>
                  <a:pt x="1030996" y="726709"/>
                </a:lnTo>
                <a:lnTo>
                  <a:pt x="1031174" y="726816"/>
                </a:lnTo>
                <a:lnTo>
                  <a:pt x="1031343" y="726923"/>
                </a:lnTo>
                <a:lnTo>
                  <a:pt x="1031521" y="727029"/>
                </a:lnTo>
                <a:lnTo>
                  <a:pt x="1031690" y="727136"/>
                </a:lnTo>
                <a:lnTo>
                  <a:pt x="1031859" y="727243"/>
                </a:lnTo>
                <a:lnTo>
                  <a:pt x="1032037" y="727350"/>
                </a:lnTo>
                <a:lnTo>
                  <a:pt x="1032206" y="727457"/>
                </a:lnTo>
                <a:lnTo>
                  <a:pt x="1032375" y="727563"/>
                </a:lnTo>
                <a:lnTo>
                  <a:pt x="1032553" y="727661"/>
                </a:lnTo>
                <a:lnTo>
                  <a:pt x="1032722" y="727768"/>
                </a:lnTo>
                <a:lnTo>
                  <a:pt x="1032900" y="727875"/>
                </a:lnTo>
                <a:lnTo>
                  <a:pt x="1033069" y="727981"/>
                </a:lnTo>
                <a:lnTo>
                  <a:pt x="1033238" y="728088"/>
                </a:lnTo>
                <a:lnTo>
                  <a:pt x="1033416" y="728186"/>
                </a:lnTo>
                <a:lnTo>
                  <a:pt x="1033585" y="728293"/>
                </a:lnTo>
                <a:lnTo>
                  <a:pt x="1033754" y="728400"/>
                </a:lnTo>
                <a:lnTo>
                  <a:pt x="1033932" y="728497"/>
                </a:lnTo>
                <a:lnTo>
                  <a:pt x="1034101" y="728604"/>
                </a:lnTo>
                <a:lnTo>
                  <a:pt x="1034279" y="728711"/>
                </a:lnTo>
                <a:lnTo>
                  <a:pt x="1034448" y="728809"/>
                </a:lnTo>
                <a:lnTo>
                  <a:pt x="1034617" y="728915"/>
                </a:lnTo>
                <a:lnTo>
                  <a:pt x="1034795" y="729013"/>
                </a:lnTo>
                <a:lnTo>
                  <a:pt x="1034964" y="729120"/>
                </a:lnTo>
                <a:lnTo>
                  <a:pt x="1035133" y="729227"/>
                </a:lnTo>
                <a:lnTo>
                  <a:pt x="1035311" y="729325"/>
                </a:lnTo>
                <a:lnTo>
                  <a:pt x="1035480" y="729432"/>
                </a:lnTo>
                <a:lnTo>
                  <a:pt x="1035649" y="729529"/>
                </a:lnTo>
                <a:lnTo>
                  <a:pt x="1035827" y="729636"/>
                </a:lnTo>
                <a:lnTo>
                  <a:pt x="1035996" y="729734"/>
                </a:lnTo>
                <a:lnTo>
                  <a:pt x="1036174" y="729832"/>
                </a:lnTo>
                <a:lnTo>
                  <a:pt x="1036343" y="729939"/>
                </a:lnTo>
                <a:lnTo>
                  <a:pt x="1036512" y="730036"/>
                </a:lnTo>
                <a:lnTo>
                  <a:pt x="1036690" y="730143"/>
                </a:lnTo>
                <a:lnTo>
                  <a:pt x="1036859" y="730241"/>
                </a:lnTo>
                <a:lnTo>
                  <a:pt x="1037028" y="730339"/>
                </a:lnTo>
                <a:lnTo>
                  <a:pt x="1037206" y="730446"/>
                </a:lnTo>
                <a:lnTo>
                  <a:pt x="1037375" y="730544"/>
                </a:lnTo>
                <a:lnTo>
                  <a:pt x="1037553" y="730641"/>
                </a:lnTo>
                <a:lnTo>
                  <a:pt x="1037722" y="730748"/>
                </a:lnTo>
                <a:lnTo>
                  <a:pt x="1037891" y="730846"/>
                </a:lnTo>
                <a:lnTo>
                  <a:pt x="1038069" y="730944"/>
                </a:lnTo>
                <a:lnTo>
                  <a:pt x="1038238" y="731042"/>
                </a:lnTo>
                <a:lnTo>
                  <a:pt x="1038407" y="731140"/>
                </a:lnTo>
                <a:lnTo>
                  <a:pt x="1038585" y="731246"/>
                </a:lnTo>
                <a:lnTo>
                  <a:pt x="1038754" y="731344"/>
                </a:lnTo>
                <a:lnTo>
                  <a:pt x="1038923" y="731442"/>
                </a:lnTo>
                <a:lnTo>
                  <a:pt x="1039101" y="731540"/>
                </a:lnTo>
                <a:lnTo>
                  <a:pt x="1039270" y="731638"/>
                </a:lnTo>
                <a:lnTo>
                  <a:pt x="1039448" y="731736"/>
                </a:lnTo>
                <a:lnTo>
                  <a:pt x="1039617" y="731834"/>
                </a:lnTo>
                <a:lnTo>
                  <a:pt x="1039786" y="731931"/>
                </a:lnTo>
                <a:lnTo>
                  <a:pt x="1039964" y="732029"/>
                </a:lnTo>
                <a:lnTo>
                  <a:pt x="1040133" y="732127"/>
                </a:lnTo>
                <a:lnTo>
                  <a:pt x="1040302" y="732225"/>
                </a:lnTo>
                <a:lnTo>
                  <a:pt x="1040480" y="732323"/>
                </a:lnTo>
                <a:lnTo>
                  <a:pt x="1040649" y="732421"/>
                </a:lnTo>
                <a:lnTo>
                  <a:pt x="1040827" y="732519"/>
                </a:lnTo>
                <a:lnTo>
                  <a:pt x="1040996" y="732616"/>
                </a:lnTo>
                <a:lnTo>
                  <a:pt x="1041165" y="732714"/>
                </a:lnTo>
                <a:lnTo>
                  <a:pt x="1041343" y="732812"/>
                </a:lnTo>
                <a:lnTo>
                  <a:pt x="1041512" y="732910"/>
                </a:lnTo>
                <a:lnTo>
                  <a:pt x="1041681" y="733008"/>
                </a:lnTo>
                <a:lnTo>
                  <a:pt x="1041859" y="733106"/>
                </a:lnTo>
                <a:lnTo>
                  <a:pt x="1042028" y="733204"/>
                </a:lnTo>
                <a:lnTo>
                  <a:pt x="1042206" y="733293"/>
                </a:lnTo>
                <a:lnTo>
                  <a:pt x="1042375" y="733390"/>
                </a:lnTo>
                <a:lnTo>
                  <a:pt x="1042544" y="733488"/>
                </a:lnTo>
                <a:lnTo>
                  <a:pt x="1042722" y="733586"/>
                </a:lnTo>
                <a:lnTo>
                  <a:pt x="1042891" y="733675"/>
                </a:lnTo>
                <a:lnTo>
                  <a:pt x="1043060" y="733773"/>
                </a:lnTo>
                <a:lnTo>
                  <a:pt x="1043238" y="733871"/>
                </a:lnTo>
                <a:lnTo>
                  <a:pt x="1043407" y="733969"/>
                </a:lnTo>
                <a:lnTo>
                  <a:pt x="1043576" y="734058"/>
                </a:lnTo>
                <a:lnTo>
                  <a:pt x="1043754" y="734156"/>
                </a:lnTo>
                <a:lnTo>
                  <a:pt x="1043923" y="734253"/>
                </a:lnTo>
                <a:lnTo>
                  <a:pt x="1044101" y="734342"/>
                </a:lnTo>
                <a:lnTo>
                  <a:pt x="1044270" y="734440"/>
                </a:lnTo>
                <a:lnTo>
                  <a:pt x="1044439" y="734529"/>
                </a:lnTo>
                <a:lnTo>
                  <a:pt x="1044617" y="734627"/>
                </a:lnTo>
                <a:lnTo>
                  <a:pt x="1044786" y="734725"/>
                </a:lnTo>
                <a:lnTo>
                  <a:pt x="1044955" y="734814"/>
                </a:lnTo>
                <a:lnTo>
                  <a:pt x="1045133" y="734912"/>
                </a:lnTo>
                <a:lnTo>
                  <a:pt x="1045302" y="735001"/>
                </a:lnTo>
                <a:lnTo>
                  <a:pt x="1045480" y="735099"/>
                </a:lnTo>
                <a:lnTo>
                  <a:pt x="1045649" y="735188"/>
                </a:lnTo>
                <a:lnTo>
                  <a:pt x="1045818" y="735285"/>
                </a:lnTo>
                <a:lnTo>
                  <a:pt x="1045996" y="735374"/>
                </a:lnTo>
                <a:lnTo>
                  <a:pt x="1046165" y="735472"/>
                </a:lnTo>
                <a:lnTo>
                  <a:pt x="1046334" y="735561"/>
                </a:lnTo>
                <a:lnTo>
                  <a:pt x="1046512" y="735650"/>
                </a:lnTo>
                <a:lnTo>
                  <a:pt x="1046681" y="735748"/>
                </a:lnTo>
                <a:lnTo>
                  <a:pt x="1046859" y="735837"/>
                </a:lnTo>
                <a:lnTo>
                  <a:pt x="1047028" y="735926"/>
                </a:lnTo>
                <a:lnTo>
                  <a:pt x="1047197" y="736024"/>
                </a:lnTo>
                <a:lnTo>
                  <a:pt x="1047375" y="736113"/>
                </a:lnTo>
                <a:lnTo>
                  <a:pt x="1047544" y="736202"/>
                </a:lnTo>
                <a:lnTo>
                  <a:pt x="1047713" y="736300"/>
                </a:lnTo>
                <a:lnTo>
                  <a:pt x="1047891" y="736389"/>
                </a:lnTo>
                <a:lnTo>
                  <a:pt x="1048060" y="736477"/>
                </a:lnTo>
                <a:lnTo>
                  <a:pt x="1048229" y="736567"/>
                </a:lnTo>
                <a:lnTo>
                  <a:pt x="1048407" y="736664"/>
                </a:lnTo>
                <a:lnTo>
                  <a:pt x="1048576" y="736753"/>
                </a:lnTo>
                <a:lnTo>
                  <a:pt x="1048754" y="736842"/>
                </a:lnTo>
                <a:lnTo>
                  <a:pt x="1048923" y="736931"/>
                </a:lnTo>
                <a:lnTo>
                  <a:pt x="1049092" y="737020"/>
                </a:lnTo>
                <a:lnTo>
                  <a:pt x="1049270" y="737118"/>
                </a:lnTo>
                <a:lnTo>
                  <a:pt x="1049439" y="737207"/>
                </a:lnTo>
                <a:lnTo>
                  <a:pt x="1049608" y="737296"/>
                </a:lnTo>
                <a:lnTo>
                  <a:pt x="1049786" y="737385"/>
                </a:lnTo>
                <a:lnTo>
                  <a:pt x="1049955" y="737474"/>
                </a:lnTo>
                <a:lnTo>
                  <a:pt x="1050133" y="737563"/>
                </a:lnTo>
                <a:lnTo>
                  <a:pt x="1050302" y="737652"/>
                </a:lnTo>
                <a:lnTo>
                  <a:pt x="1050471" y="737741"/>
                </a:lnTo>
                <a:lnTo>
                  <a:pt x="1050649" y="737830"/>
                </a:lnTo>
                <a:lnTo>
                  <a:pt x="1050818" y="737919"/>
                </a:lnTo>
                <a:lnTo>
                  <a:pt x="1050987" y="738008"/>
                </a:lnTo>
                <a:lnTo>
                  <a:pt x="1051165" y="738097"/>
                </a:lnTo>
                <a:lnTo>
                  <a:pt x="1051334" y="738186"/>
                </a:lnTo>
                <a:lnTo>
                  <a:pt x="1051503" y="738275"/>
                </a:lnTo>
                <a:lnTo>
                  <a:pt x="1051681" y="738364"/>
                </a:lnTo>
                <a:lnTo>
                  <a:pt x="1051850" y="738453"/>
                </a:lnTo>
                <a:lnTo>
                  <a:pt x="1052028" y="738542"/>
                </a:lnTo>
                <a:lnTo>
                  <a:pt x="1052197" y="738630"/>
                </a:lnTo>
                <a:lnTo>
                  <a:pt x="1052366" y="738719"/>
                </a:lnTo>
                <a:lnTo>
                  <a:pt x="1052543" y="738808"/>
                </a:lnTo>
                <a:lnTo>
                  <a:pt x="1052713" y="738888"/>
                </a:lnTo>
                <a:lnTo>
                  <a:pt x="1052882" y="738977"/>
                </a:lnTo>
                <a:lnTo>
                  <a:pt x="1053060" y="739066"/>
                </a:lnTo>
                <a:lnTo>
                  <a:pt x="1053229" y="739155"/>
                </a:lnTo>
                <a:lnTo>
                  <a:pt x="1053406" y="739244"/>
                </a:lnTo>
                <a:lnTo>
                  <a:pt x="1053576" y="739324"/>
                </a:lnTo>
                <a:lnTo>
                  <a:pt x="1053744" y="739413"/>
                </a:lnTo>
                <a:lnTo>
                  <a:pt x="1053922" y="739502"/>
                </a:lnTo>
                <a:lnTo>
                  <a:pt x="1054091" y="739591"/>
                </a:lnTo>
                <a:lnTo>
                  <a:pt x="1054261" y="739671"/>
                </a:lnTo>
                <a:lnTo>
                  <a:pt x="1054438" y="739760"/>
                </a:lnTo>
                <a:lnTo>
                  <a:pt x="1054608" y="739849"/>
                </a:lnTo>
                <a:lnTo>
                  <a:pt x="1054785" y="739929"/>
                </a:lnTo>
                <a:lnTo>
                  <a:pt x="1054954" y="740018"/>
                </a:lnTo>
                <a:lnTo>
                  <a:pt x="1055123" y="740107"/>
                </a:lnTo>
                <a:lnTo>
                  <a:pt x="1055301" y="740187"/>
                </a:lnTo>
                <a:lnTo>
                  <a:pt x="1055470" y="740276"/>
                </a:lnTo>
                <a:lnTo>
                  <a:pt x="1055639" y="740356"/>
                </a:lnTo>
                <a:lnTo>
                  <a:pt x="1055817" y="740445"/>
                </a:lnTo>
                <a:lnTo>
                  <a:pt x="1055986" y="740534"/>
                </a:lnTo>
                <a:lnTo>
                  <a:pt x="1056156" y="740614"/>
                </a:lnTo>
                <a:lnTo>
                  <a:pt x="1056333" y="740703"/>
                </a:lnTo>
                <a:lnTo>
                  <a:pt x="1056502" y="740783"/>
                </a:lnTo>
                <a:lnTo>
                  <a:pt x="1056680" y="740872"/>
                </a:lnTo>
                <a:lnTo>
                  <a:pt x="1056849" y="740952"/>
                </a:lnTo>
                <a:lnTo>
                  <a:pt x="1057018" y="741041"/>
                </a:lnTo>
                <a:lnTo>
                  <a:pt x="1057196" y="741122"/>
                </a:lnTo>
                <a:lnTo>
                  <a:pt x="1057365" y="741210"/>
                </a:lnTo>
                <a:lnTo>
                  <a:pt x="1057534" y="741290"/>
                </a:lnTo>
                <a:lnTo>
                  <a:pt x="1057712" y="741371"/>
                </a:lnTo>
                <a:lnTo>
                  <a:pt x="1057881" y="741460"/>
                </a:lnTo>
                <a:lnTo>
                  <a:pt x="1058059" y="741540"/>
                </a:lnTo>
                <a:lnTo>
                  <a:pt x="1058228" y="741629"/>
                </a:lnTo>
                <a:lnTo>
                  <a:pt x="1058397" y="741709"/>
                </a:lnTo>
                <a:lnTo>
                  <a:pt x="1058575" y="741789"/>
                </a:lnTo>
                <a:lnTo>
                  <a:pt x="1058744" y="741878"/>
                </a:lnTo>
                <a:lnTo>
                  <a:pt x="1058913" y="741958"/>
                </a:lnTo>
                <a:lnTo>
                  <a:pt x="1059091" y="742038"/>
                </a:lnTo>
                <a:lnTo>
                  <a:pt x="1059260" y="742127"/>
                </a:lnTo>
                <a:lnTo>
                  <a:pt x="1059429" y="742207"/>
                </a:lnTo>
                <a:lnTo>
                  <a:pt x="1059607" y="742287"/>
                </a:lnTo>
                <a:lnTo>
                  <a:pt x="1059776" y="742367"/>
                </a:lnTo>
                <a:lnTo>
                  <a:pt x="1059954" y="742456"/>
                </a:lnTo>
                <a:lnTo>
                  <a:pt x="1060123" y="742536"/>
                </a:lnTo>
                <a:lnTo>
                  <a:pt x="1060292" y="742616"/>
                </a:lnTo>
                <a:lnTo>
                  <a:pt x="1060470" y="742696"/>
                </a:lnTo>
                <a:lnTo>
                  <a:pt x="1060639" y="742776"/>
                </a:lnTo>
                <a:lnTo>
                  <a:pt x="1060808" y="742865"/>
                </a:lnTo>
                <a:lnTo>
                  <a:pt x="1060986" y="742945"/>
                </a:lnTo>
                <a:lnTo>
                  <a:pt x="1061155" y="743025"/>
                </a:lnTo>
                <a:lnTo>
                  <a:pt x="1061333" y="743105"/>
                </a:lnTo>
                <a:lnTo>
                  <a:pt x="1061502" y="743185"/>
                </a:lnTo>
                <a:lnTo>
                  <a:pt x="1061671" y="743265"/>
                </a:lnTo>
                <a:lnTo>
                  <a:pt x="1061849" y="743346"/>
                </a:lnTo>
                <a:lnTo>
                  <a:pt x="1062018" y="743426"/>
                </a:lnTo>
                <a:lnTo>
                  <a:pt x="1062187" y="743515"/>
                </a:lnTo>
                <a:lnTo>
                  <a:pt x="1062365" y="743595"/>
                </a:lnTo>
                <a:lnTo>
                  <a:pt x="1062534" y="743675"/>
                </a:lnTo>
                <a:lnTo>
                  <a:pt x="1062712" y="743755"/>
                </a:lnTo>
                <a:lnTo>
                  <a:pt x="1062881" y="743835"/>
                </a:lnTo>
                <a:lnTo>
                  <a:pt x="1063050" y="743915"/>
                </a:lnTo>
                <a:lnTo>
                  <a:pt x="1063228" y="743995"/>
                </a:lnTo>
                <a:lnTo>
                  <a:pt x="1063397" y="744075"/>
                </a:lnTo>
                <a:lnTo>
                  <a:pt x="1063566" y="744155"/>
                </a:lnTo>
                <a:lnTo>
                  <a:pt x="1063744" y="744235"/>
                </a:lnTo>
                <a:lnTo>
                  <a:pt x="1063913" y="744306"/>
                </a:lnTo>
                <a:lnTo>
                  <a:pt x="1064082" y="744386"/>
                </a:lnTo>
                <a:lnTo>
                  <a:pt x="1064260" y="744467"/>
                </a:lnTo>
                <a:lnTo>
                  <a:pt x="1064429" y="744547"/>
                </a:lnTo>
                <a:lnTo>
                  <a:pt x="1064607" y="744627"/>
                </a:lnTo>
                <a:lnTo>
                  <a:pt x="1064776" y="744707"/>
                </a:lnTo>
                <a:lnTo>
                  <a:pt x="1064945" y="744787"/>
                </a:lnTo>
                <a:lnTo>
                  <a:pt x="1065123" y="744867"/>
                </a:lnTo>
                <a:lnTo>
                  <a:pt x="1065292" y="744938"/>
                </a:lnTo>
                <a:lnTo>
                  <a:pt x="1065461" y="745018"/>
                </a:lnTo>
                <a:lnTo>
                  <a:pt x="1065639" y="745098"/>
                </a:lnTo>
                <a:lnTo>
                  <a:pt x="1065808" y="745178"/>
                </a:lnTo>
                <a:lnTo>
                  <a:pt x="1065986" y="745258"/>
                </a:lnTo>
                <a:lnTo>
                  <a:pt x="1066155" y="745330"/>
                </a:lnTo>
                <a:lnTo>
                  <a:pt x="1066324" y="745410"/>
                </a:lnTo>
                <a:lnTo>
                  <a:pt x="1066502" y="745490"/>
                </a:lnTo>
                <a:lnTo>
                  <a:pt x="1066671" y="745570"/>
                </a:lnTo>
                <a:lnTo>
                  <a:pt x="1066840" y="745641"/>
                </a:lnTo>
                <a:lnTo>
                  <a:pt x="1067018" y="745721"/>
                </a:lnTo>
                <a:lnTo>
                  <a:pt x="1067187" y="745801"/>
                </a:lnTo>
                <a:lnTo>
                  <a:pt x="1067356" y="745872"/>
                </a:lnTo>
                <a:lnTo>
                  <a:pt x="1067534" y="745952"/>
                </a:lnTo>
                <a:lnTo>
                  <a:pt x="1067703" y="746032"/>
                </a:lnTo>
                <a:lnTo>
                  <a:pt x="1067881" y="746103"/>
                </a:lnTo>
                <a:lnTo>
                  <a:pt x="1068050" y="746184"/>
                </a:lnTo>
                <a:lnTo>
                  <a:pt x="1068219" y="746264"/>
                </a:lnTo>
                <a:lnTo>
                  <a:pt x="1068397" y="746335"/>
                </a:lnTo>
                <a:lnTo>
                  <a:pt x="1068566" y="746415"/>
                </a:lnTo>
                <a:lnTo>
                  <a:pt x="1068735" y="746486"/>
                </a:lnTo>
                <a:lnTo>
                  <a:pt x="1068913" y="746566"/>
                </a:lnTo>
                <a:lnTo>
                  <a:pt x="1069082" y="746637"/>
                </a:lnTo>
                <a:lnTo>
                  <a:pt x="1069260" y="746717"/>
                </a:lnTo>
                <a:lnTo>
                  <a:pt x="1069429" y="746789"/>
                </a:lnTo>
                <a:lnTo>
                  <a:pt x="1069598" y="746869"/>
                </a:lnTo>
                <a:lnTo>
                  <a:pt x="1069776" y="746940"/>
                </a:lnTo>
                <a:lnTo>
                  <a:pt x="1069945" y="747020"/>
                </a:lnTo>
                <a:lnTo>
                  <a:pt x="1070114" y="747091"/>
                </a:lnTo>
                <a:lnTo>
                  <a:pt x="1070292" y="747171"/>
                </a:lnTo>
                <a:lnTo>
                  <a:pt x="1070461" y="747242"/>
                </a:lnTo>
                <a:lnTo>
                  <a:pt x="1070639" y="747322"/>
                </a:lnTo>
                <a:lnTo>
                  <a:pt x="1070808" y="747393"/>
                </a:lnTo>
                <a:lnTo>
                  <a:pt x="1070977" y="747474"/>
                </a:lnTo>
                <a:lnTo>
                  <a:pt x="1071155" y="747545"/>
                </a:lnTo>
                <a:lnTo>
                  <a:pt x="1071324" y="747616"/>
                </a:lnTo>
                <a:lnTo>
                  <a:pt x="1071493" y="747696"/>
                </a:lnTo>
                <a:lnTo>
                  <a:pt x="1071671" y="747767"/>
                </a:lnTo>
                <a:lnTo>
                  <a:pt x="1071840" y="747847"/>
                </a:lnTo>
                <a:lnTo>
                  <a:pt x="1072009" y="747918"/>
                </a:lnTo>
                <a:lnTo>
                  <a:pt x="1072187" y="747990"/>
                </a:lnTo>
                <a:lnTo>
                  <a:pt x="1072356" y="748070"/>
                </a:lnTo>
                <a:lnTo>
                  <a:pt x="1072534" y="748141"/>
                </a:lnTo>
                <a:lnTo>
                  <a:pt x="1072703" y="748212"/>
                </a:lnTo>
                <a:lnTo>
                  <a:pt x="1072872" y="748283"/>
                </a:lnTo>
                <a:lnTo>
                  <a:pt x="1073050" y="748363"/>
                </a:lnTo>
                <a:lnTo>
                  <a:pt x="1073219" y="748434"/>
                </a:lnTo>
                <a:lnTo>
                  <a:pt x="1073388" y="748505"/>
                </a:lnTo>
                <a:lnTo>
                  <a:pt x="1073566" y="748577"/>
                </a:lnTo>
                <a:lnTo>
                  <a:pt x="1073735" y="748657"/>
                </a:lnTo>
                <a:lnTo>
                  <a:pt x="1073913" y="748728"/>
                </a:lnTo>
                <a:lnTo>
                  <a:pt x="1074082" y="748799"/>
                </a:lnTo>
                <a:lnTo>
                  <a:pt x="1074251" y="748870"/>
                </a:lnTo>
                <a:lnTo>
                  <a:pt x="1074429" y="748941"/>
                </a:lnTo>
                <a:lnTo>
                  <a:pt x="1074598" y="749022"/>
                </a:lnTo>
                <a:lnTo>
                  <a:pt x="1074767" y="749093"/>
                </a:lnTo>
                <a:lnTo>
                  <a:pt x="1074945" y="749164"/>
                </a:lnTo>
                <a:lnTo>
                  <a:pt x="1075114" y="749235"/>
                </a:lnTo>
                <a:lnTo>
                  <a:pt x="1075292" y="749306"/>
                </a:lnTo>
                <a:lnTo>
                  <a:pt x="1075461" y="749377"/>
                </a:lnTo>
                <a:lnTo>
                  <a:pt x="1075630" y="749449"/>
                </a:lnTo>
                <a:lnTo>
                  <a:pt x="1075808" y="749520"/>
                </a:lnTo>
                <a:lnTo>
                  <a:pt x="1075977" y="749600"/>
                </a:lnTo>
                <a:lnTo>
                  <a:pt x="1076146" y="749671"/>
                </a:lnTo>
                <a:lnTo>
                  <a:pt x="1076324" y="749742"/>
                </a:lnTo>
                <a:lnTo>
                  <a:pt x="1076493" y="749813"/>
                </a:lnTo>
                <a:lnTo>
                  <a:pt x="1076662" y="749884"/>
                </a:lnTo>
                <a:lnTo>
                  <a:pt x="1076840" y="749956"/>
                </a:lnTo>
                <a:lnTo>
                  <a:pt x="1077009" y="750027"/>
                </a:lnTo>
                <a:lnTo>
                  <a:pt x="1077187" y="750098"/>
                </a:lnTo>
                <a:lnTo>
                  <a:pt x="1077356" y="750169"/>
                </a:lnTo>
                <a:lnTo>
                  <a:pt x="1077525" y="750240"/>
                </a:lnTo>
                <a:lnTo>
                  <a:pt x="1077703" y="750311"/>
                </a:lnTo>
                <a:lnTo>
                  <a:pt x="1077872" y="750383"/>
                </a:lnTo>
                <a:lnTo>
                  <a:pt x="1078041" y="750454"/>
                </a:lnTo>
                <a:lnTo>
                  <a:pt x="1078219" y="750516"/>
                </a:lnTo>
                <a:lnTo>
                  <a:pt x="1078388" y="750587"/>
                </a:lnTo>
                <a:lnTo>
                  <a:pt x="1078566" y="750658"/>
                </a:lnTo>
                <a:lnTo>
                  <a:pt x="1078735" y="750730"/>
                </a:lnTo>
                <a:lnTo>
                  <a:pt x="1078904" y="750801"/>
                </a:lnTo>
                <a:lnTo>
                  <a:pt x="1079082" y="750872"/>
                </a:lnTo>
                <a:lnTo>
                  <a:pt x="1079251" y="750943"/>
                </a:lnTo>
                <a:lnTo>
                  <a:pt x="1079420" y="751014"/>
                </a:lnTo>
                <a:lnTo>
                  <a:pt x="1079598" y="751077"/>
                </a:lnTo>
                <a:lnTo>
                  <a:pt x="1079767" y="751148"/>
                </a:lnTo>
                <a:lnTo>
                  <a:pt x="1079936" y="751219"/>
                </a:lnTo>
                <a:lnTo>
                  <a:pt x="1080114" y="751290"/>
                </a:lnTo>
                <a:lnTo>
                  <a:pt x="1080283" y="751361"/>
                </a:lnTo>
                <a:lnTo>
                  <a:pt x="1080461" y="751424"/>
                </a:lnTo>
                <a:lnTo>
                  <a:pt x="1080630" y="751495"/>
                </a:lnTo>
                <a:lnTo>
                  <a:pt x="1080799" y="751566"/>
                </a:lnTo>
                <a:lnTo>
                  <a:pt x="1080977" y="751637"/>
                </a:lnTo>
                <a:lnTo>
                  <a:pt x="1081146" y="751708"/>
                </a:lnTo>
                <a:lnTo>
                  <a:pt x="1081315" y="751771"/>
                </a:lnTo>
                <a:lnTo>
                  <a:pt x="1081493" y="751842"/>
                </a:lnTo>
                <a:lnTo>
                  <a:pt x="1081662" y="751913"/>
                </a:lnTo>
                <a:lnTo>
                  <a:pt x="1081840" y="751975"/>
                </a:lnTo>
                <a:lnTo>
                  <a:pt x="1082009" y="752046"/>
                </a:lnTo>
                <a:lnTo>
                  <a:pt x="1082178" y="752118"/>
                </a:lnTo>
                <a:lnTo>
                  <a:pt x="1082356" y="752180"/>
                </a:lnTo>
                <a:lnTo>
                  <a:pt x="1082525" y="752251"/>
                </a:lnTo>
                <a:lnTo>
                  <a:pt x="1082694" y="752322"/>
                </a:lnTo>
                <a:lnTo>
                  <a:pt x="1082871" y="752384"/>
                </a:lnTo>
                <a:lnTo>
                  <a:pt x="1083041" y="752456"/>
                </a:lnTo>
                <a:lnTo>
                  <a:pt x="1083218" y="752527"/>
                </a:lnTo>
                <a:lnTo>
                  <a:pt x="1083388" y="752589"/>
                </a:lnTo>
                <a:lnTo>
                  <a:pt x="1083557" y="752660"/>
                </a:lnTo>
                <a:lnTo>
                  <a:pt x="1083734" y="752722"/>
                </a:lnTo>
                <a:lnTo>
                  <a:pt x="1083903" y="752794"/>
                </a:lnTo>
                <a:lnTo>
                  <a:pt x="1084073" y="752856"/>
                </a:lnTo>
                <a:lnTo>
                  <a:pt x="1084250" y="752927"/>
                </a:lnTo>
                <a:lnTo>
                  <a:pt x="1084420" y="752998"/>
                </a:lnTo>
                <a:lnTo>
                  <a:pt x="1084589" y="753060"/>
                </a:lnTo>
                <a:lnTo>
                  <a:pt x="1084766" y="753132"/>
                </a:lnTo>
                <a:lnTo>
                  <a:pt x="1084935" y="753194"/>
                </a:lnTo>
                <a:lnTo>
                  <a:pt x="1085113" y="753265"/>
                </a:lnTo>
                <a:lnTo>
                  <a:pt x="1085282" y="753327"/>
                </a:lnTo>
                <a:lnTo>
                  <a:pt x="1085451" y="753399"/>
                </a:lnTo>
                <a:lnTo>
                  <a:pt x="1085629" y="753461"/>
                </a:lnTo>
                <a:lnTo>
                  <a:pt x="1085798" y="753523"/>
                </a:lnTo>
                <a:lnTo>
                  <a:pt x="1085968" y="753594"/>
                </a:lnTo>
                <a:lnTo>
                  <a:pt x="1086145" y="753657"/>
                </a:lnTo>
                <a:lnTo>
                  <a:pt x="1086314" y="753728"/>
                </a:lnTo>
                <a:lnTo>
                  <a:pt x="1086492" y="753790"/>
                </a:lnTo>
                <a:lnTo>
                  <a:pt x="1086661" y="753861"/>
                </a:lnTo>
                <a:lnTo>
                  <a:pt x="1086830" y="753924"/>
                </a:lnTo>
                <a:lnTo>
                  <a:pt x="1087008" y="753986"/>
                </a:lnTo>
                <a:lnTo>
                  <a:pt x="1087177" y="754057"/>
                </a:lnTo>
                <a:lnTo>
                  <a:pt x="1087346" y="754119"/>
                </a:lnTo>
                <a:lnTo>
                  <a:pt x="1087524" y="754181"/>
                </a:lnTo>
                <a:lnTo>
                  <a:pt x="1087693" y="754253"/>
                </a:lnTo>
                <a:lnTo>
                  <a:pt x="1087862" y="754315"/>
                </a:lnTo>
                <a:lnTo>
                  <a:pt x="1088040" y="754377"/>
                </a:lnTo>
                <a:lnTo>
                  <a:pt x="1088209" y="754448"/>
                </a:lnTo>
                <a:lnTo>
                  <a:pt x="1088387" y="754511"/>
                </a:lnTo>
                <a:lnTo>
                  <a:pt x="1088556" y="754573"/>
                </a:lnTo>
                <a:lnTo>
                  <a:pt x="1088725" y="754644"/>
                </a:lnTo>
                <a:lnTo>
                  <a:pt x="1088903" y="754706"/>
                </a:lnTo>
                <a:lnTo>
                  <a:pt x="1089072" y="754769"/>
                </a:lnTo>
                <a:lnTo>
                  <a:pt x="1089241" y="754831"/>
                </a:lnTo>
                <a:lnTo>
                  <a:pt x="1089419" y="754902"/>
                </a:lnTo>
                <a:lnTo>
                  <a:pt x="1089588" y="754964"/>
                </a:lnTo>
                <a:lnTo>
                  <a:pt x="1089766" y="755027"/>
                </a:lnTo>
                <a:lnTo>
                  <a:pt x="1089935" y="755089"/>
                </a:lnTo>
                <a:lnTo>
                  <a:pt x="1090104" y="755160"/>
                </a:lnTo>
                <a:lnTo>
                  <a:pt x="1090282" y="755222"/>
                </a:lnTo>
                <a:lnTo>
                  <a:pt x="1090451" y="755285"/>
                </a:lnTo>
                <a:lnTo>
                  <a:pt x="1090620" y="755347"/>
                </a:lnTo>
                <a:lnTo>
                  <a:pt x="1090798" y="755409"/>
                </a:lnTo>
                <a:lnTo>
                  <a:pt x="1090967" y="755471"/>
                </a:lnTo>
                <a:lnTo>
                  <a:pt x="1091145" y="755543"/>
                </a:lnTo>
                <a:lnTo>
                  <a:pt x="1091314" y="755605"/>
                </a:lnTo>
                <a:lnTo>
                  <a:pt x="1091483" y="755667"/>
                </a:lnTo>
                <a:lnTo>
                  <a:pt x="1091661" y="755729"/>
                </a:lnTo>
                <a:lnTo>
                  <a:pt x="1091830" y="755792"/>
                </a:lnTo>
                <a:lnTo>
                  <a:pt x="1091999" y="755854"/>
                </a:lnTo>
                <a:lnTo>
                  <a:pt x="1092177" y="755916"/>
                </a:lnTo>
                <a:lnTo>
                  <a:pt x="1092346" y="755979"/>
                </a:lnTo>
                <a:lnTo>
                  <a:pt x="1092515" y="756041"/>
                </a:lnTo>
                <a:lnTo>
                  <a:pt x="1092693" y="756103"/>
                </a:lnTo>
                <a:lnTo>
                  <a:pt x="1092862" y="756174"/>
                </a:lnTo>
                <a:lnTo>
                  <a:pt x="1093040" y="756237"/>
                </a:lnTo>
                <a:lnTo>
                  <a:pt x="1093209" y="756299"/>
                </a:lnTo>
                <a:lnTo>
                  <a:pt x="1093378" y="756361"/>
                </a:lnTo>
                <a:lnTo>
                  <a:pt x="1093556" y="756423"/>
                </a:lnTo>
                <a:lnTo>
                  <a:pt x="1093725" y="756486"/>
                </a:lnTo>
                <a:lnTo>
                  <a:pt x="1093894" y="756548"/>
                </a:lnTo>
                <a:lnTo>
                  <a:pt x="1094072" y="756610"/>
                </a:lnTo>
                <a:lnTo>
                  <a:pt x="1094241" y="756672"/>
                </a:lnTo>
                <a:lnTo>
                  <a:pt x="1094419" y="756735"/>
                </a:lnTo>
                <a:lnTo>
                  <a:pt x="1094588" y="756797"/>
                </a:lnTo>
                <a:lnTo>
                  <a:pt x="1094757" y="756850"/>
                </a:lnTo>
                <a:lnTo>
                  <a:pt x="1094935" y="756913"/>
                </a:lnTo>
                <a:lnTo>
                  <a:pt x="1095104" y="756975"/>
                </a:lnTo>
                <a:lnTo>
                  <a:pt x="1095273" y="757037"/>
                </a:lnTo>
                <a:lnTo>
                  <a:pt x="1095451" y="757099"/>
                </a:lnTo>
                <a:lnTo>
                  <a:pt x="1095620" y="757162"/>
                </a:lnTo>
                <a:lnTo>
                  <a:pt x="1095798" y="757224"/>
                </a:lnTo>
                <a:lnTo>
                  <a:pt x="1095967" y="757286"/>
                </a:lnTo>
                <a:lnTo>
                  <a:pt x="1096136" y="757349"/>
                </a:lnTo>
                <a:lnTo>
                  <a:pt x="1096314" y="757411"/>
                </a:lnTo>
                <a:lnTo>
                  <a:pt x="1096483" y="757464"/>
                </a:lnTo>
                <a:lnTo>
                  <a:pt x="1096652" y="757527"/>
                </a:lnTo>
                <a:lnTo>
                  <a:pt x="1096830" y="757589"/>
                </a:lnTo>
                <a:lnTo>
                  <a:pt x="1096999" y="757651"/>
                </a:lnTo>
                <a:lnTo>
                  <a:pt x="1097168" y="757713"/>
                </a:lnTo>
                <a:lnTo>
                  <a:pt x="1097346" y="757776"/>
                </a:lnTo>
                <a:lnTo>
                  <a:pt x="1097515" y="757829"/>
                </a:lnTo>
                <a:lnTo>
                  <a:pt x="1097693" y="757891"/>
                </a:lnTo>
                <a:lnTo>
                  <a:pt x="1097862" y="757954"/>
                </a:lnTo>
                <a:lnTo>
                  <a:pt x="1098031" y="758016"/>
                </a:lnTo>
                <a:lnTo>
                  <a:pt x="1098209" y="758069"/>
                </a:lnTo>
                <a:lnTo>
                  <a:pt x="1098378" y="758132"/>
                </a:lnTo>
                <a:lnTo>
                  <a:pt x="1098547" y="758194"/>
                </a:lnTo>
                <a:lnTo>
                  <a:pt x="1098725" y="758256"/>
                </a:lnTo>
                <a:lnTo>
                  <a:pt x="1098894" y="758309"/>
                </a:lnTo>
                <a:lnTo>
                  <a:pt x="1099072" y="758372"/>
                </a:lnTo>
                <a:lnTo>
                  <a:pt x="1099241" y="758434"/>
                </a:lnTo>
                <a:lnTo>
                  <a:pt x="1099410" y="758496"/>
                </a:lnTo>
                <a:lnTo>
                  <a:pt x="1099588" y="758550"/>
                </a:lnTo>
                <a:lnTo>
                  <a:pt x="1099757" y="758612"/>
                </a:lnTo>
                <a:lnTo>
                  <a:pt x="1099926" y="758674"/>
                </a:lnTo>
                <a:lnTo>
                  <a:pt x="1100104" y="758728"/>
                </a:lnTo>
                <a:lnTo>
                  <a:pt x="1100273" y="758790"/>
                </a:lnTo>
                <a:lnTo>
                  <a:pt x="1100442" y="758852"/>
                </a:lnTo>
                <a:lnTo>
                  <a:pt x="1100620" y="758905"/>
                </a:lnTo>
                <a:lnTo>
                  <a:pt x="1100789" y="758968"/>
                </a:lnTo>
                <a:lnTo>
                  <a:pt x="1100967" y="759021"/>
                </a:lnTo>
                <a:lnTo>
                  <a:pt x="1101136" y="759083"/>
                </a:lnTo>
                <a:lnTo>
                  <a:pt x="1101305" y="759146"/>
                </a:lnTo>
                <a:lnTo>
                  <a:pt x="1101483" y="759199"/>
                </a:lnTo>
                <a:lnTo>
                  <a:pt x="1101652" y="759261"/>
                </a:lnTo>
                <a:lnTo>
                  <a:pt x="1101821" y="759315"/>
                </a:lnTo>
                <a:lnTo>
                  <a:pt x="1101999" y="759377"/>
                </a:lnTo>
                <a:lnTo>
                  <a:pt x="1102168" y="759439"/>
                </a:lnTo>
                <a:lnTo>
                  <a:pt x="1102346" y="759493"/>
                </a:lnTo>
                <a:lnTo>
                  <a:pt x="1102515" y="759555"/>
                </a:lnTo>
                <a:lnTo>
                  <a:pt x="1102684" y="759608"/>
                </a:lnTo>
                <a:lnTo>
                  <a:pt x="1102862" y="759671"/>
                </a:lnTo>
                <a:lnTo>
                  <a:pt x="1103031" y="759724"/>
                </a:lnTo>
                <a:lnTo>
                  <a:pt x="1103200" y="759786"/>
                </a:lnTo>
                <a:lnTo>
                  <a:pt x="1103378" y="759840"/>
                </a:lnTo>
                <a:lnTo>
                  <a:pt x="1103547" y="759902"/>
                </a:lnTo>
                <a:lnTo>
                  <a:pt x="1103725" y="759955"/>
                </a:lnTo>
                <a:lnTo>
                  <a:pt x="1103894" y="760018"/>
                </a:lnTo>
                <a:lnTo>
                  <a:pt x="1104063" y="760071"/>
                </a:lnTo>
                <a:lnTo>
                  <a:pt x="1104241" y="760133"/>
                </a:lnTo>
                <a:lnTo>
                  <a:pt x="1104410" y="760187"/>
                </a:lnTo>
                <a:lnTo>
                  <a:pt x="1104579" y="760240"/>
                </a:lnTo>
                <a:lnTo>
                  <a:pt x="1104757" y="760302"/>
                </a:lnTo>
                <a:lnTo>
                  <a:pt x="1104926" y="760356"/>
                </a:lnTo>
                <a:lnTo>
                  <a:pt x="1105095" y="760418"/>
                </a:lnTo>
                <a:lnTo>
                  <a:pt x="1105273" y="760471"/>
                </a:lnTo>
                <a:lnTo>
                  <a:pt x="1105442" y="760525"/>
                </a:lnTo>
                <a:lnTo>
                  <a:pt x="1105620" y="760587"/>
                </a:lnTo>
                <a:lnTo>
                  <a:pt x="1105789" y="760640"/>
                </a:lnTo>
                <a:lnTo>
                  <a:pt x="1105958" y="760703"/>
                </a:lnTo>
                <a:lnTo>
                  <a:pt x="1106136" y="760756"/>
                </a:lnTo>
                <a:lnTo>
                  <a:pt x="1106305" y="760809"/>
                </a:lnTo>
                <a:lnTo>
                  <a:pt x="1106474" y="760872"/>
                </a:lnTo>
                <a:lnTo>
                  <a:pt x="1106652" y="760925"/>
                </a:lnTo>
                <a:lnTo>
                  <a:pt x="1106821" y="760978"/>
                </a:lnTo>
                <a:lnTo>
                  <a:pt x="1106999" y="761041"/>
                </a:lnTo>
                <a:lnTo>
                  <a:pt x="1107168" y="761094"/>
                </a:lnTo>
                <a:lnTo>
                  <a:pt x="1107337" y="761147"/>
                </a:lnTo>
                <a:lnTo>
                  <a:pt x="1107515" y="761210"/>
                </a:lnTo>
                <a:lnTo>
                  <a:pt x="1107684" y="761263"/>
                </a:lnTo>
                <a:lnTo>
                  <a:pt x="1107853" y="761316"/>
                </a:lnTo>
                <a:lnTo>
                  <a:pt x="1108031" y="761370"/>
                </a:lnTo>
                <a:lnTo>
                  <a:pt x="1108200" y="761432"/>
                </a:lnTo>
                <a:lnTo>
                  <a:pt x="1108369" y="761485"/>
                </a:lnTo>
                <a:lnTo>
                  <a:pt x="1108547" y="761539"/>
                </a:lnTo>
                <a:lnTo>
                  <a:pt x="1108716" y="761592"/>
                </a:lnTo>
                <a:lnTo>
                  <a:pt x="1108894" y="761654"/>
                </a:lnTo>
                <a:lnTo>
                  <a:pt x="1109063" y="761708"/>
                </a:lnTo>
                <a:lnTo>
                  <a:pt x="1109232" y="761761"/>
                </a:lnTo>
                <a:lnTo>
                  <a:pt x="1109410" y="761815"/>
                </a:lnTo>
                <a:lnTo>
                  <a:pt x="1109579" y="761877"/>
                </a:lnTo>
                <a:lnTo>
                  <a:pt x="1109748" y="761930"/>
                </a:lnTo>
                <a:lnTo>
                  <a:pt x="1109926" y="761984"/>
                </a:lnTo>
                <a:lnTo>
                  <a:pt x="1110095" y="762037"/>
                </a:lnTo>
                <a:lnTo>
                  <a:pt x="1110273" y="762090"/>
                </a:lnTo>
                <a:lnTo>
                  <a:pt x="1110442" y="762144"/>
                </a:lnTo>
                <a:lnTo>
                  <a:pt x="1110611" y="762206"/>
                </a:lnTo>
                <a:lnTo>
                  <a:pt x="1110789" y="762259"/>
                </a:lnTo>
                <a:lnTo>
                  <a:pt x="1110958" y="762313"/>
                </a:lnTo>
                <a:lnTo>
                  <a:pt x="1111127" y="762366"/>
                </a:lnTo>
                <a:lnTo>
                  <a:pt x="1111305" y="762420"/>
                </a:lnTo>
                <a:lnTo>
                  <a:pt x="1111474" y="762473"/>
                </a:lnTo>
                <a:lnTo>
                  <a:pt x="1111652" y="762526"/>
                </a:lnTo>
                <a:lnTo>
                  <a:pt x="1111821" y="762580"/>
                </a:lnTo>
                <a:lnTo>
                  <a:pt x="1111990" y="762642"/>
                </a:lnTo>
                <a:lnTo>
                  <a:pt x="1112168" y="762695"/>
                </a:lnTo>
                <a:lnTo>
                  <a:pt x="1112336" y="762749"/>
                </a:lnTo>
                <a:lnTo>
                  <a:pt x="1112506" y="762802"/>
                </a:lnTo>
                <a:lnTo>
                  <a:pt x="1112683" y="762855"/>
                </a:lnTo>
                <a:lnTo>
                  <a:pt x="1112853" y="762909"/>
                </a:lnTo>
                <a:lnTo>
                  <a:pt x="1113022" y="762962"/>
                </a:lnTo>
                <a:lnTo>
                  <a:pt x="1113200" y="763016"/>
                </a:lnTo>
                <a:lnTo>
                  <a:pt x="1113369" y="763069"/>
                </a:lnTo>
                <a:lnTo>
                  <a:pt x="1113547" y="763122"/>
                </a:lnTo>
                <a:lnTo>
                  <a:pt x="1113715" y="763176"/>
                </a:lnTo>
                <a:lnTo>
                  <a:pt x="1113885" y="763229"/>
                </a:lnTo>
                <a:lnTo>
                  <a:pt x="1114062" y="763282"/>
                </a:lnTo>
                <a:lnTo>
                  <a:pt x="1114231" y="763336"/>
                </a:lnTo>
                <a:lnTo>
                  <a:pt x="1114401" y="763389"/>
                </a:lnTo>
                <a:lnTo>
                  <a:pt x="1114578" y="763443"/>
                </a:lnTo>
                <a:lnTo>
                  <a:pt x="1114748" y="763496"/>
                </a:lnTo>
                <a:lnTo>
                  <a:pt x="1114925" y="763549"/>
                </a:lnTo>
                <a:lnTo>
                  <a:pt x="1115094" y="763603"/>
                </a:lnTo>
                <a:lnTo>
                  <a:pt x="1115263" y="763656"/>
                </a:lnTo>
                <a:lnTo>
                  <a:pt x="1115441" y="763710"/>
                </a:lnTo>
                <a:lnTo>
                  <a:pt x="1115610" y="763763"/>
                </a:lnTo>
                <a:lnTo>
                  <a:pt x="1115780" y="763816"/>
                </a:lnTo>
                <a:lnTo>
                  <a:pt x="1115957" y="763861"/>
                </a:lnTo>
                <a:lnTo>
                  <a:pt x="1116126" y="763914"/>
                </a:lnTo>
                <a:lnTo>
                  <a:pt x="1116295" y="763968"/>
                </a:lnTo>
                <a:lnTo>
                  <a:pt x="1116473" y="764021"/>
                </a:lnTo>
                <a:lnTo>
                  <a:pt x="1116642" y="764074"/>
                </a:lnTo>
                <a:lnTo>
                  <a:pt x="1116820" y="764128"/>
                </a:lnTo>
                <a:lnTo>
                  <a:pt x="1116989" y="764181"/>
                </a:lnTo>
                <a:lnTo>
                  <a:pt x="1117158" y="764234"/>
                </a:lnTo>
                <a:lnTo>
                  <a:pt x="1117336" y="764288"/>
                </a:lnTo>
                <a:lnTo>
                  <a:pt x="1117505" y="764332"/>
                </a:lnTo>
                <a:lnTo>
                  <a:pt x="1117674" y="764386"/>
                </a:lnTo>
                <a:lnTo>
                  <a:pt x="1117852" y="764439"/>
                </a:lnTo>
                <a:lnTo>
                  <a:pt x="1118021" y="764492"/>
                </a:lnTo>
                <a:lnTo>
                  <a:pt x="1118199" y="764546"/>
                </a:lnTo>
                <a:lnTo>
                  <a:pt x="1118368" y="764590"/>
                </a:lnTo>
                <a:lnTo>
                  <a:pt x="1118537" y="764644"/>
                </a:lnTo>
                <a:lnTo>
                  <a:pt x="1118715" y="764697"/>
                </a:lnTo>
                <a:lnTo>
                  <a:pt x="1118884" y="764750"/>
                </a:lnTo>
                <a:lnTo>
                  <a:pt x="1119053" y="764804"/>
                </a:lnTo>
                <a:lnTo>
                  <a:pt x="1119231" y="764848"/>
                </a:lnTo>
                <a:lnTo>
                  <a:pt x="1119400" y="764902"/>
                </a:lnTo>
                <a:lnTo>
                  <a:pt x="1119578" y="764955"/>
                </a:lnTo>
                <a:lnTo>
                  <a:pt x="1119747" y="765008"/>
                </a:lnTo>
                <a:lnTo>
                  <a:pt x="1119916" y="765053"/>
                </a:lnTo>
                <a:lnTo>
                  <a:pt x="1120094" y="765106"/>
                </a:lnTo>
                <a:lnTo>
                  <a:pt x="1120263" y="765160"/>
                </a:lnTo>
                <a:lnTo>
                  <a:pt x="1120432" y="765213"/>
                </a:lnTo>
                <a:lnTo>
                  <a:pt x="1120610" y="765258"/>
                </a:lnTo>
                <a:lnTo>
                  <a:pt x="1120779" y="765311"/>
                </a:lnTo>
                <a:lnTo>
                  <a:pt x="1120948" y="765364"/>
                </a:lnTo>
                <a:lnTo>
                  <a:pt x="1121126" y="765409"/>
                </a:lnTo>
                <a:lnTo>
                  <a:pt x="1121295" y="765462"/>
                </a:lnTo>
                <a:lnTo>
                  <a:pt x="1121473" y="765515"/>
                </a:lnTo>
                <a:lnTo>
                  <a:pt x="1121642" y="765560"/>
                </a:lnTo>
                <a:lnTo>
                  <a:pt x="1121811" y="765613"/>
                </a:lnTo>
                <a:lnTo>
                  <a:pt x="1121989" y="765667"/>
                </a:lnTo>
                <a:lnTo>
                  <a:pt x="1122158" y="765711"/>
                </a:lnTo>
                <a:lnTo>
                  <a:pt x="1122327" y="765765"/>
                </a:lnTo>
                <a:lnTo>
                  <a:pt x="1122505" y="765818"/>
                </a:lnTo>
                <a:lnTo>
                  <a:pt x="1122674" y="765862"/>
                </a:lnTo>
                <a:lnTo>
                  <a:pt x="1122852" y="765916"/>
                </a:lnTo>
                <a:lnTo>
                  <a:pt x="1123021" y="765969"/>
                </a:lnTo>
                <a:lnTo>
                  <a:pt x="1123190" y="766014"/>
                </a:lnTo>
                <a:lnTo>
                  <a:pt x="1123368" y="766067"/>
                </a:lnTo>
                <a:lnTo>
                  <a:pt x="1123537" y="766112"/>
                </a:lnTo>
                <a:lnTo>
                  <a:pt x="1123706" y="766165"/>
                </a:lnTo>
                <a:lnTo>
                  <a:pt x="1123884" y="766218"/>
                </a:lnTo>
                <a:lnTo>
                  <a:pt x="1124053" y="766263"/>
                </a:lnTo>
                <a:lnTo>
                  <a:pt x="1124231" y="766316"/>
                </a:lnTo>
                <a:lnTo>
                  <a:pt x="1124400" y="766361"/>
                </a:lnTo>
                <a:lnTo>
                  <a:pt x="1124569" y="766414"/>
                </a:lnTo>
                <a:lnTo>
                  <a:pt x="1124747" y="766459"/>
                </a:lnTo>
                <a:lnTo>
                  <a:pt x="1124916" y="766512"/>
                </a:lnTo>
                <a:lnTo>
                  <a:pt x="1125085" y="766556"/>
                </a:lnTo>
                <a:lnTo>
                  <a:pt x="1125263" y="766610"/>
                </a:lnTo>
                <a:lnTo>
                  <a:pt x="1125432" y="766654"/>
                </a:lnTo>
                <a:lnTo>
                  <a:pt x="1125601" y="766708"/>
                </a:lnTo>
                <a:lnTo>
                  <a:pt x="1125779" y="766752"/>
                </a:lnTo>
                <a:lnTo>
                  <a:pt x="1125948" y="766806"/>
                </a:lnTo>
                <a:lnTo>
                  <a:pt x="1126126" y="766850"/>
                </a:lnTo>
                <a:lnTo>
                  <a:pt x="1126295" y="766903"/>
                </a:lnTo>
                <a:lnTo>
                  <a:pt x="1126464" y="766948"/>
                </a:lnTo>
                <a:lnTo>
                  <a:pt x="1126642" y="767001"/>
                </a:lnTo>
                <a:lnTo>
                  <a:pt x="1126811" y="767046"/>
                </a:lnTo>
                <a:lnTo>
                  <a:pt x="1126980" y="767099"/>
                </a:lnTo>
                <a:lnTo>
                  <a:pt x="1127158" y="767144"/>
                </a:lnTo>
                <a:lnTo>
                  <a:pt x="1127327" y="767197"/>
                </a:lnTo>
                <a:lnTo>
                  <a:pt x="1127505" y="767241"/>
                </a:lnTo>
                <a:lnTo>
                  <a:pt x="1127674" y="767295"/>
                </a:lnTo>
                <a:lnTo>
                  <a:pt x="1127843" y="767339"/>
                </a:lnTo>
                <a:lnTo>
                  <a:pt x="1128021" y="767384"/>
                </a:lnTo>
                <a:lnTo>
                  <a:pt x="1128190" y="767437"/>
                </a:lnTo>
                <a:lnTo>
                  <a:pt x="1128359" y="767482"/>
                </a:lnTo>
                <a:lnTo>
                  <a:pt x="1128537" y="767535"/>
                </a:lnTo>
                <a:lnTo>
                  <a:pt x="1128706" y="767580"/>
                </a:lnTo>
                <a:lnTo>
                  <a:pt x="1128875" y="767624"/>
                </a:lnTo>
                <a:lnTo>
                  <a:pt x="1129053" y="767677"/>
                </a:lnTo>
                <a:lnTo>
                  <a:pt x="1129222" y="767722"/>
                </a:lnTo>
                <a:lnTo>
                  <a:pt x="1129400" y="767775"/>
                </a:lnTo>
                <a:lnTo>
                  <a:pt x="1129569" y="767820"/>
                </a:lnTo>
                <a:lnTo>
                  <a:pt x="1129738" y="767864"/>
                </a:lnTo>
                <a:lnTo>
                  <a:pt x="1129916" y="767918"/>
                </a:lnTo>
                <a:lnTo>
                  <a:pt x="1130085" y="767962"/>
                </a:lnTo>
                <a:lnTo>
                  <a:pt x="1130254" y="768007"/>
                </a:lnTo>
                <a:lnTo>
                  <a:pt x="1130432" y="768060"/>
                </a:lnTo>
                <a:lnTo>
                  <a:pt x="1130601" y="768104"/>
                </a:lnTo>
                <a:lnTo>
                  <a:pt x="1130779" y="768149"/>
                </a:lnTo>
                <a:lnTo>
                  <a:pt x="1130948" y="768193"/>
                </a:lnTo>
                <a:lnTo>
                  <a:pt x="1131117" y="768247"/>
                </a:lnTo>
                <a:lnTo>
                  <a:pt x="1131295" y="768291"/>
                </a:lnTo>
                <a:lnTo>
                  <a:pt x="1131464" y="768336"/>
                </a:lnTo>
                <a:lnTo>
                  <a:pt x="1131633" y="768389"/>
                </a:lnTo>
                <a:lnTo>
                  <a:pt x="1131811" y="768434"/>
                </a:lnTo>
                <a:lnTo>
                  <a:pt x="1131980" y="768478"/>
                </a:lnTo>
                <a:lnTo>
                  <a:pt x="1132158" y="768523"/>
                </a:lnTo>
                <a:lnTo>
                  <a:pt x="1132327" y="768576"/>
                </a:lnTo>
                <a:lnTo>
                  <a:pt x="1132496" y="768620"/>
                </a:lnTo>
                <a:lnTo>
                  <a:pt x="1132674" y="768665"/>
                </a:lnTo>
                <a:lnTo>
                  <a:pt x="1132843" y="768709"/>
                </a:lnTo>
                <a:lnTo>
                  <a:pt x="1133012" y="768763"/>
                </a:lnTo>
                <a:lnTo>
                  <a:pt x="1133190" y="768807"/>
                </a:lnTo>
                <a:lnTo>
                  <a:pt x="1133359" y="768852"/>
                </a:lnTo>
                <a:lnTo>
                  <a:pt x="1133528" y="768896"/>
                </a:lnTo>
                <a:lnTo>
                  <a:pt x="1133706" y="768941"/>
                </a:lnTo>
                <a:lnTo>
                  <a:pt x="1133875" y="768994"/>
                </a:lnTo>
                <a:lnTo>
                  <a:pt x="1134053" y="769039"/>
                </a:lnTo>
                <a:lnTo>
                  <a:pt x="1134222" y="769083"/>
                </a:lnTo>
                <a:lnTo>
                  <a:pt x="1134391" y="769128"/>
                </a:lnTo>
                <a:lnTo>
                  <a:pt x="1134569" y="769172"/>
                </a:lnTo>
                <a:lnTo>
                  <a:pt x="1134738" y="769225"/>
                </a:lnTo>
                <a:lnTo>
                  <a:pt x="1134907" y="769270"/>
                </a:lnTo>
                <a:lnTo>
                  <a:pt x="1135085" y="769314"/>
                </a:lnTo>
                <a:lnTo>
                  <a:pt x="1135254" y="769359"/>
                </a:lnTo>
                <a:lnTo>
                  <a:pt x="1135432" y="769403"/>
                </a:lnTo>
                <a:lnTo>
                  <a:pt x="1135601" y="769448"/>
                </a:lnTo>
                <a:lnTo>
                  <a:pt x="1135770" y="769492"/>
                </a:lnTo>
                <a:lnTo>
                  <a:pt x="1135948" y="769546"/>
                </a:lnTo>
                <a:lnTo>
                  <a:pt x="1136117" y="769590"/>
                </a:lnTo>
                <a:lnTo>
                  <a:pt x="1136286" y="769635"/>
                </a:lnTo>
                <a:lnTo>
                  <a:pt x="1136464" y="769679"/>
                </a:lnTo>
                <a:lnTo>
                  <a:pt x="1136633" y="769724"/>
                </a:lnTo>
                <a:lnTo>
                  <a:pt x="1136802" y="769768"/>
                </a:lnTo>
                <a:lnTo>
                  <a:pt x="1136980" y="769813"/>
                </a:lnTo>
                <a:lnTo>
                  <a:pt x="1137149" y="769857"/>
                </a:lnTo>
                <a:lnTo>
                  <a:pt x="1137327" y="769901"/>
                </a:lnTo>
                <a:lnTo>
                  <a:pt x="1137496" y="769946"/>
                </a:lnTo>
                <a:lnTo>
                  <a:pt x="1137665" y="769990"/>
                </a:lnTo>
                <a:lnTo>
                  <a:pt x="1137843" y="770035"/>
                </a:lnTo>
                <a:lnTo>
                  <a:pt x="1138012" y="770079"/>
                </a:lnTo>
                <a:lnTo>
                  <a:pt x="1138181" y="770133"/>
                </a:lnTo>
                <a:lnTo>
                  <a:pt x="1138359" y="770177"/>
                </a:lnTo>
                <a:lnTo>
                  <a:pt x="1138528" y="770222"/>
                </a:lnTo>
                <a:lnTo>
                  <a:pt x="1138706" y="770266"/>
                </a:lnTo>
                <a:lnTo>
                  <a:pt x="1138875" y="770311"/>
                </a:lnTo>
                <a:lnTo>
                  <a:pt x="1139044" y="770355"/>
                </a:lnTo>
                <a:lnTo>
                  <a:pt x="1139222" y="770400"/>
                </a:lnTo>
                <a:lnTo>
                  <a:pt x="1139391" y="770444"/>
                </a:lnTo>
                <a:lnTo>
                  <a:pt x="1139560" y="770489"/>
                </a:lnTo>
                <a:lnTo>
                  <a:pt x="1139738" y="770533"/>
                </a:lnTo>
                <a:lnTo>
                  <a:pt x="1139907" y="770578"/>
                </a:lnTo>
                <a:lnTo>
                  <a:pt x="1140085" y="770622"/>
                </a:lnTo>
                <a:lnTo>
                  <a:pt x="1140254" y="770667"/>
                </a:lnTo>
                <a:lnTo>
                  <a:pt x="1140423" y="770702"/>
                </a:lnTo>
                <a:lnTo>
                  <a:pt x="1140601" y="770747"/>
                </a:lnTo>
                <a:lnTo>
                  <a:pt x="1140770" y="770791"/>
                </a:lnTo>
                <a:lnTo>
                  <a:pt x="1140939" y="770836"/>
                </a:lnTo>
                <a:lnTo>
                  <a:pt x="1141117" y="770880"/>
                </a:lnTo>
                <a:lnTo>
                  <a:pt x="1141286" y="770925"/>
                </a:lnTo>
                <a:lnTo>
                  <a:pt x="1141455" y="770969"/>
                </a:lnTo>
                <a:lnTo>
                  <a:pt x="1141633" y="771014"/>
                </a:lnTo>
                <a:lnTo>
                  <a:pt x="1141802" y="771058"/>
                </a:lnTo>
                <a:lnTo>
                  <a:pt x="1141980" y="771102"/>
                </a:lnTo>
                <a:lnTo>
                  <a:pt x="1142149" y="771147"/>
                </a:lnTo>
                <a:lnTo>
                  <a:pt x="1142318" y="771191"/>
                </a:lnTo>
                <a:lnTo>
                  <a:pt x="1142495" y="771236"/>
                </a:lnTo>
                <a:lnTo>
                  <a:pt x="1142665" y="771272"/>
                </a:lnTo>
                <a:lnTo>
                  <a:pt x="1142834" y="771316"/>
                </a:lnTo>
                <a:lnTo>
                  <a:pt x="1143012" y="771361"/>
                </a:lnTo>
                <a:lnTo>
                  <a:pt x="1143181" y="771405"/>
                </a:lnTo>
                <a:lnTo>
                  <a:pt x="1143359" y="771449"/>
                </a:lnTo>
                <a:lnTo>
                  <a:pt x="1143528" y="771494"/>
                </a:lnTo>
                <a:lnTo>
                  <a:pt x="1143696" y="771538"/>
                </a:lnTo>
                <a:lnTo>
                  <a:pt x="1143874" y="771583"/>
                </a:lnTo>
                <a:lnTo>
                  <a:pt x="1144043" y="771618"/>
                </a:lnTo>
                <a:lnTo>
                  <a:pt x="1144213" y="771663"/>
                </a:lnTo>
                <a:lnTo>
                  <a:pt x="1144390" y="771708"/>
                </a:lnTo>
                <a:lnTo>
                  <a:pt x="1144560" y="771752"/>
                </a:lnTo>
                <a:lnTo>
                  <a:pt x="1144729" y="771796"/>
                </a:lnTo>
                <a:lnTo>
                  <a:pt x="1144906" y="771832"/>
                </a:lnTo>
                <a:lnTo>
                  <a:pt x="1145075" y="771876"/>
                </a:lnTo>
                <a:lnTo>
                  <a:pt x="1145253" y="771921"/>
                </a:lnTo>
                <a:lnTo>
                  <a:pt x="1145422" y="771965"/>
                </a:lnTo>
                <a:lnTo>
                  <a:pt x="1145591" y="772010"/>
                </a:lnTo>
                <a:lnTo>
                  <a:pt x="1145769" y="772046"/>
                </a:lnTo>
                <a:lnTo>
                  <a:pt x="1145938" y="772090"/>
                </a:lnTo>
                <a:lnTo>
                  <a:pt x="1146107" y="772135"/>
                </a:lnTo>
                <a:lnTo>
                  <a:pt x="1146285" y="772179"/>
                </a:lnTo>
                <a:lnTo>
                  <a:pt x="1146454" y="772215"/>
                </a:lnTo>
                <a:lnTo>
                  <a:pt x="1146632" y="772259"/>
                </a:lnTo>
                <a:lnTo>
                  <a:pt x="1146801" y="772303"/>
                </a:lnTo>
                <a:lnTo>
                  <a:pt x="1146970" y="772348"/>
                </a:lnTo>
                <a:lnTo>
                  <a:pt x="1147148" y="772384"/>
                </a:lnTo>
                <a:lnTo>
                  <a:pt x="1147317" y="772428"/>
                </a:lnTo>
                <a:lnTo>
                  <a:pt x="1147486" y="772473"/>
                </a:lnTo>
                <a:lnTo>
                  <a:pt x="1147664" y="772517"/>
                </a:lnTo>
                <a:lnTo>
                  <a:pt x="1147833" y="772553"/>
                </a:lnTo>
                <a:lnTo>
                  <a:pt x="1148011" y="772597"/>
                </a:lnTo>
                <a:lnTo>
                  <a:pt x="1148180" y="772642"/>
                </a:lnTo>
                <a:lnTo>
                  <a:pt x="1148349" y="772677"/>
                </a:lnTo>
                <a:lnTo>
                  <a:pt x="1148527" y="772722"/>
                </a:lnTo>
                <a:lnTo>
                  <a:pt x="1148696" y="772766"/>
                </a:lnTo>
                <a:lnTo>
                  <a:pt x="1148865" y="772811"/>
                </a:lnTo>
                <a:lnTo>
                  <a:pt x="1149043" y="772846"/>
                </a:lnTo>
                <a:lnTo>
                  <a:pt x="1149212" y="772891"/>
                </a:lnTo>
                <a:lnTo>
                  <a:pt x="1149381" y="772935"/>
                </a:lnTo>
                <a:lnTo>
                  <a:pt x="1149559" y="772971"/>
                </a:lnTo>
                <a:lnTo>
                  <a:pt x="1149728" y="773015"/>
                </a:lnTo>
                <a:lnTo>
                  <a:pt x="1149906" y="773060"/>
                </a:lnTo>
                <a:lnTo>
                  <a:pt x="1150075" y="773095"/>
                </a:lnTo>
                <a:lnTo>
                  <a:pt x="1150244" y="773140"/>
                </a:lnTo>
                <a:lnTo>
                  <a:pt x="1150422" y="773175"/>
                </a:lnTo>
                <a:lnTo>
                  <a:pt x="1150591" y="773220"/>
                </a:lnTo>
                <a:lnTo>
                  <a:pt x="1150760" y="773264"/>
                </a:lnTo>
                <a:lnTo>
                  <a:pt x="1150938" y="773300"/>
                </a:lnTo>
                <a:lnTo>
                  <a:pt x="1151107" y="773344"/>
                </a:lnTo>
                <a:lnTo>
                  <a:pt x="1151285" y="773389"/>
                </a:lnTo>
                <a:lnTo>
                  <a:pt x="1151454" y="773424"/>
                </a:lnTo>
                <a:lnTo>
                  <a:pt x="1151623" y="773469"/>
                </a:lnTo>
                <a:lnTo>
                  <a:pt x="1151801" y="773504"/>
                </a:lnTo>
                <a:lnTo>
                  <a:pt x="1151970" y="773549"/>
                </a:lnTo>
                <a:lnTo>
                  <a:pt x="1152139" y="773585"/>
                </a:lnTo>
                <a:lnTo>
                  <a:pt x="1152317" y="773629"/>
                </a:lnTo>
                <a:lnTo>
                  <a:pt x="1152486" y="773674"/>
                </a:lnTo>
                <a:lnTo>
                  <a:pt x="1152664" y="773709"/>
                </a:lnTo>
                <a:lnTo>
                  <a:pt x="1152833" y="773754"/>
                </a:lnTo>
                <a:lnTo>
                  <a:pt x="1153002" y="773789"/>
                </a:lnTo>
                <a:lnTo>
                  <a:pt x="1153180" y="773834"/>
                </a:lnTo>
                <a:lnTo>
                  <a:pt x="1153349" y="773869"/>
                </a:lnTo>
                <a:lnTo>
                  <a:pt x="1153518" y="773914"/>
                </a:lnTo>
                <a:lnTo>
                  <a:pt x="1153696" y="773949"/>
                </a:lnTo>
                <a:lnTo>
                  <a:pt x="1153865" y="773994"/>
                </a:lnTo>
                <a:lnTo>
                  <a:pt x="1154034" y="774029"/>
                </a:lnTo>
                <a:lnTo>
                  <a:pt x="1154212" y="774074"/>
                </a:lnTo>
                <a:lnTo>
                  <a:pt x="1154381" y="774118"/>
                </a:lnTo>
                <a:lnTo>
                  <a:pt x="1154559" y="774154"/>
                </a:lnTo>
                <a:lnTo>
                  <a:pt x="1154728" y="774198"/>
                </a:lnTo>
                <a:lnTo>
                  <a:pt x="1154897" y="774234"/>
                </a:lnTo>
                <a:lnTo>
                  <a:pt x="1155075" y="774278"/>
                </a:lnTo>
                <a:lnTo>
                  <a:pt x="1155244" y="774314"/>
                </a:lnTo>
                <a:lnTo>
                  <a:pt x="1155413" y="774350"/>
                </a:lnTo>
                <a:lnTo>
                  <a:pt x="1155591" y="774394"/>
                </a:lnTo>
                <a:lnTo>
                  <a:pt x="1155760" y="774430"/>
                </a:lnTo>
                <a:lnTo>
                  <a:pt x="1155938" y="774474"/>
                </a:lnTo>
                <a:lnTo>
                  <a:pt x="1156107" y="774510"/>
                </a:lnTo>
                <a:lnTo>
                  <a:pt x="1156276" y="774554"/>
                </a:lnTo>
                <a:lnTo>
                  <a:pt x="1156454" y="774590"/>
                </a:lnTo>
                <a:lnTo>
                  <a:pt x="1156623" y="774634"/>
                </a:lnTo>
                <a:lnTo>
                  <a:pt x="1156792" y="774670"/>
                </a:lnTo>
                <a:lnTo>
                  <a:pt x="1156970" y="774715"/>
                </a:lnTo>
                <a:lnTo>
                  <a:pt x="1157139" y="774750"/>
                </a:lnTo>
                <a:lnTo>
                  <a:pt x="1157308" y="774786"/>
                </a:lnTo>
                <a:lnTo>
                  <a:pt x="1157486" y="774830"/>
                </a:lnTo>
                <a:lnTo>
                  <a:pt x="1157655" y="774866"/>
                </a:lnTo>
                <a:lnTo>
                  <a:pt x="1157833" y="774910"/>
                </a:lnTo>
                <a:lnTo>
                  <a:pt x="1158002" y="774946"/>
                </a:lnTo>
                <a:lnTo>
                  <a:pt x="1158171" y="774981"/>
                </a:lnTo>
                <a:lnTo>
                  <a:pt x="1158349" y="775026"/>
                </a:lnTo>
                <a:lnTo>
                  <a:pt x="1158518" y="775061"/>
                </a:lnTo>
                <a:lnTo>
                  <a:pt x="1158687" y="775106"/>
                </a:lnTo>
                <a:lnTo>
                  <a:pt x="1158865" y="775142"/>
                </a:lnTo>
                <a:lnTo>
                  <a:pt x="1159034" y="775177"/>
                </a:lnTo>
                <a:lnTo>
                  <a:pt x="1159212" y="775222"/>
                </a:lnTo>
                <a:lnTo>
                  <a:pt x="1159381" y="775257"/>
                </a:lnTo>
                <a:lnTo>
                  <a:pt x="1159550" y="775293"/>
                </a:lnTo>
                <a:lnTo>
                  <a:pt x="1159728" y="775337"/>
                </a:lnTo>
                <a:lnTo>
                  <a:pt x="1159897" y="775373"/>
                </a:lnTo>
                <a:lnTo>
                  <a:pt x="1160066" y="775408"/>
                </a:lnTo>
                <a:lnTo>
                  <a:pt x="1160244" y="775453"/>
                </a:lnTo>
                <a:lnTo>
                  <a:pt x="1160413" y="775488"/>
                </a:lnTo>
                <a:lnTo>
                  <a:pt x="1160591" y="775524"/>
                </a:lnTo>
                <a:lnTo>
                  <a:pt x="1160760" y="775569"/>
                </a:lnTo>
                <a:lnTo>
                  <a:pt x="1160929" y="775604"/>
                </a:lnTo>
                <a:lnTo>
                  <a:pt x="1161107" y="775640"/>
                </a:lnTo>
                <a:lnTo>
                  <a:pt x="1161276" y="775684"/>
                </a:lnTo>
                <a:lnTo>
                  <a:pt x="1161445" y="775720"/>
                </a:lnTo>
                <a:lnTo>
                  <a:pt x="1161623" y="775755"/>
                </a:lnTo>
                <a:lnTo>
                  <a:pt x="1161792" y="775800"/>
                </a:lnTo>
                <a:lnTo>
                  <a:pt x="1161961" y="775835"/>
                </a:lnTo>
                <a:lnTo>
                  <a:pt x="1162139" y="775871"/>
                </a:lnTo>
                <a:lnTo>
                  <a:pt x="1162308" y="775907"/>
                </a:lnTo>
                <a:lnTo>
                  <a:pt x="1162486" y="775951"/>
                </a:lnTo>
                <a:lnTo>
                  <a:pt x="1162655" y="775987"/>
                </a:lnTo>
                <a:lnTo>
                  <a:pt x="1162824" y="776022"/>
                </a:lnTo>
                <a:lnTo>
                  <a:pt x="1163002" y="776067"/>
                </a:lnTo>
                <a:lnTo>
                  <a:pt x="1163171" y="776102"/>
                </a:lnTo>
                <a:lnTo>
                  <a:pt x="1163340" y="776138"/>
                </a:lnTo>
                <a:lnTo>
                  <a:pt x="1163518" y="776173"/>
                </a:lnTo>
                <a:lnTo>
                  <a:pt x="1163687" y="776218"/>
                </a:lnTo>
                <a:lnTo>
                  <a:pt x="1163865" y="776254"/>
                </a:lnTo>
                <a:lnTo>
                  <a:pt x="1164034" y="776289"/>
                </a:lnTo>
                <a:lnTo>
                  <a:pt x="1164203" y="776325"/>
                </a:lnTo>
                <a:lnTo>
                  <a:pt x="1164381" y="776360"/>
                </a:lnTo>
                <a:lnTo>
                  <a:pt x="1164550" y="776405"/>
                </a:lnTo>
                <a:lnTo>
                  <a:pt x="1164719" y="776440"/>
                </a:lnTo>
                <a:lnTo>
                  <a:pt x="1164897" y="776476"/>
                </a:lnTo>
                <a:lnTo>
                  <a:pt x="1165066" y="776511"/>
                </a:lnTo>
                <a:lnTo>
                  <a:pt x="1165235" y="776547"/>
                </a:lnTo>
                <a:lnTo>
                  <a:pt x="1165413" y="776592"/>
                </a:lnTo>
                <a:lnTo>
                  <a:pt x="1165582" y="776627"/>
                </a:lnTo>
                <a:lnTo>
                  <a:pt x="1165760" y="776663"/>
                </a:lnTo>
                <a:lnTo>
                  <a:pt x="1165929" y="776698"/>
                </a:lnTo>
                <a:lnTo>
                  <a:pt x="1166098" y="776734"/>
                </a:lnTo>
                <a:lnTo>
                  <a:pt x="1166276" y="776778"/>
                </a:lnTo>
                <a:lnTo>
                  <a:pt x="1166445" y="776814"/>
                </a:lnTo>
                <a:lnTo>
                  <a:pt x="1166614" y="776850"/>
                </a:lnTo>
                <a:lnTo>
                  <a:pt x="1166792" y="776885"/>
                </a:lnTo>
                <a:lnTo>
                  <a:pt x="1166961" y="776921"/>
                </a:lnTo>
                <a:lnTo>
                  <a:pt x="1167139" y="776956"/>
                </a:lnTo>
                <a:lnTo>
                  <a:pt x="1167308" y="776992"/>
                </a:lnTo>
                <a:lnTo>
                  <a:pt x="1167477" y="777036"/>
                </a:lnTo>
                <a:lnTo>
                  <a:pt x="1167655" y="777072"/>
                </a:lnTo>
                <a:lnTo>
                  <a:pt x="1167824" y="777108"/>
                </a:lnTo>
                <a:lnTo>
                  <a:pt x="1167993" y="777143"/>
                </a:lnTo>
                <a:lnTo>
                  <a:pt x="1168171" y="777179"/>
                </a:lnTo>
                <a:lnTo>
                  <a:pt x="1168340" y="777214"/>
                </a:lnTo>
                <a:lnTo>
                  <a:pt x="1168518" y="777250"/>
                </a:lnTo>
                <a:lnTo>
                  <a:pt x="1168687" y="777285"/>
                </a:lnTo>
                <a:lnTo>
                  <a:pt x="1168856" y="777321"/>
                </a:lnTo>
                <a:lnTo>
                  <a:pt x="1169034" y="777366"/>
                </a:lnTo>
                <a:lnTo>
                  <a:pt x="1169203" y="777401"/>
                </a:lnTo>
                <a:lnTo>
                  <a:pt x="1169372" y="777437"/>
                </a:lnTo>
                <a:lnTo>
                  <a:pt x="1169550" y="777472"/>
                </a:lnTo>
                <a:lnTo>
                  <a:pt x="1169719" y="777508"/>
                </a:lnTo>
                <a:lnTo>
                  <a:pt x="1169888" y="777544"/>
                </a:lnTo>
                <a:lnTo>
                  <a:pt x="1170066" y="777579"/>
                </a:lnTo>
                <a:lnTo>
                  <a:pt x="1170235" y="777615"/>
                </a:lnTo>
                <a:lnTo>
                  <a:pt x="1170413" y="777650"/>
                </a:lnTo>
                <a:lnTo>
                  <a:pt x="1170582" y="777686"/>
                </a:lnTo>
                <a:lnTo>
                  <a:pt x="1170751" y="777722"/>
                </a:lnTo>
                <a:lnTo>
                  <a:pt x="1170929" y="777757"/>
                </a:lnTo>
                <a:lnTo>
                  <a:pt x="1171098" y="777793"/>
                </a:lnTo>
                <a:lnTo>
                  <a:pt x="1171267" y="777828"/>
                </a:lnTo>
                <a:lnTo>
                  <a:pt x="1171445" y="777864"/>
                </a:lnTo>
                <a:lnTo>
                  <a:pt x="1171614" y="777899"/>
                </a:lnTo>
                <a:lnTo>
                  <a:pt x="1171792" y="777935"/>
                </a:lnTo>
                <a:lnTo>
                  <a:pt x="1171961" y="777971"/>
                </a:lnTo>
                <a:lnTo>
                  <a:pt x="1172130" y="778006"/>
                </a:lnTo>
                <a:lnTo>
                  <a:pt x="1172307" y="778042"/>
                </a:lnTo>
                <a:lnTo>
                  <a:pt x="1172477" y="778077"/>
                </a:lnTo>
                <a:lnTo>
                  <a:pt x="1172646" y="778113"/>
                </a:lnTo>
                <a:lnTo>
                  <a:pt x="1172824" y="778149"/>
                </a:lnTo>
                <a:lnTo>
                  <a:pt x="1172993" y="778184"/>
                </a:lnTo>
                <a:lnTo>
                  <a:pt x="1173170" y="778220"/>
                </a:lnTo>
                <a:lnTo>
                  <a:pt x="1173340" y="778255"/>
                </a:lnTo>
                <a:lnTo>
                  <a:pt x="1173508" y="778291"/>
                </a:lnTo>
                <a:lnTo>
                  <a:pt x="1173686" y="778326"/>
                </a:lnTo>
                <a:lnTo>
                  <a:pt x="1173855" y="778362"/>
                </a:lnTo>
                <a:lnTo>
                  <a:pt x="1174025" y="778398"/>
                </a:lnTo>
                <a:lnTo>
                  <a:pt x="1174202" y="778433"/>
                </a:lnTo>
                <a:lnTo>
                  <a:pt x="1174372" y="778469"/>
                </a:lnTo>
                <a:lnTo>
                  <a:pt x="1174541" y="778504"/>
                </a:lnTo>
                <a:lnTo>
                  <a:pt x="1174719" y="778540"/>
                </a:lnTo>
                <a:lnTo>
                  <a:pt x="1174887" y="778576"/>
                </a:lnTo>
                <a:lnTo>
                  <a:pt x="1175065" y="778611"/>
                </a:lnTo>
                <a:lnTo>
                  <a:pt x="1175234" y="778647"/>
                </a:lnTo>
                <a:lnTo>
                  <a:pt x="1175403" y="778682"/>
                </a:lnTo>
                <a:lnTo>
                  <a:pt x="1175581" y="778718"/>
                </a:lnTo>
                <a:lnTo>
                  <a:pt x="1175750" y="778753"/>
                </a:lnTo>
                <a:lnTo>
                  <a:pt x="1175920" y="778789"/>
                </a:lnTo>
                <a:lnTo>
                  <a:pt x="1176097" y="778825"/>
                </a:lnTo>
                <a:lnTo>
                  <a:pt x="1176266" y="778851"/>
                </a:lnTo>
                <a:lnTo>
                  <a:pt x="1176444" y="778887"/>
                </a:lnTo>
                <a:lnTo>
                  <a:pt x="1176613" y="778923"/>
                </a:lnTo>
                <a:lnTo>
                  <a:pt x="1176782" y="778958"/>
                </a:lnTo>
                <a:lnTo>
                  <a:pt x="1176960" y="778994"/>
                </a:lnTo>
                <a:lnTo>
                  <a:pt x="1177129" y="779029"/>
                </a:lnTo>
                <a:lnTo>
                  <a:pt x="1177298" y="779065"/>
                </a:lnTo>
                <a:lnTo>
                  <a:pt x="1177476" y="779100"/>
                </a:lnTo>
                <a:lnTo>
                  <a:pt x="1177645" y="779136"/>
                </a:lnTo>
                <a:lnTo>
                  <a:pt x="1177814" y="779163"/>
                </a:lnTo>
                <a:lnTo>
                  <a:pt x="1177992" y="779198"/>
                </a:lnTo>
                <a:lnTo>
                  <a:pt x="1178161" y="779234"/>
                </a:lnTo>
                <a:lnTo>
                  <a:pt x="1178339" y="779269"/>
                </a:lnTo>
                <a:lnTo>
                  <a:pt x="1178508" y="779305"/>
                </a:lnTo>
                <a:lnTo>
                  <a:pt x="1178677" y="779341"/>
                </a:lnTo>
                <a:lnTo>
                  <a:pt x="1178855" y="779376"/>
                </a:lnTo>
                <a:lnTo>
                  <a:pt x="1179024" y="779403"/>
                </a:lnTo>
                <a:lnTo>
                  <a:pt x="1179193" y="779438"/>
                </a:lnTo>
                <a:lnTo>
                  <a:pt x="1179371" y="779474"/>
                </a:lnTo>
                <a:lnTo>
                  <a:pt x="1179540" y="779510"/>
                </a:lnTo>
                <a:lnTo>
                  <a:pt x="1179718" y="779545"/>
                </a:lnTo>
                <a:lnTo>
                  <a:pt x="1179887" y="779572"/>
                </a:lnTo>
                <a:lnTo>
                  <a:pt x="1180056" y="779608"/>
                </a:lnTo>
                <a:lnTo>
                  <a:pt x="1180234" y="779643"/>
                </a:lnTo>
                <a:lnTo>
                  <a:pt x="1180403" y="779679"/>
                </a:lnTo>
                <a:lnTo>
                  <a:pt x="1180572" y="779714"/>
                </a:lnTo>
                <a:lnTo>
                  <a:pt x="1180750" y="779741"/>
                </a:lnTo>
                <a:lnTo>
                  <a:pt x="1180919" y="779777"/>
                </a:lnTo>
                <a:lnTo>
                  <a:pt x="1181097" y="779812"/>
                </a:lnTo>
                <a:lnTo>
                  <a:pt x="1181266" y="779848"/>
                </a:lnTo>
                <a:lnTo>
                  <a:pt x="1181435" y="779883"/>
                </a:lnTo>
                <a:lnTo>
                  <a:pt x="1181613" y="779910"/>
                </a:lnTo>
                <a:lnTo>
                  <a:pt x="1181782" y="779946"/>
                </a:lnTo>
                <a:lnTo>
                  <a:pt x="1181951" y="779981"/>
                </a:lnTo>
                <a:lnTo>
                  <a:pt x="1182129" y="780017"/>
                </a:lnTo>
                <a:lnTo>
                  <a:pt x="1182298" y="780043"/>
                </a:lnTo>
                <a:lnTo>
                  <a:pt x="1182467" y="780079"/>
                </a:lnTo>
                <a:lnTo>
                  <a:pt x="1182645" y="780115"/>
                </a:lnTo>
                <a:lnTo>
                  <a:pt x="1182814" y="780150"/>
                </a:lnTo>
                <a:lnTo>
                  <a:pt x="1182992" y="780177"/>
                </a:lnTo>
                <a:lnTo>
                  <a:pt x="1183161" y="780212"/>
                </a:lnTo>
                <a:lnTo>
                  <a:pt x="1183330" y="780248"/>
                </a:lnTo>
                <a:lnTo>
                  <a:pt x="1183508" y="780284"/>
                </a:lnTo>
                <a:lnTo>
                  <a:pt x="1183677" y="780310"/>
                </a:lnTo>
                <a:lnTo>
                  <a:pt x="1183846" y="780346"/>
                </a:lnTo>
                <a:lnTo>
                  <a:pt x="1184024" y="780382"/>
                </a:lnTo>
                <a:lnTo>
                  <a:pt x="1184193" y="780417"/>
                </a:lnTo>
                <a:lnTo>
                  <a:pt x="1184371" y="780444"/>
                </a:lnTo>
                <a:lnTo>
                  <a:pt x="1184540" y="780479"/>
                </a:lnTo>
                <a:lnTo>
                  <a:pt x="1184709" y="780515"/>
                </a:lnTo>
                <a:lnTo>
                  <a:pt x="1184887" y="780542"/>
                </a:lnTo>
                <a:lnTo>
                  <a:pt x="1185056" y="780577"/>
                </a:lnTo>
                <a:lnTo>
                  <a:pt x="1185225" y="780613"/>
                </a:lnTo>
                <a:lnTo>
                  <a:pt x="1185403" y="780639"/>
                </a:lnTo>
                <a:lnTo>
                  <a:pt x="1185572" y="780675"/>
                </a:lnTo>
                <a:lnTo>
                  <a:pt x="1185741" y="780711"/>
                </a:lnTo>
                <a:lnTo>
                  <a:pt x="1185919" y="780737"/>
                </a:lnTo>
                <a:lnTo>
                  <a:pt x="1186088" y="780773"/>
                </a:lnTo>
                <a:lnTo>
                  <a:pt x="1186266" y="780809"/>
                </a:lnTo>
                <a:lnTo>
                  <a:pt x="1186435" y="780835"/>
                </a:lnTo>
                <a:lnTo>
                  <a:pt x="1186604" y="780871"/>
                </a:lnTo>
                <a:lnTo>
                  <a:pt x="1186782" y="780906"/>
                </a:lnTo>
                <a:lnTo>
                  <a:pt x="1186951" y="780933"/>
                </a:lnTo>
                <a:lnTo>
                  <a:pt x="1187120" y="780969"/>
                </a:lnTo>
                <a:lnTo>
                  <a:pt x="1187298" y="781004"/>
                </a:lnTo>
                <a:lnTo>
                  <a:pt x="1187467" y="781031"/>
                </a:lnTo>
                <a:lnTo>
                  <a:pt x="1187645" y="781066"/>
                </a:lnTo>
                <a:lnTo>
                  <a:pt x="1187814" y="781102"/>
                </a:lnTo>
                <a:lnTo>
                  <a:pt x="1187983" y="781129"/>
                </a:lnTo>
                <a:lnTo>
                  <a:pt x="1188161" y="781164"/>
                </a:lnTo>
                <a:lnTo>
                  <a:pt x="1188330" y="781200"/>
                </a:lnTo>
                <a:lnTo>
                  <a:pt x="1188499" y="781227"/>
                </a:lnTo>
                <a:lnTo>
                  <a:pt x="1188677" y="781262"/>
                </a:lnTo>
                <a:lnTo>
                  <a:pt x="1188846" y="781289"/>
                </a:lnTo>
                <a:lnTo>
                  <a:pt x="1189024" y="781325"/>
                </a:lnTo>
                <a:lnTo>
                  <a:pt x="1189193" y="781360"/>
                </a:lnTo>
                <a:lnTo>
                  <a:pt x="1189362" y="781387"/>
                </a:lnTo>
                <a:lnTo>
                  <a:pt x="1189540" y="781422"/>
                </a:lnTo>
                <a:lnTo>
                  <a:pt x="1189709" y="781449"/>
                </a:lnTo>
                <a:lnTo>
                  <a:pt x="1189878" y="781485"/>
                </a:lnTo>
                <a:lnTo>
                  <a:pt x="1190056" y="781511"/>
                </a:lnTo>
                <a:lnTo>
                  <a:pt x="1190225" y="781547"/>
                </a:lnTo>
                <a:lnTo>
                  <a:pt x="1190394" y="781583"/>
                </a:lnTo>
                <a:lnTo>
                  <a:pt x="1190572" y="781609"/>
                </a:lnTo>
                <a:lnTo>
                  <a:pt x="1190741" y="781645"/>
                </a:lnTo>
                <a:lnTo>
                  <a:pt x="1190919" y="781671"/>
                </a:lnTo>
                <a:lnTo>
                  <a:pt x="1191088" y="781707"/>
                </a:lnTo>
                <a:lnTo>
                  <a:pt x="1191257" y="781734"/>
                </a:lnTo>
                <a:lnTo>
                  <a:pt x="1191435" y="781769"/>
                </a:lnTo>
                <a:lnTo>
                  <a:pt x="1191604" y="781805"/>
                </a:lnTo>
                <a:lnTo>
                  <a:pt x="1191773" y="781832"/>
                </a:lnTo>
                <a:lnTo>
                  <a:pt x="1191951" y="781867"/>
                </a:lnTo>
                <a:lnTo>
                  <a:pt x="1192120" y="781894"/>
                </a:lnTo>
                <a:lnTo>
                  <a:pt x="1192298" y="781930"/>
                </a:lnTo>
                <a:lnTo>
                  <a:pt x="1192467" y="781956"/>
                </a:lnTo>
                <a:lnTo>
                  <a:pt x="1192636" y="781992"/>
                </a:lnTo>
                <a:lnTo>
                  <a:pt x="1192814" y="782018"/>
                </a:lnTo>
                <a:lnTo>
                  <a:pt x="1192983" y="782054"/>
                </a:lnTo>
                <a:lnTo>
                  <a:pt x="1193152" y="782081"/>
                </a:lnTo>
                <a:lnTo>
                  <a:pt x="1193330" y="782116"/>
                </a:lnTo>
                <a:lnTo>
                  <a:pt x="1193499" y="782143"/>
                </a:lnTo>
                <a:lnTo>
                  <a:pt x="1193668" y="782179"/>
                </a:lnTo>
                <a:lnTo>
                  <a:pt x="1193846" y="782205"/>
                </a:lnTo>
                <a:lnTo>
                  <a:pt x="1194015" y="782241"/>
                </a:lnTo>
                <a:lnTo>
                  <a:pt x="1194193" y="782268"/>
                </a:lnTo>
                <a:lnTo>
                  <a:pt x="1194362" y="782303"/>
                </a:lnTo>
                <a:lnTo>
                  <a:pt x="1194531" y="782330"/>
                </a:lnTo>
                <a:lnTo>
                  <a:pt x="1194709" y="782365"/>
                </a:lnTo>
                <a:lnTo>
                  <a:pt x="1194878" y="782392"/>
                </a:lnTo>
                <a:lnTo>
                  <a:pt x="1195047" y="782428"/>
                </a:lnTo>
                <a:lnTo>
                  <a:pt x="1195225" y="782454"/>
                </a:lnTo>
                <a:lnTo>
                  <a:pt x="1195394" y="782490"/>
                </a:lnTo>
                <a:lnTo>
                  <a:pt x="1195572" y="782517"/>
                </a:lnTo>
                <a:lnTo>
                  <a:pt x="1195741" y="782552"/>
                </a:lnTo>
                <a:lnTo>
                  <a:pt x="1195910" y="782579"/>
                </a:lnTo>
                <a:lnTo>
                  <a:pt x="1196088" y="782606"/>
                </a:lnTo>
                <a:lnTo>
                  <a:pt x="1196257" y="782641"/>
                </a:lnTo>
                <a:lnTo>
                  <a:pt x="1196426" y="782668"/>
                </a:lnTo>
                <a:lnTo>
                  <a:pt x="1196604" y="782704"/>
                </a:lnTo>
                <a:lnTo>
                  <a:pt x="1196773" y="782730"/>
                </a:lnTo>
                <a:lnTo>
                  <a:pt x="1196951" y="782766"/>
                </a:lnTo>
                <a:lnTo>
                  <a:pt x="1197120" y="782792"/>
                </a:lnTo>
                <a:lnTo>
                  <a:pt x="1197289" y="782819"/>
                </a:lnTo>
                <a:lnTo>
                  <a:pt x="1197467" y="782855"/>
                </a:lnTo>
                <a:lnTo>
                  <a:pt x="1197636" y="782881"/>
                </a:lnTo>
                <a:lnTo>
                  <a:pt x="1197805" y="782917"/>
                </a:lnTo>
                <a:lnTo>
                  <a:pt x="1197983" y="782944"/>
                </a:lnTo>
                <a:lnTo>
                  <a:pt x="1198152" y="782979"/>
                </a:lnTo>
                <a:lnTo>
                  <a:pt x="1198321" y="783006"/>
                </a:lnTo>
                <a:lnTo>
                  <a:pt x="1198499" y="783033"/>
                </a:lnTo>
                <a:lnTo>
                  <a:pt x="1198668" y="783068"/>
                </a:lnTo>
                <a:lnTo>
                  <a:pt x="1198846" y="783095"/>
                </a:lnTo>
                <a:lnTo>
                  <a:pt x="1199015" y="783131"/>
                </a:lnTo>
                <a:lnTo>
                  <a:pt x="1199184" y="783157"/>
                </a:lnTo>
                <a:lnTo>
                  <a:pt x="1199362" y="783184"/>
                </a:lnTo>
                <a:lnTo>
                  <a:pt x="1199531" y="783219"/>
                </a:lnTo>
                <a:lnTo>
                  <a:pt x="1199700" y="783246"/>
                </a:lnTo>
                <a:lnTo>
                  <a:pt x="1199878" y="783273"/>
                </a:lnTo>
                <a:lnTo>
                  <a:pt x="1200047" y="783308"/>
                </a:lnTo>
                <a:lnTo>
                  <a:pt x="1200225" y="783335"/>
                </a:lnTo>
                <a:lnTo>
                  <a:pt x="1200394" y="783362"/>
                </a:lnTo>
                <a:lnTo>
                  <a:pt x="1200563" y="783397"/>
                </a:lnTo>
                <a:lnTo>
                  <a:pt x="1200741" y="783424"/>
                </a:lnTo>
                <a:lnTo>
                  <a:pt x="1200910" y="783460"/>
                </a:lnTo>
                <a:lnTo>
                  <a:pt x="1201079" y="783486"/>
                </a:lnTo>
                <a:lnTo>
                  <a:pt x="1201257" y="783513"/>
                </a:lnTo>
                <a:lnTo>
                  <a:pt x="1201426" y="783549"/>
                </a:lnTo>
                <a:lnTo>
                  <a:pt x="1201604" y="783575"/>
                </a:lnTo>
                <a:lnTo>
                  <a:pt x="1201773" y="783602"/>
                </a:lnTo>
                <a:lnTo>
                  <a:pt x="1201942" y="783638"/>
                </a:lnTo>
                <a:lnTo>
                  <a:pt x="1202120" y="783664"/>
                </a:lnTo>
                <a:lnTo>
                  <a:pt x="1202289" y="783691"/>
                </a:lnTo>
                <a:lnTo>
                  <a:pt x="1202458" y="783727"/>
                </a:lnTo>
                <a:lnTo>
                  <a:pt x="1202635" y="783753"/>
                </a:lnTo>
                <a:lnTo>
                  <a:pt x="1202805" y="783780"/>
                </a:lnTo>
                <a:lnTo>
                  <a:pt x="1202974" y="783807"/>
                </a:lnTo>
                <a:lnTo>
                  <a:pt x="1203152" y="783842"/>
                </a:lnTo>
                <a:lnTo>
                  <a:pt x="1203321" y="783869"/>
                </a:lnTo>
                <a:lnTo>
                  <a:pt x="1203499" y="783896"/>
                </a:lnTo>
                <a:lnTo>
                  <a:pt x="1203667" y="783931"/>
                </a:lnTo>
                <a:lnTo>
                  <a:pt x="1203837" y="783958"/>
                </a:lnTo>
                <a:lnTo>
                  <a:pt x="1204014" y="783985"/>
                </a:lnTo>
                <a:lnTo>
                  <a:pt x="1204184" y="784020"/>
                </a:lnTo>
                <a:lnTo>
                  <a:pt x="1204353" y="784047"/>
                </a:lnTo>
                <a:lnTo>
                  <a:pt x="1204530" y="784073"/>
                </a:lnTo>
                <a:lnTo>
                  <a:pt x="1204700" y="784100"/>
                </a:lnTo>
                <a:lnTo>
                  <a:pt x="1204877" y="784136"/>
                </a:lnTo>
                <a:lnTo>
                  <a:pt x="1205046" y="784163"/>
                </a:lnTo>
                <a:lnTo>
                  <a:pt x="1205215" y="784189"/>
                </a:lnTo>
                <a:lnTo>
                  <a:pt x="1205393" y="784216"/>
                </a:lnTo>
                <a:lnTo>
                  <a:pt x="1205562" y="784251"/>
                </a:lnTo>
                <a:lnTo>
                  <a:pt x="1205732" y="784278"/>
                </a:lnTo>
                <a:lnTo>
                  <a:pt x="1205909" y="784305"/>
                </a:lnTo>
                <a:lnTo>
                  <a:pt x="1206078" y="784332"/>
                </a:lnTo>
                <a:lnTo>
                  <a:pt x="1206247" y="784367"/>
                </a:lnTo>
                <a:lnTo>
                  <a:pt x="1206425" y="784394"/>
                </a:lnTo>
                <a:lnTo>
                  <a:pt x="1206594" y="784420"/>
                </a:lnTo>
                <a:lnTo>
                  <a:pt x="1206772" y="784447"/>
                </a:lnTo>
                <a:lnTo>
                  <a:pt x="1206941" y="784483"/>
                </a:lnTo>
                <a:lnTo>
                  <a:pt x="1207110" y="784509"/>
                </a:lnTo>
                <a:lnTo>
                  <a:pt x="1207288" y="784536"/>
                </a:lnTo>
                <a:lnTo>
                  <a:pt x="1207457" y="784563"/>
                </a:lnTo>
                <a:lnTo>
                  <a:pt x="1207626" y="784590"/>
                </a:lnTo>
                <a:lnTo>
                  <a:pt x="1207804" y="784625"/>
                </a:lnTo>
                <a:lnTo>
                  <a:pt x="1207973" y="784652"/>
                </a:lnTo>
                <a:lnTo>
                  <a:pt x="1208151" y="784678"/>
                </a:lnTo>
                <a:lnTo>
                  <a:pt x="1208320" y="784705"/>
                </a:lnTo>
                <a:lnTo>
                  <a:pt x="1208489" y="784732"/>
                </a:lnTo>
                <a:lnTo>
                  <a:pt x="1208667" y="784767"/>
                </a:lnTo>
                <a:lnTo>
                  <a:pt x="1208836" y="784794"/>
                </a:lnTo>
                <a:lnTo>
                  <a:pt x="1209005" y="784821"/>
                </a:lnTo>
                <a:lnTo>
                  <a:pt x="1209183" y="784847"/>
                </a:lnTo>
                <a:lnTo>
                  <a:pt x="1209352" y="784874"/>
                </a:lnTo>
                <a:lnTo>
                  <a:pt x="1209530" y="784910"/>
                </a:lnTo>
                <a:lnTo>
                  <a:pt x="1209699" y="784937"/>
                </a:lnTo>
                <a:lnTo>
                  <a:pt x="1209868" y="784963"/>
                </a:lnTo>
                <a:lnTo>
                  <a:pt x="1210046" y="784990"/>
                </a:lnTo>
                <a:lnTo>
                  <a:pt x="1210215" y="785017"/>
                </a:lnTo>
                <a:lnTo>
                  <a:pt x="1210384" y="785043"/>
                </a:lnTo>
                <a:lnTo>
                  <a:pt x="1210562" y="785079"/>
                </a:lnTo>
                <a:lnTo>
                  <a:pt x="1210731" y="785105"/>
                </a:lnTo>
                <a:lnTo>
                  <a:pt x="1210900" y="785132"/>
                </a:lnTo>
                <a:lnTo>
                  <a:pt x="1211078" y="785159"/>
                </a:lnTo>
                <a:lnTo>
                  <a:pt x="1211247" y="785186"/>
                </a:lnTo>
                <a:lnTo>
                  <a:pt x="1211425" y="785212"/>
                </a:lnTo>
                <a:lnTo>
                  <a:pt x="1211594" y="785248"/>
                </a:lnTo>
                <a:lnTo>
                  <a:pt x="1211763" y="785275"/>
                </a:lnTo>
                <a:lnTo>
                  <a:pt x="1211941" y="785301"/>
                </a:lnTo>
                <a:lnTo>
                  <a:pt x="1212110" y="785328"/>
                </a:lnTo>
                <a:lnTo>
                  <a:pt x="1212279" y="785355"/>
                </a:lnTo>
                <a:lnTo>
                  <a:pt x="1212457" y="785381"/>
                </a:lnTo>
                <a:lnTo>
                  <a:pt x="1212626" y="785408"/>
                </a:lnTo>
                <a:lnTo>
                  <a:pt x="1212804" y="785435"/>
                </a:lnTo>
                <a:lnTo>
                  <a:pt x="1212973" y="785470"/>
                </a:lnTo>
                <a:lnTo>
                  <a:pt x="1213142" y="785497"/>
                </a:lnTo>
                <a:lnTo>
                  <a:pt x="1213320" y="785524"/>
                </a:lnTo>
                <a:lnTo>
                  <a:pt x="1213489" y="785550"/>
                </a:lnTo>
                <a:lnTo>
                  <a:pt x="1213658" y="785577"/>
                </a:lnTo>
                <a:lnTo>
                  <a:pt x="1213836" y="785604"/>
                </a:lnTo>
                <a:lnTo>
                  <a:pt x="1214005" y="785630"/>
                </a:lnTo>
                <a:lnTo>
                  <a:pt x="1214174" y="785657"/>
                </a:lnTo>
                <a:lnTo>
                  <a:pt x="1214352" y="785684"/>
                </a:lnTo>
                <a:lnTo>
                  <a:pt x="1214521" y="785711"/>
                </a:lnTo>
                <a:lnTo>
                  <a:pt x="1214699" y="785737"/>
                </a:lnTo>
                <a:lnTo>
                  <a:pt x="1214868" y="785773"/>
                </a:lnTo>
                <a:lnTo>
                  <a:pt x="1215037" y="785799"/>
                </a:lnTo>
                <a:lnTo>
                  <a:pt x="1215215" y="785826"/>
                </a:lnTo>
                <a:lnTo>
                  <a:pt x="1215384" y="785853"/>
                </a:lnTo>
                <a:lnTo>
                  <a:pt x="1215553" y="785879"/>
                </a:lnTo>
                <a:lnTo>
                  <a:pt x="1215731" y="785906"/>
                </a:lnTo>
                <a:lnTo>
                  <a:pt x="1215900" y="785933"/>
                </a:lnTo>
                <a:lnTo>
                  <a:pt x="1216078" y="785960"/>
                </a:lnTo>
                <a:lnTo>
                  <a:pt x="1216247" y="785986"/>
                </a:lnTo>
                <a:lnTo>
                  <a:pt x="1216416" y="786013"/>
                </a:lnTo>
                <a:lnTo>
                  <a:pt x="1216594" y="786040"/>
                </a:lnTo>
                <a:lnTo>
                  <a:pt x="1216763" y="786066"/>
                </a:lnTo>
                <a:lnTo>
                  <a:pt x="1216932" y="786093"/>
                </a:lnTo>
                <a:lnTo>
                  <a:pt x="1217110" y="786120"/>
                </a:lnTo>
                <a:lnTo>
                  <a:pt x="1217279" y="786146"/>
                </a:lnTo>
                <a:lnTo>
                  <a:pt x="1217457" y="786173"/>
                </a:lnTo>
                <a:lnTo>
                  <a:pt x="1217626" y="786200"/>
                </a:lnTo>
                <a:lnTo>
                  <a:pt x="1217795" y="786226"/>
                </a:lnTo>
                <a:lnTo>
                  <a:pt x="1217973" y="786253"/>
                </a:lnTo>
                <a:lnTo>
                  <a:pt x="1218142" y="786280"/>
                </a:lnTo>
                <a:lnTo>
                  <a:pt x="1218311" y="786315"/>
                </a:lnTo>
                <a:lnTo>
                  <a:pt x="1218489" y="786342"/>
                </a:lnTo>
                <a:lnTo>
                  <a:pt x="1218658" y="786369"/>
                </a:lnTo>
                <a:lnTo>
                  <a:pt x="1218827" y="786396"/>
                </a:lnTo>
                <a:lnTo>
                  <a:pt x="1219005" y="786422"/>
                </a:lnTo>
                <a:lnTo>
                  <a:pt x="1219174" y="786449"/>
                </a:lnTo>
                <a:lnTo>
                  <a:pt x="1219352" y="786476"/>
                </a:lnTo>
                <a:lnTo>
                  <a:pt x="1219521" y="786502"/>
                </a:lnTo>
                <a:lnTo>
                  <a:pt x="1219690" y="786529"/>
                </a:lnTo>
                <a:lnTo>
                  <a:pt x="1219868" y="786556"/>
                </a:lnTo>
                <a:lnTo>
                  <a:pt x="1220037" y="786582"/>
                </a:lnTo>
                <a:lnTo>
                  <a:pt x="1220206" y="786609"/>
                </a:lnTo>
                <a:lnTo>
                  <a:pt x="1220384" y="786627"/>
                </a:lnTo>
                <a:lnTo>
                  <a:pt x="1220553" y="786653"/>
                </a:lnTo>
                <a:lnTo>
                  <a:pt x="1220731" y="786680"/>
                </a:lnTo>
                <a:lnTo>
                  <a:pt x="1220900" y="786707"/>
                </a:lnTo>
                <a:lnTo>
                  <a:pt x="1221069" y="786734"/>
                </a:lnTo>
                <a:lnTo>
                  <a:pt x="1221247" y="786760"/>
                </a:lnTo>
                <a:lnTo>
                  <a:pt x="1221416" y="786787"/>
                </a:lnTo>
                <a:lnTo>
                  <a:pt x="1221585" y="786814"/>
                </a:lnTo>
                <a:lnTo>
                  <a:pt x="1221763" y="786840"/>
                </a:lnTo>
                <a:lnTo>
                  <a:pt x="1221932" y="786867"/>
                </a:lnTo>
                <a:lnTo>
                  <a:pt x="1222110" y="786894"/>
                </a:lnTo>
                <a:lnTo>
                  <a:pt x="1222279" y="786920"/>
                </a:lnTo>
                <a:lnTo>
                  <a:pt x="1222448" y="786947"/>
                </a:lnTo>
                <a:lnTo>
                  <a:pt x="1222626" y="786974"/>
                </a:lnTo>
                <a:lnTo>
                  <a:pt x="1222795" y="787000"/>
                </a:lnTo>
                <a:lnTo>
                  <a:pt x="1222964" y="787027"/>
                </a:lnTo>
                <a:lnTo>
                  <a:pt x="1223142" y="787054"/>
                </a:lnTo>
                <a:lnTo>
                  <a:pt x="1223311" y="787080"/>
                </a:lnTo>
                <a:lnTo>
                  <a:pt x="1223480" y="787107"/>
                </a:lnTo>
                <a:lnTo>
                  <a:pt x="1223658" y="787134"/>
                </a:lnTo>
                <a:lnTo>
                  <a:pt x="1223827" y="787152"/>
                </a:lnTo>
                <a:lnTo>
                  <a:pt x="1224005" y="787178"/>
                </a:lnTo>
                <a:lnTo>
                  <a:pt x="1224174" y="787205"/>
                </a:lnTo>
                <a:lnTo>
                  <a:pt x="1224343" y="787232"/>
                </a:lnTo>
                <a:lnTo>
                  <a:pt x="1224521" y="787258"/>
                </a:lnTo>
                <a:lnTo>
                  <a:pt x="1224690" y="787285"/>
                </a:lnTo>
                <a:lnTo>
                  <a:pt x="1224859" y="787312"/>
                </a:lnTo>
                <a:lnTo>
                  <a:pt x="1225037" y="787339"/>
                </a:lnTo>
                <a:lnTo>
                  <a:pt x="1225206" y="787365"/>
                </a:lnTo>
                <a:lnTo>
                  <a:pt x="1225384" y="787392"/>
                </a:lnTo>
                <a:lnTo>
                  <a:pt x="1225553" y="787419"/>
                </a:lnTo>
                <a:lnTo>
                  <a:pt x="1225722" y="787436"/>
                </a:lnTo>
                <a:lnTo>
                  <a:pt x="1225900" y="787463"/>
                </a:lnTo>
                <a:lnTo>
                  <a:pt x="1226069" y="787490"/>
                </a:lnTo>
                <a:lnTo>
                  <a:pt x="1226238" y="787516"/>
                </a:lnTo>
                <a:lnTo>
                  <a:pt x="1226416" y="787543"/>
                </a:lnTo>
                <a:lnTo>
                  <a:pt x="1226585" y="787570"/>
                </a:lnTo>
                <a:lnTo>
                  <a:pt x="1226754" y="787597"/>
                </a:lnTo>
                <a:lnTo>
                  <a:pt x="1226932" y="787623"/>
                </a:lnTo>
                <a:lnTo>
                  <a:pt x="1227101" y="787641"/>
                </a:lnTo>
                <a:lnTo>
                  <a:pt x="1227279" y="787668"/>
                </a:lnTo>
                <a:lnTo>
                  <a:pt x="1227448" y="787694"/>
                </a:lnTo>
                <a:lnTo>
                  <a:pt x="1227617" y="787721"/>
                </a:lnTo>
                <a:lnTo>
                  <a:pt x="1227795" y="787748"/>
                </a:lnTo>
                <a:lnTo>
                  <a:pt x="1227964" y="787774"/>
                </a:lnTo>
                <a:lnTo>
                  <a:pt x="1228133" y="787801"/>
                </a:lnTo>
                <a:lnTo>
                  <a:pt x="1228311" y="787819"/>
                </a:lnTo>
                <a:lnTo>
                  <a:pt x="1228480" y="787846"/>
                </a:lnTo>
                <a:lnTo>
                  <a:pt x="1228658" y="787872"/>
                </a:lnTo>
                <a:lnTo>
                  <a:pt x="1228827" y="787899"/>
                </a:lnTo>
                <a:lnTo>
                  <a:pt x="1228996" y="787926"/>
                </a:lnTo>
                <a:lnTo>
                  <a:pt x="1229174" y="787952"/>
                </a:lnTo>
                <a:lnTo>
                  <a:pt x="1229343" y="787970"/>
                </a:lnTo>
                <a:lnTo>
                  <a:pt x="1229512" y="787997"/>
                </a:lnTo>
                <a:lnTo>
                  <a:pt x="1229690" y="788024"/>
                </a:lnTo>
                <a:lnTo>
                  <a:pt x="1229859" y="788050"/>
                </a:lnTo>
                <a:lnTo>
                  <a:pt x="1230037" y="788077"/>
                </a:lnTo>
                <a:lnTo>
                  <a:pt x="1230206" y="788104"/>
                </a:lnTo>
                <a:lnTo>
                  <a:pt x="1230375" y="788121"/>
                </a:lnTo>
                <a:lnTo>
                  <a:pt x="1230553" y="788148"/>
                </a:lnTo>
                <a:lnTo>
                  <a:pt x="1230722" y="788175"/>
                </a:lnTo>
                <a:lnTo>
                  <a:pt x="1230891" y="788201"/>
                </a:lnTo>
                <a:lnTo>
                  <a:pt x="1231069" y="788228"/>
                </a:lnTo>
                <a:lnTo>
                  <a:pt x="1231238" y="788246"/>
                </a:lnTo>
                <a:lnTo>
                  <a:pt x="1231407" y="788273"/>
                </a:lnTo>
                <a:lnTo>
                  <a:pt x="1231585" y="788299"/>
                </a:lnTo>
                <a:lnTo>
                  <a:pt x="1231754" y="788326"/>
                </a:lnTo>
                <a:lnTo>
                  <a:pt x="1231932" y="788353"/>
                </a:lnTo>
                <a:lnTo>
                  <a:pt x="1232101" y="788371"/>
                </a:lnTo>
                <a:lnTo>
                  <a:pt x="1232270" y="788397"/>
                </a:lnTo>
                <a:lnTo>
                  <a:pt x="1232447" y="788424"/>
                </a:lnTo>
                <a:lnTo>
                  <a:pt x="1232617" y="788451"/>
                </a:lnTo>
                <a:lnTo>
                  <a:pt x="1232786" y="788477"/>
                </a:lnTo>
                <a:lnTo>
                  <a:pt x="1232964" y="788495"/>
                </a:lnTo>
                <a:lnTo>
                  <a:pt x="1233133" y="788522"/>
                </a:lnTo>
                <a:lnTo>
                  <a:pt x="1233311" y="788548"/>
                </a:lnTo>
                <a:lnTo>
                  <a:pt x="1233479" y="788575"/>
                </a:lnTo>
                <a:lnTo>
                  <a:pt x="1233649" y="788593"/>
                </a:lnTo>
                <a:lnTo>
                  <a:pt x="1233826" y="788620"/>
                </a:lnTo>
                <a:lnTo>
                  <a:pt x="1233995" y="788646"/>
                </a:lnTo>
                <a:lnTo>
                  <a:pt x="1234165" y="788673"/>
                </a:lnTo>
                <a:lnTo>
                  <a:pt x="1234342" y="788691"/>
                </a:lnTo>
                <a:lnTo>
                  <a:pt x="1234512" y="788718"/>
                </a:lnTo>
                <a:lnTo>
                  <a:pt x="1234680" y="788744"/>
                </a:lnTo>
                <a:lnTo>
                  <a:pt x="1234858" y="788771"/>
                </a:lnTo>
                <a:lnTo>
                  <a:pt x="1235027" y="788789"/>
                </a:lnTo>
                <a:lnTo>
                  <a:pt x="1235205" y="788815"/>
                </a:lnTo>
                <a:lnTo>
                  <a:pt x="1235374" y="788842"/>
                </a:lnTo>
                <a:lnTo>
                  <a:pt x="1235544" y="788869"/>
                </a:lnTo>
                <a:lnTo>
                  <a:pt x="1235721" y="788886"/>
                </a:lnTo>
                <a:lnTo>
                  <a:pt x="1235890" y="788913"/>
                </a:lnTo>
                <a:lnTo>
                  <a:pt x="1236059" y="788940"/>
                </a:lnTo>
                <a:lnTo>
                  <a:pt x="1236237" y="788958"/>
                </a:lnTo>
                <a:lnTo>
                  <a:pt x="1236406" y="788984"/>
                </a:lnTo>
                <a:lnTo>
                  <a:pt x="1236584" y="789011"/>
                </a:lnTo>
                <a:lnTo>
                  <a:pt x="1236753" y="789038"/>
                </a:lnTo>
                <a:lnTo>
                  <a:pt x="1236922" y="789056"/>
                </a:lnTo>
                <a:lnTo>
                  <a:pt x="1237100" y="789082"/>
                </a:lnTo>
                <a:lnTo>
                  <a:pt x="1237269" y="789109"/>
                </a:lnTo>
                <a:lnTo>
                  <a:pt x="1237438" y="789127"/>
                </a:lnTo>
                <a:lnTo>
                  <a:pt x="1237616" y="789153"/>
                </a:lnTo>
                <a:lnTo>
                  <a:pt x="1237785" y="789180"/>
                </a:lnTo>
                <a:lnTo>
                  <a:pt x="1237963" y="789207"/>
                </a:lnTo>
                <a:lnTo>
                  <a:pt x="1238132" y="789225"/>
                </a:lnTo>
                <a:lnTo>
                  <a:pt x="1238301" y="789251"/>
                </a:lnTo>
                <a:lnTo>
                  <a:pt x="1238479" y="789278"/>
                </a:lnTo>
                <a:lnTo>
                  <a:pt x="1238648" y="789296"/>
                </a:lnTo>
                <a:lnTo>
                  <a:pt x="1238817" y="789322"/>
                </a:lnTo>
                <a:lnTo>
                  <a:pt x="1238995" y="789349"/>
                </a:lnTo>
                <a:lnTo>
                  <a:pt x="1239164" y="789367"/>
                </a:lnTo>
                <a:lnTo>
                  <a:pt x="1239333" y="789394"/>
                </a:lnTo>
                <a:lnTo>
                  <a:pt x="1239511" y="789420"/>
                </a:lnTo>
                <a:lnTo>
                  <a:pt x="1239680" y="789438"/>
                </a:lnTo>
                <a:lnTo>
                  <a:pt x="1239858" y="789465"/>
                </a:lnTo>
                <a:lnTo>
                  <a:pt x="1240027" y="789491"/>
                </a:lnTo>
                <a:lnTo>
                  <a:pt x="1240196" y="789509"/>
                </a:lnTo>
                <a:lnTo>
                  <a:pt x="1240374" y="789536"/>
                </a:lnTo>
                <a:lnTo>
                  <a:pt x="1240543" y="789563"/>
                </a:lnTo>
                <a:lnTo>
                  <a:pt x="1240712" y="789580"/>
                </a:lnTo>
                <a:lnTo>
                  <a:pt x="1240890" y="789607"/>
                </a:lnTo>
                <a:lnTo>
                  <a:pt x="1241059" y="789634"/>
                </a:lnTo>
                <a:lnTo>
                  <a:pt x="1241237" y="789652"/>
                </a:lnTo>
                <a:lnTo>
                  <a:pt x="1241406" y="789678"/>
                </a:lnTo>
                <a:lnTo>
                  <a:pt x="1241575" y="789696"/>
                </a:lnTo>
                <a:lnTo>
                  <a:pt x="1241753" y="789723"/>
                </a:lnTo>
                <a:lnTo>
                  <a:pt x="1241922" y="789749"/>
                </a:lnTo>
                <a:lnTo>
                  <a:pt x="1242091" y="789767"/>
                </a:lnTo>
                <a:lnTo>
                  <a:pt x="1242269" y="789794"/>
                </a:lnTo>
                <a:lnTo>
                  <a:pt x="1242438" y="789821"/>
                </a:lnTo>
                <a:lnTo>
                  <a:pt x="1242607" y="789838"/>
                </a:lnTo>
                <a:lnTo>
                  <a:pt x="1242785" y="789865"/>
                </a:lnTo>
                <a:lnTo>
                  <a:pt x="1242954" y="789892"/>
                </a:lnTo>
                <a:lnTo>
                  <a:pt x="1243132" y="789910"/>
                </a:lnTo>
                <a:lnTo>
                  <a:pt x="1243301" y="789936"/>
                </a:lnTo>
                <a:lnTo>
                  <a:pt x="1243470" y="789954"/>
                </a:lnTo>
                <a:lnTo>
                  <a:pt x="1243648" y="789981"/>
                </a:lnTo>
                <a:lnTo>
                  <a:pt x="1243817" y="790007"/>
                </a:lnTo>
                <a:lnTo>
                  <a:pt x="1243986" y="790025"/>
                </a:lnTo>
                <a:lnTo>
                  <a:pt x="1244164" y="790052"/>
                </a:lnTo>
                <a:lnTo>
                  <a:pt x="1244333" y="790070"/>
                </a:lnTo>
                <a:lnTo>
                  <a:pt x="1244511" y="790096"/>
                </a:lnTo>
                <a:lnTo>
                  <a:pt x="1244680" y="790123"/>
                </a:lnTo>
                <a:lnTo>
                  <a:pt x="1244849" y="790141"/>
                </a:lnTo>
                <a:lnTo>
                  <a:pt x="1245027" y="790168"/>
                </a:lnTo>
                <a:lnTo>
                  <a:pt x="1245196" y="790185"/>
                </a:lnTo>
                <a:lnTo>
                  <a:pt x="1245365" y="790212"/>
                </a:lnTo>
                <a:lnTo>
                  <a:pt x="1245543" y="790239"/>
                </a:lnTo>
                <a:lnTo>
                  <a:pt x="1245712" y="790257"/>
                </a:lnTo>
                <a:lnTo>
                  <a:pt x="1245890" y="790283"/>
                </a:lnTo>
                <a:lnTo>
                  <a:pt x="1246059" y="790301"/>
                </a:lnTo>
                <a:lnTo>
                  <a:pt x="1246228" y="790328"/>
                </a:lnTo>
                <a:lnTo>
                  <a:pt x="1246406" y="790346"/>
                </a:lnTo>
                <a:lnTo>
                  <a:pt x="1246575" y="790372"/>
                </a:lnTo>
                <a:lnTo>
                  <a:pt x="1246744" y="790399"/>
                </a:lnTo>
                <a:lnTo>
                  <a:pt x="1246922" y="790417"/>
                </a:lnTo>
                <a:lnTo>
                  <a:pt x="1247091" y="790443"/>
                </a:lnTo>
                <a:lnTo>
                  <a:pt x="1247260" y="790461"/>
                </a:lnTo>
                <a:lnTo>
                  <a:pt x="1247438" y="790488"/>
                </a:lnTo>
                <a:lnTo>
                  <a:pt x="1247607" y="790506"/>
                </a:lnTo>
                <a:lnTo>
                  <a:pt x="1247785" y="790532"/>
                </a:lnTo>
                <a:lnTo>
                  <a:pt x="1247954" y="790550"/>
                </a:lnTo>
                <a:lnTo>
                  <a:pt x="1248123" y="790577"/>
                </a:lnTo>
                <a:lnTo>
                  <a:pt x="1248301" y="790604"/>
                </a:lnTo>
                <a:lnTo>
                  <a:pt x="1248470" y="790621"/>
                </a:lnTo>
                <a:lnTo>
                  <a:pt x="1248639" y="790648"/>
                </a:lnTo>
                <a:lnTo>
                  <a:pt x="1248817" y="790666"/>
                </a:lnTo>
                <a:lnTo>
                  <a:pt x="1248986" y="790692"/>
                </a:lnTo>
                <a:lnTo>
                  <a:pt x="1249164" y="790710"/>
                </a:lnTo>
                <a:lnTo>
                  <a:pt x="1249333" y="790737"/>
                </a:lnTo>
                <a:lnTo>
                  <a:pt x="1249502" y="790755"/>
                </a:lnTo>
                <a:lnTo>
                  <a:pt x="1249680" y="790781"/>
                </a:lnTo>
                <a:lnTo>
                  <a:pt x="1249849" y="790799"/>
                </a:lnTo>
                <a:lnTo>
                  <a:pt x="1250018" y="790826"/>
                </a:lnTo>
                <a:lnTo>
                  <a:pt x="1250196" y="790844"/>
                </a:lnTo>
                <a:lnTo>
                  <a:pt x="1250365" y="790870"/>
                </a:lnTo>
                <a:lnTo>
                  <a:pt x="1250543" y="790888"/>
                </a:lnTo>
                <a:lnTo>
                  <a:pt x="1250712" y="790915"/>
                </a:lnTo>
                <a:lnTo>
                  <a:pt x="1250881" y="790933"/>
                </a:lnTo>
                <a:lnTo>
                  <a:pt x="1251059" y="790959"/>
                </a:lnTo>
                <a:lnTo>
                  <a:pt x="1251228" y="790977"/>
                </a:lnTo>
                <a:lnTo>
                  <a:pt x="1251397" y="791004"/>
                </a:lnTo>
                <a:lnTo>
                  <a:pt x="1251575" y="791022"/>
                </a:lnTo>
                <a:lnTo>
                  <a:pt x="1251744" y="791048"/>
                </a:lnTo>
                <a:lnTo>
                  <a:pt x="1251913" y="791066"/>
                </a:lnTo>
                <a:lnTo>
                  <a:pt x="1252091" y="791093"/>
                </a:lnTo>
                <a:lnTo>
                  <a:pt x="1252260" y="791111"/>
                </a:lnTo>
                <a:lnTo>
                  <a:pt x="1252438" y="791137"/>
                </a:lnTo>
                <a:lnTo>
                  <a:pt x="1252607" y="791155"/>
                </a:lnTo>
                <a:lnTo>
                  <a:pt x="1252776" y="791182"/>
                </a:lnTo>
                <a:lnTo>
                  <a:pt x="1252954" y="791200"/>
                </a:lnTo>
                <a:lnTo>
                  <a:pt x="1253123" y="791226"/>
                </a:lnTo>
                <a:lnTo>
                  <a:pt x="1253292" y="791244"/>
                </a:lnTo>
                <a:lnTo>
                  <a:pt x="1253470" y="791271"/>
                </a:lnTo>
                <a:lnTo>
                  <a:pt x="1253639" y="791289"/>
                </a:lnTo>
                <a:lnTo>
                  <a:pt x="1253817" y="791315"/>
                </a:lnTo>
                <a:lnTo>
                  <a:pt x="1253986" y="791333"/>
                </a:lnTo>
                <a:lnTo>
                  <a:pt x="1254155" y="791360"/>
                </a:lnTo>
                <a:lnTo>
                  <a:pt x="1254333" y="791378"/>
                </a:lnTo>
                <a:lnTo>
                  <a:pt x="1254502" y="791395"/>
                </a:lnTo>
                <a:lnTo>
                  <a:pt x="1254671" y="791422"/>
                </a:lnTo>
                <a:lnTo>
                  <a:pt x="1254849" y="791440"/>
                </a:lnTo>
                <a:lnTo>
                  <a:pt x="1255018" y="791466"/>
                </a:lnTo>
                <a:lnTo>
                  <a:pt x="1255187" y="791484"/>
                </a:lnTo>
                <a:lnTo>
                  <a:pt x="1255365" y="791511"/>
                </a:lnTo>
                <a:lnTo>
                  <a:pt x="1255534" y="791529"/>
                </a:lnTo>
                <a:lnTo>
                  <a:pt x="1255712" y="791555"/>
                </a:lnTo>
                <a:lnTo>
                  <a:pt x="1255881" y="791573"/>
                </a:lnTo>
                <a:lnTo>
                  <a:pt x="1256050" y="791591"/>
                </a:lnTo>
                <a:lnTo>
                  <a:pt x="1256228" y="791618"/>
                </a:lnTo>
                <a:lnTo>
                  <a:pt x="1256397" y="791635"/>
                </a:lnTo>
                <a:lnTo>
                  <a:pt x="1256566" y="791662"/>
                </a:lnTo>
                <a:lnTo>
                  <a:pt x="1256744" y="791680"/>
                </a:lnTo>
                <a:lnTo>
                  <a:pt x="1256913" y="791707"/>
                </a:lnTo>
                <a:lnTo>
                  <a:pt x="1257091" y="791725"/>
                </a:lnTo>
                <a:lnTo>
                  <a:pt x="1257260" y="791742"/>
                </a:lnTo>
                <a:lnTo>
                  <a:pt x="1257429" y="791769"/>
                </a:lnTo>
                <a:lnTo>
                  <a:pt x="1257607" y="791787"/>
                </a:lnTo>
                <a:lnTo>
                  <a:pt x="1257776" y="791813"/>
                </a:lnTo>
                <a:lnTo>
                  <a:pt x="1257945" y="791831"/>
                </a:lnTo>
                <a:lnTo>
                  <a:pt x="1258123" y="791858"/>
                </a:lnTo>
                <a:lnTo>
                  <a:pt x="1258292" y="791876"/>
                </a:lnTo>
                <a:lnTo>
                  <a:pt x="1258470" y="791893"/>
                </a:lnTo>
                <a:lnTo>
                  <a:pt x="1258639" y="791920"/>
                </a:lnTo>
                <a:lnTo>
                  <a:pt x="1258808" y="791938"/>
                </a:lnTo>
                <a:lnTo>
                  <a:pt x="1258986" y="791965"/>
                </a:lnTo>
                <a:lnTo>
                  <a:pt x="1259155" y="791982"/>
                </a:lnTo>
                <a:lnTo>
                  <a:pt x="1259324" y="792000"/>
                </a:lnTo>
                <a:lnTo>
                  <a:pt x="1259502" y="792027"/>
                </a:lnTo>
                <a:lnTo>
                  <a:pt x="1259671" y="792045"/>
                </a:lnTo>
                <a:lnTo>
                  <a:pt x="1259840" y="792071"/>
                </a:lnTo>
                <a:lnTo>
                  <a:pt x="1260018" y="792089"/>
                </a:lnTo>
                <a:lnTo>
                  <a:pt x="1260187" y="792107"/>
                </a:lnTo>
                <a:lnTo>
                  <a:pt x="1260365" y="792134"/>
                </a:lnTo>
                <a:lnTo>
                  <a:pt x="1260534" y="792152"/>
                </a:lnTo>
                <a:lnTo>
                  <a:pt x="1260703" y="792169"/>
                </a:lnTo>
                <a:lnTo>
                  <a:pt x="1260881" y="792196"/>
                </a:lnTo>
                <a:lnTo>
                  <a:pt x="1261050" y="792214"/>
                </a:lnTo>
                <a:lnTo>
                  <a:pt x="1261219" y="792240"/>
                </a:lnTo>
                <a:lnTo>
                  <a:pt x="1261397" y="792258"/>
                </a:lnTo>
                <a:lnTo>
                  <a:pt x="1261566" y="792276"/>
                </a:lnTo>
                <a:lnTo>
                  <a:pt x="1261744" y="792303"/>
                </a:lnTo>
                <a:lnTo>
                  <a:pt x="1261913" y="792321"/>
                </a:lnTo>
                <a:lnTo>
                  <a:pt x="1262082" y="792338"/>
                </a:lnTo>
                <a:lnTo>
                  <a:pt x="1262259" y="792365"/>
                </a:lnTo>
                <a:lnTo>
                  <a:pt x="1262429" y="792383"/>
                </a:lnTo>
                <a:lnTo>
                  <a:pt x="1262598" y="792401"/>
                </a:lnTo>
                <a:lnTo>
                  <a:pt x="1262776" y="792427"/>
                </a:lnTo>
                <a:lnTo>
                  <a:pt x="1262945" y="792445"/>
                </a:lnTo>
                <a:lnTo>
                  <a:pt x="1263114" y="792463"/>
                </a:lnTo>
                <a:lnTo>
                  <a:pt x="1263292" y="792490"/>
                </a:lnTo>
                <a:lnTo>
                  <a:pt x="1263461" y="792507"/>
                </a:lnTo>
                <a:lnTo>
                  <a:pt x="1263638" y="792525"/>
                </a:lnTo>
                <a:lnTo>
                  <a:pt x="1263807" y="792552"/>
                </a:lnTo>
                <a:lnTo>
                  <a:pt x="1263977" y="792570"/>
                </a:lnTo>
                <a:lnTo>
                  <a:pt x="1264154" y="792587"/>
                </a:lnTo>
                <a:lnTo>
                  <a:pt x="1264324" y="792614"/>
                </a:lnTo>
                <a:lnTo>
                  <a:pt x="1264493" y="792632"/>
                </a:lnTo>
                <a:lnTo>
                  <a:pt x="1264671" y="792650"/>
                </a:lnTo>
                <a:lnTo>
                  <a:pt x="1264839" y="792676"/>
                </a:lnTo>
                <a:lnTo>
                  <a:pt x="1265017" y="792694"/>
                </a:lnTo>
                <a:lnTo>
                  <a:pt x="1265186" y="792712"/>
                </a:lnTo>
                <a:lnTo>
                  <a:pt x="1265355" y="792739"/>
                </a:lnTo>
                <a:lnTo>
                  <a:pt x="1265533" y="792756"/>
                </a:lnTo>
                <a:lnTo>
                  <a:pt x="1265702" y="792774"/>
                </a:lnTo>
                <a:lnTo>
                  <a:pt x="1265872" y="792801"/>
                </a:lnTo>
                <a:lnTo>
                  <a:pt x="1266049" y="792819"/>
                </a:lnTo>
                <a:lnTo>
                  <a:pt x="1266218" y="792837"/>
                </a:lnTo>
                <a:lnTo>
                  <a:pt x="1266396" y="792863"/>
                </a:lnTo>
                <a:lnTo>
                  <a:pt x="1266565" y="792881"/>
                </a:lnTo>
                <a:lnTo>
                  <a:pt x="1266734" y="792899"/>
                </a:lnTo>
                <a:lnTo>
                  <a:pt x="1266912" y="792917"/>
                </a:lnTo>
                <a:lnTo>
                  <a:pt x="1267081" y="792943"/>
                </a:lnTo>
                <a:lnTo>
                  <a:pt x="1267250" y="792961"/>
                </a:lnTo>
                <a:lnTo>
                  <a:pt x="1267428" y="792979"/>
                </a:lnTo>
                <a:lnTo>
                  <a:pt x="1267597" y="793006"/>
                </a:lnTo>
                <a:lnTo>
                  <a:pt x="1267766" y="793023"/>
                </a:lnTo>
                <a:lnTo>
                  <a:pt x="1267944" y="793041"/>
                </a:lnTo>
                <a:lnTo>
                  <a:pt x="1268113" y="793059"/>
                </a:lnTo>
                <a:lnTo>
                  <a:pt x="1268291" y="793086"/>
                </a:lnTo>
                <a:lnTo>
                  <a:pt x="1268460" y="793103"/>
                </a:lnTo>
                <a:lnTo>
                  <a:pt x="1268629" y="793121"/>
                </a:lnTo>
                <a:lnTo>
                  <a:pt x="1268807" y="793148"/>
                </a:lnTo>
                <a:lnTo>
                  <a:pt x="1268976" y="793166"/>
                </a:lnTo>
                <a:lnTo>
                  <a:pt x="1269145" y="793183"/>
                </a:lnTo>
                <a:lnTo>
                  <a:pt x="1269323" y="793201"/>
                </a:lnTo>
                <a:lnTo>
                  <a:pt x="1269492" y="793228"/>
                </a:lnTo>
                <a:lnTo>
                  <a:pt x="1269670" y="793246"/>
                </a:lnTo>
                <a:lnTo>
                  <a:pt x="1269839" y="793264"/>
                </a:lnTo>
                <a:lnTo>
                  <a:pt x="1270008" y="793281"/>
                </a:lnTo>
                <a:lnTo>
                  <a:pt x="1270186" y="793308"/>
                </a:lnTo>
                <a:lnTo>
                  <a:pt x="1270355" y="793326"/>
                </a:lnTo>
                <a:lnTo>
                  <a:pt x="1270524" y="793344"/>
                </a:lnTo>
                <a:lnTo>
                  <a:pt x="1270702" y="793361"/>
                </a:lnTo>
                <a:lnTo>
                  <a:pt x="1270871" y="793388"/>
                </a:lnTo>
                <a:lnTo>
                  <a:pt x="1271040" y="793406"/>
                </a:lnTo>
                <a:lnTo>
                  <a:pt x="1271218" y="793424"/>
                </a:lnTo>
                <a:lnTo>
                  <a:pt x="1271387" y="793441"/>
                </a:lnTo>
                <a:lnTo>
                  <a:pt x="1271565" y="793468"/>
                </a:lnTo>
                <a:lnTo>
                  <a:pt x="1271734" y="793486"/>
                </a:lnTo>
                <a:lnTo>
                  <a:pt x="1271903" y="793504"/>
                </a:lnTo>
                <a:lnTo>
                  <a:pt x="1272081" y="793522"/>
                </a:lnTo>
                <a:lnTo>
                  <a:pt x="1272250" y="793548"/>
                </a:lnTo>
                <a:lnTo>
                  <a:pt x="1272419" y="793566"/>
                </a:lnTo>
                <a:lnTo>
                  <a:pt x="1272597" y="793584"/>
                </a:lnTo>
                <a:lnTo>
                  <a:pt x="1272766" y="793602"/>
                </a:lnTo>
                <a:lnTo>
                  <a:pt x="1272944" y="793628"/>
                </a:lnTo>
                <a:lnTo>
                  <a:pt x="1273113" y="793646"/>
                </a:lnTo>
                <a:lnTo>
                  <a:pt x="1273282" y="793664"/>
                </a:lnTo>
                <a:lnTo>
                  <a:pt x="1273460" y="793682"/>
                </a:lnTo>
                <a:lnTo>
                  <a:pt x="1273629" y="793700"/>
                </a:lnTo>
                <a:lnTo>
                  <a:pt x="1273798" y="793726"/>
                </a:lnTo>
                <a:lnTo>
                  <a:pt x="1273976" y="793744"/>
                </a:lnTo>
                <a:lnTo>
                  <a:pt x="1274145" y="793762"/>
                </a:lnTo>
                <a:lnTo>
                  <a:pt x="1274323" y="793780"/>
                </a:lnTo>
                <a:lnTo>
                  <a:pt x="1274492" y="793797"/>
                </a:lnTo>
                <a:lnTo>
                  <a:pt x="1274661" y="793824"/>
                </a:lnTo>
                <a:lnTo>
                  <a:pt x="1274839" y="793842"/>
                </a:lnTo>
                <a:lnTo>
                  <a:pt x="1275008" y="793860"/>
                </a:lnTo>
                <a:lnTo>
                  <a:pt x="1275177" y="793877"/>
                </a:lnTo>
                <a:lnTo>
                  <a:pt x="1275355" y="793895"/>
                </a:lnTo>
                <a:lnTo>
                  <a:pt x="1275524" y="793922"/>
                </a:lnTo>
                <a:lnTo>
                  <a:pt x="1275693" y="793940"/>
                </a:lnTo>
                <a:lnTo>
                  <a:pt x="1275871" y="793958"/>
                </a:lnTo>
                <a:lnTo>
                  <a:pt x="1276040" y="793975"/>
                </a:lnTo>
                <a:lnTo>
                  <a:pt x="1276218" y="793993"/>
                </a:lnTo>
                <a:lnTo>
                  <a:pt x="1276387" y="794020"/>
                </a:lnTo>
                <a:lnTo>
                  <a:pt x="1276556" y="794038"/>
                </a:lnTo>
                <a:lnTo>
                  <a:pt x="1276734" y="794055"/>
                </a:lnTo>
                <a:lnTo>
                  <a:pt x="1276903" y="794073"/>
                </a:lnTo>
                <a:lnTo>
                  <a:pt x="1277072" y="794091"/>
                </a:lnTo>
                <a:lnTo>
                  <a:pt x="1277250" y="794118"/>
                </a:lnTo>
                <a:lnTo>
                  <a:pt x="1277419" y="794135"/>
                </a:lnTo>
                <a:lnTo>
                  <a:pt x="1277597" y="794153"/>
                </a:lnTo>
                <a:lnTo>
                  <a:pt x="1277766" y="794171"/>
                </a:lnTo>
                <a:lnTo>
                  <a:pt x="1277935" y="794189"/>
                </a:lnTo>
                <a:lnTo>
                  <a:pt x="1278113" y="794207"/>
                </a:lnTo>
                <a:lnTo>
                  <a:pt x="1278282" y="794233"/>
                </a:lnTo>
                <a:lnTo>
                  <a:pt x="1278451" y="794251"/>
                </a:lnTo>
                <a:lnTo>
                  <a:pt x="1278629" y="794269"/>
                </a:lnTo>
                <a:lnTo>
                  <a:pt x="1278798" y="794287"/>
                </a:lnTo>
                <a:lnTo>
                  <a:pt x="1278976" y="794304"/>
                </a:lnTo>
                <a:lnTo>
                  <a:pt x="1279145" y="794322"/>
                </a:lnTo>
                <a:lnTo>
                  <a:pt x="1279314" y="794340"/>
                </a:lnTo>
                <a:lnTo>
                  <a:pt x="1279492" y="794367"/>
                </a:lnTo>
                <a:lnTo>
                  <a:pt x="1279661" y="794385"/>
                </a:lnTo>
                <a:lnTo>
                  <a:pt x="1279830" y="794402"/>
                </a:lnTo>
                <a:lnTo>
                  <a:pt x="1280008" y="794420"/>
                </a:lnTo>
                <a:lnTo>
                  <a:pt x="1280177" y="794438"/>
                </a:lnTo>
                <a:lnTo>
                  <a:pt x="1280346" y="794456"/>
                </a:lnTo>
                <a:lnTo>
                  <a:pt x="1280524" y="794473"/>
                </a:lnTo>
                <a:lnTo>
                  <a:pt x="1280693" y="794500"/>
                </a:lnTo>
                <a:lnTo>
                  <a:pt x="1280871" y="794518"/>
                </a:lnTo>
                <a:lnTo>
                  <a:pt x="1281040" y="794536"/>
                </a:lnTo>
                <a:lnTo>
                  <a:pt x="1281209" y="794554"/>
                </a:lnTo>
                <a:lnTo>
                  <a:pt x="1281387" y="794571"/>
                </a:lnTo>
                <a:lnTo>
                  <a:pt x="1281556" y="794589"/>
                </a:lnTo>
                <a:lnTo>
                  <a:pt x="1281725" y="794607"/>
                </a:lnTo>
                <a:lnTo>
                  <a:pt x="1281903" y="794634"/>
                </a:lnTo>
                <a:lnTo>
                  <a:pt x="1282072" y="794651"/>
                </a:lnTo>
                <a:lnTo>
                  <a:pt x="1282250" y="794669"/>
                </a:lnTo>
                <a:lnTo>
                  <a:pt x="1282419" y="794687"/>
                </a:lnTo>
                <a:lnTo>
                  <a:pt x="1282588" y="794705"/>
                </a:lnTo>
                <a:lnTo>
                  <a:pt x="1282766" y="794723"/>
                </a:lnTo>
                <a:lnTo>
                  <a:pt x="1282935" y="794740"/>
                </a:lnTo>
                <a:lnTo>
                  <a:pt x="1283104" y="794758"/>
                </a:lnTo>
                <a:lnTo>
                  <a:pt x="1283282" y="794776"/>
                </a:lnTo>
                <a:lnTo>
                  <a:pt x="1283451" y="794803"/>
                </a:lnTo>
                <a:lnTo>
                  <a:pt x="1283620" y="794820"/>
                </a:lnTo>
                <a:lnTo>
                  <a:pt x="1283798" y="794838"/>
                </a:lnTo>
                <a:lnTo>
                  <a:pt x="1283967" y="794856"/>
                </a:lnTo>
                <a:lnTo>
                  <a:pt x="1284145" y="794874"/>
                </a:lnTo>
                <a:lnTo>
                  <a:pt x="1284314" y="794892"/>
                </a:lnTo>
                <a:lnTo>
                  <a:pt x="1284483" y="794909"/>
                </a:lnTo>
                <a:lnTo>
                  <a:pt x="1284661" y="794927"/>
                </a:lnTo>
                <a:lnTo>
                  <a:pt x="1284830" y="794945"/>
                </a:lnTo>
                <a:lnTo>
                  <a:pt x="1284999" y="794963"/>
                </a:lnTo>
                <a:lnTo>
                  <a:pt x="1285177" y="794981"/>
                </a:lnTo>
                <a:lnTo>
                  <a:pt x="1285346" y="795007"/>
                </a:lnTo>
                <a:lnTo>
                  <a:pt x="1285524" y="795025"/>
                </a:lnTo>
                <a:lnTo>
                  <a:pt x="1285693" y="795043"/>
                </a:lnTo>
                <a:lnTo>
                  <a:pt x="1285862" y="795061"/>
                </a:lnTo>
                <a:lnTo>
                  <a:pt x="1286040" y="795078"/>
                </a:lnTo>
                <a:lnTo>
                  <a:pt x="1286209" y="795096"/>
                </a:lnTo>
                <a:lnTo>
                  <a:pt x="1286378" y="795114"/>
                </a:lnTo>
                <a:lnTo>
                  <a:pt x="1286556" y="795132"/>
                </a:lnTo>
                <a:lnTo>
                  <a:pt x="1286725" y="795150"/>
                </a:lnTo>
                <a:lnTo>
                  <a:pt x="1286903" y="795167"/>
                </a:lnTo>
                <a:lnTo>
                  <a:pt x="1287072" y="795185"/>
                </a:lnTo>
                <a:lnTo>
                  <a:pt x="1287241" y="795203"/>
                </a:lnTo>
                <a:lnTo>
                  <a:pt x="1287419" y="795221"/>
                </a:lnTo>
                <a:lnTo>
                  <a:pt x="1287588" y="795239"/>
                </a:lnTo>
                <a:lnTo>
                  <a:pt x="1287757" y="795265"/>
                </a:lnTo>
                <a:lnTo>
                  <a:pt x="1287935" y="795283"/>
                </a:lnTo>
                <a:lnTo>
                  <a:pt x="1288104" y="795301"/>
                </a:lnTo>
                <a:lnTo>
                  <a:pt x="1288273" y="795319"/>
                </a:lnTo>
                <a:lnTo>
                  <a:pt x="1288451" y="795336"/>
                </a:lnTo>
                <a:lnTo>
                  <a:pt x="1288620" y="795354"/>
                </a:lnTo>
                <a:lnTo>
                  <a:pt x="1288798" y="795372"/>
                </a:lnTo>
                <a:lnTo>
                  <a:pt x="1288967" y="795390"/>
                </a:lnTo>
                <a:lnTo>
                  <a:pt x="1289136" y="795408"/>
                </a:lnTo>
                <a:lnTo>
                  <a:pt x="1289314" y="795425"/>
                </a:lnTo>
                <a:lnTo>
                  <a:pt x="1289483" y="795443"/>
                </a:lnTo>
                <a:lnTo>
                  <a:pt x="1289652" y="795461"/>
                </a:lnTo>
                <a:lnTo>
                  <a:pt x="1289830" y="795479"/>
                </a:lnTo>
                <a:lnTo>
                  <a:pt x="1289999" y="795497"/>
                </a:lnTo>
                <a:lnTo>
                  <a:pt x="1290177" y="795514"/>
                </a:lnTo>
                <a:lnTo>
                  <a:pt x="1290346" y="795532"/>
                </a:lnTo>
                <a:lnTo>
                  <a:pt x="1290515" y="795550"/>
                </a:lnTo>
                <a:lnTo>
                  <a:pt x="1290693" y="795568"/>
                </a:lnTo>
                <a:lnTo>
                  <a:pt x="1290862" y="795586"/>
                </a:lnTo>
                <a:lnTo>
                  <a:pt x="1291031" y="795603"/>
                </a:lnTo>
                <a:lnTo>
                  <a:pt x="1291209" y="795621"/>
                </a:lnTo>
                <a:lnTo>
                  <a:pt x="1291378" y="795639"/>
                </a:lnTo>
                <a:lnTo>
                  <a:pt x="1291547" y="795657"/>
                </a:lnTo>
                <a:lnTo>
                  <a:pt x="1291725" y="795674"/>
                </a:lnTo>
                <a:lnTo>
                  <a:pt x="1291894" y="795692"/>
                </a:lnTo>
                <a:lnTo>
                  <a:pt x="1292072" y="795710"/>
                </a:lnTo>
                <a:lnTo>
                  <a:pt x="1292241" y="795728"/>
                </a:lnTo>
                <a:lnTo>
                  <a:pt x="1292410" y="795746"/>
                </a:lnTo>
                <a:lnTo>
                  <a:pt x="1292588" y="795763"/>
                </a:lnTo>
                <a:lnTo>
                  <a:pt x="1292757" y="795781"/>
                </a:lnTo>
                <a:lnTo>
                  <a:pt x="1292926" y="795799"/>
                </a:lnTo>
                <a:lnTo>
                  <a:pt x="1293104" y="795817"/>
                </a:lnTo>
                <a:lnTo>
                  <a:pt x="1293273" y="795835"/>
                </a:lnTo>
                <a:lnTo>
                  <a:pt x="1293450" y="795852"/>
                </a:lnTo>
                <a:lnTo>
                  <a:pt x="1293619" y="795870"/>
                </a:lnTo>
                <a:lnTo>
                  <a:pt x="1293789" y="795888"/>
                </a:lnTo>
                <a:lnTo>
                  <a:pt x="1293966" y="795906"/>
                </a:lnTo>
                <a:lnTo>
                  <a:pt x="1294136" y="795924"/>
                </a:lnTo>
                <a:lnTo>
                  <a:pt x="1294305" y="795941"/>
                </a:lnTo>
                <a:lnTo>
                  <a:pt x="1294483" y="795959"/>
                </a:lnTo>
                <a:lnTo>
                  <a:pt x="1294651" y="795977"/>
                </a:lnTo>
                <a:lnTo>
                  <a:pt x="1294829" y="795995"/>
                </a:lnTo>
                <a:lnTo>
                  <a:pt x="1294998" y="796013"/>
                </a:lnTo>
                <a:lnTo>
                  <a:pt x="1295167" y="796030"/>
                </a:lnTo>
                <a:lnTo>
                  <a:pt x="1295345" y="796048"/>
                </a:lnTo>
                <a:lnTo>
                  <a:pt x="1295514" y="796066"/>
                </a:lnTo>
                <a:lnTo>
                  <a:pt x="1295684" y="796084"/>
                </a:lnTo>
                <a:lnTo>
                  <a:pt x="1295861" y="796101"/>
                </a:lnTo>
                <a:lnTo>
                  <a:pt x="1296030" y="796119"/>
                </a:lnTo>
                <a:lnTo>
                  <a:pt x="1296199" y="796137"/>
                </a:lnTo>
                <a:lnTo>
                  <a:pt x="1296377" y="796155"/>
                </a:lnTo>
                <a:lnTo>
                  <a:pt x="1296546" y="796173"/>
                </a:lnTo>
                <a:lnTo>
                  <a:pt x="1296724" y="796190"/>
                </a:lnTo>
                <a:lnTo>
                  <a:pt x="1296893" y="796208"/>
                </a:lnTo>
                <a:lnTo>
                  <a:pt x="1297062" y="796226"/>
                </a:lnTo>
                <a:lnTo>
                  <a:pt x="1297240" y="796244"/>
                </a:lnTo>
                <a:lnTo>
                  <a:pt x="1297409" y="796262"/>
                </a:lnTo>
                <a:lnTo>
                  <a:pt x="1297578" y="796279"/>
                </a:lnTo>
                <a:lnTo>
                  <a:pt x="1297756" y="796297"/>
                </a:lnTo>
                <a:lnTo>
                  <a:pt x="1297925" y="796315"/>
                </a:lnTo>
                <a:lnTo>
                  <a:pt x="1298103" y="796333"/>
                </a:lnTo>
                <a:lnTo>
                  <a:pt x="1298272" y="796351"/>
                </a:lnTo>
                <a:lnTo>
                  <a:pt x="1298441" y="796368"/>
                </a:lnTo>
                <a:lnTo>
                  <a:pt x="1298619" y="796386"/>
                </a:lnTo>
                <a:lnTo>
                  <a:pt x="1298788" y="796404"/>
                </a:lnTo>
                <a:lnTo>
                  <a:pt x="1298957" y="796422"/>
                </a:lnTo>
                <a:lnTo>
                  <a:pt x="1299135" y="796431"/>
                </a:lnTo>
                <a:lnTo>
                  <a:pt x="1299304" y="796448"/>
                </a:lnTo>
                <a:lnTo>
                  <a:pt x="1299482" y="796466"/>
                </a:lnTo>
                <a:lnTo>
                  <a:pt x="1299651" y="796484"/>
                </a:lnTo>
                <a:lnTo>
                  <a:pt x="1299820" y="796502"/>
                </a:lnTo>
                <a:lnTo>
                  <a:pt x="1299998" y="796520"/>
                </a:lnTo>
                <a:lnTo>
                  <a:pt x="1300167" y="796537"/>
                </a:lnTo>
                <a:lnTo>
                  <a:pt x="1300336" y="796555"/>
                </a:lnTo>
                <a:lnTo>
                  <a:pt x="1300514" y="796573"/>
                </a:lnTo>
                <a:lnTo>
                  <a:pt x="1300683" y="796591"/>
                </a:lnTo>
                <a:lnTo>
                  <a:pt x="1300852" y="796609"/>
                </a:lnTo>
                <a:lnTo>
                  <a:pt x="1301030" y="796626"/>
                </a:lnTo>
                <a:lnTo>
                  <a:pt x="1301199" y="796644"/>
                </a:lnTo>
                <a:lnTo>
                  <a:pt x="1301377" y="796662"/>
                </a:lnTo>
                <a:lnTo>
                  <a:pt x="1301546" y="796671"/>
                </a:lnTo>
                <a:lnTo>
                  <a:pt x="1301715" y="796689"/>
                </a:lnTo>
                <a:lnTo>
                  <a:pt x="1301893" y="796707"/>
                </a:lnTo>
                <a:lnTo>
                  <a:pt x="1302062" y="796724"/>
                </a:lnTo>
                <a:lnTo>
                  <a:pt x="1302231" y="796742"/>
                </a:lnTo>
                <a:lnTo>
                  <a:pt x="1302409" y="796760"/>
                </a:lnTo>
                <a:lnTo>
                  <a:pt x="1302578" y="796778"/>
                </a:lnTo>
                <a:lnTo>
                  <a:pt x="1302756" y="796795"/>
                </a:lnTo>
                <a:lnTo>
                  <a:pt x="1302925" y="796813"/>
                </a:lnTo>
                <a:lnTo>
                  <a:pt x="1303094" y="796831"/>
                </a:lnTo>
                <a:lnTo>
                  <a:pt x="1303272" y="796849"/>
                </a:lnTo>
                <a:lnTo>
                  <a:pt x="1303441" y="796858"/>
                </a:lnTo>
                <a:lnTo>
                  <a:pt x="1303610" y="796875"/>
                </a:lnTo>
                <a:lnTo>
                  <a:pt x="1303788" y="796893"/>
                </a:lnTo>
                <a:lnTo>
                  <a:pt x="1303957" y="796911"/>
                </a:lnTo>
                <a:lnTo>
                  <a:pt x="1304126" y="796929"/>
                </a:lnTo>
                <a:lnTo>
                  <a:pt x="1304304" y="796947"/>
                </a:lnTo>
                <a:lnTo>
                  <a:pt x="1304473" y="796964"/>
                </a:lnTo>
                <a:lnTo>
                  <a:pt x="1304651" y="796982"/>
                </a:lnTo>
                <a:lnTo>
                  <a:pt x="1304820" y="797000"/>
                </a:lnTo>
                <a:lnTo>
                  <a:pt x="1304989" y="797009"/>
                </a:lnTo>
                <a:lnTo>
                  <a:pt x="1305167" y="797027"/>
                </a:lnTo>
                <a:lnTo>
                  <a:pt x="1305336" y="797045"/>
                </a:lnTo>
                <a:lnTo>
                  <a:pt x="1305505" y="797062"/>
                </a:lnTo>
                <a:lnTo>
                  <a:pt x="1305683" y="797080"/>
                </a:lnTo>
                <a:lnTo>
                  <a:pt x="1305852" y="797098"/>
                </a:lnTo>
                <a:lnTo>
                  <a:pt x="1306030" y="797116"/>
                </a:lnTo>
                <a:lnTo>
                  <a:pt x="1306199" y="797134"/>
                </a:lnTo>
                <a:lnTo>
                  <a:pt x="1306368" y="797151"/>
                </a:lnTo>
                <a:lnTo>
                  <a:pt x="1306546" y="797160"/>
                </a:lnTo>
                <a:lnTo>
                  <a:pt x="1306715" y="797178"/>
                </a:lnTo>
                <a:lnTo>
                  <a:pt x="1306884" y="797196"/>
                </a:lnTo>
                <a:lnTo>
                  <a:pt x="1307062" y="797214"/>
                </a:lnTo>
                <a:lnTo>
                  <a:pt x="1307231" y="797231"/>
                </a:lnTo>
                <a:lnTo>
                  <a:pt x="1307409" y="797249"/>
                </a:lnTo>
                <a:lnTo>
                  <a:pt x="1307578" y="797267"/>
                </a:lnTo>
                <a:lnTo>
                  <a:pt x="1307747" y="797276"/>
                </a:lnTo>
                <a:lnTo>
                  <a:pt x="1307925" y="797294"/>
                </a:lnTo>
                <a:lnTo>
                  <a:pt x="1308094" y="797311"/>
                </a:lnTo>
                <a:lnTo>
                  <a:pt x="1308263" y="797329"/>
                </a:lnTo>
                <a:lnTo>
                  <a:pt x="1308441" y="797347"/>
                </a:lnTo>
                <a:lnTo>
                  <a:pt x="1308610" y="797365"/>
                </a:lnTo>
                <a:lnTo>
                  <a:pt x="1308779" y="797383"/>
                </a:lnTo>
                <a:lnTo>
                  <a:pt x="1308957" y="797392"/>
                </a:lnTo>
                <a:lnTo>
                  <a:pt x="1309126" y="797409"/>
                </a:lnTo>
                <a:lnTo>
                  <a:pt x="1309304" y="797427"/>
                </a:lnTo>
                <a:lnTo>
                  <a:pt x="1309473" y="797445"/>
                </a:lnTo>
                <a:lnTo>
                  <a:pt x="1309642" y="797463"/>
                </a:lnTo>
                <a:lnTo>
                  <a:pt x="1309820" y="797480"/>
                </a:lnTo>
                <a:lnTo>
                  <a:pt x="1309989" y="797489"/>
                </a:lnTo>
                <a:lnTo>
                  <a:pt x="1310158" y="797507"/>
                </a:lnTo>
                <a:lnTo>
                  <a:pt x="1310336" y="797525"/>
                </a:lnTo>
                <a:lnTo>
                  <a:pt x="1310505" y="797543"/>
                </a:lnTo>
                <a:lnTo>
                  <a:pt x="1310683" y="797561"/>
                </a:lnTo>
                <a:lnTo>
                  <a:pt x="1310852" y="797578"/>
                </a:lnTo>
                <a:lnTo>
                  <a:pt x="1311021" y="797587"/>
                </a:lnTo>
                <a:lnTo>
                  <a:pt x="1311199" y="797605"/>
                </a:lnTo>
                <a:lnTo>
                  <a:pt x="1311368" y="797623"/>
                </a:lnTo>
                <a:lnTo>
                  <a:pt x="1311537" y="797641"/>
                </a:lnTo>
                <a:lnTo>
                  <a:pt x="1311715" y="797658"/>
                </a:lnTo>
                <a:lnTo>
                  <a:pt x="1311884" y="797676"/>
                </a:lnTo>
                <a:lnTo>
                  <a:pt x="1312053" y="797685"/>
                </a:lnTo>
                <a:lnTo>
                  <a:pt x="1312231" y="797703"/>
                </a:lnTo>
                <a:lnTo>
                  <a:pt x="1312400" y="797721"/>
                </a:lnTo>
                <a:lnTo>
                  <a:pt x="1312578" y="797739"/>
                </a:lnTo>
                <a:lnTo>
                  <a:pt x="1312747" y="797756"/>
                </a:lnTo>
                <a:lnTo>
                  <a:pt x="1312916" y="797765"/>
                </a:lnTo>
                <a:lnTo>
                  <a:pt x="1313094" y="797783"/>
                </a:lnTo>
                <a:lnTo>
                  <a:pt x="1313263" y="797801"/>
                </a:lnTo>
                <a:lnTo>
                  <a:pt x="1313432" y="797819"/>
                </a:lnTo>
                <a:lnTo>
                  <a:pt x="1313610" y="797836"/>
                </a:lnTo>
                <a:lnTo>
                  <a:pt x="1313779" y="797854"/>
                </a:lnTo>
                <a:lnTo>
                  <a:pt x="1313957" y="797863"/>
                </a:lnTo>
                <a:lnTo>
                  <a:pt x="1314126" y="797881"/>
                </a:lnTo>
                <a:lnTo>
                  <a:pt x="1314295" y="797899"/>
                </a:lnTo>
                <a:lnTo>
                  <a:pt x="1314473" y="797916"/>
                </a:lnTo>
                <a:lnTo>
                  <a:pt x="1314642" y="797934"/>
                </a:lnTo>
                <a:lnTo>
                  <a:pt x="1314811" y="797943"/>
                </a:lnTo>
                <a:lnTo>
                  <a:pt x="1314989" y="797961"/>
                </a:lnTo>
                <a:lnTo>
                  <a:pt x="1315158" y="797979"/>
                </a:lnTo>
                <a:lnTo>
                  <a:pt x="1315336" y="797996"/>
                </a:lnTo>
                <a:lnTo>
                  <a:pt x="1315505" y="798005"/>
                </a:lnTo>
                <a:lnTo>
                  <a:pt x="1315674" y="798023"/>
                </a:lnTo>
                <a:lnTo>
                  <a:pt x="1315852" y="798041"/>
                </a:lnTo>
                <a:lnTo>
                  <a:pt x="1316021" y="798059"/>
                </a:lnTo>
                <a:lnTo>
                  <a:pt x="1316190" y="798076"/>
                </a:lnTo>
                <a:lnTo>
                  <a:pt x="1316368" y="798085"/>
                </a:lnTo>
                <a:lnTo>
                  <a:pt x="1316537" y="798103"/>
                </a:lnTo>
                <a:lnTo>
                  <a:pt x="1316706" y="798121"/>
                </a:lnTo>
                <a:lnTo>
                  <a:pt x="1316884" y="798139"/>
                </a:lnTo>
                <a:lnTo>
                  <a:pt x="1317053" y="798157"/>
                </a:lnTo>
                <a:lnTo>
                  <a:pt x="1317231" y="798166"/>
                </a:lnTo>
                <a:lnTo>
                  <a:pt x="1317400" y="798183"/>
                </a:lnTo>
                <a:lnTo>
                  <a:pt x="1317569" y="798201"/>
                </a:lnTo>
                <a:lnTo>
                  <a:pt x="1317747" y="798219"/>
                </a:lnTo>
                <a:lnTo>
                  <a:pt x="1317916" y="798228"/>
                </a:lnTo>
                <a:lnTo>
                  <a:pt x="1318085" y="798246"/>
                </a:lnTo>
                <a:lnTo>
                  <a:pt x="1318263" y="798263"/>
                </a:lnTo>
                <a:lnTo>
                  <a:pt x="1318432" y="798281"/>
                </a:lnTo>
                <a:lnTo>
                  <a:pt x="1318610" y="798290"/>
                </a:lnTo>
                <a:lnTo>
                  <a:pt x="1318779" y="798308"/>
                </a:lnTo>
                <a:lnTo>
                  <a:pt x="1318948" y="798326"/>
                </a:lnTo>
                <a:lnTo>
                  <a:pt x="1319126" y="798343"/>
                </a:lnTo>
                <a:lnTo>
                  <a:pt x="1319295" y="798352"/>
                </a:lnTo>
                <a:lnTo>
                  <a:pt x="1319464" y="798370"/>
                </a:lnTo>
                <a:lnTo>
                  <a:pt x="1319642" y="798388"/>
                </a:lnTo>
                <a:lnTo>
                  <a:pt x="1319811" y="798406"/>
                </a:lnTo>
                <a:lnTo>
                  <a:pt x="1319980" y="798415"/>
                </a:lnTo>
                <a:lnTo>
                  <a:pt x="1320158" y="798432"/>
                </a:lnTo>
                <a:lnTo>
                  <a:pt x="1320327" y="798450"/>
                </a:lnTo>
                <a:lnTo>
                  <a:pt x="1320505" y="798468"/>
                </a:lnTo>
                <a:lnTo>
                  <a:pt x="1320674" y="798477"/>
                </a:lnTo>
                <a:lnTo>
                  <a:pt x="1320843" y="798495"/>
                </a:lnTo>
                <a:lnTo>
                  <a:pt x="1321021" y="798513"/>
                </a:lnTo>
                <a:lnTo>
                  <a:pt x="1321190" y="798530"/>
                </a:lnTo>
                <a:lnTo>
                  <a:pt x="1321359" y="798539"/>
                </a:lnTo>
                <a:lnTo>
                  <a:pt x="1321537" y="798557"/>
                </a:lnTo>
                <a:lnTo>
                  <a:pt x="1321706" y="798575"/>
                </a:lnTo>
                <a:lnTo>
                  <a:pt x="1321884" y="798593"/>
                </a:lnTo>
                <a:lnTo>
                  <a:pt x="1322053" y="798601"/>
                </a:lnTo>
                <a:lnTo>
                  <a:pt x="1322222" y="798619"/>
                </a:lnTo>
                <a:lnTo>
                  <a:pt x="1322400" y="798637"/>
                </a:lnTo>
                <a:lnTo>
                  <a:pt x="1322569" y="798655"/>
                </a:lnTo>
                <a:lnTo>
                  <a:pt x="1322738" y="798664"/>
                </a:lnTo>
                <a:lnTo>
                  <a:pt x="1322916" y="798681"/>
                </a:lnTo>
                <a:lnTo>
                  <a:pt x="1323085" y="798699"/>
                </a:lnTo>
                <a:lnTo>
                  <a:pt x="1323263" y="798708"/>
                </a:lnTo>
                <a:lnTo>
                  <a:pt x="1323431" y="798726"/>
                </a:lnTo>
                <a:lnTo>
                  <a:pt x="1323601" y="798744"/>
                </a:lnTo>
                <a:lnTo>
                  <a:pt x="1323778" y="798762"/>
                </a:lnTo>
                <a:lnTo>
                  <a:pt x="1323948" y="798770"/>
                </a:lnTo>
                <a:lnTo>
                  <a:pt x="1324117" y="798788"/>
                </a:lnTo>
                <a:lnTo>
                  <a:pt x="1324294" y="798806"/>
                </a:lnTo>
                <a:lnTo>
                  <a:pt x="1324464" y="798815"/>
                </a:lnTo>
                <a:lnTo>
                  <a:pt x="1324632" y="798833"/>
                </a:lnTo>
                <a:lnTo>
                  <a:pt x="1324810" y="798851"/>
                </a:lnTo>
                <a:lnTo>
                  <a:pt x="1324979" y="798868"/>
                </a:lnTo>
                <a:lnTo>
                  <a:pt x="1325157" y="798877"/>
                </a:lnTo>
                <a:lnTo>
                  <a:pt x="1325326" y="798895"/>
                </a:lnTo>
                <a:lnTo>
                  <a:pt x="1325496" y="798913"/>
                </a:lnTo>
                <a:lnTo>
                  <a:pt x="1325673" y="798922"/>
                </a:lnTo>
                <a:lnTo>
                  <a:pt x="1325843" y="798940"/>
                </a:lnTo>
                <a:lnTo>
                  <a:pt x="1326011" y="798957"/>
                </a:lnTo>
                <a:lnTo>
                  <a:pt x="1326189" y="798975"/>
                </a:lnTo>
                <a:lnTo>
                  <a:pt x="1326358" y="798984"/>
                </a:lnTo>
                <a:lnTo>
                  <a:pt x="1326536" y="799002"/>
                </a:lnTo>
                <a:lnTo>
                  <a:pt x="1326705" y="799020"/>
                </a:lnTo>
                <a:lnTo>
                  <a:pt x="1326874" y="799028"/>
                </a:lnTo>
                <a:lnTo>
                  <a:pt x="1327052" y="799046"/>
                </a:lnTo>
                <a:lnTo>
                  <a:pt x="1327221" y="799064"/>
                </a:lnTo>
                <a:lnTo>
                  <a:pt x="1327390" y="799073"/>
                </a:lnTo>
                <a:lnTo>
                  <a:pt x="1327568" y="799091"/>
                </a:lnTo>
                <a:lnTo>
                  <a:pt x="1327737" y="799109"/>
                </a:lnTo>
                <a:lnTo>
                  <a:pt x="1327915" y="799117"/>
                </a:lnTo>
                <a:lnTo>
                  <a:pt x="1328084" y="799135"/>
                </a:lnTo>
                <a:lnTo>
                  <a:pt x="1328253" y="799153"/>
                </a:lnTo>
                <a:lnTo>
                  <a:pt x="1328431" y="799162"/>
                </a:lnTo>
                <a:lnTo>
                  <a:pt x="1328600" y="799180"/>
                </a:lnTo>
                <a:lnTo>
                  <a:pt x="1328769" y="799197"/>
                </a:lnTo>
                <a:lnTo>
                  <a:pt x="1328947" y="799206"/>
                </a:lnTo>
                <a:lnTo>
                  <a:pt x="1329116" y="799224"/>
                </a:lnTo>
                <a:lnTo>
                  <a:pt x="1329285" y="799242"/>
                </a:lnTo>
                <a:lnTo>
                  <a:pt x="1329463" y="799260"/>
                </a:lnTo>
                <a:lnTo>
                  <a:pt x="1329632" y="799269"/>
                </a:lnTo>
                <a:lnTo>
                  <a:pt x="1329810" y="799286"/>
                </a:lnTo>
                <a:lnTo>
                  <a:pt x="1329979" y="799304"/>
                </a:lnTo>
                <a:lnTo>
                  <a:pt x="1330148" y="799313"/>
                </a:lnTo>
                <a:lnTo>
                  <a:pt x="1330326" y="799331"/>
                </a:lnTo>
                <a:lnTo>
                  <a:pt x="1330495" y="799349"/>
                </a:lnTo>
                <a:lnTo>
                  <a:pt x="1330664" y="799358"/>
                </a:lnTo>
                <a:lnTo>
                  <a:pt x="1330842" y="799375"/>
                </a:lnTo>
                <a:lnTo>
                  <a:pt x="1331011" y="799384"/>
                </a:lnTo>
                <a:lnTo>
                  <a:pt x="1331189" y="799402"/>
                </a:lnTo>
                <a:lnTo>
                  <a:pt x="1331358" y="799420"/>
                </a:lnTo>
                <a:lnTo>
                  <a:pt x="1331527" y="799429"/>
                </a:lnTo>
                <a:lnTo>
                  <a:pt x="1331705" y="799447"/>
                </a:lnTo>
                <a:lnTo>
                  <a:pt x="1331874" y="799464"/>
                </a:lnTo>
                <a:lnTo>
                  <a:pt x="1332043" y="799473"/>
                </a:lnTo>
                <a:lnTo>
                  <a:pt x="1332221" y="799491"/>
                </a:lnTo>
                <a:lnTo>
                  <a:pt x="1332390" y="799509"/>
                </a:lnTo>
                <a:lnTo>
                  <a:pt x="1332559" y="799518"/>
                </a:lnTo>
                <a:lnTo>
                  <a:pt x="1332737" y="799536"/>
                </a:lnTo>
                <a:lnTo>
                  <a:pt x="1332906" y="799553"/>
                </a:lnTo>
                <a:lnTo>
                  <a:pt x="1333084" y="799562"/>
                </a:lnTo>
                <a:lnTo>
                  <a:pt x="1333253" y="799580"/>
                </a:lnTo>
                <a:lnTo>
                  <a:pt x="1333422" y="799598"/>
                </a:lnTo>
                <a:lnTo>
                  <a:pt x="1333600" y="799607"/>
                </a:lnTo>
                <a:lnTo>
                  <a:pt x="1333769" y="799625"/>
                </a:lnTo>
                <a:lnTo>
                  <a:pt x="1333938" y="799633"/>
                </a:lnTo>
                <a:lnTo>
                  <a:pt x="1334116" y="799651"/>
                </a:lnTo>
                <a:lnTo>
                  <a:pt x="1334285" y="799669"/>
                </a:lnTo>
                <a:lnTo>
                  <a:pt x="1334463" y="799678"/>
                </a:lnTo>
                <a:lnTo>
                  <a:pt x="1334632" y="799696"/>
                </a:lnTo>
                <a:lnTo>
                  <a:pt x="1334801" y="799714"/>
                </a:lnTo>
                <a:lnTo>
                  <a:pt x="1334979" y="799722"/>
                </a:lnTo>
                <a:lnTo>
                  <a:pt x="1335148" y="799740"/>
                </a:lnTo>
                <a:lnTo>
                  <a:pt x="1335317" y="799758"/>
                </a:lnTo>
                <a:lnTo>
                  <a:pt x="1335495" y="799767"/>
                </a:lnTo>
                <a:lnTo>
                  <a:pt x="1335664" y="799785"/>
                </a:lnTo>
                <a:lnTo>
                  <a:pt x="1335842" y="799794"/>
                </a:lnTo>
                <a:lnTo>
                  <a:pt x="1336011" y="799811"/>
                </a:lnTo>
                <a:lnTo>
                  <a:pt x="1336180" y="799829"/>
                </a:lnTo>
                <a:lnTo>
                  <a:pt x="1336358" y="799838"/>
                </a:lnTo>
                <a:lnTo>
                  <a:pt x="1336527" y="799856"/>
                </a:lnTo>
                <a:lnTo>
                  <a:pt x="1336696" y="799865"/>
                </a:lnTo>
                <a:lnTo>
                  <a:pt x="1336874" y="799882"/>
                </a:lnTo>
                <a:lnTo>
                  <a:pt x="1337043" y="799900"/>
                </a:lnTo>
                <a:lnTo>
                  <a:pt x="1337212" y="799909"/>
                </a:lnTo>
                <a:lnTo>
                  <a:pt x="1337390" y="799927"/>
                </a:lnTo>
                <a:lnTo>
                  <a:pt x="1337559" y="799945"/>
                </a:lnTo>
                <a:lnTo>
                  <a:pt x="1337737" y="799954"/>
                </a:lnTo>
                <a:lnTo>
                  <a:pt x="1337906" y="799971"/>
                </a:lnTo>
                <a:lnTo>
                  <a:pt x="1338075" y="799980"/>
                </a:lnTo>
                <a:lnTo>
                  <a:pt x="1338253" y="799998"/>
                </a:lnTo>
                <a:lnTo>
                  <a:pt x="1338422" y="800016"/>
                </a:lnTo>
                <a:lnTo>
                  <a:pt x="1338591" y="800025"/>
                </a:lnTo>
                <a:lnTo>
                  <a:pt x="1338769" y="800043"/>
                </a:lnTo>
                <a:lnTo>
                  <a:pt x="1338938" y="800052"/>
                </a:lnTo>
                <a:lnTo>
                  <a:pt x="1339116" y="800069"/>
                </a:lnTo>
                <a:lnTo>
                  <a:pt x="1339285" y="800087"/>
                </a:lnTo>
                <a:lnTo>
                  <a:pt x="1339454" y="800096"/>
                </a:lnTo>
                <a:lnTo>
                  <a:pt x="1339632" y="800114"/>
                </a:lnTo>
                <a:lnTo>
                  <a:pt x="1339801" y="800123"/>
                </a:lnTo>
                <a:lnTo>
                  <a:pt x="1339970" y="800141"/>
                </a:lnTo>
                <a:lnTo>
                  <a:pt x="1340148" y="800149"/>
                </a:lnTo>
                <a:lnTo>
                  <a:pt x="1340317" y="800167"/>
                </a:lnTo>
                <a:lnTo>
                  <a:pt x="1340486" y="800185"/>
                </a:lnTo>
                <a:lnTo>
                  <a:pt x="1340664" y="800194"/>
                </a:lnTo>
                <a:lnTo>
                  <a:pt x="1340833" y="800212"/>
                </a:lnTo>
                <a:lnTo>
                  <a:pt x="1341011" y="800221"/>
                </a:lnTo>
                <a:lnTo>
                  <a:pt x="1341180" y="800238"/>
                </a:lnTo>
                <a:lnTo>
                  <a:pt x="1341349" y="800256"/>
                </a:lnTo>
                <a:lnTo>
                  <a:pt x="1341527" y="800265"/>
                </a:lnTo>
                <a:lnTo>
                  <a:pt x="1341696" y="800283"/>
                </a:lnTo>
                <a:lnTo>
                  <a:pt x="1341865" y="800292"/>
                </a:lnTo>
                <a:lnTo>
                  <a:pt x="1342043" y="800310"/>
                </a:lnTo>
                <a:lnTo>
                  <a:pt x="1342212" y="800318"/>
                </a:lnTo>
                <a:lnTo>
                  <a:pt x="1342390" y="800336"/>
                </a:lnTo>
                <a:lnTo>
                  <a:pt x="1342559" y="800354"/>
                </a:lnTo>
                <a:lnTo>
                  <a:pt x="1342728" y="800363"/>
                </a:lnTo>
                <a:lnTo>
                  <a:pt x="1342906" y="800381"/>
                </a:lnTo>
                <a:lnTo>
                  <a:pt x="1343075" y="800390"/>
                </a:lnTo>
                <a:lnTo>
                  <a:pt x="1343244" y="800407"/>
                </a:lnTo>
                <a:lnTo>
                  <a:pt x="1343422" y="800416"/>
                </a:lnTo>
                <a:lnTo>
                  <a:pt x="1343591" y="800434"/>
                </a:lnTo>
                <a:lnTo>
                  <a:pt x="1343769" y="800452"/>
                </a:lnTo>
                <a:lnTo>
                  <a:pt x="1343938" y="800461"/>
                </a:lnTo>
                <a:lnTo>
                  <a:pt x="1344107" y="800479"/>
                </a:lnTo>
                <a:lnTo>
                  <a:pt x="1344285" y="800487"/>
                </a:lnTo>
                <a:lnTo>
                  <a:pt x="1344454" y="800505"/>
                </a:lnTo>
                <a:lnTo>
                  <a:pt x="1344623" y="800514"/>
                </a:lnTo>
                <a:lnTo>
                  <a:pt x="1344801" y="800532"/>
                </a:lnTo>
                <a:lnTo>
                  <a:pt x="1344970" y="800541"/>
                </a:lnTo>
                <a:lnTo>
                  <a:pt x="1345139" y="800559"/>
                </a:lnTo>
                <a:lnTo>
                  <a:pt x="1345317" y="800576"/>
                </a:lnTo>
                <a:lnTo>
                  <a:pt x="1345486" y="800585"/>
                </a:lnTo>
                <a:lnTo>
                  <a:pt x="1345664" y="800603"/>
                </a:lnTo>
                <a:lnTo>
                  <a:pt x="1345833" y="800612"/>
                </a:lnTo>
                <a:lnTo>
                  <a:pt x="1346002" y="800630"/>
                </a:lnTo>
                <a:lnTo>
                  <a:pt x="1346180" y="800639"/>
                </a:lnTo>
                <a:lnTo>
                  <a:pt x="1346349" y="800656"/>
                </a:lnTo>
                <a:lnTo>
                  <a:pt x="1346518" y="800665"/>
                </a:lnTo>
                <a:lnTo>
                  <a:pt x="1346696" y="800683"/>
                </a:lnTo>
                <a:lnTo>
                  <a:pt x="1346865" y="800692"/>
                </a:lnTo>
                <a:lnTo>
                  <a:pt x="1347043" y="800710"/>
                </a:lnTo>
                <a:lnTo>
                  <a:pt x="1347212" y="800728"/>
                </a:lnTo>
                <a:lnTo>
                  <a:pt x="1347381" y="800737"/>
                </a:lnTo>
                <a:lnTo>
                  <a:pt x="1347559" y="800754"/>
                </a:lnTo>
                <a:lnTo>
                  <a:pt x="1347728" y="800763"/>
                </a:lnTo>
                <a:lnTo>
                  <a:pt x="1347897" y="800781"/>
                </a:lnTo>
                <a:lnTo>
                  <a:pt x="1348075" y="800790"/>
                </a:lnTo>
                <a:lnTo>
                  <a:pt x="1348244" y="800808"/>
                </a:lnTo>
                <a:lnTo>
                  <a:pt x="1348422" y="800817"/>
                </a:lnTo>
                <a:lnTo>
                  <a:pt x="1348591" y="800834"/>
                </a:lnTo>
                <a:lnTo>
                  <a:pt x="1348760" y="800843"/>
                </a:lnTo>
                <a:lnTo>
                  <a:pt x="1348938" y="800861"/>
                </a:lnTo>
                <a:lnTo>
                  <a:pt x="1349107" y="800870"/>
                </a:lnTo>
                <a:lnTo>
                  <a:pt x="1349276" y="800888"/>
                </a:lnTo>
                <a:lnTo>
                  <a:pt x="1349454" y="800897"/>
                </a:lnTo>
                <a:lnTo>
                  <a:pt x="1349623" y="800915"/>
                </a:lnTo>
                <a:lnTo>
                  <a:pt x="1349792" y="800923"/>
                </a:lnTo>
                <a:lnTo>
                  <a:pt x="1349970" y="800941"/>
                </a:lnTo>
                <a:lnTo>
                  <a:pt x="1350139" y="800950"/>
                </a:lnTo>
                <a:lnTo>
                  <a:pt x="1350317" y="800968"/>
                </a:lnTo>
                <a:lnTo>
                  <a:pt x="1350486" y="800977"/>
                </a:lnTo>
                <a:lnTo>
                  <a:pt x="1350655" y="800995"/>
                </a:lnTo>
                <a:lnTo>
                  <a:pt x="1350833" y="801003"/>
                </a:lnTo>
                <a:lnTo>
                  <a:pt x="1351002" y="801021"/>
                </a:lnTo>
                <a:lnTo>
                  <a:pt x="1351171" y="801039"/>
                </a:lnTo>
                <a:lnTo>
                  <a:pt x="1351349" y="801048"/>
                </a:lnTo>
                <a:lnTo>
                  <a:pt x="1351518" y="801066"/>
                </a:lnTo>
                <a:lnTo>
                  <a:pt x="1351696" y="801075"/>
                </a:lnTo>
                <a:lnTo>
                  <a:pt x="1351865" y="801092"/>
                </a:lnTo>
                <a:lnTo>
                  <a:pt x="1352034" y="801101"/>
                </a:lnTo>
                <a:lnTo>
                  <a:pt x="1352211" y="801119"/>
                </a:lnTo>
                <a:lnTo>
                  <a:pt x="1352381" y="801128"/>
                </a:lnTo>
                <a:lnTo>
                  <a:pt x="1352550" y="801146"/>
                </a:lnTo>
                <a:lnTo>
                  <a:pt x="1352728" y="801155"/>
                </a:lnTo>
                <a:lnTo>
                  <a:pt x="1352897" y="801173"/>
                </a:lnTo>
                <a:lnTo>
                  <a:pt x="1353066" y="801181"/>
                </a:lnTo>
                <a:lnTo>
                  <a:pt x="1353244" y="801199"/>
                </a:lnTo>
                <a:lnTo>
                  <a:pt x="1353413" y="801208"/>
                </a:lnTo>
                <a:lnTo>
                  <a:pt x="1353590" y="801217"/>
                </a:lnTo>
                <a:lnTo>
                  <a:pt x="1353760" y="801235"/>
                </a:lnTo>
                <a:lnTo>
                  <a:pt x="1353929" y="801244"/>
                </a:lnTo>
                <a:lnTo>
                  <a:pt x="1354106" y="801261"/>
                </a:lnTo>
                <a:lnTo>
                  <a:pt x="1354276" y="801270"/>
                </a:lnTo>
                <a:lnTo>
                  <a:pt x="1354445" y="801288"/>
                </a:lnTo>
                <a:lnTo>
                  <a:pt x="1354622" y="801297"/>
                </a:lnTo>
                <a:lnTo>
                  <a:pt x="1354791" y="801315"/>
                </a:lnTo>
                <a:lnTo>
                  <a:pt x="1354969" y="801324"/>
                </a:lnTo>
                <a:lnTo>
                  <a:pt x="1355138" y="801342"/>
                </a:lnTo>
                <a:lnTo>
                  <a:pt x="1355308" y="801350"/>
                </a:lnTo>
                <a:lnTo>
                  <a:pt x="1355485" y="801368"/>
                </a:lnTo>
                <a:lnTo>
                  <a:pt x="1355654" y="801377"/>
                </a:lnTo>
                <a:lnTo>
                  <a:pt x="1355823" y="801395"/>
                </a:lnTo>
                <a:lnTo>
                  <a:pt x="1356001" y="801404"/>
                </a:lnTo>
                <a:lnTo>
                  <a:pt x="1356170" y="801422"/>
                </a:lnTo>
                <a:lnTo>
                  <a:pt x="1356348" y="801430"/>
                </a:lnTo>
                <a:lnTo>
                  <a:pt x="1356517" y="801448"/>
                </a:lnTo>
                <a:lnTo>
                  <a:pt x="1356686" y="801457"/>
                </a:lnTo>
                <a:lnTo>
                  <a:pt x="1356864" y="801475"/>
                </a:lnTo>
                <a:lnTo>
                  <a:pt x="1357033" y="801484"/>
                </a:lnTo>
                <a:lnTo>
                  <a:pt x="1357202" y="801502"/>
                </a:lnTo>
                <a:lnTo>
                  <a:pt x="1357380" y="801511"/>
                </a:lnTo>
                <a:lnTo>
                  <a:pt x="1357549" y="801520"/>
                </a:lnTo>
                <a:lnTo>
                  <a:pt x="1357718" y="801537"/>
                </a:lnTo>
                <a:lnTo>
                  <a:pt x="1357896" y="801546"/>
                </a:lnTo>
                <a:lnTo>
                  <a:pt x="1358065" y="801564"/>
                </a:lnTo>
                <a:lnTo>
                  <a:pt x="1358243" y="801573"/>
                </a:lnTo>
                <a:lnTo>
                  <a:pt x="1358412" y="801591"/>
                </a:lnTo>
                <a:lnTo>
                  <a:pt x="1358581" y="801600"/>
                </a:lnTo>
                <a:lnTo>
                  <a:pt x="1358759" y="801617"/>
                </a:lnTo>
                <a:lnTo>
                  <a:pt x="1358928" y="801626"/>
                </a:lnTo>
                <a:lnTo>
                  <a:pt x="1359097" y="801644"/>
                </a:lnTo>
                <a:lnTo>
                  <a:pt x="1359275" y="801653"/>
                </a:lnTo>
                <a:lnTo>
                  <a:pt x="1359444" y="801662"/>
                </a:lnTo>
                <a:lnTo>
                  <a:pt x="1359622" y="801680"/>
                </a:lnTo>
                <a:lnTo>
                  <a:pt x="1359791" y="801688"/>
                </a:lnTo>
                <a:lnTo>
                  <a:pt x="1359960" y="801706"/>
                </a:lnTo>
                <a:lnTo>
                  <a:pt x="1360138" y="801715"/>
                </a:lnTo>
                <a:lnTo>
                  <a:pt x="1360307" y="801733"/>
                </a:lnTo>
                <a:lnTo>
                  <a:pt x="1360476" y="801742"/>
                </a:lnTo>
                <a:lnTo>
                  <a:pt x="1360654" y="801760"/>
                </a:lnTo>
                <a:lnTo>
                  <a:pt x="1360823" y="801769"/>
                </a:lnTo>
                <a:lnTo>
                  <a:pt x="1360992" y="801777"/>
                </a:lnTo>
                <a:lnTo>
                  <a:pt x="1361170" y="801795"/>
                </a:lnTo>
                <a:lnTo>
                  <a:pt x="1361339" y="801804"/>
                </a:lnTo>
                <a:lnTo>
                  <a:pt x="1361517" y="801822"/>
                </a:lnTo>
                <a:lnTo>
                  <a:pt x="1361686" y="801831"/>
                </a:lnTo>
                <a:lnTo>
                  <a:pt x="1361855" y="801849"/>
                </a:lnTo>
                <a:lnTo>
                  <a:pt x="1362033" y="801857"/>
                </a:lnTo>
                <a:lnTo>
                  <a:pt x="1362202" y="801875"/>
                </a:lnTo>
                <a:lnTo>
                  <a:pt x="1362371" y="801884"/>
                </a:lnTo>
                <a:lnTo>
                  <a:pt x="1362549" y="801893"/>
                </a:lnTo>
                <a:lnTo>
                  <a:pt x="1362718" y="801911"/>
                </a:lnTo>
                <a:lnTo>
                  <a:pt x="1362896" y="801920"/>
                </a:lnTo>
                <a:lnTo>
                  <a:pt x="1363065" y="801938"/>
                </a:lnTo>
                <a:lnTo>
                  <a:pt x="1363234" y="801947"/>
                </a:lnTo>
                <a:lnTo>
                  <a:pt x="1363412" y="801964"/>
                </a:lnTo>
                <a:lnTo>
                  <a:pt x="1363581" y="801973"/>
                </a:lnTo>
                <a:lnTo>
                  <a:pt x="1363750" y="801982"/>
                </a:lnTo>
                <a:lnTo>
                  <a:pt x="1363928" y="802000"/>
                </a:lnTo>
                <a:lnTo>
                  <a:pt x="1364097" y="802009"/>
                </a:lnTo>
                <a:lnTo>
                  <a:pt x="1364275" y="802027"/>
                </a:lnTo>
                <a:lnTo>
                  <a:pt x="1364444" y="802035"/>
                </a:lnTo>
                <a:lnTo>
                  <a:pt x="1364613" y="802044"/>
                </a:lnTo>
                <a:lnTo>
                  <a:pt x="1364791" y="802062"/>
                </a:lnTo>
                <a:lnTo>
                  <a:pt x="1364960" y="802071"/>
                </a:lnTo>
                <a:lnTo>
                  <a:pt x="1365129" y="802089"/>
                </a:lnTo>
                <a:lnTo>
                  <a:pt x="1365307" y="802098"/>
                </a:lnTo>
                <a:lnTo>
                  <a:pt x="1365476" y="802116"/>
                </a:lnTo>
                <a:lnTo>
                  <a:pt x="1365645" y="802124"/>
                </a:lnTo>
                <a:lnTo>
                  <a:pt x="1365823" y="802133"/>
                </a:lnTo>
                <a:lnTo>
                  <a:pt x="1365992" y="802151"/>
                </a:lnTo>
                <a:lnTo>
                  <a:pt x="1366170" y="802160"/>
                </a:lnTo>
                <a:lnTo>
                  <a:pt x="1366339" y="802178"/>
                </a:lnTo>
                <a:lnTo>
                  <a:pt x="1366508" y="802187"/>
                </a:lnTo>
                <a:lnTo>
                  <a:pt x="1366686" y="802196"/>
                </a:lnTo>
                <a:lnTo>
                  <a:pt x="1366855" y="802213"/>
                </a:lnTo>
                <a:lnTo>
                  <a:pt x="1367024" y="802222"/>
                </a:lnTo>
                <a:lnTo>
                  <a:pt x="1367202" y="802240"/>
                </a:lnTo>
                <a:lnTo>
                  <a:pt x="1367371" y="802249"/>
                </a:lnTo>
                <a:lnTo>
                  <a:pt x="1367549" y="802258"/>
                </a:lnTo>
                <a:lnTo>
                  <a:pt x="1367718" y="802276"/>
                </a:lnTo>
                <a:lnTo>
                  <a:pt x="1367887" y="802285"/>
                </a:lnTo>
                <a:lnTo>
                  <a:pt x="1368065" y="802302"/>
                </a:lnTo>
                <a:lnTo>
                  <a:pt x="1368234" y="802311"/>
                </a:lnTo>
                <a:lnTo>
                  <a:pt x="1368403" y="802320"/>
                </a:lnTo>
                <a:lnTo>
                  <a:pt x="1368581" y="802338"/>
                </a:lnTo>
                <a:lnTo>
                  <a:pt x="1368750" y="802347"/>
                </a:lnTo>
                <a:lnTo>
                  <a:pt x="1368919" y="802365"/>
                </a:lnTo>
                <a:lnTo>
                  <a:pt x="1369097" y="802374"/>
                </a:lnTo>
                <a:lnTo>
                  <a:pt x="1369266" y="802382"/>
                </a:lnTo>
                <a:lnTo>
                  <a:pt x="1369444" y="802400"/>
                </a:lnTo>
                <a:lnTo>
                  <a:pt x="1369613" y="802409"/>
                </a:lnTo>
                <a:lnTo>
                  <a:pt x="1369782" y="802418"/>
                </a:lnTo>
                <a:lnTo>
                  <a:pt x="1369960" y="802436"/>
                </a:lnTo>
                <a:lnTo>
                  <a:pt x="1370129" y="802445"/>
                </a:lnTo>
                <a:lnTo>
                  <a:pt x="1370298" y="802462"/>
                </a:lnTo>
                <a:lnTo>
                  <a:pt x="1370476" y="802471"/>
                </a:lnTo>
                <a:lnTo>
                  <a:pt x="1370645" y="802480"/>
                </a:lnTo>
                <a:lnTo>
                  <a:pt x="1370823" y="802498"/>
                </a:lnTo>
                <a:lnTo>
                  <a:pt x="1370992" y="802507"/>
                </a:lnTo>
                <a:lnTo>
                  <a:pt x="1371161" y="802525"/>
                </a:lnTo>
                <a:lnTo>
                  <a:pt x="1371339" y="802534"/>
                </a:lnTo>
                <a:lnTo>
                  <a:pt x="1371508" y="802543"/>
                </a:lnTo>
                <a:lnTo>
                  <a:pt x="1371677" y="802560"/>
                </a:lnTo>
                <a:lnTo>
                  <a:pt x="1371855" y="802569"/>
                </a:lnTo>
                <a:lnTo>
                  <a:pt x="1372024" y="802578"/>
                </a:lnTo>
                <a:lnTo>
                  <a:pt x="1372202" y="802596"/>
                </a:lnTo>
                <a:lnTo>
                  <a:pt x="1372371" y="802605"/>
                </a:lnTo>
                <a:lnTo>
                  <a:pt x="1372540" y="802614"/>
                </a:lnTo>
                <a:lnTo>
                  <a:pt x="1372718" y="802632"/>
                </a:lnTo>
                <a:lnTo>
                  <a:pt x="1372887" y="802640"/>
                </a:lnTo>
                <a:lnTo>
                  <a:pt x="1373056" y="802658"/>
                </a:lnTo>
                <a:lnTo>
                  <a:pt x="1373234" y="802667"/>
                </a:lnTo>
                <a:lnTo>
                  <a:pt x="1373403" y="802676"/>
                </a:lnTo>
                <a:lnTo>
                  <a:pt x="1373572" y="802694"/>
                </a:lnTo>
                <a:lnTo>
                  <a:pt x="1373750" y="802703"/>
                </a:lnTo>
                <a:lnTo>
                  <a:pt x="1373919" y="802712"/>
                </a:lnTo>
                <a:lnTo>
                  <a:pt x="1374097" y="802729"/>
                </a:lnTo>
                <a:lnTo>
                  <a:pt x="1374266" y="802738"/>
                </a:lnTo>
                <a:lnTo>
                  <a:pt x="1374435" y="802747"/>
                </a:lnTo>
                <a:lnTo>
                  <a:pt x="1374613" y="802765"/>
                </a:lnTo>
                <a:lnTo>
                  <a:pt x="1374782" y="802774"/>
                </a:lnTo>
                <a:lnTo>
                  <a:pt x="1374951" y="802792"/>
                </a:lnTo>
                <a:lnTo>
                  <a:pt x="1375129" y="802801"/>
                </a:lnTo>
                <a:lnTo>
                  <a:pt x="1375298" y="802809"/>
                </a:lnTo>
                <a:lnTo>
                  <a:pt x="1375476" y="802827"/>
                </a:lnTo>
                <a:lnTo>
                  <a:pt x="1375645" y="802836"/>
                </a:lnTo>
                <a:lnTo>
                  <a:pt x="1375814" y="802845"/>
                </a:lnTo>
                <a:lnTo>
                  <a:pt x="1375992" y="802863"/>
                </a:lnTo>
                <a:lnTo>
                  <a:pt x="1376161" y="802872"/>
                </a:lnTo>
                <a:lnTo>
                  <a:pt x="1376330" y="802881"/>
                </a:lnTo>
                <a:lnTo>
                  <a:pt x="1376508" y="802898"/>
                </a:lnTo>
                <a:lnTo>
                  <a:pt x="1376677" y="802907"/>
                </a:lnTo>
                <a:lnTo>
                  <a:pt x="1376855" y="802916"/>
                </a:lnTo>
                <a:lnTo>
                  <a:pt x="1377024" y="802934"/>
                </a:lnTo>
                <a:lnTo>
                  <a:pt x="1377193" y="802943"/>
                </a:lnTo>
                <a:lnTo>
                  <a:pt x="1377371" y="802952"/>
                </a:lnTo>
                <a:lnTo>
                  <a:pt x="1377540" y="802970"/>
                </a:lnTo>
                <a:lnTo>
                  <a:pt x="1377709" y="802978"/>
                </a:lnTo>
                <a:lnTo>
                  <a:pt x="1377887" y="802987"/>
                </a:lnTo>
                <a:lnTo>
                  <a:pt x="1378056" y="803005"/>
                </a:lnTo>
                <a:lnTo>
                  <a:pt x="1378225" y="803014"/>
                </a:lnTo>
                <a:lnTo>
                  <a:pt x="1378403" y="803023"/>
                </a:lnTo>
                <a:lnTo>
                  <a:pt x="1378572" y="803041"/>
                </a:lnTo>
                <a:lnTo>
                  <a:pt x="1378750" y="803050"/>
                </a:lnTo>
                <a:lnTo>
                  <a:pt x="1378919" y="803059"/>
                </a:lnTo>
                <a:lnTo>
                  <a:pt x="1379088" y="803076"/>
                </a:lnTo>
                <a:lnTo>
                  <a:pt x="1379266" y="803085"/>
                </a:lnTo>
                <a:lnTo>
                  <a:pt x="1379435" y="803094"/>
                </a:lnTo>
                <a:lnTo>
                  <a:pt x="1379604" y="803112"/>
                </a:lnTo>
                <a:lnTo>
                  <a:pt x="1379782" y="803121"/>
                </a:lnTo>
                <a:lnTo>
                  <a:pt x="1379951" y="803130"/>
                </a:lnTo>
                <a:lnTo>
                  <a:pt x="1380129" y="803148"/>
                </a:lnTo>
                <a:lnTo>
                  <a:pt x="1380298" y="803156"/>
                </a:lnTo>
                <a:lnTo>
                  <a:pt x="1380467" y="803165"/>
                </a:lnTo>
                <a:lnTo>
                  <a:pt x="1380645" y="803183"/>
                </a:lnTo>
                <a:lnTo>
                  <a:pt x="1380814" y="803192"/>
                </a:lnTo>
                <a:lnTo>
                  <a:pt x="1380983" y="803201"/>
                </a:lnTo>
                <a:lnTo>
                  <a:pt x="1381161" y="803219"/>
                </a:lnTo>
                <a:lnTo>
                  <a:pt x="1381330" y="803228"/>
                </a:lnTo>
                <a:lnTo>
                  <a:pt x="1381499" y="803236"/>
                </a:lnTo>
                <a:lnTo>
                  <a:pt x="1381677" y="803245"/>
                </a:lnTo>
                <a:lnTo>
                  <a:pt x="1381846" y="803263"/>
                </a:lnTo>
                <a:lnTo>
                  <a:pt x="1382023" y="803272"/>
                </a:lnTo>
                <a:lnTo>
                  <a:pt x="1382193" y="803281"/>
                </a:lnTo>
                <a:lnTo>
                  <a:pt x="1382362" y="803299"/>
                </a:lnTo>
                <a:lnTo>
                  <a:pt x="1382540" y="803308"/>
                </a:lnTo>
                <a:lnTo>
                  <a:pt x="1382709" y="803317"/>
                </a:lnTo>
                <a:lnTo>
                  <a:pt x="1382878" y="803334"/>
                </a:lnTo>
                <a:lnTo>
                  <a:pt x="1383056" y="803343"/>
                </a:lnTo>
                <a:lnTo>
                  <a:pt x="1383225" y="803352"/>
                </a:lnTo>
                <a:lnTo>
                  <a:pt x="1383402" y="803370"/>
                </a:lnTo>
                <a:lnTo>
                  <a:pt x="1383571" y="803379"/>
                </a:lnTo>
                <a:lnTo>
                  <a:pt x="1383741" y="803388"/>
                </a:lnTo>
                <a:lnTo>
                  <a:pt x="1383918" y="803397"/>
                </a:lnTo>
                <a:lnTo>
                  <a:pt x="1384088" y="803414"/>
                </a:lnTo>
                <a:lnTo>
                  <a:pt x="1384257" y="803423"/>
                </a:lnTo>
                <a:lnTo>
                  <a:pt x="1384435" y="803432"/>
                </a:lnTo>
                <a:lnTo>
                  <a:pt x="1384603" y="803450"/>
                </a:lnTo>
                <a:lnTo>
                  <a:pt x="1384781" y="803459"/>
                </a:lnTo>
                <a:lnTo>
                  <a:pt x="1384950" y="803468"/>
                </a:lnTo>
                <a:lnTo>
                  <a:pt x="1385120" y="803477"/>
                </a:lnTo>
                <a:lnTo>
                  <a:pt x="1385297" y="803495"/>
                </a:lnTo>
                <a:lnTo>
                  <a:pt x="1385466" y="803503"/>
                </a:lnTo>
                <a:lnTo>
                  <a:pt x="1385636" y="803512"/>
                </a:lnTo>
                <a:lnTo>
                  <a:pt x="1385813" y="803530"/>
                </a:lnTo>
                <a:lnTo>
                  <a:pt x="1385982" y="803539"/>
                </a:lnTo>
                <a:lnTo>
                  <a:pt x="1386151" y="803548"/>
                </a:lnTo>
                <a:lnTo>
                  <a:pt x="1386329" y="803566"/>
                </a:lnTo>
                <a:lnTo>
                  <a:pt x="1386498" y="803575"/>
                </a:lnTo>
                <a:lnTo>
                  <a:pt x="1386676" y="803583"/>
                </a:lnTo>
                <a:lnTo>
                  <a:pt x="1386845" y="803592"/>
                </a:lnTo>
                <a:lnTo>
                  <a:pt x="1387014" y="803610"/>
                </a:lnTo>
                <a:lnTo>
                  <a:pt x="1387192" y="803619"/>
                </a:lnTo>
                <a:lnTo>
                  <a:pt x="1387361" y="803628"/>
                </a:lnTo>
                <a:lnTo>
                  <a:pt x="1387530" y="803637"/>
                </a:lnTo>
                <a:lnTo>
                  <a:pt x="1387708" y="803655"/>
                </a:lnTo>
                <a:lnTo>
                  <a:pt x="1387877" y="803663"/>
                </a:lnTo>
                <a:lnTo>
                  <a:pt x="1388055" y="803672"/>
                </a:lnTo>
                <a:lnTo>
                  <a:pt x="1388224" y="803690"/>
                </a:lnTo>
                <a:lnTo>
                  <a:pt x="1388393" y="803699"/>
                </a:lnTo>
                <a:lnTo>
                  <a:pt x="1388571" y="803708"/>
                </a:lnTo>
                <a:lnTo>
                  <a:pt x="1388740" y="803717"/>
                </a:lnTo>
                <a:lnTo>
                  <a:pt x="1388909" y="803735"/>
                </a:lnTo>
                <a:lnTo>
                  <a:pt x="1389087" y="803744"/>
                </a:lnTo>
                <a:lnTo>
                  <a:pt x="1389256" y="803752"/>
                </a:lnTo>
                <a:lnTo>
                  <a:pt x="1389425" y="803761"/>
                </a:lnTo>
                <a:lnTo>
                  <a:pt x="1389603" y="803779"/>
                </a:lnTo>
                <a:lnTo>
                  <a:pt x="1389772" y="803788"/>
                </a:lnTo>
                <a:lnTo>
                  <a:pt x="1389950" y="803797"/>
                </a:lnTo>
                <a:lnTo>
                  <a:pt x="1390119" y="803815"/>
                </a:lnTo>
                <a:lnTo>
                  <a:pt x="1390288" y="803824"/>
                </a:lnTo>
                <a:lnTo>
                  <a:pt x="1390466" y="803833"/>
                </a:lnTo>
                <a:lnTo>
                  <a:pt x="1390635" y="803841"/>
                </a:lnTo>
                <a:lnTo>
                  <a:pt x="1390804" y="803859"/>
                </a:lnTo>
                <a:lnTo>
                  <a:pt x="1390982" y="803868"/>
                </a:lnTo>
                <a:lnTo>
                  <a:pt x="1391151" y="803877"/>
                </a:lnTo>
                <a:lnTo>
                  <a:pt x="1391329" y="803886"/>
                </a:lnTo>
                <a:lnTo>
                  <a:pt x="1391498" y="803904"/>
                </a:lnTo>
                <a:lnTo>
                  <a:pt x="1391667" y="803913"/>
                </a:lnTo>
                <a:lnTo>
                  <a:pt x="1391845" y="803922"/>
                </a:lnTo>
                <a:lnTo>
                  <a:pt x="1392014" y="803930"/>
                </a:lnTo>
                <a:lnTo>
                  <a:pt x="1392183" y="803948"/>
                </a:lnTo>
                <a:lnTo>
                  <a:pt x="1392361" y="803957"/>
                </a:lnTo>
                <a:lnTo>
                  <a:pt x="1392530" y="803966"/>
                </a:lnTo>
                <a:lnTo>
                  <a:pt x="1392708" y="803975"/>
                </a:lnTo>
                <a:lnTo>
                  <a:pt x="1392877" y="803993"/>
                </a:lnTo>
                <a:lnTo>
                  <a:pt x="1393046" y="804002"/>
                </a:lnTo>
                <a:lnTo>
                  <a:pt x="1393224" y="804010"/>
                </a:lnTo>
                <a:lnTo>
                  <a:pt x="1393393" y="804019"/>
                </a:lnTo>
                <a:lnTo>
                  <a:pt x="1393562" y="804037"/>
                </a:lnTo>
                <a:lnTo>
                  <a:pt x="1393740" y="804046"/>
                </a:lnTo>
                <a:lnTo>
                  <a:pt x="1393909" y="804055"/>
                </a:lnTo>
                <a:lnTo>
                  <a:pt x="1394078" y="804064"/>
                </a:lnTo>
                <a:lnTo>
                  <a:pt x="1394256" y="804082"/>
                </a:lnTo>
                <a:lnTo>
                  <a:pt x="1394425" y="804090"/>
                </a:lnTo>
                <a:lnTo>
                  <a:pt x="1394603" y="804099"/>
                </a:lnTo>
                <a:lnTo>
                  <a:pt x="1394772" y="804108"/>
                </a:lnTo>
                <a:lnTo>
                  <a:pt x="1394941" y="804126"/>
                </a:lnTo>
                <a:lnTo>
                  <a:pt x="1395119" y="804135"/>
                </a:lnTo>
                <a:lnTo>
                  <a:pt x="1395288" y="804144"/>
                </a:lnTo>
                <a:lnTo>
                  <a:pt x="1395457" y="804153"/>
                </a:lnTo>
                <a:lnTo>
                  <a:pt x="1395635" y="804162"/>
                </a:lnTo>
                <a:lnTo>
                  <a:pt x="1395804" y="804180"/>
                </a:lnTo>
                <a:lnTo>
                  <a:pt x="1395982" y="804188"/>
                </a:lnTo>
                <a:lnTo>
                  <a:pt x="1396151" y="804197"/>
                </a:lnTo>
                <a:lnTo>
                  <a:pt x="1396320" y="804206"/>
                </a:lnTo>
                <a:lnTo>
                  <a:pt x="1396498" y="804224"/>
                </a:lnTo>
                <a:lnTo>
                  <a:pt x="1396667" y="804233"/>
                </a:lnTo>
                <a:lnTo>
                  <a:pt x="1396836" y="804242"/>
                </a:lnTo>
                <a:lnTo>
                  <a:pt x="1397014" y="804251"/>
                </a:lnTo>
                <a:lnTo>
                  <a:pt x="1397183" y="804268"/>
                </a:lnTo>
                <a:lnTo>
                  <a:pt x="1397352" y="804277"/>
                </a:lnTo>
                <a:lnTo>
                  <a:pt x="1397530" y="804286"/>
                </a:lnTo>
                <a:lnTo>
                  <a:pt x="1397699" y="804295"/>
                </a:lnTo>
                <a:lnTo>
                  <a:pt x="1397877" y="804304"/>
                </a:lnTo>
                <a:lnTo>
                  <a:pt x="1398046" y="804322"/>
                </a:lnTo>
                <a:lnTo>
                  <a:pt x="1398215" y="804331"/>
                </a:lnTo>
                <a:lnTo>
                  <a:pt x="1398393" y="804340"/>
                </a:lnTo>
                <a:lnTo>
                  <a:pt x="1398562" y="804349"/>
                </a:lnTo>
                <a:lnTo>
                  <a:pt x="1398731" y="804366"/>
                </a:lnTo>
                <a:lnTo>
                  <a:pt x="1398909" y="804375"/>
                </a:lnTo>
                <a:lnTo>
                  <a:pt x="1399078" y="804384"/>
                </a:lnTo>
                <a:lnTo>
                  <a:pt x="1399256" y="804393"/>
                </a:lnTo>
                <a:lnTo>
                  <a:pt x="1399425" y="804402"/>
                </a:lnTo>
                <a:lnTo>
                  <a:pt x="1399594" y="804420"/>
                </a:lnTo>
                <a:lnTo>
                  <a:pt x="1399772" y="804429"/>
                </a:lnTo>
                <a:lnTo>
                  <a:pt x="1399941" y="804437"/>
                </a:lnTo>
                <a:lnTo>
                  <a:pt x="1400110" y="804446"/>
                </a:lnTo>
                <a:lnTo>
                  <a:pt x="1400288" y="804455"/>
                </a:lnTo>
                <a:lnTo>
                  <a:pt x="1400457" y="804473"/>
                </a:lnTo>
                <a:lnTo>
                  <a:pt x="1400635" y="804482"/>
                </a:lnTo>
                <a:lnTo>
                  <a:pt x="1400804" y="804491"/>
                </a:lnTo>
                <a:lnTo>
                  <a:pt x="1400973" y="804500"/>
                </a:lnTo>
                <a:lnTo>
                  <a:pt x="1401151" y="804509"/>
                </a:lnTo>
                <a:lnTo>
                  <a:pt x="1401320" y="804526"/>
                </a:lnTo>
                <a:lnTo>
                  <a:pt x="1401489" y="804535"/>
                </a:lnTo>
                <a:lnTo>
                  <a:pt x="1401667" y="804544"/>
                </a:lnTo>
                <a:lnTo>
                  <a:pt x="1401836" y="804553"/>
                </a:lnTo>
                <a:lnTo>
                  <a:pt x="1402005" y="804571"/>
                </a:lnTo>
                <a:lnTo>
                  <a:pt x="1402183" y="804580"/>
                </a:lnTo>
                <a:lnTo>
                  <a:pt x="1402352" y="804589"/>
                </a:lnTo>
                <a:lnTo>
                  <a:pt x="1402530" y="804598"/>
                </a:lnTo>
                <a:lnTo>
                  <a:pt x="1402699" y="804607"/>
                </a:lnTo>
                <a:lnTo>
                  <a:pt x="1402868" y="804615"/>
                </a:lnTo>
                <a:lnTo>
                  <a:pt x="1403046" y="804633"/>
                </a:lnTo>
                <a:lnTo>
                  <a:pt x="1403215" y="804642"/>
                </a:lnTo>
                <a:lnTo>
                  <a:pt x="1403384" y="804651"/>
                </a:lnTo>
                <a:lnTo>
                  <a:pt x="1403562" y="804660"/>
                </a:lnTo>
                <a:lnTo>
                  <a:pt x="1403731" y="804669"/>
                </a:lnTo>
                <a:lnTo>
                  <a:pt x="1403909" y="804687"/>
                </a:lnTo>
                <a:lnTo>
                  <a:pt x="1404078" y="804695"/>
                </a:lnTo>
                <a:lnTo>
                  <a:pt x="1404247" y="804704"/>
                </a:lnTo>
                <a:lnTo>
                  <a:pt x="1404425" y="804713"/>
                </a:lnTo>
                <a:lnTo>
                  <a:pt x="1404594" y="804722"/>
                </a:lnTo>
                <a:lnTo>
                  <a:pt x="1404763" y="804740"/>
                </a:lnTo>
                <a:lnTo>
                  <a:pt x="1404941" y="804749"/>
                </a:lnTo>
                <a:lnTo>
                  <a:pt x="1405110" y="804758"/>
                </a:lnTo>
                <a:lnTo>
                  <a:pt x="1405288" y="804767"/>
                </a:lnTo>
                <a:lnTo>
                  <a:pt x="1405457" y="804776"/>
                </a:lnTo>
                <a:lnTo>
                  <a:pt x="1405626" y="804793"/>
                </a:lnTo>
                <a:lnTo>
                  <a:pt x="1405804" y="804802"/>
                </a:lnTo>
                <a:lnTo>
                  <a:pt x="1405973" y="804811"/>
                </a:lnTo>
                <a:lnTo>
                  <a:pt x="1406142" y="804820"/>
                </a:lnTo>
                <a:lnTo>
                  <a:pt x="1406320" y="804829"/>
                </a:lnTo>
                <a:lnTo>
                  <a:pt x="1406489" y="804838"/>
                </a:lnTo>
                <a:lnTo>
                  <a:pt x="1406658" y="804856"/>
                </a:lnTo>
                <a:lnTo>
                  <a:pt x="1406836" y="804864"/>
                </a:lnTo>
                <a:lnTo>
                  <a:pt x="1407005" y="804873"/>
                </a:lnTo>
                <a:lnTo>
                  <a:pt x="1407183" y="804882"/>
                </a:lnTo>
                <a:lnTo>
                  <a:pt x="1407352" y="804891"/>
                </a:lnTo>
                <a:lnTo>
                  <a:pt x="1407521" y="804900"/>
                </a:lnTo>
                <a:lnTo>
                  <a:pt x="1407699" y="804918"/>
                </a:lnTo>
                <a:lnTo>
                  <a:pt x="1407868" y="804927"/>
                </a:lnTo>
                <a:lnTo>
                  <a:pt x="1408037" y="804936"/>
                </a:lnTo>
                <a:lnTo>
                  <a:pt x="1408215" y="804945"/>
                </a:lnTo>
                <a:lnTo>
                  <a:pt x="1408384" y="804954"/>
                </a:lnTo>
                <a:lnTo>
                  <a:pt x="1408562" y="804962"/>
                </a:lnTo>
                <a:lnTo>
                  <a:pt x="1408731" y="804980"/>
                </a:lnTo>
                <a:lnTo>
                  <a:pt x="1408900" y="804989"/>
                </a:lnTo>
                <a:lnTo>
                  <a:pt x="1409078" y="804998"/>
                </a:lnTo>
                <a:lnTo>
                  <a:pt x="1409247" y="805007"/>
                </a:lnTo>
                <a:lnTo>
                  <a:pt x="1409416" y="805016"/>
                </a:lnTo>
                <a:lnTo>
                  <a:pt x="1409594" y="805025"/>
                </a:lnTo>
                <a:lnTo>
                  <a:pt x="1409763" y="805042"/>
                </a:lnTo>
                <a:lnTo>
                  <a:pt x="1409932" y="805051"/>
                </a:lnTo>
                <a:lnTo>
                  <a:pt x="1410110" y="805060"/>
                </a:lnTo>
                <a:lnTo>
                  <a:pt x="1410279" y="805069"/>
                </a:lnTo>
                <a:lnTo>
                  <a:pt x="1410457" y="805078"/>
                </a:lnTo>
                <a:lnTo>
                  <a:pt x="1410626" y="805087"/>
                </a:lnTo>
                <a:lnTo>
                  <a:pt x="1410795" y="805105"/>
                </a:lnTo>
                <a:lnTo>
                  <a:pt x="1410973" y="805114"/>
                </a:lnTo>
                <a:lnTo>
                  <a:pt x="1411142" y="805123"/>
                </a:lnTo>
                <a:lnTo>
                  <a:pt x="1411311" y="805131"/>
                </a:lnTo>
                <a:lnTo>
                  <a:pt x="1411489" y="805140"/>
                </a:lnTo>
                <a:lnTo>
                  <a:pt x="1411658" y="805149"/>
                </a:lnTo>
                <a:lnTo>
                  <a:pt x="1411836" y="805158"/>
                </a:lnTo>
                <a:lnTo>
                  <a:pt x="1412005" y="805176"/>
                </a:lnTo>
                <a:lnTo>
                  <a:pt x="1412174" y="805185"/>
                </a:lnTo>
                <a:lnTo>
                  <a:pt x="1412352" y="805194"/>
                </a:lnTo>
                <a:lnTo>
                  <a:pt x="1412521" y="805203"/>
                </a:lnTo>
                <a:lnTo>
                  <a:pt x="1412690" y="805211"/>
                </a:lnTo>
                <a:lnTo>
                  <a:pt x="1412868" y="805220"/>
                </a:lnTo>
                <a:lnTo>
                  <a:pt x="1413037" y="805238"/>
                </a:lnTo>
                <a:lnTo>
                  <a:pt x="1413215" y="805247"/>
                </a:lnTo>
                <a:lnTo>
                  <a:pt x="1413383" y="805256"/>
                </a:lnTo>
                <a:lnTo>
                  <a:pt x="1413553" y="805265"/>
                </a:lnTo>
                <a:lnTo>
                  <a:pt x="1413730" y="805274"/>
                </a:lnTo>
                <a:lnTo>
                  <a:pt x="1413900" y="805283"/>
                </a:lnTo>
                <a:lnTo>
                  <a:pt x="1414069" y="805292"/>
                </a:lnTo>
                <a:lnTo>
                  <a:pt x="1414247" y="805301"/>
                </a:lnTo>
                <a:lnTo>
                  <a:pt x="1414416" y="805318"/>
                </a:lnTo>
                <a:lnTo>
                  <a:pt x="1414585" y="805327"/>
                </a:lnTo>
                <a:lnTo>
                  <a:pt x="1414762" y="805336"/>
                </a:lnTo>
                <a:lnTo>
                  <a:pt x="1414931" y="805345"/>
                </a:lnTo>
                <a:lnTo>
                  <a:pt x="1415109" y="805354"/>
                </a:lnTo>
                <a:lnTo>
                  <a:pt x="1415278" y="805363"/>
                </a:lnTo>
                <a:lnTo>
                  <a:pt x="1415448" y="805372"/>
                </a:lnTo>
                <a:lnTo>
                  <a:pt x="1415625" y="805389"/>
                </a:lnTo>
                <a:lnTo>
                  <a:pt x="1415794" y="805398"/>
                </a:lnTo>
                <a:lnTo>
                  <a:pt x="1415963" y="805407"/>
                </a:lnTo>
                <a:lnTo>
                  <a:pt x="1416141" y="805416"/>
                </a:lnTo>
                <a:lnTo>
                  <a:pt x="1416310" y="805425"/>
                </a:lnTo>
                <a:lnTo>
                  <a:pt x="1416488" y="805434"/>
                </a:lnTo>
                <a:lnTo>
                  <a:pt x="1416657" y="805443"/>
                </a:lnTo>
                <a:lnTo>
                  <a:pt x="1416826" y="805452"/>
                </a:lnTo>
                <a:lnTo>
                  <a:pt x="1417004" y="805469"/>
                </a:lnTo>
                <a:lnTo>
                  <a:pt x="1417173" y="805478"/>
                </a:lnTo>
                <a:lnTo>
                  <a:pt x="1417342" y="805487"/>
                </a:lnTo>
                <a:lnTo>
                  <a:pt x="1417520" y="805496"/>
                </a:lnTo>
                <a:lnTo>
                  <a:pt x="1417689" y="805505"/>
                </a:lnTo>
                <a:lnTo>
                  <a:pt x="1417858" y="805514"/>
                </a:lnTo>
                <a:lnTo>
                  <a:pt x="1418036" y="805523"/>
                </a:lnTo>
                <a:lnTo>
                  <a:pt x="1418205" y="805532"/>
                </a:lnTo>
                <a:lnTo>
                  <a:pt x="1418383" y="805550"/>
                </a:lnTo>
                <a:lnTo>
                  <a:pt x="1418552" y="805558"/>
                </a:lnTo>
                <a:lnTo>
                  <a:pt x="1418721" y="805567"/>
                </a:lnTo>
                <a:lnTo>
                  <a:pt x="1418899" y="805576"/>
                </a:lnTo>
                <a:lnTo>
                  <a:pt x="1419068" y="805585"/>
                </a:lnTo>
                <a:lnTo>
                  <a:pt x="1419237" y="805594"/>
                </a:lnTo>
                <a:lnTo>
                  <a:pt x="1419415" y="805603"/>
                </a:lnTo>
                <a:lnTo>
                  <a:pt x="1419584" y="805612"/>
                </a:lnTo>
                <a:lnTo>
                  <a:pt x="1419762" y="805630"/>
                </a:lnTo>
                <a:lnTo>
                  <a:pt x="1419931" y="805638"/>
                </a:lnTo>
                <a:lnTo>
                  <a:pt x="1420100" y="805647"/>
                </a:lnTo>
                <a:lnTo>
                  <a:pt x="1420278" y="805656"/>
                </a:lnTo>
                <a:lnTo>
                  <a:pt x="1420447" y="805665"/>
                </a:lnTo>
                <a:lnTo>
                  <a:pt x="1420616" y="805674"/>
                </a:lnTo>
                <a:lnTo>
                  <a:pt x="1420794" y="805683"/>
                </a:lnTo>
                <a:lnTo>
                  <a:pt x="1420963" y="805692"/>
                </a:lnTo>
                <a:lnTo>
                  <a:pt x="1421141" y="805701"/>
                </a:lnTo>
                <a:lnTo>
                  <a:pt x="1421310" y="805710"/>
                </a:lnTo>
                <a:lnTo>
                  <a:pt x="1421479" y="805728"/>
                </a:lnTo>
                <a:lnTo>
                  <a:pt x="1421657" y="805736"/>
                </a:lnTo>
                <a:lnTo>
                  <a:pt x="1421826" y="805745"/>
                </a:lnTo>
                <a:lnTo>
                  <a:pt x="1421995" y="805754"/>
                </a:lnTo>
                <a:lnTo>
                  <a:pt x="1422173" y="805763"/>
                </a:lnTo>
                <a:lnTo>
                  <a:pt x="1422342" y="805772"/>
                </a:lnTo>
                <a:lnTo>
                  <a:pt x="1422511" y="805781"/>
                </a:lnTo>
                <a:lnTo>
                  <a:pt x="1422689" y="805790"/>
                </a:lnTo>
                <a:lnTo>
                  <a:pt x="1422858" y="805799"/>
                </a:lnTo>
                <a:lnTo>
                  <a:pt x="1423036" y="805808"/>
                </a:lnTo>
                <a:lnTo>
                  <a:pt x="1423205" y="805825"/>
                </a:lnTo>
                <a:lnTo>
                  <a:pt x="1423374" y="805834"/>
                </a:lnTo>
                <a:lnTo>
                  <a:pt x="1423552" y="805843"/>
                </a:lnTo>
                <a:lnTo>
                  <a:pt x="1423721" y="805852"/>
                </a:lnTo>
                <a:lnTo>
                  <a:pt x="1423890" y="805861"/>
                </a:lnTo>
                <a:lnTo>
                  <a:pt x="1424068" y="805870"/>
                </a:lnTo>
                <a:lnTo>
                  <a:pt x="1424237" y="805879"/>
                </a:lnTo>
                <a:lnTo>
                  <a:pt x="1424415" y="805888"/>
                </a:lnTo>
                <a:lnTo>
                  <a:pt x="1424584" y="805896"/>
                </a:lnTo>
                <a:lnTo>
                  <a:pt x="1424753" y="805905"/>
                </a:lnTo>
                <a:lnTo>
                  <a:pt x="1424931" y="805923"/>
                </a:lnTo>
                <a:lnTo>
                  <a:pt x="1425100" y="805932"/>
                </a:lnTo>
                <a:lnTo>
                  <a:pt x="1425269" y="805941"/>
                </a:lnTo>
                <a:lnTo>
                  <a:pt x="1425447" y="805950"/>
                </a:lnTo>
                <a:lnTo>
                  <a:pt x="1425616" y="805959"/>
                </a:lnTo>
                <a:lnTo>
                  <a:pt x="1425794" y="805968"/>
                </a:lnTo>
                <a:lnTo>
                  <a:pt x="1425963" y="805977"/>
                </a:lnTo>
                <a:lnTo>
                  <a:pt x="1426132" y="805985"/>
                </a:lnTo>
                <a:lnTo>
                  <a:pt x="1426310" y="805994"/>
                </a:lnTo>
                <a:lnTo>
                  <a:pt x="1426479" y="806003"/>
                </a:lnTo>
                <a:lnTo>
                  <a:pt x="1426648" y="806012"/>
                </a:lnTo>
                <a:lnTo>
                  <a:pt x="1426826" y="806021"/>
                </a:lnTo>
                <a:lnTo>
                  <a:pt x="1426995" y="806039"/>
                </a:lnTo>
                <a:lnTo>
                  <a:pt x="1427164" y="806048"/>
                </a:lnTo>
                <a:lnTo>
                  <a:pt x="1427342" y="806057"/>
                </a:lnTo>
                <a:lnTo>
                  <a:pt x="1427511" y="806066"/>
                </a:lnTo>
                <a:lnTo>
                  <a:pt x="1427689" y="806074"/>
                </a:lnTo>
                <a:lnTo>
                  <a:pt x="1427858" y="806083"/>
                </a:lnTo>
                <a:lnTo>
                  <a:pt x="1428027" y="806092"/>
                </a:lnTo>
                <a:lnTo>
                  <a:pt x="1428205" y="806101"/>
                </a:lnTo>
                <a:lnTo>
                  <a:pt x="1428374" y="806110"/>
                </a:lnTo>
                <a:lnTo>
                  <a:pt x="1428543" y="806119"/>
                </a:lnTo>
                <a:lnTo>
                  <a:pt x="1428721" y="806128"/>
                </a:lnTo>
                <a:lnTo>
                  <a:pt x="1428890" y="806137"/>
                </a:lnTo>
                <a:lnTo>
                  <a:pt x="1429068" y="806146"/>
                </a:lnTo>
                <a:lnTo>
                  <a:pt x="1429237" y="806155"/>
                </a:lnTo>
                <a:lnTo>
                  <a:pt x="1429406" y="806172"/>
                </a:lnTo>
                <a:lnTo>
                  <a:pt x="1429584" y="806181"/>
                </a:lnTo>
                <a:lnTo>
                  <a:pt x="1429753" y="806190"/>
                </a:lnTo>
                <a:lnTo>
                  <a:pt x="1429922" y="806199"/>
                </a:lnTo>
                <a:lnTo>
                  <a:pt x="1430100" y="806208"/>
                </a:lnTo>
                <a:lnTo>
                  <a:pt x="1430269" y="806217"/>
                </a:lnTo>
                <a:lnTo>
                  <a:pt x="1430438" y="806226"/>
                </a:lnTo>
                <a:lnTo>
                  <a:pt x="1430616" y="806235"/>
                </a:lnTo>
                <a:lnTo>
                  <a:pt x="1430785" y="806243"/>
                </a:lnTo>
                <a:lnTo>
                  <a:pt x="1430963" y="806252"/>
                </a:lnTo>
                <a:lnTo>
                  <a:pt x="1431132" y="806261"/>
                </a:lnTo>
                <a:lnTo>
                  <a:pt x="1431301" y="806270"/>
                </a:lnTo>
                <a:lnTo>
                  <a:pt x="1431479" y="806279"/>
                </a:lnTo>
                <a:lnTo>
                  <a:pt x="1431648" y="806288"/>
                </a:lnTo>
                <a:lnTo>
                  <a:pt x="1431817" y="806297"/>
                </a:lnTo>
                <a:lnTo>
                  <a:pt x="1431995" y="806306"/>
                </a:lnTo>
                <a:lnTo>
                  <a:pt x="1432164" y="806324"/>
                </a:lnTo>
                <a:lnTo>
                  <a:pt x="1432342" y="806332"/>
                </a:lnTo>
                <a:lnTo>
                  <a:pt x="1432511" y="806341"/>
                </a:lnTo>
                <a:lnTo>
                  <a:pt x="1432680" y="806350"/>
                </a:lnTo>
                <a:lnTo>
                  <a:pt x="1432858" y="806359"/>
                </a:lnTo>
                <a:lnTo>
                  <a:pt x="1433027" y="806368"/>
                </a:lnTo>
                <a:lnTo>
                  <a:pt x="1433196" y="806377"/>
                </a:lnTo>
                <a:lnTo>
                  <a:pt x="1433374" y="806386"/>
                </a:lnTo>
                <a:lnTo>
                  <a:pt x="1433543" y="806395"/>
                </a:lnTo>
                <a:lnTo>
                  <a:pt x="1433721" y="806404"/>
                </a:lnTo>
                <a:lnTo>
                  <a:pt x="1433890" y="806413"/>
                </a:lnTo>
                <a:lnTo>
                  <a:pt x="1434059" y="806421"/>
                </a:lnTo>
                <a:lnTo>
                  <a:pt x="1434237" y="806430"/>
                </a:lnTo>
                <a:lnTo>
                  <a:pt x="1434406" y="806439"/>
                </a:lnTo>
                <a:lnTo>
                  <a:pt x="1434575" y="806448"/>
                </a:lnTo>
                <a:lnTo>
                  <a:pt x="1434753" y="806457"/>
                </a:lnTo>
                <a:lnTo>
                  <a:pt x="1434922" y="806466"/>
                </a:lnTo>
                <a:lnTo>
                  <a:pt x="1435091" y="806475"/>
                </a:lnTo>
                <a:lnTo>
                  <a:pt x="1435269" y="806484"/>
                </a:lnTo>
                <a:lnTo>
                  <a:pt x="1435438" y="806493"/>
                </a:lnTo>
                <a:lnTo>
                  <a:pt x="1435616" y="806510"/>
                </a:lnTo>
                <a:lnTo>
                  <a:pt x="1435785" y="806519"/>
                </a:lnTo>
                <a:lnTo>
                  <a:pt x="1435954" y="806528"/>
                </a:lnTo>
                <a:lnTo>
                  <a:pt x="1436132" y="806537"/>
                </a:lnTo>
                <a:lnTo>
                  <a:pt x="1436301" y="806546"/>
                </a:lnTo>
                <a:lnTo>
                  <a:pt x="1436470" y="806555"/>
                </a:lnTo>
                <a:lnTo>
                  <a:pt x="1436648" y="806564"/>
                </a:lnTo>
                <a:lnTo>
                  <a:pt x="1436817" y="806573"/>
                </a:lnTo>
                <a:lnTo>
                  <a:pt x="1436995" y="806582"/>
                </a:lnTo>
                <a:lnTo>
                  <a:pt x="1437164" y="806590"/>
                </a:lnTo>
                <a:lnTo>
                  <a:pt x="1437333" y="806599"/>
                </a:lnTo>
                <a:lnTo>
                  <a:pt x="1437511" y="806608"/>
                </a:lnTo>
                <a:lnTo>
                  <a:pt x="1437680" y="806617"/>
                </a:lnTo>
                <a:lnTo>
                  <a:pt x="1437849" y="806626"/>
                </a:lnTo>
                <a:lnTo>
                  <a:pt x="1438027" y="806635"/>
                </a:lnTo>
                <a:lnTo>
                  <a:pt x="1438196" y="806644"/>
                </a:lnTo>
                <a:lnTo>
                  <a:pt x="1438365" y="806653"/>
                </a:lnTo>
                <a:lnTo>
                  <a:pt x="1438543" y="806662"/>
                </a:lnTo>
                <a:lnTo>
                  <a:pt x="1438712" y="806670"/>
                </a:lnTo>
                <a:lnTo>
                  <a:pt x="1438890" y="806679"/>
                </a:lnTo>
                <a:lnTo>
                  <a:pt x="1439059" y="806688"/>
                </a:lnTo>
                <a:lnTo>
                  <a:pt x="1439228" y="806697"/>
                </a:lnTo>
                <a:lnTo>
                  <a:pt x="1439406" y="806706"/>
                </a:lnTo>
                <a:lnTo>
                  <a:pt x="1439575" y="806715"/>
                </a:lnTo>
                <a:lnTo>
                  <a:pt x="1439744" y="806724"/>
                </a:lnTo>
                <a:lnTo>
                  <a:pt x="1439922" y="806733"/>
                </a:lnTo>
                <a:lnTo>
                  <a:pt x="1440091" y="806742"/>
                </a:lnTo>
                <a:lnTo>
                  <a:pt x="1440269" y="806751"/>
                </a:lnTo>
                <a:lnTo>
                  <a:pt x="1440438" y="806759"/>
                </a:lnTo>
                <a:lnTo>
                  <a:pt x="1440607" y="806768"/>
                </a:lnTo>
                <a:lnTo>
                  <a:pt x="1440785" y="806777"/>
                </a:lnTo>
                <a:lnTo>
                  <a:pt x="1440954" y="806786"/>
                </a:lnTo>
                <a:lnTo>
                  <a:pt x="1441123" y="806795"/>
                </a:lnTo>
                <a:lnTo>
                  <a:pt x="1441301" y="806804"/>
                </a:lnTo>
                <a:lnTo>
                  <a:pt x="1441470" y="806813"/>
                </a:lnTo>
                <a:lnTo>
                  <a:pt x="1441648" y="806831"/>
                </a:lnTo>
                <a:lnTo>
                  <a:pt x="1441817" y="806840"/>
                </a:lnTo>
                <a:lnTo>
                  <a:pt x="1441986" y="806848"/>
                </a:lnTo>
                <a:lnTo>
                  <a:pt x="1442164" y="806857"/>
                </a:lnTo>
                <a:lnTo>
                  <a:pt x="1442333" y="806866"/>
                </a:lnTo>
                <a:lnTo>
                  <a:pt x="1442502" y="806875"/>
                </a:lnTo>
                <a:lnTo>
                  <a:pt x="1442680" y="806884"/>
                </a:lnTo>
                <a:lnTo>
                  <a:pt x="1442849" y="806893"/>
                </a:lnTo>
                <a:lnTo>
                  <a:pt x="1443018" y="806902"/>
                </a:lnTo>
                <a:lnTo>
                  <a:pt x="1443195" y="806911"/>
                </a:lnTo>
                <a:lnTo>
                  <a:pt x="1443365" y="806920"/>
                </a:lnTo>
                <a:lnTo>
                  <a:pt x="1443542" y="806929"/>
                </a:lnTo>
                <a:lnTo>
                  <a:pt x="1443712" y="806937"/>
                </a:lnTo>
                <a:lnTo>
                  <a:pt x="1443881" y="806946"/>
                </a:lnTo>
                <a:lnTo>
                  <a:pt x="1444059" y="806955"/>
                </a:lnTo>
                <a:lnTo>
                  <a:pt x="1444228" y="806964"/>
                </a:lnTo>
                <a:lnTo>
                  <a:pt x="1444396" y="806973"/>
                </a:lnTo>
                <a:lnTo>
                  <a:pt x="1444574" y="806982"/>
                </a:lnTo>
                <a:lnTo>
                  <a:pt x="1444743" y="806991"/>
                </a:lnTo>
                <a:lnTo>
                  <a:pt x="1444921" y="807000"/>
                </a:lnTo>
                <a:lnTo>
                  <a:pt x="1445090" y="807009"/>
                </a:lnTo>
                <a:lnTo>
                  <a:pt x="1445260" y="807017"/>
                </a:lnTo>
                <a:lnTo>
                  <a:pt x="1445437" y="807026"/>
                </a:lnTo>
                <a:lnTo>
                  <a:pt x="1445607" y="807035"/>
                </a:lnTo>
                <a:lnTo>
                  <a:pt x="1445775" y="807044"/>
                </a:lnTo>
                <a:lnTo>
                  <a:pt x="1445953" y="807053"/>
                </a:lnTo>
                <a:lnTo>
                  <a:pt x="1446122" y="807062"/>
                </a:lnTo>
                <a:lnTo>
                  <a:pt x="1446291" y="807071"/>
                </a:lnTo>
                <a:lnTo>
                  <a:pt x="1446469" y="807080"/>
                </a:lnTo>
                <a:lnTo>
                  <a:pt x="1446638" y="807089"/>
                </a:lnTo>
                <a:lnTo>
                  <a:pt x="1446816" y="807097"/>
                </a:lnTo>
                <a:lnTo>
                  <a:pt x="1446985" y="807106"/>
                </a:lnTo>
                <a:lnTo>
                  <a:pt x="1447154" y="807115"/>
                </a:lnTo>
                <a:lnTo>
                  <a:pt x="1447332" y="807124"/>
                </a:lnTo>
                <a:lnTo>
                  <a:pt x="1447501" y="807133"/>
                </a:lnTo>
                <a:lnTo>
                  <a:pt x="1447670" y="807142"/>
                </a:lnTo>
                <a:lnTo>
                  <a:pt x="1447848" y="807151"/>
                </a:lnTo>
                <a:lnTo>
                  <a:pt x="1448017" y="807160"/>
                </a:lnTo>
                <a:lnTo>
                  <a:pt x="1448195" y="807169"/>
                </a:lnTo>
                <a:lnTo>
                  <a:pt x="1448364" y="807178"/>
                </a:lnTo>
                <a:lnTo>
                  <a:pt x="1448533" y="807187"/>
                </a:lnTo>
                <a:lnTo>
                  <a:pt x="1448711" y="807195"/>
                </a:lnTo>
                <a:lnTo>
                  <a:pt x="1448880" y="807204"/>
                </a:lnTo>
                <a:lnTo>
                  <a:pt x="1449049" y="807213"/>
                </a:lnTo>
                <a:lnTo>
                  <a:pt x="1449227" y="807222"/>
                </a:lnTo>
                <a:lnTo>
                  <a:pt x="1449396" y="807222"/>
                </a:lnTo>
                <a:lnTo>
                  <a:pt x="1449574" y="807231"/>
                </a:lnTo>
                <a:lnTo>
                  <a:pt x="1449743" y="807240"/>
                </a:lnTo>
                <a:lnTo>
                  <a:pt x="1449912" y="807249"/>
                </a:lnTo>
                <a:lnTo>
                  <a:pt x="1450090" y="807258"/>
                </a:lnTo>
                <a:lnTo>
                  <a:pt x="1450259" y="807267"/>
                </a:lnTo>
                <a:lnTo>
                  <a:pt x="1450428" y="807275"/>
                </a:lnTo>
                <a:lnTo>
                  <a:pt x="1450606" y="807284"/>
                </a:lnTo>
                <a:lnTo>
                  <a:pt x="1450775" y="807293"/>
                </a:lnTo>
                <a:lnTo>
                  <a:pt x="1450944" y="807302"/>
                </a:lnTo>
                <a:lnTo>
                  <a:pt x="1451122" y="807311"/>
                </a:lnTo>
                <a:lnTo>
                  <a:pt x="1451291" y="807320"/>
                </a:lnTo>
                <a:lnTo>
                  <a:pt x="1451469" y="807329"/>
                </a:lnTo>
                <a:lnTo>
                  <a:pt x="1451638" y="807338"/>
                </a:lnTo>
                <a:lnTo>
                  <a:pt x="1451807" y="807347"/>
                </a:lnTo>
                <a:lnTo>
                  <a:pt x="1451985" y="807356"/>
                </a:lnTo>
                <a:lnTo>
                  <a:pt x="1452154" y="807364"/>
                </a:lnTo>
                <a:lnTo>
                  <a:pt x="1452323" y="807373"/>
                </a:lnTo>
                <a:lnTo>
                  <a:pt x="1452501" y="807382"/>
                </a:lnTo>
                <a:lnTo>
                  <a:pt x="1452670" y="807391"/>
                </a:lnTo>
                <a:lnTo>
                  <a:pt x="1452848" y="807400"/>
                </a:lnTo>
                <a:lnTo>
                  <a:pt x="1453017" y="807409"/>
                </a:lnTo>
                <a:lnTo>
                  <a:pt x="1453186" y="807418"/>
                </a:lnTo>
                <a:lnTo>
                  <a:pt x="1453364" y="807427"/>
                </a:lnTo>
                <a:lnTo>
                  <a:pt x="1453533" y="807436"/>
                </a:lnTo>
                <a:lnTo>
                  <a:pt x="1453702" y="807444"/>
                </a:lnTo>
                <a:lnTo>
                  <a:pt x="1453880" y="807453"/>
                </a:lnTo>
                <a:lnTo>
                  <a:pt x="1454049" y="807462"/>
                </a:lnTo>
                <a:lnTo>
                  <a:pt x="1454227" y="807471"/>
                </a:lnTo>
                <a:lnTo>
                  <a:pt x="1454396" y="807480"/>
                </a:lnTo>
                <a:lnTo>
                  <a:pt x="1454565" y="807489"/>
                </a:lnTo>
                <a:lnTo>
                  <a:pt x="1454743" y="807498"/>
                </a:lnTo>
                <a:lnTo>
                  <a:pt x="1454912" y="807507"/>
                </a:lnTo>
                <a:lnTo>
                  <a:pt x="1455081" y="807516"/>
                </a:lnTo>
                <a:lnTo>
                  <a:pt x="1455259" y="807525"/>
                </a:lnTo>
                <a:lnTo>
                  <a:pt x="1455428" y="807533"/>
                </a:lnTo>
                <a:lnTo>
                  <a:pt x="1455597" y="807533"/>
                </a:lnTo>
                <a:lnTo>
                  <a:pt x="1455775" y="807542"/>
                </a:lnTo>
                <a:lnTo>
                  <a:pt x="1455944" y="807551"/>
                </a:lnTo>
                <a:lnTo>
                  <a:pt x="1456122" y="807560"/>
                </a:lnTo>
                <a:lnTo>
                  <a:pt x="1456291" y="807569"/>
                </a:lnTo>
                <a:lnTo>
                  <a:pt x="1456460" y="807578"/>
                </a:lnTo>
                <a:lnTo>
                  <a:pt x="1456638" y="807587"/>
                </a:lnTo>
                <a:lnTo>
                  <a:pt x="1456807" y="807596"/>
                </a:lnTo>
                <a:lnTo>
                  <a:pt x="1456976" y="807605"/>
                </a:lnTo>
                <a:lnTo>
                  <a:pt x="1457154" y="807614"/>
                </a:lnTo>
                <a:lnTo>
                  <a:pt x="1457323" y="807622"/>
                </a:lnTo>
                <a:lnTo>
                  <a:pt x="1457501" y="807631"/>
                </a:lnTo>
                <a:lnTo>
                  <a:pt x="1457670" y="807640"/>
                </a:lnTo>
                <a:lnTo>
                  <a:pt x="1457839" y="807649"/>
                </a:lnTo>
                <a:lnTo>
                  <a:pt x="1458017" y="807658"/>
                </a:lnTo>
                <a:lnTo>
                  <a:pt x="1458186" y="807667"/>
                </a:lnTo>
                <a:lnTo>
                  <a:pt x="1458355" y="807676"/>
                </a:lnTo>
                <a:lnTo>
                  <a:pt x="1458533" y="807685"/>
                </a:lnTo>
                <a:lnTo>
                  <a:pt x="1458702" y="807694"/>
                </a:lnTo>
                <a:lnTo>
                  <a:pt x="1458871" y="807703"/>
                </a:lnTo>
                <a:lnTo>
                  <a:pt x="1459049" y="807711"/>
                </a:lnTo>
                <a:lnTo>
                  <a:pt x="1459218" y="807711"/>
                </a:lnTo>
                <a:lnTo>
                  <a:pt x="1459396" y="807720"/>
                </a:lnTo>
                <a:lnTo>
                  <a:pt x="1459565" y="807729"/>
                </a:lnTo>
                <a:lnTo>
                  <a:pt x="1459734" y="807738"/>
                </a:lnTo>
                <a:lnTo>
                  <a:pt x="1459912" y="807747"/>
                </a:lnTo>
                <a:lnTo>
                  <a:pt x="1460081" y="807756"/>
                </a:lnTo>
                <a:lnTo>
                  <a:pt x="1460250" y="807765"/>
                </a:lnTo>
                <a:lnTo>
                  <a:pt x="1460428" y="807774"/>
                </a:lnTo>
                <a:lnTo>
                  <a:pt x="1460597" y="807783"/>
                </a:lnTo>
                <a:lnTo>
                  <a:pt x="1460775" y="807791"/>
                </a:lnTo>
                <a:lnTo>
                  <a:pt x="1460944" y="807800"/>
                </a:lnTo>
                <a:lnTo>
                  <a:pt x="1461113" y="807809"/>
                </a:lnTo>
                <a:lnTo>
                  <a:pt x="1461291" y="807818"/>
                </a:lnTo>
                <a:lnTo>
                  <a:pt x="1461460" y="807827"/>
                </a:lnTo>
                <a:lnTo>
                  <a:pt x="1461629" y="807836"/>
                </a:lnTo>
                <a:lnTo>
                  <a:pt x="1461807" y="807845"/>
                </a:lnTo>
                <a:lnTo>
                  <a:pt x="1461976" y="807854"/>
                </a:lnTo>
                <a:lnTo>
                  <a:pt x="1462154" y="807854"/>
                </a:lnTo>
                <a:lnTo>
                  <a:pt x="1462323" y="807863"/>
                </a:lnTo>
                <a:lnTo>
                  <a:pt x="1462492" y="807871"/>
                </a:lnTo>
                <a:lnTo>
                  <a:pt x="1462670" y="807880"/>
                </a:lnTo>
                <a:lnTo>
                  <a:pt x="1462839" y="807889"/>
                </a:lnTo>
                <a:lnTo>
                  <a:pt x="1463008" y="807898"/>
                </a:lnTo>
                <a:lnTo>
                  <a:pt x="1463186" y="807907"/>
                </a:lnTo>
                <a:lnTo>
                  <a:pt x="1463355" y="807916"/>
                </a:lnTo>
                <a:lnTo>
                  <a:pt x="1463524" y="807925"/>
                </a:lnTo>
                <a:lnTo>
                  <a:pt x="1463702" y="807934"/>
                </a:lnTo>
                <a:lnTo>
                  <a:pt x="1463871" y="807943"/>
                </a:lnTo>
                <a:lnTo>
                  <a:pt x="1464049" y="807952"/>
                </a:lnTo>
                <a:lnTo>
                  <a:pt x="1464218" y="807961"/>
                </a:lnTo>
                <a:lnTo>
                  <a:pt x="1464387" y="807969"/>
                </a:lnTo>
                <a:lnTo>
                  <a:pt x="1464565" y="807978"/>
                </a:lnTo>
                <a:lnTo>
                  <a:pt x="1464734" y="807978"/>
                </a:lnTo>
                <a:lnTo>
                  <a:pt x="1464903" y="807987"/>
                </a:lnTo>
                <a:lnTo>
                  <a:pt x="1465081" y="807996"/>
                </a:lnTo>
                <a:lnTo>
                  <a:pt x="1465250" y="808005"/>
                </a:lnTo>
                <a:lnTo>
                  <a:pt x="1465428" y="808014"/>
                </a:lnTo>
                <a:lnTo>
                  <a:pt x="1465597" y="808023"/>
                </a:lnTo>
                <a:lnTo>
                  <a:pt x="1465766" y="808032"/>
                </a:lnTo>
                <a:lnTo>
                  <a:pt x="1465944" y="808041"/>
                </a:lnTo>
                <a:lnTo>
                  <a:pt x="1466113" y="808049"/>
                </a:lnTo>
                <a:lnTo>
                  <a:pt x="1466282" y="808058"/>
                </a:lnTo>
                <a:lnTo>
                  <a:pt x="1466460" y="808067"/>
                </a:lnTo>
                <a:lnTo>
                  <a:pt x="1466629" y="808076"/>
                </a:lnTo>
                <a:lnTo>
                  <a:pt x="1466798" y="808076"/>
                </a:lnTo>
                <a:lnTo>
                  <a:pt x="1466976" y="808085"/>
                </a:lnTo>
                <a:lnTo>
                  <a:pt x="1467145" y="808094"/>
                </a:lnTo>
                <a:lnTo>
                  <a:pt x="1467323" y="808103"/>
                </a:lnTo>
                <a:lnTo>
                  <a:pt x="1467492" y="808112"/>
                </a:lnTo>
                <a:lnTo>
                  <a:pt x="1467661" y="808121"/>
                </a:lnTo>
                <a:lnTo>
                  <a:pt x="1467839" y="808130"/>
                </a:lnTo>
                <a:lnTo>
                  <a:pt x="1468008" y="808138"/>
                </a:lnTo>
                <a:lnTo>
                  <a:pt x="1468177" y="808147"/>
                </a:lnTo>
                <a:lnTo>
                  <a:pt x="1468355" y="808156"/>
                </a:lnTo>
                <a:lnTo>
                  <a:pt x="1468524" y="808165"/>
                </a:lnTo>
                <a:lnTo>
                  <a:pt x="1468702" y="808174"/>
                </a:lnTo>
                <a:lnTo>
                  <a:pt x="1468871" y="808174"/>
                </a:lnTo>
                <a:lnTo>
                  <a:pt x="1469040" y="808183"/>
                </a:lnTo>
                <a:lnTo>
                  <a:pt x="1469218" y="808192"/>
                </a:lnTo>
                <a:lnTo>
                  <a:pt x="1469387" y="808201"/>
                </a:lnTo>
                <a:lnTo>
                  <a:pt x="1469556" y="808210"/>
                </a:lnTo>
                <a:lnTo>
                  <a:pt x="1469734" y="808218"/>
                </a:lnTo>
                <a:lnTo>
                  <a:pt x="1469903" y="808227"/>
                </a:lnTo>
                <a:lnTo>
                  <a:pt x="1470081" y="808236"/>
                </a:lnTo>
                <a:lnTo>
                  <a:pt x="1470250" y="808245"/>
                </a:lnTo>
                <a:lnTo>
                  <a:pt x="1470419" y="808254"/>
                </a:lnTo>
                <a:lnTo>
                  <a:pt x="1470597" y="808263"/>
                </a:lnTo>
                <a:lnTo>
                  <a:pt x="1470766" y="808263"/>
                </a:lnTo>
                <a:lnTo>
                  <a:pt x="1470935" y="808272"/>
                </a:lnTo>
                <a:lnTo>
                  <a:pt x="1471113" y="808281"/>
                </a:lnTo>
                <a:lnTo>
                  <a:pt x="1471282" y="808290"/>
                </a:lnTo>
                <a:lnTo>
                  <a:pt x="1471451" y="808299"/>
                </a:lnTo>
                <a:lnTo>
                  <a:pt x="1471629" y="808307"/>
                </a:lnTo>
                <a:lnTo>
                  <a:pt x="1471798" y="808316"/>
                </a:lnTo>
                <a:lnTo>
                  <a:pt x="1471975" y="808325"/>
                </a:lnTo>
                <a:lnTo>
                  <a:pt x="1472145" y="808334"/>
                </a:lnTo>
                <a:lnTo>
                  <a:pt x="1472314" y="808343"/>
                </a:lnTo>
                <a:lnTo>
                  <a:pt x="1472492" y="808343"/>
                </a:lnTo>
                <a:lnTo>
                  <a:pt x="1472661" y="808352"/>
                </a:lnTo>
                <a:lnTo>
                  <a:pt x="1472830" y="808361"/>
                </a:lnTo>
                <a:lnTo>
                  <a:pt x="1473008" y="808370"/>
                </a:lnTo>
                <a:lnTo>
                  <a:pt x="1473177" y="808379"/>
                </a:lnTo>
                <a:lnTo>
                  <a:pt x="1473354" y="808388"/>
                </a:lnTo>
                <a:lnTo>
                  <a:pt x="1473524" y="808396"/>
                </a:lnTo>
                <a:lnTo>
                  <a:pt x="1473693" y="808405"/>
                </a:lnTo>
                <a:lnTo>
                  <a:pt x="1473870" y="808414"/>
                </a:lnTo>
                <a:lnTo>
                  <a:pt x="1474040" y="808414"/>
                </a:lnTo>
                <a:lnTo>
                  <a:pt x="1474209" y="808423"/>
                </a:lnTo>
                <a:lnTo>
                  <a:pt x="1474387" y="808432"/>
                </a:lnTo>
                <a:lnTo>
                  <a:pt x="1474555" y="808441"/>
                </a:lnTo>
                <a:lnTo>
                  <a:pt x="1474733" y="808450"/>
                </a:lnTo>
                <a:lnTo>
                  <a:pt x="1474902" y="808459"/>
                </a:lnTo>
                <a:lnTo>
                  <a:pt x="1475072" y="808468"/>
                </a:lnTo>
                <a:lnTo>
                  <a:pt x="1475249" y="808476"/>
                </a:lnTo>
                <a:lnTo>
                  <a:pt x="1475419" y="808485"/>
                </a:lnTo>
                <a:lnTo>
                  <a:pt x="1475588" y="808485"/>
                </a:lnTo>
                <a:lnTo>
                  <a:pt x="1475765" y="808494"/>
                </a:lnTo>
                <a:lnTo>
                  <a:pt x="1475934" y="808503"/>
                </a:lnTo>
                <a:lnTo>
                  <a:pt x="1476103" y="808512"/>
                </a:lnTo>
                <a:lnTo>
                  <a:pt x="1476281" y="808521"/>
                </a:lnTo>
                <a:lnTo>
                  <a:pt x="1476450" y="808530"/>
                </a:lnTo>
                <a:lnTo>
                  <a:pt x="1476628" y="808539"/>
                </a:lnTo>
                <a:lnTo>
                  <a:pt x="1476797" y="808548"/>
                </a:lnTo>
                <a:lnTo>
                  <a:pt x="1476966" y="808557"/>
                </a:lnTo>
                <a:lnTo>
                  <a:pt x="1477144" y="808557"/>
                </a:lnTo>
                <a:lnTo>
                  <a:pt x="1477313" y="808565"/>
                </a:lnTo>
                <a:lnTo>
                  <a:pt x="1477482" y="808574"/>
                </a:lnTo>
                <a:lnTo>
                  <a:pt x="1477660" y="808583"/>
                </a:lnTo>
                <a:lnTo>
                  <a:pt x="1477829" y="808592"/>
                </a:lnTo>
                <a:lnTo>
                  <a:pt x="1478007" y="808601"/>
                </a:lnTo>
                <a:lnTo>
                  <a:pt x="1478176" y="808610"/>
                </a:lnTo>
                <a:lnTo>
                  <a:pt x="1478345" y="808619"/>
                </a:lnTo>
                <a:lnTo>
                  <a:pt x="1478523" y="808619"/>
                </a:lnTo>
                <a:lnTo>
                  <a:pt x="1478692" y="808628"/>
                </a:lnTo>
                <a:lnTo>
                  <a:pt x="1478861" y="808637"/>
                </a:lnTo>
                <a:lnTo>
                  <a:pt x="1479039" y="808645"/>
                </a:lnTo>
                <a:lnTo>
                  <a:pt x="1479208" y="808654"/>
                </a:lnTo>
                <a:lnTo>
                  <a:pt x="1479377" y="808663"/>
                </a:lnTo>
                <a:lnTo>
                  <a:pt x="1479555" y="808672"/>
                </a:lnTo>
                <a:lnTo>
                  <a:pt x="1479724" y="808681"/>
                </a:lnTo>
                <a:lnTo>
                  <a:pt x="1479902" y="808681"/>
                </a:lnTo>
                <a:lnTo>
                  <a:pt x="1480071" y="808690"/>
                </a:lnTo>
                <a:lnTo>
                  <a:pt x="1480240" y="808699"/>
                </a:lnTo>
                <a:lnTo>
                  <a:pt x="1480418" y="808708"/>
                </a:lnTo>
                <a:lnTo>
                  <a:pt x="1480587" y="808717"/>
                </a:lnTo>
                <a:lnTo>
                  <a:pt x="1480756" y="808726"/>
                </a:lnTo>
                <a:lnTo>
                  <a:pt x="1480934" y="808735"/>
                </a:lnTo>
                <a:lnTo>
                  <a:pt x="1481103" y="808743"/>
                </a:lnTo>
                <a:lnTo>
                  <a:pt x="1481281" y="808743"/>
                </a:lnTo>
                <a:lnTo>
                  <a:pt x="1481450" y="808752"/>
                </a:lnTo>
                <a:lnTo>
                  <a:pt x="1481619" y="808761"/>
                </a:lnTo>
                <a:lnTo>
                  <a:pt x="1481797" y="808770"/>
                </a:lnTo>
                <a:lnTo>
                  <a:pt x="1481966" y="808779"/>
                </a:lnTo>
                <a:lnTo>
                  <a:pt x="1482135" y="808788"/>
                </a:lnTo>
                <a:lnTo>
                  <a:pt x="1482313" y="808797"/>
                </a:lnTo>
                <a:lnTo>
                  <a:pt x="1482482" y="808797"/>
                </a:lnTo>
                <a:lnTo>
                  <a:pt x="1482660" y="808806"/>
                </a:lnTo>
                <a:lnTo>
                  <a:pt x="1482829" y="808815"/>
                </a:lnTo>
                <a:lnTo>
                  <a:pt x="1482998" y="808823"/>
                </a:lnTo>
                <a:lnTo>
                  <a:pt x="1483176" y="808832"/>
                </a:lnTo>
                <a:lnTo>
                  <a:pt x="1483345" y="808841"/>
                </a:lnTo>
                <a:lnTo>
                  <a:pt x="1483514" y="808850"/>
                </a:lnTo>
                <a:lnTo>
                  <a:pt x="1483692" y="808859"/>
                </a:lnTo>
                <a:lnTo>
                  <a:pt x="1483861" y="808859"/>
                </a:lnTo>
                <a:lnTo>
                  <a:pt x="1484030" y="808868"/>
                </a:lnTo>
                <a:lnTo>
                  <a:pt x="1484208" y="808877"/>
                </a:lnTo>
                <a:lnTo>
                  <a:pt x="1484377" y="808886"/>
                </a:lnTo>
                <a:lnTo>
                  <a:pt x="1484555" y="808895"/>
                </a:lnTo>
                <a:lnTo>
                  <a:pt x="1484724" y="808904"/>
                </a:lnTo>
                <a:lnTo>
                  <a:pt x="1484893" y="808912"/>
                </a:lnTo>
                <a:lnTo>
                  <a:pt x="1485071" y="808912"/>
                </a:lnTo>
                <a:lnTo>
                  <a:pt x="1485240" y="808921"/>
                </a:lnTo>
                <a:lnTo>
                  <a:pt x="1485409" y="808930"/>
                </a:lnTo>
                <a:lnTo>
                  <a:pt x="1485587" y="808939"/>
                </a:lnTo>
                <a:lnTo>
                  <a:pt x="1485756" y="808948"/>
                </a:lnTo>
                <a:lnTo>
                  <a:pt x="1485934" y="808957"/>
                </a:lnTo>
                <a:lnTo>
                  <a:pt x="1486103" y="808957"/>
                </a:lnTo>
                <a:lnTo>
                  <a:pt x="1486272" y="808966"/>
                </a:lnTo>
                <a:lnTo>
                  <a:pt x="1486450" y="808975"/>
                </a:lnTo>
                <a:lnTo>
                  <a:pt x="1486619" y="808984"/>
                </a:lnTo>
                <a:lnTo>
                  <a:pt x="1486788" y="808992"/>
                </a:lnTo>
                <a:lnTo>
                  <a:pt x="1486966" y="809001"/>
                </a:lnTo>
                <a:lnTo>
                  <a:pt x="1487135" y="809010"/>
                </a:lnTo>
                <a:lnTo>
                  <a:pt x="1487304" y="809010"/>
                </a:lnTo>
                <a:lnTo>
                  <a:pt x="1487482" y="809019"/>
                </a:lnTo>
                <a:lnTo>
                  <a:pt x="1487651" y="809028"/>
                </a:lnTo>
                <a:lnTo>
                  <a:pt x="1487829" y="809037"/>
                </a:lnTo>
                <a:lnTo>
                  <a:pt x="1487998" y="809046"/>
                </a:lnTo>
                <a:lnTo>
                  <a:pt x="1488167" y="809055"/>
                </a:lnTo>
                <a:lnTo>
                  <a:pt x="1488345" y="809064"/>
                </a:lnTo>
                <a:lnTo>
                  <a:pt x="1488514" y="809064"/>
                </a:lnTo>
                <a:lnTo>
                  <a:pt x="1488683" y="809073"/>
                </a:lnTo>
                <a:lnTo>
                  <a:pt x="1488861" y="809081"/>
                </a:lnTo>
                <a:lnTo>
                  <a:pt x="1489030" y="809090"/>
                </a:lnTo>
                <a:lnTo>
                  <a:pt x="1489208" y="809099"/>
                </a:lnTo>
                <a:lnTo>
                  <a:pt x="1489377" y="809108"/>
                </a:lnTo>
                <a:lnTo>
                  <a:pt x="1489546" y="809108"/>
                </a:lnTo>
                <a:lnTo>
                  <a:pt x="1489724" y="809117"/>
                </a:lnTo>
                <a:lnTo>
                  <a:pt x="1489893" y="809126"/>
                </a:lnTo>
                <a:lnTo>
                  <a:pt x="1490062" y="809135"/>
                </a:lnTo>
                <a:lnTo>
                  <a:pt x="1490240" y="809144"/>
                </a:lnTo>
                <a:lnTo>
                  <a:pt x="1490409" y="809153"/>
                </a:lnTo>
                <a:lnTo>
                  <a:pt x="1490587" y="809153"/>
                </a:lnTo>
                <a:lnTo>
                  <a:pt x="1490756" y="809162"/>
                </a:lnTo>
                <a:lnTo>
                  <a:pt x="1490925" y="809170"/>
                </a:lnTo>
                <a:lnTo>
                  <a:pt x="1491103" y="809179"/>
                </a:lnTo>
                <a:lnTo>
                  <a:pt x="1491272" y="809188"/>
                </a:lnTo>
                <a:lnTo>
                  <a:pt x="1491441" y="809197"/>
                </a:lnTo>
                <a:lnTo>
                  <a:pt x="1491619" y="809197"/>
                </a:lnTo>
                <a:lnTo>
                  <a:pt x="1491788" y="809206"/>
                </a:lnTo>
                <a:lnTo>
                  <a:pt x="1491957" y="809215"/>
                </a:lnTo>
                <a:lnTo>
                  <a:pt x="1492135" y="809224"/>
                </a:lnTo>
                <a:lnTo>
                  <a:pt x="1492304" y="809233"/>
                </a:lnTo>
                <a:lnTo>
                  <a:pt x="1492482" y="809242"/>
                </a:lnTo>
                <a:lnTo>
                  <a:pt x="1492651" y="809242"/>
                </a:lnTo>
                <a:lnTo>
                  <a:pt x="1492820" y="809250"/>
                </a:lnTo>
                <a:lnTo>
                  <a:pt x="1492998" y="809259"/>
                </a:lnTo>
                <a:lnTo>
                  <a:pt x="1493167" y="809268"/>
                </a:lnTo>
                <a:lnTo>
                  <a:pt x="1493336" y="809277"/>
                </a:lnTo>
                <a:lnTo>
                  <a:pt x="1493514" y="809286"/>
                </a:lnTo>
                <a:lnTo>
                  <a:pt x="1493683" y="809286"/>
                </a:lnTo>
                <a:lnTo>
                  <a:pt x="1493861" y="809295"/>
                </a:lnTo>
                <a:lnTo>
                  <a:pt x="1494030" y="809304"/>
                </a:lnTo>
                <a:lnTo>
                  <a:pt x="1494199" y="809313"/>
                </a:lnTo>
                <a:lnTo>
                  <a:pt x="1494377" y="809322"/>
                </a:lnTo>
                <a:lnTo>
                  <a:pt x="1494546" y="809331"/>
                </a:lnTo>
                <a:lnTo>
                  <a:pt x="1494715" y="809331"/>
                </a:lnTo>
                <a:lnTo>
                  <a:pt x="1494893" y="809339"/>
                </a:lnTo>
                <a:lnTo>
                  <a:pt x="1495062" y="809348"/>
                </a:lnTo>
                <a:lnTo>
                  <a:pt x="1495231" y="809357"/>
                </a:lnTo>
                <a:lnTo>
                  <a:pt x="1495409" y="809366"/>
                </a:lnTo>
                <a:lnTo>
                  <a:pt x="1495578" y="809366"/>
                </a:lnTo>
                <a:lnTo>
                  <a:pt x="1495756" y="809375"/>
                </a:lnTo>
                <a:lnTo>
                  <a:pt x="1495925" y="809384"/>
                </a:lnTo>
                <a:lnTo>
                  <a:pt x="1496094" y="809393"/>
                </a:lnTo>
                <a:lnTo>
                  <a:pt x="1496272" y="809402"/>
                </a:lnTo>
                <a:lnTo>
                  <a:pt x="1496441" y="809411"/>
                </a:lnTo>
                <a:lnTo>
                  <a:pt x="1496610" y="809411"/>
                </a:lnTo>
                <a:lnTo>
                  <a:pt x="1496788" y="809419"/>
                </a:lnTo>
                <a:lnTo>
                  <a:pt x="1496957" y="809428"/>
                </a:lnTo>
                <a:lnTo>
                  <a:pt x="1497135" y="809437"/>
                </a:lnTo>
                <a:lnTo>
                  <a:pt x="1497304" y="809446"/>
                </a:lnTo>
                <a:lnTo>
                  <a:pt x="1497473" y="809446"/>
                </a:lnTo>
                <a:lnTo>
                  <a:pt x="1497651" y="809455"/>
                </a:lnTo>
                <a:lnTo>
                  <a:pt x="1497820" y="809464"/>
                </a:lnTo>
                <a:lnTo>
                  <a:pt x="1497989" y="809473"/>
                </a:lnTo>
                <a:lnTo>
                  <a:pt x="1498167" y="809482"/>
                </a:lnTo>
                <a:lnTo>
                  <a:pt x="1498336" y="809491"/>
                </a:lnTo>
                <a:lnTo>
                  <a:pt x="1498514" y="809491"/>
                </a:lnTo>
                <a:lnTo>
                  <a:pt x="1498683" y="809500"/>
                </a:lnTo>
                <a:lnTo>
                  <a:pt x="1498852" y="809509"/>
                </a:lnTo>
                <a:lnTo>
                  <a:pt x="1499030" y="809517"/>
                </a:lnTo>
                <a:lnTo>
                  <a:pt x="1499199" y="809526"/>
                </a:lnTo>
                <a:lnTo>
                  <a:pt x="1499368" y="809526"/>
                </a:lnTo>
                <a:lnTo>
                  <a:pt x="1499546" y="809535"/>
                </a:lnTo>
                <a:lnTo>
                  <a:pt x="1499715" y="809544"/>
                </a:lnTo>
                <a:lnTo>
                  <a:pt x="1499884" y="809553"/>
                </a:lnTo>
                <a:lnTo>
                  <a:pt x="1500062" y="809562"/>
                </a:lnTo>
                <a:lnTo>
                  <a:pt x="1500231" y="809562"/>
                </a:lnTo>
                <a:lnTo>
                  <a:pt x="1500409" y="809571"/>
                </a:lnTo>
                <a:lnTo>
                  <a:pt x="1500578" y="809580"/>
                </a:lnTo>
                <a:lnTo>
                  <a:pt x="1500747" y="809589"/>
                </a:lnTo>
                <a:lnTo>
                  <a:pt x="1500925" y="809597"/>
                </a:lnTo>
                <a:lnTo>
                  <a:pt x="1501094" y="809597"/>
                </a:lnTo>
                <a:lnTo>
                  <a:pt x="1501263" y="809606"/>
                </a:lnTo>
                <a:lnTo>
                  <a:pt x="1501441" y="809615"/>
                </a:lnTo>
                <a:lnTo>
                  <a:pt x="1501610" y="809624"/>
                </a:lnTo>
                <a:lnTo>
                  <a:pt x="1501788" y="809633"/>
                </a:lnTo>
                <a:lnTo>
                  <a:pt x="1501957" y="809633"/>
                </a:lnTo>
                <a:lnTo>
                  <a:pt x="1502126" y="809642"/>
                </a:lnTo>
                <a:lnTo>
                  <a:pt x="1502304" y="809651"/>
                </a:lnTo>
                <a:lnTo>
                  <a:pt x="1502473" y="809660"/>
                </a:lnTo>
                <a:lnTo>
                  <a:pt x="1502642" y="809669"/>
                </a:lnTo>
                <a:lnTo>
                  <a:pt x="1502820" y="809669"/>
                </a:lnTo>
                <a:lnTo>
                  <a:pt x="1502989" y="809677"/>
                </a:lnTo>
                <a:lnTo>
                  <a:pt x="1503166" y="809686"/>
                </a:lnTo>
                <a:lnTo>
                  <a:pt x="1503335" y="809695"/>
                </a:lnTo>
                <a:lnTo>
                  <a:pt x="1503505" y="809704"/>
                </a:lnTo>
                <a:lnTo>
                  <a:pt x="1503683" y="809704"/>
                </a:lnTo>
                <a:lnTo>
                  <a:pt x="1503852" y="809713"/>
                </a:lnTo>
                <a:lnTo>
                  <a:pt x="1504021" y="809722"/>
                </a:lnTo>
                <a:lnTo>
                  <a:pt x="1504198" y="809731"/>
                </a:lnTo>
                <a:lnTo>
                  <a:pt x="1504368" y="809740"/>
                </a:lnTo>
                <a:lnTo>
                  <a:pt x="1504537" y="809740"/>
                </a:lnTo>
                <a:lnTo>
                  <a:pt x="1504714" y="809749"/>
                </a:lnTo>
                <a:lnTo>
                  <a:pt x="1504883" y="809758"/>
                </a:lnTo>
                <a:lnTo>
                  <a:pt x="1505061" y="809766"/>
                </a:lnTo>
                <a:lnTo>
                  <a:pt x="1505231" y="809775"/>
                </a:lnTo>
                <a:lnTo>
                  <a:pt x="1505400" y="809775"/>
                </a:lnTo>
                <a:lnTo>
                  <a:pt x="1505577" y="809784"/>
                </a:lnTo>
                <a:lnTo>
                  <a:pt x="1505746" y="809793"/>
                </a:lnTo>
                <a:lnTo>
                  <a:pt x="1505916" y="809802"/>
                </a:lnTo>
                <a:lnTo>
                  <a:pt x="1506093" y="809811"/>
                </a:lnTo>
                <a:lnTo>
                  <a:pt x="1506262" y="809811"/>
                </a:lnTo>
                <a:lnTo>
                  <a:pt x="1506440" y="809820"/>
                </a:lnTo>
                <a:lnTo>
                  <a:pt x="1506610" y="809829"/>
                </a:lnTo>
                <a:lnTo>
                  <a:pt x="1506779" y="809838"/>
                </a:lnTo>
                <a:lnTo>
                  <a:pt x="1506956" y="809838"/>
                </a:lnTo>
                <a:lnTo>
                  <a:pt x="1507125" y="809847"/>
                </a:lnTo>
                <a:lnTo>
                  <a:pt x="1507294" y="809855"/>
                </a:lnTo>
                <a:lnTo>
                  <a:pt x="1507472" y="809864"/>
                </a:lnTo>
                <a:lnTo>
                  <a:pt x="1507641" y="809873"/>
                </a:lnTo>
                <a:lnTo>
                  <a:pt x="1507810" y="809873"/>
                </a:lnTo>
                <a:lnTo>
                  <a:pt x="1507988" y="809882"/>
                </a:lnTo>
                <a:lnTo>
                  <a:pt x="1508157" y="809891"/>
                </a:lnTo>
                <a:lnTo>
                  <a:pt x="1508335" y="809900"/>
                </a:lnTo>
                <a:lnTo>
                  <a:pt x="1508504" y="809909"/>
                </a:lnTo>
                <a:lnTo>
                  <a:pt x="1508673" y="809909"/>
                </a:lnTo>
                <a:lnTo>
                  <a:pt x="1508851" y="809918"/>
                </a:lnTo>
                <a:lnTo>
                  <a:pt x="1509020" y="809927"/>
                </a:lnTo>
                <a:lnTo>
                  <a:pt x="1509189" y="809936"/>
                </a:lnTo>
                <a:lnTo>
                  <a:pt x="1509367" y="809936"/>
                </a:lnTo>
                <a:lnTo>
                  <a:pt x="1509536" y="809944"/>
                </a:lnTo>
                <a:lnTo>
                  <a:pt x="1509714" y="809953"/>
                </a:lnTo>
                <a:lnTo>
                  <a:pt x="1509883" y="809962"/>
                </a:lnTo>
                <a:lnTo>
                  <a:pt x="1510052" y="809971"/>
                </a:lnTo>
                <a:lnTo>
                  <a:pt x="1510230" y="809971"/>
                </a:lnTo>
                <a:lnTo>
                  <a:pt x="1510399" y="809980"/>
                </a:lnTo>
                <a:lnTo>
                  <a:pt x="1510568" y="809989"/>
                </a:lnTo>
                <a:lnTo>
                  <a:pt x="1510746" y="809998"/>
                </a:lnTo>
                <a:lnTo>
                  <a:pt x="1510915" y="809998"/>
                </a:lnTo>
                <a:lnTo>
                  <a:pt x="1511093" y="810007"/>
                </a:lnTo>
                <a:lnTo>
                  <a:pt x="1511262" y="810016"/>
                </a:lnTo>
                <a:lnTo>
                  <a:pt x="1511431" y="810024"/>
                </a:lnTo>
                <a:lnTo>
                  <a:pt x="1511609" y="810033"/>
                </a:lnTo>
                <a:lnTo>
                  <a:pt x="1511778" y="810033"/>
                </a:lnTo>
                <a:lnTo>
                  <a:pt x="1511947" y="810042"/>
                </a:lnTo>
                <a:lnTo>
                  <a:pt x="1512125" y="810051"/>
                </a:lnTo>
                <a:lnTo>
                  <a:pt x="1512294" y="810060"/>
                </a:lnTo>
                <a:lnTo>
                  <a:pt x="1512463" y="810060"/>
                </a:lnTo>
                <a:lnTo>
                  <a:pt x="1512641" y="810069"/>
                </a:lnTo>
                <a:lnTo>
                  <a:pt x="1512810" y="810078"/>
                </a:lnTo>
                <a:lnTo>
                  <a:pt x="1512988" y="810087"/>
                </a:lnTo>
                <a:lnTo>
                  <a:pt x="1513157" y="810087"/>
                </a:lnTo>
                <a:lnTo>
                  <a:pt x="1513326" y="810096"/>
                </a:lnTo>
                <a:lnTo>
                  <a:pt x="1513504" y="810105"/>
                </a:lnTo>
                <a:lnTo>
                  <a:pt x="1513673" y="810113"/>
                </a:lnTo>
                <a:lnTo>
                  <a:pt x="1513842" y="810122"/>
                </a:lnTo>
                <a:lnTo>
                  <a:pt x="1514020" y="810122"/>
                </a:lnTo>
                <a:lnTo>
                  <a:pt x="1514189" y="810131"/>
                </a:lnTo>
                <a:lnTo>
                  <a:pt x="1514367" y="810140"/>
                </a:lnTo>
                <a:lnTo>
                  <a:pt x="1514536" y="810149"/>
                </a:lnTo>
                <a:lnTo>
                  <a:pt x="1514705" y="810149"/>
                </a:lnTo>
                <a:lnTo>
                  <a:pt x="1514883" y="810158"/>
                </a:lnTo>
                <a:lnTo>
                  <a:pt x="1515052" y="810167"/>
                </a:lnTo>
                <a:lnTo>
                  <a:pt x="1515221" y="810176"/>
                </a:lnTo>
                <a:lnTo>
                  <a:pt x="1515399" y="810176"/>
                </a:lnTo>
                <a:lnTo>
                  <a:pt x="1515568" y="810185"/>
                </a:lnTo>
                <a:lnTo>
                  <a:pt x="1515737" y="810194"/>
                </a:lnTo>
                <a:lnTo>
                  <a:pt x="1515915" y="810202"/>
                </a:lnTo>
                <a:lnTo>
                  <a:pt x="1516084" y="810202"/>
                </a:lnTo>
                <a:lnTo>
                  <a:pt x="1516262" y="810211"/>
                </a:lnTo>
                <a:lnTo>
                  <a:pt x="1516431" y="810220"/>
                </a:lnTo>
                <a:lnTo>
                  <a:pt x="1516600" y="810229"/>
                </a:lnTo>
                <a:lnTo>
                  <a:pt x="1516778" y="810229"/>
                </a:lnTo>
                <a:lnTo>
                  <a:pt x="1516947" y="810238"/>
                </a:lnTo>
                <a:lnTo>
                  <a:pt x="1517116" y="810247"/>
                </a:lnTo>
                <a:lnTo>
                  <a:pt x="1517294" y="810256"/>
                </a:lnTo>
                <a:lnTo>
                  <a:pt x="1517463" y="810265"/>
                </a:lnTo>
                <a:lnTo>
                  <a:pt x="1517641" y="810265"/>
                </a:lnTo>
                <a:lnTo>
                  <a:pt x="1517810" y="810274"/>
                </a:lnTo>
                <a:lnTo>
                  <a:pt x="1517979" y="810282"/>
                </a:lnTo>
                <a:lnTo>
                  <a:pt x="1518157" y="810291"/>
                </a:lnTo>
                <a:lnTo>
                  <a:pt x="1518326" y="810291"/>
                </a:lnTo>
                <a:lnTo>
                  <a:pt x="1518495" y="810300"/>
                </a:lnTo>
                <a:lnTo>
                  <a:pt x="1518673" y="810309"/>
                </a:lnTo>
                <a:lnTo>
                  <a:pt x="1518842" y="810318"/>
                </a:lnTo>
                <a:lnTo>
                  <a:pt x="1519020" y="810318"/>
                </a:lnTo>
                <a:lnTo>
                  <a:pt x="1519189" y="810327"/>
                </a:lnTo>
                <a:lnTo>
                  <a:pt x="1519358" y="810336"/>
                </a:lnTo>
                <a:lnTo>
                  <a:pt x="1519536" y="810345"/>
                </a:lnTo>
                <a:lnTo>
                  <a:pt x="1519705" y="810345"/>
                </a:lnTo>
                <a:lnTo>
                  <a:pt x="1519874" y="810354"/>
                </a:lnTo>
                <a:lnTo>
                  <a:pt x="1520052" y="810363"/>
                </a:lnTo>
                <a:lnTo>
                  <a:pt x="1520221" y="810371"/>
                </a:lnTo>
                <a:lnTo>
                  <a:pt x="1520390" y="810371"/>
                </a:lnTo>
                <a:lnTo>
                  <a:pt x="1520568" y="810380"/>
                </a:lnTo>
                <a:lnTo>
                  <a:pt x="1520737" y="810389"/>
                </a:lnTo>
                <a:lnTo>
                  <a:pt x="1520915" y="810398"/>
                </a:lnTo>
                <a:lnTo>
                  <a:pt x="1521084" y="810398"/>
                </a:lnTo>
                <a:lnTo>
                  <a:pt x="1521253" y="810407"/>
                </a:lnTo>
                <a:lnTo>
                  <a:pt x="1521431" y="810416"/>
                </a:lnTo>
                <a:lnTo>
                  <a:pt x="1521600" y="810425"/>
                </a:lnTo>
                <a:lnTo>
                  <a:pt x="1521769" y="810425"/>
                </a:lnTo>
                <a:lnTo>
                  <a:pt x="1521947" y="810434"/>
                </a:lnTo>
                <a:lnTo>
                  <a:pt x="1522116" y="810443"/>
                </a:lnTo>
                <a:lnTo>
                  <a:pt x="1522294" y="810443"/>
                </a:lnTo>
                <a:lnTo>
                  <a:pt x="1522463" y="810451"/>
                </a:lnTo>
                <a:lnTo>
                  <a:pt x="1522632" y="810460"/>
                </a:lnTo>
                <a:lnTo>
                  <a:pt x="1522810" y="810469"/>
                </a:lnTo>
                <a:lnTo>
                  <a:pt x="1522979" y="810469"/>
                </a:lnTo>
                <a:lnTo>
                  <a:pt x="1523148" y="810478"/>
                </a:lnTo>
                <a:lnTo>
                  <a:pt x="1523326" y="810487"/>
                </a:lnTo>
                <a:lnTo>
                  <a:pt x="1523495" y="810496"/>
                </a:lnTo>
                <a:lnTo>
                  <a:pt x="1523664" y="810496"/>
                </a:lnTo>
                <a:lnTo>
                  <a:pt x="1523842" y="810505"/>
                </a:lnTo>
                <a:lnTo>
                  <a:pt x="1524011" y="810514"/>
                </a:lnTo>
                <a:lnTo>
                  <a:pt x="1524189" y="810523"/>
                </a:lnTo>
                <a:lnTo>
                  <a:pt x="1524358" y="810523"/>
                </a:lnTo>
                <a:lnTo>
                  <a:pt x="1524527" y="810532"/>
                </a:lnTo>
                <a:lnTo>
                  <a:pt x="1524705" y="810540"/>
                </a:lnTo>
                <a:lnTo>
                  <a:pt x="1524874" y="810549"/>
                </a:lnTo>
                <a:lnTo>
                  <a:pt x="1525043" y="810549"/>
                </a:lnTo>
                <a:lnTo>
                  <a:pt x="1525221" y="810558"/>
                </a:lnTo>
                <a:lnTo>
                  <a:pt x="1525390" y="810567"/>
                </a:lnTo>
                <a:lnTo>
                  <a:pt x="1525568" y="810576"/>
                </a:lnTo>
                <a:lnTo>
                  <a:pt x="1525737" y="810576"/>
                </a:lnTo>
                <a:lnTo>
                  <a:pt x="1525906" y="810585"/>
                </a:lnTo>
                <a:lnTo>
                  <a:pt x="1526084" y="810594"/>
                </a:lnTo>
                <a:lnTo>
                  <a:pt x="1526253" y="810594"/>
                </a:lnTo>
                <a:lnTo>
                  <a:pt x="1526422" y="810603"/>
                </a:lnTo>
                <a:lnTo>
                  <a:pt x="1526600" y="810612"/>
                </a:lnTo>
                <a:lnTo>
                  <a:pt x="1526769" y="810621"/>
                </a:lnTo>
                <a:lnTo>
                  <a:pt x="1526947" y="810621"/>
                </a:lnTo>
                <a:lnTo>
                  <a:pt x="1527116" y="810629"/>
                </a:lnTo>
                <a:lnTo>
                  <a:pt x="1527285" y="810638"/>
                </a:lnTo>
                <a:lnTo>
                  <a:pt x="1527463" y="810647"/>
                </a:lnTo>
                <a:lnTo>
                  <a:pt x="1527632" y="810647"/>
                </a:lnTo>
                <a:lnTo>
                  <a:pt x="1527801" y="810656"/>
                </a:lnTo>
                <a:lnTo>
                  <a:pt x="1527979" y="810665"/>
                </a:lnTo>
                <a:lnTo>
                  <a:pt x="1528148" y="810665"/>
                </a:lnTo>
                <a:lnTo>
                  <a:pt x="1528317" y="810674"/>
                </a:lnTo>
                <a:lnTo>
                  <a:pt x="1528495" y="810683"/>
                </a:lnTo>
                <a:lnTo>
                  <a:pt x="1528664" y="810692"/>
                </a:lnTo>
                <a:lnTo>
                  <a:pt x="1528842" y="810692"/>
                </a:lnTo>
                <a:lnTo>
                  <a:pt x="1529011" y="810701"/>
                </a:lnTo>
                <a:lnTo>
                  <a:pt x="1529180" y="810710"/>
                </a:lnTo>
                <a:lnTo>
                  <a:pt x="1529358" y="810718"/>
                </a:lnTo>
                <a:lnTo>
                  <a:pt x="1529527" y="810718"/>
                </a:lnTo>
                <a:lnTo>
                  <a:pt x="1529696" y="810727"/>
                </a:lnTo>
                <a:lnTo>
                  <a:pt x="1529874" y="810736"/>
                </a:lnTo>
                <a:lnTo>
                  <a:pt x="1530043" y="810736"/>
                </a:lnTo>
                <a:lnTo>
                  <a:pt x="1530221" y="810745"/>
                </a:lnTo>
                <a:lnTo>
                  <a:pt x="1530390" y="810754"/>
                </a:lnTo>
                <a:lnTo>
                  <a:pt x="1530559" y="810763"/>
                </a:lnTo>
                <a:lnTo>
                  <a:pt x="1530737" y="810763"/>
                </a:lnTo>
                <a:lnTo>
                  <a:pt x="1530906" y="810772"/>
                </a:lnTo>
                <a:lnTo>
                  <a:pt x="1531075" y="810781"/>
                </a:lnTo>
                <a:lnTo>
                  <a:pt x="1531253" y="810781"/>
                </a:lnTo>
                <a:lnTo>
                  <a:pt x="1531422" y="810790"/>
                </a:lnTo>
                <a:lnTo>
                  <a:pt x="1531600" y="810798"/>
                </a:lnTo>
                <a:lnTo>
                  <a:pt x="1531768" y="810807"/>
                </a:lnTo>
                <a:lnTo>
                  <a:pt x="1531938" y="810807"/>
                </a:lnTo>
                <a:lnTo>
                  <a:pt x="1532116" y="810816"/>
                </a:lnTo>
                <a:lnTo>
                  <a:pt x="1532285" y="810825"/>
                </a:lnTo>
                <a:lnTo>
                  <a:pt x="1532454" y="810834"/>
                </a:lnTo>
                <a:lnTo>
                  <a:pt x="1532632" y="810834"/>
                </a:lnTo>
                <a:lnTo>
                  <a:pt x="1532801" y="810843"/>
                </a:lnTo>
                <a:lnTo>
                  <a:pt x="1532970" y="810852"/>
                </a:lnTo>
                <a:lnTo>
                  <a:pt x="1533147" y="810852"/>
                </a:lnTo>
                <a:lnTo>
                  <a:pt x="1533316" y="810861"/>
                </a:lnTo>
                <a:lnTo>
                  <a:pt x="1533495" y="810870"/>
                </a:lnTo>
                <a:lnTo>
                  <a:pt x="1533664" y="810870"/>
                </a:lnTo>
                <a:lnTo>
                  <a:pt x="1533833" y="810878"/>
                </a:lnTo>
                <a:lnTo>
                  <a:pt x="1534010" y="810887"/>
                </a:lnTo>
                <a:lnTo>
                  <a:pt x="1534180" y="810896"/>
                </a:lnTo>
                <a:lnTo>
                  <a:pt x="1534349" y="810896"/>
                </a:lnTo>
                <a:lnTo>
                  <a:pt x="1534526" y="810905"/>
                </a:lnTo>
                <a:lnTo>
                  <a:pt x="1534695" y="810914"/>
                </a:lnTo>
                <a:lnTo>
                  <a:pt x="1534873" y="810914"/>
                </a:lnTo>
                <a:lnTo>
                  <a:pt x="1535043" y="810923"/>
                </a:lnTo>
                <a:lnTo>
                  <a:pt x="1535212" y="810932"/>
                </a:lnTo>
                <a:lnTo>
                  <a:pt x="1535389" y="810941"/>
                </a:lnTo>
                <a:lnTo>
                  <a:pt x="1535558" y="810941"/>
                </a:lnTo>
                <a:lnTo>
                  <a:pt x="1535728" y="810950"/>
                </a:lnTo>
                <a:lnTo>
                  <a:pt x="1535905" y="810959"/>
                </a:lnTo>
                <a:lnTo>
                  <a:pt x="1536074" y="810959"/>
                </a:lnTo>
                <a:lnTo>
                  <a:pt x="1536243" y="810968"/>
                </a:lnTo>
                <a:lnTo>
                  <a:pt x="1536421" y="810976"/>
                </a:lnTo>
                <a:lnTo>
                  <a:pt x="1536591" y="810985"/>
                </a:lnTo>
                <a:lnTo>
                  <a:pt x="1536768" y="810985"/>
                </a:lnTo>
                <a:lnTo>
                  <a:pt x="1536937" y="810994"/>
                </a:lnTo>
                <a:lnTo>
                  <a:pt x="1537106" y="811003"/>
                </a:lnTo>
                <a:lnTo>
                  <a:pt x="1537284" y="811003"/>
                </a:lnTo>
                <a:lnTo>
                  <a:pt x="1537453" y="811012"/>
                </a:lnTo>
                <a:lnTo>
                  <a:pt x="1537622" y="811021"/>
                </a:lnTo>
                <a:lnTo>
                  <a:pt x="1537800" y="811021"/>
                </a:lnTo>
                <a:lnTo>
                  <a:pt x="1537970" y="811030"/>
                </a:lnTo>
                <a:lnTo>
                  <a:pt x="1538147" y="811039"/>
                </a:lnTo>
                <a:lnTo>
                  <a:pt x="1538316" y="811048"/>
                </a:lnTo>
                <a:lnTo>
                  <a:pt x="1538485" y="811048"/>
                </a:lnTo>
                <a:lnTo>
                  <a:pt x="1538663" y="811056"/>
                </a:lnTo>
                <a:lnTo>
                  <a:pt x="1538832" y="811065"/>
                </a:lnTo>
                <a:lnTo>
                  <a:pt x="1539001" y="811065"/>
                </a:lnTo>
                <a:lnTo>
                  <a:pt x="1539179" y="811074"/>
                </a:lnTo>
                <a:lnTo>
                  <a:pt x="1539348" y="811083"/>
                </a:lnTo>
                <a:lnTo>
                  <a:pt x="1539526" y="811083"/>
                </a:lnTo>
                <a:lnTo>
                  <a:pt x="1539695" y="811092"/>
                </a:lnTo>
                <a:lnTo>
                  <a:pt x="1539864" y="811101"/>
                </a:lnTo>
                <a:lnTo>
                  <a:pt x="1540042" y="811110"/>
                </a:lnTo>
                <a:lnTo>
                  <a:pt x="1540211" y="811110"/>
                </a:lnTo>
                <a:lnTo>
                  <a:pt x="1540380" y="811119"/>
                </a:lnTo>
                <a:lnTo>
                  <a:pt x="1540558" y="811128"/>
                </a:lnTo>
                <a:lnTo>
                  <a:pt x="1540727" y="811128"/>
                </a:lnTo>
                <a:lnTo>
                  <a:pt x="1540896" y="811137"/>
                </a:lnTo>
                <a:lnTo>
                  <a:pt x="1541074" y="811145"/>
                </a:lnTo>
                <a:lnTo>
                  <a:pt x="1541243" y="811145"/>
                </a:lnTo>
                <a:lnTo>
                  <a:pt x="1541421" y="811154"/>
                </a:lnTo>
                <a:lnTo>
                  <a:pt x="1541590" y="811163"/>
                </a:lnTo>
                <a:lnTo>
                  <a:pt x="1541759" y="811163"/>
                </a:lnTo>
                <a:lnTo>
                  <a:pt x="1541937" y="811172"/>
                </a:lnTo>
                <a:lnTo>
                  <a:pt x="1542106" y="811181"/>
                </a:lnTo>
                <a:lnTo>
                  <a:pt x="1542275" y="811190"/>
                </a:lnTo>
                <a:lnTo>
                  <a:pt x="1542453" y="811190"/>
                </a:lnTo>
                <a:lnTo>
                  <a:pt x="1542622" y="811199"/>
                </a:lnTo>
                <a:lnTo>
                  <a:pt x="1542800" y="811208"/>
                </a:lnTo>
                <a:lnTo>
                  <a:pt x="1542969" y="811208"/>
                </a:lnTo>
                <a:lnTo>
                  <a:pt x="1543138" y="811217"/>
                </a:lnTo>
                <a:lnTo>
                  <a:pt x="1543316" y="811225"/>
                </a:lnTo>
                <a:lnTo>
                  <a:pt x="1543485" y="811225"/>
                </a:lnTo>
                <a:lnTo>
                  <a:pt x="1543654" y="811234"/>
                </a:lnTo>
                <a:lnTo>
                  <a:pt x="1543832" y="811243"/>
                </a:lnTo>
                <a:lnTo>
                  <a:pt x="1544001" y="811243"/>
                </a:lnTo>
                <a:lnTo>
                  <a:pt x="1544170" y="811252"/>
                </a:lnTo>
                <a:lnTo>
                  <a:pt x="1544348" y="811261"/>
                </a:lnTo>
                <a:lnTo>
                  <a:pt x="1544517" y="811270"/>
                </a:lnTo>
                <a:lnTo>
                  <a:pt x="1544695" y="811270"/>
                </a:lnTo>
                <a:lnTo>
                  <a:pt x="1544864" y="811279"/>
                </a:lnTo>
                <a:lnTo>
                  <a:pt x="1545033" y="811288"/>
                </a:lnTo>
                <a:lnTo>
                  <a:pt x="1545211" y="811288"/>
                </a:lnTo>
                <a:lnTo>
                  <a:pt x="1545380" y="811297"/>
                </a:lnTo>
                <a:lnTo>
                  <a:pt x="1545549" y="811306"/>
                </a:lnTo>
                <a:lnTo>
                  <a:pt x="1545727" y="811306"/>
                </a:lnTo>
                <a:lnTo>
                  <a:pt x="1545896" y="811314"/>
                </a:lnTo>
                <a:lnTo>
                  <a:pt x="1546074" y="811323"/>
                </a:lnTo>
                <a:lnTo>
                  <a:pt x="1546243" y="811323"/>
                </a:lnTo>
                <a:lnTo>
                  <a:pt x="1546412" y="811332"/>
                </a:lnTo>
                <a:lnTo>
                  <a:pt x="1546590" y="811341"/>
                </a:lnTo>
                <a:lnTo>
                  <a:pt x="1546759" y="811341"/>
                </a:lnTo>
                <a:lnTo>
                  <a:pt x="1546928" y="811350"/>
                </a:lnTo>
                <a:lnTo>
                  <a:pt x="1547106" y="811359"/>
                </a:lnTo>
                <a:lnTo>
                  <a:pt x="1547275" y="811359"/>
                </a:lnTo>
                <a:lnTo>
                  <a:pt x="1547453" y="811368"/>
                </a:lnTo>
                <a:lnTo>
                  <a:pt x="1547622" y="811377"/>
                </a:lnTo>
                <a:lnTo>
                  <a:pt x="1547791" y="811377"/>
                </a:lnTo>
                <a:lnTo>
                  <a:pt x="1547969" y="811386"/>
                </a:lnTo>
                <a:lnTo>
                  <a:pt x="1548138" y="811395"/>
                </a:lnTo>
                <a:lnTo>
                  <a:pt x="1548307" y="811395"/>
                </a:lnTo>
                <a:lnTo>
                  <a:pt x="1548485" y="811403"/>
                </a:lnTo>
                <a:lnTo>
                  <a:pt x="1548654" y="811412"/>
                </a:lnTo>
                <a:lnTo>
                  <a:pt x="1548823" y="811412"/>
                </a:lnTo>
                <a:lnTo>
                  <a:pt x="1549001" y="811421"/>
                </a:lnTo>
                <a:lnTo>
                  <a:pt x="1549170" y="811430"/>
                </a:lnTo>
                <a:lnTo>
                  <a:pt x="1549348" y="811439"/>
                </a:lnTo>
                <a:lnTo>
                  <a:pt x="1549517" y="811439"/>
                </a:lnTo>
                <a:lnTo>
                  <a:pt x="1549686" y="811448"/>
                </a:lnTo>
                <a:lnTo>
                  <a:pt x="1549864" y="811457"/>
                </a:lnTo>
                <a:lnTo>
                  <a:pt x="1550033" y="811457"/>
                </a:lnTo>
                <a:lnTo>
                  <a:pt x="1550202" y="811466"/>
                </a:lnTo>
                <a:lnTo>
                  <a:pt x="1550380" y="811475"/>
                </a:lnTo>
                <a:lnTo>
                  <a:pt x="1550549" y="811475"/>
                </a:lnTo>
                <a:lnTo>
                  <a:pt x="1550727" y="811483"/>
                </a:lnTo>
                <a:lnTo>
                  <a:pt x="1550896" y="811492"/>
                </a:lnTo>
                <a:lnTo>
                  <a:pt x="1551065" y="811492"/>
                </a:lnTo>
                <a:lnTo>
                  <a:pt x="1551243" y="811501"/>
                </a:lnTo>
                <a:lnTo>
                  <a:pt x="1551412" y="811510"/>
                </a:lnTo>
                <a:lnTo>
                  <a:pt x="1551581" y="811510"/>
                </a:lnTo>
                <a:lnTo>
                  <a:pt x="1551759" y="811519"/>
                </a:lnTo>
                <a:lnTo>
                  <a:pt x="1551928" y="811528"/>
                </a:lnTo>
                <a:lnTo>
                  <a:pt x="1552106" y="811528"/>
                </a:lnTo>
                <a:lnTo>
                  <a:pt x="1552275" y="811537"/>
                </a:lnTo>
                <a:lnTo>
                  <a:pt x="1552444" y="811546"/>
                </a:lnTo>
                <a:lnTo>
                  <a:pt x="1552622" y="811546"/>
                </a:lnTo>
                <a:lnTo>
                  <a:pt x="1552791" y="811555"/>
                </a:lnTo>
                <a:lnTo>
                  <a:pt x="1552960" y="811564"/>
                </a:lnTo>
                <a:lnTo>
                  <a:pt x="1553138" y="811564"/>
                </a:lnTo>
                <a:lnTo>
                  <a:pt x="1553307" y="811572"/>
                </a:lnTo>
                <a:lnTo>
                  <a:pt x="1553476" y="811581"/>
                </a:lnTo>
                <a:lnTo>
                  <a:pt x="1553654" y="811581"/>
                </a:lnTo>
                <a:lnTo>
                  <a:pt x="1553823" y="811590"/>
                </a:lnTo>
                <a:lnTo>
                  <a:pt x="1554001" y="811599"/>
                </a:lnTo>
                <a:lnTo>
                  <a:pt x="1554170" y="811599"/>
                </a:lnTo>
                <a:lnTo>
                  <a:pt x="1554339" y="811608"/>
                </a:lnTo>
                <a:lnTo>
                  <a:pt x="1554517" y="811617"/>
                </a:lnTo>
                <a:lnTo>
                  <a:pt x="1554686" y="811617"/>
                </a:lnTo>
                <a:lnTo>
                  <a:pt x="1554855" y="811626"/>
                </a:lnTo>
                <a:lnTo>
                  <a:pt x="1555033" y="811635"/>
                </a:lnTo>
                <a:lnTo>
                  <a:pt x="1555202" y="811635"/>
                </a:lnTo>
                <a:lnTo>
                  <a:pt x="1555380" y="811644"/>
                </a:lnTo>
                <a:lnTo>
                  <a:pt x="1555549" y="811644"/>
                </a:lnTo>
                <a:lnTo>
                  <a:pt x="1555718" y="811652"/>
                </a:lnTo>
                <a:lnTo>
                  <a:pt x="1555896" y="811661"/>
                </a:lnTo>
                <a:lnTo>
                  <a:pt x="1556065" y="811661"/>
                </a:lnTo>
                <a:lnTo>
                  <a:pt x="1556234" y="811670"/>
                </a:lnTo>
                <a:lnTo>
                  <a:pt x="1556412" y="811679"/>
                </a:lnTo>
                <a:lnTo>
                  <a:pt x="1556581" y="811679"/>
                </a:lnTo>
                <a:lnTo>
                  <a:pt x="1556750" y="811688"/>
                </a:lnTo>
                <a:lnTo>
                  <a:pt x="1556928" y="811697"/>
                </a:lnTo>
                <a:lnTo>
                  <a:pt x="1557097" y="811697"/>
                </a:lnTo>
                <a:lnTo>
                  <a:pt x="1557275" y="811706"/>
                </a:lnTo>
                <a:lnTo>
                  <a:pt x="1557444" y="811715"/>
                </a:lnTo>
                <a:lnTo>
                  <a:pt x="1557613" y="811715"/>
                </a:lnTo>
                <a:lnTo>
                  <a:pt x="1557791" y="811724"/>
                </a:lnTo>
                <a:lnTo>
                  <a:pt x="1557960" y="811733"/>
                </a:lnTo>
                <a:lnTo>
                  <a:pt x="1558129" y="811733"/>
                </a:lnTo>
                <a:lnTo>
                  <a:pt x="1558307" y="811742"/>
                </a:lnTo>
                <a:lnTo>
                  <a:pt x="1558476" y="811750"/>
                </a:lnTo>
                <a:lnTo>
                  <a:pt x="1558654" y="811750"/>
                </a:lnTo>
                <a:lnTo>
                  <a:pt x="1558823" y="811759"/>
                </a:lnTo>
                <a:lnTo>
                  <a:pt x="1558992" y="811768"/>
                </a:lnTo>
                <a:lnTo>
                  <a:pt x="1559170" y="811768"/>
                </a:lnTo>
                <a:lnTo>
                  <a:pt x="1559339" y="811777"/>
                </a:lnTo>
                <a:lnTo>
                  <a:pt x="1559508" y="811786"/>
                </a:lnTo>
                <a:lnTo>
                  <a:pt x="1559686" y="811786"/>
                </a:lnTo>
                <a:lnTo>
                  <a:pt x="1559855" y="811795"/>
                </a:lnTo>
                <a:lnTo>
                  <a:pt x="1560033" y="811795"/>
                </a:lnTo>
                <a:lnTo>
                  <a:pt x="1560202" y="811804"/>
                </a:lnTo>
                <a:lnTo>
                  <a:pt x="1560371" y="811813"/>
                </a:lnTo>
                <a:lnTo>
                  <a:pt x="1560549" y="811813"/>
                </a:lnTo>
                <a:lnTo>
                  <a:pt x="1560718" y="811822"/>
                </a:lnTo>
                <a:lnTo>
                  <a:pt x="1560887" y="811830"/>
                </a:lnTo>
                <a:lnTo>
                  <a:pt x="1561065" y="811830"/>
                </a:lnTo>
                <a:lnTo>
                  <a:pt x="1561234" y="811839"/>
                </a:lnTo>
                <a:lnTo>
                  <a:pt x="1561403" y="811848"/>
                </a:lnTo>
                <a:lnTo>
                  <a:pt x="1561581" y="811848"/>
                </a:lnTo>
                <a:lnTo>
                  <a:pt x="1561750" y="811857"/>
                </a:lnTo>
                <a:lnTo>
                  <a:pt x="1561928" y="811866"/>
                </a:lnTo>
                <a:lnTo>
                  <a:pt x="1562097" y="811866"/>
                </a:lnTo>
                <a:lnTo>
                  <a:pt x="1562266" y="811875"/>
                </a:lnTo>
                <a:lnTo>
                  <a:pt x="1562443" y="811875"/>
                </a:lnTo>
                <a:lnTo>
                  <a:pt x="1562613" y="811884"/>
                </a:lnTo>
                <a:lnTo>
                  <a:pt x="1562782" y="811893"/>
                </a:lnTo>
                <a:lnTo>
                  <a:pt x="1562960" y="811893"/>
                </a:lnTo>
                <a:lnTo>
                  <a:pt x="1563128" y="811902"/>
                </a:lnTo>
                <a:lnTo>
                  <a:pt x="1563307" y="811911"/>
                </a:lnTo>
                <a:lnTo>
                  <a:pt x="1563476" y="811911"/>
                </a:lnTo>
                <a:lnTo>
                  <a:pt x="1563645" y="811919"/>
                </a:lnTo>
                <a:lnTo>
                  <a:pt x="1563822" y="811928"/>
                </a:lnTo>
                <a:lnTo>
                  <a:pt x="1563992" y="811928"/>
                </a:lnTo>
                <a:lnTo>
                  <a:pt x="1564161" y="811937"/>
                </a:lnTo>
                <a:lnTo>
                  <a:pt x="1564338" y="811946"/>
                </a:lnTo>
                <a:lnTo>
                  <a:pt x="1564507" y="811946"/>
                </a:lnTo>
                <a:lnTo>
                  <a:pt x="1564676" y="811955"/>
                </a:lnTo>
                <a:lnTo>
                  <a:pt x="1564855" y="811955"/>
                </a:lnTo>
                <a:lnTo>
                  <a:pt x="1565024" y="811964"/>
                </a:lnTo>
                <a:lnTo>
                  <a:pt x="1565201" y="811973"/>
                </a:lnTo>
                <a:lnTo>
                  <a:pt x="1565370" y="811973"/>
                </a:lnTo>
                <a:lnTo>
                  <a:pt x="1565540" y="811982"/>
                </a:lnTo>
                <a:lnTo>
                  <a:pt x="1565717" y="811991"/>
                </a:lnTo>
                <a:lnTo>
                  <a:pt x="1565886" y="811991"/>
                </a:lnTo>
                <a:lnTo>
                  <a:pt x="1566055" y="811999"/>
                </a:lnTo>
                <a:lnTo>
                  <a:pt x="1566233" y="812008"/>
                </a:lnTo>
                <a:lnTo>
                  <a:pt x="1566403" y="812008"/>
                </a:lnTo>
                <a:lnTo>
                  <a:pt x="1566580" y="812017"/>
                </a:lnTo>
                <a:lnTo>
                  <a:pt x="1566749" y="812017"/>
                </a:lnTo>
                <a:lnTo>
                  <a:pt x="1566918" y="812026"/>
                </a:lnTo>
                <a:lnTo>
                  <a:pt x="1567096" y="812035"/>
                </a:lnTo>
                <a:lnTo>
                  <a:pt x="1567265" y="812035"/>
                </a:lnTo>
                <a:lnTo>
                  <a:pt x="1567434" y="812044"/>
                </a:lnTo>
                <a:lnTo>
                  <a:pt x="1567612" y="812053"/>
                </a:lnTo>
                <a:lnTo>
                  <a:pt x="1567781" y="812053"/>
                </a:lnTo>
                <a:lnTo>
                  <a:pt x="1567959" y="812062"/>
                </a:lnTo>
                <a:lnTo>
                  <a:pt x="1568128" y="812062"/>
                </a:lnTo>
                <a:lnTo>
                  <a:pt x="1568297" y="812071"/>
                </a:lnTo>
                <a:lnTo>
                  <a:pt x="1568475" y="812080"/>
                </a:lnTo>
                <a:lnTo>
                  <a:pt x="1568644" y="812080"/>
                </a:lnTo>
                <a:lnTo>
                  <a:pt x="1568813" y="812088"/>
                </a:lnTo>
                <a:lnTo>
                  <a:pt x="1568991" y="812097"/>
                </a:lnTo>
                <a:lnTo>
                  <a:pt x="1569160" y="812097"/>
                </a:lnTo>
                <a:lnTo>
                  <a:pt x="1569329" y="812106"/>
                </a:lnTo>
                <a:lnTo>
                  <a:pt x="1569507" y="812115"/>
                </a:lnTo>
                <a:lnTo>
                  <a:pt x="1569676" y="812115"/>
                </a:lnTo>
                <a:lnTo>
                  <a:pt x="1569854" y="812124"/>
                </a:lnTo>
                <a:lnTo>
                  <a:pt x="1570023" y="812124"/>
                </a:lnTo>
                <a:lnTo>
                  <a:pt x="1570192" y="812133"/>
                </a:lnTo>
                <a:lnTo>
                  <a:pt x="1570370" y="812142"/>
                </a:lnTo>
                <a:lnTo>
                  <a:pt x="1570539" y="812142"/>
                </a:lnTo>
                <a:lnTo>
                  <a:pt x="1570708" y="812151"/>
                </a:lnTo>
                <a:lnTo>
                  <a:pt x="1570886" y="812160"/>
                </a:lnTo>
                <a:lnTo>
                  <a:pt x="1571055" y="812160"/>
                </a:lnTo>
                <a:lnTo>
                  <a:pt x="1571233" y="812169"/>
                </a:lnTo>
                <a:lnTo>
                  <a:pt x="1571402" y="812169"/>
                </a:lnTo>
                <a:lnTo>
                  <a:pt x="1571571" y="812177"/>
                </a:lnTo>
                <a:lnTo>
                  <a:pt x="1571749" y="812186"/>
                </a:lnTo>
                <a:lnTo>
                  <a:pt x="1571918" y="812186"/>
                </a:lnTo>
                <a:lnTo>
                  <a:pt x="1572087" y="812195"/>
                </a:lnTo>
                <a:lnTo>
                  <a:pt x="1572265" y="812204"/>
                </a:lnTo>
                <a:lnTo>
                  <a:pt x="1572434" y="812204"/>
                </a:lnTo>
                <a:lnTo>
                  <a:pt x="1572603" y="812213"/>
                </a:lnTo>
                <a:lnTo>
                  <a:pt x="1572781" y="812213"/>
                </a:lnTo>
                <a:lnTo>
                  <a:pt x="1572950" y="812222"/>
                </a:lnTo>
                <a:lnTo>
                  <a:pt x="1573128" y="812231"/>
                </a:lnTo>
                <a:lnTo>
                  <a:pt x="1573297" y="812231"/>
                </a:lnTo>
                <a:lnTo>
                  <a:pt x="1573466" y="812240"/>
                </a:lnTo>
                <a:lnTo>
                  <a:pt x="1573644" y="812240"/>
                </a:lnTo>
                <a:lnTo>
                  <a:pt x="1573813" y="812249"/>
                </a:lnTo>
                <a:lnTo>
                  <a:pt x="1573982" y="812257"/>
                </a:lnTo>
                <a:lnTo>
                  <a:pt x="1574160" y="812257"/>
                </a:lnTo>
                <a:lnTo>
                  <a:pt x="1574329" y="812266"/>
                </a:lnTo>
                <a:lnTo>
                  <a:pt x="1574507" y="812275"/>
                </a:lnTo>
                <a:lnTo>
                  <a:pt x="1574676" y="812275"/>
                </a:lnTo>
                <a:lnTo>
                  <a:pt x="1574845" y="812284"/>
                </a:lnTo>
                <a:lnTo>
                  <a:pt x="1575023" y="812284"/>
                </a:lnTo>
                <a:lnTo>
                  <a:pt x="1575192" y="812293"/>
                </a:lnTo>
                <a:lnTo>
                  <a:pt x="1575361" y="812302"/>
                </a:lnTo>
                <a:lnTo>
                  <a:pt x="1575539" y="812302"/>
                </a:lnTo>
                <a:lnTo>
                  <a:pt x="1575708" y="812311"/>
                </a:lnTo>
                <a:lnTo>
                  <a:pt x="1575886" y="812311"/>
                </a:lnTo>
                <a:lnTo>
                  <a:pt x="1576055" y="812320"/>
                </a:lnTo>
                <a:lnTo>
                  <a:pt x="1576224" y="812329"/>
                </a:lnTo>
                <a:lnTo>
                  <a:pt x="1576402" y="812329"/>
                </a:lnTo>
                <a:lnTo>
                  <a:pt x="1576571" y="812338"/>
                </a:lnTo>
                <a:lnTo>
                  <a:pt x="1576740" y="812346"/>
                </a:lnTo>
                <a:lnTo>
                  <a:pt x="1576918" y="812346"/>
                </a:lnTo>
                <a:lnTo>
                  <a:pt x="1577087" y="812355"/>
                </a:lnTo>
                <a:lnTo>
                  <a:pt x="1577256" y="812355"/>
                </a:lnTo>
                <a:lnTo>
                  <a:pt x="1577434" y="812364"/>
                </a:lnTo>
                <a:lnTo>
                  <a:pt x="1577603" y="812373"/>
                </a:lnTo>
                <a:lnTo>
                  <a:pt x="1577781" y="812373"/>
                </a:lnTo>
                <a:lnTo>
                  <a:pt x="1577950" y="812382"/>
                </a:lnTo>
                <a:lnTo>
                  <a:pt x="1578119" y="812382"/>
                </a:lnTo>
                <a:lnTo>
                  <a:pt x="1578297" y="812391"/>
                </a:lnTo>
                <a:lnTo>
                  <a:pt x="1578466" y="812400"/>
                </a:lnTo>
                <a:lnTo>
                  <a:pt x="1578635" y="812400"/>
                </a:lnTo>
                <a:lnTo>
                  <a:pt x="1578813" y="812409"/>
                </a:lnTo>
                <a:lnTo>
                  <a:pt x="1578982" y="812409"/>
                </a:lnTo>
                <a:lnTo>
                  <a:pt x="1579160" y="812418"/>
                </a:lnTo>
                <a:lnTo>
                  <a:pt x="1579329" y="812426"/>
                </a:lnTo>
                <a:lnTo>
                  <a:pt x="1579498" y="812426"/>
                </a:lnTo>
                <a:lnTo>
                  <a:pt x="1579676" y="812435"/>
                </a:lnTo>
                <a:lnTo>
                  <a:pt x="1579845" y="812435"/>
                </a:lnTo>
                <a:lnTo>
                  <a:pt x="1580014" y="812444"/>
                </a:lnTo>
                <a:lnTo>
                  <a:pt x="1580192" y="812453"/>
                </a:lnTo>
                <a:lnTo>
                  <a:pt x="1580361" y="812453"/>
                </a:lnTo>
                <a:lnTo>
                  <a:pt x="1580539" y="812462"/>
                </a:lnTo>
                <a:lnTo>
                  <a:pt x="1580708" y="812462"/>
                </a:lnTo>
                <a:lnTo>
                  <a:pt x="1580877" y="812471"/>
                </a:lnTo>
                <a:lnTo>
                  <a:pt x="1581055" y="812480"/>
                </a:lnTo>
                <a:lnTo>
                  <a:pt x="1581224" y="812480"/>
                </a:lnTo>
                <a:lnTo>
                  <a:pt x="1581393" y="812489"/>
                </a:lnTo>
                <a:lnTo>
                  <a:pt x="1581571" y="812498"/>
                </a:lnTo>
                <a:lnTo>
                  <a:pt x="1581740" y="812498"/>
                </a:lnTo>
                <a:lnTo>
                  <a:pt x="1581909" y="812507"/>
                </a:lnTo>
                <a:lnTo>
                  <a:pt x="1582087" y="812507"/>
                </a:lnTo>
                <a:lnTo>
                  <a:pt x="1582256" y="812516"/>
                </a:lnTo>
                <a:lnTo>
                  <a:pt x="1582434" y="812524"/>
                </a:lnTo>
                <a:lnTo>
                  <a:pt x="1582603" y="812524"/>
                </a:lnTo>
                <a:lnTo>
                  <a:pt x="1582772" y="812533"/>
                </a:lnTo>
                <a:lnTo>
                  <a:pt x="1582950" y="812533"/>
                </a:lnTo>
                <a:lnTo>
                  <a:pt x="1583119" y="812542"/>
                </a:lnTo>
                <a:lnTo>
                  <a:pt x="1583288" y="812542"/>
                </a:lnTo>
                <a:lnTo>
                  <a:pt x="1583466" y="812551"/>
                </a:lnTo>
                <a:lnTo>
                  <a:pt x="1583635" y="812560"/>
                </a:lnTo>
                <a:lnTo>
                  <a:pt x="1583813" y="812560"/>
                </a:lnTo>
                <a:lnTo>
                  <a:pt x="1583982" y="812569"/>
                </a:lnTo>
                <a:lnTo>
                  <a:pt x="1584151" y="812569"/>
                </a:lnTo>
                <a:lnTo>
                  <a:pt x="1584329" y="812578"/>
                </a:lnTo>
                <a:lnTo>
                  <a:pt x="1584498" y="812587"/>
                </a:lnTo>
                <a:lnTo>
                  <a:pt x="1584667" y="812587"/>
                </a:lnTo>
                <a:lnTo>
                  <a:pt x="1584845" y="812596"/>
                </a:lnTo>
                <a:lnTo>
                  <a:pt x="1585014" y="812596"/>
                </a:lnTo>
                <a:lnTo>
                  <a:pt x="1585183" y="812604"/>
                </a:lnTo>
                <a:lnTo>
                  <a:pt x="1585361" y="812613"/>
                </a:lnTo>
                <a:lnTo>
                  <a:pt x="1585530" y="812613"/>
                </a:lnTo>
                <a:lnTo>
                  <a:pt x="1585708" y="812622"/>
                </a:lnTo>
                <a:lnTo>
                  <a:pt x="1585877" y="812622"/>
                </a:lnTo>
                <a:lnTo>
                  <a:pt x="1586046" y="812631"/>
                </a:lnTo>
                <a:lnTo>
                  <a:pt x="1586224" y="812640"/>
                </a:lnTo>
                <a:lnTo>
                  <a:pt x="1586393" y="812640"/>
                </a:lnTo>
                <a:lnTo>
                  <a:pt x="1586562" y="812649"/>
                </a:lnTo>
                <a:lnTo>
                  <a:pt x="1586740" y="812649"/>
                </a:lnTo>
                <a:lnTo>
                  <a:pt x="1586909" y="812658"/>
                </a:lnTo>
                <a:lnTo>
                  <a:pt x="1587087" y="812667"/>
                </a:lnTo>
                <a:lnTo>
                  <a:pt x="1587256" y="812667"/>
                </a:lnTo>
                <a:lnTo>
                  <a:pt x="1587425" y="812676"/>
                </a:lnTo>
                <a:lnTo>
                  <a:pt x="1587603" y="812676"/>
                </a:lnTo>
                <a:lnTo>
                  <a:pt x="1587772" y="812684"/>
                </a:lnTo>
                <a:lnTo>
                  <a:pt x="1587941" y="812693"/>
                </a:lnTo>
                <a:lnTo>
                  <a:pt x="1588119" y="812693"/>
                </a:lnTo>
                <a:lnTo>
                  <a:pt x="1588288" y="812702"/>
                </a:lnTo>
                <a:lnTo>
                  <a:pt x="1588466" y="812702"/>
                </a:lnTo>
                <a:lnTo>
                  <a:pt x="1588635" y="812711"/>
                </a:lnTo>
                <a:lnTo>
                  <a:pt x="1588804" y="812711"/>
                </a:lnTo>
                <a:lnTo>
                  <a:pt x="1588982" y="812720"/>
                </a:lnTo>
                <a:lnTo>
                  <a:pt x="1589151" y="812729"/>
                </a:lnTo>
                <a:lnTo>
                  <a:pt x="1589320" y="812729"/>
                </a:lnTo>
                <a:lnTo>
                  <a:pt x="1589498" y="812738"/>
                </a:lnTo>
                <a:lnTo>
                  <a:pt x="1589667" y="812738"/>
                </a:lnTo>
                <a:lnTo>
                  <a:pt x="1589836" y="812747"/>
                </a:lnTo>
                <a:lnTo>
                  <a:pt x="1590014" y="812756"/>
                </a:lnTo>
                <a:lnTo>
                  <a:pt x="1590183" y="812756"/>
                </a:lnTo>
                <a:lnTo>
                  <a:pt x="1590361" y="812765"/>
                </a:lnTo>
                <a:lnTo>
                  <a:pt x="1590530" y="812765"/>
                </a:lnTo>
                <a:lnTo>
                  <a:pt x="1590699" y="812773"/>
                </a:lnTo>
                <a:lnTo>
                  <a:pt x="1590877" y="812773"/>
                </a:lnTo>
                <a:lnTo>
                  <a:pt x="1591046" y="812782"/>
                </a:lnTo>
                <a:lnTo>
                  <a:pt x="1591215" y="812791"/>
                </a:lnTo>
                <a:lnTo>
                  <a:pt x="1591393" y="812791"/>
                </a:lnTo>
                <a:lnTo>
                  <a:pt x="1591562" y="812800"/>
                </a:lnTo>
                <a:lnTo>
                  <a:pt x="1591740" y="812800"/>
                </a:lnTo>
                <a:lnTo>
                  <a:pt x="1591909" y="812809"/>
                </a:lnTo>
                <a:lnTo>
                  <a:pt x="1592078" y="812818"/>
                </a:lnTo>
                <a:lnTo>
                  <a:pt x="1592255" y="812818"/>
                </a:lnTo>
                <a:lnTo>
                  <a:pt x="1592425" y="812827"/>
                </a:lnTo>
                <a:lnTo>
                  <a:pt x="1592594" y="812827"/>
                </a:lnTo>
                <a:lnTo>
                  <a:pt x="1592772" y="812836"/>
                </a:lnTo>
                <a:lnTo>
                  <a:pt x="1592940" y="812836"/>
                </a:lnTo>
                <a:lnTo>
                  <a:pt x="1593110" y="812845"/>
                </a:lnTo>
                <a:lnTo>
                  <a:pt x="1593288" y="812854"/>
                </a:lnTo>
                <a:lnTo>
                  <a:pt x="1593457" y="812854"/>
                </a:lnTo>
                <a:lnTo>
                  <a:pt x="1593634" y="812862"/>
                </a:lnTo>
                <a:lnTo>
                  <a:pt x="1593803" y="812862"/>
                </a:lnTo>
                <a:lnTo>
                  <a:pt x="1593973" y="812871"/>
                </a:lnTo>
                <a:lnTo>
                  <a:pt x="1594151" y="812871"/>
                </a:lnTo>
                <a:lnTo>
                  <a:pt x="1594319" y="812880"/>
                </a:lnTo>
                <a:lnTo>
                  <a:pt x="1594488" y="812889"/>
                </a:lnTo>
                <a:lnTo>
                  <a:pt x="1594667" y="812889"/>
                </a:lnTo>
                <a:lnTo>
                  <a:pt x="1594836" y="812898"/>
                </a:lnTo>
                <a:lnTo>
                  <a:pt x="1595013" y="812898"/>
                </a:lnTo>
                <a:lnTo>
                  <a:pt x="1595182" y="812907"/>
                </a:lnTo>
                <a:lnTo>
                  <a:pt x="1595352" y="812907"/>
                </a:lnTo>
                <a:lnTo>
                  <a:pt x="1595530" y="812916"/>
                </a:lnTo>
                <a:lnTo>
                  <a:pt x="1595698" y="812925"/>
                </a:lnTo>
                <a:lnTo>
                  <a:pt x="1595867" y="812925"/>
                </a:lnTo>
                <a:lnTo>
                  <a:pt x="1596045" y="812934"/>
                </a:lnTo>
                <a:lnTo>
                  <a:pt x="1596215" y="812934"/>
                </a:lnTo>
                <a:lnTo>
                  <a:pt x="1596392" y="812943"/>
                </a:lnTo>
                <a:lnTo>
                  <a:pt x="1596561" y="812943"/>
                </a:lnTo>
                <a:lnTo>
                  <a:pt x="1596730" y="812951"/>
                </a:lnTo>
                <a:lnTo>
                  <a:pt x="1596908" y="812960"/>
                </a:lnTo>
                <a:lnTo>
                  <a:pt x="1597077" y="812960"/>
                </a:lnTo>
                <a:lnTo>
                  <a:pt x="1597246" y="812969"/>
                </a:lnTo>
                <a:lnTo>
                  <a:pt x="1597424" y="812969"/>
                </a:lnTo>
                <a:lnTo>
                  <a:pt x="1597593" y="812978"/>
                </a:lnTo>
                <a:lnTo>
                  <a:pt x="1597763" y="812978"/>
                </a:lnTo>
                <a:lnTo>
                  <a:pt x="1597940" y="812987"/>
                </a:lnTo>
                <a:lnTo>
                  <a:pt x="1598109" y="812996"/>
                </a:lnTo>
                <a:lnTo>
                  <a:pt x="1598287" y="812996"/>
                </a:lnTo>
                <a:lnTo>
                  <a:pt x="1598456" y="813005"/>
                </a:lnTo>
                <a:lnTo>
                  <a:pt x="1598625" y="813005"/>
                </a:lnTo>
                <a:lnTo>
                  <a:pt x="1598803" y="813014"/>
                </a:lnTo>
                <a:lnTo>
                  <a:pt x="1598972" y="813014"/>
                </a:lnTo>
                <a:lnTo>
                  <a:pt x="1599141" y="813023"/>
                </a:lnTo>
                <a:lnTo>
                  <a:pt x="1599319" y="813031"/>
                </a:lnTo>
                <a:lnTo>
                  <a:pt x="1599488" y="813031"/>
                </a:lnTo>
                <a:lnTo>
                  <a:pt x="1599666" y="813040"/>
                </a:lnTo>
                <a:lnTo>
                  <a:pt x="1599835" y="813040"/>
                </a:lnTo>
                <a:lnTo>
                  <a:pt x="1600004" y="813049"/>
                </a:lnTo>
                <a:lnTo>
                  <a:pt x="1600182" y="813049"/>
                </a:lnTo>
                <a:lnTo>
                  <a:pt x="1600351" y="813058"/>
                </a:lnTo>
                <a:lnTo>
                  <a:pt x="1600520" y="813067"/>
                </a:lnTo>
                <a:lnTo>
                  <a:pt x="1600698" y="813067"/>
                </a:lnTo>
                <a:lnTo>
                  <a:pt x="1600867" y="813076"/>
                </a:lnTo>
                <a:lnTo>
                  <a:pt x="1601045" y="813076"/>
                </a:lnTo>
                <a:lnTo>
                  <a:pt x="1601214" y="813085"/>
                </a:lnTo>
                <a:lnTo>
                  <a:pt x="1601383" y="813085"/>
                </a:lnTo>
                <a:lnTo>
                  <a:pt x="1601561" y="813094"/>
                </a:lnTo>
                <a:lnTo>
                  <a:pt x="1601730" y="813094"/>
                </a:lnTo>
                <a:lnTo>
                  <a:pt x="1601899" y="813103"/>
                </a:lnTo>
                <a:lnTo>
                  <a:pt x="1602077" y="813112"/>
                </a:lnTo>
                <a:lnTo>
                  <a:pt x="1602246" y="813112"/>
                </a:lnTo>
                <a:lnTo>
                  <a:pt x="1602415" y="813120"/>
                </a:lnTo>
                <a:lnTo>
                  <a:pt x="1602593" y="813120"/>
                </a:lnTo>
                <a:lnTo>
                  <a:pt x="1602762" y="813129"/>
                </a:lnTo>
                <a:lnTo>
                  <a:pt x="1602940" y="813129"/>
                </a:lnTo>
                <a:lnTo>
                  <a:pt x="1603109" y="813138"/>
                </a:lnTo>
                <a:lnTo>
                  <a:pt x="1603278" y="813147"/>
                </a:lnTo>
                <a:lnTo>
                  <a:pt x="1603456" y="813147"/>
                </a:lnTo>
                <a:lnTo>
                  <a:pt x="1603625" y="813156"/>
                </a:lnTo>
                <a:lnTo>
                  <a:pt x="1603794" y="813156"/>
                </a:lnTo>
                <a:lnTo>
                  <a:pt x="1603972" y="813165"/>
                </a:lnTo>
                <a:lnTo>
                  <a:pt x="1604141" y="813165"/>
                </a:lnTo>
                <a:lnTo>
                  <a:pt x="1604319" y="813174"/>
                </a:lnTo>
                <a:lnTo>
                  <a:pt x="1604488" y="813174"/>
                </a:lnTo>
                <a:lnTo>
                  <a:pt x="1604657" y="813183"/>
                </a:lnTo>
                <a:lnTo>
                  <a:pt x="1604835" y="813192"/>
                </a:lnTo>
                <a:lnTo>
                  <a:pt x="1605004" y="813192"/>
                </a:lnTo>
                <a:lnTo>
                  <a:pt x="1605173" y="813200"/>
                </a:lnTo>
                <a:lnTo>
                  <a:pt x="1605351" y="813200"/>
                </a:lnTo>
                <a:lnTo>
                  <a:pt x="1605520" y="813209"/>
                </a:lnTo>
                <a:lnTo>
                  <a:pt x="1605689" y="813209"/>
                </a:lnTo>
                <a:lnTo>
                  <a:pt x="1605867" y="813218"/>
                </a:lnTo>
                <a:lnTo>
                  <a:pt x="1606036" y="813218"/>
                </a:lnTo>
                <a:lnTo>
                  <a:pt x="1606214" y="813227"/>
                </a:lnTo>
                <a:lnTo>
                  <a:pt x="1606383" y="813236"/>
                </a:lnTo>
                <a:lnTo>
                  <a:pt x="1606552" y="813236"/>
                </a:lnTo>
                <a:lnTo>
                  <a:pt x="1606730" y="813245"/>
                </a:lnTo>
                <a:lnTo>
                  <a:pt x="1606899" y="813245"/>
                </a:lnTo>
                <a:lnTo>
                  <a:pt x="1607068" y="813254"/>
                </a:lnTo>
                <a:lnTo>
                  <a:pt x="1607246" y="813254"/>
                </a:lnTo>
                <a:lnTo>
                  <a:pt x="1607415" y="813263"/>
                </a:lnTo>
                <a:lnTo>
                  <a:pt x="1607593" y="813263"/>
                </a:lnTo>
                <a:lnTo>
                  <a:pt x="1607762" y="813272"/>
                </a:lnTo>
                <a:lnTo>
                  <a:pt x="1607931" y="813272"/>
                </a:lnTo>
                <a:lnTo>
                  <a:pt x="1608109" y="813281"/>
                </a:lnTo>
                <a:lnTo>
                  <a:pt x="1608278" y="813290"/>
                </a:lnTo>
                <a:lnTo>
                  <a:pt x="1608447" y="813290"/>
                </a:lnTo>
                <a:lnTo>
                  <a:pt x="1608625" y="813298"/>
                </a:lnTo>
                <a:lnTo>
                  <a:pt x="1608794" y="813298"/>
                </a:lnTo>
                <a:lnTo>
                  <a:pt x="1608972" y="813307"/>
                </a:lnTo>
                <a:lnTo>
                  <a:pt x="1609141" y="813307"/>
                </a:lnTo>
                <a:lnTo>
                  <a:pt x="1609310" y="813316"/>
                </a:lnTo>
                <a:lnTo>
                  <a:pt x="1609488" y="813316"/>
                </a:lnTo>
                <a:lnTo>
                  <a:pt x="1609657" y="813325"/>
                </a:lnTo>
                <a:lnTo>
                  <a:pt x="1609826" y="813334"/>
                </a:lnTo>
                <a:lnTo>
                  <a:pt x="1610004" y="813334"/>
                </a:lnTo>
                <a:lnTo>
                  <a:pt x="1610173" y="813343"/>
                </a:lnTo>
                <a:lnTo>
                  <a:pt x="1610342" y="813343"/>
                </a:lnTo>
                <a:lnTo>
                  <a:pt x="1610520" y="813352"/>
                </a:lnTo>
                <a:lnTo>
                  <a:pt x="1610689" y="813352"/>
                </a:lnTo>
                <a:lnTo>
                  <a:pt x="1610867" y="813361"/>
                </a:lnTo>
                <a:lnTo>
                  <a:pt x="1611036" y="813361"/>
                </a:lnTo>
                <a:lnTo>
                  <a:pt x="1611205" y="813370"/>
                </a:lnTo>
                <a:lnTo>
                  <a:pt x="1611383" y="813370"/>
                </a:lnTo>
                <a:lnTo>
                  <a:pt x="1611552" y="813378"/>
                </a:lnTo>
                <a:lnTo>
                  <a:pt x="1611721" y="813387"/>
                </a:lnTo>
                <a:lnTo>
                  <a:pt x="1611899" y="813387"/>
                </a:lnTo>
                <a:lnTo>
                  <a:pt x="1612068" y="813396"/>
                </a:lnTo>
                <a:lnTo>
                  <a:pt x="1612246" y="813396"/>
                </a:lnTo>
                <a:lnTo>
                  <a:pt x="1612415" y="813405"/>
                </a:lnTo>
                <a:lnTo>
                  <a:pt x="1612584" y="813405"/>
                </a:lnTo>
                <a:lnTo>
                  <a:pt x="1612762" y="813414"/>
                </a:lnTo>
                <a:lnTo>
                  <a:pt x="1612931" y="813414"/>
                </a:lnTo>
                <a:lnTo>
                  <a:pt x="1613100" y="813423"/>
                </a:lnTo>
                <a:lnTo>
                  <a:pt x="1613278" y="813423"/>
                </a:lnTo>
                <a:lnTo>
                  <a:pt x="1613447" y="813432"/>
                </a:lnTo>
                <a:lnTo>
                  <a:pt x="1613616" y="813432"/>
                </a:lnTo>
                <a:lnTo>
                  <a:pt x="1613794" y="813441"/>
                </a:lnTo>
                <a:lnTo>
                  <a:pt x="1613963" y="813450"/>
                </a:lnTo>
                <a:lnTo>
                  <a:pt x="1614141" y="813450"/>
                </a:lnTo>
                <a:lnTo>
                  <a:pt x="1614310" y="813458"/>
                </a:lnTo>
                <a:lnTo>
                  <a:pt x="1614479" y="813458"/>
                </a:lnTo>
                <a:lnTo>
                  <a:pt x="1614657" y="813467"/>
                </a:lnTo>
                <a:lnTo>
                  <a:pt x="1614826" y="813467"/>
                </a:lnTo>
                <a:lnTo>
                  <a:pt x="1614995" y="813476"/>
                </a:lnTo>
                <a:lnTo>
                  <a:pt x="1615173" y="813476"/>
                </a:lnTo>
                <a:lnTo>
                  <a:pt x="1615342" y="813485"/>
                </a:lnTo>
                <a:lnTo>
                  <a:pt x="1615520" y="813485"/>
                </a:lnTo>
                <a:lnTo>
                  <a:pt x="1615689" y="813494"/>
                </a:lnTo>
                <a:lnTo>
                  <a:pt x="1615858" y="813494"/>
                </a:lnTo>
                <a:lnTo>
                  <a:pt x="1616036" y="813503"/>
                </a:lnTo>
                <a:lnTo>
                  <a:pt x="1616205" y="813512"/>
                </a:lnTo>
                <a:lnTo>
                  <a:pt x="1616374" y="813512"/>
                </a:lnTo>
                <a:lnTo>
                  <a:pt x="1616552" y="813521"/>
                </a:lnTo>
                <a:lnTo>
                  <a:pt x="1616721" y="813521"/>
                </a:lnTo>
                <a:lnTo>
                  <a:pt x="1616899" y="813530"/>
                </a:lnTo>
                <a:lnTo>
                  <a:pt x="1617068" y="813530"/>
                </a:lnTo>
                <a:lnTo>
                  <a:pt x="1617237" y="813539"/>
                </a:lnTo>
                <a:lnTo>
                  <a:pt x="1617415" y="813539"/>
                </a:lnTo>
                <a:lnTo>
                  <a:pt x="1617584" y="813547"/>
                </a:lnTo>
                <a:lnTo>
                  <a:pt x="1617753" y="813547"/>
                </a:lnTo>
                <a:lnTo>
                  <a:pt x="1617931" y="813556"/>
                </a:lnTo>
                <a:lnTo>
                  <a:pt x="1618100" y="813556"/>
                </a:lnTo>
                <a:lnTo>
                  <a:pt x="1618269" y="813565"/>
                </a:lnTo>
                <a:lnTo>
                  <a:pt x="1618447" y="813565"/>
                </a:lnTo>
                <a:lnTo>
                  <a:pt x="1618616" y="813574"/>
                </a:lnTo>
                <a:lnTo>
                  <a:pt x="1618794" y="813583"/>
                </a:lnTo>
                <a:lnTo>
                  <a:pt x="1618963" y="813583"/>
                </a:lnTo>
                <a:lnTo>
                  <a:pt x="1619132" y="813592"/>
                </a:lnTo>
                <a:lnTo>
                  <a:pt x="1619310" y="813592"/>
                </a:lnTo>
                <a:lnTo>
                  <a:pt x="1619479" y="813601"/>
                </a:lnTo>
                <a:lnTo>
                  <a:pt x="1619648" y="813601"/>
                </a:lnTo>
                <a:lnTo>
                  <a:pt x="1619826" y="813610"/>
                </a:lnTo>
                <a:lnTo>
                  <a:pt x="1619995" y="813610"/>
                </a:lnTo>
                <a:lnTo>
                  <a:pt x="1620173" y="813619"/>
                </a:lnTo>
                <a:lnTo>
                  <a:pt x="1620342" y="813619"/>
                </a:lnTo>
                <a:lnTo>
                  <a:pt x="1620511" y="813628"/>
                </a:lnTo>
                <a:lnTo>
                  <a:pt x="1620689" y="813628"/>
                </a:lnTo>
                <a:lnTo>
                  <a:pt x="1620858" y="813636"/>
                </a:lnTo>
                <a:lnTo>
                  <a:pt x="1621027" y="813636"/>
                </a:lnTo>
                <a:lnTo>
                  <a:pt x="1621205" y="813645"/>
                </a:lnTo>
                <a:lnTo>
                  <a:pt x="1621374" y="813645"/>
                </a:lnTo>
                <a:lnTo>
                  <a:pt x="1621543" y="813654"/>
                </a:lnTo>
                <a:lnTo>
                  <a:pt x="1621721" y="813654"/>
                </a:lnTo>
                <a:lnTo>
                  <a:pt x="1621890" y="813663"/>
                </a:lnTo>
                <a:lnTo>
                  <a:pt x="1622067" y="813672"/>
                </a:lnTo>
                <a:lnTo>
                  <a:pt x="1622237" y="813672"/>
                </a:lnTo>
                <a:lnTo>
                  <a:pt x="1622406" y="813681"/>
                </a:lnTo>
                <a:lnTo>
                  <a:pt x="1622584" y="813681"/>
                </a:lnTo>
                <a:lnTo>
                  <a:pt x="1622753" y="813690"/>
                </a:lnTo>
                <a:lnTo>
                  <a:pt x="1622922" y="813690"/>
                </a:lnTo>
                <a:lnTo>
                  <a:pt x="1623100" y="813699"/>
                </a:lnTo>
                <a:lnTo>
                  <a:pt x="1623269" y="813699"/>
                </a:lnTo>
                <a:lnTo>
                  <a:pt x="1623446" y="813708"/>
                </a:lnTo>
                <a:lnTo>
                  <a:pt x="1623615" y="813708"/>
                </a:lnTo>
                <a:lnTo>
                  <a:pt x="1623785" y="813717"/>
                </a:lnTo>
                <a:lnTo>
                  <a:pt x="1623963" y="813717"/>
                </a:lnTo>
                <a:lnTo>
                  <a:pt x="1624132" y="813725"/>
                </a:lnTo>
                <a:lnTo>
                  <a:pt x="1624300" y="813725"/>
                </a:lnTo>
                <a:lnTo>
                  <a:pt x="1624479" y="813734"/>
                </a:lnTo>
                <a:lnTo>
                  <a:pt x="1624648" y="813734"/>
                </a:lnTo>
                <a:lnTo>
                  <a:pt x="1624825" y="813743"/>
                </a:lnTo>
                <a:lnTo>
                  <a:pt x="1624994" y="813743"/>
                </a:lnTo>
                <a:lnTo>
                  <a:pt x="1625163" y="813752"/>
                </a:lnTo>
                <a:lnTo>
                  <a:pt x="1625342" y="813752"/>
                </a:lnTo>
                <a:lnTo>
                  <a:pt x="1625510" y="813761"/>
                </a:lnTo>
                <a:lnTo>
                  <a:pt x="1625679" y="813761"/>
                </a:lnTo>
                <a:lnTo>
                  <a:pt x="1625857" y="813770"/>
                </a:lnTo>
                <a:lnTo>
                  <a:pt x="1626027" y="813779"/>
                </a:lnTo>
                <a:lnTo>
                  <a:pt x="1626196" y="813779"/>
                </a:lnTo>
                <a:lnTo>
                  <a:pt x="1626373" y="813788"/>
                </a:lnTo>
                <a:lnTo>
                  <a:pt x="1626542" y="813788"/>
                </a:lnTo>
                <a:lnTo>
                  <a:pt x="1626720" y="813797"/>
                </a:lnTo>
                <a:lnTo>
                  <a:pt x="1626889" y="813797"/>
                </a:lnTo>
                <a:lnTo>
                  <a:pt x="1627058" y="813805"/>
                </a:lnTo>
                <a:lnTo>
                  <a:pt x="1627236" y="813805"/>
                </a:lnTo>
                <a:lnTo>
                  <a:pt x="1627405" y="813814"/>
                </a:lnTo>
                <a:lnTo>
                  <a:pt x="1627575" y="813814"/>
                </a:lnTo>
                <a:lnTo>
                  <a:pt x="1627752" y="813823"/>
                </a:lnTo>
                <a:lnTo>
                  <a:pt x="1627921" y="813823"/>
                </a:lnTo>
                <a:lnTo>
                  <a:pt x="1628099" y="813832"/>
                </a:lnTo>
                <a:lnTo>
                  <a:pt x="1628268" y="813832"/>
                </a:lnTo>
                <a:lnTo>
                  <a:pt x="1628437" y="813841"/>
                </a:lnTo>
                <a:lnTo>
                  <a:pt x="1628615" y="813841"/>
                </a:lnTo>
                <a:lnTo>
                  <a:pt x="1628784" y="813850"/>
                </a:lnTo>
                <a:lnTo>
                  <a:pt x="1628953" y="813850"/>
                </a:lnTo>
                <a:lnTo>
                  <a:pt x="1629131" y="813859"/>
                </a:lnTo>
                <a:lnTo>
                  <a:pt x="1629300" y="813859"/>
                </a:lnTo>
                <a:lnTo>
                  <a:pt x="1629478" y="813868"/>
                </a:lnTo>
                <a:lnTo>
                  <a:pt x="1629647" y="813868"/>
                </a:lnTo>
                <a:lnTo>
                  <a:pt x="1629816" y="813877"/>
                </a:lnTo>
                <a:lnTo>
                  <a:pt x="1629994" y="813877"/>
                </a:lnTo>
                <a:lnTo>
                  <a:pt x="1630163" y="813885"/>
                </a:lnTo>
                <a:lnTo>
                  <a:pt x="1630332" y="813885"/>
                </a:lnTo>
                <a:lnTo>
                  <a:pt x="1630510" y="813894"/>
                </a:lnTo>
                <a:lnTo>
                  <a:pt x="1630679" y="813894"/>
                </a:lnTo>
                <a:lnTo>
                  <a:pt x="1630848" y="813903"/>
                </a:lnTo>
                <a:lnTo>
                  <a:pt x="1631026" y="813903"/>
                </a:lnTo>
                <a:lnTo>
                  <a:pt x="1631195" y="813912"/>
                </a:lnTo>
                <a:lnTo>
                  <a:pt x="1631373" y="813912"/>
                </a:lnTo>
                <a:lnTo>
                  <a:pt x="1631542" y="813921"/>
                </a:lnTo>
                <a:lnTo>
                  <a:pt x="1631711" y="813921"/>
                </a:lnTo>
                <a:lnTo>
                  <a:pt x="1631889" y="813930"/>
                </a:lnTo>
                <a:lnTo>
                  <a:pt x="1632058" y="813930"/>
                </a:lnTo>
                <a:lnTo>
                  <a:pt x="1632227" y="813939"/>
                </a:lnTo>
                <a:lnTo>
                  <a:pt x="1632405" y="813939"/>
                </a:lnTo>
                <a:lnTo>
                  <a:pt x="1632574" y="813948"/>
                </a:lnTo>
                <a:lnTo>
                  <a:pt x="1632752" y="813948"/>
                </a:lnTo>
                <a:lnTo>
                  <a:pt x="1632921" y="813957"/>
                </a:lnTo>
                <a:lnTo>
                  <a:pt x="1633090" y="813966"/>
                </a:lnTo>
                <a:lnTo>
                  <a:pt x="1633268" y="813966"/>
                </a:lnTo>
                <a:lnTo>
                  <a:pt x="1633437" y="813975"/>
                </a:lnTo>
                <a:lnTo>
                  <a:pt x="1633606" y="813975"/>
                </a:lnTo>
                <a:lnTo>
                  <a:pt x="1633784" y="813983"/>
                </a:lnTo>
                <a:lnTo>
                  <a:pt x="1633953" y="813983"/>
                </a:lnTo>
                <a:lnTo>
                  <a:pt x="1634122" y="813992"/>
                </a:lnTo>
                <a:lnTo>
                  <a:pt x="1634300" y="813992"/>
                </a:lnTo>
                <a:lnTo>
                  <a:pt x="1634469" y="814001"/>
                </a:lnTo>
                <a:lnTo>
                  <a:pt x="1634647" y="814001"/>
                </a:lnTo>
                <a:lnTo>
                  <a:pt x="1634816" y="814010"/>
                </a:lnTo>
                <a:lnTo>
                  <a:pt x="1634985" y="814010"/>
                </a:lnTo>
                <a:lnTo>
                  <a:pt x="1635163" y="814019"/>
                </a:lnTo>
                <a:lnTo>
                  <a:pt x="1635332" y="814019"/>
                </a:lnTo>
                <a:lnTo>
                  <a:pt x="1635501" y="814028"/>
                </a:lnTo>
                <a:lnTo>
                  <a:pt x="1635679" y="814028"/>
                </a:lnTo>
                <a:lnTo>
                  <a:pt x="1635848" y="814037"/>
                </a:lnTo>
                <a:lnTo>
                  <a:pt x="1636026" y="814037"/>
                </a:lnTo>
                <a:lnTo>
                  <a:pt x="1636195" y="814046"/>
                </a:lnTo>
                <a:lnTo>
                  <a:pt x="1636364" y="814046"/>
                </a:lnTo>
                <a:lnTo>
                  <a:pt x="1636542" y="814055"/>
                </a:lnTo>
                <a:lnTo>
                  <a:pt x="1636711" y="814055"/>
                </a:lnTo>
                <a:lnTo>
                  <a:pt x="1636880" y="814063"/>
                </a:lnTo>
                <a:lnTo>
                  <a:pt x="1637058" y="814063"/>
                </a:lnTo>
                <a:lnTo>
                  <a:pt x="1637227" y="814072"/>
                </a:lnTo>
                <a:lnTo>
                  <a:pt x="1637405" y="814072"/>
                </a:lnTo>
                <a:lnTo>
                  <a:pt x="1637574" y="814081"/>
                </a:lnTo>
                <a:lnTo>
                  <a:pt x="1637743" y="814081"/>
                </a:lnTo>
                <a:lnTo>
                  <a:pt x="1637921" y="814090"/>
                </a:lnTo>
                <a:lnTo>
                  <a:pt x="1638090" y="814090"/>
                </a:lnTo>
                <a:lnTo>
                  <a:pt x="1638259" y="814099"/>
                </a:lnTo>
                <a:lnTo>
                  <a:pt x="1638437" y="814099"/>
                </a:lnTo>
                <a:lnTo>
                  <a:pt x="1638606" y="814108"/>
                </a:lnTo>
                <a:lnTo>
                  <a:pt x="1638775" y="814108"/>
                </a:lnTo>
                <a:lnTo>
                  <a:pt x="1638953" y="814117"/>
                </a:lnTo>
                <a:lnTo>
                  <a:pt x="1639122" y="814117"/>
                </a:lnTo>
                <a:lnTo>
                  <a:pt x="1639300" y="814126"/>
                </a:lnTo>
                <a:lnTo>
                  <a:pt x="1639469" y="814126"/>
                </a:lnTo>
                <a:lnTo>
                  <a:pt x="1639638" y="814135"/>
                </a:lnTo>
                <a:lnTo>
                  <a:pt x="1639816" y="814135"/>
                </a:lnTo>
                <a:lnTo>
                  <a:pt x="1639985" y="814144"/>
                </a:lnTo>
                <a:lnTo>
                  <a:pt x="1640154" y="814144"/>
                </a:lnTo>
                <a:lnTo>
                  <a:pt x="1640332" y="814152"/>
                </a:lnTo>
                <a:lnTo>
                  <a:pt x="1640501" y="814152"/>
                </a:lnTo>
                <a:lnTo>
                  <a:pt x="1640679" y="814161"/>
                </a:lnTo>
                <a:lnTo>
                  <a:pt x="1640848" y="814161"/>
                </a:lnTo>
                <a:lnTo>
                  <a:pt x="1641017" y="814161"/>
                </a:lnTo>
                <a:lnTo>
                  <a:pt x="1641195" y="814170"/>
                </a:lnTo>
                <a:lnTo>
                  <a:pt x="1641364" y="814170"/>
                </a:lnTo>
                <a:lnTo>
                  <a:pt x="1641533" y="814179"/>
                </a:lnTo>
                <a:lnTo>
                  <a:pt x="1641711" y="814179"/>
                </a:lnTo>
                <a:lnTo>
                  <a:pt x="1641880" y="814188"/>
                </a:lnTo>
                <a:lnTo>
                  <a:pt x="1642049" y="814188"/>
                </a:lnTo>
                <a:lnTo>
                  <a:pt x="1642227" y="814197"/>
                </a:lnTo>
                <a:lnTo>
                  <a:pt x="1642396" y="814197"/>
                </a:lnTo>
                <a:lnTo>
                  <a:pt x="1642574" y="814206"/>
                </a:lnTo>
                <a:lnTo>
                  <a:pt x="1642743" y="814206"/>
                </a:lnTo>
                <a:lnTo>
                  <a:pt x="1642912" y="814215"/>
                </a:lnTo>
                <a:lnTo>
                  <a:pt x="1643090" y="814215"/>
                </a:lnTo>
                <a:lnTo>
                  <a:pt x="1643259" y="814224"/>
                </a:lnTo>
                <a:lnTo>
                  <a:pt x="1643428" y="814224"/>
                </a:lnTo>
                <a:lnTo>
                  <a:pt x="1643606" y="814232"/>
                </a:lnTo>
                <a:lnTo>
                  <a:pt x="1643775" y="814232"/>
                </a:lnTo>
                <a:lnTo>
                  <a:pt x="1643953" y="814241"/>
                </a:lnTo>
                <a:lnTo>
                  <a:pt x="1644122" y="814241"/>
                </a:lnTo>
                <a:lnTo>
                  <a:pt x="1644291" y="814250"/>
                </a:lnTo>
                <a:lnTo>
                  <a:pt x="1644469" y="814250"/>
                </a:lnTo>
                <a:lnTo>
                  <a:pt x="1644638" y="814259"/>
                </a:lnTo>
                <a:lnTo>
                  <a:pt x="1644807" y="814259"/>
                </a:lnTo>
                <a:lnTo>
                  <a:pt x="1644985" y="814268"/>
                </a:lnTo>
                <a:lnTo>
                  <a:pt x="1645154" y="814268"/>
                </a:lnTo>
                <a:lnTo>
                  <a:pt x="1645332" y="814277"/>
                </a:lnTo>
                <a:lnTo>
                  <a:pt x="1645501" y="814277"/>
                </a:lnTo>
                <a:lnTo>
                  <a:pt x="1645670" y="814286"/>
                </a:lnTo>
                <a:lnTo>
                  <a:pt x="1645848" y="814286"/>
                </a:lnTo>
                <a:lnTo>
                  <a:pt x="1646017" y="814295"/>
                </a:lnTo>
                <a:lnTo>
                  <a:pt x="1646186" y="814295"/>
                </a:lnTo>
                <a:lnTo>
                  <a:pt x="1646364" y="814304"/>
                </a:lnTo>
                <a:lnTo>
                  <a:pt x="1646533" y="814304"/>
                </a:lnTo>
                <a:lnTo>
                  <a:pt x="1646702" y="814313"/>
                </a:lnTo>
                <a:lnTo>
                  <a:pt x="1646880" y="814313"/>
                </a:lnTo>
                <a:lnTo>
                  <a:pt x="1647049" y="814321"/>
                </a:lnTo>
                <a:lnTo>
                  <a:pt x="1647227" y="814321"/>
                </a:lnTo>
                <a:lnTo>
                  <a:pt x="1647396" y="814330"/>
                </a:lnTo>
                <a:lnTo>
                  <a:pt x="1647565" y="814330"/>
                </a:lnTo>
                <a:lnTo>
                  <a:pt x="1647743" y="814339"/>
                </a:lnTo>
                <a:lnTo>
                  <a:pt x="1647912" y="814339"/>
                </a:lnTo>
                <a:lnTo>
                  <a:pt x="1648081" y="814339"/>
                </a:lnTo>
                <a:lnTo>
                  <a:pt x="1648259" y="814348"/>
                </a:lnTo>
                <a:lnTo>
                  <a:pt x="1648428" y="814348"/>
                </a:lnTo>
                <a:lnTo>
                  <a:pt x="1648606" y="814357"/>
                </a:lnTo>
                <a:lnTo>
                  <a:pt x="1648775" y="814357"/>
                </a:lnTo>
                <a:lnTo>
                  <a:pt x="1648944" y="814366"/>
                </a:lnTo>
                <a:lnTo>
                  <a:pt x="1649122" y="814366"/>
                </a:lnTo>
                <a:lnTo>
                  <a:pt x="1649291" y="814375"/>
                </a:lnTo>
                <a:lnTo>
                  <a:pt x="1649460" y="814375"/>
                </a:lnTo>
                <a:lnTo>
                  <a:pt x="1649638" y="814384"/>
                </a:lnTo>
                <a:lnTo>
                  <a:pt x="1649807" y="814384"/>
                </a:lnTo>
                <a:lnTo>
                  <a:pt x="1649976" y="814393"/>
                </a:lnTo>
                <a:lnTo>
                  <a:pt x="1650154" y="814393"/>
                </a:lnTo>
                <a:lnTo>
                  <a:pt x="1650323" y="814402"/>
                </a:lnTo>
                <a:lnTo>
                  <a:pt x="1650501" y="814402"/>
                </a:lnTo>
                <a:lnTo>
                  <a:pt x="1650670" y="814410"/>
                </a:lnTo>
                <a:lnTo>
                  <a:pt x="1650839" y="814410"/>
                </a:lnTo>
                <a:lnTo>
                  <a:pt x="1651017" y="814419"/>
                </a:lnTo>
                <a:lnTo>
                  <a:pt x="1651186" y="814419"/>
                </a:lnTo>
                <a:lnTo>
                  <a:pt x="1651355" y="814428"/>
                </a:lnTo>
                <a:lnTo>
                  <a:pt x="1651533" y="814428"/>
                </a:lnTo>
                <a:lnTo>
                  <a:pt x="1651702" y="814437"/>
                </a:lnTo>
                <a:lnTo>
                  <a:pt x="1651879" y="814437"/>
                </a:lnTo>
                <a:lnTo>
                  <a:pt x="1652049" y="814446"/>
                </a:lnTo>
                <a:lnTo>
                  <a:pt x="1652218" y="814446"/>
                </a:lnTo>
                <a:lnTo>
                  <a:pt x="1652396" y="814446"/>
                </a:lnTo>
                <a:lnTo>
                  <a:pt x="1652565" y="814455"/>
                </a:lnTo>
                <a:lnTo>
                  <a:pt x="1652734" y="814455"/>
                </a:lnTo>
                <a:lnTo>
                  <a:pt x="1652912" y="814464"/>
                </a:lnTo>
                <a:lnTo>
                  <a:pt x="1653081" y="814464"/>
                </a:lnTo>
                <a:lnTo>
                  <a:pt x="1653258" y="814473"/>
                </a:lnTo>
                <a:lnTo>
                  <a:pt x="1653427" y="814473"/>
                </a:lnTo>
                <a:lnTo>
                  <a:pt x="1653597" y="814482"/>
                </a:lnTo>
                <a:lnTo>
                  <a:pt x="1653775" y="814482"/>
                </a:lnTo>
                <a:lnTo>
                  <a:pt x="1653944" y="814490"/>
                </a:lnTo>
                <a:lnTo>
                  <a:pt x="1654112" y="814490"/>
                </a:lnTo>
                <a:lnTo>
                  <a:pt x="1654291" y="814499"/>
                </a:lnTo>
                <a:lnTo>
                  <a:pt x="1654460" y="814499"/>
                </a:lnTo>
                <a:lnTo>
                  <a:pt x="1654629" y="814508"/>
                </a:lnTo>
                <a:lnTo>
                  <a:pt x="1654806" y="814508"/>
                </a:lnTo>
                <a:lnTo>
                  <a:pt x="1654975" y="814517"/>
                </a:lnTo>
                <a:lnTo>
                  <a:pt x="1655154" y="814517"/>
                </a:lnTo>
                <a:lnTo>
                  <a:pt x="1655323" y="814526"/>
                </a:lnTo>
                <a:lnTo>
                  <a:pt x="1655491" y="814526"/>
                </a:lnTo>
                <a:lnTo>
                  <a:pt x="1655669" y="814526"/>
                </a:lnTo>
                <a:lnTo>
                  <a:pt x="1655839" y="814535"/>
                </a:lnTo>
                <a:lnTo>
                  <a:pt x="1656008" y="814535"/>
                </a:lnTo>
                <a:lnTo>
                  <a:pt x="1656185" y="814544"/>
                </a:lnTo>
                <a:lnTo>
                  <a:pt x="1656354" y="814544"/>
                </a:lnTo>
                <a:lnTo>
                  <a:pt x="1656532" y="814553"/>
                </a:lnTo>
                <a:lnTo>
                  <a:pt x="1656701" y="814553"/>
                </a:lnTo>
                <a:lnTo>
                  <a:pt x="1656870" y="814562"/>
                </a:lnTo>
                <a:lnTo>
                  <a:pt x="1657048" y="814562"/>
                </a:lnTo>
                <a:lnTo>
                  <a:pt x="1657217" y="814571"/>
                </a:lnTo>
                <a:lnTo>
                  <a:pt x="1657387" y="814571"/>
                </a:lnTo>
                <a:lnTo>
                  <a:pt x="1657564" y="814579"/>
                </a:lnTo>
                <a:lnTo>
                  <a:pt x="1657733" y="814579"/>
                </a:lnTo>
                <a:lnTo>
                  <a:pt x="1657911" y="814588"/>
                </a:lnTo>
                <a:lnTo>
                  <a:pt x="1658080" y="814588"/>
                </a:lnTo>
                <a:lnTo>
                  <a:pt x="1658249" y="814588"/>
                </a:lnTo>
                <a:lnTo>
                  <a:pt x="1658427" y="814597"/>
                </a:lnTo>
                <a:lnTo>
                  <a:pt x="1658596" y="814597"/>
                </a:lnTo>
                <a:lnTo>
                  <a:pt x="1658765" y="814606"/>
                </a:lnTo>
                <a:lnTo>
                  <a:pt x="1658943" y="814606"/>
                </a:lnTo>
                <a:lnTo>
                  <a:pt x="1659112" y="814615"/>
                </a:lnTo>
                <a:lnTo>
                  <a:pt x="1659281" y="814615"/>
                </a:lnTo>
                <a:lnTo>
                  <a:pt x="1659459" y="814624"/>
                </a:lnTo>
                <a:lnTo>
                  <a:pt x="1659628" y="814624"/>
                </a:lnTo>
                <a:lnTo>
                  <a:pt x="1659806" y="814633"/>
                </a:lnTo>
                <a:lnTo>
                  <a:pt x="1659975" y="814633"/>
                </a:lnTo>
                <a:lnTo>
                  <a:pt x="1660144" y="814642"/>
                </a:lnTo>
                <a:lnTo>
                  <a:pt x="1660322" y="814642"/>
                </a:lnTo>
                <a:lnTo>
                  <a:pt x="1660491" y="814651"/>
                </a:lnTo>
                <a:lnTo>
                  <a:pt x="1660660" y="814651"/>
                </a:lnTo>
                <a:lnTo>
                  <a:pt x="1660838" y="814651"/>
                </a:lnTo>
                <a:lnTo>
                  <a:pt x="1661007" y="814659"/>
                </a:lnTo>
                <a:lnTo>
                  <a:pt x="1661185" y="814659"/>
                </a:lnTo>
                <a:lnTo>
                  <a:pt x="1661354" y="814668"/>
                </a:lnTo>
                <a:lnTo>
                  <a:pt x="1661523" y="814668"/>
                </a:lnTo>
                <a:lnTo>
                  <a:pt x="1661701" y="814677"/>
                </a:lnTo>
                <a:lnTo>
                  <a:pt x="1661870" y="814677"/>
                </a:lnTo>
                <a:lnTo>
                  <a:pt x="1662039" y="814686"/>
                </a:lnTo>
                <a:lnTo>
                  <a:pt x="1662217" y="814686"/>
                </a:lnTo>
                <a:lnTo>
                  <a:pt x="1662386" y="814695"/>
                </a:lnTo>
                <a:lnTo>
                  <a:pt x="1662555" y="814695"/>
                </a:lnTo>
                <a:lnTo>
                  <a:pt x="1662733" y="814704"/>
                </a:lnTo>
                <a:lnTo>
                  <a:pt x="1662902" y="814704"/>
                </a:lnTo>
                <a:lnTo>
                  <a:pt x="1663080" y="814704"/>
                </a:lnTo>
                <a:lnTo>
                  <a:pt x="1663249" y="814713"/>
                </a:lnTo>
                <a:lnTo>
                  <a:pt x="1663418" y="814713"/>
                </a:lnTo>
                <a:lnTo>
                  <a:pt x="1663596" y="814722"/>
                </a:lnTo>
                <a:lnTo>
                  <a:pt x="1663765" y="814722"/>
                </a:lnTo>
                <a:lnTo>
                  <a:pt x="1663934" y="814731"/>
                </a:lnTo>
                <a:lnTo>
                  <a:pt x="1664112" y="814731"/>
                </a:lnTo>
                <a:lnTo>
                  <a:pt x="1664281" y="814740"/>
                </a:lnTo>
                <a:lnTo>
                  <a:pt x="1664459" y="814740"/>
                </a:lnTo>
                <a:lnTo>
                  <a:pt x="1664628" y="814749"/>
                </a:lnTo>
                <a:lnTo>
                  <a:pt x="1664797" y="814749"/>
                </a:lnTo>
                <a:lnTo>
                  <a:pt x="1664975" y="814757"/>
                </a:lnTo>
                <a:lnTo>
                  <a:pt x="1665144" y="814757"/>
                </a:lnTo>
                <a:lnTo>
                  <a:pt x="1665313" y="814757"/>
                </a:lnTo>
                <a:lnTo>
                  <a:pt x="1665491" y="814766"/>
                </a:lnTo>
                <a:lnTo>
                  <a:pt x="1665660" y="814766"/>
                </a:lnTo>
                <a:lnTo>
                  <a:pt x="1665838" y="814775"/>
                </a:lnTo>
                <a:lnTo>
                  <a:pt x="1666007" y="814775"/>
                </a:lnTo>
                <a:lnTo>
                  <a:pt x="1666176" y="814784"/>
                </a:lnTo>
                <a:lnTo>
                  <a:pt x="1666354" y="814784"/>
                </a:lnTo>
                <a:lnTo>
                  <a:pt x="1666523" y="814793"/>
                </a:lnTo>
                <a:lnTo>
                  <a:pt x="1666692" y="814793"/>
                </a:lnTo>
                <a:lnTo>
                  <a:pt x="1666870" y="814802"/>
                </a:lnTo>
                <a:lnTo>
                  <a:pt x="1667039" y="814802"/>
                </a:lnTo>
                <a:lnTo>
                  <a:pt x="1667208" y="814802"/>
                </a:lnTo>
                <a:lnTo>
                  <a:pt x="1667386" y="814811"/>
                </a:lnTo>
                <a:lnTo>
                  <a:pt x="1667555" y="814811"/>
                </a:lnTo>
                <a:lnTo>
                  <a:pt x="1667733" y="814820"/>
                </a:lnTo>
                <a:lnTo>
                  <a:pt x="1667902" y="814820"/>
                </a:lnTo>
                <a:lnTo>
                  <a:pt x="1668071" y="814829"/>
                </a:lnTo>
                <a:lnTo>
                  <a:pt x="1668249" y="814829"/>
                </a:lnTo>
                <a:lnTo>
                  <a:pt x="1668418" y="814837"/>
                </a:lnTo>
                <a:lnTo>
                  <a:pt x="1668587" y="814837"/>
                </a:lnTo>
                <a:lnTo>
                  <a:pt x="1668765" y="814846"/>
                </a:lnTo>
                <a:lnTo>
                  <a:pt x="1668934" y="814846"/>
                </a:lnTo>
                <a:lnTo>
                  <a:pt x="1669112" y="814846"/>
                </a:lnTo>
                <a:lnTo>
                  <a:pt x="1669281" y="814855"/>
                </a:lnTo>
                <a:lnTo>
                  <a:pt x="1669450" y="814855"/>
                </a:lnTo>
                <a:lnTo>
                  <a:pt x="1669628" y="814864"/>
                </a:lnTo>
                <a:lnTo>
                  <a:pt x="1669797" y="814864"/>
                </a:lnTo>
                <a:lnTo>
                  <a:pt x="1669966" y="814873"/>
                </a:lnTo>
                <a:lnTo>
                  <a:pt x="1670144" y="814873"/>
                </a:lnTo>
                <a:lnTo>
                  <a:pt x="1670313" y="814882"/>
                </a:lnTo>
                <a:lnTo>
                  <a:pt x="1670482" y="814882"/>
                </a:lnTo>
                <a:lnTo>
                  <a:pt x="1670660" y="814882"/>
                </a:lnTo>
                <a:lnTo>
                  <a:pt x="1670829" y="814891"/>
                </a:lnTo>
                <a:lnTo>
                  <a:pt x="1671007" y="814891"/>
                </a:lnTo>
                <a:lnTo>
                  <a:pt x="1671176" y="814900"/>
                </a:lnTo>
                <a:lnTo>
                  <a:pt x="1671345" y="814900"/>
                </a:lnTo>
                <a:lnTo>
                  <a:pt x="1671523" y="814909"/>
                </a:lnTo>
                <a:lnTo>
                  <a:pt x="1671692" y="814909"/>
                </a:lnTo>
                <a:lnTo>
                  <a:pt x="1671861" y="814918"/>
                </a:lnTo>
                <a:lnTo>
                  <a:pt x="1672039" y="814918"/>
                </a:lnTo>
                <a:lnTo>
                  <a:pt x="1672208" y="814918"/>
                </a:lnTo>
                <a:lnTo>
                  <a:pt x="1672386" y="814926"/>
                </a:lnTo>
                <a:lnTo>
                  <a:pt x="1672555" y="814926"/>
                </a:lnTo>
                <a:lnTo>
                  <a:pt x="1672724" y="814935"/>
                </a:lnTo>
                <a:lnTo>
                  <a:pt x="1672902" y="814935"/>
                </a:lnTo>
                <a:lnTo>
                  <a:pt x="1673071" y="814944"/>
                </a:lnTo>
                <a:lnTo>
                  <a:pt x="1673240" y="814944"/>
                </a:lnTo>
                <a:lnTo>
                  <a:pt x="1673418" y="814953"/>
                </a:lnTo>
                <a:lnTo>
                  <a:pt x="1673587" y="814953"/>
                </a:lnTo>
                <a:lnTo>
                  <a:pt x="1673765" y="814962"/>
                </a:lnTo>
                <a:lnTo>
                  <a:pt x="1673934" y="814962"/>
                </a:lnTo>
                <a:lnTo>
                  <a:pt x="1674103" y="814962"/>
                </a:lnTo>
                <a:lnTo>
                  <a:pt x="1674281" y="814971"/>
                </a:lnTo>
                <a:lnTo>
                  <a:pt x="1674450" y="814971"/>
                </a:lnTo>
                <a:lnTo>
                  <a:pt x="1674619" y="814980"/>
                </a:lnTo>
                <a:lnTo>
                  <a:pt x="1674797" y="814980"/>
                </a:lnTo>
                <a:lnTo>
                  <a:pt x="1674966" y="814989"/>
                </a:lnTo>
                <a:lnTo>
                  <a:pt x="1675135" y="814989"/>
                </a:lnTo>
                <a:lnTo>
                  <a:pt x="1675313" y="814989"/>
                </a:lnTo>
                <a:lnTo>
                  <a:pt x="1675482" y="814998"/>
                </a:lnTo>
                <a:lnTo>
                  <a:pt x="1675660" y="814998"/>
                </a:lnTo>
                <a:lnTo>
                  <a:pt x="1675829" y="815006"/>
                </a:lnTo>
                <a:lnTo>
                  <a:pt x="1675998" y="815006"/>
                </a:lnTo>
                <a:lnTo>
                  <a:pt x="1676176" y="815015"/>
                </a:lnTo>
                <a:lnTo>
                  <a:pt x="1676345" y="815015"/>
                </a:lnTo>
                <a:lnTo>
                  <a:pt x="1676514" y="815024"/>
                </a:lnTo>
                <a:lnTo>
                  <a:pt x="1676692" y="815024"/>
                </a:lnTo>
                <a:lnTo>
                  <a:pt x="1676861" y="815024"/>
                </a:lnTo>
                <a:lnTo>
                  <a:pt x="1677039" y="815033"/>
                </a:lnTo>
                <a:lnTo>
                  <a:pt x="1677208" y="815033"/>
                </a:lnTo>
                <a:lnTo>
                  <a:pt x="1677377" y="815042"/>
                </a:lnTo>
                <a:lnTo>
                  <a:pt x="1677555" y="815042"/>
                </a:lnTo>
                <a:lnTo>
                  <a:pt x="1677724" y="815051"/>
                </a:lnTo>
                <a:lnTo>
                  <a:pt x="1677893" y="815051"/>
                </a:lnTo>
                <a:lnTo>
                  <a:pt x="1678071" y="815060"/>
                </a:lnTo>
                <a:lnTo>
                  <a:pt x="1678240" y="815060"/>
                </a:lnTo>
                <a:lnTo>
                  <a:pt x="1678418" y="815060"/>
                </a:lnTo>
                <a:lnTo>
                  <a:pt x="1678587" y="815069"/>
                </a:lnTo>
                <a:lnTo>
                  <a:pt x="1678756" y="815069"/>
                </a:lnTo>
                <a:lnTo>
                  <a:pt x="1678934" y="815078"/>
                </a:lnTo>
                <a:lnTo>
                  <a:pt x="1679103" y="815078"/>
                </a:lnTo>
                <a:lnTo>
                  <a:pt x="1679272" y="815087"/>
                </a:lnTo>
                <a:lnTo>
                  <a:pt x="1679450" y="815087"/>
                </a:lnTo>
                <a:lnTo>
                  <a:pt x="1679619" y="815087"/>
                </a:lnTo>
                <a:lnTo>
                  <a:pt x="1679788" y="815095"/>
                </a:lnTo>
                <a:lnTo>
                  <a:pt x="1679966" y="815095"/>
                </a:lnTo>
                <a:lnTo>
                  <a:pt x="1680135" y="815104"/>
                </a:lnTo>
                <a:lnTo>
                  <a:pt x="1680313" y="815104"/>
                </a:lnTo>
                <a:lnTo>
                  <a:pt x="1680482" y="815113"/>
                </a:lnTo>
                <a:lnTo>
                  <a:pt x="1680651" y="815113"/>
                </a:lnTo>
                <a:lnTo>
                  <a:pt x="1680829" y="815122"/>
                </a:lnTo>
                <a:lnTo>
                  <a:pt x="1680998" y="815122"/>
                </a:lnTo>
                <a:lnTo>
                  <a:pt x="1681167" y="815122"/>
                </a:lnTo>
                <a:lnTo>
                  <a:pt x="1681345" y="815131"/>
                </a:lnTo>
                <a:lnTo>
                  <a:pt x="1681514" y="815131"/>
                </a:lnTo>
                <a:lnTo>
                  <a:pt x="1681691" y="815140"/>
                </a:lnTo>
                <a:lnTo>
                  <a:pt x="1681861" y="815140"/>
                </a:lnTo>
                <a:lnTo>
                  <a:pt x="1682030" y="815149"/>
                </a:lnTo>
                <a:lnTo>
                  <a:pt x="1682208" y="815149"/>
                </a:lnTo>
                <a:lnTo>
                  <a:pt x="1682377" y="815149"/>
                </a:lnTo>
                <a:lnTo>
                  <a:pt x="1682546" y="815158"/>
                </a:lnTo>
                <a:lnTo>
                  <a:pt x="1682724" y="815158"/>
                </a:lnTo>
                <a:lnTo>
                  <a:pt x="1682893" y="815167"/>
                </a:lnTo>
                <a:lnTo>
                  <a:pt x="1683062" y="815167"/>
                </a:lnTo>
                <a:lnTo>
                  <a:pt x="1683239" y="815176"/>
                </a:lnTo>
                <a:lnTo>
                  <a:pt x="1683409" y="815176"/>
                </a:lnTo>
                <a:lnTo>
                  <a:pt x="1683587" y="815176"/>
                </a:lnTo>
                <a:lnTo>
                  <a:pt x="1683756" y="815184"/>
                </a:lnTo>
                <a:lnTo>
                  <a:pt x="1683925" y="815184"/>
                </a:lnTo>
                <a:lnTo>
                  <a:pt x="1684102" y="815193"/>
                </a:lnTo>
                <a:lnTo>
                  <a:pt x="1684272" y="815193"/>
                </a:lnTo>
                <a:lnTo>
                  <a:pt x="1684441" y="815202"/>
                </a:lnTo>
                <a:lnTo>
                  <a:pt x="1684618" y="815202"/>
                </a:lnTo>
                <a:lnTo>
                  <a:pt x="1684787" y="815202"/>
                </a:lnTo>
                <a:lnTo>
                  <a:pt x="1684966" y="815211"/>
                </a:lnTo>
                <a:lnTo>
                  <a:pt x="1685135" y="815211"/>
                </a:lnTo>
                <a:lnTo>
                  <a:pt x="1685303" y="815220"/>
                </a:lnTo>
                <a:lnTo>
                  <a:pt x="1685481" y="815220"/>
                </a:lnTo>
                <a:lnTo>
                  <a:pt x="1685651" y="815229"/>
                </a:lnTo>
                <a:lnTo>
                  <a:pt x="1685820" y="815229"/>
                </a:lnTo>
                <a:lnTo>
                  <a:pt x="1685997" y="815229"/>
                </a:lnTo>
                <a:lnTo>
                  <a:pt x="1686166" y="815238"/>
                </a:lnTo>
                <a:lnTo>
                  <a:pt x="1686344" y="815238"/>
                </a:lnTo>
                <a:lnTo>
                  <a:pt x="1686514" y="815247"/>
                </a:lnTo>
                <a:lnTo>
                  <a:pt x="1686682" y="815247"/>
                </a:lnTo>
                <a:lnTo>
                  <a:pt x="1686860" y="815256"/>
                </a:lnTo>
                <a:lnTo>
                  <a:pt x="1687029" y="815256"/>
                </a:lnTo>
                <a:lnTo>
                  <a:pt x="1687199" y="815256"/>
                </a:lnTo>
                <a:lnTo>
                  <a:pt x="1687376" y="815264"/>
                </a:lnTo>
                <a:lnTo>
                  <a:pt x="1687545" y="815264"/>
                </a:lnTo>
                <a:lnTo>
                  <a:pt x="1687714" y="815273"/>
                </a:lnTo>
                <a:lnTo>
                  <a:pt x="1687892" y="815273"/>
                </a:lnTo>
                <a:lnTo>
                  <a:pt x="1688061" y="815282"/>
                </a:lnTo>
                <a:lnTo>
                  <a:pt x="1688239" y="815282"/>
                </a:lnTo>
                <a:lnTo>
                  <a:pt x="1688408" y="815282"/>
                </a:lnTo>
                <a:lnTo>
                  <a:pt x="1688577" y="815291"/>
                </a:lnTo>
                <a:lnTo>
                  <a:pt x="1688755" y="815291"/>
                </a:lnTo>
                <a:lnTo>
                  <a:pt x="1688924" y="815300"/>
                </a:lnTo>
                <a:lnTo>
                  <a:pt x="1689093" y="815300"/>
                </a:lnTo>
                <a:lnTo>
                  <a:pt x="1689271" y="815309"/>
                </a:lnTo>
                <a:lnTo>
                  <a:pt x="1689440" y="815309"/>
                </a:lnTo>
                <a:lnTo>
                  <a:pt x="1689618" y="815309"/>
                </a:lnTo>
                <a:lnTo>
                  <a:pt x="1689787" y="815318"/>
                </a:lnTo>
                <a:lnTo>
                  <a:pt x="1689956" y="815318"/>
                </a:lnTo>
                <a:lnTo>
                  <a:pt x="1690134" y="815327"/>
                </a:lnTo>
                <a:lnTo>
                  <a:pt x="1690303" y="815327"/>
                </a:lnTo>
                <a:lnTo>
                  <a:pt x="1690472" y="815336"/>
                </a:lnTo>
                <a:lnTo>
                  <a:pt x="1690650" y="815336"/>
                </a:lnTo>
                <a:lnTo>
                  <a:pt x="1690819" y="815336"/>
                </a:lnTo>
                <a:lnTo>
                  <a:pt x="1690988" y="815345"/>
                </a:lnTo>
                <a:lnTo>
                  <a:pt x="1691166" y="815345"/>
                </a:lnTo>
                <a:lnTo>
                  <a:pt x="1691335" y="815353"/>
                </a:lnTo>
                <a:lnTo>
                  <a:pt x="1691513" y="815353"/>
                </a:lnTo>
                <a:lnTo>
                  <a:pt x="1691682" y="815353"/>
                </a:lnTo>
                <a:lnTo>
                  <a:pt x="1691851" y="815362"/>
                </a:lnTo>
                <a:lnTo>
                  <a:pt x="1692029" y="815362"/>
                </a:lnTo>
                <a:lnTo>
                  <a:pt x="1692198" y="815371"/>
                </a:lnTo>
                <a:lnTo>
                  <a:pt x="1692367" y="815371"/>
                </a:lnTo>
                <a:lnTo>
                  <a:pt x="1692545" y="815380"/>
                </a:lnTo>
                <a:lnTo>
                  <a:pt x="1692714" y="815380"/>
                </a:lnTo>
                <a:lnTo>
                  <a:pt x="1692892" y="815380"/>
                </a:lnTo>
                <a:lnTo>
                  <a:pt x="1693061" y="815389"/>
                </a:lnTo>
                <a:lnTo>
                  <a:pt x="1693230" y="815389"/>
                </a:lnTo>
                <a:lnTo>
                  <a:pt x="1693408" y="815398"/>
                </a:lnTo>
                <a:lnTo>
                  <a:pt x="1693577" y="815398"/>
                </a:lnTo>
                <a:lnTo>
                  <a:pt x="1693746" y="815407"/>
                </a:lnTo>
                <a:lnTo>
                  <a:pt x="1693924" y="815407"/>
                </a:lnTo>
                <a:lnTo>
                  <a:pt x="1694093" y="815407"/>
                </a:lnTo>
                <a:lnTo>
                  <a:pt x="1694271" y="815416"/>
                </a:lnTo>
                <a:lnTo>
                  <a:pt x="1694440" y="815416"/>
                </a:lnTo>
                <a:lnTo>
                  <a:pt x="1694609" y="815425"/>
                </a:lnTo>
                <a:lnTo>
                  <a:pt x="1694787" y="815425"/>
                </a:lnTo>
                <a:lnTo>
                  <a:pt x="1694956" y="815425"/>
                </a:lnTo>
                <a:lnTo>
                  <a:pt x="1695125" y="815433"/>
                </a:lnTo>
                <a:lnTo>
                  <a:pt x="1695303" y="815433"/>
                </a:lnTo>
                <a:lnTo>
                  <a:pt x="1695472" y="815442"/>
                </a:lnTo>
                <a:lnTo>
                  <a:pt x="1695641" y="815442"/>
                </a:lnTo>
                <a:lnTo>
                  <a:pt x="1695819" y="815451"/>
                </a:lnTo>
                <a:lnTo>
                  <a:pt x="1695988" y="815451"/>
                </a:lnTo>
                <a:lnTo>
                  <a:pt x="1696166" y="815451"/>
                </a:lnTo>
                <a:lnTo>
                  <a:pt x="1696335" y="815460"/>
                </a:lnTo>
                <a:lnTo>
                  <a:pt x="1696504" y="815460"/>
                </a:lnTo>
                <a:lnTo>
                  <a:pt x="1696682" y="815469"/>
                </a:lnTo>
                <a:lnTo>
                  <a:pt x="1696851" y="815469"/>
                </a:lnTo>
                <a:lnTo>
                  <a:pt x="1697020" y="815469"/>
                </a:lnTo>
                <a:lnTo>
                  <a:pt x="1697198" y="815478"/>
                </a:lnTo>
                <a:lnTo>
                  <a:pt x="1697367" y="815478"/>
                </a:lnTo>
                <a:lnTo>
                  <a:pt x="1697545" y="815487"/>
                </a:lnTo>
                <a:lnTo>
                  <a:pt x="1697714" y="815487"/>
                </a:lnTo>
                <a:lnTo>
                  <a:pt x="1697883" y="815496"/>
                </a:lnTo>
                <a:lnTo>
                  <a:pt x="1698061" y="815496"/>
                </a:lnTo>
                <a:lnTo>
                  <a:pt x="1698230" y="815496"/>
                </a:lnTo>
                <a:lnTo>
                  <a:pt x="1698399" y="815505"/>
                </a:lnTo>
                <a:lnTo>
                  <a:pt x="1698577" y="815505"/>
                </a:lnTo>
                <a:lnTo>
                  <a:pt x="1698746" y="815514"/>
                </a:lnTo>
                <a:lnTo>
                  <a:pt x="1698915" y="815514"/>
                </a:lnTo>
                <a:lnTo>
                  <a:pt x="1699093" y="815514"/>
                </a:lnTo>
                <a:lnTo>
                  <a:pt x="1699262" y="815523"/>
                </a:lnTo>
                <a:lnTo>
                  <a:pt x="1699440" y="815523"/>
                </a:lnTo>
                <a:lnTo>
                  <a:pt x="1699609" y="815531"/>
                </a:lnTo>
                <a:lnTo>
                  <a:pt x="1699778" y="815531"/>
                </a:lnTo>
                <a:lnTo>
                  <a:pt x="1699956" y="815531"/>
                </a:lnTo>
                <a:lnTo>
                  <a:pt x="1700125" y="815540"/>
                </a:lnTo>
                <a:lnTo>
                  <a:pt x="1700294" y="815540"/>
                </a:lnTo>
                <a:lnTo>
                  <a:pt x="1700472" y="815549"/>
                </a:lnTo>
                <a:lnTo>
                  <a:pt x="1700641" y="815549"/>
                </a:lnTo>
                <a:lnTo>
                  <a:pt x="1700819" y="815549"/>
                </a:lnTo>
                <a:lnTo>
                  <a:pt x="1700988" y="815558"/>
                </a:lnTo>
                <a:lnTo>
                  <a:pt x="1701157" y="815558"/>
                </a:lnTo>
                <a:lnTo>
                  <a:pt x="1701335" y="815567"/>
                </a:lnTo>
                <a:lnTo>
                  <a:pt x="1701504" y="815567"/>
                </a:lnTo>
                <a:lnTo>
                  <a:pt x="1701673" y="815576"/>
                </a:lnTo>
                <a:lnTo>
                  <a:pt x="1701851" y="815576"/>
                </a:lnTo>
                <a:lnTo>
                  <a:pt x="1702020" y="815576"/>
                </a:lnTo>
                <a:lnTo>
                  <a:pt x="1702198" y="815585"/>
                </a:lnTo>
                <a:lnTo>
                  <a:pt x="1702367" y="815585"/>
                </a:lnTo>
                <a:lnTo>
                  <a:pt x="1702536" y="815594"/>
                </a:lnTo>
                <a:lnTo>
                  <a:pt x="1702714" y="815594"/>
                </a:lnTo>
                <a:lnTo>
                  <a:pt x="1702883" y="815594"/>
                </a:lnTo>
                <a:lnTo>
                  <a:pt x="1703052" y="815603"/>
                </a:lnTo>
                <a:lnTo>
                  <a:pt x="1703230" y="815603"/>
                </a:lnTo>
                <a:lnTo>
                  <a:pt x="1703399" y="815611"/>
                </a:lnTo>
                <a:lnTo>
                  <a:pt x="1703568" y="815611"/>
                </a:lnTo>
                <a:lnTo>
                  <a:pt x="1703746" y="815611"/>
                </a:lnTo>
                <a:lnTo>
                  <a:pt x="1703915" y="815620"/>
                </a:lnTo>
                <a:lnTo>
                  <a:pt x="1704093" y="815620"/>
                </a:lnTo>
                <a:lnTo>
                  <a:pt x="1704262" y="815629"/>
                </a:lnTo>
                <a:lnTo>
                  <a:pt x="1704431" y="815629"/>
                </a:lnTo>
                <a:lnTo>
                  <a:pt x="1704609" y="815629"/>
                </a:lnTo>
                <a:lnTo>
                  <a:pt x="1704778" y="815638"/>
                </a:lnTo>
                <a:lnTo>
                  <a:pt x="1704947" y="815638"/>
                </a:lnTo>
                <a:lnTo>
                  <a:pt x="1705125" y="815647"/>
                </a:lnTo>
                <a:lnTo>
                  <a:pt x="1705294" y="815647"/>
                </a:lnTo>
                <a:lnTo>
                  <a:pt x="1705472" y="815647"/>
                </a:lnTo>
                <a:lnTo>
                  <a:pt x="1705641" y="815656"/>
                </a:lnTo>
                <a:lnTo>
                  <a:pt x="1705810" y="815656"/>
                </a:lnTo>
                <a:lnTo>
                  <a:pt x="1705988" y="815665"/>
                </a:lnTo>
                <a:lnTo>
                  <a:pt x="1706157" y="815665"/>
                </a:lnTo>
                <a:lnTo>
                  <a:pt x="1706326" y="815665"/>
                </a:lnTo>
                <a:lnTo>
                  <a:pt x="1706504" y="815674"/>
                </a:lnTo>
                <a:lnTo>
                  <a:pt x="1706673" y="815674"/>
                </a:lnTo>
                <a:lnTo>
                  <a:pt x="1706851" y="815683"/>
                </a:lnTo>
                <a:lnTo>
                  <a:pt x="1707020" y="815683"/>
                </a:lnTo>
                <a:lnTo>
                  <a:pt x="1707189" y="815683"/>
                </a:lnTo>
                <a:lnTo>
                  <a:pt x="1707367" y="815691"/>
                </a:lnTo>
                <a:lnTo>
                  <a:pt x="1707536" y="815691"/>
                </a:lnTo>
                <a:lnTo>
                  <a:pt x="1707705" y="815700"/>
                </a:lnTo>
                <a:lnTo>
                  <a:pt x="1707883" y="815700"/>
                </a:lnTo>
                <a:lnTo>
                  <a:pt x="1708052" y="815700"/>
                </a:lnTo>
                <a:lnTo>
                  <a:pt x="1708221" y="815709"/>
                </a:lnTo>
                <a:lnTo>
                  <a:pt x="1708399" y="815709"/>
                </a:lnTo>
                <a:lnTo>
                  <a:pt x="1708568" y="815718"/>
                </a:lnTo>
                <a:lnTo>
                  <a:pt x="1708746" y="815718"/>
                </a:lnTo>
                <a:lnTo>
                  <a:pt x="1708915" y="815718"/>
                </a:lnTo>
                <a:lnTo>
                  <a:pt x="1709084" y="815727"/>
                </a:lnTo>
                <a:lnTo>
                  <a:pt x="1709262" y="815727"/>
                </a:lnTo>
                <a:lnTo>
                  <a:pt x="1709431" y="815736"/>
                </a:lnTo>
                <a:lnTo>
                  <a:pt x="1709600" y="815736"/>
                </a:lnTo>
                <a:lnTo>
                  <a:pt x="1709778" y="815736"/>
                </a:lnTo>
                <a:lnTo>
                  <a:pt x="1709947" y="815745"/>
                </a:lnTo>
                <a:lnTo>
                  <a:pt x="1710125" y="815745"/>
                </a:lnTo>
                <a:lnTo>
                  <a:pt x="1710294" y="815754"/>
                </a:lnTo>
                <a:lnTo>
                  <a:pt x="1710463" y="815754"/>
                </a:lnTo>
                <a:lnTo>
                  <a:pt x="1710641" y="815754"/>
                </a:lnTo>
                <a:lnTo>
                  <a:pt x="1710810" y="815763"/>
                </a:lnTo>
                <a:lnTo>
                  <a:pt x="1710979" y="815763"/>
                </a:lnTo>
                <a:lnTo>
                  <a:pt x="1711157" y="815772"/>
                </a:lnTo>
                <a:lnTo>
                  <a:pt x="1711326" y="815772"/>
                </a:lnTo>
                <a:lnTo>
                  <a:pt x="1711495" y="815772"/>
                </a:lnTo>
                <a:lnTo>
                  <a:pt x="1711673" y="815780"/>
                </a:lnTo>
                <a:lnTo>
                  <a:pt x="1711842" y="815780"/>
                </a:lnTo>
                <a:lnTo>
                  <a:pt x="1712020" y="815789"/>
                </a:lnTo>
                <a:lnTo>
                  <a:pt x="1712189" y="815789"/>
                </a:lnTo>
                <a:lnTo>
                  <a:pt x="1712358" y="815789"/>
                </a:lnTo>
                <a:lnTo>
                  <a:pt x="1712536" y="815798"/>
                </a:lnTo>
                <a:lnTo>
                  <a:pt x="1712705" y="815798"/>
                </a:lnTo>
                <a:lnTo>
                  <a:pt x="1712874" y="815807"/>
                </a:lnTo>
                <a:lnTo>
                  <a:pt x="1713051" y="815807"/>
                </a:lnTo>
                <a:lnTo>
                  <a:pt x="1713221" y="815807"/>
                </a:lnTo>
                <a:lnTo>
                  <a:pt x="1713399" y="815816"/>
                </a:lnTo>
                <a:lnTo>
                  <a:pt x="1713568" y="815816"/>
                </a:lnTo>
                <a:lnTo>
                  <a:pt x="1713737" y="815825"/>
                </a:lnTo>
                <a:lnTo>
                  <a:pt x="1713914" y="815825"/>
                </a:lnTo>
                <a:lnTo>
                  <a:pt x="1714084" y="815825"/>
                </a:lnTo>
                <a:lnTo>
                  <a:pt x="1714253" y="815834"/>
                </a:lnTo>
                <a:lnTo>
                  <a:pt x="1714430" y="815834"/>
                </a:lnTo>
                <a:lnTo>
                  <a:pt x="1714599" y="815843"/>
                </a:lnTo>
                <a:lnTo>
                  <a:pt x="1714778" y="815843"/>
                </a:lnTo>
                <a:lnTo>
                  <a:pt x="1714947" y="815843"/>
                </a:lnTo>
                <a:lnTo>
                  <a:pt x="1715116" y="815852"/>
                </a:lnTo>
                <a:lnTo>
                  <a:pt x="1715293" y="815852"/>
                </a:lnTo>
                <a:lnTo>
                  <a:pt x="1715462" y="815861"/>
                </a:lnTo>
                <a:lnTo>
                  <a:pt x="1715632" y="815861"/>
                </a:lnTo>
                <a:lnTo>
                  <a:pt x="1715809" y="815861"/>
                </a:lnTo>
                <a:lnTo>
                  <a:pt x="1715978" y="815869"/>
                </a:lnTo>
                <a:lnTo>
                  <a:pt x="1716147" y="815869"/>
                </a:lnTo>
                <a:lnTo>
                  <a:pt x="1716326" y="815869"/>
                </a:lnTo>
                <a:lnTo>
                  <a:pt x="1716495" y="815878"/>
                </a:lnTo>
                <a:lnTo>
                  <a:pt x="1716672" y="815878"/>
                </a:lnTo>
                <a:lnTo>
                  <a:pt x="1716841" y="815887"/>
                </a:lnTo>
                <a:lnTo>
                  <a:pt x="1717011" y="815887"/>
                </a:lnTo>
                <a:lnTo>
                  <a:pt x="1717188" y="815887"/>
                </a:lnTo>
                <a:lnTo>
                  <a:pt x="1717357" y="815896"/>
                </a:lnTo>
                <a:lnTo>
                  <a:pt x="1717526" y="815896"/>
                </a:lnTo>
                <a:lnTo>
                  <a:pt x="1717704" y="815905"/>
                </a:lnTo>
                <a:lnTo>
                  <a:pt x="1717873" y="815905"/>
                </a:lnTo>
                <a:lnTo>
                  <a:pt x="1718051" y="815905"/>
                </a:lnTo>
                <a:lnTo>
                  <a:pt x="1718220" y="815914"/>
                </a:lnTo>
                <a:lnTo>
                  <a:pt x="1718389" y="815914"/>
                </a:lnTo>
                <a:lnTo>
                  <a:pt x="1718567" y="815923"/>
                </a:lnTo>
                <a:lnTo>
                  <a:pt x="1718736" y="815923"/>
                </a:lnTo>
                <a:lnTo>
                  <a:pt x="1718905" y="815923"/>
                </a:lnTo>
                <a:lnTo>
                  <a:pt x="1719083" y="815932"/>
                </a:lnTo>
                <a:lnTo>
                  <a:pt x="1719252" y="815932"/>
                </a:lnTo>
                <a:lnTo>
                  <a:pt x="1719421" y="815932"/>
                </a:lnTo>
                <a:lnTo>
                  <a:pt x="1719599" y="815941"/>
                </a:lnTo>
                <a:lnTo>
                  <a:pt x="1719768" y="815941"/>
                </a:lnTo>
                <a:lnTo>
                  <a:pt x="1719946" y="815950"/>
                </a:lnTo>
                <a:lnTo>
                  <a:pt x="1720115" y="815950"/>
                </a:lnTo>
                <a:lnTo>
                  <a:pt x="1720284" y="815950"/>
                </a:lnTo>
                <a:lnTo>
                  <a:pt x="1720462" y="815958"/>
                </a:lnTo>
                <a:lnTo>
                  <a:pt x="1720631" y="815958"/>
                </a:lnTo>
                <a:lnTo>
                  <a:pt x="1720800" y="815967"/>
                </a:lnTo>
                <a:lnTo>
                  <a:pt x="1720978" y="815967"/>
                </a:lnTo>
                <a:lnTo>
                  <a:pt x="1721147" y="815967"/>
                </a:lnTo>
                <a:lnTo>
                  <a:pt x="1721325" y="815976"/>
                </a:lnTo>
                <a:lnTo>
                  <a:pt x="1721494" y="815976"/>
                </a:lnTo>
                <a:lnTo>
                  <a:pt x="1721663" y="815976"/>
                </a:lnTo>
                <a:lnTo>
                  <a:pt x="1721841" y="815985"/>
                </a:lnTo>
                <a:lnTo>
                  <a:pt x="1722010" y="815985"/>
                </a:lnTo>
                <a:lnTo>
                  <a:pt x="1722179" y="815994"/>
                </a:lnTo>
                <a:lnTo>
                  <a:pt x="1722357" y="815994"/>
                </a:lnTo>
                <a:lnTo>
                  <a:pt x="1722526" y="815994"/>
                </a:lnTo>
                <a:lnTo>
                  <a:pt x="1722704" y="816003"/>
                </a:lnTo>
                <a:lnTo>
                  <a:pt x="1722873" y="816003"/>
                </a:lnTo>
                <a:lnTo>
                  <a:pt x="1723042" y="816012"/>
                </a:lnTo>
              </a:path>
            </a:pathLst>
          </a:custGeom>
          <a:noFill/>
          <a:ln w="19050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57B1307-28F7-FD03-932B-1378E51F6A4C}"/>
              </a:ext>
            </a:extLst>
          </p:cNvPr>
          <p:cNvSpPr/>
          <p:nvPr/>
        </p:nvSpPr>
        <p:spPr>
          <a:xfrm>
            <a:off x="1078192" y="1672823"/>
            <a:ext cx="1723042" cy="1114920"/>
          </a:xfrm>
          <a:custGeom>
            <a:avLst/>
            <a:gdLst>
              <a:gd name="csX0" fmla="*/ 0 w 1723042"/>
              <a:gd name="csY0" fmla="*/ 1114920 h 1114920"/>
              <a:gd name="csX1" fmla="*/ 173 w 1723042"/>
              <a:gd name="csY1" fmla="*/ 1114920 h 1114920"/>
              <a:gd name="csX2" fmla="*/ 344 w 1723042"/>
              <a:gd name="csY2" fmla="*/ 1114920 h 1114920"/>
              <a:gd name="csX3" fmla="*/ 517 w 1723042"/>
              <a:gd name="csY3" fmla="*/ 1114920 h 1114920"/>
              <a:gd name="csX4" fmla="*/ 689 w 1723042"/>
              <a:gd name="csY4" fmla="*/ 1114920 h 1114920"/>
              <a:gd name="csX5" fmla="*/ 861 w 1723042"/>
              <a:gd name="csY5" fmla="*/ 1114920 h 1114920"/>
              <a:gd name="csX6" fmla="*/ 1034 w 1723042"/>
              <a:gd name="csY6" fmla="*/ 1114920 h 1114920"/>
              <a:gd name="csX7" fmla="*/ 1206 w 1723042"/>
              <a:gd name="csY7" fmla="*/ 1114920 h 1114920"/>
              <a:gd name="csX8" fmla="*/ 1379 w 1723042"/>
              <a:gd name="csY8" fmla="*/ 1114920 h 1114920"/>
              <a:gd name="csX9" fmla="*/ 1551 w 1723042"/>
              <a:gd name="csY9" fmla="*/ 1114920 h 1114920"/>
              <a:gd name="csX10" fmla="*/ 1723 w 1723042"/>
              <a:gd name="csY10" fmla="*/ 1114920 h 1114920"/>
              <a:gd name="csX11" fmla="*/ 1896 w 1723042"/>
              <a:gd name="csY11" fmla="*/ 1114920 h 1114920"/>
              <a:gd name="csX12" fmla="*/ 2068 w 1723042"/>
              <a:gd name="csY12" fmla="*/ 1114920 h 1114920"/>
              <a:gd name="csX13" fmla="*/ 2240 w 1723042"/>
              <a:gd name="csY13" fmla="*/ 1114920 h 1114920"/>
              <a:gd name="csX14" fmla="*/ 2413 w 1723042"/>
              <a:gd name="csY14" fmla="*/ 1114920 h 1114920"/>
              <a:gd name="csX15" fmla="*/ 2584 w 1723042"/>
              <a:gd name="csY15" fmla="*/ 1114920 h 1114920"/>
              <a:gd name="csX16" fmla="*/ 2757 w 1723042"/>
              <a:gd name="csY16" fmla="*/ 1114920 h 1114920"/>
              <a:gd name="csX17" fmla="*/ 2930 w 1723042"/>
              <a:gd name="csY17" fmla="*/ 1114920 h 1114920"/>
              <a:gd name="csX18" fmla="*/ 3101 w 1723042"/>
              <a:gd name="csY18" fmla="*/ 1114920 h 1114920"/>
              <a:gd name="csX19" fmla="*/ 3274 w 1723042"/>
              <a:gd name="csY19" fmla="*/ 1114920 h 1114920"/>
              <a:gd name="csX20" fmla="*/ 3446 w 1723042"/>
              <a:gd name="csY20" fmla="*/ 1114920 h 1114920"/>
              <a:gd name="csX21" fmla="*/ 3619 w 1723042"/>
              <a:gd name="csY21" fmla="*/ 1114920 h 1114920"/>
              <a:gd name="csX22" fmla="*/ 3791 w 1723042"/>
              <a:gd name="csY22" fmla="*/ 1114920 h 1114920"/>
              <a:gd name="csX23" fmla="*/ 3963 w 1723042"/>
              <a:gd name="csY23" fmla="*/ 1114920 h 1114920"/>
              <a:gd name="csX24" fmla="*/ 4136 w 1723042"/>
              <a:gd name="csY24" fmla="*/ 1114920 h 1114920"/>
              <a:gd name="csX25" fmla="*/ 4308 w 1723042"/>
              <a:gd name="csY25" fmla="*/ 1114920 h 1114920"/>
              <a:gd name="csX26" fmla="*/ 4480 w 1723042"/>
              <a:gd name="csY26" fmla="*/ 1114920 h 1114920"/>
              <a:gd name="csX27" fmla="*/ 4653 w 1723042"/>
              <a:gd name="csY27" fmla="*/ 1114920 h 1114920"/>
              <a:gd name="csX28" fmla="*/ 4825 w 1723042"/>
              <a:gd name="csY28" fmla="*/ 1114920 h 1114920"/>
              <a:gd name="csX29" fmla="*/ 4997 w 1723042"/>
              <a:gd name="csY29" fmla="*/ 1114920 h 1114920"/>
              <a:gd name="csX30" fmla="*/ 5170 w 1723042"/>
              <a:gd name="csY30" fmla="*/ 1114920 h 1114920"/>
              <a:gd name="csX31" fmla="*/ 5342 w 1723042"/>
              <a:gd name="csY31" fmla="*/ 1114920 h 1114920"/>
              <a:gd name="csX32" fmla="*/ 5514 w 1723042"/>
              <a:gd name="csY32" fmla="*/ 1114920 h 1114920"/>
              <a:gd name="csX33" fmla="*/ 5687 w 1723042"/>
              <a:gd name="csY33" fmla="*/ 1114920 h 1114920"/>
              <a:gd name="csX34" fmla="*/ 5859 w 1723042"/>
              <a:gd name="csY34" fmla="*/ 1114920 h 1114920"/>
              <a:gd name="csX35" fmla="*/ 6031 w 1723042"/>
              <a:gd name="csY35" fmla="*/ 1114920 h 1114920"/>
              <a:gd name="csX36" fmla="*/ 6203 w 1723042"/>
              <a:gd name="csY36" fmla="*/ 1114920 h 1114920"/>
              <a:gd name="csX37" fmla="*/ 6376 w 1723042"/>
              <a:gd name="csY37" fmla="*/ 1114920 h 1114920"/>
              <a:gd name="csX38" fmla="*/ 6548 w 1723042"/>
              <a:gd name="csY38" fmla="*/ 1114920 h 1114920"/>
              <a:gd name="csX39" fmla="*/ 6720 w 1723042"/>
              <a:gd name="csY39" fmla="*/ 1114920 h 1114920"/>
              <a:gd name="csX40" fmla="*/ 6893 w 1723042"/>
              <a:gd name="csY40" fmla="*/ 1114920 h 1114920"/>
              <a:gd name="csX41" fmla="*/ 7066 w 1723042"/>
              <a:gd name="csY41" fmla="*/ 1114920 h 1114920"/>
              <a:gd name="csX42" fmla="*/ 7237 w 1723042"/>
              <a:gd name="csY42" fmla="*/ 1114920 h 1114920"/>
              <a:gd name="csX43" fmla="*/ 7410 w 1723042"/>
              <a:gd name="csY43" fmla="*/ 1114920 h 1114920"/>
              <a:gd name="csX44" fmla="*/ 7582 w 1723042"/>
              <a:gd name="csY44" fmla="*/ 1114920 h 1114920"/>
              <a:gd name="csX45" fmla="*/ 7754 w 1723042"/>
              <a:gd name="csY45" fmla="*/ 1114920 h 1114920"/>
              <a:gd name="csX46" fmla="*/ 7927 w 1723042"/>
              <a:gd name="csY46" fmla="*/ 1114920 h 1114920"/>
              <a:gd name="csX47" fmla="*/ 8099 w 1723042"/>
              <a:gd name="csY47" fmla="*/ 1114920 h 1114920"/>
              <a:gd name="csX48" fmla="*/ 8271 w 1723042"/>
              <a:gd name="csY48" fmla="*/ 1114920 h 1114920"/>
              <a:gd name="csX49" fmla="*/ 8444 w 1723042"/>
              <a:gd name="csY49" fmla="*/ 1114920 h 1114920"/>
              <a:gd name="csX50" fmla="*/ 8616 w 1723042"/>
              <a:gd name="csY50" fmla="*/ 1114920 h 1114920"/>
              <a:gd name="csX51" fmla="*/ 8788 w 1723042"/>
              <a:gd name="csY51" fmla="*/ 1114920 h 1114920"/>
              <a:gd name="csX52" fmla="*/ 8960 w 1723042"/>
              <a:gd name="csY52" fmla="*/ 1114920 h 1114920"/>
              <a:gd name="csX53" fmla="*/ 9133 w 1723042"/>
              <a:gd name="csY53" fmla="*/ 1114920 h 1114920"/>
              <a:gd name="csX54" fmla="*/ 9306 w 1723042"/>
              <a:gd name="csY54" fmla="*/ 1114920 h 1114920"/>
              <a:gd name="csX55" fmla="*/ 9477 w 1723042"/>
              <a:gd name="csY55" fmla="*/ 1114920 h 1114920"/>
              <a:gd name="csX56" fmla="*/ 9650 w 1723042"/>
              <a:gd name="csY56" fmla="*/ 1114920 h 1114920"/>
              <a:gd name="csX57" fmla="*/ 9823 w 1723042"/>
              <a:gd name="csY57" fmla="*/ 1114920 h 1114920"/>
              <a:gd name="csX58" fmla="*/ 9994 w 1723042"/>
              <a:gd name="csY58" fmla="*/ 1114920 h 1114920"/>
              <a:gd name="csX59" fmla="*/ 10167 w 1723042"/>
              <a:gd name="csY59" fmla="*/ 1114920 h 1114920"/>
              <a:gd name="csX60" fmla="*/ 10339 w 1723042"/>
              <a:gd name="csY60" fmla="*/ 1114920 h 1114920"/>
              <a:gd name="csX61" fmla="*/ 10511 w 1723042"/>
              <a:gd name="csY61" fmla="*/ 1114920 h 1114920"/>
              <a:gd name="csX62" fmla="*/ 10684 w 1723042"/>
              <a:gd name="csY62" fmla="*/ 1114920 h 1114920"/>
              <a:gd name="csX63" fmla="*/ 10856 w 1723042"/>
              <a:gd name="csY63" fmla="*/ 1114920 h 1114920"/>
              <a:gd name="csX64" fmla="*/ 11029 w 1723042"/>
              <a:gd name="csY64" fmla="*/ 1114920 h 1114920"/>
              <a:gd name="csX65" fmla="*/ 11201 w 1723042"/>
              <a:gd name="csY65" fmla="*/ 1114920 h 1114920"/>
              <a:gd name="csX66" fmla="*/ 11373 w 1723042"/>
              <a:gd name="csY66" fmla="*/ 1114920 h 1114920"/>
              <a:gd name="csX67" fmla="*/ 11546 w 1723042"/>
              <a:gd name="csY67" fmla="*/ 1114920 h 1114920"/>
              <a:gd name="csX68" fmla="*/ 11718 w 1723042"/>
              <a:gd name="csY68" fmla="*/ 1114920 h 1114920"/>
              <a:gd name="csX69" fmla="*/ 11890 w 1723042"/>
              <a:gd name="csY69" fmla="*/ 1114920 h 1114920"/>
              <a:gd name="csX70" fmla="*/ 12063 w 1723042"/>
              <a:gd name="csY70" fmla="*/ 1114920 h 1114920"/>
              <a:gd name="csX71" fmla="*/ 12234 w 1723042"/>
              <a:gd name="csY71" fmla="*/ 1114920 h 1114920"/>
              <a:gd name="csX72" fmla="*/ 12407 w 1723042"/>
              <a:gd name="csY72" fmla="*/ 1114920 h 1114920"/>
              <a:gd name="csX73" fmla="*/ 12580 w 1723042"/>
              <a:gd name="csY73" fmla="*/ 1114920 h 1114920"/>
              <a:gd name="csX74" fmla="*/ 12752 w 1723042"/>
              <a:gd name="csY74" fmla="*/ 1114920 h 1114920"/>
              <a:gd name="csX75" fmla="*/ 12924 w 1723042"/>
              <a:gd name="csY75" fmla="*/ 1114920 h 1114920"/>
              <a:gd name="csX76" fmla="*/ 13096 w 1723042"/>
              <a:gd name="csY76" fmla="*/ 1114920 h 1114920"/>
              <a:gd name="csX77" fmla="*/ 13269 w 1723042"/>
              <a:gd name="csY77" fmla="*/ 1114920 h 1114920"/>
              <a:gd name="csX78" fmla="*/ 13441 w 1723042"/>
              <a:gd name="csY78" fmla="*/ 1114920 h 1114920"/>
              <a:gd name="csX79" fmla="*/ 13613 w 1723042"/>
              <a:gd name="csY79" fmla="*/ 1114920 h 1114920"/>
              <a:gd name="csX80" fmla="*/ 13786 w 1723042"/>
              <a:gd name="csY80" fmla="*/ 1114920 h 1114920"/>
              <a:gd name="csX81" fmla="*/ 13958 w 1723042"/>
              <a:gd name="csY81" fmla="*/ 1114920 h 1114920"/>
              <a:gd name="csX82" fmla="*/ 14130 w 1723042"/>
              <a:gd name="csY82" fmla="*/ 1114920 h 1114920"/>
              <a:gd name="csX83" fmla="*/ 14303 w 1723042"/>
              <a:gd name="csY83" fmla="*/ 1114920 h 1114920"/>
              <a:gd name="csX84" fmla="*/ 14475 w 1723042"/>
              <a:gd name="csY84" fmla="*/ 1114920 h 1114920"/>
              <a:gd name="csX85" fmla="*/ 14647 w 1723042"/>
              <a:gd name="csY85" fmla="*/ 1114920 h 1114920"/>
              <a:gd name="csX86" fmla="*/ 14820 w 1723042"/>
              <a:gd name="csY86" fmla="*/ 1114920 h 1114920"/>
              <a:gd name="csX87" fmla="*/ 14992 w 1723042"/>
              <a:gd name="csY87" fmla="*/ 1114920 h 1114920"/>
              <a:gd name="csX88" fmla="*/ 15164 w 1723042"/>
              <a:gd name="csY88" fmla="*/ 1114920 h 1114920"/>
              <a:gd name="csX89" fmla="*/ 15337 w 1723042"/>
              <a:gd name="csY89" fmla="*/ 1114920 h 1114920"/>
              <a:gd name="csX90" fmla="*/ 15509 w 1723042"/>
              <a:gd name="csY90" fmla="*/ 1114920 h 1114920"/>
              <a:gd name="csX91" fmla="*/ 15681 w 1723042"/>
              <a:gd name="csY91" fmla="*/ 1114920 h 1114920"/>
              <a:gd name="csX92" fmla="*/ 15853 w 1723042"/>
              <a:gd name="csY92" fmla="*/ 1114920 h 1114920"/>
              <a:gd name="csX93" fmla="*/ 16026 w 1723042"/>
              <a:gd name="csY93" fmla="*/ 1114920 h 1114920"/>
              <a:gd name="csX94" fmla="*/ 16198 w 1723042"/>
              <a:gd name="csY94" fmla="*/ 1114920 h 1114920"/>
              <a:gd name="csX95" fmla="*/ 16370 w 1723042"/>
              <a:gd name="csY95" fmla="*/ 1114920 h 1114920"/>
              <a:gd name="csX96" fmla="*/ 16543 w 1723042"/>
              <a:gd name="csY96" fmla="*/ 1114920 h 1114920"/>
              <a:gd name="csX97" fmla="*/ 16716 w 1723042"/>
              <a:gd name="csY97" fmla="*/ 1114920 h 1114920"/>
              <a:gd name="csX98" fmla="*/ 16887 w 1723042"/>
              <a:gd name="csY98" fmla="*/ 1114920 h 1114920"/>
              <a:gd name="csX99" fmla="*/ 17060 w 1723042"/>
              <a:gd name="csY99" fmla="*/ 1114920 h 1114920"/>
              <a:gd name="csX100" fmla="*/ 17232 w 1723042"/>
              <a:gd name="csY100" fmla="*/ 1114920 h 1114920"/>
              <a:gd name="csX101" fmla="*/ 17404 w 1723042"/>
              <a:gd name="csY101" fmla="*/ 1114920 h 1114920"/>
              <a:gd name="csX102" fmla="*/ 17577 w 1723042"/>
              <a:gd name="csY102" fmla="*/ 1114920 h 1114920"/>
              <a:gd name="csX103" fmla="*/ 17749 w 1723042"/>
              <a:gd name="csY103" fmla="*/ 1114920 h 1114920"/>
              <a:gd name="csX104" fmla="*/ 17921 w 1723042"/>
              <a:gd name="csY104" fmla="*/ 1114920 h 1114920"/>
              <a:gd name="csX105" fmla="*/ 18094 w 1723042"/>
              <a:gd name="csY105" fmla="*/ 1114920 h 1114920"/>
              <a:gd name="csX106" fmla="*/ 18266 w 1723042"/>
              <a:gd name="csY106" fmla="*/ 1114920 h 1114920"/>
              <a:gd name="csX107" fmla="*/ 18439 w 1723042"/>
              <a:gd name="csY107" fmla="*/ 1114920 h 1114920"/>
              <a:gd name="csX108" fmla="*/ 18610 w 1723042"/>
              <a:gd name="csY108" fmla="*/ 1114920 h 1114920"/>
              <a:gd name="csX109" fmla="*/ 18783 w 1723042"/>
              <a:gd name="csY109" fmla="*/ 1114920 h 1114920"/>
              <a:gd name="csX110" fmla="*/ 18956 w 1723042"/>
              <a:gd name="csY110" fmla="*/ 1114920 h 1114920"/>
              <a:gd name="csX111" fmla="*/ 19127 w 1723042"/>
              <a:gd name="csY111" fmla="*/ 1114920 h 1114920"/>
              <a:gd name="csX112" fmla="*/ 19300 w 1723042"/>
              <a:gd name="csY112" fmla="*/ 1114920 h 1114920"/>
              <a:gd name="csX113" fmla="*/ 19473 w 1723042"/>
              <a:gd name="csY113" fmla="*/ 1114920 h 1114920"/>
              <a:gd name="csX114" fmla="*/ 19644 w 1723042"/>
              <a:gd name="csY114" fmla="*/ 1114920 h 1114920"/>
              <a:gd name="csX115" fmla="*/ 19817 w 1723042"/>
              <a:gd name="csY115" fmla="*/ 1114920 h 1114920"/>
              <a:gd name="csX116" fmla="*/ 19989 w 1723042"/>
              <a:gd name="csY116" fmla="*/ 1114920 h 1114920"/>
              <a:gd name="csX117" fmla="*/ 20162 w 1723042"/>
              <a:gd name="csY117" fmla="*/ 1114920 h 1114920"/>
              <a:gd name="csX118" fmla="*/ 20334 w 1723042"/>
              <a:gd name="csY118" fmla="*/ 1114920 h 1114920"/>
              <a:gd name="csX119" fmla="*/ 20506 w 1723042"/>
              <a:gd name="csY119" fmla="*/ 1114920 h 1114920"/>
              <a:gd name="csX120" fmla="*/ 20679 w 1723042"/>
              <a:gd name="csY120" fmla="*/ 1114920 h 1114920"/>
              <a:gd name="csX121" fmla="*/ 20851 w 1723042"/>
              <a:gd name="csY121" fmla="*/ 1114920 h 1114920"/>
              <a:gd name="csX122" fmla="*/ 21023 w 1723042"/>
              <a:gd name="csY122" fmla="*/ 1114920 h 1114920"/>
              <a:gd name="csX123" fmla="*/ 21196 w 1723042"/>
              <a:gd name="csY123" fmla="*/ 1114920 h 1114920"/>
              <a:gd name="csX124" fmla="*/ 21367 w 1723042"/>
              <a:gd name="csY124" fmla="*/ 1114920 h 1114920"/>
              <a:gd name="csX125" fmla="*/ 21540 w 1723042"/>
              <a:gd name="csY125" fmla="*/ 1114920 h 1114920"/>
              <a:gd name="csX126" fmla="*/ 21713 w 1723042"/>
              <a:gd name="csY126" fmla="*/ 1114920 h 1114920"/>
              <a:gd name="csX127" fmla="*/ 21884 w 1723042"/>
              <a:gd name="csY127" fmla="*/ 1114920 h 1114920"/>
              <a:gd name="csX128" fmla="*/ 22057 w 1723042"/>
              <a:gd name="csY128" fmla="*/ 1114920 h 1114920"/>
              <a:gd name="csX129" fmla="*/ 22230 w 1723042"/>
              <a:gd name="csY129" fmla="*/ 1114920 h 1114920"/>
              <a:gd name="csX130" fmla="*/ 22402 w 1723042"/>
              <a:gd name="csY130" fmla="*/ 1114920 h 1114920"/>
              <a:gd name="csX131" fmla="*/ 22574 w 1723042"/>
              <a:gd name="csY131" fmla="*/ 1114920 h 1114920"/>
              <a:gd name="csX132" fmla="*/ 22746 w 1723042"/>
              <a:gd name="csY132" fmla="*/ 1114920 h 1114920"/>
              <a:gd name="csX133" fmla="*/ 22919 w 1723042"/>
              <a:gd name="csY133" fmla="*/ 1114920 h 1114920"/>
              <a:gd name="csX134" fmla="*/ 23091 w 1723042"/>
              <a:gd name="csY134" fmla="*/ 1114920 h 1114920"/>
              <a:gd name="csX135" fmla="*/ 23263 w 1723042"/>
              <a:gd name="csY135" fmla="*/ 1114920 h 1114920"/>
              <a:gd name="csX136" fmla="*/ 23436 w 1723042"/>
              <a:gd name="csY136" fmla="*/ 1114920 h 1114920"/>
              <a:gd name="csX137" fmla="*/ 23608 w 1723042"/>
              <a:gd name="csY137" fmla="*/ 1114920 h 1114920"/>
              <a:gd name="csX138" fmla="*/ 23780 w 1723042"/>
              <a:gd name="csY138" fmla="*/ 1114920 h 1114920"/>
              <a:gd name="csX139" fmla="*/ 23953 w 1723042"/>
              <a:gd name="csY139" fmla="*/ 1114920 h 1114920"/>
              <a:gd name="csX140" fmla="*/ 24125 w 1723042"/>
              <a:gd name="csY140" fmla="*/ 1114920 h 1114920"/>
              <a:gd name="csX141" fmla="*/ 24297 w 1723042"/>
              <a:gd name="csY141" fmla="*/ 1114920 h 1114920"/>
              <a:gd name="csX142" fmla="*/ 24470 w 1723042"/>
              <a:gd name="csY142" fmla="*/ 1114920 h 1114920"/>
              <a:gd name="csX143" fmla="*/ 24642 w 1723042"/>
              <a:gd name="csY143" fmla="*/ 1114920 h 1114920"/>
              <a:gd name="csX144" fmla="*/ 24814 w 1723042"/>
              <a:gd name="csY144" fmla="*/ 1114920 h 1114920"/>
              <a:gd name="csX145" fmla="*/ 24987 w 1723042"/>
              <a:gd name="csY145" fmla="*/ 1114920 h 1114920"/>
              <a:gd name="csX146" fmla="*/ 25159 w 1723042"/>
              <a:gd name="csY146" fmla="*/ 1114920 h 1114920"/>
              <a:gd name="csX147" fmla="*/ 25331 w 1723042"/>
              <a:gd name="csY147" fmla="*/ 1114920 h 1114920"/>
              <a:gd name="csX148" fmla="*/ 25503 w 1723042"/>
              <a:gd name="csY148" fmla="*/ 1114920 h 1114920"/>
              <a:gd name="csX149" fmla="*/ 25676 w 1723042"/>
              <a:gd name="csY149" fmla="*/ 1114920 h 1114920"/>
              <a:gd name="csX150" fmla="*/ 25849 w 1723042"/>
              <a:gd name="csY150" fmla="*/ 1114920 h 1114920"/>
              <a:gd name="csX151" fmla="*/ 26020 w 1723042"/>
              <a:gd name="csY151" fmla="*/ 1114920 h 1114920"/>
              <a:gd name="csX152" fmla="*/ 26193 w 1723042"/>
              <a:gd name="csY152" fmla="*/ 1114920 h 1114920"/>
              <a:gd name="csX153" fmla="*/ 26366 w 1723042"/>
              <a:gd name="csY153" fmla="*/ 1114920 h 1114920"/>
              <a:gd name="csX154" fmla="*/ 26537 w 1723042"/>
              <a:gd name="csY154" fmla="*/ 1114920 h 1114920"/>
              <a:gd name="csX155" fmla="*/ 26710 w 1723042"/>
              <a:gd name="csY155" fmla="*/ 1114920 h 1114920"/>
              <a:gd name="csX156" fmla="*/ 26882 w 1723042"/>
              <a:gd name="csY156" fmla="*/ 1114920 h 1114920"/>
              <a:gd name="csX157" fmla="*/ 27054 w 1723042"/>
              <a:gd name="csY157" fmla="*/ 1114920 h 1114920"/>
              <a:gd name="csX158" fmla="*/ 27227 w 1723042"/>
              <a:gd name="csY158" fmla="*/ 1114920 h 1114920"/>
              <a:gd name="csX159" fmla="*/ 27399 w 1723042"/>
              <a:gd name="csY159" fmla="*/ 1114920 h 1114920"/>
              <a:gd name="csX160" fmla="*/ 27571 w 1723042"/>
              <a:gd name="csY160" fmla="*/ 1114920 h 1114920"/>
              <a:gd name="csX161" fmla="*/ 27744 w 1723042"/>
              <a:gd name="csY161" fmla="*/ 1114920 h 1114920"/>
              <a:gd name="csX162" fmla="*/ 27916 w 1723042"/>
              <a:gd name="csY162" fmla="*/ 1114920 h 1114920"/>
              <a:gd name="csX163" fmla="*/ 28089 w 1723042"/>
              <a:gd name="csY163" fmla="*/ 1114920 h 1114920"/>
              <a:gd name="csX164" fmla="*/ 28260 w 1723042"/>
              <a:gd name="csY164" fmla="*/ 1114920 h 1114920"/>
              <a:gd name="csX165" fmla="*/ 28433 w 1723042"/>
              <a:gd name="csY165" fmla="*/ 1114920 h 1114920"/>
              <a:gd name="csX166" fmla="*/ 28606 w 1723042"/>
              <a:gd name="csY166" fmla="*/ 1114920 h 1114920"/>
              <a:gd name="csX167" fmla="*/ 28777 w 1723042"/>
              <a:gd name="csY167" fmla="*/ 1114920 h 1114920"/>
              <a:gd name="csX168" fmla="*/ 28950 w 1723042"/>
              <a:gd name="csY168" fmla="*/ 1114920 h 1114920"/>
              <a:gd name="csX169" fmla="*/ 29123 w 1723042"/>
              <a:gd name="csY169" fmla="*/ 1114920 h 1114920"/>
              <a:gd name="csX170" fmla="*/ 29294 w 1723042"/>
              <a:gd name="csY170" fmla="*/ 1114920 h 1114920"/>
              <a:gd name="csX171" fmla="*/ 29467 w 1723042"/>
              <a:gd name="csY171" fmla="*/ 1114920 h 1114920"/>
              <a:gd name="csX172" fmla="*/ 29639 w 1723042"/>
              <a:gd name="csY172" fmla="*/ 1114920 h 1114920"/>
              <a:gd name="csX173" fmla="*/ 29812 w 1723042"/>
              <a:gd name="csY173" fmla="*/ 1114920 h 1114920"/>
              <a:gd name="csX174" fmla="*/ 29984 w 1723042"/>
              <a:gd name="csY174" fmla="*/ 1114920 h 1114920"/>
              <a:gd name="csX175" fmla="*/ 30156 w 1723042"/>
              <a:gd name="csY175" fmla="*/ 1114920 h 1114920"/>
              <a:gd name="csX176" fmla="*/ 30329 w 1723042"/>
              <a:gd name="csY176" fmla="*/ 1114920 h 1114920"/>
              <a:gd name="csX177" fmla="*/ 30501 w 1723042"/>
              <a:gd name="csY177" fmla="*/ 1114920 h 1114920"/>
              <a:gd name="csX178" fmla="*/ 30673 w 1723042"/>
              <a:gd name="csY178" fmla="*/ 1114920 h 1114920"/>
              <a:gd name="csX179" fmla="*/ 30846 w 1723042"/>
              <a:gd name="csY179" fmla="*/ 1114920 h 1114920"/>
              <a:gd name="csX180" fmla="*/ 31017 w 1723042"/>
              <a:gd name="csY180" fmla="*/ 1114920 h 1114920"/>
              <a:gd name="csX181" fmla="*/ 31190 w 1723042"/>
              <a:gd name="csY181" fmla="*/ 1114920 h 1114920"/>
              <a:gd name="csX182" fmla="*/ 31363 w 1723042"/>
              <a:gd name="csY182" fmla="*/ 1114920 h 1114920"/>
              <a:gd name="csX183" fmla="*/ 31535 w 1723042"/>
              <a:gd name="csY183" fmla="*/ 1114920 h 1114920"/>
              <a:gd name="csX184" fmla="*/ 31707 w 1723042"/>
              <a:gd name="csY184" fmla="*/ 1114920 h 1114920"/>
              <a:gd name="csX185" fmla="*/ 31880 w 1723042"/>
              <a:gd name="csY185" fmla="*/ 1114920 h 1114920"/>
              <a:gd name="csX186" fmla="*/ 32052 w 1723042"/>
              <a:gd name="csY186" fmla="*/ 1114920 h 1114920"/>
              <a:gd name="csX187" fmla="*/ 32224 w 1723042"/>
              <a:gd name="csY187" fmla="*/ 1114920 h 1114920"/>
              <a:gd name="csX188" fmla="*/ 32396 w 1723042"/>
              <a:gd name="csY188" fmla="*/ 1114920 h 1114920"/>
              <a:gd name="csX189" fmla="*/ 32569 w 1723042"/>
              <a:gd name="csY189" fmla="*/ 1114920 h 1114920"/>
              <a:gd name="csX190" fmla="*/ 32741 w 1723042"/>
              <a:gd name="csY190" fmla="*/ 1114920 h 1114920"/>
              <a:gd name="csX191" fmla="*/ 32913 w 1723042"/>
              <a:gd name="csY191" fmla="*/ 1114920 h 1114920"/>
              <a:gd name="csX192" fmla="*/ 33086 w 1723042"/>
              <a:gd name="csY192" fmla="*/ 1114920 h 1114920"/>
              <a:gd name="csX193" fmla="*/ 33258 w 1723042"/>
              <a:gd name="csY193" fmla="*/ 1114920 h 1114920"/>
              <a:gd name="csX194" fmla="*/ 33430 w 1723042"/>
              <a:gd name="csY194" fmla="*/ 1114920 h 1114920"/>
              <a:gd name="csX195" fmla="*/ 33603 w 1723042"/>
              <a:gd name="csY195" fmla="*/ 1114920 h 1114920"/>
              <a:gd name="csX196" fmla="*/ 33775 w 1723042"/>
              <a:gd name="csY196" fmla="*/ 1114920 h 1114920"/>
              <a:gd name="csX197" fmla="*/ 33947 w 1723042"/>
              <a:gd name="csY197" fmla="*/ 1114920 h 1114920"/>
              <a:gd name="csX198" fmla="*/ 34120 w 1723042"/>
              <a:gd name="csY198" fmla="*/ 1114920 h 1114920"/>
              <a:gd name="csX199" fmla="*/ 34292 w 1723042"/>
              <a:gd name="csY199" fmla="*/ 1114920 h 1114920"/>
              <a:gd name="csX200" fmla="*/ 34464 w 1723042"/>
              <a:gd name="csY200" fmla="*/ 1114920 h 1114920"/>
              <a:gd name="csX201" fmla="*/ 34637 w 1723042"/>
              <a:gd name="csY201" fmla="*/ 1114920 h 1114920"/>
              <a:gd name="csX202" fmla="*/ 34809 w 1723042"/>
              <a:gd name="csY202" fmla="*/ 1114920 h 1114920"/>
              <a:gd name="csX203" fmla="*/ 34981 w 1723042"/>
              <a:gd name="csY203" fmla="*/ 1114920 h 1114920"/>
              <a:gd name="csX204" fmla="*/ 35153 w 1723042"/>
              <a:gd name="csY204" fmla="*/ 1114920 h 1114920"/>
              <a:gd name="csX205" fmla="*/ 35326 w 1723042"/>
              <a:gd name="csY205" fmla="*/ 1114920 h 1114920"/>
              <a:gd name="csX206" fmla="*/ 35499 w 1723042"/>
              <a:gd name="csY206" fmla="*/ 1114920 h 1114920"/>
              <a:gd name="csX207" fmla="*/ 35670 w 1723042"/>
              <a:gd name="csY207" fmla="*/ 1114920 h 1114920"/>
              <a:gd name="csX208" fmla="*/ 35843 w 1723042"/>
              <a:gd name="csY208" fmla="*/ 1114920 h 1114920"/>
              <a:gd name="csX209" fmla="*/ 36016 w 1723042"/>
              <a:gd name="csY209" fmla="*/ 1114920 h 1114920"/>
              <a:gd name="csX210" fmla="*/ 36187 w 1723042"/>
              <a:gd name="csY210" fmla="*/ 1114920 h 1114920"/>
              <a:gd name="csX211" fmla="*/ 36360 w 1723042"/>
              <a:gd name="csY211" fmla="*/ 1114920 h 1114920"/>
              <a:gd name="csX212" fmla="*/ 36532 w 1723042"/>
              <a:gd name="csY212" fmla="*/ 1114920 h 1114920"/>
              <a:gd name="csX213" fmla="*/ 36704 w 1723042"/>
              <a:gd name="csY213" fmla="*/ 1114920 h 1114920"/>
              <a:gd name="csX214" fmla="*/ 36877 w 1723042"/>
              <a:gd name="csY214" fmla="*/ 1114920 h 1114920"/>
              <a:gd name="csX215" fmla="*/ 37049 w 1723042"/>
              <a:gd name="csY215" fmla="*/ 1114920 h 1114920"/>
              <a:gd name="csX216" fmla="*/ 37222 w 1723042"/>
              <a:gd name="csY216" fmla="*/ 1114920 h 1114920"/>
              <a:gd name="csX217" fmla="*/ 37394 w 1723042"/>
              <a:gd name="csY217" fmla="*/ 1114920 h 1114920"/>
              <a:gd name="csX218" fmla="*/ 37566 w 1723042"/>
              <a:gd name="csY218" fmla="*/ 1114920 h 1114920"/>
              <a:gd name="csX219" fmla="*/ 37739 w 1723042"/>
              <a:gd name="csY219" fmla="*/ 1114920 h 1114920"/>
              <a:gd name="csX220" fmla="*/ 37910 w 1723042"/>
              <a:gd name="csY220" fmla="*/ 1114920 h 1114920"/>
              <a:gd name="csX221" fmla="*/ 38083 w 1723042"/>
              <a:gd name="csY221" fmla="*/ 1114920 h 1114920"/>
              <a:gd name="csX222" fmla="*/ 38256 w 1723042"/>
              <a:gd name="csY222" fmla="*/ 1114920 h 1114920"/>
              <a:gd name="csX223" fmla="*/ 38427 w 1723042"/>
              <a:gd name="csY223" fmla="*/ 1114920 h 1114920"/>
              <a:gd name="csX224" fmla="*/ 38600 w 1723042"/>
              <a:gd name="csY224" fmla="*/ 1114920 h 1114920"/>
              <a:gd name="csX225" fmla="*/ 38773 w 1723042"/>
              <a:gd name="csY225" fmla="*/ 1114920 h 1114920"/>
              <a:gd name="csX226" fmla="*/ 38944 w 1723042"/>
              <a:gd name="csY226" fmla="*/ 1114920 h 1114920"/>
              <a:gd name="csX227" fmla="*/ 39117 w 1723042"/>
              <a:gd name="csY227" fmla="*/ 1114920 h 1114920"/>
              <a:gd name="csX228" fmla="*/ 39289 w 1723042"/>
              <a:gd name="csY228" fmla="*/ 1114920 h 1114920"/>
              <a:gd name="csX229" fmla="*/ 39462 w 1723042"/>
              <a:gd name="csY229" fmla="*/ 1114920 h 1114920"/>
              <a:gd name="csX230" fmla="*/ 39634 w 1723042"/>
              <a:gd name="csY230" fmla="*/ 1114920 h 1114920"/>
              <a:gd name="csX231" fmla="*/ 39806 w 1723042"/>
              <a:gd name="csY231" fmla="*/ 1114920 h 1114920"/>
              <a:gd name="csX232" fmla="*/ 39979 w 1723042"/>
              <a:gd name="csY232" fmla="*/ 1114920 h 1114920"/>
              <a:gd name="csX233" fmla="*/ 40151 w 1723042"/>
              <a:gd name="csY233" fmla="*/ 1114920 h 1114920"/>
              <a:gd name="csX234" fmla="*/ 40323 w 1723042"/>
              <a:gd name="csY234" fmla="*/ 1114920 h 1114920"/>
              <a:gd name="csX235" fmla="*/ 40496 w 1723042"/>
              <a:gd name="csY235" fmla="*/ 1114920 h 1114920"/>
              <a:gd name="csX236" fmla="*/ 40667 w 1723042"/>
              <a:gd name="csY236" fmla="*/ 1114920 h 1114920"/>
              <a:gd name="csX237" fmla="*/ 40840 w 1723042"/>
              <a:gd name="csY237" fmla="*/ 1114920 h 1114920"/>
              <a:gd name="csX238" fmla="*/ 41013 w 1723042"/>
              <a:gd name="csY238" fmla="*/ 1114920 h 1114920"/>
              <a:gd name="csX239" fmla="*/ 41185 w 1723042"/>
              <a:gd name="csY239" fmla="*/ 1114920 h 1114920"/>
              <a:gd name="csX240" fmla="*/ 41357 w 1723042"/>
              <a:gd name="csY240" fmla="*/ 1114920 h 1114920"/>
              <a:gd name="csX241" fmla="*/ 41530 w 1723042"/>
              <a:gd name="csY241" fmla="*/ 1114920 h 1114920"/>
              <a:gd name="csX242" fmla="*/ 41702 w 1723042"/>
              <a:gd name="csY242" fmla="*/ 1114920 h 1114920"/>
              <a:gd name="csX243" fmla="*/ 41874 w 1723042"/>
              <a:gd name="csY243" fmla="*/ 1114920 h 1114920"/>
              <a:gd name="csX244" fmla="*/ 42046 w 1723042"/>
              <a:gd name="csY244" fmla="*/ 1114920 h 1114920"/>
              <a:gd name="csX245" fmla="*/ 42219 w 1723042"/>
              <a:gd name="csY245" fmla="*/ 1114920 h 1114920"/>
              <a:gd name="csX246" fmla="*/ 42391 w 1723042"/>
              <a:gd name="csY246" fmla="*/ 1114920 h 1114920"/>
              <a:gd name="csX247" fmla="*/ 42563 w 1723042"/>
              <a:gd name="csY247" fmla="*/ 1114920 h 1114920"/>
              <a:gd name="csX248" fmla="*/ 42736 w 1723042"/>
              <a:gd name="csY248" fmla="*/ 1114920 h 1114920"/>
              <a:gd name="csX249" fmla="*/ 42908 w 1723042"/>
              <a:gd name="csY249" fmla="*/ 1114920 h 1114920"/>
              <a:gd name="csX250" fmla="*/ 43080 w 1723042"/>
              <a:gd name="csY250" fmla="*/ 1114920 h 1114920"/>
              <a:gd name="csX251" fmla="*/ 43253 w 1723042"/>
              <a:gd name="csY251" fmla="*/ 1114920 h 1114920"/>
              <a:gd name="csX252" fmla="*/ 43425 w 1723042"/>
              <a:gd name="csY252" fmla="*/ 1114920 h 1114920"/>
              <a:gd name="csX253" fmla="*/ 43597 w 1723042"/>
              <a:gd name="csY253" fmla="*/ 1114920 h 1114920"/>
              <a:gd name="csX254" fmla="*/ 43770 w 1723042"/>
              <a:gd name="csY254" fmla="*/ 1114920 h 1114920"/>
              <a:gd name="csX255" fmla="*/ 43942 w 1723042"/>
              <a:gd name="csY255" fmla="*/ 1114920 h 1114920"/>
              <a:gd name="csX256" fmla="*/ 44114 w 1723042"/>
              <a:gd name="csY256" fmla="*/ 1114920 h 1114920"/>
              <a:gd name="csX257" fmla="*/ 44287 w 1723042"/>
              <a:gd name="csY257" fmla="*/ 1114920 h 1114920"/>
              <a:gd name="csX258" fmla="*/ 44459 w 1723042"/>
              <a:gd name="csY258" fmla="*/ 1114920 h 1114920"/>
              <a:gd name="csX259" fmla="*/ 44632 w 1723042"/>
              <a:gd name="csY259" fmla="*/ 1114920 h 1114920"/>
              <a:gd name="csX260" fmla="*/ 44803 w 1723042"/>
              <a:gd name="csY260" fmla="*/ 1114920 h 1114920"/>
              <a:gd name="csX261" fmla="*/ 44976 w 1723042"/>
              <a:gd name="csY261" fmla="*/ 1114920 h 1114920"/>
              <a:gd name="csX262" fmla="*/ 45149 w 1723042"/>
              <a:gd name="csY262" fmla="*/ 1114920 h 1114920"/>
              <a:gd name="csX263" fmla="*/ 45320 w 1723042"/>
              <a:gd name="csY263" fmla="*/ 1114920 h 1114920"/>
              <a:gd name="csX264" fmla="*/ 45493 w 1723042"/>
              <a:gd name="csY264" fmla="*/ 1114920 h 1114920"/>
              <a:gd name="csX265" fmla="*/ 45665 w 1723042"/>
              <a:gd name="csY265" fmla="*/ 1114920 h 1114920"/>
              <a:gd name="csX266" fmla="*/ 45837 w 1723042"/>
              <a:gd name="csY266" fmla="*/ 1114920 h 1114920"/>
              <a:gd name="csX267" fmla="*/ 46010 w 1723042"/>
              <a:gd name="csY267" fmla="*/ 1114920 h 1114920"/>
              <a:gd name="csX268" fmla="*/ 46182 w 1723042"/>
              <a:gd name="csY268" fmla="*/ 1114920 h 1114920"/>
              <a:gd name="csX269" fmla="*/ 46354 w 1723042"/>
              <a:gd name="csY269" fmla="*/ 1114920 h 1114920"/>
              <a:gd name="csX270" fmla="*/ 46527 w 1723042"/>
              <a:gd name="csY270" fmla="*/ 1114920 h 1114920"/>
              <a:gd name="csX271" fmla="*/ 46699 w 1723042"/>
              <a:gd name="csY271" fmla="*/ 1114920 h 1114920"/>
              <a:gd name="csX272" fmla="*/ 46872 w 1723042"/>
              <a:gd name="csY272" fmla="*/ 1114920 h 1114920"/>
              <a:gd name="csX273" fmla="*/ 47044 w 1723042"/>
              <a:gd name="csY273" fmla="*/ 1114920 h 1114920"/>
              <a:gd name="csX274" fmla="*/ 47216 w 1723042"/>
              <a:gd name="csY274" fmla="*/ 1114920 h 1114920"/>
              <a:gd name="csX275" fmla="*/ 47389 w 1723042"/>
              <a:gd name="csY275" fmla="*/ 1114920 h 1114920"/>
              <a:gd name="csX276" fmla="*/ 47560 w 1723042"/>
              <a:gd name="csY276" fmla="*/ 1114920 h 1114920"/>
              <a:gd name="csX277" fmla="*/ 47733 w 1723042"/>
              <a:gd name="csY277" fmla="*/ 1114920 h 1114920"/>
              <a:gd name="csX278" fmla="*/ 47906 w 1723042"/>
              <a:gd name="csY278" fmla="*/ 1114920 h 1114920"/>
              <a:gd name="csX279" fmla="*/ 48077 w 1723042"/>
              <a:gd name="csY279" fmla="*/ 1114920 h 1114920"/>
              <a:gd name="csX280" fmla="*/ 48250 w 1723042"/>
              <a:gd name="csY280" fmla="*/ 1114920 h 1114920"/>
              <a:gd name="csX281" fmla="*/ 48422 w 1723042"/>
              <a:gd name="csY281" fmla="*/ 1114920 h 1114920"/>
              <a:gd name="csX282" fmla="*/ 48595 w 1723042"/>
              <a:gd name="csY282" fmla="*/ 1114920 h 1114920"/>
              <a:gd name="csX283" fmla="*/ 48767 w 1723042"/>
              <a:gd name="csY283" fmla="*/ 1114920 h 1114920"/>
              <a:gd name="csX284" fmla="*/ 48939 w 1723042"/>
              <a:gd name="csY284" fmla="*/ 1114920 h 1114920"/>
              <a:gd name="csX285" fmla="*/ 49112 w 1723042"/>
              <a:gd name="csY285" fmla="*/ 1114920 h 1114920"/>
              <a:gd name="csX286" fmla="*/ 49284 w 1723042"/>
              <a:gd name="csY286" fmla="*/ 1114920 h 1114920"/>
              <a:gd name="csX287" fmla="*/ 49456 w 1723042"/>
              <a:gd name="csY287" fmla="*/ 1114920 h 1114920"/>
              <a:gd name="csX288" fmla="*/ 49629 w 1723042"/>
              <a:gd name="csY288" fmla="*/ 1114920 h 1114920"/>
              <a:gd name="csX289" fmla="*/ 49801 w 1723042"/>
              <a:gd name="csY289" fmla="*/ 1114920 h 1114920"/>
              <a:gd name="csX290" fmla="*/ 49973 w 1723042"/>
              <a:gd name="csY290" fmla="*/ 1114920 h 1114920"/>
              <a:gd name="csX291" fmla="*/ 50146 w 1723042"/>
              <a:gd name="csY291" fmla="*/ 1114920 h 1114920"/>
              <a:gd name="csX292" fmla="*/ 50318 w 1723042"/>
              <a:gd name="csY292" fmla="*/ 1114920 h 1114920"/>
              <a:gd name="csX293" fmla="*/ 50490 w 1723042"/>
              <a:gd name="csY293" fmla="*/ 1114920 h 1114920"/>
              <a:gd name="csX294" fmla="*/ 50663 w 1723042"/>
              <a:gd name="csY294" fmla="*/ 1114920 h 1114920"/>
              <a:gd name="csX295" fmla="*/ 50835 w 1723042"/>
              <a:gd name="csY295" fmla="*/ 1114920 h 1114920"/>
              <a:gd name="csX296" fmla="*/ 51007 w 1723042"/>
              <a:gd name="csY296" fmla="*/ 1114920 h 1114920"/>
              <a:gd name="csX297" fmla="*/ 51180 w 1723042"/>
              <a:gd name="csY297" fmla="*/ 1114920 h 1114920"/>
              <a:gd name="csX298" fmla="*/ 51352 w 1723042"/>
              <a:gd name="csY298" fmla="*/ 1114920 h 1114920"/>
              <a:gd name="csX299" fmla="*/ 51524 w 1723042"/>
              <a:gd name="csY299" fmla="*/ 1114920 h 1114920"/>
              <a:gd name="csX300" fmla="*/ 51696 w 1723042"/>
              <a:gd name="csY300" fmla="*/ 1114920 h 1114920"/>
              <a:gd name="csX301" fmla="*/ 51869 w 1723042"/>
              <a:gd name="csY301" fmla="*/ 1114920 h 1114920"/>
              <a:gd name="csX302" fmla="*/ 52041 w 1723042"/>
              <a:gd name="csY302" fmla="*/ 1114920 h 1114920"/>
              <a:gd name="csX303" fmla="*/ 52213 w 1723042"/>
              <a:gd name="csY303" fmla="*/ 1114920 h 1114920"/>
              <a:gd name="csX304" fmla="*/ 52386 w 1723042"/>
              <a:gd name="csY304" fmla="*/ 1114920 h 1114920"/>
              <a:gd name="csX305" fmla="*/ 52558 w 1723042"/>
              <a:gd name="csY305" fmla="*/ 1114920 h 1114920"/>
              <a:gd name="csX306" fmla="*/ 52730 w 1723042"/>
              <a:gd name="csY306" fmla="*/ 1114920 h 1114920"/>
              <a:gd name="csX307" fmla="*/ 52903 w 1723042"/>
              <a:gd name="csY307" fmla="*/ 1114920 h 1114920"/>
              <a:gd name="csX308" fmla="*/ 53075 w 1723042"/>
              <a:gd name="csY308" fmla="*/ 1114920 h 1114920"/>
              <a:gd name="csX309" fmla="*/ 53247 w 1723042"/>
              <a:gd name="csY309" fmla="*/ 1114920 h 1114920"/>
              <a:gd name="csX310" fmla="*/ 53420 w 1723042"/>
              <a:gd name="csY310" fmla="*/ 1114920 h 1114920"/>
              <a:gd name="csX311" fmla="*/ 53592 w 1723042"/>
              <a:gd name="csY311" fmla="*/ 1114920 h 1114920"/>
              <a:gd name="csX312" fmla="*/ 53764 w 1723042"/>
              <a:gd name="csY312" fmla="*/ 1114920 h 1114920"/>
              <a:gd name="csX313" fmla="*/ 53937 w 1723042"/>
              <a:gd name="csY313" fmla="*/ 1114920 h 1114920"/>
              <a:gd name="csX314" fmla="*/ 54109 w 1723042"/>
              <a:gd name="csY314" fmla="*/ 1114920 h 1114920"/>
              <a:gd name="csX315" fmla="*/ 54282 w 1723042"/>
              <a:gd name="csY315" fmla="*/ 1114920 h 1114920"/>
              <a:gd name="csX316" fmla="*/ 54453 w 1723042"/>
              <a:gd name="csY316" fmla="*/ 1114920 h 1114920"/>
              <a:gd name="csX317" fmla="*/ 54626 w 1723042"/>
              <a:gd name="csY317" fmla="*/ 1114920 h 1114920"/>
              <a:gd name="csX318" fmla="*/ 54799 w 1723042"/>
              <a:gd name="csY318" fmla="*/ 1114920 h 1114920"/>
              <a:gd name="csX319" fmla="*/ 54970 w 1723042"/>
              <a:gd name="csY319" fmla="*/ 1114920 h 1114920"/>
              <a:gd name="csX320" fmla="*/ 55143 w 1723042"/>
              <a:gd name="csY320" fmla="*/ 1114920 h 1114920"/>
              <a:gd name="csX321" fmla="*/ 55315 w 1723042"/>
              <a:gd name="csY321" fmla="*/ 1114920 h 1114920"/>
              <a:gd name="csX322" fmla="*/ 55487 w 1723042"/>
              <a:gd name="csY322" fmla="*/ 1114920 h 1114920"/>
              <a:gd name="csX323" fmla="*/ 55660 w 1723042"/>
              <a:gd name="csY323" fmla="*/ 1114920 h 1114920"/>
              <a:gd name="csX324" fmla="*/ 55832 w 1723042"/>
              <a:gd name="csY324" fmla="*/ 1114920 h 1114920"/>
              <a:gd name="csX325" fmla="*/ 56005 w 1723042"/>
              <a:gd name="csY325" fmla="*/ 1114920 h 1114920"/>
              <a:gd name="csX326" fmla="*/ 56177 w 1723042"/>
              <a:gd name="csY326" fmla="*/ 1114920 h 1114920"/>
              <a:gd name="csX327" fmla="*/ 56349 w 1723042"/>
              <a:gd name="csY327" fmla="*/ 1114920 h 1114920"/>
              <a:gd name="csX328" fmla="*/ 56522 w 1723042"/>
              <a:gd name="csY328" fmla="*/ 1114920 h 1114920"/>
              <a:gd name="csX329" fmla="*/ 56694 w 1723042"/>
              <a:gd name="csY329" fmla="*/ 1114920 h 1114920"/>
              <a:gd name="csX330" fmla="*/ 56866 w 1723042"/>
              <a:gd name="csY330" fmla="*/ 1114920 h 1114920"/>
              <a:gd name="csX331" fmla="*/ 57039 w 1723042"/>
              <a:gd name="csY331" fmla="*/ 1114920 h 1114920"/>
              <a:gd name="csX332" fmla="*/ 57210 w 1723042"/>
              <a:gd name="csY332" fmla="*/ 1114920 h 1114920"/>
              <a:gd name="csX333" fmla="*/ 57383 w 1723042"/>
              <a:gd name="csY333" fmla="*/ 1114920 h 1114920"/>
              <a:gd name="csX334" fmla="*/ 57556 w 1723042"/>
              <a:gd name="csY334" fmla="*/ 1114920 h 1114920"/>
              <a:gd name="csX335" fmla="*/ 57727 w 1723042"/>
              <a:gd name="csY335" fmla="*/ 1114920 h 1114920"/>
              <a:gd name="csX336" fmla="*/ 57900 w 1723042"/>
              <a:gd name="csY336" fmla="*/ 1114920 h 1114920"/>
              <a:gd name="csX337" fmla="*/ 58072 w 1723042"/>
              <a:gd name="csY337" fmla="*/ 1114920 h 1114920"/>
              <a:gd name="csX338" fmla="*/ 58245 w 1723042"/>
              <a:gd name="csY338" fmla="*/ 1114920 h 1114920"/>
              <a:gd name="csX339" fmla="*/ 58417 w 1723042"/>
              <a:gd name="csY339" fmla="*/ 1114920 h 1114920"/>
              <a:gd name="csX340" fmla="*/ 58589 w 1723042"/>
              <a:gd name="csY340" fmla="*/ 1114920 h 1114920"/>
              <a:gd name="csX341" fmla="*/ 58762 w 1723042"/>
              <a:gd name="csY341" fmla="*/ 1114920 h 1114920"/>
              <a:gd name="csX342" fmla="*/ 58934 w 1723042"/>
              <a:gd name="csY342" fmla="*/ 1114920 h 1114920"/>
              <a:gd name="csX343" fmla="*/ 59106 w 1723042"/>
              <a:gd name="csY343" fmla="*/ 1114920 h 1114920"/>
              <a:gd name="csX344" fmla="*/ 59279 w 1723042"/>
              <a:gd name="csY344" fmla="*/ 1114920 h 1114920"/>
              <a:gd name="csX345" fmla="*/ 59451 w 1723042"/>
              <a:gd name="csY345" fmla="*/ 1114920 h 1114920"/>
              <a:gd name="csX346" fmla="*/ 59623 w 1723042"/>
              <a:gd name="csY346" fmla="*/ 1114920 h 1114920"/>
              <a:gd name="csX347" fmla="*/ 59796 w 1723042"/>
              <a:gd name="csY347" fmla="*/ 1114920 h 1114920"/>
              <a:gd name="csX348" fmla="*/ 59968 w 1723042"/>
              <a:gd name="csY348" fmla="*/ 1114920 h 1114920"/>
              <a:gd name="csX349" fmla="*/ 60140 w 1723042"/>
              <a:gd name="csY349" fmla="*/ 1114920 h 1114920"/>
              <a:gd name="csX350" fmla="*/ 60313 w 1723042"/>
              <a:gd name="csY350" fmla="*/ 1114920 h 1114920"/>
              <a:gd name="csX351" fmla="*/ 60485 w 1723042"/>
              <a:gd name="csY351" fmla="*/ 1114920 h 1114920"/>
              <a:gd name="csX352" fmla="*/ 60657 w 1723042"/>
              <a:gd name="csY352" fmla="*/ 1114920 h 1114920"/>
              <a:gd name="csX353" fmla="*/ 60829 w 1723042"/>
              <a:gd name="csY353" fmla="*/ 1114920 h 1114920"/>
              <a:gd name="csX354" fmla="*/ 61002 w 1723042"/>
              <a:gd name="csY354" fmla="*/ 1114920 h 1114920"/>
              <a:gd name="csX355" fmla="*/ 61174 w 1723042"/>
              <a:gd name="csY355" fmla="*/ 1114920 h 1114920"/>
              <a:gd name="csX356" fmla="*/ 61346 w 1723042"/>
              <a:gd name="csY356" fmla="*/ 1114920 h 1114920"/>
              <a:gd name="csX357" fmla="*/ 61519 w 1723042"/>
              <a:gd name="csY357" fmla="*/ 1114920 h 1114920"/>
              <a:gd name="csX358" fmla="*/ 61692 w 1723042"/>
              <a:gd name="csY358" fmla="*/ 1114920 h 1114920"/>
              <a:gd name="csX359" fmla="*/ 61863 w 1723042"/>
              <a:gd name="csY359" fmla="*/ 1114920 h 1114920"/>
              <a:gd name="csX360" fmla="*/ 62036 w 1723042"/>
              <a:gd name="csY360" fmla="*/ 1114920 h 1114920"/>
              <a:gd name="csX361" fmla="*/ 62208 w 1723042"/>
              <a:gd name="csY361" fmla="*/ 1114920 h 1114920"/>
              <a:gd name="csX362" fmla="*/ 62380 w 1723042"/>
              <a:gd name="csY362" fmla="*/ 1114920 h 1114920"/>
              <a:gd name="csX363" fmla="*/ 62553 w 1723042"/>
              <a:gd name="csY363" fmla="*/ 1114920 h 1114920"/>
              <a:gd name="csX364" fmla="*/ 62725 w 1723042"/>
              <a:gd name="csY364" fmla="*/ 1114920 h 1114920"/>
              <a:gd name="csX365" fmla="*/ 62897 w 1723042"/>
              <a:gd name="csY365" fmla="*/ 1114920 h 1114920"/>
              <a:gd name="csX366" fmla="*/ 63070 w 1723042"/>
              <a:gd name="csY366" fmla="*/ 1114920 h 1114920"/>
              <a:gd name="csX367" fmla="*/ 63242 w 1723042"/>
              <a:gd name="csY367" fmla="*/ 1114920 h 1114920"/>
              <a:gd name="csX368" fmla="*/ 63414 w 1723042"/>
              <a:gd name="csY368" fmla="*/ 1114920 h 1114920"/>
              <a:gd name="csX369" fmla="*/ 63586 w 1723042"/>
              <a:gd name="csY369" fmla="*/ 1114920 h 1114920"/>
              <a:gd name="csX370" fmla="*/ 63759 w 1723042"/>
              <a:gd name="csY370" fmla="*/ 1114920 h 1114920"/>
              <a:gd name="csX371" fmla="*/ 63932 w 1723042"/>
              <a:gd name="csY371" fmla="*/ 1114920 h 1114920"/>
              <a:gd name="csX372" fmla="*/ 64103 w 1723042"/>
              <a:gd name="csY372" fmla="*/ 1114920 h 1114920"/>
              <a:gd name="csX373" fmla="*/ 64276 w 1723042"/>
              <a:gd name="csY373" fmla="*/ 1114920 h 1114920"/>
              <a:gd name="csX374" fmla="*/ 64449 w 1723042"/>
              <a:gd name="csY374" fmla="*/ 1114920 h 1114920"/>
              <a:gd name="csX375" fmla="*/ 64620 w 1723042"/>
              <a:gd name="csY375" fmla="*/ 1114920 h 1114920"/>
              <a:gd name="csX376" fmla="*/ 64793 w 1723042"/>
              <a:gd name="csY376" fmla="*/ 1114920 h 1114920"/>
              <a:gd name="csX377" fmla="*/ 64965 w 1723042"/>
              <a:gd name="csY377" fmla="*/ 1114920 h 1114920"/>
              <a:gd name="csX378" fmla="*/ 65137 w 1723042"/>
              <a:gd name="csY378" fmla="*/ 1114920 h 1114920"/>
              <a:gd name="csX379" fmla="*/ 65310 w 1723042"/>
              <a:gd name="csY379" fmla="*/ 1114920 h 1114920"/>
              <a:gd name="csX380" fmla="*/ 65482 w 1723042"/>
              <a:gd name="csY380" fmla="*/ 1114920 h 1114920"/>
              <a:gd name="csX381" fmla="*/ 65655 w 1723042"/>
              <a:gd name="csY381" fmla="*/ 1114920 h 1114920"/>
              <a:gd name="csX382" fmla="*/ 65827 w 1723042"/>
              <a:gd name="csY382" fmla="*/ 1114920 h 1114920"/>
              <a:gd name="csX383" fmla="*/ 65999 w 1723042"/>
              <a:gd name="csY383" fmla="*/ 1114920 h 1114920"/>
              <a:gd name="csX384" fmla="*/ 66172 w 1723042"/>
              <a:gd name="csY384" fmla="*/ 1114920 h 1114920"/>
              <a:gd name="csX385" fmla="*/ 66343 w 1723042"/>
              <a:gd name="csY385" fmla="*/ 1114920 h 1114920"/>
              <a:gd name="csX386" fmla="*/ 66516 w 1723042"/>
              <a:gd name="csY386" fmla="*/ 1114920 h 1114920"/>
              <a:gd name="csX387" fmla="*/ 66689 w 1723042"/>
              <a:gd name="csY387" fmla="*/ 1114920 h 1114920"/>
              <a:gd name="csX388" fmla="*/ 66860 w 1723042"/>
              <a:gd name="csY388" fmla="*/ 1114920 h 1114920"/>
              <a:gd name="csX389" fmla="*/ 67033 w 1723042"/>
              <a:gd name="csY389" fmla="*/ 1114920 h 1114920"/>
              <a:gd name="csX390" fmla="*/ 67206 w 1723042"/>
              <a:gd name="csY390" fmla="*/ 1114920 h 1114920"/>
              <a:gd name="csX391" fmla="*/ 67378 w 1723042"/>
              <a:gd name="csY391" fmla="*/ 1114920 h 1114920"/>
              <a:gd name="csX392" fmla="*/ 67550 w 1723042"/>
              <a:gd name="csY392" fmla="*/ 1114920 h 1114920"/>
              <a:gd name="csX393" fmla="*/ 67722 w 1723042"/>
              <a:gd name="csY393" fmla="*/ 1114920 h 1114920"/>
              <a:gd name="csX394" fmla="*/ 67895 w 1723042"/>
              <a:gd name="csY394" fmla="*/ 1114920 h 1114920"/>
              <a:gd name="csX395" fmla="*/ 68067 w 1723042"/>
              <a:gd name="csY395" fmla="*/ 1114920 h 1114920"/>
              <a:gd name="csX396" fmla="*/ 68239 w 1723042"/>
              <a:gd name="csY396" fmla="*/ 1114920 h 1114920"/>
              <a:gd name="csX397" fmla="*/ 68412 w 1723042"/>
              <a:gd name="csY397" fmla="*/ 1114920 h 1114920"/>
              <a:gd name="csX398" fmla="*/ 68584 w 1723042"/>
              <a:gd name="csY398" fmla="*/ 1114920 h 1114920"/>
              <a:gd name="csX399" fmla="*/ 68756 w 1723042"/>
              <a:gd name="csY399" fmla="*/ 1114920 h 1114920"/>
              <a:gd name="csX400" fmla="*/ 68929 w 1723042"/>
              <a:gd name="csY400" fmla="*/ 1114920 h 1114920"/>
              <a:gd name="csX401" fmla="*/ 69101 w 1723042"/>
              <a:gd name="csY401" fmla="*/ 1114920 h 1114920"/>
              <a:gd name="csX402" fmla="*/ 69273 w 1723042"/>
              <a:gd name="csY402" fmla="*/ 1114920 h 1114920"/>
              <a:gd name="csX403" fmla="*/ 69446 w 1723042"/>
              <a:gd name="csY403" fmla="*/ 1114920 h 1114920"/>
              <a:gd name="csX404" fmla="*/ 69618 w 1723042"/>
              <a:gd name="csY404" fmla="*/ 1114920 h 1114920"/>
              <a:gd name="csX405" fmla="*/ 69790 w 1723042"/>
              <a:gd name="csY405" fmla="*/ 1114920 h 1114920"/>
              <a:gd name="csX406" fmla="*/ 69963 w 1723042"/>
              <a:gd name="csY406" fmla="*/ 1114920 h 1114920"/>
              <a:gd name="csX407" fmla="*/ 70135 w 1723042"/>
              <a:gd name="csY407" fmla="*/ 1114920 h 1114920"/>
              <a:gd name="csX408" fmla="*/ 70307 w 1723042"/>
              <a:gd name="csY408" fmla="*/ 1114920 h 1114920"/>
              <a:gd name="csX409" fmla="*/ 70479 w 1723042"/>
              <a:gd name="csY409" fmla="*/ 1114920 h 1114920"/>
              <a:gd name="csX410" fmla="*/ 70652 w 1723042"/>
              <a:gd name="csY410" fmla="*/ 1114920 h 1114920"/>
              <a:gd name="csX411" fmla="*/ 70824 w 1723042"/>
              <a:gd name="csY411" fmla="*/ 1114920 h 1114920"/>
              <a:gd name="csX412" fmla="*/ 70996 w 1723042"/>
              <a:gd name="csY412" fmla="*/ 1114920 h 1114920"/>
              <a:gd name="csX413" fmla="*/ 71169 w 1723042"/>
              <a:gd name="csY413" fmla="*/ 1114920 h 1114920"/>
              <a:gd name="csX414" fmla="*/ 71342 w 1723042"/>
              <a:gd name="csY414" fmla="*/ 1114920 h 1114920"/>
              <a:gd name="csX415" fmla="*/ 71513 w 1723042"/>
              <a:gd name="csY415" fmla="*/ 1114920 h 1114920"/>
              <a:gd name="csX416" fmla="*/ 71686 w 1723042"/>
              <a:gd name="csY416" fmla="*/ 1114920 h 1114920"/>
              <a:gd name="csX417" fmla="*/ 71858 w 1723042"/>
              <a:gd name="csY417" fmla="*/ 1114920 h 1114920"/>
              <a:gd name="csX418" fmla="*/ 72030 w 1723042"/>
              <a:gd name="csY418" fmla="*/ 1114920 h 1114920"/>
              <a:gd name="csX419" fmla="*/ 72203 w 1723042"/>
              <a:gd name="csY419" fmla="*/ 1114920 h 1114920"/>
              <a:gd name="csX420" fmla="*/ 72375 w 1723042"/>
              <a:gd name="csY420" fmla="*/ 1114920 h 1114920"/>
              <a:gd name="csX421" fmla="*/ 72547 w 1723042"/>
              <a:gd name="csY421" fmla="*/ 1114920 h 1114920"/>
              <a:gd name="csX422" fmla="*/ 72720 w 1723042"/>
              <a:gd name="csY422" fmla="*/ 1114920 h 1114920"/>
              <a:gd name="csX423" fmla="*/ 72892 w 1723042"/>
              <a:gd name="csY423" fmla="*/ 1114920 h 1114920"/>
              <a:gd name="csX424" fmla="*/ 73065 w 1723042"/>
              <a:gd name="csY424" fmla="*/ 1114920 h 1114920"/>
              <a:gd name="csX425" fmla="*/ 73236 w 1723042"/>
              <a:gd name="csY425" fmla="*/ 1114920 h 1114920"/>
              <a:gd name="csX426" fmla="*/ 73409 w 1723042"/>
              <a:gd name="csY426" fmla="*/ 1114920 h 1114920"/>
              <a:gd name="csX427" fmla="*/ 73582 w 1723042"/>
              <a:gd name="csY427" fmla="*/ 1114920 h 1114920"/>
              <a:gd name="csX428" fmla="*/ 73753 w 1723042"/>
              <a:gd name="csY428" fmla="*/ 1114920 h 1114920"/>
              <a:gd name="csX429" fmla="*/ 73926 w 1723042"/>
              <a:gd name="csY429" fmla="*/ 1114920 h 1114920"/>
              <a:gd name="csX430" fmla="*/ 74099 w 1723042"/>
              <a:gd name="csY430" fmla="*/ 1114920 h 1114920"/>
              <a:gd name="csX431" fmla="*/ 74270 w 1723042"/>
              <a:gd name="csY431" fmla="*/ 1114920 h 1114920"/>
              <a:gd name="csX432" fmla="*/ 74443 w 1723042"/>
              <a:gd name="csY432" fmla="*/ 1114920 h 1114920"/>
              <a:gd name="csX433" fmla="*/ 74615 w 1723042"/>
              <a:gd name="csY433" fmla="*/ 1114920 h 1114920"/>
              <a:gd name="csX434" fmla="*/ 74788 w 1723042"/>
              <a:gd name="csY434" fmla="*/ 1114920 h 1114920"/>
              <a:gd name="csX435" fmla="*/ 74960 w 1723042"/>
              <a:gd name="csY435" fmla="*/ 1114920 h 1114920"/>
              <a:gd name="csX436" fmla="*/ 75132 w 1723042"/>
              <a:gd name="csY436" fmla="*/ 1114920 h 1114920"/>
              <a:gd name="csX437" fmla="*/ 75305 w 1723042"/>
              <a:gd name="csY437" fmla="*/ 1114920 h 1114920"/>
              <a:gd name="csX438" fmla="*/ 75477 w 1723042"/>
              <a:gd name="csY438" fmla="*/ 1114920 h 1114920"/>
              <a:gd name="csX439" fmla="*/ 75649 w 1723042"/>
              <a:gd name="csY439" fmla="*/ 1114920 h 1114920"/>
              <a:gd name="csX440" fmla="*/ 75822 w 1723042"/>
              <a:gd name="csY440" fmla="*/ 1114920 h 1114920"/>
              <a:gd name="csX441" fmla="*/ 75993 w 1723042"/>
              <a:gd name="csY441" fmla="*/ 1114920 h 1114920"/>
              <a:gd name="csX442" fmla="*/ 76166 w 1723042"/>
              <a:gd name="csY442" fmla="*/ 1114920 h 1114920"/>
              <a:gd name="csX443" fmla="*/ 76339 w 1723042"/>
              <a:gd name="csY443" fmla="*/ 1114920 h 1114920"/>
              <a:gd name="csX444" fmla="*/ 76510 w 1723042"/>
              <a:gd name="csY444" fmla="*/ 1114920 h 1114920"/>
              <a:gd name="csX445" fmla="*/ 76683 w 1723042"/>
              <a:gd name="csY445" fmla="*/ 1114920 h 1114920"/>
              <a:gd name="csX446" fmla="*/ 76856 w 1723042"/>
              <a:gd name="csY446" fmla="*/ 1114920 h 1114920"/>
              <a:gd name="csX447" fmla="*/ 77028 w 1723042"/>
              <a:gd name="csY447" fmla="*/ 1114920 h 1114920"/>
              <a:gd name="csX448" fmla="*/ 77200 w 1723042"/>
              <a:gd name="csY448" fmla="*/ 1114920 h 1114920"/>
              <a:gd name="csX449" fmla="*/ 77372 w 1723042"/>
              <a:gd name="csY449" fmla="*/ 1114920 h 1114920"/>
              <a:gd name="csX450" fmla="*/ 77545 w 1723042"/>
              <a:gd name="csY450" fmla="*/ 1114920 h 1114920"/>
              <a:gd name="csX451" fmla="*/ 77717 w 1723042"/>
              <a:gd name="csY451" fmla="*/ 1114920 h 1114920"/>
              <a:gd name="csX452" fmla="*/ 77889 w 1723042"/>
              <a:gd name="csY452" fmla="*/ 1114920 h 1114920"/>
              <a:gd name="csX453" fmla="*/ 78062 w 1723042"/>
              <a:gd name="csY453" fmla="*/ 1114920 h 1114920"/>
              <a:gd name="csX454" fmla="*/ 78234 w 1723042"/>
              <a:gd name="csY454" fmla="*/ 1114920 h 1114920"/>
              <a:gd name="csX455" fmla="*/ 78406 w 1723042"/>
              <a:gd name="csY455" fmla="*/ 1114920 h 1114920"/>
              <a:gd name="csX456" fmla="*/ 78579 w 1723042"/>
              <a:gd name="csY456" fmla="*/ 1114920 h 1114920"/>
              <a:gd name="csX457" fmla="*/ 78751 w 1723042"/>
              <a:gd name="csY457" fmla="*/ 1114920 h 1114920"/>
              <a:gd name="csX458" fmla="*/ 78923 w 1723042"/>
              <a:gd name="csY458" fmla="*/ 1114920 h 1114920"/>
              <a:gd name="csX459" fmla="*/ 79096 w 1723042"/>
              <a:gd name="csY459" fmla="*/ 1114920 h 1114920"/>
              <a:gd name="csX460" fmla="*/ 79268 w 1723042"/>
              <a:gd name="csY460" fmla="*/ 1114920 h 1114920"/>
              <a:gd name="csX461" fmla="*/ 79440 w 1723042"/>
              <a:gd name="csY461" fmla="*/ 1114920 h 1114920"/>
              <a:gd name="csX462" fmla="*/ 79613 w 1723042"/>
              <a:gd name="csY462" fmla="*/ 1114920 h 1114920"/>
              <a:gd name="csX463" fmla="*/ 79785 w 1723042"/>
              <a:gd name="csY463" fmla="*/ 1114920 h 1114920"/>
              <a:gd name="csX464" fmla="*/ 79957 w 1723042"/>
              <a:gd name="csY464" fmla="*/ 1114920 h 1114920"/>
              <a:gd name="csX465" fmla="*/ 80129 w 1723042"/>
              <a:gd name="csY465" fmla="*/ 1114920 h 1114920"/>
              <a:gd name="csX466" fmla="*/ 80302 w 1723042"/>
              <a:gd name="csY466" fmla="*/ 1114920 h 1114920"/>
              <a:gd name="csX467" fmla="*/ 80475 w 1723042"/>
              <a:gd name="csY467" fmla="*/ 1114920 h 1114920"/>
              <a:gd name="csX468" fmla="*/ 80646 w 1723042"/>
              <a:gd name="csY468" fmla="*/ 1114920 h 1114920"/>
              <a:gd name="csX469" fmla="*/ 80819 w 1723042"/>
              <a:gd name="csY469" fmla="*/ 1114920 h 1114920"/>
              <a:gd name="csX470" fmla="*/ 80992 w 1723042"/>
              <a:gd name="csY470" fmla="*/ 1114920 h 1114920"/>
              <a:gd name="csX471" fmla="*/ 81163 w 1723042"/>
              <a:gd name="csY471" fmla="*/ 1114920 h 1114920"/>
              <a:gd name="csX472" fmla="*/ 81336 w 1723042"/>
              <a:gd name="csY472" fmla="*/ 1114920 h 1114920"/>
              <a:gd name="csX473" fmla="*/ 81508 w 1723042"/>
              <a:gd name="csY473" fmla="*/ 1114920 h 1114920"/>
              <a:gd name="csX474" fmla="*/ 81680 w 1723042"/>
              <a:gd name="csY474" fmla="*/ 1114920 h 1114920"/>
              <a:gd name="csX475" fmla="*/ 81853 w 1723042"/>
              <a:gd name="csY475" fmla="*/ 1114920 h 1114920"/>
              <a:gd name="csX476" fmla="*/ 82025 w 1723042"/>
              <a:gd name="csY476" fmla="*/ 1114920 h 1114920"/>
              <a:gd name="csX477" fmla="*/ 82197 w 1723042"/>
              <a:gd name="csY477" fmla="*/ 1114920 h 1114920"/>
              <a:gd name="csX478" fmla="*/ 82370 w 1723042"/>
              <a:gd name="csY478" fmla="*/ 1114920 h 1114920"/>
              <a:gd name="csX479" fmla="*/ 82542 w 1723042"/>
              <a:gd name="csY479" fmla="*/ 1114920 h 1114920"/>
              <a:gd name="csX480" fmla="*/ 82715 w 1723042"/>
              <a:gd name="csY480" fmla="*/ 1114920 h 1114920"/>
              <a:gd name="csX481" fmla="*/ 82886 w 1723042"/>
              <a:gd name="csY481" fmla="*/ 1114920 h 1114920"/>
              <a:gd name="csX482" fmla="*/ 83059 w 1723042"/>
              <a:gd name="csY482" fmla="*/ 1114920 h 1114920"/>
              <a:gd name="csX483" fmla="*/ 83232 w 1723042"/>
              <a:gd name="csY483" fmla="*/ 1114920 h 1114920"/>
              <a:gd name="csX484" fmla="*/ 83403 w 1723042"/>
              <a:gd name="csY484" fmla="*/ 1114920 h 1114920"/>
              <a:gd name="csX485" fmla="*/ 83576 w 1723042"/>
              <a:gd name="csY485" fmla="*/ 1114920 h 1114920"/>
              <a:gd name="csX486" fmla="*/ 83749 w 1723042"/>
              <a:gd name="csY486" fmla="*/ 1114920 h 1114920"/>
              <a:gd name="csX487" fmla="*/ 83920 w 1723042"/>
              <a:gd name="csY487" fmla="*/ 1114920 h 1114920"/>
              <a:gd name="csX488" fmla="*/ 84093 w 1723042"/>
              <a:gd name="csY488" fmla="*/ 1114920 h 1114920"/>
              <a:gd name="csX489" fmla="*/ 84265 w 1723042"/>
              <a:gd name="csY489" fmla="*/ 1114920 h 1114920"/>
              <a:gd name="csX490" fmla="*/ 84438 w 1723042"/>
              <a:gd name="csY490" fmla="*/ 1114920 h 1114920"/>
              <a:gd name="csX491" fmla="*/ 84610 w 1723042"/>
              <a:gd name="csY491" fmla="*/ 1114920 h 1114920"/>
              <a:gd name="csX492" fmla="*/ 84782 w 1723042"/>
              <a:gd name="csY492" fmla="*/ 1114920 h 1114920"/>
              <a:gd name="csX493" fmla="*/ 84955 w 1723042"/>
              <a:gd name="csY493" fmla="*/ 1114920 h 1114920"/>
              <a:gd name="csX494" fmla="*/ 85127 w 1723042"/>
              <a:gd name="csY494" fmla="*/ 1114920 h 1114920"/>
              <a:gd name="csX495" fmla="*/ 85299 w 1723042"/>
              <a:gd name="csY495" fmla="*/ 1114920 h 1114920"/>
              <a:gd name="csX496" fmla="*/ 85472 w 1723042"/>
              <a:gd name="csY496" fmla="*/ 1114920 h 1114920"/>
              <a:gd name="csX497" fmla="*/ 85643 w 1723042"/>
              <a:gd name="csY497" fmla="*/ 1114920 h 1114920"/>
              <a:gd name="csX498" fmla="*/ 85816 w 1723042"/>
              <a:gd name="csY498" fmla="*/ 1114920 h 1114920"/>
              <a:gd name="csX499" fmla="*/ 85989 w 1723042"/>
              <a:gd name="csY499" fmla="*/ 1114920 h 1114920"/>
              <a:gd name="csX500" fmla="*/ 86161 w 1723042"/>
              <a:gd name="csY500" fmla="*/ 1114920 h 1114920"/>
              <a:gd name="csX501" fmla="*/ 86333 w 1723042"/>
              <a:gd name="csY501" fmla="*/ 1114920 h 1114920"/>
              <a:gd name="csX502" fmla="*/ 86506 w 1723042"/>
              <a:gd name="csY502" fmla="*/ 1114920 h 1114920"/>
              <a:gd name="csX503" fmla="*/ 86678 w 1723042"/>
              <a:gd name="csY503" fmla="*/ 1114920 h 1114920"/>
              <a:gd name="csX504" fmla="*/ 86850 w 1723042"/>
              <a:gd name="csY504" fmla="*/ 1114920 h 1114920"/>
              <a:gd name="csX505" fmla="*/ 87022 w 1723042"/>
              <a:gd name="csY505" fmla="*/ 1114920 h 1114920"/>
              <a:gd name="csX506" fmla="*/ 87195 w 1723042"/>
              <a:gd name="csY506" fmla="*/ 1114920 h 1114920"/>
              <a:gd name="csX507" fmla="*/ 87367 w 1723042"/>
              <a:gd name="csY507" fmla="*/ 1114920 h 1114920"/>
              <a:gd name="csX508" fmla="*/ 87539 w 1723042"/>
              <a:gd name="csY508" fmla="*/ 1114920 h 1114920"/>
              <a:gd name="csX509" fmla="*/ 87712 w 1723042"/>
              <a:gd name="csY509" fmla="*/ 1114920 h 1114920"/>
              <a:gd name="csX510" fmla="*/ 87884 w 1723042"/>
              <a:gd name="csY510" fmla="*/ 1114920 h 1114920"/>
              <a:gd name="csX511" fmla="*/ 88056 w 1723042"/>
              <a:gd name="csY511" fmla="*/ 1114920 h 1114920"/>
              <a:gd name="csX512" fmla="*/ 88229 w 1723042"/>
              <a:gd name="csY512" fmla="*/ 1114920 h 1114920"/>
              <a:gd name="csX513" fmla="*/ 88401 w 1723042"/>
              <a:gd name="csY513" fmla="*/ 1114920 h 1114920"/>
              <a:gd name="csX514" fmla="*/ 88573 w 1723042"/>
              <a:gd name="csY514" fmla="*/ 1114920 h 1114920"/>
              <a:gd name="csX515" fmla="*/ 88746 w 1723042"/>
              <a:gd name="csY515" fmla="*/ 1114920 h 1114920"/>
              <a:gd name="csX516" fmla="*/ 88918 w 1723042"/>
              <a:gd name="csY516" fmla="*/ 1114920 h 1114920"/>
              <a:gd name="csX517" fmla="*/ 89090 w 1723042"/>
              <a:gd name="csY517" fmla="*/ 1114920 h 1114920"/>
              <a:gd name="csX518" fmla="*/ 89263 w 1723042"/>
              <a:gd name="csY518" fmla="*/ 1114920 h 1114920"/>
              <a:gd name="csX519" fmla="*/ 89435 w 1723042"/>
              <a:gd name="csY519" fmla="*/ 1114920 h 1114920"/>
              <a:gd name="csX520" fmla="*/ 89607 w 1723042"/>
              <a:gd name="csY520" fmla="*/ 1114920 h 1114920"/>
              <a:gd name="csX521" fmla="*/ 89779 w 1723042"/>
              <a:gd name="csY521" fmla="*/ 1114920 h 1114920"/>
              <a:gd name="csX522" fmla="*/ 89952 w 1723042"/>
              <a:gd name="csY522" fmla="*/ 1114920 h 1114920"/>
              <a:gd name="csX523" fmla="*/ 90125 w 1723042"/>
              <a:gd name="csY523" fmla="*/ 1114920 h 1114920"/>
              <a:gd name="csX524" fmla="*/ 90296 w 1723042"/>
              <a:gd name="csY524" fmla="*/ 1114920 h 1114920"/>
              <a:gd name="csX525" fmla="*/ 90469 w 1723042"/>
              <a:gd name="csY525" fmla="*/ 1114920 h 1114920"/>
              <a:gd name="csX526" fmla="*/ 90641 w 1723042"/>
              <a:gd name="csY526" fmla="*/ 1114920 h 1114920"/>
              <a:gd name="csX527" fmla="*/ 90813 w 1723042"/>
              <a:gd name="csY527" fmla="*/ 1114920 h 1114920"/>
              <a:gd name="csX528" fmla="*/ 90986 w 1723042"/>
              <a:gd name="csY528" fmla="*/ 1114920 h 1114920"/>
              <a:gd name="csX529" fmla="*/ 91158 w 1723042"/>
              <a:gd name="csY529" fmla="*/ 1114920 h 1114920"/>
              <a:gd name="csX530" fmla="*/ 91330 w 1723042"/>
              <a:gd name="csY530" fmla="*/ 1114920 h 1114920"/>
              <a:gd name="csX531" fmla="*/ 91503 w 1723042"/>
              <a:gd name="csY531" fmla="*/ 1114920 h 1114920"/>
              <a:gd name="csX532" fmla="*/ 91675 w 1723042"/>
              <a:gd name="csY532" fmla="*/ 1114920 h 1114920"/>
              <a:gd name="csX533" fmla="*/ 91848 w 1723042"/>
              <a:gd name="csY533" fmla="*/ 1114920 h 1114920"/>
              <a:gd name="csX534" fmla="*/ 92020 w 1723042"/>
              <a:gd name="csY534" fmla="*/ 1114920 h 1114920"/>
              <a:gd name="csX535" fmla="*/ 92192 w 1723042"/>
              <a:gd name="csY535" fmla="*/ 1114920 h 1114920"/>
              <a:gd name="csX536" fmla="*/ 92365 w 1723042"/>
              <a:gd name="csY536" fmla="*/ 1114920 h 1114920"/>
              <a:gd name="csX537" fmla="*/ 92536 w 1723042"/>
              <a:gd name="csY537" fmla="*/ 1114920 h 1114920"/>
              <a:gd name="csX538" fmla="*/ 92709 w 1723042"/>
              <a:gd name="csY538" fmla="*/ 1114920 h 1114920"/>
              <a:gd name="csX539" fmla="*/ 92882 w 1723042"/>
              <a:gd name="csY539" fmla="*/ 1114920 h 1114920"/>
              <a:gd name="csX540" fmla="*/ 93053 w 1723042"/>
              <a:gd name="csY540" fmla="*/ 1114920 h 1114920"/>
              <a:gd name="csX541" fmla="*/ 93226 w 1723042"/>
              <a:gd name="csY541" fmla="*/ 1114920 h 1114920"/>
              <a:gd name="csX542" fmla="*/ 93399 w 1723042"/>
              <a:gd name="csY542" fmla="*/ 1114920 h 1114920"/>
              <a:gd name="csX543" fmla="*/ 93570 w 1723042"/>
              <a:gd name="csY543" fmla="*/ 1114920 h 1114920"/>
              <a:gd name="csX544" fmla="*/ 93743 w 1723042"/>
              <a:gd name="csY544" fmla="*/ 1114920 h 1114920"/>
              <a:gd name="csX545" fmla="*/ 93915 w 1723042"/>
              <a:gd name="csY545" fmla="*/ 1114920 h 1114920"/>
              <a:gd name="csX546" fmla="*/ 94088 w 1723042"/>
              <a:gd name="csY546" fmla="*/ 1114920 h 1114920"/>
              <a:gd name="csX547" fmla="*/ 94260 w 1723042"/>
              <a:gd name="csY547" fmla="*/ 1114920 h 1114920"/>
              <a:gd name="csX548" fmla="*/ 94432 w 1723042"/>
              <a:gd name="csY548" fmla="*/ 1114920 h 1114920"/>
              <a:gd name="csX549" fmla="*/ 94605 w 1723042"/>
              <a:gd name="csY549" fmla="*/ 1114920 h 1114920"/>
              <a:gd name="csX550" fmla="*/ 94777 w 1723042"/>
              <a:gd name="csY550" fmla="*/ 1114920 h 1114920"/>
              <a:gd name="csX551" fmla="*/ 94949 w 1723042"/>
              <a:gd name="csY551" fmla="*/ 1114920 h 1114920"/>
              <a:gd name="csX552" fmla="*/ 95122 w 1723042"/>
              <a:gd name="csY552" fmla="*/ 1114920 h 1114920"/>
              <a:gd name="csX553" fmla="*/ 95293 w 1723042"/>
              <a:gd name="csY553" fmla="*/ 1114920 h 1114920"/>
              <a:gd name="csX554" fmla="*/ 95466 w 1723042"/>
              <a:gd name="csY554" fmla="*/ 1114920 h 1114920"/>
              <a:gd name="csX555" fmla="*/ 95639 w 1723042"/>
              <a:gd name="csY555" fmla="*/ 1114920 h 1114920"/>
              <a:gd name="csX556" fmla="*/ 95811 w 1723042"/>
              <a:gd name="csY556" fmla="*/ 1114920 h 1114920"/>
              <a:gd name="csX557" fmla="*/ 95983 w 1723042"/>
              <a:gd name="csY557" fmla="*/ 1114920 h 1114920"/>
              <a:gd name="csX558" fmla="*/ 96156 w 1723042"/>
              <a:gd name="csY558" fmla="*/ 1114920 h 1114920"/>
              <a:gd name="csX559" fmla="*/ 96328 w 1723042"/>
              <a:gd name="csY559" fmla="*/ 1114920 h 1114920"/>
              <a:gd name="csX560" fmla="*/ 96500 w 1723042"/>
              <a:gd name="csY560" fmla="*/ 1114920 h 1114920"/>
              <a:gd name="csX561" fmla="*/ 96672 w 1723042"/>
              <a:gd name="csY561" fmla="*/ 1114920 h 1114920"/>
              <a:gd name="csX562" fmla="*/ 96845 w 1723042"/>
              <a:gd name="csY562" fmla="*/ 1114920 h 1114920"/>
              <a:gd name="csX563" fmla="*/ 97017 w 1723042"/>
              <a:gd name="csY563" fmla="*/ 1114920 h 1114920"/>
              <a:gd name="csX564" fmla="*/ 97189 w 1723042"/>
              <a:gd name="csY564" fmla="*/ 1114920 h 1114920"/>
              <a:gd name="csX565" fmla="*/ 97362 w 1723042"/>
              <a:gd name="csY565" fmla="*/ 1114920 h 1114920"/>
              <a:gd name="csX566" fmla="*/ 97534 w 1723042"/>
              <a:gd name="csY566" fmla="*/ 1114920 h 1114920"/>
              <a:gd name="csX567" fmla="*/ 97706 w 1723042"/>
              <a:gd name="csY567" fmla="*/ 1114920 h 1114920"/>
              <a:gd name="csX568" fmla="*/ 97879 w 1723042"/>
              <a:gd name="csY568" fmla="*/ 1114920 h 1114920"/>
              <a:gd name="csX569" fmla="*/ 98051 w 1723042"/>
              <a:gd name="csY569" fmla="*/ 1114920 h 1114920"/>
              <a:gd name="csX570" fmla="*/ 98223 w 1723042"/>
              <a:gd name="csY570" fmla="*/ 1114920 h 1114920"/>
              <a:gd name="csX571" fmla="*/ 98396 w 1723042"/>
              <a:gd name="csY571" fmla="*/ 1114920 h 1114920"/>
              <a:gd name="csX572" fmla="*/ 98568 w 1723042"/>
              <a:gd name="csY572" fmla="*/ 1114920 h 1114920"/>
              <a:gd name="csX573" fmla="*/ 98740 w 1723042"/>
              <a:gd name="csY573" fmla="*/ 1114920 h 1114920"/>
              <a:gd name="csX574" fmla="*/ 98913 w 1723042"/>
              <a:gd name="csY574" fmla="*/ 1114920 h 1114920"/>
              <a:gd name="csX575" fmla="*/ 99085 w 1723042"/>
              <a:gd name="csY575" fmla="*/ 1114920 h 1114920"/>
              <a:gd name="csX576" fmla="*/ 99257 w 1723042"/>
              <a:gd name="csY576" fmla="*/ 1114920 h 1114920"/>
              <a:gd name="csX577" fmla="*/ 99429 w 1723042"/>
              <a:gd name="csY577" fmla="*/ 1114920 h 1114920"/>
              <a:gd name="csX578" fmla="*/ 99602 w 1723042"/>
              <a:gd name="csY578" fmla="*/ 1114920 h 1114920"/>
              <a:gd name="csX579" fmla="*/ 99775 w 1723042"/>
              <a:gd name="csY579" fmla="*/ 1114920 h 1114920"/>
              <a:gd name="csX580" fmla="*/ 99946 w 1723042"/>
              <a:gd name="csY580" fmla="*/ 1114920 h 1114920"/>
              <a:gd name="csX581" fmla="*/ 100119 w 1723042"/>
              <a:gd name="csY581" fmla="*/ 1114920 h 1114920"/>
              <a:gd name="csX582" fmla="*/ 100291 w 1723042"/>
              <a:gd name="csY582" fmla="*/ 1114920 h 1114920"/>
              <a:gd name="csX583" fmla="*/ 100463 w 1723042"/>
              <a:gd name="csY583" fmla="*/ 1114920 h 1114920"/>
              <a:gd name="csX584" fmla="*/ 100636 w 1723042"/>
              <a:gd name="csY584" fmla="*/ 1114920 h 1114920"/>
              <a:gd name="csX585" fmla="*/ 100808 w 1723042"/>
              <a:gd name="csY585" fmla="*/ 1114920 h 1114920"/>
              <a:gd name="csX586" fmla="*/ 100980 w 1723042"/>
              <a:gd name="csY586" fmla="*/ 1114920 h 1114920"/>
              <a:gd name="csX587" fmla="*/ 101153 w 1723042"/>
              <a:gd name="csY587" fmla="*/ 1114920 h 1114920"/>
              <a:gd name="csX588" fmla="*/ 101325 w 1723042"/>
              <a:gd name="csY588" fmla="*/ 1114920 h 1114920"/>
              <a:gd name="csX589" fmla="*/ 101498 w 1723042"/>
              <a:gd name="csY589" fmla="*/ 1114920 h 1114920"/>
              <a:gd name="csX590" fmla="*/ 101670 w 1723042"/>
              <a:gd name="csY590" fmla="*/ 1114920 h 1114920"/>
              <a:gd name="csX591" fmla="*/ 101842 w 1723042"/>
              <a:gd name="csY591" fmla="*/ 1114920 h 1114920"/>
              <a:gd name="csX592" fmla="*/ 102015 w 1723042"/>
              <a:gd name="csY592" fmla="*/ 1114920 h 1114920"/>
              <a:gd name="csX593" fmla="*/ 102186 w 1723042"/>
              <a:gd name="csY593" fmla="*/ 1114920 h 1114920"/>
              <a:gd name="csX594" fmla="*/ 102359 w 1723042"/>
              <a:gd name="csY594" fmla="*/ 1114920 h 1114920"/>
              <a:gd name="csX595" fmla="*/ 102532 w 1723042"/>
              <a:gd name="csY595" fmla="*/ 1114920 h 1114920"/>
              <a:gd name="csX596" fmla="*/ 102703 w 1723042"/>
              <a:gd name="csY596" fmla="*/ 1114920 h 1114920"/>
              <a:gd name="csX597" fmla="*/ 102876 w 1723042"/>
              <a:gd name="csY597" fmla="*/ 1114920 h 1114920"/>
              <a:gd name="csX598" fmla="*/ 103048 w 1723042"/>
              <a:gd name="csY598" fmla="*/ 1114920 h 1114920"/>
              <a:gd name="csX599" fmla="*/ 103221 w 1723042"/>
              <a:gd name="csY599" fmla="*/ 1114920 h 1114920"/>
              <a:gd name="csX600" fmla="*/ 103393 w 1723042"/>
              <a:gd name="csY600" fmla="*/ 1114920 h 1114920"/>
              <a:gd name="csX601" fmla="*/ 103565 w 1723042"/>
              <a:gd name="csY601" fmla="*/ 1114920 h 1114920"/>
              <a:gd name="csX602" fmla="*/ 103738 w 1723042"/>
              <a:gd name="csY602" fmla="*/ 1114920 h 1114920"/>
              <a:gd name="csX603" fmla="*/ 103910 w 1723042"/>
              <a:gd name="csY603" fmla="*/ 1114920 h 1114920"/>
              <a:gd name="csX604" fmla="*/ 104082 w 1723042"/>
              <a:gd name="csY604" fmla="*/ 1114920 h 1114920"/>
              <a:gd name="csX605" fmla="*/ 104255 w 1723042"/>
              <a:gd name="csY605" fmla="*/ 1114920 h 1114920"/>
              <a:gd name="csX606" fmla="*/ 104427 w 1723042"/>
              <a:gd name="csY606" fmla="*/ 1114920 h 1114920"/>
              <a:gd name="csX607" fmla="*/ 104599 w 1723042"/>
              <a:gd name="csY607" fmla="*/ 1114920 h 1114920"/>
              <a:gd name="csX608" fmla="*/ 104772 w 1723042"/>
              <a:gd name="csY608" fmla="*/ 1114920 h 1114920"/>
              <a:gd name="csX609" fmla="*/ 104943 w 1723042"/>
              <a:gd name="csY609" fmla="*/ 1114920 h 1114920"/>
              <a:gd name="csX610" fmla="*/ 105116 w 1723042"/>
              <a:gd name="csY610" fmla="*/ 1114920 h 1114920"/>
              <a:gd name="csX611" fmla="*/ 105289 w 1723042"/>
              <a:gd name="csY611" fmla="*/ 1114920 h 1114920"/>
              <a:gd name="csX612" fmla="*/ 105461 w 1723042"/>
              <a:gd name="csY612" fmla="*/ 1114920 h 1114920"/>
              <a:gd name="csX613" fmla="*/ 105633 w 1723042"/>
              <a:gd name="csY613" fmla="*/ 1114920 h 1114920"/>
              <a:gd name="csX614" fmla="*/ 105805 w 1723042"/>
              <a:gd name="csY614" fmla="*/ 1114920 h 1114920"/>
              <a:gd name="csX615" fmla="*/ 105978 w 1723042"/>
              <a:gd name="csY615" fmla="*/ 1114920 h 1114920"/>
              <a:gd name="csX616" fmla="*/ 106150 w 1723042"/>
              <a:gd name="csY616" fmla="*/ 1114920 h 1114920"/>
              <a:gd name="csX617" fmla="*/ 106322 w 1723042"/>
              <a:gd name="csY617" fmla="*/ 1114920 h 1114920"/>
              <a:gd name="csX618" fmla="*/ 106495 w 1723042"/>
              <a:gd name="csY618" fmla="*/ 1114920 h 1114920"/>
              <a:gd name="csX619" fmla="*/ 106667 w 1723042"/>
              <a:gd name="csY619" fmla="*/ 1114920 h 1114920"/>
              <a:gd name="csX620" fmla="*/ 106839 w 1723042"/>
              <a:gd name="csY620" fmla="*/ 1114920 h 1114920"/>
              <a:gd name="csX621" fmla="*/ 107012 w 1723042"/>
              <a:gd name="csY621" fmla="*/ 1114920 h 1114920"/>
              <a:gd name="csX622" fmla="*/ 107184 w 1723042"/>
              <a:gd name="csY622" fmla="*/ 1114920 h 1114920"/>
              <a:gd name="csX623" fmla="*/ 107356 w 1723042"/>
              <a:gd name="csY623" fmla="*/ 1114920 h 1114920"/>
              <a:gd name="csX624" fmla="*/ 107529 w 1723042"/>
              <a:gd name="csY624" fmla="*/ 1114920 h 1114920"/>
              <a:gd name="csX625" fmla="*/ 107701 w 1723042"/>
              <a:gd name="csY625" fmla="*/ 1114920 h 1114920"/>
              <a:gd name="csX626" fmla="*/ 107873 w 1723042"/>
              <a:gd name="csY626" fmla="*/ 1114920 h 1114920"/>
              <a:gd name="csX627" fmla="*/ 108046 w 1723042"/>
              <a:gd name="csY627" fmla="*/ 1114920 h 1114920"/>
              <a:gd name="csX628" fmla="*/ 108218 w 1723042"/>
              <a:gd name="csY628" fmla="*/ 1114920 h 1114920"/>
              <a:gd name="csX629" fmla="*/ 108390 w 1723042"/>
              <a:gd name="csY629" fmla="*/ 1114920 h 1114920"/>
              <a:gd name="csX630" fmla="*/ 108562 w 1723042"/>
              <a:gd name="csY630" fmla="*/ 1114920 h 1114920"/>
              <a:gd name="csX631" fmla="*/ 108735 w 1723042"/>
              <a:gd name="csY631" fmla="*/ 1114920 h 1114920"/>
              <a:gd name="csX632" fmla="*/ 108908 w 1723042"/>
              <a:gd name="csY632" fmla="*/ 1114920 h 1114920"/>
              <a:gd name="csX633" fmla="*/ 109079 w 1723042"/>
              <a:gd name="csY633" fmla="*/ 1114920 h 1114920"/>
              <a:gd name="csX634" fmla="*/ 109252 w 1723042"/>
              <a:gd name="csY634" fmla="*/ 1114920 h 1114920"/>
              <a:gd name="csX635" fmla="*/ 109425 w 1723042"/>
              <a:gd name="csY635" fmla="*/ 1114920 h 1114920"/>
              <a:gd name="csX636" fmla="*/ 109596 w 1723042"/>
              <a:gd name="csY636" fmla="*/ 1114920 h 1114920"/>
              <a:gd name="csX637" fmla="*/ 109769 w 1723042"/>
              <a:gd name="csY637" fmla="*/ 1114920 h 1114920"/>
              <a:gd name="csX638" fmla="*/ 109941 w 1723042"/>
              <a:gd name="csY638" fmla="*/ 1114920 h 1114920"/>
              <a:gd name="csX639" fmla="*/ 110113 w 1723042"/>
              <a:gd name="csY639" fmla="*/ 1114920 h 1114920"/>
              <a:gd name="csX640" fmla="*/ 110286 w 1723042"/>
              <a:gd name="csY640" fmla="*/ 1114920 h 1114920"/>
              <a:gd name="csX641" fmla="*/ 110458 w 1723042"/>
              <a:gd name="csY641" fmla="*/ 1114920 h 1114920"/>
              <a:gd name="csX642" fmla="*/ 110631 w 1723042"/>
              <a:gd name="csY642" fmla="*/ 1114920 h 1114920"/>
              <a:gd name="csX643" fmla="*/ 110803 w 1723042"/>
              <a:gd name="csY643" fmla="*/ 1114920 h 1114920"/>
              <a:gd name="csX644" fmla="*/ 110975 w 1723042"/>
              <a:gd name="csY644" fmla="*/ 1114920 h 1114920"/>
              <a:gd name="csX645" fmla="*/ 111148 w 1723042"/>
              <a:gd name="csY645" fmla="*/ 1114920 h 1114920"/>
              <a:gd name="csX646" fmla="*/ 111319 w 1723042"/>
              <a:gd name="csY646" fmla="*/ 1114920 h 1114920"/>
              <a:gd name="csX647" fmla="*/ 111492 w 1723042"/>
              <a:gd name="csY647" fmla="*/ 1114920 h 1114920"/>
              <a:gd name="csX648" fmla="*/ 111665 w 1723042"/>
              <a:gd name="csY648" fmla="*/ 1114920 h 1114920"/>
              <a:gd name="csX649" fmla="*/ 111836 w 1723042"/>
              <a:gd name="csY649" fmla="*/ 1114920 h 1114920"/>
              <a:gd name="csX650" fmla="*/ 112009 w 1723042"/>
              <a:gd name="csY650" fmla="*/ 1114920 h 1114920"/>
              <a:gd name="csX651" fmla="*/ 112182 w 1723042"/>
              <a:gd name="csY651" fmla="*/ 1114920 h 1114920"/>
              <a:gd name="csX652" fmla="*/ 112353 w 1723042"/>
              <a:gd name="csY652" fmla="*/ 1114920 h 1114920"/>
              <a:gd name="csX653" fmla="*/ 112526 w 1723042"/>
              <a:gd name="csY653" fmla="*/ 1114920 h 1114920"/>
              <a:gd name="csX654" fmla="*/ 112698 w 1723042"/>
              <a:gd name="csY654" fmla="*/ 1114920 h 1114920"/>
              <a:gd name="csX655" fmla="*/ 112871 w 1723042"/>
              <a:gd name="csY655" fmla="*/ 1114920 h 1114920"/>
              <a:gd name="csX656" fmla="*/ 113043 w 1723042"/>
              <a:gd name="csY656" fmla="*/ 1114920 h 1114920"/>
              <a:gd name="csX657" fmla="*/ 113215 w 1723042"/>
              <a:gd name="csY657" fmla="*/ 1114920 h 1114920"/>
              <a:gd name="csX658" fmla="*/ 113388 w 1723042"/>
              <a:gd name="csY658" fmla="*/ 1114920 h 1114920"/>
              <a:gd name="csX659" fmla="*/ 113560 w 1723042"/>
              <a:gd name="csY659" fmla="*/ 1114920 h 1114920"/>
              <a:gd name="csX660" fmla="*/ 113732 w 1723042"/>
              <a:gd name="csY660" fmla="*/ 1114920 h 1114920"/>
              <a:gd name="csX661" fmla="*/ 113905 w 1723042"/>
              <a:gd name="csY661" fmla="*/ 1114920 h 1114920"/>
              <a:gd name="csX662" fmla="*/ 114077 w 1723042"/>
              <a:gd name="csY662" fmla="*/ 1114920 h 1114920"/>
              <a:gd name="csX663" fmla="*/ 114249 w 1723042"/>
              <a:gd name="csY663" fmla="*/ 1114920 h 1114920"/>
              <a:gd name="csX664" fmla="*/ 114422 w 1723042"/>
              <a:gd name="csY664" fmla="*/ 1114920 h 1114920"/>
              <a:gd name="csX665" fmla="*/ 114594 w 1723042"/>
              <a:gd name="csY665" fmla="*/ 1114920 h 1114920"/>
              <a:gd name="csX666" fmla="*/ 114766 w 1723042"/>
              <a:gd name="csY666" fmla="*/ 1114920 h 1114920"/>
              <a:gd name="csX667" fmla="*/ 114939 w 1723042"/>
              <a:gd name="csY667" fmla="*/ 1114920 h 1114920"/>
              <a:gd name="csX668" fmla="*/ 115111 w 1723042"/>
              <a:gd name="csY668" fmla="*/ 1114920 h 1114920"/>
              <a:gd name="csX669" fmla="*/ 115283 w 1723042"/>
              <a:gd name="csY669" fmla="*/ 1114920 h 1114920"/>
              <a:gd name="csX670" fmla="*/ 115455 w 1723042"/>
              <a:gd name="csY670" fmla="*/ 1114920 h 1114920"/>
              <a:gd name="csX671" fmla="*/ 115628 w 1723042"/>
              <a:gd name="csY671" fmla="*/ 1114920 h 1114920"/>
              <a:gd name="csX672" fmla="*/ 115800 w 1723042"/>
              <a:gd name="csY672" fmla="*/ 1114920 h 1114920"/>
              <a:gd name="csX673" fmla="*/ 115972 w 1723042"/>
              <a:gd name="csY673" fmla="*/ 1114920 h 1114920"/>
              <a:gd name="csX674" fmla="*/ 116145 w 1723042"/>
              <a:gd name="csY674" fmla="*/ 1114920 h 1114920"/>
              <a:gd name="csX675" fmla="*/ 116318 w 1723042"/>
              <a:gd name="csY675" fmla="*/ 1114920 h 1114920"/>
              <a:gd name="csX676" fmla="*/ 116489 w 1723042"/>
              <a:gd name="csY676" fmla="*/ 1114920 h 1114920"/>
              <a:gd name="csX677" fmla="*/ 116662 w 1723042"/>
              <a:gd name="csY677" fmla="*/ 1114920 h 1114920"/>
              <a:gd name="csX678" fmla="*/ 116834 w 1723042"/>
              <a:gd name="csY678" fmla="*/ 1114920 h 1114920"/>
              <a:gd name="csX679" fmla="*/ 117006 w 1723042"/>
              <a:gd name="csY679" fmla="*/ 1114920 h 1114920"/>
              <a:gd name="csX680" fmla="*/ 117179 w 1723042"/>
              <a:gd name="csY680" fmla="*/ 1114920 h 1114920"/>
              <a:gd name="csX681" fmla="*/ 117351 w 1723042"/>
              <a:gd name="csY681" fmla="*/ 1114920 h 1114920"/>
              <a:gd name="csX682" fmla="*/ 117523 w 1723042"/>
              <a:gd name="csY682" fmla="*/ 1114920 h 1114920"/>
              <a:gd name="csX683" fmla="*/ 117696 w 1723042"/>
              <a:gd name="csY683" fmla="*/ 1114920 h 1114920"/>
              <a:gd name="csX684" fmla="*/ 117868 w 1723042"/>
              <a:gd name="csY684" fmla="*/ 1114920 h 1114920"/>
              <a:gd name="csX685" fmla="*/ 118040 w 1723042"/>
              <a:gd name="csY685" fmla="*/ 1114920 h 1114920"/>
              <a:gd name="csX686" fmla="*/ 118212 w 1723042"/>
              <a:gd name="csY686" fmla="*/ 1114920 h 1114920"/>
              <a:gd name="csX687" fmla="*/ 118385 w 1723042"/>
              <a:gd name="csY687" fmla="*/ 1114920 h 1114920"/>
              <a:gd name="csX688" fmla="*/ 118558 w 1723042"/>
              <a:gd name="csY688" fmla="*/ 1114920 h 1114920"/>
              <a:gd name="csX689" fmla="*/ 118729 w 1723042"/>
              <a:gd name="csY689" fmla="*/ 1114920 h 1114920"/>
              <a:gd name="csX690" fmla="*/ 118902 w 1723042"/>
              <a:gd name="csY690" fmla="*/ 1114920 h 1114920"/>
              <a:gd name="csX691" fmla="*/ 119075 w 1723042"/>
              <a:gd name="csY691" fmla="*/ 1114920 h 1114920"/>
              <a:gd name="csX692" fmla="*/ 119246 w 1723042"/>
              <a:gd name="csY692" fmla="*/ 1114920 h 1114920"/>
              <a:gd name="csX693" fmla="*/ 119419 w 1723042"/>
              <a:gd name="csY693" fmla="*/ 1114920 h 1114920"/>
              <a:gd name="csX694" fmla="*/ 119591 w 1723042"/>
              <a:gd name="csY694" fmla="*/ 1114920 h 1114920"/>
              <a:gd name="csX695" fmla="*/ 119763 w 1723042"/>
              <a:gd name="csY695" fmla="*/ 1114920 h 1114920"/>
              <a:gd name="csX696" fmla="*/ 119936 w 1723042"/>
              <a:gd name="csY696" fmla="*/ 1114920 h 1114920"/>
              <a:gd name="csX697" fmla="*/ 120108 w 1723042"/>
              <a:gd name="csY697" fmla="*/ 1114920 h 1114920"/>
              <a:gd name="csX698" fmla="*/ 120281 w 1723042"/>
              <a:gd name="csY698" fmla="*/ 1114920 h 1114920"/>
              <a:gd name="csX699" fmla="*/ 120453 w 1723042"/>
              <a:gd name="csY699" fmla="*/ 1114920 h 1114920"/>
              <a:gd name="csX700" fmla="*/ 120625 w 1723042"/>
              <a:gd name="csY700" fmla="*/ 1114920 h 1114920"/>
              <a:gd name="csX701" fmla="*/ 120798 w 1723042"/>
              <a:gd name="csY701" fmla="*/ 1114920 h 1114920"/>
              <a:gd name="csX702" fmla="*/ 120969 w 1723042"/>
              <a:gd name="csY702" fmla="*/ 1114920 h 1114920"/>
              <a:gd name="csX703" fmla="*/ 121142 w 1723042"/>
              <a:gd name="csY703" fmla="*/ 1114920 h 1114920"/>
              <a:gd name="csX704" fmla="*/ 121315 w 1723042"/>
              <a:gd name="csY704" fmla="*/ 1114920 h 1114920"/>
              <a:gd name="csX705" fmla="*/ 121486 w 1723042"/>
              <a:gd name="csY705" fmla="*/ 1114920 h 1114920"/>
              <a:gd name="csX706" fmla="*/ 121659 w 1723042"/>
              <a:gd name="csY706" fmla="*/ 1114920 h 1114920"/>
              <a:gd name="csX707" fmla="*/ 121832 w 1723042"/>
              <a:gd name="csY707" fmla="*/ 1114920 h 1114920"/>
              <a:gd name="csX708" fmla="*/ 122004 w 1723042"/>
              <a:gd name="csY708" fmla="*/ 1114920 h 1114920"/>
              <a:gd name="csX709" fmla="*/ 122176 w 1723042"/>
              <a:gd name="csY709" fmla="*/ 1114920 h 1114920"/>
              <a:gd name="csX710" fmla="*/ 122348 w 1723042"/>
              <a:gd name="csY710" fmla="*/ 1114920 h 1114920"/>
              <a:gd name="csX711" fmla="*/ 122521 w 1723042"/>
              <a:gd name="csY711" fmla="*/ 1114920 h 1114920"/>
              <a:gd name="csX712" fmla="*/ 122693 w 1723042"/>
              <a:gd name="csY712" fmla="*/ 1114920 h 1114920"/>
              <a:gd name="csX713" fmla="*/ 122865 w 1723042"/>
              <a:gd name="csY713" fmla="*/ 1114920 h 1114920"/>
              <a:gd name="csX714" fmla="*/ 123038 w 1723042"/>
              <a:gd name="csY714" fmla="*/ 1114920 h 1114920"/>
              <a:gd name="csX715" fmla="*/ 123210 w 1723042"/>
              <a:gd name="csY715" fmla="*/ 1114920 h 1114920"/>
              <a:gd name="csX716" fmla="*/ 123382 w 1723042"/>
              <a:gd name="csY716" fmla="*/ 1114920 h 1114920"/>
              <a:gd name="csX717" fmla="*/ 123555 w 1723042"/>
              <a:gd name="csY717" fmla="*/ 1114920 h 1114920"/>
              <a:gd name="csX718" fmla="*/ 123726 w 1723042"/>
              <a:gd name="csY718" fmla="*/ 1114920 h 1114920"/>
              <a:gd name="csX719" fmla="*/ 123899 w 1723042"/>
              <a:gd name="csY719" fmla="*/ 1114920 h 1114920"/>
              <a:gd name="csX720" fmla="*/ 124072 w 1723042"/>
              <a:gd name="csY720" fmla="*/ 1114920 h 1114920"/>
              <a:gd name="csX721" fmla="*/ 124244 w 1723042"/>
              <a:gd name="csY721" fmla="*/ 1114920 h 1114920"/>
              <a:gd name="csX722" fmla="*/ 124416 w 1723042"/>
              <a:gd name="csY722" fmla="*/ 1114920 h 1114920"/>
              <a:gd name="csX723" fmla="*/ 124589 w 1723042"/>
              <a:gd name="csY723" fmla="*/ 1114920 h 1114920"/>
              <a:gd name="csX724" fmla="*/ 124761 w 1723042"/>
              <a:gd name="csY724" fmla="*/ 1114920 h 1114920"/>
              <a:gd name="csX725" fmla="*/ 124933 w 1723042"/>
              <a:gd name="csY725" fmla="*/ 1114920 h 1114920"/>
              <a:gd name="csX726" fmla="*/ 125105 w 1723042"/>
              <a:gd name="csY726" fmla="*/ 1114920 h 1114920"/>
              <a:gd name="csX727" fmla="*/ 125278 w 1723042"/>
              <a:gd name="csY727" fmla="*/ 1114920 h 1114920"/>
              <a:gd name="csX728" fmla="*/ 125450 w 1723042"/>
              <a:gd name="csY728" fmla="*/ 1114920 h 1114920"/>
              <a:gd name="csX729" fmla="*/ 125622 w 1723042"/>
              <a:gd name="csY729" fmla="*/ 1114920 h 1114920"/>
              <a:gd name="csX730" fmla="*/ 125795 w 1723042"/>
              <a:gd name="csY730" fmla="*/ 1114920 h 1114920"/>
              <a:gd name="csX731" fmla="*/ 125967 w 1723042"/>
              <a:gd name="csY731" fmla="*/ 1114920 h 1114920"/>
              <a:gd name="csX732" fmla="*/ 126139 w 1723042"/>
              <a:gd name="csY732" fmla="*/ 1114920 h 1114920"/>
              <a:gd name="csX733" fmla="*/ 126312 w 1723042"/>
              <a:gd name="csY733" fmla="*/ 1114920 h 1114920"/>
              <a:gd name="csX734" fmla="*/ 126484 w 1723042"/>
              <a:gd name="csY734" fmla="*/ 1114920 h 1114920"/>
              <a:gd name="csX735" fmla="*/ 126656 w 1723042"/>
              <a:gd name="csY735" fmla="*/ 1114920 h 1114920"/>
              <a:gd name="csX736" fmla="*/ 126829 w 1723042"/>
              <a:gd name="csY736" fmla="*/ 1114920 h 1114920"/>
              <a:gd name="csX737" fmla="*/ 127001 w 1723042"/>
              <a:gd name="csY737" fmla="*/ 1114920 h 1114920"/>
              <a:gd name="csX738" fmla="*/ 127173 w 1723042"/>
              <a:gd name="csY738" fmla="*/ 1114920 h 1114920"/>
              <a:gd name="csX739" fmla="*/ 127346 w 1723042"/>
              <a:gd name="csY739" fmla="*/ 1114920 h 1114920"/>
              <a:gd name="csX740" fmla="*/ 127518 w 1723042"/>
              <a:gd name="csY740" fmla="*/ 1114920 h 1114920"/>
              <a:gd name="csX741" fmla="*/ 127691 w 1723042"/>
              <a:gd name="csY741" fmla="*/ 1114920 h 1114920"/>
              <a:gd name="csX742" fmla="*/ 127862 w 1723042"/>
              <a:gd name="csY742" fmla="*/ 1114920 h 1114920"/>
              <a:gd name="csX743" fmla="*/ 128035 w 1723042"/>
              <a:gd name="csY743" fmla="*/ 1114920 h 1114920"/>
              <a:gd name="csX744" fmla="*/ 128208 w 1723042"/>
              <a:gd name="csY744" fmla="*/ 1114920 h 1114920"/>
              <a:gd name="csX745" fmla="*/ 128379 w 1723042"/>
              <a:gd name="csY745" fmla="*/ 1114920 h 1114920"/>
              <a:gd name="csX746" fmla="*/ 128552 w 1723042"/>
              <a:gd name="csY746" fmla="*/ 1114920 h 1114920"/>
              <a:gd name="csX747" fmla="*/ 128725 w 1723042"/>
              <a:gd name="csY747" fmla="*/ 1114920 h 1114920"/>
              <a:gd name="csX748" fmla="*/ 128896 w 1723042"/>
              <a:gd name="csY748" fmla="*/ 1114920 h 1114920"/>
              <a:gd name="csX749" fmla="*/ 129069 w 1723042"/>
              <a:gd name="csY749" fmla="*/ 1114920 h 1114920"/>
              <a:gd name="csX750" fmla="*/ 129241 w 1723042"/>
              <a:gd name="csY750" fmla="*/ 1114920 h 1114920"/>
              <a:gd name="csX751" fmla="*/ 129413 w 1723042"/>
              <a:gd name="csY751" fmla="*/ 1114920 h 1114920"/>
              <a:gd name="csX752" fmla="*/ 129586 w 1723042"/>
              <a:gd name="csY752" fmla="*/ 1114920 h 1114920"/>
              <a:gd name="csX753" fmla="*/ 129758 w 1723042"/>
              <a:gd name="csY753" fmla="*/ 1114920 h 1114920"/>
              <a:gd name="csX754" fmla="*/ 129931 w 1723042"/>
              <a:gd name="csY754" fmla="*/ 1114920 h 1114920"/>
              <a:gd name="csX755" fmla="*/ 130103 w 1723042"/>
              <a:gd name="csY755" fmla="*/ 1114920 h 1114920"/>
              <a:gd name="csX756" fmla="*/ 130275 w 1723042"/>
              <a:gd name="csY756" fmla="*/ 1114920 h 1114920"/>
              <a:gd name="csX757" fmla="*/ 130448 w 1723042"/>
              <a:gd name="csY757" fmla="*/ 1114920 h 1114920"/>
              <a:gd name="csX758" fmla="*/ 130619 w 1723042"/>
              <a:gd name="csY758" fmla="*/ 1114920 h 1114920"/>
              <a:gd name="csX759" fmla="*/ 130792 w 1723042"/>
              <a:gd name="csY759" fmla="*/ 1114920 h 1114920"/>
              <a:gd name="csX760" fmla="*/ 130965 w 1723042"/>
              <a:gd name="csY760" fmla="*/ 1114920 h 1114920"/>
              <a:gd name="csX761" fmla="*/ 131136 w 1723042"/>
              <a:gd name="csY761" fmla="*/ 1114920 h 1114920"/>
              <a:gd name="csX762" fmla="*/ 131309 w 1723042"/>
              <a:gd name="csY762" fmla="*/ 1114920 h 1114920"/>
              <a:gd name="csX763" fmla="*/ 131482 w 1723042"/>
              <a:gd name="csY763" fmla="*/ 1114920 h 1114920"/>
              <a:gd name="csX764" fmla="*/ 131654 w 1723042"/>
              <a:gd name="csY764" fmla="*/ 1114920 h 1114920"/>
              <a:gd name="csX765" fmla="*/ 131826 w 1723042"/>
              <a:gd name="csY765" fmla="*/ 1114920 h 1114920"/>
              <a:gd name="csX766" fmla="*/ 131998 w 1723042"/>
              <a:gd name="csY766" fmla="*/ 1114920 h 1114920"/>
              <a:gd name="csX767" fmla="*/ 132171 w 1723042"/>
              <a:gd name="csY767" fmla="*/ 1114920 h 1114920"/>
              <a:gd name="csX768" fmla="*/ 132343 w 1723042"/>
              <a:gd name="csY768" fmla="*/ 1114920 h 1114920"/>
              <a:gd name="csX769" fmla="*/ 132515 w 1723042"/>
              <a:gd name="csY769" fmla="*/ 1114920 h 1114920"/>
              <a:gd name="csX770" fmla="*/ 132688 w 1723042"/>
              <a:gd name="csY770" fmla="*/ 1114920 h 1114920"/>
              <a:gd name="csX771" fmla="*/ 132860 w 1723042"/>
              <a:gd name="csY771" fmla="*/ 1114920 h 1114920"/>
              <a:gd name="csX772" fmla="*/ 133032 w 1723042"/>
              <a:gd name="csY772" fmla="*/ 1114920 h 1114920"/>
              <a:gd name="csX773" fmla="*/ 133205 w 1723042"/>
              <a:gd name="csY773" fmla="*/ 1114920 h 1114920"/>
              <a:gd name="csX774" fmla="*/ 133377 w 1723042"/>
              <a:gd name="csY774" fmla="*/ 1114920 h 1114920"/>
              <a:gd name="csX775" fmla="*/ 133549 w 1723042"/>
              <a:gd name="csY775" fmla="*/ 1114920 h 1114920"/>
              <a:gd name="csX776" fmla="*/ 133722 w 1723042"/>
              <a:gd name="csY776" fmla="*/ 1114920 h 1114920"/>
              <a:gd name="csX777" fmla="*/ 133894 w 1723042"/>
              <a:gd name="csY777" fmla="*/ 1114920 h 1114920"/>
              <a:gd name="csX778" fmla="*/ 134066 w 1723042"/>
              <a:gd name="csY778" fmla="*/ 1114920 h 1114920"/>
              <a:gd name="csX779" fmla="*/ 134239 w 1723042"/>
              <a:gd name="csY779" fmla="*/ 1114920 h 1114920"/>
              <a:gd name="csX780" fmla="*/ 134411 w 1723042"/>
              <a:gd name="csY780" fmla="*/ 1114920 h 1114920"/>
              <a:gd name="csX781" fmla="*/ 134583 w 1723042"/>
              <a:gd name="csY781" fmla="*/ 1114920 h 1114920"/>
              <a:gd name="csX782" fmla="*/ 134755 w 1723042"/>
              <a:gd name="csY782" fmla="*/ 1114920 h 1114920"/>
              <a:gd name="csX783" fmla="*/ 134928 w 1723042"/>
              <a:gd name="csY783" fmla="*/ 1114920 h 1114920"/>
              <a:gd name="csX784" fmla="*/ 135100 w 1723042"/>
              <a:gd name="csY784" fmla="*/ 1114920 h 1114920"/>
              <a:gd name="csX785" fmla="*/ 135272 w 1723042"/>
              <a:gd name="csY785" fmla="*/ 1114920 h 1114920"/>
              <a:gd name="csX786" fmla="*/ 135445 w 1723042"/>
              <a:gd name="csY786" fmla="*/ 1114920 h 1114920"/>
              <a:gd name="csX787" fmla="*/ 135617 w 1723042"/>
              <a:gd name="csY787" fmla="*/ 1114920 h 1114920"/>
              <a:gd name="csX788" fmla="*/ 135789 w 1723042"/>
              <a:gd name="csY788" fmla="*/ 1114920 h 1114920"/>
              <a:gd name="csX789" fmla="*/ 135962 w 1723042"/>
              <a:gd name="csY789" fmla="*/ 1114920 h 1114920"/>
              <a:gd name="csX790" fmla="*/ 136134 w 1723042"/>
              <a:gd name="csY790" fmla="*/ 1114920 h 1114920"/>
              <a:gd name="csX791" fmla="*/ 136306 w 1723042"/>
              <a:gd name="csY791" fmla="*/ 1114920 h 1114920"/>
              <a:gd name="csX792" fmla="*/ 136479 w 1723042"/>
              <a:gd name="csY792" fmla="*/ 1114920 h 1114920"/>
              <a:gd name="csX793" fmla="*/ 136651 w 1723042"/>
              <a:gd name="csY793" fmla="*/ 1114920 h 1114920"/>
              <a:gd name="csX794" fmla="*/ 136823 w 1723042"/>
              <a:gd name="csY794" fmla="*/ 1114920 h 1114920"/>
              <a:gd name="csX795" fmla="*/ 136996 w 1723042"/>
              <a:gd name="csY795" fmla="*/ 1114920 h 1114920"/>
              <a:gd name="csX796" fmla="*/ 137168 w 1723042"/>
              <a:gd name="csY796" fmla="*/ 1114920 h 1114920"/>
              <a:gd name="csX797" fmla="*/ 137341 w 1723042"/>
              <a:gd name="csY797" fmla="*/ 1114920 h 1114920"/>
              <a:gd name="csX798" fmla="*/ 137512 w 1723042"/>
              <a:gd name="csY798" fmla="*/ 1114920 h 1114920"/>
              <a:gd name="csX799" fmla="*/ 137685 w 1723042"/>
              <a:gd name="csY799" fmla="*/ 1114920 h 1114920"/>
              <a:gd name="csX800" fmla="*/ 137858 w 1723042"/>
              <a:gd name="csY800" fmla="*/ 1114920 h 1114920"/>
              <a:gd name="csX801" fmla="*/ 138029 w 1723042"/>
              <a:gd name="csY801" fmla="*/ 1114920 h 1114920"/>
              <a:gd name="csX802" fmla="*/ 138202 w 1723042"/>
              <a:gd name="csY802" fmla="*/ 1114920 h 1114920"/>
              <a:gd name="csX803" fmla="*/ 138375 w 1723042"/>
              <a:gd name="csY803" fmla="*/ 1114920 h 1114920"/>
              <a:gd name="csX804" fmla="*/ 138546 w 1723042"/>
              <a:gd name="csY804" fmla="*/ 1114920 h 1114920"/>
              <a:gd name="csX805" fmla="*/ 138719 w 1723042"/>
              <a:gd name="csY805" fmla="*/ 1114920 h 1114920"/>
              <a:gd name="csX806" fmla="*/ 138891 w 1723042"/>
              <a:gd name="csY806" fmla="*/ 1114920 h 1114920"/>
              <a:gd name="csX807" fmla="*/ 139064 w 1723042"/>
              <a:gd name="csY807" fmla="*/ 1114920 h 1114920"/>
              <a:gd name="csX808" fmla="*/ 139236 w 1723042"/>
              <a:gd name="csY808" fmla="*/ 1114920 h 1114920"/>
              <a:gd name="csX809" fmla="*/ 139408 w 1723042"/>
              <a:gd name="csY809" fmla="*/ 1114920 h 1114920"/>
              <a:gd name="csX810" fmla="*/ 139581 w 1723042"/>
              <a:gd name="csY810" fmla="*/ 1114920 h 1114920"/>
              <a:gd name="csX811" fmla="*/ 139753 w 1723042"/>
              <a:gd name="csY811" fmla="*/ 1114920 h 1114920"/>
              <a:gd name="csX812" fmla="*/ 139925 w 1723042"/>
              <a:gd name="csY812" fmla="*/ 1114920 h 1114920"/>
              <a:gd name="csX813" fmla="*/ 140098 w 1723042"/>
              <a:gd name="csY813" fmla="*/ 1114920 h 1114920"/>
              <a:gd name="csX814" fmla="*/ 140269 w 1723042"/>
              <a:gd name="csY814" fmla="*/ 1114920 h 1114920"/>
              <a:gd name="csX815" fmla="*/ 140442 w 1723042"/>
              <a:gd name="csY815" fmla="*/ 1114920 h 1114920"/>
              <a:gd name="csX816" fmla="*/ 140615 w 1723042"/>
              <a:gd name="csY816" fmla="*/ 1114920 h 1114920"/>
              <a:gd name="csX817" fmla="*/ 140787 w 1723042"/>
              <a:gd name="csY817" fmla="*/ 1114920 h 1114920"/>
              <a:gd name="csX818" fmla="*/ 140959 w 1723042"/>
              <a:gd name="csY818" fmla="*/ 1114920 h 1114920"/>
              <a:gd name="csX819" fmla="*/ 141132 w 1723042"/>
              <a:gd name="csY819" fmla="*/ 1114920 h 1114920"/>
              <a:gd name="csX820" fmla="*/ 141304 w 1723042"/>
              <a:gd name="csY820" fmla="*/ 1114920 h 1114920"/>
              <a:gd name="csX821" fmla="*/ 141476 w 1723042"/>
              <a:gd name="csY821" fmla="*/ 1114920 h 1114920"/>
              <a:gd name="csX822" fmla="*/ 141648 w 1723042"/>
              <a:gd name="csY822" fmla="*/ 1114920 h 1114920"/>
              <a:gd name="csX823" fmla="*/ 141821 w 1723042"/>
              <a:gd name="csY823" fmla="*/ 1114920 h 1114920"/>
              <a:gd name="csX824" fmla="*/ 141993 w 1723042"/>
              <a:gd name="csY824" fmla="*/ 1114920 h 1114920"/>
              <a:gd name="csX825" fmla="*/ 142165 w 1723042"/>
              <a:gd name="csY825" fmla="*/ 1114920 h 1114920"/>
              <a:gd name="csX826" fmla="*/ 142338 w 1723042"/>
              <a:gd name="csY826" fmla="*/ 1114920 h 1114920"/>
              <a:gd name="csX827" fmla="*/ 142510 w 1723042"/>
              <a:gd name="csY827" fmla="*/ 1114920 h 1114920"/>
              <a:gd name="csX828" fmla="*/ 142682 w 1723042"/>
              <a:gd name="csY828" fmla="*/ 1114920 h 1114920"/>
              <a:gd name="csX829" fmla="*/ 142855 w 1723042"/>
              <a:gd name="csY829" fmla="*/ 1114920 h 1114920"/>
              <a:gd name="csX830" fmla="*/ 143027 w 1723042"/>
              <a:gd name="csY830" fmla="*/ 1114920 h 1114920"/>
              <a:gd name="csX831" fmla="*/ 143199 w 1723042"/>
              <a:gd name="csY831" fmla="*/ 1114920 h 1114920"/>
              <a:gd name="csX832" fmla="*/ 143372 w 1723042"/>
              <a:gd name="csY832" fmla="*/ 1114920 h 1114920"/>
              <a:gd name="csX833" fmla="*/ 143544 w 1723042"/>
              <a:gd name="csY833" fmla="*/ 1114920 h 1114920"/>
              <a:gd name="csX834" fmla="*/ 143716 w 1723042"/>
              <a:gd name="csY834" fmla="*/ 1114920 h 1114920"/>
              <a:gd name="csX835" fmla="*/ 143889 w 1723042"/>
              <a:gd name="csY835" fmla="*/ 1114920 h 1114920"/>
              <a:gd name="csX836" fmla="*/ 144061 w 1723042"/>
              <a:gd name="csY836" fmla="*/ 1114920 h 1114920"/>
              <a:gd name="csX837" fmla="*/ 144233 w 1723042"/>
              <a:gd name="csY837" fmla="*/ 1114920 h 1114920"/>
              <a:gd name="csX838" fmla="*/ 144405 w 1723042"/>
              <a:gd name="csY838" fmla="*/ 1114920 h 1114920"/>
              <a:gd name="csX839" fmla="*/ 144578 w 1723042"/>
              <a:gd name="csY839" fmla="*/ 1114920 h 1114920"/>
              <a:gd name="csX840" fmla="*/ 144751 w 1723042"/>
              <a:gd name="csY840" fmla="*/ 1114920 h 1114920"/>
              <a:gd name="csX841" fmla="*/ 144922 w 1723042"/>
              <a:gd name="csY841" fmla="*/ 1114920 h 1114920"/>
              <a:gd name="csX842" fmla="*/ 145095 w 1723042"/>
              <a:gd name="csY842" fmla="*/ 1114920 h 1114920"/>
              <a:gd name="csX843" fmla="*/ 145267 w 1723042"/>
              <a:gd name="csY843" fmla="*/ 1114920 h 1114920"/>
              <a:gd name="csX844" fmla="*/ 145439 w 1723042"/>
              <a:gd name="csY844" fmla="*/ 1114920 h 1114920"/>
              <a:gd name="csX845" fmla="*/ 145612 w 1723042"/>
              <a:gd name="csY845" fmla="*/ 1114920 h 1114920"/>
              <a:gd name="csX846" fmla="*/ 145784 w 1723042"/>
              <a:gd name="csY846" fmla="*/ 1114920 h 1114920"/>
              <a:gd name="csX847" fmla="*/ 145956 w 1723042"/>
              <a:gd name="csY847" fmla="*/ 1114920 h 1114920"/>
              <a:gd name="csX848" fmla="*/ 146129 w 1723042"/>
              <a:gd name="csY848" fmla="*/ 1114920 h 1114920"/>
              <a:gd name="csX849" fmla="*/ 146301 w 1723042"/>
              <a:gd name="csY849" fmla="*/ 1114920 h 1114920"/>
              <a:gd name="csX850" fmla="*/ 146474 w 1723042"/>
              <a:gd name="csY850" fmla="*/ 1114920 h 1114920"/>
              <a:gd name="csX851" fmla="*/ 146646 w 1723042"/>
              <a:gd name="csY851" fmla="*/ 1114920 h 1114920"/>
              <a:gd name="csX852" fmla="*/ 146818 w 1723042"/>
              <a:gd name="csY852" fmla="*/ 1114920 h 1114920"/>
              <a:gd name="csX853" fmla="*/ 146991 w 1723042"/>
              <a:gd name="csY853" fmla="*/ 1114920 h 1114920"/>
              <a:gd name="csX854" fmla="*/ 147162 w 1723042"/>
              <a:gd name="csY854" fmla="*/ 1114920 h 1114920"/>
              <a:gd name="csX855" fmla="*/ 147335 w 1723042"/>
              <a:gd name="csY855" fmla="*/ 1114920 h 1114920"/>
              <a:gd name="csX856" fmla="*/ 147508 w 1723042"/>
              <a:gd name="csY856" fmla="*/ 1114920 h 1114920"/>
              <a:gd name="csX857" fmla="*/ 147679 w 1723042"/>
              <a:gd name="csY857" fmla="*/ 1114920 h 1114920"/>
              <a:gd name="csX858" fmla="*/ 147852 w 1723042"/>
              <a:gd name="csY858" fmla="*/ 1114920 h 1114920"/>
              <a:gd name="csX859" fmla="*/ 148024 w 1723042"/>
              <a:gd name="csY859" fmla="*/ 1114920 h 1114920"/>
              <a:gd name="csX860" fmla="*/ 148196 w 1723042"/>
              <a:gd name="csY860" fmla="*/ 1114920 h 1114920"/>
              <a:gd name="csX861" fmla="*/ 148369 w 1723042"/>
              <a:gd name="csY861" fmla="*/ 1114920 h 1114920"/>
              <a:gd name="csX862" fmla="*/ 148541 w 1723042"/>
              <a:gd name="csY862" fmla="*/ 1114920 h 1114920"/>
              <a:gd name="csX863" fmla="*/ 148714 w 1723042"/>
              <a:gd name="csY863" fmla="*/ 1114920 h 1114920"/>
              <a:gd name="csX864" fmla="*/ 148886 w 1723042"/>
              <a:gd name="csY864" fmla="*/ 1114920 h 1114920"/>
              <a:gd name="csX865" fmla="*/ 149058 w 1723042"/>
              <a:gd name="csY865" fmla="*/ 1114920 h 1114920"/>
              <a:gd name="csX866" fmla="*/ 149231 w 1723042"/>
              <a:gd name="csY866" fmla="*/ 1114920 h 1114920"/>
              <a:gd name="csX867" fmla="*/ 149403 w 1723042"/>
              <a:gd name="csY867" fmla="*/ 1114920 h 1114920"/>
              <a:gd name="csX868" fmla="*/ 149575 w 1723042"/>
              <a:gd name="csY868" fmla="*/ 1114920 h 1114920"/>
              <a:gd name="csX869" fmla="*/ 149748 w 1723042"/>
              <a:gd name="csY869" fmla="*/ 1114920 h 1114920"/>
              <a:gd name="csX870" fmla="*/ 149919 w 1723042"/>
              <a:gd name="csY870" fmla="*/ 1114920 h 1114920"/>
              <a:gd name="csX871" fmla="*/ 150092 w 1723042"/>
              <a:gd name="csY871" fmla="*/ 1114920 h 1114920"/>
              <a:gd name="csX872" fmla="*/ 150265 w 1723042"/>
              <a:gd name="csY872" fmla="*/ 1114920 h 1114920"/>
              <a:gd name="csX873" fmla="*/ 150437 w 1723042"/>
              <a:gd name="csY873" fmla="*/ 1114920 h 1114920"/>
              <a:gd name="csX874" fmla="*/ 150609 w 1723042"/>
              <a:gd name="csY874" fmla="*/ 1114920 h 1114920"/>
              <a:gd name="csX875" fmla="*/ 150781 w 1723042"/>
              <a:gd name="csY875" fmla="*/ 1114920 h 1114920"/>
              <a:gd name="csX876" fmla="*/ 150954 w 1723042"/>
              <a:gd name="csY876" fmla="*/ 1114920 h 1114920"/>
              <a:gd name="csX877" fmla="*/ 151126 w 1723042"/>
              <a:gd name="csY877" fmla="*/ 1114920 h 1114920"/>
              <a:gd name="csX878" fmla="*/ 151298 w 1723042"/>
              <a:gd name="csY878" fmla="*/ 1114920 h 1114920"/>
              <a:gd name="csX879" fmla="*/ 151471 w 1723042"/>
              <a:gd name="csY879" fmla="*/ 1114920 h 1114920"/>
              <a:gd name="csX880" fmla="*/ 151643 w 1723042"/>
              <a:gd name="csY880" fmla="*/ 1114920 h 1114920"/>
              <a:gd name="csX881" fmla="*/ 151815 w 1723042"/>
              <a:gd name="csY881" fmla="*/ 1114920 h 1114920"/>
              <a:gd name="csX882" fmla="*/ 151988 w 1723042"/>
              <a:gd name="csY882" fmla="*/ 1114920 h 1114920"/>
              <a:gd name="csX883" fmla="*/ 152160 w 1723042"/>
              <a:gd name="csY883" fmla="*/ 1114920 h 1114920"/>
              <a:gd name="csX884" fmla="*/ 152332 w 1723042"/>
              <a:gd name="csY884" fmla="*/ 1114920 h 1114920"/>
              <a:gd name="csX885" fmla="*/ 152505 w 1723042"/>
              <a:gd name="csY885" fmla="*/ 1114920 h 1114920"/>
              <a:gd name="csX886" fmla="*/ 152677 w 1723042"/>
              <a:gd name="csY886" fmla="*/ 1114920 h 1114920"/>
              <a:gd name="csX887" fmla="*/ 152849 w 1723042"/>
              <a:gd name="csY887" fmla="*/ 1114920 h 1114920"/>
              <a:gd name="csX888" fmla="*/ 153022 w 1723042"/>
              <a:gd name="csY888" fmla="*/ 1114920 h 1114920"/>
              <a:gd name="csX889" fmla="*/ 153194 w 1723042"/>
              <a:gd name="csY889" fmla="*/ 1114920 h 1114920"/>
              <a:gd name="csX890" fmla="*/ 153366 w 1723042"/>
              <a:gd name="csY890" fmla="*/ 1114920 h 1114920"/>
              <a:gd name="csX891" fmla="*/ 153538 w 1723042"/>
              <a:gd name="csY891" fmla="*/ 1114920 h 1114920"/>
              <a:gd name="csX892" fmla="*/ 153711 w 1723042"/>
              <a:gd name="csY892" fmla="*/ 1114920 h 1114920"/>
              <a:gd name="csX893" fmla="*/ 153883 w 1723042"/>
              <a:gd name="csY893" fmla="*/ 1114920 h 1114920"/>
              <a:gd name="csX894" fmla="*/ 154055 w 1723042"/>
              <a:gd name="csY894" fmla="*/ 1114920 h 1114920"/>
              <a:gd name="csX895" fmla="*/ 154228 w 1723042"/>
              <a:gd name="csY895" fmla="*/ 1114920 h 1114920"/>
              <a:gd name="csX896" fmla="*/ 154401 w 1723042"/>
              <a:gd name="csY896" fmla="*/ 1114920 h 1114920"/>
              <a:gd name="csX897" fmla="*/ 154572 w 1723042"/>
              <a:gd name="csY897" fmla="*/ 1114920 h 1114920"/>
              <a:gd name="csX898" fmla="*/ 154745 w 1723042"/>
              <a:gd name="csY898" fmla="*/ 1114920 h 1114920"/>
              <a:gd name="csX899" fmla="*/ 154917 w 1723042"/>
              <a:gd name="csY899" fmla="*/ 1114920 h 1114920"/>
              <a:gd name="csX900" fmla="*/ 155089 w 1723042"/>
              <a:gd name="csY900" fmla="*/ 1114920 h 1114920"/>
              <a:gd name="csX901" fmla="*/ 155262 w 1723042"/>
              <a:gd name="csY901" fmla="*/ 1114920 h 1114920"/>
              <a:gd name="csX902" fmla="*/ 155434 w 1723042"/>
              <a:gd name="csY902" fmla="*/ 1114920 h 1114920"/>
              <a:gd name="csX903" fmla="*/ 155606 w 1723042"/>
              <a:gd name="csY903" fmla="*/ 1114920 h 1114920"/>
              <a:gd name="csX904" fmla="*/ 155779 w 1723042"/>
              <a:gd name="csY904" fmla="*/ 1114920 h 1114920"/>
              <a:gd name="csX905" fmla="*/ 155951 w 1723042"/>
              <a:gd name="csY905" fmla="*/ 1114920 h 1114920"/>
              <a:gd name="csX906" fmla="*/ 156124 w 1723042"/>
              <a:gd name="csY906" fmla="*/ 1114920 h 1114920"/>
              <a:gd name="csX907" fmla="*/ 156295 w 1723042"/>
              <a:gd name="csY907" fmla="*/ 1114920 h 1114920"/>
              <a:gd name="csX908" fmla="*/ 156468 w 1723042"/>
              <a:gd name="csY908" fmla="*/ 1114920 h 1114920"/>
              <a:gd name="csX909" fmla="*/ 156641 w 1723042"/>
              <a:gd name="csY909" fmla="*/ 1114920 h 1114920"/>
              <a:gd name="csX910" fmla="*/ 156812 w 1723042"/>
              <a:gd name="csY910" fmla="*/ 1114920 h 1114920"/>
              <a:gd name="csX911" fmla="*/ 156985 w 1723042"/>
              <a:gd name="csY911" fmla="*/ 1114920 h 1114920"/>
              <a:gd name="csX912" fmla="*/ 157158 w 1723042"/>
              <a:gd name="csY912" fmla="*/ 1114920 h 1114920"/>
              <a:gd name="csX913" fmla="*/ 157329 w 1723042"/>
              <a:gd name="csY913" fmla="*/ 1114920 h 1114920"/>
              <a:gd name="csX914" fmla="*/ 157502 w 1723042"/>
              <a:gd name="csY914" fmla="*/ 1114920 h 1114920"/>
              <a:gd name="csX915" fmla="*/ 157674 w 1723042"/>
              <a:gd name="csY915" fmla="*/ 1114920 h 1114920"/>
              <a:gd name="csX916" fmla="*/ 157847 w 1723042"/>
              <a:gd name="csY916" fmla="*/ 1114920 h 1114920"/>
              <a:gd name="csX917" fmla="*/ 158019 w 1723042"/>
              <a:gd name="csY917" fmla="*/ 1114920 h 1114920"/>
              <a:gd name="csX918" fmla="*/ 158191 w 1723042"/>
              <a:gd name="csY918" fmla="*/ 1114920 h 1114920"/>
              <a:gd name="csX919" fmla="*/ 158364 w 1723042"/>
              <a:gd name="csY919" fmla="*/ 1114920 h 1114920"/>
              <a:gd name="csX920" fmla="*/ 158536 w 1723042"/>
              <a:gd name="csY920" fmla="*/ 1114920 h 1114920"/>
              <a:gd name="csX921" fmla="*/ 158708 w 1723042"/>
              <a:gd name="csY921" fmla="*/ 1114920 h 1114920"/>
              <a:gd name="csX922" fmla="*/ 158881 w 1723042"/>
              <a:gd name="csY922" fmla="*/ 1114920 h 1114920"/>
              <a:gd name="csX923" fmla="*/ 159053 w 1723042"/>
              <a:gd name="csY923" fmla="*/ 1114920 h 1114920"/>
              <a:gd name="csX924" fmla="*/ 159225 w 1723042"/>
              <a:gd name="csY924" fmla="*/ 1114920 h 1114920"/>
              <a:gd name="csX925" fmla="*/ 159398 w 1723042"/>
              <a:gd name="csY925" fmla="*/ 1114920 h 1114920"/>
              <a:gd name="csX926" fmla="*/ 159569 w 1723042"/>
              <a:gd name="csY926" fmla="*/ 1114920 h 1114920"/>
              <a:gd name="csX927" fmla="*/ 159742 w 1723042"/>
              <a:gd name="csY927" fmla="*/ 1114920 h 1114920"/>
              <a:gd name="csX928" fmla="*/ 159915 w 1723042"/>
              <a:gd name="csY928" fmla="*/ 1114920 h 1114920"/>
              <a:gd name="csX929" fmla="*/ 160087 w 1723042"/>
              <a:gd name="csY929" fmla="*/ 1114920 h 1114920"/>
              <a:gd name="csX930" fmla="*/ 160259 w 1723042"/>
              <a:gd name="csY930" fmla="*/ 1114920 h 1114920"/>
              <a:gd name="csX931" fmla="*/ 160431 w 1723042"/>
              <a:gd name="csY931" fmla="*/ 1114920 h 1114920"/>
              <a:gd name="csX932" fmla="*/ 160604 w 1723042"/>
              <a:gd name="csY932" fmla="*/ 1114920 h 1114920"/>
              <a:gd name="csX933" fmla="*/ 160776 w 1723042"/>
              <a:gd name="csY933" fmla="*/ 1114920 h 1114920"/>
              <a:gd name="csX934" fmla="*/ 160948 w 1723042"/>
              <a:gd name="csY934" fmla="*/ 1114920 h 1114920"/>
              <a:gd name="csX935" fmla="*/ 161121 w 1723042"/>
              <a:gd name="csY935" fmla="*/ 1114920 h 1114920"/>
              <a:gd name="csX936" fmla="*/ 161293 w 1723042"/>
              <a:gd name="csY936" fmla="*/ 1114920 h 1114920"/>
              <a:gd name="csX937" fmla="*/ 161465 w 1723042"/>
              <a:gd name="csY937" fmla="*/ 1114920 h 1114920"/>
              <a:gd name="csX938" fmla="*/ 161638 w 1723042"/>
              <a:gd name="csY938" fmla="*/ 1114920 h 1114920"/>
              <a:gd name="csX939" fmla="*/ 161810 w 1723042"/>
              <a:gd name="csY939" fmla="*/ 1114920 h 1114920"/>
              <a:gd name="csX940" fmla="*/ 161982 w 1723042"/>
              <a:gd name="csY940" fmla="*/ 1114920 h 1114920"/>
              <a:gd name="csX941" fmla="*/ 162155 w 1723042"/>
              <a:gd name="csY941" fmla="*/ 1114920 h 1114920"/>
              <a:gd name="csX942" fmla="*/ 162327 w 1723042"/>
              <a:gd name="csY942" fmla="*/ 1114920 h 1114920"/>
              <a:gd name="csX943" fmla="*/ 162499 w 1723042"/>
              <a:gd name="csY943" fmla="*/ 1114920 h 1114920"/>
              <a:gd name="csX944" fmla="*/ 162672 w 1723042"/>
              <a:gd name="csY944" fmla="*/ 1114920 h 1114920"/>
              <a:gd name="csX945" fmla="*/ 162844 w 1723042"/>
              <a:gd name="csY945" fmla="*/ 1114920 h 1114920"/>
              <a:gd name="csX946" fmla="*/ 163016 w 1723042"/>
              <a:gd name="csY946" fmla="*/ 1114920 h 1114920"/>
              <a:gd name="csX947" fmla="*/ 163189 w 1723042"/>
              <a:gd name="csY947" fmla="*/ 1114920 h 1114920"/>
              <a:gd name="csX948" fmla="*/ 163361 w 1723042"/>
              <a:gd name="csY948" fmla="*/ 1114920 h 1114920"/>
              <a:gd name="csX949" fmla="*/ 163534 w 1723042"/>
              <a:gd name="csY949" fmla="*/ 1114920 h 1114920"/>
              <a:gd name="csX950" fmla="*/ 163705 w 1723042"/>
              <a:gd name="csY950" fmla="*/ 1114920 h 1114920"/>
              <a:gd name="csX951" fmla="*/ 163878 w 1723042"/>
              <a:gd name="csY951" fmla="*/ 1114920 h 1114920"/>
              <a:gd name="csX952" fmla="*/ 164051 w 1723042"/>
              <a:gd name="csY952" fmla="*/ 1114920 h 1114920"/>
              <a:gd name="csX953" fmla="*/ 164222 w 1723042"/>
              <a:gd name="csY953" fmla="*/ 1114920 h 1114920"/>
              <a:gd name="csX954" fmla="*/ 164395 w 1723042"/>
              <a:gd name="csY954" fmla="*/ 1114920 h 1114920"/>
              <a:gd name="csX955" fmla="*/ 164567 w 1723042"/>
              <a:gd name="csY955" fmla="*/ 1114920 h 1114920"/>
              <a:gd name="csX956" fmla="*/ 164739 w 1723042"/>
              <a:gd name="csY956" fmla="*/ 1114920 h 1114920"/>
              <a:gd name="csX957" fmla="*/ 164912 w 1723042"/>
              <a:gd name="csY957" fmla="*/ 1114920 h 1114920"/>
              <a:gd name="csX958" fmla="*/ 165084 w 1723042"/>
              <a:gd name="csY958" fmla="*/ 1114920 h 1114920"/>
              <a:gd name="csX959" fmla="*/ 165256 w 1723042"/>
              <a:gd name="csY959" fmla="*/ 1114920 h 1114920"/>
              <a:gd name="csX960" fmla="*/ 165429 w 1723042"/>
              <a:gd name="csY960" fmla="*/ 1114920 h 1114920"/>
              <a:gd name="csX961" fmla="*/ 165601 w 1723042"/>
              <a:gd name="csY961" fmla="*/ 1114920 h 1114920"/>
              <a:gd name="csX962" fmla="*/ 165774 w 1723042"/>
              <a:gd name="csY962" fmla="*/ 1114920 h 1114920"/>
              <a:gd name="csX963" fmla="*/ 165946 w 1723042"/>
              <a:gd name="csY963" fmla="*/ 1114920 h 1114920"/>
              <a:gd name="csX964" fmla="*/ 166118 w 1723042"/>
              <a:gd name="csY964" fmla="*/ 1114920 h 1114920"/>
              <a:gd name="csX965" fmla="*/ 166291 w 1723042"/>
              <a:gd name="csY965" fmla="*/ 1114920 h 1114920"/>
              <a:gd name="csX966" fmla="*/ 166462 w 1723042"/>
              <a:gd name="csY966" fmla="*/ 1114920 h 1114920"/>
              <a:gd name="csX967" fmla="*/ 166635 w 1723042"/>
              <a:gd name="csY967" fmla="*/ 1114920 h 1114920"/>
              <a:gd name="csX968" fmla="*/ 166808 w 1723042"/>
              <a:gd name="csY968" fmla="*/ 1114920 h 1114920"/>
              <a:gd name="csX969" fmla="*/ 166979 w 1723042"/>
              <a:gd name="csY969" fmla="*/ 1114920 h 1114920"/>
              <a:gd name="csX970" fmla="*/ 167152 w 1723042"/>
              <a:gd name="csY970" fmla="*/ 1114920 h 1114920"/>
              <a:gd name="csX971" fmla="*/ 167324 w 1723042"/>
              <a:gd name="csY971" fmla="*/ 1114920 h 1114920"/>
              <a:gd name="csX972" fmla="*/ 167497 w 1723042"/>
              <a:gd name="csY972" fmla="*/ 1114920 h 1114920"/>
              <a:gd name="csX973" fmla="*/ 167669 w 1723042"/>
              <a:gd name="csY973" fmla="*/ 1114920 h 1114920"/>
              <a:gd name="csX974" fmla="*/ 167841 w 1723042"/>
              <a:gd name="csY974" fmla="*/ 1114920 h 1114920"/>
              <a:gd name="csX975" fmla="*/ 168014 w 1723042"/>
              <a:gd name="csY975" fmla="*/ 1114920 h 1114920"/>
              <a:gd name="csX976" fmla="*/ 168186 w 1723042"/>
              <a:gd name="csY976" fmla="*/ 1114920 h 1114920"/>
              <a:gd name="csX977" fmla="*/ 168358 w 1723042"/>
              <a:gd name="csY977" fmla="*/ 1114920 h 1114920"/>
              <a:gd name="csX978" fmla="*/ 168531 w 1723042"/>
              <a:gd name="csY978" fmla="*/ 1114920 h 1114920"/>
              <a:gd name="csX979" fmla="*/ 168703 w 1723042"/>
              <a:gd name="csY979" fmla="*/ 1114920 h 1114920"/>
              <a:gd name="csX980" fmla="*/ 168875 w 1723042"/>
              <a:gd name="csY980" fmla="*/ 1114920 h 1114920"/>
              <a:gd name="csX981" fmla="*/ 169048 w 1723042"/>
              <a:gd name="csY981" fmla="*/ 1114920 h 1114920"/>
              <a:gd name="csX982" fmla="*/ 169220 w 1723042"/>
              <a:gd name="csY982" fmla="*/ 1114920 h 1114920"/>
              <a:gd name="csX983" fmla="*/ 169392 w 1723042"/>
              <a:gd name="csY983" fmla="*/ 1114920 h 1114920"/>
              <a:gd name="csX984" fmla="*/ 169565 w 1723042"/>
              <a:gd name="csY984" fmla="*/ 1114920 h 1114920"/>
              <a:gd name="csX985" fmla="*/ 169737 w 1723042"/>
              <a:gd name="csY985" fmla="*/ 1114920 h 1114920"/>
              <a:gd name="csX986" fmla="*/ 169909 w 1723042"/>
              <a:gd name="csY986" fmla="*/ 1114920 h 1114920"/>
              <a:gd name="csX987" fmla="*/ 170081 w 1723042"/>
              <a:gd name="csY987" fmla="*/ 1114920 h 1114920"/>
              <a:gd name="csX988" fmla="*/ 170254 w 1723042"/>
              <a:gd name="csY988" fmla="*/ 1114920 h 1114920"/>
              <a:gd name="csX989" fmla="*/ 170426 w 1723042"/>
              <a:gd name="csY989" fmla="*/ 1114920 h 1114920"/>
              <a:gd name="csX990" fmla="*/ 170598 w 1723042"/>
              <a:gd name="csY990" fmla="*/ 1114920 h 1114920"/>
              <a:gd name="csX991" fmla="*/ 170771 w 1723042"/>
              <a:gd name="csY991" fmla="*/ 1114920 h 1114920"/>
              <a:gd name="csX992" fmla="*/ 170944 w 1723042"/>
              <a:gd name="csY992" fmla="*/ 1114920 h 1114920"/>
              <a:gd name="csX993" fmla="*/ 171115 w 1723042"/>
              <a:gd name="csY993" fmla="*/ 1114920 h 1114920"/>
              <a:gd name="csX994" fmla="*/ 171288 w 1723042"/>
              <a:gd name="csY994" fmla="*/ 1114920 h 1114920"/>
              <a:gd name="csX995" fmla="*/ 171460 w 1723042"/>
              <a:gd name="csY995" fmla="*/ 1114920 h 1114920"/>
              <a:gd name="csX996" fmla="*/ 171632 w 1723042"/>
              <a:gd name="csY996" fmla="*/ 1114920 h 1114920"/>
              <a:gd name="csX997" fmla="*/ 171805 w 1723042"/>
              <a:gd name="csY997" fmla="*/ 1114920 h 1114920"/>
              <a:gd name="csX998" fmla="*/ 171977 w 1723042"/>
              <a:gd name="csY998" fmla="*/ 1114920 h 1114920"/>
              <a:gd name="csX999" fmla="*/ 172149 w 1723042"/>
              <a:gd name="csY999" fmla="*/ 1114920 h 1114920"/>
              <a:gd name="csX1000" fmla="*/ 172322 w 1723042"/>
              <a:gd name="csY1000" fmla="*/ 1114920 h 1114920"/>
              <a:gd name="csX1001" fmla="*/ 172494 w 1723042"/>
              <a:gd name="csY1001" fmla="*/ 1114920 h 1114920"/>
              <a:gd name="csX1002" fmla="*/ 172666 w 1723042"/>
              <a:gd name="csY1002" fmla="*/ 1114920 h 1114920"/>
              <a:gd name="csX1003" fmla="*/ 172838 w 1723042"/>
              <a:gd name="csY1003" fmla="*/ 1114920 h 1114920"/>
              <a:gd name="csX1004" fmla="*/ 173011 w 1723042"/>
              <a:gd name="csY1004" fmla="*/ 1114920 h 1114920"/>
              <a:gd name="csX1005" fmla="*/ 173184 w 1723042"/>
              <a:gd name="csY1005" fmla="*/ 1114920 h 1114920"/>
              <a:gd name="csX1006" fmla="*/ 173355 w 1723042"/>
              <a:gd name="csY1006" fmla="*/ 1114920 h 1114920"/>
              <a:gd name="csX1007" fmla="*/ 173528 w 1723042"/>
              <a:gd name="csY1007" fmla="*/ 1114920 h 1114920"/>
              <a:gd name="csX1008" fmla="*/ 173701 w 1723042"/>
              <a:gd name="csY1008" fmla="*/ 1114920 h 1114920"/>
              <a:gd name="csX1009" fmla="*/ 173872 w 1723042"/>
              <a:gd name="csY1009" fmla="*/ 1114920 h 1114920"/>
              <a:gd name="csX1010" fmla="*/ 174045 w 1723042"/>
              <a:gd name="csY1010" fmla="*/ 1114920 h 1114920"/>
              <a:gd name="csX1011" fmla="*/ 174217 w 1723042"/>
              <a:gd name="csY1011" fmla="*/ 1114920 h 1114920"/>
              <a:gd name="csX1012" fmla="*/ 174389 w 1723042"/>
              <a:gd name="csY1012" fmla="*/ 1114920 h 1114920"/>
              <a:gd name="csX1013" fmla="*/ 174562 w 1723042"/>
              <a:gd name="csY1013" fmla="*/ 1114920 h 1114920"/>
              <a:gd name="csX1014" fmla="*/ 174734 w 1723042"/>
              <a:gd name="csY1014" fmla="*/ 1114920 h 1114920"/>
              <a:gd name="csX1015" fmla="*/ 174907 w 1723042"/>
              <a:gd name="csY1015" fmla="*/ 1114920 h 1114920"/>
              <a:gd name="csX1016" fmla="*/ 175079 w 1723042"/>
              <a:gd name="csY1016" fmla="*/ 1114920 h 1114920"/>
              <a:gd name="csX1017" fmla="*/ 175251 w 1723042"/>
              <a:gd name="csY1017" fmla="*/ 1114920 h 1114920"/>
              <a:gd name="csX1018" fmla="*/ 175424 w 1723042"/>
              <a:gd name="csY1018" fmla="*/ 1114920 h 1114920"/>
              <a:gd name="csX1019" fmla="*/ 175595 w 1723042"/>
              <a:gd name="csY1019" fmla="*/ 1114920 h 1114920"/>
              <a:gd name="csX1020" fmla="*/ 175768 w 1723042"/>
              <a:gd name="csY1020" fmla="*/ 1114920 h 1114920"/>
              <a:gd name="csX1021" fmla="*/ 175941 w 1723042"/>
              <a:gd name="csY1021" fmla="*/ 1114920 h 1114920"/>
              <a:gd name="csX1022" fmla="*/ 176112 w 1723042"/>
              <a:gd name="csY1022" fmla="*/ 1114920 h 1114920"/>
              <a:gd name="csX1023" fmla="*/ 176285 w 1723042"/>
              <a:gd name="csY1023" fmla="*/ 1114920 h 1114920"/>
              <a:gd name="csX1024" fmla="*/ 176458 w 1723042"/>
              <a:gd name="csY1024" fmla="*/ 1114920 h 1114920"/>
              <a:gd name="csX1025" fmla="*/ 176630 w 1723042"/>
              <a:gd name="csY1025" fmla="*/ 1114920 h 1114920"/>
              <a:gd name="csX1026" fmla="*/ 176802 w 1723042"/>
              <a:gd name="csY1026" fmla="*/ 1114920 h 1114920"/>
              <a:gd name="csX1027" fmla="*/ 176974 w 1723042"/>
              <a:gd name="csY1027" fmla="*/ 1114920 h 1114920"/>
              <a:gd name="csX1028" fmla="*/ 177147 w 1723042"/>
              <a:gd name="csY1028" fmla="*/ 1114920 h 1114920"/>
              <a:gd name="csX1029" fmla="*/ 177319 w 1723042"/>
              <a:gd name="csY1029" fmla="*/ 1114920 h 1114920"/>
              <a:gd name="csX1030" fmla="*/ 177491 w 1723042"/>
              <a:gd name="csY1030" fmla="*/ 1114920 h 1114920"/>
              <a:gd name="csX1031" fmla="*/ 177664 w 1723042"/>
              <a:gd name="csY1031" fmla="*/ 1114920 h 1114920"/>
              <a:gd name="csX1032" fmla="*/ 177836 w 1723042"/>
              <a:gd name="csY1032" fmla="*/ 1114920 h 1114920"/>
              <a:gd name="csX1033" fmla="*/ 178008 w 1723042"/>
              <a:gd name="csY1033" fmla="*/ 1114920 h 1114920"/>
              <a:gd name="csX1034" fmla="*/ 178181 w 1723042"/>
              <a:gd name="csY1034" fmla="*/ 1114920 h 1114920"/>
              <a:gd name="csX1035" fmla="*/ 178352 w 1723042"/>
              <a:gd name="csY1035" fmla="*/ 1114920 h 1114920"/>
              <a:gd name="csX1036" fmla="*/ 178525 w 1723042"/>
              <a:gd name="csY1036" fmla="*/ 1114920 h 1114920"/>
              <a:gd name="csX1037" fmla="*/ 178698 w 1723042"/>
              <a:gd name="csY1037" fmla="*/ 1114920 h 1114920"/>
              <a:gd name="csX1038" fmla="*/ 178870 w 1723042"/>
              <a:gd name="csY1038" fmla="*/ 1114920 h 1114920"/>
              <a:gd name="csX1039" fmla="*/ 179042 w 1723042"/>
              <a:gd name="csY1039" fmla="*/ 1114920 h 1114920"/>
              <a:gd name="csX1040" fmla="*/ 179215 w 1723042"/>
              <a:gd name="csY1040" fmla="*/ 1114920 h 1114920"/>
              <a:gd name="csX1041" fmla="*/ 179387 w 1723042"/>
              <a:gd name="csY1041" fmla="*/ 1114920 h 1114920"/>
              <a:gd name="csX1042" fmla="*/ 179559 w 1723042"/>
              <a:gd name="csY1042" fmla="*/ 1114920 h 1114920"/>
              <a:gd name="csX1043" fmla="*/ 179731 w 1723042"/>
              <a:gd name="csY1043" fmla="*/ 1114920 h 1114920"/>
              <a:gd name="csX1044" fmla="*/ 179904 w 1723042"/>
              <a:gd name="csY1044" fmla="*/ 1114920 h 1114920"/>
              <a:gd name="csX1045" fmla="*/ 180076 w 1723042"/>
              <a:gd name="csY1045" fmla="*/ 1114920 h 1114920"/>
              <a:gd name="csX1046" fmla="*/ 180248 w 1723042"/>
              <a:gd name="csY1046" fmla="*/ 1114920 h 1114920"/>
              <a:gd name="csX1047" fmla="*/ 180421 w 1723042"/>
              <a:gd name="csY1047" fmla="*/ 1114920 h 1114920"/>
              <a:gd name="csX1048" fmla="*/ 180593 w 1723042"/>
              <a:gd name="csY1048" fmla="*/ 1114920 h 1114920"/>
              <a:gd name="csX1049" fmla="*/ 180765 w 1723042"/>
              <a:gd name="csY1049" fmla="*/ 1114920 h 1114920"/>
              <a:gd name="csX1050" fmla="*/ 180938 w 1723042"/>
              <a:gd name="csY1050" fmla="*/ 1114920 h 1114920"/>
              <a:gd name="csX1051" fmla="*/ 181110 w 1723042"/>
              <a:gd name="csY1051" fmla="*/ 1114920 h 1114920"/>
              <a:gd name="csX1052" fmla="*/ 181282 w 1723042"/>
              <a:gd name="csY1052" fmla="*/ 1114920 h 1114920"/>
              <a:gd name="csX1053" fmla="*/ 181455 w 1723042"/>
              <a:gd name="csY1053" fmla="*/ 1114920 h 1114920"/>
              <a:gd name="csX1054" fmla="*/ 181627 w 1723042"/>
              <a:gd name="csY1054" fmla="*/ 1114920 h 1114920"/>
              <a:gd name="csX1055" fmla="*/ 181799 w 1723042"/>
              <a:gd name="csY1055" fmla="*/ 1114920 h 1114920"/>
              <a:gd name="csX1056" fmla="*/ 181972 w 1723042"/>
              <a:gd name="csY1056" fmla="*/ 1114920 h 1114920"/>
              <a:gd name="csX1057" fmla="*/ 182144 w 1723042"/>
              <a:gd name="csY1057" fmla="*/ 1114920 h 1114920"/>
              <a:gd name="csX1058" fmla="*/ 182317 w 1723042"/>
              <a:gd name="csY1058" fmla="*/ 1114920 h 1114920"/>
              <a:gd name="csX1059" fmla="*/ 182488 w 1723042"/>
              <a:gd name="csY1059" fmla="*/ 1114920 h 1114920"/>
              <a:gd name="csX1060" fmla="*/ 182661 w 1723042"/>
              <a:gd name="csY1060" fmla="*/ 1114920 h 1114920"/>
              <a:gd name="csX1061" fmla="*/ 182834 w 1723042"/>
              <a:gd name="csY1061" fmla="*/ 1114920 h 1114920"/>
              <a:gd name="csX1062" fmla="*/ 183005 w 1723042"/>
              <a:gd name="csY1062" fmla="*/ 1114920 h 1114920"/>
              <a:gd name="csX1063" fmla="*/ 183178 w 1723042"/>
              <a:gd name="csY1063" fmla="*/ 1114920 h 1114920"/>
              <a:gd name="csX1064" fmla="*/ 183350 w 1723042"/>
              <a:gd name="csY1064" fmla="*/ 1114920 h 1114920"/>
              <a:gd name="csX1065" fmla="*/ 183522 w 1723042"/>
              <a:gd name="csY1065" fmla="*/ 1114920 h 1114920"/>
              <a:gd name="csX1066" fmla="*/ 183695 w 1723042"/>
              <a:gd name="csY1066" fmla="*/ 1114920 h 1114920"/>
              <a:gd name="csX1067" fmla="*/ 183867 w 1723042"/>
              <a:gd name="csY1067" fmla="*/ 1114920 h 1114920"/>
              <a:gd name="csX1068" fmla="*/ 184039 w 1723042"/>
              <a:gd name="csY1068" fmla="*/ 1114920 h 1114920"/>
              <a:gd name="csX1069" fmla="*/ 184212 w 1723042"/>
              <a:gd name="csY1069" fmla="*/ 1114920 h 1114920"/>
              <a:gd name="csX1070" fmla="*/ 184384 w 1723042"/>
              <a:gd name="csY1070" fmla="*/ 1114920 h 1114920"/>
              <a:gd name="csX1071" fmla="*/ 184557 w 1723042"/>
              <a:gd name="csY1071" fmla="*/ 1114920 h 1114920"/>
              <a:gd name="csX1072" fmla="*/ 184729 w 1723042"/>
              <a:gd name="csY1072" fmla="*/ 1114920 h 1114920"/>
              <a:gd name="csX1073" fmla="*/ 184901 w 1723042"/>
              <a:gd name="csY1073" fmla="*/ 1114920 h 1114920"/>
              <a:gd name="csX1074" fmla="*/ 185074 w 1723042"/>
              <a:gd name="csY1074" fmla="*/ 1114920 h 1114920"/>
              <a:gd name="csX1075" fmla="*/ 185245 w 1723042"/>
              <a:gd name="csY1075" fmla="*/ 1114920 h 1114920"/>
              <a:gd name="csX1076" fmla="*/ 185418 w 1723042"/>
              <a:gd name="csY1076" fmla="*/ 1114920 h 1114920"/>
              <a:gd name="csX1077" fmla="*/ 185591 w 1723042"/>
              <a:gd name="csY1077" fmla="*/ 1114920 h 1114920"/>
              <a:gd name="csX1078" fmla="*/ 185762 w 1723042"/>
              <a:gd name="csY1078" fmla="*/ 1114920 h 1114920"/>
              <a:gd name="csX1079" fmla="*/ 185935 w 1723042"/>
              <a:gd name="csY1079" fmla="*/ 1114920 h 1114920"/>
              <a:gd name="csX1080" fmla="*/ 186108 w 1723042"/>
              <a:gd name="csY1080" fmla="*/ 1114920 h 1114920"/>
              <a:gd name="csX1081" fmla="*/ 186280 w 1723042"/>
              <a:gd name="csY1081" fmla="*/ 1114920 h 1114920"/>
              <a:gd name="csX1082" fmla="*/ 186452 w 1723042"/>
              <a:gd name="csY1082" fmla="*/ 1114920 h 1114920"/>
              <a:gd name="csX1083" fmla="*/ 186624 w 1723042"/>
              <a:gd name="csY1083" fmla="*/ 1114920 h 1114920"/>
              <a:gd name="csX1084" fmla="*/ 186797 w 1723042"/>
              <a:gd name="csY1084" fmla="*/ 1114920 h 1114920"/>
              <a:gd name="csX1085" fmla="*/ 186969 w 1723042"/>
              <a:gd name="csY1085" fmla="*/ 1114920 h 1114920"/>
              <a:gd name="csX1086" fmla="*/ 187141 w 1723042"/>
              <a:gd name="csY1086" fmla="*/ 1114920 h 1114920"/>
              <a:gd name="csX1087" fmla="*/ 187314 w 1723042"/>
              <a:gd name="csY1087" fmla="*/ 1114920 h 1114920"/>
              <a:gd name="csX1088" fmla="*/ 187486 w 1723042"/>
              <a:gd name="csY1088" fmla="*/ 1114920 h 1114920"/>
              <a:gd name="csX1089" fmla="*/ 187658 w 1723042"/>
              <a:gd name="csY1089" fmla="*/ 1114920 h 1114920"/>
              <a:gd name="csX1090" fmla="*/ 187831 w 1723042"/>
              <a:gd name="csY1090" fmla="*/ 1114920 h 1114920"/>
              <a:gd name="csX1091" fmla="*/ 188003 w 1723042"/>
              <a:gd name="csY1091" fmla="*/ 1114920 h 1114920"/>
              <a:gd name="csX1092" fmla="*/ 188175 w 1723042"/>
              <a:gd name="csY1092" fmla="*/ 1114920 h 1114920"/>
              <a:gd name="csX1093" fmla="*/ 188348 w 1723042"/>
              <a:gd name="csY1093" fmla="*/ 1114920 h 1114920"/>
              <a:gd name="csX1094" fmla="*/ 188520 w 1723042"/>
              <a:gd name="csY1094" fmla="*/ 1114920 h 1114920"/>
              <a:gd name="csX1095" fmla="*/ 188692 w 1723042"/>
              <a:gd name="csY1095" fmla="*/ 1114920 h 1114920"/>
              <a:gd name="csX1096" fmla="*/ 188865 w 1723042"/>
              <a:gd name="csY1096" fmla="*/ 1114920 h 1114920"/>
              <a:gd name="csX1097" fmla="*/ 189037 w 1723042"/>
              <a:gd name="csY1097" fmla="*/ 1114920 h 1114920"/>
              <a:gd name="csX1098" fmla="*/ 189209 w 1723042"/>
              <a:gd name="csY1098" fmla="*/ 1114920 h 1114920"/>
              <a:gd name="csX1099" fmla="*/ 189381 w 1723042"/>
              <a:gd name="csY1099" fmla="*/ 1114920 h 1114920"/>
              <a:gd name="csX1100" fmla="*/ 189554 w 1723042"/>
              <a:gd name="csY1100" fmla="*/ 1114920 h 1114920"/>
              <a:gd name="csX1101" fmla="*/ 189726 w 1723042"/>
              <a:gd name="csY1101" fmla="*/ 1114920 h 1114920"/>
              <a:gd name="csX1102" fmla="*/ 189898 w 1723042"/>
              <a:gd name="csY1102" fmla="*/ 1114920 h 1114920"/>
              <a:gd name="csX1103" fmla="*/ 190071 w 1723042"/>
              <a:gd name="csY1103" fmla="*/ 1114920 h 1114920"/>
              <a:gd name="csX1104" fmla="*/ 190243 w 1723042"/>
              <a:gd name="csY1104" fmla="*/ 1114920 h 1114920"/>
              <a:gd name="csX1105" fmla="*/ 190415 w 1723042"/>
              <a:gd name="csY1105" fmla="*/ 1114920 h 1114920"/>
              <a:gd name="csX1106" fmla="*/ 190588 w 1723042"/>
              <a:gd name="csY1106" fmla="*/ 1114920 h 1114920"/>
              <a:gd name="csX1107" fmla="*/ 190760 w 1723042"/>
              <a:gd name="csY1107" fmla="*/ 1114920 h 1114920"/>
              <a:gd name="csX1108" fmla="*/ 190932 w 1723042"/>
              <a:gd name="csY1108" fmla="*/ 1114920 h 1114920"/>
              <a:gd name="csX1109" fmla="*/ 191105 w 1723042"/>
              <a:gd name="csY1109" fmla="*/ 1114920 h 1114920"/>
              <a:gd name="csX1110" fmla="*/ 191277 w 1723042"/>
              <a:gd name="csY1110" fmla="*/ 1114920 h 1114920"/>
              <a:gd name="csX1111" fmla="*/ 191449 w 1723042"/>
              <a:gd name="csY1111" fmla="*/ 1114920 h 1114920"/>
              <a:gd name="csX1112" fmla="*/ 191622 w 1723042"/>
              <a:gd name="csY1112" fmla="*/ 1114920 h 1114920"/>
              <a:gd name="csX1113" fmla="*/ 191794 w 1723042"/>
              <a:gd name="csY1113" fmla="*/ 1114920 h 1114920"/>
              <a:gd name="csX1114" fmla="*/ 191967 w 1723042"/>
              <a:gd name="csY1114" fmla="*/ 1114920 h 1114920"/>
              <a:gd name="csX1115" fmla="*/ 192138 w 1723042"/>
              <a:gd name="csY1115" fmla="*/ 1114920 h 1114920"/>
              <a:gd name="csX1116" fmla="*/ 192311 w 1723042"/>
              <a:gd name="csY1116" fmla="*/ 1114920 h 1114920"/>
              <a:gd name="csX1117" fmla="*/ 192484 w 1723042"/>
              <a:gd name="csY1117" fmla="*/ 1114920 h 1114920"/>
              <a:gd name="csX1118" fmla="*/ 192655 w 1723042"/>
              <a:gd name="csY1118" fmla="*/ 1114920 h 1114920"/>
              <a:gd name="csX1119" fmla="*/ 192828 w 1723042"/>
              <a:gd name="csY1119" fmla="*/ 1114920 h 1114920"/>
              <a:gd name="csX1120" fmla="*/ 193000 w 1723042"/>
              <a:gd name="csY1120" fmla="*/ 1114920 h 1114920"/>
              <a:gd name="csX1121" fmla="*/ 193172 w 1723042"/>
              <a:gd name="csY1121" fmla="*/ 1114920 h 1114920"/>
              <a:gd name="csX1122" fmla="*/ 193345 w 1723042"/>
              <a:gd name="csY1122" fmla="*/ 1114920 h 1114920"/>
              <a:gd name="csX1123" fmla="*/ 193517 w 1723042"/>
              <a:gd name="csY1123" fmla="*/ 1114920 h 1114920"/>
              <a:gd name="csX1124" fmla="*/ 193690 w 1723042"/>
              <a:gd name="csY1124" fmla="*/ 1114920 h 1114920"/>
              <a:gd name="csX1125" fmla="*/ 193862 w 1723042"/>
              <a:gd name="csY1125" fmla="*/ 1114920 h 1114920"/>
              <a:gd name="csX1126" fmla="*/ 194034 w 1723042"/>
              <a:gd name="csY1126" fmla="*/ 1114920 h 1114920"/>
              <a:gd name="csX1127" fmla="*/ 194207 w 1723042"/>
              <a:gd name="csY1127" fmla="*/ 1114920 h 1114920"/>
              <a:gd name="csX1128" fmla="*/ 194379 w 1723042"/>
              <a:gd name="csY1128" fmla="*/ 1114920 h 1114920"/>
              <a:gd name="csX1129" fmla="*/ 194551 w 1723042"/>
              <a:gd name="csY1129" fmla="*/ 1114920 h 1114920"/>
              <a:gd name="csX1130" fmla="*/ 194724 w 1723042"/>
              <a:gd name="csY1130" fmla="*/ 1114920 h 1114920"/>
              <a:gd name="csX1131" fmla="*/ 194895 w 1723042"/>
              <a:gd name="csY1131" fmla="*/ 1114920 h 1114920"/>
              <a:gd name="csX1132" fmla="*/ 195068 w 1723042"/>
              <a:gd name="csY1132" fmla="*/ 1114920 h 1114920"/>
              <a:gd name="csX1133" fmla="*/ 195241 w 1723042"/>
              <a:gd name="csY1133" fmla="*/ 1114920 h 1114920"/>
              <a:gd name="csX1134" fmla="*/ 195412 w 1723042"/>
              <a:gd name="csY1134" fmla="*/ 1114920 h 1114920"/>
              <a:gd name="csX1135" fmla="*/ 195585 w 1723042"/>
              <a:gd name="csY1135" fmla="*/ 1114920 h 1114920"/>
              <a:gd name="csX1136" fmla="*/ 195757 w 1723042"/>
              <a:gd name="csY1136" fmla="*/ 1114920 h 1114920"/>
              <a:gd name="csX1137" fmla="*/ 195930 w 1723042"/>
              <a:gd name="csY1137" fmla="*/ 1114920 h 1114920"/>
              <a:gd name="csX1138" fmla="*/ 196102 w 1723042"/>
              <a:gd name="csY1138" fmla="*/ 1114920 h 1114920"/>
              <a:gd name="csX1139" fmla="*/ 196274 w 1723042"/>
              <a:gd name="csY1139" fmla="*/ 1114920 h 1114920"/>
              <a:gd name="csX1140" fmla="*/ 196447 w 1723042"/>
              <a:gd name="csY1140" fmla="*/ 1114920 h 1114920"/>
              <a:gd name="csX1141" fmla="*/ 196619 w 1723042"/>
              <a:gd name="csY1141" fmla="*/ 1114920 h 1114920"/>
              <a:gd name="csX1142" fmla="*/ 196791 w 1723042"/>
              <a:gd name="csY1142" fmla="*/ 1114920 h 1114920"/>
              <a:gd name="csX1143" fmla="*/ 196964 w 1723042"/>
              <a:gd name="csY1143" fmla="*/ 1114920 h 1114920"/>
              <a:gd name="csX1144" fmla="*/ 197136 w 1723042"/>
              <a:gd name="csY1144" fmla="*/ 1114920 h 1114920"/>
              <a:gd name="csX1145" fmla="*/ 197308 w 1723042"/>
              <a:gd name="csY1145" fmla="*/ 1114920 h 1114920"/>
              <a:gd name="csX1146" fmla="*/ 197481 w 1723042"/>
              <a:gd name="csY1146" fmla="*/ 1114920 h 1114920"/>
              <a:gd name="csX1147" fmla="*/ 197653 w 1723042"/>
              <a:gd name="csY1147" fmla="*/ 1114920 h 1114920"/>
              <a:gd name="csX1148" fmla="*/ 197825 w 1723042"/>
              <a:gd name="csY1148" fmla="*/ 1114920 h 1114920"/>
              <a:gd name="csX1149" fmla="*/ 197998 w 1723042"/>
              <a:gd name="csY1149" fmla="*/ 1114920 h 1114920"/>
              <a:gd name="csX1150" fmla="*/ 198170 w 1723042"/>
              <a:gd name="csY1150" fmla="*/ 1114920 h 1114920"/>
              <a:gd name="csX1151" fmla="*/ 198342 w 1723042"/>
              <a:gd name="csY1151" fmla="*/ 1114920 h 1114920"/>
              <a:gd name="csX1152" fmla="*/ 198514 w 1723042"/>
              <a:gd name="csY1152" fmla="*/ 1114920 h 1114920"/>
              <a:gd name="csX1153" fmla="*/ 198687 w 1723042"/>
              <a:gd name="csY1153" fmla="*/ 1114920 h 1114920"/>
              <a:gd name="csX1154" fmla="*/ 198859 w 1723042"/>
              <a:gd name="csY1154" fmla="*/ 1114920 h 1114920"/>
              <a:gd name="csX1155" fmla="*/ 199031 w 1723042"/>
              <a:gd name="csY1155" fmla="*/ 1114920 h 1114920"/>
              <a:gd name="csX1156" fmla="*/ 199204 w 1723042"/>
              <a:gd name="csY1156" fmla="*/ 1114920 h 1114920"/>
              <a:gd name="csX1157" fmla="*/ 199377 w 1723042"/>
              <a:gd name="csY1157" fmla="*/ 1114920 h 1114920"/>
              <a:gd name="csX1158" fmla="*/ 199548 w 1723042"/>
              <a:gd name="csY1158" fmla="*/ 1114920 h 1114920"/>
              <a:gd name="csX1159" fmla="*/ 199721 w 1723042"/>
              <a:gd name="csY1159" fmla="*/ 1114920 h 1114920"/>
              <a:gd name="csX1160" fmla="*/ 199893 w 1723042"/>
              <a:gd name="csY1160" fmla="*/ 1114920 h 1114920"/>
              <a:gd name="csX1161" fmla="*/ 200065 w 1723042"/>
              <a:gd name="csY1161" fmla="*/ 1114920 h 1114920"/>
              <a:gd name="csX1162" fmla="*/ 200238 w 1723042"/>
              <a:gd name="csY1162" fmla="*/ 1114920 h 1114920"/>
              <a:gd name="csX1163" fmla="*/ 200410 w 1723042"/>
              <a:gd name="csY1163" fmla="*/ 1114920 h 1114920"/>
              <a:gd name="csX1164" fmla="*/ 200582 w 1723042"/>
              <a:gd name="csY1164" fmla="*/ 1114920 h 1114920"/>
              <a:gd name="csX1165" fmla="*/ 200755 w 1723042"/>
              <a:gd name="csY1165" fmla="*/ 1114920 h 1114920"/>
              <a:gd name="csX1166" fmla="*/ 200927 w 1723042"/>
              <a:gd name="csY1166" fmla="*/ 1114920 h 1114920"/>
              <a:gd name="csX1167" fmla="*/ 201099 w 1723042"/>
              <a:gd name="csY1167" fmla="*/ 1114920 h 1114920"/>
              <a:gd name="csX1168" fmla="*/ 201271 w 1723042"/>
              <a:gd name="csY1168" fmla="*/ 1114920 h 1114920"/>
              <a:gd name="csX1169" fmla="*/ 201444 w 1723042"/>
              <a:gd name="csY1169" fmla="*/ 1114920 h 1114920"/>
              <a:gd name="csX1170" fmla="*/ 201617 w 1723042"/>
              <a:gd name="csY1170" fmla="*/ 1114920 h 1114920"/>
              <a:gd name="csX1171" fmla="*/ 201788 w 1723042"/>
              <a:gd name="csY1171" fmla="*/ 1114920 h 1114920"/>
              <a:gd name="csX1172" fmla="*/ 201961 w 1723042"/>
              <a:gd name="csY1172" fmla="*/ 1114920 h 1114920"/>
              <a:gd name="csX1173" fmla="*/ 202134 w 1723042"/>
              <a:gd name="csY1173" fmla="*/ 1114920 h 1114920"/>
              <a:gd name="csX1174" fmla="*/ 202305 w 1723042"/>
              <a:gd name="csY1174" fmla="*/ 1114920 h 1114920"/>
              <a:gd name="csX1175" fmla="*/ 202478 w 1723042"/>
              <a:gd name="csY1175" fmla="*/ 1114920 h 1114920"/>
              <a:gd name="csX1176" fmla="*/ 202650 w 1723042"/>
              <a:gd name="csY1176" fmla="*/ 1114920 h 1114920"/>
              <a:gd name="csX1177" fmla="*/ 202822 w 1723042"/>
              <a:gd name="csY1177" fmla="*/ 1114920 h 1114920"/>
              <a:gd name="csX1178" fmla="*/ 202995 w 1723042"/>
              <a:gd name="csY1178" fmla="*/ 1114920 h 1114920"/>
              <a:gd name="csX1179" fmla="*/ 203167 w 1723042"/>
              <a:gd name="csY1179" fmla="*/ 1114920 h 1114920"/>
              <a:gd name="csX1180" fmla="*/ 203340 w 1723042"/>
              <a:gd name="csY1180" fmla="*/ 1114920 h 1114920"/>
              <a:gd name="csX1181" fmla="*/ 203512 w 1723042"/>
              <a:gd name="csY1181" fmla="*/ 1114920 h 1114920"/>
              <a:gd name="csX1182" fmla="*/ 203684 w 1723042"/>
              <a:gd name="csY1182" fmla="*/ 1114920 h 1114920"/>
              <a:gd name="csX1183" fmla="*/ 203857 w 1723042"/>
              <a:gd name="csY1183" fmla="*/ 1114920 h 1114920"/>
              <a:gd name="csX1184" fmla="*/ 204029 w 1723042"/>
              <a:gd name="csY1184" fmla="*/ 1114920 h 1114920"/>
              <a:gd name="csX1185" fmla="*/ 204201 w 1723042"/>
              <a:gd name="csY1185" fmla="*/ 1114920 h 1114920"/>
              <a:gd name="csX1186" fmla="*/ 204374 w 1723042"/>
              <a:gd name="csY1186" fmla="*/ 1114920 h 1114920"/>
              <a:gd name="csX1187" fmla="*/ 204545 w 1723042"/>
              <a:gd name="csY1187" fmla="*/ 1114920 h 1114920"/>
              <a:gd name="csX1188" fmla="*/ 204718 w 1723042"/>
              <a:gd name="csY1188" fmla="*/ 1114920 h 1114920"/>
              <a:gd name="csX1189" fmla="*/ 204891 w 1723042"/>
              <a:gd name="csY1189" fmla="*/ 1114920 h 1114920"/>
              <a:gd name="csX1190" fmla="*/ 205063 w 1723042"/>
              <a:gd name="csY1190" fmla="*/ 1114920 h 1114920"/>
              <a:gd name="csX1191" fmla="*/ 205235 w 1723042"/>
              <a:gd name="csY1191" fmla="*/ 1114920 h 1114920"/>
              <a:gd name="csX1192" fmla="*/ 205407 w 1723042"/>
              <a:gd name="csY1192" fmla="*/ 1114920 h 1114920"/>
              <a:gd name="csX1193" fmla="*/ 205580 w 1723042"/>
              <a:gd name="csY1193" fmla="*/ 1114920 h 1114920"/>
              <a:gd name="csX1194" fmla="*/ 205752 w 1723042"/>
              <a:gd name="csY1194" fmla="*/ 1114920 h 1114920"/>
              <a:gd name="csX1195" fmla="*/ 205924 w 1723042"/>
              <a:gd name="csY1195" fmla="*/ 1114920 h 1114920"/>
              <a:gd name="csX1196" fmla="*/ 206097 w 1723042"/>
              <a:gd name="csY1196" fmla="*/ 1114920 h 1114920"/>
              <a:gd name="csX1197" fmla="*/ 206269 w 1723042"/>
              <a:gd name="csY1197" fmla="*/ 1114920 h 1114920"/>
              <a:gd name="csX1198" fmla="*/ 206441 w 1723042"/>
              <a:gd name="csY1198" fmla="*/ 1114920 h 1114920"/>
              <a:gd name="csX1199" fmla="*/ 206614 w 1723042"/>
              <a:gd name="csY1199" fmla="*/ 1114920 h 1114920"/>
              <a:gd name="csX1200" fmla="*/ 206786 w 1723042"/>
              <a:gd name="csY1200" fmla="*/ 1114920 h 1114920"/>
              <a:gd name="csX1201" fmla="*/ 206958 w 1723042"/>
              <a:gd name="csY1201" fmla="*/ 1114920 h 1114920"/>
              <a:gd name="csX1202" fmla="*/ 207131 w 1723042"/>
              <a:gd name="csY1202" fmla="*/ 1114920 h 1114920"/>
              <a:gd name="csX1203" fmla="*/ 207303 w 1723042"/>
              <a:gd name="csY1203" fmla="*/ 1114920 h 1114920"/>
              <a:gd name="csX1204" fmla="*/ 207475 w 1723042"/>
              <a:gd name="csY1204" fmla="*/ 1114920 h 1114920"/>
              <a:gd name="csX1205" fmla="*/ 207648 w 1723042"/>
              <a:gd name="csY1205" fmla="*/ 1114920 h 1114920"/>
              <a:gd name="csX1206" fmla="*/ 207820 w 1723042"/>
              <a:gd name="csY1206" fmla="*/ 1114920 h 1114920"/>
              <a:gd name="csX1207" fmla="*/ 207992 w 1723042"/>
              <a:gd name="csY1207" fmla="*/ 1114920 h 1114920"/>
              <a:gd name="csX1208" fmla="*/ 208165 w 1723042"/>
              <a:gd name="csY1208" fmla="*/ 1114920 h 1114920"/>
              <a:gd name="csX1209" fmla="*/ 208337 w 1723042"/>
              <a:gd name="csY1209" fmla="*/ 1114920 h 1114920"/>
              <a:gd name="csX1210" fmla="*/ 208509 w 1723042"/>
              <a:gd name="csY1210" fmla="*/ 1114920 h 1114920"/>
              <a:gd name="csX1211" fmla="*/ 208681 w 1723042"/>
              <a:gd name="csY1211" fmla="*/ 1114920 h 1114920"/>
              <a:gd name="csX1212" fmla="*/ 208854 w 1723042"/>
              <a:gd name="csY1212" fmla="*/ 1114920 h 1114920"/>
              <a:gd name="csX1213" fmla="*/ 209027 w 1723042"/>
              <a:gd name="csY1213" fmla="*/ 1114920 h 1114920"/>
              <a:gd name="csX1214" fmla="*/ 209198 w 1723042"/>
              <a:gd name="csY1214" fmla="*/ 1114920 h 1114920"/>
              <a:gd name="csX1215" fmla="*/ 209371 w 1723042"/>
              <a:gd name="csY1215" fmla="*/ 1114920 h 1114920"/>
              <a:gd name="csX1216" fmla="*/ 209543 w 1723042"/>
              <a:gd name="csY1216" fmla="*/ 1114920 h 1114920"/>
              <a:gd name="csX1217" fmla="*/ 209715 w 1723042"/>
              <a:gd name="csY1217" fmla="*/ 1114920 h 1114920"/>
              <a:gd name="csX1218" fmla="*/ 209888 w 1723042"/>
              <a:gd name="csY1218" fmla="*/ 1114920 h 1114920"/>
              <a:gd name="csX1219" fmla="*/ 210060 w 1723042"/>
              <a:gd name="csY1219" fmla="*/ 1114920 h 1114920"/>
              <a:gd name="csX1220" fmla="*/ 210232 w 1723042"/>
              <a:gd name="csY1220" fmla="*/ 1114920 h 1114920"/>
              <a:gd name="csX1221" fmla="*/ 210405 w 1723042"/>
              <a:gd name="csY1221" fmla="*/ 1114920 h 1114920"/>
              <a:gd name="csX1222" fmla="*/ 210577 w 1723042"/>
              <a:gd name="csY1222" fmla="*/ 1114920 h 1114920"/>
              <a:gd name="csX1223" fmla="*/ 210750 w 1723042"/>
              <a:gd name="csY1223" fmla="*/ 1114920 h 1114920"/>
              <a:gd name="csX1224" fmla="*/ 210922 w 1723042"/>
              <a:gd name="csY1224" fmla="*/ 1114920 h 1114920"/>
              <a:gd name="csX1225" fmla="*/ 211094 w 1723042"/>
              <a:gd name="csY1225" fmla="*/ 1114920 h 1114920"/>
              <a:gd name="csX1226" fmla="*/ 211267 w 1723042"/>
              <a:gd name="csY1226" fmla="*/ 1114920 h 1114920"/>
              <a:gd name="csX1227" fmla="*/ 211438 w 1723042"/>
              <a:gd name="csY1227" fmla="*/ 1114920 h 1114920"/>
              <a:gd name="csX1228" fmla="*/ 211611 w 1723042"/>
              <a:gd name="csY1228" fmla="*/ 1114920 h 1114920"/>
              <a:gd name="csX1229" fmla="*/ 211784 w 1723042"/>
              <a:gd name="csY1229" fmla="*/ 1114920 h 1114920"/>
              <a:gd name="csX1230" fmla="*/ 211955 w 1723042"/>
              <a:gd name="csY1230" fmla="*/ 1114920 h 1114920"/>
              <a:gd name="csX1231" fmla="*/ 212128 w 1723042"/>
              <a:gd name="csY1231" fmla="*/ 1114920 h 1114920"/>
              <a:gd name="csX1232" fmla="*/ 212300 w 1723042"/>
              <a:gd name="csY1232" fmla="*/ 1114920 h 1114920"/>
              <a:gd name="csX1233" fmla="*/ 212473 w 1723042"/>
              <a:gd name="csY1233" fmla="*/ 1114920 h 1114920"/>
              <a:gd name="csX1234" fmla="*/ 212645 w 1723042"/>
              <a:gd name="csY1234" fmla="*/ 1114920 h 1114920"/>
              <a:gd name="csX1235" fmla="*/ 212817 w 1723042"/>
              <a:gd name="csY1235" fmla="*/ 1114920 h 1114920"/>
              <a:gd name="csX1236" fmla="*/ 212990 w 1723042"/>
              <a:gd name="csY1236" fmla="*/ 1114920 h 1114920"/>
              <a:gd name="csX1237" fmla="*/ 213162 w 1723042"/>
              <a:gd name="csY1237" fmla="*/ 1114920 h 1114920"/>
              <a:gd name="csX1238" fmla="*/ 213334 w 1723042"/>
              <a:gd name="csY1238" fmla="*/ 1114920 h 1114920"/>
              <a:gd name="csX1239" fmla="*/ 213507 w 1723042"/>
              <a:gd name="csY1239" fmla="*/ 1114920 h 1114920"/>
              <a:gd name="csX1240" fmla="*/ 213679 w 1723042"/>
              <a:gd name="csY1240" fmla="*/ 1114920 h 1114920"/>
              <a:gd name="csX1241" fmla="*/ 213851 w 1723042"/>
              <a:gd name="csY1241" fmla="*/ 1114920 h 1114920"/>
              <a:gd name="csX1242" fmla="*/ 214024 w 1723042"/>
              <a:gd name="csY1242" fmla="*/ 1114920 h 1114920"/>
              <a:gd name="csX1243" fmla="*/ 214195 w 1723042"/>
              <a:gd name="csY1243" fmla="*/ 1114920 h 1114920"/>
              <a:gd name="csX1244" fmla="*/ 214368 w 1723042"/>
              <a:gd name="csY1244" fmla="*/ 1114920 h 1114920"/>
              <a:gd name="csX1245" fmla="*/ 214541 w 1723042"/>
              <a:gd name="csY1245" fmla="*/ 1114920 h 1114920"/>
              <a:gd name="csX1246" fmla="*/ 214713 w 1723042"/>
              <a:gd name="csY1246" fmla="*/ 1114920 h 1114920"/>
              <a:gd name="csX1247" fmla="*/ 214885 w 1723042"/>
              <a:gd name="csY1247" fmla="*/ 1114920 h 1114920"/>
              <a:gd name="csX1248" fmla="*/ 215057 w 1723042"/>
              <a:gd name="csY1248" fmla="*/ 1114920 h 1114920"/>
              <a:gd name="csX1249" fmla="*/ 215230 w 1723042"/>
              <a:gd name="csY1249" fmla="*/ 1114920 h 1114920"/>
              <a:gd name="csX1250" fmla="*/ 215402 w 1723042"/>
              <a:gd name="csY1250" fmla="*/ 1114920 h 1114920"/>
              <a:gd name="csX1251" fmla="*/ 215574 w 1723042"/>
              <a:gd name="csY1251" fmla="*/ 1114920 h 1114920"/>
              <a:gd name="csX1252" fmla="*/ 215747 w 1723042"/>
              <a:gd name="csY1252" fmla="*/ 1114920 h 1114920"/>
              <a:gd name="csX1253" fmla="*/ 215919 w 1723042"/>
              <a:gd name="csY1253" fmla="*/ 1114920 h 1114920"/>
              <a:gd name="csX1254" fmla="*/ 216091 w 1723042"/>
              <a:gd name="csY1254" fmla="*/ 1114920 h 1114920"/>
              <a:gd name="csX1255" fmla="*/ 216264 w 1723042"/>
              <a:gd name="csY1255" fmla="*/ 1114920 h 1114920"/>
              <a:gd name="csX1256" fmla="*/ 216436 w 1723042"/>
              <a:gd name="csY1256" fmla="*/ 1114920 h 1114920"/>
              <a:gd name="csX1257" fmla="*/ 216608 w 1723042"/>
              <a:gd name="csY1257" fmla="*/ 1114920 h 1114920"/>
              <a:gd name="csX1258" fmla="*/ 216781 w 1723042"/>
              <a:gd name="csY1258" fmla="*/ 1114920 h 1114920"/>
              <a:gd name="csX1259" fmla="*/ 216953 w 1723042"/>
              <a:gd name="csY1259" fmla="*/ 1114920 h 1114920"/>
              <a:gd name="csX1260" fmla="*/ 217125 w 1723042"/>
              <a:gd name="csY1260" fmla="*/ 1114920 h 1114920"/>
              <a:gd name="csX1261" fmla="*/ 217298 w 1723042"/>
              <a:gd name="csY1261" fmla="*/ 1114920 h 1114920"/>
              <a:gd name="csX1262" fmla="*/ 217470 w 1723042"/>
              <a:gd name="csY1262" fmla="*/ 1114920 h 1114920"/>
              <a:gd name="csX1263" fmla="*/ 217642 w 1723042"/>
              <a:gd name="csY1263" fmla="*/ 1114920 h 1114920"/>
              <a:gd name="csX1264" fmla="*/ 217814 w 1723042"/>
              <a:gd name="csY1264" fmla="*/ 1114920 h 1114920"/>
              <a:gd name="csX1265" fmla="*/ 217987 w 1723042"/>
              <a:gd name="csY1265" fmla="*/ 1114920 h 1114920"/>
              <a:gd name="csX1266" fmla="*/ 218160 w 1723042"/>
              <a:gd name="csY1266" fmla="*/ 1114920 h 1114920"/>
              <a:gd name="csX1267" fmla="*/ 218331 w 1723042"/>
              <a:gd name="csY1267" fmla="*/ 1114920 h 1114920"/>
              <a:gd name="csX1268" fmla="*/ 218504 w 1723042"/>
              <a:gd name="csY1268" fmla="*/ 1114920 h 1114920"/>
              <a:gd name="csX1269" fmla="*/ 218677 w 1723042"/>
              <a:gd name="csY1269" fmla="*/ 1114920 h 1114920"/>
              <a:gd name="csX1270" fmla="*/ 218848 w 1723042"/>
              <a:gd name="csY1270" fmla="*/ 1114920 h 1114920"/>
              <a:gd name="csX1271" fmla="*/ 219021 w 1723042"/>
              <a:gd name="csY1271" fmla="*/ 1114920 h 1114920"/>
              <a:gd name="csX1272" fmla="*/ 219193 w 1723042"/>
              <a:gd name="csY1272" fmla="*/ 1114920 h 1114920"/>
              <a:gd name="csX1273" fmla="*/ 219365 w 1723042"/>
              <a:gd name="csY1273" fmla="*/ 1114920 h 1114920"/>
              <a:gd name="csX1274" fmla="*/ 219538 w 1723042"/>
              <a:gd name="csY1274" fmla="*/ 1114920 h 1114920"/>
              <a:gd name="csX1275" fmla="*/ 219710 w 1723042"/>
              <a:gd name="csY1275" fmla="*/ 1114920 h 1114920"/>
              <a:gd name="csX1276" fmla="*/ 219882 w 1723042"/>
              <a:gd name="csY1276" fmla="*/ 1114920 h 1114920"/>
              <a:gd name="csX1277" fmla="*/ 220055 w 1723042"/>
              <a:gd name="csY1277" fmla="*/ 1114920 h 1114920"/>
              <a:gd name="csX1278" fmla="*/ 220227 w 1723042"/>
              <a:gd name="csY1278" fmla="*/ 1114920 h 1114920"/>
              <a:gd name="csX1279" fmla="*/ 220400 w 1723042"/>
              <a:gd name="csY1279" fmla="*/ 1114920 h 1114920"/>
              <a:gd name="csX1280" fmla="*/ 220571 w 1723042"/>
              <a:gd name="csY1280" fmla="*/ 1114920 h 1114920"/>
              <a:gd name="csX1281" fmla="*/ 220744 w 1723042"/>
              <a:gd name="csY1281" fmla="*/ 1114920 h 1114920"/>
              <a:gd name="csX1282" fmla="*/ 220917 w 1723042"/>
              <a:gd name="csY1282" fmla="*/ 1114920 h 1114920"/>
              <a:gd name="csX1283" fmla="*/ 221088 w 1723042"/>
              <a:gd name="csY1283" fmla="*/ 1114920 h 1114920"/>
              <a:gd name="csX1284" fmla="*/ 221261 w 1723042"/>
              <a:gd name="csY1284" fmla="*/ 1114920 h 1114920"/>
              <a:gd name="csX1285" fmla="*/ 221434 w 1723042"/>
              <a:gd name="csY1285" fmla="*/ 1114920 h 1114920"/>
              <a:gd name="csX1286" fmla="*/ 221605 w 1723042"/>
              <a:gd name="csY1286" fmla="*/ 1114920 h 1114920"/>
              <a:gd name="csX1287" fmla="*/ 221778 w 1723042"/>
              <a:gd name="csY1287" fmla="*/ 1114920 h 1114920"/>
              <a:gd name="csX1288" fmla="*/ 221950 w 1723042"/>
              <a:gd name="csY1288" fmla="*/ 1114920 h 1114920"/>
              <a:gd name="csX1289" fmla="*/ 222123 w 1723042"/>
              <a:gd name="csY1289" fmla="*/ 1114920 h 1114920"/>
              <a:gd name="csX1290" fmla="*/ 222295 w 1723042"/>
              <a:gd name="csY1290" fmla="*/ 1114920 h 1114920"/>
              <a:gd name="csX1291" fmla="*/ 222467 w 1723042"/>
              <a:gd name="csY1291" fmla="*/ 1114920 h 1114920"/>
              <a:gd name="csX1292" fmla="*/ 222640 w 1723042"/>
              <a:gd name="csY1292" fmla="*/ 1114920 h 1114920"/>
              <a:gd name="csX1293" fmla="*/ 222812 w 1723042"/>
              <a:gd name="csY1293" fmla="*/ 1114920 h 1114920"/>
              <a:gd name="csX1294" fmla="*/ 222984 w 1723042"/>
              <a:gd name="csY1294" fmla="*/ 1114920 h 1114920"/>
              <a:gd name="csX1295" fmla="*/ 223157 w 1723042"/>
              <a:gd name="csY1295" fmla="*/ 1114920 h 1114920"/>
              <a:gd name="csX1296" fmla="*/ 223328 w 1723042"/>
              <a:gd name="csY1296" fmla="*/ 1114920 h 1114920"/>
              <a:gd name="csX1297" fmla="*/ 223501 w 1723042"/>
              <a:gd name="csY1297" fmla="*/ 1114920 h 1114920"/>
              <a:gd name="csX1298" fmla="*/ 223674 w 1723042"/>
              <a:gd name="csY1298" fmla="*/ 1114920 h 1114920"/>
              <a:gd name="csX1299" fmla="*/ 223846 w 1723042"/>
              <a:gd name="csY1299" fmla="*/ 1114920 h 1114920"/>
              <a:gd name="csX1300" fmla="*/ 224018 w 1723042"/>
              <a:gd name="csY1300" fmla="*/ 1114920 h 1114920"/>
              <a:gd name="csX1301" fmla="*/ 224191 w 1723042"/>
              <a:gd name="csY1301" fmla="*/ 1114920 h 1114920"/>
              <a:gd name="csX1302" fmla="*/ 224363 w 1723042"/>
              <a:gd name="csY1302" fmla="*/ 1114920 h 1114920"/>
              <a:gd name="csX1303" fmla="*/ 224535 w 1723042"/>
              <a:gd name="csY1303" fmla="*/ 1114920 h 1114920"/>
              <a:gd name="csX1304" fmla="*/ 224707 w 1723042"/>
              <a:gd name="csY1304" fmla="*/ 1114920 h 1114920"/>
              <a:gd name="csX1305" fmla="*/ 224880 w 1723042"/>
              <a:gd name="csY1305" fmla="*/ 1114920 h 1114920"/>
              <a:gd name="csX1306" fmla="*/ 225052 w 1723042"/>
              <a:gd name="csY1306" fmla="*/ 1114920 h 1114920"/>
              <a:gd name="csX1307" fmla="*/ 225224 w 1723042"/>
              <a:gd name="csY1307" fmla="*/ 1114920 h 1114920"/>
              <a:gd name="csX1308" fmla="*/ 225397 w 1723042"/>
              <a:gd name="csY1308" fmla="*/ 1114920 h 1114920"/>
              <a:gd name="csX1309" fmla="*/ 225569 w 1723042"/>
              <a:gd name="csY1309" fmla="*/ 1114920 h 1114920"/>
              <a:gd name="csX1310" fmla="*/ 225741 w 1723042"/>
              <a:gd name="csY1310" fmla="*/ 1114920 h 1114920"/>
              <a:gd name="csX1311" fmla="*/ 225914 w 1723042"/>
              <a:gd name="csY1311" fmla="*/ 1114920 h 1114920"/>
              <a:gd name="csX1312" fmla="*/ 226086 w 1723042"/>
              <a:gd name="csY1312" fmla="*/ 1114920 h 1114920"/>
              <a:gd name="csX1313" fmla="*/ 226258 w 1723042"/>
              <a:gd name="csY1313" fmla="*/ 1114920 h 1114920"/>
              <a:gd name="csX1314" fmla="*/ 226431 w 1723042"/>
              <a:gd name="csY1314" fmla="*/ 1114920 h 1114920"/>
              <a:gd name="csX1315" fmla="*/ 226603 w 1723042"/>
              <a:gd name="csY1315" fmla="*/ 1114920 h 1114920"/>
              <a:gd name="csX1316" fmla="*/ 226775 w 1723042"/>
              <a:gd name="csY1316" fmla="*/ 1114920 h 1114920"/>
              <a:gd name="csX1317" fmla="*/ 226948 w 1723042"/>
              <a:gd name="csY1317" fmla="*/ 1114920 h 1114920"/>
              <a:gd name="csX1318" fmla="*/ 227120 w 1723042"/>
              <a:gd name="csY1318" fmla="*/ 1114920 h 1114920"/>
              <a:gd name="csX1319" fmla="*/ 227292 w 1723042"/>
              <a:gd name="csY1319" fmla="*/ 1114920 h 1114920"/>
              <a:gd name="csX1320" fmla="*/ 227464 w 1723042"/>
              <a:gd name="csY1320" fmla="*/ 1114920 h 1114920"/>
              <a:gd name="csX1321" fmla="*/ 227637 w 1723042"/>
              <a:gd name="csY1321" fmla="*/ 1114920 h 1114920"/>
              <a:gd name="csX1322" fmla="*/ 227810 w 1723042"/>
              <a:gd name="csY1322" fmla="*/ 1114920 h 1114920"/>
              <a:gd name="csX1323" fmla="*/ 227981 w 1723042"/>
              <a:gd name="csY1323" fmla="*/ 1114920 h 1114920"/>
              <a:gd name="csX1324" fmla="*/ 228154 w 1723042"/>
              <a:gd name="csY1324" fmla="*/ 1114920 h 1114920"/>
              <a:gd name="csX1325" fmla="*/ 228326 w 1723042"/>
              <a:gd name="csY1325" fmla="*/ 1114920 h 1114920"/>
              <a:gd name="csX1326" fmla="*/ 228498 w 1723042"/>
              <a:gd name="csY1326" fmla="*/ 1114920 h 1114920"/>
              <a:gd name="csX1327" fmla="*/ 228671 w 1723042"/>
              <a:gd name="csY1327" fmla="*/ 1114920 h 1114920"/>
              <a:gd name="csX1328" fmla="*/ 228843 w 1723042"/>
              <a:gd name="csY1328" fmla="*/ 1114920 h 1114920"/>
              <a:gd name="csX1329" fmla="*/ 229015 w 1723042"/>
              <a:gd name="csY1329" fmla="*/ 1114920 h 1114920"/>
              <a:gd name="csX1330" fmla="*/ 229188 w 1723042"/>
              <a:gd name="csY1330" fmla="*/ 1114920 h 1114920"/>
              <a:gd name="csX1331" fmla="*/ 229360 w 1723042"/>
              <a:gd name="csY1331" fmla="*/ 1114920 h 1114920"/>
              <a:gd name="csX1332" fmla="*/ 229533 w 1723042"/>
              <a:gd name="csY1332" fmla="*/ 1114920 h 1114920"/>
              <a:gd name="csX1333" fmla="*/ 229705 w 1723042"/>
              <a:gd name="csY1333" fmla="*/ 1114920 h 1114920"/>
              <a:gd name="csX1334" fmla="*/ 229877 w 1723042"/>
              <a:gd name="csY1334" fmla="*/ 1114920 h 1114920"/>
              <a:gd name="csX1335" fmla="*/ 230050 w 1723042"/>
              <a:gd name="csY1335" fmla="*/ 1114920 h 1114920"/>
              <a:gd name="csX1336" fmla="*/ 230221 w 1723042"/>
              <a:gd name="csY1336" fmla="*/ 1114920 h 1114920"/>
              <a:gd name="csX1337" fmla="*/ 230394 w 1723042"/>
              <a:gd name="csY1337" fmla="*/ 1114920 h 1114920"/>
              <a:gd name="csX1338" fmla="*/ 230567 w 1723042"/>
              <a:gd name="csY1338" fmla="*/ 1114920 h 1114920"/>
              <a:gd name="csX1339" fmla="*/ 230738 w 1723042"/>
              <a:gd name="csY1339" fmla="*/ 1114920 h 1114920"/>
              <a:gd name="csX1340" fmla="*/ 230911 w 1723042"/>
              <a:gd name="csY1340" fmla="*/ 1114920 h 1114920"/>
              <a:gd name="csX1341" fmla="*/ 231084 w 1723042"/>
              <a:gd name="csY1341" fmla="*/ 1114920 h 1114920"/>
              <a:gd name="csX1342" fmla="*/ 231255 w 1723042"/>
              <a:gd name="csY1342" fmla="*/ 1114920 h 1114920"/>
              <a:gd name="csX1343" fmla="*/ 231428 w 1723042"/>
              <a:gd name="csY1343" fmla="*/ 1114920 h 1114920"/>
              <a:gd name="csX1344" fmla="*/ 231600 w 1723042"/>
              <a:gd name="csY1344" fmla="*/ 1114920 h 1114920"/>
              <a:gd name="csX1345" fmla="*/ 231773 w 1723042"/>
              <a:gd name="csY1345" fmla="*/ 1114920 h 1114920"/>
              <a:gd name="csX1346" fmla="*/ 231945 w 1723042"/>
              <a:gd name="csY1346" fmla="*/ 1114920 h 1114920"/>
              <a:gd name="csX1347" fmla="*/ 232117 w 1723042"/>
              <a:gd name="csY1347" fmla="*/ 1114920 h 1114920"/>
              <a:gd name="csX1348" fmla="*/ 232290 w 1723042"/>
              <a:gd name="csY1348" fmla="*/ 1114920 h 1114920"/>
              <a:gd name="csX1349" fmla="*/ 232462 w 1723042"/>
              <a:gd name="csY1349" fmla="*/ 1114920 h 1114920"/>
              <a:gd name="csX1350" fmla="*/ 232634 w 1723042"/>
              <a:gd name="csY1350" fmla="*/ 1114920 h 1114920"/>
              <a:gd name="csX1351" fmla="*/ 232807 w 1723042"/>
              <a:gd name="csY1351" fmla="*/ 1114920 h 1114920"/>
              <a:gd name="csX1352" fmla="*/ 232978 w 1723042"/>
              <a:gd name="csY1352" fmla="*/ 1114920 h 1114920"/>
              <a:gd name="csX1353" fmla="*/ 233151 w 1723042"/>
              <a:gd name="csY1353" fmla="*/ 1114920 h 1114920"/>
              <a:gd name="csX1354" fmla="*/ 233324 w 1723042"/>
              <a:gd name="csY1354" fmla="*/ 1114920 h 1114920"/>
              <a:gd name="csX1355" fmla="*/ 233496 w 1723042"/>
              <a:gd name="csY1355" fmla="*/ 1114920 h 1114920"/>
              <a:gd name="csX1356" fmla="*/ 233668 w 1723042"/>
              <a:gd name="csY1356" fmla="*/ 1114920 h 1114920"/>
              <a:gd name="csX1357" fmla="*/ 233841 w 1723042"/>
              <a:gd name="csY1357" fmla="*/ 1114920 h 1114920"/>
              <a:gd name="csX1358" fmla="*/ 234013 w 1723042"/>
              <a:gd name="csY1358" fmla="*/ 1114920 h 1114920"/>
              <a:gd name="csX1359" fmla="*/ 234185 w 1723042"/>
              <a:gd name="csY1359" fmla="*/ 1114920 h 1114920"/>
              <a:gd name="csX1360" fmla="*/ 234357 w 1723042"/>
              <a:gd name="csY1360" fmla="*/ 1114920 h 1114920"/>
              <a:gd name="csX1361" fmla="*/ 234530 w 1723042"/>
              <a:gd name="csY1361" fmla="*/ 1114920 h 1114920"/>
              <a:gd name="csX1362" fmla="*/ 234702 w 1723042"/>
              <a:gd name="csY1362" fmla="*/ 1114920 h 1114920"/>
              <a:gd name="csX1363" fmla="*/ 234874 w 1723042"/>
              <a:gd name="csY1363" fmla="*/ 1114920 h 1114920"/>
              <a:gd name="csX1364" fmla="*/ 235047 w 1723042"/>
              <a:gd name="csY1364" fmla="*/ 1114920 h 1114920"/>
              <a:gd name="csX1365" fmla="*/ 235219 w 1723042"/>
              <a:gd name="csY1365" fmla="*/ 1114920 h 1114920"/>
              <a:gd name="csX1366" fmla="*/ 235391 w 1723042"/>
              <a:gd name="csY1366" fmla="*/ 1114920 h 1114920"/>
              <a:gd name="csX1367" fmla="*/ 235564 w 1723042"/>
              <a:gd name="csY1367" fmla="*/ 1114920 h 1114920"/>
              <a:gd name="csX1368" fmla="*/ 235736 w 1723042"/>
              <a:gd name="csY1368" fmla="*/ 1114920 h 1114920"/>
              <a:gd name="csX1369" fmla="*/ 235908 w 1723042"/>
              <a:gd name="csY1369" fmla="*/ 1114920 h 1114920"/>
              <a:gd name="csX1370" fmla="*/ 236081 w 1723042"/>
              <a:gd name="csY1370" fmla="*/ 1114920 h 1114920"/>
              <a:gd name="csX1371" fmla="*/ 236253 w 1723042"/>
              <a:gd name="csY1371" fmla="*/ 1114920 h 1114920"/>
              <a:gd name="csX1372" fmla="*/ 236425 w 1723042"/>
              <a:gd name="csY1372" fmla="*/ 1114920 h 1114920"/>
              <a:gd name="csX1373" fmla="*/ 236598 w 1723042"/>
              <a:gd name="csY1373" fmla="*/ 1114920 h 1114920"/>
              <a:gd name="csX1374" fmla="*/ 236770 w 1723042"/>
              <a:gd name="csY1374" fmla="*/ 1114920 h 1114920"/>
              <a:gd name="csX1375" fmla="*/ 236943 w 1723042"/>
              <a:gd name="csY1375" fmla="*/ 1114920 h 1114920"/>
              <a:gd name="csX1376" fmla="*/ 237114 w 1723042"/>
              <a:gd name="csY1376" fmla="*/ 1114920 h 1114920"/>
              <a:gd name="csX1377" fmla="*/ 237287 w 1723042"/>
              <a:gd name="csY1377" fmla="*/ 1114920 h 1114920"/>
              <a:gd name="csX1378" fmla="*/ 237460 w 1723042"/>
              <a:gd name="csY1378" fmla="*/ 1114920 h 1114920"/>
              <a:gd name="csX1379" fmla="*/ 237631 w 1723042"/>
              <a:gd name="csY1379" fmla="*/ 1114920 h 1114920"/>
              <a:gd name="csX1380" fmla="*/ 237804 w 1723042"/>
              <a:gd name="csY1380" fmla="*/ 1114920 h 1114920"/>
              <a:gd name="csX1381" fmla="*/ 237976 w 1723042"/>
              <a:gd name="csY1381" fmla="*/ 1114920 h 1114920"/>
              <a:gd name="csX1382" fmla="*/ 238148 w 1723042"/>
              <a:gd name="csY1382" fmla="*/ 1114920 h 1114920"/>
              <a:gd name="csX1383" fmla="*/ 238321 w 1723042"/>
              <a:gd name="csY1383" fmla="*/ 1114920 h 1114920"/>
              <a:gd name="csX1384" fmla="*/ 238493 w 1723042"/>
              <a:gd name="csY1384" fmla="*/ 1114920 h 1114920"/>
              <a:gd name="csX1385" fmla="*/ 238665 w 1723042"/>
              <a:gd name="csY1385" fmla="*/ 1114920 h 1114920"/>
              <a:gd name="csX1386" fmla="*/ 238838 w 1723042"/>
              <a:gd name="csY1386" fmla="*/ 1114920 h 1114920"/>
              <a:gd name="csX1387" fmla="*/ 239010 w 1723042"/>
              <a:gd name="csY1387" fmla="*/ 1114920 h 1114920"/>
              <a:gd name="csX1388" fmla="*/ 239183 w 1723042"/>
              <a:gd name="csY1388" fmla="*/ 1114920 h 1114920"/>
              <a:gd name="csX1389" fmla="*/ 239355 w 1723042"/>
              <a:gd name="csY1389" fmla="*/ 1114920 h 1114920"/>
              <a:gd name="csX1390" fmla="*/ 239527 w 1723042"/>
              <a:gd name="csY1390" fmla="*/ 1114920 h 1114920"/>
              <a:gd name="csX1391" fmla="*/ 239700 w 1723042"/>
              <a:gd name="csY1391" fmla="*/ 1114920 h 1114920"/>
              <a:gd name="csX1392" fmla="*/ 239871 w 1723042"/>
              <a:gd name="csY1392" fmla="*/ 1114920 h 1114920"/>
              <a:gd name="csX1393" fmla="*/ 240044 w 1723042"/>
              <a:gd name="csY1393" fmla="*/ 1114920 h 1114920"/>
              <a:gd name="csX1394" fmla="*/ 240217 w 1723042"/>
              <a:gd name="csY1394" fmla="*/ 1114920 h 1114920"/>
              <a:gd name="csX1395" fmla="*/ 240388 w 1723042"/>
              <a:gd name="csY1395" fmla="*/ 1114920 h 1114920"/>
              <a:gd name="csX1396" fmla="*/ 240561 w 1723042"/>
              <a:gd name="csY1396" fmla="*/ 1114920 h 1114920"/>
              <a:gd name="csX1397" fmla="*/ 240733 w 1723042"/>
              <a:gd name="csY1397" fmla="*/ 1114920 h 1114920"/>
              <a:gd name="csX1398" fmla="*/ 240906 w 1723042"/>
              <a:gd name="csY1398" fmla="*/ 1114920 h 1114920"/>
              <a:gd name="csX1399" fmla="*/ 241078 w 1723042"/>
              <a:gd name="csY1399" fmla="*/ 1114920 h 1114920"/>
              <a:gd name="csX1400" fmla="*/ 241250 w 1723042"/>
              <a:gd name="csY1400" fmla="*/ 1114920 h 1114920"/>
              <a:gd name="csX1401" fmla="*/ 241423 w 1723042"/>
              <a:gd name="csY1401" fmla="*/ 1114920 h 1114920"/>
              <a:gd name="csX1402" fmla="*/ 241595 w 1723042"/>
              <a:gd name="csY1402" fmla="*/ 1114920 h 1114920"/>
              <a:gd name="csX1403" fmla="*/ 241767 w 1723042"/>
              <a:gd name="csY1403" fmla="*/ 1114920 h 1114920"/>
              <a:gd name="csX1404" fmla="*/ 241940 w 1723042"/>
              <a:gd name="csY1404" fmla="*/ 1114920 h 1114920"/>
              <a:gd name="csX1405" fmla="*/ 242112 w 1723042"/>
              <a:gd name="csY1405" fmla="*/ 1114920 h 1114920"/>
              <a:gd name="csX1406" fmla="*/ 242284 w 1723042"/>
              <a:gd name="csY1406" fmla="*/ 1114920 h 1114920"/>
              <a:gd name="csX1407" fmla="*/ 242457 w 1723042"/>
              <a:gd name="csY1407" fmla="*/ 1114920 h 1114920"/>
              <a:gd name="csX1408" fmla="*/ 242629 w 1723042"/>
              <a:gd name="csY1408" fmla="*/ 1114920 h 1114920"/>
              <a:gd name="csX1409" fmla="*/ 242801 w 1723042"/>
              <a:gd name="csY1409" fmla="*/ 1114920 h 1114920"/>
              <a:gd name="csX1410" fmla="*/ 242974 w 1723042"/>
              <a:gd name="csY1410" fmla="*/ 1114920 h 1114920"/>
              <a:gd name="csX1411" fmla="*/ 243146 w 1723042"/>
              <a:gd name="csY1411" fmla="*/ 1114920 h 1114920"/>
              <a:gd name="csX1412" fmla="*/ 243318 w 1723042"/>
              <a:gd name="csY1412" fmla="*/ 1114920 h 1114920"/>
              <a:gd name="csX1413" fmla="*/ 243490 w 1723042"/>
              <a:gd name="csY1413" fmla="*/ 1114920 h 1114920"/>
              <a:gd name="csX1414" fmla="*/ 243663 w 1723042"/>
              <a:gd name="csY1414" fmla="*/ 1114920 h 1114920"/>
              <a:gd name="csX1415" fmla="*/ 243835 w 1723042"/>
              <a:gd name="csY1415" fmla="*/ 1114920 h 1114920"/>
              <a:gd name="csX1416" fmla="*/ 244007 w 1723042"/>
              <a:gd name="csY1416" fmla="*/ 1114920 h 1114920"/>
              <a:gd name="csX1417" fmla="*/ 244180 w 1723042"/>
              <a:gd name="csY1417" fmla="*/ 1114920 h 1114920"/>
              <a:gd name="csX1418" fmla="*/ 244352 w 1723042"/>
              <a:gd name="csY1418" fmla="*/ 1114920 h 1114920"/>
              <a:gd name="csX1419" fmla="*/ 244524 w 1723042"/>
              <a:gd name="csY1419" fmla="*/ 1114920 h 1114920"/>
              <a:gd name="csX1420" fmla="*/ 244697 w 1723042"/>
              <a:gd name="csY1420" fmla="*/ 1114920 h 1114920"/>
              <a:gd name="csX1421" fmla="*/ 244869 w 1723042"/>
              <a:gd name="csY1421" fmla="*/ 1114920 h 1114920"/>
              <a:gd name="csX1422" fmla="*/ 245041 w 1723042"/>
              <a:gd name="csY1422" fmla="*/ 1114920 h 1114920"/>
              <a:gd name="csX1423" fmla="*/ 245214 w 1723042"/>
              <a:gd name="csY1423" fmla="*/ 1114920 h 1114920"/>
              <a:gd name="csX1424" fmla="*/ 245386 w 1723042"/>
              <a:gd name="csY1424" fmla="*/ 1114920 h 1114920"/>
              <a:gd name="csX1425" fmla="*/ 245558 w 1723042"/>
              <a:gd name="csY1425" fmla="*/ 1114920 h 1114920"/>
              <a:gd name="csX1426" fmla="*/ 245731 w 1723042"/>
              <a:gd name="csY1426" fmla="*/ 1114920 h 1114920"/>
              <a:gd name="csX1427" fmla="*/ 245903 w 1723042"/>
              <a:gd name="csY1427" fmla="*/ 1114920 h 1114920"/>
              <a:gd name="csX1428" fmla="*/ 246075 w 1723042"/>
              <a:gd name="csY1428" fmla="*/ 1114920 h 1114920"/>
              <a:gd name="csX1429" fmla="*/ 246248 w 1723042"/>
              <a:gd name="csY1429" fmla="*/ 1114920 h 1114920"/>
              <a:gd name="csX1430" fmla="*/ 246420 w 1723042"/>
              <a:gd name="csY1430" fmla="*/ 1114920 h 1114920"/>
              <a:gd name="csX1431" fmla="*/ 246593 w 1723042"/>
              <a:gd name="csY1431" fmla="*/ 1114920 h 1114920"/>
              <a:gd name="csX1432" fmla="*/ 246764 w 1723042"/>
              <a:gd name="csY1432" fmla="*/ 1114920 h 1114920"/>
              <a:gd name="csX1433" fmla="*/ 246937 w 1723042"/>
              <a:gd name="csY1433" fmla="*/ 1114920 h 1114920"/>
              <a:gd name="csX1434" fmla="*/ 247110 w 1723042"/>
              <a:gd name="csY1434" fmla="*/ 1114920 h 1114920"/>
              <a:gd name="csX1435" fmla="*/ 247281 w 1723042"/>
              <a:gd name="csY1435" fmla="*/ 1114920 h 1114920"/>
              <a:gd name="csX1436" fmla="*/ 247454 w 1723042"/>
              <a:gd name="csY1436" fmla="*/ 1114920 h 1114920"/>
              <a:gd name="csX1437" fmla="*/ 247626 w 1723042"/>
              <a:gd name="csY1437" fmla="*/ 1114920 h 1114920"/>
              <a:gd name="csX1438" fmla="*/ 247798 w 1723042"/>
              <a:gd name="csY1438" fmla="*/ 1114920 h 1114920"/>
              <a:gd name="csX1439" fmla="*/ 247971 w 1723042"/>
              <a:gd name="csY1439" fmla="*/ 1114920 h 1114920"/>
              <a:gd name="csX1440" fmla="*/ 248143 w 1723042"/>
              <a:gd name="csY1440" fmla="*/ 1114920 h 1114920"/>
              <a:gd name="csX1441" fmla="*/ 248316 w 1723042"/>
              <a:gd name="csY1441" fmla="*/ 1114920 h 1114920"/>
              <a:gd name="csX1442" fmla="*/ 248488 w 1723042"/>
              <a:gd name="csY1442" fmla="*/ 1114920 h 1114920"/>
              <a:gd name="csX1443" fmla="*/ 248660 w 1723042"/>
              <a:gd name="csY1443" fmla="*/ 1114920 h 1114920"/>
              <a:gd name="csX1444" fmla="*/ 248833 w 1723042"/>
              <a:gd name="csY1444" fmla="*/ 1114920 h 1114920"/>
              <a:gd name="csX1445" fmla="*/ 249005 w 1723042"/>
              <a:gd name="csY1445" fmla="*/ 1114920 h 1114920"/>
              <a:gd name="csX1446" fmla="*/ 249177 w 1723042"/>
              <a:gd name="csY1446" fmla="*/ 1114920 h 1114920"/>
              <a:gd name="csX1447" fmla="*/ 249350 w 1723042"/>
              <a:gd name="csY1447" fmla="*/ 1114920 h 1114920"/>
              <a:gd name="csX1448" fmla="*/ 249521 w 1723042"/>
              <a:gd name="csY1448" fmla="*/ 1114920 h 1114920"/>
              <a:gd name="csX1449" fmla="*/ 249694 w 1723042"/>
              <a:gd name="csY1449" fmla="*/ 1114920 h 1114920"/>
              <a:gd name="csX1450" fmla="*/ 249867 w 1723042"/>
              <a:gd name="csY1450" fmla="*/ 1114920 h 1114920"/>
              <a:gd name="csX1451" fmla="*/ 250038 w 1723042"/>
              <a:gd name="csY1451" fmla="*/ 1114920 h 1114920"/>
              <a:gd name="csX1452" fmla="*/ 250211 w 1723042"/>
              <a:gd name="csY1452" fmla="*/ 1114920 h 1114920"/>
              <a:gd name="csX1453" fmla="*/ 250383 w 1723042"/>
              <a:gd name="csY1453" fmla="*/ 1114920 h 1114920"/>
              <a:gd name="csX1454" fmla="*/ 250556 w 1723042"/>
              <a:gd name="csY1454" fmla="*/ 1114920 h 1114920"/>
              <a:gd name="csX1455" fmla="*/ 250728 w 1723042"/>
              <a:gd name="csY1455" fmla="*/ 1114920 h 1114920"/>
              <a:gd name="csX1456" fmla="*/ 250900 w 1723042"/>
              <a:gd name="csY1456" fmla="*/ 1114920 h 1114920"/>
              <a:gd name="csX1457" fmla="*/ 251073 w 1723042"/>
              <a:gd name="csY1457" fmla="*/ 1114920 h 1114920"/>
              <a:gd name="csX1458" fmla="*/ 251245 w 1723042"/>
              <a:gd name="csY1458" fmla="*/ 1114920 h 1114920"/>
              <a:gd name="csX1459" fmla="*/ 251417 w 1723042"/>
              <a:gd name="csY1459" fmla="*/ 1114920 h 1114920"/>
              <a:gd name="csX1460" fmla="*/ 251590 w 1723042"/>
              <a:gd name="csY1460" fmla="*/ 1114920 h 1114920"/>
              <a:gd name="csX1461" fmla="*/ 251762 w 1723042"/>
              <a:gd name="csY1461" fmla="*/ 1114920 h 1114920"/>
              <a:gd name="csX1462" fmla="*/ 251934 w 1723042"/>
              <a:gd name="csY1462" fmla="*/ 1114920 h 1114920"/>
              <a:gd name="csX1463" fmla="*/ 252107 w 1723042"/>
              <a:gd name="csY1463" fmla="*/ 1114920 h 1114920"/>
              <a:gd name="csX1464" fmla="*/ 252279 w 1723042"/>
              <a:gd name="csY1464" fmla="*/ 1114920 h 1114920"/>
              <a:gd name="csX1465" fmla="*/ 252451 w 1723042"/>
              <a:gd name="csY1465" fmla="*/ 1114920 h 1114920"/>
              <a:gd name="csX1466" fmla="*/ 252624 w 1723042"/>
              <a:gd name="csY1466" fmla="*/ 1114920 h 1114920"/>
              <a:gd name="csX1467" fmla="*/ 252796 w 1723042"/>
              <a:gd name="csY1467" fmla="*/ 1114920 h 1114920"/>
              <a:gd name="csX1468" fmla="*/ 252968 w 1723042"/>
              <a:gd name="csY1468" fmla="*/ 1114920 h 1114920"/>
              <a:gd name="csX1469" fmla="*/ 253140 w 1723042"/>
              <a:gd name="csY1469" fmla="*/ 1114920 h 1114920"/>
              <a:gd name="csX1470" fmla="*/ 253313 w 1723042"/>
              <a:gd name="csY1470" fmla="*/ 1114920 h 1114920"/>
              <a:gd name="csX1471" fmla="*/ 253485 w 1723042"/>
              <a:gd name="csY1471" fmla="*/ 1114920 h 1114920"/>
              <a:gd name="csX1472" fmla="*/ 253657 w 1723042"/>
              <a:gd name="csY1472" fmla="*/ 1114920 h 1114920"/>
              <a:gd name="csX1473" fmla="*/ 253830 w 1723042"/>
              <a:gd name="csY1473" fmla="*/ 1114920 h 1114920"/>
              <a:gd name="csX1474" fmla="*/ 254003 w 1723042"/>
              <a:gd name="csY1474" fmla="*/ 1114920 h 1114920"/>
              <a:gd name="csX1475" fmla="*/ 254174 w 1723042"/>
              <a:gd name="csY1475" fmla="*/ 1114920 h 1114920"/>
              <a:gd name="csX1476" fmla="*/ 254347 w 1723042"/>
              <a:gd name="csY1476" fmla="*/ 1114920 h 1114920"/>
              <a:gd name="csX1477" fmla="*/ 254519 w 1723042"/>
              <a:gd name="csY1477" fmla="*/ 1114920 h 1114920"/>
              <a:gd name="csX1478" fmla="*/ 254691 w 1723042"/>
              <a:gd name="csY1478" fmla="*/ 1114920 h 1114920"/>
              <a:gd name="csX1479" fmla="*/ 254864 w 1723042"/>
              <a:gd name="csY1479" fmla="*/ 1114920 h 1114920"/>
              <a:gd name="csX1480" fmla="*/ 255036 w 1723042"/>
              <a:gd name="csY1480" fmla="*/ 1114920 h 1114920"/>
              <a:gd name="csX1481" fmla="*/ 255208 w 1723042"/>
              <a:gd name="csY1481" fmla="*/ 1114920 h 1114920"/>
              <a:gd name="csX1482" fmla="*/ 255381 w 1723042"/>
              <a:gd name="csY1482" fmla="*/ 1114920 h 1114920"/>
              <a:gd name="csX1483" fmla="*/ 255553 w 1723042"/>
              <a:gd name="csY1483" fmla="*/ 1114920 h 1114920"/>
              <a:gd name="csX1484" fmla="*/ 255725 w 1723042"/>
              <a:gd name="csY1484" fmla="*/ 1114920 h 1114920"/>
              <a:gd name="csX1485" fmla="*/ 255898 w 1723042"/>
              <a:gd name="csY1485" fmla="*/ 1114920 h 1114920"/>
              <a:gd name="csX1486" fmla="*/ 256070 w 1723042"/>
              <a:gd name="csY1486" fmla="*/ 1114920 h 1114920"/>
              <a:gd name="csX1487" fmla="*/ 256243 w 1723042"/>
              <a:gd name="csY1487" fmla="*/ 1114920 h 1114920"/>
              <a:gd name="csX1488" fmla="*/ 256414 w 1723042"/>
              <a:gd name="csY1488" fmla="*/ 1114920 h 1114920"/>
              <a:gd name="csX1489" fmla="*/ 256587 w 1723042"/>
              <a:gd name="csY1489" fmla="*/ 1114920 h 1114920"/>
              <a:gd name="csX1490" fmla="*/ 256760 w 1723042"/>
              <a:gd name="csY1490" fmla="*/ 1114920 h 1114920"/>
              <a:gd name="csX1491" fmla="*/ 256931 w 1723042"/>
              <a:gd name="csY1491" fmla="*/ 1114920 h 1114920"/>
              <a:gd name="csX1492" fmla="*/ 257104 w 1723042"/>
              <a:gd name="csY1492" fmla="*/ 1114920 h 1114920"/>
              <a:gd name="csX1493" fmla="*/ 257276 w 1723042"/>
              <a:gd name="csY1493" fmla="*/ 1114920 h 1114920"/>
              <a:gd name="csX1494" fmla="*/ 257448 w 1723042"/>
              <a:gd name="csY1494" fmla="*/ 1114920 h 1114920"/>
              <a:gd name="csX1495" fmla="*/ 257621 w 1723042"/>
              <a:gd name="csY1495" fmla="*/ 1114920 h 1114920"/>
              <a:gd name="csX1496" fmla="*/ 257793 w 1723042"/>
              <a:gd name="csY1496" fmla="*/ 1114920 h 1114920"/>
              <a:gd name="csX1497" fmla="*/ 257966 w 1723042"/>
              <a:gd name="csY1497" fmla="*/ 1114920 h 1114920"/>
              <a:gd name="csX1498" fmla="*/ 258138 w 1723042"/>
              <a:gd name="csY1498" fmla="*/ 1114920 h 1114920"/>
              <a:gd name="csX1499" fmla="*/ 258310 w 1723042"/>
              <a:gd name="csY1499" fmla="*/ 1114920 h 1114920"/>
              <a:gd name="csX1500" fmla="*/ 258483 w 1723042"/>
              <a:gd name="csY1500" fmla="*/ 1114920 h 1114920"/>
              <a:gd name="csX1501" fmla="*/ 258655 w 1723042"/>
              <a:gd name="csY1501" fmla="*/ 1114920 h 1114920"/>
              <a:gd name="csX1502" fmla="*/ 258827 w 1723042"/>
              <a:gd name="csY1502" fmla="*/ 1114920 h 1114920"/>
              <a:gd name="csX1503" fmla="*/ 259000 w 1723042"/>
              <a:gd name="csY1503" fmla="*/ 1114920 h 1114920"/>
              <a:gd name="csX1504" fmla="*/ 259171 w 1723042"/>
              <a:gd name="csY1504" fmla="*/ 1114920 h 1114920"/>
              <a:gd name="csX1505" fmla="*/ 259344 w 1723042"/>
              <a:gd name="csY1505" fmla="*/ 1114920 h 1114920"/>
              <a:gd name="csX1506" fmla="*/ 259517 w 1723042"/>
              <a:gd name="csY1506" fmla="*/ 1114920 h 1114920"/>
              <a:gd name="csX1507" fmla="*/ 259689 w 1723042"/>
              <a:gd name="csY1507" fmla="*/ 1114920 h 1114920"/>
              <a:gd name="csX1508" fmla="*/ 259861 w 1723042"/>
              <a:gd name="csY1508" fmla="*/ 1114920 h 1114920"/>
              <a:gd name="csX1509" fmla="*/ 260033 w 1723042"/>
              <a:gd name="csY1509" fmla="*/ 1114920 h 1114920"/>
              <a:gd name="csX1510" fmla="*/ 260206 w 1723042"/>
              <a:gd name="csY1510" fmla="*/ 1114920 h 1114920"/>
              <a:gd name="csX1511" fmla="*/ 260378 w 1723042"/>
              <a:gd name="csY1511" fmla="*/ 1114920 h 1114920"/>
              <a:gd name="csX1512" fmla="*/ 260550 w 1723042"/>
              <a:gd name="csY1512" fmla="*/ 1114920 h 1114920"/>
              <a:gd name="csX1513" fmla="*/ 260723 w 1723042"/>
              <a:gd name="csY1513" fmla="*/ 1114920 h 1114920"/>
              <a:gd name="csX1514" fmla="*/ 260895 w 1723042"/>
              <a:gd name="csY1514" fmla="*/ 1114920 h 1114920"/>
              <a:gd name="csX1515" fmla="*/ 261067 w 1723042"/>
              <a:gd name="csY1515" fmla="*/ 1114920 h 1114920"/>
              <a:gd name="csX1516" fmla="*/ 261240 w 1723042"/>
              <a:gd name="csY1516" fmla="*/ 1114920 h 1114920"/>
              <a:gd name="csX1517" fmla="*/ 261412 w 1723042"/>
              <a:gd name="csY1517" fmla="*/ 1114920 h 1114920"/>
              <a:gd name="csX1518" fmla="*/ 261584 w 1723042"/>
              <a:gd name="csY1518" fmla="*/ 1114920 h 1114920"/>
              <a:gd name="csX1519" fmla="*/ 261757 w 1723042"/>
              <a:gd name="csY1519" fmla="*/ 1114920 h 1114920"/>
              <a:gd name="csX1520" fmla="*/ 261929 w 1723042"/>
              <a:gd name="csY1520" fmla="*/ 1114920 h 1114920"/>
              <a:gd name="csX1521" fmla="*/ 262101 w 1723042"/>
              <a:gd name="csY1521" fmla="*/ 1114920 h 1114920"/>
              <a:gd name="csX1522" fmla="*/ 262274 w 1723042"/>
              <a:gd name="csY1522" fmla="*/ 1114920 h 1114920"/>
              <a:gd name="csX1523" fmla="*/ 262446 w 1723042"/>
              <a:gd name="csY1523" fmla="*/ 1114920 h 1114920"/>
              <a:gd name="csX1524" fmla="*/ 262618 w 1723042"/>
              <a:gd name="csY1524" fmla="*/ 1114920 h 1114920"/>
              <a:gd name="csX1525" fmla="*/ 262790 w 1723042"/>
              <a:gd name="csY1525" fmla="*/ 1114920 h 1114920"/>
              <a:gd name="csX1526" fmla="*/ 262963 w 1723042"/>
              <a:gd name="csY1526" fmla="*/ 1114920 h 1114920"/>
              <a:gd name="csX1527" fmla="*/ 263135 w 1723042"/>
              <a:gd name="csY1527" fmla="*/ 1114920 h 1114920"/>
              <a:gd name="csX1528" fmla="*/ 263307 w 1723042"/>
              <a:gd name="csY1528" fmla="*/ 1114920 h 1114920"/>
              <a:gd name="csX1529" fmla="*/ 263480 w 1723042"/>
              <a:gd name="csY1529" fmla="*/ 1114920 h 1114920"/>
              <a:gd name="csX1530" fmla="*/ 263653 w 1723042"/>
              <a:gd name="csY1530" fmla="*/ 1114920 h 1114920"/>
              <a:gd name="csX1531" fmla="*/ 263824 w 1723042"/>
              <a:gd name="csY1531" fmla="*/ 1114920 h 1114920"/>
              <a:gd name="csX1532" fmla="*/ 263997 w 1723042"/>
              <a:gd name="csY1532" fmla="*/ 1114920 h 1114920"/>
              <a:gd name="csX1533" fmla="*/ 264169 w 1723042"/>
              <a:gd name="csY1533" fmla="*/ 1114920 h 1114920"/>
              <a:gd name="csX1534" fmla="*/ 264341 w 1723042"/>
              <a:gd name="csY1534" fmla="*/ 1114920 h 1114920"/>
              <a:gd name="csX1535" fmla="*/ 264514 w 1723042"/>
              <a:gd name="csY1535" fmla="*/ 1114920 h 1114920"/>
              <a:gd name="csX1536" fmla="*/ 264686 w 1723042"/>
              <a:gd name="csY1536" fmla="*/ 1114920 h 1114920"/>
              <a:gd name="csX1537" fmla="*/ 264858 w 1723042"/>
              <a:gd name="csY1537" fmla="*/ 1114920 h 1114920"/>
              <a:gd name="csX1538" fmla="*/ 265031 w 1723042"/>
              <a:gd name="csY1538" fmla="*/ 1114920 h 1114920"/>
              <a:gd name="csX1539" fmla="*/ 265203 w 1723042"/>
              <a:gd name="csY1539" fmla="*/ 1114920 h 1114920"/>
              <a:gd name="csX1540" fmla="*/ 265376 w 1723042"/>
              <a:gd name="csY1540" fmla="*/ 1114920 h 1114920"/>
              <a:gd name="csX1541" fmla="*/ 265547 w 1723042"/>
              <a:gd name="csY1541" fmla="*/ 1114920 h 1114920"/>
              <a:gd name="csX1542" fmla="*/ 265720 w 1723042"/>
              <a:gd name="csY1542" fmla="*/ 1114920 h 1114920"/>
              <a:gd name="csX1543" fmla="*/ 265893 w 1723042"/>
              <a:gd name="csY1543" fmla="*/ 1114920 h 1114920"/>
              <a:gd name="csX1544" fmla="*/ 266064 w 1723042"/>
              <a:gd name="csY1544" fmla="*/ 1114920 h 1114920"/>
              <a:gd name="csX1545" fmla="*/ 266237 w 1723042"/>
              <a:gd name="csY1545" fmla="*/ 1114920 h 1114920"/>
              <a:gd name="csX1546" fmla="*/ 266410 w 1723042"/>
              <a:gd name="csY1546" fmla="*/ 1114920 h 1114920"/>
              <a:gd name="csX1547" fmla="*/ 266581 w 1723042"/>
              <a:gd name="csY1547" fmla="*/ 1114920 h 1114920"/>
              <a:gd name="csX1548" fmla="*/ 266754 w 1723042"/>
              <a:gd name="csY1548" fmla="*/ 1114920 h 1114920"/>
              <a:gd name="csX1549" fmla="*/ 266926 w 1723042"/>
              <a:gd name="csY1549" fmla="*/ 1114920 h 1114920"/>
              <a:gd name="csX1550" fmla="*/ 267099 w 1723042"/>
              <a:gd name="csY1550" fmla="*/ 1114920 h 1114920"/>
              <a:gd name="csX1551" fmla="*/ 267271 w 1723042"/>
              <a:gd name="csY1551" fmla="*/ 1114920 h 1114920"/>
              <a:gd name="csX1552" fmla="*/ 267443 w 1723042"/>
              <a:gd name="csY1552" fmla="*/ 1114920 h 1114920"/>
              <a:gd name="csX1553" fmla="*/ 267616 w 1723042"/>
              <a:gd name="csY1553" fmla="*/ 1114920 h 1114920"/>
              <a:gd name="csX1554" fmla="*/ 267788 w 1723042"/>
              <a:gd name="csY1554" fmla="*/ 1114920 h 1114920"/>
              <a:gd name="csX1555" fmla="*/ 267960 w 1723042"/>
              <a:gd name="csY1555" fmla="*/ 1114920 h 1114920"/>
              <a:gd name="csX1556" fmla="*/ 268133 w 1723042"/>
              <a:gd name="csY1556" fmla="*/ 1114920 h 1114920"/>
              <a:gd name="csX1557" fmla="*/ 268304 w 1723042"/>
              <a:gd name="csY1557" fmla="*/ 1114920 h 1114920"/>
              <a:gd name="csX1558" fmla="*/ 268477 w 1723042"/>
              <a:gd name="csY1558" fmla="*/ 1114920 h 1114920"/>
              <a:gd name="csX1559" fmla="*/ 268650 w 1723042"/>
              <a:gd name="csY1559" fmla="*/ 1114920 h 1114920"/>
              <a:gd name="csX1560" fmla="*/ 268821 w 1723042"/>
              <a:gd name="csY1560" fmla="*/ 1114920 h 1114920"/>
              <a:gd name="csX1561" fmla="*/ 268994 w 1723042"/>
              <a:gd name="csY1561" fmla="*/ 1114920 h 1114920"/>
              <a:gd name="csX1562" fmla="*/ 269167 w 1723042"/>
              <a:gd name="csY1562" fmla="*/ 1114920 h 1114920"/>
              <a:gd name="csX1563" fmla="*/ 269339 w 1723042"/>
              <a:gd name="csY1563" fmla="*/ 1114920 h 1114920"/>
              <a:gd name="csX1564" fmla="*/ 269511 w 1723042"/>
              <a:gd name="csY1564" fmla="*/ 1114920 h 1114920"/>
              <a:gd name="csX1565" fmla="*/ 269683 w 1723042"/>
              <a:gd name="csY1565" fmla="*/ 1114920 h 1114920"/>
              <a:gd name="csX1566" fmla="*/ 269856 w 1723042"/>
              <a:gd name="csY1566" fmla="*/ 1114920 h 1114920"/>
              <a:gd name="csX1567" fmla="*/ 270028 w 1723042"/>
              <a:gd name="csY1567" fmla="*/ 1114920 h 1114920"/>
              <a:gd name="csX1568" fmla="*/ 270200 w 1723042"/>
              <a:gd name="csY1568" fmla="*/ 1114920 h 1114920"/>
              <a:gd name="csX1569" fmla="*/ 270373 w 1723042"/>
              <a:gd name="csY1569" fmla="*/ 1114920 h 1114920"/>
              <a:gd name="csX1570" fmla="*/ 270545 w 1723042"/>
              <a:gd name="csY1570" fmla="*/ 1114920 h 1114920"/>
              <a:gd name="csX1571" fmla="*/ 270717 w 1723042"/>
              <a:gd name="csY1571" fmla="*/ 1114920 h 1114920"/>
              <a:gd name="csX1572" fmla="*/ 270890 w 1723042"/>
              <a:gd name="csY1572" fmla="*/ 1114920 h 1114920"/>
              <a:gd name="csX1573" fmla="*/ 271062 w 1723042"/>
              <a:gd name="csY1573" fmla="*/ 1114920 h 1114920"/>
              <a:gd name="csX1574" fmla="*/ 271234 w 1723042"/>
              <a:gd name="csY1574" fmla="*/ 1114920 h 1114920"/>
              <a:gd name="csX1575" fmla="*/ 271407 w 1723042"/>
              <a:gd name="csY1575" fmla="*/ 1114920 h 1114920"/>
              <a:gd name="csX1576" fmla="*/ 271579 w 1723042"/>
              <a:gd name="csY1576" fmla="*/ 1114920 h 1114920"/>
              <a:gd name="csX1577" fmla="*/ 271751 w 1723042"/>
              <a:gd name="csY1577" fmla="*/ 1114920 h 1114920"/>
              <a:gd name="csX1578" fmla="*/ 271924 w 1723042"/>
              <a:gd name="csY1578" fmla="*/ 1114920 h 1114920"/>
              <a:gd name="csX1579" fmla="*/ 272096 w 1723042"/>
              <a:gd name="csY1579" fmla="*/ 1114920 h 1114920"/>
              <a:gd name="csX1580" fmla="*/ 272268 w 1723042"/>
              <a:gd name="csY1580" fmla="*/ 1114920 h 1114920"/>
              <a:gd name="csX1581" fmla="*/ 272440 w 1723042"/>
              <a:gd name="csY1581" fmla="*/ 1114920 h 1114920"/>
              <a:gd name="csX1582" fmla="*/ 272613 w 1723042"/>
              <a:gd name="csY1582" fmla="*/ 1114920 h 1114920"/>
              <a:gd name="csX1583" fmla="*/ 272786 w 1723042"/>
              <a:gd name="csY1583" fmla="*/ 1114920 h 1114920"/>
              <a:gd name="csX1584" fmla="*/ 272957 w 1723042"/>
              <a:gd name="csY1584" fmla="*/ 1114920 h 1114920"/>
              <a:gd name="csX1585" fmla="*/ 273130 w 1723042"/>
              <a:gd name="csY1585" fmla="*/ 1114920 h 1114920"/>
              <a:gd name="csX1586" fmla="*/ 273302 w 1723042"/>
              <a:gd name="csY1586" fmla="*/ 1114920 h 1114920"/>
              <a:gd name="csX1587" fmla="*/ 273474 w 1723042"/>
              <a:gd name="csY1587" fmla="*/ 1114920 h 1114920"/>
              <a:gd name="csX1588" fmla="*/ 273647 w 1723042"/>
              <a:gd name="csY1588" fmla="*/ 1114920 h 1114920"/>
              <a:gd name="csX1589" fmla="*/ 273819 w 1723042"/>
              <a:gd name="csY1589" fmla="*/ 1114920 h 1114920"/>
              <a:gd name="csX1590" fmla="*/ 273991 w 1723042"/>
              <a:gd name="csY1590" fmla="*/ 1114920 h 1114920"/>
              <a:gd name="csX1591" fmla="*/ 274164 w 1723042"/>
              <a:gd name="csY1591" fmla="*/ 1114920 h 1114920"/>
              <a:gd name="csX1592" fmla="*/ 274336 w 1723042"/>
              <a:gd name="csY1592" fmla="*/ 1114920 h 1114920"/>
              <a:gd name="csX1593" fmla="*/ 274508 w 1723042"/>
              <a:gd name="csY1593" fmla="*/ 1114920 h 1114920"/>
              <a:gd name="csX1594" fmla="*/ 274681 w 1723042"/>
              <a:gd name="csY1594" fmla="*/ 1114920 h 1114920"/>
              <a:gd name="csX1595" fmla="*/ 274853 w 1723042"/>
              <a:gd name="csY1595" fmla="*/ 1114920 h 1114920"/>
              <a:gd name="csX1596" fmla="*/ 275026 w 1723042"/>
              <a:gd name="csY1596" fmla="*/ 1114920 h 1114920"/>
              <a:gd name="csX1597" fmla="*/ 275197 w 1723042"/>
              <a:gd name="csY1597" fmla="*/ 1114920 h 1114920"/>
              <a:gd name="csX1598" fmla="*/ 275370 w 1723042"/>
              <a:gd name="csY1598" fmla="*/ 1114920 h 1114920"/>
              <a:gd name="csX1599" fmla="*/ 275543 w 1723042"/>
              <a:gd name="csY1599" fmla="*/ 1114920 h 1114920"/>
              <a:gd name="csX1600" fmla="*/ 275714 w 1723042"/>
              <a:gd name="csY1600" fmla="*/ 1114920 h 1114920"/>
              <a:gd name="csX1601" fmla="*/ 275887 w 1723042"/>
              <a:gd name="csY1601" fmla="*/ 1114920 h 1114920"/>
              <a:gd name="csX1602" fmla="*/ 276060 w 1723042"/>
              <a:gd name="csY1602" fmla="*/ 1114920 h 1114920"/>
              <a:gd name="csX1603" fmla="*/ 276231 w 1723042"/>
              <a:gd name="csY1603" fmla="*/ 1114920 h 1114920"/>
              <a:gd name="csX1604" fmla="*/ 276404 w 1723042"/>
              <a:gd name="csY1604" fmla="*/ 1114920 h 1114920"/>
              <a:gd name="csX1605" fmla="*/ 276576 w 1723042"/>
              <a:gd name="csY1605" fmla="*/ 1114920 h 1114920"/>
              <a:gd name="csX1606" fmla="*/ 276749 w 1723042"/>
              <a:gd name="csY1606" fmla="*/ 1114920 h 1114920"/>
              <a:gd name="csX1607" fmla="*/ 276921 w 1723042"/>
              <a:gd name="csY1607" fmla="*/ 1114920 h 1114920"/>
              <a:gd name="csX1608" fmla="*/ 277093 w 1723042"/>
              <a:gd name="csY1608" fmla="*/ 1114920 h 1114920"/>
              <a:gd name="csX1609" fmla="*/ 277266 w 1723042"/>
              <a:gd name="csY1609" fmla="*/ 1114920 h 1114920"/>
              <a:gd name="csX1610" fmla="*/ 277438 w 1723042"/>
              <a:gd name="csY1610" fmla="*/ 1114920 h 1114920"/>
              <a:gd name="csX1611" fmla="*/ 277610 w 1723042"/>
              <a:gd name="csY1611" fmla="*/ 1114920 h 1114920"/>
              <a:gd name="csX1612" fmla="*/ 277783 w 1723042"/>
              <a:gd name="csY1612" fmla="*/ 1114920 h 1114920"/>
              <a:gd name="csX1613" fmla="*/ 277954 w 1723042"/>
              <a:gd name="csY1613" fmla="*/ 1114920 h 1114920"/>
              <a:gd name="csX1614" fmla="*/ 278127 w 1723042"/>
              <a:gd name="csY1614" fmla="*/ 1114920 h 1114920"/>
              <a:gd name="csX1615" fmla="*/ 278300 w 1723042"/>
              <a:gd name="csY1615" fmla="*/ 1114920 h 1114920"/>
              <a:gd name="csX1616" fmla="*/ 278472 w 1723042"/>
              <a:gd name="csY1616" fmla="*/ 1114920 h 1114920"/>
              <a:gd name="csX1617" fmla="*/ 278644 w 1723042"/>
              <a:gd name="csY1617" fmla="*/ 1114920 h 1114920"/>
              <a:gd name="csX1618" fmla="*/ 278817 w 1723042"/>
              <a:gd name="csY1618" fmla="*/ 1114920 h 1114920"/>
              <a:gd name="csX1619" fmla="*/ 278989 w 1723042"/>
              <a:gd name="csY1619" fmla="*/ 1114920 h 1114920"/>
              <a:gd name="csX1620" fmla="*/ 279161 w 1723042"/>
              <a:gd name="csY1620" fmla="*/ 1114920 h 1114920"/>
              <a:gd name="csX1621" fmla="*/ 279333 w 1723042"/>
              <a:gd name="csY1621" fmla="*/ 1114920 h 1114920"/>
              <a:gd name="csX1622" fmla="*/ 279506 w 1723042"/>
              <a:gd name="csY1622" fmla="*/ 1114920 h 1114920"/>
              <a:gd name="csX1623" fmla="*/ 279678 w 1723042"/>
              <a:gd name="csY1623" fmla="*/ 1114920 h 1114920"/>
              <a:gd name="csX1624" fmla="*/ 279850 w 1723042"/>
              <a:gd name="csY1624" fmla="*/ 1114920 h 1114920"/>
              <a:gd name="csX1625" fmla="*/ 280023 w 1723042"/>
              <a:gd name="csY1625" fmla="*/ 1114920 h 1114920"/>
              <a:gd name="csX1626" fmla="*/ 280195 w 1723042"/>
              <a:gd name="csY1626" fmla="*/ 1114920 h 1114920"/>
              <a:gd name="csX1627" fmla="*/ 280367 w 1723042"/>
              <a:gd name="csY1627" fmla="*/ 1114920 h 1114920"/>
              <a:gd name="csX1628" fmla="*/ 280540 w 1723042"/>
              <a:gd name="csY1628" fmla="*/ 1114920 h 1114920"/>
              <a:gd name="csX1629" fmla="*/ 280712 w 1723042"/>
              <a:gd name="csY1629" fmla="*/ 1114920 h 1114920"/>
              <a:gd name="csX1630" fmla="*/ 280884 w 1723042"/>
              <a:gd name="csY1630" fmla="*/ 1114920 h 1114920"/>
              <a:gd name="csX1631" fmla="*/ 281057 w 1723042"/>
              <a:gd name="csY1631" fmla="*/ 1114920 h 1114920"/>
              <a:gd name="csX1632" fmla="*/ 281229 w 1723042"/>
              <a:gd name="csY1632" fmla="*/ 1114920 h 1114920"/>
              <a:gd name="csX1633" fmla="*/ 281401 w 1723042"/>
              <a:gd name="csY1633" fmla="*/ 1114920 h 1114920"/>
              <a:gd name="csX1634" fmla="*/ 281574 w 1723042"/>
              <a:gd name="csY1634" fmla="*/ 1114920 h 1114920"/>
              <a:gd name="csX1635" fmla="*/ 281746 w 1723042"/>
              <a:gd name="csY1635" fmla="*/ 1114920 h 1114920"/>
              <a:gd name="csX1636" fmla="*/ 281918 w 1723042"/>
              <a:gd name="csY1636" fmla="*/ 1114920 h 1114920"/>
              <a:gd name="csX1637" fmla="*/ 282090 w 1723042"/>
              <a:gd name="csY1637" fmla="*/ 1114920 h 1114920"/>
              <a:gd name="csX1638" fmla="*/ 282263 w 1723042"/>
              <a:gd name="csY1638" fmla="*/ 1114920 h 1114920"/>
              <a:gd name="csX1639" fmla="*/ 282436 w 1723042"/>
              <a:gd name="csY1639" fmla="*/ 1114920 h 1114920"/>
              <a:gd name="csX1640" fmla="*/ 282607 w 1723042"/>
              <a:gd name="csY1640" fmla="*/ 1114920 h 1114920"/>
              <a:gd name="csX1641" fmla="*/ 282780 w 1723042"/>
              <a:gd name="csY1641" fmla="*/ 1114920 h 1114920"/>
              <a:gd name="csX1642" fmla="*/ 282953 w 1723042"/>
              <a:gd name="csY1642" fmla="*/ 1114920 h 1114920"/>
              <a:gd name="csX1643" fmla="*/ 283124 w 1723042"/>
              <a:gd name="csY1643" fmla="*/ 1114920 h 1114920"/>
              <a:gd name="csX1644" fmla="*/ 283297 w 1723042"/>
              <a:gd name="csY1644" fmla="*/ 1114920 h 1114920"/>
              <a:gd name="csX1645" fmla="*/ 283469 w 1723042"/>
              <a:gd name="csY1645" fmla="*/ 1114920 h 1114920"/>
              <a:gd name="csX1646" fmla="*/ 283641 w 1723042"/>
              <a:gd name="csY1646" fmla="*/ 1114920 h 1114920"/>
              <a:gd name="csX1647" fmla="*/ 283814 w 1723042"/>
              <a:gd name="csY1647" fmla="*/ 1114920 h 1114920"/>
              <a:gd name="csX1648" fmla="*/ 283986 w 1723042"/>
              <a:gd name="csY1648" fmla="*/ 1114920 h 1114920"/>
              <a:gd name="csX1649" fmla="*/ 284159 w 1723042"/>
              <a:gd name="csY1649" fmla="*/ 1114920 h 1114920"/>
              <a:gd name="csX1650" fmla="*/ 284331 w 1723042"/>
              <a:gd name="csY1650" fmla="*/ 1114920 h 1114920"/>
              <a:gd name="csX1651" fmla="*/ 284503 w 1723042"/>
              <a:gd name="csY1651" fmla="*/ 1114920 h 1114920"/>
              <a:gd name="csX1652" fmla="*/ 284676 w 1723042"/>
              <a:gd name="csY1652" fmla="*/ 1114920 h 1114920"/>
              <a:gd name="csX1653" fmla="*/ 284847 w 1723042"/>
              <a:gd name="csY1653" fmla="*/ 1114920 h 1114920"/>
              <a:gd name="csX1654" fmla="*/ 285020 w 1723042"/>
              <a:gd name="csY1654" fmla="*/ 1114920 h 1114920"/>
              <a:gd name="csX1655" fmla="*/ 285193 w 1723042"/>
              <a:gd name="csY1655" fmla="*/ 1114920 h 1114920"/>
              <a:gd name="csX1656" fmla="*/ 285364 w 1723042"/>
              <a:gd name="csY1656" fmla="*/ 1114920 h 1114920"/>
              <a:gd name="csX1657" fmla="*/ 285537 w 1723042"/>
              <a:gd name="csY1657" fmla="*/ 1114920 h 1114920"/>
              <a:gd name="csX1658" fmla="*/ 285710 w 1723042"/>
              <a:gd name="csY1658" fmla="*/ 1114920 h 1114920"/>
              <a:gd name="csX1659" fmla="*/ 285881 w 1723042"/>
              <a:gd name="csY1659" fmla="*/ 1114920 h 1114920"/>
              <a:gd name="csX1660" fmla="*/ 286054 w 1723042"/>
              <a:gd name="csY1660" fmla="*/ 1114920 h 1114920"/>
              <a:gd name="csX1661" fmla="*/ 286226 w 1723042"/>
              <a:gd name="csY1661" fmla="*/ 1114920 h 1114920"/>
              <a:gd name="csX1662" fmla="*/ 286399 w 1723042"/>
              <a:gd name="csY1662" fmla="*/ 1114920 h 1114920"/>
              <a:gd name="csX1663" fmla="*/ 286571 w 1723042"/>
              <a:gd name="csY1663" fmla="*/ 1114920 h 1114920"/>
              <a:gd name="csX1664" fmla="*/ 286743 w 1723042"/>
              <a:gd name="csY1664" fmla="*/ 1114920 h 1114920"/>
              <a:gd name="csX1665" fmla="*/ 286916 w 1723042"/>
              <a:gd name="csY1665" fmla="*/ 1114920 h 1114920"/>
              <a:gd name="csX1666" fmla="*/ 287088 w 1723042"/>
              <a:gd name="csY1666" fmla="*/ 1114920 h 1114920"/>
              <a:gd name="csX1667" fmla="*/ 287260 w 1723042"/>
              <a:gd name="csY1667" fmla="*/ 1114920 h 1114920"/>
              <a:gd name="csX1668" fmla="*/ 287433 w 1723042"/>
              <a:gd name="csY1668" fmla="*/ 1114920 h 1114920"/>
              <a:gd name="csX1669" fmla="*/ 287604 w 1723042"/>
              <a:gd name="csY1669" fmla="*/ 1114920 h 1114920"/>
              <a:gd name="csX1670" fmla="*/ 287777 w 1723042"/>
              <a:gd name="csY1670" fmla="*/ 1114920 h 1114920"/>
              <a:gd name="csX1671" fmla="*/ 287950 w 1723042"/>
              <a:gd name="csY1671" fmla="*/ 1114920 h 1114920"/>
              <a:gd name="csX1672" fmla="*/ 288122 w 1723042"/>
              <a:gd name="csY1672" fmla="*/ 1114920 h 1114920"/>
              <a:gd name="csX1673" fmla="*/ 288294 w 1723042"/>
              <a:gd name="csY1673" fmla="*/ 1114920 h 1114920"/>
              <a:gd name="csX1674" fmla="*/ 288467 w 1723042"/>
              <a:gd name="csY1674" fmla="*/ 1114920 h 1114920"/>
              <a:gd name="csX1675" fmla="*/ 288639 w 1723042"/>
              <a:gd name="csY1675" fmla="*/ 1114920 h 1114920"/>
              <a:gd name="csX1676" fmla="*/ 288811 w 1723042"/>
              <a:gd name="csY1676" fmla="*/ 1114920 h 1114920"/>
              <a:gd name="csX1677" fmla="*/ 288983 w 1723042"/>
              <a:gd name="csY1677" fmla="*/ 1114920 h 1114920"/>
              <a:gd name="csX1678" fmla="*/ 289156 w 1723042"/>
              <a:gd name="csY1678" fmla="*/ 1114920 h 1114920"/>
              <a:gd name="csX1679" fmla="*/ 289328 w 1723042"/>
              <a:gd name="csY1679" fmla="*/ 1114920 h 1114920"/>
              <a:gd name="csX1680" fmla="*/ 289500 w 1723042"/>
              <a:gd name="csY1680" fmla="*/ 1114920 h 1114920"/>
              <a:gd name="csX1681" fmla="*/ 289673 w 1723042"/>
              <a:gd name="csY1681" fmla="*/ 1114920 h 1114920"/>
              <a:gd name="csX1682" fmla="*/ 289845 w 1723042"/>
              <a:gd name="csY1682" fmla="*/ 1114920 h 1114920"/>
              <a:gd name="csX1683" fmla="*/ 290017 w 1723042"/>
              <a:gd name="csY1683" fmla="*/ 1114920 h 1114920"/>
              <a:gd name="csX1684" fmla="*/ 290190 w 1723042"/>
              <a:gd name="csY1684" fmla="*/ 1114920 h 1114920"/>
              <a:gd name="csX1685" fmla="*/ 290362 w 1723042"/>
              <a:gd name="csY1685" fmla="*/ 1114920 h 1114920"/>
              <a:gd name="csX1686" fmla="*/ 290534 w 1723042"/>
              <a:gd name="csY1686" fmla="*/ 1114920 h 1114920"/>
              <a:gd name="csX1687" fmla="*/ 290707 w 1723042"/>
              <a:gd name="csY1687" fmla="*/ 1114920 h 1114920"/>
              <a:gd name="csX1688" fmla="*/ 290879 w 1723042"/>
              <a:gd name="csY1688" fmla="*/ 1114920 h 1114920"/>
              <a:gd name="csX1689" fmla="*/ 291051 w 1723042"/>
              <a:gd name="csY1689" fmla="*/ 1114920 h 1114920"/>
              <a:gd name="csX1690" fmla="*/ 291224 w 1723042"/>
              <a:gd name="csY1690" fmla="*/ 1114920 h 1114920"/>
              <a:gd name="csX1691" fmla="*/ 291396 w 1723042"/>
              <a:gd name="csY1691" fmla="*/ 1114920 h 1114920"/>
              <a:gd name="csX1692" fmla="*/ 291568 w 1723042"/>
              <a:gd name="csY1692" fmla="*/ 1114920 h 1114920"/>
              <a:gd name="csX1693" fmla="*/ 291740 w 1723042"/>
              <a:gd name="csY1693" fmla="*/ 1114920 h 1114920"/>
              <a:gd name="csX1694" fmla="*/ 291913 w 1723042"/>
              <a:gd name="csY1694" fmla="*/ 1114920 h 1114920"/>
              <a:gd name="csX1695" fmla="*/ 292086 w 1723042"/>
              <a:gd name="csY1695" fmla="*/ 1114920 h 1114920"/>
              <a:gd name="csX1696" fmla="*/ 292257 w 1723042"/>
              <a:gd name="csY1696" fmla="*/ 1114920 h 1114920"/>
              <a:gd name="csX1697" fmla="*/ 292430 w 1723042"/>
              <a:gd name="csY1697" fmla="*/ 1114920 h 1114920"/>
              <a:gd name="csX1698" fmla="*/ 292602 w 1723042"/>
              <a:gd name="csY1698" fmla="*/ 1114920 h 1114920"/>
              <a:gd name="csX1699" fmla="*/ 292774 w 1723042"/>
              <a:gd name="csY1699" fmla="*/ 1114920 h 1114920"/>
              <a:gd name="csX1700" fmla="*/ 292947 w 1723042"/>
              <a:gd name="csY1700" fmla="*/ 1114920 h 1114920"/>
              <a:gd name="csX1701" fmla="*/ 293119 w 1723042"/>
              <a:gd name="csY1701" fmla="*/ 1114920 h 1114920"/>
              <a:gd name="csX1702" fmla="*/ 293291 w 1723042"/>
              <a:gd name="csY1702" fmla="*/ 1114920 h 1114920"/>
              <a:gd name="csX1703" fmla="*/ 293464 w 1723042"/>
              <a:gd name="csY1703" fmla="*/ 1114920 h 1114920"/>
              <a:gd name="csX1704" fmla="*/ 293636 w 1723042"/>
              <a:gd name="csY1704" fmla="*/ 1114920 h 1114920"/>
              <a:gd name="csX1705" fmla="*/ 293809 w 1723042"/>
              <a:gd name="csY1705" fmla="*/ 1114920 h 1114920"/>
              <a:gd name="csX1706" fmla="*/ 293981 w 1723042"/>
              <a:gd name="csY1706" fmla="*/ 1114920 h 1114920"/>
              <a:gd name="csX1707" fmla="*/ 294153 w 1723042"/>
              <a:gd name="csY1707" fmla="*/ 1114920 h 1114920"/>
              <a:gd name="csX1708" fmla="*/ 294326 w 1723042"/>
              <a:gd name="csY1708" fmla="*/ 1114920 h 1114920"/>
              <a:gd name="csX1709" fmla="*/ 294497 w 1723042"/>
              <a:gd name="csY1709" fmla="*/ 1114920 h 1114920"/>
              <a:gd name="csX1710" fmla="*/ 294670 w 1723042"/>
              <a:gd name="csY1710" fmla="*/ 1114920 h 1114920"/>
              <a:gd name="csX1711" fmla="*/ 294843 w 1723042"/>
              <a:gd name="csY1711" fmla="*/ 1114920 h 1114920"/>
              <a:gd name="csX1712" fmla="*/ 295014 w 1723042"/>
              <a:gd name="csY1712" fmla="*/ 1114920 h 1114920"/>
              <a:gd name="csX1713" fmla="*/ 295187 w 1723042"/>
              <a:gd name="csY1713" fmla="*/ 1114920 h 1114920"/>
              <a:gd name="csX1714" fmla="*/ 295359 w 1723042"/>
              <a:gd name="csY1714" fmla="*/ 1114920 h 1114920"/>
              <a:gd name="csX1715" fmla="*/ 295532 w 1723042"/>
              <a:gd name="csY1715" fmla="*/ 1114920 h 1114920"/>
              <a:gd name="csX1716" fmla="*/ 295704 w 1723042"/>
              <a:gd name="csY1716" fmla="*/ 1114920 h 1114920"/>
              <a:gd name="csX1717" fmla="*/ 295876 w 1723042"/>
              <a:gd name="csY1717" fmla="*/ 1114920 h 1114920"/>
              <a:gd name="csX1718" fmla="*/ 296049 w 1723042"/>
              <a:gd name="csY1718" fmla="*/ 1114920 h 1114920"/>
              <a:gd name="csX1719" fmla="*/ 296221 w 1723042"/>
              <a:gd name="csY1719" fmla="*/ 1114920 h 1114920"/>
              <a:gd name="csX1720" fmla="*/ 296393 w 1723042"/>
              <a:gd name="csY1720" fmla="*/ 1114920 h 1114920"/>
              <a:gd name="csX1721" fmla="*/ 296566 w 1723042"/>
              <a:gd name="csY1721" fmla="*/ 1114920 h 1114920"/>
              <a:gd name="csX1722" fmla="*/ 296738 w 1723042"/>
              <a:gd name="csY1722" fmla="*/ 1114920 h 1114920"/>
              <a:gd name="csX1723" fmla="*/ 296910 w 1723042"/>
              <a:gd name="csY1723" fmla="*/ 1114920 h 1114920"/>
              <a:gd name="csX1724" fmla="*/ 297083 w 1723042"/>
              <a:gd name="csY1724" fmla="*/ 1114920 h 1114920"/>
              <a:gd name="csX1725" fmla="*/ 297254 w 1723042"/>
              <a:gd name="csY1725" fmla="*/ 1114920 h 1114920"/>
              <a:gd name="csX1726" fmla="*/ 297427 w 1723042"/>
              <a:gd name="csY1726" fmla="*/ 1114920 h 1114920"/>
              <a:gd name="csX1727" fmla="*/ 297600 w 1723042"/>
              <a:gd name="csY1727" fmla="*/ 1114920 h 1114920"/>
              <a:gd name="csX1728" fmla="*/ 297772 w 1723042"/>
              <a:gd name="csY1728" fmla="*/ 1114920 h 1114920"/>
              <a:gd name="csX1729" fmla="*/ 297944 w 1723042"/>
              <a:gd name="csY1729" fmla="*/ 1114920 h 1114920"/>
              <a:gd name="csX1730" fmla="*/ 298117 w 1723042"/>
              <a:gd name="csY1730" fmla="*/ 1114920 h 1114920"/>
              <a:gd name="csX1731" fmla="*/ 298289 w 1723042"/>
              <a:gd name="csY1731" fmla="*/ 1114920 h 1114920"/>
              <a:gd name="csX1732" fmla="*/ 298461 w 1723042"/>
              <a:gd name="csY1732" fmla="*/ 1114920 h 1114920"/>
              <a:gd name="csX1733" fmla="*/ 298633 w 1723042"/>
              <a:gd name="csY1733" fmla="*/ 1114920 h 1114920"/>
              <a:gd name="csX1734" fmla="*/ 298806 w 1723042"/>
              <a:gd name="csY1734" fmla="*/ 1114920 h 1114920"/>
              <a:gd name="csX1735" fmla="*/ 298978 w 1723042"/>
              <a:gd name="csY1735" fmla="*/ 1114920 h 1114920"/>
              <a:gd name="csX1736" fmla="*/ 299150 w 1723042"/>
              <a:gd name="csY1736" fmla="*/ 1114920 h 1114920"/>
              <a:gd name="csX1737" fmla="*/ 299323 w 1723042"/>
              <a:gd name="csY1737" fmla="*/ 1114920 h 1114920"/>
              <a:gd name="csX1738" fmla="*/ 299495 w 1723042"/>
              <a:gd name="csY1738" fmla="*/ 1114920 h 1114920"/>
              <a:gd name="csX1739" fmla="*/ 299667 w 1723042"/>
              <a:gd name="csY1739" fmla="*/ 1114920 h 1114920"/>
              <a:gd name="csX1740" fmla="*/ 299840 w 1723042"/>
              <a:gd name="csY1740" fmla="*/ 1114920 h 1114920"/>
              <a:gd name="csX1741" fmla="*/ 300012 w 1723042"/>
              <a:gd name="csY1741" fmla="*/ 1114920 h 1114920"/>
              <a:gd name="csX1742" fmla="*/ 300184 w 1723042"/>
              <a:gd name="csY1742" fmla="*/ 1114920 h 1114920"/>
              <a:gd name="csX1743" fmla="*/ 300357 w 1723042"/>
              <a:gd name="csY1743" fmla="*/ 1114920 h 1114920"/>
              <a:gd name="csX1744" fmla="*/ 300529 w 1723042"/>
              <a:gd name="csY1744" fmla="*/ 1114920 h 1114920"/>
              <a:gd name="csX1745" fmla="*/ 300701 w 1723042"/>
              <a:gd name="csY1745" fmla="*/ 1114920 h 1114920"/>
              <a:gd name="csX1746" fmla="*/ 300874 w 1723042"/>
              <a:gd name="csY1746" fmla="*/ 1114920 h 1114920"/>
              <a:gd name="csX1747" fmla="*/ 301046 w 1723042"/>
              <a:gd name="csY1747" fmla="*/ 1114920 h 1114920"/>
              <a:gd name="csX1748" fmla="*/ 301219 w 1723042"/>
              <a:gd name="csY1748" fmla="*/ 1114920 h 1114920"/>
              <a:gd name="csX1749" fmla="*/ 301390 w 1723042"/>
              <a:gd name="csY1749" fmla="*/ 1114920 h 1114920"/>
              <a:gd name="csX1750" fmla="*/ 301563 w 1723042"/>
              <a:gd name="csY1750" fmla="*/ 1114920 h 1114920"/>
              <a:gd name="csX1751" fmla="*/ 301736 w 1723042"/>
              <a:gd name="csY1751" fmla="*/ 1114920 h 1114920"/>
              <a:gd name="csX1752" fmla="*/ 301907 w 1723042"/>
              <a:gd name="csY1752" fmla="*/ 1114920 h 1114920"/>
              <a:gd name="csX1753" fmla="*/ 302080 w 1723042"/>
              <a:gd name="csY1753" fmla="*/ 1114920 h 1114920"/>
              <a:gd name="csX1754" fmla="*/ 302252 w 1723042"/>
              <a:gd name="csY1754" fmla="*/ 1114920 h 1114920"/>
              <a:gd name="csX1755" fmla="*/ 302424 w 1723042"/>
              <a:gd name="csY1755" fmla="*/ 1114920 h 1114920"/>
              <a:gd name="csX1756" fmla="*/ 302597 w 1723042"/>
              <a:gd name="csY1756" fmla="*/ 1114920 h 1114920"/>
              <a:gd name="csX1757" fmla="*/ 302769 w 1723042"/>
              <a:gd name="csY1757" fmla="*/ 1114920 h 1114920"/>
              <a:gd name="csX1758" fmla="*/ 302942 w 1723042"/>
              <a:gd name="csY1758" fmla="*/ 1114920 h 1114920"/>
              <a:gd name="csX1759" fmla="*/ 303114 w 1723042"/>
              <a:gd name="csY1759" fmla="*/ 1114920 h 1114920"/>
              <a:gd name="csX1760" fmla="*/ 303286 w 1723042"/>
              <a:gd name="csY1760" fmla="*/ 1114920 h 1114920"/>
              <a:gd name="csX1761" fmla="*/ 303459 w 1723042"/>
              <a:gd name="csY1761" fmla="*/ 1114920 h 1114920"/>
              <a:gd name="csX1762" fmla="*/ 303631 w 1723042"/>
              <a:gd name="csY1762" fmla="*/ 1114920 h 1114920"/>
              <a:gd name="csX1763" fmla="*/ 303803 w 1723042"/>
              <a:gd name="csY1763" fmla="*/ 1114920 h 1114920"/>
              <a:gd name="csX1764" fmla="*/ 303976 w 1723042"/>
              <a:gd name="csY1764" fmla="*/ 1114920 h 1114920"/>
              <a:gd name="csX1765" fmla="*/ 304147 w 1723042"/>
              <a:gd name="csY1765" fmla="*/ 1114920 h 1114920"/>
              <a:gd name="csX1766" fmla="*/ 304320 w 1723042"/>
              <a:gd name="csY1766" fmla="*/ 1114920 h 1114920"/>
              <a:gd name="csX1767" fmla="*/ 304493 w 1723042"/>
              <a:gd name="csY1767" fmla="*/ 1114920 h 1114920"/>
              <a:gd name="csX1768" fmla="*/ 304664 w 1723042"/>
              <a:gd name="csY1768" fmla="*/ 1114920 h 1114920"/>
              <a:gd name="csX1769" fmla="*/ 304837 w 1723042"/>
              <a:gd name="csY1769" fmla="*/ 1114920 h 1114920"/>
              <a:gd name="csX1770" fmla="*/ 305009 w 1723042"/>
              <a:gd name="csY1770" fmla="*/ 1114920 h 1114920"/>
              <a:gd name="csX1771" fmla="*/ 305182 w 1723042"/>
              <a:gd name="csY1771" fmla="*/ 1114920 h 1114920"/>
              <a:gd name="csX1772" fmla="*/ 305354 w 1723042"/>
              <a:gd name="csY1772" fmla="*/ 1114920 h 1114920"/>
              <a:gd name="csX1773" fmla="*/ 305526 w 1723042"/>
              <a:gd name="csY1773" fmla="*/ 1114920 h 1114920"/>
              <a:gd name="csX1774" fmla="*/ 305699 w 1723042"/>
              <a:gd name="csY1774" fmla="*/ 1114920 h 1114920"/>
              <a:gd name="csX1775" fmla="*/ 305871 w 1723042"/>
              <a:gd name="csY1775" fmla="*/ 1114920 h 1114920"/>
              <a:gd name="csX1776" fmla="*/ 306043 w 1723042"/>
              <a:gd name="csY1776" fmla="*/ 1114920 h 1114920"/>
              <a:gd name="csX1777" fmla="*/ 306216 w 1723042"/>
              <a:gd name="csY1777" fmla="*/ 1114920 h 1114920"/>
              <a:gd name="csX1778" fmla="*/ 306388 w 1723042"/>
              <a:gd name="csY1778" fmla="*/ 1114920 h 1114920"/>
              <a:gd name="csX1779" fmla="*/ 306560 w 1723042"/>
              <a:gd name="csY1779" fmla="*/ 1114920 h 1114920"/>
              <a:gd name="csX1780" fmla="*/ 306733 w 1723042"/>
              <a:gd name="csY1780" fmla="*/ 1114920 h 1114920"/>
              <a:gd name="csX1781" fmla="*/ 306905 w 1723042"/>
              <a:gd name="csY1781" fmla="*/ 1114920 h 1114920"/>
              <a:gd name="csX1782" fmla="*/ 307077 w 1723042"/>
              <a:gd name="csY1782" fmla="*/ 1114920 h 1114920"/>
              <a:gd name="csX1783" fmla="*/ 307250 w 1723042"/>
              <a:gd name="csY1783" fmla="*/ 1114920 h 1114920"/>
              <a:gd name="csX1784" fmla="*/ 307422 w 1723042"/>
              <a:gd name="csY1784" fmla="*/ 1114920 h 1114920"/>
              <a:gd name="csX1785" fmla="*/ 307594 w 1723042"/>
              <a:gd name="csY1785" fmla="*/ 1114920 h 1114920"/>
              <a:gd name="csX1786" fmla="*/ 307766 w 1723042"/>
              <a:gd name="csY1786" fmla="*/ 1114920 h 1114920"/>
              <a:gd name="csX1787" fmla="*/ 307939 w 1723042"/>
              <a:gd name="csY1787" fmla="*/ 1114920 h 1114920"/>
              <a:gd name="csX1788" fmla="*/ 308111 w 1723042"/>
              <a:gd name="csY1788" fmla="*/ 1114920 h 1114920"/>
              <a:gd name="csX1789" fmla="*/ 308283 w 1723042"/>
              <a:gd name="csY1789" fmla="*/ 1114920 h 1114920"/>
              <a:gd name="csX1790" fmla="*/ 308456 w 1723042"/>
              <a:gd name="csY1790" fmla="*/ 1114920 h 1114920"/>
              <a:gd name="csX1791" fmla="*/ 308629 w 1723042"/>
              <a:gd name="csY1791" fmla="*/ 1114920 h 1114920"/>
              <a:gd name="csX1792" fmla="*/ 308800 w 1723042"/>
              <a:gd name="csY1792" fmla="*/ 1114920 h 1114920"/>
              <a:gd name="csX1793" fmla="*/ 308973 w 1723042"/>
              <a:gd name="csY1793" fmla="*/ 1114920 h 1114920"/>
              <a:gd name="csX1794" fmla="*/ 309145 w 1723042"/>
              <a:gd name="csY1794" fmla="*/ 1114920 h 1114920"/>
              <a:gd name="csX1795" fmla="*/ 309317 w 1723042"/>
              <a:gd name="csY1795" fmla="*/ 1114920 h 1114920"/>
              <a:gd name="csX1796" fmla="*/ 309490 w 1723042"/>
              <a:gd name="csY1796" fmla="*/ 1114920 h 1114920"/>
              <a:gd name="csX1797" fmla="*/ 309662 w 1723042"/>
              <a:gd name="csY1797" fmla="*/ 1114920 h 1114920"/>
              <a:gd name="csX1798" fmla="*/ 309834 w 1723042"/>
              <a:gd name="csY1798" fmla="*/ 1114920 h 1114920"/>
              <a:gd name="csX1799" fmla="*/ 310007 w 1723042"/>
              <a:gd name="csY1799" fmla="*/ 1114920 h 1114920"/>
              <a:gd name="csX1800" fmla="*/ 310179 w 1723042"/>
              <a:gd name="csY1800" fmla="*/ 1114920 h 1114920"/>
              <a:gd name="csX1801" fmla="*/ 310351 w 1723042"/>
              <a:gd name="csY1801" fmla="*/ 1114920 h 1114920"/>
              <a:gd name="csX1802" fmla="*/ 310523 w 1723042"/>
              <a:gd name="csY1802" fmla="*/ 1114920 h 1114920"/>
              <a:gd name="csX1803" fmla="*/ 310696 w 1723042"/>
              <a:gd name="csY1803" fmla="*/ 1114920 h 1114920"/>
              <a:gd name="csX1804" fmla="*/ 310869 w 1723042"/>
              <a:gd name="csY1804" fmla="*/ 1114920 h 1114920"/>
              <a:gd name="csX1805" fmla="*/ 311040 w 1723042"/>
              <a:gd name="csY1805" fmla="*/ 1114920 h 1114920"/>
              <a:gd name="csX1806" fmla="*/ 311213 w 1723042"/>
              <a:gd name="csY1806" fmla="*/ 1114920 h 1114920"/>
              <a:gd name="csX1807" fmla="*/ 311386 w 1723042"/>
              <a:gd name="csY1807" fmla="*/ 1114920 h 1114920"/>
              <a:gd name="csX1808" fmla="*/ 311557 w 1723042"/>
              <a:gd name="csY1808" fmla="*/ 1114920 h 1114920"/>
              <a:gd name="csX1809" fmla="*/ 311730 w 1723042"/>
              <a:gd name="csY1809" fmla="*/ 1114920 h 1114920"/>
              <a:gd name="csX1810" fmla="*/ 311902 w 1723042"/>
              <a:gd name="csY1810" fmla="*/ 1114920 h 1114920"/>
              <a:gd name="csX1811" fmla="*/ 312074 w 1723042"/>
              <a:gd name="csY1811" fmla="*/ 1114920 h 1114920"/>
              <a:gd name="csX1812" fmla="*/ 312247 w 1723042"/>
              <a:gd name="csY1812" fmla="*/ 1114920 h 1114920"/>
              <a:gd name="csX1813" fmla="*/ 312419 w 1723042"/>
              <a:gd name="csY1813" fmla="*/ 1114920 h 1114920"/>
              <a:gd name="csX1814" fmla="*/ 312592 w 1723042"/>
              <a:gd name="csY1814" fmla="*/ 1114920 h 1114920"/>
              <a:gd name="csX1815" fmla="*/ 312764 w 1723042"/>
              <a:gd name="csY1815" fmla="*/ 1114920 h 1114920"/>
              <a:gd name="csX1816" fmla="*/ 312936 w 1723042"/>
              <a:gd name="csY1816" fmla="*/ 1114920 h 1114920"/>
              <a:gd name="csX1817" fmla="*/ 313109 w 1723042"/>
              <a:gd name="csY1817" fmla="*/ 1114920 h 1114920"/>
              <a:gd name="csX1818" fmla="*/ 313280 w 1723042"/>
              <a:gd name="csY1818" fmla="*/ 1114920 h 1114920"/>
              <a:gd name="csX1819" fmla="*/ 313453 w 1723042"/>
              <a:gd name="csY1819" fmla="*/ 1114920 h 1114920"/>
              <a:gd name="csX1820" fmla="*/ 313626 w 1723042"/>
              <a:gd name="csY1820" fmla="*/ 1114920 h 1114920"/>
              <a:gd name="csX1821" fmla="*/ 313797 w 1723042"/>
              <a:gd name="csY1821" fmla="*/ 1114920 h 1114920"/>
              <a:gd name="csX1822" fmla="*/ 313970 w 1723042"/>
              <a:gd name="csY1822" fmla="*/ 1114920 h 1114920"/>
              <a:gd name="csX1823" fmla="*/ 314143 w 1723042"/>
              <a:gd name="csY1823" fmla="*/ 1114920 h 1114920"/>
              <a:gd name="csX1824" fmla="*/ 314315 w 1723042"/>
              <a:gd name="csY1824" fmla="*/ 1114920 h 1114920"/>
              <a:gd name="csX1825" fmla="*/ 314487 w 1723042"/>
              <a:gd name="csY1825" fmla="*/ 1114920 h 1114920"/>
              <a:gd name="csX1826" fmla="*/ 314659 w 1723042"/>
              <a:gd name="csY1826" fmla="*/ 1114920 h 1114920"/>
              <a:gd name="csX1827" fmla="*/ 314832 w 1723042"/>
              <a:gd name="csY1827" fmla="*/ 1114920 h 1114920"/>
              <a:gd name="csX1828" fmla="*/ 315004 w 1723042"/>
              <a:gd name="csY1828" fmla="*/ 1114920 h 1114920"/>
              <a:gd name="csX1829" fmla="*/ 315176 w 1723042"/>
              <a:gd name="csY1829" fmla="*/ 1114920 h 1114920"/>
              <a:gd name="csX1830" fmla="*/ 315349 w 1723042"/>
              <a:gd name="csY1830" fmla="*/ 1114920 h 1114920"/>
              <a:gd name="csX1831" fmla="*/ 315521 w 1723042"/>
              <a:gd name="csY1831" fmla="*/ 1114920 h 1114920"/>
              <a:gd name="csX1832" fmla="*/ 315693 w 1723042"/>
              <a:gd name="csY1832" fmla="*/ 1114920 h 1114920"/>
              <a:gd name="csX1833" fmla="*/ 315866 w 1723042"/>
              <a:gd name="csY1833" fmla="*/ 1114920 h 1114920"/>
              <a:gd name="csX1834" fmla="*/ 316037 w 1723042"/>
              <a:gd name="csY1834" fmla="*/ 1114920 h 1114920"/>
              <a:gd name="csX1835" fmla="*/ 316210 w 1723042"/>
              <a:gd name="csY1835" fmla="*/ 1114920 h 1114920"/>
              <a:gd name="csX1836" fmla="*/ 316383 w 1723042"/>
              <a:gd name="csY1836" fmla="*/ 1114920 h 1114920"/>
              <a:gd name="csX1837" fmla="*/ 316555 w 1723042"/>
              <a:gd name="csY1837" fmla="*/ 1114920 h 1114920"/>
              <a:gd name="csX1838" fmla="*/ 316727 w 1723042"/>
              <a:gd name="csY1838" fmla="*/ 1114920 h 1114920"/>
              <a:gd name="csX1839" fmla="*/ 316900 w 1723042"/>
              <a:gd name="csY1839" fmla="*/ 1114920 h 1114920"/>
              <a:gd name="csX1840" fmla="*/ 317072 w 1723042"/>
              <a:gd name="csY1840" fmla="*/ 1114920 h 1114920"/>
              <a:gd name="csX1841" fmla="*/ 317244 w 1723042"/>
              <a:gd name="csY1841" fmla="*/ 1114920 h 1114920"/>
              <a:gd name="csX1842" fmla="*/ 317416 w 1723042"/>
              <a:gd name="csY1842" fmla="*/ 1114920 h 1114920"/>
              <a:gd name="csX1843" fmla="*/ 317589 w 1723042"/>
              <a:gd name="csY1843" fmla="*/ 1114920 h 1114920"/>
              <a:gd name="csX1844" fmla="*/ 317761 w 1723042"/>
              <a:gd name="csY1844" fmla="*/ 1114920 h 1114920"/>
              <a:gd name="csX1845" fmla="*/ 317933 w 1723042"/>
              <a:gd name="csY1845" fmla="*/ 1114920 h 1114920"/>
              <a:gd name="csX1846" fmla="*/ 318106 w 1723042"/>
              <a:gd name="csY1846" fmla="*/ 1114920 h 1114920"/>
              <a:gd name="csX1847" fmla="*/ 318278 w 1723042"/>
              <a:gd name="csY1847" fmla="*/ 1114920 h 1114920"/>
              <a:gd name="csX1848" fmla="*/ 318450 w 1723042"/>
              <a:gd name="csY1848" fmla="*/ 1114920 h 1114920"/>
              <a:gd name="csX1849" fmla="*/ 318623 w 1723042"/>
              <a:gd name="csY1849" fmla="*/ 1114920 h 1114920"/>
              <a:gd name="csX1850" fmla="*/ 318795 w 1723042"/>
              <a:gd name="csY1850" fmla="*/ 1114920 h 1114920"/>
              <a:gd name="csX1851" fmla="*/ 318967 w 1723042"/>
              <a:gd name="csY1851" fmla="*/ 1114920 h 1114920"/>
              <a:gd name="csX1852" fmla="*/ 319140 w 1723042"/>
              <a:gd name="csY1852" fmla="*/ 1114920 h 1114920"/>
              <a:gd name="csX1853" fmla="*/ 319312 w 1723042"/>
              <a:gd name="csY1853" fmla="*/ 1114920 h 1114920"/>
              <a:gd name="csX1854" fmla="*/ 319484 w 1723042"/>
              <a:gd name="csY1854" fmla="*/ 1114920 h 1114920"/>
              <a:gd name="csX1855" fmla="*/ 319657 w 1723042"/>
              <a:gd name="csY1855" fmla="*/ 1114920 h 1114920"/>
              <a:gd name="csX1856" fmla="*/ 319829 w 1723042"/>
              <a:gd name="csY1856" fmla="*/ 1114920 h 1114920"/>
              <a:gd name="csX1857" fmla="*/ 320002 w 1723042"/>
              <a:gd name="csY1857" fmla="*/ 1114920 h 1114920"/>
              <a:gd name="csX1858" fmla="*/ 320173 w 1723042"/>
              <a:gd name="csY1858" fmla="*/ 1114920 h 1114920"/>
              <a:gd name="csX1859" fmla="*/ 320346 w 1723042"/>
              <a:gd name="csY1859" fmla="*/ 1114920 h 1114920"/>
              <a:gd name="csX1860" fmla="*/ 320519 w 1723042"/>
              <a:gd name="csY1860" fmla="*/ 1114920 h 1114920"/>
              <a:gd name="csX1861" fmla="*/ 320690 w 1723042"/>
              <a:gd name="csY1861" fmla="*/ 1114920 h 1114920"/>
              <a:gd name="csX1862" fmla="*/ 320863 w 1723042"/>
              <a:gd name="csY1862" fmla="*/ 1114920 h 1114920"/>
              <a:gd name="csX1863" fmla="*/ 321036 w 1723042"/>
              <a:gd name="csY1863" fmla="*/ 1114920 h 1114920"/>
              <a:gd name="csX1864" fmla="*/ 321207 w 1723042"/>
              <a:gd name="csY1864" fmla="*/ 1114920 h 1114920"/>
              <a:gd name="csX1865" fmla="*/ 321380 w 1723042"/>
              <a:gd name="csY1865" fmla="*/ 1114920 h 1114920"/>
              <a:gd name="csX1866" fmla="*/ 321552 w 1723042"/>
              <a:gd name="csY1866" fmla="*/ 1114920 h 1114920"/>
              <a:gd name="csX1867" fmla="*/ 321724 w 1723042"/>
              <a:gd name="csY1867" fmla="*/ 1114920 h 1114920"/>
              <a:gd name="csX1868" fmla="*/ 321897 w 1723042"/>
              <a:gd name="csY1868" fmla="*/ 1114920 h 1114920"/>
              <a:gd name="csX1869" fmla="*/ 322069 w 1723042"/>
              <a:gd name="csY1869" fmla="*/ 1114920 h 1114920"/>
              <a:gd name="csX1870" fmla="*/ 322242 w 1723042"/>
              <a:gd name="csY1870" fmla="*/ 1114920 h 1114920"/>
              <a:gd name="csX1871" fmla="*/ 322414 w 1723042"/>
              <a:gd name="csY1871" fmla="*/ 1114920 h 1114920"/>
              <a:gd name="csX1872" fmla="*/ 322586 w 1723042"/>
              <a:gd name="csY1872" fmla="*/ 1114920 h 1114920"/>
              <a:gd name="csX1873" fmla="*/ 322759 w 1723042"/>
              <a:gd name="csY1873" fmla="*/ 1114920 h 1114920"/>
              <a:gd name="csX1874" fmla="*/ 322930 w 1723042"/>
              <a:gd name="csY1874" fmla="*/ 1114920 h 1114920"/>
              <a:gd name="csX1875" fmla="*/ 323103 w 1723042"/>
              <a:gd name="csY1875" fmla="*/ 1114920 h 1114920"/>
              <a:gd name="csX1876" fmla="*/ 323276 w 1723042"/>
              <a:gd name="csY1876" fmla="*/ 1114920 h 1114920"/>
              <a:gd name="csX1877" fmla="*/ 323447 w 1723042"/>
              <a:gd name="csY1877" fmla="*/ 1114920 h 1114920"/>
              <a:gd name="csX1878" fmla="*/ 323620 w 1723042"/>
              <a:gd name="csY1878" fmla="*/ 1114920 h 1114920"/>
              <a:gd name="csX1879" fmla="*/ 323793 w 1723042"/>
              <a:gd name="csY1879" fmla="*/ 1114920 h 1114920"/>
              <a:gd name="csX1880" fmla="*/ 323965 w 1723042"/>
              <a:gd name="csY1880" fmla="*/ 1114920 h 1114920"/>
              <a:gd name="csX1881" fmla="*/ 324137 w 1723042"/>
              <a:gd name="csY1881" fmla="*/ 1114920 h 1114920"/>
              <a:gd name="csX1882" fmla="*/ 324309 w 1723042"/>
              <a:gd name="csY1882" fmla="*/ 1114920 h 1114920"/>
              <a:gd name="csX1883" fmla="*/ 324482 w 1723042"/>
              <a:gd name="csY1883" fmla="*/ 1114920 h 1114920"/>
              <a:gd name="csX1884" fmla="*/ 324654 w 1723042"/>
              <a:gd name="csY1884" fmla="*/ 1114920 h 1114920"/>
              <a:gd name="csX1885" fmla="*/ 324826 w 1723042"/>
              <a:gd name="csY1885" fmla="*/ 1114920 h 1114920"/>
              <a:gd name="csX1886" fmla="*/ 324999 w 1723042"/>
              <a:gd name="csY1886" fmla="*/ 1114920 h 1114920"/>
              <a:gd name="csX1887" fmla="*/ 325171 w 1723042"/>
              <a:gd name="csY1887" fmla="*/ 1114920 h 1114920"/>
              <a:gd name="csX1888" fmla="*/ 325343 w 1723042"/>
              <a:gd name="csY1888" fmla="*/ 1114920 h 1114920"/>
              <a:gd name="csX1889" fmla="*/ 325516 w 1723042"/>
              <a:gd name="csY1889" fmla="*/ 1114920 h 1114920"/>
              <a:gd name="csX1890" fmla="*/ 325688 w 1723042"/>
              <a:gd name="csY1890" fmla="*/ 1114920 h 1114920"/>
              <a:gd name="csX1891" fmla="*/ 325860 w 1723042"/>
              <a:gd name="csY1891" fmla="*/ 1114920 h 1114920"/>
              <a:gd name="csX1892" fmla="*/ 326033 w 1723042"/>
              <a:gd name="csY1892" fmla="*/ 1114920 h 1114920"/>
              <a:gd name="csX1893" fmla="*/ 326205 w 1723042"/>
              <a:gd name="csY1893" fmla="*/ 1114920 h 1114920"/>
              <a:gd name="csX1894" fmla="*/ 326377 w 1723042"/>
              <a:gd name="csY1894" fmla="*/ 1114920 h 1114920"/>
              <a:gd name="csX1895" fmla="*/ 326550 w 1723042"/>
              <a:gd name="csY1895" fmla="*/ 1114920 h 1114920"/>
              <a:gd name="csX1896" fmla="*/ 326722 w 1723042"/>
              <a:gd name="csY1896" fmla="*/ 1114920 h 1114920"/>
              <a:gd name="csX1897" fmla="*/ 326894 w 1723042"/>
              <a:gd name="csY1897" fmla="*/ 1114920 h 1114920"/>
              <a:gd name="csX1898" fmla="*/ 327066 w 1723042"/>
              <a:gd name="csY1898" fmla="*/ 1114920 h 1114920"/>
              <a:gd name="csX1899" fmla="*/ 327239 w 1723042"/>
              <a:gd name="csY1899" fmla="*/ 1114920 h 1114920"/>
              <a:gd name="csX1900" fmla="*/ 327411 w 1723042"/>
              <a:gd name="csY1900" fmla="*/ 1114920 h 1114920"/>
              <a:gd name="csX1901" fmla="*/ 327583 w 1723042"/>
              <a:gd name="csY1901" fmla="*/ 1114920 h 1114920"/>
              <a:gd name="csX1902" fmla="*/ 327756 w 1723042"/>
              <a:gd name="csY1902" fmla="*/ 1114920 h 1114920"/>
              <a:gd name="csX1903" fmla="*/ 327929 w 1723042"/>
              <a:gd name="csY1903" fmla="*/ 1114920 h 1114920"/>
              <a:gd name="csX1904" fmla="*/ 328100 w 1723042"/>
              <a:gd name="csY1904" fmla="*/ 1114920 h 1114920"/>
              <a:gd name="csX1905" fmla="*/ 328273 w 1723042"/>
              <a:gd name="csY1905" fmla="*/ 1114920 h 1114920"/>
              <a:gd name="csX1906" fmla="*/ 328445 w 1723042"/>
              <a:gd name="csY1906" fmla="*/ 1114920 h 1114920"/>
              <a:gd name="csX1907" fmla="*/ 328617 w 1723042"/>
              <a:gd name="csY1907" fmla="*/ 1114920 h 1114920"/>
              <a:gd name="csX1908" fmla="*/ 328790 w 1723042"/>
              <a:gd name="csY1908" fmla="*/ 1114920 h 1114920"/>
              <a:gd name="csX1909" fmla="*/ 328962 w 1723042"/>
              <a:gd name="csY1909" fmla="*/ 1114920 h 1114920"/>
              <a:gd name="csX1910" fmla="*/ 329134 w 1723042"/>
              <a:gd name="csY1910" fmla="*/ 1114920 h 1114920"/>
              <a:gd name="csX1911" fmla="*/ 329307 w 1723042"/>
              <a:gd name="csY1911" fmla="*/ 1114920 h 1114920"/>
              <a:gd name="csX1912" fmla="*/ 329479 w 1723042"/>
              <a:gd name="csY1912" fmla="*/ 1114920 h 1114920"/>
              <a:gd name="csX1913" fmla="*/ 329652 w 1723042"/>
              <a:gd name="csY1913" fmla="*/ 1114920 h 1114920"/>
              <a:gd name="csX1914" fmla="*/ 329823 w 1723042"/>
              <a:gd name="csY1914" fmla="*/ 1114920 h 1114920"/>
              <a:gd name="csX1915" fmla="*/ 329996 w 1723042"/>
              <a:gd name="csY1915" fmla="*/ 1114920 h 1114920"/>
              <a:gd name="csX1916" fmla="*/ 330169 w 1723042"/>
              <a:gd name="csY1916" fmla="*/ 1114920 h 1114920"/>
              <a:gd name="csX1917" fmla="*/ 330340 w 1723042"/>
              <a:gd name="csY1917" fmla="*/ 1114920 h 1114920"/>
              <a:gd name="csX1918" fmla="*/ 330513 w 1723042"/>
              <a:gd name="csY1918" fmla="*/ 1114920 h 1114920"/>
              <a:gd name="csX1919" fmla="*/ 330686 w 1723042"/>
              <a:gd name="csY1919" fmla="*/ 1114920 h 1114920"/>
              <a:gd name="csX1920" fmla="*/ 330857 w 1723042"/>
              <a:gd name="csY1920" fmla="*/ 1114920 h 1114920"/>
              <a:gd name="csX1921" fmla="*/ 331030 w 1723042"/>
              <a:gd name="csY1921" fmla="*/ 1114920 h 1114920"/>
              <a:gd name="csX1922" fmla="*/ 331202 w 1723042"/>
              <a:gd name="csY1922" fmla="*/ 1114920 h 1114920"/>
              <a:gd name="csX1923" fmla="*/ 331375 w 1723042"/>
              <a:gd name="csY1923" fmla="*/ 1114920 h 1114920"/>
              <a:gd name="csX1924" fmla="*/ 331547 w 1723042"/>
              <a:gd name="csY1924" fmla="*/ 1114920 h 1114920"/>
              <a:gd name="csX1925" fmla="*/ 331719 w 1723042"/>
              <a:gd name="csY1925" fmla="*/ 1114920 h 1114920"/>
              <a:gd name="csX1926" fmla="*/ 331892 w 1723042"/>
              <a:gd name="csY1926" fmla="*/ 1114920 h 1114920"/>
              <a:gd name="csX1927" fmla="*/ 332064 w 1723042"/>
              <a:gd name="csY1927" fmla="*/ 1114920 h 1114920"/>
              <a:gd name="csX1928" fmla="*/ 332236 w 1723042"/>
              <a:gd name="csY1928" fmla="*/ 1114920 h 1114920"/>
              <a:gd name="csX1929" fmla="*/ 332409 w 1723042"/>
              <a:gd name="csY1929" fmla="*/ 1114920 h 1114920"/>
              <a:gd name="csX1930" fmla="*/ 332580 w 1723042"/>
              <a:gd name="csY1930" fmla="*/ 1114920 h 1114920"/>
              <a:gd name="csX1931" fmla="*/ 332753 w 1723042"/>
              <a:gd name="csY1931" fmla="*/ 1114920 h 1114920"/>
              <a:gd name="csX1932" fmla="*/ 332926 w 1723042"/>
              <a:gd name="csY1932" fmla="*/ 1114920 h 1114920"/>
              <a:gd name="csX1933" fmla="*/ 333098 w 1723042"/>
              <a:gd name="csY1933" fmla="*/ 1114920 h 1114920"/>
              <a:gd name="csX1934" fmla="*/ 333270 w 1723042"/>
              <a:gd name="csY1934" fmla="*/ 1114920 h 1114920"/>
              <a:gd name="csX1935" fmla="*/ 333443 w 1723042"/>
              <a:gd name="csY1935" fmla="*/ 1114920 h 1114920"/>
              <a:gd name="csX1936" fmla="*/ 333615 w 1723042"/>
              <a:gd name="csY1936" fmla="*/ 1114920 h 1114920"/>
              <a:gd name="csX1937" fmla="*/ 333787 w 1723042"/>
              <a:gd name="csY1937" fmla="*/ 1114920 h 1114920"/>
              <a:gd name="csX1938" fmla="*/ 333959 w 1723042"/>
              <a:gd name="csY1938" fmla="*/ 1114920 h 1114920"/>
              <a:gd name="csX1939" fmla="*/ 334132 w 1723042"/>
              <a:gd name="csY1939" fmla="*/ 1114920 h 1114920"/>
              <a:gd name="csX1940" fmla="*/ 334304 w 1723042"/>
              <a:gd name="csY1940" fmla="*/ 1114920 h 1114920"/>
              <a:gd name="csX1941" fmla="*/ 334476 w 1723042"/>
              <a:gd name="csY1941" fmla="*/ 1114920 h 1114920"/>
              <a:gd name="csX1942" fmla="*/ 334649 w 1723042"/>
              <a:gd name="csY1942" fmla="*/ 1114920 h 1114920"/>
              <a:gd name="csX1943" fmla="*/ 334821 w 1723042"/>
              <a:gd name="csY1943" fmla="*/ 1114920 h 1114920"/>
              <a:gd name="csX1944" fmla="*/ 334993 w 1723042"/>
              <a:gd name="csY1944" fmla="*/ 1114920 h 1114920"/>
              <a:gd name="csX1945" fmla="*/ 335166 w 1723042"/>
              <a:gd name="csY1945" fmla="*/ 1114920 h 1114920"/>
              <a:gd name="csX1946" fmla="*/ 335338 w 1723042"/>
              <a:gd name="csY1946" fmla="*/ 1114920 h 1114920"/>
              <a:gd name="csX1947" fmla="*/ 335510 w 1723042"/>
              <a:gd name="csY1947" fmla="*/ 1114920 h 1114920"/>
              <a:gd name="csX1948" fmla="*/ 335683 w 1723042"/>
              <a:gd name="csY1948" fmla="*/ 1114920 h 1114920"/>
              <a:gd name="csX1949" fmla="*/ 335855 w 1723042"/>
              <a:gd name="csY1949" fmla="*/ 1114920 h 1114920"/>
              <a:gd name="csX1950" fmla="*/ 336027 w 1723042"/>
              <a:gd name="csY1950" fmla="*/ 1114920 h 1114920"/>
              <a:gd name="csX1951" fmla="*/ 336200 w 1723042"/>
              <a:gd name="csY1951" fmla="*/ 1114920 h 1114920"/>
              <a:gd name="csX1952" fmla="*/ 336372 w 1723042"/>
              <a:gd name="csY1952" fmla="*/ 1114920 h 1114920"/>
              <a:gd name="csX1953" fmla="*/ 336544 w 1723042"/>
              <a:gd name="csY1953" fmla="*/ 1114920 h 1114920"/>
              <a:gd name="csX1954" fmla="*/ 336716 w 1723042"/>
              <a:gd name="csY1954" fmla="*/ 1114920 h 1114920"/>
              <a:gd name="csX1955" fmla="*/ 336889 w 1723042"/>
              <a:gd name="csY1955" fmla="*/ 1114920 h 1114920"/>
              <a:gd name="csX1956" fmla="*/ 337062 w 1723042"/>
              <a:gd name="csY1956" fmla="*/ 1114920 h 1114920"/>
              <a:gd name="csX1957" fmla="*/ 337233 w 1723042"/>
              <a:gd name="csY1957" fmla="*/ 1114920 h 1114920"/>
              <a:gd name="csX1958" fmla="*/ 337406 w 1723042"/>
              <a:gd name="csY1958" fmla="*/ 1114920 h 1114920"/>
              <a:gd name="csX1959" fmla="*/ 337578 w 1723042"/>
              <a:gd name="csY1959" fmla="*/ 1114920 h 1114920"/>
              <a:gd name="csX1960" fmla="*/ 337750 w 1723042"/>
              <a:gd name="csY1960" fmla="*/ 1114920 h 1114920"/>
              <a:gd name="csX1961" fmla="*/ 337923 w 1723042"/>
              <a:gd name="csY1961" fmla="*/ 1114920 h 1114920"/>
              <a:gd name="csX1962" fmla="*/ 338095 w 1723042"/>
              <a:gd name="csY1962" fmla="*/ 1114920 h 1114920"/>
              <a:gd name="csX1963" fmla="*/ 338267 w 1723042"/>
              <a:gd name="csY1963" fmla="*/ 1114920 h 1114920"/>
              <a:gd name="csX1964" fmla="*/ 338440 w 1723042"/>
              <a:gd name="csY1964" fmla="*/ 1114920 h 1114920"/>
              <a:gd name="csX1965" fmla="*/ 338612 w 1723042"/>
              <a:gd name="csY1965" fmla="*/ 1114920 h 1114920"/>
              <a:gd name="csX1966" fmla="*/ 338785 w 1723042"/>
              <a:gd name="csY1966" fmla="*/ 1114920 h 1114920"/>
              <a:gd name="csX1967" fmla="*/ 338957 w 1723042"/>
              <a:gd name="csY1967" fmla="*/ 1114920 h 1114920"/>
              <a:gd name="csX1968" fmla="*/ 339129 w 1723042"/>
              <a:gd name="csY1968" fmla="*/ 1114920 h 1114920"/>
              <a:gd name="csX1969" fmla="*/ 339302 w 1723042"/>
              <a:gd name="csY1969" fmla="*/ 1114920 h 1114920"/>
              <a:gd name="csX1970" fmla="*/ 339473 w 1723042"/>
              <a:gd name="csY1970" fmla="*/ 1114920 h 1114920"/>
              <a:gd name="csX1971" fmla="*/ 339646 w 1723042"/>
              <a:gd name="csY1971" fmla="*/ 1114920 h 1114920"/>
              <a:gd name="csX1972" fmla="*/ 339819 w 1723042"/>
              <a:gd name="csY1972" fmla="*/ 1114920 h 1114920"/>
              <a:gd name="csX1973" fmla="*/ 339990 w 1723042"/>
              <a:gd name="csY1973" fmla="*/ 1114920 h 1114920"/>
              <a:gd name="csX1974" fmla="*/ 340163 w 1723042"/>
              <a:gd name="csY1974" fmla="*/ 1114920 h 1114920"/>
              <a:gd name="csX1975" fmla="*/ 340335 w 1723042"/>
              <a:gd name="csY1975" fmla="*/ 1114920 h 1114920"/>
              <a:gd name="csX1976" fmla="*/ 340507 w 1723042"/>
              <a:gd name="csY1976" fmla="*/ 1114920 h 1114920"/>
              <a:gd name="csX1977" fmla="*/ 340680 w 1723042"/>
              <a:gd name="csY1977" fmla="*/ 1114920 h 1114920"/>
              <a:gd name="csX1978" fmla="*/ 340852 w 1723042"/>
              <a:gd name="csY1978" fmla="*/ 1114920 h 1114920"/>
              <a:gd name="csX1979" fmla="*/ 341025 w 1723042"/>
              <a:gd name="csY1979" fmla="*/ 1114920 h 1114920"/>
              <a:gd name="csX1980" fmla="*/ 341197 w 1723042"/>
              <a:gd name="csY1980" fmla="*/ 1114920 h 1114920"/>
              <a:gd name="csX1981" fmla="*/ 341369 w 1723042"/>
              <a:gd name="csY1981" fmla="*/ 1114920 h 1114920"/>
              <a:gd name="csX1982" fmla="*/ 341542 w 1723042"/>
              <a:gd name="csY1982" fmla="*/ 1114920 h 1114920"/>
              <a:gd name="csX1983" fmla="*/ 341714 w 1723042"/>
              <a:gd name="csY1983" fmla="*/ 1114920 h 1114920"/>
              <a:gd name="csX1984" fmla="*/ 341886 w 1723042"/>
              <a:gd name="csY1984" fmla="*/ 1114920 h 1114920"/>
              <a:gd name="csX1985" fmla="*/ 342059 w 1723042"/>
              <a:gd name="csY1985" fmla="*/ 1114920 h 1114920"/>
              <a:gd name="csX1986" fmla="*/ 342230 w 1723042"/>
              <a:gd name="csY1986" fmla="*/ 1114920 h 1114920"/>
              <a:gd name="csX1987" fmla="*/ 342403 w 1723042"/>
              <a:gd name="csY1987" fmla="*/ 1114920 h 1114920"/>
              <a:gd name="csX1988" fmla="*/ 342576 w 1723042"/>
              <a:gd name="csY1988" fmla="*/ 1114920 h 1114920"/>
              <a:gd name="csX1989" fmla="*/ 342748 w 1723042"/>
              <a:gd name="csY1989" fmla="*/ 1114920 h 1114920"/>
              <a:gd name="csX1990" fmla="*/ 342920 w 1723042"/>
              <a:gd name="csY1990" fmla="*/ 1114920 h 1114920"/>
              <a:gd name="csX1991" fmla="*/ 343093 w 1723042"/>
              <a:gd name="csY1991" fmla="*/ 1114920 h 1114920"/>
              <a:gd name="csX1992" fmla="*/ 343265 w 1723042"/>
              <a:gd name="csY1992" fmla="*/ 1114920 h 1114920"/>
              <a:gd name="csX1993" fmla="*/ 343437 w 1723042"/>
              <a:gd name="csY1993" fmla="*/ 1114920 h 1114920"/>
              <a:gd name="csX1994" fmla="*/ 343609 w 1723042"/>
              <a:gd name="csY1994" fmla="*/ 1114920 h 1114920"/>
              <a:gd name="csX1995" fmla="*/ 343782 w 1723042"/>
              <a:gd name="csY1995" fmla="*/ 1114920 h 1114920"/>
              <a:gd name="csX1996" fmla="*/ 343954 w 1723042"/>
              <a:gd name="csY1996" fmla="*/ 1114920 h 1114920"/>
              <a:gd name="csX1997" fmla="*/ 344126 w 1723042"/>
              <a:gd name="csY1997" fmla="*/ 1114920 h 1114920"/>
              <a:gd name="csX1998" fmla="*/ 344299 w 1723042"/>
              <a:gd name="csY1998" fmla="*/ 1114920 h 1114920"/>
              <a:gd name="csX1999" fmla="*/ 344471 w 1723042"/>
              <a:gd name="csY1999" fmla="*/ 1114920 h 1114920"/>
              <a:gd name="csX2000" fmla="*/ 344643 w 1723042"/>
              <a:gd name="csY2000" fmla="*/ 1114920 h 1114920"/>
              <a:gd name="csX2001" fmla="*/ 344816 w 1723042"/>
              <a:gd name="csY2001" fmla="*/ 1114920 h 1114920"/>
              <a:gd name="csX2002" fmla="*/ 344988 w 1723042"/>
              <a:gd name="csY2002" fmla="*/ 1114920 h 1114920"/>
              <a:gd name="csX2003" fmla="*/ 345160 w 1723042"/>
              <a:gd name="csY2003" fmla="*/ 1114920 h 1114920"/>
              <a:gd name="csX2004" fmla="*/ 345333 w 1723042"/>
              <a:gd name="csY2004" fmla="*/ 1114920 h 1114920"/>
              <a:gd name="csX2005" fmla="*/ 345505 w 1723042"/>
              <a:gd name="csY2005" fmla="*/ 1114920 h 1114920"/>
              <a:gd name="csX2006" fmla="*/ 345677 w 1723042"/>
              <a:gd name="csY2006" fmla="*/ 1114920 h 1114920"/>
              <a:gd name="csX2007" fmla="*/ 345850 w 1723042"/>
              <a:gd name="csY2007" fmla="*/ 1114920 h 1114920"/>
              <a:gd name="csX2008" fmla="*/ 346022 w 1723042"/>
              <a:gd name="csY2008" fmla="*/ 1114920 h 1114920"/>
              <a:gd name="csX2009" fmla="*/ 346194 w 1723042"/>
              <a:gd name="csY2009" fmla="*/ 1114920 h 1114920"/>
              <a:gd name="csX2010" fmla="*/ 346366 w 1723042"/>
              <a:gd name="csY2010" fmla="*/ 1114920 h 1114920"/>
              <a:gd name="csX2011" fmla="*/ 346539 w 1723042"/>
              <a:gd name="csY2011" fmla="*/ 1114920 h 1114920"/>
              <a:gd name="csX2012" fmla="*/ 346712 w 1723042"/>
              <a:gd name="csY2012" fmla="*/ 1114920 h 1114920"/>
              <a:gd name="csX2013" fmla="*/ 346883 w 1723042"/>
              <a:gd name="csY2013" fmla="*/ 1114920 h 1114920"/>
              <a:gd name="csX2014" fmla="*/ 347056 w 1723042"/>
              <a:gd name="csY2014" fmla="*/ 1114920 h 1114920"/>
              <a:gd name="csX2015" fmla="*/ 347228 w 1723042"/>
              <a:gd name="csY2015" fmla="*/ 1114920 h 1114920"/>
              <a:gd name="csX2016" fmla="*/ 347400 w 1723042"/>
              <a:gd name="csY2016" fmla="*/ 1114920 h 1114920"/>
              <a:gd name="csX2017" fmla="*/ 347573 w 1723042"/>
              <a:gd name="csY2017" fmla="*/ 1114920 h 1114920"/>
              <a:gd name="csX2018" fmla="*/ 347745 w 1723042"/>
              <a:gd name="csY2018" fmla="*/ 1114920 h 1114920"/>
              <a:gd name="csX2019" fmla="*/ 347917 w 1723042"/>
              <a:gd name="csY2019" fmla="*/ 1114920 h 1114920"/>
              <a:gd name="csX2020" fmla="*/ 348090 w 1723042"/>
              <a:gd name="csY2020" fmla="*/ 1114920 h 1114920"/>
              <a:gd name="csX2021" fmla="*/ 348262 w 1723042"/>
              <a:gd name="csY2021" fmla="*/ 1114920 h 1114920"/>
              <a:gd name="csX2022" fmla="*/ 348435 w 1723042"/>
              <a:gd name="csY2022" fmla="*/ 1114920 h 1114920"/>
              <a:gd name="csX2023" fmla="*/ 348607 w 1723042"/>
              <a:gd name="csY2023" fmla="*/ 1114920 h 1114920"/>
              <a:gd name="csX2024" fmla="*/ 348779 w 1723042"/>
              <a:gd name="csY2024" fmla="*/ 1114920 h 1114920"/>
              <a:gd name="csX2025" fmla="*/ 348952 w 1723042"/>
              <a:gd name="csY2025" fmla="*/ 1114920 h 1114920"/>
              <a:gd name="csX2026" fmla="*/ 349123 w 1723042"/>
              <a:gd name="csY2026" fmla="*/ 1114920 h 1114920"/>
              <a:gd name="csX2027" fmla="*/ 349296 w 1723042"/>
              <a:gd name="csY2027" fmla="*/ 1114920 h 1114920"/>
              <a:gd name="csX2028" fmla="*/ 349469 w 1723042"/>
              <a:gd name="csY2028" fmla="*/ 1114920 h 1114920"/>
              <a:gd name="csX2029" fmla="*/ 349640 w 1723042"/>
              <a:gd name="csY2029" fmla="*/ 1114920 h 1114920"/>
              <a:gd name="csX2030" fmla="*/ 349813 w 1723042"/>
              <a:gd name="csY2030" fmla="*/ 1114920 h 1114920"/>
              <a:gd name="csX2031" fmla="*/ 349985 w 1723042"/>
              <a:gd name="csY2031" fmla="*/ 1114920 h 1114920"/>
              <a:gd name="csX2032" fmla="*/ 350158 w 1723042"/>
              <a:gd name="csY2032" fmla="*/ 1114920 h 1114920"/>
              <a:gd name="csX2033" fmla="*/ 350330 w 1723042"/>
              <a:gd name="csY2033" fmla="*/ 1114920 h 1114920"/>
              <a:gd name="csX2034" fmla="*/ 350502 w 1723042"/>
              <a:gd name="csY2034" fmla="*/ 1114920 h 1114920"/>
              <a:gd name="csX2035" fmla="*/ 350675 w 1723042"/>
              <a:gd name="csY2035" fmla="*/ 1114920 h 1114920"/>
              <a:gd name="csX2036" fmla="*/ 350847 w 1723042"/>
              <a:gd name="csY2036" fmla="*/ 1114920 h 1114920"/>
              <a:gd name="csX2037" fmla="*/ 351019 w 1723042"/>
              <a:gd name="csY2037" fmla="*/ 1114920 h 1114920"/>
              <a:gd name="csX2038" fmla="*/ 351192 w 1723042"/>
              <a:gd name="csY2038" fmla="*/ 1114920 h 1114920"/>
              <a:gd name="csX2039" fmla="*/ 351364 w 1723042"/>
              <a:gd name="csY2039" fmla="*/ 1114920 h 1114920"/>
              <a:gd name="csX2040" fmla="*/ 351536 w 1723042"/>
              <a:gd name="csY2040" fmla="*/ 1114920 h 1114920"/>
              <a:gd name="csX2041" fmla="*/ 351709 w 1723042"/>
              <a:gd name="csY2041" fmla="*/ 1114920 h 1114920"/>
              <a:gd name="csX2042" fmla="*/ 351880 w 1723042"/>
              <a:gd name="csY2042" fmla="*/ 1114920 h 1114920"/>
              <a:gd name="csX2043" fmla="*/ 352053 w 1723042"/>
              <a:gd name="csY2043" fmla="*/ 1114920 h 1114920"/>
              <a:gd name="csX2044" fmla="*/ 352226 w 1723042"/>
              <a:gd name="csY2044" fmla="*/ 1114920 h 1114920"/>
              <a:gd name="csX2045" fmla="*/ 352398 w 1723042"/>
              <a:gd name="csY2045" fmla="*/ 1114920 h 1114920"/>
              <a:gd name="csX2046" fmla="*/ 352570 w 1723042"/>
              <a:gd name="csY2046" fmla="*/ 1114920 h 1114920"/>
              <a:gd name="csX2047" fmla="*/ 352742 w 1723042"/>
              <a:gd name="csY2047" fmla="*/ 1114920 h 1114920"/>
              <a:gd name="csX2048" fmla="*/ 352915 w 1723042"/>
              <a:gd name="csY2048" fmla="*/ 1114920 h 1114920"/>
              <a:gd name="csX2049" fmla="*/ 353087 w 1723042"/>
              <a:gd name="csY2049" fmla="*/ 1114920 h 1114920"/>
              <a:gd name="csX2050" fmla="*/ 353259 w 1723042"/>
              <a:gd name="csY2050" fmla="*/ 1114920 h 1114920"/>
              <a:gd name="csX2051" fmla="*/ 353432 w 1723042"/>
              <a:gd name="csY2051" fmla="*/ 1114920 h 1114920"/>
              <a:gd name="csX2052" fmla="*/ 353604 w 1723042"/>
              <a:gd name="csY2052" fmla="*/ 1114920 h 1114920"/>
              <a:gd name="csX2053" fmla="*/ 353776 w 1723042"/>
              <a:gd name="csY2053" fmla="*/ 1114920 h 1114920"/>
              <a:gd name="csX2054" fmla="*/ 353949 w 1723042"/>
              <a:gd name="csY2054" fmla="*/ 1114920 h 1114920"/>
              <a:gd name="csX2055" fmla="*/ 354121 w 1723042"/>
              <a:gd name="csY2055" fmla="*/ 1114920 h 1114920"/>
              <a:gd name="csX2056" fmla="*/ 354293 w 1723042"/>
              <a:gd name="csY2056" fmla="*/ 1114920 h 1114920"/>
              <a:gd name="csX2057" fmla="*/ 354466 w 1723042"/>
              <a:gd name="csY2057" fmla="*/ 1114920 h 1114920"/>
              <a:gd name="csX2058" fmla="*/ 354638 w 1723042"/>
              <a:gd name="csY2058" fmla="*/ 1114920 h 1114920"/>
              <a:gd name="csX2059" fmla="*/ 354810 w 1723042"/>
              <a:gd name="csY2059" fmla="*/ 1114920 h 1114920"/>
              <a:gd name="csX2060" fmla="*/ 354983 w 1723042"/>
              <a:gd name="csY2060" fmla="*/ 1114920 h 1114920"/>
              <a:gd name="csX2061" fmla="*/ 355155 w 1723042"/>
              <a:gd name="csY2061" fmla="*/ 1114920 h 1114920"/>
              <a:gd name="csX2062" fmla="*/ 355327 w 1723042"/>
              <a:gd name="csY2062" fmla="*/ 1114920 h 1114920"/>
              <a:gd name="csX2063" fmla="*/ 355499 w 1723042"/>
              <a:gd name="csY2063" fmla="*/ 1114920 h 1114920"/>
              <a:gd name="csX2064" fmla="*/ 355672 w 1723042"/>
              <a:gd name="csY2064" fmla="*/ 1114920 h 1114920"/>
              <a:gd name="csX2065" fmla="*/ 355845 w 1723042"/>
              <a:gd name="csY2065" fmla="*/ 1114920 h 1114920"/>
              <a:gd name="csX2066" fmla="*/ 356016 w 1723042"/>
              <a:gd name="csY2066" fmla="*/ 1114920 h 1114920"/>
              <a:gd name="csX2067" fmla="*/ 356189 w 1723042"/>
              <a:gd name="csY2067" fmla="*/ 1114920 h 1114920"/>
              <a:gd name="csX2068" fmla="*/ 356362 w 1723042"/>
              <a:gd name="csY2068" fmla="*/ 1114920 h 1114920"/>
              <a:gd name="csX2069" fmla="*/ 356533 w 1723042"/>
              <a:gd name="csY2069" fmla="*/ 1114920 h 1114920"/>
              <a:gd name="csX2070" fmla="*/ 356706 w 1723042"/>
              <a:gd name="csY2070" fmla="*/ 1114920 h 1114920"/>
              <a:gd name="csX2071" fmla="*/ 356878 w 1723042"/>
              <a:gd name="csY2071" fmla="*/ 1114920 h 1114920"/>
              <a:gd name="csX2072" fmla="*/ 357050 w 1723042"/>
              <a:gd name="csY2072" fmla="*/ 1114920 h 1114920"/>
              <a:gd name="csX2073" fmla="*/ 357223 w 1723042"/>
              <a:gd name="csY2073" fmla="*/ 1114920 h 1114920"/>
              <a:gd name="csX2074" fmla="*/ 357395 w 1723042"/>
              <a:gd name="csY2074" fmla="*/ 1114920 h 1114920"/>
              <a:gd name="csX2075" fmla="*/ 357567 w 1723042"/>
              <a:gd name="csY2075" fmla="*/ 1114920 h 1114920"/>
              <a:gd name="csX2076" fmla="*/ 357740 w 1723042"/>
              <a:gd name="csY2076" fmla="*/ 1114920 h 1114920"/>
              <a:gd name="csX2077" fmla="*/ 357912 w 1723042"/>
              <a:gd name="csY2077" fmla="*/ 1114920 h 1114920"/>
              <a:gd name="csX2078" fmla="*/ 358085 w 1723042"/>
              <a:gd name="csY2078" fmla="*/ 1114920 h 1114920"/>
              <a:gd name="csX2079" fmla="*/ 358256 w 1723042"/>
              <a:gd name="csY2079" fmla="*/ 1114920 h 1114920"/>
              <a:gd name="csX2080" fmla="*/ 358429 w 1723042"/>
              <a:gd name="csY2080" fmla="*/ 1114920 h 1114920"/>
              <a:gd name="csX2081" fmla="*/ 358602 w 1723042"/>
              <a:gd name="csY2081" fmla="*/ 1114920 h 1114920"/>
              <a:gd name="csX2082" fmla="*/ 358773 w 1723042"/>
              <a:gd name="csY2082" fmla="*/ 1114920 h 1114920"/>
              <a:gd name="csX2083" fmla="*/ 358946 w 1723042"/>
              <a:gd name="csY2083" fmla="*/ 1114920 h 1114920"/>
              <a:gd name="csX2084" fmla="*/ 359119 w 1723042"/>
              <a:gd name="csY2084" fmla="*/ 1114920 h 1114920"/>
              <a:gd name="csX2085" fmla="*/ 359290 w 1723042"/>
              <a:gd name="csY2085" fmla="*/ 1114920 h 1114920"/>
              <a:gd name="csX2086" fmla="*/ 359463 w 1723042"/>
              <a:gd name="csY2086" fmla="*/ 1114920 h 1114920"/>
              <a:gd name="csX2087" fmla="*/ 359635 w 1723042"/>
              <a:gd name="csY2087" fmla="*/ 1114920 h 1114920"/>
              <a:gd name="csX2088" fmla="*/ 359808 w 1723042"/>
              <a:gd name="csY2088" fmla="*/ 1114920 h 1114920"/>
              <a:gd name="csX2089" fmla="*/ 359980 w 1723042"/>
              <a:gd name="csY2089" fmla="*/ 1114920 h 1114920"/>
              <a:gd name="csX2090" fmla="*/ 360152 w 1723042"/>
              <a:gd name="csY2090" fmla="*/ 1114920 h 1114920"/>
              <a:gd name="csX2091" fmla="*/ 360325 w 1723042"/>
              <a:gd name="csY2091" fmla="*/ 1114920 h 1114920"/>
              <a:gd name="csX2092" fmla="*/ 360497 w 1723042"/>
              <a:gd name="csY2092" fmla="*/ 1114920 h 1114920"/>
              <a:gd name="csX2093" fmla="*/ 360669 w 1723042"/>
              <a:gd name="csY2093" fmla="*/ 1114920 h 1114920"/>
              <a:gd name="csX2094" fmla="*/ 360842 w 1723042"/>
              <a:gd name="csY2094" fmla="*/ 1114920 h 1114920"/>
              <a:gd name="csX2095" fmla="*/ 361013 w 1723042"/>
              <a:gd name="csY2095" fmla="*/ 1114920 h 1114920"/>
              <a:gd name="csX2096" fmla="*/ 361186 w 1723042"/>
              <a:gd name="csY2096" fmla="*/ 1114920 h 1114920"/>
              <a:gd name="csX2097" fmla="*/ 361359 w 1723042"/>
              <a:gd name="csY2097" fmla="*/ 1114920 h 1114920"/>
              <a:gd name="csX2098" fmla="*/ 361531 w 1723042"/>
              <a:gd name="csY2098" fmla="*/ 1114920 h 1114920"/>
              <a:gd name="csX2099" fmla="*/ 361703 w 1723042"/>
              <a:gd name="csY2099" fmla="*/ 1114920 h 1114920"/>
              <a:gd name="csX2100" fmla="*/ 361876 w 1723042"/>
              <a:gd name="csY2100" fmla="*/ 1114920 h 1114920"/>
              <a:gd name="csX2101" fmla="*/ 362048 w 1723042"/>
              <a:gd name="csY2101" fmla="*/ 1114920 h 1114920"/>
              <a:gd name="csX2102" fmla="*/ 362220 w 1723042"/>
              <a:gd name="csY2102" fmla="*/ 1114920 h 1114920"/>
              <a:gd name="csX2103" fmla="*/ 362392 w 1723042"/>
              <a:gd name="csY2103" fmla="*/ 1114920 h 1114920"/>
              <a:gd name="csX2104" fmla="*/ 362565 w 1723042"/>
              <a:gd name="csY2104" fmla="*/ 1114920 h 1114920"/>
              <a:gd name="csX2105" fmla="*/ 362737 w 1723042"/>
              <a:gd name="csY2105" fmla="*/ 1114920 h 1114920"/>
              <a:gd name="csX2106" fmla="*/ 362909 w 1723042"/>
              <a:gd name="csY2106" fmla="*/ 1114920 h 1114920"/>
              <a:gd name="csX2107" fmla="*/ 363082 w 1723042"/>
              <a:gd name="csY2107" fmla="*/ 1114920 h 1114920"/>
              <a:gd name="csX2108" fmla="*/ 363255 w 1723042"/>
              <a:gd name="csY2108" fmla="*/ 1114920 h 1114920"/>
              <a:gd name="csX2109" fmla="*/ 363426 w 1723042"/>
              <a:gd name="csY2109" fmla="*/ 1114920 h 1114920"/>
              <a:gd name="csX2110" fmla="*/ 363599 w 1723042"/>
              <a:gd name="csY2110" fmla="*/ 1114920 h 1114920"/>
              <a:gd name="csX2111" fmla="*/ 363771 w 1723042"/>
              <a:gd name="csY2111" fmla="*/ 1114920 h 1114920"/>
              <a:gd name="csX2112" fmla="*/ 363943 w 1723042"/>
              <a:gd name="csY2112" fmla="*/ 1114920 h 1114920"/>
              <a:gd name="csX2113" fmla="*/ 364116 w 1723042"/>
              <a:gd name="csY2113" fmla="*/ 1114920 h 1114920"/>
              <a:gd name="csX2114" fmla="*/ 364288 w 1723042"/>
              <a:gd name="csY2114" fmla="*/ 1114920 h 1114920"/>
              <a:gd name="csX2115" fmla="*/ 364460 w 1723042"/>
              <a:gd name="csY2115" fmla="*/ 1114920 h 1114920"/>
              <a:gd name="csX2116" fmla="*/ 364633 w 1723042"/>
              <a:gd name="csY2116" fmla="*/ 1114920 h 1114920"/>
              <a:gd name="csX2117" fmla="*/ 364805 w 1723042"/>
              <a:gd name="csY2117" fmla="*/ 1114920 h 1114920"/>
              <a:gd name="csX2118" fmla="*/ 364977 w 1723042"/>
              <a:gd name="csY2118" fmla="*/ 1114920 h 1114920"/>
              <a:gd name="csX2119" fmla="*/ 365149 w 1723042"/>
              <a:gd name="csY2119" fmla="*/ 1114920 h 1114920"/>
              <a:gd name="csX2120" fmla="*/ 365322 w 1723042"/>
              <a:gd name="csY2120" fmla="*/ 1114920 h 1114920"/>
              <a:gd name="csX2121" fmla="*/ 365495 w 1723042"/>
              <a:gd name="csY2121" fmla="*/ 1114920 h 1114920"/>
              <a:gd name="csX2122" fmla="*/ 365666 w 1723042"/>
              <a:gd name="csY2122" fmla="*/ 1114920 h 1114920"/>
              <a:gd name="csX2123" fmla="*/ 365839 w 1723042"/>
              <a:gd name="csY2123" fmla="*/ 1114920 h 1114920"/>
              <a:gd name="csX2124" fmla="*/ 366012 w 1723042"/>
              <a:gd name="csY2124" fmla="*/ 1114920 h 1114920"/>
              <a:gd name="csX2125" fmla="*/ 366183 w 1723042"/>
              <a:gd name="csY2125" fmla="*/ 1114920 h 1114920"/>
              <a:gd name="csX2126" fmla="*/ 366356 w 1723042"/>
              <a:gd name="csY2126" fmla="*/ 1114920 h 1114920"/>
              <a:gd name="csX2127" fmla="*/ 366528 w 1723042"/>
              <a:gd name="csY2127" fmla="*/ 1114920 h 1114920"/>
              <a:gd name="csX2128" fmla="*/ 366700 w 1723042"/>
              <a:gd name="csY2128" fmla="*/ 1114920 h 1114920"/>
              <a:gd name="csX2129" fmla="*/ 366873 w 1723042"/>
              <a:gd name="csY2129" fmla="*/ 1114920 h 1114920"/>
              <a:gd name="csX2130" fmla="*/ 367045 w 1723042"/>
              <a:gd name="csY2130" fmla="*/ 1114920 h 1114920"/>
              <a:gd name="csX2131" fmla="*/ 367218 w 1723042"/>
              <a:gd name="csY2131" fmla="*/ 1114920 h 1114920"/>
              <a:gd name="csX2132" fmla="*/ 367390 w 1723042"/>
              <a:gd name="csY2132" fmla="*/ 1114920 h 1114920"/>
              <a:gd name="csX2133" fmla="*/ 367562 w 1723042"/>
              <a:gd name="csY2133" fmla="*/ 1114920 h 1114920"/>
              <a:gd name="csX2134" fmla="*/ 367735 w 1723042"/>
              <a:gd name="csY2134" fmla="*/ 1114920 h 1114920"/>
              <a:gd name="csX2135" fmla="*/ 367907 w 1723042"/>
              <a:gd name="csY2135" fmla="*/ 1114920 h 1114920"/>
              <a:gd name="csX2136" fmla="*/ 368079 w 1723042"/>
              <a:gd name="csY2136" fmla="*/ 1114920 h 1114920"/>
              <a:gd name="csX2137" fmla="*/ 368252 w 1723042"/>
              <a:gd name="csY2137" fmla="*/ 1114920 h 1114920"/>
              <a:gd name="csX2138" fmla="*/ 368423 w 1723042"/>
              <a:gd name="csY2138" fmla="*/ 1114920 h 1114920"/>
              <a:gd name="csX2139" fmla="*/ 368596 w 1723042"/>
              <a:gd name="csY2139" fmla="*/ 1114920 h 1114920"/>
              <a:gd name="csX2140" fmla="*/ 368769 w 1723042"/>
              <a:gd name="csY2140" fmla="*/ 1114920 h 1114920"/>
              <a:gd name="csX2141" fmla="*/ 368941 w 1723042"/>
              <a:gd name="csY2141" fmla="*/ 1114920 h 1114920"/>
              <a:gd name="csX2142" fmla="*/ 369113 w 1723042"/>
              <a:gd name="csY2142" fmla="*/ 1114920 h 1114920"/>
              <a:gd name="csX2143" fmla="*/ 369285 w 1723042"/>
              <a:gd name="csY2143" fmla="*/ 1114920 h 1114920"/>
              <a:gd name="csX2144" fmla="*/ 369458 w 1723042"/>
              <a:gd name="csY2144" fmla="*/ 1114920 h 1114920"/>
              <a:gd name="csX2145" fmla="*/ 369630 w 1723042"/>
              <a:gd name="csY2145" fmla="*/ 1114920 h 1114920"/>
              <a:gd name="csX2146" fmla="*/ 369802 w 1723042"/>
              <a:gd name="csY2146" fmla="*/ 1114920 h 1114920"/>
              <a:gd name="csX2147" fmla="*/ 369975 w 1723042"/>
              <a:gd name="csY2147" fmla="*/ 1114920 h 1114920"/>
              <a:gd name="csX2148" fmla="*/ 370147 w 1723042"/>
              <a:gd name="csY2148" fmla="*/ 1114920 h 1114920"/>
              <a:gd name="csX2149" fmla="*/ 370319 w 1723042"/>
              <a:gd name="csY2149" fmla="*/ 1114920 h 1114920"/>
              <a:gd name="csX2150" fmla="*/ 370492 w 1723042"/>
              <a:gd name="csY2150" fmla="*/ 1114920 h 1114920"/>
              <a:gd name="csX2151" fmla="*/ 370664 w 1723042"/>
              <a:gd name="csY2151" fmla="*/ 1114920 h 1114920"/>
              <a:gd name="csX2152" fmla="*/ 370836 w 1723042"/>
              <a:gd name="csY2152" fmla="*/ 1114920 h 1114920"/>
              <a:gd name="csX2153" fmla="*/ 371009 w 1723042"/>
              <a:gd name="csY2153" fmla="*/ 1114920 h 1114920"/>
              <a:gd name="csX2154" fmla="*/ 371181 w 1723042"/>
              <a:gd name="csY2154" fmla="*/ 1114920 h 1114920"/>
              <a:gd name="csX2155" fmla="*/ 371353 w 1723042"/>
              <a:gd name="csY2155" fmla="*/ 1114920 h 1114920"/>
              <a:gd name="csX2156" fmla="*/ 371526 w 1723042"/>
              <a:gd name="csY2156" fmla="*/ 1114920 h 1114920"/>
              <a:gd name="csX2157" fmla="*/ 371698 w 1723042"/>
              <a:gd name="csY2157" fmla="*/ 1114920 h 1114920"/>
              <a:gd name="csX2158" fmla="*/ 371870 w 1723042"/>
              <a:gd name="csY2158" fmla="*/ 1114920 h 1114920"/>
              <a:gd name="csX2159" fmla="*/ 372042 w 1723042"/>
              <a:gd name="csY2159" fmla="*/ 1114920 h 1114920"/>
              <a:gd name="csX2160" fmla="*/ 372215 w 1723042"/>
              <a:gd name="csY2160" fmla="*/ 1114920 h 1114920"/>
              <a:gd name="csX2161" fmla="*/ 372387 w 1723042"/>
              <a:gd name="csY2161" fmla="*/ 1114920 h 1114920"/>
              <a:gd name="csX2162" fmla="*/ 372559 w 1723042"/>
              <a:gd name="csY2162" fmla="*/ 1114920 h 1114920"/>
              <a:gd name="csX2163" fmla="*/ 372732 w 1723042"/>
              <a:gd name="csY2163" fmla="*/ 1114920 h 1114920"/>
              <a:gd name="csX2164" fmla="*/ 372905 w 1723042"/>
              <a:gd name="csY2164" fmla="*/ 1114920 h 1114920"/>
              <a:gd name="csX2165" fmla="*/ 373076 w 1723042"/>
              <a:gd name="csY2165" fmla="*/ 1114920 h 1114920"/>
              <a:gd name="csX2166" fmla="*/ 373249 w 1723042"/>
              <a:gd name="csY2166" fmla="*/ 1114920 h 1114920"/>
              <a:gd name="csX2167" fmla="*/ 373421 w 1723042"/>
              <a:gd name="csY2167" fmla="*/ 1114920 h 1114920"/>
              <a:gd name="csX2168" fmla="*/ 373593 w 1723042"/>
              <a:gd name="csY2168" fmla="*/ 1114920 h 1114920"/>
              <a:gd name="csX2169" fmla="*/ 373766 w 1723042"/>
              <a:gd name="csY2169" fmla="*/ 1114920 h 1114920"/>
              <a:gd name="csX2170" fmla="*/ 373938 w 1723042"/>
              <a:gd name="csY2170" fmla="*/ 1114920 h 1114920"/>
              <a:gd name="csX2171" fmla="*/ 374110 w 1723042"/>
              <a:gd name="csY2171" fmla="*/ 1114920 h 1114920"/>
              <a:gd name="csX2172" fmla="*/ 374283 w 1723042"/>
              <a:gd name="csY2172" fmla="*/ 1114920 h 1114920"/>
              <a:gd name="csX2173" fmla="*/ 374455 w 1723042"/>
              <a:gd name="csY2173" fmla="*/ 1114920 h 1114920"/>
              <a:gd name="csX2174" fmla="*/ 374628 w 1723042"/>
              <a:gd name="csY2174" fmla="*/ 1114920 h 1114920"/>
              <a:gd name="csX2175" fmla="*/ 374799 w 1723042"/>
              <a:gd name="csY2175" fmla="*/ 1114920 h 1114920"/>
              <a:gd name="csX2176" fmla="*/ 374972 w 1723042"/>
              <a:gd name="csY2176" fmla="*/ 1114920 h 1114920"/>
              <a:gd name="csX2177" fmla="*/ 375145 w 1723042"/>
              <a:gd name="csY2177" fmla="*/ 1114920 h 1114920"/>
              <a:gd name="csX2178" fmla="*/ 375316 w 1723042"/>
              <a:gd name="csY2178" fmla="*/ 1114920 h 1114920"/>
              <a:gd name="csX2179" fmla="*/ 375489 w 1723042"/>
              <a:gd name="csY2179" fmla="*/ 1114920 h 1114920"/>
              <a:gd name="csX2180" fmla="*/ 375662 w 1723042"/>
              <a:gd name="csY2180" fmla="*/ 1114920 h 1114920"/>
              <a:gd name="csX2181" fmla="*/ 375833 w 1723042"/>
              <a:gd name="csY2181" fmla="*/ 1114920 h 1114920"/>
              <a:gd name="csX2182" fmla="*/ 376006 w 1723042"/>
              <a:gd name="csY2182" fmla="*/ 1114920 h 1114920"/>
              <a:gd name="csX2183" fmla="*/ 376178 w 1723042"/>
              <a:gd name="csY2183" fmla="*/ 1114920 h 1114920"/>
              <a:gd name="csX2184" fmla="*/ 376350 w 1723042"/>
              <a:gd name="csY2184" fmla="*/ 1114920 h 1114920"/>
              <a:gd name="csX2185" fmla="*/ 376523 w 1723042"/>
              <a:gd name="csY2185" fmla="*/ 1114920 h 1114920"/>
              <a:gd name="csX2186" fmla="*/ 376695 w 1723042"/>
              <a:gd name="csY2186" fmla="*/ 1114920 h 1114920"/>
              <a:gd name="csX2187" fmla="*/ 376868 w 1723042"/>
              <a:gd name="csY2187" fmla="*/ 1114920 h 1114920"/>
              <a:gd name="csX2188" fmla="*/ 377040 w 1723042"/>
              <a:gd name="csY2188" fmla="*/ 1114920 h 1114920"/>
              <a:gd name="csX2189" fmla="*/ 377212 w 1723042"/>
              <a:gd name="csY2189" fmla="*/ 1114920 h 1114920"/>
              <a:gd name="csX2190" fmla="*/ 377385 w 1723042"/>
              <a:gd name="csY2190" fmla="*/ 1114920 h 1114920"/>
              <a:gd name="csX2191" fmla="*/ 377556 w 1723042"/>
              <a:gd name="csY2191" fmla="*/ 1114920 h 1114920"/>
              <a:gd name="csX2192" fmla="*/ 377729 w 1723042"/>
              <a:gd name="csY2192" fmla="*/ 1114920 h 1114920"/>
              <a:gd name="csX2193" fmla="*/ 377902 w 1723042"/>
              <a:gd name="csY2193" fmla="*/ 1114920 h 1114920"/>
              <a:gd name="csX2194" fmla="*/ 378073 w 1723042"/>
              <a:gd name="csY2194" fmla="*/ 1114920 h 1114920"/>
              <a:gd name="csX2195" fmla="*/ 378246 w 1723042"/>
              <a:gd name="csY2195" fmla="*/ 1114920 h 1114920"/>
              <a:gd name="csX2196" fmla="*/ 378419 w 1723042"/>
              <a:gd name="csY2196" fmla="*/ 1114920 h 1114920"/>
              <a:gd name="csX2197" fmla="*/ 378591 w 1723042"/>
              <a:gd name="csY2197" fmla="*/ 1114920 h 1114920"/>
              <a:gd name="csX2198" fmla="*/ 378763 w 1723042"/>
              <a:gd name="csY2198" fmla="*/ 1114920 h 1114920"/>
              <a:gd name="csX2199" fmla="*/ 378935 w 1723042"/>
              <a:gd name="csY2199" fmla="*/ 1114920 h 1114920"/>
              <a:gd name="csX2200" fmla="*/ 379108 w 1723042"/>
              <a:gd name="csY2200" fmla="*/ 1114920 h 1114920"/>
              <a:gd name="csX2201" fmla="*/ 379280 w 1723042"/>
              <a:gd name="csY2201" fmla="*/ 1114920 h 1114920"/>
              <a:gd name="csX2202" fmla="*/ 379452 w 1723042"/>
              <a:gd name="csY2202" fmla="*/ 1114920 h 1114920"/>
              <a:gd name="csX2203" fmla="*/ 379625 w 1723042"/>
              <a:gd name="csY2203" fmla="*/ 1114920 h 1114920"/>
              <a:gd name="csX2204" fmla="*/ 379797 w 1723042"/>
              <a:gd name="csY2204" fmla="*/ 1114920 h 1114920"/>
              <a:gd name="csX2205" fmla="*/ 379969 w 1723042"/>
              <a:gd name="csY2205" fmla="*/ 1114920 h 1114920"/>
              <a:gd name="csX2206" fmla="*/ 380142 w 1723042"/>
              <a:gd name="csY2206" fmla="*/ 1114920 h 1114920"/>
              <a:gd name="csX2207" fmla="*/ 380314 w 1723042"/>
              <a:gd name="csY2207" fmla="*/ 1114920 h 1114920"/>
              <a:gd name="csX2208" fmla="*/ 380486 w 1723042"/>
              <a:gd name="csY2208" fmla="*/ 1114920 h 1114920"/>
              <a:gd name="csX2209" fmla="*/ 380659 w 1723042"/>
              <a:gd name="csY2209" fmla="*/ 1114920 h 1114920"/>
              <a:gd name="csX2210" fmla="*/ 380831 w 1723042"/>
              <a:gd name="csY2210" fmla="*/ 1114920 h 1114920"/>
              <a:gd name="csX2211" fmla="*/ 381003 w 1723042"/>
              <a:gd name="csY2211" fmla="*/ 1114920 h 1114920"/>
              <a:gd name="csX2212" fmla="*/ 381176 w 1723042"/>
              <a:gd name="csY2212" fmla="*/ 1114920 h 1114920"/>
              <a:gd name="csX2213" fmla="*/ 381348 w 1723042"/>
              <a:gd name="csY2213" fmla="*/ 1114920 h 1114920"/>
              <a:gd name="csX2214" fmla="*/ 381520 w 1723042"/>
              <a:gd name="csY2214" fmla="*/ 1114920 h 1114920"/>
              <a:gd name="csX2215" fmla="*/ 381692 w 1723042"/>
              <a:gd name="csY2215" fmla="*/ 1114920 h 1114920"/>
              <a:gd name="csX2216" fmla="*/ 381865 w 1723042"/>
              <a:gd name="csY2216" fmla="*/ 1114920 h 1114920"/>
              <a:gd name="csX2217" fmla="*/ 382037 w 1723042"/>
              <a:gd name="csY2217" fmla="*/ 1114920 h 1114920"/>
              <a:gd name="csX2218" fmla="*/ 382209 w 1723042"/>
              <a:gd name="csY2218" fmla="*/ 1114920 h 1114920"/>
              <a:gd name="csX2219" fmla="*/ 382382 w 1723042"/>
              <a:gd name="csY2219" fmla="*/ 1114920 h 1114920"/>
              <a:gd name="csX2220" fmla="*/ 382554 w 1723042"/>
              <a:gd name="csY2220" fmla="*/ 1114920 h 1114920"/>
              <a:gd name="csX2221" fmla="*/ 382726 w 1723042"/>
              <a:gd name="csY2221" fmla="*/ 1114920 h 1114920"/>
              <a:gd name="csX2222" fmla="*/ 382899 w 1723042"/>
              <a:gd name="csY2222" fmla="*/ 1114920 h 1114920"/>
              <a:gd name="csX2223" fmla="*/ 383071 w 1723042"/>
              <a:gd name="csY2223" fmla="*/ 1114920 h 1114920"/>
              <a:gd name="csX2224" fmla="*/ 383243 w 1723042"/>
              <a:gd name="csY2224" fmla="*/ 1114920 h 1114920"/>
              <a:gd name="csX2225" fmla="*/ 383416 w 1723042"/>
              <a:gd name="csY2225" fmla="*/ 1114920 h 1114920"/>
              <a:gd name="csX2226" fmla="*/ 383588 w 1723042"/>
              <a:gd name="csY2226" fmla="*/ 1114920 h 1114920"/>
              <a:gd name="csX2227" fmla="*/ 383760 w 1723042"/>
              <a:gd name="csY2227" fmla="*/ 1114920 h 1114920"/>
              <a:gd name="csX2228" fmla="*/ 383933 w 1723042"/>
              <a:gd name="csY2228" fmla="*/ 1114920 h 1114920"/>
              <a:gd name="csX2229" fmla="*/ 384105 w 1723042"/>
              <a:gd name="csY2229" fmla="*/ 1114920 h 1114920"/>
              <a:gd name="csX2230" fmla="*/ 384278 w 1723042"/>
              <a:gd name="csY2230" fmla="*/ 1114920 h 1114920"/>
              <a:gd name="csX2231" fmla="*/ 384449 w 1723042"/>
              <a:gd name="csY2231" fmla="*/ 1114920 h 1114920"/>
              <a:gd name="csX2232" fmla="*/ 384622 w 1723042"/>
              <a:gd name="csY2232" fmla="*/ 1114920 h 1114920"/>
              <a:gd name="csX2233" fmla="*/ 384795 w 1723042"/>
              <a:gd name="csY2233" fmla="*/ 1114920 h 1114920"/>
              <a:gd name="csX2234" fmla="*/ 384966 w 1723042"/>
              <a:gd name="csY2234" fmla="*/ 1114920 h 1114920"/>
              <a:gd name="csX2235" fmla="*/ 385139 w 1723042"/>
              <a:gd name="csY2235" fmla="*/ 1114920 h 1114920"/>
              <a:gd name="csX2236" fmla="*/ 385311 w 1723042"/>
              <a:gd name="csY2236" fmla="*/ 1114920 h 1114920"/>
              <a:gd name="csX2237" fmla="*/ 385483 w 1723042"/>
              <a:gd name="csY2237" fmla="*/ 1114920 h 1114920"/>
              <a:gd name="csX2238" fmla="*/ 385656 w 1723042"/>
              <a:gd name="csY2238" fmla="*/ 1114920 h 1114920"/>
              <a:gd name="csX2239" fmla="*/ 385828 w 1723042"/>
              <a:gd name="csY2239" fmla="*/ 1114920 h 1114920"/>
              <a:gd name="csX2240" fmla="*/ 386001 w 1723042"/>
              <a:gd name="csY2240" fmla="*/ 1114920 h 1114920"/>
              <a:gd name="csX2241" fmla="*/ 386173 w 1723042"/>
              <a:gd name="csY2241" fmla="*/ 1114920 h 1114920"/>
              <a:gd name="csX2242" fmla="*/ 386345 w 1723042"/>
              <a:gd name="csY2242" fmla="*/ 1114920 h 1114920"/>
              <a:gd name="csX2243" fmla="*/ 386518 w 1723042"/>
              <a:gd name="csY2243" fmla="*/ 1114920 h 1114920"/>
              <a:gd name="csX2244" fmla="*/ 386690 w 1723042"/>
              <a:gd name="csY2244" fmla="*/ 1114920 h 1114920"/>
              <a:gd name="csX2245" fmla="*/ 386862 w 1723042"/>
              <a:gd name="csY2245" fmla="*/ 1114920 h 1114920"/>
              <a:gd name="csX2246" fmla="*/ 387035 w 1723042"/>
              <a:gd name="csY2246" fmla="*/ 1114920 h 1114920"/>
              <a:gd name="csX2247" fmla="*/ 387206 w 1723042"/>
              <a:gd name="csY2247" fmla="*/ 1114920 h 1114920"/>
              <a:gd name="csX2248" fmla="*/ 387379 w 1723042"/>
              <a:gd name="csY2248" fmla="*/ 1114920 h 1114920"/>
              <a:gd name="csX2249" fmla="*/ 387552 w 1723042"/>
              <a:gd name="csY2249" fmla="*/ 1114920 h 1114920"/>
              <a:gd name="csX2250" fmla="*/ 387723 w 1723042"/>
              <a:gd name="csY2250" fmla="*/ 1114920 h 1114920"/>
              <a:gd name="csX2251" fmla="*/ 387896 w 1723042"/>
              <a:gd name="csY2251" fmla="*/ 1114920 h 1114920"/>
              <a:gd name="csX2252" fmla="*/ 388068 w 1723042"/>
              <a:gd name="csY2252" fmla="*/ 1114920 h 1114920"/>
              <a:gd name="csX2253" fmla="*/ 388241 w 1723042"/>
              <a:gd name="csY2253" fmla="*/ 1114920 h 1114920"/>
              <a:gd name="csX2254" fmla="*/ 388413 w 1723042"/>
              <a:gd name="csY2254" fmla="*/ 1114920 h 1114920"/>
              <a:gd name="csX2255" fmla="*/ 388585 w 1723042"/>
              <a:gd name="csY2255" fmla="*/ 1114920 h 1114920"/>
              <a:gd name="csX2256" fmla="*/ 388758 w 1723042"/>
              <a:gd name="csY2256" fmla="*/ 1114920 h 1114920"/>
              <a:gd name="csX2257" fmla="*/ 388930 w 1723042"/>
              <a:gd name="csY2257" fmla="*/ 1114920 h 1114920"/>
              <a:gd name="csX2258" fmla="*/ 389102 w 1723042"/>
              <a:gd name="csY2258" fmla="*/ 1114920 h 1114920"/>
              <a:gd name="csX2259" fmla="*/ 389275 w 1723042"/>
              <a:gd name="csY2259" fmla="*/ 1114920 h 1114920"/>
              <a:gd name="csX2260" fmla="*/ 389447 w 1723042"/>
              <a:gd name="csY2260" fmla="*/ 1114920 h 1114920"/>
              <a:gd name="csX2261" fmla="*/ 389619 w 1723042"/>
              <a:gd name="csY2261" fmla="*/ 1114920 h 1114920"/>
              <a:gd name="csX2262" fmla="*/ 389792 w 1723042"/>
              <a:gd name="csY2262" fmla="*/ 1114920 h 1114920"/>
              <a:gd name="csX2263" fmla="*/ 389964 w 1723042"/>
              <a:gd name="csY2263" fmla="*/ 1114920 h 1114920"/>
              <a:gd name="csX2264" fmla="*/ 390136 w 1723042"/>
              <a:gd name="csY2264" fmla="*/ 1114920 h 1114920"/>
              <a:gd name="csX2265" fmla="*/ 390309 w 1723042"/>
              <a:gd name="csY2265" fmla="*/ 1114920 h 1114920"/>
              <a:gd name="csX2266" fmla="*/ 390481 w 1723042"/>
              <a:gd name="csY2266" fmla="*/ 1114920 h 1114920"/>
              <a:gd name="csX2267" fmla="*/ 390653 w 1723042"/>
              <a:gd name="csY2267" fmla="*/ 1114920 h 1114920"/>
              <a:gd name="csX2268" fmla="*/ 390826 w 1723042"/>
              <a:gd name="csY2268" fmla="*/ 1114920 h 1114920"/>
              <a:gd name="csX2269" fmla="*/ 390998 w 1723042"/>
              <a:gd name="csY2269" fmla="*/ 1114920 h 1114920"/>
              <a:gd name="csX2270" fmla="*/ 391170 w 1723042"/>
              <a:gd name="csY2270" fmla="*/ 1114920 h 1114920"/>
              <a:gd name="csX2271" fmla="*/ 391342 w 1723042"/>
              <a:gd name="csY2271" fmla="*/ 1114920 h 1114920"/>
              <a:gd name="csX2272" fmla="*/ 391515 w 1723042"/>
              <a:gd name="csY2272" fmla="*/ 1114920 h 1114920"/>
              <a:gd name="csX2273" fmla="*/ 391688 w 1723042"/>
              <a:gd name="csY2273" fmla="*/ 1114920 h 1114920"/>
              <a:gd name="csX2274" fmla="*/ 391859 w 1723042"/>
              <a:gd name="csY2274" fmla="*/ 1114920 h 1114920"/>
              <a:gd name="csX2275" fmla="*/ 392032 w 1723042"/>
              <a:gd name="csY2275" fmla="*/ 1114920 h 1114920"/>
              <a:gd name="csX2276" fmla="*/ 392204 w 1723042"/>
              <a:gd name="csY2276" fmla="*/ 1114920 h 1114920"/>
              <a:gd name="csX2277" fmla="*/ 392376 w 1723042"/>
              <a:gd name="csY2277" fmla="*/ 1114920 h 1114920"/>
              <a:gd name="csX2278" fmla="*/ 392549 w 1723042"/>
              <a:gd name="csY2278" fmla="*/ 1114920 h 1114920"/>
              <a:gd name="csX2279" fmla="*/ 392721 w 1723042"/>
              <a:gd name="csY2279" fmla="*/ 1114920 h 1114920"/>
              <a:gd name="csX2280" fmla="*/ 392893 w 1723042"/>
              <a:gd name="csY2280" fmla="*/ 1114920 h 1114920"/>
              <a:gd name="csX2281" fmla="*/ 393066 w 1723042"/>
              <a:gd name="csY2281" fmla="*/ 1114920 h 1114920"/>
              <a:gd name="csX2282" fmla="*/ 393238 w 1723042"/>
              <a:gd name="csY2282" fmla="*/ 1114920 h 1114920"/>
              <a:gd name="csX2283" fmla="*/ 393410 w 1723042"/>
              <a:gd name="csY2283" fmla="*/ 1114920 h 1114920"/>
              <a:gd name="csX2284" fmla="*/ 393583 w 1723042"/>
              <a:gd name="csY2284" fmla="*/ 1114920 h 1114920"/>
              <a:gd name="csX2285" fmla="*/ 393755 w 1723042"/>
              <a:gd name="csY2285" fmla="*/ 1114920 h 1114920"/>
              <a:gd name="csX2286" fmla="*/ 393928 w 1723042"/>
              <a:gd name="csY2286" fmla="*/ 1114920 h 1114920"/>
              <a:gd name="csX2287" fmla="*/ 394099 w 1723042"/>
              <a:gd name="csY2287" fmla="*/ 1114920 h 1114920"/>
              <a:gd name="csX2288" fmla="*/ 394272 w 1723042"/>
              <a:gd name="csY2288" fmla="*/ 1114920 h 1114920"/>
              <a:gd name="csX2289" fmla="*/ 394445 w 1723042"/>
              <a:gd name="csY2289" fmla="*/ 1114920 h 1114920"/>
              <a:gd name="csX2290" fmla="*/ 394616 w 1723042"/>
              <a:gd name="csY2290" fmla="*/ 1114920 h 1114920"/>
              <a:gd name="csX2291" fmla="*/ 394789 w 1723042"/>
              <a:gd name="csY2291" fmla="*/ 1114920 h 1114920"/>
              <a:gd name="csX2292" fmla="*/ 394961 w 1723042"/>
              <a:gd name="csY2292" fmla="*/ 1114920 h 1114920"/>
              <a:gd name="csX2293" fmla="*/ 395133 w 1723042"/>
              <a:gd name="csY2293" fmla="*/ 1114920 h 1114920"/>
              <a:gd name="csX2294" fmla="*/ 395306 w 1723042"/>
              <a:gd name="csY2294" fmla="*/ 1114920 h 1114920"/>
              <a:gd name="csX2295" fmla="*/ 395478 w 1723042"/>
              <a:gd name="csY2295" fmla="*/ 1114920 h 1114920"/>
              <a:gd name="csX2296" fmla="*/ 395651 w 1723042"/>
              <a:gd name="csY2296" fmla="*/ 1114920 h 1114920"/>
              <a:gd name="csX2297" fmla="*/ 395823 w 1723042"/>
              <a:gd name="csY2297" fmla="*/ 1114920 h 1114920"/>
              <a:gd name="csX2298" fmla="*/ 395995 w 1723042"/>
              <a:gd name="csY2298" fmla="*/ 1114920 h 1114920"/>
              <a:gd name="csX2299" fmla="*/ 396168 w 1723042"/>
              <a:gd name="csY2299" fmla="*/ 1114920 h 1114920"/>
              <a:gd name="csX2300" fmla="*/ 396340 w 1723042"/>
              <a:gd name="csY2300" fmla="*/ 1114920 h 1114920"/>
              <a:gd name="csX2301" fmla="*/ 396512 w 1723042"/>
              <a:gd name="csY2301" fmla="*/ 1114920 h 1114920"/>
              <a:gd name="csX2302" fmla="*/ 396685 w 1723042"/>
              <a:gd name="csY2302" fmla="*/ 1114920 h 1114920"/>
              <a:gd name="csX2303" fmla="*/ 396856 w 1723042"/>
              <a:gd name="csY2303" fmla="*/ 1114920 h 1114920"/>
              <a:gd name="csX2304" fmla="*/ 397029 w 1723042"/>
              <a:gd name="csY2304" fmla="*/ 1114920 h 1114920"/>
              <a:gd name="csX2305" fmla="*/ 397202 w 1723042"/>
              <a:gd name="csY2305" fmla="*/ 1114920 h 1114920"/>
              <a:gd name="csX2306" fmla="*/ 397374 w 1723042"/>
              <a:gd name="csY2306" fmla="*/ 1114920 h 1114920"/>
              <a:gd name="csX2307" fmla="*/ 397546 w 1723042"/>
              <a:gd name="csY2307" fmla="*/ 1114920 h 1114920"/>
              <a:gd name="csX2308" fmla="*/ 397718 w 1723042"/>
              <a:gd name="csY2308" fmla="*/ 1114920 h 1114920"/>
              <a:gd name="csX2309" fmla="*/ 397891 w 1723042"/>
              <a:gd name="csY2309" fmla="*/ 1114920 h 1114920"/>
              <a:gd name="csX2310" fmla="*/ 398063 w 1723042"/>
              <a:gd name="csY2310" fmla="*/ 1114920 h 1114920"/>
              <a:gd name="csX2311" fmla="*/ 398235 w 1723042"/>
              <a:gd name="csY2311" fmla="*/ 1114920 h 1114920"/>
              <a:gd name="csX2312" fmla="*/ 398408 w 1723042"/>
              <a:gd name="csY2312" fmla="*/ 1114920 h 1114920"/>
              <a:gd name="csX2313" fmla="*/ 398580 w 1723042"/>
              <a:gd name="csY2313" fmla="*/ 1114920 h 1114920"/>
              <a:gd name="csX2314" fmla="*/ 398752 w 1723042"/>
              <a:gd name="csY2314" fmla="*/ 1114920 h 1114920"/>
              <a:gd name="csX2315" fmla="*/ 398925 w 1723042"/>
              <a:gd name="csY2315" fmla="*/ 1114920 h 1114920"/>
              <a:gd name="csX2316" fmla="*/ 399097 w 1723042"/>
              <a:gd name="csY2316" fmla="*/ 1114920 h 1114920"/>
              <a:gd name="csX2317" fmla="*/ 399269 w 1723042"/>
              <a:gd name="csY2317" fmla="*/ 1114920 h 1114920"/>
              <a:gd name="csX2318" fmla="*/ 399442 w 1723042"/>
              <a:gd name="csY2318" fmla="*/ 1114920 h 1114920"/>
              <a:gd name="csX2319" fmla="*/ 399614 w 1723042"/>
              <a:gd name="csY2319" fmla="*/ 1114920 h 1114920"/>
              <a:gd name="csX2320" fmla="*/ 399786 w 1723042"/>
              <a:gd name="csY2320" fmla="*/ 1114920 h 1114920"/>
              <a:gd name="csX2321" fmla="*/ 399959 w 1723042"/>
              <a:gd name="csY2321" fmla="*/ 1114920 h 1114920"/>
              <a:gd name="csX2322" fmla="*/ 400131 w 1723042"/>
              <a:gd name="csY2322" fmla="*/ 1114920 h 1114920"/>
              <a:gd name="csX2323" fmla="*/ 400303 w 1723042"/>
              <a:gd name="csY2323" fmla="*/ 1114920 h 1114920"/>
              <a:gd name="csX2324" fmla="*/ 400475 w 1723042"/>
              <a:gd name="csY2324" fmla="*/ 1114920 h 1114920"/>
              <a:gd name="csX2325" fmla="*/ 400648 w 1723042"/>
              <a:gd name="csY2325" fmla="*/ 1114920 h 1114920"/>
              <a:gd name="csX2326" fmla="*/ 400820 w 1723042"/>
              <a:gd name="csY2326" fmla="*/ 1114920 h 1114920"/>
              <a:gd name="csX2327" fmla="*/ 400992 w 1723042"/>
              <a:gd name="csY2327" fmla="*/ 1114920 h 1114920"/>
              <a:gd name="csX2328" fmla="*/ 401165 w 1723042"/>
              <a:gd name="csY2328" fmla="*/ 1114920 h 1114920"/>
              <a:gd name="csX2329" fmla="*/ 401338 w 1723042"/>
              <a:gd name="csY2329" fmla="*/ 1114920 h 1114920"/>
              <a:gd name="csX2330" fmla="*/ 401509 w 1723042"/>
              <a:gd name="csY2330" fmla="*/ 1114920 h 1114920"/>
              <a:gd name="csX2331" fmla="*/ 401682 w 1723042"/>
              <a:gd name="csY2331" fmla="*/ 1114920 h 1114920"/>
              <a:gd name="csX2332" fmla="*/ 401854 w 1723042"/>
              <a:gd name="csY2332" fmla="*/ 1114920 h 1114920"/>
              <a:gd name="csX2333" fmla="*/ 402026 w 1723042"/>
              <a:gd name="csY2333" fmla="*/ 1114920 h 1114920"/>
              <a:gd name="csX2334" fmla="*/ 402199 w 1723042"/>
              <a:gd name="csY2334" fmla="*/ 1114920 h 1114920"/>
              <a:gd name="csX2335" fmla="*/ 402371 w 1723042"/>
              <a:gd name="csY2335" fmla="*/ 1114920 h 1114920"/>
              <a:gd name="csX2336" fmla="*/ 402543 w 1723042"/>
              <a:gd name="csY2336" fmla="*/ 1114920 h 1114920"/>
              <a:gd name="csX2337" fmla="*/ 402716 w 1723042"/>
              <a:gd name="csY2337" fmla="*/ 1114920 h 1114920"/>
              <a:gd name="csX2338" fmla="*/ 402888 w 1723042"/>
              <a:gd name="csY2338" fmla="*/ 1114920 h 1114920"/>
              <a:gd name="csX2339" fmla="*/ 403061 w 1723042"/>
              <a:gd name="csY2339" fmla="*/ 1114920 h 1114920"/>
              <a:gd name="csX2340" fmla="*/ 403232 w 1723042"/>
              <a:gd name="csY2340" fmla="*/ 1114920 h 1114920"/>
              <a:gd name="csX2341" fmla="*/ 403405 w 1723042"/>
              <a:gd name="csY2341" fmla="*/ 1114920 h 1114920"/>
              <a:gd name="csX2342" fmla="*/ 403578 w 1723042"/>
              <a:gd name="csY2342" fmla="*/ 1114920 h 1114920"/>
              <a:gd name="csX2343" fmla="*/ 403749 w 1723042"/>
              <a:gd name="csY2343" fmla="*/ 1114920 h 1114920"/>
              <a:gd name="csX2344" fmla="*/ 403922 w 1723042"/>
              <a:gd name="csY2344" fmla="*/ 1114920 h 1114920"/>
              <a:gd name="csX2345" fmla="*/ 404095 w 1723042"/>
              <a:gd name="csY2345" fmla="*/ 1114920 h 1114920"/>
              <a:gd name="csX2346" fmla="*/ 404266 w 1723042"/>
              <a:gd name="csY2346" fmla="*/ 1114920 h 1114920"/>
              <a:gd name="csX2347" fmla="*/ 404439 w 1723042"/>
              <a:gd name="csY2347" fmla="*/ 1114920 h 1114920"/>
              <a:gd name="csX2348" fmla="*/ 404611 w 1723042"/>
              <a:gd name="csY2348" fmla="*/ 1114920 h 1114920"/>
              <a:gd name="csX2349" fmla="*/ 404784 w 1723042"/>
              <a:gd name="csY2349" fmla="*/ 1114920 h 1114920"/>
              <a:gd name="csX2350" fmla="*/ 404956 w 1723042"/>
              <a:gd name="csY2350" fmla="*/ 1114920 h 1114920"/>
              <a:gd name="csX2351" fmla="*/ 405128 w 1723042"/>
              <a:gd name="csY2351" fmla="*/ 1114920 h 1114920"/>
              <a:gd name="csX2352" fmla="*/ 405301 w 1723042"/>
              <a:gd name="csY2352" fmla="*/ 1114920 h 1114920"/>
              <a:gd name="csX2353" fmla="*/ 405473 w 1723042"/>
              <a:gd name="csY2353" fmla="*/ 1114920 h 1114920"/>
              <a:gd name="csX2354" fmla="*/ 405645 w 1723042"/>
              <a:gd name="csY2354" fmla="*/ 1114920 h 1114920"/>
              <a:gd name="csX2355" fmla="*/ 405818 w 1723042"/>
              <a:gd name="csY2355" fmla="*/ 1114920 h 1114920"/>
              <a:gd name="csX2356" fmla="*/ 405989 w 1723042"/>
              <a:gd name="csY2356" fmla="*/ 1114920 h 1114920"/>
              <a:gd name="csX2357" fmla="*/ 406162 w 1723042"/>
              <a:gd name="csY2357" fmla="*/ 1114920 h 1114920"/>
              <a:gd name="csX2358" fmla="*/ 406335 w 1723042"/>
              <a:gd name="csY2358" fmla="*/ 1114920 h 1114920"/>
              <a:gd name="csX2359" fmla="*/ 406506 w 1723042"/>
              <a:gd name="csY2359" fmla="*/ 1114920 h 1114920"/>
              <a:gd name="csX2360" fmla="*/ 406679 w 1723042"/>
              <a:gd name="csY2360" fmla="*/ 1114920 h 1114920"/>
              <a:gd name="csX2361" fmla="*/ 406852 w 1723042"/>
              <a:gd name="csY2361" fmla="*/ 1114920 h 1114920"/>
              <a:gd name="csX2362" fmla="*/ 407024 w 1723042"/>
              <a:gd name="csY2362" fmla="*/ 1114920 h 1114920"/>
              <a:gd name="csX2363" fmla="*/ 407196 w 1723042"/>
              <a:gd name="csY2363" fmla="*/ 1114920 h 1114920"/>
              <a:gd name="csX2364" fmla="*/ 407368 w 1723042"/>
              <a:gd name="csY2364" fmla="*/ 1114920 h 1114920"/>
              <a:gd name="csX2365" fmla="*/ 407541 w 1723042"/>
              <a:gd name="csY2365" fmla="*/ 1114920 h 1114920"/>
              <a:gd name="csX2366" fmla="*/ 407713 w 1723042"/>
              <a:gd name="csY2366" fmla="*/ 1114920 h 1114920"/>
              <a:gd name="csX2367" fmla="*/ 407885 w 1723042"/>
              <a:gd name="csY2367" fmla="*/ 1114920 h 1114920"/>
              <a:gd name="csX2368" fmla="*/ 408058 w 1723042"/>
              <a:gd name="csY2368" fmla="*/ 1114920 h 1114920"/>
              <a:gd name="csX2369" fmla="*/ 408230 w 1723042"/>
              <a:gd name="csY2369" fmla="*/ 1114920 h 1114920"/>
              <a:gd name="csX2370" fmla="*/ 408402 w 1723042"/>
              <a:gd name="csY2370" fmla="*/ 1114920 h 1114920"/>
              <a:gd name="csX2371" fmla="*/ 408575 w 1723042"/>
              <a:gd name="csY2371" fmla="*/ 1114920 h 1114920"/>
              <a:gd name="csX2372" fmla="*/ 408747 w 1723042"/>
              <a:gd name="csY2372" fmla="*/ 1114920 h 1114920"/>
              <a:gd name="csX2373" fmla="*/ 408919 w 1723042"/>
              <a:gd name="csY2373" fmla="*/ 1114920 h 1114920"/>
              <a:gd name="csX2374" fmla="*/ 409092 w 1723042"/>
              <a:gd name="csY2374" fmla="*/ 1114920 h 1114920"/>
              <a:gd name="csX2375" fmla="*/ 409264 w 1723042"/>
              <a:gd name="csY2375" fmla="*/ 1114920 h 1114920"/>
              <a:gd name="csX2376" fmla="*/ 409436 w 1723042"/>
              <a:gd name="csY2376" fmla="*/ 1114920 h 1114920"/>
              <a:gd name="csX2377" fmla="*/ 409609 w 1723042"/>
              <a:gd name="csY2377" fmla="*/ 1114920 h 1114920"/>
              <a:gd name="csX2378" fmla="*/ 409781 w 1723042"/>
              <a:gd name="csY2378" fmla="*/ 1114920 h 1114920"/>
              <a:gd name="csX2379" fmla="*/ 409953 w 1723042"/>
              <a:gd name="csY2379" fmla="*/ 1114920 h 1114920"/>
              <a:gd name="csX2380" fmla="*/ 410125 w 1723042"/>
              <a:gd name="csY2380" fmla="*/ 1114920 h 1114920"/>
              <a:gd name="csX2381" fmla="*/ 410298 w 1723042"/>
              <a:gd name="csY2381" fmla="*/ 1114920 h 1114920"/>
              <a:gd name="csX2382" fmla="*/ 410471 w 1723042"/>
              <a:gd name="csY2382" fmla="*/ 1114920 h 1114920"/>
              <a:gd name="csX2383" fmla="*/ 410642 w 1723042"/>
              <a:gd name="csY2383" fmla="*/ 1114920 h 1114920"/>
              <a:gd name="csX2384" fmla="*/ 410815 w 1723042"/>
              <a:gd name="csY2384" fmla="*/ 1114920 h 1114920"/>
              <a:gd name="csX2385" fmla="*/ 410988 w 1723042"/>
              <a:gd name="csY2385" fmla="*/ 1114920 h 1114920"/>
              <a:gd name="csX2386" fmla="*/ 411159 w 1723042"/>
              <a:gd name="csY2386" fmla="*/ 1114920 h 1114920"/>
              <a:gd name="csX2387" fmla="*/ 411332 w 1723042"/>
              <a:gd name="csY2387" fmla="*/ 1114920 h 1114920"/>
              <a:gd name="csX2388" fmla="*/ 411504 w 1723042"/>
              <a:gd name="csY2388" fmla="*/ 1114920 h 1114920"/>
              <a:gd name="csX2389" fmla="*/ 411676 w 1723042"/>
              <a:gd name="csY2389" fmla="*/ 1114920 h 1114920"/>
              <a:gd name="csX2390" fmla="*/ 411849 w 1723042"/>
              <a:gd name="csY2390" fmla="*/ 1114920 h 1114920"/>
              <a:gd name="csX2391" fmla="*/ 412021 w 1723042"/>
              <a:gd name="csY2391" fmla="*/ 1114920 h 1114920"/>
              <a:gd name="csX2392" fmla="*/ 412193 w 1723042"/>
              <a:gd name="csY2392" fmla="*/ 1114920 h 1114920"/>
              <a:gd name="csX2393" fmla="*/ 412366 w 1723042"/>
              <a:gd name="csY2393" fmla="*/ 1114920 h 1114920"/>
              <a:gd name="csX2394" fmla="*/ 412538 w 1723042"/>
              <a:gd name="csY2394" fmla="*/ 1114920 h 1114920"/>
              <a:gd name="csX2395" fmla="*/ 412711 w 1723042"/>
              <a:gd name="csY2395" fmla="*/ 1114920 h 1114920"/>
              <a:gd name="csX2396" fmla="*/ 412883 w 1723042"/>
              <a:gd name="csY2396" fmla="*/ 1114920 h 1114920"/>
              <a:gd name="csX2397" fmla="*/ 413055 w 1723042"/>
              <a:gd name="csY2397" fmla="*/ 1114920 h 1114920"/>
              <a:gd name="csX2398" fmla="*/ 413228 w 1723042"/>
              <a:gd name="csY2398" fmla="*/ 1114920 h 1114920"/>
              <a:gd name="csX2399" fmla="*/ 413399 w 1723042"/>
              <a:gd name="csY2399" fmla="*/ 1114920 h 1114920"/>
              <a:gd name="csX2400" fmla="*/ 413572 w 1723042"/>
              <a:gd name="csY2400" fmla="*/ 1114920 h 1114920"/>
              <a:gd name="csX2401" fmla="*/ 413745 w 1723042"/>
              <a:gd name="csY2401" fmla="*/ 1114920 h 1114920"/>
              <a:gd name="csX2402" fmla="*/ 413916 w 1723042"/>
              <a:gd name="csY2402" fmla="*/ 1114920 h 1114920"/>
              <a:gd name="csX2403" fmla="*/ 414089 w 1723042"/>
              <a:gd name="csY2403" fmla="*/ 1114920 h 1114920"/>
              <a:gd name="csX2404" fmla="*/ 414261 w 1723042"/>
              <a:gd name="csY2404" fmla="*/ 1114920 h 1114920"/>
              <a:gd name="csX2405" fmla="*/ 414434 w 1723042"/>
              <a:gd name="csY2405" fmla="*/ 1114920 h 1114920"/>
              <a:gd name="csX2406" fmla="*/ 414606 w 1723042"/>
              <a:gd name="csY2406" fmla="*/ 1114920 h 1114920"/>
              <a:gd name="csX2407" fmla="*/ 414778 w 1723042"/>
              <a:gd name="csY2407" fmla="*/ 1114920 h 1114920"/>
              <a:gd name="csX2408" fmla="*/ 414951 w 1723042"/>
              <a:gd name="csY2408" fmla="*/ 1114920 h 1114920"/>
              <a:gd name="csX2409" fmla="*/ 415123 w 1723042"/>
              <a:gd name="csY2409" fmla="*/ 1114920 h 1114920"/>
              <a:gd name="csX2410" fmla="*/ 415295 w 1723042"/>
              <a:gd name="csY2410" fmla="*/ 1114920 h 1114920"/>
              <a:gd name="csX2411" fmla="*/ 415468 w 1723042"/>
              <a:gd name="csY2411" fmla="*/ 1114920 h 1114920"/>
              <a:gd name="csX2412" fmla="*/ 415640 w 1723042"/>
              <a:gd name="csY2412" fmla="*/ 1114920 h 1114920"/>
              <a:gd name="csX2413" fmla="*/ 415812 w 1723042"/>
              <a:gd name="csY2413" fmla="*/ 1114920 h 1114920"/>
              <a:gd name="csX2414" fmla="*/ 415985 w 1723042"/>
              <a:gd name="csY2414" fmla="*/ 1114920 h 1114920"/>
              <a:gd name="csX2415" fmla="*/ 416157 w 1723042"/>
              <a:gd name="csY2415" fmla="*/ 1114920 h 1114920"/>
              <a:gd name="csX2416" fmla="*/ 416329 w 1723042"/>
              <a:gd name="csY2416" fmla="*/ 1114920 h 1114920"/>
              <a:gd name="csX2417" fmla="*/ 416502 w 1723042"/>
              <a:gd name="csY2417" fmla="*/ 1114920 h 1114920"/>
              <a:gd name="csX2418" fmla="*/ 416674 w 1723042"/>
              <a:gd name="csY2418" fmla="*/ 1114920 h 1114920"/>
              <a:gd name="csX2419" fmla="*/ 416846 w 1723042"/>
              <a:gd name="csY2419" fmla="*/ 1114920 h 1114920"/>
              <a:gd name="csX2420" fmla="*/ 417018 w 1723042"/>
              <a:gd name="csY2420" fmla="*/ 1114920 h 1114920"/>
              <a:gd name="csX2421" fmla="*/ 417191 w 1723042"/>
              <a:gd name="csY2421" fmla="*/ 1114920 h 1114920"/>
              <a:gd name="csX2422" fmla="*/ 417363 w 1723042"/>
              <a:gd name="csY2422" fmla="*/ 1114920 h 1114920"/>
              <a:gd name="csX2423" fmla="*/ 417535 w 1723042"/>
              <a:gd name="csY2423" fmla="*/ 1114920 h 1114920"/>
              <a:gd name="csX2424" fmla="*/ 417708 w 1723042"/>
              <a:gd name="csY2424" fmla="*/ 1114920 h 1114920"/>
              <a:gd name="csX2425" fmla="*/ 417880 w 1723042"/>
              <a:gd name="csY2425" fmla="*/ 1114920 h 1114920"/>
              <a:gd name="csX2426" fmla="*/ 418052 w 1723042"/>
              <a:gd name="csY2426" fmla="*/ 1114920 h 1114920"/>
              <a:gd name="csX2427" fmla="*/ 418225 w 1723042"/>
              <a:gd name="csY2427" fmla="*/ 1114920 h 1114920"/>
              <a:gd name="csX2428" fmla="*/ 418397 w 1723042"/>
              <a:gd name="csY2428" fmla="*/ 1114920 h 1114920"/>
              <a:gd name="csX2429" fmla="*/ 418569 w 1723042"/>
              <a:gd name="csY2429" fmla="*/ 1114920 h 1114920"/>
              <a:gd name="csX2430" fmla="*/ 418742 w 1723042"/>
              <a:gd name="csY2430" fmla="*/ 1114920 h 1114920"/>
              <a:gd name="csX2431" fmla="*/ 418914 w 1723042"/>
              <a:gd name="csY2431" fmla="*/ 1114920 h 1114920"/>
              <a:gd name="csX2432" fmla="*/ 419086 w 1723042"/>
              <a:gd name="csY2432" fmla="*/ 1114920 h 1114920"/>
              <a:gd name="csX2433" fmla="*/ 419259 w 1723042"/>
              <a:gd name="csY2433" fmla="*/ 1114920 h 1114920"/>
              <a:gd name="csX2434" fmla="*/ 419431 w 1723042"/>
              <a:gd name="csY2434" fmla="*/ 1114920 h 1114920"/>
              <a:gd name="csX2435" fmla="*/ 419603 w 1723042"/>
              <a:gd name="csY2435" fmla="*/ 1114920 h 1114920"/>
              <a:gd name="csX2436" fmla="*/ 419775 w 1723042"/>
              <a:gd name="csY2436" fmla="*/ 1114920 h 1114920"/>
              <a:gd name="csX2437" fmla="*/ 419948 w 1723042"/>
              <a:gd name="csY2437" fmla="*/ 1114920 h 1114920"/>
              <a:gd name="csX2438" fmla="*/ 420121 w 1723042"/>
              <a:gd name="csY2438" fmla="*/ 1114920 h 1114920"/>
              <a:gd name="csX2439" fmla="*/ 420292 w 1723042"/>
              <a:gd name="csY2439" fmla="*/ 1114920 h 1114920"/>
              <a:gd name="csX2440" fmla="*/ 420465 w 1723042"/>
              <a:gd name="csY2440" fmla="*/ 1114920 h 1114920"/>
              <a:gd name="csX2441" fmla="*/ 420638 w 1723042"/>
              <a:gd name="csY2441" fmla="*/ 1114920 h 1114920"/>
              <a:gd name="csX2442" fmla="*/ 420809 w 1723042"/>
              <a:gd name="csY2442" fmla="*/ 1114920 h 1114920"/>
              <a:gd name="csX2443" fmla="*/ 420982 w 1723042"/>
              <a:gd name="csY2443" fmla="*/ 1114920 h 1114920"/>
              <a:gd name="csX2444" fmla="*/ 421154 w 1723042"/>
              <a:gd name="csY2444" fmla="*/ 1114920 h 1114920"/>
              <a:gd name="csX2445" fmla="*/ 421326 w 1723042"/>
              <a:gd name="csY2445" fmla="*/ 1114920 h 1114920"/>
              <a:gd name="csX2446" fmla="*/ 421499 w 1723042"/>
              <a:gd name="csY2446" fmla="*/ 1114920 h 1114920"/>
              <a:gd name="csX2447" fmla="*/ 421671 w 1723042"/>
              <a:gd name="csY2447" fmla="*/ 1114920 h 1114920"/>
              <a:gd name="csX2448" fmla="*/ 421844 w 1723042"/>
              <a:gd name="csY2448" fmla="*/ 1114920 h 1114920"/>
              <a:gd name="csX2449" fmla="*/ 422016 w 1723042"/>
              <a:gd name="csY2449" fmla="*/ 1114920 h 1114920"/>
              <a:gd name="csX2450" fmla="*/ 422188 w 1723042"/>
              <a:gd name="csY2450" fmla="*/ 1114920 h 1114920"/>
              <a:gd name="csX2451" fmla="*/ 422361 w 1723042"/>
              <a:gd name="csY2451" fmla="*/ 1114920 h 1114920"/>
              <a:gd name="csX2452" fmla="*/ 422532 w 1723042"/>
              <a:gd name="csY2452" fmla="*/ 1114920 h 1114920"/>
              <a:gd name="csX2453" fmla="*/ 422705 w 1723042"/>
              <a:gd name="csY2453" fmla="*/ 1114920 h 1114920"/>
              <a:gd name="csX2454" fmla="*/ 422878 w 1723042"/>
              <a:gd name="csY2454" fmla="*/ 1114920 h 1114920"/>
              <a:gd name="csX2455" fmla="*/ 423049 w 1723042"/>
              <a:gd name="csY2455" fmla="*/ 1114920 h 1114920"/>
              <a:gd name="csX2456" fmla="*/ 423222 w 1723042"/>
              <a:gd name="csY2456" fmla="*/ 1114920 h 1114920"/>
              <a:gd name="csX2457" fmla="*/ 423395 w 1723042"/>
              <a:gd name="csY2457" fmla="*/ 1114920 h 1114920"/>
              <a:gd name="csX2458" fmla="*/ 423566 w 1723042"/>
              <a:gd name="csY2458" fmla="*/ 1114920 h 1114920"/>
              <a:gd name="csX2459" fmla="*/ 423739 w 1723042"/>
              <a:gd name="csY2459" fmla="*/ 1114920 h 1114920"/>
              <a:gd name="csX2460" fmla="*/ 423911 w 1723042"/>
              <a:gd name="csY2460" fmla="*/ 1114920 h 1114920"/>
              <a:gd name="csX2461" fmla="*/ 424084 w 1723042"/>
              <a:gd name="csY2461" fmla="*/ 1114920 h 1114920"/>
              <a:gd name="csX2462" fmla="*/ 424256 w 1723042"/>
              <a:gd name="csY2462" fmla="*/ 1114920 h 1114920"/>
              <a:gd name="csX2463" fmla="*/ 424428 w 1723042"/>
              <a:gd name="csY2463" fmla="*/ 1114920 h 1114920"/>
              <a:gd name="csX2464" fmla="*/ 424601 w 1723042"/>
              <a:gd name="csY2464" fmla="*/ 1114920 h 1114920"/>
              <a:gd name="csX2465" fmla="*/ 424773 w 1723042"/>
              <a:gd name="csY2465" fmla="*/ 1114920 h 1114920"/>
              <a:gd name="csX2466" fmla="*/ 424945 w 1723042"/>
              <a:gd name="csY2466" fmla="*/ 1114920 h 1114920"/>
              <a:gd name="csX2467" fmla="*/ 425118 w 1723042"/>
              <a:gd name="csY2467" fmla="*/ 1114920 h 1114920"/>
              <a:gd name="csX2468" fmla="*/ 425289 w 1723042"/>
              <a:gd name="csY2468" fmla="*/ 1114920 h 1114920"/>
              <a:gd name="csX2469" fmla="*/ 425462 w 1723042"/>
              <a:gd name="csY2469" fmla="*/ 1114920 h 1114920"/>
              <a:gd name="csX2470" fmla="*/ 425635 w 1723042"/>
              <a:gd name="csY2470" fmla="*/ 1114920 h 1114920"/>
              <a:gd name="csX2471" fmla="*/ 425807 w 1723042"/>
              <a:gd name="csY2471" fmla="*/ 1114920 h 1114920"/>
              <a:gd name="csX2472" fmla="*/ 425979 w 1723042"/>
              <a:gd name="csY2472" fmla="*/ 1114920 h 1114920"/>
              <a:gd name="csX2473" fmla="*/ 426152 w 1723042"/>
              <a:gd name="csY2473" fmla="*/ 1114920 h 1114920"/>
              <a:gd name="csX2474" fmla="*/ 426324 w 1723042"/>
              <a:gd name="csY2474" fmla="*/ 1114920 h 1114920"/>
              <a:gd name="csX2475" fmla="*/ 426496 w 1723042"/>
              <a:gd name="csY2475" fmla="*/ 1114920 h 1114920"/>
              <a:gd name="csX2476" fmla="*/ 426668 w 1723042"/>
              <a:gd name="csY2476" fmla="*/ 1114920 h 1114920"/>
              <a:gd name="csX2477" fmla="*/ 426841 w 1723042"/>
              <a:gd name="csY2477" fmla="*/ 1114920 h 1114920"/>
              <a:gd name="csX2478" fmla="*/ 427013 w 1723042"/>
              <a:gd name="csY2478" fmla="*/ 1114920 h 1114920"/>
              <a:gd name="csX2479" fmla="*/ 427185 w 1723042"/>
              <a:gd name="csY2479" fmla="*/ 1114920 h 1114920"/>
              <a:gd name="csX2480" fmla="*/ 427358 w 1723042"/>
              <a:gd name="csY2480" fmla="*/ 1114920 h 1114920"/>
              <a:gd name="csX2481" fmla="*/ 427530 w 1723042"/>
              <a:gd name="csY2481" fmla="*/ 1114920 h 1114920"/>
              <a:gd name="csX2482" fmla="*/ 427702 w 1723042"/>
              <a:gd name="csY2482" fmla="*/ 1114920 h 1114920"/>
              <a:gd name="csX2483" fmla="*/ 427875 w 1723042"/>
              <a:gd name="csY2483" fmla="*/ 1114920 h 1114920"/>
              <a:gd name="csX2484" fmla="*/ 428047 w 1723042"/>
              <a:gd name="csY2484" fmla="*/ 1114920 h 1114920"/>
              <a:gd name="csX2485" fmla="*/ 428219 w 1723042"/>
              <a:gd name="csY2485" fmla="*/ 1114920 h 1114920"/>
              <a:gd name="csX2486" fmla="*/ 428392 w 1723042"/>
              <a:gd name="csY2486" fmla="*/ 1114920 h 1114920"/>
              <a:gd name="csX2487" fmla="*/ 428564 w 1723042"/>
              <a:gd name="csY2487" fmla="*/ 1114920 h 1114920"/>
              <a:gd name="csX2488" fmla="*/ 428736 w 1723042"/>
              <a:gd name="csY2488" fmla="*/ 1114920 h 1114920"/>
              <a:gd name="csX2489" fmla="*/ 428909 w 1723042"/>
              <a:gd name="csY2489" fmla="*/ 1114920 h 1114920"/>
              <a:gd name="csX2490" fmla="*/ 429081 w 1723042"/>
              <a:gd name="csY2490" fmla="*/ 1114920 h 1114920"/>
              <a:gd name="csX2491" fmla="*/ 429254 w 1723042"/>
              <a:gd name="csY2491" fmla="*/ 1114920 h 1114920"/>
              <a:gd name="csX2492" fmla="*/ 429425 w 1723042"/>
              <a:gd name="csY2492" fmla="*/ 1114920 h 1114920"/>
              <a:gd name="csX2493" fmla="*/ 429598 w 1723042"/>
              <a:gd name="csY2493" fmla="*/ 1114920 h 1114920"/>
              <a:gd name="csX2494" fmla="*/ 429771 w 1723042"/>
              <a:gd name="csY2494" fmla="*/ 1114920 h 1114920"/>
              <a:gd name="csX2495" fmla="*/ 429942 w 1723042"/>
              <a:gd name="csY2495" fmla="*/ 1114920 h 1114920"/>
              <a:gd name="csX2496" fmla="*/ 430115 w 1723042"/>
              <a:gd name="csY2496" fmla="*/ 1114920 h 1114920"/>
              <a:gd name="csX2497" fmla="*/ 430287 w 1723042"/>
              <a:gd name="csY2497" fmla="*/ 1114920 h 1114920"/>
              <a:gd name="csX2498" fmla="*/ 430459 w 1723042"/>
              <a:gd name="csY2498" fmla="*/ 1114920 h 1114920"/>
              <a:gd name="csX2499" fmla="*/ 430632 w 1723042"/>
              <a:gd name="csY2499" fmla="*/ 1114920 h 1114920"/>
              <a:gd name="csX2500" fmla="*/ 430804 w 1723042"/>
              <a:gd name="csY2500" fmla="*/ 1114920 h 1114920"/>
              <a:gd name="csX2501" fmla="*/ 430976 w 1723042"/>
              <a:gd name="csY2501" fmla="*/ 1114920 h 1114920"/>
              <a:gd name="csX2502" fmla="*/ 431149 w 1723042"/>
              <a:gd name="csY2502" fmla="*/ 1114920 h 1114920"/>
              <a:gd name="csX2503" fmla="*/ 431321 w 1723042"/>
              <a:gd name="csY2503" fmla="*/ 1114920 h 1114920"/>
              <a:gd name="csX2504" fmla="*/ 431494 w 1723042"/>
              <a:gd name="csY2504" fmla="*/ 1114920 h 1114920"/>
              <a:gd name="csX2505" fmla="*/ 431666 w 1723042"/>
              <a:gd name="csY2505" fmla="*/ 1114920 h 1114920"/>
              <a:gd name="csX2506" fmla="*/ 431838 w 1723042"/>
              <a:gd name="csY2506" fmla="*/ 1114920 h 1114920"/>
              <a:gd name="csX2507" fmla="*/ 432011 w 1723042"/>
              <a:gd name="csY2507" fmla="*/ 1114920 h 1114920"/>
              <a:gd name="csX2508" fmla="*/ 432182 w 1723042"/>
              <a:gd name="csY2508" fmla="*/ 1114920 h 1114920"/>
              <a:gd name="csX2509" fmla="*/ 432355 w 1723042"/>
              <a:gd name="csY2509" fmla="*/ 1114920 h 1114920"/>
              <a:gd name="csX2510" fmla="*/ 432528 w 1723042"/>
              <a:gd name="csY2510" fmla="*/ 1114920 h 1114920"/>
              <a:gd name="csX2511" fmla="*/ 432699 w 1723042"/>
              <a:gd name="csY2511" fmla="*/ 1114920 h 1114920"/>
              <a:gd name="csX2512" fmla="*/ 432872 w 1723042"/>
              <a:gd name="csY2512" fmla="*/ 1114920 h 1114920"/>
              <a:gd name="csX2513" fmla="*/ 433044 w 1723042"/>
              <a:gd name="csY2513" fmla="*/ 1114920 h 1114920"/>
              <a:gd name="csX2514" fmla="*/ 433217 w 1723042"/>
              <a:gd name="csY2514" fmla="*/ 1114920 h 1114920"/>
              <a:gd name="csX2515" fmla="*/ 433389 w 1723042"/>
              <a:gd name="csY2515" fmla="*/ 1114920 h 1114920"/>
              <a:gd name="csX2516" fmla="*/ 433561 w 1723042"/>
              <a:gd name="csY2516" fmla="*/ 1114920 h 1114920"/>
              <a:gd name="csX2517" fmla="*/ 433734 w 1723042"/>
              <a:gd name="csY2517" fmla="*/ 1114920 h 1114920"/>
              <a:gd name="csX2518" fmla="*/ 433906 w 1723042"/>
              <a:gd name="csY2518" fmla="*/ 1114920 h 1114920"/>
              <a:gd name="csX2519" fmla="*/ 434078 w 1723042"/>
              <a:gd name="csY2519" fmla="*/ 1114920 h 1114920"/>
              <a:gd name="csX2520" fmla="*/ 434251 w 1723042"/>
              <a:gd name="csY2520" fmla="*/ 1114920 h 1114920"/>
              <a:gd name="csX2521" fmla="*/ 434423 w 1723042"/>
              <a:gd name="csY2521" fmla="*/ 1114920 h 1114920"/>
              <a:gd name="csX2522" fmla="*/ 434595 w 1723042"/>
              <a:gd name="csY2522" fmla="*/ 1114920 h 1114920"/>
              <a:gd name="csX2523" fmla="*/ 434768 w 1723042"/>
              <a:gd name="csY2523" fmla="*/ 1114920 h 1114920"/>
              <a:gd name="csX2524" fmla="*/ 434940 w 1723042"/>
              <a:gd name="csY2524" fmla="*/ 1114920 h 1114920"/>
              <a:gd name="csX2525" fmla="*/ 435112 w 1723042"/>
              <a:gd name="csY2525" fmla="*/ 1114920 h 1114920"/>
              <a:gd name="csX2526" fmla="*/ 435285 w 1723042"/>
              <a:gd name="csY2526" fmla="*/ 1114920 h 1114920"/>
              <a:gd name="csX2527" fmla="*/ 435457 w 1723042"/>
              <a:gd name="csY2527" fmla="*/ 1114920 h 1114920"/>
              <a:gd name="csX2528" fmla="*/ 435629 w 1723042"/>
              <a:gd name="csY2528" fmla="*/ 1114920 h 1114920"/>
              <a:gd name="csX2529" fmla="*/ 435802 w 1723042"/>
              <a:gd name="csY2529" fmla="*/ 1114920 h 1114920"/>
              <a:gd name="csX2530" fmla="*/ 435974 w 1723042"/>
              <a:gd name="csY2530" fmla="*/ 1114920 h 1114920"/>
              <a:gd name="csX2531" fmla="*/ 436146 w 1723042"/>
              <a:gd name="csY2531" fmla="*/ 1114920 h 1114920"/>
              <a:gd name="csX2532" fmla="*/ 436318 w 1723042"/>
              <a:gd name="csY2532" fmla="*/ 1114920 h 1114920"/>
              <a:gd name="csX2533" fmla="*/ 436491 w 1723042"/>
              <a:gd name="csY2533" fmla="*/ 1114920 h 1114920"/>
              <a:gd name="csX2534" fmla="*/ 436663 w 1723042"/>
              <a:gd name="csY2534" fmla="*/ 1114920 h 1114920"/>
              <a:gd name="csX2535" fmla="*/ 436835 w 1723042"/>
              <a:gd name="csY2535" fmla="*/ 1114920 h 1114920"/>
              <a:gd name="csX2536" fmla="*/ 437008 w 1723042"/>
              <a:gd name="csY2536" fmla="*/ 1114920 h 1114920"/>
              <a:gd name="csX2537" fmla="*/ 437180 w 1723042"/>
              <a:gd name="csY2537" fmla="*/ 1114920 h 1114920"/>
              <a:gd name="csX2538" fmla="*/ 437352 w 1723042"/>
              <a:gd name="csY2538" fmla="*/ 1114920 h 1114920"/>
              <a:gd name="csX2539" fmla="*/ 437525 w 1723042"/>
              <a:gd name="csY2539" fmla="*/ 1114920 h 1114920"/>
              <a:gd name="csX2540" fmla="*/ 437697 w 1723042"/>
              <a:gd name="csY2540" fmla="*/ 1114920 h 1114920"/>
              <a:gd name="csX2541" fmla="*/ 437869 w 1723042"/>
              <a:gd name="csY2541" fmla="*/ 1114920 h 1114920"/>
              <a:gd name="csX2542" fmla="*/ 438042 w 1723042"/>
              <a:gd name="csY2542" fmla="*/ 1114920 h 1114920"/>
              <a:gd name="csX2543" fmla="*/ 438214 w 1723042"/>
              <a:gd name="csY2543" fmla="*/ 1114920 h 1114920"/>
              <a:gd name="csX2544" fmla="*/ 438386 w 1723042"/>
              <a:gd name="csY2544" fmla="*/ 1114920 h 1114920"/>
              <a:gd name="csX2545" fmla="*/ 438559 w 1723042"/>
              <a:gd name="csY2545" fmla="*/ 1114920 h 1114920"/>
              <a:gd name="csX2546" fmla="*/ 438731 w 1723042"/>
              <a:gd name="csY2546" fmla="*/ 1114920 h 1114920"/>
              <a:gd name="csX2547" fmla="*/ 438904 w 1723042"/>
              <a:gd name="csY2547" fmla="*/ 1114920 h 1114920"/>
              <a:gd name="csX2548" fmla="*/ 439075 w 1723042"/>
              <a:gd name="csY2548" fmla="*/ 1114920 h 1114920"/>
              <a:gd name="csX2549" fmla="*/ 439248 w 1723042"/>
              <a:gd name="csY2549" fmla="*/ 1114920 h 1114920"/>
              <a:gd name="csX2550" fmla="*/ 439421 w 1723042"/>
              <a:gd name="csY2550" fmla="*/ 1114920 h 1114920"/>
              <a:gd name="csX2551" fmla="*/ 439592 w 1723042"/>
              <a:gd name="csY2551" fmla="*/ 1114920 h 1114920"/>
              <a:gd name="csX2552" fmla="*/ 439765 w 1723042"/>
              <a:gd name="csY2552" fmla="*/ 1114920 h 1114920"/>
              <a:gd name="csX2553" fmla="*/ 439937 w 1723042"/>
              <a:gd name="csY2553" fmla="*/ 1114920 h 1114920"/>
              <a:gd name="csX2554" fmla="*/ 440109 w 1723042"/>
              <a:gd name="csY2554" fmla="*/ 1114920 h 1114920"/>
              <a:gd name="csX2555" fmla="*/ 440282 w 1723042"/>
              <a:gd name="csY2555" fmla="*/ 1114920 h 1114920"/>
              <a:gd name="csX2556" fmla="*/ 440454 w 1723042"/>
              <a:gd name="csY2556" fmla="*/ 1114920 h 1114920"/>
              <a:gd name="csX2557" fmla="*/ 440627 w 1723042"/>
              <a:gd name="csY2557" fmla="*/ 1114920 h 1114920"/>
              <a:gd name="csX2558" fmla="*/ 440799 w 1723042"/>
              <a:gd name="csY2558" fmla="*/ 1114920 h 1114920"/>
              <a:gd name="csX2559" fmla="*/ 440971 w 1723042"/>
              <a:gd name="csY2559" fmla="*/ 1114920 h 1114920"/>
              <a:gd name="csX2560" fmla="*/ 441144 w 1723042"/>
              <a:gd name="csY2560" fmla="*/ 1114920 h 1114920"/>
              <a:gd name="csX2561" fmla="*/ 441316 w 1723042"/>
              <a:gd name="csY2561" fmla="*/ 1114920 h 1114920"/>
              <a:gd name="csX2562" fmla="*/ 441488 w 1723042"/>
              <a:gd name="csY2562" fmla="*/ 1114920 h 1114920"/>
              <a:gd name="csX2563" fmla="*/ 441661 w 1723042"/>
              <a:gd name="csY2563" fmla="*/ 1114920 h 1114920"/>
              <a:gd name="csX2564" fmla="*/ 441832 w 1723042"/>
              <a:gd name="csY2564" fmla="*/ 1114920 h 1114920"/>
              <a:gd name="csX2565" fmla="*/ 442005 w 1723042"/>
              <a:gd name="csY2565" fmla="*/ 1114920 h 1114920"/>
              <a:gd name="csX2566" fmla="*/ 442178 w 1723042"/>
              <a:gd name="csY2566" fmla="*/ 1114920 h 1114920"/>
              <a:gd name="csX2567" fmla="*/ 442349 w 1723042"/>
              <a:gd name="csY2567" fmla="*/ 1114920 h 1114920"/>
              <a:gd name="csX2568" fmla="*/ 442522 w 1723042"/>
              <a:gd name="csY2568" fmla="*/ 1114920 h 1114920"/>
              <a:gd name="csX2569" fmla="*/ 442694 w 1723042"/>
              <a:gd name="csY2569" fmla="*/ 1114920 h 1114920"/>
              <a:gd name="csX2570" fmla="*/ 442867 w 1723042"/>
              <a:gd name="csY2570" fmla="*/ 1114920 h 1114920"/>
              <a:gd name="csX2571" fmla="*/ 443039 w 1723042"/>
              <a:gd name="csY2571" fmla="*/ 1114920 h 1114920"/>
              <a:gd name="csX2572" fmla="*/ 443211 w 1723042"/>
              <a:gd name="csY2572" fmla="*/ 1114920 h 1114920"/>
              <a:gd name="csX2573" fmla="*/ 443384 w 1723042"/>
              <a:gd name="csY2573" fmla="*/ 1114920 h 1114920"/>
              <a:gd name="csX2574" fmla="*/ 443556 w 1723042"/>
              <a:gd name="csY2574" fmla="*/ 1114920 h 1114920"/>
              <a:gd name="csX2575" fmla="*/ 443728 w 1723042"/>
              <a:gd name="csY2575" fmla="*/ 1114920 h 1114920"/>
              <a:gd name="csX2576" fmla="*/ 443901 w 1723042"/>
              <a:gd name="csY2576" fmla="*/ 1114920 h 1114920"/>
              <a:gd name="csX2577" fmla="*/ 444073 w 1723042"/>
              <a:gd name="csY2577" fmla="*/ 1114920 h 1114920"/>
              <a:gd name="csX2578" fmla="*/ 444245 w 1723042"/>
              <a:gd name="csY2578" fmla="*/ 1114920 h 1114920"/>
              <a:gd name="csX2579" fmla="*/ 444418 w 1723042"/>
              <a:gd name="csY2579" fmla="*/ 1114920 h 1114920"/>
              <a:gd name="csX2580" fmla="*/ 444590 w 1723042"/>
              <a:gd name="csY2580" fmla="*/ 1114920 h 1114920"/>
              <a:gd name="csX2581" fmla="*/ 444762 w 1723042"/>
              <a:gd name="csY2581" fmla="*/ 1114920 h 1114920"/>
              <a:gd name="csX2582" fmla="*/ 444935 w 1723042"/>
              <a:gd name="csY2582" fmla="*/ 1114920 h 1114920"/>
              <a:gd name="csX2583" fmla="*/ 445107 w 1723042"/>
              <a:gd name="csY2583" fmla="*/ 1114920 h 1114920"/>
              <a:gd name="csX2584" fmla="*/ 445279 w 1723042"/>
              <a:gd name="csY2584" fmla="*/ 1114920 h 1114920"/>
              <a:gd name="csX2585" fmla="*/ 445451 w 1723042"/>
              <a:gd name="csY2585" fmla="*/ 1114920 h 1114920"/>
              <a:gd name="csX2586" fmla="*/ 445624 w 1723042"/>
              <a:gd name="csY2586" fmla="*/ 1114920 h 1114920"/>
              <a:gd name="csX2587" fmla="*/ 445796 w 1723042"/>
              <a:gd name="csY2587" fmla="*/ 1114920 h 1114920"/>
              <a:gd name="csX2588" fmla="*/ 445968 w 1723042"/>
              <a:gd name="csY2588" fmla="*/ 1114920 h 1114920"/>
              <a:gd name="csX2589" fmla="*/ 446141 w 1723042"/>
              <a:gd name="csY2589" fmla="*/ 1114920 h 1114920"/>
              <a:gd name="csX2590" fmla="*/ 446314 w 1723042"/>
              <a:gd name="csY2590" fmla="*/ 1114920 h 1114920"/>
              <a:gd name="csX2591" fmla="*/ 446485 w 1723042"/>
              <a:gd name="csY2591" fmla="*/ 1114920 h 1114920"/>
              <a:gd name="csX2592" fmla="*/ 446658 w 1723042"/>
              <a:gd name="csY2592" fmla="*/ 1114920 h 1114920"/>
              <a:gd name="csX2593" fmla="*/ 446830 w 1723042"/>
              <a:gd name="csY2593" fmla="*/ 1114920 h 1114920"/>
              <a:gd name="csX2594" fmla="*/ 447002 w 1723042"/>
              <a:gd name="csY2594" fmla="*/ 1114920 h 1114920"/>
              <a:gd name="csX2595" fmla="*/ 447175 w 1723042"/>
              <a:gd name="csY2595" fmla="*/ 1114920 h 1114920"/>
              <a:gd name="csX2596" fmla="*/ 447347 w 1723042"/>
              <a:gd name="csY2596" fmla="*/ 1114920 h 1114920"/>
              <a:gd name="csX2597" fmla="*/ 447519 w 1723042"/>
              <a:gd name="csY2597" fmla="*/ 1114920 h 1114920"/>
              <a:gd name="csX2598" fmla="*/ 447692 w 1723042"/>
              <a:gd name="csY2598" fmla="*/ 1114920 h 1114920"/>
              <a:gd name="csX2599" fmla="*/ 447864 w 1723042"/>
              <a:gd name="csY2599" fmla="*/ 1114920 h 1114920"/>
              <a:gd name="csX2600" fmla="*/ 448036 w 1723042"/>
              <a:gd name="csY2600" fmla="*/ 1114920 h 1114920"/>
              <a:gd name="csX2601" fmla="*/ 448209 w 1723042"/>
              <a:gd name="csY2601" fmla="*/ 1114920 h 1114920"/>
              <a:gd name="csX2602" fmla="*/ 448381 w 1723042"/>
              <a:gd name="csY2602" fmla="*/ 1114920 h 1114920"/>
              <a:gd name="csX2603" fmla="*/ 448554 w 1723042"/>
              <a:gd name="csY2603" fmla="*/ 1114920 h 1114920"/>
              <a:gd name="csX2604" fmla="*/ 448725 w 1723042"/>
              <a:gd name="csY2604" fmla="*/ 1114920 h 1114920"/>
              <a:gd name="csX2605" fmla="*/ 448898 w 1723042"/>
              <a:gd name="csY2605" fmla="*/ 1114920 h 1114920"/>
              <a:gd name="csX2606" fmla="*/ 449071 w 1723042"/>
              <a:gd name="csY2606" fmla="*/ 1114920 h 1114920"/>
              <a:gd name="csX2607" fmla="*/ 449242 w 1723042"/>
              <a:gd name="csY2607" fmla="*/ 1114920 h 1114920"/>
              <a:gd name="csX2608" fmla="*/ 449415 w 1723042"/>
              <a:gd name="csY2608" fmla="*/ 1114920 h 1114920"/>
              <a:gd name="csX2609" fmla="*/ 449587 w 1723042"/>
              <a:gd name="csY2609" fmla="*/ 1114920 h 1114920"/>
              <a:gd name="csX2610" fmla="*/ 449759 w 1723042"/>
              <a:gd name="csY2610" fmla="*/ 1114920 h 1114920"/>
              <a:gd name="csX2611" fmla="*/ 449932 w 1723042"/>
              <a:gd name="csY2611" fmla="*/ 1114920 h 1114920"/>
              <a:gd name="csX2612" fmla="*/ 450104 w 1723042"/>
              <a:gd name="csY2612" fmla="*/ 1114920 h 1114920"/>
              <a:gd name="csX2613" fmla="*/ 450277 w 1723042"/>
              <a:gd name="csY2613" fmla="*/ 1114920 h 1114920"/>
              <a:gd name="csX2614" fmla="*/ 450449 w 1723042"/>
              <a:gd name="csY2614" fmla="*/ 1114920 h 1114920"/>
              <a:gd name="csX2615" fmla="*/ 450621 w 1723042"/>
              <a:gd name="csY2615" fmla="*/ 1114920 h 1114920"/>
              <a:gd name="csX2616" fmla="*/ 450794 w 1723042"/>
              <a:gd name="csY2616" fmla="*/ 1114920 h 1114920"/>
              <a:gd name="csX2617" fmla="*/ 450966 w 1723042"/>
              <a:gd name="csY2617" fmla="*/ 1114920 h 1114920"/>
              <a:gd name="csX2618" fmla="*/ 451138 w 1723042"/>
              <a:gd name="csY2618" fmla="*/ 1114920 h 1114920"/>
              <a:gd name="csX2619" fmla="*/ 451311 w 1723042"/>
              <a:gd name="csY2619" fmla="*/ 1114920 h 1114920"/>
              <a:gd name="csX2620" fmla="*/ 451482 w 1723042"/>
              <a:gd name="csY2620" fmla="*/ 1114920 h 1114920"/>
              <a:gd name="csX2621" fmla="*/ 451655 w 1723042"/>
              <a:gd name="csY2621" fmla="*/ 1114920 h 1114920"/>
              <a:gd name="csX2622" fmla="*/ 451828 w 1723042"/>
              <a:gd name="csY2622" fmla="*/ 1114920 h 1114920"/>
              <a:gd name="csX2623" fmla="*/ 452000 w 1723042"/>
              <a:gd name="csY2623" fmla="*/ 1114920 h 1114920"/>
              <a:gd name="csX2624" fmla="*/ 452172 w 1723042"/>
              <a:gd name="csY2624" fmla="*/ 1114920 h 1114920"/>
              <a:gd name="csX2625" fmla="*/ 452344 w 1723042"/>
              <a:gd name="csY2625" fmla="*/ 1114920 h 1114920"/>
              <a:gd name="csX2626" fmla="*/ 452517 w 1723042"/>
              <a:gd name="csY2626" fmla="*/ 1114920 h 1114920"/>
              <a:gd name="csX2627" fmla="*/ 452689 w 1723042"/>
              <a:gd name="csY2627" fmla="*/ 1114920 h 1114920"/>
              <a:gd name="csX2628" fmla="*/ 452861 w 1723042"/>
              <a:gd name="csY2628" fmla="*/ 1114920 h 1114920"/>
              <a:gd name="csX2629" fmla="*/ 453034 w 1723042"/>
              <a:gd name="csY2629" fmla="*/ 1114920 h 1114920"/>
              <a:gd name="csX2630" fmla="*/ 453206 w 1723042"/>
              <a:gd name="csY2630" fmla="*/ 1114920 h 1114920"/>
              <a:gd name="csX2631" fmla="*/ 453378 w 1723042"/>
              <a:gd name="csY2631" fmla="*/ 1114920 h 1114920"/>
              <a:gd name="csX2632" fmla="*/ 453551 w 1723042"/>
              <a:gd name="csY2632" fmla="*/ 1114920 h 1114920"/>
              <a:gd name="csX2633" fmla="*/ 453723 w 1723042"/>
              <a:gd name="csY2633" fmla="*/ 1114920 h 1114920"/>
              <a:gd name="csX2634" fmla="*/ 453895 w 1723042"/>
              <a:gd name="csY2634" fmla="*/ 1114920 h 1114920"/>
              <a:gd name="csX2635" fmla="*/ 454068 w 1723042"/>
              <a:gd name="csY2635" fmla="*/ 1114920 h 1114920"/>
              <a:gd name="csX2636" fmla="*/ 454240 w 1723042"/>
              <a:gd name="csY2636" fmla="*/ 1114920 h 1114920"/>
              <a:gd name="csX2637" fmla="*/ 454412 w 1723042"/>
              <a:gd name="csY2637" fmla="*/ 1114920 h 1114920"/>
              <a:gd name="csX2638" fmla="*/ 454585 w 1723042"/>
              <a:gd name="csY2638" fmla="*/ 1114920 h 1114920"/>
              <a:gd name="csX2639" fmla="*/ 454757 w 1723042"/>
              <a:gd name="csY2639" fmla="*/ 1114920 h 1114920"/>
              <a:gd name="csX2640" fmla="*/ 454929 w 1723042"/>
              <a:gd name="csY2640" fmla="*/ 1114920 h 1114920"/>
              <a:gd name="csX2641" fmla="*/ 455101 w 1723042"/>
              <a:gd name="csY2641" fmla="*/ 1114920 h 1114920"/>
              <a:gd name="csX2642" fmla="*/ 455274 w 1723042"/>
              <a:gd name="csY2642" fmla="*/ 1114920 h 1114920"/>
              <a:gd name="csX2643" fmla="*/ 455446 w 1723042"/>
              <a:gd name="csY2643" fmla="*/ 1114920 h 1114920"/>
              <a:gd name="csX2644" fmla="*/ 455618 w 1723042"/>
              <a:gd name="csY2644" fmla="*/ 1114920 h 1114920"/>
              <a:gd name="csX2645" fmla="*/ 455791 w 1723042"/>
              <a:gd name="csY2645" fmla="*/ 1114920 h 1114920"/>
              <a:gd name="csX2646" fmla="*/ 455964 w 1723042"/>
              <a:gd name="csY2646" fmla="*/ 1114920 h 1114920"/>
              <a:gd name="csX2647" fmla="*/ 456135 w 1723042"/>
              <a:gd name="csY2647" fmla="*/ 1114920 h 1114920"/>
              <a:gd name="csX2648" fmla="*/ 456308 w 1723042"/>
              <a:gd name="csY2648" fmla="*/ 1114920 h 1114920"/>
              <a:gd name="csX2649" fmla="*/ 456480 w 1723042"/>
              <a:gd name="csY2649" fmla="*/ 1114920 h 1114920"/>
              <a:gd name="csX2650" fmla="*/ 456652 w 1723042"/>
              <a:gd name="csY2650" fmla="*/ 1114920 h 1114920"/>
              <a:gd name="csX2651" fmla="*/ 456825 w 1723042"/>
              <a:gd name="csY2651" fmla="*/ 1114920 h 1114920"/>
              <a:gd name="csX2652" fmla="*/ 456997 w 1723042"/>
              <a:gd name="csY2652" fmla="*/ 1114920 h 1114920"/>
              <a:gd name="csX2653" fmla="*/ 457169 w 1723042"/>
              <a:gd name="csY2653" fmla="*/ 1114920 h 1114920"/>
              <a:gd name="csX2654" fmla="*/ 457342 w 1723042"/>
              <a:gd name="csY2654" fmla="*/ 1114920 h 1114920"/>
              <a:gd name="csX2655" fmla="*/ 457514 w 1723042"/>
              <a:gd name="csY2655" fmla="*/ 1114920 h 1114920"/>
              <a:gd name="csX2656" fmla="*/ 457687 w 1723042"/>
              <a:gd name="csY2656" fmla="*/ 1114920 h 1114920"/>
              <a:gd name="csX2657" fmla="*/ 457858 w 1723042"/>
              <a:gd name="csY2657" fmla="*/ 1114920 h 1114920"/>
              <a:gd name="csX2658" fmla="*/ 458031 w 1723042"/>
              <a:gd name="csY2658" fmla="*/ 1114920 h 1114920"/>
              <a:gd name="csX2659" fmla="*/ 458204 w 1723042"/>
              <a:gd name="csY2659" fmla="*/ 1114920 h 1114920"/>
              <a:gd name="csX2660" fmla="*/ 458375 w 1723042"/>
              <a:gd name="csY2660" fmla="*/ 1114920 h 1114920"/>
              <a:gd name="csX2661" fmla="*/ 458548 w 1723042"/>
              <a:gd name="csY2661" fmla="*/ 1114920 h 1114920"/>
              <a:gd name="csX2662" fmla="*/ 458721 w 1723042"/>
              <a:gd name="csY2662" fmla="*/ 1114920 h 1114920"/>
              <a:gd name="csX2663" fmla="*/ 458892 w 1723042"/>
              <a:gd name="csY2663" fmla="*/ 1114920 h 1114920"/>
              <a:gd name="csX2664" fmla="*/ 459065 w 1723042"/>
              <a:gd name="csY2664" fmla="*/ 1114920 h 1114920"/>
              <a:gd name="csX2665" fmla="*/ 459237 w 1723042"/>
              <a:gd name="csY2665" fmla="*/ 1114920 h 1114920"/>
              <a:gd name="csX2666" fmla="*/ 459410 w 1723042"/>
              <a:gd name="csY2666" fmla="*/ 1114920 h 1114920"/>
              <a:gd name="csX2667" fmla="*/ 459582 w 1723042"/>
              <a:gd name="csY2667" fmla="*/ 1114920 h 1114920"/>
              <a:gd name="csX2668" fmla="*/ 459754 w 1723042"/>
              <a:gd name="csY2668" fmla="*/ 1114920 h 1114920"/>
              <a:gd name="csX2669" fmla="*/ 459927 w 1723042"/>
              <a:gd name="csY2669" fmla="*/ 1114920 h 1114920"/>
              <a:gd name="csX2670" fmla="*/ 460099 w 1723042"/>
              <a:gd name="csY2670" fmla="*/ 1114920 h 1114920"/>
              <a:gd name="csX2671" fmla="*/ 460271 w 1723042"/>
              <a:gd name="csY2671" fmla="*/ 1114920 h 1114920"/>
              <a:gd name="csX2672" fmla="*/ 460444 w 1723042"/>
              <a:gd name="csY2672" fmla="*/ 1114920 h 1114920"/>
              <a:gd name="csX2673" fmla="*/ 460616 w 1723042"/>
              <a:gd name="csY2673" fmla="*/ 1114920 h 1114920"/>
              <a:gd name="csX2674" fmla="*/ 460788 w 1723042"/>
              <a:gd name="csY2674" fmla="*/ 1114920 h 1114920"/>
              <a:gd name="csX2675" fmla="*/ 460961 w 1723042"/>
              <a:gd name="csY2675" fmla="*/ 1114920 h 1114920"/>
              <a:gd name="csX2676" fmla="*/ 461132 w 1723042"/>
              <a:gd name="csY2676" fmla="*/ 1114920 h 1114920"/>
              <a:gd name="csX2677" fmla="*/ 461305 w 1723042"/>
              <a:gd name="csY2677" fmla="*/ 1114920 h 1114920"/>
              <a:gd name="csX2678" fmla="*/ 461478 w 1723042"/>
              <a:gd name="csY2678" fmla="*/ 1114920 h 1114920"/>
              <a:gd name="csX2679" fmla="*/ 461650 w 1723042"/>
              <a:gd name="csY2679" fmla="*/ 1114920 h 1114920"/>
              <a:gd name="csX2680" fmla="*/ 461822 w 1723042"/>
              <a:gd name="csY2680" fmla="*/ 1114920 h 1114920"/>
              <a:gd name="csX2681" fmla="*/ 461994 w 1723042"/>
              <a:gd name="csY2681" fmla="*/ 1114920 h 1114920"/>
              <a:gd name="csX2682" fmla="*/ 462167 w 1723042"/>
              <a:gd name="csY2682" fmla="*/ 1114920 h 1114920"/>
              <a:gd name="csX2683" fmla="*/ 462339 w 1723042"/>
              <a:gd name="csY2683" fmla="*/ 1114920 h 1114920"/>
              <a:gd name="csX2684" fmla="*/ 462511 w 1723042"/>
              <a:gd name="csY2684" fmla="*/ 1114920 h 1114920"/>
              <a:gd name="csX2685" fmla="*/ 462684 w 1723042"/>
              <a:gd name="csY2685" fmla="*/ 1114920 h 1114920"/>
              <a:gd name="csX2686" fmla="*/ 462856 w 1723042"/>
              <a:gd name="csY2686" fmla="*/ 1114920 h 1114920"/>
              <a:gd name="csX2687" fmla="*/ 463028 w 1723042"/>
              <a:gd name="csY2687" fmla="*/ 1114920 h 1114920"/>
              <a:gd name="csX2688" fmla="*/ 463201 w 1723042"/>
              <a:gd name="csY2688" fmla="*/ 1114920 h 1114920"/>
              <a:gd name="csX2689" fmla="*/ 463373 w 1723042"/>
              <a:gd name="csY2689" fmla="*/ 1114920 h 1114920"/>
              <a:gd name="csX2690" fmla="*/ 463545 w 1723042"/>
              <a:gd name="csY2690" fmla="*/ 1114920 h 1114920"/>
              <a:gd name="csX2691" fmla="*/ 463718 w 1723042"/>
              <a:gd name="csY2691" fmla="*/ 1114920 h 1114920"/>
              <a:gd name="csX2692" fmla="*/ 463890 w 1723042"/>
              <a:gd name="csY2692" fmla="*/ 1114920 h 1114920"/>
              <a:gd name="csX2693" fmla="*/ 464062 w 1723042"/>
              <a:gd name="csY2693" fmla="*/ 1114920 h 1114920"/>
              <a:gd name="csX2694" fmla="*/ 464235 w 1723042"/>
              <a:gd name="csY2694" fmla="*/ 1114920 h 1114920"/>
              <a:gd name="csX2695" fmla="*/ 464407 w 1723042"/>
              <a:gd name="csY2695" fmla="*/ 1114920 h 1114920"/>
              <a:gd name="csX2696" fmla="*/ 464579 w 1723042"/>
              <a:gd name="csY2696" fmla="*/ 1114920 h 1114920"/>
              <a:gd name="csX2697" fmla="*/ 464751 w 1723042"/>
              <a:gd name="csY2697" fmla="*/ 1114920 h 1114920"/>
              <a:gd name="csX2698" fmla="*/ 464924 w 1723042"/>
              <a:gd name="csY2698" fmla="*/ 1114920 h 1114920"/>
              <a:gd name="csX2699" fmla="*/ 465097 w 1723042"/>
              <a:gd name="csY2699" fmla="*/ 1114920 h 1114920"/>
              <a:gd name="csX2700" fmla="*/ 465268 w 1723042"/>
              <a:gd name="csY2700" fmla="*/ 1114920 h 1114920"/>
              <a:gd name="csX2701" fmla="*/ 465441 w 1723042"/>
              <a:gd name="csY2701" fmla="*/ 1114920 h 1114920"/>
              <a:gd name="csX2702" fmla="*/ 465614 w 1723042"/>
              <a:gd name="csY2702" fmla="*/ 1114920 h 1114920"/>
              <a:gd name="csX2703" fmla="*/ 465785 w 1723042"/>
              <a:gd name="csY2703" fmla="*/ 1114920 h 1114920"/>
              <a:gd name="csX2704" fmla="*/ 465958 w 1723042"/>
              <a:gd name="csY2704" fmla="*/ 1114920 h 1114920"/>
              <a:gd name="csX2705" fmla="*/ 466130 w 1723042"/>
              <a:gd name="csY2705" fmla="*/ 1114920 h 1114920"/>
              <a:gd name="csX2706" fmla="*/ 466302 w 1723042"/>
              <a:gd name="csY2706" fmla="*/ 1114920 h 1114920"/>
              <a:gd name="csX2707" fmla="*/ 466475 w 1723042"/>
              <a:gd name="csY2707" fmla="*/ 1114920 h 1114920"/>
              <a:gd name="csX2708" fmla="*/ 466647 w 1723042"/>
              <a:gd name="csY2708" fmla="*/ 1114920 h 1114920"/>
              <a:gd name="csX2709" fmla="*/ 466819 w 1723042"/>
              <a:gd name="csY2709" fmla="*/ 1114920 h 1114920"/>
              <a:gd name="csX2710" fmla="*/ 466992 w 1723042"/>
              <a:gd name="csY2710" fmla="*/ 1114920 h 1114920"/>
              <a:gd name="csX2711" fmla="*/ 467164 w 1723042"/>
              <a:gd name="csY2711" fmla="*/ 1114920 h 1114920"/>
              <a:gd name="csX2712" fmla="*/ 467337 w 1723042"/>
              <a:gd name="csY2712" fmla="*/ 1114920 h 1114920"/>
              <a:gd name="csX2713" fmla="*/ 467508 w 1723042"/>
              <a:gd name="csY2713" fmla="*/ 1114920 h 1114920"/>
              <a:gd name="csX2714" fmla="*/ 467681 w 1723042"/>
              <a:gd name="csY2714" fmla="*/ 1114920 h 1114920"/>
              <a:gd name="csX2715" fmla="*/ 467854 w 1723042"/>
              <a:gd name="csY2715" fmla="*/ 1114920 h 1114920"/>
              <a:gd name="csX2716" fmla="*/ 468025 w 1723042"/>
              <a:gd name="csY2716" fmla="*/ 1114920 h 1114920"/>
              <a:gd name="csX2717" fmla="*/ 468198 w 1723042"/>
              <a:gd name="csY2717" fmla="*/ 1114920 h 1114920"/>
              <a:gd name="csX2718" fmla="*/ 468371 w 1723042"/>
              <a:gd name="csY2718" fmla="*/ 1114920 h 1114920"/>
              <a:gd name="csX2719" fmla="*/ 468542 w 1723042"/>
              <a:gd name="csY2719" fmla="*/ 1114920 h 1114920"/>
              <a:gd name="csX2720" fmla="*/ 468715 w 1723042"/>
              <a:gd name="csY2720" fmla="*/ 1114920 h 1114920"/>
              <a:gd name="csX2721" fmla="*/ 468887 w 1723042"/>
              <a:gd name="csY2721" fmla="*/ 1114920 h 1114920"/>
              <a:gd name="csX2722" fmla="*/ 469060 w 1723042"/>
              <a:gd name="csY2722" fmla="*/ 1114920 h 1114920"/>
              <a:gd name="csX2723" fmla="*/ 469232 w 1723042"/>
              <a:gd name="csY2723" fmla="*/ 1114920 h 1114920"/>
              <a:gd name="csX2724" fmla="*/ 469404 w 1723042"/>
              <a:gd name="csY2724" fmla="*/ 1114920 h 1114920"/>
              <a:gd name="csX2725" fmla="*/ 469577 w 1723042"/>
              <a:gd name="csY2725" fmla="*/ 1114920 h 1114920"/>
              <a:gd name="csX2726" fmla="*/ 469749 w 1723042"/>
              <a:gd name="csY2726" fmla="*/ 1114920 h 1114920"/>
              <a:gd name="csX2727" fmla="*/ 469921 w 1723042"/>
              <a:gd name="csY2727" fmla="*/ 1114920 h 1114920"/>
              <a:gd name="csX2728" fmla="*/ 470094 w 1723042"/>
              <a:gd name="csY2728" fmla="*/ 1114920 h 1114920"/>
              <a:gd name="csX2729" fmla="*/ 470265 w 1723042"/>
              <a:gd name="csY2729" fmla="*/ 1114920 h 1114920"/>
              <a:gd name="csX2730" fmla="*/ 470438 w 1723042"/>
              <a:gd name="csY2730" fmla="*/ 1114920 h 1114920"/>
              <a:gd name="csX2731" fmla="*/ 470611 w 1723042"/>
              <a:gd name="csY2731" fmla="*/ 1114920 h 1114920"/>
              <a:gd name="csX2732" fmla="*/ 470783 w 1723042"/>
              <a:gd name="csY2732" fmla="*/ 1114920 h 1114920"/>
              <a:gd name="csX2733" fmla="*/ 470955 w 1723042"/>
              <a:gd name="csY2733" fmla="*/ 1114920 h 1114920"/>
              <a:gd name="csX2734" fmla="*/ 471128 w 1723042"/>
              <a:gd name="csY2734" fmla="*/ 1114920 h 1114920"/>
              <a:gd name="csX2735" fmla="*/ 471300 w 1723042"/>
              <a:gd name="csY2735" fmla="*/ 1114920 h 1114920"/>
              <a:gd name="csX2736" fmla="*/ 471472 w 1723042"/>
              <a:gd name="csY2736" fmla="*/ 1114920 h 1114920"/>
              <a:gd name="csX2737" fmla="*/ 471644 w 1723042"/>
              <a:gd name="csY2737" fmla="*/ 1114920 h 1114920"/>
              <a:gd name="csX2738" fmla="*/ 471817 w 1723042"/>
              <a:gd name="csY2738" fmla="*/ 1114920 h 1114920"/>
              <a:gd name="csX2739" fmla="*/ 471989 w 1723042"/>
              <a:gd name="csY2739" fmla="*/ 1114920 h 1114920"/>
              <a:gd name="csX2740" fmla="*/ 472161 w 1723042"/>
              <a:gd name="csY2740" fmla="*/ 1114920 h 1114920"/>
              <a:gd name="csX2741" fmla="*/ 472334 w 1723042"/>
              <a:gd name="csY2741" fmla="*/ 1114920 h 1114920"/>
              <a:gd name="csX2742" fmla="*/ 472506 w 1723042"/>
              <a:gd name="csY2742" fmla="*/ 1114920 h 1114920"/>
              <a:gd name="csX2743" fmla="*/ 472678 w 1723042"/>
              <a:gd name="csY2743" fmla="*/ 1114920 h 1114920"/>
              <a:gd name="csX2744" fmla="*/ 472851 w 1723042"/>
              <a:gd name="csY2744" fmla="*/ 1114920 h 1114920"/>
              <a:gd name="csX2745" fmla="*/ 473023 w 1723042"/>
              <a:gd name="csY2745" fmla="*/ 1114920 h 1114920"/>
              <a:gd name="csX2746" fmla="*/ 473195 w 1723042"/>
              <a:gd name="csY2746" fmla="*/ 1114920 h 1114920"/>
              <a:gd name="csX2747" fmla="*/ 473368 w 1723042"/>
              <a:gd name="csY2747" fmla="*/ 1114920 h 1114920"/>
              <a:gd name="csX2748" fmla="*/ 473540 w 1723042"/>
              <a:gd name="csY2748" fmla="*/ 1114920 h 1114920"/>
              <a:gd name="csX2749" fmla="*/ 473712 w 1723042"/>
              <a:gd name="csY2749" fmla="*/ 1114920 h 1114920"/>
              <a:gd name="csX2750" fmla="*/ 473885 w 1723042"/>
              <a:gd name="csY2750" fmla="*/ 1114920 h 1114920"/>
              <a:gd name="csX2751" fmla="*/ 474057 w 1723042"/>
              <a:gd name="csY2751" fmla="*/ 1114920 h 1114920"/>
              <a:gd name="csX2752" fmla="*/ 474229 w 1723042"/>
              <a:gd name="csY2752" fmla="*/ 1114920 h 1114920"/>
              <a:gd name="csX2753" fmla="*/ 474401 w 1723042"/>
              <a:gd name="csY2753" fmla="*/ 1114920 h 1114920"/>
              <a:gd name="csX2754" fmla="*/ 474574 w 1723042"/>
              <a:gd name="csY2754" fmla="*/ 1114920 h 1114920"/>
              <a:gd name="csX2755" fmla="*/ 474747 w 1723042"/>
              <a:gd name="csY2755" fmla="*/ 1114920 h 1114920"/>
              <a:gd name="csX2756" fmla="*/ 474918 w 1723042"/>
              <a:gd name="csY2756" fmla="*/ 1114920 h 1114920"/>
              <a:gd name="csX2757" fmla="*/ 475091 w 1723042"/>
              <a:gd name="csY2757" fmla="*/ 1114920 h 1114920"/>
              <a:gd name="csX2758" fmla="*/ 475263 w 1723042"/>
              <a:gd name="csY2758" fmla="*/ 1114920 h 1114920"/>
              <a:gd name="csX2759" fmla="*/ 475435 w 1723042"/>
              <a:gd name="csY2759" fmla="*/ 1114920 h 1114920"/>
              <a:gd name="csX2760" fmla="*/ 475608 w 1723042"/>
              <a:gd name="csY2760" fmla="*/ 1114920 h 1114920"/>
              <a:gd name="csX2761" fmla="*/ 475780 w 1723042"/>
              <a:gd name="csY2761" fmla="*/ 1114920 h 1114920"/>
              <a:gd name="csX2762" fmla="*/ 475952 w 1723042"/>
              <a:gd name="csY2762" fmla="*/ 1114920 h 1114920"/>
              <a:gd name="csX2763" fmla="*/ 476125 w 1723042"/>
              <a:gd name="csY2763" fmla="*/ 1114920 h 1114920"/>
              <a:gd name="csX2764" fmla="*/ 476297 w 1723042"/>
              <a:gd name="csY2764" fmla="*/ 1114920 h 1114920"/>
              <a:gd name="csX2765" fmla="*/ 476470 w 1723042"/>
              <a:gd name="csY2765" fmla="*/ 1114920 h 1114920"/>
              <a:gd name="csX2766" fmla="*/ 476642 w 1723042"/>
              <a:gd name="csY2766" fmla="*/ 1114920 h 1114920"/>
              <a:gd name="csX2767" fmla="*/ 476814 w 1723042"/>
              <a:gd name="csY2767" fmla="*/ 1114920 h 1114920"/>
              <a:gd name="csX2768" fmla="*/ 476987 w 1723042"/>
              <a:gd name="csY2768" fmla="*/ 1114920 h 1114920"/>
              <a:gd name="csX2769" fmla="*/ 477158 w 1723042"/>
              <a:gd name="csY2769" fmla="*/ 1114920 h 1114920"/>
              <a:gd name="csX2770" fmla="*/ 477331 w 1723042"/>
              <a:gd name="csY2770" fmla="*/ 1114920 h 1114920"/>
              <a:gd name="csX2771" fmla="*/ 477504 w 1723042"/>
              <a:gd name="csY2771" fmla="*/ 1114920 h 1114920"/>
              <a:gd name="csX2772" fmla="*/ 477675 w 1723042"/>
              <a:gd name="csY2772" fmla="*/ 1114920 h 1114920"/>
              <a:gd name="csX2773" fmla="*/ 477848 w 1723042"/>
              <a:gd name="csY2773" fmla="*/ 1114920 h 1114920"/>
              <a:gd name="csX2774" fmla="*/ 478020 w 1723042"/>
              <a:gd name="csY2774" fmla="*/ 1114920 h 1114920"/>
              <a:gd name="csX2775" fmla="*/ 478192 w 1723042"/>
              <a:gd name="csY2775" fmla="*/ 1114920 h 1114920"/>
              <a:gd name="csX2776" fmla="*/ 478365 w 1723042"/>
              <a:gd name="csY2776" fmla="*/ 1114920 h 1114920"/>
              <a:gd name="csX2777" fmla="*/ 478537 w 1723042"/>
              <a:gd name="csY2777" fmla="*/ 1114920 h 1114920"/>
              <a:gd name="csX2778" fmla="*/ 478710 w 1723042"/>
              <a:gd name="csY2778" fmla="*/ 1114920 h 1114920"/>
              <a:gd name="csX2779" fmla="*/ 478882 w 1723042"/>
              <a:gd name="csY2779" fmla="*/ 1114920 h 1114920"/>
              <a:gd name="csX2780" fmla="*/ 479054 w 1723042"/>
              <a:gd name="csY2780" fmla="*/ 1114920 h 1114920"/>
              <a:gd name="csX2781" fmla="*/ 479227 w 1723042"/>
              <a:gd name="csY2781" fmla="*/ 1114920 h 1114920"/>
              <a:gd name="csX2782" fmla="*/ 479399 w 1723042"/>
              <a:gd name="csY2782" fmla="*/ 1114920 h 1114920"/>
              <a:gd name="csX2783" fmla="*/ 479571 w 1723042"/>
              <a:gd name="csY2783" fmla="*/ 1114920 h 1114920"/>
              <a:gd name="csX2784" fmla="*/ 479744 w 1723042"/>
              <a:gd name="csY2784" fmla="*/ 1114920 h 1114920"/>
              <a:gd name="csX2785" fmla="*/ 479915 w 1723042"/>
              <a:gd name="csY2785" fmla="*/ 1114920 h 1114920"/>
              <a:gd name="csX2786" fmla="*/ 480088 w 1723042"/>
              <a:gd name="csY2786" fmla="*/ 1114920 h 1114920"/>
              <a:gd name="csX2787" fmla="*/ 480261 w 1723042"/>
              <a:gd name="csY2787" fmla="*/ 1114920 h 1114920"/>
              <a:gd name="csX2788" fmla="*/ 480433 w 1723042"/>
              <a:gd name="csY2788" fmla="*/ 1114920 h 1114920"/>
              <a:gd name="csX2789" fmla="*/ 480605 w 1723042"/>
              <a:gd name="csY2789" fmla="*/ 1114920 h 1114920"/>
              <a:gd name="csX2790" fmla="*/ 480777 w 1723042"/>
              <a:gd name="csY2790" fmla="*/ 1114920 h 1114920"/>
              <a:gd name="csX2791" fmla="*/ 480950 w 1723042"/>
              <a:gd name="csY2791" fmla="*/ 1114920 h 1114920"/>
              <a:gd name="csX2792" fmla="*/ 481122 w 1723042"/>
              <a:gd name="csY2792" fmla="*/ 1114920 h 1114920"/>
              <a:gd name="csX2793" fmla="*/ 481294 w 1723042"/>
              <a:gd name="csY2793" fmla="*/ 1114920 h 1114920"/>
              <a:gd name="csX2794" fmla="*/ 481467 w 1723042"/>
              <a:gd name="csY2794" fmla="*/ 1114920 h 1114920"/>
              <a:gd name="csX2795" fmla="*/ 481639 w 1723042"/>
              <a:gd name="csY2795" fmla="*/ 1114920 h 1114920"/>
              <a:gd name="csX2796" fmla="*/ 481811 w 1723042"/>
              <a:gd name="csY2796" fmla="*/ 1114920 h 1114920"/>
              <a:gd name="csX2797" fmla="*/ 481984 w 1723042"/>
              <a:gd name="csY2797" fmla="*/ 1114920 h 1114920"/>
              <a:gd name="csX2798" fmla="*/ 482156 w 1723042"/>
              <a:gd name="csY2798" fmla="*/ 1114920 h 1114920"/>
              <a:gd name="csX2799" fmla="*/ 482328 w 1723042"/>
              <a:gd name="csY2799" fmla="*/ 1114920 h 1114920"/>
              <a:gd name="csX2800" fmla="*/ 482501 w 1723042"/>
              <a:gd name="csY2800" fmla="*/ 1114920 h 1114920"/>
              <a:gd name="csX2801" fmla="*/ 482673 w 1723042"/>
              <a:gd name="csY2801" fmla="*/ 1114920 h 1114920"/>
              <a:gd name="csX2802" fmla="*/ 482845 w 1723042"/>
              <a:gd name="csY2802" fmla="*/ 1114920 h 1114920"/>
              <a:gd name="csX2803" fmla="*/ 483018 w 1723042"/>
              <a:gd name="csY2803" fmla="*/ 1114920 h 1114920"/>
              <a:gd name="csX2804" fmla="*/ 483190 w 1723042"/>
              <a:gd name="csY2804" fmla="*/ 1114920 h 1114920"/>
              <a:gd name="csX2805" fmla="*/ 483362 w 1723042"/>
              <a:gd name="csY2805" fmla="*/ 1114920 h 1114920"/>
              <a:gd name="csX2806" fmla="*/ 483535 w 1723042"/>
              <a:gd name="csY2806" fmla="*/ 1114920 h 1114920"/>
              <a:gd name="csX2807" fmla="*/ 483707 w 1723042"/>
              <a:gd name="csY2807" fmla="*/ 1114920 h 1114920"/>
              <a:gd name="csX2808" fmla="*/ 483879 w 1723042"/>
              <a:gd name="csY2808" fmla="*/ 1114920 h 1114920"/>
              <a:gd name="csX2809" fmla="*/ 484051 w 1723042"/>
              <a:gd name="csY2809" fmla="*/ 1114920 h 1114920"/>
              <a:gd name="csX2810" fmla="*/ 484224 w 1723042"/>
              <a:gd name="csY2810" fmla="*/ 1114920 h 1114920"/>
              <a:gd name="csX2811" fmla="*/ 484397 w 1723042"/>
              <a:gd name="csY2811" fmla="*/ 1114920 h 1114920"/>
              <a:gd name="csX2812" fmla="*/ 484568 w 1723042"/>
              <a:gd name="csY2812" fmla="*/ 1114920 h 1114920"/>
              <a:gd name="csX2813" fmla="*/ 484741 w 1723042"/>
              <a:gd name="csY2813" fmla="*/ 1114920 h 1114920"/>
              <a:gd name="csX2814" fmla="*/ 484914 w 1723042"/>
              <a:gd name="csY2814" fmla="*/ 1114920 h 1114920"/>
              <a:gd name="csX2815" fmla="*/ 485085 w 1723042"/>
              <a:gd name="csY2815" fmla="*/ 1114920 h 1114920"/>
              <a:gd name="csX2816" fmla="*/ 485258 w 1723042"/>
              <a:gd name="csY2816" fmla="*/ 1114920 h 1114920"/>
              <a:gd name="csX2817" fmla="*/ 485430 w 1723042"/>
              <a:gd name="csY2817" fmla="*/ 1114920 h 1114920"/>
              <a:gd name="csX2818" fmla="*/ 485602 w 1723042"/>
              <a:gd name="csY2818" fmla="*/ 1114920 h 1114920"/>
              <a:gd name="csX2819" fmla="*/ 485775 w 1723042"/>
              <a:gd name="csY2819" fmla="*/ 1114920 h 1114920"/>
              <a:gd name="csX2820" fmla="*/ 485947 w 1723042"/>
              <a:gd name="csY2820" fmla="*/ 1114920 h 1114920"/>
              <a:gd name="csX2821" fmla="*/ 486120 w 1723042"/>
              <a:gd name="csY2821" fmla="*/ 1114920 h 1114920"/>
              <a:gd name="csX2822" fmla="*/ 486292 w 1723042"/>
              <a:gd name="csY2822" fmla="*/ 1114920 h 1114920"/>
              <a:gd name="csX2823" fmla="*/ 486464 w 1723042"/>
              <a:gd name="csY2823" fmla="*/ 1114920 h 1114920"/>
              <a:gd name="csX2824" fmla="*/ 486637 w 1723042"/>
              <a:gd name="csY2824" fmla="*/ 1114920 h 1114920"/>
              <a:gd name="csX2825" fmla="*/ 486808 w 1723042"/>
              <a:gd name="csY2825" fmla="*/ 1114920 h 1114920"/>
              <a:gd name="csX2826" fmla="*/ 486981 w 1723042"/>
              <a:gd name="csY2826" fmla="*/ 1114920 h 1114920"/>
              <a:gd name="csX2827" fmla="*/ 487154 w 1723042"/>
              <a:gd name="csY2827" fmla="*/ 1114920 h 1114920"/>
              <a:gd name="csX2828" fmla="*/ 487325 w 1723042"/>
              <a:gd name="csY2828" fmla="*/ 1114920 h 1114920"/>
              <a:gd name="csX2829" fmla="*/ 487498 w 1723042"/>
              <a:gd name="csY2829" fmla="*/ 1114920 h 1114920"/>
              <a:gd name="csX2830" fmla="*/ 487671 w 1723042"/>
              <a:gd name="csY2830" fmla="*/ 1114920 h 1114920"/>
              <a:gd name="csX2831" fmla="*/ 487843 w 1723042"/>
              <a:gd name="csY2831" fmla="*/ 1114920 h 1114920"/>
              <a:gd name="csX2832" fmla="*/ 488015 w 1723042"/>
              <a:gd name="csY2832" fmla="*/ 1114920 h 1114920"/>
              <a:gd name="csX2833" fmla="*/ 488187 w 1723042"/>
              <a:gd name="csY2833" fmla="*/ 1114920 h 1114920"/>
              <a:gd name="csX2834" fmla="*/ 488360 w 1723042"/>
              <a:gd name="csY2834" fmla="*/ 1114920 h 1114920"/>
              <a:gd name="csX2835" fmla="*/ 488532 w 1723042"/>
              <a:gd name="csY2835" fmla="*/ 1114920 h 1114920"/>
              <a:gd name="csX2836" fmla="*/ 488704 w 1723042"/>
              <a:gd name="csY2836" fmla="*/ 1114920 h 1114920"/>
              <a:gd name="csX2837" fmla="*/ 488877 w 1723042"/>
              <a:gd name="csY2837" fmla="*/ 1114920 h 1114920"/>
              <a:gd name="csX2838" fmla="*/ 489049 w 1723042"/>
              <a:gd name="csY2838" fmla="*/ 1114920 h 1114920"/>
              <a:gd name="csX2839" fmla="*/ 489221 w 1723042"/>
              <a:gd name="csY2839" fmla="*/ 1114920 h 1114920"/>
              <a:gd name="csX2840" fmla="*/ 489394 w 1723042"/>
              <a:gd name="csY2840" fmla="*/ 1114920 h 1114920"/>
              <a:gd name="csX2841" fmla="*/ 489565 w 1723042"/>
              <a:gd name="csY2841" fmla="*/ 1114920 h 1114920"/>
              <a:gd name="csX2842" fmla="*/ 489738 w 1723042"/>
              <a:gd name="csY2842" fmla="*/ 1114920 h 1114920"/>
              <a:gd name="csX2843" fmla="*/ 489911 w 1723042"/>
              <a:gd name="csY2843" fmla="*/ 1114920 h 1114920"/>
              <a:gd name="csX2844" fmla="*/ 490083 w 1723042"/>
              <a:gd name="csY2844" fmla="*/ 1114920 h 1114920"/>
              <a:gd name="csX2845" fmla="*/ 490255 w 1723042"/>
              <a:gd name="csY2845" fmla="*/ 1114920 h 1114920"/>
              <a:gd name="csX2846" fmla="*/ 490428 w 1723042"/>
              <a:gd name="csY2846" fmla="*/ 1114920 h 1114920"/>
              <a:gd name="csX2847" fmla="*/ 490600 w 1723042"/>
              <a:gd name="csY2847" fmla="*/ 1114920 h 1114920"/>
              <a:gd name="csX2848" fmla="*/ 490772 w 1723042"/>
              <a:gd name="csY2848" fmla="*/ 1114920 h 1114920"/>
              <a:gd name="csX2849" fmla="*/ 490944 w 1723042"/>
              <a:gd name="csY2849" fmla="*/ 1114920 h 1114920"/>
              <a:gd name="csX2850" fmla="*/ 491117 w 1723042"/>
              <a:gd name="csY2850" fmla="*/ 1114920 h 1114920"/>
              <a:gd name="csX2851" fmla="*/ 491289 w 1723042"/>
              <a:gd name="csY2851" fmla="*/ 1114920 h 1114920"/>
              <a:gd name="csX2852" fmla="*/ 491461 w 1723042"/>
              <a:gd name="csY2852" fmla="*/ 1114920 h 1114920"/>
              <a:gd name="csX2853" fmla="*/ 491634 w 1723042"/>
              <a:gd name="csY2853" fmla="*/ 1114920 h 1114920"/>
              <a:gd name="csX2854" fmla="*/ 491806 w 1723042"/>
              <a:gd name="csY2854" fmla="*/ 1114920 h 1114920"/>
              <a:gd name="csX2855" fmla="*/ 491978 w 1723042"/>
              <a:gd name="csY2855" fmla="*/ 1114920 h 1114920"/>
              <a:gd name="csX2856" fmla="*/ 492151 w 1723042"/>
              <a:gd name="csY2856" fmla="*/ 1114920 h 1114920"/>
              <a:gd name="csX2857" fmla="*/ 492323 w 1723042"/>
              <a:gd name="csY2857" fmla="*/ 1114920 h 1114920"/>
              <a:gd name="csX2858" fmla="*/ 492495 w 1723042"/>
              <a:gd name="csY2858" fmla="*/ 1114920 h 1114920"/>
              <a:gd name="csX2859" fmla="*/ 492668 w 1723042"/>
              <a:gd name="csY2859" fmla="*/ 1114920 h 1114920"/>
              <a:gd name="csX2860" fmla="*/ 492840 w 1723042"/>
              <a:gd name="csY2860" fmla="*/ 1114920 h 1114920"/>
              <a:gd name="csX2861" fmla="*/ 493012 w 1723042"/>
              <a:gd name="csY2861" fmla="*/ 1114920 h 1114920"/>
              <a:gd name="csX2862" fmla="*/ 493185 w 1723042"/>
              <a:gd name="csY2862" fmla="*/ 1114920 h 1114920"/>
              <a:gd name="csX2863" fmla="*/ 493357 w 1723042"/>
              <a:gd name="csY2863" fmla="*/ 1114920 h 1114920"/>
              <a:gd name="csX2864" fmla="*/ 493530 w 1723042"/>
              <a:gd name="csY2864" fmla="*/ 1114920 h 1114920"/>
              <a:gd name="csX2865" fmla="*/ 493701 w 1723042"/>
              <a:gd name="csY2865" fmla="*/ 1114920 h 1114920"/>
              <a:gd name="csX2866" fmla="*/ 493874 w 1723042"/>
              <a:gd name="csY2866" fmla="*/ 1114920 h 1114920"/>
              <a:gd name="csX2867" fmla="*/ 494047 w 1723042"/>
              <a:gd name="csY2867" fmla="*/ 1114920 h 1114920"/>
              <a:gd name="csX2868" fmla="*/ 494218 w 1723042"/>
              <a:gd name="csY2868" fmla="*/ 1114920 h 1114920"/>
              <a:gd name="csX2869" fmla="*/ 494391 w 1723042"/>
              <a:gd name="csY2869" fmla="*/ 1114920 h 1114920"/>
              <a:gd name="csX2870" fmla="*/ 494563 w 1723042"/>
              <a:gd name="csY2870" fmla="*/ 1114920 h 1114920"/>
              <a:gd name="csX2871" fmla="*/ 494735 w 1723042"/>
              <a:gd name="csY2871" fmla="*/ 1114920 h 1114920"/>
              <a:gd name="csX2872" fmla="*/ 494908 w 1723042"/>
              <a:gd name="csY2872" fmla="*/ 1114920 h 1114920"/>
              <a:gd name="csX2873" fmla="*/ 495080 w 1723042"/>
              <a:gd name="csY2873" fmla="*/ 1114920 h 1114920"/>
              <a:gd name="csX2874" fmla="*/ 495253 w 1723042"/>
              <a:gd name="csY2874" fmla="*/ 1114920 h 1114920"/>
              <a:gd name="csX2875" fmla="*/ 495425 w 1723042"/>
              <a:gd name="csY2875" fmla="*/ 1114920 h 1114920"/>
              <a:gd name="csX2876" fmla="*/ 495597 w 1723042"/>
              <a:gd name="csY2876" fmla="*/ 1114920 h 1114920"/>
              <a:gd name="csX2877" fmla="*/ 495770 w 1723042"/>
              <a:gd name="csY2877" fmla="*/ 1114920 h 1114920"/>
              <a:gd name="csX2878" fmla="*/ 495942 w 1723042"/>
              <a:gd name="csY2878" fmla="*/ 1114920 h 1114920"/>
              <a:gd name="csX2879" fmla="*/ 496114 w 1723042"/>
              <a:gd name="csY2879" fmla="*/ 1114920 h 1114920"/>
              <a:gd name="csX2880" fmla="*/ 496287 w 1723042"/>
              <a:gd name="csY2880" fmla="*/ 1114920 h 1114920"/>
              <a:gd name="csX2881" fmla="*/ 496458 w 1723042"/>
              <a:gd name="csY2881" fmla="*/ 1114920 h 1114920"/>
              <a:gd name="csX2882" fmla="*/ 496631 w 1723042"/>
              <a:gd name="csY2882" fmla="*/ 1114920 h 1114920"/>
              <a:gd name="csX2883" fmla="*/ 496804 w 1723042"/>
              <a:gd name="csY2883" fmla="*/ 1114920 h 1114920"/>
              <a:gd name="csX2884" fmla="*/ 496975 w 1723042"/>
              <a:gd name="csY2884" fmla="*/ 1114920 h 1114920"/>
              <a:gd name="csX2885" fmla="*/ 497148 w 1723042"/>
              <a:gd name="csY2885" fmla="*/ 1114920 h 1114920"/>
              <a:gd name="csX2886" fmla="*/ 497320 w 1723042"/>
              <a:gd name="csY2886" fmla="*/ 1114920 h 1114920"/>
              <a:gd name="csX2887" fmla="*/ 497493 w 1723042"/>
              <a:gd name="csY2887" fmla="*/ 1114920 h 1114920"/>
              <a:gd name="csX2888" fmla="*/ 497665 w 1723042"/>
              <a:gd name="csY2888" fmla="*/ 1114920 h 1114920"/>
              <a:gd name="csX2889" fmla="*/ 497837 w 1723042"/>
              <a:gd name="csY2889" fmla="*/ 1114920 h 1114920"/>
              <a:gd name="csX2890" fmla="*/ 498010 w 1723042"/>
              <a:gd name="csY2890" fmla="*/ 1114920 h 1114920"/>
              <a:gd name="csX2891" fmla="*/ 498182 w 1723042"/>
              <a:gd name="csY2891" fmla="*/ 1114920 h 1114920"/>
              <a:gd name="csX2892" fmla="*/ 498354 w 1723042"/>
              <a:gd name="csY2892" fmla="*/ 1114920 h 1114920"/>
              <a:gd name="csX2893" fmla="*/ 498527 w 1723042"/>
              <a:gd name="csY2893" fmla="*/ 1114920 h 1114920"/>
              <a:gd name="csX2894" fmla="*/ 498699 w 1723042"/>
              <a:gd name="csY2894" fmla="*/ 1114920 h 1114920"/>
              <a:gd name="csX2895" fmla="*/ 498871 w 1723042"/>
              <a:gd name="csY2895" fmla="*/ 1114920 h 1114920"/>
              <a:gd name="csX2896" fmla="*/ 499044 w 1723042"/>
              <a:gd name="csY2896" fmla="*/ 1114920 h 1114920"/>
              <a:gd name="csX2897" fmla="*/ 499216 w 1723042"/>
              <a:gd name="csY2897" fmla="*/ 1114920 h 1114920"/>
              <a:gd name="csX2898" fmla="*/ 499388 w 1723042"/>
              <a:gd name="csY2898" fmla="*/ 1114920 h 1114920"/>
              <a:gd name="csX2899" fmla="*/ 499561 w 1723042"/>
              <a:gd name="csY2899" fmla="*/ 1114920 h 1114920"/>
              <a:gd name="csX2900" fmla="*/ 499733 w 1723042"/>
              <a:gd name="csY2900" fmla="*/ 1114920 h 1114920"/>
              <a:gd name="csX2901" fmla="*/ 499905 w 1723042"/>
              <a:gd name="csY2901" fmla="*/ 1114920 h 1114920"/>
              <a:gd name="csX2902" fmla="*/ 500077 w 1723042"/>
              <a:gd name="csY2902" fmla="*/ 1114920 h 1114920"/>
              <a:gd name="csX2903" fmla="*/ 500250 w 1723042"/>
              <a:gd name="csY2903" fmla="*/ 1114920 h 1114920"/>
              <a:gd name="csX2904" fmla="*/ 500422 w 1723042"/>
              <a:gd name="csY2904" fmla="*/ 1114920 h 1114920"/>
              <a:gd name="csX2905" fmla="*/ 500594 w 1723042"/>
              <a:gd name="csY2905" fmla="*/ 1114920 h 1114920"/>
              <a:gd name="csX2906" fmla="*/ 500767 w 1723042"/>
              <a:gd name="csY2906" fmla="*/ 1114920 h 1114920"/>
              <a:gd name="csX2907" fmla="*/ 500940 w 1723042"/>
              <a:gd name="csY2907" fmla="*/ 1114920 h 1114920"/>
              <a:gd name="csX2908" fmla="*/ 501111 w 1723042"/>
              <a:gd name="csY2908" fmla="*/ 1114920 h 1114920"/>
              <a:gd name="csX2909" fmla="*/ 501284 w 1723042"/>
              <a:gd name="csY2909" fmla="*/ 1114920 h 1114920"/>
              <a:gd name="csX2910" fmla="*/ 501456 w 1723042"/>
              <a:gd name="csY2910" fmla="*/ 1114920 h 1114920"/>
              <a:gd name="csX2911" fmla="*/ 501628 w 1723042"/>
              <a:gd name="csY2911" fmla="*/ 1114920 h 1114920"/>
              <a:gd name="csX2912" fmla="*/ 501801 w 1723042"/>
              <a:gd name="csY2912" fmla="*/ 1114920 h 1114920"/>
              <a:gd name="csX2913" fmla="*/ 501973 w 1723042"/>
              <a:gd name="csY2913" fmla="*/ 1114920 h 1114920"/>
              <a:gd name="csX2914" fmla="*/ 502145 w 1723042"/>
              <a:gd name="csY2914" fmla="*/ 1114920 h 1114920"/>
              <a:gd name="csX2915" fmla="*/ 502318 w 1723042"/>
              <a:gd name="csY2915" fmla="*/ 1114920 h 1114920"/>
              <a:gd name="csX2916" fmla="*/ 502490 w 1723042"/>
              <a:gd name="csY2916" fmla="*/ 1114920 h 1114920"/>
              <a:gd name="csX2917" fmla="*/ 502662 w 1723042"/>
              <a:gd name="csY2917" fmla="*/ 1114920 h 1114920"/>
              <a:gd name="csX2918" fmla="*/ 502834 w 1723042"/>
              <a:gd name="csY2918" fmla="*/ 1114920 h 1114920"/>
              <a:gd name="csX2919" fmla="*/ 503007 w 1723042"/>
              <a:gd name="csY2919" fmla="*/ 1114920 h 1114920"/>
              <a:gd name="csX2920" fmla="*/ 503180 w 1723042"/>
              <a:gd name="csY2920" fmla="*/ 1114920 h 1114920"/>
              <a:gd name="csX2921" fmla="*/ 503351 w 1723042"/>
              <a:gd name="csY2921" fmla="*/ 1114920 h 1114920"/>
              <a:gd name="csX2922" fmla="*/ 503524 w 1723042"/>
              <a:gd name="csY2922" fmla="*/ 1114920 h 1114920"/>
              <a:gd name="csX2923" fmla="*/ 503697 w 1723042"/>
              <a:gd name="csY2923" fmla="*/ 1114920 h 1114920"/>
              <a:gd name="csX2924" fmla="*/ 503868 w 1723042"/>
              <a:gd name="csY2924" fmla="*/ 1114920 h 1114920"/>
              <a:gd name="csX2925" fmla="*/ 504041 w 1723042"/>
              <a:gd name="csY2925" fmla="*/ 1114920 h 1114920"/>
              <a:gd name="csX2926" fmla="*/ 504213 w 1723042"/>
              <a:gd name="csY2926" fmla="*/ 1114920 h 1114920"/>
              <a:gd name="csX2927" fmla="*/ 504385 w 1723042"/>
              <a:gd name="csY2927" fmla="*/ 1114920 h 1114920"/>
              <a:gd name="csX2928" fmla="*/ 504558 w 1723042"/>
              <a:gd name="csY2928" fmla="*/ 1114920 h 1114920"/>
              <a:gd name="csX2929" fmla="*/ 504730 w 1723042"/>
              <a:gd name="csY2929" fmla="*/ 1114920 h 1114920"/>
              <a:gd name="csX2930" fmla="*/ 504903 w 1723042"/>
              <a:gd name="csY2930" fmla="*/ 1114920 h 1114920"/>
              <a:gd name="csX2931" fmla="*/ 505075 w 1723042"/>
              <a:gd name="csY2931" fmla="*/ 1114920 h 1114920"/>
              <a:gd name="csX2932" fmla="*/ 505247 w 1723042"/>
              <a:gd name="csY2932" fmla="*/ 1114920 h 1114920"/>
              <a:gd name="csX2933" fmla="*/ 505420 w 1723042"/>
              <a:gd name="csY2933" fmla="*/ 1114920 h 1114920"/>
              <a:gd name="csX2934" fmla="*/ 505592 w 1723042"/>
              <a:gd name="csY2934" fmla="*/ 1114920 h 1114920"/>
              <a:gd name="csX2935" fmla="*/ 505764 w 1723042"/>
              <a:gd name="csY2935" fmla="*/ 1114920 h 1114920"/>
              <a:gd name="csX2936" fmla="*/ 505937 w 1723042"/>
              <a:gd name="csY2936" fmla="*/ 1114920 h 1114920"/>
              <a:gd name="csX2937" fmla="*/ 506108 w 1723042"/>
              <a:gd name="csY2937" fmla="*/ 1114920 h 1114920"/>
              <a:gd name="csX2938" fmla="*/ 506281 w 1723042"/>
              <a:gd name="csY2938" fmla="*/ 1114920 h 1114920"/>
              <a:gd name="csX2939" fmla="*/ 506454 w 1723042"/>
              <a:gd name="csY2939" fmla="*/ 1114920 h 1114920"/>
              <a:gd name="csX2940" fmla="*/ 506626 w 1723042"/>
              <a:gd name="csY2940" fmla="*/ 1114920 h 1114920"/>
              <a:gd name="csX2941" fmla="*/ 506798 w 1723042"/>
              <a:gd name="csY2941" fmla="*/ 1114920 h 1114920"/>
              <a:gd name="csX2942" fmla="*/ 506970 w 1723042"/>
              <a:gd name="csY2942" fmla="*/ 1114920 h 1114920"/>
              <a:gd name="csX2943" fmla="*/ 507143 w 1723042"/>
              <a:gd name="csY2943" fmla="*/ 1114920 h 1114920"/>
              <a:gd name="csX2944" fmla="*/ 507315 w 1723042"/>
              <a:gd name="csY2944" fmla="*/ 1114920 h 1114920"/>
              <a:gd name="csX2945" fmla="*/ 507487 w 1723042"/>
              <a:gd name="csY2945" fmla="*/ 1114920 h 1114920"/>
              <a:gd name="csX2946" fmla="*/ 507660 w 1723042"/>
              <a:gd name="csY2946" fmla="*/ 1114920 h 1114920"/>
              <a:gd name="csX2947" fmla="*/ 507832 w 1723042"/>
              <a:gd name="csY2947" fmla="*/ 1114920 h 1114920"/>
              <a:gd name="csX2948" fmla="*/ 508004 w 1723042"/>
              <a:gd name="csY2948" fmla="*/ 1114920 h 1114920"/>
              <a:gd name="csX2949" fmla="*/ 508177 w 1723042"/>
              <a:gd name="csY2949" fmla="*/ 1114920 h 1114920"/>
              <a:gd name="csX2950" fmla="*/ 508349 w 1723042"/>
              <a:gd name="csY2950" fmla="*/ 1114920 h 1114920"/>
              <a:gd name="csX2951" fmla="*/ 508521 w 1723042"/>
              <a:gd name="csY2951" fmla="*/ 1114920 h 1114920"/>
              <a:gd name="csX2952" fmla="*/ 508694 w 1723042"/>
              <a:gd name="csY2952" fmla="*/ 1114920 h 1114920"/>
              <a:gd name="csX2953" fmla="*/ 508866 w 1723042"/>
              <a:gd name="csY2953" fmla="*/ 1114920 h 1114920"/>
              <a:gd name="csX2954" fmla="*/ 509038 w 1723042"/>
              <a:gd name="csY2954" fmla="*/ 1114920 h 1114920"/>
              <a:gd name="csX2955" fmla="*/ 509211 w 1723042"/>
              <a:gd name="csY2955" fmla="*/ 1114920 h 1114920"/>
              <a:gd name="csX2956" fmla="*/ 509383 w 1723042"/>
              <a:gd name="csY2956" fmla="*/ 1114920 h 1114920"/>
              <a:gd name="csX2957" fmla="*/ 509555 w 1723042"/>
              <a:gd name="csY2957" fmla="*/ 1114920 h 1114920"/>
              <a:gd name="csX2958" fmla="*/ 509727 w 1723042"/>
              <a:gd name="csY2958" fmla="*/ 1114920 h 1114920"/>
              <a:gd name="csX2959" fmla="*/ 509900 w 1723042"/>
              <a:gd name="csY2959" fmla="*/ 1114920 h 1114920"/>
              <a:gd name="csX2960" fmla="*/ 510072 w 1723042"/>
              <a:gd name="csY2960" fmla="*/ 1114920 h 1114920"/>
              <a:gd name="csX2961" fmla="*/ 510244 w 1723042"/>
              <a:gd name="csY2961" fmla="*/ 1114920 h 1114920"/>
              <a:gd name="csX2962" fmla="*/ 510417 w 1723042"/>
              <a:gd name="csY2962" fmla="*/ 1114920 h 1114920"/>
              <a:gd name="csX2963" fmla="*/ 510590 w 1723042"/>
              <a:gd name="csY2963" fmla="*/ 1114920 h 1114920"/>
              <a:gd name="csX2964" fmla="*/ 510761 w 1723042"/>
              <a:gd name="csY2964" fmla="*/ 1114920 h 1114920"/>
              <a:gd name="csX2965" fmla="*/ 510934 w 1723042"/>
              <a:gd name="csY2965" fmla="*/ 1114920 h 1114920"/>
              <a:gd name="csX2966" fmla="*/ 511106 w 1723042"/>
              <a:gd name="csY2966" fmla="*/ 1114920 h 1114920"/>
              <a:gd name="csX2967" fmla="*/ 511278 w 1723042"/>
              <a:gd name="csY2967" fmla="*/ 1114920 h 1114920"/>
              <a:gd name="csX2968" fmla="*/ 511451 w 1723042"/>
              <a:gd name="csY2968" fmla="*/ 1114920 h 1114920"/>
              <a:gd name="csX2969" fmla="*/ 511623 w 1723042"/>
              <a:gd name="csY2969" fmla="*/ 1114920 h 1114920"/>
              <a:gd name="csX2970" fmla="*/ 511795 w 1723042"/>
              <a:gd name="csY2970" fmla="*/ 1114920 h 1114920"/>
              <a:gd name="csX2971" fmla="*/ 511968 w 1723042"/>
              <a:gd name="csY2971" fmla="*/ 1114920 h 1114920"/>
              <a:gd name="csX2972" fmla="*/ 512140 w 1723042"/>
              <a:gd name="csY2972" fmla="*/ 1114920 h 1114920"/>
              <a:gd name="csX2973" fmla="*/ 512313 w 1723042"/>
              <a:gd name="csY2973" fmla="*/ 1114920 h 1114920"/>
              <a:gd name="csX2974" fmla="*/ 512484 w 1723042"/>
              <a:gd name="csY2974" fmla="*/ 1114920 h 1114920"/>
              <a:gd name="csX2975" fmla="*/ 512657 w 1723042"/>
              <a:gd name="csY2975" fmla="*/ 1114920 h 1114920"/>
              <a:gd name="csX2976" fmla="*/ 512830 w 1723042"/>
              <a:gd name="csY2976" fmla="*/ 1114920 h 1114920"/>
              <a:gd name="csX2977" fmla="*/ 513001 w 1723042"/>
              <a:gd name="csY2977" fmla="*/ 1114920 h 1114920"/>
              <a:gd name="csX2978" fmla="*/ 513174 w 1723042"/>
              <a:gd name="csY2978" fmla="*/ 1114920 h 1114920"/>
              <a:gd name="csX2979" fmla="*/ 513347 w 1723042"/>
              <a:gd name="csY2979" fmla="*/ 1114920 h 1114920"/>
              <a:gd name="csX2980" fmla="*/ 513518 w 1723042"/>
              <a:gd name="csY2980" fmla="*/ 1114920 h 1114920"/>
              <a:gd name="csX2981" fmla="*/ 513691 w 1723042"/>
              <a:gd name="csY2981" fmla="*/ 1114920 h 1114920"/>
              <a:gd name="csX2982" fmla="*/ 513863 w 1723042"/>
              <a:gd name="csY2982" fmla="*/ 1114920 h 1114920"/>
              <a:gd name="csX2983" fmla="*/ 514035 w 1723042"/>
              <a:gd name="csY2983" fmla="*/ 1114920 h 1114920"/>
              <a:gd name="csX2984" fmla="*/ 514208 w 1723042"/>
              <a:gd name="csY2984" fmla="*/ 1114920 h 1114920"/>
              <a:gd name="csX2985" fmla="*/ 514380 w 1723042"/>
              <a:gd name="csY2985" fmla="*/ 1114920 h 1114920"/>
              <a:gd name="csX2986" fmla="*/ 514553 w 1723042"/>
              <a:gd name="csY2986" fmla="*/ 1114920 h 1114920"/>
              <a:gd name="csX2987" fmla="*/ 514725 w 1723042"/>
              <a:gd name="csY2987" fmla="*/ 1114920 h 1114920"/>
              <a:gd name="csX2988" fmla="*/ 514897 w 1723042"/>
              <a:gd name="csY2988" fmla="*/ 1114920 h 1114920"/>
              <a:gd name="csX2989" fmla="*/ 515070 w 1723042"/>
              <a:gd name="csY2989" fmla="*/ 1114920 h 1114920"/>
              <a:gd name="csX2990" fmla="*/ 515241 w 1723042"/>
              <a:gd name="csY2990" fmla="*/ 1114920 h 1114920"/>
              <a:gd name="csX2991" fmla="*/ 515414 w 1723042"/>
              <a:gd name="csY2991" fmla="*/ 1114920 h 1114920"/>
              <a:gd name="csX2992" fmla="*/ 515587 w 1723042"/>
              <a:gd name="csY2992" fmla="*/ 1114920 h 1114920"/>
              <a:gd name="csX2993" fmla="*/ 515758 w 1723042"/>
              <a:gd name="csY2993" fmla="*/ 1114920 h 1114920"/>
              <a:gd name="csX2994" fmla="*/ 515931 w 1723042"/>
              <a:gd name="csY2994" fmla="*/ 1114920 h 1114920"/>
              <a:gd name="csX2995" fmla="*/ 516104 w 1723042"/>
              <a:gd name="csY2995" fmla="*/ 1114920 h 1114920"/>
              <a:gd name="csX2996" fmla="*/ 516276 w 1723042"/>
              <a:gd name="csY2996" fmla="*/ 1114920 h 1114920"/>
              <a:gd name="csX2997" fmla="*/ 516448 w 1723042"/>
              <a:gd name="csY2997" fmla="*/ 1114920 h 1114920"/>
              <a:gd name="csX2998" fmla="*/ 516620 w 1723042"/>
              <a:gd name="csY2998" fmla="*/ 1114920 h 1114920"/>
              <a:gd name="csX2999" fmla="*/ 516793 w 1723042"/>
              <a:gd name="csY2999" fmla="*/ 1114920 h 1114920"/>
              <a:gd name="csX3000" fmla="*/ 516965 w 1723042"/>
              <a:gd name="csY3000" fmla="*/ 1114920 h 1114920"/>
              <a:gd name="csX3001" fmla="*/ 517137 w 1723042"/>
              <a:gd name="csY3001" fmla="*/ 1114920 h 1114920"/>
              <a:gd name="csX3002" fmla="*/ 517310 w 1723042"/>
              <a:gd name="csY3002" fmla="*/ 1114920 h 1114920"/>
              <a:gd name="csX3003" fmla="*/ 517482 w 1723042"/>
              <a:gd name="csY3003" fmla="*/ 1114920 h 1114920"/>
              <a:gd name="csX3004" fmla="*/ 517654 w 1723042"/>
              <a:gd name="csY3004" fmla="*/ 1114920 h 1114920"/>
              <a:gd name="csX3005" fmla="*/ 517827 w 1723042"/>
              <a:gd name="csY3005" fmla="*/ 1114920 h 1114920"/>
              <a:gd name="csX3006" fmla="*/ 517999 w 1723042"/>
              <a:gd name="csY3006" fmla="*/ 1114920 h 1114920"/>
              <a:gd name="csX3007" fmla="*/ 518171 w 1723042"/>
              <a:gd name="csY3007" fmla="*/ 1114920 h 1114920"/>
              <a:gd name="csX3008" fmla="*/ 518344 w 1723042"/>
              <a:gd name="csY3008" fmla="*/ 1114920 h 1114920"/>
              <a:gd name="csX3009" fmla="*/ 518516 w 1723042"/>
              <a:gd name="csY3009" fmla="*/ 1114920 h 1114920"/>
              <a:gd name="csX3010" fmla="*/ 518688 w 1723042"/>
              <a:gd name="csY3010" fmla="*/ 1114920 h 1114920"/>
              <a:gd name="csX3011" fmla="*/ 518861 w 1723042"/>
              <a:gd name="csY3011" fmla="*/ 1114920 h 1114920"/>
              <a:gd name="csX3012" fmla="*/ 519033 w 1723042"/>
              <a:gd name="csY3012" fmla="*/ 1114920 h 1114920"/>
              <a:gd name="csX3013" fmla="*/ 519205 w 1723042"/>
              <a:gd name="csY3013" fmla="*/ 1114920 h 1114920"/>
              <a:gd name="csX3014" fmla="*/ 519377 w 1723042"/>
              <a:gd name="csY3014" fmla="*/ 1114920 h 1114920"/>
              <a:gd name="csX3015" fmla="*/ 519550 w 1723042"/>
              <a:gd name="csY3015" fmla="*/ 1114920 h 1114920"/>
              <a:gd name="csX3016" fmla="*/ 519722 w 1723042"/>
              <a:gd name="csY3016" fmla="*/ 1114920 h 1114920"/>
              <a:gd name="csX3017" fmla="*/ 519894 w 1723042"/>
              <a:gd name="csY3017" fmla="*/ 1114920 h 1114920"/>
              <a:gd name="csX3018" fmla="*/ 520067 w 1723042"/>
              <a:gd name="csY3018" fmla="*/ 1114920 h 1114920"/>
              <a:gd name="csX3019" fmla="*/ 520239 w 1723042"/>
              <a:gd name="csY3019" fmla="*/ 1114920 h 1114920"/>
              <a:gd name="csX3020" fmla="*/ 520411 w 1723042"/>
              <a:gd name="csY3020" fmla="*/ 1114920 h 1114920"/>
              <a:gd name="csX3021" fmla="*/ 520584 w 1723042"/>
              <a:gd name="csY3021" fmla="*/ 1114920 h 1114920"/>
              <a:gd name="csX3022" fmla="*/ 520756 w 1723042"/>
              <a:gd name="csY3022" fmla="*/ 1114920 h 1114920"/>
              <a:gd name="csX3023" fmla="*/ 520928 w 1723042"/>
              <a:gd name="csY3023" fmla="*/ 1114920 h 1114920"/>
              <a:gd name="csX3024" fmla="*/ 521101 w 1723042"/>
              <a:gd name="csY3024" fmla="*/ 1114920 h 1114920"/>
              <a:gd name="csX3025" fmla="*/ 521273 w 1723042"/>
              <a:gd name="csY3025" fmla="*/ 1114920 h 1114920"/>
              <a:gd name="csX3026" fmla="*/ 521445 w 1723042"/>
              <a:gd name="csY3026" fmla="*/ 1114920 h 1114920"/>
              <a:gd name="csX3027" fmla="*/ 521618 w 1723042"/>
              <a:gd name="csY3027" fmla="*/ 1114920 h 1114920"/>
              <a:gd name="csX3028" fmla="*/ 521790 w 1723042"/>
              <a:gd name="csY3028" fmla="*/ 1114920 h 1114920"/>
              <a:gd name="csX3029" fmla="*/ 521963 w 1723042"/>
              <a:gd name="csY3029" fmla="*/ 1114920 h 1114920"/>
              <a:gd name="csX3030" fmla="*/ 522134 w 1723042"/>
              <a:gd name="csY3030" fmla="*/ 1114920 h 1114920"/>
              <a:gd name="csX3031" fmla="*/ 522307 w 1723042"/>
              <a:gd name="csY3031" fmla="*/ 1114920 h 1114920"/>
              <a:gd name="csX3032" fmla="*/ 522480 w 1723042"/>
              <a:gd name="csY3032" fmla="*/ 1114920 h 1114920"/>
              <a:gd name="csX3033" fmla="*/ 522651 w 1723042"/>
              <a:gd name="csY3033" fmla="*/ 1114920 h 1114920"/>
              <a:gd name="csX3034" fmla="*/ 522824 w 1723042"/>
              <a:gd name="csY3034" fmla="*/ 1114920 h 1114920"/>
              <a:gd name="csX3035" fmla="*/ 522996 w 1723042"/>
              <a:gd name="csY3035" fmla="*/ 1114920 h 1114920"/>
              <a:gd name="csX3036" fmla="*/ 523168 w 1723042"/>
              <a:gd name="csY3036" fmla="*/ 1114920 h 1114920"/>
              <a:gd name="csX3037" fmla="*/ 523341 w 1723042"/>
              <a:gd name="csY3037" fmla="*/ 1114920 h 1114920"/>
              <a:gd name="csX3038" fmla="*/ 523513 w 1723042"/>
              <a:gd name="csY3038" fmla="*/ 1114920 h 1114920"/>
              <a:gd name="csX3039" fmla="*/ 523686 w 1723042"/>
              <a:gd name="csY3039" fmla="*/ 1114920 h 1114920"/>
              <a:gd name="csX3040" fmla="*/ 523858 w 1723042"/>
              <a:gd name="csY3040" fmla="*/ 1114920 h 1114920"/>
              <a:gd name="csX3041" fmla="*/ 524030 w 1723042"/>
              <a:gd name="csY3041" fmla="*/ 1114920 h 1114920"/>
              <a:gd name="csX3042" fmla="*/ 524203 w 1723042"/>
              <a:gd name="csY3042" fmla="*/ 1114920 h 1114920"/>
              <a:gd name="csX3043" fmla="*/ 524375 w 1723042"/>
              <a:gd name="csY3043" fmla="*/ 1114920 h 1114920"/>
              <a:gd name="csX3044" fmla="*/ 524547 w 1723042"/>
              <a:gd name="csY3044" fmla="*/ 1114920 h 1114920"/>
              <a:gd name="csX3045" fmla="*/ 524720 w 1723042"/>
              <a:gd name="csY3045" fmla="*/ 1114920 h 1114920"/>
              <a:gd name="csX3046" fmla="*/ 524891 w 1723042"/>
              <a:gd name="csY3046" fmla="*/ 1114920 h 1114920"/>
              <a:gd name="csX3047" fmla="*/ 525064 w 1723042"/>
              <a:gd name="csY3047" fmla="*/ 1114920 h 1114920"/>
              <a:gd name="csX3048" fmla="*/ 525237 w 1723042"/>
              <a:gd name="csY3048" fmla="*/ 1114920 h 1114920"/>
              <a:gd name="csX3049" fmla="*/ 525409 w 1723042"/>
              <a:gd name="csY3049" fmla="*/ 1114920 h 1114920"/>
              <a:gd name="csX3050" fmla="*/ 525581 w 1723042"/>
              <a:gd name="csY3050" fmla="*/ 1114920 h 1114920"/>
              <a:gd name="csX3051" fmla="*/ 525754 w 1723042"/>
              <a:gd name="csY3051" fmla="*/ 1114920 h 1114920"/>
              <a:gd name="csX3052" fmla="*/ 525926 w 1723042"/>
              <a:gd name="csY3052" fmla="*/ 1114920 h 1114920"/>
              <a:gd name="csX3053" fmla="*/ 526098 w 1723042"/>
              <a:gd name="csY3053" fmla="*/ 1114920 h 1114920"/>
              <a:gd name="csX3054" fmla="*/ 526270 w 1723042"/>
              <a:gd name="csY3054" fmla="*/ 1114920 h 1114920"/>
              <a:gd name="csX3055" fmla="*/ 526443 w 1723042"/>
              <a:gd name="csY3055" fmla="*/ 1114920 h 1114920"/>
              <a:gd name="csX3056" fmla="*/ 526615 w 1723042"/>
              <a:gd name="csY3056" fmla="*/ 1114920 h 1114920"/>
              <a:gd name="csX3057" fmla="*/ 526787 w 1723042"/>
              <a:gd name="csY3057" fmla="*/ 1114920 h 1114920"/>
              <a:gd name="csX3058" fmla="*/ 526960 w 1723042"/>
              <a:gd name="csY3058" fmla="*/ 1114920 h 1114920"/>
              <a:gd name="csX3059" fmla="*/ 527132 w 1723042"/>
              <a:gd name="csY3059" fmla="*/ 1114920 h 1114920"/>
              <a:gd name="csX3060" fmla="*/ 527304 w 1723042"/>
              <a:gd name="csY3060" fmla="*/ 1114920 h 1114920"/>
              <a:gd name="csX3061" fmla="*/ 527477 w 1723042"/>
              <a:gd name="csY3061" fmla="*/ 1114920 h 1114920"/>
              <a:gd name="csX3062" fmla="*/ 527649 w 1723042"/>
              <a:gd name="csY3062" fmla="*/ 1114920 h 1114920"/>
              <a:gd name="csX3063" fmla="*/ 527821 w 1723042"/>
              <a:gd name="csY3063" fmla="*/ 1114920 h 1114920"/>
              <a:gd name="csX3064" fmla="*/ 527994 w 1723042"/>
              <a:gd name="csY3064" fmla="*/ 1114920 h 1114920"/>
              <a:gd name="csX3065" fmla="*/ 528166 w 1723042"/>
              <a:gd name="csY3065" fmla="*/ 1114920 h 1114920"/>
              <a:gd name="csX3066" fmla="*/ 528338 w 1723042"/>
              <a:gd name="csY3066" fmla="*/ 1114920 h 1114920"/>
              <a:gd name="csX3067" fmla="*/ 528511 w 1723042"/>
              <a:gd name="csY3067" fmla="*/ 1114920 h 1114920"/>
              <a:gd name="csX3068" fmla="*/ 528683 w 1723042"/>
              <a:gd name="csY3068" fmla="*/ 1114920 h 1114920"/>
              <a:gd name="csX3069" fmla="*/ 528855 w 1723042"/>
              <a:gd name="csY3069" fmla="*/ 1114920 h 1114920"/>
              <a:gd name="csX3070" fmla="*/ 529027 w 1723042"/>
              <a:gd name="csY3070" fmla="*/ 1114920 h 1114920"/>
              <a:gd name="csX3071" fmla="*/ 529200 w 1723042"/>
              <a:gd name="csY3071" fmla="*/ 1114920 h 1114920"/>
              <a:gd name="csX3072" fmla="*/ 529373 w 1723042"/>
              <a:gd name="csY3072" fmla="*/ 1114920 h 1114920"/>
              <a:gd name="csX3073" fmla="*/ 529544 w 1723042"/>
              <a:gd name="csY3073" fmla="*/ 1114920 h 1114920"/>
              <a:gd name="csX3074" fmla="*/ 529717 w 1723042"/>
              <a:gd name="csY3074" fmla="*/ 1114920 h 1114920"/>
              <a:gd name="csX3075" fmla="*/ 529890 w 1723042"/>
              <a:gd name="csY3075" fmla="*/ 1114920 h 1114920"/>
              <a:gd name="csX3076" fmla="*/ 530061 w 1723042"/>
              <a:gd name="csY3076" fmla="*/ 1114920 h 1114920"/>
              <a:gd name="csX3077" fmla="*/ 530234 w 1723042"/>
              <a:gd name="csY3077" fmla="*/ 1114920 h 1114920"/>
              <a:gd name="csX3078" fmla="*/ 530406 w 1723042"/>
              <a:gd name="csY3078" fmla="*/ 1114920 h 1114920"/>
              <a:gd name="csX3079" fmla="*/ 530578 w 1723042"/>
              <a:gd name="csY3079" fmla="*/ 1114920 h 1114920"/>
              <a:gd name="csX3080" fmla="*/ 530751 w 1723042"/>
              <a:gd name="csY3080" fmla="*/ 1114920 h 1114920"/>
              <a:gd name="csX3081" fmla="*/ 530923 w 1723042"/>
              <a:gd name="csY3081" fmla="*/ 1114920 h 1114920"/>
              <a:gd name="csX3082" fmla="*/ 531096 w 1723042"/>
              <a:gd name="csY3082" fmla="*/ 1114920 h 1114920"/>
              <a:gd name="csX3083" fmla="*/ 531268 w 1723042"/>
              <a:gd name="csY3083" fmla="*/ 1114920 h 1114920"/>
              <a:gd name="csX3084" fmla="*/ 531440 w 1723042"/>
              <a:gd name="csY3084" fmla="*/ 1114920 h 1114920"/>
              <a:gd name="csX3085" fmla="*/ 531613 w 1723042"/>
              <a:gd name="csY3085" fmla="*/ 1114920 h 1114920"/>
              <a:gd name="csX3086" fmla="*/ 531784 w 1723042"/>
              <a:gd name="csY3086" fmla="*/ 1114920 h 1114920"/>
              <a:gd name="csX3087" fmla="*/ 531957 w 1723042"/>
              <a:gd name="csY3087" fmla="*/ 1114920 h 1114920"/>
              <a:gd name="csX3088" fmla="*/ 532130 w 1723042"/>
              <a:gd name="csY3088" fmla="*/ 1114920 h 1114920"/>
              <a:gd name="csX3089" fmla="*/ 532301 w 1723042"/>
              <a:gd name="csY3089" fmla="*/ 1114920 h 1114920"/>
              <a:gd name="csX3090" fmla="*/ 532474 w 1723042"/>
              <a:gd name="csY3090" fmla="*/ 1114920 h 1114920"/>
              <a:gd name="csX3091" fmla="*/ 532647 w 1723042"/>
              <a:gd name="csY3091" fmla="*/ 1114920 h 1114920"/>
              <a:gd name="csX3092" fmla="*/ 532818 w 1723042"/>
              <a:gd name="csY3092" fmla="*/ 1114920 h 1114920"/>
              <a:gd name="csX3093" fmla="*/ 532991 w 1723042"/>
              <a:gd name="csY3093" fmla="*/ 1114920 h 1114920"/>
              <a:gd name="csX3094" fmla="*/ 533163 w 1723042"/>
              <a:gd name="csY3094" fmla="*/ 1114920 h 1114920"/>
              <a:gd name="csX3095" fmla="*/ 533336 w 1723042"/>
              <a:gd name="csY3095" fmla="*/ 1114920 h 1114920"/>
              <a:gd name="csX3096" fmla="*/ 533508 w 1723042"/>
              <a:gd name="csY3096" fmla="*/ 1114920 h 1114920"/>
              <a:gd name="csX3097" fmla="*/ 533680 w 1723042"/>
              <a:gd name="csY3097" fmla="*/ 1114920 h 1114920"/>
              <a:gd name="csX3098" fmla="*/ 533853 w 1723042"/>
              <a:gd name="csY3098" fmla="*/ 1114920 h 1114920"/>
              <a:gd name="csX3099" fmla="*/ 534025 w 1723042"/>
              <a:gd name="csY3099" fmla="*/ 1114920 h 1114920"/>
              <a:gd name="csX3100" fmla="*/ 534197 w 1723042"/>
              <a:gd name="csY3100" fmla="*/ 1114920 h 1114920"/>
              <a:gd name="csX3101" fmla="*/ 534370 w 1723042"/>
              <a:gd name="csY3101" fmla="*/ 1114920 h 1114920"/>
              <a:gd name="csX3102" fmla="*/ 534541 w 1723042"/>
              <a:gd name="csY3102" fmla="*/ 1114920 h 1114920"/>
              <a:gd name="csX3103" fmla="*/ 534714 w 1723042"/>
              <a:gd name="csY3103" fmla="*/ 1114920 h 1114920"/>
              <a:gd name="csX3104" fmla="*/ 534887 w 1723042"/>
              <a:gd name="csY3104" fmla="*/ 1114920 h 1114920"/>
              <a:gd name="csX3105" fmla="*/ 535059 w 1723042"/>
              <a:gd name="csY3105" fmla="*/ 1114920 h 1114920"/>
              <a:gd name="csX3106" fmla="*/ 535231 w 1723042"/>
              <a:gd name="csY3106" fmla="*/ 1114920 h 1114920"/>
              <a:gd name="csX3107" fmla="*/ 535404 w 1723042"/>
              <a:gd name="csY3107" fmla="*/ 1114920 h 1114920"/>
              <a:gd name="csX3108" fmla="*/ 535576 w 1723042"/>
              <a:gd name="csY3108" fmla="*/ 1114920 h 1114920"/>
              <a:gd name="csX3109" fmla="*/ 535748 w 1723042"/>
              <a:gd name="csY3109" fmla="*/ 1114920 h 1114920"/>
              <a:gd name="csX3110" fmla="*/ 535920 w 1723042"/>
              <a:gd name="csY3110" fmla="*/ 1114920 h 1114920"/>
              <a:gd name="csX3111" fmla="*/ 536093 w 1723042"/>
              <a:gd name="csY3111" fmla="*/ 1114920 h 1114920"/>
              <a:gd name="csX3112" fmla="*/ 536265 w 1723042"/>
              <a:gd name="csY3112" fmla="*/ 1114920 h 1114920"/>
              <a:gd name="csX3113" fmla="*/ 536437 w 1723042"/>
              <a:gd name="csY3113" fmla="*/ 1114920 h 1114920"/>
              <a:gd name="csX3114" fmla="*/ 536610 w 1723042"/>
              <a:gd name="csY3114" fmla="*/ 1114920 h 1114920"/>
              <a:gd name="csX3115" fmla="*/ 536782 w 1723042"/>
              <a:gd name="csY3115" fmla="*/ 1114920 h 1114920"/>
              <a:gd name="csX3116" fmla="*/ 536954 w 1723042"/>
              <a:gd name="csY3116" fmla="*/ 1114920 h 1114920"/>
              <a:gd name="csX3117" fmla="*/ 537127 w 1723042"/>
              <a:gd name="csY3117" fmla="*/ 1114920 h 1114920"/>
              <a:gd name="csX3118" fmla="*/ 537299 w 1723042"/>
              <a:gd name="csY3118" fmla="*/ 1114920 h 1114920"/>
              <a:gd name="csX3119" fmla="*/ 537471 w 1723042"/>
              <a:gd name="csY3119" fmla="*/ 1114920 h 1114920"/>
              <a:gd name="csX3120" fmla="*/ 537644 w 1723042"/>
              <a:gd name="csY3120" fmla="*/ 1114920 h 1114920"/>
              <a:gd name="csX3121" fmla="*/ 537816 w 1723042"/>
              <a:gd name="csY3121" fmla="*/ 1114920 h 1114920"/>
              <a:gd name="csX3122" fmla="*/ 537988 w 1723042"/>
              <a:gd name="csY3122" fmla="*/ 1114920 h 1114920"/>
              <a:gd name="csX3123" fmla="*/ 538161 w 1723042"/>
              <a:gd name="csY3123" fmla="*/ 1114920 h 1114920"/>
              <a:gd name="csX3124" fmla="*/ 538333 w 1723042"/>
              <a:gd name="csY3124" fmla="*/ 1114920 h 1114920"/>
              <a:gd name="csX3125" fmla="*/ 538505 w 1723042"/>
              <a:gd name="csY3125" fmla="*/ 1114920 h 1114920"/>
              <a:gd name="csX3126" fmla="*/ 538677 w 1723042"/>
              <a:gd name="csY3126" fmla="*/ 1114920 h 1114920"/>
              <a:gd name="csX3127" fmla="*/ 538850 w 1723042"/>
              <a:gd name="csY3127" fmla="*/ 1114920 h 1114920"/>
              <a:gd name="csX3128" fmla="*/ 539023 w 1723042"/>
              <a:gd name="csY3128" fmla="*/ 1114920 h 1114920"/>
              <a:gd name="csX3129" fmla="*/ 539194 w 1723042"/>
              <a:gd name="csY3129" fmla="*/ 1114920 h 1114920"/>
              <a:gd name="csX3130" fmla="*/ 539367 w 1723042"/>
              <a:gd name="csY3130" fmla="*/ 1114920 h 1114920"/>
              <a:gd name="csX3131" fmla="*/ 539539 w 1723042"/>
              <a:gd name="csY3131" fmla="*/ 1114920 h 1114920"/>
              <a:gd name="csX3132" fmla="*/ 539711 w 1723042"/>
              <a:gd name="csY3132" fmla="*/ 1114920 h 1114920"/>
              <a:gd name="csX3133" fmla="*/ 539884 w 1723042"/>
              <a:gd name="csY3133" fmla="*/ 1114920 h 1114920"/>
              <a:gd name="csX3134" fmla="*/ 540056 w 1723042"/>
              <a:gd name="csY3134" fmla="*/ 1114920 h 1114920"/>
              <a:gd name="csX3135" fmla="*/ 540228 w 1723042"/>
              <a:gd name="csY3135" fmla="*/ 1114920 h 1114920"/>
              <a:gd name="csX3136" fmla="*/ 540401 w 1723042"/>
              <a:gd name="csY3136" fmla="*/ 1114920 h 1114920"/>
              <a:gd name="csX3137" fmla="*/ 540573 w 1723042"/>
              <a:gd name="csY3137" fmla="*/ 1114920 h 1114920"/>
              <a:gd name="csX3138" fmla="*/ 540746 w 1723042"/>
              <a:gd name="csY3138" fmla="*/ 1114920 h 1114920"/>
              <a:gd name="csX3139" fmla="*/ 540918 w 1723042"/>
              <a:gd name="csY3139" fmla="*/ 1114920 h 1114920"/>
              <a:gd name="csX3140" fmla="*/ 541090 w 1723042"/>
              <a:gd name="csY3140" fmla="*/ 1114920 h 1114920"/>
              <a:gd name="csX3141" fmla="*/ 541263 w 1723042"/>
              <a:gd name="csY3141" fmla="*/ 1114920 h 1114920"/>
              <a:gd name="csX3142" fmla="*/ 541434 w 1723042"/>
              <a:gd name="csY3142" fmla="*/ 1114920 h 1114920"/>
              <a:gd name="csX3143" fmla="*/ 541607 w 1723042"/>
              <a:gd name="csY3143" fmla="*/ 1114920 h 1114920"/>
              <a:gd name="csX3144" fmla="*/ 541780 w 1723042"/>
              <a:gd name="csY3144" fmla="*/ 1114920 h 1114920"/>
              <a:gd name="csX3145" fmla="*/ 541951 w 1723042"/>
              <a:gd name="csY3145" fmla="*/ 1114920 h 1114920"/>
              <a:gd name="csX3146" fmla="*/ 542124 w 1723042"/>
              <a:gd name="csY3146" fmla="*/ 1114920 h 1114920"/>
              <a:gd name="csX3147" fmla="*/ 542296 w 1723042"/>
              <a:gd name="csY3147" fmla="*/ 1114920 h 1114920"/>
              <a:gd name="csX3148" fmla="*/ 542469 w 1723042"/>
              <a:gd name="csY3148" fmla="*/ 1114920 h 1114920"/>
              <a:gd name="csX3149" fmla="*/ 542641 w 1723042"/>
              <a:gd name="csY3149" fmla="*/ 1114920 h 1114920"/>
              <a:gd name="csX3150" fmla="*/ 542813 w 1723042"/>
              <a:gd name="csY3150" fmla="*/ 1114920 h 1114920"/>
              <a:gd name="csX3151" fmla="*/ 542986 w 1723042"/>
              <a:gd name="csY3151" fmla="*/ 1114920 h 1114920"/>
              <a:gd name="csX3152" fmla="*/ 543158 w 1723042"/>
              <a:gd name="csY3152" fmla="*/ 1114920 h 1114920"/>
              <a:gd name="csX3153" fmla="*/ 543330 w 1723042"/>
              <a:gd name="csY3153" fmla="*/ 1114920 h 1114920"/>
              <a:gd name="csX3154" fmla="*/ 543503 w 1723042"/>
              <a:gd name="csY3154" fmla="*/ 1114920 h 1114920"/>
              <a:gd name="csX3155" fmla="*/ 543675 w 1723042"/>
              <a:gd name="csY3155" fmla="*/ 1114920 h 1114920"/>
              <a:gd name="csX3156" fmla="*/ 543847 w 1723042"/>
              <a:gd name="csY3156" fmla="*/ 1114920 h 1114920"/>
              <a:gd name="csX3157" fmla="*/ 544020 w 1723042"/>
              <a:gd name="csY3157" fmla="*/ 1114920 h 1114920"/>
              <a:gd name="csX3158" fmla="*/ 544191 w 1723042"/>
              <a:gd name="csY3158" fmla="*/ 1114920 h 1114920"/>
              <a:gd name="csX3159" fmla="*/ 544364 w 1723042"/>
              <a:gd name="csY3159" fmla="*/ 1114920 h 1114920"/>
              <a:gd name="csX3160" fmla="*/ 544537 w 1723042"/>
              <a:gd name="csY3160" fmla="*/ 1114920 h 1114920"/>
              <a:gd name="csX3161" fmla="*/ 544709 w 1723042"/>
              <a:gd name="csY3161" fmla="*/ 1114920 h 1114920"/>
              <a:gd name="csX3162" fmla="*/ 544881 w 1723042"/>
              <a:gd name="csY3162" fmla="*/ 1114920 h 1114920"/>
              <a:gd name="csX3163" fmla="*/ 545053 w 1723042"/>
              <a:gd name="csY3163" fmla="*/ 1114920 h 1114920"/>
              <a:gd name="csX3164" fmla="*/ 545226 w 1723042"/>
              <a:gd name="csY3164" fmla="*/ 1114920 h 1114920"/>
              <a:gd name="csX3165" fmla="*/ 545398 w 1723042"/>
              <a:gd name="csY3165" fmla="*/ 1114920 h 1114920"/>
              <a:gd name="csX3166" fmla="*/ 545570 w 1723042"/>
              <a:gd name="csY3166" fmla="*/ 1114920 h 1114920"/>
              <a:gd name="csX3167" fmla="*/ 545743 w 1723042"/>
              <a:gd name="csY3167" fmla="*/ 1114920 h 1114920"/>
              <a:gd name="csX3168" fmla="*/ 545915 w 1723042"/>
              <a:gd name="csY3168" fmla="*/ 1114920 h 1114920"/>
              <a:gd name="csX3169" fmla="*/ 546087 w 1723042"/>
              <a:gd name="csY3169" fmla="*/ 1114920 h 1114920"/>
              <a:gd name="csX3170" fmla="*/ 546260 w 1723042"/>
              <a:gd name="csY3170" fmla="*/ 1114920 h 1114920"/>
              <a:gd name="csX3171" fmla="*/ 546432 w 1723042"/>
              <a:gd name="csY3171" fmla="*/ 1114920 h 1114920"/>
              <a:gd name="csX3172" fmla="*/ 546604 w 1723042"/>
              <a:gd name="csY3172" fmla="*/ 1114920 h 1114920"/>
              <a:gd name="csX3173" fmla="*/ 546777 w 1723042"/>
              <a:gd name="csY3173" fmla="*/ 1114920 h 1114920"/>
              <a:gd name="csX3174" fmla="*/ 546949 w 1723042"/>
              <a:gd name="csY3174" fmla="*/ 1114920 h 1114920"/>
              <a:gd name="csX3175" fmla="*/ 547121 w 1723042"/>
              <a:gd name="csY3175" fmla="*/ 1114920 h 1114920"/>
              <a:gd name="csX3176" fmla="*/ 547294 w 1723042"/>
              <a:gd name="csY3176" fmla="*/ 1114920 h 1114920"/>
              <a:gd name="csX3177" fmla="*/ 547466 w 1723042"/>
              <a:gd name="csY3177" fmla="*/ 1114920 h 1114920"/>
              <a:gd name="csX3178" fmla="*/ 547638 w 1723042"/>
              <a:gd name="csY3178" fmla="*/ 1114920 h 1114920"/>
              <a:gd name="csX3179" fmla="*/ 547811 w 1723042"/>
              <a:gd name="csY3179" fmla="*/ 1114920 h 1114920"/>
              <a:gd name="csX3180" fmla="*/ 547983 w 1723042"/>
              <a:gd name="csY3180" fmla="*/ 1114920 h 1114920"/>
              <a:gd name="csX3181" fmla="*/ 548156 w 1723042"/>
              <a:gd name="csY3181" fmla="*/ 1114920 h 1114920"/>
              <a:gd name="csX3182" fmla="*/ 548327 w 1723042"/>
              <a:gd name="csY3182" fmla="*/ 1114920 h 1114920"/>
              <a:gd name="csX3183" fmla="*/ 548500 w 1723042"/>
              <a:gd name="csY3183" fmla="*/ 1114920 h 1114920"/>
              <a:gd name="csX3184" fmla="*/ 548673 w 1723042"/>
              <a:gd name="csY3184" fmla="*/ 1114920 h 1114920"/>
              <a:gd name="csX3185" fmla="*/ 548844 w 1723042"/>
              <a:gd name="csY3185" fmla="*/ 1114920 h 1114920"/>
              <a:gd name="csX3186" fmla="*/ 549017 w 1723042"/>
              <a:gd name="csY3186" fmla="*/ 1114920 h 1114920"/>
              <a:gd name="csX3187" fmla="*/ 549189 w 1723042"/>
              <a:gd name="csY3187" fmla="*/ 1114920 h 1114920"/>
              <a:gd name="csX3188" fmla="*/ 549361 w 1723042"/>
              <a:gd name="csY3188" fmla="*/ 1114920 h 1114920"/>
              <a:gd name="csX3189" fmla="*/ 549534 w 1723042"/>
              <a:gd name="csY3189" fmla="*/ 1114920 h 1114920"/>
              <a:gd name="csX3190" fmla="*/ 549706 w 1723042"/>
              <a:gd name="csY3190" fmla="*/ 1114920 h 1114920"/>
              <a:gd name="csX3191" fmla="*/ 549878 w 1723042"/>
              <a:gd name="csY3191" fmla="*/ 1114920 h 1114920"/>
              <a:gd name="csX3192" fmla="*/ 550051 w 1723042"/>
              <a:gd name="csY3192" fmla="*/ 1114920 h 1114920"/>
              <a:gd name="csX3193" fmla="*/ 550223 w 1723042"/>
              <a:gd name="csY3193" fmla="*/ 1114920 h 1114920"/>
              <a:gd name="csX3194" fmla="*/ 550396 w 1723042"/>
              <a:gd name="csY3194" fmla="*/ 1114920 h 1114920"/>
              <a:gd name="csX3195" fmla="*/ 550568 w 1723042"/>
              <a:gd name="csY3195" fmla="*/ 1114920 h 1114920"/>
              <a:gd name="csX3196" fmla="*/ 550740 w 1723042"/>
              <a:gd name="csY3196" fmla="*/ 1114920 h 1114920"/>
              <a:gd name="csX3197" fmla="*/ 550913 w 1723042"/>
              <a:gd name="csY3197" fmla="*/ 1114920 h 1114920"/>
              <a:gd name="csX3198" fmla="*/ 551084 w 1723042"/>
              <a:gd name="csY3198" fmla="*/ 1114920 h 1114920"/>
              <a:gd name="csX3199" fmla="*/ 551257 w 1723042"/>
              <a:gd name="csY3199" fmla="*/ 1114920 h 1114920"/>
              <a:gd name="csX3200" fmla="*/ 551430 w 1723042"/>
              <a:gd name="csY3200" fmla="*/ 1114920 h 1114920"/>
              <a:gd name="csX3201" fmla="*/ 551601 w 1723042"/>
              <a:gd name="csY3201" fmla="*/ 1114920 h 1114920"/>
              <a:gd name="csX3202" fmla="*/ 551774 w 1723042"/>
              <a:gd name="csY3202" fmla="*/ 1114920 h 1114920"/>
              <a:gd name="csX3203" fmla="*/ 551946 w 1723042"/>
              <a:gd name="csY3203" fmla="*/ 1114920 h 1114920"/>
              <a:gd name="csX3204" fmla="*/ 552119 w 1723042"/>
              <a:gd name="csY3204" fmla="*/ 1114920 h 1114920"/>
              <a:gd name="csX3205" fmla="*/ 552291 w 1723042"/>
              <a:gd name="csY3205" fmla="*/ 1114920 h 1114920"/>
              <a:gd name="csX3206" fmla="*/ 552463 w 1723042"/>
              <a:gd name="csY3206" fmla="*/ 1114920 h 1114920"/>
              <a:gd name="csX3207" fmla="*/ 552636 w 1723042"/>
              <a:gd name="csY3207" fmla="*/ 1114920 h 1114920"/>
              <a:gd name="csX3208" fmla="*/ 552808 w 1723042"/>
              <a:gd name="csY3208" fmla="*/ 1114920 h 1114920"/>
              <a:gd name="csX3209" fmla="*/ 552980 w 1723042"/>
              <a:gd name="csY3209" fmla="*/ 1114920 h 1114920"/>
              <a:gd name="csX3210" fmla="*/ 553153 w 1723042"/>
              <a:gd name="csY3210" fmla="*/ 1114920 h 1114920"/>
              <a:gd name="csX3211" fmla="*/ 553325 w 1723042"/>
              <a:gd name="csY3211" fmla="*/ 1114920 h 1114920"/>
              <a:gd name="csX3212" fmla="*/ 553497 w 1723042"/>
              <a:gd name="csY3212" fmla="*/ 1114920 h 1114920"/>
              <a:gd name="csX3213" fmla="*/ 553670 w 1723042"/>
              <a:gd name="csY3213" fmla="*/ 1114920 h 1114920"/>
              <a:gd name="csX3214" fmla="*/ 553842 w 1723042"/>
              <a:gd name="csY3214" fmla="*/ 1114920 h 1114920"/>
              <a:gd name="csX3215" fmla="*/ 554014 w 1723042"/>
              <a:gd name="csY3215" fmla="*/ 1114920 h 1114920"/>
              <a:gd name="csX3216" fmla="*/ 554187 w 1723042"/>
              <a:gd name="csY3216" fmla="*/ 1114920 h 1114920"/>
              <a:gd name="csX3217" fmla="*/ 554359 w 1723042"/>
              <a:gd name="csY3217" fmla="*/ 1114920 h 1114920"/>
              <a:gd name="csX3218" fmla="*/ 554531 w 1723042"/>
              <a:gd name="csY3218" fmla="*/ 1114920 h 1114920"/>
              <a:gd name="csX3219" fmla="*/ 554703 w 1723042"/>
              <a:gd name="csY3219" fmla="*/ 1114920 h 1114920"/>
              <a:gd name="csX3220" fmla="*/ 554876 w 1723042"/>
              <a:gd name="csY3220" fmla="*/ 1114920 h 1114920"/>
              <a:gd name="csX3221" fmla="*/ 555048 w 1723042"/>
              <a:gd name="csY3221" fmla="*/ 1114920 h 1114920"/>
              <a:gd name="csX3222" fmla="*/ 555220 w 1723042"/>
              <a:gd name="csY3222" fmla="*/ 1114920 h 1114920"/>
              <a:gd name="csX3223" fmla="*/ 555393 w 1723042"/>
              <a:gd name="csY3223" fmla="*/ 1114920 h 1114920"/>
              <a:gd name="csX3224" fmla="*/ 555566 w 1723042"/>
              <a:gd name="csY3224" fmla="*/ 1114920 h 1114920"/>
              <a:gd name="csX3225" fmla="*/ 555737 w 1723042"/>
              <a:gd name="csY3225" fmla="*/ 1114920 h 1114920"/>
              <a:gd name="csX3226" fmla="*/ 555910 w 1723042"/>
              <a:gd name="csY3226" fmla="*/ 1114920 h 1114920"/>
              <a:gd name="csX3227" fmla="*/ 556082 w 1723042"/>
              <a:gd name="csY3227" fmla="*/ 1114920 h 1114920"/>
              <a:gd name="csX3228" fmla="*/ 556254 w 1723042"/>
              <a:gd name="csY3228" fmla="*/ 1114920 h 1114920"/>
              <a:gd name="csX3229" fmla="*/ 556427 w 1723042"/>
              <a:gd name="csY3229" fmla="*/ 1114920 h 1114920"/>
              <a:gd name="csX3230" fmla="*/ 556599 w 1723042"/>
              <a:gd name="csY3230" fmla="*/ 1114920 h 1114920"/>
              <a:gd name="csX3231" fmla="*/ 556771 w 1723042"/>
              <a:gd name="csY3231" fmla="*/ 1114920 h 1114920"/>
              <a:gd name="csX3232" fmla="*/ 556944 w 1723042"/>
              <a:gd name="csY3232" fmla="*/ 1114920 h 1114920"/>
              <a:gd name="csX3233" fmla="*/ 557116 w 1723042"/>
              <a:gd name="csY3233" fmla="*/ 1114920 h 1114920"/>
              <a:gd name="csX3234" fmla="*/ 557288 w 1723042"/>
              <a:gd name="csY3234" fmla="*/ 1114920 h 1114920"/>
              <a:gd name="csX3235" fmla="*/ 557460 w 1723042"/>
              <a:gd name="csY3235" fmla="*/ 1114920 h 1114920"/>
              <a:gd name="csX3236" fmla="*/ 557633 w 1723042"/>
              <a:gd name="csY3236" fmla="*/ 1114920 h 1114920"/>
              <a:gd name="csX3237" fmla="*/ 557806 w 1723042"/>
              <a:gd name="csY3237" fmla="*/ 1114920 h 1114920"/>
              <a:gd name="csX3238" fmla="*/ 557977 w 1723042"/>
              <a:gd name="csY3238" fmla="*/ 1114920 h 1114920"/>
              <a:gd name="csX3239" fmla="*/ 558150 w 1723042"/>
              <a:gd name="csY3239" fmla="*/ 1114920 h 1114920"/>
              <a:gd name="csX3240" fmla="*/ 558323 w 1723042"/>
              <a:gd name="csY3240" fmla="*/ 1114920 h 1114920"/>
              <a:gd name="csX3241" fmla="*/ 558494 w 1723042"/>
              <a:gd name="csY3241" fmla="*/ 1114920 h 1114920"/>
              <a:gd name="csX3242" fmla="*/ 558667 w 1723042"/>
              <a:gd name="csY3242" fmla="*/ 1114920 h 1114920"/>
              <a:gd name="csX3243" fmla="*/ 558839 w 1723042"/>
              <a:gd name="csY3243" fmla="*/ 1114920 h 1114920"/>
              <a:gd name="csX3244" fmla="*/ 559011 w 1723042"/>
              <a:gd name="csY3244" fmla="*/ 1114920 h 1114920"/>
              <a:gd name="csX3245" fmla="*/ 559184 w 1723042"/>
              <a:gd name="csY3245" fmla="*/ 1114920 h 1114920"/>
              <a:gd name="csX3246" fmla="*/ 559356 w 1723042"/>
              <a:gd name="csY3246" fmla="*/ 1114920 h 1114920"/>
              <a:gd name="csX3247" fmla="*/ 559529 w 1723042"/>
              <a:gd name="csY3247" fmla="*/ 1114920 h 1114920"/>
              <a:gd name="csX3248" fmla="*/ 559701 w 1723042"/>
              <a:gd name="csY3248" fmla="*/ 1114920 h 1114920"/>
              <a:gd name="csX3249" fmla="*/ 559873 w 1723042"/>
              <a:gd name="csY3249" fmla="*/ 1114920 h 1114920"/>
              <a:gd name="csX3250" fmla="*/ 560046 w 1723042"/>
              <a:gd name="csY3250" fmla="*/ 1114920 h 1114920"/>
              <a:gd name="csX3251" fmla="*/ 560217 w 1723042"/>
              <a:gd name="csY3251" fmla="*/ 1114920 h 1114920"/>
              <a:gd name="csX3252" fmla="*/ 560390 w 1723042"/>
              <a:gd name="csY3252" fmla="*/ 1114920 h 1114920"/>
              <a:gd name="csX3253" fmla="*/ 560563 w 1723042"/>
              <a:gd name="csY3253" fmla="*/ 1114920 h 1114920"/>
              <a:gd name="csX3254" fmla="*/ 560734 w 1723042"/>
              <a:gd name="csY3254" fmla="*/ 1114920 h 1114920"/>
              <a:gd name="csX3255" fmla="*/ 560907 w 1723042"/>
              <a:gd name="csY3255" fmla="*/ 1114920 h 1114920"/>
              <a:gd name="csX3256" fmla="*/ 561080 w 1723042"/>
              <a:gd name="csY3256" fmla="*/ 1114920 h 1114920"/>
              <a:gd name="csX3257" fmla="*/ 561252 w 1723042"/>
              <a:gd name="csY3257" fmla="*/ 1114920 h 1114920"/>
              <a:gd name="csX3258" fmla="*/ 561424 w 1723042"/>
              <a:gd name="csY3258" fmla="*/ 1114920 h 1114920"/>
              <a:gd name="csX3259" fmla="*/ 561596 w 1723042"/>
              <a:gd name="csY3259" fmla="*/ 1114920 h 1114920"/>
              <a:gd name="csX3260" fmla="*/ 561769 w 1723042"/>
              <a:gd name="csY3260" fmla="*/ 1114920 h 1114920"/>
              <a:gd name="csX3261" fmla="*/ 561941 w 1723042"/>
              <a:gd name="csY3261" fmla="*/ 1114920 h 1114920"/>
              <a:gd name="csX3262" fmla="*/ 562113 w 1723042"/>
              <a:gd name="csY3262" fmla="*/ 1114920 h 1114920"/>
              <a:gd name="csX3263" fmla="*/ 562286 w 1723042"/>
              <a:gd name="csY3263" fmla="*/ 1114920 h 1114920"/>
              <a:gd name="csX3264" fmla="*/ 562458 w 1723042"/>
              <a:gd name="csY3264" fmla="*/ 1114920 h 1114920"/>
              <a:gd name="csX3265" fmla="*/ 562630 w 1723042"/>
              <a:gd name="csY3265" fmla="*/ 1114920 h 1114920"/>
              <a:gd name="csX3266" fmla="*/ 562803 w 1723042"/>
              <a:gd name="csY3266" fmla="*/ 1114920 h 1114920"/>
              <a:gd name="csX3267" fmla="*/ 562974 w 1723042"/>
              <a:gd name="csY3267" fmla="*/ 1114920 h 1114920"/>
              <a:gd name="csX3268" fmla="*/ 563147 w 1723042"/>
              <a:gd name="csY3268" fmla="*/ 1114920 h 1114920"/>
              <a:gd name="csX3269" fmla="*/ 563320 w 1723042"/>
              <a:gd name="csY3269" fmla="*/ 1114920 h 1114920"/>
              <a:gd name="csX3270" fmla="*/ 563492 w 1723042"/>
              <a:gd name="csY3270" fmla="*/ 1114920 h 1114920"/>
              <a:gd name="csX3271" fmla="*/ 563664 w 1723042"/>
              <a:gd name="csY3271" fmla="*/ 1114920 h 1114920"/>
              <a:gd name="csX3272" fmla="*/ 563837 w 1723042"/>
              <a:gd name="csY3272" fmla="*/ 1114920 h 1114920"/>
              <a:gd name="csX3273" fmla="*/ 564009 w 1723042"/>
              <a:gd name="csY3273" fmla="*/ 1114920 h 1114920"/>
              <a:gd name="csX3274" fmla="*/ 564181 w 1723042"/>
              <a:gd name="csY3274" fmla="*/ 1114920 h 1114920"/>
              <a:gd name="csX3275" fmla="*/ 564353 w 1723042"/>
              <a:gd name="csY3275" fmla="*/ 1114920 h 1114920"/>
              <a:gd name="csX3276" fmla="*/ 564526 w 1723042"/>
              <a:gd name="csY3276" fmla="*/ 1114920 h 1114920"/>
              <a:gd name="csX3277" fmla="*/ 564698 w 1723042"/>
              <a:gd name="csY3277" fmla="*/ 1114920 h 1114920"/>
              <a:gd name="csX3278" fmla="*/ 564870 w 1723042"/>
              <a:gd name="csY3278" fmla="*/ 1114920 h 1114920"/>
              <a:gd name="csX3279" fmla="*/ 565043 w 1723042"/>
              <a:gd name="csY3279" fmla="*/ 1114920 h 1114920"/>
              <a:gd name="csX3280" fmla="*/ 565216 w 1723042"/>
              <a:gd name="csY3280" fmla="*/ 1114920 h 1114920"/>
              <a:gd name="csX3281" fmla="*/ 565387 w 1723042"/>
              <a:gd name="csY3281" fmla="*/ 1114920 h 1114920"/>
              <a:gd name="csX3282" fmla="*/ 565560 w 1723042"/>
              <a:gd name="csY3282" fmla="*/ 1114920 h 1114920"/>
              <a:gd name="csX3283" fmla="*/ 565732 w 1723042"/>
              <a:gd name="csY3283" fmla="*/ 1114920 h 1114920"/>
              <a:gd name="csX3284" fmla="*/ 565904 w 1723042"/>
              <a:gd name="csY3284" fmla="*/ 1114920 h 1114920"/>
              <a:gd name="csX3285" fmla="*/ 566077 w 1723042"/>
              <a:gd name="csY3285" fmla="*/ 1114920 h 1114920"/>
              <a:gd name="csX3286" fmla="*/ 566249 w 1723042"/>
              <a:gd name="csY3286" fmla="*/ 1114920 h 1114920"/>
              <a:gd name="csX3287" fmla="*/ 566421 w 1723042"/>
              <a:gd name="csY3287" fmla="*/ 1114920 h 1114920"/>
              <a:gd name="csX3288" fmla="*/ 566594 w 1723042"/>
              <a:gd name="csY3288" fmla="*/ 1114920 h 1114920"/>
              <a:gd name="csX3289" fmla="*/ 566766 w 1723042"/>
              <a:gd name="csY3289" fmla="*/ 1114920 h 1114920"/>
              <a:gd name="csX3290" fmla="*/ 566939 w 1723042"/>
              <a:gd name="csY3290" fmla="*/ 1114920 h 1114920"/>
              <a:gd name="csX3291" fmla="*/ 567110 w 1723042"/>
              <a:gd name="csY3291" fmla="*/ 1114920 h 1114920"/>
              <a:gd name="csX3292" fmla="*/ 567283 w 1723042"/>
              <a:gd name="csY3292" fmla="*/ 1114920 h 1114920"/>
              <a:gd name="csX3293" fmla="*/ 567456 w 1723042"/>
              <a:gd name="csY3293" fmla="*/ 1114920 h 1114920"/>
              <a:gd name="csX3294" fmla="*/ 567627 w 1723042"/>
              <a:gd name="csY3294" fmla="*/ 1114920 h 1114920"/>
              <a:gd name="csX3295" fmla="*/ 567800 w 1723042"/>
              <a:gd name="csY3295" fmla="*/ 1114920 h 1114920"/>
              <a:gd name="csX3296" fmla="*/ 567973 w 1723042"/>
              <a:gd name="csY3296" fmla="*/ 1114920 h 1114920"/>
              <a:gd name="csX3297" fmla="*/ 568144 w 1723042"/>
              <a:gd name="csY3297" fmla="*/ 1114920 h 1114920"/>
              <a:gd name="csX3298" fmla="*/ 568317 w 1723042"/>
              <a:gd name="csY3298" fmla="*/ 1114920 h 1114920"/>
              <a:gd name="csX3299" fmla="*/ 568489 w 1723042"/>
              <a:gd name="csY3299" fmla="*/ 1114920 h 1114920"/>
              <a:gd name="csX3300" fmla="*/ 568661 w 1723042"/>
              <a:gd name="csY3300" fmla="*/ 1114920 h 1114920"/>
              <a:gd name="csX3301" fmla="*/ 568834 w 1723042"/>
              <a:gd name="csY3301" fmla="*/ 1114920 h 1114920"/>
              <a:gd name="csX3302" fmla="*/ 569006 w 1723042"/>
              <a:gd name="csY3302" fmla="*/ 1114920 h 1114920"/>
              <a:gd name="csX3303" fmla="*/ 569179 w 1723042"/>
              <a:gd name="csY3303" fmla="*/ 1114920 h 1114920"/>
              <a:gd name="csX3304" fmla="*/ 569351 w 1723042"/>
              <a:gd name="csY3304" fmla="*/ 1114920 h 1114920"/>
              <a:gd name="csX3305" fmla="*/ 569523 w 1723042"/>
              <a:gd name="csY3305" fmla="*/ 1114920 h 1114920"/>
              <a:gd name="csX3306" fmla="*/ 569696 w 1723042"/>
              <a:gd name="csY3306" fmla="*/ 1114920 h 1114920"/>
              <a:gd name="csX3307" fmla="*/ 569868 w 1723042"/>
              <a:gd name="csY3307" fmla="*/ 1114920 h 1114920"/>
              <a:gd name="csX3308" fmla="*/ 570040 w 1723042"/>
              <a:gd name="csY3308" fmla="*/ 1114920 h 1114920"/>
              <a:gd name="csX3309" fmla="*/ 570213 w 1723042"/>
              <a:gd name="csY3309" fmla="*/ 1114920 h 1114920"/>
              <a:gd name="csX3310" fmla="*/ 570384 w 1723042"/>
              <a:gd name="csY3310" fmla="*/ 1114920 h 1114920"/>
              <a:gd name="csX3311" fmla="*/ 570557 w 1723042"/>
              <a:gd name="csY3311" fmla="*/ 1114920 h 1114920"/>
              <a:gd name="csX3312" fmla="*/ 570730 w 1723042"/>
              <a:gd name="csY3312" fmla="*/ 1114920 h 1114920"/>
              <a:gd name="csX3313" fmla="*/ 570902 w 1723042"/>
              <a:gd name="csY3313" fmla="*/ 1114920 h 1114920"/>
              <a:gd name="csX3314" fmla="*/ 571074 w 1723042"/>
              <a:gd name="csY3314" fmla="*/ 1114920 h 1114920"/>
              <a:gd name="csX3315" fmla="*/ 571246 w 1723042"/>
              <a:gd name="csY3315" fmla="*/ 1114920 h 1114920"/>
              <a:gd name="csX3316" fmla="*/ 571415 w 1723042"/>
              <a:gd name="csY3316" fmla="*/ 1114920 h 1114920"/>
              <a:gd name="csX3317" fmla="*/ 571592 w 1723042"/>
              <a:gd name="csY3317" fmla="*/ 1114920 h 1114920"/>
              <a:gd name="csX3318" fmla="*/ 571762 w 1723042"/>
              <a:gd name="csY3318" fmla="*/ 1114920 h 1114920"/>
              <a:gd name="csX3319" fmla="*/ 571939 w 1723042"/>
              <a:gd name="csY3319" fmla="*/ 1114920 h 1114920"/>
              <a:gd name="csX3320" fmla="*/ 572109 w 1723042"/>
              <a:gd name="csY3320" fmla="*/ 1114920 h 1114920"/>
              <a:gd name="csX3321" fmla="*/ 572278 w 1723042"/>
              <a:gd name="csY3321" fmla="*/ 1114920 h 1114920"/>
              <a:gd name="csX3322" fmla="*/ 572455 w 1723042"/>
              <a:gd name="csY3322" fmla="*/ 1114920 h 1114920"/>
              <a:gd name="csX3323" fmla="*/ 572625 w 1723042"/>
              <a:gd name="csY3323" fmla="*/ 1114920 h 1114920"/>
              <a:gd name="csX3324" fmla="*/ 572793 w 1723042"/>
              <a:gd name="csY3324" fmla="*/ 1114920 h 1114920"/>
              <a:gd name="csX3325" fmla="*/ 572971 w 1723042"/>
              <a:gd name="csY3325" fmla="*/ 1114920 h 1114920"/>
              <a:gd name="csX3326" fmla="*/ 573140 w 1723042"/>
              <a:gd name="csY3326" fmla="*/ 1114920 h 1114920"/>
              <a:gd name="csX3327" fmla="*/ 573318 w 1723042"/>
              <a:gd name="csY3327" fmla="*/ 1114920 h 1114920"/>
              <a:gd name="csX3328" fmla="*/ 573487 w 1723042"/>
              <a:gd name="csY3328" fmla="*/ 1114920 h 1114920"/>
              <a:gd name="csX3329" fmla="*/ 573656 w 1723042"/>
              <a:gd name="csY3329" fmla="*/ 1114920 h 1114920"/>
              <a:gd name="csX3330" fmla="*/ 573834 w 1723042"/>
              <a:gd name="csY3330" fmla="*/ 1114920 h 1114920"/>
              <a:gd name="csX3331" fmla="*/ 574003 w 1723042"/>
              <a:gd name="csY3331" fmla="*/ 1114920 h 1114920"/>
              <a:gd name="csX3332" fmla="*/ 574172 w 1723042"/>
              <a:gd name="csY3332" fmla="*/ 1114920 h 1114920"/>
              <a:gd name="csX3333" fmla="*/ 574350 w 1723042"/>
              <a:gd name="csY3333" fmla="*/ 1114920 h 1114920"/>
              <a:gd name="csX3334" fmla="*/ 574519 w 1723042"/>
              <a:gd name="csY3334" fmla="*/ 1114920 h 1114920"/>
              <a:gd name="csX3335" fmla="*/ 574688 w 1723042"/>
              <a:gd name="csY3335" fmla="*/ 1114920 h 1114920"/>
              <a:gd name="csX3336" fmla="*/ 574866 w 1723042"/>
              <a:gd name="csY3336" fmla="*/ 1114920 h 1114920"/>
              <a:gd name="csX3337" fmla="*/ 575035 w 1723042"/>
              <a:gd name="csY3337" fmla="*/ 1114920 h 1114920"/>
              <a:gd name="csX3338" fmla="*/ 575213 w 1723042"/>
              <a:gd name="csY3338" fmla="*/ 1114920 h 1114920"/>
              <a:gd name="csX3339" fmla="*/ 575382 w 1723042"/>
              <a:gd name="csY3339" fmla="*/ 1114920 h 1114920"/>
              <a:gd name="csX3340" fmla="*/ 575551 w 1723042"/>
              <a:gd name="csY3340" fmla="*/ 1114920 h 1114920"/>
              <a:gd name="csX3341" fmla="*/ 575729 w 1723042"/>
              <a:gd name="csY3341" fmla="*/ 1114920 h 1114920"/>
              <a:gd name="csX3342" fmla="*/ 575898 w 1723042"/>
              <a:gd name="csY3342" fmla="*/ 1114920 h 1114920"/>
              <a:gd name="csX3343" fmla="*/ 576067 w 1723042"/>
              <a:gd name="csY3343" fmla="*/ 1114920 h 1114920"/>
              <a:gd name="csX3344" fmla="*/ 576245 w 1723042"/>
              <a:gd name="csY3344" fmla="*/ 1114920 h 1114920"/>
              <a:gd name="csX3345" fmla="*/ 576414 w 1723042"/>
              <a:gd name="csY3345" fmla="*/ 1114920 h 1114920"/>
              <a:gd name="csX3346" fmla="*/ 576592 w 1723042"/>
              <a:gd name="csY3346" fmla="*/ 1114920 h 1114920"/>
              <a:gd name="csX3347" fmla="*/ 576761 w 1723042"/>
              <a:gd name="csY3347" fmla="*/ 1114920 h 1114920"/>
              <a:gd name="csX3348" fmla="*/ 576930 w 1723042"/>
              <a:gd name="csY3348" fmla="*/ 1114920 h 1114920"/>
              <a:gd name="csX3349" fmla="*/ 577108 w 1723042"/>
              <a:gd name="csY3349" fmla="*/ 1114920 h 1114920"/>
              <a:gd name="csX3350" fmla="*/ 577277 w 1723042"/>
              <a:gd name="csY3350" fmla="*/ 1114920 h 1114920"/>
              <a:gd name="csX3351" fmla="*/ 577446 w 1723042"/>
              <a:gd name="csY3351" fmla="*/ 1114920 h 1114920"/>
              <a:gd name="csX3352" fmla="*/ 577624 w 1723042"/>
              <a:gd name="csY3352" fmla="*/ 1114920 h 1114920"/>
              <a:gd name="csX3353" fmla="*/ 577793 w 1723042"/>
              <a:gd name="csY3353" fmla="*/ 1114920 h 1114920"/>
              <a:gd name="csX3354" fmla="*/ 577971 w 1723042"/>
              <a:gd name="csY3354" fmla="*/ 1114920 h 1114920"/>
              <a:gd name="csX3355" fmla="*/ 578140 w 1723042"/>
              <a:gd name="csY3355" fmla="*/ 1114920 h 1114920"/>
              <a:gd name="csX3356" fmla="*/ 578309 w 1723042"/>
              <a:gd name="csY3356" fmla="*/ 1114920 h 1114920"/>
              <a:gd name="csX3357" fmla="*/ 578487 w 1723042"/>
              <a:gd name="csY3357" fmla="*/ 1114920 h 1114920"/>
              <a:gd name="csX3358" fmla="*/ 578656 w 1723042"/>
              <a:gd name="csY3358" fmla="*/ 1114920 h 1114920"/>
              <a:gd name="csX3359" fmla="*/ 578825 w 1723042"/>
              <a:gd name="csY3359" fmla="*/ 1114920 h 1114920"/>
              <a:gd name="csX3360" fmla="*/ 579003 w 1723042"/>
              <a:gd name="csY3360" fmla="*/ 1114920 h 1114920"/>
              <a:gd name="csX3361" fmla="*/ 579172 w 1723042"/>
              <a:gd name="csY3361" fmla="*/ 1114920 h 1114920"/>
              <a:gd name="csX3362" fmla="*/ 579341 w 1723042"/>
              <a:gd name="csY3362" fmla="*/ 1114920 h 1114920"/>
              <a:gd name="csX3363" fmla="*/ 579519 w 1723042"/>
              <a:gd name="csY3363" fmla="*/ 1114920 h 1114920"/>
              <a:gd name="csX3364" fmla="*/ 579688 w 1723042"/>
              <a:gd name="csY3364" fmla="*/ 1114920 h 1114920"/>
              <a:gd name="csX3365" fmla="*/ 579866 w 1723042"/>
              <a:gd name="csY3365" fmla="*/ 1114920 h 1114920"/>
              <a:gd name="csX3366" fmla="*/ 580035 w 1723042"/>
              <a:gd name="csY3366" fmla="*/ 1114920 h 1114920"/>
              <a:gd name="csX3367" fmla="*/ 580204 w 1723042"/>
              <a:gd name="csY3367" fmla="*/ 1114920 h 1114920"/>
              <a:gd name="csX3368" fmla="*/ 580382 w 1723042"/>
              <a:gd name="csY3368" fmla="*/ 1114920 h 1114920"/>
              <a:gd name="csX3369" fmla="*/ 580551 w 1723042"/>
              <a:gd name="csY3369" fmla="*/ 1114920 h 1114920"/>
              <a:gd name="csX3370" fmla="*/ 580720 w 1723042"/>
              <a:gd name="csY3370" fmla="*/ 1114920 h 1114920"/>
              <a:gd name="csX3371" fmla="*/ 580898 w 1723042"/>
              <a:gd name="csY3371" fmla="*/ 1114920 h 1114920"/>
              <a:gd name="csX3372" fmla="*/ 581067 w 1723042"/>
              <a:gd name="csY3372" fmla="*/ 1114920 h 1114920"/>
              <a:gd name="csX3373" fmla="*/ 581245 w 1723042"/>
              <a:gd name="csY3373" fmla="*/ 1114920 h 1114920"/>
              <a:gd name="csX3374" fmla="*/ 581414 w 1723042"/>
              <a:gd name="csY3374" fmla="*/ 1114920 h 1114920"/>
              <a:gd name="csX3375" fmla="*/ 581583 w 1723042"/>
              <a:gd name="csY3375" fmla="*/ 1114920 h 1114920"/>
              <a:gd name="csX3376" fmla="*/ 581761 w 1723042"/>
              <a:gd name="csY3376" fmla="*/ 1114920 h 1114920"/>
              <a:gd name="csX3377" fmla="*/ 581930 w 1723042"/>
              <a:gd name="csY3377" fmla="*/ 1114920 h 1114920"/>
              <a:gd name="csX3378" fmla="*/ 582099 w 1723042"/>
              <a:gd name="csY3378" fmla="*/ 1114920 h 1114920"/>
              <a:gd name="csX3379" fmla="*/ 582277 w 1723042"/>
              <a:gd name="csY3379" fmla="*/ 1114920 h 1114920"/>
              <a:gd name="csX3380" fmla="*/ 582446 w 1723042"/>
              <a:gd name="csY3380" fmla="*/ 1114920 h 1114920"/>
              <a:gd name="csX3381" fmla="*/ 582615 w 1723042"/>
              <a:gd name="csY3381" fmla="*/ 1114920 h 1114920"/>
              <a:gd name="csX3382" fmla="*/ 582793 w 1723042"/>
              <a:gd name="csY3382" fmla="*/ 1114920 h 1114920"/>
              <a:gd name="csX3383" fmla="*/ 582962 w 1723042"/>
              <a:gd name="csY3383" fmla="*/ 1114920 h 1114920"/>
              <a:gd name="csX3384" fmla="*/ 583140 w 1723042"/>
              <a:gd name="csY3384" fmla="*/ 1114920 h 1114920"/>
              <a:gd name="csX3385" fmla="*/ 583309 w 1723042"/>
              <a:gd name="csY3385" fmla="*/ 1114920 h 1114920"/>
              <a:gd name="csX3386" fmla="*/ 583478 w 1723042"/>
              <a:gd name="csY3386" fmla="*/ 1114920 h 1114920"/>
              <a:gd name="csX3387" fmla="*/ 583656 w 1723042"/>
              <a:gd name="csY3387" fmla="*/ 1114920 h 1114920"/>
              <a:gd name="csX3388" fmla="*/ 583825 w 1723042"/>
              <a:gd name="csY3388" fmla="*/ 1114920 h 1114920"/>
              <a:gd name="csX3389" fmla="*/ 583994 w 1723042"/>
              <a:gd name="csY3389" fmla="*/ 1114920 h 1114920"/>
              <a:gd name="csX3390" fmla="*/ 584172 w 1723042"/>
              <a:gd name="csY3390" fmla="*/ 1114920 h 1114920"/>
              <a:gd name="csX3391" fmla="*/ 584341 w 1723042"/>
              <a:gd name="csY3391" fmla="*/ 1114920 h 1114920"/>
              <a:gd name="csX3392" fmla="*/ 584519 w 1723042"/>
              <a:gd name="csY3392" fmla="*/ 1114920 h 1114920"/>
              <a:gd name="csX3393" fmla="*/ 584688 w 1723042"/>
              <a:gd name="csY3393" fmla="*/ 1114920 h 1114920"/>
              <a:gd name="csX3394" fmla="*/ 584857 w 1723042"/>
              <a:gd name="csY3394" fmla="*/ 1114920 h 1114920"/>
              <a:gd name="csX3395" fmla="*/ 585035 w 1723042"/>
              <a:gd name="csY3395" fmla="*/ 1114920 h 1114920"/>
              <a:gd name="csX3396" fmla="*/ 585204 w 1723042"/>
              <a:gd name="csY3396" fmla="*/ 1114920 h 1114920"/>
              <a:gd name="csX3397" fmla="*/ 585373 w 1723042"/>
              <a:gd name="csY3397" fmla="*/ 1114920 h 1114920"/>
              <a:gd name="csX3398" fmla="*/ 585551 w 1723042"/>
              <a:gd name="csY3398" fmla="*/ 1114920 h 1114920"/>
              <a:gd name="csX3399" fmla="*/ 585720 w 1723042"/>
              <a:gd name="csY3399" fmla="*/ 1114920 h 1114920"/>
              <a:gd name="csX3400" fmla="*/ 585898 w 1723042"/>
              <a:gd name="csY3400" fmla="*/ 1114920 h 1114920"/>
              <a:gd name="csX3401" fmla="*/ 586067 w 1723042"/>
              <a:gd name="csY3401" fmla="*/ 1114920 h 1114920"/>
              <a:gd name="csX3402" fmla="*/ 586236 w 1723042"/>
              <a:gd name="csY3402" fmla="*/ 1114920 h 1114920"/>
              <a:gd name="csX3403" fmla="*/ 586414 w 1723042"/>
              <a:gd name="csY3403" fmla="*/ 1114920 h 1114920"/>
              <a:gd name="csX3404" fmla="*/ 586583 w 1723042"/>
              <a:gd name="csY3404" fmla="*/ 1114920 h 1114920"/>
              <a:gd name="csX3405" fmla="*/ 586752 w 1723042"/>
              <a:gd name="csY3405" fmla="*/ 1114920 h 1114920"/>
              <a:gd name="csX3406" fmla="*/ 586930 w 1723042"/>
              <a:gd name="csY3406" fmla="*/ 1114920 h 1114920"/>
              <a:gd name="csX3407" fmla="*/ 587099 w 1723042"/>
              <a:gd name="csY3407" fmla="*/ 1114920 h 1114920"/>
              <a:gd name="csX3408" fmla="*/ 587268 w 1723042"/>
              <a:gd name="csY3408" fmla="*/ 1114920 h 1114920"/>
              <a:gd name="csX3409" fmla="*/ 587446 w 1723042"/>
              <a:gd name="csY3409" fmla="*/ 1114920 h 1114920"/>
              <a:gd name="csX3410" fmla="*/ 587615 w 1723042"/>
              <a:gd name="csY3410" fmla="*/ 1114920 h 1114920"/>
              <a:gd name="csX3411" fmla="*/ 587793 w 1723042"/>
              <a:gd name="csY3411" fmla="*/ 1114920 h 1114920"/>
              <a:gd name="csX3412" fmla="*/ 587962 w 1723042"/>
              <a:gd name="csY3412" fmla="*/ 1114920 h 1114920"/>
              <a:gd name="csX3413" fmla="*/ 588131 w 1723042"/>
              <a:gd name="csY3413" fmla="*/ 1114920 h 1114920"/>
              <a:gd name="csX3414" fmla="*/ 588309 w 1723042"/>
              <a:gd name="csY3414" fmla="*/ 1114920 h 1114920"/>
              <a:gd name="csX3415" fmla="*/ 588478 w 1723042"/>
              <a:gd name="csY3415" fmla="*/ 1114920 h 1114920"/>
              <a:gd name="csX3416" fmla="*/ 588647 w 1723042"/>
              <a:gd name="csY3416" fmla="*/ 1114920 h 1114920"/>
              <a:gd name="csX3417" fmla="*/ 588825 w 1723042"/>
              <a:gd name="csY3417" fmla="*/ 1114920 h 1114920"/>
              <a:gd name="csX3418" fmla="*/ 588994 w 1723042"/>
              <a:gd name="csY3418" fmla="*/ 1114920 h 1114920"/>
              <a:gd name="csX3419" fmla="*/ 589172 w 1723042"/>
              <a:gd name="csY3419" fmla="*/ 1114920 h 1114920"/>
              <a:gd name="csX3420" fmla="*/ 589341 w 1723042"/>
              <a:gd name="csY3420" fmla="*/ 1114920 h 1114920"/>
              <a:gd name="csX3421" fmla="*/ 589510 w 1723042"/>
              <a:gd name="csY3421" fmla="*/ 1114920 h 1114920"/>
              <a:gd name="csX3422" fmla="*/ 589688 w 1723042"/>
              <a:gd name="csY3422" fmla="*/ 1114920 h 1114920"/>
              <a:gd name="csX3423" fmla="*/ 589857 w 1723042"/>
              <a:gd name="csY3423" fmla="*/ 1114920 h 1114920"/>
              <a:gd name="csX3424" fmla="*/ 590026 w 1723042"/>
              <a:gd name="csY3424" fmla="*/ 1114920 h 1114920"/>
              <a:gd name="csX3425" fmla="*/ 590204 w 1723042"/>
              <a:gd name="csY3425" fmla="*/ 1114920 h 1114920"/>
              <a:gd name="csX3426" fmla="*/ 590373 w 1723042"/>
              <a:gd name="csY3426" fmla="*/ 1114920 h 1114920"/>
              <a:gd name="csX3427" fmla="*/ 590551 w 1723042"/>
              <a:gd name="csY3427" fmla="*/ 1114920 h 1114920"/>
              <a:gd name="csX3428" fmla="*/ 590720 w 1723042"/>
              <a:gd name="csY3428" fmla="*/ 1114920 h 1114920"/>
              <a:gd name="csX3429" fmla="*/ 590889 w 1723042"/>
              <a:gd name="csY3429" fmla="*/ 1114920 h 1114920"/>
              <a:gd name="csX3430" fmla="*/ 591067 w 1723042"/>
              <a:gd name="csY3430" fmla="*/ 1114920 h 1114920"/>
              <a:gd name="csX3431" fmla="*/ 591236 w 1723042"/>
              <a:gd name="csY3431" fmla="*/ 1114920 h 1114920"/>
              <a:gd name="csX3432" fmla="*/ 591405 w 1723042"/>
              <a:gd name="csY3432" fmla="*/ 1114920 h 1114920"/>
              <a:gd name="csX3433" fmla="*/ 591583 w 1723042"/>
              <a:gd name="csY3433" fmla="*/ 1114920 h 1114920"/>
              <a:gd name="csX3434" fmla="*/ 591752 w 1723042"/>
              <a:gd name="csY3434" fmla="*/ 1114920 h 1114920"/>
              <a:gd name="csX3435" fmla="*/ 591921 w 1723042"/>
              <a:gd name="csY3435" fmla="*/ 1114920 h 1114920"/>
              <a:gd name="csX3436" fmla="*/ 592099 w 1723042"/>
              <a:gd name="csY3436" fmla="*/ 1114920 h 1114920"/>
              <a:gd name="csX3437" fmla="*/ 592268 w 1723042"/>
              <a:gd name="csY3437" fmla="*/ 1114920 h 1114920"/>
              <a:gd name="csX3438" fmla="*/ 592446 w 1723042"/>
              <a:gd name="csY3438" fmla="*/ 1114920 h 1114920"/>
              <a:gd name="csX3439" fmla="*/ 592615 w 1723042"/>
              <a:gd name="csY3439" fmla="*/ 1114920 h 1114920"/>
              <a:gd name="csX3440" fmla="*/ 592784 w 1723042"/>
              <a:gd name="csY3440" fmla="*/ 1114920 h 1114920"/>
              <a:gd name="csX3441" fmla="*/ 592962 w 1723042"/>
              <a:gd name="csY3441" fmla="*/ 1114920 h 1114920"/>
              <a:gd name="csX3442" fmla="*/ 593131 w 1723042"/>
              <a:gd name="csY3442" fmla="*/ 1114920 h 1114920"/>
              <a:gd name="csX3443" fmla="*/ 593300 w 1723042"/>
              <a:gd name="csY3443" fmla="*/ 1114920 h 1114920"/>
              <a:gd name="csX3444" fmla="*/ 593478 w 1723042"/>
              <a:gd name="csY3444" fmla="*/ 1114920 h 1114920"/>
              <a:gd name="csX3445" fmla="*/ 593647 w 1723042"/>
              <a:gd name="csY3445" fmla="*/ 1114920 h 1114920"/>
              <a:gd name="csX3446" fmla="*/ 593825 w 1723042"/>
              <a:gd name="csY3446" fmla="*/ 1114920 h 1114920"/>
              <a:gd name="csX3447" fmla="*/ 593994 w 1723042"/>
              <a:gd name="csY3447" fmla="*/ 1114920 h 1114920"/>
              <a:gd name="csX3448" fmla="*/ 594163 w 1723042"/>
              <a:gd name="csY3448" fmla="*/ 1114920 h 1114920"/>
              <a:gd name="csX3449" fmla="*/ 594341 w 1723042"/>
              <a:gd name="csY3449" fmla="*/ 1114920 h 1114920"/>
              <a:gd name="csX3450" fmla="*/ 594510 w 1723042"/>
              <a:gd name="csY3450" fmla="*/ 1114920 h 1114920"/>
              <a:gd name="csX3451" fmla="*/ 594679 w 1723042"/>
              <a:gd name="csY3451" fmla="*/ 1114920 h 1114920"/>
              <a:gd name="csX3452" fmla="*/ 594857 w 1723042"/>
              <a:gd name="csY3452" fmla="*/ 1114920 h 1114920"/>
              <a:gd name="csX3453" fmla="*/ 595026 w 1723042"/>
              <a:gd name="csY3453" fmla="*/ 1114920 h 1114920"/>
              <a:gd name="csX3454" fmla="*/ 595195 w 1723042"/>
              <a:gd name="csY3454" fmla="*/ 1114920 h 1114920"/>
              <a:gd name="csX3455" fmla="*/ 595373 w 1723042"/>
              <a:gd name="csY3455" fmla="*/ 1114920 h 1114920"/>
              <a:gd name="csX3456" fmla="*/ 595542 w 1723042"/>
              <a:gd name="csY3456" fmla="*/ 1114920 h 1114920"/>
              <a:gd name="csX3457" fmla="*/ 595720 w 1723042"/>
              <a:gd name="csY3457" fmla="*/ 1114920 h 1114920"/>
              <a:gd name="csX3458" fmla="*/ 595889 w 1723042"/>
              <a:gd name="csY3458" fmla="*/ 1114920 h 1114920"/>
              <a:gd name="csX3459" fmla="*/ 596058 w 1723042"/>
              <a:gd name="csY3459" fmla="*/ 1114920 h 1114920"/>
              <a:gd name="csX3460" fmla="*/ 596236 w 1723042"/>
              <a:gd name="csY3460" fmla="*/ 1114920 h 1114920"/>
              <a:gd name="csX3461" fmla="*/ 596405 w 1723042"/>
              <a:gd name="csY3461" fmla="*/ 1114920 h 1114920"/>
              <a:gd name="csX3462" fmla="*/ 596574 w 1723042"/>
              <a:gd name="csY3462" fmla="*/ 1114920 h 1114920"/>
              <a:gd name="csX3463" fmla="*/ 596752 w 1723042"/>
              <a:gd name="csY3463" fmla="*/ 1114920 h 1114920"/>
              <a:gd name="csX3464" fmla="*/ 596921 w 1723042"/>
              <a:gd name="csY3464" fmla="*/ 1114920 h 1114920"/>
              <a:gd name="csX3465" fmla="*/ 597099 w 1723042"/>
              <a:gd name="csY3465" fmla="*/ 1114920 h 1114920"/>
              <a:gd name="csX3466" fmla="*/ 597268 w 1723042"/>
              <a:gd name="csY3466" fmla="*/ 1114920 h 1114920"/>
              <a:gd name="csX3467" fmla="*/ 597437 w 1723042"/>
              <a:gd name="csY3467" fmla="*/ 1114920 h 1114920"/>
              <a:gd name="csX3468" fmla="*/ 597615 w 1723042"/>
              <a:gd name="csY3468" fmla="*/ 1114920 h 1114920"/>
              <a:gd name="csX3469" fmla="*/ 597784 w 1723042"/>
              <a:gd name="csY3469" fmla="*/ 1114920 h 1114920"/>
              <a:gd name="csX3470" fmla="*/ 597953 w 1723042"/>
              <a:gd name="csY3470" fmla="*/ 1114920 h 1114920"/>
              <a:gd name="csX3471" fmla="*/ 598131 w 1723042"/>
              <a:gd name="csY3471" fmla="*/ 1114920 h 1114920"/>
              <a:gd name="csX3472" fmla="*/ 598300 w 1723042"/>
              <a:gd name="csY3472" fmla="*/ 1114920 h 1114920"/>
              <a:gd name="csX3473" fmla="*/ 598478 w 1723042"/>
              <a:gd name="csY3473" fmla="*/ 1114911 h 1114920"/>
              <a:gd name="csX3474" fmla="*/ 598647 w 1723042"/>
              <a:gd name="csY3474" fmla="*/ 1114911 h 1114920"/>
              <a:gd name="csX3475" fmla="*/ 598816 w 1723042"/>
              <a:gd name="csY3475" fmla="*/ 1114911 h 1114920"/>
              <a:gd name="csX3476" fmla="*/ 598994 w 1723042"/>
              <a:gd name="csY3476" fmla="*/ 1114911 h 1114920"/>
              <a:gd name="csX3477" fmla="*/ 599163 w 1723042"/>
              <a:gd name="csY3477" fmla="*/ 1114911 h 1114920"/>
              <a:gd name="csX3478" fmla="*/ 599332 w 1723042"/>
              <a:gd name="csY3478" fmla="*/ 1114911 h 1114920"/>
              <a:gd name="csX3479" fmla="*/ 599510 w 1723042"/>
              <a:gd name="csY3479" fmla="*/ 1114911 h 1114920"/>
              <a:gd name="csX3480" fmla="*/ 599679 w 1723042"/>
              <a:gd name="csY3480" fmla="*/ 1114911 h 1114920"/>
              <a:gd name="csX3481" fmla="*/ 599848 w 1723042"/>
              <a:gd name="csY3481" fmla="*/ 1114911 h 1114920"/>
              <a:gd name="csX3482" fmla="*/ 600026 w 1723042"/>
              <a:gd name="csY3482" fmla="*/ 1114911 h 1114920"/>
              <a:gd name="csX3483" fmla="*/ 600195 w 1723042"/>
              <a:gd name="csY3483" fmla="*/ 1114911 h 1114920"/>
              <a:gd name="csX3484" fmla="*/ 600372 w 1723042"/>
              <a:gd name="csY3484" fmla="*/ 1114911 h 1114920"/>
              <a:gd name="csX3485" fmla="*/ 600542 w 1723042"/>
              <a:gd name="csY3485" fmla="*/ 1114911 h 1114920"/>
              <a:gd name="csX3486" fmla="*/ 600711 w 1723042"/>
              <a:gd name="csY3486" fmla="*/ 1114911 h 1114920"/>
              <a:gd name="csX3487" fmla="*/ 600889 w 1723042"/>
              <a:gd name="csY3487" fmla="*/ 1114911 h 1114920"/>
              <a:gd name="csX3488" fmla="*/ 601058 w 1723042"/>
              <a:gd name="csY3488" fmla="*/ 1114911 h 1114920"/>
              <a:gd name="csX3489" fmla="*/ 601227 w 1723042"/>
              <a:gd name="csY3489" fmla="*/ 1114911 h 1114920"/>
              <a:gd name="csX3490" fmla="*/ 601405 w 1723042"/>
              <a:gd name="csY3490" fmla="*/ 1114911 h 1114920"/>
              <a:gd name="csX3491" fmla="*/ 601573 w 1723042"/>
              <a:gd name="csY3491" fmla="*/ 1114911 h 1114920"/>
              <a:gd name="csX3492" fmla="*/ 601751 w 1723042"/>
              <a:gd name="csY3492" fmla="*/ 1114911 h 1114920"/>
              <a:gd name="csX3493" fmla="*/ 601920 w 1723042"/>
              <a:gd name="csY3493" fmla="*/ 1114911 h 1114920"/>
              <a:gd name="csX3494" fmla="*/ 602090 w 1723042"/>
              <a:gd name="csY3494" fmla="*/ 1114911 h 1114920"/>
              <a:gd name="csX3495" fmla="*/ 602267 w 1723042"/>
              <a:gd name="csY3495" fmla="*/ 1114911 h 1114920"/>
              <a:gd name="csX3496" fmla="*/ 602437 w 1723042"/>
              <a:gd name="csY3496" fmla="*/ 1114911 h 1114920"/>
              <a:gd name="csX3497" fmla="*/ 602606 w 1723042"/>
              <a:gd name="csY3497" fmla="*/ 1114911 h 1114920"/>
              <a:gd name="csX3498" fmla="*/ 602783 w 1723042"/>
              <a:gd name="csY3498" fmla="*/ 1114911 h 1114920"/>
              <a:gd name="csX3499" fmla="*/ 602952 w 1723042"/>
              <a:gd name="csY3499" fmla="*/ 1114911 h 1114920"/>
              <a:gd name="csX3500" fmla="*/ 603122 w 1723042"/>
              <a:gd name="csY3500" fmla="*/ 1114911 h 1114920"/>
              <a:gd name="csX3501" fmla="*/ 603299 w 1723042"/>
              <a:gd name="csY3501" fmla="*/ 1114911 h 1114920"/>
              <a:gd name="csX3502" fmla="*/ 603468 w 1723042"/>
              <a:gd name="csY3502" fmla="*/ 1114911 h 1114920"/>
              <a:gd name="csX3503" fmla="*/ 603646 w 1723042"/>
              <a:gd name="csY3503" fmla="*/ 1114911 h 1114920"/>
              <a:gd name="csX3504" fmla="*/ 603815 w 1723042"/>
              <a:gd name="csY3504" fmla="*/ 1114911 h 1114920"/>
              <a:gd name="csX3505" fmla="*/ 603984 w 1723042"/>
              <a:gd name="csY3505" fmla="*/ 1114911 h 1114920"/>
              <a:gd name="csX3506" fmla="*/ 604162 w 1723042"/>
              <a:gd name="csY3506" fmla="*/ 1114911 h 1114920"/>
              <a:gd name="csX3507" fmla="*/ 604331 w 1723042"/>
              <a:gd name="csY3507" fmla="*/ 1114911 h 1114920"/>
              <a:gd name="csX3508" fmla="*/ 604500 w 1723042"/>
              <a:gd name="csY3508" fmla="*/ 1114911 h 1114920"/>
              <a:gd name="csX3509" fmla="*/ 604678 w 1723042"/>
              <a:gd name="csY3509" fmla="*/ 1114911 h 1114920"/>
              <a:gd name="csX3510" fmla="*/ 604847 w 1723042"/>
              <a:gd name="csY3510" fmla="*/ 1114911 h 1114920"/>
              <a:gd name="csX3511" fmla="*/ 605025 w 1723042"/>
              <a:gd name="csY3511" fmla="*/ 1114911 h 1114920"/>
              <a:gd name="csX3512" fmla="*/ 605194 w 1723042"/>
              <a:gd name="csY3512" fmla="*/ 1114911 h 1114920"/>
              <a:gd name="csX3513" fmla="*/ 605363 w 1723042"/>
              <a:gd name="csY3513" fmla="*/ 1114911 h 1114920"/>
              <a:gd name="csX3514" fmla="*/ 605541 w 1723042"/>
              <a:gd name="csY3514" fmla="*/ 1114911 h 1114920"/>
              <a:gd name="csX3515" fmla="*/ 605710 w 1723042"/>
              <a:gd name="csY3515" fmla="*/ 1114911 h 1114920"/>
              <a:gd name="csX3516" fmla="*/ 605879 w 1723042"/>
              <a:gd name="csY3516" fmla="*/ 1114911 h 1114920"/>
              <a:gd name="csX3517" fmla="*/ 606057 w 1723042"/>
              <a:gd name="csY3517" fmla="*/ 1114911 h 1114920"/>
              <a:gd name="csX3518" fmla="*/ 606226 w 1723042"/>
              <a:gd name="csY3518" fmla="*/ 1114911 h 1114920"/>
              <a:gd name="csX3519" fmla="*/ 606404 w 1723042"/>
              <a:gd name="csY3519" fmla="*/ 1114911 h 1114920"/>
              <a:gd name="csX3520" fmla="*/ 606573 w 1723042"/>
              <a:gd name="csY3520" fmla="*/ 1114911 h 1114920"/>
              <a:gd name="csX3521" fmla="*/ 606742 w 1723042"/>
              <a:gd name="csY3521" fmla="*/ 1114911 h 1114920"/>
              <a:gd name="csX3522" fmla="*/ 606920 w 1723042"/>
              <a:gd name="csY3522" fmla="*/ 1114911 h 1114920"/>
              <a:gd name="csX3523" fmla="*/ 607089 w 1723042"/>
              <a:gd name="csY3523" fmla="*/ 1114911 h 1114920"/>
              <a:gd name="csX3524" fmla="*/ 607258 w 1723042"/>
              <a:gd name="csY3524" fmla="*/ 1114911 h 1114920"/>
              <a:gd name="csX3525" fmla="*/ 607436 w 1723042"/>
              <a:gd name="csY3525" fmla="*/ 1114903 h 1114920"/>
              <a:gd name="csX3526" fmla="*/ 607605 w 1723042"/>
              <a:gd name="csY3526" fmla="*/ 1114903 h 1114920"/>
              <a:gd name="csX3527" fmla="*/ 607774 w 1723042"/>
              <a:gd name="csY3527" fmla="*/ 1114903 h 1114920"/>
              <a:gd name="csX3528" fmla="*/ 607952 w 1723042"/>
              <a:gd name="csY3528" fmla="*/ 1114903 h 1114920"/>
              <a:gd name="csX3529" fmla="*/ 608121 w 1723042"/>
              <a:gd name="csY3529" fmla="*/ 1114903 h 1114920"/>
              <a:gd name="csX3530" fmla="*/ 608299 w 1723042"/>
              <a:gd name="csY3530" fmla="*/ 1114903 h 1114920"/>
              <a:gd name="csX3531" fmla="*/ 608468 w 1723042"/>
              <a:gd name="csY3531" fmla="*/ 1114903 h 1114920"/>
              <a:gd name="csX3532" fmla="*/ 608637 w 1723042"/>
              <a:gd name="csY3532" fmla="*/ 1114903 h 1114920"/>
              <a:gd name="csX3533" fmla="*/ 608815 w 1723042"/>
              <a:gd name="csY3533" fmla="*/ 1114903 h 1114920"/>
              <a:gd name="csX3534" fmla="*/ 608984 w 1723042"/>
              <a:gd name="csY3534" fmla="*/ 1114903 h 1114920"/>
              <a:gd name="csX3535" fmla="*/ 609153 w 1723042"/>
              <a:gd name="csY3535" fmla="*/ 1114903 h 1114920"/>
              <a:gd name="csX3536" fmla="*/ 609331 w 1723042"/>
              <a:gd name="csY3536" fmla="*/ 1114903 h 1114920"/>
              <a:gd name="csX3537" fmla="*/ 609500 w 1723042"/>
              <a:gd name="csY3537" fmla="*/ 1114903 h 1114920"/>
              <a:gd name="csX3538" fmla="*/ 609678 w 1723042"/>
              <a:gd name="csY3538" fmla="*/ 1114903 h 1114920"/>
              <a:gd name="csX3539" fmla="*/ 609847 w 1723042"/>
              <a:gd name="csY3539" fmla="*/ 1114903 h 1114920"/>
              <a:gd name="csX3540" fmla="*/ 610016 w 1723042"/>
              <a:gd name="csY3540" fmla="*/ 1114903 h 1114920"/>
              <a:gd name="csX3541" fmla="*/ 610194 w 1723042"/>
              <a:gd name="csY3541" fmla="*/ 1114903 h 1114920"/>
              <a:gd name="csX3542" fmla="*/ 610363 w 1723042"/>
              <a:gd name="csY3542" fmla="*/ 1114903 h 1114920"/>
              <a:gd name="csX3543" fmla="*/ 610532 w 1723042"/>
              <a:gd name="csY3543" fmla="*/ 1114903 h 1114920"/>
              <a:gd name="csX3544" fmla="*/ 610710 w 1723042"/>
              <a:gd name="csY3544" fmla="*/ 1114903 h 1114920"/>
              <a:gd name="csX3545" fmla="*/ 610879 w 1723042"/>
              <a:gd name="csY3545" fmla="*/ 1114903 h 1114920"/>
              <a:gd name="csX3546" fmla="*/ 611048 w 1723042"/>
              <a:gd name="csY3546" fmla="*/ 1114903 h 1114920"/>
              <a:gd name="csX3547" fmla="*/ 611226 w 1723042"/>
              <a:gd name="csY3547" fmla="*/ 1114903 h 1114920"/>
              <a:gd name="csX3548" fmla="*/ 611395 w 1723042"/>
              <a:gd name="csY3548" fmla="*/ 1114903 h 1114920"/>
              <a:gd name="csX3549" fmla="*/ 611573 w 1723042"/>
              <a:gd name="csY3549" fmla="*/ 1114903 h 1114920"/>
              <a:gd name="csX3550" fmla="*/ 611742 w 1723042"/>
              <a:gd name="csY3550" fmla="*/ 1114903 h 1114920"/>
              <a:gd name="csX3551" fmla="*/ 611911 w 1723042"/>
              <a:gd name="csY3551" fmla="*/ 1114903 h 1114920"/>
              <a:gd name="csX3552" fmla="*/ 612089 w 1723042"/>
              <a:gd name="csY3552" fmla="*/ 1114903 h 1114920"/>
              <a:gd name="csX3553" fmla="*/ 612258 w 1723042"/>
              <a:gd name="csY3553" fmla="*/ 1114903 h 1114920"/>
              <a:gd name="csX3554" fmla="*/ 612427 w 1723042"/>
              <a:gd name="csY3554" fmla="*/ 1114894 h 1114920"/>
              <a:gd name="csX3555" fmla="*/ 612605 w 1723042"/>
              <a:gd name="csY3555" fmla="*/ 1114894 h 1114920"/>
              <a:gd name="csX3556" fmla="*/ 612774 w 1723042"/>
              <a:gd name="csY3556" fmla="*/ 1114894 h 1114920"/>
              <a:gd name="csX3557" fmla="*/ 612952 w 1723042"/>
              <a:gd name="csY3557" fmla="*/ 1114894 h 1114920"/>
              <a:gd name="csX3558" fmla="*/ 613121 w 1723042"/>
              <a:gd name="csY3558" fmla="*/ 1114894 h 1114920"/>
              <a:gd name="csX3559" fmla="*/ 613290 w 1723042"/>
              <a:gd name="csY3559" fmla="*/ 1114894 h 1114920"/>
              <a:gd name="csX3560" fmla="*/ 613468 w 1723042"/>
              <a:gd name="csY3560" fmla="*/ 1114894 h 1114920"/>
              <a:gd name="csX3561" fmla="*/ 613637 w 1723042"/>
              <a:gd name="csY3561" fmla="*/ 1114894 h 1114920"/>
              <a:gd name="csX3562" fmla="*/ 613806 w 1723042"/>
              <a:gd name="csY3562" fmla="*/ 1114894 h 1114920"/>
              <a:gd name="csX3563" fmla="*/ 613984 w 1723042"/>
              <a:gd name="csY3563" fmla="*/ 1114894 h 1114920"/>
              <a:gd name="csX3564" fmla="*/ 614153 w 1723042"/>
              <a:gd name="csY3564" fmla="*/ 1114894 h 1114920"/>
              <a:gd name="csX3565" fmla="*/ 614331 w 1723042"/>
              <a:gd name="csY3565" fmla="*/ 1114894 h 1114920"/>
              <a:gd name="csX3566" fmla="*/ 614500 w 1723042"/>
              <a:gd name="csY3566" fmla="*/ 1114894 h 1114920"/>
              <a:gd name="csX3567" fmla="*/ 614669 w 1723042"/>
              <a:gd name="csY3567" fmla="*/ 1114894 h 1114920"/>
              <a:gd name="csX3568" fmla="*/ 614847 w 1723042"/>
              <a:gd name="csY3568" fmla="*/ 1114894 h 1114920"/>
              <a:gd name="csX3569" fmla="*/ 615016 w 1723042"/>
              <a:gd name="csY3569" fmla="*/ 1114894 h 1114920"/>
              <a:gd name="csX3570" fmla="*/ 615185 w 1723042"/>
              <a:gd name="csY3570" fmla="*/ 1114894 h 1114920"/>
              <a:gd name="csX3571" fmla="*/ 615363 w 1723042"/>
              <a:gd name="csY3571" fmla="*/ 1114894 h 1114920"/>
              <a:gd name="csX3572" fmla="*/ 615532 w 1723042"/>
              <a:gd name="csY3572" fmla="*/ 1114894 h 1114920"/>
              <a:gd name="csX3573" fmla="*/ 615701 w 1723042"/>
              <a:gd name="csY3573" fmla="*/ 1114894 h 1114920"/>
              <a:gd name="csX3574" fmla="*/ 615879 w 1723042"/>
              <a:gd name="csY3574" fmla="*/ 1114894 h 1114920"/>
              <a:gd name="csX3575" fmla="*/ 616048 w 1723042"/>
              <a:gd name="csY3575" fmla="*/ 1114885 h 1114920"/>
              <a:gd name="csX3576" fmla="*/ 616226 w 1723042"/>
              <a:gd name="csY3576" fmla="*/ 1114885 h 1114920"/>
              <a:gd name="csX3577" fmla="*/ 616395 w 1723042"/>
              <a:gd name="csY3577" fmla="*/ 1114885 h 1114920"/>
              <a:gd name="csX3578" fmla="*/ 616564 w 1723042"/>
              <a:gd name="csY3578" fmla="*/ 1114885 h 1114920"/>
              <a:gd name="csX3579" fmla="*/ 616742 w 1723042"/>
              <a:gd name="csY3579" fmla="*/ 1114885 h 1114920"/>
              <a:gd name="csX3580" fmla="*/ 616911 w 1723042"/>
              <a:gd name="csY3580" fmla="*/ 1114885 h 1114920"/>
              <a:gd name="csX3581" fmla="*/ 617080 w 1723042"/>
              <a:gd name="csY3581" fmla="*/ 1114885 h 1114920"/>
              <a:gd name="csX3582" fmla="*/ 617258 w 1723042"/>
              <a:gd name="csY3582" fmla="*/ 1114885 h 1114920"/>
              <a:gd name="csX3583" fmla="*/ 617427 w 1723042"/>
              <a:gd name="csY3583" fmla="*/ 1114885 h 1114920"/>
              <a:gd name="csX3584" fmla="*/ 617605 w 1723042"/>
              <a:gd name="csY3584" fmla="*/ 1114885 h 1114920"/>
              <a:gd name="csX3585" fmla="*/ 617774 w 1723042"/>
              <a:gd name="csY3585" fmla="*/ 1114885 h 1114920"/>
              <a:gd name="csX3586" fmla="*/ 617943 w 1723042"/>
              <a:gd name="csY3586" fmla="*/ 1114885 h 1114920"/>
              <a:gd name="csX3587" fmla="*/ 618121 w 1723042"/>
              <a:gd name="csY3587" fmla="*/ 1114885 h 1114920"/>
              <a:gd name="csX3588" fmla="*/ 618290 w 1723042"/>
              <a:gd name="csY3588" fmla="*/ 1114885 h 1114920"/>
              <a:gd name="csX3589" fmla="*/ 618459 w 1723042"/>
              <a:gd name="csY3589" fmla="*/ 1114885 h 1114920"/>
              <a:gd name="csX3590" fmla="*/ 618637 w 1723042"/>
              <a:gd name="csY3590" fmla="*/ 1114885 h 1114920"/>
              <a:gd name="csX3591" fmla="*/ 618806 w 1723042"/>
              <a:gd name="csY3591" fmla="*/ 1114876 h 1114920"/>
              <a:gd name="csX3592" fmla="*/ 618984 w 1723042"/>
              <a:gd name="csY3592" fmla="*/ 1114876 h 1114920"/>
              <a:gd name="csX3593" fmla="*/ 619153 w 1723042"/>
              <a:gd name="csY3593" fmla="*/ 1114876 h 1114920"/>
              <a:gd name="csX3594" fmla="*/ 619322 w 1723042"/>
              <a:gd name="csY3594" fmla="*/ 1114876 h 1114920"/>
              <a:gd name="csX3595" fmla="*/ 619500 w 1723042"/>
              <a:gd name="csY3595" fmla="*/ 1114876 h 1114920"/>
              <a:gd name="csX3596" fmla="*/ 619669 w 1723042"/>
              <a:gd name="csY3596" fmla="*/ 1114876 h 1114920"/>
              <a:gd name="csX3597" fmla="*/ 619838 w 1723042"/>
              <a:gd name="csY3597" fmla="*/ 1114876 h 1114920"/>
              <a:gd name="csX3598" fmla="*/ 620016 w 1723042"/>
              <a:gd name="csY3598" fmla="*/ 1114876 h 1114920"/>
              <a:gd name="csX3599" fmla="*/ 620185 w 1723042"/>
              <a:gd name="csY3599" fmla="*/ 1114876 h 1114920"/>
              <a:gd name="csX3600" fmla="*/ 620354 w 1723042"/>
              <a:gd name="csY3600" fmla="*/ 1114876 h 1114920"/>
              <a:gd name="csX3601" fmla="*/ 620532 w 1723042"/>
              <a:gd name="csY3601" fmla="*/ 1114876 h 1114920"/>
              <a:gd name="csX3602" fmla="*/ 620701 w 1723042"/>
              <a:gd name="csY3602" fmla="*/ 1114876 h 1114920"/>
              <a:gd name="csX3603" fmla="*/ 620879 w 1723042"/>
              <a:gd name="csY3603" fmla="*/ 1114876 h 1114920"/>
              <a:gd name="csX3604" fmla="*/ 621048 w 1723042"/>
              <a:gd name="csY3604" fmla="*/ 1114867 h 1114920"/>
              <a:gd name="csX3605" fmla="*/ 621217 w 1723042"/>
              <a:gd name="csY3605" fmla="*/ 1114867 h 1114920"/>
              <a:gd name="csX3606" fmla="*/ 621395 w 1723042"/>
              <a:gd name="csY3606" fmla="*/ 1114867 h 1114920"/>
              <a:gd name="csX3607" fmla="*/ 621564 w 1723042"/>
              <a:gd name="csY3607" fmla="*/ 1114867 h 1114920"/>
              <a:gd name="csX3608" fmla="*/ 621733 w 1723042"/>
              <a:gd name="csY3608" fmla="*/ 1114867 h 1114920"/>
              <a:gd name="csX3609" fmla="*/ 621911 w 1723042"/>
              <a:gd name="csY3609" fmla="*/ 1114867 h 1114920"/>
              <a:gd name="csX3610" fmla="*/ 622080 w 1723042"/>
              <a:gd name="csY3610" fmla="*/ 1114867 h 1114920"/>
              <a:gd name="csX3611" fmla="*/ 622258 w 1723042"/>
              <a:gd name="csY3611" fmla="*/ 1114867 h 1114920"/>
              <a:gd name="csX3612" fmla="*/ 622427 w 1723042"/>
              <a:gd name="csY3612" fmla="*/ 1114867 h 1114920"/>
              <a:gd name="csX3613" fmla="*/ 622596 w 1723042"/>
              <a:gd name="csY3613" fmla="*/ 1114867 h 1114920"/>
              <a:gd name="csX3614" fmla="*/ 622774 w 1723042"/>
              <a:gd name="csY3614" fmla="*/ 1114867 h 1114920"/>
              <a:gd name="csX3615" fmla="*/ 622943 w 1723042"/>
              <a:gd name="csY3615" fmla="*/ 1114858 h 1114920"/>
              <a:gd name="csX3616" fmla="*/ 623112 w 1723042"/>
              <a:gd name="csY3616" fmla="*/ 1114858 h 1114920"/>
              <a:gd name="csX3617" fmla="*/ 623290 w 1723042"/>
              <a:gd name="csY3617" fmla="*/ 1114858 h 1114920"/>
              <a:gd name="csX3618" fmla="*/ 623459 w 1723042"/>
              <a:gd name="csY3618" fmla="*/ 1114858 h 1114920"/>
              <a:gd name="csX3619" fmla="*/ 623628 w 1723042"/>
              <a:gd name="csY3619" fmla="*/ 1114858 h 1114920"/>
              <a:gd name="csX3620" fmla="*/ 623806 w 1723042"/>
              <a:gd name="csY3620" fmla="*/ 1114858 h 1114920"/>
              <a:gd name="csX3621" fmla="*/ 623975 w 1723042"/>
              <a:gd name="csY3621" fmla="*/ 1114858 h 1114920"/>
              <a:gd name="csX3622" fmla="*/ 624153 w 1723042"/>
              <a:gd name="csY3622" fmla="*/ 1114858 h 1114920"/>
              <a:gd name="csX3623" fmla="*/ 624322 w 1723042"/>
              <a:gd name="csY3623" fmla="*/ 1114858 h 1114920"/>
              <a:gd name="csX3624" fmla="*/ 624491 w 1723042"/>
              <a:gd name="csY3624" fmla="*/ 1114858 h 1114920"/>
              <a:gd name="csX3625" fmla="*/ 624669 w 1723042"/>
              <a:gd name="csY3625" fmla="*/ 1114849 h 1114920"/>
              <a:gd name="csX3626" fmla="*/ 624838 w 1723042"/>
              <a:gd name="csY3626" fmla="*/ 1114849 h 1114920"/>
              <a:gd name="csX3627" fmla="*/ 625007 w 1723042"/>
              <a:gd name="csY3627" fmla="*/ 1114849 h 1114920"/>
              <a:gd name="csX3628" fmla="*/ 625185 w 1723042"/>
              <a:gd name="csY3628" fmla="*/ 1114849 h 1114920"/>
              <a:gd name="csX3629" fmla="*/ 625354 w 1723042"/>
              <a:gd name="csY3629" fmla="*/ 1114849 h 1114920"/>
              <a:gd name="csX3630" fmla="*/ 625532 w 1723042"/>
              <a:gd name="csY3630" fmla="*/ 1114849 h 1114920"/>
              <a:gd name="csX3631" fmla="*/ 625701 w 1723042"/>
              <a:gd name="csY3631" fmla="*/ 1114849 h 1114920"/>
              <a:gd name="csX3632" fmla="*/ 625870 w 1723042"/>
              <a:gd name="csY3632" fmla="*/ 1114849 h 1114920"/>
              <a:gd name="csX3633" fmla="*/ 626048 w 1723042"/>
              <a:gd name="csY3633" fmla="*/ 1114849 h 1114920"/>
              <a:gd name="csX3634" fmla="*/ 626217 w 1723042"/>
              <a:gd name="csY3634" fmla="*/ 1114840 h 1114920"/>
              <a:gd name="csX3635" fmla="*/ 626386 w 1723042"/>
              <a:gd name="csY3635" fmla="*/ 1114840 h 1114920"/>
              <a:gd name="csX3636" fmla="*/ 626564 w 1723042"/>
              <a:gd name="csY3636" fmla="*/ 1114840 h 1114920"/>
              <a:gd name="csX3637" fmla="*/ 626733 w 1723042"/>
              <a:gd name="csY3637" fmla="*/ 1114840 h 1114920"/>
              <a:gd name="csX3638" fmla="*/ 626911 w 1723042"/>
              <a:gd name="csY3638" fmla="*/ 1114840 h 1114920"/>
              <a:gd name="csX3639" fmla="*/ 627080 w 1723042"/>
              <a:gd name="csY3639" fmla="*/ 1114840 h 1114920"/>
              <a:gd name="csX3640" fmla="*/ 627249 w 1723042"/>
              <a:gd name="csY3640" fmla="*/ 1114840 h 1114920"/>
              <a:gd name="csX3641" fmla="*/ 627427 w 1723042"/>
              <a:gd name="csY3641" fmla="*/ 1114831 h 1114920"/>
              <a:gd name="csX3642" fmla="*/ 627596 w 1723042"/>
              <a:gd name="csY3642" fmla="*/ 1114831 h 1114920"/>
              <a:gd name="csX3643" fmla="*/ 627765 w 1723042"/>
              <a:gd name="csY3643" fmla="*/ 1114831 h 1114920"/>
              <a:gd name="csX3644" fmla="*/ 627943 w 1723042"/>
              <a:gd name="csY3644" fmla="*/ 1114831 h 1114920"/>
              <a:gd name="csX3645" fmla="*/ 628112 w 1723042"/>
              <a:gd name="csY3645" fmla="*/ 1114831 h 1114920"/>
              <a:gd name="csX3646" fmla="*/ 628281 w 1723042"/>
              <a:gd name="csY3646" fmla="*/ 1114831 h 1114920"/>
              <a:gd name="csX3647" fmla="*/ 628459 w 1723042"/>
              <a:gd name="csY3647" fmla="*/ 1114831 h 1114920"/>
              <a:gd name="csX3648" fmla="*/ 628628 w 1723042"/>
              <a:gd name="csY3648" fmla="*/ 1114822 h 1114920"/>
              <a:gd name="csX3649" fmla="*/ 628806 w 1723042"/>
              <a:gd name="csY3649" fmla="*/ 1114822 h 1114920"/>
              <a:gd name="csX3650" fmla="*/ 628975 w 1723042"/>
              <a:gd name="csY3650" fmla="*/ 1114822 h 1114920"/>
              <a:gd name="csX3651" fmla="*/ 629144 w 1723042"/>
              <a:gd name="csY3651" fmla="*/ 1114822 h 1114920"/>
              <a:gd name="csX3652" fmla="*/ 629322 w 1723042"/>
              <a:gd name="csY3652" fmla="*/ 1114822 h 1114920"/>
              <a:gd name="csX3653" fmla="*/ 629491 w 1723042"/>
              <a:gd name="csY3653" fmla="*/ 1114822 h 1114920"/>
              <a:gd name="csX3654" fmla="*/ 629660 w 1723042"/>
              <a:gd name="csY3654" fmla="*/ 1114822 h 1114920"/>
              <a:gd name="csX3655" fmla="*/ 629838 w 1723042"/>
              <a:gd name="csY3655" fmla="*/ 1114813 h 1114920"/>
              <a:gd name="csX3656" fmla="*/ 630007 w 1723042"/>
              <a:gd name="csY3656" fmla="*/ 1114813 h 1114920"/>
              <a:gd name="csX3657" fmla="*/ 630184 w 1723042"/>
              <a:gd name="csY3657" fmla="*/ 1114813 h 1114920"/>
              <a:gd name="csX3658" fmla="*/ 630354 w 1723042"/>
              <a:gd name="csY3658" fmla="*/ 1114813 h 1114920"/>
              <a:gd name="csX3659" fmla="*/ 630523 w 1723042"/>
              <a:gd name="csY3659" fmla="*/ 1114813 h 1114920"/>
              <a:gd name="csX3660" fmla="*/ 630701 w 1723042"/>
              <a:gd name="csY3660" fmla="*/ 1114813 h 1114920"/>
              <a:gd name="csX3661" fmla="*/ 630870 w 1723042"/>
              <a:gd name="csY3661" fmla="*/ 1114805 h 1114920"/>
              <a:gd name="csX3662" fmla="*/ 631039 w 1723042"/>
              <a:gd name="csY3662" fmla="*/ 1114805 h 1114920"/>
              <a:gd name="csX3663" fmla="*/ 631217 w 1723042"/>
              <a:gd name="csY3663" fmla="*/ 1114805 h 1114920"/>
              <a:gd name="csX3664" fmla="*/ 631385 w 1723042"/>
              <a:gd name="csY3664" fmla="*/ 1114805 h 1114920"/>
              <a:gd name="csX3665" fmla="*/ 631555 w 1723042"/>
              <a:gd name="csY3665" fmla="*/ 1114805 h 1114920"/>
              <a:gd name="csX3666" fmla="*/ 631732 w 1723042"/>
              <a:gd name="csY3666" fmla="*/ 1114796 h 1114920"/>
              <a:gd name="csX3667" fmla="*/ 631902 w 1723042"/>
              <a:gd name="csY3667" fmla="*/ 1114796 h 1114920"/>
              <a:gd name="csX3668" fmla="*/ 632079 w 1723042"/>
              <a:gd name="csY3668" fmla="*/ 1114796 h 1114920"/>
              <a:gd name="csX3669" fmla="*/ 632249 w 1723042"/>
              <a:gd name="csY3669" fmla="*/ 1114796 h 1114920"/>
              <a:gd name="csX3670" fmla="*/ 632418 w 1723042"/>
              <a:gd name="csY3670" fmla="*/ 1114796 h 1114920"/>
              <a:gd name="csX3671" fmla="*/ 632595 w 1723042"/>
              <a:gd name="csY3671" fmla="*/ 1114787 h 1114920"/>
              <a:gd name="csX3672" fmla="*/ 632764 w 1723042"/>
              <a:gd name="csY3672" fmla="*/ 1114787 h 1114920"/>
              <a:gd name="csX3673" fmla="*/ 632933 w 1723042"/>
              <a:gd name="csY3673" fmla="*/ 1114787 h 1114920"/>
              <a:gd name="csX3674" fmla="*/ 633111 w 1723042"/>
              <a:gd name="csY3674" fmla="*/ 1114787 h 1114920"/>
              <a:gd name="csX3675" fmla="*/ 633280 w 1723042"/>
              <a:gd name="csY3675" fmla="*/ 1114787 h 1114920"/>
              <a:gd name="csX3676" fmla="*/ 633458 w 1723042"/>
              <a:gd name="csY3676" fmla="*/ 1114778 h 1114920"/>
              <a:gd name="csX3677" fmla="*/ 633627 w 1723042"/>
              <a:gd name="csY3677" fmla="*/ 1114778 h 1114920"/>
              <a:gd name="csX3678" fmla="*/ 633797 w 1723042"/>
              <a:gd name="csY3678" fmla="*/ 1114778 h 1114920"/>
              <a:gd name="csX3679" fmla="*/ 633974 w 1723042"/>
              <a:gd name="csY3679" fmla="*/ 1114778 h 1114920"/>
              <a:gd name="csX3680" fmla="*/ 634143 w 1723042"/>
              <a:gd name="csY3680" fmla="*/ 1114769 h 1114920"/>
              <a:gd name="csX3681" fmla="*/ 634312 w 1723042"/>
              <a:gd name="csY3681" fmla="*/ 1114769 h 1114920"/>
              <a:gd name="csX3682" fmla="*/ 634490 w 1723042"/>
              <a:gd name="csY3682" fmla="*/ 1114769 h 1114920"/>
              <a:gd name="csX3683" fmla="*/ 634659 w 1723042"/>
              <a:gd name="csY3683" fmla="*/ 1114769 h 1114920"/>
              <a:gd name="csX3684" fmla="*/ 634837 w 1723042"/>
              <a:gd name="csY3684" fmla="*/ 1114769 h 1114920"/>
              <a:gd name="csX3685" fmla="*/ 635006 w 1723042"/>
              <a:gd name="csY3685" fmla="*/ 1114760 h 1114920"/>
              <a:gd name="csX3686" fmla="*/ 635175 w 1723042"/>
              <a:gd name="csY3686" fmla="*/ 1114760 h 1114920"/>
              <a:gd name="csX3687" fmla="*/ 635353 w 1723042"/>
              <a:gd name="csY3687" fmla="*/ 1114760 h 1114920"/>
              <a:gd name="csX3688" fmla="*/ 635522 w 1723042"/>
              <a:gd name="csY3688" fmla="*/ 1114760 h 1114920"/>
              <a:gd name="csX3689" fmla="*/ 635691 w 1723042"/>
              <a:gd name="csY3689" fmla="*/ 1114751 h 1114920"/>
              <a:gd name="csX3690" fmla="*/ 635869 w 1723042"/>
              <a:gd name="csY3690" fmla="*/ 1114751 h 1114920"/>
              <a:gd name="csX3691" fmla="*/ 636038 w 1723042"/>
              <a:gd name="csY3691" fmla="*/ 1114751 h 1114920"/>
              <a:gd name="csX3692" fmla="*/ 636207 w 1723042"/>
              <a:gd name="csY3692" fmla="*/ 1114751 h 1114920"/>
              <a:gd name="csX3693" fmla="*/ 636385 w 1723042"/>
              <a:gd name="csY3693" fmla="*/ 1114742 h 1114920"/>
              <a:gd name="csX3694" fmla="*/ 636554 w 1723042"/>
              <a:gd name="csY3694" fmla="*/ 1114742 h 1114920"/>
              <a:gd name="csX3695" fmla="*/ 636732 w 1723042"/>
              <a:gd name="csY3695" fmla="*/ 1114742 h 1114920"/>
              <a:gd name="csX3696" fmla="*/ 636901 w 1723042"/>
              <a:gd name="csY3696" fmla="*/ 1114733 h 1114920"/>
              <a:gd name="csX3697" fmla="*/ 637070 w 1723042"/>
              <a:gd name="csY3697" fmla="*/ 1114733 h 1114920"/>
              <a:gd name="csX3698" fmla="*/ 637248 w 1723042"/>
              <a:gd name="csY3698" fmla="*/ 1114733 h 1114920"/>
              <a:gd name="csX3699" fmla="*/ 637417 w 1723042"/>
              <a:gd name="csY3699" fmla="*/ 1114733 h 1114920"/>
              <a:gd name="csX3700" fmla="*/ 637586 w 1723042"/>
              <a:gd name="csY3700" fmla="*/ 1114725 h 1114920"/>
              <a:gd name="csX3701" fmla="*/ 637764 w 1723042"/>
              <a:gd name="csY3701" fmla="*/ 1114725 h 1114920"/>
              <a:gd name="csX3702" fmla="*/ 637933 w 1723042"/>
              <a:gd name="csY3702" fmla="*/ 1114725 h 1114920"/>
              <a:gd name="csX3703" fmla="*/ 638111 w 1723042"/>
              <a:gd name="csY3703" fmla="*/ 1114716 h 1114920"/>
              <a:gd name="csX3704" fmla="*/ 638280 w 1723042"/>
              <a:gd name="csY3704" fmla="*/ 1114716 h 1114920"/>
              <a:gd name="csX3705" fmla="*/ 638449 w 1723042"/>
              <a:gd name="csY3705" fmla="*/ 1114716 h 1114920"/>
              <a:gd name="csX3706" fmla="*/ 638627 w 1723042"/>
              <a:gd name="csY3706" fmla="*/ 1114707 h 1114920"/>
              <a:gd name="csX3707" fmla="*/ 638796 w 1723042"/>
              <a:gd name="csY3707" fmla="*/ 1114707 h 1114920"/>
              <a:gd name="csX3708" fmla="*/ 638965 w 1723042"/>
              <a:gd name="csY3708" fmla="*/ 1114707 h 1114920"/>
              <a:gd name="csX3709" fmla="*/ 639143 w 1723042"/>
              <a:gd name="csY3709" fmla="*/ 1114707 h 1114920"/>
              <a:gd name="csX3710" fmla="*/ 639312 w 1723042"/>
              <a:gd name="csY3710" fmla="*/ 1114698 h 1114920"/>
              <a:gd name="csX3711" fmla="*/ 639490 w 1723042"/>
              <a:gd name="csY3711" fmla="*/ 1114698 h 1114920"/>
              <a:gd name="csX3712" fmla="*/ 639659 w 1723042"/>
              <a:gd name="csY3712" fmla="*/ 1114698 h 1114920"/>
              <a:gd name="csX3713" fmla="*/ 639828 w 1723042"/>
              <a:gd name="csY3713" fmla="*/ 1114689 h 1114920"/>
              <a:gd name="csX3714" fmla="*/ 640006 w 1723042"/>
              <a:gd name="csY3714" fmla="*/ 1114689 h 1114920"/>
              <a:gd name="csX3715" fmla="*/ 640175 w 1723042"/>
              <a:gd name="csY3715" fmla="*/ 1114680 h 1114920"/>
              <a:gd name="csX3716" fmla="*/ 640344 w 1723042"/>
              <a:gd name="csY3716" fmla="*/ 1114680 h 1114920"/>
              <a:gd name="csX3717" fmla="*/ 640522 w 1723042"/>
              <a:gd name="csY3717" fmla="*/ 1114680 h 1114920"/>
              <a:gd name="csX3718" fmla="*/ 640691 w 1723042"/>
              <a:gd name="csY3718" fmla="*/ 1114671 h 1114920"/>
              <a:gd name="csX3719" fmla="*/ 640860 w 1723042"/>
              <a:gd name="csY3719" fmla="*/ 1114671 h 1114920"/>
              <a:gd name="csX3720" fmla="*/ 641038 w 1723042"/>
              <a:gd name="csY3720" fmla="*/ 1114671 h 1114920"/>
              <a:gd name="csX3721" fmla="*/ 641207 w 1723042"/>
              <a:gd name="csY3721" fmla="*/ 1114662 h 1114920"/>
              <a:gd name="csX3722" fmla="*/ 641385 w 1723042"/>
              <a:gd name="csY3722" fmla="*/ 1114662 h 1114920"/>
              <a:gd name="csX3723" fmla="*/ 641554 w 1723042"/>
              <a:gd name="csY3723" fmla="*/ 1114662 h 1114920"/>
              <a:gd name="csX3724" fmla="*/ 641723 w 1723042"/>
              <a:gd name="csY3724" fmla="*/ 1114653 h 1114920"/>
              <a:gd name="csX3725" fmla="*/ 641901 w 1723042"/>
              <a:gd name="csY3725" fmla="*/ 1114653 h 1114920"/>
              <a:gd name="csX3726" fmla="*/ 642070 w 1723042"/>
              <a:gd name="csY3726" fmla="*/ 1114644 h 1114920"/>
              <a:gd name="csX3727" fmla="*/ 642239 w 1723042"/>
              <a:gd name="csY3727" fmla="*/ 1114644 h 1114920"/>
              <a:gd name="csX3728" fmla="*/ 642417 w 1723042"/>
              <a:gd name="csY3728" fmla="*/ 1114644 h 1114920"/>
              <a:gd name="csX3729" fmla="*/ 642586 w 1723042"/>
              <a:gd name="csY3729" fmla="*/ 1114636 h 1114920"/>
              <a:gd name="csX3730" fmla="*/ 642764 w 1723042"/>
              <a:gd name="csY3730" fmla="*/ 1114636 h 1114920"/>
              <a:gd name="csX3731" fmla="*/ 642933 w 1723042"/>
              <a:gd name="csY3731" fmla="*/ 1114627 h 1114920"/>
              <a:gd name="csX3732" fmla="*/ 643102 w 1723042"/>
              <a:gd name="csY3732" fmla="*/ 1114627 h 1114920"/>
              <a:gd name="csX3733" fmla="*/ 643280 w 1723042"/>
              <a:gd name="csY3733" fmla="*/ 1114618 h 1114920"/>
              <a:gd name="csX3734" fmla="*/ 643449 w 1723042"/>
              <a:gd name="csY3734" fmla="*/ 1114618 h 1114920"/>
              <a:gd name="csX3735" fmla="*/ 643618 w 1723042"/>
              <a:gd name="csY3735" fmla="*/ 1114609 h 1114920"/>
              <a:gd name="csX3736" fmla="*/ 643796 w 1723042"/>
              <a:gd name="csY3736" fmla="*/ 1114609 h 1114920"/>
              <a:gd name="csX3737" fmla="*/ 643965 w 1723042"/>
              <a:gd name="csY3737" fmla="*/ 1114609 h 1114920"/>
              <a:gd name="csX3738" fmla="*/ 644134 w 1723042"/>
              <a:gd name="csY3738" fmla="*/ 1114600 h 1114920"/>
              <a:gd name="csX3739" fmla="*/ 644312 w 1723042"/>
              <a:gd name="csY3739" fmla="*/ 1114600 h 1114920"/>
              <a:gd name="csX3740" fmla="*/ 644481 w 1723042"/>
              <a:gd name="csY3740" fmla="*/ 1114591 h 1114920"/>
              <a:gd name="csX3741" fmla="*/ 644659 w 1723042"/>
              <a:gd name="csY3741" fmla="*/ 1114591 h 1114920"/>
              <a:gd name="csX3742" fmla="*/ 644828 w 1723042"/>
              <a:gd name="csY3742" fmla="*/ 1114582 h 1114920"/>
              <a:gd name="csX3743" fmla="*/ 644997 w 1723042"/>
              <a:gd name="csY3743" fmla="*/ 1114582 h 1114920"/>
              <a:gd name="csX3744" fmla="*/ 645175 w 1723042"/>
              <a:gd name="csY3744" fmla="*/ 1114573 h 1114920"/>
              <a:gd name="csX3745" fmla="*/ 645344 w 1723042"/>
              <a:gd name="csY3745" fmla="*/ 1114573 h 1114920"/>
              <a:gd name="csX3746" fmla="*/ 645513 w 1723042"/>
              <a:gd name="csY3746" fmla="*/ 1114564 h 1114920"/>
              <a:gd name="csX3747" fmla="*/ 645691 w 1723042"/>
              <a:gd name="csY3747" fmla="*/ 1114564 h 1114920"/>
              <a:gd name="csX3748" fmla="*/ 645860 w 1723042"/>
              <a:gd name="csY3748" fmla="*/ 1114556 h 1114920"/>
              <a:gd name="csX3749" fmla="*/ 646038 w 1723042"/>
              <a:gd name="csY3749" fmla="*/ 1114556 h 1114920"/>
              <a:gd name="csX3750" fmla="*/ 646207 w 1723042"/>
              <a:gd name="csY3750" fmla="*/ 1114547 h 1114920"/>
              <a:gd name="csX3751" fmla="*/ 646376 w 1723042"/>
              <a:gd name="csY3751" fmla="*/ 1114547 h 1114920"/>
              <a:gd name="csX3752" fmla="*/ 646554 w 1723042"/>
              <a:gd name="csY3752" fmla="*/ 1114538 h 1114920"/>
              <a:gd name="csX3753" fmla="*/ 646723 w 1723042"/>
              <a:gd name="csY3753" fmla="*/ 1114529 h 1114920"/>
              <a:gd name="csX3754" fmla="*/ 646892 w 1723042"/>
              <a:gd name="csY3754" fmla="*/ 1114529 h 1114920"/>
              <a:gd name="csX3755" fmla="*/ 647070 w 1723042"/>
              <a:gd name="csY3755" fmla="*/ 1114520 h 1114920"/>
              <a:gd name="csX3756" fmla="*/ 647239 w 1723042"/>
              <a:gd name="csY3756" fmla="*/ 1114520 h 1114920"/>
              <a:gd name="csX3757" fmla="*/ 647417 w 1723042"/>
              <a:gd name="csY3757" fmla="*/ 1114511 h 1114920"/>
              <a:gd name="csX3758" fmla="*/ 647586 w 1723042"/>
              <a:gd name="csY3758" fmla="*/ 1114511 h 1114920"/>
              <a:gd name="csX3759" fmla="*/ 647755 w 1723042"/>
              <a:gd name="csY3759" fmla="*/ 1114502 h 1114920"/>
              <a:gd name="csX3760" fmla="*/ 647933 w 1723042"/>
              <a:gd name="csY3760" fmla="*/ 1114493 h 1114920"/>
              <a:gd name="csX3761" fmla="*/ 648102 w 1723042"/>
              <a:gd name="csY3761" fmla="*/ 1114493 h 1114920"/>
              <a:gd name="csX3762" fmla="*/ 648271 w 1723042"/>
              <a:gd name="csY3762" fmla="*/ 1114484 h 1114920"/>
              <a:gd name="csX3763" fmla="*/ 648449 w 1723042"/>
              <a:gd name="csY3763" fmla="*/ 1114475 h 1114920"/>
              <a:gd name="csX3764" fmla="*/ 648618 w 1723042"/>
              <a:gd name="csY3764" fmla="*/ 1114475 h 1114920"/>
              <a:gd name="csX3765" fmla="*/ 648787 w 1723042"/>
              <a:gd name="csY3765" fmla="*/ 1114467 h 1114920"/>
              <a:gd name="csX3766" fmla="*/ 648965 w 1723042"/>
              <a:gd name="csY3766" fmla="*/ 1114467 h 1114920"/>
              <a:gd name="csX3767" fmla="*/ 649134 w 1723042"/>
              <a:gd name="csY3767" fmla="*/ 1114458 h 1114920"/>
              <a:gd name="csX3768" fmla="*/ 649312 w 1723042"/>
              <a:gd name="csY3768" fmla="*/ 1114449 h 1114920"/>
              <a:gd name="csX3769" fmla="*/ 649481 w 1723042"/>
              <a:gd name="csY3769" fmla="*/ 1114449 h 1114920"/>
              <a:gd name="csX3770" fmla="*/ 649650 w 1723042"/>
              <a:gd name="csY3770" fmla="*/ 1114440 h 1114920"/>
              <a:gd name="csX3771" fmla="*/ 649828 w 1723042"/>
              <a:gd name="csY3771" fmla="*/ 1114431 h 1114920"/>
              <a:gd name="csX3772" fmla="*/ 649997 w 1723042"/>
              <a:gd name="csY3772" fmla="*/ 1114422 h 1114920"/>
              <a:gd name="csX3773" fmla="*/ 650166 w 1723042"/>
              <a:gd name="csY3773" fmla="*/ 1114422 h 1114920"/>
              <a:gd name="csX3774" fmla="*/ 650344 w 1723042"/>
              <a:gd name="csY3774" fmla="*/ 1114413 h 1114920"/>
              <a:gd name="csX3775" fmla="*/ 650513 w 1723042"/>
              <a:gd name="csY3775" fmla="*/ 1114404 h 1114920"/>
              <a:gd name="csX3776" fmla="*/ 650691 w 1723042"/>
              <a:gd name="csY3776" fmla="*/ 1114404 h 1114920"/>
              <a:gd name="csX3777" fmla="*/ 650860 w 1723042"/>
              <a:gd name="csY3777" fmla="*/ 1114395 h 1114920"/>
              <a:gd name="csX3778" fmla="*/ 651029 w 1723042"/>
              <a:gd name="csY3778" fmla="*/ 1114386 h 1114920"/>
              <a:gd name="csX3779" fmla="*/ 651207 w 1723042"/>
              <a:gd name="csY3779" fmla="*/ 1114378 h 1114920"/>
              <a:gd name="csX3780" fmla="*/ 651376 w 1723042"/>
              <a:gd name="csY3780" fmla="*/ 1114378 h 1114920"/>
              <a:gd name="csX3781" fmla="*/ 651545 w 1723042"/>
              <a:gd name="csY3781" fmla="*/ 1114369 h 1114920"/>
              <a:gd name="csX3782" fmla="*/ 651723 w 1723042"/>
              <a:gd name="csY3782" fmla="*/ 1114360 h 1114920"/>
              <a:gd name="csX3783" fmla="*/ 651892 w 1723042"/>
              <a:gd name="csY3783" fmla="*/ 1114351 h 1114920"/>
              <a:gd name="csX3784" fmla="*/ 652061 w 1723042"/>
              <a:gd name="csY3784" fmla="*/ 1114342 h 1114920"/>
              <a:gd name="csX3785" fmla="*/ 652239 w 1723042"/>
              <a:gd name="csY3785" fmla="*/ 1114342 h 1114920"/>
              <a:gd name="csX3786" fmla="*/ 652408 w 1723042"/>
              <a:gd name="csY3786" fmla="*/ 1114333 h 1114920"/>
              <a:gd name="csX3787" fmla="*/ 652586 w 1723042"/>
              <a:gd name="csY3787" fmla="*/ 1114324 h 1114920"/>
              <a:gd name="csX3788" fmla="*/ 652755 w 1723042"/>
              <a:gd name="csY3788" fmla="*/ 1114315 h 1114920"/>
              <a:gd name="csX3789" fmla="*/ 652924 w 1723042"/>
              <a:gd name="csY3789" fmla="*/ 1114306 h 1114920"/>
              <a:gd name="csX3790" fmla="*/ 653102 w 1723042"/>
              <a:gd name="csY3790" fmla="*/ 1114297 h 1114920"/>
              <a:gd name="csX3791" fmla="*/ 653271 w 1723042"/>
              <a:gd name="csY3791" fmla="*/ 1114297 h 1114920"/>
              <a:gd name="csX3792" fmla="*/ 653440 w 1723042"/>
              <a:gd name="csY3792" fmla="*/ 1114289 h 1114920"/>
              <a:gd name="csX3793" fmla="*/ 653618 w 1723042"/>
              <a:gd name="csY3793" fmla="*/ 1114280 h 1114920"/>
              <a:gd name="csX3794" fmla="*/ 653787 w 1723042"/>
              <a:gd name="csY3794" fmla="*/ 1114271 h 1114920"/>
              <a:gd name="csX3795" fmla="*/ 653965 w 1723042"/>
              <a:gd name="csY3795" fmla="*/ 1114262 h 1114920"/>
              <a:gd name="csX3796" fmla="*/ 654134 w 1723042"/>
              <a:gd name="csY3796" fmla="*/ 1114253 h 1114920"/>
              <a:gd name="csX3797" fmla="*/ 654303 w 1723042"/>
              <a:gd name="csY3797" fmla="*/ 1114244 h 1114920"/>
              <a:gd name="csX3798" fmla="*/ 654481 w 1723042"/>
              <a:gd name="csY3798" fmla="*/ 1114235 h 1114920"/>
              <a:gd name="csX3799" fmla="*/ 654650 w 1723042"/>
              <a:gd name="csY3799" fmla="*/ 1114226 h 1114920"/>
              <a:gd name="csX3800" fmla="*/ 654819 w 1723042"/>
              <a:gd name="csY3800" fmla="*/ 1114217 h 1114920"/>
              <a:gd name="csX3801" fmla="*/ 654997 w 1723042"/>
              <a:gd name="csY3801" fmla="*/ 1114209 h 1114920"/>
              <a:gd name="csX3802" fmla="*/ 655166 w 1723042"/>
              <a:gd name="csY3802" fmla="*/ 1114200 h 1114920"/>
              <a:gd name="csX3803" fmla="*/ 655344 w 1723042"/>
              <a:gd name="csY3803" fmla="*/ 1114191 h 1114920"/>
              <a:gd name="csX3804" fmla="*/ 655513 w 1723042"/>
              <a:gd name="csY3804" fmla="*/ 1114182 h 1114920"/>
              <a:gd name="csX3805" fmla="*/ 655682 w 1723042"/>
              <a:gd name="csY3805" fmla="*/ 1114173 h 1114920"/>
              <a:gd name="csX3806" fmla="*/ 655860 w 1723042"/>
              <a:gd name="csY3806" fmla="*/ 1114164 h 1114920"/>
              <a:gd name="csX3807" fmla="*/ 656029 w 1723042"/>
              <a:gd name="csY3807" fmla="*/ 1114155 h 1114920"/>
              <a:gd name="csX3808" fmla="*/ 656198 w 1723042"/>
              <a:gd name="csY3808" fmla="*/ 1114146 h 1114920"/>
              <a:gd name="csX3809" fmla="*/ 656376 w 1723042"/>
              <a:gd name="csY3809" fmla="*/ 1114137 h 1114920"/>
              <a:gd name="csX3810" fmla="*/ 656545 w 1723042"/>
              <a:gd name="csY3810" fmla="*/ 1114129 h 1114920"/>
              <a:gd name="csX3811" fmla="*/ 656714 w 1723042"/>
              <a:gd name="csY3811" fmla="*/ 1114120 h 1114920"/>
              <a:gd name="csX3812" fmla="*/ 656892 w 1723042"/>
              <a:gd name="csY3812" fmla="*/ 1114111 h 1114920"/>
              <a:gd name="csX3813" fmla="*/ 657061 w 1723042"/>
              <a:gd name="csY3813" fmla="*/ 1114102 h 1114920"/>
              <a:gd name="csX3814" fmla="*/ 657239 w 1723042"/>
              <a:gd name="csY3814" fmla="*/ 1114084 h 1114920"/>
              <a:gd name="csX3815" fmla="*/ 657408 w 1723042"/>
              <a:gd name="csY3815" fmla="*/ 1114075 h 1114920"/>
              <a:gd name="csX3816" fmla="*/ 657577 w 1723042"/>
              <a:gd name="csY3816" fmla="*/ 1114066 h 1114920"/>
              <a:gd name="csX3817" fmla="*/ 657755 w 1723042"/>
              <a:gd name="csY3817" fmla="*/ 1114057 h 1114920"/>
              <a:gd name="csX3818" fmla="*/ 657924 w 1723042"/>
              <a:gd name="csY3818" fmla="*/ 1114048 h 1114920"/>
              <a:gd name="csX3819" fmla="*/ 658093 w 1723042"/>
              <a:gd name="csY3819" fmla="*/ 1114039 h 1114920"/>
              <a:gd name="csX3820" fmla="*/ 658271 w 1723042"/>
              <a:gd name="csY3820" fmla="*/ 1114022 h 1114920"/>
              <a:gd name="csX3821" fmla="*/ 658440 w 1723042"/>
              <a:gd name="csY3821" fmla="*/ 1114013 h 1114920"/>
              <a:gd name="csX3822" fmla="*/ 658618 w 1723042"/>
              <a:gd name="csY3822" fmla="*/ 1114004 h 1114920"/>
              <a:gd name="csX3823" fmla="*/ 658787 w 1723042"/>
              <a:gd name="csY3823" fmla="*/ 1113995 h 1114920"/>
              <a:gd name="csX3824" fmla="*/ 658956 w 1723042"/>
              <a:gd name="csY3824" fmla="*/ 1113977 h 1114920"/>
              <a:gd name="csX3825" fmla="*/ 659134 w 1723042"/>
              <a:gd name="csY3825" fmla="*/ 1113968 h 1114920"/>
              <a:gd name="csX3826" fmla="*/ 659303 w 1723042"/>
              <a:gd name="csY3826" fmla="*/ 1113959 h 1114920"/>
              <a:gd name="csX3827" fmla="*/ 659472 w 1723042"/>
              <a:gd name="csY3827" fmla="*/ 1113951 h 1114920"/>
              <a:gd name="csX3828" fmla="*/ 659650 w 1723042"/>
              <a:gd name="csY3828" fmla="*/ 1113933 h 1114920"/>
              <a:gd name="csX3829" fmla="*/ 659819 w 1723042"/>
              <a:gd name="csY3829" fmla="*/ 1113924 h 1114920"/>
              <a:gd name="csX3830" fmla="*/ 659988 w 1723042"/>
              <a:gd name="csY3830" fmla="*/ 1113915 h 1114920"/>
              <a:gd name="csX3831" fmla="*/ 660166 w 1723042"/>
              <a:gd name="csY3831" fmla="*/ 1113897 h 1114920"/>
              <a:gd name="csX3832" fmla="*/ 660335 w 1723042"/>
              <a:gd name="csY3832" fmla="*/ 1113888 h 1114920"/>
              <a:gd name="csX3833" fmla="*/ 660512 w 1723042"/>
              <a:gd name="csY3833" fmla="*/ 1113870 h 1114920"/>
              <a:gd name="csX3834" fmla="*/ 660682 w 1723042"/>
              <a:gd name="csY3834" fmla="*/ 1113862 h 1114920"/>
              <a:gd name="csX3835" fmla="*/ 660851 w 1723042"/>
              <a:gd name="csY3835" fmla="*/ 1113853 h 1114920"/>
              <a:gd name="csX3836" fmla="*/ 661029 w 1723042"/>
              <a:gd name="csY3836" fmla="*/ 1113835 h 1114920"/>
              <a:gd name="csX3837" fmla="*/ 661198 w 1723042"/>
              <a:gd name="csY3837" fmla="*/ 1113826 h 1114920"/>
              <a:gd name="csX3838" fmla="*/ 661367 w 1723042"/>
              <a:gd name="csY3838" fmla="*/ 1113808 h 1114920"/>
              <a:gd name="csX3839" fmla="*/ 661544 w 1723042"/>
              <a:gd name="csY3839" fmla="*/ 1113799 h 1114920"/>
              <a:gd name="csX3840" fmla="*/ 661714 w 1723042"/>
              <a:gd name="csY3840" fmla="*/ 1113782 h 1114920"/>
              <a:gd name="csX3841" fmla="*/ 661891 w 1723042"/>
              <a:gd name="csY3841" fmla="*/ 1113773 h 1114920"/>
              <a:gd name="csX3842" fmla="*/ 662061 w 1723042"/>
              <a:gd name="csY3842" fmla="*/ 1113755 h 1114920"/>
              <a:gd name="csX3843" fmla="*/ 662230 w 1723042"/>
              <a:gd name="csY3843" fmla="*/ 1113737 h 1114920"/>
              <a:gd name="csX3844" fmla="*/ 662407 w 1723042"/>
              <a:gd name="csY3844" fmla="*/ 1113728 h 1114920"/>
              <a:gd name="csX3845" fmla="*/ 662577 w 1723042"/>
              <a:gd name="csY3845" fmla="*/ 1113710 h 1114920"/>
              <a:gd name="csX3846" fmla="*/ 662745 w 1723042"/>
              <a:gd name="csY3846" fmla="*/ 1113701 h 1114920"/>
              <a:gd name="csX3847" fmla="*/ 662923 w 1723042"/>
              <a:gd name="csY3847" fmla="*/ 1113684 h 1114920"/>
              <a:gd name="csX3848" fmla="*/ 663092 w 1723042"/>
              <a:gd name="csY3848" fmla="*/ 1113666 h 1114920"/>
              <a:gd name="csX3849" fmla="*/ 663270 w 1723042"/>
              <a:gd name="csY3849" fmla="*/ 1113657 h 1114920"/>
              <a:gd name="csX3850" fmla="*/ 663439 w 1723042"/>
              <a:gd name="csY3850" fmla="*/ 1113639 h 1114920"/>
              <a:gd name="csX3851" fmla="*/ 663609 w 1723042"/>
              <a:gd name="csY3851" fmla="*/ 1113621 h 1114920"/>
              <a:gd name="csX3852" fmla="*/ 663786 w 1723042"/>
              <a:gd name="csY3852" fmla="*/ 1113612 h 1114920"/>
              <a:gd name="csX3853" fmla="*/ 663955 w 1723042"/>
              <a:gd name="csY3853" fmla="*/ 1113595 h 1114920"/>
              <a:gd name="csX3854" fmla="*/ 664124 w 1723042"/>
              <a:gd name="csY3854" fmla="*/ 1113577 h 1114920"/>
              <a:gd name="csX3855" fmla="*/ 664302 w 1723042"/>
              <a:gd name="csY3855" fmla="*/ 1113559 h 1114920"/>
              <a:gd name="csX3856" fmla="*/ 664471 w 1723042"/>
              <a:gd name="csY3856" fmla="*/ 1113541 h 1114920"/>
              <a:gd name="csX3857" fmla="*/ 664640 w 1723042"/>
              <a:gd name="csY3857" fmla="*/ 1113532 h 1114920"/>
              <a:gd name="csX3858" fmla="*/ 664818 w 1723042"/>
              <a:gd name="csY3858" fmla="*/ 1113515 h 1114920"/>
              <a:gd name="csX3859" fmla="*/ 664987 w 1723042"/>
              <a:gd name="csY3859" fmla="*/ 1113497 h 1114920"/>
              <a:gd name="csX3860" fmla="*/ 665165 w 1723042"/>
              <a:gd name="csY3860" fmla="*/ 1113479 h 1114920"/>
              <a:gd name="csX3861" fmla="*/ 665334 w 1723042"/>
              <a:gd name="csY3861" fmla="*/ 1113461 h 1114920"/>
              <a:gd name="csX3862" fmla="*/ 665503 w 1723042"/>
              <a:gd name="csY3862" fmla="*/ 1113443 h 1114920"/>
              <a:gd name="csX3863" fmla="*/ 665681 w 1723042"/>
              <a:gd name="csY3863" fmla="*/ 1113426 h 1114920"/>
              <a:gd name="csX3864" fmla="*/ 665850 w 1723042"/>
              <a:gd name="csY3864" fmla="*/ 1113408 h 1114920"/>
              <a:gd name="csX3865" fmla="*/ 666019 w 1723042"/>
              <a:gd name="csY3865" fmla="*/ 1113390 h 1114920"/>
              <a:gd name="csX3866" fmla="*/ 666197 w 1723042"/>
              <a:gd name="csY3866" fmla="*/ 1113372 h 1114920"/>
              <a:gd name="csX3867" fmla="*/ 666366 w 1723042"/>
              <a:gd name="csY3867" fmla="*/ 1113355 h 1114920"/>
              <a:gd name="csX3868" fmla="*/ 666544 w 1723042"/>
              <a:gd name="csY3868" fmla="*/ 1113337 h 1114920"/>
              <a:gd name="csX3869" fmla="*/ 666713 w 1723042"/>
              <a:gd name="csY3869" fmla="*/ 1113319 h 1114920"/>
              <a:gd name="csX3870" fmla="*/ 666882 w 1723042"/>
              <a:gd name="csY3870" fmla="*/ 1113301 h 1114920"/>
              <a:gd name="csX3871" fmla="*/ 667060 w 1723042"/>
              <a:gd name="csY3871" fmla="*/ 1113283 h 1114920"/>
              <a:gd name="csX3872" fmla="*/ 667229 w 1723042"/>
              <a:gd name="csY3872" fmla="*/ 1113265 h 1114920"/>
              <a:gd name="csX3873" fmla="*/ 667398 w 1723042"/>
              <a:gd name="csY3873" fmla="*/ 1113248 h 1114920"/>
              <a:gd name="csX3874" fmla="*/ 667576 w 1723042"/>
              <a:gd name="csY3874" fmla="*/ 1113221 h 1114920"/>
              <a:gd name="csX3875" fmla="*/ 667745 w 1723042"/>
              <a:gd name="csY3875" fmla="*/ 1113203 h 1114920"/>
              <a:gd name="csX3876" fmla="*/ 667923 w 1723042"/>
              <a:gd name="csY3876" fmla="*/ 1113185 h 1114920"/>
              <a:gd name="csX3877" fmla="*/ 668092 w 1723042"/>
              <a:gd name="csY3877" fmla="*/ 1113168 h 1114920"/>
              <a:gd name="csX3878" fmla="*/ 668261 w 1723042"/>
              <a:gd name="csY3878" fmla="*/ 1113141 h 1114920"/>
              <a:gd name="csX3879" fmla="*/ 668439 w 1723042"/>
              <a:gd name="csY3879" fmla="*/ 1113123 h 1114920"/>
              <a:gd name="csX3880" fmla="*/ 668608 w 1723042"/>
              <a:gd name="csY3880" fmla="*/ 1113105 h 1114920"/>
              <a:gd name="csX3881" fmla="*/ 668777 w 1723042"/>
              <a:gd name="csY3881" fmla="*/ 1113079 h 1114920"/>
              <a:gd name="csX3882" fmla="*/ 668955 w 1723042"/>
              <a:gd name="csY3882" fmla="*/ 1113061 h 1114920"/>
              <a:gd name="csX3883" fmla="*/ 669124 w 1723042"/>
              <a:gd name="csY3883" fmla="*/ 1113043 h 1114920"/>
              <a:gd name="csX3884" fmla="*/ 669293 w 1723042"/>
              <a:gd name="csY3884" fmla="*/ 1113016 h 1114920"/>
              <a:gd name="csX3885" fmla="*/ 669471 w 1723042"/>
              <a:gd name="csY3885" fmla="*/ 1112999 h 1114920"/>
              <a:gd name="csX3886" fmla="*/ 669640 w 1723042"/>
              <a:gd name="csY3886" fmla="*/ 1112972 h 1114920"/>
              <a:gd name="csX3887" fmla="*/ 669818 w 1723042"/>
              <a:gd name="csY3887" fmla="*/ 1112954 h 1114920"/>
              <a:gd name="csX3888" fmla="*/ 669987 w 1723042"/>
              <a:gd name="csY3888" fmla="*/ 1112927 h 1114920"/>
              <a:gd name="csX3889" fmla="*/ 670156 w 1723042"/>
              <a:gd name="csY3889" fmla="*/ 1112910 h 1114920"/>
              <a:gd name="csX3890" fmla="*/ 670334 w 1723042"/>
              <a:gd name="csY3890" fmla="*/ 1112883 h 1114920"/>
              <a:gd name="csX3891" fmla="*/ 670503 w 1723042"/>
              <a:gd name="csY3891" fmla="*/ 1112856 h 1114920"/>
              <a:gd name="csX3892" fmla="*/ 670672 w 1723042"/>
              <a:gd name="csY3892" fmla="*/ 1112838 h 1114920"/>
              <a:gd name="csX3893" fmla="*/ 670850 w 1723042"/>
              <a:gd name="csY3893" fmla="*/ 1112812 h 1114920"/>
              <a:gd name="csX3894" fmla="*/ 671019 w 1723042"/>
              <a:gd name="csY3894" fmla="*/ 1112785 h 1114920"/>
              <a:gd name="csX3895" fmla="*/ 671197 w 1723042"/>
              <a:gd name="csY3895" fmla="*/ 1112767 h 1114920"/>
              <a:gd name="csX3896" fmla="*/ 671366 w 1723042"/>
              <a:gd name="csY3896" fmla="*/ 1112741 h 1114920"/>
              <a:gd name="csX3897" fmla="*/ 671535 w 1723042"/>
              <a:gd name="csY3897" fmla="*/ 1112714 h 1114920"/>
              <a:gd name="csX3898" fmla="*/ 671713 w 1723042"/>
              <a:gd name="csY3898" fmla="*/ 1112687 h 1114920"/>
              <a:gd name="csX3899" fmla="*/ 671882 w 1723042"/>
              <a:gd name="csY3899" fmla="*/ 1112669 h 1114920"/>
              <a:gd name="csX3900" fmla="*/ 672051 w 1723042"/>
              <a:gd name="csY3900" fmla="*/ 1112643 h 1114920"/>
              <a:gd name="csX3901" fmla="*/ 672229 w 1723042"/>
              <a:gd name="csY3901" fmla="*/ 1112616 h 1114920"/>
              <a:gd name="csX3902" fmla="*/ 672398 w 1723042"/>
              <a:gd name="csY3902" fmla="*/ 1112589 h 1114920"/>
              <a:gd name="csX3903" fmla="*/ 672567 w 1723042"/>
              <a:gd name="csY3903" fmla="*/ 1112563 h 1114920"/>
              <a:gd name="csX3904" fmla="*/ 672745 w 1723042"/>
              <a:gd name="csY3904" fmla="*/ 1112536 h 1114920"/>
              <a:gd name="csX3905" fmla="*/ 672914 w 1723042"/>
              <a:gd name="csY3905" fmla="*/ 1112509 h 1114920"/>
              <a:gd name="csX3906" fmla="*/ 673092 w 1723042"/>
              <a:gd name="csY3906" fmla="*/ 1112483 h 1114920"/>
              <a:gd name="csX3907" fmla="*/ 673261 w 1723042"/>
              <a:gd name="csY3907" fmla="*/ 1112456 h 1114920"/>
              <a:gd name="csX3908" fmla="*/ 673430 w 1723042"/>
              <a:gd name="csY3908" fmla="*/ 1112429 h 1114920"/>
              <a:gd name="csX3909" fmla="*/ 673608 w 1723042"/>
              <a:gd name="csY3909" fmla="*/ 1112394 h 1114920"/>
              <a:gd name="csX3910" fmla="*/ 673777 w 1723042"/>
              <a:gd name="csY3910" fmla="*/ 1112367 h 1114920"/>
              <a:gd name="csX3911" fmla="*/ 673946 w 1723042"/>
              <a:gd name="csY3911" fmla="*/ 1112340 h 1114920"/>
              <a:gd name="csX3912" fmla="*/ 674124 w 1723042"/>
              <a:gd name="csY3912" fmla="*/ 1112314 h 1114920"/>
              <a:gd name="csX3913" fmla="*/ 674293 w 1723042"/>
              <a:gd name="csY3913" fmla="*/ 1112278 h 1114920"/>
              <a:gd name="csX3914" fmla="*/ 674471 w 1723042"/>
              <a:gd name="csY3914" fmla="*/ 1112251 h 1114920"/>
              <a:gd name="csX3915" fmla="*/ 674640 w 1723042"/>
              <a:gd name="csY3915" fmla="*/ 1112225 h 1114920"/>
              <a:gd name="csX3916" fmla="*/ 674809 w 1723042"/>
              <a:gd name="csY3916" fmla="*/ 1112189 h 1114920"/>
              <a:gd name="csX3917" fmla="*/ 674987 w 1723042"/>
              <a:gd name="csY3917" fmla="*/ 1112162 h 1114920"/>
              <a:gd name="csX3918" fmla="*/ 675156 w 1723042"/>
              <a:gd name="csY3918" fmla="*/ 1112127 h 1114920"/>
              <a:gd name="csX3919" fmla="*/ 675325 w 1723042"/>
              <a:gd name="csY3919" fmla="*/ 1112100 h 1114920"/>
              <a:gd name="csX3920" fmla="*/ 675503 w 1723042"/>
              <a:gd name="csY3920" fmla="*/ 1112064 h 1114920"/>
              <a:gd name="csX3921" fmla="*/ 675672 w 1723042"/>
              <a:gd name="csY3921" fmla="*/ 1112038 h 1114920"/>
              <a:gd name="csX3922" fmla="*/ 675850 w 1723042"/>
              <a:gd name="csY3922" fmla="*/ 1112002 h 1114920"/>
              <a:gd name="csX3923" fmla="*/ 676019 w 1723042"/>
              <a:gd name="csY3923" fmla="*/ 1111976 h 1114920"/>
              <a:gd name="csX3924" fmla="*/ 676188 w 1723042"/>
              <a:gd name="csY3924" fmla="*/ 1111940 h 1114920"/>
              <a:gd name="csX3925" fmla="*/ 676366 w 1723042"/>
              <a:gd name="csY3925" fmla="*/ 1111904 h 1114920"/>
              <a:gd name="csX3926" fmla="*/ 676535 w 1723042"/>
              <a:gd name="csY3926" fmla="*/ 1111878 h 1114920"/>
              <a:gd name="csX3927" fmla="*/ 676704 w 1723042"/>
              <a:gd name="csY3927" fmla="*/ 1111842 h 1114920"/>
              <a:gd name="csX3928" fmla="*/ 676882 w 1723042"/>
              <a:gd name="csY3928" fmla="*/ 1111807 h 1114920"/>
              <a:gd name="csX3929" fmla="*/ 677051 w 1723042"/>
              <a:gd name="csY3929" fmla="*/ 1111771 h 1114920"/>
              <a:gd name="csX3930" fmla="*/ 677220 w 1723042"/>
              <a:gd name="csY3930" fmla="*/ 1111735 h 1114920"/>
              <a:gd name="csX3931" fmla="*/ 677398 w 1723042"/>
              <a:gd name="csY3931" fmla="*/ 1111700 h 1114920"/>
              <a:gd name="csX3932" fmla="*/ 677567 w 1723042"/>
              <a:gd name="csY3932" fmla="*/ 1111664 h 1114920"/>
              <a:gd name="csX3933" fmla="*/ 677745 w 1723042"/>
              <a:gd name="csY3933" fmla="*/ 1111629 h 1114920"/>
              <a:gd name="csX3934" fmla="*/ 677914 w 1723042"/>
              <a:gd name="csY3934" fmla="*/ 1111593 h 1114920"/>
              <a:gd name="csX3935" fmla="*/ 678083 w 1723042"/>
              <a:gd name="csY3935" fmla="*/ 1111557 h 1114920"/>
              <a:gd name="csX3936" fmla="*/ 678261 w 1723042"/>
              <a:gd name="csY3936" fmla="*/ 1111522 h 1114920"/>
              <a:gd name="csX3937" fmla="*/ 678430 w 1723042"/>
              <a:gd name="csY3937" fmla="*/ 1111486 h 1114920"/>
              <a:gd name="csX3938" fmla="*/ 678599 w 1723042"/>
              <a:gd name="csY3938" fmla="*/ 1111442 h 1114920"/>
              <a:gd name="csX3939" fmla="*/ 678777 w 1723042"/>
              <a:gd name="csY3939" fmla="*/ 1111406 h 1114920"/>
              <a:gd name="csX3940" fmla="*/ 678946 w 1723042"/>
              <a:gd name="csY3940" fmla="*/ 1111371 h 1114920"/>
              <a:gd name="csX3941" fmla="*/ 679124 w 1723042"/>
              <a:gd name="csY3941" fmla="*/ 1111335 h 1114920"/>
              <a:gd name="csX3942" fmla="*/ 679293 w 1723042"/>
              <a:gd name="csY3942" fmla="*/ 1111290 h 1114920"/>
              <a:gd name="csX3943" fmla="*/ 679462 w 1723042"/>
              <a:gd name="csY3943" fmla="*/ 1111255 h 1114920"/>
              <a:gd name="csX3944" fmla="*/ 679640 w 1723042"/>
              <a:gd name="csY3944" fmla="*/ 1111210 h 1114920"/>
              <a:gd name="csX3945" fmla="*/ 679809 w 1723042"/>
              <a:gd name="csY3945" fmla="*/ 1111175 h 1114920"/>
              <a:gd name="csX3946" fmla="*/ 679978 w 1723042"/>
              <a:gd name="csY3946" fmla="*/ 1111130 h 1114920"/>
              <a:gd name="csX3947" fmla="*/ 680156 w 1723042"/>
              <a:gd name="csY3947" fmla="*/ 1111086 h 1114920"/>
              <a:gd name="csX3948" fmla="*/ 680325 w 1723042"/>
              <a:gd name="csY3948" fmla="*/ 1111050 h 1114920"/>
              <a:gd name="csX3949" fmla="*/ 680494 w 1723042"/>
              <a:gd name="csY3949" fmla="*/ 1111006 h 1114920"/>
              <a:gd name="csX3950" fmla="*/ 680672 w 1723042"/>
              <a:gd name="csY3950" fmla="*/ 1110961 h 1114920"/>
              <a:gd name="csX3951" fmla="*/ 680841 w 1723042"/>
              <a:gd name="csY3951" fmla="*/ 1110926 h 1114920"/>
              <a:gd name="csX3952" fmla="*/ 681019 w 1723042"/>
              <a:gd name="csY3952" fmla="*/ 1110881 h 1114920"/>
              <a:gd name="csX3953" fmla="*/ 681188 w 1723042"/>
              <a:gd name="csY3953" fmla="*/ 1110837 h 1114920"/>
              <a:gd name="csX3954" fmla="*/ 681357 w 1723042"/>
              <a:gd name="csY3954" fmla="*/ 1110792 h 1114920"/>
              <a:gd name="csX3955" fmla="*/ 681535 w 1723042"/>
              <a:gd name="csY3955" fmla="*/ 1110748 h 1114920"/>
              <a:gd name="csX3956" fmla="*/ 681704 w 1723042"/>
              <a:gd name="csY3956" fmla="*/ 1110703 h 1114920"/>
              <a:gd name="csX3957" fmla="*/ 681873 w 1723042"/>
              <a:gd name="csY3957" fmla="*/ 1110659 h 1114920"/>
              <a:gd name="csX3958" fmla="*/ 682051 w 1723042"/>
              <a:gd name="csY3958" fmla="*/ 1110614 h 1114920"/>
              <a:gd name="csX3959" fmla="*/ 682220 w 1723042"/>
              <a:gd name="csY3959" fmla="*/ 1110561 h 1114920"/>
              <a:gd name="csX3960" fmla="*/ 682398 w 1723042"/>
              <a:gd name="csY3960" fmla="*/ 1110517 h 1114920"/>
              <a:gd name="csX3961" fmla="*/ 682567 w 1723042"/>
              <a:gd name="csY3961" fmla="*/ 1110472 h 1114920"/>
              <a:gd name="csX3962" fmla="*/ 682736 w 1723042"/>
              <a:gd name="csY3962" fmla="*/ 1110419 h 1114920"/>
              <a:gd name="csX3963" fmla="*/ 682914 w 1723042"/>
              <a:gd name="csY3963" fmla="*/ 1110374 h 1114920"/>
              <a:gd name="csX3964" fmla="*/ 683083 w 1723042"/>
              <a:gd name="csY3964" fmla="*/ 1110330 h 1114920"/>
              <a:gd name="csX3965" fmla="*/ 683252 w 1723042"/>
              <a:gd name="csY3965" fmla="*/ 1110276 h 1114920"/>
              <a:gd name="csX3966" fmla="*/ 683430 w 1723042"/>
              <a:gd name="csY3966" fmla="*/ 1110223 h 1114920"/>
              <a:gd name="csX3967" fmla="*/ 683599 w 1723042"/>
              <a:gd name="csY3967" fmla="*/ 1110178 h 1114920"/>
              <a:gd name="csX3968" fmla="*/ 683777 w 1723042"/>
              <a:gd name="csY3968" fmla="*/ 1110125 h 1114920"/>
              <a:gd name="csX3969" fmla="*/ 683946 w 1723042"/>
              <a:gd name="csY3969" fmla="*/ 1110072 h 1114920"/>
              <a:gd name="csX3970" fmla="*/ 684115 w 1723042"/>
              <a:gd name="csY3970" fmla="*/ 1110027 h 1114920"/>
              <a:gd name="csX3971" fmla="*/ 684293 w 1723042"/>
              <a:gd name="csY3971" fmla="*/ 1109974 h 1114920"/>
              <a:gd name="csX3972" fmla="*/ 684462 w 1723042"/>
              <a:gd name="csY3972" fmla="*/ 1109920 h 1114920"/>
              <a:gd name="csX3973" fmla="*/ 684631 w 1723042"/>
              <a:gd name="csY3973" fmla="*/ 1109867 h 1114920"/>
              <a:gd name="csX3974" fmla="*/ 684809 w 1723042"/>
              <a:gd name="csY3974" fmla="*/ 1109814 h 1114920"/>
              <a:gd name="csX3975" fmla="*/ 684978 w 1723042"/>
              <a:gd name="csY3975" fmla="*/ 1109760 h 1114920"/>
              <a:gd name="csX3976" fmla="*/ 685147 w 1723042"/>
              <a:gd name="csY3976" fmla="*/ 1109707 h 1114920"/>
              <a:gd name="csX3977" fmla="*/ 685325 w 1723042"/>
              <a:gd name="csY3977" fmla="*/ 1109654 h 1114920"/>
              <a:gd name="csX3978" fmla="*/ 685494 w 1723042"/>
              <a:gd name="csY3978" fmla="*/ 1109591 h 1114920"/>
              <a:gd name="csX3979" fmla="*/ 685672 w 1723042"/>
              <a:gd name="csY3979" fmla="*/ 1109538 h 1114920"/>
              <a:gd name="csX3980" fmla="*/ 685841 w 1723042"/>
              <a:gd name="csY3980" fmla="*/ 1109484 h 1114920"/>
              <a:gd name="csX3981" fmla="*/ 686010 w 1723042"/>
              <a:gd name="csY3981" fmla="*/ 1109422 h 1114920"/>
              <a:gd name="csX3982" fmla="*/ 686188 w 1723042"/>
              <a:gd name="csY3982" fmla="*/ 1109369 h 1114920"/>
              <a:gd name="csX3983" fmla="*/ 686357 w 1723042"/>
              <a:gd name="csY3983" fmla="*/ 1109307 h 1114920"/>
              <a:gd name="csX3984" fmla="*/ 686526 w 1723042"/>
              <a:gd name="csY3984" fmla="*/ 1109253 h 1114920"/>
              <a:gd name="csX3985" fmla="*/ 686704 w 1723042"/>
              <a:gd name="csY3985" fmla="*/ 1109191 h 1114920"/>
              <a:gd name="csX3986" fmla="*/ 686873 w 1723042"/>
              <a:gd name="csY3986" fmla="*/ 1109129 h 1114920"/>
              <a:gd name="csX3987" fmla="*/ 687051 w 1723042"/>
              <a:gd name="csY3987" fmla="*/ 1109075 h 1114920"/>
              <a:gd name="csX3988" fmla="*/ 687220 w 1723042"/>
              <a:gd name="csY3988" fmla="*/ 1109013 h 1114920"/>
              <a:gd name="csX3989" fmla="*/ 687389 w 1723042"/>
              <a:gd name="csY3989" fmla="*/ 1108951 h 1114920"/>
              <a:gd name="csX3990" fmla="*/ 687567 w 1723042"/>
              <a:gd name="csY3990" fmla="*/ 1108888 h 1114920"/>
              <a:gd name="csX3991" fmla="*/ 687736 w 1723042"/>
              <a:gd name="csY3991" fmla="*/ 1108826 h 1114920"/>
              <a:gd name="csX3992" fmla="*/ 687905 w 1723042"/>
              <a:gd name="csY3992" fmla="*/ 1108764 h 1114920"/>
              <a:gd name="csX3993" fmla="*/ 688083 w 1723042"/>
              <a:gd name="csY3993" fmla="*/ 1108693 h 1114920"/>
              <a:gd name="csX3994" fmla="*/ 688252 w 1723042"/>
              <a:gd name="csY3994" fmla="*/ 1108630 h 1114920"/>
              <a:gd name="csX3995" fmla="*/ 688421 w 1723042"/>
              <a:gd name="csY3995" fmla="*/ 1108568 h 1114920"/>
              <a:gd name="csX3996" fmla="*/ 688599 w 1723042"/>
              <a:gd name="csY3996" fmla="*/ 1108506 h 1114920"/>
              <a:gd name="csX3997" fmla="*/ 688768 w 1723042"/>
              <a:gd name="csY3997" fmla="*/ 1108435 h 1114920"/>
              <a:gd name="csX3998" fmla="*/ 688946 w 1723042"/>
              <a:gd name="csY3998" fmla="*/ 1108372 h 1114920"/>
              <a:gd name="csX3999" fmla="*/ 689115 w 1723042"/>
              <a:gd name="csY3999" fmla="*/ 1108301 h 1114920"/>
              <a:gd name="csX4000" fmla="*/ 689284 w 1723042"/>
              <a:gd name="csY4000" fmla="*/ 1108230 h 1114920"/>
              <a:gd name="csX4001" fmla="*/ 689462 w 1723042"/>
              <a:gd name="csY4001" fmla="*/ 1108168 h 1114920"/>
              <a:gd name="csX4002" fmla="*/ 689631 w 1723042"/>
              <a:gd name="csY4002" fmla="*/ 1108097 h 1114920"/>
              <a:gd name="csX4003" fmla="*/ 689800 w 1723042"/>
              <a:gd name="csY4003" fmla="*/ 1108026 h 1114920"/>
              <a:gd name="csX4004" fmla="*/ 689978 w 1723042"/>
              <a:gd name="csY4004" fmla="*/ 1107954 h 1114920"/>
              <a:gd name="csX4005" fmla="*/ 690147 w 1723042"/>
              <a:gd name="csY4005" fmla="*/ 1107883 h 1114920"/>
              <a:gd name="csX4006" fmla="*/ 690324 w 1723042"/>
              <a:gd name="csY4006" fmla="*/ 1107812 h 1114920"/>
              <a:gd name="csX4007" fmla="*/ 690494 w 1723042"/>
              <a:gd name="csY4007" fmla="*/ 1107741 h 1114920"/>
              <a:gd name="csX4008" fmla="*/ 690663 w 1723042"/>
              <a:gd name="csY4008" fmla="*/ 1107661 h 1114920"/>
              <a:gd name="csX4009" fmla="*/ 690841 w 1723042"/>
              <a:gd name="csY4009" fmla="*/ 1107590 h 1114920"/>
              <a:gd name="csX4010" fmla="*/ 691010 w 1723042"/>
              <a:gd name="csY4010" fmla="*/ 1107518 h 1114920"/>
              <a:gd name="csX4011" fmla="*/ 691179 w 1723042"/>
              <a:gd name="csY4011" fmla="*/ 1107438 h 1114920"/>
              <a:gd name="csX4012" fmla="*/ 691356 w 1723042"/>
              <a:gd name="csY4012" fmla="*/ 1107367 h 1114920"/>
              <a:gd name="csX4013" fmla="*/ 691526 w 1723042"/>
              <a:gd name="csY4013" fmla="*/ 1107287 h 1114920"/>
              <a:gd name="csX4014" fmla="*/ 691703 w 1723042"/>
              <a:gd name="csY4014" fmla="*/ 1107207 h 1114920"/>
              <a:gd name="csX4015" fmla="*/ 691872 w 1723042"/>
              <a:gd name="csY4015" fmla="*/ 1107136 h 1114920"/>
              <a:gd name="csX4016" fmla="*/ 692042 w 1723042"/>
              <a:gd name="csY4016" fmla="*/ 1107056 h 1114920"/>
              <a:gd name="csX4017" fmla="*/ 692219 w 1723042"/>
              <a:gd name="csY4017" fmla="*/ 1106976 h 1114920"/>
              <a:gd name="csX4018" fmla="*/ 692389 w 1723042"/>
              <a:gd name="csY4018" fmla="*/ 1106896 h 1114920"/>
              <a:gd name="csX4019" fmla="*/ 692557 w 1723042"/>
              <a:gd name="csY4019" fmla="*/ 1106816 h 1114920"/>
              <a:gd name="csX4020" fmla="*/ 692735 w 1723042"/>
              <a:gd name="csY4020" fmla="*/ 1106727 h 1114920"/>
              <a:gd name="csX4021" fmla="*/ 692904 w 1723042"/>
              <a:gd name="csY4021" fmla="*/ 1106647 h 1114920"/>
              <a:gd name="csX4022" fmla="*/ 693074 w 1723042"/>
              <a:gd name="csY4022" fmla="*/ 1106567 h 1114920"/>
              <a:gd name="csX4023" fmla="*/ 693251 w 1723042"/>
              <a:gd name="csY4023" fmla="*/ 1106477 h 1114920"/>
              <a:gd name="csX4024" fmla="*/ 693421 w 1723042"/>
              <a:gd name="csY4024" fmla="*/ 1106397 h 1114920"/>
              <a:gd name="csX4025" fmla="*/ 693598 w 1723042"/>
              <a:gd name="csY4025" fmla="*/ 1106309 h 1114920"/>
              <a:gd name="csX4026" fmla="*/ 693767 w 1723042"/>
              <a:gd name="csY4026" fmla="*/ 1106220 h 1114920"/>
              <a:gd name="csX4027" fmla="*/ 693936 w 1723042"/>
              <a:gd name="csY4027" fmla="*/ 1106139 h 1114920"/>
              <a:gd name="csX4028" fmla="*/ 694114 w 1723042"/>
              <a:gd name="csY4028" fmla="*/ 1106050 h 1114920"/>
              <a:gd name="csX4029" fmla="*/ 694283 w 1723042"/>
              <a:gd name="csY4029" fmla="*/ 1105962 h 1114920"/>
              <a:gd name="csX4030" fmla="*/ 694452 w 1723042"/>
              <a:gd name="csY4030" fmla="*/ 1105873 h 1114920"/>
              <a:gd name="csX4031" fmla="*/ 694630 w 1723042"/>
              <a:gd name="csY4031" fmla="*/ 1105784 h 1114920"/>
              <a:gd name="csX4032" fmla="*/ 694799 w 1723042"/>
              <a:gd name="csY4032" fmla="*/ 1105686 h 1114920"/>
              <a:gd name="csX4033" fmla="*/ 694977 w 1723042"/>
              <a:gd name="csY4033" fmla="*/ 1105597 h 1114920"/>
              <a:gd name="csX4034" fmla="*/ 695146 w 1723042"/>
              <a:gd name="csY4034" fmla="*/ 1105508 h 1114920"/>
              <a:gd name="csX4035" fmla="*/ 695315 w 1723042"/>
              <a:gd name="csY4035" fmla="*/ 1105410 h 1114920"/>
              <a:gd name="csX4036" fmla="*/ 695493 w 1723042"/>
              <a:gd name="csY4036" fmla="*/ 1105312 h 1114920"/>
              <a:gd name="csX4037" fmla="*/ 695662 w 1723042"/>
              <a:gd name="csY4037" fmla="*/ 1105223 h 1114920"/>
              <a:gd name="csX4038" fmla="*/ 695831 w 1723042"/>
              <a:gd name="csY4038" fmla="*/ 1105125 h 1114920"/>
              <a:gd name="csX4039" fmla="*/ 696009 w 1723042"/>
              <a:gd name="csY4039" fmla="*/ 1105027 h 1114920"/>
              <a:gd name="csX4040" fmla="*/ 696178 w 1723042"/>
              <a:gd name="csY4040" fmla="*/ 1104930 h 1114920"/>
              <a:gd name="csX4041" fmla="*/ 696356 w 1723042"/>
              <a:gd name="csY4041" fmla="*/ 1104832 h 1114920"/>
              <a:gd name="csX4042" fmla="*/ 696525 w 1723042"/>
              <a:gd name="csY4042" fmla="*/ 1104734 h 1114920"/>
              <a:gd name="csX4043" fmla="*/ 696694 w 1723042"/>
              <a:gd name="csY4043" fmla="*/ 1104627 h 1114920"/>
              <a:gd name="csX4044" fmla="*/ 696872 w 1723042"/>
              <a:gd name="csY4044" fmla="*/ 1104529 h 1114920"/>
              <a:gd name="csX4045" fmla="*/ 697041 w 1723042"/>
              <a:gd name="csY4045" fmla="*/ 1104431 h 1114920"/>
              <a:gd name="csX4046" fmla="*/ 697210 w 1723042"/>
              <a:gd name="csY4046" fmla="*/ 1104325 h 1114920"/>
              <a:gd name="csX4047" fmla="*/ 697388 w 1723042"/>
              <a:gd name="csY4047" fmla="*/ 1104218 h 1114920"/>
              <a:gd name="csX4048" fmla="*/ 697557 w 1723042"/>
              <a:gd name="csY4048" fmla="*/ 1104120 h 1114920"/>
              <a:gd name="csX4049" fmla="*/ 697726 w 1723042"/>
              <a:gd name="csY4049" fmla="*/ 1104013 h 1114920"/>
              <a:gd name="csX4050" fmla="*/ 697904 w 1723042"/>
              <a:gd name="csY4050" fmla="*/ 1103907 h 1114920"/>
              <a:gd name="csX4051" fmla="*/ 698073 w 1723042"/>
              <a:gd name="csY4051" fmla="*/ 1103800 h 1114920"/>
              <a:gd name="csX4052" fmla="*/ 698251 w 1723042"/>
              <a:gd name="csY4052" fmla="*/ 1103684 h 1114920"/>
              <a:gd name="csX4053" fmla="*/ 698420 w 1723042"/>
              <a:gd name="csY4053" fmla="*/ 1103577 h 1114920"/>
              <a:gd name="csX4054" fmla="*/ 698589 w 1723042"/>
              <a:gd name="csY4054" fmla="*/ 1103470 h 1114920"/>
              <a:gd name="csX4055" fmla="*/ 698767 w 1723042"/>
              <a:gd name="csY4055" fmla="*/ 1103355 h 1114920"/>
              <a:gd name="csX4056" fmla="*/ 698936 w 1723042"/>
              <a:gd name="csY4056" fmla="*/ 1103239 h 1114920"/>
              <a:gd name="csX4057" fmla="*/ 699105 w 1723042"/>
              <a:gd name="csY4057" fmla="*/ 1103133 h 1114920"/>
              <a:gd name="csX4058" fmla="*/ 699283 w 1723042"/>
              <a:gd name="csY4058" fmla="*/ 1103017 h 1114920"/>
              <a:gd name="csX4059" fmla="*/ 699452 w 1723042"/>
              <a:gd name="csY4059" fmla="*/ 1102901 h 1114920"/>
              <a:gd name="csX4060" fmla="*/ 699630 w 1723042"/>
              <a:gd name="csY4060" fmla="*/ 1102786 h 1114920"/>
              <a:gd name="csX4061" fmla="*/ 699799 w 1723042"/>
              <a:gd name="csY4061" fmla="*/ 1102670 h 1114920"/>
              <a:gd name="csX4062" fmla="*/ 699968 w 1723042"/>
              <a:gd name="csY4062" fmla="*/ 1102545 h 1114920"/>
              <a:gd name="csX4063" fmla="*/ 700146 w 1723042"/>
              <a:gd name="csY4063" fmla="*/ 1102430 h 1114920"/>
              <a:gd name="csX4064" fmla="*/ 700315 w 1723042"/>
              <a:gd name="csY4064" fmla="*/ 1102305 h 1114920"/>
              <a:gd name="csX4065" fmla="*/ 700484 w 1723042"/>
              <a:gd name="csY4065" fmla="*/ 1102189 h 1114920"/>
              <a:gd name="csX4066" fmla="*/ 700662 w 1723042"/>
              <a:gd name="csY4066" fmla="*/ 1102065 h 1114920"/>
              <a:gd name="csX4067" fmla="*/ 700831 w 1723042"/>
              <a:gd name="csY4067" fmla="*/ 1101940 h 1114920"/>
              <a:gd name="csX4068" fmla="*/ 701000 w 1723042"/>
              <a:gd name="csY4068" fmla="*/ 1101816 h 1114920"/>
              <a:gd name="csX4069" fmla="*/ 701178 w 1723042"/>
              <a:gd name="csY4069" fmla="*/ 1101691 h 1114920"/>
              <a:gd name="csX4070" fmla="*/ 701347 w 1723042"/>
              <a:gd name="csY4070" fmla="*/ 1101567 h 1114920"/>
              <a:gd name="csX4071" fmla="*/ 701525 w 1723042"/>
              <a:gd name="csY4071" fmla="*/ 1101433 h 1114920"/>
              <a:gd name="csX4072" fmla="*/ 701694 w 1723042"/>
              <a:gd name="csY4072" fmla="*/ 1101309 h 1114920"/>
              <a:gd name="csX4073" fmla="*/ 701863 w 1723042"/>
              <a:gd name="csY4073" fmla="*/ 1101175 h 1114920"/>
              <a:gd name="csX4074" fmla="*/ 702041 w 1723042"/>
              <a:gd name="csY4074" fmla="*/ 1101051 h 1114920"/>
              <a:gd name="csX4075" fmla="*/ 702210 w 1723042"/>
              <a:gd name="csY4075" fmla="*/ 1100917 h 1114920"/>
              <a:gd name="csX4076" fmla="*/ 702379 w 1723042"/>
              <a:gd name="csY4076" fmla="*/ 1100784 h 1114920"/>
              <a:gd name="csX4077" fmla="*/ 702557 w 1723042"/>
              <a:gd name="csY4077" fmla="*/ 1100650 h 1114920"/>
              <a:gd name="csX4078" fmla="*/ 702726 w 1723042"/>
              <a:gd name="csY4078" fmla="*/ 1100517 h 1114920"/>
              <a:gd name="csX4079" fmla="*/ 702904 w 1723042"/>
              <a:gd name="csY4079" fmla="*/ 1100375 h 1114920"/>
              <a:gd name="csX4080" fmla="*/ 703073 w 1723042"/>
              <a:gd name="csY4080" fmla="*/ 1100241 h 1114920"/>
              <a:gd name="csX4081" fmla="*/ 703242 w 1723042"/>
              <a:gd name="csY4081" fmla="*/ 1100099 h 1114920"/>
              <a:gd name="csX4082" fmla="*/ 703420 w 1723042"/>
              <a:gd name="csY4082" fmla="*/ 1099956 h 1114920"/>
              <a:gd name="csX4083" fmla="*/ 703589 w 1723042"/>
              <a:gd name="csY4083" fmla="*/ 1099814 h 1114920"/>
              <a:gd name="csX4084" fmla="*/ 703758 w 1723042"/>
              <a:gd name="csY4084" fmla="*/ 1099672 h 1114920"/>
              <a:gd name="csX4085" fmla="*/ 703936 w 1723042"/>
              <a:gd name="csY4085" fmla="*/ 1099529 h 1114920"/>
              <a:gd name="csX4086" fmla="*/ 704105 w 1723042"/>
              <a:gd name="csY4086" fmla="*/ 1099387 h 1114920"/>
              <a:gd name="csX4087" fmla="*/ 704283 w 1723042"/>
              <a:gd name="csY4087" fmla="*/ 1099245 h 1114920"/>
              <a:gd name="csX4088" fmla="*/ 704452 w 1723042"/>
              <a:gd name="csY4088" fmla="*/ 1099093 h 1114920"/>
              <a:gd name="csX4089" fmla="*/ 704621 w 1723042"/>
              <a:gd name="csY4089" fmla="*/ 1098942 h 1114920"/>
              <a:gd name="csX4090" fmla="*/ 704799 w 1723042"/>
              <a:gd name="csY4090" fmla="*/ 1098800 h 1114920"/>
              <a:gd name="csX4091" fmla="*/ 704968 w 1723042"/>
              <a:gd name="csY4091" fmla="*/ 1098649 h 1114920"/>
              <a:gd name="csX4092" fmla="*/ 705137 w 1723042"/>
              <a:gd name="csY4092" fmla="*/ 1098497 h 1114920"/>
              <a:gd name="csX4093" fmla="*/ 705315 w 1723042"/>
              <a:gd name="csY4093" fmla="*/ 1098337 h 1114920"/>
              <a:gd name="csX4094" fmla="*/ 705484 w 1723042"/>
              <a:gd name="csY4094" fmla="*/ 1098186 h 1114920"/>
              <a:gd name="csX4095" fmla="*/ 705653 w 1723042"/>
              <a:gd name="csY4095" fmla="*/ 1098026 h 1114920"/>
              <a:gd name="csX4096" fmla="*/ 705831 w 1723042"/>
              <a:gd name="csY4096" fmla="*/ 1097875 h 1114920"/>
              <a:gd name="csX4097" fmla="*/ 706000 w 1723042"/>
              <a:gd name="csY4097" fmla="*/ 1097714 h 1114920"/>
              <a:gd name="csX4098" fmla="*/ 706178 w 1723042"/>
              <a:gd name="csY4098" fmla="*/ 1097554 h 1114920"/>
              <a:gd name="csX4099" fmla="*/ 706347 w 1723042"/>
              <a:gd name="csY4099" fmla="*/ 1097394 h 1114920"/>
              <a:gd name="csX4100" fmla="*/ 706516 w 1723042"/>
              <a:gd name="csY4100" fmla="*/ 1097234 h 1114920"/>
              <a:gd name="csX4101" fmla="*/ 706694 w 1723042"/>
              <a:gd name="csY4101" fmla="*/ 1097065 h 1114920"/>
              <a:gd name="csX4102" fmla="*/ 706863 w 1723042"/>
              <a:gd name="csY4102" fmla="*/ 1096905 h 1114920"/>
              <a:gd name="csX4103" fmla="*/ 707032 w 1723042"/>
              <a:gd name="csY4103" fmla="*/ 1096736 h 1114920"/>
              <a:gd name="csX4104" fmla="*/ 707210 w 1723042"/>
              <a:gd name="csY4104" fmla="*/ 1096567 h 1114920"/>
              <a:gd name="csX4105" fmla="*/ 707379 w 1723042"/>
              <a:gd name="csY4105" fmla="*/ 1096398 h 1114920"/>
              <a:gd name="csX4106" fmla="*/ 707557 w 1723042"/>
              <a:gd name="csY4106" fmla="*/ 1096229 h 1114920"/>
              <a:gd name="csX4107" fmla="*/ 707726 w 1723042"/>
              <a:gd name="csY4107" fmla="*/ 1096060 h 1114920"/>
              <a:gd name="csX4108" fmla="*/ 707895 w 1723042"/>
              <a:gd name="csY4108" fmla="*/ 1095882 h 1114920"/>
              <a:gd name="csX4109" fmla="*/ 708073 w 1723042"/>
              <a:gd name="csY4109" fmla="*/ 1095713 h 1114920"/>
              <a:gd name="csX4110" fmla="*/ 708242 w 1723042"/>
              <a:gd name="csY4110" fmla="*/ 1095535 h 1114920"/>
              <a:gd name="csX4111" fmla="*/ 708411 w 1723042"/>
              <a:gd name="csY4111" fmla="*/ 1095357 h 1114920"/>
              <a:gd name="csX4112" fmla="*/ 708589 w 1723042"/>
              <a:gd name="csY4112" fmla="*/ 1095179 h 1114920"/>
              <a:gd name="csX4113" fmla="*/ 708758 w 1723042"/>
              <a:gd name="csY4113" fmla="*/ 1095001 h 1114920"/>
              <a:gd name="csX4114" fmla="*/ 708927 w 1723042"/>
              <a:gd name="csY4114" fmla="*/ 1094814 h 1114920"/>
              <a:gd name="csX4115" fmla="*/ 709105 w 1723042"/>
              <a:gd name="csY4115" fmla="*/ 1094636 h 1114920"/>
              <a:gd name="csX4116" fmla="*/ 709274 w 1723042"/>
              <a:gd name="csY4116" fmla="*/ 1094450 h 1114920"/>
              <a:gd name="csX4117" fmla="*/ 709452 w 1723042"/>
              <a:gd name="csY4117" fmla="*/ 1094263 h 1114920"/>
              <a:gd name="csX4118" fmla="*/ 709621 w 1723042"/>
              <a:gd name="csY4118" fmla="*/ 1094076 h 1114920"/>
              <a:gd name="csX4119" fmla="*/ 709790 w 1723042"/>
              <a:gd name="csY4119" fmla="*/ 1093889 h 1114920"/>
              <a:gd name="csX4120" fmla="*/ 709968 w 1723042"/>
              <a:gd name="csY4120" fmla="*/ 1093693 h 1114920"/>
              <a:gd name="csX4121" fmla="*/ 710137 w 1723042"/>
              <a:gd name="csY4121" fmla="*/ 1093506 h 1114920"/>
              <a:gd name="csX4122" fmla="*/ 710306 w 1723042"/>
              <a:gd name="csY4122" fmla="*/ 1093311 h 1114920"/>
              <a:gd name="csX4123" fmla="*/ 710484 w 1723042"/>
              <a:gd name="csY4123" fmla="*/ 1093115 h 1114920"/>
              <a:gd name="csX4124" fmla="*/ 710653 w 1723042"/>
              <a:gd name="csY4124" fmla="*/ 1092919 h 1114920"/>
              <a:gd name="csX4125" fmla="*/ 710831 w 1723042"/>
              <a:gd name="csY4125" fmla="*/ 1092724 h 1114920"/>
              <a:gd name="csX4126" fmla="*/ 711000 w 1723042"/>
              <a:gd name="csY4126" fmla="*/ 1092519 h 1114920"/>
              <a:gd name="csX4127" fmla="*/ 711169 w 1723042"/>
              <a:gd name="csY4127" fmla="*/ 1092323 h 1114920"/>
              <a:gd name="csX4128" fmla="*/ 711347 w 1723042"/>
              <a:gd name="csY4128" fmla="*/ 1092119 h 1114920"/>
              <a:gd name="csX4129" fmla="*/ 711516 w 1723042"/>
              <a:gd name="csY4129" fmla="*/ 1091914 h 1114920"/>
              <a:gd name="csX4130" fmla="*/ 711685 w 1723042"/>
              <a:gd name="csY4130" fmla="*/ 1091709 h 1114920"/>
              <a:gd name="csX4131" fmla="*/ 711863 w 1723042"/>
              <a:gd name="csY4131" fmla="*/ 1091496 h 1114920"/>
              <a:gd name="csX4132" fmla="*/ 712032 w 1723042"/>
              <a:gd name="csY4132" fmla="*/ 1091291 h 1114920"/>
              <a:gd name="csX4133" fmla="*/ 712210 w 1723042"/>
              <a:gd name="csY4133" fmla="*/ 1091078 h 1114920"/>
              <a:gd name="csX4134" fmla="*/ 712379 w 1723042"/>
              <a:gd name="csY4134" fmla="*/ 1090864 h 1114920"/>
              <a:gd name="csX4135" fmla="*/ 712548 w 1723042"/>
              <a:gd name="csY4135" fmla="*/ 1090651 h 1114920"/>
              <a:gd name="csX4136" fmla="*/ 712726 w 1723042"/>
              <a:gd name="csY4136" fmla="*/ 1090437 h 1114920"/>
              <a:gd name="csX4137" fmla="*/ 712895 w 1723042"/>
              <a:gd name="csY4137" fmla="*/ 1090215 h 1114920"/>
              <a:gd name="csX4138" fmla="*/ 713064 w 1723042"/>
              <a:gd name="csY4138" fmla="*/ 1090001 h 1114920"/>
              <a:gd name="csX4139" fmla="*/ 713242 w 1723042"/>
              <a:gd name="csY4139" fmla="*/ 1089779 h 1114920"/>
              <a:gd name="csX4140" fmla="*/ 713411 w 1723042"/>
              <a:gd name="csY4140" fmla="*/ 1089557 h 1114920"/>
              <a:gd name="csX4141" fmla="*/ 713580 w 1723042"/>
              <a:gd name="csY4141" fmla="*/ 1089334 h 1114920"/>
              <a:gd name="csX4142" fmla="*/ 713758 w 1723042"/>
              <a:gd name="csY4142" fmla="*/ 1089103 h 1114920"/>
              <a:gd name="csX4143" fmla="*/ 713927 w 1723042"/>
              <a:gd name="csY4143" fmla="*/ 1088880 h 1114920"/>
              <a:gd name="csX4144" fmla="*/ 714105 w 1723042"/>
              <a:gd name="csY4144" fmla="*/ 1088649 h 1114920"/>
              <a:gd name="csX4145" fmla="*/ 714274 w 1723042"/>
              <a:gd name="csY4145" fmla="*/ 1088418 h 1114920"/>
              <a:gd name="csX4146" fmla="*/ 714443 w 1723042"/>
              <a:gd name="csY4146" fmla="*/ 1088186 h 1114920"/>
              <a:gd name="csX4147" fmla="*/ 714621 w 1723042"/>
              <a:gd name="csY4147" fmla="*/ 1087955 h 1114920"/>
              <a:gd name="csX4148" fmla="*/ 714790 w 1723042"/>
              <a:gd name="csY4148" fmla="*/ 1087715 h 1114920"/>
              <a:gd name="csX4149" fmla="*/ 714959 w 1723042"/>
              <a:gd name="csY4149" fmla="*/ 1087475 h 1114920"/>
              <a:gd name="csX4150" fmla="*/ 715137 w 1723042"/>
              <a:gd name="csY4150" fmla="*/ 1087234 h 1114920"/>
              <a:gd name="csX4151" fmla="*/ 715306 w 1723042"/>
              <a:gd name="csY4151" fmla="*/ 1086994 h 1114920"/>
              <a:gd name="csX4152" fmla="*/ 715484 w 1723042"/>
              <a:gd name="csY4152" fmla="*/ 1086754 h 1114920"/>
              <a:gd name="csX4153" fmla="*/ 715653 w 1723042"/>
              <a:gd name="csY4153" fmla="*/ 1086505 h 1114920"/>
              <a:gd name="csX4154" fmla="*/ 715822 w 1723042"/>
              <a:gd name="csY4154" fmla="*/ 1086256 h 1114920"/>
              <a:gd name="csX4155" fmla="*/ 716000 w 1723042"/>
              <a:gd name="csY4155" fmla="*/ 1086007 h 1114920"/>
              <a:gd name="csX4156" fmla="*/ 716169 w 1723042"/>
              <a:gd name="csY4156" fmla="*/ 1085758 h 1114920"/>
              <a:gd name="csX4157" fmla="*/ 716338 w 1723042"/>
              <a:gd name="csY4157" fmla="*/ 1085509 h 1114920"/>
              <a:gd name="csX4158" fmla="*/ 716516 w 1723042"/>
              <a:gd name="csY4158" fmla="*/ 1085251 h 1114920"/>
              <a:gd name="csX4159" fmla="*/ 716685 w 1723042"/>
              <a:gd name="csY4159" fmla="*/ 1084993 h 1114920"/>
              <a:gd name="csX4160" fmla="*/ 716863 w 1723042"/>
              <a:gd name="csY4160" fmla="*/ 1084735 h 1114920"/>
              <a:gd name="csX4161" fmla="*/ 717032 w 1723042"/>
              <a:gd name="csY4161" fmla="*/ 1084477 h 1114920"/>
              <a:gd name="csX4162" fmla="*/ 717201 w 1723042"/>
              <a:gd name="csY4162" fmla="*/ 1084210 h 1114920"/>
              <a:gd name="csX4163" fmla="*/ 717379 w 1723042"/>
              <a:gd name="csY4163" fmla="*/ 1083952 h 1114920"/>
              <a:gd name="csX4164" fmla="*/ 717548 w 1723042"/>
              <a:gd name="csY4164" fmla="*/ 1083685 h 1114920"/>
              <a:gd name="csX4165" fmla="*/ 717717 w 1723042"/>
              <a:gd name="csY4165" fmla="*/ 1083409 h 1114920"/>
              <a:gd name="csX4166" fmla="*/ 717895 w 1723042"/>
              <a:gd name="csY4166" fmla="*/ 1083142 h 1114920"/>
              <a:gd name="csX4167" fmla="*/ 718064 w 1723042"/>
              <a:gd name="csY4167" fmla="*/ 1082866 h 1114920"/>
              <a:gd name="csX4168" fmla="*/ 718233 w 1723042"/>
              <a:gd name="csY4168" fmla="*/ 1082599 h 1114920"/>
              <a:gd name="csX4169" fmla="*/ 718411 w 1723042"/>
              <a:gd name="csY4169" fmla="*/ 1082324 h 1114920"/>
              <a:gd name="csX4170" fmla="*/ 718580 w 1723042"/>
              <a:gd name="csY4170" fmla="*/ 1082039 h 1114920"/>
              <a:gd name="csX4171" fmla="*/ 718758 w 1723042"/>
              <a:gd name="csY4171" fmla="*/ 1081763 h 1114920"/>
              <a:gd name="csX4172" fmla="*/ 718927 w 1723042"/>
              <a:gd name="csY4172" fmla="*/ 1081478 h 1114920"/>
              <a:gd name="csX4173" fmla="*/ 719096 w 1723042"/>
              <a:gd name="csY4173" fmla="*/ 1081194 h 1114920"/>
              <a:gd name="csX4174" fmla="*/ 719274 w 1723042"/>
              <a:gd name="csY4174" fmla="*/ 1080909 h 1114920"/>
              <a:gd name="csX4175" fmla="*/ 719443 w 1723042"/>
              <a:gd name="csY4175" fmla="*/ 1080616 h 1114920"/>
              <a:gd name="csX4176" fmla="*/ 719612 w 1723042"/>
              <a:gd name="csY4176" fmla="*/ 1080331 h 1114920"/>
              <a:gd name="csX4177" fmla="*/ 719790 w 1723042"/>
              <a:gd name="csY4177" fmla="*/ 1080037 h 1114920"/>
              <a:gd name="csX4178" fmla="*/ 719959 w 1723042"/>
              <a:gd name="csY4178" fmla="*/ 1079744 h 1114920"/>
              <a:gd name="csX4179" fmla="*/ 720136 w 1723042"/>
              <a:gd name="csY4179" fmla="*/ 1079441 h 1114920"/>
              <a:gd name="csX4180" fmla="*/ 720306 w 1723042"/>
              <a:gd name="csY4180" fmla="*/ 1079148 h 1114920"/>
              <a:gd name="csX4181" fmla="*/ 720475 w 1723042"/>
              <a:gd name="csY4181" fmla="*/ 1078845 h 1114920"/>
              <a:gd name="csX4182" fmla="*/ 720653 w 1723042"/>
              <a:gd name="csY4182" fmla="*/ 1078543 h 1114920"/>
              <a:gd name="csX4183" fmla="*/ 720822 w 1723042"/>
              <a:gd name="csY4183" fmla="*/ 1078231 h 1114920"/>
              <a:gd name="csX4184" fmla="*/ 720991 w 1723042"/>
              <a:gd name="csY4184" fmla="*/ 1077929 h 1114920"/>
              <a:gd name="csX4185" fmla="*/ 721169 w 1723042"/>
              <a:gd name="csY4185" fmla="*/ 1077617 h 1114920"/>
              <a:gd name="csX4186" fmla="*/ 721337 w 1723042"/>
              <a:gd name="csY4186" fmla="*/ 1077306 h 1114920"/>
              <a:gd name="csX4187" fmla="*/ 721507 w 1723042"/>
              <a:gd name="csY4187" fmla="*/ 1076986 h 1114920"/>
              <a:gd name="csX4188" fmla="*/ 721684 w 1723042"/>
              <a:gd name="csY4188" fmla="*/ 1076674 h 1114920"/>
              <a:gd name="csX4189" fmla="*/ 721854 w 1723042"/>
              <a:gd name="csY4189" fmla="*/ 1076354 h 1114920"/>
              <a:gd name="csX4190" fmla="*/ 722031 w 1723042"/>
              <a:gd name="csY4190" fmla="*/ 1076034 h 1114920"/>
              <a:gd name="csX4191" fmla="*/ 722201 w 1723042"/>
              <a:gd name="csY4191" fmla="*/ 1075705 h 1114920"/>
              <a:gd name="csX4192" fmla="*/ 722370 w 1723042"/>
              <a:gd name="csY4192" fmla="*/ 1075384 h 1114920"/>
              <a:gd name="csX4193" fmla="*/ 722548 w 1723042"/>
              <a:gd name="csY4193" fmla="*/ 1075055 h 1114920"/>
              <a:gd name="csX4194" fmla="*/ 722716 w 1723042"/>
              <a:gd name="csY4194" fmla="*/ 1074726 h 1114920"/>
              <a:gd name="csX4195" fmla="*/ 722886 w 1723042"/>
              <a:gd name="csY4195" fmla="*/ 1074388 h 1114920"/>
              <a:gd name="csX4196" fmla="*/ 723063 w 1723042"/>
              <a:gd name="csY4196" fmla="*/ 1074059 h 1114920"/>
              <a:gd name="csX4197" fmla="*/ 723232 w 1723042"/>
              <a:gd name="csY4197" fmla="*/ 1073721 h 1114920"/>
              <a:gd name="csX4198" fmla="*/ 723410 w 1723042"/>
              <a:gd name="csY4198" fmla="*/ 1073374 h 1114920"/>
              <a:gd name="csX4199" fmla="*/ 723579 w 1723042"/>
              <a:gd name="csY4199" fmla="*/ 1073036 h 1114920"/>
              <a:gd name="csX4200" fmla="*/ 723749 w 1723042"/>
              <a:gd name="csY4200" fmla="*/ 1072689 h 1114920"/>
              <a:gd name="csX4201" fmla="*/ 723926 w 1723042"/>
              <a:gd name="csY4201" fmla="*/ 1072342 h 1114920"/>
              <a:gd name="csX4202" fmla="*/ 724095 w 1723042"/>
              <a:gd name="csY4202" fmla="*/ 1071995 h 1114920"/>
              <a:gd name="csX4203" fmla="*/ 724264 w 1723042"/>
              <a:gd name="csY4203" fmla="*/ 1071639 h 1114920"/>
              <a:gd name="csX4204" fmla="*/ 724442 w 1723042"/>
              <a:gd name="csY4204" fmla="*/ 1071292 h 1114920"/>
              <a:gd name="csX4205" fmla="*/ 724611 w 1723042"/>
              <a:gd name="csY4205" fmla="*/ 1070927 h 1114920"/>
              <a:gd name="csX4206" fmla="*/ 724789 w 1723042"/>
              <a:gd name="csY4206" fmla="*/ 1070571 h 1114920"/>
              <a:gd name="csX4207" fmla="*/ 724958 w 1723042"/>
              <a:gd name="csY4207" fmla="*/ 1070207 h 1114920"/>
              <a:gd name="csX4208" fmla="*/ 725127 w 1723042"/>
              <a:gd name="csY4208" fmla="*/ 1069851 h 1114920"/>
              <a:gd name="csX4209" fmla="*/ 725305 w 1723042"/>
              <a:gd name="csY4209" fmla="*/ 1069477 h 1114920"/>
              <a:gd name="csX4210" fmla="*/ 725474 w 1723042"/>
              <a:gd name="csY4210" fmla="*/ 1069112 h 1114920"/>
              <a:gd name="csX4211" fmla="*/ 725643 w 1723042"/>
              <a:gd name="csY4211" fmla="*/ 1068739 h 1114920"/>
              <a:gd name="csX4212" fmla="*/ 725821 w 1723042"/>
              <a:gd name="csY4212" fmla="*/ 1068365 h 1114920"/>
              <a:gd name="csX4213" fmla="*/ 725990 w 1723042"/>
              <a:gd name="csY4213" fmla="*/ 1067992 h 1114920"/>
              <a:gd name="csX4214" fmla="*/ 726159 w 1723042"/>
              <a:gd name="csY4214" fmla="*/ 1067609 h 1114920"/>
              <a:gd name="csX4215" fmla="*/ 726337 w 1723042"/>
              <a:gd name="csY4215" fmla="*/ 1067226 h 1114920"/>
              <a:gd name="csX4216" fmla="*/ 726506 w 1723042"/>
              <a:gd name="csY4216" fmla="*/ 1066844 h 1114920"/>
              <a:gd name="csX4217" fmla="*/ 726684 w 1723042"/>
              <a:gd name="csY4217" fmla="*/ 1066452 h 1114920"/>
              <a:gd name="csX4218" fmla="*/ 726853 w 1723042"/>
              <a:gd name="csY4218" fmla="*/ 1066061 h 1114920"/>
              <a:gd name="csX4219" fmla="*/ 727022 w 1723042"/>
              <a:gd name="csY4219" fmla="*/ 1065669 h 1114920"/>
              <a:gd name="csX4220" fmla="*/ 727200 w 1723042"/>
              <a:gd name="csY4220" fmla="*/ 1065278 h 1114920"/>
              <a:gd name="csX4221" fmla="*/ 727369 w 1723042"/>
              <a:gd name="csY4221" fmla="*/ 1064878 h 1114920"/>
              <a:gd name="csX4222" fmla="*/ 727538 w 1723042"/>
              <a:gd name="csY4222" fmla="*/ 1064477 h 1114920"/>
              <a:gd name="csX4223" fmla="*/ 727716 w 1723042"/>
              <a:gd name="csY4223" fmla="*/ 1064077 h 1114920"/>
              <a:gd name="csX4224" fmla="*/ 727885 w 1723042"/>
              <a:gd name="csY4224" fmla="*/ 1063668 h 1114920"/>
              <a:gd name="csX4225" fmla="*/ 728063 w 1723042"/>
              <a:gd name="csY4225" fmla="*/ 1063259 h 1114920"/>
              <a:gd name="csX4226" fmla="*/ 728232 w 1723042"/>
              <a:gd name="csY4226" fmla="*/ 1062849 h 1114920"/>
              <a:gd name="csX4227" fmla="*/ 728401 w 1723042"/>
              <a:gd name="csY4227" fmla="*/ 1062440 h 1114920"/>
              <a:gd name="csX4228" fmla="*/ 728579 w 1723042"/>
              <a:gd name="csY4228" fmla="*/ 1062022 h 1114920"/>
              <a:gd name="csX4229" fmla="*/ 728748 w 1723042"/>
              <a:gd name="csY4229" fmla="*/ 1061604 h 1114920"/>
              <a:gd name="csX4230" fmla="*/ 728917 w 1723042"/>
              <a:gd name="csY4230" fmla="*/ 1061177 h 1114920"/>
              <a:gd name="csX4231" fmla="*/ 729095 w 1723042"/>
              <a:gd name="csY4231" fmla="*/ 1060759 h 1114920"/>
              <a:gd name="csX4232" fmla="*/ 729264 w 1723042"/>
              <a:gd name="csY4232" fmla="*/ 1060323 h 1114920"/>
              <a:gd name="csX4233" fmla="*/ 729433 w 1723042"/>
              <a:gd name="csY4233" fmla="*/ 1059896 h 1114920"/>
              <a:gd name="csX4234" fmla="*/ 729611 w 1723042"/>
              <a:gd name="csY4234" fmla="*/ 1059460 h 1114920"/>
              <a:gd name="csX4235" fmla="*/ 729780 w 1723042"/>
              <a:gd name="csY4235" fmla="*/ 1059024 h 1114920"/>
              <a:gd name="csX4236" fmla="*/ 729958 w 1723042"/>
              <a:gd name="csY4236" fmla="*/ 1058588 h 1114920"/>
              <a:gd name="csX4237" fmla="*/ 730127 w 1723042"/>
              <a:gd name="csY4237" fmla="*/ 1058143 h 1114920"/>
              <a:gd name="csX4238" fmla="*/ 730296 w 1723042"/>
              <a:gd name="csY4238" fmla="*/ 1057698 h 1114920"/>
              <a:gd name="csX4239" fmla="*/ 730474 w 1723042"/>
              <a:gd name="csY4239" fmla="*/ 1057253 h 1114920"/>
              <a:gd name="csX4240" fmla="*/ 730643 w 1723042"/>
              <a:gd name="csY4240" fmla="*/ 1056800 h 1114920"/>
              <a:gd name="csX4241" fmla="*/ 730812 w 1723042"/>
              <a:gd name="csY4241" fmla="*/ 1056346 h 1114920"/>
              <a:gd name="csX4242" fmla="*/ 730990 w 1723042"/>
              <a:gd name="csY4242" fmla="*/ 1055892 h 1114920"/>
              <a:gd name="csX4243" fmla="*/ 731159 w 1723042"/>
              <a:gd name="csY4243" fmla="*/ 1055430 h 1114920"/>
              <a:gd name="csX4244" fmla="*/ 731337 w 1723042"/>
              <a:gd name="csY4244" fmla="*/ 1054967 h 1114920"/>
              <a:gd name="csX4245" fmla="*/ 731506 w 1723042"/>
              <a:gd name="csY4245" fmla="*/ 1054504 h 1114920"/>
              <a:gd name="csX4246" fmla="*/ 731675 w 1723042"/>
              <a:gd name="csY4246" fmla="*/ 1054033 h 1114920"/>
              <a:gd name="csX4247" fmla="*/ 731853 w 1723042"/>
              <a:gd name="csY4247" fmla="*/ 1053561 h 1114920"/>
              <a:gd name="csX4248" fmla="*/ 732022 w 1723042"/>
              <a:gd name="csY4248" fmla="*/ 1053090 h 1114920"/>
              <a:gd name="csX4249" fmla="*/ 732191 w 1723042"/>
              <a:gd name="csY4249" fmla="*/ 1052610 h 1114920"/>
              <a:gd name="csX4250" fmla="*/ 732369 w 1723042"/>
              <a:gd name="csY4250" fmla="*/ 1052129 h 1114920"/>
              <a:gd name="csX4251" fmla="*/ 732538 w 1723042"/>
              <a:gd name="csY4251" fmla="*/ 1051649 h 1114920"/>
              <a:gd name="csX4252" fmla="*/ 732716 w 1723042"/>
              <a:gd name="csY4252" fmla="*/ 1051159 h 1114920"/>
              <a:gd name="csX4253" fmla="*/ 732885 w 1723042"/>
              <a:gd name="csY4253" fmla="*/ 1050670 h 1114920"/>
              <a:gd name="csX4254" fmla="*/ 733054 w 1723042"/>
              <a:gd name="csY4254" fmla="*/ 1050181 h 1114920"/>
              <a:gd name="csX4255" fmla="*/ 733232 w 1723042"/>
              <a:gd name="csY4255" fmla="*/ 1049683 h 1114920"/>
              <a:gd name="csX4256" fmla="*/ 733401 w 1723042"/>
              <a:gd name="csY4256" fmla="*/ 1049184 h 1114920"/>
              <a:gd name="csX4257" fmla="*/ 733570 w 1723042"/>
              <a:gd name="csY4257" fmla="*/ 1048686 h 1114920"/>
              <a:gd name="csX4258" fmla="*/ 733748 w 1723042"/>
              <a:gd name="csY4258" fmla="*/ 1048179 h 1114920"/>
              <a:gd name="csX4259" fmla="*/ 733917 w 1723042"/>
              <a:gd name="csY4259" fmla="*/ 1047672 h 1114920"/>
              <a:gd name="csX4260" fmla="*/ 734086 w 1723042"/>
              <a:gd name="csY4260" fmla="*/ 1047156 h 1114920"/>
              <a:gd name="csX4261" fmla="*/ 734264 w 1723042"/>
              <a:gd name="csY4261" fmla="*/ 1046640 h 1114920"/>
              <a:gd name="csX4262" fmla="*/ 734433 w 1723042"/>
              <a:gd name="csY4262" fmla="*/ 1046124 h 1114920"/>
              <a:gd name="csX4263" fmla="*/ 734611 w 1723042"/>
              <a:gd name="csY4263" fmla="*/ 1045599 h 1114920"/>
              <a:gd name="csX4264" fmla="*/ 734780 w 1723042"/>
              <a:gd name="csY4264" fmla="*/ 1045074 h 1114920"/>
              <a:gd name="csX4265" fmla="*/ 734949 w 1723042"/>
              <a:gd name="csY4265" fmla="*/ 1044549 h 1114920"/>
              <a:gd name="csX4266" fmla="*/ 735127 w 1723042"/>
              <a:gd name="csY4266" fmla="*/ 1044016 h 1114920"/>
              <a:gd name="csX4267" fmla="*/ 735296 w 1723042"/>
              <a:gd name="csY4267" fmla="*/ 1043482 h 1114920"/>
              <a:gd name="csX4268" fmla="*/ 735465 w 1723042"/>
              <a:gd name="csY4268" fmla="*/ 1042948 h 1114920"/>
              <a:gd name="csX4269" fmla="*/ 735643 w 1723042"/>
              <a:gd name="csY4269" fmla="*/ 1042405 h 1114920"/>
              <a:gd name="csX4270" fmla="*/ 735812 w 1723042"/>
              <a:gd name="csY4270" fmla="*/ 1041863 h 1114920"/>
              <a:gd name="csX4271" fmla="*/ 735990 w 1723042"/>
              <a:gd name="csY4271" fmla="*/ 1041311 h 1114920"/>
              <a:gd name="csX4272" fmla="*/ 736159 w 1723042"/>
              <a:gd name="csY4272" fmla="*/ 1040768 h 1114920"/>
              <a:gd name="csX4273" fmla="*/ 736328 w 1723042"/>
              <a:gd name="csY4273" fmla="*/ 1040208 h 1114920"/>
              <a:gd name="csX4274" fmla="*/ 736506 w 1723042"/>
              <a:gd name="csY4274" fmla="*/ 1039656 h 1114920"/>
              <a:gd name="csX4275" fmla="*/ 736675 w 1723042"/>
              <a:gd name="csY4275" fmla="*/ 1039096 h 1114920"/>
              <a:gd name="csX4276" fmla="*/ 736844 w 1723042"/>
              <a:gd name="csY4276" fmla="*/ 1038526 h 1114920"/>
              <a:gd name="csX4277" fmla="*/ 737022 w 1723042"/>
              <a:gd name="csY4277" fmla="*/ 1037957 h 1114920"/>
              <a:gd name="csX4278" fmla="*/ 737191 w 1723042"/>
              <a:gd name="csY4278" fmla="*/ 1037388 h 1114920"/>
              <a:gd name="csX4279" fmla="*/ 737360 w 1723042"/>
              <a:gd name="csY4279" fmla="*/ 1036809 h 1114920"/>
              <a:gd name="csX4280" fmla="*/ 737538 w 1723042"/>
              <a:gd name="csY4280" fmla="*/ 1036231 h 1114920"/>
              <a:gd name="csX4281" fmla="*/ 737707 w 1723042"/>
              <a:gd name="csY4281" fmla="*/ 1035653 h 1114920"/>
              <a:gd name="csX4282" fmla="*/ 737885 w 1723042"/>
              <a:gd name="csY4282" fmla="*/ 1035066 h 1114920"/>
              <a:gd name="csX4283" fmla="*/ 738054 w 1723042"/>
              <a:gd name="csY4283" fmla="*/ 1034479 h 1114920"/>
              <a:gd name="csX4284" fmla="*/ 738223 w 1723042"/>
              <a:gd name="csY4284" fmla="*/ 1033891 h 1114920"/>
              <a:gd name="csX4285" fmla="*/ 738401 w 1723042"/>
              <a:gd name="csY4285" fmla="*/ 1033295 h 1114920"/>
              <a:gd name="csX4286" fmla="*/ 738570 w 1723042"/>
              <a:gd name="csY4286" fmla="*/ 1032690 h 1114920"/>
              <a:gd name="csX4287" fmla="*/ 738739 w 1723042"/>
              <a:gd name="csY4287" fmla="*/ 1032094 h 1114920"/>
              <a:gd name="csX4288" fmla="*/ 738917 w 1723042"/>
              <a:gd name="csY4288" fmla="*/ 1031480 h 1114920"/>
              <a:gd name="csX4289" fmla="*/ 739086 w 1723042"/>
              <a:gd name="csY4289" fmla="*/ 1030875 h 1114920"/>
              <a:gd name="csX4290" fmla="*/ 739264 w 1723042"/>
              <a:gd name="csY4290" fmla="*/ 1030262 h 1114920"/>
              <a:gd name="csX4291" fmla="*/ 739433 w 1723042"/>
              <a:gd name="csY4291" fmla="*/ 1029648 h 1114920"/>
              <a:gd name="csX4292" fmla="*/ 739602 w 1723042"/>
              <a:gd name="csY4292" fmla="*/ 1029025 h 1114920"/>
              <a:gd name="csX4293" fmla="*/ 739780 w 1723042"/>
              <a:gd name="csY4293" fmla="*/ 1028402 h 1114920"/>
              <a:gd name="csX4294" fmla="*/ 739949 w 1723042"/>
              <a:gd name="csY4294" fmla="*/ 1027771 h 1114920"/>
              <a:gd name="csX4295" fmla="*/ 740118 w 1723042"/>
              <a:gd name="csY4295" fmla="*/ 1027139 h 1114920"/>
              <a:gd name="csX4296" fmla="*/ 740296 w 1723042"/>
              <a:gd name="csY4296" fmla="*/ 1026507 h 1114920"/>
              <a:gd name="csX4297" fmla="*/ 740465 w 1723042"/>
              <a:gd name="csY4297" fmla="*/ 1025867 h 1114920"/>
              <a:gd name="csX4298" fmla="*/ 740643 w 1723042"/>
              <a:gd name="csY4298" fmla="*/ 1025226 h 1114920"/>
              <a:gd name="csX4299" fmla="*/ 740812 w 1723042"/>
              <a:gd name="csY4299" fmla="*/ 1024577 h 1114920"/>
              <a:gd name="csX4300" fmla="*/ 740981 w 1723042"/>
              <a:gd name="csY4300" fmla="*/ 1023927 h 1114920"/>
              <a:gd name="csX4301" fmla="*/ 741159 w 1723042"/>
              <a:gd name="csY4301" fmla="*/ 1023269 h 1114920"/>
              <a:gd name="csX4302" fmla="*/ 741328 w 1723042"/>
              <a:gd name="csY4302" fmla="*/ 1022611 h 1114920"/>
              <a:gd name="csX4303" fmla="*/ 741497 w 1723042"/>
              <a:gd name="csY4303" fmla="*/ 1021952 h 1114920"/>
              <a:gd name="csX4304" fmla="*/ 741675 w 1723042"/>
              <a:gd name="csY4304" fmla="*/ 1021285 h 1114920"/>
              <a:gd name="csX4305" fmla="*/ 741844 w 1723042"/>
              <a:gd name="csY4305" fmla="*/ 1020618 h 1114920"/>
              <a:gd name="csX4306" fmla="*/ 742013 w 1723042"/>
              <a:gd name="csY4306" fmla="*/ 1019951 h 1114920"/>
              <a:gd name="csX4307" fmla="*/ 742191 w 1723042"/>
              <a:gd name="csY4307" fmla="*/ 1019275 h 1114920"/>
              <a:gd name="csX4308" fmla="*/ 742360 w 1723042"/>
              <a:gd name="csY4308" fmla="*/ 1018589 h 1114920"/>
              <a:gd name="csX4309" fmla="*/ 742538 w 1723042"/>
              <a:gd name="csY4309" fmla="*/ 1017904 h 1114920"/>
              <a:gd name="csX4310" fmla="*/ 742707 w 1723042"/>
              <a:gd name="csY4310" fmla="*/ 1017219 h 1114920"/>
              <a:gd name="csX4311" fmla="*/ 742876 w 1723042"/>
              <a:gd name="csY4311" fmla="*/ 1016525 h 1114920"/>
              <a:gd name="csX4312" fmla="*/ 743054 w 1723042"/>
              <a:gd name="csY4312" fmla="*/ 1015832 h 1114920"/>
              <a:gd name="csX4313" fmla="*/ 743223 w 1723042"/>
              <a:gd name="csY4313" fmla="*/ 1015129 h 1114920"/>
              <a:gd name="csX4314" fmla="*/ 743392 w 1723042"/>
              <a:gd name="csY4314" fmla="*/ 1014426 h 1114920"/>
              <a:gd name="csX4315" fmla="*/ 743570 w 1723042"/>
              <a:gd name="csY4315" fmla="*/ 1013723 h 1114920"/>
              <a:gd name="csX4316" fmla="*/ 743739 w 1723042"/>
              <a:gd name="csY4316" fmla="*/ 1013011 h 1114920"/>
              <a:gd name="csX4317" fmla="*/ 743917 w 1723042"/>
              <a:gd name="csY4317" fmla="*/ 1012291 h 1114920"/>
              <a:gd name="csX4318" fmla="*/ 744086 w 1723042"/>
              <a:gd name="csY4318" fmla="*/ 1011570 h 1114920"/>
              <a:gd name="csX4319" fmla="*/ 744255 w 1723042"/>
              <a:gd name="csY4319" fmla="*/ 1010850 h 1114920"/>
              <a:gd name="csX4320" fmla="*/ 744433 w 1723042"/>
              <a:gd name="csY4320" fmla="*/ 1010120 h 1114920"/>
              <a:gd name="csX4321" fmla="*/ 744602 w 1723042"/>
              <a:gd name="csY4321" fmla="*/ 1009390 h 1114920"/>
              <a:gd name="csX4322" fmla="*/ 744771 w 1723042"/>
              <a:gd name="csY4322" fmla="*/ 1008652 h 1114920"/>
              <a:gd name="csX4323" fmla="*/ 744949 w 1723042"/>
              <a:gd name="csY4323" fmla="*/ 1007914 h 1114920"/>
              <a:gd name="csX4324" fmla="*/ 745118 w 1723042"/>
              <a:gd name="csY4324" fmla="*/ 1007175 h 1114920"/>
              <a:gd name="csX4325" fmla="*/ 745296 w 1723042"/>
              <a:gd name="csY4325" fmla="*/ 1006428 h 1114920"/>
              <a:gd name="csX4326" fmla="*/ 745465 w 1723042"/>
              <a:gd name="csY4326" fmla="*/ 1005672 h 1114920"/>
              <a:gd name="csX4327" fmla="*/ 745634 w 1723042"/>
              <a:gd name="csY4327" fmla="*/ 1004916 h 1114920"/>
              <a:gd name="csX4328" fmla="*/ 745812 w 1723042"/>
              <a:gd name="csY4328" fmla="*/ 1004159 h 1114920"/>
              <a:gd name="csX4329" fmla="*/ 745981 w 1723042"/>
              <a:gd name="csY4329" fmla="*/ 1003394 h 1114920"/>
              <a:gd name="csX4330" fmla="*/ 746150 w 1723042"/>
              <a:gd name="csY4330" fmla="*/ 1002629 h 1114920"/>
              <a:gd name="csX4331" fmla="*/ 746328 w 1723042"/>
              <a:gd name="csY4331" fmla="*/ 1001855 h 1114920"/>
              <a:gd name="csX4332" fmla="*/ 746497 w 1723042"/>
              <a:gd name="csY4332" fmla="*/ 1001081 h 1114920"/>
              <a:gd name="csX4333" fmla="*/ 746666 w 1723042"/>
              <a:gd name="csY4333" fmla="*/ 1000298 h 1114920"/>
              <a:gd name="csX4334" fmla="*/ 746844 w 1723042"/>
              <a:gd name="csY4334" fmla="*/ 999515 h 1114920"/>
              <a:gd name="csX4335" fmla="*/ 747013 w 1723042"/>
              <a:gd name="csY4335" fmla="*/ 998724 h 1114920"/>
              <a:gd name="csX4336" fmla="*/ 747191 w 1723042"/>
              <a:gd name="csY4336" fmla="*/ 997932 h 1114920"/>
              <a:gd name="csX4337" fmla="*/ 747360 w 1723042"/>
              <a:gd name="csY4337" fmla="*/ 997131 h 1114920"/>
              <a:gd name="csX4338" fmla="*/ 747529 w 1723042"/>
              <a:gd name="csY4338" fmla="*/ 996331 h 1114920"/>
              <a:gd name="csX4339" fmla="*/ 747707 w 1723042"/>
              <a:gd name="csY4339" fmla="*/ 995530 h 1114920"/>
              <a:gd name="csX4340" fmla="*/ 747876 w 1723042"/>
              <a:gd name="csY4340" fmla="*/ 994720 h 1114920"/>
              <a:gd name="csX4341" fmla="*/ 748045 w 1723042"/>
              <a:gd name="csY4341" fmla="*/ 993902 h 1114920"/>
              <a:gd name="csX4342" fmla="*/ 748223 w 1723042"/>
              <a:gd name="csY4342" fmla="*/ 993083 h 1114920"/>
              <a:gd name="csX4343" fmla="*/ 748392 w 1723042"/>
              <a:gd name="csY4343" fmla="*/ 992265 h 1114920"/>
              <a:gd name="csX4344" fmla="*/ 748570 w 1723042"/>
              <a:gd name="csY4344" fmla="*/ 991438 h 1114920"/>
              <a:gd name="csX4345" fmla="*/ 748739 w 1723042"/>
              <a:gd name="csY4345" fmla="*/ 990601 h 1114920"/>
              <a:gd name="csX4346" fmla="*/ 748908 w 1723042"/>
              <a:gd name="csY4346" fmla="*/ 989765 h 1114920"/>
              <a:gd name="csX4347" fmla="*/ 749086 w 1723042"/>
              <a:gd name="csY4347" fmla="*/ 988929 h 1114920"/>
              <a:gd name="csX4348" fmla="*/ 749255 w 1723042"/>
              <a:gd name="csY4348" fmla="*/ 988084 h 1114920"/>
              <a:gd name="csX4349" fmla="*/ 749424 w 1723042"/>
              <a:gd name="csY4349" fmla="*/ 987238 h 1114920"/>
              <a:gd name="csX4350" fmla="*/ 749602 w 1723042"/>
              <a:gd name="csY4350" fmla="*/ 986384 h 1114920"/>
              <a:gd name="csX4351" fmla="*/ 749771 w 1723042"/>
              <a:gd name="csY4351" fmla="*/ 985530 h 1114920"/>
              <a:gd name="csX4352" fmla="*/ 749940 w 1723042"/>
              <a:gd name="csY4352" fmla="*/ 984667 h 1114920"/>
              <a:gd name="csX4353" fmla="*/ 750118 w 1723042"/>
              <a:gd name="csY4353" fmla="*/ 983795 h 1114920"/>
              <a:gd name="csX4354" fmla="*/ 750287 w 1723042"/>
              <a:gd name="csY4354" fmla="*/ 982932 h 1114920"/>
              <a:gd name="csX4355" fmla="*/ 750465 w 1723042"/>
              <a:gd name="csY4355" fmla="*/ 982052 h 1114920"/>
              <a:gd name="csX4356" fmla="*/ 750634 w 1723042"/>
              <a:gd name="csY4356" fmla="*/ 981171 h 1114920"/>
              <a:gd name="csX4357" fmla="*/ 750803 w 1723042"/>
              <a:gd name="csY4357" fmla="*/ 980290 h 1114920"/>
              <a:gd name="csX4358" fmla="*/ 750981 w 1723042"/>
              <a:gd name="csY4358" fmla="*/ 979401 h 1114920"/>
              <a:gd name="csX4359" fmla="*/ 751150 w 1723042"/>
              <a:gd name="csY4359" fmla="*/ 978511 h 1114920"/>
              <a:gd name="csX4360" fmla="*/ 751319 w 1723042"/>
              <a:gd name="csY4360" fmla="*/ 977612 h 1114920"/>
              <a:gd name="csX4361" fmla="*/ 751496 w 1723042"/>
              <a:gd name="csY4361" fmla="*/ 976714 h 1114920"/>
              <a:gd name="csX4362" fmla="*/ 751666 w 1723042"/>
              <a:gd name="csY4362" fmla="*/ 975806 h 1114920"/>
              <a:gd name="csX4363" fmla="*/ 751843 w 1723042"/>
              <a:gd name="csY4363" fmla="*/ 974890 h 1114920"/>
              <a:gd name="csX4364" fmla="*/ 752013 w 1723042"/>
              <a:gd name="csY4364" fmla="*/ 973983 h 1114920"/>
              <a:gd name="csX4365" fmla="*/ 752182 w 1723042"/>
              <a:gd name="csY4365" fmla="*/ 973057 h 1114920"/>
              <a:gd name="csX4366" fmla="*/ 752360 w 1723042"/>
              <a:gd name="csY4366" fmla="*/ 972132 h 1114920"/>
              <a:gd name="csX4367" fmla="*/ 752528 w 1723042"/>
              <a:gd name="csY4367" fmla="*/ 971207 h 1114920"/>
              <a:gd name="csX4368" fmla="*/ 752697 w 1723042"/>
              <a:gd name="csY4368" fmla="*/ 970273 h 1114920"/>
              <a:gd name="csX4369" fmla="*/ 752875 w 1723042"/>
              <a:gd name="csY4369" fmla="*/ 969339 h 1114920"/>
              <a:gd name="csX4370" fmla="*/ 753044 w 1723042"/>
              <a:gd name="csY4370" fmla="*/ 968396 h 1114920"/>
              <a:gd name="csX4371" fmla="*/ 753222 w 1723042"/>
              <a:gd name="csY4371" fmla="*/ 967444 h 1114920"/>
              <a:gd name="csX4372" fmla="*/ 753391 w 1723042"/>
              <a:gd name="csY4372" fmla="*/ 966492 h 1114920"/>
              <a:gd name="csX4373" fmla="*/ 753561 w 1723042"/>
              <a:gd name="csY4373" fmla="*/ 965540 h 1114920"/>
              <a:gd name="csX4374" fmla="*/ 753738 w 1723042"/>
              <a:gd name="csY4374" fmla="*/ 964579 h 1114920"/>
              <a:gd name="csX4375" fmla="*/ 753907 w 1723042"/>
              <a:gd name="csY4375" fmla="*/ 963609 h 1114920"/>
              <a:gd name="csX4376" fmla="*/ 754076 w 1723042"/>
              <a:gd name="csY4376" fmla="*/ 962640 h 1114920"/>
              <a:gd name="csX4377" fmla="*/ 754254 w 1723042"/>
              <a:gd name="csY4377" fmla="*/ 961670 h 1114920"/>
              <a:gd name="csX4378" fmla="*/ 754423 w 1723042"/>
              <a:gd name="csY4378" fmla="*/ 960691 h 1114920"/>
              <a:gd name="csX4379" fmla="*/ 754592 w 1723042"/>
              <a:gd name="csY4379" fmla="*/ 959704 h 1114920"/>
              <a:gd name="csX4380" fmla="*/ 754770 w 1723042"/>
              <a:gd name="csY4380" fmla="*/ 958716 h 1114920"/>
              <a:gd name="csX4381" fmla="*/ 754939 w 1723042"/>
              <a:gd name="csY4381" fmla="*/ 957720 h 1114920"/>
              <a:gd name="csX4382" fmla="*/ 755117 w 1723042"/>
              <a:gd name="csY4382" fmla="*/ 956724 h 1114920"/>
              <a:gd name="csX4383" fmla="*/ 755286 w 1723042"/>
              <a:gd name="csY4383" fmla="*/ 955718 h 1114920"/>
              <a:gd name="csX4384" fmla="*/ 755455 w 1723042"/>
              <a:gd name="csY4384" fmla="*/ 954713 h 1114920"/>
              <a:gd name="csX4385" fmla="*/ 755633 w 1723042"/>
              <a:gd name="csY4385" fmla="*/ 953699 h 1114920"/>
              <a:gd name="csX4386" fmla="*/ 755802 w 1723042"/>
              <a:gd name="csY4386" fmla="*/ 952685 h 1114920"/>
              <a:gd name="csX4387" fmla="*/ 755971 w 1723042"/>
              <a:gd name="csY4387" fmla="*/ 951662 h 1114920"/>
              <a:gd name="csX4388" fmla="*/ 756149 w 1723042"/>
              <a:gd name="csY4388" fmla="*/ 950638 h 1114920"/>
              <a:gd name="csX4389" fmla="*/ 756318 w 1723042"/>
              <a:gd name="csY4389" fmla="*/ 949606 h 1114920"/>
              <a:gd name="csX4390" fmla="*/ 756496 w 1723042"/>
              <a:gd name="csY4390" fmla="*/ 948565 h 1114920"/>
              <a:gd name="csX4391" fmla="*/ 756665 w 1723042"/>
              <a:gd name="csY4391" fmla="*/ 947525 h 1114920"/>
              <a:gd name="csX4392" fmla="*/ 756834 w 1723042"/>
              <a:gd name="csY4392" fmla="*/ 946484 h 1114920"/>
              <a:gd name="csX4393" fmla="*/ 757012 w 1723042"/>
              <a:gd name="csY4393" fmla="*/ 945434 h 1114920"/>
              <a:gd name="csX4394" fmla="*/ 757181 w 1723042"/>
              <a:gd name="csY4394" fmla="*/ 944375 h 1114920"/>
              <a:gd name="csX4395" fmla="*/ 757350 w 1723042"/>
              <a:gd name="csY4395" fmla="*/ 943317 h 1114920"/>
              <a:gd name="csX4396" fmla="*/ 757528 w 1723042"/>
              <a:gd name="csY4396" fmla="*/ 942249 h 1114920"/>
              <a:gd name="csX4397" fmla="*/ 757697 w 1723042"/>
              <a:gd name="csY4397" fmla="*/ 941181 h 1114920"/>
              <a:gd name="csX4398" fmla="*/ 757866 w 1723042"/>
              <a:gd name="csY4398" fmla="*/ 940105 h 1114920"/>
              <a:gd name="csX4399" fmla="*/ 758044 w 1723042"/>
              <a:gd name="csY4399" fmla="*/ 939028 h 1114920"/>
              <a:gd name="csX4400" fmla="*/ 758213 w 1723042"/>
              <a:gd name="csY4400" fmla="*/ 937943 h 1114920"/>
              <a:gd name="csX4401" fmla="*/ 758391 w 1723042"/>
              <a:gd name="csY4401" fmla="*/ 936849 h 1114920"/>
              <a:gd name="csX4402" fmla="*/ 758560 w 1723042"/>
              <a:gd name="csY4402" fmla="*/ 935755 h 1114920"/>
              <a:gd name="csX4403" fmla="*/ 758729 w 1723042"/>
              <a:gd name="csY4403" fmla="*/ 934660 h 1114920"/>
              <a:gd name="csX4404" fmla="*/ 758907 w 1723042"/>
              <a:gd name="csY4404" fmla="*/ 933557 h 1114920"/>
              <a:gd name="csX4405" fmla="*/ 759076 w 1723042"/>
              <a:gd name="csY4405" fmla="*/ 932445 h 1114920"/>
              <a:gd name="csX4406" fmla="*/ 759245 w 1723042"/>
              <a:gd name="csY4406" fmla="*/ 931333 h 1114920"/>
              <a:gd name="csX4407" fmla="*/ 759423 w 1723042"/>
              <a:gd name="csY4407" fmla="*/ 930212 h 1114920"/>
              <a:gd name="csX4408" fmla="*/ 759592 w 1723042"/>
              <a:gd name="csY4408" fmla="*/ 929091 h 1114920"/>
              <a:gd name="csX4409" fmla="*/ 759770 w 1723042"/>
              <a:gd name="csY4409" fmla="*/ 927961 h 1114920"/>
              <a:gd name="csX4410" fmla="*/ 759939 w 1723042"/>
              <a:gd name="csY4410" fmla="*/ 926831 h 1114920"/>
              <a:gd name="csX4411" fmla="*/ 760108 w 1723042"/>
              <a:gd name="csY4411" fmla="*/ 925693 h 1114920"/>
              <a:gd name="csX4412" fmla="*/ 760286 w 1723042"/>
              <a:gd name="csY4412" fmla="*/ 924545 h 1114920"/>
              <a:gd name="csX4413" fmla="*/ 760455 w 1723042"/>
              <a:gd name="csY4413" fmla="*/ 923397 h 1114920"/>
              <a:gd name="csX4414" fmla="*/ 760624 w 1723042"/>
              <a:gd name="csY4414" fmla="*/ 922250 h 1114920"/>
              <a:gd name="csX4415" fmla="*/ 760802 w 1723042"/>
              <a:gd name="csY4415" fmla="*/ 921093 h 1114920"/>
              <a:gd name="csX4416" fmla="*/ 760971 w 1723042"/>
              <a:gd name="csY4416" fmla="*/ 919928 h 1114920"/>
              <a:gd name="csX4417" fmla="*/ 761149 w 1723042"/>
              <a:gd name="csY4417" fmla="*/ 918762 h 1114920"/>
              <a:gd name="csX4418" fmla="*/ 761318 w 1723042"/>
              <a:gd name="csY4418" fmla="*/ 917588 h 1114920"/>
              <a:gd name="csX4419" fmla="*/ 761487 w 1723042"/>
              <a:gd name="csY4419" fmla="*/ 916414 h 1114920"/>
              <a:gd name="csX4420" fmla="*/ 761665 w 1723042"/>
              <a:gd name="csY4420" fmla="*/ 915230 h 1114920"/>
              <a:gd name="csX4421" fmla="*/ 761834 w 1723042"/>
              <a:gd name="csY4421" fmla="*/ 914038 h 1114920"/>
              <a:gd name="csX4422" fmla="*/ 762003 w 1723042"/>
              <a:gd name="csY4422" fmla="*/ 912846 h 1114920"/>
              <a:gd name="csX4423" fmla="*/ 762181 w 1723042"/>
              <a:gd name="csY4423" fmla="*/ 911645 h 1114920"/>
              <a:gd name="csX4424" fmla="*/ 762350 w 1723042"/>
              <a:gd name="csY4424" fmla="*/ 910444 h 1114920"/>
              <a:gd name="csX4425" fmla="*/ 762519 w 1723042"/>
              <a:gd name="csY4425" fmla="*/ 909234 h 1114920"/>
              <a:gd name="csX4426" fmla="*/ 762697 w 1723042"/>
              <a:gd name="csY4426" fmla="*/ 908024 h 1114920"/>
              <a:gd name="csX4427" fmla="*/ 762866 w 1723042"/>
              <a:gd name="csY4427" fmla="*/ 906806 h 1114920"/>
              <a:gd name="csX4428" fmla="*/ 763044 w 1723042"/>
              <a:gd name="csY4428" fmla="*/ 905587 h 1114920"/>
              <a:gd name="csX4429" fmla="*/ 763213 w 1723042"/>
              <a:gd name="csY4429" fmla="*/ 904359 h 1114920"/>
              <a:gd name="csX4430" fmla="*/ 763382 w 1723042"/>
              <a:gd name="csY4430" fmla="*/ 903122 h 1114920"/>
              <a:gd name="csX4431" fmla="*/ 763560 w 1723042"/>
              <a:gd name="csY4431" fmla="*/ 901886 h 1114920"/>
              <a:gd name="csX4432" fmla="*/ 763729 w 1723042"/>
              <a:gd name="csY4432" fmla="*/ 900640 h 1114920"/>
              <a:gd name="csX4433" fmla="*/ 763898 w 1723042"/>
              <a:gd name="csY4433" fmla="*/ 899395 h 1114920"/>
              <a:gd name="csX4434" fmla="*/ 764076 w 1723042"/>
              <a:gd name="csY4434" fmla="*/ 898140 h 1114920"/>
              <a:gd name="csX4435" fmla="*/ 764245 w 1723042"/>
              <a:gd name="csY4435" fmla="*/ 896886 h 1114920"/>
              <a:gd name="csX4436" fmla="*/ 764423 w 1723042"/>
              <a:gd name="csY4436" fmla="*/ 895623 h 1114920"/>
              <a:gd name="csX4437" fmla="*/ 764592 w 1723042"/>
              <a:gd name="csY4437" fmla="*/ 894351 h 1114920"/>
              <a:gd name="csX4438" fmla="*/ 764761 w 1723042"/>
              <a:gd name="csY4438" fmla="*/ 893078 h 1114920"/>
              <a:gd name="csX4439" fmla="*/ 764939 w 1723042"/>
              <a:gd name="csY4439" fmla="*/ 891797 h 1114920"/>
              <a:gd name="csX4440" fmla="*/ 765108 w 1723042"/>
              <a:gd name="csY4440" fmla="*/ 890516 h 1114920"/>
              <a:gd name="csX4441" fmla="*/ 765277 w 1723042"/>
              <a:gd name="csY4441" fmla="*/ 889226 h 1114920"/>
              <a:gd name="csX4442" fmla="*/ 765455 w 1723042"/>
              <a:gd name="csY4442" fmla="*/ 887936 h 1114920"/>
              <a:gd name="csX4443" fmla="*/ 765624 w 1723042"/>
              <a:gd name="csY4443" fmla="*/ 886637 h 1114920"/>
              <a:gd name="csX4444" fmla="*/ 765802 w 1723042"/>
              <a:gd name="csY4444" fmla="*/ 885330 h 1114920"/>
              <a:gd name="csX4445" fmla="*/ 765971 w 1723042"/>
              <a:gd name="csY4445" fmla="*/ 884022 h 1114920"/>
              <a:gd name="csX4446" fmla="*/ 766140 w 1723042"/>
              <a:gd name="csY4446" fmla="*/ 882714 h 1114920"/>
              <a:gd name="csX4447" fmla="*/ 766318 w 1723042"/>
              <a:gd name="csY4447" fmla="*/ 881388 h 1114920"/>
              <a:gd name="csX4448" fmla="*/ 766487 w 1723042"/>
              <a:gd name="csY4448" fmla="*/ 880072 h 1114920"/>
              <a:gd name="csX4449" fmla="*/ 766656 w 1723042"/>
              <a:gd name="csY4449" fmla="*/ 878737 h 1114920"/>
              <a:gd name="csX4450" fmla="*/ 766834 w 1723042"/>
              <a:gd name="csY4450" fmla="*/ 877403 h 1114920"/>
              <a:gd name="csX4451" fmla="*/ 767003 w 1723042"/>
              <a:gd name="csY4451" fmla="*/ 876068 h 1114920"/>
              <a:gd name="csX4452" fmla="*/ 767172 w 1723042"/>
              <a:gd name="csY4452" fmla="*/ 874716 h 1114920"/>
              <a:gd name="csX4453" fmla="*/ 767350 w 1723042"/>
              <a:gd name="csY4453" fmla="*/ 873373 h 1114920"/>
              <a:gd name="csX4454" fmla="*/ 767519 w 1723042"/>
              <a:gd name="csY4454" fmla="*/ 872020 h 1114920"/>
              <a:gd name="csX4455" fmla="*/ 767697 w 1723042"/>
              <a:gd name="csY4455" fmla="*/ 870659 h 1114920"/>
              <a:gd name="csX4456" fmla="*/ 767866 w 1723042"/>
              <a:gd name="csY4456" fmla="*/ 869289 h 1114920"/>
              <a:gd name="csX4457" fmla="*/ 768035 w 1723042"/>
              <a:gd name="csY4457" fmla="*/ 867919 h 1114920"/>
              <a:gd name="csX4458" fmla="*/ 768213 w 1723042"/>
              <a:gd name="csY4458" fmla="*/ 866549 h 1114920"/>
              <a:gd name="csX4459" fmla="*/ 768382 w 1723042"/>
              <a:gd name="csY4459" fmla="*/ 865170 h 1114920"/>
              <a:gd name="csX4460" fmla="*/ 768551 w 1723042"/>
              <a:gd name="csY4460" fmla="*/ 863782 h 1114920"/>
              <a:gd name="csX4461" fmla="*/ 768729 w 1723042"/>
              <a:gd name="csY4461" fmla="*/ 862394 h 1114920"/>
              <a:gd name="csX4462" fmla="*/ 768898 w 1723042"/>
              <a:gd name="csY4462" fmla="*/ 860998 h 1114920"/>
              <a:gd name="csX4463" fmla="*/ 769076 w 1723042"/>
              <a:gd name="csY4463" fmla="*/ 859592 h 1114920"/>
              <a:gd name="csX4464" fmla="*/ 769245 w 1723042"/>
              <a:gd name="csY4464" fmla="*/ 858186 h 1114920"/>
              <a:gd name="csX4465" fmla="*/ 769414 w 1723042"/>
              <a:gd name="csY4465" fmla="*/ 856781 h 1114920"/>
              <a:gd name="csX4466" fmla="*/ 769592 w 1723042"/>
              <a:gd name="csY4466" fmla="*/ 855366 h 1114920"/>
              <a:gd name="csX4467" fmla="*/ 769761 w 1723042"/>
              <a:gd name="csY4467" fmla="*/ 853943 h 1114920"/>
              <a:gd name="csX4468" fmla="*/ 769930 w 1723042"/>
              <a:gd name="csY4468" fmla="*/ 852519 h 1114920"/>
              <a:gd name="csX4469" fmla="*/ 770108 w 1723042"/>
              <a:gd name="csY4469" fmla="*/ 851087 h 1114920"/>
              <a:gd name="csX4470" fmla="*/ 770277 w 1723042"/>
              <a:gd name="csY4470" fmla="*/ 849646 h 1114920"/>
              <a:gd name="csX4471" fmla="*/ 770446 w 1723042"/>
              <a:gd name="csY4471" fmla="*/ 848205 h 1114920"/>
              <a:gd name="csX4472" fmla="*/ 770624 w 1723042"/>
              <a:gd name="csY4472" fmla="*/ 846763 h 1114920"/>
              <a:gd name="csX4473" fmla="*/ 770793 w 1723042"/>
              <a:gd name="csY4473" fmla="*/ 845313 h 1114920"/>
              <a:gd name="csX4474" fmla="*/ 770971 w 1723042"/>
              <a:gd name="csY4474" fmla="*/ 843854 h 1114920"/>
              <a:gd name="csX4475" fmla="*/ 771140 w 1723042"/>
              <a:gd name="csY4475" fmla="*/ 842395 h 1114920"/>
              <a:gd name="csX4476" fmla="*/ 771309 w 1723042"/>
              <a:gd name="csY4476" fmla="*/ 840927 h 1114920"/>
              <a:gd name="csX4477" fmla="*/ 771487 w 1723042"/>
              <a:gd name="csY4477" fmla="*/ 839459 h 1114920"/>
              <a:gd name="csX4478" fmla="*/ 771656 w 1723042"/>
              <a:gd name="csY4478" fmla="*/ 837983 h 1114920"/>
              <a:gd name="csX4479" fmla="*/ 771825 w 1723042"/>
              <a:gd name="csY4479" fmla="*/ 836497 h 1114920"/>
              <a:gd name="csX4480" fmla="*/ 772003 w 1723042"/>
              <a:gd name="csY4480" fmla="*/ 835011 h 1114920"/>
              <a:gd name="csX4481" fmla="*/ 772172 w 1723042"/>
              <a:gd name="csY4481" fmla="*/ 833517 h 1114920"/>
              <a:gd name="csX4482" fmla="*/ 772350 w 1723042"/>
              <a:gd name="csY4482" fmla="*/ 832022 h 1114920"/>
              <a:gd name="csX4483" fmla="*/ 772519 w 1723042"/>
              <a:gd name="csY4483" fmla="*/ 830519 h 1114920"/>
              <a:gd name="csX4484" fmla="*/ 772688 w 1723042"/>
              <a:gd name="csY4484" fmla="*/ 829015 h 1114920"/>
              <a:gd name="csX4485" fmla="*/ 772866 w 1723042"/>
              <a:gd name="csY4485" fmla="*/ 827503 h 1114920"/>
              <a:gd name="csX4486" fmla="*/ 773035 w 1723042"/>
              <a:gd name="csY4486" fmla="*/ 825981 h 1114920"/>
              <a:gd name="csX4487" fmla="*/ 773204 w 1723042"/>
              <a:gd name="csY4487" fmla="*/ 824460 h 1114920"/>
              <a:gd name="csX4488" fmla="*/ 773382 w 1723042"/>
              <a:gd name="csY4488" fmla="*/ 822930 h 1114920"/>
              <a:gd name="csX4489" fmla="*/ 773551 w 1723042"/>
              <a:gd name="csY4489" fmla="*/ 821400 h 1114920"/>
              <a:gd name="csX4490" fmla="*/ 773729 w 1723042"/>
              <a:gd name="csY4490" fmla="*/ 819861 h 1114920"/>
              <a:gd name="csX4491" fmla="*/ 773898 w 1723042"/>
              <a:gd name="csY4491" fmla="*/ 818321 h 1114920"/>
              <a:gd name="csX4492" fmla="*/ 774067 w 1723042"/>
              <a:gd name="csY4492" fmla="*/ 816773 h 1114920"/>
              <a:gd name="csX4493" fmla="*/ 774245 w 1723042"/>
              <a:gd name="csY4493" fmla="*/ 815226 h 1114920"/>
              <a:gd name="csX4494" fmla="*/ 774414 w 1723042"/>
              <a:gd name="csY4494" fmla="*/ 813666 h 1114920"/>
              <a:gd name="csX4495" fmla="*/ 774583 w 1723042"/>
              <a:gd name="csY4495" fmla="*/ 812104 h 1114920"/>
              <a:gd name="csX4496" fmla="*/ 774761 w 1723042"/>
              <a:gd name="csY4496" fmla="*/ 810536 h 1114920"/>
              <a:gd name="csX4497" fmla="*/ 774930 w 1723042"/>
              <a:gd name="csY4497" fmla="*/ 808964 h 1114920"/>
              <a:gd name="csX4498" fmla="*/ 775099 w 1723042"/>
              <a:gd name="csY4498" fmla="*/ 807387 h 1114920"/>
              <a:gd name="csX4499" fmla="*/ 775277 w 1723042"/>
              <a:gd name="csY4499" fmla="*/ 805805 h 1114920"/>
              <a:gd name="csX4500" fmla="*/ 775446 w 1723042"/>
              <a:gd name="csY4500" fmla="*/ 804218 h 1114920"/>
              <a:gd name="csX4501" fmla="*/ 775624 w 1723042"/>
              <a:gd name="csY4501" fmla="*/ 802625 h 1114920"/>
              <a:gd name="csX4502" fmla="*/ 775793 w 1723042"/>
              <a:gd name="csY4502" fmla="*/ 801029 h 1114920"/>
              <a:gd name="csX4503" fmla="*/ 775962 w 1723042"/>
              <a:gd name="csY4503" fmla="*/ 799427 h 1114920"/>
              <a:gd name="csX4504" fmla="*/ 776140 w 1723042"/>
              <a:gd name="csY4504" fmla="*/ 797820 h 1114920"/>
              <a:gd name="csX4505" fmla="*/ 776309 w 1723042"/>
              <a:gd name="csY4505" fmla="*/ 796208 h 1114920"/>
              <a:gd name="csX4506" fmla="*/ 776478 w 1723042"/>
              <a:gd name="csY4506" fmla="*/ 794592 h 1114920"/>
              <a:gd name="csX4507" fmla="*/ 776656 w 1723042"/>
              <a:gd name="csY4507" fmla="*/ 792970 h 1114920"/>
              <a:gd name="csX4508" fmla="*/ 776825 w 1723042"/>
              <a:gd name="csY4508" fmla="*/ 791344 h 1114920"/>
              <a:gd name="csX4509" fmla="*/ 777003 w 1723042"/>
              <a:gd name="csY4509" fmla="*/ 789712 h 1114920"/>
              <a:gd name="csX4510" fmla="*/ 777172 w 1723042"/>
              <a:gd name="csY4510" fmla="*/ 788076 h 1114920"/>
              <a:gd name="csX4511" fmla="*/ 777341 w 1723042"/>
              <a:gd name="csY4511" fmla="*/ 786435 h 1114920"/>
              <a:gd name="csX4512" fmla="*/ 777519 w 1723042"/>
              <a:gd name="csY4512" fmla="*/ 784789 h 1114920"/>
              <a:gd name="csX4513" fmla="*/ 777688 w 1723042"/>
              <a:gd name="csY4513" fmla="*/ 783139 h 1114920"/>
              <a:gd name="csX4514" fmla="*/ 777857 w 1723042"/>
              <a:gd name="csY4514" fmla="*/ 781483 h 1114920"/>
              <a:gd name="csX4515" fmla="*/ 778035 w 1723042"/>
              <a:gd name="csY4515" fmla="*/ 779822 h 1114920"/>
              <a:gd name="csX4516" fmla="*/ 778204 w 1723042"/>
              <a:gd name="csY4516" fmla="*/ 778157 h 1114920"/>
              <a:gd name="csX4517" fmla="*/ 778373 w 1723042"/>
              <a:gd name="csY4517" fmla="*/ 776487 h 1114920"/>
              <a:gd name="csX4518" fmla="*/ 778551 w 1723042"/>
              <a:gd name="csY4518" fmla="*/ 774812 h 1114920"/>
              <a:gd name="csX4519" fmla="*/ 778720 w 1723042"/>
              <a:gd name="csY4519" fmla="*/ 773132 h 1114920"/>
              <a:gd name="csX4520" fmla="*/ 778898 w 1723042"/>
              <a:gd name="csY4520" fmla="*/ 771448 h 1114920"/>
              <a:gd name="csX4521" fmla="*/ 779067 w 1723042"/>
              <a:gd name="csY4521" fmla="*/ 769758 h 1114920"/>
              <a:gd name="csX4522" fmla="*/ 779236 w 1723042"/>
              <a:gd name="csY4522" fmla="*/ 768065 h 1114920"/>
              <a:gd name="csX4523" fmla="*/ 779414 w 1723042"/>
              <a:gd name="csY4523" fmla="*/ 766366 h 1114920"/>
              <a:gd name="csX4524" fmla="*/ 779583 w 1723042"/>
              <a:gd name="csY4524" fmla="*/ 764663 h 1114920"/>
              <a:gd name="csX4525" fmla="*/ 779752 w 1723042"/>
              <a:gd name="csY4525" fmla="*/ 762954 h 1114920"/>
              <a:gd name="csX4526" fmla="*/ 779930 w 1723042"/>
              <a:gd name="csY4526" fmla="*/ 761242 h 1114920"/>
              <a:gd name="csX4527" fmla="*/ 780099 w 1723042"/>
              <a:gd name="csY4527" fmla="*/ 759524 h 1114920"/>
              <a:gd name="csX4528" fmla="*/ 780276 w 1723042"/>
              <a:gd name="csY4528" fmla="*/ 757802 h 1114920"/>
              <a:gd name="csX4529" fmla="*/ 780446 w 1723042"/>
              <a:gd name="csY4529" fmla="*/ 756075 h 1114920"/>
              <a:gd name="csX4530" fmla="*/ 780615 w 1723042"/>
              <a:gd name="csY4530" fmla="*/ 754344 h 1114920"/>
              <a:gd name="csX4531" fmla="*/ 780793 w 1723042"/>
              <a:gd name="csY4531" fmla="*/ 752607 h 1114920"/>
              <a:gd name="csX4532" fmla="*/ 780962 w 1723042"/>
              <a:gd name="csY4532" fmla="*/ 750866 h 1114920"/>
              <a:gd name="csX4533" fmla="*/ 781131 w 1723042"/>
              <a:gd name="csY4533" fmla="*/ 749120 h 1114920"/>
              <a:gd name="csX4534" fmla="*/ 781308 w 1723042"/>
              <a:gd name="csY4534" fmla="*/ 747371 h 1114920"/>
              <a:gd name="csX4535" fmla="*/ 781478 w 1723042"/>
              <a:gd name="csY4535" fmla="*/ 745616 h 1114920"/>
              <a:gd name="csX4536" fmla="*/ 781655 w 1723042"/>
              <a:gd name="csY4536" fmla="*/ 743856 h 1114920"/>
              <a:gd name="csX4537" fmla="*/ 781825 w 1723042"/>
              <a:gd name="csY4537" fmla="*/ 742093 h 1114920"/>
              <a:gd name="csX4538" fmla="*/ 781994 w 1723042"/>
              <a:gd name="csY4538" fmla="*/ 740325 h 1114920"/>
              <a:gd name="csX4539" fmla="*/ 782171 w 1723042"/>
              <a:gd name="csY4539" fmla="*/ 738551 h 1114920"/>
              <a:gd name="csX4540" fmla="*/ 782341 w 1723042"/>
              <a:gd name="csY4540" fmla="*/ 736774 h 1114920"/>
              <a:gd name="csX4541" fmla="*/ 782509 w 1723042"/>
              <a:gd name="csY4541" fmla="*/ 734992 h 1114920"/>
              <a:gd name="csX4542" fmla="*/ 782687 w 1723042"/>
              <a:gd name="csY4542" fmla="*/ 733206 h 1114920"/>
              <a:gd name="csX4543" fmla="*/ 782856 w 1723042"/>
              <a:gd name="csY4543" fmla="*/ 731415 h 1114920"/>
              <a:gd name="csX4544" fmla="*/ 783026 w 1723042"/>
              <a:gd name="csY4544" fmla="*/ 729619 h 1114920"/>
              <a:gd name="csX4545" fmla="*/ 783203 w 1723042"/>
              <a:gd name="csY4545" fmla="*/ 727820 h 1114920"/>
              <a:gd name="csX4546" fmla="*/ 783373 w 1723042"/>
              <a:gd name="csY4546" fmla="*/ 726015 h 1114920"/>
              <a:gd name="csX4547" fmla="*/ 783550 w 1723042"/>
              <a:gd name="csY4547" fmla="*/ 724208 h 1114920"/>
              <a:gd name="csX4548" fmla="*/ 783720 w 1723042"/>
              <a:gd name="csY4548" fmla="*/ 722395 h 1114920"/>
              <a:gd name="csX4549" fmla="*/ 783888 w 1723042"/>
              <a:gd name="csY4549" fmla="*/ 720577 h 1114920"/>
              <a:gd name="csX4550" fmla="*/ 784066 w 1723042"/>
              <a:gd name="csY4550" fmla="*/ 718755 h 1114920"/>
              <a:gd name="csX4551" fmla="*/ 784235 w 1723042"/>
              <a:gd name="csY4551" fmla="*/ 716930 h 1114920"/>
              <a:gd name="csX4552" fmla="*/ 784404 w 1723042"/>
              <a:gd name="csY4552" fmla="*/ 715099 h 1114920"/>
              <a:gd name="csX4553" fmla="*/ 784582 w 1723042"/>
              <a:gd name="csY4553" fmla="*/ 713264 h 1114920"/>
              <a:gd name="csX4554" fmla="*/ 784751 w 1723042"/>
              <a:gd name="csY4554" fmla="*/ 711425 h 1114920"/>
              <a:gd name="csX4555" fmla="*/ 784929 w 1723042"/>
              <a:gd name="csY4555" fmla="*/ 709582 h 1114920"/>
              <a:gd name="csX4556" fmla="*/ 785098 w 1723042"/>
              <a:gd name="csY4556" fmla="*/ 707734 h 1114920"/>
              <a:gd name="csX4557" fmla="*/ 785267 w 1723042"/>
              <a:gd name="csY4557" fmla="*/ 705883 h 1114920"/>
              <a:gd name="csX4558" fmla="*/ 785445 w 1723042"/>
              <a:gd name="csY4558" fmla="*/ 704027 h 1114920"/>
              <a:gd name="csX4559" fmla="*/ 785614 w 1723042"/>
              <a:gd name="csY4559" fmla="*/ 702167 h 1114920"/>
              <a:gd name="csX4560" fmla="*/ 785783 w 1723042"/>
              <a:gd name="csY4560" fmla="*/ 700303 h 1114920"/>
              <a:gd name="csX4561" fmla="*/ 785961 w 1723042"/>
              <a:gd name="csY4561" fmla="*/ 698434 h 1114920"/>
              <a:gd name="csX4562" fmla="*/ 786130 w 1723042"/>
              <a:gd name="csY4562" fmla="*/ 696561 h 1114920"/>
              <a:gd name="csX4563" fmla="*/ 786299 w 1723042"/>
              <a:gd name="csY4563" fmla="*/ 694685 h 1114920"/>
              <a:gd name="csX4564" fmla="*/ 786477 w 1723042"/>
              <a:gd name="csY4564" fmla="*/ 692804 h 1114920"/>
              <a:gd name="csX4565" fmla="*/ 786646 w 1723042"/>
              <a:gd name="csY4565" fmla="*/ 690919 h 1114920"/>
              <a:gd name="csX4566" fmla="*/ 786824 w 1723042"/>
              <a:gd name="csY4566" fmla="*/ 689030 h 1114920"/>
              <a:gd name="csX4567" fmla="*/ 786993 w 1723042"/>
              <a:gd name="csY4567" fmla="*/ 687137 h 1114920"/>
              <a:gd name="csX4568" fmla="*/ 787162 w 1723042"/>
              <a:gd name="csY4568" fmla="*/ 685240 h 1114920"/>
              <a:gd name="csX4569" fmla="*/ 787340 w 1723042"/>
              <a:gd name="csY4569" fmla="*/ 683339 h 1114920"/>
              <a:gd name="csX4570" fmla="*/ 787509 w 1723042"/>
              <a:gd name="csY4570" fmla="*/ 681434 h 1114920"/>
              <a:gd name="csX4571" fmla="*/ 787678 w 1723042"/>
              <a:gd name="csY4571" fmla="*/ 679525 h 1114920"/>
              <a:gd name="csX4572" fmla="*/ 787856 w 1723042"/>
              <a:gd name="csY4572" fmla="*/ 677613 h 1114920"/>
              <a:gd name="csX4573" fmla="*/ 788025 w 1723042"/>
              <a:gd name="csY4573" fmla="*/ 675696 h 1114920"/>
              <a:gd name="csX4574" fmla="*/ 788203 w 1723042"/>
              <a:gd name="csY4574" fmla="*/ 673775 h 1114920"/>
              <a:gd name="csX4575" fmla="*/ 788372 w 1723042"/>
              <a:gd name="csY4575" fmla="*/ 671851 h 1114920"/>
              <a:gd name="csX4576" fmla="*/ 788541 w 1723042"/>
              <a:gd name="csY4576" fmla="*/ 669922 h 1114920"/>
              <a:gd name="csX4577" fmla="*/ 788719 w 1723042"/>
              <a:gd name="csY4577" fmla="*/ 667991 h 1114920"/>
              <a:gd name="csX4578" fmla="*/ 788888 w 1723042"/>
              <a:gd name="csY4578" fmla="*/ 666055 h 1114920"/>
              <a:gd name="csX4579" fmla="*/ 789057 w 1723042"/>
              <a:gd name="csY4579" fmla="*/ 664115 h 1114920"/>
              <a:gd name="csX4580" fmla="*/ 789235 w 1723042"/>
              <a:gd name="csY4580" fmla="*/ 662172 h 1114920"/>
              <a:gd name="csX4581" fmla="*/ 789404 w 1723042"/>
              <a:gd name="csY4581" fmla="*/ 660224 h 1114920"/>
              <a:gd name="csX4582" fmla="*/ 789582 w 1723042"/>
              <a:gd name="csY4582" fmla="*/ 658273 h 1114920"/>
              <a:gd name="csX4583" fmla="*/ 789751 w 1723042"/>
              <a:gd name="csY4583" fmla="*/ 656320 h 1114920"/>
              <a:gd name="csX4584" fmla="*/ 789920 w 1723042"/>
              <a:gd name="csY4584" fmla="*/ 654362 h 1114920"/>
              <a:gd name="csX4585" fmla="*/ 790098 w 1723042"/>
              <a:gd name="csY4585" fmla="*/ 652399 h 1114920"/>
              <a:gd name="csX4586" fmla="*/ 790267 w 1723042"/>
              <a:gd name="csY4586" fmla="*/ 650434 h 1114920"/>
              <a:gd name="csX4587" fmla="*/ 790436 w 1723042"/>
              <a:gd name="csY4587" fmla="*/ 648465 h 1114920"/>
              <a:gd name="csX4588" fmla="*/ 790614 w 1723042"/>
              <a:gd name="csY4588" fmla="*/ 646493 h 1114920"/>
              <a:gd name="csX4589" fmla="*/ 790783 w 1723042"/>
              <a:gd name="csY4589" fmla="*/ 644517 h 1114920"/>
              <a:gd name="csX4590" fmla="*/ 790952 w 1723042"/>
              <a:gd name="csY4590" fmla="*/ 642537 h 1114920"/>
              <a:gd name="csX4591" fmla="*/ 791130 w 1723042"/>
              <a:gd name="csY4591" fmla="*/ 640554 h 1114920"/>
              <a:gd name="csX4592" fmla="*/ 791299 w 1723042"/>
              <a:gd name="csY4592" fmla="*/ 638568 h 1114920"/>
              <a:gd name="csX4593" fmla="*/ 791477 w 1723042"/>
              <a:gd name="csY4593" fmla="*/ 636578 h 1114920"/>
              <a:gd name="csX4594" fmla="*/ 791646 w 1723042"/>
              <a:gd name="csY4594" fmla="*/ 634585 h 1114920"/>
              <a:gd name="csX4595" fmla="*/ 791815 w 1723042"/>
              <a:gd name="csY4595" fmla="*/ 632589 h 1114920"/>
              <a:gd name="csX4596" fmla="*/ 791993 w 1723042"/>
              <a:gd name="csY4596" fmla="*/ 630589 h 1114920"/>
              <a:gd name="csX4597" fmla="*/ 792162 w 1723042"/>
              <a:gd name="csY4597" fmla="*/ 628585 h 1114920"/>
              <a:gd name="csX4598" fmla="*/ 792331 w 1723042"/>
              <a:gd name="csY4598" fmla="*/ 626578 h 1114920"/>
              <a:gd name="csX4599" fmla="*/ 792509 w 1723042"/>
              <a:gd name="csY4599" fmla="*/ 624568 h 1114920"/>
              <a:gd name="csX4600" fmla="*/ 792678 w 1723042"/>
              <a:gd name="csY4600" fmla="*/ 622556 h 1114920"/>
              <a:gd name="csX4601" fmla="*/ 792856 w 1723042"/>
              <a:gd name="csY4601" fmla="*/ 620539 h 1114920"/>
              <a:gd name="csX4602" fmla="*/ 793025 w 1723042"/>
              <a:gd name="csY4602" fmla="*/ 618520 h 1114920"/>
              <a:gd name="csX4603" fmla="*/ 793194 w 1723042"/>
              <a:gd name="csY4603" fmla="*/ 616497 h 1114920"/>
              <a:gd name="csX4604" fmla="*/ 793372 w 1723042"/>
              <a:gd name="csY4604" fmla="*/ 614472 h 1114920"/>
              <a:gd name="csX4605" fmla="*/ 793541 w 1723042"/>
              <a:gd name="csY4605" fmla="*/ 612443 h 1114920"/>
              <a:gd name="csX4606" fmla="*/ 793710 w 1723042"/>
              <a:gd name="csY4606" fmla="*/ 610411 h 1114920"/>
              <a:gd name="csX4607" fmla="*/ 793888 w 1723042"/>
              <a:gd name="csY4607" fmla="*/ 608377 h 1114920"/>
              <a:gd name="csX4608" fmla="*/ 794057 w 1723042"/>
              <a:gd name="csY4608" fmla="*/ 606339 h 1114920"/>
              <a:gd name="csX4609" fmla="*/ 794235 w 1723042"/>
              <a:gd name="csY4609" fmla="*/ 604298 h 1114920"/>
              <a:gd name="csX4610" fmla="*/ 794404 w 1723042"/>
              <a:gd name="csY4610" fmla="*/ 602254 h 1114920"/>
              <a:gd name="csX4611" fmla="*/ 794573 w 1723042"/>
              <a:gd name="csY4611" fmla="*/ 600207 h 1114920"/>
              <a:gd name="csX4612" fmla="*/ 794751 w 1723042"/>
              <a:gd name="csY4612" fmla="*/ 598158 h 1114920"/>
              <a:gd name="csX4613" fmla="*/ 794920 w 1723042"/>
              <a:gd name="csY4613" fmla="*/ 596106 h 1114920"/>
              <a:gd name="csX4614" fmla="*/ 795089 w 1723042"/>
              <a:gd name="csY4614" fmla="*/ 594051 h 1114920"/>
              <a:gd name="csX4615" fmla="*/ 795267 w 1723042"/>
              <a:gd name="csY4615" fmla="*/ 591992 h 1114920"/>
              <a:gd name="csX4616" fmla="*/ 795436 w 1723042"/>
              <a:gd name="csY4616" fmla="*/ 589932 h 1114920"/>
              <a:gd name="csX4617" fmla="*/ 795605 w 1723042"/>
              <a:gd name="csY4617" fmla="*/ 587869 h 1114920"/>
              <a:gd name="csX4618" fmla="*/ 795783 w 1723042"/>
              <a:gd name="csY4618" fmla="*/ 585802 h 1114920"/>
              <a:gd name="csX4619" fmla="*/ 795952 w 1723042"/>
              <a:gd name="csY4619" fmla="*/ 583734 h 1114920"/>
              <a:gd name="csX4620" fmla="*/ 796130 w 1723042"/>
              <a:gd name="csY4620" fmla="*/ 581663 h 1114920"/>
              <a:gd name="csX4621" fmla="*/ 796299 w 1723042"/>
              <a:gd name="csY4621" fmla="*/ 579588 h 1114920"/>
              <a:gd name="csX4622" fmla="*/ 796468 w 1723042"/>
              <a:gd name="csY4622" fmla="*/ 577511 h 1114920"/>
              <a:gd name="csX4623" fmla="*/ 796646 w 1723042"/>
              <a:gd name="csY4623" fmla="*/ 575432 h 1114920"/>
              <a:gd name="csX4624" fmla="*/ 796815 w 1723042"/>
              <a:gd name="csY4624" fmla="*/ 573351 h 1114920"/>
              <a:gd name="csX4625" fmla="*/ 796984 w 1723042"/>
              <a:gd name="csY4625" fmla="*/ 571267 h 1114920"/>
              <a:gd name="csX4626" fmla="*/ 797162 w 1723042"/>
              <a:gd name="csY4626" fmla="*/ 569180 h 1114920"/>
              <a:gd name="csX4627" fmla="*/ 797331 w 1723042"/>
              <a:gd name="csY4627" fmla="*/ 567091 h 1114920"/>
              <a:gd name="csX4628" fmla="*/ 797509 w 1723042"/>
              <a:gd name="csY4628" fmla="*/ 565000 h 1114920"/>
              <a:gd name="csX4629" fmla="*/ 797678 w 1723042"/>
              <a:gd name="csY4629" fmla="*/ 562907 h 1114920"/>
              <a:gd name="csX4630" fmla="*/ 797847 w 1723042"/>
              <a:gd name="csY4630" fmla="*/ 560811 h 1114920"/>
              <a:gd name="csX4631" fmla="*/ 798025 w 1723042"/>
              <a:gd name="csY4631" fmla="*/ 558712 h 1114920"/>
              <a:gd name="csX4632" fmla="*/ 798194 w 1723042"/>
              <a:gd name="csY4632" fmla="*/ 556612 h 1114920"/>
              <a:gd name="csX4633" fmla="*/ 798363 w 1723042"/>
              <a:gd name="csY4633" fmla="*/ 554510 h 1114920"/>
              <a:gd name="csX4634" fmla="*/ 798541 w 1723042"/>
              <a:gd name="csY4634" fmla="*/ 552405 h 1114920"/>
              <a:gd name="csX4635" fmla="*/ 798710 w 1723042"/>
              <a:gd name="csY4635" fmla="*/ 550298 h 1114920"/>
              <a:gd name="csX4636" fmla="*/ 798879 w 1723042"/>
              <a:gd name="csY4636" fmla="*/ 548190 h 1114920"/>
              <a:gd name="csX4637" fmla="*/ 799057 w 1723042"/>
              <a:gd name="csY4637" fmla="*/ 546079 h 1114920"/>
              <a:gd name="csX4638" fmla="*/ 799226 w 1723042"/>
              <a:gd name="csY4638" fmla="*/ 543966 h 1114920"/>
              <a:gd name="csX4639" fmla="*/ 799404 w 1723042"/>
              <a:gd name="csY4639" fmla="*/ 541850 h 1114920"/>
              <a:gd name="csX4640" fmla="*/ 799573 w 1723042"/>
              <a:gd name="csY4640" fmla="*/ 539734 h 1114920"/>
              <a:gd name="csX4641" fmla="*/ 799742 w 1723042"/>
              <a:gd name="csY4641" fmla="*/ 537614 h 1114920"/>
              <a:gd name="csX4642" fmla="*/ 799920 w 1723042"/>
              <a:gd name="csY4642" fmla="*/ 535494 h 1114920"/>
              <a:gd name="csX4643" fmla="*/ 800089 w 1723042"/>
              <a:gd name="csY4643" fmla="*/ 533372 h 1114920"/>
              <a:gd name="csX4644" fmla="*/ 800258 w 1723042"/>
              <a:gd name="csY4644" fmla="*/ 531247 h 1114920"/>
              <a:gd name="csX4645" fmla="*/ 800436 w 1723042"/>
              <a:gd name="csY4645" fmla="*/ 529121 h 1114920"/>
              <a:gd name="csX4646" fmla="*/ 800605 w 1723042"/>
              <a:gd name="csY4646" fmla="*/ 526993 h 1114920"/>
              <a:gd name="csX4647" fmla="*/ 800783 w 1723042"/>
              <a:gd name="csY4647" fmla="*/ 524864 h 1114920"/>
              <a:gd name="csX4648" fmla="*/ 800952 w 1723042"/>
              <a:gd name="csY4648" fmla="*/ 522732 h 1114920"/>
              <a:gd name="csX4649" fmla="*/ 801121 w 1723042"/>
              <a:gd name="csY4649" fmla="*/ 520600 h 1114920"/>
              <a:gd name="csX4650" fmla="*/ 801299 w 1723042"/>
              <a:gd name="csY4650" fmla="*/ 518466 h 1114920"/>
              <a:gd name="csX4651" fmla="*/ 801468 w 1723042"/>
              <a:gd name="csY4651" fmla="*/ 516330 h 1114920"/>
              <a:gd name="csX4652" fmla="*/ 801637 w 1723042"/>
              <a:gd name="csY4652" fmla="*/ 514193 h 1114920"/>
              <a:gd name="csX4653" fmla="*/ 801815 w 1723042"/>
              <a:gd name="csY4653" fmla="*/ 512054 h 1114920"/>
              <a:gd name="csX4654" fmla="*/ 801984 w 1723042"/>
              <a:gd name="csY4654" fmla="*/ 509914 h 1114920"/>
              <a:gd name="csX4655" fmla="*/ 802162 w 1723042"/>
              <a:gd name="csY4655" fmla="*/ 507772 h 1114920"/>
              <a:gd name="csX4656" fmla="*/ 802331 w 1723042"/>
              <a:gd name="csY4656" fmla="*/ 505629 h 1114920"/>
              <a:gd name="csX4657" fmla="*/ 802500 w 1723042"/>
              <a:gd name="csY4657" fmla="*/ 503485 h 1114920"/>
              <a:gd name="csX4658" fmla="*/ 802678 w 1723042"/>
              <a:gd name="csY4658" fmla="*/ 501339 h 1114920"/>
              <a:gd name="csX4659" fmla="*/ 802847 w 1723042"/>
              <a:gd name="csY4659" fmla="*/ 499192 h 1114920"/>
              <a:gd name="csX4660" fmla="*/ 803016 w 1723042"/>
              <a:gd name="csY4660" fmla="*/ 497045 h 1114920"/>
              <a:gd name="csX4661" fmla="*/ 803194 w 1723042"/>
              <a:gd name="csY4661" fmla="*/ 494895 h 1114920"/>
              <a:gd name="csX4662" fmla="*/ 803363 w 1723042"/>
              <a:gd name="csY4662" fmla="*/ 492745 h 1114920"/>
              <a:gd name="csX4663" fmla="*/ 803532 w 1723042"/>
              <a:gd name="csY4663" fmla="*/ 490594 h 1114920"/>
              <a:gd name="csX4664" fmla="*/ 803710 w 1723042"/>
              <a:gd name="csY4664" fmla="*/ 488442 h 1114920"/>
              <a:gd name="csX4665" fmla="*/ 803879 w 1723042"/>
              <a:gd name="csY4665" fmla="*/ 486289 h 1114920"/>
              <a:gd name="csX4666" fmla="*/ 804057 w 1723042"/>
              <a:gd name="csY4666" fmla="*/ 484135 h 1114920"/>
              <a:gd name="csX4667" fmla="*/ 804226 w 1723042"/>
              <a:gd name="csY4667" fmla="*/ 481980 h 1114920"/>
              <a:gd name="csX4668" fmla="*/ 804395 w 1723042"/>
              <a:gd name="csY4668" fmla="*/ 479824 h 1114920"/>
              <a:gd name="csX4669" fmla="*/ 804573 w 1723042"/>
              <a:gd name="csY4669" fmla="*/ 477668 h 1114920"/>
              <a:gd name="csX4670" fmla="*/ 804742 w 1723042"/>
              <a:gd name="csY4670" fmla="*/ 475510 h 1114920"/>
              <a:gd name="csX4671" fmla="*/ 804911 w 1723042"/>
              <a:gd name="csY4671" fmla="*/ 473352 h 1114920"/>
              <a:gd name="csX4672" fmla="*/ 805089 w 1723042"/>
              <a:gd name="csY4672" fmla="*/ 471193 h 1114920"/>
              <a:gd name="csX4673" fmla="*/ 805258 w 1723042"/>
              <a:gd name="csY4673" fmla="*/ 469033 h 1114920"/>
              <a:gd name="csX4674" fmla="*/ 805436 w 1723042"/>
              <a:gd name="csY4674" fmla="*/ 466873 h 1114920"/>
              <a:gd name="csX4675" fmla="*/ 805605 w 1723042"/>
              <a:gd name="csY4675" fmla="*/ 464712 h 1114920"/>
              <a:gd name="csX4676" fmla="*/ 805774 w 1723042"/>
              <a:gd name="csY4676" fmla="*/ 462551 h 1114920"/>
              <a:gd name="csX4677" fmla="*/ 805952 w 1723042"/>
              <a:gd name="csY4677" fmla="*/ 460389 h 1114920"/>
              <a:gd name="csX4678" fmla="*/ 806121 w 1723042"/>
              <a:gd name="csY4678" fmla="*/ 458227 h 1114920"/>
              <a:gd name="csX4679" fmla="*/ 806290 w 1723042"/>
              <a:gd name="csY4679" fmla="*/ 456064 h 1114920"/>
              <a:gd name="csX4680" fmla="*/ 806468 w 1723042"/>
              <a:gd name="csY4680" fmla="*/ 453902 h 1114920"/>
              <a:gd name="csX4681" fmla="*/ 806637 w 1723042"/>
              <a:gd name="csY4681" fmla="*/ 451738 h 1114920"/>
              <a:gd name="csX4682" fmla="*/ 806806 w 1723042"/>
              <a:gd name="csY4682" fmla="*/ 449574 h 1114920"/>
              <a:gd name="csX4683" fmla="*/ 806984 w 1723042"/>
              <a:gd name="csY4683" fmla="*/ 447411 h 1114920"/>
              <a:gd name="csX4684" fmla="*/ 807153 w 1723042"/>
              <a:gd name="csY4684" fmla="*/ 445247 h 1114920"/>
              <a:gd name="csX4685" fmla="*/ 807331 w 1723042"/>
              <a:gd name="csY4685" fmla="*/ 443083 h 1114920"/>
              <a:gd name="csX4686" fmla="*/ 807500 w 1723042"/>
              <a:gd name="csY4686" fmla="*/ 440919 h 1114920"/>
              <a:gd name="csX4687" fmla="*/ 807669 w 1723042"/>
              <a:gd name="csY4687" fmla="*/ 438754 h 1114920"/>
              <a:gd name="csX4688" fmla="*/ 807847 w 1723042"/>
              <a:gd name="csY4688" fmla="*/ 436591 h 1114920"/>
              <a:gd name="csX4689" fmla="*/ 808016 w 1723042"/>
              <a:gd name="csY4689" fmla="*/ 434426 h 1114920"/>
              <a:gd name="csX4690" fmla="*/ 808185 w 1723042"/>
              <a:gd name="csY4690" fmla="*/ 432263 h 1114920"/>
              <a:gd name="csX4691" fmla="*/ 808363 w 1723042"/>
              <a:gd name="csY4691" fmla="*/ 430098 h 1114920"/>
              <a:gd name="csX4692" fmla="*/ 808532 w 1723042"/>
              <a:gd name="csY4692" fmla="*/ 427935 h 1114920"/>
              <a:gd name="csX4693" fmla="*/ 808710 w 1723042"/>
              <a:gd name="csY4693" fmla="*/ 425771 h 1114920"/>
              <a:gd name="csX4694" fmla="*/ 808879 w 1723042"/>
              <a:gd name="csY4694" fmla="*/ 423608 h 1114920"/>
              <a:gd name="csX4695" fmla="*/ 809048 w 1723042"/>
              <a:gd name="csY4695" fmla="*/ 421446 h 1114920"/>
              <a:gd name="csX4696" fmla="*/ 809226 w 1723042"/>
              <a:gd name="csY4696" fmla="*/ 419283 h 1114920"/>
              <a:gd name="csX4697" fmla="*/ 809395 w 1723042"/>
              <a:gd name="csY4697" fmla="*/ 417120 h 1114920"/>
              <a:gd name="csX4698" fmla="*/ 809564 w 1723042"/>
              <a:gd name="csY4698" fmla="*/ 414959 h 1114920"/>
              <a:gd name="csX4699" fmla="*/ 809742 w 1723042"/>
              <a:gd name="csY4699" fmla="*/ 412797 h 1114920"/>
              <a:gd name="csX4700" fmla="*/ 809911 w 1723042"/>
              <a:gd name="csY4700" fmla="*/ 410637 h 1114920"/>
              <a:gd name="csX4701" fmla="*/ 810088 w 1723042"/>
              <a:gd name="csY4701" fmla="*/ 408477 h 1114920"/>
              <a:gd name="csX4702" fmla="*/ 810258 w 1723042"/>
              <a:gd name="csY4702" fmla="*/ 406317 h 1114920"/>
              <a:gd name="csX4703" fmla="*/ 810427 w 1723042"/>
              <a:gd name="csY4703" fmla="*/ 404159 h 1114920"/>
              <a:gd name="csX4704" fmla="*/ 810605 w 1723042"/>
              <a:gd name="csY4704" fmla="*/ 402000 h 1114920"/>
              <a:gd name="csX4705" fmla="*/ 810774 w 1723042"/>
              <a:gd name="csY4705" fmla="*/ 399843 h 1114920"/>
              <a:gd name="csX4706" fmla="*/ 810943 w 1723042"/>
              <a:gd name="csY4706" fmla="*/ 397687 h 1114920"/>
              <a:gd name="csX4707" fmla="*/ 811121 w 1723042"/>
              <a:gd name="csY4707" fmla="*/ 395531 h 1114920"/>
              <a:gd name="csX4708" fmla="*/ 811290 w 1723042"/>
              <a:gd name="csY4708" fmla="*/ 393376 h 1114920"/>
              <a:gd name="csX4709" fmla="*/ 811459 w 1723042"/>
              <a:gd name="csY4709" fmla="*/ 391222 h 1114920"/>
              <a:gd name="csX4710" fmla="*/ 811636 w 1723042"/>
              <a:gd name="csY4710" fmla="*/ 389070 h 1114920"/>
              <a:gd name="csX4711" fmla="*/ 811806 w 1723042"/>
              <a:gd name="csY4711" fmla="*/ 386918 h 1114920"/>
              <a:gd name="csX4712" fmla="*/ 811983 w 1723042"/>
              <a:gd name="csY4712" fmla="*/ 384768 h 1114920"/>
              <a:gd name="csX4713" fmla="*/ 812153 w 1723042"/>
              <a:gd name="csY4713" fmla="*/ 382619 h 1114920"/>
              <a:gd name="csX4714" fmla="*/ 812322 w 1723042"/>
              <a:gd name="csY4714" fmla="*/ 380470 h 1114920"/>
              <a:gd name="csX4715" fmla="*/ 812499 w 1723042"/>
              <a:gd name="csY4715" fmla="*/ 378323 h 1114920"/>
              <a:gd name="csX4716" fmla="*/ 812668 w 1723042"/>
              <a:gd name="csY4716" fmla="*/ 376178 h 1114920"/>
              <a:gd name="csX4717" fmla="*/ 812838 w 1723042"/>
              <a:gd name="csY4717" fmla="*/ 374033 h 1114920"/>
              <a:gd name="csX4718" fmla="*/ 813015 w 1723042"/>
              <a:gd name="csY4718" fmla="*/ 371890 h 1114920"/>
              <a:gd name="csX4719" fmla="*/ 813185 w 1723042"/>
              <a:gd name="csY4719" fmla="*/ 369748 h 1114920"/>
              <a:gd name="csX4720" fmla="*/ 813362 w 1723042"/>
              <a:gd name="csY4720" fmla="*/ 367609 h 1114920"/>
              <a:gd name="csX4721" fmla="*/ 813531 w 1723042"/>
              <a:gd name="csY4721" fmla="*/ 365470 h 1114920"/>
              <a:gd name="csX4722" fmla="*/ 813700 w 1723042"/>
              <a:gd name="csY4722" fmla="*/ 363333 h 1114920"/>
              <a:gd name="csX4723" fmla="*/ 813878 w 1723042"/>
              <a:gd name="csY4723" fmla="*/ 361198 h 1114920"/>
              <a:gd name="csX4724" fmla="*/ 814047 w 1723042"/>
              <a:gd name="csY4724" fmla="*/ 359064 h 1114920"/>
              <a:gd name="csX4725" fmla="*/ 814216 w 1723042"/>
              <a:gd name="csY4725" fmla="*/ 356932 h 1114920"/>
              <a:gd name="csX4726" fmla="*/ 814394 w 1723042"/>
              <a:gd name="csY4726" fmla="*/ 354802 h 1114920"/>
              <a:gd name="csX4727" fmla="*/ 814563 w 1723042"/>
              <a:gd name="csY4727" fmla="*/ 352673 h 1114920"/>
              <a:gd name="csX4728" fmla="*/ 814733 w 1723042"/>
              <a:gd name="csY4728" fmla="*/ 350547 h 1114920"/>
              <a:gd name="csX4729" fmla="*/ 814910 w 1723042"/>
              <a:gd name="csY4729" fmla="*/ 348423 h 1114920"/>
              <a:gd name="csX4730" fmla="*/ 815079 w 1723042"/>
              <a:gd name="csY4730" fmla="*/ 346300 h 1114920"/>
              <a:gd name="csX4731" fmla="*/ 815257 w 1723042"/>
              <a:gd name="csY4731" fmla="*/ 344180 h 1114920"/>
              <a:gd name="csX4732" fmla="*/ 815426 w 1723042"/>
              <a:gd name="csY4732" fmla="*/ 342061 h 1114920"/>
              <a:gd name="csX4733" fmla="*/ 815595 w 1723042"/>
              <a:gd name="csY4733" fmla="*/ 339944 h 1114920"/>
              <a:gd name="csX4734" fmla="*/ 815773 w 1723042"/>
              <a:gd name="csY4734" fmla="*/ 337830 h 1114920"/>
              <a:gd name="csX4735" fmla="*/ 815942 w 1723042"/>
              <a:gd name="csY4735" fmla="*/ 335718 h 1114920"/>
              <a:gd name="csX4736" fmla="*/ 816111 w 1723042"/>
              <a:gd name="csY4736" fmla="*/ 333608 h 1114920"/>
              <a:gd name="csX4737" fmla="*/ 816289 w 1723042"/>
              <a:gd name="csY4737" fmla="*/ 331502 h 1114920"/>
              <a:gd name="csX4738" fmla="*/ 816458 w 1723042"/>
              <a:gd name="csY4738" fmla="*/ 329396 h 1114920"/>
              <a:gd name="csX4739" fmla="*/ 816636 w 1723042"/>
              <a:gd name="csY4739" fmla="*/ 327293 h 1114920"/>
              <a:gd name="csX4740" fmla="*/ 816805 w 1723042"/>
              <a:gd name="csY4740" fmla="*/ 325193 h 1114920"/>
              <a:gd name="csX4741" fmla="*/ 816974 w 1723042"/>
              <a:gd name="csY4741" fmla="*/ 323095 h 1114920"/>
              <a:gd name="csX4742" fmla="*/ 817152 w 1723042"/>
              <a:gd name="csY4742" fmla="*/ 321000 h 1114920"/>
              <a:gd name="csX4743" fmla="*/ 817321 w 1723042"/>
              <a:gd name="csY4743" fmla="*/ 318908 h 1114920"/>
              <a:gd name="csX4744" fmla="*/ 817490 w 1723042"/>
              <a:gd name="csY4744" fmla="*/ 316818 h 1114920"/>
              <a:gd name="csX4745" fmla="*/ 817668 w 1723042"/>
              <a:gd name="csY4745" fmla="*/ 314731 h 1114920"/>
              <a:gd name="csX4746" fmla="*/ 817837 w 1723042"/>
              <a:gd name="csY4746" fmla="*/ 312646 h 1114920"/>
              <a:gd name="csX4747" fmla="*/ 818015 w 1723042"/>
              <a:gd name="csY4747" fmla="*/ 310565 h 1114920"/>
              <a:gd name="csX4748" fmla="*/ 818184 w 1723042"/>
              <a:gd name="csY4748" fmla="*/ 308486 h 1114920"/>
              <a:gd name="csX4749" fmla="*/ 818353 w 1723042"/>
              <a:gd name="csY4749" fmla="*/ 306410 h 1114920"/>
              <a:gd name="csX4750" fmla="*/ 818531 w 1723042"/>
              <a:gd name="csY4750" fmla="*/ 304337 h 1114920"/>
              <a:gd name="csX4751" fmla="*/ 818700 w 1723042"/>
              <a:gd name="csY4751" fmla="*/ 302268 h 1114920"/>
              <a:gd name="csX4752" fmla="*/ 818869 w 1723042"/>
              <a:gd name="csY4752" fmla="*/ 300201 h 1114920"/>
              <a:gd name="csX4753" fmla="*/ 819047 w 1723042"/>
              <a:gd name="csY4753" fmla="*/ 298137 h 1114920"/>
              <a:gd name="csX4754" fmla="*/ 819216 w 1723042"/>
              <a:gd name="csY4754" fmla="*/ 296077 h 1114920"/>
              <a:gd name="csX4755" fmla="*/ 819385 w 1723042"/>
              <a:gd name="csY4755" fmla="*/ 294019 h 1114920"/>
              <a:gd name="csX4756" fmla="*/ 819563 w 1723042"/>
              <a:gd name="csY4756" fmla="*/ 291966 h 1114920"/>
              <a:gd name="csX4757" fmla="*/ 819732 w 1723042"/>
              <a:gd name="csY4757" fmla="*/ 289914 h 1114920"/>
              <a:gd name="csX4758" fmla="*/ 819910 w 1723042"/>
              <a:gd name="csY4758" fmla="*/ 287867 h 1114920"/>
              <a:gd name="csX4759" fmla="*/ 820079 w 1723042"/>
              <a:gd name="csY4759" fmla="*/ 285824 h 1114920"/>
              <a:gd name="csX4760" fmla="*/ 820248 w 1723042"/>
              <a:gd name="csY4760" fmla="*/ 283783 h 1114920"/>
              <a:gd name="csX4761" fmla="*/ 820426 w 1723042"/>
              <a:gd name="csY4761" fmla="*/ 281745 h 1114920"/>
              <a:gd name="csX4762" fmla="*/ 820595 w 1723042"/>
              <a:gd name="csY4762" fmla="*/ 279713 h 1114920"/>
              <a:gd name="csX4763" fmla="*/ 820764 w 1723042"/>
              <a:gd name="csY4763" fmla="*/ 277682 h 1114920"/>
              <a:gd name="csX4764" fmla="*/ 820942 w 1723042"/>
              <a:gd name="csY4764" fmla="*/ 275656 h 1114920"/>
              <a:gd name="csX4765" fmla="*/ 821111 w 1723042"/>
              <a:gd name="csY4765" fmla="*/ 273634 h 1114920"/>
              <a:gd name="csX4766" fmla="*/ 821289 w 1723042"/>
              <a:gd name="csY4766" fmla="*/ 271615 h 1114920"/>
              <a:gd name="csX4767" fmla="*/ 821458 w 1723042"/>
              <a:gd name="csY4767" fmla="*/ 269600 h 1114920"/>
              <a:gd name="csX4768" fmla="*/ 821627 w 1723042"/>
              <a:gd name="csY4768" fmla="*/ 267589 h 1114920"/>
              <a:gd name="csX4769" fmla="*/ 821805 w 1723042"/>
              <a:gd name="csY4769" fmla="*/ 265582 h 1114920"/>
              <a:gd name="csX4770" fmla="*/ 821974 w 1723042"/>
              <a:gd name="csY4770" fmla="*/ 263579 h 1114920"/>
              <a:gd name="csX4771" fmla="*/ 822143 w 1723042"/>
              <a:gd name="csY4771" fmla="*/ 261580 h 1114920"/>
              <a:gd name="csX4772" fmla="*/ 822321 w 1723042"/>
              <a:gd name="csY4772" fmla="*/ 259585 h 1114920"/>
              <a:gd name="csX4773" fmla="*/ 822490 w 1723042"/>
              <a:gd name="csY4773" fmla="*/ 257594 h 1114920"/>
              <a:gd name="csX4774" fmla="*/ 822668 w 1723042"/>
              <a:gd name="csY4774" fmla="*/ 255607 h 1114920"/>
              <a:gd name="csX4775" fmla="*/ 822837 w 1723042"/>
              <a:gd name="csY4775" fmla="*/ 253625 h 1114920"/>
              <a:gd name="csX4776" fmla="*/ 823006 w 1723042"/>
              <a:gd name="csY4776" fmla="*/ 251646 h 1114920"/>
              <a:gd name="csX4777" fmla="*/ 823184 w 1723042"/>
              <a:gd name="csY4777" fmla="*/ 249672 h 1114920"/>
              <a:gd name="csX4778" fmla="*/ 823353 w 1723042"/>
              <a:gd name="csY4778" fmla="*/ 247703 h 1114920"/>
              <a:gd name="csX4779" fmla="*/ 823522 w 1723042"/>
              <a:gd name="csY4779" fmla="*/ 245738 h 1114920"/>
              <a:gd name="csX4780" fmla="*/ 823700 w 1723042"/>
              <a:gd name="csY4780" fmla="*/ 243777 h 1114920"/>
              <a:gd name="csX4781" fmla="*/ 823869 w 1723042"/>
              <a:gd name="csY4781" fmla="*/ 241821 h 1114920"/>
              <a:gd name="csX4782" fmla="*/ 824038 w 1723042"/>
              <a:gd name="csY4782" fmla="*/ 239869 h 1114920"/>
              <a:gd name="csX4783" fmla="*/ 824216 w 1723042"/>
              <a:gd name="csY4783" fmla="*/ 237922 h 1114920"/>
              <a:gd name="csX4784" fmla="*/ 824385 w 1723042"/>
              <a:gd name="csY4784" fmla="*/ 235979 h 1114920"/>
              <a:gd name="csX4785" fmla="*/ 824563 w 1723042"/>
              <a:gd name="csY4785" fmla="*/ 234042 h 1114920"/>
              <a:gd name="csX4786" fmla="*/ 824732 w 1723042"/>
              <a:gd name="csY4786" fmla="*/ 232109 h 1114920"/>
              <a:gd name="csX4787" fmla="*/ 824901 w 1723042"/>
              <a:gd name="csY4787" fmla="*/ 230182 h 1114920"/>
              <a:gd name="csX4788" fmla="*/ 825079 w 1723042"/>
              <a:gd name="csY4788" fmla="*/ 228258 h 1114920"/>
              <a:gd name="csX4789" fmla="*/ 825248 w 1723042"/>
              <a:gd name="csY4789" fmla="*/ 226340 h 1114920"/>
              <a:gd name="csX4790" fmla="*/ 825417 w 1723042"/>
              <a:gd name="csY4790" fmla="*/ 224426 h 1114920"/>
              <a:gd name="csX4791" fmla="*/ 825595 w 1723042"/>
              <a:gd name="csY4791" fmla="*/ 222518 h 1114920"/>
              <a:gd name="csX4792" fmla="*/ 825764 w 1723042"/>
              <a:gd name="csY4792" fmla="*/ 220615 h 1114920"/>
              <a:gd name="csX4793" fmla="*/ 825942 w 1723042"/>
              <a:gd name="csY4793" fmla="*/ 218718 h 1114920"/>
              <a:gd name="csX4794" fmla="*/ 826111 w 1723042"/>
              <a:gd name="csY4794" fmla="*/ 216824 h 1114920"/>
              <a:gd name="csX4795" fmla="*/ 826280 w 1723042"/>
              <a:gd name="csY4795" fmla="*/ 214937 h 1114920"/>
              <a:gd name="csX4796" fmla="*/ 826458 w 1723042"/>
              <a:gd name="csY4796" fmla="*/ 213054 h 1114920"/>
              <a:gd name="csX4797" fmla="*/ 826627 w 1723042"/>
              <a:gd name="csY4797" fmla="*/ 211177 h 1114920"/>
              <a:gd name="csX4798" fmla="*/ 826796 w 1723042"/>
              <a:gd name="csY4798" fmla="*/ 209306 h 1114920"/>
              <a:gd name="csX4799" fmla="*/ 826974 w 1723042"/>
              <a:gd name="csY4799" fmla="*/ 207440 h 1114920"/>
              <a:gd name="csX4800" fmla="*/ 827143 w 1723042"/>
              <a:gd name="csY4800" fmla="*/ 205578 h 1114920"/>
              <a:gd name="csX4801" fmla="*/ 827312 w 1723042"/>
              <a:gd name="csY4801" fmla="*/ 203724 h 1114920"/>
              <a:gd name="csX4802" fmla="*/ 827490 w 1723042"/>
              <a:gd name="csY4802" fmla="*/ 201874 h 1114920"/>
              <a:gd name="csX4803" fmla="*/ 827659 w 1723042"/>
              <a:gd name="csY4803" fmla="*/ 200030 h 1114920"/>
              <a:gd name="csX4804" fmla="*/ 827837 w 1723042"/>
              <a:gd name="csY4804" fmla="*/ 198191 h 1114920"/>
              <a:gd name="csX4805" fmla="*/ 828006 w 1723042"/>
              <a:gd name="csY4805" fmla="*/ 196358 h 1114920"/>
              <a:gd name="csX4806" fmla="*/ 828175 w 1723042"/>
              <a:gd name="csY4806" fmla="*/ 194532 h 1114920"/>
              <a:gd name="csX4807" fmla="*/ 828353 w 1723042"/>
              <a:gd name="csY4807" fmla="*/ 192711 h 1114920"/>
              <a:gd name="csX4808" fmla="*/ 828522 w 1723042"/>
              <a:gd name="csY4808" fmla="*/ 190895 h 1114920"/>
              <a:gd name="csX4809" fmla="*/ 828691 w 1723042"/>
              <a:gd name="csY4809" fmla="*/ 189085 h 1114920"/>
              <a:gd name="csX4810" fmla="*/ 828869 w 1723042"/>
              <a:gd name="csY4810" fmla="*/ 187282 h 1114920"/>
              <a:gd name="csX4811" fmla="*/ 829038 w 1723042"/>
              <a:gd name="csY4811" fmla="*/ 185485 h 1114920"/>
              <a:gd name="csX4812" fmla="*/ 829216 w 1723042"/>
              <a:gd name="csY4812" fmla="*/ 183693 h 1114920"/>
              <a:gd name="csX4813" fmla="*/ 829385 w 1723042"/>
              <a:gd name="csY4813" fmla="*/ 181908 h 1114920"/>
              <a:gd name="csX4814" fmla="*/ 829554 w 1723042"/>
              <a:gd name="csY4814" fmla="*/ 180129 h 1114920"/>
              <a:gd name="csX4815" fmla="*/ 829732 w 1723042"/>
              <a:gd name="csY4815" fmla="*/ 178356 h 1114920"/>
              <a:gd name="csX4816" fmla="*/ 829901 w 1723042"/>
              <a:gd name="csY4816" fmla="*/ 176589 h 1114920"/>
              <a:gd name="csX4817" fmla="*/ 830070 w 1723042"/>
              <a:gd name="csY4817" fmla="*/ 174829 h 1114920"/>
              <a:gd name="csX4818" fmla="*/ 830248 w 1723042"/>
              <a:gd name="csY4818" fmla="*/ 173075 h 1114920"/>
              <a:gd name="csX4819" fmla="*/ 830417 w 1723042"/>
              <a:gd name="csY4819" fmla="*/ 171327 h 1114920"/>
              <a:gd name="csX4820" fmla="*/ 830595 w 1723042"/>
              <a:gd name="csY4820" fmla="*/ 169586 h 1114920"/>
              <a:gd name="csX4821" fmla="*/ 830764 w 1723042"/>
              <a:gd name="csY4821" fmla="*/ 167851 h 1114920"/>
              <a:gd name="csX4822" fmla="*/ 830933 w 1723042"/>
              <a:gd name="csY4822" fmla="*/ 166124 h 1114920"/>
              <a:gd name="csX4823" fmla="*/ 831111 w 1723042"/>
              <a:gd name="csY4823" fmla="*/ 164402 h 1114920"/>
              <a:gd name="csX4824" fmla="*/ 831280 w 1723042"/>
              <a:gd name="csY4824" fmla="*/ 162687 h 1114920"/>
              <a:gd name="csX4825" fmla="*/ 831449 w 1723042"/>
              <a:gd name="csY4825" fmla="*/ 160979 h 1114920"/>
              <a:gd name="csX4826" fmla="*/ 831627 w 1723042"/>
              <a:gd name="csY4826" fmla="*/ 159277 h 1114920"/>
              <a:gd name="csX4827" fmla="*/ 831796 w 1723042"/>
              <a:gd name="csY4827" fmla="*/ 157582 h 1114920"/>
              <a:gd name="csX4828" fmla="*/ 831965 w 1723042"/>
              <a:gd name="csY4828" fmla="*/ 155894 h 1114920"/>
              <a:gd name="csX4829" fmla="*/ 832143 w 1723042"/>
              <a:gd name="csY4829" fmla="*/ 154213 h 1114920"/>
              <a:gd name="csX4830" fmla="*/ 832312 w 1723042"/>
              <a:gd name="csY4830" fmla="*/ 152539 h 1114920"/>
              <a:gd name="csX4831" fmla="*/ 832490 w 1723042"/>
              <a:gd name="csY4831" fmla="*/ 150872 h 1114920"/>
              <a:gd name="csX4832" fmla="*/ 832659 w 1723042"/>
              <a:gd name="csY4832" fmla="*/ 149211 h 1114920"/>
              <a:gd name="csX4833" fmla="*/ 832828 w 1723042"/>
              <a:gd name="csY4833" fmla="*/ 147558 h 1114920"/>
              <a:gd name="csX4834" fmla="*/ 833006 w 1723042"/>
              <a:gd name="csY4834" fmla="*/ 145912 h 1114920"/>
              <a:gd name="csX4835" fmla="*/ 833175 w 1723042"/>
              <a:gd name="csY4835" fmla="*/ 144273 h 1114920"/>
              <a:gd name="csX4836" fmla="*/ 833344 w 1723042"/>
              <a:gd name="csY4836" fmla="*/ 142641 h 1114920"/>
              <a:gd name="csX4837" fmla="*/ 833522 w 1723042"/>
              <a:gd name="csY4837" fmla="*/ 141017 h 1114920"/>
              <a:gd name="csX4838" fmla="*/ 833691 w 1723042"/>
              <a:gd name="csY4838" fmla="*/ 139400 h 1114920"/>
              <a:gd name="csX4839" fmla="*/ 833869 w 1723042"/>
              <a:gd name="csY4839" fmla="*/ 137789 h 1114920"/>
              <a:gd name="csX4840" fmla="*/ 834038 w 1723042"/>
              <a:gd name="csY4840" fmla="*/ 136187 h 1114920"/>
              <a:gd name="csX4841" fmla="*/ 834207 w 1723042"/>
              <a:gd name="csY4841" fmla="*/ 134592 h 1114920"/>
              <a:gd name="csX4842" fmla="*/ 834385 w 1723042"/>
              <a:gd name="csY4842" fmla="*/ 133004 h 1114920"/>
              <a:gd name="csX4843" fmla="*/ 834554 w 1723042"/>
              <a:gd name="csY4843" fmla="*/ 131424 h 1114920"/>
              <a:gd name="csX4844" fmla="*/ 834723 w 1723042"/>
              <a:gd name="csY4844" fmla="*/ 129852 h 1114920"/>
              <a:gd name="csX4845" fmla="*/ 834901 w 1723042"/>
              <a:gd name="csY4845" fmla="*/ 128286 h 1114920"/>
              <a:gd name="csX4846" fmla="*/ 835070 w 1723042"/>
              <a:gd name="csY4846" fmla="*/ 126729 h 1114920"/>
              <a:gd name="csX4847" fmla="*/ 835239 w 1723042"/>
              <a:gd name="csY4847" fmla="*/ 125179 h 1114920"/>
              <a:gd name="csX4848" fmla="*/ 835417 w 1723042"/>
              <a:gd name="csY4848" fmla="*/ 123637 h 1114920"/>
              <a:gd name="csX4849" fmla="*/ 835586 w 1723042"/>
              <a:gd name="csY4849" fmla="*/ 122103 h 1114920"/>
              <a:gd name="csX4850" fmla="*/ 835764 w 1723042"/>
              <a:gd name="csY4850" fmla="*/ 120576 h 1114920"/>
              <a:gd name="csX4851" fmla="*/ 835933 w 1723042"/>
              <a:gd name="csY4851" fmla="*/ 119058 h 1114920"/>
              <a:gd name="csX4852" fmla="*/ 836102 w 1723042"/>
              <a:gd name="csY4852" fmla="*/ 117547 h 1114920"/>
              <a:gd name="csX4853" fmla="*/ 836280 w 1723042"/>
              <a:gd name="csY4853" fmla="*/ 116045 h 1114920"/>
              <a:gd name="csX4854" fmla="*/ 836449 w 1723042"/>
              <a:gd name="csY4854" fmla="*/ 114550 h 1114920"/>
              <a:gd name="csX4855" fmla="*/ 836618 w 1723042"/>
              <a:gd name="csY4855" fmla="*/ 113062 h 1114920"/>
              <a:gd name="csX4856" fmla="*/ 836796 w 1723042"/>
              <a:gd name="csY4856" fmla="*/ 111584 h 1114920"/>
              <a:gd name="csX4857" fmla="*/ 836965 w 1723042"/>
              <a:gd name="csY4857" fmla="*/ 110113 h 1114920"/>
              <a:gd name="csX4858" fmla="*/ 837143 w 1723042"/>
              <a:gd name="csY4858" fmla="*/ 108652 h 1114920"/>
              <a:gd name="csX4859" fmla="*/ 837312 w 1723042"/>
              <a:gd name="csY4859" fmla="*/ 107197 h 1114920"/>
              <a:gd name="csX4860" fmla="*/ 837481 w 1723042"/>
              <a:gd name="csY4860" fmla="*/ 105751 h 1114920"/>
              <a:gd name="csX4861" fmla="*/ 837659 w 1723042"/>
              <a:gd name="csY4861" fmla="*/ 104313 h 1114920"/>
              <a:gd name="csX4862" fmla="*/ 837828 w 1723042"/>
              <a:gd name="csY4862" fmla="*/ 102884 h 1114920"/>
              <a:gd name="csX4863" fmla="*/ 837997 w 1723042"/>
              <a:gd name="csY4863" fmla="*/ 101462 h 1114920"/>
              <a:gd name="csX4864" fmla="*/ 838175 w 1723042"/>
              <a:gd name="csY4864" fmla="*/ 100051 h 1114920"/>
              <a:gd name="csX4865" fmla="*/ 838344 w 1723042"/>
              <a:gd name="csY4865" fmla="*/ 98646 h 1114920"/>
              <a:gd name="csX4866" fmla="*/ 838522 w 1723042"/>
              <a:gd name="csY4866" fmla="*/ 97250 h 1114920"/>
              <a:gd name="csX4867" fmla="*/ 838691 w 1723042"/>
              <a:gd name="csY4867" fmla="*/ 95863 h 1114920"/>
              <a:gd name="csX4868" fmla="*/ 838860 w 1723042"/>
              <a:gd name="csY4868" fmla="*/ 94484 h 1114920"/>
              <a:gd name="csX4869" fmla="*/ 839038 w 1723042"/>
              <a:gd name="csY4869" fmla="*/ 93114 h 1114920"/>
              <a:gd name="csX4870" fmla="*/ 839207 w 1723042"/>
              <a:gd name="csY4870" fmla="*/ 91753 h 1114920"/>
              <a:gd name="csX4871" fmla="*/ 839376 w 1723042"/>
              <a:gd name="csY4871" fmla="*/ 90401 h 1114920"/>
              <a:gd name="csX4872" fmla="*/ 839554 w 1723042"/>
              <a:gd name="csY4872" fmla="*/ 89056 h 1114920"/>
              <a:gd name="csX4873" fmla="*/ 839723 w 1723042"/>
              <a:gd name="csY4873" fmla="*/ 87721 h 1114920"/>
              <a:gd name="csX4874" fmla="*/ 839892 w 1723042"/>
              <a:gd name="csY4874" fmla="*/ 86394 h 1114920"/>
              <a:gd name="csX4875" fmla="*/ 840070 w 1723042"/>
              <a:gd name="csY4875" fmla="*/ 85077 h 1114920"/>
              <a:gd name="csX4876" fmla="*/ 840239 w 1723042"/>
              <a:gd name="csY4876" fmla="*/ 83768 h 1114920"/>
              <a:gd name="csX4877" fmla="*/ 840417 w 1723042"/>
              <a:gd name="csY4877" fmla="*/ 82468 h 1114920"/>
              <a:gd name="csX4878" fmla="*/ 840586 w 1723042"/>
              <a:gd name="csY4878" fmla="*/ 81178 h 1114920"/>
              <a:gd name="csX4879" fmla="*/ 840755 w 1723042"/>
              <a:gd name="csY4879" fmla="*/ 79896 h 1114920"/>
              <a:gd name="csX4880" fmla="*/ 840933 w 1723042"/>
              <a:gd name="csY4880" fmla="*/ 78623 h 1114920"/>
              <a:gd name="csX4881" fmla="*/ 841102 w 1723042"/>
              <a:gd name="csY4881" fmla="*/ 77358 h 1114920"/>
              <a:gd name="csX4882" fmla="*/ 841271 w 1723042"/>
              <a:gd name="csY4882" fmla="*/ 76104 h 1114920"/>
              <a:gd name="csX4883" fmla="*/ 841448 w 1723042"/>
              <a:gd name="csY4883" fmla="*/ 74858 h 1114920"/>
              <a:gd name="csX4884" fmla="*/ 841618 w 1723042"/>
              <a:gd name="csY4884" fmla="*/ 73622 h 1114920"/>
              <a:gd name="csX4885" fmla="*/ 841795 w 1723042"/>
              <a:gd name="csY4885" fmla="*/ 72395 h 1114920"/>
              <a:gd name="csX4886" fmla="*/ 841965 w 1723042"/>
              <a:gd name="csY4886" fmla="*/ 71177 h 1114920"/>
              <a:gd name="csX4887" fmla="*/ 842134 w 1723042"/>
              <a:gd name="csY4887" fmla="*/ 69968 h 1114920"/>
              <a:gd name="csX4888" fmla="*/ 842312 w 1723042"/>
              <a:gd name="csY4888" fmla="*/ 68769 h 1114920"/>
              <a:gd name="csX4889" fmla="*/ 842480 w 1723042"/>
              <a:gd name="csY4889" fmla="*/ 67579 h 1114920"/>
              <a:gd name="csX4890" fmla="*/ 842650 w 1723042"/>
              <a:gd name="csY4890" fmla="*/ 66398 h 1114920"/>
              <a:gd name="csX4891" fmla="*/ 842827 w 1723042"/>
              <a:gd name="csY4891" fmla="*/ 65227 h 1114920"/>
              <a:gd name="csX4892" fmla="*/ 842996 w 1723042"/>
              <a:gd name="csY4892" fmla="*/ 64065 h 1114920"/>
              <a:gd name="csX4893" fmla="*/ 843174 w 1723042"/>
              <a:gd name="csY4893" fmla="*/ 62913 h 1114920"/>
              <a:gd name="csX4894" fmla="*/ 843343 w 1723042"/>
              <a:gd name="csY4894" fmla="*/ 61770 h 1114920"/>
              <a:gd name="csX4895" fmla="*/ 843513 w 1723042"/>
              <a:gd name="csY4895" fmla="*/ 60637 h 1114920"/>
              <a:gd name="csX4896" fmla="*/ 843690 w 1723042"/>
              <a:gd name="csY4896" fmla="*/ 59513 h 1114920"/>
              <a:gd name="csX4897" fmla="*/ 843859 w 1723042"/>
              <a:gd name="csY4897" fmla="*/ 58399 h 1114920"/>
              <a:gd name="csX4898" fmla="*/ 844028 w 1723042"/>
              <a:gd name="csY4898" fmla="*/ 57295 h 1114920"/>
              <a:gd name="csX4899" fmla="*/ 844206 w 1723042"/>
              <a:gd name="csY4899" fmla="*/ 56201 h 1114920"/>
              <a:gd name="csX4900" fmla="*/ 844375 w 1723042"/>
              <a:gd name="csY4900" fmla="*/ 55115 h 1114920"/>
              <a:gd name="csX4901" fmla="*/ 844545 w 1723042"/>
              <a:gd name="csY4901" fmla="*/ 54041 h 1114920"/>
              <a:gd name="csX4902" fmla="*/ 844722 w 1723042"/>
              <a:gd name="csY4902" fmla="*/ 52975 h 1114920"/>
              <a:gd name="csX4903" fmla="*/ 844891 w 1723042"/>
              <a:gd name="csY4903" fmla="*/ 51920 h 1114920"/>
              <a:gd name="csX4904" fmla="*/ 845069 w 1723042"/>
              <a:gd name="csY4904" fmla="*/ 50874 h 1114920"/>
              <a:gd name="csX4905" fmla="*/ 845238 w 1723042"/>
              <a:gd name="csY4905" fmla="*/ 49838 h 1114920"/>
              <a:gd name="csX4906" fmla="*/ 845407 w 1723042"/>
              <a:gd name="csY4906" fmla="*/ 48812 h 1114920"/>
              <a:gd name="csX4907" fmla="*/ 845585 w 1723042"/>
              <a:gd name="csY4907" fmla="*/ 47796 h 1114920"/>
              <a:gd name="csX4908" fmla="*/ 845754 w 1723042"/>
              <a:gd name="csY4908" fmla="*/ 46790 h 1114920"/>
              <a:gd name="csX4909" fmla="*/ 845923 w 1723042"/>
              <a:gd name="csY4909" fmla="*/ 45794 h 1114920"/>
              <a:gd name="csX4910" fmla="*/ 846101 w 1723042"/>
              <a:gd name="csY4910" fmla="*/ 44808 h 1114920"/>
              <a:gd name="csX4911" fmla="*/ 846270 w 1723042"/>
              <a:gd name="csY4911" fmla="*/ 43832 h 1114920"/>
              <a:gd name="csX4912" fmla="*/ 846448 w 1723042"/>
              <a:gd name="csY4912" fmla="*/ 42867 h 1114920"/>
              <a:gd name="csX4913" fmla="*/ 846617 w 1723042"/>
              <a:gd name="csY4913" fmla="*/ 41910 h 1114920"/>
              <a:gd name="csX4914" fmla="*/ 846786 w 1723042"/>
              <a:gd name="csY4914" fmla="*/ 40966 h 1114920"/>
              <a:gd name="csX4915" fmla="*/ 846964 w 1723042"/>
              <a:gd name="csY4915" fmla="*/ 40030 h 1114920"/>
              <a:gd name="csX4916" fmla="*/ 847133 w 1723042"/>
              <a:gd name="csY4916" fmla="*/ 39105 h 1114920"/>
              <a:gd name="csX4917" fmla="*/ 847302 w 1723042"/>
              <a:gd name="csY4917" fmla="*/ 38190 h 1114920"/>
              <a:gd name="csX4918" fmla="*/ 847480 w 1723042"/>
              <a:gd name="csY4918" fmla="*/ 37285 h 1114920"/>
              <a:gd name="csX4919" fmla="*/ 847649 w 1723042"/>
              <a:gd name="csY4919" fmla="*/ 36391 h 1114920"/>
              <a:gd name="csX4920" fmla="*/ 847818 w 1723042"/>
              <a:gd name="csY4920" fmla="*/ 35507 h 1114920"/>
              <a:gd name="csX4921" fmla="*/ 847996 w 1723042"/>
              <a:gd name="csY4921" fmla="*/ 34633 h 1114920"/>
              <a:gd name="csX4922" fmla="*/ 848165 w 1723042"/>
              <a:gd name="csY4922" fmla="*/ 33769 h 1114920"/>
              <a:gd name="csX4923" fmla="*/ 848343 w 1723042"/>
              <a:gd name="csY4923" fmla="*/ 32916 h 1114920"/>
              <a:gd name="csX4924" fmla="*/ 848512 w 1723042"/>
              <a:gd name="csY4924" fmla="*/ 32074 h 1114920"/>
              <a:gd name="csX4925" fmla="*/ 848681 w 1723042"/>
              <a:gd name="csY4925" fmla="*/ 31242 h 1114920"/>
              <a:gd name="csX4926" fmla="*/ 848859 w 1723042"/>
              <a:gd name="csY4926" fmla="*/ 30420 h 1114920"/>
              <a:gd name="csX4927" fmla="*/ 849028 w 1723042"/>
              <a:gd name="csY4927" fmla="*/ 29609 h 1114920"/>
              <a:gd name="csX4928" fmla="*/ 849197 w 1723042"/>
              <a:gd name="csY4928" fmla="*/ 28809 h 1114920"/>
              <a:gd name="csX4929" fmla="*/ 849375 w 1723042"/>
              <a:gd name="csY4929" fmla="*/ 28019 h 1114920"/>
              <a:gd name="csX4930" fmla="*/ 849544 w 1723042"/>
              <a:gd name="csY4930" fmla="*/ 27238 h 1114920"/>
              <a:gd name="csX4931" fmla="*/ 849722 w 1723042"/>
              <a:gd name="csY4931" fmla="*/ 26470 h 1114920"/>
              <a:gd name="csX4932" fmla="*/ 849891 w 1723042"/>
              <a:gd name="csY4932" fmla="*/ 25712 h 1114920"/>
              <a:gd name="csX4933" fmla="*/ 850060 w 1723042"/>
              <a:gd name="csY4933" fmla="*/ 24964 h 1114920"/>
              <a:gd name="csX4934" fmla="*/ 850238 w 1723042"/>
              <a:gd name="csY4934" fmla="*/ 24227 h 1114920"/>
              <a:gd name="csX4935" fmla="*/ 850407 w 1723042"/>
              <a:gd name="csY4935" fmla="*/ 23500 h 1114920"/>
              <a:gd name="csX4936" fmla="*/ 850576 w 1723042"/>
              <a:gd name="csY4936" fmla="*/ 22785 h 1114920"/>
              <a:gd name="csX4937" fmla="*/ 850754 w 1723042"/>
              <a:gd name="csY4937" fmla="*/ 22080 h 1114920"/>
              <a:gd name="csX4938" fmla="*/ 850923 w 1723042"/>
              <a:gd name="csY4938" fmla="*/ 21385 h 1114920"/>
              <a:gd name="csX4939" fmla="*/ 851101 w 1723042"/>
              <a:gd name="csY4939" fmla="*/ 20702 h 1114920"/>
              <a:gd name="csX4940" fmla="*/ 851270 w 1723042"/>
              <a:gd name="csY4940" fmla="*/ 20030 h 1114920"/>
              <a:gd name="csX4941" fmla="*/ 851439 w 1723042"/>
              <a:gd name="csY4941" fmla="*/ 19368 h 1114920"/>
              <a:gd name="csX4942" fmla="*/ 851617 w 1723042"/>
              <a:gd name="csY4942" fmla="*/ 18717 h 1114920"/>
              <a:gd name="csX4943" fmla="*/ 851786 w 1723042"/>
              <a:gd name="csY4943" fmla="*/ 18077 h 1114920"/>
              <a:gd name="csX4944" fmla="*/ 851955 w 1723042"/>
              <a:gd name="csY4944" fmla="*/ 17447 h 1114920"/>
              <a:gd name="csX4945" fmla="*/ 852133 w 1723042"/>
              <a:gd name="csY4945" fmla="*/ 16829 h 1114920"/>
              <a:gd name="csX4946" fmla="*/ 852302 w 1723042"/>
              <a:gd name="csY4946" fmla="*/ 16222 h 1114920"/>
              <a:gd name="csX4947" fmla="*/ 852471 w 1723042"/>
              <a:gd name="csY4947" fmla="*/ 15625 h 1114920"/>
              <a:gd name="csX4948" fmla="*/ 852649 w 1723042"/>
              <a:gd name="csY4948" fmla="*/ 15040 h 1114920"/>
              <a:gd name="csX4949" fmla="*/ 852818 w 1723042"/>
              <a:gd name="csY4949" fmla="*/ 14465 h 1114920"/>
              <a:gd name="csX4950" fmla="*/ 852996 w 1723042"/>
              <a:gd name="csY4950" fmla="*/ 13901 h 1114920"/>
              <a:gd name="csX4951" fmla="*/ 853165 w 1723042"/>
              <a:gd name="csY4951" fmla="*/ 13348 h 1114920"/>
              <a:gd name="csX4952" fmla="*/ 853334 w 1723042"/>
              <a:gd name="csY4952" fmla="*/ 12807 h 1114920"/>
              <a:gd name="csX4953" fmla="*/ 853512 w 1723042"/>
              <a:gd name="csY4953" fmla="*/ 12276 h 1114920"/>
              <a:gd name="csX4954" fmla="*/ 853681 w 1723042"/>
              <a:gd name="csY4954" fmla="*/ 11756 h 1114920"/>
              <a:gd name="csX4955" fmla="*/ 853850 w 1723042"/>
              <a:gd name="csY4955" fmla="*/ 11248 h 1114920"/>
              <a:gd name="csX4956" fmla="*/ 854028 w 1723042"/>
              <a:gd name="csY4956" fmla="*/ 10750 h 1114920"/>
              <a:gd name="csX4957" fmla="*/ 854197 w 1723042"/>
              <a:gd name="csY4957" fmla="*/ 10264 h 1114920"/>
              <a:gd name="csX4958" fmla="*/ 854375 w 1723042"/>
              <a:gd name="csY4958" fmla="*/ 9789 h 1114920"/>
              <a:gd name="csX4959" fmla="*/ 854544 w 1723042"/>
              <a:gd name="csY4959" fmla="*/ 9324 h 1114920"/>
              <a:gd name="csX4960" fmla="*/ 854713 w 1723042"/>
              <a:gd name="csY4960" fmla="*/ 8871 h 1114920"/>
              <a:gd name="csX4961" fmla="*/ 854891 w 1723042"/>
              <a:gd name="csY4961" fmla="*/ 8429 h 1114920"/>
              <a:gd name="csX4962" fmla="*/ 855060 w 1723042"/>
              <a:gd name="csY4962" fmla="*/ 7999 h 1114920"/>
              <a:gd name="csX4963" fmla="*/ 855229 w 1723042"/>
              <a:gd name="csY4963" fmla="*/ 7579 h 1114920"/>
              <a:gd name="csX4964" fmla="*/ 855407 w 1723042"/>
              <a:gd name="csY4964" fmla="*/ 7171 h 1114920"/>
              <a:gd name="csX4965" fmla="*/ 855576 w 1723042"/>
              <a:gd name="csY4965" fmla="*/ 6774 h 1114920"/>
              <a:gd name="csX4966" fmla="*/ 855745 w 1723042"/>
              <a:gd name="csY4966" fmla="*/ 6388 h 1114920"/>
              <a:gd name="csX4967" fmla="*/ 855923 w 1723042"/>
              <a:gd name="csY4967" fmla="*/ 6013 h 1114920"/>
              <a:gd name="csX4968" fmla="*/ 856092 w 1723042"/>
              <a:gd name="csY4968" fmla="*/ 5650 h 1114920"/>
              <a:gd name="csX4969" fmla="*/ 856270 w 1723042"/>
              <a:gd name="csY4969" fmla="*/ 5297 h 1114920"/>
              <a:gd name="csX4970" fmla="*/ 856439 w 1723042"/>
              <a:gd name="csY4970" fmla="*/ 4956 h 1114920"/>
              <a:gd name="csX4971" fmla="*/ 856608 w 1723042"/>
              <a:gd name="csY4971" fmla="*/ 4627 h 1114920"/>
              <a:gd name="csX4972" fmla="*/ 856786 w 1723042"/>
              <a:gd name="csY4972" fmla="*/ 4308 h 1114920"/>
              <a:gd name="csX4973" fmla="*/ 856955 w 1723042"/>
              <a:gd name="csY4973" fmla="*/ 4001 h 1114920"/>
              <a:gd name="csX4974" fmla="*/ 857124 w 1723042"/>
              <a:gd name="csY4974" fmla="*/ 3705 h 1114920"/>
              <a:gd name="csX4975" fmla="*/ 857302 w 1723042"/>
              <a:gd name="csY4975" fmla="*/ 3420 h 1114920"/>
              <a:gd name="csX4976" fmla="*/ 857471 w 1723042"/>
              <a:gd name="csY4976" fmla="*/ 3147 h 1114920"/>
              <a:gd name="csX4977" fmla="*/ 857649 w 1723042"/>
              <a:gd name="csY4977" fmla="*/ 2885 h 1114920"/>
              <a:gd name="csX4978" fmla="*/ 857818 w 1723042"/>
              <a:gd name="csY4978" fmla="*/ 2635 h 1114920"/>
              <a:gd name="csX4979" fmla="*/ 857987 w 1723042"/>
              <a:gd name="csY4979" fmla="*/ 2395 h 1114920"/>
              <a:gd name="csX4980" fmla="*/ 858165 w 1723042"/>
              <a:gd name="csY4980" fmla="*/ 2168 h 1114920"/>
              <a:gd name="csX4981" fmla="*/ 858334 w 1723042"/>
              <a:gd name="csY4981" fmla="*/ 1951 h 1114920"/>
              <a:gd name="csX4982" fmla="*/ 858503 w 1723042"/>
              <a:gd name="csY4982" fmla="*/ 1746 h 1114920"/>
              <a:gd name="csX4983" fmla="*/ 858681 w 1723042"/>
              <a:gd name="csY4983" fmla="*/ 1552 h 1114920"/>
              <a:gd name="csX4984" fmla="*/ 858850 w 1723042"/>
              <a:gd name="csY4984" fmla="*/ 1369 h 1114920"/>
              <a:gd name="csX4985" fmla="*/ 859028 w 1723042"/>
              <a:gd name="csY4985" fmla="*/ 1198 h 1114920"/>
              <a:gd name="csX4986" fmla="*/ 859197 w 1723042"/>
              <a:gd name="csY4986" fmla="*/ 1039 h 1114920"/>
              <a:gd name="csX4987" fmla="*/ 859366 w 1723042"/>
              <a:gd name="csY4987" fmla="*/ 890 h 1114920"/>
              <a:gd name="csX4988" fmla="*/ 859544 w 1723042"/>
              <a:gd name="csY4988" fmla="*/ 753 h 1114920"/>
              <a:gd name="csX4989" fmla="*/ 859713 w 1723042"/>
              <a:gd name="csY4989" fmla="*/ 628 h 1114920"/>
              <a:gd name="csX4990" fmla="*/ 859882 w 1723042"/>
              <a:gd name="csY4990" fmla="*/ 514 h 1114920"/>
              <a:gd name="csX4991" fmla="*/ 860060 w 1723042"/>
              <a:gd name="csY4991" fmla="*/ 411 h 1114920"/>
              <a:gd name="csX4992" fmla="*/ 860229 w 1723042"/>
              <a:gd name="csY4992" fmla="*/ 320 h 1114920"/>
              <a:gd name="csX4993" fmla="*/ 860398 w 1723042"/>
              <a:gd name="csY4993" fmla="*/ 240 h 1114920"/>
              <a:gd name="csX4994" fmla="*/ 860576 w 1723042"/>
              <a:gd name="csY4994" fmla="*/ 171 h 1114920"/>
              <a:gd name="csX4995" fmla="*/ 860745 w 1723042"/>
              <a:gd name="csY4995" fmla="*/ 114 h 1114920"/>
              <a:gd name="csX4996" fmla="*/ 860923 w 1723042"/>
              <a:gd name="csY4996" fmla="*/ 69 h 1114920"/>
              <a:gd name="csX4997" fmla="*/ 861092 w 1723042"/>
              <a:gd name="csY4997" fmla="*/ 34 h 1114920"/>
              <a:gd name="csX4998" fmla="*/ 861261 w 1723042"/>
              <a:gd name="csY4998" fmla="*/ 11 h 1114920"/>
              <a:gd name="csX4999" fmla="*/ 861439 w 1723042"/>
              <a:gd name="csY4999" fmla="*/ 0 h 1114920"/>
              <a:gd name="csX5000" fmla="*/ 861608 w 1723042"/>
              <a:gd name="csY5000" fmla="*/ 0 h 1114920"/>
              <a:gd name="csX5001" fmla="*/ 861777 w 1723042"/>
              <a:gd name="csY5001" fmla="*/ 11 h 1114920"/>
              <a:gd name="csX5002" fmla="*/ 861955 w 1723042"/>
              <a:gd name="csY5002" fmla="*/ 34 h 1114920"/>
              <a:gd name="csX5003" fmla="*/ 862124 w 1723042"/>
              <a:gd name="csY5003" fmla="*/ 69 h 1114920"/>
              <a:gd name="csX5004" fmla="*/ 862302 w 1723042"/>
              <a:gd name="csY5004" fmla="*/ 114 h 1114920"/>
              <a:gd name="csX5005" fmla="*/ 862471 w 1723042"/>
              <a:gd name="csY5005" fmla="*/ 171 h 1114920"/>
              <a:gd name="csX5006" fmla="*/ 862640 w 1723042"/>
              <a:gd name="csY5006" fmla="*/ 240 h 1114920"/>
              <a:gd name="csX5007" fmla="*/ 862818 w 1723042"/>
              <a:gd name="csY5007" fmla="*/ 320 h 1114920"/>
              <a:gd name="csX5008" fmla="*/ 862987 w 1723042"/>
              <a:gd name="csY5008" fmla="*/ 411 h 1114920"/>
              <a:gd name="csX5009" fmla="*/ 863156 w 1723042"/>
              <a:gd name="csY5009" fmla="*/ 514 h 1114920"/>
              <a:gd name="csX5010" fmla="*/ 863334 w 1723042"/>
              <a:gd name="csY5010" fmla="*/ 628 h 1114920"/>
              <a:gd name="csX5011" fmla="*/ 863503 w 1723042"/>
              <a:gd name="csY5011" fmla="*/ 753 h 1114920"/>
              <a:gd name="csX5012" fmla="*/ 863672 w 1723042"/>
              <a:gd name="csY5012" fmla="*/ 890 h 1114920"/>
              <a:gd name="csX5013" fmla="*/ 863850 w 1723042"/>
              <a:gd name="csY5013" fmla="*/ 1039 h 1114920"/>
              <a:gd name="csX5014" fmla="*/ 864019 w 1723042"/>
              <a:gd name="csY5014" fmla="*/ 1198 h 1114920"/>
              <a:gd name="csX5015" fmla="*/ 864197 w 1723042"/>
              <a:gd name="csY5015" fmla="*/ 1369 h 1114920"/>
              <a:gd name="csX5016" fmla="*/ 864366 w 1723042"/>
              <a:gd name="csY5016" fmla="*/ 1552 h 1114920"/>
              <a:gd name="csX5017" fmla="*/ 864535 w 1723042"/>
              <a:gd name="csY5017" fmla="*/ 1746 h 1114920"/>
              <a:gd name="csX5018" fmla="*/ 864713 w 1723042"/>
              <a:gd name="csY5018" fmla="*/ 1951 h 1114920"/>
              <a:gd name="csX5019" fmla="*/ 864882 w 1723042"/>
              <a:gd name="csY5019" fmla="*/ 2168 h 1114920"/>
              <a:gd name="csX5020" fmla="*/ 865051 w 1723042"/>
              <a:gd name="csY5020" fmla="*/ 2395 h 1114920"/>
              <a:gd name="csX5021" fmla="*/ 865229 w 1723042"/>
              <a:gd name="csY5021" fmla="*/ 2635 h 1114920"/>
              <a:gd name="csX5022" fmla="*/ 865398 w 1723042"/>
              <a:gd name="csY5022" fmla="*/ 2885 h 1114920"/>
              <a:gd name="csX5023" fmla="*/ 865576 w 1723042"/>
              <a:gd name="csY5023" fmla="*/ 3147 h 1114920"/>
              <a:gd name="csX5024" fmla="*/ 865745 w 1723042"/>
              <a:gd name="csY5024" fmla="*/ 3420 h 1114920"/>
              <a:gd name="csX5025" fmla="*/ 865914 w 1723042"/>
              <a:gd name="csY5025" fmla="*/ 3705 h 1114920"/>
              <a:gd name="csX5026" fmla="*/ 866092 w 1723042"/>
              <a:gd name="csY5026" fmla="*/ 4001 h 1114920"/>
              <a:gd name="csX5027" fmla="*/ 866261 w 1723042"/>
              <a:gd name="csY5027" fmla="*/ 4308 h 1114920"/>
              <a:gd name="csX5028" fmla="*/ 866430 w 1723042"/>
              <a:gd name="csY5028" fmla="*/ 4627 h 1114920"/>
              <a:gd name="csX5029" fmla="*/ 866608 w 1723042"/>
              <a:gd name="csY5029" fmla="*/ 4956 h 1114920"/>
              <a:gd name="csX5030" fmla="*/ 866777 w 1723042"/>
              <a:gd name="csY5030" fmla="*/ 5297 h 1114920"/>
              <a:gd name="csX5031" fmla="*/ 866955 w 1723042"/>
              <a:gd name="csY5031" fmla="*/ 5650 h 1114920"/>
              <a:gd name="csX5032" fmla="*/ 867124 w 1723042"/>
              <a:gd name="csY5032" fmla="*/ 6013 h 1114920"/>
              <a:gd name="csX5033" fmla="*/ 867293 w 1723042"/>
              <a:gd name="csY5033" fmla="*/ 6388 h 1114920"/>
              <a:gd name="csX5034" fmla="*/ 867471 w 1723042"/>
              <a:gd name="csY5034" fmla="*/ 6774 h 1114920"/>
              <a:gd name="csX5035" fmla="*/ 867640 w 1723042"/>
              <a:gd name="csY5035" fmla="*/ 7171 h 1114920"/>
              <a:gd name="csX5036" fmla="*/ 867809 w 1723042"/>
              <a:gd name="csY5036" fmla="*/ 7579 h 1114920"/>
              <a:gd name="csX5037" fmla="*/ 867987 w 1723042"/>
              <a:gd name="csY5037" fmla="*/ 7999 h 1114920"/>
              <a:gd name="csX5038" fmla="*/ 868156 w 1723042"/>
              <a:gd name="csY5038" fmla="*/ 8429 h 1114920"/>
              <a:gd name="csX5039" fmla="*/ 868325 w 1723042"/>
              <a:gd name="csY5039" fmla="*/ 8871 h 1114920"/>
              <a:gd name="csX5040" fmla="*/ 868503 w 1723042"/>
              <a:gd name="csY5040" fmla="*/ 9324 h 1114920"/>
              <a:gd name="csX5041" fmla="*/ 868672 w 1723042"/>
              <a:gd name="csY5041" fmla="*/ 9789 h 1114920"/>
              <a:gd name="csX5042" fmla="*/ 868850 w 1723042"/>
              <a:gd name="csY5042" fmla="*/ 10264 h 1114920"/>
              <a:gd name="csX5043" fmla="*/ 869019 w 1723042"/>
              <a:gd name="csY5043" fmla="*/ 10750 h 1114920"/>
              <a:gd name="csX5044" fmla="*/ 869188 w 1723042"/>
              <a:gd name="csY5044" fmla="*/ 11248 h 1114920"/>
              <a:gd name="csX5045" fmla="*/ 869366 w 1723042"/>
              <a:gd name="csY5045" fmla="*/ 11756 h 1114920"/>
              <a:gd name="csX5046" fmla="*/ 869535 w 1723042"/>
              <a:gd name="csY5046" fmla="*/ 12276 h 1114920"/>
              <a:gd name="csX5047" fmla="*/ 869704 w 1723042"/>
              <a:gd name="csY5047" fmla="*/ 12807 h 1114920"/>
              <a:gd name="csX5048" fmla="*/ 869882 w 1723042"/>
              <a:gd name="csY5048" fmla="*/ 13348 h 1114920"/>
              <a:gd name="csX5049" fmla="*/ 870051 w 1723042"/>
              <a:gd name="csY5049" fmla="*/ 13901 h 1114920"/>
              <a:gd name="csX5050" fmla="*/ 870229 w 1723042"/>
              <a:gd name="csY5050" fmla="*/ 14465 h 1114920"/>
              <a:gd name="csX5051" fmla="*/ 870398 w 1723042"/>
              <a:gd name="csY5051" fmla="*/ 15040 h 1114920"/>
              <a:gd name="csX5052" fmla="*/ 870567 w 1723042"/>
              <a:gd name="csY5052" fmla="*/ 15625 h 1114920"/>
              <a:gd name="csX5053" fmla="*/ 870745 w 1723042"/>
              <a:gd name="csY5053" fmla="*/ 16222 h 1114920"/>
              <a:gd name="csX5054" fmla="*/ 870914 w 1723042"/>
              <a:gd name="csY5054" fmla="*/ 16829 h 1114920"/>
              <a:gd name="csX5055" fmla="*/ 871083 w 1723042"/>
              <a:gd name="csY5055" fmla="*/ 17447 h 1114920"/>
              <a:gd name="csX5056" fmla="*/ 871260 w 1723042"/>
              <a:gd name="csY5056" fmla="*/ 18077 h 1114920"/>
              <a:gd name="csX5057" fmla="*/ 871430 w 1723042"/>
              <a:gd name="csY5057" fmla="*/ 18717 h 1114920"/>
              <a:gd name="csX5058" fmla="*/ 871607 w 1723042"/>
              <a:gd name="csY5058" fmla="*/ 19368 h 1114920"/>
              <a:gd name="csX5059" fmla="*/ 871777 w 1723042"/>
              <a:gd name="csY5059" fmla="*/ 20030 h 1114920"/>
              <a:gd name="csX5060" fmla="*/ 871946 w 1723042"/>
              <a:gd name="csY5060" fmla="*/ 20702 h 1114920"/>
              <a:gd name="csX5061" fmla="*/ 872124 w 1723042"/>
              <a:gd name="csY5061" fmla="*/ 21385 h 1114920"/>
              <a:gd name="csX5062" fmla="*/ 872293 w 1723042"/>
              <a:gd name="csY5062" fmla="*/ 22080 h 1114920"/>
              <a:gd name="csX5063" fmla="*/ 872462 w 1723042"/>
              <a:gd name="csY5063" fmla="*/ 22785 h 1114920"/>
              <a:gd name="csX5064" fmla="*/ 872639 w 1723042"/>
              <a:gd name="csY5064" fmla="*/ 23500 h 1114920"/>
              <a:gd name="csX5065" fmla="*/ 872808 w 1723042"/>
              <a:gd name="csY5065" fmla="*/ 24227 h 1114920"/>
              <a:gd name="csX5066" fmla="*/ 872978 w 1723042"/>
              <a:gd name="csY5066" fmla="*/ 24964 h 1114920"/>
              <a:gd name="csX5067" fmla="*/ 873155 w 1723042"/>
              <a:gd name="csY5067" fmla="*/ 25712 h 1114920"/>
              <a:gd name="csX5068" fmla="*/ 873325 w 1723042"/>
              <a:gd name="csY5068" fmla="*/ 26470 h 1114920"/>
              <a:gd name="csX5069" fmla="*/ 873502 w 1723042"/>
              <a:gd name="csY5069" fmla="*/ 27238 h 1114920"/>
              <a:gd name="csX5070" fmla="*/ 873671 w 1723042"/>
              <a:gd name="csY5070" fmla="*/ 28019 h 1114920"/>
              <a:gd name="csX5071" fmla="*/ 873840 w 1723042"/>
              <a:gd name="csY5071" fmla="*/ 28809 h 1114920"/>
              <a:gd name="csX5072" fmla="*/ 874018 w 1723042"/>
              <a:gd name="csY5072" fmla="*/ 29609 h 1114920"/>
              <a:gd name="csX5073" fmla="*/ 874187 w 1723042"/>
              <a:gd name="csY5073" fmla="*/ 30420 h 1114920"/>
              <a:gd name="csX5074" fmla="*/ 874356 w 1723042"/>
              <a:gd name="csY5074" fmla="*/ 31242 h 1114920"/>
              <a:gd name="csX5075" fmla="*/ 874534 w 1723042"/>
              <a:gd name="csY5075" fmla="*/ 32074 h 1114920"/>
              <a:gd name="csX5076" fmla="*/ 874703 w 1723042"/>
              <a:gd name="csY5076" fmla="*/ 32916 h 1114920"/>
              <a:gd name="csX5077" fmla="*/ 874881 w 1723042"/>
              <a:gd name="csY5077" fmla="*/ 33769 h 1114920"/>
              <a:gd name="csX5078" fmla="*/ 875050 w 1723042"/>
              <a:gd name="csY5078" fmla="*/ 34633 h 1114920"/>
              <a:gd name="csX5079" fmla="*/ 875219 w 1723042"/>
              <a:gd name="csY5079" fmla="*/ 35507 h 1114920"/>
              <a:gd name="csX5080" fmla="*/ 875397 w 1723042"/>
              <a:gd name="csY5080" fmla="*/ 36391 h 1114920"/>
              <a:gd name="csX5081" fmla="*/ 875566 w 1723042"/>
              <a:gd name="csY5081" fmla="*/ 37285 h 1114920"/>
              <a:gd name="csX5082" fmla="*/ 875735 w 1723042"/>
              <a:gd name="csY5082" fmla="*/ 38190 h 1114920"/>
              <a:gd name="csX5083" fmla="*/ 875913 w 1723042"/>
              <a:gd name="csY5083" fmla="*/ 39105 h 1114920"/>
              <a:gd name="csX5084" fmla="*/ 876082 w 1723042"/>
              <a:gd name="csY5084" fmla="*/ 40030 h 1114920"/>
              <a:gd name="csX5085" fmla="*/ 876251 w 1723042"/>
              <a:gd name="csY5085" fmla="*/ 40966 h 1114920"/>
              <a:gd name="csX5086" fmla="*/ 876429 w 1723042"/>
              <a:gd name="csY5086" fmla="*/ 41910 h 1114920"/>
              <a:gd name="csX5087" fmla="*/ 876598 w 1723042"/>
              <a:gd name="csY5087" fmla="*/ 42867 h 1114920"/>
              <a:gd name="csX5088" fmla="*/ 876776 w 1723042"/>
              <a:gd name="csY5088" fmla="*/ 43832 h 1114920"/>
              <a:gd name="csX5089" fmla="*/ 876945 w 1723042"/>
              <a:gd name="csY5089" fmla="*/ 44808 h 1114920"/>
              <a:gd name="csX5090" fmla="*/ 877114 w 1723042"/>
              <a:gd name="csY5090" fmla="*/ 45794 h 1114920"/>
              <a:gd name="csX5091" fmla="*/ 877292 w 1723042"/>
              <a:gd name="csY5091" fmla="*/ 46790 h 1114920"/>
              <a:gd name="csX5092" fmla="*/ 877461 w 1723042"/>
              <a:gd name="csY5092" fmla="*/ 47796 h 1114920"/>
              <a:gd name="csX5093" fmla="*/ 877630 w 1723042"/>
              <a:gd name="csY5093" fmla="*/ 48812 h 1114920"/>
              <a:gd name="csX5094" fmla="*/ 877808 w 1723042"/>
              <a:gd name="csY5094" fmla="*/ 49838 h 1114920"/>
              <a:gd name="csX5095" fmla="*/ 877977 w 1723042"/>
              <a:gd name="csY5095" fmla="*/ 50874 h 1114920"/>
              <a:gd name="csX5096" fmla="*/ 878155 w 1723042"/>
              <a:gd name="csY5096" fmla="*/ 51920 h 1114920"/>
              <a:gd name="csX5097" fmla="*/ 878324 w 1723042"/>
              <a:gd name="csY5097" fmla="*/ 52975 h 1114920"/>
              <a:gd name="csX5098" fmla="*/ 878493 w 1723042"/>
              <a:gd name="csY5098" fmla="*/ 54041 h 1114920"/>
              <a:gd name="csX5099" fmla="*/ 878671 w 1723042"/>
              <a:gd name="csY5099" fmla="*/ 55115 h 1114920"/>
              <a:gd name="csX5100" fmla="*/ 878840 w 1723042"/>
              <a:gd name="csY5100" fmla="*/ 56201 h 1114920"/>
              <a:gd name="csX5101" fmla="*/ 879009 w 1723042"/>
              <a:gd name="csY5101" fmla="*/ 57295 h 1114920"/>
              <a:gd name="csX5102" fmla="*/ 879187 w 1723042"/>
              <a:gd name="csY5102" fmla="*/ 58399 h 1114920"/>
              <a:gd name="csX5103" fmla="*/ 879356 w 1723042"/>
              <a:gd name="csY5103" fmla="*/ 59513 h 1114920"/>
              <a:gd name="csX5104" fmla="*/ 879534 w 1723042"/>
              <a:gd name="csY5104" fmla="*/ 60637 h 1114920"/>
              <a:gd name="csX5105" fmla="*/ 879703 w 1723042"/>
              <a:gd name="csY5105" fmla="*/ 61770 h 1114920"/>
              <a:gd name="csX5106" fmla="*/ 879872 w 1723042"/>
              <a:gd name="csY5106" fmla="*/ 62913 h 1114920"/>
              <a:gd name="csX5107" fmla="*/ 880050 w 1723042"/>
              <a:gd name="csY5107" fmla="*/ 64065 h 1114920"/>
              <a:gd name="csX5108" fmla="*/ 880219 w 1723042"/>
              <a:gd name="csY5108" fmla="*/ 65227 h 1114920"/>
              <a:gd name="csX5109" fmla="*/ 880388 w 1723042"/>
              <a:gd name="csY5109" fmla="*/ 66398 h 1114920"/>
              <a:gd name="csX5110" fmla="*/ 880566 w 1723042"/>
              <a:gd name="csY5110" fmla="*/ 67579 h 1114920"/>
              <a:gd name="csX5111" fmla="*/ 880735 w 1723042"/>
              <a:gd name="csY5111" fmla="*/ 68769 h 1114920"/>
              <a:gd name="csX5112" fmla="*/ 880904 w 1723042"/>
              <a:gd name="csY5112" fmla="*/ 69968 h 1114920"/>
              <a:gd name="csX5113" fmla="*/ 881082 w 1723042"/>
              <a:gd name="csY5113" fmla="*/ 71177 h 1114920"/>
              <a:gd name="csX5114" fmla="*/ 881251 w 1723042"/>
              <a:gd name="csY5114" fmla="*/ 72395 h 1114920"/>
              <a:gd name="csX5115" fmla="*/ 881429 w 1723042"/>
              <a:gd name="csY5115" fmla="*/ 73622 h 1114920"/>
              <a:gd name="csX5116" fmla="*/ 881598 w 1723042"/>
              <a:gd name="csY5116" fmla="*/ 74858 h 1114920"/>
              <a:gd name="csX5117" fmla="*/ 881767 w 1723042"/>
              <a:gd name="csY5117" fmla="*/ 76104 h 1114920"/>
              <a:gd name="csX5118" fmla="*/ 881945 w 1723042"/>
              <a:gd name="csY5118" fmla="*/ 77358 h 1114920"/>
              <a:gd name="csX5119" fmla="*/ 882114 w 1723042"/>
              <a:gd name="csY5119" fmla="*/ 78623 h 1114920"/>
              <a:gd name="csX5120" fmla="*/ 882283 w 1723042"/>
              <a:gd name="csY5120" fmla="*/ 79896 h 1114920"/>
              <a:gd name="csX5121" fmla="*/ 882461 w 1723042"/>
              <a:gd name="csY5121" fmla="*/ 81178 h 1114920"/>
              <a:gd name="csX5122" fmla="*/ 882630 w 1723042"/>
              <a:gd name="csY5122" fmla="*/ 82468 h 1114920"/>
              <a:gd name="csX5123" fmla="*/ 882808 w 1723042"/>
              <a:gd name="csY5123" fmla="*/ 83768 h 1114920"/>
              <a:gd name="csX5124" fmla="*/ 882977 w 1723042"/>
              <a:gd name="csY5124" fmla="*/ 85077 h 1114920"/>
              <a:gd name="csX5125" fmla="*/ 883146 w 1723042"/>
              <a:gd name="csY5125" fmla="*/ 86394 h 1114920"/>
              <a:gd name="csX5126" fmla="*/ 883324 w 1723042"/>
              <a:gd name="csY5126" fmla="*/ 87721 h 1114920"/>
              <a:gd name="csX5127" fmla="*/ 883493 w 1723042"/>
              <a:gd name="csY5127" fmla="*/ 89056 h 1114920"/>
              <a:gd name="csX5128" fmla="*/ 883662 w 1723042"/>
              <a:gd name="csY5128" fmla="*/ 90401 h 1114920"/>
              <a:gd name="csX5129" fmla="*/ 883840 w 1723042"/>
              <a:gd name="csY5129" fmla="*/ 91753 h 1114920"/>
              <a:gd name="csX5130" fmla="*/ 884009 w 1723042"/>
              <a:gd name="csY5130" fmla="*/ 93114 h 1114920"/>
              <a:gd name="csX5131" fmla="*/ 884178 w 1723042"/>
              <a:gd name="csY5131" fmla="*/ 94484 h 1114920"/>
              <a:gd name="csX5132" fmla="*/ 884356 w 1723042"/>
              <a:gd name="csY5132" fmla="*/ 95863 h 1114920"/>
              <a:gd name="csX5133" fmla="*/ 884525 w 1723042"/>
              <a:gd name="csY5133" fmla="*/ 97250 h 1114920"/>
              <a:gd name="csX5134" fmla="*/ 884703 w 1723042"/>
              <a:gd name="csY5134" fmla="*/ 98646 h 1114920"/>
              <a:gd name="csX5135" fmla="*/ 884872 w 1723042"/>
              <a:gd name="csY5135" fmla="*/ 100051 h 1114920"/>
              <a:gd name="csX5136" fmla="*/ 885041 w 1723042"/>
              <a:gd name="csY5136" fmla="*/ 101462 h 1114920"/>
              <a:gd name="csX5137" fmla="*/ 885219 w 1723042"/>
              <a:gd name="csY5137" fmla="*/ 102884 h 1114920"/>
              <a:gd name="csX5138" fmla="*/ 885388 w 1723042"/>
              <a:gd name="csY5138" fmla="*/ 104313 h 1114920"/>
              <a:gd name="csX5139" fmla="*/ 885557 w 1723042"/>
              <a:gd name="csY5139" fmla="*/ 105751 h 1114920"/>
              <a:gd name="csX5140" fmla="*/ 885735 w 1723042"/>
              <a:gd name="csY5140" fmla="*/ 107197 h 1114920"/>
              <a:gd name="csX5141" fmla="*/ 885904 w 1723042"/>
              <a:gd name="csY5141" fmla="*/ 108652 h 1114920"/>
              <a:gd name="csX5142" fmla="*/ 886082 w 1723042"/>
              <a:gd name="csY5142" fmla="*/ 110113 h 1114920"/>
              <a:gd name="csX5143" fmla="*/ 886251 w 1723042"/>
              <a:gd name="csY5143" fmla="*/ 111584 h 1114920"/>
              <a:gd name="csX5144" fmla="*/ 886420 w 1723042"/>
              <a:gd name="csY5144" fmla="*/ 113062 h 1114920"/>
              <a:gd name="csX5145" fmla="*/ 886598 w 1723042"/>
              <a:gd name="csY5145" fmla="*/ 114550 h 1114920"/>
              <a:gd name="csX5146" fmla="*/ 886767 w 1723042"/>
              <a:gd name="csY5146" fmla="*/ 116045 h 1114920"/>
              <a:gd name="csX5147" fmla="*/ 886936 w 1723042"/>
              <a:gd name="csY5147" fmla="*/ 117547 h 1114920"/>
              <a:gd name="csX5148" fmla="*/ 887114 w 1723042"/>
              <a:gd name="csY5148" fmla="*/ 119058 h 1114920"/>
              <a:gd name="csX5149" fmla="*/ 887283 w 1723042"/>
              <a:gd name="csY5149" fmla="*/ 120576 h 1114920"/>
              <a:gd name="csX5150" fmla="*/ 887461 w 1723042"/>
              <a:gd name="csY5150" fmla="*/ 122103 h 1114920"/>
              <a:gd name="csX5151" fmla="*/ 887630 w 1723042"/>
              <a:gd name="csY5151" fmla="*/ 123637 h 1114920"/>
              <a:gd name="csX5152" fmla="*/ 887799 w 1723042"/>
              <a:gd name="csY5152" fmla="*/ 125179 h 1114920"/>
              <a:gd name="csX5153" fmla="*/ 887977 w 1723042"/>
              <a:gd name="csY5153" fmla="*/ 126729 h 1114920"/>
              <a:gd name="csX5154" fmla="*/ 888146 w 1723042"/>
              <a:gd name="csY5154" fmla="*/ 128286 h 1114920"/>
              <a:gd name="csX5155" fmla="*/ 888315 w 1723042"/>
              <a:gd name="csY5155" fmla="*/ 129852 h 1114920"/>
              <a:gd name="csX5156" fmla="*/ 888493 w 1723042"/>
              <a:gd name="csY5156" fmla="*/ 131424 h 1114920"/>
              <a:gd name="csX5157" fmla="*/ 888662 w 1723042"/>
              <a:gd name="csY5157" fmla="*/ 133004 h 1114920"/>
              <a:gd name="csX5158" fmla="*/ 888831 w 1723042"/>
              <a:gd name="csY5158" fmla="*/ 134592 h 1114920"/>
              <a:gd name="csX5159" fmla="*/ 889009 w 1723042"/>
              <a:gd name="csY5159" fmla="*/ 136187 h 1114920"/>
              <a:gd name="csX5160" fmla="*/ 889178 w 1723042"/>
              <a:gd name="csY5160" fmla="*/ 137789 h 1114920"/>
              <a:gd name="csX5161" fmla="*/ 889356 w 1723042"/>
              <a:gd name="csY5161" fmla="*/ 139400 h 1114920"/>
              <a:gd name="csX5162" fmla="*/ 889525 w 1723042"/>
              <a:gd name="csY5162" fmla="*/ 141017 h 1114920"/>
              <a:gd name="csX5163" fmla="*/ 889694 w 1723042"/>
              <a:gd name="csY5163" fmla="*/ 142641 h 1114920"/>
              <a:gd name="csX5164" fmla="*/ 889872 w 1723042"/>
              <a:gd name="csY5164" fmla="*/ 144273 h 1114920"/>
              <a:gd name="csX5165" fmla="*/ 890041 w 1723042"/>
              <a:gd name="csY5165" fmla="*/ 145912 h 1114920"/>
              <a:gd name="csX5166" fmla="*/ 890210 w 1723042"/>
              <a:gd name="csY5166" fmla="*/ 147558 h 1114920"/>
              <a:gd name="csX5167" fmla="*/ 890388 w 1723042"/>
              <a:gd name="csY5167" fmla="*/ 149211 h 1114920"/>
              <a:gd name="csX5168" fmla="*/ 890557 w 1723042"/>
              <a:gd name="csY5168" fmla="*/ 150872 h 1114920"/>
              <a:gd name="csX5169" fmla="*/ 890735 w 1723042"/>
              <a:gd name="csY5169" fmla="*/ 152539 h 1114920"/>
              <a:gd name="csX5170" fmla="*/ 890904 w 1723042"/>
              <a:gd name="csY5170" fmla="*/ 154213 h 1114920"/>
              <a:gd name="csX5171" fmla="*/ 891073 w 1723042"/>
              <a:gd name="csY5171" fmla="*/ 155894 h 1114920"/>
              <a:gd name="csX5172" fmla="*/ 891251 w 1723042"/>
              <a:gd name="csY5172" fmla="*/ 157582 h 1114920"/>
              <a:gd name="csX5173" fmla="*/ 891420 w 1723042"/>
              <a:gd name="csY5173" fmla="*/ 159277 h 1114920"/>
              <a:gd name="csX5174" fmla="*/ 891589 w 1723042"/>
              <a:gd name="csY5174" fmla="*/ 160979 h 1114920"/>
              <a:gd name="csX5175" fmla="*/ 891767 w 1723042"/>
              <a:gd name="csY5175" fmla="*/ 162687 h 1114920"/>
              <a:gd name="csX5176" fmla="*/ 891936 w 1723042"/>
              <a:gd name="csY5176" fmla="*/ 164402 h 1114920"/>
              <a:gd name="csX5177" fmla="*/ 892114 w 1723042"/>
              <a:gd name="csY5177" fmla="*/ 166124 h 1114920"/>
              <a:gd name="csX5178" fmla="*/ 892283 w 1723042"/>
              <a:gd name="csY5178" fmla="*/ 167851 h 1114920"/>
              <a:gd name="csX5179" fmla="*/ 892452 w 1723042"/>
              <a:gd name="csY5179" fmla="*/ 169586 h 1114920"/>
              <a:gd name="csX5180" fmla="*/ 892630 w 1723042"/>
              <a:gd name="csY5180" fmla="*/ 171327 h 1114920"/>
              <a:gd name="csX5181" fmla="*/ 892799 w 1723042"/>
              <a:gd name="csY5181" fmla="*/ 173075 h 1114920"/>
              <a:gd name="csX5182" fmla="*/ 892968 w 1723042"/>
              <a:gd name="csY5182" fmla="*/ 174829 h 1114920"/>
              <a:gd name="csX5183" fmla="*/ 893146 w 1723042"/>
              <a:gd name="csY5183" fmla="*/ 176589 h 1114920"/>
              <a:gd name="csX5184" fmla="*/ 893315 w 1723042"/>
              <a:gd name="csY5184" fmla="*/ 178356 h 1114920"/>
              <a:gd name="csX5185" fmla="*/ 893484 w 1723042"/>
              <a:gd name="csY5185" fmla="*/ 180129 h 1114920"/>
              <a:gd name="csX5186" fmla="*/ 893662 w 1723042"/>
              <a:gd name="csY5186" fmla="*/ 181908 h 1114920"/>
              <a:gd name="csX5187" fmla="*/ 893831 w 1723042"/>
              <a:gd name="csY5187" fmla="*/ 183693 h 1114920"/>
              <a:gd name="csX5188" fmla="*/ 894009 w 1723042"/>
              <a:gd name="csY5188" fmla="*/ 185485 h 1114920"/>
              <a:gd name="csX5189" fmla="*/ 894178 w 1723042"/>
              <a:gd name="csY5189" fmla="*/ 187282 h 1114920"/>
              <a:gd name="csX5190" fmla="*/ 894347 w 1723042"/>
              <a:gd name="csY5190" fmla="*/ 189085 h 1114920"/>
              <a:gd name="csX5191" fmla="*/ 894525 w 1723042"/>
              <a:gd name="csY5191" fmla="*/ 190895 h 1114920"/>
              <a:gd name="csX5192" fmla="*/ 894694 w 1723042"/>
              <a:gd name="csY5192" fmla="*/ 192711 h 1114920"/>
              <a:gd name="csX5193" fmla="*/ 894863 w 1723042"/>
              <a:gd name="csY5193" fmla="*/ 194532 h 1114920"/>
              <a:gd name="csX5194" fmla="*/ 895041 w 1723042"/>
              <a:gd name="csY5194" fmla="*/ 196358 h 1114920"/>
              <a:gd name="csX5195" fmla="*/ 895210 w 1723042"/>
              <a:gd name="csY5195" fmla="*/ 198191 h 1114920"/>
              <a:gd name="csX5196" fmla="*/ 895388 w 1723042"/>
              <a:gd name="csY5196" fmla="*/ 200030 h 1114920"/>
              <a:gd name="csX5197" fmla="*/ 895557 w 1723042"/>
              <a:gd name="csY5197" fmla="*/ 201874 h 1114920"/>
              <a:gd name="csX5198" fmla="*/ 895726 w 1723042"/>
              <a:gd name="csY5198" fmla="*/ 203724 h 1114920"/>
              <a:gd name="csX5199" fmla="*/ 895904 w 1723042"/>
              <a:gd name="csY5199" fmla="*/ 205578 h 1114920"/>
              <a:gd name="csX5200" fmla="*/ 896073 w 1723042"/>
              <a:gd name="csY5200" fmla="*/ 207440 h 1114920"/>
              <a:gd name="csX5201" fmla="*/ 896242 w 1723042"/>
              <a:gd name="csY5201" fmla="*/ 209306 h 1114920"/>
              <a:gd name="csX5202" fmla="*/ 896420 w 1723042"/>
              <a:gd name="csY5202" fmla="*/ 211177 h 1114920"/>
              <a:gd name="csX5203" fmla="*/ 896589 w 1723042"/>
              <a:gd name="csY5203" fmla="*/ 213054 h 1114920"/>
              <a:gd name="csX5204" fmla="*/ 896758 w 1723042"/>
              <a:gd name="csY5204" fmla="*/ 214937 h 1114920"/>
              <a:gd name="csX5205" fmla="*/ 896936 w 1723042"/>
              <a:gd name="csY5205" fmla="*/ 216824 h 1114920"/>
              <a:gd name="csX5206" fmla="*/ 897105 w 1723042"/>
              <a:gd name="csY5206" fmla="*/ 218718 h 1114920"/>
              <a:gd name="csX5207" fmla="*/ 897283 w 1723042"/>
              <a:gd name="csY5207" fmla="*/ 220615 h 1114920"/>
              <a:gd name="csX5208" fmla="*/ 897452 w 1723042"/>
              <a:gd name="csY5208" fmla="*/ 222518 h 1114920"/>
              <a:gd name="csX5209" fmla="*/ 897621 w 1723042"/>
              <a:gd name="csY5209" fmla="*/ 224426 h 1114920"/>
              <a:gd name="csX5210" fmla="*/ 897799 w 1723042"/>
              <a:gd name="csY5210" fmla="*/ 226340 h 1114920"/>
              <a:gd name="csX5211" fmla="*/ 897968 w 1723042"/>
              <a:gd name="csY5211" fmla="*/ 228258 h 1114920"/>
              <a:gd name="csX5212" fmla="*/ 898137 w 1723042"/>
              <a:gd name="csY5212" fmla="*/ 230182 h 1114920"/>
              <a:gd name="csX5213" fmla="*/ 898315 w 1723042"/>
              <a:gd name="csY5213" fmla="*/ 232109 h 1114920"/>
              <a:gd name="csX5214" fmla="*/ 898484 w 1723042"/>
              <a:gd name="csY5214" fmla="*/ 234042 h 1114920"/>
              <a:gd name="csX5215" fmla="*/ 898662 w 1723042"/>
              <a:gd name="csY5215" fmla="*/ 235979 h 1114920"/>
              <a:gd name="csX5216" fmla="*/ 898831 w 1723042"/>
              <a:gd name="csY5216" fmla="*/ 237922 h 1114920"/>
              <a:gd name="csX5217" fmla="*/ 899000 w 1723042"/>
              <a:gd name="csY5217" fmla="*/ 239869 h 1114920"/>
              <a:gd name="csX5218" fmla="*/ 899178 w 1723042"/>
              <a:gd name="csY5218" fmla="*/ 241821 h 1114920"/>
              <a:gd name="csX5219" fmla="*/ 899347 w 1723042"/>
              <a:gd name="csY5219" fmla="*/ 243777 h 1114920"/>
              <a:gd name="csX5220" fmla="*/ 899516 w 1723042"/>
              <a:gd name="csY5220" fmla="*/ 245738 h 1114920"/>
              <a:gd name="csX5221" fmla="*/ 899694 w 1723042"/>
              <a:gd name="csY5221" fmla="*/ 247703 h 1114920"/>
              <a:gd name="csX5222" fmla="*/ 899863 w 1723042"/>
              <a:gd name="csY5222" fmla="*/ 249672 h 1114920"/>
              <a:gd name="csX5223" fmla="*/ 900041 w 1723042"/>
              <a:gd name="csY5223" fmla="*/ 251646 h 1114920"/>
              <a:gd name="csX5224" fmla="*/ 900210 w 1723042"/>
              <a:gd name="csY5224" fmla="*/ 253625 h 1114920"/>
              <a:gd name="csX5225" fmla="*/ 900379 w 1723042"/>
              <a:gd name="csY5225" fmla="*/ 255607 h 1114920"/>
              <a:gd name="csX5226" fmla="*/ 900557 w 1723042"/>
              <a:gd name="csY5226" fmla="*/ 257594 h 1114920"/>
              <a:gd name="csX5227" fmla="*/ 900726 w 1723042"/>
              <a:gd name="csY5227" fmla="*/ 259585 h 1114920"/>
              <a:gd name="csX5228" fmla="*/ 900895 w 1723042"/>
              <a:gd name="csY5228" fmla="*/ 261580 h 1114920"/>
              <a:gd name="csX5229" fmla="*/ 901072 w 1723042"/>
              <a:gd name="csY5229" fmla="*/ 263579 h 1114920"/>
              <a:gd name="csX5230" fmla="*/ 901242 w 1723042"/>
              <a:gd name="csY5230" fmla="*/ 265582 h 1114920"/>
              <a:gd name="csX5231" fmla="*/ 901411 w 1723042"/>
              <a:gd name="csY5231" fmla="*/ 267589 h 1114920"/>
              <a:gd name="csX5232" fmla="*/ 901589 w 1723042"/>
              <a:gd name="csY5232" fmla="*/ 269600 h 1114920"/>
              <a:gd name="csX5233" fmla="*/ 901758 w 1723042"/>
              <a:gd name="csY5233" fmla="*/ 271615 h 1114920"/>
              <a:gd name="csX5234" fmla="*/ 901935 w 1723042"/>
              <a:gd name="csY5234" fmla="*/ 273634 h 1114920"/>
              <a:gd name="csX5235" fmla="*/ 902105 w 1723042"/>
              <a:gd name="csY5235" fmla="*/ 275656 h 1114920"/>
              <a:gd name="csX5236" fmla="*/ 902273 w 1723042"/>
              <a:gd name="csY5236" fmla="*/ 277682 h 1114920"/>
              <a:gd name="csX5237" fmla="*/ 902451 w 1723042"/>
              <a:gd name="csY5237" fmla="*/ 279713 h 1114920"/>
              <a:gd name="csX5238" fmla="*/ 902620 w 1723042"/>
              <a:gd name="csY5238" fmla="*/ 281745 h 1114920"/>
              <a:gd name="csX5239" fmla="*/ 902790 w 1723042"/>
              <a:gd name="csY5239" fmla="*/ 283783 h 1114920"/>
              <a:gd name="csX5240" fmla="*/ 902967 w 1723042"/>
              <a:gd name="csY5240" fmla="*/ 285824 h 1114920"/>
              <a:gd name="csX5241" fmla="*/ 903137 w 1723042"/>
              <a:gd name="csY5241" fmla="*/ 287867 h 1114920"/>
              <a:gd name="csX5242" fmla="*/ 903314 w 1723042"/>
              <a:gd name="csY5242" fmla="*/ 289914 h 1114920"/>
              <a:gd name="csX5243" fmla="*/ 903484 w 1723042"/>
              <a:gd name="csY5243" fmla="*/ 291966 h 1114920"/>
              <a:gd name="csX5244" fmla="*/ 903652 w 1723042"/>
              <a:gd name="csY5244" fmla="*/ 294019 h 1114920"/>
              <a:gd name="csX5245" fmla="*/ 903830 w 1723042"/>
              <a:gd name="csY5245" fmla="*/ 296077 h 1114920"/>
              <a:gd name="csX5246" fmla="*/ 903999 w 1723042"/>
              <a:gd name="csY5246" fmla="*/ 298137 h 1114920"/>
              <a:gd name="csX5247" fmla="*/ 904168 w 1723042"/>
              <a:gd name="csY5247" fmla="*/ 300201 h 1114920"/>
              <a:gd name="csX5248" fmla="*/ 904346 w 1723042"/>
              <a:gd name="csY5248" fmla="*/ 302268 h 1114920"/>
              <a:gd name="csX5249" fmla="*/ 904515 w 1723042"/>
              <a:gd name="csY5249" fmla="*/ 304337 h 1114920"/>
              <a:gd name="csX5250" fmla="*/ 904685 w 1723042"/>
              <a:gd name="csY5250" fmla="*/ 306410 h 1114920"/>
              <a:gd name="csX5251" fmla="*/ 904862 w 1723042"/>
              <a:gd name="csY5251" fmla="*/ 308486 h 1114920"/>
              <a:gd name="csX5252" fmla="*/ 905031 w 1723042"/>
              <a:gd name="csY5252" fmla="*/ 310565 h 1114920"/>
              <a:gd name="csX5253" fmla="*/ 905209 w 1723042"/>
              <a:gd name="csY5253" fmla="*/ 312646 h 1114920"/>
              <a:gd name="csX5254" fmla="*/ 905378 w 1723042"/>
              <a:gd name="csY5254" fmla="*/ 314731 h 1114920"/>
              <a:gd name="csX5255" fmla="*/ 905547 w 1723042"/>
              <a:gd name="csY5255" fmla="*/ 316818 h 1114920"/>
              <a:gd name="csX5256" fmla="*/ 905725 w 1723042"/>
              <a:gd name="csY5256" fmla="*/ 318908 h 1114920"/>
              <a:gd name="csX5257" fmla="*/ 905894 w 1723042"/>
              <a:gd name="csY5257" fmla="*/ 321000 h 1114920"/>
              <a:gd name="csX5258" fmla="*/ 906063 w 1723042"/>
              <a:gd name="csY5258" fmla="*/ 323095 h 1114920"/>
              <a:gd name="csX5259" fmla="*/ 906241 w 1723042"/>
              <a:gd name="csY5259" fmla="*/ 325193 h 1114920"/>
              <a:gd name="csX5260" fmla="*/ 906410 w 1723042"/>
              <a:gd name="csY5260" fmla="*/ 327293 h 1114920"/>
              <a:gd name="csX5261" fmla="*/ 906588 w 1723042"/>
              <a:gd name="csY5261" fmla="*/ 329396 h 1114920"/>
              <a:gd name="csX5262" fmla="*/ 906757 w 1723042"/>
              <a:gd name="csY5262" fmla="*/ 331502 h 1114920"/>
              <a:gd name="csX5263" fmla="*/ 906926 w 1723042"/>
              <a:gd name="csY5263" fmla="*/ 333608 h 1114920"/>
              <a:gd name="csX5264" fmla="*/ 907104 w 1723042"/>
              <a:gd name="csY5264" fmla="*/ 335718 h 1114920"/>
              <a:gd name="csX5265" fmla="*/ 907273 w 1723042"/>
              <a:gd name="csY5265" fmla="*/ 337830 h 1114920"/>
              <a:gd name="csX5266" fmla="*/ 907442 w 1723042"/>
              <a:gd name="csY5266" fmla="*/ 339944 h 1114920"/>
              <a:gd name="csX5267" fmla="*/ 907620 w 1723042"/>
              <a:gd name="csY5267" fmla="*/ 342061 h 1114920"/>
              <a:gd name="csX5268" fmla="*/ 907789 w 1723042"/>
              <a:gd name="csY5268" fmla="*/ 344180 h 1114920"/>
              <a:gd name="csX5269" fmla="*/ 907967 w 1723042"/>
              <a:gd name="csY5269" fmla="*/ 346300 h 1114920"/>
              <a:gd name="csX5270" fmla="*/ 908136 w 1723042"/>
              <a:gd name="csY5270" fmla="*/ 348423 h 1114920"/>
              <a:gd name="csX5271" fmla="*/ 908305 w 1723042"/>
              <a:gd name="csY5271" fmla="*/ 350547 h 1114920"/>
              <a:gd name="csX5272" fmla="*/ 908483 w 1723042"/>
              <a:gd name="csY5272" fmla="*/ 352673 h 1114920"/>
              <a:gd name="csX5273" fmla="*/ 908652 w 1723042"/>
              <a:gd name="csY5273" fmla="*/ 354802 h 1114920"/>
              <a:gd name="csX5274" fmla="*/ 908821 w 1723042"/>
              <a:gd name="csY5274" fmla="*/ 356932 h 1114920"/>
              <a:gd name="csX5275" fmla="*/ 908999 w 1723042"/>
              <a:gd name="csY5275" fmla="*/ 359064 h 1114920"/>
              <a:gd name="csX5276" fmla="*/ 909168 w 1723042"/>
              <a:gd name="csY5276" fmla="*/ 361198 h 1114920"/>
              <a:gd name="csX5277" fmla="*/ 909337 w 1723042"/>
              <a:gd name="csY5277" fmla="*/ 363333 h 1114920"/>
              <a:gd name="csX5278" fmla="*/ 909515 w 1723042"/>
              <a:gd name="csY5278" fmla="*/ 365470 h 1114920"/>
              <a:gd name="csX5279" fmla="*/ 909684 w 1723042"/>
              <a:gd name="csY5279" fmla="*/ 367609 h 1114920"/>
              <a:gd name="csX5280" fmla="*/ 909862 w 1723042"/>
              <a:gd name="csY5280" fmla="*/ 369748 h 1114920"/>
              <a:gd name="csX5281" fmla="*/ 910031 w 1723042"/>
              <a:gd name="csY5281" fmla="*/ 371890 h 1114920"/>
              <a:gd name="csX5282" fmla="*/ 910200 w 1723042"/>
              <a:gd name="csY5282" fmla="*/ 374033 h 1114920"/>
              <a:gd name="csX5283" fmla="*/ 910378 w 1723042"/>
              <a:gd name="csY5283" fmla="*/ 376178 h 1114920"/>
              <a:gd name="csX5284" fmla="*/ 910547 w 1723042"/>
              <a:gd name="csY5284" fmla="*/ 378323 h 1114920"/>
              <a:gd name="csX5285" fmla="*/ 910716 w 1723042"/>
              <a:gd name="csY5285" fmla="*/ 380470 h 1114920"/>
              <a:gd name="csX5286" fmla="*/ 910894 w 1723042"/>
              <a:gd name="csY5286" fmla="*/ 382619 h 1114920"/>
              <a:gd name="csX5287" fmla="*/ 911063 w 1723042"/>
              <a:gd name="csY5287" fmla="*/ 384768 h 1114920"/>
              <a:gd name="csX5288" fmla="*/ 911241 w 1723042"/>
              <a:gd name="csY5288" fmla="*/ 386918 h 1114920"/>
              <a:gd name="csX5289" fmla="*/ 911410 w 1723042"/>
              <a:gd name="csY5289" fmla="*/ 389070 h 1114920"/>
              <a:gd name="csX5290" fmla="*/ 911579 w 1723042"/>
              <a:gd name="csY5290" fmla="*/ 391222 h 1114920"/>
              <a:gd name="csX5291" fmla="*/ 911757 w 1723042"/>
              <a:gd name="csY5291" fmla="*/ 393376 h 1114920"/>
              <a:gd name="csX5292" fmla="*/ 911926 w 1723042"/>
              <a:gd name="csY5292" fmla="*/ 395531 h 1114920"/>
              <a:gd name="csX5293" fmla="*/ 912095 w 1723042"/>
              <a:gd name="csY5293" fmla="*/ 397687 h 1114920"/>
              <a:gd name="csX5294" fmla="*/ 912273 w 1723042"/>
              <a:gd name="csY5294" fmla="*/ 399843 h 1114920"/>
              <a:gd name="csX5295" fmla="*/ 912442 w 1723042"/>
              <a:gd name="csY5295" fmla="*/ 402000 h 1114920"/>
              <a:gd name="csX5296" fmla="*/ 912611 w 1723042"/>
              <a:gd name="csY5296" fmla="*/ 404159 h 1114920"/>
              <a:gd name="csX5297" fmla="*/ 912789 w 1723042"/>
              <a:gd name="csY5297" fmla="*/ 406317 h 1114920"/>
              <a:gd name="csX5298" fmla="*/ 912958 w 1723042"/>
              <a:gd name="csY5298" fmla="*/ 408477 h 1114920"/>
              <a:gd name="csX5299" fmla="*/ 913136 w 1723042"/>
              <a:gd name="csY5299" fmla="*/ 410637 h 1114920"/>
              <a:gd name="csX5300" fmla="*/ 913305 w 1723042"/>
              <a:gd name="csY5300" fmla="*/ 412797 h 1114920"/>
              <a:gd name="csX5301" fmla="*/ 913474 w 1723042"/>
              <a:gd name="csY5301" fmla="*/ 414959 h 1114920"/>
              <a:gd name="csX5302" fmla="*/ 913652 w 1723042"/>
              <a:gd name="csY5302" fmla="*/ 417120 h 1114920"/>
              <a:gd name="csX5303" fmla="*/ 913821 w 1723042"/>
              <a:gd name="csY5303" fmla="*/ 419283 h 1114920"/>
              <a:gd name="csX5304" fmla="*/ 913990 w 1723042"/>
              <a:gd name="csY5304" fmla="*/ 421446 h 1114920"/>
              <a:gd name="csX5305" fmla="*/ 914168 w 1723042"/>
              <a:gd name="csY5305" fmla="*/ 423608 h 1114920"/>
              <a:gd name="csX5306" fmla="*/ 914337 w 1723042"/>
              <a:gd name="csY5306" fmla="*/ 425771 h 1114920"/>
              <a:gd name="csX5307" fmla="*/ 914515 w 1723042"/>
              <a:gd name="csY5307" fmla="*/ 427935 h 1114920"/>
              <a:gd name="csX5308" fmla="*/ 914684 w 1723042"/>
              <a:gd name="csY5308" fmla="*/ 430098 h 1114920"/>
              <a:gd name="csX5309" fmla="*/ 914853 w 1723042"/>
              <a:gd name="csY5309" fmla="*/ 432263 h 1114920"/>
              <a:gd name="csX5310" fmla="*/ 915031 w 1723042"/>
              <a:gd name="csY5310" fmla="*/ 434426 h 1114920"/>
              <a:gd name="csX5311" fmla="*/ 915200 w 1723042"/>
              <a:gd name="csY5311" fmla="*/ 436591 h 1114920"/>
              <a:gd name="csX5312" fmla="*/ 915369 w 1723042"/>
              <a:gd name="csY5312" fmla="*/ 438754 h 1114920"/>
              <a:gd name="csX5313" fmla="*/ 915547 w 1723042"/>
              <a:gd name="csY5313" fmla="*/ 440919 h 1114920"/>
              <a:gd name="csX5314" fmla="*/ 915716 w 1723042"/>
              <a:gd name="csY5314" fmla="*/ 443083 h 1114920"/>
              <a:gd name="csX5315" fmla="*/ 915894 w 1723042"/>
              <a:gd name="csY5315" fmla="*/ 445247 h 1114920"/>
              <a:gd name="csX5316" fmla="*/ 916063 w 1723042"/>
              <a:gd name="csY5316" fmla="*/ 447411 h 1114920"/>
              <a:gd name="csX5317" fmla="*/ 916232 w 1723042"/>
              <a:gd name="csY5317" fmla="*/ 449574 h 1114920"/>
              <a:gd name="csX5318" fmla="*/ 916410 w 1723042"/>
              <a:gd name="csY5318" fmla="*/ 451738 h 1114920"/>
              <a:gd name="csX5319" fmla="*/ 916579 w 1723042"/>
              <a:gd name="csY5319" fmla="*/ 453902 h 1114920"/>
              <a:gd name="csX5320" fmla="*/ 916748 w 1723042"/>
              <a:gd name="csY5320" fmla="*/ 456064 h 1114920"/>
              <a:gd name="csX5321" fmla="*/ 916926 w 1723042"/>
              <a:gd name="csY5321" fmla="*/ 458227 h 1114920"/>
              <a:gd name="csX5322" fmla="*/ 917095 w 1723042"/>
              <a:gd name="csY5322" fmla="*/ 460389 h 1114920"/>
              <a:gd name="csX5323" fmla="*/ 917264 w 1723042"/>
              <a:gd name="csY5323" fmla="*/ 462551 h 1114920"/>
              <a:gd name="csX5324" fmla="*/ 917442 w 1723042"/>
              <a:gd name="csY5324" fmla="*/ 464712 h 1114920"/>
              <a:gd name="csX5325" fmla="*/ 917611 w 1723042"/>
              <a:gd name="csY5325" fmla="*/ 466873 h 1114920"/>
              <a:gd name="csX5326" fmla="*/ 917789 w 1723042"/>
              <a:gd name="csY5326" fmla="*/ 469033 h 1114920"/>
              <a:gd name="csX5327" fmla="*/ 917958 w 1723042"/>
              <a:gd name="csY5327" fmla="*/ 471193 h 1114920"/>
              <a:gd name="csX5328" fmla="*/ 918127 w 1723042"/>
              <a:gd name="csY5328" fmla="*/ 473352 h 1114920"/>
              <a:gd name="csX5329" fmla="*/ 918305 w 1723042"/>
              <a:gd name="csY5329" fmla="*/ 475510 h 1114920"/>
              <a:gd name="csX5330" fmla="*/ 918474 w 1723042"/>
              <a:gd name="csY5330" fmla="*/ 477668 h 1114920"/>
              <a:gd name="csX5331" fmla="*/ 918643 w 1723042"/>
              <a:gd name="csY5331" fmla="*/ 479824 h 1114920"/>
              <a:gd name="csX5332" fmla="*/ 918821 w 1723042"/>
              <a:gd name="csY5332" fmla="*/ 481980 h 1114920"/>
              <a:gd name="csX5333" fmla="*/ 918990 w 1723042"/>
              <a:gd name="csY5333" fmla="*/ 484135 h 1114920"/>
              <a:gd name="csX5334" fmla="*/ 919168 w 1723042"/>
              <a:gd name="csY5334" fmla="*/ 486289 h 1114920"/>
              <a:gd name="csX5335" fmla="*/ 919337 w 1723042"/>
              <a:gd name="csY5335" fmla="*/ 488442 h 1114920"/>
              <a:gd name="csX5336" fmla="*/ 919506 w 1723042"/>
              <a:gd name="csY5336" fmla="*/ 490594 h 1114920"/>
              <a:gd name="csX5337" fmla="*/ 919684 w 1723042"/>
              <a:gd name="csY5337" fmla="*/ 492745 h 1114920"/>
              <a:gd name="csX5338" fmla="*/ 919853 w 1723042"/>
              <a:gd name="csY5338" fmla="*/ 494895 h 1114920"/>
              <a:gd name="csX5339" fmla="*/ 920022 w 1723042"/>
              <a:gd name="csY5339" fmla="*/ 497045 h 1114920"/>
              <a:gd name="csX5340" fmla="*/ 920200 w 1723042"/>
              <a:gd name="csY5340" fmla="*/ 499192 h 1114920"/>
              <a:gd name="csX5341" fmla="*/ 920369 w 1723042"/>
              <a:gd name="csY5341" fmla="*/ 501339 h 1114920"/>
              <a:gd name="csX5342" fmla="*/ 920547 w 1723042"/>
              <a:gd name="csY5342" fmla="*/ 503485 h 1114920"/>
              <a:gd name="csX5343" fmla="*/ 920716 w 1723042"/>
              <a:gd name="csY5343" fmla="*/ 505629 h 1114920"/>
              <a:gd name="csX5344" fmla="*/ 920885 w 1723042"/>
              <a:gd name="csY5344" fmla="*/ 507772 h 1114920"/>
              <a:gd name="csX5345" fmla="*/ 921063 w 1723042"/>
              <a:gd name="csY5345" fmla="*/ 509914 h 1114920"/>
              <a:gd name="csX5346" fmla="*/ 921232 w 1723042"/>
              <a:gd name="csY5346" fmla="*/ 512054 h 1114920"/>
              <a:gd name="csX5347" fmla="*/ 921401 w 1723042"/>
              <a:gd name="csY5347" fmla="*/ 514193 h 1114920"/>
              <a:gd name="csX5348" fmla="*/ 921579 w 1723042"/>
              <a:gd name="csY5348" fmla="*/ 516330 h 1114920"/>
              <a:gd name="csX5349" fmla="*/ 921748 w 1723042"/>
              <a:gd name="csY5349" fmla="*/ 518466 h 1114920"/>
              <a:gd name="csX5350" fmla="*/ 921917 w 1723042"/>
              <a:gd name="csY5350" fmla="*/ 520600 h 1114920"/>
              <a:gd name="csX5351" fmla="*/ 922095 w 1723042"/>
              <a:gd name="csY5351" fmla="*/ 522732 h 1114920"/>
              <a:gd name="csX5352" fmla="*/ 922264 w 1723042"/>
              <a:gd name="csY5352" fmla="*/ 524864 h 1114920"/>
              <a:gd name="csX5353" fmla="*/ 922442 w 1723042"/>
              <a:gd name="csY5353" fmla="*/ 526993 h 1114920"/>
              <a:gd name="csX5354" fmla="*/ 922611 w 1723042"/>
              <a:gd name="csY5354" fmla="*/ 529121 h 1114920"/>
              <a:gd name="csX5355" fmla="*/ 922780 w 1723042"/>
              <a:gd name="csY5355" fmla="*/ 531247 h 1114920"/>
              <a:gd name="csX5356" fmla="*/ 922958 w 1723042"/>
              <a:gd name="csY5356" fmla="*/ 533372 h 1114920"/>
              <a:gd name="csX5357" fmla="*/ 923127 w 1723042"/>
              <a:gd name="csY5357" fmla="*/ 535494 h 1114920"/>
              <a:gd name="csX5358" fmla="*/ 923296 w 1723042"/>
              <a:gd name="csY5358" fmla="*/ 537614 h 1114920"/>
              <a:gd name="csX5359" fmla="*/ 923474 w 1723042"/>
              <a:gd name="csY5359" fmla="*/ 539734 h 1114920"/>
              <a:gd name="csX5360" fmla="*/ 923643 w 1723042"/>
              <a:gd name="csY5360" fmla="*/ 541850 h 1114920"/>
              <a:gd name="csX5361" fmla="*/ 923821 w 1723042"/>
              <a:gd name="csY5361" fmla="*/ 543966 h 1114920"/>
              <a:gd name="csX5362" fmla="*/ 923990 w 1723042"/>
              <a:gd name="csY5362" fmla="*/ 546079 h 1114920"/>
              <a:gd name="csX5363" fmla="*/ 924159 w 1723042"/>
              <a:gd name="csY5363" fmla="*/ 548190 h 1114920"/>
              <a:gd name="csX5364" fmla="*/ 924337 w 1723042"/>
              <a:gd name="csY5364" fmla="*/ 550298 h 1114920"/>
              <a:gd name="csX5365" fmla="*/ 924506 w 1723042"/>
              <a:gd name="csY5365" fmla="*/ 552405 h 1114920"/>
              <a:gd name="csX5366" fmla="*/ 924675 w 1723042"/>
              <a:gd name="csY5366" fmla="*/ 554510 h 1114920"/>
              <a:gd name="csX5367" fmla="*/ 924853 w 1723042"/>
              <a:gd name="csY5367" fmla="*/ 556612 h 1114920"/>
              <a:gd name="csX5368" fmla="*/ 925022 w 1723042"/>
              <a:gd name="csY5368" fmla="*/ 558712 h 1114920"/>
              <a:gd name="csX5369" fmla="*/ 925191 w 1723042"/>
              <a:gd name="csY5369" fmla="*/ 560811 h 1114920"/>
              <a:gd name="csX5370" fmla="*/ 925369 w 1723042"/>
              <a:gd name="csY5370" fmla="*/ 562907 h 1114920"/>
              <a:gd name="csX5371" fmla="*/ 925538 w 1723042"/>
              <a:gd name="csY5371" fmla="*/ 565000 h 1114920"/>
              <a:gd name="csX5372" fmla="*/ 925716 w 1723042"/>
              <a:gd name="csY5372" fmla="*/ 567091 h 1114920"/>
              <a:gd name="csX5373" fmla="*/ 925885 w 1723042"/>
              <a:gd name="csY5373" fmla="*/ 569180 h 1114920"/>
              <a:gd name="csX5374" fmla="*/ 926054 w 1723042"/>
              <a:gd name="csY5374" fmla="*/ 571267 h 1114920"/>
              <a:gd name="csX5375" fmla="*/ 926232 w 1723042"/>
              <a:gd name="csY5375" fmla="*/ 573351 h 1114920"/>
              <a:gd name="csX5376" fmla="*/ 926401 w 1723042"/>
              <a:gd name="csY5376" fmla="*/ 575432 h 1114920"/>
              <a:gd name="csX5377" fmla="*/ 926570 w 1723042"/>
              <a:gd name="csY5377" fmla="*/ 577511 h 1114920"/>
              <a:gd name="csX5378" fmla="*/ 926748 w 1723042"/>
              <a:gd name="csY5378" fmla="*/ 579588 h 1114920"/>
              <a:gd name="csX5379" fmla="*/ 926917 w 1723042"/>
              <a:gd name="csY5379" fmla="*/ 581663 h 1114920"/>
              <a:gd name="csX5380" fmla="*/ 927095 w 1723042"/>
              <a:gd name="csY5380" fmla="*/ 583734 h 1114920"/>
              <a:gd name="csX5381" fmla="*/ 927264 w 1723042"/>
              <a:gd name="csY5381" fmla="*/ 585802 h 1114920"/>
              <a:gd name="csX5382" fmla="*/ 927433 w 1723042"/>
              <a:gd name="csY5382" fmla="*/ 587869 h 1114920"/>
              <a:gd name="csX5383" fmla="*/ 927611 w 1723042"/>
              <a:gd name="csY5383" fmla="*/ 589932 h 1114920"/>
              <a:gd name="csX5384" fmla="*/ 927780 w 1723042"/>
              <a:gd name="csY5384" fmla="*/ 591992 h 1114920"/>
              <a:gd name="csX5385" fmla="*/ 927949 w 1723042"/>
              <a:gd name="csY5385" fmla="*/ 594051 h 1114920"/>
              <a:gd name="csX5386" fmla="*/ 928127 w 1723042"/>
              <a:gd name="csY5386" fmla="*/ 596106 h 1114920"/>
              <a:gd name="csX5387" fmla="*/ 928296 w 1723042"/>
              <a:gd name="csY5387" fmla="*/ 598158 h 1114920"/>
              <a:gd name="csX5388" fmla="*/ 928474 w 1723042"/>
              <a:gd name="csY5388" fmla="*/ 600207 h 1114920"/>
              <a:gd name="csX5389" fmla="*/ 928643 w 1723042"/>
              <a:gd name="csY5389" fmla="*/ 602254 h 1114920"/>
              <a:gd name="csX5390" fmla="*/ 928812 w 1723042"/>
              <a:gd name="csY5390" fmla="*/ 604298 h 1114920"/>
              <a:gd name="csX5391" fmla="*/ 928990 w 1723042"/>
              <a:gd name="csY5391" fmla="*/ 606339 h 1114920"/>
              <a:gd name="csX5392" fmla="*/ 929159 w 1723042"/>
              <a:gd name="csY5392" fmla="*/ 608377 h 1114920"/>
              <a:gd name="csX5393" fmla="*/ 929328 w 1723042"/>
              <a:gd name="csY5393" fmla="*/ 610411 h 1114920"/>
              <a:gd name="csX5394" fmla="*/ 929506 w 1723042"/>
              <a:gd name="csY5394" fmla="*/ 612443 h 1114920"/>
              <a:gd name="csX5395" fmla="*/ 929675 w 1723042"/>
              <a:gd name="csY5395" fmla="*/ 614472 h 1114920"/>
              <a:gd name="csX5396" fmla="*/ 929844 w 1723042"/>
              <a:gd name="csY5396" fmla="*/ 616497 h 1114920"/>
              <a:gd name="csX5397" fmla="*/ 930022 w 1723042"/>
              <a:gd name="csY5397" fmla="*/ 618520 h 1114920"/>
              <a:gd name="csX5398" fmla="*/ 930191 w 1723042"/>
              <a:gd name="csY5398" fmla="*/ 620539 h 1114920"/>
              <a:gd name="csX5399" fmla="*/ 930369 w 1723042"/>
              <a:gd name="csY5399" fmla="*/ 622556 h 1114920"/>
              <a:gd name="csX5400" fmla="*/ 930538 w 1723042"/>
              <a:gd name="csY5400" fmla="*/ 624568 h 1114920"/>
              <a:gd name="csX5401" fmla="*/ 930707 w 1723042"/>
              <a:gd name="csY5401" fmla="*/ 626578 h 1114920"/>
              <a:gd name="csX5402" fmla="*/ 930885 w 1723042"/>
              <a:gd name="csY5402" fmla="*/ 628585 h 1114920"/>
              <a:gd name="csX5403" fmla="*/ 931054 w 1723042"/>
              <a:gd name="csY5403" fmla="*/ 630589 h 1114920"/>
              <a:gd name="csX5404" fmla="*/ 931223 w 1723042"/>
              <a:gd name="csY5404" fmla="*/ 632589 h 1114920"/>
              <a:gd name="csX5405" fmla="*/ 931401 w 1723042"/>
              <a:gd name="csY5405" fmla="*/ 634585 h 1114920"/>
              <a:gd name="csX5406" fmla="*/ 931570 w 1723042"/>
              <a:gd name="csY5406" fmla="*/ 636578 h 1114920"/>
              <a:gd name="csX5407" fmla="*/ 931747 w 1723042"/>
              <a:gd name="csY5407" fmla="*/ 638568 h 1114920"/>
              <a:gd name="csX5408" fmla="*/ 931917 w 1723042"/>
              <a:gd name="csY5408" fmla="*/ 640554 h 1114920"/>
              <a:gd name="csX5409" fmla="*/ 932086 w 1723042"/>
              <a:gd name="csY5409" fmla="*/ 642537 h 1114920"/>
              <a:gd name="csX5410" fmla="*/ 932264 w 1723042"/>
              <a:gd name="csY5410" fmla="*/ 644517 h 1114920"/>
              <a:gd name="csX5411" fmla="*/ 932432 w 1723042"/>
              <a:gd name="csY5411" fmla="*/ 646493 h 1114920"/>
              <a:gd name="csX5412" fmla="*/ 932602 w 1723042"/>
              <a:gd name="csY5412" fmla="*/ 648465 h 1114920"/>
              <a:gd name="csX5413" fmla="*/ 932779 w 1723042"/>
              <a:gd name="csY5413" fmla="*/ 650434 h 1114920"/>
              <a:gd name="csX5414" fmla="*/ 932949 w 1723042"/>
              <a:gd name="csY5414" fmla="*/ 652399 h 1114920"/>
              <a:gd name="csX5415" fmla="*/ 933118 w 1723042"/>
              <a:gd name="csY5415" fmla="*/ 654362 h 1114920"/>
              <a:gd name="csX5416" fmla="*/ 933295 w 1723042"/>
              <a:gd name="csY5416" fmla="*/ 656320 h 1114920"/>
              <a:gd name="csX5417" fmla="*/ 933465 w 1723042"/>
              <a:gd name="csY5417" fmla="*/ 658273 h 1114920"/>
              <a:gd name="csX5418" fmla="*/ 933642 w 1723042"/>
              <a:gd name="csY5418" fmla="*/ 660224 h 1114920"/>
              <a:gd name="csX5419" fmla="*/ 933811 w 1723042"/>
              <a:gd name="csY5419" fmla="*/ 662172 h 1114920"/>
              <a:gd name="csX5420" fmla="*/ 933980 w 1723042"/>
              <a:gd name="csY5420" fmla="*/ 664115 h 1114920"/>
              <a:gd name="csX5421" fmla="*/ 934158 w 1723042"/>
              <a:gd name="csY5421" fmla="*/ 666055 h 1114920"/>
              <a:gd name="csX5422" fmla="*/ 934327 w 1723042"/>
              <a:gd name="csY5422" fmla="*/ 667991 h 1114920"/>
              <a:gd name="csX5423" fmla="*/ 934497 w 1723042"/>
              <a:gd name="csY5423" fmla="*/ 669922 h 1114920"/>
              <a:gd name="csX5424" fmla="*/ 934674 w 1723042"/>
              <a:gd name="csY5424" fmla="*/ 671851 h 1114920"/>
              <a:gd name="csX5425" fmla="*/ 934843 w 1723042"/>
              <a:gd name="csY5425" fmla="*/ 673775 h 1114920"/>
              <a:gd name="csX5426" fmla="*/ 935021 w 1723042"/>
              <a:gd name="csY5426" fmla="*/ 675696 h 1114920"/>
              <a:gd name="csX5427" fmla="*/ 935190 w 1723042"/>
              <a:gd name="csY5427" fmla="*/ 677613 h 1114920"/>
              <a:gd name="csX5428" fmla="*/ 935359 w 1723042"/>
              <a:gd name="csY5428" fmla="*/ 679525 h 1114920"/>
              <a:gd name="csX5429" fmla="*/ 935537 w 1723042"/>
              <a:gd name="csY5429" fmla="*/ 681434 h 1114920"/>
              <a:gd name="csX5430" fmla="*/ 935706 w 1723042"/>
              <a:gd name="csY5430" fmla="*/ 683339 h 1114920"/>
              <a:gd name="csX5431" fmla="*/ 935875 w 1723042"/>
              <a:gd name="csY5431" fmla="*/ 685240 h 1114920"/>
              <a:gd name="csX5432" fmla="*/ 936053 w 1723042"/>
              <a:gd name="csY5432" fmla="*/ 687137 h 1114920"/>
              <a:gd name="csX5433" fmla="*/ 936222 w 1723042"/>
              <a:gd name="csY5433" fmla="*/ 689030 h 1114920"/>
              <a:gd name="csX5434" fmla="*/ 936400 w 1723042"/>
              <a:gd name="csY5434" fmla="*/ 690919 h 1114920"/>
              <a:gd name="csX5435" fmla="*/ 936569 w 1723042"/>
              <a:gd name="csY5435" fmla="*/ 692804 h 1114920"/>
              <a:gd name="csX5436" fmla="*/ 936738 w 1723042"/>
              <a:gd name="csY5436" fmla="*/ 694685 h 1114920"/>
              <a:gd name="csX5437" fmla="*/ 936916 w 1723042"/>
              <a:gd name="csY5437" fmla="*/ 696561 h 1114920"/>
              <a:gd name="csX5438" fmla="*/ 937085 w 1723042"/>
              <a:gd name="csY5438" fmla="*/ 698434 h 1114920"/>
              <a:gd name="csX5439" fmla="*/ 937254 w 1723042"/>
              <a:gd name="csY5439" fmla="*/ 700303 h 1114920"/>
              <a:gd name="csX5440" fmla="*/ 937432 w 1723042"/>
              <a:gd name="csY5440" fmla="*/ 702167 h 1114920"/>
              <a:gd name="csX5441" fmla="*/ 937601 w 1723042"/>
              <a:gd name="csY5441" fmla="*/ 704027 h 1114920"/>
              <a:gd name="csX5442" fmla="*/ 937770 w 1723042"/>
              <a:gd name="csY5442" fmla="*/ 705883 h 1114920"/>
              <a:gd name="csX5443" fmla="*/ 937948 w 1723042"/>
              <a:gd name="csY5443" fmla="*/ 707734 h 1114920"/>
              <a:gd name="csX5444" fmla="*/ 938117 w 1723042"/>
              <a:gd name="csY5444" fmla="*/ 709582 h 1114920"/>
              <a:gd name="csX5445" fmla="*/ 938295 w 1723042"/>
              <a:gd name="csY5445" fmla="*/ 711425 h 1114920"/>
              <a:gd name="csX5446" fmla="*/ 938464 w 1723042"/>
              <a:gd name="csY5446" fmla="*/ 713264 h 1114920"/>
              <a:gd name="csX5447" fmla="*/ 938633 w 1723042"/>
              <a:gd name="csY5447" fmla="*/ 715099 h 1114920"/>
              <a:gd name="csX5448" fmla="*/ 938811 w 1723042"/>
              <a:gd name="csY5448" fmla="*/ 716930 h 1114920"/>
              <a:gd name="csX5449" fmla="*/ 938980 w 1723042"/>
              <a:gd name="csY5449" fmla="*/ 718755 h 1114920"/>
              <a:gd name="csX5450" fmla="*/ 939149 w 1723042"/>
              <a:gd name="csY5450" fmla="*/ 720577 h 1114920"/>
              <a:gd name="csX5451" fmla="*/ 939327 w 1723042"/>
              <a:gd name="csY5451" fmla="*/ 722395 h 1114920"/>
              <a:gd name="csX5452" fmla="*/ 939496 w 1723042"/>
              <a:gd name="csY5452" fmla="*/ 724208 h 1114920"/>
              <a:gd name="csX5453" fmla="*/ 939674 w 1723042"/>
              <a:gd name="csY5453" fmla="*/ 726015 h 1114920"/>
              <a:gd name="csX5454" fmla="*/ 939843 w 1723042"/>
              <a:gd name="csY5454" fmla="*/ 727820 h 1114920"/>
              <a:gd name="csX5455" fmla="*/ 940012 w 1723042"/>
              <a:gd name="csY5455" fmla="*/ 729619 h 1114920"/>
              <a:gd name="csX5456" fmla="*/ 940190 w 1723042"/>
              <a:gd name="csY5456" fmla="*/ 731415 h 1114920"/>
              <a:gd name="csX5457" fmla="*/ 940359 w 1723042"/>
              <a:gd name="csY5457" fmla="*/ 733206 h 1114920"/>
              <a:gd name="csX5458" fmla="*/ 940528 w 1723042"/>
              <a:gd name="csY5458" fmla="*/ 734992 h 1114920"/>
              <a:gd name="csX5459" fmla="*/ 940706 w 1723042"/>
              <a:gd name="csY5459" fmla="*/ 736774 h 1114920"/>
              <a:gd name="csX5460" fmla="*/ 940875 w 1723042"/>
              <a:gd name="csY5460" fmla="*/ 738551 h 1114920"/>
              <a:gd name="csX5461" fmla="*/ 941044 w 1723042"/>
              <a:gd name="csY5461" fmla="*/ 740325 h 1114920"/>
              <a:gd name="csX5462" fmla="*/ 941222 w 1723042"/>
              <a:gd name="csY5462" fmla="*/ 742093 h 1114920"/>
              <a:gd name="csX5463" fmla="*/ 941391 w 1723042"/>
              <a:gd name="csY5463" fmla="*/ 743856 h 1114920"/>
              <a:gd name="csX5464" fmla="*/ 941569 w 1723042"/>
              <a:gd name="csY5464" fmla="*/ 745616 h 1114920"/>
              <a:gd name="csX5465" fmla="*/ 941738 w 1723042"/>
              <a:gd name="csY5465" fmla="*/ 747371 h 1114920"/>
              <a:gd name="csX5466" fmla="*/ 941907 w 1723042"/>
              <a:gd name="csY5466" fmla="*/ 749120 h 1114920"/>
              <a:gd name="csX5467" fmla="*/ 942085 w 1723042"/>
              <a:gd name="csY5467" fmla="*/ 750866 h 1114920"/>
              <a:gd name="csX5468" fmla="*/ 942254 w 1723042"/>
              <a:gd name="csY5468" fmla="*/ 752607 h 1114920"/>
              <a:gd name="csX5469" fmla="*/ 942423 w 1723042"/>
              <a:gd name="csY5469" fmla="*/ 754344 h 1114920"/>
              <a:gd name="csX5470" fmla="*/ 942601 w 1723042"/>
              <a:gd name="csY5470" fmla="*/ 756075 h 1114920"/>
              <a:gd name="csX5471" fmla="*/ 942770 w 1723042"/>
              <a:gd name="csY5471" fmla="*/ 757802 h 1114920"/>
              <a:gd name="csX5472" fmla="*/ 942948 w 1723042"/>
              <a:gd name="csY5472" fmla="*/ 759524 h 1114920"/>
              <a:gd name="csX5473" fmla="*/ 943117 w 1723042"/>
              <a:gd name="csY5473" fmla="*/ 761242 h 1114920"/>
              <a:gd name="csX5474" fmla="*/ 943286 w 1723042"/>
              <a:gd name="csY5474" fmla="*/ 762954 h 1114920"/>
              <a:gd name="csX5475" fmla="*/ 943464 w 1723042"/>
              <a:gd name="csY5475" fmla="*/ 764663 h 1114920"/>
              <a:gd name="csX5476" fmla="*/ 943633 w 1723042"/>
              <a:gd name="csY5476" fmla="*/ 766366 h 1114920"/>
              <a:gd name="csX5477" fmla="*/ 943802 w 1723042"/>
              <a:gd name="csY5477" fmla="*/ 768065 h 1114920"/>
              <a:gd name="csX5478" fmla="*/ 943980 w 1723042"/>
              <a:gd name="csY5478" fmla="*/ 769758 h 1114920"/>
              <a:gd name="csX5479" fmla="*/ 944149 w 1723042"/>
              <a:gd name="csY5479" fmla="*/ 771448 h 1114920"/>
              <a:gd name="csX5480" fmla="*/ 944327 w 1723042"/>
              <a:gd name="csY5480" fmla="*/ 773132 h 1114920"/>
              <a:gd name="csX5481" fmla="*/ 944496 w 1723042"/>
              <a:gd name="csY5481" fmla="*/ 774812 h 1114920"/>
              <a:gd name="csX5482" fmla="*/ 944665 w 1723042"/>
              <a:gd name="csY5482" fmla="*/ 776487 h 1114920"/>
              <a:gd name="csX5483" fmla="*/ 944843 w 1723042"/>
              <a:gd name="csY5483" fmla="*/ 778157 h 1114920"/>
              <a:gd name="csX5484" fmla="*/ 945012 w 1723042"/>
              <a:gd name="csY5484" fmla="*/ 779822 h 1114920"/>
              <a:gd name="csX5485" fmla="*/ 945181 w 1723042"/>
              <a:gd name="csY5485" fmla="*/ 781483 h 1114920"/>
              <a:gd name="csX5486" fmla="*/ 945359 w 1723042"/>
              <a:gd name="csY5486" fmla="*/ 783139 h 1114920"/>
              <a:gd name="csX5487" fmla="*/ 945528 w 1723042"/>
              <a:gd name="csY5487" fmla="*/ 784789 h 1114920"/>
              <a:gd name="csX5488" fmla="*/ 945697 w 1723042"/>
              <a:gd name="csY5488" fmla="*/ 786435 h 1114920"/>
              <a:gd name="csX5489" fmla="*/ 945875 w 1723042"/>
              <a:gd name="csY5489" fmla="*/ 788076 h 1114920"/>
              <a:gd name="csX5490" fmla="*/ 946044 w 1723042"/>
              <a:gd name="csY5490" fmla="*/ 789712 h 1114920"/>
              <a:gd name="csX5491" fmla="*/ 946222 w 1723042"/>
              <a:gd name="csY5491" fmla="*/ 791344 h 1114920"/>
              <a:gd name="csX5492" fmla="*/ 946391 w 1723042"/>
              <a:gd name="csY5492" fmla="*/ 792970 h 1114920"/>
              <a:gd name="csX5493" fmla="*/ 946560 w 1723042"/>
              <a:gd name="csY5493" fmla="*/ 794592 h 1114920"/>
              <a:gd name="csX5494" fmla="*/ 946738 w 1723042"/>
              <a:gd name="csY5494" fmla="*/ 796208 h 1114920"/>
              <a:gd name="csX5495" fmla="*/ 946907 w 1723042"/>
              <a:gd name="csY5495" fmla="*/ 797820 h 1114920"/>
              <a:gd name="csX5496" fmla="*/ 947076 w 1723042"/>
              <a:gd name="csY5496" fmla="*/ 799427 h 1114920"/>
              <a:gd name="csX5497" fmla="*/ 947254 w 1723042"/>
              <a:gd name="csY5497" fmla="*/ 801029 h 1114920"/>
              <a:gd name="csX5498" fmla="*/ 947423 w 1723042"/>
              <a:gd name="csY5498" fmla="*/ 802625 h 1114920"/>
              <a:gd name="csX5499" fmla="*/ 947601 w 1723042"/>
              <a:gd name="csY5499" fmla="*/ 804218 h 1114920"/>
              <a:gd name="csX5500" fmla="*/ 947770 w 1723042"/>
              <a:gd name="csY5500" fmla="*/ 805805 h 1114920"/>
              <a:gd name="csX5501" fmla="*/ 947939 w 1723042"/>
              <a:gd name="csY5501" fmla="*/ 807387 h 1114920"/>
              <a:gd name="csX5502" fmla="*/ 948117 w 1723042"/>
              <a:gd name="csY5502" fmla="*/ 808964 h 1114920"/>
              <a:gd name="csX5503" fmla="*/ 948286 w 1723042"/>
              <a:gd name="csY5503" fmla="*/ 810536 h 1114920"/>
              <a:gd name="csX5504" fmla="*/ 948455 w 1723042"/>
              <a:gd name="csY5504" fmla="*/ 812104 h 1114920"/>
              <a:gd name="csX5505" fmla="*/ 948633 w 1723042"/>
              <a:gd name="csY5505" fmla="*/ 813666 h 1114920"/>
              <a:gd name="csX5506" fmla="*/ 948802 w 1723042"/>
              <a:gd name="csY5506" fmla="*/ 815226 h 1114920"/>
              <a:gd name="csX5507" fmla="*/ 948980 w 1723042"/>
              <a:gd name="csY5507" fmla="*/ 816773 h 1114920"/>
              <a:gd name="csX5508" fmla="*/ 949149 w 1723042"/>
              <a:gd name="csY5508" fmla="*/ 818321 h 1114920"/>
              <a:gd name="csX5509" fmla="*/ 949318 w 1723042"/>
              <a:gd name="csY5509" fmla="*/ 819861 h 1114920"/>
              <a:gd name="csX5510" fmla="*/ 949496 w 1723042"/>
              <a:gd name="csY5510" fmla="*/ 821400 h 1114920"/>
              <a:gd name="csX5511" fmla="*/ 949665 w 1723042"/>
              <a:gd name="csY5511" fmla="*/ 822930 h 1114920"/>
              <a:gd name="csX5512" fmla="*/ 949834 w 1723042"/>
              <a:gd name="csY5512" fmla="*/ 824460 h 1114920"/>
              <a:gd name="csX5513" fmla="*/ 950012 w 1723042"/>
              <a:gd name="csY5513" fmla="*/ 825981 h 1114920"/>
              <a:gd name="csX5514" fmla="*/ 950181 w 1723042"/>
              <a:gd name="csY5514" fmla="*/ 827503 h 1114920"/>
              <a:gd name="csX5515" fmla="*/ 950350 w 1723042"/>
              <a:gd name="csY5515" fmla="*/ 829015 h 1114920"/>
              <a:gd name="csX5516" fmla="*/ 950528 w 1723042"/>
              <a:gd name="csY5516" fmla="*/ 830519 h 1114920"/>
              <a:gd name="csX5517" fmla="*/ 950697 w 1723042"/>
              <a:gd name="csY5517" fmla="*/ 832022 h 1114920"/>
              <a:gd name="csX5518" fmla="*/ 950875 w 1723042"/>
              <a:gd name="csY5518" fmla="*/ 833517 h 1114920"/>
              <a:gd name="csX5519" fmla="*/ 951044 w 1723042"/>
              <a:gd name="csY5519" fmla="*/ 835011 h 1114920"/>
              <a:gd name="csX5520" fmla="*/ 951213 w 1723042"/>
              <a:gd name="csY5520" fmla="*/ 836497 h 1114920"/>
              <a:gd name="csX5521" fmla="*/ 951391 w 1723042"/>
              <a:gd name="csY5521" fmla="*/ 837983 h 1114920"/>
              <a:gd name="csX5522" fmla="*/ 951560 w 1723042"/>
              <a:gd name="csY5522" fmla="*/ 839459 h 1114920"/>
              <a:gd name="csX5523" fmla="*/ 951729 w 1723042"/>
              <a:gd name="csY5523" fmla="*/ 840927 h 1114920"/>
              <a:gd name="csX5524" fmla="*/ 951907 w 1723042"/>
              <a:gd name="csY5524" fmla="*/ 842395 h 1114920"/>
              <a:gd name="csX5525" fmla="*/ 952076 w 1723042"/>
              <a:gd name="csY5525" fmla="*/ 843854 h 1114920"/>
              <a:gd name="csX5526" fmla="*/ 952254 w 1723042"/>
              <a:gd name="csY5526" fmla="*/ 845313 h 1114920"/>
              <a:gd name="csX5527" fmla="*/ 952423 w 1723042"/>
              <a:gd name="csY5527" fmla="*/ 846763 h 1114920"/>
              <a:gd name="csX5528" fmla="*/ 952592 w 1723042"/>
              <a:gd name="csY5528" fmla="*/ 848205 h 1114920"/>
              <a:gd name="csX5529" fmla="*/ 952770 w 1723042"/>
              <a:gd name="csY5529" fmla="*/ 849646 h 1114920"/>
              <a:gd name="csX5530" fmla="*/ 952939 w 1723042"/>
              <a:gd name="csY5530" fmla="*/ 851087 h 1114920"/>
              <a:gd name="csX5531" fmla="*/ 953108 w 1723042"/>
              <a:gd name="csY5531" fmla="*/ 852519 h 1114920"/>
              <a:gd name="csX5532" fmla="*/ 953286 w 1723042"/>
              <a:gd name="csY5532" fmla="*/ 853943 h 1114920"/>
              <a:gd name="csX5533" fmla="*/ 953455 w 1723042"/>
              <a:gd name="csY5533" fmla="*/ 855366 h 1114920"/>
              <a:gd name="csX5534" fmla="*/ 953624 w 1723042"/>
              <a:gd name="csY5534" fmla="*/ 856781 h 1114920"/>
              <a:gd name="csX5535" fmla="*/ 953802 w 1723042"/>
              <a:gd name="csY5535" fmla="*/ 858186 h 1114920"/>
              <a:gd name="csX5536" fmla="*/ 953971 w 1723042"/>
              <a:gd name="csY5536" fmla="*/ 859592 h 1114920"/>
              <a:gd name="csX5537" fmla="*/ 954149 w 1723042"/>
              <a:gd name="csY5537" fmla="*/ 860998 h 1114920"/>
              <a:gd name="csX5538" fmla="*/ 954318 w 1723042"/>
              <a:gd name="csY5538" fmla="*/ 862394 h 1114920"/>
              <a:gd name="csX5539" fmla="*/ 954487 w 1723042"/>
              <a:gd name="csY5539" fmla="*/ 863782 h 1114920"/>
              <a:gd name="csX5540" fmla="*/ 954665 w 1723042"/>
              <a:gd name="csY5540" fmla="*/ 865170 h 1114920"/>
              <a:gd name="csX5541" fmla="*/ 954834 w 1723042"/>
              <a:gd name="csY5541" fmla="*/ 866549 h 1114920"/>
              <a:gd name="csX5542" fmla="*/ 955003 w 1723042"/>
              <a:gd name="csY5542" fmla="*/ 867919 h 1114920"/>
              <a:gd name="csX5543" fmla="*/ 955181 w 1723042"/>
              <a:gd name="csY5543" fmla="*/ 869289 h 1114920"/>
              <a:gd name="csX5544" fmla="*/ 955350 w 1723042"/>
              <a:gd name="csY5544" fmla="*/ 870659 h 1114920"/>
              <a:gd name="csX5545" fmla="*/ 955528 w 1723042"/>
              <a:gd name="csY5545" fmla="*/ 872020 h 1114920"/>
              <a:gd name="csX5546" fmla="*/ 955697 w 1723042"/>
              <a:gd name="csY5546" fmla="*/ 873373 h 1114920"/>
              <a:gd name="csX5547" fmla="*/ 955866 w 1723042"/>
              <a:gd name="csY5547" fmla="*/ 874716 h 1114920"/>
              <a:gd name="csX5548" fmla="*/ 956044 w 1723042"/>
              <a:gd name="csY5548" fmla="*/ 876068 h 1114920"/>
              <a:gd name="csX5549" fmla="*/ 956213 w 1723042"/>
              <a:gd name="csY5549" fmla="*/ 877403 h 1114920"/>
              <a:gd name="csX5550" fmla="*/ 956382 w 1723042"/>
              <a:gd name="csY5550" fmla="*/ 878737 h 1114920"/>
              <a:gd name="csX5551" fmla="*/ 956560 w 1723042"/>
              <a:gd name="csY5551" fmla="*/ 880072 h 1114920"/>
              <a:gd name="csX5552" fmla="*/ 956729 w 1723042"/>
              <a:gd name="csY5552" fmla="*/ 881388 h 1114920"/>
              <a:gd name="csX5553" fmla="*/ 956907 w 1723042"/>
              <a:gd name="csY5553" fmla="*/ 882714 h 1114920"/>
              <a:gd name="csX5554" fmla="*/ 957076 w 1723042"/>
              <a:gd name="csY5554" fmla="*/ 884022 h 1114920"/>
              <a:gd name="csX5555" fmla="*/ 957245 w 1723042"/>
              <a:gd name="csY5555" fmla="*/ 885330 h 1114920"/>
              <a:gd name="csX5556" fmla="*/ 957423 w 1723042"/>
              <a:gd name="csY5556" fmla="*/ 886637 h 1114920"/>
              <a:gd name="csX5557" fmla="*/ 957592 w 1723042"/>
              <a:gd name="csY5557" fmla="*/ 887936 h 1114920"/>
              <a:gd name="csX5558" fmla="*/ 957761 w 1723042"/>
              <a:gd name="csY5558" fmla="*/ 889226 h 1114920"/>
              <a:gd name="csX5559" fmla="*/ 957939 w 1723042"/>
              <a:gd name="csY5559" fmla="*/ 890516 h 1114920"/>
              <a:gd name="csX5560" fmla="*/ 958108 w 1723042"/>
              <a:gd name="csY5560" fmla="*/ 891797 h 1114920"/>
              <a:gd name="csX5561" fmla="*/ 958277 w 1723042"/>
              <a:gd name="csY5561" fmla="*/ 893078 h 1114920"/>
              <a:gd name="csX5562" fmla="*/ 958455 w 1723042"/>
              <a:gd name="csY5562" fmla="*/ 894351 h 1114920"/>
              <a:gd name="csX5563" fmla="*/ 958624 w 1723042"/>
              <a:gd name="csY5563" fmla="*/ 895623 h 1114920"/>
              <a:gd name="csX5564" fmla="*/ 958802 w 1723042"/>
              <a:gd name="csY5564" fmla="*/ 896886 h 1114920"/>
              <a:gd name="csX5565" fmla="*/ 958971 w 1723042"/>
              <a:gd name="csY5565" fmla="*/ 898140 h 1114920"/>
              <a:gd name="csX5566" fmla="*/ 959140 w 1723042"/>
              <a:gd name="csY5566" fmla="*/ 899395 h 1114920"/>
              <a:gd name="csX5567" fmla="*/ 959318 w 1723042"/>
              <a:gd name="csY5567" fmla="*/ 900640 h 1114920"/>
              <a:gd name="csX5568" fmla="*/ 959487 w 1723042"/>
              <a:gd name="csY5568" fmla="*/ 901886 h 1114920"/>
              <a:gd name="csX5569" fmla="*/ 959656 w 1723042"/>
              <a:gd name="csY5569" fmla="*/ 903122 h 1114920"/>
              <a:gd name="csX5570" fmla="*/ 959834 w 1723042"/>
              <a:gd name="csY5570" fmla="*/ 904359 h 1114920"/>
              <a:gd name="csX5571" fmla="*/ 960003 w 1723042"/>
              <a:gd name="csY5571" fmla="*/ 905587 h 1114920"/>
              <a:gd name="csX5572" fmla="*/ 960181 w 1723042"/>
              <a:gd name="csY5572" fmla="*/ 906806 h 1114920"/>
              <a:gd name="csX5573" fmla="*/ 960350 w 1723042"/>
              <a:gd name="csY5573" fmla="*/ 908024 h 1114920"/>
              <a:gd name="csX5574" fmla="*/ 960519 w 1723042"/>
              <a:gd name="csY5574" fmla="*/ 909234 h 1114920"/>
              <a:gd name="csX5575" fmla="*/ 960697 w 1723042"/>
              <a:gd name="csY5575" fmla="*/ 910444 h 1114920"/>
              <a:gd name="csX5576" fmla="*/ 960866 w 1723042"/>
              <a:gd name="csY5576" fmla="*/ 911645 h 1114920"/>
              <a:gd name="csX5577" fmla="*/ 961035 w 1723042"/>
              <a:gd name="csY5577" fmla="*/ 912846 h 1114920"/>
              <a:gd name="csX5578" fmla="*/ 961212 w 1723042"/>
              <a:gd name="csY5578" fmla="*/ 914038 h 1114920"/>
              <a:gd name="csX5579" fmla="*/ 961382 w 1723042"/>
              <a:gd name="csY5579" fmla="*/ 915230 h 1114920"/>
              <a:gd name="csX5580" fmla="*/ 961551 w 1723042"/>
              <a:gd name="csY5580" fmla="*/ 916414 h 1114920"/>
              <a:gd name="csX5581" fmla="*/ 961729 w 1723042"/>
              <a:gd name="csY5581" fmla="*/ 917588 h 1114920"/>
              <a:gd name="csX5582" fmla="*/ 961898 w 1723042"/>
              <a:gd name="csY5582" fmla="*/ 918762 h 1114920"/>
              <a:gd name="csX5583" fmla="*/ 962076 w 1723042"/>
              <a:gd name="csY5583" fmla="*/ 919928 h 1114920"/>
              <a:gd name="csX5584" fmla="*/ 962244 w 1723042"/>
              <a:gd name="csY5584" fmla="*/ 921093 h 1114920"/>
              <a:gd name="csX5585" fmla="*/ 962414 w 1723042"/>
              <a:gd name="csY5585" fmla="*/ 922250 h 1114920"/>
              <a:gd name="csX5586" fmla="*/ 962591 w 1723042"/>
              <a:gd name="csY5586" fmla="*/ 923397 h 1114920"/>
              <a:gd name="csX5587" fmla="*/ 962761 w 1723042"/>
              <a:gd name="csY5587" fmla="*/ 924545 h 1114920"/>
              <a:gd name="csX5588" fmla="*/ 962930 w 1723042"/>
              <a:gd name="csY5588" fmla="*/ 925693 h 1114920"/>
              <a:gd name="csX5589" fmla="*/ 963107 w 1723042"/>
              <a:gd name="csY5589" fmla="*/ 926831 h 1114920"/>
              <a:gd name="csX5590" fmla="*/ 963277 w 1723042"/>
              <a:gd name="csY5590" fmla="*/ 927961 h 1114920"/>
              <a:gd name="csX5591" fmla="*/ 963454 w 1723042"/>
              <a:gd name="csY5591" fmla="*/ 929091 h 1114920"/>
              <a:gd name="csX5592" fmla="*/ 963623 w 1723042"/>
              <a:gd name="csY5592" fmla="*/ 930212 h 1114920"/>
              <a:gd name="csX5593" fmla="*/ 963792 w 1723042"/>
              <a:gd name="csY5593" fmla="*/ 931333 h 1114920"/>
              <a:gd name="csX5594" fmla="*/ 963970 w 1723042"/>
              <a:gd name="csY5594" fmla="*/ 932445 h 1114920"/>
              <a:gd name="csX5595" fmla="*/ 964139 w 1723042"/>
              <a:gd name="csY5595" fmla="*/ 933557 h 1114920"/>
              <a:gd name="csX5596" fmla="*/ 964309 w 1723042"/>
              <a:gd name="csY5596" fmla="*/ 934660 h 1114920"/>
              <a:gd name="csX5597" fmla="*/ 964486 w 1723042"/>
              <a:gd name="csY5597" fmla="*/ 935755 h 1114920"/>
              <a:gd name="csX5598" fmla="*/ 964655 w 1723042"/>
              <a:gd name="csY5598" fmla="*/ 936849 h 1114920"/>
              <a:gd name="csX5599" fmla="*/ 964833 w 1723042"/>
              <a:gd name="csY5599" fmla="*/ 937943 h 1114920"/>
              <a:gd name="csX5600" fmla="*/ 965002 w 1723042"/>
              <a:gd name="csY5600" fmla="*/ 939028 h 1114920"/>
              <a:gd name="csX5601" fmla="*/ 965171 w 1723042"/>
              <a:gd name="csY5601" fmla="*/ 940105 h 1114920"/>
              <a:gd name="csX5602" fmla="*/ 965349 w 1723042"/>
              <a:gd name="csY5602" fmla="*/ 941181 h 1114920"/>
              <a:gd name="csX5603" fmla="*/ 965518 w 1723042"/>
              <a:gd name="csY5603" fmla="*/ 942249 h 1114920"/>
              <a:gd name="csX5604" fmla="*/ 965687 w 1723042"/>
              <a:gd name="csY5604" fmla="*/ 943317 h 1114920"/>
              <a:gd name="csX5605" fmla="*/ 965865 w 1723042"/>
              <a:gd name="csY5605" fmla="*/ 944375 h 1114920"/>
              <a:gd name="csX5606" fmla="*/ 966034 w 1723042"/>
              <a:gd name="csY5606" fmla="*/ 945434 h 1114920"/>
              <a:gd name="csX5607" fmla="*/ 966203 w 1723042"/>
              <a:gd name="csY5607" fmla="*/ 946484 h 1114920"/>
              <a:gd name="csX5608" fmla="*/ 966381 w 1723042"/>
              <a:gd name="csY5608" fmla="*/ 947525 h 1114920"/>
              <a:gd name="csX5609" fmla="*/ 966550 w 1723042"/>
              <a:gd name="csY5609" fmla="*/ 948565 h 1114920"/>
              <a:gd name="csX5610" fmla="*/ 966728 w 1723042"/>
              <a:gd name="csY5610" fmla="*/ 949606 h 1114920"/>
              <a:gd name="csX5611" fmla="*/ 966897 w 1723042"/>
              <a:gd name="csY5611" fmla="*/ 950638 h 1114920"/>
              <a:gd name="csX5612" fmla="*/ 967066 w 1723042"/>
              <a:gd name="csY5612" fmla="*/ 951662 h 1114920"/>
              <a:gd name="csX5613" fmla="*/ 967244 w 1723042"/>
              <a:gd name="csY5613" fmla="*/ 952685 h 1114920"/>
              <a:gd name="csX5614" fmla="*/ 967413 w 1723042"/>
              <a:gd name="csY5614" fmla="*/ 953699 h 1114920"/>
              <a:gd name="csX5615" fmla="*/ 967582 w 1723042"/>
              <a:gd name="csY5615" fmla="*/ 954713 h 1114920"/>
              <a:gd name="csX5616" fmla="*/ 967760 w 1723042"/>
              <a:gd name="csY5616" fmla="*/ 955718 h 1114920"/>
              <a:gd name="csX5617" fmla="*/ 967929 w 1723042"/>
              <a:gd name="csY5617" fmla="*/ 956724 h 1114920"/>
              <a:gd name="csX5618" fmla="*/ 968107 w 1723042"/>
              <a:gd name="csY5618" fmla="*/ 957720 h 1114920"/>
              <a:gd name="csX5619" fmla="*/ 968276 w 1723042"/>
              <a:gd name="csY5619" fmla="*/ 958716 h 1114920"/>
              <a:gd name="csX5620" fmla="*/ 968445 w 1723042"/>
              <a:gd name="csY5620" fmla="*/ 959704 h 1114920"/>
              <a:gd name="csX5621" fmla="*/ 968623 w 1723042"/>
              <a:gd name="csY5621" fmla="*/ 960691 h 1114920"/>
              <a:gd name="csX5622" fmla="*/ 968792 w 1723042"/>
              <a:gd name="csY5622" fmla="*/ 961670 h 1114920"/>
              <a:gd name="csX5623" fmla="*/ 968961 w 1723042"/>
              <a:gd name="csY5623" fmla="*/ 962640 h 1114920"/>
              <a:gd name="csX5624" fmla="*/ 969139 w 1723042"/>
              <a:gd name="csY5624" fmla="*/ 963609 h 1114920"/>
              <a:gd name="csX5625" fmla="*/ 969308 w 1723042"/>
              <a:gd name="csY5625" fmla="*/ 964579 h 1114920"/>
              <a:gd name="csX5626" fmla="*/ 969486 w 1723042"/>
              <a:gd name="csY5626" fmla="*/ 965540 h 1114920"/>
              <a:gd name="csX5627" fmla="*/ 969655 w 1723042"/>
              <a:gd name="csY5627" fmla="*/ 966492 h 1114920"/>
              <a:gd name="csX5628" fmla="*/ 969824 w 1723042"/>
              <a:gd name="csY5628" fmla="*/ 967444 h 1114920"/>
              <a:gd name="csX5629" fmla="*/ 970002 w 1723042"/>
              <a:gd name="csY5629" fmla="*/ 968396 h 1114920"/>
              <a:gd name="csX5630" fmla="*/ 970171 w 1723042"/>
              <a:gd name="csY5630" fmla="*/ 969339 h 1114920"/>
              <a:gd name="csX5631" fmla="*/ 970340 w 1723042"/>
              <a:gd name="csY5631" fmla="*/ 970273 h 1114920"/>
              <a:gd name="csX5632" fmla="*/ 970518 w 1723042"/>
              <a:gd name="csY5632" fmla="*/ 971207 h 1114920"/>
              <a:gd name="csX5633" fmla="*/ 970687 w 1723042"/>
              <a:gd name="csY5633" fmla="*/ 972132 h 1114920"/>
              <a:gd name="csX5634" fmla="*/ 970856 w 1723042"/>
              <a:gd name="csY5634" fmla="*/ 973057 h 1114920"/>
              <a:gd name="csX5635" fmla="*/ 971034 w 1723042"/>
              <a:gd name="csY5635" fmla="*/ 973983 h 1114920"/>
              <a:gd name="csX5636" fmla="*/ 971203 w 1723042"/>
              <a:gd name="csY5636" fmla="*/ 974890 h 1114920"/>
              <a:gd name="csX5637" fmla="*/ 971381 w 1723042"/>
              <a:gd name="csY5637" fmla="*/ 975806 h 1114920"/>
              <a:gd name="csX5638" fmla="*/ 971550 w 1723042"/>
              <a:gd name="csY5638" fmla="*/ 976714 h 1114920"/>
              <a:gd name="csX5639" fmla="*/ 971719 w 1723042"/>
              <a:gd name="csY5639" fmla="*/ 977612 h 1114920"/>
              <a:gd name="csX5640" fmla="*/ 971897 w 1723042"/>
              <a:gd name="csY5640" fmla="*/ 978511 h 1114920"/>
              <a:gd name="csX5641" fmla="*/ 972066 w 1723042"/>
              <a:gd name="csY5641" fmla="*/ 979401 h 1114920"/>
              <a:gd name="csX5642" fmla="*/ 972235 w 1723042"/>
              <a:gd name="csY5642" fmla="*/ 980290 h 1114920"/>
              <a:gd name="csX5643" fmla="*/ 972413 w 1723042"/>
              <a:gd name="csY5643" fmla="*/ 981171 h 1114920"/>
              <a:gd name="csX5644" fmla="*/ 972582 w 1723042"/>
              <a:gd name="csY5644" fmla="*/ 982052 h 1114920"/>
              <a:gd name="csX5645" fmla="*/ 972760 w 1723042"/>
              <a:gd name="csY5645" fmla="*/ 982932 h 1114920"/>
              <a:gd name="csX5646" fmla="*/ 972929 w 1723042"/>
              <a:gd name="csY5646" fmla="*/ 983795 h 1114920"/>
              <a:gd name="csX5647" fmla="*/ 973098 w 1723042"/>
              <a:gd name="csY5647" fmla="*/ 984667 h 1114920"/>
              <a:gd name="csX5648" fmla="*/ 973276 w 1723042"/>
              <a:gd name="csY5648" fmla="*/ 985530 h 1114920"/>
              <a:gd name="csX5649" fmla="*/ 973445 w 1723042"/>
              <a:gd name="csY5649" fmla="*/ 986384 h 1114920"/>
              <a:gd name="csX5650" fmla="*/ 973614 w 1723042"/>
              <a:gd name="csY5650" fmla="*/ 987238 h 1114920"/>
              <a:gd name="csX5651" fmla="*/ 973792 w 1723042"/>
              <a:gd name="csY5651" fmla="*/ 988084 h 1114920"/>
              <a:gd name="csX5652" fmla="*/ 973961 w 1723042"/>
              <a:gd name="csY5652" fmla="*/ 988929 h 1114920"/>
              <a:gd name="csX5653" fmla="*/ 974130 w 1723042"/>
              <a:gd name="csY5653" fmla="*/ 989765 h 1114920"/>
              <a:gd name="csX5654" fmla="*/ 974308 w 1723042"/>
              <a:gd name="csY5654" fmla="*/ 990601 h 1114920"/>
              <a:gd name="csX5655" fmla="*/ 974477 w 1723042"/>
              <a:gd name="csY5655" fmla="*/ 991438 h 1114920"/>
              <a:gd name="csX5656" fmla="*/ 974655 w 1723042"/>
              <a:gd name="csY5656" fmla="*/ 992265 h 1114920"/>
              <a:gd name="csX5657" fmla="*/ 974824 w 1723042"/>
              <a:gd name="csY5657" fmla="*/ 993083 h 1114920"/>
              <a:gd name="csX5658" fmla="*/ 974993 w 1723042"/>
              <a:gd name="csY5658" fmla="*/ 993902 h 1114920"/>
              <a:gd name="csX5659" fmla="*/ 975171 w 1723042"/>
              <a:gd name="csY5659" fmla="*/ 994720 h 1114920"/>
              <a:gd name="csX5660" fmla="*/ 975340 w 1723042"/>
              <a:gd name="csY5660" fmla="*/ 995530 h 1114920"/>
              <a:gd name="csX5661" fmla="*/ 975509 w 1723042"/>
              <a:gd name="csY5661" fmla="*/ 996331 h 1114920"/>
              <a:gd name="csX5662" fmla="*/ 975687 w 1723042"/>
              <a:gd name="csY5662" fmla="*/ 997131 h 1114920"/>
              <a:gd name="csX5663" fmla="*/ 975856 w 1723042"/>
              <a:gd name="csY5663" fmla="*/ 997932 h 1114920"/>
              <a:gd name="csX5664" fmla="*/ 976034 w 1723042"/>
              <a:gd name="csY5664" fmla="*/ 998724 h 1114920"/>
              <a:gd name="csX5665" fmla="*/ 976203 w 1723042"/>
              <a:gd name="csY5665" fmla="*/ 999515 h 1114920"/>
              <a:gd name="csX5666" fmla="*/ 976372 w 1723042"/>
              <a:gd name="csY5666" fmla="*/ 1000298 h 1114920"/>
              <a:gd name="csX5667" fmla="*/ 976550 w 1723042"/>
              <a:gd name="csY5667" fmla="*/ 1001081 h 1114920"/>
              <a:gd name="csX5668" fmla="*/ 976719 w 1723042"/>
              <a:gd name="csY5668" fmla="*/ 1001855 h 1114920"/>
              <a:gd name="csX5669" fmla="*/ 976888 w 1723042"/>
              <a:gd name="csY5669" fmla="*/ 1002629 h 1114920"/>
              <a:gd name="csX5670" fmla="*/ 977066 w 1723042"/>
              <a:gd name="csY5670" fmla="*/ 1003394 h 1114920"/>
              <a:gd name="csX5671" fmla="*/ 977235 w 1723042"/>
              <a:gd name="csY5671" fmla="*/ 1004159 h 1114920"/>
              <a:gd name="csX5672" fmla="*/ 977413 w 1723042"/>
              <a:gd name="csY5672" fmla="*/ 1004916 h 1114920"/>
              <a:gd name="csX5673" fmla="*/ 977582 w 1723042"/>
              <a:gd name="csY5673" fmla="*/ 1005672 h 1114920"/>
              <a:gd name="csX5674" fmla="*/ 977751 w 1723042"/>
              <a:gd name="csY5674" fmla="*/ 1006428 h 1114920"/>
              <a:gd name="csX5675" fmla="*/ 977929 w 1723042"/>
              <a:gd name="csY5675" fmla="*/ 1007175 h 1114920"/>
              <a:gd name="csX5676" fmla="*/ 978098 w 1723042"/>
              <a:gd name="csY5676" fmla="*/ 1007914 h 1114920"/>
              <a:gd name="csX5677" fmla="*/ 978267 w 1723042"/>
              <a:gd name="csY5677" fmla="*/ 1008652 h 1114920"/>
              <a:gd name="csX5678" fmla="*/ 978445 w 1723042"/>
              <a:gd name="csY5678" fmla="*/ 1009390 h 1114920"/>
              <a:gd name="csX5679" fmla="*/ 978614 w 1723042"/>
              <a:gd name="csY5679" fmla="*/ 1010120 h 1114920"/>
              <a:gd name="csX5680" fmla="*/ 978783 w 1723042"/>
              <a:gd name="csY5680" fmla="*/ 1010850 h 1114920"/>
              <a:gd name="csX5681" fmla="*/ 978961 w 1723042"/>
              <a:gd name="csY5681" fmla="*/ 1011570 h 1114920"/>
              <a:gd name="csX5682" fmla="*/ 979130 w 1723042"/>
              <a:gd name="csY5682" fmla="*/ 1012291 h 1114920"/>
              <a:gd name="csX5683" fmla="*/ 979308 w 1723042"/>
              <a:gd name="csY5683" fmla="*/ 1013011 h 1114920"/>
              <a:gd name="csX5684" fmla="*/ 979477 w 1723042"/>
              <a:gd name="csY5684" fmla="*/ 1013723 h 1114920"/>
              <a:gd name="csX5685" fmla="*/ 979646 w 1723042"/>
              <a:gd name="csY5685" fmla="*/ 1014426 h 1114920"/>
              <a:gd name="csX5686" fmla="*/ 979824 w 1723042"/>
              <a:gd name="csY5686" fmla="*/ 1015129 h 1114920"/>
              <a:gd name="csX5687" fmla="*/ 979993 w 1723042"/>
              <a:gd name="csY5687" fmla="*/ 1015832 h 1114920"/>
              <a:gd name="csX5688" fmla="*/ 980162 w 1723042"/>
              <a:gd name="csY5688" fmla="*/ 1016525 h 1114920"/>
              <a:gd name="csX5689" fmla="*/ 980340 w 1723042"/>
              <a:gd name="csY5689" fmla="*/ 1017219 h 1114920"/>
              <a:gd name="csX5690" fmla="*/ 980509 w 1723042"/>
              <a:gd name="csY5690" fmla="*/ 1017904 h 1114920"/>
              <a:gd name="csX5691" fmla="*/ 980687 w 1723042"/>
              <a:gd name="csY5691" fmla="*/ 1018589 h 1114920"/>
              <a:gd name="csX5692" fmla="*/ 980856 w 1723042"/>
              <a:gd name="csY5692" fmla="*/ 1019275 h 1114920"/>
              <a:gd name="csX5693" fmla="*/ 981025 w 1723042"/>
              <a:gd name="csY5693" fmla="*/ 1019951 h 1114920"/>
              <a:gd name="csX5694" fmla="*/ 981203 w 1723042"/>
              <a:gd name="csY5694" fmla="*/ 1020618 h 1114920"/>
              <a:gd name="csX5695" fmla="*/ 981372 w 1723042"/>
              <a:gd name="csY5695" fmla="*/ 1021285 h 1114920"/>
              <a:gd name="csX5696" fmla="*/ 981541 w 1723042"/>
              <a:gd name="csY5696" fmla="*/ 1021952 h 1114920"/>
              <a:gd name="csX5697" fmla="*/ 981719 w 1723042"/>
              <a:gd name="csY5697" fmla="*/ 1022611 h 1114920"/>
              <a:gd name="csX5698" fmla="*/ 981888 w 1723042"/>
              <a:gd name="csY5698" fmla="*/ 1023269 h 1114920"/>
              <a:gd name="csX5699" fmla="*/ 982057 w 1723042"/>
              <a:gd name="csY5699" fmla="*/ 1023927 h 1114920"/>
              <a:gd name="csX5700" fmla="*/ 982235 w 1723042"/>
              <a:gd name="csY5700" fmla="*/ 1024577 h 1114920"/>
              <a:gd name="csX5701" fmla="*/ 982404 w 1723042"/>
              <a:gd name="csY5701" fmla="*/ 1025226 h 1114920"/>
              <a:gd name="csX5702" fmla="*/ 982582 w 1723042"/>
              <a:gd name="csY5702" fmla="*/ 1025867 h 1114920"/>
              <a:gd name="csX5703" fmla="*/ 982751 w 1723042"/>
              <a:gd name="csY5703" fmla="*/ 1026507 h 1114920"/>
              <a:gd name="csX5704" fmla="*/ 982920 w 1723042"/>
              <a:gd name="csY5704" fmla="*/ 1027139 h 1114920"/>
              <a:gd name="csX5705" fmla="*/ 983098 w 1723042"/>
              <a:gd name="csY5705" fmla="*/ 1027771 h 1114920"/>
              <a:gd name="csX5706" fmla="*/ 983267 w 1723042"/>
              <a:gd name="csY5706" fmla="*/ 1028402 h 1114920"/>
              <a:gd name="csX5707" fmla="*/ 983436 w 1723042"/>
              <a:gd name="csY5707" fmla="*/ 1029025 h 1114920"/>
              <a:gd name="csX5708" fmla="*/ 983614 w 1723042"/>
              <a:gd name="csY5708" fmla="*/ 1029648 h 1114920"/>
              <a:gd name="csX5709" fmla="*/ 983783 w 1723042"/>
              <a:gd name="csY5709" fmla="*/ 1030262 h 1114920"/>
              <a:gd name="csX5710" fmla="*/ 983961 w 1723042"/>
              <a:gd name="csY5710" fmla="*/ 1030875 h 1114920"/>
              <a:gd name="csX5711" fmla="*/ 984130 w 1723042"/>
              <a:gd name="csY5711" fmla="*/ 1031480 h 1114920"/>
              <a:gd name="csX5712" fmla="*/ 984299 w 1723042"/>
              <a:gd name="csY5712" fmla="*/ 1032094 h 1114920"/>
              <a:gd name="csX5713" fmla="*/ 984477 w 1723042"/>
              <a:gd name="csY5713" fmla="*/ 1032690 h 1114920"/>
              <a:gd name="csX5714" fmla="*/ 984646 w 1723042"/>
              <a:gd name="csY5714" fmla="*/ 1033295 h 1114920"/>
              <a:gd name="csX5715" fmla="*/ 984815 w 1723042"/>
              <a:gd name="csY5715" fmla="*/ 1033891 h 1114920"/>
              <a:gd name="csX5716" fmla="*/ 984993 w 1723042"/>
              <a:gd name="csY5716" fmla="*/ 1034479 h 1114920"/>
              <a:gd name="csX5717" fmla="*/ 985162 w 1723042"/>
              <a:gd name="csY5717" fmla="*/ 1035066 h 1114920"/>
              <a:gd name="csX5718" fmla="*/ 985340 w 1723042"/>
              <a:gd name="csY5718" fmla="*/ 1035653 h 1114920"/>
              <a:gd name="csX5719" fmla="*/ 985509 w 1723042"/>
              <a:gd name="csY5719" fmla="*/ 1036231 h 1114920"/>
              <a:gd name="csX5720" fmla="*/ 985678 w 1723042"/>
              <a:gd name="csY5720" fmla="*/ 1036809 h 1114920"/>
              <a:gd name="csX5721" fmla="*/ 985856 w 1723042"/>
              <a:gd name="csY5721" fmla="*/ 1037388 h 1114920"/>
              <a:gd name="csX5722" fmla="*/ 986025 w 1723042"/>
              <a:gd name="csY5722" fmla="*/ 1037957 h 1114920"/>
              <a:gd name="csX5723" fmla="*/ 986194 w 1723042"/>
              <a:gd name="csY5723" fmla="*/ 1038526 h 1114920"/>
              <a:gd name="csX5724" fmla="*/ 986372 w 1723042"/>
              <a:gd name="csY5724" fmla="*/ 1039096 h 1114920"/>
              <a:gd name="csX5725" fmla="*/ 986541 w 1723042"/>
              <a:gd name="csY5725" fmla="*/ 1039656 h 1114920"/>
              <a:gd name="csX5726" fmla="*/ 986710 w 1723042"/>
              <a:gd name="csY5726" fmla="*/ 1040208 h 1114920"/>
              <a:gd name="csX5727" fmla="*/ 986888 w 1723042"/>
              <a:gd name="csY5727" fmla="*/ 1040768 h 1114920"/>
              <a:gd name="csX5728" fmla="*/ 987057 w 1723042"/>
              <a:gd name="csY5728" fmla="*/ 1041311 h 1114920"/>
              <a:gd name="csX5729" fmla="*/ 987235 w 1723042"/>
              <a:gd name="csY5729" fmla="*/ 1041863 h 1114920"/>
              <a:gd name="csX5730" fmla="*/ 987404 w 1723042"/>
              <a:gd name="csY5730" fmla="*/ 1042405 h 1114920"/>
              <a:gd name="csX5731" fmla="*/ 987573 w 1723042"/>
              <a:gd name="csY5731" fmla="*/ 1042948 h 1114920"/>
              <a:gd name="csX5732" fmla="*/ 987751 w 1723042"/>
              <a:gd name="csY5732" fmla="*/ 1043482 h 1114920"/>
              <a:gd name="csX5733" fmla="*/ 987920 w 1723042"/>
              <a:gd name="csY5733" fmla="*/ 1044016 h 1114920"/>
              <a:gd name="csX5734" fmla="*/ 988089 w 1723042"/>
              <a:gd name="csY5734" fmla="*/ 1044549 h 1114920"/>
              <a:gd name="csX5735" fmla="*/ 988267 w 1723042"/>
              <a:gd name="csY5735" fmla="*/ 1045074 h 1114920"/>
              <a:gd name="csX5736" fmla="*/ 988436 w 1723042"/>
              <a:gd name="csY5736" fmla="*/ 1045599 h 1114920"/>
              <a:gd name="csX5737" fmla="*/ 988614 w 1723042"/>
              <a:gd name="csY5737" fmla="*/ 1046124 h 1114920"/>
              <a:gd name="csX5738" fmla="*/ 988783 w 1723042"/>
              <a:gd name="csY5738" fmla="*/ 1046640 h 1114920"/>
              <a:gd name="csX5739" fmla="*/ 988952 w 1723042"/>
              <a:gd name="csY5739" fmla="*/ 1047156 h 1114920"/>
              <a:gd name="csX5740" fmla="*/ 989130 w 1723042"/>
              <a:gd name="csY5740" fmla="*/ 1047672 h 1114920"/>
              <a:gd name="csX5741" fmla="*/ 989299 w 1723042"/>
              <a:gd name="csY5741" fmla="*/ 1048179 h 1114920"/>
              <a:gd name="csX5742" fmla="*/ 989468 w 1723042"/>
              <a:gd name="csY5742" fmla="*/ 1048686 h 1114920"/>
              <a:gd name="csX5743" fmla="*/ 989646 w 1723042"/>
              <a:gd name="csY5743" fmla="*/ 1049184 h 1114920"/>
              <a:gd name="csX5744" fmla="*/ 989815 w 1723042"/>
              <a:gd name="csY5744" fmla="*/ 1049683 h 1114920"/>
              <a:gd name="csX5745" fmla="*/ 989984 w 1723042"/>
              <a:gd name="csY5745" fmla="*/ 1050181 h 1114920"/>
              <a:gd name="csX5746" fmla="*/ 990162 w 1723042"/>
              <a:gd name="csY5746" fmla="*/ 1050670 h 1114920"/>
              <a:gd name="csX5747" fmla="*/ 990331 w 1723042"/>
              <a:gd name="csY5747" fmla="*/ 1051159 h 1114920"/>
              <a:gd name="csX5748" fmla="*/ 990509 w 1723042"/>
              <a:gd name="csY5748" fmla="*/ 1051649 h 1114920"/>
              <a:gd name="csX5749" fmla="*/ 990678 w 1723042"/>
              <a:gd name="csY5749" fmla="*/ 1052129 h 1114920"/>
              <a:gd name="csX5750" fmla="*/ 990847 w 1723042"/>
              <a:gd name="csY5750" fmla="*/ 1052610 h 1114920"/>
              <a:gd name="csX5751" fmla="*/ 991024 w 1723042"/>
              <a:gd name="csY5751" fmla="*/ 1053090 h 1114920"/>
              <a:gd name="csX5752" fmla="*/ 991194 w 1723042"/>
              <a:gd name="csY5752" fmla="*/ 1053561 h 1114920"/>
              <a:gd name="csX5753" fmla="*/ 991363 w 1723042"/>
              <a:gd name="csY5753" fmla="*/ 1054033 h 1114920"/>
              <a:gd name="csX5754" fmla="*/ 991541 w 1723042"/>
              <a:gd name="csY5754" fmla="*/ 1054504 h 1114920"/>
              <a:gd name="csX5755" fmla="*/ 991710 w 1723042"/>
              <a:gd name="csY5755" fmla="*/ 1054967 h 1114920"/>
              <a:gd name="csX5756" fmla="*/ 991888 w 1723042"/>
              <a:gd name="csY5756" fmla="*/ 1055430 h 1114920"/>
              <a:gd name="csX5757" fmla="*/ 992057 w 1723042"/>
              <a:gd name="csY5757" fmla="*/ 1055892 h 1114920"/>
              <a:gd name="csX5758" fmla="*/ 992226 w 1723042"/>
              <a:gd name="csY5758" fmla="*/ 1056346 h 1114920"/>
              <a:gd name="csX5759" fmla="*/ 992403 w 1723042"/>
              <a:gd name="csY5759" fmla="*/ 1056800 h 1114920"/>
              <a:gd name="csX5760" fmla="*/ 992572 w 1723042"/>
              <a:gd name="csY5760" fmla="*/ 1057253 h 1114920"/>
              <a:gd name="csX5761" fmla="*/ 992742 w 1723042"/>
              <a:gd name="csY5761" fmla="*/ 1057698 h 1114920"/>
              <a:gd name="csX5762" fmla="*/ 992919 w 1723042"/>
              <a:gd name="csY5762" fmla="*/ 1058143 h 1114920"/>
              <a:gd name="csX5763" fmla="*/ 993089 w 1723042"/>
              <a:gd name="csY5763" fmla="*/ 1058588 h 1114920"/>
              <a:gd name="csX5764" fmla="*/ 993266 w 1723042"/>
              <a:gd name="csY5764" fmla="*/ 1059024 h 1114920"/>
              <a:gd name="csX5765" fmla="*/ 993435 w 1723042"/>
              <a:gd name="csY5765" fmla="*/ 1059460 h 1114920"/>
              <a:gd name="csX5766" fmla="*/ 993604 w 1723042"/>
              <a:gd name="csY5766" fmla="*/ 1059896 h 1114920"/>
              <a:gd name="csX5767" fmla="*/ 993782 w 1723042"/>
              <a:gd name="csY5767" fmla="*/ 1060323 h 1114920"/>
              <a:gd name="csX5768" fmla="*/ 993951 w 1723042"/>
              <a:gd name="csY5768" fmla="*/ 1060759 h 1114920"/>
              <a:gd name="csX5769" fmla="*/ 994121 w 1723042"/>
              <a:gd name="csY5769" fmla="*/ 1061177 h 1114920"/>
              <a:gd name="csX5770" fmla="*/ 994298 w 1723042"/>
              <a:gd name="csY5770" fmla="*/ 1061604 h 1114920"/>
              <a:gd name="csX5771" fmla="*/ 994467 w 1723042"/>
              <a:gd name="csY5771" fmla="*/ 1062022 h 1114920"/>
              <a:gd name="csX5772" fmla="*/ 994636 w 1723042"/>
              <a:gd name="csY5772" fmla="*/ 1062440 h 1114920"/>
              <a:gd name="csX5773" fmla="*/ 994814 w 1723042"/>
              <a:gd name="csY5773" fmla="*/ 1062849 h 1114920"/>
              <a:gd name="csX5774" fmla="*/ 994983 w 1723042"/>
              <a:gd name="csY5774" fmla="*/ 1063259 h 1114920"/>
              <a:gd name="csX5775" fmla="*/ 995161 w 1723042"/>
              <a:gd name="csY5775" fmla="*/ 1063668 h 1114920"/>
              <a:gd name="csX5776" fmla="*/ 995330 w 1723042"/>
              <a:gd name="csY5776" fmla="*/ 1064077 h 1114920"/>
              <a:gd name="csX5777" fmla="*/ 995499 w 1723042"/>
              <a:gd name="csY5777" fmla="*/ 1064477 h 1114920"/>
              <a:gd name="csX5778" fmla="*/ 995677 w 1723042"/>
              <a:gd name="csY5778" fmla="*/ 1064878 h 1114920"/>
              <a:gd name="csX5779" fmla="*/ 995846 w 1723042"/>
              <a:gd name="csY5779" fmla="*/ 1065278 h 1114920"/>
              <a:gd name="csX5780" fmla="*/ 996015 w 1723042"/>
              <a:gd name="csY5780" fmla="*/ 1065669 h 1114920"/>
              <a:gd name="csX5781" fmla="*/ 996193 w 1723042"/>
              <a:gd name="csY5781" fmla="*/ 1066061 h 1114920"/>
              <a:gd name="csX5782" fmla="*/ 996362 w 1723042"/>
              <a:gd name="csY5782" fmla="*/ 1066452 h 1114920"/>
              <a:gd name="csX5783" fmla="*/ 996540 w 1723042"/>
              <a:gd name="csY5783" fmla="*/ 1066844 h 1114920"/>
              <a:gd name="csX5784" fmla="*/ 996709 w 1723042"/>
              <a:gd name="csY5784" fmla="*/ 1067226 h 1114920"/>
              <a:gd name="csX5785" fmla="*/ 996878 w 1723042"/>
              <a:gd name="csY5785" fmla="*/ 1067609 h 1114920"/>
              <a:gd name="csX5786" fmla="*/ 997056 w 1723042"/>
              <a:gd name="csY5786" fmla="*/ 1067992 h 1114920"/>
              <a:gd name="csX5787" fmla="*/ 997225 w 1723042"/>
              <a:gd name="csY5787" fmla="*/ 1068365 h 1114920"/>
              <a:gd name="csX5788" fmla="*/ 997394 w 1723042"/>
              <a:gd name="csY5788" fmla="*/ 1068739 h 1114920"/>
              <a:gd name="csX5789" fmla="*/ 997572 w 1723042"/>
              <a:gd name="csY5789" fmla="*/ 1069112 h 1114920"/>
              <a:gd name="csX5790" fmla="*/ 997741 w 1723042"/>
              <a:gd name="csY5790" fmla="*/ 1069477 h 1114920"/>
              <a:gd name="csX5791" fmla="*/ 997919 w 1723042"/>
              <a:gd name="csY5791" fmla="*/ 1069851 h 1114920"/>
              <a:gd name="csX5792" fmla="*/ 998088 w 1723042"/>
              <a:gd name="csY5792" fmla="*/ 1070207 h 1114920"/>
              <a:gd name="csX5793" fmla="*/ 998257 w 1723042"/>
              <a:gd name="csY5793" fmla="*/ 1070571 h 1114920"/>
              <a:gd name="csX5794" fmla="*/ 998435 w 1723042"/>
              <a:gd name="csY5794" fmla="*/ 1070927 h 1114920"/>
              <a:gd name="csX5795" fmla="*/ 998604 w 1723042"/>
              <a:gd name="csY5795" fmla="*/ 1071292 h 1114920"/>
              <a:gd name="csX5796" fmla="*/ 998773 w 1723042"/>
              <a:gd name="csY5796" fmla="*/ 1071639 h 1114920"/>
              <a:gd name="csX5797" fmla="*/ 998951 w 1723042"/>
              <a:gd name="csY5797" fmla="*/ 1071995 h 1114920"/>
              <a:gd name="csX5798" fmla="*/ 999120 w 1723042"/>
              <a:gd name="csY5798" fmla="*/ 1072342 h 1114920"/>
              <a:gd name="csX5799" fmla="*/ 999289 w 1723042"/>
              <a:gd name="csY5799" fmla="*/ 1072689 h 1114920"/>
              <a:gd name="csX5800" fmla="*/ 999467 w 1723042"/>
              <a:gd name="csY5800" fmla="*/ 1073036 h 1114920"/>
              <a:gd name="csX5801" fmla="*/ 999636 w 1723042"/>
              <a:gd name="csY5801" fmla="*/ 1073374 h 1114920"/>
              <a:gd name="csX5802" fmla="*/ 999814 w 1723042"/>
              <a:gd name="csY5802" fmla="*/ 1073721 h 1114920"/>
              <a:gd name="csX5803" fmla="*/ 999983 w 1723042"/>
              <a:gd name="csY5803" fmla="*/ 1074059 h 1114920"/>
              <a:gd name="csX5804" fmla="*/ 1000152 w 1723042"/>
              <a:gd name="csY5804" fmla="*/ 1074388 h 1114920"/>
              <a:gd name="csX5805" fmla="*/ 1000330 w 1723042"/>
              <a:gd name="csY5805" fmla="*/ 1074726 h 1114920"/>
              <a:gd name="csX5806" fmla="*/ 1000499 w 1723042"/>
              <a:gd name="csY5806" fmla="*/ 1075055 h 1114920"/>
              <a:gd name="csX5807" fmla="*/ 1000668 w 1723042"/>
              <a:gd name="csY5807" fmla="*/ 1075384 h 1114920"/>
              <a:gd name="csX5808" fmla="*/ 1000846 w 1723042"/>
              <a:gd name="csY5808" fmla="*/ 1075705 h 1114920"/>
              <a:gd name="csX5809" fmla="*/ 1001015 w 1723042"/>
              <a:gd name="csY5809" fmla="*/ 1076034 h 1114920"/>
              <a:gd name="csX5810" fmla="*/ 1001193 w 1723042"/>
              <a:gd name="csY5810" fmla="*/ 1076354 h 1114920"/>
              <a:gd name="csX5811" fmla="*/ 1001362 w 1723042"/>
              <a:gd name="csY5811" fmla="*/ 1076674 h 1114920"/>
              <a:gd name="csX5812" fmla="*/ 1001531 w 1723042"/>
              <a:gd name="csY5812" fmla="*/ 1076986 h 1114920"/>
              <a:gd name="csX5813" fmla="*/ 1001709 w 1723042"/>
              <a:gd name="csY5813" fmla="*/ 1077306 h 1114920"/>
              <a:gd name="csX5814" fmla="*/ 1001878 w 1723042"/>
              <a:gd name="csY5814" fmla="*/ 1077617 h 1114920"/>
              <a:gd name="csX5815" fmla="*/ 1002047 w 1723042"/>
              <a:gd name="csY5815" fmla="*/ 1077929 h 1114920"/>
              <a:gd name="csX5816" fmla="*/ 1002225 w 1723042"/>
              <a:gd name="csY5816" fmla="*/ 1078231 h 1114920"/>
              <a:gd name="csX5817" fmla="*/ 1002394 w 1723042"/>
              <a:gd name="csY5817" fmla="*/ 1078543 h 1114920"/>
              <a:gd name="csX5818" fmla="*/ 1002563 w 1723042"/>
              <a:gd name="csY5818" fmla="*/ 1078845 h 1114920"/>
              <a:gd name="csX5819" fmla="*/ 1002741 w 1723042"/>
              <a:gd name="csY5819" fmla="*/ 1079148 h 1114920"/>
              <a:gd name="csX5820" fmla="*/ 1002910 w 1723042"/>
              <a:gd name="csY5820" fmla="*/ 1079441 h 1114920"/>
              <a:gd name="csX5821" fmla="*/ 1003088 w 1723042"/>
              <a:gd name="csY5821" fmla="*/ 1079744 h 1114920"/>
              <a:gd name="csX5822" fmla="*/ 1003257 w 1723042"/>
              <a:gd name="csY5822" fmla="*/ 1080037 h 1114920"/>
              <a:gd name="csX5823" fmla="*/ 1003426 w 1723042"/>
              <a:gd name="csY5823" fmla="*/ 1080331 h 1114920"/>
              <a:gd name="csX5824" fmla="*/ 1003604 w 1723042"/>
              <a:gd name="csY5824" fmla="*/ 1080616 h 1114920"/>
              <a:gd name="csX5825" fmla="*/ 1003773 w 1723042"/>
              <a:gd name="csY5825" fmla="*/ 1080909 h 1114920"/>
              <a:gd name="csX5826" fmla="*/ 1003942 w 1723042"/>
              <a:gd name="csY5826" fmla="*/ 1081194 h 1114920"/>
              <a:gd name="csX5827" fmla="*/ 1004120 w 1723042"/>
              <a:gd name="csY5827" fmla="*/ 1081478 h 1114920"/>
              <a:gd name="csX5828" fmla="*/ 1004289 w 1723042"/>
              <a:gd name="csY5828" fmla="*/ 1081763 h 1114920"/>
              <a:gd name="csX5829" fmla="*/ 1004467 w 1723042"/>
              <a:gd name="csY5829" fmla="*/ 1082039 h 1114920"/>
              <a:gd name="csX5830" fmla="*/ 1004636 w 1723042"/>
              <a:gd name="csY5830" fmla="*/ 1082324 h 1114920"/>
              <a:gd name="csX5831" fmla="*/ 1004805 w 1723042"/>
              <a:gd name="csY5831" fmla="*/ 1082599 h 1114920"/>
              <a:gd name="csX5832" fmla="*/ 1004983 w 1723042"/>
              <a:gd name="csY5832" fmla="*/ 1082866 h 1114920"/>
              <a:gd name="csX5833" fmla="*/ 1005152 w 1723042"/>
              <a:gd name="csY5833" fmla="*/ 1083142 h 1114920"/>
              <a:gd name="csX5834" fmla="*/ 1005321 w 1723042"/>
              <a:gd name="csY5834" fmla="*/ 1083409 h 1114920"/>
              <a:gd name="csX5835" fmla="*/ 1005499 w 1723042"/>
              <a:gd name="csY5835" fmla="*/ 1083685 h 1114920"/>
              <a:gd name="csX5836" fmla="*/ 1005668 w 1723042"/>
              <a:gd name="csY5836" fmla="*/ 1083952 h 1114920"/>
              <a:gd name="csX5837" fmla="*/ 1005846 w 1723042"/>
              <a:gd name="csY5837" fmla="*/ 1084210 h 1114920"/>
              <a:gd name="csX5838" fmla="*/ 1006015 w 1723042"/>
              <a:gd name="csY5838" fmla="*/ 1084477 h 1114920"/>
              <a:gd name="csX5839" fmla="*/ 1006184 w 1723042"/>
              <a:gd name="csY5839" fmla="*/ 1084735 h 1114920"/>
              <a:gd name="csX5840" fmla="*/ 1006362 w 1723042"/>
              <a:gd name="csY5840" fmla="*/ 1084993 h 1114920"/>
              <a:gd name="csX5841" fmla="*/ 1006531 w 1723042"/>
              <a:gd name="csY5841" fmla="*/ 1085251 h 1114920"/>
              <a:gd name="csX5842" fmla="*/ 1006700 w 1723042"/>
              <a:gd name="csY5842" fmla="*/ 1085509 h 1114920"/>
              <a:gd name="csX5843" fmla="*/ 1006878 w 1723042"/>
              <a:gd name="csY5843" fmla="*/ 1085758 h 1114920"/>
              <a:gd name="csX5844" fmla="*/ 1007047 w 1723042"/>
              <a:gd name="csY5844" fmla="*/ 1086007 h 1114920"/>
              <a:gd name="csX5845" fmla="*/ 1007216 w 1723042"/>
              <a:gd name="csY5845" fmla="*/ 1086256 h 1114920"/>
              <a:gd name="csX5846" fmla="*/ 1007394 w 1723042"/>
              <a:gd name="csY5846" fmla="*/ 1086505 h 1114920"/>
              <a:gd name="csX5847" fmla="*/ 1007563 w 1723042"/>
              <a:gd name="csY5847" fmla="*/ 1086754 h 1114920"/>
              <a:gd name="csX5848" fmla="*/ 1007741 w 1723042"/>
              <a:gd name="csY5848" fmla="*/ 1086994 h 1114920"/>
              <a:gd name="csX5849" fmla="*/ 1007910 w 1723042"/>
              <a:gd name="csY5849" fmla="*/ 1087234 h 1114920"/>
              <a:gd name="csX5850" fmla="*/ 1008079 w 1723042"/>
              <a:gd name="csY5850" fmla="*/ 1087475 h 1114920"/>
              <a:gd name="csX5851" fmla="*/ 1008257 w 1723042"/>
              <a:gd name="csY5851" fmla="*/ 1087715 h 1114920"/>
              <a:gd name="csX5852" fmla="*/ 1008426 w 1723042"/>
              <a:gd name="csY5852" fmla="*/ 1087955 h 1114920"/>
              <a:gd name="csX5853" fmla="*/ 1008595 w 1723042"/>
              <a:gd name="csY5853" fmla="*/ 1088186 h 1114920"/>
              <a:gd name="csX5854" fmla="*/ 1008773 w 1723042"/>
              <a:gd name="csY5854" fmla="*/ 1088418 h 1114920"/>
              <a:gd name="csX5855" fmla="*/ 1008942 w 1723042"/>
              <a:gd name="csY5855" fmla="*/ 1088649 h 1114920"/>
              <a:gd name="csX5856" fmla="*/ 1009120 w 1723042"/>
              <a:gd name="csY5856" fmla="*/ 1088880 h 1114920"/>
              <a:gd name="csX5857" fmla="*/ 1009289 w 1723042"/>
              <a:gd name="csY5857" fmla="*/ 1089103 h 1114920"/>
              <a:gd name="csX5858" fmla="*/ 1009458 w 1723042"/>
              <a:gd name="csY5858" fmla="*/ 1089334 h 1114920"/>
              <a:gd name="csX5859" fmla="*/ 1009636 w 1723042"/>
              <a:gd name="csY5859" fmla="*/ 1089557 h 1114920"/>
              <a:gd name="csX5860" fmla="*/ 1009805 w 1723042"/>
              <a:gd name="csY5860" fmla="*/ 1089779 h 1114920"/>
              <a:gd name="csX5861" fmla="*/ 1009974 w 1723042"/>
              <a:gd name="csY5861" fmla="*/ 1090001 h 1114920"/>
              <a:gd name="csX5862" fmla="*/ 1010152 w 1723042"/>
              <a:gd name="csY5862" fmla="*/ 1090215 h 1114920"/>
              <a:gd name="csX5863" fmla="*/ 1010321 w 1723042"/>
              <a:gd name="csY5863" fmla="*/ 1090437 h 1114920"/>
              <a:gd name="csX5864" fmla="*/ 1010490 w 1723042"/>
              <a:gd name="csY5864" fmla="*/ 1090651 h 1114920"/>
              <a:gd name="csX5865" fmla="*/ 1010668 w 1723042"/>
              <a:gd name="csY5865" fmla="*/ 1090864 h 1114920"/>
              <a:gd name="csX5866" fmla="*/ 1010837 w 1723042"/>
              <a:gd name="csY5866" fmla="*/ 1091078 h 1114920"/>
              <a:gd name="csX5867" fmla="*/ 1011015 w 1723042"/>
              <a:gd name="csY5867" fmla="*/ 1091291 h 1114920"/>
              <a:gd name="csX5868" fmla="*/ 1011184 w 1723042"/>
              <a:gd name="csY5868" fmla="*/ 1091496 h 1114920"/>
              <a:gd name="csX5869" fmla="*/ 1011353 w 1723042"/>
              <a:gd name="csY5869" fmla="*/ 1091709 h 1114920"/>
              <a:gd name="csX5870" fmla="*/ 1011531 w 1723042"/>
              <a:gd name="csY5870" fmla="*/ 1091914 h 1114920"/>
              <a:gd name="csX5871" fmla="*/ 1011700 w 1723042"/>
              <a:gd name="csY5871" fmla="*/ 1092119 h 1114920"/>
              <a:gd name="csX5872" fmla="*/ 1011869 w 1723042"/>
              <a:gd name="csY5872" fmla="*/ 1092323 h 1114920"/>
              <a:gd name="csX5873" fmla="*/ 1012047 w 1723042"/>
              <a:gd name="csY5873" fmla="*/ 1092519 h 1114920"/>
              <a:gd name="csX5874" fmla="*/ 1012216 w 1723042"/>
              <a:gd name="csY5874" fmla="*/ 1092724 h 1114920"/>
              <a:gd name="csX5875" fmla="*/ 1012394 w 1723042"/>
              <a:gd name="csY5875" fmla="*/ 1092919 h 1114920"/>
              <a:gd name="csX5876" fmla="*/ 1012563 w 1723042"/>
              <a:gd name="csY5876" fmla="*/ 1093115 h 1114920"/>
              <a:gd name="csX5877" fmla="*/ 1012732 w 1723042"/>
              <a:gd name="csY5877" fmla="*/ 1093311 h 1114920"/>
              <a:gd name="csX5878" fmla="*/ 1012910 w 1723042"/>
              <a:gd name="csY5878" fmla="*/ 1093506 h 1114920"/>
              <a:gd name="csX5879" fmla="*/ 1013079 w 1723042"/>
              <a:gd name="csY5879" fmla="*/ 1093693 h 1114920"/>
              <a:gd name="csX5880" fmla="*/ 1013248 w 1723042"/>
              <a:gd name="csY5880" fmla="*/ 1093889 h 1114920"/>
              <a:gd name="csX5881" fmla="*/ 1013426 w 1723042"/>
              <a:gd name="csY5881" fmla="*/ 1094076 h 1114920"/>
              <a:gd name="csX5882" fmla="*/ 1013595 w 1723042"/>
              <a:gd name="csY5882" fmla="*/ 1094263 h 1114920"/>
              <a:gd name="csX5883" fmla="*/ 1013773 w 1723042"/>
              <a:gd name="csY5883" fmla="*/ 1094450 h 1114920"/>
              <a:gd name="csX5884" fmla="*/ 1013942 w 1723042"/>
              <a:gd name="csY5884" fmla="*/ 1094636 h 1114920"/>
              <a:gd name="csX5885" fmla="*/ 1014111 w 1723042"/>
              <a:gd name="csY5885" fmla="*/ 1094814 h 1114920"/>
              <a:gd name="csX5886" fmla="*/ 1014289 w 1723042"/>
              <a:gd name="csY5886" fmla="*/ 1095001 h 1114920"/>
              <a:gd name="csX5887" fmla="*/ 1014458 w 1723042"/>
              <a:gd name="csY5887" fmla="*/ 1095179 h 1114920"/>
              <a:gd name="csX5888" fmla="*/ 1014627 w 1723042"/>
              <a:gd name="csY5888" fmla="*/ 1095357 h 1114920"/>
              <a:gd name="csX5889" fmla="*/ 1014805 w 1723042"/>
              <a:gd name="csY5889" fmla="*/ 1095535 h 1114920"/>
              <a:gd name="csX5890" fmla="*/ 1014974 w 1723042"/>
              <a:gd name="csY5890" fmla="*/ 1095713 h 1114920"/>
              <a:gd name="csX5891" fmla="*/ 1015143 w 1723042"/>
              <a:gd name="csY5891" fmla="*/ 1095882 h 1114920"/>
              <a:gd name="csX5892" fmla="*/ 1015321 w 1723042"/>
              <a:gd name="csY5892" fmla="*/ 1096060 h 1114920"/>
              <a:gd name="csX5893" fmla="*/ 1015490 w 1723042"/>
              <a:gd name="csY5893" fmla="*/ 1096229 h 1114920"/>
              <a:gd name="csX5894" fmla="*/ 1015668 w 1723042"/>
              <a:gd name="csY5894" fmla="*/ 1096398 h 1114920"/>
              <a:gd name="csX5895" fmla="*/ 1015837 w 1723042"/>
              <a:gd name="csY5895" fmla="*/ 1096567 h 1114920"/>
              <a:gd name="csX5896" fmla="*/ 1016006 w 1723042"/>
              <a:gd name="csY5896" fmla="*/ 1096736 h 1114920"/>
              <a:gd name="csX5897" fmla="*/ 1016184 w 1723042"/>
              <a:gd name="csY5897" fmla="*/ 1096905 h 1114920"/>
              <a:gd name="csX5898" fmla="*/ 1016353 w 1723042"/>
              <a:gd name="csY5898" fmla="*/ 1097065 h 1114920"/>
              <a:gd name="csX5899" fmla="*/ 1016522 w 1723042"/>
              <a:gd name="csY5899" fmla="*/ 1097234 h 1114920"/>
              <a:gd name="csX5900" fmla="*/ 1016700 w 1723042"/>
              <a:gd name="csY5900" fmla="*/ 1097394 h 1114920"/>
              <a:gd name="csX5901" fmla="*/ 1016869 w 1723042"/>
              <a:gd name="csY5901" fmla="*/ 1097554 h 1114920"/>
              <a:gd name="csX5902" fmla="*/ 1017047 w 1723042"/>
              <a:gd name="csY5902" fmla="*/ 1097714 h 1114920"/>
              <a:gd name="csX5903" fmla="*/ 1017216 w 1723042"/>
              <a:gd name="csY5903" fmla="*/ 1097875 h 1114920"/>
              <a:gd name="csX5904" fmla="*/ 1017385 w 1723042"/>
              <a:gd name="csY5904" fmla="*/ 1098026 h 1114920"/>
              <a:gd name="csX5905" fmla="*/ 1017563 w 1723042"/>
              <a:gd name="csY5905" fmla="*/ 1098186 h 1114920"/>
              <a:gd name="csX5906" fmla="*/ 1017732 w 1723042"/>
              <a:gd name="csY5906" fmla="*/ 1098337 h 1114920"/>
              <a:gd name="csX5907" fmla="*/ 1017901 w 1723042"/>
              <a:gd name="csY5907" fmla="*/ 1098497 h 1114920"/>
              <a:gd name="csX5908" fmla="*/ 1018079 w 1723042"/>
              <a:gd name="csY5908" fmla="*/ 1098649 h 1114920"/>
              <a:gd name="csX5909" fmla="*/ 1018248 w 1723042"/>
              <a:gd name="csY5909" fmla="*/ 1098800 h 1114920"/>
              <a:gd name="csX5910" fmla="*/ 1018426 w 1723042"/>
              <a:gd name="csY5910" fmla="*/ 1098942 h 1114920"/>
              <a:gd name="csX5911" fmla="*/ 1018595 w 1723042"/>
              <a:gd name="csY5911" fmla="*/ 1099093 h 1114920"/>
              <a:gd name="csX5912" fmla="*/ 1018764 w 1723042"/>
              <a:gd name="csY5912" fmla="*/ 1099245 h 1114920"/>
              <a:gd name="csX5913" fmla="*/ 1018942 w 1723042"/>
              <a:gd name="csY5913" fmla="*/ 1099387 h 1114920"/>
              <a:gd name="csX5914" fmla="*/ 1019111 w 1723042"/>
              <a:gd name="csY5914" fmla="*/ 1099529 h 1114920"/>
              <a:gd name="csX5915" fmla="*/ 1019280 w 1723042"/>
              <a:gd name="csY5915" fmla="*/ 1099672 h 1114920"/>
              <a:gd name="csX5916" fmla="*/ 1019458 w 1723042"/>
              <a:gd name="csY5916" fmla="*/ 1099814 h 1114920"/>
              <a:gd name="csX5917" fmla="*/ 1019627 w 1723042"/>
              <a:gd name="csY5917" fmla="*/ 1099956 h 1114920"/>
              <a:gd name="csX5918" fmla="*/ 1019796 w 1723042"/>
              <a:gd name="csY5918" fmla="*/ 1100099 h 1114920"/>
              <a:gd name="csX5919" fmla="*/ 1019974 w 1723042"/>
              <a:gd name="csY5919" fmla="*/ 1100241 h 1114920"/>
              <a:gd name="csX5920" fmla="*/ 1020143 w 1723042"/>
              <a:gd name="csY5920" fmla="*/ 1100375 h 1114920"/>
              <a:gd name="csX5921" fmla="*/ 1020321 w 1723042"/>
              <a:gd name="csY5921" fmla="*/ 1100517 h 1114920"/>
              <a:gd name="csX5922" fmla="*/ 1020490 w 1723042"/>
              <a:gd name="csY5922" fmla="*/ 1100650 h 1114920"/>
              <a:gd name="csX5923" fmla="*/ 1020659 w 1723042"/>
              <a:gd name="csY5923" fmla="*/ 1100784 h 1114920"/>
              <a:gd name="csX5924" fmla="*/ 1020837 w 1723042"/>
              <a:gd name="csY5924" fmla="*/ 1100917 h 1114920"/>
              <a:gd name="csX5925" fmla="*/ 1021006 w 1723042"/>
              <a:gd name="csY5925" fmla="*/ 1101051 h 1114920"/>
              <a:gd name="csX5926" fmla="*/ 1021175 w 1723042"/>
              <a:gd name="csY5926" fmla="*/ 1101175 h 1114920"/>
              <a:gd name="csX5927" fmla="*/ 1021353 w 1723042"/>
              <a:gd name="csY5927" fmla="*/ 1101309 h 1114920"/>
              <a:gd name="csX5928" fmla="*/ 1021522 w 1723042"/>
              <a:gd name="csY5928" fmla="*/ 1101433 h 1114920"/>
              <a:gd name="csX5929" fmla="*/ 1021700 w 1723042"/>
              <a:gd name="csY5929" fmla="*/ 1101567 h 1114920"/>
              <a:gd name="csX5930" fmla="*/ 1021869 w 1723042"/>
              <a:gd name="csY5930" fmla="*/ 1101691 h 1114920"/>
              <a:gd name="csX5931" fmla="*/ 1022037 w 1723042"/>
              <a:gd name="csY5931" fmla="*/ 1101816 h 1114920"/>
              <a:gd name="csX5932" fmla="*/ 1022215 w 1723042"/>
              <a:gd name="csY5932" fmla="*/ 1101940 h 1114920"/>
              <a:gd name="csX5933" fmla="*/ 1022384 w 1723042"/>
              <a:gd name="csY5933" fmla="*/ 1102065 h 1114920"/>
              <a:gd name="csX5934" fmla="*/ 1022554 w 1723042"/>
              <a:gd name="csY5934" fmla="*/ 1102189 h 1114920"/>
              <a:gd name="csX5935" fmla="*/ 1022731 w 1723042"/>
              <a:gd name="csY5935" fmla="*/ 1102305 h 1114920"/>
              <a:gd name="csX5936" fmla="*/ 1022901 w 1723042"/>
              <a:gd name="csY5936" fmla="*/ 1102430 h 1114920"/>
              <a:gd name="csX5937" fmla="*/ 1023070 w 1723042"/>
              <a:gd name="csY5937" fmla="*/ 1102545 h 1114920"/>
              <a:gd name="csX5938" fmla="*/ 1023248 w 1723042"/>
              <a:gd name="csY5938" fmla="*/ 1102670 h 1114920"/>
              <a:gd name="csX5939" fmla="*/ 1023416 w 1723042"/>
              <a:gd name="csY5939" fmla="*/ 1102786 h 1114920"/>
              <a:gd name="csX5940" fmla="*/ 1023594 w 1723042"/>
              <a:gd name="csY5940" fmla="*/ 1102901 h 1114920"/>
              <a:gd name="csX5941" fmla="*/ 1023763 w 1723042"/>
              <a:gd name="csY5941" fmla="*/ 1103017 h 1114920"/>
              <a:gd name="csX5942" fmla="*/ 1023932 w 1723042"/>
              <a:gd name="csY5942" fmla="*/ 1103133 h 1114920"/>
              <a:gd name="csX5943" fmla="*/ 1024110 w 1723042"/>
              <a:gd name="csY5943" fmla="*/ 1103239 h 1114920"/>
              <a:gd name="csX5944" fmla="*/ 1024279 w 1723042"/>
              <a:gd name="csY5944" fmla="*/ 1103355 h 1114920"/>
              <a:gd name="csX5945" fmla="*/ 1024449 w 1723042"/>
              <a:gd name="csY5945" fmla="*/ 1103470 h 1114920"/>
              <a:gd name="csX5946" fmla="*/ 1024626 w 1723042"/>
              <a:gd name="csY5946" fmla="*/ 1103577 h 1114920"/>
              <a:gd name="csX5947" fmla="*/ 1024795 w 1723042"/>
              <a:gd name="csY5947" fmla="*/ 1103684 h 1114920"/>
              <a:gd name="csX5948" fmla="*/ 1024973 w 1723042"/>
              <a:gd name="csY5948" fmla="*/ 1103800 h 1114920"/>
              <a:gd name="csX5949" fmla="*/ 1025142 w 1723042"/>
              <a:gd name="csY5949" fmla="*/ 1103907 h 1114920"/>
              <a:gd name="csX5950" fmla="*/ 1025311 w 1723042"/>
              <a:gd name="csY5950" fmla="*/ 1104013 h 1114920"/>
              <a:gd name="csX5951" fmla="*/ 1025489 w 1723042"/>
              <a:gd name="csY5951" fmla="*/ 1104120 h 1114920"/>
              <a:gd name="csX5952" fmla="*/ 1025658 w 1723042"/>
              <a:gd name="csY5952" fmla="*/ 1104218 h 1114920"/>
              <a:gd name="csX5953" fmla="*/ 1025827 w 1723042"/>
              <a:gd name="csY5953" fmla="*/ 1104325 h 1114920"/>
              <a:gd name="csX5954" fmla="*/ 1026005 w 1723042"/>
              <a:gd name="csY5954" fmla="*/ 1104431 h 1114920"/>
              <a:gd name="csX5955" fmla="*/ 1026174 w 1723042"/>
              <a:gd name="csY5955" fmla="*/ 1104529 h 1114920"/>
              <a:gd name="csX5956" fmla="*/ 1026352 w 1723042"/>
              <a:gd name="csY5956" fmla="*/ 1104627 h 1114920"/>
              <a:gd name="csX5957" fmla="*/ 1026521 w 1723042"/>
              <a:gd name="csY5957" fmla="*/ 1104734 h 1114920"/>
              <a:gd name="csX5958" fmla="*/ 1026690 w 1723042"/>
              <a:gd name="csY5958" fmla="*/ 1104832 h 1114920"/>
              <a:gd name="csX5959" fmla="*/ 1026868 w 1723042"/>
              <a:gd name="csY5959" fmla="*/ 1104930 h 1114920"/>
              <a:gd name="csX5960" fmla="*/ 1027037 w 1723042"/>
              <a:gd name="csY5960" fmla="*/ 1105027 h 1114920"/>
              <a:gd name="csX5961" fmla="*/ 1027206 w 1723042"/>
              <a:gd name="csY5961" fmla="*/ 1105125 h 1114920"/>
              <a:gd name="csX5962" fmla="*/ 1027384 w 1723042"/>
              <a:gd name="csY5962" fmla="*/ 1105223 h 1114920"/>
              <a:gd name="csX5963" fmla="*/ 1027553 w 1723042"/>
              <a:gd name="csY5963" fmla="*/ 1105312 h 1114920"/>
              <a:gd name="csX5964" fmla="*/ 1027722 w 1723042"/>
              <a:gd name="csY5964" fmla="*/ 1105410 h 1114920"/>
              <a:gd name="csX5965" fmla="*/ 1027900 w 1723042"/>
              <a:gd name="csY5965" fmla="*/ 1105508 h 1114920"/>
              <a:gd name="csX5966" fmla="*/ 1028069 w 1723042"/>
              <a:gd name="csY5966" fmla="*/ 1105597 h 1114920"/>
              <a:gd name="csX5967" fmla="*/ 1028247 w 1723042"/>
              <a:gd name="csY5967" fmla="*/ 1105686 h 1114920"/>
              <a:gd name="csX5968" fmla="*/ 1028416 w 1723042"/>
              <a:gd name="csY5968" fmla="*/ 1105784 h 1114920"/>
              <a:gd name="csX5969" fmla="*/ 1028585 w 1723042"/>
              <a:gd name="csY5969" fmla="*/ 1105873 h 1114920"/>
              <a:gd name="csX5970" fmla="*/ 1028763 w 1723042"/>
              <a:gd name="csY5970" fmla="*/ 1105962 h 1114920"/>
              <a:gd name="csX5971" fmla="*/ 1028932 w 1723042"/>
              <a:gd name="csY5971" fmla="*/ 1106050 h 1114920"/>
              <a:gd name="csX5972" fmla="*/ 1029101 w 1723042"/>
              <a:gd name="csY5972" fmla="*/ 1106139 h 1114920"/>
              <a:gd name="csX5973" fmla="*/ 1029279 w 1723042"/>
              <a:gd name="csY5973" fmla="*/ 1106220 h 1114920"/>
              <a:gd name="csX5974" fmla="*/ 1029448 w 1723042"/>
              <a:gd name="csY5974" fmla="*/ 1106309 h 1114920"/>
              <a:gd name="csX5975" fmla="*/ 1029626 w 1723042"/>
              <a:gd name="csY5975" fmla="*/ 1106397 h 1114920"/>
              <a:gd name="csX5976" fmla="*/ 1029795 w 1723042"/>
              <a:gd name="csY5976" fmla="*/ 1106477 h 1114920"/>
              <a:gd name="csX5977" fmla="*/ 1029964 w 1723042"/>
              <a:gd name="csY5977" fmla="*/ 1106567 h 1114920"/>
              <a:gd name="csX5978" fmla="*/ 1030142 w 1723042"/>
              <a:gd name="csY5978" fmla="*/ 1106647 h 1114920"/>
              <a:gd name="csX5979" fmla="*/ 1030311 w 1723042"/>
              <a:gd name="csY5979" fmla="*/ 1106727 h 1114920"/>
              <a:gd name="csX5980" fmla="*/ 1030480 w 1723042"/>
              <a:gd name="csY5980" fmla="*/ 1106816 h 1114920"/>
              <a:gd name="csX5981" fmla="*/ 1030658 w 1723042"/>
              <a:gd name="csY5981" fmla="*/ 1106896 h 1114920"/>
              <a:gd name="csX5982" fmla="*/ 1030827 w 1723042"/>
              <a:gd name="csY5982" fmla="*/ 1106976 h 1114920"/>
              <a:gd name="csX5983" fmla="*/ 1030996 w 1723042"/>
              <a:gd name="csY5983" fmla="*/ 1107056 h 1114920"/>
              <a:gd name="csX5984" fmla="*/ 1031174 w 1723042"/>
              <a:gd name="csY5984" fmla="*/ 1107136 h 1114920"/>
              <a:gd name="csX5985" fmla="*/ 1031343 w 1723042"/>
              <a:gd name="csY5985" fmla="*/ 1107207 h 1114920"/>
              <a:gd name="csX5986" fmla="*/ 1031521 w 1723042"/>
              <a:gd name="csY5986" fmla="*/ 1107287 h 1114920"/>
              <a:gd name="csX5987" fmla="*/ 1031690 w 1723042"/>
              <a:gd name="csY5987" fmla="*/ 1107367 h 1114920"/>
              <a:gd name="csX5988" fmla="*/ 1031859 w 1723042"/>
              <a:gd name="csY5988" fmla="*/ 1107438 h 1114920"/>
              <a:gd name="csX5989" fmla="*/ 1032037 w 1723042"/>
              <a:gd name="csY5989" fmla="*/ 1107518 h 1114920"/>
              <a:gd name="csX5990" fmla="*/ 1032206 w 1723042"/>
              <a:gd name="csY5990" fmla="*/ 1107590 h 1114920"/>
              <a:gd name="csX5991" fmla="*/ 1032375 w 1723042"/>
              <a:gd name="csY5991" fmla="*/ 1107661 h 1114920"/>
              <a:gd name="csX5992" fmla="*/ 1032553 w 1723042"/>
              <a:gd name="csY5992" fmla="*/ 1107741 h 1114920"/>
              <a:gd name="csX5993" fmla="*/ 1032722 w 1723042"/>
              <a:gd name="csY5993" fmla="*/ 1107812 h 1114920"/>
              <a:gd name="csX5994" fmla="*/ 1032900 w 1723042"/>
              <a:gd name="csY5994" fmla="*/ 1107883 h 1114920"/>
              <a:gd name="csX5995" fmla="*/ 1033069 w 1723042"/>
              <a:gd name="csY5995" fmla="*/ 1107954 h 1114920"/>
              <a:gd name="csX5996" fmla="*/ 1033238 w 1723042"/>
              <a:gd name="csY5996" fmla="*/ 1108026 h 1114920"/>
              <a:gd name="csX5997" fmla="*/ 1033416 w 1723042"/>
              <a:gd name="csY5997" fmla="*/ 1108097 h 1114920"/>
              <a:gd name="csX5998" fmla="*/ 1033585 w 1723042"/>
              <a:gd name="csY5998" fmla="*/ 1108168 h 1114920"/>
              <a:gd name="csX5999" fmla="*/ 1033754 w 1723042"/>
              <a:gd name="csY5999" fmla="*/ 1108230 h 1114920"/>
              <a:gd name="csX6000" fmla="*/ 1033932 w 1723042"/>
              <a:gd name="csY6000" fmla="*/ 1108301 h 1114920"/>
              <a:gd name="csX6001" fmla="*/ 1034101 w 1723042"/>
              <a:gd name="csY6001" fmla="*/ 1108372 h 1114920"/>
              <a:gd name="csX6002" fmla="*/ 1034279 w 1723042"/>
              <a:gd name="csY6002" fmla="*/ 1108435 h 1114920"/>
              <a:gd name="csX6003" fmla="*/ 1034448 w 1723042"/>
              <a:gd name="csY6003" fmla="*/ 1108506 h 1114920"/>
              <a:gd name="csX6004" fmla="*/ 1034617 w 1723042"/>
              <a:gd name="csY6004" fmla="*/ 1108568 h 1114920"/>
              <a:gd name="csX6005" fmla="*/ 1034795 w 1723042"/>
              <a:gd name="csY6005" fmla="*/ 1108630 h 1114920"/>
              <a:gd name="csX6006" fmla="*/ 1034964 w 1723042"/>
              <a:gd name="csY6006" fmla="*/ 1108693 h 1114920"/>
              <a:gd name="csX6007" fmla="*/ 1035133 w 1723042"/>
              <a:gd name="csY6007" fmla="*/ 1108764 h 1114920"/>
              <a:gd name="csX6008" fmla="*/ 1035311 w 1723042"/>
              <a:gd name="csY6008" fmla="*/ 1108826 h 1114920"/>
              <a:gd name="csX6009" fmla="*/ 1035480 w 1723042"/>
              <a:gd name="csY6009" fmla="*/ 1108888 h 1114920"/>
              <a:gd name="csX6010" fmla="*/ 1035649 w 1723042"/>
              <a:gd name="csY6010" fmla="*/ 1108951 h 1114920"/>
              <a:gd name="csX6011" fmla="*/ 1035827 w 1723042"/>
              <a:gd name="csY6011" fmla="*/ 1109013 h 1114920"/>
              <a:gd name="csX6012" fmla="*/ 1035996 w 1723042"/>
              <a:gd name="csY6012" fmla="*/ 1109075 h 1114920"/>
              <a:gd name="csX6013" fmla="*/ 1036174 w 1723042"/>
              <a:gd name="csY6013" fmla="*/ 1109129 h 1114920"/>
              <a:gd name="csX6014" fmla="*/ 1036343 w 1723042"/>
              <a:gd name="csY6014" fmla="*/ 1109191 h 1114920"/>
              <a:gd name="csX6015" fmla="*/ 1036512 w 1723042"/>
              <a:gd name="csY6015" fmla="*/ 1109253 h 1114920"/>
              <a:gd name="csX6016" fmla="*/ 1036690 w 1723042"/>
              <a:gd name="csY6016" fmla="*/ 1109307 h 1114920"/>
              <a:gd name="csX6017" fmla="*/ 1036859 w 1723042"/>
              <a:gd name="csY6017" fmla="*/ 1109369 h 1114920"/>
              <a:gd name="csX6018" fmla="*/ 1037028 w 1723042"/>
              <a:gd name="csY6018" fmla="*/ 1109422 h 1114920"/>
              <a:gd name="csX6019" fmla="*/ 1037206 w 1723042"/>
              <a:gd name="csY6019" fmla="*/ 1109484 h 1114920"/>
              <a:gd name="csX6020" fmla="*/ 1037375 w 1723042"/>
              <a:gd name="csY6020" fmla="*/ 1109538 h 1114920"/>
              <a:gd name="csX6021" fmla="*/ 1037553 w 1723042"/>
              <a:gd name="csY6021" fmla="*/ 1109591 h 1114920"/>
              <a:gd name="csX6022" fmla="*/ 1037722 w 1723042"/>
              <a:gd name="csY6022" fmla="*/ 1109654 h 1114920"/>
              <a:gd name="csX6023" fmla="*/ 1037891 w 1723042"/>
              <a:gd name="csY6023" fmla="*/ 1109707 h 1114920"/>
              <a:gd name="csX6024" fmla="*/ 1038069 w 1723042"/>
              <a:gd name="csY6024" fmla="*/ 1109760 h 1114920"/>
              <a:gd name="csX6025" fmla="*/ 1038238 w 1723042"/>
              <a:gd name="csY6025" fmla="*/ 1109814 h 1114920"/>
              <a:gd name="csX6026" fmla="*/ 1038407 w 1723042"/>
              <a:gd name="csY6026" fmla="*/ 1109867 h 1114920"/>
              <a:gd name="csX6027" fmla="*/ 1038585 w 1723042"/>
              <a:gd name="csY6027" fmla="*/ 1109920 h 1114920"/>
              <a:gd name="csX6028" fmla="*/ 1038754 w 1723042"/>
              <a:gd name="csY6028" fmla="*/ 1109974 h 1114920"/>
              <a:gd name="csX6029" fmla="*/ 1038923 w 1723042"/>
              <a:gd name="csY6029" fmla="*/ 1110027 h 1114920"/>
              <a:gd name="csX6030" fmla="*/ 1039101 w 1723042"/>
              <a:gd name="csY6030" fmla="*/ 1110072 h 1114920"/>
              <a:gd name="csX6031" fmla="*/ 1039270 w 1723042"/>
              <a:gd name="csY6031" fmla="*/ 1110125 h 1114920"/>
              <a:gd name="csX6032" fmla="*/ 1039448 w 1723042"/>
              <a:gd name="csY6032" fmla="*/ 1110178 h 1114920"/>
              <a:gd name="csX6033" fmla="*/ 1039617 w 1723042"/>
              <a:gd name="csY6033" fmla="*/ 1110223 h 1114920"/>
              <a:gd name="csX6034" fmla="*/ 1039786 w 1723042"/>
              <a:gd name="csY6034" fmla="*/ 1110276 h 1114920"/>
              <a:gd name="csX6035" fmla="*/ 1039964 w 1723042"/>
              <a:gd name="csY6035" fmla="*/ 1110330 h 1114920"/>
              <a:gd name="csX6036" fmla="*/ 1040133 w 1723042"/>
              <a:gd name="csY6036" fmla="*/ 1110374 h 1114920"/>
              <a:gd name="csX6037" fmla="*/ 1040302 w 1723042"/>
              <a:gd name="csY6037" fmla="*/ 1110419 h 1114920"/>
              <a:gd name="csX6038" fmla="*/ 1040480 w 1723042"/>
              <a:gd name="csY6038" fmla="*/ 1110472 h 1114920"/>
              <a:gd name="csX6039" fmla="*/ 1040649 w 1723042"/>
              <a:gd name="csY6039" fmla="*/ 1110517 h 1114920"/>
              <a:gd name="csX6040" fmla="*/ 1040827 w 1723042"/>
              <a:gd name="csY6040" fmla="*/ 1110561 h 1114920"/>
              <a:gd name="csX6041" fmla="*/ 1040996 w 1723042"/>
              <a:gd name="csY6041" fmla="*/ 1110614 h 1114920"/>
              <a:gd name="csX6042" fmla="*/ 1041165 w 1723042"/>
              <a:gd name="csY6042" fmla="*/ 1110659 h 1114920"/>
              <a:gd name="csX6043" fmla="*/ 1041343 w 1723042"/>
              <a:gd name="csY6043" fmla="*/ 1110703 h 1114920"/>
              <a:gd name="csX6044" fmla="*/ 1041512 w 1723042"/>
              <a:gd name="csY6044" fmla="*/ 1110748 h 1114920"/>
              <a:gd name="csX6045" fmla="*/ 1041681 w 1723042"/>
              <a:gd name="csY6045" fmla="*/ 1110792 h 1114920"/>
              <a:gd name="csX6046" fmla="*/ 1041859 w 1723042"/>
              <a:gd name="csY6046" fmla="*/ 1110837 h 1114920"/>
              <a:gd name="csX6047" fmla="*/ 1042028 w 1723042"/>
              <a:gd name="csY6047" fmla="*/ 1110881 h 1114920"/>
              <a:gd name="csX6048" fmla="*/ 1042206 w 1723042"/>
              <a:gd name="csY6048" fmla="*/ 1110926 h 1114920"/>
              <a:gd name="csX6049" fmla="*/ 1042375 w 1723042"/>
              <a:gd name="csY6049" fmla="*/ 1110961 h 1114920"/>
              <a:gd name="csX6050" fmla="*/ 1042544 w 1723042"/>
              <a:gd name="csY6050" fmla="*/ 1111006 h 1114920"/>
              <a:gd name="csX6051" fmla="*/ 1042722 w 1723042"/>
              <a:gd name="csY6051" fmla="*/ 1111050 h 1114920"/>
              <a:gd name="csX6052" fmla="*/ 1042891 w 1723042"/>
              <a:gd name="csY6052" fmla="*/ 1111086 h 1114920"/>
              <a:gd name="csX6053" fmla="*/ 1043060 w 1723042"/>
              <a:gd name="csY6053" fmla="*/ 1111130 h 1114920"/>
              <a:gd name="csX6054" fmla="*/ 1043238 w 1723042"/>
              <a:gd name="csY6054" fmla="*/ 1111175 h 1114920"/>
              <a:gd name="csX6055" fmla="*/ 1043407 w 1723042"/>
              <a:gd name="csY6055" fmla="*/ 1111210 h 1114920"/>
              <a:gd name="csX6056" fmla="*/ 1043576 w 1723042"/>
              <a:gd name="csY6056" fmla="*/ 1111255 h 1114920"/>
              <a:gd name="csX6057" fmla="*/ 1043754 w 1723042"/>
              <a:gd name="csY6057" fmla="*/ 1111290 h 1114920"/>
              <a:gd name="csX6058" fmla="*/ 1043923 w 1723042"/>
              <a:gd name="csY6058" fmla="*/ 1111335 h 1114920"/>
              <a:gd name="csX6059" fmla="*/ 1044101 w 1723042"/>
              <a:gd name="csY6059" fmla="*/ 1111371 h 1114920"/>
              <a:gd name="csX6060" fmla="*/ 1044270 w 1723042"/>
              <a:gd name="csY6060" fmla="*/ 1111406 h 1114920"/>
              <a:gd name="csX6061" fmla="*/ 1044439 w 1723042"/>
              <a:gd name="csY6061" fmla="*/ 1111442 h 1114920"/>
              <a:gd name="csX6062" fmla="*/ 1044617 w 1723042"/>
              <a:gd name="csY6062" fmla="*/ 1111486 h 1114920"/>
              <a:gd name="csX6063" fmla="*/ 1044786 w 1723042"/>
              <a:gd name="csY6063" fmla="*/ 1111522 h 1114920"/>
              <a:gd name="csX6064" fmla="*/ 1044955 w 1723042"/>
              <a:gd name="csY6064" fmla="*/ 1111557 h 1114920"/>
              <a:gd name="csX6065" fmla="*/ 1045133 w 1723042"/>
              <a:gd name="csY6065" fmla="*/ 1111593 h 1114920"/>
              <a:gd name="csX6066" fmla="*/ 1045302 w 1723042"/>
              <a:gd name="csY6066" fmla="*/ 1111629 h 1114920"/>
              <a:gd name="csX6067" fmla="*/ 1045480 w 1723042"/>
              <a:gd name="csY6067" fmla="*/ 1111664 h 1114920"/>
              <a:gd name="csX6068" fmla="*/ 1045649 w 1723042"/>
              <a:gd name="csY6068" fmla="*/ 1111700 h 1114920"/>
              <a:gd name="csX6069" fmla="*/ 1045818 w 1723042"/>
              <a:gd name="csY6069" fmla="*/ 1111735 h 1114920"/>
              <a:gd name="csX6070" fmla="*/ 1045996 w 1723042"/>
              <a:gd name="csY6070" fmla="*/ 1111771 h 1114920"/>
              <a:gd name="csX6071" fmla="*/ 1046165 w 1723042"/>
              <a:gd name="csY6071" fmla="*/ 1111807 h 1114920"/>
              <a:gd name="csX6072" fmla="*/ 1046334 w 1723042"/>
              <a:gd name="csY6072" fmla="*/ 1111842 h 1114920"/>
              <a:gd name="csX6073" fmla="*/ 1046512 w 1723042"/>
              <a:gd name="csY6073" fmla="*/ 1111878 h 1114920"/>
              <a:gd name="csX6074" fmla="*/ 1046681 w 1723042"/>
              <a:gd name="csY6074" fmla="*/ 1111904 h 1114920"/>
              <a:gd name="csX6075" fmla="*/ 1046859 w 1723042"/>
              <a:gd name="csY6075" fmla="*/ 1111940 h 1114920"/>
              <a:gd name="csX6076" fmla="*/ 1047028 w 1723042"/>
              <a:gd name="csY6076" fmla="*/ 1111976 h 1114920"/>
              <a:gd name="csX6077" fmla="*/ 1047197 w 1723042"/>
              <a:gd name="csY6077" fmla="*/ 1112002 h 1114920"/>
              <a:gd name="csX6078" fmla="*/ 1047375 w 1723042"/>
              <a:gd name="csY6078" fmla="*/ 1112038 h 1114920"/>
              <a:gd name="csX6079" fmla="*/ 1047544 w 1723042"/>
              <a:gd name="csY6079" fmla="*/ 1112064 h 1114920"/>
              <a:gd name="csX6080" fmla="*/ 1047713 w 1723042"/>
              <a:gd name="csY6080" fmla="*/ 1112100 h 1114920"/>
              <a:gd name="csX6081" fmla="*/ 1047891 w 1723042"/>
              <a:gd name="csY6081" fmla="*/ 1112127 h 1114920"/>
              <a:gd name="csX6082" fmla="*/ 1048060 w 1723042"/>
              <a:gd name="csY6082" fmla="*/ 1112162 h 1114920"/>
              <a:gd name="csX6083" fmla="*/ 1048229 w 1723042"/>
              <a:gd name="csY6083" fmla="*/ 1112189 h 1114920"/>
              <a:gd name="csX6084" fmla="*/ 1048407 w 1723042"/>
              <a:gd name="csY6084" fmla="*/ 1112225 h 1114920"/>
              <a:gd name="csX6085" fmla="*/ 1048576 w 1723042"/>
              <a:gd name="csY6085" fmla="*/ 1112251 h 1114920"/>
              <a:gd name="csX6086" fmla="*/ 1048754 w 1723042"/>
              <a:gd name="csY6086" fmla="*/ 1112278 h 1114920"/>
              <a:gd name="csX6087" fmla="*/ 1048923 w 1723042"/>
              <a:gd name="csY6087" fmla="*/ 1112314 h 1114920"/>
              <a:gd name="csX6088" fmla="*/ 1049092 w 1723042"/>
              <a:gd name="csY6088" fmla="*/ 1112340 h 1114920"/>
              <a:gd name="csX6089" fmla="*/ 1049270 w 1723042"/>
              <a:gd name="csY6089" fmla="*/ 1112367 h 1114920"/>
              <a:gd name="csX6090" fmla="*/ 1049439 w 1723042"/>
              <a:gd name="csY6090" fmla="*/ 1112394 h 1114920"/>
              <a:gd name="csX6091" fmla="*/ 1049608 w 1723042"/>
              <a:gd name="csY6091" fmla="*/ 1112429 h 1114920"/>
              <a:gd name="csX6092" fmla="*/ 1049786 w 1723042"/>
              <a:gd name="csY6092" fmla="*/ 1112456 h 1114920"/>
              <a:gd name="csX6093" fmla="*/ 1049955 w 1723042"/>
              <a:gd name="csY6093" fmla="*/ 1112483 h 1114920"/>
              <a:gd name="csX6094" fmla="*/ 1050133 w 1723042"/>
              <a:gd name="csY6094" fmla="*/ 1112509 h 1114920"/>
              <a:gd name="csX6095" fmla="*/ 1050302 w 1723042"/>
              <a:gd name="csY6095" fmla="*/ 1112536 h 1114920"/>
              <a:gd name="csX6096" fmla="*/ 1050471 w 1723042"/>
              <a:gd name="csY6096" fmla="*/ 1112563 h 1114920"/>
              <a:gd name="csX6097" fmla="*/ 1050649 w 1723042"/>
              <a:gd name="csY6097" fmla="*/ 1112589 h 1114920"/>
              <a:gd name="csX6098" fmla="*/ 1050818 w 1723042"/>
              <a:gd name="csY6098" fmla="*/ 1112616 h 1114920"/>
              <a:gd name="csX6099" fmla="*/ 1050987 w 1723042"/>
              <a:gd name="csY6099" fmla="*/ 1112643 h 1114920"/>
              <a:gd name="csX6100" fmla="*/ 1051165 w 1723042"/>
              <a:gd name="csY6100" fmla="*/ 1112669 h 1114920"/>
              <a:gd name="csX6101" fmla="*/ 1051334 w 1723042"/>
              <a:gd name="csY6101" fmla="*/ 1112687 h 1114920"/>
              <a:gd name="csX6102" fmla="*/ 1051503 w 1723042"/>
              <a:gd name="csY6102" fmla="*/ 1112714 h 1114920"/>
              <a:gd name="csX6103" fmla="*/ 1051681 w 1723042"/>
              <a:gd name="csY6103" fmla="*/ 1112741 h 1114920"/>
              <a:gd name="csX6104" fmla="*/ 1051850 w 1723042"/>
              <a:gd name="csY6104" fmla="*/ 1112767 h 1114920"/>
              <a:gd name="csX6105" fmla="*/ 1052028 w 1723042"/>
              <a:gd name="csY6105" fmla="*/ 1112785 h 1114920"/>
              <a:gd name="csX6106" fmla="*/ 1052197 w 1723042"/>
              <a:gd name="csY6106" fmla="*/ 1112812 h 1114920"/>
              <a:gd name="csX6107" fmla="*/ 1052366 w 1723042"/>
              <a:gd name="csY6107" fmla="*/ 1112838 h 1114920"/>
              <a:gd name="csX6108" fmla="*/ 1052543 w 1723042"/>
              <a:gd name="csY6108" fmla="*/ 1112856 h 1114920"/>
              <a:gd name="csX6109" fmla="*/ 1052713 w 1723042"/>
              <a:gd name="csY6109" fmla="*/ 1112883 h 1114920"/>
              <a:gd name="csX6110" fmla="*/ 1052882 w 1723042"/>
              <a:gd name="csY6110" fmla="*/ 1112910 h 1114920"/>
              <a:gd name="csX6111" fmla="*/ 1053060 w 1723042"/>
              <a:gd name="csY6111" fmla="*/ 1112927 h 1114920"/>
              <a:gd name="csX6112" fmla="*/ 1053229 w 1723042"/>
              <a:gd name="csY6112" fmla="*/ 1112954 h 1114920"/>
              <a:gd name="csX6113" fmla="*/ 1053406 w 1723042"/>
              <a:gd name="csY6113" fmla="*/ 1112972 h 1114920"/>
              <a:gd name="csX6114" fmla="*/ 1053576 w 1723042"/>
              <a:gd name="csY6114" fmla="*/ 1112999 h 1114920"/>
              <a:gd name="csX6115" fmla="*/ 1053744 w 1723042"/>
              <a:gd name="csY6115" fmla="*/ 1113016 h 1114920"/>
              <a:gd name="csX6116" fmla="*/ 1053922 w 1723042"/>
              <a:gd name="csY6116" fmla="*/ 1113043 h 1114920"/>
              <a:gd name="csX6117" fmla="*/ 1054091 w 1723042"/>
              <a:gd name="csY6117" fmla="*/ 1113061 h 1114920"/>
              <a:gd name="csX6118" fmla="*/ 1054261 w 1723042"/>
              <a:gd name="csY6118" fmla="*/ 1113079 h 1114920"/>
              <a:gd name="csX6119" fmla="*/ 1054438 w 1723042"/>
              <a:gd name="csY6119" fmla="*/ 1113105 h 1114920"/>
              <a:gd name="csX6120" fmla="*/ 1054608 w 1723042"/>
              <a:gd name="csY6120" fmla="*/ 1113123 h 1114920"/>
              <a:gd name="csX6121" fmla="*/ 1054785 w 1723042"/>
              <a:gd name="csY6121" fmla="*/ 1113141 h 1114920"/>
              <a:gd name="csX6122" fmla="*/ 1054954 w 1723042"/>
              <a:gd name="csY6122" fmla="*/ 1113168 h 1114920"/>
              <a:gd name="csX6123" fmla="*/ 1055123 w 1723042"/>
              <a:gd name="csY6123" fmla="*/ 1113185 h 1114920"/>
              <a:gd name="csX6124" fmla="*/ 1055301 w 1723042"/>
              <a:gd name="csY6124" fmla="*/ 1113203 h 1114920"/>
              <a:gd name="csX6125" fmla="*/ 1055470 w 1723042"/>
              <a:gd name="csY6125" fmla="*/ 1113221 h 1114920"/>
              <a:gd name="csX6126" fmla="*/ 1055639 w 1723042"/>
              <a:gd name="csY6126" fmla="*/ 1113248 h 1114920"/>
              <a:gd name="csX6127" fmla="*/ 1055817 w 1723042"/>
              <a:gd name="csY6127" fmla="*/ 1113265 h 1114920"/>
              <a:gd name="csX6128" fmla="*/ 1055986 w 1723042"/>
              <a:gd name="csY6128" fmla="*/ 1113283 h 1114920"/>
              <a:gd name="csX6129" fmla="*/ 1056156 w 1723042"/>
              <a:gd name="csY6129" fmla="*/ 1113301 h 1114920"/>
              <a:gd name="csX6130" fmla="*/ 1056333 w 1723042"/>
              <a:gd name="csY6130" fmla="*/ 1113319 h 1114920"/>
              <a:gd name="csX6131" fmla="*/ 1056502 w 1723042"/>
              <a:gd name="csY6131" fmla="*/ 1113337 h 1114920"/>
              <a:gd name="csX6132" fmla="*/ 1056680 w 1723042"/>
              <a:gd name="csY6132" fmla="*/ 1113355 h 1114920"/>
              <a:gd name="csX6133" fmla="*/ 1056849 w 1723042"/>
              <a:gd name="csY6133" fmla="*/ 1113372 h 1114920"/>
              <a:gd name="csX6134" fmla="*/ 1057018 w 1723042"/>
              <a:gd name="csY6134" fmla="*/ 1113390 h 1114920"/>
              <a:gd name="csX6135" fmla="*/ 1057196 w 1723042"/>
              <a:gd name="csY6135" fmla="*/ 1113408 h 1114920"/>
              <a:gd name="csX6136" fmla="*/ 1057365 w 1723042"/>
              <a:gd name="csY6136" fmla="*/ 1113426 h 1114920"/>
              <a:gd name="csX6137" fmla="*/ 1057534 w 1723042"/>
              <a:gd name="csY6137" fmla="*/ 1113443 h 1114920"/>
              <a:gd name="csX6138" fmla="*/ 1057712 w 1723042"/>
              <a:gd name="csY6138" fmla="*/ 1113461 h 1114920"/>
              <a:gd name="csX6139" fmla="*/ 1057881 w 1723042"/>
              <a:gd name="csY6139" fmla="*/ 1113479 h 1114920"/>
              <a:gd name="csX6140" fmla="*/ 1058059 w 1723042"/>
              <a:gd name="csY6140" fmla="*/ 1113497 h 1114920"/>
              <a:gd name="csX6141" fmla="*/ 1058228 w 1723042"/>
              <a:gd name="csY6141" fmla="*/ 1113515 h 1114920"/>
              <a:gd name="csX6142" fmla="*/ 1058397 w 1723042"/>
              <a:gd name="csY6142" fmla="*/ 1113532 h 1114920"/>
              <a:gd name="csX6143" fmla="*/ 1058575 w 1723042"/>
              <a:gd name="csY6143" fmla="*/ 1113541 h 1114920"/>
              <a:gd name="csX6144" fmla="*/ 1058744 w 1723042"/>
              <a:gd name="csY6144" fmla="*/ 1113559 h 1114920"/>
              <a:gd name="csX6145" fmla="*/ 1058913 w 1723042"/>
              <a:gd name="csY6145" fmla="*/ 1113577 h 1114920"/>
              <a:gd name="csX6146" fmla="*/ 1059091 w 1723042"/>
              <a:gd name="csY6146" fmla="*/ 1113595 h 1114920"/>
              <a:gd name="csX6147" fmla="*/ 1059260 w 1723042"/>
              <a:gd name="csY6147" fmla="*/ 1113612 h 1114920"/>
              <a:gd name="csX6148" fmla="*/ 1059429 w 1723042"/>
              <a:gd name="csY6148" fmla="*/ 1113621 h 1114920"/>
              <a:gd name="csX6149" fmla="*/ 1059607 w 1723042"/>
              <a:gd name="csY6149" fmla="*/ 1113639 h 1114920"/>
              <a:gd name="csX6150" fmla="*/ 1059776 w 1723042"/>
              <a:gd name="csY6150" fmla="*/ 1113657 h 1114920"/>
              <a:gd name="csX6151" fmla="*/ 1059954 w 1723042"/>
              <a:gd name="csY6151" fmla="*/ 1113666 h 1114920"/>
              <a:gd name="csX6152" fmla="*/ 1060123 w 1723042"/>
              <a:gd name="csY6152" fmla="*/ 1113684 h 1114920"/>
              <a:gd name="csX6153" fmla="*/ 1060292 w 1723042"/>
              <a:gd name="csY6153" fmla="*/ 1113701 h 1114920"/>
              <a:gd name="csX6154" fmla="*/ 1060470 w 1723042"/>
              <a:gd name="csY6154" fmla="*/ 1113710 h 1114920"/>
              <a:gd name="csX6155" fmla="*/ 1060639 w 1723042"/>
              <a:gd name="csY6155" fmla="*/ 1113728 h 1114920"/>
              <a:gd name="csX6156" fmla="*/ 1060808 w 1723042"/>
              <a:gd name="csY6156" fmla="*/ 1113737 h 1114920"/>
              <a:gd name="csX6157" fmla="*/ 1060986 w 1723042"/>
              <a:gd name="csY6157" fmla="*/ 1113755 h 1114920"/>
              <a:gd name="csX6158" fmla="*/ 1061155 w 1723042"/>
              <a:gd name="csY6158" fmla="*/ 1113773 h 1114920"/>
              <a:gd name="csX6159" fmla="*/ 1061333 w 1723042"/>
              <a:gd name="csY6159" fmla="*/ 1113782 h 1114920"/>
              <a:gd name="csX6160" fmla="*/ 1061502 w 1723042"/>
              <a:gd name="csY6160" fmla="*/ 1113799 h 1114920"/>
              <a:gd name="csX6161" fmla="*/ 1061671 w 1723042"/>
              <a:gd name="csY6161" fmla="*/ 1113808 h 1114920"/>
              <a:gd name="csX6162" fmla="*/ 1061849 w 1723042"/>
              <a:gd name="csY6162" fmla="*/ 1113826 h 1114920"/>
              <a:gd name="csX6163" fmla="*/ 1062018 w 1723042"/>
              <a:gd name="csY6163" fmla="*/ 1113835 h 1114920"/>
              <a:gd name="csX6164" fmla="*/ 1062187 w 1723042"/>
              <a:gd name="csY6164" fmla="*/ 1113853 h 1114920"/>
              <a:gd name="csX6165" fmla="*/ 1062365 w 1723042"/>
              <a:gd name="csY6165" fmla="*/ 1113862 h 1114920"/>
              <a:gd name="csX6166" fmla="*/ 1062534 w 1723042"/>
              <a:gd name="csY6166" fmla="*/ 1113870 h 1114920"/>
              <a:gd name="csX6167" fmla="*/ 1062712 w 1723042"/>
              <a:gd name="csY6167" fmla="*/ 1113888 h 1114920"/>
              <a:gd name="csX6168" fmla="*/ 1062881 w 1723042"/>
              <a:gd name="csY6168" fmla="*/ 1113897 h 1114920"/>
              <a:gd name="csX6169" fmla="*/ 1063050 w 1723042"/>
              <a:gd name="csY6169" fmla="*/ 1113915 h 1114920"/>
              <a:gd name="csX6170" fmla="*/ 1063228 w 1723042"/>
              <a:gd name="csY6170" fmla="*/ 1113924 h 1114920"/>
              <a:gd name="csX6171" fmla="*/ 1063397 w 1723042"/>
              <a:gd name="csY6171" fmla="*/ 1113933 h 1114920"/>
              <a:gd name="csX6172" fmla="*/ 1063566 w 1723042"/>
              <a:gd name="csY6172" fmla="*/ 1113951 h 1114920"/>
              <a:gd name="csX6173" fmla="*/ 1063744 w 1723042"/>
              <a:gd name="csY6173" fmla="*/ 1113959 h 1114920"/>
              <a:gd name="csX6174" fmla="*/ 1063913 w 1723042"/>
              <a:gd name="csY6174" fmla="*/ 1113968 h 1114920"/>
              <a:gd name="csX6175" fmla="*/ 1064082 w 1723042"/>
              <a:gd name="csY6175" fmla="*/ 1113977 h 1114920"/>
              <a:gd name="csX6176" fmla="*/ 1064260 w 1723042"/>
              <a:gd name="csY6176" fmla="*/ 1113995 h 1114920"/>
              <a:gd name="csX6177" fmla="*/ 1064429 w 1723042"/>
              <a:gd name="csY6177" fmla="*/ 1114004 h 1114920"/>
              <a:gd name="csX6178" fmla="*/ 1064607 w 1723042"/>
              <a:gd name="csY6178" fmla="*/ 1114013 h 1114920"/>
              <a:gd name="csX6179" fmla="*/ 1064776 w 1723042"/>
              <a:gd name="csY6179" fmla="*/ 1114022 h 1114920"/>
              <a:gd name="csX6180" fmla="*/ 1064945 w 1723042"/>
              <a:gd name="csY6180" fmla="*/ 1114039 h 1114920"/>
              <a:gd name="csX6181" fmla="*/ 1065123 w 1723042"/>
              <a:gd name="csY6181" fmla="*/ 1114048 h 1114920"/>
              <a:gd name="csX6182" fmla="*/ 1065292 w 1723042"/>
              <a:gd name="csY6182" fmla="*/ 1114057 h 1114920"/>
              <a:gd name="csX6183" fmla="*/ 1065461 w 1723042"/>
              <a:gd name="csY6183" fmla="*/ 1114066 h 1114920"/>
              <a:gd name="csX6184" fmla="*/ 1065639 w 1723042"/>
              <a:gd name="csY6184" fmla="*/ 1114075 h 1114920"/>
              <a:gd name="csX6185" fmla="*/ 1065808 w 1723042"/>
              <a:gd name="csY6185" fmla="*/ 1114084 h 1114920"/>
              <a:gd name="csX6186" fmla="*/ 1065986 w 1723042"/>
              <a:gd name="csY6186" fmla="*/ 1114102 h 1114920"/>
              <a:gd name="csX6187" fmla="*/ 1066155 w 1723042"/>
              <a:gd name="csY6187" fmla="*/ 1114111 h 1114920"/>
              <a:gd name="csX6188" fmla="*/ 1066324 w 1723042"/>
              <a:gd name="csY6188" fmla="*/ 1114120 h 1114920"/>
              <a:gd name="csX6189" fmla="*/ 1066502 w 1723042"/>
              <a:gd name="csY6189" fmla="*/ 1114129 h 1114920"/>
              <a:gd name="csX6190" fmla="*/ 1066671 w 1723042"/>
              <a:gd name="csY6190" fmla="*/ 1114137 h 1114920"/>
              <a:gd name="csX6191" fmla="*/ 1066840 w 1723042"/>
              <a:gd name="csY6191" fmla="*/ 1114146 h 1114920"/>
              <a:gd name="csX6192" fmla="*/ 1067018 w 1723042"/>
              <a:gd name="csY6192" fmla="*/ 1114155 h 1114920"/>
              <a:gd name="csX6193" fmla="*/ 1067187 w 1723042"/>
              <a:gd name="csY6193" fmla="*/ 1114164 h 1114920"/>
              <a:gd name="csX6194" fmla="*/ 1067356 w 1723042"/>
              <a:gd name="csY6194" fmla="*/ 1114173 h 1114920"/>
              <a:gd name="csX6195" fmla="*/ 1067534 w 1723042"/>
              <a:gd name="csY6195" fmla="*/ 1114182 h 1114920"/>
              <a:gd name="csX6196" fmla="*/ 1067703 w 1723042"/>
              <a:gd name="csY6196" fmla="*/ 1114191 h 1114920"/>
              <a:gd name="csX6197" fmla="*/ 1067881 w 1723042"/>
              <a:gd name="csY6197" fmla="*/ 1114200 h 1114920"/>
              <a:gd name="csX6198" fmla="*/ 1068050 w 1723042"/>
              <a:gd name="csY6198" fmla="*/ 1114209 h 1114920"/>
              <a:gd name="csX6199" fmla="*/ 1068219 w 1723042"/>
              <a:gd name="csY6199" fmla="*/ 1114217 h 1114920"/>
              <a:gd name="csX6200" fmla="*/ 1068397 w 1723042"/>
              <a:gd name="csY6200" fmla="*/ 1114226 h 1114920"/>
              <a:gd name="csX6201" fmla="*/ 1068566 w 1723042"/>
              <a:gd name="csY6201" fmla="*/ 1114235 h 1114920"/>
              <a:gd name="csX6202" fmla="*/ 1068735 w 1723042"/>
              <a:gd name="csY6202" fmla="*/ 1114244 h 1114920"/>
              <a:gd name="csX6203" fmla="*/ 1068913 w 1723042"/>
              <a:gd name="csY6203" fmla="*/ 1114253 h 1114920"/>
              <a:gd name="csX6204" fmla="*/ 1069082 w 1723042"/>
              <a:gd name="csY6204" fmla="*/ 1114262 h 1114920"/>
              <a:gd name="csX6205" fmla="*/ 1069260 w 1723042"/>
              <a:gd name="csY6205" fmla="*/ 1114271 h 1114920"/>
              <a:gd name="csX6206" fmla="*/ 1069429 w 1723042"/>
              <a:gd name="csY6206" fmla="*/ 1114280 h 1114920"/>
              <a:gd name="csX6207" fmla="*/ 1069598 w 1723042"/>
              <a:gd name="csY6207" fmla="*/ 1114289 h 1114920"/>
              <a:gd name="csX6208" fmla="*/ 1069776 w 1723042"/>
              <a:gd name="csY6208" fmla="*/ 1114297 h 1114920"/>
              <a:gd name="csX6209" fmla="*/ 1069945 w 1723042"/>
              <a:gd name="csY6209" fmla="*/ 1114297 h 1114920"/>
              <a:gd name="csX6210" fmla="*/ 1070114 w 1723042"/>
              <a:gd name="csY6210" fmla="*/ 1114306 h 1114920"/>
              <a:gd name="csX6211" fmla="*/ 1070292 w 1723042"/>
              <a:gd name="csY6211" fmla="*/ 1114315 h 1114920"/>
              <a:gd name="csX6212" fmla="*/ 1070461 w 1723042"/>
              <a:gd name="csY6212" fmla="*/ 1114324 h 1114920"/>
              <a:gd name="csX6213" fmla="*/ 1070639 w 1723042"/>
              <a:gd name="csY6213" fmla="*/ 1114333 h 1114920"/>
              <a:gd name="csX6214" fmla="*/ 1070808 w 1723042"/>
              <a:gd name="csY6214" fmla="*/ 1114342 h 1114920"/>
              <a:gd name="csX6215" fmla="*/ 1070977 w 1723042"/>
              <a:gd name="csY6215" fmla="*/ 1114342 h 1114920"/>
              <a:gd name="csX6216" fmla="*/ 1071155 w 1723042"/>
              <a:gd name="csY6216" fmla="*/ 1114351 h 1114920"/>
              <a:gd name="csX6217" fmla="*/ 1071324 w 1723042"/>
              <a:gd name="csY6217" fmla="*/ 1114360 h 1114920"/>
              <a:gd name="csX6218" fmla="*/ 1071493 w 1723042"/>
              <a:gd name="csY6218" fmla="*/ 1114369 h 1114920"/>
              <a:gd name="csX6219" fmla="*/ 1071671 w 1723042"/>
              <a:gd name="csY6219" fmla="*/ 1114378 h 1114920"/>
              <a:gd name="csX6220" fmla="*/ 1071840 w 1723042"/>
              <a:gd name="csY6220" fmla="*/ 1114378 h 1114920"/>
              <a:gd name="csX6221" fmla="*/ 1072009 w 1723042"/>
              <a:gd name="csY6221" fmla="*/ 1114386 h 1114920"/>
              <a:gd name="csX6222" fmla="*/ 1072187 w 1723042"/>
              <a:gd name="csY6222" fmla="*/ 1114395 h 1114920"/>
              <a:gd name="csX6223" fmla="*/ 1072356 w 1723042"/>
              <a:gd name="csY6223" fmla="*/ 1114404 h 1114920"/>
              <a:gd name="csX6224" fmla="*/ 1072534 w 1723042"/>
              <a:gd name="csY6224" fmla="*/ 1114404 h 1114920"/>
              <a:gd name="csX6225" fmla="*/ 1072703 w 1723042"/>
              <a:gd name="csY6225" fmla="*/ 1114413 h 1114920"/>
              <a:gd name="csX6226" fmla="*/ 1072872 w 1723042"/>
              <a:gd name="csY6226" fmla="*/ 1114422 h 1114920"/>
              <a:gd name="csX6227" fmla="*/ 1073050 w 1723042"/>
              <a:gd name="csY6227" fmla="*/ 1114422 h 1114920"/>
              <a:gd name="csX6228" fmla="*/ 1073219 w 1723042"/>
              <a:gd name="csY6228" fmla="*/ 1114431 h 1114920"/>
              <a:gd name="csX6229" fmla="*/ 1073388 w 1723042"/>
              <a:gd name="csY6229" fmla="*/ 1114440 h 1114920"/>
              <a:gd name="csX6230" fmla="*/ 1073566 w 1723042"/>
              <a:gd name="csY6230" fmla="*/ 1114449 h 1114920"/>
              <a:gd name="csX6231" fmla="*/ 1073735 w 1723042"/>
              <a:gd name="csY6231" fmla="*/ 1114449 h 1114920"/>
              <a:gd name="csX6232" fmla="*/ 1073913 w 1723042"/>
              <a:gd name="csY6232" fmla="*/ 1114458 h 1114920"/>
              <a:gd name="csX6233" fmla="*/ 1074082 w 1723042"/>
              <a:gd name="csY6233" fmla="*/ 1114467 h 1114920"/>
              <a:gd name="csX6234" fmla="*/ 1074251 w 1723042"/>
              <a:gd name="csY6234" fmla="*/ 1114467 h 1114920"/>
              <a:gd name="csX6235" fmla="*/ 1074429 w 1723042"/>
              <a:gd name="csY6235" fmla="*/ 1114475 h 1114920"/>
              <a:gd name="csX6236" fmla="*/ 1074598 w 1723042"/>
              <a:gd name="csY6236" fmla="*/ 1114475 h 1114920"/>
              <a:gd name="csX6237" fmla="*/ 1074767 w 1723042"/>
              <a:gd name="csY6237" fmla="*/ 1114484 h 1114920"/>
              <a:gd name="csX6238" fmla="*/ 1074945 w 1723042"/>
              <a:gd name="csY6238" fmla="*/ 1114493 h 1114920"/>
              <a:gd name="csX6239" fmla="*/ 1075114 w 1723042"/>
              <a:gd name="csY6239" fmla="*/ 1114493 h 1114920"/>
              <a:gd name="csX6240" fmla="*/ 1075292 w 1723042"/>
              <a:gd name="csY6240" fmla="*/ 1114502 h 1114920"/>
              <a:gd name="csX6241" fmla="*/ 1075461 w 1723042"/>
              <a:gd name="csY6241" fmla="*/ 1114511 h 1114920"/>
              <a:gd name="csX6242" fmla="*/ 1075630 w 1723042"/>
              <a:gd name="csY6242" fmla="*/ 1114511 h 1114920"/>
              <a:gd name="csX6243" fmla="*/ 1075808 w 1723042"/>
              <a:gd name="csY6243" fmla="*/ 1114520 h 1114920"/>
              <a:gd name="csX6244" fmla="*/ 1075977 w 1723042"/>
              <a:gd name="csY6244" fmla="*/ 1114520 h 1114920"/>
              <a:gd name="csX6245" fmla="*/ 1076146 w 1723042"/>
              <a:gd name="csY6245" fmla="*/ 1114529 h 1114920"/>
              <a:gd name="csX6246" fmla="*/ 1076324 w 1723042"/>
              <a:gd name="csY6246" fmla="*/ 1114529 h 1114920"/>
              <a:gd name="csX6247" fmla="*/ 1076493 w 1723042"/>
              <a:gd name="csY6247" fmla="*/ 1114538 h 1114920"/>
              <a:gd name="csX6248" fmla="*/ 1076662 w 1723042"/>
              <a:gd name="csY6248" fmla="*/ 1114547 h 1114920"/>
              <a:gd name="csX6249" fmla="*/ 1076840 w 1723042"/>
              <a:gd name="csY6249" fmla="*/ 1114547 h 1114920"/>
              <a:gd name="csX6250" fmla="*/ 1077009 w 1723042"/>
              <a:gd name="csY6250" fmla="*/ 1114556 h 1114920"/>
              <a:gd name="csX6251" fmla="*/ 1077187 w 1723042"/>
              <a:gd name="csY6251" fmla="*/ 1114556 h 1114920"/>
              <a:gd name="csX6252" fmla="*/ 1077356 w 1723042"/>
              <a:gd name="csY6252" fmla="*/ 1114564 h 1114920"/>
              <a:gd name="csX6253" fmla="*/ 1077525 w 1723042"/>
              <a:gd name="csY6253" fmla="*/ 1114564 h 1114920"/>
              <a:gd name="csX6254" fmla="*/ 1077703 w 1723042"/>
              <a:gd name="csY6254" fmla="*/ 1114573 h 1114920"/>
              <a:gd name="csX6255" fmla="*/ 1077872 w 1723042"/>
              <a:gd name="csY6255" fmla="*/ 1114573 h 1114920"/>
              <a:gd name="csX6256" fmla="*/ 1078041 w 1723042"/>
              <a:gd name="csY6256" fmla="*/ 1114582 h 1114920"/>
              <a:gd name="csX6257" fmla="*/ 1078219 w 1723042"/>
              <a:gd name="csY6257" fmla="*/ 1114582 h 1114920"/>
              <a:gd name="csX6258" fmla="*/ 1078388 w 1723042"/>
              <a:gd name="csY6258" fmla="*/ 1114591 h 1114920"/>
              <a:gd name="csX6259" fmla="*/ 1078566 w 1723042"/>
              <a:gd name="csY6259" fmla="*/ 1114591 h 1114920"/>
              <a:gd name="csX6260" fmla="*/ 1078735 w 1723042"/>
              <a:gd name="csY6260" fmla="*/ 1114600 h 1114920"/>
              <a:gd name="csX6261" fmla="*/ 1078904 w 1723042"/>
              <a:gd name="csY6261" fmla="*/ 1114600 h 1114920"/>
              <a:gd name="csX6262" fmla="*/ 1079082 w 1723042"/>
              <a:gd name="csY6262" fmla="*/ 1114609 h 1114920"/>
              <a:gd name="csX6263" fmla="*/ 1079251 w 1723042"/>
              <a:gd name="csY6263" fmla="*/ 1114609 h 1114920"/>
              <a:gd name="csX6264" fmla="*/ 1079420 w 1723042"/>
              <a:gd name="csY6264" fmla="*/ 1114609 h 1114920"/>
              <a:gd name="csX6265" fmla="*/ 1079598 w 1723042"/>
              <a:gd name="csY6265" fmla="*/ 1114618 h 1114920"/>
              <a:gd name="csX6266" fmla="*/ 1079767 w 1723042"/>
              <a:gd name="csY6266" fmla="*/ 1114618 h 1114920"/>
              <a:gd name="csX6267" fmla="*/ 1079936 w 1723042"/>
              <a:gd name="csY6267" fmla="*/ 1114627 h 1114920"/>
              <a:gd name="csX6268" fmla="*/ 1080114 w 1723042"/>
              <a:gd name="csY6268" fmla="*/ 1114627 h 1114920"/>
              <a:gd name="csX6269" fmla="*/ 1080283 w 1723042"/>
              <a:gd name="csY6269" fmla="*/ 1114636 h 1114920"/>
              <a:gd name="csX6270" fmla="*/ 1080461 w 1723042"/>
              <a:gd name="csY6270" fmla="*/ 1114636 h 1114920"/>
              <a:gd name="csX6271" fmla="*/ 1080630 w 1723042"/>
              <a:gd name="csY6271" fmla="*/ 1114644 h 1114920"/>
              <a:gd name="csX6272" fmla="*/ 1080799 w 1723042"/>
              <a:gd name="csY6272" fmla="*/ 1114644 h 1114920"/>
              <a:gd name="csX6273" fmla="*/ 1080977 w 1723042"/>
              <a:gd name="csY6273" fmla="*/ 1114644 h 1114920"/>
              <a:gd name="csX6274" fmla="*/ 1081146 w 1723042"/>
              <a:gd name="csY6274" fmla="*/ 1114653 h 1114920"/>
              <a:gd name="csX6275" fmla="*/ 1081315 w 1723042"/>
              <a:gd name="csY6275" fmla="*/ 1114653 h 1114920"/>
              <a:gd name="csX6276" fmla="*/ 1081493 w 1723042"/>
              <a:gd name="csY6276" fmla="*/ 1114662 h 1114920"/>
              <a:gd name="csX6277" fmla="*/ 1081662 w 1723042"/>
              <a:gd name="csY6277" fmla="*/ 1114662 h 1114920"/>
              <a:gd name="csX6278" fmla="*/ 1081840 w 1723042"/>
              <a:gd name="csY6278" fmla="*/ 1114662 h 1114920"/>
              <a:gd name="csX6279" fmla="*/ 1082009 w 1723042"/>
              <a:gd name="csY6279" fmla="*/ 1114671 h 1114920"/>
              <a:gd name="csX6280" fmla="*/ 1082178 w 1723042"/>
              <a:gd name="csY6280" fmla="*/ 1114671 h 1114920"/>
              <a:gd name="csX6281" fmla="*/ 1082356 w 1723042"/>
              <a:gd name="csY6281" fmla="*/ 1114671 h 1114920"/>
              <a:gd name="csX6282" fmla="*/ 1082525 w 1723042"/>
              <a:gd name="csY6282" fmla="*/ 1114680 h 1114920"/>
              <a:gd name="csX6283" fmla="*/ 1082694 w 1723042"/>
              <a:gd name="csY6283" fmla="*/ 1114680 h 1114920"/>
              <a:gd name="csX6284" fmla="*/ 1082871 w 1723042"/>
              <a:gd name="csY6284" fmla="*/ 1114680 h 1114920"/>
              <a:gd name="csX6285" fmla="*/ 1083041 w 1723042"/>
              <a:gd name="csY6285" fmla="*/ 1114689 h 1114920"/>
              <a:gd name="csX6286" fmla="*/ 1083218 w 1723042"/>
              <a:gd name="csY6286" fmla="*/ 1114689 h 1114920"/>
              <a:gd name="csX6287" fmla="*/ 1083388 w 1723042"/>
              <a:gd name="csY6287" fmla="*/ 1114698 h 1114920"/>
              <a:gd name="csX6288" fmla="*/ 1083557 w 1723042"/>
              <a:gd name="csY6288" fmla="*/ 1114698 h 1114920"/>
              <a:gd name="csX6289" fmla="*/ 1083734 w 1723042"/>
              <a:gd name="csY6289" fmla="*/ 1114698 h 1114920"/>
              <a:gd name="csX6290" fmla="*/ 1083903 w 1723042"/>
              <a:gd name="csY6290" fmla="*/ 1114707 h 1114920"/>
              <a:gd name="csX6291" fmla="*/ 1084073 w 1723042"/>
              <a:gd name="csY6291" fmla="*/ 1114707 h 1114920"/>
              <a:gd name="csX6292" fmla="*/ 1084250 w 1723042"/>
              <a:gd name="csY6292" fmla="*/ 1114707 h 1114920"/>
              <a:gd name="csX6293" fmla="*/ 1084420 w 1723042"/>
              <a:gd name="csY6293" fmla="*/ 1114707 h 1114920"/>
              <a:gd name="csX6294" fmla="*/ 1084589 w 1723042"/>
              <a:gd name="csY6294" fmla="*/ 1114716 h 1114920"/>
              <a:gd name="csX6295" fmla="*/ 1084766 w 1723042"/>
              <a:gd name="csY6295" fmla="*/ 1114716 h 1114920"/>
              <a:gd name="csX6296" fmla="*/ 1084935 w 1723042"/>
              <a:gd name="csY6296" fmla="*/ 1114716 h 1114920"/>
              <a:gd name="csX6297" fmla="*/ 1085113 w 1723042"/>
              <a:gd name="csY6297" fmla="*/ 1114725 h 1114920"/>
              <a:gd name="csX6298" fmla="*/ 1085282 w 1723042"/>
              <a:gd name="csY6298" fmla="*/ 1114725 h 1114920"/>
              <a:gd name="csX6299" fmla="*/ 1085451 w 1723042"/>
              <a:gd name="csY6299" fmla="*/ 1114725 h 1114920"/>
              <a:gd name="csX6300" fmla="*/ 1085629 w 1723042"/>
              <a:gd name="csY6300" fmla="*/ 1114733 h 1114920"/>
              <a:gd name="csX6301" fmla="*/ 1085798 w 1723042"/>
              <a:gd name="csY6301" fmla="*/ 1114733 h 1114920"/>
              <a:gd name="csX6302" fmla="*/ 1085968 w 1723042"/>
              <a:gd name="csY6302" fmla="*/ 1114733 h 1114920"/>
              <a:gd name="csX6303" fmla="*/ 1086145 w 1723042"/>
              <a:gd name="csY6303" fmla="*/ 1114733 h 1114920"/>
              <a:gd name="csX6304" fmla="*/ 1086314 w 1723042"/>
              <a:gd name="csY6304" fmla="*/ 1114742 h 1114920"/>
              <a:gd name="csX6305" fmla="*/ 1086492 w 1723042"/>
              <a:gd name="csY6305" fmla="*/ 1114742 h 1114920"/>
              <a:gd name="csX6306" fmla="*/ 1086661 w 1723042"/>
              <a:gd name="csY6306" fmla="*/ 1114742 h 1114920"/>
              <a:gd name="csX6307" fmla="*/ 1086830 w 1723042"/>
              <a:gd name="csY6307" fmla="*/ 1114751 h 1114920"/>
              <a:gd name="csX6308" fmla="*/ 1087008 w 1723042"/>
              <a:gd name="csY6308" fmla="*/ 1114751 h 1114920"/>
              <a:gd name="csX6309" fmla="*/ 1087177 w 1723042"/>
              <a:gd name="csY6309" fmla="*/ 1114751 h 1114920"/>
              <a:gd name="csX6310" fmla="*/ 1087346 w 1723042"/>
              <a:gd name="csY6310" fmla="*/ 1114751 h 1114920"/>
              <a:gd name="csX6311" fmla="*/ 1087524 w 1723042"/>
              <a:gd name="csY6311" fmla="*/ 1114760 h 1114920"/>
              <a:gd name="csX6312" fmla="*/ 1087693 w 1723042"/>
              <a:gd name="csY6312" fmla="*/ 1114760 h 1114920"/>
              <a:gd name="csX6313" fmla="*/ 1087862 w 1723042"/>
              <a:gd name="csY6313" fmla="*/ 1114760 h 1114920"/>
              <a:gd name="csX6314" fmla="*/ 1088040 w 1723042"/>
              <a:gd name="csY6314" fmla="*/ 1114760 h 1114920"/>
              <a:gd name="csX6315" fmla="*/ 1088209 w 1723042"/>
              <a:gd name="csY6315" fmla="*/ 1114769 h 1114920"/>
              <a:gd name="csX6316" fmla="*/ 1088387 w 1723042"/>
              <a:gd name="csY6316" fmla="*/ 1114769 h 1114920"/>
              <a:gd name="csX6317" fmla="*/ 1088556 w 1723042"/>
              <a:gd name="csY6317" fmla="*/ 1114769 h 1114920"/>
              <a:gd name="csX6318" fmla="*/ 1088725 w 1723042"/>
              <a:gd name="csY6318" fmla="*/ 1114769 h 1114920"/>
              <a:gd name="csX6319" fmla="*/ 1088903 w 1723042"/>
              <a:gd name="csY6319" fmla="*/ 1114769 h 1114920"/>
              <a:gd name="csX6320" fmla="*/ 1089072 w 1723042"/>
              <a:gd name="csY6320" fmla="*/ 1114778 h 1114920"/>
              <a:gd name="csX6321" fmla="*/ 1089241 w 1723042"/>
              <a:gd name="csY6321" fmla="*/ 1114778 h 1114920"/>
              <a:gd name="csX6322" fmla="*/ 1089419 w 1723042"/>
              <a:gd name="csY6322" fmla="*/ 1114778 h 1114920"/>
              <a:gd name="csX6323" fmla="*/ 1089588 w 1723042"/>
              <a:gd name="csY6323" fmla="*/ 1114778 h 1114920"/>
              <a:gd name="csX6324" fmla="*/ 1089766 w 1723042"/>
              <a:gd name="csY6324" fmla="*/ 1114787 h 1114920"/>
              <a:gd name="csX6325" fmla="*/ 1089935 w 1723042"/>
              <a:gd name="csY6325" fmla="*/ 1114787 h 1114920"/>
              <a:gd name="csX6326" fmla="*/ 1090104 w 1723042"/>
              <a:gd name="csY6326" fmla="*/ 1114787 h 1114920"/>
              <a:gd name="csX6327" fmla="*/ 1090282 w 1723042"/>
              <a:gd name="csY6327" fmla="*/ 1114787 h 1114920"/>
              <a:gd name="csX6328" fmla="*/ 1090451 w 1723042"/>
              <a:gd name="csY6328" fmla="*/ 1114787 h 1114920"/>
              <a:gd name="csX6329" fmla="*/ 1090620 w 1723042"/>
              <a:gd name="csY6329" fmla="*/ 1114796 h 1114920"/>
              <a:gd name="csX6330" fmla="*/ 1090798 w 1723042"/>
              <a:gd name="csY6330" fmla="*/ 1114796 h 1114920"/>
              <a:gd name="csX6331" fmla="*/ 1090967 w 1723042"/>
              <a:gd name="csY6331" fmla="*/ 1114796 h 1114920"/>
              <a:gd name="csX6332" fmla="*/ 1091145 w 1723042"/>
              <a:gd name="csY6332" fmla="*/ 1114796 h 1114920"/>
              <a:gd name="csX6333" fmla="*/ 1091314 w 1723042"/>
              <a:gd name="csY6333" fmla="*/ 1114796 h 1114920"/>
              <a:gd name="csX6334" fmla="*/ 1091483 w 1723042"/>
              <a:gd name="csY6334" fmla="*/ 1114805 h 1114920"/>
              <a:gd name="csX6335" fmla="*/ 1091661 w 1723042"/>
              <a:gd name="csY6335" fmla="*/ 1114805 h 1114920"/>
              <a:gd name="csX6336" fmla="*/ 1091830 w 1723042"/>
              <a:gd name="csY6336" fmla="*/ 1114805 h 1114920"/>
              <a:gd name="csX6337" fmla="*/ 1091999 w 1723042"/>
              <a:gd name="csY6337" fmla="*/ 1114805 h 1114920"/>
              <a:gd name="csX6338" fmla="*/ 1092177 w 1723042"/>
              <a:gd name="csY6338" fmla="*/ 1114805 h 1114920"/>
              <a:gd name="csX6339" fmla="*/ 1092346 w 1723042"/>
              <a:gd name="csY6339" fmla="*/ 1114813 h 1114920"/>
              <a:gd name="csX6340" fmla="*/ 1092515 w 1723042"/>
              <a:gd name="csY6340" fmla="*/ 1114813 h 1114920"/>
              <a:gd name="csX6341" fmla="*/ 1092693 w 1723042"/>
              <a:gd name="csY6341" fmla="*/ 1114813 h 1114920"/>
              <a:gd name="csX6342" fmla="*/ 1092862 w 1723042"/>
              <a:gd name="csY6342" fmla="*/ 1114813 h 1114920"/>
              <a:gd name="csX6343" fmla="*/ 1093040 w 1723042"/>
              <a:gd name="csY6343" fmla="*/ 1114813 h 1114920"/>
              <a:gd name="csX6344" fmla="*/ 1093209 w 1723042"/>
              <a:gd name="csY6344" fmla="*/ 1114813 h 1114920"/>
              <a:gd name="csX6345" fmla="*/ 1093378 w 1723042"/>
              <a:gd name="csY6345" fmla="*/ 1114822 h 1114920"/>
              <a:gd name="csX6346" fmla="*/ 1093556 w 1723042"/>
              <a:gd name="csY6346" fmla="*/ 1114822 h 1114920"/>
              <a:gd name="csX6347" fmla="*/ 1093725 w 1723042"/>
              <a:gd name="csY6347" fmla="*/ 1114822 h 1114920"/>
              <a:gd name="csX6348" fmla="*/ 1093894 w 1723042"/>
              <a:gd name="csY6348" fmla="*/ 1114822 h 1114920"/>
              <a:gd name="csX6349" fmla="*/ 1094072 w 1723042"/>
              <a:gd name="csY6349" fmla="*/ 1114822 h 1114920"/>
              <a:gd name="csX6350" fmla="*/ 1094241 w 1723042"/>
              <a:gd name="csY6350" fmla="*/ 1114822 h 1114920"/>
              <a:gd name="csX6351" fmla="*/ 1094419 w 1723042"/>
              <a:gd name="csY6351" fmla="*/ 1114822 h 1114920"/>
              <a:gd name="csX6352" fmla="*/ 1094588 w 1723042"/>
              <a:gd name="csY6352" fmla="*/ 1114831 h 1114920"/>
              <a:gd name="csX6353" fmla="*/ 1094757 w 1723042"/>
              <a:gd name="csY6353" fmla="*/ 1114831 h 1114920"/>
              <a:gd name="csX6354" fmla="*/ 1094935 w 1723042"/>
              <a:gd name="csY6354" fmla="*/ 1114831 h 1114920"/>
              <a:gd name="csX6355" fmla="*/ 1095104 w 1723042"/>
              <a:gd name="csY6355" fmla="*/ 1114831 h 1114920"/>
              <a:gd name="csX6356" fmla="*/ 1095273 w 1723042"/>
              <a:gd name="csY6356" fmla="*/ 1114831 h 1114920"/>
              <a:gd name="csX6357" fmla="*/ 1095451 w 1723042"/>
              <a:gd name="csY6357" fmla="*/ 1114831 h 1114920"/>
              <a:gd name="csX6358" fmla="*/ 1095620 w 1723042"/>
              <a:gd name="csY6358" fmla="*/ 1114831 h 1114920"/>
              <a:gd name="csX6359" fmla="*/ 1095798 w 1723042"/>
              <a:gd name="csY6359" fmla="*/ 1114840 h 1114920"/>
              <a:gd name="csX6360" fmla="*/ 1095967 w 1723042"/>
              <a:gd name="csY6360" fmla="*/ 1114840 h 1114920"/>
              <a:gd name="csX6361" fmla="*/ 1096136 w 1723042"/>
              <a:gd name="csY6361" fmla="*/ 1114840 h 1114920"/>
              <a:gd name="csX6362" fmla="*/ 1096314 w 1723042"/>
              <a:gd name="csY6362" fmla="*/ 1114840 h 1114920"/>
              <a:gd name="csX6363" fmla="*/ 1096483 w 1723042"/>
              <a:gd name="csY6363" fmla="*/ 1114840 h 1114920"/>
              <a:gd name="csX6364" fmla="*/ 1096652 w 1723042"/>
              <a:gd name="csY6364" fmla="*/ 1114840 h 1114920"/>
              <a:gd name="csX6365" fmla="*/ 1096830 w 1723042"/>
              <a:gd name="csY6365" fmla="*/ 1114840 h 1114920"/>
              <a:gd name="csX6366" fmla="*/ 1096999 w 1723042"/>
              <a:gd name="csY6366" fmla="*/ 1114849 h 1114920"/>
              <a:gd name="csX6367" fmla="*/ 1097168 w 1723042"/>
              <a:gd name="csY6367" fmla="*/ 1114849 h 1114920"/>
              <a:gd name="csX6368" fmla="*/ 1097346 w 1723042"/>
              <a:gd name="csY6368" fmla="*/ 1114849 h 1114920"/>
              <a:gd name="csX6369" fmla="*/ 1097515 w 1723042"/>
              <a:gd name="csY6369" fmla="*/ 1114849 h 1114920"/>
              <a:gd name="csX6370" fmla="*/ 1097693 w 1723042"/>
              <a:gd name="csY6370" fmla="*/ 1114849 h 1114920"/>
              <a:gd name="csX6371" fmla="*/ 1097862 w 1723042"/>
              <a:gd name="csY6371" fmla="*/ 1114849 h 1114920"/>
              <a:gd name="csX6372" fmla="*/ 1098031 w 1723042"/>
              <a:gd name="csY6372" fmla="*/ 1114849 h 1114920"/>
              <a:gd name="csX6373" fmla="*/ 1098209 w 1723042"/>
              <a:gd name="csY6373" fmla="*/ 1114849 h 1114920"/>
              <a:gd name="csX6374" fmla="*/ 1098378 w 1723042"/>
              <a:gd name="csY6374" fmla="*/ 1114849 h 1114920"/>
              <a:gd name="csX6375" fmla="*/ 1098547 w 1723042"/>
              <a:gd name="csY6375" fmla="*/ 1114858 h 1114920"/>
              <a:gd name="csX6376" fmla="*/ 1098725 w 1723042"/>
              <a:gd name="csY6376" fmla="*/ 1114858 h 1114920"/>
              <a:gd name="csX6377" fmla="*/ 1098894 w 1723042"/>
              <a:gd name="csY6377" fmla="*/ 1114858 h 1114920"/>
              <a:gd name="csX6378" fmla="*/ 1099072 w 1723042"/>
              <a:gd name="csY6378" fmla="*/ 1114858 h 1114920"/>
              <a:gd name="csX6379" fmla="*/ 1099241 w 1723042"/>
              <a:gd name="csY6379" fmla="*/ 1114858 h 1114920"/>
              <a:gd name="csX6380" fmla="*/ 1099410 w 1723042"/>
              <a:gd name="csY6380" fmla="*/ 1114858 h 1114920"/>
              <a:gd name="csX6381" fmla="*/ 1099588 w 1723042"/>
              <a:gd name="csY6381" fmla="*/ 1114858 h 1114920"/>
              <a:gd name="csX6382" fmla="*/ 1099757 w 1723042"/>
              <a:gd name="csY6382" fmla="*/ 1114858 h 1114920"/>
              <a:gd name="csX6383" fmla="*/ 1099926 w 1723042"/>
              <a:gd name="csY6383" fmla="*/ 1114858 h 1114920"/>
              <a:gd name="csX6384" fmla="*/ 1100104 w 1723042"/>
              <a:gd name="csY6384" fmla="*/ 1114858 h 1114920"/>
              <a:gd name="csX6385" fmla="*/ 1100273 w 1723042"/>
              <a:gd name="csY6385" fmla="*/ 1114867 h 1114920"/>
              <a:gd name="csX6386" fmla="*/ 1100442 w 1723042"/>
              <a:gd name="csY6386" fmla="*/ 1114867 h 1114920"/>
              <a:gd name="csX6387" fmla="*/ 1100620 w 1723042"/>
              <a:gd name="csY6387" fmla="*/ 1114867 h 1114920"/>
              <a:gd name="csX6388" fmla="*/ 1100789 w 1723042"/>
              <a:gd name="csY6388" fmla="*/ 1114867 h 1114920"/>
              <a:gd name="csX6389" fmla="*/ 1100967 w 1723042"/>
              <a:gd name="csY6389" fmla="*/ 1114867 h 1114920"/>
              <a:gd name="csX6390" fmla="*/ 1101136 w 1723042"/>
              <a:gd name="csY6390" fmla="*/ 1114867 h 1114920"/>
              <a:gd name="csX6391" fmla="*/ 1101305 w 1723042"/>
              <a:gd name="csY6391" fmla="*/ 1114867 h 1114920"/>
              <a:gd name="csX6392" fmla="*/ 1101483 w 1723042"/>
              <a:gd name="csY6392" fmla="*/ 1114867 h 1114920"/>
              <a:gd name="csX6393" fmla="*/ 1101652 w 1723042"/>
              <a:gd name="csY6393" fmla="*/ 1114867 h 1114920"/>
              <a:gd name="csX6394" fmla="*/ 1101821 w 1723042"/>
              <a:gd name="csY6394" fmla="*/ 1114867 h 1114920"/>
              <a:gd name="csX6395" fmla="*/ 1101999 w 1723042"/>
              <a:gd name="csY6395" fmla="*/ 1114867 h 1114920"/>
              <a:gd name="csX6396" fmla="*/ 1102168 w 1723042"/>
              <a:gd name="csY6396" fmla="*/ 1114876 h 1114920"/>
              <a:gd name="csX6397" fmla="*/ 1102346 w 1723042"/>
              <a:gd name="csY6397" fmla="*/ 1114876 h 1114920"/>
              <a:gd name="csX6398" fmla="*/ 1102515 w 1723042"/>
              <a:gd name="csY6398" fmla="*/ 1114876 h 1114920"/>
              <a:gd name="csX6399" fmla="*/ 1102684 w 1723042"/>
              <a:gd name="csY6399" fmla="*/ 1114876 h 1114920"/>
              <a:gd name="csX6400" fmla="*/ 1102862 w 1723042"/>
              <a:gd name="csY6400" fmla="*/ 1114876 h 1114920"/>
              <a:gd name="csX6401" fmla="*/ 1103031 w 1723042"/>
              <a:gd name="csY6401" fmla="*/ 1114876 h 1114920"/>
              <a:gd name="csX6402" fmla="*/ 1103200 w 1723042"/>
              <a:gd name="csY6402" fmla="*/ 1114876 h 1114920"/>
              <a:gd name="csX6403" fmla="*/ 1103378 w 1723042"/>
              <a:gd name="csY6403" fmla="*/ 1114876 h 1114920"/>
              <a:gd name="csX6404" fmla="*/ 1103547 w 1723042"/>
              <a:gd name="csY6404" fmla="*/ 1114876 h 1114920"/>
              <a:gd name="csX6405" fmla="*/ 1103725 w 1723042"/>
              <a:gd name="csY6405" fmla="*/ 1114876 h 1114920"/>
              <a:gd name="csX6406" fmla="*/ 1103894 w 1723042"/>
              <a:gd name="csY6406" fmla="*/ 1114876 h 1114920"/>
              <a:gd name="csX6407" fmla="*/ 1104063 w 1723042"/>
              <a:gd name="csY6407" fmla="*/ 1114876 h 1114920"/>
              <a:gd name="csX6408" fmla="*/ 1104241 w 1723042"/>
              <a:gd name="csY6408" fmla="*/ 1114876 h 1114920"/>
              <a:gd name="csX6409" fmla="*/ 1104410 w 1723042"/>
              <a:gd name="csY6409" fmla="*/ 1114885 h 1114920"/>
              <a:gd name="csX6410" fmla="*/ 1104579 w 1723042"/>
              <a:gd name="csY6410" fmla="*/ 1114885 h 1114920"/>
              <a:gd name="csX6411" fmla="*/ 1104757 w 1723042"/>
              <a:gd name="csY6411" fmla="*/ 1114885 h 1114920"/>
              <a:gd name="csX6412" fmla="*/ 1104926 w 1723042"/>
              <a:gd name="csY6412" fmla="*/ 1114885 h 1114920"/>
              <a:gd name="csX6413" fmla="*/ 1105095 w 1723042"/>
              <a:gd name="csY6413" fmla="*/ 1114885 h 1114920"/>
              <a:gd name="csX6414" fmla="*/ 1105273 w 1723042"/>
              <a:gd name="csY6414" fmla="*/ 1114885 h 1114920"/>
              <a:gd name="csX6415" fmla="*/ 1105442 w 1723042"/>
              <a:gd name="csY6415" fmla="*/ 1114885 h 1114920"/>
              <a:gd name="csX6416" fmla="*/ 1105620 w 1723042"/>
              <a:gd name="csY6416" fmla="*/ 1114885 h 1114920"/>
              <a:gd name="csX6417" fmla="*/ 1105789 w 1723042"/>
              <a:gd name="csY6417" fmla="*/ 1114885 h 1114920"/>
              <a:gd name="csX6418" fmla="*/ 1105958 w 1723042"/>
              <a:gd name="csY6418" fmla="*/ 1114885 h 1114920"/>
              <a:gd name="csX6419" fmla="*/ 1106136 w 1723042"/>
              <a:gd name="csY6419" fmla="*/ 1114885 h 1114920"/>
              <a:gd name="csX6420" fmla="*/ 1106305 w 1723042"/>
              <a:gd name="csY6420" fmla="*/ 1114885 h 1114920"/>
              <a:gd name="csX6421" fmla="*/ 1106474 w 1723042"/>
              <a:gd name="csY6421" fmla="*/ 1114885 h 1114920"/>
              <a:gd name="csX6422" fmla="*/ 1106652 w 1723042"/>
              <a:gd name="csY6422" fmla="*/ 1114885 h 1114920"/>
              <a:gd name="csX6423" fmla="*/ 1106821 w 1723042"/>
              <a:gd name="csY6423" fmla="*/ 1114885 h 1114920"/>
              <a:gd name="csX6424" fmla="*/ 1106999 w 1723042"/>
              <a:gd name="csY6424" fmla="*/ 1114885 h 1114920"/>
              <a:gd name="csX6425" fmla="*/ 1107168 w 1723042"/>
              <a:gd name="csY6425" fmla="*/ 1114894 h 1114920"/>
              <a:gd name="csX6426" fmla="*/ 1107337 w 1723042"/>
              <a:gd name="csY6426" fmla="*/ 1114894 h 1114920"/>
              <a:gd name="csX6427" fmla="*/ 1107515 w 1723042"/>
              <a:gd name="csY6427" fmla="*/ 1114894 h 1114920"/>
              <a:gd name="csX6428" fmla="*/ 1107684 w 1723042"/>
              <a:gd name="csY6428" fmla="*/ 1114894 h 1114920"/>
              <a:gd name="csX6429" fmla="*/ 1107853 w 1723042"/>
              <a:gd name="csY6429" fmla="*/ 1114894 h 1114920"/>
              <a:gd name="csX6430" fmla="*/ 1108031 w 1723042"/>
              <a:gd name="csY6430" fmla="*/ 1114894 h 1114920"/>
              <a:gd name="csX6431" fmla="*/ 1108200 w 1723042"/>
              <a:gd name="csY6431" fmla="*/ 1114894 h 1114920"/>
              <a:gd name="csX6432" fmla="*/ 1108369 w 1723042"/>
              <a:gd name="csY6432" fmla="*/ 1114894 h 1114920"/>
              <a:gd name="csX6433" fmla="*/ 1108547 w 1723042"/>
              <a:gd name="csY6433" fmla="*/ 1114894 h 1114920"/>
              <a:gd name="csX6434" fmla="*/ 1108716 w 1723042"/>
              <a:gd name="csY6434" fmla="*/ 1114894 h 1114920"/>
              <a:gd name="csX6435" fmla="*/ 1108894 w 1723042"/>
              <a:gd name="csY6435" fmla="*/ 1114894 h 1114920"/>
              <a:gd name="csX6436" fmla="*/ 1109063 w 1723042"/>
              <a:gd name="csY6436" fmla="*/ 1114894 h 1114920"/>
              <a:gd name="csX6437" fmla="*/ 1109232 w 1723042"/>
              <a:gd name="csY6437" fmla="*/ 1114894 h 1114920"/>
              <a:gd name="csX6438" fmla="*/ 1109410 w 1723042"/>
              <a:gd name="csY6438" fmla="*/ 1114894 h 1114920"/>
              <a:gd name="csX6439" fmla="*/ 1109579 w 1723042"/>
              <a:gd name="csY6439" fmla="*/ 1114894 h 1114920"/>
              <a:gd name="csX6440" fmla="*/ 1109748 w 1723042"/>
              <a:gd name="csY6440" fmla="*/ 1114894 h 1114920"/>
              <a:gd name="csX6441" fmla="*/ 1109926 w 1723042"/>
              <a:gd name="csY6441" fmla="*/ 1114894 h 1114920"/>
              <a:gd name="csX6442" fmla="*/ 1110095 w 1723042"/>
              <a:gd name="csY6442" fmla="*/ 1114894 h 1114920"/>
              <a:gd name="csX6443" fmla="*/ 1110273 w 1723042"/>
              <a:gd name="csY6443" fmla="*/ 1114894 h 1114920"/>
              <a:gd name="csX6444" fmla="*/ 1110442 w 1723042"/>
              <a:gd name="csY6444" fmla="*/ 1114894 h 1114920"/>
              <a:gd name="csX6445" fmla="*/ 1110611 w 1723042"/>
              <a:gd name="csY6445" fmla="*/ 1114894 h 1114920"/>
              <a:gd name="csX6446" fmla="*/ 1110789 w 1723042"/>
              <a:gd name="csY6446" fmla="*/ 1114903 h 1114920"/>
              <a:gd name="csX6447" fmla="*/ 1110958 w 1723042"/>
              <a:gd name="csY6447" fmla="*/ 1114903 h 1114920"/>
              <a:gd name="csX6448" fmla="*/ 1111127 w 1723042"/>
              <a:gd name="csY6448" fmla="*/ 1114903 h 1114920"/>
              <a:gd name="csX6449" fmla="*/ 1111305 w 1723042"/>
              <a:gd name="csY6449" fmla="*/ 1114903 h 1114920"/>
              <a:gd name="csX6450" fmla="*/ 1111474 w 1723042"/>
              <a:gd name="csY6450" fmla="*/ 1114903 h 1114920"/>
              <a:gd name="csX6451" fmla="*/ 1111652 w 1723042"/>
              <a:gd name="csY6451" fmla="*/ 1114903 h 1114920"/>
              <a:gd name="csX6452" fmla="*/ 1111821 w 1723042"/>
              <a:gd name="csY6452" fmla="*/ 1114903 h 1114920"/>
              <a:gd name="csX6453" fmla="*/ 1111990 w 1723042"/>
              <a:gd name="csY6453" fmla="*/ 1114903 h 1114920"/>
              <a:gd name="csX6454" fmla="*/ 1112168 w 1723042"/>
              <a:gd name="csY6454" fmla="*/ 1114903 h 1114920"/>
              <a:gd name="csX6455" fmla="*/ 1112336 w 1723042"/>
              <a:gd name="csY6455" fmla="*/ 1114903 h 1114920"/>
              <a:gd name="csX6456" fmla="*/ 1112506 w 1723042"/>
              <a:gd name="csY6456" fmla="*/ 1114903 h 1114920"/>
              <a:gd name="csX6457" fmla="*/ 1112683 w 1723042"/>
              <a:gd name="csY6457" fmla="*/ 1114903 h 1114920"/>
              <a:gd name="csX6458" fmla="*/ 1112853 w 1723042"/>
              <a:gd name="csY6458" fmla="*/ 1114903 h 1114920"/>
              <a:gd name="csX6459" fmla="*/ 1113022 w 1723042"/>
              <a:gd name="csY6459" fmla="*/ 1114903 h 1114920"/>
              <a:gd name="csX6460" fmla="*/ 1113200 w 1723042"/>
              <a:gd name="csY6460" fmla="*/ 1114903 h 1114920"/>
              <a:gd name="csX6461" fmla="*/ 1113369 w 1723042"/>
              <a:gd name="csY6461" fmla="*/ 1114903 h 1114920"/>
              <a:gd name="csX6462" fmla="*/ 1113547 w 1723042"/>
              <a:gd name="csY6462" fmla="*/ 1114903 h 1114920"/>
              <a:gd name="csX6463" fmla="*/ 1113715 w 1723042"/>
              <a:gd name="csY6463" fmla="*/ 1114903 h 1114920"/>
              <a:gd name="csX6464" fmla="*/ 1113885 w 1723042"/>
              <a:gd name="csY6464" fmla="*/ 1114903 h 1114920"/>
              <a:gd name="csX6465" fmla="*/ 1114062 w 1723042"/>
              <a:gd name="csY6465" fmla="*/ 1114903 h 1114920"/>
              <a:gd name="csX6466" fmla="*/ 1114231 w 1723042"/>
              <a:gd name="csY6466" fmla="*/ 1114903 h 1114920"/>
              <a:gd name="csX6467" fmla="*/ 1114401 w 1723042"/>
              <a:gd name="csY6467" fmla="*/ 1114903 h 1114920"/>
              <a:gd name="csX6468" fmla="*/ 1114578 w 1723042"/>
              <a:gd name="csY6468" fmla="*/ 1114903 h 1114920"/>
              <a:gd name="csX6469" fmla="*/ 1114748 w 1723042"/>
              <a:gd name="csY6469" fmla="*/ 1114903 h 1114920"/>
              <a:gd name="csX6470" fmla="*/ 1114925 w 1723042"/>
              <a:gd name="csY6470" fmla="*/ 1114903 h 1114920"/>
              <a:gd name="csX6471" fmla="*/ 1115094 w 1723042"/>
              <a:gd name="csY6471" fmla="*/ 1114903 h 1114920"/>
              <a:gd name="csX6472" fmla="*/ 1115263 w 1723042"/>
              <a:gd name="csY6472" fmla="*/ 1114903 h 1114920"/>
              <a:gd name="csX6473" fmla="*/ 1115441 w 1723042"/>
              <a:gd name="csY6473" fmla="*/ 1114903 h 1114920"/>
              <a:gd name="csX6474" fmla="*/ 1115610 w 1723042"/>
              <a:gd name="csY6474" fmla="*/ 1114903 h 1114920"/>
              <a:gd name="csX6475" fmla="*/ 1115780 w 1723042"/>
              <a:gd name="csY6475" fmla="*/ 1114911 h 1114920"/>
              <a:gd name="csX6476" fmla="*/ 1115957 w 1723042"/>
              <a:gd name="csY6476" fmla="*/ 1114911 h 1114920"/>
              <a:gd name="csX6477" fmla="*/ 1116126 w 1723042"/>
              <a:gd name="csY6477" fmla="*/ 1114911 h 1114920"/>
              <a:gd name="csX6478" fmla="*/ 1116295 w 1723042"/>
              <a:gd name="csY6478" fmla="*/ 1114911 h 1114920"/>
              <a:gd name="csX6479" fmla="*/ 1116473 w 1723042"/>
              <a:gd name="csY6479" fmla="*/ 1114911 h 1114920"/>
              <a:gd name="csX6480" fmla="*/ 1116642 w 1723042"/>
              <a:gd name="csY6480" fmla="*/ 1114911 h 1114920"/>
              <a:gd name="csX6481" fmla="*/ 1116820 w 1723042"/>
              <a:gd name="csY6481" fmla="*/ 1114911 h 1114920"/>
              <a:gd name="csX6482" fmla="*/ 1116989 w 1723042"/>
              <a:gd name="csY6482" fmla="*/ 1114911 h 1114920"/>
              <a:gd name="csX6483" fmla="*/ 1117158 w 1723042"/>
              <a:gd name="csY6483" fmla="*/ 1114911 h 1114920"/>
              <a:gd name="csX6484" fmla="*/ 1117336 w 1723042"/>
              <a:gd name="csY6484" fmla="*/ 1114911 h 1114920"/>
              <a:gd name="csX6485" fmla="*/ 1117505 w 1723042"/>
              <a:gd name="csY6485" fmla="*/ 1114911 h 1114920"/>
              <a:gd name="csX6486" fmla="*/ 1117674 w 1723042"/>
              <a:gd name="csY6486" fmla="*/ 1114911 h 1114920"/>
              <a:gd name="csX6487" fmla="*/ 1117852 w 1723042"/>
              <a:gd name="csY6487" fmla="*/ 1114911 h 1114920"/>
              <a:gd name="csX6488" fmla="*/ 1118021 w 1723042"/>
              <a:gd name="csY6488" fmla="*/ 1114911 h 1114920"/>
              <a:gd name="csX6489" fmla="*/ 1118199 w 1723042"/>
              <a:gd name="csY6489" fmla="*/ 1114911 h 1114920"/>
              <a:gd name="csX6490" fmla="*/ 1118368 w 1723042"/>
              <a:gd name="csY6490" fmla="*/ 1114911 h 1114920"/>
              <a:gd name="csX6491" fmla="*/ 1118537 w 1723042"/>
              <a:gd name="csY6491" fmla="*/ 1114911 h 1114920"/>
              <a:gd name="csX6492" fmla="*/ 1118715 w 1723042"/>
              <a:gd name="csY6492" fmla="*/ 1114911 h 1114920"/>
              <a:gd name="csX6493" fmla="*/ 1118884 w 1723042"/>
              <a:gd name="csY6493" fmla="*/ 1114911 h 1114920"/>
              <a:gd name="csX6494" fmla="*/ 1119053 w 1723042"/>
              <a:gd name="csY6494" fmla="*/ 1114911 h 1114920"/>
              <a:gd name="csX6495" fmla="*/ 1119231 w 1723042"/>
              <a:gd name="csY6495" fmla="*/ 1114911 h 1114920"/>
              <a:gd name="csX6496" fmla="*/ 1119400 w 1723042"/>
              <a:gd name="csY6496" fmla="*/ 1114911 h 1114920"/>
              <a:gd name="csX6497" fmla="*/ 1119578 w 1723042"/>
              <a:gd name="csY6497" fmla="*/ 1114911 h 1114920"/>
              <a:gd name="csX6498" fmla="*/ 1119747 w 1723042"/>
              <a:gd name="csY6498" fmla="*/ 1114911 h 1114920"/>
              <a:gd name="csX6499" fmla="*/ 1119916 w 1723042"/>
              <a:gd name="csY6499" fmla="*/ 1114911 h 1114920"/>
              <a:gd name="csX6500" fmla="*/ 1120094 w 1723042"/>
              <a:gd name="csY6500" fmla="*/ 1114911 h 1114920"/>
              <a:gd name="csX6501" fmla="*/ 1120263 w 1723042"/>
              <a:gd name="csY6501" fmla="*/ 1114911 h 1114920"/>
              <a:gd name="csX6502" fmla="*/ 1120432 w 1723042"/>
              <a:gd name="csY6502" fmla="*/ 1114911 h 1114920"/>
              <a:gd name="csX6503" fmla="*/ 1120610 w 1723042"/>
              <a:gd name="csY6503" fmla="*/ 1114911 h 1114920"/>
              <a:gd name="csX6504" fmla="*/ 1120779 w 1723042"/>
              <a:gd name="csY6504" fmla="*/ 1114911 h 1114920"/>
              <a:gd name="csX6505" fmla="*/ 1120948 w 1723042"/>
              <a:gd name="csY6505" fmla="*/ 1114911 h 1114920"/>
              <a:gd name="csX6506" fmla="*/ 1121126 w 1723042"/>
              <a:gd name="csY6506" fmla="*/ 1114911 h 1114920"/>
              <a:gd name="csX6507" fmla="*/ 1121295 w 1723042"/>
              <a:gd name="csY6507" fmla="*/ 1114911 h 1114920"/>
              <a:gd name="csX6508" fmla="*/ 1121473 w 1723042"/>
              <a:gd name="csY6508" fmla="*/ 1114911 h 1114920"/>
              <a:gd name="csX6509" fmla="*/ 1121642 w 1723042"/>
              <a:gd name="csY6509" fmla="*/ 1114911 h 1114920"/>
              <a:gd name="csX6510" fmla="*/ 1121811 w 1723042"/>
              <a:gd name="csY6510" fmla="*/ 1114911 h 1114920"/>
              <a:gd name="csX6511" fmla="*/ 1121989 w 1723042"/>
              <a:gd name="csY6511" fmla="*/ 1114911 h 1114920"/>
              <a:gd name="csX6512" fmla="*/ 1122158 w 1723042"/>
              <a:gd name="csY6512" fmla="*/ 1114911 h 1114920"/>
              <a:gd name="csX6513" fmla="*/ 1122327 w 1723042"/>
              <a:gd name="csY6513" fmla="*/ 1114911 h 1114920"/>
              <a:gd name="csX6514" fmla="*/ 1122505 w 1723042"/>
              <a:gd name="csY6514" fmla="*/ 1114911 h 1114920"/>
              <a:gd name="csX6515" fmla="*/ 1122674 w 1723042"/>
              <a:gd name="csY6515" fmla="*/ 1114911 h 1114920"/>
              <a:gd name="csX6516" fmla="*/ 1122852 w 1723042"/>
              <a:gd name="csY6516" fmla="*/ 1114911 h 1114920"/>
              <a:gd name="csX6517" fmla="*/ 1123021 w 1723042"/>
              <a:gd name="csY6517" fmla="*/ 1114911 h 1114920"/>
              <a:gd name="csX6518" fmla="*/ 1123190 w 1723042"/>
              <a:gd name="csY6518" fmla="*/ 1114911 h 1114920"/>
              <a:gd name="csX6519" fmla="*/ 1123368 w 1723042"/>
              <a:gd name="csY6519" fmla="*/ 1114911 h 1114920"/>
              <a:gd name="csX6520" fmla="*/ 1123537 w 1723042"/>
              <a:gd name="csY6520" fmla="*/ 1114911 h 1114920"/>
              <a:gd name="csX6521" fmla="*/ 1123706 w 1723042"/>
              <a:gd name="csY6521" fmla="*/ 1114911 h 1114920"/>
              <a:gd name="csX6522" fmla="*/ 1123884 w 1723042"/>
              <a:gd name="csY6522" fmla="*/ 1114911 h 1114920"/>
              <a:gd name="csX6523" fmla="*/ 1124053 w 1723042"/>
              <a:gd name="csY6523" fmla="*/ 1114911 h 1114920"/>
              <a:gd name="csX6524" fmla="*/ 1124231 w 1723042"/>
              <a:gd name="csY6524" fmla="*/ 1114911 h 1114920"/>
              <a:gd name="csX6525" fmla="*/ 1124400 w 1723042"/>
              <a:gd name="csY6525" fmla="*/ 1114911 h 1114920"/>
              <a:gd name="csX6526" fmla="*/ 1124569 w 1723042"/>
              <a:gd name="csY6526" fmla="*/ 1114911 h 1114920"/>
              <a:gd name="csX6527" fmla="*/ 1124747 w 1723042"/>
              <a:gd name="csY6527" fmla="*/ 1114920 h 1114920"/>
              <a:gd name="csX6528" fmla="*/ 1124916 w 1723042"/>
              <a:gd name="csY6528" fmla="*/ 1114920 h 1114920"/>
              <a:gd name="csX6529" fmla="*/ 1125085 w 1723042"/>
              <a:gd name="csY6529" fmla="*/ 1114920 h 1114920"/>
              <a:gd name="csX6530" fmla="*/ 1125263 w 1723042"/>
              <a:gd name="csY6530" fmla="*/ 1114920 h 1114920"/>
              <a:gd name="csX6531" fmla="*/ 1125432 w 1723042"/>
              <a:gd name="csY6531" fmla="*/ 1114920 h 1114920"/>
              <a:gd name="csX6532" fmla="*/ 1125601 w 1723042"/>
              <a:gd name="csY6532" fmla="*/ 1114920 h 1114920"/>
              <a:gd name="csX6533" fmla="*/ 1125779 w 1723042"/>
              <a:gd name="csY6533" fmla="*/ 1114920 h 1114920"/>
              <a:gd name="csX6534" fmla="*/ 1125948 w 1723042"/>
              <a:gd name="csY6534" fmla="*/ 1114920 h 1114920"/>
              <a:gd name="csX6535" fmla="*/ 1126126 w 1723042"/>
              <a:gd name="csY6535" fmla="*/ 1114920 h 1114920"/>
              <a:gd name="csX6536" fmla="*/ 1126295 w 1723042"/>
              <a:gd name="csY6536" fmla="*/ 1114920 h 1114920"/>
              <a:gd name="csX6537" fmla="*/ 1126464 w 1723042"/>
              <a:gd name="csY6537" fmla="*/ 1114920 h 1114920"/>
              <a:gd name="csX6538" fmla="*/ 1126642 w 1723042"/>
              <a:gd name="csY6538" fmla="*/ 1114920 h 1114920"/>
              <a:gd name="csX6539" fmla="*/ 1126811 w 1723042"/>
              <a:gd name="csY6539" fmla="*/ 1114920 h 1114920"/>
              <a:gd name="csX6540" fmla="*/ 1126980 w 1723042"/>
              <a:gd name="csY6540" fmla="*/ 1114920 h 1114920"/>
              <a:gd name="csX6541" fmla="*/ 1127158 w 1723042"/>
              <a:gd name="csY6541" fmla="*/ 1114920 h 1114920"/>
              <a:gd name="csX6542" fmla="*/ 1127327 w 1723042"/>
              <a:gd name="csY6542" fmla="*/ 1114920 h 1114920"/>
              <a:gd name="csX6543" fmla="*/ 1127505 w 1723042"/>
              <a:gd name="csY6543" fmla="*/ 1114920 h 1114920"/>
              <a:gd name="csX6544" fmla="*/ 1127674 w 1723042"/>
              <a:gd name="csY6544" fmla="*/ 1114920 h 1114920"/>
              <a:gd name="csX6545" fmla="*/ 1127843 w 1723042"/>
              <a:gd name="csY6545" fmla="*/ 1114920 h 1114920"/>
              <a:gd name="csX6546" fmla="*/ 1128021 w 1723042"/>
              <a:gd name="csY6546" fmla="*/ 1114920 h 1114920"/>
              <a:gd name="csX6547" fmla="*/ 1128190 w 1723042"/>
              <a:gd name="csY6547" fmla="*/ 1114920 h 1114920"/>
              <a:gd name="csX6548" fmla="*/ 1128359 w 1723042"/>
              <a:gd name="csY6548" fmla="*/ 1114920 h 1114920"/>
              <a:gd name="csX6549" fmla="*/ 1128537 w 1723042"/>
              <a:gd name="csY6549" fmla="*/ 1114920 h 1114920"/>
              <a:gd name="csX6550" fmla="*/ 1128706 w 1723042"/>
              <a:gd name="csY6550" fmla="*/ 1114920 h 1114920"/>
              <a:gd name="csX6551" fmla="*/ 1128875 w 1723042"/>
              <a:gd name="csY6551" fmla="*/ 1114920 h 1114920"/>
              <a:gd name="csX6552" fmla="*/ 1129053 w 1723042"/>
              <a:gd name="csY6552" fmla="*/ 1114920 h 1114920"/>
              <a:gd name="csX6553" fmla="*/ 1129222 w 1723042"/>
              <a:gd name="csY6553" fmla="*/ 1114920 h 1114920"/>
              <a:gd name="csX6554" fmla="*/ 1129400 w 1723042"/>
              <a:gd name="csY6554" fmla="*/ 1114920 h 1114920"/>
              <a:gd name="csX6555" fmla="*/ 1129569 w 1723042"/>
              <a:gd name="csY6555" fmla="*/ 1114920 h 1114920"/>
              <a:gd name="csX6556" fmla="*/ 1129738 w 1723042"/>
              <a:gd name="csY6556" fmla="*/ 1114920 h 1114920"/>
              <a:gd name="csX6557" fmla="*/ 1129916 w 1723042"/>
              <a:gd name="csY6557" fmla="*/ 1114920 h 1114920"/>
              <a:gd name="csX6558" fmla="*/ 1130085 w 1723042"/>
              <a:gd name="csY6558" fmla="*/ 1114920 h 1114920"/>
              <a:gd name="csX6559" fmla="*/ 1130254 w 1723042"/>
              <a:gd name="csY6559" fmla="*/ 1114920 h 1114920"/>
              <a:gd name="csX6560" fmla="*/ 1130432 w 1723042"/>
              <a:gd name="csY6560" fmla="*/ 1114920 h 1114920"/>
              <a:gd name="csX6561" fmla="*/ 1130601 w 1723042"/>
              <a:gd name="csY6561" fmla="*/ 1114920 h 1114920"/>
              <a:gd name="csX6562" fmla="*/ 1130779 w 1723042"/>
              <a:gd name="csY6562" fmla="*/ 1114920 h 1114920"/>
              <a:gd name="csX6563" fmla="*/ 1130948 w 1723042"/>
              <a:gd name="csY6563" fmla="*/ 1114920 h 1114920"/>
              <a:gd name="csX6564" fmla="*/ 1131117 w 1723042"/>
              <a:gd name="csY6564" fmla="*/ 1114920 h 1114920"/>
              <a:gd name="csX6565" fmla="*/ 1131295 w 1723042"/>
              <a:gd name="csY6565" fmla="*/ 1114920 h 1114920"/>
              <a:gd name="csX6566" fmla="*/ 1131464 w 1723042"/>
              <a:gd name="csY6566" fmla="*/ 1114920 h 1114920"/>
              <a:gd name="csX6567" fmla="*/ 1131633 w 1723042"/>
              <a:gd name="csY6567" fmla="*/ 1114920 h 1114920"/>
              <a:gd name="csX6568" fmla="*/ 1131811 w 1723042"/>
              <a:gd name="csY6568" fmla="*/ 1114920 h 1114920"/>
              <a:gd name="csX6569" fmla="*/ 1131980 w 1723042"/>
              <a:gd name="csY6569" fmla="*/ 1114920 h 1114920"/>
              <a:gd name="csX6570" fmla="*/ 1132158 w 1723042"/>
              <a:gd name="csY6570" fmla="*/ 1114920 h 1114920"/>
              <a:gd name="csX6571" fmla="*/ 1132327 w 1723042"/>
              <a:gd name="csY6571" fmla="*/ 1114920 h 1114920"/>
              <a:gd name="csX6572" fmla="*/ 1132496 w 1723042"/>
              <a:gd name="csY6572" fmla="*/ 1114920 h 1114920"/>
              <a:gd name="csX6573" fmla="*/ 1132674 w 1723042"/>
              <a:gd name="csY6573" fmla="*/ 1114920 h 1114920"/>
              <a:gd name="csX6574" fmla="*/ 1132843 w 1723042"/>
              <a:gd name="csY6574" fmla="*/ 1114920 h 1114920"/>
              <a:gd name="csX6575" fmla="*/ 1133012 w 1723042"/>
              <a:gd name="csY6575" fmla="*/ 1114920 h 1114920"/>
              <a:gd name="csX6576" fmla="*/ 1133190 w 1723042"/>
              <a:gd name="csY6576" fmla="*/ 1114920 h 1114920"/>
              <a:gd name="csX6577" fmla="*/ 1133359 w 1723042"/>
              <a:gd name="csY6577" fmla="*/ 1114920 h 1114920"/>
              <a:gd name="csX6578" fmla="*/ 1133528 w 1723042"/>
              <a:gd name="csY6578" fmla="*/ 1114920 h 1114920"/>
              <a:gd name="csX6579" fmla="*/ 1133706 w 1723042"/>
              <a:gd name="csY6579" fmla="*/ 1114920 h 1114920"/>
              <a:gd name="csX6580" fmla="*/ 1133875 w 1723042"/>
              <a:gd name="csY6580" fmla="*/ 1114920 h 1114920"/>
              <a:gd name="csX6581" fmla="*/ 1134053 w 1723042"/>
              <a:gd name="csY6581" fmla="*/ 1114920 h 1114920"/>
              <a:gd name="csX6582" fmla="*/ 1134222 w 1723042"/>
              <a:gd name="csY6582" fmla="*/ 1114920 h 1114920"/>
              <a:gd name="csX6583" fmla="*/ 1134391 w 1723042"/>
              <a:gd name="csY6583" fmla="*/ 1114920 h 1114920"/>
              <a:gd name="csX6584" fmla="*/ 1134569 w 1723042"/>
              <a:gd name="csY6584" fmla="*/ 1114920 h 1114920"/>
              <a:gd name="csX6585" fmla="*/ 1134738 w 1723042"/>
              <a:gd name="csY6585" fmla="*/ 1114920 h 1114920"/>
              <a:gd name="csX6586" fmla="*/ 1134907 w 1723042"/>
              <a:gd name="csY6586" fmla="*/ 1114920 h 1114920"/>
              <a:gd name="csX6587" fmla="*/ 1135085 w 1723042"/>
              <a:gd name="csY6587" fmla="*/ 1114920 h 1114920"/>
              <a:gd name="csX6588" fmla="*/ 1135254 w 1723042"/>
              <a:gd name="csY6588" fmla="*/ 1114920 h 1114920"/>
              <a:gd name="csX6589" fmla="*/ 1135432 w 1723042"/>
              <a:gd name="csY6589" fmla="*/ 1114920 h 1114920"/>
              <a:gd name="csX6590" fmla="*/ 1135601 w 1723042"/>
              <a:gd name="csY6590" fmla="*/ 1114920 h 1114920"/>
              <a:gd name="csX6591" fmla="*/ 1135770 w 1723042"/>
              <a:gd name="csY6591" fmla="*/ 1114920 h 1114920"/>
              <a:gd name="csX6592" fmla="*/ 1135948 w 1723042"/>
              <a:gd name="csY6592" fmla="*/ 1114920 h 1114920"/>
              <a:gd name="csX6593" fmla="*/ 1136117 w 1723042"/>
              <a:gd name="csY6593" fmla="*/ 1114920 h 1114920"/>
              <a:gd name="csX6594" fmla="*/ 1136286 w 1723042"/>
              <a:gd name="csY6594" fmla="*/ 1114920 h 1114920"/>
              <a:gd name="csX6595" fmla="*/ 1136464 w 1723042"/>
              <a:gd name="csY6595" fmla="*/ 1114920 h 1114920"/>
              <a:gd name="csX6596" fmla="*/ 1136633 w 1723042"/>
              <a:gd name="csY6596" fmla="*/ 1114920 h 1114920"/>
              <a:gd name="csX6597" fmla="*/ 1136802 w 1723042"/>
              <a:gd name="csY6597" fmla="*/ 1114920 h 1114920"/>
              <a:gd name="csX6598" fmla="*/ 1136980 w 1723042"/>
              <a:gd name="csY6598" fmla="*/ 1114920 h 1114920"/>
              <a:gd name="csX6599" fmla="*/ 1137149 w 1723042"/>
              <a:gd name="csY6599" fmla="*/ 1114920 h 1114920"/>
              <a:gd name="csX6600" fmla="*/ 1137327 w 1723042"/>
              <a:gd name="csY6600" fmla="*/ 1114920 h 1114920"/>
              <a:gd name="csX6601" fmla="*/ 1137496 w 1723042"/>
              <a:gd name="csY6601" fmla="*/ 1114920 h 1114920"/>
              <a:gd name="csX6602" fmla="*/ 1137665 w 1723042"/>
              <a:gd name="csY6602" fmla="*/ 1114920 h 1114920"/>
              <a:gd name="csX6603" fmla="*/ 1137843 w 1723042"/>
              <a:gd name="csY6603" fmla="*/ 1114920 h 1114920"/>
              <a:gd name="csX6604" fmla="*/ 1138012 w 1723042"/>
              <a:gd name="csY6604" fmla="*/ 1114920 h 1114920"/>
              <a:gd name="csX6605" fmla="*/ 1138181 w 1723042"/>
              <a:gd name="csY6605" fmla="*/ 1114920 h 1114920"/>
              <a:gd name="csX6606" fmla="*/ 1138359 w 1723042"/>
              <a:gd name="csY6606" fmla="*/ 1114920 h 1114920"/>
              <a:gd name="csX6607" fmla="*/ 1138528 w 1723042"/>
              <a:gd name="csY6607" fmla="*/ 1114920 h 1114920"/>
              <a:gd name="csX6608" fmla="*/ 1138706 w 1723042"/>
              <a:gd name="csY6608" fmla="*/ 1114920 h 1114920"/>
              <a:gd name="csX6609" fmla="*/ 1138875 w 1723042"/>
              <a:gd name="csY6609" fmla="*/ 1114920 h 1114920"/>
              <a:gd name="csX6610" fmla="*/ 1139044 w 1723042"/>
              <a:gd name="csY6610" fmla="*/ 1114920 h 1114920"/>
              <a:gd name="csX6611" fmla="*/ 1139222 w 1723042"/>
              <a:gd name="csY6611" fmla="*/ 1114920 h 1114920"/>
              <a:gd name="csX6612" fmla="*/ 1139391 w 1723042"/>
              <a:gd name="csY6612" fmla="*/ 1114920 h 1114920"/>
              <a:gd name="csX6613" fmla="*/ 1139560 w 1723042"/>
              <a:gd name="csY6613" fmla="*/ 1114920 h 1114920"/>
              <a:gd name="csX6614" fmla="*/ 1139738 w 1723042"/>
              <a:gd name="csY6614" fmla="*/ 1114920 h 1114920"/>
              <a:gd name="csX6615" fmla="*/ 1139907 w 1723042"/>
              <a:gd name="csY6615" fmla="*/ 1114920 h 1114920"/>
              <a:gd name="csX6616" fmla="*/ 1140085 w 1723042"/>
              <a:gd name="csY6616" fmla="*/ 1114920 h 1114920"/>
              <a:gd name="csX6617" fmla="*/ 1140254 w 1723042"/>
              <a:gd name="csY6617" fmla="*/ 1114920 h 1114920"/>
              <a:gd name="csX6618" fmla="*/ 1140423 w 1723042"/>
              <a:gd name="csY6618" fmla="*/ 1114920 h 1114920"/>
              <a:gd name="csX6619" fmla="*/ 1140601 w 1723042"/>
              <a:gd name="csY6619" fmla="*/ 1114920 h 1114920"/>
              <a:gd name="csX6620" fmla="*/ 1140770 w 1723042"/>
              <a:gd name="csY6620" fmla="*/ 1114920 h 1114920"/>
              <a:gd name="csX6621" fmla="*/ 1140939 w 1723042"/>
              <a:gd name="csY6621" fmla="*/ 1114920 h 1114920"/>
              <a:gd name="csX6622" fmla="*/ 1141117 w 1723042"/>
              <a:gd name="csY6622" fmla="*/ 1114920 h 1114920"/>
              <a:gd name="csX6623" fmla="*/ 1141286 w 1723042"/>
              <a:gd name="csY6623" fmla="*/ 1114920 h 1114920"/>
              <a:gd name="csX6624" fmla="*/ 1141455 w 1723042"/>
              <a:gd name="csY6624" fmla="*/ 1114920 h 1114920"/>
              <a:gd name="csX6625" fmla="*/ 1141633 w 1723042"/>
              <a:gd name="csY6625" fmla="*/ 1114920 h 1114920"/>
              <a:gd name="csX6626" fmla="*/ 1141802 w 1723042"/>
              <a:gd name="csY6626" fmla="*/ 1114920 h 1114920"/>
              <a:gd name="csX6627" fmla="*/ 1141980 w 1723042"/>
              <a:gd name="csY6627" fmla="*/ 1114920 h 1114920"/>
              <a:gd name="csX6628" fmla="*/ 1142149 w 1723042"/>
              <a:gd name="csY6628" fmla="*/ 1114920 h 1114920"/>
              <a:gd name="csX6629" fmla="*/ 1142318 w 1723042"/>
              <a:gd name="csY6629" fmla="*/ 1114920 h 1114920"/>
              <a:gd name="csX6630" fmla="*/ 1142495 w 1723042"/>
              <a:gd name="csY6630" fmla="*/ 1114920 h 1114920"/>
              <a:gd name="csX6631" fmla="*/ 1142665 w 1723042"/>
              <a:gd name="csY6631" fmla="*/ 1114920 h 1114920"/>
              <a:gd name="csX6632" fmla="*/ 1142834 w 1723042"/>
              <a:gd name="csY6632" fmla="*/ 1114920 h 1114920"/>
              <a:gd name="csX6633" fmla="*/ 1143012 w 1723042"/>
              <a:gd name="csY6633" fmla="*/ 1114920 h 1114920"/>
              <a:gd name="csX6634" fmla="*/ 1143181 w 1723042"/>
              <a:gd name="csY6634" fmla="*/ 1114920 h 1114920"/>
              <a:gd name="csX6635" fmla="*/ 1143359 w 1723042"/>
              <a:gd name="csY6635" fmla="*/ 1114920 h 1114920"/>
              <a:gd name="csX6636" fmla="*/ 1143528 w 1723042"/>
              <a:gd name="csY6636" fmla="*/ 1114920 h 1114920"/>
              <a:gd name="csX6637" fmla="*/ 1143696 w 1723042"/>
              <a:gd name="csY6637" fmla="*/ 1114920 h 1114920"/>
              <a:gd name="csX6638" fmla="*/ 1143874 w 1723042"/>
              <a:gd name="csY6638" fmla="*/ 1114920 h 1114920"/>
              <a:gd name="csX6639" fmla="*/ 1144043 w 1723042"/>
              <a:gd name="csY6639" fmla="*/ 1114920 h 1114920"/>
              <a:gd name="csX6640" fmla="*/ 1144213 w 1723042"/>
              <a:gd name="csY6640" fmla="*/ 1114920 h 1114920"/>
              <a:gd name="csX6641" fmla="*/ 1144390 w 1723042"/>
              <a:gd name="csY6641" fmla="*/ 1114920 h 1114920"/>
              <a:gd name="csX6642" fmla="*/ 1144560 w 1723042"/>
              <a:gd name="csY6642" fmla="*/ 1114920 h 1114920"/>
              <a:gd name="csX6643" fmla="*/ 1144729 w 1723042"/>
              <a:gd name="csY6643" fmla="*/ 1114920 h 1114920"/>
              <a:gd name="csX6644" fmla="*/ 1144906 w 1723042"/>
              <a:gd name="csY6644" fmla="*/ 1114920 h 1114920"/>
              <a:gd name="csX6645" fmla="*/ 1145075 w 1723042"/>
              <a:gd name="csY6645" fmla="*/ 1114920 h 1114920"/>
              <a:gd name="csX6646" fmla="*/ 1145253 w 1723042"/>
              <a:gd name="csY6646" fmla="*/ 1114920 h 1114920"/>
              <a:gd name="csX6647" fmla="*/ 1145422 w 1723042"/>
              <a:gd name="csY6647" fmla="*/ 1114920 h 1114920"/>
              <a:gd name="csX6648" fmla="*/ 1145591 w 1723042"/>
              <a:gd name="csY6648" fmla="*/ 1114920 h 1114920"/>
              <a:gd name="csX6649" fmla="*/ 1145769 w 1723042"/>
              <a:gd name="csY6649" fmla="*/ 1114920 h 1114920"/>
              <a:gd name="csX6650" fmla="*/ 1145938 w 1723042"/>
              <a:gd name="csY6650" fmla="*/ 1114920 h 1114920"/>
              <a:gd name="csX6651" fmla="*/ 1146107 w 1723042"/>
              <a:gd name="csY6651" fmla="*/ 1114920 h 1114920"/>
              <a:gd name="csX6652" fmla="*/ 1146285 w 1723042"/>
              <a:gd name="csY6652" fmla="*/ 1114920 h 1114920"/>
              <a:gd name="csX6653" fmla="*/ 1146454 w 1723042"/>
              <a:gd name="csY6653" fmla="*/ 1114920 h 1114920"/>
              <a:gd name="csX6654" fmla="*/ 1146632 w 1723042"/>
              <a:gd name="csY6654" fmla="*/ 1114920 h 1114920"/>
              <a:gd name="csX6655" fmla="*/ 1146801 w 1723042"/>
              <a:gd name="csY6655" fmla="*/ 1114920 h 1114920"/>
              <a:gd name="csX6656" fmla="*/ 1146970 w 1723042"/>
              <a:gd name="csY6656" fmla="*/ 1114920 h 1114920"/>
              <a:gd name="csX6657" fmla="*/ 1147148 w 1723042"/>
              <a:gd name="csY6657" fmla="*/ 1114920 h 1114920"/>
              <a:gd name="csX6658" fmla="*/ 1147317 w 1723042"/>
              <a:gd name="csY6658" fmla="*/ 1114920 h 1114920"/>
              <a:gd name="csX6659" fmla="*/ 1147486 w 1723042"/>
              <a:gd name="csY6659" fmla="*/ 1114920 h 1114920"/>
              <a:gd name="csX6660" fmla="*/ 1147664 w 1723042"/>
              <a:gd name="csY6660" fmla="*/ 1114920 h 1114920"/>
              <a:gd name="csX6661" fmla="*/ 1147833 w 1723042"/>
              <a:gd name="csY6661" fmla="*/ 1114920 h 1114920"/>
              <a:gd name="csX6662" fmla="*/ 1148011 w 1723042"/>
              <a:gd name="csY6662" fmla="*/ 1114920 h 1114920"/>
              <a:gd name="csX6663" fmla="*/ 1148180 w 1723042"/>
              <a:gd name="csY6663" fmla="*/ 1114920 h 1114920"/>
              <a:gd name="csX6664" fmla="*/ 1148349 w 1723042"/>
              <a:gd name="csY6664" fmla="*/ 1114920 h 1114920"/>
              <a:gd name="csX6665" fmla="*/ 1148527 w 1723042"/>
              <a:gd name="csY6665" fmla="*/ 1114920 h 1114920"/>
              <a:gd name="csX6666" fmla="*/ 1148696 w 1723042"/>
              <a:gd name="csY6666" fmla="*/ 1114920 h 1114920"/>
              <a:gd name="csX6667" fmla="*/ 1148865 w 1723042"/>
              <a:gd name="csY6667" fmla="*/ 1114920 h 1114920"/>
              <a:gd name="csX6668" fmla="*/ 1149043 w 1723042"/>
              <a:gd name="csY6668" fmla="*/ 1114920 h 1114920"/>
              <a:gd name="csX6669" fmla="*/ 1149212 w 1723042"/>
              <a:gd name="csY6669" fmla="*/ 1114920 h 1114920"/>
              <a:gd name="csX6670" fmla="*/ 1149381 w 1723042"/>
              <a:gd name="csY6670" fmla="*/ 1114920 h 1114920"/>
              <a:gd name="csX6671" fmla="*/ 1149559 w 1723042"/>
              <a:gd name="csY6671" fmla="*/ 1114920 h 1114920"/>
              <a:gd name="csX6672" fmla="*/ 1149728 w 1723042"/>
              <a:gd name="csY6672" fmla="*/ 1114920 h 1114920"/>
              <a:gd name="csX6673" fmla="*/ 1149906 w 1723042"/>
              <a:gd name="csY6673" fmla="*/ 1114920 h 1114920"/>
              <a:gd name="csX6674" fmla="*/ 1150075 w 1723042"/>
              <a:gd name="csY6674" fmla="*/ 1114920 h 1114920"/>
              <a:gd name="csX6675" fmla="*/ 1150244 w 1723042"/>
              <a:gd name="csY6675" fmla="*/ 1114920 h 1114920"/>
              <a:gd name="csX6676" fmla="*/ 1150422 w 1723042"/>
              <a:gd name="csY6676" fmla="*/ 1114920 h 1114920"/>
              <a:gd name="csX6677" fmla="*/ 1150591 w 1723042"/>
              <a:gd name="csY6677" fmla="*/ 1114920 h 1114920"/>
              <a:gd name="csX6678" fmla="*/ 1150760 w 1723042"/>
              <a:gd name="csY6678" fmla="*/ 1114920 h 1114920"/>
              <a:gd name="csX6679" fmla="*/ 1150938 w 1723042"/>
              <a:gd name="csY6679" fmla="*/ 1114920 h 1114920"/>
              <a:gd name="csX6680" fmla="*/ 1151107 w 1723042"/>
              <a:gd name="csY6680" fmla="*/ 1114920 h 1114920"/>
              <a:gd name="csX6681" fmla="*/ 1151285 w 1723042"/>
              <a:gd name="csY6681" fmla="*/ 1114920 h 1114920"/>
              <a:gd name="csX6682" fmla="*/ 1151454 w 1723042"/>
              <a:gd name="csY6682" fmla="*/ 1114920 h 1114920"/>
              <a:gd name="csX6683" fmla="*/ 1151623 w 1723042"/>
              <a:gd name="csY6683" fmla="*/ 1114920 h 1114920"/>
              <a:gd name="csX6684" fmla="*/ 1151801 w 1723042"/>
              <a:gd name="csY6684" fmla="*/ 1114920 h 1114920"/>
              <a:gd name="csX6685" fmla="*/ 1151970 w 1723042"/>
              <a:gd name="csY6685" fmla="*/ 1114920 h 1114920"/>
              <a:gd name="csX6686" fmla="*/ 1152139 w 1723042"/>
              <a:gd name="csY6686" fmla="*/ 1114920 h 1114920"/>
              <a:gd name="csX6687" fmla="*/ 1152317 w 1723042"/>
              <a:gd name="csY6687" fmla="*/ 1114920 h 1114920"/>
              <a:gd name="csX6688" fmla="*/ 1152486 w 1723042"/>
              <a:gd name="csY6688" fmla="*/ 1114920 h 1114920"/>
              <a:gd name="csX6689" fmla="*/ 1152664 w 1723042"/>
              <a:gd name="csY6689" fmla="*/ 1114920 h 1114920"/>
              <a:gd name="csX6690" fmla="*/ 1152833 w 1723042"/>
              <a:gd name="csY6690" fmla="*/ 1114920 h 1114920"/>
              <a:gd name="csX6691" fmla="*/ 1153002 w 1723042"/>
              <a:gd name="csY6691" fmla="*/ 1114920 h 1114920"/>
              <a:gd name="csX6692" fmla="*/ 1153180 w 1723042"/>
              <a:gd name="csY6692" fmla="*/ 1114920 h 1114920"/>
              <a:gd name="csX6693" fmla="*/ 1153349 w 1723042"/>
              <a:gd name="csY6693" fmla="*/ 1114920 h 1114920"/>
              <a:gd name="csX6694" fmla="*/ 1153518 w 1723042"/>
              <a:gd name="csY6694" fmla="*/ 1114920 h 1114920"/>
              <a:gd name="csX6695" fmla="*/ 1153696 w 1723042"/>
              <a:gd name="csY6695" fmla="*/ 1114920 h 1114920"/>
              <a:gd name="csX6696" fmla="*/ 1153865 w 1723042"/>
              <a:gd name="csY6696" fmla="*/ 1114920 h 1114920"/>
              <a:gd name="csX6697" fmla="*/ 1154034 w 1723042"/>
              <a:gd name="csY6697" fmla="*/ 1114920 h 1114920"/>
              <a:gd name="csX6698" fmla="*/ 1154212 w 1723042"/>
              <a:gd name="csY6698" fmla="*/ 1114920 h 1114920"/>
              <a:gd name="csX6699" fmla="*/ 1154381 w 1723042"/>
              <a:gd name="csY6699" fmla="*/ 1114920 h 1114920"/>
              <a:gd name="csX6700" fmla="*/ 1154559 w 1723042"/>
              <a:gd name="csY6700" fmla="*/ 1114920 h 1114920"/>
              <a:gd name="csX6701" fmla="*/ 1154728 w 1723042"/>
              <a:gd name="csY6701" fmla="*/ 1114920 h 1114920"/>
              <a:gd name="csX6702" fmla="*/ 1154897 w 1723042"/>
              <a:gd name="csY6702" fmla="*/ 1114920 h 1114920"/>
              <a:gd name="csX6703" fmla="*/ 1155075 w 1723042"/>
              <a:gd name="csY6703" fmla="*/ 1114920 h 1114920"/>
              <a:gd name="csX6704" fmla="*/ 1155244 w 1723042"/>
              <a:gd name="csY6704" fmla="*/ 1114920 h 1114920"/>
              <a:gd name="csX6705" fmla="*/ 1155413 w 1723042"/>
              <a:gd name="csY6705" fmla="*/ 1114920 h 1114920"/>
              <a:gd name="csX6706" fmla="*/ 1155591 w 1723042"/>
              <a:gd name="csY6706" fmla="*/ 1114920 h 1114920"/>
              <a:gd name="csX6707" fmla="*/ 1155760 w 1723042"/>
              <a:gd name="csY6707" fmla="*/ 1114920 h 1114920"/>
              <a:gd name="csX6708" fmla="*/ 1155938 w 1723042"/>
              <a:gd name="csY6708" fmla="*/ 1114920 h 1114920"/>
              <a:gd name="csX6709" fmla="*/ 1156107 w 1723042"/>
              <a:gd name="csY6709" fmla="*/ 1114920 h 1114920"/>
              <a:gd name="csX6710" fmla="*/ 1156276 w 1723042"/>
              <a:gd name="csY6710" fmla="*/ 1114920 h 1114920"/>
              <a:gd name="csX6711" fmla="*/ 1156454 w 1723042"/>
              <a:gd name="csY6711" fmla="*/ 1114920 h 1114920"/>
              <a:gd name="csX6712" fmla="*/ 1156623 w 1723042"/>
              <a:gd name="csY6712" fmla="*/ 1114920 h 1114920"/>
              <a:gd name="csX6713" fmla="*/ 1156792 w 1723042"/>
              <a:gd name="csY6713" fmla="*/ 1114920 h 1114920"/>
              <a:gd name="csX6714" fmla="*/ 1156970 w 1723042"/>
              <a:gd name="csY6714" fmla="*/ 1114920 h 1114920"/>
              <a:gd name="csX6715" fmla="*/ 1157139 w 1723042"/>
              <a:gd name="csY6715" fmla="*/ 1114920 h 1114920"/>
              <a:gd name="csX6716" fmla="*/ 1157308 w 1723042"/>
              <a:gd name="csY6716" fmla="*/ 1114920 h 1114920"/>
              <a:gd name="csX6717" fmla="*/ 1157486 w 1723042"/>
              <a:gd name="csY6717" fmla="*/ 1114920 h 1114920"/>
              <a:gd name="csX6718" fmla="*/ 1157655 w 1723042"/>
              <a:gd name="csY6718" fmla="*/ 1114920 h 1114920"/>
              <a:gd name="csX6719" fmla="*/ 1157833 w 1723042"/>
              <a:gd name="csY6719" fmla="*/ 1114920 h 1114920"/>
              <a:gd name="csX6720" fmla="*/ 1158002 w 1723042"/>
              <a:gd name="csY6720" fmla="*/ 1114920 h 1114920"/>
              <a:gd name="csX6721" fmla="*/ 1158171 w 1723042"/>
              <a:gd name="csY6721" fmla="*/ 1114920 h 1114920"/>
              <a:gd name="csX6722" fmla="*/ 1158349 w 1723042"/>
              <a:gd name="csY6722" fmla="*/ 1114920 h 1114920"/>
              <a:gd name="csX6723" fmla="*/ 1158518 w 1723042"/>
              <a:gd name="csY6723" fmla="*/ 1114920 h 1114920"/>
              <a:gd name="csX6724" fmla="*/ 1158687 w 1723042"/>
              <a:gd name="csY6724" fmla="*/ 1114920 h 1114920"/>
              <a:gd name="csX6725" fmla="*/ 1158865 w 1723042"/>
              <a:gd name="csY6725" fmla="*/ 1114920 h 1114920"/>
              <a:gd name="csX6726" fmla="*/ 1159034 w 1723042"/>
              <a:gd name="csY6726" fmla="*/ 1114920 h 1114920"/>
              <a:gd name="csX6727" fmla="*/ 1159212 w 1723042"/>
              <a:gd name="csY6727" fmla="*/ 1114920 h 1114920"/>
              <a:gd name="csX6728" fmla="*/ 1159381 w 1723042"/>
              <a:gd name="csY6728" fmla="*/ 1114920 h 1114920"/>
              <a:gd name="csX6729" fmla="*/ 1159550 w 1723042"/>
              <a:gd name="csY6729" fmla="*/ 1114920 h 1114920"/>
              <a:gd name="csX6730" fmla="*/ 1159728 w 1723042"/>
              <a:gd name="csY6730" fmla="*/ 1114920 h 1114920"/>
              <a:gd name="csX6731" fmla="*/ 1159897 w 1723042"/>
              <a:gd name="csY6731" fmla="*/ 1114920 h 1114920"/>
              <a:gd name="csX6732" fmla="*/ 1160066 w 1723042"/>
              <a:gd name="csY6732" fmla="*/ 1114920 h 1114920"/>
              <a:gd name="csX6733" fmla="*/ 1160244 w 1723042"/>
              <a:gd name="csY6733" fmla="*/ 1114920 h 1114920"/>
              <a:gd name="csX6734" fmla="*/ 1160413 w 1723042"/>
              <a:gd name="csY6734" fmla="*/ 1114920 h 1114920"/>
              <a:gd name="csX6735" fmla="*/ 1160591 w 1723042"/>
              <a:gd name="csY6735" fmla="*/ 1114920 h 1114920"/>
              <a:gd name="csX6736" fmla="*/ 1160760 w 1723042"/>
              <a:gd name="csY6736" fmla="*/ 1114920 h 1114920"/>
              <a:gd name="csX6737" fmla="*/ 1160929 w 1723042"/>
              <a:gd name="csY6737" fmla="*/ 1114920 h 1114920"/>
              <a:gd name="csX6738" fmla="*/ 1161107 w 1723042"/>
              <a:gd name="csY6738" fmla="*/ 1114920 h 1114920"/>
              <a:gd name="csX6739" fmla="*/ 1161276 w 1723042"/>
              <a:gd name="csY6739" fmla="*/ 1114920 h 1114920"/>
              <a:gd name="csX6740" fmla="*/ 1161445 w 1723042"/>
              <a:gd name="csY6740" fmla="*/ 1114920 h 1114920"/>
              <a:gd name="csX6741" fmla="*/ 1161623 w 1723042"/>
              <a:gd name="csY6741" fmla="*/ 1114920 h 1114920"/>
              <a:gd name="csX6742" fmla="*/ 1161792 w 1723042"/>
              <a:gd name="csY6742" fmla="*/ 1114920 h 1114920"/>
              <a:gd name="csX6743" fmla="*/ 1161961 w 1723042"/>
              <a:gd name="csY6743" fmla="*/ 1114920 h 1114920"/>
              <a:gd name="csX6744" fmla="*/ 1162139 w 1723042"/>
              <a:gd name="csY6744" fmla="*/ 1114920 h 1114920"/>
              <a:gd name="csX6745" fmla="*/ 1162308 w 1723042"/>
              <a:gd name="csY6745" fmla="*/ 1114920 h 1114920"/>
              <a:gd name="csX6746" fmla="*/ 1162486 w 1723042"/>
              <a:gd name="csY6746" fmla="*/ 1114920 h 1114920"/>
              <a:gd name="csX6747" fmla="*/ 1162655 w 1723042"/>
              <a:gd name="csY6747" fmla="*/ 1114920 h 1114920"/>
              <a:gd name="csX6748" fmla="*/ 1162824 w 1723042"/>
              <a:gd name="csY6748" fmla="*/ 1114920 h 1114920"/>
              <a:gd name="csX6749" fmla="*/ 1163002 w 1723042"/>
              <a:gd name="csY6749" fmla="*/ 1114920 h 1114920"/>
              <a:gd name="csX6750" fmla="*/ 1163171 w 1723042"/>
              <a:gd name="csY6750" fmla="*/ 1114920 h 1114920"/>
              <a:gd name="csX6751" fmla="*/ 1163340 w 1723042"/>
              <a:gd name="csY6751" fmla="*/ 1114920 h 1114920"/>
              <a:gd name="csX6752" fmla="*/ 1163518 w 1723042"/>
              <a:gd name="csY6752" fmla="*/ 1114920 h 1114920"/>
              <a:gd name="csX6753" fmla="*/ 1163687 w 1723042"/>
              <a:gd name="csY6753" fmla="*/ 1114920 h 1114920"/>
              <a:gd name="csX6754" fmla="*/ 1163865 w 1723042"/>
              <a:gd name="csY6754" fmla="*/ 1114920 h 1114920"/>
              <a:gd name="csX6755" fmla="*/ 1164034 w 1723042"/>
              <a:gd name="csY6755" fmla="*/ 1114920 h 1114920"/>
              <a:gd name="csX6756" fmla="*/ 1164203 w 1723042"/>
              <a:gd name="csY6756" fmla="*/ 1114920 h 1114920"/>
              <a:gd name="csX6757" fmla="*/ 1164381 w 1723042"/>
              <a:gd name="csY6757" fmla="*/ 1114920 h 1114920"/>
              <a:gd name="csX6758" fmla="*/ 1164550 w 1723042"/>
              <a:gd name="csY6758" fmla="*/ 1114920 h 1114920"/>
              <a:gd name="csX6759" fmla="*/ 1164719 w 1723042"/>
              <a:gd name="csY6759" fmla="*/ 1114920 h 1114920"/>
              <a:gd name="csX6760" fmla="*/ 1164897 w 1723042"/>
              <a:gd name="csY6760" fmla="*/ 1114920 h 1114920"/>
              <a:gd name="csX6761" fmla="*/ 1165066 w 1723042"/>
              <a:gd name="csY6761" fmla="*/ 1114920 h 1114920"/>
              <a:gd name="csX6762" fmla="*/ 1165235 w 1723042"/>
              <a:gd name="csY6762" fmla="*/ 1114920 h 1114920"/>
              <a:gd name="csX6763" fmla="*/ 1165413 w 1723042"/>
              <a:gd name="csY6763" fmla="*/ 1114920 h 1114920"/>
              <a:gd name="csX6764" fmla="*/ 1165582 w 1723042"/>
              <a:gd name="csY6764" fmla="*/ 1114920 h 1114920"/>
              <a:gd name="csX6765" fmla="*/ 1165760 w 1723042"/>
              <a:gd name="csY6765" fmla="*/ 1114920 h 1114920"/>
              <a:gd name="csX6766" fmla="*/ 1165929 w 1723042"/>
              <a:gd name="csY6766" fmla="*/ 1114920 h 1114920"/>
              <a:gd name="csX6767" fmla="*/ 1166098 w 1723042"/>
              <a:gd name="csY6767" fmla="*/ 1114920 h 1114920"/>
              <a:gd name="csX6768" fmla="*/ 1166276 w 1723042"/>
              <a:gd name="csY6768" fmla="*/ 1114920 h 1114920"/>
              <a:gd name="csX6769" fmla="*/ 1166445 w 1723042"/>
              <a:gd name="csY6769" fmla="*/ 1114920 h 1114920"/>
              <a:gd name="csX6770" fmla="*/ 1166614 w 1723042"/>
              <a:gd name="csY6770" fmla="*/ 1114920 h 1114920"/>
              <a:gd name="csX6771" fmla="*/ 1166792 w 1723042"/>
              <a:gd name="csY6771" fmla="*/ 1114920 h 1114920"/>
              <a:gd name="csX6772" fmla="*/ 1166961 w 1723042"/>
              <a:gd name="csY6772" fmla="*/ 1114920 h 1114920"/>
              <a:gd name="csX6773" fmla="*/ 1167139 w 1723042"/>
              <a:gd name="csY6773" fmla="*/ 1114920 h 1114920"/>
              <a:gd name="csX6774" fmla="*/ 1167308 w 1723042"/>
              <a:gd name="csY6774" fmla="*/ 1114920 h 1114920"/>
              <a:gd name="csX6775" fmla="*/ 1167477 w 1723042"/>
              <a:gd name="csY6775" fmla="*/ 1114920 h 1114920"/>
              <a:gd name="csX6776" fmla="*/ 1167655 w 1723042"/>
              <a:gd name="csY6776" fmla="*/ 1114920 h 1114920"/>
              <a:gd name="csX6777" fmla="*/ 1167824 w 1723042"/>
              <a:gd name="csY6777" fmla="*/ 1114920 h 1114920"/>
              <a:gd name="csX6778" fmla="*/ 1167993 w 1723042"/>
              <a:gd name="csY6778" fmla="*/ 1114920 h 1114920"/>
              <a:gd name="csX6779" fmla="*/ 1168171 w 1723042"/>
              <a:gd name="csY6779" fmla="*/ 1114920 h 1114920"/>
              <a:gd name="csX6780" fmla="*/ 1168340 w 1723042"/>
              <a:gd name="csY6780" fmla="*/ 1114920 h 1114920"/>
              <a:gd name="csX6781" fmla="*/ 1168518 w 1723042"/>
              <a:gd name="csY6781" fmla="*/ 1114920 h 1114920"/>
              <a:gd name="csX6782" fmla="*/ 1168687 w 1723042"/>
              <a:gd name="csY6782" fmla="*/ 1114920 h 1114920"/>
              <a:gd name="csX6783" fmla="*/ 1168856 w 1723042"/>
              <a:gd name="csY6783" fmla="*/ 1114920 h 1114920"/>
              <a:gd name="csX6784" fmla="*/ 1169034 w 1723042"/>
              <a:gd name="csY6784" fmla="*/ 1114920 h 1114920"/>
              <a:gd name="csX6785" fmla="*/ 1169203 w 1723042"/>
              <a:gd name="csY6785" fmla="*/ 1114920 h 1114920"/>
              <a:gd name="csX6786" fmla="*/ 1169372 w 1723042"/>
              <a:gd name="csY6786" fmla="*/ 1114920 h 1114920"/>
              <a:gd name="csX6787" fmla="*/ 1169550 w 1723042"/>
              <a:gd name="csY6787" fmla="*/ 1114920 h 1114920"/>
              <a:gd name="csX6788" fmla="*/ 1169719 w 1723042"/>
              <a:gd name="csY6788" fmla="*/ 1114920 h 1114920"/>
              <a:gd name="csX6789" fmla="*/ 1169888 w 1723042"/>
              <a:gd name="csY6789" fmla="*/ 1114920 h 1114920"/>
              <a:gd name="csX6790" fmla="*/ 1170066 w 1723042"/>
              <a:gd name="csY6790" fmla="*/ 1114920 h 1114920"/>
              <a:gd name="csX6791" fmla="*/ 1170235 w 1723042"/>
              <a:gd name="csY6791" fmla="*/ 1114920 h 1114920"/>
              <a:gd name="csX6792" fmla="*/ 1170413 w 1723042"/>
              <a:gd name="csY6792" fmla="*/ 1114920 h 1114920"/>
              <a:gd name="csX6793" fmla="*/ 1170582 w 1723042"/>
              <a:gd name="csY6793" fmla="*/ 1114920 h 1114920"/>
              <a:gd name="csX6794" fmla="*/ 1170751 w 1723042"/>
              <a:gd name="csY6794" fmla="*/ 1114920 h 1114920"/>
              <a:gd name="csX6795" fmla="*/ 1170929 w 1723042"/>
              <a:gd name="csY6795" fmla="*/ 1114920 h 1114920"/>
              <a:gd name="csX6796" fmla="*/ 1171098 w 1723042"/>
              <a:gd name="csY6796" fmla="*/ 1114920 h 1114920"/>
              <a:gd name="csX6797" fmla="*/ 1171267 w 1723042"/>
              <a:gd name="csY6797" fmla="*/ 1114920 h 1114920"/>
              <a:gd name="csX6798" fmla="*/ 1171445 w 1723042"/>
              <a:gd name="csY6798" fmla="*/ 1114920 h 1114920"/>
              <a:gd name="csX6799" fmla="*/ 1171614 w 1723042"/>
              <a:gd name="csY6799" fmla="*/ 1114920 h 1114920"/>
              <a:gd name="csX6800" fmla="*/ 1171792 w 1723042"/>
              <a:gd name="csY6800" fmla="*/ 1114920 h 1114920"/>
              <a:gd name="csX6801" fmla="*/ 1171961 w 1723042"/>
              <a:gd name="csY6801" fmla="*/ 1114920 h 1114920"/>
              <a:gd name="csX6802" fmla="*/ 1172130 w 1723042"/>
              <a:gd name="csY6802" fmla="*/ 1114920 h 1114920"/>
              <a:gd name="csX6803" fmla="*/ 1172307 w 1723042"/>
              <a:gd name="csY6803" fmla="*/ 1114920 h 1114920"/>
              <a:gd name="csX6804" fmla="*/ 1172477 w 1723042"/>
              <a:gd name="csY6804" fmla="*/ 1114920 h 1114920"/>
              <a:gd name="csX6805" fmla="*/ 1172646 w 1723042"/>
              <a:gd name="csY6805" fmla="*/ 1114920 h 1114920"/>
              <a:gd name="csX6806" fmla="*/ 1172824 w 1723042"/>
              <a:gd name="csY6806" fmla="*/ 1114920 h 1114920"/>
              <a:gd name="csX6807" fmla="*/ 1172993 w 1723042"/>
              <a:gd name="csY6807" fmla="*/ 1114920 h 1114920"/>
              <a:gd name="csX6808" fmla="*/ 1173170 w 1723042"/>
              <a:gd name="csY6808" fmla="*/ 1114920 h 1114920"/>
              <a:gd name="csX6809" fmla="*/ 1173340 w 1723042"/>
              <a:gd name="csY6809" fmla="*/ 1114920 h 1114920"/>
              <a:gd name="csX6810" fmla="*/ 1173508 w 1723042"/>
              <a:gd name="csY6810" fmla="*/ 1114920 h 1114920"/>
              <a:gd name="csX6811" fmla="*/ 1173686 w 1723042"/>
              <a:gd name="csY6811" fmla="*/ 1114920 h 1114920"/>
              <a:gd name="csX6812" fmla="*/ 1173855 w 1723042"/>
              <a:gd name="csY6812" fmla="*/ 1114920 h 1114920"/>
              <a:gd name="csX6813" fmla="*/ 1174025 w 1723042"/>
              <a:gd name="csY6813" fmla="*/ 1114920 h 1114920"/>
              <a:gd name="csX6814" fmla="*/ 1174202 w 1723042"/>
              <a:gd name="csY6814" fmla="*/ 1114920 h 1114920"/>
              <a:gd name="csX6815" fmla="*/ 1174372 w 1723042"/>
              <a:gd name="csY6815" fmla="*/ 1114920 h 1114920"/>
              <a:gd name="csX6816" fmla="*/ 1174541 w 1723042"/>
              <a:gd name="csY6816" fmla="*/ 1114920 h 1114920"/>
              <a:gd name="csX6817" fmla="*/ 1174719 w 1723042"/>
              <a:gd name="csY6817" fmla="*/ 1114920 h 1114920"/>
              <a:gd name="csX6818" fmla="*/ 1174887 w 1723042"/>
              <a:gd name="csY6818" fmla="*/ 1114920 h 1114920"/>
              <a:gd name="csX6819" fmla="*/ 1175065 w 1723042"/>
              <a:gd name="csY6819" fmla="*/ 1114920 h 1114920"/>
              <a:gd name="csX6820" fmla="*/ 1175234 w 1723042"/>
              <a:gd name="csY6820" fmla="*/ 1114920 h 1114920"/>
              <a:gd name="csX6821" fmla="*/ 1175403 w 1723042"/>
              <a:gd name="csY6821" fmla="*/ 1114920 h 1114920"/>
              <a:gd name="csX6822" fmla="*/ 1175581 w 1723042"/>
              <a:gd name="csY6822" fmla="*/ 1114920 h 1114920"/>
              <a:gd name="csX6823" fmla="*/ 1175750 w 1723042"/>
              <a:gd name="csY6823" fmla="*/ 1114920 h 1114920"/>
              <a:gd name="csX6824" fmla="*/ 1175920 w 1723042"/>
              <a:gd name="csY6824" fmla="*/ 1114920 h 1114920"/>
              <a:gd name="csX6825" fmla="*/ 1176097 w 1723042"/>
              <a:gd name="csY6825" fmla="*/ 1114920 h 1114920"/>
              <a:gd name="csX6826" fmla="*/ 1176266 w 1723042"/>
              <a:gd name="csY6826" fmla="*/ 1114920 h 1114920"/>
              <a:gd name="csX6827" fmla="*/ 1176444 w 1723042"/>
              <a:gd name="csY6827" fmla="*/ 1114920 h 1114920"/>
              <a:gd name="csX6828" fmla="*/ 1176613 w 1723042"/>
              <a:gd name="csY6828" fmla="*/ 1114920 h 1114920"/>
              <a:gd name="csX6829" fmla="*/ 1176782 w 1723042"/>
              <a:gd name="csY6829" fmla="*/ 1114920 h 1114920"/>
              <a:gd name="csX6830" fmla="*/ 1176960 w 1723042"/>
              <a:gd name="csY6830" fmla="*/ 1114920 h 1114920"/>
              <a:gd name="csX6831" fmla="*/ 1177129 w 1723042"/>
              <a:gd name="csY6831" fmla="*/ 1114920 h 1114920"/>
              <a:gd name="csX6832" fmla="*/ 1177298 w 1723042"/>
              <a:gd name="csY6832" fmla="*/ 1114920 h 1114920"/>
              <a:gd name="csX6833" fmla="*/ 1177476 w 1723042"/>
              <a:gd name="csY6833" fmla="*/ 1114920 h 1114920"/>
              <a:gd name="csX6834" fmla="*/ 1177645 w 1723042"/>
              <a:gd name="csY6834" fmla="*/ 1114920 h 1114920"/>
              <a:gd name="csX6835" fmla="*/ 1177814 w 1723042"/>
              <a:gd name="csY6835" fmla="*/ 1114920 h 1114920"/>
              <a:gd name="csX6836" fmla="*/ 1177992 w 1723042"/>
              <a:gd name="csY6836" fmla="*/ 1114920 h 1114920"/>
              <a:gd name="csX6837" fmla="*/ 1178161 w 1723042"/>
              <a:gd name="csY6837" fmla="*/ 1114920 h 1114920"/>
              <a:gd name="csX6838" fmla="*/ 1178339 w 1723042"/>
              <a:gd name="csY6838" fmla="*/ 1114920 h 1114920"/>
              <a:gd name="csX6839" fmla="*/ 1178508 w 1723042"/>
              <a:gd name="csY6839" fmla="*/ 1114920 h 1114920"/>
              <a:gd name="csX6840" fmla="*/ 1178677 w 1723042"/>
              <a:gd name="csY6840" fmla="*/ 1114920 h 1114920"/>
              <a:gd name="csX6841" fmla="*/ 1178855 w 1723042"/>
              <a:gd name="csY6841" fmla="*/ 1114920 h 1114920"/>
              <a:gd name="csX6842" fmla="*/ 1179024 w 1723042"/>
              <a:gd name="csY6842" fmla="*/ 1114920 h 1114920"/>
              <a:gd name="csX6843" fmla="*/ 1179193 w 1723042"/>
              <a:gd name="csY6843" fmla="*/ 1114920 h 1114920"/>
              <a:gd name="csX6844" fmla="*/ 1179371 w 1723042"/>
              <a:gd name="csY6844" fmla="*/ 1114920 h 1114920"/>
              <a:gd name="csX6845" fmla="*/ 1179540 w 1723042"/>
              <a:gd name="csY6845" fmla="*/ 1114920 h 1114920"/>
              <a:gd name="csX6846" fmla="*/ 1179718 w 1723042"/>
              <a:gd name="csY6846" fmla="*/ 1114920 h 1114920"/>
              <a:gd name="csX6847" fmla="*/ 1179887 w 1723042"/>
              <a:gd name="csY6847" fmla="*/ 1114920 h 1114920"/>
              <a:gd name="csX6848" fmla="*/ 1180056 w 1723042"/>
              <a:gd name="csY6848" fmla="*/ 1114920 h 1114920"/>
              <a:gd name="csX6849" fmla="*/ 1180234 w 1723042"/>
              <a:gd name="csY6849" fmla="*/ 1114920 h 1114920"/>
              <a:gd name="csX6850" fmla="*/ 1180403 w 1723042"/>
              <a:gd name="csY6850" fmla="*/ 1114920 h 1114920"/>
              <a:gd name="csX6851" fmla="*/ 1180572 w 1723042"/>
              <a:gd name="csY6851" fmla="*/ 1114920 h 1114920"/>
              <a:gd name="csX6852" fmla="*/ 1180750 w 1723042"/>
              <a:gd name="csY6852" fmla="*/ 1114920 h 1114920"/>
              <a:gd name="csX6853" fmla="*/ 1180919 w 1723042"/>
              <a:gd name="csY6853" fmla="*/ 1114920 h 1114920"/>
              <a:gd name="csX6854" fmla="*/ 1181097 w 1723042"/>
              <a:gd name="csY6854" fmla="*/ 1114920 h 1114920"/>
              <a:gd name="csX6855" fmla="*/ 1181266 w 1723042"/>
              <a:gd name="csY6855" fmla="*/ 1114920 h 1114920"/>
              <a:gd name="csX6856" fmla="*/ 1181435 w 1723042"/>
              <a:gd name="csY6856" fmla="*/ 1114920 h 1114920"/>
              <a:gd name="csX6857" fmla="*/ 1181613 w 1723042"/>
              <a:gd name="csY6857" fmla="*/ 1114920 h 1114920"/>
              <a:gd name="csX6858" fmla="*/ 1181782 w 1723042"/>
              <a:gd name="csY6858" fmla="*/ 1114920 h 1114920"/>
              <a:gd name="csX6859" fmla="*/ 1181951 w 1723042"/>
              <a:gd name="csY6859" fmla="*/ 1114920 h 1114920"/>
              <a:gd name="csX6860" fmla="*/ 1182129 w 1723042"/>
              <a:gd name="csY6860" fmla="*/ 1114920 h 1114920"/>
              <a:gd name="csX6861" fmla="*/ 1182298 w 1723042"/>
              <a:gd name="csY6861" fmla="*/ 1114920 h 1114920"/>
              <a:gd name="csX6862" fmla="*/ 1182467 w 1723042"/>
              <a:gd name="csY6862" fmla="*/ 1114920 h 1114920"/>
              <a:gd name="csX6863" fmla="*/ 1182645 w 1723042"/>
              <a:gd name="csY6863" fmla="*/ 1114920 h 1114920"/>
              <a:gd name="csX6864" fmla="*/ 1182814 w 1723042"/>
              <a:gd name="csY6864" fmla="*/ 1114920 h 1114920"/>
              <a:gd name="csX6865" fmla="*/ 1182992 w 1723042"/>
              <a:gd name="csY6865" fmla="*/ 1114920 h 1114920"/>
              <a:gd name="csX6866" fmla="*/ 1183161 w 1723042"/>
              <a:gd name="csY6866" fmla="*/ 1114920 h 1114920"/>
              <a:gd name="csX6867" fmla="*/ 1183330 w 1723042"/>
              <a:gd name="csY6867" fmla="*/ 1114920 h 1114920"/>
              <a:gd name="csX6868" fmla="*/ 1183508 w 1723042"/>
              <a:gd name="csY6868" fmla="*/ 1114920 h 1114920"/>
              <a:gd name="csX6869" fmla="*/ 1183677 w 1723042"/>
              <a:gd name="csY6869" fmla="*/ 1114920 h 1114920"/>
              <a:gd name="csX6870" fmla="*/ 1183846 w 1723042"/>
              <a:gd name="csY6870" fmla="*/ 1114920 h 1114920"/>
              <a:gd name="csX6871" fmla="*/ 1184024 w 1723042"/>
              <a:gd name="csY6871" fmla="*/ 1114920 h 1114920"/>
              <a:gd name="csX6872" fmla="*/ 1184193 w 1723042"/>
              <a:gd name="csY6872" fmla="*/ 1114920 h 1114920"/>
              <a:gd name="csX6873" fmla="*/ 1184371 w 1723042"/>
              <a:gd name="csY6873" fmla="*/ 1114920 h 1114920"/>
              <a:gd name="csX6874" fmla="*/ 1184540 w 1723042"/>
              <a:gd name="csY6874" fmla="*/ 1114920 h 1114920"/>
              <a:gd name="csX6875" fmla="*/ 1184709 w 1723042"/>
              <a:gd name="csY6875" fmla="*/ 1114920 h 1114920"/>
              <a:gd name="csX6876" fmla="*/ 1184887 w 1723042"/>
              <a:gd name="csY6876" fmla="*/ 1114920 h 1114920"/>
              <a:gd name="csX6877" fmla="*/ 1185056 w 1723042"/>
              <a:gd name="csY6877" fmla="*/ 1114920 h 1114920"/>
              <a:gd name="csX6878" fmla="*/ 1185225 w 1723042"/>
              <a:gd name="csY6878" fmla="*/ 1114920 h 1114920"/>
              <a:gd name="csX6879" fmla="*/ 1185403 w 1723042"/>
              <a:gd name="csY6879" fmla="*/ 1114920 h 1114920"/>
              <a:gd name="csX6880" fmla="*/ 1185572 w 1723042"/>
              <a:gd name="csY6880" fmla="*/ 1114920 h 1114920"/>
              <a:gd name="csX6881" fmla="*/ 1185741 w 1723042"/>
              <a:gd name="csY6881" fmla="*/ 1114920 h 1114920"/>
              <a:gd name="csX6882" fmla="*/ 1185919 w 1723042"/>
              <a:gd name="csY6882" fmla="*/ 1114920 h 1114920"/>
              <a:gd name="csX6883" fmla="*/ 1186088 w 1723042"/>
              <a:gd name="csY6883" fmla="*/ 1114920 h 1114920"/>
              <a:gd name="csX6884" fmla="*/ 1186266 w 1723042"/>
              <a:gd name="csY6884" fmla="*/ 1114920 h 1114920"/>
              <a:gd name="csX6885" fmla="*/ 1186435 w 1723042"/>
              <a:gd name="csY6885" fmla="*/ 1114920 h 1114920"/>
              <a:gd name="csX6886" fmla="*/ 1186604 w 1723042"/>
              <a:gd name="csY6886" fmla="*/ 1114920 h 1114920"/>
              <a:gd name="csX6887" fmla="*/ 1186782 w 1723042"/>
              <a:gd name="csY6887" fmla="*/ 1114920 h 1114920"/>
              <a:gd name="csX6888" fmla="*/ 1186951 w 1723042"/>
              <a:gd name="csY6888" fmla="*/ 1114920 h 1114920"/>
              <a:gd name="csX6889" fmla="*/ 1187120 w 1723042"/>
              <a:gd name="csY6889" fmla="*/ 1114920 h 1114920"/>
              <a:gd name="csX6890" fmla="*/ 1187298 w 1723042"/>
              <a:gd name="csY6890" fmla="*/ 1114920 h 1114920"/>
              <a:gd name="csX6891" fmla="*/ 1187467 w 1723042"/>
              <a:gd name="csY6891" fmla="*/ 1114920 h 1114920"/>
              <a:gd name="csX6892" fmla="*/ 1187645 w 1723042"/>
              <a:gd name="csY6892" fmla="*/ 1114920 h 1114920"/>
              <a:gd name="csX6893" fmla="*/ 1187814 w 1723042"/>
              <a:gd name="csY6893" fmla="*/ 1114920 h 1114920"/>
              <a:gd name="csX6894" fmla="*/ 1187983 w 1723042"/>
              <a:gd name="csY6894" fmla="*/ 1114920 h 1114920"/>
              <a:gd name="csX6895" fmla="*/ 1188161 w 1723042"/>
              <a:gd name="csY6895" fmla="*/ 1114920 h 1114920"/>
              <a:gd name="csX6896" fmla="*/ 1188330 w 1723042"/>
              <a:gd name="csY6896" fmla="*/ 1114920 h 1114920"/>
              <a:gd name="csX6897" fmla="*/ 1188499 w 1723042"/>
              <a:gd name="csY6897" fmla="*/ 1114920 h 1114920"/>
              <a:gd name="csX6898" fmla="*/ 1188677 w 1723042"/>
              <a:gd name="csY6898" fmla="*/ 1114920 h 1114920"/>
              <a:gd name="csX6899" fmla="*/ 1188846 w 1723042"/>
              <a:gd name="csY6899" fmla="*/ 1114920 h 1114920"/>
              <a:gd name="csX6900" fmla="*/ 1189024 w 1723042"/>
              <a:gd name="csY6900" fmla="*/ 1114920 h 1114920"/>
              <a:gd name="csX6901" fmla="*/ 1189193 w 1723042"/>
              <a:gd name="csY6901" fmla="*/ 1114920 h 1114920"/>
              <a:gd name="csX6902" fmla="*/ 1189362 w 1723042"/>
              <a:gd name="csY6902" fmla="*/ 1114920 h 1114920"/>
              <a:gd name="csX6903" fmla="*/ 1189540 w 1723042"/>
              <a:gd name="csY6903" fmla="*/ 1114920 h 1114920"/>
              <a:gd name="csX6904" fmla="*/ 1189709 w 1723042"/>
              <a:gd name="csY6904" fmla="*/ 1114920 h 1114920"/>
              <a:gd name="csX6905" fmla="*/ 1189878 w 1723042"/>
              <a:gd name="csY6905" fmla="*/ 1114920 h 1114920"/>
              <a:gd name="csX6906" fmla="*/ 1190056 w 1723042"/>
              <a:gd name="csY6906" fmla="*/ 1114920 h 1114920"/>
              <a:gd name="csX6907" fmla="*/ 1190225 w 1723042"/>
              <a:gd name="csY6907" fmla="*/ 1114920 h 1114920"/>
              <a:gd name="csX6908" fmla="*/ 1190394 w 1723042"/>
              <a:gd name="csY6908" fmla="*/ 1114920 h 1114920"/>
              <a:gd name="csX6909" fmla="*/ 1190572 w 1723042"/>
              <a:gd name="csY6909" fmla="*/ 1114920 h 1114920"/>
              <a:gd name="csX6910" fmla="*/ 1190741 w 1723042"/>
              <a:gd name="csY6910" fmla="*/ 1114920 h 1114920"/>
              <a:gd name="csX6911" fmla="*/ 1190919 w 1723042"/>
              <a:gd name="csY6911" fmla="*/ 1114920 h 1114920"/>
              <a:gd name="csX6912" fmla="*/ 1191088 w 1723042"/>
              <a:gd name="csY6912" fmla="*/ 1114920 h 1114920"/>
              <a:gd name="csX6913" fmla="*/ 1191257 w 1723042"/>
              <a:gd name="csY6913" fmla="*/ 1114920 h 1114920"/>
              <a:gd name="csX6914" fmla="*/ 1191435 w 1723042"/>
              <a:gd name="csY6914" fmla="*/ 1114920 h 1114920"/>
              <a:gd name="csX6915" fmla="*/ 1191604 w 1723042"/>
              <a:gd name="csY6915" fmla="*/ 1114920 h 1114920"/>
              <a:gd name="csX6916" fmla="*/ 1191773 w 1723042"/>
              <a:gd name="csY6916" fmla="*/ 1114920 h 1114920"/>
              <a:gd name="csX6917" fmla="*/ 1191951 w 1723042"/>
              <a:gd name="csY6917" fmla="*/ 1114920 h 1114920"/>
              <a:gd name="csX6918" fmla="*/ 1192120 w 1723042"/>
              <a:gd name="csY6918" fmla="*/ 1114920 h 1114920"/>
              <a:gd name="csX6919" fmla="*/ 1192298 w 1723042"/>
              <a:gd name="csY6919" fmla="*/ 1114920 h 1114920"/>
              <a:gd name="csX6920" fmla="*/ 1192467 w 1723042"/>
              <a:gd name="csY6920" fmla="*/ 1114920 h 1114920"/>
              <a:gd name="csX6921" fmla="*/ 1192636 w 1723042"/>
              <a:gd name="csY6921" fmla="*/ 1114920 h 1114920"/>
              <a:gd name="csX6922" fmla="*/ 1192814 w 1723042"/>
              <a:gd name="csY6922" fmla="*/ 1114920 h 1114920"/>
              <a:gd name="csX6923" fmla="*/ 1192983 w 1723042"/>
              <a:gd name="csY6923" fmla="*/ 1114920 h 1114920"/>
              <a:gd name="csX6924" fmla="*/ 1193152 w 1723042"/>
              <a:gd name="csY6924" fmla="*/ 1114920 h 1114920"/>
              <a:gd name="csX6925" fmla="*/ 1193330 w 1723042"/>
              <a:gd name="csY6925" fmla="*/ 1114920 h 1114920"/>
              <a:gd name="csX6926" fmla="*/ 1193499 w 1723042"/>
              <a:gd name="csY6926" fmla="*/ 1114920 h 1114920"/>
              <a:gd name="csX6927" fmla="*/ 1193668 w 1723042"/>
              <a:gd name="csY6927" fmla="*/ 1114920 h 1114920"/>
              <a:gd name="csX6928" fmla="*/ 1193846 w 1723042"/>
              <a:gd name="csY6928" fmla="*/ 1114920 h 1114920"/>
              <a:gd name="csX6929" fmla="*/ 1194015 w 1723042"/>
              <a:gd name="csY6929" fmla="*/ 1114920 h 1114920"/>
              <a:gd name="csX6930" fmla="*/ 1194193 w 1723042"/>
              <a:gd name="csY6930" fmla="*/ 1114920 h 1114920"/>
              <a:gd name="csX6931" fmla="*/ 1194362 w 1723042"/>
              <a:gd name="csY6931" fmla="*/ 1114920 h 1114920"/>
              <a:gd name="csX6932" fmla="*/ 1194531 w 1723042"/>
              <a:gd name="csY6932" fmla="*/ 1114920 h 1114920"/>
              <a:gd name="csX6933" fmla="*/ 1194709 w 1723042"/>
              <a:gd name="csY6933" fmla="*/ 1114920 h 1114920"/>
              <a:gd name="csX6934" fmla="*/ 1194878 w 1723042"/>
              <a:gd name="csY6934" fmla="*/ 1114920 h 1114920"/>
              <a:gd name="csX6935" fmla="*/ 1195047 w 1723042"/>
              <a:gd name="csY6935" fmla="*/ 1114920 h 1114920"/>
              <a:gd name="csX6936" fmla="*/ 1195225 w 1723042"/>
              <a:gd name="csY6936" fmla="*/ 1114920 h 1114920"/>
              <a:gd name="csX6937" fmla="*/ 1195394 w 1723042"/>
              <a:gd name="csY6937" fmla="*/ 1114920 h 1114920"/>
              <a:gd name="csX6938" fmla="*/ 1195572 w 1723042"/>
              <a:gd name="csY6938" fmla="*/ 1114920 h 1114920"/>
              <a:gd name="csX6939" fmla="*/ 1195741 w 1723042"/>
              <a:gd name="csY6939" fmla="*/ 1114920 h 1114920"/>
              <a:gd name="csX6940" fmla="*/ 1195910 w 1723042"/>
              <a:gd name="csY6940" fmla="*/ 1114920 h 1114920"/>
              <a:gd name="csX6941" fmla="*/ 1196088 w 1723042"/>
              <a:gd name="csY6941" fmla="*/ 1114920 h 1114920"/>
              <a:gd name="csX6942" fmla="*/ 1196257 w 1723042"/>
              <a:gd name="csY6942" fmla="*/ 1114920 h 1114920"/>
              <a:gd name="csX6943" fmla="*/ 1196426 w 1723042"/>
              <a:gd name="csY6943" fmla="*/ 1114920 h 1114920"/>
              <a:gd name="csX6944" fmla="*/ 1196604 w 1723042"/>
              <a:gd name="csY6944" fmla="*/ 1114920 h 1114920"/>
              <a:gd name="csX6945" fmla="*/ 1196773 w 1723042"/>
              <a:gd name="csY6945" fmla="*/ 1114920 h 1114920"/>
              <a:gd name="csX6946" fmla="*/ 1196951 w 1723042"/>
              <a:gd name="csY6946" fmla="*/ 1114920 h 1114920"/>
              <a:gd name="csX6947" fmla="*/ 1197120 w 1723042"/>
              <a:gd name="csY6947" fmla="*/ 1114920 h 1114920"/>
              <a:gd name="csX6948" fmla="*/ 1197289 w 1723042"/>
              <a:gd name="csY6948" fmla="*/ 1114920 h 1114920"/>
              <a:gd name="csX6949" fmla="*/ 1197467 w 1723042"/>
              <a:gd name="csY6949" fmla="*/ 1114920 h 1114920"/>
              <a:gd name="csX6950" fmla="*/ 1197636 w 1723042"/>
              <a:gd name="csY6950" fmla="*/ 1114920 h 1114920"/>
              <a:gd name="csX6951" fmla="*/ 1197805 w 1723042"/>
              <a:gd name="csY6951" fmla="*/ 1114920 h 1114920"/>
              <a:gd name="csX6952" fmla="*/ 1197983 w 1723042"/>
              <a:gd name="csY6952" fmla="*/ 1114920 h 1114920"/>
              <a:gd name="csX6953" fmla="*/ 1198152 w 1723042"/>
              <a:gd name="csY6953" fmla="*/ 1114920 h 1114920"/>
              <a:gd name="csX6954" fmla="*/ 1198321 w 1723042"/>
              <a:gd name="csY6954" fmla="*/ 1114920 h 1114920"/>
              <a:gd name="csX6955" fmla="*/ 1198499 w 1723042"/>
              <a:gd name="csY6955" fmla="*/ 1114920 h 1114920"/>
              <a:gd name="csX6956" fmla="*/ 1198668 w 1723042"/>
              <a:gd name="csY6956" fmla="*/ 1114920 h 1114920"/>
              <a:gd name="csX6957" fmla="*/ 1198846 w 1723042"/>
              <a:gd name="csY6957" fmla="*/ 1114920 h 1114920"/>
              <a:gd name="csX6958" fmla="*/ 1199015 w 1723042"/>
              <a:gd name="csY6958" fmla="*/ 1114920 h 1114920"/>
              <a:gd name="csX6959" fmla="*/ 1199184 w 1723042"/>
              <a:gd name="csY6959" fmla="*/ 1114920 h 1114920"/>
              <a:gd name="csX6960" fmla="*/ 1199362 w 1723042"/>
              <a:gd name="csY6960" fmla="*/ 1114920 h 1114920"/>
              <a:gd name="csX6961" fmla="*/ 1199531 w 1723042"/>
              <a:gd name="csY6961" fmla="*/ 1114920 h 1114920"/>
              <a:gd name="csX6962" fmla="*/ 1199700 w 1723042"/>
              <a:gd name="csY6962" fmla="*/ 1114920 h 1114920"/>
              <a:gd name="csX6963" fmla="*/ 1199878 w 1723042"/>
              <a:gd name="csY6963" fmla="*/ 1114920 h 1114920"/>
              <a:gd name="csX6964" fmla="*/ 1200047 w 1723042"/>
              <a:gd name="csY6964" fmla="*/ 1114920 h 1114920"/>
              <a:gd name="csX6965" fmla="*/ 1200225 w 1723042"/>
              <a:gd name="csY6965" fmla="*/ 1114920 h 1114920"/>
              <a:gd name="csX6966" fmla="*/ 1200394 w 1723042"/>
              <a:gd name="csY6966" fmla="*/ 1114920 h 1114920"/>
              <a:gd name="csX6967" fmla="*/ 1200563 w 1723042"/>
              <a:gd name="csY6967" fmla="*/ 1114920 h 1114920"/>
              <a:gd name="csX6968" fmla="*/ 1200741 w 1723042"/>
              <a:gd name="csY6968" fmla="*/ 1114920 h 1114920"/>
              <a:gd name="csX6969" fmla="*/ 1200910 w 1723042"/>
              <a:gd name="csY6969" fmla="*/ 1114920 h 1114920"/>
              <a:gd name="csX6970" fmla="*/ 1201079 w 1723042"/>
              <a:gd name="csY6970" fmla="*/ 1114920 h 1114920"/>
              <a:gd name="csX6971" fmla="*/ 1201257 w 1723042"/>
              <a:gd name="csY6971" fmla="*/ 1114920 h 1114920"/>
              <a:gd name="csX6972" fmla="*/ 1201426 w 1723042"/>
              <a:gd name="csY6972" fmla="*/ 1114920 h 1114920"/>
              <a:gd name="csX6973" fmla="*/ 1201604 w 1723042"/>
              <a:gd name="csY6973" fmla="*/ 1114920 h 1114920"/>
              <a:gd name="csX6974" fmla="*/ 1201773 w 1723042"/>
              <a:gd name="csY6974" fmla="*/ 1114920 h 1114920"/>
              <a:gd name="csX6975" fmla="*/ 1201942 w 1723042"/>
              <a:gd name="csY6975" fmla="*/ 1114920 h 1114920"/>
              <a:gd name="csX6976" fmla="*/ 1202120 w 1723042"/>
              <a:gd name="csY6976" fmla="*/ 1114920 h 1114920"/>
              <a:gd name="csX6977" fmla="*/ 1202289 w 1723042"/>
              <a:gd name="csY6977" fmla="*/ 1114920 h 1114920"/>
              <a:gd name="csX6978" fmla="*/ 1202458 w 1723042"/>
              <a:gd name="csY6978" fmla="*/ 1114920 h 1114920"/>
              <a:gd name="csX6979" fmla="*/ 1202635 w 1723042"/>
              <a:gd name="csY6979" fmla="*/ 1114920 h 1114920"/>
              <a:gd name="csX6980" fmla="*/ 1202805 w 1723042"/>
              <a:gd name="csY6980" fmla="*/ 1114920 h 1114920"/>
              <a:gd name="csX6981" fmla="*/ 1202974 w 1723042"/>
              <a:gd name="csY6981" fmla="*/ 1114920 h 1114920"/>
              <a:gd name="csX6982" fmla="*/ 1203152 w 1723042"/>
              <a:gd name="csY6982" fmla="*/ 1114920 h 1114920"/>
              <a:gd name="csX6983" fmla="*/ 1203321 w 1723042"/>
              <a:gd name="csY6983" fmla="*/ 1114920 h 1114920"/>
              <a:gd name="csX6984" fmla="*/ 1203499 w 1723042"/>
              <a:gd name="csY6984" fmla="*/ 1114920 h 1114920"/>
              <a:gd name="csX6985" fmla="*/ 1203667 w 1723042"/>
              <a:gd name="csY6985" fmla="*/ 1114920 h 1114920"/>
              <a:gd name="csX6986" fmla="*/ 1203837 w 1723042"/>
              <a:gd name="csY6986" fmla="*/ 1114920 h 1114920"/>
              <a:gd name="csX6987" fmla="*/ 1204014 w 1723042"/>
              <a:gd name="csY6987" fmla="*/ 1114920 h 1114920"/>
              <a:gd name="csX6988" fmla="*/ 1204184 w 1723042"/>
              <a:gd name="csY6988" fmla="*/ 1114920 h 1114920"/>
              <a:gd name="csX6989" fmla="*/ 1204353 w 1723042"/>
              <a:gd name="csY6989" fmla="*/ 1114920 h 1114920"/>
              <a:gd name="csX6990" fmla="*/ 1204530 w 1723042"/>
              <a:gd name="csY6990" fmla="*/ 1114920 h 1114920"/>
              <a:gd name="csX6991" fmla="*/ 1204700 w 1723042"/>
              <a:gd name="csY6991" fmla="*/ 1114920 h 1114920"/>
              <a:gd name="csX6992" fmla="*/ 1204877 w 1723042"/>
              <a:gd name="csY6992" fmla="*/ 1114920 h 1114920"/>
              <a:gd name="csX6993" fmla="*/ 1205046 w 1723042"/>
              <a:gd name="csY6993" fmla="*/ 1114920 h 1114920"/>
              <a:gd name="csX6994" fmla="*/ 1205215 w 1723042"/>
              <a:gd name="csY6994" fmla="*/ 1114920 h 1114920"/>
              <a:gd name="csX6995" fmla="*/ 1205393 w 1723042"/>
              <a:gd name="csY6995" fmla="*/ 1114920 h 1114920"/>
              <a:gd name="csX6996" fmla="*/ 1205562 w 1723042"/>
              <a:gd name="csY6996" fmla="*/ 1114920 h 1114920"/>
              <a:gd name="csX6997" fmla="*/ 1205732 w 1723042"/>
              <a:gd name="csY6997" fmla="*/ 1114920 h 1114920"/>
              <a:gd name="csX6998" fmla="*/ 1205909 w 1723042"/>
              <a:gd name="csY6998" fmla="*/ 1114920 h 1114920"/>
              <a:gd name="csX6999" fmla="*/ 1206078 w 1723042"/>
              <a:gd name="csY6999" fmla="*/ 1114920 h 1114920"/>
              <a:gd name="csX7000" fmla="*/ 1206247 w 1723042"/>
              <a:gd name="csY7000" fmla="*/ 1114920 h 1114920"/>
              <a:gd name="csX7001" fmla="*/ 1206425 w 1723042"/>
              <a:gd name="csY7001" fmla="*/ 1114920 h 1114920"/>
              <a:gd name="csX7002" fmla="*/ 1206594 w 1723042"/>
              <a:gd name="csY7002" fmla="*/ 1114920 h 1114920"/>
              <a:gd name="csX7003" fmla="*/ 1206772 w 1723042"/>
              <a:gd name="csY7003" fmla="*/ 1114920 h 1114920"/>
              <a:gd name="csX7004" fmla="*/ 1206941 w 1723042"/>
              <a:gd name="csY7004" fmla="*/ 1114920 h 1114920"/>
              <a:gd name="csX7005" fmla="*/ 1207110 w 1723042"/>
              <a:gd name="csY7005" fmla="*/ 1114920 h 1114920"/>
              <a:gd name="csX7006" fmla="*/ 1207288 w 1723042"/>
              <a:gd name="csY7006" fmla="*/ 1114920 h 1114920"/>
              <a:gd name="csX7007" fmla="*/ 1207457 w 1723042"/>
              <a:gd name="csY7007" fmla="*/ 1114920 h 1114920"/>
              <a:gd name="csX7008" fmla="*/ 1207626 w 1723042"/>
              <a:gd name="csY7008" fmla="*/ 1114920 h 1114920"/>
              <a:gd name="csX7009" fmla="*/ 1207804 w 1723042"/>
              <a:gd name="csY7009" fmla="*/ 1114920 h 1114920"/>
              <a:gd name="csX7010" fmla="*/ 1207973 w 1723042"/>
              <a:gd name="csY7010" fmla="*/ 1114920 h 1114920"/>
              <a:gd name="csX7011" fmla="*/ 1208151 w 1723042"/>
              <a:gd name="csY7011" fmla="*/ 1114920 h 1114920"/>
              <a:gd name="csX7012" fmla="*/ 1208320 w 1723042"/>
              <a:gd name="csY7012" fmla="*/ 1114920 h 1114920"/>
              <a:gd name="csX7013" fmla="*/ 1208489 w 1723042"/>
              <a:gd name="csY7013" fmla="*/ 1114920 h 1114920"/>
              <a:gd name="csX7014" fmla="*/ 1208667 w 1723042"/>
              <a:gd name="csY7014" fmla="*/ 1114920 h 1114920"/>
              <a:gd name="csX7015" fmla="*/ 1208836 w 1723042"/>
              <a:gd name="csY7015" fmla="*/ 1114920 h 1114920"/>
              <a:gd name="csX7016" fmla="*/ 1209005 w 1723042"/>
              <a:gd name="csY7016" fmla="*/ 1114920 h 1114920"/>
              <a:gd name="csX7017" fmla="*/ 1209183 w 1723042"/>
              <a:gd name="csY7017" fmla="*/ 1114920 h 1114920"/>
              <a:gd name="csX7018" fmla="*/ 1209352 w 1723042"/>
              <a:gd name="csY7018" fmla="*/ 1114920 h 1114920"/>
              <a:gd name="csX7019" fmla="*/ 1209530 w 1723042"/>
              <a:gd name="csY7019" fmla="*/ 1114920 h 1114920"/>
              <a:gd name="csX7020" fmla="*/ 1209699 w 1723042"/>
              <a:gd name="csY7020" fmla="*/ 1114920 h 1114920"/>
              <a:gd name="csX7021" fmla="*/ 1209868 w 1723042"/>
              <a:gd name="csY7021" fmla="*/ 1114920 h 1114920"/>
              <a:gd name="csX7022" fmla="*/ 1210046 w 1723042"/>
              <a:gd name="csY7022" fmla="*/ 1114920 h 1114920"/>
              <a:gd name="csX7023" fmla="*/ 1210215 w 1723042"/>
              <a:gd name="csY7023" fmla="*/ 1114920 h 1114920"/>
              <a:gd name="csX7024" fmla="*/ 1210384 w 1723042"/>
              <a:gd name="csY7024" fmla="*/ 1114920 h 1114920"/>
              <a:gd name="csX7025" fmla="*/ 1210562 w 1723042"/>
              <a:gd name="csY7025" fmla="*/ 1114920 h 1114920"/>
              <a:gd name="csX7026" fmla="*/ 1210731 w 1723042"/>
              <a:gd name="csY7026" fmla="*/ 1114920 h 1114920"/>
              <a:gd name="csX7027" fmla="*/ 1210900 w 1723042"/>
              <a:gd name="csY7027" fmla="*/ 1114920 h 1114920"/>
              <a:gd name="csX7028" fmla="*/ 1211078 w 1723042"/>
              <a:gd name="csY7028" fmla="*/ 1114920 h 1114920"/>
              <a:gd name="csX7029" fmla="*/ 1211247 w 1723042"/>
              <a:gd name="csY7029" fmla="*/ 1114920 h 1114920"/>
              <a:gd name="csX7030" fmla="*/ 1211425 w 1723042"/>
              <a:gd name="csY7030" fmla="*/ 1114920 h 1114920"/>
              <a:gd name="csX7031" fmla="*/ 1211594 w 1723042"/>
              <a:gd name="csY7031" fmla="*/ 1114920 h 1114920"/>
              <a:gd name="csX7032" fmla="*/ 1211763 w 1723042"/>
              <a:gd name="csY7032" fmla="*/ 1114920 h 1114920"/>
              <a:gd name="csX7033" fmla="*/ 1211941 w 1723042"/>
              <a:gd name="csY7033" fmla="*/ 1114920 h 1114920"/>
              <a:gd name="csX7034" fmla="*/ 1212110 w 1723042"/>
              <a:gd name="csY7034" fmla="*/ 1114920 h 1114920"/>
              <a:gd name="csX7035" fmla="*/ 1212279 w 1723042"/>
              <a:gd name="csY7035" fmla="*/ 1114920 h 1114920"/>
              <a:gd name="csX7036" fmla="*/ 1212457 w 1723042"/>
              <a:gd name="csY7036" fmla="*/ 1114920 h 1114920"/>
              <a:gd name="csX7037" fmla="*/ 1212626 w 1723042"/>
              <a:gd name="csY7037" fmla="*/ 1114920 h 1114920"/>
              <a:gd name="csX7038" fmla="*/ 1212804 w 1723042"/>
              <a:gd name="csY7038" fmla="*/ 1114920 h 1114920"/>
              <a:gd name="csX7039" fmla="*/ 1212973 w 1723042"/>
              <a:gd name="csY7039" fmla="*/ 1114920 h 1114920"/>
              <a:gd name="csX7040" fmla="*/ 1213142 w 1723042"/>
              <a:gd name="csY7040" fmla="*/ 1114920 h 1114920"/>
              <a:gd name="csX7041" fmla="*/ 1213320 w 1723042"/>
              <a:gd name="csY7041" fmla="*/ 1114920 h 1114920"/>
              <a:gd name="csX7042" fmla="*/ 1213489 w 1723042"/>
              <a:gd name="csY7042" fmla="*/ 1114920 h 1114920"/>
              <a:gd name="csX7043" fmla="*/ 1213658 w 1723042"/>
              <a:gd name="csY7043" fmla="*/ 1114920 h 1114920"/>
              <a:gd name="csX7044" fmla="*/ 1213836 w 1723042"/>
              <a:gd name="csY7044" fmla="*/ 1114920 h 1114920"/>
              <a:gd name="csX7045" fmla="*/ 1214005 w 1723042"/>
              <a:gd name="csY7045" fmla="*/ 1114920 h 1114920"/>
              <a:gd name="csX7046" fmla="*/ 1214174 w 1723042"/>
              <a:gd name="csY7046" fmla="*/ 1114920 h 1114920"/>
              <a:gd name="csX7047" fmla="*/ 1214352 w 1723042"/>
              <a:gd name="csY7047" fmla="*/ 1114920 h 1114920"/>
              <a:gd name="csX7048" fmla="*/ 1214521 w 1723042"/>
              <a:gd name="csY7048" fmla="*/ 1114920 h 1114920"/>
              <a:gd name="csX7049" fmla="*/ 1214699 w 1723042"/>
              <a:gd name="csY7049" fmla="*/ 1114920 h 1114920"/>
              <a:gd name="csX7050" fmla="*/ 1214868 w 1723042"/>
              <a:gd name="csY7050" fmla="*/ 1114920 h 1114920"/>
              <a:gd name="csX7051" fmla="*/ 1215037 w 1723042"/>
              <a:gd name="csY7051" fmla="*/ 1114920 h 1114920"/>
              <a:gd name="csX7052" fmla="*/ 1215215 w 1723042"/>
              <a:gd name="csY7052" fmla="*/ 1114920 h 1114920"/>
              <a:gd name="csX7053" fmla="*/ 1215384 w 1723042"/>
              <a:gd name="csY7053" fmla="*/ 1114920 h 1114920"/>
              <a:gd name="csX7054" fmla="*/ 1215553 w 1723042"/>
              <a:gd name="csY7054" fmla="*/ 1114920 h 1114920"/>
              <a:gd name="csX7055" fmla="*/ 1215731 w 1723042"/>
              <a:gd name="csY7055" fmla="*/ 1114920 h 1114920"/>
              <a:gd name="csX7056" fmla="*/ 1215900 w 1723042"/>
              <a:gd name="csY7056" fmla="*/ 1114920 h 1114920"/>
              <a:gd name="csX7057" fmla="*/ 1216078 w 1723042"/>
              <a:gd name="csY7057" fmla="*/ 1114920 h 1114920"/>
              <a:gd name="csX7058" fmla="*/ 1216247 w 1723042"/>
              <a:gd name="csY7058" fmla="*/ 1114920 h 1114920"/>
              <a:gd name="csX7059" fmla="*/ 1216416 w 1723042"/>
              <a:gd name="csY7059" fmla="*/ 1114920 h 1114920"/>
              <a:gd name="csX7060" fmla="*/ 1216594 w 1723042"/>
              <a:gd name="csY7060" fmla="*/ 1114920 h 1114920"/>
              <a:gd name="csX7061" fmla="*/ 1216763 w 1723042"/>
              <a:gd name="csY7061" fmla="*/ 1114920 h 1114920"/>
              <a:gd name="csX7062" fmla="*/ 1216932 w 1723042"/>
              <a:gd name="csY7062" fmla="*/ 1114920 h 1114920"/>
              <a:gd name="csX7063" fmla="*/ 1217110 w 1723042"/>
              <a:gd name="csY7063" fmla="*/ 1114920 h 1114920"/>
              <a:gd name="csX7064" fmla="*/ 1217279 w 1723042"/>
              <a:gd name="csY7064" fmla="*/ 1114920 h 1114920"/>
              <a:gd name="csX7065" fmla="*/ 1217457 w 1723042"/>
              <a:gd name="csY7065" fmla="*/ 1114920 h 1114920"/>
              <a:gd name="csX7066" fmla="*/ 1217626 w 1723042"/>
              <a:gd name="csY7066" fmla="*/ 1114920 h 1114920"/>
              <a:gd name="csX7067" fmla="*/ 1217795 w 1723042"/>
              <a:gd name="csY7067" fmla="*/ 1114920 h 1114920"/>
              <a:gd name="csX7068" fmla="*/ 1217973 w 1723042"/>
              <a:gd name="csY7068" fmla="*/ 1114920 h 1114920"/>
              <a:gd name="csX7069" fmla="*/ 1218142 w 1723042"/>
              <a:gd name="csY7069" fmla="*/ 1114920 h 1114920"/>
              <a:gd name="csX7070" fmla="*/ 1218311 w 1723042"/>
              <a:gd name="csY7070" fmla="*/ 1114920 h 1114920"/>
              <a:gd name="csX7071" fmla="*/ 1218489 w 1723042"/>
              <a:gd name="csY7071" fmla="*/ 1114920 h 1114920"/>
              <a:gd name="csX7072" fmla="*/ 1218658 w 1723042"/>
              <a:gd name="csY7072" fmla="*/ 1114920 h 1114920"/>
              <a:gd name="csX7073" fmla="*/ 1218827 w 1723042"/>
              <a:gd name="csY7073" fmla="*/ 1114920 h 1114920"/>
              <a:gd name="csX7074" fmla="*/ 1219005 w 1723042"/>
              <a:gd name="csY7074" fmla="*/ 1114920 h 1114920"/>
              <a:gd name="csX7075" fmla="*/ 1219174 w 1723042"/>
              <a:gd name="csY7075" fmla="*/ 1114920 h 1114920"/>
              <a:gd name="csX7076" fmla="*/ 1219352 w 1723042"/>
              <a:gd name="csY7076" fmla="*/ 1114920 h 1114920"/>
              <a:gd name="csX7077" fmla="*/ 1219521 w 1723042"/>
              <a:gd name="csY7077" fmla="*/ 1114920 h 1114920"/>
              <a:gd name="csX7078" fmla="*/ 1219690 w 1723042"/>
              <a:gd name="csY7078" fmla="*/ 1114920 h 1114920"/>
              <a:gd name="csX7079" fmla="*/ 1219868 w 1723042"/>
              <a:gd name="csY7079" fmla="*/ 1114920 h 1114920"/>
              <a:gd name="csX7080" fmla="*/ 1220037 w 1723042"/>
              <a:gd name="csY7080" fmla="*/ 1114920 h 1114920"/>
              <a:gd name="csX7081" fmla="*/ 1220206 w 1723042"/>
              <a:gd name="csY7081" fmla="*/ 1114920 h 1114920"/>
              <a:gd name="csX7082" fmla="*/ 1220384 w 1723042"/>
              <a:gd name="csY7082" fmla="*/ 1114920 h 1114920"/>
              <a:gd name="csX7083" fmla="*/ 1220553 w 1723042"/>
              <a:gd name="csY7083" fmla="*/ 1114920 h 1114920"/>
              <a:gd name="csX7084" fmla="*/ 1220731 w 1723042"/>
              <a:gd name="csY7084" fmla="*/ 1114920 h 1114920"/>
              <a:gd name="csX7085" fmla="*/ 1220900 w 1723042"/>
              <a:gd name="csY7085" fmla="*/ 1114920 h 1114920"/>
              <a:gd name="csX7086" fmla="*/ 1221069 w 1723042"/>
              <a:gd name="csY7086" fmla="*/ 1114920 h 1114920"/>
              <a:gd name="csX7087" fmla="*/ 1221247 w 1723042"/>
              <a:gd name="csY7087" fmla="*/ 1114920 h 1114920"/>
              <a:gd name="csX7088" fmla="*/ 1221416 w 1723042"/>
              <a:gd name="csY7088" fmla="*/ 1114920 h 1114920"/>
              <a:gd name="csX7089" fmla="*/ 1221585 w 1723042"/>
              <a:gd name="csY7089" fmla="*/ 1114920 h 1114920"/>
              <a:gd name="csX7090" fmla="*/ 1221763 w 1723042"/>
              <a:gd name="csY7090" fmla="*/ 1114920 h 1114920"/>
              <a:gd name="csX7091" fmla="*/ 1221932 w 1723042"/>
              <a:gd name="csY7091" fmla="*/ 1114920 h 1114920"/>
              <a:gd name="csX7092" fmla="*/ 1222110 w 1723042"/>
              <a:gd name="csY7092" fmla="*/ 1114920 h 1114920"/>
              <a:gd name="csX7093" fmla="*/ 1222279 w 1723042"/>
              <a:gd name="csY7093" fmla="*/ 1114920 h 1114920"/>
              <a:gd name="csX7094" fmla="*/ 1222448 w 1723042"/>
              <a:gd name="csY7094" fmla="*/ 1114920 h 1114920"/>
              <a:gd name="csX7095" fmla="*/ 1222626 w 1723042"/>
              <a:gd name="csY7095" fmla="*/ 1114920 h 1114920"/>
              <a:gd name="csX7096" fmla="*/ 1222795 w 1723042"/>
              <a:gd name="csY7096" fmla="*/ 1114920 h 1114920"/>
              <a:gd name="csX7097" fmla="*/ 1222964 w 1723042"/>
              <a:gd name="csY7097" fmla="*/ 1114920 h 1114920"/>
              <a:gd name="csX7098" fmla="*/ 1223142 w 1723042"/>
              <a:gd name="csY7098" fmla="*/ 1114920 h 1114920"/>
              <a:gd name="csX7099" fmla="*/ 1223311 w 1723042"/>
              <a:gd name="csY7099" fmla="*/ 1114920 h 1114920"/>
              <a:gd name="csX7100" fmla="*/ 1223480 w 1723042"/>
              <a:gd name="csY7100" fmla="*/ 1114920 h 1114920"/>
              <a:gd name="csX7101" fmla="*/ 1223658 w 1723042"/>
              <a:gd name="csY7101" fmla="*/ 1114920 h 1114920"/>
              <a:gd name="csX7102" fmla="*/ 1223827 w 1723042"/>
              <a:gd name="csY7102" fmla="*/ 1114920 h 1114920"/>
              <a:gd name="csX7103" fmla="*/ 1224005 w 1723042"/>
              <a:gd name="csY7103" fmla="*/ 1114920 h 1114920"/>
              <a:gd name="csX7104" fmla="*/ 1224174 w 1723042"/>
              <a:gd name="csY7104" fmla="*/ 1114920 h 1114920"/>
              <a:gd name="csX7105" fmla="*/ 1224343 w 1723042"/>
              <a:gd name="csY7105" fmla="*/ 1114920 h 1114920"/>
              <a:gd name="csX7106" fmla="*/ 1224521 w 1723042"/>
              <a:gd name="csY7106" fmla="*/ 1114920 h 1114920"/>
              <a:gd name="csX7107" fmla="*/ 1224690 w 1723042"/>
              <a:gd name="csY7107" fmla="*/ 1114920 h 1114920"/>
              <a:gd name="csX7108" fmla="*/ 1224859 w 1723042"/>
              <a:gd name="csY7108" fmla="*/ 1114920 h 1114920"/>
              <a:gd name="csX7109" fmla="*/ 1225037 w 1723042"/>
              <a:gd name="csY7109" fmla="*/ 1114920 h 1114920"/>
              <a:gd name="csX7110" fmla="*/ 1225206 w 1723042"/>
              <a:gd name="csY7110" fmla="*/ 1114920 h 1114920"/>
              <a:gd name="csX7111" fmla="*/ 1225384 w 1723042"/>
              <a:gd name="csY7111" fmla="*/ 1114920 h 1114920"/>
              <a:gd name="csX7112" fmla="*/ 1225553 w 1723042"/>
              <a:gd name="csY7112" fmla="*/ 1114920 h 1114920"/>
              <a:gd name="csX7113" fmla="*/ 1225722 w 1723042"/>
              <a:gd name="csY7113" fmla="*/ 1114920 h 1114920"/>
              <a:gd name="csX7114" fmla="*/ 1225900 w 1723042"/>
              <a:gd name="csY7114" fmla="*/ 1114920 h 1114920"/>
              <a:gd name="csX7115" fmla="*/ 1226069 w 1723042"/>
              <a:gd name="csY7115" fmla="*/ 1114920 h 1114920"/>
              <a:gd name="csX7116" fmla="*/ 1226238 w 1723042"/>
              <a:gd name="csY7116" fmla="*/ 1114920 h 1114920"/>
              <a:gd name="csX7117" fmla="*/ 1226416 w 1723042"/>
              <a:gd name="csY7117" fmla="*/ 1114920 h 1114920"/>
              <a:gd name="csX7118" fmla="*/ 1226585 w 1723042"/>
              <a:gd name="csY7118" fmla="*/ 1114920 h 1114920"/>
              <a:gd name="csX7119" fmla="*/ 1226754 w 1723042"/>
              <a:gd name="csY7119" fmla="*/ 1114920 h 1114920"/>
              <a:gd name="csX7120" fmla="*/ 1226932 w 1723042"/>
              <a:gd name="csY7120" fmla="*/ 1114920 h 1114920"/>
              <a:gd name="csX7121" fmla="*/ 1227101 w 1723042"/>
              <a:gd name="csY7121" fmla="*/ 1114920 h 1114920"/>
              <a:gd name="csX7122" fmla="*/ 1227279 w 1723042"/>
              <a:gd name="csY7122" fmla="*/ 1114920 h 1114920"/>
              <a:gd name="csX7123" fmla="*/ 1227448 w 1723042"/>
              <a:gd name="csY7123" fmla="*/ 1114920 h 1114920"/>
              <a:gd name="csX7124" fmla="*/ 1227617 w 1723042"/>
              <a:gd name="csY7124" fmla="*/ 1114920 h 1114920"/>
              <a:gd name="csX7125" fmla="*/ 1227795 w 1723042"/>
              <a:gd name="csY7125" fmla="*/ 1114920 h 1114920"/>
              <a:gd name="csX7126" fmla="*/ 1227964 w 1723042"/>
              <a:gd name="csY7126" fmla="*/ 1114920 h 1114920"/>
              <a:gd name="csX7127" fmla="*/ 1228133 w 1723042"/>
              <a:gd name="csY7127" fmla="*/ 1114920 h 1114920"/>
              <a:gd name="csX7128" fmla="*/ 1228311 w 1723042"/>
              <a:gd name="csY7128" fmla="*/ 1114920 h 1114920"/>
              <a:gd name="csX7129" fmla="*/ 1228480 w 1723042"/>
              <a:gd name="csY7129" fmla="*/ 1114920 h 1114920"/>
              <a:gd name="csX7130" fmla="*/ 1228658 w 1723042"/>
              <a:gd name="csY7130" fmla="*/ 1114920 h 1114920"/>
              <a:gd name="csX7131" fmla="*/ 1228827 w 1723042"/>
              <a:gd name="csY7131" fmla="*/ 1114920 h 1114920"/>
              <a:gd name="csX7132" fmla="*/ 1228996 w 1723042"/>
              <a:gd name="csY7132" fmla="*/ 1114920 h 1114920"/>
              <a:gd name="csX7133" fmla="*/ 1229174 w 1723042"/>
              <a:gd name="csY7133" fmla="*/ 1114920 h 1114920"/>
              <a:gd name="csX7134" fmla="*/ 1229343 w 1723042"/>
              <a:gd name="csY7134" fmla="*/ 1114920 h 1114920"/>
              <a:gd name="csX7135" fmla="*/ 1229512 w 1723042"/>
              <a:gd name="csY7135" fmla="*/ 1114920 h 1114920"/>
              <a:gd name="csX7136" fmla="*/ 1229690 w 1723042"/>
              <a:gd name="csY7136" fmla="*/ 1114920 h 1114920"/>
              <a:gd name="csX7137" fmla="*/ 1229859 w 1723042"/>
              <a:gd name="csY7137" fmla="*/ 1114920 h 1114920"/>
              <a:gd name="csX7138" fmla="*/ 1230037 w 1723042"/>
              <a:gd name="csY7138" fmla="*/ 1114920 h 1114920"/>
              <a:gd name="csX7139" fmla="*/ 1230206 w 1723042"/>
              <a:gd name="csY7139" fmla="*/ 1114920 h 1114920"/>
              <a:gd name="csX7140" fmla="*/ 1230375 w 1723042"/>
              <a:gd name="csY7140" fmla="*/ 1114920 h 1114920"/>
              <a:gd name="csX7141" fmla="*/ 1230553 w 1723042"/>
              <a:gd name="csY7141" fmla="*/ 1114920 h 1114920"/>
              <a:gd name="csX7142" fmla="*/ 1230722 w 1723042"/>
              <a:gd name="csY7142" fmla="*/ 1114920 h 1114920"/>
              <a:gd name="csX7143" fmla="*/ 1230891 w 1723042"/>
              <a:gd name="csY7143" fmla="*/ 1114920 h 1114920"/>
              <a:gd name="csX7144" fmla="*/ 1231069 w 1723042"/>
              <a:gd name="csY7144" fmla="*/ 1114920 h 1114920"/>
              <a:gd name="csX7145" fmla="*/ 1231238 w 1723042"/>
              <a:gd name="csY7145" fmla="*/ 1114920 h 1114920"/>
              <a:gd name="csX7146" fmla="*/ 1231407 w 1723042"/>
              <a:gd name="csY7146" fmla="*/ 1114920 h 1114920"/>
              <a:gd name="csX7147" fmla="*/ 1231585 w 1723042"/>
              <a:gd name="csY7147" fmla="*/ 1114920 h 1114920"/>
              <a:gd name="csX7148" fmla="*/ 1231754 w 1723042"/>
              <a:gd name="csY7148" fmla="*/ 1114920 h 1114920"/>
              <a:gd name="csX7149" fmla="*/ 1231932 w 1723042"/>
              <a:gd name="csY7149" fmla="*/ 1114920 h 1114920"/>
              <a:gd name="csX7150" fmla="*/ 1232101 w 1723042"/>
              <a:gd name="csY7150" fmla="*/ 1114920 h 1114920"/>
              <a:gd name="csX7151" fmla="*/ 1232270 w 1723042"/>
              <a:gd name="csY7151" fmla="*/ 1114920 h 1114920"/>
              <a:gd name="csX7152" fmla="*/ 1232447 w 1723042"/>
              <a:gd name="csY7152" fmla="*/ 1114920 h 1114920"/>
              <a:gd name="csX7153" fmla="*/ 1232617 w 1723042"/>
              <a:gd name="csY7153" fmla="*/ 1114920 h 1114920"/>
              <a:gd name="csX7154" fmla="*/ 1232786 w 1723042"/>
              <a:gd name="csY7154" fmla="*/ 1114920 h 1114920"/>
              <a:gd name="csX7155" fmla="*/ 1232964 w 1723042"/>
              <a:gd name="csY7155" fmla="*/ 1114920 h 1114920"/>
              <a:gd name="csX7156" fmla="*/ 1233133 w 1723042"/>
              <a:gd name="csY7156" fmla="*/ 1114920 h 1114920"/>
              <a:gd name="csX7157" fmla="*/ 1233311 w 1723042"/>
              <a:gd name="csY7157" fmla="*/ 1114920 h 1114920"/>
              <a:gd name="csX7158" fmla="*/ 1233479 w 1723042"/>
              <a:gd name="csY7158" fmla="*/ 1114920 h 1114920"/>
              <a:gd name="csX7159" fmla="*/ 1233649 w 1723042"/>
              <a:gd name="csY7159" fmla="*/ 1114920 h 1114920"/>
              <a:gd name="csX7160" fmla="*/ 1233826 w 1723042"/>
              <a:gd name="csY7160" fmla="*/ 1114920 h 1114920"/>
              <a:gd name="csX7161" fmla="*/ 1233995 w 1723042"/>
              <a:gd name="csY7161" fmla="*/ 1114920 h 1114920"/>
              <a:gd name="csX7162" fmla="*/ 1234165 w 1723042"/>
              <a:gd name="csY7162" fmla="*/ 1114920 h 1114920"/>
              <a:gd name="csX7163" fmla="*/ 1234342 w 1723042"/>
              <a:gd name="csY7163" fmla="*/ 1114920 h 1114920"/>
              <a:gd name="csX7164" fmla="*/ 1234512 w 1723042"/>
              <a:gd name="csY7164" fmla="*/ 1114920 h 1114920"/>
              <a:gd name="csX7165" fmla="*/ 1234680 w 1723042"/>
              <a:gd name="csY7165" fmla="*/ 1114920 h 1114920"/>
              <a:gd name="csX7166" fmla="*/ 1234858 w 1723042"/>
              <a:gd name="csY7166" fmla="*/ 1114920 h 1114920"/>
              <a:gd name="csX7167" fmla="*/ 1235027 w 1723042"/>
              <a:gd name="csY7167" fmla="*/ 1114920 h 1114920"/>
              <a:gd name="csX7168" fmla="*/ 1235205 w 1723042"/>
              <a:gd name="csY7168" fmla="*/ 1114920 h 1114920"/>
              <a:gd name="csX7169" fmla="*/ 1235374 w 1723042"/>
              <a:gd name="csY7169" fmla="*/ 1114920 h 1114920"/>
              <a:gd name="csX7170" fmla="*/ 1235544 w 1723042"/>
              <a:gd name="csY7170" fmla="*/ 1114920 h 1114920"/>
              <a:gd name="csX7171" fmla="*/ 1235721 w 1723042"/>
              <a:gd name="csY7171" fmla="*/ 1114920 h 1114920"/>
              <a:gd name="csX7172" fmla="*/ 1235890 w 1723042"/>
              <a:gd name="csY7172" fmla="*/ 1114920 h 1114920"/>
              <a:gd name="csX7173" fmla="*/ 1236059 w 1723042"/>
              <a:gd name="csY7173" fmla="*/ 1114920 h 1114920"/>
              <a:gd name="csX7174" fmla="*/ 1236237 w 1723042"/>
              <a:gd name="csY7174" fmla="*/ 1114920 h 1114920"/>
              <a:gd name="csX7175" fmla="*/ 1236406 w 1723042"/>
              <a:gd name="csY7175" fmla="*/ 1114920 h 1114920"/>
              <a:gd name="csX7176" fmla="*/ 1236584 w 1723042"/>
              <a:gd name="csY7176" fmla="*/ 1114920 h 1114920"/>
              <a:gd name="csX7177" fmla="*/ 1236753 w 1723042"/>
              <a:gd name="csY7177" fmla="*/ 1114920 h 1114920"/>
              <a:gd name="csX7178" fmla="*/ 1236922 w 1723042"/>
              <a:gd name="csY7178" fmla="*/ 1114920 h 1114920"/>
              <a:gd name="csX7179" fmla="*/ 1237100 w 1723042"/>
              <a:gd name="csY7179" fmla="*/ 1114920 h 1114920"/>
              <a:gd name="csX7180" fmla="*/ 1237269 w 1723042"/>
              <a:gd name="csY7180" fmla="*/ 1114920 h 1114920"/>
              <a:gd name="csX7181" fmla="*/ 1237438 w 1723042"/>
              <a:gd name="csY7181" fmla="*/ 1114920 h 1114920"/>
              <a:gd name="csX7182" fmla="*/ 1237616 w 1723042"/>
              <a:gd name="csY7182" fmla="*/ 1114920 h 1114920"/>
              <a:gd name="csX7183" fmla="*/ 1237785 w 1723042"/>
              <a:gd name="csY7183" fmla="*/ 1114920 h 1114920"/>
              <a:gd name="csX7184" fmla="*/ 1237963 w 1723042"/>
              <a:gd name="csY7184" fmla="*/ 1114920 h 1114920"/>
              <a:gd name="csX7185" fmla="*/ 1238132 w 1723042"/>
              <a:gd name="csY7185" fmla="*/ 1114920 h 1114920"/>
              <a:gd name="csX7186" fmla="*/ 1238301 w 1723042"/>
              <a:gd name="csY7186" fmla="*/ 1114920 h 1114920"/>
              <a:gd name="csX7187" fmla="*/ 1238479 w 1723042"/>
              <a:gd name="csY7187" fmla="*/ 1114920 h 1114920"/>
              <a:gd name="csX7188" fmla="*/ 1238648 w 1723042"/>
              <a:gd name="csY7188" fmla="*/ 1114920 h 1114920"/>
              <a:gd name="csX7189" fmla="*/ 1238817 w 1723042"/>
              <a:gd name="csY7189" fmla="*/ 1114920 h 1114920"/>
              <a:gd name="csX7190" fmla="*/ 1238995 w 1723042"/>
              <a:gd name="csY7190" fmla="*/ 1114920 h 1114920"/>
              <a:gd name="csX7191" fmla="*/ 1239164 w 1723042"/>
              <a:gd name="csY7191" fmla="*/ 1114920 h 1114920"/>
              <a:gd name="csX7192" fmla="*/ 1239333 w 1723042"/>
              <a:gd name="csY7192" fmla="*/ 1114920 h 1114920"/>
              <a:gd name="csX7193" fmla="*/ 1239511 w 1723042"/>
              <a:gd name="csY7193" fmla="*/ 1114920 h 1114920"/>
              <a:gd name="csX7194" fmla="*/ 1239680 w 1723042"/>
              <a:gd name="csY7194" fmla="*/ 1114920 h 1114920"/>
              <a:gd name="csX7195" fmla="*/ 1239858 w 1723042"/>
              <a:gd name="csY7195" fmla="*/ 1114920 h 1114920"/>
              <a:gd name="csX7196" fmla="*/ 1240027 w 1723042"/>
              <a:gd name="csY7196" fmla="*/ 1114920 h 1114920"/>
              <a:gd name="csX7197" fmla="*/ 1240196 w 1723042"/>
              <a:gd name="csY7197" fmla="*/ 1114920 h 1114920"/>
              <a:gd name="csX7198" fmla="*/ 1240374 w 1723042"/>
              <a:gd name="csY7198" fmla="*/ 1114920 h 1114920"/>
              <a:gd name="csX7199" fmla="*/ 1240543 w 1723042"/>
              <a:gd name="csY7199" fmla="*/ 1114920 h 1114920"/>
              <a:gd name="csX7200" fmla="*/ 1240712 w 1723042"/>
              <a:gd name="csY7200" fmla="*/ 1114920 h 1114920"/>
              <a:gd name="csX7201" fmla="*/ 1240890 w 1723042"/>
              <a:gd name="csY7201" fmla="*/ 1114920 h 1114920"/>
              <a:gd name="csX7202" fmla="*/ 1241059 w 1723042"/>
              <a:gd name="csY7202" fmla="*/ 1114920 h 1114920"/>
              <a:gd name="csX7203" fmla="*/ 1241237 w 1723042"/>
              <a:gd name="csY7203" fmla="*/ 1114920 h 1114920"/>
              <a:gd name="csX7204" fmla="*/ 1241406 w 1723042"/>
              <a:gd name="csY7204" fmla="*/ 1114920 h 1114920"/>
              <a:gd name="csX7205" fmla="*/ 1241575 w 1723042"/>
              <a:gd name="csY7205" fmla="*/ 1114920 h 1114920"/>
              <a:gd name="csX7206" fmla="*/ 1241753 w 1723042"/>
              <a:gd name="csY7206" fmla="*/ 1114920 h 1114920"/>
              <a:gd name="csX7207" fmla="*/ 1241922 w 1723042"/>
              <a:gd name="csY7207" fmla="*/ 1114920 h 1114920"/>
              <a:gd name="csX7208" fmla="*/ 1242091 w 1723042"/>
              <a:gd name="csY7208" fmla="*/ 1114920 h 1114920"/>
              <a:gd name="csX7209" fmla="*/ 1242269 w 1723042"/>
              <a:gd name="csY7209" fmla="*/ 1114920 h 1114920"/>
              <a:gd name="csX7210" fmla="*/ 1242438 w 1723042"/>
              <a:gd name="csY7210" fmla="*/ 1114920 h 1114920"/>
              <a:gd name="csX7211" fmla="*/ 1242607 w 1723042"/>
              <a:gd name="csY7211" fmla="*/ 1114920 h 1114920"/>
              <a:gd name="csX7212" fmla="*/ 1242785 w 1723042"/>
              <a:gd name="csY7212" fmla="*/ 1114920 h 1114920"/>
              <a:gd name="csX7213" fmla="*/ 1242954 w 1723042"/>
              <a:gd name="csY7213" fmla="*/ 1114920 h 1114920"/>
              <a:gd name="csX7214" fmla="*/ 1243132 w 1723042"/>
              <a:gd name="csY7214" fmla="*/ 1114920 h 1114920"/>
              <a:gd name="csX7215" fmla="*/ 1243301 w 1723042"/>
              <a:gd name="csY7215" fmla="*/ 1114920 h 1114920"/>
              <a:gd name="csX7216" fmla="*/ 1243470 w 1723042"/>
              <a:gd name="csY7216" fmla="*/ 1114920 h 1114920"/>
              <a:gd name="csX7217" fmla="*/ 1243648 w 1723042"/>
              <a:gd name="csY7217" fmla="*/ 1114920 h 1114920"/>
              <a:gd name="csX7218" fmla="*/ 1243817 w 1723042"/>
              <a:gd name="csY7218" fmla="*/ 1114920 h 1114920"/>
              <a:gd name="csX7219" fmla="*/ 1243986 w 1723042"/>
              <a:gd name="csY7219" fmla="*/ 1114920 h 1114920"/>
              <a:gd name="csX7220" fmla="*/ 1244164 w 1723042"/>
              <a:gd name="csY7220" fmla="*/ 1114920 h 1114920"/>
              <a:gd name="csX7221" fmla="*/ 1244333 w 1723042"/>
              <a:gd name="csY7221" fmla="*/ 1114920 h 1114920"/>
              <a:gd name="csX7222" fmla="*/ 1244511 w 1723042"/>
              <a:gd name="csY7222" fmla="*/ 1114920 h 1114920"/>
              <a:gd name="csX7223" fmla="*/ 1244680 w 1723042"/>
              <a:gd name="csY7223" fmla="*/ 1114920 h 1114920"/>
              <a:gd name="csX7224" fmla="*/ 1244849 w 1723042"/>
              <a:gd name="csY7224" fmla="*/ 1114920 h 1114920"/>
              <a:gd name="csX7225" fmla="*/ 1245027 w 1723042"/>
              <a:gd name="csY7225" fmla="*/ 1114920 h 1114920"/>
              <a:gd name="csX7226" fmla="*/ 1245196 w 1723042"/>
              <a:gd name="csY7226" fmla="*/ 1114920 h 1114920"/>
              <a:gd name="csX7227" fmla="*/ 1245365 w 1723042"/>
              <a:gd name="csY7227" fmla="*/ 1114920 h 1114920"/>
              <a:gd name="csX7228" fmla="*/ 1245543 w 1723042"/>
              <a:gd name="csY7228" fmla="*/ 1114920 h 1114920"/>
              <a:gd name="csX7229" fmla="*/ 1245712 w 1723042"/>
              <a:gd name="csY7229" fmla="*/ 1114920 h 1114920"/>
              <a:gd name="csX7230" fmla="*/ 1245890 w 1723042"/>
              <a:gd name="csY7230" fmla="*/ 1114920 h 1114920"/>
              <a:gd name="csX7231" fmla="*/ 1246059 w 1723042"/>
              <a:gd name="csY7231" fmla="*/ 1114920 h 1114920"/>
              <a:gd name="csX7232" fmla="*/ 1246228 w 1723042"/>
              <a:gd name="csY7232" fmla="*/ 1114920 h 1114920"/>
              <a:gd name="csX7233" fmla="*/ 1246406 w 1723042"/>
              <a:gd name="csY7233" fmla="*/ 1114920 h 1114920"/>
              <a:gd name="csX7234" fmla="*/ 1246575 w 1723042"/>
              <a:gd name="csY7234" fmla="*/ 1114920 h 1114920"/>
              <a:gd name="csX7235" fmla="*/ 1246744 w 1723042"/>
              <a:gd name="csY7235" fmla="*/ 1114920 h 1114920"/>
              <a:gd name="csX7236" fmla="*/ 1246922 w 1723042"/>
              <a:gd name="csY7236" fmla="*/ 1114920 h 1114920"/>
              <a:gd name="csX7237" fmla="*/ 1247091 w 1723042"/>
              <a:gd name="csY7237" fmla="*/ 1114920 h 1114920"/>
              <a:gd name="csX7238" fmla="*/ 1247260 w 1723042"/>
              <a:gd name="csY7238" fmla="*/ 1114920 h 1114920"/>
              <a:gd name="csX7239" fmla="*/ 1247438 w 1723042"/>
              <a:gd name="csY7239" fmla="*/ 1114920 h 1114920"/>
              <a:gd name="csX7240" fmla="*/ 1247607 w 1723042"/>
              <a:gd name="csY7240" fmla="*/ 1114920 h 1114920"/>
              <a:gd name="csX7241" fmla="*/ 1247785 w 1723042"/>
              <a:gd name="csY7241" fmla="*/ 1114920 h 1114920"/>
              <a:gd name="csX7242" fmla="*/ 1247954 w 1723042"/>
              <a:gd name="csY7242" fmla="*/ 1114920 h 1114920"/>
              <a:gd name="csX7243" fmla="*/ 1248123 w 1723042"/>
              <a:gd name="csY7243" fmla="*/ 1114920 h 1114920"/>
              <a:gd name="csX7244" fmla="*/ 1248301 w 1723042"/>
              <a:gd name="csY7244" fmla="*/ 1114920 h 1114920"/>
              <a:gd name="csX7245" fmla="*/ 1248470 w 1723042"/>
              <a:gd name="csY7245" fmla="*/ 1114920 h 1114920"/>
              <a:gd name="csX7246" fmla="*/ 1248639 w 1723042"/>
              <a:gd name="csY7246" fmla="*/ 1114920 h 1114920"/>
              <a:gd name="csX7247" fmla="*/ 1248817 w 1723042"/>
              <a:gd name="csY7247" fmla="*/ 1114920 h 1114920"/>
              <a:gd name="csX7248" fmla="*/ 1248986 w 1723042"/>
              <a:gd name="csY7248" fmla="*/ 1114920 h 1114920"/>
              <a:gd name="csX7249" fmla="*/ 1249164 w 1723042"/>
              <a:gd name="csY7249" fmla="*/ 1114920 h 1114920"/>
              <a:gd name="csX7250" fmla="*/ 1249333 w 1723042"/>
              <a:gd name="csY7250" fmla="*/ 1114920 h 1114920"/>
              <a:gd name="csX7251" fmla="*/ 1249502 w 1723042"/>
              <a:gd name="csY7251" fmla="*/ 1114920 h 1114920"/>
              <a:gd name="csX7252" fmla="*/ 1249680 w 1723042"/>
              <a:gd name="csY7252" fmla="*/ 1114920 h 1114920"/>
              <a:gd name="csX7253" fmla="*/ 1249849 w 1723042"/>
              <a:gd name="csY7253" fmla="*/ 1114920 h 1114920"/>
              <a:gd name="csX7254" fmla="*/ 1250018 w 1723042"/>
              <a:gd name="csY7254" fmla="*/ 1114920 h 1114920"/>
              <a:gd name="csX7255" fmla="*/ 1250196 w 1723042"/>
              <a:gd name="csY7255" fmla="*/ 1114920 h 1114920"/>
              <a:gd name="csX7256" fmla="*/ 1250365 w 1723042"/>
              <a:gd name="csY7256" fmla="*/ 1114920 h 1114920"/>
              <a:gd name="csX7257" fmla="*/ 1250543 w 1723042"/>
              <a:gd name="csY7257" fmla="*/ 1114920 h 1114920"/>
              <a:gd name="csX7258" fmla="*/ 1250712 w 1723042"/>
              <a:gd name="csY7258" fmla="*/ 1114920 h 1114920"/>
              <a:gd name="csX7259" fmla="*/ 1250881 w 1723042"/>
              <a:gd name="csY7259" fmla="*/ 1114920 h 1114920"/>
              <a:gd name="csX7260" fmla="*/ 1251059 w 1723042"/>
              <a:gd name="csY7260" fmla="*/ 1114920 h 1114920"/>
              <a:gd name="csX7261" fmla="*/ 1251228 w 1723042"/>
              <a:gd name="csY7261" fmla="*/ 1114920 h 1114920"/>
              <a:gd name="csX7262" fmla="*/ 1251397 w 1723042"/>
              <a:gd name="csY7262" fmla="*/ 1114920 h 1114920"/>
              <a:gd name="csX7263" fmla="*/ 1251575 w 1723042"/>
              <a:gd name="csY7263" fmla="*/ 1114920 h 1114920"/>
              <a:gd name="csX7264" fmla="*/ 1251744 w 1723042"/>
              <a:gd name="csY7264" fmla="*/ 1114920 h 1114920"/>
              <a:gd name="csX7265" fmla="*/ 1251913 w 1723042"/>
              <a:gd name="csY7265" fmla="*/ 1114920 h 1114920"/>
              <a:gd name="csX7266" fmla="*/ 1252091 w 1723042"/>
              <a:gd name="csY7266" fmla="*/ 1114920 h 1114920"/>
              <a:gd name="csX7267" fmla="*/ 1252260 w 1723042"/>
              <a:gd name="csY7267" fmla="*/ 1114920 h 1114920"/>
              <a:gd name="csX7268" fmla="*/ 1252438 w 1723042"/>
              <a:gd name="csY7268" fmla="*/ 1114920 h 1114920"/>
              <a:gd name="csX7269" fmla="*/ 1252607 w 1723042"/>
              <a:gd name="csY7269" fmla="*/ 1114920 h 1114920"/>
              <a:gd name="csX7270" fmla="*/ 1252776 w 1723042"/>
              <a:gd name="csY7270" fmla="*/ 1114920 h 1114920"/>
              <a:gd name="csX7271" fmla="*/ 1252954 w 1723042"/>
              <a:gd name="csY7271" fmla="*/ 1114920 h 1114920"/>
              <a:gd name="csX7272" fmla="*/ 1253123 w 1723042"/>
              <a:gd name="csY7272" fmla="*/ 1114920 h 1114920"/>
              <a:gd name="csX7273" fmla="*/ 1253292 w 1723042"/>
              <a:gd name="csY7273" fmla="*/ 1114920 h 1114920"/>
              <a:gd name="csX7274" fmla="*/ 1253470 w 1723042"/>
              <a:gd name="csY7274" fmla="*/ 1114920 h 1114920"/>
              <a:gd name="csX7275" fmla="*/ 1253639 w 1723042"/>
              <a:gd name="csY7275" fmla="*/ 1114920 h 1114920"/>
              <a:gd name="csX7276" fmla="*/ 1253817 w 1723042"/>
              <a:gd name="csY7276" fmla="*/ 1114920 h 1114920"/>
              <a:gd name="csX7277" fmla="*/ 1253986 w 1723042"/>
              <a:gd name="csY7277" fmla="*/ 1114920 h 1114920"/>
              <a:gd name="csX7278" fmla="*/ 1254155 w 1723042"/>
              <a:gd name="csY7278" fmla="*/ 1114920 h 1114920"/>
              <a:gd name="csX7279" fmla="*/ 1254333 w 1723042"/>
              <a:gd name="csY7279" fmla="*/ 1114920 h 1114920"/>
              <a:gd name="csX7280" fmla="*/ 1254502 w 1723042"/>
              <a:gd name="csY7280" fmla="*/ 1114920 h 1114920"/>
              <a:gd name="csX7281" fmla="*/ 1254671 w 1723042"/>
              <a:gd name="csY7281" fmla="*/ 1114920 h 1114920"/>
              <a:gd name="csX7282" fmla="*/ 1254849 w 1723042"/>
              <a:gd name="csY7282" fmla="*/ 1114920 h 1114920"/>
              <a:gd name="csX7283" fmla="*/ 1255018 w 1723042"/>
              <a:gd name="csY7283" fmla="*/ 1114920 h 1114920"/>
              <a:gd name="csX7284" fmla="*/ 1255187 w 1723042"/>
              <a:gd name="csY7284" fmla="*/ 1114920 h 1114920"/>
              <a:gd name="csX7285" fmla="*/ 1255365 w 1723042"/>
              <a:gd name="csY7285" fmla="*/ 1114920 h 1114920"/>
              <a:gd name="csX7286" fmla="*/ 1255534 w 1723042"/>
              <a:gd name="csY7286" fmla="*/ 1114920 h 1114920"/>
              <a:gd name="csX7287" fmla="*/ 1255712 w 1723042"/>
              <a:gd name="csY7287" fmla="*/ 1114920 h 1114920"/>
              <a:gd name="csX7288" fmla="*/ 1255881 w 1723042"/>
              <a:gd name="csY7288" fmla="*/ 1114920 h 1114920"/>
              <a:gd name="csX7289" fmla="*/ 1256050 w 1723042"/>
              <a:gd name="csY7289" fmla="*/ 1114920 h 1114920"/>
              <a:gd name="csX7290" fmla="*/ 1256228 w 1723042"/>
              <a:gd name="csY7290" fmla="*/ 1114920 h 1114920"/>
              <a:gd name="csX7291" fmla="*/ 1256397 w 1723042"/>
              <a:gd name="csY7291" fmla="*/ 1114920 h 1114920"/>
              <a:gd name="csX7292" fmla="*/ 1256566 w 1723042"/>
              <a:gd name="csY7292" fmla="*/ 1114920 h 1114920"/>
              <a:gd name="csX7293" fmla="*/ 1256744 w 1723042"/>
              <a:gd name="csY7293" fmla="*/ 1114920 h 1114920"/>
              <a:gd name="csX7294" fmla="*/ 1256913 w 1723042"/>
              <a:gd name="csY7294" fmla="*/ 1114920 h 1114920"/>
              <a:gd name="csX7295" fmla="*/ 1257091 w 1723042"/>
              <a:gd name="csY7295" fmla="*/ 1114920 h 1114920"/>
              <a:gd name="csX7296" fmla="*/ 1257260 w 1723042"/>
              <a:gd name="csY7296" fmla="*/ 1114920 h 1114920"/>
              <a:gd name="csX7297" fmla="*/ 1257429 w 1723042"/>
              <a:gd name="csY7297" fmla="*/ 1114920 h 1114920"/>
              <a:gd name="csX7298" fmla="*/ 1257607 w 1723042"/>
              <a:gd name="csY7298" fmla="*/ 1114920 h 1114920"/>
              <a:gd name="csX7299" fmla="*/ 1257776 w 1723042"/>
              <a:gd name="csY7299" fmla="*/ 1114920 h 1114920"/>
              <a:gd name="csX7300" fmla="*/ 1257945 w 1723042"/>
              <a:gd name="csY7300" fmla="*/ 1114920 h 1114920"/>
              <a:gd name="csX7301" fmla="*/ 1258123 w 1723042"/>
              <a:gd name="csY7301" fmla="*/ 1114920 h 1114920"/>
              <a:gd name="csX7302" fmla="*/ 1258292 w 1723042"/>
              <a:gd name="csY7302" fmla="*/ 1114920 h 1114920"/>
              <a:gd name="csX7303" fmla="*/ 1258470 w 1723042"/>
              <a:gd name="csY7303" fmla="*/ 1114920 h 1114920"/>
              <a:gd name="csX7304" fmla="*/ 1258639 w 1723042"/>
              <a:gd name="csY7304" fmla="*/ 1114920 h 1114920"/>
              <a:gd name="csX7305" fmla="*/ 1258808 w 1723042"/>
              <a:gd name="csY7305" fmla="*/ 1114920 h 1114920"/>
              <a:gd name="csX7306" fmla="*/ 1258986 w 1723042"/>
              <a:gd name="csY7306" fmla="*/ 1114920 h 1114920"/>
              <a:gd name="csX7307" fmla="*/ 1259155 w 1723042"/>
              <a:gd name="csY7307" fmla="*/ 1114920 h 1114920"/>
              <a:gd name="csX7308" fmla="*/ 1259324 w 1723042"/>
              <a:gd name="csY7308" fmla="*/ 1114920 h 1114920"/>
              <a:gd name="csX7309" fmla="*/ 1259502 w 1723042"/>
              <a:gd name="csY7309" fmla="*/ 1114920 h 1114920"/>
              <a:gd name="csX7310" fmla="*/ 1259671 w 1723042"/>
              <a:gd name="csY7310" fmla="*/ 1114920 h 1114920"/>
              <a:gd name="csX7311" fmla="*/ 1259840 w 1723042"/>
              <a:gd name="csY7311" fmla="*/ 1114920 h 1114920"/>
              <a:gd name="csX7312" fmla="*/ 1260018 w 1723042"/>
              <a:gd name="csY7312" fmla="*/ 1114920 h 1114920"/>
              <a:gd name="csX7313" fmla="*/ 1260187 w 1723042"/>
              <a:gd name="csY7313" fmla="*/ 1114920 h 1114920"/>
              <a:gd name="csX7314" fmla="*/ 1260365 w 1723042"/>
              <a:gd name="csY7314" fmla="*/ 1114920 h 1114920"/>
              <a:gd name="csX7315" fmla="*/ 1260534 w 1723042"/>
              <a:gd name="csY7315" fmla="*/ 1114920 h 1114920"/>
              <a:gd name="csX7316" fmla="*/ 1260703 w 1723042"/>
              <a:gd name="csY7316" fmla="*/ 1114920 h 1114920"/>
              <a:gd name="csX7317" fmla="*/ 1260881 w 1723042"/>
              <a:gd name="csY7317" fmla="*/ 1114920 h 1114920"/>
              <a:gd name="csX7318" fmla="*/ 1261050 w 1723042"/>
              <a:gd name="csY7318" fmla="*/ 1114920 h 1114920"/>
              <a:gd name="csX7319" fmla="*/ 1261219 w 1723042"/>
              <a:gd name="csY7319" fmla="*/ 1114920 h 1114920"/>
              <a:gd name="csX7320" fmla="*/ 1261397 w 1723042"/>
              <a:gd name="csY7320" fmla="*/ 1114920 h 1114920"/>
              <a:gd name="csX7321" fmla="*/ 1261566 w 1723042"/>
              <a:gd name="csY7321" fmla="*/ 1114920 h 1114920"/>
              <a:gd name="csX7322" fmla="*/ 1261744 w 1723042"/>
              <a:gd name="csY7322" fmla="*/ 1114920 h 1114920"/>
              <a:gd name="csX7323" fmla="*/ 1261913 w 1723042"/>
              <a:gd name="csY7323" fmla="*/ 1114920 h 1114920"/>
              <a:gd name="csX7324" fmla="*/ 1262082 w 1723042"/>
              <a:gd name="csY7324" fmla="*/ 1114920 h 1114920"/>
              <a:gd name="csX7325" fmla="*/ 1262259 w 1723042"/>
              <a:gd name="csY7325" fmla="*/ 1114920 h 1114920"/>
              <a:gd name="csX7326" fmla="*/ 1262429 w 1723042"/>
              <a:gd name="csY7326" fmla="*/ 1114920 h 1114920"/>
              <a:gd name="csX7327" fmla="*/ 1262598 w 1723042"/>
              <a:gd name="csY7327" fmla="*/ 1114920 h 1114920"/>
              <a:gd name="csX7328" fmla="*/ 1262776 w 1723042"/>
              <a:gd name="csY7328" fmla="*/ 1114920 h 1114920"/>
              <a:gd name="csX7329" fmla="*/ 1262945 w 1723042"/>
              <a:gd name="csY7329" fmla="*/ 1114920 h 1114920"/>
              <a:gd name="csX7330" fmla="*/ 1263114 w 1723042"/>
              <a:gd name="csY7330" fmla="*/ 1114920 h 1114920"/>
              <a:gd name="csX7331" fmla="*/ 1263292 w 1723042"/>
              <a:gd name="csY7331" fmla="*/ 1114920 h 1114920"/>
              <a:gd name="csX7332" fmla="*/ 1263461 w 1723042"/>
              <a:gd name="csY7332" fmla="*/ 1114920 h 1114920"/>
              <a:gd name="csX7333" fmla="*/ 1263638 w 1723042"/>
              <a:gd name="csY7333" fmla="*/ 1114920 h 1114920"/>
              <a:gd name="csX7334" fmla="*/ 1263807 w 1723042"/>
              <a:gd name="csY7334" fmla="*/ 1114920 h 1114920"/>
              <a:gd name="csX7335" fmla="*/ 1263977 w 1723042"/>
              <a:gd name="csY7335" fmla="*/ 1114920 h 1114920"/>
              <a:gd name="csX7336" fmla="*/ 1264154 w 1723042"/>
              <a:gd name="csY7336" fmla="*/ 1114920 h 1114920"/>
              <a:gd name="csX7337" fmla="*/ 1264324 w 1723042"/>
              <a:gd name="csY7337" fmla="*/ 1114920 h 1114920"/>
              <a:gd name="csX7338" fmla="*/ 1264493 w 1723042"/>
              <a:gd name="csY7338" fmla="*/ 1114920 h 1114920"/>
              <a:gd name="csX7339" fmla="*/ 1264671 w 1723042"/>
              <a:gd name="csY7339" fmla="*/ 1114920 h 1114920"/>
              <a:gd name="csX7340" fmla="*/ 1264839 w 1723042"/>
              <a:gd name="csY7340" fmla="*/ 1114920 h 1114920"/>
              <a:gd name="csX7341" fmla="*/ 1265017 w 1723042"/>
              <a:gd name="csY7341" fmla="*/ 1114920 h 1114920"/>
              <a:gd name="csX7342" fmla="*/ 1265186 w 1723042"/>
              <a:gd name="csY7342" fmla="*/ 1114920 h 1114920"/>
              <a:gd name="csX7343" fmla="*/ 1265355 w 1723042"/>
              <a:gd name="csY7343" fmla="*/ 1114920 h 1114920"/>
              <a:gd name="csX7344" fmla="*/ 1265533 w 1723042"/>
              <a:gd name="csY7344" fmla="*/ 1114920 h 1114920"/>
              <a:gd name="csX7345" fmla="*/ 1265702 w 1723042"/>
              <a:gd name="csY7345" fmla="*/ 1114920 h 1114920"/>
              <a:gd name="csX7346" fmla="*/ 1265872 w 1723042"/>
              <a:gd name="csY7346" fmla="*/ 1114920 h 1114920"/>
              <a:gd name="csX7347" fmla="*/ 1266049 w 1723042"/>
              <a:gd name="csY7347" fmla="*/ 1114920 h 1114920"/>
              <a:gd name="csX7348" fmla="*/ 1266218 w 1723042"/>
              <a:gd name="csY7348" fmla="*/ 1114920 h 1114920"/>
              <a:gd name="csX7349" fmla="*/ 1266396 w 1723042"/>
              <a:gd name="csY7349" fmla="*/ 1114920 h 1114920"/>
              <a:gd name="csX7350" fmla="*/ 1266565 w 1723042"/>
              <a:gd name="csY7350" fmla="*/ 1114920 h 1114920"/>
              <a:gd name="csX7351" fmla="*/ 1266734 w 1723042"/>
              <a:gd name="csY7351" fmla="*/ 1114920 h 1114920"/>
              <a:gd name="csX7352" fmla="*/ 1266912 w 1723042"/>
              <a:gd name="csY7352" fmla="*/ 1114920 h 1114920"/>
              <a:gd name="csX7353" fmla="*/ 1267081 w 1723042"/>
              <a:gd name="csY7353" fmla="*/ 1114920 h 1114920"/>
              <a:gd name="csX7354" fmla="*/ 1267250 w 1723042"/>
              <a:gd name="csY7354" fmla="*/ 1114920 h 1114920"/>
              <a:gd name="csX7355" fmla="*/ 1267428 w 1723042"/>
              <a:gd name="csY7355" fmla="*/ 1114920 h 1114920"/>
              <a:gd name="csX7356" fmla="*/ 1267597 w 1723042"/>
              <a:gd name="csY7356" fmla="*/ 1114920 h 1114920"/>
              <a:gd name="csX7357" fmla="*/ 1267766 w 1723042"/>
              <a:gd name="csY7357" fmla="*/ 1114920 h 1114920"/>
              <a:gd name="csX7358" fmla="*/ 1267944 w 1723042"/>
              <a:gd name="csY7358" fmla="*/ 1114920 h 1114920"/>
              <a:gd name="csX7359" fmla="*/ 1268113 w 1723042"/>
              <a:gd name="csY7359" fmla="*/ 1114920 h 1114920"/>
              <a:gd name="csX7360" fmla="*/ 1268291 w 1723042"/>
              <a:gd name="csY7360" fmla="*/ 1114920 h 1114920"/>
              <a:gd name="csX7361" fmla="*/ 1268460 w 1723042"/>
              <a:gd name="csY7361" fmla="*/ 1114920 h 1114920"/>
              <a:gd name="csX7362" fmla="*/ 1268629 w 1723042"/>
              <a:gd name="csY7362" fmla="*/ 1114920 h 1114920"/>
              <a:gd name="csX7363" fmla="*/ 1268807 w 1723042"/>
              <a:gd name="csY7363" fmla="*/ 1114920 h 1114920"/>
              <a:gd name="csX7364" fmla="*/ 1268976 w 1723042"/>
              <a:gd name="csY7364" fmla="*/ 1114920 h 1114920"/>
              <a:gd name="csX7365" fmla="*/ 1269145 w 1723042"/>
              <a:gd name="csY7365" fmla="*/ 1114920 h 1114920"/>
              <a:gd name="csX7366" fmla="*/ 1269323 w 1723042"/>
              <a:gd name="csY7366" fmla="*/ 1114920 h 1114920"/>
              <a:gd name="csX7367" fmla="*/ 1269492 w 1723042"/>
              <a:gd name="csY7367" fmla="*/ 1114920 h 1114920"/>
              <a:gd name="csX7368" fmla="*/ 1269670 w 1723042"/>
              <a:gd name="csY7368" fmla="*/ 1114920 h 1114920"/>
              <a:gd name="csX7369" fmla="*/ 1269839 w 1723042"/>
              <a:gd name="csY7369" fmla="*/ 1114920 h 1114920"/>
              <a:gd name="csX7370" fmla="*/ 1270008 w 1723042"/>
              <a:gd name="csY7370" fmla="*/ 1114920 h 1114920"/>
              <a:gd name="csX7371" fmla="*/ 1270186 w 1723042"/>
              <a:gd name="csY7371" fmla="*/ 1114920 h 1114920"/>
              <a:gd name="csX7372" fmla="*/ 1270355 w 1723042"/>
              <a:gd name="csY7372" fmla="*/ 1114920 h 1114920"/>
              <a:gd name="csX7373" fmla="*/ 1270524 w 1723042"/>
              <a:gd name="csY7373" fmla="*/ 1114920 h 1114920"/>
              <a:gd name="csX7374" fmla="*/ 1270702 w 1723042"/>
              <a:gd name="csY7374" fmla="*/ 1114920 h 1114920"/>
              <a:gd name="csX7375" fmla="*/ 1270871 w 1723042"/>
              <a:gd name="csY7375" fmla="*/ 1114920 h 1114920"/>
              <a:gd name="csX7376" fmla="*/ 1271040 w 1723042"/>
              <a:gd name="csY7376" fmla="*/ 1114920 h 1114920"/>
              <a:gd name="csX7377" fmla="*/ 1271218 w 1723042"/>
              <a:gd name="csY7377" fmla="*/ 1114920 h 1114920"/>
              <a:gd name="csX7378" fmla="*/ 1271387 w 1723042"/>
              <a:gd name="csY7378" fmla="*/ 1114920 h 1114920"/>
              <a:gd name="csX7379" fmla="*/ 1271565 w 1723042"/>
              <a:gd name="csY7379" fmla="*/ 1114920 h 1114920"/>
              <a:gd name="csX7380" fmla="*/ 1271734 w 1723042"/>
              <a:gd name="csY7380" fmla="*/ 1114920 h 1114920"/>
              <a:gd name="csX7381" fmla="*/ 1271903 w 1723042"/>
              <a:gd name="csY7381" fmla="*/ 1114920 h 1114920"/>
              <a:gd name="csX7382" fmla="*/ 1272081 w 1723042"/>
              <a:gd name="csY7382" fmla="*/ 1114920 h 1114920"/>
              <a:gd name="csX7383" fmla="*/ 1272250 w 1723042"/>
              <a:gd name="csY7383" fmla="*/ 1114920 h 1114920"/>
              <a:gd name="csX7384" fmla="*/ 1272419 w 1723042"/>
              <a:gd name="csY7384" fmla="*/ 1114920 h 1114920"/>
              <a:gd name="csX7385" fmla="*/ 1272597 w 1723042"/>
              <a:gd name="csY7385" fmla="*/ 1114920 h 1114920"/>
              <a:gd name="csX7386" fmla="*/ 1272766 w 1723042"/>
              <a:gd name="csY7386" fmla="*/ 1114920 h 1114920"/>
              <a:gd name="csX7387" fmla="*/ 1272944 w 1723042"/>
              <a:gd name="csY7387" fmla="*/ 1114920 h 1114920"/>
              <a:gd name="csX7388" fmla="*/ 1273113 w 1723042"/>
              <a:gd name="csY7388" fmla="*/ 1114920 h 1114920"/>
              <a:gd name="csX7389" fmla="*/ 1273282 w 1723042"/>
              <a:gd name="csY7389" fmla="*/ 1114920 h 1114920"/>
              <a:gd name="csX7390" fmla="*/ 1273460 w 1723042"/>
              <a:gd name="csY7390" fmla="*/ 1114920 h 1114920"/>
              <a:gd name="csX7391" fmla="*/ 1273629 w 1723042"/>
              <a:gd name="csY7391" fmla="*/ 1114920 h 1114920"/>
              <a:gd name="csX7392" fmla="*/ 1273798 w 1723042"/>
              <a:gd name="csY7392" fmla="*/ 1114920 h 1114920"/>
              <a:gd name="csX7393" fmla="*/ 1273976 w 1723042"/>
              <a:gd name="csY7393" fmla="*/ 1114920 h 1114920"/>
              <a:gd name="csX7394" fmla="*/ 1274145 w 1723042"/>
              <a:gd name="csY7394" fmla="*/ 1114920 h 1114920"/>
              <a:gd name="csX7395" fmla="*/ 1274323 w 1723042"/>
              <a:gd name="csY7395" fmla="*/ 1114920 h 1114920"/>
              <a:gd name="csX7396" fmla="*/ 1274492 w 1723042"/>
              <a:gd name="csY7396" fmla="*/ 1114920 h 1114920"/>
              <a:gd name="csX7397" fmla="*/ 1274661 w 1723042"/>
              <a:gd name="csY7397" fmla="*/ 1114920 h 1114920"/>
              <a:gd name="csX7398" fmla="*/ 1274839 w 1723042"/>
              <a:gd name="csY7398" fmla="*/ 1114920 h 1114920"/>
              <a:gd name="csX7399" fmla="*/ 1275008 w 1723042"/>
              <a:gd name="csY7399" fmla="*/ 1114920 h 1114920"/>
              <a:gd name="csX7400" fmla="*/ 1275177 w 1723042"/>
              <a:gd name="csY7400" fmla="*/ 1114920 h 1114920"/>
              <a:gd name="csX7401" fmla="*/ 1275355 w 1723042"/>
              <a:gd name="csY7401" fmla="*/ 1114920 h 1114920"/>
              <a:gd name="csX7402" fmla="*/ 1275524 w 1723042"/>
              <a:gd name="csY7402" fmla="*/ 1114920 h 1114920"/>
              <a:gd name="csX7403" fmla="*/ 1275693 w 1723042"/>
              <a:gd name="csY7403" fmla="*/ 1114920 h 1114920"/>
              <a:gd name="csX7404" fmla="*/ 1275871 w 1723042"/>
              <a:gd name="csY7404" fmla="*/ 1114920 h 1114920"/>
              <a:gd name="csX7405" fmla="*/ 1276040 w 1723042"/>
              <a:gd name="csY7405" fmla="*/ 1114920 h 1114920"/>
              <a:gd name="csX7406" fmla="*/ 1276218 w 1723042"/>
              <a:gd name="csY7406" fmla="*/ 1114920 h 1114920"/>
              <a:gd name="csX7407" fmla="*/ 1276387 w 1723042"/>
              <a:gd name="csY7407" fmla="*/ 1114920 h 1114920"/>
              <a:gd name="csX7408" fmla="*/ 1276556 w 1723042"/>
              <a:gd name="csY7408" fmla="*/ 1114920 h 1114920"/>
              <a:gd name="csX7409" fmla="*/ 1276734 w 1723042"/>
              <a:gd name="csY7409" fmla="*/ 1114920 h 1114920"/>
              <a:gd name="csX7410" fmla="*/ 1276903 w 1723042"/>
              <a:gd name="csY7410" fmla="*/ 1114920 h 1114920"/>
              <a:gd name="csX7411" fmla="*/ 1277072 w 1723042"/>
              <a:gd name="csY7411" fmla="*/ 1114920 h 1114920"/>
              <a:gd name="csX7412" fmla="*/ 1277250 w 1723042"/>
              <a:gd name="csY7412" fmla="*/ 1114920 h 1114920"/>
              <a:gd name="csX7413" fmla="*/ 1277419 w 1723042"/>
              <a:gd name="csY7413" fmla="*/ 1114920 h 1114920"/>
              <a:gd name="csX7414" fmla="*/ 1277597 w 1723042"/>
              <a:gd name="csY7414" fmla="*/ 1114920 h 1114920"/>
              <a:gd name="csX7415" fmla="*/ 1277766 w 1723042"/>
              <a:gd name="csY7415" fmla="*/ 1114920 h 1114920"/>
              <a:gd name="csX7416" fmla="*/ 1277935 w 1723042"/>
              <a:gd name="csY7416" fmla="*/ 1114920 h 1114920"/>
              <a:gd name="csX7417" fmla="*/ 1278113 w 1723042"/>
              <a:gd name="csY7417" fmla="*/ 1114920 h 1114920"/>
              <a:gd name="csX7418" fmla="*/ 1278282 w 1723042"/>
              <a:gd name="csY7418" fmla="*/ 1114920 h 1114920"/>
              <a:gd name="csX7419" fmla="*/ 1278451 w 1723042"/>
              <a:gd name="csY7419" fmla="*/ 1114920 h 1114920"/>
              <a:gd name="csX7420" fmla="*/ 1278629 w 1723042"/>
              <a:gd name="csY7420" fmla="*/ 1114920 h 1114920"/>
              <a:gd name="csX7421" fmla="*/ 1278798 w 1723042"/>
              <a:gd name="csY7421" fmla="*/ 1114920 h 1114920"/>
              <a:gd name="csX7422" fmla="*/ 1278976 w 1723042"/>
              <a:gd name="csY7422" fmla="*/ 1114920 h 1114920"/>
              <a:gd name="csX7423" fmla="*/ 1279145 w 1723042"/>
              <a:gd name="csY7423" fmla="*/ 1114920 h 1114920"/>
              <a:gd name="csX7424" fmla="*/ 1279314 w 1723042"/>
              <a:gd name="csY7424" fmla="*/ 1114920 h 1114920"/>
              <a:gd name="csX7425" fmla="*/ 1279492 w 1723042"/>
              <a:gd name="csY7425" fmla="*/ 1114920 h 1114920"/>
              <a:gd name="csX7426" fmla="*/ 1279661 w 1723042"/>
              <a:gd name="csY7426" fmla="*/ 1114920 h 1114920"/>
              <a:gd name="csX7427" fmla="*/ 1279830 w 1723042"/>
              <a:gd name="csY7427" fmla="*/ 1114920 h 1114920"/>
              <a:gd name="csX7428" fmla="*/ 1280008 w 1723042"/>
              <a:gd name="csY7428" fmla="*/ 1114920 h 1114920"/>
              <a:gd name="csX7429" fmla="*/ 1280177 w 1723042"/>
              <a:gd name="csY7429" fmla="*/ 1114920 h 1114920"/>
              <a:gd name="csX7430" fmla="*/ 1280346 w 1723042"/>
              <a:gd name="csY7430" fmla="*/ 1114920 h 1114920"/>
              <a:gd name="csX7431" fmla="*/ 1280524 w 1723042"/>
              <a:gd name="csY7431" fmla="*/ 1114920 h 1114920"/>
              <a:gd name="csX7432" fmla="*/ 1280693 w 1723042"/>
              <a:gd name="csY7432" fmla="*/ 1114920 h 1114920"/>
              <a:gd name="csX7433" fmla="*/ 1280871 w 1723042"/>
              <a:gd name="csY7433" fmla="*/ 1114920 h 1114920"/>
              <a:gd name="csX7434" fmla="*/ 1281040 w 1723042"/>
              <a:gd name="csY7434" fmla="*/ 1114920 h 1114920"/>
              <a:gd name="csX7435" fmla="*/ 1281209 w 1723042"/>
              <a:gd name="csY7435" fmla="*/ 1114920 h 1114920"/>
              <a:gd name="csX7436" fmla="*/ 1281387 w 1723042"/>
              <a:gd name="csY7436" fmla="*/ 1114920 h 1114920"/>
              <a:gd name="csX7437" fmla="*/ 1281556 w 1723042"/>
              <a:gd name="csY7437" fmla="*/ 1114920 h 1114920"/>
              <a:gd name="csX7438" fmla="*/ 1281725 w 1723042"/>
              <a:gd name="csY7438" fmla="*/ 1114920 h 1114920"/>
              <a:gd name="csX7439" fmla="*/ 1281903 w 1723042"/>
              <a:gd name="csY7439" fmla="*/ 1114920 h 1114920"/>
              <a:gd name="csX7440" fmla="*/ 1282072 w 1723042"/>
              <a:gd name="csY7440" fmla="*/ 1114920 h 1114920"/>
              <a:gd name="csX7441" fmla="*/ 1282250 w 1723042"/>
              <a:gd name="csY7441" fmla="*/ 1114920 h 1114920"/>
              <a:gd name="csX7442" fmla="*/ 1282419 w 1723042"/>
              <a:gd name="csY7442" fmla="*/ 1114920 h 1114920"/>
              <a:gd name="csX7443" fmla="*/ 1282588 w 1723042"/>
              <a:gd name="csY7443" fmla="*/ 1114920 h 1114920"/>
              <a:gd name="csX7444" fmla="*/ 1282766 w 1723042"/>
              <a:gd name="csY7444" fmla="*/ 1114920 h 1114920"/>
              <a:gd name="csX7445" fmla="*/ 1282935 w 1723042"/>
              <a:gd name="csY7445" fmla="*/ 1114920 h 1114920"/>
              <a:gd name="csX7446" fmla="*/ 1283104 w 1723042"/>
              <a:gd name="csY7446" fmla="*/ 1114920 h 1114920"/>
              <a:gd name="csX7447" fmla="*/ 1283282 w 1723042"/>
              <a:gd name="csY7447" fmla="*/ 1114920 h 1114920"/>
              <a:gd name="csX7448" fmla="*/ 1283451 w 1723042"/>
              <a:gd name="csY7448" fmla="*/ 1114920 h 1114920"/>
              <a:gd name="csX7449" fmla="*/ 1283620 w 1723042"/>
              <a:gd name="csY7449" fmla="*/ 1114920 h 1114920"/>
              <a:gd name="csX7450" fmla="*/ 1283798 w 1723042"/>
              <a:gd name="csY7450" fmla="*/ 1114920 h 1114920"/>
              <a:gd name="csX7451" fmla="*/ 1283967 w 1723042"/>
              <a:gd name="csY7451" fmla="*/ 1114920 h 1114920"/>
              <a:gd name="csX7452" fmla="*/ 1284145 w 1723042"/>
              <a:gd name="csY7452" fmla="*/ 1114920 h 1114920"/>
              <a:gd name="csX7453" fmla="*/ 1284314 w 1723042"/>
              <a:gd name="csY7453" fmla="*/ 1114920 h 1114920"/>
              <a:gd name="csX7454" fmla="*/ 1284483 w 1723042"/>
              <a:gd name="csY7454" fmla="*/ 1114920 h 1114920"/>
              <a:gd name="csX7455" fmla="*/ 1284661 w 1723042"/>
              <a:gd name="csY7455" fmla="*/ 1114920 h 1114920"/>
              <a:gd name="csX7456" fmla="*/ 1284830 w 1723042"/>
              <a:gd name="csY7456" fmla="*/ 1114920 h 1114920"/>
              <a:gd name="csX7457" fmla="*/ 1284999 w 1723042"/>
              <a:gd name="csY7457" fmla="*/ 1114920 h 1114920"/>
              <a:gd name="csX7458" fmla="*/ 1285177 w 1723042"/>
              <a:gd name="csY7458" fmla="*/ 1114920 h 1114920"/>
              <a:gd name="csX7459" fmla="*/ 1285346 w 1723042"/>
              <a:gd name="csY7459" fmla="*/ 1114920 h 1114920"/>
              <a:gd name="csX7460" fmla="*/ 1285524 w 1723042"/>
              <a:gd name="csY7460" fmla="*/ 1114920 h 1114920"/>
              <a:gd name="csX7461" fmla="*/ 1285693 w 1723042"/>
              <a:gd name="csY7461" fmla="*/ 1114920 h 1114920"/>
              <a:gd name="csX7462" fmla="*/ 1285862 w 1723042"/>
              <a:gd name="csY7462" fmla="*/ 1114920 h 1114920"/>
              <a:gd name="csX7463" fmla="*/ 1286040 w 1723042"/>
              <a:gd name="csY7463" fmla="*/ 1114920 h 1114920"/>
              <a:gd name="csX7464" fmla="*/ 1286209 w 1723042"/>
              <a:gd name="csY7464" fmla="*/ 1114920 h 1114920"/>
              <a:gd name="csX7465" fmla="*/ 1286378 w 1723042"/>
              <a:gd name="csY7465" fmla="*/ 1114920 h 1114920"/>
              <a:gd name="csX7466" fmla="*/ 1286556 w 1723042"/>
              <a:gd name="csY7466" fmla="*/ 1114920 h 1114920"/>
              <a:gd name="csX7467" fmla="*/ 1286725 w 1723042"/>
              <a:gd name="csY7467" fmla="*/ 1114920 h 1114920"/>
              <a:gd name="csX7468" fmla="*/ 1286903 w 1723042"/>
              <a:gd name="csY7468" fmla="*/ 1114920 h 1114920"/>
              <a:gd name="csX7469" fmla="*/ 1287072 w 1723042"/>
              <a:gd name="csY7469" fmla="*/ 1114920 h 1114920"/>
              <a:gd name="csX7470" fmla="*/ 1287241 w 1723042"/>
              <a:gd name="csY7470" fmla="*/ 1114920 h 1114920"/>
              <a:gd name="csX7471" fmla="*/ 1287419 w 1723042"/>
              <a:gd name="csY7471" fmla="*/ 1114920 h 1114920"/>
              <a:gd name="csX7472" fmla="*/ 1287588 w 1723042"/>
              <a:gd name="csY7472" fmla="*/ 1114920 h 1114920"/>
              <a:gd name="csX7473" fmla="*/ 1287757 w 1723042"/>
              <a:gd name="csY7473" fmla="*/ 1114920 h 1114920"/>
              <a:gd name="csX7474" fmla="*/ 1287935 w 1723042"/>
              <a:gd name="csY7474" fmla="*/ 1114920 h 1114920"/>
              <a:gd name="csX7475" fmla="*/ 1288104 w 1723042"/>
              <a:gd name="csY7475" fmla="*/ 1114920 h 1114920"/>
              <a:gd name="csX7476" fmla="*/ 1288273 w 1723042"/>
              <a:gd name="csY7476" fmla="*/ 1114920 h 1114920"/>
              <a:gd name="csX7477" fmla="*/ 1288451 w 1723042"/>
              <a:gd name="csY7477" fmla="*/ 1114920 h 1114920"/>
              <a:gd name="csX7478" fmla="*/ 1288620 w 1723042"/>
              <a:gd name="csY7478" fmla="*/ 1114920 h 1114920"/>
              <a:gd name="csX7479" fmla="*/ 1288798 w 1723042"/>
              <a:gd name="csY7479" fmla="*/ 1114920 h 1114920"/>
              <a:gd name="csX7480" fmla="*/ 1288967 w 1723042"/>
              <a:gd name="csY7480" fmla="*/ 1114920 h 1114920"/>
              <a:gd name="csX7481" fmla="*/ 1289136 w 1723042"/>
              <a:gd name="csY7481" fmla="*/ 1114920 h 1114920"/>
              <a:gd name="csX7482" fmla="*/ 1289314 w 1723042"/>
              <a:gd name="csY7482" fmla="*/ 1114920 h 1114920"/>
              <a:gd name="csX7483" fmla="*/ 1289483 w 1723042"/>
              <a:gd name="csY7483" fmla="*/ 1114920 h 1114920"/>
              <a:gd name="csX7484" fmla="*/ 1289652 w 1723042"/>
              <a:gd name="csY7484" fmla="*/ 1114920 h 1114920"/>
              <a:gd name="csX7485" fmla="*/ 1289830 w 1723042"/>
              <a:gd name="csY7485" fmla="*/ 1114920 h 1114920"/>
              <a:gd name="csX7486" fmla="*/ 1289999 w 1723042"/>
              <a:gd name="csY7486" fmla="*/ 1114920 h 1114920"/>
              <a:gd name="csX7487" fmla="*/ 1290177 w 1723042"/>
              <a:gd name="csY7487" fmla="*/ 1114920 h 1114920"/>
              <a:gd name="csX7488" fmla="*/ 1290346 w 1723042"/>
              <a:gd name="csY7488" fmla="*/ 1114920 h 1114920"/>
              <a:gd name="csX7489" fmla="*/ 1290515 w 1723042"/>
              <a:gd name="csY7489" fmla="*/ 1114920 h 1114920"/>
              <a:gd name="csX7490" fmla="*/ 1290693 w 1723042"/>
              <a:gd name="csY7490" fmla="*/ 1114920 h 1114920"/>
              <a:gd name="csX7491" fmla="*/ 1290862 w 1723042"/>
              <a:gd name="csY7491" fmla="*/ 1114920 h 1114920"/>
              <a:gd name="csX7492" fmla="*/ 1291031 w 1723042"/>
              <a:gd name="csY7492" fmla="*/ 1114920 h 1114920"/>
              <a:gd name="csX7493" fmla="*/ 1291209 w 1723042"/>
              <a:gd name="csY7493" fmla="*/ 1114920 h 1114920"/>
              <a:gd name="csX7494" fmla="*/ 1291378 w 1723042"/>
              <a:gd name="csY7494" fmla="*/ 1114920 h 1114920"/>
              <a:gd name="csX7495" fmla="*/ 1291547 w 1723042"/>
              <a:gd name="csY7495" fmla="*/ 1114920 h 1114920"/>
              <a:gd name="csX7496" fmla="*/ 1291725 w 1723042"/>
              <a:gd name="csY7496" fmla="*/ 1114920 h 1114920"/>
              <a:gd name="csX7497" fmla="*/ 1291894 w 1723042"/>
              <a:gd name="csY7497" fmla="*/ 1114920 h 1114920"/>
              <a:gd name="csX7498" fmla="*/ 1292072 w 1723042"/>
              <a:gd name="csY7498" fmla="*/ 1114920 h 1114920"/>
              <a:gd name="csX7499" fmla="*/ 1292241 w 1723042"/>
              <a:gd name="csY7499" fmla="*/ 1114920 h 1114920"/>
              <a:gd name="csX7500" fmla="*/ 1292410 w 1723042"/>
              <a:gd name="csY7500" fmla="*/ 1114920 h 1114920"/>
              <a:gd name="csX7501" fmla="*/ 1292588 w 1723042"/>
              <a:gd name="csY7501" fmla="*/ 1114920 h 1114920"/>
              <a:gd name="csX7502" fmla="*/ 1292757 w 1723042"/>
              <a:gd name="csY7502" fmla="*/ 1114920 h 1114920"/>
              <a:gd name="csX7503" fmla="*/ 1292926 w 1723042"/>
              <a:gd name="csY7503" fmla="*/ 1114920 h 1114920"/>
              <a:gd name="csX7504" fmla="*/ 1293104 w 1723042"/>
              <a:gd name="csY7504" fmla="*/ 1114920 h 1114920"/>
              <a:gd name="csX7505" fmla="*/ 1293273 w 1723042"/>
              <a:gd name="csY7505" fmla="*/ 1114920 h 1114920"/>
              <a:gd name="csX7506" fmla="*/ 1293450 w 1723042"/>
              <a:gd name="csY7506" fmla="*/ 1114920 h 1114920"/>
              <a:gd name="csX7507" fmla="*/ 1293619 w 1723042"/>
              <a:gd name="csY7507" fmla="*/ 1114920 h 1114920"/>
              <a:gd name="csX7508" fmla="*/ 1293789 w 1723042"/>
              <a:gd name="csY7508" fmla="*/ 1114920 h 1114920"/>
              <a:gd name="csX7509" fmla="*/ 1293966 w 1723042"/>
              <a:gd name="csY7509" fmla="*/ 1114920 h 1114920"/>
              <a:gd name="csX7510" fmla="*/ 1294136 w 1723042"/>
              <a:gd name="csY7510" fmla="*/ 1114920 h 1114920"/>
              <a:gd name="csX7511" fmla="*/ 1294305 w 1723042"/>
              <a:gd name="csY7511" fmla="*/ 1114920 h 1114920"/>
              <a:gd name="csX7512" fmla="*/ 1294483 w 1723042"/>
              <a:gd name="csY7512" fmla="*/ 1114920 h 1114920"/>
              <a:gd name="csX7513" fmla="*/ 1294651 w 1723042"/>
              <a:gd name="csY7513" fmla="*/ 1114920 h 1114920"/>
              <a:gd name="csX7514" fmla="*/ 1294829 w 1723042"/>
              <a:gd name="csY7514" fmla="*/ 1114920 h 1114920"/>
              <a:gd name="csX7515" fmla="*/ 1294998 w 1723042"/>
              <a:gd name="csY7515" fmla="*/ 1114920 h 1114920"/>
              <a:gd name="csX7516" fmla="*/ 1295167 w 1723042"/>
              <a:gd name="csY7516" fmla="*/ 1114920 h 1114920"/>
              <a:gd name="csX7517" fmla="*/ 1295345 w 1723042"/>
              <a:gd name="csY7517" fmla="*/ 1114920 h 1114920"/>
              <a:gd name="csX7518" fmla="*/ 1295514 w 1723042"/>
              <a:gd name="csY7518" fmla="*/ 1114920 h 1114920"/>
              <a:gd name="csX7519" fmla="*/ 1295684 w 1723042"/>
              <a:gd name="csY7519" fmla="*/ 1114920 h 1114920"/>
              <a:gd name="csX7520" fmla="*/ 1295861 w 1723042"/>
              <a:gd name="csY7520" fmla="*/ 1114920 h 1114920"/>
              <a:gd name="csX7521" fmla="*/ 1296030 w 1723042"/>
              <a:gd name="csY7521" fmla="*/ 1114920 h 1114920"/>
              <a:gd name="csX7522" fmla="*/ 1296199 w 1723042"/>
              <a:gd name="csY7522" fmla="*/ 1114920 h 1114920"/>
              <a:gd name="csX7523" fmla="*/ 1296377 w 1723042"/>
              <a:gd name="csY7523" fmla="*/ 1114920 h 1114920"/>
              <a:gd name="csX7524" fmla="*/ 1296546 w 1723042"/>
              <a:gd name="csY7524" fmla="*/ 1114920 h 1114920"/>
              <a:gd name="csX7525" fmla="*/ 1296724 w 1723042"/>
              <a:gd name="csY7525" fmla="*/ 1114920 h 1114920"/>
              <a:gd name="csX7526" fmla="*/ 1296893 w 1723042"/>
              <a:gd name="csY7526" fmla="*/ 1114920 h 1114920"/>
              <a:gd name="csX7527" fmla="*/ 1297062 w 1723042"/>
              <a:gd name="csY7527" fmla="*/ 1114920 h 1114920"/>
              <a:gd name="csX7528" fmla="*/ 1297240 w 1723042"/>
              <a:gd name="csY7528" fmla="*/ 1114920 h 1114920"/>
              <a:gd name="csX7529" fmla="*/ 1297409 w 1723042"/>
              <a:gd name="csY7529" fmla="*/ 1114920 h 1114920"/>
              <a:gd name="csX7530" fmla="*/ 1297578 w 1723042"/>
              <a:gd name="csY7530" fmla="*/ 1114920 h 1114920"/>
              <a:gd name="csX7531" fmla="*/ 1297756 w 1723042"/>
              <a:gd name="csY7531" fmla="*/ 1114920 h 1114920"/>
              <a:gd name="csX7532" fmla="*/ 1297925 w 1723042"/>
              <a:gd name="csY7532" fmla="*/ 1114920 h 1114920"/>
              <a:gd name="csX7533" fmla="*/ 1298103 w 1723042"/>
              <a:gd name="csY7533" fmla="*/ 1114920 h 1114920"/>
              <a:gd name="csX7534" fmla="*/ 1298272 w 1723042"/>
              <a:gd name="csY7534" fmla="*/ 1114920 h 1114920"/>
              <a:gd name="csX7535" fmla="*/ 1298441 w 1723042"/>
              <a:gd name="csY7535" fmla="*/ 1114920 h 1114920"/>
              <a:gd name="csX7536" fmla="*/ 1298619 w 1723042"/>
              <a:gd name="csY7536" fmla="*/ 1114920 h 1114920"/>
              <a:gd name="csX7537" fmla="*/ 1298788 w 1723042"/>
              <a:gd name="csY7537" fmla="*/ 1114920 h 1114920"/>
              <a:gd name="csX7538" fmla="*/ 1298957 w 1723042"/>
              <a:gd name="csY7538" fmla="*/ 1114920 h 1114920"/>
              <a:gd name="csX7539" fmla="*/ 1299135 w 1723042"/>
              <a:gd name="csY7539" fmla="*/ 1114920 h 1114920"/>
              <a:gd name="csX7540" fmla="*/ 1299304 w 1723042"/>
              <a:gd name="csY7540" fmla="*/ 1114920 h 1114920"/>
              <a:gd name="csX7541" fmla="*/ 1299482 w 1723042"/>
              <a:gd name="csY7541" fmla="*/ 1114920 h 1114920"/>
              <a:gd name="csX7542" fmla="*/ 1299651 w 1723042"/>
              <a:gd name="csY7542" fmla="*/ 1114920 h 1114920"/>
              <a:gd name="csX7543" fmla="*/ 1299820 w 1723042"/>
              <a:gd name="csY7543" fmla="*/ 1114920 h 1114920"/>
              <a:gd name="csX7544" fmla="*/ 1299998 w 1723042"/>
              <a:gd name="csY7544" fmla="*/ 1114920 h 1114920"/>
              <a:gd name="csX7545" fmla="*/ 1300167 w 1723042"/>
              <a:gd name="csY7545" fmla="*/ 1114920 h 1114920"/>
              <a:gd name="csX7546" fmla="*/ 1300336 w 1723042"/>
              <a:gd name="csY7546" fmla="*/ 1114920 h 1114920"/>
              <a:gd name="csX7547" fmla="*/ 1300514 w 1723042"/>
              <a:gd name="csY7547" fmla="*/ 1114920 h 1114920"/>
              <a:gd name="csX7548" fmla="*/ 1300683 w 1723042"/>
              <a:gd name="csY7548" fmla="*/ 1114920 h 1114920"/>
              <a:gd name="csX7549" fmla="*/ 1300852 w 1723042"/>
              <a:gd name="csY7549" fmla="*/ 1114920 h 1114920"/>
              <a:gd name="csX7550" fmla="*/ 1301030 w 1723042"/>
              <a:gd name="csY7550" fmla="*/ 1114920 h 1114920"/>
              <a:gd name="csX7551" fmla="*/ 1301199 w 1723042"/>
              <a:gd name="csY7551" fmla="*/ 1114920 h 1114920"/>
              <a:gd name="csX7552" fmla="*/ 1301377 w 1723042"/>
              <a:gd name="csY7552" fmla="*/ 1114920 h 1114920"/>
              <a:gd name="csX7553" fmla="*/ 1301546 w 1723042"/>
              <a:gd name="csY7553" fmla="*/ 1114920 h 1114920"/>
              <a:gd name="csX7554" fmla="*/ 1301715 w 1723042"/>
              <a:gd name="csY7554" fmla="*/ 1114920 h 1114920"/>
              <a:gd name="csX7555" fmla="*/ 1301893 w 1723042"/>
              <a:gd name="csY7555" fmla="*/ 1114920 h 1114920"/>
              <a:gd name="csX7556" fmla="*/ 1302062 w 1723042"/>
              <a:gd name="csY7556" fmla="*/ 1114920 h 1114920"/>
              <a:gd name="csX7557" fmla="*/ 1302231 w 1723042"/>
              <a:gd name="csY7557" fmla="*/ 1114920 h 1114920"/>
              <a:gd name="csX7558" fmla="*/ 1302409 w 1723042"/>
              <a:gd name="csY7558" fmla="*/ 1114920 h 1114920"/>
              <a:gd name="csX7559" fmla="*/ 1302578 w 1723042"/>
              <a:gd name="csY7559" fmla="*/ 1114920 h 1114920"/>
              <a:gd name="csX7560" fmla="*/ 1302756 w 1723042"/>
              <a:gd name="csY7560" fmla="*/ 1114920 h 1114920"/>
              <a:gd name="csX7561" fmla="*/ 1302925 w 1723042"/>
              <a:gd name="csY7561" fmla="*/ 1114920 h 1114920"/>
              <a:gd name="csX7562" fmla="*/ 1303094 w 1723042"/>
              <a:gd name="csY7562" fmla="*/ 1114920 h 1114920"/>
              <a:gd name="csX7563" fmla="*/ 1303272 w 1723042"/>
              <a:gd name="csY7563" fmla="*/ 1114920 h 1114920"/>
              <a:gd name="csX7564" fmla="*/ 1303441 w 1723042"/>
              <a:gd name="csY7564" fmla="*/ 1114920 h 1114920"/>
              <a:gd name="csX7565" fmla="*/ 1303610 w 1723042"/>
              <a:gd name="csY7565" fmla="*/ 1114920 h 1114920"/>
              <a:gd name="csX7566" fmla="*/ 1303788 w 1723042"/>
              <a:gd name="csY7566" fmla="*/ 1114920 h 1114920"/>
              <a:gd name="csX7567" fmla="*/ 1303957 w 1723042"/>
              <a:gd name="csY7567" fmla="*/ 1114920 h 1114920"/>
              <a:gd name="csX7568" fmla="*/ 1304126 w 1723042"/>
              <a:gd name="csY7568" fmla="*/ 1114920 h 1114920"/>
              <a:gd name="csX7569" fmla="*/ 1304304 w 1723042"/>
              <a:gd name="csY7569" fmla="*/ 1114920 h 1114920"/>
              <a:gd name="csX7570" fmla="*/ 1304473 w 1723042"/>
              <a:gd name="csY7570" fmla="*/ 1114920 h 1114920"/>
              <a:gd name="csX7571" fmla="*/ 1304651 w 1723042"/>
              <a:gd name="csY7571" fmla="*/ 1114920 h 1114920"/>
              <a:gd name="csX7572" fmla="*/ 1304820 w 1723042"/>
              <a:gd name="csY7572" fmla="*/ 1114920 h 1114920"/>
              <a:gd name="csX7573" fmla="*/ 1304989 w 1723042"/>
              <a:gd name="csY7573" fmla="*/ 1114920 h 1114920"/>
              <a:gd name="csX7574" fmla="*/ 1305167 w 1723042"/>
              <a:gd name="csY7574" fmla="*/ 1114920 h 1114920"/>
              <a:gd name="csX7575" fmla="*/ 1305336 w 1723042"/>
              <a:gd name="csY7575" fmla="*/ 1114920 h 1114920"/>
              <a:gd name="csX7576" fmla="*/ 1305505 w 1723042"/>
              <a:gd name="csY7576" fmla="*/ 1114920 h 1114920"/>
              <a:gd name="csX7577" fmla="*/ 1305683 w 1723042"/>
              <a:gd name="csY7577" fmla="*/ 1114920 h 1114920"/>
              <a:gd name="csX7578" fmla="*/ 1305852 w 1723042"/>
              <a:gd name="csY7578" fmla="*/ 1114920 h 1114920"/>
              <a:gd name="csX7579" fmla="*/ 1306030 w 1723042"/>
              <a:gd name="csY7579" fmla="*/ 1114920 h 1114920"/>
              <a:gd name="csX7580" fmla="*/ 1306199 w 1723042"/>
              <a:gd name="csY7580" fmla="*/ 1114920 h 1114920"/>
              <a:gd name="csX7581" fmla="*/ 1306368 w 1723042"/>
              <a:gd name="csY7581" fmla="*/ 1114920 h 1114920"/>
              <a:gd name="csX7582" fmla="*/ 1306546 w 1723042"/>
              <a:gd name="csY7582" fmla="*/ 1114920 h 1114920"/>
              <a:gd name="csX7583" fmla="*/ 1306715 w 1723042"/>
              <a:gd name="csY7583" fmla="*/ 1114920 h 1114920"/>
              <a:gd name="csX7584" fmla="*/ 1306884 w 1723042"/>
              <a:gd name="csY7584" fmla="*/ 1114920 h 1114920"/>
              <a:gd name="csX7585" fmla="*/ 1307062 w 1723042"/>
              <a:gd name="csY7585" fmla="*/ 1114920 h 1114920"/>
              <a:gd name="csX7586" fmla="*/ 1307231 w 1723042"/>
              <a:gd name="csY7586" fmla="*/ 1114920 h 1114920"/>
              <a:gd name="csX7587" fmla="*/ 1307409 w 1723042"/>
              <a:gd name="csY7587" fmla="*/ 1114920 h 1114920"/>
              <a:gd name="csX7588" fmla="*/ 1307578 w 1723042"/>
              <a:gd name="csY7588" fmla="*/ 1114920 h 1114920"/>
              <a:gd name="csX7589" fmla="*/ 1307747 w 1723042"/>
              <a:gd name="csY7589" fmla="*/ 1114920 h 1114920"/>
              <a:gd name="csX7590" fmla="*/ 1307925 w 1723042"/>
              <a:gd name="csY7590" fmla="*/ 1114920 h 1114920"/>
              <a:gd name="csX7591" fmla="*/ 1308094 w 1723042"/>
              <a:gd name="csY7591" fmla="*/ 1114920 h 1114920"/>
              <a:gd name="csX7592" fmla="*/ 1308263 w 1723042"/>
              <a:gd name="csY7592" fmla="*/ 1114920 h 1114920"/>
              <a:gd name="csX7593" fmla="*/ 1308441 w 1723042"/>
              <a:gd name="csY7593" fmla="*/ 1114920 h 1114920"/>
              <a:gd name="csX7594" fmla="*/ 1308610 w 1723042"/>
              <a:gd name="csY7594" fmla="*/ 1114920 h 1114920"/>
              <a:gd name="csX7595" fmla="*/ 1308779 w 1723042"/>
              <a:gd name="csY7595" fmla="*/ 1114920 h 1114920"/>
              <a:gd name="csX7596" fmla="*/ 1308957 w 1723042"/>
              <a:gd name="csY7596" fmla="*/ 1114920 h 1114920"/>
              <a:gd name="csX7597" fmla="*/ 1309126 w 1723042"/>
              <a:gd name="csY7597" fmla="*/ 1114920 h 1114920"/>
              <a:gd name="csX7598" fmla="*/ 1309304 w 1723042"/>
              <a:gd name="csY7598" fmla="*/ 1114920 h 1114920"/>
              <a:gd name="csX7599" fmla="*/ 1309473 w 1723042"/>
              <a:gd name="csY7599" fmla="*/ 1114920 h 1114920"/>
              <a:gd name="csX7600" fmla="*/ 1309642 w 1723042"/>
              <a:gd name="csY7600" fmla="*/ 1114920 h 1114920"/>
              <a:gd name="csX7601" fmla="*/ 1309820 w 1723042"/>
              <a:gd name="csY7601" fmla="*/ 1114920 h 1114920"/>
              <a:gd name="csX7602" fmla="*/ 1309989 w 1723042"/>
              <a:gd name="csY7602" fmla="*/ 1114920 h 1114920"/>
              <a:gd name="csX7603" fmla="*/ 1310158 w 1723042"/>
              <a:gd name="csY7603" fmla="*/ 1114920 h 1114920"/>
              <a:gd name="csX7604" fmla="*/ 1310336 w 1723042"/>
              <a:gd name="csY7604" fmla="*/ 1114920 h 1114920"/>
              <a:gd name="csX7605" fmla="*/ 1310505 w 1723042"/>
              <a:gd name="csY7605" fmla="*/ 1114920 h 1114920"/>
              <a:gd name="csX7606" fmla="*/ 1310683 w 1723042"/>
              <a:gd name="csY7606" fmla="*/ 1114920 h 1114920"/>
              <a:gd name="csX7607" fmla="*/ 1310852 w 1723042"/>
              <a:gd name="csY7607" fmla="*/ 1114920 h 1114920"/>
              <a:gd name="csX7608" fmla="*/ 1311021 w 1723042"/>
              <a:gd name="csY7608" fmla="*/ 1114920 h 1114920"/>
              <a:gd name="csX7609" fmla="*/ 1311199 w 1723042"/>
              <a:gd name="csY7609" fmla="*/ 1114920 h 1114920"/>
              <a:gd name="csX7610" fmla="*/ 1311368 w 1723042"/>
              <a:gd name="csY7610" fmla="*/ 1114920 h 1114920"/>
              <a:gd name="csX7611" fmla="*/ 1311537 w 1723042"/>
              <a:gd name="csY7611" fmla="*/ 1114920 h 1114920"/>
              <a:gd name="csX7612" fmla="*/ 1311715 w 1723042"/>
              <a:gd name="csY7612" fmla="*/ 1114920 h 1114920"/>
              <a:gd name="csX7613" fmla="*/ 1311884 w 1723042"/>
              <a:gd name="csY7613" fmla="*/ 1114920 h 1114920"/>
              <a:gd name="csX7614" fmla="*/ 1312053 w 1723042"/>
              <a:gd name="csY7614" fmla="*/ 1114920 h 1114920"/>
              <a:gd name="csX7615" fmla="*/ 1312231 w 1723042"/>
              <a:gd name="csY7615" fmla="*/ 1114920 h 1114920"/>
              <a:gd name="csX7616" fmla="*/ 1312400 w 1723042"/>
              <a:gd name="csY7616" fmla="*/ 1114920 h 1114920"/>
              <a:gd name="csX7617" fmla="*/ 1312578 w 1723042"/>
              <a:gd name="csY7617" fmla="*/ 1114920 h 1114920"/>
              <a:gd name="csX7618" fmla="*/ 1312747 w 1723042"/>
              <a:gd name="csY7618" fmla="*/ 1114920 h 1114920"/>
              <a:gd name="csX7619" fmla="*/ 1312916 w 1723042"/>
              <a:gd name="csY7619" fmla="*/ 1114920 h 1114920"/>
              <a:gd name="csX7620" fmla="*/ 1313094 w 1723042"/>
              <a:gd name="csY7620" fmla="*/ 1114920 h 1114920"/>
              <a:gd name="csX7621" fmla="*/ 1313263 w 1723042"/>
              <a:gd name="csY7621" fmla="*/ 1114920 h 1114920"/>
              <a:gd name="csX7622" fmla="*/ 1313432 w 1723042"/>
              <a:gd name="csY7622" fmla="*/ 1114920 h 1114920"/>
              <a:gd name="csX7623" fmla="*/ 1313610 w 1723042"/>
              <a:gd name="csY7623" fmla="*/ 1114920 h 1114920"/>
              <a:gd name="csX7624" fmla="*/ 1313779 w 1723042"/>
              <a:gd name="csY7624" fmla="*/ 1114920 h 1114920"/>
              <a:gd name="csX7625" fmla="*/ 1313957 w 1723042"/>
              <a:gd name="csY7625" fmla="*/ 1114920 h 1114920"/>
              <a:gd name="csX7626" fmla="*/ 1314126 w 1723042"/>
              <a:gd name="csY7626" fmla="*/ 1114920 h 1114920"/>
              <a:gd name="csX7627" fmla="*/ 1314295 w 1723042"/>
              <a:gd name="csY7627" fmla="*/ 1114920 h 1114920"/>
              <a:gd name="csX7628" fmla="*/ 1314473 w 1723042"/>
              <a:gd name="csY7628" fmla="*/ 1114920 h 1114920"/>
              <a:gd name="csX7629" fmla="*/ 1314642 w 1723042"/>
              <a:gd name="csY7629" fmla="*/ 1114920 h 1114920"/>
              <a:gd name="csX7630" fmla="*/ 1314811 w 1723042"/>
              <a:gd name="csY7630" fmla="*/ 1114920 h 1114920"/>
              <a:gd name="csX7631" fmla="*/ 1314989 w 1723042"/>
              <a:gd name="csY7631" fmla="*/ 1114920 h 1114920"/>
              <a:gd name="csX7632" fmla="*/ 1315158 w 1723042"/>
              <a:gd name="csY7632" fmla="*/ 1114920 h 1114920"/>
              <a:gd name="csX7633" fmla="*/ 1315336 w 1723042"/>
              <a:gd name="csY7633" fmla="*/ 1114920 h 1114920"/>
              <a:gd name="csX7634" fmla="*/ 1315505 w 1723042"/>
              <a:gd name="csY7634" fmla="*/ 1114920 h 1114920"/>
              <a:gd name="csX7635" fmla="*/ 1315674 w 1723042"/>
              <a:gd name="csY7635" fmla="*/ 1114920 h 1114920"/>
              <a:gd name="csX7636" fmla="*/ 1315852 w 1723042"/>
              <a:gd name="csY7636" fmla="*/ 1114920 h 1114920"/>
              <a:gd name="csX7637" fmla="*/ 1316021 w 1723042"/>
              <a:gd name="csY7637" fmla="*/ 1114920 h 1114920"/>
              <a:gd name="csX7638" fmla="*/ 1316190 w 1723042"/>
              <a:gd name="csY7638" fmla="*/ 1114920 h 1114920"/>
              <a:gd name="csX7639" fmla="*/ 1316368 w 1723042"/>
              <a:gd name="csY7639" fmla="*/ 1114920 h 1114920"/>
              <a:gd name="csX7640" fmla="*/ 1316537 w 1723042"/>
              <a:gd name="csY7640" fmla="*/ 1114920 h 1114920"/>
              <a:gd name="csX7641" fmla="*/ 1316706 w 1723042"/>
              <a:gd name="csY7641" fmla="*/ 1114920 h 1114920"/>
              <a:gd name="csX7642" fmla="*/ 1316884 w 1723042"/>
              <a:gd name="csY7642" fmla="*/ 1114920 h 1114920"/>
              <a:gd name="csX7643" fmla="*/ 1317053 w 1723042"/>
              <a:gd name="csY7643" fmla="*/ 1114920 h 1114920"/>
              <a:gd name="csX7644" fmla="*/ 1317231 w 1723042"/>
              <a:gd name="csY7644" fmla="*/ 1114920 h 1114920"/>
              <a:gd name="csX7645" fmla="*/ 1317400 w 1723042"/>
              <a:gd name="csY7645" fmla="*/ 1114920 h 1114920"/>
              <a:gd name="csX7646" fmla="*/ 1317569 w 1723042"/>
              <a:gd name="csY7646" fmla="*/ 1114920 h 1114920"/>
              <a:gd name="csX7647" fmla="*/ 1317747 w 1723042"/>
              <a:gd name="csY7647" fmla="*/ 1114920 h 1114920"/>
              <a:gd name="csX7648" fmla="*/ 1317916 w 1723042"/>
              <a:gd name="csY7648" fmla="*/ 1114920 h 1114920"/>
              <a:gd name="csX7649" fmla="*/ 1318085 w 1723042"/>
              <a:gd name="csY7649" fmla="*/ 1114920 h 1114920"/>
              <a:gd name="csX7650" fmla="*/ 1318263 w 1723042"/>
              <a:gd name="csY7650" fmla="*/ 1114920 h 1114920"/>
              <a:gd name="csX7651" fmla="*/ 1318432 w 1723042"/>
              <a:gd name="csY7651" fmla="*/ 1114920 h 1114920"/>
              <a:gd name="csX7652" fmla="*/ 1318610 w 1723042"/>
              <a:gd name="csY7652" fmla="*/ 1114920 h 1114920"/>
              <a:gd name="csX7653" fmla="*/ 1318779 w 1723042"/>
              <a:gd name="csY7653" fmla="*/ 1114920 h 1114920"/>
              <a:gd name="csX7654" fmla="*/ 1318948 w 1723042"/>
              <a:gd name="csY7654" fmla="*/ 1114920 h 1114920"/>
              <a:gd name="csX7655" fmla="*/ 1319126 w 1723042"/>
              <a:gd name="csY7655" fmla="*/ 1114920 h 1114920"/>
              <a:gd name="csX7656" fmla="*/ 1319295 w 1723042"/>
              <a:gd name="csY7656" fmla="*/ 1114920 h 1114920"/>
              <a:gd name="csX7657" fmla="*/ 1319464 w 1723042"/>
              <a:gd name="csY7657" fmla="*/ 1114920 h 1114920"/>
              <a:gd name="csX7658" fmla="*/ 1319642 w 1723042"/>
              <a:gd name="csY7658" fmla="*/ 1114920 h 1114920"/>
              <a:gd name="csX7659" fmla="*/ 1319811 w 1723042"/>
              <a:gd name="csY7659" fmla="*/ 1114920 h 1114920"/>
              <a:gd name="csX7660" fmla="*/ 1319980 w 1723042"/>
              <a:gd name="csY7660" fmla="*/ 1114920 h 1114920"/>
              <a:gd name="csX7661" fmla="*/ 1320158 w 1723042"/>
              <a:gd name="csY7661" fmla="*/ 1114920 h 1114920"/>
              <a:gd name="csX7662" fmla="*/ 1320327 w 1723042"/>
              <a:gd name="csY7662" fmla="*/ 1114920 h 1114920"/>
              <a:gd name="csX7663" fmla="*/ 1320505 w 1723042"/>
              <a:gd name="csY7663" fmla="*/ 1114920 h 1114920"/>
              <a:gd name="csX7664" fmla="*/ 1320674 w 1723042"/>
              <a:gd name="csY7664" fmla="*/ 1114920 h 1114920"/>
              <a:gd name="csX7665" fmla="*/ 1320843 w 1723042"/>
              <a:gd name="csY7665" fmla="*/ 1114920 h 1114920"/>
              <a:gd name="csX7666" fmla="*/ 1321021 w 1723042"/>
              <a:gd name="csY7666" fmla="*/ 1114920 h 1114920"/>
              <a:gd name="csX7667" fmla="*/ 1321190 w 1723042"/>
              <a:gd name="csY7667" fmla="*/ 1114920 h 1114920"/>
              <a:gd name="csX7668" fmla="*/ 1321359 w 1723042"/>
              <a:gd name="csY7668" fmla="*/ 1114920 h 1114920"/>
              <a:gd name="csX7669" fmla="*/ 1321537 w 1723042"/>
              <a:gd name="csY7669" fmla="*/ 1114920 h 1114920"/>
              <a:gd name="csX7670" fmla="*/ 1321706 w 1723042"/>
              <a:gd name="csY7670" fmla="*/ 1114920 h 1114920"/>
              <a:gd name="csX7671" fmla="*/ 1321884 w 1723042"/>
              <a:gd name="csY7671" fmla="*/ 1114920 h 1114920"/>
              <a:gd name="csX7672" fmla="*/ 1322053 w 1723042"/>
              <a:gd name="csY7672" fmla="*/ 1114920 h 1114920"/>
              <a:gd name="csX7673" fmla="*/ 1322222 w 1723042"/>
              <a:gd name="csY7673" fmla="*/ 1114920 h 1114920"/>
              <a:gd name="csX7674" fmla="*/ 1322400 w 1723042"/>
              <a:gd name="csY7674" fmla="*/ 1114920 h 1114920"/>
              <a:gd name="csX7675" fmla="*/ 1322569 w 1723042"/>
              <a:gd name="csY7675" fmla="*/ 1114920 h 1114920"/>
              <a:gd name="csX7676" fmla="*/ 1322738 w 1723042"/>
              <a:gd name="csY7676" fmla="*/ 1114920 h 1114920"/>
              <a:gd name="csX7677" fmla="*/ 1322916 w 1723042"/>
              <a:gd name="csY7677" fmla="*/ 1114920 h 1114920"/>
              <a:gd name="csX7678" fmla="*/ 1323085 w 1723042"/>
              <a:gd name="csY7678" fmla="*/ 1114920 h 1114920"/>
              <a:gd name="csX7679" fmla="*/ 1323263 w 1723042"/>
              <a:gd name="csY7679" fmla="*/ 1114920 h 1114920"/>
              <a:gd name="csX7680" fmla="*/ 1323431 w 1723042"/>
              <a:gd name="csY7680" fmla="*/ 1114920 h 1114920"/>
              <a:gd name="csX7681" fmla="*/ 1323601 w 1723042"/>
              <a:gd name="csY7681" fmla="*/ 1114920 h 1114920"/>
              <a:gd name="csX7682" fmla="*/ 1323778 w 1723042"/>
              <a:gd name="csY7682" fmla="*/ 1114920 h 1114920"/>
              <a:gd name="csX7683" fmla="*/ 1323948 w 1723042"/>
              <a:gd name="csY7683" fmla="*/ 1114920 h 1114920"/>
              <a:gd name="csX7684" fmla="*/ 1324117 w 1723042"/>
              <a:gd name="csY7684" fmla="*/ 1114920 h 1114920"/>
              <a:gd name="csX7685" fmla="*/ 1324294 w 1723042"/>
              <a:gd name="csY7685" fmla="*/ 1114920 h 1114920"/>
              <a:gd name="csX7686" fmla="*/ 1324464 w 1723042"/>
              <a:gd name="csY7686" fmla="*/ 1114920 h 1114920"/>
              <a:gd name="csX7687" fmla="*/ 1324632 w 1723042"/>
              <a:gd name="csY7687" fmla="*/ 1114920 h 1114920"/>
              <a:gd name="csX7688" fmla="*/ 1324810 w 1723042"/>
              <a:gd name="csY7688" fmla="*/ 1114920 h 1114920"/>
              <a:gd name="csX7689" fmla="*/ 1324979 w 1723042"/>
              <a:gd name="csY7689" fmla="*/ 1114920 h 1114920"/>
              <a:gd name="csX7690" fmla="*/ 1325157 w 1723042"/>
              <a:gd name="csY7690" fmla="*/ 1114920 h 1114920"/>
              <a:gd name="csX7691" fmla="*/ 1325326 w 1723042"/>
              <a:gd name="csY7691" fmla="*/ 1114920 h 1114920"/>
              <a:gd name="csX7692" fmla="*/ 1325496 w 1723042"/>
              <a:gd name="csY7692" fmla="*/ 1114920 h 1114920"/>
              <a:gd name="csX7693" fmla="*/ 1325673 w 1723042"/>
              <a:gd name="csY7693" fmla="*/ 1114920 h 1114920"/>
              <a:gd name="csX7694" fmla="*/ 1325843 w 1723042"/>
              <a:gd name="csY7694" fmla="*/ 1114920 h 1114920"/>
              <a:gd name="csX7695" fmla="*/ 1326011 w 1723042"/>
              <a:gd name="csY7695" fmla="*/ 1114920 h 1114920"/>
              <a:gd name="csX7696" fmla="*/ 1326189 w 1723042"/>
              <a:gd name="csY7696" fmla="*/ 1114920 h 1114920"/>
              <a:gd name="csX7697" fmla="*/ 1326358 w 1723042"/>
              <a:gd name="csY7697" fmla="*/ 1114920 h 1114920"/>
              <a:gd name="csX7698" fmla="*/ 1326536 w 1723042"/>
              <a:gd name="csY7698" fmla="*/ 1114920 h 1114920"/>
              <a:gd name="csX7699" fmla="*/ 1326705 w 1723042"/>
              <a:gd name="csY7699" fmla="*/ 1114920 h 1114920"/>
              <a:gd name="csX7700" fmla="*/ 1326874 w 1723042"/>
              <a:gd name="csY7700" fmla="*/ 1114920 h 1114920"/>
              <a:gd name="csX7701" fmla="*/ 1327052 w 1723042"/>
              <a:gd name="csY7701" fmla="*/ 1114920 h 1114920"/>
              <a:gd name="csX7702" fmla="*/ 1327221 w 1723042"/>
              <a:gd name="csY7702" fmla="*/ 1114920 h 1114920"/>
              <a:gd name="csX7703" fmla="*/ 1327390 w 1723042"/>
              <a:gd name="csY7703" fmla="*/ 1114920 h 1114920"/>
              <a:gd name="csX7704" fmla="*/ 1327568 w 1723042"/>
              <a:gd name="csY7704" fmla="*/ 1114920 h 1114920"/>
              <a:gd name="csX7705" fmla="*/ 1327737 w 1723042"/>
              <a:gd name="csY7705" fmla="*/ 1114920 h 1114920"/>
              <a:gd name="csX7706" fmla="*/ 1327915 w 1723042"/>
              <a:gd name="csY7706" fmla="*/ 1114920 h 1114920"/>
              <a:gd name="csX7707" fmla="*/ 1328084 w 1723042"/>
              <a:gd name="csY7707" fmla="*/ 1114920 h 1114920"/>
              <a:gd name="csX7708" fmla="*/ 1328253 w 1723042"/>
              <a:gd name="csY7708" fmla="*/ 1114920 h 1114920"/>
              <a:gd name="csX7709" fmla="*/ 1328431 w 1723042"/>
              <a:gd name="csY7709" fmla="*/ 1114920 h 1114920"/>
              <a:gd name="csX7710" fmla="*/ 1328600 w 1723042"/>
              <a:gd name="csY7710" fmla="*/ 1114920 h 1114920"/>
              <a:gd name="csX7711" fmla="*/ 1328769 w 1723042"/>
              <a:gd name="csY7711" fmla="*/ 1114920 h 1114920"/>
              <a:gd name="csX7712" fmla="*/ 1328947 w 1723042"/>
              <a:gd name="csY7712" fmla="*/ 1114920 h 1114920"/>
              <a:gd name="csX7713" fmla="*/ 1329116 w 1723042"/>
              <a:gd name="csY7713" fmla="*/ 1114920 h 1114920"/>
              <a:gd name="csX7714" fmla="*/ 1329285 w 1723042"/>
              <a:gd name="csY7714" fmla="*/ 1114920 h 1114920"/>
              <a:gd name="csX7715" fmla="*/ 1329463 w 1723042"/>
              <a:gd name="csY7715" fmla="*/ 1114920 h 1114920"/>
              <a:gd name="csX7716" fmla="*/ 1329632 w 1723042"/>
              <a:gd name="csY7716" fmla="*/ 1114920 h 1114920"/>
              <a:gd name="csX7717" fmla="*/ 1329810 w 1723042"/>
              <a:gd name="csY7717" fmla="*/ 1114920 h 1114920"/>
              <a:gd name="csX7718" fmla="*/ 1329979 w 1723042"/>
              <a:gd name="csY7718" fmla="*/ 1114920 h 1114920"/>
              <a:gd name="csX7719" fmla="*/ 1330148 w 1723042"/>
              <a:gd name="csY7719" fmla="*/ 1114920 h 1114920"/>
              <a:gd name="csX7720" fmla="*/ 1330326 w 1723042"/>
              <a:gd name="csY7720" fmla="*/ 1114920 h 1114920"/>
              <a:gd name="csX7721" fmla="*/ 1330495 w 1723042"/>
              <a:gd name="csY7721" fmla="*/ 1114920 h 1114920"/>
              <a:gd name="csX7722" fmla="*/ 1330664 w 1723042"/>
              <a:gd name="csY7722" fmla="*/ 1114920 h 1114920"/>
              <a:gd name="csX7723" fmla="*/ 1330842 w 1723042"/>
              <a:gd name="csY7723" fmla="*/ 1114920 h 1114920"/>
              <a:gd name="csX7724" fmla="*/ 1331011 w 1723042"/>
              <a:gd name="csY7724" fmla="*/ 1114920 h 1114920"/>
              <a:gd name="csX7725" fmla="*/ 1331189 w 1723042"/>
              <a:gd name="csY7725" fmla="*/ 1114920 h 1114920"/>
              <a:gd name="csX7726" fmla="*/ 1331358 w 1723042"/>
              <a:gd name="csY7726" fmla="*/ 1114920 h 1114920"/>
              <a:gd name="csX7727" fmla="*/ 1331527 w 1723042"/>
              <a:gd name="csY7727" fmla="*/ 1114920 h 1114920"/>
              <a:gd name="csX7728" fmla="*/ 1331705 w 1723042"/>
              <a:gd name="csY7728" fmla="*/ 1114920 h 1114920"/>
              <a:gd name="csX7729" fmla="*/ 1331874 w 1723042"/>
              <a:gd name="csY7729" fmla="*/ 1114920 h 1114920"/>
              <a:gd name="csX7730" fmla="*/ 1332043 w 1723042"/>
              <a:gd name="csY7730" fmla="*/ 1114920 h 1114920"/>
              <a:gd name="csX7731" fmla="*/ 1332221 w 1723042"/>
              <a:gd name="csY7731" fmla="*/ 1114920 h 1114920"/>
              <a:gd name="csX7732" fmla="*/ 1332390 w 1723042"/>
              <a:gd name="csY7732" fmla="*/ 1114920 h 1114920"/>
              <a:gd name="csX7733" fmla="*/ 1332559 w 1723042"/>
              <a:gd name="csY7733" fmla="*/ 1114920 h 1114920"/>
              <a:gd name="csX7734" fmla="*/ 1332737 w 1723042"/>
              <a:gd name="csY7734" fmla="*/ 1114920 h 1114920"/>
              <a:gd name="csX7735" fmla="*/ 1332906 w 1723042"/>
              <a:gd name="csY7735" fmla="*/ 1114920 h 1114920"/>
              <a:gd name="csX7736" fmla="*/ 1333084 w 1723042"/>
              <a:gd name="csY7736" fmla="*/ 1114920 h 1114920"/>
              <a:gd name="csX7737" fmla="*/ 1333253 w 1723042"/>
              <a:gd name="csY7737" fmla="*/ 1114920 h 1114920"/>
              <a:gd name="csX7738" fmla="*/ 1333422 w 1723042"/>
              <a:gd name="csY7738" fmla="*/ 1114920 h 1114920"/>
              <a:gd name="csX7739" fmla="*/ 1333600 w 1723042"/>
              <a:gd name="csY7739" fmla="*/ 1114920 h 1114920"/>
              <a:gd name="csX7740" fmla="*/ 1333769 w 1723042"/>
              <a:gd name="csY7740" fmla="*/ 1114920 h 1114920"/>
              <a:gd name="csX7741" fmla="*/ 1333938 w 1723042"/>
              <a:gd name="csY7741" fmla="*/ 1114920 h 1114920"/>
              <a:gd name="csX7742" fmla="*/ 1334116 w 1723042"/>
              <a:gd name="csY7742" fmla="*/ 1114920 h 1114920"/>
              <a:gd name="csX7743" fmla="*/ 1334285 w 1723042"/>
              <a:gd name="csY7743" fmla="*/ 1114920 h 1114920"/>
              <a:gd name="csX7744" fmla="*/ 1334463 w 1723042"/>
              <a:gd name="csY7744" fmla="*/ 1114920 h 1114920"/>
              <a:gd name="csX7745" fmla="*/ 1334632 w 1723042"/>
              <a:gd name="csY7745" fmla="*/ 1114920 h 1114920"/>
              <a:gd name="csX7746" fmla="*/ 1334801 w 1723042"/>
              <a:gd name="csY7746" fmla="*/ 1114920 h 1114920"/>
              <a:gd name="csX7747" fmla="*/ 1334979 w 1723042"/>
              <a:gd name="csY7747" fmla="*/ 1114920 h 1114920"/>
              <a:gd name="csX7748" fmla="*/ 1335148 w 1723042"/>
              <a:gd name="csY7748" fmla="*/ 1114920 h 1114920"/>
              <a:gd name="csX7749" fmla="*/ 1335317 w 1723042"/>
              <a:gd name="csY7749" fmla="*/ 1114920 h 1114920"/>
              <a:gd name="csX7750" fmla="*/ 1335495 w 1723042"/>
              <a:gd name="csY7750" fmla="*/ 1114920 h 1114920"/>
              <a:gd name="csX7751" fmla="*/ 1335664 w 1723042"/>
              <a:gd name="csY7751" fmla="*/ 1114920 h 1114920"/>
              <a:gd name="csX7752" fmla="*/ 1335842 w 1723042"/>
              <a:gd name="csY7752" fmla="*/ 1114920 h 1114920"/>
              <a:gd name="csX7753" fmla="*/ 1336011 w 1723042"/>
              <a:gd name="csY7753" fmla="*/ 1114920 h 1114920"/>
              <a:gd name="csX7754" fmla="*/ 1336180 w 1723042"/>
              <a:gd name="csY7754" fmla="*/ 1114920 h 1114920"/>
              <a:gd name="csX7755" fmla="*/ 1336358 w 1723042"/>
              <a:gd name="csY7755" fmla="*/ 1114920 h 1114920"/>
              <a:gd name="csX7756" fmla="*/ 1336527 w 1723042"/>
              <a:gd name="csY7756" fmla="*/ 1114920 h 1114920"/>
              <a:gd name="csX7757" fmla="*/ 1336696 w 1723042"/>
              <a:gd name="csY7757" fmla="*/ 1114920 h 1114920"/>
              <a:gd name="csX7758" fmla="*/ 1336874 w 1723042"/>
              <a:gd name="csY7758" fmla="*/ 1114920 h 1114920"/>
              <a:gd name="csX7759" fmla="*/ 1337043 w 1723042"/>
              <a:gd name="csY7759" fmla="*/ 1114920 h 1114920"/>
              <a:gd name="csX7760" fmla="*/ 1337212 w 1723042"/>
              <a:gd name="csY7760" fmla="*/ 1114920 h 1114920"/>
              <a:gd name="csX7761" fmla="*/ 1337390 w 1723042"/>
              <a:gd name="csY7761" fmla="*/ 1114920 h 1114920"/>
              <a:gd name="csX7762" fmla="*/ 1337559 w 1723042"/>
              <a:gd name="csY7762" fmla="*/ 1114920 h 1114920"/>
              <a:gd name="csX7763" fmla="*/ 1337737 w 1723042"/>
              <a:gd name="csY7763" fmla="*/ 1114920 h 1114920"/>
              <a:gd name="csX7764" fmla="*/ 1337906 w 1723042"/>
              <a:gd name="csY7764" fmla="*/ 1114920 h 1114920"/>
              <a:gd name="csX7765" fmla="*/ 1338075 w 1723042"/>
              <a:gd name="csY7765" fmla="*/ 1114920 h 1114920"/>
              <a:gd name="csX7766" fmla="*/ 1338253 w 1723042"/>
              <a:gd name="csY7766" fmla="*/ 1114920 h 1114920"/>
              <a:gd name="csX7767" fmla="*/ 1338422 w 1723042"/>
              <a:gd name="csY7767" fmla="*/ 1114920 h 1114920"/>
              <a:gd name="csX7768" fmla="*/ 1338591 w 1723042"/>
              <a:gd name="csY7768" fmla="*/ 1114920 h 1114920"/>
              <a:gd name="csX7769" fmla="*/ 1338769 w 1723042"/>
              <a:gd name="csY7769" fmla="*/ 1114920 h 1114920"/>
              <a:gd name="csX7770" fmla="*/ 1338938 w 1723042"/>
              <a:gd name="csY7770" fmla="*/ 1114920 h 1114920"/>
              <a:gd name="csX7771" fmla="*/ 1339116 w 1723042"/>
              <a:gd name="csY7771" fmla="*/ 1114920 h 1114920"/>
              <a:gd name="csX7772" fmla="*/ 1339285 w 1723042"/>
              <a:gd name="csY7772" fmla="*/ 1114920 h 1114920"/>
              <a:gd name="csX7773" fmla="*/ 1339454 w 1723042"/>
              <a:gd name="csY7773" fmla="*/ 1114920 h 1114920"/>
              <a:gd name="csX7774" fmla="*/ 1339632 w 1723042"/>
              <a:gd name="csY7774" fmla="*/ 1114920 h 1114920"/>
              <a:gd name="csX7775" fmla="*/ 1339801 w 1723042"/>
              <a:gd name="csY7775" fmla="*/ 1114920 h 1114920"/>
              <a:gd name="csX7776" fmla="*/ 1339970 w 1723042"/>
              <a:gd name="csY7776" fmla="*/ 1114920 h 1114920"/>
              <a:gd name="csX7777" fmla="*/ 1340148 w 1723042"/>
              <a:gd name="csY7777" fmla="*/ 1114920 h 1114920"/>
              <a:gd name="csX7778" fmla="*/ 1340317 w 1723042"/>
              <a:gd name="csY7778" fmla="*/ 1114920 h 1114920"/>
              <a:gd name="csX7779" fmla="*/ 1340486 w 1723042"/>
              <a:gd name="csY7779" fmla="*/ 1114920 h 1114920"/>
              <a:gd name="csX7780" fmla="*/ 1340664 w 1723042"/>
              <a:gd name="csY7780" fmla="*/ 1114920 h 1114920"/>
              <a:gd name="csX7781" fmla="*/ 1340833 w 1723042"/>
              <a:gd name="csY7781" fmla="*/ 1114920 h 1114920"/>
              <a:gd name="csX7782" fmla="*/ 1341011 w 1723042"/>
              <a:gd name="csY7782" fmla="*/ 1114920 h 1114920"/>
              <a:gd name="csX7783" fmla="*/ 1341180 w 1723042"/>
              <a:gd name="csY7783" fmla="*/ 1114920 h 1114920"/>
              <a:gd name="csX7784" fmla="*/ 1341349 w 1723042"/>
              <a:gd name="csY7784" fmla="*/ 1114920 h 1114920"/>
              <a:gd name="csX7785" fmla="*/ 1341527 w 1723042"/>
              <a:gd name="csY7785" fmla="*/ 1114920 h 1114920"/>
              <a:gd name="csX7786" fmla="*/ 1341696 w 1723042"/>
              <a:gd name="csY7786" fmla="*/ 1114920 h 1114920"/>
              <a:gd name="csX7787" fmla="*/ 1341865 w 1723042"/>
              <a:gd name="csY7787" fmla="*/ 1114920 h 1114920"/>
              <a:gd name="csX7788" fmla="*/ 1342043 w 1723042"/>
              <a:gd name="csY7788" fmla="*/ 1114920 h 1114920"/>
              <a:gd name="csX7789" fmla="*/ 1342212 w 1723042"/>
              <a:gd name="csY7789" fmla="*/ 1114920 h 1114920"/>
              <a:gd name="csX7790" fmla="*/ 1342390 w 1723042"/>
              <a:gd name="csY7790" fmla="*/ 1114920 h 1114920"/>
              <a:gd name="csX7791" fmla="*/ 1342559 w 1723042"/>
              <a:gd name="csY7791" fmla="*/ 1114920 h 1114920"/>
              <a:gd name="csX7792" fmla="*/ 1342728 w 1723042"/>
              <a:gd name="csY7792" fmla="*/ 1114920 h 1114920"/>
              <a:gd name="csX7793" fmla="*/ 1342906 w 1723042"/>
              <a:gd name="csY7793" fmla="*/ 1114920 h 1114920"/>
              <a:gd name="csX7794" fmla="*/ 1343075 w 1723042"/>
              <a:gd name="csY7794" fmla="*/ 1114920 h 1114920"/>
              <a:gd name="csX7795" fmla="*/ 1343244 w 1723042"/>
              <a:gd name="csY7795" fmla="*/ 1114920 h 1114920"/>
              <a:gd name="csX7796" fmla="*/ 1343422 w 1723042"/>
              <a:gd name="csY7796" fmla="*/ 1114920 h 1114920"/>
              <a:gd name="csX7797" fmla="*/ 1343591 w 1723042"/>
              <a:gd name="csY7797" fmla="*/ 1114920 h 1114920"/>
              <a:gd name="csX7798" fmla="*/ 1343769 w 1723042"/>
              <a:gd name="csY7798" fmla="*/ 1114920 h 1114920"/>
              <a:gd name="csX7799" fmla="*/ 1343938 w 1723042"/>
              <a:gd name="csY7799" fmla="*/ 1114920 h 1114920"/>
              <a:gd name="csX7800" fmla="*/ 1344107 w 1723042"/>
              <a:gd name="csY7800" fmla="*/ 1114920 h 1114920"/>
              <a:gd name="csX7801" fmla="*/ 1344285 w 1723042"/>
              <a:gd name="csY7801" fmla="*/ 1114920 h 1114920"/>
              <a:gd name="csX7802" fmla="*/ 1344454 w 1723042"/>
              <a:gd name="csY7802" fmla="*/ 1114920 h 1114920"/>
              <a:gd name="csX7803" fmla="*/ 1344623 w 1723042"/>
              <a:gd name="csY7803" fmla="*/ 1114920 h 1114920"/>
              <a:gd name="csX7804" fmla="*/ 1344801 w 1723042"/>
              <a:gd name="csY7804" fmla="*/ 1114920 h 1114920"/>
              <a:gd name="csX7805" fmla="*/ 1344970 w 1723042"/>
              <a:gd name="csY7805" fmla="*/ 1114920 h 1114920"/>
              <a:gd name="csX7806" fmla="*/ 1345139 w 1723042"/>
              <a:gd name="csY7806" fmla="*/ 1114920 h 1114920"/>
              <a:gd name="csX7807" fmla="*/ 1345317 w 1723042"/>
              <a:gd name="csY7807" fmla="*/ 1114920 h 1114920"/>
              <a:gd name="csX7808" fmla="*/ 1345486 w 1723042"/>
              <a:gd name="csY7808" fmla="*/ 1114920 h 1114920"/>
              <a:gd name="csX7809" fmla="*/ 1345664 w 1723042"/>
              <a:gd name="csY7809" fmla="*/ 1114920 h 1114920"/>
              <a:gd name="csX7810" fmla="*/ 1345833 w 1723042"/>
              <a:gd name="csY7810" fmla="*/ 1114920 h 1114920"/>
              <a:gd name="csX7811" fmla="*/ 1346002 w 1723042"/>
              <a:gd name="csY7811" fmla="*/ 1114920 h 1114920"/>
              <a:gd name="csX7812" fmla="*/ 1346180 w 1723042"/>
              <a:gd name="csY7812" fmla="*/ 1114920 h 1114920"/>
              <a:gd name="csX7813" fmla="*/ 1346349 w 1723042"/>
              <a:gd name="csY7813" fmla="*/ 1114920 h 1114920"/>
              <a:gd name="csX7814" fmla="*/ 1346518 w 1723042"/>
              <a:gd name="csY7814" fmla="*/ 1114920 h 1114920"/>
              <a:gd name="csX7815" fmla="*/ 1346696 w 1723042"/>
              <a:gd name="csY7815" fmla="*/ 1114920 h 1114920"/>
              <a:gd name="csX7816" fmla="*/ 1346865 w 1723042"/>
              <a:gd name="csY7816" fmla="*/ 1114920 h 1114920"/>
              <a:gd name="csX7817" fmla="*/ 1347043 w 1723042"/>
              <a:gd name="csY7817" fmla="*/ 1114920 h 1114920"/>
              <a:gd name="csX7818" fmla="*/ 1347212 w 1723042"/>
              <a:gd name="csY7818" fmla="*/ 1114920 h 1114920"/>
              <a:gd name="csX7819" fmla="*/ 1347381 w 1723042"/>
              <a:gd name="csY7819" fmla="*/ 1114920 h 1114920"/>
              <a:gd name="csX7820" fmla="*/ 1347559 w 1723042"/>
              <a:gd name="csY7820" fmla="*/ 1114920 h 1114920"/>
              <a:gd name="csX7821" fmla="*/ 1347728 w 1723042"/>
              <a:gd name="csY7821" fmla="*/ 1114920 h 1114920"/>
              <a:gd name="csX7822" fmla="*/ 1347897 w 1723042"/>
              <a:gd name="csY7822" fmla="*/ 1114920 h 1114920"/>
              <a:gd name="csX7823" fmla="*/ 1348075 w 1723042"/>
              <a:gd name="csY7823" fmla="*/ 1114920 h 1114920"/>
              <a:gd name="csX7824" fmla="*/ 1348244 w 1723042"/>
              <a:gd name="csY7824" fmla="*/ 1114920 h 1114920"/>
              <a:gd name="csX7825" fmla="*/ 1348422 w 1723042"/>
              <a:gd name="csY7825" fmla="*/ 1114920 h 1114920"/>
              <a:gd name="csX7826" fmla="*/ 1348591 w 1723042"/>
              <a:gd name="csY7826" fmla="*/ 1114920 h 1114920"/>
              <a:gd name="csX7827" fmla="*/ 1348760 w 1723042"/>
              <a:gd name="csY7827" fmla="*/ 1114920 h 1114920"/>
              <a:gd name="csX7828" fmla="*/ 1348938 w 1723042"/>
              <a:gd name="csY7828" fmla="*/ 1114920 h 1114920"/>
              <a:gd name="csX7829" fmla="*/ 1349107 w 1723042"/>
              <a:gd name="csY7829" fmla="*/ 1114920 h 1114920"/>
              <a:gd name="csX7830" fmla="*/ 1349276 w 1723042"/>
              <a:gd name="csY7830" fmla="*/ 1114920 h 1114920"/>
              <a:gd name="csX7831" fmla="*/ 1349454 w 1723042"/>
              <a:gd name="csY7831" fmla="*/ 1114920 h 1114920"/>
              <a:gd name="csX7832" fmla="*/ 1349623 w 1723042"/>
              <a:gd name="csY7832" fmla="*/ 1114920 h 1114920"/>
              <a:gd name="csX7833" fmla="*/ 1349792 w 1723042"/>
              <a:gd name="csY7833" fmla="*/ 1114920 h 1114920"/>
              <a:gd name="csX7834" fmla="*/ 1349970 w 1723042"/>
              <a:gd name="csY7834" fmla="*/ 1114920 h 1114920"/>
              <a:gd name="csX7835" fmla="*/ 1350139 w 1723042"/>
              <a:gd name="csY7835" fmla="*/ 1114920 h 1114920"/>
              <a:gd name="csX7836" fmla="*/ 1350317 w 1723042"/>
              <a:gd name="csY7836" fmla="*/ 1114920 h 1114920"/>
              <a:gd name="csX7837" fmla="*/ 1350486 w 1723042"/>
              <a:gd name="csY7837" fmla="*/ 1114920 h 1114920"/>
              <a:gd name="csX7838" fmla="*/ 1350655 w 1723042"/>
              <a:gd name="csY7838" fmla="*/ 1114920 h 1114920"/>
              <a:gd name="csX7839" fmla="*/ 1350833 w 1723042"/>
              <a:gd name="csY7839" fmla="*/ 1114920 h 1114920"/>
              <a:gd name="csX7840" fmla="*/ 1351002 w 1723042"/>
              <a:gd name="csY7840" fmla="*/ 1114920 h 1114920"/>
              <a:gd name="csX7841" fmla="*/ 1351171 w 1723042"/>
              <a:gd name="csY7841" fmla="*/ 1114920 h 1114920"/>
              <a:gd name="csX7842" fmla="*/ 1351349 w 1723042"/>
              <a:gd name="csY7842" fmla="*/ 1114920 h 1114920"/>
              <a:gd name="csX7843" fmla="*/ 1351518 w 1723042"/>
              <a:gd name="csY7843" fmla="*/ 1114920 h 1114920"/>
              <a:gd name="csX7844" fmla="*/ 1351696 w 1723042"/>
              <a:gd name="csY7844" fmla="*/ 1114920 h 1114920"/>
              <a:gd name="csX7845" fmla="*/ 1351865 w 1723042"/>
              <a:gd name="csY7845" fmla="*/ 1114920 h 1114920"/>
              <a:gd name="csX7846" fmla="*/ 1352034 w 1723042"/>
              <a:gd name="csY7846" fmla="*/ 1114920 h 1114920"/>
              <a:gd name="csX7847" fmla="*/ 1352211 w 1723042"/>
              <a:gd name="csY7847" fmla="*/ 1114920 h 1114920"/>
              <a:gd name="csX7848" fmla="*/ 1352381 w 1723042"/>
              <a:gd name="csY7848" fmla="*/ 1114920 h 1114920"/>
              <a:gd name="csX7849" fmla="*/ 1352550 w 1723042"/>
              <a:gd name="csY7849" fmla="*/ 1114920 h 1114920"/>
              <a:gd name="csX7850" fmla="*/ 1352728 w 1723042"/>
              <a:gd name="csY7850" fmla="*/ 1114920 h 1114920"/>
              <a:gd name="csX7851" fmla="*/ 1352897 w 1723042"/>
              <a:gd name="csY7851" fmla="*/ 1114920 h 1114920"/>
              <a:gd name="csX7852" fmla="*/ 1353066 w 1723042"/>
              <a:gd name="csY7852" fmla="*/ 1114920 h 1114920"/>
              <a:gd name="csX7853" fmla="*/ 1353244 w 1723042"/>
              <a:gd name="csY7853" fmla="*/ 1114920 h 1114920"/>
              <a:gd name="csX7854" fmla="*/ 1353413 w 1723042"/>
              <a:gd name="csY7854" fmla="*/ 1114920 h 1114920"/>
              <a:gd name="csX7855" fmla="*/ 1353590 w 1723042"/>
              <a:gd name="csY7855" fmla="*/ 1114920 h 1114920"/>
              <a:gd name="csX7856" fmla="*/ 1353760 w 1723042"/>
              <a:gd name="csY7856" fmla="*/ 1114920 h 1114920"/>
              <a:gd name="csX7857" fmla="*/ 1353929 w 1723042"/>
              <a:gd name="csY7857" fmla="*/ 1114920 h 1114920"/>
              <a:gd name="csX7858" fmla="*/ 1354106 w 1723042"/>
              <a:gd name="csY7858" fmla="*/ 1114920 h 1114920"/>
              <a:gd name="csX7859" fmla="*/ 1354276 w 1723042"/>
              <a:gd name="csY7859" fmla="*/ 1114920 h 1114920"/>
              <a:gd name="csX7860" fmla="*/ 1354445 w 1723042"/>
              <a:gd name="csY7860" fmla="*/ 1114920 h 1114920"/>
              <a:gd name="csX7861" fmla="*/ 1354622 w 1723042"/>
              <a:gd name="csY7861" fmla="*/ 1114920 h 1114920"/>
              <a:gd name="csX7862" fmla="*/ 1354791 w 1723042"/>
              <a:gd name="csY7862" fmla="*/ 1114920 h 1114920"/>
              <a:gd name="csX7863" fmla="*/ 1354969 w 1723042"/>
              <a:gd name="csY7863" fmla="*/ 1114920 h 1114920"/>
              <a:gd name="csX7864" fmla="*/ 1355138 w 1723042"/>
              <a:gd name="csY7864" fmla="*/ 1114920 h 1114920"/>
              <a:gd name="csX7865" fmla="*/ 1355308 w 1723042"/>
              <a:gd name="csY7865" fmla="*/ 1114920 h 1114920"/>
              <a:gd name="csX7866" fmla="*/ 1355485 w 1723042"/>
              <a:gd name="csY7866" fmla="*/ 1114920 h 1114920"/>
              <a:gd name="csX7867" fmla="*/ 1355654 w 1723042"/>
              <a:gd name="csY7867" fmla="*/ 1114920 h 1114920"/>
              <a:gd name="csX7868" fmla="*/ 1355823 w 1723042"/>
              <a:gd name="csY7868" fmla="*/ 1114920 h 1114920"/>
              <a:gd name="csX7869" fmla="*/ 1356001 w 1723042"/>
              <a:gd name="csY7869" fmla="*/ 1114920 h 1114920"/>
              <a:gd name="csX7870" fmla="*/ 1356170 w 1723042"/>
              <a:gd name="csY7870" fmla="*/ 1114920 h 1114920"/>
              <a:gd name="csX7871" fmla="*/ 1356348 w 1723042"/>
              <a:gd name="csY7871" fmla="*/ 1114920 h 1114920"/>
              <a:gd name="csX7872" fmla="*/ 1356517 w 1723042"/>
              <a:gd name="csY7872" fmla="*/ 1114920 h 1114920"/>
              <a:gd name="csX7873" fmla="*/ 1356686 w 1723042"/>
              <a:gd name="csY7873" fmla="*/ 1114920 h 1114920"/>
              <a:gd name="csX7874" fmla="*/ 1356864 w 1723042"/>
              <a:gd name="csY7874" fmla="*/ 1114920 h 1114920"/>
              <a:gd name="csX7875" fmla="*/ 1357033 w 1723042"/>
              <a:gd name="csY7875" fmla="*/ 1114920 h 1114920"/>
              <a:gd name="csX7876" fmla="*/ 1357202 w 1723042"/>
              <a:gd name="csY7876" fmla="*/ 1114920 h 1114920"/>
              <a:gd name="csX7877" fmla="*/ 1357380 w 1723042"/>
              <a:gd name="csY7877" fmla="*/ 1114920 h 1114920"/>
              <a:gd name="csX7878" fmla="*/ 1357549 w 1723042"/>
              <a:gd name="csY7878" fmla="*/ 1114920 h 1114920"/>
              <a:gd name="csX7879" fmla="*/ 1357718 w 1723042"/>
              <a:gd name="csY7879" fmla="*/ 1114920 h 1114920"/>
              <a:gd name="csX7880" fmla="*/ 1357896 w 1723042"/>
              <a:gd name="csY7880" fmla="*/ 1114920 h 1114920"/>
              <a:gd name="csX7881" fmla="*/ 1358065 w 1723042"/>
              <a:gd name="csY7881" fmla="*/ 1114920 h 1114920"/>
              <a:gd name="csX7882" fmla="*/ 1358243 w 1723042"/>
              <a:gd name="csY7882" fmla="*/ 1114920 h 1114920"/>
              <a:gd name="csX7883" fmla="*/ 1358412 w 1723042"/>
              <a:gd name="csY7883" fmla="*/ 1114920 h 1114920"/>
              <a:gd name="csX7884" fmla="*/ 1358581 w 1723042"/>
              <a:gd name="csY7884" fmla="*/ 1114920 h 1114920"/>
              <a:gd name="csX7885" fmla="*/ 1358759 w 1723042"/>
              <a:gd name="csY7885" fmla="*/ 1114920 h 1114920"/>
              <a:gd name="csX7886" fmla="*/ 1358928 w 1723042"/>
              <a:gd name="csY7886" fmla="*/ 1114920 h 1114920"/>
              <a:gd name="csX7887" fmla="*/ 1359097 w 1723042"/>
              <a:gd name="csY7887" fmla="*/ 1114920 h 1114920"/>
              <a:gd name="csX7888" fmla="*/ 1359275 w 1723042"/>
              <a:gd name="csY7888" fmla="*/ 1114920 h 1114920"/>
              <a:gd name="csX7889" fmla="*/ 1359444 w 1723042"/>
              <a:gd name="csY7889" fmla="*/ 1114920 h 1114920"/>
              <a:gd name="csX7890" fmla="*/ 1359622 w 1723042"/>
              <a:gd name="csY7890" fmla="*/ 1114920 h 1114920"/>
              <a:gd name="csX7891" fmla="*/ 1359791 w 1723042"/>
              <a:gd name="csY7891" fmla="*/ 1114920 h 1114920"/>
              <a:gd name="csX7892" fmla="*/ 1359960 w 1723042"/>
              <a:gd name="csY7892" fmla="*/ 1114920 h 1114920"/>
              <a:gd name="csX7893" fmla="*/ 1360138 w 1723042"/>
              <a:gd name="csY7893" fmla="*/ 1114920 h 1114920"/>
              <a:gd name="csX7894" fmla="*/ 1360307 w 1723042"/>
              <a:gd name="csY7894" fmla="*/ 1114920 h 1114920"/>
              <a:gd name="csX7895" fmla="*/ 1360476 w 1723042"/>
              <a:gd name="csY7895" fmla="*/ 1114920 h 1114920"/>
              <a:gd name="csX7896" fmla="*/ 1360654 w 1723042"/>
              <a:gd name="csY7896" fmla="*/ 1114920 h 1114920"/>
              <a:gd name="csX7897" fmla="*/ 1360823 w 1723042"/>
              <a:gd name="csY7897" fmla="*/ 1114920 h 1114920"/>
              <a:gd name="csX7898" fmla="*/ 1360992 w 1723042"/>
              <a:gd name="csY7898" fmla="*/ 1114920 h 1114920"/>
              <a:gd name="csX7899" fmla="*/ 1361170 w 1723042"/>
              <a:gd name="csY7899" fmla="*/ 1114920 h 1114920"/>
              <a:gd name="csX7900" fmla="*/ 1361339 w 1723042"/>
              <a:gd name="csY7900" fmla="*/ 1114920 h 1114920"/>
              <a:gd name="csX7901" fmla="*/ 1361517 w 1723042"/>
              <a:gd name="csY7901" fmla="*/ 1114920 h 1114920"/>
              <a:gd name="csX7902" fmla="*/ 1361686 w 1723042"/>
              <a:gd name="csY7902" fmla="*/ 1114920 h 1114920"/>
              <a:gd name="csX7903" fmla="*/ 1361855 w 1723042"/>
              <a:gd name="csY7903" fmla="*/ 1114920 h 1114920"/>
              <a:gd name="csX7904" fmla="*/ 1362033 w 1723042"/>
              <a:gd name="csY7904" fmla="*/ 1114920 h 1114920"/>
              <a:gd name="csX7905" fmla="*/ 1362202 w 1723042"/>
              <a:gd name="csY7905" fmla="*/ 1114920 h 1114920"/>
              <a:gd name="csX7906" fmla="*/ 1362371 w 1723042"/>
              <a:gd name="csY7906" fmla="*/ 1114920 h 1114920"/>
              <a:gd name="csX7907" fmla="*/ 1362549 w 1723042"/>
              <a:gd name="csY7907" fmla="*/ 1114920 h 1114920"/>
              <a:gd name="csX7908" fmla="*/ 1362718 w 1723042"/>
              <a:gd name="csY7908" fmla="*/ 1114920 h 1114920"/>
              <a:gd name="csX7909" fmla="*/ 1362896 w 1723042"/>
              <a:gd name="csY7909" fmla="*/ 1114920 h 1114920"/>
              <a:gd name="csX7910" fmla="*/ 1363065 w 1723042"/>
              <a:gd name="csY7910" fmla="*/ 1114920 h 1114920"/>
              <a:gd name="csX7911" fmla="*/ 1363234 w 1723042"/>
              <a:gd name="csY7911" fmla="*/ 1114920 h 1114920"/>
              <a:gd name="csX7912" fmla="*/ 1363412 w 1723042"/>
              <a:gd name="csY7912" fmla="*/ 1114920 h 1114920"/>
              <a:gd name="csX7913" fmla="*/ 1363581 w 1723042"/>
              <a:gd name="csY7913" fmla="*/ 1114920 h 1114920"/>
              <a:gd name="csX7914" fmla="*/ 1363750 w 1723042"/>
              <a:gd name="csY7914" fmla="*/ 1114920 h 1114920"/>
              <a:gd name="csX7915" fmla="*/ 1363928 w 1723042"/>
              <a:gd name="csY7915" fmla="*/ 1114920 h 1114920"/>
              <a:gd name="csX7916" fmla="*/ 1364097 w 1723042"/>
              <a:gd name="csY7916" fmla="*/ 1114920 h 1114920"/>
              <a:gd name="csX7917" fmla="*/ 1364275 w 1723042"/>
              <a:gd name="csY7917" fmla="*/ 1114920 h 1114920"/>
              <a:gd name="csX7918" fmla="*/ 1364444 w 1723042"/>
              <a:gd name="csY7918" fmla="*/ 1114920 h 1114920"/>
              <a:gd name="csX7919" fmla="*/ 1364613 w 1723042"/>
              <a:gd name="csY7919" fmla="*/ 1114920 h 1114920"/>
              <a:gd name="csX7920" fmla="*/ 1364791 w 1723042"/>
              <a:gd name="csY7920" fmla="*/ 1114920 h 1114920"/>
              <a:gd name="csX7921" fmla="*/ 1364960 w 1723042"/>
              <a:gd name="csY7921" fmla="*/ 1114920 h 1114920"/>
              <a:gd name="csX7922" fmla="*/ 1365129 w 1723042"/>
              <a:gd name="csY7922" fmla="*/ 1114920 h 1114920"/>
              <a:gd name="csX7923" fmla="*/ 1365307 w 1723042"/>
              <a:gd name="csY7923" fmla="*/ 1114920 h 1114920"/>
              <a:gd name="csX7924" fmla="*/ 1365476 w 1723042"/>
              <a:gd name="csY7924" fmla="*/ 1114920 h 1114920"/>
              <a:gd name="csX7925" fmla="*/ 1365645 w 1723042"/>
              <a:gd name="csY7925" fmla="*/ 1114920 h 1114920"/>
              <a:gd name="csX7926" fmla="*/ 1365823 w 1723042"/>
              <a:gd name="csY7926" fmla="*/ 1114920 h 1114920"/>
              <a:gd name="csX7927" fmla="*/ 1365992 w 1723042"/>
              <a:gd name="csY7927" fmla="*/ 1114920 h 1114920"/>
              <a:gd name="csX7928" fmla="*/ 1366170 w 1723042"/>
              <a:gd name="csY7928" fmla="*/ 1114920 h 1114920"/>
              <a:gd name="csX7929" fmla="*/ 1366339 w 1723042"/>
              <a:gd name="csY7929" fmla="*/ 1114920 h 1114920"/>
              <a:gd name="csX7930" fmla="*/ 1366508 w 1723042"/>
              <a:gd name="csY7930" fmla="*/ 1114920 h 1114920"/>
              <a:gd name="csX7931" fmla="*/ 1366686 w 1723042"/>
              <a:gd name="csY7931" fmla="*/ 1114920 h 1114920"/>
              <a:gd name="csX7932" fmla="*/ 1366855 w 1723042"/>
              <a:gd name="csY7932" fmla="*/ 1114920 h 1114920"/>
              <a:gd name="csX7933" fmla="*/ 1367024 w 1723042"/>
              <a:gd name="csY7933" fmla="*/ 1114920 h 1114920"/>
              <a:gd name="csX7934" fmla="*/ 1367202 w 1723042"/>
              <a:gd name="csY7934" fmla="*/ 1114920 h 1114920"/>
              <a:gd name="csX7935" fmla="*/ 1367371 w 1723042"/>
              <a:gd name="csY7935" fmla="*/ 1114920 h 1114920"/>
              <a:gd name="csX7936" fmla="*/ 1367549 w 1723042"/>
              <a:gd name="csY7936" fmla="*/ 1114920 h 1114920"/>
              <a:gd name="csX7937" fmla="*/ 1367718 w 1723042"/>
              <a:gd name="csY7937" fmla="*/ 1114920 h 1114920"/>
              <a:gd name="csX7938" fmla="*/ 1367887 w 1723042"/>
              <a:gd name="csY7938" fmla="*/ 1114920 h 1114920"/>
              <a:gd name="csX7939" fmla="*/ 1368065 w 1723042"/>
              <a:gd name="csY7939" fmla="*/ 1114920 h 1114920"/>
              <a:gd name="csX7940" fmla="*/ 1368234 w 1723042"/>
              <a:gd name="csY7940" fmla="*/ 1114920 h 1114920"/>
              <a:gd name="csX7941" fmla="*/ 1368403 w 1723042"/>
              <a:gd name="csY7941" fmla="*/ 1114920 h 1114920"/>
              <a:gd name="csX7942" fmla="*/ 1368581 w 1723042"/>
              <a:gd name="csY7942" fmla="*/ 1114920 h 1114920"/>
              <a:gd name="csX7943" fmla="*/ 1368750 w 1723042"/>
              <a:gd name="csY7943" fmla="*/ 1114920 h 1114920"/>
              <a:gd name="csX7944" fmla="*/ 1368919 w 1723042"/>
              <a:gd name="csY7944" fmla="*/ 1114920 h 1114920"/>
              <a:gd name="csX7945" fmla="*/ 1369097 w 1723042"/>
              <a:gd name="csY7945" fmla="*/ 1114920 h 1114920"/>
              <a:gd name="csX7946" fmla="*/ 1369266 w 1723042"/>
              <a:gd name="csY7946" fmla="*/ 1114920 h 1114920"/>
              <a:gd name="csX7947" fmla="*/ 1369444 w 1723042"/>
              <a:gd name="csY7947" fmla="*/ 1114920 h 1114920"/>
              <a:gd name="csX7948" fmla="*/ 1369613 w 1723042"/>
              <a:gd name="csY7948" fmla="*/ 1114920 h 1114920"/>
              <a:gd name="csX7949" fmla="*/ 1369782 w 1723042"/>
              <a:gd name="csY7949" fmla="*/ 1114920 h 1114920"/>
              <a:gd name="csX7950" fmla="*/ 1369960 w 1723042"/>
              <a:gd name="csY7950" fmla="*/ 1114920 h 1114920"/>
              <a:gd name="csX7951" fmla="*/ 1370129 w 1723042"/>
              <a:gd name="csY7951" fmla="*/ 1114920 h 1114920"/>
              <a:gd name="csX7952" fmla="*/ 1370298 w 1723042"/>
              <a:gd name="csY7952" fmla="*/ 1114920 h 1114920"/>
              <a:gd name="csX7953" fmla="*/ 1370476 w 1723042"/>
              <a:gd name="csY7953" fmla="*/ 1114920 h 1114920"/>
              <a:gd name="csX7954" fmla="*/ 1370645 w 1723042"/>
              <a:gd name="csY7954" fmla="*/ 1114920 h 1114920"/>
              <a:gd name="csX7955" fmla="*/ 1370823 w 1723042"/>
              <a:gd name="csY7955" fmla="*/ 1114920 h 1114920"/>
              <a:gd name="csX7956" fmla="*/ 1370992 w 1723042"/>
              <a:gd name="csY7956" fmla="*/ 1114920 h 1114920"/>
              <a:gd name="csX7957" fmla="*/ 1371161 w 1723042"/>
              <a:gd name="csY7957" fmla="*/ 1114920 h 1114920"/>
              <a:gd name="csX7958" fmla="*/ 1371339 w 1723042"/>
              <a:gd name="csY7958" fmla="*/ 1114920 h 1114920"/>
              <a:gd name="csX7959" fmla="*/ 1371508 w 1723042"/>
              <a:gd name="csY7959" fmla="*/ 1114920 h 1114920"/>
              <a:gd name="csX7960" fmla="*/ 1371677 w 1723042"/>
              <a:gd name="csY7960" fmla="*/ 1114920 h 1114920"/>
              <a:gd name="csX7961" fmla="*/ 1371855 w 1723042"/>
              <a:gd name="csY7961" fmla="*/ 1114920 h 1114920"/>
              <a:gd name="csX7962" fmla="*/ 1372024 w 1723042"/>
              <a:gd name="csY7962" fmla="*/ 1114920 h 1114920"/>
              <a:gd name="csX7963" fmla="*/ 1372202 w 1723042"/>
              <a:gd name="csY7963" fmla="*/ 1114920 h 1114920"/>
              <a:gd name="csX7964" fmla="*/ 1372371 w 1723042"/>
              <a:gd name="csY7964" fmla="*/ 1114920 h 1114920"/>
              <a:gd name="csX7965" fmla="*/ 1372540 w 1723042"/>
              <a:gd name="csY7965" fmla="*/ 1114920 h 1114920"/>
              <a:gd name="csX7966" fmla="*/ 1372718 w 1723042"/>
              <a:gd name="csY7966" fmla="*/ 1114920 h 1114920"/>
              <a:gd name="csX7967" fmla="*/ 1372887 w 1723042"/>
              <a:gd name="csY7967" fmla="*/ 1114920 h 1114920"/>
              <a:gd name="csX7968" fmla="*/ 1373056 w 1723042"/>
              <a:gd name="csY7968" fmla="*/ 1114920 h 1114920"/>
              <a:gd name="csX7969" fmla="*/ 1373234 w 1723042"/>
              <a:gd name="csY7969" fmla="*/ 1114920 h 1114920"/>
              <a:gd name="csX7970" fmla="*/ 1373403 w 1723042"/>
              <a:gd name="csY7970" fmla="*/ 1114920 h 1114920"/>
              <a:gd name="csX7971" fmla="*/ 1373572 w 1723042"/>
              <a:gd name="csY7971" fmla="*/ 1114920 h 1114920"/>
              <a:gd name="csX7972" fmla="*/ 1373750 w 1723042"/>
              <a:gd name="csY7972" fmla="*/ 1114920 h 1114920"/>
              <a:gd name="csX7973" fmla="*/ 1373919 w 1723042"/>
              <a:gd name="csY7973" fmla="*/ 1114920 h 1114920"/>
              <a:gd name="csX7974" fmla="*/ 1374097 w 1723042"/>
              <a:gd name="csY7974" fmla="*/ 1114920 h 1114920"/>
              <a:gd name="csX7975" fmla="*/ 1374266 w 1723042"/>
              <a:gd name="csY7975" fmla="*/ 1114920 h 1114920"/>
              <a:gd name="csX7976" fmla="*/ 1374435 w 1723042"/>
              <a:gd name="csY7976" fmla="*/ 1114920 h 1114920"/>
              <a:gd name="csX7977" fmla="*/ 1374613 w 1723042"/>
              <a:gd name="csY7977" fmla="*/ 1114920 h 1114920"/>
              <a:gd name="csX7978" fmla="*/ 1374782 w 1723042"/>
              <a:gd name="csY7978" fmla="*/ 1114920 h 1114920"/>
              <a:gd name="csX7979" fmla="*/ 1374951 w 1723042"/>
              <a:gd name="csY7979" fmla="*/ 1114920 h 1114920"/>
              <a:gd name="csX7980" fmla="*/ 1375129 w 1723042"/>
              <a:gd name="csY7980" fmla="*/ 1114920 h 1114920"/>
              <a:gd name="csX7981" fmla="*/ 1375298 w 1723042"/>
              <a:gd name="csY7981" fmla="*/ 1114920 h 1114920"/>
              <a:gd name="csX7982" fmla="*/ 1375476 w 1723042"/>
              <a:gd name="csY7982" fmla="*/ 1114920 h 1114920"/>
              <a:gd name="csX7983" fmla="*/ 1375645 w 1723042"/>
              <a:gd name="csY7983" fmla="*/ 1114920 h 1114920"/>
              <a:gd name="csX7984" fmla="*/ 1375814 w 1723042"/>
              <a:gd name="csY7984" fmla="*/ 1114920 h 1114920"/>
              <a:gd name="csX7985" fmla="*/ 1375992 w 1723042"/>
              <a:gd name="csY7985" fmla="*/ 1114920 h 1114920"/>
              <a:gd name="csX7986" fmla="*/ 1376161 w 1723042"/>
              <a:gd name="csY7986" fmla="*/ 1114920 h 1114920"/>
              <a:gd name="csX7987" fmla="*/ 1376330 w 1723042"/>
              <a:gd name="csY7987" fmla="*/ 1114920 h 1114920"/>
              <a:gd name="csX7988" fmla="*/ 1376508 w 1723042"/>
              <a:gd name="csY7988" fmla="*/ 1114920 h 1114920"/>
              <a:gd name="csX7989" fmla="*/ 1376677 w 1723042"/>
              <a:gd name="csY7989" fmla="*/ 1114920 h 1114920"/>
              <a:gd name="csX7990" fmla="*/ 1376855 w 1723042"/>
              <a:gd name="csY7990" fmla="*/ 1114920 h 1114920"/>
              <a:gd name="csX7991" fmla="*/ 1377024 w 1723042"/>
              <a:gd name="csY7991" fmla="*/ 1114920 h 1114920"/>
              <a:gd name="csX7992" fmla="*/ 1377193 w 1723042"/>
              <a:gd name="csY7992" fmla="*/ 1114920 h 1114920"/>
              <a:gd name="csX7993" fmla="*/ 1377371 w 1723042"/>
              <a:gd name="csY7993" fmla="*/ 1114920 h 1114920"/>
              <a:gd name="csX7994" fmla="*/ 1377540 w 1723042"/>
              <a:gd name="csY7994" fmla="*/ 1114920 h 1114920"/>
              <a:gd name="csX7995" fmla="*/ 1377709 w 1723042"/>
              <a:gd name="csY7995" fmla="*/ 1114920 h 1114920"/>
              <a:gd name="csX7996" fmla="*/ 1377887 w 1723042"/>
              <a:gd name="csY7996" fmla="*/ 1114920 h 1114920"/>
              <a:gd name="csX7997" fmla="*/ 1378056 w 1723042"/>
              <a:gd name="csY7997" fmla="*/ 1114920 h 1114920"/>
              <a:gd name="csX7998" fmla="*/ 1378225 w 1723042"/>
              <a:gd name="csY7998" fmla="*/ 1114920 h 1114920"/>
              <a:gd name="csX7999" fmla="*/ 1378403 w 1723042"/>
              <a:gd name="csY7999" fmla="*/ 1114920 h 1114920"/>
              <a:gd name="csX8000" fmla="*/ 1378572 w 1723042"/>
              <a:gd name="csY8000" fmla="*/ 1114920 h 1114920"/>
              <a:gd name="csX8001" fmla="*/ 1378750 w 1723042"/>
              <a:gd name="csY8001" fmla="*/ 1114920 h 1114920"/>
              <a:gd name="csX8002" fmla="*/ 1378919 w 1723042"/>
              <a:gd name="csY8002" fmla="*/ 1114920 h 1114920"/>
              <a:gd name="csX8003" fmla="*/ 1379088 w 1723042"/>
              <a:gd name="csY8003" fmla="*/ 1114920 h 1114920"/>
              <a:gd name="csX8004" fmla="*/ 1379266 w 1723042"/>
              <a:gd name="csY8004" fmla="*/ 1114920 h 1114920"/>
              <a:gd name="csX8005" fmla="*/ 1379435 w 1723042"/>
              <a:gd name="csY8005" fmla="*/ 1114920 h 1114920"/>
              <a:gd name="csX8006" fmla="*/ 1379604 w 1723042"/>
              <a:gd name="csY8006" fmla="*/ 1114920 h 1114920"/>
              <a:gd name="csX8007" fmla="*/ 1379782 w 1723042"/>
              <a:gd name="csY8007" fmla="*/ 1114920 h 1114920"/>
              <a:gd name="csX8008" fmla="*/ 1379951 w 1723042"/>
              <a:gd name="csY8008" fmla="*/ 1114920 h 1114920"/>
              <a:gd name="csX8009" fmla="*/ 1380129 w 1723042"/>
              <a:gd name="csY8009" fmla="*/ 1114920 h 1114920"/>
              <a:gd name="csX8010" fmla="*/ 1380298 w 1723042"/>
              <a:gd name="csY8010" fmla="*/ 1114920 h 1114920"/>
              <a:gd name="csX8011" fmla="*/ 1380467 w 1723042"/>
              <a:gd name="csY8011" fmla="*/ 1114920 h 1114920"/>
              <a:gd name="csX8012" fmla="*/ 1380645 w 1723042"/>
              <a:gd name="csY8012" fmla="*/ 1114920 h 1114920"/>
              <a:gd name="csX8013" fmla="*/ 1380814 w 1723042"/>
              <a:gd name="csY8013" fmla="*/ 1114920 h 1114920"/>
              <a:gd name="csX8014" fmla="*/ 1380983 w 1723042"/>
              <a:gd name="csY8014" fmla="*/ 1114920 h 1114920"/>
              <a:gd name="csX8015" fmla="*/ 1381161 w 1723042"/>
              <a:gd name="csY8015" fmla="*/ 1114920 h 1114920"/>
              <a:gd name="csX8016" fmla="*/ 1381330 w 1723042"/>
              <a:gd name="csY8016" fmla="*/ 1114920 h 1114920"/>
              <a:gd name="csX8017" fmla="*/ 1381499 w 1723042"/>
              <a:gd name="csY8017" fmla="*/ 1114920 h 1114920"/>
              <a:gd name="csX8018" fmla="*/ 1381677 w 1723042"/>
              <a:gd name="csY8018" fmla="*/ 1114920 h 1114920"/>
              <a:gd name="csX8019" fmla="*/ 1381846 w 1723042"/>
              <a:gd name="csY8019" fmla="*/ 1114920 h 1114920"/>
              <a:gd name="csX8020" fmla="*/ 1382023 w 1723042"/>
              <a:gd name="csY8020" fmla="*/ 1114920 h 1114920"/>
              <a:gd name="csX8021" fmla="*/ 1382193 w 1723042"/>
              <a:gd name="csY8021" fmla="*/ 1114920 h 1114920"/>
              <a:gd name="csX8022" fmla="*/ 1382362 w 1723042"/>
              <a:gd name="csY8022" fmla="*/ 1114920 h 1114920"/>
              <a:gd name="csX8023" fmla="*/ 1382540 w 1723042"/>
              <a:gd name="csY8023" fmla="*/ 1114920 h 1114920"/>
              <a:gd name="csX8024" fmla="*/ 1382709 w 1723042"/>
              <a:gd name="csY8024" fmla="*/ 1114920 h 1114920"/>
              <a:gd name="csX8025" fmla="*/ 1382878 w 1723042"/>
              <a:gd name="csY8025" fmla="*/ 1114920 h 1114920"/>
              <a:gd name="csX8026" fmla="*/ 1383056 w 1723042"/>
              <a:gd name="csY8026" fmla="*/ 1114920 h 1114920"/>
              <a:gd name="csX8027" fmla="*/ 1383225 w 1723042"/>
              <a:gd name="csY8027" fmla="*/ 1114920 h 1114920"/>
              <a:gd name="csX8028" fmla="*/ 1383402 w 1723042"/>
              <a:gd name="csY8028" fmla="*/ 1114920 h 1114920"/>
              <a:gd name="csX8029" fmla="*/ 1383571 w 1723042"/>
              <a:gd name="csY8029" fmla="*/ 1114920 h 1114920"/>
              <a:gd name="csX8030" fmla="*/ 1383741 w 1723042"/>
              <a:gd name="csY8030" fmla="*/ 1114920 h 1114920"/>
              <a:gd name="csX8031" fmla="*/ 1383918 w 1723042"/>
              <a:gd name="csY8031" fmla="*/ 1114920 h 1114920"/>
              <a:gd name="csX8032" fmla="*/ 1384088 w 1723042"/>
              <a:gd name="csY8032" fmla="*/ 1114920 h 1114920"/>
              <a:gd name="csX8033" fmla="*/ 1384257 w 1723042"/>
              <a:gd name="csY8033" fmla="*/ 1114920 h 1114920"/>
              <a:gd name="csX8034" fmla="*/ 1384435 w 1723042"/>
              <a:gd name="csY8034" fmla="*/ 1114920 h 1114920"/>
              <a:gd name="csX8035" fmla="*/ 1384603 w 1723042"/>
              <a:gd name="csY8035" fmla="*/ 1114920 h 1114920"/>
              <a:gd name="csX8036" fmla="*/ 1384781 w 1723042"/>
              <a:gd name="csY8036" fmla="*/ 1114920 h 1114920"/>
              <a:gd name="csX8037" fmla="*/ 1384950 w 1723042"/>
              <a:gd name="csY8037" fmla="*/ 1114920 h 1114920"/>
              <a:gd name="csX8038" fmla="*/ 1385120 w 1723042"/>
              <a:gd name="csY8038" fmla="*/ 1114920 h 1114920"/>
              <a:gd name="csX8039" fmla="*/ 1385297 w 1723042"/>
              <a:gd name="csY8039" fmla="*/ 1114920 h 1114920"/>
              <a:gd name="csX8040" fmla="*/ 1385466 w 1723042"/>
              <a:gd name="csY8040" fmla="*/ 1114920 h 1114920"/>
              <a:gd name="csX8041" fmla="*/ 1385636 w 1723042"/>
              <a:gd name="csY8041" fmla="*/ 1114920 h 1114920"/>
              <a:gd name="csX8042" fmla="*/ 1385813 w 1723042"/>
              <a:gd name="csY8042" fmla="*/ 1114920 h 1114920"/>
              <a:gd name="csX8043" fmla="*/ 1385982 w 1723042"/>
              <a:gd name="csY8043" fmla="*/ 1114920 h 1114920"/>
              <a:gd name="csX8044" fmla="*/ 1386151 w 1723042"/>
              <a:gd name="csY8044" fmla="*/ 1114920 h 1114920"/>
              <a:gd name="csX8045" fmla="*/ 1386329 w 1723042"/>
              <a:gd name="csY8045" fmla="*/ 1114920 h 1114920"/>
              <a:gd name="csX8046" fmla="*/ 1386498 w 1723042"/>
              <a:gd name="csY8046" fmla="*/ 1114920 h 1114920"/>
              <a:gd name="csX8047" fmla="*/ 1386676 w 1723042"/>
              <a:gd name="csY8047" fmla="*/ 1114920 h 1114920"/>
              <a:gd name="csX8048" fmla="*/ 1386845 w 1723042"/>
              <a:gd name="csY8048" fmla="*/ 1114920 h 1114920"/>
              <a:gd name="csX8049" fmla="*/ 1387014 w 1723042"/>
              <a:gd name="csY8049" fmla="*/ 1114920 h 1114920"/>
              <a:gd name="csX8050" fmla="*/ 1387192 w 1723042"/>
              <a:gd name="csY8050" fmla="*/ 1114920 h 1114920"/>
              <a:gd name="csX8051" fmla="*/ 1387361 w 1723042"/>
              <a:gd name="csY8051" fmla="*/ 1114920 h 1114920"/>
              <a:gd name="csX8052" fmla="*/ 1387530 w 1723042"/>
              <a:gd name="csY8052" fmla="*/ 1114920 h 1114920"/>
              <a:gd name="csX8053" fmla="*/ 1387708 w 1723042"/>
              <a:gd name="csY8053" fmla="*/ 1114920 h 1114920"/>
              <a:gd name="csX8054" fmla="*/ 1387877 w 1723042"/>
              <a:gd name="csY8054" fmla="*/ 1114920 h 1114920"/>
              <a:gd name="csX8055" fmla="*/ 1388055 w 1723042"/>
              <a:gd name="csY8055" fmla="*/ 1114920 h 1114920"/>
              <a:gd name="csX8056" fmla="*/ 1388224 w 1723042"/>
              <a:gd name="csY8056" fmla="*/ 1114920 h 1114920"/>
              <a:gd name="csX8057" fmla="*/ 1388393 w 1723042"/>
              <a:gd name="csY8057" fmla="*/ 1114920 h 1114920"/>
              <a:gd name="csX8058" fmla="*/ 1388571 w 1723042"/>
              <a:gd name="csY8058" fmla="*/ 1114920 h 1114920"/>
              <a:gd name="csX8059" fmla="*/ 1388740 w 1723042"/>
              <a:gd name="csY8059" fmla="*/ 1114920 h 1114920"/>
              <a:gd name="csX8060" fmla="*/ 1388909 w 1723042"/>
              <a:gd name="csY8060" fmla="*/ 1114920 h 1114920"/>
              <a:gd name="csX8061" fmla="*/ 1389087 w 1723042"/>
              <a:gd name="csY8061" fmla="*/ 1114920 h 1114920"/>
              <a:gd name="csX8062" fmla="*/ 1389256 w 1723042"/>
              <a:gd name="csY8062" fmla="*/ 1114920 h 1114920"/>
              <a:gd name="csX8063" fmla="*/ 1389425 w 1723042"/>
              <a:gd name="csY8063" fmla="*/ 1114920 h 1114920"/>
              <a:gd name="csX8064" fmla="*/ 1389603 w 1723042"/>
              <a:gd name="csY8064" fmla="*/ 1114920 h 1114920"/>
              <a:gd name="csX8065" fmla="*/ 1389772 w 1723042"/>
              <a:gd name="csY8065" fmla="*/ 1114920 h 1114920"/>
              <a:gd name="csX8066" fmla="*/ 1389950 w 1723042"/>
              <a:gd name="csY8066" fmla="*/ 1114920 h 1114920"/>
              <a:gd name="csX8067" fmla="*/ 1390119 w 1723042"/>
              <a:gd name="csY8067" fmla="*/ 1114920 h 1114920"/>
              <a:gd name="csX8068" fmla="*/ 1390288 w 1723042"/>
              <a:gd name="csY8068" fmla="*/ 1114920 h 1114920"/>
              <a:gd name="csX8069" fmla="*/ 1390466 w 1723042"/>
              <a:gd name="csY8069" fmla="*/ 1114920 h 1114920"/>
              <a:gd name="csX8070" fmla="*/ 1390635 w 1723042"/>
              <a:gd name="csY8070" fmla="*/ 1114920 h 1114920"/>
              <a:gd name="csX8071" fmla="*/ 1390804 w 1723042"/>
              <a:gd name="csY8071" fmla="*/ 1114920 h 1114920"/>
              <a:gd name="csX8072" fmla="*/ 1390982 w 1723042"/>
              <a:gd name="csY8072" fmla="*/ 1114920 h 1114920"/>
              <a:gd name="csX8073" fmla="*/ 1391151 w 1723042"/>
              <a:gd name="csY8073" fmla="*/ 1114920 h 1114920"/>
              <a:gd name="csX8074" fmla="*/ 1391329 w 1723042"/>
              <a:gd name="csY8074" fmla="*/ 1114920 h 1114920"/>
              <a:gd name="csX8075" fmla="*/ 1391498 w 1723042"/>
              <a:gd name="csY8075" fmla="*/ 1114920 h 1114920"/>
              <a:gd name="csX8076" fmla="*/ 1391667 w 1723042"/>
              <a:gd name="csY8076" fmla="*/ 1114920 h 1114920"/>
              <a:gd name="csX8077" fmla="*/ 1391845 w 1723042"/>
              <a:gd name="csY8077" fmla="*/ 1114920 h 1114920"/>
              <a:gd name="csX8078" fmla="*/ 1392014 w 1723042"/>
              <a:gd name="csY8078" fmla="*/ 1114920 h 1114920"/>
              <a:gd name="csX8079" fmla="*/ 1392183 w 1723042"/>
              <a:gd name="csY8079" fmla="*/ 1114920 h 1114920"/>
              <a:gd name="csX8080" fmla="*/ 1392361 w 1723042"/>
              <a:gd name="csY8080" fmla="*/ 1114920 h 1114920"/>
              <a:gd name="csX8081" fmla="*/ 1392530 w 1723042"/>
              <a:gd name="csY8081" fmla="*/ 1114920 h 1114920"/>
              <a:gd name="csX8082" fmla="*/ 1392708 w 1723042"/>
              <a:gd name="csY8082" fmla="*/ 1114920 h 1114920"/>
              <a:gd name="csX8083" fmla="*/ 1392877 w 1723042"/>
              <a:gd name="csY8083" fmla="*/ 1114920 h 1114920"/>
              <a:gd name="csX8084" fmla="*/ 1393046 w 1723042"/>
              <a:gd name="csY8084" fmla="*/ 1114920 h 1114920"/>
              <a:gd name="csX8085" fmla="*/ 1393224 w 1723042"/>
              <a:gd name="csY8085" fmla="*/ 1114920 h 1114920"/>
              <a:gd name="csX8086" fmla="*/ 1393393 w 1723042"/>
              <a:gd name="csY8086" fmla="*/ 1114920 h 1114920"/>
              <a:gd name="csX8087" fmla="*/ 1393562 w 1723042"/>
              <a:gd name="csY8087" fmla="*/ 1114920 h 1114920"/>
              <a:gd name="csX8088" fmla="*/ 1393740 w 1723042"/>
              <a:gd name="csY8088" fmla="*/ 1114920 h 1114920"/>
              <a:gd name="csX8089" fmla="*/ 1393909 w 1723042"/>
              <a:gd name="csY8089" fmla="*/ 1114920 h 1114920"/>
              <a:gd name="csX8090" fmla="*/ 1394078 w 1723042"/>
              <a:gd name="csY8090" fmla="*/ 1114920 h 1114920"/>
              <a:gd name="csX8091" fmla="*/ 1394256 w 1723042"/>
              <a:gd name="csY8091" fmla="*/ 1114920 h 1114920"/>
              <a:gd name="csX8092" fmla="*/ 1394425 w 1723042"/>
              <a:gd name="csY8092" fmla="*/ 1114920 h 1114920"/>
              <a:gd name="csX8093" fmla="*/ 1394603 w 1723042"/>
              <a:gd name="csY8093" fmla="*/ 1114920 h 1114920"/>
              <a:gd name="csX8094" fmla="*/ 1394772 w 1723042"/>
              <a:gd name="csY8094" fmla="*/ 1114920 h 1114920"/>
              <a:gd name="csX8095" fmla="*/ 1394941 w 1723042"/>
              <a:gd name="csY8095" fmla="*/ 1114920 h 1114920"/>
              <a:gd name="csX8096" fmla="*/ 1395119 w 1723042"/>
              <a:gd name="csY8096" fmla="*/ 1114920 h 1114920"/>
              <a:gd name="csX8097" fmla="*/ 1395288 w 1723042"/>
              <a:gd name="csY8097" fmla="*/ 1114920 h 1114920"/>
              <a:gd name="csX8098" fmla="*/ 1395457 w 1723042"/>
              <a:gd name="csY8098" fmla="*/ 1114920 h 1114920"/>
              <a:gd name="csX8099" fmla="*/ 1395635 w 1723042"/>
              <a:gd name="csY8099" fmla="*/ 1114920 h 1114920"/>
              <a:gd name="csX8100" fmla="*/ 1395804 w 1723042"/>
              <a:gd name="csY8100" fmla="*/ 1114920 h 1114920"/>
              <a:gd name="csX8101" fmla="*/ 1395982 w 1723042"/>
              <a:gd name="csY8101" fmla="*/ 1114920 h 1114920"/>
              <a:gd name="csX8102" fmla="*/ 1396151 w 1723042"/>
              <a:gd name="csY8102" fmla="*/ 1114920 h 1114920"/>
              <a:gd name="csX8103" fmla="*/ 1396320 w 1723042"/>
              <a:gd name="csY8103" fmla="*/ 1114920 h 1114920"/>
              <a:gd name="csX8104" fmla="*/ 1396498 w 1723042"/>
              <a:gd name="csY8104" fmla="*/ 1114920 h 1114920"/>
              <a:gd name="csX8105" fmla="*/ 1396667 w 1723042"/>
              <a:gd name="csY8105" fmla="*/ 1114920 h 1114920"/>
              <a:gd name="csX8106" fmla="*/ 1396836 w 1723042"/>
              <a:gd name="csY8106" fmla="*/ 1114920 h 1114920"/>
              <a:gd name="csX8107" fmla="*/ 1397014 w 1723042"/>
              <a:gd name="csY8107" fmla="*/ 1114920 h 1114920"/>
              <a:gd name="csX8108" fmla="*/ 1397183 w 1723042"/>
              <a:gd name="csY8108" fmla="*/ 1114920 h 1114920"/>
              <a:gd name="csX8109" fmla="*/ 1397352 w 1723042"/>
              <a:gd name="csY8109" fmla="*/ 1114920 h 1114920"/>
              <a:gd name="csX8110" fmla="*/ 1397530 w 1723042"/>
              <a:gd name="csY8110" fmla="*/ 1114920 h 1114920"/>
              <a:gd name="csX8111" fmla="*/ 1397699 w 1723042"/>
              <a:gd name="csY8111" fmla="*/ 1114920 h 1114920"/>
              <a:gd name="csX8112" fmla="*/ 1397877 w 1723042"/>
              <a:gd name="csY8112" fmla="*/ 1114920 h 1114920"/>
              <a:gd name="csX8113" fmla="*/ 1398046 w 1723042"/>
              <a:gd name="csY8113" fmla="*/ 1114920 h 1114920"/>
              <a:gd name="csX8114" fmla="*/ 1398215 w 1723042"/>
              <a:gd name="csY8114" fmla="*/ 1114920 h 1114920"/>
              <a:gd name="csX8115" fmla="*/ 1398393 w 1723042"/>
              <a:gd name="csY8115" fmla="*/ 1114920 h 1114920"/>
              <a:gd name="csX8116" fmla="*/ 1398562 w 1723042"/>
              <a:gd name="csY8116" fmla="*/ 1114920 h 1114920"/>
              <a:gd name="csX8117" fmla="*/ 1398731 w 1723042"/>
              <a:gd name="csY8117" fmla="*/ 1114920 h 1114920"/>
              <a:gd name="csX8118" fmla="*/ 1398909 w 1723042"/>
              <a:gd name="csY8118" fmla="*/ 1114920 h 1114920"/>
              <a:gd name="csX8119" fmla="*/ 1399078 w 1723042"/>
              <a:gd name="csY8119" fmla="*/ 1114920 h 1114920"/>
              <a:gd name="csX8120" fmla="*/ 1399256 w 1723042"/>
              <a:gd name="csY8120" fmla="*/ 1114920 h 1114920"/>
              <a:gd name="csX8121" fmla="*/ 1399425 w 1723042"/>
              <a:gd name="csY8121" fmla="*/ 1114920 h 1114920"/>
              <a:gd name="csX8122" fmla="*/ 1399594 w 1723042"/>
              <a:gd name="csY8122" fmla="*/ 1114920 h 1114920"/>
              <a:gd name="csX8123" fmla="*/ 1399772 w 1723042"/>
              <a:gd name="csY8123" fmla="*/ 1114920 h 1114920"/>
              <a:gd name="csX8124" fmla="*/ 1399941 w 1723042"/>
              <a:gd name="csY8124" fmla="*/ 1114920 h 1114920"/>
              <a:gd name="csX8125" fmla="*/ 1400110 w 1723042"/>
              <a:gd name="csY8125" fmla="*/ 1114920 h 1114920"/>
              <a:gd name="csX8126" fmla="*/ 1400288 w 1723042"/>
              <a:gd name="csY8126" fmla="*/ 1114920 h 1114920"/>
              <a:gd name="csX8127" fmla="*/ 1400457 w 1723042"/>
              <a:gd name="csY8127" fmla="*/ 1114920 h 1114920"/>
              <a:gd name="csX8128" fmla="*/ 1400635 w 1723042"/>
              <a:gd name="csY8128" fmla="*/ 1114920 h 1114920"/>
              <a:gd name="csX8129" fmla="*/ 1400804 w 1723042"/>
              <a:gd name="csY8129" fmla="*/ 1114920 h 1114920"/>
              <a:gd name="csX8130" fmla="*/ 1400973 w 1723042"/>
              <a:gd name="csY8130" fmla="*/ 1114920 h 1114920"/>
              <a:gd name="csX8131" fmla="*/ 1401151 w 1723042"/>
              <a:gd name="csY8131" fmla="*/ 1114920 h 1114920"/>
              <a:gd name="csX8132" fmla="*/ 1401320 w 1723042"/>
              <a:gd name="csY8132" fmla="*/ 1114920 h 1114920"/>
              <a:gd name="csX8133" fmla="*/ 1401489 w 1723042"/>
              <a:gd name="csY8133" fmla="*/ 1114920 h 1114920"/>
              <a:gd name="csX8134" fmla="*/ 1401667 w 1723042"/>
              <a:gd name="csY8134" fmla="*/ 1114920 h 1114920"/>
              <a:gd name="csX8135" fmla="*/ 1401836 w 1723042"/>
              <a:gd name="csY8135" fmla="*/ 1114920 h 1114920"/>
              <a:gd name="csX8136" fmla="*/ 1402005 w 1723042"/>
              <a:gd name="csY8136" fmla="*/ 1114920 h 1114920"/>
              <a:gd name="csX8137" fmla="*/ 1402183 w 1723042"/>
              <a:gd name="csY8137" fmla="*/ 1114920 h 1114920"/>
              <a:gd name="csX8138" fmla="*/ 1402352 w 1723042"/>
              <a:gd name="csY8138" fmla="*/ 1114920 h 1114920"/>
              <a:gd name="csX8139" fmla="*/ 1402530 w 1723042"/>
              <a:gd name="csY8139" fmla="*/ 1114920 h 1114920"/>
              <a:gd name="csX8140" fmla="*/ 1402699 w 1723042"/>
              <a:gd name="csY8140" fmla="*/ 1114920 h 1114920"/>
              <a:gd name="csX8141" fmla="*/ 1402868 w 1723042"/>
              <a:gd name="csY8141" fmla="*/ 1114920 h 1114920"/>
              <a:gd name="csX8142" fmla="*/ 1403046 w 1723042"/>
              <a:gd name="csY8142" fmla="*/ 1114920 h 1114920"/>
              <a:gd name="csX8143" fmla="*/ 1403215 w 1723042"/>
              <a:gd name="csY8143" fmla="*/ 1114920 h 1114920"/>
              <a:gd name="csX8144" fmla="*/ 1403384 w 1723042"/>
              <a:gd name="csY8144" fmla="*/ 1114920 h 1114920"/>
              <a:gd name="csX8145" fmla="*/ 1403562 w 1723042"/>
              <a:gd name="csY8145" fmla="*/ 1114920 h 1114920"/>
              <a:gd name="csX8146" fmla="*/ 1403731 w 1723042"/>
              <a:gd name="csY8146" fmla="*/ 1114920 h 1114920"/>
              <a:gd name="csX8147" fmla="*/ 1403909 w 1723042"/>
              <a:gd name="csY8147" fmla="*/ 1114920 h 1114920"/>
              <a:gd name="csX8148" fmla="*/ 1404078 w 1723042"/>
              <a:gd name="csY8148" fmla="*/ 1114920 h 1114920"/>
              <a:gd name="csX8149" fmla="*/ 1404247 w 1723042"/>
              <a:gd name="csY8149" fmla="*/ 1114920 h 1114920"/>
              <a:gd name="csX8150" fmla="*/ 1404425 w 1723042"/>
              <a:gd name="csY8150" fmla="*/ 1114920 h 1114920"/>
              <a:gd name="csX8151" fmla="*/ 1404594 w 1723042"/>
              <a:gd name="csY8151" fmla="*/ 1114920 h 1114920"/>
              <a:gd name="csX8152" fmla="*/ 1404763 w 1723042"/>
              <a:gd name="csY8152" fmla="*/ 1114920 h 1114920"/>
              <a:gd name="csX8153" fmla="*/ 1404941 w 1723042"/>
              <a:gd name="csY8153" fmla="*/ 1114920 h 1114920"/>
              <a:gd name="csX8154" fmla="*/ 1405110 w 1723042"/>
              <a:gd name="csY8154" fmla="*/ 1114920 h 1114920"/>
              <a:gd name="csX8155" fmla="*/ 1405288 w 1723042"/>
              <a:gd name="csY8155" fmla="*/ 1114920 h 1114920"/>
              <a:gd name="csX8156" fmla="*/ 1405457 w 1723042"/>
              <a:gd name="csY8156" fmla="*/ 1114920 h 1114920"/>
              <a:gd name="csX8157" fmla="*/ 1405626 w 1723042"/>
              <a:gd name="csY8157" fmla="*/ 1114920 h 1114920"/>
              <a:gd name="csX8158" fmla="*/ 1405804 w 1723042"/>
              <a:gd name="csY8158" fmla="*/ 1114920 h 1114920"/>
              <a:gd name="csX8159" fmla="*/ 1405973 w 1723042"/>
              <a:gd name="csY8159" fmla="*/ 1114920 h 1114920"/>
              <a:gd name="csX8160" fmla="*/ 1406142 w 1723042"/>
              <a:gd name="csY8160" fmla="*/ 1114920 h 1114920"/>
              <a:gd name="csX8161" fmla="*/ 1406320 w 1723042"/>
              <a:gd name="csY8161" fmla="*/ 1114920 h 1114920"/>
              <a:gd name="csX8162" fmla="*/ 1406489 w 1723042"/>
              <a:gd name="csY8162" fmla="*/ 1114920 h 1114920"/>
              <a:gd name="csX8163" fmla="*/ 1406658 w 1723042"/>
              <a:gd name="csY8163" fmla="*/ 1114920 h 1114920"/>
              <a:gd name="csX8164" fmla="*/ 1406836 w 1723042"/>
              <a:gd name="csY8164" fmla="*/ 1114920 h 1114920"/>
              <a:gd name="csX8165" fmla="*/ 1407005 w 1723042"/>
              <a:gd name="csY8165" fmla="*/ 1114920 h 1114920"/>
              <a:gd name="csX8166" fmla="*/ 1407183 w 1723042"/>
              <a:gd name="csY8166" fmla="*/ 1114920 h 1114920"/>
              <a:gd name="csX8167" fmla="*/ 1407352 w 1723042"/>
              <a:gd name="csY8167" fmla="*/ 1114920 h 1114920"/>
              <a:gd name="csX8168" fmla="*/ 1407521 w 1723042"/>
              <a:gd name="csY8168" fmla="*/ 1114920 h 1114920"/>
              <a:gd name="csX8169" fmla="*/ 1407699 w 1723042"/>
              <a:gd name="csY8169" fmla="*/ 1114920 h 1114920"/>
              <a:gd name="csX8170" fmla="*/ 1407868 w 1723042"/>
              <a:gd name="csY8170" fmla="*/ 1114920 h 1114920"/>
              <a:gd name="csX8171" fmla="*/ 1408037 w 1723042"/>
              <a:gd name="csY8171" fmla="*/ 1114920 h 1114920"/>
              <a:gd name="csX8172" fmla="*/ 1408215 w 1723042"/>
              <a:gd name="csY8172" fmla="*/ 1114920 h 1114920"/>
              <a:gd name="csX8173" fmla="*/ 1408384 w 1723042"/>
              <a:gd name="csY8173" fmla="*/ 1114920 h 1114920"/>
              <a:gd name="csX8174" fmla="*/ 1408562 w 1723042"/>
              <a:gd name="csY8174" fmla="*/ 1114920 h 1114920"/>
              <a:gd name="csX8175" fmla="*/ 1408731 w 1723042"/>
              <a:gd name="csY8175" fmla="*/ 1114920 h 1114920"/>
              <a:gd name="csX8176" fmla="*/ 1408900 w 1723042"/>
              <a:gd name="csY8176" fmla="*/ 1114920 h 1114920"/>
              <a:gd name="csX8177" fmla="*/ 1409078 w 1723042"/>
              <a:gd name="csY8177" fmla="*/ 1114920 h 1114920"/>
              <a:gd name="csX8178" fmla="*/ 1409247 w 1723042"/>
              <a:gd name="csY8178" fmla="*/ 1114920 h 1114920"/>
              <a:gd name="csX8179" fmla="*/ 1409416 w 1723042"/>
              <a:gd name="csY8179" fmla="*/ 1114920 h 1114920"/>
              <a:gd name="csX8180" fmla="*/ 1409594 w 1723042"/>
              <a:gd name="csY8180" fmla="*/ 1114920 h 1114920"/>
              <a:gd name="csX8181" fmla="*/ 1409763 w 1723042"/>
              <a:gd name="csY8181" fmla="*/ 1114920 h 1114920"/>
              <a:gd name="csX8182" fmla="*/ 1409932 w 1723042"/>
              <a:gd name="csY8182" fmla="*/ 1114920 h 1114920"/>
              <a:gd name="csX8183" fmla="*/ 1410110 w 1723042"/>
              <a:gd name="csY8183" fmla="*/ 1114920 h 1114920"/>
              <a:gd name="csX8184" fmla="*/ 1410279 w 1723042"/>
              <a:gd name="csY8184" fmla="*/ 1114920 h 1114920"/>
              <a:gd name="csX8185" fmla="*/ 1410457 w 1723042"/>
              <a:gd name="csY8185" fmla="*/ 1114920 h 1114920"/>
              <a:gd name="csX8186" fmla="*/ 1410626 w 1723042"/>
              <a:gd name="csY8186" fmla="*/ 1114920 h 1114920"/>
              <a:gd name="csX8187" fmla="*/ 1410795 w 1723042"/>
              <a:gd name="csY8187" fmla="*/ 1114920 h 1114920"/>
              <a:gd name="csX8188" fmla="*/ 1410973 w 1723042"/>
              <a:gd name="csY8188" fmla="*/ 1114920 h 1114920"/>
              <a:gd name="csX8189" fmla="*/ 1411142 w 1723042"/>
              <a:gd name="csY8189" fmla="*/ 1114920 h 1114920"/>
              <a:gd name="csX8190" fmla="*/ 1411311 w 1723042"/>
              <a:gd name="csY8190" fmla="*/ 1114920 h 1114920"/>
              <a:gd name="csX8191" fmla="*/ 1411489 w 1723042"/>
              <a:gd name="csY8191" fmla="*/ 1114920 h 1114920"/>
              <a:gd name="csX8192" fmla="*/ 1411658 w 1723042"/>
              <a:gd name="csY8192" fmla="*/ 1114920 h 1114920"/>
              <a:gd name="csX8193" fmla="*/ 1411836 w 1723042"/>
              <a:gd name="csY8193" fmla="*/ 1114920 h 1114920"/>
              <a:gd name="csX8194" fmla="*/ 1412005 w 1723042"/>
              <a:gd name="csY8194" fmla="*/ 1114920 h 1114920"/>
              <a:gd name="csX8195" fmla="*/ 1412174 w 1723042"/>
              <a:gd name="csY8195" fmla="*/ 1114920 h 1114920"/>
              <a:gd name="csX8196" fmla="*/ 1412352 w 1723042"/>
              <a:gd name="csY8196" fmla="*/ 1114920 h 1114920"/>
              <a:gd name="csX8197" fmla="*/ 1412521 w 1723042"/>
              <a:gd name="csY8197" fmla="*/ 1114920 h 1114920"/>
              <a:gd name="csX8198" fmla="*/ 1412690 w 1723042"/>
              <a:gd name="csY8198" fmla="*/ 1114920 h 1114920"/>
              <a:gd name="csX8199" fmla="*/ 1412868 w 1723042"/>
              <a:gd name="csY8199" fmla="*/ 1114920 h 1114920"/>
              <a:gd name="csX8200" fmla="*/ 1413037 w 1723042"/>
              <a:gd name="csY8200" fmla="*/ 1114920 h 1114920"/>
              <a:gd name="csX8201" fmla="*/ 1413215 w 1723042"/>
              <a:gd name="csY8201" fmla="*/ 1114920 h 1114920"/>
              <a:gd name="csX8202" fmla="*/ 1413383 w 1723042"/>
              <a:gd name="csY8202" fmla="*/ 1114920 h 1114920"/>
              <a:gd name="csX8203" fmla="*/ 1413553 w 1723042"/>
              <a:gd name="csY8203" fmla="*/ 1114920 h 1114920"/>
              <a:gd name="csX8204" fmla="*/ 1413730 w 1723042"/>
              <a:gd name="csY8204" fmla="*/ 1114920 h 1114920"/>
              <a:gd name="csX8205" fmla="*/ 1413900 w 1723042"/>
              <a:gd name="csY8205" fmla="*/ 1114920 h 1114920"/>
              <a:gd name="csX8206" fmla="*/ 1414069 w 1723042"/>
              <a:gd name="csY8206" fmla="*/ 1114920 h 1114920"/>
              <a:gd name="csX8207" fmla="*/ 1414247 w 1723042"/>
              <a:gd name="csY8207" fmla="*/ 1114920 h 1114920"/>
              <a:gd name="csX8208" fmla="*/ 1414416 w 1723042"/>
              <a:gd name="csY8208" fmla="*/ 1114920 h 1114920"/>
              <a:gd name="csX8209" fmla="*/ 1414585 w 1723042"/>
              <a:gd name="csY8209" fmla="*/ 1114920 h 1114920"/>
              <a:gd name="csX8210" fmla="*/ 1414762 w 1723042"/>
              <a:gd name="csY8210" fmla="*/ 1114920 h 1114920"/>
              <a:gd name="csX8211" fmla="*/ 1414931 w 1723042"/>
              <a:gd name="csY8211" fmla="*/ 1114920 h 1114920"/>
              <a:gd name="csX8212" fmla="*/ 1415109 w 1723042"/>
              <a:gd name="csY8212" fmla="*/ 1114920 h 1114920"/>
              <a:gd name="csX8213" fmla="*/ 1415278 w 1723042"/>
              <a:gd name="csY8213" fmla="*/ 1114920 h 1114920"/>
              <a:gd name="csX8214" fmla="*/ 1415448 w 1723042"/>
              <a:gd name="csY8214" fmla="*/ 1114920 h 1114920"/>
              <a:gd name="csX8215" fmla="*/ 1415625 w 1723042"/>
              <a:gd name="csY8215" fmla="*/ 1114920 h 1114920"/>
              <a:gd name="csX8216" fmla="*/ 1415794 w 1723042"/>
              <a:gd name="csY8216" fmla="*/ 1114920 h 1114920"/>
              <a:gd name="csX8217" fmla="*/ 1415963 w 1723042"/>
              <a:gd name="csY8217" fmla="*/ 1114920 h 1114920"/>
              <a:gd name="csX8218" fmla="*/ 1416141 w 1723042"/>
              <a:gd name="csY8218" fmla="*/ 1114920 h 1114920"/>
              <a:gd name="csX8219" fmla="*/ 1416310 w 1723042"/>
              <a:gd name="csY8219" fmla="*/ 1114920 h 1114920"/>
              <a:gd name="csX8220" fmla="*/ 1416488 w 1723042"/>
              <a:gd name="csY8220" fmla="*/ 1114920 h 1114920"/>
              <a:gd name="csX8221" fmla="*/ 1416657 w 1723042"/>
              <a:gd name="csY8221" fmla="*/ 1114920 h 1114920"/>
              <a:gd name="csX8222" fmla="*/ 1416826 w 1723042"/>
              <a:gd name="csY8222" fmla="*/ 1114920 h 1114920"/>
              <a:gd name="csX8223" fmla="*/ 1417004 w 1723042"/>
              <a:gd name="csY8223" fmla="*/ 1114920 h 1114920"/>
              <a:gd name="csX8224" fmla="*/ 1417173 w 1723042"/>
              <a:gd name="csY8224" fmla="*/ 1114920 h 1114920"/>
              <a:gd name="csX8225" fmla="*/ 1417342 w 1723042"/>
              <a:gd name="csY8225" fmla="*/ 1114920 h 1114920"/>
              <a:gd name="csX8226" fmla="*/ 1417520 w 1723042"/>
              <a:gd name="csY8226" fmla="*/ 1114920 h 1114920"/>
              <a:gd name="csX8227" fmla="*/ 1417689 w 1723042"/>
              <a:gd name="csY8227" fmla="*/ 1114920 h 1114920"/>
              <a:gd name="csX8228" fmla="*/ 1417858 w 1723042"/>
              <a:gd name="csY8228" fmla="*/ 1114920 h 1114920"/>
              <a:gd name="csX8229" fmla="*/ 1418036 w 1723042"/>
              <a:gd name="csY8229" fmla="*/ 1114920 h 1114920"/>
              <a:gd name="csX8230" fmla="*/ 1418205 w 1723042"/>
              <a:gd name="csY8230" fmla="*/ 1114920 h 1114920"/>
              <a:gd name="csX8231" fmla="*/ 1418383 w 1723042"/>
              <a:gd name="csY8231" fmla="*/ 1114920 h 1114920"/>
              <a:gd name="csX8232" fmla="*/ 1418552 w 1723042"/>
              <a:gd name="csY8232" fmla="*/ 1114920 h 1114920"/>
              <a:gd name="csX8233" fmla="*/ 1418721 w 1723042"/>
              <a:gd name="csY8233" fmla="*/ 1114920 h 1114920"/>
              <a:gd name="csX8234" fmla="*/ 1418899 w 1723042"/>
              <a:gd name="csY8234" fmla="*/ 1114920 h 1114920"/>
              <a:gd name="csX8235" fmla="*/ 1419068 w 1723042"/>
              <a:gd name="csY8235" fmla="*/ 1114920 h 1114920"/>
              <a:gd name="csX8236" fmla="*/ 1419237 w 1723042"/>
              <a:gd name="csY8236" fmla="*/ 1114920 h 1114920"/>
              <a:gd name="csX8237" fmla="*/ 1419415 w 1723042"/>
              <a:gd name="csY8237" fmla="*/ 1114920 h 1114920"/>
              <a:gd name="csX8238" fmla="*/ 1419584 w 1723042"/>
              <a:gd name="csY8238" fmla="*/ 1114920 h 1114920"/>
              <a:gd name="csX8239" fmla="*/ 1419762 w 1723042"/>
              <a:gd name="csY8239" fmla="*/ 1114920 h 1114920"/>
              <a:gd name="csX8240" fmla="*/ 1419931 w 1723042"/>
              <a:gd name="csY8240" fmla="*/ 1114920 h 1114920"/>
              <a:gd name="csX8241" fmla="*/ 1420100 w 1723042"/>
              <a:gd name="csY8241" fmla="*/ 1114920 h 1114920"/>
              <a:gd name="csX8242" fmla="*/ 1420278 w 1723042"/>
              <a:gd name="csY8242" fmla="*/ 1114920 h 1114920"/>
              <a:gd name="csX8243" fmla="*/ 1420447 w 1723042"/>
              <a:gd name="csY8243" fmla="*/ 1114920 h 1114920"/>
              <a:gd name="csX8244" fmla="*/ 1420616 w 1723042"/>
              <a:gd name="csY8244" fmla="*/ 1114920 h 1114920"/>
              <a:gd name="csX8245" fmla="*/ 1420794 w 1723042"/>
              <a:gd name="csY8245" fmla="*/ 1114920 h 1114920"/>
              <a:gd name="csX8246" fmla="*/ 1420963 w 1723042"/>
              <a:gd name="csY8246" fmla="*/ 1114920 h 1114920"/>
              <a:gd name="csX8247" fmla="*/ 1421141 w 1723042"/>
              <a:gd name="csY8247" fmla="*/ 1114920 h 1114920"/>
              <a:gd name="csX8248" fmla="*/ 1421310 w 1723042"/>
              <a:gd name="csY8248" fmla="*/ 1114920 h 1114920"/>
              <a:gd name="csX8249" fmla="*/ 1421479 w 1723042"/>
              <a:gd name="csY8249" fmla="*/ 1114920 h 1114920"/>
              <a:gd name="csX8250" fmla="*/ 1421657 w 1723042"/>
              <a:gd name="csY8250" fmla="*/ 1114920 h 1114920"/>
              <a:gd name="csX8251" fmla="*/ 1421826 w 1723042"/>
              <a:gd name="csY8251" fmla="*/ 1114920 h 1114920"/>
              <a:gd name="csX8252" fmla="*/ 1421995 w 1723042"/>
              <a:gd name="csY8252" fmla="*/ 1114920 h 1114920"/>
              <a:gd name="csX8253" fmla="*/ 1422173 w 1723042"/>
              <a:gd name="csY8253" fmla="*/ 1114920 h 1114920"/>
              <a:gd name="csX8254" fmla="*/ 1422342 w 1723042"/>
              <a:gd name="csY8254" fmla="*/ 1114920 h 1114920"/>
              <a:gd name="csX8255" fmla="*/ 1422511 w 1723042"/>
              <a:gd name="csY8255" fmla="*/ 1114920 h 1114920"/>
              <a:gd name="csX8256" fmla="*/ 1422689 w 1723042"/>
              <a:gd name="csY8256" fmla="*/ 1114920 h 1114920"/>
              <a:gd name="csX8257" fmla="*/ 1422858 w 1723042"/>
              <a:gd name="csY8257" fmla="*/ 1114920 h 1114920"/>
              <a:gd name="csX8258" fmla="*/ 1423036 w 1723042"/>
              <a:gd name="csY8258" fmla="*/ 1114920 h 1114920"/>
              <a:gd name="csX8259" fmla="*/ 1423205 w 1723042"/>
              <a:gd name="csY8259" fmla="*/ 1114920 h 1114920"/>
              <a:gd name="csX8260" fmla="*/ 1423374 w 1723042"/>
              <a:gd name="csY8260" fmla="*/ 1114920 h 1114920"/>
              <a:gd name="csX8261" fmla="*/ 1423552 w 1723042"/>
              <a:gd name="csY8261" fmla="*/ 1114920 h 1114920"/>
              <a:gd name="csX8262" fmla="*/ 1423721 w 1723042"/>
              <a:gd name="csY8262" fmla="*/ 1114920 h 1114920"/>
              <a:gd name="csX8263" fmla="*/ 1423890 w 1723042"/>
              <a:gd name="csY8263" fmla="*/ 1114920 h 1114920"/>
              <a:gd name="csX8264" fmla="*/ 1424068 w 1723042"/>
              <a:gd name="csY8264" fmla="*/ 1114920 h 1114920"/>
              <a:gd name="csX8265" fmla="*/ 1424237 w 1723042"/>
              <a:gd name="csY8265" fmla="*/ 1114920 h 1114920"/>
              <a:gd name="csX8266" fmla="*/ 1424415 w 1723042"/>
              <a:gd name="csY8266" fmla="*/ 1114920 h 1114920"/>
              <a:gd name="csX8267" fmla="*/ 1424584 w 1723042"/>
              <a:gd name="csY8267" fmla="*/ 1114920 h 1114920"/>
              <a:gd name="csX8268" fmla="*/ 1424753 w 1723042"/>
              <a:gd name="csY8268" fmla="*/ 1114920 h 1114920"/>
              <a:gd name="csX8269" fmla="*/ 1424931 w 1723042"/>
              <a:gd name="csY8269" fmla="*/ 1114920 h 1114920"/>
              <a:gd name="csX8270" fmla="*/ 1425100 w 1723042"/>
              <a:gd name="csY8270" fmla="*/ 1114920 h 1114920"/>
              <a:gd name="csX8271" fmla="*/ 1425269 w 1723042"/>
              <a:gd name="csY8271" fmla="*/ 1114920 h 1114920"/>
              <a:gd name="csX8272" fmla="*/ 1425447 w 1723042"/>
              <a:gd name="csY8272" fmla="*/ 1114920 h 1114920"/>
              <a:gd name="csX8273" fmla="*/ 1425616 w 1723042"/>
              <a:gd name="csY8273" fmla="*/ 1114920 h 1114920"/>
              <a:gd name="csX8274" fmla="*/ 1425794 w 1723042"/>
              <a:gd name="csY8274" fmla="*/ 1114920 h 1114920"/>
              <a:gd name="csX8275" fmla="*/ 1425963 w 1723042"/>
              <a:gd name="csY8275" fmla="*/ 1114920 h 1114920"/>
              <a:gd name="csX8276" fmla="*/ 1426132 w 1723042"/>
              <a:gd name="csY8276" fmla="*/ 1114920 h 1114920"/>
              <a:gd name="csX8277" fmla="*/ 1426310 w 1723042"/>
              <a:gd name="csY8277" fmla="*/ 1114920 h 1114920"/>
              <a:gd name="csX8278" fmla="*/ 1426479 w 1723042"/>
              <a:gd name="csY8278" fmla="*/ 1114920 h 1114920"/>
              <a:gd name="csX8279" fmla="*/ 1426648 w 1723042"/>
              <a:gd name="csY8279" fmla="*/ 1114920 h 1114920"/>
              <a:gd name="csX8280" fmla="*/ 1426826 w 1723042"/>
              <a:gd name="csY8280" fmla="*/ 1114920 h 1114920"/>
              <a:gd name="csX8281" fmla="*/ 1426995 w 1723042"/>
              <a:gd name="csY8281" fmla="*/ 1114920 h 1114920"/>
              <a:gd name="csX8282" fmla="*/ 1427164 w 1723042"/>
              <a:gd name="csY8282" fmla="*/ 1114920 h 1114920"/>
              <a:gd name="csX8283" fmla="*/ 1427342 w 1723042"/>
              <a:gd name="csY8283" fmla="*/ 1114920 h 1114920"/>
              <a:gd name="csX8284" fmla="*/ 1427511 w 1723042"/>
              <a:gd name="csY8284" fmla="*/ 1114920 h 1114920"/>
              <a:gd name="csX8285" fmla="*/ 1427689 w 1723042"/>
              <a:gd name="csY8285" fmla="*/ 1114920 h 1114920"/>
              <a:gd name="csX8286" fmla="*/ 1427858 w 1723042"/>
              <a:gd name="csY8286" fmla="*/ 1114920 h 1114920"/>
              <a:gd name="csX8287" fmla="*/ 1428027 w 1723042"/>
              <a:gd name="csY8287" fmla="*/ 1114920 h 1114920"/>
              <a:gd name="csX8288" fmla="*/ 1428205 w 1723042"/>
              <a:gd name="csY8288" fmla="*/ 1114920 h 1114920"/>
              <a:gd name="csX8289" fmla="*/ 1428374 w 1723042"/>
              <a:gd name="csY8289" fmla="*/ 1114920 h 1114920"/>
              <a:gd name="csX8290" fmla="*/ 1428543 w 1723042"/>
              <a:gd name="csY8290" fmla="*/ 1114920 h 1114920"/>
              <a:gd name="csX8291" fmla="*/ 1428721 w 1723042"/>
              <a:gd name="csY8291" fmla="*/ 1114920 h 1114920"/>
              <a:gd name="csX8292" fmla="*/ 1428890 w 1723042"/>
              <a:gd name="csY8292" fmla="*/ 1114920 h 1114920"/>
              <a:gd name="csX8293" fmla="*/ 1429068 w 1723042"/>
              <a:gd name="csY8293" fmla="*/ 1114920 h 1114920"/>
              <a:gd name="csX8294" fmla="*/ 1429237 w 1723042"/>
              <a:gd name="csY8294" fmla="*/ 1114920 h 1114920"/>
              <a:gd name="csX8295" fmla="*/ 1429406 w 1723042"/>
              <a:gd name="csY8295" fmla="*/ 1114920 h 1114920"/>
              <a:gd name="csX8296" fmla="*/ 1429584 w 1723042"/>
              <a:gd name="csY8296" fmla="*/ 1114920 h 1114920"/>
              <a:gd name="csX8297" fmla="*/ 1429753 w 1723042"/>
              <a:gd name="csY8297" fmla="*/ 1114920 h 1114920"/>
              <a:gd name="csX8298" fmla="*/ 1429922 w 1723042"/>
              <a:gd name="csY8298" fmla="*/ 1114920 h 1114920"/>
              <a:gd name="csX8299" fmla="*/ 1430100 w 1723042"/>
              <a:gd name="csY8299" fmla="*/ 1114920 h 1114920"/>
              <a:gd name="csX8300" fmla="*/ 1430269 w 1723042"/>
              <a:gd name="csY8300" fmla="*/ 1114920 h 1114920"/>
              <a:gd name="csX8301" fmla="*/ 1430438 w 1723042"/>
              <a:gd name="csY8301" fmla="*/ 1114920 h 1114920"/>
              <a:gd name="csX8302" fmla="*/ 1430616 w 1723042"/>
              <a:gd name="csY8302" fmla="*/ 1114920 h 1114920"/>
              <a:gd name="csX8303" fmla="*/ 1430785 w 1723042"/>
              <a:gd name="csY8303" fmla="*/ 1114920 h 1114920"/>
              <a:gd name="csX8304" fmla="*/ 1430963 w 1723042"/>
              <a:gd name="csY8304" fmla="*/ 1114920 h 1114920"/>
              <a:gd name="csX8305" fmla="*/ 1431132 w 1723042"/>
              <a:gd name="csY8305" fmla="*/ 1114920 h 1114920"/>
              <a:gd name="csX8306" fmla="*/ 1431301 w 1723042"/>
              <a:gd name="csY8306" fmla="*/ 1114920 h 1114920"/>
              <a:gd name="csX8307" fmla="*/ 1431479 w 1723042"/>
              <a:gd name="csY8307" fmla="*/ 1114920 h 1114920"/>
              <a:gd name="csX8308" fmla="*/ 1431648 w 1723042"/>
              <a:gd name="csY8308" fmla="*/ 1114920 h 1114920"/>
              <a:gd name="csX8309" fmla="*/ 1431817 w 1723042"/>
              <a:gd name="csY8309" fmla="*/ 1114920 h 1114920"/>
              <a:gd name="csX8310" fmla="*/ 1431995 w 1723042"/>
              <a:gd name="csY8310" fmla="*/ 1114920 h 1114920"/>
              <a:gd name="csX8311" fmla="*/ 1432164 w 1723042"/>
              <a:gd name="csY8311" fmla="*/ 1114920 h 1114920"/>
              <a:gd name="csX8312" fmla="*/ 1432342 w 1723042"/>
              <a:gd name="csY8312" fmla="*/ 1114920 h 1114920"/>
              <a:gd name="csX8313" fmla="*/ 1432511 w 1723042"/>
              <a:gd name="csY8313" fmla="*/ 1114920 h 1114920"/>
              <a:gd name="csX8314" fmla="*/ 1432680 w 1723042"/>
              <a:gd name="csY8314" fmla="*/ 1114920 h 1114920"/>
              <a:gd name="csX8315" fmla="*/ 1432858 w 1723042"/>
              <a:gd name="csY8315" fmla="*/ 1114920 h 1114920"/>
              <a:gd name="csX8316" fmla="*/ 1433027 w 1723042"/>
              <a:gd name="csY8316" fmla="*/ 1114920 h 1114920"/>
              <a:gd name="csX8317" fmla="*/ 1433196 w 1723042"/>
              <a:gd name="csY8317" fmla="*/ 1114920 h 1114920"/>
              <a:gd name="csX8318" fmla="*/ 1433374 w 1723042"/>
              <a:gd name="csY8318" fmla="*/ 1114920 h 1114920"/>
              <a:gd name="csX8319" fmla="*/ 1433543 w 1723042"/>
              <a:gd name="csY8319" fmla="*/ 1114920 h 1114920"/>
              <a:gd name="csX8320" fmla="*/ 1433721 w 1723042"/>
              <a:gd name="csY8320" fmla="*/ 1114920 h 1114920"/>
              <a:gd name="csX8321" fmla="*/ 1433890 w 1723042"/>
              <a:gd name="csY8321" fmla="*/ 1114920 h 1114920"/>
              <a:gd name="csX8322" fmla="*/ 1434059 w 1723042"/>
              <a:gd name="csY8322" fmla="*/ 1114920 h 1114920"/>
              <a:gd name="csX8323" fmla="*/ 1434237 w 1723042"/>
              <a:gd name="csY8323" fmla="*/ 1114920 h 1114920"/>
              <a:gd name="csX8324" fmla="*/ 1434406 w 1723042"/>
              <a:gd name="csY8324" fmla="*/ 1114920 h 1114920"/>
              <a:gd name="csX8325" fmla="*/ 1434575 w 1723042"/>
              <a:gd name="csY8325" fmla="*/ 1114920 h 1114920"/>
              <a:gd name="csX8326" fmla="*/ 1434753 w 1723042"/>
              <a:gd name="csY8326" fmla="*/ 1114920 h 1114920"/>
              <a:gd name="csX8327" fmla="*/ 1434922 w 1723042"/>
              <a:gd name="csY8327" fmla="*/ 1114920 h 1114920"/>
              <a:gd name="csX8328" fmla="*/ 1435091 w 1723042"/>
              <a:gd name="csY8328" fmla="*/ 1114920 h 1114920"/>
              <a:gd name="csX8329" fmla="*/ 1435269 w 1723042"/>
              <a:gd name="csY8329" fmla="*/ 1114920 h 1114920"/>
              <a:gd name="csX8330" fmla="*/ 1435438 w 1723042"/>
              <a:gd name="csY8330" fmla="*/ 1114920 h 1114920"/>
              <a:gd name="csX8331" fmla="*/ 1435616 w 1723042"/>
              <a:gd name="csY8331" fmla="*/ 1114920 h 1114920"/>
              <a:gd name="csX8332" fmla="*/ 1435785 w 1723042"/>
              <a:gd name="csY8332" fmla="*/ 1114920 h 1114920"/>
              <a:gd name="csX8333" fmla="*/ 1435954 w 1723042"/>
              <a:gd name="csY8333" fmla="*/ 1114920 h 1114920"/>
              <a:gd name="csX8334" fmla="*/ 1436132 w 1723042"/>
              <a:gd name="csY8334" fmla="*/ 1114920 h 1114920"/>
              <a:gd name="csX8335" fmla="*/ 1436301 w 1723042"/>
              <a:gd name="csY8335" fmla="*/ 1114920 h 1114920"/>
              <a:gd name="csX8336" fmla="*/ 1436470 w 1723042"/>
              <a:gd name="csY8336" fmla="*/ 1114920 h 1114920"/>
              <a:gd name="csX8337" fmla="*/ 1436648 w 1723042"/>
              <a:gd name="csY8337" fmla="*/ 1114920 h 1114920"/>
              <a:gd name="csX8338" fmla="*/ 1436817 w 1723042"/>
              <a:gd name="csY8338" fmla="*/ 1114920 h 1114920"/>
              <a:gd name="csX8339" fmla="*/ 1436995 w 1723042"/>
              <a:gd name="csY8339" fmla="*/ 1114920 h 1114920"/>
              <a:gd name="csX8340" fmla="*/ 1437164 w 1723042"/>
              <a:gd name="csY8340" fmla="*/ 1114920 h 1114920"/>
              <a:gd name="csX8341" fmla="*/ 1437333 w 1723042"/>
              <a:gd name="csY8341" fmla="*/ 1114920 h 1114920"/>
              <a:gd name="csX8342" fmla="*/ 1437511 w 1723042"/>
              <a:gd name="csY8342" fmla="*/ 1114920 h 1114920"/>
              <a:gd name="csX8343" fmla="*/ 1437680 w 1723042"/>
              <a:gd name="csY8343" fmla="*/ 1114920 h 1114920"/>
              <a:gd name="csX8344" fmla="*/ 1437849 w 1723042"/>
              <a:gd name="csY8344" fmla="*/ 1114920 h 1114920"/>
              <a:gd name="csX8345" fmla="*/ 1438027 w 1723042"/>
              <a:gd name="csY8345" fmla="*/ 1114920 h 1114920"/>
              <a:gd name="csX8346" fmla="*/ 1438196 w 1723042"/>
              <a:gd name="csY8346" fmla="*/ 1114920 h 1114920"/>
              <a:gd name="csX8347" fmla="*/ 1438365 w 1723042"/>
              <a:gd name="csY8347" fmla="*/ 1114920 h 1114920"/>
              <a:gd name="csX8348" fmla="*/ 1438543 w 1723042"/>
              <a:gd name="csY8348" fmla="*/ 1114920 h 1114920"/>
              <a:gd name="csX8349" fmla="*/ 1438712 w 1723042"/>
              <a:gd name="csY8349" fmla="*/ 1114920 h 1114920"/>
              <a:gd name="csX8350" fmla="*/ 1438890 w 1723042"/>
              <a:gd name="csY8350" fmla="*/ 1114920 h 1114920"/>
              <a:gd name="csX8351" fmla="*/ 1439059 w 1723042"/>
              <a:gd name="csY8351" fmla="*/ 1114920 h 1114920"/>
              <a:gd name="csX8352" fmla="*/ 1439228 w 1723042"/>
              <a:gd name="csY8352" fmla="*/ 1114920 h 1114920"/>
              <a:gd name="csX8353" fmla="*/ 1439406 w 1723042"/>
              <a:gd name="csY8353" fmla="*/ 1114920 h 1114920"/>
              <a:gd name="csX8354" fmla="*/ 1439575 w 1723042"/>
              <a:gd name="csY8354" fmla="*/ 1114920 h 1114920"/>
              <a:gd name="csX8355" fmla="*/ 1439744 w 1723042"/>
              <a:gd name="csY8355" fmla="*/ 1114920 h 1114920"/>
              <a:gd name="csX8356" fmla="*/ 1439922 w 1723042"/>
              <a:gd name="csY8356" fmla="*/ 1114920 h 1114920"/>
              <a:gd name="csX8357" fmla="*/ 1440091 w 1723042"/>
              <a:gd name="csY8357" fmla="*/ 1114920 h 1114920"/>
              <a:gd name="csX8358" fmla="*/ 1440269 w 1723042"/>
              <a:gd name="csY8358" fmla="*/ 1114920 h 1114920"/>
              <a:gd name="csX8359" fmla="*/ 1440438 w 1723042"/>
              <a:gd name="csY8359" fmla="*/ 1114920 h 1114920"/>
              <a:gd name="csX8360" fmla="*/ 1440607 w 1723042"/>
              <a:gd name="csY8360" fmla="*/ 1114920 h 1114920"/>
              <a:gd name="csX8361" fmla="*/ 1440785 w 1723042"/>
              <a:gd name="csY8361" fmla="*/ 1114920 h 1114920"/>
              <a:gd name="csX8362" fmla="*/ 1440954 w 1723042"/>
              <a:gd name="csY8362" fmla="*/ 1114920 h 1114920"/>
              <a:gd name="csX8363" fmla="*/ 1441123 w 1723042"/>
              <a:gd name="csY8363" fmla="*/ 1114920 h 1114920"/>
              <a:gd name="csX8364" fmla="*/ 1441301 w 1723042"/>
              <a:gd name="csY8364" fmla="*/ 1114920 h 1114920"/>
              <a:gd name="csX8365" fmla="*/ 1441470 w 1723042"/>
              <a:gd name="csY8365" fmla="*/ 1114920 h 1114920"/>
              <a:gd name="csX8366" fmla="*/ 1441648 w 1723042"/>
              <a:gd name="csY8366" fmla="*/ 1114920 h 1114920"/>
              <a:gd name="csX8367" fmla="*/ 1441817 w 1723042"/>
              <a:gd name="csY8367" fmla="*/ 1114920 h 1114920"/>
              <a:gd name="csX8368" fmla="*/ 1441986 w 1723042"/>
              <a:gd name="csY8368" fmla="*/ 1114920 h 1114920"/>
              <a:gd name="csX8369" fmla="*/ 1442164 w 1723042"/>
              <a:gd name="csY8369" fmla="*/ 1114920 h 1114920"/>
              <a:gd name="csX8370" fmla="*/ 1442333 w 1723042"/>
              <a:gd name="csY8370" fmla="*/ 1114920 h 1114920"/>
              <a:gd name="csX8371" fmla="*/ 1442502 w 1723042"/>
              <a:gd name="csY8371" fmla="*/ 1114920 h 1114920"/>
              <a:gd name="csX8372" fmla="*/ 1442680 w 1723042"/>
              <a:gd name="csY8372" fmla="*/ 1114920 h 1114920"/>
              <a:gd name="csX8373" fmla="*/ 1442849 w 1723042"/>
              <a:gd name="csY8373" fmla="*/ 1114920 h 1114920"/>
              <a:gd name="csX8374" fmla="*/ 1443018 w 1723042"/>
              <a:gd name="csY8374" fmla="*/ 1114920 h 1114920"/>
              <a:gd name="csX8375" fmla="*/ 1443195 w 1723042"/>
              <a:gd name="csY8375" fmla="*/ 1114920 h 1114920"/>
              <a:gd name="csX8376" fmla="*/ 1443365 w 1723042"/>
              <a:gd name="csY8376" fmla="*/ 1114920 h 1114920"/>
              <a:gd name="csX8377" fmla="*/ 1443542 w 1723042"/>
              <a:gd name="csY8377" fmla="*/ 1114920 h 1114920"/>
              <a:gd name="csX8378" fmla="*/ 1443712 w 1723042"/>
              <a:gd name="csY8378" fmla="*/ 1114920 h 1114920"/>
              <a:gd name="csX8379" fmla="*/ 1443881 w 1723042"/>
              <a:gd name="csY8379" fmla="*/ 1114920 h 1114920"/>
              <a:gd name="csX8380" fmla="*/ 1444059 w 1723042"/>
              <a:gd name="csY8380" fmla="*/ 1114920 h 1114920"/>
              <a:gd name="csX8381" fmla="*/ 1444228 w 1723042"/>
              <a:gd name="csY8381" fmla="*/ 1114920 h 1114920"/>
              <a:gd name="csX8382" fmla="*/ 1444396 w 1723042"/>
              <a:gd name="csY8382" fmla="*/ 1114920 h 1114920"/>
              <a:gd name="csX8383" fmla="*/ 1444574 w 1723042"/>
              <a:gd name="csY8383" fmla="*/ 1114920 h 1114920"/>
              <a:gd name="csX8384" fmla="*/ 1444743 w 1723042"/>
              <a:gd name="csY8384" fmla="*/ 1114920 h 1114920"/>
              <a:gd name="csX8385" fmla="*/ 1444921 w 1723042"/>
              <a:gd name="csY8385" fmla="*/ 1114920 h 1114920"/>
              <a:gd name="csX8386" fmla="*/ 1445090 w 1723042"/>
              <a:gd name="csY8386" fmla="*/ 1114920 h 1114920"/>
              <a:gd name="csX8387" fmla="*/ 1445260 w 1723042"/>
              <a:gd name="csY8387" fmla="*/ 1114920 h 1114920"/>
              <a:gd name="csX8388" fmla="*/ 1445437 w 1723042"/>
              <a:gd name="csY8388" fmla="*/ 1114920 h 1114920"/>
              <a:gd name="csX8389" fmla="*/ 1445607 w 1723042"/>
              <a:gd name="csY8389" fmla="*/ 1114920 h 1114920"/>
              <a:gd name="csX8390" fmla="*/ 1445775 w 1723042"/>
              <a:gd name="csY8390" fmla="*/ 1114920 h 1114920"/>
              <a:gd name="csX8391" fmla="*/ 1445953 w 1723042"/>
              <a:gd name="csY8391" fmla="*/ 1114920 h 1114920"/>
              <a:gd name="csX8392" fmla="*/ 1446122 w 1723042"/>
              <a:gd name="csY8392" fmla="*/ 1114920 h 1114920"/>
              <a:gd name="csX8393" fmla="*/ 1446291 w 1723042"/>
              <a:gd name="csY8393" fmla="*/ 1114920 h 1114920"/>
              <a:gd name="csX8394" fmla="*/ 1446469 w 1723042"/>
              <a:gd name="csY8394" fmla="*/ 1114920 h 1114920"/>
              <a:gd name="csX8395" fmla="*/ 1446638 w 1723042"/>
              <a:gd name="csY8395" fmla="*/ 1114920 h 1114920"/>
              <a:gd name="csX8396" fmla="*/ 1446816 w 1723042"/>
              <a:gd name="csY8396" fmla="*/ 1114920 h 1114920"/>
              <a:gd name="csX8397" fmla="*/ 1446985 w 1723042"/>
              <a:gd name="csY8397" fmla="*/ 1114920 h 1114920"/>
              <a:gd name="csX8398" fmla="*/ 1447154 w 1723042"/>
              <a:gd name="csY8398" fmla="*/ 1114920 h 1114920"/>
              <a:gd name="csX8399" fmla="*/ 1447332 w 1723042"/>
              <a:gd name="csY8399" fmla="*/ 1114920 h 1114920"/>
              <a:gd name="csX8400" fmla="*/ 1447501 w 1723042"/>
              <a:gd name="csY8400" fmla="*/ 1114920 h 1114920"/>
              <a:gd name="csX8401" fmla="*/ 1447670 w 1723042"/>
              <a:gd name="csY8401" fmla="*/ 1114920 h 1114920"/>
              <a:gd name="csX8402" fmla="*/ 1447848 w 1723042"/>
              <a:gd name="csY8402" fmla="*/ 1114920 h 1114920"/>
              <a:gd name="csX8403" fmla="*/ 1448017 w 1723042"/>
              <a:gd name="csY8403" fmla="*/ 1114920 h 1114920"/>
              <a:gd name="csX8404" fmla="*/ 1448195 w 1723042"/>
              <a:gd name="csY8404" fmla="*/ 1114920 h 1114920"/>
              <a:gd name="csX8405" fmla="*/ 1448364 w 1723042"/>
              <a:gd name="csY8405" fmla="*/ 1114920 h 1114920"/>
              <a:gd name="csX8406" fmla="*/ 1448533 w 1723042"/>
              <a:gd name="csY8406" fmla="*/ 1114920 h 1114920"/>
              <a:gd name="csX8407" fmla="*/ 1448711 w 1723042"/>
              <a:gd name="csY8407" fmla="*/ 1114920 h 1114920"/>
              <a:gd name="csX8408" fmla="*/ 1448880 w 1723042"/>
              <a:gd name="csY8408" fmla="*/ 1114920 h 1114920"/>
              <a:gd name="csX8409" fmla="*/ 1449049 w 1723042"/>
              <a:gd name="csY8409" fmla="*/ 1114920 h 1114920"/>
              <a:gd name="csX8410" fmla="*/ 1449227 w 1723042"/>
              <a:gd name="csY8410" fmla="*/ 1114920 h 1114920"/>
              <a:gd name="csX8411" fmla="*/ 1449396 w 1723042"/>
              <a:gd name="csY8411" fmla="*/ 1114920 h 1114920"/>
              <a:gd name="csX8412" fmla="*/ 1449574 w 1723042"/>
              <a:gd name="csY8412" fmla="*/ 1114920 h 1114920"/>
              <a:gd name="csX8413" fmla="*/ 1449743 w 1723042"/>
              <a:gd name="csY8413" fmla="*/ 1114920 h 1114920"/>
              <a:gd name="csX8414" fmla="*/ 1449912 w 1723042"/>
              <a:gd name="csY8414" fmla="*/ 1114920 h 1114920"/>
              <a:gd name="csX8415" fmla="*/ 1450090 w 1723042"/>
              <a:gd name="csY8415" fmla="*/ 1114920 h 1114920"/>
              <a:gd name="csX8416" fmla="*/ 1450259 w 1723042"/>
              <a:gd name="csY8416" fmla="*/ 1114920 h 1114920"/>
              <a:gd name="csX8417" fmla="*/ 1450428 w 1723042"/>
              <a:gd name="csY8417" fmla="*/ 1114920 h 1114920"/>
              <a:gd name="csX8418" fmla="*/ 1450606 w 1723042"/>
              <a:gd name="csY8418" fmla="*/ 1114920 h 1114920"/>
              <a:gd name="csX8419" fmla="*/ 1450775 w 1723042"/>
              <a:gd name="csY8419" fmla="*/ 1114920 h 1114920"/>
              <a:gd name="csX8420" fmla="*/ 1450944 w 1723042"/>
              <a:gd name="csY8420" fmla="*/ 1114920 h 1114920"/>
              <a:gd name="csX8421" fmla="*/ 1451122 w 1723042"/>
              <a:gd name="csY8421" fmla="*/ 1114920 h 1114920"/>
              <a:gd name="csX8422" fmla="*/ 1451291 w 1723042"/>
              <a:gd name="csY8422" fmla="*/ 1114920 h 1114920"/>
              <a:gd name="csX8423" fmla="*/ 1451469 w 1723042"/>
              <a:gd name="csY8423" fmla="*/ 1114920 h 1114920"/>
              <a:gd name="csX8424" fmla="*/ 1451638 w 1723042"/>
              <a:gd name="csY8424" fmla="*/ 1114920 h 1114920"/>
              <a:gd name="csX8425" fmla="*/ 1451807 w 1723042"/>
              <a:gd name="csY8425" fmla="*/ 1114920 h 1114920"/>
              <a:gd name="csX8426" fmla="*/ 1451985 w 1723042"/>
              <a:gd name="csY8426" fmla="*/ 1114920 h 1114920"/>
              <a:gd name="csX8427" fmla="*/ 1452154 w 1723042"/>
              <a:gd name="csY8427" fmla="*/ 1114920 h 1114920"/>
              <a:gd name="csX8428" fmla="*/ 1452323 w 1723042"/>
              <a:gd name="csY8428" fmla="*/ 1114920 h 1114920"/>
              <a:gd name="csX8429" fmla="*/ 1452501 w 1723042"/>
              <a:gd name="csY8429" fmla="*/ 1114920 h 1114920"/>
              <a:gd name="csX8430" fmla="*/ 1452670 w 1723042"/>
              <a:gd name="csY8430" fmla="*/ 1114920 h 1114920"/>
              <a:gd name="csX8431" fmla="*/ 1452848 w 1723042"/>
              <a:gd name="csY8431" fmla="*/ 1114920 h 1114920"/>
              <a:gd name="csX8432" fmla="*/ 1453017 w 1723042"/>
              <a:gd name="csY8432" fmla="*/ 1114920 h 1114920"/>
              <a:gd name="csX8433" fmla="*/ 1453186 w 1723042"/>
              <a:gd name="csY8433" fmla="*/ 1114920 h 1114920"/>
              <a:gd name="csX8434" fmla="*/ 1453364 w 1723042"/>
              <a:gd name="csY8434" fmla="*/ 1114920 h 1114920"/>
              <a:gd name="csX8435" fmla="*/ 1453533 w 1723042"/>
              <a:gd name="csY8435" fmla="*/ 1114920 h 1114920"/>
              <a:gd name="csX8436" fmla="*/ 1453702 w 1723042"/>
              <a:gd name="csY8436" fmla="*/ 1114920 h 1114920"/>
              <a:gd name="csX8437" fmla="*/ 1453880 w 1723042"/>
              <a:gd name="csY8437" fmla="*/ 1114920 h 1114920"/>
              <a:gd name="csX8438" fmla="*/ 1454049 w 1723042"/>
              <a:gd name="csY8438" fmla="*/ 1114920 h 1114920"/>
              <a:gd name="csX8439" fmla="*/ 1454227 w 1723042"/>
              <a:gd name="csY8439" fmla="*/ 1114920 h 1114920"/>
              <a:gd name="csX8440" fmla="*/ 1454396 w 1723042"/>
              <a:gd name="csY8440" fmla="*/ 1114920 h 1114920"/>
              <a:gd name="csX8441" fmla="*/ 1454565 w 1723042"/>
              <a:gd name="csY8441" fmla="*/ 1114920 h 1114920"/>
              <a:gd name="csX8442" fmla="*/ 1454743 w 1723042"/>
              <a:gd name="csY8442" fmla="*/ 1114920 h 1114920"/>
              <a:gd name="csX8443" fmla="*/ 1454912 w 1723042"/>
              <a:gd name="csY8443" fmla="*/ 1114920 h 1114920"/>
              <a:gd name="csX8444" fmla="*/ 1455081 w 1723042"/>
              <a:gd name="csY8444" fmla="*/ 1114920 h 1114920"/>
              <a:gd name="csX8445" fmla="*/ 1455259 w 1723042"/>
              <a:gd name="csY8445" fmla="*/ 1114920 h 1114920"/>
              <a:gd name="csX8446" fmla="*/ 1455428 w 1723042"/>
              <a:gd name="csY8446" fmla="*/ 1114920 h 1114920"/>
              <a:gd name="csX8447" fmla="*/ 1455597 w 1723042"/>
              <a:gd name="csY8447" fmla="*/ 1114920 h 1114920"/>
              <a:gd name="csX8448" fmla="*/ 1455775 w 1723042"/>
              <a:gd name="csY8448" fmla="*/ 1114920 h 1114920"/>
              <a:gd name="csX8449" fmla="*/ 1455944 w 1723042"/>
              <a:gd name="csY8449" fmla="*/ 1114920 h 1114920"/>
              <a:gd name="csX8450" fmla="*/ 1456122 w 1723042"/>
              <a:gd name="csY8450" fmla="*/ 1114920 h 1114920"/>
              <a:gd name="csX8451" fmla="*/ 1456291 w 1723042"/>
              <a:gd name="csY8451" fmla="*/ 1114920 h 1114920"/>
              <a:gd name="csX8452" fmla="*/ 1456460 w 1723042"/>
              <a:gd name="csY8452" fmla="*/ 1114920 h 1114920"/>
              <a:gd name="csX8453" fmla="*/ 1456638 w 1723042"/>
              <a:gd name="csY8453" fmla="*/ 1114920 h 1114920"/>
              <a:gd name="csX8454" fmla="*/ 1456807 w 1723042"/>
              <a:gd name="csY8454" fmla="*/ 1114920 h 1114920"/>
              <a:gd name="csX8455" fmla="*/ 1456976 w 1723042"/>
              <a:gd name="csY8455" fmla="*/ 1114920 h 1114920"/>
              <a:gd name="csX8456" fmla="*/ 1457154 w 1723042"/>
              <a:gd name="csY8456" fmla="*/ 1114920 h 1114920"/>
              <a:gd name="csX8457" fmla="*/ 1457323 w 1723042"/>
              <a:gd name="csY8457" fmla="*/ 1114920 h 1114920"/>
              <a:gd name="csX8458" fmla="*/ 1457501 w 1723042"/>
              <a:gd name="csY8458" fmla="*/ 1114920 h 1114920"/>
              <a:gd name="csX8459" fmla="*/ 1457670 w 1723042"/>
              <a:gd name="csY8459" fmla="*/ 1114920 h 1114920"/>
              <a:gd name="csX8460" fmla="*/ 1457839 w 1723042"/>
              <a:gd name="csY8460" fmla="*/ 1114920 h 1114920"/>
              <a:gd name="csX8461" fmla="*/ 1458017 w 1723042"/>
              <a:gd name="csY8461" fmla="*/ 1114920 h 1114920"/>
              <a:gd name="csX8462" fmla="*/ 1458186 w 1723042"/>
              <a:gd name="csY8462" fmla="*/ 1114920 h 1114920"/>
              <a:gd name="csX8463" fmla="*/ 1458355 w 1723042"/>
              <a:gd name="csY8463" fmla="*/ 1114920 h 1114920"/>
              <a:gd name="csX8464" fmla="*/ 1458533 w 1723042"/>
              <a:gd name="csY8464" fmla="*/ 1114920 h 1114920"/>
              <a:gd name="csX8465" fmla="*/ 1458702 w 1723042"/>
              <a:gd name="csY8465" fmla="*/ 1114920 h 1114920"/>
              <a:gd name="csX8466" fmla="*/ 1458871 w 1723042"/>
              <a:gd name="csY8466" fmla="*/ 1114920 h 1114920"/>
              <a:gd name="csX8467" fmla="*/ 1459049 w 1723042"/>
              <a:gd name="csY8467" fmla="*/ 1114920 h 1114920"/>
              <a:gd name="csX8468" fmla="*/ 1459218 w 1723042"/>
              <a:gd name="csY8468" fmla="*/ 1114920 h 1114920"/>
              <a:gd name="csX8469" fmla="*/ 1459396 w 1723042"/>
              <a:gd name="csY8469" fmla="*/ 1114920 h 1114920"/>
              <a:gd name="csX8470" fmla="*/ 1459565 w 1723042"/>
              <a:gd name="csY8470" fmla="*/ 1114920 h 1114920"/>
              <a:gd name="csX8471" fmla="*/ 1459734 w 1723042"/>
              <a:gd name="csY8471" fmla="*/ 1114920 h 1114920"/>
              <a:gd name="csX8472" fmla="*/ 1459912 w 1723042"/>
              <a:gd name="csY8472" fmla="*/ 1114920 h 1114920"/>
              <a:gd name="csX8473" fmla="*/ 1460081 w 1723042"/>
              <a:gd name="csY8473" fmla="*/ 1114920 h 1114920"/>
              <a:gd name="csX8474" fmla="*/ 1460250 w 1723042"/>
              <a:gd name="csY8474" fmla="*/ 1114920 h 1114920"/>
              <a:gd name="csX8475" fmla="*/ 1460428 w 1723042"/>
              <a:gd name="csY8475" fmla="*/ 1114920 h 1114920"/>
              <a:gd name="csX8476" fmla="*/ 1460597 w 1723042"/>
              <a:gd name="csY8476" fmla="*/ 1114920 h 1114920"/>
              <a:gd name="csX8477" fmla="*/ 1460775 w 1723042"/>
              <a:gd name="csY8477" fmla="*/ 1114920 h 1114920"/>
              <a:gd name="csX8478" fmla="*/ 1460944 w 1723042"/>
              <a:gd name="csY8478" fmla="*/ 1114920 h 1114920"/>
              <a:gd name="csX8479" fmla="*/ 1461113 w 1723042"/>
              <a:gd name="csY8479" fmla="*/ 1114920 h 1114920"/>
              <a:gd name="csX8480" fmla="*/ 1461291 w 1723042"/>
              <a:gd name="csY8480" fmla="*/ 1114920 h 1114920"/>
              <a:gd name="csX8481" fmla="*/ 1461460 w 1723042"/>
              <a:gd name="csY8481" fmla="*/ 1114920 h 1114920"/>
              <a:gd name="csX8482" fmla="*/ 1461629 w 1723042"/>
              <a:gd name="csY8482" fmla="*/ 1114920 h 1114920"/>
              <a:gd name="csX8483" fmla="*/ 1461807 w 1723042"/>
              <a:gd name="csY8483" fmla="*/ 1114920 h 1114920"/>
              <a:gd name="csX8484" fmla="*/ 1461976 w 1723042"/>
              <a:gd name="csY8484" fmla="*/ 1114920 h 1114920"/>
              <a:gd name="csX8485" fmla="*/ 1462154 w 1723042"/>
              <a:gd name="csY8485" fmla="*/ 1114920 h 1114920"/>
              <a:gd name="csX8486" fmla="*/ 1462323 w 1723042"/>
              <a:gd name="csY8486" fmla="*/ 1114920 h 1114920"/>
              <a:gd name="csX8487" fmla="*/ 1462492 w 1723042"/>
              <a:gd name="csY8487" fmla="*/ 1114920 h 1114920"/>
              <a:gd name="csX8488" fmla="*/ 1462670 w 1723042"/>
              <a:gd name="csY8488" fmla="*/ 1114920 h 1114920"/>
              <a:gd name="csX8489" fmla="*/ 1462839 w 1723042"/>
              <a:gd name="csY8489" fmla="*/ 1114920 h 1114920"/>
              <a:gd name="csX8490" fmla="*/ 1463008 w 1723042"/>
              <a:gd name="csY8490" fmla="*/ 1114920 h 1114920"/>
              <a:gd name="csX8491" fmla="*/ 1463186 w 1723042"/>
              <a:gd name="csY8491" fmla="*/ 1114920 h 1114920"/>
              <a:gd name="csX8492" fmla="*/ 1463355 w 1723042"/>
              <a:gd name="csY8492" fmla="*/ 1114920 h 1114920"/>
              <a:gd name="csX8493" fmla="*/ 1463524 w 1723042"/>
              <a:gd name="csY8493" fmla="*/ 1114920 h 1114920"/>
              <a:gd name="csX8494" fmla="*/ 1463702 w 1723042"/>
              <a:gd name="csY8494" fmla="*/ 1114920 h 1114920"/>
              <a:gd name="csX8495" fmla="*/ 1463871 w 1723042"/>
              <a:gd name="csY8495" fmla="*/ 1114920 h 1114920"/>
              <a:gd name="csX8496" fmla="*/ 1464049 w 1723042"/>
              <a:gd name="csY8496" fmla="*/ 1114920 h 1114920"/>
              <a:gd name="csX8497" fmla="*/ 1464218 w 1723042"/>
              <a:gd name="csY8497" fmla="*/ 1114920 h 1114920"/>
              <a:gd name="csX8498" fmla="*/ 1464387 w 1723042"/>
              <a:gd name="csY8498" fmla="*/ 1114920 h 1114920"/>
              <a:gd name="csX8499" fmla="*/ 1464565 w 1723042"/>
              <a:gd name="csY8499" fmla="*/ 1114920 h 1114920"/>
              <a:gd name="csX8500" fmla="*/ 1464734 w 1723042"/>
              <a:gd name="csY8500" fmla="*/ 1114920 h 1114920"/>
              <a:gd name="csX8501" fmla="*/ 1464903 w 1723042"/>
              <a:gd name="csY8501" fmla="*/ 1114920 h 1114920"/>
              <a:gd name="csX8502" fmla="*/ 1465081 w 1723042"/>
              <a:gd name="csY8502" fmla="*/ 1114920 h 1114920"/>
              <a:gd name="csX8503" fmla="*/ 1465250 w 1723042"/>
              <a:gd name="csY8503" fmla="*/ 1114920 h 1114920"/>
              <a:gd name="csX8504" fmla="*/ 1465428 w 1723042"/>
              <a:gd name="csY8504" fmla="*/ 1114920 h 1114920"/>
              <a:gd name="csX8505" fmla="*/ 1465597 w 1723042"/>
              <a:gd name="csY8505" fmla="*/ 1114920 h 1114920"/>
              <a:gd name="csX8506" fmla="*/ 1465766 w 1723042"/>
              <a:gd name="csY8506" fmla="*/ 1114920 h 1114920"/>
              <a:gd name="csX8507" fmla="*/ 1465944 w 1723042"/>
              <a:gd name="csY8507" fmla="*/ 1114920 h 1114920"/>
              <a:gd name="csX8508" fmla="*/ 1466113 w 1723042"/>
              <a:gd name="csY8508" fmla="*/ 1114920 h 1114920"/>
              <a:gd name="csX8509" fmla="*/ 1466282 w 1723042"/>
              <a:gd name="csY8509" fmla="*/ 1114920 h 1114920"/>
              <a:gd name="csX8510" fmla="*/ 1466460 w 1723042"/>
              <a:gd name="csY8510" fmla="*/ 1114920 h 1114920"/>
              <a:gd name="csX8511" fmla="*/ 1466629 w 1723042"/>
              <a:gd name="csY8511" fmla="*/ 1114920 h 1114920"/>
              <a:gd name="csX8512" fmla="*/ 1466798 w 1723042"/>
              <a:gd name="csY8512" fmla="*/ 1114920 h 1114920"/>
              <a:gd name="csX8513" fmla="*/ 1466976 w 1723042"/>
              <a:gd name="csY8513" fmla="*/ 1114920 h 1114920"/>
              <a:gd name="csX8514" fmla="*/ 1467145 w 1723042"/>
              <a:gd name="csY8514" fmla="*/ 1114920 h 1114920"/>
              <a:gd name="csX8515" fmla="*/ 1467323 w 1723042"/>
              <a:gd name="csY8515" fmla="*/ 1114920 h 1114920"/>
              <a:gd name="csX8516" fmla="*/ 1467492 w 1723042"/>
              <a:gd name="csY8516" fmla="*/ 1114920 h 1114920"/>
              <a:gd name="csX8517" fmla="*/ 1467661 w 1723042"/>
              <a:gd name="csY8517" fmla="*/ 1114920 h 1114920"/>
              <a:gd name="csX8518" fmla="*/ 1467839 w 1723042"/>
              <a:gd name="csY8518" fmla="*/ 1114920 h 1114920"/>
              <a:gd name="csX8519" fmla="*/ 1468008 w 1723042"/>
              <a:gd name="csY8519" fmla="*/ 1114920 h 1114920"/>
              <a:gd name="csX8520" fmla="*/ 1468177 w 1723042"/>
              <a:gd name="csY8520" fmla="*/ 1114920 h 1114920"/>
              <a:gd name="csX8521" fmla="*/ 1468355 w 1723042"/>
              <a:gd name="csY8521" fmla="*/ 1114920 h 1114920"/>
              <a:gd name="csX8522" fmla="*/ 1468524 w 1723042"/>
              <a:gd name="csY8522" fmla="*/ 1114920 h 1114920"/>
              <a:gd name="csX8523" fmla="*/ 1468702 w 1723042"/>
              <a:gd name="csY8523" fmla="*/ 1114920 h 1114920"/>
              <a:gd name="csX8524" fmla="*/ 1468871 w 1723042"/>
              <a:gd name="csY8524" fmla="*/ 1114920 h 1114920"/>
              <a:gd name="csX8525" fmla="*/ 1469040 w 1723042"/>
              <a:gd name="csY8525" fmla="*/ 1114920 h 1114920"/>
              <a:gd name="csX8526" fmla="*/ 1469218 w 1723042"/>
              <a:gd name="csY8526" fmla="*/ 1114920 h 1114920"/>
              <a:gd name="csX8527" fmla="*/ 1469387 w 1723042"/>
              <a:gd name="csY8527" fmla="*/ 1114920 h 1114920"/>
              <a:gd name="csX8528" fmla="*/ 1469556 w 1723042"/>
              <a:gd name="csY8528" fmla="*/ 1114920 h 1114920"/>
              <a:gd name="csX8529" fmla="*/ 1469734 w 1723042"/>
              <a:gd name="csY8529" fmla="*/ 1114920 h 1114920"/>
              <a:gd name="csX8530" fmla="*/ 1469903 w 1723042"/>
              <a:gd name="csY8530" fmla="*/ 1114920 h 1114920"/>
              <a:gd name="csX8531" fmla="*/ 1470081 w 1723042"/>
              <a:gd name="csY8531" fmla="*/ 1114920 h 1114920"/>
              <a:gd name="csX8532" fmla="*/ 1470250 w 1723042"/>
              <a:gd name="csY8532" fmla="*/ 1114920 h 1114920"/>
              <a:gd name="csX8533" fmla="*/ 1470419 w 1723042"/>
              <a:gd name="csY8533" fmla="*/ 1114920 h 1114920"/>
              <a:gd name="csX8534" fmla="*/ 1470597 w 1723042"/>
              <a:gd name="csY8534" fmla="*/ 1114920 h 1114920"/>
              <a:gd name="csX8535" fmla="*/ 1470766 w 1723042"/>
              <a:gd name="csY8535" fmla="*/ 1114920 h 1114920"/>
              <a:gd name="csX8536" fmla="*/ 1470935 w 1723042"/>
              <a:gd name="csY8536" fmla="*/ 1114920 h 1114920"/>
              <a:gd name="csX8537" fmla="*/ 1471113 w 1723042"/>
              <a:gd name="csY8537" fmla="*/ 1114920 h 1114920"/>
              <a:gd name="csX8538" fmla="*/ 1471282 w 1723042"/>
              <a:gd name="csY8538" fmla="*/ 1114920 h 1114920"/>
              <a:gd name="csX8539" fmla="*/ 1471451 w 1723042"/>
              <a:gd name="csY8539" fmla="*/ 1114920 h 1114920"/>
              <a:gd name="csX8540" fmla="*/ 1471629 w 1723042"/>
              <a:gd name="csY8540" fmla="*/ 1114920 h 1114920"/>
              <a:gd name="csX8541" fmla="*/ 1471798 w 1723042"/>
              <a:gd name="csY8541" fmla="*/ 1114920 h 1114920"/>
              <a:gd name="csX8542" fmla="*/ 1471975 w 1723042"/>
              <a:gd name="csY8542" fmla="*/ 1114920 h 1114920"/>
              <a:gd name="csX8543" fmla="*/ 1472145 w 1723042"/>
              <a:gd name="csY8543" fmla="*/ 1114920 h 1114920"/>
              <a:gd name="csX8544" fmla="*/ 1472314 w 1723042"/>
              <a:gd name="csY8544" fmla="*/ 1114920 h 1114920"/>
              <a:gd name="csX8545" fmla="*/ 1472492 w 1723042"/>
              <a:gd name="csY8545" fmla="*/ 1114920 h 1114920"/>
              <a:gd name="csX8546" fmla="*/ 1472661 w 1723042"/>
              <a:gd name="csY8546" fmla="*/ 1114920 h 1114920"/>
              <a:gd name="csX8547" fmla="*/ 1472830 w 1723042"/>
              <a:gd name="csY8547" fmla="*/ 1114920 h 1114920"/>
              <a:gd name="csX8548" fmla="*/ 1473008 w 1723042"/>
              <a:gd name="csY8548" fmla="*/ 1114920 h 1114920"/>
              <a:gd name="csX8549" fmla="*/ 1473177 w 1723042"/>
              <a:gd name="csY8549" fmla="*/ 1114920 h 1114920"/>
              <a:gd name="csX8550" fmla="*/ 1473354 w 1723042"/>
              <a:gd name="csY8550" fmla="*/ 1114920 h 1114920"/>
              <a:gd name="csX8551" fmla="*/ 1473524 w 1723042"/>
              <a:gd name="csY8551" fmla="*/ 1114920 h 1114920"/>
              <a:gd name="csX8552" fmla="*/ 1473693 w 1723042"/>
              <a:gd name="csY8552" fmla="*/ 1114920 h 1114920"/>
              <a:gd name="csX8553" fmla="*/ 1473870 w 1723042"/>
              <a:gd name="csY8553" fmla="*/ 1114920 h 1114920"/>
              <a:gd name="csX8554" fmla="*/ 1474040 w 1723042"/>
              <a:gd name="csY8554" fmla="*/ 1114920 h 1114920"/>
              <a:gd name="csX8555" fmla="*/ 1474209 w 1723042"/>
              <a:gd name="csY8555" fmla="*/ 1114920 h 1114920"/>
              <a:gd name="csX8556" fmla="*/ 1474387 w 1723042"/>
              <a:gd name="csY8556" fmla="*/ 1114920 h 1114920"/>
              <a:gd name="csX8557" fmla="*/ 1474555 w 1723042"/>
              <a:gd name="csY8557" fmla="*/ 1114920 h 1114920"/>
              <a:gd name="csX8558" fmla="*/ 1474733 w 1723042"/>
              <a:gd name="csY8558" fmla="*/ 1114920 h 1114920"/>
              <a:gd name="csX8559" fmla="*/ 1474902 w 1723042"/>
              <a:gd name="csY8559" fmla="*/ 1114920 h 1114920"/>
              <a:gd name="csX8560" fmla="*/ 1475072 w 1723042"/>
              <a:gd name="csY8560" fmla="*/ 1114920 h 1114920"/>
              <a:gd name="csX8561" fmla="*/ 1475249 w 1723042"/>
              <a:gd name="csY8561" fmla="*/ 1114920 h 1114920"/>
              <a:gd name="csX8562" fmla="*/ 1475419 w 1723042"/>
              <a:gd name="csY8562" fmla="*/ 1114920 h 1114920"/>
              <a:gd name="csX8563" fmla="*/ 1475588 w 1723042"/>
              <a:gd name="csY8563" fmla="*/ 1114920 h 1114920"/>
              <a:gd name="csX8564" fmla="*/ 1475765 w 1723042"/>
              <a:gd name="csY8564" fmla="*/ 1114920 h 1114920"/>
              <a:gd name="csX8565" fmla="*/ 1475934 w 1723042"/>
              <a:gd name="csY8565" fmla="*/ 1114920 h 1114920"/>
              <a:gd name="csX8566" fmla="*/ 1476103 w 1723042"/>
              <a:gd name="csY8566" fmla="*/ 1114920 h 1114920"/>
              <a:gd name="csX8567" fmla="*/ 1476281 w 1723042"/>
              <a:gd name="csY8567" fmla="*/ 1114920 h 1114920"/>
              <a:gd name="csX8568" fmla="*/ 1476450 w 1723042"/>
              <a:gd name="csY8568" fmla="*/ 1114920 h 1114920"/>
              <a:gd name="csX8569" fmla="*/ 1476628 w 1723042"/>
              <a:gd name="csY8569" fmla="*/ 1114920 h 1114920"/>
              <a:gd name="csX8570" fmla="*/ 1476797 w 1723042"/>
              <a:gd name="csY8570" fmla="*/ 1114920 h 1114920"/>
              <a:gd name="csX8571" fmla="*/ 1476966 w 1723042"/>
              <a:gd name="csY8571" fmla="*/ 1114920 h 1114920"/>
              <a:gd name="csX8572" fmla="*/ 1477144 w 1723042"/>
              <a:gd name="csY8572" fmla="*/ 1114920 h 1114920"/>
              <a:gd name="csX8573" fmla="*/ 1477313 w 1723042"/>
              <a:gd name="csY8573" fmla="*/ 1114920 h 1114920"/>
              <a:gd name="csX8574" fmla="*/ 1477482 w 1723042"/>
              <a:gd name="csY8574" fmla="*/ 1114920 h 1114920"/>
              <a:gd name="csX8575" fmla="*/ 1477660 w 1723042"/>
              <a:gd name="csY8575" fmla="*/ 1114920 h 1114920"/>
              <a:gd name="csX8576" fmla="*/ 1477829 w 1723042"/>
              <a:gd name="csY8576" fmla="*/ 1114920 h 1114920"/>
              <a:gd name="csX8577" fmla="*/ 1478007 w 1723042"/>
              <a:gd name="csY8577" fmla="*/ 1114920 h 1114920"/>
              <a:gd name="csX8578" fmla="*/ 1478176 w 1723042"/>
              <a:gd name="csY8578" fmla="*/ 1114920 h 1114920"/>
              <a:gd name="csX8579" fmla="*/ 1478345 w 1723042"/>
              <a:gd name="csY8579" fmla="*/ 1114920 h 1114920"/>
              <a:gd name="csX8580" fmla="*/ 1478523 w 1723042"/>
              <a:gd name="csY8580" fmla="*/ 1114920 h 1114920"/>
              <a:gd name="csX8581" fmla="*/ 1478692 w 1723042"/>
              <a:gd name="csY8581" fmla="*/ 1114920 h 1114920"/>
              <a:gd name="csX8582" fmla="*/ 1478861 w 1723042"/>
              <a:gd name="csY8582" fmla="*/ 1114920 h 1114920"/>
              <a:gd name="csX8583" fmla="*/ 1479039 w 1723042"/>
              <a:gd name="csY8583" fmla="*/ 1114920 h 1114920"/>
              <a:gd name="csX8584" fmla="*/ 1479208 w 1723042"/>
              <a:gd name="csY8584" fmla="*/ 1114920 h 1114920"/>
              <a:gd name="csX8585" fmla="*/ 1479377 w 1723042"/>
              <a:gd name="csY8585" fmla="*/ 1114920 h 1114920"/>
              <a:gd name="csX8586" fmla="*/ 1479555 w 1723042"/>
              <a:gd name="csY8586" fmla="*/ 1114920 h 1114920"/>
              <a:gd name="csX8587" fmla="*/ 1479724 w 1723042"/>
              <a:gd name="csY8587" fmla="*/ 1114920 h 1114920"/>
              <a:gd name="csX8588" fmla="*/ 1479902 w 1723042"/>
              <a:gd name="csY8588" fmla="*/ 1114920 h 1114920"/>
              <a:gd name="csX8589" fmla="*/ 1480071 w 1723042"/>
              <a:gd name="csY8589" fmla="*/ 1114920 h 1114920"/>
              <a:gd name="csX8590" fmla="*/ 1480240 w 1723042"/>
              <a:gd name="csY8590" fmla="*/ 1114920 h 1114920"/>
              <a:gd name="csX8591" fmla="*/ 1480418 w 1723042"/>
              <a:gd name="csY8591" fmla="*/ 1114920 h 1114920"/>
              <a:gd name="csX8592" fmla="*/ 1480587 w 1723042"/>
              <a:gd name="csY8592" fmla="*/ 1114920 h 1114920"/>
              <a:gd name="csX8593" fmla="*/ 1480756 w 1723042"/>
              <a:gd name="csY8593" fmla="*/ 1114920 h 1114920"/>
              <a:gd name="csX8594" fmla="*/ 1480934 w 1723042"/>
              <a:gd name="csY8594" fmla="*/ 1114920 h 1114920"/>
              <a:gd name="csX8595" fmla="*/ 1481103 w 1723042"/>
              <a:gd name="csY8595" fmla="*/ 1114920 h 1114920"/>
              <a:gd name="csX8596" fmla="*/ 1481281 w 1723042"/>
              <a:gd name="csY8596" fmla="*/ 1114920 h 1114920"/>
              <a:gd name="csX8597" fmla="*/ 1481450 w 1723042"/>
              <a:gd name="csY8597" fmla="*/ 1114920 h 1114920"/>
              <a:gd name="csX8598" fmla="*/ 1481619 w 1723042"/>
              <a:gd name="csY8598" fmla="*/ 1114920 h 1114920"/>
              <a:gd name="csX8599" fmla="*/ 1481797 w 1723042"/>
              <a:gd name="csY8599" fmla="*/ 1114920 h 1114920"/>
              <a:gd name="csX8600" fmla="*/ 1481966 w 1723042"/>
              <a:gd name="csY8600" fmla="*/ 1114920 h 1114920"/>
              <a:gd name="csX8601" fmla="*/ 1482135 w 1723042"/>
              <a:gd name="csY8601" fmla="*/ 1114920 h 1114920"/>
              <a:gd name="csX8602" fmla="*/ 1482313 w 1723042"/>
              <a:gd name="csY8602" fmla="*/ 1114920 h 1114920"/>
              <a:gd name="csX8603" fmla="*/ 1482482 w 1723042"/>
              <a:gd name="csY8603" fmla="*/ 1114920 h 1114920"/>
              <a:gd name="csX8604" fmla="*/ 1482660 w 1723042"/>
              <a:gd name="csY8604" fmla="*/ 1114920 h 1114920"/>
              <a:gd name="csX8605" fmla="*/ 1482829 w 1723042"/>
              <a:gd name="csY8605" fmla="*/ 1114920 h 1114920"/>
              <a:gd name="csX8606" fmla="*/ 1482998 w 1723042"/>
              <a:gd name="csY8606" fmla="*/ 1114920 h 1114920"/>
              <a:gd name="csX8607" fmla="*/ 1483176 w 1723042"/>
              <a:gd name="csY8607" fmla="*/ 1114920 h 1114920"/>
              <a:gd name="csX8608" fmla="*/ 1483345 w 1723042"/>
              <a:gd name="csY8608" fmla="*/ 1114920 h 1114920"/>
              <a:gd name="csX8609" fmla="*/ 1483514 w 1723042"/>
              <a:gd name="csY8609" fmla="*/ 1114920 h 1114920"/>
              <a:gd name="csX8610" fmla="*/ 1483692 w 1723042"/>
              <a:gd name="csY8610" fmla="*/ 1114920 h 1114920"/>
              <a:gd name="csX8611" fmla="*/ 1483861 w 1723042"/>
              <a:gd name="csY8611" fmla="*/ 1114920 h 1114920"/>
              <a:gd name="csX8612" fmla="*/ 1484030 w 1723042"/>
              <a:gd name="csY8612" fmla="*/ 1114920 h 1114920"/>
              <a:gd name="csX8613" fmla="*/ 1484208 w 1723042"/>
              <a:gd name="csY8613" fmla="*/ 1114920 h 1114920"/>
              <a:gd name="csX8614" fmla="*/ 1484377 w 1723042"/>
              <a:gd name="csY8614" fmla="*/ 1114920 h 1114920"/>
              <a:gd name="csX8615" fmla="*/ 1484555 w 1723042"/>
              <a:gd name="csY8615" fmla="*/ 1114920 h 1114920"/>
              <a:gd name="csX8616" fmla="*/ 1484724 w 1723042"/>
              <a:gd name="csY8616" fmla="*/ 1114920 h 1114920"/>
              <a:gd name="csX8617" fmla="*/ 1484893 w 1723042"/>
              <a:gd name="csY8617" fmla="*/ 1114920 h 1114920"/>
              <a:gd name="csX8618" fmla="*/ 1485071 w 1723042"/>
              <a:gd name="csY8618" fmla="*/ 1114920 h 1114920"/>
              <a:gd name="csX8619" fmla="*/ 1485240 w 1723042"/>
              <a:gd name="csY8619" fmla="*/ 1114920 h 1114920"/>
              <a:gd name="csX8620" fmla="*/ 1485409 w 1723042"/>
              <a:gd name="csY8620" fmla="*/ 1114920 h 1114920"/>
              <a:gd name="csX8621" fmla="*/ 1485587 w 1723042"/>
              <a:gd name="csY8621" fmla="*/ 1114920 h 1114920"/>
              <a:gd name="csX8622" fmla="*/ 1485756 w 1723042"/>
              <a:gd name="csY8622" fmla="*/ 1114920 h 1114920"/>
              <a:gd name="csX8623" fmla="*/ 1485934 w 1723042"/>
              <a:gd name="csY8623" fmla="*/ 1114920 h 1114920"/>
              <a:gd name="csX8624" fmla="*/ 1486103 w 1723042"/>
              <a:gd name="csY8624" fmla="*/ 1114920 h 1114920"/>
              <a:gd name="csX8625" fmla="*/ 1486272 w 1723042"/>
              <a:gd name="csY8625" fmla="*/ 1114920 h 1114920"/>
              <a:gd name="csX8626" fmla="*/ 1486450 w 1723042"/>
              <a:gd name="csY8626" fmla="*/ 1114920 h 1114920"/>
              <a:gd name="csX8627" fmla="*/ 1486619 w 1723042"/>
              <a:gd name="csY8627" fmla="*/ 1114920 h 1114920"/>
              <a:gd name="csX8628" fmla="*/ 1486788 w 1723042"/>
              <a:gd name="csY8628" fmla="*/ 1114920 h 1114920"/>
              <a:gd name="csX8629" fmla="*/ 1486966 w 1723042"/>
              <a:gd name="csY8629" fmla="*/ 1114920 h 1114920"/>
              <a:gd name="csX8630" fmla="*/ 1487135 w 1723042"/>
              <a:gd name="csY8630" fmla="*/ 1114920 h 1114920"/>
              <a:gd name="csX8631" fmla="*/ 1487304 w 1723042"/>
              <a:gd name="csY8631" fmla="*/ 1114920 h 1114920"/>
              <a:gd name="csX8632" fmla="*/ 1487482 w 1723042"/>
              <a:gd name="csY8632" fmla="*/ 1114920 h 1114920"/>
              <a:gd name="csX8633" fmla="*/ 1487651 w 1723042"/>
              <a:gd name="csY8633" fmla="*/ 1114920 h 1114920"/>
              <a:gd name="csX8634" fmla="*/ 1487829 w 1723042"/>
              <a:gd name="csY8634" fmla="*/ 1114920 h 1114920"/>
              <a:gd name="csX8635" fmla="*/ 1487998 w 1723042"/>
              <a:gd name="csY8635" fmla="*/ 1114920 h 1114920"/>
              <a:gd name="csX8636" fmla="*/ 1488167 w 1723042"/>
              <a:gd name="csY8636" fmla="*/ 1114920 h 1114920"/>
              <a:gd name="csX8637" fmla="*/ 1488345 w 1723042"/>
              <a:gd name="csY8637" fmla="*/ 1114920 h 1114920"/>
              <a:gd name="csX8638" fmla="*/ 1488514 w 1723042"/>
              <a:gd name="csY8638" fmla="*/ 1114920 h 1114920"/>
              <a:gd name="csX8639" fmla="*/ 1488683 w 1723042"/>
              <a:gd name="csY8639" fmla="*/ 1114920 h 1114920"/>
              <a:gd name="csX8640" fmla="*/ 1488861 w 1723042"/>
              <a:gd name="csY8640" fmla="*/ 1114920 h 1114920"/>
              <a:gd name="csX8641" fmla="*/ 1489030 w 1723042"/>
              <a:gd name="csY8641" fmla="*/ 1114920 h 1114920"/>
              <a:gd name="csX8642" fmla="*/ 1489208 w 1723042"/>
              <a:gd name="csY8642" fmla="*/ 1114920 h 1114920"/>
              <a:gd name="csX8643" fmla="*/ 1489377 w 1723042"/>
              <a:gd name="csY8643" fmla="*/ 1114920 h 1114920"/>
              <a:gd name="csX8644" fmla="*/ 1489546 w 1723042"/>
              <a:gd name="csY8644" fmla="*/ 1114920 h 1114920"/>
              <a:gd name="csX8645" fmla="*/ 1489724 w 1723042"/>
              <a:gd name="csY8645" fmla="*/ 1114920 h 1114920"/>
              <a:gd name="csX8646" fmla="*/ 1489893 w 1723042"/>
              <a:gd name="csY8646" fmla="*/ 1114920 h 1114920"/>
              <a:gd name="csX8647" fmla="*/ 1490062 w 1723042"/>
              <a:gd name="csY8647" fmla="*/ 1114920 h 1114920"/>
              <a:gd name="csX8648" fmla="*/ 1490240 w 1723042"/>
              <a:gd name="csY8648" fmla="*/ 1114920 h 1114920"/>
              <a:gd name="csX8649" fmla="*/ 1490409 w 1723042"/>
              <a:gd name="csY8649" fmla="*/ 1114920 h 1114920"/>
              <a:gd name="csX8650" fmla="*/ 1490587 w 1723042"/>
              <a:gd name="csY8650" fmla="*/ 1114920 h 1114920"/>
              <a:gd name="csX8651" fmla="*/ 1490756 w 1723042"/>
              <a:gd name="csY8651" fmla="*/ 1114920 h 1114920"/>
              <a:gd name="csX8652" fmla="*/ 1490925 w 1723042"/>
              <a:gd name="csY8652" fmla="*/ 1114920 h 1114920"/>
              <a:gd name="csX8653" fmla="*/ 1491103 w 1723042"/>
              <a:gd name="csY8653" fmla="*/ 1114920 h 1114920"/>
              <a:gd name="csX8654" fmla="*/ 1491272 w 1723042"/>
              <a:gd name="csY8654" fmla="*/ 1114920 h 1114920"/>
              <a:gd name="csX8655" fmla="*/ 1491441 w 1723042"/>
              <a:gd name="csY8655" fmla="*/ 1114920 h 1114920"/>
              <a:gd name="csX8656" fmla="*/ 1491619 w 1723042"/>
              <a:gd name="csY8656" fmla="*/ 1114920 h 1114920"/>
              <a:gd name="csX8657" fmla="*/ 1491788 w 1723042"/>
              <a:gd name="csY8657" fmla="*/ 1114920 h 1114920"/>
              <a:gd name="csX8658" fmla="*/ 1491957 w 1723042"/>
              <a:gd name="csY8658" fmla="*/ 1114920 h 1114920"/>
              <a:gd name="csX8659" fmla="*/ 1492135 w 1723042"/>
              <a:gd name="csY8659" fmla="*/ 1114920 h 1114920"/>
              <a:gd name="csX8660" fmla="*/ 1492304 w 1723042"/>
              <a:gd name="csY8660" fmla="*/ 1114920 h 1114920"/>
              <a:gd name="csX8661" fmla="*/ 1492482 w 1723042"/>
              <a:gd name="csY8661" fmla="*/ 1114920 h 1114920"/>
              <a:gd name="csX8662" fmla="*/ 1492651 w 1723042"/>
              <a:gd name="csY8662" fmla="*/ 1114920 h 1114920"/>
              <a:gd name="csX8663" fmla="*/ 1492820 w 1723042"/>
              <a:gd name="csY8663" fmla="*/ 1114920 h 1114920"/>
              <a:gd name="csX8664" fmla="*/ 1492998 w 1723042"/>
              <a:gd name="csY8664" fmla="*/ 1114920 h 1114920"/>
              <a:gd name="csX8665" fmla="*/ 1493167 w 1723042"/>
              <a:gd name="csY8665" fmla="*/ 1114920 h 1114920"/>
              <a:gd name="csX8666" fmla="*/ 1493336 w 1723042"/>
              <a:gd name="csY8666" fmla="*/ 1114920 h 1114920"/>
              <a:gd name="csX8667" fmla="*/ 1493514 w 1723042"/>
              <a:gd name="csY8667" fmla="*/ 1114920 h 1114920"/>
              <a:gd name="csX8668" fmla="*/ 1493683 w 1723042"/>
              <a:gd name="csY8668" fmla="*/ 1114920 h 1114920"/>
              <a:gd name="csX8669" fmla="*/ 1493861 w 1723042"/>
              <a:gd name="csY8669" fmla="*/ 1114920 h 1114920"/>
              <a:gd name="csX8670" fmla="*/ 1494030 w 1723042"/>
              <a:gd name="csY8670" fmla="*/ 1114920 h 1114920"/>
              <a:gd name="csX8671" fmla="*/ 1494199 w 1723042"/>
              <a:gd name="csY8671" fmla="*/ 1114920 h 1114920"/>
              <a:gd name="csX8672" fmla="*/ 1494377 w 1723042"/>
              <a:gd name="csY8672" fmla="*/ 1114920 h 1114920"/>
              <a:gd name="csX8673" fmla="*/ 1494546 w 1723042"/>
              <a:gd name="csY8673" fmla="*/ 1114920 h 1114920"/>
              <a:gd name="csX8674" fmla="*/ 1494715 w 1723042"/>
              <a:gd name="csY8674" fmla="*/ 1114920 h 1114920"/>
              <a:gd name="csX8675" fmla="*/ 1494893 w 1723042"/>
              <a:gd name="csY8675" fmla="*/ 1114920 h 1114920"/>
              <a:gd name="csX8676" fmla="*/ 1495062 w 1723042"/>
              <a:gd name="csY8676" fmla="*/ 1114920 h 1114920"/>
              <a:gd name="csX8677" fmla="*/ 1495231 w 1723042"/>
              <a:gd name="csY8677" fmla="*/ 1114920 h 1114920"/>
              <a:gd name="csX8678" fmla="*/ 1495409 w 1723042"/>
              <a:gd name="csY8678" fmla="*/ 1114920 h 1114920"/>
              <a:gd name="csX8679" fmla="*/ 1495578 w 1723042"/>
              <a:gd name="csY8679" fmla="*/ 1114920 h 1114920"/>
              <a:gd name="csX8680" fmla="*/ 1495756 w 1723042"/>
              <a:gd name="csY8680" fmla="*/ 1114920 h 1114920"/>
              <a:gd name="csX8681" fmla="*/ 1495925 w 1723042"/>
              <a:gd name="csY8681" fmla="*/ 1114920 h 1114920"/>
              <a:gd name="csX8682" fmla="*/ 1496094 w 1723042"/>
              <a:gd name="csY8682" fmla="*/ 1114920 h 1114920"/>
              <a:gd name="csX8683" fmla="*/ 1496272 w 1723042"/>
              <a:gd name="csY8683" fmla="*/ 1114920 h 1114920"/>
              <a:gd name="csX8684" fmla="*/ 1496441 w 1723042"/>
              <a:gd name="csY8684" fmla="*/ 1114920 h 1114920"/>
              <a:gd name="csX8685" fmla="*/ 1496610 w 1723042"/>
              <a:gd name="csY8685" fmla="*/ 1114920 h 1114920"/>
              <a:gd name="csX8686" fmla="*/ 1496788 w 1723042"/>
              <a:gd name="csY8686" fmla="*/ 1114920 h 1114920"/>
              <a:gd name="csX8687" fmla="*/ 1496957 w 1723042"/>
              <a:gd name="csY8687" fmla="*/ 1114920 h 1114920"/>
              <a:gd name="csX8688" fmla="*/ 1497135 w 1723042"/>
              <a:gd name="csY8688" fmla="*/ 1114920 h 1114920"/>
              <a:gd name="csX8689" fmla="*/ 1497304 w 1723042"/>
              <a:gd name="csY8689" fmla="*/ 1114920 h 1114920"/>
              <a:gd name="csX8690" fmla="*/ 1497473 w 1723042"/>
              <a:gd name="csY8690" fmla="*/ 1114920 h 1114920"/>
              <a:gd name="csX8691" fmla="*/ 1497651 w 1723042"/>
              <a:gd name="csY8691" fmla="*/ 1114920 h 1114920"/>
              <a:gd name="csX8692" fmla="*/ 1497820 w 1723042"/>
              <a:gd name="csY8692" fmla="*/ 1114920 h 1114920"/>
              <a:gd name="csX8693" fmla="*/ 1497989 w 1723042"/>
              <a:gd name="csY8693" fmla="*/ 1114920 h 1114920"/>
              <a:gd name="csX8694" fmla="*/ 1498167 w 1723042"/>
              <a:gd name="csY8694" fmla="*/ 1114920 h 1114920"/>
              <a:gd name="csX8695" fmla="*/ 1498336 w 1723042"/>
              <a:gd name="csY8695" fmla="*/ 1114920 h 1114920"/>
              <a:gd name="csX8696" fmla="*/ 1498514 w 1723042"/>
              <a:gd name="csY8696" fmla="*/ 1114920 h 1114920"/>
              <a:gd name="csX8697" fmla="*/ 1498683 w 1723042"/>
              <a:gd name="csY8697" fmla="*/ 1114920 h 1114920"/>
              <a:gd name="csX8698" fmla="*/ 1498852 w 1723042"/>
              <a:gd name="csY8698" fmla="*/ 1114920 h 1114920"/>
              <a:gd name="csX8699" fmla="*/ 1499030 w 1723042"/>
              <a:gd name="csY8699" fmla="*/ 1114920 h 1114920"/>
              <a:gd name="csX8700" fmla="*/ 1499199 w 1723042"/>
              <a:gd name="csY8700" fmla="*/ 1114920 h 1114920"/>
              <a:gd name="csX8701" fmla="*/ 1499368 w 1723042"/>
              <a:gd name="csY8701" fmla="*/ 1114920 h 1114920"/>
              <a:gd name="csX8702" fmla="*/ 1499546 w 1723042"/>
              <a:gd name="csY8702" fmla="*/ 1114920 h 1114920"/>
              <a:gd name="csX8703" fmla="*/ 1499715 w 1723042"/>
              <a:gd name="csY8703" fmla="*/ 1114920 h 1114920"/>
              <a:gd name="csX8704" fmla="*/ 1499884 w 1723042"/>
              <a:gd name="csY8704" fmla="*/ 1114920 h 1114920"/>
              <a:gd name="csX8705" fmla="*/ 1500062 w 1723042"/>
              <a:gd name="csY8705" fmla="*/ 1114920 h 1114920"/>
              <a:gd name="csX8706" fmla="*/ 1500231 w 1723042"/>
              <a:gd name="csY8706" fmla="*/ 1114920 h 1114920"/>
              <a:gd name="csX8707" fmla="*/ 1500409 w 1723042"/>
              <a:gd name="csY8707" fmla="*/ 1114920 h 1114920"/>
              <a:gd name="csX8708" fmla="*/ 1500578 w 1723042"/>
              <a:gd name="csY8708" fmla="*/ 1114920 h 1114920"/>
              <a:gd name="csX8709" fmla="*/ 1500747 w 1723042"/>
              <a:gd name="csY8709" fmla="*/ 1114920 h 1114920"/>
              <a:gd name="csX8710" fmla="*/ 1500925 w 1723042"/>
              <a:gd name="csY8710" fmla="*/ 1114920 h 1114920"/>
              <a:gd name="csX8711" fmla="*/ 1501094 w 1723042"/>
              <a:gd name="csY8711" fmla="*/ 1114920 h 1114920"/>
              <a:gd name="csX8712" fmla="*/ 1501263 w 1723042"/>
              <a:gd name="csY8712" fmla="*/ 1114920 h 1114920"/>
              <a:gd name="csX8713" fmla="*/ 1501441 w 1723042"/>
              <a:gd name="csY8713" fmla="*/ 1114920 h 1114920"/>
              <a:gd name="csX8714" fmla="*/ 1501610 w 1723042"/>
              <a:gd name="csY8714" fmla="*/ 1114920 h 1114920"/>
              <a:gd name="csX8715" fmla="*/ 1501788 w 1723042"/>
              <a:gd name="csY8715" fmla="*/ 1114920 h 1114920"/>
              <a:gd name="csX8716" fmla="*/ 1501957 w 1723042"/>
              <a:gd name="csY8716" fmla="*/ 1114920 h 1114920"/>
              <a:gd name="csX8717" fmla="*/ 1502126 w 1723042"/>
              <a:gd name="csY8717" fmla="*/ 1114920 h 1114920"/>
              <a:gd name="csX8718" fmla="*/ 1502304 w 1723042"/>
              <a:gd name="csY8718" fmla="*/ 1114920 h 1114920"/>
              <a:gd name="csX8719" fmla="*/ 1502473 w 1723042"/>
              <a:gd name="csY8719" fmla="*/ 1114920 h 1114920"/>
              <a:gd name="csX8720" fmla="*/ 1502642 w 1723042"/>
              <a:gd name="csY8720" fmla="*/ 1114920 h 1114920"/>
              <a:gd name="csX8721" fmla="*/ 1502820 w 1723042"/>
              <a:gd name="csY8721" fmla="*/ 1114920 h 1114920"/>
              <a:gd name="csX8722" fmla="*/ 1502989 w 1723042"/>
              <a:gd name="csY8722" fmla="*/ 1114920 h 1114920"/>
              <a:gd name="csX8723" fmla="*/ 1503166 w 1723042"/>
              <a:gd name="csY8723" fmla="*/ 1114920 h 1114920"/>
              <a:gd name="csX8724" fmla="*/ 1503335 w 1723042"/>
              <a:gd name="csY8724" fmla="*/ 1114920 h 1114920"/>
              <a:gd name="csX8725" fmla="*/ 1503505 w 1723042"/>
              <a:gd name="csY8725" fmla="*/ 1114920 h 1114920"/>
              <a:gd name="csX8726" fmla="*/ 1503683 w 1723042"/>
              <a:gd name="csY8726" fmla="*/ 1114920 h 1114920"/>
              <a:gd name="csX8727" fmla="*/ 1503852 w 1723042"/>
              <a:gd name="csY8727" fmla="*/ 1114920 h 1114920"/>
              <a:gd name="csX8728" fmla="*/ 1504021 w 1723042"/>
              <a:gd name="csY8728" fmla="*/ 1114920 h 1114920"/>
              <a:gd name="csX8729" fmla="*/ 1504198 w 1723042"/>
              <a:gd name="csY8729" fmla="*/ 1114920 h 1114920"/>
              <a:gd name="csX8730" fmla="*/ 1504368 w 1723042"/>
              <a:gd name="csY8730" fmla="*/ 1114920 h 1114920"/>
              <a:gd name="csX8731" fmla="*/ 1504537 w 1723042"/>
              <a:gd name="csY8731" fmla="*/ 1114920 h 1114920"/>
              <a:gd name="csX8732" fmla="*/ 1504714 w 1723042"/>
              <a:gd name="csY8732" fmla="*/ 1114920 h 1114920"/>
              <a:gd name="csX8733" fmla="*/ 1504883 w 1723042"/>
              <a:gd name="csY8733" fmla="*/ 1114920 h 1114920"/>
              <a:gd name="csX8734" fmla="*/ 1505061 w 1723042"/>
              <a:gd name="csY8734" fmla="*/ 1114920 h 1114920"/>
              <a:gd name="csX8735" fmla="*/ 1505231 w 1723042"/>
              <a:gd name="csY8735" fmla="*/ 1114920 h 1114920"/>
              <a:gd name="csX8736" fmla="*/ 1505400 w 1723042"/>
              <a:gd name="csY8736" fmla="*/ 1114920 h 1114920"/>
              <a:gd name="csX8737" fmla="*/ 1505577 w 1723042"/>
              <a:gd name="csY8737" fmla="*/ 1114920 h 1114920"/>
              <a:gd name="csX8738" fmla="*/ 1505746 w 1723042"/>
              <a:gd name="csY8738" fmla="*/ 1114920 h 1114920"/>
              <a:gd name="csX8739" fmla="*/ 1505916 w 1723042"/>
              <a:gd name="csY8739" fmla="*/ 1114920 h 1114920"/>
              <a:gd name="csX8740" fmla="*/ 1506093 w 1723042"/>
              <a:gd name="csY8740" fmla="*/ 1114920 h 1114920"/>
              <a:gd name="csX8741" fmla="*/ 1506262 w 1723042"/>
              <a:gd name="csY8741" fmla="*/ 1114920 h 1114920"/>
              <a:gd name="csX8742" fmla="*/ 1506440 w 1723042"/>
              <a:gd name="csY8742" fmla="*/ 1114920 h 1114920"/>
              <a:gd name="csX8743" fmla="*/ 1506610 w 1723042"/>
              <a:gd name="csY8743" fmla="*/ 1114920 h 1114920"/>
              <a:gd name="csX8744" fmla="*/ 1506779 w 1723042"/>
              <a:gd name="csY8744" fmla="*/ 1114920 h 1114920"/>
              <a:gd name="csX8745" fmla="*/ 1506956 w 1723042"/>
              <a:gd name="csY8745" fmla="*/ 1114920 h 1114920"/>
              <a:gd name="csX8746" fmla="*/ 1507125 w 1723042"/>
              <a:gd name="csY8746" fmla="*/ 1114920 h 1114920"/>
              <a:gd name="csX8747" fmla="*/ 1507294 w 1723042"/>
              <a:gd name="csY8747" fmla="*/ 1114920 h 1114920"/>
              <a:gd name="csX8748" fmla="*/ 1507472 w 1723042"/>
              <a:gd name="csY8748" fmla="*/ 1114920 h 1114920"/>
              <a:gd name="csX8749" fmla="*/ 1507641 w 1723042"/>
              <a:gd name="csY8749" fmla="*/ 1114920 h 1114920"/>
              <a:gd name="csX8750" fmla="*/ 1507810 w 1723042"/>
              <a:gd name="csY8750" fmla="*/ 1114920 h 1114920"/>
              <a:gd name="csX8751" fmla="*/ 1507988 w 1723042"/>
              <a:gd name="csY8751" fmla="*/ 1114920 h 1114920"/>
              <a:gd name="csX8752" fmla="*/ 1508157 w 1723042"/>
              <a:gd name="csY8752" fmla="*/ 1114920 h 1114920"/>
              <a:gd name="csX8753" fmla="*/ 1508335 w 1723042"/>
              <a:gd name="csY8753" fmla="*/ 1114920 h 1114920"/>
              <a:gd name="csX8754" fmla="*/ 1508504 w 1723042"/>
              <a:gd name="csY8754" fmla="*/ 1114920 h 1114920"/>
              <a:gd name="csX8755" fmla="*/ 1508673 w 1723042"/>
              <a:gd name="csY8755" fmla="*/ 1114920 h 1114920"/>
              <a:gd name="csX8756" fmla="*/ 1508851 w 1723042"/>
              <a:gd name="csY8756" fmla="*/ 1114920 h 1114920"/>
              <a:gd name="csX8757" fmla="*/ 1509020 w 1723042"/>
              <a:gd name="csY8757" fmla="*/ 1114920 h 1114920"/>
              <a:gd name="csX8758" fmla="*/ 1509189 w 1723042"/>
              <a:gd name="csY8758" fmla="*/ 1114920 h 1114920"/>
              <a:gd name="csX8759" fmla="*/ 1509367 w 1723042"/>
              <a:gd name="csY8759" fmla="*/ 1114920 h 1114920"/>
              <a:gd name="csX8760" fmla="*/ 1509536 w 1723042"/>
              <a:gd name="csY8760" fmla="*/ 1114920 h 1114920"/>
              <a:gd name="csX8761" fmla="*/ 1509714 w 1723042"/>
              <a:gd name="csY8761" fmla="*/ 1114920 h 1114920"/>
              <a:gd name="csX8762" fmla="*/ 1509883 w 1723042"/>
              <a:gd name="csY8762" fmla="*/ 1114920 h 1114920"/>
              <a:gd name="csX8763" fmla="*/ 1510052 w 1723042"/>
              <a:gd name="csY8763" fmla="*/ 1114920 h 1114920"/>
              <a:gd name="csX8764" fmla="*/ 1510230 w 1723042"/>
              <a:gd name="csY8764" fmla="*/ 1114920 h 1114920"/>
              <a:gd name="csX8765" fmla="*/ 1510399 w 1723042"/>
              <a:gd name="csY8765" fmla="*/ 1114920 h 1114920"/>
              <a:gd name="csX8766" fmla="*/ 1510568 w 1723042"/>
              <a:gd name="csY8766" fmla="*/ 1114920 h 1114920"/>
              <a:gd name="csX8767" fmla="*/ 1510746 w 1723042"/>
              <a:gd name="csY8767" fmla="*/ 1114920 h 1114920"/>
              <a:gd name="csX8768" fmla="*/ 1510915 w 1723042"/>
              <a:gd name="csY8768" fmla="*/ 1114920 h 1114920"/>
              <a:gd name="csX8769" fmla="*/ 1511093 w 1723042"/>
              <a:gd name="csY8769" fmla="*/ 1114920 h 1114920"/>
              <a:gd name="csX8770" fmla="*/ 1511262 w 1723042"/>
              <a:gd name="csY8770" fmla="*/ 1114920 h 1114920"/>
              <a:gd name="csX8771" fmla="*/ 1511431 w 1723042"/>
              <a:gd name="csY8771" fmla="*/ 1114920 h 1114920"/>
              <a:gd name="csX8772" fmla="*/ 1511609 w 1723042"/>
              <a:gd name="csY8772" fmla="*/ 1114920 h 1114920"/>
              <a:gd name="csX8773" fmla="*/ 1511778 w 1723042"/>
              <a:gd name="csY8773" fmla="*/ 1114920 h 1114920"/>
              <a:gd name="csX8774" fmla="*/ 1511947 w 1723042"/>
              <a:gd name="csY8774" fmla="*/ 1114920 h 1114920"/>
              <a:gd name="csX8775" fmla="*/ 1512125 w 1723042"/>
              <a:gd name="csY8775" fmla="*/ 1114920 h 1114920"/>
              <a:gd name="csX8776" fmla="*/ 1512294 w 1723042"/>
              <a:gd name="csY8776" fmla="*/ 1114920 h 1114920"/>
              <a:gd name="csX8777" fmla="*/ 1512463 w 1723042"/>
              <a:gd name="csY8777" fmla="*/ 1114920 h 1114920"/>
              <a:gd name="csX8778" fmla="*/ 1512641 w 1723042"/>
              <a:gd name="csY8778" fmla="*/ 1114920 h 1114920"/>
              <a:gd name="csX8779" fmla="*/ 1512810 w 1723042"/>
              <a:gd name="csY8779" fmla="*/ 1114920 h 1114920"/>
              <a:gd name="csX8780" fmla="*/ 1512988 w 1723042"/>
              <a:gd name="csY8780" fmla="*/ 1114920 h 1114920"/>
              <a:gd name="csX8781" fmla="*/ 1513157 w 1723042"/>
              <a:gd name="csY8781" fmla="*/ 1114920 h 1114920"/>
              <a:gd name="csX8782" fmla="*/ 1513326 w 1723042"/>
              <a:gd name="csY8782" fmla="*/ 1114920 h 1114920"/>
              <a:gd name="csX8783" fmla="*/ 1513504 w 1723042"/>
              <a:gd name="csY8783" fmla="*/ 1114920 h 1114920"/>
              <a:gd name="csX8784" fmla="*/ 1513673 w 1723042"/>
              <a:gd name="csY8784" fmla="*/ 1114920 h 1114920"/>
              <a:gd name="csX8785" fmla="*/ 1513842 w 1723042"/>
              <a:gd name="csY8785" fmla="*/ 1114920 h 1114920"/>
              <a:gd name="csX8786" fmla="*/ 1514020 w 1723042"/>
              <a:gd name="csY8786" fmla="*/ 1114920 h 1114920"/>
              <a:gd name="csX8787" fmla="*/ 1514189 w 1723042"/>
              <a:gd name="csY8787" fmla="*/ 1114920 h 1114920"/>
              <a:gd name="csX8788" fmla="*/ 1514367 w 1723042"/>
              <a:gd name="csY8788" fmla="*/ 1114920 h 1114920"/>
              <a:gd name="csX8789" fmla="*/ 1514536 w 1723042"/>
              <a:gd name="csY8789" fmla="*/ 1114920 h 1114920"/>
              <a:gd name="csX8790" fmla="*/ 1514705 w 1723042"/>
              <a:gd name="csY8790" fmla="*/ 1114920 h 1114920"/>
              <a:gd name="csX8791" fmla="*/ 1514883 w 1723042"/>
              <a:gd name="csY8791" fmla="*/ 1114920 h 1114920"/>
              <a:gd name="csX8792" fmla="*/ 1515052 w 1723042"/>
              <a:gd name="csY8792" fmla="*/ 1114920 h 1114920"/>
              <a:gd name="csX8793" fmla="*/ 1515221 w 1723042"/>
              <a:gd name="csY8793" fmla="*/ 1114920 h 1114920"/>
              <a:gd name="csX8794" fmla="*/ 1515399 w 1723042"/>
              <a:gd name="csY8794" fmla="*/ 1114920 h 1114920"/>
              <a:gd name="csX8795" fmla="*/ 1515568 w 1723042"/>
              <a:gd name="csY8795" fmla="*/ 1114920 h 1114920"/>
              <a:gd name="csX8796" fmla="*/ 1515737 w 1723042"/>
              <a:gd name="csY8796" fmla="*/ 1114920 h 1114920"/>
              <a:gd name="csX8797" fmla="*/ 1515915 w 1723042"/>
              <a:gd name="csY8797" fmla="*/ 1114920 h 1114920"/>
              <a:gd name="csX8798" fmla="*/ 1516084 w 1723042"/>
              <a:gd name="csY8798" fmla="*/ 1114920 h 1114920"/>
              <a:gd name="csX8799" fmla="*/ 1516262 w 1723042"/>
              <a:gd name="csY8799" fmla="*/ 1114920 h 1114920"/>
              <a:gd name="csX8800" fmla="*/ 1516431 w 1723042"/>
              <a:gd name="csY8800" fmla="*/ 1114920 h 1114920"/>
              <a:gd name="csX8801" fmla="*/ 1516600 w 1723042"/>
              <a:gd name="csY8801" fmla="*/ 1114920 h 1114920"/>
              <a:gd name="csX8802" fmla="*/ 1516778 w 1723042"/>
              <a:gd name="csY8802" fmla="*/ 1114920 h 1114920"/>
              <a:gd name="csX8803" fmla="*/ 1516947 w 1723042"/>
              <a:gd name="csY8803" fmla="*/ 1114920 h 1114920"/>
              <a:gd name="csX8804" fmla="*/ 1517116 w 1723042"/>
              <a:gd name="csY8804" fmla="*/ 1114920 h 1114920"/>
              <a:gd name="csX8805" fmla="*/ 1517294 w 1723042"/>
              <a:gd name="csY8805" fmla="*/ 1114920 h 1114920"/>
              <a:gd name="csX8806" fmla="*/ 1517463 w 1723042"/>
              <a:gd name="csY8806" fmla="*/ 1114920 h 1114920"/>
              <a:gd name="csX8807" fmla="*/ 1517641 w 1723042"/>
              <a:gd name="csY8807" fmla="*/ 1114920 h 1114920"/>
              <a:gd name="csX8808" fmla="*/ 1517810 w 1723042"/>
              <a:gd name="csY8808" fmla="*/ 1114920 h 1114920"/>
              <a:gd name="csX8809" fmla="*/ 1517979 w 1723042"/>
              <a:gd name="csY8809" fmla="*/ 1114920 h 1114920"/>
              <a:gd name="csX8810" fmla="*/ 1518157 w 1723042"/>
              <a:gd name="csY8810" fmla="*/ 1114920 h 1114920"/>
              <a:gd name="csX8811" fmla="*/ 1518326 w 1723042"/>
              <a:gd name="csY8811" fmla="*/ 1114920 h 1114920"/>
              <a:gd name="csX8812" fmla="*/ 1518495 w 1723042"/>
              <a:gd name="csY8812" fmla="*/ 1114920 h 1114920"/>
              <a:gd name="csX8813" fmla="*/ 1518673 w 1723042"/>
              <a:gd name="csY8813" fmla="*/ 1114920 h 1114920"/>
              <a:gd name="csX8814" fmla="*/ 1518842 w 1723042"/>
              <a:gd name="csY8814" fmla="*/ 1114920 h 1114920"/>
              <a:gd name="csX8815" fmla="*/ 1519020 w 1723042"/>
              <a:gd name="csY8815" fmla="*/ 1114920 h 1114920"/>
              <a:gd name="csX8816" fmla="*/ 1519189 w 1723042"/>
              <a:gd name="csY8816" fmla="*/ 1114920 h 1114920"/>
              <a:gd name="csX8817" fmla="*/ 1519358 w 1723042"/>
              <a:gd name="csY8817" fmla="*/ 1114920 h 1114920"/>
              <a:gd name="csX8818" fmla="*/ 1519536 w 1723042"/>
              <a:gd name="csY8818" fmla="*/ 1114920 h 1114920"/>
              <a:gd name="csX8819" fmla="*/ 1519705 w 1723042"/>
              <a:gd name="csY8819" fmla="*/ 1114920 h 1114920"/>
              <a:gd name="csX8820" fmla="*/ 1519874 w 1723042"/>
              <a:gd name="csY8820" fmla="*/ 1114920 h 1114920"/>
              <a:gd name="csX8821" fmla="*/ 1520052 w 1723042"/>
              <a:gd name="csY8821" fmla="*/ 1114920 h 1114920"/>
              <a:gd name="csX8822" fmla="*/ 1520221 w 1723042"/>
              <a:gd name="csY8822" fmla="*/ 1114920 h 1114920"/>
              <a:gd name="csX8823" fmla="*/ 1520390 w 1723042"/>
              <a:gd name="csY8823" fmla="*/ 1114920 h 1114920"/>
              <a:gd name="csX8824" fmla="*/ 1520568 w 1723042"/>
              <a:gd name="csY8824" fmla="*/ 1114920 h 1114920"/>
              <a:gd name="csX8825" fmla="*/ 1520737 w 1723042"/>
              <a:gd name="csY8825" fmla="*/ 1114920 h 1114920"/>
              <a:gd name="csX8826" fmla="*/ 1520915 w 1723042"/>
              <a:gd name="csY8826" fmla="*/ 1114920 h 1114920"/>
              <a:gd name="csX8827" fmla="*/ 1521084 w 1723042"/>
              <a:gd name="csY8827" fmla="*/ 1114920 h 1114920"/>
              <a:gd name="csX8828" fmla="*/ 1521253 w 1723042"/>
              <a:gd name="csY8828" fmla="*/ 1114920 h 1114920"/>
              <a:gd name="csX8829" fmla="*/ 1521431 w 1723042"/>
              <a:gd name="csY8829" fmla="*/ 1114920 h 1114920"/>
              <a:gd name="csX8830" fmla="*/ 1521600 w 1723042"/>
              <a:gd name="csY8830" fmla="*/ 1114920 h 1114920"/>
              <a:gd name="csX8831" fmla="*/ 1521769 w 1723042"/>
              <a:gd name="csY8831" fmla="*/ 1114920 h 1114920"/>
              <a:gd name="csX8832" fmla="*/ 1521947 w 1723042"/>
              <a:gd name="csY8832" fmla="*/ 1114920 h 1114920"/>
              <a:gd name="csX8833" fmla="*/ 1522116 w 1723042"/>
              <a:gd name="csY8833" fmla="*/ 1114920 h 1114920"/>
              <a:gd name="csX8834" fmla="*/ 1522294 w 1723042"/>
              <a:gd name="csY8834" fmla="*/ 1114920 h 1114920"/>
              <a:gd name="csX8835" fmla="*/ 1522463 w 1723042"/>
              <a:gd name="csY8835" fmla="*/ 1114920 h 1114920"/>
              <a:gd name="csX8836" fmla="*/ 1522632 w 1723042"/>
              <a:gd name="csY8836" fmla="*/ 1114920 h 1114920"/>
              <a:gd name="csX8837" fmla="*/ 1522810 w 1723042"/>
              <a:gd name="csY8837" fmla="*/ 1114920 h 1114920"/>
              <a:gd name="csX8838" fmla="*/ 1522979 w 1723042"/>
              <a:gd name="csY8838" fmla="*/ 1114920 h 1114920"/>
              <a:gd name="csX8839" fmla="*/ 1523148 w 1723042"/>
              <a:gd name="csY8839" fmla="*/ 1114920 h 1114920"/>
              <a:gd name="csX8840" fmla="*/ 1523326 w 1723042"/>
              <a:gd name="csY8840" fmla="*/ 1114920 h 1114920"/>
              <a:gd name="csX8841" fmla="*/ 1523495 w 1723042"/>
              <a:gd name="csY8841" fmla="*/ 1114920 h 1114920"/>
              <a:gd name="csX8842" fmla="*/ 1523664 w 1723042"/>
              <a:gd name="csY8842" fmla="*/ 1114920 h 1114920"/>
              <a:gd name="csX8843" fmla="*/ 1523842 w 1723042"/>
              <a:gd name="csY8843" fmla="*/ 1114920 h 1114920"/>
              <a:gd name="csX8844" fmla="*/ 1524011 w 1723042"/>
              <a:gd name="csY8844" fmla="*/ 1114920 h 1114920"/>
              <a:gd name="csX8845" fmla="*/ 1524189 w 1723042"/>
              <a:gd name="csY8845" fmla="*/ 1114920 h 1114920"/>
              <a:gd name="csX8846" fmla="*/ 1524358 w 1723042"/>
              <a:gd name="csY8846" fmla="*/ 1114920 h 1114920"/>
              <a:gd name="csX8847" fmla="*/ 1524527 w 1723042"/>
              <a:gd name="csY8847" fmla="*/ 1114920 h 1114920"/>
              <a:gd name="csX8848" fmla="*/ 1524705 w 1723042"/>
              <a:gd name="csY8848" fmla="*/ 1114920 h 1114920"/>
              <a:gd name="csX8849" fmla="*/ 1524874 w 1723042"/>
              <a:gd name="csY8849" fmla="*/ 1114920 h 1114920"/>
              <a:gd name="csX8850" fmla="*/ 1525043 w 1723042"/>
              <a:gd name="csY8850" fmla="*/ 1114920 h 1114920"/>
              <a:gd name="csX8851" fmla="*/ 1525221 w 1723042"/>
              <a:gd name="csY8851" fmla="*/ 1114920 h 1114920"/>
              <a:gd name="csX8852" fmla="*/ 1525390 w 1723042"/>
              <a:gd name="csY8852" fmla="*/ 1114920 h 1114920"/>
              <a:gd name="csX8853" fmla="*/ 1525568 w 1723042"/>
              <a:gd name="csY8853" fmla="*/ 1114920 h 1114920"/>
              <a:gd name="csX8854" fmla="*/ 1525737 w 1723042"/>
              <a:gd name="csY8854" fmla="*/ 1114920 h 1114920"/>
              <a:gd name="csX8855" fmla="*/ 1525906 w 1723042"/>
              <a:gd name="csY8855" fmla="*/ 1114920 h 1114920"/>
              <a:gd name="csX8856" fmla="*/ 1526084 w 1723042"/>
              <a:gd name="csY8856" fmla="*/ 1114920 h 1114920"/>
              <a:gd name="csX8857" fmla="*/ 1526253 w 1723042"/>
              <a:gd name="csY8857" fmla="*/ 1114920 h 1114920"/>
              <a:gd name="csX8858" fmla="*/ 1526422 w 1723042"/>
              <a:gd name="csY8858" fmla="*/ 1114920 h 1114920"/>
              <a:gd name="csX8859" fmla="*/ 1526600 w 1723042"/>
              <a:gd name="csY8859" fmla="*/ 1114920 h 1114920"/>
              <a:gd name="csX8860" fmla="*/ 1526769 w 1723042"/>
              <a:gd name="csY8860" fmla="*/ 1114920 h 1114920"/>
              <a:gd name="csX8861" fmla="*/ 1526947 w 1723042"/>
              <a:gd name="csY8861" fmla="*/ 1114920 h 1114920"/>
              <a:gd name="csX8862" fmla="*/ 1527116 w 1723042"/>
              <a:gd name="csY8862" fmla="*/ 1114920 h 1114920"/>
              <a:gd name="csX8863" fmla="*/ 1527285 w 1723042"/>
              <a:gd name="csY8863" fmla="*/ 1114920 h 1114920"/>
              <a:gd name="csX8864" fmla="*/ 1527463 w 1723042"/>
              <a:gd name="csY8864" fmla="*/ 1114920 h 1114920"/>
              <a:gd name="csX8865" fmla="*/ 1527632 w 1723042"/>
              <a:gd name="csY8865" fmla="*/ 1114920 h 1114920"/>
              <a:gd name="csX8866" fmla="*/ 1527801 w 1723042"/>
              <a:gd name="csY8866" fmla="*/ 1114920 h 1114920"/>
              <a:gd name="csX8867" fmla="*/ 1527979 w 1723042"/>
              <a:gd name="csY8867" fmla="*/ 1114920 h 1114920"/>
              <a:gd name="csX8868" fmla="*/ 1528148 w 1723042"/>
              <a:gd name="csY8868" fmla="*/ 1114920 h 1114920"/>
              <a:gd name="csX8869" fmla="*/ 1528317 w 1723042"/>
              <a:gd name="csY8869" fmla="*/ 1114920 h 1114920"/>
              <a:gd name="csX8870" fmla="*/ 1528495 w 1723042"/>
              <a:gd name="csY8870" fmla="*/ 1114920 h 1114920"/>
              <a:gd name="csX8871" fmla="*/ 1528664 w 1723042"/>
              <a:gd name="csY8871" fmla="*/ 1114920 h 1114920"/>
              <a:gd name="csX8872" fmla="*/ 1528842 w 1723042"/>
              <a:gd name="csY8872" fmla="*/ 1114920 h 1114920"/>
              <a:gd name="csX8873" fmla="*/ 1529011 w 1723042"/>
              <a:gd name="csY8873" fmla="*/ 1114920 h 1114920"/>
              <a:gd name="csX8874" fmla="*/ 1529180 w 1723042"/>
              <a:gd name="csY8874" fmla="*/ 1114920 h 1114920"/>
              <a:gd name="csX8875" fmla="*/ 1529358 w 1723042"/>
              <a:gd name="csY8875" fmla="*/ 1114920 h 1114920"/>
              <a:gd name="csX8876" fmla="*/ 1529527 w 1723042"/>
              <a:gd name="csY8876" fmla="*/ 1114920 h 1114920"/>
              <a:gd name="csX8877" fmla="*/ 1529696 w 1723042"/>
              <a:gd name="csY8877" fmla="*/ 1114920 h 1114920"/>
              <a:gd name="csX8878" fmla="*/ 1529874 w 1723042"/>
              <a:gd name="csY8878" fmla="*/ 1114920 h 1114920"/>
              <a:gd name="csX8879" fmla="*/ 1530043 w 1723042"/>
              <a:gd name="csY8879" fmla="*/ 1114920 h 1114920"/>
              <a:gd name="csX8880" fmla="*/ 1530221 w 1723042"/>
              <a:gd name="csY8880" fmla="*/ 1114920 h 1114920"/>
              <a:gd name="csX8881" fmla="*/ 1530390 w 1723042"/>
              <a:gd name="csY8881" fmla="*/ 1114920 h 1114920"/>
              <a:gd name="csX8882" fmla="*/ 1530559 w 1723042"/>
              <a:gd name="csY8882" fmla="*/ 1114920 h 1114920"/>
              <a:gd name="csX8883" fmla="*/ 1530737 w 1723042"/>
              <a:gd name="csY8883" fmla="*/ 1114920 h 1114920"/>
              <a:gd name="csX8884" fmla="*/ 1530906 w 1723042"/>
              <a:gd name="csY8884" fmla="*/ 1114920 h 1114920"/>
              <a:gd name="csX8885" fmla="*/ 1531075 w 1723042"/>
              <a:gd name="csY8885" fmla="*/ 1114920 h 1114920"/>
              <a:gd name="csX8886" fmla="*/ 1531253 w 1723042"/>
              <a:gd name="csY8886" fmla="*/ 1114920 h 1114920"/>
              <a:gd name="csX8887" fmla="*/ 1531422 w 1723042"/>
              <a:gd name="csY8887" fmla="*/ 1114920 h 1114920"/>
              <a:gd name="csX8888" fmla="*/ 1531600 w 1723042"/>
              <a:gd name="csY8888" fmla="*/ 1114920 h 1114920"/>
              <a:gd name="csX8889" fmla="*/ 1531768 w 1723042"/>
              <a:gd name="csY8889" fmla="*/ 1114920 h 1114920"/>
              <a:gd name="csX8890" fmla="*/ 1531938 w 1723042"/>
              <a:gd name="csY8890" fmla="*/ 1114920 h 1114920"/>
              <a:gd name="csX8891" fmla="*/ 1532116 w 1723042"/>
              <a:gd name="csY8891" fmla="*/ 1114920 h 1114920"/>
              <a:gd name="csX8892" fmla="*/ 1532285 w 1723042"/>
              <a:gd name="csY8892" fmla="*/ 1114920 h 1114920"/>
              <a:gd name="csX8893" fmla="*/ 1532454 w 1723042"/>
              <a:gd name="csY8893" fmla="*/ 1114920 h 1114920"/>
              <a:gd name="csX8894" fmla="*/ 1532632 w 1723042"/>
              <a:gd name="csY8894" fmla="*/ 1114920 h 1114920"/>
              <a:gd name="csX8895" fmla="*/ 1532801 w 1723042"/>
              <a:gd name="csY8895" fmla="*/ 1114920 h 1114920"/>
              <a:gd name="csX8896" fmla="*/ 1532970 w 1723042"/>
              <a:gd name="csY8896" fmla="*/ 1114920 h 1114920"/>
              <a:gd name="csX8897" fmla="*/ 1533147 w 1723042"/>
              <a:gd name="csY8897" fmla="*/ 1114920 h 1114920"/>
              <a:gd name="csX8898" fmla="*/ 1533316 w 1723042"/>
              <a:gd name="csY8898" fmla="*/ 1114920 h 1114920"/>
              <a:gd name="csX8899" fmla="*/ 1533495 w 1723042"/>
              <a:gd name="csY8899" fmla="*/ 1114920 h 1114920"/>
              <a:gd name="csX8900" fmla="*/ 1533664 w 1723042"/>
              <a:gd name="csY8900" fmla="*/ 1114920 h 1114920"/>
              <a:gd name="csX8901" fmla="*/ 1533833 w 1723042"/>
              <a:gd name="csY8901" fmla="*/ 1114920 h 1114920"/>
              <a:gd name="csX8902" fmla="*/ 1534010 w 1723042"/>
              <a:gd name="csY8902" fmla="*/ 1114920 h 1114920"/>
              <a:gd name="csX8903" fmla="*/ 1534180 w 1723042"/>
              <a:gd name="csY8903" fmla="*/ 1114920 h 1114920"/>
              <a:gd name="csX8904" fmla="*/ 1534349 w 1723042"/>
              <a:gd name="csY8904" fmla="*/ 1114920 h 1114920"/>
              <a:gd name="csX8905" fmla="*/ 1534526 w 1723042"/>
              <a:gd name="csY8905" fmla="*/ 1114920 h 1114920"/>
              <a:gd name="csX8906" fmla="*/ 1534695 w 1723042"/>
              <a:gd name="csY8906" fmla="*/ 1114920 h 1114920"/>
              <a:gd name="csX8907" fmla="*/ 1534873 w 1723042"/>
              <a:gd name="csY8907" fmla="*/ 1114920 h 1114920"/>
              <a:gd name="csX8908" fmla="*/ 1535043 w 1723042"/>
              <a:gd name="csY8908" fmla="*/ 1114920 h 1114920"/>
              <a:gd name="csX8909" fmla="*/ 1535212 w 1723042"/>
              <a:gd name="csY8909" fmla="*/ 1114920 h 1114920"/>
              <a:gd name="csX8910" fmla="*/ 1535389 w 1723042"/>
              <a:gd name="csY8910" fmla="*/ 1114920 h 1114920"/>
              <a:gd name="csX8911" fmla="*/ 1535558 w 1723042"/>
              <a:gd name="csY8911" fmla="*/ 1114920 h 1114920"/>
              <a:gd name="csX8912" fmla="*/ 1535728 w 1723042"/>
              <a:gd name="csY8912" fmla="*/ 1114920 h 1114920"/>
              <a:gd name="csX8913" fmla="*/ 1535905 w 1723042"/>
              <a:gd name="csY8913" fmla="*/ 1114920 h 1114920"/>
              <a:gd name="csX8914" fmla="*/ 1536074 w 1723042"/>
              <a:gd name="csY8914" fmla="*/ 1114920 h 1114920"/>
              <a:gd name="csX8915" fmla="*/ 1536243 w 1723042"/>
              <a:gd name="csY8915" fmla="*/ 1114920 h 1114920"/>
              <a:gd name="csX8916" fmla="*/ 1536421 w 1723042"/>
              <a:gd name="csY8916" fmla="*/ 1114920 h 1114920"/>
              <a:gd name="csX8917" fmla="*/ 1536591 w 1723042"/>
              <a:gd name="csY8917" fmla="*/ 1114920 h 1114920"/>
              <a:gd name="csX8918" fmla="*/ 1536768 w 1723042"/>
              <a:gd name="csY8918" fmla="*/ 1114920 h 1114920"/>
              <a:gd name="csX8919" fmla="*/ 1536937 w 1723042"/>
              <a:gd name="csY8919" fmla="*/ 1114920 h 1114920"/>
              <a:gd name="csX8920" fmla="*/ 1537106 w 1723042"/>
              <a:gd name="csY8920" fmla="*/ 1114920 h 1114920"/>
              <a:gd name="csX8921" fmla="*/ 1537284 w 1723042"/>
              <a:gd name="csY8921" fmla="*/ 1114920 h 1114920"/>
              <a:gd name="csX8922" fmla="*/ 1537453 w 1723042"/>
              <a:gd name="csY8922" fmla="*/ 1114920 h 1114920"/>
              <a:gd name="csX8923" fmla="*/ 1537622 w 1723042"/>
              <a:gd name="csY8923" fmla="*/ 1114920 h 1114920"/>
              <a:gd name="csX8924" fmla="*/ 1537800 w 1723042"/>
              <a:gd name="csY8924" fmla="*/ 1114920 h 1114920"/>
              <a:gd name="csX8925" fmla="*/ 1537970 w 1723042"/>
              <a:gd name="csY8925" fmla="*/ 1114920 h 1114920"/>
              <a:gd name="csX8926" fmla="*/ 1538147 w 1723042"/>
              <a:gd name="csY8926" fmla="*/ 1114920 h 1114920"/>
              <a:gd name="csX8927" fmla="*/ 1538316 w 1723042"/>
              <a:gd name="csY8927" fmla="*/ 1114920 h 1114920"/>
              <a:gd name="csX8928" fmla="*/ 1538485 w 1723042"/>
              <a:gd name="csY8928" fmla="*/ 1114920 h 1114920"/>
              <a:gd name="csX8929" fmla="*/ 1538663 w 1723042"/>
              <a:gd name="csY8929" fmla="*/ 1114920 h 1114920"/>
              <a:gd name="csX8930" fmla="*/ 1538832 w 1723042"/>
              <a:gd name="csY8930" fmla="*/ 1114920 h 1114920"/>
              <a:gd name="csX8931" fmla="*/ 1539001 w 1723042"/>
              <a:gd name="csY8931" fmla="*/ 1114920 h 1114920"/>
              <a:gd name="csX8932" fmla="*/ 1539179 w 1723042"/>
              <a:gd name="csY8932" fmla="*/ 1114920 h 1114920"/>
              <a:gd name="csX8933" fmla="*/ 1539348 w 1723042"/>
              <a:gd name="csY8933" fmla="*/ 1114920 h 1114920"/>
              <a:gd name="csX8934" fmla="*/ 1539526 w 1723042"/>
              <a:gd name="csY8934" fmla="*/ 1114920 h 1114920"/>
              <a:gd name="csX8935" fmla="*/ 1539695 w 1723042"/>
              <a:gd name="csY8935" fmla="*/ 1114920 h 1114920"/>
              <a:gd name="csX8936" fmla="*/ 1539864 w 1723042"/>
              <a:gd name="csY8936" fmla="*/ 1114920 h 1114920"/>
              <a:gd name="csX8937" fmla="*/ 1540042 w 1723042"/>
              <a:gd name="csY8937" fmla="*/ 1114920 h 1114920"/>
              <a:gd name="csX8938" fmla="*/ 1540211 w 1723042"/>
              <a:gd name="csY8938" fmla="*/ 1114920 h 1114920"/>
              <a:gd name="csX8939" fmla="*/ 1540380 w 1723042"/>
              <a:gd name="csY8939" fmla="*/ 1114920 h 1114920"/>
              <a:gd name="csX8940" fmla="*/ 1540558 w 1723042"/>
              <a:gd name="csY8940" fmla="*/ 1114920 h 1114920"/>
              <a:gd name="csX8941" fmla="*/ 1540727 w 1723042"/>
              <a:gd name="csY8941" fmla="*/ 1114920 h 1114920"/>
              <a:gd name="csX8942" fmla="*/ 1540896 w 1723042"/>
              <a:gd name="csY8942" fmla="*/ 1114920 h 1114920"/>
              <a:gd name="csX8943" fmla="*/ 1541074 w 1723042"/>
              <a:gd name="csY8943" fmla="*/ 1114920 h 1114920"/>
              <a:gd name="csX8944" fmla="*/ 1541243 w 1723042"/>
              <a:gd name="csY8944" fmla="*/ 1114920 h 1114920"/>
              <a:gd name="csX8945" fmla="*/ 1541421 w 1723042"/>
              <a:gd name="csY8945" fmla="*/ 1114920 h 1114920"/>
              <a:gd name="csX8946" fmla="*/ 1541590 w 1723042"/>
              <a:gd name="csY8946" fmla="*/ 1114920 h 1114920"/>
              <a:gd name="csX8947" fmla="*/ 1541759 w 1723042"/>
              <a:gd name="csY8947" fmla="*/ 1114920 h 1114920"/>
              <a:gd name="csX8948" fmla="*/ 1541937 w 1723042"/>
              <a:gd name="csY8948" fmla="*/ 1114920 h 1114920"/>
              <a:gd name="csX8949" fmla="*/ 1542106 w 1723042"/>
              <a:gd name="csY8949" fmla="*/ 1114920 h 1114920"/>
              <a:gd name="csX8950" fmla="*/ 1542275 w 1723042"/>
              <a:gd name="csY8950" fmla="*/ 1114920 h 1114920"/>
              <a:gd name="csX8951" fmla="*/ 1542453 w 1723042"/>
              <a:gd name="csY8951" fmla="*/ 1114920 h 1114920"/>
              <a:gd name="csX8952" fmla="*/ 1542622 w 1723042"/>
              <a:gd name="csY8952" fmla="*/ 1114920 h 1114920"/>
              <a:gd name="csX8953" fmla="*/ 1542800 w 1723042"/>
              <a:gd name="csY8953" fmla="*/ 1114920 h 1114920"/>
              <a:gd name="csX8954" fmla="*/ 1542969 w 1723042"/>
              <a:gd name="csY8954" fmla="*/ 1114920 h 1114920"/>
              <a:gd name="csX8955" fmla="*/ 1543138 w 1723042"/>
              <a:gd name="csY8955" fmla="*/ 1114920 h 1114920"/>
              <a:gd name="csX8956" fmla="*/ 1543316 w 1723042"/>
              <a:gd name="csY8956" fmla="*/ 1114920 h 1114920"/>
              <a:gd name="csX8957" fmla="*/ 1543485 w 1723042"/>
              <a:gd name="csY8957" fmla="*/ 1114920 h 1114920"/>
              <a:gd name="csX8958" fmla="*/ 1543654 w 1723042"/>
              <a:gd name="csY8958" fmla="*/ 1114920 h 1114920"/>
              <a:gd name="csX8959" fmla="*/ 1543832 w 1723042"/>
              <a:gd name="csY8959" fmla="*/ 1114920 h 1114920"/>
              <a:gd name="csX8960" fmla="*/ 1544001 w 1723042"/>
              <a:gd name="csY8960" fmla="*/ 1114920 h 1114920"/>
              <a:gd name="csX8961" fmla="*/ 1544170 w 1723042"/>
              <a:gd name="csY8961" fmla="*/ 1114920 h 1114920"/>
              <a:gd name="csX8962" fmla="*/ 1544348 w 1723042"/>
              <a:gd name="csY8962" fmla="*/ 1114920 h 1114920"/>
              <a:gd name="csX8963" fmla="*/ 1544517 w 1723042"/>
              <a:gd name="csY8963" fmla="*/ 1114920 h 1114920"/>
              <a:gd name="csX8964" fmla="*/ 1544695 w 1723042"/>
              <a:gd name="csY8964" fmla="*/ 1114920 h 1114920"/>
              <a:gd name="csX8965" fmla="*/ 1544864 w 1723042"/>
              <a:gd name="csY8965" fmla="*/ 1114920 h 1114920"/>
              <a:gd name="csX8966" fmla="*/ 1545033 w 1723042"/>
              <a:gd name="csY8966" fmla="*/ 1114920 h 1114920"/>
              <a:gd name="csX8967" fmla="*/ 1545211 w 1723042"/>
              <a:gd name="csY8967" fmla="*/ 1114920 h 1114920"/>
              <a:gd name="csX8968" fmla="*/ 1545380 w 1723042"/>
              <a:gd name="csY8968" fmla="*/ 1114920 h 1114920"/>
              <a:gd name="csX8969" fmla="*/ 1545549 w 1723042"/>
              <a:gd name="csY8969" fmla="*/ 1114920 h 1114920"/>
              <a:gd name="csX8970" fmla="*/ 1545727 w 1723042"/>
              <a:gd name="csY8970" fmla="*/ 1114920 h 1114920"/>
              <a:gd name="csX8971" fmla="*/ 1545896 w 1723042"/>
              <a:gd name="csY8971" fmla="*/ 1114920 h 1114920"/>
              <a:gd name="csX8972" fmla="*/ 1546074 w 1723042"/>
              <a:gd name="csY8972" fmla="*/ 1114920 h 1114920"/>
              <a:gd name="csX8973" fmla="*/ 1546243 w 1723042"/>
              <a:gd name="csY8973" fmla="*/ 1114920 h 1114920"/>
              <a:gd name="csX8974" fmla="*/ 1546412 w 1723042"/>
              <a:gd name="csY8974" fmla="*/ 1114920 h 1114920"/>
              <a:gd name="csX8975" fmla="*/ 1546590 w 1723042"/>
              <a:gd name="csY8975" fmla="*/ 1114920 h 1114920"/>
              <a:gd name="csX8976" fmla="*/ 1546759 w 1723042"/>
              <a:gd name="csY8976" fmla="*/ 1114920 h 1114920"/>
              <a:gd name="csX8977" fmla="*/ 1546928 w 1723042"/>
              <a:gd name="csY8977" fmla="*/ 1114920 h 1114920"/>
              <a:gd name="csX8978" fmla="*/ 1547106 w 1723042"/>
              <a:gd name="csY8978" fmla="*/ 1114920 h 1114920"/>
              <a:gd name="csX8979" fmla="*/ 1547275 w 1723042"/>
              <a:gd name="csY8979" fmla="*/ 1114920 h 1114920"/>
              <a:gd name="csX8980" fmla="*/ 1547453 w 1723042"/>
              <a:gd name="csY8980" fmla="*/ 1114920 h 1114920"/>
              <a:gd name="csX8981" fmla="*/ 1547622 w 1723042"/>
              <a:gd name="csY8981" fmla="*/ 1114920 h 1114920"/>
              <a:gd name="csX8982" fmla="*/ 1547791 w 1723042"/>
              <a:gd name="csY8982" fmla="*/ 1114920 h 1114920"/>
              <a:gd name="csX8983" fmla="*/ 1547969 w 1723042"/>
              <a:gd name="csY8983" fmla="*/ 1114920 h 1114920"/>
              <a:gd name="csX8984" fmla="*/ 1548138 w 1723042"/>
              <a:gd name="csY8984" fmla="*/ 1114920 h 1114920"/>
              <a:gd name="csX8985" fmla="*/ 1548307 w 1723042"/>
              <a:gd name="csY8985" fmla="*/ 1114920 h 1114920"/>
              <a:gd name="csX8986" fmla="*/ 1548485 w 1723042"/>
              <a:gd name="csY8986" fmla="*/ 1114920 h 1114920"/>
              <a:gd name="csX8987" fmla="*/ 1548654 w 1723042"/>
              <a:gd name="csY8987" fmla="*/ 1114920 h 1114920"/>
              <a:gd name="csX8988" fmla="*/ 1548823 w 1723042"/>
              <a:gd name="csY8988" fmla="*/ 1114920 h 1114920"/>
              <a:gd name="csX8989" fmla="*/ 1549001 w 1723042"/>
              <a:gd name="csY8989" fmla="*/ 1114920 h 1114920"/>
              <a:gd name="csX8990" fmla="*/ 1549170 w 1723042"/>
              <a:gd name="csY8990" fmla="*/ 1114920 h 1114920"/>
              <a:gd name="csX8991" fmla="*/ 1549348 w 1723042"/>
              <a:gd name="csY8991" fmla="*/ 1114920 h 1114920"/>
              <a:gd name="csX8992" fmla="*/ 1549517 w 1723042"/>
              <a:gd name="csY8992" fmla="*/ 1114920 h 1114920"/>
              <a:gd name="csX8993" fmla="*/ 1549686 w 1723042"/>
              <a:gd name="csY8993" fmla="*/ 1114920 h 1114920"/>
              <a:gd name="csX8994" fmla="*/ 1549864 w 1723042"/>
              <a:gd name="csY8994" fmla="*/ 1114920 h 1114920"/>
              <a:gd name="csX8995" fmla="*/ 1550033 w 1723042"/>
              <a:gd name="csY8995" fmla="*/ 1114920 h 1114920"/>
              <a:gd name="csX8996" fmla="*/ 1550202 w 1723042"/>
              <a:gd name="csY8996" fmla="*/ 1114920 h 1114920"/>
              <a:gd name="csX8997" fmla="*/ 1550380 w 1723042"/>
              <a:gd name="csY8997" fmla="*/ 1114920 h 1114920"/>
              <a:gd name="csX8998" fmla="*/ 1550549 w 1723042"/>
              <a:gd name="csY8998" fmla="*/ 1114920 h 1114920"/>
              <a:gd name="csX8999" fmla="*/ 1550727 w 1723042"/>
              <a:gd name="csY8999" fmla="*/ 1114920 h 1114920"/>
              <a:gd name="csX9000" fmla="*/ 1550896 w 1723042"/>
              <a:gd name="csY9000" fmla="*/ 1114920 h 1114920"/>
              <a:gd name="csX9001" fmla="*/ 1551065 w 1723042"/>
              <a:gd name="csY9001" fmla="*/ 1114920 h 1114920"/>
              <a:gd name="csX9002" fmla="*/ 1551243 w 1723042"/>
              <a:gd name="csY9002" fmla="*/ 1114920 h 1114920"/>
              <a:gd name="csX9003" fmla="*/ 1551412 w 1723042"/>
              <a:gd name="csY9003" fmla="*/ 1114920 h 1114920"/>
              <a:gd name="csX9004" fmla="*/ 1551581 w 1723042"/>
              <a:gd name="csY9004" fmla="*/ 1114920 h 1114920"/>
              <a:gd name="csX9005" fmla="*/ 1551759 w 1723042"/>
              <a:gd name="csY9005" fmla="*/ 1114920 h 1114920"/>
              <a:gd name="csX9006" fmla="*/ 1551928 w 1723042"/>
              <a:gd name="csY9006" fmla="*/ 1114920 h 1114920"/>
              <a:gd name="csX9007" fmla="*/ 1552106 w 1723042"/>
              <a:gd name="csY9007" fmla="*/ 1114920 h 1114920"/>
              <a:gd name="csX9008" fmla="*/ 1552275 w 1723042"/>
              <a:gd name="csY9008" fmla="*/ 1114920 h 1114920"/>
              <a:gd name="csX9009" fmla="*/ 1552444 w 1723042"/>
              <a:gd name="csY9009" fmla="*/ 1114920 h 1114920"/>
              <a:gd name="csX9010" fmla="*/ 1552622 w 1723042"/>
              <a:gd name="csY9010" fmla="*/ 1114920 h 1114920"/>
              <a:gd name="csX9011" fmla="*/ 1552791 w 1723042"/>
              <a:gd name="csY9011" fmla="*/ 1114920 h 1114920"/>
              <a:gd name="csX9012" fmla="*/ 1552960 w 1723042"/>
              <a:gd name="csY9012" fmla="*/ 1114920 h 1114920"/>
              <a:gd name="csX9013" fmla="*/ 1553138 w 1723042"/>
              <a:gd name="csY9013" fmla="*/ 1114920 h 1114920"/>
              <a:gd name="csX9014" fmla="*/ 1553307 w 1723042"/>
              <a:gd name="csY9014" fmla="*/ 1114920 h 1114920"/>
              <a:gd name="csX9015" fmla="*/ 1553476 w 1723042"/>
              <a:gd name="csY9015" fmla="*/ 1114920 h 1114920"/>
              <a:gd name="csX9016" fmla="*/ 1553654 w 1723042"/>
              <a:gd name="csY9016" fmla="*/ 1114920 h 1114920"/>
              <a:gd name="csX9017" fmla="*/ 1553823 w 1723042"/>
              <a:gd name="csY9017" fmla="*/ 1114920 h 1114920"/>
              <a:gd name="csX9018" fmla="*/ 1554001 w 1723042"/>
              <a:gd name="csY9018" fmla="*/ 1114920 h 1114920"/>
              <a:gd name="csX9019" fmla="*/ 1554170 w 1723042"/>
              <a:gd name="csY9019" fmla="*/ 1114920 h 1114920"/>
              <a:gd name="csX9020" fmla="*/ 1554339 w 1723042"/>
              <a:gd name="csY9020" fmla="*/ 1114920 h 1114920"/>
              <a:gd name="csX9021" fmla="*/ 1554517 w 1723042"/>
              <a:gd name="csY9021" fmla="*/ 1114920 h 1114920"/>
              <a:gd name="csX9022" fmla="*/ 1554686 w 1723042"/>
              <a:gd name="csY9022" fmla="*/ 1114920 h 1114920"/>
              <a:gd name="csX9023" fmla="*/ 1554855 w 1723042"/>
              <a:gd name="csY9023" fmla="*/ 1114920 h 1114920"/>
              <a:gd name="csX9024" fmla="*/ 1555033 w 1723042"/>
              <a:gd name="csY9024" fmla="*/ 1114920 h 1114920"/>
              <a:gd name="csX9025" fmla="*/ 1555202 w 1723042"/>
              <a:gd name="csY9025" fmla="*/ 1114920 h 1114920"/>
              <a:gd name="csX9026" fmla="*/ 1555380 w 1723042"/>
              <a:gd name="csY9026" fmla="*/ 1114920 h 1114920"/>
              <a:gd name="csX9027" fmla="*/ 1555549 w 1723042"/>
              <a:gd name="csY9027" fmla="*/ 1114920 h 1114920"/>
              <a:gd name="csX9028" fmla="*/ 1555718 w 1723042"/>
              <a:gd name="csY9028" fmla="*/ 1114920 h 1114920"/>
              <a:gd name="csX9029" fmla="*/ 1555896 w 1723042"/>
              <a:gd name="csY9029" fmla="*/ 1114920 h 1114920"/>
              <a:gd name="csX9030" fmla="*/ 1556065 w 1723042"/>
              <a:gd name="csY9030" fmla="*/ 1114920 h 1114920"/>
              <a:gd name="csX9031" fmla="*/ 1556234 w 1723042"/>
              <a:gd name="csY9031" fmla="*/ 1114920 h 1114920"/>
              <a:gd name="csX9032" fmla="*/ 1556412 w 1723042"/>
              <a:gd name="csY9032" fmla="*/ 1114920 h 1114920"/>
              <a:gd name="csX9033" fmla="*/ 1556581 w 1723042"/>
              <a:gd name="csY9033" fmla="*/ 1114920 h 1114920"/>
              <a:gd name="csX9034" fmla="*/ 1556750 w 1723042"/>
              <a:gd name="csY9034" fmla="*/ 1114920 h 1114920"/>
              <a:gd name="csX9035" fmla="*/ 1556928 w 1723042"/>
              <a:gd name="csY9035" fmla="*/ 1114920 h 1114920"/>
              <a:gd name="csX9036" fmla="*/ 1557097 w 1723042"/>
              <a:gd name="csY9036" fmla="*/ 1114920 h 1114920"/>
              <a:gd name="csX9037" fmla="*/ 1557275 w 1723042"/>
              <a:gd name="csY9037" fmla="*/ 1114920 h 1114920"/>
              <a:gd name="csX9038" fmla="*/ 1557444 w 1723042"/>
              <a:gd name="csY9038" fmla="*/ 1114920 h 1114920"/>
              <a:gd name="csX9039" fmla="*/ 1557613 w 1723042"/>
              <a:gd name="csY9039" fmla="*/ 1114920 h 1114920"/>
              <a:gd name="csX9040" fmla="*/ 1557791 w 1723042"/>
              <a:gd name="csY9040" fmla="*/ 1114920 h 1114920"/>
              <a:gd name="csX9041" fmla="*/ 1557960 w 1723042"/>
              <a:gd name="csY9041" fmla="*/ 1114920 h 1114920"/>
              <a:gd name="csX9042" fmla="*/ 1558129 w 1723042"/>
              <a:gd name="csY9042" fmla="*/ 1114920 h 1114920"/>
              <a:gd name="csX9043" fmla="*/ 1558307 w 1723042"/>
              <a:gd name="csY9043" fmla="*/ 1114920 h 1114920"/>
              <a:gd name="csX9044" fmla="*/ 1558476 w 1723042"/>
              <a:gd name="csY9044" fmla="*/ 1114920 h 1114920"/>
              <a:gd name="csX9045" fmla="*/ 1558654 w 1723042"/>
              <a:gd name="csY9045" fmla="*/ 1114920 h 1114920"/>
              <a:gd name="csX9046" fmla="*/ 1558823 w 1723042"/>
              <a:gd name="csY9046" fmla="*/ 1114920 h 1114920"/>
              <a:gd name="csX9047" fmla="*/ 1558992 w 1723042"/>
              <a:gd name="csY9047" fmla="*/ 1114920 h 1114920"/>
              <a:gd name="csX9048" fmla="*/ 1559170 w 1723042"/>
              <a:gd name="csY9048" fmla="*/ 1114920 h 1114920"/>
              <a:gd name="csX9049" fmla="*/ 1559339 w 1723042"/>
              <a:gd name="csY9049" fmla="*/ 1114920 h 1114920"/>
              <a:gd name="csX9050" fmla="*/ 1559508 w 1723042"/>
              <a:gd name="csY9050" fmla="*/ 1114920 h 1114920"/>
              <a:gd name="csX9051" fmla="*/ 1559686 w 1723042"/>
              <a:gd name="csY9051" fmla="*/ 1114920 h 1114920"/>
              <a:gd name="csX9052" fmla="*/ 1559855 w 1723042"/>
              <a:gd name="csY9052" fmla="*/ 1114920 h 1114920"/>
              <a:gd name="csX9053" fmla="*/ 1560033 w 1723042"/>
              <a:gd name="csY9053" fmla="*/ 1114920 h 1114920"/>
              <a:gd name="csX9054" fmla="*/ 1560202 w 1723042"/>
              <a:gd name="csY9054" fmla="*/ 1114920 h 1114920"/>
              <a:gd name="csX9055" fmla="*/ 1560371 w 1723042"/>
              <a:gd name="csY9055" fmla="*/ 1114920 h 1114920"/>
              <a:gd name="csX9056" fmla="*/ 1560549 w 1723042"/>
              <a:gd name="csY9056" fmla="*/ 1114920 h 1114920"/>
              <a:gd name="csX9057" fmla="*/ 1560718 w 1723042"/>
              <a:gd name="csY9057" fmla="*/ 1114920 h 1114920"/>
              <a:gd name="csX9058" fmla="*/ 1560887 w 1723042"/>
              <a:gd name="csY9058" fmla="*/ 1114920 h 1114920"/>
              <a:gd name="csX9059" fmla="*/ 1561065 w 1723042"/>
              <a:gd name="csY9059" fmla="*/ 1114920 h 1114920"/>
              <a:gd name="csX9060" fmla="*/ 1561234 w 1723042"/>
              <a:gd name="csY9060" fmla="*/ 1114920 h 1114920"/>
              <a:gd name="csX9061" fmla="*/ 1561403 w 1723042"/>
              <a:gd name="csY9061" fmla="*/ 1114920 h 1114920"/>
              <a:gd name="csX9062" fmla="*/ 1561581 w 1723042"/>
              <a:gd name="csY9062" fmla="*/ 1114920 h 1114920"/>
              <a:gd name="csX9063" fmla="*/ 1561750 w 1723042"/>
              <a:gd name="csY9063" fmla="*/ 1114920 h 1114920"/>
              <a:gd name="csX9064" fmla="*/ 1561928 w 1723042"/>
              <a:gd name="csY9064" fmla="*/ 1114920 h 1114920"/>
              <a:gd name="csX9065" fmla="*/ 1562097 w 1723042"/>
              <a:gd name="csY9065" fmla="*/ 1114920 h 1114920"/>
              <a:gd name="csX9066" fmla="*/ 1562266 w 1723042"/>
              <a:gd name="csY9066" fmla="*/ 1114920 h 1114920"/>
              <a:gd name="csX9067" fmla="*/ 1562443 w 1723042"/>
              <a:gd name="csY9067" fmla="*/ 1114920 h 1114920"/>
              <a:gd name="csX9068" fmla="*/ 1562613 w 1723042"/>
              <a:gd name="csY9068" fmla="*/ 1114920 h 1114920"/>
              <a:gd name="csX9069" fmla="*/ 1562782 w 1723042"/>
              <a:gd name="csY9069" fmla="*/ 1114920 h 1114920"/>
              <a:gd name="csX9070" fmla="*/ 1562960 w 1723042"/>
              <a:gd name="csY9070" fmla="*/ 1114920 h 1114920"/>
              <a:gd name="csX9071" fmla="*/ 1563128 w 1723042"/>
              <a:gd name="csY9071" fmla="*/ 1114920 h 1114920"/>
              <a:gd name="csX9072" fmla="*/ 1563307 w 1723042"/>
              <a:gd name="csY9072" fmla="*/ 1114920 h 1114920"/>
              <a:gd name="csX9073" fmla="*/ 1563476 w 1723042"/>
              <a:gd name="csY9073" fmla="*/ 1114920 h 1114920"/>
              <a:gd name="csX9074" fmla="*/ 1563645 w 1723042"/>
              <a:gd name="csY9074" fmla="*/ 1114920 h 1114920"/>
              <a:gd name="csX9075" fmla="*/ 1563822 w 1723042"/>
              <a:gd name="csY9075" fmla="*/ 1114920 h 1114920"/>
              <a:gd name="csX9076" fmla="*/ 1563992 w 1723042"/>
              <a:gd name="csY9076" fmla="*/ 1114920 h 1114920"/>
              <a:gd name="csX9077" fmla="*/ 1564161 w 1723042"/>
              <a:gd name="csY9077" fmla="*/ 1114920 h 1114920"/>
              <a:gd name="csX9078" fmla="*/ 1564338 w 1723042"/>
              <a:gd name="csY9078" fmla="*/ 1114920 h 1114920"/>
              <a:gd name="csX9079" fmla="*/ 1564507 w 1723042"/>
              <a:gd name="csY9079" fmla="*/ 1114920 h 1114920"/>
              <a:gd name="csX9080" fmla="*/ 1564676 w 1723042"/>
              <a:gd name="csY9080" fmla="*/ 1114920 h 1114920"/>
              <a:gd name="csX9081" fmla="*/ 1564855 w 1723042"/>
              <a:gd name="csY9081" fmla="*/ 1114920 h 1114920"/>
              <a:gd name="csX9082" fmla="*/ 1565024 w 1723042"/>
              <a:gd name="csY9082" fmla="*/ 1114920 h 1114920"/>
              <a:gd name="csX9083" fmla="*/ 1565201 w 1723042"/>
              <a:gd name="csY9083" fmla="*/ 1114920 h 1114920"/>
              <a:gd name="csX9084" fmla="*/ 1565370 w 1723042"/>
              <a:gd name="csY9084" fmla="*/ 1114920 h 1114920"/>
              <a:gd name="csX9085" fmla="*/ 1565540 w 1723042"/>
              <a:gd name="csY9085" fmla="*/ 1114920 h 1114920"/>
              <a:gd name="csX9086" fmla="*/ 1565717 w 1723042"/>
              <a:gd name="csY9086" fmla="*/ 1114920 h 1114920"/>
              <a:gd name="csX9087" fmla="*/ 1565886 w 1723042"/>
              <a:gd name="csY9087" fmla="*/ 1114920 h 1114920"/>
              <a:gd name="csX9088" fmla="*/ 1566055 w 1723042"/>
              <a:gd name="csY9088" fmla="*/ 1114920 h 1114920"/>
              <a:gd name="csX9089" fmla="*/ 1566233 w 1723042"/>
              <a:gd name="csY9089" fmla="*/ 1114920 h 1114920"/>
              <a:gd name="csX9090" fmla="*/ 1566403 w 1723042"/>
              <a:gd name="csY9090" fmla="*/ 1114920 h 1114920"/>
              <a:gd name="csX9091" fmla="*/ 1566580 w 1723042"/>
              <a:gd name="csY9091" fmla="*/ 1114920 h 1114920"/>
              <a:gd name="csX9092" fmla="*/ 1566749 w 1723042"/>
              <a:gd name="csY9092" fmla="*/ 1114920 h 1114920"/>
              <a:gd name="csX9093" fmla="*/ 1566918 w 1723042"/>
              <a:gd name="csY9093" fmla="*/ 1114920 h 1114920"/>
              <a:gd name="csX9094" fmla="*/ 1567096 w 1723042"/>
              <a:gd name="csY9094" fmla="*/ 1114920 h 1114920"/>
              <a:gd name="csX9095" fmla="*/ 1567265 w 1723042"/>
              <a:gd name="csY9095" fmla="*/ 1114920 h 1114920"/>
              <a:gd name="csX9096" fmla="*/ 1567434 w 1723042"/>
              <a:gd name="csY9096" fmla="*/ 1114920 h 1114920"/>
              <a:gd name="csX9097" fmla="*/ 1567612 w 1723042"/>
              <a:gd name="csY9097" fmla="*/ 1114920 h 1114920"/>
              <a:gd name="csX9098" fmla="*/ 1567781 w 1723042"/>
              <a:gd name="csY9098" fmla="*/ 1114920 h 1114920"/>
              <a:gd name="csX9099" fmla="*/ 1567959 w 1723042"/>
              <a:gd name="csY9099" fmla="*/ 1114920 h 1114920"/>
              <a:gd name="csX9100" fmla="*/ 1568128 w 1723042"/>
              <a:gd name="csY9100" fmla="*/ 1114920 h 1114920"/>
              <a:gd name="csX9101" fmla="*/ 1568297 w 1723042"/>
              <a:gd name="csY9101" fmla="*/ 1114920 h 1114920"/>
              <a:gd name="csX9102" fmla="*/ 1568475 w 1723042"/>
              <a:gd name="csY9102" fmla="*/ 1114920 h 1114920"/>
              <a:gd name="csX9103" fmla="*/ 1568644 w 1723042"/>
              <a:gd name="csY9103" fmla="*/ 1114920 h 1114920"/>
              <a:gd name="csX9104" fmla="*/ 1568813 w 1723042"/>
              <a:gd name="csY9104" fmla="*/ 1114920 h 1114920"/>
              <a:gd name="csX9105" fmla="*/ 1568991 w 1723042"/>
              <a:gd name="csY9105" fmla="*/ 1114920 h 1114920"/>
              <a:gd name="csX9106" fmla="*/ 1569160 w 1723042"/>
              <a:gd name="csY9106" fmla="*/ 1114920 h 1114920"/>
              <a:gd name="csX9107" fmla="*/ 1569329 w 1723042"/>
              <a:gd name="csY9107" fmla="*/ 1114920 h 1114920"/>
              <a:gd name="csX9108" fmla="*/ 1569507 w 1723042"/>
              <a:gd name="csY9108" fmla="*/ 1114920 h 1114920"/>
              <a:gd name="csX9109" fmla="*/ 1569676 w 1723042"/>
              <a:gd name="csY9109" fmla="*/ 1114920 h 1114920"/>
              <a:gd name="csX9110" fmla="*/ 1569854 w 1723042"/>
              <a:gd name="csY9110" fmla="*/ 1114920 h 1114920"/>
              <a:gd name="csX9111" fmla="*/ 1570023 w 1723042"/>
              <a:gd name="csY9111" fmla="*/ 1114920 h 1114920"/>
              <a:gd name="csX9112" fmla="*/ 1570192 w 1723042"/>
              <a:gd name="csY9112" fmla="*/ 1114920 h 1114920"/>
              <a:gd name="csX9113" fmla="*/ 1570370 w 1723042"/>
              <a:gd name="csY9113" fmla="*/ 1114920 h 1114920"/>
              <a:gd name="csX9114" fmla="*/ 1570539 w 1723042"/>
              <a:gd name="csY9114" fmla="*/ 1114920 h 1114920"/>
              <a:gd name="csX9115" fmla="*/ 1570708 w 1723042"/>
              <a:gd name="csY9115" fmla="*/ 1114920 h 1114920"/>
              <a:gd name="csX9116" fmla="*/ 1570886 w 1723042"/>
              <a:gd name="csY9116" fmla="*/ 1114920 h 1114920"/>
              <a:gd name="csX9117" fmla="*/ 1571055 w 1723042"/>
              <a:gd name="csY9117" fmla="*/ 1114920 h 1114920"/>
              <a:gd name="csX9118" fmla="*/ 1571233 w 1723042"/>
              <a:gd name="csY9118" fmla="*/ 1114920 h 1114920"/>
              <a:gd name="csX9119" fmla="*/ 1571402 w 1723042"/>
              <a:gd name="csY9119" fmla="*/ 1114920 h 1114920"/>
              <a:gd name="csX9120" fmla="*/ 1571571 w 1723042"/>
              <a:gd name="csY9120" fmla="*/ 1114920 h 1114920"/>
              <a:gd name="csX9121" fmla="*/ 1571749 w 1723042"/>
              <a:gd name="csY9121" fmla="*/ 1114920 h 1114920"/>
              <a:gd name="csX9122" fmla="*/ 1571918 w 1723042"/>
              <a:gd name="csY9122" fmla="*/ 1114920 h 1114920"/>
              <a:gd name="csX9123" fmla="*/ 1572087 w 1723042"/>
              <a:gd name="csY9123" fmla="*/ 1114920 h 1114920"/>
              <a:gd name="csX9124" fmla="*/ 1572265 w 1723042"/>
              <a:gd name="csY9124" fmla="*/ 1114920 h 1114920"/>
              <a:gd name="csX9125" fmla="*/ 1572434 w 1723042"/>
              <a:gd name="csY9125" fmla="*/ 1114920 h 1114920"/>
              <a:gd name="csX9126" fmla="*/ 1572603 w 1723042"/>
              <a:gd name="csY9126" fmla="*/ 1114920 h 1114920"/>
              <a:gd name="csX9127" fmla="*/ 1572781 w 1723042"/>
              <a:gd name="csY9127" fmla="*/ 1114920 h 1114920"/>
              <a:gd name="csX9128" fmla="*/ 1572950 w 1723042"/>
              <a:gd name="csY9128" fmla="*/ 1114920 h 1114920"/>
              <a:gd name="csX9129" fmla="*/ 1573128 w 1723042"/>
              <a:gd name="csY9129" fmla="*/ 1114920 h 1114920"/>
              <a:gd name="csX9130" fmla="*/ 1573297 w 1723042"/>
              <a:gd name="csY9130" fmla="*/ 1114920 h 1114920"/>
              <a:gd name="csX9131" fmla="*/ 1573466 w 1723042"/>
              <a:gd name="csY9131" fmla="*/ 1114920 h 1114920"/>
              <a:gd name="csX9132" fmla="*/ 1573644 w 1723042"/>
              <a:gd name="csY9132" fmla="*/ 1114920 h 1114920"/>
              <a:gd name="csX9133" fmla="*/ 1573813 w 1723042"/>
              <a:gd name="csY9133" fmla="*/ 1114920 h 1114920"/>
              <a:gd name="csX9134" fmla="*/ 1573982 w 1723042"/>
              <a:gd name="csY9134" fmla="*/ 1114920 h 1114920"/>
              <a:gd name="csX9135" fmla="*/ 1574160 w 1723042"/>
              <a:gd name="csY9135" fmla="*/ 1114920 h 1114920"/>
              <a:gd name="csX9136" fmla="*/ 1574329 w 1723042"/>
              <a:gd name="csY9136" fmla="*/ 1114920 h 1114920"/>
              <a:gd name="csX9137" fmla="*/ 1574507 w 1723042"/>
              <a:gd name="csY9137" fmla="*/ 1114920 h 1114920"/>
              <a:gd name="csX9138" fmla="*/ 1574676 w 1723042"/>
              <a:gd name="csY9138" fmla="*/ 1114920 h 1114920"/>
              <a:gd name="csX9139" fmla="*/ 1574845 w 1723042"/>
              <a:gd name="csY9139" fmla="*/ 1114920 h 1114920"/>
              <a:gd name="csX9140" fmla="*/ 1575023 w 1723042"/>
              <a:gd name="csY9140" fmla="*/ 1114920 h 1114920"/>
              <a:gd name="csX9141" fmla="*/ 1575192 w 1723042"/>
              <a:gd name="csY9141" fmla="*/ 1114920 h 1114920"/>
              <a:gd name="csX9142" fmla="*/ 1575361 w 1723042"/>
              <a:gd name="csY9142" fmla="*/ 1114920 h 1114920"/>
              <a:gd name="csX9143" fmla="*/ 1575539 w 1723042"/>
              <a:gd name="csY9143" fmla="*/ 1114920 h 1114920"/>
              <a:gd name="csX9144" fmla="*/ 1575708 w 1723042"/>
              <a:gd name="csY9144" fmla="*/ 1114920 h 1114920"/>
              <a:gd name="csX9145" fmla="*/ 1575886 w 1723042"/>
              <a:gd name="csY9145" fmla="*/ 1114920 h 1114920"/>
              <a:gd name="csX9146" fmla="*/ 1576055 w 1723042"/>
              <a:gd name="csY9146" fmla="*/ 1114920 h 1114920"/>
              <a:gd name="csX9147" fmla="*/ 1576224 w 1723042"/>
              <a:gd name="csY9147" fmla="*/ 1114920 h 1114920"/>
              <a:gd name="csX9148" fmla="*/ 1576402 w 1723042"/>
              <a:gd name="csY9148" fmla="*/ 1114920 h 1114920"/>
              <a:gd name="csX9149" fmla="*/ 1576571 w 1723042"/>
              <a:gd name="csY9149" fmla="*/ 1114920 h 1114920"/>
              <a:gd name="csX9150" fmla="*/ 1576740 w 1723042"/>
              <a:gd name="csY9150" fmla="*/ 1114920 h 1114920"/>
              <a:gd name="csX9151" fmla="*/ 1576918 w 1723042"/>
              <a:gd name="csY9151" fmla="*/ 1114920 h 1114920"/>
              <a:gd name="csX9152" fmla="*/ 1577087 w 1723042"/>
              <a:gd name="csY9152" fmla="*/ 1114920 h 1114920"/>
              <a:gd name="csX9153" fmla="*/ 1577256 w 1723042"/>
              <a:gd name="csY9153" fmla="*/ 1114920 h 1114920"/>
              <a:gd name="csX9154" fmla="*/ 1577434 w 1723042"/>
              <a:gd name="csY9154" fmla="*/ 1114920 h 1114920"/>
              <a:gd name="csX9155" fmla="*/ 1577603 w 1723042"/>
              <a:gd name="csY9155" fmla="*/ 1114920 h 1114920"/>
              <a:gd name="csX9156" fmla="*/ 1577781 w 1723042"/>
              <a:gd name="csY9156" fmla="*/ 1114920 h 1114920"/>
              <a:gd name="csX9157" fmla="*/ 1577950 w 1723042"/>
              <a:gd name="csY9157" fmla="*/ 1114920 h 1114920"/>
              <a:gd name="csX9158" fmla="*/ 1578119 w 1723042"/>
              <a:gd name="csY9158" fmla="*/ 1114920 h 1114920"/>
              <a:gd name="csX9159" fmla="*/ 1578297 w 1723042"/>
              <a:gd name="csY9159" fmla="*/ 1114920 h 1114920"/>
              <a:gd name="csX9160" fmla="*/ 1578466 w 1723042"/>
              <a:gd name="csY9160" fmla="*/ 1114920 h 1114920"/>
              <a:gd name="csX9161" fmla="*/ 1578635 w 1723042"/>
              <a:gd name="csY9161" fmla="*/ 1114920 h 1114920"/>
              <a:gd name="csX9162" fmla="*/ 1578813 w 1723042"/>
              <a:gd name="csY9162" fmla="*/ 1114920 h 1114920"/>
              <a:gd name="csX9163" fmla="*/ 1578982 w 1723042"/>
              <a:gd name="csY9163" fmla="*/ 1114920 h 1114920"/>
              <a:gd name="csX9164" fmla="*/ 1579160 w 1723042"/>
              <a:gd name="csY9164" fmla="*/ 1114920 h 1114920"/>
              <a:gd name="csX9165" fmla="*/ 1579329 w 1723042"/>
              <a:gd name="csY9165" fmla="*/ 1114920 h 1114920"/>
              <a:gd name="csX9166" fmla="*/ 1579498 w 1723042"/>
              <a:gd name="csY9166" fmla="*/ 1114920 h 1114920"/>
              <a:gd name="csX9167" fmla="*/ 1579676 w 1723042"/>
              <a:gd name="csY9167" fmla="*/ 1114920 h 1114920"/>
              <a:gd name="csX9168" fmla="*/ 1579845 w 1723042"/>
              <a:gd name="csY9168" fmla="*/ 1114920 h 1114920"/>
              <a:gd name="csX9169" fmla="*/ 1580014 w 1723042"/>
              <a:gd name="csY9169" fmla="*/ 1114920 h 1114920"/>
              <a:gd name="csX9170" fmla="*/ 1580192 w 1723042"/>
              <a:gd name="csY9170" fmla="*/ 1114920 h 1114920"/>
              <a:gd name="csX9171" fmla="*/ 1580361 w 1723042"/>
              <a:gd name="csY9171" fmla="*/ 1114920 h 1114920"/>
              <a:gd name="csX9172" fmla="*/ 1580539 w 1723042"/>
              <a:gd name="csY9172" fmla="*/ 1114920 h 1114920"/>
              <a:gd name="csX9173" fmla="*/ 1580708 w 1723042"/>
              <a:gd name="csY9173" fmla="*/ 1114920 h 1114920"/>
              <a:gd name="csX9174" fmla="*/ 1580877 w 1723042"/>
              <a:gd name="csY9174" fmla="*/ 1114920 h 1114920"/>
              <a:gd name="csX9175" fmla="*/ 1581055 w 1723042"/>
              <a:gd name="csY9175" fmla="*/ 1114920 h 1114920"/>
              <a:gd name="csX9176" fmla="*/ 1581224 w 1723042"/>
              <a:gd name="csY9176" fmla="*/ 1114920 h 1114920"/>
              <a:gd name="csX9177" fmla="*/ 1581393 w 1723042"/>
              <a:gd name="csY9177" fmla="*/ 1114920 h 1114920"/>
              <a:gd name="csX9178" fmla="*/ 1581571 w 1723042"/>
              <a:gd name="csY9178" fmla="*/ 1114920 h 1114920"/>
              <a:gd name="csX9179" fmla="*/ 1581740 w 1723042"/>
              <a:gd name="csY9179" fmla="*/ 1114920 h 1114920"/>
              <a:gd name="csX9180" fmla="*/ 1581909 w 1723042"/>
              <a:gd name="csY9180" fmla="*/ 1114920 h 1114920"/>
              <a:gd name="csX9181" fmla="*/ 1582087 w 1723042"/>
              <a:gd name="csY9181" fmla="*/ 1114920 h 1114920"/>
              <a:gd name="csX9182" fmla="*/ 1582256 w 1723042"/>
              <a:gd name="csY9182" fmla="*/ 1114920 h 1114920"/>
              <a:gd name="csX9183" fmla="*/ 1582434 w 1723042"/>
              <a:gd name="csY9183" fmla="*/ 1114920 h 1114920"/>
              <a:gd name="csX9184" fmla="*/ 1582603 w 1723042"/>
              <a:gd name="csY9184" fmla="*/ 1114920 h 1114920"/>
              <a:gd name="csX9185" fmla="*/ 1582772 w 1723042"/>
              <a:gd name="csY9185" fmla="*/ 1114920 h 1114920"/>
              <a:gd name="csX9186" fmla="*/ 1582950 w 1723042"/>
              <a:gd name="csY9186" fmla="*/ 1114920 h 1114920"/>
              <a:gd name="csX9187" fmla="*/ 1583119 w 1723042"/>
              <a:gd name="csY9187" fmla="*/ 1114920 h 1114920"/>
              <a:gd name="csX9188" fmla="*/ 1583288 w 1723042"/>
              <a:gd name="csY9188" fmla="*/ 1114920 h 1114920"/>
              <a:gd name="csX9189" fmla="*/ 1583466 w 1723042"/>
              <a:gd name="csY9189" fmla="*/ 1114920 h 1114920"/>
              <a:gd name="csX9190" fmla="*/ 1583635 w 1723042"/>
              <a:gd name="csY9190" fmla="*/ 1114920 h 1114920"/>
              <a:gd name="csX9191" fmla="*/ 1583813 w 1723042"/>
              <a:gd name="csY9191" fmla="*/ 1114920 h 1114920"/>
              <a:gd name="csX9192" fmla="*/ 1583982 w 1723042"/>
              <a:gd name="csY9192" fmla="*/ 1114920 h 1114920"/>
              <a:gd name="csX9193" fmla="*/ 1584151 w 1723042"/>
              <a:gd name="csY9193" fmla="*/ 1114920 h 1114920"/>
              <a:gd name="csX9194" fmla="*/ 1584329 w 1723042"/>
              <a:gd name="csY9194" fmla="*/ 1114920 h 1114920"/>
              <a:gd name="csX9195" fmla="*/ 1584498 w 1723042"/>
              <a:gd name="csY9195" fmla="*/ 1114920 h 1114920"/>
              <a:gd name="csX9196" fmla="*/ 1584667 w 1723042"/>
              <a:gd name="csY9196" fmla="*/ 1114920 h 1114920"/>
              <a:gd name="csX9197" fmla="*/ 1584845 w 1723042"/>
              <a:gd name="csY9197" fmla="*/ 1114920 h 1114920"/>
              <a:gd name="csX9198" fmla="*/ 1585014 w 1723042"/>
              <a:gd name="csY9198" fmla="*/ 1114920 h 1114920"/>
              <a:gd name="csX9199" fmla="*/ 1585183 w 1723042"/>
              <a:gd name="csY9199" fmla="*/ 1114920 h 1114920"/>
              <a:gd name="csX9200" fmla="*/ 1585361 w 1723042"/>
              <a:gd name="csY9200" fmla="*/ 1114920 h 1114920"/>
              <a:gd name="csX9201" fmla="*/ 1585530 w 1723042"/>
              <a:gd name="csY9201" fmla="*/ 1114920 h 1114920"/>
              <a:gd name="csX9202" fmla="*/ 1585708 w 1723042"/>
              <a:gd name="csY9202" fmla="*/ 1114920 h 1114920"/>
              <a:gd name="csX9203" fmla="*/ 1585877 w 1723042"/>
              <a:gd name="csY9203" fmla="*/ 1114920 h 1114920"/>
              <a:gd name="csX9204" fmla="*/ 1586046 w 1723042"/>
              <a:gd name="csY9204" fmla="*/ 1114920 h 1114920"/>
              <a:gd name="csX9205" fmla="*/ 1586224 w 1723042"/>
              <a:gd name="csY9205" fmla="*/ 1114920 h 1114920"/>
              <a:gd name="csX9206" fmla="*/ 1586393 w 1723042"/>
              <a:gd name="csY9206" fmla="*/ 1114920 h 1114920"/>
              <a:gd name="csX9207" fmla="*/ 1586562 w 1723042"/>
              <a:gd name="csY9207" fmla="*/ 1114920 h 1114920"/>
              <a:gd name="csX9208" fmla="*/ 1586740 w 1723042"/>
              <a:gd name="csY9208" fmla="*/ 1114920 h 1114920"/>
              <a:gd name="csX9209" fmla="*/ 1586909 w 1723042"/>
              <a:gd name="csY9209" fmla="*/ 1114920 h 1114920"/>
              <a:gd name="csX9210" fmla="*/ 1587087 w 1723042"/>
              <a:gd name="csY9210" fmla="*/ 1114920 h 1114920"/>
              <a:gd name="csX9211" fmla="*/ 1587256 w 1723042"/>
              <a:gd name="csY9211" fmla="*/ 1114920 h 1114920"/>
              <a:gd name="csX9212" fmla="*/ 1587425 w 1723042"/>
              <a:gd name="csY9212" fmla="*/ 1114920 h 1114920"/>
              <a:gd name="csX9213" fmla="*/ 1587603 w 1723042"/>
              <a:gd name="csY9213" fmla="*/ 1114920 h 1114920"/>
              <a:gd name="csX9214" fmla="*/ 1587772 w 1723042"/>
              <a:gd name="csY9214" fmla="*/ 1114920 h 1114920"/>
              <a:gd name="csX9215" fmla="*/ 1587941 w 1723042"/>
              <a:gd name="csY9215" fmla="*/ 1114920 h 1114920"/>
              <a:gd name="csX9216" fmla="*/ 1588119 w 1723042"/>
              <a:gd name="csY9216" fmla="*/ 1114920 h 1114920"/>
              <a:gd name="csX9217" fmla="*/ 1588288 w 1723042"/>
              <a:gd name="csY9217" fmla="*/ 1114920 h 1114920"/>
              <a:gd name="csX9218" fmla="*/ 1588466 w 1723042"/>
              <a:gd name="csY9218" fmla="*/ 1114920 h 1114920"/>
              <a:gd name="csX9219" fmla="*/ 1588635 w 1723042"/>
              <a:gd name="csY9219" fmla="*/ 1114920 h 1114920"/>
              <a:gd name="csX9220" fmla="*/ 1588804 w 1723042"/>
              <a:gd name="csY9220" fmla="*/ 1114920 h 1114920"/>
              <a:gd name="csX9221" fmla="*/ 1588982 w 1723042"/>
              <a:gd name="csY9221" fmla="*/ 1114920 h 1114920"/>
              <a:gd name="csX9222" fmla="*/ 1589151 w 1723042"/>
              <a:gd name="csY9222" fmla="*/ 1114920 h 1114920"/>
              <a:gd name="csX9223" fmla="*/ 1589320 w 1723042"/>
              <a:gd name="csY9223" fmla="*/ 1114920 h 1114920"/>
              <a:gd name="csX9224" fmla="*/ 1589498 w 1723042"/>
              <a:gd name="csY9224" fmla="*/ 1114920 h 1114920"/>
              <a:gd name="csX9225" fmla="*/ 1589667 w 1723042"/>
              <a:gd name="csY9225" fmla="*/ 1114920 h 1114920"/>
              <a:gd name="csX9226" fmla="*/ 1589836 w 1723042"/>
              <a:gd name="csY9226" fmla="*/ 1114920 h 1114920"/>
              <a:gd name="csX9227" fmla="*/ 1590014 w 1723042"/>
              <a:gd name="csY9227" fmla="*/ 1114920 h 1114920"/>
              <a:gd name="csX9228" fmla="*/ 1590183 w 1723042"/>
              <a:gd name="csY9228" fmla="*/ 1114920 h 1114920"/>
              <a:gd name="csX9229" fmla="*/ 1590361 w 1723042"/>
              <a:gd name="csY9229" fmla="*/ 1114920 h 1114920"/>
              <a:gd name="csX9230" fmla="*/ 1590530 w 1723042"/>
              <a:gd name="csY9230" fmla="*/ 1114920 h 1114920"/>
              <a:gd name="csX9231" fmla="*/ 1590699 w 1723042"/>
              <a:gd name="csY9231" fmla="*/ 1114920 h 1114920"/>
              <a:gd name="csX9232" fmla="*/ 1590877 w 1723042"/>
              <a:gd name="csY9232" fmla="*/ 1114920 h 1114920"/>
              <a:gd name="csX9233" fmla="*/ 1591046 w 1723042"/>
              <a:gd name="csY9233" fmla="*/ 1114920 h 1114920"/>
              <a:gd name="csX9234" fmla="*/ 1591215 w 1723042"/>
              <a:gd name="csY9234" fmla="*/ 1114920 h 1114920"/>
              <a:gd name="csX9235" fmla="*/ 1591393 w 1723042"/>
              <a:gd name="csY9235" fmla="*/ 1114920 h 1114920"/>
              <a:gd name="csX9236" fmla="*/ 1591562 w 1723042"/>
              <a:gd name="csY9236" fmla="*/ 1114920 h 1114920"/>
              <a:gd name="csX9237" fmla="*/ 1591740 w 1723042"/>
              <a:gd name="csY9237" fmla="*/ 1114920 h 1114920"/>
              <a:gd name="csX9238" fmla="*/ 1591909 w 1723042"/>
              <a:gd name="csY9238" fmla="*/ 1114920 h 1114920"/>
              <a:gd name="csX9239" fmla="*/ 1592078 w 1723042"/>
              <a:gd name="csY9239" fmla="*/ 1114920 h 1114920"/>
              <a:gd name="csX9240" fmla="*/ 1592255 w 1723042"/>
              <a:gd name="csY9240" fmla="*/ 1114920 h 1114920"/>
              <a:gd name="csX9241" fmla="*/ 1592425 w 1723042"/>
              <a:gd name="csY9241" fmla="*/ 1114920 h 1114920"/>
              <a:gd name="csX9242" fmla="*/ 1592594 w 1723042"/>
              <a:gd name="csY9242" fmla="*/ 1114920 h 1114920"/>
              <a:gd name="csX9243" fmla="*/ 1592772 w 1723042"/>
              <a:gd name="csY9243" fmla="*/ 1114920 h 1114920"/>
              <a:gd name="csX9244" fmla="*/ 1592940 w 1723042"/>
              <a:gd name="csY9244" fmla="*/ 1114920 h 1114920"/>
              <a:gd name="csX9245" fmla="*/ 1593110 w 1723042"/>
              <a:gd name="csY9245" fmla="*/ 1114920 h 1114920"/>
              <a:gd name="csX9246" fmla="*/ 1593288 w 1723042"/>
              <a:gd name="csY9246" fmla="*/ 1114920 h 1114920"/>
              <a:gd name="csX9247" fmla="*/ 1593457 w 1723042"/>
              <a:gd name="csY9247" fmla="*/ 1114920 h 1114920"/>
              <a:gd name="csX9248" fmla="*/ 1593634 w 1723042"/>
              <a:gd name="csY9248" fmla="*/ 1114920 h 1114920"/>
              <a:gd name="csX9249" fmla="*/ 1593803 w 1723042"/>
              <a:gd name="csY9249" fmla="*/ 1114920 h 1114920"/>
              <a:gd name="csX9250" fmla="*/ 1593973 w 1723042"/>
              <a:gd name="csY9250" fmla="*/ 1114920 h 1114920"/>
              <a:gd name="csX9251" fmla="*/ 1594151 w 1723042"/>
              <a:gd name="csY9251" fmla="*/ 1114920 h 1114920"/>
              <a:gd name="csX9252" fmla="*/ 1594319 w 1723042"/>
              <a:gd name="csY9252" fmla="*/ 1114920 h 1114920"/>
              <a:gd name="csX9253" fmla="*/ 1594488 w 1723042"/>
              <a:gd name="csY9253" fmla="*/ 1114920 h 1114920"/>
              <a:gd name="csX9254" fmla="*/ 1594667 w 1723042"/>
              <a:gd name="csY9254" fmla="*/ 1114920 h 1114920"/>
              <a:gd name="csX9255" fmla="*/ 1594836 w 1723042"/>
              <a:gd name="csY9255" fmla="*/ 1114920 h 1114920"/>
              <a:gd name="csX9256" fmla="*/ 1595013 w 1723042"/>
              <a:gd name="csY9256" fmla="*/ 1114920 h 1114920"/>
              <a:gd name="csX9257" fmla="*/ 1595182 w 1723042"/>
              <a:gd name="csY9257" fmla="*/ 1114920 h 1114920"/>
              <a:gd name="csX9258" fmla="*/ 1595352 w 1723042"/>
              <a:gd name="csY9258" fmla="*/ 1114920 h 1114920"/>
              <a:gd name="csX9259" fmla="*/ 1595530 w 1723042"/>
              <a:gd name="csY9259" fmla="*/ 1114920 h 1114920"/>
              <a:gd name="csX9260" fmla="*/ 1595698 w 1723042"/>
              <a:gd name="csY9260" fmla="*/ 1114920 h 1114920"/>
              <a:gd name="csX9261" fmla="*/ 1595867 w 1723042"/>
              <a:gd name="csY9261" fmla="*/ 1114920 h 1114920"/>
              <a:gd name="csX9262" fmla="*/ 1596045 w 1723042"/>
              <a:gd name="csY9262" fmla="*/ 1114920 h 1114920"/>
              <a:gd name="csX9263" fmla="*/ 1596215 w 1723042"/>
              <a:gd name="csY9263" fmla="*/ 1114920 h 1114920"/>
              <a:gd name="csX9264" fmla="*/ 1596392 w 1723042"/>
              <a:gd name="csY9264" fmla="*/ 1114920 h 1114920"/>
              <a:gd name="csX9265" fmla="*/ 1596561 w 1723042"/>
              <a:gd name="csY9265" fmla="*/ 1114920 h 1114920"/>
              <a:gd name="csX9266" fmla="*/ 1596730 w 1723042"/>
              <a:gd name="csY9266" fmla="*/ 1114920 h 1114920"/>
              <a:gd name="csX9267" fmla="*/ 1596908 w 1723042"/>
              <a:gd name="csY9267" fmla="*/ 1114920 h 1114920"/>
              <a:gd name="csX9268" fmla="*/ 1597077 w 1723042"/>
              <a:gd name="csY9268" fmla="*/ 1114920 h 1114920"/>
              <a:gd name="csX9269" fmla="*/ 1597246 w 1723042"/>
              <a:gd name="csY9269" fmla="*/ 1114920 h 1114920"/>
              <a:gd name="csX9270" fmla="*/ 1597424 w 1723042"/>
              <a:gd name="csY9270" fmla="*/ 1114920 h 1114920"/>
              <a:gd name="csX9271" fmla="*/ 1597593 w 1723042"/>
              <a:gd name="csY9271" fmla="*/ 1114920 h 1114920"/>
              <a:gd name="csX9272" fmla="*/ 1597763 w 1723042"/>
              <a:gd name="csY9272" fmla="*/ 1114920 h 1114920"/>
              <a:gd name="csX9273" fmla="*/ 1597940 w 1723042"/>
              <a:gd name="csY9273" fmla="*/ 1114920 h 1114920"/>
              <a:gd name="csX9274" fmla="*/ 1598109 w 1723042"/>
              <a:gd name="csY9274" fmla="*/ 1114920 h 1114920"/>
              <a:gd name="csX9275" fmla="*/ 1598287 w 1723042"/>
              <a:gd name="csY9275" fmla="*/ 1114920 h 1114920"/>
              <a:gd name="csX9276" fmla="*/ 1598456 w 1723042"/>
              <a:gd name="csY9276" fmla="*/ 1114920 h 1114920"/>
              <a:gd name="csX9277" fmla="*/ 1598625 w 1723042"/>
              <a:gd name="csY9277" fmla="*/ 1114920 h 1114920"/>
              <a:gd name="csX9278" fmla="*/ 1598803 w 1723042"/>
              <a:gd name="csY9278" fmla="*/ 1114920 h 1114920"/>
              <a:gd name="csX9279" fmla="*/ 1598972 w 1723042"/>
              <a:gd name="csY9279" fmla="*/ 1114920 h 1114920"/>
              <a:gd name="csX9280" fmla="*/ 1599141 w 1723042"/>
              <a:gd name="csY9280" fmla="*/ 1114920 h 1114920"/>
              <a:gd name="csX9281" fmla="*/ 1599319 w 1723042"/>
              <a:gd name="csY9281" fmla="*/ 1114920 h 1114920"/>
              <a:gd name="csX9282" fmla="*/ 1599488 w 1723042"/>
              <a:gd name="csY9282" fmla="*/ 1114920 h 1114920"/>
              <a:gd name="csX9283" fmla="*/ 1599666 w 1723042"/>
              <a:gd name="csY9283" fmla="*/ 1114920 h 1114920"/>
              <a:gd name="csX9284" fmla="*/ 1599835 w 1723042"/>
              <a:gd name="csY9284" fmla="*/ 1114920 h 1114920"/>
              <a:gd name="csX9285" fmla="*/ 1600004 w 1723042"/>
              <a:gd name="csY9285" fmla="*/ 1114920 h 1114920"/>
              <a:gd name="csX9286" fmla="*/ 1600182 w 1723042"/>
              <a:gd name="csY9286" fmla="*/ 1114920 h 1114920"/>
              <a:gd name="csX9287" fmla="*/ 1600351 w 1723042"/>
              <a:gd name="csY9287" fmla="*/ 1114920 h 1114920"/>
              <a:gd name="csX9288" fmla="*/ 1600520 w 1723042"/>
              <a:gd name="csY9288" fmla="*/ 1114920 h 1114920"/>
              <a:gd name="csX9289" fmla="*/ 1600698 w 1723042"/>
              <a:gd name="csY9289" fmla="*/ 1114920 h 1114920"/>
              <a:gd name="csX9290" fmla="*/ 1600867 w 1723042"/>
              <a:gd name="csY9290" fmla="*/ 1114920 h 1114920"/>
              <a:gd name="csX9291" fmla="*/ 1601045 w 1723042"/>
              <a:gd name="csY9291" fmla="*/ 1114920 h 1114920"/>
              <a:gd name="csX9292" fmla="*/ 1601214 w 1723042"/>
              <a:gd name="csY9292" fmla="*/ 1114920 h 1114920"/>
              <a:gd name="csX9293" fmla="*/ 1601383 w 1723042"/>
              <a:gd name="csY9293" fmla="*/ 1114920 h 1114920"/>
              <a:gd name="csX9294" fmla="*/ 1601561 w 1723042"/>
              <a:gd name="csY9294" fmla="*/ 1114920 h 1114920"/>
              <a:gd name="csX9295" fmla="*/ 1601730 w 1723042"/>
              <a:gd name="csY9295" fmla="*/ 1114920 h 1114920"/>
              <a:gd name="csX9296" fmla="*/ 1601899 w 1723042"/>
              <a:gd name="csY9296" fmla="*/ 1114920 h 1114920"/>
              <a:gd name="csX9297" fmla="*/ 1602077 w 1723042"/>
              <a:gd name="csY9297" fmla="*/ 1114920 h 1114920"/>
              <a:gd name="csX9298" fmla="*/ 1602246 w 1723042"/>
              <a:gd name="csY9298" fmla="*/ 1114920 h 1114920"/>
              <a:gd name="csX9299" fmla="*/ 1602415 w 1723042"/>
              <a:gd name="csY9299" fmla="*/ 1114920 h 1114920"/>
              <a:gd name="csX9300" fmla="*/ 1602593 w 1723042"/>
              <a:gd name="csY9300" fmla="*/ 1114920 h 1114920"/>
              <a:gd name="csX9301" fmla="*/ 1602762 w 1723042"/>
              <a:gd name="csY9301" fmla="*/ 1114920 h 1114920"/>
              <a:gd name="csX9302" fmla="*/ 1602940 w 1723042"/>
              <a:gd name="csY9302" fmla="*/ 1114920 h 1114920"/>
              <a:gd name="csX9303" fmla="*/ 1603109 w 1723042"/>
              <a:gd name="csY9303" fmla="*/ 1114920 h 1114920"/>
              <a:gd name="csX9304" fmla="*/ 1603278 w 1723042"/>
              <a:gd name="csY9304" fmla="*/ 1114920 h 1114920"/>
              <a:gd name="csX9305" fmla="*/ 1603456 w 1723042"/>
              <a:gd name="csY9305" fmla="*/ 1114920 h 1114920"/>
              <a:gd name="csX9306" fmla="*/ 1603625 w 1723042"/>
              <a:gd name="csY9306" fmla="*/ 1114920 h 1114920"/>
              <a:gd name="csX9307" fmla="*/ 1603794 w 1723042"/>
              <a:gd name="csY9307" fmla="*/ 1114920 h 1114920"/>
              <a:gd name="csX9308" fmla="*/ 1603972 w 1723042"/>
              <a:gd name="csY9308" fmla="*/ 1114920 h 1114920"/>
              <a:gd name="csX9309" fmla="*/ 1604141 w 1723042"/>
              <a:gd name="csY9309" fmla="*/ 1114920 h 1114920"/>
              <a:gd name="csX9310" fmla="*/ 1604319 w 1723042"/>
              <a:gd name="csY9310" fmla="*/ 1114920 h 1114920"/>
              <a:gd name="csX9311" fmla="*/ 1604488 w 1723042"/>
              <a:gd name="csY9311" fmla="*/ 1114920 h 1114920"/>
              <a:gd name="csX9312" fmla="*/ 1604657 w 1723042"/>
              <a:gd name="csY9312" fmla="*/ 1114920 h 1114920"/>
              <a:gd name="csX9313" fmla="*/ 1604835 w 1723042"/>
              <a:gd name="csY9313" fmla="*/ 1114920 h 1114920"/>
              <a:gd name="csX9314" fmla="*/ 1605004 w 1723042"/>
              <a:gd name="csY9314" fmla="*/ 1114920 h 1114920"/>
              <a:gd name="csX9315" fmla="*/ 1605173 w 1723042"/>
              <a:gd name="csY9315" fmla="*/ 1114920 h 1114920"/>
              <a:gd name="csX9316" fmla="*/ 1605351 w 1723042"/>
              <a:gd name="csY9316" fmla="*/ 1114920 h 1114920"/>
              <a:gd name="csX9317" fmla="*/ 1605520 w 1723042"/>
              <a:gd name="csY9317" fmla="*/ 1114920 h 1114920"/>
              <a:gd name="csX9318" fmla="*/ 1605689 w 1723042"/>
              <a:gd name="csY9318" fmla="*/ 1114920 h 1114920"/>
              <a:gd name="csX9319" fmla="*/ 1605867 w 1723042"/>
              <a:gd name="csY9319" fmla="*/ 1114920 h 1114920"/>
              <a:gd name="csX9320" fmla="*/ 1606036 w 1723042"/>
              <a:gd name="csY9320" fmla="*/ 1114920 h 1114920"/>
              <a:gd name="csX9321" fmla="*/ 1606214 w 1723042"/>
              <a:gd name="csY9321" fmla="*/ 1114920 h 1114920"/>
              <a:gd name="csX9322" fmla="*/ 1606383 w 1723042"/>
              <a:gd name="csY9322" fmla="*/ 1114920 h 1114920"/>
              <a:gd name="csX9323" fmla="*/ 1606552 w 1723042"/>
              <a:gd name="csY9323" fmla="*/ 1114920 h 1114920"/>
              <a:gd name="csX9324" fmla="*/ 1606730 w 1723042"/>
              <a:gd name="csY9324" fmla="*/ 1114920 h 1114920"/>
              <a:gd name="csX9325" fmla="*/ 1606899 w 1723042"/>
              <a:gd name="csY9325" fmla="*/ 1114920 h 1114920"/>
              <a:gd name="csX9326" fmla="*/ 1607068 w 1723042"/>
              <a:gd name="csY9326" fmla="*/ 1114920 h 1114920"/>
              <a:gd name="csX9327" fmla="*/ 1607246 w 1723042"/>
              <a:gd name="csY9327" fmla="*/ 1114920 h 1114920"/>
              <a:gd name="csX9328" fmla="*/ 1607415 w 1723042"/>
              <a:gd name="csY9328" fmla="*/ 1114920 h 1114920"/>
              <a:gd name="csX9329" fmla="*/ 1607593 w 1723042"/>
              <a:gd name="csY9329" fmla="*/ 1114920 h 1114920"/>
              <a:gd name="csX9330" fmla="*/ 1607762 w 1723042"/>
              <a:gd name="csY9330" fmla="*/ 1114920 h 1114920"/>
              <a:gd name="csX9331" fmla="*/ 1607931 w 1723042"/>
              <a:gd name="csY9331" fmla="*/ 1114920 h 1114920"/>
              <a:gd name="csX9332" fmla="*/ 1608109 w 1723042"/>
              <a:gd name="csY9332" fmla="*/ 1114920 h 1114920"/>
              <a:gd name="csX9333" fmla="*/ 1608278 w 1723042"/>
              <a:gd name="csY9333" fmla="*/ 1114920 h 1114920"/>
              <a:gd name="csX9334" fmla="*/ 1608447 w 1723042"/>
              <a:gd name="csY9334" fmla="*/ 1114920 h 1114920"/>
              <a:gd name="csX9335" fmla="*/ 1608625 w 1723042"/>
              <a:gd name="csY9335" fmla="*/ 1114920 h 1114920"/>
              <a:gd name="csX9336" fmla="*/ 1608794 w 1723042"/>
              <a:gd name="csY9336" fmla="*/ 1114920 h 1114920"/>
              <a:gd name="csX9337" fmla="*/ 1608972 w 1723042"/>
              <a:gd name="csY9337" fmla="*/ 1114920 h 1114920"/>
              <a:gd name="csX9338" fmla="*/ 1609141 w 1723042"/>
              <a:gd name="csY9338" fmla="*/ 1114920 h 1114920"/>
              <a:gd name="csX9339" fmla="*/ 1609310 w 1723042"/>
              <a:gd name="csY9339" fmla="*/ 1114920 h 1114920"/>
              <a:gd name="csX9340" fmla="*/ 1609488 w 1723042"/>
              <a:gd name="csY9340" fmla="*/ 1114920 h 1114920"/>
              <a:gd name="csX9341" fmla="*/ 1609657 w 1723042"/>
              <a:gd name="csY9341" fmla="*/ 1114920 h 1114920"/>
              <a:gd name="csX9342" fmla="*/ 1609826 w 1723042"/>
              <a:gd name="csY9342" fmla="*/ 1114920 h 1114920"/>
              <a:gd name="csX9343" fmla="*/ 1610004 w 1723042"/>
              <a:gd name="csY9343" fmla="*/ 1114920 h 1114920"/>
              <a:gd name="csX9344" fmla="*/ 1610173 w 1723042"/>
              <a:gd name="csY9344" fmla="*/ 1114920 h 1114920"/>
              <a:gd name="csX9345" fmla="*/ 1610342 w 1723042"/>
              <a:gd name="csY9345" fmla="*/ 1114920 h 1114920"/>
              <a:gd name="csX9346" fmla="*/ 1610520 w 1723042"/>
              <a:gd name="csY9346" fmla="*/ 1114920 h 1114920"/>
              <a:gd name="csX9347" fmla="*/ 1610689 w 1723042"/>
              <a:gd name="csY9347" fmla="*/ 1114920 h 1114920"/>
              <a:gd name="csX9348" fmla="*/ 1610867 w 1723042"/>
              <a:gd name="csY9348" fmla="*/ 1114920 h 1114920"/>
              <a:gd name="csX9349" fmla="*/ 1611036 w 1723042"/>
              <a:gd name="csY9349" fmla="*/ 1114920 h 1114920"/>
              <a:gd name="csX9350" fmla="*/ 1611205 w 1723042"/>
              <a:gd name="csY9350" fmla="*/ 1114920 h 1114920"/>
              <a:gd name="csX9351" fmla="*/ 1611383 w 1723042"/>
              <a:gd name="csY9351" fmla="*/ 1114920 h 1114920"/>
              <a:gd name="csX9352" fmla="*/ 1611552 w 1723042"/>
              <a:gd name="csY9352" fmla="*/ 1114920 h 1114920"/>
              <a:gd name="csX9353" fmla="*/ 1611721 w 1723042"/>
              <a:gd name="csY9353" fmla="*/ 1114920 h 1114920"/>
              <a:gd name="csX9354" fmla="*/ 1611899 w 1723042"/>
              <a:gd name="csY9354" fmla="*/ 1114920 h 1114920"/>
              <a:gd name="csX9355" fmla="*/ 1612068 w 1723042"/>
              <a:gd name="csY9355" fmla="*/ 1114920 h 1114920"/>
              <a:gd name="csX9356" fmla="*/ 1612246 w 1723042"/>
              <a:gd name="csY9356" fmla="*/ 1114920 h 1114920"/>
              <a:gd name="csX9357" fmla="*/ 1612415 w 1723042"/>
              <a:gd name="csY9357" fmla="*/ 1114920 h 1114920"/>
              <a:gd name="csX9358" fmla="*/ 1612584 w 1723042"/>
              <a:gd name="csY9358" fmla="*/ 1114920 h 1114920"/>
              <a:gd name="csX9359" fmla="*/ 1612762 w 1723042"/>
              <a:gd name="csY9359" fmla="*/ 1114920 h 1114920"/>
              <a:gd name="csX9360" fmla="*/ 1612931 w 1723042"/>
              <a:gd name="csY9360" fmla="*/ 1114920 h 1114920"/>
              <a:gd name="csX9361" fmla="*/ 1613100 w 1723042"/>
              <a:gd name="csY9361" fmla="*/ 1114920 h 1114920"/>
              <a:gd name="csX9362" fmla="*/ 1613278 w 1723042"/>
              <a:gd name="csY9362" fmla="*/ 1114920 h 1114920"/>
              <a:gd name="csX9363" fmla="*/ 1613447 w 1723042"/>
              <a:gd name="csY9363" fmla="*/ 1114920 h 1114920"/>
              <a:gd name="csX9364" fmla="*/ 1613616 w 1723042"/>
              <a:gd name="csY9364" fmla="*/ 1114920 h 1114920"/>
              <a:gd name="csX9365" fmla="*/ 1613794 w 1723042"/>
              <a:gd name="csY9365" fmla="*/ 1114920 h 1114920"/>
              <a:gd name="csX9366" fmla="*/ 1613963 w 1723042"/>
              <a:gd name="csY9366" fmla="*/ 1114920 h 1114920"/>
              <a:gd name="csX9367" fmla="*/ 1614141 w 1723042"/>
              <a:gd name="csY9367" fmla="*/ 1114920 h 1114920"/>
              <a:gd name="csX9368" fmla="*/ 1614310 w 1723042"/>
              <a:gd name="csY9368" fmla="*/ 1114920 h 1114920"/>
              <a:gd name="csX9369" fmla="*/ 1614479 w 1723042"/>
              <a:gd name="csY9369" fmla="*/ 1114920 h 1114920"/>
              <a:gd name="csX9370" fmla="*/ 1614657 w 1723042"/>
              <a:gd name="csY9370" fmla="*/ 1114920 h 1114920"/>
              <a:gd name="csX9371" fmla="*/ 1614826 w 1723042"/>
              <a:gd name="csY9371" fmla="*/ 1114920 h 1114920"/>
              <a:gd name="csX9372" fmla="*/ 1614995 w 1723042"/>
              <a:gd name="csY9372" fmla="*/ 1114920 h 1114920"/>
              <a:gd name="csX9373" fmla="*/ 1615173 w 1723042"/>
              <a:gd name="csY9373" fmla="*/ 1114920 h 1114920"/>
              <a:gd name="csX9374" fmla="*/ 1615342 w 1723042"/>
              <a:gd name="csY9374" fmla="*/ 1114920 h 1114920"/>
              <a:gd name="csX9375" fmla="*/ 1615520 w 1723042"/>
              <a:gd name="csY9375" fmla="*/ 1114920 h 1114920"/>
              <a:gd name="csX9376" fmla="*/ 1615689 w 1723042"/>
              <a:gd name="csY9376" fmla="*/ 1114920 h 1114920"/>
              <a:gd name="csX9377" fmla="*/ 1615858 w 1723042"/>
              <a:gd name="csY9377" fmla="*/ 1114920 h 1114920"/>
              <a:gd name="csX9378" fmla="*/ 1616036 w 1723042"/>
              <a:gd name="csY9378" fmla="*/ 1114920 h 1114920"/>
              <a:gd name="csX9379" fmla="*/ 1616205 w 1723042"/>
              <a:gd name="csY9379" fmla="*/ 1114920 h 1114920"/>
              <a:gd name="csX9380" fmla="*/ 1616374 w 1723042"/>
              <a:gd name="csY9380" fmla="*/ 1114920 h 1114920"/>
              <a:gd name="csX9381" fmla="*/ 1616552 w 1723042"/>
              <a:gd name="csY9381" fmla="*/ 1114920 h 1114920"/>
              <a:gd name="csX9382" fmla="*/ 1616721 w 1723042"/>
              <a:gd name="csY9382" fmla="*/ 1114920 h 1114920"/>
              <a:gd name="csX9383" fmla="*/ 1616899 w 1723042"/>
              <a:gd name="csY9383" fmla="*/ 1114920 h 1114920"/>
              <a:gd name="csX9384" fmla="*/ 1617068 w 1723042"/>
              <a:gd name="csY9384" fmla="*/ 1114920 h 1114920"/>
              <a:gd name="csX9385" fmla="*/ 1617237 w 1723042"/>
              <a:gd name="csY9385" fmla="*/ 1114920 h 1114920"/>
              <a:gd name="csX9386" fmla="*/ 1617415 w 1723042"/>
              <a:gd name="csY9386" fmla="*/ 1114920 h 1114920"/>
              <a:gd name="csX9387" fmla="*/ 1617584 w 1723042"/>
              <a:gd name="csY9387" fmla="*/ 1114920 h 1114920"/>
              <a:gd name="csX9388" fmla="*/ 1617753 w 1723042"/>
              <a:gd name="csY9388" fmla="*/ 1114920 h 1114920"/>
              <a:gd name="csX9389" fmla="*/ 1617931 w 1723042"/>
              <a:gd name="csY9389" fmla="*/ 1114920 h 1114920"/>
              <a:gd name="csX9390" fmla="*/ 1618100 w 1723042"/>
              <a:gd name="csY9390" fmla="*/ 1114920 h 1114920"/>
              <a:gd name="csX9391" fmla="*/ 1618269 w 1723042"/>
              <a:gd name="csY9391" fmla="*/ 1114920 h 1114920"/>
              <a:gd name="csX9392" fmla="*/ 1618447 w 1723042"/>
              <a:gd name="csY9392" fmla="*/ 1114920 h 1114920"/>
              <a:gd name="csX9393" fmla="*/ 1618616 w 1723042"/>
              <a:gd name="csY9393" fmla="*/ 1114920 h 1114920"/>
              <a:gd name="csX9394" fmla="*/ 1618794 w 1723042"/>
              <a:gd name="csY9394" fmla="*/ 1114920 h 1114920"/>
              <a:gd name="csX9395" fmla="*/ 1618963 w 1723042"/>
              <a:gd name="csY9395" fmla="*/ 1114920 h 1114920"/>
              <a:gd name="csX9396" fmla="*/ 1619132 w 1723042"/>
              <a:gd name="csY9396" fmla="*/ 1114920 h 1114920"/>
              <a:gd name="csX9397" fmla="*/ 1619310 w 1723042"/>
              <a:gd name="csY9397" fmla="*/ 1114920 h 1114920"/>
              <a:gd name="csX9398" fmla="*/ 1619479 w 1723042"/>
              <a:gd name="csY9398" fmla="*/ 1114920 h 1114920"/>
              <a:gd name="csX9399" fmla="*/ 1619648 w 1723042"/>
              <a:gd name="csY9399" fmla="*/ 1114920 h 1114920"/>
              <a:gd name="csX9400" fmla="*/ 1619826 w 1723042"/>
              <a:gd name="csY9400" fmla="*/ 1114920 h 1114920"/>
              <a:gd name="csX9401" fmla="*/ 1619995 w 1723042"/>
              <a:gd name="csY9401" fmla="*/ 1114920 h 1114920"/>
              <a:gd name="csX9402" fmla="*/ 1620173 w 1723042"/>
              <a:gd name="csY9402" fmla="*/ 1114920 h 1114920"/>
              <a:gd name="csX9403" fmla="*/ 1620342 w 1723042"/>
              <a:gd name="csY9403" fmla="*/ 1114920 h 1114920"/>
              <a:gd name="csX9404" fmla="*/ 1620511 w 1723042"/>
              <a:gd name="csY9404" fmla="*/ 1114920 h 1114920"/>
              <a:gd name="csX9405" fmla="*/ 1620689 w 1723042"/>
              <a:gd name="csY9405" fmla="*/ 1114920 h 1114920"/>
              <a:gd name="csX9406" fmla="*/ 1620858 w 1723042"/>
              <a:gd name="csY9406" fmla="*/ 1114920 h 1114920"/>
              <a:gd name="csX9407" fmla="*/ 1621027 w 1723042"/>
              <a:gd name="csY9407" fmla="*/ 1114920 h 1114920"/>
              <a:gd name="csX9408" fmla="*/ 1621205 w 1723042"/>
              <a:gd name="csY9408" fmla="*/ 1114920 h 1114920"/>
              <a:gd name="csX9409" fmla="*/ 1621374 w 1723042"/>
              <a:gd name="csY9409" fmla="*/ 1114920 h 1114920"/>
              <a:gd name="csX9410" fmla="*/ 1621543 w 1723042"/>
              <a:gd name="csY9410" fmla="*/ 1114920 h 1114920"/>
              <a:gd name="csX9411" fmla="*/ 1621721 w 1723042"/>
              <a:gd name="csY9411" fmla="*/ 1114920 h 1114920"/>
              <a:gd name="csX9412" fmla="*/ 1621890 w 1723042"/>
              <a:gd name="csY9412" fmla="*/ 1114920 h 1114920"/>
              <a:gd name="csX9413" fmla="*/ 1622067 w 1723042"/>
              <a:gd name="csY9413" fmla="*/ 1114920 h 1114920"/>
              <a:gd name="csX9414" fmla="*/ 1622237 w 1723042"/>
              <a:gd name="csY9414" fmla="*/ 1114920 h 1114920"/>
              <a:gd name="csX9415" fmla="*/ 1622406 w 1723042"/>
              <a:gd name="csY9415" fmla="*/ 1114920 h 1114920"/>
              <a:gd name="csX9416" fmla="*/ 1622584 w 1723042"/>
              <a:gd name="csY9416" fmla="*/ 1114920 h 1114920"/>
              <a:gd name="csX9417" fmla="*/ 1622753 w 1723042"/>
              <a:gd name="csY9417" fmla="*/ 1114920 h 1114920"/>
              <a:gd name="csX9418" fmla="*/ 1622922 w 1723042"/>
              <a:gd name="csY9418" fmla="*/ 1114920 h 1114920"/>
              <a:gd name="csX9419" fmla="*/ 1623100 w 1723042"/>
              <a:gd name="csY9419" fmla="*/ 1114920 h 1114920"/>
              <a:gd name="csX9420" fmla="*/ 1623269 w 1723042"/>
              <a:gd name="csY9420" fmla="*/ 1114920 h 1114920"/>
              <a:gd name="csX9421" fmla="*/ 1623446 w 1723042"/>
              <a:gd name="csY9421" fmla="*/ 1114920 h 1114920"/>
              <a:gd name="csX9422" fmla="*/ 1623615 w 1723042"/>
              <a:gd name="csY9422" fmla="*/ 1114920 h 1114920"/>
              <a:gd name="csX9423" fmla="*/ 1623785 w 1723042"/>
              <a:gd name="csY9423" fmla="*/ 1114920 h 1114920"/>
              <a:gd name="csX9424" fmla="*/ 1623963 w 1723042"/>
              <a:gd name="csY9424" fmla="*/ 1114920 h 1114920"/>
              <a:gd name="csX9425" fmla="*/ 1624132 w 1723042"/>
              <a:gd name="csY9425" fmla="*/ 1114920 h 1114920"/>
              <a:gd name="csX9426" fmla="*/ 1624300 w 1723042"/>
              <a:gd name="csY9426" fmla="*/ 1114920 h 1114920"/>
              <a:gd name="csX9427" fmla="*/ 1624479 w 1723042"/>
              <a:gd name="csY9427" fmla="*/ 1114920 h 1114920"/>
              <a:gd name="csX9428" fmla="*/ 1624648 w 1723042"/>
              <a:gd name="csY9428" fmla="*/ 1114920 h 1114920"/>
              <a:gd name="csX9429" fmla="*/ 1624825 w 1723042"/>
              <a:gd name="csY9429" fmla="*/ 1114920 h 1114920"/>
              <a:gd name="csX9430" fmla="*/ 1624994 w 1723042"/>
              <a:gd name="csY9430" fmla="*/ 1114920 h 1114920"/>
              <a:gd name="csX9431" fmla="*/ 1625163 w 1723042"/>
              <a:gd name="csY9431" fmla="*/ 1114920 h 1114920"/>
              <a:gd name="csX9432" fmla="*/ 1625342 w 1723042"/>
              <a:gd name="csY9432" fmla="*/ 1114920 h 1114920"/>
              <a:gd name="csX9433" fmla="*/ 1625510 w 1723042"/>
              <a:gd name="csY9433" fmla="*/ 1114920 h 1114920"/>
              <a:gd name="csX9434" fmla="*/ 1625679 w 1723042"/>
              <a:gd name="csY9434" fmla="*/ 1114920 h 1114920"/>
              <a:gd name="csX9435" fmla="*/ 1625857 w 1723042"/>
              <a:gd name="csY9435" fmla="*/ 1114920 h 1114920"/>
              <a:gd name="csX9436" fmla="*/ 1626027 w 1723042"/>
              <a:gd name="csY9436" fmla="*/ 1114920 h 1114920"/>
              <a:gd name="csX9437" fmla="*/ 1626196 w 1723042"/>
              <a:gd name="csY9437" fmla="*/ 1114920 h 1114920"/>
              <a:gd name="csX9438" fmla="*/ 1626373 w 1723042"/>
              <a:gd name="csY9438" fmla="*/ 1114920 h 1114920"/>
              <a:gd name="csX9439" fmla="*/ 1626542 w 1723042"/>
              <a:gd name="csY9439" fmla="*/ 1114920 h 1114920"/>
              <a:gd name="csX9440" fmla="*/ 1626720 w 1723042"/>
              <a:gd name="csY9440" fmla="*/ 1114920 h 1114920"/>
              <a:gd name="csX9441" fmla="*/ 1626889 w 1723042"/>
              <a:gd name="csY9441" fmla="*/ 1114920 h 1114920"/>
              <a:gd name="csX9442" fmla="*/ 1627058 w 1723042"/>
              <a:gd name="csY9442" fmla="*/ 1114920 h 1114920"/>
              <a:gd name="csX9443" fmla="*/ 1627236 w 1723042"/>
              <a:gd name="csY9443" fmla="*/ 1114920 h 1114920"/>
              <a:gd name="csX9444" fmla="*/ 1627405 w 1723042"/>
              <a:gd name="csY9444" fmla="*/ 1114920 h 1114920"/>
              <a:gd name="csX9445" fmla="*/ 1627575 w 1723042"/>
              <a:gd name="csY9445" fmla="*/ 1114920 h 1114920"/>
              <a:gd name="csX9446" fmla="*/ 1627752 w 1723042"/>
              <a:gd name="csY9446" fmla="*/ 1114920 h 1114920"/>
              <a:gd name="csX9447" fmla="*/ 1627921 w 1723042"/>
              <a:gd name="csY9447" fmla="*/ 1114920 h 1114920"/>
              <a:gd name="csX9448" fmla="*/ 1628099 w 1723042"/>
              <a:gd name="csY9448" fmla="*/ 1114920 h 1114920"/>
              <a:gd name="csX9449" fmla="*/ 1628268 w 1723042"/>
              <a:gd name="csY9449" fmla="*/ 1114920 h 1114920"/>
              <a:gd name="csX9450" fmla="*/ 1628437 w 1723042"/>
              <a:gd name="csY9450" fmla="*/ 1114920 h 1114920"/>
              <a:gd name="csX9451" fmla="*/ 1628615 w 1723042"/>
              <a:gd name="csY9451" fmla="*/ 1114920 h 1114920"/>
              <a:gd name="csX9452" fmla="*/ 1628784 w 1723042"/>
              <a:gd name="csY9452" fmla="*/ 1114920 h 1114920"/>
              <a:gd name="csX9453" fmla="*/ 1628953 w 1723042"/>
              <a:gd name="csY9453" fmla="*/ 1114920 h 1114920"/>
              <a:gd name="csX9454" fmla="*/ 1629131 w 1723042"/>
              <a:gd name="csY9454" fmla="*/ 1114920 h 1114920"/>
              <a:gd name="csX9455" fmla="*/ 1629300 w 1723042"/>
              <a:gd name="csY9455" fmla="*/ 1114920 h 1114920"/>
              <a:gd name="csX9456" fmla="*/ 1629478 w 1723042"/>
              <a:gd name="csY9456" fmla="*/ 1114920 h 1114920"/>
              <a:gd name="csX9457" fmla="*/ 1629647 w 1723042"/>
              <a:gd name="csY9457" fmla="*/ 1114920 h 1114920"/>
              <a:gd name="csX9458" fmla="*/ 1629816 w 1723042"/>
              <a:gd name="csY9458" fmla="*/ 1114920 h 1114920"/>
              <a:gd name="csX9459" fmla="*/ 1629994 w 1723042"/>
              <a:gd name="csY9459" fmla="*/ 1114920 h 1114920"/>
              <a:gd name="csX9460" fmla="*/ 1630163 w 1723042"/>
              <a:gd name="csY9460" fmla="*/ 1114920 h 1114920"/>
              <a:gd name="csX9461" fmla="*/ 1630332 w 1723042"/>
              <a:gd name="csY9461" fmla="*/ 1114920 h 1114920"/>
              <a:gd name="csX9462" fmla="*/ 1630510 w 1723042"/>
              <a:gd name="csY9462" fmla="*/ 1114920 h 1114920"/>
              <a:gd name="csX9463" fmla="*/ 1630679 w 1723042"/>
              <a:gd name="csY9463" fmla="*/ 1114920 h 1114920"/>
              <a:gd name="csX9464" fmla="*/ 1630848 w 1723042"/>
              <a:gd name="csY9464" fmla="*/ 1114920 h 1114920"/>
              <a:gd name="csX9465" fmla="*/ 1631026 w 1723042"/>
              <a:gd name="csY9465" fmla="*/ 1114920 h 1114920"/>
              <a:gd name="csX9466" fmla="*/ 1631195 w 1723042"/>
              <a:gd name="csY9466" fmla="*/ 1114920 h 1114920"/>
              <a:gd name="csX9467" fmla="*/ 1631373 w 1723042"/>
              <a:gd name="csY9467" fmla="*/ 1114920 h 1114920"/>
              <a:gd name="csX9468" fmla="*/ 1631542 w 1723042"/>
              <a:gd name="csY9468" fmla="*/ 1114920 h 1114920"/>
              <a:gd name="csX9469" fmla="*/ 1631711 w 1723042"/>
              <a:gd name="csY9469" fmla="*/ 1114920 h 1114920"/>
              <a:gd name="csX9470" fmla="*/ 1631889 w 1723042"/>
              <a:gd name="csY9470" fmla="*/ 1114920 h 1114920"/>
              <a:gd name="csX9471" fmla="*/ 1632058 w 1723042"/>
              <a:gd name="csY9471" fmla="*/ 1114920 h 1114920"/>
              <a:gd name="csX9472" fmla="*/ 1632227 w 1723042"/>
              <a:gd name="csY9472" fmla="*/ 1114920 h 1114920"/>
              <a:gd name="csX9473" fmla="*/ 1632405 w 1723042"/>
              <a:gd name="csY9473" fmla="*/ 1114920 h 1114920"/>
              <a:gd name="csX9474" fmla="*/ 1632574 w 1723042"/>
              <a:gd name="csY9474" fmla="*/ 1114920 h 1114920"/>
              <a:gd name="csX9475" fmla="*/ 1632752 w 1723042"/>
              <a:gd name="csY9475" fmla="*/ 1114920 h 1114920"/>
              <a:gd name="csX9476" fmla="*/ 1632921 w 1723042"/>
              <a:gd name="csY9476" fmla="*/ 1114920 h 1114920"/>
              <a:gd name="csX9477" fmla="*/ 1633090 w 1723042"/>
              <a:gd name="csY9477" fmla="*/ 1114920 h 1114920"/>
              <a:gd name="csX9478" fmla="*/ 1633268 w 1723042"/>
              <a:gd name="csY9478" fmla="*/ 1114920 h 1114920"/>
              <a:gd name="csX9479" fmla="*/ 1633437 w 1723042"/>
              <a:gd name="csY9479" fmla="*/ 1114920 h 1114920"/>
              <a:gd name="csX9480" fmla="*/ 1633606 w 1723042"/>
              <a:gd name="csY9480" fmla="*/ 1114920 h 1114920"/>
              <a:gd name="csX9481" fmla="*/ 1633784 w 1723042"/>
              <a:gd name="csY9481" fmla="*/ 1114920 h 1114920"/>
              <a:gd name="csX9482" fmla="*/ 1633953 w 1723042"/>
              <a:gd name="csY9482" fmla="*/ 1114920 h 1114920"/>
              <a:gd name="csX9483" fmla="*/ 1634122 w 1723042"/>
              <a:gd name="csY9483" fmla="*/ 1114920 h 1114920"/>
              <a:gd name="csX9484" fmla="*/ 1634300 w 1723042"/>
              <a:gd name="csY9484" fmla="*/ 1114920 h 1114920"/>
              <a:gd name="csX9485" fmla="*/ 1634469 w 1723042"/>
              <a:gd name="csY9485" fmla="*/ 1114920 h 1114920"/>
              <a:gd name="csX9486" fmla="*/ 1634647 w 1723042"/>
              <a:gd name="csY9486" fmla="*/ 1114920 h 1114920"/>
              <a:gd name="csX9487" fmla="*/ 1634816 w 1723042"/>
              <a:gd name="csY9487" fmla="*/ 1114920 h 1114920"/>
              <a:gd name="csX9488" fmla="*/ 1634985 w 1723042"/>
              <a:gd name="csY9488" fmla="*/ 1114920 h 1114920"/>
              <a:gd name="csX9489" fmla="*/ 1635163 w 1723042"/>
              <a:gd name="csY9489" fmla="*/ 1114920 h 1114920"/>
              <a:gd name="csX9490" fmla="*/ 1635332 w 1723042"/>
              <a:gd name="csY9490" fmla="*/ 1114920 h 1114920"/>
              <a:gd name="csX9491" fmla="*/ 1635501 w 1723042"/>
              <a:gd name="csY9491" fmla="*/ 1114920 h 1114920"/>
              <a:gd name="csX9492" fmla="*/ 1635679 w 1723042"/>
              <a:gd name="csY9492" fmla="*/ 1114920 h 1114920"/>
              <a:gd name="csX9493" fmla="*/ 1635848 w 1723042"/>
              <a:gd name="csY9493" fmla="*/ 1114920 h 1114920"/>
              <a:gd name="csX9494" fmla="*/ 1636026 w 1723042"/>
              <a:gd name="csY9494" fmla="*/ 1114920 h 1114920"/>
              <a:gd name="csX9495" fmla="*/ 1636195 w 1723042"/>
              <a:gd name="csY9495" fmla="*/ 1114920 h 1114920"/>
              <a:gd name="csX9496" fmla="*/ 1636364 w 1723042"/>
              <a:gd name="csY9496" fmla="*/ 1114920 h 1114920"/>
              <a:gd name="csX9497" fmla="*/ 1636542 w 1723042"/>
              <a:gd name="csY9497" fmla="*/ 1114920 h 1114920"/>
              <a:gd name="csX9498" fmla="*/ 1636711 w 1723042"/>
              <a:gd name="csY9498" fmla="*/ 1114920 h 1114920"/>
              <a:gd name="csX9499" fmla="*/ 1636880 w 1723042"/>
              <a:gd name="csY9499" fmla="*/ 1114920 h 1114920"/>
              <a:gd name="csX9500" fmla="*/ 1637058 w 1723042"/>
              <a:gd name="csY9500" fmla="*/ 1114920 h 1114920"/>
              <a:gd name="csX9501" fmla="*/ 1637227 w 1723042"/>
              <a:gd name="csY9501" fmla="*/ 1114920 h 1114920"/>
              <a:gd name="csX9502" fmla="*/ 1637405 w 1723042"/>
              <a:gd name="csY9502" fmla="*/ 1114920 h 1114920"/>
              <a:gd name="csX9503" fmla="*/ 1637574 w 1723042"/>
              <a:gd name="csY9503" fmla="*/ 1114920 h 1114920"/>
              <a:gd name="csX9504" fmla="*/ 1637743 w 1723042"/>
              <a:gd name="csY9504" fmla="*/ 1114920 h 1114920"/>
              <a:gd name="csX9505" fmla="*/ 1637921 w 1723042"/>
              <a:gd name="csY9505" fmla="*/ 1114920 h 1114920"/>
              <a:gd name="csX9506" fmla="*/ 1638090 w 1723042"/>
              <a:gd name="csY9506" fmla="*/ 1114920 h 1114920"/>
              <a:gd name="csX9507" fmla="*/ 1638259 w 1723042"/>
              <a:gd name="csY9507" fmla="*/ 1114920 h 1114920"/>
              <a:gd name="csX9508" fmla="*/ 1638437 w 1723042"/>
              <a:gd name="csY9508" fmla="*/ 1114920 h 1114920"/>
              <a:gd name="csX9509" fmla="*/ 1638606 w 1723042"/>
              <a:gd name="csY9509" fmla="*/ 1114920 h 1114920"/>
              <a:gd name="csX9510" fmla="*/ 1638775 w 1723042"/>
              <a:gd name="csY9510" fmla="*/ 1114920 h 1114920"/>
              <a:gd name="csX9511" fmla="*/ 1638953 w 1723042"/>
              <a:gd name="csY9511" fmla="*/ 1114920 h 1114920"/>
              <a:gd name="csX9512" fmla="*/ 1639122 w 1723042"/>
              <a:gd name="csY9512" fmla="*/ 1114920 h 1114920"/>
              <a:gd name="csX9513" fmla="*/ 1639300 w 1723042"/>
              <a:gd name="csY9513" fmla="*/ 1114920 h 1114920"/>
              <a:gd name="csX9514" fmla="*/ 1639469 w 1723042"/>
              <a:gd name="csY9514" fmla="*/ 1114920 h 1114920"/>
              <a:gd name="csX9515" fmla="*/ 1639638 w 1723042"/>
              <a:gd name="csY9515" fmla="*/ 1114920 h 1114920"/>
              <a:gd name="csX9516" fmla="*/ 1639816 w 1723042"/>
              <a:gd name="csY9516" fmla="*/ 1114920 h 1114920"/>
              <a:gd name="csX9517" fmla="*/ 1639985 w 1723042"/>
              <a:gd name="csY9517" fmla="*/ 1114920 h 1114920"/>
              <a:gd name="csX9518" fmla="*/ 1640154 w 1723042"/>
              <a:gd name="csY9518" fmla="*/ 1114920 h 1114920"/>
              <a:gd name="csX9519" fmla="*/ 1640332 w 1723042"/>
              <a:gd name="csY9519" fmla="*/ 1114920 h 1114920"/>
              <a:gd name="csX9520" fmla="*/ 1640501 w 1723042"/>
              <a:gd name="csY9520" fmla="*/ 1114920 h 1114920"/>
              <a:gd name="csX9521" fmla="*/ 1640679 w 1723042"/>
              <a:gd name="csY9521" fmla="*/ 1114920 h 1114920"/>
              <a:gd name="csX9522" fmla="*/ 1640848 w 1723042"/>
              <a:gd name="csY9522" fmla="*/ 1114920 h 1114920"/>
              <a:gd name="csX9523" fmla="*/ 1641017 w 1723042"/>
              <a:gd name="csY9523" fmla="*/ 1114920 h 1114920"/>
              <a:gd name="csX9524" fmla="*/ 1641195 w 1723042"/>
              <a:gd name="csY9524" fmla="*/ 1114920 h 1114920"/>
              <a:gd name="csX9525" fmla="*/ 1641364 w 1723042"/>
              <a:gd name="csY9525" fmla="*/ 1114920 h 1114920"/>
              <a:gd name="csX9526" fmla="*/ 1641533 w 1723042"/>
              <a:gd name="csY9526" fmla="*/ 1114920 h 1114920"/>
              <a:gd name="csX9527" fmla="*/ 1641711 w 1723042"/>
              <a:gd name="csY9527" fmla="*/ 1114920 h 1114920"/>
              <a:gd name="csX9528" fmla="*/ 1641880 w 1723042"/>
              <a:gd name="csY9528" fmla="*/ 1114920 h 1114920"/>
              <a:gd name="csX9529" fmla="*/ 1642049 w 1723042"/>
              <a:gd name="csY9529" fmla="*/ 1114920 h 1114920"/>
              <a:gd name="csX9530" fmla="*/ 1642227 w 1723042"/>
              <a:gd name="csY9530" fmla="*/ 1114920 h 1114920"/>
              <a:gd name="csX9531" fmla="*/ 1642396 w 1723042"/>
              <a:gd name="csY9531" fmla="*/ 1114920 h 1114920"/>
              <a:gd name="csX9532" fmla="*/ 1642574 w 1723042"/>
              <a:gd name="csY9532" fmla="*/ 1114920 h 1114920"/>
              <a:gd name="csX9533" fmla="*/ 1642743 w 1723042"/>
              <a:gd name="csY9533" fmla="*/ 1114920 h 1114920"/>
              <a:gd name="csX9534" fmla="*/ 1642912 w 1723042"/>
              <a:gd name="csY9534" fmla="*/ 1114920 h 1114920"/>
              <a:gd name="csX9535" fmla="*/ 1643090 w 1723042"/>
              <a:gd name="csY9535" fmla="*/ 1114920 h 1114920"/>
              <a:gd name="csX9536" fmla="*/ 1643259 w 1723042"/>
              <a:gd name="csY9536" fmla="*/ 1114920 h 1114920"/>
              <a:gd name="csX9537" fmla="*/ 1643428 w 1723042"/>
              <a:gd name="csY9537" fmla="*/ 1114920 h 1114920"/>
              <a:gd name="csX9538" fmla="*/ 1643606 w 1723042"/>
              <a:gd name="csY9538" fmla="*/ 1114920 h 1114920"/>
              <a:gd name="csX9539" fmla="*/ 1643775 w 1723042"/>
              <a:gd name="csY9539" fmla="*/ 1114920 h 1114920"/>
              <a:gd name="csX9540" fmla="*/ 1643953 w 1723042"/>
              <a:gd name="csY9540" fmla="*/ 1114920 h 1114920"/>
              <a:gd name="csX9541" fmla="*/ 1644122 w 1723042"/>
              <a:gd name="csY9541" fmla="*/ 1114920 h 1114920"/>
              <a:gd name="csX9542" fmla="*/ 1644291 w 1723042"/>
              <a:gd name="csY9542" fmla="*/ 1114920 h 1114920"/>
              <a:gd name="csX9543" fmla="*/ 1644469 w 1723042"/>
              <a:gd name="csY9543" fmla="*/ 1114920 h 1114920"/>
              <a:gd name="csX9544" fmla="*/ 1644638 w 1723042"/>
              <a:gd name="csY9544" fmla="*/ 1114920 h 1114920"/>
              <a:gd name="csX9545" fmla="*/ 1644807 w 1723042"/>
              <a:gd name="csY9545" fmla="*/ 1114920 h 1114920"/>
              <a:gd name="csX9546" fmla="*/ 1644985 w 1723042"/>
              <a:gd name="csY9546" fmla="*/ 1114920 h 1114920"/>
              <a:gd name="csX9547" fmla="*/ 1645154 w 1723042"/>
              <a:gd name="csY9547" fmla="*/ 1114920 h 1114920"/>
              <a:gd name="csX9548" fmla="*/ 1645332 w 1723042"/>
              <a:gd name="csY9548" fmla="*/ 1114920 h 1114920"/>
              <a:gd name="csX9549" fmla="*/ 1645501 w 1723042"/>
              <a:gd name="csY9549" fmla="*/ 1114920 h 1114920"/>
              <a:gd name="csX9550" fmla="*/ 1645670 w 1723042"/>
              <a:gd name="csY9550" fmla="*/ 1114920 h 1114920"/>
              <a:gd name="csX9551" fmla="*/ 1645848 w 1723042"/>
              <a:gd name="csY9551" fmla="*/ 1114920 h 1114920"/>
              <a:gd name="csX9552" fmla="*/ 1646017 w 1723042"/>
              <a:gd name="csY9552" fmla="*/ 1114920 h 1114920"/>
              <a:gd name="csX9553" fmla="*/ 1646186 w 1723042"/>
              <a:gd name="csY9553" fmla="*/ 1114920 h 1114920"/>
              <a:gd name="csX9554" fmla="*/ 1646364 w 1723042"/>
              <a:gd name="csY9554" fmla="*/ 1114920 h 1114920"/>
              <a:gd name="csX9555" fmla="*/ 1646533 w 1723042"/>
              <a:gd name="csY9555" fmla="*/ 1114920 h 1114920"/>
              <a:gd name="csX9556" fmla="*/ 1646702 w 1723042"/>
              <a:gd name="csY9556" fmla="*/ 1114920 h 1114920"/>
              <a:gd name="csX9557" fmla="*/ 1646880 w 1723042"/>
              <a:gd name="csY9557" fmla="*/ 1114920 h 1114920"/>
              <a:gd name="csX9558" fmla="*/ 1647049 w 1723042"/>
              <a:gd name="csY9558" fmla="*/ 1114920 h 1114920"/>
              <a:gd name="csX9559" fmla="*/ 1647227 w 1723042"/>
              <a:gd name="csY9559" fmla="*/ 1114920 h 1114920"/>
              <a:gd name="csX9560" fmla="*/ 1647396 w 1723042"/>
              <a:gd name="csY9560" fmla="*/ 1114920 h 1114920"/>
              <a:gd name="csX9561" fmla="*/ 1647565 w 1723042"/>
              <a:gd name="csY9561" fmla="*/ 1114920 h 1114920"/>
              <a:gd name="csX9562" fmla="*/ 1647743 w 1723042"/>
              <a:gd name="csY9562" fmla="*/ 1114920 h 1114920"/>
              <a:gd name="csX9563" fmla="*/ 1647912 w 1723042"/>
              <a:gd name="csY9563" fmla="*/ 1114920 h 1114920"/>
              <a:gd name="csX9564" fmla="*/ 1648081 w 1723042"/>
              <a:gd name="csY9564" fmla="*/ 1114920 h 1114920"/>
              <a:gd name="csX9565" fmla="*/ 1648259 w 1723042"/>
              <a:gd name="csY9565" fmla="*/ 1114920 h 1114920"/>
              <a:gd name="csX9566" fmla="*/ 1648428 w 1723042"/>
              <a:gd name="csY9566" fmla="*/ 1114920 h 1114920"/>
              <a:gd name="csX9567" fmla="*/ 1648606 w 1723042"/>
              <a:gd name="csY9567" fmla="*/ 1114920 h 1114920"/>
              <a:gd name="csX9568" fmla="*/ 1648775 w 1723042"/>
              <a:gd name="csY9568" fmla="*/ 1114920 h 1114920"/>
              <a:gd name="csX9569" fmla="*/ 1648944 w 1723042"/>
              <a:gd name="csY9569" fmla="*/ 1114920 h 1114920"/>
              <a:gd name="csX9570" fmla="*/ 1649122 w 1723042"/>
              <a:gd name="csY9570" fmla="*/ 1114920 h 1114920"/>
              <a:gd name="csX9571" fmla="*/ 1649291 w 1723042"/>
              <a:gd name="csY9571" fmla="*/ 1114920 h 1114920"/>
              <a:gd name="csX9572" fmla="*/ 1649460 w 1723042"/>
              <a:gd name="csY9572" fmla="*/ 1114920 h 1114920"/>
              <a:gd name="csX9573" fmla="*/ 1649638 w 1723042"/>
              <a:gd name="csY9573" fmla="*/ 1114920 h 1114920"/>
              <a:gd name="csX9574" fmla="*/ 1649807 w 1723042"/>
              <a:gd name="csY9574" fmla="*/ 1114920 h 1114920"/>
              <a:gd name="csX9575" fmla="*/ 1649976 w 1723042"/>
              <a:gd name="csY9575" fmla="*/ 1114920 h 1114920"/>
              <a:gd name="csX9576" fmla="*/ 1650154 w 1723042"/>
              <a:gd name="csY9576" fmla="*/ 1114920 h 1114920"/>
              <a:gd name="csX9577" fmla="*/ 1650323 w 1723042"/>
              <a:gd name="csY9577" fmla="*/ 1114920 h 1114920"/>
              <a:gd name="csX9578" fmla="*/ 1650501 w 1723042"/>
              <a:gd name="csY9578" fmla="*/ 1114920 h 1114920"/>
              <a:gd name="csX9579" fmla="*/ 1650670 w 1723042"/>
              <a:gd name="csY9579" fmla="*/ 1114920 h 1114920"/>
              <a:gd name="csX9580" fmla="*/ 1650839 w 1723042"/>
              <a:gd name="csY9580" fmla="*/ 1114920 h 1114920"/>
              <a:gd name="csX9581" fmla="*/ 1651017 w 1723042"/>
              <a:gd name="csY9581" fmla="*/ 1114920 h 1114920"/>
              <a:gd name="csX9582" fmla="*/ 1651186 w 1723042"/>
              <a:gd name="csY9582" fmla="*/ 1114920 h 1114920"/>
              <a:gd name="csX9583" fmla="*/ 1651355 w 1723042"/>
              <a:gd name="csY9583" fmla="*/ 1114920 h 1114920"/>
              <a:gd name="csX9584" fmla="*/ 1651533 w 1723042"/>
              <a:gd name="csY9584" fmla="*/ 1114920 h 1114920"/>
              <a:gd name="csX9585" fmla="*/ 1651702 w 1723042"/>
              <a:gd name="csY9585" fmla="*/ 1114920 h 1114920"/>
              <a:gd name="csX9586" fmla="*/ 1651879 w 1723042"/>
              <a:gd name="csY9586" fmla="*/ 1114920 h 1114920"/>
              <a:gd name="csX9587" fmla="*/ 1652049 w 1723042"/>
              <a:gd name="csY9587" fmla="*/ 1114920 h 1114920"/>
              <a:gd name="csX9588" fmla="*/ 1652218 w 1723042"/>
              <a:gd name="csY9588" fmla="*/ 1114920 h 1114920"/>
              <a:gd name="csX9589" fmla="*/ 1652396 w 1723042"/>
              <a:gd name="csY9589" fmla="*/ 1114920 h 1114920"/>
              <a:gd name="csX9590" fmla="*/ 1652565 w 1723042"/>
              <a:gd name="csY9590" fmla="*/ 1114920 h 1114920"/>
              <a:gd name="csX9591" fmla="*/ 1652734 w 1723042"/>
              <a:gd name="csY9591" fmla="*/ 1114920 h 1114920"/>
              <a:gd name="csX9592" fmla="*/ 1652912 w 1723042"/>
              <a:gd name="csY9592" fmla="*/ 1114920 h 1114920"/>
              <a:gd name="csX9593" fmla="*/ 1653081 w 1723042"/>
              <a:gd name="csY9593" fmla="*/ 1114920 h 1114920"/>
              <a:gd name="csX9594" fmla="*/ 1653258 w 1723042"/>
              <a:gd name="csY9594" fmla="*/ 1114920 h 1114920"/>
              <a:gd name="csX9595" fmla="*/ 1653427 w 1723042"/>
              <a:gd name="csY9595" fmla="*/ 1114920 h 1114920"/>
              <a:gd name="csX9596" fmla="*/ 1653597 w 1723042"/>
              <a:gd name="csY9596" fmla="*/ 1114920 h 1114920"/>
              <a:gd name="csX9597" fmla="*/ 1653775 w 1723042"/>
              <a:gd name="csY9597" fmla="*/ 1114920 h 1114920"/>
              <a:gd name="csX9598" fmla="*/ 1653944 w 1723042"/>
              <a:gd name="csY9598" fmla="*/ 1114920 h 1114920"/>
              <a:gd name="csX9599" fmla="*/ 1654112 w 1723042"/>
              <a:gd name="csY9599" fmla="*/ 1114920 h 1114920"/>
              <a:gd name="csX9600" fmla="*/ 1654291 w 1723042"/>
              <a:gd name="csY9600" fmla="*/ 1114920 h 1114920"/>
              <a:gd name="csX9601" fmla="*/ 1654460 w 1723042"/>
              <a:gd name="csY9601" fmla="*/ 1114920 h 1114920"/>
              <a:gd name="csX9602" fmla="*/ 1654629 w 1723042"/>
              <a:gd name="csY9602" fmla="*/ 1114920 h 1114920"/>
              <a:gd name="csX9603" fmla="*/ 1654806 w 1723042"/>
              <a:gd name="csY9603" fmla="*/ 1114920 h 1114920"/>
              <a:gd name="csX9604" fmla="*/ 1654975 w 1723042"/>
              <a:gd name="csY9604" fmla="*/ 1114920 h 1114920"/>
              <a:gd name="csX9605" fmla="*/ 1655154 w 1723042"/>
              <a:gd name="csY9605" fmla="*/ 1114920 h 1114920"/>
              <a:gd name="csX9606" fmla="*/ 1655323 w 1723042"/>
              <a:gd name="csY9606" fmla="*/ 1114920 h 1114920"/>
              <a:gd name="csX9607" fmla="*/ 1655491 w 1723042"/>
              <a:gd name="csY9607" fmla="*/ 1114920 h 1114920"/>
              <a:gd name="csX9608" fmla="*/ 1655669 w 1723042"/>
              <a:gd name="csY9608" fmla="*/ 1114920 h 1114920"/>
              <a:gd name="csX9609" fmla="*/ 1655839 w 1723042"/>
              <a:gd name="csY9609" fmla="*/ 1114920 h 1114920"/>
              <a:gd name="csX9610" fmla="*/ 1656008 w 1723042"/>
              <a:gd name="csY9610" fmla="*/ 1114920 h 1114920"/>
              <a:gd name="csX9611" fmla="*/ 1656185 w 1723042"/>
              <a:gd name="csY9611" fmla="*/ 1114920 h 1114920"/>
              <a:gd name="csX9612" fmla="*/ 1656354 w 1723042"/>
              <a:gd name="csY9612" fmla="*/ 1114920 h 1114920"/>
              <a:gd name="csX9613" fmla="*/ 1656532 w 1723042"/>
              <a:gd name="csY9613" fmla="*/ 1114920 h 1114920"/>
              <a:gd name="csX9614" fmla="*/ 1656701 w 1723042"/>
              <a:gd name="csY9614" fmla="*/ 1114920 h 1114920"/>
              <a:gd name="csX9615" fmla="*/ 1656870 w 1723042"/>
              <a:gd name="csY9615" fmla="*/ 1114920 h 1114920"/>
              <a:gd name="csX9616" fmla="*/ 1657048 w 1723042"/>
              <a:gd name="csY9616" fmla="*/ 1114920 h 1114920"/>
              <a:gd name="csX9617" fmla="*/ 1657217 w 1723042"/>
              <a:gd name="csY9617" fmla="*/ 1114920 h 1114920"/>
              <a:gd name="csX9618" fmla="*/ 1657387 w 1723042"/>
              <a:gd name="csY9618" fmla="*/ 1114920 h 1114920"/>
              <a:gd name="csX9619" fmla="*/ 1657564 w 1723042"/>
              <a:gd name="csY9619" fmla="*/ 1114920 h 1114920"/>
              <a:gd name="csX9620" fmla="*/ 1657733 w 1723042"/>
              <a:gd name="csY9620" fmla="*/ 1114920 h 1114920"/>
              <a:gd name="csX9621" fmla="*/ 1657911 w 1723042"/>
              <a:gd name="csY9621" fmla="*/ 1114920 h 1114920"/>
              <a:gd name="csX9622" fmla="*/ 1658080 w 1723042"/>
              <a:gd name="csY9622" fmla="*/ 1114920 h 1114920"/>
              <a:gd name="csX9623" fmla="*/ 1658249 w 1723042"/>
              <a:gd name="csY9623" fmla="*/ 1114920 h 1114920"/>
              <a:gd name="csX9624" fmla="*/ 1658427 w 1723042"/>
              <a:gd name="csY9624" fmla="*/ 1114920 h 1114920"/>
              <a:gd name="csX9625" fmla="*/ 1658596 w 1723042"/>
              <a:gd name="csY9625" fmla="*/ 1114920 h 1114920"/>
              <a:gd name="csX9626" fmla="*/ 1658765 w 1723042"/>
              <a:gd name="csY9626" fmla="*/ 1114920 h 1114920"/>
              <a:gd name="csX9627" fmla="*/ 1658943 w 1723042"/>
              <a:gd name="csY9627" fmla="*/ 1114920 h 1114920"/>
              <a:gd name="csX9628" fmla="*/ 1659112 w 1723042"/>
              <a:gd name="csY9628" fmla="*/ 1114920 h 1114920"/>
              <a:gd name="csX9629" fmla="*/ 1659281 w 1723042"/>
              <a:gd name="csY9629" fmla="*/ 1114920 h 1114920"/>
              <a:gd name="csX9630" fmla="*/ 1659459 w 1723042"/>
              <a:gd name="csY9630" fmla="*/ 1114920 h 1114920"/>
              <a:gd name="csX9631" fmla="*/ 1659628 w 1723042"/>
              <a:gd name="csY9631" fmla="*/ 1114920 h 1114920"/>
              <a:gd name="csX9632" fmla="*/ 1659806 w 1723042"/>
              <a:gd name="csY9632" fmla="*/ 1114920 h 1114920"/>
              <a:gd name="csX9633" fmla="*/ 1659975 w 1723042"/>
              <a:gd name="csY9633" fmla="*/ 1114920 h 1114920"/>
              <a:gd name="csX9634" fmla="*/ 1660144 w 1723042"/>
              <a:gd name="csY9634" fmla="*/ 1114920 h 1114920"/>
              <a:gd name="csX9635" fmla="*/ 1660322 w 1723042"/>
              <a:gd name="csY9635" fmla="*/ 1114920 h 1114920"/>
              <a:gd name="csX9636" fmla="*/ 1660491 w 1723042"/>
              <a:gd name="csY9636" fmla="*/ 1114920 h 1114920"/>
              <a:gd name="csX9637" fmla="*/ 1660660 w 1723042"/>
              <a:gd name="csY9637" fmla="*/ 1114920 h 1114920"/>
              <a:gd name="csX9638" fmla="*/ 1660838 w 1723042"/>
              <a:gd name="csY9638" fmla="*/ 1114920 h 1114920"/>
              <a:gd name="csX9639" fmla="*/ 1661007 w 1723042"/>
              <a:gd name="csY9639" fmla="*/ 1114920 h 1114920"/>
              <a:gd name="csX9640" fmla="*/ 1661185 w 1723042"/>
              <a:gd name="csY9640" fmla="*/ 1114920 h 1114920"/>
              <a:gd name="csX9641" fmla="*/ 1661354 w 1723042"/>
              <a:gd name="csY9641" fmla="*/ 1114920 h 1114920"/>
              <a:gd name="csX9642" fmla="*/ 1661523 w 1723042"/>
              <a:gd name="csY9642" fmla="*/ 1114920 h 1114920"/>
              <a:gd name="csX9643" fmla="*/ 1661701 w 1723042"/>
              <a:gd name="csY9643" fmla="*/ 1114920 h 1114920"/>
              <a:gd name="csX9644" fmla="*/ 1661870 w 1723042"/>
              <a:gd name="csY9644" fmla="*/ 1114920 h 1114920"/>
              <a:gd name="csX9645" fmla="*/ 1662039 w 1723042"/>
              <a:gd name="csY9645" fmla="*/ 1114920 h 1114920"/>
              <a:gd name="csX9646" fmla="*/ 1662217 w 1723042"/>
              <a:gd name="csY9646" fmla="*/ 1114920 h 1114920"/>
              <a:gd name="csX9647" fmla="*/ 1662386 w 1723042"/>
              <a:gd name="csY9647" fmla="*/ 1114920 h 1114920"/>
              <a:gd name="csX9648" fmla="*/ 1662555 w 1723042"/>
              <a:gd name="csY9648" fmla="*/ 1114920 h 1114920"/>
              <a:gd name="csX9649" fmla="*/ 1662733 w 1723042"/>
              <a:gd name="csY9649" fmla="*/ 1114920 h 1114920"/>
              <a:gd name="csX9650" fmla="*/ 1662902 w 1723042"/>
              <a:gd name="csY9650" fmla="*/ 1114920 h 1114920"/>
              <a:gd name="csX9651" fmla="*/ 1663080 w 1723042"/>
              <a:gd name="csY9651" fmla="*/ 1114920 h 1114920"/>
              <a:gd name="csX9652" fmla="*/ 1663249 w 1723042"/>
              <a:gd name="csY9652" fmla="*/ 1114920 h 1114920"/>
              <a:gd name="csX9653" fmla="*/ 1663418 w 1723042"/>
              <a:gd name="csY9653" fmla="*/ 1114920 h 1114920"/>
              <a:gd name="csX9654" fmla="*/ 1663596 w 1723042"/>
              <a:gd name="csY9654" fmla="*/ 1114920 h 1114920"/>
              <a:gd name="csX9655" fmla="*/ 1663765 w 1723042"/>
              <a:gd name="csY9655" fmla="*/ 1114920 h 1114920"/>
              <a:gd name="csX9656" fmla="*/ 1663934 w 1723042"/>
              <a:gd name="csY9656" fmla="*/ 1114920 h 1114920"/>
              <a:gd name="csX9657" fmla="*/ 1664112 w 1723042"/>
              <a:gd name="csY9657" fmla="*/ 1114920 h 1114920"/>
              <a:gd name="csX9658" fmla="*/ 1664281 w 1723042"/>
              <a:gd name="csY9658" fmla="*/ 1114920 h 1114920"/>
              <a:gd name="csX9659" fmla="*/ 1664459 w 1723042"/>
              <a:gd name="csY9659" fmla="*/ 1114920 h 1114920"/>
              <a:gd name="csX9660" fmla="*/ 1664628 w 1723042"/>
              <a:gd name="csY9660" fmla="*/ 1114920 h 1114920"/>
              <a:gd name="csX9661" fmla="*/ 1664797 w 1723042"/>
              <a:gd name="csY9661" fmla="*/ 1114920 h 1114920"/>
              <a:gd name="csX9662" fmla="*/ 1664975 w 1723042"/>
              <a:gd name="csY9662" fmla="*/ 1114920 h 1114920"/>
              <a:gd name="csX9663" fmla="*/ 1665144 w 1723042"/>
              <a:gd name="csY9663" fmla="*/ 1114920 h 1114920"/>
              <a:gd name="csX9664" fmla="*/ 1665313 w 1723042"/>
              <a:gd name="csY9664" fmla="*/ 1114920 h 1114920"/>
              <a:gd name="csX9665" fmla="*/ 1665491 w 1723042"/>
              <a:gd name="csY9665" fmla="*/ 1114920 h 1114920"/>
              <a:gd name="csX9666" fmla="*/ 1665660 w 1723042"/>
              <a:gd name="csY9666" fmla="*/ 1114920 h 1114920"/>
              <a:gd name="csX9667" fmla="*/ 1665838 w 1723042"/>
              <a:gd name="csY9667" fmla="*/ 1114920 h 1114920"/>
              <a:gd name="csX9668" fmla="*/ 1666007 w 1723042"/>
              <a:gd name="csY9668" fmla="*/ 1114920 h 1114920"/>
              <a:gd name="csX9669" fmla="*/ 1666176 w 1723042"/>
              <a:gd name="csY9669" fmla="*/ 1114920 h 1114920"/>
              <a:gd name="csX9670" fmla="*/ 1666354 w 1723042"/>
              <a:gd name="csY9670" fmla="*/ 1114920 h 1114920"/>
              <a:gd name="csX9671" fmla="*/ 1666523 w 1723042"/>
              <a:gd name="csY9671" fmla="*/ 1114920 h 1114920"/>
              <a:gd name="csX9672" fmla="*/ 1666692 w 1723042"/>
              <a:gd name="csY9672" fmla="*/ 1114920 h 1114920"/>
              <a:gd name="csX9673" fmla="*/ 1666870 w 1723042"/>
              <a:gd name="csY9673" fmla="*/ 1114920 h 1114920"/>
              <a:gd name="csX9674" fmla="*/ 1667039 w 1723042"/>
              <a:gd name="csY9674" fmla="*/ 1114920 h 1114920"/>
              <a:gd name="csX9675" fmla="*/ 1667208 w 1723042"/>
              <a:gd name="csY9675" fmla="*/ 1114920 h 1114920"/>
              <a:gd name="csX9676" fmla="*/ 1667386 w 1723042"/>
              <a:gd name="csY9676" fmla="*/ 1114920 h 1114920"/>
              <a:gd name="csX9677" fmla="*/ 1667555 w 1723042"/>
              <a:gd name="csY9677" fmla="*/ 1114920 h 1114920"/>
              <a:gd name="csX9678" fmla="*/ 1667733 w 1723042"/>
              <a:gd name="csY9678" fmla="*/ 1114920 h 1114920"/>
              <a:gd name="csX9679" fmla="*/ 1667902 w 1723042"/>
              <a:gd name="csY9679" fmla="*/ 1114920 h 1114920"/>
              <a:gd name="csX9680" fmla="*/ 1668071 w 1723042"/>
              <a:gd name="csY9680" fmla="*/ 1114920 h 1114920"/>
              <a:gd name="csX9681" fmla="*/ 1668249 w 1723042"/>
              <a:gd name="csY9681" fmla="*/ 1114920 h 1114920"/>
              <a:gd name="csX9682" fmla="*/ 1668418 w 1723042"/>
              <a:gd name="csY9682" fmla="*/ 1114920 h 1114920"/>
              <a:gd name="csX9683" fmla="*/ 1668587 w 1723042"/>
              <a:gd name="csY9683" fmla="*/ 1114920 h 1114920"/>
              <a:gd name="csX9684" fmla="*/ 1668765 w 1723042"/>
              <a:gd name="csY9684" fmla="*/ 1114920 h 1114920"/>
              <a:gd name="csX9685" fmla="*/ 1668934 w 1723042"/>
              <a:gd name="csY9685" fmla="*/ 1114920 h 1114920"/>
              <a:gd name="csX9686" fmla="*/ 1669112 w 1723042"/>
              <a:gd name="csY9686" fmla="*/ 1114920 h 1114920"/>
              <a:gd name="csX9687" fmla="*/ 1669281 w 1723042"/>
              <a:gd name="csY9687" fmla="*/ 1114920 h 1114920"/>
              <a:gd name="csX9688" fmla="*/ 1669450 w 1723042"/>
              <a:gd name="csY9688" fmla="*/ 1114920 h 1114920"/>
              <a:gd name="csX9689" fmla="*/ 1669628 w 1723042"/>
              <a:gd name="csY9689" fmla="*/ 1114920 h 1114920"/>
              <a:gd name="csX9690" fmla="*/ 1669797 w 1723042"/>
              <a:gd name="csY9690" fmla="*/ 1114920 h 1114920"/>
              <a:gd name="csX9691" fmla="*/ 1669966 w 1723042"/>
              <a:gd name="csY9691" fmla="*/ 1114920 h 1114920"/>
              <a:gd name="csX9692" fmla="*/ 1670144 w 1723042"/>
              <a:gd name="csY9692" fmla="*/ 1114920 h 1114920"/>
              <a:gd name="csX9693" fmla="*/ 1670313 w 1723042"/>
              <a:gd name="csY9693" fmla="*/ 1114920 h 1114920"/>
              <a:gd name="csX9694" fmla="*/ 1670482 w 1723042"/>
              <a:gd name="csY9694" fmla="*/ 1114920 h 1114920"/>
              <a:gd name="csX9695" fmla="*/ 1670660 w 1723042"/>
              <a:gd name="csY9695" fmla="*/ 1114920 h 1114920"/>
              <a:gd name="csX9696" fmla="*/ 1670829 w 1723042"/>
              <a:gd name="csY9696" fmla="*/ 1114920 h 1114920"/>
              <a:gd name="csX9697" fmla="*/ 1671007 w 1723042"/>
              <a:gd name="csY9697" fmla="*/ 1114920 h 1114920"/>
              <a:gd name="csX9698" fmla="*/ 1671176 w 1723042"/>
              <a:gd name="csY9698" fmla="*/ 1114920 h 1114920"/>
              <a:gd name="csX9699" fmla="*/ 1671345 w 1723042"/>
              <a:gd name="csY9699" fmla="*/ 1114920 h 1114920"/>
              <a:gd name="csX9700" fmla="*/ 1671523 w 1723042"/>
              <a:gd name="csY9700" fmla="*/ 1114920 h 1114920"/>
              <a:gd name="csX9701" fmla="*/ 1671692 w 1723042"/>
              <a:gd name="csY9701" fmla="*/ 1114920 h 1114920"/>
              <a:gd name="csX9702" fmla="*/ 1671861 w 1723042"/>
              <a:gd name="csY9702" fmla="*/ 1114920 h 1114920"/>
              <a:gd name="csX9703" fmla="*/ 1672039 w 1723042"/>
              <a:gd name="csY9703" fmla="*/ 1114920 h 1114920"/>
              <a:gd name="csX9704" fmla="*/ 1672208 w 1723042"/>
              <a:gd name="csY9704" fmla="*/ 1114920 h 1114920"/>
              <a:gd name="csX9705" fmla="*/ 1672386 w 1723042"/>
              <a:gd name="csY9705" fmla="*/ 1114920 h 1114920"/>
              <a:gd name="csX9706" fmla="*/ 1672555 w 1723042"/>
              <a:gd name="csY9706" fmla="*/ 1114920 h 1114920"/>
              <a:gd name="csX9707" fmla="*/ 1672724 w 1723042"/>
              <a:gd name="csY9707" fmla="*/ 1114920 h 1114920"/>
              <a:gd name="csX9708" fmla="*/ 1672902 w 1723042"/>
              <a:gd name="csY9708" fmla="*/ 1114920 h 1114920"/>
              <a:gd name="csX9709" fmla="*/ 1673071 w 1723042"/>
              <a:gd name="csY9709" fmla="*/ 1114920 h 1114920"/>
              <a:gd name="csX9710" fmla="*/ 1673240 w 1723042"/>
              <a:gd name="csY9710" fmla="*/ 1114920 h 1114920"/>
              <a:gd name="csX9711" fmla="*/ 1673418 w 1723042"/>
              <a:gd name="csY9711" fmla="*/ 1114920 h 1114920"/>
              <a:gd name="csX9712" fmla="*/ 1673587 w 1723042"/>
              <a:gd name="csY9712" fmla="*/ 1114920 h 1114920"/>
              <a:gd name="csX9713" fmla="*/ 1673765 w 1723042"/>
              <a:gd name="csY9713" fmla="*/ 1114920 h 1114920"/>
              <a:gd name="csX9714" fmla="*/ 1673934 w 1723042"/>
              <a:gd name="csY9714" fmla="*/ 1114920 h 1114920"/>
              <a:gd name="csX9715" fmla="*/ 1674103 w 1723042"/>
              <a:gd name="csY9715" fmla="*/ 1114920 h 1114920"/>
              <a:gd name="csX9716" fmla="*/ 1674281 w 1723042"/>
              <a:gd name="csY9716" fmla="*/ 1114920 h 1114920"/>
              <a:gd name="csX9717" fmla="*/ 1674450 w 1723042"/>
              <a:gd name="csY9717" fmla="*/ 1114920 h 1114920"/>
              <a:gd name="csX9718" fmla="*/ 1674619 w 1723042"/>
              <a:gd name="csY9718" fmla="*/ 1114920 h 1114920"/>
              <a:gd name="csX9719" fmla="*/ 1674797 w 1723042"/>
              <a:gd name="csY9719" fmla="*/ 1114920 h 1114920"/>
              <a:gd name="csX9720" fmla="*/ 1674966 w 1723042"/>
              <a:gd name="csY9720" fmla="*/ 1114920 h 1114920"/>
              <a:gd name="csX9721" fmla="*/ 1675135 w 1723042"/>
              <a:gd name="csY9721" fmla="*/ 1114920 h 1114920"/>
              <a:gd name="csX9722" fmla="*/ 1675313 w 1723042"/>
              <a:gd name="csY9722" fmla="*/ 1114920 h 1114920"/>
              <a:gd name="csX9723" fmla="*/ 1675482 w 1723042"/>
              <a:gd name="csY9723" fmla="*/ 1114920 h 1114920"/>
              <a:gd name="csX9724" fmla="*/ 1675660 w 1723042"/>
              <a:gd name="csY9724" fmla="*/ 1114920 h 1114920"/>
              <a:gd name="csX9725" fmla="*/ 1675829 w 1723042"/>
              <a:gd name="csY9725" fmla="*/ 1114920 h 1114920"/>
              <a:gd name="csX9726" fmla="*/ 1675998 w 1723042"/>
              <a:gd name="csY9726" fmla="*/ 1114920 h 1114920"/>
              <a:gd name="csX9727" fmla="*/ 1676176 w 1723042"/>
              <a:gd name="csY9727" fmla="*/ 1114920 h 1114920"/>
              <a:gd name="csX9728" fmla="*/ 1676345 w 1723042"/>
              <a:gd name="csY9728" fmla="*/ 1114920 h 1114920"/>
              <a:gd name="csX9729" fmla="*/ 1676514 w 1723042"/>
              <a:gd name="csY9729" fmla="*/ 1114920 h 1114920"/>
              <a:gd name="csX9730" fmla="*/ 1676692 w 1723042"/>
              <a:gd name="csY9730" fmla="*/ 1114920 h 1114920"/>
              <a:gd name="csX9731" fmla="*/ 1676861 w 1723042"/>
              <a:gd name="csY9731" fmla="*/ 1114920 h 1114920"/>
              <a:gd name="csX9732" fmla="*/ 1677039 w 1723042"/>
              <a:gd name="csY9732" fmla="*/ 1114920 h 1114920"/>
              <a:gd name="csX9733" fmla="*/ 1677208 w 1723042"/>
              <a:gd name="csY9733" fmla="*/ 1114920 h 1114920"/>
              <a:gd name="csX9734" fmla="*/ 1677377 w 1723042"/>
              <a:gd name="csY9734" fmla="*/ 1114920 h 1114920"/>
              <a:gd name="csX9735" fmla="*/ 1677555 w 1723042"/>
              <a:gd name="csY9735" fmla="*/ 1114920 h 1114920"/>
              <a:gd name="csX9736" fmla="*/ 1677724 w 1723042"/>
              <a:gd name="csY9736" fmla="*/ 1114920 h 1114920"/>
              <a:gd name="csX9737" fmla="*/ 1677893 w 1723042"/>
              <a:gd name="csY9737" fmla="*/ 1114920 h 1114920"/>
              <a:gd name="csX9738" fmla="*/ 1678071 w 1723042"/>
              <a:gd name="csY9738" fmla="*/ 1114920 h 1114920"/>
              <a:gd name="csX9739" fmla="*/ 1678240 w 1723042"/>
              <a:gd name="csY9739" fmla="*/ 1114920 h 1114920"/>
              <a:gd name="csX9740" fmla="*/ 1678418 w 1723042"/>
              <a:gd name="csY9740" fmla="*/ 1114920 h 1114920"/>
              <a:gd name="csX9741" fmla="*/ 1678587 w 1723042"/>
              <a:gd name="csY9741" fmla="*/ 1114920 h 1114920"/>
              <a:gd name="csX9742" fmla="*/ 1678756 w 1723042"/>
              <a:gd name="csY9742" fmla="*/ 1114920 h 1114920"/>
              <a:gd name="csX9743" fmla="*/ 1678934 w 1723042"/>
              <a:gd name="csY9743" fmla="*/ 1114920 h 1114920"/>
              <a:gd name="csX9744" fmla="*/ 1679103 w 1723042"/>
              <a:gd name="csY9744" fmla="*/ 1114920 h 1114920"/>
              <a:gd name="csX9745" fmla="*/ 1679272 w 1723042"/>
              <a:gd name="csY9745" fmla="*/ 1114920 h 1114920"/>
              <a:gd name="csX9746" fmla="*/ 1679450 w 1723042"/>
              <a:gd name="csY9746" fmla="*/ 1114920 h 1114920"/>
              <a:gd name="csX9747" fmla="*/ 1679619 w 1723042"/>
              <a:gd name="csY9747" fmla="*/ 1114920 h 1114920"/>
              <a:gd name="csX9748" fmla="*/ 1679788 w 1723042"/>
              <a:gd name="csY9748" fmla="*/ 1114920 h 1114920"/>
              <a:gd name="csX9749" fmla="*/ 1679966 w 1723042"/>
              <a:gd name="csY9749" fmla="*/ 1114920 h 1114920"/>
              <a:gd name="csX9750" fmla="*/ 1680135 w 1723042"/>
              <a:gd name="csY9750" fmla="*/ 1114920 h 1114920"/>
              <a:gd name="csX9751" fmla="*/ 1680313 w 1723042"/>
              <a:gd name="csY9751" fmla="*/ 1114920 h 1114920"/>
              <a:gd name="csX9752" fmla="*/ 1680482 w 1723042"/>
              <a:gd name="csY9752" fmla="*/ 1114920 h 1114920"/>
              <a:gd name="csX9753" fmla="*/ 1680651 w 1723042"/>
              <a:gd name="csY9753" fmla="*/ 1114920 h 1114920"/>
              <a:gd name="csX9754" fmla="*/ 1680829 w 1723042"/>
              <a:gd name="csY9754" fmla="*/ 1114920 h 1114920"/>
              <a:gd name="csX9755" fmla="*/ 1680998 w 1723042"/>
              <a:gd name="csY9755" fmla="*/ 1114920 h 1114920"/>
              <a:gd name="csX9756" fmla="*/ 1681167 w 1723042"/>
              <a:gd name="csY9756" fmla="*/ 1114920 h 1114920"/>
              <a:gd name="csX9757" fmla="*/ 1681345 w 1723042"/>
              <a:gd name="csY9757" fmla="*/ 1114920 h 1114920"/>
              <a:gd name="csX9758" fmla="*/ 1681514 w 1723042"/>
              <a:gd name="csY9758" fmla="*/ 1114920 h 1114920"/>
              <a:gd name="csX9759" fmla="*/ 1681691 w 1723042"/>
              <a:gd name="csY9759" fmla="*/ 1114920 h 1114920"/>
              <a:gd name="csX9760" fmla="*/ 1681861 w 1723042"/>
              <a:gd name="csY9760" fmla="*/ 1114920 h 1114920"/>
              <a:gd name="csX9761" fmla="*/ 1682030 w 1723042"/>
              <a:gd name="csY9761" fmla="*/ 1114920 h 1114920"/>
              <a:gd name="csX9762" fmla="*/ 1682208 w 1723042"/>
              <a:gd name="csY9762" fmla="*/ 1114920 h 1114920"/>
              <a:gd name="csX9763" fmla="*/ 1682377 w 1723042"/>
              <a:gd name="csY9763" fmla="*/ 1114920 h 1114920"/>
              <a:gd name="csX9764" fmla="*/ 1682546 w 1723042"/>
              <a:gd name="csY9764" fmla="*/ 1114920 h 1114920"/>
              <a:gd name="csX9765" fmla="*/ 1682724 w 1723042"/>
              <a:gd name="csY9765" fmla="*/ 1114920 h 1114920"/>
              <a:gd name="csX9766" fmla="*/ 1682893 w 1723042"/>
              <a:gd name="csY9766" fmla="*/ 1114920 h 1114920"/>
              <a:gd name="csX9767" fmla="*/ 1683062 w 1723042"/>
              <a:gd name="csY9767" fmla="*/ 1114920 h 1114920"/>
              <a:gd name="csX9768" fmla="*/ 1683239 w 1723042"/>
              <a:gd name="csY9768" fmla="*/ 1114920 h 1114920"/>
              <a:gd name="csX9769" fmla="*/ 1683409 w 1723042"/>
              <a:gd name="csY9769" fmla="*/ 1114920 h 1114920"/>
              <a:gd name="csX9770" fmla="*/ 1683587 w 1723042"/>
              <a:gd name="csY9770" fmla="*/ 1114920 h 1114920"/>
              <a:gd name="csX9771" fmla="*/ 1683756 w 1723042"/>
              <a:gd name="csY9771" fmla="*/ 1114920 h 1114920"/>
              <a:gd name="csX9772" fmla="*/ 1683925 w 1723042"/>
              <a:gd name="csY9772" fmla="*/ 1114920 h 1114920"/>
              <a:gd name="csX9773" fmla="*/ 1684102 w 1723042"/>
              <a:gd name="csY9773" fmla="*/ 1114920 h 1114920"/>
              <a:gd name="csX9774" fmla="*/ 1684272 w 1723042"/>
              <a:gd name="csY9774" fmla="*/ 1114920 h 1114920"/>
              <a:gd name="csX9775" fmla="*/ 1684441 w 1723042"/>
              <a:gd name="csY9775" fmla="*/ 1114920 h 1114920"/>
              <a:gd name="csX9776" fmla="*/ 1684618 w 1723042"/>
              <a:gd name="csY9776" fmla="*/ 1114920 h 1114920"/>
              <a:gd name="csX9777" fmla="*/ 1684787 w 1723042"/>
              <a:gd name="csY9777" fmla="*/ 1114920 h 1114920"/>
              <a:gd name="csX9778" fmla="*/ 1684966 w 1723042"/>
              <a:gd name="csY9778" fmla="*/ 1114920 h 1114920"/>
              <a:gd name="csX9779" fmla="*/ 1685135 w 1723042"/>
              <a:gd name="csY9779" fmla="*/ 1114920 h 1114920"/>
              <a:gd name="csX9780" fmla="*/ 1685303 w 1723042"/>
              <a:gd name="csY9780" fmla="*/ 1114920 h 1114920"/>
              <a:gd name="csX9781" fmla="*/ 1685481 w 1723042"/>
              <a:gd name="csY9781" fmla="*/ 1114920 h 1114920"/>
              <a:gd name="csX9782" fmla="*/ 1685651 w 1723042"/>
              <a:gd name="csY9782" fmla="*/ 1114920 h 1114920"/>
              <a:gd name="csX9783" fmla="*/ 1685820 w 1723042"/>
              <a:gd name="csY9783" fmla="*/ 1114920 h 1114920"/>
              <a:gd name="csX9784" fmla="*/ 1685997 w 1723042"/>
              <a:gd name="csY9784" fmla="*/ 1114920 h 1114920"/>
              <a:gd name="csX9785" fmla="*/ 1686166 w 1723042"/>
              <a:gd name="csY9785" fmla="*/ 1114920 h 1114920"/>
              <a:gd name="csX9786" fmla="*/ 1686344 w 1723042"/>
              <a:gd name="csY9786" fmla="*/ 1114920 h 1114920"/>
              <a:gd name="csX9787" fmla="*/ 1686514 w 1723042"/>
              <a:gd name="csY9787" fmla="*/ 1114920 h 1114920"/>
              <a:gd name="csX9788" fmla="*/ 1686682 w 1723042"/>
              <a:gd name="csY9788" fmla="*/ 1114920 h 1114920"/>
              <a:gd name="csX9789" fmla="*/ 1686860 w 1723042"/>
              <a:gd name="csY9789" fmla="*/ 1114920 h 1114920"/>
              <a:gd name="csX9790" fmla="*/ 1687029 w 1723042"/>
              <a:gd name="csY9790" fmla="*/ 1114920 h 1114920"/>
              <a:gd name="csX9791" fmla="*/ 1687199 w 1723042"/>
              <a:gd name="csY9791" fmla="*/ 1114920 h 1114920"/>
              <a:gd name="csX9792" fmla="*/ 1687376 w 1723042"/>
              <a:gd name="csY9792" fmla="*/ 1114920 h 1114920"/>
              <a:gd name="csX9793" fmla="*/ 1687545 w 1723042"/>
              <a:gd name="csY9793" fmla="*/ 1114920 h 1114920"/>
              <a:gd name="csX9794" fmla="*/ 1687714 w 1723042"/>
              <a:gd name="csY9794" fmla="*/ 1114920 h 1114920"/>
              <a:gd name="csX9795" fmla="*/ 1687892 w 1723042"/>
              <a:gd name="csY9795" fmla="*/ 1114920 h 1114920"/>
              <a:gd name="csX9796" fmla="*/ 1688061 w 1723042"/>
              <a:gd name="csY9796" fmla="*/ 1114920 h 1114920"/>
              <a:gd name="csX9797" fmla="*/ 1688239 w 1723042"/>
              <a:gd name="csY9797" fmla="*/ 1114920 h 1114920"/>
              <a:gd name="csX9798" fmla="*/ 1688408 w 1723042"/>
              <a:gd name="csY9798" fmla="*/ 1114920 h 1114920"/>
              <a:gd name="csX9799" fmla="*/ 1688577 w 1723042"/>
              <a:gd name="csY9799" fmla="*/ 1114920 h 1114920"/>
              <a:gd name="csX9800" fmla="*/ 1688755 w 1723042"/>
              <a:gd name="csY9800" fmla="*/ 1114920 h 1114920"/>
              <a:gd name="csX9801" fmla="*/ 1688924 w 1723042"/>
              <a:gd name="csY9801" fmla="*/ 1114920 h 1114920"/>
              <a:gd name="csX9802" fmla="*/ 1689093 w 1723042"/>
              <a:gd name="csY9802" fmla="*/ 1114920 h 1114920"/>
              <a:gd name="csX9803" fmla="*/ 1689271 w 1723042"/>
              <a:gd name="csY9803" fmla="*/ 1114920 h 1114920"/>
              <a:gd name="csX9804" fmla="*/ 1689440 w 1723042"/>
              <a:gd name="csY9804" fmla="*/ 1114920 h 1114920"/>
              <a:gd name="csX9805" fmla="*/ 1689618 w 1723042"/>
              <a:gd name="csY9805" fmla="*/ 1114920 h 1114920"/>
              <a:gd name="csX9806" fmla="*/ 1689787 w 1723042"/>
              <a:gd name="csY9806" fmla="*/ 1114920 h 1114920"/>
              <a:gd name="csX9807" fmla="*/ 1689956 w 1723042"/>
              <a:gd name="csY9807" fmla="*/ 1114920 h 1114920"/>
              <a:gd name="csX9808" fmla="*/ 1690134 w 1723042"/>
              <a:gd name="csY9808" fmla="*/ 1114920 h 1114920"/>
              <a:gd name="csX9809" fmla="*/ 1690303 w 1723042"/>
              <a:gd name="csY9809" fmla="*/ 1114920 h 1114920"/>
              <a:gd name="csX9810" fmla="*/ 1690472 w 1723042"/>
              <a:gd name="csY9810" fmla="*/ 1114920 h 1114920"/>
              <a:gd name="csX9811" fmla="*/ 1690650 w 1723042"/>
              <a:gd name="csY9811" fmla="*/ 1114920 h 1114920"/>
              <a:gd name="csX9812" fmla="*/ 1690819 w 1723042"/>
              <a:gd name="csY9812" fmla="*/ 1114920 h 1114920"/>
              <a:gd name="csX9813" fmla="*/ 1690988 w 1723042"/>
              <a:gd name="csY9813" fmla="*/ 1114920 h 1114920"/>
              <a:gd name="csX9814" fmla="*/ 1691166 w 1723042"/>
              <a:gd name="csY9814" fmla="*/ 1114920 h 1114920"/>
              <a:gd name="csX9815" fmla="*/ 1691335 w 1723042"/>
              <a:gd name="csY9815" fmla="*/ 1114920 h 1114920"/>
              <a:gd name="csX9816" fmla="*/ 1691513 w 1723042"/>
              <a:gd name="csY9816" fmla="*/ 1114920 h 1114920"/>
              <a:gd name="csX9817" fmla="*/ 1691682 w 1723042"/>
              <a:gd name="csY9817" fmla="*/ 1114920 h 1114920"/>
              <a:gd name="csX9818" fmla="*/ 1691851 w 1723042"/>
              <a:gd name="csY9818" fmla="*/ 1114920 h 1114920"/>
              <a:gd name="csX9819" fmla="*/ 1692029 w 1723042"/>
              <a:gd name="csY9819" fmla="*/ 1114920 h 1114920"/>
              <a:gd name="csX9820" fmla="*/ 1692198 w 1723042"/>
              <a:gd name="csY9820" fmla="*/ 1114920 h 1114920"/>
              <a:gd name="csX9821" fmla="*/ 1692367 w 1723042"/>
              <a:gd name="csY9821" fmla="*/ 1114920 h 1114920"/>
              <a:gd name="csX9822" fmla="*/ 1692545 w 1723042"/>
              <a:gd name="csY9822" fmla="*/ 1114920 h 1114920"/>
              <a:gd name="csX9823" fmla="*/ 1692714 w 1723042"/>
              <a:gd name="csY9823" fmla="*/ 1114920 h 1114920"/>
              <a:gd name="csX9824" fmla="*/ 1692892 w 1723042"/>
              <a:gd name="csY9824" fmla="*/ 1114920 h 1114920"/>
              <a:gd name="csX9825" fmla="*/ 1693061 w 1723042"/>
              <a:gd name="csY9825" fmla="*/ 1114920 h 1114920"/>
              <a:gd name="csX9826" fmla="*/ 1693230 w 1723042"/>
              <a:gd name="csY9826" fmla="*/ 1114920 h 1114920"/>
              <a:gd name="csX9827" fmla="*/ 1693408 w 1723042"/>
              <a:gd name="csY9827" fmla="*/ 1114920 h 1114920"/>
              <a:gd name="csX9828" fmla="*/ 1693577 w 1723042"/>
              <a:gd name="csY9828" fmla="*/ 1114920 h 1114920"/>
              <a:gd name="csX9829" fmla="*/ 1693746 w 1723042"/>
              <a:gd name="csY9829" fmla="*/ 1114920 h 1114920"/>
              <a:gd name="csX9830" fmla="*/ 1693924 w 1723042"/>
              <a:gd name="csY9830" fmla="*/ 1114920 h 1114920"/>
              <a:gd name="csX9831" fmla="*/ 1694093 w 1723042"/>
              <a:gd name="csY9831" fmla="*/ 1114920 h 1114920"/>
              <a:gd name="csX9832" fmla="*/ 1694271 w 1723042"/>
              <a:gd name="csY9832" fmla="*/ 1114920 h 1114920"/>
              <a:gd name="csX9833" fmla="*/ 1694440 w 1723042"/>
              <a:gd name="csY9833" fmla="*/ 1114920 h 1114920"/>
              <a:gd name="csX9834" fmla="*/ 1694609 w 1723042"/>
              <a:gd name="csY9834" fmla="*/ 1114920 h 1114920"/>
              <a:gd name="csX9835" fmla="*/ 1694787 w 1723042"/>
              <a:gd name="csY9835" fmla="*/ 1114920 h 1114920"/>
              <a:gd name="csX9836" fmla="*/ 1694956 w 1723042"/>
              <a:gd name="csY9836" fmla="*/ 1114920 h 1114920"/>
              <a:gd name="csX9837" fmla="*/ 1695125 w 1723042"/>
              <a:gd name="csY9837" fmla="*/ 1114920 h 1114920"/>
              <a:gd name="csX9838" fmla="*/ 1695303 w 1723042"/>
              <a:gd name="csY9838" fmla="*/ 1114920 h 1114920"/>
              <a:gd name="csX9839" fmla="*/ 1695472 w 1723042"/>
              <a:gd name="csY9839" fmla="*/ 1114920 h 1114920"/>
              <a:gd name="csX9840" fmla="*/ 1695641 w 1723042"/>
              <a:gd name="csY9840" fmla="*/ 1114920 h 1114920"/>
              <a:gd name="csX9841" fmla="*/ 1695819 w 1723042"/>
              <a:gd name="csY9841" fmla="*/ 1114920 h 1114920"/>
              <a:gd name="csX9842" fmla="*/ 1695988 w 1723042"/>
              <a:gd name="csY9842" fmla="*/ 1114920 h 1114920"/>
              <a:gd name="csX9843" fmla="*/ 1696166 w 1723042"/>
              <a:gd name="csY9843" fmla="*/ 1114920 h 1114920"/>
              <a:gd name="csX9844" fmla="*/ 1696335 w 1723042"/>
              <a:gd name="csY9844" fmla="*/ 1114920 h 1114920"/>
              <a:gd name="csX9845" fmla="*/ 1696504 w 1723042"/>
              <a:gd name="csY9845" fmla="*/ 1114920 h 1114920"/>
              <a:gd name="csX9846" fmla="*/ 1696682 w 1723042"/>
              <a:gd name="csY9846" fmla="*/ 1114920 h 1114920"/>
              <a:gd name="csX9847" fmla="*/ 1696851 w 1723042"/>
              <a:gd name="csY9847" fmla="*/ 1114920 h 1114920"/>
              <a:gd name="csX9848" fmla="*/ 1697020 w 1723042"/>
              <a:gd name="csY9848" fmla="*/ 1114920 h 1114920"/>
              <a:gd name="csX9849" fmla="*/ 1697198 w 1723042"/>
              <a:gd name="csY9849" fmla="*/ 1114920 h 1114920"/>
              <a:gd name="csX9850" fmla="*/ 1697367 w 1723042"/>
              <a:gd name="csY9850" fmla="*/ 1114920 h 1114920"/>
              <a:gd name="csX9851" fmla="*/ 1697545 w 1723042"/>
              <a:gd name="csY9851" fmla="*/ 1114920 h 1114920"/>
              <a:gd name="csX9852" fmla="*/ 1697714 w 1723042"/>
              <a:gd name="csY9852" fmla="*/ 1114920 h 1114920"/>
              <a:gd name="csX9853" fmla="*/ 1697883 w 1723042"/>
              <a:gd name="csY9853" fmla="*/ 1114920 h 1114920"/>
              <a:gd name="csX9854" fmla="*/ 1698061 w 1723042"/>
              <a:gd name="csY9854" fmla="*/ 1114920 h 1114920"/>
              <a:gd name="csX9855" fmla="*/ 1698230 w 1723042"/>
              <a:gd name="csY9855" fmla="*/ 1114920 h 1114920"/>
              <a:gd name="csX9856" fmla="*/ 1698399 w 1723042"/>
              <a:gd name="csY9856" fmla="*/ 1114920 h 1114920"/>
              <a:gd name="csX9857" fmla="*/ 1698577 w 1723042"/>
              <a:gd name="csY9857" fmla="*/ 1114920 h 1114920"/>
              <a:gd name="csX9858" fmla="*/ 1698746 w 1723042"/>
              <a:gd name="csY9858" fmla="*/ 1114920 h 1114920"/>
              <a:gd name="csX9859" fmla="*/ 1698915 w 1723042"/>
              <a:gd name="csY9859" fmla="*/ 1114920 h 1114920"/>
              <a:gd name="csX9860" fmla="*/ 1699093 w 1723042"/>
              <a:gd name="csY9860" fmla="*/ 1114920 h 1114920"/>
              <a:gd name="csX9861" fmla="*/ 1699262 w 1723042"/>
              <a:gd name="csY9861" fmla="*/ 1114920 h 1114920"/>
              <a:gd name="csX9862" fmla="*/ 1699440 w 1723042"/>
              <a:gd name="csY9862" fmla="*/ 1114920 h 1114920"/>
              <a:gd name="csX9863" fmla="*/ 1699609 w 1723042"/>
              <a:gd name="csY9863" fmla="*/ 1114920 h 1114920"/>
              <a:gd name="csX9864" fmla="*/ 1699778 w 1723042"/>
              <a:gd name="csY9864" fmla="*/ 1114920 h 1114920"/>
              <a:gd name="csX9865" fmla="*/ 1699956 w 1723042"/>
              <a:gd name="csY9865" fmla="*/ 1114920 h 1114920"/>
              <a:gd name="csX9866" fmla="*/ 1700125 w 1723042"/>
              <a:gd name="csY9866" fmla="*/ 1114920 h 1114920"/>
              <a:gd name="csX9867" fmla="*/ 1700294 w 1723042"/>
              <a:gd name="csY9867" fmla="*/ 1114920 h 1114920"/>
              <a:gd name="csX9868" fmla="*/ 1700472 w 1723042"/>
              <a:gd name="csY9868" fmla="*/ 1114920 h 1114920"/>
              <a:gd name="csX9869" fmla="*/ 1700641 w 1723042"/>
              <a:gd name="csY9869" fmla="*/ 1114920 h 1114920"/>
              <a:gd name="csX9870" fmla="*/ 1700819 w 1723042"/>
              <a:gd name="csY9870" fmla="*/ 1114920 h 1114920"/>
              <a:gd name="csX9871" fmla="*/ 1700988 w 1723042"/>
              <a:gd name="csY9871" fmla="*/ 1114920 h 1114920"/>
              <a:gd name="csX9872" fmla="*/ 1701157 w 1723042"/>
              <a:gd name="csY9872" fmla="*/ 1114920 h 1114920"/>
              <a:gd name="csX9873" fmla="*/ 1701335 w 1723042"/>
              <a:gd name="csY9873" fmla="*/ 1114920 h 1114920"/>
              <a:gd name="csX9874" fmla="*/ 1701504 w 1723042"/>
              <a:gd name="csY9874" fmla="*/ 1114920 h 1114920"/>
              <a:gd name="csX9875" fmla="*/ 1701673 w 1723042"/>
              <a:gd name="csY9875" fmla="*/ 1114920 h 1114920"/>
              <a:gd name="csX9876" fmla="*/ 1701851 w 1723042"/>
              <a:gd name="csY9876" fmla="*/ 1114920 h 1114920"/>
              <a:gd name="csX9877" fmla="*/ 1702020 w 1723042"/>
              <a:gd name="csY9877" fmla="*/ 1114920 h 1114920"/>
              <a:gd name="csX9878" fmla="*/ 1702198 w 1723042"/>
              <a:gd name="csY9878" fmla="*/ 1114920 h 1114920"/>
              <a:gd name="csX9879" fmla="*/ 1702367 w 1723042"/>
              <a:gd name="csY9879" fmla="*/ 1114920 h 1114920"/>
              <a:gd name="csX9880" fmla="*/ 1702536 w 1723042"/>
              <a:gd name="csY9880" fmla="*/ 1114920 h 1114920"/>
              <a:gd name="csX9881" fmla="*/ 1702714 w 1723042"/>
              <a:gd name="csY9881" fmla="*/ 1114920 h 1114920"/>
              <a:gd name="csX9882" fmla="*/ 1702883 w 1723042"/>
              <a:gd name="csY9882" fmla="*/ 1114920 h 1114920"/>
              <a:gd name="csX9883" fmla="*/ 1703052 w 1723042"/>
              <a:gd name="csY9883" fmla="*/ 1114920 h 1114920"/>
              <a:gd name="csX9884" fmla="*/ 1703230 w 1723042"/>
              <a:gd name="csY9884" fmla="*/ 1114920 h 1114920"/>
              <a:gd name="csX9885" fmla="*/ 1703399 w 1723042"/>
              <a:gd name="csY9885" fmla="*/ 1114920 h 1114920"/>
              <a:gd name="csX9886" fmla="*/ 1703568 w 1723042"/>
              <a:gd name="csY9886" fmla="*/ 1114920 h 1114920"/>
              <a:gd name="csX9887" fmla="*/ 1703746 w 1723042"/>
              <a:gd name="csY9887" fmla="*/ 1114920 h 1114920"/>
              <a:gd name="csX9888" fmla="*/ 1703915 w 1723042"/>
              <a:gd name="csY9888" fmla="*/ 1114920 h 1114920"/>
              <a:gd name="csX9889" fmla="*/ 1704093 w 1723042"/>
              <a:gd name="csY9889" fmla="*/ 1114920 h 1114920"/>
              <a:gd name="csX9890" fmla="*/ 1704262 w 1723042"/>
              <a:gd name="csY9890" fmla="*/ 1114920 h 1114920"/>
              <a:gd name="csX9891" fmla="*/ 1704431 w 1723042"/>
              <a:gd name="csY9891" fmla="*/ 1114920 h 1114920"/>
              <a:gd name="csX9892" fmla="*/ 1704609 w 1723042"/>
              <a:gd name="csY9892" fmla="*/ 1114920 h 1114920"/>
              <a:gd name="csX9893" fmla="*/ 1704778 w 1723042"/>
              <a:gd name="csY9893" fmla="*/ 1114920 h 1114920"/>
              <a:gd name="csX9894" fmla="*/ 1704947 w 1723042"/>
              <a:gd name="csY9894" fmla="*/ 1114920 h 1114920"/>
              <a:gd name="csX9895" fmla="*/ 1705125 w 1723042"/>
              <a:gd name="csY9895" fmla="*/ 1114920 h 1114920"/>
              <a:gd name="csX9896" fmla="*/ 1705294 w 1723042"/>
              <a:gd name="csY9896" fmla="*/ 1114920 h 1114920"/>
              <a:gd name="csX9897" fmla="*/ 1705472 w 1723042"/>
              <a:gd name="csY9897" fmla="*/ 1114920 h 1114920"/>
              <a:gd name="csX9898" fmla="*/ 1705641 w 1723042"/>
              <a:gd name="csY9898" fmla="*/ 1114920 h 1114920"/>
              <a:gd name="csX9899" fmla="*/ 1705810 w 1723042"/>
              <a:gd name="csY9899" fmla="*/ 1114920 h 1114920"/>
              <a:gd name="csX9900" fmla="*/ 1705988 w 1723042"/>
              <a:gd name="csY9900" fmla="*/ 1114920 h 1114920"/>
              <a:gd name="csX9901" fmla="*/ 1706157 w 1723042"/>
              <a:gd name="csY9901" fmla="*/ 1114920 h 1114920"/>
              <a:gd name="csX9902" fmla="*/ 1706326 w 1723042"/>
              <a:gd name="csY9902" fmla="*/ 1114920 h 1114920"/>
              <a:gd name="csX9903" fmla="*/ 1706504 w 1723042"/>
              <a:gd name="csY9903" fmla="*/ 1114920 h 1114920"/>
              <a:gd name="csX9904" fmla="*/ 1706673 w 1723042"/>
              <a:gd name="csY9904" fmla="*/ 1114920 h 1114920"/>
              <a:gd name="csX9905" fmla="*/ 1706851 w 1723042"/>
              <a:gd name="csY9905" fmla="*/ 1114920 h 1114920"/>
              <a:gd name="csX9906" fmla="*/ 1707020 w 1723042"/>
              <a:gd name="csY9906" fmla="*/ 1114920 h 1114920"/>
              <a:gd name="csX9907" fmla="*/ 1707189 w 1723042"/>
              <a:gd name="csY9907" fmla="*/ 1114920 h 1114920"/>
              <a:gd name="csX9908" fmla="*/ 1707367 w 1723042"/>
              <a:gd name="csY9908" fmla="*/ 1114920 h 1114920"/>
              <a:gd name="csX9909" fmla="*/ 1707536 w 1723042"/>
              <a:gd name="csY9909" fmla="*/ 1114920 h 1114920"/>
              <a:gd name="csX9910" fmla="*/ 1707705 w 1723042"/>
              <a:gd name="csY9910" fmla="*/ 1114920 h 1114920"/>
              <a:gd name="csX9911" fmla="*/ 1707883 w 1723042"/>
              <a:gd name="csY9911" fmla="*/ 1114920 h 1114920"/>
              <a:gd name="csX9912" fmla="*/ 1708052 w 1723042"/>
              <a:gd name="csY9912" fmla="*/ 1114920 h 1114920"/>
              <a:gd name="csX9913" fmla="*/ 1708221 w 1723042"/>
              <a:gd name="csY9913" fmla="*/ 1114920 h 1114920"/>
              <a:gd name="csX9914" fmla="*/ 1708399 w 1723042"/>
              <a:gd name="csY9914" fmla="*/ 1114920 h 1114920"/>
              <a:gd name="csX9915" fmla="*/ 1708568 w 1723042"/>
              <a:gd name="csY9915" fmla="*/ 1114920 h 1114920"/>
              <a:gd name="csX9916" fmla="*/ 1708746 w 1723042"/>
              <a:gd name="csY9916" fmla="*/ 1114920 h 1114920"/>
              <a:gd name="csX9917" fmla="*/ 1708915 w 1723042"/>
              <a:gd name="csY9917" fmla="*/ 1114920 h 1114920"/>
              <a:gd name="csX9918" fmla="*/ 1709084 w 1723042"/>
              <a:gd name="csY9918" fmla="*/ 1114920 h 1114920"/>
              <a:gd name="csX9919" fmla="*/ 1709262 w 1723042"/>
              <a:gd name="csY9919" fmla="*/ 1114920 h 1114920"/>
              <a:gd name="csX9920" fmla="*/ 1709431 w 1723042"/>
              <a:gd name="csY9920" fmla="*/ 1114920 h 1114920"/>
              <a:gd name="csX9921" fmla="*/ 1709600 w 1723042"/>
              <a:gd name="csY9921" fmla="*/ 1114920 h 1114920"/>
              <a:gd name="csX9922" fmla="*/ 1709778 w 1723042"/>
              <a:gd name="csY9922" fmla="*/ 1114920 h 1114920"/>
              <a:gd name="csX9923" fmla="*/ 1709947 w 1723042"/>
              <a:gd name="csY9923" fmla="*/ 1114920 h 1114920"/>
              <a:gd name="csX9924" fmla="*/ 1710125 w 1723042"/>
              <a:gd name="csY9924" fmla="*/ 1114920 h 1114920"/>
              <a:gd name="csX9925" fmla="*/ 1710294 w 1723042"/>
              <a:gd name="csY9925" fmla="*/ 1114920 h 1114920"/>
              <a:gd name="csX9926" fmla="*/ 1710463 w 1723042"/>
              <a:gd name="csY9926" fmla="*/ 1114920 h 1114920"/>
              <a:gd name="csX9927" fmla="*/ 1710641 w 1723042"/>
              <a:gd name="csY9927" fmla="*/ 1114920 h 1114920"/>
              <a:gd name="csX9928" fmla="*/ 1710810 w 1723042"/>
              <a:gd name="csY9928" fmla="*/ 1114920 h 1114920"/>
              <a:gd name="csX9929" fmla="*/ 1710979 w 1723042"/>
              <a:gd name="csY9929" fmla="*/ 1114920 h 1114920"/>
              <a:gd name="csX9930" fmla="*/ 1711157 w 1723042"/>
              <a:gd name="csY9930" fmla="*/ 1114920 h 1114920"/>
              <a:gd name="csX9931" fmla="*/ 1711326 w 1723042"/>
              <a:gd name="csY9931" fmla="*/ 1114920 h 1114920"/>
              <a:gd name="csX9932" fmla="*/ 1711495 w 1723042"/>
              <a:gd name="csY9932" fmla="*/ 1114920 h 1114920"/>
              <a:gd name="csX9933" fmla="*/ 1711673 w 1723042"/>
              <a:gd name="csY9933" fmla="*/ 1114920 h 1114920"/>
              <a:gd name="csX9934" fmla="*/ 1711842 w 1723042"/>
              <a:gd name="csY9934" fmla="*/ 1114920 h 1114920"/>
              <a:gd name="csX9935" fmla="*/ 1712020 w 1723042"/>
              <a:gd name="csY9935" fmla="*/ 1114920 h 1114920"/>
              <a:gd name="csX9936" fmla="*/ 1712189 w 1723042"/>
              <a:gd name="csY9936" fmla="*/ 1114920 h 1114920"/>
              <a:gd name="csX9937" fmla="*/ 1712358 w 1723042"/>
              <a:gd name="csY9937" fmla="*/ 1114920 h 1114920"/>
              <a:gd name="csX9938" fmla="*/ 1712536 w 1723042"/>
              <a:gd name="csY9938" fmla="*/ 1114920 h 1114920"/>
              <a:gd name="csX9939" fmla="*/ 1712705 w 1723042"/>
              <a:gd name="csY9939" fmla="*/ 1114920 h 1114920"/>
              <a:gd name="csX9940" fmla="*/ 1712874 w 1723042"/>
              <a:gd name="csY9940" fmla="*/ 1114920 h 1114920"/>
              <a:gd name="csX9941" fmla="*/ 1713051 w 1723042"/>
              <a:gd name="csY9941" fmla="*/ 1114920 h 1114920"/>
              <a:gd name="csX9942" fmla="*/ 1713221 w 1723042"/>
              <a:gd name="csY9942" fmla="*/ 1114920 h 1114920"/>
              <a:gd name="csX9943" fmla="*/ 1713399 w 1723042"/>
              <a:gd name="csY9943" fmla="*/ 1114920 h 1114920"/>
              <a:gd name="csX9944" fmla="*/ 1713568 w 1723042"/>
              <a:gd name="csY9944" fmla="*/ 1114920 h 1114920"/>
              <a:gd name="csX9945" fmla="*/ 1713737 w 1723042"/>
              <a:gd name="csY9945" fmla="*/ 1114920 h 1114920"/>
              <a:gd name="csX9946" fmla="*/ 1713914 w 1723042"/>
              <a:gd name="csY9946" fmla="*/ 1114920 h 1114920"/>
              <a:gd name="csX9947" fmla="*/ 1714084 w 1723042"/>
              <a:gd name="csY9947" fmla="*/ 1114920 h 1114920"/>
              <a:gd name="csX9948" fmla="*/ 1714253 w 1723042"/>
              <a:gd name="csY9948" fmla="*/ 1114920 h 1114920"/>
              <a:gd name="csX9949" fmla="*/ 1714430 w 1723042"/>
              <a:gd name="csY9949" fmla="*/ 1114920 h 1114920"/>
              <a:gd name="csX9950" fmla="*/ 1714599 w 1723042"/>
              <a:gd name="csY9950" fmla="*/ 1114920 h 1114920"/>
              <a:gd name="csX9951" fmla="*/ 1714778 w 1723042"/>
              <a:gd name="csY9951" fmla="*/ 1114920 h 1114920"/>
              <a:gd name="csX9952" fmla="*/ 1714947 w 1723042"/>
              <a:gd name="csY9952" fmla="*/ 1114920 h 1114920"/>
              <a:gd name="csX9953" fmla="*/ 1715116 w 1723042"/>
              <a:gd name="csY9953" fmla="*/ 1114920 h 1114920"/>
              <a:gd name="csX9954" fmla="*/ 1715293 w 1723042"/>
              <a:gd name="csY9954" fmla="*/ 1114920 h 1114920"/>
              <a:gd name="csX9955" fmla="*/ 1715462 w 1723042"/>
              <a:gd name="csY9955" fmla="*/ 1114920 h 1114920"/>
              <a:gd name="csX9956" fmla="*/ 1715632 w 1723042"/>
              <a:gd name="csY9956" fmla="*/ 1114920 h 1114920"/>
              <a:gd name="csX9957" fmla="*/ 1715809 w 1723042"/>
              <a:gd name="csY9957" fmla="*/ 1114920 h 1114920"/>
              <a:gd name="csX9958" fmla="*/ 1715978 w 1723042"/>
              <a:gd name="csY9958" fmla="*/ 1114920 h 1114920"/>
              <a:gd name="csX9959" fmla="*/ 1716147 w 1723042"/>
              <a:gd name="csY9959" fmla="*/ 1114920 h 1114920"/>
              <a:gd name="csX9960" fmla="*/ 1716326 w 1723042"/>
              <a:gd name="csY9960" fmla="*/ 1114920 h 1114920"/>
              <a:gd name="csX9961" fmla="*/ 1716495 w 1723042"/>
              <a:gd name="csY9961" fmla="*/ 1114920 h 1114920"/>
              <a:gd name="csX9962" fmla="*/ 1716672 w 1723042"/>
              <a:gd name="csY9962" fmla="*/ 1114920 h 1114920"/>
              <a:gd name="csX9963" fmla="*/ 1716841 w 1723042"/>
              <a:gd name="csY9963" fmla="*/ 1114920 h 1114920"/>
              <a:gd name="csX9964" fmla="*/ 1717011 w 1723042"/>
              <a:gd name="csY9964" fmla="*/ 1114920 h 1114920"/>
              <a:gd name="csX9965" fmla="*/ 1717188 w 1723042"/>
              <a:gd name="csY9965" fmla="*/ 1114920 h 1114920"/>
              <a:gd name="csX9966" fmla="*/ 1717357 w 1723042"/>
              <a:gd name="csY9966" fmla="*/ 1114920 h 1114920"/>
              <a:gd name="csX9967" fmla="*/ 1717526 w 1723042"/>
              <a:gd name="csY9967" fmla="*/ 1114920 h 1114920"/>
              <a:gd name="csX9968" fmla="*/ 1717704 w 1723042"/>
              <a:gd name="csY9968" fmla="*/ 1114920 h 1114920"/>
              <a:gd name="csX9969" fmla="*/ 1717873 w 1723042"/>
              <a:gd name="csY9969" fmla="*/ 1114920 h 1114920"/>
              <a:gd name="csX9970" fmla="*/ 1718051 w 1723042"/>
              <a:gd name="csY9970" fmla="*/ 1114920 h 1114920"/>
              <a:gd name="csX9971" fmla="*/ 1718220 w 1723042"/>
              <a:gd name="csY9971" fmla="*/ 1114920 h 1114920"/>
              <a:gd name="csX9972" fmla="*/ 1718389 w 1723042"/>
              <a:gd name="csY9972" fmla="*/ 1114920 h 1114920"/>
              <a:gd name="csX9973" fmla="*/ 1718567 w 1723042"/>
              <a:gd name="csY9973" fmla="*/ 1114920 h 1114920"/>
              <a:gd name="csX9974" fmla="*/ 1718736 w 1723042"/>
              <a:gd name="csY9974" fmla="*/ 1114920 h 1114920"/>
              <a:gd name="csX9975" fmla="*/ 1718905 w 1723042"/>
              <a:gd name="csY9975" fmla="*/ 1114920 h 1114920"/>
              <a:gd name="csX9976" fmla="*/ 1719083 w 1723042"/>
              <a:gd name="csY9976" fmla="*/ 1114920 h 1114920"/>
              <a:gd name="csX9977" fmla="*/ 1719252 w 1723042"/>
              <a:gd name="csY9977" fmla="*/ 1114920 h 1114920"/>
              <a:gd name="csX9978" fmla="*/ 1719421 w 1723042"/>
              <a:gd name="csY9978" fmla="*/ 1114920 h 1114920"/>
              <a:gd name="csX9979" fmla="*/ 1719599 w 1723042"/>
              <a:gd name="csY9979" fmla="*/ 1114920 h 1114920"/>
              <a:gd name="csX9980" fmla="*/ 1719768 w 1723042"/>
              <a:gd name="csY9980" fmla="*/ 1114920 h 1114920"/>
              <a:gd name="csX9981" fmla="*/ 1719946 w 1723042"/>
              <a:gd name="csY9981" fmla="*/ 1114920 h 1114920"/>
              <a:gd name="csX9982" fmla="*/ 1720115 w 1723042"/>
              <a:gd name="csY9982" fmla="*/ 1114920 h 1114920"/>
              <a:gd name="csX9983" fmla="*/ 1720284 w 1723042"/>
              <a:gd name="csY9983" fmla="*/ 1114920 h 1114920"/>
              <a:gd name="csX9984" fmla="*/ 1720462 w 1723042"/>
              <a:gd name="csY9984" fmla="*/ 1114920 h 1114920"/>
              <a:gd name="csX9985" fmla="*/ 1720631 w 1723042"/>
              <a:gd name="csY9985" fmla="*/ 1114920 h 1114920"/>
              <a:gd name="csX9986" fmla="*/ 1720800 w 1723042"/>
              <a:gd name="csY9986" fmla="*/ 1114920 h 1114920"/>
              <a:gd name="csX9987" fmla="*/ 1720978 w 1723042"/>
              <a:gd name="csY9987" fmla="*/ 1114920 h 1114920"/>
              <a:gd name="csX9988" fmla="*/ 1721147 w 1723042"/>
              <a:gd name="csY9988" fmla="*/ 1114920 h 1114920"/>
              <a:gd name="csX9989" fmla="*/ 1721325 w 1723042"/>
              <a:gd name="csY9989" fmla="*/ 1114920 h 1114920"/>
              <a:gd name="csX9990" fmla="*/ 1721494 w 1723042"/>
              <a:gd name="csY9990" fmla="*/ 1114920 h 1114920"/>
              <a:gd name="csX9991" fmla="*/ 1721663 w 1723042"/>
              <a:gd name="csY9991" fmla="*/ 1114920 h 1114920"/>
              <a:gd name="csX9992" fmla="*/ 1721841 w 1723042"/>
              <a:gd name="csY9992" fmla="*/ 1114920 h 1114920"/>
              <a:gd name="csX9993" fmla="*/ 1722010 w 1723042"/>
              <a:gd name="csY9993" fmla="*/ 1114920 h 1114920"/>
              <a:gd name="csX9994" fmla="*/ 1722179 w 1723042"/>
              <a:gd name="csY9994" fmla="*/ 1114920 h 1114920"/>
              <a:gd name="csX9995" fmla="*/ 1722357 w 1723042"/>
              <a:gd name="csY9995" fmla="*/ 1114920 h 1114920"/>
              <a:gd name="csX9996" fmla="*/ 1722526 w 1723042"/>
              <a:gd name="csY9996" fmla="*/ 1114920 h 1114920"/>
              <a:gd name="csX9997" fmla="*/ 1722704 w 1723042"/>
              <a:gd name="csY9997" fmla="*/ 1114920 h 1114920"/>
              <a:gd name="csX9998" fmla="*/ 1722873 w 1723042"/>
              <a:gd name="csY9998" fmla="*/ 1114920 h 1114920"/>
              <a:gd name="csX9999" fmla="*/ 1723042 w 1723042"/>
              <a:gd name="csY9999" fmla="*/ 1114920 h 11149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  <a:cxn ang="0">
                <a:pos x="csX1000" y="csY1000"/>
              </a:cxn>
              <a:cxn ang="0">
                <a:pos x="csX1001" y="csY1001"/>
              </a:cxn>
              <a:cxn ang="0">
                <a:pos x="csX1002" y="csY1002"/>
              </a:cxn>
              <a:cxn ang="0">
                <a:pos x="csX1003" y="csY1003"/>
              </a:cxn>
              <a:cxn ang="0">
                <a:pos x="csX1004" y="csY1004"/>
              </a:cxn>
              <a:cxn ang="0">
                <a:pos x="csX1005" y="csY1005"/>
              </a:cxn>
              <a:cxn ang="0">
                <a:pos x="csX1006" y="csY1006"/>
              </a:cxn>
              <a:cxn ang="0">
                <a:pos x="csX1007" y="csY1007"/>
              </a:cxn>
              <a:cxn ang="0">
                <a:pos x="csX1008" y="csY1008"/>
              </a:cxn>
              <a:cxn ang="0">
                <a:pos x="csX1009" y="csY1009"/>
              </a:cxn>
              <a:cxn ang="0">
                <a:pos x="csX1010" y="csY1010"/>
              </a:cxn>
              <a:cxn ang="0">
                <a:pos x="csX1011" y="csY1011"/>
              </a:cxn>
              <a:cxn ang="0">
                <a:pos x="csX1012" y="csY1012"/>
              </a:cxn>
              <a:cxn ang="0">
                <a:pos x="csX1013" y="csY1013"/>
              </a:cxn>
              <a:cxn ang="0">
                <a:pos x="csX1014" y="csY1014"/>
              </a:cxn>
              <a:cxn ang="0">
                <a:pos x="csX1015" y="csY1015"/>
              </a:cxn>
              <a:cxn ang="0">
                <a:pos x="csX1016" y="csY1016"/>
              </a:cxn>
              <a:cxn ang="0">
                <a:pos x="csX1017" y="csY1017"/>
              </a:cxn>
              <a:cxn ang="0">
                <a:pos x="csX1018" y="csY1018"/>
              </a:cxn>
              <a:cxn ang="0">
                <a:pos x="csX1019" y="csY1019"/>
              </a:cxn>
              <a:cxn ang="0">
                <a:pos x="csX1020" y="csY1020"/>
              </a:cxn>
              <a:cxn ang="0">
                <a:pos x="csX1021" y="csY1021"/>
              </a:cxn>
              <a:cxn ang="0">
                <a:pos x="csX1022" y="csY1022"/>
              </a:cxn>
              <a:cxn ang="0">
                <a:pos x="csX1023" y="csY1023"/>
              </a:cxn>
              <a:cxn ang="0">
                <a:pos x="csX1024" y="csY1024"/>
              </a:cxn>
              <a:cxn ang="0">
                <a:pos x="csX1025" y="csY1025"/>
              </a:cxn>
              <a:cxn ang="0">
                <a:pos x="csX1026" y="csY1026"/>
              </a:cxn>
              <a:cxn ang="0">
                <a:pos x="csX1027" y="csY1027"/>
              </a:cxn>
              <a:cxn ang="0">
                <a:pos x="csX1028" y="csY1028"/>
              </a:cxn>
              <a:cxn ang="0">
                <a:pos x="csX1029" y="csY1029"/>
              </a:cxn>
              <a:cxn ang="0">
                <a:pos x="csX1030" y="csY1030"/>
              </a:cxn>
              <a:cxn ang="0">
                <a:pos x="csX1031" y="csY1031"/>
              </a:cxn>
              <a:cxn ang="0">
                <a:pos x="csX1032" y="csY1032"/>
              </a:cxn>
              <a:cxn ang="0">
                <a:pos x="csX1033" y="csY1033"/>
              </a:cxn>
              <a:cxn ang="0">
                <a:pos x="csX1034" y="csY1034"/>
              </a:cxn>
              <a:cxn ang="0">
                <a:pos x="csX1035" y="csY1035"/>
              </a:cxn>
              <a:cxn ang="0">
                <a:pos x="csX1036" y="csY1036"/>
              </a:cxn>
              <a:cxn ang="0">
                <a:pos x="csX1037" y="csY1037"/>
              </a:cxn>
              <a:cxn ang="0">
                <a:pos x="csX1038" y="csY1038"/>
              </a:cxn>
              <a:cxn ang="0">
                <a:pos x="csX1039" y="csY1039"/>
              </a:cxn>
              <a:cxn ang="0">
                <a:pos x="csX1040" y="csY1040"/>
              </a:cxn>
              <a:cxn ang="0">
                <a:pos x="csX1041" y="csY1041"/>
              </a:cxn>
              <a:cxn ang="0">
                <a:pos x="csX1042" y="csY1042"/>
              </a:cxn>
              <a:cxn ang="0">
                <a:pos x="csX1043" y="csY1043"/>
              </a:cxn>
              <a:cxn ang="0">
                <a:pos x="csX1044" y="csY1044"/>
              </a:cxn>
              <a:cxn ang="0">
                <a:pos x="csX1045" y="csY1045"/>
              </a:cxn>
              <a:cxn ang="0">
                <a:pos x="csX1046" y="csY1046"/>
              </a:cxn>
              <a:cxn ang="0">
                <a:pos x="csX1047" y="csY1047"/>
              </a:cxn>
              <a:cxn ang="0">
                <a:pos x="csX1048" y="csY1048"/>
              </a:cxn>
              <a:cxn ang="0">
                <a:pos x="csX1049" y="csY1049"/>
              </a:cxn>
              <a:cxn ang="0">
                <a:pos x="csX1050" y="csY1050"/>
              </a:cxn>
              <a:cxn ang="0">
                <a:pos x="csX1051" y="csY1051"/>
              </a:cxn>
              <a:cxn ang="0">
                <a:pos x="csX1052" y="csY1052"/>
              </a:cxn>
              <a:cxn ang="0">
                <a:pos x="csX1053" y="csY1053"/>
              </a:cxn>
              <a:cxn ang="0">
                <a:pos x="csX1054" y="csY1054"/>
              </a:cxn>
              <a:cxn ang="0">
                <a:pos x="csX1055" y="csY1055"/>
              </a:cxn>
              <a:cxn ang="0">
                <a:pos x="csX1056" y="csY1056"/>
              </a:cxn>
              <a:cxn ang="0">
                <a:pos x="csX1057" y="csY1057"/>
              </a:cxn>
              <a:cxn ang="0">
                <a:pos x="csX1058" y="csY1058"/>
              </a:cxn>
              <a:cxn ang="0">
                <a:pos x="csX1059" y="csY1059"/>
              </a:cxn>
              <a:cxn ang="0">
                <a:pos x="csX1060" y="csY1060"/>
              </a:cxn>
              <a:cxn ang="0">
                <a:pos x="csX1061" y="csY1061"/>
              </a:cxn>
              <a:cxn ang="0">
                <a:pos x="csX1062" y="csY1062"/>
              </a:cxn>
              <a:cxn ang="0">
                <a:pos x="csX1063" y="csY1063"/>
              </a:cxn>
              <a:cxn ang="0">
                <a:pos x="csX1064" y="csY1064"/>
              </a:cxn>
              <a:cxn ang="0">
                <a:pos x="csX1065" y="csY1065"/>
              </a:cxn>
              <a:cxn ang="0">
                <a:pos x="csX1066" y="csY1066"/>
              </a:cxn>
              <a:cxn ang="0">
                <a:pos x="csX1067" y="csY1067"/>
              </a:cxn>
              <a:cxn ang="0">
                <a:pos x="csX1068" y="csY1068"/>
              </a:cxn>
              <a:cxn ang="0">
                <a:pos x="csX1069" y="csY1069"/>
              </a:cxn>
              <a:cxn ang="0">
                <a:pos x="csX1070" y="csY1070"/>
              </a:cxn>
              <a:cxn ang="0">
                <a:pos x="csX1071" y="csY1071"/>
              </a:cxn>
              <a:cxn ang="0">
                <a:pos x="csX1072" y="csY1072"/>
              </a:cxn>
              <a:cxn ang="0">
                <a:pos x="csX1073" y="csY1073"/>
              </a:cxn>
              <a:cxn ang="0">
                <a:pos x="csX1074" y="csY1074"/>
              </a:cxn>
              <a:cxn ang="0">
                <a:pos x="csX1075" y="csY1075"/>
              </a:cxn>
              <a:cxn ang="0">
                <a:pos x="csX1076" y="csY1076"/>
              </a:cxn>
              <a:cxn ang="0">
                <a:pos x="csX1077" y="csY1077"/>
              </a:cxn>
              <a:cxn ang="0">
                <a:pos x="csX1078" y="csY1078"/>
              </a:cxn>
              <a:cxn ang="0">
                <a:pos x="csX1079" y="csY1079"/>
              </a:cxn>
              <a:cxn ang="0">
                <a:pos x="csX1080" y="csY1080"/>
              </a:cxn>
              <a:cxn ang="0">
                <a:pos x="csX1081" y="csY1081"/>
              </a:cxn>
              <a:cxn ang="0">
                <a:pos x="csX1082" y="csY1082"/>
              </a:cxn>
              <a:cxn ang="0">
                <a:pos x="csX1083" y="csY1083"/>
              </a:cxn>
              <a:cxn ang="0">
                <a:pos x="csX1084" y="csY1084"/>
              </a:cxn>
              <a:cxn ang="0">
                <a:pos x="csX1085" y="csY1085"/>
              </a:cxn>
              <a:cxn ang="0">
                <a:pos x="csX1086" y="csY1086"/>
              </a:cxn>
              <a:cxn ang="0">
                <a:pos x="csX1087" y="csY1087"/>
              </a:cxn>
              <a:cxn ang="0">
                <a:pos x="csX1088" y="csY1088"/>
              </a:cxn>
              <a:cxn ang="0">
                <a:pos x="csX1089" y="csY1089"/>
              </a:cxn>
              <a:cxn ang="0">
                <a:pos x="csX1090" y="csY1090"/>
              </a:cxn>
              <a:cxn ang="0">
                <a:pos x="csX1091" y="csY1091"/>
              </a:cxn>
              <a:cxn ang="0">
                <a:pos x="csX1092" y="csY1092"/>
              </a:cxn>
              <a:cxn ang="0">
                <a:pos x="csX1093" y="csY1093"/>
              </a:cxn>
              <a:cxn ang="0">
                <a:pos x="csX1094" y="csY1094"/>
              </a:cxn>
              <a:cxn ang="0">
                <a:pos x="csX1095" y="csY1095"/>
              </a:cxn>
              <a:cxn ang="0">
                <a:pos x="csX1096" y="csY1096"/>
              </a:cxn>
              <a:cxn ang="0">
                <a:pos x="csX1097" y="csY1097"/>
              </a:cxn>
              <a:cxn ang="0">
                <a:pos x="csX1098" y="csY1098"/>
              </a:cxn>
              <a:cxn ang="0">
                <a:pos x="csX1099" y="csY1099"/>
              </a:cxn>
              <a:cxn ang="0">
                <a:pos x="csX1100" y="csY1100"/>
              </a:cxn>
              <a:cxn ang="0">
                <a:pos x="csX1101" y="csY1101"/>
              </a:cxn>
              <a:cxn ang="0">
                <a:pos x="csX1102" y="csY1102"/>
              </a:cxn>
              <a:cxn ang="0">
                <a:pos x="csX1103" y="csY1103"/>
              </a:cxn>
              <a:cxn ang="0">
                <a:pos x="csX1104" y="csY1104"/>
              </a:cxn>
              <a:cxn ang="0">
                <a:pos x="csX1105" y="csY1105"/>
              </a:cxn>
              <a:cxn ang="0">
                <a:pos x="csX1106" y="csY1106"/>
              </a:cxn>
              <a:cxn ang="0">
                <a:pos x="csX1107" y="csY1107"/>
              </a:cxn>
              <a:cxn ang="0">
                <a:pos x="csX1108" y="csY1108"/>
              </a:cxn>
              <a:cxn ang="0">
                <a:pos x="csX1109" y="csY1109"/>
              </a:cxn>
              <a:cxn ang="0">
                <a:pos x="csX1110" y="csY1110"/>
              </a:cxn>
              <a:cxn ang="0">
                <a:pos x="csX1111" y="csY1111"/>
              </a:cxn>
              <a:cxn ang="0">
                <a:pos x="csX1112" y="csY1112"/>
              </a:cxn>
              <a:cxn ang="0">
                <a:pos x="csX1113" y="csY1113"/>
              </a:cxn>
              <a:cxn ang="0">
                <a:pos x="csX1114" y="csY1114"/>
              </a:cxn>
              <a:cxn ang="0">
                <a:pos x="csX1115" y="csY1115"/>
              </a:cxn>
              <a:cxn ang="0">
                <a:pos x="csX1116" y="csY1116"/>
              </a:cxn>
              <a:cxn ang="0">
                <a:pos x="csX1117" y="csY1117"/>
              </a:cxn>
              <a:cxn ang="0">
                <a:pos x="csX1118" y="csY1118"/>
              </a:cxn>
              <a:cxn ang="0">
                <a:pos x="csX1119" y="csY1119"/>
              </a:cxn>
              <a:cxn ang="0">
                <a:pos x="csX1120" y="csY1120"/>
              </a:cxn>
              <a:cxn ang="0">
                <a:pos x="csX1121" y="csY1121"/>
              </a:cxn>
              <a:cxn ang="0">
                <a:pos x="csX1122" y="csY1122"/>
              </a:cxn>
              <a:cxn ang="0">
                <a:pos x="csX1123" y="csY1123"/>
              </a:cxn>
              <a:cxn ang="0">
                <a:pos x="csX1124" y="csY1124"/>
              </a:cxn>
              <a:cxn ang="0">
                <a:pos x="csX1125" y="csY1125"/>
              </a:cxn>
              <a:cxn ang="0">
                <a:pos x="csX1126" y="csY1126"/>
              </a:cxn>
              <a:cxn ang="0">
                <a:pos x="csX1127" y="csY1127"/>
              </a:cxn>
              <a:cxn ang="0">
                <a:pos x="csX1128" y="csY1128"/>
              </a:cxn>
              <a:cxn ang="0">
                <a:pos x="csX1129" y="csY1129"/>
              </a:cxn>
              <a:cxn ang="0">
                <a:pos x="csX1130" y="csY1130"/>
              </a:cxn>
              <a:cxn ang="0">
                <a:pos x="csX1131" y="csY1131"/>
              </a:cxn>
              <a:cxn ang="0">
                <a:pos x="csX1132" y="csY1132"/>
              </a:cxn>
              <a:cxn ang="0">
                <a:pos x="csX1133" y="csY1133"/>
              </a:cxn>
              <a:cxn ang="0">
                <a:pos x="csX1134" y="csY1134"/>
              </a:cxn>
              <a:cxn ang="0">
                <a:pos x="csX1135" y="csY1135"/>
              </a:cxn>
              <a:cxn ang="0">
                <a:pos x="csX1136" y="csY1136"/>
              </a:cxn>
              <a:cxn ang="0">
                <a:pos x="csX1137" y="csY1137"/>
              </a:cxn>
              <a:cxn ang="0">
                <a:pos x="csX1138" y="csY1138"/>
              </a:cxn>
              <a:cxn ang="0">
                <a:pos x="csX1139" y="csY1139"/>
              </a:cxn>
              <a:cxn ang="0">
                <a:pos x="csX1140" y="csY1140"/>
              </a:cxn>
              <a:cxn ang="0">
                <a:pos x="csX1141" y="csY1141"/>
              </a:cxn>
              <a:cxn ang="0">
                <a:pos x="csX1142" y="csY1142"/>
              </a:cxn>
              <a:cxn ang="0">
                <a:pos x="csX1143" y="csY1143"/>
              </a:cxn>
              <a:cxn ang="0">
                <a:pos x="csX1144" y="csY1144"/>
              </a:cxn>
              <a:cxn ang="0">
                <a:pos x="csX1145" y="csY1145"/>
              </a:cxn>
              <a:cxn ang="0">
                <a:pos x="csX1146" y="csY1146"/>
              </a:cxn>
              <a:cxn ang="0">
                <a:pos x="csX1147" y="csY1147"/>
              </a:cxn>
              <a:cxn ang="0">
                <a:pos x="csX1148" y="csY1148"/>
              </a:cxn>
              <a:cxn ang="0">
                <a:pos x="csX1149" y="csY1149"/>
              </a:cxn>
              <a:cxn ang="0">
                <a:pos x="csX1150" y="csY1150"/>
              </a:cxn>
              <a:cxn ang="0">
                <a:pos x="csX1151" y="csY1151"/>
              </a:cxn>
              <a:cxn ang="0">
                <a:pos x="csX1152" y="csY1152"/>
              </a:cxn>
              <a:cxn ang="0">
                <a:pos x="csX1153" y="csY1153"/>
              </a:cxn>
              <a:cxn ang="0">
                <a:pos x="csX1154" y="csY1154"/>
              </a:cxn>
              <a:cxn ang="0">
                <a:pos x="csX1155" y="csY1155"/>
              </a:cxn>
              <a:cxn ang="0">
                <a:pos x="csX1156" y="csY1156"/>
              </a:cxn>
              <a:cxn ang="0">
                <a:pos x="csX1157" y="csY1157"/>
              </a:cxn>
              <a:cxn ang="0">
                <a:pos x="csX1158" y="csY1158"/>
              </a:cxn>
              <a:cxn ang="0">
                <a:pos x="csX1159" y="csY1159"/>
              </a:cxn>
              <a:cxn ang="0">
                <a:pos x="csX1160" y="csY1160"/>
              </a:cxn>
              <a:cxn ang="0">
                <a:pos x="csX1161" y="csY1161"/>
              </a:cxn>
              <a:cxn ang="0">
                <a:pos x="csX1162" y="csY1162"/>
              </a:cxn>
              <a:cxn ang="0">
                <a:pos x="csX1163" y="csY1163"/>
              </a:cxn>
              <a:cxn ang="0">
                <a:pos x="csX1164" y="csY1164"/>
              </a:cxn>
              <a:cxn ang="0">
                <a:pos x="csX1165" y="csY1165"/>
              </a:cxn>
              <a:cxn ang="0">
                <a:pos x="csX1166" y="csY1166"/>
              </a:cxn>
              <a:cxn ang="0">
                <a:pos x="csX1167" y="csY1167"/>
              </a:cxn>
              <a:cxn ang="0">
                <a:pos x="csX1168" y="csY1168"/>
              </a:cxn>
              <a:cxn ang="0">
                <a:pos x="csX1169" y="csY1169"/>
              </a:cxn>
              <a:cxn ang="0">
                <a:pos x="csX1170" y="csY1170"/>
              </a:cxn>
              <a:cxn ang="0">
                <a:pos x="csX1171" y="csY1171"/>
              </a:cxn>
              <a:cxn ang="0">
                <a:pos x="csX1172" y="csY1172"/>
              </a:cxn>
              <a:cxn ang="0">
                <a:pos x="csX1173" y="csY1173"/>
              </a:cxn>
              <a:cxn ang="0">
                <a:pos x="csX1174" y="csY1174"/>
              </a:cxn>
              <a:cxn ang="0">
                <a:pos x="csX1175" y="csY1175"/>
              </a:cxn>
              <a:cxn ang="0">
                <a:pos x="csX1176" y="csY1176"/>
              </a:cxn>
              <a:cxn ang="0">
                <a:pos x="csX1177" y="csY1177"/>
              </a:cxn>
              <a:cxn ang="0">
                <a:pos x="csX1178" y="csY1178"/>
              </a:cxn>
              <a:cxn ang="0">
                <a:pos x="csX1179" y="csY1179"/>
              </a:cxn>
              <a:cxn ang="0">
                <a:pos x="csX1180" y="csY1180"/>
              </a:cxn>
              <a:cxn ang="0">
                <a:pos x="csX1181" y="csY1181"/>
              </a:cxn>
              <a:cxn ang="0">
                <a:pos x="csX1182" y="csY1182"/>
              </a:cxn>
              <a:cxn ang="0">
                <a:pos x="csX1183" y="csY1183"/>
              </a:cxn>
              <a:cxn ang="0">
                <a:pos x="csX1184" y="csY1184"/>
              </a:cxn>
              <a:cxn ang="0">
                <a:pos x="csX1185" y="csY1185"/>
              </a:cxn>
              <a:cxn ang="0">
                <a:pos x="csX1186" y="csY1186"/>
              </a:cxn>
              <a:cxn ang="0">
                <a:pos x="csX1187" y="csY1187"/>
              </a:cxn>
              <a:cxn ang="0">
                <a:pos x="csX1188" y="csY1188"/>
              </a:cxn>
              <a:cxn ang="0">
                <a:pos x="csX1189" y="csY1189"/>
              </a:cxn>
              <a:cxn ang="0">
                <a:pos x="csX1190" y="csY1190"/>
              </a:cxn>
              <a:cxn ang="0">
                <a:pos x="csX1191" y="csY1191"/>
              </a:cxn>
              <a:cxn ang="0">
                <a:pos x="csX1192" y="csY1192"/>
              </a:cxn>
              <a:cxn ang="0">
                <a:pos x="csX1193" y="csY1193"/>
              </a:cxn>
              <a:cxn ang="0">
                <a:pos x="csX1194" y="csY1194"/>
              </a:cxn>
              <a:cxn ang="0">
                <a:pos x="csX1195" y="csY1195"/>
              </a:cxn>
              <a:cxn ang="0">
                <a:pos x="csX1196" y="csY1196"/>
              </a:cxn>
              <a:cxn ang="0">
                <a:pos x="csX1197" y="csY1197"/>
              </a:cxn>
              <a:cxn ang="0">
                <a:pos x="csX1198" y="csY1198"/>
              </a:cxn>
              <a:cxn ang="0">
                <a:pos x="csX1199" y="csY1199"/>
              </a:cxn>
              <a:cxn ang="0">
                <a:pos x="csX1200" y="csY1200"/>
              </a:cxn>
              <a:cxn ang="0">
                <a:pos x="csX1201" y="csY1201"/>
              </a:cxn>
              <a:cxn ang="0">
                <a:pos x="csX1202" y="csY1202"/>
              </a:cxn>
              <a:cxn ang="0">
                <a:pos x="csX1203" y="csY1203"/>
              </a:cxn>
              <a:cxn ang="0">
                <a:pos x="csX1204" y="csY1204"/>
              </a:cxn>
              <a:cxn ang="0">
                <a:pos x="csX1205" y="csY1205"/>
              </a:cxn>
              <a:cxn ang="0">
                <a:pos x="csX1206" y="csY1206"/>
              </a:cxn>
              <a:cxn ang="0">
                <a:pos x="csX1207" y="csY1207"/>
              </a:cxn>
              <a:cxn ang="0">
                <a:pos x="csX1208" y="csY1208"/>
              </a:cxn>
              <a:cxn ang="0">
                <a:pos x="csX1209" y="csY1209"/>
              </a:cxn>
              <a:cxn ang="0">
                <a:pos x="csX1210" y="csY1210"/>
              </a:cxn>
              <a:cxn ang="0">
                <a:pos x="csX1211" y="csY1211"/>
              </a:cxn>
              <a:cxn ang="0">
                <a:pos x="csX1212" y="csY1212"/>
              </a:cxn>
              <a:cxn ang="0">
                <a:pos x="csX1213" y="csY1213"/>
              </a:cxn>
              <a:cxn ang="0">
                <a:pos x="csX1214" y="csY1214"/>
              </a:cxn>
              <a:cxn ang="0">
                <a:pos x="csX1215" y="csY1215"/>
              </a:cxn>
              <a:cxn ang="0">
                <a:pos x="csX1216" y="csY1216"/>
              </a:cxn>
              <a:cxn ang="0">
                <a:pos x="csX1217" y="csY1217"/>
              </a:cxn>
              <a:cxn ang="0">
                <a:pos x="csX1218" y="csY1218"/>
              </a:cxn>
              <a:cxn ang="0">
                <a:pos x="csX1219" y="csY1219"/>
              </a:cxn>
              <a:cxn ang="0">
                <a:pos x="csX1220" y="csY1220"/>
              </a:cxn>
              <a:cxn ang="0">
                <a:pos x="csX1221" y="csY1221"/>
              </a:cxn>
              <a:cxn ang="0">
                <a:pos x="csX1222" y="csY1222"/>
              </a:cxn>
              <a:cxn ang="0">
                <a:pos x="csX1223" y="csY1223"/>
              </a:cxn>
              <a:cxn ang="0">
                <a:pos x="csX1224" y="csY1224"/>
              </a:cxn>
              <a:cxn ang="0">
                <a:pos x="csX1225" y="csY1225"/>
              </a:cxn>
              <a:cxn ang="0">
                <a:pos x="csX1226" y="csY1226"/>
              </a:cxn>
              <a:cxn ang="0">
                <a:pos x="csX1227" y="csY1227"/>
              </a:cxn>
              <a:cxn ang="0">
                <a:pos x="csX1228" y="csY1228"/>
              </a:cxn>
              <a:cxn ang="0">
                <a:pos x="csX1229" y="csY1229"/>
              </a:cxn>
              <a:cxn ang="0">
                <a:pos x="csX1230" y="csY1230"/>
              </a:cxn>
              <a:cxn ang="0">
                <a:pos x="csX1231" y="csY1231"/>
              </a:cxn>
              <a:cxn ang="0">
                <a:pos x="csX1232" y="csY1232"/>
              </a:cxn>
              <a:cxn ang="0">
                <a:pos x="csX1233" y="csY1233"/>
              </a:cxn>
              <a:cxn ang="0">
                <a:pos x="csX1234" y="csY1234"/>
              </a:cxn>
              <a:cxn ang="0">
                <a:pos x="csX1235" y="csY1235"/>
              </a:cxn>
              <a:cxn ang="0">
                <a:pos x="csX1236" y="csY1236"/>
              </a:cxn>
              <a:cxn ang="0">
                <a:pos x="csX1237" y="csY1237"/>
              </a:cxn>
              <a:cxn ang="0">
                <a:pos x="csX1238" y="csY1238"/>
              </a:cxn>
              <a:cxn ang="0">
                <a:pos x="csX1239" y="csY1239"/>
              </a:cxn>
              <a:cxn ang="0">
                <a:pos x="csX1240" y="csY1240"/>
              </a:cxn>
              <a:cxn ang="0">
                <a:pos x="csX1241" y="csY1241"/>
              </a:cxn>
              <a:cxn ang="0">
                <a:pos x="csX1242" y="csY1242"/>
              </a:cxn>
              <a:cxn ang="0">
                <a:pos x="csX1243" y="csY1243"/>
              </a:cxn>
              <a:cxn ang="0">
                <a:pos x="csX1244" y="csY1244"/>
              </a:cxn>
              <a:cxn ang="0">
                <a:pos x="csX1245" y="csY1245"/>
              </a:cxn>
              <a:cxn ang="0">
                <a:pos x="csX1246" y="csY1246"/>
              </a:cxn>
              <a:cxn ang="0">
                <a:pos x="csX1247" y="csY1247"/>
              </a:cxn>
              <a:cxn ang="0">
                <a:pos x="csX1248" y="csY1248"/>
              </a:cxn>
              <a:cxn ang="0">
                <a:pos x="csX1249" y="csY1249"/>
              </a:cxn>
              <a:cxn ang="0">
                <a:pos x="csX1250" y="csY1250"/>
              </a:cxn>
              <a:cxn ang="0">
                <a:pos x="csX1251" y="csY1251"/>
              </a:cxn>
              <a:cxn ang="0">
                <a:pos x="csX1252" y="csY1252"/>
              </a:cxn>
              <a:cxn ang="0">
                <a:pos x="csX1253" y="csY1253"/>
              </a:cxn>
              <a:cxn ang="0">
                <a:pos x="csX1254" y="csY1254"/>
              </a:cxn>
              <a:cxn ang="0">
                <a:pos x="csX1255" y="csY1255"/>
              </a:cxn>
              <a:cxn ang="0">
                <a:pos x="csX1256" y="csY1256"/>
              </a:cxn>
              <a:cxn ang="0">
                <a:pos x="csX1257" y="csY1257"/>
              </a:cxn>
              <a:cxn ang="0">
                <a:pos x="csX1258" y="csY1258"/>
              </a:cxn>
              <a:cxn ang="0">
                <a:pos x="csX1259" y="csY1259"/>
              </a:cxn>
              <a:cxn ang="0">
                <a:pos x="csX1260" y="csY1260"/>
              </a:cxn>
              <a:cxn ang="0">
                <a:pos x="csX1261" y="csY1261"/>
              </a:cxn>
              <a:cxn ang="0">
                <a:pos x="csX1262" y="csY1262"/>
              </a:cxn>
              <a:cxn ang="0">
                <a:pos x="csX1263" y="csY1263"/>
              </a:cxn>
              <a:cxn ang="0">
                <a:pos x="csX1264" y="csY1264"/>
              </a:cxn>
              <a:cxn ang="0">
                <a:pos x="csX1265" y="csY1265"/>
              </a:cxn>
              <a:cxn ang="0">
                <a:pos x="csX1266" y="csY1266"/>
              </a:cxn>
              <a:cxn ang="0">
                <a:pos x="csX1267" y="csY1267"/>
              </a:cxn>
              <a:cxn ang="0">
                <a:pos x="csX1268" y="csY1268"/>
              </a:cxn>
              <a:cxn ang="0">
                <a:pos x="csX1269" y="csY1269"/>
              </a:cxn>
              <a:cxn ang="0">
                <a:pos x="csX1270" y="csY1270"/>
              </a:cxn>
              <a:cxn ang="0">
                <a:pos x="csX1271" y="csY1271"/>
              </a:cxn>
              <a:cxn ang="0">
                <a:pos x="csX1272" y="csY1272"/>
              </a:cxn>
              <a:cxn ang="0">
                <a:pos x="csX1273" y="csY1273"/>
              </a:cxn>
              <a:cxn ang="0">
                <a:pos x="csX1274" y="csY1274"/>
              </a:cxn>
              <a:cxn ang="0">
                <a:pos x="csX1275" y="csY1275"/>
              </a:cxn>
              <a:cxn ang="0">
                <a:pos x="csX1276" y="csY1276"/>
              </a:cxn>
              <a:cxn ang="0">
                <a:pos x="csX1277" y="csY1277"/>
              </a:cxn>
              <a:cxn ang="0">
                <a:pos x="csX1278" y="csY1278"/>
              </a:cxn>
              <a:cxn ang="0">
                <a:pos x="csX1279" y="csY1279"/>
              </a:cxn>
              <a:cxn ang="0">
                <a:pos x="csX1280" y="csY1280"/>
              </a:cxn>
              <a:cxn ang="0">
                <a:pos x="csX1281" y="csY1281"/>
              </a:cxn>
              <a:cxn ang="0">
                <a:pos x="csX1282" y="csY1282"/>
              </a:cxn>
              <a:cxn ang="0">
                <a:pos x="csX1283" y="csY1283"/>
              </a:cxn>
              <a:cxn ang="0">
                <a:pos x="csX1284" y="csY1284"/>
              </a:cxn>
              <a:cxn ang="0">
                <a:pos x="csX1285" y="csY1285"/>
              </a:cxn>
              <a:cxn ang="0">
                <a:pos x="csX1286" y="csY1286"/>
              </a:cxn>
              <a:cxn ang="0">
                <a:pos x="csX1287" y="csY1287"/>
              </a:cxn>
              <a:cxn ang="0">
                <a:pos x="csX1288" y="csY1288"/>
              </a:cxn>
              <a:cxn ang="0">
                <a:pos x="csX1289" y="csY1289"/>
              </a:cxn>
              <a:cxn ang="0">
                <a:pos x="csX1290" y="csY1290"/>
              </a:cxn>
              <a:cxn ang="0">
                <a:pos x="csX1291" y="csY1291"/>
              </a:cxn>
              <a:cxn ang="0">
                <a:pos x="csX1292" y="csY1292"/>
              </a:cxn>
              <a:cxn ang="0">
                <a:pos x="csX1293" y="csY1293"/>
              </a:cxn>
              <a:cxn ang="0">
                <a:pos x="csX1294" y="csY1294"/>
              </a:cxn>
              <a:cxn ang="0">
                <a:pos x="csX1295" y="csY1295"/>
              </a:cxn>
              <a:cxn ang="0">
                <a:pos x="csX1296" y="csY1296"/>
              </a:cxn>
              <a:cxn ang="0">
                <a:pos x="csX1297" y="csY1297"/>
              </a:cxn>
              <a:cxn ang="0">
                <a:pos x="csX1298" y="csY1298"/>
              </a:cxn>
              <a:cxn ang="0">
                <a:pos x="csX1299" y="csY1299"/>
              </a:cxn>
              <a:cxn ang="0">
                <a:pos x="csX1300" y="csY1300"/>
              </a:cxn>
              <a:cxn ang="0">
                <a:pos x="csX1301" y="csY1301"/>
              </a:cxn>
              <a:cxn ang="0">
                <a:pos x="csX1302" y="csY1302"/>
              </a:cxn>
              <a:cxn ang="0">
                <a:pos x="csX1303" y="csY1303"/>
              </a:cxn>
              <a:cxn ang="0">
                <a:pos x="csX1304" y="csY1304"/>
              </a:cxn>
              <a:cxn ang="0">
                <a:pos x="csX1305" y="csY1305"/>
              </a:cxn>
              <a:cxn ang="0">
                <a:pos x="csX1306" y="csY1306"/>
              </a:cxn>
              <a:cxn ang="0">
                <a:pos x="csX1307" y="csY1307"/>
              </a:cxn>
              <a:cxn ang="0">
                <a:pos x="csX1308" y="csY1308"/>
              </a:cxn>
              <a:cxn ang="0">
                <a:pos x="csX1309" y="csY1309"/>
              </a:cxn>
              <a:cxn ang="0">
                <a:pos x="csX1310" y="csY1310"/>
              </a:cxn>
              <a:cxn ang="0">
                <a:pos x="csX1311" y="csY1311"/>
              </a:cxn>
              <a:cxn ang="0">
                <a:pos x="csX1312" y="csY1312"/>
              </a:cxn>
              <a:cxn ang="0">
                <a:pos x="csX1313" y="csY1313"/>
              </a:cxn>
              <a:cxn ang="0">
                <a:pos x="csX1314" y="csY1314"/>
              </a:cxn>
              <a:cxn ang="0">
                <a:pos x="csX1315" y="csY1315"/>
              </a:cxn>
              <a:cxn ang="0">
                <a:pos x="csX1316" y="csY1316"/>
              </a:cxn>
              <a:cxn ang="0">
                <a:pos x="csX1317" y="csY1317"/>
              </a:cxn>
              <a:cxn ang="0">
                <a:pos x="csX1318" y="csY1318"/>
              </a:cxn>
              <a:cxn ang="0">
                <a:pos x="csX1319" y="csY1319"/>
              </a:cxn>
              <a:cxn ang="0">
                <a:pos x="csX1320" y="csY1320"/>
              </a:cxn>
              <a:cxn ang="0">
                <a:pos x="csX1321" y="csY1321"/>
              </a:cxn>
              <a:cxn ang="0">
                <a:pos x="csX1322" y="csY1322"/>
              </a:cxn>
              <a:cxn ang="0">
                <a:pos x="csX1323" y="csY1323"/>
              </a:cxn>
              <a:cxn ang="0">
                <a:pos x="csX1324" y="csY1324"/>
              </a:cxn>
              <a:cxn ang="0">
                <a:pos x="csX1325" y="csY1325"/>
              </a:cxn>
              <a:cxn ang="0">
                <a:pos x="csX1326" y="csY1326"/>
              </a:cxn>
              <a:cxn ang="0">
                <a:pos x="csX1327" y="csY1327"/>
              </a:cxn>
              <a:cxn ang="0">
                <a:pos x="csX1328" y="csY1328"/>
              </a:cxn>
              <a:cxn ang="0">
                <a:pos x="csX1329" y="csY1329"/>
              </a:cxn>
              <a:cxn ang="0">
                <a:pos x="csX1330" y="csY1330"/>
              </a:cxn>
              <a:cxn ang="0">
                <a:pos x="csX1331" y="csY1331"/>
              </a:cxn>
              <a:cxn ang="0">
                <a:pos x="csX1332" y="csY1332"/>
              </a:cxn>
              <a:cxn ang="0">
                <a:pos x="csX1333" y="csY1333"/>
              </a:cxn>
              <a:cxn ang="0">
                <a:pos x="csX1334" y="csY1334"/>
              </a:cxn>
              <a:cxn ang="0">
                <a:pos x="csX1335" y="csY1335"/>
              </a:cxn>
              <a:cxn ang="0">
                <a:pos x="csX1336" y="csY1336"/>
              </a:cxn>
              <a:cxn ang="0">
                <a:pos x="csX1337" y="csY1337"/>
              </a:cxn>
              <a:cxn ang="0">
                <a:pos x="csX1338" y="csY1338"/>
              </a:cxn>
              <a:cxn ang="0">
                <a:pos x="csX1339" y="csY1339"/>
              </a:cxn>
              <a:cxn ang="0">
                <a:pos x="csX1340" y="csY1340"/>
              </a:cxn>
              <a:cxn ang="0">
                <a:pos x="csX1341" y="csY1341"/>
              </a:cxn>
              <a:cxn ang="0">
                <a:pos x="csX1342" y="csY1342"/>
              </a:cxn>
              <a:cxn ang="0">
                <a:pos x="csX1343" y="csY1343"/>
              </a:cxn>
              <a:cxn ang="0">
                <a:pos x="csX1344" y="csY1344"/>
              </a:cxn>
              <a:cxn ang="0">
                <a:pos x="csX1345" y="csY1345"/>
              </a:cxn>
              <a:cxn ang="0">
                <a:pos x="csX1346" y="csY1346"/>
              </a:cxn>
              <a:cxn ang="0">
                <a:pos x="csX1347" y="csY1347"/>
              </a:cxn>
              <a:cxn ang="0">
                <a:pos x="csX1348" y="csY1348"/>
              </a:cxn>
              <a:cxn ang="0">
                <a:pos x="csX1349" y="csY1349"/>
              </a:cxn>
              <a:cxn ang="0">
                <a:pos x="csX1350" y="csY1350"/>
              </a:cxn>
              <a:cxn ang="0">
                <a:pos x="csX1351" y="csY1351"/>
              </a:cxn>
              <a:cxn ang="0">
                <a:pos x="csX1352" y="csY1352"/>
              </a:cxn>
              <a:cxn ang="0">
                <a:pos x="csX1353" y="csY1353"/>
              </a:cxn>
              <a:cxn ang="0">
                <a:pos x="csX1354" y="csY1354"/>
              </a:cxn>
              <a:cxn ang="0">
                <a:pos x="csX1355" y="csY1355"/>
              </a:cxn>
              <a:cxn ang="0">
                <a:pos x="csX1356" y="csY1356"/>
              </a:cxn>
              <a:cxn ang="0">
                <a:pos x="csX1357" y="csY1357"/>
              </a:cxn>
              <a:cxn ang="0">
                <a:pos x="csX1358" y="csY1358"/>
              </a:cxn>
              <a:cxn ang="0">
                <a:pos x="csX1359" y="csY1359"/>
              </a:cxn>
              <a:cxn ang="0">
                <a:pos x="csX1360" y="csY1360"/>
              </a:cxn>
              <a:cxn ang="0">
                <a:pos x="csX1361" y="csY1361"/>
              </a:cxn>
              <a:cxn ang="0">
                <a:pos x="csX1362" y="csY1362"/>
              </a:cxn>
              <a:cxn ang="0">
                <a:pos x="csX1363" y="csY1363"/>
              </a:cxn>
              <a:cxn ang="0">
                <a:pos x="csX1364" y="csY1364"/>
              </a:cxn>
              <a:cxn ang="0">
                <a:pos x="csX1365" y="csY1365"/>
              </a:cxn>
              <a:cxn ang="0">
                <a:pos x="csX1366" y="csY1366"/>
              </a:cxn>
              <a:cxn ang="0">
                <a:pos x="csX1367" y="csY1367"/>
              </a:cxn>
              <a:cxn ang="0">
                <a:pos x="csX1368" y="csY1368"/>
              </a:cxn>
              <a:cxn ang="0">
                <a:pos x="csX1369" y="csY1369"/>
              </a:cxn>
              <a:cxn ang="0">
                <a:pos x="csX1370" y="csY1370"/>
              </a:cxn>
              <a:cxn ang="0">
                <a:pos x="csX1371" y="csY1371"/>
              </a:cxn>
              <a:cxn ang="0">
                <a:pos x="csX1372" y="csY1372"/>
              </a:cxn>
              <a:cxn ang="0">
                <a:pos x="csX1373" y="csY1373"/>
              </a:cxn>
              <a:cxn ang="0">
                <a:pos x="csX1374" y="csY1374"/>
              </a:cxn>
              <a:cxn ang="0">
                <a:pos x="csX1375" y="csY1375"/>
              </a:cxn>
              <a:cxn ang="0">
                <a:pos x="csX1376" y="csY1376"/>
              </a:cxn>
              <a:cxn ang="0">
                <a:pos x="csX1377" y="csY1377"/>
              </a:cxn>
              <a:cxn ang="0">
                <a:pos x="csX1378" y="csY1378"/>
              </a:cxn>
              <a:cxn ang="0">
                <a:pos x="csX1379" y="csY1379"/>
              </a:cxn>
              <a:cxn ang="0">
                <a:pos x="csX1380" y="csY1380"/>
              </a:cxn>
              <a:cxn ang="0">
                <a:pos x="csX1381" y="csY1381"/>
              </a:cxn>
              <a:cxn ang="0">
                <a:pos x="csX1382" y="csY1382"/>
              </a:cxn>
              <a:cxn ang="0">
                <a:pos x="csX1383" y="csY1383"/>
              </a:cxn>
              <a:cxn ang="0">
                <a:pos x="csX1384" y="csY1384"/>
              </a:cxn>
              <a:cxn ang="0">
                <a:pos x="csX1385" y="csY1385"/>
              </a:cxn>
              <a:cxn ang="0">
                <a:pos x="csX1386" y="csY1386"/>
              </a:cxn>
              <a:cxn ang="0">
                <a:pos x="csX1387" y="csY1387"/>
              </a:cxn>
              <a:cxn ang="0">
                <a:pos x="csX1388" y="csY1388"/>
              </a:cxn>
              <a:cxn ang="0">
                <a:pos x="csX1389" y="csY1389"/>
              </a:cxn>
              <a:cxn ang="0">
                <a:pos x="csX1390" y="csY1390"/>
              </a:cxn>
              <a:cxn ang="0">
                <a:pos x="csX1391" y="csY1391"/>
              </a:cxn>
              <a:cxn ang="0">
                <a:pos x="csX1392" y="csY1392"/>
              </a:cxn>
              <a:cxn ang="0">
                <a:pos x="csX1393" y="csY1393"/>
              </a:cxn>
              <a:cxn ang="0">
                <a:pos x="csX1394" y="csY1394"/>
              </a:cxn>
              <a:cxn ang="0">
                <a:pos x="csX1395" y="csY1395"/>
              </a:cxn>
              <a:cxn ang="0">
                <a:pos x="csX1396" y="csY1396"/>
              </a:cxn>
              <a:cxn ang="0">
                <a:pos x="csX1397" y="csY1397"/>
              </a:cxn>
              <a:cxn ang="0">
                <a:pos x="csX1398" y="csY1398"/>
              </a:cxn>
              <a:cxn ang="0">
                <a:pos x="csX1399" y="csY1399"/>
              </a:cxn>
              <a:cxn ang="0">
                <a:pos x="csX1400" y="csY1400"/>
              </a:cxn>
              <a:cxn ang="0">
                <a:pos x="csX1401" y="csY1401"/>
              </a:cxn>
              <a:cxn ang="0">
                <a:pos x="csX1402" y="csY1402"/>
              </a:cxn>
              <a:cxn ang="0">
                <a:pos x="csX1403" y="csY1403"/>
              </a:cxn>
              <a:cxn ang="0">
                <a:pos x="csX1404" y="csY1404"/>
              </a:cxn>
              <a:cxn ang="0">
                <a:pos x="csX1405" y="csY1405"/>
              </a:cxn>
              <a:cxn ang="0">
                <a:pos x="csX1406" y="csY1406"/>
              </a:cxn>
              <a:cxn ang="0">
                <a:pos x="csX1407" y="csY1407"/>
              </a:cxn>
              <a:cxn ang="0">
                <a:pos x="csX1408" y="csY1408"/>
              </a:cxn>
              <a:cxn ang="0">
                <a:pos x="csX1409" y="csY1409"/>
              </a:cxn>
              <a:cxn ang="0">
                <a:pos x="csX1410" y="csY1410"/>
              </a:cxn>
              <a:cxn ang="0">
                <a:pos x="csX1411" y="csY1411"/>
              </a:cxn>
              <a:cxn ang="0">
                <a:pos x="csX1412" y="csY1412"/>
              </a:cxn>
              <a:cxn ang="0">
                <a:pos x="csX1413" y="csY1413"/>
              </a:cxn>
              <a:cxn ang="0">
                <a:pos x="csX1414" y="csY1414"/>
              </a:cxn>
              <a:cxn ang="0">
                <a:pos x="csX1415" y="csY1415"/>
              </a:cxn>
              <a:cxn ang="0">
                <a:pos x="csX1416" y="csY1416"/>
              </a:cxn>
              <a:cxn ang="0">
                <a:pos x="csX1417" y="csY1417"/>
              </a:cxn>
              <a:cxn ang="0">
                <a:pos x="csX1418" y="csY1418"/>
              </a:cxn>
              <a:cxn ang="0">
                <a:pos x="csX1419" y="csY1419"/>
              </a:cxn>
              <a:cxn ang="0">
                <a:pos x="csX1420" y="csY1420"/>
              </a:cxn>
              <a:cxn ang="0">
                <a:pos x="csX1421" y="csY1421"/>
              </a:cxn>
              <a:cxn ang="0">
                <a:pos x="csX1422" y="csY1422"/>
              </a:cxn>
              <a:cxn ang="0">
                <a:pos x="csX1423" y="csY1423"/>
              </a:cxn>
              <a:cxn ang="0">
                <a:pos x="csX1424" y="csY1424"/>
              </a:cxn>
              <a:cxn ang="0">
                <a:pos x="csX1425" y="csY1425"/>
              </a:cxn>
              <a:cxn ang="0">
                <a:pos x="csX1426" y="csY1426"/>
              </a:cxn>
              <a:cxn ang="0">
                <a:pos x="csX1427" y="csY1427"/>
              </a:cxn>
              <a:cxn ang="0">
                <a:pos x="csX1428" y="csY1428"/>
              </a:cxn>
              <a:cxn ang="0">
                <a:pos x="csX1429" y="csY1429"/>
              </a:cxn>
              <a:cxn ang="0">
                <a:pos x="csX1430" y="csY1430"/>
              </a:cxn>
              <a:cxn ang="0">
                <a:pos x="csX1431" y="csY1431"/>
              </a:cxn>
              <a:cxn ang="0">
                <a:pos x="csX1432" y="csY1432"/>
              </a:cxn>
              <a:cxn ang="0">
                <a:pos x="csX1433" y="csY1433"/>
              </a:cxn>
              <a:cxn ang="0">
                <a:pos x="csX1434" y="csY1434"/>
              </a:cxn>
              <a:cxn ang="0">
                <a:pos x="csX1435" y="csY1435"/>
              </a:cxn>
              <a:cxn ang="0">
                <a:pos x="csX1436" y="csY1436"/>
              </a:cxn>
              <a:cxn ang="0">
                <a:pos x="csX1437" y="csY1437"/>
              </a:cxn>
              <a:cxn ang="0">
                <a:pos x="csX1438" y="csY1438"/>
              </a:cxn>
              <a:cxn ang="0">
                <a:pos x="csX1439" y="csY1439"/>
              </a:cxn>
              <a:cxn ang="0">
                <a:pos x="csX1440" y="csY1440"/>
              </a:cxn>
              <a:cxn ang="0">
                <a:pos x="csX1441" y="csY1441"/>
              </a:cxn>
              <a:cxn ang="0">
                <a:pos x="csX1442" y="csY1442"/>
              </a:cxn>
              <a:cxn ang="0">
                <a:pos x="csX1443" y="csY1443"/>
              </a:cxn>
              <a:cxn ang="0">
                <a:pos x="csX1444" y="csY1444"/>
              </a:cxn>
              <a:cxn ang="0">
                <a:pos x="csX1445" y="csY1445"/>
              </a:cxn>
              <a:cxn ang="0">
                <a:pos x="csX1446" y="csY1446"/>
              </a:cxn>
              <a:cxn ang="0">
                <a:pos x="csX1447" y="csY1447"/>
              </a:cxn>
              <a:cxn ang="0">
                <a:pos x="csX1448" y="csY1448"/>
              </a:cxn>
              <a:cxn ang="0">
                <a:pos x="csX1449" y="csY1449"/>
              </a:cxn>
              <a:cxn ang="0">
                <a:pos x="csX1450" y="csY1450"/>
              </a:cxn>
              <a:cxn ang="0">
                <a:pos x="csX1451" y="csY1451"/>
              </a:cxn>
              <a:cxn ang="0">
                <a:pos x="csX1452" y="csY1452"/>
              </a:cxn>
              <a:cxn ang="0">
                <a:pos x="csX1453" y="csY1453"/>
              </a:cxn>
              <a:cxn ang="0">
                <a:pos x="csX1454" y="csY1454"/>
              </a:cxn>
              <a:cxn ang="0">
                <a:pos x="csX1455" y="csY1455"/>
              </a:cxn>
              <a:cxn ang="0">
                <a:pos x="csX1456" y="csY1456"/>
              </a:cxn>
              <a:cxn ang="0">
                <a:pos x="csX1457" y="csY1457"/>
              </a:cxn>
              <a:cxn ang="0">
                <a:pos x="csX1458" y="csY1458"/>
              </a:cxn>
              <a:cxn ang="0">
                <a:pos x="csX1459" y="csY1459"/>
              </a:cxn>
              <a:cxn ang="0">
                <a:pos x="csX1460" y="csY1460"/>
              </a:cxn>
              <a:cxn ang="0">
                <a:pos x="csX1461" y="csY1461"/>
              </a:cxn>
              <a:cxn ang="0">
                <a:pos x="csX1462" y="csY1462"/>
              </a:cxn>
              <a:cxn ang="0">
                <a:pos x="csX1463" y="csY1463"/>
              </a:cxn>
              <a:cxn ang="0">
                <a:pos x="csX1464" y="csY1464"/>
              </a:cxn>
              <a:cxn ang="0">
                <a:pos x="csX1465" y="csY1465"/>
              </a:cxn>
              <a:cxn ang="0">
                <a:pos x="csX1466" y="csY1466"/>
              </a:cxn>
              <a:cxn ang="0">
                <a:pos x="csX1467" y="csY1467"/>
              </a:cxn>
              <a:cxn ang="0">
                <a:pos x="csX1468" y="csY1468"/>
              </a:cxn>
              <a:cxn ang="0">
                <a:pos x="csX1469" y="csY1469"/>
              </a:cxn>
              <a:cxn ang="0">
                <a:pos x="csX1470" y="csY1470"/>
              </a:cxn>
              <a:cxn ang="0">
                <a:pos x="csX1471" y="csY1471"/>
              </a:cxn>
              <a:cxn ang="0">
                <a:pos x="csX1472" y="csY1472"/>
              </a:cxn>
              <a:cxn ang="0">
                <a:pos x="csX1473" y="csY1473"/>
              </a:cxn>
              <a:cxn ang="0">
                <a:pos x="csX1474" y="csY1474"/>
              </a:cxn>
              <a:cxn ang="0">
                <a:pos x="csX1475" y="csY1475"/>
              </a:cxn>
              <a:cxn ang="0">
                <a:pos x="csX1476" y="csY1476"/>
              </a:cxn>
              <a:cxn ang="0">
                <a:pos x="csX1477" y="csY1477"/>
              </a:cxn>
              <a:cxn ang="0">
                <a:pos x="csX1478" y="csY1478"/>
              </a:cxn>
              <a:cxn ang="0">
                <a:pos x="csX1479" y="csY1479"/>
              </a:cxn>
              <a:cxn ang="0">
                <a:pos x="csX1480" y="csY1480"/>
              </a:cxn>
              <a:cxn ang="0">
                <a:pos x="csX1481" y="csY1481"/>
              </a:cxn>
              <a:cxn ang="0">
                <a:pos x="csX1482" y="csY1482"/>
              </a:cxn>
              <a:cxn ang="0">
                <a:pos x="csX1483" y="csY1483"/>
              </a:cxn>
              <a:cxn ang="0">
                <a:pos x="csX1484" y="csY1484"/>
              </a:cxn>
              <a:cxn ang="0">
                <a:pos x="csX1485" y="csY1485"/>
              </a:cxn>
              <a:cxn ang="0">
                <a:pos x="csX1486" y="csY1486"/>
              </a:cxn>
              <a:cxn ang="0">
                <a:pos x="csX1487" y="csY1487"/>
              </a:cxn>
              <a:cxn ang="0">
                <a:pos x="csX1488" y="csY1488"/>
              </a:cxn>
              <a:cxn ang="0">
                <a:pos x="csX1489" y="csY1489"/>
              </a:cxn>
              <a:cxn ang="0">
                <a:pos x="csX1490" y="csY1490"/>
              </a:cxn>
              <a:cxn ang="0">
                <a:pos x="csX1491" y="csY1491"/>
              </a:cxn>
              <a:cxn ang="0">
                <a:pos x="csX1492" y="csY1492"/>
              </a:cxn>
              <a:cxn ang="0">
                <a:pos x="csX1493" y="csY1493"/>
              </a:cxn>
              <a:cxn ang="0">
                <a:pos x="csX1494" y="csY1494"/>
              </a:cxn>
              <a:cxn ang="0">
                <a:pos x="csX1495" y="csY1495"/>
              </a:cxn>
              <a:cxn ang="0">
                <a:pos x="csX1496" y="csY1496"/>
              </a:cxn>
              <a:cxn ang="0">
                <a:pos x="csX1497" y="csY1497"/>
              </a:cxn>
              <a:cxn ang="0">
                <a:pos x="csX1498" y="csY1498"/>
              </a:cxn>
              <a:cxn ang="0">
                <a:pos x="csX1499" y="csY1499"/>
              </a:cxn>
              <a:cxn ang="0">
                <a:pos x="csX1500" y="csY1500"/>
              </a:cxn>
              <a:cxn ang="0">
                <a:pos x="csX1501" y="csY1501"/>
              </a:cxn>
              <a:cxn ang="0">
                <a:pos x="csX1502" y="csY1502"/>
              </a:cxn>
              <a:cxn ang="0">
                <a:pos x="csX1503" y="csY1503"/>
              </a:cxn>
              <a:cxn ang="0">
                <a:pos x="csX1504" y="csY1504"/>
              </a:cxn>
              <a:cxn ang="0">
                <a:pos x="csX1505" y="csY1505"/>
              </a:cxn>
              <a:cxn ang="0">
                <a:pos x="csX1506" y="csY1506"/>
              </a:cxn>
              <a:cxn ang="0">
                <a:pos x="csX1507" y="csY1507"/>
              </a:cxn>
              <a:cxn ang="0">
                <a:pos x="csX1508" y="csY1508"/>
              </a:cxn>
              <a:cxn ang="0">
                <a:pos x="csX1509" y="csY1509"/>
              </a:cxn>
              <a:cxn ang="0">
                <a:pos x="csX1510" y="csY1510"/>
              </a:cxn>
              <a:cxn ang="0">
                <a:pos x="csX1511" y="csY1511"/>
              </a:cxn>
              <a:cxn ang="0">
                <a:pos x="csX1512" y="csY1512"/>
              </a:cxn>
              <a:cxn ang="0">
                <a:pos x="csX1513" y="csY1513"/>
              </a:cxn>
              <a:cxn ang="0">
                <a:pos x="csX1514" y="csY1514"/>
              </a:cxn>
              <a:cxn ang="0">
                <a:pos x="csX1515" y="csY1515"/>
              </a:cxn>
              <a:cxn ang="0">
                <a:pos x="csX1516" y="csY1516"/>
              </a:cxn>
              <a:cxn ang="0">
                <a:pos x="csX1517" y="csY1517"/>
              </a:cxn>
              <a:cxn ang="0">
                <a:pos x="csX1518" y="csY1518"/>
              </a:cxn>
              <a:cxn ang="0">
                <a:pos x="csX1519" y="csY1519"/>
              </a:cxn>
              <a:cxn ang="0">
                <a:pos x="csX1520" y="csY1520"/>
              </a:cxn>
              <a:cxn ang="0">
                <a:pos x="csX1521" y="csY1521"/>
              </a:cxn>
              <a:cxn ang="0">
                <a:pos x="csX1522" y="csY1522"/>
              </a:cxn>
              <a:cxn ang="0">
                <a:pos x="csX1523" y="csY1523"/>
              </a:cxn>
              <a:cxn ang="0">
                <a:pos x="csX1524" y="csY1524"/>
              </a:cxn>
              <a:cxn ang="0">
                <a:pos x="csX1525" y="csY1525"/>
              </a:cxn>
              <a:cxn ang="0">
                <a:pos x="csX1526" y="csY1526"/>
              </a:cxn>
              <a:cxn ang="0">
                <a:pos x="csX1527" y="csY1527"/>
              </a:cxn>
              <a:cxn ang="0">
                <a:pos x="csX1528" y="csY1528"/>
              </a:cxn>
              <a:cxn ang="0">
                <a:pos x="csX1529" y="csY1529"/>
              </a:cxn>
              <a:cxn ang="0">
                <a:pos x="csX1530" y="csY1530"/>
              </a:cxn>
              <a:cxn ang="0">
                <a:pos x="csX1531" y="csY1531"/>
              </a:cxn>
              <a:cxn ang="0">
                <a:pos x="csX1532" y="csY1532"/>
              </a:cxn>
              <a:cxn ang="0">
                <a:pos x="csX1533" y="csY1533"/>
              </a:cxn>
              <a:cxn ang="0">
                <a:pos x="csX1534" y="csY1534"/>
              </a:cxn>
              <a:cxn ang="0">
                <a:pos x="csX1535" y="csY1535"/>
              </a:cxn>
              <a:cxn ang="0">
                <a:pos x="csX1536" y="csY1536"/>
              </a:cxn>
              <a:cxn ang="0">
                <a:pos x="csX1537" y="csY1537"/>
              </a:cxn>
              <a:cxn ang="0">
                <a:pos x="csX1538" y="csY1538"/>
              </a:cxn>
              <a:cxn ang="0">
                <a:pos x="csX1539" y="csY1539"/>
              </a:cxn>
              <a:cxn ang="0">
                <a:pos x="csX1540" y="csY1540"/>
              </a:cxn>
              <a:cxn ang="0">
                <a:pos x="csX1541" y="csY1541"/>
              </a:cxn>
              <a:cxn ang="0">
                <a:pos x="csX1542" y="csY1542"/>
              </a:cxn>
              <a:cxn ang="0">
                <a:pos x="csX1543" y="csY1543"/>
              </a:cxn>
              <a:cxn ang="0">
                <a:pos x="csX1544" y="csY1544"/>
              </a:cxn>
              <a:cxn ang="0">
                <a:pos x="csX1545" y="csY1545"/>
              </a:cxn>
              <a:cxn ang="0">
                <a:pos x="csX1546" y="csY1546"/>
              </a:cxn>
              <a:cxn ang="0">
                <a:pos x="csX1547" y="csY1547"/>
              </a:cxn>
              <a:cxn ang="0">
                <a:pos x="csX1548" y="csY1548"/>
              </a:cxn>
              <a:cxn ang="0">
                <a:pos x="csX1549" y="csY1549"/>
              </a:cxn>
              <a:cxn ang="0">
                <a:pos x="csX1550" y="csY1550"/>
              </a:cxn>
              <a:cxn ang="0">
                <a:pos x="csX1551" y="csY1551"/>
              </a:cxn>
              <a:cxn ang="0">
                <a:pos x="csX1552" y="csY1552"/>
              </a:cxn>
              <a:cxn ang="0">
                <a:pos x="csX1553" y="csY1553"/>
              </a:cxn>
              <a:cxn ang="0">
                <a:pos x="csX1554" y="csY1554"/>
              </a:cxn>
              <a:cxn ang="0">
                <a:pos x="csX1555" y="csY1555"/>
              </a:cxn>
              <a:cxn ang="0">
                <a:pos x="csX1556" y="csY1556"/>
              </a:cxn>
              <a:cxn ang="0">
                <a:pos x="csX1557" y="csY1557"/>
              </a:cxn>
              <a:cxn ang="0">
                <a:pos x="csX1558" y="csY1558"/>
              </a:cxn>
              <a:cxn ang="0">
                <a:pos x="csX1559" y="csY1559"/>
              </a:cxn>
              <a:cxn ang="0">
                <a:pos x="csX1560" y="csY1560"/>
              </a:cxn>
              <a:cxn ang="0">
                <a:pos x="csX1561" y="csY1561"/>
              </a:cxn>
              <a:cxn ang="0">
                <a:pos x="csX1562" y="csY1562"/>
              </a:cxn>
              <a:cxn ang="0">
                <a:pos x="csX1563" y="csY1563"/>
              </a:cxn>
              <a:cxn ang="0">
                <a:pos x="csX1564" y="csY1564"/>
              </a:cxn>
              <a:cxn ang="0">
                <a:pos x="csX1565" y="csY1565"/>
              </a:cxn>
              <a:cxn ang="0">
                <a:pos x="csX1566" y="csY1566"/>
              </a:cxn>
              <a:cxn ang="0">
                <a:pos x="csX1567" y="csY1567"/>
              </a:cxn>
              <a:cxn ang="0">
                <a:pos x="csX1568" y="csY1568"/>
              </a:cxn>
              <a:cxn ang="0">
                <a:pos x="csX1569" y="csY1569"/>
              </a:cxn>
              <a:cxn ang="0">
                <a:pos x="csX1570" y="csY1570"/>
              </a:cxn>
              <a:cxn ang="0">
                <a:pos x="csX1571" y="csY1571"/>
              </a:cxn>
              <a:cxn ang="0">
                <a:pos x="csX1572" y="csY1572"/>
              </a:cxn>
              <a:cxn ang="0">
                <a:pos x="csX1573" y="csY1573"/>
              </a:cxn>
              <a:cxn ang="0">
                <a:pos x="csX1574" y="csY1574"/>
              </a:cxn>
              <a:cxn ang="0">
                <a:pos x="csX1575" y="csY1575"/>
              </a:cxn>
              <a:cxn ang="0">
                <a:pos x="csX1576" y="csY1576"/>
              </a:cxn>
              <a:cxn ang="0">
                <a:pos x="csX1577" y="csY1577"/>
              </a:cxn>
              <a:cxn ang="0">
                <a:pos x="csX1578" y="csY1578"/>
              </a:cxn>
              <a:cxn ang="0">
                <a:pos x="csX1579" y="csY1579"/>
              </a:cxn>
              <a:cxn ang="0">
                <a:pos x="csX1580" y="csY1580"/>
              </a:cxn>
              <a:cxn ang="0">
                <a:pos x="csX1581" y="csY1581"/>
              </a:cxn>
              <a:cxn ang="0">
                <a:pos x="csX1582" y="csY1582"/>
              </a:cxn>
              <a:cxn ang="0">
                <a:pos x="csX1583" y="csY1583"/>
              </a:cxn>
              <a:cxn ang="0">
                <a:pos x="csX1584" y="csY1584"/>
              </a:cxn>
              <a:cxn ang="0">
                <a:pos x="csX1585" y="csY1585"/>
              </a:cxn>
              <a:cxn ang="0">
                <a:pos x="csX1586" y="csY1586"/>
              </a:cxn>
              <a:cxn ang="0">
                <a:pos x="csX1587" y="csY1587"/>
              </a:cxn>
              <a:cxn ang="0">
                <a:pos x="csX1588" y="csY1588"/>
              </a:cxn>
              <a:cxn ang="0">
                <a:pos x="csX1589" y="csY1589"/>
              </a:cxn>
              <a:cxn ang="0">
                <a:pos x="csX1590" y="csY1590"/>
              </a:cxn>
              <a:cxn ang="0">
                <a:pos x="csX1591" y="csY1591"/>
              </a:cxn>
              <a:cxn ang="0">
                <a:pos x="csX1592" y="csY1592"/>
              </a:cxn>
              <a:cxn ang="0">
                <a:pos x="csX1593" y="csY1593"/>
              </a:cxn>
              <a:cxn ang="0">
                <a:pos x="csX1594" y="csY1594"/>
              </a:cxn>
              <a:cxn ang="0">
                <a:pos x="csX1595" y="csY1595"/>
              </a:cxn>
              <a:cxn ang="0">
                <a:pos x="csX1596" y="csY1596"/>
              </a:cxn>
              <a:cxn ang="0">
                <a:pos x="csX1597" y="csY1597"/>
              </a:cxn>
              <a:cxn ang="0">
                <a:pos x="csX1598" y="csY1598"/>
              </a:cxn>
              <a:cxn ang="0">
                <a:pos x="csX1599" y="csY1599"/>
              </a:cxn>
              <a:cxn ang="0">
                <a:pos x="csX1600" y="csY1600"/>
              </a:cxn>
              <a:cxn ang="0">
                <a:pos x="csX1601" y="csY1601"/>
              </a:cxn>
              <a:cxn ang="0">
                <a:pos x="csX1602" y="csY1602"/>
              </a:cxn>
              <a:cxn ang="0">
                <a:pos x="csX1603" y="csY1603"/>
              </a:cxn>
              <a:cxn ang="0">
                <a:pos x="csX1604" y="csY1604"/>
              </a:cxn>
              <a:cxn ang="0">
                <a:pos x="csX1605" y="csY1605"/>
              </a:cxn>
              <a:cxn ang="0">
                <a:pos x="csX1606" y="csY1606"/>
              </a:cxn>
              <a:cxn ang="0">
                <a:pos x="csX1607" y="csY1607"/>
              </a:cxn>
              <a:cxn ang="0">
                <a:pos x="csX1608" y="csY1608"/>
              </a:cxn>
              <a:cxn ang="0">
                <a:pos x="csX1609" y="csY1609"/>
              </a:cxn>
              <a:cxn ang="0">
                <a:pos x="csX1610" y="csY1610"/>
              </a:cxn>
              <a:cxn ang="0">
                <a:pos x="csX1611" y="csY1611"/>
              </a:cxn>
              <a:cxn ang="0">
                <a:pos x="csX1612" y="csY1612"/>
              </a:cxn>
              <a:cxn ang="0">
                <a:pos x="csX1613" y="csY1613"/>
              </a:cxn>
              <a:cxn ang="0">
                <a:pos x="csX1614" y="csY1614"/>
              </a:cxn>
              <a:cxn ang="0">
                <a:pos x="csX1615" y="csY1615"/>
              </a:cxn>
              <a:cxn ang="0">
                <a:pos x="csX1616" y="csY1616"/>
              </a:cxn>
              <a:cxn ang="0">
                <a:pos x="csX1617" y="csY1617"/>
              </a:cxn>
              <a:cxn ang="0">
                <a:pos x="csX1618" y="csY1618"/>
              </a:cxn>
              <a:cxn ang="0">
                <a:pos x="csX1619" y="csY1619"/>
              </a:cxn>
              <a:cxn ang="0">
                <a:pos x="csX1620" y="csY1620"/>
              </a:cxn>
              <a:cxn ang="0">
                <a:pos x="csX1621" y="csY1621"/>
              </a:cxn>
              <a:cxn ang="0">
                <a:pos x="csX1622" y="csY1622"/>
              </a:cxn>
              <a:cxn ang="0">
                <a:pos x="csX1623" y="csY1623"/>
              </a:cxn>
              <a:cxn ang="0">
                <a:pos x="csX1624" y="csY1624"/>
              </a:cxn>
              <a:cxn ang="0">
                <a:pos x="csX1625" y="csY1625"/>
              </a:cxn>
              <a:cxn ang="0">
                <a:pos x="csX1626" y="csY1626"/>
              </a:cxn>
              <a:cxn ang="0">
                <a:pos x="csX1627" y="csY1627"/>
              </a:cxn>
              <a:cxn ang="0">
                <a:pos x="csX1628" y="csY1628"/>
              </a:cxn>
              <a:cxn ang="0">
                <a:pos x="csX1629" y="csY1629"/>
              </a:cxn>
              <a:cxn ang="0">
                <a:pos x="csX1630" y="csY1630"/>
              </a:cxn>
              <a:cxn ang="0">
                <a:pos x="csX1631" y="csY1631"/>
              </a:cxn>
              <a:cxn ang="0">
                <a:pos x="csX1632" y="csY1632"/>
              </a:cxn>
              <a:cxn ang="0">
                <a:pos x="csX1633" y="csY1633"/>
              </a:cxn>
              <a:cxn ang="0">
                <a:pos x="csX1634" y="csY1634"/>
              </a:cxn>
              <a:cxn ang="0">
                <a:pos x="csX1635" y="csY1635"/>
              </a:cxn>
              <a:cxn ang="0">
                <a:pos x="csX1636" y="csY1636"/>
              </a:cxn>
              <a:cxn ang="0">
                <a:pos x="csX1637" y="csY1637"/>
              </a:cxn>
              <a:cxn ang="0">
                <a:pos x="csX1638" y="csY1638"/>
              </a:cxn>
              <a:cxn ang="0">
                <a:pos x="csX1639" y="csY1639"/>
              </a:cxn>
              <a:cxn ang="0">
                <a:pos x="csX1640" y="csY1640"/>
              </a:cxn>
              <a:cxn ang="0">
                <a:pos x="csX1641" y="csY1641"/>
              </a:cxn>
              <a:cxn ang="0">
                <a:pos x="csX1642" y="csY1642"/>
              </a:cxn>
              <a:cxn ang="0">
                <a:pos x="csX1643" y="csY1643"/>
              </a:cxn>
              <a:cxn ang="0">
                <a:pos x="csX1644" y="csY1644"/>
              </a:cxn>
              <a:cxn ang="0">
                <a:pos x="csX1645" y="csY1645"/>
              </a:cxn>
              <a:cxn ang="0">
                <a:pos x="csX1646" y="csY1646"/>
              </a:cxn>
              <a:cxn ang="0">
                <a:pos x="csX1647" y="csY1647"/>
              </a:cxn>
              <a:cxn ang="0">
                <a:pos x="csX1648" y="csY1648"/>
              </a:cxn>
              <a:cxn ang="0">
                <a:pos x="csX1649" y="csY1649"/>
              </a:cxn>
              <a:cxn ang="0">
                <a:pos x="csX1650" y="csY1650"/>
              </a:cxn>
              <a:cxn ang="0">
                <a:pos x="csX1651" y="csY1651"/>
              </a:cxn>
              <a:cxn ang="0">
                <a:pos x="csX1652" y="csY1652"/>
              </a:cxn>
              <a:cxn ang="0">
                <a:pos x="csX1653" y="csY1653"/>
              </a:cxn>
              <a:cxn ang="0">
                <a:pos x="csX1654" y="csY1654"/>
              </a:cxn>
              <a:cxn ang="0">
                <a:pos x="csX1655" y="csY1655"/>
              </a:cxn>
              <a:cxn ang="0">
                <a:pos x="csX1656" y="csY1656"/>
              </a:cxn>
              <a:cxn ang="0">
                <a:pos x="csX1657" y="csY1657"/>
              </a:cxn>
              <a:cxn ang="0">
                <a:pos x="csX1658" y="csY1658"/>
              </a:cxn>
              <a:cxn ang="0">
                <a:pos x="csX1659" y="csY1659"/>
              </a:cxn>
              <a:cxn ang="0">
                <a:pos x="csX1660" y="csY1660"/>
              </a:cxn>
              <a:cxn ang="0">
                <a:pos x="csX1661" y="csY1661"/>
              </a:cxn>
              <a:cxn ang="0">
                <a:pos x="csX1662" y="csY1662"/>
              </a:cxn>
              <a:cxn ang="0">
                <a:pos x="csX1663" y="csY1663"/>
              </a:cxn>
              <a:cxn ang="0">
                <a:pos x="csX1664" y="csY1664"/>
              </a:cxn>
              <a:cxn ang="0">
                <a:pos x="csX1665" y="csY1665"/>
              </a:cxn>
              <a:cxn ang="0">
                <a:pos x="csX1666" y="csY1666"/>
              </a:cxn>
              <a:cxn ang="0">
                <a:pos x="csX1667" y="csY1667"/>
              </a:cxn>
              <a:cxn ang="0">
                <a:pos x="csX1668" y="csY1668"/>
              </a:cxn>
              <a:cxn ang="0">
                <a:pos x="csX1669" y="csY1669"/>
              </a:cxn>
              <a:cxn ang="0">
                <a:pos x="csX1670" y="csY1670"/>
              </a:cxn>
              <a:cxn ang="0">
                <a:pos x="csX1671" y="csY1671"/>
              </a:cxn>
              <a:cxn ang="0">
                <a:pos x="csX1672" y="csY1672"/>
              </a:cxn>
              <a:cxn ang="0">
                <a:pos x="csX1673" y="csY1673"/>
              </a:cxn>
              <a:cxn ang="0">
                <a:pos x="csX1674" y="csY1674"/>
              </a:cxn>
              <a:cxn ang="0">
                <a:pos x="csX1675" y="csY1675"/>
              </a:cxn>
              <a:cxn ang="0">
                <a:pos x="csX1676" y="csY1676"/>
              </a:cxn>
              <a:cxn ang="0">
                <a:pos x="csX1677" y="csY1677"/>
              </a:cxn>
              <a:cxn ang="0">
                <a:pos x="csX1678" y="csY1678"/>
              </a:cxn>
              <a:cxn ang="0">
                <a:pos x="csX1679" y="csY1679"/>
              </a:cxn>
              <a:cxn ang="0">
                <a:pos x="csX1680" y="csY1680"/>
              </a:cxn>
              <a:cxn ang="0">
                <a:pos x="csX1681" y="csY1681"/>
              </a:cxn>
              <a:cxn ang="0">
                <a:pos x="csX1682" y="csY1682"/>
              </a:cxn>
              <a:cxn ang="0">
                <a:pos x="csX1683" y="csY1683"/>
              </a:cxn>
              <a:cxn ang="0">
                <a:pos x="csX1684" y="csY1684"/>
              </a:cxn>
              <a:cxn ang="0">
                <a:pos x="csX1685" y="csY1685"/>
              </a:cxn>
              <a:cxn ang="0">
                <a:pos x="csX1686" y="csY1686"/>
              </a:cxn>
              <a:cxn ang="0">
                <a:pos x="csX1687" y="csY1687"/>
              </a:cxn>
              <a:cxn ang="0">
                <a:pos x="csX1688" y="csY1688"/>
              </a:cxn>
              <a:cxn ang="0">
                <a:pos x="csX1689" y="csY1689"/>
              </a:cxn>
              <a:cxn ang="0">
                <a:pos x="csX1690" y="csY1690"/>
              </a:cxn>
              <a:cxn ang="0">
                <a:pos x="csX1691" y="csY1691"/>
              </a:cxn>
              <a:cxn ang="0">
                <a:pos x="csX1692" y="csY1692"/>
              </a:cxn>
              <a:cxn ang="0">
                <a:pos x="csX1693" y="csY1693"/>
              </a:cxn>
              <a:cxn ang="0">
                <a:pos x="csX1694" y="csY1694"/>
              </a:cxn>
              <a:cxn ang="0">
                <a:pos x="csX1695" y="csY1695"/>
              </a:cxn>
              <a:cxn ang="0">
                <a:pos x="csX1696" y="csY1696"/>
              </a:cxn>
              <a:cxn ang="0">
                <a:pos x="csX1697" y="csY1697"/>
              </a:cxn>
              <a:cxn ang="0">
                <a:pos x="csX1698" y="csY1698"/>
              </a:cxn>
              <a:cxn ang="0">
                <a:pos x="csX1699" y="csY1699"/>
              </a:cxn>
              <a:cxn ang="0">
                <a:pos x="csX1700" y="csY1700"/>
              </a:cxn>
              <a:cxn ang="0">
                <a:pos x="csX1701" y="csY1701"/>
              </a:cxn>
              <a:cxn ang="0">
                <a:pos x="csX1702" y="csY1702"/>
              </a:cxn>
              <a:cxn ang="0">
                <a:pos x="csX1703" y="csY1703"/>
              </a:cxn>
              <a:cxn ang="0">
                <a:pos x="csX1704" y="csY1704"/>
              </a:cxn>
              <a:cxn ang="0">
                <a:pos x="csX1705" y="csY1705"/>
              </a:cxn>
              <a:cxn ang="0">
                <a:pos x="csX1706" y="csY1706"/>
              </a:cxn>
              <a:cxn ang="0">
                <a:pos x="csX1707" y="csY1707"/>
              </a:cxn>
              <a:cxn ang="0">
                <a:pos x="csX1708" y="csY1708"/>
              </a:cxn>
              <a:cxn ang="0">
                <a:pos x="csX1709" y="csY1709"/>
              </a:cxn>
              <a:cxn ang="0">
                <a:pos x="csX1710" y="csY1710"/>
              </a:cxn>
              <a:cxn ang="0">
                <a:pos x="csX1711" y="csY1711"/>
              </a:cxn>
              <a:cxn ang="0">
                <a:pos x="csX1712" y="csY1712"/>
              </a:cxn>
              <a:cxn ang="0">
                <a:pos x="csX1713" y="csY1713"/>
              </a:cxn>
              <a:cxn ang="0">
                <a:pos x="csX1714" y="csY1714"/>
              </a:cxn>
              <a:cxn ang="0">
                <a:pos x="csX1715" y="csY1715"/>
              </a:cxn>
              <a:cxn ang="0">
                <a:pos x="csX1716" y="csY1716"/>
              </a:cxn>
              <a:cxn ang="0">
                <a:pos x="csX1717" y="csY1717"/>
              </a:cxn>
              <a:cxn ang="0">
                <a:pos x="csX1718" y="csY1718"/>
              </a:cxn>
              <a:cxn ang="0">
                <a:pos x="csX1719" y="csY1719"/>
              </a:cxn>
              <a:cxn ang="0">
                <a:pos x="csX1720" y="csY1720"/>
              </a:cxn>
              <a:cxn ang="0">
                <a:pos x="csX1721" y="csY1721"/>
              </a:cxn>
              <a:cxn ang="0">
                <a:pos x="csX1722" y="csY1722"/>
              </a:cxn>
              <a:cxn ang="0">
                <a:pos x="csX1723" y="csY1723"/>
              </a:cxn>
              <a:cxn ang="0">
                <a:pos x="csX1724" y="csY1724"/>
              </a:cxn>
              <a:cxn ang="0">
                <a:pos x="csX1725" y="csY1725"/>
              </a:cxn>
              <a:cxn ang="0">
                <a:pos x="csX1726" y="csY1726"/>
              </a:cxn>
              <a:cxn ang="0">
                <a:pos x="csX1727" y="csY1727"/>
              </a:cxn>
              <a:cxn ang="0">
                <a:pos x="csX1728" y="csY1728"/>
              </a:cxn>
              <a:cxn ang="0">
                <a:pos x="csX1729" y="csY1729"/>
              </a:cxn>
              <a:cxn ang="0">
                <a:pos x="csX1730" y="csY1730"/>
              </a:cxn>
              <a:cxn ang="0">
                <a:pos x="csX1731" y="csY1731"/>
              </a:cxn>
              <a:cxn ang="0">
                <a:pos x="csX1732" y="csY1732"/>
              </a:cxn>
              <a:cxn ang="0">
                <a:pos x="csX1733" y="csY1733"/>
              </a:cxn>
              <a:cxn ang="0">
                <a:pos x="csX1734" y="csY1734"/>
              </a:cxn>
              <a:cxn ang="0">
                <a:pos x="csX1735" y="csY1735"/>
              </a:cxn>
              <a:cxn ang="0">
                <a:pos x="csX1736" y="csY1736"/>
              </a:cxn>
              <a:cxn ang="0">
                <a:pos x="csX1737" y="csY1737"/>
              </a:cxn>
              <a:cxn ang="0">
                <a:pos x="csX1738" y="csY1738"/>
              </a:cxn>
              <a:cxn ang="0">
                <a:pos x="csX1739" y="csY1739"/>
              </a:cxn>
              <a:cxn ang="0">
                <a:pos x="csX1740" y="csY1740"/>
              </a:cxn>
              <a:cxn ang="0">
                <a:pos x="csX1741" y="csY1741"/>
              </a:cxn>
              <a:cxn ang="0">
                <a:pos x="csX1742" y="csY1742"/>
              </a:cxn>
              <a:cxn ang="0">
                <a:pos x="csX1743" y="csY1743"/>
              </a:cxn>
              <a:cxn ang="0">
                <a:pos x="csX1744" y="csY1744"/>
              </a:cxn>
              <a:cxn ang="0">
                <a:pos x="csX1745" y="csY1745"/>
              </a:cxn>
              <a:cxn ang="0">
                <a:pos x="csX1746" y="csY1746"/>
              </a:cxn>
              <a:cxn ang="0">
                <a:pos x="csX1747" y="csY1747"/>
              </a:cxn>
              <a:cxn ang="0">
                <a:pos x="csX1748" y="csY1748"/>
              </a:cxn>
              <a:cxn ang="0">
                <a:pos x="csX1749" y="csY1749"/>
              </a:cxn>
              <a:cxn ang="0">
                <a:pos x="csX1750" y="csY1750"/>
              </a:cxn>
              <a:cxn ang="0">
                <a:pos x="csX1751" y="csY1751"/>
              </a:cxn>
              <a:cxn ang="0">
                <a:pos x="csX1752" y="csY1752"/>
              </a:cxn>
              <a:cxn ang="0">
                <a:pos x="csX1753" y="csY1753"/>
              </a:cxn>
              <a:cxn ang="0">
                <a:pos x="csX1754" y="csY1754"/>
              </a:cxn>
              <a:cxn ang="0">
                <a:pos x="csX1755" y="csY1755"/>
              </a:cxn>
              <a:cxn ang="0">
                <a:pos x="csX1756" y="csY1756"/>
              </a:cxn>
              <a:cxn ang="0">
                <a:pos x="csX1757" y="csY1757"/>
              </a:cxn>
              <a:cxn ang="0">
                <a:pos x="csX1758" y="csY1758"/>
              </a:cxn>
              <a:cxn ang="0">
                <a:pos x="csX1759" y="csY1759"/>
              </a:cxn>
              <a:cxn ang="0">
                <a:pos x="csX1760" y="csY1760"/>
              </a:cxn>
              <a:cxn ang="0">
                <a:pos x="csX1761" y="csY1761"/>
              </a:cxn>
              <a:cxn ang="0">
                <a:pos x="csX1762" y="csY1762"/>
              </a:cxn>
              <a:cxn ang="0">
                <a:pos x="csX1763" y="csY1763"/>
              </a:cxn>
              <a:cxn ang="0">
                <a:pos x="csX1764" y="csY1764"/>
              </a:cxn>
              <a:cxn ang="0">
                <a:pos x="csX1765" y="csY1765"/>
              </a:cxn>
              <a:cxn ang="0">
                <a:pos x="csX1766" y="csY1766"/>
              </a:cxn>
              <a:cxn ang="0">
                <a:pos x="csX1767" y="csY1767"/>
              </a:cxn>
              <a:cxn ang="0">
                <a:pos x="csX1768" y="csY1768"/>
              </a:cxn>
              <a:cxn ang="0">
                <a:pos x="csX1769" y="csY1769"/>
              </a:cxn>
              <a:cxn ang="0">
                <a:pos x="csX1770" y="csY1770"/>
              </a:cxn>
              <a:cxn ang="0">
                <a:pos x="csX1771" y="csY1771"/>
              </a:cxn>
              <a:cxn ang="0">
                <a:pos x="csX1772" y="csY1772"/>
              </a:cxn>
              <a:cxn ang="0">
                <a:pos x="csX1773" y="csY1773"/>
              </a:cxn>
              <a:cxn ang="0">
                <a:pos x="csX1774" y="csY1774"/>
              </a:cxn>
              <a:cxn ang="0">
                <a:pos x="csX1775" y="csY1775"/>
              </a:cxn>
              <a:cxn ang="0">
                <a:pos x="csX1776" y="csY1776"/>
              </a:cxn>
              <a:cxn ang="0">
                <a:pos x="csX1777" y="csY1777"/>
              </a:cxn>
              <a:cxn ang="0">
                <a:pos x="csX1778" y="csY1778"/>
              </a:cxn>
              <a:cxn ang="0">
                <a:pos x="csX1779" y="csY1779"/>
              </a:cxn>
              <a:cxn ang="0">
                <a:pos x="csX1780" y="csY1780"/>
              </a:cxn>
              <a:cxn ang="0">
                <a:pos x="csX1781" y="csY1781"/>
              </a:cxn>
              <a:cxn ang="0">
                <a:pos x="csX1782" y="csY1782"/>
              </a:cxn>
              <a:cxn ang="0">
                <a:pos x="csX1783" y="csY1783"/>
              </a:cxn>
              <a:cxn ang="0">
                <a:pos x="csX1784" y="csY1784"/>
              </a:cxn>
              <a:cxn ang="0">
                <a:pos x="csX1785" y="csY1785"/>
              </a:cxn>
              <a:cxn ang="0">
                <a:pos x="csX1786" y="csY1786"/>
              </a:cxn>
              <a:cxn ang="0">
                <a:pos x="csX1787" y="csY1787"/>
              </a:cxn>
              <a:cxn ang="0">
                <a:pos x="csX1788" y="csY1788"/>
              </a:cxn>
              <a:cxn ang="0">
                <a:pos x="csX1789" y="csY1789"/>
              </a:cxn>
              <a:cxn ang="0">
                <a:pos x="csX1790" y="csY1790"/>
              </a:cxn>
              <a:cxn ang="0">
                <a:pos x="csX1791" y="csY1791"/>
              </a:cxn>
              <a:cxn ang="0">
                <a:pos x="csX1792" y="csY1792"/>
              </a:cxn>
              <a:cxn ang="0">
                <a:pos x="csX1793" y="csY1793"/>
              </a:cxn>
              <a:cxn ang="0">
                <a:pos x="csX1794" y="csY1794"/>
              </a:cxn>
              <a:cxn ang="0">
                <a:pos x="csX1795" y="csY1795"/>
              </a:cxn>
              <a:cxn ang="0">
                <a:pos x="csX1796" y="csY1796"/>
              </a:cxn>
              <a:cxn ang="0">
                <a:pos x="csX1797" y="csY1797"/>
              </a:cxn>
              <a:cxn ang="0">
                <a:pos x="csX1798" y="csY1798"/>
              </a:cxn>
              <a:cxn ang="0">
                <a:pos x="csX1799" y="csY1799"/>
              </a:cxn>
              <a:cxn ang="0">
                <a:pos x="csX1800" y="csY1800"/>
              </a:cxn>
              <a:cxn ang="0">
                <a:pos x="csX1801" y="csY1801"/>
              </a:cxn>
              <a:cxn ang="0">
                <a:pos x="csX1802" y="csY1802"/>
              </a:cxn>
              <a:cxn ang="0">
                <a:pos x="csX1803" y="csY1803"/>
              </a:cxn>
              <a:cxn ang="0">
                <a:pos x="csX1804" y="csY1804"/>
              </a:cxn>
              <a:cxn ang="0">
                <a:pos x="csX1805" y="csY1805"/>
              </a:cxn>
              <a:cxn ang="0">
                <a:pos x="csX1806" y="csY1806"/>
              </a:cxn>
              <a:cxn ang="0">
                <a:pos x="csX1807" y="csY1807"/>
              </a:cxn>
              <a:cxn ang="0">
                <a:pos x="csX1808" y="csY1808"/>
              </a:cxn>
              <a:cxn ang="0">
                <a:pos x="csX1809" y="csY1809"/>
              </a:cxn>
              <a:cxn ang="0">
                <a:pos x="csX1810" y="csY1810"/>
              </a:cxn>
              <a:cxn ang="0">
                <a:pos x="csX1811" y="csY1811"/>
              </a:cxn>
              <a:cxn ang="0">
                <a:pos x="csX1812" y="csY1812"/>
              </a:cxn>
              <a:cxn ang="0">
                <a:pos x="csX1813" y="csY1813"/>
              </a:cxn>
              <a:cxn ang="0">
                <a:pos x="csX1814" y="csY1814"/>
              </a:cxn>
              <a:cxn ang="0">
                <a:pos x="csX1815" y="csY1815"/>
              </a:cxn>
              <a:cxn ang="0">
                <a:pos x="csX1816" y="csY1816"/>
              </a:cxn>
              <a:cxn ang="0">
                <a:pos x="csX1817" y="csY1817"/>
              </a:cxn>
              <a:cxn ang="0">
                <a:pos x="csX1818" y="csY1818"/>
              </a:cxn>
              <a:cxn ang="0">
                <a:pos x="csX1819" y="csY1819"/>
              </a:cxn>
              <a:cxn ang="0">
                <a:pos x="csX1820" y="csY1820"/>
              </a:cxn>
              <a:cxn ang="0">
                <a:pos x="csX1821" y="csY1821"/>
              </a:cxn>
              <a:cxn ang="0">
                <a:pos x="csX1822" y="csY1822"/>
              </a:cxn>
              <a:cxn ang="0">
                <a:pos x="csX1823" y="csY1823"/>
              </a:cxn>
              <a:cxn ang="0">
                <a:pos x="csX1824" y="csY1824"/>
              </a:cxn>
              <a:cxn ang="0">
                <a:pos x="csX1825" y="csY1825"/>
              </a:cxn>
              <a:cxn ang="0">
                <a:pos x="csX1826" y="csY1826"/>
              </a:cxn>
              <a:cxn ang="0">
                <a:pos x="csX1827" y="csY1827"/>
              </a:cxn>
              <a:cxn ang="0">
                <a:pos x="csX1828" y="csY1828"/>
              </a:cxn>
              <a:cxn ang="0">
                <a:pos x="csX1829" y="csY1829"/>
              </a:cxn>
              <a:cxn ang="0">
                <a:pos x="csX1830" y="csY1830"/>
              </a:cxn>
              <a:cxn ang="0">
                <a:pos x="csX1831" y="csY1831"/>
              </a:cxn>
              <a:cxn ang="0">
                <a:pos x="csX1832" y="csY1832"/>
              </a:cxn>
              <a:cxn ang="0">
                <a:pos x="csX1833" y="csY1833"/>
              </a:cxn>
              <a:cxn ang="0">
                <a:pos x="csX1834" y="csY1834"/>
              </a:cxn>
              <a:cxn ang="0">
                <a:pos x="csX1835" y="csY1835"/>
              </a:cxn>
              <a:cxn ang="0">
                <a:pos x="csX1836" y="csY1836"/>
              </a:cxn>
              <a:cxn ang="0">
                <a:pos x="csX1837" y="csY1837"/>
              </a:cxn>
              <a:cxn ang="0">
                <a:pos x="csX1838" y="csY1838"/>
              </a:cxn>
              <a:cxn ang="0">
                <a:pos x="csX1839" y="csY1839"/>
              </a:cxn>
              <a:cxn ang="0">
                <a:pos x="csX1840" y="csY1840"/>
              </a:cxn>
              <a:cxn ang="0">
                <a:pos x="csX1841" y="csY1841"/>
              </a:cxn>
              <a:cxn ang="0">
                <a:pos x="csX1842" y="csY1842"/>
              </a:cxn>
              <a:cxn ang="0">
                <a:pos x="csX1843" y="csY1843"/>
              </a:cxn>
              <a:cxn ang="0">
                <a:pos x="csX1844" y="csY1844"/>
              </a:cxn>
              <a:cxn ang="0">
                <a:pos x="csX1845" y="csY1845"/>
              </a:cxn>
              <a:cxn ang="0">
                <a:pos x="csX1846" y="csY1846"/>
              </a:cxn>
              <a:cxn ang="0">
                <a:pos x="csX1847" y="csY1847"/>
              </a:cxn>
              <a:cxn ang="0">
                <a:pos x="csX1848" y="csY1848"/>
              </a:cxn>
              <a:cxn ang="0">
                <a:pos x="csX1849" y="csY1849"/>
              </a:cxn>
              <a:cxn ang="0">
                <a:pos x="csX1850" y="csY1850"/>
              </a:cxn>
              <a:cxn ang="0">
                <a:pos x="csX1851" y="csY1851"/>
              </a:cxn>
              <a:cxn ang="0">
                <a:pos x="csX1852" y="csY1852"/>
              </a:cxn>
              <a:cxn ang="0">
                <a:pos x="csX1853" y="csY1853"/>
              </a:cxn>
              <a:cxn ang="0">
                <a:pos x="csX1854" y="csY1854"/>
              </a:cxn>
              <a:cxn ang="0">
                <a:pos x="csX1855" y="csY1855"/>
              </a:cxn>
              <a:cxn ang="0">
                <a:pos x="csX1856" y="csY1856"/>
              </a:cxn>
              <a:cxn ang="0">
                <a:pos x="csX1857" y="csY1857"/>
              </a:cxn>
              <a:cxn ang="0">
                <a:pos x="csX1858" y="csY1858"/>
              </a:cxn>
              <a:cxn ang="0">
                <a:pos x="csX1859" y="csY1859"/>
              </a:cxn>
              <a:cxn ang="0">
                <a:pos x="csX1860" y="csY1860"/>
              </a:cxn>
              <a:cxn ang="0">
                <a:pos x="csX1861" y="csY1861"/>
              </a:cxn>
              <a:cxn ang="0">
                <a:pos x="csX1862" y="csY1862"/>
              </a:cxn>
              <a:cxn ang="0">
                <a:pos x="csX1863" y="csY1863"/>
              </a:cxn>
              <a:cxn ang="0">
                <a:pos x="csX1864" y="csY1864"/>
              </a:cxn>
              <a:cxn ang="0">
                <a:pos x="csX1865" y="csY1865"/>
              </a:cxn>
              <a:cxn ang="0">
                <a:pos x="csX1866" y="csY1866"/>
              </a:cxn>
              <a:cxn ang="0">
                <a:pos x="csX1867" y="csY1867"/>
              </a:cxn>
              <a:cxn ang="0">
                <a:pos x="csX1868" y="csY1868"/>
              </a:cxn>
              <a:cxn ang="0">
                <a:pos x="csX1869" y="csY1869"/>
              </a:cxn>
              <a:cxn ang="0">
                <a:pos x="csX1870" y="csY1870"/>
              </a:cxn>
              <a:cxn ang="0">
                <a:pos x="csX1871" y="csY1871"/>
              </a:cxn>
              <a:cxn ang="0">
                <a:pos x="csX1872" y="csY1872"/>
              </a:cxn>
              <a:cxn ang="0">
                <a:pos x="csX1873" y="csY1873"/>
              </a:cxn>
              <a:cxn ang="0">
                <a:pos x="csX1874" y="csY1874"/>
              </a:cxn>
              <a:cxn ang="0">
                <a:pos x="csX1875" y="csY1875"/>
              </a:cxn>
              <a:cxn ang="0">
                <a:pos x="csX1876" y="csY1876"/>
              </a:cxn>
              <a:cxn ang="0">
                <a:pos x="csX1877" y="csY1877"/>
              </a:cxn>
              <a:cxn ang="0">
                <a:pos x="csX1878" y="csY1878"/>
              </a:cxn>
              <a:cxn ang="0">
                <a:pos x="csX1879" y="csY1879"/>
              </a:cxn>
              <a:cxn ang="0">
                <a:pos x="csX1880" y="csY1880"/>
              </a:cxn>
              <a:cxn ang="0">
                <a:pos x="csX1881" y="csY1881"/>
              </a:cxn>
              <a:cxn ang="0">
                <a:pos x="csX1882" y="csY1882"/>
              </a:cxn>
              <a:cxn ang="0">
                <a:pos x="csX1883" y="csY1883"/>
              </a:cxn>
              <a:cxn ang="0">
                <a:pos x="csX1884" y="csY1884"/>
              </a:cxn>
              <a:cxn ang="0">
                <a:pos x="csX1885" y="csY1885"/>
              </a:cxn>
              <a:cxn ang="0">
                <a:pos x="csX1886" y="csY1886"/>
              </a:cxn>
              <a:cxn ang="0">
                <a:pos x="csX1887" y="csY1887"/>
              </a:cxn>
              <a:cxn ang="0">
                <a:pos x="csX1888" y="csY1888"/>
              </a:cxn>
              <a:cxn ang="0">
                <a:pos x="csX1889" y="csY1889"/>
              </a:cxn>
              <a:cxn ang="0">
                <a:pos x="csX1890" y="csY1890"/>
              </a:cxn>
              <a:cxn ang="0">
                <a:pos x="csX1891" y="csY1891"/>
              </a:cxn>
              <a:cxn ang="0">
                <a:pos x="csX1892" y="csY1892"/>
              </a:cxn>
              <a:cxn ang="0">
                <a:pos x="csX1893" y="csY1893"/>
              </a:cxn>
              <a:cxn ang="0">
                <a:pos x="csX1894" y="csY1894"/>
              </a:cxn>
              <a:cxn ang="0">
                <a:pos x="csX1895" y="csY1895"/>
              </a:cxn>
              <a:cxn ang="0">
                <a:pos x="csX1896" y="csY1896"/>
              </a:cxn>
              <a:cxn ang="0">
                <a:pos x="csX1897" y="csY1897"/>
              </a:cxn>
              <a:cxn ang="0">
                <a:pos x="csX1898" y="csY1898"/>
              </a:cxn>
              <a:cxn ang="0">
                <a:pos x="csX1899" y="csY1899"/>
              </a:cxn>
              <a:cxn ang="0">
                <a:pos x="csX1900" y="csY1900"/>
              </a:cxn>
              <a:cxn ang="0">
                <a:pos x="csX1901" y="csY1901"/>
              </a:cxn>
              <a:cxn ang="0">
                <a:pos x="csX1902" y="csY1902"/>
              </a:cxn>
              <a:cxn ang="0">
                <a:pos x="csX1903" y="csY1903"/>
              </a:cxn>
              <a:cxn ang="0">
                <a:pos x="csX1904" y="csY1904"/>
              </a:cxn>
              <a:cxn ang="0">
                <a:pos x="csX1905" y="csY1905"/>
              </a:cxn>
              <a:cxn ang="0">
                <a:pos x="csX1906" y="csY1906"/>
              </a:cxn>
              <a:cxn ang="0">
                <a:pos x="csX1907" y="csY1907"/>
              </a:cxn>
              <a:cxn ang="0">
                <a:pos x="csX1908" y="csY1908"/>
              </a:cxn>
              <a:cxn ang="0">
                <a:pos x="csX1909" y="csY1909"/>
              </a:cxn>
              <a:cxn ang="0">
                <a:pos x="csX1910" y="csY1910"/>
              </a:cxn>
              <a:cxn ang="0">
                <a:pos x="csX1911" y="csY1911"/>
              </a:cxn>
              <a:cxn ang="0">
                <a:pos x="csX1912" y="csY1912"/>
              </a:cxn>
              <a:cxn ang="0">
                <a:pos x="csX1913" y="csY1913"/>
              </a:cxn>
              <a:cxn ang="0">
                <a:pos x="csX1914" y="csY1914"/>
              </a:cxn>
              <a:cxn ang="0">
                <a:pos x="csX1915" y="csY1915"/>
              </a:cxn>
              <a:cxn ang="0">
                <a:pos x="csX1916" y="csY1916"/>
              </a:cxn>
              <a:cxn ang="0">
                <a:pos x="csX1917" y="csY1917"/>
              </a:cxn>
              <a:cxn ang="0">
                <a:pos x="csX1918" y="csY1918"/>
              </a:cxn>
              <a:cxn ang="0">
                <a:pos x="csX1919" y="csY1919"/>
              </a:cxn>
              <a:cxn ang="0">
                <a:pos x="csX1920" y="csY1920"/>
              </a:cxn>
              <a:cxn ang="0">
                <a:pos x="csX1921" y="csY1921"/>
              </a:cxn>
              <a:cxn ang="0">
                <a:pos x="csX1922" y="csY1922"/>
              </a:cxn>
              <a:cxn ang="0">
                <a:pos x="csX1923" y="csY1923"/>
              </a:cxn>
              <a:cxn ang="0">
                <a:pos x="csX1924" y="csY1924"/>
              </a:cxn>
              <a:cxn ang="0">
                <a:pos x="csX1925" y="csY1925"/>
              </a:cxn>
              <a:cxn ang="0">
                <a:pos x="csX1926" y="csY1926"/>
              </a:cxn>
              <a:cxn ang="0">
                <a:pos x="csX1927" y="csY1927"/>
              </a:cxn>
              <a:cxn ang="0">
                <a:pos x="csX1928" y="csY1928"/>
              </a:cxn>
              <a:cxn ang="0">
                <a:pos x="csX1929" y="csY1929"/>
              </a:cxn>
              <a:cxn ang="0">
                <a:pos x="csX1930" y="csY1930"/>
              </a:cxn>
              <a:cxn ang="0">
                <a:pos x="csX1931" y="csY1931"/>
              </a:cxn>
              <a:cxn ang="0">
                <a:pos x="csX1932" y="csY1932"/>
              </a:cxn>
              <a:cxn ang="0">
                <a:pos x="csX1933" y="csY1933"/>
              </a:cxn>
              <a:cxn ang="0">
                <a:pos x="csX1934" y="csY1934"/>
              </a:cxn>
              <a:cxn ang="0">
                <a:pos x="csX1935" y="csY1935"/>
              </a:cxn>
              <a:cxn ang="0">
                <a:pos x="csX1936" y="csY1936"/>
              </a:cxn>
              <a:cxn ang="0">
                <a:pos x="csX1937" y="csY1937"/>
              </a:cxn>
              <a:cxn ang="0">
                <a:pos x="csX1938" y="csY1938"/>
              </a:cxn>
              <a:cxn ang="0">
                <a:pos x="csX1939" y="csY1939"/>
              </a:cxn>
              <a:cxn ang="0">
                <a:pos x="csX1940" y="csY1940"/>
              </a:cxn>
              <a:cxn ang="0">
                <a:pos x="csX1941" y="csY1941"/>
              </a:cxn>
              <a:cxn ang="0">
                <a:pos x="csX1942" y="csY1942"/>
              </a:cxn>
              <a:cxn ang="0">
                <a:pos x="csX1943" y="csY1943"/>
              </a:cxn>
              <a:cxn ang="0">
                <a:pos x="csX1944" y="csY1944"/>
              </a:cxn>
              <a:cxn ang="0">
                <a:pos x="csX1945" y="csY1945"/>
              </a:cxn>
              <a:cxn ang="0">
                <a:pos x="csX1946" y="csY1946"/>
              </a:cxn>
              <a:cxn ang="0">
                <a:pos x="csX1947" y="csY1947"/>
              </a:cxn>
              <a:cxn ang="0">
                <a:pos x="csX1948" y="csY1948"/>
              </a:cxn>
              <a:cxn ang="0">
                <a:pos x="csX1949" y="csY1949"/>
              </a:cxn>
              <a:cxn ang="0">
                <a:pos x="csX1950" y="csY1950"/>
              </a:cxn>
              <a:cxn ang="0">
                <a:pos x="csX1951" y="csY1951"/>
              </a:cxn>
              <a:cxn ang="0">
                <a:pos x="csX1952" y="csY1952"/>
              </a:cxn>
              <a:cxn ang="0">
                <a:pos x="csX1953" y="csY1953"/>
              </a:cxn>
              <a:cxn ang="0">
                <a:pos x="csX1954" y="csY1954"/>
              </a:cxn>
              <a:cxn ang="0">
                <a:pos x="csX1955" y="csY1955"/>
              </a:cxn>
              <a:cxn ang="0">
                <a:pos x="csX1956" y="csY1956"/>
              </a:cxn>
              <a:cxn ang="0">
                <a:pos x="csX1957" y="csY1957"/>
              </a:cxn>
              <a:cxn ang="0">
                <a:pos x="csX1958" y="csY1958"/>
              </a:cxn>
              <a:cxn ang="0">
                <a:pos x="csX1959" y="csY1959"/>
              </a:cxn>
              <a:cxn ang="0">
                <a:pos x="csX1960" y="csY1960"/>
              </a:cxn>
              <a:cxn ang="0">
                <a:pos x="csX1961" y="csY1961"/>
              </a:cxn>
              <a:cxn ang="0">
                <a:pos x="csX1962" y="csY1962"/>
              </a:cxn>
              <a:cxn ang="0">
                <a:pos x="csX1963" y="csY1963"/>
              </a:cxn>
              <a:cxn ang="0">
                <a:pos x="csX1964" y="csY1964"/>
              </a:cxn>
              <a:cxn ang="0">
                <a:pos x="csX1965" y="csY1965"/>
              </a:cxn>
              <a:cxn ang="0">
                <a:pos x="csX1966" y="csY1966"/>
              </a:cxn>
              <a:cxn ang="0">
                <a:pos x="csX1967" y="csY1967"/>
              </a:cxn>
              <a:cxn ang="0">
                <a:pos x="csX1968" y="csY1968"/>
              </a:cxn>
              <a:cxn ang="0">
                <a:pos x="csX1969" y="csY1969"/>
              </a:cxn>
              <a:cxn ang="0">
                <a:pos x="csX1970" y="csY1970"/>
              </a:cxn>
              <a:cxn ang="0">
                <a:pos x="csX1971" y="csY1971"/>
              </a:cxn>
              <a:cxn ang="0">
                <a:pos x="csX1972" y="csY1972"/>
              </a:cxn>
              <a:cxn ang="0">
                <a:pos x="csX1973" y="csY1973"/>
              </a:cxn>
              <a:cxn ang="0">
                <a:pos x="csX1974" y="csY1974"/>
              </a:cxn>
              <a:cxn ang="0">
                <a:pos x="csX1975" y="csY1975"/>
              </a:cxn>
              <a:cxn ang="0">
                <a:pos x="csX1976" y="csY1976"/>
              </a:cxn>
              <a:cxn ang="0">
                <a:pos x="csX1977" y="csY1977"/>
              </a:cxn>
              <a:cxn ang="0">
                <a:pos x="csX1978" y="csY1978"/>
              </a:cxn>
              <a:cxn ang="0">
                <a:pos x="csX1979" y="csY1979"/>
              </a:cxn>
              <a:cxn ang="0">
                <a:pos x="csX1980" y="csY1980"/>
              </a:cxn>
              <a:cxn ang="0">
                <a:pos x="csX1981" y="csY1981"/>
              </a:cxn>
              <a:cxn ang="0">
                <a:pos x="csX1982" y="csY1982"/>
              </a:cxn>
              <a:cxn ang="0">
                <a:pos x="csX1983" y="csY1983"/>
              </a:cxn>
              <a:cxn ang="0">
                <a:pos x="csX1984" y="csY1984"/>
              </a:cxn>
              <a:cxn ang="0">
                <a:pos x="csX1985" y="csY1985"/>
              </a:cxn>
              <a:cxn ang="0">
                <a:pos x="csX1986" y="csY1986"/>
              </a:cxn>
              <a:cxn ang="0">
                <a:pos x="csX1987" y="csY1987"/>
              </a:cxn>
              <a:cxn ang="0">
                <a:pos x="csX1988" y="csY1988"/>
              </a:cxn>
              <a:cxn ang="0">
                <a:pos x="csX1989" y="csY1989"/>
              </a:cxn>
              <a:cxn ang="0">
                <a:pos x="csX1990" y="csY1990"/>
              </a:cxn>
              <a:cxn ang="0">
                <a:pos x="csX1991" y="csY1991"/>
              </a:cxn>
              <a:cxn ang="0">
                <a:pos x="csX1992" y="csY1992"/>
              </a:cxn>
              <a:cxn ang="0">
                <a:pos x="csX1993" y="csY1993"/>
              </a:cxn>
              <a:cxn ang="0">
                <a:pos x="csX1994" y="csY1994"/>
              </a:cxn>
              <a:cxn ang="0">
                <a:pos x="csX1995" y="csY1995"/>
              </a:cxn>
              <a:cxn ang="0">
                <a:pos x="csX1996" y="csY1996"/>
              </a:cxn>
              <a:cxn ang="0">
                <a:pos x="csX1997" y="csY1997"/>
              </a:cxn>
              <a:cxn ang="0">
                <a:pos x="csX1998" y="csY1998"/>
              </a:cxn>
              <a:cxn ang="0">
                <a:pos x="csX1999" y="csY1999"/>
              </a:cxn>
              <a:cxn ang="0">
                <a:pos x="csX2000" y="csY2000"/>
              </a:cxn>
              <a:cxn ang="0">
                <a:pos x="csX2001" y="csY2001"/>
              </a:cxn>
              <a:cxn ang="0">
                <a:pos x="csX2002" y="csY2002"/>
              </a:cxn>
              <a:cxn ang="0">
                <a:pos x="csX2003" y="csY2003"/>
              </a:cxn>
              <a:cxn ang="0">
                <a:pos x="csX2004" y="csY2004"/>
              </a:cxn>
              <a:cxn ang="0">
                <a:pos x="csX2005" y="csY2005"/>
              </a:cxn>
              <a:cxn ang="0">
                <a:pos x="csX2006" y="csY2006"/>
              </a:cxn>
              <a:cxn ang="0">
                <a:pos x="csX2007" y="csY2007"/>
              </a:cxn>
              <a:cxn ang="0">
                <a:pos x="csX2008" y="csY2008"/>
              </a:cxn>
              <a:cxn ang="0">
                <a:pos x="csX2009" y="csY2009"/>
              </a:cxn>
              <a:cxn ang="0">
                <a:pos x="csX2010" y="csY2010"/>
              </a:cxn>
              <a:cxn ang="0">
                <a:pos x="csX2011" y="csY2011"/>
              </a:cxn>
              <a:cxn ang="0">
                <a:pos x="csX2012" y="csY2012"/>
              </a:cxn>
              <a:cxn ang="0">
                <a:pos x="csX2013" y="csY2013"/>
              </a:cxn>
              <a:cxn ang="0">
                <a:pos x="csX2014" y="csY2014"/>
              </a:cxn>
              <a:cxn ang="0">
                <a:pos x="csX2015" y="csY2015"/>
              </a:cxn>
              <a:cxn ang="0">
                <a:pos x="csX2016" y="csY2016"/>
              </a:cxn>
              <a:cxn ang="0">
                <a:pos x="csX2017" y="csY2017"/>
              </a:cxn>
              <a:cxn ang="0">
                <a:pos x="csX2018" y="csY2018"/>
              </a:cxn>
              <a:cxn ang="0">
                <a:pos x="csX2019" y="csY2019"/>
              </a:cxn>
              <a:cxn ang="0">
                <a:pos x="csX2020" y="csY2020"/>
              </a:cxn>
              <a:cxn ang="0">
                <a:pos x="csX2021" y="csY2021"/>
              </a:cxn>
              <a:cxn ang="0">
                <a:pos x="csX2022" y="csY2022"/>
              </a:cxn>
              <a:cxn ang="0">
                <a:pos x="csX2023" y="csY2023"/>
              </a:cxn>
              <a:cxn ang="0">
                <a:pos x="csX2024" y="csY2024"/>
              </a:cxn>
              <a:cxn ang="0">
                <a:pos x="csX2025" y="csY2025"/>
              </a:cxn>
              <a:cxn ang="0">
                <a:pos x="csX2026" y="csY2026"/>
              </a:cxn>
              <a:cxn ang="0">
                <a:pos x="csX2027" y="csY2027"/>
              </a:cxn>
              <a:cxn ang="0">
                <a:pos x="csX2028" y="csY2028"/>
              </a:cxn>
              <a:cxn ang="0">
                <a:pos x="csX2029" y="csY2029"/>
              </a:cxn>
              <a:cxn ang="0">
                <a:pos x="csX2030" y="csY2030"/>
              </a:cxn>
              <a:cxn ang="0">
                <a:pos x="csX2031" y="csY2031"/>
              </a:cxn>
              <a:cxn ang="0">
                <a:pos x="csX2032" y="csY2032"/>
              </a:cxn>
              <a:cxn ang="0">
                <a:pos x="csX2033" y="csY2033"/>
              </a:cxn>
              <a:cxn ang="0">
                <a:pos x="csX2034" y="csY2034"/>
              </a:cxn>
              <a:cxn ang="0">
                <a:pos x="csX2035" y="csY2035"/>
              </a:cxn>
              <a:cxn ang="0">
                <a:pos x="csX2036" y="csY2036"/>
              </a:cxn>
              <a:cxn ang="0">
                <a:pos x="csX2037" y="csY2037"/>
              </a:cxn>
              <a:cxn ang="0">
                <a:pos x="csX2038" y="csY2038"/>
              </a:cxn>
              <a:cxn ang="0">
                <a:pos x="csX2039" y="csY2039"/>
              </a:cxn>
              <a:cxn ang="0">
                <a:pos x="csX2040" y="csY2040"/>
              </a:cxn>
              <a:cxn ang="0">
                <a:pos x="csX2041" y="csY2041"/>
              </a:cxn>
              <a:cxn ang="0">
                <a:pos x="csX2042" y="csY2042"/>
              </a:cxn>
              <a:cxn ang="0">
                <a:pos x="csX2043" y="csY2043"/>
              </a:cxn>
              <a:cxn ang="0">
                <a:pos x="csX2044" y="csY2044"/>
              </a:cxn>
              <a:cxn ang="0">
                <a:pos x="csX2045" y="csY2045"/>
              </a:cxn>
              <a:cxn ang="0">
                <a:pos x="csX2046" y="csY2046"/>
              </a:cxn>
              <a:cxn ang="0">
                <a:pos x="csX2047" y="csY2047"/>
              </a:cxn>
              <a:cxn ang="0">
                <a:pos x="csX2048" y="csY2048"/>
              </a:cxn>
              <a:cxn ang="0">
                <a:pos x="csX2049" y="csY2049"/>
              </a:cxn>
              <a:cxn ang="0">
                <a:pos x="csX2050" y="csY2050"/>
              </a:cxn>
              <a:cxn ang="0">
                <a:pos x="csX2051" y="csY2051"/>
              </a:cxn>
              <a:cxn ang="0">
                <a:pos x="csX2052" y="csY2052"/>
              </a:cxn>
              <a:cxn ang="0">
                <a:pos x="csX2053" y="csY2053"/>
              </a:cxn>
              <a:cxn ang="0">
                <a:pos x="csX2054" y="csY2054"/>
              </a:cxn>
              <a:cxn ang="0">
                <a:pos x="csX2055" y="csY2055"/>
              </a:cxn>
              <a:cxn ang="0">
                <a:pos x="csX2056" y="csY2056"/>
              </a:cxn>
              <a:cxn ang="0">
                <a:pos x="csX2057" y="csY2057"/>
              </a:cxn>
              <a:cxn ang="0">
                <a:pos x="csX2058" y="csY2058"/>
              </a:cxn>
              <a:cxn ang="0">
                <a:pos x="csX2059" y="csY2059"/>
              </a:cxn>
              <a:cxn ang="0">
                <a:pos x="csX2060" y="csY2060"/>
              </a:cxn>
              <a:cxn ang="0">
                <a:pos x="csX2061" y="csY2061"/>
              </a:cxn>
              <a:cxn ang="0">
                <a:pos x="csX2062" y="csY2062"/>
              </a:cxn>
              <a:cxn ang="0">
                <a:pos x="csX2063" y="csY2063"/>
              </a:cxn>
              <a:cxn ang="0">
                <a:pos x="csX2064" y="csY2064"/>
              </a:cxn>
              <a:cxn ang="0">
                <a:pos x="csX2065" y="csY2065"/>
              </a:cxn>
              <a:cxn ang="0">
                <a:pos x="csX2066" y="csY2066"/>
              </a:cxn>
              <a:cxn ang="0">
                <a:pos x="csX2067" y="csY2067"/>
              </a:cxn>
              <a:cxn ang="0">
                <a:pos x="csX2068" y="csY2068"/>
              </a:cxn>
              <a:cxn ang="0">
                <a:pos x="csX2069" y="csY2069"/>
              </a:cxn>
              <a:cxn ang="0">
                <a:pos x="csX2070" y="csY2070"/>
              </a:cxn>
              <a:cxn ang="0">
                <a:pos x="csX2071" y="csY2071"/>
              </a:cxn>
              <a:cxn ang="0">
                <a:pos x="csX2072" y="csY2072"/>
              </a:cxn>
              <a:cxn ang="0">
                <a:pos x="csX2073" y="csY2073"/>
              </a:cxn>
              <a:cxn ang="0">
                <a:pos x="csX2074" y="csY2074"/>
              </a:cxn>
              <a:cxn ang="0">
                <a:pos x="csX2075" y="csY2075"/>
              </a:cxn>
              <a:cxn ang="0">
                <a:pos x="csX2076" y="csY2076"/>
              </a:cxn>
              <a:cxn ang="0">
                <a:pos x="csX2077" y="csY2077"/>
              </a:cxn>
              <a:cxn ang="0">
                <a:pos x="csX2078" y="csY2078"/>
              </a:cxn>
              <a:cxn ang="0">
                <a:pos x="csX2079" y="csY2079"/>
              </a:cxn>
              <a:cxn ang="0">
                <a:pos x="csX2080" y="csY2080"/>
              </a:cxn>
              <a:cxn ang="0">
                <a:pos x="csX2081" y="csY2081"/>
              </a:cxn>
              <a:cxn ang="0">
                <a:pos x="csX2082" y="csY2082"/>
              </a:cxn>
              <a:cxn ang="0">
                <a:pos x="csX2083" y="csY2083"/>
              </a:cxn>
              <a:cxn ang="0">
                <a:pos x="csX2084" y="csY2084"/>
              </a:cxn>
              <a:cxn ang="0">
                <a:pos x="csX2085" y="csY2085"/>
              </a:cxn>
              <a:cxn ang="0">
                <a:pos x="csX2086" y="csY2086"/>
              </a:cxn>
              <a:cxn ang="0">
                <a:pos x="csX2087" y="csY2087"/>
              </a:cxn>
              <a:cxn ang="0">
                <a:pos x="csX2088" y="csY2088"/>
              </a:cxn>
              <a:cxn ang="0">
                <a:pos x="csX2089" y="csY2089"/>
              </a:cxn>
              <a:cxn ang="0">
                <a:pos x="csX2090" y="csY2090"/>
              </a:cxn>
              <a:cxn ang="0">
                <a:pos x="csX2091" y="csY2091"/>
              </a:cxn>
              <a:cxn ang="0">
                <a:pos x="csX2092" y="csY2092"/>
              </a:cxn>
              <a:cxn ang="0">
                <a:pos x="csX2093" y="csY2093"/>
              </a:cxn>
              <a:cxn ang="0">
                <a:pos x="csX2094" y="csY2094"/>
              </a:cxn>
              <a:cxn ang="0">
                <a:pos x="csX2095" y="csY2095"/>
              </a:cxn>
              <a:cxn ang="0">
                <a:pos x="csX2096" y="csY2096"/>
              </a:cxn>
              <a:cxn ang="0">
                <a:pos x="csX2097" y="csY2097"/>
              </a:cxn>
              <a:cxn ang="0">
                <a:pos x="csX2098" y="csY2098"/>
              </a:cxn>
              <a:cxn ang="0">
                <a:pos x="csX2099" y="csY2099"/>
              </a:cxn>
              <a:cxn ang="0">
                <a:pos x="csX2100" y="csY2100"/>
              </a:cxn>
              <a:cxn ang="0">
                <a:pos x="csX2101" y="csY2101"/>
              </a:cxn>
              <a:cxn ang="0">
                <a:pos x="csX2102" y="csY2102"/>
              </a:cxn>
              <a:cxn ang="0">
                <a:pos x="csX2103" y="csY2103"/>
              </a:cxn>
              <a:cxn ang="0">
                <a:pos x="csX2104" y="csY2104"/>
              </a:cxn>
              <a:cxn ang="0">
                <a:pos x="csX2105" y="csY2105"/>
              </a:cxn>
              <a:cxn ang="0">
                <a:pos x="csX2106" y="csY2106"/>
              </a:cxn>
              <a:cxn ang="0">
                <a:pos x="csX2107" y="csY2107"/>
              </a:cxn>
              <a:cxn ang="0">
                <a:pos x="csX2108" y="csY2108"/>
              </a:cxn>
              <a:cxn ang="0">
                <a:pos x="csX2109" y="csY2109"/>
              </a:cxn>
              <a:cxn ang="0">
                <a:pos x="csX2110" y="csY2110"/>
              </a:cxn>
              <a:cxn ang="0">
                <a:pos x="csX2111" y="csY2111"/>
              </a:cxn>
              <a:cxn ang="0">
                <a:pos x="csX2112" y="csY2112"/>
              </a:cxn>
              <a:cxn ang="0">
                <a:pos x="csX2113" y="csY2113"/>
              </a:cxn>
              <a:cxn ang="0">
                <a:pos x="csX2114" y="csY2114"/>
              </a:cxn>
              <a:cxn ang="0">
                <a:pos x="csX2115" y="csY2115"/>
              </a:cxn>
              <a:cxn ang="0">
                <a:pos x="csX2116" y="csY2116"/>
              </a:cxn>
              <a:cxn ang="0">
                <a:pos x="csX2117" y="csY2117"/>
              </a:cxn>
              <a:cxn ang="0">
                <a:pos x="csX2118" y="csY2118"/>
              </a:cxn>
              <a:cxn ang="0">
                <a:pos x="csX2119" y="csY2119"/>
              </a:cxn>
              <a:cxn ang="0">
                <a:pos x="csX2120" y="csY2120"/>
              </a:cxn>
              <a:cxn ang="0">
                <a:pos x="csX2121" y="csY2121"/>
              </a:cxn>
              <a:cxn ang="0">
                <a:pos x="csX2122" y="csY2122"/>
              </a:cxn>
              <a:cxn ang="0">
                <a:pos x="csX2123" y="csY2123"/>
              </a:cxn>
              <a:cxn ang="0">
                <a:pos x="csX2124" y="csY2124"/>
              </a:cxn>
              <a:cxn ang="0">
                <a:pos x="csX2125" y="csY2125"/>
              </a:cxn>
              <a:cxn ang="0">
                <a:pos x="csX2126" y="csY2126"/>
              </a:cxn>
              <a:cxn ang="0">
                <a:pos x="csX2127" y="csY2127"/>
              </a:cxn>
              <a:cxn ang="0">
                <a:pos x="csX2128" y="csY2128"/>
              </a:cxn>
              <a:cxn ang="0">
                <a:pos x="csX2129" y="csY2129"/>
              </a:cxn>
              <a:cxn ang="0">
                <a:pos x="csX2130" y="csY2130"/>
              </a:cxn>
              <a:cxn ang="0">
                <a:pos x="csX2131" y="csY2131"/>
              </a:cxn>
              <a:cxn ang="0">
                <a:pos x="csX2132" y="csY2132"/>
              </a:cxn>
              <a:cxn ang="0">
                <a:pos x="csX2133" y="csY2133"/>
              </a:cxn>
              <a:cxn ang="0">
                <a:pos x="csX2134" y="csY2134"/>
              </a:cxn>
              <a:cxn ang="0">
                <a:pos x="csX2135" y="csY2135"/>
              </a:cxn>
              <a:cxn ang="0">
                <a:pos x="csX2136" y="csY2136"/>
              </a:cxn>
              <a:cxn ang="0">
                <a:pos x="csX2137" y="csY2137"/>
              </a:cxn>
              <a:cxn ang="0">
                <a:pos x="csX2138" y="csY2138"/>
              </a:cxn>
              <a:cxn ang="0">
                <a:pos x="csX2139" y="csY2139"/>
              </a:cxn>
              <a:cxn ang="0">
                <a:pos x="csX2140" y="csY2140"/>
              </a:cxn>
              <a:cxn ang="0">
                <a:pos x="csX2141" y="csY2141"/>
              </a:cxn>
              <a:cxn ang="0">
                <a:pos x="csX2142" y="csY2142"/>
              </a:cxn>
              <a:cxn ang="0">
                <a:pos x="csX2143" y="csY2143"/>
              </a:cxn>
              <a:cxn ang="0">
                <a:pos x="csX2144" y="csY2144"/>
              </a:cxn>
              <a:cxn ang="0">
                <a:pos x="csX2145" y="csY2145"/>
              </a:cxn>
              <a:cxn ang="0">
                <a:pos x="csX2146" y="csY2146"/>
              </a:cxn>
              <a:cxn ang="0">
                <a:pos x="csX2147" y="csY2147"/>
              </a:cxn>
              <a:cxn ang="0">
                <a:pos x="csX2148" y="csY2148"/>
              </a:cxn>
              <a:cxn ang="0">
                <a:pos x="csX2149" y="csY2149"/>
              </a:cxn>
              <a:cxn ang="0">
                <a:pos x="csX2150" y="csY2150"/>
              </a:cxn>
              <a:cxn ang="0">
                <a:pos x="csX2151" y="csY2151"/>
              </a:cxn>
              <a:cxn ang="0">
                <a:pos x="csX2152" y="csY2152"/>
              </a:cxn>
              <a:cxn ang="0">
                <a:pos x="csX2153" y="csY2153"/>
              </a:cxn>
              <a:cxn ang="0">
                <a:pos x="csX2154" y="csY2154"/>
              </a:cxn>
              <a:cxn ang="0">
                <a:pos x="csX2155" y="csY2155"/>
              </a:cxn>
              <a:cxn ang="0">
                <a:pos x="csX2156" y="csY2156"/>
              </a:cxn>
              <a:cxn ang="0">
                <a:pos x="csX2157" y="csY2157"/>
              </a:cxn>
              <a:cxn ang="0">
                <a:pos x="csX2158" y="csY2158"/>
              </a:cxn>
              <a:cxn ang="0">
                <a:pos x="csX2159" y="csY2159"/>
              </a:cxn>
              <a:cxn ang="0">
                <a:pos x="csX2160" y="csY2160"/>
              </a:cxn>
              <a:cxn ang="0">
                <a:pos x="csX2161" y="csY2161"/>
              </a:cxn>
              <a:cxn ang="0">
                <a:pos x="csX2162" y="csY2162"/>
              </a:cxn>
              <a:cxn ang="0">
                <a:pos x="csX2163" y="csY2163"/>
              </a:cxn>
              <a:cxn ang="0">
                <a:pos x="csX2164" y="csY2164"/>
              </a:cxn>
              <a:cxn ang="0">
                <a:pos x="csX2165" y="csY2165"/>
              </a:cxn>
              <a:cxn ang="0">
                <a:pos x="csX2166" y="csY2166"/>
              </a:cxn>
              <a:cxn ang="0">
                <a:pos x="csX2167" y="csY2167"/>
              </a:cxn>
              <a:cxn ang="0">
                <a:pos x="csX2168" y="csY2168"/>
              </a:cxn>
              <a:cxn ang="0">
                <a:pos x="csX2169" y="csY2169"/>
              </a:cxn>
              <a:cxn ang="0">
                <a:pos x="csX2170" y="csY2170"/>
              </a:cxn>
              <a:cxn ang="0">
                <a:pos x="csX2171" y="csY2171"/>
              </a:cxn>
              <a:cxn ang="0">
                <a:pos x="csX2172" y="csY2172"/>
              </a:cxn>
              <a:cxn ang="0">
                <a:pos x="csX2173" y="csY2173"/>
              </a:cxn>
              <a:cxn ang="0">
                <a:pos x="csX2174" y="csY2174"/>
              </a:cxn>
              <a:cxn ang="0">
                <a:pos x="csX2175" y="csY2175"/>
              </a:cxn>
              <a:cxn ang="0">
                <a:pos x="csX2176" y="csY2176"/>
              </a:cxn>
              <a:cxn ang="0">
                <a:pos x="csX2177" y="csY2177"/>
              </a:cxn>
              <a:cxn ang="0">
                <a:pos x="csX2178" y="csY2178"/>
              </a:cxn>
              <a:cxn ang="0">
                <a:pos x="csX2179" y="csY2179"/>
              </a:cxn>
              <a:cxn ang="0">
                <a:pos x="csX2180" y="csY2180"/>
              </a:cxn>
              <a:cxn ang="0">
                <a:pos x="csX2181" y="csY2181"/>
              </a:cxn>
              <a:cxn ang="0">
                <a:pos x="csX2182" y="csY2182"/>
              </a:cxn>
              <a:cxn ang="0">
                <a:pos x="csX2183" y="csY2183"/>
              </a:cxn>
              <a:cxn ang="0">
                <a:pos x="csX2184" y="csY2184"/>
              </a:cxn>
              <a:cxn ang="0">
                <a:pos x="csX2185" y="csY2185"/>
              </a:cxn>
              <a:cxn ang="0">
                <a:pos x="csX2186" y="csY2186"/>
              </a:cxn>
              <a:cxn ang="0">
                <a:pos x="csX2187" y="csY2187"/>
              </a:cxn>
              <a:cxn ang="0">
                <a:pos x="csX2188" y="csY2188"/>
              </a:cxn>
              <a:cxn ang="0">
                <a:pos x="csX2189" y="csY2189"/>
              </a:cxn>
              <a:cxn ang="0">
                <a:pos x="csX2190" y="csY2190"/>
              </a:cxn>
              <a:cxn ang="0">
                <a:pos x="csX2191" y="csY2191"/>
              </a:cxn>
              <a:cxn ang="0">
                <a:pos x="csX2192" y="csY2192"/>
              </a:cxn>
              <a:cxn ang="0">
                <a:pos x="csX2193" y="csY2193"/>
              </a:cxn>
              <a:cxn ang="0">
                <a:pos x="csX2194" y="csY2194"/>
              </a:cxn>
              <a:cxn ang="0">
                <a:pos x="csX2195" y="csY2195"/>
              </a:cxn>
              <a:cxn ang="0">
                <a:pos x="csX2196" y="csY2196"/>
              </a:cxn>
              <a:cxn ang="0">
                <a:pos x="csX2197" y="csY2197"/>
              </a:cxn>
              <a:cxn ang="0">
                <a:pos x="csX2198" y="csY2198"/>
              </a:cxn>
              <a:cxn ang="0">
                <a:pos x="csX2199" y="csY2199"/>
              </a:cxn>
              <a:cxn ang="0">
                <a:pos x="csX2200" y="csY2200"/>
              </a:cxn>
              <a:cxn ang="0">
                <a:pos x="csX2201" y="csY2201"/>
              </a:cxn>
              <a:cxn ang="0">
                <a:pos x="csX2202" y="csY2202"/>
              </a:cxn>
              <a:cxn ang="0">
                <a:pos x="csX2203" y="csY2203"/>
              </a:cxn>
              <a:cxn ang="0">
                <a:pos x="csX2204" y="csY2204"/>
              </a:cxn>
              <a:cxn ang="0">
                <a:pos x="csX2205" y="csY2205"/>
              </a:cxn>
              <a:cxn ang="0">
                <a:pos x="csX2206" y="csY2206"/>
              </a:cxn>
              <a:cxn ang="0">
                <a:pos x="csX2207" y="csY2207"/>
              </a:cxn>
              <a:cxn ang="0">
                <a:pos x="csX2208" y="csY2208"/>
              </a:cxn>
              <a:cxn ang="0">
                <a:pos x="csX2209" y="csY2209"/>
              </a:cxn>
              <a:cxn ang="0">
                <a:pos x="csX2210" y="csY2210"/>
              </a:cxn>
              <a:cxn ang="0">
                <a:pos x="csX2211" y="csY2211"/>
              </a:cxn>
              <a:cxn ang="0">
                <a:pos x="csX2212" y="csY2212"/>
              </a:cxn>
              <a:cxn ang="0">
                <a:pos x="csX2213" y="csY2213"/>
              </a:cxn>
              <a:cxn ang="0">
                <a:pos x="csX2214" y="csY2214"/>
              </a:cxn>
              <a:cxn ang="0">
                <a:pos x="csX2215" y="csY2215"/>
              </a:cxn>
              <a:cxn ang="0">
                <a:pos x="csX2216" y="csY2216"/>
              </a:cxn>
              <a:cxn ang="0">
                <a:pos x="csX2217" y="csY2217"/>
              </a:cxn>
              <a:cxn ang="0">
                <a:pos x="csX2218" y="csY2218"/>
              </a:cxn>
              <a:cxn ang="0">
                <a:pos x="csX2219" y="csY2219"/>
              </a:cxn>
              <a:cxn ang="0">
                <a:pos x="csX2220" y="csY2220"/>
              </a:cxn>
              <a:cxn ang="0">
                <a:pos x="csX2221" y="csY2221"/>
              </a:cxn>
              <a:cxn ang="0">
                <a:pos x="csX2222" y="csY2222"/>
              </a:cxn>
              <a:cxn ang="0">
                <a:pos x="csX2223" y="csY2223"/>
              </a:cxn>
              <a:cxn ang="0">
                <a:pos x="csX2224" y="csY2224"/>
              </a:cxn>
              <a:cxn ang="0">
                <a:pos x="csX2225" y="csY2225"/>
              </a:cxn>
              <a:cxn ang="0">
                <a:pos x="csX2226" y="csY2226"/>
              </a:cxn>
              <a:cxn ang="0">
                <a:pos x="csX2227" y="csY2227"/>
              </a:cxn>
              <a:cxn ang="0">
                <a:pos x="csX2228" y="csY2228"/>
              </a:cxn>
              <a:cxn ang="0">
                <a:pos x="csX2229" y="csY2229"/>
              </a:cxn>
              <a:cxn ang="0">
                <a:pos x="csX2230" y="csY2230"/>
              </a:cxn>
              <a:cxn ang="0">
                <a:pos x="csX2231" y="csY2231"/>
              </a:cxn>
              <a:cxn ang="0">
                <a:pos x="csX2232" y="csY2232"/>
              </a:cxn>
              <a:cxn ang="0">
                <a:pos x="csX2233" y="csY2233"/>
              </a:cxn>
              <a:cxn ang="0">
                <a:pos x="csX2234" y="csY2234"/>
              </a:cxn>
              <a:cxn ang="0">
                <a:pos x="csX2235" y="csY2235"/>
              </a:cxn>
              <a:cxn ang="0">
                <a:pos x="csX2236" y="csY2236"/>
              </a:cxn>
              <a:cxn ang="0">
                <a:pos x="csX2237" y="csY2237"/>
              </a:cxn>
              <a:cxn ang="0">
                <a:pos x="csX2238" y="csY2238"/>
              </a:cxn>
              <a:cxn ang="0">
                <a:pos x="csX2239" y="csY2239"/>
              </a:cxn>
              <a:cxn ang="0">
                <a:pos x="csX2240" y="csY2240"/>
              </a:cxn>
              <a:cxn ang="0">
                <a:pos x="csX2241" y="csY2241"/>
              </a:cxn>
              <a:cxn ang="0">
                <a:pos x="csX2242" y="csY2242"/>
              </a:cxn>
              <a:cxn ang="0">
                <a:pos x="csX2243" y="csY2243"/>
              </a:cxn>
              <a:cxn ang="0">
                <a:pos x="csX2244" y="csY2244"/>
              </a:cxn>
              <a:cxn ang="0">
                <a:pos x="csX2245" y="csY2245"/>
              </a:cxn>
              <a:cxn ang="0">
                <a:pos x="csX2246" y="csY2246"/>
              </a:cxn>
              <a:cxn ang="0">
                <a:pos x="csX2247" y="csY2247"/>
              </a:cxn>
              <a:cxn ang="0">
                <a:pos x="csX2248" y="csY2248"/>
              </a:cxn>
              <a:cxn ang="0">
                <a:pos x="csX2249" y="csY2249"/>
              </a:cxn>
              <a:cxn ang="0">
                <a:pos x="csX2250" y="csY2250"/>
              </a:cxn>
              <a:cxn ang="0">
                <a:pos x="csX2251" y="csY2251"/>
              </a:cxn>
              <a:cxn ang="0">
                <a:pos x="csX2252" y="csY2252"/>
              </a:cxn>
              <a:cxn ang="0">
                <a:pos x="csX2253" y="csY2253"/>
              </a:cxn>
              <a:cxn ang="0">
                <a:pos x="csX2254" y="csY2254"/>
              </a:cxn>
              <a:cxn ang="0">
                <a:pos x="csX2255" y="csY2255"/>
              </a:cxn>
              <a:cxn ang="0">
                <a:pos x="csX2256" y="csY2256"/>
              </a:cxn>
              <a:cxn ang="0">
                <a:pos x="csX2257" y="csY2257"/>
              </a:cxn>
              <a:cxn ang="0">
                <a:pos x="csX2258" y="csY2258"/>
              </a:cxn>
              <a:cxn ang="0">
                <a:pos x="csX2259" y="csY2259"/>
              </a:cxn>
              <a:cxn ang="0">
                <a:pos x="csX2260" y="csY2260"/>
              </a:cxn>
              <a:cxn ang="0">
                <a:pos x="csX2261" y="csY2261"/>
              </a:cxn>
              <a:cxn ang="0">
                <a:pos x="csX2262" y="csY2262"/>
              </a:cxn>
              <a:cxn ang="0">
                <a:pos x="csX2263" y="csY2263"/>
              </a:cxn>
              <a:cxn ang="0">
                <a:pos x="csX2264" y="csY2264"/>
              </a:cxn>
              <a:cxn ang="0">
                <a:pos x="csX2265" y="csY2265"/>
              </a:cxn>
              <a:cxn ang="0">
                <a:pos x="csX2266" y="csY2266"/>
              </a:cxn>
              <a:cxn ang="0">
                <a:pos x="csX2267" y="csY2267"/>
              </a:cxn>
              <a:cxn ang="0">
                <a:pos x="csX2268" y="csY2268"/>
              </a:cxn>
              <a:cxn ang="0">
                <a:pos x="csX2269" y="csY2269"/>
              </a:cxn>
              <a:cxn ang="0">
                <a:pos x="csX2270" y="csY2270"/>
              </a:cxn>
              <a:cxn ang="0">
                <a:pos x="csX2271" y="csY2271"/>
              </a:cxn>
              <a:cxn ang="0">
                <a:pos x="csX2272" y="csY2272"/>
              </a:cxn>
              <a:cxn ang="0">
                <a:pos x="csX2273" y="csY2273"/>
              </a:cxn>
              <a:cxn ang="0">
                <a:pos x="csX2274" y="csY2274"/>
              </a:cxn>
              <a:cxn ang="0">
                <a:pos x="csX2275" y="csY2275"/>
              </a:cxn>
              <a:cxn ang="0">
                <a:pos x="csX2276" y="csY2276"/>
              </a:cxn>
              <a:cxn ang="0">
                <a:pos x="csX2277" y="csY2277"/>
              </a:cxn>
              <a:cxn ang="0">
                <a:pos x="csX2278" y="csY2278"/>
              </a:cxn>
              <a:cxn ang="0">
                <a:pos x="csX2279" y="csY2279"/>
              </a:cxn>
              <a:cxn ang="0">
                <a:pos x="csX2280" y="csY2280"/>
              </a:cxn>
              <a:cxn ang="0">
                <a:pos x="csX2281" y="csY2281"/>
              </a:cxn>
              <a:cxn ang="0">
                <a:pos x="csX2282" y="csY2282"/>
              </a:cxn>
              <a:cxn ang="0">
                <a:pos x="csX2283" y="csY2283"/>
              </a:cxn>
              <a:cxn ang="0">
                <a:pos x="csX2284" y="csY2284"/>
              </a:cxn>
              <a:cxn ang="0">
                <a:pos x="csX2285" y="csY2285"/>
              </a:cxn>
              <a:cxn ang="0">
                <a:pos x="csX2286" y="csY2286"/>
              </a:cxn>
              <a:cxn ang="0">
                <a:pos x="csX2287" y="csY2287"/>
              </a:cxn>
              <a:cxn ang="0">
                <a:pos x="csX2288" y="csY2288"/>
              </a:cxn>
              <a:cxn ang="0">
                <a:pos x="csX2289" y="csY2289"/>
              </a:cxn>
              <a:cxn ang="0">
                <a:pos x="csX2290" y="csY2290"/>
              </a:cxn>
              <a:cxn ang="0">
                <a:pos x="csX2291" y="csY2291"/>
              </a:cxn>
              <a:cxn ang="0">
                <a:pos x="csX2292" y="csY2292"/>
              </a:cxn>
              <a:cxn ang="0">
                <a:pos x="csX2293" y="csY2293"/>
              </a:cxn>
              <a:cxn ang="0">
                <a:pos x="csX2294" y="csY2294"/>
              </a:cxn>
              <a:cxn ang="0">
                <a:pos x="csX2295" y="csY2295"/>
              </a:cxn>
              <a:cxn ang="0">
                <a:pos x="csX2296" y="csY2296"/>
              </a:cxn>
              <a:cxn ang="0">
                <a:pos x="csX2297" y="csY2297"/>
              </a:cxn>
              <a:cxn ang="0">
                <a:pos x="csX2298" y="csY2298"/>
              </a:cxn>
              <a:cxn ang="0">
                <a:pos x="csX2299" y="csY2299"/>
              </a:cxn>
              <a:cxn ang="0">
                <a:pos x="csX2300" y="csY2300"/>
              </a:cxn>
              <a:cxn ang="0">
                <a:pos x="csX2301" y="csY2301"/>
              </a:cxn>
              <a:cxn ang="0">
                <a:pos x="csX2302" y="csY2302"/>
              </a:cxn>
              <a:cxn ang="0">
                <a:pos x="csX2303" y="csY2303"/>
              </a:cxn>
              <a:cxn ang="0">
                <a:pos x="csX2304" y="csY2304"/>
              </a:cxn>
              <a:cxn ang="0">
                <a:pos x="csX2305" y="csY2305"/>
              </a:cxn>
              <a:cxn ang="0">
                <a:pos x="csX2306" y="csY2306"/>
              </a:cxn>
              <a:cxn ang="0">
                <a:pos x="csX2307" y="csY2307"/>
              </a:cxn>
              <a:cxn ang="0">
                <a:pos x="csX2308" y="csY2308"/>
              </a:cxn>
              <a:cxn ang="0">
                <a:pos x="csX2309" y="csY2309"/>
              </a:cxn>
              <a:cxn ang="0">
                <a:pos x="csX2310" y="csY2310"/>
              </a:cxn>
              <a:cxn ang="0">
                <a:pos x="csX2311" y="csY2311"/>
              </a:cxn>
              <a:cxn ang="0">
                <a:pos x="csX2312" y="csY2312"/>
              </a:cxn>
              <a:cxn ang="0">
                <a:pos x="csX2313" y="csY2313"/>
              </a:cxn>
              <a:cxn ang="0">
                <a:pos x="csX2314" y="csY2314"/>
              </a:cxn>
              <a:cxn ang="0">
                <a:pos x="csX2315" y="csY2315"/>
              </a:cxn>
              <a:cxn ang="0">
                <a:pos x="csX2316" y="csY2316"/>
              </a:cxn>
              <a:cxn ang="0">
                <a:pos x="csX2317" y="csY2317"/>
              </a:cxn>
              <a:cxn ang="0">
                <a:pos x="csX2318" y="csY2318"/>
              </a:cxn>
              <a:cxn ang="0">
                <a:pos x="csX2319" y="csY2319"/>
              </a:cxn>
              <a:cxn ang="0">
                <a:pos x="csX2320" y="csY2320"/>
              </a:cxn>
              <a:cxn ang="0">
                <a:pos x="csX2321" y="csY2321"/>
              </a:cxn>
              <a:cxn ang="0">
                <a:pos x="csX2322" y="csY2322"/>
              </a:cxn>
              <a:cxn ang="0">
                <a:pos x="csX2323" y="csY2323"/>
              </a:cxn>
              <a:cxn ang="0">
                <a:pos x="csX2324" y="csY2324"/>
              </a:cxn>
              <a:cxn ang="0">
                <a:pos x="csX2325" y="csY2325"/>
              </a:cxn>
              <a:cxn ang="0">
                <a:pos x="csX2326" y="csY2326"/>
              </a:cxn>
              <a:cxn ang="0">
                <a:pos x="csX2327" y="csY2327"/>
              </a:cxn>
              <a:cxn ang="0">
                <a:pos x="csX2328" y="csY2328"/>
              </a:cxn>
              <a:cxn ang="0">
                <a:pos x="csX2329" y="csY2329"/>
              </a:cxn>
              <a:cxn ang="0">
                <a:pos x="csX2330" y="csY2330"/>
              </a:cxn>
              <a:cxn ang="0">
                <a:pos x="csX2331" y="csY2331"/>
              </a:cxn>
              <a:cxn ang="0">
                <a:pos x="csX2332" y="csY2332"/>
              </a:cxn>
              <a:cxn ang="0">
                <a:pos x="csX2333" y="csY2333"/>
              </a:cxn>
              <a:cxn ang="0">
                <a:pos x="csX2334" y="csY2334"/>
              </a:cxn>
              <a:cxn ang="0">
                <a:pos x="csX2335" y="csY2335"/>
              </a:cxn>
              <a:cxn ang="0">
                <a:pos x="csX2336" y="csY2336"/>
              </a:cxn>
              <a:cxn ang="0">
                <a:pos x="csX2337" y="csY2337"/>
              </a:cxn>
              <a:cxn ang="0">
                <a:pos x="csX2338" y="csY2338"/>
              </a:cxn>
              <a:cxn ang="0">
                <a:pos x="csX2339" y="csY2339"/>
              </a:cxn>
              <a:cxn ang="0">
                <a:pos x="csX2340" y="csY2340"/>
              </a:cxn>
              <a:cxn ang="0">
                <a:pos x="csX2341" y="csY2341"/>
              </a:cxn>
              <a:cxn ang="0">
                <a:pos x="csX2342" y="csY2342"/>
              </a:cxn>
              <a:cxn ang="0">
                <a:pos x="csX2343" y="csY2343"/>
              </a:cxn>
              <a:cxn ang="0">
                <a:pos x="csX2344" y="csY2344"/>
              </a:cxn>
              <a:cxn ang="0">
                <a:pos x="csX2345" y="csY2345"/>
              </a:cxn>
              <a:cxn ang="0">
                <a:pos x="csX2346" y="csY2346"/>
              </a:cxn>
              <a:cxn ang="0">
                <a:pos x="csX2347" y="csY2347"/>
              </a:cxn>
              <a:cxn ang="0">
                <a:pos x="csX2348" y="csY2348"/>
              </a:cxn>
              <a:cxn ang="0">
                <a:pos x="csX2349" y="csY2349"/>
              </a:cxn>
              <a:cxn ang="0">
                <a:pos x="csX2350" y="csY2350"/>
              </a:cxn>
              <a:cxn ang="0">
                <a:pos x="csX2351" y="csY2351"/>
              </a:cxn>
              <a:cxn ang="0">
                <a:pos x="csX2352" y="csY2352"/>
              </a:cxn>
              <a:cxn ang="0">
                <a:pos x="csX2353" y="csY2353"/>
              </a:cxn>
              <a:cxn ang="0">
                <a:pos x="csX2354" y="csY2354"/>
              </a:cxn>
              <a:cxn ang="0">
                <a:pos x="csX2355" y="csY2355"/>
              </a:cxn>
              <a:cxn ang="0">
                <a:pos x="csX2356" y="csY2356"/>
              </a:cxn>
              <a:cxn ang="0">
                <a:pos x="csX2357" y="csY2357"/>
              </a:cxn>
              <a:cxn ang="0">
                <a:pos x="csX2358" y="csY2358"/>
              </a:cxn>
              <a:cxn ang="0">
                <a:pos x="csX2359" y="csY2359"/>
              </a:cxn>
              <a:cxn ang="0">
                <a:pos x="csX2360" y="csY2360"/>
              </a:cxn>
              <a:cxn ang="0">
                <a:pos x="csX2361" y="csY2361"/>
              </a:cxn>
              <a:cxn ang="0">
                <a:pos x="csX2362" y="csY2362"/>
              </a:cxn>
              <a:cxn ang="0">
                <a:pos x="csX2363" y="csY2363"/>
              </a:cxn>
              <a:cxn ang="0">
                <a:pos x="csX2364" y="csY2364"/>
              </a:cxn>
              <a:cxn ang="0">
                <a:pos x="csX2365" y="csY2365"/>
              </a:cxn>
              <a:cxn ang="0">
                <a:pos x="csX2366" y="csY2366"/>
              </a:cxn>
              <a:cxn ang="0">
                <a:pos x="csX2367" y="csY2367"/>
              </a:cxn>
              <a:cxn ang="0">
                <a:pos x="csX2368" y="csY2368"/>
              </a:cxn>
              <a:cxn ang="0">
                <a:pos x="csX2369" y="csY2369"/>
              </a:cxn>
              <a:cxn ang="0">
                <a:pos x="csX2370" y="csY2370"/>
              </a:cxn>
              <a:cxn ang="0">
                <a:pos x="csX2371" y="csY2371"/>
              </a:cxn>
              <a:cxn ang="0">
                <a:pos x="csX2372" y="csY2372"/>
              </a:cxn>
              <a:cxn ang="0">
                <a:pos x="csX2373" y="csY2373"/>
              </a:cxn>
              <a:cxn ang="0">
                <a:pos x="csX2374" y="csY2374"/>
              </a:cxn>
              <a:cxn ang="0">
                <a:pos x="csX2375" y="csY2375"/>
              </a:cxn>
              <a:cxn ang="0">
                <a:pos x="csX2376" y="csY2376"/>
              </a:cxn>
              <a:cxn ang="0">
                <a:pos x="csX2377" y="csY2377"/>
              </a:cxn>
              <a:cxn ang="0">
                <a:pos x="csX2378" y="csY2378"/>
              </a:cxn>
              <a:cxn ang="0">
                <a:pos x="csX2379" y="csY2379"/>
              </a:cxn>
              <a:cxn ang="0">
                <a:pos x="csX2380" y="csY2380"/>
              </a:cxn>
              <a:cxn ang="0">
                <a:pos x="csX2381" y="csY2381"/>
              </a:cxn>
              <a:cxn ang="0">
                <a:pos x="csX2382" y="csY2382"/>
              </a:cxn>
              <a:cxn ang="0">
                <a:pos x="csX2383" y="csY2383"/>
              </a:cxn>
              <a:cxn ang="0">
                <a:pos x="csX2384" y="csY2384"/>
              </a:cxn>
              <a:cxn ang="0">
                <a:pos x="csX2385" y="csY2385"/>
              </a:cxn>
              <a:cxn ang="0">
                <a:pos x="csX2386" y="csY2386"/>
              </a:cxn>
              <a:cxn ang="0">
                <a:pos x="csX2387" y="csY2387"/>
              </a:cxn>
              <a:cxn ang="0">
                <a:pos x="csX2388" y="csY2388"/>
              </a:cxn>
              <a:cxn ang="0">
                <a:pos x="csX2389" y="csY2389"/>
              </a:cxn>
              <a:cxn ang="0">
                <a:pos x="csX2390" y="csY2390"/>
              </a:cxn>
              <a:cxn ang="0">
                <a:pos x="csX2391" y="csY2391"/>
              </a:cxn>
              <a:cxn ang="0">
                <a:pos x="csX2392" y="csY2392"/>
              </a:cxn>
              <a:cxn ang="0">
                <a:pos x="csX2393" y="csY2393"/>
              </a:cxn>
              <a:cxn ang="0">
                <a:pos x="csX2394" y="csY2394"/>
              </a:cxn>
              <a:cxn ang="0">
                <a:pos x="csX2395" y="csY2395"/>
              </a:cxn>
              <a:cxn ang="0">
                <a:pos x="csX2396" y="csY2396"/>
              </a:cxn>
              <a:cxn ang="0">
                <a:pos x="csX2397" y="csY2397"/>
              </a:cxn>
              <a:cxn ang="0">
                <a:pos x="csX2398" y="csY2398"/>
              </a:cxn>
              <a:cxn ang="0">
                <a:pos x="csX2399" y="csY2399"/>
              </a:cxn>
              <a:cxn ang="0">
                <a:pos x="csX2400" y="csY2400"/>
              </a:cxn>
              <a:cxn ang="0">
                <a:pos x="csX2401" y="csY2401"/>
              </a:cxn>
              <a:cxn ang="0">
                <a:pos x="csX2402" y="csY2402"/>
              </a:cxn>
              <a:cxn ang="0">
                <a:pos x="csX2403" y="csY2403"/>
              </a:cxn>
              <a:cxn ang="0">
                <a:pos x="csX2404" y="csY2404"/>
              </a:cxn>
              <a:cxn ang="0">
                <a:pos x="csX2405" y="csY2405"/>
              </a:cxn>
              <a:cxn ang="0">
                <a:pos x="csX2406" y="csY2406"/>
              </a:cxn>
              <a:cxn ang="0">
                <a:pos x="csX2407" y="csY2407"/>
              </a:cxn>
              <a:cxn ang="0">
                <a:pos x="csX2408" y="csY2408"/>
              </a:cxn>
              <a:cxn ang="0">
                <a:pos x="csX2409" y="csY2409"/>
              </a:cxn>
              <a:cxn ang="0">
                <a:pos x="csX2410" y="csY2410"/>
              </a:cxn>
              <a:cxn ang="0">
                <a:pos x="csX2411" y="csY2411"/>
              </a:cxn>
              <a:cxn ang="0">
                <a:pos x="csX2412" y="csY2412"/>
              </a:cxn>
              <a:cxn ang="0">
                <a:pos x="csX2413" y="csY2413"/>
              </a:cxn>
              <a:cxn ang="0">
                <a:pos x="csX2414" y="csY2414"/>
              </a:cxn>
              <a:cxn ang="0">
                <a:pos x="csX2415" y="csY2415"/>
              </a:cxn>
              <a:cxn ang="0">
                <a:pos x="csX2416" y="csY2416"/>
              </a:cxn>
              <a:cxn ang="0">
                <a:pos x="csX2417" y="csY2417"/>
              </a:cxn>
              <a:cxn ang="0">
                <a:pos x="csX2418" y="csY2418"/>
              </a:cxn>
              <a:cxn ang="0">
                <a:pos x="csX2419" y="csY2419"/>
              </a:cxn>
              <a:cxn ang="0">
                <a:pos x="csX2420" y="csY2420"/>
              </a:cxn>
              <a:cxn ang="0">
                <a:pos x="csX2421" y="csY2421"/>
              </a:cxn>
              <a:cxn ang="0">
                <a:pos x="csX2422" y="csY2422"/>
              </a:cxn>
              <a:cxn ang="0">
                <a:pos x="csX2423" y="csY2423"/>
              </a:cxn>
              <a:cxn ang="0">
                <a:pos x="csX2424" y="csY2424"/>
              </a:cxn>
              <a:cxn ang="0">
                <a:pos x="csX2425" y="csY2425"/>
              </a:cxn>
              <a:cxn ang="0">
                <a:pos x="csX2426" y="csY2426"/>
              </a:cxn>
              <a:cxn ang="0">
                <a:pos x="csX2427" y="csY2427"/>
              </a:cxn>
              <a:cxn ang="0">
                <a:pos x="csX2428" y="csY2428"/>
              </a:cxn>
              <a:cxn ang="0">
                <a:pos x="csX2429" y="csY2429"/>
              </a:cxn>
              <a:cxn ang="0">
                <a:pos x="csX2430" y="csY2430"/>
              </a:cxn>
              <a:cxn ang="0">
                <a:pos x="csX2431" y="csY2431"/>
              </a:cxn>
              <a:cxn ang="0">
                <a:pos x="csX2432" y="csY2432"/>
              </a:cxn>
              <a:cxn ang="0">
                <a:pos x="csX2433" y="csY2433"/>
              </a:cxn>
              <a:cxn ang="0">
                <a:pos x="csX2434" y="csY2434"/>
              </a:cxn>
              <a:cxn ang="0">
                <a:pos x="csX2435" y="csY2435"/>
              </a:cxn>
              <a:cxn ang="0">
                <a:pos x="csX2436" y="csY2436"/>
              </a:cxn>
              <a:cxn ang="0">
                <a:pos x="csX2437" y="csY2437"/>
              </a:cxn>
              <a:cxn ang="0">
                <a:pos x="csX2438" y="csY2438"/>
              </a:cxn>
              <a:cxn ang="0">
                <a:pos x="csX2439" y="csY2439"/>
              </a:cxn>
              <a:cxn ang="0">
                <a:pos x="csX2440" y="csY2440"/>
              </a:cxn>
              <a:cxn ang="0">
                <a:pos x="csX2441" y="csY2441"/>
              </a:cxn>
              <a:cxn ang="0">
                <a:pos x="csX2442" y="csY2442"/>
              </a:cxn>
              <a:cxn ang="0">
                <a:pos x="csX2443" y="csY2443"/>
              </a:cxn>
              <a:cxn ang="0">
                <a:pos x="csX2444" y="csY2444"/>
              </a:cxn>
              <a:cxn ang="0">
                <a:pos x="csX2445" y="csY2445"/>
              </a:cxn>
              <a:cxn ang="0">
                <a:pos x="csX2446" y="csY2446"/>
              </a:cxn>
              <a:cxn ang="0">
                <a:pos x="csX2447" y="csY2447"/>
              </a:cxn>
              <a:cxn ang="0">
                <a:pos x="csX2448" y="csY2448"/>
              </a:cxn>
              <a:cxn ang="0">
                <a:pos x="csX2449" y="csY2449"/>
              </a:cxn>
              <a:cxn ang="0">
                <a:pos x="csX2450" y="csY2450"/>
              </a:cxn>
              <a:cxn ang="0">
                <a:pos x="csX2451" y="csY2451"/>
              </a:cxn>
              <a:cxn ang="0">
                <a:pos x="csX2452" y="csY2452"/>
              </a:cxn>
              <a:cxn ang="0">
                <a:pos x="csX2453" y="csY2453"/>
              </a:cxn>
              <a:cxn ang="0">
                <a:pos x="csX2454" y="csY2454"/>
              </a:cxn>
              <a:cxn ang="0">
                <a:pos x="csX2455" y="csY2455"/>
              </a:cxn>
              <a:cxn ang="0">
                <a:pos x="csX2456" y="csY2456"/>
              </a:cxn>
              <a:cxn ang="0">
                <a:pos x="csX2457" y="csY2457"/>
              </a:cxn>
              <a:cxn ang="0">
                <a:pos x="csX2458" y="csY2458"/>
              </a:cxn>
              <a:cxn ang="0">
                <a:pos x="csX2459" y="csY2459"/>
              </a:cxn>
              <a:cxn ang="0">
                <a:pos x="csX2460" y="csY2460"/>
              </a:cxn>
              <a:cxn ang="0">
                <a:pos x="csX2461" y="csY2461"/>
              </a:cxn>
              <a:cxn ang="0">
                <a:pos x="csX2462" y="csY2462"/>
              </a:cxn>
              <a:cxn ang="0">
                <a:pos x="csX2463" y="csY2463"/>
              </a:cxn>
              <a:cxn ang="0">
                <a:pos x="csX2464" y="csY2464"/>
              </a:cxn>
              <a:cxn ang="0">
                <a:pos x="csX2465" y="csY2465"/>
              </a:cxn>
              <a:cxn ang="0">
                <a:pos x="csX2466" y="csY2466"/>
              </a:cxn>
              <a:cxn ang="0">
                <a:pos x="csX2467" y="csY2467"/>
              </a:cxn>
              <a:cxn ang="0">
                <a:pos x="csX2468" y="csY2468"/>
              </a:cxn>
              <a:cxn ang="0">
                <a:pos x="csX2469" y="csY2469"/>
              </a:cxn>
              <a:cxn ang="0">
                <a:pos x="csX2470" y="csY2470"/>
              </a:cxn>
              <a:cxn ang="0">
                <a:pos x="csX2471" y="csY2471"/>
              </a:cxn>
              <a:cxn ang="0">
                <a:pos x="csX2472" y="csY2472"/>
              </a:cxn>
              <a:cxn ang="0">
                <a:pos x="csX2473" y="csY2473"/>
              </a:cxn>
              <a:cxn ang="0">
                <a:pos x="csX2474" y="csY2474"/>
              </a:cxn>
              <a:cxn ang="0">
                <a:pos x="csX2475" y="csY2475"/>
              </a:cxn>
              <a:cxn ang="0">
                <a:pos x="csX2476" y="csY2476"/>
              </a:cxn>
              <a:cxn ang="0">
                <a:pos x="csX2477" y="csY2477"/>
              </a:cxn>
              <a:cxn ang="0">
                <a:pos x="csX2478" y="csY2478"/>
              </a:cxn>
              <a:cxn ang="0">
                <a:pos x="csX2479" y="csY2479"/>
              </a:cxn>
              <a:cxn ang="0">
                <a:pos x="csX2480" y="csY2480"/>
              </a:cxn>
              <a:cxn ang="0">
                <a:pos x="csX2481" y="csY2481"/>
              </a:cxn>
              <a:cxn ang="0">
                <a:pos x="csX2482" y="csY2482"/>
              </a:cxn>
              <a:cxn ang="0">
                <a:pos x="csX2483" y="csY2483"/>
              </a:cxn>
              <a:cxn ang="0">
                <a:pos x="csX2484" y="csY2484"/>
              </a:cxn>
              <a:cxn ang="0">
                <a:pos x="csX2485" y="csY2485"/>
              </a:cxn>
              <a:cxn ang="0">
                <a:pos x="csX2486" y="csY2486"/>
              </a:cxn>
              <a:cxn ang="0">
                <a:pos x="csX2487" y="csY2487"/>
              </a:cxn>
              <a:cxn ang="0">
                <a:pos x="csX2488" y="csY2488"/>
              </a:cxn>
              <a:cxn ang="0">
                <a:pos x="csX2489" y="csY2489"/>
              </a:cxn>
              <a:cxn ang="0">
                <a:pos x="csX2490" y="csY2490"/>
              </a:cxn>
              <a:cxn ang="0">
                <a:pos x="csX2491" y="csY2491"/>
              </a:cxn>
              <a:cxn ang="0">
                <a:pos x="csX2492" y="csY2492"/>
              </a:cxn>
              <a:cxn ang="0">
                <a:pos x="csX2493" y="csY2493"/>
              </a:cxn>
              <a:cxn ang="0">
                <a:pos x="csX2494" y="csY2494"/>
              </a:cxn>
              <a:cxn ang="0">
                <a:pos x="csX2495" y="csY2495"/>
              </a:cxn>
              <a:cxn ang="0">
                <a:pos x="csX2496" y="csY2496"/>
              </a:cxn>
              <a:cxn ang="0">
                <a:pos x="csX2497" y="csY2497"/>
              </a:cxn>
              <a:cxn ang="0">
                <a:pos x="csX2498" y="csY2498"/>
              </a:cxn>
              <a:cxn ang="0">
                <a:pos x="csX2499" y="csY2499"/>
              </a:cxn>
              <a:cxn ang="0">
                <a:pos x="csX2500" y="csY2500"/>
              </a:cxn>
              <a:cxn ang="0">
                <a:pos x="csX2501" y="csY2501"/>
              </a:cxn>
              <a:cxn ang="0">
                <a:pos x="csX2502" y="csY2502"/>
              </a:cxn>
              <a:cxn ang="0">
                <a:pos x="csX2503" y="csY2503"/>
              </a:cxn>
              <a:cxn ang="0">
                <a:pos x="csX2504" y="csY2504"/>
              </a:cxn>
              <a:cxn ang="0">
                <a:pos x="csX2505" y="csY2505"/>
              </a:cxn>
              <a:cxn ang="0">
                <a:pos x="csX2506" y="csY2506"/>
              </a:cxn>
              <a:cxn ang="0">
                <a:pos x="csX2507" y="csY2507"/>
              </a:cxn>
              <a:cxn ang="0">
                <a:pos x="csX2508" y="csY2508"/>
              </a:cxn>
              <a:cxn ang="0">
                <a:pos x="csX2509" y="csY2509"/>
              </a:cxn>
              <a:cxn ang="0">
                <a:pos x="csX2510" y="csY2510"/>
              </a:cxn>
              <a:cxn ang="0">
                <a:pos x="csX2511" y="csY2511"/>
              </a:cxn>
              <a:cxn ang="0">
                <a:pos x="csX2512" y="csY2512"/>
              </a:cxn>
              <a:cxn ang="0">
                <a:pos x="csX2513" y="csY2513"/>
              </a:cxn>
              <a:cxn ang="0">
                <a:pos x="csX2514" y="csY2514"/>
              </a:cxn>
              <a:cxn ang="0">
                <a:pos x="csX2515" y="csY2515"/>
              </a:cxn>
              <a:cxn ang="0">
                <a:pos x="csX2516" y="csY2516"/>
              </a:cxn>
              <a:cxn ang="0">
                <a:pos x="csX2517" y="csY2517"/>
              </a:cxn>
              <a:cxn ang="0">
                <a:pos x="csX2518" y="csY2518"/>
              </a:cxn>
              <a:cxn ang="0">
                <a:pos x="csX2519" y="csY2519"/>
              </a:cxn>
              <a:cxn ang="0">
                <a:pos x="csX2520" y="csY2520"/>
              </a:cxn>
              <a:cxn ang="0">
                <a:pos x="csX2521" y="csY2521"/>
              </a:cxn>
              <a:cxn ang="0">
                <a:pos x="csX2522" y="csY2522"/>
              </a:cxn>
              <a:cxn ang="0">
                <a:pos x="csX2523" y="csY2523"/>
              </a:cxn>
              <a:cxn ang="0">
                <a:pos x="csX2524" y="csY2524"/>
              </a:cxn>
              <a:cxn ang="0">
                <a:pos x="csX2525" y="csY2525"/>
              </a:cxn>
              <a:cxn ang="0">
                <a:pos x="csX2526" y="csY2526"/>
              </a:cxn>
              <a:cxn ang="0">
                <a:pos x="csX2527" y="csY2527"/>
              </a:cxn>
              <a:cxn ang="0">
                <a:pos x="csX2528" y="csY2528"/>
              </a:cxn>
              <a:cxn ang="0">
                <a:pos x="csX2529" y="csY2529"/>
              </a:cxn>
              <a:cxn ang="0">
                <a:pos x="csX2530" y="csY2530"/>
              </a:cxn>
              <a:cxn ang="0">
                <a:pos x="csX2531" y="csY2531"/>
              </a:cxn>
              <a:cxn ang="0">
                <a:pos x="csX2532" y="csY2532"/>
              </a:cxn>
              <a:cxn ang="0">
                <a:pos x="csX2533" y="csY2533"/>
              </a:cxn>
              <a:cxn ang="0">
                <a:pos x="csX2534" y="csY2534"/>
              </a:cxn>
              <a:cxn ang="0">
                <a:pos x="csX2535" y="csY2535"/>
              </a:cxn>
              <a:cxn ang="0">
                <a:pos x="csX2536" y="csY2536"/>
              </a:cxn>
              <a:cxn ang="0">
                <a:pos x="csX2537" y="csY2537"/>
              </a:cxn>
              <a:cxn ang="0">
                <a:pos x="csX2538" y="csY2538"/>
              </a:cxn>
              <a:cxn ang="0">
                <a:pos x="csX2539" y="csY2539"/>
              </a:cxn>
              <a:cxn ang="0">
                <a:pos x="csX2540" y="csY2540"/>
              </a:cxn>
              <a:cxn ang="0">
                <a:pos x="csX2541" y="csY2541"/>
              </a:cxn>
              <a:cxn ang="0">
                <a:pos x="csX2542" y="csY2542"/>
              </a:cxn>
              <a:cxn ang="0">
                <a:pos x="csX2543" y="csY2543"/>
              </a:cxn>
              <a:cxn ang="0">
                <a:pos x="csX2544" y="csY2544"/>
              </a:cxn>
              <a:cxn ang="0">
                <a:pos x="csX2545" y="csY2545"/>
              </a:cxn>
              <a:cxn ang="0">
                <a:pos x="csX2546" y="csY2546"/>
              </a:cxn>
              <a:cxn ang="0">
                <a:pos x="csX2547" y="csY2547"/>
              </a:cxn>
              <a:cxn ang="0">
                <a:pos x="csX2548" y="csY2548"/>
              </a:cxn>
              <a:cxn ang="0">
                <a:pos x="csX2549" y="csY2549"/>
              </a:cxn>
              <a:cxn ang="0">
                <a:pos x="csX2550" y="csY2550"/>
              </a:cxn>
              <a:cxn ang="0">
                <a:pos x="csX2551" y="csY2551"/>
              </a:cxn>
              <a:cxn ang="0">
                <a:pos x="csX2552" y="csY2552"/>
              </a:cxn>
              <a:cxn ang="0">
                <a:pos x="csX2553" y="csY2553"/>
              </a:cxn>
              <a:cxn ang="0">
                <a:pos x="csX2554" y="csY2554"/>
              </a:cxn>
              <a:cxn ang="0">
                <a:pos x="csX2555" y="csY2555"/>
              </a:cxn>
              <a:cxn ang="0">
                <a:pos x="csX2556" y="csY2556"/>
              </a:cxn>
              <a:cxn ang="0">
                <a:pos x="csX2557" y="csY2557"/>
              </a:cxn>
              <a:cxn ang="0">
                <a:pos x="csX2558" y="csY2558"/>
              </a:cxn>
              <a:cxn ang="0">
                <a:pos x="csX2559" y="csY2559"/>
              </a:cxn>
              <a:cxn ang="0">
                <a:pos x="csX2560" y="csY2560"/>
              </a:cxn>
              <a:cxn ang="0">
                <a:pos x="csX2561" y="csY2561"/>
              </a:cxn>
              <a:cxn ang="0">
                <a:pos x="csX2562" y="csY2562"/>
              </a:cxn>
              <a:cxn ang="0">
                <a:pos x="csX2563" y="csY2563"/>
              </a:cxn>
              <a:cxn ang="0">
                <a:pos x="csX2564" y="csY2564"/>
              </a:cxn>
              <a:cxn ang="0">
                <a:pos x="csX2565" y="csY2565"/>
              </a:cxn>
              <a:cxn ang="0">
                <a:pos x="csX2566" y="csY2566"/>
              </a:cxn>
              <a:cxn ang="0">
                <a:pos x="csX2567" y="csY2567"/>
              </a:cxn>
              <a:cxn ang="0">
                <a:pos x="csX2568" y="csY2568"/>
              </a:cxn>
              <a:cxn ang="0">
                <a:pos x="csX2569" y="csY2569"/>
              </a:cxn>
              <a:cxn ang="0">
                <a:pos x="csX2570" y="csY2570"/>
              </a:cxn>
              <a:cxn ang="0">
                <a:pos x="csX2571" y="csY2571"/>
              </a:cxn>
              <a:cxn ang="0">
                <a:pos x="csX2572" y="csY2572"/>
              </a:cxn>
              <a:cxn ang="0">
                <a:pos x="csX2573" y="csY2573"/>
              </a:cxn>
              <a:cxn ang="0">
                <a:pos x="csX2574" y="csY2574"/>
              </a:cxn>
              <a:cxn ang="0">
                <a:pos x="csX2575" y="csY2575"/>
              </a:cxn>
              <a:cxn ang="0">
                <a:pos x="csX2576" y="csY2576"/>
              </a:cxn>
              <a:cxn ang="0">
                <a:pos x="csX2577" y="csY2577"/>
              </a:cxn>
              <a:cxn ang="0">
                <a:pos x="csX2578" y="csY2578"/>
              </a:cxn>
              <a:cxn ang="0">
                <a:pos x="csX2579" y="csY2579"/>
              </a:cxn>
              <a:cxn ang="0">
                <a:pos x="csX2580" y="csY2580"/>
              </a:cxn>
              <a:cxn ang="0">
                <a:pos x="csX2581" y="csY2581"/>
              </a:cxn>
              <a:cxn ang="0">
                <a:pos x="csX2582" y="csY2582"/>
              </a:cxn>
              <a:cxn ang="0">
                <a:pos x="csX2583" y="csY2583"/>
              </a:cxn>
              <a:cxn ang="0">
                <a:pos x="csX2584" y="csY2584"/>
              </a:cxn>
              <a:cxn ang="0">
                <a:pos x="csX2585" y="csY2585"/>
              </a:cxn>
              <a:cxn ang="0">
                <a:pos x="csX2586" y="csY2586"/>
              </a:cxn>
              <a:cxn ang="0">
                <a:pos x="csX2587" y="csY2587"/>
              </a:cxn>
              <a:cxn ang="0">
                <a:pos x="csX2588" y="csY2588"/>
              </a:cxn>
              <a:cxn ang="0">
                <a:pos x="csX2589" y="csY2589"/>
              </a:cxn>
              <a:cxn ang="0">
                <a:pos x="csX2590" y="csY2590"/>
              </a:cxn>
              <a:cxn ang="0">
                <a:pos x="csX2591" y="csY2591"/>
              </a:cxn>
              <a:cxn ang="0">
                <a:pos x="csX2592" y="csY2592"/>
              </a:cxn>
              <a:cxn ang="0">
                <a:pos x="csX2593" y="csY2593"/>
              </a:cxn>
              <a:cxn ang="0">
                <a:pos x="csX2594" y="csY2594"/>
              </a:cxn>
              <a:cxn ang="0">
                <a:pos x="csX2595" y="csY2595"/>
              </a:cxn>
              <a:cxn ang="0">
                <a:pos x="csX2596" y="csY2596"/>
              </a:cxn>
              <a:cxn ang="0">
                <a:pos x="csX2597" y="csY2597"/>
              </a:cxn>
              <a:cxn ang="0">
                <a:pos x="csX2598" y="csY2598"/>
              </a:cxn>
              <a:cxn ang="0">
                <a:pos x="csX2599" y="csY2599"/>
              </a:cxn>
              <a:cxn ang="0">
                <a:pos x="csX2600" y="csY2600"/>
              </a:cxn>
              <a:cxn ang="0">
                <a:pos x="csX2601" y="csY2601"/>
              </a:cxn>
              <a:cxn ang="0">
                <a:pos x="csX2602" y="csY2602"/>
              </a:cxn>
              <a:cxn ang="0">
                <a:pos x="csX2603" y="csY2603"/>
              </a:cxn>
              <a:cxn ang="0">
                <a:pos x="csX2604" y="csY2604"/>
              </a:cxn>
              <a:cxn ang="0">
                <a:pos x="csX2605" y="csY2605"/>
              </a:cxn>
              <a:cxn ang="0">
                <a:pos x="csX2606" y="csY2606"/>
              </a:cxn>
              <a:cxn ang="0">
                <a:pos x="csX2607" y="csY2607"/>
              </a:cxn>
              <a:cxn ang="0">
                <a:pos x="csX2608" y="csY2608"/>
              </a:cxn>
              <a:cxn ang="0">
                <a:pos x="csX2609" y="csY2609"/>
              </a:cxn>
              <a:cxn ang="0">
                <a:pos x="csX2610" y="csY2610"/>
              </a:cxn>
              <a:cxn ang="0">
                <a:pos x="csX2611" y="csY2611"/>
              </a:cxn>
              <a:cxn ang="0">
                <a:pos x="csX2612" y="csY2612"/>
              </a:cxn>
              <a:cxn ang="0">
                <a:pos x="csX2613" y="csY2613"/>
              </a:cxn>
              <a:cxn ang="0">
                <a:pos x="csX2614" y="csY2614"/>
              </a:cxn>
              <a:cxn ang="0">
                <a:pos x="csX2615" y="csY2615"/>
              </a:cxn>
              <a:cxn ang="0">
                <a:pos x="csX2616" y="csY2616"/>
              </a:cxn>
              <a:cxn ang="0">
                <a:pos x="csX2617" y="csY2617"/>
              </a:cxn>
              <a:cxn ang="0">
                <a:pos x="csX2618" y="csY2618"/>
              </a:cxn>
              <a:cxn ang="0">
                <a:pos x="csX2619" y="csY2619"/>
              </a:cxn>
              <a:cxn ang="0">
                <a:pos x="csX2620" y="csY2620"/>
              </a:cxn>
              <a:cxn ang="0">
                <a:pos x="csX2621" y="csY2621"/>
              </a:cxn>
              <a:cxn ang="0">
                <a:pos x="csX2622" y="csY2622"/>
              </a:cxn>
              <a:cxn ang="0">
                <a:pos x="csX2623" y="csY2623"/>
              </a:cxn>
              <a:cxn ang="0">
                <a:pos x="csX2624" y="csY2624"/>
              </a:cxn>
              <a:cxn ang="0">
                <a:pos x="csX2625" y="csY2625"/>
              </a:cxn>
              <a:cxn ang="0">
                <a:pos x="csX2626" y="csY2626"/>
              </a:cxn>
              <a:cxn ang="0">
                <a:pos x="csX2627" y="csY2627"/>
              </a:cxn>
              <a:cxn ang="0">
                <a:pos x="csX2628" y="csY2628"/>
              </a:cxn>
              <a:cxn ang="0">
                <a:pos x="csX2629" y="csY2629"/>
              </a:cxn>
              <a:cxn ang="0">
                <a:pos x="csX2630" y="csY2630"/>
              </a:cxn>
              <a:cxn ang="0">
                <a:pos x="csX2631" y="csY2631"/>
              </a:cxn>
              <a:cxn ang="0">
                <a:pos x="csX2632" y="csY2632"/>
              </a:cxn>
              <a:cxn ang="0">
                <a:pos x="csX2633" y="csY2633"/>
              </a:cxn>
              <a:cxn ang="0">
                <a:pos x="csX2634" y="csY2634"/>
              </a:cxn>
              <a:cxn ang="0">
                <a:pos x="csX2635" y="csY2635"/>
              </a:cxn>
              <a:cxn ang="0">
                <a:pos x="csX2636" y="csY2636"/>
              </a:cxn>
              <a:cxn ang="0">
                <a:pos x="csX2637" y="csY2637"/>
              </a:cxn>
              <a:cxn ang="0">
                <a:pos x="csX2638" y="csY2638"/>
              </a:cxn>
              <a:cxn ang="0">
                <a:pos x="csX2639" y="csY2639"/>
              </a:cxn>
              <a:cxn ang="0">
                <a:pos x="csX2640" y="csY2640"/>
              </a:cxn>
              <a:cxn ang="0">
                <a:pos x="csX2641" y="csY2641"/>
              </a:cxn>
              <a:cxn ang="0">
                <a:pos x="csX2642" y="csY2642"/>
              </a:cxn>
              <a:cxn ang="0">
                <a:pos x="csX2643" y="csY2643"/>
              </a:cxn>
              <a:cxn ang="0">
                <a:pos x="csX2644" y="csY2644"/>
              </a:cxn>
              <a:cxn ang="0">
                <a:pos x="csX2645" y="csY2645"/>
              </a:cxn>
              <a:cxn ang="0">
                <a:pos x="csX2646" y="csY2646"/>
              </a:cxn>
              <a:cxn ang="0">
                <a:pos x="csX2647" y="csY2647"/>
              </a:cxn>
              <a:cxn ang="0">
                <a:pos x="csX2648" y="csY2648"/>
              </a:cxn>
              <a:cxn ang="0">
                <a:pos x="csX2649" y="csY2649"/>
              </a:cxn>
              <a:cxn ang="0">
                <a:pos x="csX2650" y="csY2650"/>
              </a:cxn>
              <a:cxn ang="0">
                <a:pos x="csX2651" y="csY2651"/>
              </a:cxn>
              <a:cxn ang="0">
                <a:pos x="csX2652" y="csY2652"/>
              </a:cxn>
              <a:cxn ang="0">
                <a:pos x="csX2653" y="csY2653"/>
              </a:cxn>
              <a:cxn ang="0">
                <a:pos x="csX2654" y="csY2654"/>
              </a:cxn>
              <a:cxn ang="0">
                <a:pos x="csX2655" y="csY2655"/>
              </a:cxn>
              <a:cxn ang="0">
                <a:pos x="csX2656" y="csY2656"/>
              </a:cxn>
              <a:cxn ang="0">
                <a:pos x="csX2657" y="csY2657"/>
              </a:cxn>
              <a:cxn ang="0">
                <a:pos x="csX2658" y="csY2658"/>
              </a:cxn>
              <a:cxn ang="0">
                <a:pos x="csX2659" y="csY2659"/>
              </a:cxn>
              <a:cxn ang="0">
                <a:pos x="csX2660" y="csY2660"/>
              </a:cxn>
              <a:cxn ang="0">
                <a:pos x="csX2661" y="csY2661"/>
              </a:cxn>
              <a:cxn ang="0">
                <a:pos x="csX2662" y="csY2662"/>
              </a:cxn>
              <a:cxn ang="0">
                <a:pos x="csX2663" y="csY2663"/>
              </a:cxn>
              <a:cxn ang="0">
                <a:pos x="csX2664" y="csY2664"/>
              </a:cxn>
              <a:cxn ang="0">
                <a:pos x="csX2665" y="csY2665"/>
              </a:cxn>
              <a:cxn ang="0">
                <a:pos x="csX2666" y="csY2666"/>
              </a:cxn>
              <a:cxn ang="0">
                <a:pos x="csX2667" y="csY2667"/>
              </a:cxn>
              <a:cxn ang="0">
                <a:pos x="csX2668" y="csY2668"/>
              </a:cxn>
              <a:cxn ang="0">
                <a:pos x="csX2669" y="csY2669"/>
              </a:cxn>
              <a:cxn ang="0">
                <a:pos x="csX2670" y="csY2670"/>
              </a:cxn>
              <a:cxn ang="0">
                <a:pos x="csX2671" y="csY2671"/>
              </a:cxn>
              <a:cxn ang="0">
                <a:pos x="csX2672" y="csY2672"/>
              </a:cxn>
              <a:cxn ang="0">
                <a:pos x="csX2673" y="csY2673"/>
              </a:cxn>
              <a:cxn ang="0">
                <a:pos x="csX2674" y="csY2674"/>
              </a:cxn>
              <a:cxn ang="0">
                <a:pos x="csX2675" y="csY2675"/>
              </a:cxn>
              <a:cxn ang="0">
                <a:pos x="csX2676" y="csY2676"/>
              </a:cxn>
              <a:cxn ang="0">
                <a:pos x="csX2677" y="csY2677"/>
              </a:cxn>
              <a:cxn ang="0">
                <a:pos x="csX2678" y="csY2678"/>
              </a:cxn>
              <a:cxn ang="0">
                <a:pos x="csX2679" y="csY2679"/>
              </a:cxn>
              <a:cxn ang="0">
                <a:pos x="csX2680" y="csY2680"/>
              </a:cxn>
              <a:cxn ang="0">
                <a:pos x="csX2681" y="csY2681"/>
              </a:cxn>
              <a:cxn ang="0">
                <a:pos x="csX2682" y="csY2682"/>
              </a:cxn>
              <a:cxn ang="0">
                <a:pos x="csX2683" y="csY2683"/>
              </a:cxn>
              <a:cxn ang="0">
                <a:pos x="csX2684" y="csY2684"/>
              </a:cxn>
              <a:cxn ang="0">
                <a:pos x="csX2685" y="csY2685"/>
              </a:cxn>
              <a:cxn ang="0">
                <a:pos x="csX2686" y="csY2686"/>
              </a:cxn>
              <a:cxn ang="0">
                <a:pos x="csX2687" y="csY2687"/>
              </a:cxn>
              <a:cxn ang="0">
                <a:pos x="csX2688" y="csY2688"/>
              </a:cxn>
              <a:cxn ang="0">
                <a:pos x="csX2689" y="csY2689"/>
              </a:cxn>
              <a:cxn ang="0">
                <a:pos x="csX2690" y="csY2690"/>
              </a:cxn>
              <a:cxn ang="0">
                <a:pos x="csX2691" y="csY2691"/>
              </a:cxn>
              <a:cxn ang="0">
                <a:pos x="csX2692" y="csY2692"/>
              </a:cxn>
              <a:cxn ang="0">
                <a:pos x="csX2693" y="csY2693"/>
              </a:cxn>
              <a:cxn ang="0">
                <a:pos x="csX2694" y="csY2694"/>
              </a:cxn>
              <a:cxn ang="0">
                <a:pos x="csX2695" y="csY2695"/>
              </a:cxn>
              <a:cxn ang="0">
                <a:pos x="csX2696" y="csY2696"/>
              </a:cxn>
              <a:cxn ang="0">
                <a:pos x="csX2697" y="csY2697"/>
              </a:cxn>
              <a:cxn ang="0">
                <a:pos x="csX2698" y="csY2698"/>
              </a:cxn>
              <a:cxn ang="0">
                <a:pos x="csX2699" y="csY2699"/>
              </a:cxn>
              <a:cxn ang="0">
                <a:pos x="csX2700" y="csY2700"/>
              </a:cxn>
              <a:cxn ang="0">
                <a:pos x="csX2701" y="csY2701"/>
              </a:cxn>
              <a:cxn ang="0">
                <a:pos x="csX2702" y="csY2702"/>
              </a:cxn>
              <a:cxn ang="0">
                <a:pos x="csX2703" y="csY2703"/>
              </a:cxn>
              <a:cxn ang="0">
                <a:pos x="csX2704" y="csY2704"/>
              </a:cxn>
              <a:cxn ang="0">
                <a:pos x="csX2705" y="csY2705"/>
              </a:cxn>
              <a:cxn ang="0">
                <a:pos x="csX2706" y="csY2706"/>
              </a:cxn>
              <a:cxn ang="0">
                <a:pos x="csX2707" y="csY2707"/>
              </a:cxn>
              <a:cxn ang="0">
                <a:pos x="csX2708" y="csY2708"/>
              </a:cxn>
              <a:cxn ang="0">
                <a:pos x="csX2709" y="csY2709"/>
              </a:cxn>
              <a:cxn ang="0">
                <a:pos x="csX2710" y="csY2710"/>
              </a:cxn>
              <a:cxn ang="0">
                <a:pos x="csX2711" y="csY2711"/>
              </a:cxn>
              <a:cxn ang="0">
                <a:pos x="csX2712" y="csY2712"/>
              </a:cxn>
              <a:cxn ang="0">
                <a:pos x="csX2713" y="csY2713"/>
              </a:cxn>
              <a:cxn ang="0">
                <a:pos x="csX2714" y="csY2714"/>
              </a:cxn>
              <a:cxn ang="0">
                <a:pos x="csX2715" y="csY2715"/>
              </a:cxn>
              <a:cxn ang="0">
                <a:pos x="csX2716" y="csY2716"/>
              </a:cxn>
              <a:cxn ang="0">
                <a:pos x="csX2717" y="csY2717"/>
              </a:cxn>
              <a:cxn ang="0">
                <a:pos x="csX2718" y="csY2718"/>
              </a:cxn>
              <a:cxn ang="0">
                <a:pos x="csX2719" y="csY2719"/>
              </a:cxn>
              <a:cxn ang="0">
                <a:pos x="csX2720" y="csY2720"/>
              </a:cxn>
              <a:cxn ang="0">
                <a:pos x="csX2721" y="csY2721"/>
              </a:cxn>
              <a:cxn ang="0">
                <a:pos x="csX2722" y="csY2722"/>
              </a:cxn>
              <a:cxn ang="0">
                <a:pos x="csX2723" y="csY2723"/>
              </a:cxn>
              <a:cxn ang="0">
                <a:pos x="csX2724" y="csY2724"/>
              </a:cxn>
              <a:cxn ang="0">
                <a:pos x="csX2725" y="csY2725"/>
              </a:cxn>
              <a:cxn ang="0">
                <a:pos x="csX2726" y="csY2726"/>
              </a:cxn>
              <a:cxn ang="0">
                <a:pos x="csX2727" y="csY2727"/>
              </a:cxn>
              <a:cxn ang="0">
                <a:pos x="csX2728" y="csY2728"/>
              </a:cxn>
              <a:cxn ang="0">
                <a:pos x="csX2729" y="csY2729"/>
              </a:cxn>
              <a:cxn ang="0">
                <a:pos x="csX2730" y="csY2730"/>
              </a:cxn>
              <a:cxn ang="0">
                <a:pos x="csX2731" y="csY2731"/>
              </a:cxn>
              <a:cxn ang="0">
                <a:pos x="csX2732" y="csY2732"/>
              </a:cxn>
              <a:cxn ang="0">
                <a:pos x="csX2733" y="csY2733"/>
              </a:cxn>
              <a:cxn ang="0">
                <a:pos x="csX2734" y="csY2734"/>
              </a:cxn>
              <a:cxn ang="0">
                <a:pos x="csX2735" y="csY2735"/>
              </a:cxn>
              <a:cxn ang="0">
                <a:pos x="csX2736" y="csY2736"/>
              </a:cxn>
              <a:cxn ang="0">
                <a:pos x="csX2737" y="csY2737"/>
              </a:cxn>
              <a:cxn ang="0">
                <a:pos x="csX2738" y="csY2738"/>
              </a:cxn>
              <a:cxn ang="0">
                <a:pos x="csX2739" y="csY2739"/>
              </a:cxn>
              <a:cxn ang="0">
                <a:pos x="csX2740" y="csY2740"/>
              </a:cxn>
              <a:cxn ang="0">
                <a:pos x="csX2741" y="csY2741"/>
              </a:cxn>
              <a:cxn ang="0">
                <a:pos x="csX2742" y="csY2742"/>
              </a:cxn>
              <a:cxn ang="0">
                <a:pos x="csX2743" y="csY2743"/>
              </a:cxn>
              <a:cxn ang="0">
                <a:pos x="csX2744" y="csY2744"/>
              </a:cxn>
              <a:cxn ang="0">
                <a:pos x="csX2745" y="csY2745"/>
              </a:cxn>
              <a:cxn ang="0">
                <a:pos x="csX2746" y="csY2746"/>
              </a:cxn>
              <a:cxn ang="0">
                <a:pos x="csX2747" y="csY2747"/>
              </a:cxn>
              <a:cxn ang="0">
                <a:pos x="csX2748" y="csY2748"/>
              </a:cxn>
              <a:cxn ang="0">
                <a:pos x="csX2749" y="csY2749"/>
              </a:cxn>
              <a:cxn ang="0">
                <a:pos x="csX2750" y="csY2750"/>
              </a:cxn>
              <a:cxn ang="0">
                <a:pos x="csX2751" y="csY2751"/>
              </a:cxn>
              <a:cxn ang="0">
                <a:pos x="csX2752" y="csY2752"/>
              </a:cxn>
              <a:cxn ang="0">
                <a:pos x="csX2753" y="csY2753"/>
              </a:cxn>
              <a:cxn ang="0">
                <a:pos x="csX2754" y="csY2754"/>
              </a:cxn>
              <a:cxn ang="0">
                <a:pos x="csX2755" y="csY2755"/>
              </a:cxn>
              <a:cxn ang="0">
                <a:pos x="csX2756" y="csY2756"/>
              </a:cxn>
              <a:cxn ang="0">
                <a:pos x="csX2757" y="csY2757"/>
              </a:cxn>
              <a:cxn ang="0">
                <a:pos x="csX2758" y="csY2758"/>
              </a:cxn>
              <a:cxn ang="0">
                <a:pos x="csX2759" y="csY2759"/>
              </a:cxn>
              <a:cxn ang="0">
                <a:pos x="csX2760" y="csY2760"/>
              </a:cxn>
              <a:cxn ang="0">
                <a:pos x="csX2761" y="csY2761"/>
              </a:cxn>
              <a:cxn ang="0">
                <a:pos x="csX2762" y="csY2762"/>
              </a:cxn>
              <a:cxn ang="0">
                <a:pos x="csX2763" y="csY2763"/>
              </a:cxn>
              <a:cxn ang="0">
                <a:pos x="csX2764" y="csY2764"/>
              </a:cxn>
              <a:cxn ang="0">
                <a:pos x="csX2765" y="csY2765"/>
              </a:cxn>
              <a:cxn ang="0">
                <a:pos x="csX2766" y="csY2766"/>
              </a:cxn>
              <a:cxn ang="0">
                <a:pos x="csX2767" y="csY2767"/>
              </a:cxn>
              <a:cxn ang="0">
                <a:pos x="csX2768" y="csY2768"/>
              </a:cxn>
              <a:cxn ang="0">
                <a:pos x="csX2769" y="csY2769"/>
              </a:cxn>
              <a:cxn ang="0">
                <a:pos x="csX2770" y="csY2770"/>
              </a:cxn>
              <a:cxn ang="0">
                <a:pos x="csX2771" y="csY2771"/>
              </a:cxn>
              <a:cxn ang="0">
                <a:pos x="csX2772" y="csY2772"/>
              </a:cxn>
              <a:cxn ang="0">
                <a:pos x="csX2773" y="csY2773"/>
              </a:cxn>
              <a:cxn ang="0">
                <a:pos x="csX2774" y="csY2774"/>
              </a:cxn>
              <a:cxn ang="0">
                <a:pos x="csX2775" y="csY2775"/>
              </a:cxn>
              <a:cxn ang="0">
                <a:pos x="csX2776" y="csY2776"/>
              </a:cxn>
              <a:cxn ang="0">
                <a:pos x="csX2777" y="csY2777"/>
              </a:cxn>
              <a:cxn ang="0">
                <a:pos x="csX2778" y="csY2778"/>
              </a:cxn>
              <a:cxn ang="0">
                <a:pos x="csX2779" y="csY2779"/>
              </a:cxn>
              <a:cxn ang="0">
                <a:pos x="csX2780" y="csY2780"/>
              </a:cxn>
              <a:cxn ang="0">
                <a:pos x="csX2781" y="csY2781"/>
              </a:cxn>
              <a:cxn ang="0">
                <a:pos x="csX2782" y="csY2782"/>
              </a:cxn>
              <a:cxn ang="0">
                <a:pos x="csX2783" y="csY2783"/>
              </a:cxn>
              <a:cxn ang="0">
                <a:pos x="csX2784" y="csY2784"/>
              </a:cxn>
              <a:cxn ang="0">
                <a:pos x="csX2785" y="csY2785"/>
              </a:cxn>
              <a:cxn ang="0">
                <a:pos x="csX2786" y="csY2786"/>
              </a:cxn>
              <a:cxn ang="0">
                <a:pos x="csX2787" y="csY2787"/>
              </a:cxn>
              <a:cxn ang="0">
                <a:pos x="csX2788" y="csY2788"/>
              </a:cxn>
              <a:cxn ang="0">
                <a:pos x="csX2789" y="csY2789"/>
              </a:cxn>
              <a:cxn ang="0">
                <a:pos x="csX2790" y="csY2790"/>
              </a:cxn>
              <a:cxn ang="0">
                <a:pos x="csX2791" y="csY2791"/>
              </a:cxn>
              <a:cxn ang="0">
                <a:pos x="csX2792" y="csY2792"/>
              </a:cxn>
              <a:cxn ang="0">
                <a:pos x="csX2793" y="csY2793"/>
              </a:cxn>
              <a:cxn ang="0">
                <a:pos x="csX2794" y="csY2794"/>
              </a:cxn>
              <a:cxn ang="0">
                <a:pos x="csX2795" y="csY2795"/>
              </a:cxn>
              <a:cxn ang="0">
                <a:pos x="csX2796" y="csY2796"/>
              </a:cxn>
              <a:cxn ang="0">
                <a:pos x="csX2797" y="csY2797"/>
              </a:cxn>
              <a:cxn ang="0">
                <a:pos x="csX2798" y="csY2798"/>
              </a:cxn>
              <a:cxn ang="0">
                <a:pos x="csX2799" y="csY2799"/>
              </a:cxn>
              <a:cxn ang="0">
                <a:pos x="csX2800" y="csY2800"/>
              </a:cxn>
              <a:cxn ang="0">
                <a:pos x="csX2801" y="csY2801"/>
              </a:cxn>
              <a:cxn ang="0">
                <a:pos x="csX2802" y="csY2802"/>
              </a:cxn>
              <a:cxn ang="0">
                <a:pos x="csX2803" y="csY2803"/>
              </a:cxn>
              <a:cxn ang="0">
                <a:pos x="csX2804" y="csY2804"/>
              </a:cxn>
              <a:cxn ang="0">
                <a:pos x="csX2805" y="csY2805"/>
              </a:cxn>
              <a:cxn ang="0">
                <a:pos x="csX2806" y="csY2806"/>
              </a:cxn>
              <a:cxn ang="0">
                <a:pos x="csX2807" y="csY2807"/>
              </a:cxn>
              <a:cxn ang="0">
                <a:pos x="csX2808" y="csY2808"/>
              </a:cxn>
              <a:cxn ang="0">
                <a:pos x="csX2809" y="csY2809"/>
              </a:cxn>
              <a:cxn ang="0">
                <a:pos x="csX2810" y="csY2810"/>
              </a:cxn>
              <a:cxn ang="0">
                <a:pos x="csX2811" y="csY2811"/>
              </a:cxn>
              <a:cxn ang="0">
                <a:pos x="csX2812" y="csY2812"/>
              </a:cxn>
              <a:cxn ang="0">
                <a:pos x="csX2813" y="csY2813"/>
              </a:cxn>
              <a:cxn ang="0">
                <a:pos x="csX2814" y="csY2814"/>
              </a:cxn>
              <a:cxn ang="0">
                <a:pos x="csX2815" y="csY2815"/>
              </a:cxn>
              <a:cxn ang="0">
                <a:pos x="csX2816" y="csY2816"/>
              </a:cxn>
              <a:cxn ang="0">
                <a:pos x="csX2817" y="csY2817"/>
              </a:cxn>
              <a:cxn ang="0">
                <a:pos x="csX2818" y="csY2818"/>
              </a:cxn>
              <a:cxn ang="0">
                <a:pos x="csX2819" y="csY2819"/>
              </a:cxn>
              <a:cxn ang="0">
                <a:pos x="csX2820" y="csY2820"/>
              </a:cxn>
              <a:cxn ang="0">
                <a:pos x="csX2821" y="csY2821"/>
              </a:cxn>
              <a:cxn ang="0">
                <a:pos x="csX2822" y="csY2822"/>
              </a:cxn>
              <a:cxn ang="0">
                <a:pos x="csX2823" y="csY2823"/>
              </a:cxn>
              <a:cxn ang="0">
                <a:pos x="csX2824" y="csY2824"/>
              </a:cxn>
              <a:cxn ang="0">
                <a:pos x="csX2825" y="csY2825"/>
              </a:cxn>
              <a:cxn ang="0">
                <a:pos x="csX2826" y="csY2826"/>
              </a:cxn>
              <a:cxn ang="0">
                <a:pos x="csX2827" y="csY2827"/>
              </a:cxn>
              <a:cxn ang="0">
                <a:pos x="csX2828" y="csY2828"/>
              </a:cxn>
              <a:cxn ang="0">
                <a:pos x="csX2829" y="csY2829"/>
              </a:cxn>
              <a:cxn ang="0">
                <a:pos x="csX2830" y="csY2830"/>
              </a:cxn>
              <a:cxn ang="0">
                <a:pos x="csX2831" y="csY2831"/>
              </a:cxn>
              <a:cxn ang="0">
                <a:pos x="csX2832" y="csY2832"/>
              </a:cxn>
              <a:cxn ang="0">
                <a:pos x="csX2833" y="csY2833"/>
              </a:cxn>
              <a:cxn ang="0">
                <a:pos x="csX2834" y="csY2834"/>
              </a:cxn>
              <a:cxn ang="0">
                <a:pos x="csX2835" y="csY2835"/>
              </a:cxn>
              <a:cxn ang="0">
                <a:pos x="csX2836" y="csY2836"/>
              </a:cxn>
              <a:cxn ang="0">
                <a:pos x="csX2837" y="csY2837"/>
              </a:cxn>
              <a:cxn ang="0">
                <a:pos x="csX2838" y="csY2838"/>
              </a:cxn>
              <a:cxn ang="0">
                <a:pos x="csX2839" y="csY2839"/>
              </a:cxn>
              <a:cxn ang="0">
                <a:pos x="csX2840" y="csY2840"/>
              </a:cxn>
              <a:cxn ang="0">
                <a:pos x="csX2841" y="csY2841"/>
              </a:cxn>
              <a:cxn ang="0">
                <a:pos x="csX2842" y="csY2842"/>
              </a:cxn>
              <a:cxn ang="0">
                <a:pos x="csX2843" y="csY2843"/>
              </a:cxn>
              <a:cxn ang="0">
                <a:pos x="csX2844" y="csY2844"/>
              </a:cxn>
              <a:cxn ang="0">
                <a:pos x="csX2845" y="csY2845"/>
              </a:cxn>
              <a:cxn ang="0">
                <a:pos x="csX2846" y="csY2846"/>
              </a:cxn>
              <a:cxn ang="0">
                <a:pos x="csX2847" y="csY2847"/>
              </a:cxn>
              <a:cxn ang="0">
                <a:pos x="csX2848" y="csY2848"/>
              </a:cxn>
              <a:cxn ang="0">
                <a:pos x="csX2849" y="csY2849"/>
              </a:cxn>
              <a:cxn ang="0">
                <a:pos x="csX2850" y="csY2850"/>
              </a:cxn>
              <a:cxn ang="0">
                <a:pos x="csX2851" y="csY2851"/>
              </a:cxn>
              <a:cxn ang="0">
                <a:pos x="csX2852" y="csY2852"/>
              </a:cxn>
              <a:cxn ang="0">
                <a:pos x="csX2853" y="csY2853"/>
              </a:cxn>
              <a:cxn ang="0">
                <a:pos x="csX2854" y="csY2854"/>
              </a:cxn>
              <a:cxn ang="0">
                <a:pos x="csX2855" y="csY2855"/>
              </a:cxn>
              <a:cxn ang="0">
                <a:pos x="csX2856" y="csY2856"/>
              </a:cxn>
              <a:cxn ang="0">
                <a:pos x="csX2857" y="csY2857"/>
              </a:cxn>
              <a:cxn ang="0">
                <a:pos x="csX2858" y="csY2858"/>
              </a:cxn>
              <a:cxn ang="0">
                <a:pos x="csX2859" y="csY2859"/>
              </a:cxn>
              <a:cxn ang="0">
                <a:pos x="csX2860" y="csY2860"/>
              </a:cxn>
              <a:cxn ang="0">
                <a:pos x="csX2861" y="csY2861"/>
              </a:cxn>
              <a:cxn ang="0">
                <a:pos x="csX2862" y="csY2862"/>
              </a:cxn>
              <a:cxn ang="0">
                <a:pos x="csX2863" y="csY2863"/>
              </a:cxn>
              <a:cxn ang="0">
                <a:pos x="csX2864" y="csY2864"/>
              </a:cxn>
              <a:cxn ang="0">
                <a:pos x="csX2865" y="csY2865"/>
              </a:cxn>
              <a:cxn ang="0">
                <a:pos x="csX2866" y="csY2866"/>
              </a:cxn>
              <a:cxn ang="0">
                <a:pos x="csX2867" y="csY2867"/>
              </a:cxn>
              <a:cxn ang="0">
                <a:pos x="csX2868" y="csY2868"/>
              </a:cxn>
              <a:cxn ang="0">
                <a:pos x="csX2869" y="csY2869"/>
              </a:cxn>
              <a:cxn ang="0">
                <a:pos x="csX2870" y="csY2870"/>
              </a:cxn>
              <a:cxn ang="0">
                <a:pos x="csX2871" y="csY2871"/>
              </a:cxn>
              <a:cxn ang="0">
                <a:pos x="csX2872" y="csY2872"/>
              </a:cxn>
              <a:cxn ang="0">
                <a:pos x="csX2873" y="csY2873"/>
              </a:cxn>
              <a:cxn ang="0">
                <a:pos x="csX2874" y="csY2874"/>
              </a:cxn>
              <a:cxn ang="0">
                <a:pos x="csX2875" y="csY2875"/>
              </a:cxn>
              <a:cxn ang="0">
                <a:pos x="csX2876" y="csY2876"/>
              </a:cxn>
              <a:cxn ang="0">
                <a:pos x="csX2877" y="csY2877"/>
              </a:cxn>
              <a:cxn ang="0">
                <a:pos x="csX2878" y="csY2878"/>
              </a:cxn>
              <a:cxn ang="0">
                <a:pos x="csX2879" y="csY2879"/>
              </a:cxn>
              <a:cxn ang="0">
                <a:pos x="csX2880" y="csY2880"/>
              </a:cxn>
              <a:cxn ang="0">
                <a:pos x="csX2881" y="csY2881"/>
              </a:cxn>
              <a:cxn ang="0">
                <a:pos x="csX2882" y="csY2882"/>
              </a:cxn>
              <a:cxn ang="0">
                <a:pos x="csX2883" y="csY2883"/>
              </a:cxn>
              <a:cxn ang="0">
                <a:pos x="csX2884" y="csY2884"/>
              </a:cxn>
              <a:cxn ang="0">
                <a:pos x="csX2885" y="csY2885"/>
              </a:cxn>
              <a:cxn ang="0">
                <a:pos x="csX2886" y="csY2886"/>
              </a:cxn>
              <a:cxn ang="0">
                <a:pos x="csX2887" y="csY2887"/>
              </a:cxn>
              <a:cxn ang="0">
                <a:pos x="csX2888" y="csY2888"/>
              </a:cxn>
              <a:cxn ang="0">
                <a:pos x="csX2889" y="csY2889"/>
              </a:cxn>
              <a:cxn ang="0">
                <a:pos x="csX2890" y="csY2890"/>
              </a:cxn>
              <a:cxn ang="0">
                <a:pos x="csX2891" y="csY2891"/>
              </a:cxn>
              <a:cxn ang="0">
                <a:pos x="csX2892" y="csY2892"/>
              </a:cxn>
              <a:cxn ang="0">
                <a:pos x="csX2893" y="csY2893"/>
              </a:cxn>
              <a:cxn ang="0">
                <a:pos x="csX2894" y="csY2894"/>
              </a:cxn>
              <a:cxn ang="0">
                <a:pos x="csX2895" y="csY2895"/>
              </a:cxn>
              <a:cxn ang="0">
                <a:pos x="csX2896" y="csY2896"/>
              </a:cxn>
              <a:cxn ang="0">
                <a:pos x="csX2897" y="csY2897"/>
              </a:cxn>
              <a:cxn ang="0">
                <a:pos x="csX2898" y="csY2898"/>
              </a:cxn>
              <a:cxn ang="0">
                <a:pos x="csX2899" y="csY2899"/>
              </a:cxn>
              <a:cxn ang="0">
                <a:pos x="csX2900" y="csY2900"/>
              </a:cxn>
              <a:cxn ang="0">
                <a:pos x="csX2901" y="csY2901"/>
              </a:cxn>
              <a:cxn ang="0">
                <a:pos x="csX2902" y="csY2902"/>
              </a:cxn>
              <a:cxn ang="0">
                <a:pos x="csX2903" y="csY2903"/>
              </a:cxn>
              <a:cxn ang="0">
                <a:pos x="csX2904" y="csY2904"/>
              </a:cxn>
              <a:cxn ang="0">
                <a:pos x="csX2905" y="csY2905"/>
              </a:cxn>
              <a:cxn ang="0">
                <a:pos x="csX2906" y="csY2906"/>
              </a:cxn>
              <a:cxn ang="0">
                <a:pos x="csX2907" y="csY2907"/>
              </a:cxn>
              <a:cxn ang="0">
                <a:pos x="csX2908" y="csY2908"/>
              </a:cxn>
              <a:cxn ang="0">
                <a:pos x="csX2909" y="csY2909"/>
              </a:cxn>
              <a:cxn ang="0">
                <a:pos x="csX2910" y="csY2910"/>
              </a:cxn>
              <a:cxn ang="0">
                <a:pos x="csX2911" y="csY2911"/>
              </a:cxn>
              <a:cxn ang="0">
                <a:pos x="csX2912" y="csY2912"/>
              </a:cxn>
              <a:cxn ang="0">
                <a:pos x="csX2913" y="csY2913"/>
              </a:cxn>
              <a:cxn ang="0">
                <a:pos x="csX2914" y="csY2914"/>
              </a:cxn>
              <a:cxn ang="0">
                <a:pos x="csX2915" y="csY2915"/>
              </a:cxn>
              <a:cxn ang="0">
                <a:pos x="csX2916" y="csY2916"/>
              </a:cxn>
              <a:cxn ang="0">
                <a:pos x="csX2917" y="csY2917"/>
              </a:cxn>
              <a:cxn ang="0">
                <a:pos x="csX2918" y="csY2918"/>
              </a:cxn>
              <a:cxn ang="0">
                <a:pos x="csX2919" y="csY2919"/>
              </a:cxn>
              <a:cxn ang="0">
                <a:pos x="csX2920" y="csY2920"/>
              </a:cxn>
              <a:cxn ang="0">
                <a:pos x="csX2921" y="csY2921"/>
              </a:cxn>
              <a:cxn ang="0">
                <a:pos x="csX2922" y="csY2922"/>
              </a:cxn>
              <a:cxn ang="0">
                <a:pos x="csX2923" y="csY2923"/>
              </a:cxn>
              <a:cxn ang="0">
                <a:pos x="csX2924" y="csY2924"/>
              </a:cxn>
              <a:cxn ang="0">
                <a:pos x="csX2925" y="csY2925"/>
              </a:cxn>
              <a:cxn ang="0">
                <a:pos x="csX2926" y="csY2926"/>
              </a:cxn>
              <a:cxn ang="0">
                <a:pos x="csX2927" y="csY2927"/>
              </a:cxn>
              <a:cxn ang="0">
                <a:pos x="csX2928" y="csY2928"/>
              </a:cxn>
              <a:cxn ang="0">
                <a:pos x="csX2929" y="csY2929"/>
              </a:cxn>
              <a:cxn ang="0">
                <a:pos x="csX2930" y="csY2930"/>
              </a:cxn>
              <a:cxn ang="0">
                <a:pos x="csX2931" y="csY2931"/>
              </a:cxn>
              <a:cxn ang="0">
                <a:pos x="csX2932" y="csY2932"/>
              </a:cxn>
              <a:cxn ang="0">
                <a:pos x="csX2933" y="csY2933"/>
              </a:cxn>
              <a:cxn ang="0">
                <a:pos x="csX2934" y="csY2934"/>
              </a:cxn>
              <a:cxn ang="0">
                <a:pos x="csX2935" y="csY2935"/>
              </a:cxn>
              <a:cxn ang="0">
                <a:pos x="csX2936" y="csY2936"/>
              </a:cxn>
              <a:cxn ang="0">
                <a:pos x="csX2937" y="csY2937"/>
              </a:cxn>
              <a:cxn ang="0">
                <a:pos x="csX2938" y="csY2938"/>
              </a:cxn>
              <a:cxn ang="0">
                <a:pos x="csX2939" y="csY2939"/>
              </a:cxn>
              <a:cxn ang="0">
                <a:pos x="csX2940" y="csY2940"/>
              </a:cxn>
              <a:cxn ang="0">
                <a:pos x="csX2941" y="csY2941"/>
              </a:cxn>
              <a:cxn ang="0">
                <a:pos x="csX2942" y="csY2942"/>
              </a:cxn>
              <a:cxn ang="0">
                <a:pos x="csX2943" y="csY2943"/>
              </a:cxn>
              <a:cxn ang="0">
                <a:pos x="csX2944" y="csY2944"/>
              </a:cxn>
              <a:cxn ang="0">
                <a:pos x="csX2945" y="csY2945"/>
              </a:cxn>
              <a:cxn ang="0">
                <a:pos x="csX2946" y="csY2946"/>
              </a:cxn>
              <a:cxn ang="0">
                <a:pos x="csX2947" y="csY2947"/>
              </a:cxn>
              <a:cxn ang="0">
                <a:pos x="csX2948" y="csY2948"/>
              </a:cxn>
              <a:cxn ang="0">
                <a:pos x="csX2949" y="csY2949"/>
              </a:cxn>
              <a:cxn ang="0">
                <a:pos x="csX2950" y="csY2950"/>
              </a:cxn>
              <a:cxn ang="0">
                <a:pos x="csX2951" y="csY2951"/>
              </a:cxn>
              <a:cxn ang="0">
                <a:pos x="csX2952" y="csY2952"/>
              </a:cxn>
              <a:cxn ang="0">
                <a:pos x="csX2953" y="csY2953"/>
              </a:cxn>
              <a:cxn ang="0">
                <a:pos x="csX2954" y="csY2954"/>
              </a:cxn>
              <a:cxn ang="0">
                <a:pos x="csX2955" y="csY2955"/>
              </a:cxn>
              <a:cxn ang="0">
                <a:pos x="csX2956" y="csY2956"/>
              </a:cxn>
              <a:cxn ang="0">
                <a:pos x="csX2957" y="csY2957"/>
              </a:cxn>
              <a:cxn ang="0">
                <a:pos x="csX2958" y="csY2958"/>
              </a:cxn>
              <a:cxn ang="0">
                <a:pos x="csX2959" y="csY2959"/>
              </a:cxn>
              <a:cxn ang="0">
                <a:pos x="csX2960" y="csY2960"/>
              </a:cxn>
              <a:cxn ang="0">
                <a:pos x="csX2961" y="csY2961"/>
              </a:cxn>
              <a:cxn ang="0">
                <a:pos x="csX2962" y="csY2962"/>
              </a:cxn>
              <a:cxn ang="0">
                <a:pos x="csX2963" y="csY2963"/>
              </a:cxn>
              <a:cxn ang="0">
                <a:pos x="csX2964" y="csY2964"/>
              </a:cxn>
              <a:cxn ang="0">
                <a:pos x="csX2965" y="csY2965"/>
              </a:cxn>
              <a:cxn ang="0">
                <a:pos x="csX2966" y="csY2966"/>
              </a:cxn>
              <a:cxn ang="0">
                <a:pos x="csX2967" y="csY2967"/>
              </a:cxn>
              <a:cxn ang="0">
                <a:pos x="csX2968" y="csY2968"/>
              </a:cxn>
              <a:cxn ang="0">
                <a:pos x="csX2969" y="csY2969"/>
              </a:cxn>
              <a:cxn ang="0">
                <a:pos x="csX2970" y="csY2970"/>
              </a:cxn>
              <a:cxn ang="0">
                <a:pos x="csX2971" y="csY2971"/>
              </a:cxn>
              <a:cxn ang="0">
                <a:pos x="csX2972" y="csY2972"/>
              </a:cxn>
              <a:cxn ang="0">
                <a:pos x="csX2973" y="csY2973"/>
              </a:cxn>
              <a:cxn ang="0">
                <a:pos x="csX2974" y="csY2974"/>
              </a:cxn>
              <a:cxn ang="0">
                <a:pos x="csX2975" y="csY2975"/>
              </a:cxn>
              <a:cxn ang="0">
                <a:pos x="csX2976" y="csY2976"/>
              </a:cxn>
              <a:cxn ang="0">
                <a:pos x="csX2977" y="csY2977"/>
              </a:cxn>
              <a:cxn ang="0">
                <a:pos x="csX2978" y="csY2978"/>
              </a:cxn>
              <a:cxn ang="0">
                <a:pos x="csX2979" y="csY2979"/>
              </a:cxn>
              <a:cxn ang="0">
                <a:pos x="csX2980" y="csY2980"/>
              </a:cxn>
              <a:cxn ang="0">
                <a:pos x="csX2981" y="csY2981"/>
              </a:cxn>
              <a:cxn ang="0">
                <a:pos x="csX2982" y="csY2982"/>
              </a:cxn>
              <a:cxn ang="0">
                <a:pos x="csX2983" y="csY2983"/>
              </a:cxn>
              <a:cxn ang="0">
                <a:pos x="csX2984" y="csY2984"/>
              </a:cxn>
              <a:cxn ang="0">
                <a:pos x="csX2985" y="csY2985"/>
              </a:cxn>
              <a:cxn ang="0">
                <a:pos x="csX2986" y="csY2986"/>
              </a:cxn>
              <a:cxn ang="0">
                <a:pos x="csX2987" y="csY2987"/>
              </a:cxn>
              <a:cxn ang="0">
                <a:pos x="csX2988" y="csY2988"/>
              </a:cxn>
              <a:cxn ang="0">
                <a:pos x="csX2989" y="csY2989"/>
              </a:cxn>
              <a:cxn ang="0">
                <a:pos x="csX2990" y="csY2990"/>
              </a:cxn>
              <a:cxn ang="0">
                <a:pos x="csX2991" y="csY2991"/>
              </a:cxn>
              <a:cxn ang="0">
                <a:pos x="csX2992" y="csY2992"/>
              </a:cxn>
              <a:cxn ang="0">
                <a:pos x="csX2993" y="csY2993"/>
              </a:cxn>
              <a:cxn ang="0">
                <a:pos x="csX2994" y="csY2994"/>
              </a:cxn>
              <a:cxn ang="0">
                <a:pos x="csX2995" y="csY2995"/>
              </a:cxn>
              <a:cxn ang="0">
                <a:pos x="csX2996" y="csY2996"/>
              </a:cxn>
              <a:cxn ang="0">
                <a:pos x="csX2997" y="csY2997"/>
              </a:cxn>
              <a:cxn ang="0">
                <a:pos x="csX2998" y="csY2998"/>
              </a:cxn>
              <a:cxn ang="0">
                <a:pos x="csX2999" y="csY2999"/>
              </a:cxn>
              <a:cxn ang="0">
                <a:pos x="csX3000" y="csY3000"/>
              </a:cxn>
              <a:cxn ang="0">
                <a:pos x="csX3001" y="csY3001"/>
              </a:cxn>
              <a:cxn ang="0">
                <a:pos x="csX3002" y="csY3002"/>
              </a:cxn>
              <a:cxn ang="0">
                <a:pos x="csX3003" y="csY3003"/>
              </a:cxn>
              <a:cxn ang="0">
                <a:pos x="csX3004" y="csY3004"/>
              </a:cxn>
              <a:cxn ang="0">
                <a:pos x="csX3005" y="csY3005"/>
              </a:cxn>
              <a:cxn ang="0">
                <a:pos x="csX3006" y="csY3006"/>
              </a:cxn>
              <a:cxn ang="0">
                <a:pos x="csX3007" y="csY3007"/>
              </a:cxn>
              <a:cxn ang="0">
                <a:pos x="csX3008" y="csY3008"/>
              </a:cxn>
              <a:cxn ang="0">
                <a:pos x="csX3009" y="csY3009"/>
              </a:cxn>
              <a:cxn ang="0">
                <a:pos x="csX3010" y="csY3010"/>
              </a:cxn>
              <a:cxn ang="0">
                <a:pos x="csX3011" y="csY3011"/>
              </a:cxn>
              <a:cxn ang="0">
                <a:pos x="csX3012" y="csY3012"/>
              </a:cxn>
              <a:cxn ang="0">
                <a:pos x="csX3013" y="csY3013"/>
              </a:cxn>
              <a:cxn ang="0">
                <a:pos x="csX3014" y="csY3014"/>
              </a:cxn>
              <a:cxn ang="0">
                <a:pos x="csX3015" y="csY3015"/>
              </a:cxn>
              <a:cxn ang="0">
                <a:pos x="csX3016" y="csY3016"/>
              </a:cxn>
              <a:cxn ang="0">
                <a:pos x="csX3017" y="csY3017"/>
              </a:cxn>
              <a:cxn ang="0">
                <a:pos x="csX3018" y="csY3018"/>
              </a:cxn>
              <a:cxn ang="0">
                <a:pos x="csX3019" y="csY3019"/>
              </a:cxn>
              <a:cxn ang="0">
                <a:pos x="csX3020" y="csY3020"/>
              </a:cxn>
              <a:cxn ang="0">
                <a:pos x="csX3021" y="csY3021"/>
              </a:cxn>
              <a:cxn ang="0">
                <a:pos x="csX3022" y="csY3022"/>
              </a:cxn>
              <a:cxn ang="0">
                <a:pos x="csX3023" y="csY3023"/>
              </a:cxn>
              <a:cxn ang="0">
                <a:pos x="csX3024" y="csY3024"/>
              </a:cxn>
              <a:cxn ang="0">
                <a:pos x="csX3025" y="csY3025"/>
              </a:cxn>
              <a:cxn ang="0">
                <a:pos x="csX3026" y="csY3026"/>
              </a:cxn>
              <a:cxn ang="0">
                <a:pos x="csX3027" y="csY3027"/>
              </a:cxn>
              <a:cxn ang="0">
                <a:pos x="csX3028" y="csY3028"/>
              </a:cxn>
              <a:cxn ang="0">
                <a:pos x="csX3029" y="csY3029"/>
              </a:cxn>
              <a:cxn ang="0">
                <a:pos x="csX3030" y="csY3030"/>
              </a:cxn>
              <a:cxn ang="0">
                <a:pos x="csX3031" y="csY3031"/>
              </a:cxn>
              <a:cxn ang="0">
                <a:pos x="csX3032" y="csY3032"/>
              </a:cxn>
              <a:cxn ang="0">
                <a:pos x="csX3033" y="csY3033"/>
              </a:cxn>
              <a:cxn ang="0">
                <a:pos x="csX3034" y="csY3034"/>
              </a:cxn>
              <a:cxn ang="0">
                <a:pos x="csX3035" y="csY3035"/>
              </a:cxn>
              <a:cxn ang="0">
                <a:pos x="csX3036" y="csY3036"/>
              </a:cxn>
              <a:cxn ang="0">
                <a:pos x="csX3037" y="csY3037"/>
              </a:cxn>
              <a:cxn ang="0">
                <a:pos x="csX3038" y="csY3038"/>
              </a:cxn>
              <a:cxn ang="0">
                <a:pos x="csX3039" y="csY3039"/>
              </a:cxn>
              <a:cxn ang="0">
                <a:pos x="csX3040" y="csY3040"/>
              </a:cxn>
              <a:cxn ang="0">
                <a:pos x="csX3041" y="csY3041"/>
              </a:cxn>
              <a:cxn ang="0">
                <a:pos x="csX3042" y="csY3042"/>
              </a:cxn>
              <a:cxn ang="0">
                <a:pos x="csX3043" y="csY3043"/>
              </a:cxn>
              <a:cxn ang="0">
                <a:pos x="csX3044" y="csY3044"/>
              </a:cxn>
              <a:cxn ang="0">
                <a:pos x="csX3045" y="csY3045"/>
              </a:cxn>
              <a:cxn ang="0">
                <a:pos x="csX3046" y="csY3046"/>
              </a:cxn>
              <a:cxn ang="0">
                <a:pos x="csX3047" y="csY3047"/>
              </a:cxn>
              <a:cxn ang="0">
                <a:pos x="csX3048" y="csY3048"/>
              </a:cxn>
              <a:cxn ang="0">
                <a:pos x="csX3049" y="csY3049"/>
              </a:cxn>
              <a:cxn ang="0">
                <a:pos x="csX3050" y="csY3050"/>
              </a:cxn>
              <a:cxn ang="0">
                <a:pos x="csX3051" y="csY3051"/>
              </a:cxn>
              <a:cxn ang="0">
                <a:pos x="csX3052" y="csY3052"/>
              </a:cxn>
              <a:cxn ang="0">
                <a:pos x="csX3053" y="csY3053"/>
              </a:cxn>
              <a:cxn ang="0">
                <a:pos x="csX3054" y="csY3054"/>
              </a:cxn>
              <a:cxn ang="0">
                <a:pos x="csX3055" y="csY3055"/>
              </a:cxn>
              <a:cxn ang="0">
                <a:pos x="csX3056" y="csY3056"/>
              </a:cxn>
              <a:cxn ang="0">
                <a:pos x="csX3057" y="csY3057"/>
              </a:cxn>
              <a:cxn ang="0">
                <a:pos x="csX3058" y="csY3058"/>
              </a:cxn>
              <a:cxn ang="0">
                <a:pos x="csX3059" y="csY3059"/>
              </a:cxn>
              <a:cxn ang="0">
                <a:pos x="csX3060" y="csY3060"/>
              </a:cxn>
              <a:cxn ang="0">
                <a:pos x="csX3061" y="csY3061"/>
              </a:cxn>
              <a:cxn ang="0">
                <a:pos x="csX3062" y="csY3062"/>
              </a:cxn>
              <a:cxn ang="0">
                <a:pos x="csX3063" y="csY3063"/>
              </a:cxn>
              <a:cxn ang="0">
                <a:pos x="csX3064" y="csY3064"/>
              </a:cxn>
              <a:cxn ang="0">
                <a:pos x="csX3065" y="csY3065"/>
              </a:cxn>
              <a:cxn ang="0">
                <a:pos x="csX3066" y="csY3066"/>
              </a:cxn>
              <a:cxn ang="0">
                <a:pos x="csX3067" y="csY3067"/>
              </a:cxn>
              <a:cxn ang="0">
                <a:pos x="csX3068" y="csY3068"/>
              </a:cxn>
              <a:cxn ang="0">
                <a:pos x="csX3069" y="csY3069"/>
              </a:cxn>
              <a:cxn ang="0">
                <a:pos x="csX3070" y="csY3070"/>
              </a:cxn>
              <a:cxn ang="0">
                <a:pos x="csX3071" y="csY3071"/>
              </a:cxn>
              <a:cxn ang="0">
                <a:pos x="csX3072" y="csY3072"/>
              </a:cxn>
              <a:cxn ang="0">
                <a:pos x="csX3073" y="csY3073"/>
              </a:cxn>
              <a:cxn ang="0">
                <a:pos x="csX3074" y="csY3074"/>
              </a:cxn>
              <a:cxn ang="0">
                <a:pos x="csX3075" y="csY3075"/>
              </a:cxn>
              <a:cxn ang="0">
                <a:pos x="csX3076" y="csY3076"/>
              </a:cxn>
              <a:cxn ang="0">
                <a:pos x="csX3077" y="csY3077"/>
              </a:cxn>
              <a:cxn ang="0">
                <a:pos x="csX3078" y="csY3078"/>
              </a:cxn>
              <a:cxn ang="0">
                <a:pos x="csX3079" y="csY3079"/>
              </a:cxn>
              <a:cxn ang="0">
                <a:pos x="csX3080" y="csY3080"/>
              </a:cxn>
              <a:cxn ang="0">
                <a:pos x="csX3081" y="csY3081"/>
              </a:cxn>
              <a:cxn ang="0">
                <a:pos x="csX3082" y="csY3082"/>
              </a:cxn>
              <a:cxn ang="0">
                <a:pos x="csX3083" y="csY3083"/>
              </a:cxn>
              <a:cxn ang="0">
                <a:pos x="csX3084" y="csY3084"/>
              </a:cxn>
              <a:cxn ang="0">
                <a:pos x="csX3085" y="csY3085"/>
              </a:cxn>
              <a:cxn ang="0">
                <a:pos x="csX3086" y="csY3086"/>
              </a:cxn>
              <a:cxn ang="0">
                <a:pos x="csX3087" y="csY3087"/>
              </a:cxn>
              <a:cxn ang="0">
                <a:pos x="csX3088" y="csY3088"/>
              </a:cxn>
              <a:cxn ang="0">
                <a:pos x="csX3089" y="csY3089"/>
              </a:cxn>
              <a:cxn ang="0">
                <a:pos x="csX3090" y="csY3090"/>
              </a:cxn>
              <a:cxn ang="0">
                <a:pos x="csX3091" y="csY3091"/>
              </a:cxn>
              <a:cxn ang="0">
                <a:pos x="csX3092" y="csY3092"/>
              </a:cxn>
              <a:cxn ang="0">
                <a:pos x="csX3093" y="csY3093"/>
              </a:cxn>
              <a:cxn ang="0">
                <a:pos x="csX3094" y="csY3094"/>
              </a:cxn>
              <a:cxn ang="0">
                <a:pos x="csX3095" y="csY3095"/>
              </a:cxn>
              <a:cxn ang="0">
                <a:pos x="csX3096" y="csY3096"/>
              </a:cxn>
              <a:cxn ang="0">
                <a:pos x="csX3097" y="csY3097"/>
              </a:cxn>
              <a:cxn ang="0">
                <a:pos x="csX3098" y="csY3098"/>
              </a:cxn>
              <a:cxn ang="0">
                <a:pos x="csX3099" y="csY3099"/>
              </a:cxn>
              <a:cxn ang="0">
                <a:pos x="csX3100" y="csY3100"/>
              </a:cxn>
              <a:cxn ang="0">
                <a:pos x="csX3101" y="csY3101"/>
              </a:cxn>
              <a:cxn ang="0">
                <a:pos x="csX3102" y="csY3102"/>
              </a:cxn>
              <a:cxn ang="0">
                <a:pos x="csX3103" y="csY3103"/>
              </a:cxn>
              <a:cxn ang="0">
                <a:pos x="csX3104" y="csY3104"/>
              </a:cxn>
              <a:cxn ang="0">
                <a:pos x="csX3105" y="csY3105"/>
              </a:cxn>
              <a:cxn ang="0">
                <a:pos x="csX3106" y="csY3106"/>
              </a:cxn>
              <a:cxn ang="0">
                <a:pos x="csX3107" y="csY3107"/>
              </a:cxn>
              <a:cxn ang="0">
                <a:pos x="csX3108" y="csY3108"/>
              </a:cxn>
              <a:cxn ang="0">
                <a:pos x="csX3109" y="csY3109"/>
              </a:cxn>
              <a:cxn ang="0">
                <a:pos x="csX3110" y="csY3110"/>
              </a:cxn>
              <a:cxn ang="0">
                <a:pos x="csX3111" y="csY3111"/>
              </a:cxn>
              <a:cxn ang="0">
                <a:pos x="csX3112" y="csY3112"/>
              </a:cxn>
              <a:cxn ang="0">
                <a:pos x="csX3113" y="csY3113"/>
              </a:cxn>
              <a:cxn ang="0">
                <a:pos x="csX3114" y="csY3114"/>
              </a:cxn>
              <a:cxn ang="0">
                <a:pos x="csX3115" y="csY3115"/>
              </a:cxn>
              <a:cxn ang="0">
                <a:pos x="csX3116" y="csY3116"/>
              </a:cxn>
              <a:cxn ang="0">
                <a:pos x="csX3117" y="csY3117"/>
              </a:cxn>
              <a:cxn ang="0">
                <a:pos x="csX3118" y="csY3118"/>
              </a:cxn>
              <a:cxn ang="0">
                <a:pos x="csX3119" y="csY3119"/>
              </a:cxn>
              <a:cxn ang="0">
                <a:pos x="csX3120" y="csY3120"/>
              </a:cxn>
              <a:cxn ang="0">
                <a:pos x="csX3121" y="csY3121"/>
              </a:cxn>
              <a:cxn ang="0">
                <a:pos x="csX3122" y="csY3122"/>
              </a:cxn>
              <a:cxn ang="0">
                <a:pos x="csX3123" y="csY3123"/>
              </a:cxn>
              <a:cxn ang="0">
                <a:pos x="csX3124" y="csY3124"/>
              </a:cxn>
              <a:cxn ang="0">
                <a:pos x="csX3125" y="csY3125"/>
              </a:cxn>
              <a:cxn ang="0">
                <a:pos x="csX3126" y="csY3126"/>
              </a:cxn>
              <a:cxn ang="0">
                <a:pos x="csX3127" y="csY3127"/>
              </a:cxn>
              <a:cxn ang="0">
                <a:pos x="csX3128" y="csY3128"/>
              </a:cxn>
              <a:cxn ang="0">
                <a:pos x="csX3129" y="csY3129"/>
              </a:cxn>
              <a:cxn ang="0">
                <a:pos x="csX3130" y="csY3130"/>
              </a:cxn>
              <a:cxn ang="0">
                <a:pos x="csX3131" y="csY3131"/>
              </a:cxn>
              <a:cxn ang="0">
                <a:pos x="csX3132" y="csY3132"/>
              </a:cxn>
              <a:cxn ang="0">
                <a:pos x="csX3133" y="csY3133"/>
              </a:cxn>
              <a:cxn ang="0">
                <a:pos x="csX3134" y="csY3134"/>
              </a:cxn>
              <a:cxn ang="0">
                <a:pos x="csX3135" y="csY3135"/>
              </a:cxn>
              <a:cxn ang="0">
                <a:pos x="csX3136" y="csY3136"/>
              </a:cxn>
              <a:cxn ang="0">
                <a:pos x="csX3137" y="csY3137"/>
              </a:cxn>
              <a:cxn ang="0">
                <a:pos x="csX3138" y="csY3138"/>
              </a:cxn>
              <a:cxn ang="0">
                <a:pos x="csX3139" y="csY3139"/>
              </a:cxn>
              <a:cxn ang="0">
                <a:pos x="csX3140" y="csY3140"/>
              </a:cxn>
              <a:cxn ang="0">
                <a:pos x="csX3141" y="csY3141"/>
              </a:cxn>
              <a:cxn ang="0">
                <a:pos x="csX3142" y="csY3142"/>
              </a:cxn>
              <a:cxn ang="0">
                <a:pos x="csX3143" y="csY3143"/>
              </a:cxn>
              <a:cxn ang="0">
                <a:pos x="csX3144" y="csY3144"/>
              </a:cxn>
              <a:cxn ang="0">
                <a:pos x="csX3145" y="csY3145"/>
              </a:cxn>
              <a:cxn ang="0">
                <a:pos x="csX3146" y="csY3146"/>
              </a:cxn>
              <a:cxn ang="0">
                <a:pos x="csX3147" y="csY3147"/>
              </a:cxn>
              <a:cxn ang="0">
                <a:pos x="csX3148" y="csY3148"/>
              </a:cxn>
              <a:cxn ang="0">
                <a:pos x="csX3149" y="csY3149"/>
              </a:cxn>
              <a:cxn ang="0">
                <a:pos x="csX3150" y="csY3150"/>
              </a:cxn>
              <a:cxn ang="0">
                <a:pos x="csX3151" y="csY3151"/>
              </a:cxn>
              <a:cxn ang="0">
                <a:pos x="csX3152" y="csY3152"/>
              </a:cxn>
              <a:cxn ang="0">
                <a:pos x="csX3153" y="csY3153"/>
              </a:cxn>
              <a:cxn ang="0">
                <a:pos x="csX3154" y="csY3154"/>
              </a:cxn>
              <a:cxn ang="0">
                <a:pos x="csX3155" y="csY3155"/>
              </a:cxn>
              <a:cxn ang="0">
                <a:pos x="csX3156" y="csY3156"/>
              </a:cxn>
              <a:cxn ang="0">
                <a:pos x="csX3157" y="csY3157"/>
              </a:cxn>
              <a:cxn ang="0">
                <a:pos x="csX3158" y="csY3158"/>
              </a:cxn>
              <a:cxn ang="0">
                <a:pos x="csX3159" y="csY3159"/>
              </a:cxn>
              <a:cxn ang="0">
                <a:pos x="csX3160" y="csY3160"/>
              </a:cxn>
              <a:cxn ang="0">
                <a:pos x="csX3161" y="csY3161"/>
              </a:cxn>
              <a:cxn ang="0">
                <a:pos x="csX3162" y="csY3162"/>
              </a:cxn>
              <a:cxn ang="0">
                <a:pos x="csX3163" y="csY3163"/>
              </a:cxn>
              <a:cxn ang="0">
                <a:pos x="csX3164" y="csY3164"/>
              </a:cxn>
              <a:cxn ang="0">
                <a:pos x="csX3165" y="csY3165"/>
              </a:cxn>
              <a:cxn ang="0">
                <a:pos x="csX3166" y="csY3166"/>
              </a:cxn>
              <a:cxn ang="0">
                <a:pos x="csX3167" y="csY3167"/>
              </a:cxn>
              <a:cxn ang="0">
                <a:pos x="csX3168" y="csY3168"/>
              </a:cxn>
              <a:cxn ang="0">
                <a:pos x="csX3169" y="csY3169"/>
              </a:cxn>
              <a:cxn ang="0">
                <a:pos x="csX3170" y="csY3170"/>
              </a:cxn>
              <a:cxn ang="0">
                <a:pos x="csX3171" y="csY3171"/>
              </a:cxn>
              <a:cxn ang="0">
                <a:pos x="csX3172" y="csY3172"/>
              </a:cxn>
              <a:cxn ang="0">
                <a:pos x="csX3173" y="csY3173"/>
              </a:cxn>
              <a:cxn ang="0">
                <a:pos x="csX3174" y="csY3174"/>
              </a:cxn>
              <a:cxn ang="0">
                <a:pos x="csX3175" y="csY3175"/>
              </a:cxn>
              <a:cxn ang="0">
                <a:pos x="csX3176" y="csY3176"/>
              </a:cxn>
              <a:cxn ang="0">
                <a:pos x="csX3177" y="csY3177"/>
              </a:cxn>
              <a:cxn ang="0">
                <a:pos x="csX3178" y="csY3178"/>
              </a:cxn>
              <a:cxn ang="0">
                <a:pos x="csX3179" y="csY3179"/>
              </a:cxn>
              <a:cxn ang="0">
                <a:pos x="csX3180" y="csY3180"/>
              </a:cxn>
              <a:cxn ang="0">
                <a:pos x="csX3181" y="csY3181"/>
              </a:cxn>
              <a:cxn ang="0">
                <a:pos x="csX3182" y="csY3182"/>
              </a:cxn>
              <a:cxn ang="0">
                <a:pos x="csX3183" y="csY3183"/>
              </a:cxn>
              <a:cxn ang="0">
                <a:pos x="csX3184" y="csY3184"/>
              </a:cxn>
              <a:cxn ang="0">
                <a:pos x="csX3185" y="csY3185"/>
              </a:cxn>
              <a:cxn ang="0">
                <a:pos x="csX3186" y="csY3186"/>
              </a:cxn>
              <a:cxn ang="0">
                <a:pos x="csX3187" y="csY3187"/>
              </a:cxn>
              <a:cxn ang="0">
                <a:pos x="csX3188" y="csY3188"/>
              </a:cxn>
              <a:cxn ang="0">
                <a:pos x="csX3189" y="csY3189"/>
              </a:cxn>
              <a:cxn ang="0">
                <a:pos x="csX3190" y="csY3190"/>
              </a:cxn>
              <a:cxn ang="0">
                <a:pos x="csX3191" y="csY3191"/>
              </a:cxn>
              <a:cxn ang="0">
                <a:pos x="csX3192" y="csY3192"/>
              </a:cxn>
              <a:cxn ang="0">
                <a:pos x="csX3193" y="csY3193"/>
              </a:cxn>
              <a:cxn ang="0">
                <a:pos x="csX3194" y="csY3194"/>
              </a:cxn>
              <a:cxn ang="0">
                <a:pos x="csX3195" y="csY3195"/>
              </a:cxn>
              <a:cxn ang="0">
                <a:pos x="csX3196" y="csY3196"/>
              </a:cxn>
              <a:cxn ang="0">
                <a:pos x="csX3197" y="csY3197"/>
              </a:cxn>
              <a:cxn ang="0">
                <a:pos x="csX3198" y="csY3198"/>
              </a:cxn>
              <a:cxn ang="0">
                <a:pos x="csX3199" y="csY3199"/>
              </a:cxn>
              <a:cxn ang="0">
                <a:pos x="csX3200" y="csY3200"/>
              </a:cxn>
              <a:cxn ang="0">
                <a:pos x="csX3201" y="csY3201"/>
              </a:cxn>
              <a:cxn ang="0">
                <a:pos x="csX3202" y="csY3202"/>
              </a:cxn>
              <a:cxn ang="0">
                <a:pos x="csX3203" y="csY3203"/>
              </a:cxn>
              <a:cxn ang="0">
                <a:pos x="csX3204" y="csY3204"/>
              </a:cxn>
              <a:cxn ang="0">
                <a:pos x="csX3205" y="csY3205"/>
              </a:cxn>
              <a:cxn ang="0">
                <a:pos x="csX3206" y="csY3206"/>
              </a:cxn>
              <a:cxn ang="0">
                <a:pos x="csX3207" y="csY3207"/>
              </a:cxn>
              <a:cxn ang="0">
                <a:pos x="csX3208" y="csY3208"/>
              </a:cxn>
              <a:cxn ang="0">
                <a:pos x="csX3209" y="csY3209"/>
              </a:cxn>
              <a:cxn ang="0">
                <a:pos x="csX3210" y="csY3210"/>
              </a:cxn>
              <a:cxn ang="0">
                <a:pos x="csX3211" y="csY3211"/>
              </a:cxn>
              <a:cxn ang="0">
                <a:pos x="csX3212" y="csY3212"/>
              </a:cxn>
              <a:cxn ang="0">
                <a:pos x="csX3213" y="csY3213"/>
              </a:cxn>
              <a:cxn ang="0">
                <a:pos x="csX3214" y="csY3214"/>
              </a:cxn>
              <a:cxn ang="0">
                <a:pos x="csX3215" y="csY3215"/>
              </a:cxn>
              <a:cxn ang="0">
                <a:pos x="csX3216" y="csY3216"/>
              </a:cxn>
              <a:cxn ang="0">
                <a:pos x="csX3217" y="csY3217"/>
              </a:cxn>
              <a:cxn ang="0">
                <a:pos x="csX3218" y="csY3218"/>
              </a:cxn>
              <a:cxn ang="0">
                <a:pos x="csX3219" y="csY3219"/>
              </a:cxn>
              <a:cxn ang="0">
                <a:pos x="csX3220" y="csY3220"/>
              </a:cxn>
              <a:cxn ang="0">
                <a:pos x="csX3221" y="csY3221"/>
              </a:cxn>
              <a:cxn ang="0">
                <a:pos x="csX3222" y="csY3222"/>
              </a:cxn>
              <a:cxn ang="0">
                <a:pos x="csX3223" y="csY3223"/>
              </a:cxn>
              <a:cxn ang="0">
                <a:pos x="csX3224" y="csY3224"/>
              </a:cxn>
              <a:cxn ang="0">
                <a:pos x="csX3225" y="csY3225"/>
              </a:cxn>
              <a:cxn ang="0">
                <a:pos x="csX3226" y="csY3226"/>
              </a:cxn>
              <a:cxn ang="0">
                <a:pos x="csX3227" y="csY3227"/>
              </a:cxn>
              <a:cxn ang="0">
                <a:pos x="csX3228" y="csY3228"/>
              </a:cxn>
              <a:cxn ang="0">
                <a:pos x="csX3229" y="csY3229"/>
              </a:cxn>
              <a:cxn ang="0">
                <a:pos x="csX3230" y="csY3230"/>
              </a:cxn>
              <a:cxn ang="0">
                <a:pos x="csX3231" y="csY3231"/>
              </a:cxn>
              <a:cxn ang="0">
                <a:pos x="csX3232" y="csY3232"/>
              </a:cxn>
              <a:cxn ang="0">
                <a:pos x="csX3233" y="csY3233"/>
              </a:cxn>
              <a:cxn ang="0">
                <a:pos x="csX3234" y="csY3234"/>
              </a:cxn>
              <a:cxn ang="0">
                <a:pos x="csX3235" y="csY3235"/>
              </a:cxn>
              <a:cxn ang="0">
                <a:pos x="csX3236" y="csY3236"/>
              </a:cxn>
              <a:cxn ang="0">
                <a:pos x="csX3237" y="csY3237"/>
              </a:cxn>
              <a:cxn ang="0">
                <a:pos x="csX3238" y="csY3238"/>
              </a:cxn>
              <a:cxn ang="0">
                <a:pos x="csX3239" y="csY3239"/>
              </a:cxn>
              <a:cxn ang="0">
                <a:pos x="csX3240" y="csY3240"/>
              </a:cxn>
              <a:cxn ang="0">
                <a:pos x="csX3241" y="csY3241"/>
              </a:cxn>
              <a:cxn ang="0">
                <a:pos x="csX3242" y="csY3242"/>
              </a:cxn>
              <a:cxn ang="0">
                <a:pos x="csX3243" y="csY3243"/>
              </a:cxn>
              <a:cxn ang="0">
                <a:pos x="csX3244" y="csY3244"/>
              </a:cxn>
              <a:cxn ang="0">
                <a:pos x="csX3245" y="csY3245"/>
              </a:cxn>
              <a:cxn ang="0">
                <a:pos x="csX3246" y="csY3246"/>
              </a:cxn>
              <a:cxn ang="0">
                <a:pos x="csX3247" y="csY3247"/>
              </a:cxn>
              <a:cxn ang="0">
                <a:pos x="csX3248" y="csY3248"/>
              </a:cxn>
              <a:cxn ang="0">
                <a:pos x="csX3249" y="csY3249"/>
              </a:cxn>
              <a:cxn ang="0">
                <a:pos x="csX3250" y="csY3250"/>
              </a:cxn>
              <a:cxn ang="0">
                <a:pos x="csX3251" y="csY3251"/>
              </a:cxn>
              <a:cxn ang="0">
                <a:pos x="csX3252" y="csY3252"/>
              </a:cxn>
              <a:cxn ang="0">
                <a:pos x="csX3253" y="csY3253"/>
              </a:cxn>
              <a:cxn ang="0">
                <a:pos x="csX3254" y="csY3254"/>
              </a:cxn>
              <a:cxn ang="0">
                <a:pos x="csX3255" y="csY3255"/>
              </a:cxn>
              <a:cxn ang="0">
                <a:pos x="csX3256" y="csY3256"/>
              </a:cxn>
              <a:cxn ang="0">
                <a:pos x="csX3257" y="csY3257"/>
              </a:cxn>
              <a:cxn ang="0">
                <a:pos x="csX3258" y="csY3258"/>
              </a:cxn>
              <a:cxn ang="0">
                <a:pos x="csX3259" y="csY3259"/>
              </a:cxn>
              <a:cxn ang="0">
                <a:pos x="csX3260" y="csY3260"/>
              </a:cxn>
              <a:cxn ang="0">
                <a:pos x="csX3261" y="csY3261"/>
              </a:cxn>
              <a:cxn ang="0">
                <a:pos x="csX3262" y="csY3262"/>
              </a:cxn>
              <a:cxn ang="0">
                <a:pos x="csX3263" y="csY3263"/>
              </a:cxn>
              <a:cxn ang="0">
                <a:pos x="csX3264" y="csY3264"/>
              </a:cxn>
              <a:cxn ang="0">
                <a:pos x="csX3265" y="csY3265"/>
              </a:cxn>
              <a:cxn ang="0">
                <a:pos x="csX3266" y="csY3266"/>
              </a:cxn>
              <a:cxn ang="0">
                <a:pos x="csX3267" y="csY3267"/>
              </a:cxn>
              <a:cxn ang="0">
                <a:pos x="csX3268" y="csY3268"/>
              </a:cxn>
              <a:cxn ang="0">
                <a:pos x="csX3269" y="csY3269"/>
              </a:cxn>
              <a:cxn ang="0">
                <a:pos x="csX3270" y="csY3270"/>
              </a:cxn>
              <a:cxn ang="0">
                <a:pos x="csX3271" y="csY3271"/>
              </a:cxn>
              <a:cxn ang="0">
                <a:pos x="csX3272" y="csY3272"/>
              </a:cxn>
              <a:cxn ang="0">
                <a:pos x="csX3273" y="csY3273"/>
              </a:cxn>
              <a:cxn ang="0">
                <a:pos x="csX3274" y="csY3274"/>
              </a:cxn>
              <a:cxn ang="0">
                <a:pos x="csX3275" y="csY3275"/>
              </a:cxn>
              <a:cxn ang="0">
                <a:pos x="csX3276" y="csY3276"/>
              </a:cxn>
              <a:cxn ang="0">
                <a:pos x="csX3277" y="csY3277"/>
              </a:cxn>
              <a:cxn ang="0">
                <a:pos x="csX3278" y="csY3278"/>
              </a:cxn>
              <a:cxn ang="0">
                <a:pos x="csX3279" y="csY3279"/>
              </a:cxn>
              <a:cxn ang="0">
                <a:pos x="csX3280" y="csY3280"/>
              </a:cxn>
              <a:cxn ang="0">
                <a:pos x="csX3281" y="csY3281"/>
              </a:cxn>
              <a:cxn ang="0">
                <a:pos x="csX3282" y="csY3282"/>
              </a:cxn>
              <a:cxn ang="0">
                <a:pos x="csX3283" y="csY3283"/>
              </a:cxn>
              <a:cxn ang="0">
                <a:pos x="csX3284" y="csY3284"/>
              </a:cxn>
              <a:cxn ang="0">
                <a:pos x="csX3285" y="csY3285"/>
              </a:cxn>
              <a:cxn ang="0">
                <a:pos x="csX3286" y="csY3286"/>
              </a:cxn>
              <a:cxn ang="0">
                <a:pos x="csX3287" y="csY3287"/>
              </a:cxn>
              <a:cxn ang="0">
                <a:pos x="csX3288" y="csY3288"/>
              </a:cxn>
              <a:cxn ang="0">
                <a:pos x="csX3289" y="csY3289"/>
              </a:cxn>
              <a:cxn ang="0">
                <a:pos x="csX3290" y="csY3290"/>
              </a:cxn>
              <a:cxn ang="0">
                <a:pos x="csX3291" y="csY3291"/>
              </a:cxn>
              <a:cxn ang="0">
                <a:pos x="csX3292" y="csY3292"/>
              </a:cxn>
              <a:cxn ang="0">
                <a:pos x="csX3293" y="csY3293"/>
              </a:cxn>
              <a:cxn ang="0">
                <a:pos x="csX3294" y="csY3294"/>
              </a:cxn>
              <a:cxn ang="0">
                <a:pos x="csX3295" y="csY3295"/>
              </a:cxn>
              <a:cxn ang="0">
                <a:pos x="csX3296" y="csY3296"/>
              </a:cxn>
              <a:cxn ang="0">
                <a:pos x="csX3297" y="csY3297"/>
              </a:cxn>
              <a:cxn ang="0">
                <a:pos x="csX3298" y="csY3298"/>
              </a:cxn>
              <a:cxn ang="0">
                <a:pos x="csX3299" y="csY3299"/>
              </a:cxn>
              <a:cxn ang="0">
                <a:pos x="csX3300" y="csY3300"/>
              </a:cxn>
              <a:cxn ang="0">
                <a:pos x="csX3301" y="csY3301"/>
              </a:cxn>
              <a:cxn ang="0">
                <a:pos x="csX3302" y="csY3302"/>
              </a:cxn>
              <a:cxn ang="0">
                <a:pos x="csX3303" y="csY3303"/>
              </a:cxn>
              <a:cxn ang="0">
                <a:pos x="csX3304" y="csY3304"/>
              </a:cxn>
              <a:cxn ang="0">
                <a:pos x="csX3305" y="csY3305"/>
              </a:cxn>
              <a:cxn ang="0">
                <a:pos x="csX3306" y="csY3306"/>
              </a:cxn>
              <a:cxn ang="0">
                <a:pos x="csX3307" y="csY3307"/>
              </a:cxn>
              <a:cxn ang="0">
                <a:pos x="csX3308" y="csY3308"/>
              </a:cxn>
              <a:cxn ang="0">
                <a:pos x="csX3309" y="csY3309"/>
              </a:cxn>
              <a:cxn ang="0">
                <a:pos x="csX3310" y="csY3310"/>
              </a:cxn>
              <a:cxn ang="0">
                <a:pos x="csX3311" y="csY3311"/>
              </a:cxn>
              <a:cxn ang="0">
                <a:pos x="csX3312" y="csY3312"/>
              </a:cxn>
              <a:cxn ang="0">
                <a:pos x="csX3313" y="csY3313"/>
              </a:cxn>
              <a:cxn ang="0">
                <a:pos x="csX3314" y="csY3314"/>
              </a:cxn>
              <a:cxn ang="0">
                <a:pos x="csX3315" y="csY3315"/>
              </a:cxn>
              <a:cxn ang="0">
                <a:pos x="csX3316" y="csY3316"/>
              </a:cxn>
              <a:cxn ang="0">
                <a:pos x="csX3317" y="csY3317"/>
              </a:cxn>
              <a:cxn ang="0">
                <a:pos x="csX3318" y="csY3318"/>
              </a:cxn>
              <a:cxn ang="0">
                <a:pos x="csX3319" y="csY3319"/>
              </a:cxn>
              <a:cxn ang="0">
                <a:pos x="csX3320" y="csY3320"/>
              </a:cxn>
              <a:cxn ang="0">
                <a:pos x="csX3321" y="csY3321"/>
              </a:cxn>
              <a:cxn ang="0">
                <a:pos x="csX3322" y="csY3322"/>
              </a:cxn>
              <a:cxn ang="0">
                <a:pos x="csX3323" y="csY3323"/>
              </a:cxn>
              <a:cxn ang="0">
                <a:pos x="csX3324" y="csY3324"/>
              </a:cxn>
              <a:cxn ang="0">
                <a:pos x="csX3325" y="csY3325"/>
              </a:cxn>
              <a:cxn ang="0">
                <a:pos x="csX3326" y="csY3326"/>
              </a:cxn>
              <a:cxn ang="0">
                <a:pos x="csX3327" y="csY3327"/>
              </a:cxn>
              <a:cxn ang="0">
                <a:pos x="csX3328" y="csY3328"/>
              </a:cxn>
              <a:cxn ang="0">
                <a:pos x="csX3329" y="csY3329"/>
              </a:cxn>
              <a:cxn ang="0">
                <a:pos x="csX3330" y="csY3330"/>
              </a:cxn>
              <a:cxn ang="0">
                <a:pos x="csX3331" y="csY3331"/>
              </a:cxn>
              <a:cxn ang="0">
                <a:pos x="csX3332" y="csY3332"/>
              </a:cxn>
              <a:cxn ang="0">
                <a:pos x="csX3333" y="csY3333"/>
              </a:cxn>
              <a:cxn ang="0">
                <a:pos x="csX3334" y="csY3334"/>
              </a:cxn>
              <a:cxn ang="0">
                <a:pos x="csX3335" y="csY3335"/>
              </a:cxn>
              <a:cxn ang="0">
                <a:pos x="csX3336" y="csY3336"/>
              </a:cxn>
              <a:cxn ang="0">
                <a:pos x="csX3337" y="csY3337"/>
              </a:cxn>
              <a:cxn ang="0">
                <a:pos x="csX3338" y="csY3338"/>
              </a:cxn>
              <a:cxn ang="0">
                <a:pos x="csX3339" y="csY3339"/>
              </a:cxn>
              <a:cxn ang="0">
                <a:pos x="csX3340" y="csY3340"/>
              </a:cxn>
              <a:cxn ang="0">
                <a:pos x="csX3341" y="csY3341"/>
              </a:cxn>
              <a:cxn ang="0">
                <a:pos x="csX3342" y="csY3342"/>
              </a:cxn>
              <a:cxn ang="0">
                <a:pos x="csX3343" y="csY3343"/>
              </a:cxn>
              <a:cxn ang="0">
                <a:pos x="csX3344" y="csY3344"/>
              </a:cxn>
              <a:cxn ang="0">
                <a:pos x="csX3345" y="csY3345"/>
              </a:cxn>
              <a:cxn ang="0">
                <a:pos x="csX3346" y="csY3346"/>
              </a:cxn>
              <a:cxn ang="0">
                <a:pos x="csX3347" y="csY3347"/>
              </a:cxn>
              <a:cxn ang="0">
                <a:pos x="csX3348" y="csY3348"/>
              </a:cxn>
              <a:cxn ang="0">
                <a:pos x="csX3349" y="csY3349"/>
              </a:cxn>
              <a:cxn ang="0">
                <a:pos x="csX3350" y="csY3350"/>
              </a:cxn>
              <a:cxn ang="0">
                <a:pos x="csX3351" y="csY3351"/>
              </a:cxn>
              <a:cxn ang="0">
                <a:pos x="csX3352" y="csY3352"/>
              </a:cxn>
              <a:cxn ang="0">
                <a:pos x="csX3353" y="csY3353"/>
              </a:cxn>
              <a:cxn ang="0">
                <a:pos x="csX3354" y="csY3354"/>
              </a:cxn>
              <a:cxn ang="0">
                <a:pos x="csX3355" y="csY3355"/>
              </a:cxn>
              <a:cxn ang="0">
                <a:pos x="csX3356" y="csY3356"/>
              </a:cxn>
              <a:cxn ang="0">
                <a:pos x="csX3357" y="csY3357"/>
              </a:cxn>
              <a:cxn ang="0">
                <a:pos x="csX3358" y="csY3358"/>
              </a:cxn>
              <a:cxn ang="0">
                <a:pos x="csX3359" y="csY3359"/>
              </a:cxn>
              <a:cxn ang="0">
                <a:pos x="csX3360" y="csY3360"/>
              </a:cxn>
              <a:cxn ang="0">
                <a:pos x="csX3361" y="csY3361"/>
              </a:cxn>
              <a:cxn ang="0">
                <a:pos x="csX3362" y="csY3362"/>
              </a:cxn>
              <a:cxn ang="0">
                <a:pos x="csX3363" y="csY3363"/>
              </a:cxn>
              <a:cxn ang="0">
                <a:pos x="csX3364" y="csY3364"/>
              </a:cxn>
              <a:cxn ang="0">
                <a:pos x="csX3365" y="csY3365"/>
              </a:cxn>
              <a:cxn ang="0">
                <a:pos x="csX3366" y="csY3366"/>
              </a:cxn>
              <a:cxn ang="0">
                <a:pos x="csX3367" y="csY3367"/>
              </a:cxn>
              <a:cxn ang="0">
                <a:pos x="csX3368" y="csY3368"/>
              </a:cxn>
              <a:cxn ang="0">
                <a:pos x="csX3369" y="csY3369"/>
              </a:cxn>
              <a:cxn ang="0">
                <a:pos x="csX3370" y="csY3370"/>
              </a:cxn>
              <a:cxn ang="0">
                <a:pos x="csX3371" y="csY3371"/>
              </a:cxn>
              <a:cxn ang="0">
                <a:pos x="csX3372" y="csY3372"/>
              </a:cxn>
              <a:cxn ang="0">
                <a:pos x="csX3373" y="csY3373"/>
              </a:cxn>
              <a:cxn ang="0">
                <a:pos x="csX3374" y="csY3374"/>
              </a:cxn>
              <a:cxn ang="0">
                <a:pos x="csX3375" y="csY3375"/>
              </a:cxn>
              <a:cxn ang="0">
                <a:pos x="csX3376" y="csY3376"/>
              </a:cxn>
              <a:cxn ang="0">
                <a:pos x="csX3377" y="csY3377"/>
              </a:cxn>
              <a:cxn ang="0">
                <a:pos x="csX3378" y="csY3378"/>
              </a:cxn>
              <a:cxn ang="0">
                <a:pos x="csX3379" y="csY3379"/>
              </a:cxn>
              <a:cxn ang="0">
                <a:pos x="csX3380" y="csY3380"/>
              </a:cxn>
              <a:cxn ang="0">
                <a:pos x="csX3381" y="csY3381"/>
              </a:cxn>
              <a:cxn ang="0">
                <a:pos x="csX3382" y="csY3382"/>
              </a:cxn>
              <a:cxn ang="0">
                <a:pos x="csX3383" y="csY3383"/>
              </a:cxn>
              <a:cxn ang="0">
                <a:pos x="csX3384" y="csY3384"/>
              </a:cxn>
              <a:cxn ang="0">
                <a:pos x="csX3385" y="csY3385"/>
              </a:cxn>
              <a:cxn ang="0">
                <a:pos x="csX3386" y="csY3386"/>
              </a:cxn>
              <a:cxn ang="0">
                <a:pos x="csX3387" y="csY3387"/>
              </a:cxn>
              <a:cxn ang="0">
                <a:pos x="csX3388" y="csY3388"/>
              </a:cxn>
              <a:cxn ang="0">
                <a:pos x="csX3389" y="csY3389"/>
              </a:cxn>
              <a:cxn ang="0">
                <a:pos x="csX3390" y="csY3390"/>
              </a:cxn>
              <a:cxn ang="0">
                <a:pos x="csX3391" y="csY3391"/>
              </a:cxn>
              <a:cxn ang="0">
                <a:pos x="csX3392" y="csY3392"/>
              </a:cxn>
              <a:cxn ang="0">
                <a:pos x="csX3393" y="csY3393"/>
              </a:cxn>
              <a:cxn ang="0">
                <a:pos x="csX3394" y="csY3394"/>
              </a:cxn>
              <a:cxn ang="0">
                <a:pos x="csX3395" y="csY3395"/>
              </a:cxn>
              <a:cxn ang="0">
                <a:pos x="csX3396" y="csY3396"/>
              </a:cxn>
              <a:cxn ang="0">
                <a:pos x="csX3397" y="csY3397"/>
              </a:cxn>
              <a:cxn ang="0">
                <a:pos x="csX3398" y="csY3398"/>
              </a:cxn>
              <a:cxn ang="0">
                <a:pos x="csX3399" y="csY3399"/>
              </a:cxn>
              <a:cxn ang="0">
                <a:pos x="csX3400" y="csY3400"/>
              </a:cxn>
              <a:cxn ang="0">
                <a:pos x="csX3401" y="csY3401"/>
              </a:cxn>
              <a:cxn ang="0">
                <a:pos x="csX3402" y="csY3402"/>
              </a:cxn>
              <a:cxn ang="0">
                <a:pos x="csX3403" y="csY3403"/>
              </a:cxn>
              <a:cxn ang="0">
                <a:pos x="csX3404" y="csY3404"/>
              </a:cxn>
              <a:cxn ang="0">
                <a:pos x="csX3405" y="csY3405"/>
              </a:cxn>
              <a:cxn ang="0">
                <a:pos x="csX3406" y="csY3406"/>
              </a:cxn>
              <a:cxn ang="0">
                <a:pos x="csX3407" y="csY3407"/>
              </a:cxn>
              <a:cxn ang="0">
                <a:pos x="csX3408" y="csY3408"/>
              </a:cxn>
              <a:cxn ang="0">
                <a:pos x="csX3409" y="csY3409"/>
              </a:cxn>
              <a:cxn ang="0">
                <a:pos x="csX3410" y="csY3410"/>
              </a:cxn>
              <a:cxn ang="0">
                <a:pos x="csX3411" y="csY3411"/>
              </a:cxn>
              <a:cxn ang="0">
                <a:pos x="csX3412" y="csY3412"/>
              </a:cxn>
              <a:cxn ang="0">
                <a:pos x="csX3413" y="csY3413"/>
              </a:cxn>
              <a:cxn ang="0">
                <a:pos x="csX3414" y="csY3414"/>
              </a:cxn>
              <a:cxn ang="0">
                <a:pos x="csX3415" y="csY3415"/>
              </a:cxn>
              <a:cxn ang="0">
                <a:pos x="csX3416" y="csY3416"/>
              </a:cxn>
              <a:cxn ang="0">
                <a:pos x="csX3417" y="csY3417"/>
              </a:cxn>
              <a:cxn ang="0">
                <a:pos x="csX3418" y="csY3418"/>
              </a:cxn>
              <a:cxn ang="0">
                <a:pos x="csX3419" y="csY3419"/>
              </a:cxn>
              <a:cxn ang="0">
                <a:pos x="csX3420" y="csY3420"/>
              </a:cxn>
              <a:cxn ang="0">
                <a:pos x="csX3421" y="csY3421"/>
              </a:cxn>
              <a:cxn ang="0">
                <a:pos x="csX3422" y="csY3422"/>
              </a:cxn>
              <a:cxn ang="0">
                <a:pos x="csX3423" y="csY3423"/>
              </a:cxn>
              <a:cxn ang="0">
                <a:pos x="csX3424" y="csY3424"/>
              </a:cxn>
              <a:cxn ang="0">
                <a:pos x="csX3425" y="csY3425"/>
              </a:cxn>
              <a:cxn ang="0">
                <a:pos x="csX3426" y="csY3426"/>
              </a:cxn>
              <a:cxn ang="0">
                <a:pos x="csX3427" y="csY3427"/>
              </a:cxn>
              <a:cxn ang="0">
                <a:pos x="csX3428" y="csY3428"/>
              </a:cxn>
              <a:cxn ang="0">
                <a:pos x="csX3429" y="csY3429"/>
              </a:cxn>
              <a:cxn ang="0">
                <a:pos x="csX3430" y="csY3430"/>
              </a:cxn>
              <a:cxn ang="0">
                <a:pos x="csX3431" y="csY3431"/>
              </a:cxn>
              <a:cxn ang="0">
                <a:pos x="csX3432" y="csY3432"/>
              </a:cxn>
              <a:cxn ang="0">
                <a:pos x="csX3433" y="csY3433"/>
              </a:cxn>
              <a:cxn ang="0">
                <a:pos x="csX3434" y="csY3434"/>
              </a:cxn>
              <a:cxn ang="0">
                <a:pos x="csX3435" y="csY3435"/>
              </a:cxn>
              <a:cxn ang="0">
                <a:pos x="csX3436" y="csY3436"/>
              </a:cxn>
              <a:cxn ang="0">
                <a:pos x="csX3437" y="csY3437"/>
              </a:cxn>
              <a:cxn ang="0">
                <a:pos x="csX3438" y="csY3438"/>
              </a:cxn>
              <a:cxn ang="0">
                <a:pos x="csX3439" y="csY3439"/>
              </a:cxn>
              <a:cxn ang="0">
                <a:pos x="csX3440" y="csY3440"/>
              </a:cxn>
              <a:cxn ang="0">
                <a:pos x="csX3441" y="csY3441"/>
              </a:cxn>
              <a:cxn ang="0">
                <a:pos x="csX3442" y="csY3442"/>
              </a:cxn>
              <a:cxn ang="0">
                <a:pos x="csX3443" y="csY3443"/>
              </a:cxn>
              <a:cxn ang="0">
                <a:pos x="csX3444" y="csY3444"/>
              </a:cxn>
              <a:cxn ang="0">
                <a:pos x="csX3445" y="csY3445"/>
              </a:cxn>
              <a:cxn ang="0">
                <a:pos x="csX3446" y="csY3446"/>
              </a:cxn>
              <a:cxn ang="0">
                <a:pos x="csX3447" y="csY3447"/>
              </a:cxn>
              <a:cxn ang="0">
                <a:pos x="csX3448" y="csY3448"/>
              </a:cxn>
              <a:cxn ang="0">
                <a:pos x="csX3449" y="csY3449"/>
              </a:cxn>
              <a:cxn ang="0">
                <a:pos x="csX3450" y="csY3450"/>
              </a:cxn>
              <a:cxn ang="0">
                <a:pos x="csX3451" y="csY3451"/>
              </a:cxn>
              <a:cxn ang="0">
                <a:pos x="csX3452" y="csY3452"/>
              </a:cxn>
              <a:cxn ang="0">
                <a:pos x="csX3453" y="csY3453"/>
              </a:cxn>
              <a:cxn ang="0">
                <a:pos x="csX3454" y="csY3454"/>
              </a:cxn>
              <a:cxn ang="0">
                <a:pos x="csX3455" y="csY3455"/>
              </a:cxn>
              <a:cxn ang="0">
                <a:pos x="csX3456" y="csY3456"/>
              </a:cxn>
              <a:cxn ang="0">
                <a:pos x="csX3457" y="csY3457"/>
              </a:cxn>
              <a:cxn ang="0">
                <a:pos x="csX3458" y="csY3458"/>
              </a:cxn>
              <a:cxn ang="0">
                <a:pos x="csX3459" y="csY3459"/>
              </a:cxn>
              <a:cxn ang="0">
                <a:pos x="csX3460" y="csY3460"/>
              </a:cxn>
              <a:cxn ang="0">
                <a:pos x="csX3461" y="csY3461"/>
              </a:cxn>
              <a:cxn ang="0">
                <a:pos x="csX3462" y="csY3462"/>
              </a:cxn>
              <a:cxn ang="0">
                <a:pos x="csX3463" y="csY3463"/>
              </a:cxn>
              <a:cxn ang="0">
                <a:pos x="csX3464" y="csY3464"/>
              </a:cxn>
              <a:cxn ang="0">
                <a:pos x="csX3465" y="csY3465"/>
              </a:cxn>
              <a:cxn ang="0">
                <a:pos x="csX3466" y="csY3466"/>
              </a:cxn>
              <a:cxn ang="0">
                <a:pos x="csX3467" y="csY3467"/>
              </a:cxn>
              <a:cxn ang="0">
                <a:pos x="csX3468" y="csY3468"/>
              </a:cxn>
              <a:cxn ang="0">
                <a:pos x="csX3469" y="csY3469"/>
              </a:cxn>
              <a:cxn ang="0">
                <a:pos x="csX3470" y="csY3470"/>
              </a:cxn>
              <a:cxn ang="0">
                <a:pos x="csX3471" y="csY3471"/>
              </a:cxn>
              <a:cxn ang="0">
                <a:pos x="csX3472" y="csY3472"/>
              </a:cxn>
              <a:cxn ang="0">
                <a:pos x="csX3473" y="csY3473"/>
              </a:cxn>
              <a:cxn ang="0">
                <a:pos x="csX3474" y="csY3474"/>
              </a:cxn>
              <a:cxn ang="0">
                <a:pos x="csX3475" y="csY3475"/>
              </a:cxn>
              <a:cxn ang="0">
                <a:pos x="csX3476" y="csY3476"/>
              </a:cxn>
              <a:cxn ang="0">
                <a:pos x="csX3477" y="csY3477"/>
              </a:cxn>
              <a:cxn ang="0">
                <a:pos x="csX3478" y="csY3478"/>
              </a:cxn>
              <a:cxn ang="0">
                <a:pos x="csX3479" y="csY3479"/>
              </a:cxn>
              <a:cxn ang="0">
                <a:pos x="csX3480" y="csY3480"/>
              </a:cxn>
              <a:cxn ang="0">
                <a:pos x="csX3481" y="csY3481"/>
              </a:cxn>
              <a:cxn ang="0">
                <a:pos x="csX3482" y="csY3482"/>
              </a:cxn>
              <a:cxn ang="0">
                <a:pos x="csX3483" y="csY3483"/>
              </a:cxn>
              <a:cxn ang="0">
                <a:pos x="csX3484" y="csY3484"/>
              </a:cxn>
              <a:cxn ang="0">
                <a:pos x="csX3485" y="csY3485"/>
              </a:cxn>
              <a:cxn ang="0">
                <a:pos x="csX3486" y="csY3486"/>
              </a:cxn>
              <a:cxn ang="0">
                <a:pos x="csX3487" y="csY3487"/>
              </a:cxn>
              <a:cxn ang="0">
                <a:pos x="csX3488" y="csY3488"/>
              </a:cxn>
              <a:cxn ang="0">
                <a:pos x="csX3489" y="csY3489"/>
              </a:cxn>
              <a:cxn ang="0">
                <a:pos x="csX3490" y="csY3490"/>
              </a:cxn>
              <a:cxn ang="0">
                <a:pos x="csX3491" y="csY3491"/>
              </a:cxn>
              <a:cxn ang="0">
                <a:pos x="csX3492" y="csY3492"/>
              </a:cxn>
              <a:cxn ang="0">
                <a:pos x="csX3493" y="csY3493"/>
              </a:cxn>
              <a:cxn ang="0">
                <a:pos x="csX3494" y="csY3494"/>
              </a:cxn>
              <a:cxn ang="0">
                <a:pos x="csX3495" y="csY3495"/>
              </a:cxn>
              <a:cxn ang="0">
                <a:pos x="csX3496" y="csY3496"/>
              </a:cxn>
              <a:cxn ang="0">
                <a:pos x="csX3497" y="csY3497"/>
              </a:cxn>
              <a:cxn ang="0">
                <a:pos x="csX3498" y="csY3498"/>
              </a:cxn>
              <a:cxn ang="0">
                <a:pos x="csX3499" y="csY3499"/>
              </a:cxn>
              <a:cxn ang="0">
                <a:pos x="csX3500" y="csY3500"/>
              </a:cxn>
              <a:cxn ang="0">
                <a:pos x="csX3501" y="csY3501"/>
              </a:cxn>
              <a:cxn ang="0">
                <a:pos x="csX3502" y="csY3502"/>
              </a:cxn>
              <a:cxn ang="0">
                <a:pos x="csX3503" y="csY3503"/>
              </a:cxn>
              <a:cxn ang="0">
                <a:pos x="csX3504" y="csY3504"/>
              </a:cxn>
              <a:cxn ang="0">
                <a:pos x="csX3505" y="csY3505"/>
              </a:cxn>
              <a:cxn ang="0">
                <a:pos x="csX3506" y="csY3506"/>
              </a:cxn>
              <a:cxn ang="0">
                <a:pos x="csX3507" y="csY3507"/>
              </a:cxn>
              <a:cxn ang="0">
                <a:pos x="csX3508" y="csY3508"/>
              </a:cxn>
              <a:cxn ang="0">
                <a:pos x="csX3509" y="csY3509"/>
              </a:cxn>
              <a:cxn ang="0">
                <a:pos x="csX3510" y="csY3510"/>
              </a:cxn>
              <a:cxn ang="0">
                <a:pos x="csX3511" y="csY3511"/>
              </a:cxn>
              <a:cxn ang="0">
                <a:pos x="csX3512" y="csY3512"/>
              </a:cxn>
              <a:cxn ang="0">
                <a:pos x="csX3513" y="csY3513"/>
              </a:cxn>
              <a:cxn ang="0">
                <a:pos x="csX3514" y="csY3514"/>
              </a:cxn>
              <a:cxn ang="0">
                <a:pos x="csX3515" y="csY3515"/>
              </a:cxn>
              <a:cxn ang="0">
                <a:pos x="csX3516" y="csY3516"/>
              </a:cxn>
              <a:cxn ang="0">
                <a:pos x="csX3517" y="csY3517"/>
              </a:cxn>
              <a:cxn ang="0">
                <a:pos x="csX3518" y="csY3518"/>
              </a:cxn>
              <a:cxn ang="0">
                <a:pos x="csX3519" y="csY3519"/>
              </a:cxn>
              <a:cxn ang="0">
                <a:pos x="csX3520" y="csY3520"/>
              </a:cxn>
              <a:cxn ang="0">
                <a:pos x="csX3521" y="csY3521"/>
              </a:cxn>
              <a:cxn ang="0">
                <a:pos x="csX3522" y="csY3522"/>
              </a:cxn>
              <a:cxn ang="0">
                <a:pos x="csX3523" y="csY3523"/>
              </a:cxn>
              <a:cxn ang="0">
                <a:pos x="csX3524" y="csY3524"/>
              </a:cxn>
              <a:cxn ang="0">
                <a:pos x="csX3525" y="csY3525"/>
              </a:cxn>
              <a:cxn ang="0">
                <a:pos x="csX3526" y="csY3526"/>
              </a:cxn>
              <a:cxn ang="0">
                <a:pos x="csX3527" y="csY3527"/>
              </a:cxn>
              <a:cxn ang="0">
                <a:pos x="csX3528" y="csY3528"/>
              </a:cxn>
              <a:cxn ang="0">
                <a:pos x="csX3529" y="csY3529"/>
              </a:cxn>
              <a:cxn ang="0">
                <a:pos x="csX3530" y="csY3530"/>
              </a:cxn>
              <a:cxn ang="0">
                <a:pos x="csX3531" y="csY3531"/>
              </a:cxn>
              <a:cxn ang="0">
                <a:pos x="csX3532" y="csY3532"/>
              </a:cxn>
              <a:cxn ang="0">
                <a:pos x="csX3533" y="csY3533"/>
              </a:cxn>
              <a:cxn ang="0">
                <a:pos x="csX3534" y="csY3534"/>
              </a:cxn>
              <a:cxn ang="0">
                <a:pos x="csX3535" y="csY3535"/>
              </a:cxn>
              <a:cxn ang="0">
                <a:pos x="csX3536" y="csY3536"/>
              </a:cxn>
              <a:cxn ang="0">
                <a:pos x="csX3537" y="csY3537"/>
              </a:cxn>
              <a:cxn ang="0">
                <a:pos x="csX3538" y="csY3538"/>
              </a:cxn>
              <a:cxn ang="0">
                <a:pos x="csX3539" y="csY3539"/>
              </a:cxn>
              <a:cxn ang="0">
                <a:pos x="csX3540" y="csY3540"/>
              </a:cxn>
              <a:cxn ang="0">
                <a:pos x="csX3541" y="csY3541"/>
              </a:cxn>
              <a:cxn ang="0">
                <a:pos x="csX3542" y="csY3542"/>
              </a:cxn>
              <a:cxn ang="0">
                <a:pos x="csX3543" y="csY3543"/>
              </a:cxn>
              <a:cxn ang="0">
                <a:pos x="csX3544" y="csY3544"/>
              </a:cxn>
              <a:cxn ang="0">
                <a:pos x="csX3545" y="csY3545"/>
              </a:cxn>
              <a:cxn ang="0">
                <a:pos x="csX3546" y="csY3546"/>
              </a:cxn>
              <a:cxn ang="0">
                <a:pos x="csX3547" y="csY3547"/>
              </a:cxn>
              <a:cxn ang="0">
                <a:pos x="csX3548" y="csY3548"/>
              </a:cxn>
              <a:cxn ang="0">
                <a:pos x="csX3549" y="csY3549"/>
              </a:cxn>
              <a:cxn ang="0">
                <a:pos x="csX3550" y="csY3550"/>
              </a:cxn>
              <a:cxn ang="0">
                <a:pos x="csX3551" y="csY3551"/>
              </a:cxn>
              <a:cxn ang="0">
                <a:pos x="csX3552" y="csY3552"/>
              </a:cxn>
              <a:cxn ang="0">
                <a:pos x="csX3553" y="csY3553"/>
              </a:cxn>
              <a:cxn ang="0">
                <a:pos x="csX3554" y="csY3554"/>
              </a:cxn>
              <a:cxn ang="0">
                <a:pos x="csX3555" y="csY3555"/>
              </a:cxn>
              <a:cxn ang="0">
                <a:pos x="csX3556" y="csY3556"/>
              </a:cxn>
              <a:cxn ang="0">
                <a:pos x="csX3557" y="csY3557"/>
              </a:cxn>
              <a:cxn ang="0">
                <a:pos x="csX3558" y="csY3558"/>
              </a:cxn>
              <a:cxn ang="0">
                <a:pos x="csX3559" y="csY3559"/>
              </a:cxn>
              <a:cxn ang="0">
                <a:pos x="csX3560" y="csY3560"/>
              </a:cxn>
              <a:cxn ang="0">
                <a:pos x="csX3561" y="csY3561"/>
              </a:cxn>
              <a:cxn ang="0">
                <a:pos x="csX3562" y="csY3562"/>
              </a:cxn>
              <a:cxn ang="0">
                <a:pos x="csX3563" y="csY3563"/>
              </a:cxn>
              <a:cxn ang="0">
                <a:pos x="csX3564" y="csY3564"/>
              </a:cxn>
              <a:cxn ang="0">
                <a:pos x="csX3565" y="csY3565"/>
              </a:cxn>
              <a:cxn ang="0">
                <a:pos x="csX3566" y="csY3566"/>
              </a:cxn>
              <a:cxn ang="0">
                <a:pos x="csX3567" y="csY3567"/>
              </a:cxn>
              <a:cxn ang="0">
                <a:pos x="csX3568" y="csY3568"/>
              </a:cxn>
              <a:cxn ang="0">
                <a:pos x="csX3569" y="csY3569"/>
              </a:cxn>
              <a:cxn ang="0">
                <a:pos x="csX3570" y="csY3570"/>
              </a:cxn>
              <a:cxn ang="0">
                <a:pos x="csX3571" y="csY3571"/>
              </a:cxn>
              <a:cxn ang="0">
                <a:pos x="csX3572" y="csY3572"/>
              </a:cxn>
              <a:cxn ang="0">
                <a:pos x="csX3573" y="csY3573"/>
              </a:cxn>
              <a:cxn ang="0">
                <a:pos x="csX3574" y="csY3574"/>
              </a:cxn>
              <a:cxn ang="0">
                <a:pos x="csX3575" y="csY3575"/>
              </a:cxn>
              <a:cxn ang="0">
                <a:pos x="csX3576" y="csY3576"/>
              </a:cxn>
              <a:cxn ang="0">
                <a:pos x="csX3577" y="csY3577"/>
              </a:cxn>
              <a:cxn ang="0">
                <a:pos x="csX3578" y="csY3578"/>
              </a:cxn>
              <a:cxn ang="0">
                <a:pos x="csX3579" y="csY3579"/>
              </a:cxn>
              <a:cxn ang="0">
                <a:pos x="csX3580" y="csY3580"/>
              </a:cxn>
              <a:cxn ang="0">
                <a:pos x="csX3581" y="csY3581"/>
              </a:cxn>
              <a:cxn ang="0">
                <a:pos x="csX3582" y="csY3582"/>
              </a:cxn>
              <a:cxn ang="0">
                <a:pos x="csX3583" y="csY3583"/>
              </a:cxn>
              <a:cxn ang="0">
                <a:pos x="csX3584" y="csY3584"/>
              </a:cxn>
              <a:cxn ang="0">
                <a:pos x="csX3585" y="csY3585"/>
              </a:cxn>
              <a:cxn ang="0">
                <a:pos x="csX3586" y="csY3586"/>
              </a:cxn>
              <a:cxn ang="0">
                <a:pos x="csX3587" y="csY3587"/>
              </a:cxn>
              <a:cxn ang="0">
                <a:pos x="csX3588" y="csY3588"/>
              </a:cxn>
              <a:cxn ang="0">
                <a:pos x="csX3589" y="csY3589"/>
              </a:cxn>
              <a:cxn ang="0">
                <a:pos x="csX3590" y="csY3590"/>
              </a:cxn>
              <a:cxn ang="0">
                <a:pos x="csX3591" y="csY3591"/>
              </a:cxn>
              <a:cxn ang="0">
                <a:pos x="csX3592" y="csY3592"/>
              </a:cxn>
              <a:cxn ang="0">
                <a:pos x="csX3593" y="csY3593"/>
              </a:cxn>
              <a:cxn ang="0">
                <a:pos x="csX3594" y="csY3594"/>
              </a:cxn>
              <a:cxn ang="0">
                <a:pos x="csX3595" y="csY3595"/>
              </a:cxn>
              <a:cxn ang="0">
                <a:pos x="csX3596" y="csY3596"/>
              </a:cxn>
              <a:cxn ang="0">
                <a:pos x="csX3597" y="csY3597"/>
              </a:cxn>
              <a:cxn ang="0">
                <a:pos x="csX3598" y="csY3598"/>
              </a:cxn>
              <a:cxn ang="0">
                <a:pos x="csX3599" y="csY3599"/>
              </a:cxn>
              <a:cxn ang="0">
                <a:pos x="csX3600" y="csY3600"/>
              </a:cxn>
              <a:cxn ang="0">
                <a:pos x="csX3601" y="csY3601"/>
              </a:cxn>
              <a:cxn ang="0">
                <a:pos x="csX3602" y="csY3602"/>
              </a:cxn>
              <a:cxn ang="0">
                <a:pos x="csX3603" y="csY3603"/>
              </a:cxn>
              <a:cxn ang="0">
                <a:pos x="csX3604" y="csY3604"/>
              </a:cxn>
              <a:cxn ang="0">
                <a:pos x="csX3605" y="csY3605"/>
              </a:cxn>
              <a:cxn ang="0">
                <a:pos x="csX3606" y="csY3606"/>
              </a:cxn>
              <a:cxn ang="0">
                <a:pos x="csX3607" y="csY3607"/>
              </a:cxn>
              <a:cxn ang="0">
                <a:pos x="csX3608" y="csY3608"/>
              </a:cxn>
              <a:cxn ang="0">
                <a:pos x="csX3609" y="csY3609"/>
              </a:cxn>
              <a:cxn ang="0">
                <a:pos x="csX3610" y="csY3610"/>
              </a:cxn>
              <a:cxn ang="0">
                <a:pos x="csX3611" y="csY3611"/>
              </a:cxn>
              <a:cxn ang="0">
                <a:pos x="csX3612" y="csY3612"/>
              </a:cxn>
              <a:cxn ang="0">
                <a:pos x="csX3613" y="csY3613"/>
              </a:cxn>
              <a:cxn ang="0">
                <a:pos x="csX3614" y="csY3614"/>
              </a:cxn>
              <a:cxn ang="0">
                <a:pos x="csX3615" y="csY3615"/>
              </a:cxn>
              <a:cxn ang="0">
                <a:pos x="csX3616" y="csY3616"/>
              </a:cxn>
              <a:cxn ang="0">
                <a:pos x="csX3617" y="csY3617"/>
              </a:cxn>
              <a:cxn ang="0">
                <a:pos x="csX3618" y="csY3618"/>
              </a:cxn>
              <a:cxn ang="0">
                <a:pos x="csX3619" y="csY3619"/>
              </a:cxn>
              <a:cxn ang="0">
                <a:pos x="csX3620" y="csY3620"/>
              </a:cxn>
              <a:cxn ang="0">
                <a:pos x="csX3621" y="csY3621"/>
              </a:cxn>
              <a:cxn ang="0">
                <a:pos x="csX3622" y="csY3622"/>
              </a:cxn>
              <a:cxn ang="0">
                <a:pos x="csX3623" y="csY3623"/>
              </a:cxn>
              <a:cxn ang="0">
                <a:pos x="csX3624" y="csY3624"/>
              </a:cxn>
              <a:cxn ang="0">
                <a:pos x="csX3625" y="csY3625"/>
              </a:cxn>
              <a:cxn ang="0">
                <a:pos x="csX3626" y="csY3626"/>
              </a:cxn>
              <a:cxn ang="0">
                <a:pos x="csX3627" y="csY3627"/>
              </a:cxn>
              <a:cxn ang="0">
                <a:pos x="csX3628" y="csY3628"/>
              </a:cxn>
              <a:cxn ang="0">
                <a:pos x="csX3629" y="csY3629"/>
              </a:cxn>
              <a:cxn ang="0">
                <a:pos x="csX3630" y="csY3630"/>
              </a:cxn>
              <a:cxn ang="0">
                <a:pos x="csX3631" y="csY3631"/>
              </a:cxn>
              <a:cxn ang="0">
                <a:pos x="csX3632" y="csY3632"/>
              </a:cxn>
              <a:cxn ang="0">
                <a:pos x="csX3633" y="csY3633"/>
              </a:cxn>
              <a:cxn ang="0">
                <a:pos x="csX3634" y="csY3634"/>
              </a:cxn>
              <a:cxn ang="0">
                <a:pos x="csX3635" y="csY3635"/>
              </a:cxn>
              <a:cxn ang="0">
                <a:pos x="csX3636" y="csY3636"/>
              </a:cxn>
              <a:cxn ang="0">
                <a:pos x="csX3637" y="csY3637"/>
              </a:cxn>
              <a:cxn ang="0">
                <a:pos x="csX3638" y="csY3638"/>
              </a:cxn>
              <a:cxn ang="0">
                <a:pos x="csX3639" y="csY3639"/>
              </a:cxn>
              <a:cxn ang="0">
                <a:pos x="csX3640" y="csY3640"/>
              </a:cxn>
              <a:cxn ang="0">
                <a:pos x="csX3641" y="csY3641"/>
              </a:cxn>
              <a:cxn ang="0">
                <a:pos x="csX3642" y="csY3642"/>
              </a:cxn>
              <a:cxn ang="0">
                <a:pos x="csX3643" y="csY3643"/>
              </a:cxn>
              <a:cxn ang="0">
                <a:pos x="csX3644" y="csY3644"/>
              </a:cxn>
              <a:cxn ang="0">
                <a:pos x="csX3645" y="csY3645"/>
              </a:cxn>
              <a:cxn ang="0">
                <a:pos x="csX3646" y="csY3646"/>
              </a:cxn>
              <a:cxn ang="0">
                <a:pos x="csX3647" y="csY3647"/>
              </a:cxn>
              <a:cxn ang="0">
                <a:pos x="csX3648" y="csY3648"/>
              </a:cxn>
              <a:cxn ang="0">
                <a:pos x="csX3649" y="csY3649"/>
              </a:cxn>
              <a:cxn ang="0">
                <a:pos x="csX3650" y="csY3650"/>
              </a:cxn>
              <a:cxn ang="0">
                <a:pos x="csX3651" y="csY3651"/>
              </a:cxn>
              <a:cxn ang="0">
                <a:pos x="csX3652" y="csY3652"/>
              </a:cxn>
              <a:cxn ang="0">
                <a:pos x="csX3653" y="csY3653"/>
              </a:cxn>
              <a:cxn ang="0">
                <a:pos x="csX3654" y="csY3654"/>
              </a:cxn>
              <a:cxn ang="0">
                <a:pos x="csX3655" y="csY3655"/>
              </a:cxn>
              <a:cxn ang="0">
                <a:pos x="csX3656" y="csY3656"/>
              </a:cxn>
              <a:cxn ang="0">
                <a:pos x="csX3657" y="csY3657"/>
              </a:cxn>
              <a:cxn ang="0">
                <a:pos x="csX3658" y="csY3658"/>
              </a:cxn>
              <a:cxn ang="0">
                <a:pos x="csX3659" y="csY3659"/>
              </a:cxn>
              <a:cxn ang="0">
                <a:pos x="csX3660" y="csY3660"/>
              </a:cxn>
              <a:cxn ang="0">
                <a:pos x="csX3661" y="csY3661"/>
              </a:cxn>
              <a:cxn ang="0">
                <a:pos x="csX3662" y="csY3662"/>
              </a:cxn>
              <a:cxn ang="0">
                <a:pos x="csX3663" y="csY3663"/>
              </a:cxn>
              <a:cxn ang="0">
                <a:pos x="csX3664" y="csY3664"/>
              </a:cxn>
              <a:cxn ang="0">
                <a:pos x="csX3665" y="csY3665"/>
              </a:cxn>
              <a:cxn ang="0">
                <a:pos x="csX3666" y="csY3666"/>
              </a:cxn>
              <a:cxn ang="0">
                <a:pos x="csX3667" y="csY3667"/>
              </a:cxn>
              <a:cxn ang="0">
                <a:pos x="csX3668" y="csY3668"/>
              </a:cxn>
              <a:cxn ang="0">
                <a:pos x="csX3669" y="csY3669"/>
              </a:cxn>
              <a:cxn ang="0">
                <a:pos x="csX3670" y="csY3670"/>
              </a:cxn>
              <a:cxn ang="0">
                <a:pos x="csX3671" y="csY3671"/>
              </a:cxn>
              <a:cxn ang="0">
                <a:pos x="csX3672" y="csY3672"/>
              </a:cxn>
              <a:cxn ang="0">
                <a:pos x="csX3673" y="csY3673"/>
              </a:cxn>
              <a:cxn ang="0">
                <a:pos x="csX3674" y="csY3674"/>
              </a:cxn>
              <a:cxn ang="0">
                <a:pos x="csX3675" y="csY3675"/>
              </a:cxn>
              <a:cxn ang="0">
                <a:pos x="csX3676" y="csY3676"/>
              </a:cxn>
              <a:cxn ang="0">
                <a:pos x="csX3677" y="csY3677"/>
              </a:cxn>
              <a:cxn ang="0">
                <a:pos x="csX3678" y="csY3678"/>
              </a:cxn>
              <a:cxn ang="0">
                <a:pos x="csX3679" y="csY3679"/>
              </a:cxn>
              <a:cxn ang="0">
                <a:pos x="csX3680" y="csY3680"/>
              </a:cxn>
              <a:cxn ang="0">
                <a:pos x="csX3681" y="csY3681"/>
              </a:cxn>
              <a:cxn ang="0">
                <a:pos x="csX3682" y="csY3682"/>
              </a:cxn>
              <a:cxn ang="0">
                <a:pos x="csX3683" y="csY3683"/>
              </a:cxn>
              <a:cxn ang="0">
                <a:pos x="csX3684" y="csY3684"/>
              </a:cxn>
              <a:cxn ang="0">
                <a:pos x="csX3685" y="csY3685"/>
              </a:cxn>
              <a:cxn ang="0">
                <a:pos x="csX3686" y="csY3686"/>
              </a:cxn>
              <a:cxn ang="0">
                <a:pos x="csX3687" y="csY3687"/>
              </a:cxn>
              <a:cxn ang="0">
                <a:pos x="csX3688" y="csY3688"/>
              </a:cxn>
              <a:cxn ang="0">
                <a:pos x="csX3689" y="csY3689"/>
              </a:cxn>
              <a:cxn ang="0">
                <a:pos x="csX3690" y="csY3690"/>
              </a:cxn>
              <a:cxn ang="0">
                <a:pos x="csX3691" y="csY3691"/>
              </a:cxn>
              <a:cxn ang="0">
                <a:pos x="csX3692" y="csY3692"/>
              </a:cxn>
              <a:cxn ang="0">
                <a:pos x="csX3693" y="csY3693"/>
              </a:cxn>
              <a:cxn ang="0">
                <a:pos x="csX3694" y="csY3694"/>
              </a:cxn>
              <a:cxn ang="0">
                <a:pos x="csX3695" y="csY3695"/>
              </a:cxn>
              <a:cxn ang="0">
                <a:pos x="csX3696" y="csY3696"/>
              </a:cxn>
              <a:cxn ang="0">
                <a:pos x="csX3697" y="csY3697"/>
              </a:cxn>
              <a:cxn ang="0">
                <a:pos x="csX3698" y="csY3698"/>
              </a:cxn>
              <a:cxn ang="0">
                <a:pos x="csX3699" y="csY3699"/>
              </a:cxn>
              <a:cxn ang="0">
                <a:pos x="csX3700" y="csY3700"/>
              </a:cxn>
              <a:cxn ang="0">
                <a:pos x="csX3701" y="csY3701"/>
              </a:cxn>
              <a:cxn ang="0">
                <a:pos x="csX3702" y="csY3702"/>
              </a:cxn>
              <a:cxn ang="0">
                <a:pos x="csX3703" y="csY3703"/>
              </a:cxn>
              <a:cxn ang="0">
                <a:pos x="csX3704" y="csY3704"/>
              </a:cxn>
              <a:cxn ang="0">
                <a:pos x="csX3705" y="csY3705"/>
              </a:cxn>
              <a:cxn ang="0">
                <a:pos x="csX3706" y="csY3706"/>
              </a:cxn>
              <a:cxn ang="0">
                <a:pos x="csX3707" y="csY3707"/>
              </a:cxn>
              <a:cxn ang="0">
                <a:pos x="csX3708" y="csY3708"/>
              </a:cxn>
              <a:cxn ang="0">
                <a:pos x="csX3709" y="csY3709"/>
              </a:cxn>
              <a:cxn ang="0">
                <a:pos x="csX3710" y="csY3710"/>
              </a:cxn>
              <a:cxn ang="0">
                <a:pos x="csX3711" y="csY3711"/>
              </a:cxn>
              <a:cxn ang="0">
                <a:pos x="csX3712" y="csY3712"/>
              </a:cxn>
              <a:cxn ang="0">
                <a:pos x="csX3713" y="csY3713"/>
              </a:cxn>
              <a:cxn ang="0">
                <a:pos x="csX3714" y="csY3714"/>
              </a:cxn>
              <a:cxn ang="0">
                <a:pos x="csX3715" y="csY3715"/>
              </a:cxn>
              <a:cxn ang="0">
                <a:pos x="csX3716" y="csY3716"/>
              </a:cxn>
              <a:cxn ang="0">
                <a:pos x="csX3717" y="csY3717"/>
              </a:cxn>
              <a:cxn ang="0">
                <a:pos x="csX3718" y="csY3718"/>
              </a:cxn>
              <a:cxn ang="0">
                <a:pos x="csX3719" y="csY3719"/>
              </a:cxn>
              <a:cxn ang="0">
                <a:pos x="csX3720" y="csY3720"/>
              </a:cxn>
              <a:cxn ang="0">
                <a:pos x="csX3721" y="csY3721"/>
              </a:cxn>
              <a:cxn ang="0">
                <a:pos x="csX3722" y="csY3722"/>
              </a:cxn>
              <a:cxn ang="0">
                <a:pos x="csX3723" y="csY3723"/>
              </a:cxn>
              <a:cxn ang="0">
                <a:pos x="csX3724" y="csY3724"/>
              </a:cxn>
              <a:cxn ang="0">
                <a:pos x="csX3725" y="csY3725"/>
              </a:cxn>
              <a:cxn ang="0">
                <a:pos x="csX3726" y="csY3726"/>
              </a:cxn>
              <a:cxn ang="0">
                <a:pos x="csX3727" y="csY3727"/>
              </a:cxn>
              <a:cxn ang="0">
                <a:pos x="csX3728" y="csY3728"/>
              </a:cxn>
              <a:cxn ang="0">
                <a:pos x="csX3729" y="csY3729"/>
              </a:cxn>
              <a:cxn ang="0">
                <a:pos x="csX3730" y="csY3730"/>
              </a:cxn>
              <a:cxn ang="0">
                <a:pos x="csX3731" y="csY3731"/>
              </a:cxn>
              <a:cxn ang="0">
                <a:pos x="csX3732" y="csY3732"/>
              </a:cxn>
              <a:cxn ang="0">
                <a:pos x="csX3733" y="csY3733"/>
              </a:cxn>
              <a:cxn ang="0">
                <a:pos x="csX3734" y="csY3734"/>
              </a:cxn>
              <a:cxn ang="0">
                <a:pos x="csX3735" y="csY3735"/>
              </a:cxn>
              <a:cxn ang="0">
                <a:pos x="csX3736" y="csY3736"/>
              </a:cxn>
              <a:cxn ang="0">
                <a:pos x="csX3737" y="csY3737"/>
              </a:cxn>
              <a:cxn ang="0">
                <a:pos x="csX3738" y="csY3738"/>
              </a:cxn>
              <a:cxn ang="0">
                <a:pos x="csX3739" y="csY3739"/>
              </a:cxn>
              <a:cxn ang="0">
                <a:pos x="csX3740" y="csY3740"/>
              </a:cxn>
              <a:cxn ang="0">
                <a:pos x="csX3741" y="csY3741"/>
              </a:cxn>
              <a:cxn ang="0">
                <a:pos x="csX3742" y="csY3742"/>
              </a:cxn>
              <a:cxn ang="0">
                <a:pos x="csX3743" y="csY3743"/>
              </a:cxn>
              <a:cxn ang="0">
                <a:pos x="csX3744" y="csY3744"/>
              </a:cxn>
              <a:cxn ang="0">
                <a:pos x="csX3745" y="csY3745"/>
              </a:cxn>
              <a:cxn ang="0">
                <a:pos x="csX3746" y="csY3746"/>
              </a:cxn>
              <a:cxn ang="0">
                <a:pos x="csX3747" y="csY3747"/>
              </a:cxn>
              <a:cxn ang="0">
                <a:pos x="csX3748" y="csY3748"/>
              </a:cxn>
              <a:cxn ang="0">
                <a:pos x="csX3749" y="csY3749"/>
              </a:cxn>
              <a:cxn ang="0">
                <a:pos x="csX3750" y="csY3750"/>
              </a:cxn>
              <a:cxn ang="0">
                <a:pos x="csX3751" y="csY3751"/>
              </a:cxn>
              <a:cxn ang="0">
                <a:pos x="csX3752" y="csY3752"/>
              </a:cxn>
              <a:cxn ang="0">
                <a:pos x="csX3753" y="csY3753"/>
              </a:cxn>
              <a:cxn ang="0">
                <a:pos x="csX3754" y="csY3754"/>
              </a:cxn>
              <a:cxn ang="0">
                <a:pos x="csX3755" y="csY3755"/>
              </a:cxn>
              <a:cxn ang="0">
                <a:pos x="csX3756" y="csY3756"/>
              </a:cxn>
              <a:cxn ang="0">
                <a:pos x="csX3757" y="csY3757"/>
              </a:cxn>
              <a:cxn ang="0">
                <a:pos x="csX3758" y="csY3758"/>
              </a:cxn>
              <a:cxn ang="0">
                <a:pos x="csX3759" y="csY3759"/>
              </a:cxn>
              <a:cxn ang="0">
                <a:pos x="csX3760" y="csY3760"/>
              </a:cxn>
              <a:cxn ang="0">
                <a:pos x="csX3761" y="csY3761"/>
              </a:cxn>
              <a:cxn ang="0">
                <a:pos x="csX3762" y="csY3762"/>
              </a:cxn>
              <a:cxn ang="0">
                <a:pos x="csX3763" y="csY3763"/>
              </a:cxn>
              <a:cxn ang="0">
                <a:pos x="csX3764" y="csY3764"/>
              </a:cxn>
              <a:cxn ang="0">
                <a:pos x="csX3765" y="csY3765"/>
              </a:cxn>
              <a:cxn ang="0">
                <a:pos x="csX3766" y="csY3766"/>
              </a:cxn>
              <a:cxn ang="0">
                <a:pos x="csX3767" y="csY3767"/>
              </a:cxn>
              <a:cxn ang="0">
                <a:pos x="csX3768" y="csY3768"/>
              </a:cxn>
              <a:cxn ang="0">
                <a:pos x="csX3769" y="csY3769"/>
              </a:cxn>
              <a:cxn ang="0">
                <a:pos x="csX3770" y="csY3770"/>
              </a:cxn>
              <a:cxn ang="0">
                <a:pos x="csX3771" y="csY3771"/>
              </a:cxn>
              <a:cxn ang="0">
                <a:pos x="csX3772" y="csY3772"/>
              </a:cxn>
              <a:cxn ang="0">
                <a:pos x="csX3773" y="csY3773"/>
              </a:cxn>
              <a:cxn ang="0">
                <a:pos x="csX3774" y="csY3774"/>
              </a:cxn>
              <a:cxn ang="0">
                <a:pos x="csX3775" y="csY3775"/>
              </a:cxn>
              <a:cxn ang="0">
                <a:pos x="csX3776" y="csY3776"/>
              </a:cxn>
              <a:cxn ang="0">
                <a:pos x="csX3777" y="csY3777"/>
              </a:cxn>
              <a:cxn ang="0">
                <a:pos x="csX3778" y="csY3778"/>
              </a:cxn>
              <a:cxn ang="0">
                <a:pos x="csX3779" y="csY3779"/>
              </a:cxn>
              <a:cxn ang="0">
                <a:pos x="csX3780" y="csY3780"/>
              </a:cxn>
              <a:cxn ang="0">
                <a:pos x="csX3781" y="csY3781"/>
              </a:cxn>
              <a:cxn ang="0">
                <a:pos x="csX3782" y="csY3782"/>
              </a:cxn>
              <a:cxn ang="0">
                <a:pos x="csX3783" y="csY3783"/>
              </a:cxn>
              <a:cxn ang="0">
                <a:pos x="csX3784" y="csY3784"/>
              </a:cxn>
              <a:cxn ang="0">
                <a:pos x="csX3785" y="csY3785"/>
              </a:cxn>
              <a:cxn ang="0">
                <a:pos x="csX3786" y="csY3786"/>
              </a:cxn>
              <a:cxn ang="0">
                <a:pos x="csX3787" y="csY3787"/>
              </a:cxn>
              <a:cxn ang="0">
                <a:pos x="csX3788" y="csY3788"/>
              </a:cxn>
              <a:cxn ang="0">
                <a:pos x="csX3789" y="csY3789"/>
              </a:cxn>
              <a:cxn ang="0">
                <a:pos x="csX3790" y="csY3790"/>
              </a:cxn>
              <a:cxn ang="0">
                <a:pos x="csX3791" y="csY3791"/>
              </a:cxn>
              <a:cxn ang="0">
                <a:pos x="csX3792" y="csY3792"/>
              </a:cxn>
              <a:cxn ang="0">
                <a:pos x="csX3793" y="csY3793"/>
              </a:cxn>
              <a:cxn ang="0">
                <a:pos x="csX3794" y="csY3794"/>
              </a:cxn>
              <a:cxn ang="0">
                <a:pos x="csX3795" y="csY3795"/>
              </a:cxn>
              <a:cxn ang="0">
                <a:pos x="csX3796" y="csY3796"/>
              </a:cxn>
              <a:cxn ang="0">
                <a:pos x="csX3797" y="csY3797"/>
              </a:cxn>
              <a:cxn ang="0">
                <a:pos x="csX3798" y="csY3798"/>
              </a:cxn>
              <a:cxn ang="0">
                <a:pos x="csX3799" y="csY3799"/>
              </a:cxn>
              <a:cxn ang="0">
                <a:pos x="csX3800" y="csY3800"/>
              </a:cxn>
              <a:cxn ang="0">
                <a:pos x="csX3801" y="csY3801"/>
              </a:cxn>
              <a:cxn ang="0">
                <a:pos x="csX3802" y="csY3802"/>
              </a:cxn>
              <a:cxn ang="0">
                <a:pos x="csX3803" y="csY3803"/>
              </a:cxn>
              <a:cxn ang="0">
                <a:pos x="csX3804" y="csY3804"/>
              </a:cxn>
              <a:cxn ang="0">
                <a:pos x="csX3805" y="csY3805"/>
              </a:cxn>
              <a:cxn ang="0">
                <a:pos x="csX3806" y="csY3806"/>
              </a:cxn>
              <a:cxn ang="0">
                <a:pos x="csX3807" y="csY3807"/>
              </a:cxn>
              <a:cxn ang="0">
                <a:pos x="csX3808" y="csY3808"/>
              </a:cxn>
              <a:cxn ang="0">
                <a:pos x="csX3809" y="csY3809"/>
              </a:cxn>
              <a:cxn ang="0">
                <a:pos x="csX3810" y="csY3810"/>
              </a:cxn>
              <a:cxn ang="0">
                <a:pos x="csX3811" y="csY3811"/>
              </a:cxn>
              <a:cxn ang="0">
                <a:pos x="csX3812" y="csY3812"/>
              </a:cxn>
              <a:cxn ang="0">
                <a:pos x="csX3813" y="csY3813"/>
              </a:cxn>
              <a:cxn ang="0">
                <a:pos x="csX3814" y="csY3814"/>
              </a:cxn>
              <a:cxn ang="0">
                <a:pos x="csX3815" y="csY3815"/>
              </a:cxn>
              <a:cxn ang="0">
                <a:pos x="csX3816" y="csY3816"/>
              </a:cxn>
              <a:cxn ang="0">
                <a:pos x="csX3817" y="csY3817"/>
              </a:cxn>
              <a:cxn ang="0">
                <a:pos x="csX3818" y="csY3818"/>
              </a:cxn>
              <a:cxn ang="0">
                <a:pos x="csX3819" y="csY3819"/>
              </a:cxn>
              <a:cxn ang="0">
                <a:pos x="csX3820" y="csY3820"/>
              </a:cxn>
              <a:cxn ang="0">
                <a:pos x="csX3821" y="csY3821"/>
              </a:cxn>
              <a:cxn ang="0">
                <a:pos x="csX3822" y="csY3822"/>
              </a:cxn>
              <a:cxn ang="0">
                <a:pos x="csX3823" y="csY3823"/>
              </a:cxn>
              <a:cxn ang="0">
                <a:pos x="csX3824" y="csY3824"/>
              </a:cxn>
              <a:cxn ang="0">
                <a:pos x="csX3825" y="csY3825"/>
              </a:cxn>
              <a:cxn ang="0">
                <a:pos x="csX3826" y="csY3826"/>
              </a:cxn>
              <a:cxn ang="0">
                <a:pos x="csX3827" y="csY3827"/>
              </a:cxn>
              <a:cxn ang="0">
                <a:pos x="csX3828" y="csY3828"/>
              </a:cxn>
              <a:cxn ang="0">
                <a:pos x="csX3829" y="csY3829"/>
              </a:cxn>
              <a:cxn ang="0">
                <a:pos x="csX3830" y="csY3830"/>
              </a:cxn>
              <a:cxn ang="0">
                <a:pos x="csX3831" y="csY3831"/>
              </a:cxn>
              <a:cxn ang="0">
                <a:pos x="csX3832" y="csY3832"/>
              </a:cxn>
              <a:cxn ang="0">
                <a:pos x="csX3833" y="csY3833"/>
              </a:cxn>
              <a:cxn ang="0">
                <a:pos x="csX3834" y="csY3834"/>
              </a:cxn>
              <a:cxn ang="0">
                <a:pos x="csX3835" y="csY3835"/>
              </a:cxn>
              <a:cxn ang="0">
                <a:pos x="csX3836" y="csY3836"/>
              </a:cxn>
              <a:cxn ang="0">
                <a:pos x="csX3837" y="csY3837"/>
              </a:cxn>
              <a:cxn ang="0">
                <a:pos x="csX3838" y="csY3838"/>
              </a:cxn>
              <a:cxn ang="0">
                <a:pos x="csX3839" y="csY3839"/>
              </a:cxn>
              <a:cxn ang="0">
                <a:pos x="csX3840" y="csY3840"/>
              </a:cxn>
              <a:cxn ang="0">
                <a:pos x="csX3841" y="csY3841"/>
              </a:cxn>
              <a:cxn ang="0">
                <a:pos x="csX3842" y="csY3842"/>
              </a:cxn>
              <a:cxn ang="0">
                <a:pos x="csX3843" y="csY3843"/>
              </a:cxn>
              <a:cxn ang="0">
                <a:pos x="csX3844" y="csY3844"/>
              </a:cxn>
              <a:cxn ang="0">
                <a:pos x="csX3845" y="csY3845"/>
              </a:cxn>
              <a:cxn ang="0">
                <a:pos x="csX3846" y="csY3846"/>
              </a:cxn>
              <a:cxn ang="0">
                <a:pos x="csX3847" y="csY3847"/>
              </a:cxn>
              <a:cxn ang="0">
                <a:pos x="csX3848" y="csY3848"/>
              </a:cxn>
              <a:cxn ang="0">
                <a:pos x="csX3849" y="csY3849"/>
              </a:cxn>
              <a:cxn ang="0">
                <a:pos x="csX3850" y="csY3850"/>
              </a:cxn>
              <a:cxn ang="0">
                <a:pos x="csX3851" y="csY3851"/>
              </a:cxn>
              <a:cxn ang="0">
                <a:pos x="csX3852" y="csY3852"/>
              </a:cxn>
              <a:cxn ang="0">
                <a:pos x="csX3853" y="csY3853"/>
              </a:cxn>
              <a:cxn ang="0">
                <a:pos x="csX3854" y="csY3854"/>
              </a:cxn>
              <a:cxn ang="0">
                <a:pos x="csX3855" y="csY3855"/>
              </a:cxn>
              <a:cxn ang="0">
                <a:pos x="csX3856" y="csY3856"/>
              </a:cxn>
              <a:cxn ang="0">
                <a:pos x="csX3857" y="csY3857"/>
              </a:cxn>
              <a:cxn ang="0">
                <a:pos x="csX3858" y="csY3858"/>
              </a:cxn>
              <a:cxn ang="0">
                <a:pos x="csX3859" y="csY3859"/>
              </a:cxn>
              <a:cxn ang="0">
                <a:pos x="csX3860" y="csY3860"/>
              </a:cxn>
              <a:cxn ang="0">
                <a:pos x="csX3861" y="csY3861"/>
              </a:cxn>
              <a:cxn ang="0">
                <a:pos x="csX3862" y="csY3862"/>
              </a:cxn>
              <a:cxn ang="0">
                <a:pos x="csX3863" y="csY3863"/>
              </a:cxn>
              <a:cxn ang="0">
                <a:pos x="csX3864" y="csY3864"/>
              </a:cxn>
              <a:cxn ang="0">
                <a:pos x="csX3865" y="csY3865"/>
              </a:cxn>
              <a:cxn ang="0">
                <a:pos x="csX3866" y="csY3866"/>
              </a:cxn>
              <a:cxn ang="0">
                <a:pos x="csX3867" y="csY3867"/>
              </a:cxn>
              <a:cxn ang="0">
                <a:pos x="csX3868" y="csY3868"/>
              </a:cxn>
              <a:cxn ang="0">
                <a:pos x="csX3869" y="csY3869"/>
              </a:cxn>
              <a:cxn ang="0">
                <a:pos x="csX3870" y="csY3870"/>
              </a:cxn>
              <a:cxn ang="0">
                <a:pos x="csX3871" y="csY3871"/>
              </a:cxn>
              <a:cxn ang="0">
                <a:pos x="csX3872" y="csY3872"/>
              </a:cxn>
              <a:cxn ang="0">
                <a:pos x="csX3873" y="csY3873"/>
              </a:cxn>
              <a:cxn ang="0">
                <a:pos x="csX3874" y="csY3874"/>
              </a:cxn>
              <a:cxn ang="0">
                <a:pos x="csX3875" y="csY3875"/>
              </a:cxn>
              <a:cxn ang="0">
                <a:pos x="csX3876" y="csY3876"/>
              </a:cxn>
              <a:cxn ang="0">
                <a:pos x="csX3877" y="csY3877"/>
              </a:cxn>
              <a:cxn ang="0">
                <a:pos x="csX3878" y="csY3878"/>
              </a:cxn>
              <a:cxn ang="0">
                <a:pos x="csX3879" y="csY3879"/>
              </a:cxn>
              <a:cxn ang="0">
                <a:pos x="csX3880" y="csY3880"/>
              </a:cxn>
              <a:cxn ang="0">
                <a:pos x="csX3881" y="csY3881"/>
              </a:cxn>
              <a:cxn ang="0">
                <a:pos x="csX3882" y="csY3882"/>
              </a:cxn>
              <a:cxn ang="0">
                <a:pos x="csX3883" y="csY3883"/>
              </a:cxn>
              <a:cxn ang="0">
                <a:pos x="csX3884" y="csY3884"/>
              </a:cxn>
              <a:cxn ang="0">
                <a:pos x="csX3885" y="csY3885"/>
              </a:cxn>
              <a:cxn ang="0">
                <a:pos x="csX3886" y="csY3886"/>
              </a:cxn>
              <a:cxn ang="0">
                <a:pos x="csX3887" y="csY3887"/>
              </a:cxn>
              <a:cxn ang="0">
                <a:pos x="csX3888" y="csY3888"/>
              </a:cxn>
              <a:cxn ang="0">
                <a:pos x="csX3889" y="csY3889"/>
              </a:cxn>
              <a:cxn ang="0">
                <a:pos x="csX3890" y="csY3890"/>
              </a:cxn>
              <a:cxn ang="0">
                <a:pos x="csX3891" y="csY3891"/>
              </a:cxn>
              <a:cxn ang="0">
                <a:pos x="csX3892" y="csY3892"/>
              </a:cxn>
              <a:cxn ang="0">
                <a:pos x="csX3893" y="csY3893"/>
              </a:cxn>
              <a:cxn ang="0">
                <a:pos x="csX3894" y="csY3894"/>
              </a:cxn>
              <a:cxn ang="0">
                <a:pos x="csX3895" y="csY3895"/>
              </a:cxn>
              <a:cxn ang="0">
                <a:pos x="csX3896" y="csY3896"/>
              </a:cxn>
              <a:cxn ang="0">
                <a:pos x="csX3897" y="csY3897"/>
              </a:cxn>
              <a:cxn ang="0">
                <a:pos x="csX3898" y="csY3898"/>
              </a:cxn>
              <a:cxn ang="0">
                <a:pos x="csX3899" y="csY3899"/>
              </a:cxn>
              <a:cxn ang="0">
                <a:pos x="csX3900" y="csY3900"/>
              </a:cxn>
              <a:cxn ang="0">
                <a:pos x="csX3901" y="csY3901"/>
              </a:cxn>
              <a:cxn ang="0">
                <a:pos x="csX3902" y="csY3902"/>
              </a:cxn>
              <a:cxn ang="0">
                <a:pos x="csX3903" y="csY3903"/>
              </a:cxn>
              <a:cxn ang="0">
                <a:pos x="csX3904" y="csY3904"/>
              </a:cxn>
              <a:cxn ang="0">
                <a:pos x="csX3905" y="csY3905"/>
              </a:cxn>
              <a:cxn ang="0">
                <a:pos x="csX3906" y="csY3906"/>
              </a:cxn>
              <a:cxn ang="0">
                <a:pos x="csX3907" y="csY3907"/>
              </a:cxn>
              <a:cxn ang="0">
                <a:pos x="csX3908" y="csY3908"/>
              </a:cxn>
              <a:cxn ang="0">
                <a:pos x="csX3909" y="csY3909"/>
              </a:cxn>
              <a:cxn ang="0">
                <a:pos x="csX3910" y="csY3910"/>
              </a:cxn>
              <a:cxn ang="0">
                <a:pos x="csX3911" y="csY3911"/>
              </a:cxn>
              <a:cxn ang="0">
                <a:pos x="csX3912" y="csY3912"/>
              </a:cxn>
              <a:cxn ang="0">
                <a:pos x="csX3913" y="csY3913"/>
              </a:cxn>
              <a:cxn ang="0">
                <a:pos x="csX3914" y="csY3914"/>
              </a:cxn>
              <a:cxn ang="0">
                <a:pos x="csX3915" y="csY3915"/>
              </a:cxn>
              <a:cxn ang="0">
                <a:pos x="csX3916" y="csY3916"/>
              </a:cxn>
              <a:cxn ang="0">
                <a:pos x="csX3917" y="csY3917"/>
              </a:cxn>
              <a:cxn ang="0">
                <a:pos x="csX3918" y="csY3918"/>
              </a:cxn>
              <a:cxn ang="0">
                <a:pos x="csX3919" y="csY3919"/>
              </a:cxn>
              <a:cxn ang="0">
                <a:pos x="csX3920" y="csY3920"/>
              </a:cxn>
              <a:cxn ang="0">
                <a:pos x="csX3921" y="csY3921"/>
              </a:cxn>
              <a:cxn ang="0">
                <a:pos x="csX3922" y="csY3922"/>
              </a:cxn>
              <a:cxn ang="0">
                <a:pos x="csX3923" y="csY3923"/>
              </a:cxn>
              <a:cxn ang="0">
                <a:pos x="csX3924" y="csY3924"/>
              </a:cxn>
              <a:cxn ang="0">
                <a:pos x="csX3925" y="csY3925"/>
              </a:cxn>
              <a:cxn ang="0">
                <a:pos x="csX3926" y="csY3926"/>
              </a:cxn>
              <a:cxn ang="0">
                <a:pos x="csX3927" y="csY3927"/>
              </a:cxn>
              <a:cxn ang="0">
                <a:pos x="csX3928" y="csY3928"/>
              </a:cxn>
              <a:cxn ang="0">
                <a:pos x="csX3929" y="csY3929"/>
              </a:cxn>
              <a:cxn ang="0">
                <a:pos x="csX3930" y="csY3930"/>
              </a:cxn>
              <a:cxn ang="0">
                <a:pos x="csX3931" y="csY3931"/>
              </a:cxn>
              <a:cxn ang="0">
                <a:pos x="csX3932" y="csY3932"/>
              </a:cxn>
              <a:cxn ang="0">
                <a:pos x="csX3933" y="csY3933"/>
              </a:cxn>
              <a:cxn ang="0">
                <a:pos x="csX3934" y="csY3934"/>
              </a:cxn>
              <a:cxn ang="0">
                <a:pos x="csX3935" y="csY3935"/>
              </a:cxn>
              <a:cxn ang="0">
                <a:pos x="csX3936" y="csY3936"/>
              </a:cxn>
              <a:cxn ang="0">
                <a:pos x="csX3937" y="csY3937"/>
              </a:cxn>
              <a:cxn ang="0">
                <a:pos x="csX3938" y="csY3938"/>
              </a:cxn>
              <a:cxn ang="0">
                <a:pos x="csX3939" y="csY3939"/>
              </a:cxn>
              <a:cxn ang="0">
                <a:pos x="csX3940" y="csY3940"/>
              </a:cxn>
              <a:cxn ang="0">
                <a:pos x="csX3941" y="csY3941"/>
              </a:cxn>
              <a:cxn ang="0">
                <a:pos x="csX3942" y="csY3942"/>
              </a:cxn>
              <a:cxn ang="0">
                <a:pos x="csX3943" y="csY3943"/>
              </a:cxn>
              <a:cxn ang="0">
                <a:pos x="csX3944" y="csY3944"/>
              </a:cxn>
              <a:cxn ang="0">
                <a:pos x="csX3945" y="csY3945"/>
              </a:cxn>
              <a:cxn ang="0">
                <a:pos x="csX3946" y="csY3946"/>
              </a:cxn>
              <a:cxn ang="0">
                <a:pos x="csX3947" y="csY3947"/>
              </a:cxn>
              <a:cxn ang="0">
                <a:pos x="csX3948" y="csY3948"/>
              </a:cxn>
              <a:cxn ang="0">
                <a:pos x="csX3949" y="csY3949"/>
              </a:cxn>
              <a:cxn ang="0">
                <a:pos x="csX3950" y="csY3950"/>
              </a:cxn>
              <a:cxn ang="0">
                <a:pos x="csX3951" y="csY3951"/>
              </a:cxn>
              <a:cxn ang="0">
                <a:pos x="csX3952" y="csY3952"/>
              </a:cxn>
              <a:cxn ang="0">
                <a:pos x="csX3953" y="csY3953"/>
              </a:cxn>
              <a:cxn ang="0">
                <a:pos x="csX3954" y="csY3954"/>
              </a:cxn>
              <a:cxn ang="0">
                <a:pos x="csX3955" y="csY3955"/>
              </a:cxn>
              <a:cxn ang="0">
                <a:pos x="csX3956" y="csY3956"/>
              </a:cxn>
              <a:cxn ang="0">
                <a:pos x="csX3957" y="csY3957"/>
              </a:cxn>
              <a:cxn ang="0">
                <a:pos x="csX3958" y="csY3958"/>
              </a:cxn>
              <a:cxn ang="0">
                <a:pos x="csX3959" y="csY3959"/>
              </a:cxn>
              <a:cxn ang="0">
                <a:pos x="csX3960" y="csY3960"/>
              </a:cxn>
              <a:cxn ang="0">
                <a:pos x="csX3961" y="csY3961"/>
              </a:cxn>
              <a:cxn ang="0">
                <a:pos x="csX3962" y="csY3962"/>
              </a:cxn>
              <a:cxn ang="0">
                <a:pos x="csX3963" y="csY3963"/>
              </a:cxn>
              <a:cxn ang="0">
                <a:pos x="csX3964" y="csY3964"/>
              </a:cxn>
              <a:cxn ang="0">
                <a:pos x="csX3965" y="csY3965"/>
              </a:cxn>
              <a:cxn ang="0">
                <a:pos x="csX3966" y="csY3966"/>
              </a:cxn>
              <a:cxn ang="0">
                <a:pos x="csX3967" y="csY3967"/>
              </a:cxn>
              <a:cxn ang="0">
                <a:pos x="csX3968" y="csY3968"/>
              </a:cxn>
              <a:cxn ang="0">
                <a:pos x="csX3969" y="csY3969"/>
              </a:cxn>
              <a:cxn ang="0">
                <a:pos x="csX3970" y="csY3970"/>
              </a:cxn>
              <a:cxn ang="0">
                <a:pos x="csX3971" y="csY3971"/>
              </a:cxn>
              <a:cxn ang="0">
                <a:pos x="csX3972" y="csY3972"/>
              </a:cxn>
              <a:cxn ang="0">
                <a:pos x="csX3973" y="csY3973"/>
              </a:cxn>
              <a:cxn ang="0">
                <a:pos x="csX3974" y="csY3974"/>
              </a:cxn>
              <a:cxn ang="0">
                <a:pos x="csX3975" y="csY3975"/>
              </a:cxn>
              <a:cxn ang="0">
                <a:pos x="csX3976" y="csY3976"/>
              </a:cxn>
              <a:cxn ang="0">
                <a:pos x="csX3977" y="csY3977"/>
              </a:cxn>
              <a:cxn ang="0">
                <a:pos x="csX3978" y="csY3978"/>
              </a:cxn>
              <a:cxn ang="0">
                <a:pos x="csX3979" y="csY3979"/>
              </a:cxn>
              <a:cxn ang="0">
                <a:pos x="csX3980" y="csY3980"/>
              </a:cxn>
              <a:cxn ang="0">
                <a:pos x="csX3981" y="csY3981"/>
              </a:cxn>
              <a:cxn ang="0">
                <a:pos x="csX3982" y="csY3982"/>
              </a:cxn>
              <a:cxn ang="0">
                <a:pos x="csX3983" y="csY3983"/>
              </a:cxn>
              <a:cxn ang="0">
                <a:pos x="csX3984" y="csY3984"/>
              </a:cxn>
              <a:cxn ang="0">
                <a:pos x="csX3985" y="csY3985"/>
              </a:cxn>
              <a:cxn ang="0">
                <a:pos x="csX3986" y="csY3986"/>
              </a:cxn>
              <a:cxn ang="0">
                <a:pos x="csX3987" y="csY3987"/>
              </a:cxn>
              <a:cxn ang="0">
                <a:pos x="csX3988" y="csY3988"/>
              </a:cxn>
              <a:cxn ang="0">
                <a:pos x="csX3989" y="csY3989"/>
              </a:cxn>
              <a:cxn ang="0">
                <a:pos x="csX3990" y="csY3990"/>
              </a:cxn>
              <a:cxn ang="0">
                <a:pos x="csX3991" y="csY3991"/>
              </a:cxn>
              <a:cxn ang="0">
                <a:pos x="csX3992" y="csY3992"/>
              </a:cxn>
              <a:cxn ang="0">
                <a:pos x="csX3993" y="csY3993"/>
              </a:cxn>
              <a:cxn ang="0">
                <a:pos x="csX3994" y="csY3994"/>
              </a:cxn>
              <a:cxn ang="0">
                <a:pos x="csX3995" y="csY3995"/>
              </a:cxn>
              <a:cxn ang="0">
                <a:pos x="csX3996" y="csY3996"/>
              </a:cxn>
              <a:cxn ang="0">
                <a:pos x="csX3997" y="csY3997"/>
              </a:cxn>
              <a:cxn ang="0">
                <a:pos x="csX3998" y="csY3998"/>
              </a:cxn>
              <a:cxn ang="0">
                <a:pos x="csX3999" y="csY3999"/>
              </a:cxn>
              <a:cxn ang="0">
                <a:pos x="csX4000" y="csY4000"/>
              </a:cxn>
              <a:cxn ang="0">
                <a:pos x="csX4001" y="csY4001"/>
              </a:cxn>
              <a:cxn ang="0">
                <a:pos x="csX4002" y="csY4002"/>
              </a:cxn>
              <a:cxn ang="0">
                <a:pos x="csX4003" y="csY4003"/>
              </a:cxn>
              <a:cxn ang="0">
                <a:pos x="csX4004" y="csY4004"/>
              </a:cxn>
              <a:cxn ang="0">
                <a:pos x="csX4005" y="csY4005"/>
              </a:cxn>
              <a:cxn ang="0">
                <a:pos x="csX4006" y="csY4006"/>
              </a:cxn>
              <a:cxn ang="0">
                <a:pos x="csX4007" y="csY4007"/>
              </a:cxn>
              <a:cxn ang="0">
                <a:pos x="csX4008" y="csY4008"/>
              </a:cxn>
              <a:cxn ang="0">
                <a:pos x="csX4009" y="csY4009"/>
              </a:cxn>
              <a:cxn ang="0">
                <a:pos x="csX4010" y="csY4010"/>
              </a:cxn>
              <a:cxn ang="0">
                <a:pos x="csX4011" y="csY4011"/>
              </a:cxn>
              <a:cxn ang="0">
                <a:pos x="csX4012" y="csY4012"/>
              </a:cxn>
              <a:cxn ang="0">
                <a:pos x="csX4013" y="csY4013"/>
              </a:cxn>
              <a:cxn ang="0">
                <a:pos x="csX4014" y="csY4014"/>
              </a:cxn>
              <a:cxn ang="0">
                <a:pos x="csX4015" y="csY4015"/>
              </a:cxn>
              <a:cxn ang="0">
                <a:pos x="csX4016" y="csY4016"/>
              </a:cxn>
              <a:cxn ang="0">
                <a:pos x="csX4017" y="csY4017"/>
              </a:cxn>
              <a:cxn ang="0">
                <a:pos x="csX4018" y="csY4018"/>
              </a:cxn>
              <a:cxn ang="0">
                <a:pos x="csX4019" y="csY4019"/>
              </a:cxn>
              <a:cxn ang="0">
                <a:pos x="csX4020" y="csY4020"/>
              </a:cxn>
              <a:cxn ang="0">
                <a:pos x="csX4021" y="csY4021"/>
              </a:cxn>
              <a:cxn ang="0">
                <a:pos x="csX4022" y="csY4022"/>
              </a:cxn>
              <a:cxn ang="0">
                <a:pos x="csX4023" y="csY4023"/>
              </a:cxn>
              <a:cxn ang="0">
                <a:pos x="csX4024" y="csY4024"/>
              </a:cxn>
              <a:cxn ang="0">
                <a:pos x="csX4025" y="csY4025"/>
              </a:cxn>
              <a:cxn ang="0">
                <a:pos x="csX4026" y="csY4026"/>
              </a:cxn>
              <a:cxn ang="0">
                <a:pos x="csX4027" y="csY4027"/>
              </a:cxn>
              <a:cxn ang="0">
                <a:pos x="csX4028" y="csY4028"/>
              </a:cxn>
              <a:cxn ang="0">
                <a:pos x="csX4029" y="csY4029"/>
              </a:cxn>
              <a:cxn ang="0">
                <a:pos x="csX4030" y="csY4030"/>
              </a:cxn>
              <a:cxn ang="0">
                <a:pos x="csX4031" y="csY4031"/>
              </a:cxn>
              <a:cxn ang="0">
                <a:pos x="csX4032" y="csY4032"/>
              </a:cxn>
              <a:cxn ang="0">
                <a:pos x="csX4033" y="csY4033"/>
              </a:cxn>
              <a:cxn ang="0">
                <a:pos x="csX4034" y="csY4034"/>
              </a:cxn>
              <a:cxn ang="0">
                <a:pos x="csX4035" y="csY4035"/>
              </a:cxn>
              <a:cxn ang="0">
                <a:pos x="csX4036" y="csY4036"/>
              </a:cxn>
              <a:cxn ang="0">
                <a:pos x="csX4037" y="csY4037"/>
              </a:cxn>
              <a:cxn ang="0">
                <a:pos x="csX4038" y="csY4038"/>
              </a:cxn>
              <a:cxn ang="0">
                <a:pos x="csX4039" y="csY4039"/>
              </a:cxn>
              <a:cxn ang="0">
                <a:pos x="csX4040" y="csY4040"/>
              </a:cxn>
              <a:cxn ang="0">
                <a:pos x="csX4041" y="csY4041"/>
              </a:cxn>
              <a:cxn ang="0">
                <a:pos x="csX4042" y="csY4042"/>
              </a:cxn>
              <a:cxn ang="0">
                <a:pos x="csX4043" y="csY4043"/>
              </a:cxn>
              <a:cxn ang="0">
                <a:pos x="csX4044" y="csY4044"/>
              </a:cxn>
              <a:cxn ang="0">
                <a:pos x="csX4045" y="csY4045"/>
              </a:cxn>
              <a:cxn ang="0">
                <a:pos x="csX4046" y="csY4046"/>
              </a:cxn>
              <a:cxn ang="0">
                <a:pos x="csX4047" y="csY4047"/>
              </a:cxn>
              <a:cxn ang="0">
                <a:pos x="csX4048" y="csY4048"/>
              </a:cxn>
              <a:cxn ang="0">
                <a:pos x="csX4049" y="csY4049"/>
              </a:cxn>
              <a:cxn ang="0">
                <a:pos x="csX4050" y="csY4050"/>
              </a:cxn>
              <a:cxn ang="0">
                <a:pos x="csX4051" y="csY4051"/>
              </a:cxn>
              <a:cxn ang="0">
                <a:pos x="csX4052" y="csY4052"/>
              </a:cxn>
              <a:cxn ang="0">
                <a:pos x="csX4053" y="csY4053"/>
              </a:cxn>
              <a:cxn ang="0">
                <a:pos x="csX4054" y="csY4054"/>
              </a:cxn>
              <a:cxn ang="0">
                <a:pos x="csX4055" y="csY4055"/>
              </a:cxn>
              <a:cxn ang="0">
                <a:pos x="csX4056" y="csY4056"/>
              </a:cxn>
              <a:cxn ang="0">
                <a:pos x="csX4057" y="csY4057"/>
              </a:cxn>
              <a:cxn ang="0">
                <a:pos x="csX4058" y="csY4058"/>
              </a:cxn>
              <a:cxn ang="0">
                <a:pos x="csX4059" y="csY4059"/>
              </a:cxn>
              <a:cxn ang="0">
                <a:pos x="csX4060" y="csY4060"/>
              </a:cxn>
              <a:cxn ang="0">
                <a:pos x="csX4061" y="csY4061"/>
              </a:cxn>
              <a:cxn ang="0">
                <a:pos x="csX4062" y="csY4062"/>
              </a:cxn>
              <a:cxn ang="0">
                <a:pos x="csX4063" y="csY4063"/>
              </a:cxn>
              <a:cxn ang="0">
                <a:pos x="csX4064" y="csY4064"/>
              </a:cxn>
              <a:cxn ang="0">
                <a:pos x="csX4065" y="csY4065"/>
              </a:cxn>
              <a:cxn ang="0">
                <a:pos x="csX4066" y="csY4066"/>
              </a:cxn>
              <a:cxn ang="0">
                <a:pos x="csX4067" y="csY4067"/>
              </a:cxn>
              <a:cxn ang="0">
                <a:pos x="csX4068" y="csY4068"/>
              </a:cxn>
              <a:cxn ang="0">
                <a:pos x="csX4069" y="csY4069"/>
              </a:cxn>
              <a:cxn ang="0">
                <a:pos x="csX4070" y="csY4070"/>
              </a:cxn>
              <a:cxn ang="0">
                <a:pos x="csX4071" y="csY4071"/>
              </a:cxn>
              <a:cxn ang="0">
                <a:pos x="csX4072" y="csY4072"/>
              </a:cxn>
              <a:cxn ang="0">
                <a:pos x="csX4073" y="csY4073"/>
              </a:cxn>
              <a:cxn ang="0">
                <a:pos x="csX4074" y="csY4074"/>
              </a:cxn>
              <a:cxn ang="0">
                <a:pos x="csX4075" y="csY4075"/>
              </a:cxn>
              <a:cxn ang="0">
                <a:pos x="csX4076" y="csY4076"/>
              </a:cxn>
              <a:cxn ang="0">
                <a:pos x="csX4077" y="csY4077"/>
              </a:cxn>
              <a:cxn ang="0">
                <a:pos x="csX4078" y="csY4078"/>
              </a:cxn>
              <a:cxn ang="0">
                <a:pos x="csX4079" y="csY4079"/>
              </a:cxn>
              <a:cxn ang="0">
                <a:pos x="csX4080" y="csY4080"/>
              </a:cxn>
              <a:cxn ang="0">
                <a:pos x="csX4081" y="csY4081"/>
              </a:cxn>
              <a:cxn ang="0">
                <a:pos x="csX4082" y="csY4082"/>
              </a:cxn>
              <a:cxn ang="0">
                <a:pos x="csX4083" y="csY4083"/>
              </a:cxn>
              <a:cxn ang="0">
                <a:pos x="csX4084" y="csY4084"/>
              </a:cxn>
              <a:cxn ang="0">
                <a:pos x="csX4085" y="csY4085"/>
              </a:cxn>
              <a:cxn ang="0">
                <a:pos x="csX4086" y="csY4086"/>
              </a:cxn>
              <a:cxn ang="0">
                <a:pos x="csX4087" y="csY4087"/>
              </a:cxn>
              <a:cxn ang="0">
                <a:pos x="csX4088" y="csY4088"/>
              </a:cxn>
              <a:cxn ang="0">
                <a:pos x="csX4089" y="csY4089"/>
              </a:cxn>
              <a:cxn ang="0">
                <a:pos x="csX4090" y="csY4090"/>
              </a:cxn>
              <a:cxn ang="0">
                <a:pos x="csX4091" y="csY4091"/>
              </a:cxn>
              <a:cxn ang="0">
                <a:pos x="csX4092" y="csY4092"/>
              </a:cxn>
              <a:cxn ang="0">
                <a:pos x="csX4093" y="csY4093"/>
              </a:cxn>
              <a:cxn ang="0">
                <a:pos x="csX4094" y="csY4094"/>
              </a:cxn>
              <a:cxn ang="0">
                <a:pos x="csX4095" y="csY4095"/>
              </a:cxn>
              <a:cxn ang="0">
                <a:pos x="csX4096" y="csY4096"/>
              </a:cxn>
              <a:cxn ang="0">
                <a:pos x="csX4097" y="csY4097"/>
              </a:cxn>
              <a:cxn ang="0">
                <a:pos x="csX4098" y="csY4098"/>
              </a:cxn>
              <a:cxn ang="0">
                <a:pos x="csX4099" y="csY4099"/>
              </a:cxn>
              <a:cxn ang="0">
                <a:pos x="csX4100" y="csY4100"/>
              </a:cxn>
              <a:cxn ang="0">
                <a:pos x="csX4101" y="csY4101"/>
              </a:cxn>
              <a:cxn ang="0">
                <a:pos x="csX4102" y="csY4102"/>
              </a:cxn>
              <a:cxn ang="0">
                <a:pos x="csX4103" y="csY4103"/>
              </a:cxn>
              <a:cxn ang="0">
                <a:pos x="csX4104" y="csY4104"/>
              </a:cxn>
              <a:cxn ang="0">
                <a:pos x="csX4105" y="csY4105"/>
              </a:cxn>
              <a:cxn ang="0">
                <a:pos x="csX4106" y="csY4106"/>
              </a:cxn>
              <a:cxn ang="0">
                <a:pos x="csX4107" y="csY4107"/>
              </a:cxn>
              <a:cxn ang="0">
                <a:pos x="csX4108" y="csY4108"/>
              </a:cxn>
              <a:cxn ang="0">
                <a:pos x="csX4109" y="csY4109"/>
              </a:cxn>
              <a:cxn ang="0">
                <a:pos x="csX4110" y="csY4110"/>
              </a:cxn>
              <a:cxn ang="0">
                <a:pos x="csX4111" y="csY4111"/>
              </a:cxn>
              <a:cxn ang="0">
                <a:pos x="csX4112" y="csY4112"/>
              </a:cxn>
              <a:cxn ang="0">
                <a:pos x="csX4113" y="csY4113"/>
              </a:cxn>
              <a:cxn ang="0">
                <a:pos x="csX4114" y="csY4114"/>
              </a:cxn>
              <a:cxn ang="0">
                <a:pos x="csX4115" y="csY4115"/>
              </a:cxn>
              <a:cxn ang="0">
                <a:pos x="csX4116" y="csY4116"/>
              </a:cxn>
              <a:cxn ang="0">
                <a:pos x="csX4117" y="csY4117"/>
              </a:cxn>
              <a:cxn ang="0">
                <a:pos x="csX4118" y="csY4118"/>
              </a:cxn>
              <a:cxn ang="0">
                <a:pos x="csX4119" y="csY4119"/>
              </a:cxn>
              <a:cxn ang="0">
                <a:pos x="csX4120" y="csY4120"/>
              </a:cxn>
              <a:cxn ang="0">
                <a:pos x="csX4121" y="csY4121"/>
              </a:cxn>
              <a:cxn ang="0">
                <a:pos x="csX4122" y="csY4122"/>
              </a:cxn>
              <a:cxn ang="0">
                <a:pos x="csX4123" y="csY4123"/>
              </a:cxn>
              <a:cxn ang="0">
                <a:pos x="csX4124" y="csY4124"/>
              </a:cxn>
              <a:cxn ang="0">
                <a:pos x="csX4125" y="csY4125"/>
              </a:cxn>
              <a:cxn ang="0">
                <a:pos x="csX4126" y="csY4126"/>
              </a:cxn>
              <a:cxn ang="0">
                <a:pos x="csX4127" y="csY4127"/>
              </a:cxn>
              <a:cxn ang="0">
                <a:pos x="csX4128" y="csY4128"/>
              </a:cxn>
              <a:cxn ang="0">
                <a:pos x="csX4129" y="csY4129"/>
              </a:cxn>
              <a:cxn ang="0">
                <a:pos x="csX4130" y="csY4130"/>
              </a:cxn>
              <a:cxn ang="0">
                <a:pos x="csX4131" y="csY4131"/>
              </a:cxn>
              <a:cxn ang="0">
                <a:pos x="csX4132" y="csY4132"/>
              </a:cxn>
              <a:cxn ang="0">
                <a:pos x="csX4133" y="csY4133"/>
              </a:cxn>
              <a:cxn ang="0">
                <a:pos x="csX4134" y="csY4134"/>
              </a:cxn>
              <a:cxn ang="0">
                <a:pos x="csX4135" y="csY4135"/>
              </a:cxn>
              <a:cxn ang="0">
                <a:pos x="csX4136" y="csY4136"/>
              </a:cxn>
              <a:cxn ang="0">
                <a:pos x="csX4137" y="csY4137"/>
              </a:cxn>
              <a:cxn ang="0">
                <a:pos x="csX4138" y="csY4138"/>
              </a:cxn>
              <a:cxn ang="0">
                <a:pos x="csX4139" y="csY4139"/>
              </a:cxn>
              <a:cxn ang="0">
                <a:pos x="csX4140" y="csY4140"/>
              </a:cxn>
              <a:cxn ang="0">
                <a:pos x="csX4141" y="csY4141"/>
              </a:cxn>
              <a:cxn ang="0">
                <a:pos x="csX4142" y="csY4142"/>
              </a:cxn>
              <a:cxn ang="0">
                <a:pos x="csX4143" y="csY4143"/>
              </a:cxn>
              <a:cxn ang="0">
                <a:pos x="csX4144" y="csY4144"/>
              </a:cxn>
              <a:cxn ang="0">
                <a:pos x="csX4145" y="csY4145"/>
              </a:cxn>
              <a:cxn ang="0">
                <a:pos x="csX4146" y="csY4146"/>
              </a:cxn>
              <a:cxn ang="0">
                <a:pos x="csX4147" y="csY4147"/>
              </a:cxn>
              <a:cxn ang="0">
                <a:pos x="csX4148" y="csY4148"/>
              </a:cxn>
              <a:cxn ang="0">
                <a:pos x="csX4149" y="csY4149"/>
              </a:cxn>
              <a:cxn ang="0">
                <a:pos x="csX4150" y="csY4150"/>
              </a:cxn>
              <a:cxn ang="0">
                <a:pos x="csX4151" y="csY4151"/>
              </a:cxn>
              <a:cxn ang="0">
                <a:pos x="csX4152" y="csY4152"/>
              </a:cxn>
              <a:cxn ang="0">
                <a:pos x="csX4153" y="csY4153"/>
              </a:cxn>
              <a:cxn ang="0">
                <a:pos x="csX4154" y="csY4154"/>
              </a:cxn>
              <a:cxn ang="0">
                <a:pos x="csX4155" y="csY4155"/>
              </a:cxn>
              <a:cxn ang="0">
                <a:pos x="csX4156" y="csY4156"/>
              </a:cxn>
              <a:cxn ang="0">
                <a:pos x="csX4157" y="csY4157"/>
              </a:cxn>
              <a:cxn ang="0">
                <a:pos x="csX4158" y="csY4158"/>
              </a:cxn>
              <a:cxn ang="0">
                <a:pos x="csX4159" y="csY4159"/>
              </a:cxn>
              <a:cxn ang="0">
                <a:pos x="csX4160" y="csY4160"/>
              </a:cxn>
              <a:cxn ang="0">
                <a:pos x="csX4161" y="csY4161"/>
              </a:cxn>
              <a:cxn ang="0">
                <a:pos x="csX4162" y="csY4162"/>
              </a:cxn>
              <a:cxn ang="0">
                <a:pos x="csX4163" y="csY4163"/>
              </a:cxn>
              <a:cxn ang="0">
                <a:pos x="csX4164" y="csY4164"/>
              </a:cxn>
              <a:cxn ang="0">
                <a:pos x="csX4165" y="csY4165"/>
              </a:cxn>
              <a:cxn ang="0">
                <a:pos x="csX4166" y="csY4166"/>
              </a:cxn>
              <a:cxn ang="0">
                <a:pos x="csX4167" y="csY4167"/>
              </a:cxn>
              <a:cxn ang="0">
                <a:pos x="csX4168" y="csY4168"/>
              </a:cxn>
              <a:cxn ang="0">
                <a:pos x="csX4169" y="csY4169"/>
              </a:cxn>
              <a:cxn ang="0">
                <a:pos x="csX4170" y="csY4170"/>
              </a:cxn>
              <a:cxn ang="0">
                <a:pos x="csX4171" y="csY4171"/>
              </a:cxn>
              <a:cxn ang="0">
                <a:pos x="csX4172" y="csY4172"/>
              </a:cxn>
              <a:cxn ang="0">
                <a:pos x="csX4173" y="csY4173"/>
              </a:cxn>
              <a:cxn ang="0">
                <a:pos x="csX4174" y="csY4174"/>
              </a:cxn>
              <a:cxn ang="0">
                <a:pos x="csX4175" y="csY4175"/>
              </a:cxn>
              <a:cxn ang="0">
                <a:pos x="csX4176" y="csY4176"/>
              </a:cxn>
              <a:cxn ang="0">
                <a:pos x="csX4177" y="csY4177"/>
              </a:cxn>
              <a:cxn ang="0">
                <a:pos x="csX4178" y="csY4178"/>
              </a:cxn>
              <a:cxn ang="0">
                <a:pos x="csX4179" y="csY4179"/>
              </a:cxn>
              <a:cxn ang="0">
                <a:pos x="csX4180" y="csY4180"/>
              </a:cxn>
              <a:cxn ang="0">
                <a:pos x="csX4181" y="csY4181"/>
              </a:cxn>
              <a:cxn ang="0">
                <a:pos x="csX4182" y="csY4182"/>
              </a:cxn>
              <a:cxn ang="0">
                <a:pos x="csX4183" y="csY4183"/>
              </a:cxn>
              <a:cxn ang="0">
                <a:pos x="csX4184" y="csY4184"/>
              </a:cxn>
              <a:cxn ang="0">
                <a:pos x="csX4185" y="csY4185"/>
              </a:cxn>
              <a:cxn ang="0">
                <a:pos x="csX4186" y="csY4186"/>
              </a:cxn>
              <a:cxn ang="0">
                <a:pos x="csX4187" y="csY4187"/>
              </a:cxn>
              <a:cxn ang="0">
                <a:pos x="csX4188" y="csY4188"/>
              </a:cxn>
              <a:cxn ang="0">
                <a:pos x="csX4189" y="csY4189"/>
              </a:cxn>
              <a:cxn ang="0">
                <a:pos x="csX4190" y="csY4190"/>
              </a:cxn>
              <a:cxn ang="0">
                <a:pos x="csX4191" y="csY4191"/>
              </a:cxn>
              <a:cxn ang="0">
                <a:pos x="csX4192" y="csY4192"/>
              </a:cxn>
              <a:cxn ang="0">
                <a:pos x="csX4193" y="csY4193"/>
              </a:cxn>
              <a:cxn ang="0">
                <a:pos x="csX4194" y="csY4194"/>
              </a:cxn>
              <a:cxn ang="0">
                <a:pos x="csX4195" y="csY4195"/>
              </a:cxn>
              <a:cxn ang="0">
                <a:pos x="csX4196" y="csY4196"/>
              </a:cxn>
              <a:cxn ang="0">
                <a:pos x="csX4197" y="csY4197"/>
              </a:cxn>
              <a:cxn ang="0">
                <a:pos x="csX4198" y="csY4198"/>
              </a:cxn>
              <a:cxn ang="0">
                <a:pos x="csX4199" y="csY4199"/>
              </a:cxn>
              <a:cxn ang="0">
                <a:pos x="csX4200" y="csY4200"/>
              </a:cxn>
              <a:cxn ang="0">
                <a:pos x="csX4201" y="csY4201"/>
              </a:cxn>
              <a:cxn ang="0">
                <a:pos x="csX4202" y="csY4202"/>
              </a:cxn>
              <a:cxn ang="0">
                <a:pos x="csX4203" y="csY4203"/>
              </a:cxn>
              <a:cxn ang="0">
                <a:pos x="csX4204" y="csY4204"/>
              </a:cxn>
              <a:cxn ang="0">
                <a:pos x="csX4205" y="csY4205"/>
              </a:cxn>
              <a:cxn ang="0">
                <a:pos x="csX4206" y="csY4206"/>
              </a:cxn>
              <a:cxn ang="0">
                <a:pos x="csX4207" y="csY4207"/>
              </a:cxn>
              <a:cxn ang="0">
                <a:pos x="csX4208" y="csY4208"/>
              </a:cxn>
              <a:cxn ang="0">
                <a:pos x="csX4209" y="csY4209"/>
              </a:cxn>
              <a:cxn ang="0">
                <a:pos x="csX4210" y="csY4210"/>
              </a:cxn>
              <a:cxn ang="0">
                <a:pos x="csX4211" y="csY4211"/>
              </a:cxn>
              <a:cxn ang="0">
                <a:pos x="csX4212" y="csY4212"/>
              </a:cxn>
              <a:cxn ang="0">
                <a:pos x="csX4213" y="csY4213"/>
              </a:cxn>
              <a:cxn ang="0">
                <a:pos x="csX4214" y="csY4214"/>
              </a:cxn>
              <a:cxn ang="0">
                <a:pos x="csX4215" y="csY4215"/>
              </a:cxn>
              <a:cxn ang="0">
                <a:pos x="csX4216" y="csY4216"/>
              </a:cxn>
              <a:cxn ang="0">
                <a:pos x="csX4217" y="csY4217"/>
              </a:cxn>
              <a:cxn ang="0">
                <a:pos x="csX4218" y="csY4218"/>
              </a:cxn>
              <a:cxn ang="0">
                <a:pos x="csX4219" y="csY4219"/>
              </a:cxn>
              <a:cxn ang="0">
                <a:pos x="csX4220" y="csY4220"/>
              </a:cxn>
              <a:cxn ang="0">
                <a:pos x="csX4221" y="csY4221"/>
              </a:cxn>
              <a:cxn ang="0">
                <a:pos x="csX4222" y="csY4222"/>
              </a:cxn>
              <a:cxn ang="0">
                <a:pos x="csX4223" y="csY4223"/>
              </a:cxn>
              <a:cxn ang="0">
                <a:pos x="csX4224" y="csY4224"/>
              </a:cxn>
              <a:cxn ang="0">
                <a:pos x="csX4225" y="csY4225"/>
              </a:cxn>
              <a:cxn ang="0">
                <a:pos x="csX4226" y="csY4226"/>
              </a:cxn>
              <a:cxn ang="0">
                <a:pos x="csX4227" y="csY4227"/>
              </a:cxn>
              <a:cxn ang="0">
                <a:pos x="csX4228" y="csY4228"/>
              </a:cxn>
              <a:cxn ang="0">
                <a:pos x="csX4229" y="csY4229"/>
              </a:cxn>
              <a:cxn ang="0">
                <a:pos x="csX4230" y="csY4230"/>
              </a:cxn>
              <a:cxn ang="0">
                <a:pos x="csX4231" y="csY4231"/>
              </a:cxn>
              <a:cxn ang="0">
                <a:pos x="csX4232" y="csY4232"/>
              </a:cxn>
              <a:cxn ang="0">
                <a:pos x="csX4233" y="csY4233"/>
              </a:cxn>
              <a:cxn ang="0">
                <a:pos x="csX4234" y="csY4234"/>
              </a:cxn>
              <a:cxn ang="0">
                <a:pos x="csX4235" y="csY4235"/>
              </a:cxn>
              <a:cxn ang="0">
                <a:pos x="csX4236" y="csY4236"/>
              </a:cxn>
              <a:cxn ang="0">
                <a:pos x="csX4237" y="csY4237"/>
              </a:cxn>
              <a:cxn ang="0">
                <a:pos x="csX4238" y="csY4238"/>
              </a:cxn>
              <a:cxn ang="0">
                <a:pos x="csX4239" y="csY4239"/>
              </a:cxn>
              <a:cxn ang="0">
                <a:pos x="csX4240" y="csY4240"/>
              </a:cxn>
              <a:cxn ang="0">
                <a:pos x="csX4241" y="csY4241"/>
              </a:cxn>
              <a:cxn ang="0">
                <a:pos x="csX4242" y="csY4242"/>
              </a:cxn>
              <a:cxn ang="0">
                <a:pos x="csX4243" y="csY4243"/>
              </a:cxn>
              <a:cxn ang="0">
                <a:pos x="csX4244" y="csY4244"/>
              </a:cxn>
              <a:cxn ang="0">
                <a:pos x="csX4245" y="csY4245"/>
              </a:cxn>
              <a:cxn ang="0">
                <a:pos x="csX4246" y="csY4246"/>
              </a:cxn>
              <a:cxn ang="0">
                <a:pos x="csX4247" y="csY4247"/>
              </a:cxn>
              <a:cxn ang="0">
                <a:pos x="csX4248" y="csY4248"/>
              </a:cxn>
              <a:cxn ang="0">
                <a:pos x="csX4249" y="csY4249"/>
              </a:cxn>
              <a:cxn ang="0">
                <a:pos x="csX4250" y="csY4250"/>
              </a:cxn>
              <a:cxn ang="0">
                <a:pos x="csX4251" y="csY4251"/>
              </a:cxn>
              <a:cxn ang="0">
                <a:pos x="csX4252" y="csY4252"/>
              </a:cxn>
              <a:cxn ang="0">
                <a:pos x="csX4253" y="csY4253"/>
              </a:cxn>
              <a:cxn ang="0">
                <a:pos x="csX4254" y="csY4254"/>
              </a:cxn>
              <a:cxn ang="0">
                <a:pos x="csX4255" y="csY4255"/>
              </a:cxn>
              <a:cxn ang="0">
                <a:pos x="csX4256" y="csY4256"/>
              </a:cxn>
              <a:cxn ang="0">
                <a:pos x="csX4257" y="csY4257"/>
              </a:cxn>
              <a:cxn ang="0">
                <a:pos x="csX4258" y="csY4258"/>
              </a:cxn>
              <a:cxn ang="0">
                <a:pos x="csX4259" y="csY4259"/>
              </a:cxn>
              <a:cxn ang="0">
                <a:pos x="csX4260" y="csY4260"/>
              </a:cxn>
              <a:cxn ang="0">
                <a:pos x="csX4261" y="csY4261"/>
              </a:cxn>
              <a:cxn ang="0">
                <a:pos x="csX4262" y="csY4262"/>
              </a:cxn>
              <a:cxn ang="0">
                <a:pos x="csX4263" y="csY4263"/>
              </a:cxn>
              <a:cxn ang="0">
                <a:pos x="csX4264" y="csY4264"/>
              </a:cxn>
              <a:cxn ang="0">
                <a:pos x="csX4265" y="csY4265"/>
              </a:cxn>
              <a:cxn ang="0">
                <a:pos x="csX4266" y="csY4266"/>
              </a:cxn>
              <a:cxn ang="0">
                <a:pos x="csX4267" y="csY4267"/>
              </a:cxn>
              <a:cxn ang="0">
                <a:pos x="csX4268" y="csY4268"/>
              </a:cxn>
              <a:cxn ang="0">
                <a:pos x="csX4269" y="csY4269"/>
              </a:cxn>
              <a:cxn ang="0">
                <a:pos x="csX4270" y="csY4270"/>
              </a:cxn>
              <a:cxn ang="0">
                <a:pos x="csX4271" y="csY4271"/>
              </a:cxn>
              <a:cxn ang="0">
                <a:pos x="csX4272" y="csY4272"/>
              </a:cxn>
              <a:cxn ang="0">
                <a:pos x="csX4273" y="csY4273"/>
              </a:cxn>
              <a:cxn ang="0">
                <a:pos x="csX4274" y="csY4274"/>
              </a:cxn>
              <a:cxn ang="0">
                <a:pos x="csX4275" y="csY4275"/>
              </a:cxn>
              <a:cxn ang="0">
                <a:pos x="csX4276" y="csY4276"/>
              </a:cxn>
              <a:cxn ang="0">
                <a:pos x="csX4277" y="csY4277"/>
              </a:cxn>
              <a:cxn ang="0">
                <a:pos x="csX4278" y="csY4278"/>
              </a:cxn>
              <a:cxn ang="0">
                <a:pos x="csX4279" y="csY4279"/>
              </a:cxn>
              <a:cxn ang="0">
                <a:pos x="csX4280" y="csY4280"/>
              </a:cxn>
              <a:cxn ang="0">
                <a:pos x="csX4281" y="csY4281"/>
              </a:cxn>
              <a:cxn ang="0">
                <a:pos x="csX4282" y="csY4282"/>
              </a:cxn>
              <a:cxn ang="0">
                <a:pos x="csX4283" y="csY4283"/>
              </a:cxn>
              <a:cxn ang="0">
                <a:pos x="csX4284" y="csY4284"/>
              </a:cxn>
              <a:cxn ang="0">
                <a:pos x="csX4285" y="csY4285"/>
              </a:cxn>
              <a:cxn ang="0">
                <a:pos x="csX4286" y="csY4286"/>
              </a:cxn>
              <a:cxn ang="0">
                <a:pos x="csX4287" y="csY4287"/>
              </a:cxn>
              <a:cxn ang="0">
                <a:pos x="csX4288" y="csY4288"/>
              </a:cxn>
              <a:cxn ang="0">
                <a:pos x="csX4289" y="csY4289"/>
              </a:cxn>
              <a:cxn ang="0">
                <a:pos x="csX4290" y="csY4290"/>
              </a:cxn>
              <a:cxn ang="0">
                <a:pos x="csX4291" y="csY4291"/>
              </a:cxn>
              <a:cxn ang="0">
                <a:pos x="csX4292" y="csY4292"/>
              </a:cxn>
              <a:cxn ang="0">
                <a:pos x="csX4293" y="csY4293"/>
              </a:cxn>
              <a:cxn ang="0">
                <a:pos x="csX4294" y="csY4294"/>
              </a:cxn>
              <a:cxn ang="0">
                <a:pos x="csX4295" y="csY4295"/>
              </a:cxn>
              <a:cxn ang="0">
                <a:pos x="csX4296" y="csY4296"/>
              </a:cxn>
              <a:cxn ang="0">
                <a:pos x="csX4297" y="csY4297"/>
              </a:cxn>
              <a:cxn ang="0">
                <a:pos x="csX4298" y="csY4298"/>
              </a:cxn>
              <a:cxn ang="0">
                <a:pos x="csX4299" y="csY4299"/>
              </a:cxn>
              <a:cxn ang="0">
                <a:pos x="csX4300" y="csY4300"/>
              </a:cxn>
              <a:cxn ang="0">
                <a:pos x="csX4301" y="csY4301"/>
              </a:cxn>
              <a:cxn ang="0">
                <a:pos x="csX4302" y="csY4302"/>
              </a:cxn>
              <a:cxn ang="0">
                <a:pos x="csX4303" y="csY4303"/>
              </a:cxn>
              <a:cxn ang="0">
                <a:pos x="csX4304" y="csY4304"/>
              </a:cxn>
              <a:cxn ang="0">
                <a:pos x="csX4305" y="csY4305"/>
              </a:cxn>
              <a:cxn ang="0">
                <a:pos x="csX4306" y="csY4306"/>
              </a:cxn>
              <a:cxn ang="0">
                <a:pos x="csX4307" y="csY4307"/>
              </a:cxn>
              <a:cxn ang="0">
                <a:pos x="csX4308" y="csY4308"/>
              </a:cxn>
              <a:cxn ang="0">
                <a:pos x="csX4309" y="csY4309"/>
              </a:cxn>
              <a:cxn ang="0">
                <a:pos x="csX4310" y="csY4310"/>
              </a:cxn>
              <a:cxn ang="0">
                <a:pos x="csX4311" y="csY4311"/>
              </a:cxn>
              <a:cxn ang="0">
                <a:pos x="csX4312" y="csY4312"/>
              </a:cxn>
              <a:cxn ang="0">
                <a:pos x="csX4313" y="csY4313"/>
              </a:cxn>
              <a:cxn ang="0">
                <a:pos x="csX4314" y="csY4314"/>
              </a:cxn>
              <a:cxn ang="0">
                <a:pos x="csX4315" y="csY4315"/>
              </a:cxn>
              <a:cxn ang="0">
                <a:pos x="csX4316" y="csY4316"/>
              </a:cxn>
              <a:cxn ang="0">
                <a:pos x="csX4317" y="csY4317"/>
              </a:cxn>
              <a:cxn ang="0">
                <a:pos x="csX4318" y="csY4318"/>
              </a:cxn>
              <a:cxn ang="0">
                <a:pos x="csX4319" y="csY4319"/>
              </a:cxn>
              <a:cxn ang="0">
                <a:pos x="csX4320" y="csY4320"/>
              </a:cxn>
              <a:cxn ang="0">
                <a:pos x="csX4321" y="csY4321"/>
              </a:cxn>
              <a:cxn ang="0">
                <a:pos x="csX4322" y="csY4322"/>
              </a:cxn>
              <a:cxn ang="0">
                <a:pos x="csX4323" y="csY4323"/>
              </a:cxn>
              <a:cxn ang="0">
                <a:pos x="csX4324" y="csY4324"/>
              </a:cxn>
              <a:cxn ang="0">
                <a:pos x="csX4325" y="csY4325"/>
              </a:cxn>
              <a:cxn ang="0">
                <a:pos x="csX4326" y="csY4326"/>
              </a:cxn>
              <a:cxn ang="0">
                <a:pos x="csX4327" y="csY4327"/>
              </a:cxn>
              <a:cxn ang="0">
                <a:pos x="csX4328" y="csY4328"/>
              </a:cxn>
              <a:cxn ang="0">
                <a:pos x="csX4329" y="csY4329"/>
              </a:cxn>
              <a:cxn ang="0">
                <a:pos x="csX4330" y="csY4330"/>
              </a:cxn>
              <a:cxn ang="0">
                <a:pos x="csX4331" y="csY4331"/>
              </a:cxn>
              <a:cxn ang="0">
                <a:pos x="csX4332" y="csY4332"/>
              </a:cxn>
              <a:cxn ang="0">
                <a:pos x="csX4333" y="csY4333"/>
              </a:cxn>
              <a:cxn ang="0">
                <a:pos x="csX4334" y="csY4334"/>
              </a:cxn>
              <a:cxn ang="0">
                <a:pos x="csX4335" y="csY4335"/>
              </a:cxn>
              <a:cxn ang="0">
                <a:pos x="csX4336" y="csY4336"/>
              </a:cxn>
              <a:cxn ang="0">
                <a:pos x="csX4337" y="csY4337"/>
              </a:cxn>
              <a:cxn ang="0">
                <a:pos x="csX4338" y="csY4338"/>
              </a:cxn>
              <a:cxn ang="0">
                <a:pos x="csX4339" y="csY4339"/>
              </a:cxn>
              <a:cxn ang="0">
                <a:pos x="csX4340" y="csY4340"/>
              </a:cxn>
              <a:cxn ang="0">
                <a:pos x="csX4341" y="csY4341"/>
              </a:cxn>
              <a:cxn ang="0">
                <a:pos x="csX4342" y="csY4342"/>
              </a:cxn>
              <a:cxn ang="0">
                <a:pos x="csX4343" y="csY4343"/>
              </a:cxn>
              <a:cxn ang="0">
                <a:pos x="csX4344" y="csY4344"/>
              </a:cxn>
              <a:cxn ang="0">
                <a:pos x="csX4345" y="csY4345"/>
              </a:cxn>
              <a:cxn ang="0">
                <a:pos x="csX4346" y="csY4346"/>
              </a:cxn>
              <a:cxn ang="0">
                <a:pos x="csX4347" y="csY4347"/>
              </a:cxn>
              <a:cxn ang="0">
                <a:pos x="csX4348" y="csY4348"/>
              </a:cxn>
              <a:cxn ang="0">
                <a:pos x="csX4349" y="csY4349"/>
              </a:cxn>
              <a:cxn ang="0">
                <a:pos x="csX4350" y="csY4350"/>
              </a:cxn>
              <a:cxn ang="0">
                <a:pos x="csX4351" y="csY4351"/>
              </a:cxn>
              <a:cxn ang="0">
                <a:pos x="csX4352" y="csY4352"/>
              </a:cxn>
              <a:cxn ang="0">
                <a:pos x="csX4353" y="csY4353"/>
              </a:cxn>
              <a:cxn ang="0">
                <a:pos x="csX4354" y="csY4354"/>
              </a:cxn>
              <a:cxn ang="0">
                <a:pos x="csX4355" y="csY4355"/>
              </a:cxn>
              <a:cxn ang="0">
                <a:pos x="csX4356" y="csY4356"/>
              </a:cxn>
              <a:cxn ang="0">
                <a:pos x="csX4357" y="csY4357"/>
              </a:cxn>
              <a:cxn ang="0">
                <a:pos x="csX4358" y="csY4358"/>
              </a:cxn>
              <a:cxn ang="0">
                <a:pos x="csX4359" y="csY4359"/>
              </a:cxn>
              <a:cxn ang="0">
                <a:pos x="csX4360" y="csY4360"/>
              </a:cxn>
              <a:cxn ang="0">
                <a:pos x="csX4361" y="csY4361"/>
              </a:cxn>
              <a:cxn ang="0">
                <a:pos x="csX4362" y="csY4362"/>
              </a:cxn>
              <a:cxn ang="0">
                <a:pos x="csX4363" y="csY4363"/>
              </a:cxn>
              <a:cxn ang="0">
                <a:pos x="csX4364" y="csY4364"/>
              </a:cxn>
              <a:cxn ang="0">
                <a:pos x="csX4365" y="csY4365"/>
              </a:cxn>
              <a:cxn ang="0">
                <a:pos x="csX4366" y="csY4366"/>
              </a:cxn>
              <a:cxn ang="0">
                <a:pos x="csX4367" y="csY4367"/>
              </a:cxn>
              <a:cxn ang="0">
                <a:pos x="csX4368" y="csY4368"/>
              </a:cxn>
              <a:cxn ang="0">
                <a:pos x="csX4369" y="csY4369"/>
              </a:cxn>
              <a:cxn ang="0">
                <a:pos x="csX4370" y="csY4370"/>
              </a:cxn>
              <a:cxn ang="0">
                <a:pos x="csX4371" y="csY4371"/>
              </a:cxn>
              <a:cxn ang="0">
                <a:pos x="csX4372" y="csY4372"/>
              </a:cxn>
              <a:cxn ang="0">
                <a:pos x="csX4373" y="csY4373"/>
              </a:cxn>
              <a:cxn ang="0">
                <a:pos x="csX4374" y="csY4374"/>
              </a:cxn>
              <a:cxn ang="0">
                <a:pos x="csX4375" y="csY4375"/>
              </a:cxn>
              <a:cxn ang="0">
                <a:pos x="csX4376" y="csY4376"/>
              </a:cxn>
              <a:cxn ang="0">
                <a:pos x="csX4377" y="csY4377"/>
              </a:cxn>
              <a:cxn ang="0">
                <a:pos x="csX4378" y="csY4378"/>
              </a:cxn>
              <a:cxn ang="0">
                <a:pos x="csX4379" y="csY4379"/>
              </a:cxn>
              <a:cxn ang="0">
                <a:pos x="csX4380" y="csY4380"/>
              </a:cxn>
              <a:cxn ang="0">
                <a:pos x="csX4381" y="csY4381"/>
              </a:cxn>
              <a:cxn ang="0">
                <a:pos x="csX4382" y="csY4382"/>
              </a:cxn>
              <a:cxn ang="0">
                <a:pos x="csX4383" y="csY4383"/>
              </a:cxn>
              <a:cxn ang="0">
                <a:pos x="csX4384" y="csY4384"/>
              </a:cxn>
              <a:cxn ang="0">
                <a:pos x="csX4385" y="csY4385"/>
              </a:cxn>
              <a:cxn ang="0">
                <a:pos x="csX4386" y="csY4386"/>
              </a:cxn>
              <a:cxn ang="0">
                <a:pos x="csX4387" y="csY4387"/>
              </a:cxn>
              <a:cxn ang="0">
                <a:pos x="csX4388" y="csY4388"/>
              </a:cxn>
              <a:cxn ang="0">
                <a:pos x="csX4389" y="csY4389"/>
              </a:cxn>
              <a:cxn ang="0">
                <a:pos x="csX4390" y="csY4390"/>
              </a:cxn>
              <a:cxn ang="0">
                <a:pos x="csX4391" y="csY4391"/>
              </a:cxn>
              <a:cxn ang="0">
                <a:pos x="csX4392" y="csY4392"/>
              </a:cxn>
              <a:cxn ang="0">
                <a:pos x="csX4393" y="csY4393"/>
              </a:cxn>
              <a:cxn ang="0">
                <a:pos x="csX4394" y="csY4394"/>
              </a:cxn>
              <a:cxn ang="0">
                <a:pos x="csX4395" y="csY4395"/>
              </a:cxn>
              <a:cxn ang="0">
                <a:pos x="csX4396" y="csY4396"/>
              </a:cxn>
              <a:cxn ang="0">
                <a:pos x="csX4397" y="csY4397"/>
              </a:cxn>
              <a:cxn ang="0">
                <a:pos x="csX4398" y="csY4398"/>
              </a:cxn>
              <a:cxn ang="0">
                <a:pos x="csX4399" y="csY4399"/>
              </a:cxn>
              <a:cxn ang="0">
                <a:pos x="csX4400" y="csY4400"/>
              </a:cxn>
              <a:cxn ang="0">
                <a:pos x="csX4401" y="csY4401"/>
              </a:cxn>
              <a:cxn ang="0">
                <a:pos x="csX4402" y="csY4402"/>
              </a:cxn>
              <a:cxn ang="0">
                <a:pos x="csX4403" y="csY4403"/>
              </a:cxn>
              <a:cxn ang="0">
                <a:pos x="csX4404" y="csY4404"/>
              </a:cxn>
              <a:cxn ang="0">
                <a:pos x="csX4405" y="csY4405"/>
              </a:cxn>
              <a:cxn ang="0">
                <a:pos x="csX4406" y="csY4406"/>
              </a:cxn>
              <a:cxn ang="0">
                <a:pos x="csX4407" y="csY4407"/>
              </a:cxn>
              <a:cxn ang="0">
                <a:pos x="csX4408" y="csY4408"/>
              </a:cxn>
              <a:cxn ang="0">
                <a:pos x="csX4409" y="csY4409"/>
              </a:cxn>
              <a:cxn ang="0">
                <a:pos x="csX4410" y="csY4410"/>
              </a:cxn>
              <a:cxn ang="0">
                <a:pos x="csX4411" y="csY4411"/>
              </a:cxn>
              <a:cxn ang="0">
                <a:pos x="csX4412" y="csY4412"/>
              </a:cxn>
              <a:cxn ang="0">
                <a:pos x="csX4413" y="csY4413"/>
              </a:cxn>
              <a:cxn ang="0">
                <a:pos x="csX4414" y="csY4414"/>
              </a:cxn>
              <a:cxn ang="0">
                <a:pos x="csX4415" y="csY4415"/>
              </a:cxn>
              <a:cxn ang="0">
                <a:pos x="csX4416" y="csY4416"/>
              </a:cxn>
              <a:cxn ang="0">
                <a:pos x="csX4417" y="csY4417"/>
              </a:cxn>
              <a:cxn ang="0">
                <a:pos x="csX4418" y="csY4418"/>
              </a:cxn>
              <a:cxn ang="0">
                <a:pos x="csX4419" y="csY4419"/>
              </a:cxn>
              <a:cxn ang="0">
                <a:pos x="csX4420" y="csY4420"/>
              </a:cxn>
              <a:cxn ang="0">
                <a:pos x="csX4421" y="csY4421"/>
              </a:cxn>
              <a:cxn ang="0">
                <a:pos x="csX4422" y="csY4422"/>
              </a:cxn>
              <a:cxn ang="0">
                <a:pos x="csX4423" y="csY4423"/>
              </a:cxn>
              <a:cxn ang="0">
                <a:pos x="csX4424" y="csY4424"/>
              </a:cxn>
              <a:cxn ang="0">
                <a:pos x="csX4425" y="csY4425"/>
              </a:cxn>
              <a:cxn ang="0">
                <a:pos x="csX4426" y="csY4426"/>
              </a:cxn>
              <a:cxn ang="0">
                <a:pos x="csX4427" y="csY4427"/>
              </a:cxn>
              <a:cxn ang="0">
                <a:pos x="csX4428" y="csY4428"/>
              </a:cxn>
              <a:cxn ang="0">
                <a:pos x="csX4429" y="csY4429"/>
              </a:cxn>
              <a:cxn ang="0">
                <a:pos x="csX4430" y="csY4430"/>
              </a:cxn>
              <a:cxn ang="0">
                <a:pos x="csX4431" y="csY4431"/>
              </a:cxn>
              <a:cxn ang="0">
                <a:pos x="csX4432" y="csY4432"/>
              </a:cxn>
              <a:cxn ang="0">
                <a:pos x="csX4433" y="csY4433"/>
              </a:cxn>
              <a:cxn ang="0">
                <a:pos x="csX4434" y="csY4434"/>
              </a:cxn>
              <a:cxn ang="0">
                <a:pos x="csX4435" y="csY4435"/>
              </a:cxn>
              <a:cxn ang="0">
                <a:pos x="csX4436" y="csY4436"/>
              </a:cxn>
              <a:cxn ang="0">
                <a:pos x="csX4437" y="csY4437"/>
              </a:cxn>
              <a:cxn ang="0">
                <a:pos x="csX4438" y="csY4438"/>
              </a:cxn>
              <a:cxn ang="0">
                <a:pos x="csX4439" y="csY4439"/>
              </a:cxn>
              <a:cxn ang="0">
                <a:pos x="csX4440" y="csY4440"/>
              </a:cxn>
              <a:cxn ang="0">
                <a:pos x="csX4441" y="csY4441"/>
              </a:cxn>
              <a:cxn ang="0">
                <a:pos x="csX4442" y="csY4442"/>
              </a:cxn>
              <a:cxn ang="0">
                <a:pos x="csX4443" y="csY4443"/>
              </a:cxn>
              <a:cxn ang="0">
                <a:pos x="csX4444" y="csY4444"/>
              </a:cxn>
              <a:cxn ang="0">
                <a:pos x="csX4445" y="csY4445"/>
              </a:cxn>
              <a:cxn ang="0">
                <a:pos x="csX4446" y="csY4446"/>
              </a:cxn>
              <a:cxn ang="0">
                <a:pos x="csX4447" y="csY4447"/>
              </a:cxn>
              <a:cxn ang="0">
                <a:pos x="csX4448" y="csY4448"/>
              </a:cxn>
              <a:cxn ang="0">
                <a:pos x="csX4449" y="csY4449"/>
              </a:cxn>
              <a:cxn ang="0">
                <a:pos x="csX4450" y="csY4450"/>
              </a:cxn>
              <a:cxn ang="0">
                <a:pos x="csX4451" y="csY4451"/>
              </a:cxn>
              <a:cxn ang="0">
                <a:pos x="csX4452" y="csY4452"/>
              </a:cxn>
              <a:cxn ang="0">
                <a:pos x="csX4453" y="csY4453"/>
              </a:cxn>
              <a:cxn ang="0">
                <a:pos x="csX4454" y="csY4454"/>
              </a:cxn>
              <a:cxn ang="0">
                <a:pos x="csX4455" y="csY4455"/>
              </a:cxn>
              <a:cxn ang="0">
                <a:pos x="csX4456" y="csY4456"/>
              </a:cxn>
              <a:cxn ang="0">
                <a:pos x="csX4457" y="csY4457"/>
              </a:cxn>
              <a:cxn ang="0">
                <a:pos x="csX4458" y="csY4458"/>
              </a:cxn>
              <a:cxn ang="0">
                <a:pos x="csX4459" y="csY4459"/>
              </a:cxn>
              <a:cxn ang="0">
                <a:pos x="csX4460" y="csY4460"/>
              </a:cxn>
              <a:cxn ang="0">
                <a:pos x="csX4461" y="csY4461"/>
              </a:cxn>
              <a:cxn ang="0">
                <a:pos x="csX4462" y="csY4462"/>
              </a:cxn>
              <a:cxn ang="0">
                <a:pos x="csX4463" y="csY4463"/>
              </a:cxn>
              <a:cxn ang="0">
                <a:pos x="csX4464" y="csY4464"/>
              </a:cxn>
              <a:cxn ang="0">
                <a:pos x="csX4465" y="csY4465"/>
              </a:cxn>
              <a:cxn ang="0">
                <a:pos x="csX4466" y="csY4466"/>
              </a:cxn>
              <a:cxn ang="0">
                <a:pos x="csX4467" y="csY4467"/>
              </a:cxn>
              <a:cxn ang="0">
                <a:pos x="csX4468" y="csY4468"/>
              </a:cxn>
              <a:cxn ang="0">
                <a:pos x="csX4469" y="csY4469"/>
              </a:cxn>
              <a:cxn ang="0">
                <a:pos x="csX4470" y="csY4470"/>
              </a:cxn>
              <a:cxn ang="0">
                <a:pos x="csX4471" y="csY4471"/>
              </a:cxn>
              <a:cxn ang="0">
                <a:pos x="csX4472" y="csY4472"/>
              </a:cxn>
              <a:cxn ang="0">
                <a:pos x="csX4473" y="csY4473"/>
              </a:cxn>
              <a:cxn ang="0">
                <a:pos x="csX4474" y="csY4474"/>
              </a:cxn>
              <a:cxn ang="0">
                <a:pos x="csX4475" y="csY4475"/>
              </a:cxn>
              <a:cxn ang="0">
                <a:pos x="csX4476" y="csY4476"/>
              </a:cxn>
              <a:cxn ang="0">
                <a:pos x="csX4477" y="csY4477"/>
              </a:cxn>
              <a:cxn ang="0">
                <a:pos x="csX4478" y="csY4478"/>
              </a:cxn>
              <a:cxn ang="0">
                <a:pos x="csX4479" y="csY4479"/>
              </a:cxn>
              <a:cxn ang="0">
                <a:pos x="csX4480" y="csY4480"/>
              </a:cxn>
              <a:cxn ang="0">
                <a:pos x="csX4481" y="csY4481"/>
              </a:cxn>
              <a:cxn ang="0">
                <a:pos x="csX4482" y="csY4482"/>
              </a:cxn>
              <a:cxn ang="0">
                <a:pos x="csX4483" y="csY4483"/>
              </a:cxn>
              <a:cxn ang="0">
                <a:pos x="csX4484" y="csY4484"/>
              </a:cxn>
              <a:cxn ang="0">
                <a:pos x="csX4485" y="csY4485"/>
              </a:cxn>
              <a:cxn ang="0">
                <a:pos x="csX4486" y="csY4486"/>
              </a:cxn>
              <a:cxn ang="0">
                <a:pos x="csX4487" y="csY4487"/>
              </a:cxn>
              <a:cxn ang="0">
                <a:pos x="csX4488" y="csY4488"/>
              </a:cxn>
              <a:cxn ang="0">
                <a:pos x="csX4489" y="csY4489"/>
              </a:cxn>
              <a:cxn ang="0">
                <a:pos x="csX4490" y="csY4490"/>
              </a:cxn>
              <a:cxn ang="0">
                <a:pos x="csX4491" y="csY4491"/>
              </a:cxn>
              <a:cxn ang="0">
                <a:pos x="csX4492" y="csY4492"/>
              </a:cxn>
              <a:cxn ang="0">
                <a:pos x="csX4493" y="csY4493"/>
              </a:cxn>
              <a:cxn ang="0">
                <a:pos x="csX4494" y="csY4494"/>
              </a:cxn>
              <a:cxn ang="0">
                <a:pos x="csX4495" y="csY4495"/>
              </a:cxn>
              <a:cxn ang="0">
                <a:pos x="csX4496" y="csY4496"/>
              </a:cxn>
              <a:cxn ang="0">
                <a:pos x="csX4497" y="csY4497"/>
              </a:cxn>
              <a:cxn ang="0">
                <a:pos x="csX4498" y="csY4498"/>
              </a:cxn>
              <a:cxn ang="0">
                <a:pos x="csX4499" y="csY4499"/>
              </a:cxn>
              <a:cxn ang="0">
                <a:pos x="csX4500" y="csY4500"/>
              </a:cxn>
              <a:cxn ang="0">
                <a:pos x="csX4501" y="csY4501"/>
              </a:cxn>
              <a:cxn ang="0">
                <a:pos x="csX4502" y="csY4502"/>
              </a:cxn>
              <a:cxn ang="0">
                <a:pos x="csX4503" y="csY4503"/>
              </a:cxn>
              <a:cxn ang="0">
                <a:pos x="csX4504" y="csY4504"/>
              </a:cxn>
              <a:cxn ang="0">
                <a:pos x="csX4505" y="csY4505"/>
              </a:cxn>
              <a:cxn ang="0">
                <a:pos x="csX4506" y="csY4506"/>
              </a:cxn>
              <a:cxn ang="0">
                <a:pos x="csX4507" y="csY4507"/>
              </a:cxn>
              <a:cxn ang="0">
                <a:pos x="csX4508" y="csY4508"/>
              </a:cxn>
              <a:cxn ang="0">
                <a:pos x="csX4509" y="csY4509"/>
              </a:cxn>
              <a:cxn ang="0">
                <a:pos x="csX4510" y="csY4510"/>
              </a:cxn>
              <a:cxn ang="0">
                <a:pos x="csX4511" y="csY4511"/>
              </a:cxn>
              <a:cxn ang="0">
                <a:pos x="csX4512" y="csY4512"/>
              </a:cxn>
              <a:cxn ang="0">
                <a:pos x="csX4513" y="csY4513"/>
              </a:cxn>
              <a:cxn ang="0">
                <a:pos x="csX4514" y="csY4514"/>
              </a:cxn>
              <a:cxn ang="0">
                <a:pos x="csX4515" y="csY4515"/>
              </a:cxn>
              <a:cxn ang="0">
                <a:pos x="csX4516" y="csY4516"/>
              </a:cxn>
              <a:cxn ang="0">
                <a:pos x="csX4517" y="csY4517"/>
              </a:cxn>
              <a:cxn ang="0">
                <a:pos x="csX4518" y="csY4518"/>
              </a:cxn>
              <a:cxn ang="0">
                <a:pos x="csX4519" y="csY4519"/>
              </a:cxn>
              <a:cxn ang="0">
                <a:pos x="csX4520" y="csY4520"/>
              </a:cxn>
              <a:cxn ang="0">
                <a:pos x="csX4521" y="csY4521"/>
              </a:cxn>
              <a:cxn ang="0">
                <a:pos x="csX4522" y="csY4522"/>
              </a:cxn>
              <a:cxn ang="0">
                <a:pos x="csX4523" y="csY4523"/>
              </a:cxn>
              <a:cxn ang="0">
                <a:pos x="csX4524" y="csY4524"/>
              </a:cxn>
              <a:cxn ang="0">
                <a:pos x="csX4525" y="csY4525"/>
              </a:cxn>
              <a:cxn ang="0">
                <a:pos x="csX4526" y="csY4526"/>
              </a:cxn>
              <a:cxn ang="0">
                <a:pos x="csX4527" y="csY4527"/>
              </a:cxn>
              <a:cxn ang="0">
                <a:pos x="csX4528" y="csY4528"/>
              </a:cxn>
              <a:cxn ang="0">
                <a:pos x="csX4529" y="csY4529"/>
              </a:cxn>
              <a:cxn ang="0">
                <a:pos x="csX4530" y="csY4530"/>
              </a:cxn>
              <a:cxn ang="0">
                <a:pos x="csX4531" y="csY4531"/>
              </a:cxn>
              <a:cxn ang="0">
                <a:pos x="csX4532" y="csY4532"/>
              </a:cxn>
              <a:cxn ang="0">
                <a:pos x="csX4533" y="csY4533"/>
              </a:cxn>
              <a:cxn ang="0">
                <a:pos x="csX4534" y="csY4534"/>
              </a:cxn>
              <a:cxn ang="0">
                <a:pos x="csX4535" y="csY4535"/>
              </a:cxn>
              <a:cxn ang="0">
                <a:pos x="csX4536" y="csY4536"/>
              </a:cxn>
              <a:cxn ang="0">
                <a:pos x="csX4537" y="csY4537"/>
              </a:cxn>
              <a:cxn ang="0">
                <a:pos x="csX4538" y="csY4538"/>
              </a:cxn>
              <a:cxn ang="0">
                <a:pos x="csX4539" y="csY4539"/>
              </a:cxn>
              <a:cxn ang="0">
                <a:pos x="csX4540" y="csY4540"/>
              </a:cxn>
              <a:cxn ang="0">
                <a:pos x="csX4541" y="csY4541"/>
              </a:cxn>
              <a:cxn ang="0">
                <a:pos x="csX4542" y="csY4542"/>
              </a:cxn>
              <a:cxn ang="0">
                <a:pos x="csX4543" y="csY4543"/>
              </a:cxn>
              <a:cxn ang="0">
                <a:pos x="csX4544" y="csY4544"/>
              </a:cxn>
              <a:cxn ang="0">
                <a:pos x="csX4545" y="csY4545"/>
              </a:cxn>
              <a:cxn ang="0">
                <a:pos x="csX4546" y="csY4546"/>
              </a:cxn>
              <a:cxn ang="0">
                <a:pos x="csX4547" y="csY4547"/>
              </a:cxn>
              <a:cxn ang="0">
                <a:pos x="csX4548" y="csY4548"/>
              </a:cxn>
              <a:cxn ang="0">
                <a:pos x="csX4549" y="csY4549"/>
              </a:cxn>
              <a:cxn ang="0">
                <a:pos x="csX4550" y="csY4550"/>
              </a:cxn>
              <a:cxn ang="0">
                <a:pos x="csX4551" y="csY4551"/>
              </a:cxn>
              <a:cxn ang="0">
                <a:pos x="csX4552" y="csY4552"/>
              </a:cxn>
              <a:cxn ang="0">
                <a:pos x="csX4553" y="csY4553"/>
              </a:cxn>
              <a:cxn ang="0">
                <a:pos x="csX4554" y="csY4554"/>
              </a:cxn>
              <a:cxn ang="0">
                <a:pos x="csX4555" y="csY4555"/>
              </a:cxn>
              <a:cxn ang="0">
                <a:pos x="csX4556" y="csY4556"/>
              </a:cxn>
              <a:cxn ang="0">
                <a:pos x="csX4557" y="csY4557"/>
              </a:cxn>
              <a:cxn ang="0">
                <a:pos x="csX4558" y="csY4558"/>
              </a:cxn>
              <a:cxn ang="0">
                <a:pos x="csX4559" y="csY4559"/>
              </a:cxn>
              <a:cxn ang="0">
                <a:pos x="csX4560" y="csY4560"/>
              </a:cxn>
              <a:cxn ang="0">
                <a:pos x="csX4561" y="csY4561"/>
              </a:cxn>
              <a:cxn ang="0">
                <a:pos x="csX4562" y="csY4562"/>
              </a:cxn>
              <a:cxn ang="0">
                <a:pos x="csX4563" y="csY4563"/>
              </a:cxn>
              <a:cxn ang="0">
                <a:pos x="csX4564" y="csY4564"/>
              </a:cxn>
              <a:cxn ang="0">
                <a:pos x="csX4565" y="csY4565"/>
              </a:cxn>
              <a:cxn ang="0">
                <a:pos x="csX4566" y="csY4566"/>
              </a:cxn>
              <a:cxn ang="0">
                <a:pos x="csX4567" y="csY4567"/>
              </a:cxn>
              <a:cxn ang="0">
                <a:pos x="csX4568" y="csY4568"/>
              </a:cxn>
              <a:cxn ang="0">
                <a:pos x="csX4569" y="csY4569"/>
              </a:cxn>
              <a:cxn ang="0">
                <a:pos x="csX4570" y="csY4570"/>
              </a:cxn>
              <a:cxn ang="0">
                <a:pos x="csX4571" y="csY4571"/>
              </a:cxn>
              <a:cxn ang="0">
                <a:pos x="csX4572" y="csY4572"/>
              </a:cxn>
              <a:cxn ang="0">
                <a:pos x="csX4573" y="csY4573"/>
              </a:cxn>
              <a:cxn ang="0">
                <a:pos x="csX4574" y="csY4574"/>
              </a:cxn>
              <a:cxn ang="0">
                <a:pos x="csX4575" y="csY4575"/>
              </a:cxn>
              <a:cxn ang="0">
                <a:pos x="csX4576" y="csY4576"/>
              </a:cxn>
              <a:cxn ang="0">
                <a:pos x="csX4577" y="csY4577"/>
              </a:cxn>
              <a:cxn ang="0">
                <a:pos x="csX4578" y="csY4578"/>
              </a:cxn>
              <a:cxn ang="0">
                <a:pos x="csX4579" y="csY4579"/>
              </a:cxn>
              <a:cxn ang="0">
                <a:pos x="csX4580" y="csY4580"/>
              </a:cxn>
              <a:cxn ang="0">
                <a:pos x="csX4581" y="csY4581"/>
              </a:cxn>
              <a:cxn ang="0">
                <a:pos x="csX4582" y="csY4582"/>
              </a:cxn>
              <a:cxn ang="0">
                <a:pos x="csX4583" y="csY4583"/>
              </a:cxn>
              <a:cxn ang="0">
                <a:pos x="csX4584" y="csY4584"/>
              </a:cxn>
              <a:cxn ang="0">
                <a:pos x="csX4585" y="csY4585"/>
              </a:cxn>
              <a:cxn ang="0">
                <a:pos x="csX4586" y="csY4586"/>
              </a:cxn>
              <a:cxn ang="0">
                <a:pos x="csX4587" y="csY4587"/>
              </a:cxn>
              <a:cxn ang="0">
                <a:pos x="csX4588" y="csY4588"/>
              </a:cxn>
              <a:cxn ang="0">
                <a:pos x="csX4589" y="csY4589"/>
              </a:cxn>
              <a:cxn ang="0">
                <a:pos x="csX4590" y="csY4590"/>
              </a:cxn>
              <a:cxn ang="0">
                <a:pos x="csX4591" y="csY4591"/>
              </a:cxn>
              <a:cxn ang="0">
                <a:pos x="csX4592" y="csY4592"/>
              </a:cxn>
              <a:cxn ang="0">
                <a:pos x="csX4593" y="csY4593"/>
              </a:cxn>
              <a:cxn ang="0">
                <a:pos x="csX4594" y="csY4594"/>
              </a:cxn>
              <a:cxn ang="0">
                <a:pos x="csX4595" y="csY4595"/>
              </a:cxn>
              <a:cxn ang="0">
                <a:pos x="csX4596" y="csY4596"/>
              </a:cxn>
              <a:cxn ang="0">
                <a:pos x="csX4597" y="csY4597"/>
              </a:cxn>
              <a:cxn ang="0">
                <a:pos x="csX4598" y="csY4598"/>
              </a:cxn>
              <a:cxn ang="0">
                <a:pos x="csX4599" y="csY4599"/>
              </a:cxn>
              <a:cxn ang="0">
                <a:pos x="csX4600" y="csY4600"/>
              </a:cxn>
              <a:cxn ang="0">
                <a:pos x="csX4601" y="csY4601"/>
              </a:cxn>
              <a:cxn ang="0">
                <a:pos x="csX4602" y="csY4602"/>
              </a:cxn>
              <a:cxn ang="0">
                <a:pos x="csX4603" y="csY4603"/>
              </a:cxn>
              <a:cxn ang="0">
                <a:pos x="csX4604" y="csY4604"/>
              </a:cxn>
              <a:cxn ang="0">
                <a:pos x="csX4605" y="csY4605"/>
              </a:cxn>
              <a:cxn ang="0">
                <a:pos x="csX4606" y="csY4606"/>
              </a:cxn>
              <a:cxn ang="0">
                <a:pos x="csX4607" y="csY4607"/>
              </a:cxn>
              <a:cxn ang="0">
                <a:pos x="csX4608" y="csY4608"/>
              </a:cxn>
              <a:cxn ang="0">
                <a:pos x="csX4609" y="csY4609"/>
              </a:cxn>
              <a:cxn ang="0">
                <a:pos x="csX4610" y="csY4610"/>
              </a:cxn>
              <a:cxn ang="0">
                <a:pos x="csX4611" y="csY4611"/>
              </a:cxn>
              <a:cxn ang="0">
                <a:pos x="csX4612" y="csY4612"/>
              </a:cxn>
              <a:cxn ang="0">
                <a:pos x="csX4613" y="csY4613"/>
              </a:cxn>
              <a:cxn ang="0">
                <a:pos x="csX4614" y="csY4614"/>
              </a:cxn>
              <a:cxn ang="0">
                <a:pos x="csX4615" y="csY4615"/>
              </a:cxn>
              <a:cxn ang="0">
                <a:pos x="csX4616" y="csY4616"/>
              </a:cxn>
              <a:cxn ang="0">
                <a:pos x="csX4617" y="csY4617"/>
              </a:cxn>
              <a:cxn ang="0">
                <a:pos x="csX4618" y="csY4618"/>
              </a:cxn>
              <a:cxn ang="0">
                <a:pos x="csX4619" y="csY4619"/>
              </a:cxn>
              <a:cxn ang="0">
                <a:pos x="csX4620" y="csY4620"/>
              </a:cxn>
              <a:cxn ang="0">
                <a:pos x="csX4621" y="csY4621"/>
              </a:cxn>
              <a:cxn ang="0">
                <a:pos x="csX4622" y="csY4622"/>
              </a:cxn>
              <a:cxn ang="0">
                <a:pos x="csX4623" y="csY4623"/>
              </a:cxn>
              <a:cxn ang="0">
                <a:pos x="csX4624" y="csY4624"/>
              </a:cxn>
              <a:cxn ang="0">
                <a:pos x="csX4625" y="csY4625"/>
              </a:cxn>
              <a:cxn ang="0">
                <a:pos x="csX4626" y="csY4626"/>
              </a:cxn>
              <a:cxn ang="0">
                <a:pos x="csX4627" y="csY4627"/>
              </a:cxn>
              <a:cxn ang="0">
                <a:pos x="csX4628" y="csY4628"/>
              </a:cxn>
              <a:cxn ang="0">
                <a:pos x="csX4629" y="csY4629"/>
              </a:cxn>
              <a:cxn ang="0">
                <a:pos x="csX4630" y="csY4630"/>
              </a:cxn>
              <a:cxn ang="0">
                <a:pos x="csX4631" y="csY4631"/>
              </a:cxn>
              <a:cxn ang="0">
                <a:pos x="csX4632" y="csY4632"/>
              </a:cxn>
              <a:cxn ang="0">
                <a:pos x="csX4633" y="csY4633"/>
              </a:cxn>
              <a:cxn ang="0">
                <a:pos x="csX4634" y="csY4634"/>
              </a:cxn>
              <a:cxn ang="0">
                <a:pos x="csX4635" y="csY4635"/>
              </a:cxn>
              <a:cxn ang="0">
                <a:pos x="csX4636" y="csY4636"/>
              </a:cxn>
              <a:cxn ang="0">
                <a:pos x="csX4637" y="csY4637"/>
              </a:cxn>
              <a:cxn ang="0">
                <a:pos x="csX4638" y="csY4638"/>
              </a:cxn>
              <a:cxn ang="0">
                <a:pos x="csX4639" y="csY4639"/>
              </a:cxn>
              <a:cxn ang="0">
                <a:pos x="csX4640" y="csY4640"/>
              </a:cxn>
              <a:cxn ang="0">
                <a:pos x="csX4641" y="csY4641"/>
              </a:cxn>
              <a:cxn ang="0">
                <a:pos x="csX4642" y="csY4642"/>
              </a:cxn>
              <a:cxn ang="0">
                <a:pos x="csX4643" y="csY4643"/>
              </a:cxn>
              <a:cxn ang="0">
                <a:pos x="csX4644" y="csY4644"/>
              </a:cxn>
              <a:cxn ang="0">
                <a:pos x="csX4645" y="csY4645"/>
              </a:cxn>
              <a:cxn ang="0">
                <a:pos x="csX4646" y="csY4646"/>
              </a:cxn>
              <a:cxn ang="0">
                <a:pos x="csX4647" y="csY4647"/>
              </a:cxn>
              <a:cxn ang="0">
                <a:pos x="csX4648" y="csY4648"/>
              </a:cxn>
              <a:cxn ang="0">
                <a:pos x="csX4649" y="csY4649"/>
              </a:cxn>
              <a:cxn ang="0">
                <a:pos x="csX4650" y="csY4650"/>
              </a:cxn>
              <a:cxn ang="0">
                <a:pos x="csX4651" y="csY4651"/>
              </a:cxn>
              <a:cxn ang="0">
                <a:pos x="csX4652" y="csY4652"/>
              </a:cxn>
              <a:cxn ang="0">
                <a:pos x="csX4653" y="csY4653"/>
              </a:cxn>
              <a:cxn ang="0">
                <a:pos x="csX4654" y="csY4654"/>
              </a:cxn>
              <a:cxn ang="0">
                <a:pos x="csX4655" y="csY4655"/>
              </a:cxn>
              <a:cxn ang="0">
                <a:pos x="csX4656" y="csY4656"/>
              </a:cxn>
              <a:cxn ang="0">
                <a:pos x="csX4657" y="csY4657"/>
              </a:cxn>
              <a:cxn ang="0">
                <a:pos x="csX4658" y="csY4658"/>
              </a:cxn>
              <a:cxn ang="0">
                <a:pos x="csX4659" y="csY4659"/>
              </a:cxn>
              <a:cxn ang="0">
                <a:pos x="csX4660" y="csY4660"/>
              </a:cxn>
              <a:cxn ang="0">
                <a:pos x="csX4661" y="csY4661"/>
              </a:cxn>
              <a:cxn ang="0">
                <a:pos x="csX4662" y="csY4662"/>
              </a:cxn>
              <a:cxn ang="0">
                <a:pos x="csX4663" y="csY4663"/>
              </a:cxn>
              <a:cxn ang="0">
                <a:pos x="csX4664" y="csY4664"/>
              </a:cxn>
              <a:cxn ang="0">
                <a:pos x="csX4665" y="csY4665"/>
              </a:cxn>
              <a:cxn ang="0">
                <a:pos x="csX4666" y="csY4666"/>
              </a:cxn>
              <a:cxn ang="0">
                <a:pos x="csX4667" y="csY4667"/>
              </a:cxn>
              <a:cxn ang="0">
                <a:pos x="csX4668" y="csY4668"/>
              </a:cxn>
              <a:cxn ang="0">
                <a:pos x="csX4669" y="csY4669"/>
              </a:cxn>
              <a:cxn ang="0">
                <a:pos x="csX4670" y="csY4670"/>
              </a:cxn>
              <a:cxn ang="0">
                <a:pos x="csX4671" y="csY4671"/>
              </a:cxn>
              <a:cxn ang="0">
                <a:pos x="csX4672" y="csY4672"/>
              </a:cxn>
              <a:cxn ang="0">
                <a:pos x="csX4673" y="csY4673"/>
              </a:cxn>
              <a:cxn ang="0">
                <a:pos x="csX4674" y="csY4674"/>
              </a:cxn>
              <a:cxn ang="0">
                <a:pos x="csX4675" y="csY4675"/>
              </a:cxn>
              <a:cxn ang="0">
                <a:pos x="csX4676" y="csY4676"/>
              </a:cxn>
              <a:cxn ang="0">
                <a:pos x="csX4677" y="csY4677"/>
              </a:cxn>
              <a:cxn ang="0">
                <a:pos x="csX4678" y="csY4678"/>
              </a:cxn>
              <a:cxn ang="0">
                <a:pos x="csX4679" y="csY4679"/>
              </a:cxn>
              <a:cxn ang="0">
                <a:pos x="csX4680" y="csY4680"/>
              </a:cxn>
              <a:cxn ang="0">
                <a:pos x="csX4681" y="csY4681"/>
              </a:cxn>
              <a:cxn ang="0">
                <a:pos x="csX4682" y="csY4682"/>
              </a:cxn>
              <a:cxn ang="0">
                <a:pos x="csX4683" y="csY4683"/>
              </a:cxn>
              <a:cxn ang="0">
                <a:pos x="csX4684" y="csY4684"/>
              </a:cxn>
              <a:cxn ang="0">
                <a:pos x="csX4685" y="csY4685"/>
              </a:cxn>
              <a:cxn ang="0">
                <a:pos x="csX4686" y="csY4686"/>
              </a:cxn>
              <a:cxn ang="0">
                <a:pos x="csX4687" y="csY4687"/>
              </a:cxn>
              <a:cxn ang="0">
                <a:pos x="csX4688" y="csY4688"/>
              </a:cxn>
              <a:cxn ang="0">
                <a:pos x="csX4689" y="csY4689"/>
              </a:cxn>
              <a:cxn ang="0">
                <a:pos x="csX4690" y="csY4690"/>
              </a:cxn>
              <a:cxn ang="0">
                <a:pos x="csX4691" y="csY4691"/>
              </a:cxn>
              <a:cxn ang="0">
                <a:pos x="csX4692" y="csY4692"/>
              </a:cxn>
              <a:cxn ang="0">
                <a:pos x="csX4693" y="csY4693"/>
              </a:cxn>
              <a:cxn ang="0">
                <a:pos x="csX4694" y="csY4694"/>
              </a:cxn>
              <a:cxn ang="0">
                <a:pos x="csX4695" y="csY4695"/>
              </a:cxn>
              <a:cxn ang="0">
                <a:pos x="csX4696" y="csY4696"/>
              </a:cxn>
              <a:cxn ang="0">
                <a:pos x="csX4697" y="csY4697"/>
              </a:cxn>
              <a:cxn ang="0">
                <a:pos x="csX4698" y="csY4698"/>
              </a:cxn>
              <a:cxn ang="0">
                <a:pos x="csX4699" y="csY4699"/>
              </a:cxn>
              <a:cxn ang="0">
                <a:pos x="csX4700" y="csY4700"/>
              </a:cxn>
              <a:cxn ang="0">
                <a:pos x="csX4701" y="csY4701"/>
              </a:cxn>
              <a:cxn ang="0">
                <a:pos x="csX4702" y="csY4702"/>
              </a:cxn>
              <a:cxn ang="0">
                <a:pos x="csX4703" y="csY4703"/>
              </a:cxn>
              <a:cxn ang="0">
                <a:pos x="csX4704" y="csY4704"/>
              </a:cxn>
              <a:cxn ang="0">
                <a:pos x="csX4705" y="csY4705"/>
              </a:cxn>
              <a:cxn ang="0">
                <a:pos x="csX4706" y="csY4706"/>
              </a:cxn>
              <a:cxn ang="0">
                <a:pos x="csX4707" y="csY4707"/>
              </a:cxn>
              <a:cxn ang="0">
                <a:pos x="csX4708" y="csY4708"/>
              </a:cxn>
              <a:cxn ang="0">
                <a:pos x="csX4709" y="csY4709"/>
              </a:cxn>
              <a:cxn ang="0">
                <a:pos x="csX4710" y="csY4710"/>
              </a:cxn>
              <a:cxn ang="0">
                <a:pos x="csX4711" y="csY4711"/>
              </a:cxn>
              <a:cxn ang="0">
                <a:pos x="csX4712" y="csY4712"/>
              </a:cxn>
              <a:cxn ang="0">
                <a:pos x="csX4713" y="csY4713"/>
              </a:cxn>
              <a:cxn ang="0">
                <a:pos x="csX4714" y="csY4714"/>
              </a:cxn>
              <a:cxn ang="0">
                <a:pos x="csX4715" y="csY4715"/>
              </a:cxn>
              <a:cxn ang="0">
                <a:pos x="csX4716" y="csY4716"/>
              </a:cxn>
              <a:cxn ang="0">
                <a:pos x="csX4717" y="csY4717"/>
              </a:cxn>
              <a:cxn ang="0">
                <a:pos x="csX4718" y="csY4718"/>
              </a:cxn>
              <a:cxn ang="0">
                <a:pos x="csX4719" y="csY4719"/>
              </a:cxn>
              <a:cxn ang="0">
                <a:pos x="csX4720" y="csY4720"/>
              </a:cxn>
              <a:cxn ang="0">
                <a:pos x="csX4721" y="csY4721"/>
              </a:cxn>
              <a:cxn ang="0">
                <a:pos x="csX4722" y="csY4722"/>
              </a:cxn>
              <a:cxn ang="0">
                <a:pos x="csX4723" y="csY4723"/>
              </a:cxn>
              <a:cxn ang="0">
                <a:pos x="csX4724" y="csY4724"/>
              </a:cxn>
              <a:cxn ang="0">
                <a:pos x="csX4725" y="csY4725"/>
              </a:cxn>
              <a:cxn ang="0">
                <a:pos x="csX4726" y="csY4726"/>
              </a:cxn>
              <a:cxn ang="0">
                <a:pos x="csX4727" y="csY4727"/>
              </a:cxn>
              <a:cxn ang="0">
                <a:pos x="csX4728" y="csY4728"/>
              </a:cxn>
              <a:cxn ang="0">
                <a:pos x="csX4729" y="csY4729"/>
              </a:cxn>
              <a:cxn ang="0">
                <a:pos x="csX4730" y="csY4730"/>
              </a:cxn>
              <a:cxn ang="0">
                <a:pos x="csX4731" y="csY4731"/>
              </a:cxn>
              <a:cxn ang="0">
                <a:pos x="csX4732" y="csY4732"/>
              </a:cxn>
              <a:cxn ang="0">
                <a:pos x="csX4733" y="csY4733"/>
              </a:cxn>
              <a:cxn ang="0">
                <a:pos x="csX4734" y="csY4734"/>
              </a:cxn>
              <a:cxn ang="0">
                <a:pos x="csX4735" y="csY4735"/>
              </a:cxn>
              <a:cxn ang="0">
                <a:pos x="csX4736" y="csY4736"/>
              </a:cxn>
              <a:cxn ang="0">
                <a:pos x="csX4737" y="csY4737"/>
              </a:cxn>
              <a:cxn ang="0">
                <a:pos x="csX4738" y="csY4738"/>
              </a:cxn>
              <a:cxn ang="0">
                <a:pos x="csX4739" y="csY4739"/>
              </a:cxn>
              <a:cxn ang="0">
                <a:pos x="csX4740" y="csY4740"/>
              </a:cxn>
              <a:cxn ang="0">
                <a:pos x="csX4741" y="csY4741"/>
              </a:cxn>
              <a:cxn ang="0">
                <a:pos x="csX4742" y="csY4742"/>
              </a:cxn>
              <a:cxn ang="0">
                <a:pos x="csX4743" y="csY4743"/>
              </a:cxn>
              <a:cxn ang="0">
                <a:pos x="csX4744" y="csY4744"/>
              </a:cxn>
              <a:cxn ang="0">
                <a:pos x="csX4745" y="csY4745"/>
              </a:cxn>
              <a:cxn ang="0">
                <a:pos x="csX4746" y="csY4746"/>
              </a:cxn>
              <a:cxn ang="0">
                <a:pos x="csX4747" y="csY4747"/>
              </a:cxn>
              <a:cxn ang="0">
                <a:pos x="csX4748" y="csY4748"/>
              </a:cxn>
              <a:cxn ang="0">
                <a:pos x="csX4749" y="csY4749"/>
              </a:cxn>
              <a:cxn ang="0">
                <a:pos x="csX4750" y="csY4750"/>
              </a:cxn>
              <a:cxn ang="0">
                <a:pos x="csX4751" y="csY4751"/>
              </a:cxn>
              <a:cxn ang="0">
                <a:pos x="csX4752" y="csY4752"/>
              </a:cxn>
              <a:cxn ang="0">
                <a:pos x="csX4753" y="csY4753"/>
              </a:cxn>
              <a:cxn ang="0">
                <a:pos x="csX4754" y="csY4754"/>
              </a:cxn>
              <a:cxn ang="0">
                <a:pos x="csX4755" y="csY4755"/>
              </a:cxn>
              <a:cxn ang="0">
                <a:pos x="csX4756" y="csY4756"/>
              </a:cxn>
              <a:cxn ang="0">
                <a:pos x="csX4757" y="csY4757"/>
              </a:cxn>
              <a:cxn ang="0">
                <a:pos x="csX4758" y="csY4758"/>
              </a:cxn>
              <a:cxn ang="0">
                <a:pos x="csX4759" y="csY4759"/>
              </a:cxn>
              <a:cxn ang="0">
                <a:pos x="csX4760" y="csY4760"/>
              </a:cxn>
              <a:cxn ang="0">
                <a:pos x="csX4761" y="csY4761"/>
              </a:cxn>
              <a:cxn ang="0">
                <a:pos x="csX4762" y="csY4762"/>
              </a:cxn>
              <a:cxn ang="0">
                <a:pos x="csX4763" y="csY4763"/>
              </a:cxn>
              <a:cxn ang="0">
                <a:pos x="csX4764" y="csY4764"/>
              </a:cxn>
              <a:cxn ang="0">
                <a:pos x="csX4765" y="csY4765"/>
              </a:cxn>
              <a:cxn ang="0">
                <a:pos x="csX4766" y="csY4766"/>
              </a:cxn>
              <a:cxn ang="0">
                <a:pos x="csX4767" y="csY4767"/>
              </a:cxn>
              <a:cxn ang="0">
                <a:pos x="csX4768" y="csY4768"/>
              </a:cxn>
              <a:cxn ang="0">
                <a:pos x="csX4769" y="csY4769"/>
              </a:cxn>
              <a:cxn ang="0">
                <a:pos x="csX4770" y="csY4770"/>
              </a:cxn>
              <a:cxn ang="0">
                <a:pos x="csX4771" y="csY4771"/>
              </a:cxn>
              <a:cxn ang="0">
                <a:pos x="csX4772" y="csY4772"/>
              </a:cxn>
              <a:cxn ang="0">
                <a:pos x="csX4773" y="csY4773"/>
              </a:cxn>
              <a:cxn ang="0">
                <a:pos x="csX4774" y="csY4774"/>
              </a:cxn>
              <a:cxn ang="0">
                <a:pos x="csX4775" y="csY4775"/>
              </a:cxn>
              <a:cxn ang="0">
                <a:pos x="csX4776" y="csY4776"/>
              </a:cxn>
              <a:cxn ang="0">
                <a:pos x="csX4777" y="csY4777"/>
              </a:cxn>
              <a:cxn ang="0">
                <a:pos x="csX4778" y="csY4778"/>
              </a:cxn>
              <a:cxn ang="0">
                <a:pos x="csX4779" y="csY4779"/>
              </a:cxn>
              <a:cxn ang="0">
                <a:pos x="csX4780" y="csY4780"/>
              </a:cxn>
              <a:cxn ang="0">
                <a:pos x="csX4781" y="csY4781"/>
              </a:cxn>
              <a:cxn ang="0">
                <a:pos x="csX4782" y="csY4782"/>
              </a:cxn>
              <a:cxn ang="0">
                <a:pos x="csX4783" y="csY4783"/>
              </a:cxn>
              <a:cxn ang="0">
                <a:pos x="csX4784" y="csY4784"/>
              </a:cxn>
              <a:cxn ang="0">
                <a:pos x="csX4785" y="csY4785"/>
              </a:cxn>
              <a:cxn ang="0">
                <a:pos x="csX4786" y="csY4786"/>
              </a:cxn>
              <a:cxn ang="0">
                <a:pos x="csX4787" y="csY4787"/>
              </a:cxn>
              <a:cxn ang="0">
                <a:pos x="csX4788" y="csY4788"/>
              </a:cxn>
              <a:cxn ang="0">
                <a:pos x="csX4789" y="csY4789"/>
              </a:cxn>
              <a:cxn ang="0">
                <a:pos x="csX4790" y="csY4790"/>
              </a:cxn>
              <a:cxn ang="0">
                <a:pos x="csX4791" y="csY4791"/>
              </a:cxn>
              <a:cxn ang="0">
                <a:pos x="csX4792" y="csY4792"/>
              </a:cxn>
              <a:cxn ang="0">
                <a:pos x="csX4793" y="csY4793"/>
              </a:cxn>
              <a:cxn ang="0">
                <a:pos x="csX4794" y="csY4794"/>
              </a:cxn>
              <a:cxn ang="0">
                <a:pos x="csX4795" y="csY4795"/>
              </a:cxn>
              <a:cxn ang="0">
                <a:pos x="csX4796" y="csY4796"/>
              </a:cxn>
              <a:cxn ang="0">
                <a:pos x="csX4797" y="csY4797"/>
              </a:cxn>
              <a:cxn ang="0">
                <a:pos x="csX4798" y="csY4798"/>
              </a:cxn>
              <a:cxn ang="0">
                <a:pos x="csX4799" y="csY4799"/>
              </a:cxn>
              <a:cxn ang="0">
                <a:pos x="csX4800" y="csY4800"/>
              </a:cxn>
              <a:cxn ang="0">
                <a:pos x="csX4801" y="csY4801"/>
              </a:cxn>
              <a:cxn ang="0">
                <a:pos x="csX4802" y="csY4802"/>
              </a:cxn>
              <a:cxn ang="0">
                <a:pos x="csX4803" y="csY4803"/>
              </a:cxn>
              <a:cxn ang="0">
                <a:pos x="csX4804" y="csY4804"/>
              </a:cxn>
              <a:cxn ang="0">
                <a:pos x="csX4805" y="csY4805"/>
              </a:cxn>
              <a:cxn ang="0">
                <a:pos x="csX4806" y="csY4806"/>
              </a:cxn>
              <a:cxn ang="0">
                <a:pos x="csX4807" y="csY4807"/>
              </a:cxn>
              <a:cxn ang="0">
                <a:pos x="csX4808" y="csY4808"/>
              </a:cxn>
              <a:cxn ang="0">
                <a:pos x="csX4809" y="csY4809"/>
              </a:cxn>
              <a:cxn ang="0">
                <a:pos x="csX4810" y="csY4810"/>
              </a:cxn>
              <a:cxn ang="0">
                <a:pos x="csX4811" y="csY4811"/>
              </a:cxn>
              <a:cxn ang="0">
                <a:pos x="csX4812" y="csY4812"/>
              </a:cxn>
              <a:cxn ang="0">
                <a:pos x="csX4813" y="csY4813"/>
              </a:cxn>
              <a:cxn ang="0">
                <a:pos x="csX4814" y="csY4814"/>
              </a:cxn>
              <a:cxn ang="0">
                <a:pos x="csX4815" y="csY4815"/>
              </a:cxn>
              <a:cxn ang="0">
                <a:pos x="csX4816" y="csY4816"/>
              </a:cxn>
              <a:cxn ang="0">
                <a:pos x="csX4817" y="csY4817"/>
              </a:cxn>
              <a:cxn ang="0">
                <a:pos x="csX4818" y="csY4818"/>
              </a:cxn>
              <a:cxn ang="0">
                <a:pos x="csX4819" y="csY4819"/>
              </a:cxn>
              <a:cxn ang="0">
                <a:pos x="csX4820" y="csY4820"/>
              </a:cxn>
              <a:cxn ang="0">
                <a:pos x="csX4821" y="csY4821"/>
              </a:cxn>
              <a:cxn ang="0">
                <a:pos x="csX4822" y="csY4822"/>
              </a:cxn>
              <a:cxn ang="0">
                <a:pos x="csX4823" y="csY4823"/>
              </a:cxn>
              <a:cxn ang="0">
                <a:pos x="csX4824" y="csY4824"/>
              </a:cxn>
              <a:cxn ang="0">
                <a:pos x="csX4825" y="csY4825"/>
              </a:cxn>
              <a:cxn ang="0">
                <a:pos x="csX4826" y="csY4826"/>
              </a:cxn>
              <a:cxn ang="0">
                <a:pos x="csX4827" y="csY4827"/>
              </a:cxn>
              <a:cxn ang="0">
                <a:pos x="csX4828" y="csY4828"/>
              </a:cxn>
              <a:cxn ang="0">
                <a:pos x="csX4829" y="csY4829"/>
              </a:cxn>
              <a:cxn ang="0">
                <a:pos x="csX4830" y="csY4830"/>
              </a:cxn>
              <a:cxn ang="0">
                <a:pos x="csX4831" y="csY4831"/>
              </a:cxn>
              <a:cxn ang="0">
                <a:pos x="csX4832" y="csY4832"/>
              </a:cxn>
              <a:cxn ang="0">
                <a:pos x="csX4833" y="csY4833"/>
              </a:cxn>
              <a:cxn ang="0">
                <a:pos x="csX4834" y="csY4834"/>
              </a:cxn>
              <a:cxn ang="0">
                <a:pos x="csX4835" y="csY4835"/>
              </a:cxn>
              <a:cxn ang="0">
                <a:pos x="csX4836" y="csY4836"/>
              </a:cxn>
              <a:cxn ang="0">
                <a:pos x="csX4837" y="csY4837"/>
              </a:cxn>
              <a:cxn ang="0">
                <a:pos x="csX4838" y="csY4838"/>
              </a:cxn>
              <a:cxn ang="0">
                <a:pos x="csX4839" y="csY4839"/>
              </a:cxn>
              <a:cxn ang="0">
                <a:pos x="csX4840" y="csY4840"/>
              </a:cxn>
              <a:cxn ang="0">
                <a:pos x="csX4841" y="csY4841"/>
              </a:cxn>
              <a:cxn ang="0">
                <a:pos x="csX4842" y="csY4842"/>
              </a:cxn>
              <a:cxn ang="0">
                <a:pos x="csX4843" y="csY4843"/>
              </a:cxn>
              <a:cxn ang="0">
                <a:pos x="csX4844" y="csY4844"/>
              </a:cxn>
              <a:cxn ang="0">
                <a:pos x="csX4845" y="csY4845"/>
              </a:cxn>
              <a:cxn ang="0">
                <a:pos x="csX4846" y="csY4846"/>
              </a:cxn>
              <a:cxn ang="0">
                <a:pos x="csX4847" y="csY4847"/>
              </a:cxn>
              <a:cxn ang="0">
                <a:pos x="csX4848" y="csY4848"/>
              </a:cxn>
              <a:cxn ang="0">
                <a:pos x="csX4849" y="csY4849"/>
              </a:cxn>
              <a:cxn ang="0">
                <a:pos x="csX4850" y="csY4850"/>
              </a:cxn>
              <a:cxn ang="0">
                <a:pos x="csX4851" y="csY4851"/>
              </a:cxn>
              <a:cxn ang="0">
                <a:pos x="csX4852" y="csY4852"/>
              </a:cxn>
              <a:cxn ang="0">
                <a:pos x="csX4853" y="csY4853"/>
              </a:cxn>
              <a:cxn ang="0">
                <a:pos x="csX4854" y="csY4854"/>
              </a:cxn>
              <a:cxn ang="0">
                <a:pos x="csX4855" y="csY4855"/>
              </a:cxn>
              <a:cxn ang="0">
                <a:pos x="csX4856" y="csY4856"/>
              </a:cxn>
              <a:cxn ang="0">
                <a:pos x="csX4857" y="csY4857"/>
              </a:cxn>
              <a:cxn ang="0">
                <a:pos x="csX4858" y="csY4858"/>
              </a:cxn>
              <a:cxn ang="0">
                <a:pos x="csX4859" y="csY4859"/>
              </a:cxn>
              <a:cxn ang="0">
                <a:pos x="csX4860" y="csY4860"/>
              </a:cxn>
              <a:cxn ang="0">
                <a:pos x="csX4861" y="csY4861"/>
              </a:cxn>
              <a:cxn ang="0">
                <a:pos x="csX4862" y="csY4862"/>
              </a:cxn>
              <a:cxn ang="0">
                <a:pos x="csX4863" y="csY4863"/>
              </a:cxn>
              <a:cxn ang="0">
                <a:pos x="csX4864" y="csY4864"/>
              </a:cxn>
              <a:cxn ang="0">
                <a:pos x="csX4865" y="csY4865"/>
              </a:cxn>
              <a:cxn ang="0">
                <a:pos x="csX4866" y="csY4866"/>
              </a:cxn>
              <a:cxn ang="0">
                <a:pos x="csX4867" y="csY4867"/>
              </a:cxn>
              <a:cxn ang="0">
                <a:pos x="csX4868" y="csY4868"/>
              </a:cxn>
              <a:cxn ang="0">
                <a:pos x="csX4869" y="csY4869"/>
              </a:cxn>
              <a:cxn ang="0">
                <a:pos x="csX4870" y="csY4870"/>
              </a:cxn>
              <a:cxn ang="0">
                <a:pos x="csX4871" y="csY4871"/>
              </a:cxn>
              <a:cxn ang="0">
                <a:pos x="csX4872" y="csY4872"/>
              </a:cxn>
              <a:cxn ang="0">
                <a:pos x="csX4873" y="csY4873"/>
              </a:cxn>
              <a:cxn ang="0">
                <a:pos x="csX4874" y="csY4874"/>
              </a:cxn>
              <a:cxn ang="0">
                <a:pos x="csX4875" y="csY4875"/>
              </a:cxn>
              <a:cxn ang="0">
                <a:pos x="csX4876" y="csY4876"/>
              </a:cxn>
              <a:cxn ang="0">
                <a:pos x="csX4877" y="csY4877"/>
              </a:cxn>
              <a:cxn ang="0">
                <a:pos x="csX4878" y="csY4878"/>
              </a:cxn>
              <a:cxn ang="0">
                <a:pos x="csX4879" y="csY4879"/>
              </a:cxn>
              <a:cxn ang="0">
                <a:pos x="csX4880" y="csY4880"/>
              </a:cxn>
              <a:cxn ang="0">
                <a:pos x="csX4881" y="csY4881"/>
              </a:cxn>
              <a:cxn ang="0">
                <a:pos x="csX4882" y="csY4882"/>
              </a:cxn>
              <a:cxn ang="0">
                <a:pos x="csX4883" y="csY4883"/>
              </a:cxn>
              <a:cxn ang="0">
                <a:pos x="csX4884" y="csY4884"/>
              </a:cxn>
              <a:cxn ang="0">
                <a:pos x="csX4885" y="csY4885"/>
              </a:cxn>
              <a:cxn ang="0">
                <a:pos x="csX4886" y="csY4886"/>
              </a:cxn>
              <a:cxn ang="0">
                <a:pos x="csX4887" y="csY4887"/>
              </a:cxn>
              <a:cxn ang="0">
                <a:pos x="csX4888" y="csY4888"/>
              </a:cxn>
              <a:cxn ang="0">
                <a:pos x="csX4889" y="csY4889"/>
              </a:cxn>
              <a:cxn ang="0">
                <a:pos x="csX4890" y="csY4890"/>
              </a:cxn>
              <a:cxn ang="0">
                <a:pos x="csX4891" y="csY4891"/>
              </a:cxn>
              <a:cxn ang="0">
                <a:pos x="csX4892" y="csY4892"/>
              </a:cxn>
              <a:cxn ang="0">
                <a:pos x="csX4893" y="csY4893"/>
              </a:cxn>
              <a:cxn ang="0">
                <a:pos x="csX4894" y="csY4894"/>
              </a:cxn>
              <a:cxn ang="0">
                <a:pos x="csX4895" y="csY4895"/>
              </a:cxn>
              <a:cxn ang="0">
                <a:pos x="csX4896" y="csY4896"/>
              </a:cxn>
              <a:cxn ang="0">
                <a:pos x="csX4897" y="csY4897"/>
              </a:cxn>
              <a:cxn ang="0">
                <a:pos x="csX4898" y="csY4898"/>
              </a:cxn>
              <a:cxn ang="0">
                <a:pos x="csX4899" y="csY4899"/>
              </a:cxn>
              <a:cxn ang="0">
                <a:pos x="csX4900" y="csY4900"/>
              </a:cxn>
              <a:cxn ang="0">
                <a:pos x="csX4901" y="csY4901"/>
              </a:cxn>
              <a:cxn ang="0">
                <a:pos x="csX4902" y="csY4902"/>
              </a:cxn>
              <a:cxn ang="0">
                <a:pos x="csX4903" y="csY4903"/>
              </a:cxn>
              <a:cxn ang="0">
                <a:pos x="csX4904" y="csY4904"/>
              </a:cxn>
              <a:cxn ang="0">
                <a:pos x="csX4905" y="csY4905"/>
              </a:cxn>
              <a:cxn ang="0">
                <a:pos x="csX4906" y="csY4906"/>
              </a:cxn>
              <a:cxn ang="0">
                <a:pos x="csX4907" y="csY4907"/>
              </a:cxn>
              <a:cxn ang="0">
                <a:pos x="csX4908" y="csY4908"/>
              </a:cxn>
              <a:cxn ang="0">
                <a:pos x="csX4909" y="csY4909"/>
              </a:cxn>
              <a:cxn ang="0">
                <a:pos x="csX4910" y="csY4910"/>
              </a:cxn>
              <a:cxn ang="0">
                <a:pos x="csX4911" y="csY4911"/>
              </a:cxn>
              <a:cxn ang="0">
                <a:pos x="csX4912" y="csY4912"/>
              </a:cxn>
              <a:cxn ang="0">
                <a:pos x="csX4913" y="csY4913"/>
              </a:cxn>
              <a:cxn ang="0">
                <a:pos x="csX4914" y="csY4914"/>
              </a:cxn>
              <a:cxn ang="0">
                <a:pos x="csX4915" y="csY4915"/>
              </a:cxn>
              <a:cxn ang="0">
                <a:pos x="csX4916" y="csY4916"/>
              </a:cxn>
              <a:cxn ang="0">
                <a:pos x="csX4917" y="csY4917"/>
              </a:cxn>
              <a:cxn ang="0">
                <a:pos x="csX4918" y="csY4918"/>
              </a:cxn>
              <a:cxn ang="0">
                <a:pos x="csX4919" y="csY4919"/>
              </a:cxn>
              <a:cxn ang="0">
                <a:pos x="csX4920" y="csY4920"/>
              </a:cxn>
              <a:cxn ang="0">
                <a:pos x="csX4921" y="csY4921"/>
              </a:cxn>
              <a:cxn ang="0">
                <a:pos x="csX4922" y="csY4922"/>
              </a:cxn>
              <a:cxn ang="0">
                <a:pos x="csX4923" y="csY4923"/>
              </a:cxn>
              <a:cxn ang="0">
                <a:pos x="csX4924" y="csY4924"/>
              </a:cxn>
              <a:cxn ang="0">
                <a:pos x="csX4925" y="csY4925"/>
              </a:cxn>
              <a:cxn ang="0">
                <a:pos x="csX4926" y="csY4926"/>
              </a:cxn>
              <a:cxn ang="0">
                <a:pos x="csX4927" y="csY4927"/>
              </a:cxn>
              <a:cxn ang="0">
                <a:pos x="csX4928" y="csY4928"/>
              </a:cxn>
              <a:cxn ang="0">
                <a:pos x="csX4929" y="csY4929"/>
              </a:cxn>
              <a:cxn ang="0">
                <a:pos x="csX4930" y="csY4930"/>
              </a:cxn>
              <a:cxn ang="0">
                <a:pos x="csX4931" y="csY4931"/>
              </a:cxn>
              <a:cxn ang="0">
                <a:pos x="csX4932" y="csY4932"/>
              </a:cxn>
              <a:cxn ang="0">
                <a:pos x="csX4933" y="csY4933"/>
              </a:cxn>
              <a:cxn ang="0">
                <a:pos x="csX4934" y="csY4934"/>
              </a:cxn>
              <a:cxn ang="0">
                <a:pos x="csX4935" y="csY4935"/>
              </a:cxn>
              <a:cxn ang="0">
                <a:pos x="csX4936" y="csY4936"/>
              </a:cxn>
              <a:cxn ang="0">
                <a:pos x="csX4937" y="csY4937"/>
              </a:cxn>
              <a:cxn ang="0">
                <a:pos x="csX4938" y="csY4938"/>
              </a:cxn>
              <a:cxn ang="0">
                <a:pos x="csX4939" y="csY4939"/>
              </a:cxn>
              <a:cxn ang="0">
                <a:pos x="csX4940" y="csY4940"/>
              </a:cxn>
              <a:cxn ang="0">
                <a:pos x="csX4941" y="csY4941"/>
              </a:cxn>
              <a:cxn ang="0">
                <a:pos x="csX4942" y="csY4942"/>
              </a:cxn>
              <a:cxn ang="0">
                <a:pos x="csX4943" y="csY4943"/>
              </a:cxn>
              <a:cxn ang="0">
                <a:pos x="csX4944" y="csY4944"/>
              </a:cxn>
              <a:cxn ang="0">
                <a:pos x="csX4945" y="csY4945"/>
              </a:cxn>
              <a:cxn ang="0">
                <a:pos x="csX4946" y="csY4946"/>
              </a:cxn>
              <a:cxn ang="0">
                <a:pos x="csX4947" y="csY4947"/>
              </a:cxn>
              <a:cxn ang="0">
                <a:pos x="csX4948" y="csY4948"/>
              </a:cxn>
              <a:cxn ang="0">
                <a:pos x="csX4949" y="csY4949"/>
              </a:cxn>
              <a:cxn ang="0">
                <a:pos x="csX4950" y="csY4950"/>
              </a:cxn>
              <a:cxn ang="0">
                <a:pos x="csX4951" y="csY4951"/>
              </a:cxn>
              <a:cxn ang="0">
                <a:pos x="csX4952" y="csY4952"/>
              </a:cxn>
              <a:cxn ang="0">
                <a:pos x="csX4953" y="csY4953"/>
              </a:cxn>
              <a:cxn ang="0">
                <a:pos x="csX4954" y="csY4954"/>
              </a:cxn>
              <a:cxn ang="0">
                <a:pos x="csX4955" y="csY4955"/>
              </a:cxn>
              <a:cxn ang="0">
                <a:pos x="csX4956" y="csY4956"/>
              </a:cxn>
              <a:cxn ang="0">
                <a:pos x="csX4957" y="csY4957"/>
              </a:cxn>
              <a:cxn ang="0">
                <a:pos x="csX4958" y="csY4958"/>
              </a:cxn>
              <a:cxn ang="0">
                <a:pos x="csX4959" y="csY4959"/>
              </a:cxn>
              <a:cxn ang="0">
                <a:pos x="csX4960" y="csY4960"/>
              </a:cxn>
              <a:cxn ang="0">
                <a:pos x="csX4961" y="csY4961"/>
              </a:cxn>
              <a:cxn ang="0">
                <a:pos x="csX4962" y="csY4962"/>
              </a:cxn>
              <a:cxn ang="0">
                <a:pos x="csX4963" y="csY4963"/>
              </a:cxn>
              <a:cxn ang="0">
                <a:pos x="csX4964" y="csY4964"/>
              </a:cxn>
              <a:cxn ang="0">
                <a:pos x="csX4965" y="csY4965"/>
              </a:cxn>
              <a:cxn ang="0">
                <a:pos x="csX4966" y="csY4966"/>
              </a:cxn>
              <a:cxn ang="0">
                <a:pos x="csX4967" y="csY4967"/>
              </a:cxn>
              <a:cxn ang="0">
                <a:pos x="csX4968" y="csY4968"/>
              </a:cxn>
              <a:cxn ang="0">
                <a:pos x="csX4969" y="csY4969"/>
              </a:cxn>
              <a:cxn ang="0">
                <a:pos x="csX4970" y="csY4970"/>
              </a:cxn>
              <a:cxn ang="0">
                <a:pos x="csX4971" y="csY4971"/>
              </a:cxn>
              <a:cxn ang="0">
                <a:pos x="csX4972" y="csY4972"/>
              </a:cxn>
              <a:cxn ang="0">
                <a:pos x="csX4973" y="csY4973"/>
              </a:cxn>
              <a:cxn ang="0">
                <a:pos x="csX4974" y="csY4974"/>
              </a:cxn>
              <a:cxn ang="0">
                <a:pos x="csX4975" y="csY4975"/>
              </a:cxn>
              <a:cxn ang="0">
                <a:pos x="csX4976" y="csY4976"/>
              </a:cxn>
              <a:cxn ang="0">
                <a:pos x="csX4977" y="csY4977"/>
              </a:cxn>
              <a:cxn ang="0">
                <a:pos x="csX4978" y="csY4978"/>
              </a:cxn>
              <a:cxn ang="0">
                <a:pos x="csX4979" y="csY4979"/>
              </a:cxn>
              <a:cxn ang="0">
                <a:pos x="csX4980" y="csY4980"/>
              </a:cxn>
              <a:cxn ang="0">
                <a:pos x="csX4981" y="csY4981"/>
              </a:cxn>
              <a:cxn ang="0">
                <a:pos x="csX4982" y="csY4982"/>
              </a:cxn>
              <a:cxn ang="0">
                <a:pos x="csX4983" y="csY4983"/>
              </a:cxn>
              <a:cxn ang="0">
                <a:pos x="csX4984" y="csY4984"/>
              </a:cxn>
              <a:cxn ang="0">
                <a:pos x="csX4985" y="csY4985"/>
              </a:cxn>
              <a:cxn ang="0">
                <a:pos x="csX4986" y="csY4986"/>
              </a:cxn>
              <a:cxn ang="0">
                <a:pos x="csX4987" y="csY4987"/>
              </a:cxn>
              <a:cxn ang="0">
                <a:pos x="csX4988" y="csY4988"/>
              </a:cxn>
              <a:cxn ang="0">
                <a:pos x="csX4989" y="csY4989"/>
              </a:cxn>
              <a:cxn ang="0">
                <a:pos x="csX4990" y="csY4990"/>
              </a:cxn>
              <a:cxn ang="0">
                <a:pos x="csX4991" y="csY4991"/>
              </a:cxn>
              <a:cxn ang="0">
                <a:pos x="csX4992" y="csY4992"/>
              </a:cxn>
              <a:cxn ang="0">
                <a:pos x="csX4993" y="csY4993"/>
              </a:cxn>
              <a:cxn ang="0">
                <a:pos x="csX4994" y="csY4994"/>
              </a:cxn>
              <a:cxn ang="0">
                <a:pos x="csX4995" y="csY4995"/>
              </a:cxn>
              <a:cxn ang="0">
                <a:pos x="csX4996" y="csY4996"/>
              </a:cxn>
              <a:cxn ang="0">
                <a:pos x="csX4997" y="csY4997"/>
              </a:cxn>
              <a:cxn ang="0">
                <a:pos x="csX4998" y="csY4998"/>
              </a:cxn>
              <a:cxn ang="0">
                <a:pos x="csX4999" y="csY4999"/>
              </a:cxn>
              <a:cxn ang="0">
                <a:pos x="csX5000" y="csY5000"/>
              </a:cxn>
              <a:cxn ang="0">
                <a:pos x="csX5001" y="csY5001"/>
              </a:cxn>
              <a:cxn ang="0">
                <a:pos x="csX5002" y="csY5002"/>
              </a:cxn>
              <a:cxn ang="0">
                <a:pos x="csX5003" y="csY5003"/>
              </a:cxn>
              <a:cxn ang="0">
                <a:pos x="csX5004" y="csY5004"/>
              </a:cxn>
              <a:cxn ang="0">
                <a:pos x="csX5005" y="csY5005"/>
              </a:cxn>
              <a:cxn ang="0">
                <a:pos x="csX5006" y="csY5006"/>
              </a:cxn>
              <a:cxn ang="0">
                <a:pos x="csX5007" y="csY5007"/>
              </a:cxn>
              <a:cxn ang="0">
                <a:pos x="csX5008" y="csY5008"/>
              </a:cxn>
              <a:cxn ang="0">
                <a:pos x="csX5009" y="csY5009"/>
              </a:cxn>
              <a:cxn ang="0">
                <a:pos x="csX5010" y="csY5010"/>
              </a:cxn>
              <a:cxn ang="0">
                <a:pos x="csX5011" y="csY5011"/>
              </a:cxn>
              <a:cxn ang="0">
                <a:pos x="csX5012" y="csY5012"/>
              </a:cxn>
              <a:cxn ang="0">
                <a:pos x="csX5013" y="csY5013"/>
              </a:cxn>
              <a:cxn ang="0">
                <a:pos x="csX5014" y="csY5014"/>
              </a:cxn>
              <a:cxn ang="0">
                <a:pos x="csX5015" y="csY5015"/>
              </a:cxn>
              <a:cxn ang="0">
                <a:pos x="csX5016" y="csY5016"/>
              </a:cxn>
              <a:cxn ang="0">
                <a:pos x="csX5017" y="csY5017"/>
              </a:cxn>
              <a:cxn ang="0">
                <a:pos x="csX5018" y="csY5018"/>
              </a:cxn>
              <a:cxn ang="0">
                <a:pos x="csX5019" y="csY5019"/>
              </a:cxn>
              <a:cxn ang="0">
                <a:pos x="csX5020" y="csY5020"/>
              </a:cxn>
              <a:cxn ang="0">
                <a:pos x="csX5021" y="csY5021"/>
              </a:cxn>
              <a:cxn ang="0">
                <a:pos x="csX5022" y="csY5022"/>
              </a:cxn>
              <a:cxn ang="0">
                <a:pos x="csX5023" y="csY5023"/>
              </a:cxn>
              <a:cxn ang="0">
                <a:pos x="csX5024" y="csY5024"/>
              </a:cxn>
              <a:cxn ang="0">
                <a:pos x="csX5025" y="csY5025"/>
              </a:cxn>
              <a:cxn ang="0">
                <a:pos x="csX5026" y="csY5026"/>
              </a:cxn>
              <a:cxn ang="0">
                <a:pos x="csX5027" y="csY5027"/>
              </a:cxn>
              <a:cxn ang="0">
                <a:pos x="csX5028" y="csY5028"/>
              </a:cxn>
              <a:cxn ang="0">
                <a:pos x="csX5029" y="csY5029"/>
              </a:cxn>
              <a:cxn ang="0">
                <a:pos x="csX5030" y="csY5030"/>
              </a:cxn>
              <a:cxn ang="0">
                <a:pos x="csX5031" y="csY5031"/>
              </a:cxn>
              <a:cxn ang="0">
                <a:pos x="csX5032" y="csY5032"/>
              </a:cxn>
              <a:cxn ang="0">
                <a:pos x="csX5033" y="csY5033"/>
              </a:cxn>
              <a:cxn ang="0">
                <a:pos x="csX5034" y="csY5034"/>
              </a:cxn>
              <a:cxn ang="0">
                <a:pos x="csX5035" y="csY5035"/>
              </a:cxn>
              <a:cxn ang="0">
                <a:pos x="csX5036" y="csY5036"/>
              </a:cxn>
              <a:cxn ang="0">
                <a:pos x="csX5037" y="csY5037"/>
              </a:cxn>
              <a:cxn ang="0">
                <a:pos x="csX5038" y="csY5038"/>
              </a:cxn>
              <a:cxn ang="0">
                <a:pos x="csX5039" y="csY5039"/>
              </a:cxn>
              <a:cxn ang="0">
                <a:pos x="csX5040" y="csY5040"/>
              </a:cxn>
              <a:cxn ang="0">
                <a:pos x="csX5041" y="csY5041"/>
              </a:cxn>
              <a:cxn ang="0">
                <a:pos x="csX5042" y="csY5042"/>
              </a:cxn>
              <a:cxn ang="0">
                <a:pos x="csX5043" y="csY5043"/>
              </a:cxn>
              <a:cxn ang="0">
                <a:pos x="csX5044" y="csY5044"/>
              </a:cxn>
              <a:cxn ang="0">
                <a:pos x="csX5045" y="csY5045"/>
              </a:cxn>
              <a:cxn ang="0">
                <a:pos x="csX5046" y="csY5046"/>
              </a:cxn>
              <a:cxn ang="0">
                <a:pos x="csX5047" y="csY5047"/>
              </a:cxn>
              <a:cxn ang="0">
                <a:pos x="csX5048" y="csY5048"/>
              </a:cxn>
              <a:cxn ang="0">
                <a:pos x="csX5049" y="csY5049"/>
              </a:cxn>
              <a:cxn ang="0">
                <a:pos x="csX5050" y="csY5050"/>
              </a:cxn>
              <a:cxn ang="0">
                <a:pos x="csX5051" y="csY5051"/>
              </a:cxn>
              <a:cxn ang="0">
                <a:pos x="csX5052" y="csY5052"/>
              </a:cxn>
              <a:cxn ang="0">
                <a:pos x="csX5053" y="csY5053"/>
              </a:cxn>
              <a:cxn ang="0">
                <a:pos x="csX5054" y="csY5054"/>
              </a:cxn>
              <a:cxn ang="0">
                <a:pos x="csX5055" y="csY5055"/>
              </a:cxn>
              <a:cxn ang="0">
                <a:pos x="csX5056" y="csY5056"/>
              </a:cxn>
              <a:cxn ang="0">
                <a:pos x="csX5057" y="csY5057"/>
              </a:cxn>
              <a:cxn ang="0">
                <a:pos x="csX5058" y="csY5058"/>
              </a:cxn>
              <a:cxn ang="0">
                <a:pos x="csX5059" y="csY5059"/>
              </a:cxn>
              <a:cxn ang="0">
                <a:pos x="csX5060" y="csY5060"/>
              </a:cxn>
              <a:cxn ang="0">
                <a:pos x="csX5061" y="csY5061"/>
              </a:cxn>
              <a:cxn ang="0">
                <a:pos x="csX5062" y="csY5062"/>
              </a:cxn>
              <a:cxn ang="0">
                <a:pos x="csX5063" y="csY5063"/>
              </a:cxn>
              <a:cxn ang="0">
                <a:pos x="csX5064" y="csY5064"/>
              </a:cxn>
              <a:cxn ang="0">
                <a:pos x="csX5065" y="csY5065"/>
              </a:cxn>
              <a:cxn ang="0">
                <a:pos x="csX5066" y="csY5066"/>
              </a:cxn>
              <a:cxn ang="0">
                <a:pos x="csX5067" y="csY5067"/>
              </a:cxn>
              <a:cxn ang="0">
                <a:pos x="csX5068" y="csY5068"/>
              </a:cxn>
              <a:cxn ang="0">
                <a:pos x="csX5069" y="csY5069"/>
              </a:cxn>
              <a:cxn ang="0">
                <a:pos x="csX5070" y="csY5070"/>
              </a:cxn>
              <a:cxn ang="0">
                <a:pos x="csX5071" y="csY5071"/>
              </a:cxn>
              <a:cxn ang="0">
                <a:pos x="csX5072" y="csY5072"/>
              </a:cxn>
              <a:cxn ang="0">
                <a:pos x="csX5073" y="csY5073"/>
              </a:cxn>
              <a:cxn ang="0">
                <a:pos x="csX5074" y="csY5074"/>
              </a:cxn>
              <a:cxn ang="0">
                <a:pos x="csX5075" y="csY5075"/>
              </a:cxn>
              <a:cxn ang="0">
                <a:pos x="csX5076" y="csY5076"/>
              </a:cxn>
              <a:cxn ang="0">
                <a:pos x="csX5077" y="csY5077"/>
              </a:cxn>
              <a:cxn ang="0">
                <a:pos x="csX5078" y="csY5078"/>
              </a:cxn>
              <a:cxn ang="0">
                <a:pos x="csX5079" y="csY5079"/>
              </a:cxn>
              <a:cxn ang="0">
                <a:pos x="csX5080" y="csY5080"/>
              </a:cxn>
              <a:cxn ang="0">
                <a:pos x="csX5081" y="csY5081"/>
              </a:cxn>
              <a:cxn ang="0">
                <a:pos x="csX5082" y="csY5082"/>
              </a:cxn>
              <a:cxn ang="0">
                <a:pos x="csX5083" y="csY5083"/>
              </a:cxn>
              <a:cxn ang="0">
                <a:pos x="csX5084" y="csY5084"/>
              </a:cxn>
              <a:cxn ang="0">
                <a:pos x="csX5085" y="csY5085"/>
              </a:cxn>
              <a:cxn ang="0">
                <a:pos x="csX5086" y="csY5086"/>
              </a:cxn>
              <a:cxn ang="0">
                <a:pos x="csX5087" y="csY5087"/>
              </a:cxn>
              <a:cxn ang="0">
                <a:pos x="csX5088" y="csY5088"/>
              </a:cxn>
              <a:cxn ang="0">
                <a:pos x="csX5089" y="csY5089"/>
              </a:cxn>
              <a:cxn ang="0">
                <a:pos x="csX5090" y="csY5090"/>
              </a:cxn>
              <a:cxn ang="0">
                <a:pos x="csX5091" y="csY5091"/>
              </a:cxn>
              <a:cxn ang="0">
                <a:pos x="csX5092" y="csY5092"/>
              </a:cxn>
              <a:cxn ang="0">
                <a:pos x="csX5093" y="csY5093"/>
              </a:cxn>
              <a:cxn ang="0">
                <a:pos x="csX5094" y="csY5094"/>
              </a:cxn>
              <a:cxn ang="0">
                <a:pos x="csX5095" y="csY5095"/>
              </a:cxn>
              <a:cxn ang="0">
                <a:pos x="csX5096" y="csY5096"/>
              </a:cxn>
              <a:cxn ang="0">
                <a:pos x="csX5097" y="csY5097"/>
              </a:cxn>
              <a:cxn ang="0">
                <a:pos x="csX5098" y="csY5098"/>
              </a:cxn>
              <a:cxn ang="0">
                <a:pos x="csX5099" y="csY5099"/>
              </a:cxn>
              <a:cxn ang="0">
                <a:pos x="csX5100" y="csY5100"/>
              </a:cxn>
              <a:cxn ang="0">
                <a:pos x="csX5101" y="csY5101"/>
              </a:cxn>
              <a:cxn ang="0">
                <a:pos x="csX5102" y="csY5102"/>
              </a:cxn>
              <a:cxn ang="0">
                <a:pos x="csX5103" y="csY5103"/>
              </a:cxn>
              <a:cxn ang="0">
                <a:pos x="csX5104" y="csY5104"/>
              </a:cxn>
              <a:cxn ang="0">
                <a:pos x="csX5105" y="csY5105"/>
              </a:cxn>
              <a:cxn ang="0">
                <a:pos x="csX5106" y="csY5106"/>
              </a:cxn>
              <a:cxn ang="0">
                <a:pos x="csX5107" y="csY5107"/>
              </a:cxn>
              <a:cxn ang="0">
                <a:pos x="csX5108" y="csY5108"/>
              </a:cxn>
              <a:cxn ang="0">
                <a:pos x="csX5109" y="csY5109"/>
              </a:cxn>
              <a:cxn ang="0">
                <a:pos x="csX5110" y="csY5110"/>
              </a:cxn>
              <a:cxn ang="0">
                <a:pos x="csX5111" y="csY5111"/>
              </a:cxn>
              <a:cxn ang="0">
                <a:pos x="csX5112" y="csY5112"/>
              </a:cxn>
              <a:cxn ang="0">
                <a:pos x="csX5113" y="csY5113"/>
              </a:cxn>
              <a:cxn ang="0">
                <a:pos x="csX5114" y="csY5114"/>
              </a:cxn>
              <a:cxn ang="0">
                <a:pos x="csX5115" y="csY5115"/>
              </a:cxn>
              <a:cxn ang="0">
                <a:pos x="csX5116" y="csY5116"/>
              </a:cxn>
              <a:cxn ang="0">
                <a:pos x="csX5117" y="csY5117"/>
              </a:cxn>
              <a:cxn ang="0">
                <a:pos x="csX5118" y="csY5118"/>
              </a:cxn>
              <a:cxn ang="0">
                <a:pos x="csX5119" y="csY5119"/>
              </a:cxn>
              <a:cxn ang="0">
                <a:pos x="csX5120" y="csY5120"/>
              </a:cxn>
              <a:cxn ang="0">
                <a:pos x="csX5121" y="csY5121"/>
              </a:cxn>
              <a:cxn ang="0">
                <a:pos x="csX5122" y="csY5122"/>
              </a:cxn>
              <a:cxn ang="0">
                <a:pos x="csX5123" y="csY5123"/>
              </a:cxn>
              <a:cxn ang="0">
                <a:pos x="csX5124" y="csY5124"/>
              </a:cxn>
              <a:cxn ang="0">
                <a:pos x="csX5125" y="csY5125"/>
              </a:cxn>
              <a:cxn ang="0">
                <a:pos x="csX5126" y="csY5126"/>
              </a:cxn>
              <a:cxn ang="0">
                <a:pos x="csX5127" y="csY5127"/>
              </a:cxn>
              <a:cxn ang="0">
                <a:pos x="csX5128" y="csY5128"/>
              </a:cxn>
              <a:cxn ang="0">
                <a:pos x="csX5129" y="csY5129"/>
              </a:cxn>
              <a:cxn ang="0">
                <a:pos x="csX5130" y="csY5130"/>
              </a:cxn>
              <a:cxn ang="0">
                <a:pos x="csX5131" y="csY5131"/>
              </a:cxn>
              <a:cxn ang="0">
                <a:pos x="csX5132" y="csY5132"/>
              </a:cxn>
              <a:cxn ang="0">
                <a:pos x="csX5133" y="csY5133"/>
              </a:cxn>
              <a:cxn ang="0">
                <a:pos x="csX5134" y="csY5134"/>
              </a:cxn>
              <a:cxn ang="0">
                <a:pos x="csX5135" y="csY5135"/>
              </a:cxn>
              <a:cxn ang="0">
                <a:pos x="csX5136" y="csY5136"/>
              </a:cxn>
              <a:cxn ang="0">
                <a:pos x="csX5137" y="csY5137"/>
              </a:cxn>
              <a:cxn ang="0">
                <a:pos x="csX5138" y="csY5138"/>
              </a:cxn>
              <a:cxn ang="0">
                <a:pos x="csX5139" y="csY5139"/>
              </a:cxn>
              <a:cxn ang="0">
                <a:pos x="csX5140" y="csY5140"/>
              </a:cxn>
              <a:cxn ang="0">
                <a:pos x="csX5141" y="csY5141"/>
              </a:cxn>
              <a:cxn ang="0">
                <a:pos x="csX5142" y="csY5142"/>
              </a:cxn>
              <a:cxn ang="0">
                <a:pos x="csX5143" y="csY5143"/>
              </a:cxn>
              <a:cxn ang="0">
                <a:pos x="csX5144" y="csY5144"/>
              </a:cxn>
              <a:cxn ang="0">
                <a:pos x="csX5145" y="csY5145"/>
              </a:cxn>
              <a:cxn ang="0">
                <a:pos x="csX5146" y="csY5146"/>
              </a:cxn>
              <a:cxn ang="0">
                <a:pos x="csX5147" y="csY5147"/>
              </a:cxn>
              <a:cxn ang="0">
                <a:pos x="csX5148" y="csY5148"/>
              </a:cxn>
              <a:cxn ang="0">
                <a:pos x="csX5149" y="csY5149"/>
              </a:cxn>
              <a:cxn ang="0">
                <a:pos x="csX5150" y="csY5150"/>
              </a:cxn>
              <a:cxn ang="0">
                <a:pos x="csX5151" y="csY5151"/>
              </a:cxn>
              <a:cxn ang="0">
                <a:pos x="csX5152" y="csY5152"/>
              </a:cxn>
              <a:cxn ang="0">
                <a:pos x="csX5153" y="csY5153"/>
              </a:cxn>
              <a:cxn ang="0">
                <a:pos x="csX5154" y="csY5154"/>
              </a:cxn>
              <a:cxn ang="0">
                <a:pos x="csX5155" y="csY5155"/>
              </a:cxn>
              <a:cxn ang="0">
                <a:pos x="csX5156" y="csY5156"/>
              </a:cxn>
              <a:cxn ang="0">
                <a:pos x="csX5157" y="csY5157"/>
              </a:cxn>
              <a:cxn ang="0">
                <a:pos x="csX5158" y="csY5158"/>
              </a:cxn>
              <a:cxn ang="0">
                <a:pos x="csX5159" y="csY5159"/>
              </a:cxn>
              <a:cxn ang="0">
                <a:pos x="csX5160" y="csY5160"/>
              </a:cxn>
              <a:cxn ang="0">
                <a:pos x="csX5161" y="csY5161"/>
              </a:cxn>
              <a:cxn ang="0">
                <a:pos x="csX5162" y="csY5162"/>
              </a:cxn>
              <a:cxn ang="0">
                <a:pos x="csX5163" y="csY5163"/>
              </a:cxn>
              <a:cxn ang="0">
                <a:pos x="csX5164" y="csY5164"/>
              </a:cxn>
              <a:cxn ang="0">
                <a:pos x="csX5165" y="csY5165"/>
              </a:cxn>
              <a:cxn ang="0">
                <a:pos x="csX5166" y="csY5166"/>
              </a:cxn>
              <a:cxn ang="0">
                <a:pos x="csX5167" y="csY5167"/>
              </a:cxn>
              <a:cxn ang="0">
                <a:pos x="csX5168" y="csY5168"/>
              </a:cxn>
              <a:cxn ang="0">
                <a:pos x="csX5169" y="csY5169"/>
              </a:cxn>
              <a:cxn ang="0">
                <a:pos x="csX5170" y="csY5170"/>
              </a:cxn>
              <a:cxn ang="0">
                <a:pos x="csX5171" y="csY5171"/>
              </a:cxn>
              <a:cxn ang="0">
                <a:pos x="csX5172" y="csY5172"/>
              </a:cxn>
              <a:cxn ang="0">
                <a:pos x="csX5173" y="csY5173"/>
              </a:cxn>
              <a:cxn ang="0">
                <a:pos x="csX5174" y="csY5174"/>
              </a:cxn>
              <a:cxn ang="0">
                <a:pos x="csX5175" y="csY5175"/>
              </a:cxn>
              <a:cxn ang="0">
                <a:pos x="csX5176" y="csY5176"/>
              </a:cxn>
              <a:cxn ang="0">
                <a:pos x="csX5177" y="csY5177"/>
              </a:cxn>
              <a:cxn ang="0">
                <a:pos x="csX5178" y="csY5178"/>
              </a:cxn>
              <a:cxn ang="0">
                <a:pos x="csX5179" y="csY5179"/>
              </a:cxn>
              <a:cxn ang="0">
                <a:pos x="csX5180" y="csY5180"/>
              </a:cxn>
              <a:cxn ang="0">
                <a:pos x="csX5181" y="csY5181"/>
              </a:cxn>
              <a:cxn ang="0">
                <a:pos x="csX5182" y="csY5182"/>
              </a:cxn>
              <a:cxn ang="0">
                <a:pos x="csX5183" y="csY5183"/>
              </a:cxn>
              <a:cxn ang="0">
                <a:pos x="csX5184" y="csY5184"/>
              </a:cxn>
              <a:cxn ang="0">
                <a:pos x="csX5185" y="csY5185"/>
              </a:cxn>
              <a:cxn ang="0">
                <a:pos x="csX5186" y="csY5186"/>
              </a:cxn>
              <a:cxn ang="0">
                <a:pos x="csX5187" y="csY5187"/>
              </a:cxn>
              <a:cxn ang="0">
                <a:pos x="csX5188" y="csY5188"/>
              </a:cxn>
              <a:cxn ang="0">
                <a:pos x="csX5189" y="csY5189"/>
              </a:cxn>
              <a:cxn ang="0">
                <a:pos x="csX5190" y="csY5190"/>
              </a:cxn>
              <a:cxn ang="0">
                <a:pos x="csX5191" y="csY5191"/>
              </a:cxn>
              <a:cxn ang="0">
                <a:pos x="csX5192" y="csY5192"/>
              </a:cxn>
              <a:cxn ang="0">
                <a:pos x="csX5193" y="csY5193"/>
              </a:cxn>
              <a:cxn ang="0">
                <a:pos x="csX5194" y="csY5194"/>
              </a:cxn>
              <a:cxn ang="0">
                <a:pos x="csX5195" y="csY5195"/>
              </a:cxn>
              <a:cxn ang="0">
                <a:pos x="csX5196" y="csY5196"/>
              </a:cxn>
              <a:cxn ang="0">
                <a:pos x="csX5197" y="csY5197"/>
              </a:cxn>
              <a:cxn ang="0">
                <a:pos x="csX5198" y="csY5198"/>
              </a:cxn>
              <a:cxn ang="0">
                <a:pos x="csX5199" y="csY5199"/>
              </a:cxn>
              <a:cxn ang="0">
                <a:pos x="csX5200" y="csY5200"/>
              </a:cxn>
              <a:cxn ang="0">
                <a:pos x="csX5201" y="csY5201"/>
              </a:cxn>
              <a:cxn ang="0">
                <a:pos x="csX5202" y="csY5202"/>
              </a:cxn>
              <a:cxn ang="0">
                <a:pos x="csX5203" y="csY5203"/>
              </a:cxn>
              <a:cxn ang="0">
                <a:pos x="csX5204" y="csY5204"/>
              </a:cxn>
              <a:cxn ang="0">
                <a:pos x="csX5205" y="csY5205"/>
              </a:cxn>
              <a:cxn ang="0">
                <a:pos x="csX5206" y="csY5206"/>
              </a:cxn>
              <a:cxn ang="0">
                <a:pos x="csX5207" y="csY5207"/>
              </a:cxn>
              <a:cxn ang="0">
                <a:pos x="csX5208" y="csY5208"/>
              </a:cxn>
              <a:cxn ang="0">
                <a:pos x="csX5209" y="csY5209"/>
              </a:cxn>
              <a:cxn ang="0">
                <a:pos x="csX5210" y="csY5210"/>
              </a:cxn>
              <a:cxn ang="0">
                <a:pos x="csX5211" y="csY5211"/>
              </a:cxn>
              <a:cxn ang="0">
                <a:pos x="csX5212" y="csY5212"/>
              </a:cxn>
              <a:cxn ang="0">
                <a:pos x="csX5213" y="csY5213"/>
              </a:cxn>
              <a:cxn ang="0">
                <a:pos x="csX5214" y="csY5214"/>
              </a:cxn>
              <a:cxn ang="0">
                <a:pos x="csX5215" y="csY5215"/>
              </a:cxn>
              <a:cxn ang="0">
                <a:pos x="csX5216" y="csY5216"/>
              </a:cxn>
              <a:cxn ang="0">
                <a:pos x="csX5217" y="csY5217"/>
              </a:cxn>
              <a:cxn ang="0">
                <a:pos x="csX5218" y="csY5218"/>
              </a:cxn>
              <a:cxn ang="0">
                <a:pos x="csX5219" y="csY5219"/>
              </a:cxn>
              <a:cxn ang="0">
                <a:pos x="csX5220" y="csY5220"/>
              </a:cxn>
              <a:cxn ang="0">
                <a:pos x="csX5221" y="csY5221"/>
              </a:cxn>
              <a:cxn ang="0">
                <a:pos x="csX5222" y="csY5222"/>
              </a:cxn>
              <a:cxn ang="0">
                <a:pos x="csX5223" y="csY5223"/>
              </a:cxn>
              <a:cxn ang="0">
                <a:pos x="csX5224" y="csY5224"/>
              </a:cxn>
              <a:cxn ang="0">
                <a:pos x="csX5225" y="csY5225"/>
              </a:cxn>
              <a:cxn ang="0">
                <a:pos x="csX5226" y="csY5226"/>
              </a:cxn>
              <a:cxn ang="0">
                <a:pos x="csX5227" y="csY5227"/>
              </a:cxn>
              <a:cxn ang="0">
                <a:pos x="csX5228" y="csY5228"/>
              </a:cxn>
              <a:cxn ang="0">
                <a:pos x="csX5229" y="csY5229"/>
              </a:cxn>
              <a:cxn ang="0">
                <a:pos x="csX5230" y="csY5230"/>
              </a:cxn>
              <a:cxn ang="0">
                <a:pos x="csX5231" y="csY5231"/>
              </a:cxn>
              <a:cxn ang="0">
                <a:pos x="csX5232" y="csY5232"/>
              </a:cxn>
              <a:cxn ang="0">
                <a:pos x="csX5233" y="csY5233"/>
              </a:cxn>
              <a:cxn ang="0">
                <a:pos x="csX5234" y="csY5234"/>
              </a:cxn>
              <a:cxn ang="0">
                <a:pos x="csX5235" y="csY5235"/>
              </a:cxn>
              <a:cxn ang="0">
                <a:pos x="csX5236" y="csY5236"/>
              </a:cxn>
              <a:cxn ang="0">
                <a:pos x="csX5237" y="csY5237"/>
              </a:cxn>
              <a:cxn ang="0">
                <a:pos x="csX5238" y="csY5238"/>
              </a:cxn>
              <a:cxn ang="0">
                <a:pos x="csX5239" y="csY5239"/>
              </a:cxn>
              <a:cxn ang="0">
                <a:pos x="csX5240" y="csY5240"/>
              </a:cxn>
              <a:cxn ang="0">
                <a:pos x="csX5241" y="csY5241"/>
              </a:cxn>
              <a:cxn ang="0">
                <a:pos x="csX5242" y="csY5242"/>
              </a:cxn>
              <a:cxn ang="0">
                <a:pos x="csX5243" y="csY5243"/>
              </a:cxn>
              <a:cxn ang="0">
                <a:pos x="csX5244" y="csY5244"/>
              </a:cxn>
              <a:cxn ang="0">
                <a:pos x="csX5245" y="csY5245"/>
              </a:cxn>
              <a:cxn ang="0">
                <a:pos x="csX5246" y="csY5246"/>
              </a:cxn>
              <a:cxn ang="0">
                <a:pos x="csX5247" y="csY5247"/>
              </a:cxn>
              <a:cxn ang="0">
                <a:pos x="csX5248" y="csY5248"/>
              </a:cxn>
              <a:cxn ang="0">
                <a:pos x="csX5249" y="csY5249"/>
              </a:cxn>
              <a:cxn ang="0">
                <a:pos x="csX5250" y="csY5250"/>
              </a:cxn>
              <a:cxn ang="0">
                <a:pos x="csX5251" y="csY5251"/>
              </a:cxn>
              <a:cxn ang="0">
                <a:pos x="csX5252" y="csY5252"/>
              </a:cxn>
              <a:cxn ang="0">
                <a:pos x="csX5253" y="csY5253"/>
              </a:cxn>
              <a:cxn ang="0">
                <a:pos x="csX5254" y="csY5254"/>
              </a:cxn>
              <a:cxn ang="0">
                <a:pos x="csX5255" y="csY5255"/>
              </a:cxn>
              <a:cxn ang="0">
                <a:pos x="csX5256" y="csY5256"/>
              </a:cxn>
              <a:cxn ang="0">
                <a:pos x="csX5257" y="csY5257"/>
              </a:cxn>
              <a:cxn ang="0">
                <a:pos x="csX5258" y="csY5258"/>
              </a:cxn>
              <a:cxn ang="0">
                <a:pos x="csX5259" y="csY5259"/>
              </a:cxn>
              <a:cxn ang="0">
                <a:pos x="csX5260" y="csY5260"/>
              </a:cxn>
              <a:cxn ang="0">
                <a:pos x="csX5261" y="csY5261"/>
              </a:cxn>
              <a:cxn ang="0">
                <a:pos x="csX5262" y="csY5262"/>
              </a:cxn>
              <a:cxn ang="0">
                <a:pos x="csX5263" y="csY5263"/>
              </a:cxn>
              <a:cxn ang="0">
                <a:pos x="csX5264" y="csY5264"/>
              </a:cxn>
              <a:cxn ang="0">
                <a:pos x="csX5265" y="csY5265"/>
              </a:cxn>
              <a:cxn ang="0">
                <a:pos x="csX5266" y="csY5266"/>
              </a:cxn>
              <a:cxn ang="0">
                <a:pos x="csX5267" y="csY5267"/>
              </a:cxn>
              <a:cxn ang="0">
                <a:pos x="csX5268" y="csY5268"/>
              </a:cxn>
              <a:cxn ang="0">
                <a:pos x="csX5269" y="csY5269"/>
              </a:cxn>
              <a:cxn ang="0">
                <a:pos x="csX5270" y="csY5270"/>
              </a:cxn>
              <a:cxn ang="0">
                <a:pos x="csX5271" y="csY5271"/>
              </a:cxn>
              <a:cxn ang="0">
                <a:pos x="csX5272" y="csY5272"/>
              </a:cxn>
              <a:cxn ang="0">
                <a:pos x="csX5273" y="csY5273"/>
              </a:cxn>
              <a:cxn ang="0">
                <a:pos x="csX5274" y="csY5274"/>
              </a:cxn>
              <a:cxn ang="0">
                <a:pos x="csX5275" y="csY5275"/>
              </a:cxn>
              <a:cxn ang="0">
                <a:pos x="csX5276" y="csY5276"/>
              </a:cxn>
              <a:cxn ang="0">
                <a:pos x="csX5277" y="csY5277"/>
              </a:cxn>
              <a:cxn ang="0">
                <a:pos x="csX5278" y="csY5278"/>
              </a:cxn>
              <a:cxn ang="0">
                <a:pos x="csX5279" y="csY5279"/>
              </a:cxn>
              <a:cxn ang="0">
                <a:pos x="csX5280" y="csY5280"/>
              </a:cxn>
              <a:cxn ang="0">
                <a:pos x="csX5281" y="csY5281"/>
              </a:cxn>
              <a:cxn ang="0">
                <a:pos x="csX5282" y="csY5282"/>
              </a:cxn>
              <a:cxn ang="0">
                <a:pos x="csX5283" y="csY5283"/>
              </a:cxn>
              <a:cxn ang="0">
                <a:pos x="csX5284" y="csY5284"/>
              </a:cxn>
              <a:cxn ang="0">
                <a:pos x="csX5285" y="csY5285"/>
              </a:cxn>
              <a:cxn ang="0">
                <a:pos x="csX5286" y="csY5286"/>
              </a:cxn>
              <a:cxn ang="0">
                <a:pos x="csX5287" y="csY5287"/>
              </a:cxn>
              <a:cxn ang="0">
                <a:pos x="csX5288" y="csY5288"/>
              </a:cxn>
              <a:cxn ang="0">
                <a:pos x="csX5289" y="csY5289"/>
              </a:cxn>
              <a:cxn ang="0">
                <a:pos x="csX5290" y="csY5290"/>
              </a:cxn>
              <a:cxn ang="0">
                <a:pos x="csX5291" y="csY5291"/>
              </a:cxn>
              <a:cxn ang="0">
                <a:pos x="csX5292" y="csY5292"/>
              </a:cxn>
              <a:cxn ang="0">
                <a:pos x="csX5293" y="csY5293"/>
              </a:cxn>
              <a:cxn ang="0">
                <a:pos x="csX5294" y="csY5294"/>
              </a:cxn>
              <a:cxn ang="0">
                <a:pos x="csX5295" y="csY5295"/>
              </a:cxn>
              <a:cxn ang="0">
                <a:pos x="csX5296" y="csY5296"/>
              </a:cxn>
              <a:cxn ang="0">
                <a:pos x="csX5297" y="csY5297"/>
              </a:cxn>
              <a:cxn ang="0">
                <a:pos x="csX5298" y="csY5298"/>
              </a:cxn>
              <a:cxn ang="0">
                <a:pos x="csX5299" y="csY5299"/>
              </a:cxn>
              <a:cxn ang="0">
                <a:pos x="csX5300" y="csY5300"/>
              </a:cxn>
              <a:cxn ang="0">
                <a:pos x="csX5301" y="csY5301"/>
              </a:cxn>
              <a:cxn ang="0">
                <a:pos x="csX5302" y="csY5302"/>
              </a:cxn>
              <a:cxn ang="0">
                <a:pos x="csX5303" y="csY5303"/>
              </a:cxn>
              <a:cxn ang="0">
                <a:pos x="csX5304" y="csY5304"/>
              </a:cxn>
              <a:cxn ang="0">
                <a:pos x="csX5305" y="csY5305"/>
              </a:cxn>
              <a:cxn ang="0">
                <a:pos x="csX5306" y="csY5306"/>
              </a:cxn>
              <a:cxn ang="0">
                <a:pos x="csX5307" y="csY5307"/>
              </a:cxn>
              <a:cxn ang="0">
                <a:pos x="csX5308" y="csY5308"/>
              </a:cxn>
              <a:cxn ang="0">
                <a:pos x="csX5309" y="csY5309"/>
              </a:cxn>
              <a:cxn ang="0">
                <a:pos x="csX5310" y="csY5310"/>
              </a:cxn>
              <a:cxn ang="0">
                <a:pos x="csX5311" y="csY5311"/>
              </a:cxn>
              <a:cxn ang="0">
                <a:pos x="csX5312" y="csY5312"/>
              </a:cxn>
              <a:cxn ang="0">
                <a:pos x="csX5313" y="csY5313"/>
              </a:cxn>
              <a:cxn ang="0">
                <a:pos x="csX5314" y="csY5314"/>
              </a:cxn>
              <a:cxn ang="0">
                <a:pos x="csX5315" y="csY5315"/>
              </a:cxn>
              <a:cxn ang="0">
                <a:pos x="csX5316" y="csY5316"/>
              </a:cxn>
              <a:cxn ang="0">
                <a:pos x="csX5317" y="csY5317"/>
              </a:cxn>
              <a:cxn ang="0">
                <a:pos x="csX5318" y="csY5318"/>
              </a:cxn>
              <a:cxn ang="0">
                <a:pos x="csX5319" y="csY5319"/>
              </a:cxn>
              <a:cxn ang="0">
                <a:pos x="csX5320" y="csY5320"/>
              </a:cxn>
              <a:cxn ang="0">
                <a:pos x="csX5321" y="csY5321"/>
              </a:cxn>
              <a:cxn ang="0">
                <a:pos x="csX5322" y="csY5322"/>
              </a:cxn>
              <a:cxn ang="0">
                <a:pos x="csX5323" y="csY5323"/>
              </a:cxn>
              <a:cxn ang="0">
                <a:pos x="csX5324" y="csY5324"/>
              </a:cxn>
              <a:cxn ang="0">
                <a:pos x="csX5325" y="csY5325"/>
              </a:cxn>
              <a:cxn ang="0">
                <a:pos x="csX5326" y="csY5326"/>
              </a:cxn>
              <a:cxn ang="0">
                <a:pos x="csX5327" y="csY5327"/>
              </a:cxn>
              <a:cxn ang="0">
                <a:pos x="csX5328" y="csY5328"/>
              </a:cxn>
              <a:cxn ang="0">
                <a:pos x="csX5329" y="csY5329"/>
              </a:cxn>
              <a:cxn ang="0">
                <a:pos x="csX5330" y="csY5330"/>
              </a:cxn>
              <a:cxn ang="0">
                <a:pos x="csX5331" y="csY5331"/>
              </a:cxn>
              <a:cxn ang="0">
                <a:pos x="csX5332" y="csY5332"/>
              </a:cxn>
              <a:cxn ang="0">
                <a:pos x="csX5333" y="csY5333"/>
              </a:cxn>
              <a:cxn ang="0">
                <a:pos x="csX5334" y="csY5334"/>
              </a:cxn>
              <a:cxn ang="0">
                <a:pos x="csX5335" y="csY5335"/>
              </a:cxn>
              <a:cxn ang="0">
                <a:pos x="csX5336" y="csY5336"/>
              </a:cxn>
              <a:cxn ang="0">
                <a:pos x="csX5337" y="csY5337"/>
              </a:cxn>
              <a:cxn ang="0">
                <a:pos x="csX5338" y="csY5338"/>
              </a:cxn>
              <a:cxn ang="0">
                <a:pos x="csX5339" y="csY5339"/>
              </a:cxn>
              <a:cxn ang="0">
                <a:pos x="csX5340" y="csY5340"/>
              </a:cxn>
              <a:cxn ang="0">
                <a:pos x="csX5341" y="csY5341"/>
              </a:cxn>
              <a:cxn ang="0">
                <a:pos x="csX5342" y="csY5342"/>
              </a:cxn>
              <a:cxn ang="0">
                <a:pos x="csX5343" y="csY5343"/>
              </a:cxn>
              <a:cxn ang="0">
                <a:pos x="csX5344" y="csY5344"/>
              </a:cxn>
              <a:cxn ang="0">
                <a:pos x="csX5345" y="csY5345"/>
              </a:cxn>
              <a:cxn ang="0">
                <a:pos x="csX5346" y="csY5346"/>
              </a:cxn>
              <a:cxn ang="0">
                <a:pos x="csX5347" y="csY5347"/>
              </a:cxn>
              <a:cxn ang="0">
                <a:pos x="csX5348" y="csY5348"/>
              </a:cxn>
              <a:cxn ang="0">
                <a:pos x="csX5349" y="csY5349"/>
              </a:cxn>
              <a:cxn ang="0">
                <a:pos x="csX5350" y="csY5350"/>
              </a:cxn>
              <a:cxn ang="0">
                <a:pos x="csX5351" y="csY5351"/>
              </a:cxn>
              <a:cxn ang="0">
                <a:pos x="csX5352" y="csY5352"/>
              </a:cxn>
              <a:cxn ang="0">
                <a:pos x="csX5353" y="csY5353"/>
              </a:cxn>
              <a:cxn ang="0">
                <a:pos x="csX5354" y="csY5354"/>
              </a:cxn>
              <a:cxn ang="0">
                <a:pos x="csX5355" y="csY5355"/>
              </a:cxn>
              <a:cxn ang="0">
                <a:pos x="csX5356" y="csY5356"/>
              </a:cxn>
              <a:cxn ang="0">
                <a:pos x="csX5357" y="csY5357"/>
              </a:cxn>
              <a:cxn ang="0">
                <a:pos x="csX5358" y="csY5358"/>
              </a:cxn>
              <a:cxn ang="0">
                <a:pos x="csX5359" y="csY5359"/>
              </a:cxn>
              <a:cxn ang="0">
                <a:pos x="csX5360" y="csY5360"/>
              </a:cxn>
              <a:cxn ang="0">
                <a:pos x="csX5361" y="csY5361"/>
              </a:cxn>
              <a:cxn ang="0">
                <a:pos x="csX5362" y="csY5362"/>
              </a:cxn>
              <a:cxn ang="0">
                <a:pos x="csX5363" y="csY5363"/>
              </a:cxn>
              <a:cxn ang="0">
                <a:pos x="csX5364" y="csY5364"/>
              </a:cxn>
              <a:cxn ang="0">
                <a:pos x="csX5365" y="csY5365"/>
              </a:cxn>
              <a:cxn ang="0">
                <a:pos x="csX5366" y="csY5366"/>
              </a:cxn>
              <a:cxn ang="0">
                <a:pos x="csX5367" y="csY5367"/>
              </a:cxn>
              <a:cxn ang="0">
                <a:pos x="csX5368" y="csY5368"/>
              </a:cxn>
              <a:cxn ang="0">
                <a:pos x="csX5369" y="csY5369"/>
              </a:cxn>
              <a:cxn ang="0">
                <a:pos x="csX5370" y="csY5370"/>
              </a:cxn>
              <a:cxn ang="0">
                <a:pos x="csX5371" y="csY5371"/>
              </a:cxn>
              <a:cxn ang="0">
                <a:pos x="csX5372" y="csY5372"/>
              </a:cxn>
              <a:cxn ang="0">
                <a:pos x="csX5373" y="csY5373"/>
              </a:cxn>
              <a:cxn ang="0">
                <a:pos x="csX5374" y="csY5374"/>
              </a:cxn>
              <a:cxn ang="0">
                <a:pos x="csX5375" y="csY5375"/>
              </a:cxn>
              <a:cxn ang="0">
                <a:pos x="csX5376" y="csY5376"/>
              </a:cxn>
              <a:cxn ang="0">
                <a:pos x="csX5377" y="csY5377"/>
              </a:cxn>
              <a:cxn ang="0">
                <a:pos x="csX5378" y="csY5378"/>
              </a:cxn>
              <a:cxn ang="0">
                <a:pos x="csX5379" y="csY5379"/>
              </a:cxn>
              <a:cxn ang="0">
                <a:pos x="csX5380" y="csY5380"/>
              </a:cxn>
              <a:cxn ang="0">
                <a:pos x="csX5381" y="csY5381"/>
              </a:cxn>
              <a:cxn ang="0">
                <a:pos x="csX5382" y="csY5382"/>
              </a:cxn>
              <a:cxn ang="0">
                <a:pos x="csX5383" y="csY5383"/>
              </a:cxn>
              <a:cxn ang="0">
                <a:pos x="csX5384" y="csY5384"/>
              </a:cxn>
              <a:cxn ang="0">
                <a:pos x="csX5385" y="csY5385"/>
              </a:cxn>
              <a:cxn ang="0">
                <a:pos x="csX5386" y="csY5386"/>
              </a:cxn>
              <a:cxn ang="0">
                <a:pos x="csX5387" y="csY5387"/>
              </a:cxn>
              <a:cxn ang="0">
                <a:pos x="csX5388" y="csY5388"/>
              </a:cxn>
              <a:cxn ang="0">
                <a:pos x="csX5389" y="csY5389"/>
              </a:cxn>
              <a:cxn ang="0">
                <a:pos x="csX5390" y="csY5390"/>
              </a:cxn>
              <a:cxn ang="0">
                <a:pos x="csX5391" y="csY5391"/>
              </a:cxn>
              <a:cxn ang="0">
                <a:pos x="csX5392" y="csY5392"/>
              </a:cxn>
              <a:cxn ang="0">
                <a:pos x="csX5393" y="csY5393"/>
              </a:cxn>
              <a:cxn ang="0">
                <a:pos x="csX5394" y="csY5394"/>
              </a:cxn>
              <a:cxn ang="0">
                <a:pos x="csX5395" y="csY5395"/>
              </a:cxn>
              <a:cxn ang="0">
                <a:pos x="csX5396" y="csY5396"/>
              </a:cxn>
              <a:cxn ang="0">
                <a:pos x="csX5397" y="csY5397"/>
              </a:cxn>
              <a:cxn ang="0">
                <a:pos x="csX5398" y="csY5398"/>
              </a:cxn>
              <a:cxn ang="0">
                <a:pos x="csX5399" y="csY5399"/>
              </a:cxn>
              <a:cxn ang="0">
                <a:pos x="csX5400" y="csY5400"/>
              </a:cxn>
              <a:cxn ang="0">
                <a:pos x="csX5401" y="csY5401"/>
              </a:cxn>
              <a:cxn ang="0">
                <a:pos x="csX5402" y="csY5402"/>
              </a:cxn>
              <a:cxn ang="0">
                <a:pos x="csX5403" y="csY5403"/>
              </a:cxn>
              <a:cxn ang="0">
                <a:pos x="csX5404" y="csY5404"/>
              </a:cxn>
              <a:cxn ang="0">
                <a:pos x="csX5405" y="csY5405"/>
              </a:cxn>
              <a:cxn ang="0">
                <a:pos x="csX5406" y="csY5406"/>
              </a:cxn>
              <a:cxn ang="0">
                <a:pos x="csX5407" y="csY5407"/>
              </a:cxn>
              <a:cxn ang="0">
                <a:pos x="csX5408" y="csY5408"/>
              </a:cxn>
              <a:cxn ang="0">
                <a:pos x="csX5409" y="csY5409"/>
              </a:cxn>
              <a:cxn ang="0">
                <a:pos x="csX5410" y="csY5410"/>
              </a:cxn>
              <a:cxn ang="0">
                <a:pos x="csX5411" y="csY5411"/>
              </a:cxn>
              <a:cxn ang="0">
                <a:pos x="csX5412" y="csY5412"/>
              </a:cxn>
              <a:cxn ang="0">
                <a:pos x="csX5413" y="csY5413"/>
              </a:cxn>
              <a:cxn ang="0">
                <a:pos x="csX5414" y="csY5414"/>
              </a:cxn>
              <a:cxn ang="0">
                <a:pos x="csX5415" y="csY5415"/>
              </a:cxn>
              <a:cxn ang="0">
                <a:pos x="csX5416" y="csY5416"/>
              </a:cxn>
              <a:cxn ang="0">
                <a:pos x="csX5417" y="csY5417"/>
              </a:cxn>
              <a:cxn ang="0">
                <a:pos x="csX5418" y="csY5418"/>
              </a:cxn>
              <a:cxn ang="0">
                <a:pos x="csX5419" y="csY5419"/>
              </a:cxn>
              <a:cxn ang="0">
                <a:pos x="csX5420" y="csY5420"/>
              </a:cxn>
              <a:cxn ang="0">
                <a:pos x="csX5421" y="csY5421"/>
              </a:cxn>
              <a:cxn ang="0">
                <a:pos x="csX5422" y="csY5422"/>
              </a:cxn>
              <a:cxn ang="0">
                <a:pos x="csX5423" y="csY5423"/>
              </a:cxn>
              <a:cxn ang="0">
                <a:pos x="csX5424" y="csY5424"/>
              </a:cxn>
              <a:cxn ang="0">
                <a:pos x="csX5425" y="csY5425"/>
              </a:cxn>
              <a:cxn ang="0">
                <a:pos x="csX5426" y="csY5426"/>
              </a:cxn>
              <a:cxn ang="0">
                <a:pos x="csX5427" y="csY5427"/>
              </a:cxn>
              <a:cxn ang="0">
                <a:pos x="csX5428" y="csY5428"/>
              </a:cxn>
              <a:cxn ang="0">
                <a:pos x="csX5429" y="csY5429"/>
              </a:cxn>
              <a:cxn ang="0">
                <a:pos x="csX5430" y="csY5430"/>
              </a:cxn>
              <a:cxn ang="0">
                <a:pos x="csX5431" y="csY5431"/>
              </a:cxn>
              <a:cxn ang="0">
                <a:pos x="csX5432" y="csY5432"/>
              </a:cxn>
              <a:cxn ang="0">
                <a:pos x="csX5433" y="csY5433"/>
              </a:cxn>
              <a:cxn ang="0">
                <a:pos x="csX5434" y="csY5434"/>
              </a:cxn>
              <a:cxn ang="0">
                <a:pos x="csX5435" y="csY5435"/>
              </a:cxn>
              <a:cxn ang="0">
                <a:pos x="csX5436" y="csY5436"/>
              </a:cxn>
              <a:cxn ang="0">
                <a:pos x="csX5437" y="csY5437"/>
              </a:cxn>
              <a:cxn ang="0">
                <a:pos x="csX5438" y="csY5438"/>
              </a:cxn>
              <a:cxn ang="0">
                <a:pos x="csX5439" y="csY5439"/>
              </a:cxn>
              <a:cxn ang="0">
                <a:pos x="csX5440" y="csY5440"/>
              </a:cxn>
              <a:cxn ang="0">
                <a:pos x="csX5441" y="csY5441"/>
              </a:cxn>
              <a:cxn ang="0">
                <a:pos x="csX5442" y="csY5442"/>
              </a:cxn>
              <a:cxn ang="0">
                <a:pos x="csX5443" y="csY5443"/>
              </a:cxn>
              <a:cxn ang="0">
                <a:pos x="csX5444" y="csY5444"/>
              </a:cxn>
              <a:cxn ang="0">
                <a:pos x="csX5445" y="csY5445"/>
              </a:cxn>
              <a:cxn ang="0">
                <a:pos x="csX5446" y="csY5446"/>
              </a:cxn>
              <a:cxn ang="0">
                <a:pos x="csX5447" y="csY5447"/>
              </a:cxn>
              <a:cxn ang="0">
                <a:pos x="csX5448" y="csY5448"/>
              </a:cxn>
              <a:cxn ang="0">
                <a:pos x="csX5449" y="csY5449"/>
              </a:cxn>
              <a:cxn ang="0">
                <a:pos x="csX5450" y="csY5450"/>
              </a:cxn>
              <a:cxn ang="0">
                <a:pos x="csX5451" y="csY5451"/>
              </a:cxn>
              <a:cxn ang="0">
                <a:pos x="csX5452" y="csY5452"/>
              </a:cxn>
              <a:cxn ang="0">
                <a:pos x="csX5453" y="csY5453"/>
              </a:cxn>
              <a:cxn ang="0">
                <a:pos x="csX5454" y="csY5454"/>
              </a:cxn>
              <a:cxn ang="0">
                <a:pos x="csX5455" y="csY5455"/>
              </a:cxn>
              <a:cxn ang="0">
                <a:pos x="csX5456" y="csY5456"/>
              </a:cxn>
              <a:cxn ang="0">
                <a:pos x="csX5457" y="csY5457"/>
              </a:cxn>
              <a:cxn ang="0">
                <a:pos x="csX5458" y="csY5458"/>
              </a:cxn>
              <a:cxn ang="0">
                <a:pos x="csX5459" y="csY5459"/>
              </a:cxn>
              <a:cxn ang="0">
                <a:pos x="csX5460" y="csY5460"/>
              </a:cxn>
              <a:cxn ang="0">
                <a:pos x="csX5461" y="csY5461"/>
              </a:cxn>
              <a:cxn ang="0">
                <a:pos x="csX5462" y="csY5462"/>
              </a:cxn>
              <a:cxn ang="0">
                <a:pos x="csX5463" y="csY5463"/>
              </a:cxn>
              <a:cxn ang="0">
                <a:pos x="csX5464" y="csY5464"/>
              </a:cxn>
              <a:cxn ang="0">
                <a:pos x="csX5465" y="csY5465"/>
              </a:cxn>
              <a:cxn ang="0">
                <a:pos x="csX5466" y="csY5466"/>
              </a:cxn>
              <a:cxn ang="0">
                <a:pos x="csX5467" y="csY5467"/>
              </a:cxn>
              <a:cxn ang="0">
                <a:pos x="csX5468" y="csY5468"/>
              </a:cxn>
              <a:cxn ang="0">
                <a:pos x="csX5469" y="csY5469"/>
              </a:cxn>
              <a:cxn ang="0">
                <a:pos x="csX5470" y="csY5470"/>
              </a:cxn>
              <a:cxn ang="0">
                <a:pos x="csX5471" y="csY5471"/>
              </a:cxn>
              <a:cxn ang="0">
                <a:pos x="csX5472" y="csY5472"/>
              </a:cxn>
              <a:cxn ang="0">
                <a:pos x="csX5473" y="csY5473"/>
              </a:cxn>
              <a:cxn ang="0">
                <a:pos x="csX5474" y="csY5474"/>
              </a:cxn>
              <a:cxn ang="0">
                <a:pos x="csX5475" y="csY5475"/>
              </a:cxn>
              <a:cxn ang="0">
                <a:pos x="csX5476" y="csY5476"/>
              </a:cxn>
              <a:cxn ang="0">
                <a:pos x="csX5477" y="csY5477"/>
              </a:cxn>
              <a:cxn ang="0">
                <a:pos x="csX5478" y="csY5478"/>
              </a:cxn>
              <a:cxn ang="0">
                <a:pos x="csX5479" y="csY5479"/>
              </a:cxn>
              <a:cxn ang="0">
                <a:pos x="csX5480" y="csY5480"/>
              </a:cxn>
              <a:cxn ang="0">
                <a:pos x="csX5481" y="csY5481"/>
              </a:cxn>
              <a:cxn ang="0">
                <a:pos x="csX5482" y="csY5482"/>
              </a:cxn>
              <a:cxn ang="0">
                <a:pos x="csX5483" y="csY5483"/>
              </a:cxn>
              <a:cxn ang="0">
                <a:pos x="csX5484" y="csY5484"/>
              </a:cxn>
              <a:cxn ang="0">
                <a:pos x="csX5485" y="csY5485"/>
              </a:cxn>
              <a:cxn ang="0">
                <a:pos x="csX5486" y="csY5486"/>
              </a:cxn>
              <a:cxn ang="0">
                <a:pos x="csX5487" y="csY5487"/>
              </a:cxn>
              <a:cxn ang="0">
                <a:pos x="csX5488" y="csY5488"/>
              </a:cxn>
              <a:cxn ang="0">
                <a:pos x="csX5489" y="csY5489"/>
              </a:cxn>
              <a:cxn ang="0">
                <a:pos x="csX5490" y="csY5490"/>
              </a:cxn>
              <a:cxn ang="0">
                <a:pos x="csX5491" y="csY5491"/>
              </a:cxn>
              <a:cxn ang="0">
                <a:pos x="csX5492" y="csY5492"/>
              </a:cxn>
              <a:cxn ang="0">
                <a:pos x="csX5493" y="csY5493"/>
              </a:cxn>
              <a:cxn ang="0">
                <a:pos x="csX5494" y="csY5494"/>
              </a:cxn>
              <a:cxn ang="0">
                <a:pos x="csX5495" y="csY5495"/>
              </a:cxn>
              <a:cxn ang="0">
                <a:pos x="csX5496" y="csY5496"/>
              </a:cxn>
              <a:cxn ang="0">
                <a:pos x="csX5497" y="csY5497"/>
              </a:cxn>
              <a:cxn ang="0">
                <a:pos x="csX5498" y="csY5498"/>
              </a:cxn>
              <a:cxn ang="0">
                <a:pos x="csX5499" y="csY5499"/>
              </a:cxn>
              <a:cxn ang="0">
                <a:pos x="csX5500" y="csY5500"/>
              </a:cxn>
              <a:cxn ang="0">
                <a:pos x="csX5501" y="csY5501"/>
              </a:cxn>
              <a:cxn ang="0">
                <a:pos x="csX5502" y="csY5502"/>
              </a:cxn>
              <a:cxn ang="0">
                <a:pos x="csX5503" y="csY5503"/>
              </a:cxn>
              <a:cxn ang="0">
                <a:pos x="csX5504" y="csY5504"/>
              </a:cxn>
              <a:cxn ang="0">
                <a:pos x="csX5505" y="csY5505"/>
              </a:cxn>
              <a:cxn ang="0">
                <a:pos x="csX5506" y="csY5506"/>
              </a:cxn>
              <a:cxn ang="0">
                <a:pos x="csX5507" y="csY5507"/>
              </a:cxn>
              <a:cxn ang="0">
                <a:pos x="csX5508" y="csY5508"/>
              </a:cxn>
              <a:cxn ang="0">
                <a:pos x="csX5509" y="csY5509"/>
              </a:cxn>
              <a:cxn ang="0">
                <a:pos x="csX5510" y="csY5510"/>
              </a:cxn>
              <a:cxn ang="0">
                <a:pos x="csX5511" y="csY5511"/>
              </a:cxn>
              <a:cxn ang="0">
                <a:pos x="csX5512" y="csY5512"/>
              </a:cxn>
              <a:cxn ang="0">
                <a:pos x="csX5513" y="csY5513"/>
              </a:cxn>
              <a:cxn ang="0">
                <a:pos x="csX5514" y="csY5514"/>
              </a:cxn>
              <a:cxn ang="0">
                <a:pos x="csX5515" y="csY5515"/>
              </a:cxn>
              <a:cxn ang="0">
                <a:pos x="csX5516" y="csY5516"/>
              </a:cxn>
              <a:cxn ang="0">
                <a:pos x="csX5517" y="csY5517"/>
              </a:cxn>
              <a:cxn ang="0">
                <a:pos x="csX5518" y="csY5518"/>
              </a:cxn>
              <a:cxn ang="0">
                <a:pos x="csX5519" y="csY5519"/>
              </a:cxn>
              <a:cxn ang="0">
                <a:pos x="csX5520" y="csY5520"/>
              </a:cxn>
              <a:cxn ang="0">
                <a:pos x="csX5521" y="csY5521"/>
              </a:cxn>
              <a:cxn ang="0">
                <a:pos x="csX5522" y="csY5522"/>
              </a:cxn>
              <a:cxn ang="0">
                <a:pos x="csX5523" y="csY5523"/>
              </a:cxn>
              <a:cxn ang="0">
                <a:pos x="csX5524" y="csY5524"/>
              </a:cxn>
              <a:cxn ang="0">
                <a:pos x="csX5525" y="csY5525"/>
              </a:cxn>
              <a:cxn ang="0">
                <a:pos x="csX5526" y="csY5526"/>
              </a:cxn>
              <a:cxn ang="0">
                <a:pos x="csX5527" y="csY5527"/>
              </a:cxn>
              <a:cxn ang="0">
                <a:pos x="csX5528" y="csY5528"/>
              </a:cxn>
              <a:cxn ang="0">
                <a:pos x="csX5529" y="csY5529"/>
              </a:cxn>
              <a:cxn ang="0">
                <a:pos x="csX5530" y="csY5530"/>
              </a:cxn>
              <a:cxn ang="0">
                <a:pos x="csX5531" y="csY5531"/>
              </a:cxn>
              <a:cxn ang="0">
                <a:pos x="csX5532" y="csY5532"/>
              </a:cxn>
              <a:cxn ang="0">
                <a:pos x="csX5533" y="csY5533"/>
              </a:cxn>
              <a:cxn ang="0">
                <a:pos x="csX5534" y="csY5534"/>
              </a:cxn>
              <a:cxn ang="0">
                <a:pos x="csX5535" y="csY5535"/>
              </a:cxn>
              <a:cxn ang="0">
                <a:pos x="csX5536" y="csY5536"/>
              </a:cxn>
              <a:cxn ang="0">
                <a:pos x="csX5537" y="csY5537"/>
              </a:cxn>
              <a:cxn ang="0">
                <a:pos x="csX5538" y="csY5538"/>
              </a:cxn>
              <a:cxn ang="0">
                <a:pos x="csX5539" y="csY5539"/>
              </a:cxn>
              <a:cxn ang="0">
                <a:pos x="csX5540" y="csY5540"/>
              </a:cxn>
              <a:cxn ang="0">
                <a:pos x="csX5541" y="csY5541"/>
              </a:cxn>
              <a:cxn ang="0">
                <a:pos x="csX5542" y="csY5542"/>
              </a:cxn>
              <a:cxn ang="0">
                <a:pos x="csX5543" y="csY5543"/>
              </a:cxn>
              <a:cxn ang="0">
                <a:pos x="csX5544" y="csY5544"/>
              </a:cxn>
              <a:cxn ang="0">
                <a:pos x="csX5545" y="csY5545"/>
              </a:cxn>
              <a:cxn ang="0">
                <a:pos x="csX5546" y="csY5546"/>
              </a:cxn>
              <a:cxn ang="0">
                <a:pos x="csX5547" y="csY5547"/>
              </a:cxn>
              <a:cxn ang="0">
                <a:pos x="csX5548" y="csY5548"/>
              </a:cxn>
              <a:cxn ang="0">
                <a:pos x="csX5549" y="csY5549"/>
              </a:cxn>
              <a:cxn ang="0">
                <a:pos x="csX5550" y="csY5550"/>
              </a:cxn>
              <a:cxn ang="0">
                <a:pos x="csX5551" y="csY5551"/>
              </a:cxn>
              <a:cxn ang="0">
                <a:pos x="csX5552" y="csY5552"/>
              </a:cxn>
              <a:cxn ang="0">
                <a:pos x="csX5553" y="csY5553"/>
              </a:cxn>
              <a:cxn ang="0">
                <a:pos x="csX5554" y="csY5554"/>
              </a:cxn>
              <a:cxn ang="0">
                <a:pos x="csX5555" y="csY5555"/>
              </a:cxn>
              <a:cxn ang="0">
                <a:pos x="csX5556" y="csY5556"/>
              </a:cxn>
              <a:cxn ang="0">
                <a:pos x="csX5557" y="csY5557"/>
              </a:cxn>
              <a:cxn ang="0">
                <a:pos x="csX5558" y="csY5558"/>
              </a:cxn>
              <a:cxn ang="0">
                <a:pos x="csX5559" y="csY5559"/>
              </a:cxn>
              <a:cxn ang="0">
                <a:pos x="csX5560" y="csY5560"/>
              </a:cxn>
              <a:cxn ang="0">
                <a:pos x="csX5561" y="csY5561"/>
              </a:cxn>
              <a:cxn ang="0">
                <a:pos x="csX5562" y="csY5562"/>
              </a:cxn>
              <a:cxn ang="0">
                <a:pos x="csX5563" y="csY5563"/>
              </a:cxn>
              <a:cxn ang="0">
                <a:pos x="csX5564" y="csY5564"/>
              </a:cxn>
              <a:cxn ang="0">
                <a:pos x="csX5565" y="csY5565"/>
              </a:cxn>
              <a:cxn ang="0">
                <a:pos x="csX5566" y="csY5566"/>
              </a:cxn>
              <a:cxn ang="0">
                <a:pos x="csX5567" y="csY5567"/>
              </a:cxn>
              <a:cxn ang="0">
                <a:pos x="csX5568" y="csY5568"/>
              </a:cxn>
              <a:cxn ang="0">
                <a:pos x="csX5569" y="csY5569"/>
              </a:cxn>
              <a:cxn ang="0">
                <a:pos x="csX5570" y="csY5570"/>
              </a:cxn>
              <a:cxn ang="0">
                <a:pos x="csX5571" y="csY5571"/>
              </a:cxn>
              <a:cxn ang="0">
                <a:pos x="csX5572" y="csY5572"/>
              </a:cxn>
              <a:cxn ang="0">
                <a:pos x="csX5573" y="csY5573"/>
              </a:cxn>
              <a:cxn ang="0">
                <a:pos x="csX5574" y="csY5574"/>
              </a:cxn>
              <a:cxn ang="0">
                <a:pos x="csX5575" y="csY5575"/>
              </a:cxn>
              <a:cxn ang="0">
                <a:pos x="csX5576" y="csY5576"/>
              </a:cxn>
              <a:cxn ang="0">
                <a:pos x="csX5577" y="csY5577"/>
              </a:cxn>
              <a:cxn ang="0">
                <a:pos x="csX5578" y="csY5578"/>
              </a:cxn>
              <a:cxn ang="0">
                <a:pos x="csX5579" y="csY5579"/>
              </a:cxn>
              <a:cxn ang="0">
                <a:pos x="csX5580" y="csY5580"/>
              </a:cxn>
              <a:cxn ang="0">
                <a:pos x="csX5581" y="csY5581"/>
              </a:cxn>
              <a:cxn ang="0">
                <a:pos x="csX5582" y="csY5582"/>
              </a:cxn>
              <a:cxn ang="0">
                <a:pos x="csX5583" y="csY5583"/>
              </a:cxn>
              <a:cxn ang="0">
                <a:pos x="csX5584" y="csY5584"/>
              </a:cxn>
              <a:cxn ang="0">
                <a:pos x="csX5585" y="csY5585"/>
              </a:cxn>
              <a:cxn ang="0">
                <a:pos x="csX5586" y="csY5586"/>
              </a:cxn>
              <a:cxn ang="0">
                <a:pos x="csX5587" y="csY5587"/>
              </a:cxn>
              <a:cxn ang="0">
                <a:pos x="csX5588" y="csY5588"/>
              </a:cxn>
              <a:cxn ang="0">
                <a:pos x="csX5589" y="csY5589"/>
              </a:cxn>
              <a:cxn ang="0">
                <a:pos x="csX5590" y="csY5590"/>
              </a:cxn>
              <a:cxn ang="0">
                <a:pos x="csX5591" y="csY5591"/>
              </a:cxn>
              <a:cxn ang="0">
                <a:pos x="csX5592" y="csY5592"/>
              </a:cxn>
              <a:cxn ang="0">
                <a:pos x="csX5593" y="csY5593"/>
              </a:cxn>
              <a:cxn ang="0">
                <a:pos x="csX5594" y="csY5594"/>
              </a:cxn>
              <a:cxn ang="0">
                <a:pos x="csX5595" y="csY5595"/>
              </a:cxn>
              <a:cxn ang="0">
                <a:pos x="csX5596" y="csY5596"/>
              </a:cxn>
              <a:cxn ang="0">
                <a:pos x="csX5597" y="csY5597"/>
              </a:cxn>
              <a:cxn ang="0">
                <a:pos x="csX5598" y="csY5598"/>
              </a:cxn>
              <a:cxn ang="0">
                <a:pos x="csX5599" y="csY5599"/>
              </a:cxn>
              <a:cxn ang="0">
                <a:pos x="csX5600" y="csY5600"/>
              </a:cxn>
              <a:cxn ang="0">
                <a:pos x="csX5601" y="csY5601"/>
              </a:cxn>
              <a:cxn ang="0">
                <a:pos x="csX5602" y="csY5602"/>
              </a:cxn>
              <a:cxn ang="0">
                <a:pos x="csX5603" y="csY5603"/>
              </a:cxn>
              <a:cxn ang="0">
                <a:pos x="csX5604" y="csY5604"/>
              </a:cxn>
              <a:cxn ang="0">
                <a:pos x="csX5605" y="csY5605"/>
              </a:cxn>
              <a:cxn ang="0">
                <a:pos x="csX5606" y="csY5606"/>
              </a:cxn>
              <a:cxn ang="0">
                <a:pos x="csX5607" y="csY5607"/>
              </a:cxn>
              <a:cxn ang="0">
                <a:pos x="csX5608" y="csY5608"/>
              </a:cxn>
              <a:cxn ang="0">
                <a:pos x="csX5609" y="csY5609"/>
              </a:cxn>
              <a:cxn ang="0">
                <a:pos x="csX5610" y="csY5610"/>
              </a:cxn>
              <a:cxn ang="0">
                <a:pos x="csX5611" y="csY5611"/>
              </a:cxn>
              <a:cxn ang="0">
                <a:pos x="csX5612" y="csY5612"/>
              </a:cxn>
              <a:cxn ang="0">
                <a:pos x="csX5613" y="csY5613"/>
              </a:cxn>
              <a:cxn ang="0">
                <a:pos x="csX5614" y="csY5614"/>
              </a:cxn>
              <a:cxn ang="0">
                <a:pos x="csX5615" y="csY5615"/>
              </a:cxn>
              <a:cxn ang="0">
                <a:pos x="csX5616" y="csY5616"/>
              </a:cxn>
              <a:cxn ang="0">
                <a:pos x="csX5617" y="csY5617"/>
              </a:cxn>
              <a:cxn ang="0">
                <a:pos x="csX5618" y="csY5618"/>
              </a:cxn>
              <a:cxn ang="0">
                <a:pos x="csX5619" y="csY5619"/>
              </a:cxn>
              <a:cxn ang="0">
                <a:pos x="csX5620" y="csY5620"/>
              </a:cxn>
              <a:cxn ang="0">
                <a:pos x="csX5621" y="csY5621"/>
              </a:cxn>
              <a:cxn ang="0">
                <a:pos x="csX5622" y="csY5622"/>
              </a:cxn>
              <a:cxn ang="0">
                <a:pos x="csX5623" y="csY5623"/>
              </a:cxn>
              <a:cxn ang="0">
                <a:pos x="csX5624" y="csY5624"/>
              </a:cxn>
              <a:cxn ang="0">
                <a:pos x="csX5625" y="csY5625"/>
              </a:cxn>
              <a:cxn ang="0">
                <a:pos x="csX5626" y="csY5626"/>
              </a:cxn>
              <a:cxn ang="0">
                <a:pos x="csX5627" y="csY5627"/>
              </a:cxn>
              <a:cxn ang="0">
                <a:pos x="csX5628" y="csY5628"/>
              </a:cxn>
              <a:cxn ang="0">
                <a:pos x="csX5629" y="csY5629"/>
              </a:cxn>
              <a:cxn ang="0">
                <a:pos x="csX5630" y="csY5630"/>
              </a:cxn>
              <a:cxn ang="0">
                <a:pos x="csX5631" y="csY5631"/>
              </a:cxn>
              <a:cxn ang="0">
                <a:pos x="csX5632" y="csY5632"/>
              </a:cxn>
              <a:cxn ang="0">
                <a:pos x="csX5633" y="csY5633"/>
              </a:cxn>
              <a:cxn ang="0">
                <a:pos x="csX5634" y="csY5634"/>
              </a:cxn>
              <a:cxn ang="0">
                <a:pos x="csX5635" y="csY5635"/>
              </a:cxn>
              <a:cxn ang="0">
                <a:pos x="csX5636" y="csY5636"/>
              </a:cxn>
              <a:cxn ang="0">
                <a:pos x="csX5637" y="csY5637"/>
              </a:cxn>
              <a:cxn ang="0">
                <a:pos x="csX5638" y="csY5638"/>
              </a:cxn>
              <a:cxn ang="0">
                <a:pos x="csX5639" y="csY5639"/>
              </a:cxn>
              <a:cxn ang="0">
                <a:pos x="csX5640" y="csY5640"/>
              </a:cxn>
              <a:cxn ang="0">
                <a:pos x="csX5641" y="csY5641"/>
              </a:cxn>
              <a:cxn ang="0">
                <a:pos x="csX5642" y="csY5642"/>
              </a:cxn>
              <a:cxn ang="0">
                <a:pos x="csX5643" y="csY5643"/>
              </a:cxn>
              <a:cxn ang="0">
                <a:pos x="csX5644" y="csY5644"/>
              </a:cxn>
              <a:cxn ang="0">
                <a:pos x="csX5645" y="csY5645"/>
              </a:cxn>
              <a:cxn ang="0">
                <a:pos x="csX5646" y="csY5646"/>
              </a:cxn>
              <a:cxn ang="0">
                <a:pos x="csX5647" y="csY5647"/>
              </a:cxn>
              <a:cxn ang="0">
                <a:pos x="csX5648" y="csY5648"/>
              </a:cxn>
              <a:cxn ang="0">
                <a:pos x="csX5649" y="csY5649"/>
              </a:cxn>
              <a:cxn ang="0">
                <a:pos x="csX5650" y="csY5650"/>
              </a:cxn>
              <a:cxn ang="0">
                <a:pos x="csX5651" y="csY5651"/>
              </a:cxn>
              <a:cxn ang="0">
                <a:pos x="csX5652" y="csY5652"/>
              </a:cxn>
              <a:cxn ang="0">
                <a:pos x="csX5653" y="csY5653"/>
              </a:cxn>
              <a:cxn ang="0">
                <a:pos x="csX5654" y="csY5654"/>
              </a:cxn>
              <a:cxn ang="0">
                <a:pos x="csX5655" y="csY5655"/>
              </a:cxn>
              <a:cxn ang="0">
                <a:pos x="csX5656" y="csY5656"/>
              </a:cxn>
              <a:cxn ang="0">
                <a:pos x="csX5657" y="csY5657"/>
              </a:cxn>
              <a:cxn ang="0">
                <a:pos x="csX5658" y="csY5658"/>
              </a:cxn>
              <a:cxn ang="0">
                <a:pos x="csX5659" y="csY5659"/>
              </a:cxn>
              <a:cxn ang="0">
                <a:pos x="csX5660" y="csY5660"/>
              </a:cxn>
              <a:cxn ang="0">
                <a:pos x="csX5661" y="csY5661"/>
              </a:cxn>
              <a:cxn ang="0">
                <a:pos x="csX5662" y="csY5662"/>
              </a:cxn>
              <a:cxn ang="0">
                <a:pos x="csX5663" y="csY5663"/>
              </a:cxn>
              <a:cxn ang="0">
                <a:pos x="csX5664" y="csY5664"/>
              </a:cxn>
              <a:cxn ang="0">
                <a:pos x="csX5665" y="csY5665"/>
              </a:cxn>
              <a:cxn ang="0">
                <a:pos x="csX5666" y="csY5666"/>
              </a:cxn>
              <a:cxn ang="0">
                <a:pos x="csX5667" y="csY5667"/>
              </a:cxn>
              <a:cxn ang="0">
                <a:pos x="csX5668" y="csY5668"/>
              </a:cxn>
              <a:cxn ang="0">
                <a:pos x="csX5669" y="csY5669"/>
              </a:cxn>
              <a:cxn ang="0">
                <a:pos x="csX5670" y="csY5670"/>
              </a:cxn>
              <a:cxn ang="0">
                <a:pos x="csX5671" y="csY5671"/>
              </a:cxn>
              <a:cxn ang="0">
                <a:pos x="csX5672" y="csY5672"/>
              </a:cxn>
              <a:cxn ang="0">
                <a:pos x="csX5673" y="csY5673"/>
              </a:cxn>
              <a:cxn ang="0">
                <a:pos x="csX5674" y="csY5674"/>
              </a:cxn>
              <a:cxn ang="0">
                <a:pos x="csX5675" y="csY5675"/>
              </a:cxn>
              <a:cxn ang="0">
                <a:pos x="csX5676" y="csY5676"/>
              </a:cxn>
              <a:cxn ang="0">
                <a:pos x="csX5677" y="csY5677"/>
              </a:cxn>
              <a:cxn ang="0">
                <a:pos x="csX5678" y="csY5678"/>
              </a:cxn>
              <a:cxn ang="0">
                <a:pos x="csX5679" y="csY5679"/>
              </a:cxn>
              <a:cxn ang="0">
                <a:pos x="csX5680" y="csY5680"/>
              </a:cxn>
              <a:cxn ang="0">
                <a:pos x="csX5681" y="csY5681"/>
              </a:cxn>
              <a:cxn ang="0">
                <a:pos x="csX5682" y="csY5682"/>
              </a:cxn>
              <a:cxn ang="0">
                <a:pos x="csX5683" y="csY5683"/>
              </a:cxn>
              <a:cxn ang="0">
                <a:pos x="csX5684" y="csY5684"/>
              </a:cxn>
              <a:cxn ang="0">
                <a:pos x="csX5685" y="csY5685"/>
              </a:cxn>
              <a:cxn ang="0">
                <a:pos x="csX5686" y="csY5686"/>
              </a:cxn>
              <a:cxn ang="0">
                <a:pos x="csX5687" y="csY5687"/>
              </a:cxn>
              <a:cxn ang="0">
                <a:pos x="csX5688" y="csY5688"/>
              </a:cxn>
              <a:cxn ang="0">
                <a:pos x="csX5689" y="csY5689"/>
              </a:cxn>
              <a:cxn ang="0">
                <a:pos x="csX5690" y="csY5690"/>
              </a:cxn>
              <a:cxn ang="0">
                <a:pos x="csX5691" y="csY5691"/>
              </a:cxn>
              <a:cxn ang="0">
                <a:pos x="csX5692" y="csY5692"/>
              </a:cxn>
              <a:cxn ang="0">
                <a:pos x="csX5693" y="csY5693"/>
              </a:cxn>
              <a:cxn ang="0">
                <a:pos x="csX5694" y="csY5694"/>
              </a:cxn>
              <a:cxn ang="0">
                <a:pos x="csX5695" y="csY5695"/>
              </a:cxn>
              <a:cxn ang="0">
                <a:pos x="csX5696" y="csY5696"/>
              </a:cxn>
              <a:cxn ang="0">
                <a:pos x="csX5697" y="csY5697"/>
              </a:cxn>
              <a:cxn ang="0">
                <a:pos x="csX5698" y="csY5698"/>
              </a:cxn>
              <a:cxn ang="0">
                <a:pos x="csX5699" y="csY5699"/>
              </a:cxn>
              <a:cxn ang="0">
                <a:pos x="csX5700" y="csY5700"/>
              </a:cxn>
              <a:cxn ang="0">
                <a:pos x="csX5701" y="csY5701"/>
              </a:cxn>
              <a:cxn ang="0">
                <a:pos x="csX5702" y="csY5702"/>
              </a:cxn>
              <a:cxn ang="0">
                <a:pos x="csX5703" y="csY5703"/>
              </a:cxn>
              <a:cxn ang="0">
                <a:pos x="csX5704" y="csY5704"/>
              </a:cxn>
              <a:cxn ang="0">
                <a:pos x="csX5705" y="csY5705"/>
              </a:cxn>
              <a:cxn ang="0">
                <a:pos x="csX5706" y="csY5706"/>
              </a:cxn>
              <a:cxn ang="0">
                <a:pos x="csX5707" y="csY5707"/>
              </a:cxn>
              <a:cxn ang="0">
                <a:pos x="csX5708" y="csY5708"/>
              </a:cxn>
              <a:cxn ang="0">
                <a:pos x="csX5709" y="csY5709"/>
              </a:cxn>
              <a:cxn ang="0">
                <a:pos x="csX5710" y="csY5710"/>
              </a:cxn>
              <a:cxn ang="0">
                <a:pos x="csX5711" y="csY5711"/>
              </a:cxn>
              <a:cxn ang="0">
                <a:pos x="csX5712" y="csY5712"/>
              </a:cxn>
              <a:cxn ang="0">
                <a:pos x="csX5713" y="csY5713"/>
              </a:cxn>
              <a:cxn ang="0">
                <a:pos x="csX5714" y="csY5714"/>
              </a:cxn>
              <a:cxn ang="0">
                <a:pos x="csX5715" y="csY5715"/>
              </a:cxn>
              <a:cxn ang="0">
                <a:pos x="csX5716" y="csY5716"/>
              </a:cxn>
              <a:cxn ang="0">
                <a:pos x="csX5717" y="csY5717"/>
              </a:cxn>
              <a:cxn ang="0">
                <a:pos x="csX5718" y="csY5718"/>
              </a:cxn>
              <a:cxn ang="0">
                <a:pos x="csX5719" y="csY5719"/>
              </a:cxn>
              <a:cxn ang="0">
                <a:pos x="csX5720" y="csY5720"/>
              </a:cxn>
              <a:cxn ang="0">
                <a:pos x="csX5721" y="csY5721"/>
              </a:cxn>
              <a:cxn ang="0">
                <a:pos x="csX5722" y="csY5722"/>
              </a:cxn>
              <a:cxn ang="0">
                <a:pos x="csX5723" y="csY5723"/>
              </a:cxn>
              <a:cxn ang="0">
                <a:pos x="csX5724" y="csY5724"/>
              </a:cxn>
              <a:cxn ang="0">
                <a:pos x="csX5725" y="csY5725"/>
              </a:cxn>
              <a:cxn ang="0">
                <a:pos x="csX5726" y="csY5726"/>
              </a:cxn>
              <a:cxn ang="0">
                <a:pos x="csX5727" y="csY5727"/>
              </a:cxn>
              <a:cxn ang="0">
                <a:pos x="csX5728" y="csY5728"/>
              </a:cxn>
              <a:cxn ang="0">
                <a:pos x="csX5729" y="csY5729"/>
              </a:cxn>
              <a:cxn ang="0">
                <a:pos x="csX5730" y="csY5730"/>
              </a:cxn>
              <a:cxn ang="0">
                <a:pos x="csX5731" y="csY5731"/>
              </a:cxn>
              <a:cxn ang="0">
                <a:pos x="csX5732" y="csY5732"/>
              </a:cxn>
              <a:cxn ang="0">
                <a:pos x="csX5733" y="csY5733"/>
              </a:cxn>
              <a:cxn ang="0">
                <a:pos x="csX5734" y="csY5734"/>
              </a:cxn>
              <a:cxn ang="0">
                <a:pos x="csX5735" y="csY5735"/>
              </a:cxn>
              <a:cxn ang="0">
                <a:pos x="csX5736" y="csY5736"/>
              </a:cxn>
              <a:cxn ang="0">
                <a:pos x="csX5737" y="csY5737"/>
              </a:cxn>
              <a:cxn ang="0">
                <a:pos x="csX5738" y="csY5738"/>
              </a:cxn>
              <a:cxn ang="0">
                <a:pos x="csX5739" y="csY5739"/>
              </a:cxn>
              <a:cxn ang="0">
                <a:pos x="csX5740" y="csY5740"/>
              </a:cxn>
              <a:cxn ang="0">
                <a:pos x="csX5741" y="csY5741"/>
              </a:cxn>
              <a:cxn ang="0">
                <a:pos x="csX5742" y="csY5742"/>
              </a:cxn>
              <a:cxn ang="0">
                <a:pos x="csX5743" y="csY5743"/>
              </a:cxn>
              <a:cxn ang="0">
                <a:pos x="csX5744" y="csY5744"/>
              </a:cxn>
              <a:cxn ang="0">
                <a:pos x="csX5745" y="csY5745"/>
              </a:cxn>
              <a:cxn ang="0">
                <a:pos x="csX5746" y="csY5746"/>
              </a:cxn>
              <a:cxn ang="0">
                <a:pos x="csX5747" y="csY5747"/>
              </a:cxn>
              <a:cxn ang="0">
                <a:pos x="csX5748" y="csY5748"/>
              </a:cxn>
              <a:cxn ang="0">
                <a:pos x="csX5749" y="csY5749"/>
              </a:cxn>
              <a:cxn ang="0">
                <a:pos x="csX5750" y="csY5750"/>
              </a:cxn>
              <a:cxn ang="0">
                <a:pos x="csX5751" y="csY5751"/>
              </a:cxn>
              <a:cxn ang="0">
                <a:pos x="csX5752" y="csY5752"/>
              </a:cxn>
              <a:cxn ang="0">
                <a:pos x="csX5753" y="csY5753"/>
              </a:cxn>
              <a:cxn ang="0">
                <a:pos x="csX5754" y="csY5754"/>
              </a:cxn>
              <a:cxn ang="0">
                <a:pos x="csX5755" y="csY5755"/>
              </a:cxn>
              <a:cxn ang="0">
                <a:pos x="csX5756" y="csY5756"/>
              </a:cxn>
              <a:cxn ang="0">
                <a:pos x="csX5757" y="csY5757"/>
              </a:cxn>
              <a:cxn ang="0">
                <a:pos x="csX5758" y="csY5758"/>
              </a:cxn>
              <a:cxn ang="0">
                <a:pos x="csX5759" y="csY5759"/>
              </a:cxn>
              <a:cxn ang="0">
                <a:pos x="csX5760" y="csY5760"/>
              </a:cxn>
              <a:cxn ang="0">
                <a:pos x="csX5761" y="csY5761"/>
              </a:cxn>
              <a:cxn ang="0">
                <a:pos x="csX5762" y="csY5762"/>
              </a:cxn>
              <a:cxn ang="0">
                <a:pos x="csX5763" y="csY5763"/>
              </a:cxn>
              <a:cxn ang="0">
                <a:pos x="csX5764" y="csY5764"/>
              </a:cxn>
              <a:cxn ang="0">
                <a:pos x="csX5765" y="csY5765"/>
              </a:cxn>
              <a:cxn ang="0">
                <a:pos x="csX5766" y="csY5766"/>
              </a:cxn>
              <a:cxn ang="0">
                <a:pos x="csX5767" y="csY5767"/>
              </a:cxn>
              <a:cxn ang="0">
                <a:pos x="csX5768" y="csY5768"/>
              </a:cxn>
              <a:cxn ang="0">
                <a:pos x="csX5769" y="csY5769"/>
              </a:cxn>
              <a:cxn ang="0">
                <a:pos x="csX5770" y="csY5770"/>
              </a:cxn>
              <a:cxn ang="0">
                <a:pos x="csX5771" y="csY5771"/>
              </a:cxn>
              <a:cxn ang="0">
                <a:pos x="csX5772" y="csY5772"/>
              </a:cxn>
              <a:cxn ang="0">
                <a:pos x="csX5773" y="csY5773"/>
              </a:cxn>
              <a:cxn ang="0">
                <a:pos x="csX5774" y="csY5774"/>
              </a:cxn>
              <a:cxn ang="0">
                <a:pos x="csX5775" y="csY5775"/>
              </a:cxn>
              <a:cxn ang="0">
                <a:pos x="csX5776" y="csY5776"/>
              </a:cxn>
              <a:cxn ang="0">
                <a:pos x="csX5777" y="csY5777"/>
              </a:cxn>
              <a:cxn ang="0">
                <a:pos x="csX5778" y="csY5778"/>
              </a:cxn>
              <a:cxn ang="0">
                <a:pos x="csX5779" y="csY5779"/>
              </a:cxn>
              <a:cxn ang="0">
                <a:pos x="csX5780" y="csY5780"/>
              </a:cxn>
              <a:cxn ang="0">
                <a:pos x="csX5781" y="csY5781"/>
              </a:cxn>
              <a:cxn ang="0">
                <a:pos x="csX5782" y="csY5782"/>
              </a:cxn>
              <a:cxn ang="0">
                <a:pos x="csX5783" y="csY5783"/>
              </a:cxn>
              <a:cxn ang="0">
                <a:pos x="csX5784" y="csY5784"/>
              </a:cxn>
              <a:cxn ang="0">
                <a:pos x="csX5785" y="csY5785"/>
              </a:cxn>
              <a:cxn ang="0">
                <a:pos x="csX5786" y="csY5786"/>
              </a:cxn>
              <a:cxn ang="0">
                <a:pos x="csX5787" y="csY5787"/>
              </a:cxn>
              <a:cxn ang="0">
                <a:pos x="csX5788" y="csY5788"/>
              </a:cxn>
              <a:cxn ang="0">
                <a:pos x="csX5789" y="csY5789"/>
              </a:cxn>
              <a:cxn ang="0">
                <a:pos x="csX5790" y="csY5790"/>
              </a:cxn>
              <a:cxn ang="0">
                <a:pos x="csX5791" y="csY5791"/>
              </a:cxn>
              <a:cxn ang="0">
                <a:pos x="csX5792" y="csY5792"/>
              </a:cxn>
              <a:cxn ang="0">
                <a:pos x="csX5793" y="csY5793"/>
              </a:cxn>
              <a:cxn ang="0">
                <a:pos x="csX5794" y="csY5794"/>
              </a:cxn>
              <a:cxn ang="0">
                <a:pos x="csX5795" y="csY5795"/>
              </a:cxn>
              <a:cxn ang="0">
                <a:pos x="csX5796" y="csY5796"/>
              </a:cxn>
              <a:cxn ang="0">
                <a:pos x="csX5797" y="csY5797"/>
              </a:cxn>
              <a:cxn ang="0">
                <a:pos x="csX5798" y="csY5798"/>
              </a:cxn>
              <a:cxn ang="0">
                <a:pos x="csX5799" y="csY5799"/>
              </a:cxn>
              <a:cxn ang="0">
                <a:pos x="csX5800" y="csY5800"/>
              </a:cxn>
              <a:cxn ang="0">
                <a:pos x="csX5801" y="csY5801"/>
              </a:cxn>
              <a:cxn ang="0">
                <a:pos x="csX5802" y="csY5802"/>
              </a:cxn>
              <a:cxn ang="0">
                <a:pos x="csX5803" y="csY5803"/>
              </a:cxn>
              <a:cxn ang="0">
                <a:pos x="csX5804" y="csY5804"/>
              </a:cxn>
              <a:cxn ang="0">
                <a:pos x="csX5805" y="csY5805"/>
              </a:cxn>
              <a:cxn ang="0">
                <a:pos x="csX5806" y="csY5806"/>
              </a:cxn>
              <a:cxn ang="0">
                <a:pos x="csX5807" y="csY5807"/>
              </a:cxn>
              <a:cxn ang="0">
                <a:pos x="csX5808" y="csY5808"/>
              </a:cxn>
              <a:cxn ang="0">
                <a:pos x="csX5809" y="csY5809"/>
              </a:cxn>
              <a:cxn ang="0">
                <a:pos x="csX5810" y="csY5810"/>
              </a:cxn>
              <a:cxn ang="0">
                <a:pos x="csX5811" y="csY5811"/>
              </a:cxn>
              <a:cxn ang="0">
                <a:pos x="csX5812" y="csY5812"/>
              </a:cxn>
              <a:cxn ang="0">
                <a:pos x="csX5813" y="csY5813"/>
              </a:cxn>
              <a:cxn ang="0">
                <a:pos x="csX5814" y="csY5814"/>
              </a:cxn>
              <a:cxn ang="0">
                <a:pos x="csX5815" y="csY5815"/>
              </a:cxn>
              <a:cxn ang="0">
                <a:pos x="csX5816" y="csY5816"/>
              </a:cxn>
              <a:cxn ang="0">
                <a:pos x="csX5817" y="csY5817"/>
              </a:cxn>
              <a:cxn ang="0">
                <a:pos x="csX5818" y="csY5818"/>
              </a:cxn>
              <a:cxn ang="0">
                <a:pos x="csX5819" y="csY5819"/>
              </a:cxn>
              <a:cxn ang="0">
                <a:pos x="csX5820" y="csY5820"/>
              </a:cxn>
              <a:cxn ang="0">
                <a:pos x="csX5821" y="csY5821"/>
              </a:cxn>
              <a:cxn ang="0">
                <a:pos x="csX5822" y="csY5822"/>
              </a:cxn>
              <a:cxn ang="0">
                <a:pos x="csX5823" y="csY5823"/>
              </a:cxn>
              <a:cxn ang="0">
                <a:pos x="csX5824" y="csY5824"/>
              </a:cxn>
              <a:cxn ang="0">
                <a:pos x="csX5825" y="csY5825"/>
              </a:cxn>
              <a:cxn ang="0">
                <a:pos x="csX5826" y="csY5826"/>
              </a:cxn>
              <a:cxn ang="0">
                <a:pos x="csX5827" y="csY5827"/>
              </a:cxn>
              <a:cxn ang="0">
                <a:pos x="csX5828" y="csY5828"/>
              </a:cxn>
              <a:cxn ang="0">
                <a:pos x="csX5829" y="csY5829"/>
              </a:cxn>
              <a:cxn ang="0">
                <a:pos x="csX5830" y="csY5830"/>
              </a:cxn>
              <a:cxn ang="0">
                <a:pos x="csX5831" y="csY5831"/>
              </a:cxn>
              <a:cxn ang="0">
                <a:pos x="csX5832" y="csY5832"/>
              </a:cxn>
              <a:cxn ang="0">
                <a:pos x="csX5833" y="csY5833"/>
              </a:cxn>
              <a:cxn ang="0">
                <a:pos x="csX5834" y="csY5834"/>
              </a:cxn>
              <a:cxn ang="0">
                <a:pos x="csX5835" y="csY5835"/>
              </a:cxn>
              <a:cxn ang="0">
                <a:pos x="csX5836" y="csY5836"/>
              </a:cxn>
              <a:cxn ang="0">
                <a:pos x="csX5837" y="csY5837"/>
              </a:cxn>
              <a:cxn ang="0">
                <a:pos x="csX5838" y="csY5838"/>
              </a:cxn>
              <a:cxn ang="0">
                <a:pos x="csX5839" y="csY5839"/>
              </a:cxn>
              <a:cxn ang="0">
                <a:pos x="csX5840" y="csY5840"/>
              </a:cxn>
              <a:cxn ang="0">
                <a:pos x="csX5841" y="csY5841"/>
              </a:cxn>
              <a:cxn ang="0">
                <a:pos x="csX5842" y="csY5842"/>
              </a:cxn>
              <a:cxn ang="0">
                <a:pos x="csX5843" y="csY5843"/>
              </a:cxn>
              <a:cxn ang="0">
                <a:pos x="csX5844" y="csY5844"/>
              </a:cxn>
              <a:cxn ang="0">
                <a:pos x="csX5845" y="csY5845"/>
              </a:cxn>
              <a:cxn ang="0">
                <a:pos x="csX5846" y="csY5846"/>
              </a:cxn>
              <a:cxn ang="0">
                <a:pos x="csX5847" y="csY5847"/>
              </a:cxn>
              <a:cxn ang="0">
                <a:pos x="csX5848" y="csY5848"/>
              </a:cxn>
              <a:cxn ang="0">
                <a:pos x="csX5849" y="csY5849"/>
              </a:cxn>
              <a:cxn ang="0">
                <a:pos x="csX5850" y="csY5850"/>
              </a:cxn>
              <a:cxn ang="0">
                <a:pos x="csX5851" y="csY5851"/>
              </a:cxn>
              <a:cxn ang="0">
                <a:pos x="csX5852" y="csY5852"/>
              </a:cxn>
              <a:cxn ang="0">
                <a:pos x="csX5853" y="csY5853"/>
              </a:cxn>
              <a:cxn ang="0">
                <a:pos x="csX5854" y="csY5854"/>
              </a:cxn>
              <a:cxn ang="0">
                <a:pos x="csX5855" y="csY5855"/>
              </a:cxn>
              <a:cxn ang="0">
                <a:pos x="csX5856" y="csY5856"/>
              </a:cxn>
              <a:cxn ang="0">
                <a:pos x="csX5857" y="csY5857"/>
              </a:cxn>
              <a:cxn ang="0">
                <a:pos x="csX5858" y="csY5858"/>
              </a:cxn>
              <a:cxn ang="0">
                <a:pos x="csX5859" y="csY5859"/>
              </a:cxn>
              <a:cxn ang="0">
                <a:pos x="csX5860" y="csY5860"/>
              </a:cxn>
              <a:cxn ang="0">
                <a:pos x="csX5861" y="csY5861"/>
              </a:cxn>
              <a:cxn ang="0">
                <a:pos x="csX5862" y="csY5862"/>
              </a:cxn>
              <a:cxn ang="0">
                <a:pos x="csX5863" y="csY5863"/>
              </a:cxn>
              <a:cxn ang="0">
                <a:pos x="csX5864" y="csY5864"/>
              </a:cxn>
              <a:cxn ang="0">
                <a:pos x="csX5865" y="csY5865"/>
              </a:cxn>
              <a:cxn ang="0">
                <a:pos x="csX5866" y="csY5866"/>
              </a:cxn>
              <a:cxn ang="0">
                <a:pos x="csX5867" y="csY5867"/>
              </a:cxn>
              <a:cxn ang="0">
                <a:pos x="csX5868" y="csY5868"/>
              </a:cxn>
              <a:cxn ang="0">
                <a:pos x="csX5869" y="csY5869"/>
              </a:cxn>
              <a:cxn ang="0">
                <a:pos x="csX5870" y="csY5870"/>
              </a:cxn>
              <a:cxn ang="0">
                <a:pos x="csX5871" y="csY5871"/>
              </a:cxn>
              <a:cxn ang="0">
                <a:pos x="csX5872" y="csY5872"/>
              </a:cxn>
              <a:cxn ang="0">
                <a:pos x="csX5873" y="csY5873"/>
              </a:cxn>
              <a:cxn ang="0">
                <a:pos x="csX5874" y="csY5874"/>
              </a:cxn>
              <a:cxn ang="0">
                <a:pos x="csX5875" y="csY5875"/>
              </a:cxn>
              <a:cxn ang="0">
                <a:pos x="csX5876" y="csY5876"/>
              </a:cxn>
              <a:cxn ang="0">
                <a:pos x="csX5877" y="csY5877"/>
              </a:cxn>
              <a:cxn ang="0">
                <a:pos x="csX5878" y="csY5878"/>
              </a:cxn>
              <a:cxn ang="0">
                <a:pos x="csX5879" y="csY5879"/>
              </a:cxn>
              <a:cxn ang="0">
                <a:pos x="csX5880" y="csY5880"/>
              </a:cxn>
              <a:cxn ang="0">
                <a:pos x="csX5881" y="csY5881"/>
              </a:cxn>
              <a:cxn ang="0">
                <a:pos x="csX5882" y="csY5882"/>
              </a:cxn>
              <a:cxn ang="0">
                <a:pos x="csX5883" y="csY5883"/>
              </a:cxn>
              <a:cxn ang="0">
                <a:pos x="csX5884" y="csY5884"/>
              </a:cxn>
              <a:cxn ang="0">
                <a:pos x="csX5885" y="csY5885"/>
              </a:cxn>
              <a:cxn ang="0">
                <a:pos x="csX5886" y="csY5886"/>
              </a:cxn>
              <a:cxn ang="0">
                <a:pos x="csX5887" y="csY5887"/>
              </a:cxn>
              <a:cxn ang="0">
                <a:pos x="csX5888" y="csY5888"/>
              </a:cxn>
              <a:cxn ang="0">
                <a:pos x="csX5889" y="csY5889"/>
              </a:cxn>
              <a:cxn ang="0">
                <a:pos x="csX5890" y="csY5890"/>
              </a:cxn>
              <a:cxn ang="0">
                <a:pos x="csX5891" y="csY5891"/>
              </a:cxn>
              <a:cxn ang="0">
                <a:pos x="csX5892" y="csY5892"/>
              </a:cxn>
              <a:cxn ang="0">
                <a:pos x="csX5893" y="csY5893"/>
              </a:cxn>
              <a:cxn ang="0">
                <a:pos x="csX5894" y="csY5894"/>
              </a:cxn>
              <a:cxn ang="0">
                <a:pos x="csX5895" y="csY5895"/>
              </a:cxn>
              <a:cxn ang="0">
                <a:pos x="csX5896" y="csY5896"/>
              </a:cxn>
              <a:cxn ang="0">
                <a:pos x="csX5897" y="csY5897"/>
              </a:cxn>
              <a:cxn ang="0">
                <a:pos x="csX5898" y="csY5898"/>
              </a:cxn>
              <a:cxn ang="0">
                <a:pos x="csX5899" y="csY5899"/>
              </a:cxn>
              <a:cxn ang="0">
                <a:pos x="csX5900" y="csY5900"/>
              </a:cxn>
              <a:cxn ang="0">
                <a:pos x="csX5901" y="csY5901"/>
              </a:cxn>
              <a:cxn ang="0">
                <a:pos x="csX5902" y="csY5902"/>
              </a:cxn>
              <a:cxn ang="0">
                <a:pos x="csX5903" y="csY5903"/>
              </a:cxn>
              <a:cxn ang="0">
                <a:pos x="csX5904" y="csY5904"/>
              </a:cxn>
              <a:cxn ang="0">
                <a:pos x="csX5905" y="csY5905"/>
              </a:cxn>
              <a:cxn ang="0">
                <a:pos x="csX5906" y="csY5906"/>
              </a:cxn>
              <a:cxn ang="0">
                <a:pos x="csX5907" y="csY5907"/>
              </a:cxn>
              <a:cxn ang="0">
                <a:pos x="csX5908" y="csY5908"/>
              </a:cxn>
              <a:cxn ang="0">
                <a:pos x="csX5909" y="csY5909"/>
              </a:cxn>
              <a:cxn ang="0">
                <a:pos x="csX5910" y="csY5910"/>
              </a:cxn>
              <a:cxn ang="0">
                <a:pos x="csX5911" y="csY5911"/>
              </a:cxn>
              <a:cxn ang="0">
                <a:pos x="csX5912" y="csY5912"/>
              </a:cxn>
              <a:cxn ang="0">
                <a:pos x="csX5913" y="csY5913"/>
              </a:cxn>
              <a:cxn ang="0">
                <a:pos x="csX5914" y="csY5914"/>
              </a:cxn>
              <a:cxn ang="0">
                <a:pos x="csX5915" y="csY5915"/>
              </a:cxn>
              <a:cxn ang="0">
                <a:pos x="csX5916" y="csY5916"/>
              </a:cxn>
              <a:cxn ang="0">
                <a:pos x="csX5917" y="csY5917"/>
              </a:cxn>
              <a:cxn ang="0">
                <a:pos x="csX5918" y="csY5918"/>
              </a:cxn>
              <a:cxn ang="0">
                <a:pos x="csX5919" y="csY5919"/>
              </a:cxn>
              <a:cxn ang="0">
                <a:pos x="csX5920" y="csY5920"/>
              </a:cxn>
              <a:cxn ang="0">
                <a:pos x="csX5921" y="csY5921"/>
              </a:cxn>
              <a:cxn ang="0">
                <a:pos x="csX5922" y="csY5922"/>
              </a:cxn>
              <a:cxn ang="0">
                <a:pos x="csX5923" y="csY5923"/>
              </a:cxn>
              <a:cxn ang="0">
                <a:pos x="csX5924" y="csY5924"/>
              </a:cxn>
              <a:cxn ang="0">
                <a:pos x="csX5925" y="csY5925"/>
              </a:cxn>
              <a:cxn ang="0">
                <a:pos x="csX5926" y="csY5926"/>
              </a:cxn>
              <a:cxn ang="0">
                <a:pos x="csX5927" y="csY5927"/>
              </a:cxn>
              <a:cxn ang="0">
                <a:pos x="csX5928" y="csY5928"/>
              </a:cxn>
              <a:cxn ang="0">
                <a:pos x="csX5929" y="csY5929"/>
              </a:cxn>
              <a:cxn ang="0">
                <a:pos x="csX5930" y="csY5930"/>
              </a:cxn>
              <a:cxn ang="0">
                <a:pos x="csX5931" y="csY5931"/>
              </a:cxn>
              <a:cxn ang="0">
                <a:pos x="csX5932" y="csY5932"/>
              </a:cxn>
              <a:cxn ang="0">
                <a:pos x="csX5933" y="csY5933"/>
              </a:cxn>
              <a:cxn ang="0">
                <a:pos x="csX5934" y="csY5934"/>
              </a:cxn>
              <a:cxn ang="0">
                <a:pos x="csX5935" y="csY5935"/>
              </a:cxn>
              <a:cxn ang="0">
                <a:pos x="csX5936" y="csY5936"/>
              </a:cxn>
              <a:cxn ang="0">
                <a:pos x="csX5937" y="csY5937"/>
              </a:cxn>
              <a:cxn ang="0">
                <a:pos x="csX5938" y="csY5938"/>
              </a:cxn>
              <a:cxn ang="0">
                <a:pos x="csX5939" y="csY5939"/>
              </a:cxn>
              <a:cxn ang="0">
                <a:pos x="csX5940" y="csY5940"/>
              </a:cxn>
              <a:cxn ang="0">
                <a:pos x="csX5941" y="csY5941"/>
              </a:cxn>
              <a:cxn ang="0">
                <a:pos x="csX5942" y="csY5942"/>
              </a:cxn>
              <a:cxn ang="0">
                <a:pos x="csX5943" y="csY5943"/>
              </a:cxn>
              <a:cxn ang="0">
                <a:pos x="csX5944" y="csY5944"/>
              </a:cxn>
              <a:cxn ang="0">
                <a:pos x="csX5945" y="csY5945"/>
              </a:cxn>
              <a:cxn ang="0">
                <a:pos x="csX5946" y="csY5946"/>
              </a:cxn>
              <a:cxn ang="0">
                <a:pos x="csX5947" y="csY5947"/>
              </a:cxn>
              <a:cxn ang="0">
                <a:pos x="csX5948" y="csY5948"/>
              </a:cxn>
              <a:cxn ang="0">
                <a:pos x="csX5949" y="csY5949"/>
              </a:cxn>
              <a:cxn ang="0">
                <a:pos x="csX5950" y="csY5950"/>
              </a:cxn>
              <a:cxn ang="0">
                <a:pos x="csX5951" y="csY5951"/>
              </a:cxn>
              <a:cxn ang="0">
                <a:pos x="csX5952" y="csY5952"/>
              </a:cxn>
              <a:cxn ang="0">
                <a:pos x="csX5953" y="csY5953"/>
              </a:cxn>
              <a:cxn ang="0">
                <a:pos x="csX5954" y="csY5954"/>
              </a:cxn>
              <a:cxn ang="0">
                <a:pos x="csX5955" y="csY5955"/>
              </a:cxn>
              <a:cxn ang="0">
                <a:pos x="csX5956" y="csY5956"/>
              </a:cxn>
              <a:cxn ang="0">
                <a:pos x="csX5957" y="csY5957"/>
              </a:cxn>
              <a:cxn ang="0">
                <a:pos x="csX5958" y="csY5958"/>
              </a:cxn>
              <a:cxn ang="0">
                <a:pos x="csX5959" y="csY5959"/>
              </a:cxn>
              <a:cxn ang="0">
                <a:pos x="csX5960" y="csY5960"/>
              </a:cxn>
              <a:cxn ang="0">
                <a:pos x="csX5961" y="csY5961"/>
              </a:cxn>
              <a:cxn ang="0">
                <a:pos x="csX5962" y="csY5962"/>
              </a:cxn>
              <a:cxn ang="0">
                <a:pos x="csX5963" y="csY5963"/>
              </a:cxn>
              <a:cxn ang="0">
                <a:pos x="csX5964" y="csY5964"/>
              </a:cxn>
              <a:cxn ang="0">
                <a:pos x="csX5965" y="csY5965"/>
              </a:cxn>
              <a:cxn ang="0">
                <a:pos x="csX5966" y="csY5966"/>
              </a:cxn>
              <a:cxn ang="0">
                <a:pos x="csX5967" y="csY5967"/>
              </a:cxn>
              <a:cxn ang="0">
                <a:pos x="csX5968" y="csY5968"/>
              </a:cxn>
              <a:cxn ang="0">
                <a:pos x="csX5969" y="csY5969"/>
              </a:cxn>
              <a:cxn ang="0">
                <a:pos x="csX5970" y="csY5970"/>
              </a:cxn>
              <a:cxn ang="0">
                <a:pos x="csX5971" y="csY5971"/>
              </a:cxn>
              <a:cxn ang="0">
                <a:pos x="csX5972" y="csY5972"/>
              </a:cxn>
              <a:cxn ang="0">
                <a:pos x="csX5973" y="csY5973"/>
              </a:cxn>
              <a:cxn ang="0">
                <a:pos x="csX5974" y="csY5974"/>
              </a:cxn>
              <a:cxn ang="0">
                <a:pos x="csX5975" y="csY5975"/>
              </a:cxn>
              <a:cxn ang="0">
                <a:pos x="csX5976" y="csY5976"/>
              </a:cxn>
              <a:cxn ang="0">
                <a:pos x="csX5977" y="csY5977"/>
              </a:cxn>
              <a:cxn ang="0">
                <a:pos x="csX5978" y="csY5978"/>
              </a:cxn>
              <a:cxn ang="0">
                <a:pos x="csX5979" y="csY5979"/>
              </a:cxn>
              <a:cxn ang="0">
                <a:pos x="csX5980" y="csY5980"/>
              </a:cxn>
              <a:cxn ang="0">
                <a:pos x="csX5981" y="csY5981"/>
              </a:cxn>
              <a:cxn ang="0">
                <a:pos x="csX5982" y="csY5982"/>
              </a:cxn>
              <a:cxn ang="0">
                <a:pos x="csX5983" y="csY5983"/>
              </a:cxn>
              <a:cxn ang="0">
                <a:pos x="csX5984" y="csY5984"/>
              </a:cxn>
              <a:cxn ang="0">
                <a:pos x="csX5985" y="csY5985"/>
              </a:cxn>
              <a:cxn ang="0">
                <a:pos x="csX5986" y="csY5986"/>
              </a:cxn>
              <a:cxn ang="0">
                <a:pos x="csX5987" y="csY5987"/>
              </a:cxn>
              <a:cxn ang="0">
                <a:pos x="csX5988" y="csY5988"/>
              </a:cxn>
              <a:cxn ang="0">
                <a:pos x="csX5989" y="csY5989"/>
              </a:cxn>
              <a:cxn ang="0">
                <a:pos x="csX5990" y="csY5990"/>
              </a:cxn>
              <a:cxn ang="0">
                <a:pos x="csX5991" y="csY5991"/>
              </a:cxn>
              <a:cxn ang="0">
                <a:pos x="csX5992" y="csY5992"/>
              </a:cxn>
              <a:cxn ang="0">
                <a:pos x="csX5993" y="csY5993"/>
              </a:cxn>
              <a:cxn ang="0">
                <a:pos x="csX5994" y="csY5994"/>
              </a:cxn>
              <a:cxn ang="0">
                <a:pos x="csX5995" y="csY5995"/>
              </a:cxn>
              <a:cxn ang="0">
                <a:pos x="csX5996" y="csY5996"/>
              </a:cxn>
              <a:cxn ang="0">
                <a:pos x="csX5997" y="csY5997"/>
              </a:cxn>
              <a:cxn ang="0">
                <a:pos x="csX5998" y="csY5998"/>
              </a:cxn>
              <a:cxn ang="0">
                <a:pos x="csX5999" y="csY5999"/>
              </a:cxn>
              <a:cxn ang="0">
                <a:pos x="csX6000" y="csY6000"/>
              </a:cxn>
              <a:cxn ang="0">
                <a:pos x="csX6001" y="csY6001"/>
              </a:cxn>
              <a:cxn ang="0">
                <a:pos x="csX6002" y="csY6002"/>
              </a:cxn>
              <a:cxn ang="0">
                <a:pos x="csX6003" y="csY6003"/>
              </a:cxn>
              <a:cxn ang="0">
                <a:pos x="csX6004" y="csY6004"/>
              </a:cxn>
              <a:cxn ang="0">
                <a:pos x="csX6005" y="csY6005"/>
              </a:cxn>
              <a:cxn ang="0">
                <a:pos x="csX6006" y="csY6006"/>
              </a:cxn>
              <a:cxn ang="0">
                <a:pos x="csX6007" y="csY6007"/>
              </a:cxn>
              <a:cxn ang="0">
                <a:pos x="csX6008" y="csY6008"/>
              </a:cxn>
              <a:cxn ang="0">
                <a:pos x="csX6009" y="csY6009"/>
              </a:cxn>
              <a:cxn ang="0">
                <a:pos x="csX6010" y="csY6010"/>
              </a:cxn>
              <a:cxn ang="0">
                <a:pos x="csX6011" y="csY6011"/>
              </a:cxn>
              <a:cxn ang="0">
                <a:pos x="csX6012" y="csY6012"/>
              </a:cxn>
              <a:cxn ang="0">
                <a:pos x="csX6013" y="csY6013"/>
              </a:cxn>
              <a:cxn ang="0">
                <a:pos x="csX6014" y="csY6014"/>
              </a:cxn>
              <a:cxn ang="0">
                <a:pos x="csX6015" y="csY6015"/>
              </a:cxn>
              <a:cxn ang="0">
                <a:pos x="csX6016" y="csY6016"/>
              </a:cxn>
              <a:cxn ang="0">
                <a:pos x="csX6017" y="csY6017"/>
              </a:cxn>
              <a:cxn ang="0">
                <a:pos x="csX6018" y="csY6018"/>
              </a:cxn>
              <a:cxn ang="0">
                <a:pos x="csX6019" y="csY6019"/>
              </a:cxn>
              <a:cxn ang="0">
                <a:pos x="csX6020" y="csY6020"/>
              </a:cxn>
              <a:cxn ang="0">
                <a:pos x="csX6021" y="csY6021"/>
              </a:cxn>
              <a:cxn ang="0">
                <a:pos x="csX6022" y="csY6022"/>
              </a:cxn>
              <a:cxn ang="0">
                <a:pos x="csX6023" y="csY6023"/>
              </a:cxn>
              <a:cxn ang="0">
                <a:pos x="csX6024" y="csY6024"/>
              </a:cxn>
              <a:cxn ang="0">
                <a:pos x="csX6025" y="csY6025"/>
              </a:cxn>
              <a:cxn ang="0">
                <a:pos x="csX6026" y="csY6026"/>
              </a:cxn>
              <a:cxn ang="0">
                <a:pos x="csX6027" y="csY6027"/>
              </a:cxn>
              <a:cxn ang="0">
                <a:pos x="csX6028" y="csY6028"/>
              </a:cxn>
              <a:cxn ang="0">
                <a:pos x="csX6029" y="csY6029"/>
              </a:cxn>
              <a:cxn ang="0">
                <a:pos x="csX6030" y="csY6030"/>
              </a:cxn>
              <a:cxn ang="0">
                <a:pos x="csX6031" y="csY6031"/>
              </a:cxn>
              <a:cxn ang="0">
                <a:pos x="csX6032" y="csY6032"/>
              </a:cxn>
              <a:cxn ang="0">
                <a:pos x="csX6033" y="csY6033"/>
              </a:cxn>
              <a:cxn ang="0">
                <a:pos x="csX6034" y="csY6034"/>
              </a:cxn>
              <a:cxn ang="0">
                <a:pos x="csX6035" y="csY6035"/>
              </a:cxn>
              <a:cxn ang="0">
                <a:pos x="csX6036" y="csY6036"/>
              </a:cxn>
              <a:cxn ang="0">
                <a:pos x="csX6037" y="csY6037"/>
              </a:cxn>
              <a:cxn ang="0">
                <a:pos x="csX6038" y="csY6038"/>
              </a:cxn>
              <a:cxn ang="0">
                <a:pos x="csX6039" y="csY6039"/>
              </a:cxn>
              <a:cxn ang="0">
                <a:pos x="csX6040" y="csY6040"/>
              </a:cxn>
              <a:cxn ang="0">
                <a:pos x="csX6041" y="csY6041"/>
              </a:cxn>
              <a:cxn ang="0">
                <a:pos x="csX6042" y="csY6042"/>
              </a:cxn>
              <a:cxn ang="0">
                <a:pos x="csX6043" y="csY6043"/>
              </a:cxn>
              <a:cxn ang="0">
                <a:pos x="csX6044" y="csY6044"/>
              </a:cxn>
              <a:cxn ang="0">
                <a:pos x="csX6045" y="csY6045"/>
              </a:cxn>
              <a:cxn ang="0">
                <a:pos x="csX6046" y="csY6046"/>
              </a:cxn>
              <a:cxn ang="0">
                <a:pos x="csX6047" y="csY6047"/>
              </a:cxn>
              <a:cxn ang="0">
                <a:pos x="csX6048" y="csY6048"/>
              </a:cxn>
              <a:cxn ang="0">
                <a:pos x="csX6049" y="csY6049"/>
              </a:cxn>
              <a:cxn ang="0">
                <a:pos x="csX6050" y="csY6050"/>
              </a:cxn>
              <a:cxn ang="0">
                <a:pos x="csX6051" y="csY6051"/>
              </a:cxn>
              <a:cxn ang="0">
                <a:pos x="csX6052" y="csY6052"/>
              </a:cxn>
              <a:cxn ang="0">
                <a:pos x="csX6053" y="csY6053"/>
              </a:cxn>
              <a:cxn ang="0">
                <a:pos x="csX6054" y="csY6054"/>
              </a:cxn>
              <a:cxn ang="0">
                <a:pos x="csX6055" y="csY6055"/>
              </a:cxn>
              <a:cxn ang="0">
                <a:pos x="csX6056" y="csY6056"/>
              </a:cxn>
              <a:cxn ang="0">
                <a:pos x="csX6057" y="csY6057"/>
              </a:cxn>
              <a:cxn ang="0">
                <a:pos x="csX6058" y="csY6058"/>
              </a:cxn>
              <a:cxn ang="0">
                <a:pos x="csX6059" y="csY6059"/>
              </a:cxn>
              <a:cxn ang="0">
                <a:pos x="csX6060" y="csY6060"/>
              </a:cxn>
              <a:cxn ang="0">
                <a:pos x="csX6061" y="csY6061"/>
              </a:cxn>
              <a:cxn ang="0">
                <a:pos x="csX6062" y="csY6062"/>
              </a:cxn>
              <a:cxn ang="0">
                <a:pos x="csX6063" y="csY6063"/>
              </a:cxn>
              <a:cxn ang="0">
                <a:pos x="csX6064" y="csY6064"/>
              </a:cxn>
              <a:cxn ang="0">
                <a:pos x="csX6065" y="csY6065"/>
              </a:cxn>
              <a:cxn ang="0">
                <a:pos x="csX6066" y="csY6066"/>
              </a:cxn>
              <a:cxn ang="0">
                <a:pos x="csX6067" y="csY6067"/>
              </a:cxn>
              <a:cxn ang="0">
                <a:pos x="csX6068" y="csY6068"/>
              </a:cxn>
              <a:cxn ang="0">
                <a:pos x="csX6069" y="csY6069"/>
              </a:cxn>
              <a:cxn ang="0">
                <a:pos x="csX6070" y="csY6070"/>
              </a:cxn>
              <a:cxn ang="0">
                <a:pos x="csX6071" y="csY6071"/>
              </a:cxn>
              <a:cxn ang="0">
                <a:pos x="csX6072" y="csY6072"/>
              </a:cxn>
              <a:cxn ang="0">
                <a:pos x="csX6073" y="csY6073"/>
              </a:cxn>
              <a:cxn ang="0">
                <a:pos x="csX6074" y="csY6074"/>
              </a:cxn>
              <a:cxn ang="0">
                <a:pos x="csX6075" y="csY6075"/>
              </a:cxn>
              <a:cxn ang="0">
                <a:pos x="csX6076" y="csY6076"/>
              </a:cxn>
              <a:cxn ang="0">
                <a:pos x="csX6077" y="csY6077"/>
              </a:cxn>
              <a:cxn ang="0">
                <a:pos x="csX6078" y="csY6078"/>
              </a:cxn>
              <a:cxn ang="0">
                <a:pos x="csX6079" y="csY6079"/>
              </a:cxn>
              <a:cxn ang="0">
                <a:pos x="csX6080" y="csY6080"/>
              </a:cxn>
              <a:cxn ang="0">
                <a:pos x="csX6081" y="csY6081"/>
              </a:cxn>
              <a:cxn ang="0">
                <a:pos x="csX6082" y="csY6082"/>
              </a:cxn>
              <a:cxn ang="0">
                <a:pos x="csX6083" y="csY6083"/>
              </a:cxn>
              <a:cxn ang="0">
                <a:pos x="csX6084" y="csY6084"/>
              </a:cxn>
              <a:cxn ang="0">
                <a:pos x="csX6085" y="csY6085"/>
              </a:cxn>
              <a:cxn ang="0">
                <a:pos x="csX6086" y="csY6086"/>
              </a:cxn>
              <a:cxn ang="0">
                <a:pos x="csX6087" y="csY6087"/>
              </a:cxn>
              <a:cxn ang="0">
                <a:pos x="csX6088" y="csY6088"/>
              </a:cxn>
              <a:cxn ang="0">
                <a:pos x="csX6089" y="csY6089"/>
              </a:cxn>
              <a:cxn ang="0">
                <a:pos x="csX6090" y="csY6090"/>
              </a:cxn>
              <a:cxn ang="0">
                <a:pos x="csX6091" y="csY6091"/>
              </a:cxn>
              <a:cxn ang="0">
                <a:pos x="csX6092" y="csY6092"/>
              </a:cxn>
              <a:cxn ang="0">
                <a:pos x="csX6093" y="csY6093"/>
              </a:cxn>
              <a:cxn ang="0">
                <a:pos x="csX6094" y="csY6094"/>
              </a:cxn>
              <a:cxn ang="0">
                <a:pos x="csX6095" y="csY6095"/>
              </a:cxn>
              <a:cxn ang="0">
                <a:pos x="csX6096" y="csY6096"/>
              </a:cxn>
              <a:cxn ang="0">
                <a:pos x="csX6097" y="csY6097"/>
              </a:cxn>
              <a:cxn ang="0">
                <a:pos x="csX6098" y="csY6098"/>
              </a:cxn>
              <a:cxn ang="0">
                <a:pos x="csX6099" y="csY6099"/>
              </a:cxn>
              <a:cxn ang="0">
                <a:pos x="csX6100" y="csY6100"/>
              </a:cxn>
              <a:cxn ang="0">
                <a:pos x="csX6101" y="csY6101"/>
              </a:cxn>
              <a:cxn ang="0">
                <a:pos x="csX6102" y="csY6102"/>
              </a:cxn>
              <a:cxn ang="0">
                <a:pos x="csX6103" y="csY6103"/>
              </a:cxn>
              <a:cxn ang="0">
                <a:pos x="csX6104" y="csY6104"/>
              </a:cxn>
              <a:cxn ang="0">
                <a:pos x="csX6105" y="csY6105"/>
              </a:cxn>
              <a:cxn ang="0">
                <a:pos x="csX6106" y="csY6106"/>
              </a:cxn>
              <a:cxn ang="0">
                <a:pos x="csX6107" y="csY6107"/>
              </a:cxn>
              <a:cxn ang="0">
                <a:pos x="csX6108" y="csY6108"/>
              </a:cxn>
              <a:cxn ang="0">
                <a:pos x="csX6109" y="csY6109"/>
              </a:cxn>
              <a:cxn ang="0">
                <a:pos x="csX6110" y="csY6110"/>
              </a:cxn>
              <a:cxn ang="0">
                <a:pos x="csX6111" y="csY6111"/>
              </a:cxn>
              <a:cxn ang="0">
                <a:pos x="csX6112" y="csY6112"/>
              </a:cxn>
              <a:cxn ang="0">
                <a:pos x="csX6113" y="csY6113"/>
              </a:cxn>
              <a:cxn ang="0">
                <a:pos x="csX6114" y="csY6114"/>
              </a:cxn>
              <a:cxn ang="0">
                <a:pos x="csX6115" y="csY6115"/>
              </a:cxn>
              <a:cxn ang="0">
                <a:pos x="csX6116" y="csY6116"/>
              </a:cxn>
              <a:cxn ang="0">
                <a:pos x="csX6117" y="csY6117"/>
              </a:cxn>
              <a:cxn ang="0">
                <a:pos x="csX6118" y="csY6118"/>
              </a:cxn>
              <a:cxn ang="0">
                <a:pos x="csX6119" y="csY6119"/>
              </a:cxn>
              <a:cxn ang="0">
                <a:pos x="csX6120" y="csY6120"/>
              </a:cxn>
              <a:cxn ang="0">
                <a:pos x="csX6121" y="csY6121"/>
              </a:cxn>
              <a:cxn ang="0">
                <a:pos x="csX6122" y="csY6122"/>
              </a:cxn>
              <a:cxn ang="0">
                <a:pos x="csX6123" y="csY6123"/>
              </a:cxn>
              <a:cxn ang="0">
                <a:pos x="csX6124" y="csY6124"/>
              </a:cxn>
              <a:cxn ang="0">
                <a:pos x="csX6125" y="csY6125"/>
              </a:cxn>
              <a:cxn ang="0">
                <a:pos x="csX6126" y="csY6126"/>
              </a:cxn>
              <a:cxn ang="0">
                <a:pos x="csX6127" y="csY6127"/>
              </a:cxn>
              <a:cxn ang="0">
                <a:pos x="csX6128" y="csY6128"/>
              </a:cxn>
              <a:cxn ang="0">
                <a:pos x="csX6129" y="csY6129"/>
              </a:cxn>
              <a:cxn ang="0">
                <a:pos x="csX6130" y="csY6130"/>
              </a:cxn>
              <a:cxn ang="0">
                <a:pos x="csX6131" y="csY6131"/>
              </a:cxn>
              <a:cxn ang="0">
                <a:pos x="csX6132" y="csY6132"/>
              </a:cxn>
              <a:cxn ang="0">
                <a:pos x="csX6133" y="csY6133"/>
              </a:cxn>
              <a:cxn ang="0">
                <a:pos x="csX6134" y="csY6134"/>
              </a:cxn>
              <a:cxn ang="0">
                <a:pos x="csX6135" y="csY6135"/>
              </a:cxn>
              <a:cxn ang="0">
                <a:pos x="csX6136" y="csY6136"/>
              </a:cxn>
              <a:cxn ang="0">
                <a:pos x="csX6137" y="csY6137"/>
              </a:cxn>
              <a:cxn ang="0">
                <a:pos x="csX6138" y="csY6138"/>
              </a:cxn>
              <a:cxn ang="0">
                <a:pos x="csX6139" y="csY6139"/>
              </a:cxn>
              <a:cxn ang="0">
                <a:pos x="csX6140" y="csY6140"/>
              </a:cxn>
              <a:cxn ang="0">
                <a:pos x="csX6141" y="csY6141"/>
              </a:cxn>
              <a:cxn ang="0">
                <a:pos x="csX6142" y="csY6142"/>
              </a:cxn>
              <a:cxn ang="0">
                <a:pos x="csX6143" y="csY6143"/>
              </a:cxn>
              <a:cxn ang="0">
                <a:pos x="csX6144" y="csY6144"/>
              </a:cxn>
              <a:cxn ang="0">
                <a:pos x="csX6145" y="csY6145"/>
              </a:cxn>
              <a:cxn ang="0">
                <a:pos x="csX6146" y="csY6146"/>
              </a:cxn>
              <a:cxn ang="0">
                <a:pos x="csX6147" y="csY6147"/>
              </a:cxn>
              <a:cxn ang="0">
                <a:pos x="csX6148" y="csY6148"/>
              </a:cxn>
              <a:cxn ang="0">
                <a:pos x="csX6149" y="csY6149"/>
              </a:cxn>
              <a:cxn ang="0">
                <a:pos x="csX6150" y="csY6150"/>
              </a:cxn>
              <a:cxn ang="0">
                <a:pos x="csX6151" y="csY6151"/>
              </a:cxn>
              <a:cxn ang="0">
                <a:pos x="csX6152" y="csY6152"/>
              </a:cxn>
              <a:cxn ang="0">
                <a:pos x="csX6153" y="csY6153"/>
              </a:cxn>
              <a:cxn ang="0">
                <a:pos x="csX6154" y="csY6154"/>
              </a:cxn>
              <a:cxn ang="0">
                <a:pos x="csX6155" y="csY6155"/>
              </a:cxn>
              <a:cxn ang="0">
                <a:pos x="csX6156" y="csY6156"/>
              </a:cxn>
              <a:cxn ang="0">
                <a:pos x="csX6157" y="csY6157"/>
              </a:cxn>
              <a:cxn ang="0">
                <a:pos x="csX6158" y="csY6158"/>
              </a:cxn>
              <a:cxn ang="0">
                <a:pos x="csX6159" y="csY6159"/>
              </a:cxn>
              <a:cxn ang="0">
                <a:pos x="csX6160" y="csY6160"/>
              </a:cxn>
              <a:cxn ang="0">
                <a:pos x="csX6161" y="csY6161"/>
              </a:cxn>
              <a:cxn ang="0">
                <a:pos x="csX6162" y="csY6162"/>
              </a:cxn>
              <a:cxn ang="0">
                <a:pos x="csX6163" y="csY6163"/>
              </a:cxn>
              <a:cxn ang="0">
                <a:pos x="csX6164" y="csY6164"/>
              </a:cxn>
              <a:cxn ang="0">
                <a:pos x="csX6165" y="csY6165"/>
              </a:cxn>
              <a:cxn ang="0">
                <a:pos x="csX6166" y="csY6166"/>
              </a:cxn>
              <a:cxn ang="0">
                <a:pos x="csX6167" y="csY6167"/>
              </a:cxn>
              <a:cxn ang="0">
                <a:pos x="csX6168" y="csY6168"/>
              </a:cxn>
              <a:cxn ang="0">
                <a:pos x="csX6169" y="csY6169"/>
              </a:cxn>
              <a:cxn ang="0">
                <a:pos x="csX6170" y="csY6170"/>
              </a:cxn>
              <a:cxn ang="0">
                <a:pos x="csX6171" y="csY6171"/>
              </a:cxn>
              <a:cxn ang="0">
                <a:pos x="csX6172" y="csY6172"/>
              </a:cxn>
              <a:cxn ang="0">
                <a:pos x="csX6173" y="csY6173"/>
              </a:cxn>
              <a:cxn ang="0">
                <a:pos x="csX6174" y="csY6174"/>
              </a:cxn>
              <a:cxn ang="0">
                <a:pos x="csX6175" y="csY6175"/>
              </a:cxn>
              <a:cxn ang="0">
                <a:pos x="csX6176" y="csY6176"/>
              </a:cxn>
              <a:cxn ang="0">
                <a:pos x="csX6177" y="csY6177"/>
              </a:cxn>
              <a:cxn ang="0">
                <a:pos x="csX6178" y="csY6178"/>
              </a:cxn>
              <a:cxn ang="0">
                <a:pos x="csX6179" y="csY6179"/>
              </a:cxn>
              <a:cxn ang="0">
                <a:pos x="csX6180" y="csY6180"/>
              </a:cxn>
              <a:cxn ang="0">
                <a:pos x="csX6181" y="csY6181"/>
              </a:cxn>
              <a:cxn ang="0">
                <a:pos x="csX6182" y="csY6182"/>
              </a:cxn>
              <a:cxn ang="0">
                <a:pos x="csX6183" y="csY6183"/>
              </a:cxn>
              <a:cxn ang="0">
                <a:pos x="csX6184" y="csY6184"/>
              </a:cxn>
              <a:cxn ang="0">
                <a:pos x="csX6185" y="csY6185"/>
              </a:cxn>
              <a:cxn ang="0">
                <a:pos x="csX6186" y="csY6186"/>
              </a:cxn>
              <a:cxn ang="0">
                <a:pos x="csX6187" y="csY6187"/>
              </a:cxn>
              <a:cxn ang="0">
                <a:pos x="csX6188" y="csY6188"/>
              </a:cxn>
              <a:cxn ang="0">
                <a:pos x="csX6189" y="csY6189"/>
              </a:cxn>
              <a:cxn ang="0">
                <a:pos x="csX6190" y="csY6190"/>
              </a:cxn>
              <a:cxn ang="0">
                <a:pos x="csX6191" y="csY6191"/>
              </a:cxn>
              <a:cxn ang="0">
                <a:pos x="csX6192" y="csY6192"/>
              </a:cxn>
              <a:cxn ang="0">
                <a:pos x="csX6193" y="csY6193"/>
              </a:cxn>
              <a:cxn ang="0">
                <a:pos x="csX6194" y="csY6194"/>
              </a:cxn>
              <a:cxn ang="0">
                <a:pos x="csX6195" y="csY6195"/>
              </a:cxn>
              <a:cxn ang="0">
                <a:pos x="csX6196" y="csY6196"/>
              </a:cxn>
              <a:cxn ang="0">
                <a:pos x="csX6197" y="csY6197"/>
              </a:cxn>
              <a:cxn ang="0">
                <a:pos x="csX6198" y="csY6198"/>
              </a:cxn>
              <a:cxn ang="0">
                <a:pos x="csX6199" y="csY6199"/>
              </a:cxn>
              <a:cxn ang="0">
                <a:pos x="csX6200" y="csY6200"/>
              </a:cxn>
              <a:cxn ang="0">
                <a:pos x="csX6201" y="csY6201"/>
              </a:cxn>
              <a:cxn ang="0">
                <a:pos x="csX6202" y="csY6202"/>
              </a:cxn>
              <a:cxn ang="0">
                <a:pos x="csX6203" y="csY6203"/>
              </a:cxn>
              <a:cxn ang="0">
                <a:pos x="csX6204" y="csY6204"/>
              </a:cxn>
              <a:cxn ang="0">
                <a:pos x="csX6205" y="csY6205"/>
              </a:cxn>
              <a:cxn ang="0">
                <a:pos x="csX6206" y="csY6206"/>
              </a:cxn>
              <a:cxn ang="0">
                <a:pos x="csX6207" y="csY6207"/>
              </a:cxn>
              <a:cxn ang="0">
                <a:pos x="csX6208" y="csY6208"/>
              </a:cxn>
              <a:cxn ang="0">
                <a:pos x="csX6209" y="csY6209"/>
              </a:cxn>
              <a:cxn ang="0">
                <a:pos x="csX6210" y="csY6210"/>
              </a:cxn>
              <a:cxn ang="0">
                <a:pos x="csX6211" y="csY6211"/>
              </a:cxn>
              <a:cxn ang="0">
                <a:pos x="csX6212" y="csY6212"/>
              </a:cxn>
              <a:cxn ang="0">
                <a:pos x="csX6213" y="csY6213"/>
              </a:cxn>
              <a:cxn ang="0">
                <a:pos x="csX6214" y="csY6214"/>
              </a:cxn>
              <a:cxn ang="0">
                <a:pos x="csX6215" y="csY6215"/>
              </a:cxn>
              <a:cxn ang="0">
                <a:pos x="csX6216" y="csY6216"/>
              </a:cxn>
              <a:cxn ang="0">
                <a:pos x="csX6217" y="csY6217"/>
              </a:cxn>
              <a:cxn ang="0">
                <a:pos x="csX6218" y="csY6218"/>
              </a:cxn>
              <a:cxn ang="0">
                <a:pos x="csX6219" y="csY6219"/>
              </a:cxn>
              <a:cxn ang="0">
                <a:pos x="csX6220" y="csY6220"/>
              </a:cxn>
              <a:cxn ang="0">
                <a:pos x="csX6221" y="csY6221"/>
              </a:cxn>
              <a:cxn ang="0">
                <a:pos x="csX6222" y="csY6222"/>
              </a:cxn>
              <a:cxn ang="0">
                <a:pos x="csX6223" y="csY6223"/>
              </a:cxn>
              <a:cxn ang="0">
                <a:pos x="csX6224" y="csY6224"/>
              </a:cxn>
              <a:cxn ang="0">
                <a:pos x="csX6225" y="csY6225"/>
              </a:cxn>
              <a:cxn ang="0">
                <a:pos x="csX6226" y="csY6226"/>
              </a:cxn>
              <a:cxn ang="0">
                <a:pos x="csX6227" y="csY6227"/>
              </a:cxn>
              <a:cxn ang="0">
                <a:pos x="csX6228" y="csY6228"/>
              </a:cxn>
              <a:cxn ang="0">
                <a:pos x="csX6229" y="csY6229"/>
              </a:cxn>
              <a:cxn ang="0">
                <a:pos x="csX6230" y="csY6230"/>
              </a:cxn>
              <a:cxn ang="0">
                <a:pos x="csX6231" y="csY6231"/>
              </a:cxn>
              <a:cxn ang="0">
                <a:pos x="csX6232" y="csY6232"/>
              </a:cxn>
              <a:cxn ang="0">
                <a:pos x="csX6233" y="csY6233"/>
              </a:cxn>
              <a:cxn ang="0">
                <a:pos x="csX6234" y="csY6234"/>
              </a:cxn>
              <a:cxn ang="0">
                <a:pos x="csX6235" y="csY6235"/>
              </a:cxn>
              <a:cxn ang="0">
                <a:pos x="csX6236" y="csY6236"/>
              </a:cxn>
              <a:cxn ang="0">
                <a:pos x="csX6237" y="csY6237"/>
              </a:cxn>
              <a:cxn ang="0">
                <a:pos x="csX6238" y="csY6238"/>
              </a:cxn>
              <a:cxn ang="0">
                <a:pos x="csX6239" y="csY6239"/>
              </a:cxn>
              <a:cxn ang="0">
                <a:pos x="csX6240" y="csY6240"/>
              </a:cxn>
              <a:cxn ang="0">
                <a:pos x="csX6241" y="csY6241"/>
              </a:cxn>
              <a:cxn ang="0">
                <a:pos x="csX6242" y="csY6242"/>
              </a:cxn>
              <a:cxn ang="0">
                <a:pos x="csX6243" y="csY6243"/>
              </a:cxn>
              <a:cxn ang="0">
                <a:pos x="csX6244" y="csY6244"/>
              </a:cxn>
              <a:cxn ang="0">
                <a:pos x="csX6245" y="csY6245"/>
              </a:cxn>
              <a:cxn ang="0">
                <a:pos x="csX6246" y="csY6246"/>
              </a:cxn>
              <a:cxn ang="0">
                <a:pos x="csX6247" y="csY6247"/>
              </a:cxn>
              <a:cxn ang="0">
                <a:pos x="csX6248" y="csY6248"/>
              </a:cxn>
              <a:cxn ang="0">
                <a:pos x="csX6249" y="csY6249"/>
              </a:cxn>
              <a:cxn ang="0">
                <a:pos x="csX6250" y="csY6250"/>
              </a:cxn>
              <a:cxn ang="0">
                <a:pos x="csX6251" y="csY6251"/>
              </a:cxn>
              <a:cxn ang="0">
                <a:pos x="csX6252" y="csY6252"/>
              </a:cxn>
              <a:cxn ang="0">
                <a:pos x="csX6253" y="csY6253"/>
              </a:cxn>
              <a:cxn ang="0">
                <a:pos x="csX6254" y="csY6254"/>
              </a:cxn>
              <a:cxn ang="0">
                <a:pos x="csX6255" y="csY6255"/>
              </a:cxn>
              <a:cxn ang="0">
                <a:pos x="csX6256" y="csY6256"/>
              </a:cxn>
              <a:cxn ang="0">
                <a:pos x="csX6257" y="csY6257"/>
              </a:cxn>
              <a:cxn ang="0">
                <a:pos x="csX6258" y="csY6258"/>
              </a:cxn>
              <a:cxn ang="0">
                <a:pos x="csX6259" y="csY6259"/>
              </a:cxn>
              <a:cxn ang="0">
                <a:pos x="csX6260" y="csY6260"/>
              </a:cxn>
              <a:cxn ang="0">
                <a:pos x="csX6261" y="csY6261"/>
              </a:cxn>
              <a:cxn ang="0">
                <a:pos x="csX6262" y="csY6262"/>
              </a:cxn>
              <a:cxn ang="0">
                <a:pos x="csX6263" y="csY6263"/>
              </a:cxn>
              <a:cxn ang="0">
                <a:pos x="csX6264" y="csY6264"/>
              </a:cxn>
              <a:cxn ang="0">
                <a:pos x="csX6265" y="csY6265"/>
              </a:cxn>
              <a:cxn ang="0">
                <a:pos x="csX6266" y="csY6266"/>
              </a:cxn>
              <a:cxn ang="0">
                <a:pos x="csX6267" y="csY6267"/>
              </a:cxn>
              <a:cxn ang="0">
                <a:pos x="csX6268" y="csY6268"/>
              </a:cxn>
              <a:cxn ang="0">
                <a:pos x="csX6269" y="csY6269"/>
              </a:cxn>
              <a:cxn ang="0">
                <a:pos x="csX6270" y="csY6270"/>
              </a:cxn>
              <a:cxn ang="0">
                <a:pos x="csX6271" y="csY6271"/>
              </a:cxn>
              <a:cxn ang="0">
                <a:pos x="csX6272" y="csY6272"/>
              </a:cxn>
              <a:cxn ang="0">
                <a:pos x="csX6273" y="csY6273"/>
              </a:cxn>
              <a:cxn ang="0">
                <a:pos x="csX6274" y="csY6274"/>
              </a:cxn>
              <a:cxn ang="0">
                <a:pos x="csX6275" y="csY6275"/>
              </a:cxn>
              <a:cxn ang="0">
                <a:pos x="csX6276" y="csY6276"/>
              </a:cxn>
              <a:cxn ang="0">
                <a:pos x="csX6277" y="csY6277"/>
              </a:cxn>
              <a:cxn ang="0">
                <a:pos x="csX6278" y="csY6278"/>
              </a:cxn>
              <a:cxn ang="0">
                <a:pos x="csX6279" y="csY6279"/>
              </a:cxn>
              <a:cxn ang="0">
                <a:pos x="csX6280" y="csY6280"/>
              </a:cxn>
              <a:cxn ang="0">
                <a:pos x="csX6281" y="csY6281"/>
              </a:cxn>
              <a:cxn ang="0">
                <a:pos x="csX6282" y="csY6282"/>
              </a:cxn>
              <a:cxn ang="0">
                <a:pos x="csX6283" y="csY6283"/>
              </a:cxn>
              <a:cxn ang="0">
                <a:pos x="csX6284" y="csY6284"/>
              </a:cxn>
              <a:cxn ang="0">
                <a:pos x="csX6285" y="csY6285"/>
              </a:cxn>
              <a:cxn ang="0">
                <a:pos x="csX6286" y="csY6286"/>
              </a:cxn>
              <a:cxn ang="0">
                <a:pos x="csX6287" y="csY6287"/>
              </a:cxn>
              <a:cxn ang="0">
                <a:pos x="csX6288" y="csY6288"/>
              </a:cxn>
              <a:cxn ang="0">
                <a:pos x="csX6289" y="csY6289"/>
              </a:cxn>
              <a:cxn ang="0">
                <a:pos x="csX6290" y="csY6290"/>
              </a:cxn>
              <a:cxn ang="0">
                <a:pos x="csX6291" y="csY6291"/>
              </a:cxn>
              <a:cxn ang="0">
                <a:pos x="csX6292" y="csY6292"/>
              </a:cxn>
              <a:cxn ang="0">
                <a:pos x="csX6293" y="csY6293"/>
              </a:cxn>
              <a:cxn ang="0">
                <a:pos x="csX6294" y="csY6294"/>
              </a:cxn>
              <a:cxn ang="0">
                <a:pos x="csX6295" y="csY6295"/>
              </a:cxn>
              <a:cxn ang="0">
                <a:pos x="csX6296" y="csY6296"/>
              </a:cxn>
              <a:cxn ang="0">
                <a:pos x="csX6297" y="csY6297"/>
              </a:cxn>
              <a:cxn ang="0">
                <a:pos x="csX6298" y="csY6298"/>
              </a:cxn>
              <a:cxn ang="0">
                <a:pos x="csX6299" y="csY6299"/>
              </a:cxn>
              <a:cxn ang="0">
                <a:pos x="csX6300" y="csY6300"/>
              </a:cxn>
              <a:cxn ang="0">
                <a:pos x="csX6301" y="csY6301"/>
              </a:cxn>
              <a:cxn ang="0">
                <a:pos x="csX6302" y="csY6302"/>
              </a:cxn>
              <a:cxn ang="0">
                <a:pos x="csX6303" y="csY6303"/>
              </a:cxn>
              <a:cxn ang="0">
                <a:pos x="csX6304" y="csY6304"/>
              </a:cxn>
              <a:cxn ang="0">
                <a:pos x="csX6305" y="csY6305"/>
              </a:cxn>
              <a:cxn ang="0">
                <a:pos x="csX6306" y="csY6306"/>
              </a:cxn>
              <a:cxn ang="0">
                <a:pos x="csX6307" y="csY6307"/>
              </a:cxn>
              <a:cxn ang="0">
                <a:pos x="csX6308" y="csY6308"/>
              </a:cxn>
              <a:cxn ang="0">
                <a:pos x="csX6309" y="csY6309"/>
              </a:cxn>
              <a:cxn ang="0">
                <a:pos x="csX6310" y="csY6310"/>
              </a:cxn>
              <a:cxn ang="0">
                <a:pos x="csX6311" y="csY6311"/>
              </a:cxn>
              <a:cxn ang="0">
                <a:pos x="csX6312" y="csY6312"/>
              </a:cxn>
              <a:cxn ang="0">
                <a:pos x="csX6313" y="csY6313"/>
              </a:cxn>
              <a:cxn ang="0">
                <a:pos x="csX6314" y="csY6314"/>
              </a:cxn>
              <a:cxn ang="0">
                <a:pos x="csX6315" y="csY6315"/>
              </a:cxn>
              <a:cxn ang="0">
                <a:pos x="csX6316" y="csY6316"/>
              </a:cxn>
              <a:cxn ang="0">
                <a:pos x="csX6317" y="csY6317"/>
              </a:cxn>
              <a:cxn ang="0">
                <a:pos x="csX6318" y="csY6318"/>
              </a:cxn>
              <a:cxn ang="0">
                <a:pos x="csX6319" y="csY6319"/>
              </a:cxn>
              <a:cxn ang="0">
                <a:pos x="csX6320" y="csY6320"/>
              </a:cxn>
              <a:cxn ang="0">
                <a:pos x="csX6321" y="csY6321"/>
              </a:cxn>
              <a:cxn ang="0">
                <a:pos x="csX6322" y="csY6322"/>
              </a:cxn>
              <a:cxn ang="0">
                <a:pos x="csX6323" y="csY6323"/>
              </a:cxn>
              <a:cxn ang="0">
                <a:pos x="csX6324" y="csY6324"/>
              </a:cxn>
              <a:cxn ang="0">
                <a:pos x="csX6325" y="csY6325"/>
              </a:cxn>
              <a:cxn ang="0">
                <a:pos x="csX6326" y="csY6326"/>
              </a:cxn>
              <a:cxn ang="0">
                <a:pos x="csX6327" y="csY6327"/>
              </a:cxn>
              <a:cxn ang="0">
                <a:pos x="csX6328" y="csY6328"/>
              </a:cxn>
              <a:cxn ang="0">
                <a:pos x="csX6329" y="csY6329"/>
              </a:cxn>
              <a:cxn ang="0">
                <a:pos x="csX6330" y="csY6330"/>
              </a:cxn>
              <a:cxn ang="0">
                <a:pos x="csX6331" y="csY6331"/>
              </a:cxn>
              <a:cxn ang="0">
                <a:pos x="csX6332" y="csY6332"/>
              </a:cxn>
              <a:cxn ang="0">
                <a:pos x="csX6333" y="csY6333"/>
              </a:cxn>
              <a:cxn ang="0">
                <a:pos x="csX6334" y="csY6334"/>
              </a:cxn>
              <a:cxn ang="0">
                <a:pos x="csX6335" y="csY6335"/>
              </a:cxn>
              <a:cxn ang="0">
                <a:pos x="csX6336" y="csY6336"/>
              </a:cxn>
              <a:cxn ang="0">
                <a:pos x="csX6337" y="csY6337"/>
              </a:cxn>
              <a:cxn ang="0">
                <a:pos x="csX6338" y="csY6338"/>
              </a:cxn>
              <a:cxn ang="0">
                <a:pos x="csX6339" y="csY6339"/>
              </a:cxn>
              <a:cxn ang="0">
                <a:pos x="csX6340" y="csY6340"/>
              </a:cxn>
              <a:cxn ang="0">
                <a:pos x="csX6341" y="csY6341"/>
              </a:cxn>
              <a:cxn ang="0">
                <a:pos x="csX6342" y="csY6342"/>
              </a:cxn>
              <a:cxn ang="0">
                <a:pos x="csX6343" y="csY6343"/>
              </a:cxn>
              <a:cxn ang="0">
                <a:pos x="csX6344" y="csY6344"/>
              </a:cxn>
              <a:cxn ang="0">
                <a:pos x="csX6345" y="csY6345"/>
              </a:cxn>
              <a:cxn ang="0">
                <a:pos x="csX6346" y="csY6346"/>
              </a:cxn>
              <a:cxn ang="0">
                <a:pos x="csX6347" y="csY6347"/>
              </a:cxn>
              <a:cxn ang="0">
                <a:pos x="csX6348" y="csY6348"/>
              </a:cxn>
              <a:cxn ang="0">
                <a:pos x="csX6349" y="csY6349"/>
              </a:cxn>
              <a:cxn ang="0">
                <a:pos x="csX6350" y="csY6350"/>
              </a:cxn>
              <a:cxn ang="0">
                <a:pos x="csX6351" y="csY6351"/>
              </a:cxn>
              <a:cxn ang="0">
                <a:pos x="csX6352" y="csY6352"/>
              </a:cxn>
              <a:cxn ang="0">
                <a:pos x="csX6353" y="csY6353"/>
              </a:cxn>
              <a:cxn ang="0">
                <a:pos x="csX6354" y="csY6354"/>
              </a:cxn>
              <a:cxn ang="0">
                <a:pos x="csX6355" y="csY6355"/>
              </a:cxn>
              <a:cxn ang="0">
                <a:pos x="csX6356" y="csY6356"/>
              </a:cxn>
              <a:cxn ang="0">
                <a:pos x="csX6357" y="csY6357"/>
              </a:cxn>
              <a:cxn ang="0">
                <a:pos x="csX6358" y="csY6358"/>
              </a:cxn>
              <a:cxn ang="0">
                <a:pos x="csX6359" y="csY6359"/>
              </a:cxn>
              <a:cxn ang="0">
                <a:pos x="csX6360" y="csY6360"/>
              </a:cxn>
              <a:cxn ang="0">
                <a:pos x="csX6361" y="csY6361"/>
              </a:cxn>
              <a:cxn ang="0">
                <a:pos x="csX6362" y="csY6362"/>
              </a:cxn>
              <a:cxn ang="0">
                <a:pos x="csX6363" y="csY6363"/>
              </a:cxn>
              <a:cxn ang="0">
                <a:pos x="csX6364" y="csY6364"/>
              </a:cxn>
              <a:cxn ang="0">
                <a:pos x="csX6365" y="csY6365"/>
              </a:cxn>
              <a:cxn ang="0">
                <a:pos x="csX6366" y="csY6366"/>
              </a:cxn>
              <a:cxn ang="0">
                <a:pos x="csX6367" y="csY6367"/>
              </a:cxn>
              <a:cxn ang="0">
                <a:pos x="csX6368" y="csY6368"/>
              </a:cxn>
              <a:cxn ang="0">
                <a:pos x="csX6369" y="csY6369"/>
              </a:cxn>
              <a:cxn ang="0">
                <a:pos x="csX6370" y="csY6370"/>
              </a:cxn>
              <a:cxn ang="0">
                <a:pos x="csX6371" y="csY6371"/>
              </a:cxn>
              <a:cxn ang="0">
                <a:pos x="csX6372" y="csY6372"/>
              </a:cxn>
              <a:cxn ang="0">
                <a:pos x="csX6373" y="csY6373"/>
              </a:cxn>
              <a:cxn ang="0">
                <a:pos x="csX6374" y="csY6374"/>
              </a:cxn>
              <a:cxn ang="0">
                <a:pos x="csX6375" y="csY6375"/>
              </a:cxn>
              <a:cxn ang="0">
                <a:pos x="csX6376" y="csY6376"/>
              </a:cxn>
              <a:cxn ang="0">
                <a:pos x="csX6377" y="csY6377"/>
              </a:cxn>
              <a:cxn ang="0">
                <a:pos x="csX6378" y="csY6378"/>
              </a:cxn>
              <a:cxn ang="0">
                <a:pos x="csX6379" y="csY6379"/>
              </a:cxn>
              <a:cxn ang="0">
                <a:pos x="csX6380" y="csY6380"/>
              </a:cxn>
              <a:cxn ang="0">
                <a:pos x="csX6381" y="csY6381"/>
              </a:cxn>
              <a:cxn ang="0">
                <a:pos x="csX6382" y="csY6382"/>
              </a:cxn>
              <a:cxn ang="0">
                <a:pos x="csX6383" y="csY6383"/>
              </a:cxn>
              <a:cxn ang="0">
                <a:pos x="csX6384" y="csY6384"/>
              </a:cxn>
              <a:cxn ang="0">
                <a:pos x="csX6385" y="csY6385"/>
              </a:cxn>
              <a:cxn ang="0">
                <a:pos x="csX6386" y="csY6386"/>
              </a:cxn>
              <a:cxn ang="0">
                <a:pos x="csX6387" y="csY6387"/>
              </a:cxn>
              <a:cxn ang="0">
                <a:pos x="csX6388" y="csY6388"/>
              </a:cxn>
              <a:cxn ang="0">
                <a:pos x="csX6389" y="csY6389"/>
              </a:cxn>
              <a:cxn ang="0">
                <a:pos x="csX6390" y="csY6390"/>
              </a:cxn>
              <a:cxn ang="0">
                <a:pos x="csX6391" y="csY6391"/>
              </a:cxn>
              <a:cxn ang="0">
                <a:pos x="csX6392" y="csY6392"/>
              </a:cxn>
              <a:cxn ang="0">
                <a:pos x="csX6393" y="csY6393"/>
              </a:cxn>
              <a:cxn ang="0">
                <a:pos x="csX6394" y="csY6394"/>
              </a:cxn>
              <a:cxn ang="0">
                <a:pos x="csX6395" y="csY6395"/>
              </a:cxn>
              <a:cxn ang="0">
                <a:pos x="csX6396" y="csY6396"/>
              </a:cxn>
              <a:cxn ang="0">
                <a:pos x="csX6397" y="csY6397"/>
              </a:cxn>
              <a:cxn ang="0">
                <a:pos x="csX6398" y="csY6398"/>
              </a:cxn>
              <a:cxn ang="0">
                <a:pos x="csX6399" y="csY6399"/>
              </a:cxn>
              <a:cxn ang="0">
                <a:pos x="csX6400" y="csY6400"/>
              </a:cxn>
              <a:cxn ang="0">
                <a:pos x="csX6401" y="csY6401"/>
              </a:cxn>
              <a:cxn ang="0">
                <a:pos x="csX6402" y="csY6402"/>
              </a:cxn>
              <a:cxn ang="0">
                <a:pos x="csX6403" y="csY6403"/>
              </a:cxn>
              <a:cxn ang="0">
                <a:pos x="csX6404" y="csY6404"/>
              </a:cxn>
              <a:cxn ang="0">
                <a:pos x="csX6405" y="csY6405"/>
              </a:cxn>
              <a:cxn ang="0">
                <a:pos x="csX6406" y="csY6406"/>
              </a:cxn>
              <a:cxn ang="0">
                <a:pos x="csX6407" y="csY6407"/>
              </a:cxn>
              <a:cxn ang="0">
                <a:pos x="csX6408" y="csY6408"/>
              </a:cxn>
              <a:cxn ang="0">
                <a:pos x="csX6409" y="csY6409"/>
              </a:cxn>
              <a:cxn ang="0">
                <a:pos x="csX6410" y="csY6410"/>
              </a:cxn>
              <a:cxn ang="0">
                <a:pos x="csX6411" y="csY6411"/>
              </a:cxn>
              <a:cxn ang="0">
                <a:pos x="csX6412" y="csY6412"/>
              </a:cxn>
              <a:cxn ang="0">
                <a:pos x="csX6413" y="csY6413"/>
              </a:cxn>
              <a:cxn ang="0">
                <a:pos x="csX6414" y="csY6414"/>
              </a:cxn>
              <a:cxn ang="0">
                <a:pos x="csX6415" y="csY6415"/>
              </a:cxn>
              <a:cxn ang="0">
                <a:pos x="csX6416" y="csY6416"/>
              </a:cxn>
              <a:cxn ang="0">
                <a:pos x="csX6417" y="csY6417"/>
              </a:cxn>
              <a:cxn ang="0">
                <a:pos x="csX6418" y="csY6418"/>
              </a:cxn>
              <a:cxn ang="0">
                <a:pos x="csX6419" y="csY6419"/>
              </a:cxn>
              <a:cxn ang="0">
                <a:pos x="csX6420" y="csY6420"/>
              </a:cxn>
              <a:cxn ang="0">
                <a:pos x="csX6421" y="csY6421"/>
              </a:cxn>
              <a:cxn ang="0">
                <a:pos x="csX6422" y="csY6422"/>
              </a:cxn>
              <a:cxn ang="0">
                <a:pos x="csX6423" y="csY6423"/>
              </a:cxn>
              <a:cxn ang="0">
                <a:pos x="csX6424" y="csY6424"/>
              </a:cxn>
              <a:cxn ang="0">
                <a:pos x="csX6425" y="csY6425"/>
              </a:cxn>
              <a:cxn ang="0">
                <a:pos x="csX6426" y="csY6426"/>
              </a:cxn>
              <a:cxn ang="0">
                <a:pos x="csX6427" y="csY6427"/>
              </a:cxn>
              <a:cxn ang="0">
                <a:pos x="csX6428" y="csY6428"/>
              </a:cxn>
              <a:cxn ang="0">
                <a:pos x="csX6429" y="csY6429"/>
              </a:cxn>
              <a:cxn ang="0">
                <a:pos x="csX6430" y="csY6430"/>
              </a:cxn>
              <a:cxn ang="0">
                <a:pos x="csX6431" y="csY6431"/>
              </a:cxn>
              <a:cxn ang="0">
                <a:pos x="csX6432" y="csY6432"/>
              </a:cxn>
              <a:cxn ang="0">
                <a:pos x="csX6433" y="csY6433"/>
              </a:cxn>
              <a:cxn ang="0">
                <a:pos x="csX6434" y="csY6434"/>
              </a:cxn>
              <a:cxn ang="0">
                <a:pos x="csX6435" y="csY6435"/>
              </a:cxn>
              <a:cxn ang="0">
                <a:pos x="csX6436" y="csY6436"/>
              </a:cxn>
              <a:cxn ang="0">
                <a:pos x="csX6437" y="csY6437"/>
              </a:cxn>
              <a:cxn ang="0">
                <a:pos x="csX6438" y="csY6438"/>
              </a:cxn>
              <a:cxn ang="0">
                <a:pos x="csX6439" y="csY6439"/>
              </a:cxn>
              <a:cxn ang="0">
                <a:pos x="csX6440" y="csY6440"/>
              </a:cxn>
              <a:cxn ang="0">
                <a:pos x="csX6441" y="csY6441"/>
              </a:cxn>
              <a:cxn ang="0">
                <a:pos x="csX6442" y="csY6442"/>
              </a:cxn>
              <a:cxn ang="0">
                <a:pos x="csX6443" y="csY6443"/>
              </a:cxn>
              <a:cxn ang="0">
                <a:pos x="csX6444" y="csY6444"/>
              </a:cxn>
              <a:cxn ang="0">
                <a:pos x="csX6445" y="csY6445"/>
              </a:cxn>
              <a:cxn ang="0">
                <a:pos x="csX6446" y="csY6446"/>
              </a:cxn>
              <a:cxn ang="0">
                <a:pos x="csX6447" y="csY6447"/>
              </a:cxn>
              <a:cxn ang="0">
                <a:pos x="csX6448" y="csY6448"/>
              </a:cxn>
              <a:cxn ang="0">
                <a:pos x="csX6449" y="csY6449"/>
              </a:cxn>
              <a:cxn ang="0">
                <a:pos x="csX6450" y="csY6450"/>
              </a:cxn>
              <a:cxn ang="0">
                <a:pos x="csX6451" y="csY6451"/>
              </a:cxn>
              <a:cxn ang="0">
                <a:pos x="csX6452" y="csY6452"/>
              </a:cxn>
              <a:cxn ang="0">
                <a:pos x="csX6453" y="csY6453"/>
              </a:cxn>
              <a:cxn ang="0">
                <a:pos x="csX6454" y="csY6454"/>
              </a:cxn>
              <a:cxn ang="0">
                <a:pos x="csX6455" y="csY6455"/>
              </a:cxn>
              <a:cxn ang="0">
                <a:pos x="csX6456" y="csY6456"/>
              </a:cxn>
              <a:cxn ang="0">
                <a:pos x="csX6457" y="csY6457"/>
              </a:cxn>
              <a:cxn ang="0">
                <a:pos x="csX6458" y="csY6458"/>
              </a:cxn>
              <a:cxn ang="0">
                <a:pos x="csX6459" y="csY6459"/>
              </a:cxn>
              <a:cxn ang="0">
                <a:pos x="csX6460" y="csY6460"/>
              </a:cxn>
              <a:cxn ang="0">
                <a:pos x="csX6461" y="csY6461"/>
              </a:cxn>
              <a:cxn ang="0">
                <a:pos x="csX6462" y="csY6462"/>
              </a:cxn>
              <a:cxn ang="0">
                <a:pos x="csX6463" y="csY6463"/>
              </a:cxn>
              <a:cxn ang="0">
                <a:pos x="csX6464" y="csY6464"/>
              </a:cxn>
              <a:cxn ang="0">
                <a:pos x="csX6465" y="csY6465"/>
              </a:cxn>
              <a:cxn ang="0">
                <a:pos x="csX6466" y="csY6466"/>
              </a:cxn>
              <a:cxn ang="0">
                <a:pos x="csX6467" y="csY6467"/>
              </a:cxn>
              <a:cxn ang="0">
                <a:pos x="csX6468" y="csY6468"/>
              </a:cxn>
              <a:cxn ang="0">
                <a:pos x="csX6469" y="csY6469"/>
              </a:cxn>
              <a:cxn ang="0">
                <a:pos x="csX6470" y="csY6470"/>
              </a:cxn>
              <a:cxn ang="0">
                <a:pos x="csX6471" y="csY6471"/>
              </a:cxn>
              <a:cxn ang="0">
                <a:pos x="csX6472" y="csY6472"/>
              </a:cxn>
              <a:cxn ang="0">
                <a:pos x="csX6473" y="csY6473"/>
              </a:cxn>
              <a:cxn ang="0">
                <a:pos x="csX6474" y="csY6474"/>
              </a:cxn>
              <a:cxn ang="0">
                <a:pos x="csX6475" y="csY6475"/>
              </a:cxn>
              <a:cxn ang="0">
                <a:pos x="csX6476" y="csY6476"/>
              </a:cxn>
              <a:cxn ang="0">
                <a:pos x="csX6477" y="csY6477"/>
              </a:cxn>
              <a:cxn ang="0">
                <a:pos x="csX6478" y="csY6478"/>
              </a:cxn>
              <a:cxn ang="0">
                <a:pos x="csX6479" y="csY6479"/>
              </a:cxn>
              <a:cxn ang="0">
                <a:pos x="csX6480" y="csY6480"/>
              </a:cxn>
              <a:cxn ang="0">
                <a:pos x="csX6481" y="csY6481"/>
              </a:cxn>
              <a:cxn ang="0">
                <a:pos x="csX6482" y="csY6482"/>
              </a:cxn>
              <a:cxn ang="0">
                <a:pos x="csX6483" y="csY6483"/>
              </a:cxn>
              <a:cxn ang="0">
                <a:pos x="csX6484" y="csY6484"/>
              </a:cxn>
              <a:cxn ang="0">
                <a:pos x="csX6485" y="csY6485"/>
              </a:cxn>
              <a:cxn ang="0">
                <a:pos x="csX6486" y="csY6486"/>
              </a:cxn>
              <a:cxn ang="0">
                <a:pos x="csX6487" y="csY6487"/>
              </a:cxn>
              <a:cxn ang="0">
                <a:pos x="csX6488" y="csY6488"/>
              </a:cxn>
              <a:cxn ang="0">
                <a:pos x="csX6489" y="csY6489"/>
              </a:cxn>
              <a:cxn ang="0">
                <a:pos x="csX6490" y="csY6490"/>
              </a:cxn>
              <a:cxn ang="0">
                <a:pos x="csX6491" y="csY6491"/>
              </a:cxn>
              <a:cxn ang="0">
                <a:pos x="csX6492" y="csY6492"/>
              </a:cxn>
              <a:cxn ang="0">
                <a:pos x="csX6493" y="csY6493"/>
              </a:cxn>
              <a:cxn ang="0">
                <a:pos x="csX6494" y="csY6494"/>
              </a:cxn>
              <a:cxn ang="0">
                <a:pos x="csX6495" y="csY6495"/>
              </a:cxn>
              <a:cxn ang="0">
                <a:pos x="csX6496" y="csY6496"/>
              </a:cxn>
              <a:cxn ang="0">
                <a:pos x="csX6497" y="csY6497"/>
              </a:cxn>
              <a:cxn ang="0">
                <a:pos x="csX6498" y="csY6498"/>
              </a:cxn>
              <a:cxn ang="0">
                <a:pos x="csX6499" y="csY6499"/>
              </a:cxn>
              <a:cxn ang="0">
                <a:pos x="csX6500" y="csY6500"/>
              </a:cxn>
              <a:cxn ang="0">
                <a:pos x="csX6501" y="csY6501"/>
              </a:cxn>
              <a:cxn ang="0">
                <a:pos x="csX6502" y="csY6502"/>
              </a:cxn>
              <a:cxn ang="0">
                <a:pos x="csX6503" y="csY6503"/>
              </a:cxn>
              <a:cxn ang="0">
                <a:pos x="csX6504" y="csY6504"/>
              </a:cxn>
              <a:cxn ang="0">
                <a:pos x="csX6505" y="csY6505"/>
              </a:cxn>
              <a:cxn ang="0">
                <a:pos x="csX6506" y="csY6506"/>
              </a:cxn>
              <a:cxn ang="0">
                <a:pos x="csX6507" y="csY6507"/>
              </a:cxn>
              <a:cxn ang="0">
                <a:pos x="csX6508" y="csY6508"/>
              </a:cxn>
              <a:cxn ang="0">
                <a:pos x="csX6509" y="csY6509"/>
              </a:cxn>
              <a:cxn ang="0">
                <a:pos x="csX6510" y="csY6510"/>
              </a:cxn>
              <a:cxn ang="0">
                <a:pos x="csX6511" y="csY6511"/>
              </a:cxn>
              <a:cxn ang="0">
                <a:pos x="csX6512" y="csY6512"/>
              </a:cxn>
              <a:cxn ang="0">
                <a:pos x="csX6513" y="csY6513"/>
              </a:cxn>
              <a:cxn ang="0">
                <a:pos x="csX6514" y="csY6514"/>
              </a:cxn>
              <a:cxn ang="0">
                <a:pos x="csX6515" y="csY6515"/>
              </a:cxn>
              <a:cxn ang="0">
                <a:pos x="csX6516" y="csY6516"/>
              </a:cxn>
              <a:cxn ang="0">
                <a:pos x="csX6517" y="csY6517"/>
              </a:cxn>
              <a:cxn ang="0">
                <a:pos x="csX6518" y="csY6518"/>
              </a:cxn>
              <a:cxn ang="0">
                <a:pos x="csX6519" y="csY6519"/>
              </a:cxn>
              <a:cxn ang="0">
                <a:pos x="csX6520" y="csY6520"/>
              </a:cxn>
              <a:cxn ang="0">
                <a:pos x="csX6521" y="csY6521"/>
              </a:cxn>
              <a:cxn ang="0">
                <a:pos x="csX6522" y="csY6522"/>
              </a:cxn>
              <a:cxn ang="0">
                <a:pos x="csX6523" y="csY6523"/>
              </a:cxn>
              <a:cxn ang="0">
                <a:pos x="csX6524" y="csY6524"/>
              </a:cxn>
              <a:cxn ang="0">
                <a:pos x="csX6525" y="csY6525"/>
              </a:cxn>
              <a:cxn ang="0">
                <a:pos x="csX6526" y="csY6526"/>
              </a:cxn>
              <a:cxn ang="0">
                <a:pos x="csX6527" y="csY6527"/>
              </a:cxn>
              <a:cxn ang="0">
                <a:pos x="csX6528" y="csY6528"/>
              </a:cxn>
              <a:cxn ang="0">
                <a:pos x="csX6529" y="csY6529"/>
              </a:cxn>
              <a:cxn ang="0">
                <a:pos x="csX6530" y="csY6530"/>
              </a:cxn>
              <a:cxn ang="0">
                <a:pos x="csX6531" y="csY6531"/>
              </a:cxn>
              <a:cxn ang="0">
                <a:pos x="csX6532" y="csY6532"/>
              </a:cxn>
              <a:cxn ang="0">
                <a:pos x="csX6533" y="csY6533"/>
              </a:cxn>
              <a:cxn ang="0">
                <a:pos x="csX6534" y="csY6534"/>
              </a:cxn>
              <a:cxn ang="0">
                <a:pos x="csX6535" y="csY6535"/>
              </a:cxn>
              <a:cxn ang="0">
                <a:pos x="csX6536" y="csY6536"/>
              </a:cxn>
              <a:cxn ang="0">
                <a:pos x="csX6537" y="csY6537"/>
              </a:cxn>
              <a:cxn ang="0">
                <a:pos x="csX6538" y="csY6538"/>
              </a:cxn>
              <a:cxn ang="0">
                <a:pos x="csX6539" y="csY6539"/>
              </a:cxn>
              <a:cxn ang="0">
                <a:pos x="csX6540" y="csY6540"/>
              </a:cxn>
              <a:cxn ang="0">
                <a:pos x="csX6541" y="csY6541"/>
              </a:cxn>
              <a:cxn ang="0">
                <a:pos x="csX6542" y="csY6542"/>
              </a:cxn>
              <a:cxn ang="0">
                <a:pos x="csX6543" y="csY6543"/>
              </a:cxn>
              <a:cxn ang="0">
                <a:pos x="csX6544" y="csY6544"/>
              </a:cxn>
              <a:cxn ang="0">
                <a:pos x="csX6545" y="csY6545"/>
              </a:cxn>
              <a:cxn ang="0">
                <a:pos x="csX6546" y="csY6546"/>
              </a:cxn>
              <a:cxn ang="0">
                <a:pos x="csX6547" y="csY6547"/>
              </a:cxn>
              <a:cxn ang="0">
                <a:pos x="csX6548" y="csY6548"/>
              </a:cxn>
              <a:cxn ang="0">
                <a:pos x="csX6549" y="csY6549"/>
              </a:cxn>
              <a:cxn ang="0">
                <a:pos x="csX6550" y="csY6550"/>
              </a:cxn>
              <a:cxn ang="0">
                <a:pos x="csX6551" y="csY6551"/>
              </a:cxn>
              <a:cxn ang="0">
                <a:pos x="csX6552" y="csY6552"/>
              </a:cxn>
              <a:cxn ang="0">
                <a:pos x="csX6553" y="csY6553"/>
              </a:cxn>
              <a:cxn ang="0">
                <a:pos x="csX6554" y="csY6554"/>
              </a:cxn>
              <a:cxn ang="0">
                <a:pos x="csX6555" y="csY6555"/>
              </a:cxn>
              <a:cxn ang="0">
                <a:pos x="csX6556" y="csY6556"/>
              </a:cxn>
              <a:cxn ang="0">
                <a:pos x="csX6557" y="csY6557"/>
              </a:cxn>
              <a:cxn ang="0">
                <a:pos x="csX6558" y="csY6558"/>
              </a:cxn>
              <a:cxn ang="0">
                <a:pos x="csX6559" y="csY6559"/>
              </a:cxn>
              <a:cxn ang="0">
                <a:pos x="csX6560" y="csY6560"/>
              </a:cxn>
              <a:cxn ang="0">
                <a:pos x="csX6561" y="csY6561"/>
              </a:cxn>
              <a:cxn ang="0">
                <a:pos x="csX6562" y="csY6562"/>
              </a:cxn>
              <a:cxn ang="0">
                <a:pos x="csX6563" y="csY6563"/>
              </a:cxn>
              <a:cxn ang="0">
                <a:pos x="csX6564" y="csY6564"/>
              </a:cxn>
              <a:cxn ang="0">
                <a:pos x="csX6565" y="csY6565"/>
              </a:cxn>
              <a:cxn ang="0">
                <a:pos x="csX6566" y="csY6566"/>
              </a:cxn>
              <a:cxn ang="0">
                <a:pos x="csX6567" y="csY6567"/>
              </a:cxn>
              <a:cxn ang="0">
                <a:pos x="csX6568" y="csY6568"/>
              </a:cxn>
              <a:cxn ang="0">
                <a:pos x="csX6569" y="csY6569"/>
              </a:cxn>
              <a:cxn ang="0">
                <a:pos x="csX6570" y="csY6570"/>
              </a:cxn>
              <a:cxn ang="0">
                <a:pos x="csX6571" y="csY6571"/>
              </a:cxn>
              <a:cxn ang="0">
                <a:pos x="csX6572" y="csY6572"/>
              </a:cxn>
              <a:cxn ang="0">
                <a:pos x="csX6573" y="csY6573"/>
              </a:cxn>
              <a:cxn ang="0">
                <a:pos x="csX6574" y="csY6574"/>
              </a:cxn>
              <a:cxn ang="0">
                <a:pos x="csX6575" y="csY6575"/>
              </a:cxn>
              <a:cxn ang="0">
                <a:pos x="csX6576" y="csY6576"/>
              </a:cxn>
              <a:cxn ang="0">
                <a:pos x="csX6577" y="csY6577"/>
              </a:cxn>
              <a:cxn ang="0">
                <a:pos x="csX6578" y="csY6578"/>
              </a:cxn>
              <a:cxn ang="0">
                <a:pos x="csX6579" y="csY6579"/>
              </a:cxn>
              <a:cxn ang="0">
                <a:pos x="csX6580" y="csY6580"/>
              </a:cxn>
              <a:cxn ang="0">
                <a:pos x="csX6581" y="csY6581"/>
              </a:cxn>
              <a:cxn ang="0">
                <a:pos x="csX6582" y="csY6582"/>
              </a:cxn>
              <a:cxn ang="0">
                <a:pos x="csX6583" y="csY6583"/>
              </a:cxn>
              <a:cxn ang="0">
                <a:pos x="csX6584" y="csY6584"/>
              </a:cxn>
              <a:cxn ang="0">
                <a:pos x="csX6585" y="csY6585"/>
              </a:cxn>
              <a:cxn ang="0">
                <a:pos x="csX6586" y="csY6586"/>
              </a:cxn>
              <a:cxn ang="0">
                <a:pos x="csX6587" y="csY6587"/>
              </a:cxn>
              <a:cxn ang="0">
                <a:pos x="csX6588" y="csY6588"/>
              </a:cxn>
              <a:cxn ang="0">
                <a:pos x="csX6589" y="csY6589"/>
              </a:cxn>
              <a:cxn ang="0">
                <a:pos x="csX6590" y="csY6590"/>
              </a:cxn>
              <a:cxn ang="0">
                <a:pos x="csX6591" y="csY6591"/>
              </a:cxn>
              <a:cxn ang="0">
                <a:pos x="csX6592" y="csY6592"/>
              </a:cxn>
              <a:cxn ang="0">
                <a:pos x="csX6593" y="csY6593"/>
              </a:cxn>
              <a:cxn ang="0">
                <a:pos x="csX6594" y="csY6594"/>
              </a:cxn>
              <a:cxn ang="0">
                <a:pos x="csX6595" y="csY6595"/>
              </a:cxn>
              <a:cxn ang="0">
                <a:pos x="csX6596" y="csY6596"/>
              </a:cxn>
              <a:cxn ang="0">
                <a:pos x="csX6597" y="csY6597"/>
              </a:cxn>
              <a:cxn ang="0">
                <a:pos x="csX6598" y="csY6598"/>
              </a:cxn>
              <a:cxn ang="0">
                <a:pos x="csX6599" y="csY6599"/>
              </a:cxn>
              <a:cxn ang="0">
                <a:pos x="csX6600" y="csY6600"/>
              </a:cxn>
              <a:cxn ang="0">
                <a:pos x="csX6601" y="csY6601"/>
              </a:cxn>
              <a:cxn ang="0">
                <a:pos x="csX6602" y="csY6602"/>
              </a:cxn>
              <a:cxn ang="0">
                <a:pos x="csX6603" y="csY6603"/>
              </a:cxn>
              <a:cxn ang="0">
                <a:pos x="csX6604" y="csY6604"/>
              </a:cxn>
              <a:cxn ang="0">
                <a:pos x="csX6605" y="csY6605"/>
              </a:cxn>
              <a:cxn ang="0">
                <a:pos x="csX6606" y="csY6606"/>
              </a:cxn>
              <a:cxn ang="0">
                <a:pos x="csX6607" y="csY6607"/>
              </a:cxn>
              <a:cxn ang="0">
                <a:pos x="csX6608" y="csY6608"/>
              </a:cxn>
              <a:cxn ang="0">
                <a:pos x="csX6609" y="csY6609"/>
              </a:cxn>
              <a:cxn ang="0">
                <a:pos x="csX6610" y="csY6610"/>
              </a:cxn>
              <a:cxn ang="0">
                <a:pos x="csX6611" y="csY6611"/>
              </a:cxn>
              <a:cxn ang="0">
                <a:pos x="csX6612" y="csY6612"/>
              </a:cxn>
              <a:cxn ang="0">
                <a:pos x="csX6613" y="csY6613"/>
              </a:cxn>
              <a:cxn ang="0">
                <a:pos x="csX6614" y="csY6614"/>
              </a:cxn>
              <a:cxn ang="0">
                <a:pos x="csX6615" y="csY6615"/>
              </a:cxn>
              <a:cxn ang="0">
                <a:pos x="csX6616" y="csY6616"/>
              </a:cxn>
              <a:cxn ang="0">
                <a:pos x="csX6617" y="csY6617"/>
              </a:cxn>
              <a:cxn ang="0">
                <a:pos x="csX6618" y="csY6618"/>
              </a:cxn>
              <a:cxn ang="0">
                <a:pos x="csX6619" y="csY6619"/>
              </a:cxn>
              <a:cxn ang="0">
                <a:pos x="csX6620" y="csY6620"/>
              </a:cxn>
              <a:cxn ang="0">
                <a:pos x="csX6621" y="csY6621"/>
              </a:cxn>
              <a:cxn ang="0">
                <a:pos x="csX6622" y="csY6622"/>
              </a:cxn>
              <a:cxn ang="0">
                <a:pos x="csX6623" y="csY6623"/>
              </a:cxn>
              <a:cxn ang="0">
                <a:pos x="csX6624" y="csY6624"/>
              </a:cxn>
              <a:cxn ang="0">
                <a:pos x="csX6625" y="csY6625"/>
              </a:cxn>
              <a:cxn ang="0">
                <a:pos x="csX6626" y="csY6626"/>
              </a:cxn>
              <a:cxn ang="0">
                <a:pos x="csX6627" y="csY6627"/>
              </a:cxn>
              <a:cxn ang="0">
                <a:pos x="csX6628" y="csY6628"/>
              </a:cxn>
              <a:cxn ang="0">
                <a:pos x="csX6629" y="csY6629"/>
              </a:cxn>
              <a:cxn ang="0">
                <a:pos x="csX6630" y="csY6630"/>
              </a:cxn>
              <a:cxn ang="0">
                <a:pos x="csX6631" y="csY6631"/>
              </a:cxn>
              <a:cxn ang="0">
                <a:pos x="csX6632" y="csY6632"/>
              </a:cxn>
              <a:cxn ang="0">
                <a:pos x="csX6633" y="csY6633"/>
              </a:cxn>
              <a:cxn ang="0">
                <a:pos x="csX6634" y="csY6634"/>
              </a:cxn>
              <a:cxn ang="0">
                <a:pos x="csX6635" y="csY6635"/>
              </a:cxn>
              <a:cxn ang="0">
                <a:pos x="csX6636" y="csY6636"/>
              </a:cxn>
              <a:cxn ang="0">
                <a:pos x="csX6637" y="csY6637"/>
              </a:cxn>
              <a:cxn ang="0">
                <a:pos x="csX6638" y="csY6638"/>
              </a:cxn>
              <a:cxn ang="0">
                <a:pos x="csX6639" y="csY6639"/>
              </a:cxn>
              <a:cxn ang="0">
                <a:pos x="csX6640" y="csY6640"/>
              </a:cxn>
              <a:cxn ang="0">
                <a:pos x="csX6641" y="csY6641"/>
              </a:cxn>
              <a:cxn ang="0">
                <a:pos x="csX6642" y="csY6642"/>
              </a:cxn>
              <a:cxn ang="0">
                <a:pos x="csX6643" y="csY6643"/>
              </a:cxn>
              <a:cxn ang="0">
                <a:pos x="csX6644" y="csY6644"/>
              </a:cxn>
              <a:cxn ang="0">
                <a:pos x="csX6645" y="csY6645"/>
              </a:cxn>
              <a:cxn ang="0">
                <a:pos x="csX6646" y="csY6646"/>
              </a:cxn>
              <a:cxn ang="0">
                <a:pos x="csX6647" y="csY6647"/>
              </a:cxn>
              <a:cxn ang="0">
                <a:pos x="csX6648" y="csY6648"/>
              </a:cxn>
              <a:cxn ang="0">
                <a:pos x="csX6649" y="csY6649"/>
              </a:cxn>
              <a:cxn ang="0">
                <a:pos x="csX6650" y="csY6650"/>
              </a:cxn>
              <a:cxn ang="0">
                <a:pos x="csX6651" y="csY6651"/>
              </a:cxn>
              <a:cxn ang="0">
                <a:pos x="csX6652" y="csY6652"/>
              </a:cxn>
              <a:cxn ang="0">
                <a:pos x="csX6653" y="csY6653"/>
              </a:cxn>
              <a:cxn ang="0">
                <a:pos x="csX6654" y="csY6654"/>
              </a:cxn>
              <a:cxn ang="0">
                <a:pos x="csX6655" y="csY6655"/>
              </a:cxn>
              <a:cxn ang="0">
                <a:pos x="csX6656" y="csY6656"/>
              </a:cxn>
              <a:cxn ang="0">
                <a:pos x="csX6657" y="csY6657"/>
              </a:cxn>
              <a:cxn ang="0">
                <a:pos x="csX6658" y="csY6658"/>
              </a:cxn>
              <a:cxn ang="0">
                <a:pos x="csX6659" y="csY6659"/>
              </a:cxn>
              <a:cxn ang="0">
                <a:pos x="csX6660" y="csY6660"/>
              </a:cxn>
              <a:cxn ang="0">
                <a:pos x="csX6661" y="csY6661"/>
              </a:cxn>
              <a:cxn ang="0">
                <a:pos x="csX6662" y="csY6662"/>
              </a:cxn>
              <a:cxn ang="0">
                <a:pos x="csX6663" y="csY6663"/>
              </a:cxn>
              <a:cxn ang="0">
                <a:pos x="csX6664" y="csY6664"/>
              </a:cxn>
              <a:cxn ang="0">
                <a:pos x="csX6665" y="csY6665"/>
              </a:cxn>
              <a:cxn ang="0">
                <a:pos x="csX6666" y="csY6666"/>
              </a:cxn>
              <a:cxn ang="0">
                <a:pos x="csX6667" y="csY6667"/>
              </a:cxn>
              <a:cxn ang="0">
                <a:pos x="csX6668" y="csY6668"/>
              </a:cxn>
              <a:cxn ang="0">
                <a:pos x="csX6669" y="csY6669"/>
              </a:cxn>
              <a:cxn ang="0">
                <a:pos x="csX6670" y="csY6670"/>
              </a:cxn>
              <a:cxn ang="0">
                <a:pos x="csX6671" y="csY6671"/>
              </a:cxn>
              <a:cxn ang="0">
                <a:pos x="csX6672" y="csY6672"/>
              </a:cxn>
              <a:cxn ang="0">
                <a:pos x="csX6673" y="csY6673"/>
              </a:cxn>
              <a:cxn ang="0">
                <a:pos x="csX6674" y="csY6674"/>
              </a:cxn>
              <a:cxn ang="0">
                <a:pos x="csX6675" y="csY6675"/>
              </a:cxn>
              <a:cxn ang="0">
                <a:pos x="csX6676" y="csY6676"/>
              </a:cxn>
              <a:cxn ang="0">
                <a:pos x="csX6677" y="csY6677"/>
              </a:cxn>
              <a:cxn ang="0">
                <a:pos x="csX6678" y="csY6678"/>
              </a:cxn>
              <a:cxn ang="0">
                <a:pos x="csX6679" y="csY6679"/>
              </a:cxn>
              <a:cxn ang="0">
                <a:pos x="csX6680" y="csY6680"/>
              </a:cxn>
              <a:cxn ang="0">
                <a:pos x="csX6681" y="csY6681"/>
              </a:cxn>
              <a:cxn ang="0">
                <a:pos x="csX6682" y="csY6682"/>
              </a:cxn>
              <a:cxn ang="0">
                <a:pos x="csX6683" y="csY6683"/>
              </a:cxn>
              <a:cxn ang="0">
                <a:pos x="csX6684" y="csY6684"/>
              </a:cxn>
              <a:cxn ang="0">
                <a:pos x="csX6685" y="csY6685"/>
              </a:cxn>
              <a:cxn ang="0">
                <a:pos x="csX6686" y="csY6686"/>
              </a:cxn>
              <a:cxn ang="0">
                <a:pos x="csX6687" y="csY6687"/>
              </a:cxn>
              <a:cxn ang="0">
                <a:pos x="csX6688" y="csY6688"/>
              </a:cxn>
              <a:cxn ang="0">
                <a:pos x="csX6689" y="csY6689"/>
              </a:cxn>
              <a:cxn ang="0">
                <a:pos x="csX6690" y="csY6690"/>
              </a:cxn>
              <a:cxn ang="0">
                <a:pos x="csX6691" y="csY6691"/>
              </a:cxn>
              <a:cxn ang="0">
                <a:pos x="csX6692" y="csY6692"/>
              </a:cxn>
              <a:cxn ang="0">
                <a:pos x="csX6693" y="csY6693"/>
              </a:cxn>
              <a:cxn ang="0">
                <a:pos x="csX6694" y="csY6694"/>
              </a:cxn>
              <a:cxn ang="0">
                <a:pos x="csX6695" y="csY6695"/>
              </a:cxn>
              <a:cxn ang="0">
                <a:pos x="csX6696" y="csY6696"/>
              </a:cxn>
              <a:cxn ang="0">
                <a:pos x="csX6697" y="csY6697"/>
              </a:cxn>
              <a:cxn ang="0">
                <a:pos x="csX6698" y="csY6698"/>
              </a:cxn>
              <a:cxn ang="0">
                <a:pos x="csX6699" y="csY6699"/>
              </a:cxn>
              <a:cxn ang="0">
                <a:pos x="csX6700" y="csY6700"/>
              </a:cxn>
              <a:cxn ang="0">
                <a:pos x="csX6701" y="csY6701"/>
              </a:cxn>
              <a:cxn ang="0">
                <a:pos x="csX6702" y="csY6702"/>
              </a:cxn>
              <a:cxn ang="0">
                <a:pos x="csX6703" y="csY6703"/>
              </a:cxn>
              <a:cxn ang="0">
                <a:pos x="csX6704" y="csY6704"/>
              </a:cxn>
              <a:cxn ang="0">
                <a:pos x="csX6705" y="csY6705"/>
              </a:cxn>
              <a:cxn ang="0">
                <a:pos x="csX6706" y="csY6706"/>
              </a:cxn>
              <a:cxn ang="0">
                <a:pos x="csX6707" y="csY6707"/>
              </a:cxn>
              <a:cxn ang="0">
                <a:pos x="csX6708" y="csY6708"/>
              </a:cxn>
              <a:cxn ang="0">
                <a:pos x="csX6709" y="csY6709"/>
              </a:cxn>
              <a:cxn ang="0">
                <a:pos x="csX6710" y="csY6710"/>
              </a:cxn>
              <a:cxn ang="0">
                <a:pos x="csX6711" y="csY6711"/>
              </a:cxn>
              <a:cxn ang="0">
                <a:pos x="csX6712" y="csY6712"/>
              </a:cxn>
              <a:cxn ang="0">
                <a:pos x="csX6713" y="csY6713"/>
              </a:cxn>
              <a:cxn ang="0">
                <a:pos x="csX6714" y="csY6714"/>
              </a:cxn>
              <a:cxn ang="0">
                <a:pos x="csX6715" y="csY6715"/>
              </a:cxn>
              <a:cxn ang="0">
                <a:pos x="csX6716" y="csY6716"/>
              </a:cxn>
              <a:cxn ang="0">
                <a:pos x="csX6717" y="csY6717"/>
              </a:cxn>
              <a:cxn ang="0">
                <a:pos x="csX6718" y="csY6718"/>
              </a:cxn>
              <a:cxn ang="0">
                <a:pos x="csX6719" y="csY6719"/>
              </a:cxn>
              <a:cxn ang="0">
                <a:pos x="csX6720" y="csY6720"/>
              </a:cxn>
              <a:cxn ang="0">
                <a:pos x="csX6721" y="csY6721"/>
              </a:cxn>
              <a:cxn ang="0">
                <a:pos x="csX6722" y="csY6722"/>
              </a:cxn>
              <a:cxn ang="0">
                <a:pos x="csX6723" y="csY6723"/>
              </a:cxn>
              <a:cxn ang="0">
                <a:pos x="csX6724" y="csY6724"/>
              </a:cxn>
              <a:cxn ang="0">
                <a:pos x="csX6725" y="csY6725"/>
              </a:cxn>
              <a:cxn ang="0">
                <a:pos x="csX6726" y="csY6726"/>
              </a:cxn>
              <a:cxn ang="0">
                <a:pos x="csX6727" y="csY6727"/>
              </a:cxn>
              <a:cxn ang="0">
                <a:pos x="csX6728" y="csY6728"/>
              </a:cxn>
              <a:cxn ang="0">
                <a:pos x="csX6729" y="csY6729"/>
              </a:cxn>
              <a:cxn ang="0">
                <a:pos x="csX6730" y="csY6730"/>
              </a:cxn>
              <a:cxn ang="0">
                <a:pos x="csX6731" y="csY6731"/>
              </a:cxn>
              <a:cxn ang="0">
                <a:pos x="csX6732" y="csY6732"/>
              </a:cxn>
              <a:cxn ang="0">
                <a:pos x="csX6733" y="csY6733"/>
              </a:cxn>
              <a:cxn ang="0">
                <a:pos x="csX6734" y="csY6734"/>
              </a:cxn>
              <a:cxn ang="0">
                <a:pos x="csX6735" y="csY6735"/>
              </a:cxn>
              <a:cxn ang="0">
                <a:pos x="csX6736" y="csY6736"/>
              </a:cxn>
              <a:cxn ang="0">
                <a:pos x="csX6737" y="csY6737"/>
              </a:cxn>
              <a:cxn ang="0">
                <a:pos x="csX6738" y="csY6738"/>
              </a:cxn>
              <a:cxn ang="0">
                <a:pos x="csX6739" y="csY6739"/>
              </a:cxn>
              <a:cxn ang="0">
                <a:pos x="csX6740" y="csY6740"/>
              </a:cxn>
              <a:cxn ang="0">
                <a:pos x="csX6741" y="csY6741"/>
              </a:cxn>
              <a:cxn ang="0">
                <a:pos x="csX6742" y="csY6742"/>
              </a:cxn>
              <a:cxn ang="0">
                <a:pos x="csX6743" y="csY6743"/>
              </a:cxn>
              <a:cxn ang="0">
                <a:pos x="csX6744" y="csY6744"/>
              </a:cxn>
              <a:cxn ang="0">
                <a:pos x="csX6745" y="csY6745"/>
              </a:cxn>
              <a:cxn ang="0">
                <a:pos x="csX6746" y="csY6746"/>
              </a:cxn>
              <a:cxn ang="0">
                <a:pos x="csX6747" y="csY6747"/>
              </a:cxn>
              <a:cxn ang="0">
                <a:pos x="csX6748" y="csY6748"/>
              </a:cxn>
              <a:cxn ang="0">
                <a:pos x="csX6749" y="csY6749"/>
              </a:cxn>
              <a:cxn ang="0">
                <a:pos x="csX6750" y="csY6750"/>
              </a:cxn>
              <a:cxn ang="0">
                <a:pos x="csX6751" y="csY6751"/>
              </a:cxn>
              <a:cxn ang="0">
                <a:pos x="csX6752" y="csY6752"/>
              </a:cxn>
              <a:cxn ang="0">
                <a:pos x="csX6753" y="csY6753"/>
              </a:cxn>
              <a:cxn ang="0">
                <a:pos x="csX6754" y="csY6754"/>
              </a:cxn>
              <a:cxn ang="0">
                <a:pos x="csX6755" y="csY6755"/>
              </a:cxn>
              <a:cxn ang="0">
                <a:pos x="csX6756" y="csY6756"/>
              </a:cxn>
              <a:cxn ang="0">
                <a:pos x="csX6757" y="csY6757"/>
              </a:cxn>
              <a:cxn ang="0">
                <a:pos x="csX6758" y="csY6758"/>
              </a:cxn>
              <a:cxn ang="0">
                <a:pos x="csX6759" y="csY6759"/>
              </a:cxn>
              <a:cxn ang="0">
                <a:pos x="csX6760" y="csY6760"/>
              </a:cxn>
              <a:cxn ang="0">
                <a:pos x="csX6761" y="csY6761"/>
              </a:cxn>
              <a:cxn ang="0">
                <a:pos x="csX6762" y="csY6762"/>
              </a:cxn>
              <a:cxn ang="0">
                <a:pos x="csX6763" y="csY6763"/>
              </a:cxn>
              <a:cxn ang="0">
                <a:pos x="csX6764" y="csY6764"/>
              </a:cxn>
              <a:cxn ang="0">
                <a:pos x="csX6765" y="csY6765"/>
              </a:cxn>
              <a:cxn ang="0">
                <a:pos x="csX6766" y="csY6766"/>
              </a:cxn>
              <a:cxn ang="0">
                <a:pos x="csX6767" y="csY6767"/>
              </a:cxn>
              <a:cxn ang="0">
                <a:pos x="csX6768" y="csY6768"/>
              </a:cxn>
              <a:cxn ang="0">
                <a:pos x="csX6769" y="csY6769"/>
              </a:cxn>
              <a:cxn ang="0">
                <a:pos x="csX6770" y="csY6770"/>
              </a:cxn>
              <a:cxn ang="0">
                <a:pos x="csX6771" y="csY6771"/>
              </a:cxn>
              <a:cxn ang="0">
                <a:pos x="csX6772" y="csY6772"/>
              </a:cxn>
              <a:cxn ang="0">
                <a:pos x="csX6773" y="csY6773"/>
              </a:cxn>
              <a:cxn ang="0">
                <a:pos x="csX6774" y="csY6774"/>
              </a:cxn>
              <a:cxn ang="0">
                <a:pos x="csX6775" y="csY6775"/>
              </a:cxn>
              <a:cxn ang="0">
                <a:pos x="csX6776" y="csY6776"/>
              </a:cxn>
              <a:cxn ang="0">
                <a:pos x="csX6777" y="csY6777"/>
              </a:cxn>
              <a:cxn ang="0">
                <a:pos x="csX6778" y="csY6778"/>
              </a:cxn>
              <a:cxn ang="0">
                <a:pos x="csX6779" y="csY6779"/>
              </a:cxn>
              <a:cxn ang="0">
                <a:pos x="csX6780" y="csY6780"/>
              </a:cxn>
              <a:cxn ang="0">
                <a:pos x="csX6781" y="csY6781"/>
              </a:cxn>
              <a:cxn ang="0">
                <a:pos x="csX6782" y="csY6782"/>
              </a:cxn>
              <a:cxn ang="0">
                <a:pos x="csX6783" y="csY6783"/>
              </a:cxn>
              <a:cxn ang="0">
                <a:pos x="csX6784" y="csY6784"/>
              </a:cxn>
              <a:cxn ang="0">
                <a:pos x="csX6785" y="csY6785"/>
              </a:cxn>
              <a:cxn ang="0">
                <a:pos x="csX6786" y="csY6786"/>
              </a:cxn>
              <a:cxn ang="0">
                <a:pos x="csX6787" y="csY6787"/>
              </a:cxn>
              <a:cxn ang="0">
                <a:pos x="csX6788" y="csY6788"/>
              </a:cxn>
              <a:cxn ang="0">
                <a:pos x="csX6789" y="csY6789"/>
              </a:cxn>
              <a:cxn ang="0">
                <a:pos x="csX6790" y="csY6790"/>
              </a:cxn>
              <a:cxn ang="0">
                <a:pos x="csX6791" y="csY6791"/>
              </a:cxn>
              <a:cxn ang="0">
                <a:pos x="csX6792" y="csY6792"/>
              </a:cxn>
              <a:cxn ang="0">
                <a:pos x="csX6793" y="csY6793"/>
              </a:cxn>
              <a:cxn ang="0">
                <a:pos x="csX6794" y="csY6794"/>
              </a:cxn>
              <a:cxn ang="0">
                <a:pos x="csX6795" y="csY6795"/>
              </a:cxn>
              <a:cxn ang="0">
                <a:pos x="csX6796" y="csY6796"/>
              </a:cxn>
              <a:cxn ang="0">
                <a:pos x="csX6797" y="csY6797"/>
              </a:cxn>
              <a:cxn ang="0">
                <a:pos x="csX6798" y="csY6798"/>
              </a:cxn>
              <a:cxn ang="0">
                <a:pos x="csX6799" y="csY6799"/>
              </a:cxn>
              <a:cxn ang="0">
                <a:pos x="csX6800" y="csY6800"/>
              </a:cxn>
              <a:cxn ang="0">
                <a:pos x="csX6801" y="csY6801"/>
              </a:cxn>
              <a:cxn ang="0">
                <a:pos x="csX6802" y="csY6802"/>
              </a:cxn>
              <a:cxn ang="0">
                <a:pos x="csX6803" y="csY6803"/>
              </a:cxn>
              <a:cxn ang="0">
                <a:pos x="csX6804" y="csY6804"/>
              </a:cxn>
              <a:cxn ang="0">
                <a:pos x="csX6805" y="csY6805"/>
              </a:cxn>
              <a:cxn ang="0">
                <a:pos x="csX6806" y="csY6806"/>
              </a:cxn>
              <a:cxn ang="0">
                <a:pos x="csX6807" y="csY6807"/>
              </a:cxn>
              <a:cxn ang="0">
                <a:pos x="csX6808" y="csY6808"/>
              </a:cxn>
              <a:cxn ang="0">
                <a:pos x="csX6809" y="csY6809"/>
              </a:cxn>
              <a:cxn ang="0">
                <a:pos x="csX6810" y="csY6810"/>
              </a:cxn>
              <a:cxn ang="0">
                <a:pos x="csX6811" y="csY6811"/>
              </a:cxn>
              <a:cxn ang="0">
                <a:pos x="csX6812" y="csY6812"/>
              </a:cxn>
              <a:cxn ang="0">
                <a:pos x="csX6813" y="csY6813"/>
              </a:cxn>
              <a:cxn ang="0">
                <a:pos x="csX6814" y="csY6814"/>
              </a:cxn>
              <a:cxn ang="0">
                <a:pos x="csX6815" y="csY6815"/>
              </a:cxn>
              <a:cxn ang="0">
                <a:pos x="csX6816" y="csY6816"/>
              </a:cxn>
              <a:cxn ang="0">
                <a:pos x="csX6817" y="csY6817"/>
              </a:cxn>
              <a:cxn ang="0">
                <a:pos x="csX6818" y="csY6818"/>
              </a:cxn>
              <a:cxn ang="0">
                <a:pos x="csX6819" y="csY6819"/>
              </a:cxn>
              <a:cxn ang="0">
                <a:pos x="csX6820" y="csY6820"/>
              </a:cxn>
              <a:cxn ang="0">
                <a:pos x="csX6821" y="csY6821"/>
              </a:cxn>
              <a:cxn ang="0">
                <a:pos x="csX6822" y="csY6822"/>
              </a:cxn>
              <a:cxn ang="0">
                <a:pos x="csX6823" y="csY6823"/>
              </a:cxn>
              <a:cxn ang="0">
                <a:pos x="csX6824" y="csY6824"/>
              </a:cxn>
              <a:cxn ang="0">
                <a:pos x="csX6825" y="csY6825"/>
              </a:cxn>
              <a:cxn ang="0">
                <a:pos x="csX6826" y="csY6826"/>
              </a:cxn>
              <a:cxn ang="0">
                <a:pos x="csX6827" y="csY6827"/>
              </a:cxn>
              <a:cxn ang="0">
                <a:pos x="csX6828" y="csY6828"/>
              </a:cxn>
              <a:cxn ang="0">
                <a:pos x="csX6829" y="csY6829"/>
              </a:cxn>
              <a:cxn ang="0">
                <a:pos x="csX6830" y="csY6830"/>
              </a:cxn>
              <a:cxn ang="0">
                <a:pos x="csX6831" y="csY6831"/>
              </a:cxn>
              <a:cxn ang="0">
                <a:pos x="csX6832" y="csY6832"/>
              </a:cxn>
              <a:cxn ang="0">
                <a:pos x="csX6833" y="csY6833"/>
              </a:cxn>
              <a:cxn ang="0">
                <a:pos x="csX6834" y="csY6834"/>
              </a:cxn>
              <a:cxn ang="0">
                <a:pos x="csX6835" y="csY6835"/>
              </a:cxn>
              <a:cxn ang="0">
                <a:pos x="csX6836" y="csY6836"/>
              </a:cxn>
              <a:cxn ang="0">
                <a:pos x="csX6837" y="csY6837"/>
              </a:cxn>
              <a:cxn ang="0">
                <a:pos x="csX6838" y="csY6838"/>
              </a:cxn>
              <a:cxn ang="0">
                <a:pos x="csX6839" y="csY6839"/>
              </a:cxn>
              <a:cxn ang="0">
                <a:pos x="csX6840" y="csY6840"/>
              </a:cxn>
              <a:cxn ang="0">
                <a:pos x="csX6841" y="csY6841"/>
              </a:cxn>
              <a:cxn ang="0">
                <a:pos x="csX6842" y="csY6842"/>
              </a:cxn>
              <a:cxn ang="0">
                <a:pos x="csX6843" y="csY6843"/>
              </a:cxn>
              <a:cxn ang="0">
                <a:pos x="csX6844" y="csY6844"/>
              </a:cxn>
              <a:cxn ang="0">
                <a:pos x="csX6845" y="csY6845"/>
              </a:cxn>
              <a:cxn ang="0">
                <a:pos x="csX6846" y="csY6846"/>
              </a:cxn>
              <a:cxn ang="0">
                <a:pos x="csX6847" y="csY6847"/>
              </a:cxn>
              <a:cxn ang="0">
                <a:pos x="csX6848" y="csY6848"/>
              </a:cxn>
              <a:cxn ang="0">
                <a:pos x="csX6849" y="csY6849"/>
              </a:cxn>
              <a:cxn ang="0">
                <a:pos x="csX6850" y="csY6850"/>
              </a:cxn>
              <a:cxn ang="0">
                <a:pos x="csX6851" y="csY6851"/>
              </a:cxn>
              <a:cxn ang="0">
                <a:pos x="csX6852" y="csY6852"/>
              </a:cxn>
              <a:cxn ang="0">
                <a:pos x="csX6853" y="csY6853"/>
              </a:cxn>
              <a:cxn ang="0">
                <a:pos x="csX6854" y="csY6854"/>
              </a:cxn>
              <a:cxn ang="0">
                <a:pos x="csX6855" y="csY6855"/>
              </a:cxn>
              <a:cxn ang="0">
                <a:pos x="csX6856" y="csY6856"/>
              </a:cxn>
              <a:cxn ang="0">
                <a:pos x="csX6857" y="csY6857"/>
              </a:cxn>
              <a:cxn ang="0">
                <a:pos x="csX6858" y="csY6858"/>
              </a:cxn>
              <a:cxn ang="0">
                <a:pos x="csX6859" y="csY6859"/>
              </a:cxn>
              <a:cxn ang="0">
                <a:pos x="csX6860" y="csY6860"/>
              </a:cxn>
              <a:cxn ang="0">
                <a:pos x="csX6861" y="csY6861"/>
              </a:cxn>
              <a:cxn ang="0">
                <a:pos x="csX6862" y="csY6862"/>
              </a:cxn>
              <a:cxn ang="0">
                <a:pos x="csX6863" y="csY6863"/>
              </a:cxn>
              <a:cxn ang="0">
                <a:pos x="csX6864" y="csY6864"/>
              </a:cxn>
              <a:cxn ang="0">
                <a:pos x="csX6865" y="csY6865"/>
              </a:cxn>
              <a:cxn ang="0">
                <a:pos x="csX6866" y="csY6866"/>
              </a:cxn>
              <a:cxn ang="0">
                <a:pos x="csX6867" y="csY6867"/>
              </a:cxn>
              <a:cxn ang="0">
                <a:pos x="csX6868" y="csY6868"/>
              </a:cxn>
              <a:cxn ang="0">
                <a:pos x="csX6869" y="csY6869"/>
              </a:cxn>
              <a:cxn ang="0">
                <a:pos x="csX6870" y="csY6870"/>
              </a:cxn>
              <a:cxn ang="0">
                <a:pos x="csX6871" y="csY6871"/>
              </a:cxn>
              <a:cxn ang="0">
                <a:pos x="csX6872" y="csY6872"/>
              </a:cxn>
              <a:cxn ang="0">
                <a:pos x="csX6873" y="csY6873"/>
              </a:cxn>
              <a:cxn ang="0">
                <a:pos x="csX6874" y="csY6874"/>
              </a:cxn>
              <a:cxn ang="0">
                <a:pos x="csX6875" y="csY6875"/>
              </a:cxn>
              <a:cxn ang="0">
                <a:pos x="csX6876" y="csY6876"/>
              </a:cxn>
              <a:cxn ang="0">
                <a:pos x="csX6877" y="csY6877"/>
              </a:cxn>
              <a:cxn ang="0">
                <a:pos x="csX6878" y="csY6878"/>
              </a:cxn>
              <a:cxn ang="0">
                <a:pos x="csX6879" y="csY6879"/>
              </a:cxn>
              <a:cxn ang="0">
                <a:pos x="csX6880" y="csY6880"/>
              </a:cxn>
              <a:cxn ang="0">
                <a:pos x="csX6881" y="csY6881"/>
              </a:cxn>
              <a:cxn ang="0">
                <a:pos x="csX6882" y="csY6882"/>
              </a:cxn>
              <a:cxn ang="0">
                <a:pos x="csX6883" y="csY6883"/>
              </a:cxn>
              <a:cxn ang="0">
                <a:pos x="csX6884" y="csY6884"/>
              </a:cxn>
              <a:cxn ang="0">
                <a:pos x="csX6885" y="csY6885"/>
              </a:cxn>
              <a:cxn ang="0">
                <a:pos x="csX6886" y="csY6886"/>
              </a:cxn>
              <a:cxn ang="0">
                <a:pos x="csX6887" y="csY6887"/>
              </a:cxn>
              <a:cxn ang="0">
                <a:pos x="csX6888" y="csY6888"/>
              </a:cxn>
              <a:cxn ang="0">
                <a:pos x="csX6889" y="csY6889"/>
              </a:cxn>
              <a:cxn ang="0">
                <a:pos x="csX6890" y="csY6890"/>
              </a:cxn>
              <a:cxn ang="0">
                <a:pos x="csX6891" y="csY6891"/>
              </a:cxn>
              <a:cxn ang="0">
                <a:pos x="csX6892" y="csY6892"/>
              </a:cxn>
              <a:cxn ang="0">
                <a:pos x="csX6893" y="csY6893"/>
              </a:cxn>
              <a:cxn ang="0">
                <a:pos x="csX6894" y="csY6894"/>
              </a:cxn>
              <a:cxn ang="0">
                <a:pos x="csX6895" y="csY6895"/>
              </a:cxn>
              <a:cxn ang="0">
                <a:pos x="csX6896" y="csY6896"/>
              </a:cxn>
              <a:cxn ang="0">
                <a:pos x="csX6897" y="csY6897"/>
              </a:cxn>
              <a:cxn ang="0">
                <a:pos x="csX6898" y="csY6898"/>
              </a:cxn>
              <a:cxn ang="0">
                <a:pos x="csX6899" y="csY6899"/>
              </a:cxn>
              <a:cxn ang="0">
                <a:pos x="csX6900" y="csY6900"/>
              </a:cxn>
              <a:cxn ang="0">
                <a:pos x="csX6901" y="csY6901"/>
              </a:cxn>
              <a:cxn ang="0">
                <a:pos x="csX6902" y="csY6902"/>
              </a:cxn>
              <a:cxn ang="0">
                <a:pos x="csX6903" y="csY6903"/>
              </a:cxn>
              <a:cxn ang="0">
                <a:pos x="csX6904" y="csY6904"/>
              </a:cxn>
              <a:cxn ang="0">
                <a:pos x="csX6905" y="csY6905"/>
              </a:cxn>
              <a:cxn ang="0">
                <a:pos x="csX6906" y="csY6906"/>
              </a:cxn>
              <a:cxn ang="0">
                <a:pos x="csX6907" y="csY6907"/>
              </a:cxn>
              <a:cxn ang="0">
                <a:pos x="csX6908" y="csY6908"/>
              </a:cxn>
              <a:cxn ang="0">
                <a:pos x="csX6909" y="csY6909"/>
              </a:cxn>
              <a:cxn ang="0">
                <a:pos x="csX6910" y="csY6910"/>
              </a:cxn>
              <a:cxn ang="0">
                <a:pos x="csX6911" y="csY6911"/>
              </a:cxn>
              <a:cxn ang="0">
                <a:pos x="csX6912" y="csY6912"/>
              </a:cxn>
              <a:cxn ang="0">
                <a:pos x="csX6913" y="csY6913"/>
              </a:cxn>
              <a:cxn ang="0">
                <a:pos x="csX6914" y="csY6914"/>
              </a:cxn>
              <a:cxn ang="0">
                <a:pos x="csX6915" y="csY6915"/>
              </a:cxn>
              <a:cxn ang="0">
                <a:pos x="csX6916" y="csY6916"/>
              </a:cxn>
              <a:cxn ang="0">
                <a:pos x="csX6917" y="csY6917"/>
              </a:cxn>
              <a:cxn ang="0">
                <a:pos x="csX6918" y="csY6918"/>
              </a:cxn>
              <a:cxn ang="0">
                <a:pos x="csX6919" y="csY6919"/>
              </a:cxn>
              <a:cxn ang="0">
                <a:pos x="csX6920" y="csY6920"/>
              </a:cxn>
              <a:cxn ang="0">
                <a:pos x="csX6921" y="csY6921"/>
              </a:cxn>
              <a:cxn ang="0">
                <a:pos x="csX6922" y="csY6922"/>
              </a:cxn>
              <a:cxn ang="0">
                <a:pos x="csX6923" y="csY6923"/>
              </a:cxn>
              <a:cxn ang="0">
                <a:pos x="csX6924" y="csY6924"/>
              </a:cxn>
              <a:cxn ang="0">
                <a:pos x="csX6925" y="csY6925"/>
              </a:cxn>
              <a:cxn ang="0">
                <a:pos x="csX6926" y="csY6926"/>
              </a:cxn>
              <a:cxn ang="0">
                <a:pos x="csX6927" y="csY6927"/>
              </a:cxn>
              <a:cxn ang="0">
                <a:pos x="csX6928" y="csY6928"/>
              </a:cxn>
              <a:cxn ang="0">
                <a:pos x="csX6929" y="csY6929"/>
              </a:cxn>
              <a:cxn ang="0">
                <a:pos x="csX6930" y="csY6930"/>
              </a:cxn>
              <a:cxn ang="0">
                <a:pos x="csX6931" y="csY6931"/>
              </a:cxn>
              <a:cxn ang="0">
                <a:pos x="csX6932" y="csY6932"/>
              </a:cxn>
              <a:cxn ang="0">
                <a:pos x="csX6933" y="csY6933"/>
              </a:cxn>
              <a:cxn ang="0">
                <a:pos x="csX6934" y="csY6934"/>
              </a:cxn>
              <a:cxn ang="0">
                <a:pos x="csX6935" y="csY6935"/>
              </a:cxn>
              <a:cxn ang="0">
                <a:pos x="csX6936" y="csY6936"/>
              </a:cxn>
              <a:cxn ang="0">
                <a:pos x="csX6937" y="csY6937"/>
              </a:cxn>
              <a:cxn ang="0">
                <a:pos x="csX6938" y="csY6938"/>
              </a:cxn>
              <a:cxn ang="0">
                <a:pos x="csX6939" y="csY6939"/>
              </a:cxn>
              <a:cxn ang="0">
                <a:pos x="csX6940" y="csY6940"/>
              </a:cxn>
              <a:cxn ang="0">
                <a:pos x="csX6941" y="csY6941"/>
              </a:cxn>
              <a:cxn ang="0">
                <a:pos x="csX6942" y="csY6942"/>
              </a:cxn>
              <a:cxn ang="0">
                <a:pos x="csX6943" y="csY6943"/>
              </a:cxn>
              <a:cxn ang="0">
                <a:pos x="csX6944" y="csY6944"/>
              </a:cxn>
              <a:cxn ang="0">
                <a:pos x="csX6945" y="csY6945"/>
              </a:cxn>
              <a:cxn ang="0">
                <a:pos x="csX6946" y="csY6946"/>
              </a:cxn>
              <a:cxn ang="0">
                <a:pos x="csX6947" y="csY6947"/>
              </a:cxn>
              <a:cxn ang="0">
                <a:pos x="csX6948" y="csY6948"/>
              </a:cxn>
              <a:cxn ang="0">
                <a:pos x="csX6949" y="csY6949"/>
              </a:cxn>
              <a:cxn ang="0">
                <a:pos x="csX6950" y="csY6950"/>
              </a:cxn>
              <a:cxn ang="0">
                <a:pos x="csX6951" y="csY6951"/>
              </a:cxn>
              <a:cxn ang="0">
                <a:pos x="csX6952" y="csY6952"/>
              </a:cxn>
              <a:cxn ang="0">
                <a:pos x="csX6953" y="csY6953"/>
              </a:cxn>
              <a:cxn ang="0">
                <a:pos x="csX6954" y="csY6954"/>
              </a:cxn>
              <a:cxn ang="0">
                <a:pos x="csX6955" y="csY6955"/>
              </a:cxn>
              <a:cxn ang="0">
                <a:pos x="csX6956" y="csY6956"/>
              </a:cxn>
              <a:cxn ang="0">
                <a:pos x="csX6957" y="csY6957"/>
              </a:cxn>
              <a:cxn ang="0">
                <a:pos x="csX6958" y="csY6958"/>
              </a:cxn>
              <a:cxn ang="0">
                <a:pos x="csX6959" y="csY6959"/>
              </a:cxn>
              <a:cxn ang="0">
                <a:pos x="csX6960" y="csY6960"/>
              </a:cxn>
              <a:cxn ang="0">
                <a:pos x="csX6961" y="csY6961"/>
              </a:cxn>
              <a:cxn ang="0">
                <a:pos x="csX6962" y="csY6962"/>
              </a:cxn>
              <a:cxn ang="0">
                <a:pos x="csX6963" y="csY6963"/>
              </a:cxn>
              <a:cxn ang="0">
                <a:pos x="csX6964" y="csY6964"/>
              </a:cxn>
              <a:cxn ang="0">
                <a:pos x="csX6965" y="csY6965"/>
              </a:cxn>
              <a:cxn ang="0">
                <a:pos x="csX6966" y="csY6966"/>
              </a:cxn>
              <a:cxn ang="0">
                <a:pos x="csX6967" y="csY6967"/>
              </a:cxn>
              <a:cxn ang="0">
                <a:pos x="csX6968" y="csY6968"/>
              </a:cxn>
              <a:cxn ang="0">
                <a:pos x="csX6969" y="csY6969"/>
              </a:cxn>
              <a:cxn ang="0">
                <a:pos x="csX6970" y="csY6970"/>
              </a:cxn>
              <a:cxn ang="0">
                <a:pos x="csX6971" y="csY6971"/>
              </a:cxn>
              <a:cxn ang="0">
                <a:pos x="csX6972" y="csY6972"/>
              </a:cxn>
              <a:cxn ang="0">
                <a:pos x="csX6973" y="csY6973"/>
              </a:cxn>
              <a:cxn ang="0">
                <a:pos x="csX6974" y="csY6974"/>
              </a:cxn>
              <a:cxn ang="0">
                <a:pos x="csX6975" y="csY6975"/>
              </a:cxn>
              <a:cxn ang="0">
                <a:pos x="csX6976" y="csY6976"/>
              </a:cxn>
              <a:cxn ang="0">
                <a:pos x="csX6977" y="csY6977"/>
              </a:cxn>
              <a:cxn ang="0">
                <a:pos x="csX6978" y="csY6978"/>
              </a:cxn>
              <a:cxn ang="0">
                <a:pos x="csX6979" y="csY6979"/>
              </a:cxn>
              <a:cxn ang="0">
                <a:pos x="csX6980" y="csY6980"/>
              </a:cxn>
              <a:cxn ang="0">
                <a:pos x="csX6981" y="csY6981"/>
              </a:cxn>
              <a:cxn ang="0">
                <a:pos x="csX6982" y="csY6982"/>
              </a:cxn>
              <a:cxn ang="0">
                <a:pos x="csX6983" y="csY6983"/>
              </a:cxn>
              <a:cxn ang="0">
                <a:pos x="csX6984" y="csY6984"/>
              </a:cxn>
              <a:cxn ang="0">
                <a:pos x="csX6985" y="csY6985"/>
              </a:cxn>
              <a:cxn ang="0">
                <a:pos x="csX6986" y="csY6986"/>
              </a:cxn>
              <a:cxn ang="0">
                <a:pos x="csX6987" y="csY6987"/>
              </a:cxn>
              <a:cxn ang="0">
                <a:pos x="csX6988" y="csY6988"/>
              </a:cxn>
              <a:cxn ang="0">
                <a:pos x="csX6989" y="csY6989"/>
              </a:cxn>
              <a:cxn ang="0">
                <a:pos x="csX6990" y="csY6990"/>
              </a:cxn>
              <a:cxn ang="0">
                <a:pos x="csX6991" y="csY6991"/>
              </a:cxn>
              <a:cxn ang="0">
                <a:pos x="csX6992" y="csY6992"/>
              </a:cxn>
              <a:cxn ang="0">
                <a:pos x="csX6993" y="csY6993"/>
              </a:cxn>
              <a:cxn ang="0">
                <a:pos x="csX6994" y="csY6994"/>
              </a:cxn>
              <a:cxn ang="0">
                <a:pos x="csX6995" y="csY6995"/>
              </a:cxn>
              <a:cxn ang="0">
                <a:pos x="csX6996" y="csY6996"/>
              </a:cxn>
              <a:cxn ang="0">
                <a:pos x="csX6997" y="csY6997"/>
              </a:cxn>
              <a:cxn ang="0">
                <a:pos x="csX6998" y="csY6998"/>
              </a:cxn>
              <a:cxn ang="0">
                <a:pos x="csX6999" y="csY6999"/>
              </a:cxn>
              <a:cxn ang="0">
                <a:pos x="csX7000" y="csY7000"/>
              </a:cxn>
              <a:cxn ang="0">
                <a:pos x="csX7001" y="csY7001"/>
              </a:cxn>
              <a:cxn ang="0">
                <a:pos x="csX7002" y="csY7002"/>
              </a:cxn>
              <a:cxn ang="0">
                <a:pos x="csX7003" y="csY7003"/>
              </a:cxn>
              <a:cxn ang="0">
                <a:pos x="csX7004" y="csY7004"/>
              </a:cxn>
              <a:cxn ang="0">
                <a:pos x="csX7005" y="csY7005"/>
              </a:cxn>
              <a:cxn ang="0">
                <a:pos x="csX7006" y="csY7006"/>
              </a:cxn>
              <a:cxn ang="0">
                <a:pos x="csX7007" y="csY7007"/>
              </a:cxn>
              <a:cxn ang="0">
                <a:pos x="csX7008" y="csY7008"/>
              </a:cxn>
              <a:cxn ang="0">
                <a:pos x="csX7009" y="csY7009"/>
              </a:cxn>
              <a:cxn ang="0">
                <a:pos x="csX7010" y="csY7010"/>
              </a:cxn>
              <a:cxn ang="0">
                <a:pos x="csX7011" y="csY7011"/>
              </a:cxn>
              <a:cxn ang="0">
                <a:pos x="csX7012" y="csY7012"/>
              </a:cxn>
              <a:cxn ang="0">
                <a:pos x="csX7013" y="csY7013"/>
              </a:cxn>
              <a:cxn ang="0">
                <a:pos x="csX7014" y="csY7014"/>
              </a:cxn>
              <a:cxn ang="0">
                <a:pos x="csX7015" y="csY7015"/>
              </a:cxn>
              <a:cxn ang="0">
                <a:pos x="csX7016" y="csY7016"/>
              </a:cxn>
              <a:cxn ang="0">
                <a:pos x="csX7017" y="csY7017"/>
              </a:cxn>
              <a:cxn ang="0">
                <a:pos x="csX7018" y="csY7018"/>
              </a:cxn>
              <a:cxn ang="0">
                <a:pos x="csX7019" y="csY7019"/>
              </a:cxn>
              <a:cxn ang="0">
                <a:pos x="csX7020" y="csY7020"/>
              </a:cxn>
              <a:cxn ang="0">
                <a:pos x="csX7021" y="csY7021"/>
              </a:cxn>
              <a:cxn ang="0">
                <a:pos x="csX7022" y="csY7022"/>
              </a:cxn>
              <a:cxn ang="0">
                <a:pos x="csX7023" y="csY7023"/>
              </a:cxn>
              <a:cxn ang="0">
                <a:pos x="csX7024" y="csY7024"/>
              </a:cxn>
              <a:cxn ang="0">
                <a:pos x="csX7025" y="csY7025"/>
              </a:cxn>
              <a:cxn ang="0">
                <a:pos x="csX7026" y="csY7026"/>
              </a:cxn>
              <a:cxn ang="0">
                <a:pos x="csX7027" y="csY7027"/>
              </a:cxn>
              <a:cxn ang="0">
                <a:pos x="csX7028" y="csY7028"/>
              </a:cxn>
              <a:cxn ang="0">
                <a:pos x="csX7029" y="csY7029"/>
              </a:cxn>
              <a:cxn ang="0">
                <a:pos x="csX7030" y="csY7030"/>
              </a:cxn>
              <a:cxn ang="0">
                <a:pos x="csX7031" y="csY7031"/>
              </a:cxn>
              <a:cxn ang="0">
                <a:pos x="csX7032" y="csY7032"/>
              </a:cxn>
              <a:cxn ang="0">
                <a:pos x="csX7033" y="csY7033"/>
              </a:cxn>
              <a:cxn ang="0">
                <a:pos x="csX7034" y="csY7034"/>
              </a:cxn>
              <a:cxn ang="0">
                <a:pos x="csX7035" y="csY7035"/>
              </a:cxn>
              <a:cxn ang="0">
                <a:pos x="csX7036" y="csY7036"/>
              </a:cxn>
              <a:cxn ang="0">
                <a:pos x="csX7037" y="csY7037"/>
              </a:cxn>
              <a:cxn ang="0">
                <a:pos x="csX7038" y="csY7038"/>
              </a:cxn>
              <a:cxn ang="0">
                <a:pos x="csX7039" y="csY7039"/>
              </a:cxn>
              <a:cxn ang="0">
                <a:pos x="csX7040" y="csY7040"/>
              </a:cxn>
              <a:cxn ang="0">
                <a:pos x="csX7041" y="csY7041"/>
              </a:cxn>
              <a:cxn ang="0">
                <a:pos x="csX7042" y="csY7042"/>
              </a:cxn>
              <a:cxn ang="0">
                <a:pos x="csX7043" y="csY7043"/>
              </a:cxn>
              <a:cxn ang="0">
                <a:pos x="csX7044" y="csY7044"/>
              </a:cxn>
              <a:cxn ang="0">
                <a:pos x="csX7045" y="csY7045"/>
              </a:cxn>
              <a:cxn ang="0">
                <a:pos x="csX7046" y="csY7046"/>
              </a:cxn>
              <a:cxn ang="0">
                <a:pos x="csX7047" y="csY7047"/>
              </a:cxn>
              <a:cxn ang="0">
                <a:pos x="csX7048" y="csY7048"/>
              </a:cxn>
              <a:cxn ang="0">
                <a:pos x="csX7049" y="csY7049"/>
              </a:cxn>
              <a:cxn ang="0">
                <a:pos x="csX7050" y="csY7050"/>
              </a:cxn>
              <a:cxn ang="0">
                <a:pos x="csX7051" y="csY7051"/>
              </a:cxn>
              <a:cxn ang="0">
                <a:pos x="csX7052" y="csY7052"/>
              </a:cxn>
              <a:cxn ang="0">
                <a:pos x="csX7053" y="csY7053"/>
              </a:cxn>
              <a:cxn ang="0">
                <a:pos x="csX7054" y="csY7054"/>
              </a:cxn>
              <a:cxn ang="0">
                <a:pos x="csX7055" y="csY7055"/>
              </a:cxn>
              <a:cxn ang="0">
                <a:pos x="csX7056" y="csY7056"/>
              </a:cxn>
              <a:cxn ang="0">
                <a:pos x="csX7057" y="csY7057"/>
              </a:cxn>
              <a:cxn ang="0">
                <a:pos x="csX7058" y="csY7058"/>
              </a:cxn>
              <a:cxn ang="0">
                <a:pos x="csX7059" y="csY7059"/>
              </a:cxn>
              <a:cxn ang="0">
                <a:pos x="csX7060" y="csY7060"/>
              </a:cxn>
              <a:cxn ang="0">
                <a:pos x="csX7061" y="csY7061"/>
              </a:cxn>
              <a:cxn ang="0">
                <a:pos x="csX7062" y="csY7062"/>
              </a:cxn>
              <a:cxn ang="0">
                <a:pos x="csX7063" y="csY7063"/>
              </a:cxn>
              <a:cxn ang="0">
                <a:pos x="csX7064" y="csY7064"/>
              </a:cxn>
              <a:cxn ang="0">
                <a:pos x="csX7065" y="csY7065"/>
              </a:cxn>
              <a:cxn ang="0">
                <a:pos x="csX7066" y="csY7066"/>
              </a:cxn>
              <a:cxn ang="0">
                <a:pos x="csX7067" y="csY7067"/>
              </a:cxn>
              <a:cxn ang="0">
                <a:pos x="csX7068" y="csY7068"/>
              </a:cxn>
              <a:cxn ang="0">
                <a:pos x="csX7069" y="csY7069"/>
              </a:cxn>
              <a:cxn ang="0">
                <a:pos x="csX7070" y="csY7070"/>
              </a:cxn>
              <a:cxn ang="0">
                <a:pos x="csX7071" y="csY7071"/>
              </a:cxn>
              <a:cxn ang="0">
                <a:pos x="csX7072" y="csY7072"/>
              </a:cxn>
              <a:cxn ang="0">
                <a:pos x="csX7073" y="csY7073"/>
              </a:cxn>
              <a:cxn ang="0">
                <a:pos x="csX7074" y="csY7074"/>
              </a:cxn>
              <a:cxn ang="0">
                <a:pos x="csX7075" y="csY7075"/>
              </a:cxn>
              <a:cxn ang="0">
                <a:pos x="csX7076" y="csY7076"/>
              </a:cxn>
              <a:cxn ang="0">
                <a:pos x="csX7077" y="csY7077"/>
              </a:cxn>
              <a:cxn ang="0">
                <a:pos x="csX7078" y="csY7078"/>
              </a:cxn>
              <a:cxn ang="0">
                <a:pos x="csX7079" y="csY7079"/>
              </a:cxn>
              <a:cxn ang="0">
                <a:pos x="csX7080" y="csY7080"/>
              </a:cxn>
              <a:cxn ang="0">
                <a:pos x="csX7081" y="csY7081"/>
              </a:cxn>
              <a:cxn ang="0">
                <a:pos x="csX7082" y="csY7082"/>
              </a:cxn>
              <a:cxn ang="0">
                <a:pos x="csX7083" y="csY7083"/>
              </a:cxn>
              <a:cxn ang="0">
                <a:pos x="csX7084" y="csY7084"/>
              </a:cxn>
              <a:cxn ang="0">
                <a:pos x="csX7085" y="csY7085"/>
              </a:cxn>
              <a:cxn ang="0">
                <a:pos x="csX7086" y="csY7086"/>
              </a:cxn>
              <a:cxn ang="0">
                <a:pos x="csX7087" y="csY7087"/>
              </a:cxn>
              <a:cxn ang="0">
                <a:pos x="csX7088" y="csY7088"/>
              </a:cxn>
              <a:cxn ang="0">
                <a:pos x="csX7089" y="csY7089"/>
              </a:cxn>
              <a:cxn ang="0">
                <a:pos x="csX7090" y="csY7090"/>
              </a:cxn>
              <a:cxn ang="0">
                <a:pos x="csX7091" y="csY7091"/>
              </a:cxn>
              <a:cxn ang="0">
                <a:pos x="csX7092" y="csY7092"/>
              </a:cxn>
              <a:cxn ang="0">
                <a:pos x="csX7093" y="csY7093"/>
              </a:cxn>
              <a:cxn ang="0">
                <a:pos x="csX7094" y="csY7094"/>
              </a:cxn>
              <a:cxn ang="0">
                <a:pos x="csX7095" y="csY7095"/>
              </a:cxn>
              <a:cxn ang="0">
                <a:pos x="csX7096" y="csY7096"/>
              </a:cxn>
              <a:cxn ang="0">
                <a:pos x="csX7097" y="csY7097"/>
              </a:cxn>
              <a:cxn ang="0">
                <a:pos x="csX7098" y="csY7098"/>
              </a:cxn>
              <a:cxn ang="0">
                <a:pos x="csX7099" y="csY7099"/>
              </a:cxn>
              <a:cxn ang="0">
                <a:pos x="csX7100" y="csY7100"/>
              </a:cxn>
              <a:cxn ang="0">
                <a:pos x="csX7101" y="csY7101"/>
              </a:cxn>
              <a:cxn ang="0">
                <a:pos x="csX7102" y="csY7102"/>
              </a:cxn>
              <a:cxn ang="0">
                <a:pos x="csX7103" y="csY7103"/>
              </a:cxn>
              <a:cxn ang="0">
                <a:pos x="csX7104" y="csY7104"/>
              </a:cxn>
              <a:cxn ang="0">
                <a:pos x="csX7105" y="csY7105"/>
              </a:cxn>
              <a:cxn ang="0">
                <a:pos x="csX7106" y="csY7106"/>
              </a:cxn>
              <a:cxn ang="0">
                <a:pos x="csX7107" y="csY7107"/>
              </a:cxn>
              <a:cxn ang="0">
                <a:pos x="csX7108" y="csY7108"/>
              </a:cxn>
              <a:cxn ang="0">
                <a:pos x="csX7109" y="csY7109"/>
              </a:cxn>
              <a:cxn ang="0">
                <a:pos x="csX7110" y="csY7110"/>
              </a:cxn>
              <a:cxn ang="0">
                <a:pos x="csX7111" y="csY7111"/>
              </a:cxn>
              <a:cxn ang="0">
                <a:pos x="csX7112" y="csY7112"/>
              </a:cxn>
              <a:cxn ang="0">
                <a:pos x="csX7113" y="csY7113"/>
              </a:cxn>
              <a:cxn ang="0">
                <a:pos x="csX7114" y="csY7114"/>
              </a:cxn>
              <a:cxn ang="0">
                <a:pos x="csX7115" y="csY7115"/>
              </a:cxn>
              <a:cxn ang="0">
                <a:pos x="csX7116" y="csY7116"/>
              </a:cxn>
              <a:cxn ang="0">
                <a:pos x="csX7117" y="csY7117"/>
              </a:cxn>
              <a:cxn ang="0">
                <a:pos x="csX7118" y="csY7118"/>
              </a:cxn>
              <a:cxn ang="0">
                <a:pos x="csX7119" y="csY7119"/>
              </a:cxn>
              <a:cxn ang="0">
                <a:pos x="csX7120" y="csY7120"/>
              </a:cxn>
              <a:cxn ang="0">
                <a:pos x="csX7121" y="csY7121"/>
              </a:cxn>
              <a:cxn ang="0">
                <a:pos x="csX7122" y="csY7122"/>
              </a:cxn>
              <a:cxn ang="0">
                <a:pos x="csX7123" y="csY7123"/>
              </a:cxn>
              <a:cxn ang="0">
                <a:pos x="csX7124" y="csY7124"/>
              </a:cxn>
              <a:cxn ang="0">
                <a:pos x="csX7125" y="csY7125"/>
              </a:cxn>
              <a:cxn ang="0">
                <a:pos x="csX7126" y="csY7126"/>
              </a:cxn>
              <a:cxn ang="0">
                <a:pos x="csX7127" y="csY7127"/>
              </a:cxn>
              <a:cxn ang="0">
                <a:pos x="csX7128" y="csY7128"/>
              </a:cxn>
              <a:cxn ang="0">
                <a:pos x="csX7129" y="csY7129"/>
              </a:cxn>
              <a:cxn ang="0">
                <a:pos x="csX7130" y="csY7130"/>
              </a:cxn>
              <a:cxn ang="0">
                <a:pos x="csX7131" y="csY7131"/>
              </a:cxn>
              <a:cxn ang="0">
                <a:pos x="csX7132" y="csY7132"/>
              </a:cxn>
              <a:cxn ang="0">
                <a:pos x="csX7133" y="csY7133"/>
              </a:cxn>
              <a:cxn ang="0">
                <a:pos x="csX7134" y="csY7134"/>
              </a:cxn>
              <a:cxn ang="0">
                <a:pos x="csX7135" y="csY7135"/>
              </a:cxn>
              <a:cxn ang="0">
                <a:pos x="csX7136" y="csY7136"/>
              </a:cxn>
              <a:cxn ang="0">
                <a:pos x="csX7137" y="csY7137"/>
              </a:cxn>
              <a:cxn ang="0">
                <a:pos x="csX7138" y="csY7138"/>
              </a:cxn>
              <a:cxn ang="0">
                <a:pos x="csX7139" y="csY7139"/>
              </a:cxn>
              <a:cxn ang="0">
                <a:pos x="csX7140" y="csY7140"/>
              </a:cxn>
              <a:cxn ang="0">
                <a:pos x="csX7141" y="csY7141"/>
              </a:cxn>
              <a:cxn ang="0">
                <a:pos x="csX7142" y="csY7142"/>
              </a:cxn>
              <a:cxn ang="0">
                <a:pos x="csX7143" y="csY7143"/>
              </a:cxn>
              <a:cxn ang="0">
                <a:pos x="csX7144" y="csY7144"/>
              </a:cxn>
              <a:cxn ang="0">
                <a:pos x="csX7145" y="csY7145"/>
              </a:cxn>
              <a:cxn ang="0">
                <a:pos x="csX7146" y="csY7146"/>
              </a:cxn>
              <a:cxn ang="0">
                <a:pos x="csX7147" y="csY7147"/>
              </a:cxn>
              <a:cxn ang="0">
                <a:pos x="csX7148" y="csY7148"/>
              </a:cxn>
              <a:cxn ang="0">
                <a:pos x="csX7149" y="csY7149"/>
              </a:cxn>
              <a:cxn ang="0">
                <a:pos x="csX7150" y="csY7150"/>
              </a:cxn>
              <a:cxn ang="0">
                <a:pos x="csX7151" y="csY7151"/>
              </a:cxn>
              <a:cxn ang="0">
                <a:pos x="csX7152" y="csY7152"/>
              </a:cxn>
              <a:cxn ang="0">
                <a:pos x="csX7153" y="csY7153"/>
              </a:cxn>
              <a:cxn ang="0">
                <a:pos x="csX7154" y="csY7154"/>
              </a:cxn>
              <a:cxn ang="0">
                <a:pos x="csX7155" y="csY7155"/>
              </a:cxn>
              <a:cxn ang="0">
                <a:pos x="csX7156" y="csY7156"/>
              </a:cxn>
              <a:cxn ang="0">
                <a:pos x="csX7157" y="csY7157"/>
              </a:cxn>
              <a:cxn ang="0">
                <a:pos x="csX7158" y="csY7158"/>
              </a:cxn>
              <a:cxn ang="0">
                <a:pos x="csX7159" y="csY7159"/>
              </a:cxn>
              <a:cxn ang="0">
                <a:pos x="csX7160" y="csY7160"/>
              </a:cxn>
              <a:cxn ang="0">
                <a:pos x="csX7161" y="csY7161"/>
              </a:cxn>
              <a:cxn ang="0">
                <a:pos x="csX7162" y="csY7162"/>
              </a:cxn>
              <a:cxn ang="0">
                <a:pos x="csX7163" y="csY7163"/>
              </a:cxn>
              <a:cxn ang="0">
                <a:pos x="csX7164" y="csY7164"/>
              </a:cxn>
              <a:cxn ang="0">
                <a:pos x="csX7165" y="csY7165"/>
              </a:cxn>
              <a:cxn ang="0">
                <a:pos x="csX7166" y="csY7166"/>
              </a:cxn>
              <a:cxn ang="0">
                <a:pos x="csX7167" y="csY7167"/>
              </a:cxn>
              <a:cxn ang="0">
                <a:pos x="csX7168" y="csY7168"/>
              </a:cxn>
              <a:cxn ang="0">
                <a:pos x="csX7169" y="csY7169"/>
              </a:cxn>
              <a:cxn ang="0">
                <a:pos x="csX7170" y="csY7170"/>
              </a:cxn>
              <a:cxn ang="0">
                <a:pos x="csX7171" y="csY7171"/>
              </a:cxn>
              <a:cxn ang="0">
                <a:pos x="csX7172" y="csY7172"/>
              </a:cxn>
              <a:cxn ang="0">
                <a:pos x="csX7173" y="csY7173"/>
              </a:cxn>
              <a:cxn ang="0">
                <a:pos x="csX7174" y="csY7174"/>
              </a:cxn>
              <a:cxn ang="0">
                <a:pos x="csX7175" y="csY7175"/>
              </a:cxn>
              <a:cxn ang="0">
                <a:pos x="csX7176" y="csY7176"/>
              </a:cxn>
              <a:cxn ang="0">
                <a:pos x="csX7177" y="csY7177"/>
              </a:cxn>
              <a:cxn ang="0">
                <a:pos x="csX7178" y="csY7178"/>
              </a:cxn>
              <a:cxn ang="0">
                <a:pos x="csX7179" y="csY7179"/>
              </a:cxn>
              <a:cxn ang="0">
                <a:pos x="csX7180" y="csY7180"/>
              </a:cxn>
              <a:cxn ang="0">
                <a:pos x="csX7181" y="csY7181"/>
              </a:cxn>
              <a:cxn ang="0">
                <a:pos x="csX7182" y="csY7182"/>
              </a:cxn>
              <a:cxn ang="0">
                <a:pos x="csX7183" y="csY7183"/>
              </a:cxn>
              <a:cxn ang="0">
                <a:pos x="csX7184" y="csY7184"/>
              </a:cxn>
              <a:cxn ang="0">
                <a:pos x="csX7185" y="csY7185"/>
              </a:cxn>
              <a:cxn ang="0">
                <a:pos x="csX7186" y="csY7186"/>
              </a:cxn>
              <a:cxn ang="0">
                <a:pos x="csX7187" y="csY7187"/>
              </a:cxn>
              <a:cxn ang="0">
                <a:pos x="csX7188" y="csY7188"/>
              </a:cxn>
              <a:cxn ang="0">
                <a:pos x="csX7189" y="csY7189"/>
              </a:cxn>
              <a:cxn ang="0">
                <a:pos x="csX7190" y="csY7190"/>
              </a:cxn>
              <a:cxn ang="0">
                <a:pos x="csX7191" y="csY7191"/>
              </a:cxn>
              <a:cxn ang="0">
                <a:pos x="csX7192" y="csY7192"/>
              </a:cxn>
              <a:cxn ang="0">
                <a:pos x="csX7193" y="csY7193"/>
              </a:cxn>
              <a:cxn ang="0">
                <a:pos x="csX7194" y="csY7194"/>
              </a:cxn>
              <a:cxn ang="0">
                <a:pos x="csX7195" y="csY7195"/>
              </a:cxn>
              <a:cxn ang="0">
                <a:pos x="csX7196" y="csY7196"/>
              </a:cxn>
              <a:cxn ang="0">
                <a:pos x="csX7197" y="csY7197"/>
              </a:cxn>
              <a:cxn ang="0">
                <a:pos x="csX7198" y="csY7198"/>
              </a:cxn>
              <a:cxn ang="0">
                <a:pos x="csX7199" y="csY7199"/>
              </a:cxn>
              <a:cxn ang="0">
                <a:pos x="csX7200" y="csY7200"/>
              </a:cxn>
              <a:cxn ang="0">
                <a:pos x="csX7201" y="csY7201"/>
              </a:cxn>
              <a:cxn ang="0">
                <a:pos x="csX7202" y="csY7202"/>
              </a:cxn>
              <a:cxn ang="0">
                <a:pos x="csX7203" y="csY7203"/>
              </a:cxn>
              <a:cxn ang="0">
                <a:pos x="csX7204" y="csY7204"/>
              </a:cxn>
              <a:cxn ang="0">
                <a:pos x="csX7205" y="csY7205"/>
              </a:cxn>
              <a:cxn ang="0">
                <a:pos x="csX7206" y="csY7206"/>
              </a:cxn>
              <a:cxn ang="0">
                <a:pos x="csX7207" y="csY7207"/>
              </a:cxn>
              <a:cxn ang="0">
                <a:pos x="csX7208" y="csY7208"/>
              </a:cxn>
              <a:cxn ang="0">
                <a:pos x="csX7209" y="csY7209"/>
              </a:cxn>
              <a:cxn ang="0">
                <a:pos x="csX7210" y="csY7210"/>
              </a:cxn>
              <a:cxn ang="0">
                <a:pos x="csX7211" y="csY7211"/>
              </a:cxn>
              <a:cxn ang="0">
                <a:pos x="csX7212" y="csY7212"/>
              </a:cxn>
              <a:cxn ang="0">
                <a:pos x="csX7213" y="csY7213"/>
              </a:cxn>
              <a:cxn ang="0">
                <a:pos x="csX7214" y="csY7214"/>
              </a:cxn>
              <a:cxn ang="0">
                <a:pos x="csX7215" y="csY7215"/>
              </a:cxn>
              <a:cxn ang="0">
                <a:pos x="csX7216" y="csY7216"/>
              </a:cxn>
              <a:cxn ang="0">
                <a:pos x="csX7217" y="csY7217"/>
              </a:cxn>
              <a:cxn ang="0">
                <a:pos x="csX7218" y="csY7218"/>
              </a:cxn>
              <a:cxn ang="0">
                <a:pos x="csX7219" y="csY7219"/>
              </a:cxn>
              <a:cxn ang="0">
                <a:pos x="csX7220" y="csY7220"/>
              </a:cxn>
              <a:cxn ang="0">
                <a:pos x="csX7221" y="csY7221"/>
              </a:cxn>
              <a:cxn ang="0">
                <a:pos x="csX7222" y="csY7222"/>
              </a:cxn>
              <a:cxn ang="0">
                <a:pos x="csX7223" y="csY7223"/>
              </a:cxn>
              <a:cxn ang="0">
                <a:pos x="csX7224" y="csY7224"/>
              </a:cxn>
              <a:cxn ang="0">
                <a:pos x="csX7225" y="csY7225"/>
              </a:cxn>
              <a:cxn ang="0">
                <a:pos x="csX7226" y="csY7226"/>
              </a:cxn>
              <a:cxn ang="0">
                <a:pos x="csX7227" y="csY7227"/>
              </a:cxn>
              <a:cxn ang="0">
                <a:pos x="csX7228" y="csY7228"/>
              </a:cxn>
              <a:cxn ang="0">
                <a:pos x="csX7229" y="csY7229"/>
              </a:cxn>
              <a:cxn ang="0">
                <a:pos x="csX7230" y="csY7230"/>
              </a:cxn>
              <a:cxn ang="0">
                <a:pos x="csX7231" y="csY7231"/>
              </a:cxn>
              <a:cxn ang="0">
                <a:pos x="csX7232" y="csY7232"/>
              </a:cxn>
              <a:cxn ang="0">
                <a:pos x="csX7233" y="csY7233"/>
              </a:cxn>
              <a:cxn ang="0">
                <a:pos x="csX7234" y="csY7234"/>
              </a:cxn>
              <a:cxn ang="0">
                <a:pos x="csX7235" y="csY7235"/>
              </a:cxn>
              <a:cxn ang="0">
                <a:pos x="csX7236" y="csY7236"/>
              </a:cxn>
              <a:cxn ang="0">
                <a:pos x="csX7237" y="csY7237"/>
              </a:cxn>
              <a:cxn ang="0">
                <a:pos x="csX7238" y="csY7238"/>
              </a:cxn>
              <a:cxn ang="0">
                <a:pos x="csX7239" y="csY7239"/>
              </a:cxn>
              <a:cxn ang="0">
                <a:pos x="csX7240" y="csY7240"/>
              </a:cxn>
              <a:cxn ang="0">
                <a:pos x="csX7241" y="csY7241"/>
              </a:cxn>
              <a:cxn ang="0">
                <a:pos x="csX7242" y="csY7242"/>
              </a:cxn>
              <a:cxn ang="0">
                <a:pos x="csX7243" y="csY7243"/>
              </a:cxn>
              <a:cxn ang="0">
                <a:pos x="csX7244" y="csY7244"/>
              </a:cxn>
              <a:cxn ang="0">
                <a:pos x="csX7245" y="csY7245"/>
              </a:cxn>
              <a:cxn ang="0">
                <a:pos x="csX7246" y="csY7246"/>
              </a:cxn>
              <a:cxn ang="0">
                <a:pos x="csX7247" y="csY7247"/>
              </a:cxn>
              <a:cxn ang="0">
                <a:pos x="csX7248" y="csY7248"/>
              </a:cxn>
              <a:cxn ang="0">
                <a:pos x="csX7249" y="csY7249"/>
              </a:cxn>
              <a:cxn ang="0">
                <a:pos x="csX7250" y="csY7250"/>
              </a:cxn>
              <a:cxn ang="0">
                <a:pos x="csX7251" y="csY7251"/>
              </a:cxn>
              <a:cxn ang="0">
                <a:pos x="csX7252" y="csY7252"/>
              </a:cxn>
              <a:cxn ang="0">
                <a:pos x="csX7253" y="csY7253"/>
              </a:cxn>
              <a:cxn ang="0">
                <a:pos x="csX7254" y="csY7254"/>
              </a:cxn>
              <a:cxn ang="0">
                <a:pos x="csX7255" y="csY7255"/>
              </a:cxn>
              <a:cxn ang="0">
                <a:pos x="csX7256" y="csY7256"/>
              </a:cxn>
              <a:cxn ang="0">
                <a:pos x="csX7257" y="csY7257"/>
              </a:cxn>
              <a:cxn ang="0">
                <a:pos x="csX7258" y="csY7258"/>
              </a:cxn>
              <a:cxn ang="0">
                <a:pos x="csX7259" y="csY7259"/>
              </a:cxn>
              <a:cxn ang="0">
                <a:pos x="csX7260" y="csY7260"/>
              </a:cxn>
              <a:cxn ang="0">
                <a:pos x="csX7261" y="csY7261"/>
              </a:cxn>
              <a:cxn ang="0">
                <a:pos x="csX7262" y="csY7262"/>
              </a:cxn>
              <a:cxn ang="0">
                <a:pos x="csX7263" y="csY7263"/>
              </a:cxn>
              <a:cxn ang="0">
                <a:pos x="csX7264" y="csY7264"/>
              </a:cxn>
              <a:cxn ang="0">
                <a:pos x="csX7265" y="csY7265"/>
              </a:cxn>
              <a:cxn ang="0">
                <a:pos x="csX7266" y="csY7266"/>
              </a:cxn>
              <a:cxn ang="0">
                <a:pos x="csX7267" y="csY7267"/>
              </a:cxn>
              <a:cxn ang="0">
                <a:pos x="csX7268" y="csY7268"/>
              </a:cxn>
              <a:cxn ang="0">
                <a:pos x="csX7269" y="csY7269"/>
              </a:cxn>
              <a:cxn ang="0">
                <a:pos x="csX7270" y="csY7270"/>
              </a:cxn>
              <a:cxn ang="0">
                <a:pos x="csX7271" y="csY7271"/>
              </a:cxn>
              <a:cxn ang="0">
                <a:pos x="csX7272" y="csY7272"/>
              </a:cxn>
              <a:cxn ang="0">
                <a:pos x="csX7273" y="csY7273"/>
              </a:cxn>
              <a:cxn ang="0">
                <a:pos x="csX7274" y="csY7274"/>
              </a:cxn>
              <a:cxn ang="0">
                <a:pos x="csX7275" y="csY7275"/>
              </a:cxn>
              <a:cxn ang="0">
                <a:pos x="csX7276" y="csY7276"/>
              </a:cxn>
              <a:cxn ang="0">
                <a:pos x="csX7277" y="csY7277"/>
              </a:cxn>
              <a:cxn ang="0">
                <a:pos x="csX7278" y="csY7278"/>
              </a:cxn>
              <a:cxn ang="0">
                <a:pos x="csX7279" y="csY7279"/>
              </a:cxn>
              <a:cxn ang="0">
                <a:pos x="csX7280" y="csY7280"/>
              </a:cxn>
              <a:cxn ang="0">
                <a:pos x="csX7281" y="csY7281"/>
              </a:cxn>
              <a:cxn ang="0">
                <a:pos x="csX7282" y="csY7282"/>
              </a:cxn>
              <a:cxn ang="0">
                <a:pos x="csX7283" y="csY7283"/>
              </a:cxn>
              <a:cxn ang="0">
                <a:pos x="csX7284" y="csY7284"/>
              </a:cxn>
              <a:cxn ang="0">
                <a:pos x="csX7285" y="csY7285"/>
              </a:cxn>
              <a:cxn ang="0">
                <a:pos x="csX7286" y="csY7286"/>
              </a:cxn>
              <a:cxn ang="0">
                <a:pos x="csX7287" y="csY7287"/>
              </a:cxn>
              <a:cxn ang="0">
                <a:pos x="csX7288" y="csY7288"/>
              </a:cxn>
              <a:cxn ang="0">
                <a:pos x="csX7289" y="csY7289"/>
              </a:cxn>
              <a:cxn ang="0">
                <a:pos x="csX7290" y="csY7290"/>
              </a:cxn>
              <a:cxn ang="0">
                <a:pos x="csX7291" y="csY7291"/>
              </a:cxn>
              <a:cxn ang="0">
                <a:pos x="csX7292" y="csY7292"/>
              </a:cxn>
              <a:cxn ang="0">
                <a:pos x="csX7293" y="csY7293"/>
              </a:cxn>
              <a:cxn ang="0">
                <a:pos x="csX7294" y="csY7294"/>
              </a:cxn>
              <a:cxn ang="0">
                <a:pos x="csX7295" y="csY7295"/>
              </a:cxn>
              <a:cxn ang="0">
                <a:pos x="csX7296" y="csY7296"/>
              </a:cxn>
              <a:cxn ang="0">
                <a:pos x="csX7297" y="csY7297"/>
              </a:cxn>
              <a:cxn ang="0">
                <a:pos x="csX7298" y="csY7298"/>
              </a:cxn>
              <a:cxn ang="0">
                <a:pos x="csX7299" y="csY7299"/>
              </a:cxn>
              <a:cxn ang="0">
                <a:pos x="csX7300" y="csY7300"/>
              </a:cxn>
              <a:cxn ang="0">
                <a:pos x="csX7301" y="csY7301"/>
              </a:cxn>
              <a:cxn ang="0">
                <a:pos x="csX7302" y="csY7302"/>
              </a:cxn>
              <a:cxn ang="0">
                <a:pos x="csX7303" y="csY7303"/>
              </a:cxn>
              <a:cxn ang="0">
                <a:pos x="csX7304" y="csY7304"/>
              </a:cxn>
              <a:cxn ang="0">
                <a:pos x="csX7305" y="csY7305"/>
              </a:cxn>
              <a:cxn ang="0">
                <a:pos x="csX7306" y="csY7306"/>
              </a:cxn>
              <a:cxn ang="0">
                <a:pos x="csX7307" y="csY7307"/>
              </a:cxn>
              <a:cxn ang="0">
                <a:pos x="csX7308" y="csY7308"/>
              </a:cxn>
              <a:cxn ang="0">
                <a:pos x="csX7309" y="csY7309"/>
              </a:cxn>
              <a:cxn ang="0">
                <a:pos x="csX7310" y="csY7310"/>
              </a:cxn>
              <a:cxn ang="0">
                <a:pos x="csX7311" y="csY7311"/>
              </a:cxn>
              <a:cxn ang="0">
                <a:pos x="csX7312" y="csY7312"/>
              </a:cxn>
              <a:cxn ang="0">
                <a:pos x="csX7313" y="csY7313"/>
              </a:cxn>
              <a:cxn ang="0">
                <a:pos x="csX7314" y="csY7314"/>
              </a:cxn>
              <a:cxn ang="0">
                <a:pos x="csX7315" y="csY7315"/>
              </a:cxn>
              <a:cxn ang="0">
                <a:pos x="csX7316" y="csY7316"/>
              </a:cxn>
              <a:cxn ang="0">
                <a:pos x="csX7317" y="csY7317"/>
              </a:cxn>
              <a:cxn ang="0">
                <a:pos x="csX7318" y="csY7318"/>
              </a:cxn>
              <a:cxn ang="0">
                <a:pos x="csX7319" y="csY7319"/>
              </a:cxn>
              <a:cxn ang="0">
                <a:pos x="csX7320" y="csY7320"/>
              </a:cxn>
              <a:cxn ang="0">
                <a:pos x="csX7321" y="csY7321"/>
              </a:cxn>
              <a:cxn ang="0">
                <a:pos x="csX7322" y="csY7322"/>
              </a:cxn>
              <a:cxn ang="0">
                <a:pos x="csX7323" y="csY7323"/>
              </a:cxn>
              <a:cxn ang="0">
                <a:pos x="csX7324" y="csY7324"/>
              </a:cxn>
              <a:cxn ang="0">
                <a:pos x="csX7325" y="csY7325"/>
              </a:cxn>
              <a:cxn ang="0">
                <a:pos x="csX7326" y="csY7326"/>
              </a:cxn>
              <a:cxn ang="0">
                <a:pos x="csX7327" y="csY7327"/>
              </a:cxn>
              <a:cxn ang="0">
                <a:pos x="csX7328" y="csY7328"/>
              </a:cxn>
              <a:cxn ang="0">
                <a:pos x="csX7329" y="csY7329"/>
              </a:cxn>
              <a:cxn ang="0">
                <a:pos x="csX7330" y="csY7330"/>
              </a:cxn>
              <a:cxn ang="0">
                <a:pos x="csX7331" y="csY7331"/>
              </a:cxn>
              <a:cxn ang="0">
                <a:pos x="csX7332" y="csY7332"/>
              </a:cxn>
              <a:cxn ang="0">
                <a:pos x="csX7333" y="csY7333"/>
              </a:cxn>
              <a:cxn ang="0">
                <a:pos x="csX7334" y="csY7334"/>
              </a:cxn>
              <a:cxn ang="0">
                <a:pos x="csX7335" y="csY7335"/>
              </a:cxn>
              <a:cxn ang="0">
                <a:pos x="csX7336" y="csY7336"/>
              </a:cxn>
              <a:cxn ang="0">
                <a:pos x="csX7337" y="csY7337"/>
              </a:cxn>
              <a:cxn ang="0">
                <a:pos x="csX7338" y="csY7338"/>
              </a:cxn>
              <a:cxn ang="0">
                <a:pos x="csX7339" y="csY7339"/>
              </a:cxn>
              <a:cxn ang="0">
                <a:pos x="csX7340" y="csY7340"/>
              </a:cxn>
              <a:cxn ang="0">
                <a:pos x="csX7341" y="csY7341"/>
              </a:cxn>
              <a:cxn ang="0">
                <a:pos x="csX7342" y="csY7342"/>
              </a:cxn>
              <a:cxn ang="0">
                <a:pos x="csX7343" y="csY7343"/>
              </a:cxn>
              <a:cxn ang="0">
                <a:pos x="csX7344" y="csY7344"/>
              </a:cxn>
              <a:cxn ang="0">
                <a:pos x="csX7345" y="csY7345"/>
              </a:cxn>
              <a:cxn ang="0">
                <a:pos x="csX7346" y="csY7346"/>
              </a:cxn>
              <a:cxn ang="0">
                <a:pos x="csX7347" y="csY7347"/>
              </a:cxn>
              <a:cxn ang="0">
                <a:pos x="csX7348" y="csY7348"/>
              </a:cxn>
              <a:cxn ang="0">
                <a:pos x="csX7349" y="csY7349"/>
              </a:cxn>
              <a:cxn ang="0">
                <a:pos x="csX7350" y="csY7350"/>
              </a:cxn>
              <a:cxn ang="0">
                <a:pos x="csX7351" y="csY7351"/>
              </a:cxn>
              <a:cxn ang="0">
                <a:pos x="csX7352" y="csY7352"/>
              </a:cxn>
              <a:cxn ang="0">
                <a:pos x="csX7353" y="csY7353"/>
              </a:cxn>
              <a:cxn ang="0">
                <a:pos x="csX7354" y="csY7354"/>
              </a:cxn>
              <a:cxn ang="0">
                <a:pos x="csX7355" y="csY7355"/>
              </a:cxn>
              <a:cxn ang="0">
                <a:pos x="csX7356" y="csY7356"/>
              </a:cxn>
              <a:cxn ang="0">
                <a:pos x="csX7357" y="csY7357"/>
              </a:cxn>
              <a:cxn ang="0">
                <a:pos x="csX7358" y="csY7358"/>
              </a:cxn>
              <a:cxn ang="0">
                <a:pos x="csX7359" y="csY7359"/>
              </a:cxn>
              <a:cxn ang="0">
                <a:pos x="csX7360" y="csY7360"/>
              </a:cxn>
              <a:cxn ang="0">
                <a:pos x="csX7361" y="csY7361"/>
              </a:cxn>
              <a:cxn ang="0">
                <a:pos x="csX7362" y="csY7362"/>
              </a:cxn>
              <a:cxn ang="0">
                <a:pos x="csX7363" y="csY7363"/>
              </a:cxn>
              <a:cxn ang="0">
                <a:pos x="csX7364" y="csY7364"/>
              </a:cxn>
              <a:cxn ang="0">
                <a:pos x="csX7365" y="csY7365"/>
              </a:cxn>
              <a:cxn ang="0">
                <a:pos x="csX7366" y="csY7366"/>
              </a:cxn>
              <a:cxn ang="0">
                <a:pos x="csX7367" y="csY7367"/>
              </a:cxn>
              <a:cxn ang="0">
                <a:pos x="csX7368" y="csY7368"/>
              </a:cxn>
              <a:cxn ang="0">
                <a:pos x="csX7369" y="csY7369"/>
              </a:cxn>
              <a:cxn ang="0">
                <a:pos x="csX7370" y="csY7370"/>
              </a:cxn>
              <a:cxn ang="0">
                <a:pos x="csX7371" y="csY7371"/>
              </a:cxn>
              <a:cxn ang="0">
                <a:pos x="csX7372" y="csY7372"/>
              </a:cxn>
              <a:cxn ang="0">
                <a:pos x="csX7373" y="csY7373"/>
              </a:cxn>
              <a:cxn ang="0">
                <a:pos x="csX7374" y="csY7374"/>
              </a:cxn>
              <a:cxn ang="0">
                <a:pos x="csX7375" y="csY7375"/>
              </a:cxn>
              <a:cxn ang="0">
                <a:pos x="csX7376" y="csY7376"/>
              </a:cxn>
              <a:cxn ang="0">
                <a:pos x="csX7377" y="csY7377"/>
              </a:cxn>
              <a:cxn ang="0">
                <a:pos x="csX7378" y="csY7378"/>
              </a:cxn>
              <a:cxn ang="0">
                <a:pos x="csX7379" y="csY7379"/>
              </a:cxn>
              <a:cxn ang="0">
                <a:pos x="csX7380" y="csY7380"/>
              </a:cxn>
              <a:cxn ang="0">
                <a:pos x="csX7381" y="csY7381"/>
              </a:cxn>
              <a:cxn ang="0">
                <a:pos x="csX7382" y="csY7382"/>
              </a:cxn>
              <a:cxn ang="0">
                <a:pos x="csX7383" y="csY7383"/>
              </a:cxn>
              <a:cxn ang="0">
                <a:pos x="csX7384" y="csY7384"/>
              </a:cxn>
              <a:cxn ang="0">
                <a:pos x="csX7385" y="csY7385"/>
              </a:cxn>
              <a:cxn ang="0">
                <a:pos x="csX7386" y="csY7386"/>
              </a:cxn>
              <a:cxn ang="0">
                <a:pos x="csX7387" y="csY7387"/>
              </a:cxn>
              <a:cxn ang="0">
                <a:pos x="csX7388" y="csY7388"/>
              </a:cxn>
              <a:cxn ang="0">
                <a:pos x="csX7389" y="csY7389"/>
              </a:cxn>
              <a:cxn ang="0">
                <a:pos x="csX7390" y="csY7390"/>
              </a:cxn>
              <a:cxn ang="0">
                <a:pos x="csX7391" y="csY7391"/>
              </a:cxn>
              <a:cxn ang="0">
                <a:pos x="csX7392" y="csY7392"/>
              </a:cxn>
              <a:cxn ang="0">
                <a:pos x="csX7393" y="csY7393"/>
              </a:cxn>
              <a:cxn ang="0">
                <a:pos x="csX7394" y="csY7394"/>
              </a:cxn>
              <a:cxn ang="0">
                <a:pos x="csX7395" y="csY7395"/>
              </a:cxn>
              <a:cxn ang="0">
                <a:pos x="csX7396" y="csY7396"/>
              </a:cxn>
              <a:cxn ang="0">
                <a:pos x="csX7397" y="csY7397"/>
              </a:cxn>
              <a:cxn ang="0">
                <a:pos x="csX7398" y="csY7398"/>
              </a:cxn>
              <a:cxn ang="0">
                <a:pos x="csX7399" y="csY7399"/>
              </a:cxn>
              <a:cxn ang="0">
                <a:pos x="csX7400" y="csY7400"/>
              </a:cxn>
              <a:cxn ang="0">
                <a:pos x="csX7401" y="csY7401"/>
              </a:cxn>
              <a:cxn ang="0">
                <a:pos x="csX7402" y="csY7402"/>
              </a:cxn>
              <a:cxn ang="0">
                <a:pos x="csX7403" y="csY7403"/>
              </a:cxn>
              <a:cxn ang="0">
                <a:pos x="csX7404" y="csY7404"/>
              </a:cxn>
              <a:cxn ang="0">
                <a:pos x="csX7405" y="csY7405"/>
              </a:cxn>
              <a:cxn ang="0">
                <a:pos x="csX7406" y="csY7406"/>
              </a:cxn>
              <a:cxn ang="0">
                <a:pos x="csX7407" y="csY7407"/>
              </a:cxn>
              <a:cxn ang="0">
                <a:pos x="csX7408" y="csY7408"/>
              </a:cxn>
              <a:cxn ang="0">
                <a:pos x="csX7409" y="csY7409"/>
              </a:cxn>
              <a:cxn ang="0">
                <a:pos x="csX7410" y="csY7410"/>
              </a:cxn>
              <a:cxn ang="0">
                <a:pos x="csX7411" y="csY7411"/>
              </a:cxn>
              <a:cxn ang="0">
                <a:pos x="csX7412" y="csY7412"/>
              </a:cxn>
              <a:cxn ang="0">
                <a:pos x="csX7413" y="csY7413"/>
              </a:cxn>
              <a:cxn ang="0">
                <a:pos x="csX7414" y="csY7414"/>
              </a:cxn>
              <a:cxn ang="0">
                <a:pos x="csX7415" y="csY7415"/>
              </a:cxn>
              <a:cxn ang="0">
                <a:pos x="csX7416" y="csY7416"/>
              </a:cxn>
              <a:cxn ang="0">
                <a:pos x="csX7417" y="csY7417"/>
              </a:cxn>
              <a:cxn ang="0">
                <a:pos x="csX7418" y="csY7418"/>
              </a:cxn>
              <a:cxn ang="0">
                <a:pos x="csX7419" y="csY7419"/>
              </a:cxn>
              <a:cxn ang="0">
                <a:pos x="csX7420" y="csY7420"/>
              </a:cxn>
              <a:cxn ang="0">
                <a:pos x="csX7421" y="csY7421"/>
              </a:cxn>
              <a:cxn ang="0">
                <a:pos x="csX7422" y="csY7422"/>
              </a:cxn>
              <a:cxn ang="0">
                <a:pos x="csX7423" y="csY7423"/>
              </a:cxn>
              <a:cxn ang="0">
                <a:pos x="csX7424" y="csY7424"/>
              </a:cxn>
              <a:cxn ang="0">
                <a:pos x="csX7425" y="csY7425"/>
              </a:cxn>
              <a:cxn ang="0">
                <a:pos x="csX7426" y="csY7426"/>
              </a:cxn>
              <a:cxn ang="0">
                <a:pos x="csX7427" y="csY7427"/>
              </a:cxn>
              <a:cxn ang="0">
                <a:pos x="csX7428" y="csY7428"/>
              </a:cxn>
              <a:cxn ang="0">
                <a:pos x="csX7429" y="csY7429"/>
              </a:cxn>
              <a:cxn ang="0">
                <a:pos x="csX7430" y="csY7430"/>
              </a:cxn>
              <a:cxn ang="0">
                <a:pos x="csX7431" y="csY7431"/>
              </a:cxn>
              <a:cxn ang="0">
                <a:pos x="csX7432" y="csY7432"/>
              </a:cxn>
              <a:cxn ang="0">
                <a:pos x="csX7433" y="csY7433"/>
              </a:cxn>
              <a:cxn ang="0">
                <a:pos x="csX7434" y="csY7434"/>
              </a:cxn>
              <a:cxn ang="0">
                <a:pos x="csX7435" y="csY7435"/>
              </a:cxn>
              <a:cxn ang="0">
                <a:pos x="csX7436" y="csY7436"/>
              </a:cxn>
              <a:cxn ang="0">
                <a:pos x="csX7437" y="csY7437"/>
              </a:cxn>
              <a:cxn ang="0">
                <a:pos x="csX7438" y="csY7438"/>
              </a:cxn>
              <a:cxn ang="0">
                <a:pos x="csX7439" y="csY7439"/>
              </a:cxn>
              <a:cxn ang="0">
                <a:pos x="csX7440" y="csY7440"/>
              </a:cxn>
              <a:cxn ang="0">
                <a:pos x="csX7441" y="csY7441"/>
              </a:cxn>
              <a:cxn ang="0">
                <a:pos x="csX7442" y="csY7442"/>
              </a:cxn>
              <a:cxn ang="0">
                <a:pos x="csX7443" y="csY7443"/>
              </a:cxn>
              <a:cxn ang="0">
                <a:pos x="csX7444" y="csY7444"/>
              </a:cxn>
              <a:cxn ang="0">
                <a:pos x="csX7445" y="csY7445"/>
              </a:cxn>
              <a:cxn ang="0">
                <a:pos x="csX7446" y="csY7446"/>
              </a:cxn>
              <a:cxn ang="0">
                <a:pos x="csX7447" y="csY7447"/>
              </a:cxn>
              <a:cxn ang="0">
                <a:pos x="csX7448" y="csY7448"/>
              </a:cxn>
              <a:cxn ang="0">
                <a:pos x="csX7449" y="csY7449"/>
              </a:cxn>
              <a:cxn ang="0">
                <a:pos x="csX7450" y="csY7450"/>
              </a:cxn>
              <a:cxn ang="0">
                <a:pos x="csX7451" y="csY7451"/>
              </a:cxn>
              <a:cxn ang="0">
                <a:pos x="csX7452" y="csY7452"/>
              </a:cxn>
              <a:cxn ang="0">
                <a:pos x="csX7453" y="csY7453"/>
              </a:cxn>
              <a:cxn ang="0">
                <a:pos x="csX7454" y="csY7454"/>
              </a:cxn>
              <a:cxn ang="0">
                <a:pos x="csX7455" y="csY7455"/>
              </a:cxn>
              <a:cxn ang="0">
                <a:pos x="csX7456" y="csY7456"/>
              </a:cxn>
              <a:cxn ang="0">
                <a:pos x="csX7457" y="csY7457"/>
              </a:cxn>
              <a:cxn ang="0">
                <a:pos x="csX7458" y="csY7458"/>
              </a:cxn>
              <a:cxn ang="0">
                <a:pos x="csX7459" y="csY7459"/>
              </a:cxn>
              <a:cxn ang="0">
                <a:pos x="csX7460" y="csY7460"/>
              </a:cxn>
              <a:cxn ang="0">
                <a:pos x="csX7461" y="csY7461"/>
              </a:cxn>
              <a:cxn ang="0">
                <a:pos x="csX7462" y="csY7462"/>
              </a:cxn>
              <a:cxn ang="0">
                <a:pos x="csX7463" y="csY7463"/>
              </a:cxn>
              <a:cxn ang="0">
                <a:pos x="csX7464" y="csY7464"/>
              </a:cxn>
              <a:cxn ang="0">
                <a:pos x="csX7465" y="csY7465"/>
              </a:cxn>
              <a:cxn ang="0">
                <a:pos x="csX7466" y="csY7466"/>
              </a:cxn>
              <a:cxn ang="0">
                <a:pos x="csX7467" y="csY7467"/>
              </a:cxn>
              <a:cxn ang="0">
                <a:pos x="csX7468" y="csY7468"/>
              </a:cxn>
              <a:cxn ang="0">
                <a:pos x="csX7469" y="csY7469"/>
              </a:cxn>
              <a:cxn ang="0">
                <a:pos x="csX7470" y="csY7470"/>
              </a:cxn>
              <a:cxn ang="0">
                <a:pos x="csX7471" y="csY7471"/>
              </a:cxn>
              <a:cxn ang="0">
                <a:pos x="csX7472" y="csY7472"/>
              </a:cxn>
              <a:cxn ang="0">
                <a:pos x="csX7473" y="csY7473"/>
              </a:cxn>
              <a:cxn ang="0">
                <a:pos x="csX7474" y="csY7474"/>
              </a:cxn>
              <a:cxn ang="0">
                <a:pos x="csX7475" y="csY7475"/>
              </a:cxn>
              <a:cxn ang="0">
                <a:pos x="csX7476" y="csY7476"/>
              </a:cxn>
              <a:cxn ang="0">
                <a:pos x="csX7477" y="csY7477"/>
              </a:cxn>
              <a:cxn ang="0">
                <a:pos x="csX7478" y="csY7478"/>
              </a:cxn>
              <a:cxn ang="0">
                <a:pos x="csX7479" y="csY7479"/>
              </a:cxn>
              <a:cxn ang="0">
                <a:pos x="csX7480" y="csY7480"/>
              </a:cxn>
              <a:cxn ang="0">
                <a:pos x="csX7481" y="csY7481"/>
              </a:cxn>
              <a:cxn ang="0">
                <a:pos x="csX7482" y="csY7482"/>
              </a:cxn>
              <a:cxn ang="0">
                <a:pos x="csX7483" y="csY7483"/>
              </a:cxn>
              <a:cxn ang="0">
                <a:pos x="csX7484" y="csY7484"/>
              </a:cxn>
              <a:cxn ang="0">
                <a:pos x="csX7485" y="csY7485"/>
              </a:cxn>
              <a:cxn ang="0">
                <a:pos x="csX7486" y="csY7486"/>
              </a:cxn>
              <a:cxn ang="0">
                <a:pos x="csX7487" y="csY7487"/>
              </a:cxn>
              <a:cxn ang="0">
                <a:pos x="csX7488" y="csY7488"/>
              </a:cxn>
              <a:cxn ang="0">
                <a:pos x="csX7489" y="csY7489"/>
              </a:cxn>
              <a:cxn ang="0">
                <a:pos x="csX7490" y="csY7490"/>
              </a:cxn>
              <a:cxn ang="0">
                <a:pos x="csX7491" y="csY7491"/>
              </a:cxn>
              <a:cxn ang="0">
                <a:pos x="csX7492" y="csY7492"/>
              </a:cxn>
              <a:cxn ang="0">
                <a:pos x="csX7493" y="csY7493"/>
              </a:cxn>
              <a:cxn ang="0">
                <a:pos x="csX7494" y="csY7494"/>
              </a:cxn>
              <a:cxn ang="0">
                <a:pos x="csX7495" y="csY7495"/>
              </a:cxn>
              <a:cxn ang="0">
                <a:pos x="csX7496" y="csY7496"/>
              </a:cxn>
              <a:cxn ang="0">
                <a:pos x="csX7497" y="csY7497"/>
              </a:cxn>
              <a:cxn ang="0">
                <a:pos x="csX7498" y="csY7498"/>
              </a:cxn>
              <a:cxn ang="0">
                <a:pos x="csX7499" y="csY7499"/>
              </a:cxn>
              <a:cxn ang="0">
                <a:pos x="csX7500" y="csY7500"/>
              </a:cxn>
              <a:cxn ang="0">
                <a:pos x="csX7501" y="csY7501"/>
              </a:cxn>
              <a:cxn ang="0">
                <a:pos x="csX7502" y="csY7502"/>
              </a:cxn>
              <a:cxn ang="0">
                <a:pos x="csX7503" y="csY7503"/>
              </a:cxn>
              <a:cxn ang="0">
                <a:pos x="csX7504" y="csY7504"/>
              </a:cxn>
              <a:cxn ang="0">
                <a:pos x="csX7505" y="csY7505"/>
              </a:cxn>
              <a:cxn ang="0">
                <a:pos x="csX7506" y="csY7506"/>
              </a:cxn>
              <a:cxn ang="0">
                <a:pos x="csX7507" y="csY7507"/>
              </a:cxn>
              <a:cxn ang="0">
                <a:pos x="csX7508" y="csY7508"/>
              </a:cxn>
              <a:cxn ang="0">
                <a:pos x="csX7509" y="csY7509"/>
              </a:cxn>
              <a:cxn ang="0">
                <a:pos x="csX7510" y="csY7510"/>
              </a:cxn>
              <a:cxn ang="0">
                <a:pos x="csX7511" y="csY7511"/>
              </a:cxn>
              <a:cxn ang="0">
                <a:pos x="csX7512" y="csY7512"/>
              </a:cxn>
              <a:cxn ang="0">
                <a:pos x="csX7513" y="csY7513"/>
              </a:cxn>
              <a:cxn ang="0">
                <a:pos x="csX7514" y="csY7514"/>
              </a:cxn>
              <a:cxn ang="0">
                <a:pos x="csX7515" y="csY7515"/>
              </a:cxn>
              <a:cxn ang="0">
                <a:pos x="csX7516" y="csY7516"/>
              </a:cxn>
              <a:cxn ang="0">
                <a:pos x="csX7517" y="csY7517"/>
              </a:cxn>
              <a:cxn ang="0">
                <a:pos x="csX7518" y="csY7518"/>
              </a:cxn>
              <a:cxn ang="0">
                <a:pos x="csX7519" y="csY7519"/>
              </a:cxn>
              <a:cxn ang="0">
                <a:pos x="csX7520" y="csY7520"/>
              </a:cxn>
              <a:cxn ang="0">
                <a:pos x="csX7521" y="csY7521"/>
              </a:cxn>
              <a:cxn ang="0">
                <a:pos x="csX7522" y="csY7522"/>
              </a:cxn>
              <a:cxn ang="0">
                <a:pos x="csX7523" y="csY7523"/>
              </a:cxn>
              <a:cxn ang="0">
                <a:pos x="csX7524" y="csY7524"/>
              </a:cxn>
              <a:cxn ang="0">
                <a:pos x="csX7525" y="csY7525"/>
              </a:cxn>
              <a:cxn ang="0">
                <a:pos x="csX7526" y="csY7526"/>
              </a:cxn>
              <a:cxn ang="0">
                <a:pos x="csX7527" y="csY7527"/>
              </a:cxn>
              <a:cxn ang="0">
                <a:pos x="csX7528" y="csY7528"/>
              </a:cxn>
              <a:cxn ang="0">
                <a:pos x="csX7529" y="csY7529"/>
              </a:cxn>
              <a:cxn ang="0">
                <a:pos x="csX7530" y="csY7530"/>
              </a:cxn>
              <a:cxn ang="0">
                <a:pos x="csX7531" y="csY7531"/>
              </a:cxn>
              <a:cxn ang="0">
                <a:pos x="csX7532" y="csY7532"/>
              </a:cxn>
              <a:cxn ang="0">
                <a:pos x="csX7533" y="csY7533"/>
              </a:cxn>
              <a:cxn ang="0">
                <a:pos x="csX7534" y="csY7534"/>
              </a:cxn>
              <a:cxn ang="0">
                <a:pos x="csX7535" y="csY7535"/>
              </a:cxn>
              <a:cxn ang="0">
                <a:pos x="csX7536" y="csY7536"/>
              </a:cxn>
              <a:cxn ang="0">
                <a:pos x="csX7537" y="csY7537"/>
              </a:cxn>
              <a:cxn ang="0">
                <a:pos x="csX7538" y="csY7538"/>
              </a:cxn>
              <a:cxn ang="0">
                <a:pos x="csX7539" y="csY7539"/>
              </a:cxn>
              <a:cxn ang="0">
                <a:pos x="csX7540" y="csY7540"/>
              </a:cxn>
              <a:cxn ang="0">
                <a:pos x="csX7541" y="csY7541"/>
              </a:cxn>
              <a:cxn ang="0">
                <a:pos x="csX7542" y="csY7542"/>
              </a:cxn>
              <a:cxn ang="0">
                <a:pos x="csX7543" y="csY7543"/>
              </a:cxn>
              <a:cxn ang="0">
                <a:pos x="csX7544" y="csY7544"/>
              </a:cxn>
              <a:cxn ang="0">
                <a:pos x="csX7545" y="csY7545"/>
              </a:cxn>
              <a:cxn ang="0">
                <a:pos x="csX7546" y="csY7546"/>
              </a:cxn>
              <a:cxn ang="0">
                <a:pos x="csX7547" y="csY7547"/>
              </a:cxn>
              <a:cxn ang="0">
                <a:pos x="csX7548" y="csY7548"/>
              </a:cxn>
              <a:cxn ang="0">
                <a:pos x="csX7549" y="csY7549"/>
              </a:cxn>
              <a:cxn ang="0">
                <a:pos x="csX7550" y="csY7550"/>
              </a:cxn>
              <a:cxn ang="0">
                <a:pos x="csX7551" y="csY7551"/>
              </a:cxn>
              <a:cxn ang="0">
                <a:pos x="csX7552" y="csY7552"/>
              </a:cxn>
              <a:cxn ang="0">
                <a:pos x="csX7553" y="csY7553"/>
              </a:cxn>
              <a:cxn ang="0">
                <a:pos x="csX7554" y="csY7554"/>
              </a:cxn>
              <a:cxn ang="0">
                <a:pos x="csX7555" y="csY7555"/>
              </a:cxn>
              <a:cxn ang="0">
                <a:pos x="csX7556" y="csY7556"/>
              </a:cxn>
              <a:cxn ang="0">
                <a:pos x="csX7557" y="csY7557"/>
              </a:cxn>
              <a:cxn ang="0">
                <a:pos x="csX7558" y="csY7558"/>
              </a:cxn>
              <a:cxn ang="0">
                <a:pos x="csX7559" y="csY7559"/>
              </a:cxn>
              <a:cxn ang="0">
                <a:pos x="csX7560" y="csY7560"/>
              </a:cxn>
              <a:cxn ang="0">
                <a:pos x="csX7561" y="csY7561"/>
              </a:cxn>
              <a:cxn ang="0">
                <a:pos x="csX7562" y="csY7562"/>
              </a:cxn>
              <a:cxn ang="0">
                <a:pos x="csX7563" y="csY7563"/>
              </a:cxn>
              <a:cxn ang="0">
                <a:pos x="csX7564" y="csY7564"/>
              </a:cxn>
              <a:cxn ang="0">
                <a:pos x="csX7565" y="csY7565"/>
              </a:cxn>
              <a:cxn ang="0">
                <a:pos x="csX7566" y="csY7566"/>
              </a:cxn>
              <a:cxn ang="0">
                <a:pos x="csX7567" y="csY7567"/>
              </a:cxn>
              <a:cxn ang="0">
                <a:pos x="csX7568" y="csY7568"/>
              </a:cxn>
              <a:cxn ang="0">
                <a:pos x="csX7569" y="csY7569"/>
              </a:cxn>
              <a:cxn ang="0">
                <a:pos x="csX7570" y="csY7570"/>
              </a:cxn>
              <a:cxn ang="0">
                <a:pos x="csX7571" y="csY7571"/>
              </a:cxn>
              <a:cxn ang="0">
                <a:pos x="csX7572" y="csY7572"/>
              </a:cxn>
              <a:cxn ang="0">
                <a:pos x="csX7573" y="csY7573"/>
              </a:cxn>
              <a:cxn ang="0">
                <a:pos x="csX7574" y="csY7574"/>
              </a:cxn>
              <a:cxn ang="0">
                <a:pos x="csX7575" y="csY7575"/>
              </a:cxn>
              <a:cxn ang="0">
                <a:pos x="csX7576" y="csY7576"/>
              </a:cxn>
              <a:cxn ang="0">
                <a:pos x="csX7577" y="csY7577"/>
              </a:cxn>
              <a:cxn ang="0">
                <a:pos x="csX7578" y="csY7578"/>
              </a:cxn>
              <a:cxn ang="0">
                <a:pos x="csX7579" y="csY7579"/>
              </a:cxn>
              <a:cxn ang="0">
                <a:pos x="csX7580" y="csY7580"/>
              </a:cxn>
              <a:cxn ang="0">
                <a:pos x="csX7581" y="csY7581"/>
              </a:cxn>
              <a:cxn ang="0">
                <a:pos x="csX7582" y="csY7582"/>
              </a:cxn>
              <a:cxn ang="0">
                <a:pos x="csX7583" y="csY7583"/>
              </a:cxn>
              <a:cxn ang="0">
                <a:pos x="csX7584" y="csY7584"/>
              </a:cxn>
              <a:cxn ang="0">
                <a:pos x="csX7585" y="csY7585"/>
              </a:cxn>
              <a:cxn ang="0">
                <a:pos x="csX7586" y="csY7586"/>
              </a:cxn>
              <a:cxn ang="0">
                <a:pos x="csX7587" y="csY7587"/>
              </a:cxn>
              <a:cxn ang="0">
                <a:pos x="csX7588" y="csY7588"/>
              </a:cxn>
              <a:cxn ang="0">
                <a:pos x="csX7589" y="csY7589"/>
              </a:cxn>
              <a:cxn ang="0">
                <a:pos x="csX7590" y="csY7590"/>
              </a:cxn>
              <a:cxn ang="0">
                <a:pos x="csX7591" y="csY7591"/>
              </a:cxn>
              <a:cxn ang="0">
                <a:pos x="csX7592" y="csY7592"/>
              </a:cxn>
              <a:cxn ang="0">
                <a:pos x="csX7593" y="csY7593"/>
              </a:cxn>
              <a:cxn ang="0">
                <a:pos x="csX7594" y="csY7594"/>
              </a:cxn>
              <a:cxn ang="0">
                <a:pos x="csX7595" y="csY7595"/>
              </a:cxn>
              <a:cxn ang="0">
                <a:pos x="csX7596" y="csY7596"/>
              </a:cxn>
              <a:cxn ang="0">
                <a:pos x="csX7597" y="csY7597"/>
              </a:cxn>
              <a:cxn ang="0">
                <a:pos x="csX7598" y="csY7598"/>
              </a:cxn>
              <a:cxn ang="0">
                <a:pos x="csX7599" y="csY7599"/>
              </a:cxn>
              <a:cxn ang="0">
                <a:pos x="csX7600" y="csY7600"/>
              </a:cxn>
              <a:cxn ang="0">
                <a:pos x="csX7601" y="csY7601"/>
              </a:cxn>
              <a:cxn ang="0">
                <a:pos x="csX7602" y="csY7602"/>
              </a:cxn>
              <a:cxn ang="0">
                <a:pos x="csX7603" y="csY7603"/>
              </a:cxn>
              <a:cxn ang="0">
                <a:pos x="csX7604" y="csY7604"/>
              </a:cxn>
              <a:cxn ang="0">
                <a:pos x="csX7605" y="csY7605"/>
              </a:cxn>
              <a:cxn ang="0">
                <a:pos x="csX7606" y="csY7606"/>
              </a:cxn>
              <a:cxn ang="0">
                <a:pos x="csX7607" y="csY7607"/>
              </a:cxn>
              <a:cxn ang="0">
                <a:pos x="csX7608" y="csY7608"/>
              </a:cxn>
              <a:cxn ang="0">
                <a:pos x="csX7609" y="csY7609"/>
              </a:cxn>
              <a:cxn ang="0">
                <a:pos x="csX7610" y="csY7610"/>
              </a:cxn>
              <a:cxn ang="0">
                <a:pos x="csX7611" y="csY7611"/>
              </a:cxn>
              <a:cxn ang="0">
                <a:pos x="csX7612" y="csY7612"/>
              </a:cxn>
              <a:cxn ang="0">
                <a:pos x="csX7613" y="csY7613"/>
              </a:cxn>
              <a:cxn ang="0">
                <a:pos x="csX7614" y="csY7614"/>
              </a:cxn>
              <a:cxn ang="0">
                <a:pos x="csX7615" y="csY7615"/>
              </a:cxn>
              <a:cxn ang="0">
                <a:pos x="csX7616" y="csY7616"/>
              </a:cxn>
              <a:cxn ang="0">
                <a:pos x="csX7617" y="csY7617"/>
              </a:cxn>
              <a:cxn ang="0">
                <a:pos x="csX7618" y="csY7618"/>
              </a:cxn>
              <a:cxn ang="0">
                <a:pos x="csX7619" y="csY7619"/>
              </a:cxn>
              <a:cxn ang="0">
                <a:pos x="csX7620" y="csY7620"/>
              </a:cxn>
              <a:cxn ang="0">
                <a:pos x="csX7621" y="csY7621"/>
              </a:cxn>
              <a:cxn ang="0">
                <a:pos x="csX7622" y="csY7622"/>
              </a:cxn>
              <a:cxn ang="0">
                <a:pos x="csX7623" y="csY7623"/>
              </a:cxn>
              <a:cxn ang="0">
                <a:pos x="csX7624" y="csY7624"/>
              </a:cxn>
              <a:cxn ang="0">
                <a:pos x="csX7625" y="csY7625"/>
              </a:cxn>
              <a:cxn ang="0">
                <a:pos x="csX7626" y="csY7626"/>
              </a:cxn>
              <a:cxn ang="0">
                <a:pos x="csX7627" y="csY7627"/>
              </a:cxn>
              <a:cxn ang="0">
                <a:pos x="csX7628" y="csY7628"/>
              </a:cxn>
              <a:cxn ang="0">
                <a:pos x="csX7629" y="csY7629"/>
              </a:cxn>
              <a:cxn ang="0">
                <a:pos x="csX7630" y="csY7630"/>
              </a:cxn>
              <a:cxn ang="0">
                <a:pos x="csX7631" y="csY7631"/>
              </a:cxn>
              <a:cxn ang="0">
                <a:pos x="csX7632" y="csY7632"/>
              </a:cxn>
              <a:cxn ang="0">
                <a:pos x="csX7633" y="csY7633"/>
              </a:cxn>
              <a:cxn ang="0">
                <a:pos x="csX7634" y="csY7634"/>
              </a:cxn>
              <a:cxn ang="0">
                <a:pos x="csX7635" y="csY7635"/>
              </a:cxn>
              <a:cxn ang="0">
                <a:pos x="csX7636" y="csY7636"/>
              </a:cxn>
              <a:cxn ang="0">
                <a:pos x="csX7637" y="csY7637"/>
              </a:cxn>
              <a:cxn ang="0">
                <a:pos x="csX7638" y="csY7638"/>
              </a:cxn>
              <a:cxn ang="0">
                <a:pos x="csX7639" y="csY7639"/>
              </a:cxn>
              <a:cxn ang="0">
                <a:pos x="csX7640" y="csY7640"/>
              </a:cxn>
              <a:cxn ang="0">
                <a:pos x="csX7641" y="csY7641"/>
              </a:cxn>
              <a:cxn ang="0">
                <a:pos x="csX7642" y="csY7642"/>
              </a:cxn>
              <a:cxn ang="0">
                <a:pos x="csX7643" y="csY7643"/>
              </a:cxn>
              <a:cxn ang="0">
                <a:pos x="csX7644" y="csY7644"/>
              </a:cxn>
              <a:cxn ang="0">
                <a:pos x="csX7645" y="csY7645"/>
              </a:cxn>
              <a:cxn ang="0">
                <a:pos x="csX7646" y="csY7646"/>
              </a:cxn>
              <a:cxn ang="0">
                <a:pos x="csX7647" y="csY7647"/>
              </a:cxn>
              <a:cxn ang="0">
                <a:pos x="csX7648" y="csY7648"/>
              </a:cxn>
              <a:cxn ang="0">
                <a:pos x="csX7649" y="csY7649"/>
              </a:cxn>
              <a:cxn ang="0">
                <a:pos x="csX7650" y="csY7650"/>
              </a:cxn>
              <a:cxn ang="0">
                <a:pos x="csX7651" y="csY7651"/>
              </a:cxn>
              <a:cxn ang="0">
                <a:pos x="csX7652" y="csY7652"/>
              </a:cxn>
              <a:cxn ang="0">
                <a:pos x="csX7653" y="csY7653"/>
              </a:cxn>
              <a:cxn ang="0">
                <a:pos x="csX7654" y="csY7654"/>
              </a:cxn>
              <a:cxn ang="0">
                <a:pos x="csX7655" y="csY7655"/>
              </a:cxn>
              <a:cxn ang="0">
                <a:pos x="csX7656" y="csY7656"/>
              </a:cxn>
              <a:cxn ang="0">
                <a:pos x="csX7657" y="csY7657"/>
              </a:cxn>
              <a:cxn ang="0">
                <a:pos x="csX7658" y="csY7658"/>
              </a:cxn>
              <a:cxn ang="0">
                <a:pos x="csX7659" y="csY7659"/>
              </a:cxn>
              <a:cxn ang="0">
                <a:pos x="csX7660" y="csY7660"/>
              </a:cxn>
              <a:cxn ang="0">
                <a:pos x="csX7661" y="csY7661"/>
              </a:cxn>
              <a:cxn ang="0">
                <a:pos x="csX7662" y="csY7662"/>
              </a:cxn>
              <a:cxn ang="0">
                <a:pos x="csX7663" y="csY7663"/>
              </a:cxn>
              <a:cxn ang="0">
                <a:pos x="csX7664" y="csY7664"/>
              </a:cxn>
              <a:cxn ang="0">
                <a:pos x="csX7665" y="csY7665"/>
              </a:cxn>
              <a:cxn ang="0">
                <a:pos x="csX7666" y="csY7666"/>
              </a:cxn>
              <a:cxn ang="0">
                <a:pos x="csX7667" y="csY7667"/>
              </a:cxn>
              <a:cxn ang="0">
                <a:pos x="csX7668" y="csY7668"/>
              </a:cxn>
              <a:cxn ang="0">
                <a:pos x="csX7669" y="csY7669"/>
              </a:cxn>
              <a:cxn ang="0">
                <a:pos x="csX7670" y="csY7670"/>
              </a:cxn>
              <a:cxn ang="0">
                <a:pos x="csX7671" y="csY7671"/>
              </a:cxn>
              <a:cxn ang="0">
                <a:pos x="csX7672" y="csY7672"/>
              </a:cxn>
              <a:cxn ang="0">
                <a:pos x="csX7673" y="csY7673"/>
              </a:cxn>
              <a:cxn ang="0">
                <a:pos x="csX7674" y="csY7674"/>
              </a:cxn>
              <a:cxn ang="0">
                <a:pos x="csX7675" y="csY7675"/>
              </a:cxn>
              <a:cxn ang="0">
                <a:pos x="csX7676" y="csY7676"/>
              </a:cxn>
              <a:cxn ang="0">
                <a:pos x="csX7677" y="csY7677"/>
              </a:cxn>
              <a:cxn ang="0">
                <a:pos x="csX7678" y="csY7678"/>
              </a:cxn>
              <a:cxn ang="0">
                <a:pos x="csX7679" y="csY7679"/>
              </a:cxn>
              <a:cxn ang="0">
                <a:pos x="csX7680" y="csY7680"/>
              </a:cxn>
              <a:cxn ang="0">
                <a:pos x="csX7681" y="csY7681"/>
              </a:cxn>
              <a:cxn ang="0">
                <a:pos x="csX7682" y="csY7682"/>
              </a:cxn>
              <a:cxn ang="0">
                <a:pos x="csX7683" y="csY7683"/>
              </a:cxn>
              <a:cxn ang="0">
                <a:pos x="csX7684" y="csY7684"/>
              </a:cxn>
              <a:cxn ang="0">
                <a:pos x="csX7685" y="csY7685"/>
              </a:cxn>
              <a:cxn ang="0">
                <a:pos x="csX7686" y="csY7686"/>
              </a:cxn>
              <a:cxn ang="0">
                <a:pos x="csX7687" y="csY7687"/>
              </a:cxn>
              <a:cxn ang="0">
                <a:pos x="csX7688" y="csY7688"/>
              </a:cxn>
              <a:cxn ang="0">
                <a:pos x="csX7689" y="csY7689"/>
              </a:cxn>
              <a:cxn ang="0">
                <a:pos x="csX7690" y="csY7690"/>
              </a:cxn>
              <a:cxn ang="0">
                <a:pos x="csX7691" y="csY7691"/>
              </a:cxn>
              <a:cxn ang="0">
                <a:pos x="csX7692" y="csY7692"/>
              </a:cxn>
              <a:cxn ang="0">
                <a:pos x="csX7693" y="csY7693"/>
              </a:cxn>
              <a:cxn ang="0">
                <a:pos x="csX7694" y="csY7694"/>
              </a:cxn>
              <a:cxn ang="0">
                <a:pos x="csX7695" y="csY7695"/>
              </a:cxn>
              <a:cxn ang="0">
                <a:pos x="csX7696" y="csY7696"/>
              </a:cxn>
              <a:cxn ang="0">
                <a:pos x="csX7697" y="csY7697"/>
              </a:cxn>
              <a:cxn ang="0">
                <a:pos x="csX7698" y="csY7698"/>
              </a:cxn>
              <a:cxn ang="0">
                <a:pos x="csX7699" y="csY7699"/>
              </a:cxn>
              <a:cxn ang="0">
                <a:pos x="csX7700" y="csY7700"/>
              </a:cxn>
              <a:cxn ang="0">
                <a:pos x="csX7701" y="csY7701"/>
              </a:cxn>
              <a:cxn ang="0">
                <a:pos x="csX7702" y="csY7702"/>
              </a:cxn>
              <a:cxn ang="0">
                <a:pos x="csX7703" y="csY7703"/>
              </a:cxn>
              <a:cxn ang="0">
                <a:pos x="csX7704" y="csY7704"/>
              </a:cxn>
              <a:cxn ang="0">
                <a:pos x="csX7705" y="csY7705"/>
              </a:cxn>
              <a:cxn ang="0">
                <a:pos x="csX7706" y="csY7706"/>
              </a:cxn>
              <a:cxn ang="0">
                <a:pos x="csX7707" y="csY7707"/>
              </a:cxn>
              <a:cxn ang="0">
                <a:pos x="csX7708" y="csY7708"/>
              </a:cxn>
              <a:cxn ang="0">
                <a:pos x="csX7709" y="csY7709"/>
              </a:cxn>
              <a:cxn ang="0">
                <a:pos x="csX7710" y="csY7710"/>
              </a:cxn>
              <a:cxn ang="0">
                <a:pos x="csX7711" y="csY7711"/>
              </a:cxn>
              <a:cxn ang="0">
                <a:pos x="csX7712" y="csY7712"/>
              </a:cxn>
              <a:cxn ang="0">
                <a:pos x="csX7713" y="csY7713"/>
              </a:cxn>
              <a:cxn ang="0">
                <a:pos x="csX7714" y="csY7714"/>
              </a:cxn>
              <a:cxn ang="0">
                <a:pos x="csX7715" y="csY7715"/>
              </a:cxn>
              <a:cxn ang="0">
                <a:pos x="csX7716" y="csY7716"/>
              </a:cxn>
              <a:cxn ang="0">
                <a:pos x="csX7717" y="csY7717"/>
              </a:cxn>
              <a:cxn ang="0">
                <a:pos x="csX7718" y="csY7718"/>
              </a:cxn>
              <a:cxn ang="0">
                <a:pos x="csX7719" y="csY7719"/>
              </a:cxn>
              <a:cxn ang="0">
                <a:pos x="csX7720" y="csY7720"/>
              </a:cxn>
              <a:cxn ang="0">
                <a:pos x="csX7721" y="csY7721"/>
              </a:cxn>
              <a:cxn ang="0">
                <a:pos x="csX7722" y="csY7722"/>
              </a:cxn>
              <a:cxn ang="0">
                <a:pos x="csX7723" y="csY7723"/>
              </a:cxn>
              <a:cxn ang="0">
                <a:pos x="csX7724" y="csY7724"/>
              </a:cxn>
              <a:cxn ang="0">
                <a:pos x="csX7725" y="csY7725"/>
              </a:cxn>
              <a:cxn ang="0">
                <a:pos x="csX7726" y="csY7726"/>
              </a:cxn>
              <a:cxn ang="0">
                <a:pos x="csX7727" y="csY7727"/>
              </a:cxn>
              <a:cxn ang="0">
                <a:pos x="csX7728" y="csY7728"/>
              </a:cxn>
              <a:cxn ang="0">
                <a:pos x="csX7729" y="csY7729"/>
              </a:cxn>
              <a:cxn ang="0">
                <a:pos x="csX7730" y="csY7730"/>
              </a:cxn>
              <a:cxn ang="0">
                <a:pos x="csX7731" y="csY7731"/>
              </a:cxn>
              <a:cxn ang="0">
                <a:pos x="csX7732" y="csY7732"/>
              </a:cxn>
              <a:cxn ang="0">
                <a:pos x="csX7733" y="csY7733"/>
              </a:cxn>
              <a:cxn ang="0">
                <a:pos x="csX7734" y="csY7734"/>
              </a:cxn>
              <a:cxn ang="0">
                <a:pos x="csX7735" y="csY7735"/>
              </a:cxn>
              <a:cxn ang="0">
                <a:pos x="csX7736" y="csY7736"/>
              </a:cxn>
              <a:cxn ang="0">
                <a:pos x="csX7737" y="csY7737"/>
              </a:cxn>
              <a:cxn ang="0">
                <a:pos x="csX7738" y="csY7738"/>
              </a:cxn>
              <a:cxn ang="0">
                <a:pos x="csX7739" y="csY7739"/>
              </a:cxn>
              <a:cxn ang="0">
                <a:pos x="csX7740" y="csY7740"/>
              </a:cxn>
              <a:cxn ang="0">
                <a:pos x="csX7741" y="csY7741"/>
              </a:cxn>
              <a:cxn ang="0">
                <a:pos x="csX7742" y="csY7742"/>
              </a:cxn>
              <a:cxn ang="0">
                <a:pos x="csX7743" y="csY7743"/>
              </a:cxn>
              <a:cxn ang="0">
                <a:pos x="csX7744" y="csY7744"/>
              </a:cxn>
              <a:cxn ang="0">
                <a:pos x="csX7745" y="csY7745"/>
              </a:cxn>
              <a:cxn ang="0">
                <a:pos x="csX7746" y="csY7746"/>
              </a:cxn>
              <a:cxn ang="0">
                <a:pos x="csX7747" y="csY7747"/>
              </a:cxn>
              <a:cxn ang="0">
                <a:pos x="csX7748" y="csY7748"/>
              </a:cxn>
              <a:cxn ang="0">
                <a:pos x="csX7749" y="csY7749"/>
              </a:cxn>
              <a:cxn ang="0">
                <a:pos x="csX7750" y="csY7750"/>
              </a:cxn>
              <a:cxn ang="0">
                <a:pos x="csX7751" y="csY7751"/>
              </a:cxn>
              <a:cxn ang="0">
                <a:pos x="csX7752" y="csY7752"/>
              </a:cxn>
              <a:cxn ang="0">
                <a:pos x="csX7753" y="csY7753"/>
              </a:cxn>
              <a:cxn ang="0">
                <a:pos x="csX7754" y="csY7754"/>
              </a:cxn>
              <a:cxn ang="0">
                <a:pos x="csX7755" y="csY7755"/>
              </a:cxn>
              <a:cxn ang="0">
                <a:pos x="csX7756" y="csY7756"/>
              </a:cxn>
              <a:cxn ang="0">
                <a:pos x="csX7757" y="csY7757"/>
              </a:cxn>
              <a:cxn ang="0">
                <a:pos x="csX7758" y="csY7758"/>
              </a:cxn>
              <a:cxn ang="0">
                <a:pos x="csX7759" y="csY7759"/>
              </a:cxn>
              <a:cxn ang="0">
                <a:pos x="csX7760" y="csY7760"/>
              </a:cxn>
              <a:cxn ang="0">
                <a:pos x="csX7761" y="csY7761"/>
              </a:cxn>
              <a:cxn ang="0">
                <a:pos x="csX7762" y="csY7762"/>
              </a:cxn>
              <a:cxn ang="0">
                <a:pos x="csX7763" y="csY7763"/>
              </a:cxn>
              <a:cxn ang="0">
                <a:pos x="csX7764" y="csY7764"/>
              </a:cxn>
              <a:cxn ang="0">
                <a:pos x="csX7765" y="csY7765"/>
              </a:cxn>
              <a:cxn ang="0">
                <a:pos x="csX7766" y="csY7766"/>
              </a:cxn>
              <a:cxn ang="0">
                <a:pos x="csX7767" y="csY7767"/>
              </a:cxn>
              <a:cxn ang="0">
                <a:pos x="csX7768" y="csY7768"/>
              </a:cxn>
              <a:cxn ang="0">
                <a:pos x="csX7769" y="csY7769"/>
              </a:cxn>
              <a:cxn ang="0">
                <a:pos x="csX7770" y="csY7770"/>
              </a:cxn>
              <a:cxn ang="0">
                <a:pos x="csX7771" y="csY7771"/>
              </a:cxn>
              <a:cxn ang="0">
                <a:pos x="csX7772" y="csY7772"/>
              </a:cxn>
              <a:cxn ang="0">
                <a:pos x="csX7773" y="csY7773"/>
              </a:cxn>
              <a:cxn ang="0">
                <a:pos x="csX7774" y="csY7774"/>
              </a:cxn>
              <a:cxn ang="0">
                <a:pos x="csX7775" y="csY7775"/>
              </a:cxn>
              <a:cxn ang="0">
                <a:pos x="csX7776" y="csY7776"/>
              </a:cxn>
              <a:cxn ang="0">
                <a:pos x="csX7777" y="csY7777"/>
              </a:cxn>
              <a:cxn ang="0">
                <a:pos x="csX7778" y="csY7778"/>
              </a:cxn>
              <a:cxn ang="0">
                <a:pos x="csX7779" y="csY7779"/>
              </a:cxn>
              <a:cxn ang="0">
                <a:pos x="csX7780" y="csY7780"/>
              </a:cxn>
              <a:cxn ang="0">
                <a:pos x="csX7781" y="csY7781"/>
              </a:cxn>
              <a:cxn ang="0">
                <a:pos x="csX7782" y="csY7782"/>
              </a:cxn>
              <a:cxn ang="0">
                <a:pos x="csX7783" y="csY7783"/>
              </a:cxn>
              <a:cxn ang="0">
                <a:pos x="csX7784" y="csY7784"/>
              </a:cxn>
              <a:cxn ang="0">
                <a:pos x="csX7785" y="csY7785"/>
              </a:cxn>
              <a:cxn ang="0">
                <a:pos x="csX7786" y="csY7786"/>
              </a:cxn>
              <a:cxn ang="0">
                <a:pos x="csX7787" y="csY7787"/>
              </a:cxn>
              <a:cxn ang="0">
                <a:pos x="csX7788" y="csY7788"/>
              </a:cxn>
              <a:cxn ang="0">
                <a:pos x="csX7789" y="csY7789"/>
              </a:cxn>
              <a:cxn ang="0">
                <a:pos x="csX7790" y="csY7790"/>
              </a:cxn>
              <a:cxn ang="0">
                <a:pos x="csX7791" y="csY7791"/>
              </a:cxn>
              <a:cxn ang="0">
                <a:pos x="csX7792" y="csY7792"/>
              </a:cxn>
              <a:cxn ang="0">
                <a:pos x="csX7793" y="csY7793"/>
              </a:cxn>
              <a:cxn ang="0">
                <a:pos x="csX7794" y="csY7794"/>
              </a:cxn>
              <a:cxn ang="0">
                <a:pos x="csX7795" y="csY7795"/>
              </a:cxn>
              <a:cxn ang="0">
                <a:pos x="csX7796" y="csY7796"/>
              </a:cxn>
              <a:cxn ang="0">
                <a:pos x="csX7797" y="csY7797"/>
              </a:cxn>
              <a:cxn ang="0">
                <a:pos x="csX7798" y="csY7798"/>
              </a:cxn>
              <a:cxn ang="0">
                <a:pos x="csX7799" y="csY7799"/>
              </a:cxn>
              <a:cxn ang="0">
                <a:pos x="csX7800" y="csY7800"/>
              </a:cxn>
              <a:cxn ang="0">
                <a:pos x="csX7801" y="csY7801"/>
              </a:cxn>
              <a:cxn ang="0">
                <a:pos x="csX7802" y="csY7802"/>
              </a:cxn>
              <a:cxn ang="0">
                <a:pos x="csX7803" y="csY7803"/>
              </a:cxn>
              <a:cxn ang="0">
                <a:pos x="csX7804" y="csY7804"/>
              </a:cxn>
              <a:cxn ang="0">
                <a:pos x="csX7805" y="csY7805"/>
              </a:cxn>
              <a:cxn ang="0">
                <a:pos x="csX7806" y="csY7806"/>
              </a:cxn>
              <a:cxn ang="0">
                <a:pos x="csX7807" y="csY7807"/>
              </a:cxn>
              <a:cxn ang="0">
                <a:pos x="csX7808" y="csY7808"/>
              </a:cxn>
              <a:cxn ang="0">
                <a:pos x="csX7809" y="csY7809"/>
              </a:cxn>
              <a:cxn ang="0">
                <a:pos x="csX7810" y="csY7810"/>
              </a:cxn>
              <a:cxn ang="0">
                <a:pos x="csX7811" y="csY7811"/>
              </a:cxn>
              <a:cxn ang="0">
                <a:pos x="csX7812" y="csY7812"/>
              </a:cxn>
              <a:cxn ang="0">
                <a:pos x="csX7813" y="csY7813"/>
              </a:cxn>
              <a:cxn ang="0">
                <a:pos x="csX7814" y="csY7814"/>
              </a:cxn>
              <a:cxn ang="0">
                <a:pos x="csX7815" y="csY7815"/>
              </a:cxn>
              <a:cxn ang="0">
                <a:pos x="csX7816" y="csY7816"/>
              </a:cxn>
              <a:cxn ang="0">
                <a:pos x="csX7817" y="csY7817"/>
              </a:cxn>
              <a:cxn ang="0">
                <a:pos x="csX7818" y="csY7818"/>
              </a:cxn>
              <a:cxn ang="0">
                <a:pos x="csX7819" y="csY7819"/>
              </a:cxn>
              <a:cxn ang="0">
                <a:pos x="csX7820" y="csY7820"/>
              </a:cxn>
              <a:cxn ang="0">
                <a:pos x="csX7821" y="csY7821"/>
              </a:cxn>
              <a:cxn ang="0">
                <a:pos x="csX7822" y="csY7822"/>
              </a:cxn>
              <a:cxn ang="0">
                <a:pos x="csX7823" y="csY7823"/>
              </a:cxn>
              <a:cxn ang="0">
                <a:pos x="csX7824" y="csY7824"/>
              </a:cxn>
              <a:cxn ang="0">
                <a:pos x="csX7825" y="csY7825"/>
              </a:cxn>
              <a:cxn ang="0">
                <a:pos x="csX7826" y="csY7826"/>
              </a:cxn>
              <a:cxn ang="0">
                <a:pos x="csX7827" y="csY7827"/>
              </a:cxn>
              <a:cxn ang="0">
                <a:pos x="csX7828" y="csY7828"/>
              </a:cxn>
              <a:cxn ang="0">
                <a:pos x="csX7829" y="csY7829"/>
              </a:cxn>
              <a:cxn ang="0">
                <a:pos x="csX7830" y="csY7830"/>
              </a:cxn>
              <a:cxn ang="0">
                <a:pos x="csX7831" y="csY7831"/>
              </a:cxn>
              <a:cxn ang="0">
                <a:pos x="csX7832" y="csY7832"/>
              </a:cxn>
              <a:cxn ang="0">
                <a:pos x="csX7833" y="csY7833"/>
              </a:cxn>
              <a:cxn ang="0">
                <a:pos x="csX7834" y="csY7834"/>
              </a:cxn>
              <a:cxn ang="0">
                <a:pos x="csX7835" y="csY7835"/>
              </a:cxn>
              <a:cxn ang="0">
                <a:pos x="csX7836" y="csY7836"/>
              </a:cxn>
              <a:cxn ang="0">
                <a:pos x="csX7837" y="csY7837"/>
              </a:cxn>
              <a:cxn ang="0">
                <a:pos x="csX7838" y="csY7838"/>
              </a:cxn>
              <a:cxn ang="0">
                <a:pos x="csX7839" y="csY7839"/>
              </a:cxn>
              <a:cxn ang="0">
                <a:pos x="csX7840" y="csY7840"/>
              </a:cxn>
              <a:cxn ang="0">
                <a:pos x="csX7841" y="csY7841"/>
              </a:cxn>
              <a:cxn ang="0">
                <a:pos x="csX7842" y="csY7842"/>
              </a:cxn>
              <a:cxn ang="0">
                <a:pos x="csX7843" y="csY7843"/>
              </a:cxn>
              <a:cxn ang="0">
                <a:pos x="csX7844" y="csY7844"/>
              </a:cxn>
              <a:cxn ang="0">
                <a:pos x="csX7845" y="csY7845"/>
              </a:cxn>
              <a:cxn ang="0">
                <a:pos x="csX7846" y="csY7846"/>
              </a:cxn>
              <a:cxn ang="0">
                <a:pos x="csX7847" y="csY7847"/>
              </a:cxn>
              <a:cxn ang="0">
                <a:pos x="csX7848" y="csY7848"/>
              </a:cxn>
              <a:cxn ang="0">
                <a:pos x="csX7849" y="csY7849"/>
              </a:cxn>
              <a:cxn ang="0">
                <a:pos x="csX7850" y="csY7850"/>
              </a:cxn>
              <a:cxn ang="0">
                <a:pos x="csX7851" y="csY7851"/>
              </a:cxn>
              <a:cxn ang="0">
                <a:pos x="csX7852" y="csY7852"/>
              </a:cxn>
              <a:cxn ang="0">
                <a:pos x="csX7853" y="csY7853"/>
              </a:cxn>
              <a:cxn ang="0">
                <a:pos x="csX7854" y="csY7854"/>
              </a:cxn>
              <a:cxn ang="0">
                <a:pos x="csX7855" y="csY7855"/>
              </a:cxn>
              <a:cxn ang="0">
                <a:pos x="csX7856" y="csY7856"/>
              </a:cxn>
              <a:cxn ang="0">
                <a:pos x="csX7857" y="csY7857"/>
              </a:cxn>
              <a:cxn ang="0">
                <a:pos x="csX7858" y="csY7858"/>
              </a:cxn>
              <a:cxn ang="0">
                <a:pos x="csX7859" y="csY7859"/>
              </a:cxn>
              <a:cxn ang="0">
                <a:pos x="csX7860" y="csY7860"/>
              </a:cxn>
              <a:cxn ang="0">
                <a:pos x="csX7861" y="csY7861"/>
              </a:cxn>
              <a:cxn ang="0">
                <a:pos x="csX7862" y="csY7862"/>
              </a:cxn>
              <a:cxn ang="0">
                <a:pos x="csX7863" y="csY7863"/>
              </a:cxn>
              <a:cxn ang="0">
                <a:pos x="csX7864" y="csY7864"/>
              </a:cxn>
              <a:cxn ang="0">
                <a:pos x="csX7865" y="csY7865"/>
              </a:cxn>
              <a:cxn ang="0">
                <a:pos x="csX7866" y="csY7866"/>
              </a:cxn>
              <a:cxn ang="0">
                <a:pos x="csX7867" y="csY7867"/>
              </a:cxn>
              <a:cxn ang="0">
                <a:pos x="csX7868" y="csY7868"/>
              </a:cxn>
              <a:cxn ang="0">
                <a:pos x="csX7869" y="csY7869"/>
              </a:cxn>
              <a:cxn ang="0">
                <a:pos x="csX7870" y="csY7870"/>
              </a:cxn>
              <a:cxn ang="0">
                <a:pos x="csX7871" y="csY7871"/>
              </a:cxn>
              <a:cxn ang="0">
                <a:pos x="csX7872" y="csY7872"/>
              </a:cxn>
              <a:cxn ang="0">
                <a:pos x="csX7873" y="csY7873"/>
              </a:cxn>
              <a:cxn ang="0">
                <a:pos x="csX7874" y="csY7874"/>
              </a:cxn>
              <a:cxn ang="0">
                <a:pos x="csX7875" y="csY7875"/>
              </a:cxn>
              <a:cxn ang="0">
                <a:pos x="csX7876" y="csY7876"/>
              </a:cxn>
              <a:cxn ang="0">
                <a:pos x="csX7877" y="csY7877"/>
              </a:cxn>
              <a:cxn ang="0">
                <a:pos x="csX7878" y="csY7878"/>
              </a:cxn>
              <a:cxn ang="0">
                <a:pos x="csX7879" y="csY7879"/>
              </a:cxn>
              <a:cxn ang="0">
                <a:pos x="csX7880" y="csY7880"/>
              </a:cxn>
              <a:cxn ang="0">
                <a:pos x="csX7881" y="csY7881"/>
              </a:cxn>
              <a:cxn ang="0">
                <a:pos x="csX7882" y="csY7882"/>
              </a:cxn>
              <a:cxn ang="0">
                <a:pos x="csX7883" y="csY7883"/>
              </a:cxn>
              <a:cxn ang="0">
                <a:pos x="csX7884" y="csY7884"/>
              </a:cxn>
              <a:cxn ang="0">
                <a:pos x="csX7885" y="csY7885"/>
              </a:cxn>
              <a:cxn ang="0">
                <a:pos x="csX7886" y="csY7886"/>
              </a:cxn>
              <a:cxn ang="0">
                <a:pos x="csX7887" y="csY7887"/>
              </a:cxn>
              <a:cxn ang="0">
                <a:pos x="csX7888" y="csY7888"/>
              </a:cxn>
              <a:cxn ang="0">
                <a:pos x="csX7889" y="csY7889"/>
              </a:cxn>
              <a:cxn ang="0">
                <a:pos x="csX7890" y="csY7890"/>
              </a:cxn>
              <a:cxn ang="0">
                <a:pos x="csX7891" y="csY7891"/>
              </a:cxn>
              <a:cxn ang="0">
                <a:pos x="csX7892" y="csY7892"/>
              </a:cxn>
              <a:cxn ang="0">
                <a:pos x="csX7893" y="csY7893"/>
              </a:cxn>
              <a:cxn ang="0">
                <a:pos x="csX7894" y="csY7894"/>
              </a:cxn>
              <a:cxn ang="0">
                <a:pos x="csX7895" y="csY7895"/>
              </a:cxn>
              <a:cxn ang="0">
                <a:pos x="csX7896" y="csY7896"/>
              </a:cxn>
              <a:cxn ang="0">
                <a:pos x="csX7897" y="csY7897"/>
              </a:cxn>
              <a:cxn ang="0">
                <a:pos x="csX7898" y="csY7898"/>
              </a:cxn>
              <a:cxn ang="0">
                <a:pos x="csX7899" y="csY7899"/>
              </a:cxn>
              <a:cxn ang="0">
                <a:pos x="csX7900" y="csY7900"/>
              </a:cxn>
              <a:cxn ang="0">
                <a:pos x="csX7901" y="csY7901"/>
              </a:cxn>
              <a:cxn ang="0">
                <a:pos x="csX7902" y="csY7902"/>
              </a:cxn>
              <a:cxn ang="0">
                <a:pos x="csX7903" y="csY7903"/>
              </a:cxn>
              <a:cxn ang="0">
                <a:pos x="csX7904" y="csY7904"/>
              </a:cxn>
              <a:cxn ang="0">
                <a:pos x="csX7905" y="csY7905"/>
              </a:cxn>
              <a:cxn ang="0">
                <a:pos x="csX7906" y="csY7906"/>
              </a:cxn>
              <a:cxn ang="0">
                <a:pos x="csX7907" y="csY7907"/>
              </a:cxn>
              <a:cxn ang="0">
                <a:pos x="csX7908" y="csY7908"/>
              </a:cxn>
              <a:cxn ang="0">
                <a:pos x="csX7909" y="csY7909"/>
              </a:cxn>
              <a:cxn ang="0">
                <a:pos x="csX7910" y="csY7910"/>
              </a:cxn>
              <a:cxn ang="0">
                <a:pos x="csX7911" y="csY7911"/>
              </a:cxn>
              <a:cxn ang="0">
                <a:pos x="csX7912" y="csY7912"/>
              </a:cxn>
              <a:cxn ang="0">
                <a:pos x="csX7913" y="csY7913"/>
              </a:cxn>
              <a:cxn ang="0">
                <a:pos x="csX7914" y="csY7914"/>
              </a:cxn>
              <a:cxn ang="0">
                <a:pos x="csX7915" y="csY7915"/>
              </a:cxn>
              <a:cxn ang="0">
                <a:pos x="csX7916" y="csY7916"/>
              </a:cxn>
              <a:cxn ang="0">
                <a:pos x="csX7917" y="csY7917"/>
              </a:cxn>
              <a:cxn ang="0">
                <a:pos x="csX7918" y="csY7918"/>
              </a:cxn>
              <a:cxn ang="0">
                <a:pos x="csX7919" y="csY7919"/>
              </a:cxn>
              <a:cxn ang="0">
                <a:pos x="csX7920" y="csY7920"/>
              </a:cxn>
              <a:cxn ang="0">
                <a:pos x="csX7921" y="csY7921"/>
              </a:cxn>
              <a:cxn ang="0">
                <a:pos x="csX7922" y="csY7922"/>
              </a:cxn>
              <a:cxn ang="0">
                <a:pos x="csX7923" y="csY7923"/>
              </a:cxn>
              <a:cxn ang="0">
                <a:pos x="csX7924" y="csY7924"/>
              </a:cxn>
              <a:cxn ang="0">
                <a:pos x="csX7925" y="csY7925"/>
              </a:cxn>
              <a:cxn ang="0">
                <a:pos x="csX7926" y="csY7926"/>
              </a:cxn>
              <a:cxn ang="0">
                <a:pos x="csX7927" y="csY7927"/>
              </a:cxn>
              <a:cxn ang="0">
                <a:pos x="csX7928" y="csY7928"/>
              </a:cxn>
              <a:cxn ang="0">
                <a:pos x="csX7929" y="csY7929"/>
              </a:cxn>
              <a:cxn ang="0">
                <a:pos x="csX7930" y="csY7930"/>
              </a:cxn>
              <a:cxn ang="0">
                <a:pos x="csX7931" y="csY7931"/>
              </a:cxn>
              <a:cxn ang="0">
                <a:pos x="csX7932" y="csY7932"/>
              </a:cxn>
              <a:cxn ang="0">
                <a:pos x="csX7933" y="csY7933"/>
              </a:cxn>
              <a:cxn ang="0">
                <a:pos x="csX7934" y="csY7934"/>
              </a:cxn>
              <a:cxn ang="0">
                <a:pos x="csX7935" y="csY7935"/>
              </a:cxn>
              <a:cxn ang="0">
                <a:pos x="csX7936" y="csY7936"/>
              </a:cxn>
              <a:cxn ang="0">
                <a:pos x="csX7937" y="csY7937"/>
              </a:cxn>
              <a:cxn ang="0">
                <a:pos x="csX7938" y="csY7938"/>
              </a:cxn>
              <a:cxn ang="0">
                <a:pos x="csX7939" y="csY7939"/>
              </a:cxn>
              <a:cxn ang="0">
                <a:pos x="csX7940" y="csY7940"/>
              </a:cxn>
              <a:cxn ang="0">
                <a:pos x="csX7941" y="csY7941"/>
              </a:cxn>
              <a:cxn ang="0">
                <a:pos x="csX7942" y="csY7942"/>
              </a:cxn>
              <a:cxn ang="0">
                <a:pos x="csX7943" y="csY7943"/>
              </a:cxn>
              <a:cxn ang="0">
                <a:pos x="csX7944" y="csY7944"/>
              </a:cxn>
              <a:cxn ang="0">
                <a:pos x="csX7945" y="csY7945"/>
              </a:cxn>
              <a:cxn ang="0">
                <a:pos x="csX7946" y="csY7946"/>
              </a:cxn>
              <a:cxn ang="0">
                <a:pos x="csX7947" y="csY7947"/>
              </a:cxn>
              <a:cxn ang="0">
                <a:pos x="csX7948" y="csY7948"/>
              </a:cxn>
              <a:cxn ang="0">
                <a:pos x="csX7949" y="csY7949"/>
              </a:cxn>
              <a:cxn ang="0">
                <a:pos x="csX7950" y="csY7950"/>
              </a:cxn>
              <a:cxn ang="0">
                <a:pos x="csX7951" y="csY7951"/>
              </a:cxn>
              <a:cxn ang="0">
                <a:pos x="csX7952" y="csY7952"/>
              </a:cxn>
              <a:cxn ang="0">
                <a:pos x="csX7953" y="csY7953"/>
              </a:cxn>
              <a:cxn ang="0">
                <a:pos x="csX7954" y="csY7954"/>
              </a:cxn>
              <a:cxn ang="0">
                <a:pos x="csX7955" y="csY7955"/>
              </a:cxn>
              <a:cxn ang="0">
                <a:pos x="csX7956" y="csY7956"/>
              </a:cxn>
              <a:cxn ang="0">
                <a:pos x="csX7957" y="csY7957"/>
              </a:cxn>
              <a:cxn ang="0">
                <a:pos x="csX7958" y="csY7958"/>
              </a:cxn>
              <a:cxn ang="0">
                <a:pos x="csX7959" y="csY7959"/>
              </a:cxn>
              <a:cxn ang="0">
                <a:pos x="csX7960" y="csY7960"/>
              </a:cxn>
              <a:cxn ang="0">
                <a:pos x="csX7961" y="csY7961"/>
              </a:cxn>
              <a:cxn ang="0">
                <a:pos x="csX7962" y="csY7962"/>
              </a:cxn>
              <a:cxn ang="0">
                <a:pos x="csX7963" y="csY7963"/>
              </a:cxn>
              <a:cxn ang="0">
                <a:pos x="csX7964" y="csY7964"/>
              </a:cxn>
              <a:cxn ang="0">
                <a:pos x="csX7965" y="csY7965"/>
              </a:cxn>
              <a:cxn ang="0">
                <a:pos x="csX7966" y="csY7966"/>
              </a:cxn>
              <a:cxn ang="0">
                <a:pos x="csX7967" y="csY7967"/>
              </a:cxn>
              <a:cxn ang="0">
                <a:pos x="csX7968" y="csY7968"/>
              </a:cxn>
              <a:cxn ang="0">
                <a:pos x="csX7969" y="csY7969"/>
              </a:cxn>
              <a:cxn ang="0">
                <a:pos x="csX7970" y="csY7970"/>
              </a:cxn>
              <a:cxn ang="0">
                <a:pos x="csX7971" y="csY7971"/>
              </a:cxn>
              <a:cxn ang="0">
                <a:pos x="csX7972" y="csY7972"/>
              </a:cxn>
              <a:cxn ang="0">
                <a:pos x="csX7973" y="csY7973"/>
              </a:cxn>
              <a:cxn ang="0">
                <a:pos x="csX7974" y="csY7974"/>
              </a:cxn>
              <a:cxn ang="0">
                <a:pos x="csX7975" y="csY7975"/>
              </a:cxn>
              <a:cxn ang="0">
                <a:pos x="csX7976" y="csY7976"/>
              </a:cxn>
              <a:cxn ang="0">
                <a:pos x="csX7977" y="csY7977"/>
              </a:cxn>
              <a:cxn ang="0">
                <a:pos x="csX7978" y="csY7978"/>
              </a:cxn>
              <a:cxn ang="0">
                <a:pos x="csX7979" y="csY7979"/>
              </a:cxn>
              <a:cxn ang="0">
                <a:pos x="csX7980" y="csY7980"/>
              </a:cxn>
              <a:cxn ang="0">
                <a:pos x="csX7981" y="csY7981"/>
              </a:cxn>
              <a:cxn ang="0">
                <a:pos x="csX7982" y="csY7982"/>
              </a:cxn>
              <a:cxn ang="0">
                <a:pos x="csX7983" y="csY7983"/>
              </a:cxn>
              <a:cxn ang="0">
                <a:pos x="csX7984" y="csY7984"/>
              </a:cxn>
              <a:cxn ang="0">
                <a:pos x="csX7985" y="csY7985"/>
              </a:cxn>
              <a:cxn ang="0">
                <a:pos x="csX7986" y="csY7986"/>
              </a:cxn>
              <a:cxn ang="0">
                <a:pos x="csX7987" y="csY7987"/>
              </a:cxn>
              <a:cxn ang="0">
                <a:pos x="csX7988" y="csY7988"/>
              </a:cxn>
              <a:cxn ang="0">
                <a:pos x="csX7989" y="csY7989"/>
              </a:cxn>
              <a:cxn ang="0">
                <a:pos x="csX7990" y="csY7990"/>
              </a:cxn>
              <a:cxn ang="0">
                <a:pos x="csX7991" y="csY7991"/>
              </a:cxn>
              <a:cxn ang="0">
                <a:pos x="csX7992" y="csY7992"/>
              </a:cxn>
              <a:cxn ang="0">
                <a:pos x="csX7993" y="csY7993"/>
              </a:cxn>
              <a:cxn ang="0">
                <a:pos x="csX7994" y="csY7994"/>
              </a:cxn>
              <a:cxn ang="0">
                <a:pos x="csX7995" y="csY7995"/>
              </a:cxn>
              <a:cxn ang="0">
                <a:pos x="csX7996" y="csY7996"/>
              </a:cxn>
              <a:cxn ang="0">
                <a:pos x="csX7997" y="csY7997"/>
              </a:cxn>
              <a:cxn ang="0">
                <a:pos x="csX7998" y="csY7998"/>
              </a:cxn>
              <a:cxn ang="0">
                <a:pos x="csX7999" y="csY7999"/>
              </a:cxn>
              <a:cxn ang="0">
                <a:pos x="csX8000" y="csY8000"/>
              </a:cxn>
              <a:cxn ang="0">
                <a:pos x="csX8001" y="csY8001"/>
              </a:cxn>
              <a:cxn ang="0">
                <a:pos x="csX8002" y="csY8002"/>
              </a:cxn>
              <a:cxn ang="0">
                <a:pos x="csX8003" y="csY8003"/>
              </a:cxn>
              <a:cxn ang="0">
                <a:pos x="csX8004" y="csY8004"/>
              </a:cxn>
              <a:cxn ang="0">
                <a:pos x="csX8005" y="csY8005"/>
              </a:cxn>
              <a:cxn ang="0">
                <a:pos x="csX8006" y="csY8006"/>
              </a:cxn>
              <a:cxn ang="0">
                <a:pos x="csX8007" y="csY8007"/>
              </a:cxn>
              <a:cxn ang="0">
                <a:pos x="csX8008" y="csY8008"/>
              </a:cxn>
              <a:cxn ang="0">
                <a:pos x="csX8009" y="csY8009"/>
              </a:cxn>
              <a:cxn ang="0">
                <a:pos x="csX8010" y="csY8010"/>
              </a:cxn>
              <a:cxn ang="0">
                <a:pos x="csX8011" y="csY8011"/>
              </a:cxn>
              <a:cxn ang="0">
                <a:pos x="csX8012" y="csY8012"/>
              </a:cxn>
              <a:cxn ang="0">
                <a:pos x="csX8013" y="csY8013"/>
              </a:cxn>
              <a:cxn ang="0">
                <a:pos x="csX8014" y="csY8014"/>
              </a:cxn>
              <a:cxn ang="0">
                <a:pos x="csX8015" y="csY8015"/>
              </a:cxn>
              <a:cxn ang="0">
                <a:pos x="csX8016" y="csY8016"/>
              </a:cxn>
              <a:cxn ang="0">
                <a:pos x="csX8017" y="csY8017"/>
              </a:cxn>
              <a:cxn ang="0">
                <a:pos x="csX8018" y="csY8018"/>
              </a:cxn>
              <a:cxn ang="0">
                <a:pos x="csX8019" y="csY8019"/>
              </a:cxn>
              <a:cxn ang="0">
                <a:pos x="csX8020" y="csY8020"/>
              </a:cxn>
              <a:cxn ang="0">
                <a:pos x="csX8021" y="csY8021"/>
              </a:cxn>
              <a:cxn ang="0">
                <a:pos x="csX8022" y="csY8022"/>
              </a:cxn>
              <a:cxn ang="0">
                <a:pos x="csX8023" y="csY8023"/>
              </a:cxn>
              <a:cxn ang="0">
                <a:pos x="csX8024" y="csY8024"/>
              </a:cxn>
              <a:cxn ang="0">
                <a:pos x="csX8025" y="csY8025"/>
              </a:cxn>
              <a:cxn ang="0">
                <a:pos x="csX8026" y="csY8026"/>
              </a:cxn>
              <a:cxn ang="0">
                <a:pos x="csX8027" y="csY8027"/>
              </a:cxn>
              <a:cxn ang="0">
                <a:pos x="csX8028" y="csY8028"/>
              </a:cxn>
              <a:cxn ang="0">
                <a:pos x="csX8029" y="csY8029"/>
              </a:cxn>
              <a:cxn ang="0">
                <a:pos x="csX8030" y="csY8030"/>
              </a:cxn>
              <a:cxn ang="0">
                <a:pos x="csX8031" y="csY8031"/>
              </a:cxn>
              <a:cxn ang="0">
                <a:pos x="csX8032" y="csY8032"/>
              </a:cxn>
              <a:cxn ang="0">
                <a:pos x="csX8033" y="csY8033"/>
              </a:cxn>
              <a:cxn ang="0">
                <a:pos x="csX8034" y="csY8034"/>
              </a:cxn>
              <a:cxn ang="0">
                <a:pos x="csX8035" y="csY8035"/>
              </a:cxn>
              <a:cxn ang="0">
                <a:pos x="csX8036" y="csY8036"/>
              </a:cxn>
              <a:cxn ang="0">
                <a:pos x="csX8037" y="csY8037"/>
              </a:cxn>
              <a:cxn ang="0">
                <a:pos x="csX8038" y="csY8038"/>
              </a:cxn>
              <a:cxn ang="0">
                <a:pos x="csX8039" y="csY8039"/>
              </a:cxn>
              <a:cxn ang="0">
                <a:pos x="csX8040" y="csY8040"/>
              </a:cxn>
              <a:cxn ang="0">
                <a:pos x="csX8041" y="csY8041"/>
              </a:cxn>
              <a:cxn ang="0">
                <a:pos x="csX8042" y="csY8042"/>
              </a:cxn>
              <a:cxn ang="0">
                <a:pos x="csX8043" y="csY8043"/>
              </a:cxn>
              <a:cxn ang="0">
                <a:pos x="csX8044" y="csY8044"/>
              </a:cxn>
              <a:cxn ang="0">
                <a:pos x="csX8045" y="csY8045"/>
              </a:cxn>
              <a:cxn ang="0">
                <a:pos x="csX8046" y="csY8046"/>
              </a:cxn>
              <a:cxn ang="0">
                <a:pos x="csX8047" y="csY8047"/>
              </a:cxn>
              <a:cxn ang="0">
                <a:pos x="csX8048" y="csY8048"/>
              </a:cxn>
              <a:cxn ang="0">
                <a:pos x="csX8049" y="csY8049"/>
              </a:cxn>
              <a:cxn ang="0">
                <a:pos x="csX8050" y="csY8050"/>
              </a:cxn>
              <a:cxn ang="0">
                <a:pos x="csX8051" y="csY8051"/>
              </a:cxn>
              <a:cxn ang="0">
                <a:pos x="csX8052" y="csY8052"/>
              </a:cxn>
              <a:cxn ang="0">
                <a:pos x="csX8053" y="csY8053"/>
              </a:cxn>
              <a:cxn ang="0">
                <a:pos x="csX8054" y="csY8054"/>
              </a:cxn>
              <a:cxn ang="0">
                <a:pos x="csX8055" y="csY8055"/>
              </a:cxn>
              <a:cxn ang="0">
                <a:pos x="csX8056" y="csY8056"/>
              </a:cxn>
              <a:cxn ang="0">
                <a:pos x="csX8057" y="csY8057"/>
              </a:cxn>
              <a:cxn ang="0">
                <a:pos x="csX8058" y="csY8058"/>
              </a:cxn>
              <a:cxn ang="0">
                <a:pos x="csX8059" y="csY8059"/>
              </a:cxn>
              <a:cxn ang="0">
                <a:pos x="csX8060" y="csY8060"/>
              </a:cxn>
              <a:cxn ang="0">
                <a:pos x="csX8061" y="csY8061"/>
              </a:cxn>
              <a:cxn ang="0">
                <a:pos x="csX8062" y="csY8062"/>
              </a:cxn>
              <a:cxn ang="0">
                <a:pos x="csX8063" y="csY8063"/>
              </a:cxn>
              <a:cxn ang="0">
                <a:pos x="csX8064" y="csY8064"/>
              </a:cxn>
              <a:cxn ang="0">
                <a:pos x="csX8065" y="csY8065"/>
              </a:cxn>
              <a:cxn ang="0">
                <a:pos x="csX8066" y="csY8066"/>
              </a:cxn>
              <a:cxn ang="0">
                <a:pos x="csX8067" y="csY8067"/>
              </a:cxn>
              <a:cxn ang="0">
                <a:pos x="csX8068" y="csY8068"/>
              </a:cxn>
              <a:cxn ang="0">
                <a:pos x="csX8069" y="csY8069"/>
              </a:cxn>
              <a:cxn ang="0">
                <a:pos x="csX8070" y="csY8070"/>
              </a:cxn>
              <a:cxn ang="0">
                <a:pos x="csX8071" y="csY8071"/>
              </a:cxn>
              <a:cxn ang="0">
                <a:pos x="csX8072" y="csY8072"/>
              </a:cxn>
              <a:cxn ang="0">
                <a:pos x="csX8073" y="csY8073"/>
              </a:cxn>
              <a:cxn ang="0">
                <a:pos x="csX8074" y="csY8074"/>
              </a:cxn>
              <a:cxn ang="0">
                <a:pos x="csX8075" y="csY8075"/>
              </a:cxn>
              <a:cxn ang="0">
                <a:pos x="csX8076" y="csY8076"/>
              </a:cxn>
              <a:cxn ang="0">
                <a:pos x="csX8077" y="csY8077"/>
              </a:cxn>
              <a:cxn ang="0">
                <a:pos x="csX8078" y="csY8078"/>
              </a:cxn>
              <a:cxn ang="0">
                <a:pos x="csX8079" y="csY8079"/>
              </a:cxn>
              <a:cxn ang="0">
                <a:pos x="csX8080" y="csY8080"/>
              </a:cxn>
              <a:cxn ang="0">
                <a:pos x="csX8081" y="csY8081"/>
              </a:cxn>
              <a:cxn ang="0">
                <a:pos x="csX8082" y="csY8082"/>
              </a:cxn>
              <a:cxn ang="0">
                <a:pos x="csX8083" y="csY8083"/>
              </a:cxn>
              <a:cxn ang="0">
                <a:pos x="csX8084" y="csY8084"/>
              </a:cxn>
              <a:cxn ang="0">
                <a:pos x="csX8085" y="csY8085"/>
              </a:cxn>
              <a:cxn ang="0">
                <a:pos x="csX8086" y="csY8086"/>
              </a:cxn>
              <a:cxn ang="0">
                <a:pos x="csX8087" y="csY8087"/>
              </a:cxn>
              <a:cxn ang="0">
                <a:pos x="csX8088" y="csY8088"/>
              </a:cxn>
              <a:cxn ang="0">
                <a:pos x="csX8089" y="csY8089"/>
              </a:cxn>
              <a:cxn ang="0">
                <a:pos x="csX8090" y="csY8090"/>
              </a:cxn>
              <a:cxn ang="0">
                <a:pos x="csX8091" y="csY8091"/>
              </a:cxn>
              <a:cxn ang="0">
                <a:pos x="csX8092" y="csY8092"/>
              </a:cxn>
              <a:cxn ang="0">
                <a:pos x="csX8093" y="csY8093"/>
              </a:cxn>
              <a:cxn ang="0">
                <a:pos x="csX8094" y="csY8094"/>
              </a:cxn>
              <a:cxn ang="0">
                <a:pos x="csX8095" y="csY8095"/>
              </a:cxn>
              <a:cxn ang="0">
                <a:pos x="csX8096" y="csY8096"/>
              </a:cxn>
              <a:cxn ang="0">
                <a:pos x="csX8097" y="csY8097"/>
              </a:cxn>
              <a:cxn ang="0">
                <a:pos x="csX8098" y="csY8098"/>
              </a:cxn>
              <a:cxn ang="0">
                <a:pos x="csX8099" y="csY8099"/>
              </a:cxn>
              <a:cxn ang="0">
                <a:pos x="csX8100" y="csY8100"/>
              </a:cxn>
              <a:cxn ang="0">
                <a:pos x="csX8101" y="csY8101"/>
              </a:cxn>
              <a:cxn ang="0">
                <a:pos x="csX8102" y="csY8102"/>
              </a:cxn>
              <a:cxn ang="0">
                <a:pos x="csX8103" y="csY8103"/>
              </a:cxn>
              <a:cxn ang="0">
                <a:pos x="csX8104" y="csY8104"/>
              </a:cxn>
              <a:cxn ang="0">
                <a:pos x="csX8105" y="csY8105"/>
              </a:cxn>
              <a:cxn ang="0">
                <a:pos x="csX8106" y="csY8106"/>
              </a:cxn>
              <a:cxn ang="0">
                <a:pos x="csX8107" y="csY8107"/>
              </a:cxn>
              <a:cxn ang="0">
                <a:pos x="csX8108" y="csY8108"/>
              </a:cxn>
              <a:cxn ang="0">
                <a:pos x="csX8109" y="csY8109"/>
              </a:cxn>
              <a:cxn ang="0">
                <a:pos x="csX8110" y="csY8110"/>
              </a:cxn>
              <a:cxn ang="0">
                <a:pos x="csX8111" y="csY8111"/>
              </a:cxn>
              <a:cxn ang="0">
                <a:pos x="csX8112" y="csY8112"/>
              </a:cxn>
              <a:cxn ang="0">
                <a:pos x="csX8113" y="csY8113"/>
              </a:cxn>
              <a:cxn ang="0">
                <a:pos x="csX8114" y="csY8114"/>
              </a:cxn>
              <a:cxn ang="0">
                <a:pos x="csX8115" y="csY8115"/>
              </a:cxn>
              <a:cxn ang="0">
                <a:pos x="csX8116" y="csY8116"/>
              </a:cxn>
              <a:cxn ang="0">
                <a:pos x="csX8117" y="csY8117"/>
              </a:cxn>
              <a:cxn ang="0">
                <a:pos x="csX8118" y="csY8118"/>
              </a:cxn>
              <a:cxn ang="0">
                <a:pos x="csX8119" y="csY8119"/>
              </a:cxn>
              <a:cxn ang="0">
                <a:pos x="csX8120" y="csY8120"/>
              </a:cxn>
              <a:cxn ang="0">
                <a:pos x="csX8121" y="csY8121"/>
              </a:cxn>
              <a:cxn ang="0">
                <a:pos x="csX8122" y="csY8122"/>
              </a:cxn>
              <a:cxn ang="0">
                <a:pos x="csX8123" y="csY8123"/>
              </a:cxn>
              <a:cxn ang="0">
                <a:pos x="csX8124" y="csY8124"/>
              </a:cxn>
              <a:cxn ang="0">
                <a:pos x="csX8125" y="csY8125"/>
              </a:cxn>
              <a:cxn ang="0">
                <a:pos x="csX8126" y="csY8126"/>
              </a:cxn>
              <a:cxn ang="0">
                <a:pos x="csX8127" y="csY8127"/>
              </a:cxn>
              <a:cxn ang="0">
                <a:pos x="csX8128" y="csY8128"/>
              </a:cxn>
              <a:cxn ang="0">
                <a:pos x="csX8129" y="csY8129"/>
              </a:cxn>
              <a:cxn ang="0">
                <a:pos x="csX8130" y="csY8130"/>
              </a:cxn>
              <a:cxn ang="0">
                <a:pos x="csX8131" y="csY8131"/>
              </a:cxn>
              <a:cxn ang="0">
                <a:pos x="csX8132" y="csY8132"/>
              </a:cxn>
              <a:cxn ang="0">
                <a:pos x="csX8133" y="csY8133"/>
              </a:cxn>
              <a:cxn ang="0">
                <a:pos x="csX8134" y="csY8134"/>
              </a:cxn>
              <a:cxn ang="0">
                <a:pos x="csX8135" y="csY8135"/>
              </a:cxn>
              <a:cxn ang="0">
                <a:pos x="csX8136" y="csY8136"/>
              </a:cxn>
              <a:cxn ang="0">
                <a:pos x="csX8137" y="csY8137"/>
              </a:cxn>
              <a:cxn ang="0">
                <a:pos x="csX8138" y="csY8138"/>
              </a:cxn>
              <a:cxn ang="0">
                <a:pos x="csX8139" y="csY8139"/>
              </a:cxn>
              <a:cxn ang="0">
                <a:pos x="csX8140" y="csY8140"/>
              </a:cxn>
              <a:cxn ang="0">
                <a:pos x="csX8141" y="csY8141"/>
              </a:cxn>
              <a:cxn ang="0">
                <a:pos x="csX8142" y="csY8142"/>
              </a:cxn>
              <a:cxn ang="0">
                <a:pos x="csX8143" y="csY8143"/>
              </a:cxn>
              <a:cxn ang="0">
                <a:pos x="csX8144" y="csY8144"/>
              </a:cxn>
              <a:cxn ang="0">
                <a:pos x="csX8145" y="csY8145"/>
              </a:cxn>
              <a:cxn ang="0">
                <a:pos x="csX8146" y="csY8146"/>
              </a:cxn>
              <a:cxn ang="0">
                <a:pos x="csX8147" y="csY8147"/>
              </a:cxn>
              <a:cxn ang="0">
                <a:pos x="csX8148" y="csY8148"/>
              </a:cxn>
              <a:cxn ang="0">
                <a:pos x="csX8149" y="csY8149"/>
              </a:cxn>
              <a:cxn ang="0">
                <a:pos x="csX8150" y="csY8150"/>
              </a:cxn>
              <a:cxn ang="0">
                <a:pos x="csX8151" y="csY8151"/>
              </a:cxn>
              <a:cxn ang="0">
                <a:pos x="csX8152" y="csY8152"/>
              </a:cxn>
              <a:cxn ang="0">
                <a:pos x="csX8153" y="csY8153"/>
              </a:cxn>
              <a:cxn ang="0">
                <a:pos x="csX8154" y="csY8154"/>
              </a:cxn>
              <a:cxn ang="0">
                <a:pos x="csX8155" y="csY8155"/>
              </a:cxn>
              <a:cxn ang="0">
                <a:pos x="csX8156" y="csY8156"/>
              </a:cxn>
              <a:cxn ang="0">
                <a:pos x="csX8157" y="csY8157"/>
              </a:cxn>
              <a:cxn ang="0">
                <a:pos x="csX8158" y="csY8158"/>
              </a:cxn>
              <a:cxn ang="0">
                <a:pos x="csX8159" y="csY8159"/>
              </a:cxn>
              <a:cxn ang="0">
                <a:pos x="csX8160" y="csY8160"/>
              </a:cxn>
              <a:cxn ang="0">
                <a:pos x="csX8161" y="csY8161"/>
              </a:cxn>
              <a:cxn ang="0">
                <a:pos x="csX8162" y="csY8162"/>
              </a:cxn>
              <a:cxn ang="0">
                <a:pos x="csX8163" y="csY8163"/>
              </a:cxn>
              <a:cxn ang="0">
                <a:pos x="csX8164" y="csY8164"/>
              </a:cxn>
              <a:cxn ang="0">
                <a:pos x="csX8165" y="csY8165"/>
              </a:cxn>
              <a:cxn ang="0">
                <a:pos x="csX8166" y="csY8166"/>
              </a:cxn>
              <a:cxn ang="0">
                <a:pos x="csX8167" y="csY8167"/>
              </a:cxn>
              <a:cxn ang="0">
                <a:pos x="csX8168" y="csY8168"/>
              </a:cxn>
              <a:cxn ang="0">
                <a:pos x="csX8169" y="csY8169"/>
              </a:cxn>
              <a:cxn ang="0">
                <a:pos x="csX8170" y="csY8170"/>
              </a:cxn>
              <a:cxn ang="0">
                <a:pos x="csX8171" y="csY8171"/>
              </a:cxn>
              <a:cxn ang="0">
                <a:pos x="csX8172" y="csY8172"/>
              </a:cxn>
              <a:cxn ang="0">
                <a:pos x="csX8173" y="csY8173"/>
              </a:cxn>
              <a:cxn ang="0">
                <a:pos x="csX8174" y="csY8174"/>
              </a:cxn>
              <a:cxn ang="0">
                <a:pos x="csX8175" y="csY8175"/>
              </a:cxn>
              <a:cxn ang="0">
                <a:pos x="csX8176" y="csY8176"/>
              </a:cxn>
              <a:cxn ang="0">
                <a:pos x="csX8177" y="csY8177"/>
              </a:cxn>
              <a:cxn ang="0">
                <a:pos x="csX8178" y="csY8178"/>
              </a:cxn>
              <a:cxn ang="0">
                <a:pos x="csX8179" y="csY8179"/>
              </a:cxn>
              <a:cxn ang="0">
                <a:pos x="csX8180" y="csY8180"/>
              </a:cxn>
              <a:cxn ang="0">
                <a:pos x="csX8181" y="csY8181"/>
              </a:cxn>
              <a:cxn ang="0">
                <a:pos x="csX8182" y="csY8182"/>
              </a:cxn>
              <a:cxn ang="0">
                <a:pos x="csX8183" y="csY8183"/>
              </a:cxn>
              <a:cxn ang="0">
                <a:pos x="csX8184" y="csY8184"/>
              </a:cxn>
              <a:cxn ang="0">
                <a:pos x="csX8185" y="csY8185"/>
              </a:cxn>
              <a:cxn ang="0">
                <a:pos x="csX8186" y="csY8186"/>
              </a:cxn>
              <a:cxn ang="0">
                <a:pos x="csX8187" y="csY8187"/>
              </a:cxn>
              <a:cxn ang="0">
                <a:pos x="csX8188" y="csY8188"/>
              </a:cxn>
              <a:cxn ang="0">
                <a:pos x="csX8189" y="csY8189"/>
              </a:cxn>
              <a:cxn ang="0">
                <a:pos x="csX8190" y="csY8190"/>
              </a:cxn>
              <a:cxn ang="0">
                <a:pos x="csX8191" y="csY8191"/>
              </a:cxn>
              <a:cxn ang="0">
                <a:pos x="csX8192" y="csY8192"/>
              </a:cxn>
              <a:cxn ang="0">
                <a:pos x="csX8193" y="csY8193"/>
              </a:cxn>
              <a:cxn ang="0">
                <a:pos x="csX8194" y="csY8194"/>
              </a:cxn>
              <a:cxn ang="0">
                <a:pos x="csX8195" y="csY8195"/>
              </a:cxn>
              <a:cxn ang="0">
                <a:pos x="csX8196" y="csY8196"/>
              </a:cxn>
              <a:cxn ang="0">
                <a:pos x="csX8197" y="csY8197"/>
              </a:cxn>
              <a:cxn ang="0">
                <a:pos x="csX8198" y="csY8198"/>
              </a:cxn>
              <a:cxn ang="0">
                <a:pos x="csX8199" y="csY8199"/>
              </a:cxn>
              <a:cxn ang="0">
                <a:pos x="csX8200" y="csY8200"/>
              </a:cxn>
              <a:cxn ang="0">
                <a:pos x="csX8201" y="csY8201"/>
              </a:cxn>
              <a:cxn ang="0">
                <a:pos x="csX8202" y="csY8202"/>
              </a:cxn>
              <a:cxn ang="0">
                <a:pos x="csX8203" y="csY8203"/>
              </a:cxn>
              <a:cxn ang="0">
                <a:pos x="csX8204" y="csY8204"/>
              </a:cxn>
              <a:cxn ang="0">
                <a:pos x="csX8205" y="csY8205"/>
              </a:cxn>
              <a:cxn ang="0">
                <a:pos x="csX8206" y="csY8206"/>
              </a:cxn>
              <a:cxn ang="0">
                <a:pos x="csX8207" y="csY8207"/>
              </a:cxn>
              <a:cxn ang="0">
                <a:pos x="csX8208" y="csY8208"/>
              </a:cxn>
              <a:cxn ang="0">
                <a:pos x="csX8209" y="csY8209"/>
              </a:cxn>
              <a:cxn ang="0">
                <a:pos x="csX8210" y="csY8210"/>
              </a:cxn>
              <a:cxn ang="0">
                <a:pos x="csX8211" y="csY8211"/>
              </a:cxn>
              <a:cxn ang="0">
                <a:pos x="csX8212" y="csY8212"/>
              </a:cxn>
              <a:cxn ang="0">
                <a:pos x="csX8213" y="csY8213"/>
              </a:cxn>
              <a:cxn ang="0">
                <a:pos x="csX8214" y="csY8214"/>
              </a:cxn>
              <a:cxn ang="0">
                <a:pos x="csX8215" y="csY8215"/>
              </a:cxn>
              <a:cxn ang="0">
                <a:pos x="csX8216" y="csY8216"/>
              </a:cxn>
              <a:cxn ang="0">
                <a:pos x="csX8217" y="csY8217"/>
              </a:cxn>
              <a:cxn ang="0">
                <a:pos x="csX8218" y="csY8218"/>
              </a:cxn>
              <a:cxn ang="0">
                <a:pos x="csX8219" y="csY8219"/>
              </a:cxn>
              <a:cxn ang="0">
                <a:pos x="csX8220" y="csY8220"/>
              </a:cxn>
              <a:cxn ang="0">
                <a:pos x="csX8221" y="csY8221"/>
              </a:cxn>
              <a:cxn ang="0">
                <a:pos x="csX8222" y="csY8222"/>
              </a:cxn>
              <a:cxn ang="0">
                <a:pos x="csX8223" y="csY8223"/>
              </a:cxn>
              <a:cxn ang="0">
                <a:pos x="csX8224" y="csY8224"/>
              </a:cxn>
              <a:cxn ang="0">
                <a:pos x="csX8225" y="csY8225"/>
              </a:cxn>
              <a:cxn ang="0">
                <a:pos x="csX8226" y="csY8226"/>
              </a:cxn>
              <a:cxn ang="0">
                <a:pos x="csX8227" y="csY8227"/>
              </a:cxn>
              <a:cxn ang="0">
                <a:pos x="csX8228" y="csY8228"/>
              </a:cxn>
              <a:cxn ang="0">
                <a:pos x="csX8229" y="csY8229"/>
              </a:cxn>
              <a:cxn ang="0">
                <a:pos x="csX8230" y="csY8230"/>
              </a:cxn>
              <a:cxn ang="0">
                <a:pos x="csX8231" y="csY8231"/>
              </a:cxn>
              <a:cxn ang="0">
                <a:pos x="csX8232" y="csY8232"/>
              </a:cxn>
              <a:cxn ang="0">
                <a:pos x="csX8233" y="csY8233"/>
              </a:cxn>
              <a:cxn ang="0">
                <a:pos x="csX8234" y="csY8234"/>
              </a:cxn>
              <a:cxn ang="0">
                <a:pos x="csX8235" y="csY8235"/>
              </a:cxn>
              <a:cxn ang="0">
                <a:pos x="csX8236" y="csY8236"/>
              </a:cxn>
              <a:cxn ang="0">
                <a:pos x="csX8237" y="csY8237"/>
              </a:cxn>
              <a:cxn ang="0">
                <a:pos x="csX8238" y="csY8238"/>
              </a:cxn>
              <a:cxn ang="0">
                <a:pos x="csX8239" y="csY8239"/>
              </a:cxn>
              <a:cxn ang="0">
                <a:pos x="csX8240" y="csY8240"/>
              </a:cxn>
              <a:cxn ang="0">
                <a:pos x="csX8241" y="csY8241"/>
              </a:cxn>
              <a:cxn ang="0">
                <a:pos x="csX8242" y="csY8242"/>
              </a:cxn>
              <a:cxn ang="0">
                <a:pos x="csX8243" y="csY8243"/>
              </a:cxn>
              <a:cxn ang="0">
                <a:pos x="csX8244" y="csY8244"/>
              </a:cxn>
              <a:cxn ang="0">
                <a:pos x="csX8245" y="csY8245"/>
              </a:cxn>
              <a:cxn ang="0">
                <a:pos x="csX8246" y="csY8246"/>
              </a:cxn>
              <a:cxn ang="0">
                <a:pos x="csX8247" y="csY8247"/>
              </a:cxn>
              <a:cxn ang="0">
                <a:pos x="csX8248" y="csY8248"/>
              </a:cxn>
              <a:cxn ang="0">
                <a:pos x="csX8249" y="csY8249"/>
              </a:cxn>
              <a:cxn ang="0">
                <a:pos x="csX8250" y="csY8250"/>
              </a:cxn>
              <a:cxn ang="0">
                <a:pos x="csX8251" y="csY8251"/>
              </a:cxn>
              <a:cxn ang="0">
                <a:pos x="csX8252" y="csY8252"/>
              </a:cxn>
              <a:cxn ang="0">
                <a:pos x="csX8253" y="csY8253"/>
              </a:cxn>
              <a:cxn ang="0">
                <a:pos x="csX8254" y="csY8254"/>
              </a:cxn>
              <a:cxn ang="0">
                <a:pos x="csX8255" y="csY8255"/>
              </a:cxn>
              <a:cxn ang="0">
                <a:pos x="csX8256" y="csY8256"/>
              </a:cxn>
              <a:cxn ang="0">
                <a:pos x="csX8257" y="csY8257"/>
              </a:cxn>
              <a:cxn ang="0">
                <a:pos x="csX8258" y="csY8258"/>
              </a:cxn>
              <a:cxn ang="0">
                <a:pos x="csX8259" y="csY8259"/>
              </a:cxn>
              <a:cxn ang="0">
                <a:pos x="csX8260" y="csY8260"/>
              </a:cxn>
              <a:cxn ang="0">
                <a:pos x="csX8261" y="csY8261"/>
              </a:cxn>
              <a:cxn ang="0">
                <a:pos x="csX8262" y="csY8262"/>
              </a:cxn>
              <a:cxn ang="0">
                <a:pos x="csX8263" y="csY8263"/>
              </a:cxn>
              <a:cxn ang="0">
                <a:pos x="csX8264" y="csY8264"/>
              </a:cxn>
              <a:cxn ang="0">
                <a:pos x="csX8265" y="csY8265"/>
              </a:cxn>
              <a:cxn ang="0">
                <a:pos x="csX8266" y="csY8266"/>
              </a:cxn>
              <a:cxn ang="0">
                <a:pos x="csX8267" y="csY8267"/>
              </a:cxn>
              <a:cxn ang="0">
                <a:pos x="csX8268" y="csY8268"/>
              </a:cxn>
              <a:cxn ang="0">
                <a:pos x="csX8269" y="csY8269"/>
              </a:cxn>
              <a:cxn ang="0">
                <a:pos x="csX8270" y="csY8270"/>
              </a:cxn>
              <a:cxn ang="0">
                <a:pos x="csX8271" y="csY8271"/>
              </a:cxn>
              <a:cxn ang="0">
                <a:pos x="csX8272" y="csY8272"/>
              </a:cxn>
              <a:cxn ang="0">
                <a:pos x="csX8273" y="csY8273"/>
              </a:cxn>
              <a:cxn ang="0">
                <a:pos x="csX8274" y="csY8274"/>
              </a:cxn>
              <a:cxn ang="0">
                <a:pos x="csX8275" y="csY8275"/>
              </a:cxn>
              <a:cxn ang="0">
                <a:pos x="csX8276" y="csY8276"/>
              </a:cxn>
              <a:cxn ang="0">
                <a:pos x="csX8277" y="csY8277"/>
              </a:cxn>
              <a:cxn ang="0">
                <a:pos x="csX8278" y="csY8278"/>
              </a:cxn>
              <a:cxn ang="0">
                <a:pos x="csX8279" y="csY8279"/>
              </a:cxn>
              <a:cxn ang="0">
                <a:pos x="csX8280" y="csY8280"/>
              </a:cxn>
              <a:cxn ang="0">
                <a:pos x="csX8281" y="csY8281"/>
              </a:cxn>
              <a:cxn ang="0">
                <a:pos x="csX8282" y="csY8282"/>
              </a:cxn>
              <a:cxn ang="0">
                <a:pos x="csX8283" y="csY8283"/>
              </a:cxn>
              <a:cxn ang="0">
                <a:pos x="csX8284" y="csY8284"/>
              </a:cxn>
              <a:cxn ang="0">
                <a:pos x="csX8285" y="csY8285"/>
              </a:cxn>
              <a:cxn ang="0">
                <a:pos x="csX8286" y="csY8286"/>
              </a:cxn>
              <a:cxn ang="0">
                <a:pos x="csX8287" y="csY8287"/>
              </a:cxn>
              <a:cxn ang="0">
                <a:pos x="csX8288" y="csY8288"/>
              </a:cxn>
              <a:cxn ang="0">
                <a:pos x="csX8289" y="csY8289"/>
              </a:cxn>
              <a:cxn ang="0">
                <a:pos x="csX8290" y="csY8290"/>
              </a:cxn>
              <a:cxn ang="0">
                <a:pos x="csX8291" y="csY8291"/>
              </a:cxn>
              <a:cxn ang="0">
                <a:pos x="csX8292" y="csY8292"/>
              </a:cxn>
              <a:cxn ang="0">
                <a:pos x="csX8293" y="csY8293"/>
              </a:cxn>
              <a:cxn ang="0">
                <a:pos x="csX8294" y="csY8294"/>
              </a:cxn>
              <a:cxn ang="0">
                <a:pos x="csX8295" y="csY8295"/>
              </a:cxn>
              <a:cxn ang="0">
                <a:pos x="csX8296" y="csY8296"/>
              </a:cxn>
              <a:cxn ang="0">
                <a:pos x="csX8297" y="csY8297"/>
              </a:cxn>
              <a:cxn ang="0">
                <a:pos x="csX8298" y="csY8298"/>
              </a:cxn>
              <a:cxn ang="0">
                <a:pos x="csX8299" y="csY8299"/>
              </a:cxn>
              <a:cxn ang="0">
                <a:pos x="csX8300" y="csY8300"/>
              </a:cxn>
              <a:cxn ang="0">
                <a:pos x="csX8301" y="csY8301"/>
              </a:cxn>
              <a:cxn ang="0">
                <a:pos x="csX8302" y="csY8302"/>
              </a:cxn>
              <a:cxn ang="0">
                <a:pos x="csX8303" y="csY8303"/>
              </a:cxn>
              <a:cxn ang="0">
                <a:pos x="csX8304" y="csY8304"/>
              </a:cxn>
              <a:cxn ang="0">
                <a:pos x="csX8305" y="csY8305"/>
              </a:cxn>
              <a:cxn ang="0">
                <a:pos x="csX8306" y="csY8306"/>
              </a:cxn>
              <a:cxn ang="0">
                <a:pos x="csX8307" y="csY8307"/>
              </a:cxn>
              <a:cxn ang="0">
                <a:pos x="csX8308" y="csY8308"/>
              </a:cxn>
              <a:cxn ang="0">
                <a:pos x="csX8309" y="csY8309"/>
              </a:cxn>
              <a:cxn ang="0">
                <a:pos x="csX8310" y="csY8310"/>
              </a:cxn>
              <a:cxn ang="0">
                <a:pos x="csX8311" y="csY8311"/>
              </a:cxn>
              <a:cxn ang="0">
                <a:pos x="csX8312" y="csY8312"/>
              </a:cxn>
              <a:cxn ang="0">
                <a:pos x="csX8313" y="csY8313"/>
              </a:cxn>
              <a:cxn ang="0">
                <a:pos x="csX8314" y="csY8314"/>
              </a:cxn>
              <a:cxn ang="0">
                <a:pos x="csX8315" y="csY8315"/>
              </a:cxn>
              <a:cxn ang="0">
                <a:pos x="csX8316" y="csY8316"/>
              </a:cxn>
              <a:cxn ang="0">
                <a:pos x="csX8317" y="csY8317"/>
              </a:cxn>
              <a:cxn ang="0">
                <a:pos x="csX8318" y="csY8318"/>
              </a:cxn>
              <a:cxn ang="0">
                <a:pos x="csX8319" y="csY8319"/>
              </a:cxn>
              <a:cxn ang="0">
                <a:pos x="csX8320" y="csY8320"/>
              </a:cxn>
              <a:cxn ang="0">
                <a:pos x="csX8321" y="csY8321"/>
              </a:cxn>
              <a:cxn ang="0">
                <a:pos x="csX8322" y="csY8322"/>
              </a:cxn>
              <a:cxn ang="0">
                <a:pos x="csX8323" y="csY8323"/>
              </a:cxn>
              <a:cxn ang="0">
                <a:pos x="csX8324" y="csY8324"/>
              </a:cxn>
              <a:cxn ang="0">
                <a:pos x="csX8325" y="csY8325"/>
              </a:cxn>
              <a:cxn ang="0">
                <a:pos x="csX8326" y="csY8326"/>
              </a:cxn>
              <a:cxn ang="0">
                <a:pos x="csX8327" y="csY8327"/>
              </a:cxn>
              <a:cxn ang="0">
                <a:pos x="csX8328" y="csY8328"/>
              </a:cxn>
              <a:cxn ang="0">
                <a:pos x="csX8329" y="csY8329"/>
              </a:cxn>
              <a:cxn ang="0">
                <a:pos x="csX8330" y="csY8330"/>
              </a:cxn>
              <a:cxn ang="0">
                <a:pos x="csX8331" y="csY8331"/>
              </a:cxn>
              <a:cxn ang="0">
                <a:pos x="csX8332" y="csY8332"/>
              </a:cxn>
              <a:cxn ang="0">
                <a:pos x="csX8333" y="csY8333"/>
              </a:cxn>
              <a:cxn ang="0">
                <a:pos x="csX8334" y="csY8334"/>
              </a:cxn>
              <a:cxn ang="0">
                <a:pos x="csX8335" y="csY8335"/>
              </a:cxn>
              <a:cxn ang="0">
                <a:pos x="csX8336" y="csY8336"/>
              </a:cxn>
              <a:cxn ang="0">
                <a:pos x="csX8337" y="csY8337"/>
              </a:cxn>
              <a:cxn ang="0">
                <a:pos x="csX8338" y="csY8338"/>
              </a:cxn>
              <a:cxn ang="0">
                <a:pos x="csX8339" y="csY8339"/>
              </a:cxn>
              <a:cxn ang="0">
                <a:pos x="csX8340" y="csY8340"/>
              </a:cxn>
              <a:cxn ang="0">
                <a:pos x="csX8341" y="csY8341"/>
              </a:cxn>
              <a:cxn ang="0">
                <a:pos x="csX8342" y="csY8342"/>
              </a:cxn>
              <a:cxn ang="0">
                <a:pos x="csX8343" y="csY8343"/>
              </a:cxn>
              <a:cxn ang="0">
                <a:pos x="csX8344" y="csY8344"/>
              </a:cxn>
              <a:cxn ang="0">
                <a:pos x="csX8345" y="csY8345"/>
              </a:cxn>
              <a:cxn ang="0">
                <a:pos x="csX8346" y="csY8346"/>
              </a:cxn>
              <a:cxn ang="0">
                <a:pos x="csX8347" y="csY8347"/>
              </a:cxn>
              <a:cxn ang="0">
                <a:pos x="csX8348" y="csY8348"/>
              </a:cxn>
              <a:cxn ang="0">
                <a:pos x="csX8349" y="csY8349"/>
              </a:cxn>
              <a:cxn ang="0">
                <a:pos x="csX8350" y="csY8350"/>
              </a:cxn>
              <a:cxn ang="0">
                <a:pos x="csX8351" y="csY8351"/>
              </a:cxn>
              <a:cxn ang="0">
                <a:pos x="csX8352" y="csY8352"/>
              </a:cxn>
              <a:cxn ang="0">
                <a:pos x="csX8353" y="csY8353"/>
              </a:cxn>
              <a:cxn ang="0">
                <a:pos x="csX8354" y="csY8354"/>
              </a:cxn>
              <a:cxn ang="0">
                <a:pos x="csX8355" y="csY8355"/>
              </a:cxn>
              <a:cxn ang="0">
                <a:pos x="csX8356" y="csY8356"/>
              </a:cxn>
              <a:cxn ang="0">
                <a:pos x="csX8357" y="csY8357"/>
              </a:cxn>
              <a:cxn ang="0">
                <a:pos x="csX8358" y="csY8358"/>
              </a:cxn>
              <a:cxn ang="0">
                <a:pos x="csX8359" y="csY8359"/>
              </a:cxn>
              <a:cxn ang="0">
                <a:pos x="csX8360" y="csY8360"/>
              </a:cxn>
              <a:cxn ang="0">
                <a:pos x="csX8361" y="csY8361"/>
              </a:cxn>
              <a:cxn ang="0">
                <a:pos x="csX8362" y="csY8362"/>
              </a:cxn>
              <a:cxn ang="0">
                <a:pos x="csX8363" y="csY8363"/>
              </a:cxn>
              <a:cxn ang="0">
                <a:pos x="csX8364" y="csY8364"/>
              </a:cxn>
              <a:cxn ang="0">
                <a:pos x="csX8365" y="csY8365"/>
              </a:cxn>
              <a:cxn ang="0">
                <a:pos x="csX8366" y="csY8366"/>
              </a:cxn>
              <a:cxn ang="0">
                <a:pos x="csX8367" y="csY8367"/>
              </a:cxn>
              <a:cxn ang="0">
                <a:pos x="csX8368" y="csY8368"/>
              </a:cxn>
              <a:cxn ang="0">
                <a:pos x="csX8369" y="csY8369"/>
              </a:cxn>
              <a:cxn ang="0">
                <a:pos x="csX8370" y="csY8370"/>
              </a:cxn>
              <a:cxn ang="0">
                <a:pos x="csX8371" y="csY8371"/>
              </a:cxn>
              <a:cxn ang="0">
                <a:pos x="csX8372" y="csY8372"/>
              </a:cxn>
              <a:cxn ang="0">
                <a:pos x="csX8373" y="csY8373"/>
              </a:cxn>
              <a:cxn ang="0">
                <a:pos x="csX8374" y="csY8374"/>
              </a:cxn>
              <a:cxn ang="0">
                <a:pos x="csX8375" y="csY8375"/>
              </a:cxn>
              <a:cxn ang="0">
                <a:pos x="csX8376" y="csY8376"/>
              </a:cxn>
              <a:cxn ang="0">
                <a:pos x="csX8377" y="csY8377"/>
              </a:cxn>
              <a:cxn ang="0">
                <a:pos x="csX8378" y="csY8378"/>
              </a:cxn>
              <a:cxn ang="0">
                <a:pos x="csX8379" y="csY8379"/>
              </a:cxn>
              <a:cxn ang="0">
                <a:pos x="csX8380" y="csY8380"/>
              </a:cxn>
              <a:cxn ang="0">
                <a:pos x="csX8381" y="csY8381"/>
              </a:cxn>
              <a:cxn ang="0">
                <a:pos x="csX8382" y="csY8382"/>
              </a:cxn>
              <a:cxn ang="0">
                <a:pos x="csX8383" y="csY8383"/>
              </a:cxn>
              <a:cxn ang="0">
                <a:pos x="csX8384" y="csY8384"/>
              </a:cxn>
              <a:cxn ang="0">
                <a:pos x="csX8385" y="csY8385"/>
              </a:cxn>
              <a:cxn ang="0">
                <a:pos x="csX8386" y="csY8386"/>
              </a:cxn>
              <a:cxn ang="0">
                <a:pos x="csX8387" y="csY8387"/>
              </a:cxn>
              <a:cxn ang="0">
                <a:pos x="csX8388" y="csY8388"/>
              </a:cxn>
              <a:cxn ang="0">
                <a:pos x="csX8389" y="csY8389"/>
              </a:cxn>
              <a:cxn ang="0">
                <a:pos x="csX8390" y="csY8390"/>
              </a:cxn>
              <a:cxn ang="0">
                <a:pos x="csX8391" y="csY8391"/>
              </a:cxn>
              <a:cxn ang="0">
                <a:pos x="csX8392" y="csY8392"/>
              </a:cxn>
              <a:cxn ang="0">
                <a:pos x="csX8393" y="csY8393"/>
              </a:cxn>
              <a:cxn ang="0">
                <a:pos x="csX8394" y="csY8394"/>
              </a:cxn>
              <a:cxn ang="0">
                <a:pos x="csX8395" y="csY8395"/>
              </a:cxn>
              <a:cxn ang="0">
                <a:pos x="csX8396" y="csY8396"/>
              </a:cxn>
              <a:cxn ang="0">
                <a:pos x="csX8397" y="csY8397"/>
              </a:cxn>
              <a:cxn ang="0">
                <a:pos x="csX8398" y="csY8398"/>
              </a:cxn>
              <a:cxn ang="0">
                <a:pos x="csX8399" y="csY8399"/>
              </a:cxn>
              <a:cxn ang="0">
                <a:pos x="csX8400" y="csY8400"/>
              </a:cxn>
              <a:cxn ang="0">
                <a:pos x="csX8401" y="csY8401"/>
              </a:cxn>
              <a:cxn ang="0">
                <a:pos x="csX8402" y="csY8402"/>
              </a:cxn>
              <a:cxn ang="0">
                <a:pos x="csX8403" y="csY8403"/>
              </a:cxn>
              <a:cxn ang="0">
                <a:pos x="csX8404" y="csY8404"/>
              </a:cxn>
              <a:cxn ang="0">
                <a:pos x="csX8405" y="csY8405"/>
              </a:cxn>
              <a:cxn ang="0">
                <a:pos x="csX8406" y="csY8406"/>
              </a:cxn>
              <a:cxn ang="0">
                <a:pos x="csX8407" y="csY8407"/>
              </a:cxn>
              <a:cxn ang="0">
                <a:pos x="csX8408" y="csY8408"/>
              </a:cxn>
              <a:cxn ang="0">
                <a:pos x="csX8409" y="csY8409"/>
              </a:cxn>
              <a:cxn ang="0">
                <a:pos x="csX8410" y="csY8410"/>
              </a:cxn>
              <a:cxn ang="0">
                <a:pos x="csX8411" y="csY8411"/>
              </a:cxn>
              <a:cxn ang="0">
                <a:pos x="csX8412" y="csY8412"/>
              </a:cxn>
              <a:cxn ang="0">
                <a:pos x="csX8413" y="csY8413"/>
              </a:cxn>
              <a:cxn ang="0">
                <a:pos x="csX8414" y="csY8414"/>
              </a:cxn>
              <a:cxn ang="0">
                <a:pos x="csX8415" y="csY8415"/>
              </a:cxn>
              <a:cxn ang="0">
                <a:pos x="csX8416" y="csY8416"/>
              </a:cxn>
              <a:cxn ang="0">
                <a:pos x="csX8417" y="csY8417"/>
              </a:cxn>
              <a:cxn ang="0">
                <a:pos x="csX8418" y="csY8418"/>
              </a:cxn>
              <a:cxn ang="0">
                <a:pos x="csX8419" y="csY8419"/>
              </a:cxn>
              <a:cxn ang="0">
                <a:pos x="csX8420" y="csY8420"/>
              </a:cxn>
              <a:cxn ang="0">
                <a:pos x="csX8421" y="csY8421"/>
              </a:cxn>
              <a:cxn ang="0">
                <a:pos x="csX8422" y="csY8422"/>
              </a:cxn>
              <a:cxn ang="0">
                <a:pos x="csX8423" y="csY8423"/>
              </a:cxn>
              <a:cxn ang="0">
                <a:pos x="csX8424" y="csY8424"/>
              </a:cxn>
              <a:cxn ang="0">
                <a:pos x="csX8425" y="csY8425"/>
              </a:cxn>
              <a:cxn ang="0">
                <a:pos x="csX8426" y="csY8426"/>
              </a:cxn>
              <a:cxn ang="0">
                <a:pos x="csX8427" y="csY8427"/>
              </a:cxn>
              <a:cxn ang="0">
                <a:pos x="csX8428" y="csY8428"/>
              </a:cxn>
              <a:cxn ang="0">
                <a:pos x="csX8429" y="csY8429"/>
              </a:cxn>
              <a:cxn ang="0">
                <a:pos x="csX8430" y="csY8430"/>
              </a:cxn>
              <a:cxn ang="0">
                <a:pos x="csX8431" y="csY8431"/>
              </a:cxn>
              <a:cxn ang="0">
                <a:pos x="csX8432" y="csY8432"/>
              </a:cxn>
              <a:cxn ang="0">
                <a:pos x="csX8433" y="csY8433"/>
              </a:cxn>
              <a:cxn ang="0">
                <a:pos x="csX8434" y="csY8434"/>
              </a:cxn>
              <a:cxn ang="0">
                <a:pos x="csX8435" y="csY8435"/>
              </a:cxn>
              <a:cxn ang="0">
                <a:pos x="csX8436" y="csY8436"/>
              </a:cxn>
              <a:cxn ang="0">
                <a:pos x="csX8437" y="csY8437"/>
              </a:cxn>
              <a:cxn ang="0">
                <a:pos x="csX8438" y="csY8438"/>
              </a:cxn>
              <a:cxn ang="0">
                <a:pos x="csX8439" y="csY8439"/>
              </a:cxn>
              <a:cxn ang="0">
                <a:pos x="csX8440" y="csY8440"/>
              </a:cxn>
              <a:cxn ang="0">
                <a:pos x="csX8441" y="csY8441"/>
              </a:cxn>
              <a:cxn ang="0">
                <a:pos x="csX8442" y="csY8442"/>
              </a:cxn>
              <a:cxn ang="0">
                <a:pos x="csX8443" y="csY8443"/>
              </a:cxn>
              <a:cxn ang="0">
                <a:pos x="csX8444" y="csY8444"/>
              </a:cxn>
              <a:cxn ang="0">
                <a:pos x="csX8445" y="csY8445"/>
              </a:cxn>
              <a:cxn ang="0">
                <a:pos x="csX8446" y="csY8446"/>
              </a:cxn>
              <a:cxn ang="0">
                <a:pos x="csX8447" y="csY8447"/>
              </a:cxn>
              <a:cxn ang="0">
                <a:pos x="csX8448" y="csY8448"/>
              </a:cxn>
              <a:cxn ang="0">
                <a:pos x="csX8449" y="csY8449"/>
              </a:cxn>
              <a:cxn ang="0">
                <a:pos x="csX8450" y="csY8450"/>
              </a:cxn>
              <a:cxn ang="0">
                <a:pos x="csX8451" y="csY8451"/>
              </a:cxn>
              <a:cxn ang="0">
                <a:pos x="csX8452" y="csY8452"/>
              </a:cxn>
              <a:cxn ang="0">
                <a:pos x="csX8453" y="csY8453"/>
              </a:cxn>
              <a:cxn ang="0">
                <a:pos x="csX8454" y="csY8454"/>
              </a:cxn>
              <a:cxn ang="0">
                <a:pos x="csX8455" y="csY8455"/>
              </a:cxn>
              <a:cxn ang="0">
                <a:pos x="csX8456" y="csY8456"/>
              </a:cxn>
              <a:cxn ang="0">
                <a:pos x="csX8457" y="csY8457"/>
              </a:cxn>
              <a:cxn ang="0">
                <a:pos x="csX8458" y="csY8458"/>
              </a:cxn>
              <a:cxn ang="0">
                <a:pos x="csX8459" y="csY8459"/>
              </a:cxn>
              <a:cxn ang="0">
                <a:pos x="csX8460" y="csY8460"/>
              </a:cxn>
              <a:cxn ang="0">
                <a:pos x="csX8461" y="csY8461"/>
              </a:cxn>
              <a:cxn ang="0">
                <a:pos x="csX8462" y="csY8462"/>
              </a:cxn>
              <a:cxn ang="0">
                <a:pos x="csX8463" y="csY8463"/>
              </a:cxn>
              <a:cxn ang="0">
                <a:pos x="csX8464" y="csY8464"/>
              </a:cxn>
              <a:cxn ang="0">
                <a:pos x="csX8465" y="csY8465"/>
              </a:cxn>
              <a:cxn ang="0">
                <a:pos x="csX8466" y="csY8466"/>
              </a:cxn>
              <a:cxn ang="0">
                <a:pos x="csX8467" y="csY8467"/>
              </a:cxn>
              <a:cxn ang="0">
                <a:pos x="csX8468" y="csY8468"/>
              </a:cxn>
              <a:cxn ang="0">
                <a:pos x="csX8469" y="csY8469"/>
              </a:cxn>
              <a:cxn ang="0">
                <a:pos x="csX8470" y="csY8470"/>
              </a:cxn>
              <a:cxn ang="0">
                <a:pos x="csX8471" y="csY8471"/>
              </a:cxn>
              <a:cxn ang="0">
                <a:pos x="csX8472" y="csY8472"/>
              </a:cxn>
              <a:cxn ang="0">
                <a:pos x="csX8473" y="csY8473"/>
              </a:cxn>
              <a:cxn ang="0">
                <a:pos x="csX8474" y="csY8474"/>
              </a:cxn>
              <a:cxn ang="0">
                <a:pos x="csX8475" y="csY8475"/>
              </a:cxn>
              <a:cxn ang="0">
                <a:pos x="csX8476" y="csY8476"/>
              </a:cxn>
              <a:cxn ang="0">
                <a:pos x="csX8477" y="csY8477"/>
              </a:cxn>
              <a:cxn ang="0">
                <a:pos x="csX8478" y="csY8478"/>
              </a:cxn>
              <a:cxn ang="0">
                <a:pos x="csX8479" y="csY8479"/>
              </a:cxn>
              <a:cxn ang="0">
                <a:pos x="csX8480" y="csY8480"/>
              </a:cxn>
              <a:cxn ang="0">
                <a:pos x="csX8481" y="csY8481"/>
              </a:cxn>
              <a:cxn ang="0">
                <a:pos x="csX8482" y="csY8482"/>
              </a:cxn>
              <a:cxn ang="0">
                <a:pos x="csX8483" y="csY8483"/>
              </a:cxn>
              <a:cxn ang="0">
                <a:pos x="csX8484" y="csY8484"/>
              </a:cxn>
              <a:cxn ang="0">
                <a:pos x="csX8485" y="csY8485"/>
              </a:cxn>
              <a:cxn ang="0">
                <a:pos x="csX8486" y="csY8486"/>
              </a:cxn>
              <a:cxn ang="0">
                <a:pos x="csX8487" y="csY8487"/>
              </a:cxn>
              <a:cxn ang="0">
                <a:pos x="csX8488" y="csY8488"/>
              </a:cxn>
              <a:cxn ang="0">
                <a:pos x="csX8489" y="csY8489"/>
              </a:cxn>
              <a:cxn ang="0">
                <a:pos x="csX8490" y="csY8490"/>
              </a:cxn>
              <a:cxn ang="0">
                <a:pos x="csX8491" y="csY8491"/>
              </a:cxn>
              <a:cxn ang="0">
                <a:pos x="csX8492" y="csY8492"/>
              </a:cxn>
              <a:cxn ang="0">
                <a:pos x="csX8493" y="csY8493"/>
              </a:cxn>
              <a:cxn ang="0">
                <a:pos x="csX8494" y="csY8494"/>
              </a:cxn>
              <a:cxn ang="0">
                <a:pos x="csX8495" y="csY8495"/>
              </a:cxn>
              <a:cxn ang="0">
                <a:pos x="csX8496" y="csY8496"/>
              </a:cxn>
              <a:cxn ang="0">
                <a:pos x="csX8497" y="csY8497"/>
              </a:cxn>
              <a:cxn ang="0">
                <a:pos x="csX8498" y="csY8498"/>
              </a:cxn>
              <a:cxn ang="0">
                <a:pos x="csX8499" y="csY8499"/>
              </a:cxn>
              <a:cxn ang="0">
                <a:pos x="csX8500" y="csY8500"/>
              </a:cxn>
              <a:cxn ang="0">
                <a:pos x="csX8501" y="csY8501"/>
              </a:cxn>
              <a:cxn ang="0">
                <a:pos x="csX8502" y="csY8502"/>
              </a:cxn>
              <a:cxn ang="0">
                <a:pos x="csX8503" y="csY8503"/>
              </a:cxn>
              <a:cxn ang="0">
                <a:pos x="csX8504" y="csY8504"/>
              </a:cxn>
              <a:cxn ang="0">
                <a:pos x="csX8505" y="csY8505"/>
              </a:cxn>
              <a:cxn ang="0">
                <a:pos x="csX8506" y="csY8506"/>
              </a:cxn>
              <a:cxn ang="0">
                <a:pos x="csX8507" y="csY8507"/>
              </a:cxn>
              <a:cxn ang="0">
                <a:pos x="csX8508" y="csY8508"/>
              </a:cxn>
              <a:cxn ang="0">
                <a:pos x="csX8509" y="csY8509"/>
              </a:cxn>
              <a:cxn ang="0">
                <a:pos x="csX8510" y="csY8510"/>
              </a:cxn>
              <a:cxn ang="0">
                <a:pos x="csX8511" y="csY8511"/>
              </a:cxn>
              <a:cxn ang="0">
                <a:pos x="csX8512" y="csY8512"/>
              </a:cxn>
              <a:cxn ang="0">
                <a:pos x="csX8513" y="csY8513"/>
              </a:cxn>
              <a:cxn ang="0">
                <a:pos x="csX8514" y="csY8514"/>
              </a:cxn>
              <a:cxn ang="0">
                <a:pos x="csX8515" y="csY8515"/>
              </a:cxn>
              <a:cxn ang="0">
                <a:pos x="csX8516" y="csY8516"/>
              </a:cxn>
              <a:cxn ang="0">
                <a:pos x="csX8517" y="csY8517"/>
              </a:cxn>
              <a:cxn ang="0">
                <a:pos x="csX8518" y="csY8518"/>
              </a:cxn>
              <a:cxn ang="0">
                <a:pos x="csX8519" y="csY8519"/>
              </a:cxn>
              <a:cxn ang="0">
                <a:pos x="csX8520" y="csY8520"/>
              </a:cxn>
              <a:cxn ang="0">
                <a:pos x="csX8521" y="csY8521"/>
              </a:cxn>
              <a:cxn ang="0">
                <a:pos x="csX8522" y="csY8522"/>
              </a:cxn>
              <a:cxn ang="0">
                <a:pos x="csX8523" y="csY8523"/>
              </a:cxn>
              <a:cxn ang="0">
                <a:pos x="csX8524" y="csY8524"/>
              </a:cxn>
              <a:cxn ang="0">
                <a:pos x="csX8525" y="csY8525"/>
              </a:cxn>
              <a:cxn ang="0">
                <a:pos x="csX8526" y="csY8526"/>
              </a:cxn>
              <a:cxn ang="0">
                <a:pos x="csX8527" y="csY8527"/>
              </a:cxn>
              <a:cxn ang="0">
                <a:pos x="csX8528" y="csY8528"/>
              </a:cxn>
              <a:cxn ang="0">
                <a:pos x="csX8529" y="csY8529"/>
              </a:cxn>
              <a:cxn ang="0">
                <a:pos x="csX8530" y="csY8530"/>
              </a:cxn>
              <a:cxn ang="0">
                <a:pos x="csX8531" y="csY8531"/>
              </a:cxn>
              <a:cxn ang="0">
                <a:pos x="csX8532" y="csY8532"/>
              </a:cxn>
              <a:cxn ang="0">
                <a:pos x="csX8533" y="csY8533"/>
              </a:cxn>
              <a:cxn ang="0">
                <a:pos x="csX8534" y="csY8534"/>
              </a:cxn>
              <a:cxn ang="0">
                <a:pos x="csX8535" y="csY8535"/>
              </a:cxn>
              <a:cxn ang="0">
                <a:pos x="csX8536" y="csY8536"/>
              </a:cxn>
              <a:cxn ang="0">
                <a:pos x="csX8537" y="csY8537"/>
              </a:cxn>
              <a:cxn ang="0">
                <a:pos x="csX8538" y="csY8538"/>
              </a:cxn>
              <a:cxn ang="0">
                <a:pos x="csX8539" y="csY8539"/>
              </a:cxn>
              <a:cxn ang="0">
                <a:pos x="csX8540" y="csY8540"/>
              </a:cxn>
              <a:cxn ang="0">
                <a:pos x="csX8541" y="csY8541"/>
              </a:cxn>
              <a:cxn ang="0">
                <a:pos x="csX8542" y="csY8542"/>
              </a:cxn>
              <a:cxn ang="0">
                <a:pos x="csX8543" y="csY8543"/>
              </a:cxn>
              <a:cxn ang="0">
                <a:pos x="csX8544" y="csY8544"/>
              </a:cxn>
              <a:cxn ang="0">
                <a:pos x="csX8545" y="csY8545"/>
              </a:cxn>
              <a:cxn ang="0">
                <a:pos x="csX8546" y="csY8546"/>
              </a:cxn>
              <a:cxn ang="0">
                <a:pos x="csX8547" y="csY8547"/>
              </a:cxn>
              <a:cxn ang="0">
                <a:pos x="csX8548" y="csY8548"/>
              </a:cxn>
              <a:cxn ang="0">
                <a:pos x="csX8549" y="csY8549"/>
              </a:cxn>
              <a:cxn ang="0">
                <a:pos x="csX8550" y="csY8550"/>
              </a:cxn>
              <a:cxn ang="0">
                <a:pos x="csX8551" y="csY8551"/>
              </a:cxn>
              <a:cxn ang="0">
                <a:pos x="csX8552" y="csY8552"/>
              </a:cxn>
              <a:cxn ang="0">
                <a:pos x="csX8553" y="csY8553"/>
              </a:cxn>
              <a:cxn ang="0">
                <a:pos x="csX8554" y="csY8554"/>
              </a:cxn>
              <a:cxn ang="0">
                <a:pos x="csX8555" y="csY8555"/>
              </a:cxn>
              <a:cxn ang="0">
                <a:pos x="csX8556" y="csY8556"/>
              </a:cxn>
              <a:cxn ang="0">
                <a:pos x="csX8557" y="csY8557"/>
              </a:cxn>
              <a:cxn ang="0">
                <a:pos x="csX8558" y="csY8558"/>
              </a:cxn>
              <a:cxn ang="0">
                <a:pos x="csX8559" y="csY8559"/>
              </a:cxn>
              <a:cxn ang="0">
                <a:pos x="csX8560" y="csY8560"/>
              </a:cxn>
              <a:cxn ang="0">
                <a:pos x="csX8561" y="csY8561"/>
              </a:cxn>
              <a:cxn ang="0">
                <a:pos x="csX8562" y="csY8562"/>
              </a:cxn>
              <a:cxn ang="0">
                <a:pos x="csX8563" y="csY8563"/>
              </a:cxn>
              <a:cxn ang="0">
                <a:pos x="csX8564" y="csY8564"/>
              </a:cxn>
              <a:cxn ang="0">
                <a:pos x="csX8565" y="csY8565"/>
              </a:cxn>
              <a:cxn ang="0">
                <a:pos x="csX8566" y="csY8566"/>
              </a:cxn>
              <a:cxn ang="0">
                <a:pos x="csX8567" y="csY8567"/>
              </a:cxn>
              <a:cxn ang="0">
                <a:pos x="csX8568" y="csY8568"/>
              </a:cxn>
              <a:cxn ang="0">
                <a:pos x="csX8569" y="csY8569"/>
              </a:cxn>
              <a:cxn ang="0">
                <a:pos x="csX8570" y="csY8570"/>
              </a:cxn>
              <a:cxn ang="0">
                <a:pos x="csX8571" y="csY8571"/>
              </a:cxn>
              <a:cxn ang="0">
                <a:pos x="csX8572" y="csY8572"/>
              </a:cxn>
              <a:cxn ang="0">
                <a:pos x="csX8573" y="csY8573"/>
              </a:cxn>
              <a:cxn ang="0">
                <a:pos x="csX8574" y="csY8574"/>
              </a:cxn>
              <a:cxn ang="0">
                <a:pos x="csX8575" y="csY8575"/>
              </a:cxn>
              <a:cxn ang="0">
                <a:pos x="csX8576" y="csY8576"/>
              </a:cxn>
              <a:cxn ang="0">
                <a:pos x="csX8577" y="csY8577"/>
              </a:cxn>
              <a:cxn ang="0">
                <a:pos x="csX8578" y="csY8578"/>
              </a:cxn>
              <a:cxn ang="0">
                <a:pos x="csX8579" y="csY8579"/>
              </a:cxn>
              <a:cxn ang="0">
                <a:pos x="csX8580" y="csY8580"/>
              </a:cxn>
              <a:cxn ang="0">
                <a:pos x="csX8581" y="csY8581"/>
              </a:cxn>
              <a:cxn ang="0">
                <a:pos x="csX8582" y="csY8582"/>
              </a:cxn>
              <a:cxn ang="0">
                <a:pos x="csX8583" y="csY8583"/>
              </a:cxn>
              <a:cxn ang="0">
                <a:pos x="csX8584" y="csY8584"/>
              </a:cxn>
              <a:cxn ang="0">
                <a:pos x="csX8585" y="csY8585"/>
              </a:cxn>
              <a:cxn ang="0">
                <a:pos x="csX8586" y="csY8586"/>
              </a:cxn>
              <a:cxn ang="0">
                <a:pos x="csX8587" y="csY8587"/>
              </a:cxn>
              <a:cxn ang="0">
                <a:pos x="csX8588" y="csY8588"/>
              </a:cxn>
              <a:cxn ang="0">
                <a:pos x="csX8589" y="csY8589"/>
              </a:cxn>
              <a:cxn ang="0">
                <a:pos x="csX8590" y="csY8590"/>
              </a:cxn>
              <a:cxn ang="0">
                <a:pos x="csX8591" y="csY8591"/>
              </a:cxn>
              <a:cxn ang="0">
                <a:pos x="csX8592" y="csY8592"/>
              </a:cxn>
              <a:cxn ang="0">
                <a:pos x="csX8593" y="csY8593"/>
              </a:cxn>
              <a:cxn ang="0">
                <a:pos x="csX8594" y="csY8594"/>
              </a:cxn>
              <a:cxn ang="0">
                <a:pos x="csX8595" y="csY8595"/>
              </a:cxn>
              <a:cxn ang="0">
                <a:pos x="csX8596" y="csY8596"/>
              </a:cxn>
              <a:cxn ang="0">
                <a:pos x="csX8597" y="csY8597"/>
              </a:cxn>
              <a:cxn ang="0">
                <a:pos x="csX8598" y="csY8598"/>
              </a:cxn>
              <a:cxn ang="0">
                <a:pos x="csX8599" y="csY8599"/>
              </a:cxn>
              <a:cxn ang="0">
                <a:pos x="csX8600" y="csY8600"/>
              </a:cxn>
              <a:cxn ang="0">
                <a:pos x="csX8601" y="csY8601"/>
              </a:cxn>
              <a:cxn ang="0">
                <a:pos x="csX8602" y="csY8602"/>
              </a:cxn>
              <a:cxn ang="0">
                <a:pos x="csX8603" y="csY8603"/>
              </a:cxn>
              <a:cxn ang="0">
                <a:pos x="csX8604" y="csY8604"/>
              </a:cxn>
              <a:cxn ang="0">
                <a:pos x="csX8605" y="csY8605"/>
              </a:cxn>
              <a:cxn ang="0">
                <a:pos x="csX8606" y="csY8606"/>
              </a:cxn>
              <a:cxn ang="0">
                <a:pos x="csX8607" y="csY8607"/>
              </a:cxn>
              <a:cxn ang="0">
                <a:pos x="csX8608" y="csY8608"/>
              </a:cxn>
              <a:cxn ang="0">
                <a:pos x="csX8609" y="csY8609"/>
              </a:cxn>
              <a:cxn ang="0">
                <a:pos x="csX8610" y="csY8610"/>
              </a:cxn>
              <a:cxn ang="0">
                <a:pos x="csX8611" y="csY8611"/>
              </a:cxn>
              <a:cxn ang="0">
                <a:pos x="csX8612" y="csY8612"/>
              </a:cxn>
              <a:cxn ang="0">
                <a:pos x="csX8613" y="csY8613"/>
              </a:cxn>
              <a:cxn ang="0">
                <a:pos x="csX8614" y="csY8614"/>
              </a:cxn>
              <a:cxn ang="0">
                <a:pos x="csX8615" y="csY8615"/>
              </a:cxn>
              <a:cxn ang="0">
                <a:pos x="csX8616" y="csY8616"/>
              </a:cxn>
              <a:cxn ang="0">
                <a:pos x="csX8617" y="csY8617"/>
              </a:cxn>
              <a:cxn ang="0">
                <a:pos x="csX8618" y="csY8618"/>
              </a:cxn>
              <a:cxn ang="0">
                <a:pos x="csX8619" y="csY8619"/>
              </a:cxn>
              <a:cxn ang="0">
                <a:pos x="csX8620" y="csY8620"/>
              </a:cxn>
              <a:cxn ang="0">
                <a:pos x="csX8621" y="csY8621"/>
              </a:cxn>
              <a:cxn ang="0">
                <a:pos x="csX8622" y="csY8622"/>
              </a:cxn>
              <a:cxn ang="0">
                <a:pos x="csX8623" y="csY8623"/>
              </a:cxn>
              <a:cxn ang="0">
                <a:pos x="csX8624" y="csY8624"/>
              </a:cxn>
              <a:cxn ang="0">
                <a:pos x="csX8625" y="csY8625"/>
              </a:cxn>
              <a:cxn ang="0">
                <a:pos x="csX8626" y="csY8626"/>
              </a:cxn>
              <a:cxn ang="0">
                <a:pos x="csX8627" y="csY8627"/>
              </a:cxn>
              <a:cxn ang="0">
                <a:pos x="csX8628" y="csY8628"/>
              </a:cxn>
              <a:cxn ang="0">
                <a:pos x="csX8629" y="csY8629"/>
              </a:cxn>
              <a:cxn ang="0">
                <a:pos x="csX8630" y="csY8630"/>
              </a:cxn>
              <a:cxn ang="0">
                <a:pos x="csX8631" y="csY8631"/>
              </a:cxn>
              <a:cxn ang="0">
                <a:pos x="csX8632" y="csY8632"/>
              </a:cxn>
              <a:cxn ang="0">
                <a:pos x="csX8633" y="csY8633"/>
              </a:cxn>
              <a:cxn ang="0">
                <a:pos x="csX8634" y="csY8634"/>
              </a:cxn>
              <a:cxn ang="0">
                <a:pos x="csX8635" y="csY8635"/>
              </a:cxn>
              <a:cxn ang="0">
                <a:pos x="csX8636" y="csY8636"/>
              </a:cxn>
              <a:cxn ang="0">
                <a:pos x="csX8637" y="csY8637"/>
              </a:cxn>
              <a:cxn ang="0">
                <a:pos x="csX8638" y="csY8638"/>
              </a:cxn>
              <a:cxn ang="0">
                <a:pos x="csX8639" y="csY8639"/>
              </a:cxn>
              <a:cxn ang="0">
                <a:pos x="csX8640" y="csY8640"/>
              </a:cxn>
              <a:cxn ang="0">
                <a:pos x="csX8641" y="csY8641"/>
              </a:cxn>
              <a:cxn ang="0">
                <a:pos x="csX8642" y="csY8642"/>
              </a:cxn>
              <a:cxn ang="0">
                <a:pos x="csX8643" y="csY8643"/>
              </a:cxn>
              <a:cxn ang="0">
                <a:pos x="csX8644" y="csY8644"/>
              </a:cxn>
              <a:cxn ang="0">
                <a:pos x="csX8645" y="csY8645"/>
              </a:cxn>
              <a:cxn ang="0">
                <a:pos x="csX8646" y="csY8646"/>
              </a:cxn>
              <a:cxn ang="0">
                <a:pos x="csX8647" y="csY8647"/>
              </a:cxn>
              <a:cxn ang="0">
                <a:pos x="csX8648" y="csY8648"/>
              </a:cxn>
              <a:cxn ang="0">
                <a:pos x="csX8649" y="csY8649"/>
              </a:cxn>
              <a:cxn ang="0">
                <a:pos x="csX8650" y="csY8650"/>
              </a:cxn>
              <a:cxn ang="0">
                <a:pos x="csX8651" y="csY8651"/>
              </a:cxn>
              <a:cxn ang="0">
                <a:pos x="csX8652" y="csY8652"/>
              </a:cxn>
              <a:cxn ang="0">
                <a:pos x="csX8653" y="csY8653"/>
              </a:cxn>
              <a:cxn ang="0">
                <a:pos x="csX8654" y="csY8654"/>
              </a:cxn>
              <a:cxn ang="0">
                <a:pos x="csX8655" y="csY8655"/>
              </a:cxn>
              <a:cxn ang="0">
                <a:pos x="csX8656" y="csY8656"/>
              </a:cxn>
              <a:cxn ang="0">
                <a:pos x="csX8657" y="csY8657"/>
              </a:cxn>
              <a:cxn ang="0">
                <a:pos x="csX8658" y="csY8658"/>
              </a:cxn>
              <a:cxn ang="0">
                <a:pos x="csX8659" y="csY8659"/>
              </a:cxn>
              <a:cxn ang="0">
                <a:pos x="csX8660" y="csY8660"/>
              </a:cxn>
              <a:cxn ang="0">
                <a:pos x="csX8661" y="csY8661"/>
              </a:cxn>
              <a:cxn ang="0">
                <a:pos x="csX8662" y="csY8662"/>
              </a:cxn>
              <a:cxn ang="0">
                <a:pos x="csX8663" y="csY8663"/>
              </a:cxn>
              <a:cxn ang="0">
                <a:pos x="csX8664" y="csY8664"/>
              </a:cxn>
              <a:cxn ang="0">
                <a:pos x="csX8665" y="csY8665"/>
              </a:cxn>
              <a:cxn ang="0">
                <a:pos x="csX8666" y="csY8666"/>
              </a:cxn>
              <a:cxn ang="0">
                <a:pos x="csX8667" y="csY8667"/>
              </a:cxn>
              <a:cxn ang="0">
                <a:pos x="csX8668" y="csY8668"/>
              </a:cxn>
              <a:cxn ang="0">
                <a:pos x="csX8669" y="csY8669"/>
              </a:cxn>
              <a:cxn ang="0">
                <a:pos x="csX8670" y="csY8670"/>
              </a:cxn>
              <a:cxn ang="0">
                <a:pos x="csX8671" y="csY8671"/>
              </a:cxn>
              <a:cxn ang="0">
                <a:pos x="csX8672" y="csY8672"/>
              </a:cxn>
              <a:cxn ang="0">
                <a:pos x="csX8673" y="csY8673"/>
              </a:cxn>
              <a:cxn ang="0">
                <a:pos x="csX8674" y="csY8674"/>
              </a:cxn>
              <a:cxn ang="0">
                <a:pos x="csX8675" y="csY8675"/>
              </a:cxn>
              <a:cxn ang="0">
                <a:pos x="csX8676" y="csY8676"/>
              </a:cxn>
              <a:cxn ang="0">
                <a:pos x="csX8677" y="csY8677"/>
              </a:cxn>
              <a:cxn ang="0">
                <a:pos x="csX8678" y="csY8678"/>
              </a:cxn>
              <a:cxn ang="0">
                <a:pos x="csX8679" y="csY8679"/>
              </a:cxn>
              <a:cxn ang="0">
                <a:pos x="csX8680" y="csY8680"/>
              </a:cxn>
              <a:cxn ang="0">
                <a:pos x="csX8681" y="csY8681"/>
              </a:cxn>
              <a:cxn ang="0">
                <a:pos x="csX8682" y="csY8682"/>
              </a:cxn>
              <a:cxn ang="0">
                <a:pos x="csX8683" y="csY8683"/>
              </a:cxn>
              <a:cxn ang="0">
                <a:pos x="csX8684" y="csY8684"/>
              </a:cxn>
              <a:cxn ang="0">
                <a:pos x="csX8685" y="csY8685"/>
              </a:cxn>
              <a:cxn ang="0">
                <a:pos x="csX8686" y="csY8686"/>
              </a:cxn>
              <a:cxn ang="0">
                <a:pos x="csX8687" y="csY8687"/>
              </a:cxn>
              <a:cxn ang="0">
                <a:pos x="csX8688" y="csY8688"/>
              </a:cxn>
              <a:cxn ang="0">
                <a:pos x="csX8689" y="csY8689"/>
              </a:cxn>
              <a:cxn ang="0">
                <a:pos x="csX8690" y="csY8690"/>
              </a:cxn>
              <a:cxn ang="0">
                <a:pos x="csX8691" y="csY8691"/>
              </a:cxn>
              <a:cxn ang="0">
                <a:pos x="csX8692" y="csY8692"/>
              </a:cxn>
              <a:cxn ang="0">
                <a:pos x="csX8693" y="csY8693"/>
              </a:cxn>
              <a:cxn ang="0">
                <a:pos x="csX8694" y="csY8694"/>
              </a:cxn>
              <a:cxn ang="0">
                <a:pos x="csX8695" y="csY8695"/>
              </a:cxn>
              <a:cxn ang="0">
                <a:pos x="csX8696" y="csY8696"/>
              </a:cxn>
              <a:cxn ang="0">
                <a:pos x="csX8697" y="csY8697"/>
              </a:cxn>
              <a:cxn ang="0">
                <a:pos x="csX8698" y="csY8698"/>
              </a:cxn>
              <a:cxn ang="0">
                <a:pos x="csX8699" y="csY8699"/>
              </a:cxn>
              <a:cxn ang="0">
                <a:pos x="csX8700" y="csY8700"/>
              </a:cxn>
              <a:cxn ang="0">
                <a:pos x="csX8701" y="csY8701"/>
              </a:cxn>
              <a:cxn ang="0">
                <a:pos x="csX8702" y="csY8702"/>
              </a:cxn>
              <a:cxn ang="0">
                <a:pos x="csX8703" y="csY8703"/>
              </a:cxn>
              <a:cxn ang="0">
                <a:pos x="csX8704" y="csY8704"/>
              </a:cxn>
              <a:cxn ang="0">
                <a:pos x="csX8705" y="csY8705"/>
              </a:cxn>
              <a:cxn ang="0">
                <a:pos x="csX8706" y="csY8706"/>
              </a:cxn>
              <a:cxn ang="0">
                <a:pos x="csX8707" y="csY8707"/>
              </a:cxn>
              <a:cxn ang="0">
                <a:pos x="csX8708" y="csY8708"/>
              </a:cxn>
              <a:cxn ang="0">
                <a:pos x="csX8709" y="csY8709"/>
              </a:cxn>
              <a:cxn ang="0">
                <a:pos x="csX8710" y="csY8710"/>
              </a:cxn>
              <a:cxn ang="0">
                <a:pos x="csX8711" y="csY8711"/>
              </a:cxn>
              <a:cxn ang="0">
                <a:pos x="csX8712" y="csY8712"/>
              </a:cxn>
              <a:cxn ang="0">
                <a:pos x="csX8713" y="csY8713"/>
              </a:cxn>
              <a:cxn ang="0">
                <a:pos x="csX8714" y="csY8714"/>
              </a:cxn>
              <a:cxn ang="0">
                <a:pos x="csX8715" y="csY8715"/>
              </a:cxn>
              <a:cxn ang="0">
                <a:pos x="csX8716" y="csY8716"/>
              </a:cxn>
              <a:cxn ang="0">
                <a:pos x="csX8717" y="csY8717"/>
              </a:cxn>
              <a:cxn ang="0">
                <a:pos x="csX8718" y="csY8718"/>
              </a:cxn>
              <a:cxn ang="0">
                <a:pos x="csX8719" y="csY8719"/>
              </a:cxn>
              <a:cxn ang="0">
                <a:pos x="csX8720" y="csY8720"/>
              </a:cxn>
              <a:cxn ang="0">
                <a:pos x="csX8721" y="csY8721"/>
              </a:cxn>
              <a:cxn ang="0">
                <a:pos x="csX8722" y="csY8722"/>
              </a:cxn>
              <a:cxn ang="0">
                <a:pos x="csX8723" y="csY8723"/>
              </a:cxn>
              <a:cxn ang="0">
                <a:pos x="csX8724" y="csY8724"/>
              </a:cxn>
              <a:cxn ang="0">
                <a:pos x="csX8725" y="csY8725"/>
              </a:cxn>
              <a:cxn ang="0">
                <a:pos x="csX8726" y="csY8726"/>
              </a:cxn>
              <a:cxn ang="0">
                <a:pos x="csX8727" y="csY8727"/>
              </a:cxn>
              <a:cxn ang="0">
                <a:pos x="csX8728" y="csY8728"/>
              </a:cxn>
              <a:cxn ang="0">
                <a:pos x="csX8729" y="csY8729"/>
              </a:cxn>
              <a:cxn ang="0">
                <a:pos x="csX8730" y="csY8730"/>
              </a:cxn>
              <a:cxn ang="0">
                <a:pos x="csX8731" y="csY8731"/>
              </a:cxn>
              <a:cxn ang="0">
                <a:pos x="csX8732" y="csY8732"/>
              </a:cxn>
              <a:cxn ang="0">
                <a:pos x="csX8733" y="csY8733"/>
              </a:cxn>
              <a:cxn ang="0">
                <a:pos x="csX8734" y="csY8734"/>
              </a:cxn>
              <a:cxn ang="0">
                <a:pos x="csX8735" y="csY8735"/>
              </a:cxn>
              <a:cxn ang="0">
                <a:pos x="csX8736" y="csY8736"/>
              </a:cxn>
              <a:cxn ang="0">
                <a:pos x="csX8737" y="csY8737"/>
              </a:cxn>
              <a:cxn ang="0">
                <a:pos x="csX8738" y="csY8738"/>
              </a:cxn>
              <a:cxn ang="0">
                <a:pos x="csX8739" y="csY8739"/>
              </a:cxn>
              <a:cxn ang="0">
                <a:pos x="csX8740" y="csY8740"/>
              </a:cxn>
              <a:cxn ang="0">
                <a:pos x="csX8741" y="csY8741"/>
              </a:cxn>
              <a:cxn ang="0">
                <a:pos x="csX8742" y="csY8742"/>
              </a:cxn>
              <a:cxn ang="0">
                <a:pos x="csX8743" y="csY8743"/>
              </a:cxn>
              <a:cxn ang="0">
                <a:pos x="csX8744" y="csY8744"/>
              </a:cxn>
              <a:cxn ang="0">
                <a:pos x="csX8745" y="csY8745"/>
              </a:cxn>
              <a:cxn ang="0">
                <a:pos x="csX8746" y="csY8746"/>
              </a:cxn>
              <a:cxn ang="0">
                <a:pos x="csX8747" y="csY8747"/>
              </a:cxn>
              <a:cxn ang="0">
                <a:pos x="csX8748" y="csY8748"/>
              </a:cxn>
              <a:cxn ang="0">
                <a:pos x="csX8749" y="csY8749"/>
              </a:cxn>
              <a:cxn ang="0">
                <a:pos x="csX8750" y="csY8750"/>
              </a:cxn>
              <a:cxn ang="0">
                <a:pos x="csX8751" y="csY8751"/>
              </a:cxn>
              <a:cxn ang="0">
                <a:pos x="csX8752" y="csY8752"/>
              </a:cxn>
              <a:cxn ang="0">
                <a:pos x="csX8753" y="csY8753"/>
              </a:cxn>
              <a:cxn ang="0">
                <a:pos x="csX8754" y="csY8754"/>
              </a:cxn>
              <a:cxn ang="0">
                <a:pos x="csX8755" y="csY8755"/>
              </a:cxn>
              <a:cxn ang="0">
                <a:pos x="csX8756" y="csY8756"/>
              </a:cxn>
              <a:cxn ang="0">
                <a:pos x="csX8757" y="csY8757"/>
              </a:cxn>
              <a:cxn ang="0">
                <a:pos x="csX8758" y="csY8758"/>
              </a:cxn>
              <a:cxn ang="0">
                <a:pos x="csX8759" y="csY8759"/>
              </a:cxn>
              <a:cxn ang="0">
                <a:pos x="csX8760" y="csY8760"/>
              </a:cxn>
              <a:cxn ang="0">
                <a:pos x="csX8761" y="csY8761"/>
              </a:cxn>
              <a:cxn ang="0">
                <a:pos x="csX8762" y="csY8762"/>
              </a:cxn>
              <a:cxn ang="0">
                <a:pos x="csX8763" y="csY8763"/>
              </a:cxn>
              <a:cxn ang="0">
                <a:pos x="csX8764" y="csY8764"/>
              </a:cxn>
              <a:cxn ang="0">
                <a:pos x="csX8765" y="csY8765"/>
              </a:cxn>
              <a:cxn ang="0">
                <a:pos x="csX8766" y="csY8766"/>
              </a:cxn>
              <a:cxn ang="0">
                <a:pos x="csX8767" y="csY8767"/>
              </a:cxn>
              <a:cxn ang="0">
                <a:pos x="csX8768" y="csY8768"/>
              </a:cxn>
              <a:cxn ang="0">
                <a:pos x="csX8769" y="csY8769"/>
              </a:cxn>
              <a:cxn ang="0">
                <a:pos x="csX8770" y="csY8770"/>
              </a:cxn>
              <a:cxn ang="0">
                <a:pos x="csX8771" y="csY8771"/>
              </a:cxn>
              <a:cxn ang="0">
                <a:pos x="csX8772" y="csY8772"/>
              </a:cxn>
              <a:cxn ang="0">
                <a:pos x="csX8773" y="csY8773"/>
              </a:cxn>
              <a:cxn ang="0">
                <a:pos x="csX8774" y="csY8774"/>
              </a:cxn>
              <a:cxn ang="0">
                <a:pos x="csX8775" y="csY8775"/>
              </a:cxn>
              <a:cxn ang="0">
                <a:pos x="csX8776" y="csY8776"/>
              </a:cxn>
              <a:cxn ang="0">
                <a:pos x="csX8777" y="csY8777"/>
              </a:cxn>
              <a:cxn ang="0">
                <a:pos x="csX8778" y="csY8778"/>
              </a:cxn>
              <a:cxn ang="0">
                <a:pos x="csX8779" y="csY8779"/>
              </a:cxn>
              <a:cxn ang="0">
                <a:pos x="csX8780" y="csY8780"/>
              </a:cxn>
              <a:cxn ang="0">
                <a:pos x="csX8781" y="csY8781"/>
              </a:cxn>
              <a:cxn ang="0">
                <a:pos x="csX8782" y="csY8782"/>
              </a:cxn>
              <a:cxn ang="0">
                <a:pos x="csX8783" y="csY8783"/>
              </a:cxn>
              <a:cxn ang="0">
                <a:pos x="csX8784" y="csY8784"/>
              </a:cxn>
              <a:cxn ang="0">
                <a:pos x="csX8785" y="csY8785"/>
              </a:cxn>
              <a:cxn ang="0">
                <a:pos x="csX8786" y="csY8786"/>
              </a:cxn>
              <a:cxn ang="0">
                <a:pos x="csX8787" y="csY8787"/>
              </a:cxn>
              <a:cxn ang="0">
                <a:pos x="csX8788" y="csY8788"/>
              </a:cxn>
              <a:cxn ang="0">
                <a:pos x="csX8789" y="csY8789"/>
              </a:cxn>
              <a:cxn ang="0">
                <a:pos x="csX8790" y="csY8790"/>
              </a:cxn>
              <a:cxn ang="0">
                <a:pos x="csX8791" y="csY8791"/>
              </a:cxn>
              <a:cxn ang="0">
                <a:pos x="csX8792" y="csY8792"/>
              </a:cxn>
              <a:cxn ang="0">
                <a:pos x="csX8793" y="csY8793"/>
              </a:cxn>
              <a:cxn ang="0">
                <a:pos x="csX8794" y="csY8794"/>
              </a:cxn>
              <a:cxn ang="0">
                <a:pos x="csX8795" y="csY8795"/>
              </a:cxn>
              <a:cxn ang="0">
                <a:pos x="csX8796" y="csY8796"/>
              </a:cxn>
              <a:cxn ang="0">
                <a:pos x="csX8797" y="csY8797"/>
              </a:cxn>
              <a:cxn ang="0">
                <a:pos x="csX8798" y="csY8798"/>
              </a:cxn>
              <a:cxn ang="0">
                <a:pos x="csX8799" y="csY8799"/>
              </a:cxn>
              <a:cxn ang="0">
                <a:pos x="csX8800" y="csY8800"/>
              </a:cxn>
              <a:cxn ang="0">
                <a:pos x="csX8801" y="csY8801"/>
              </a:cxn>
              <a:cxn ang="0">
                <a:pos x="csX8802" y="csY8802"/>
              </a:cxn>
              <a:cxn ang="0">
                <a:pos x="csX8803" y="csY8803"/>
              </a:cxn>
              <a:cxn ang="0">
                <a:pos x="csX8804" y="csY8804"/>
              </a:cxn>
              <a:cxn ang="0">
                <a:pos x="csX8805" y="csY8805"/>
              </a:cxn>
              <a:cxn ang="0">
                <a:pos x="csX8806" y="csY8806"/>
              </a:cxn>
              <a:cxn ang="0">
                <a:pos x="csX8807" y="csY8807"/>
              </a:cxn>
              <a:cxn ang="0">
                <a:pos x="csX8808" y="csY8808"/>
              </a:cxn>
              <a:cxn ang="0">
                <a:pos x="csX8809" y="csY8809"/>
              </a:cxn>
              <a:cxn ang="0">
                <a:pos x="csX8810" y="csY8810"/>
              </a:cxn>
              <a:cxn ang="0">
                <a:pos x="csX8811" y="csY8811"/>
              </a:cxn>
              <a:cxn ang="0">
                <a:pos x="csX8812" y="csY8812"/>
              </a:cxn>
              <a:cxn ang="0">
                <a:pos x="csX8813" y="csY8813"/>
              </a:cxn>
              <a:cxn ang="0">
                <a:pos x="csX8814" y="csY8814"/>
              </a:cxn>
              <a:cxn ang="0">
                <a:pos x="csX8815" y="csY8815"/>
              </a:cxn>
              <a:cxn ang="0">
                <a:pos x="csX8816" y="csY8816"/>
              </a:cxn>
              <a:cxn ang="0">
                <a:pos x="csX8817" y="csY8817"/>
              </a:cxn>
              <a:cxn ang="0">
                <a:pos x="csX8818" y="csY8818"/>
              </a:cxn>
              <a:cxn ang="0">
                <a:pos x="csX8819" y="csY8819"/>
              </a:cxn>
              <a:cxn ang="0">
                <a:pos x="csX8820" y="csY8820"/>
              </a:cxn>
              <a:cxn ang="0">
                <a:pos x="csX8821" y="csY8821"/>
              </a:cxn>
              <a:cxn ang="0">
                <a:pos x="csX8822" y="csY8822"/>
              </a:cxn>
              <a:cxn ang="0">
                <a:pos x="csX8823" y="csY8823"/>
              </a:cxn>
              <a:cxn ang="0">
                <a:pos x="csX8824" y="csY8824"/>
              </a:cxn>
              <a:cxn ang="0">
                <a:pos x="csX8825" y="csY8825"/>
              </a:cxn>
              <a:cxn ang="0">
                <a:pos x="csX8826" y="csY8826"/>
              </a:cxn>
              <a:cxn ang="0">
                <a:pos x="csX8827" y="csY8827"/>
              </a:cxn>
              <a:cxn ang="0">
                <a:pos x="csX8828" y="csY8828"/>
              </a:cxn>
              <a:cxn ang="0">
                <a:pos x="csX8829" y="csY8829"/>
              </a:cxn>
              <a:cxn ang="0">
                <a:pos x="csX8830" y="csY8830"/>
              </a:cxn>
              <a:cxn ang="0">
                <a:pos x="csX8831" y="csY8831"/>
              </a:cxn>
              <a:cxn ang="0">
                <a:pos x="csX8832" y="csY8832"/>
              </a:cxn>
              <a:cxn ang="0">
                <a:pos x="csX8833" y="csY8833"/>
              </a:cxn>
              <a:cxn ang="0">
                <a:pos x="csX8834" y="csY8834"/>
              </a:cxn>
              <a:cxn ang="0">
                <a:pos x="csX8835" y="csY8835"/>
              </a:cxn>
              <a:cxn ang="0">
                <a:pos x="csX8836" y="csY8836"/>
              </a:cxn>
              <a:cxn ang="0">
                <a:pos x="csX8837" y="csY8837"/>
              </a:cxn>
              <a:cxn ang="0">
                <a:pos x="csX8838" y="csY8838"/>
              </a:cxn>
              <a:cxn ang="0">
                <a:pos x="csX8839" y="csY8839"/>
              </a:cxn>
              <a:cxn ang="0">
                <a:pos x="csX8840" y="csY8840"/>
              </a:cxn>
              <a:cxn ang="0">
                <a:pos x="csX8841" y="csY8841"/>
              </a:cxn>
              <a:cxn ang="0">
                <a:pos x="csX8842" y="csY8842"/>
              </a:cxn>
              <a:cxn ang="0">
                <a:pos x="csX8843" y="csY8843"/>
              </a:cxn>
              <a:cxn ang="0">
                <a:pos x="csX8844" y="csY8844"/>
              </a:cxn>
              <a:cxn ang="0">
                <a:pos x="csX8845" y="csY8845"/>
              </a:cxn>
              <a:cxn ang="0">
                <a:pos x="csX8846" y="csY8846"/>
              </a:cxn>
              <a:cxn ang="0">
                <a:pos x="csX8847" y="csY8847"/>
              </a:cxn>
              <a:cxn ang="0">
                <a:pos x="csX8848" y="csY8848"/>
              </a:cxn>
              <a:cxn ang="0">
                <a:pos x="csX8849" y="csY8849"/>
              </a:cxn>
              <a:cxn ang="0">
                <a:pos x="csX8850" y="csY8850"/>
              </a:cxn>
              <a:cxn ang="0">
                <a:pos x="csX8851" y="csY8851"/>
              </a:cxn>
              <a:cxn ang="0">
                <a:pos x="csX8852" y="csY8852"/>
              </a:cxn>
              <a:cxn ang="0">
                <a:pos x="csX8853" y="csY8853"/>
              </a:cxn>
              <a:cxn ang="0">
                <a:pos x="csX8854" y="csY8854"/>
              </a:cxn>
              <a:cxn ang="0">
                <a:pos x="csX8855" y="csY8855"/>
              </a:cxn>
              <a:cxn ang="0">
                <a:pos x="csX8856" y="csY8856"/>
              </a:cxn>
              <a:cxn ang="0">
                <a:pos x="csX8857" y="csY8857"/>
              </a:cxn>
              <a:cxn ang="0">
                <a:pos x="csX8858" y="csY8858"/>
              </a:cxn>
              <a:cxn ang="0">
                <a:pos x="csX8859" y="csY8859"/>
              </a:cxn>
              <a:cxn ang="0">
                <a:pos x="csX8860" y="csY8860"/>
              </a:cxn>
              <a:cxn ang="0">
                <a:pos x="csX8861" y="csY8861"/>
              </a:cxn>
              <a:cxn ang="0">
                <a:pos x="csX8862" y="csY8862"/>
              </a:cxn>
              <a:cxn ang="0">
                <a:pos x="csX8863" y="csY8863"/>
              </a:cxn>
              <a:cxn ang="0">
                <a:pos x="csX8864" y="csY8864"/>
              </a:cxn>
              <a:cxn ang="0">
                <a:pos x="csX8865" y="csY8865"/>
              </a:cxn>
              <a:cxn ang="0">
                <a:pos x="csX8866" y="csY8866"/>
              </a:cxn>
              <a:cxn ang="0">
                <a:pos x="csX8867" y="csY8867"/>
              </a:cxn>
              <a:cxn ang="0">
                <a:pos x="csX8868" y="csY8868"/>
              </a:cxn>
              <a:cxn ang="0">
                <a:pos x="csX8869" y="csY8869"/>
              </a:cxn>
              <a:cxn ang="0">
                <a:pos x="csX8870" y="csY8870"/>
              </a:cxn>
              <a:cxn ang="0">
                <a:pos x="csX8871" y="csY8871"/>
              </a:cxn>
              <a:cxn ang="0">
                <a:pos x="csX8872" y="csY8872"/>
              </a:cxn>
              <a:cxn ang="0">
                <a:pos x="csX8873" y="csY8873"/>
              </a:cxn>
              <a:cxn ang="0">
                <a:pos x="csX8874" y="csY8874"/>
              </a:cxn>
              <a:cxn ang="0">
                <a:pos x="csX8875" y="csY8875"/>
              </a:cxn>
              <a:cxn ang="0">
                <a:pos x="csX8876" y="csY8876"/>
              </a:cxn>
              <a:cxn ang="0">
                <a:pos x="csX8877" y="csY8877"/>
              </a:cxn>
              <a:cxn ang="0">
                <a:pos x="csX8878" y="csY8878"/>
              </a:cxn>
              <a:cxn ang="0">
                <a:pos x="csX8879" y="csY8879"/>
              </a:cxn>
              <a:cxn ang="0">
                <a:pos x="csX8880" y="csY8880"/>
              </a:cxn>
              <a:cxn ang="0">
                <a:pos x="csX8881" y="csY8881"/>
              </a:cxn>
              <a:cxn ang="0">
                <a:pos x="csX8882" y="csY8882"/>
              </a:cxn>
              <a:cxn ang="0">
                <a:pos x="csX8883" y="csY8883"/>
              </a:cxn>
              <a:cxn ang="0">
                <a:pos x="csX8884" y="csY8884"/>
              </a:cxn>
              <a:cxn ang="0">
                <a:pos x="csX8885" y="csY8885"/>
              </a:cxn>
              <a:cxn ang="0">
                <a:pos x="csX8886" y="csY8886"/>
              </a:cxn>
              <a:cxn ang="0">
                <a:pos x="csX8887" y="csY8887"/>
              </a:cxn>
              <a:cxn ang="0">
                <a:pos x="csX8888" y="csY8888"/>
              </a:cxn>
              <a:cxn ang="0">
                <a:pos x="csX8889" y="csY8889"/>
              </a:cxn>
              <a:cxn ang="0">
                <a:pos x="csX8890" y="csY8890"/>
              </a:cxn>
              <a:cxn ang="0">
                <a:pos x="csX8891" y="csY8891"/>
              </a:cxn>
              <a:cxn ang="0">
                <a:pos x="csX8892" y="csY8892"/>
              </a:cxn>
              <a:cxn ang="0">
                <a:pos x="csX8893" y="csY8893"/>
              </a:cxn>
              <a:cxn ang="0">
                <a:pos x="csX8894" y="csY8894"/>
              </a:cxn>
              <a:cxn ang="0">
                <a:pos x="csX8895" y="csY8895"/>
              </a:cxn>
              <a:cxn ang="0">
                <a:pos x="csX8896" y="csY8896"/>
              </a:cxn>
              <a:cxn ang="0">
                <a:pos x="csX8897" y="csY8897"/>
              </a:cxn>
              <a:cxn ang="0">
                <a:pos x="csX8898" y="csY8898"/>
              </a:cxn>
              <a:cxn ang="0">
                <a:pos x="csX8899" y="csY8899"/>
              </a:cxn>
              <a:cxn ang="0">
                <a:pos x="csX8900" y="csY8900"/>
              </a:cxn>
              <a:cxn ang="0">
                <a:pos x="csX8901" y="csY8901"/>
              </a:cxn>
              <a:cxn ang="0">
                <a:pos x="csX8902" y="csY8902"/>
              </a:cxn>
              <a:cxn ang="0">
                <a:pos x="csX8903" y="csY8903"/>
              </a:cxn>
              <a:cxn ang="0">
                <a:pos x="csX8904" y="csY8904"/>
              </a:cxn>
              <a:cxn ang="0">
                <a:pos x="csX8905" y="csY8905"/>
              </a:cxn>
              <a:cxn ang="0">
                <a:pos x="csX8906" y="csY8906"/>
              </a:cxn>
              <a:cxn ang="0">
                <a:pos x="csX8907" y="csY8907"/>
              </a:cxn>
              <a:cxn ang="0">
                <a:pos x="csX8908" y="csY8908"/>
              </a:cxn>
              <a:cxn ang="0">
                <a:pos x="csX8909" y="csY8909"/>
              </a:cxn>
              <a:cxn ang="0">
                <a:pos x="csX8910" y="csY8910"/>
              </a:cxn>
              <a:cxn ang="0">
                <a:pos x="csX8911" y="csY8911"/>
              </a:cxn>
              <a:cxn ang="0">
                <a:pos x="csX8912" y="csY8912"/>
              </a:cxn>
              <a:cxn ang="0">
                <a:pos x="csX8913" y="csY8913"/>
              </a:cxn>
              <a:cxn ang="0">
                <a:pos x="csX8914" y="csY8914"/>
              </a:cxn>
              <a:cxn ang="0">
                <a:pos x="csX8915" y="csY8915"/>
              </a:cxn>
              <a:cxn ang="0">
                <a:pos x="csX8916" y="csY8916"/>
              </a:cxn>
              <a:cxn ang="0">
                <a:pos x="csX8917" y="csY8917"/>
              </a:cxn>
              <a:cxn ang="0">
                <a:pos x="csX8918" y="csY8918"/>
              </a:cxn>
              <a:cxn ang="0">
                <a:pos x="csX8919" y="csY8919"/>
              </a:cxn>
              <a:cxn ang="0">
                <a:pos x="csX8920" y="csY8920"/>
              </a:cxn>
              <a:cxn ang="0">
                <a:pos x="csX8921" y="csY8921"/>
              </a:cxn>
              <a:cxn ang="0">
                <a:pos x="csX8922" y="csY8922"/>
              </a:cxn>
              <a:cxn ang="0">
                <a:pos x="csX8923" y="csY8923"/>
              </a:cxn>
              <a:cxn ang="0">
                <a:pos x="csX8924" y="csY8924"/>
              </a:cxn>
              <a:cxn ang="0">
                <a:pos x="csX8925" y="csY8925"/>
              </a:cxn>
              <a:cxn ang="0">
                <a:pos x="csX8926" y="csY8926"/>
              </a:cxn>
              <a:cxn ang="0">
                <a:pos x="csX8927" y="csY8927"/>
              </a:cxn>
              <a:cxn ang="0">
                <a:pos x="csX8928" y="csY8928"/>
              </a:cxn>
              <a:cxn ang="0">
                <a:pos x="csX8929" y="csY8929"/>
              </a:cxn>
              <a:cxn ang="0">
                <a:pos x="csX8930" y="csY8930"/>
              </a:cxn>
              <a:cxn ang="0">
                <a:pos x="csX8931" y="csY8931"/>
              </a:cxn>
              <a:cxn ang="0">
                <a:pos x="csX8932" y="csY8932"/>
              </a:cxn>
              <a:cxn ang="0">
                <a:pos x="csX8933" y="csY8933"/>
              </a:cxn>
              <a:cxn ang="0">
                <a:pos x="csX8934" y="csY8934"/>
              </a:cxn>
              <a:cxn ang="0">
                <a:pos x="csX8935" y="csY8935"/>
              </a:cxn>
              <a:cxn ang="0">
                <a:pos x="csX8936" y="csY8936"/>
              </a:cxn>
              <a:cxn ang="0">
                <a:pos x="csX8937" y="csY8937"/>
              </a:cxn>
              <a:cxn ang="0">
                <a:pos x="csX8938" y="csY8938"/>
              </a:cxn>
              <a:cxn ang="0">
                <a:pos x="csX8939" y="csY8939"/>
              </a:cxn>
              <a:cxn ang="0">
                <a:pos x="csX8940" y="csY8940"/>
              </a:cxn>
              <a:cxn ang="0">
                <a:pos x="csX8941" y="csY8941"/>
              </a:cxn>
              <a:cxn ang="0">
                <a:pos x="csX8942" y="csY8942"/>
              </a:cxn>
              <a:cxn ang="0">
                <a:pos x="csX8943" y="csY8943"/>
              </a:cxn>
              <a:cxn ang="0">
                <a:pos x="csX8944" y="csY8944"/>
              </a:cxn>
              <a:cxn ang="0">
                <a:pos x="csX8945" y="csY8945"/>
              </a:cxn>
              <a:cxn ang="0">
                <a:pos x="csX8946" y="csY8946"/>
              </a:cxn>
              <a:cxn ang="0">
                <a:pos x="csX8947" y="csY8947"/>
              </a:cxn>
              <a:cxn ang="0">
                <a:pos x="csX8948" y="csY8948"/>
              </a:cxn>
              <a:cxn ang="0">
                <a:pos x="csX8949" y="csY8949"/>
              </a:cxn>
              <a:cxn ang="0">
                <a:pos x="csX8950" y="csY8950"/>
              </a:cxn>
              <a:cxn ang="0">
                <a:pos x="csX8951" y="csY8951"/>
              </a:cxn>
              <a:cxn ang="0">
                <a:pos x="csX8952" y="csY8952"/>
              </a:cxn>
              <a:cxn ang="0">
                <a:pos x="csX8953" y="csY8953"/>
              </a:cxn>
              <a:cxn ang="0">
                <a:pos x="csX8954" y="csY8954"/>
              </a:cxn>
              <a:cxn ang="0">
                <a:pos x="csX8955" y="csY8955"/>
              </a:cxn>
              <a:cxn ang="0">
                <a:pos x="csX8956" y="csY8956"/>
              </a:cxn>
              <a:cxn ang="0">
                <a:pos x="csX8957" y="csY8957"/>
              </a:cxn>
              <a:cxn ang="0">
                <a:pos x="csX8958" y="csY8958"/>
              </a:cxn>
              <a:cxn ang="0">
                <a:pos x="csX8959" y="csY8959"/>
              </a:cxn>
              <a:cxn ang="0">
                <a:pos x="csX8960" y="csY8960"/>
              </a:cxn>
              <a:cxn ang="0">
                <a:pos x="csX8961" y="csY8961"/>
              </a:cxn>
              <a:cxn ang="0">
                <a:pos x="csX8962" y="csY8962"/>
              </a:cxn>
              <a:cxn ang="0">
                <a:pos x="csX8963" y="csY8963"/>
              </a:cxn>
              <a:cxn ang="0">
                <a:pos x="csX8964" y="csY8964"/>
              </a:cxn>
              <a:cxn ang="0">
                <a:pos x="csX8965" y="csY8965"/>
              </a:cxn>
              <a:cxn ang="0">
                <a:pos x="csX8966" y="csY8966"/>
              </a:cxn>
              <a:cxn ang="0">
                <a:pos x="csX8967" y="csY8967"/>
              </a:cxn>
              <a:cxn ang="0">
                <a:pos x="csX8968" y="csY8968"/>
              </a:cxn>
              <a:cxn ang="0">
                <a:pos x="csX8969" y="csY8969"/>
              </a:cxn>
              <a:cxn ang="0">
                <a:pos x="csX8970" y="csY8970"/>
              </a:cxn>
              <a:cxn ang="0">
                <a:pos x="csX8971" y="csY8971"/>
              </a:cxn>
              <a:cxn ang="0">
                <a:pos x="csX8972" y="csY8972"/>
              </a:cxn>
              <a:cxn ang="0">
                <a:pos x="csX8973" y="csY8973"/>
              </a:cxn>
              <a:cxn ang="0">
                <a:pos x="csX8974" y="csY8974"/>
              </a:cxn>
              <a:cxn ang="0">
                <a:pos x="csX8975" y="csY8975"/>
              </a:cxn>
              <a:cxn ang="0">
                <a:pos x="csX8976" y="csY8976"/>
              </a:cxn>
              <a:cxn ang="0">
                <a:pos x="csX8977" y="csY8977"/>
              </a:cxn>
              <a:cxn ang="0">
                <a:pos x="csX8978" y="csY8978"/>
              </a:cxn>
              <a:cxn ang="0">
                <a:pos x="csX8979" y="csY8979"/>
              </a:cxn>
              <a:cxn ang="0">
                <a:pos x="csX8980" y="csY8980"/>
              </a:cxn>
              <a:cxn ang="0">
                <a:pos x="csX8981" y="csY8981"/>
              </a:cxn>
              <a:cxn ang="0">
                <a:pos x="csX8982" y="csY8982"/>
              </a:cxn>
              <a:cxn ang="0">
                <a:pos x="csX8983" y="csY8983"/>
              </a:cxn>
              <a:cxn ang="0">
                <a:pos x="csX8984" y="csY8984"/>
              </a:cxn>
              <a:cxn ang="0">
                <a:pos x="csX8985" y="csY8985"/>
              </a:cxn>
              <a:cxn ang="0">
                <a:pos x="csX8986" y="csY8986"/>
              </a:cxn>
              <a:cxn ang="0">
                <a:pos x="csX8987" y="csY8987"/>
              </a:cxn>
              <a:cxn ang="0">
                <a:pos x="csX8988" y="csY8988"/>
              </a:cxn>
              <a:cxn ang="0">
                <a:pos x="csX8989" y="csY8989"/>
              </a:cxn>
              <a:cxn ang="0">
                <a:pos x="csX8990" y="csY8990"/>
              </a:cxn>
              <a:cxn ang="0">
                <a:pos x="csX8991" y="csY8991"/>
              </a:cxn>
              <a:cxn ang="0">
                <a:pos x="csX8992" y="csY8992"/>
              </a:cxn>
              <a:cxn ang="0">
                <a:pos x="csX8993" y="csY8993"/>
              </a:cxn>
              <a:cxn ang="0">
                <a:pos x="csX8994" y="csY8994"/>
              </a:cxn>
              <a:cxn ang="0">
                <a:pos x="csX8995" y="csY8995"/>
              </a:cxn>
              <a:cxn ang="0">
                <a:pos x="csX8996" y="csY8996"/>
              </a:cxn>
              <a:cxn ang="0">
                <a:pos x="csX8997" y="csY8997"/>
              </a:cxn>
              <a:cxn ang="0">
                <a:pos x="csX8998" y="csY8998"/>
              </a:cxn>
              <a:cxn ang="0">
                <a:pos x="csX8999" y="csY8999"/>
              </a:cxn>
              <a:cxn ang="0">
                <a:pos x="csX9000" y="csY9000"/>
              </a:cxn>
              <a:cxn ang="0">
                <a:pos x="csX9001" y="csY9001"/>
              </a:cxn>
              <a:cxn ang="0">
                <a:pos x="csX9002" y="csY9002"/>
              </a:cxn>
              <a:cxn ang="0">
                <a:pos x="csX9003" y="csY9003"/>
              </a:cxn>
              <a:cxn ang="0">
                <a:pos x="csX9004" y="csY9004"/>
              </a:cxn>
              <a:cxn ang="0">
                <a:pos x="csX9005" y="csY9005"/>
              </a:cxn>
              <a:cxn ang="0">
                <a:pos x="csX9006" y="csY9006"/>
              </a:cxn>
              <a:cxn ang="0">
                <a:pos x="csX9007" y="csY9007"/>
              </a:cxn>
              <a:cxn ang="0">
                <a:pos x="csX9008" y="csY9008"/>
              </a:cxn>
              <a:cxn ang="0">
                <a:pos x="csX9009" y="csY9009"/>
              </a:cxn>
              <a:cxn ang="0">
                <a:pos x="csX9010" y="csY9010"/>
              </a:cxn>
              <a:cxn ang="0">
                <a:pos x="csX9011" y="csY9011"/>
              </a:cxn>
              <a:cxn ang="0">
                <a:pos x="csX9012" y="csY9012"/>
              </a:cxn>
              <a:cxn ang="0">
                <a:pos x="csX9013" y="csY9013"/>
              </a:cxn>
              <a:cxn ang="0">
                <a:pos x="csX9014" y="csY9014"/>
              </a:cxn>
              <a:cxn ang="0">
                <a:pos x="csX9015" y="csY9015"/>
              </a:cxn>
              <a:cxn ang="0">
                <a:pos x="csX9016" y="csY9016"/>
              </a:cxn>
              <a:cxn ang="0">
                <a:pos x="csX9017" y="csY9017"/>
              </a:cxn>
              <a:cxn ang="0">
                <a:pos x="csX9018" y="csY9018"/>
              </a:cxn>
              <a:cxn ang="0">
                <a:pos x="csX9019" y="csY9019"/>
              </a:cxn>
              <a:cxn ang="0">
                <a:pos x="csX9020" y="csY9020"/>
              </a:cxn>
              <a:cxn ang="0">
                <a:pos x="csX9021" y="csY9021"/>
              </a:cxn>
              <a:cxn ang="0">
                <a:pos x="csX9022" y="csY9022"/>
              </a:cxn>
              <a:cxn ang="0">
                <a:pos x="csX9023" y="csY9023"/>
              </a:cxn>
              <a:cxn ang="0">
                <a:pos x="csX9024" y="csY9024"/>
              </a:cxn>
              <a:cxn ang="0">
                <a:pos x="csX9025" y="csY9025"/>
              </a:cxn>
              <a:cxn ang="0">
                <a:pos x="csX9026" y="csY9026"/>
              </a:cxn>
              <a:cxn ang="0">
                <a:pos x="csX9027" y="csY9027"/>
              </a:cxn>
              <a:cxn ang="0">
                <a:pos x="csX9028" y="csY9028"/>
              </a:cxn>
              <a:cxn ang="0">
                <a:pos x="csX9029" y="csY9029"/>
              </a:cxn>
              <a:cxn ang="0">
                <a:pos x="csX9030" y="csY9030"/>
              </a:cxn>
              <a:cxn ang="0">
                <a:pos x="csX9031" y="csY9031"/>
              </a:cxn>
              <a:cxn ang="0">
                <a:pos x="csX9032" y="csY9032"/>
              </a:cxn>
              <a:cxn ang="0">
                <a:pos x="csX9033" y="csY9033"/>
              </a:cxn>
              <a:cxn ang="0">
                <a:pos x="csX9034" y="csY9034"/>
              </a:cxn>
              <a:cxn ang="0">
                <a:pos x="csX9035" y="csY9035"/>
              </a:cxn>
              <a:cxn ang="0">
                <a:pos x="csX9036" y="csY9036"/>
              </a:cxn>
              <a:cxn ang="0">
                <a:pos x="csX9037" y="csY9037"/>
              </a:cxn>
              <a:cxn ang="0">
                <a:pos x="csX9038" y="csY9038"/>
              </a:cxn>
              <a:cxn ang="0">
                <a:pos x="csX9039" y="csY9039"/>
              </a:cxn>
              <a:cxn ang="0">
                <a:pos x="csX9040" y="csY9040"/>
              </a:cxn>
              <a:cxn ang="0">
                <a:pos x="csX9041" y="csY9041"/>
              </a:cxn>
              <a:cxn ang="0">
                <a:pos x="csX9042" y="csY9042"/>
              </a:cxn>
              <a:cxn ang="0">
                <a:pos x="csX9043" y="csY9043"/>
              </a:cxn>
              <a:cxn ang="0">
                <a:pos x="csX9044" y="csY9044"/>
              </a:cxn>
              <a:cxn ang="0">
                <a:pos x="csX9045" y="csY9045"/>
              </a:cxn>
              <a:cxn ang="0">
                <a:pos x="csX9046" y="csY9046"/>
              </a:cxn>
              <a:cxn ang="0">
                <a:pos x="csX9047" y="csY9047"/>
              </a:cxn>
              <a:cxn ang="0">
                <a:pos x="csX9048" y="csY9048"/>
              </a:cxn>
              <a:cxn ang="0">
                <a:pos x="csX9049" y="csY9049"/>
              </a:cxn>
              <a:cxn ang="0">
                <a:pos x="csX9050" y="csY9050"/>
              </a:cxn>
              <a:cxn ang="0">
                <a:pos x="csX9051" y="csY9051"/>
              </a:cxn>
              <a:cxn ang="0">
                <a:pos x="csX9052" y="csY9052"/>
              </a:cxn>
              <a:cxn ang="0">
                <a:pos x="csX9053" y="csY9053"/>
              </a:cxn>
              <a:cxn ang="0">
                <a:pos x="csX9054" y="csY9054"/>
              </a:cxn>
              <a:cxn ang="0">
                <a:pos x="csX9055" y="csY9055"/>
              </a:cxn>
              <a:cxn ang="0">
                <a:pos x="csX9056" y="csY9056"/>
              </a:cxn>
              <a:cxn ang="0">
                <a:pos x="csX9057" y="csY9057"/>
              </a:cxn>
              <a:cxn ang="0">
                <a:pos x="csX9058" y="csY9058"/>
              </a:cxn>
              <a:cxn ang="0">
                <a:pos x="csX9059" y="csY9059"/>
              </a:cxn>
              <a:cxn ang="0">
                <a:pos x="csX9060" y="csY9060"/>
              </a:cxn>
              <a:cxn ang="0">
                <a:pos x="csX9061" y="csY9061"/>
              </a:cxn>
              <a:cxn ang="0">
                <a:pos x="csX9062" y="csY9062"/>
              </a:cxn>
              <a:cxn ang="0">
                <a:pos x="csX9063" y="csY9063"/>
              </a:cxn>
              <a:cxn ang="0">
                <a:pos x="csX9064" y="csY9064"/>
              </a:cxn>
              <a:cxn ang="0">
                <a:pos x="csX9065" y="csY9065"/>
              </a:cxn>
              <a:cxn ang="0">
                <a:pos x="csX9066" y="csY9066"/>
              </a:cxn>
              <a:cxn ang="0">
                <a:pos x="csX9067" y="csY9067"/>
              </a:cxn>
              <a:cxn ang="0">
                <a:pos x="csX9068" y="csY9068"/>
              </a:cxn>
              <a:cxn ang="0">
                <a:pos x="csX9069" y="csY9069"/>
              </a:cxn>
              <a:cxn ang="0">
                <a:pos x="csX9070" y="csY9070"/>
              </a:cxn>
              <a:cxn ang="0">
                <a:pos x="csX9071" y="csY9071"/>
              </a:cxn>
              <a:cxn ang="0">
                <a:pos x="csX9072" y="csY9072"/>
              </a:cxn>
              <a:cxn ang="0">
                <a:pos x="csX9073" y="csY9073"/>
              </a:cxn>
              <a:cxn ang="0">
                <a:pos x="csX9074" y="csY9074"/>
              </a:cxn>
              <a:cxn ang="0">
                <a:pos x="csX9075" y="csY9075"/>
              </a:cxn>
              <a:cxn ang="0">
                <a:pos x="csX9076" y="csY9076"/>
              </a:cxn>
              <a:cxn ang="0">
                <a:pos x="csX9077" y="csY9077"/>
              </a:cxn>
              <a:cxn ang="0">
                <a:pos x="csX9078" y="csY9078"/>
              </a:cxn>
              <a:cxn ang="0">
                <a:pos x="csX9079" y="csY9079"/>
              </a:cxn>
              <a:cxn ang="0">
                <a:pos x="csX9080" y="csY9080"/>
              </a:cxn>
              <a:cxn ang="0">
                <a:pos x="csX9081" y="csY9081"/>
              </a:cxn>
              <a:cxn ang="0">
                <a:pos x="csX9082" y="csY9082"/>
              </a:cxn>
              <a:cxn ang="0">
                <a:pos x="csX9083" y="csY9083"/>
              </a:cxn>
              <a:cxn ang="0">
                <a:pos x="csX9084" y="csY9084"/>
              </a:cxn>
              <a:cxn ang="0">
                <a:pos x="csX9085" y="csY9085"/>
              </a:cxn>
              <a:cxn ang="0">
                <a:pos x="csX9086" y="csY9086"/>
              </a:cxn>
              <a:cxn ang="0">
                <a:pos x="csX9087" y="csY9087"/>
              </a:cxn>
              <a:cxn ang="0">
                <a:pos x="csX9088" y="csY9088"/>
              </a:cxn>
              <a:cxn ang="0">
                <a:pos x="csX9089" y="csY9089"/>
              </a:cxn>
              <a:cxn ang="0">
                <a:pos x="csX9090" y="csY9090"/>
              </a:cxn>
              <a:cxn ang="0">
                <a:pos x="csX9091" y="csY9091"/>
              </a:cxn>
              <a:cxn ang="0">
                <a:pos x="csX9092" y="csY9092"/>
              </a:cxn>
              <a:cxn ang="0">
                <a:pos x="csX9093" y="csY9093"/>
              </a:cxn>
              <a:cxn ang="0">
                <a:pos x="csX9094" y="csY9094"/>
              </a:cxn>
              <a:cxn ang="0">
                <a:pos x="csX9095" y="csY9095"/>
              </a:cxn>
              <a:cxn ang="0">
                <a:pos x="csX9096" y="csY9096"/>
              </a:cxn>
              <a:cxn ang="0">
                <a:pos x="csX9097" y="csY9097"/>
              </a:cxn>
              <a:cxn ang="0">
                <a:pos x="csX9098" y="csY9098"/>
              </a:cxn>
              <a:cxn ang="0">
                <a:pos x="csX9099" y="csY9099"/>
              </a:cxn>
              <a:cxn ang="0">
                <a:pos x="csX9100" y="csY9100"/>
              </a:cxn>
              <a:cxn ang="0">
                <a:pos x="csX9101" y="csY9101"/>
              </a:cxn>
              <a:cxn ang="0">
                <a:pos x="csX9102" y="csY9102"/>
              </a:cxn>
              <a:cxn ang="0">
                <a:pos x="csX9103" y="csY9103"/>
              </a:cxn>
              <a:cxn ang="0">
                <a:pos x="csX9104" y="csY9104"/>
              </a:cxn>
              <a:cxn ang="0">
                <a:pos x="csX9105" y="csY9105"/>
              </a:cxn>
              <a:cxn ang="0">
                <a:pos x="csX9106" y="csY9106"/>
              </a:cxn>
              <a:cxn ang="0">
                <a:pos x="csX9107" y="csY9107"/>
              </a:cxn>
              <a:cxn ang="0">
                <a:pos x="csX9108" y="csY9108"/>
              </a:cxn>
              <a:cxn ang="0">
                <a:pos x="csX9109" y="csY9109"/>
              </a:cxn>
              <a:cxn ang="0">
                <a:pos x="csX9110" y="csY9110"/>
              </a:cxn>
              <a:cxn ang="0">
                <a:pos x="csX9111" y="csY9111"/>
              </a:cxn>
              <a:cxn ang="0">
                <a:pos x="csX9112" y="csY9112"/>
              </a:cxn>
              <a:cxn ang="0">
                <a:pos x="csX9113" y="csY9113"/>
              </a:cxn>
              <a:cxn ang="0">
                <a:pos x="csX9114" y="csY9114"/>
              </a:cxn>
              <a:cxn ang="0">
                <a:pos x="csX9115" y="csY9115"/>
              </a:cxn>
              <a:cxn ang="0">
                <a:pos x="csX9116" y="csY9116"/>
              </a:cxn>
              <a:cxn ang="0">
                <a:pos x="csX9117" y="csY9117"/>
              </a:cxn>
              <a:cxn ang="0">
                <a:pos x="csX9118" y="csY9118"/>
              </a:cxn>
              <a:cxn ang="0">
                <a:pos x="csX9119" y="csY9119"/>
              </a:cxn>
              <a:cxn ang="0">
                <a:pos x="csX9120" y="csY9120"/>
              </a:cxn>
              <a:cxn ang="0">
                <a:pos x="csX9121" y="csY9121"/>
              </a:cxn>
              <a:cxn ang="0">
                <a:pos x="csX9122" y="csY9122"/>
              </a:cxn>
              <a:cxn ang="0">
                <a:pos x="csX9123" y="csY9123"/>
              </a:cxn>
              <a:cxn ang="0">
                <a:pos x="csX9124" y="csY9124"/>
              </a:cxn>
              <a:cxn ang="0">
                <a:pos x="csX9125" y="csY9125"/>
              </a:cxn>
              <a:cxn ang="0">
                <a:pos x="csX9126" y="csY9126"/>
              </a:cxn>
              <a:cxn ang="0">
                <a:pos x="csX9127" y="csY9127"/>
              </a:cxn>
              <a:cxn ang="0">
                <a:pos x="csX9128" y="csY9128"/>
              </a:cxn>
              <a:cxn ang="0">
                <a:pos x="csX9129" y="csY9129"/>
              </a:cxn>
              <a:cxn ang="0">
                <a:pos x="csX9130" y="csY9130"/>
              </a:cxn>
              <a:cxn ang="0">
                <a:pos x="csX9131" y="csY9131"/>
              </a:cxn>
              <a:cxn ang="0">
                <a:pos x="csX9132" y="csY9132"/>
              </a:cxn>
              <a:cxn ang="0">
                <a:pos x="csX9133" y="csY9133"/>
              </a:cxn>
              <a:cxn ang="0">
                <a:pos x="csX9134" y="csY9134"/>
              </a:cxn>
              <a:cxn ang="0">
                <a:pos x="csX9135" y="csY9135"/>
              </a:cxn>
              <a:cxn ang="0">
                <a:pos x="csX9136" y="csY9136"/>
              </a:cxn>
              <a:cxn ang="0">
                <a:pos x="csX9137" y="csY9137"/>
              </a:cxn>
              <a:cxn ang="0">
                <a:pos x="csX9138" y="csY9138"/>
              </a:cxn>
              <a:cxn ang="0">
                <a:pos x="csX9139" y="csY9139"/>
              </a:cxn>
              <a:cxn ang="0">
                <a:pos x="csX9140" y="csY9140"/>
              </a:cxn>
              <a:cxn ang="0">
                <a:pos x="csX9141" y="csY9141"/>
              </a:cxn>
              <a:cxn ang="0">
                <a:pos x="csX9142" y="csY9142"/>
              </a:cxn>
              <a:cxn ang="0">
                <a:pos x="csX9143" y="csY9143"/>
              </a:cxn>
              <a:cxn ang="0">
                <a:pos x="csX9144" y="csY9144"/>
              </a:cxn>
              <a:cxn ang="0">
                <a:pos x="csX9145" y="csY9145"/>
              </a:cxn>
              <a:cxn ang="0">
                <a:pos x="csX9146" y="csY9146"/>
              </a:cxn>
              <a:cxn ang="0">
                <a:pos x="csX9147" y="csY9147"/>
              </a:cxn>
              <a:cxn ang="0">
                <a:pos x="csX9148" y="csY9148"/>
              </a:cxn>
              <a:cxn ang="0">
                <a:pos x="csX9149" y="csY9149"/>
              </a:cxn>
              <a:cxn ang="0">
                <a:pos x="csX9150" y="csY9150"/>
              </a:cxn>
              <a:cxn ang="0">
                <a:pos x="csX9151" y="csY9151"/>
              </a:cxn>
              <a:cxn ang="0">
                <a:pos x="csX9152" y="csY9152"/>
              </a:cxn>
              <a:cxn ang="0">
                <a:pos x="csX9153" y="csY9153"/>
              </a:cxn>
              <a:cxn ang="0">
                <a:pos x="csX9154" y="csY9154"/>
              </a:cxn>
              <a:cxn ang="0">
                <a:pos x="csX9155" y="csY9155"/>
              </a:cxn>
              <a:cxn ang="0">
                <a:pos x="csX9156" y="csY9156"/>
              </a:cxn>
              <a:cxn ang="0">
                <a:pos x="csX9157" y="csY9157"/>
              </a:cxn>
              <a:cxn ang="0">
                <a:pos x="csX9158" y="csY9158"/>
              </a:cxn>
              <a:cxn ang="0">
                <a:pos x="csX9159" y="csY9159"/>
              </a:cxn>
              <a:cxn ang="0">
                <a:pos x="csX9160" y="csY9160"/>
              </a:cxn>
              <a:cxn ang="0">
                <a:pos x="csX9161" y="csY9161"/>
              </a:cxn>
              <a:cxn ang="0">
                <a:pos x="csX9162" y="csY9162"/>
              </a:cxn>
              <a:cxn ang="0">
                <a:pos x="csX9163" y="csY9163"/>
              </a:cxn>
              <a:cxn ang="0">
                <a:pos x="csX9164" y="csY9164"/>
              </a:cxn>
              <a:cxn ang="0">
                <a:pos x="csX9165" y="csY9165"/>
              </a:cxn>
              <a:cxn ang="0">
                <a:pos x="csX9166" y="csY9166"/>
              </a:cxn>
              <a:cxn ang="0">
                <a:pos x="csX9167" y="csY9167"/>
              </a:cxn>
              <a:cxn ang="0">
                <a:pos x="csX9168" y="csY9168"/>
              </a:cxn>
              <a:cxn ang="0">
                <a:pos x="csX9169" y="csY9169"/>
              </a:cxn>
              <a:cxn ang="0">
                <a:pos x="csX9170" y="csY9170"/>
              </a:cxn>
              <a:cxn ang="0">
                <a:pos x="csX9171" y="csY9171"/>
              </a:cxn>
              <a:cxn ang="0">
                <a:pos x="csX9172" y="csY9172"/>
              </a:cxn>
              <a:cxn ang="0">
                <a:pos x="csX9173" y="csY9173"/>
              </a:cxn>
              <a:cxn ang="0">
                <a:pos x="csX9174" y="csY9174"/>
              </a:cxn>
              <a:cxn ang="0">
                <a:pos x="csX9175" y="csY9175"/>
              </a:cxn>
              <a:cxn ang="0">
                <a:pos x="csX9176" y="csY9176"/>
              </a:cxn>
              <a:cxn ang="0">
                <a:pos x="csX9177" y="csY9177"/>
              </a:cxn>
              <a:cxn ang="0">
                <a:pos x="csX9178" y="csY9178"/>
              </a:cxn>
              <a:cxn ang="0">
                <a:pos x="csX9179" y="csY9179"/>
              </a:cxn>
              <a:cxn ang="0">
                <a:pos x="csX9180" y="csY9180"/>
              </a:cxn>
              <a:cxn ang="0">
                <a:pos x="csX9181" y="csY9181"/>
              </a:cxn>
              <a:cxn ang="0">
                <a:pos x="csX9182" y="csY9182"/>
              </a:cxn>
              <a:cxn ang="0">
                <a:pos x="csX9183" y="csY9183"/>
              </a:cxn>
              <a:cxn ang="0">
                <a:pos x="csX9184" y="csY9184"/>
              </a:cxn>
              <a:cxn ang="0">
                <a:pos x="csX9185" y="csY9185"/>
              </a:cxn>
              <a:cxn ang="0">
                <a:pos x="csX9186" y="csY9186"/>
              </a:cxn>
              <a:cxn ang="0">
                <a:pos x="csX9187" y="csY9187"/>
              </a:cxn>
              <a:cxn ang="0">
                <a:pos x="csX9188" y="csY9188"/>
              </a:cxn>
              <a:cxn ang="0">
                <a:pos x="csX9189" y="csY9189"/>
              </a:cxn>
              <a:cxn ang="0">
                <a:pos x="csX9190" y="csY9190"/>
              </a:cxn>
              <a:cxn ang="0">
                <a:pos x="csX9191" y="csY9191"/>
              </a:cxn>
              <a:cxn ang="0">
                <a:pos x="csX9192" y="csY9192"/>
              </a:cxn>
              <a:cxn ang="0">
                <a:pos x="csX9193" y="csY9193"/>
              </a:cxn>
              <a:cxn ang="0">
                <a:pos x="csX9194" y="csY9194"/>
              </a:cxn>
              <a:cxn ang="0">
                <a:pos x="csX9195" y="csY9195"/>
              </a:cxn>
              <a:cxn ang="0">
                <a:pos x="csX9196" y="csY9196"/>
              </a:cxn>
              <a:cxn ang="0">
                <a:pos x="csX9197" y="csY9197"/>
              </a:cxn>
              <a:cxn ang="0">
                <a:pos x="csX9198" y="csY9198"/>
              </a:cxn>
              <a:cxn ang="0">
                <a:pos x="csX9199" y="csY9199"/>
              </a:cxn>
              <a:cxn ang="0">
                <a:pos x="csX9200" y="csY9200"/>
              </a:cxn>
              <a:cxn ang="0">
                <a:pos x="csX9201" y="csY9201"/>
              </a:cxn>
              <a:cxn ang="0">
                <a:pos x="csX9202" y="csY9202"/>
              </a:cxn>
              <a:cxn ang="0">
                <a:pos x="csX9203" y="csY9203"/>
              </a:cxn>
              <a:cxn ang="0">
                <a:pos x="csX9204" y="csY9204"/>
              </a:cxn>
              <a:cxn ang="0">
                <a:pos x="csX9205" y="csY9205"/>
              </a:cxn>
              <a:cxn ang="0">
                <a:pos x="csX9206" y="csY9206"/>
              </a:cxn>
              <a:cxn ang="0">
                <a:pos x="csX9207" y="csY9207"/>
              </a:cxn>
              <a:cxn ang="0">
                <a:pos x="csX9208" y="csY9208"/>
              </a:cxn>
              <a:cxn ang="0">
                <a:pos x="csX9209" y="csY9209"/>
              </a:cxn>
              <a:cxn ang="0">
                <a:pos x="csX9210" y="csY9210"/>
              </a:cxn>
              <a:cxn ang="0">
                <a:pos x="csX9211" y="csY9211"/>
              </a:cxn>
              <a:cxn ang="0">
                <a:pos x="csX9212" y="csY9212"/>
              </a:cxn>
              <a:cxn ang="0">
                <a:pos x="csX9213" y="csY9213"/>
              </a:cxn>
              <a:cxn ang="0">
                <a:pos x="csX9214" y="csY9214"/>
              </a:cxn>
              <a:cxn ang="0">
                <a:pos x="csX9215" y="csY9215"/>
              </a:cxn>
              <a:cxn ang="0">
                <a:pos x="csX9216" y="csY9216"/>
              </a:cxn>
              <a:cxn ang="0">
                <a:pos x="csX9217" y="csY9217"/>
              </a:cxn>
              <a:cxn ang="0">
                <a:pos x="csX9218" y="csY9218"/>
              </a:cxn>
              <a:cxn ang="0">
                <a:pos x="csX9219" y="csY9219"/>
              </a:cxn>
              <a:cxn ang="0">
                <a:pos x="csX9220" y="csY9220"/>
              </a:cxn>
              <a:cxn ang="0">
                <a:pos x="csX9221" y="csY9221"/>
              </a:cxn>
              <a:cxn ang="0">
                <a:pos x="csX9222" y="csY9222"/>
              </a:cxn>
              <a:cxn ang="0">
                <a:pos x="csX9223" y="csY9223"/>
              </a:cxn>
              <a:cxn ang="0">
                <a:pos x="csX9224" y="csY9224"/>
              </a:cxn>
              <a:cxn ang="0">
                <a:pos x="csX9225" y="csY9225"/>
              </a:cxn>
              <a:cxn ang="0">
                <a:pos x="csX9226" y="csY9226"/>
              </a:cxn>
              <a:cxn ang="0">
                <a:pos x="csX9227" y="csY9227"/>
              </a:cxn>
              <a:cxn ang="0">
                <a:pos x="csX9228" y="csY9228"/>
              </a:cxn>
              <a:cxn ang="0">
                <a:pos x="csX9229" y="csY9229"/>
              </a:cxn>
              <a:cxn ang="0">
                <a:pos x="csX9230" y="csY9230"/>
              </a:cxn>
              <a:cxn ang="0">
                <a:pos x="csX9231" y="csY9231"/>
              </a:cxn>
              <a:cxn ang="0">
                <a:pos x="csX9232" y="csY9232"/>
              </a:cxn>
              <a:cxn ang="0">
                <a:pos x="csX9233" y="csY9233"/>
              </a:cxn>
              <a:cxn ang="0">
                <a:pos x="csX9234" y="csY9234"/>
              </a:cxn>
              <a:cxn ang="0">
                <a:pos x="csX9235" y="csY9235"/>
              </a:cxn>
              <a:cxn ang="0">
                <a:pos x="csX9236" y="csY9236"/>
              </a:cxn>
              <a:cxn ang="0">
                <a:pos x="csX9237" y="csY9237"/>
              </a:cxn>
              <a:cxn ang="0">
                <a:pos x="csX9238" y="csY9238"/>
              </a:cxn>
              <a:cxn ang="0">
                <a:pos x="csX9239" y="csY9239"/>
              </a:cxn>
              <a:cxn ang="0">
                <a:pos x="csX9240" y="csY9240"/>
              </a:cxn>
              <a:cxn ang="0">
                <a:pos x="csX9241" y="csY9241"/>
              </a:cxn>
              <a:cxn ang="0">
                <a:pos x="csX9242" y="csY9242"/>
              </a:cxn>
              <a:cxn ang="0">
                <a:pos x="csX9243" y="csY9243"/>
              </a:cxn>
              <a:cxn ang="0">
                <a:pos x="csX9244" y="csY9244"/>
              </a:cxn>
              <a:cxn ang="0">
                <a:pos x="csX9245" y="csY9245"/>
              </a:cxn>
              <a:cxn ang="0">
                <a:pos x="csX9246" y="csY9246"/>
              </a:cxn>
              <a:cxn ang="0">
                <a:pos x="csX9247" y="csY9247"/>
              </a:cxn>
              <a:cxn ang="0">
                <a:pos x="csX9248" y="csY9248"/>
              </a:cxn>
              <a:cxn ang="0">
                <a:pos x="csX9249" y="csY9249"/>
              </a:cxn>
              <a:cxn ang="0">
                <a:pos x="csX9250" y="csY9250"/>
              </a:cxn>
              <a:cxn ang="0">
                <a:pos x="csX9251" y="csY9251"/>
              </a:cxn>
              <a:cxn ang="0">
                <a:pos x="csX9252" y="csY9252"/>
              </a:cxn>
              <a:cxn ang="0">
                <a:pos x="csX9253" y="csY9253"/>
              </a:cxn>
              <a:cxn ang="0">
                <a:pos x="csX9254" y="csY9254"/>
              </a:cxn>
              <a:cxn ang="0">
                <a:pos x="csX9255" y="csY9255"/>
              </a:cxn>
              <a:cxn ang="0">
                <a:pos x="csX9256" y="csY9256"/>
              </a:cxn>
              <a:cxn ang="0">
                <a:pos x="csX9257" y="csY9257"/>
              </a:cxn>
              <a:cxn ang="0">
                <a:pos x="csX9258" y="csY9258"/>
              </a:cxn>
              <a:cxn ang="0">
                <a:pos x="csX9259" y="csY9259"/>
              </a:cxn>
              <a:cxn ang="0">
                <a:pos x="csX9260" y="csY9260"/>
              </a:cxn>
              <a:cxn ang="0">
                <a:pos x="csX9261" y="csY9261"/>
              </a:cxn>
              <a:cxn ang="0">
                <a:pos x="csX9262" y="csY9262"/>
              </a:cxn>
              <a:cxn ang="0">
                <a:pos x="csX9263" y="csY9263"/>
              </a:cxn>
              <a:cxn ang="0">
                <a:pos x="csX9264" y="csY9264"/>
              </a:cxn>
              <a:cxn ang="0">
                <a:pos x="csX9265" y="csY9265"/>
              </a:cxn>
              <a:cxn ang="0">
                <a:pos x="csX9266" y="csY9266"/>
              </a:cxn>
              <a:cxn ang="0">
                <a:pos x="csX9267" y="csY9267"/>
              </a:cxn>
              <a:cxn ang="0">
                <a:pos x="csX9268" y="csY9268"/>
              </a:cxn>
              <a:cxn ang="0">
                <a:pos x="csX9269" y="csY9269"/>
              </a:cxn>
              <a:cxn ang="0">
                <a:pos x="csX9270" y="csY9270"/>
              </a:cxn>
              <a:cxn ang="0">
                <a:pos x="csX9271" y="csY9271"/>
              </a:cxn>
              <a:cxn ang="0">
                <a:pos x="csX9272" y="csY9272"/>
              </a:cxn>
              <a:cxn ang="0">
                <a:pos x="csX9273" y="csY9273"/>
              </a:cxn>
              <a:cxn ang="0">
                <a:pos x="csX9274" y="csY9274"/>
              </a:cxn>
              <a:cxn ang="0">
                <a:pos x="csX9275" y="csY9275"/>
              </a:cxn>
              <a:cxn ang="0">
                <a:pos x="csX9276" y="csY9276"/>
              </a:cxn>
              <a:cxn ang="0">
                <a:pos x="csX9277" y="csY9277"/>
              </a:cxn>
              <a:cxn ang="0">
                <a:pos x="csX9278" y="csY9278"/>
              </a:cxn>
              <a:cxn ang="0">
                <a:pos x="csX9279" y="csY9279"/>
              </a:cxn>
              <a:cxn ang="0">
                <a:pos x="csX9280" y="csY9280"/>
              </a:cxn>
              <a:cxn ang="0">
                <a:pos x="csX9281" y="csY9281"/>
              </a:cxn>
              <a:cxn ang="0">
                <a:pos x="csX9282" y="csY9282"/>
              </a:cxn>
              <a:cxn ang="0">
                <a:pos x="csX9283" y="csY9283"/>
              </a:cxn>
              <a:cxn ang="0">
                <a:pos x="csX9284" y="csY9284"/>
              </a:cxn>
              <a:cxn ang="0">
                <a:pos x="csX9285" y="csY9285"/>
              </a:cxn>
              <a:cxn ang="0">
                <a:pos x="csX9286" y="csY9286"/>
              </a:cxn>
              <a:cxn ang="0">
                <a:pos x="csX9287" y="csY9287"/>
              </a:cxn>
              <a:cxn ang="0">
                <a:pos x="csX9288" y="csY9288"/>
              </a:cxn>
              <a:cxn ang="0">
                <a:pos x="csX9289" y="csY9289"/>
              </a:cxn>
              <a:cxn ang="0">
                <a:pos x="csX9290" y="csY9290"/>
              </a:cxn>
              <a:cxn ang="0">
                <a:pos x="csX9291" y="csY9291"/>
              </a:cxn>
              <a:cxn ang="0">
                <a:pos x="csX9292" y="csY9292"/>
              </a:cxn>
              <a:cxn ang="0">
                <a:pos x="csX9293" y="csY9293"/>
              </a:cxn>
              <a:cxn ang="0">
                <a:pos x="csX9294" y="csY9294"/>
              </a:cxn>
              <a:cxn ang="0">
                <a:pos x="csX9295" y="csY9295"/>
              </a:cxn>
              <a:cxn ang="0">
                <a:pos x="csX9296" y="csY9296"/>
              </a:cxn>
              <a:cxn ang="0">
                <a:pos x="csX9297" y="csY9297"/>
              </a:cxn>
              <a:cxn ang="0">
                <a:pos x="csX9298" y="csY9298"/>
              </a:cxn>
              <a:cxn ang="0">
                <a:pos x="csX9299" y="csY9299"/>
              </a:cxn>
              <a:cxn ang="0">
                <a:pos x="csX9300" y="csY9300"/>
              </a:cxn>
              <a:cxn ang="0">
                <a:pos x="csX9301" y="csY9301"/>
              </a:cxn>
              <a:cxn ang="0">
                <a:pos x="csX9302" y="csY9302"/>
              </a:cxn>
              <a:cxn ang="0">
                <a:pos x="csX9303" y="csY9303"/>
              </a:cxn>
              <a:cxn ang="0">
                <a:pos x="csX9304" y="csY9304"/>
              </a:cxn>
              <a:cxn ang="0">
                <a:pos x="csX9305" y="csY9305"/>
              </a:cxn>
              <a:cxn ang="0">
                <a:pos x="csX9306" y="csY9306"/>
              </a:cxn>
              <a:cxn ang="0">
                <a:pos x="csX9307" y="csY9307"/>
              </a:cxn>
              <a:cxn ang="0">
                <a:pos x="csX9308" y="csY9308"/>
              </a:cxn>
              <a:cxn ang="0">
                <a:pos x="csX9309" y="csY9309"/>
              </a:cxn>
              <a:cxn ang="0">
                <a:pos x="csX9310" y="csY9310"/>
              </a:cxn>
              <a:cxn ang="0">
                <a:pos x="csX9311" y="csY9311"/>
              </a:cxn>
              <a:cxn ang="0">
                <a:pos x="csX9312" y="csY9312"/>
              </a:cxn>
              <a:cxn ang="0">
                <a:pos x="csX9313" y="csY9313"/>
              </a:cxn>
              <a:cxn ang="0">
                <a:pos x="csX9314" y="csY9314"/>
              </a:cxn>
              <a:cxn ang="0">
                <a:pos x="csX9315" y="csY9315"/>
              </a:cxn>
              <a:cxn ang="0">
                <a:pos x="csX9316" y="csY9316"/>
              </a:cxn>
              <a:cxn ang="0">
                <a:pos x="csX9317" y="csY9317"/>
              </a:cxn>
              <a:cxn ang="0">
                <a:pos x="csX9318" y="csY9318"/>
              </a:cxn>
              <a:cxn ang="0">
                <a:pos x="csX9319" y="csY9319"/>
              </a:cxn>
              <a:cxn ang="0">
                <a:pos x="csX9320" y="csY9320"/>
              </a:cxn>
              <a:cxn ang="0">
                <a:pos x="csX9321" y="csY9321"/>
              </a:cxn>
              <a:cxn ang="0">
                <a:pos x="csX9322" y="csY9322"/>
              </a:cxn>
              <a:cxn ang="0">
                <a:pos x="csX9323" y="csY9323"/>
              </a:cxn>
              <a:cxn ang="0">
                <a:pos x="csX9324" y="csY9324"/>
              </a:cxn>
              <a:cxn ang="0">
                <a:pos x="csX9325" y="csY9325"/>
              </a:cxn>
              <a:cxn ang="0">
                <a:pos x="csX9326" y="csY9326"/>
              </a:cxn>
              <a:cxn ang="0">
                <a:pos x="csX9327" y="csY9327"/>
              </a:cxn>
              <a:cxn ang="0">
                <a:pos x="csX9328" y="csY9328"/>
              </a:cxn>
              <a:cxn ang="0">
                <a:pos x="csX9329" y="csY9329"/>
              </a:cxn>
              <a:cxn ang="0">
                <a:pos x="csX9330" y="csY9330"/>
              </a:cxn>
              <a:cxn ang="0">
                <a:pos x="csX9331" y="csY9331"/>
              </a:cxn>
              <a:cxn ang="0">
                <a:pos x="csX9332" y="csY9332"/>
              </a:cxn>
              <a:cxn ang="0">
                <a:pos x="csX9333" y="csY9333"/>
              </a:cxn>
              <a:cxn ang="0">
                <a:pos x="csX9334" y="csY9334"/>
              </a:cxn>
              <a:cxn ang="0">
                <a:pos x="csX9335" y="csY9335"/>
              </a:cxn>
              <a:cxn ang="0">
                <a:pos x="csX9336" y="csY9336"/>
              </a:cxn>
              <a:cxn ang="0">
                <a:pos x="csX9337" y="csY9337"/>
              </a:cxn>
              <a:cxn ang="0">
                <a:pos x="csX9338" y="csY9338"/>
              </a:cxn>
              <a:cxn ang="0">
                <a:pos x="csX9339" y="csY9339"/>
              </a:cxn>
              <a:cxn ang="0">
                <a:pos x="csX9340" y="csY9340"/>
              </a:cxn>
              <a:cxn ang="0">
                <a:pos x="csX9341" y="csY9341"/>
              </a:cxn>
              <a:cxn ang="0">
                <a:pos x="csX9342" y="csY9342"/>
              </a:cxn>
              <a:cxn ang="0">
                <a:pos x="csX9343" y="csY9343"/>
              </a:cxn>
              <a:cxn ang="0">
                <a:pos x="csX9344" y="csY9344"/>
              </a:cxn>
              <a:cxn ang="0">
                <a:pos x="csX9345" y="csY9345"/>
              </a:cxn>
              <a:cxn ang="0">
                <a:pos x="csX9346" y="csY9346"/>
              </a:cxn>
              <a:cxn ang="0">
                <a:pos x="csX9347" y="csY9347"/>
              </a:cxn>
              <a:cxn ang="0">
                <a:pos x="csX9348" y="csY9348"/>
              </a:cxn>
              <a:cxn ang="0">
                <a:pos x="csX9349" y="csY9349"/>
              </a:cxn>
              <a:cxn ang="0">
                <a:pos x="csX9350" y="csY9350"/>
              </a:cxn>
              <a:cxn ang="0">
                <a:pos x="csX9351" y="csY9351"/>
              </a:cxn>
              <a:cxn ang="0">
                <a:pos x="csX9352" y="csY9352"/>
              </a:cxn>
              <a:cxn ang="0">
                <a:pos x="csX9353" y="csY9353"/>
              </a:cxn>
              <a:cxn ang="0">
                <a:pos x="csX9354" y="csY9354"/>
              </a:cxn>
              <a:cxn ang="0">
                <a:pos x="csX9355" y="csY9355"/>
              </a:cxn>
              <a:cxn ang="0">
                <a:pos x="csX9356" y="csY9356"/>
              </a:cxn>
              <a:cxn ang="0">
                <a:pos x="csX9357" y="csY9357"/>
              </a:cxn>
              <a:cxn ang="0">
                <a:pos x="csX9358" y="csY9358"/>
              </a:cxn>
              <a:cxn ang="0">
                <a:pos x="csX9359" y="csY9359"/>
              </a:cxn>
              <a:cxn ang="0">
                <a:pos x="csX9360" y="csY9360"/>
              </a:cxn>
              <a:cxn ang="0">
                <a:pos x="csX9361" y="csY9361"/>
              </a:cxn>
              <a:cxn ang="0">
                <a:pos x="csX9362" y="csY9362"/>
              </a:cxn>
              <a:cxn ang="0">
                <a:pos x="csX9363" y="csY9363"/>
              </a:cxn>
              <a:cxn ang="0">
                <a:pos x="csX9364" y="csY9364"/>
              </a:cxn>
              <a:cxn ang="0">
                <a:pos x="csX9365" y="csY9365"/>
              </a:cxn>
              <a:cxn ang="0">
                <a:pos x="csX9366" y="csY9366"/>
              </a:cxn>
              <a:cxn ang="0">
                <a:pos x="csX9367" y="csY9367"/>
              </a:cxn>
              <a:cxn ang="0">
                <a:pos x="csX9368" y="csY9368"/>
              </a:cxn>
              <a:cxn ang="0">
                <a:pos x="csX9369" y="csY9369"/>
              </a:cxn>
              <a:cxn ang="0">
                <a:pos x="csX9370" y="csY9370"/>
              </a:cxn>
              <a:cxn ang="0">
                <a:pos x="csX9371" y="csY9371"/>
              </a:cxn>
              <a:cxn ang="0">
                <a:pos x="csX9372" y="csY9372"/>
              </a:cxn>
              <a:cxn ang="0">
                <a:pos x="csX9373" y="csY9373"/>
              </a:cxn>
              <a:cxn ang="0">
                <a:pos x="csX9374" y="csY9374"/>
              </a:cxn>
              <a:cxn ang="0">
                <a:pos x="csX9375" y="csY9375"/>
              </a:cxn>
              <a:cxn ang="0">
                <a:pos x="csX9376" y="csY9376"/>
              </a:cxn>
              <a:cxn ang="0">
                <a:pos x="csX9377" y="csY9377"/>
              </a:cxn>
              <a:cxn ang="0">
                <a:pos x="csX9378" y="csY9378"/>
              </a:cxn>
              <a:cxn ang="0">
                <a:pos x="csX9379" y="csY9379"/>
              </a:cxn>
              <a:cxn ang="0">
                <a:pos x="csX9380" y="csY9380"/>
              </a:cxn>
              <a:cxn ang="0">
                <a:pos x="csX9381" y="csY9381"/>
              </a:cxn>
              <a:cxn ang="0">
                <a:pos x="csX9382" y="csY9382"/>
              </a:cxn>
              <a:cxn ang="0">
                <a:pos x="csX9383" y="csY9383"/>
              </a:cxn>
              <a:cxn ang="0">
                <a:pos x="csX9384" y="csY9384"/>
              </a:cxn>
              <a:cxn ang="0">
                <a:pos x="csX9385" y="csY9385"/>
              </a:cxn>
              <a:cxn ang="0">
                <a:pos x="csX9386" y="csY9386"/>
              </a:cxn>
              <a:cxn ang="0">
                <a:pos x="csX9387" y="csY9387"/>
              </a:cxn>
              <a:cxn ang="0">
                <a:pos x="csX9388" y="csY9388"/>
              </a:cxn>
              <a:cxn ang="0">
                <a:pos x="csX9389" y="csY9389"/>
              </a:cxn>
              <a:cxn ang="0">
                <a:pos x="csX9390" y="csY9390"/>
              </a:cxn>
              <a:cxn ang="0">
                <a:pos x="csX9391" y="csY9391"/>
              </a:cxn>
              <a:cxn ang="0">
                <a:pos x="csX9392" y="csY9392"/>
              </a:cxn>
              <a:cxn ang="0">
                <a:pos x="csX9393" y="csY9393"/>
              </a:cxn>
              <a:cxn ang="0">
                <a:pos x="csX9394" y="csY9394"/>
              </a:cxn>
              <a:cxn ang="0">
                <a:pos x="csX9395" y="csY9395"/>
              </a:cxn>
              <a:cxn ang="0">
                <a:pos x="csX9396" y="csY9396"/>
              </a:cxn>
              <a:cxn ang="0">
                <a:pos x="csX9397" y="csY9397"/>
              </a:cxn>
              <a:cxn ang="0">
                <a:pos x="csX9398" y="csY9398"/>
              </a:cxn>
              <a:cxn ang="0">
                <a:pos x="csX9399" y="csY9399"/>
              </a:cxn>
              <a:cxn ang="0">
                <a:pos x="csX9400" y="csY9400"/>
              </a:cxn>
              <a:cxn ang="0">
                <a:pos x="csX9401" y="csY9401"/>
              </a:cxn>
              <a:cxn ang="0">
                <a:pos x="csX9402" y="csY9402"/>
              </a:cxn>
              <a:cxn ang="0">
                <a:pos x="csX9403" y="csY9403"/>
              </a:cxn>
              <a:cxn ang="0">
                <a:pos x="csX9404" y="csY9404"/>
              </a:cxn>
              <a:cxn ang="0">
                <a:pos x="csX9405" y="csY9405"/>
              </a:cxn>
              <a:cxn ang="0">
                <a:pos x="csX9406" y="csY9406"/>
              </a:cxn>
              <a:cxn ang="0">
                <a:pos x="csX9407" y="csY9407"/>
              </a:cxn>
              <a:cxn ang="0">
                <a:pos x="csX9408" y="csY9408"/>
              </a:cxn>
              <a:cxn ang="0">
                <a:pos x="csX9409" y="csY9409"/>
              </a:cxn>
              <a:cxn ang="0">
                <a:pos x="csX9410" y="csY9410"/>
              </a:cxn>
              <a:cxn ang="0">
                <a:pos x="csX9411" y="csY9411"/>
              </a:cxn>
              <a:cxn ang="0">
                <a:pos x="csX9412" y="csY9412"/>
              </a:cxn>
              <a:cxn ang="0">
                <a:pos x="csX9413" y="csY9413"/>
              </a:cxn>
              <a:cxn ang="0">
                <a:pos x="csX9414" y="csY9414"/>
              </a:cxn>
              <a:cxn ang="0">
                <a:pos x="csX9415" y="csY9415"/>
              </a:cxn>
              <a:cxn ang="0">
                <a:pos x="csX9416" y="csY9416"/>
              </a:cxn>
              <a:cxn ang="0">
                <a:pos x="csX9417" y="csY9417"/>
              </a:cxn>
              <a:cxn ang="0">
                <a:pos x="csX9418" y="csY9418"/>
              </a:cxn>
              <a:cxn ang="0">
                <a:pos x="csX9419" y="csY9419"/>
              </a:cxn>
              <a:cxn ang="0">
                <a:pos x="csX9420" y="csY9420"/>
              </a:cxn>
              <a:cxn ang="0">
                <a:pos x="csX9421" y="csY9421"/>
              </a:cxn>
              <a:cxn ang="0">
                <a:pos x="csX9422" y="csY9422"/>
              </a:cxn>
              <a:cxn ang="0">
                <a:pos x="csX9423" y="csY9423"/>
              </a:cxn>
              <a:cxn ang="0">
                <a:pos x="csX9424" y="csY9424"/>
              </a:cxn>
              <a:cxn ang="0">
                <a:pos x="csX9425" y="csY9425"/>
              </a:cxn>
              <a:cxn ang="0">
                <a:pos x="csX9426" y="csY9426"/>
              </a:cxn>
              <a:cxn ang="0">
                <a:pos x="csX9427" y="csY9427"/>
              </a:cxn>
              <a:cxn ang="0">
                <a:pos x="csX9428" y="csY9428"/>
              </a:cxn>
              <a:cxn ang="0">
                <a:pos x="csX9429" y="csY9429"/>
              </a:cxn>
              <a:cxn ang="0">
                <a:pos x="csX9430" y="csY9430"/>
              </a:cxn>
              <a:cxn ang="0">
                <a:pos x="csX9431" y="csY9431"/>
              </a:cxn>
              <a:cxn ang="0">
                <a:pos x="csX9432" y="csY9432"/>
              </a:cxn>
              <a:cxn ang="0">
                <a:pos x="csX9433" y="csY9433"/>
              </a:cxn>
              <a:cxn ang="0">
                <a:pos x="csX9434" y="csY9434"/>
              </a:cxn>
              <a:cxn ang="0">
                <a:pos x="csX9435" y="csY9435"/>
              </a:cxn>
              <a:cxn ang="0">
                <a:pos x="csX9436" y="csY9436"/>
              </a:cxn>
              <a:cxn ang="0">
                <a:pos x="csX9437" y="csY9437"/>
              </a:cxn>
              <a:cxn ang="0">
                <a:pos x="csX9438" y="csY9438"/>
              </a:cxn>
              <a:cxn ang="0">
                <a:pos x="csX9439" y="csY9439"/>
              </a:cxn>
              <a:cxn ang="0">
                <a:pos x="csX9440" y="csY9440"/>
              </a:cxn>
              <a:cxn ang="0">
                <a:pos x="csX9441" y="csY9441"/>
              </a:cxn>
              <a:cxn ang="0">
                <a:pos x="csX9442" y="csY9442"/>
              </a:cxn>
              <a:cxn ang="0">
                <a:pos x="csX9443" y="csY9443"/>
              </a:cxn>
              <a:cxn ang="0">
                <a:pos x="csX9444" y="csY9444"/>
              </a:cxn>
              <a:cxn ang="0">
                <a:pos x="csX9445" y="csY9445"/>
              </a:cxn>
              <a:cxn ang="0">
                <a:pos x="csX9446" y="csY9446"/>
              </a:cxn>
              <a:cxn ang="0">
                <a:pos x="csX9447" y="csY9447"/>
              </a:cxn>
              <a:cxn ang="0">
                <a:pos x="csX9448" y="csY9448"/>
              </a:cxn>
              <a:cxn ang="0">
                <a:pos x="csX9449" y="csY9449"/>
              </a:cxn>
              <a:cxn ang="0">
                <a:pos x="csX9450" y="csY9450"/>
              </a:cxn>
              <a:cxn ang="0">
                <a:pos x="csX9451" y="csY9451"/>
              </a:cxn>
              <a:cxn ang="0">
                <a:pos x="csX9452" y="csY9452"/>
              </a:cxn>
              <a:cxn ang="0">
                <a:pos x="csX9453" y="csY9453"/>
              </a:cxn>
              <a:cxn ang="0">
                <a:pos x="csX9454" y="csY9454"/>
              </a:cxn>
              <a:cxn ang="0">
                <a:pos x="csX9455" y="csY9455"/>
              </a:cxn>
              <a:cxn ang="0">
                <a:pos x="csX9456" y="csY9456"/>
              </a:cxn>
              <a:cxn ang="0">
                <a:pos x="csX9457" y="csY9457"/>
              </a:cxn>
              <a:cxn ang="0">
                <a:pos x="csX9458" y="csY9458"/>
              </a:cxn>
              <a:cxn ang="0">
                <a:pos x="csX9459" y="csY9459"/>
              </a:cxn>
              <a:cxn ang="0">
                <a:pos x="csX9460" y="csY9460"/>
              </a:cxn>
              <a:cxn ang="0">
                <a:pos x="csX9461" y="csY9461"/>
              </a:cxn>
              <a:cxn ang="0">
                <a:pos x="csX9462" y="csY9462"/>
              </a:cxn>
              <a:cxn ang="0">
                <a:pos x="csX9463" y="csY9463"/>
              </a:cxn>
              <a:cxn ang="0">
                <a:pos x="csX9464" y="csY9464"/>
              </a:cxn>
              <a:cxn ang="0">
                <a:pos x="csX9465" y="csY9465"/>
              </a:cxn>
              <a:cxn ang="0">
                <a:pos x="csX9466" y="csY9466"/>
              </a:cxn>
              <a:cxn ang="0">
                <a:pos x="csX9467" y="csY9467"/>
              </a:cxn>
              <a:cxn ang="0">
                <a:pos x="csX9468" y="csY9468"/>
              </a:cxn>
              <a:cxn ang="0">
                <a:pos x="csX9469" y="csY9469"/>
              </a:cxn>
              <a:cxn ang="0">
                <a:pos x="csX9470" y="csY9470"/>
              </a:cxn>
              <a:cxn ang="0">
                <a:pos x="csX9471" y="csY9471"/>
              </a:cxn>
              <a:cxn ang="0">
                <a:pos x="csX9472" y="csY9472"/>
              </a:cxn>
              <a:cxn ang="0">
                <a:pos x="csX9473" y="csY9473"/>
              </a:cxn>
              <a:cxn ang="0">
                <a:pos x="csX9474" y="csY9474"/>
              </a:cxn>
              <a:cxn ang="0">
                <a:pos x="csX9475" y="csY9475"/>
              </a:cxn>
              <a:cxn ang="0">
                <a:pos x="csX9476" y="csY9476"/>
              </a:cxn>
              <a:cxn ang="0">
                <a:pos x="csX9477" y="csY9477"/>
              </a:cxn>
              <a:cxn ang="0">
                <a:pos x="csX9478" y="csY9478"/>
              </a:cxn>
              <a:cxn ang="0">
                <a:pos x="csX9479" y="csY9479"/>
              </a:cxn>
              <a:cxn ang="0">
                <a:pos x="csX9480" y="csY9480"/>
              </a:cxn>
              <a:cxn ang="0">
                <a:pos x="csX9481" y="csY9481"/>
              </a:cxn>
              <a:cxn ang="0">
                <a:pos x="csX9482" y="csY9482"/>
              </a:cxn>
              <a:cxn ang="0">
                <a:pos x="csX9483" y="csY9483"/>
              </a:cxn>
              <a:cxn ang="0">
                <a:pos x="csX9484" y="csY9484"/>
              </a:cxn>
              <a:cxn ang="0">
                <a:pos x="csX9485" y="csY9485"/>
              </a:cxn>
              <a:cxn ang="0">
                <a:pos x="csX9486" y="csY9486"/>
              </a:cxn>
              <a:cxn ang="0">
                <a:pos x="csX9487" y="csY9487"/>
              </a:cxn>
              <a:cxn ang="0">
                <a:pos x="csX9488" y="csY9488"/>
              </a:cxn>
              <a:cxn ang="0">
                <a:pos x="csX9489" y="csY9489"/>
              </a:cxn>
              <a:cxn ang="0">
                <a:pos x="csX9490" y="csY9490"/>
              </a:cxn>
              <a:cxn ang="0">
                <a:pos x="csX9491" y="csY9491"/>
              </a:cxn>
              <a:cxn ang="0">
                <a:pos x="csX9492" y="csY9492"/>
              </a:cxn>
              <a:cxn ang="0">
                <a:pos x="csX9493" y="csY9493"/>
              </a:cxn>
              <a:cxn ang="0">
                <a:pos x="csX9494" y="csY9494"/>
              </a:cxn>
              <a:cxn ang="0">
                <a:pos x="csX9495" y="csY9495"/>
              </a:cxn>
              <a:cxn ang="0">
                <a:pos x="csX9496" y="csY9496"/>
              </a:cxn>
              <a:cxn ang="0">
                <a:pos x="csX9497" y="csY9497"/>
              </a:cxn>
              <a:cxn ang="0">
                <a:pos x="csX9498" y="csY9498"/>
              </a:cxn>
              <a:cxn ang="0">
                <a:pos x="csX9499" y="csY9499"/>
              </a:cxn>
              <a:cxn ang="0">
                <a:pos x="csX9500" y="csY9500"/>
              </a:cxn>
              <a:cxn ang="0">
                <a:pos x="csX9501" y="csY9501"/>
              </a:cxn>
              <a:cxn ang="0">
                <a:pos x="csX9502" y="csY9502"/>
              </a:cxn>
              <a:cxn ang="0">
                <a:pos x="csX9503" y="csY9503"/>
              </a:cxn>
              <a:cxn ang="0">
                <a:pos x="csX9504" y="csY9504"/>
              </a:cxn>
              <a:cxn ang="0">
                <a:pos x="csX9505" y="csY9505"/>
              </a:cxn>
              <a:cxn ang="0">
                <a:pos x="csX9506" y="csY9506"/>
              </a:cxn>
              <a:cxn ang="0">
                <a:pos x="csX9507" y="csY9507"/>
              </a:cxn>
              <a:cxn ang="0">
                <a:pos x="csX9508" y="csY9508"/>
              </a:cxn>
              <a:cxn ang="0">
                <a:pos x="csX9509" y="csY9509"/>
              </a:cxn>
              <a:cxn ang="0">
                <a:pos x="csX9510" y="csY9510"/>
              </a:cxn>
              <a:cxn ang="0">
                <a:pos x="csX9511" y="csY9511"/>
              </a:cxn>
              <a:cxn ang="0">
                <a:pos x="csX9512" y="csY9512"/>
              </a:cxn>
              <a:cxn ang="0">
                <a:pos x="csX9513" y="csY9513"/>
              </a:cxn>
              <a:cxn ang="0">
                <a:pos x="csX9514" y="csY9514"/>
              </a:cxn>
              <a:cxn ang="0">
                <a:pos x="csX9515" y="csY9515"/>
              </a:cxn>
              <a:cxn ang="0">
                <a:pos x="csX9516" y="csY9516"/>
              </a:cxn>
              <a:cxn ang="0">
                <a:pos x="csX9517" y="csY9517"/>
              </a:cxn>
              <a:cxn ang="0">
                <a:pos x="csX9518" y="csY9518"/>
              </a:cxn>
              <a:cxn ang="0">
                <a:pos x="csX9519" y="csY9519"/>
              </a:cxn>
              <a:cxn ang="0">
                <a:pos x="csX9520" y="csY9520"/>
              </a:cxn>
              <a:cxn ang="0">
                <a:pos x="csX9521" y="csY9521"/>
              </a:cxn>
              <a:cxn ang="0">
                <a:pos x="csX9522" y="csY9522"/>
              </a:cxn>
              <a:cxn ang="0">
                <a:pos x="csX9523" y="csY9523"/>
              </a:cxn>
              <a:cxn ang="0">
                <a:pos x="csX9524" y="csY9524"/>
              </a:cxn>
              <a:cxn ang="0">
                <a:pos x="csX9525" y="csY9525"/>
              </a:cxn>
              <a:cxn ang="0">
                <a:pos x="csX9526" y="csY9526"/>
              </a:cxn>
              <a:cxn ang="0">
                <a:pos x="csX9527" y="csY9527"/>
              </a:cxn>
              <a:cxn ang="0">
                <a:pos x="csX9528" y="csY9528"/>
              </a:cxn>
              <a:cxn ang="0">
                <a:pos x="csX9529" y="csY9529"/>
              </a:cxn>
              <a:cxn ang="0">
                <a:pos x="csX9530" y="csY9530"/>
              </a:cxn>
              <a:cxn ang="0">
                <a:pos x="csX9531" y="csY9531"/>
              </a:cxn>
              <a:cxn ang="0">
                <a:pos x="csX9532" y="csY9532"/>
              </a:cxn>
              <a:cxn ang="0">
                <a:pos x="csX9533" y="csY9533"/>
              </a:cxn>
              <a:cxn ang="0">
                <a:pos x="csX9534" y="csY9534"/>
              </a:cxn>
              <a:cxn ang="0">
                <a:pos x="csX9535" y="csY9535"/>
              </a:cxn>
              <a:cxn ang="0">
                <a:pos x="csX9536" y="csY9536"/>
              </a:cxn>
              <a:cxn ang="0">
                <a:pos x="csX9537" y="csY9537"/>
              </a:cxn>
              <a:cxn ang="0">
                <a:pos x="csX9538" y="csY9538"/>
              </a:cxn>
              <a:cxn ang="0">
                <a:pos x="csX9539" y="csY9539"/>
              </a:cxn>
              <a:cxn ang="0">
                <a:pos x="csX9540" y="csY9540"/>
              </a:cxn>
              <a:cxn ang="0">
                <a:pos x="csX9541" y="csY9541"/>
              </a:cxn>
              <a:cxn ang="0">
                <a:pos x="csX9542" y="csY9542"/>
              </a:cxn>
              <a:cxn ang="0">
                <a:pos x="csX9543" y="csY9543"/>
              </a:cxn>
              <a:cxn ang="0">
                <a:pos x="csX9544" y="csY9544"/>
              </a:cxn>
              <a:cxn ang="0">
                <a:pos x="csX9545" y="csY9545"/>
              </a:cxn>
              <a:cxn ang="0">
                <a:pos x="csX9546" y="csY9546"/>
              </a:cxn>
              <a:cxn ang="0">
                <a:pos x="csX9547" y="csY9547"/>
              </a:cxn>
              <a:cxn ang="0">
                <a:pos x="csX9548" y="csY9548"/>
              </a:cxn>
              <a:cxn ang="0">
                <a:pos x="csX9549" y="csY9549"/>
              </a:cxn>
              <a:cxn ang="0">
                <a:pos x="csX9550" y="csY9550"/>
              </a:cxn>
              <a:cxn ang="0">
                <a:pos x="csX9551" y="csY9551"/>
              </a:cxn>
              <a:cxn ang="0">
                <a:pos x="csX9552" y="csY9552"/>
              </a:cxn>
              <a:cxn ang="0">
                <a:pos x="csX9553" y="csY9553"/>
              </a:cxn>
              <a:cxn ang="0">
                <a:pos x="csX9554" y="csY9554"/>
              </a:cxn>
              <a:cxn ang="0">
                <a:pos x="csX9555" y="csY9555"/>
              </a:cxn>
              <a:cxn ang="0">
                <a:pos x="csX9556" y="csY9556"/>
              </a:cxn>
              <a:cxn ang="0">
                <a:pos x="csX9557" y="csY9557"/>
              </a:cxn>
              <a:cxn ang="0">
                <a:pos x="csX9558" y="csY9558"/>
              </a:cxn>
              <a:cxn ang="0">
                <a:pos x="csX9559" y="csY9559"/>
              </a:cxn>
              <a:cxn ang="0">
                <a:pos x="csX9560" y="csY9560"/>
              </a:cxn>
              <a:cxn ang="0">
                <a:pos x="csX9561" y="csY9561"/>
              </a:cxn>
              <a:cxn ang="0">
                <a:pos x="csX9562" y="csY9562"/>
              </a:cxn>
              <a:cxn ang="0">
                <a:pos x="csX9563" y="csY9563"/>
              </a:cxn>
              <a:cxn ang="0">
                <a:pos x="csX9564" y="csY9564"/>
              </a:cxn>
              <a:cxn ang="0">
                <a:pos x="csX9565" y="csY9565"/>
              </a:cxn>
              <a:cxn ang="0">
                <a:pos x="csX9566" y="csY9566"/>
              </a:cxn>
              <a:cxn ang="0">
                <a:pos x="csX9567" y="csY9567"/>
              </a:cxn>
              <a:cxn ang="0">
                <a:pos x="csX9568" y="csY9568"/>
              </a:cxn>
              <a:cxn ang="0">
                <a:pos x="csX9569" y="csY9569"/>
              </a:cxn>
              <a:cxn ang="0">
                <a:pos x="csX9570" y="csY9570"/>
              </a:cxn>
              <a:cxn ang="0">
                <a:pos x="csX9571" y="csY9571"/>
              </a:cxn>
              <a:cxn ang="0">
                <a:pos x="csX9572" y="csY9572"/>
              </a:cxn>
              <a:cxn ang="0">
                <a:pos x="csX9573" y="csY9573"/>
              </a:cxn>
              <a:cxn ang="0">
                <a:pos x="csX9574" y="csY9574"/>
              </a:cxn>
              <a:cxn ang="0">
                <a:pos x="csX9575" y="csY9575"/>
              </a:cxn>
              <a:cxn ang="0">
                <a:pos x="csX9576" y="csY9576"/>
              </a:cxn>
              <a:cxn ang="0">
                <a:pos x="csX9577" y="csY9577"/>
              </a:cxn>
              <a:cxn ang="0">
                <a:pos x="csX9578" y="csY9578"/>
              </a:cxn>
              <a:cxn ang="0">
                <a:pos x="csX9579" y="csY9579"/>
              </a:cxn>
              <a:cxn ang="0">
                <a:pos x="csX9580" y="csY9580"/>
              </a:cxn>
              <a:cxn ang="0">
                <a:pos x="csX9581" y="csY9581"/>
              </a:cxn>
              <a:cxn ang="0">
                <a:pos x="csX9582" y="csY9582"/>
              </a:cxn>
              <a:cxn ang="0">
                <a:pos x="csX9583" y="csY9583"/>
              </a:cxn>
              <a:cxn ang="0">
                <a:pos x="csX9584" y="csY9584"/>
              </a:cxn>
              <a:cxn ang="0">
                <a:pos x="csX9585" y="csY9585"/>
              </a:cxn>
              <a:cxn ang="0">
                <a:pos x="csX9586" y="csY9586"/>
              </a:cxn>
              <a:cxn ang="0">
                <a:pos x="csX9587" y="csY9587"/>
              </a:cxn>
              <a:cxn ang="0">
                <a:pos x="csX9588" y="csY9588"/>
              </a:cxn>
              <a:cxn ang="0">
                <a:pos x="csX9589" y="csY9589"/>
              </a:cxn>
              <a:cxn ang="0">
                <a:pos x="csX9590" y="csY9590"/>
              </a:cxn>
              <a:cxn ang="0">
                <a:pos x="csX9591" y="csY9591"/>
              </a:cxn>
              <a:cxn ang="0">
                <a:pos x="csX9592" y="csY9592"/>
              </a:cxn>
              <a:cxn ang="0">
                <a:pos x="csX9593" y="csY9593"/>
              </a:cxn>
              <a:cxn ang="0">
                <a:pos x="csX9594" y="csY9594"/>
              </a:cxn>
              <a:cxn ang="0">
                <a:pos x="csX9595" y="csY9595"/>
              </a:cxn>
              <a:cxn ang="0">
                <a:pos x="csX9596" y="csY9596"/>
              </a:cxn>
              <a:cxn ang="0">
                <a:pos x="csX9597" y="csY9597"/>
              </a:cxn>
              <a:cxn ang="0">
                <a:pos x="csX9598" y="csY9598"/>
              </a:cxn>
              <a:cxn ang="0">
                <a:pos x="csX9599" y="csY9599"/>
              </a:cxn>
              <a:cxn ang="0">
                <a:pos x="csX9600" y="csY9600"/>
              </a:cxn>
              <a:cxn ang="0">
                <a:pos x="csX9601" y="csY9601"/>
              </a:cxn>
              <a:cxn ang="0">
                <a:pos x="csX9602" y="csY9602"/>
              </a:cxn>
              <a:cxn ang="0">
                <a:pos x="csX9603" y="csY9603"/>
              </a:cxn>
              <a:cxn ang="0">
                <a:pos x="csX9604" y="csY9604"/>
              </a:cxn>
              <a:cxn ang="0">
                <a:pos x="csX9605" y="csY9605"/>
              </a:cxn>
              <a:cxn ang="0">
                <a:pos x="csX9606" y="csY9606"/>
              </a:cxn>
              <a:cxn ang="0">
                <a:pos x="csX9607" y="csY9607"/>
              </a:cxn>
              <a:cxn ang="0">
                <a:pos x="csX9608" y="csY9608"/>
              </a:cxn>
              <a:cxn ang="0">
                <a:pos x="csX9609" y="csY9609"/>
              </a:cxn>
              <a:cxn ang="0">
                <a:pos x="csX9610" y="csY9610"/>
              </a:cxn>
              <a:cxn ang="0">
                <a:pos x="csX9611" y="csY9611"/>
              </a:cxn>
              <a:cxn ang="0">
                <a:pos x="csX9612" y="csY9612"/>
              </a:cxn>
              <a:cxn ang="0">
                <a:pos x="csX9613" y="csY9613"/>
              </a:cxn>
              <a:cxn ang="0">
                <a:pos x="csX9614" y="csY9614"/>
              </a:cxn>
              <a:cxn ang="0">
                <a:pos x="csX9615" y="csY9615"/>
              </a:cxn>
              <a:cxn ang="0">
                <a:pos x="csX9616" y="csY9616"/>
              </a:cxn>
              <a:cxn ang="0">
                <a:pos x="csX9617" y="csY9617"/>
              </a:cxn>
              <a:cxn ang="0">
                <a:pos x="csX9618" y="csY9618"/>
              </a:cxn>
              <a:cxn ang="0">
                <a:pos x="csX9619" y="csY9619"/>
              </a:cxn>
              <a:cxn ang="0">
                <a:pos x="csX9620" y="csY9620"/>
              </a:cxn>
              <a:cxn ang="0">
                <a:pos x="csX9621" y="csY9621"/>
              </a:cxn>
              <a:cxn ang="0">
                <a:pos x="csX9622" y="csY9622"/>
              </a:cxn>
              <a:cxn ang="0">
                <a:pos x="csX9623" y="csY9623"/>
              </a:cxn>
              <a:cxn ang="0">
                <a:pos x="csX9624" y="csY9624"/>
              </a:cxn>
              <a:cxn ang="0">
                <a:pos x="csX9625" y="csY9625"/>
              </a:cxn>
              <a:cxn ang="0">
                <a:pos x="csX9626" y="csY9626"/>
              </a:cxn>
              <a:cxn ang="0">
                <a:pos x="csX9627" y="csY9627"/>
              </a:cxn>
              <a:cxn ang="0">
                <a:pos x="csX9628" y="csY9628"/>
              </a:cxn>
              <a:cxn ang="0">
                <a:pos x="csX9629" y="csY9629"/>
              </a:cxn>
              <a:cxn ang="0">
                <a:pos x="csX9630" y="csY9630"/>
              </a:cxn>
              <a:cxn ang="0">
                <a:pos x="csX9631" y="csY9631"/>
              </a:cxn>
              <a:cxn ang="0">
                <a:pos x="csX9632" y="csY9632"/>
              </a:cxn>
              <a:cxn ang="0">
                <a:pos x="csX9633" y="csY9633"/>
              </a:cxn>
              <a:cxn ang="0">
                <a:pos x="csX9634" y="csY9634"/>
              </a:cxn>
              <a:cxn ang="0">
                <a:pos x="csX9635" y="csY9635"/>
              </a:cxn>
              <a:cxn ang="0">
                <a:pos x="csX9636" y="csY9636"/>
              </a:cxn>
              <a:cxn ang="0">
                <a:pos x="csX9637" y="csY9637"/>
              </a:cxn>
              <a:cxn ang="0">
                <a:pos x="csX9638" y="csY9638"/>
              </a:cxn>
              <a:cxn ang="0">
                <a:pos x="csX9639" y="csY9639"/>
              </a:cxn>
              <a:cxn ang="0">
                <a:pos x="csX9640" y="csY9640"/>
              </a:cxn>
              <a:cxn ang="0">
                <a:pos x="csX9641" y="csY9641"/>
              </a:cxn>
              <a:cxn ang="0">
                <a:pos x="csX9642" y="csY9642"/>
              </a:cxn>
              <a:cxn ang="0">
                <a:pos x="csX9643" y="csY9643"/>
              </a:cxn>
              <a:cxn ang="0">
                <a:pos x="csX9644" y="csY9644"/>
              </a:cxn>
              <a:cxn ang="0">
                <a:pos x="csX9645" y="csY9645"/>
              </a:cxn>
              <a:cxn ang="0">
                <a:pos x="csX9646" y="csY9646"/>
              </a:cxn>
              <a:cxn ang="0">
                <a:pos x="csX9647" y="csY9647"/>
              </a:cxn>
              <a:cxn ang="0">
                <a:pos x="csX9648" y="csY9648"/>
              </a:cxn>
              <a:cxn ang="0">
                <a:pos x="csX9649" y="csY9649"/>
              </a:cxn>
              <a:cxn ang="0">
                <a:pos x="csX9650" y="csY9650"/>
              </a:cxn>
              <a:cxn ang="0">
                <a:pos x="csX9651" y="csY9651"/>
              </a:cxn>
              <a:cxn ang="0">
                <a:pos x="csX9652" y="csY9652"/>
              </a:cxn>
              <a:cxn ang="0">
                <a:pos x="csX9653" y="csY9653"/>
              </a:cxn>
              <a:cxn ang="0">
                <a:pos x="csX9654" y="csY9654"/>
              </a:cxn>
              <a:cxn ang="0">
                <a:pos x="csX9655" y="csY9655"/>
              </a:cxn>
              <a:cxn ang="0">
                <a:pos x="csX9656" y="csY9656"/>
              </a:cxn>
              <a:cxn ang="0">
                <a:pos x="csX9657" y="csY9657"/>
              </a:cxn>
              <a:cxn ang="0">
                <a:pos x="csX9658" y="csY9658"/>
              </a:cxn>
              <a:cxn ang="0">
                <a:pos x="csX9659" y="csY9659"/>
              </a:cxn>
              <a:cxn ang="0">
                <a:pos x="csX9660" y="csY9660"/>
              </a:cxn>
              <a:cxn ang="0">
                <a:pos x="csX9661" y="csY9661"/>
              </a:cxn>
              <a:cxn ang="0">
                <a:pos x="csX9662" y="csY9662"/>
              </a:cxn>
              <a:cxn ang="0">
                <a:pos x="csX9663" y="csY9663"/>
              </a:cxn>
              <a:cxn ang="0">
                <a:pos x="csX9664" y="csY9664"/>
              </a:cxn>
              <a:cxn ang="0">
                <a:pos x="csX9665" y="csY9665"/>
              </a:cxn>
              <a:cxn ang="0">
                <a:pos x="csX9666" y="csY9666"/>
              </a:cxn>
              <a:cxn ang="0">
                <a:pos x="csX9667" y="csY9667"/>
              </a:cxn>
              <a:cxn ang="0">
                <a:pos x="csX9668" y="csY9668"/>
              </a:cxn>
              <a:cxn ang="0">
                <a:pos x="csX9669" y="csY9669"/>
              </a:cxn>
              <a:cxn ang="0">
                <a:pos x="csX9670" y="csY9670"/>
              </a:cxn>
              <a:cxn ang="0">
                <a:pos x="csX9671" y="csY9671"/>
              </a:cxn>
              <a:cxn ang="0">
                <a:pos x="csX9672" y="csY9672"/>
              </a:cxn>
              <a:cxn ang="0">
                <a:pos x="csX9673" y="csY9673"/>
              </a:cxn>
              <a:cxn ang="0">
                <a:pos x="csX9674" y="csY9674"/>
              </a:cxn>
              <a:cxn ang="0">
                <a:pos x="csX9675" y="csY9675"/>
              </a:cxn>
              <a:cxn ang="0">
                <a:pos x="csX9676" y="csY9676"/>
              </a:cxn>
              <a:cxn ang="0">
                <a:pos x="csX9677" y="csY9677"/>
              </a:cxn>
              <a:cxn ang="0">
                <a:pos x="csX9678" y="csY9678"/>
              </a:cxn>
              <a:cxn ang="0">
                <a:pos x="csX9679" y="csY9679"/>
              </a:cxn>
              <a:cxn ang="0">
                <a:pos x="csX9680" y="csY9680"/>
              </a:cxn>
              <a:cxn ang="0">
                <a:pos x="csX9681" y="csY9681"/>
              </a:cxn>
              <a:cxn ang="0">
                <a:pos x="csX9682" y="csY9682"/>
              </a:cxn>
              <a:cxn ang="0">
                <a:pos x="csX9683" y="csY9683"/>
              </a:cxn>
              <a:cxn ang="0">
                <a:pos x="csX9684" y="csY9684"/>
              </a:cxn>
              <a:cxn ang="0">
                <a:pos x="csX9685" y="csY9685"/>
              </a:cxn>
              <a:cxn ang="0">
                <a:pos x="csX9686" y="csY9686"/>
              </a:cxn>
              <a:cxn ang="0">
                <a:pos x="csX9687" y="csY9687"/>
              </a:cxn>
              <a:cxn ang="0">
                <a:pos x="csX9688" y="csY9688"/>
              </a:cxn>
              <a:cxn ang="0">
                <a:pos x="csX9689" y="csY9689"/>
              </a:cxn>
              <a:cxn ang="0">
                <a:pos x="csX9690" y="csY9690"/>
              </a:cxn>
              <a:cxn ang="0">
                <a:pos x="csX9691" y="csY9691"/>
              </a:cxn>
              <a:cxn ang="0">
                <a:pos x="csX9692" y="csY9692"/>
              </a:cxn>
              <a:cxn ang="0">
                <a:pos x="csX9693" y="csY9693"/>
              </a:cxn>
              <a:cxn ang="0">
                <a:pos x="csX9694" y="csY9694"/>
              </a:cxn>
              <a:cxn ang="0">
                <a:pos x="csX9695" y="csY9695"/>
              </a:cxn>
              <a:cxn ang="0">
                <a:pos x="csX9696" y="csY9696"/>
              </a:cxn>
              <a:cxn ang="0">
                <a:pos x="csX9697" y="csY9697"/>
              </a:cxn>
              <a:cxn ang="0">
                <a:pos x="csX9698" y="csY9698"/>
              </a:cxn>
              <a:cxn ang="0">
                <a:pos x="csX9699" y="csY9699"/>
              </a:cxn>
              <a:cxn ang="0">
                <a:pos x="csX9700" y="csY9700"/>
              </a:cxn>
              <a:cxn ang="0">
                <a:pos x="csX9701" y="csY9701"/>
              </a:cxn>
              <a:cxn ang="0">
                <a:pos x="csX9702" y="csY9702"/>
              </a:cxn>
              <a:cxn ang="0">
                <a:pos x="csX9703" y="csY9703"/>
              </a:cxn>
              <a:cxn ang="0">
                <a:pos x="csX9704" y="csY9704"/>
              </a:cxn>
              <a:cxn ang="0">
                <a:pos x="csX9705" y="csY9705"/>
              </a:cxn>
              <a:cxn ang="0">
                <a:pos x="csX9706" y="csY9706"/>
              </a:cxn>
              <a:cxn ang="0">
                <a:pos x="csX9707" y="csY9707"/>
              </a:cxn>
              <a:cxn ang="0">
                <a:pos x="csX9708" y="csY9708"/>
              </a:cxn>
              <a:cxn ang="0">
                <a:pos x="csX9709" y="csY9709"/>
              </a:cxn>
              <a:cxn ang="0">
                <a:pos x="csX9710" y="csY9710"/>
              </a:cxn>
              <a:cxn ang="0">
                <a:pos x="csX9711" y="csY9711"/>
              </a:cxn>
              <a:cxn ang="0">
                <a:pos x="csX9712" y="csY9712"/>
              </a:cxn>
              <a:cxn ang="0">
                <a:pos x="csX9713" y="csY9713"/>
              </a:cxn>
              <a:cxn ang="0">
                <a:pos x="csX9714" y="csY9714"/>
              </a:cxn>
              <a:cxn ang="0">
                <a:pos x="csX9715" y="csY9715"/>
              </a:cxn>
              <a:cxn ang="0">
                <a:pos x="csX9716" y="csY9716"/>
              </a:cxn>
              <a:cxn ang="0">
                <a:pos x="csX9717" y="csY9717"/>
              </a:cxn>
              <a:cxn ang="0">
                <a:pos x="csX9718" y="csY9718"/>
              </a:cxn>
              <a:cxn ang="0">
                <a:pos x="csX9719" y="csY9719"/>
              </a:cxn>
              <a:cxn ang="0">
                <a:pos x="csX9720" y="csY9720"/>
              </a:cxn>
              <a:cxn ang="0">
                <a:pos x="csX9721" y="csY9721"/>
              </a:cxn>
              <a:cxn ang="0">
                <a:pos x="csX9722" y="csY9722"/>
              </a:cxn>
              <a:cxn ang="0">
                <a:pos x="csX9723" y="csY9723"/>
              </a:cxn>
              <a:cxn ang="0">
                <a:pos x="csX9724" y="csY9724"/>
              </a:cxn>
              <a:cxn ang="0">
                <a:pos x="csX9725" y="csY9725"/>
              </a:cxn>
              <a:cxn ang="0">
                <a:pos x="csX9726" y="csY9726"/>
              </a:cxn>
              <a:cxn ang="0">
                <a:pos x="csX9727" y="csY9727"/>
              </a:cxn>
              <a:cxn ang="0">
                <a:pos x="csX9728" y="csY9728"/>
              </a:cxn>
              <a:cxn ang="0">
                <a:pos x="csX9729" y="csY9729"/>
              </a:cxn>
              <a:cxn ang="0">
                <a:pos x="csX9730" y="csY9730"/>
              </a:cxn>
              <a:cxn ang="0">
                <a:pos x="csX9731" y="csY9731"/>
              </a:cxn>
              <a:cxn ang="0">
                <a:pos x="csX9732" y="csY9732"/>
              </a:cxn>
              <a:cxn ang="0">
                <a:pos x="csX9733" y="csY9733"/>
              </a:cxn>
              <a:cxn ang="0">
                <a:pos x="csX9734" y="csY9734"/>
              </a:cxn>
              <a:cxn ang="0">
                <a:pos x="csX9735" y="csY9735"/>
              </a:cxn>
              <a:cxn ang="0">
                <a:pos x="csX9736" y="csY9736"/>
              </a:cxn>
              <a:cxn ang="0">
                <a:pos x="csX9737" y="csY9737"/>
              </a:cxn>
              <a:cxn ang="0">
                <a:pos x="csX9738" y="csY9738"/>
              </a:cxn>
              <a:cxn ang="0">
                <a:pos x="csX9739" y="csY9739"/>
              </a:cxn>
              <a:cxn ang="0">
                <a:pos x="csX9740" y="csY9740"/>
              </a:cxn>
              <a:cxn ang="0">
                <a:pos x="csX9741" y="csY9741"/>
              </a:cxn>
              <a:cxn ang="0">
                <a:pos x="csX9742" y="csY9742"/>
              </a:cxn>
              <a:cxn ang="0">
                <a:pos x="csX9743" y="csY9743"/>
              </a:cxn>
              <a:cxn ang="0">
                <a:pos x="csX9744" y="csY9744"/>
              </a:cxn>
              <a:cxn ang="0">
                <a:pos x="csX9745" y="csY9745"/>
              </a:cxn>
              <a:cxn ang="0">
                <a:pos x="csX9746" y="csY9746"/>
              </a:cxn>
              <a:cxn ang="0">
                <a:pos x="csX9747" y="csY9747"/>
              </a:cxn>
              <a:cxn ang="0">
                <a:pos x="csX9748" y="csY9748"/>
              </a:cxn>
              <a:cxn ang="0">
                <a:pos x="csX9749" y="csY9749"/>
              </a:cxn>
              <a:cxn ang="0">
                <a:pos x="csX9750" y="csY9750"/>
              </a:cxn>
              <a:cxn ang="0">
                <a:pos x="csX9751" y="csY9751"/>
              </a:cxn>
              <a:cxn ang="0">
                <a:pos x="csX9752" y="csY9752"/>
              </a:cxn>
              <a:cxn ang="0">
                <a:pos x="csX9753" y="csY9753"/>
              </a:cxn>
              <a:cxn ang="0">
                <a:pos x="csX9754" y="csY9754"/>
              </a:cxn>
              <a:cxn ang="0">
                <a:pos x="csX9755" y="csY9755"/>
              </a:cxn>
              <a:cxn ang="0">
                <a:pos x="csX9756" y="csY9756"/>
              </a:cxn>
              <a:cxn ang="0">
                <a:pos x="csX9757" y="csY9757"/>
              </a:cxn>
              <a:cxn ang="0">
                <a:pos x="csX9758" y="csY9758"/>
              </a:cxn>
              <a:cxn ang="0">
                <a:pos x="csX9759" y="csY9759"/>
              </a:cxn>
              <a:cxn ang="0">
                <a:pos x="csX9760" y="csY9760"/>
              </a:cxn>
              <a:cxn ang="0">
                <a:pos x="csX9761" y="csY9761"/>
              </a:cxn>
              <a:cxn ang="0">
                <a:pos x="csX9762" y="csY9762"/>
              </a:cxn>
              <a:cxn ang="0">
                <a:pos x="csX9763" y="csY9763"/>
              </a:cxn>
              <a:cxn ang="0">
                <a:pos x="csX9764" y="csY9764"/>
              </a:cxn>
              <a:cxn ang="0">
                <a:pos x="csX9765" y="csY9765"/>
              </a:cxn>
              <a:cxn ang="0">
                <a:pos x="csX9766" y="csY9766"/>
              </a:cxn>
              <a:cxn ang="0">
                <a:pos x="csX9767" y="csY9767"/>
              </a:cxn>
              <a:cxn ang="0">
                <a:pos x="csX9768" y="csY9768"/>
              </a:cxn>
              <a:cxn ang="0">
                <a:pos x="csX9769" y="csY9769"/>
              </a:cxn>
              <a:cxn ang="0">
                <a:pos x="csX9770" y="csY9770"/>
              </a:cxn>
              <a:cxn ang="0">
                <a:pos x="csX9771" y="csY9771"/>
              </a:cxn>
              <a:cxn ang="0">
                <a:pos x="csX9772" y="csY9772"/>
              </a:cxn>
              <a:cxn ang="0">
                <a:pos x="csX9773" y="csY9773"/>
              </a:cxn>
              <a:cxn ang="0">
                <a:pos x="csX9774" y="csY9774"/>
              </a:cxn>
              <a:cxn ang="0">
                <a:pos x="csX9775" y="csY9775"/>
              </a:cxn>
              <a:cxn ang="0">
                <a:pos x="csX9776" y="csY9776"/>
              </a:cxn>
              <a:cxn ang="0">
                <a:pos x="csX9777" y="csY9777"/>
              </a:cxn>
              <a:cxn ang="0">
                <a:pos x="csX9778" y="csY9778"/>
              </a:cxn>
              <a:cxn ang="0">
                <a:pos x="csX9779" y="csY9779"/>
              </a:cxn>
              <a:cxn ang="0">
                <a:pos x="csX9780" y="csY9780"/>
              </a:cxn>
              <a:cxn ang="0">
                <a:pos x="csX9781" y="csY9781"/>
              </a:cxn>
              <a:cxn ang="0">
                <a:pos x="csX9782" y="csY9782"/>
              </a:cxn>
              <a:cxn ang="0">
                <a:pos x="csX9783" y="csY9783"/>
              </a:cxn>
              <a:cxn ang="0">
                <a:pos x="csX9784" y="csY9784"/>
              </a:cxn>
              <a:cxn ang="0">
                <a:pos x="csX9785" y="csY9785"/>
              </a:cxn>
              <a:cxn ang="0">
                <a:pos x="csX9786" y="csY9786"/>
              </a:cxn>
              <a:cxn ang="0">
                <a:pos x="csX9787" y="csY9787"/>
              </a:cxn>
              <a:cxn ang="0">
                <a:pos x="csX9788" y="csY9788"/>
              </a:cxn>
              <a:cxn ang="0">
                <a:pos x="csX9789" y="csY9789"/>
              </a:cxn>
              <a:cxn ang="0">
                <a:pos x="csX9790" y="csY9790"/>
              </a:cxn>
              <a:cxn ang="0">
                <a:pos x="csX9791" y="csY9791"/>
              </a:cxn>
              <a:cxn ang="0">
                <a:pos x="csX9792" y="csY9792"/>
              </a:cxn>
              <a:cxn ang="0">
                <a:pos x="csX9793" y="csY9793"/>
              </a:cxn>
              <a:cxn ang="0">
                <a:pos x="csX9794" y="csY9794"/>
              </a:cxn>
              <a:cxn ang="0">
                <a:pos x="csX9795" y="csY9795"/>
              </a:cxn>
              <a:cxn ang="0">
                <a:pos x="csX9796" y="csY9796"/>
              </a:cxn>
              <a:cxn ang="0">
                <a:pos x="csX9797" y="csY9797"/>
              </a:cxn>
              <a:cxn ang="0">
                <a:pos x="csX9798" y="csY9798"/>
              </a:cxn>
              <a:cxn ang="0">
                <a:pos x="csX9799" y="csY9799"/>
              </a:cxn>
              <a:cxn ang="0">
                <a:pos x="csX9800" y="csY9800"/>
              </a:cxn>
              <a:cxn ang="0">
                <a:pos x="csX9801" y="csY9801"/>
              </a:cxn>
              <a:cxn ang="0">
                <a:pos x="csX9802" y="csY9802"/>
              </a:cxn>
              <a:cxn ang="0">
                <a:pos x="csX9803" y="csY9803"/>
              </a:cxn>
              <a:cxn ang="0">
                <a:pos x="csX9804" y="csY9804"/>
              </a:cxn>
              <a:cxn ang="0">
                <a:pos x="csX9805" y="csY9805"/>
              </a:cxn>
              <a:cxn ang="0">
                <a:pos x="csX9806" y="csY9806"/>
              </a:cxn>
              <a:cxn ang="0">
                <a:pos x="csX9807" y="csY9807"/>
              </a:cxn>
              <a:cxn ang="0">
                <a:pos x="csX9808" y="csY9808"/>
              </a:cxn>
              <a:cxn ang="0">
                <a:pos x="csX9809" y="csY9809"/>
              </a:cxn>
              <a:cxn ang="0">
                <a:pos x="csX9810" y="csY9810"/>
              </a:cxn>
              <a:cxn ang="0">
                <a:pos x="csX9811" y="csY9811"/>
              </a:cxn>
              <a:cxn ang="0">
                <a:pos x="csX9812" y="csY9812"/>
              </a:cxn>
              <a:cxn ang="0">
                <a:pos x="csX9813" y="csY9813"/>
              </a:cxn>
              <a:cxn ang="0">
                <a:pos x="csX9814" y="csY9814"/>
              </a:cxn>
              <a:cxn ang="0">
                <a:pos x="csX9815" y="csY9815"/>
              </a:cxn>
              <a:cxn ang="0">
                <a:pos x="csX9816" y="csY9816"/>
              </a:cxn>
              <a:cxn ang="0">
                <a:pos x="csX9817" y="csY9817"/>
              </a:cxn>
              <a:cxn ang="0">
                <a:pos x="csX9818" y="csY9818"/>
              </a:cxn>
              <a:cxn ang="0">
                <a:pos x="csX9819" y="csY9819"/>
              </a:cxn>
              <a:cxn ang="0">
                <a:pos x="csX9820" y="csY9820"/>
              </a:cxn>
              <a:cxn ang="0">
                <a:pos x="csX9821" y="csY9821"/>
              </a:cxn>
              <a:cxn ang="0">
                <a:pos x="csX9822" y="csY9822"/>
              </a:cxn>
              <a:cxn ang="0">
                <a:pos x="csX9823" y="csY9823"/>
              </a:cxn>
              <a:cxn ang="0">
                <a:pos x="csX9824" y="csY9824"/>
              </a:cxn>
              <a:cxn ang="0">
                <a:pos x="csX9825" y="csY9825"/>
              </a:cxn>
              <a:cxn ang="0">
                <a:pos x="csX9826" y="csY9826"/>
              </a:cxn>
              <a:cxn ang="0">
                <a:pos x="csX9827" y="csY9827"/>
              </a:cxn>
              <a:cxn ang="0">
                <a:pos x="csX9828" y="csY9828"/>
              </a:cxn>
              <a:cxn ang="0">
                <a:pos x="csX9829" y="csY9829"/>
              </a:cxn>
              <a:cxn ang="0">
                <a:pos x="csX9830" y="csY9830"/>
              </a:cxn>
              <a:cxn ang="0">
                <a:pos x="csX9831" y="csY9831"/>
              </a:cxn>
              <a:cxn ang="0">
                <a:pos x="csX9832" y="csY9832"/>
              </a:cxn>
              <a:cxn ang="0">
                <a:pos x="csX9833" y="csY9833"/>
              </a:cxn>
              <a:cxn ang="0">
                <a:pos x="csX9834" y="csY9834"/>
              </a:cxn>
              <a:cxn ang="0">
                <a:pos x="csX9835" y="csY9835"/>
              </a:cxn>
              <a:cxn ang="0">
                <a:pos x="csX9836" y="csY9836"/>
              </a:cxn>
              <a:cxn ang="0">
                <a:pos x="csX9837" y="csY9837"/>
              </a:cxn>
              <a:cxn ang="0">
                <a:pos x="csX9838" y="csY9838"/>
              </a:cxn>
              <a:cxn ang="0">
                <a:pos x="csX9839" y="csY9839"/>
              </a:cxn>
              <a:cxn ang="0">
                <a:pos x="csX9840" y="csY9840"/>
              </a:cxn>
              <a:cxn ang="0">
                <a:pos x="csX9841" y="csY9841"/>
              </a:cxn>
              <a:cxn ang="0">
                <a:pos x="csX9842" y="csY9842"/>
              </a:cxn>
              <a:cxn ang="0">
                <a:pos x="csX9843" y="csY9843"/>
              </a:cxn>
              <a:cxn ang="0">
                <a:pos x="csX9844" y="csY9844"/>
              </a:cxn>
              <a:cxn ang="0">
                <a:pos x="csX9845" y="csY9845"/>
              </a:cxn>
              <a:cxn ang="0">
                <a:pos x="csX9846" y="csY9846"/>
              </a:cxn>
              <a:cxn ang="0">
                <a:pos x="csX9847" y="csY9847"/>
              </a:cxn>
              <a:cxn ang="0">
                <a:pos x="csX9848" y="csY9848"/>
              </a:cxn>
              <a:cxn ang="0">
                <a:pos x="csX9849" y="csY9849"/>
              </a:cxn>
              <a:cxn ang="0">
                <a:pos x="csX9850" y="csY9850"/>
              </a:cxn>
              <a:cxn ang="0">
                <a:pos x="csX9851" y="csY9851"/>
              </a:cxn>
              <a:cxn ang="0">
                <a:pos x="csX9852" y="csY9852"/>
              </a:cxn>
              <a:cxn ang="0">
                <a:pos x="csX9853" y="csY9853"/>
              </a:cxn>
              <a:cxn ang="0">
                <a:pos x="csX9854" y="csY9854"/>
              </a:cxn>
              <a:cxn ang="0">
                <a:pos x="csX9855" y="csY9855"/>
              </a:cxn>
              <a:cxn ang="0">
                <a:pos x="csX9856" y="csY9856"/>
              </a:cxn>
              <a:cxn ang="0">
                <a:pos x="csX9857" y="csY9857"/>
              </a:cxn>
              <a:cxn ang="0">
                <a:pos x="csX9858" y="csY9858"/>
              </a:cxn>
              <a:cxn ang="0">
                <a:pos x="csX9859" y="csY9859"/>
              </a:cxn>
              <a:cxn ang="0">
                <a:pos x="csX9860" y="csY9860"/>
              </a:cxn>
              <a:cxn ang="0">
                <a:pos x="csX9861" y="csY9861"/>
              </a:cxn>
              <a:cxn ang="0">
                <a:pos x="csX9862" y="csY9862"/>
              </a:cxn>
              <a:cxn ang="0">
                <a:pos x="csX9863" y="csY9863"/>
              </a:cxn>
              <a:cxn ang="0">
                <a:pos x="csX9864" y="csY9864"/>
              </a:cxn>
              <a:cxn ang="0">
                <a:pos x="csX9865" y="csY9865"/>
              </a:cxn>
              <a:cxn ang="0">
                <a:pos x="csX9866" y="csY9866"/>
              </a:cxn>
              <a:cxn ang="0">
                <a:pos x="csX9867" y="csY9867"/>
              </a:cxn>
              <a:cxn ang="0">
                <a:pos x="csX9868" y="csY9868"/>
              </a:cxn>
              <a:cxn ang="0">
                <a:pos x="csX9869" y="csY9869"/>
              </a:cxn>
              <a:cxn ang="0">
                <a:pos x="csX9870" y="csY9870"/>
              </a:cxn>
              <a:cxn ang="0">
                <a:pos x="csX9871" y="csY9871"/>
              </a:cxn>
              <a:cxn ang="0">
                <a:pos x="csX9872" y="csY9872"/>
              </a:cxn>
              <a:cxn ang="0">
                <a:pos x="csX9873" y="csY9873"/>
              </a:cxn>
              <a:cxn ang="0">
                <a:pos x="csX9874" y="csY9874"/>
              </a:cxn>
              <a:cxn ang="0">
                <a:pos x="csX9875" y="csY9875"/>
              </a:cxn>
              <a:cxn ang="0">
                <a:pos x="csX9876" y="csY9876"/>
              </a:cxn>
              <a:cxn ang="0">
                <a:pos x="csX9877" y="csY9877"/>
              </a:cxn>
              <a:cxn ang="0">
                <a:pos x="csX9878" y="csY9878"/>
              </a:cxn>
              <a:cxn ang="0">
                <a:pos x="csX9879" y="csY9879"/>
              </a:cxn>
              <a:cxn ang="0">
                <a:pos x="csX9880" y="csY9880"/>
              </a:cxn>
              <a:cxn ang="0">
                <a:pos x="csX9881" y="csY9881"/>
              </a:cxn>
              <a:cxn ang="0">
                <a:pos x="csX9882" y="csY9882"/>
              </a:cxn>
              <a:cxn ang="0">
                <a:pos x="csX9883" y="csY9883"/>
              </a:cxn>
              <a:cxn ang="0">
                <a:pos x="csX9884" y="csY9884"/>
              </a:cxn>
              <a:cxn ang="0">
                <a:pos x="csX9885" y="csY9885"/>
              </a:cxn>
              <a:cxn ang="0">
                <a:pos x="csX9886" y="csY9886"/>
              </a:cxn>
              <a:cxn ang="0">
                <a:pos x="csX9887" y="csY9887"/>
              </a:cxn>
              <a:cxn ang="0">
                <a:pos x="csX9888" y="csY9888"/>
              </a:cxn>
              <a:cxn ang="0">
                <a:pos x="csX9889" y="csY9889"/>
              </a:cxn>
              <a:cxn ang="0">
                <a:pos x="csX9890" y="csY9890"/>
              </a:cxn>
              <a:cxn ang="0">
                <a:pos x="csX9891" y="csY9891"/>
              </a:cxn>
              <a:cxn ang="0">
                <a:pos x="csX9892" y="csY9892"/>
              </a:cxn>
              <a:cxn ang="0">
                <a:pos x="csX9893" y="csY9893"/>
              </a:cxn>
              <a:cxn ang="0">
                <a:pos x="csX9894" y="csY9894"/>
              </a:cxn>
              <a:cxn ang="0">
                <a:pos x="csX9895" y="csY9895"/>
              </a:cxn>
              <a:cxn ang="0">
                <a:pos x="csX9896" y="csY9896"/>
              </a:cxn>
              <a:cxn ang="0">
                <a:pos x="csX9897" y="csY9897"/>
              </a:cxn>
              <a:cxn ang="0">
                <a:pos x="csX9898" y="csY9898"/>
              </a:cxn>
              <a:cxn ang="0">
                <a:pos x="csX9899" y="csY9899"/>
              </a:cxn>
              <a:cxn ang="0">
                <a:pos x="csX9900" y="csY9900"/>
              </a:cxn>
              <a:cxn ang="0">
                <a:pos x="csX9901" y="csY9901"/>
              </a:cxn>
              <a:cxn ang="0">
                <a:pos x="csX9902" y="csY9902"/>
              </a:cxn>
              <a:cxn ang="0">
                <a:pos x="csX9903" y="csY9903"/>
              </a:cxn>
              <a:cxn ang="0">
                <a:pos x="csX9904" y="csY9904"/>
              </a:cxn>
              <a:cxn ang="0">
                <a:pos x="csX9905" y="csY9905"/>
              </a:cxn>
              <a:cxn ang="0">
                <a:pos x="csX9906" y="csY9906"/>
              </a:cxn>
              <a:cxn ang="0">
                <a:pos x="csX9907" y="csY9907"/>
              </a:cxn>
              <a:cxn ang="0">
                <a:pos x="csX9908" y="csY9908"/>
              </a:cxn>
              <a:cxn ang="0">
                <a:pos x="csX9909" y="csY9909"/>
              </a:cxn>
              <a:cxn ang="0">
                <a:pos x="csX9910" y="csY9910"/>
              </a:cxn>
              <a:cxn ang="0">
                <a:pos x="csX9911" y="csY9911"/>
              </a:cxn>
              <a:cxn ang="0">
                <a:pos x="csX9912" y="csY9912"/>
              </a:cxn>
              <a:cxn ang="0">
                <a:pos x="csX9913" y="csY9913"/>
              </a:cxn>
              <a:cxn ang="0">
                <a:pos x="csX9914" y="csY9914"/>
              </a:cxn>
              <a:cxn ang="0">
                <a:pos x="csX9915" y="csY9915"/>
              </a:cxn>
              <a:cxn ang="0">
                <a:pos x="csX9916" y="csY9916"/>
              </a:cxn>
              <a:cxn ang="0">
                <a:pos x="csX9917" y="csY9917"/>
              </a:cxn>
              <a:cxn ang="0">
                <a:pos x="csX9918" y="csY9918"/>
              </a:cxn>
              <a:cxn ang="0">
                <a:pos x="csX9919" y="csY9919"/>
              </a:cxn>
              <a:cxn ang="0">
                <a:pos x="csX9920" y="csY9920"/>
              </a:cxn>
              <a:cxn ang="0">
                <a:pos x="csX9921" y="csY9921"/>
              </a:cxn>
              <a:cxn ang="0">
                <a:pos x="csX9922" y="csY9922"/>
              </a:cxn>
              <a:cxn ang="0">
                <a:pos x="csX9923" y="csY9923"/>
              </a:cxn>
              <a:cxn ang="0">
                <a:pos x="csX9924" y="csY9924"/>
              </a:cxn>
              <a:cxn ang="0">
                <a:pos x="csX9925" y="csY9925"/>
              </a:cxn>
              <a:cxn ang="0">
                <a:pos x="csX9926" y="csY9926"/>
              </a:cxn>
              <a:cxn ang="0">
                <a:pos x="csX9927" y="csY9927"/>
              </a:cxn>
              <a:cxn ang="0">
                <a:pos x="csX9928" y="csY9928"/>
              </a:cxn>
              <a:cxn ang="0">
                <a:pos x="csX9929" y="csY9929"/>
              </a:cxn>
              <a:cxn ang="0">
                <a:pos x="csX9930" y="csY9930"/>
              </a:cxn>
              <a:cxn ang="0">
                <a:pos x="csX9931" y="csY9931"/>
              </a:cxn>
              <a:cxn ang="0">
                <a:pos x="csX9932" y="csY9932"/>
              </a:cxn>
              <a:cxn ang="0">
                <a:pos x="csX9933" y="csY9933"/>
              </a:cxn>
              <a:cxn ang="0">
                <a:pos x="csX9934" y="csY9934"/>
              </a:cxn>
              <a:cxn ang="0">
                <a:pos x="csX9935" y="csY9935"/>
              </a:cxn>
              <a:cxn ang="0">
                <a:pos x="csX9936" y="csY9936"/>
              </a:cxn>
              <a:cxn ang="0">
                <a:pos x="csX9937" y="csY9937"/>
              </a:cxn>
              <a:cxn ang="0">
                <a:pos x="csX9938" y="csY9938"/>
              </a:cxn>
              <a:cxn ang="0">
                <a:pos x="csX9939" y="csY9939"/>
              </a:cxn>
              <a:cxn ang="0">
                <a:pos x="csX9940" y="csY9940"/>
              </a:cxn>
              <a:cxn ang="0">
                <a:pos x="csX9941" y="csY9941"/>
              </a:cxn>
              <a:cxn ang="0">
                <a:pos x="csX9942" y="csY9942"/>
              </a:cxn>
              <a:cxn ang="0">
                <a:pos x="csX9943" y="csY9943"/>
              </a:cxn>
              <a:cxn ang="0">
                <a:pos x="csX9944" y="csY9944"/>
              </a:cxn>
              <a:cxn ang="0">
                <a:pos x="csX9945" y="csY9945"/>
              </a:cxn>
              <a:cxn ang="0">
                <a:pos x="csX9946" y="csY9946"/>
              </a:cxn>
              <a:cxn ang="0">
                <a:pos x="csX9947" y="csY9947"/>
              </a:cxn>
              <a:cxn ang="0">
                <a:pos x="csX9948" y="csY9948"/>
              </a:cxn>
              <a:cxn ang="0">
                <a:pos x="csX9949" y="csY9949"/>
              </a:cxn>
              <a:cxn ang="0">
                <a:pos x="csX9950" y="csY9950"/>
              </a:cxn>
              <a:cxn ang="0">
                <a:pos x="csX9951" y="csY9951"/>
              </a:cxn>
              <a:cxn ang="0">
                <a:pos x="csX9952" y="csY9952"/>
              </a:cxn>
              <a:cxn ang="0">
                <a:pos x="csX9953" y="csY9953"/>
              </a:cxn>
              <a:cxn ang="0">
                <a:pos x="csX9954" y="csY9954"/>
              </a:cxn>
              <a:cxn ang="0">
                <a:pos x="csX9955" y="csY9955"/>
              </a:cxn>
              <a:cxn ang="0">
                <a:pos x="csX9956" y="csY9956"/>
              </a:cxn>
              <a:cxn ang="0">
                <a:pos x="csX9957" y="csY9957"/>
              </a:cxn>
              <a:cxn ang="0">
                <a:pos x="csX9958" y="csY9958"/>
              </a:cxn>
              <a:cxn ang="0">
                <a:pos x="csX9959" y="csY9959"/>
              </a:cxn>
              <a:cxn ang="0">
                <a:pos x="csX9960" y="csY9960"/>
              </a:cxn>
              <a:cxn ang="0">
                <a:pos x="csX9961" y="csY9961"/>
              </a:cxn>
              <a:cxn ang="0">
                <a:pos x="csX9962" y="csY9962"/>
              </a:cxn>
              <a:cxn ang="0">
                <a:pos x="csX9963" y="csY9963"/>
              </a:cxn>
              <a:cxn ang="0">
                <a:pos x="csX9964" y="csY9964"/>
              </a:cxn>
              <a:cxn ang="0">
                <a:pos x="csX9965" y="csY9965"/>
              </a:cxn>
              <a:cxn ang="0">
                <a:pos x="csX9966" y="csY9966"/>
              </a:cxn>
              <a:cxn ang="0">
                <a:pos x="csX9967" y="csY9967"/>
              </a:cxn>
              <a:cxn ang="0">
                <a:pos x="csX9968" y="csY9968"/>
              </a:cxn>
              <a:cxn ang="0">
                <a:pos x="csX9969" y="csY9969"/>
              </a:cxn>
              <a:cxn ang="0">
                <a:pos x="csX9970" y="csY9970"/>
              </a:cxn>
              <a:cxn ang="0">
                <a:pos x="csX9971" y="csY9971"/>
              </a:cxn>
              <a:cxn ang="0">
                <a:pos x="csX9972" y="csY9972"/>
              </a:cxn>
              <a:cxn ang="0">
                <a:pos x="csX9973" y="csY9973"/>
              </a:cxn>
              <a:cxn ang="0">
                <a:pos x="csX9974" y="csY9974"/>
              </a:cxn>
              <a:cxn ang="0">
                <a:pos x="csX9975" y="csY9975"/>
              </a:cxn>
              <a:cxn ang="0">
                <a:pos x="csX9976" y="csY9976"/>
              </a:cxn>
              <a:cxn ang="0">
                <a:pos x="csX9977" y="csY9977"/>
              </a:cxn>
              <a:cxn ang="0">
                <a:pos x="csX9978" y="csY9978"/>
              </a:cxn>
              <a:cxn ang="0">
                <a:pos x="csX9979" y="csY9979"/>
              </a:cxn>
              <a:cxn ang="0">
                <a:pos x="csX9980" y="csY9980"/>
              </a:cxn>
              <a:cxn ang="0">
                <a:pos x="csX9981" y="csY9981"/>
              </a:cxn>
              <a:cxn ang="0">
                <a:pos x="csX9982" y="csY9982"/>
              </a:cxn>
              <a:cxn ang="0">
                <a:pos x="csX9983" y="csY9983"/>
              </a:cxn>
              <a:cxn ang="0">
                <a:pos x="csX9984" y="csY9984"/>
              </a:cxn>
              <a:cxn ang="0">
                <a:pos x="csX9985" y="csY9985"/>
              </a:cxn>
              <a:cxn ang="0">
                <a:pos x="csX9986" y="csY9986"/>
              </a:cxn>
              <a:cxn ang="0">
                <a:pos x="csX9987" y="csY9987"/>
              </a:cxn>
              <a:cxn ang="0">
                <a:pos x="csX9988" y="csY9988"/>
              </a:cxn>
              <a:cxn ang="0">
                <a:pos x="csX9989" y="csY9989"/>
              </a:cxn>
              <a:cxn ang="0">
                <a:pos x="csX9990" y="csY9990"/>
              </a:cxn>
              <a:cxn ang="0">
                <a:pos x="csX9991" y="csY9991"/>
              </a:cxn>
              <a:cxn ang="0">
                <a:pos x="csX9992" y="csY9992"/>
              </a:cxn>
              <a:cxn ang="0">
                <a:pos x="csX9993" y="csY9993"/>
              </a:cxn>
              <a:cxn ang="0">
                <a:pos x="csX9994" y="csY9994"/>
              </a:cxn>
              <a:cxn ang="0">
                <a:pos x="csX9995" y="csY9995"/>
              </a:cxn>
              <a:cxn ang="0">
                <a:pos x="csX9996" y="csY9996"/>
              </a:cxn>
              <a:cxn ang="0">
                <a:pos x="csX9997" y="csY9997"/>
              </a:cxn>
              <a:cxn ang="0">
                <a:pos x="csX9998" y="csY9998"/>
              </a:cxn>
              <a:cxn ang="0">
                <a:pos x="csX9999" y="csY9999"/>
              </a:cxn>
            </a:cxnLst>
            <a:rect l="l" t="t" r="r" b="b"/>
            <a:pathLst>
              <a:path w="1723042" h="1114920">
                <a:moveTo>
                  <a:pt x="0" y="1114920"/>
                </a:moveTo>
                <a:lnTo>
                  <a:pt x="173" y="1114920"/>
                </a:lnTo>
                <a:lnTo>
                  <a:pt x="344" y="1114920"/>
                </a:lnTo>
                <a:lnTo>
                  <a:pt x="517" y="1114920"/>
                </a:lnTo>
                <a:lnTo>
                  <a:pt x="689" y="1114920"/>
                </a:lnTo>
                <a:lnTo>
                  <a:pt x="861" y="1114920"/>
                </a:lnTo>
                <a:lnTo>
                  <a:pt x="1034" y="1114920"/>
                </a:lnTo>
                <a:lnTo>
                  <a:pt x="1206" y="1114920"/>
                </a:lnTo>
                <a:lnTo>
                  <a:pt x="1379" y="1114920"/>
                </a:lnTo>
                <a:lnTo>
                  <a:pt x="1551" y="1114920"/>
                </a:lnTo>
                <a:lnTo>
                  <a:pt x="1723" y="1114920"/>
                </a:lnTo>
                <a:lnTo>
                  <a:pt x="1896" y="1114920"/>
                </a:lnTo>
                <a:lnTo>
                  <a:pt x="2068" y="1114920"/>
                </a:lnTo>
                <a:lnTo>
                  <a:pt x="2240" y="1114920"/>
                </a:lnTo>
                <a:lnTo>
                  <a:pt x="2413" y="1114920"/>
                </a:lnTo>
                <a:lnTo>
                  <a:pt x="2584" y="1114920"/>
                </a:lnTo>
                <a:lnTo>
                  <a:pt x="2757" y="1114920"/>
                </a:lnTo>
                <a:lnTo>
                  <a:pt x="2930" y="1114920"/>
                </a:lnTo>
                <a:lnTo>
                  <a:pt x="3101" y="1114920"/>
                </a:lnTo>
                <a:lnTo>
                  <a:pt x="3274" y="1114920"/>
                </a:lnTo>
                <a:lnTo>
                  <a:pt x="3446" y="1114920"/>
                </a:lnTo>
                <a:lnTo>
                  <a:pt x="3619" y="1114920"/>
                </a:lnTo>
                <a:lnTo>
                  <a:pt x="3791" y="1114920"/>
                </a:lnTo>
                <a:lnTo>
                  <a:pt x="3963" y="1114920"/>
                </a:lnTo>
                <a:lnTo>
                  <a:pt x="4136" y="1114920"/>
                </a:lnTo>
                <a:lnTo>
                  <a:pt x="4308" y="1114920"/>
                </a:lnTo>
                <a:lnTo>
                  <a:pt x="4480" y="1114920"/>
                </a:lnTo>
                <a:lnTo>
                  <a:pt x="4653" y="1114920"/>
                </a:lnTo>
                <a:lnTo>
                  <a:pt x="4825" y="1114920"/>
                </a:lnTo>
                <a:lnTo>
                  <a:pt x="4997" y="1114920"/>
                </a:lnTo>
                <a:lnTo>
                  <a:pt x="5170" y="1114920"/>
                </a:lnTo>
                <a:lnTo>
                  <a:pt x="5342" y="1114920"/>
                </a:lnTo>
                <a:lnTo>
                  <a:pt x="5514" y="1114920"/>
                </a:lnTo>
                <a:lnTo>
                  <a:pt x="5687" y="1114920"/>
                </a:lnTo>
                <a:lnTo>
                  <a:pt x="5859" y="1114920"/>
                </a:lnTo>
                <a:lnTo>
                  <a:pt x="6031" y="1114920"/>
                </a:lnTo>
                <a:lnTo>
                  <a:pt x="6203" y="1114920"/>
                </a:lnTo>
                <a:lnTo>
                  <a:pt x="6376" y="1114920"/>
                </a:lnTo>
                <a:lnTo>
                  <a:pt x="6548" y="1114920"/>
                </a:lnTo>
                <a:lnTo>
                  <a:pt x="6720" y="1114920"/>
                </a:lnTo>
                <a:lnTo>
                  <a:pt x="6893" y="1114920"/>
                </a:lnTo>
                <a:lnTo>
                  <a:pt x="7066" y="1114920"/>
                </a:lnTo>
                <a:lnTo>
                  <a:pt x="7237" y="1114920"/>
                </a:lnTo>
                <a:lnTo>
                  <a:pt x="7410" y="1114920"/>
                </a:lnTo>
                <a:lnTo>
                  <a:pt x="7582" y="1114920"/>
                </a:lnTo>
                <a:lnTo>
                  <a:pt x="7754" y="1114920"/>
                </a:lnTo>
                <a:lnTo>
                  <a:pt x="7927" y="1114920"/>
                </a:lnTo>
                <a:lnTo>
                  <a:pt x="8099" y="1114920"/>
                </a:lnTo>
                <a:lnTo>
                  <a:pt x="8271" y="1114920"/>
                </a:lnTo>
                <a:lnTo>
                  <a:pt x="8444" y="1114920"/>
                </a:lnTo>
                <a:lnTo>
                  <a:pt x="8616" y="1114920"/>
                </a:lnTo>
                <a:lnTo>
                  <a:pt x="8788" y="1114920"/>
                </a:lnTo>
                <a:lnTo>
                  <a:pt x="8960" y="1114920"/>
                </a:lnTo>
                <a:lnTo>
                  <a:pt x="9133" y="1114920"/>
                </a:lnTo>
                <a:lnTo>
                  <a:pt x="9306" y="1114920"/>
                </a:lnTo>
                <a:lnTo>
                  <a:pt x="9477" y="1114920"/>
                </a:lnTo>
                <a:lnTo>
                  <a:pt x="9650" y="1114920"/>
                </a:lnTo>
                <a:lnTo>
                  <a:pt x="9823" y="1114920"/>
                </a:lnTo>
                <a:lnTo>
                  <a:pt x="9994" y="1114920"/>
                </a:lnTo>
                <a:lnTo>
                  <a:pt x="10167" y="1114920"/>
                </a:lnTo>
                <a:lnTo>
                  <a:pt x="10339" y="1114920"/>
                </a:lnTo>
                <a:lnTo>
                  <a:pt x="10511" y="1114920"/>
                </a:lnTo>
                <a:lnTo>
                  <a:pt x="10684" y="1114920"/>
                </a:lnTo>
                <a:lnTo>
                  <a:pt x="10856" y="1114920"/>
                </a:lnTo>
                <a:lnTo>
                  <a:pt x="11029" y="1114920"/>
                </a:lnTo>
                <a:lnTo>
                  <a:pt x="11201" y="1114920"/>
                </a:lnTo>
                <a:lnTo>
                  <a:pt x="11373" y="1114920"/>
                </a:lnTo>
                <a:lnTo>
                  <a:pt x="11546" y="1114920"/>
                </a:lnTo>
                <a:lnTo>
                  <a:pt x="11718" y="1114920"/>
                </a:lnTo>
                <a:lnTo>
                  <a:pt x="11890" y="1114920"/>
                </a:lnTo>
                <a:lnTo>
                  <a:pt x="12063" y="1114920"/>
                </a:lnTo>
                <a:lnTo>
                  <a:pt x="12234" y="1114920"/>
                </a:lnTo>
                <a:lnTo>
                  <a:pt x="12407" y="1114920"/>
                </a:lnTo>
                <a:lnTo>
                  <a:pt x="12580" y="1114920"/>
                </a:lnTo>
                <a:lnTo>
                  <a:pt x="12752" y="1114920"/>
                </a:lnTo>
                <a:lnTo>
                  <a:pt x="12924" y="1114920"/>
                </a:lnTo>
                <a:lnTo>
                  <a:pt x="13096" y="1114920"/>
                </a:lnTo>
                <a:lnTo>
                  <a:pt x="13269" y="1114920"/>
                </a:lnTo>
                <a:lnTo>
                  <a:pt x="13441" y="1114920"/>
                </a:lnTo>
                <a:lnTo>
                  <a:pt x="13613" y="1114920"/>
                </a:lnTo>
                <a:lnTo>
                  <a:pt x="13786" y="1114920"/>
                </a:lnTo>
                <a:lnTo>
                  <a:pt x="13958" y="1114920"/>
                </a:lnTo>
                <a:lnTo>
                  <a:pt x="14130" y="1114920"/>
                </a:lnTo>
                <a:lnTo>
                  <a:pt x="14303" y="1114920"/>
                </a:lnTo>
                <a:lnTo>
                  <a:pt x="14475" y="1114920"/>
                </a:lnTo>
                <a:lnTo>
                  <a:pt x="14647" y="1114920"/>
                </a:lnTo>
                <a:lnTo>
                  <a:pt x="14820" y="1114920"/>
                </a:lnTo>
                <a:lnTo>
                  <a:pt x="14992" y="1114920"/>
                </a:lnTo>
                <a:lnTo>
                  <a:pt x="15164" y="1114920"/>
                </a:lnTo>
                <a:lnTo>
                  <a:pt x="15337" y="1114920"/>
                </a:lnTo>
                <a:lnTo>
                  <a:pt x="15509" y="1114920"/>
                </a:lnTo>
                <a:lnTo>
                  <a:pt x="15681" y="1114920"/>
                </a:lnTo>
                <a:lnTo>
                  <a:pt x="15853" y="1114920"/>
                </a:lnTo>
                <a:lnTo>
                  <a:pt x="16026" y="1114920"/>
                </a:lnTo>
                <a:lnTo>
                  <a:pt x="16198" y="1114920"/>
                </a:lnTo>
                <a:lnTo>
                  <a:pt x="16370" y="1114920"/>
                </a:lnTo>
                <a:lnTo>
                  <a:pt x="16543" y="1114920"/>
                </a:lnTo>
                <a:lnTo>
                  <a:pt x="16716" y="1114920"/>
                </a:lnTo>
                <a:lnTo>
                  <a:pt x="16887" y="1114920"/>
                </a:lnTo>
                <a:lnTo>
                  <a:pt x="17060" y="1114920"/>
                </a:lnTo>
                <a:lnTo>
                  <a:pt x="17232" y="1114920"/>
                </a:lnTo>
                <a:lnTo>
                  <a:pt x="17404" y="1114920"/>
                </a:lnTo>
                <a:lnTo>
                  <a:pt x="17577" y="1114920"/>
                </a:lnTo>
                <a:lnTo>
                  <a:pt x="17749" y="1114920"/>
                </a:lnTo>
                <a:lnTo>
                  <a:pt x="17921" y="1114920"/>
                </a:lnTo>
                <a:lnTo>
                  <a:pt x="18094" y="1114920"/>
                </a:lnTo>
                <a:lnTo>
                  <a:pt x="18266" y="1114920"/>
                </a:lnTo>
                <a:lnTo>
                  <a:pt x="18439" y="1114920"/>
                </a:lnTo>
                <a:lnTo>
                  <a:pt x="18610" y="1114920"/>
                </a:lnTo>
                <a:lnTo>
                  <a:pt x="18783" y="1114920"/>
                </a:lnTo>
                <a:lnTo>
                  <a:pt x="18956" y="1114920"/>
                </a:lnTo>
                <a:lnTo>
                  <a:pt x="19127" y="1114920"/>
                </a:lnTo>
                <a:lnTo>
                  <a:pt x="19300" y="1114920"/>
                </a:lnTo>
                <a:lnTo>
                  <a:pt x="19473" y="1114920"/>
                </a:lnTo>
                <a:lnTo>
                  <a:pt x="19644" y="1114920"/>
                </a:lnTo>
                <a:lnTo>
                  <a:pt x="19817" y="1114920"/>
                </a:lnTo>
                <a:lnTo>
                  <a:pt x="19989" y="1114920"/>
                </a:lnTo>
                <a:lnTo>
                  <a:pt x="20162" y="1114920"/>
                </a:lnTo>
                <a:lnTo>
                  <a:pt x="20334" y="1114920"/>
                </a:lnTo>
                <a:lnTo>
                  <a:pt x="20506" y="1114920"/>
                </a:lnTo>
                <a:lnTo>
                  <a:pt x="20679" y="1114920"/>
                </a:lnTo>
                <a:lnTo>
                  <a:pt x="20851" y="1114920"/>
                </a:lnTo>
                <a:lnTo>
                  <a:pt x="21023" y="1114920"/>
                </a:lnTo>
                <a:lnTo>
                  <a:pt x="21196" y="1114920"/>
                </a:lnTo>
                <a:lnTo>
                  <a:pt x="21367" y="1114920"/>
                </a:lnTo>
                <a:lnTo>
                  <a:pt x="21540" y="1114920"/>
                </a:lnTo>
                <a:lnTo>
                  <a:pt x="21713" y="1114920"/>
                </a:lnTo>
                <a:lnTo>
                  <a:pt x="21884" y="1114920"/>
                </a:lnTo>
                <a:lnTo>
                  <a:pt x="22057" y="1114920"/>
                </a:lnTo>
                <a:lnTo>
                  <a:pt x="22230" y="1114920"/>
                </a:lnTo>
                <a:lnTo>
                  <a:pt x="22402" y="1114920"/>
                </a:lnTo>
                <a:lnTo>
                  <a:pt x="22574" y="1114920"/>
                </a:lnTo>
                <a:lnTo>
                  <a:pt x="22746" y="1114920"/>
                </a:lnTo>
                <a:lnTo>
                  <a:pt x="22919" y="1114920"/>
                </a:lnTo>
                <a:lnTo>
                  <a:pt x="23091" y="1114920"/>
                </a:lnTo>
                <a:lnTo>
                  <a:pt x="23263" y="1114920"/>
                </a:lnTo>
                <a:lnTo>
                  <a:pt x="23436" y="1114920"/>
                </a:lnTo>
                <a:lnTo>
                  <a:pt x="23608" y="1114920"/>
                </a:lnTo>
                <a:lnTo>
                  <a:pt x="23780" y="1114920"/>
                </a:lnTo>
                <a:lnTo>
                  <a:pt x="23953" y="1114920"/>
                </a:lnTo>
                <a:lnTo>
                  <a:pt x="24125" y="1114920"/>
                </a:lnTo>
                <a:lnTo>
                  <a:pt x="24297" y="1114920"/>
                </a:lnTo>
                <a:lnTo>
                  <a:pt x="24470" y="1114920"/>
                </a:lnTo>
                <a:lnTo>
                  <a:pt x="24642" y="1114920"/>
                </a:lnTo>
                <a:lnTo>
                  <a:pt x="24814" y="1114920"/>
                </a:lnTo>
                <a:lnTo>
                  <a:pt x="24987" y="1114920"/>
                </a:lnTo>
                <a:lnTo>
                  <a:pt x="25159" y="1114920"/>
                </a:lnTo>
                <a:lnTo>
                  <a:pt x="25331" y="1114920"/>
                </a:lnTo>
                <a:lnTo>
                  <a:pt x="25503" y="1114920"/>
                </a:lnTo>
                <a:lnTo>
                  <a:pt x="25676" y="1114920"/>
                </a:lnTo>
                <a:lnTo>
                  <a:pt x="25849" y="1114920"/>
                </a:lnTo>
                <a:lnTo>
                  <a:pt x="26020" y="1114920"/>
                </a:lnTo>
                <a:lnTo>
                  <a:pt x="26193" y="1114920"/>
                </a:lnTo>
                <a:lnTo>
                  <a:pt x="26366" y="1114920"/>
                </a:lnTo>
                <a:lnTo>
                  <a:pt x="26537" y="1114920"/>
                </a:lnTo>
                <a:lnTo>
                  <a:pt x="26710" y="1114920"/>
                </a:lnTo>
                <a:lnTo>
                  <a:pt x="26882" y="1114920"/>
                </a:lnTo>
                <a:lnTo>
                  <a:pt x="27054" y="1114920"/>
                </a:lnTo>
                <a:lnTo>
                  <a:pt x="27227" y="1114920"/>
                </a:lnTo>
                <a:lnTo>
                  <a:pt x="27399" y="1114920"/>
                </a:lnTo>
                <a:lnTo>
                  <a:pt x="27571" y="1114920"/>
                </a:lnTo>
                <a:lnTo>
                  <a:pt x="27744" y="1114920"/>
                </a:lnTo>
                <a:lnTo>
                  <a:pt x="27916" y="1114920"/>
                </a:lnTo>
                <a:lnTo>
                  <a:pt x="28089" y="1114920"/>
                </a:lnTo>
                <a:lnTo>
                  <a:pt x="28260" y="1114920"/>
                </a:lnTo>
                <a:lnTo>
                  <a:pt x="28433" y="1114920"/>
                </a:lnTo>
                <a:lnTo>
                  <a:pt x="28606" y="1114920"/>
                </a:lnTo>
                <a:lnTo>
                  <a:pt x="28777" y="1114920"/>
                </a:lnTo>
                <a:lnTo>
                  <a:pt x="28950" y="1114920"/>
                </a:lnTo>
                <a:lnTo>
                  <a:pt x="29123" y="1114920"/>
                </a:lnTo>
                <a:lnTo>
                  <a:pt x="29294" y="1114920"/>
                </a:lnTo>
                <a:lnTo>
                  <a:pt x="29467" y="1114920"/>
                </a:lnTo>
                <a:lnTo>
                  <a:pt x="29639" y="1114920"/>
                </a:lnTo>
                <a:lnTo>
                  <a:pt x="29812" y="1114920"/>
                </a:lnTo>
                <a:lnTo>
                  <a:pt x="29984" y="1114920"/>
                </a:lnTo>
                <a:lnTo>
                  <a:pt x="30156" y="1114920"/>
                </a:lnTo>
                <a:lnTo>
                  <a:pt x="30329" y="1114920"/>
                </a:lnTo>
                <a:lnTo>
                  <a:pt x="30501" y="1114920"/>
                </a:lnTo>
                <a:lnTo>
                  <a:pt x="30673" y="1114920"/>
                </a:lnTo>
                <a:lnTo>
                  <a:pt x="30846" y="1114920"/>
                </a:lnTo>
                <a:lnTo>
                  <a:pt x="31017" y="1114920"/>
                </a:lnTo>
                <a:lnTo>
                  <a:pt x="31190" y="1114920"/>
                </a:lnTo>
                <a:lnTo>
                  <a:pt x="31363" y="1114920"/>
                </a:lnTo>
                <a:lnTo>
                  <a:pt x="31535" y="1114920"/>
                </a:lnTo>
                <a:lnTo>
                  <a:pt x="31707" y="1114920"/>
                </a:lnTo>
                <a:lnTo>
                  <a:pt x="31880" y="1114920"/>
                </a:lnTo>
                <a:lnTo>
                  <a:pt x="32052" y="1114920"/>
                </a:lnTo>
                <a:lnTo>
                  <a:pt x="32224" y="1114920"/>
                </a:lnTo>
                <a:lnTo>
                  <a:pt x="32396" y="1114920"/>
                </a:lnTo>
                <a:lnTo>
                  <a:pt x="32569" y="1114920"/>
                </a:lnTo>
                <a:lnTo>
                  <a:pt x="32741" y="1114920"/>
                </a:lnTo>
                <a:lnTo>
                  <a:pt x="32913" y="1114920"/>
                </a:lnTo>
                <a:lnTo>
                  <a:pt x="33086" y="1114920"/>
                </a:lnTo>
                <a:lnTo>
                  <a:pt x="33258" y="1114920"/>
                </a:lnTo>
                <a:lnTo>
                  <a:pt x="33430" y="1114920"/>
                </a:lnTo>
                <a:lnTo>
                  <a:pt x="33603" y="1114920"/>
                </a:lnTo>
                <a:lnTo>
                  <a:pt x="33775" y="1114920"/>
                </a:lnTo>
                <a:lnTo>
                  <a:pt x="33947" y="1114920"/>
                </a:lnTo>
                <a:lnTo>
                  <a:pt x="34120" y="1114920"/>
                </a:lnTo>
                <a:lnTo>
                  <a:pt x="34292" y="1114920"/>
                </a:lnTo>
                <a:lnTo>
                  <a:pt x="34464" y="1114920"/>
                </a:lnTo>
                <a:lnTo>
                  <a:pt x="34637" y="1114920"/>
                </a:lnTo>
                <a:lnTo>
                  <a:pt x="34809" y="1114920"/>
                </a:lnTo>
                <a:lnTo>
                  <a:pt x="34981" y="1114920"/>
                </a:lnTo>
                <a:lnTo>
                  <a:pt x="35153" y="1114920"/>
                </a:lnTo>
                <a:lnTo>
                  <a:pt x="35326" y="1114920"/>
                </a:lnTo>
                <a:lnTo>
                  <a:pt x="35499" y="1114920"/>
                </a:lnTo>
                <a:lnTo>
                  <a:pt x="35670" y="1114920"/>
                </a:lnTo>
                <a:lnTo>
                  <a:pt x="35843" y="1114920"/>
                </a:lnTo>
                <a:lnTo>
                  <a:pt x="36016" y="1114920"/>
                </a:lnTo>
                <a:lnTo>
                  <a:pt x="36187" y="1114920"/>
                </a:lnTo>
                <a:lnTo>
                  <a:pt x="36360" y="1114920"/>
                </a:lnTo>
                <a:lnTo>
                  <a:pt x="36532" y="1114920"/>
                </a:lnTo>
                <a:lnTo>
                  <a:pt x="36704" y="1114920"/>
                </a:lnTo>
                <a:lnTo>
                  <a:pt x="36877" y="1114920"/>
                </a:lnTo>
                <a:lnTo>
                  <a:pt x="37049" y="1114920"/>
                </a:lnTo>
                <a:lnTo>
                  <a:pt x="37222" y="1114920"/>
                </a:lnTo>
                <a:lnTo>
                  <a:pt x="37394" y="1114920"/>
                </a:lnTo>
                <a:lnTo>
                  <a:pt x="37566" y="1114920"/>
                </a:lnTo>
                <a:lnTo>
                  <a:pt x="37739" y="1114920"/>
                </a:lnTo>
                <a:lnTo>
                  <a:pt x="37910" y="1114920"/>
                </a:lnTo>
                <a:lnTo>
                  <a:pt x="38083" y="1114920"/>
                </a:lnTo>
                <a:lnTo>
                  <a:pt x="38256" y="1114920"/>
                </a:lnTo>
                <a:lnTo>
                  <a:pt x="38427" y="1114920"/>
                </a:lnTo>
                <a:lnTo>
                  <a:pt x="38600" y="1114920"/>
                </a:lnTo>
                <a:lnTo>
                  <a:pt x="38773" y="1114920"/>
                </a:lnTo>
                <a:lnTo>
                  <a:pt x="38944" y="1114920"/>
                </a:lnTo>
                <a:lnTo>
                  <a:pt x="39117" y="1114920"/>
                </a:lnTo>
                <a:lnTo>
                  <a:pt x="39289" y="1114920"/>
                </a:lnTo>
                <a:lnTo>
                  <a:pt x="39462" y="1114920"/>
                </a:lnTo>
                <a:lnTo>
                  <a:pt x="39634" y="1114920"/>
                </a:lnTo>
                <a:lnTo>
                  <a:pt x="39806" y="1114920"/>
                </a:lnTo>
                <a:lnTo>
                  <a:pt x="39979" y="1114920"/>
                </a:lnTo>
                <a:lnTo>
                  <a:pt x="40151" y="1114920"/>
                </a:lnTo>
                <a:lnTo>
                  <a:pt x="40323" y="1114920"/>
                </a:lnTo>
                <a:lnTo>
                  <a:pt x="40496" y="1114920"/>
                </a:lnTo>
                <a:lnTo>
                  <a:pt x="40667" y="1114920"/>
                </a:lnTo>
                <a:lnTo>
                  <a:pt x="40840" y="1114920"/>
                </a:lnTo>
                <a:lnTo>
                  <a:pt x="41013" y="1114920"/>
                </a:lnTo>
                <a:lnTo>
                  <a:pt x="41185" y="1114920"/>
                </a:lnTo>
                <a:lnTo>
                  <a:pt x="41357" y="1114920"/>
                </a:lnTo>
                <a:lnTo>
                  <a:pt x="41530" y="1114920"/>
                </a:lnTo>
                <a:lnTo>
                  <a:pt x="41702" y="1114920"/>
                </a:lnTo>
                <a:lnTo>
                  <a:pt x="41874" y="1114920"/>
                </a:lnTo>
                <a:lnTo>
                  <a:pt x="42046" y="1114920"/>
                </a:lnTo>
                <a:lnTo>
                  <a:pt x="42219" y="1114920"/>
                </a:lnTo>
                <a:lnTo>
                  <a:pt x="42391" y="1114920"/>
                </a:lnTo>
                <a:lnTo>
                  <a:pt x="42563" y="1114920"/>
                </a:lnTo>
                <a:lnTo>
                  <a:pt x="42736" y="1114920"/>
                </a:lnTo>
                <a:lnTo>
                  <a:pt x="42908" y="1114920"/>
                </a:lnTo>
                <a:lnTo>
                  <a:pt x="43080" y="1114920"/>
                </a:lnTo>
                <a:lnTo>
                  <a:pt x="43253" y="1114920"/>
                </a:lnTo>
                <a:lnTo>
                  <a:pt x="43425" y="1114920"/>
                </a:lnTo>
                <a:lnTo>
                  <a:pt x="43597" y="1114920"/>
                </a:lnTo>
                <a:lnTo>
                  <a:pt x="43770" y="1114920"/>
                </a:lnTo>
                <a:lnTo>
                  <a:pt x="43942" y="1114920"/>
                </a:lnTo>
                <a:lnTo>
                  <a:pt x="44114" y="1114920"/>
                </a:lnTo>
                <a:lnTo>
                  <a:pt x="44287" y="1114920"/>
                </a:lnTo>
                <a:lnTo>
                  <a:pt x="44459" y="1114920"/>
                </a:lnTo>
                <a:lnTo>
                  <a:pt x="44632" y="1114920"/>
                </a:lnTo>
                <a:lnTo>
                  <a:pt x="44803" y="1114920"/>
                </a:lnTo>
                <a:lnTo>
                  <a:pt x="44976" y="1114920"/>
                </a:lnTo>
                <a:lnTo>
                  <a:pt x="45149" y="1114920"/>
                </a:lnTo>
                <a:lnTo>
                  <a:pt x="45320" y="1114920"/>
                </a:lnTo>
                <a:lnTo>
                  <a:pt x="45493" y="1114920"/>
                </a:lnTo>
                <a:lnTo>
                  <a:pt x="45665" y="1114920"/>
                </a:lnTo>
                <a:lnTo>
                  <a:pt x="45837" y="1114920"/>
                </a:lnTo>
                <a:lnTo>
                  <a:pt x="46010" y="1114920"/>
                </a:lnTo>
                <a:lnTo>
                  <a:pt x="46182" y="1114920"/>
                </a:lnTo>
                <a:lnTo>
                  <a:pt x="46354" y="1114920"/>
                </a:lnTo>
                <a:lnTo>
                  <a:pt x="46527" y="1114920"/>
                </a:lnTo>
                <a:lnTo>
                  <a:pt x="46699" y="1114920"/>
                </a:lnTo>
                <a:lnTo>
                  <a:pt x="46872" y="1114920"/>
                </a:lnTo>
                <a:lnTo>
                  <a:pt x="47044" y="1114920"/>
                </a:lnTo>
                <a:lnTo>
                  <a:pt x="47216" y="1114920"/>
                </a:lnTo>
                <a:lnTo>
                  <a:pt x="47389" y="1114920"/>
                </a:lnTo>
                <a:lnTo>
                  <a:pt x="47560" y="1114920"/>
                </a:lnTo>
                <a:lnTo>
                  <a:pt x="47733" y="1114920"/>
                </a:lnTo>
                <a:lnTo>
                  <a:pt x="47906" y="1114920"/>
                </a:lnTo>
                <a:lnTo>
                  <a:pt x="48077" y="1114920"/>
                </a:lnTo>
                <a:lnTo>
                  <a:pt x="48250" y="1114920"/>
                </a:lnTo>
                <a:lnTo>
                  <a:pt x="48422" y="1114920"/>
                </a:lnTo>
                <a:lnTo>
                  <a:pt x="48595" y="1114920"/>
                </a:lnTo>
                <a:lnTo>
                  <a:pt x="48767" y="1114920"/>
                </a:lnTo>
                <a:lnTo>
                  <a:pt x="48939" y="1114920"/>
                </a:lnTo>
                <a:lnTo>
                  <a:pt x="49112" y="1114920"/>
                </a:lnTo>
                <a:lnTo>
                  <a:pt x="49284" y="1114920"/>
                </a:lnTo>
                <a:lnTo>
                  <a:pt x="49456" y="1114920"/>
                </a:lnTo>
                <a:lnTo>
                  <a:pt x="49629" y="1114920"/>
                </a:lnTo>
                <a:lnTo>
                  <a:pt x="49801" y="1114920"/>
                </a:lnTo>
                <a:lnTo>
                  <a:pt x="49973" y="1114920"/>
                </a:lnTo>
                <a:lnTo>
                  <a:pt x="50146" y="1114920"/>
                </a:lnTo>
                <a:lnTo>
                  <a:pt x="50318" y="1114920"/>
                </a:lnTo>
                <a:lnTo>
                  <a:pt x="50490" y="1114920"/>
                </a:lnTo>
                <a:lnTo>
                  <a:pt x="50663" y="1114920"/>
                </a:lnTo>
                <a:lnTo>
                  <a:pt x="50835" y="1114920"/>
                </a:lnTo>
                <a:lnTo>
                  <a:pt x="51007" y="1114920"/>
                </a:lnTo>
                <a:lnTo>
                  <a:pt x="51180" y="1114920"/>
                </a:lnTo>
                <a:lnTo>
                  <a:pt x="51352" y="1114920"/>
                </a:lnTo>
                <a:lnTo>
                  <a:pt x="51524" y="1114920"/>
                </a:lnTo>
                <a:lnTo>
                  <a:pt x="51696" y="1114920"/>
                </a:lnTo>
                <a:lnTo>
                  <a:pt x="51869" y="1114920"/>
                </a:lnTo>
                <a:lnTo>
                  <a:pt x="52041" y="1114920"/>
                </a:lnTo>
                <a:lnTo>
                  <a:pt x="52213" y="1114920"/>
                </a:lnTo>
                <a:lnTo>
                  <a:pt x="52386" y="1114920"/>
                </a:lnTo>
                <a:lnTo>
                  <a:pt x="52558" y="1114920"/>
                </a:lnTo>
                <a:lnTo>
                  <a:pt x="52730" y="1114920"/>
                </a:lnTo>
                <a:lnTo>
                  <a:pt x="52903" y="1114920"/>
                </a:lnTo>
                <a:lnTo>
                  <a:pt x="53075" y="1114920"/>
                </a:lnTo>
                <a:lnTo>
                  <a:pt x="53247" y="1114920"/>
                </a:lnTo>
                <a:lnTo>
                  <a:pt x="53420" y="1114920"/>
                </a:lnTo>
                <a:lnTo>
                  <a:pt x="53592" y="1114920"/>
                </a:lnTo>
                <a:lnTo>
                  <a:pt x="53764" y="1114920"/>
                </a:lnTo>
                <a:lnTo>
                  <a:pt x="53937" y="1114920"/>
                </a:lnTo>
                <a:lnTo>
                  <a:pt x="54109" y="1114920"/>
                </a:lnTo>
                <a:lnTo>
                  <a:pt x="54282" y="1114920"/>
                </a:lnTo>
                <a:lnTo>
                  <a:pt x="54453" y="1114920"/>
                </a:lnTo>
                <a:lnTo>
                  <a:pt x="54626" y="1114920"/>
                </a:lnTo>
                <a:lnTo>
                  <a:pt x="54799" y="1114920"/>
                </a:lnTo>
                <a:lnTo>
                  <a:pt x="54970" y="1114920"/>
                </a:lnTo>
                <a:lnTo>
                  <a:pt x="55143" y="1114920"/>
                </a:lnTo>
                <a:lnTo>
                  <a:pt x="55315" y="1114920"/>
                </a:lnTo>
                <a:lnTo>
                  <a:pt x="55487" y="1114920"/>
                </a:lnTo>
                <a:lnTo>
                  <a:pt x="55660" y="1114920"/>
                </a:lnTo>
                <a:lnTo>
                  <a:pt x="55832" y="1114920"/>
                </a:lnTo>
                <a:lnTo>
                  <a:pt x="56005" y="1114920"/>
                </a:lnTo>
                <a:lnTo>
                  <a:pt x="56177" y="1114920"/>
                </a:lnTo>
                <a:lnTo>
                  <a:pt x="56349" y="1114920"/>
                </a:lnTo>
                <a:lnTo>
                  <a:pt x="56522" y="1114920"/>
                </a:lnTo>
                <a:lnTo>
                  <a:pt x="56694" y="1114920"/>
                </a:lnTo>
                <a:lnTo>
                  <a:pt x="56866" y="1114920"/>
                </a:lnTo>
                <a:lnTo>
                  <a:pt x="57039" y="1114920"/>
                </a:lnTo>
                <a:lnTo>
                  <a:pt x="57210" y="1114920"/>
                </a:lnTo>
                <a:lnTo>
                  <a:pt x="57383" y="1114920"/>
                </a:lnTo>
                <a:lnTo>
                  <a:pt x="57556" y="1114920"/>
                </a:lnTo>
                <a:lnTo>
                  <a:pt x="57727" y="1114920"/>
                </a:lnTo>
                <a:lnTo>
                  <a:pt x="57900" y="1114920"/>
                </a:lnTo>
                <a:lnTo>
                  <a:pt x="58072" y="1114920"/>
                </a:lnTo>
                <a:lnTo>
                  <a:pt x="58245" y="1114920"/>
                </a:lnTo>
                <a:lnTo>
                  <a:pt x="58417" y="1114920"/>
                </a:lnTo>
                <a:lnTo>
                  <a:pt x="58589" y="1114920"/>
                </a:lnTo>
                <a:lnTo>
                  <a:pt x="58762" y="1114920"/>
                </a:lnTo>
                <a:lnTo>
                  <a:pt x="58934" y="1114920"/>
                </a:lnTo>
                <a:lnTo>
                  <a:pt x="59106" y="1114920"/>
                </a:lnTo>
                <a:lnTo>
                  <a:pt x="59279" y="1114920"/>
                </a:lnTo>
                <a:lnTo>
                  <a:pt x="59451" y="1114920"/>
                </a:lnTo>
                <a:lnTo>
                  <a:pt x="59623" y="1114920"/>
                </a:lnTo>
                <a:lnTo>
                  <a:pt x="59796" y="1114920"/>
                </a:lnTo>
                <a:lnTo>
                  <a:pt x="59968" y="1114920"/>
                </a:lnTo>
                <a:lnTo>
                  <a:pt x="60140" y="1114920"/>
                </a:lnTo>
                <a:lnTo>
                  <a:pt x="60313" y="1114920"/>
                </a:lnTo>
                <a:lnTo>
                  <a:pt x="60485" y="1114920"/>
                </a:lnTo>
                <a:lnTo>
                  <a:pt x="60657" y="1114920"/>
                </a:lnTo>
                <a:lnTo>
                  <a:pt x="60829" y="1114920"/>
                </a:lnTo>
                <a:lnTo>
                  <a:pt x="61002" y="1114920"/>
                </a:lnTo>
                <a:lnTo>
                  <a:pt x="61174" y="1114920"/>
                </a:lnTo>
                <a:lnTo>
                  <a:pt x="61346" y="1114920"/>
                </a:lnTo>
                <a:lnTo>
                  <a:pt x="61519" y="1114920"/>
                </a:lnTo>
                <a:lnTo>
                  <a:pt x="61692" y="1114920"/>
                </a:lnTo>
                <a:lnTo>
                  <a:pt x="61863" y="1114920"/>
                </a:lnTo>
                <a:lnTo>
                  <a:pt x="62036" y="1114920"/>
                </a:lnTo>
                <a:lnTo>
                  <a:pt x="62208" y="1114920"/>
                </a:lnTo>
                <a:lnTo>
                  <a:pt x="62380" y="1114920"/>
                </a:lnTo>
                <a:lnTo>
                  <a:pt x="62553" y="1114920"/>
                </a:lnTo>
                <a:lnTo>
                  <a:pt x="62725" y="1114920"/>
                </a:lnTo>
                <a:lnTo>
                  <a:pt x="62897" y="1114920"/>
                </a:lnTo>
                <a:lnTo>
                  <a:pt x="63070" y="1114920"/>
                </a:lnTo>
                <a:lnTo>
                  <a:pt x="63242" y="1114920"/>
                </a:lnTo>
                <a:lnTo>
                  <a:pt x="63414" y="1114920"/>
                </a:lnTo>
                <a:lnTo>
                  <a:pt x="63586" y="1114920"/>
                </a:lnTo>
                <a:lnTo>
                  <a:pt x="63759" y="1114920"/>
                </a:lnTo>
                <a:lnTo>
                  <a:pt x="63932" y="1114920"/>
                </a:lnTo>
                <a:lnTo>
                  <a:pt x="64103" y="1114920"/>
                </a:lnTo>
                <a:lnTo>
                  <a:pt x="64276" y="1114920"/>
                </a:lnTo>
                <a:lnTo>
                  <a:pt x="64449" y="1114920"/>
                </a:lnTo>
                <a:lnTo>
                  <a:pt x="64620" y="1114920"/>
                </a:lnTo>
                <a:lnTo>
                  <a:pt x="64793" y="1114920"/>
                </a:lnTo>
                <a:lnTo>
                  <a:pt x="64965" y="1114920"/>
                </a:lnTo>
                <a:lnTo>
                  <a:pt x="65137" y="1114920"/>
                </a:lnTo>
                <a:lnTo>
                  <a:pt x="65310" y="1114920"/>
                </a:lnTo>
                <a:lnTo>
                  <a:pt x="65482" y="1114920"/>
                </a:lnTo>
                <a:lnTo>
                  <a:pt x="65655" y="1114920"/>
                </a:lnTo>
                <a:lnTo>
                  <a:pt x="65827" y="1114920"/>
                </a:lnTo>
                <a:lnTo>
                  <a:pt x="65999" y="1114920"/>
                </a:lnTo>
                <a:lnTo>
                  <a:pt x="66172" y="1114920"/>
                </a:lnTo>
                <a:lnTo>
                  <a:pt x="66343" y="1114920"/>
                </a:lnTo>
                <a:lnTo>
                  <a:pt x="66516" y="1114920"/>
                </a:lnTo>
                <a:lnTo>
                  <a:pt x="66689" y="1114920"/>
                </a:lnTo>
                <a:lnTo>
                  <a:pt x="66860" y="1114920"/>
                </a:lnTo>
                <a:lnTo>
                  <a:pt x="67033" y="1114920"/>
                </a:lnTo>
                <a:lnTo>
                  <a:pt x="67206" y="1114920"/>
                </a:lnTo>
                <a:lnTo>
                  <a:pt x="67378" y="1114920"/>
                </a:lnTo>
                <a:lnTo>
                  <a:pt x="67550" y="1114920"/>
                </a:lnTo>
                <a:lnTo>
                  <a:pt x="67722" y="1114920"/>
                </a:lnTo>
                <a:lnTo>
                  <a:pt x="67895" y="1114920"/>
                </a:lnTo>
                <a:lnTo>
                  <a:pt x="68067" y="1114920"/>
                </a:lnTo>
                <a:lnTo>
                  <a:pt x="68239" y="1114920"/>
                </a:lnTo>
                <a:lnTo>
                  <a:pt x="68412" y="1114920"/>
                </a:lnTo>
                <a:lnTo>
                  <a:pt x="68584" y="1114920"/>
                </a:lnTo>
                <a:lnTo>
                  <a:pt x="68756" y="1114920"/>
                </a:lnTo>
                <a:lnTo>
                  <a:pt x="68929" y="1114920"/>
                </a:lnTo>
                <a:lnTo>
                  <a:pt x="69101" y="1114920"/>
                </a:lnTo>
                <a:lnTo>
                  <a:pt x="69273" y="1114920"/>
                </a:lnTo>
                <a:lnTo>
                  <a:pt x="69446" y="1114920"/>
                </a:lnTo>
                <a:lnTo>
                  <a:pt x="69618" y="1114920"/>
                </a:lnTo>
                <a:lnTo>
                  <a:pt x="69790" y="1114920"/>
                </a:lnTo>
                <a:lnTo>
                  <a:pt x="69963" y="1114920"/>
                </a:lnTo>
                <a:lnTo>
                  <a:pt x="70135" y="1114920"/>
                </a:lnTo>
                <a:lnTo>
                  <a:pt x="70307" y="1114920"/>
                </a:lnTo>
                <a:lnTo>
                  <a:pt x="70479" y="1114920"/>
                </a:lnTo>
                <a:lnTo>
                  <a:pt x="70652" y="1114920"/>
                </a:lnTo>
                <a:lnTo>
                  <a:pt x="70824" y="1114920"/>
                </a:lnTo>
                <a:lnTo>
                  <a:pt x="70996" y="1114920"/>
                </a:lnTo>
                <a:lnTo>
                  <a:pt x="71169" y="1114920"/>
                </a:lnTo>
                <a:lnTo>
                  <a:pt x="71342" y="1114920"/>
                </a:lnTo>
                <a:lnTo>
                  <a:pt x="71513" y="1114920"/>
                </a:lnTo>
                <a:lnTo>
                  <a:pt x="71686" y="1114920"/>
                </a:lnTo>
                <a:lnTo>
                  <a:pt x="71858" y="1114920"/>
                </a:lnTo>
                <a:lnTo>
                  <a:pt x="72030" y="1114920"/>
                </a:lnTo>
                <a:lnTo>
                  <a:pt x="72203" y="1114920"/>
                </a:lnTo>
                <a:lnTo>
                  <a:pt x="72375" y="1114920"/>
                </a:lnTo>
                <a:lnTo>
                  <a:pt x="72547" y="1114920"/>
                </a:lnTo>
                <a:lnTo>
                  <a:pt x="72720" y="1114920"/>
                </a:lnTo>
                <a:lnTo>
                  <a:pt x="72892" y="1114920"/>
                </a:lnTo>
                <a:lnTo>
                  <a:pt x="73065" y="1114920"/>
                </a:lnTo>
                <a:lnTo>
                  <a:pt x="73236" y="1114920"/>
                </a:lnTo>
                <a:lnTo>
                  <a:pt x="73409" y="1114920"/>
                </a:lnTo>
                <a:lnTo>
                  <a:pt x="73582" y="1114920"/>
                </a:lnTo>
                <a:lnTo>
                  <a:pt x="73753" y="1114920"/>
                </a:lnTo>
                <a:lnTo>
                  <a:pt x="73926" y="1114920"/>
                </a:lnTo>
                <a:lnTo>
                  <a:pt x="74099" y="1114920"/>
                </a:lnTo>
                <a:lnTo>
                  <a:pt x="74270" y="1114920"/>
                </a:lnTo>
                <a:lnTo>
                  <a:pt x="74443" y="1114920"/>
                </a:lnTo>
                <a:lnTo>
                  <a:pt x="74615" y="1114920"/>
                </a:lnTo>
                <a:lnTo>
                  <a:pt x="74788" y="1114920"/>
                </a:lnTo>
                <a:lnTo>
                  <a:pt x="74960" y="1114920"/>
                </a:lnTo>
                <a:lnTo>
                  <a:pt x="75132" y="1114920"/>
                </a:lnTo>
                <a:lnTo>
                  <a:pt x="75305" y="1114920"/>
                </a:lnTo>
                <a:lnTo>
                  <a:pt x="75477" y="1114920"/>
                </a:lnTo>
                <a:lnTo>
                  <a:pt x="75649" y="1114920"/>
                </a:lnTo>
                <a:lnTo>
                  <a:pt x="75822" y="1114920"/>
                </a:lnTo>
                <a:lnTo>
                  <a:pt x="75993" y="1114920"/>
                </a:lnTo>
                <a:lnTo>
                  <a:pt x="76166" y="1114920"/>
                </a:lnTo>
                <a:lnTo>
                  <a:pt x="76339" y="1114920"/>
                </a:lnTo>
                <a:lnTo>
                  <a:pt x="76510" y="1114920"/>
                </a:lnTo>
                <a:lnTo>
                  <a:pt x="76683" y="1114920"/>
                </a:lnTo>
                <a:lnTo>
                  <a:pt x="76856" y="1114920"/>
                </a:lnTo>
                <a:lnTo>
                  <a:pt x="77028" y="1114920"/>
                </a:lnTo>
                <a:lnTo>
                  <a:pt x="77200" y="1114920"/>
                </a:lnTo>
                <a:lnTo>
                  <a:pt x="77372" y="1114920"/>
                </a:lnTo>
                <a:lnTo>
                  <a:pt x="77545" y="1114920"/>
                </a:lnTo>
                <a:lnTo>
                  <a:pt x="77717" y="1114920"/>
                </a:lnTo>
                <a:lnTo>
                  <a:pt x="77889" y="1114920"/>
                </a:lnTo>
                <a:lnTo>
                  <a:pt x="78062" y="1114920"/>
                </a:lnTo>
                <a:lnTo>
                  <a:pt x="78234" y="1114920"/>
                </a:lnTo>
                <a:lnTo>
                  <a:pt x="78406" y="1114920"/>
                </a:lnTo>
                <a:lnTo>
                  <a:pt x="78579" y="1114920"/>
                </a:lnTo>
                <a:lnTo>
                  <a:pt x="78751" y="1114920"/>
                </a:lnTo>
                <a:lnTo>
                  <a:pt x="78923" y="1114920"/>
                </a:lnTo>
                <a:lnTo>
                  <a:pt x="79096" y="1114920"/>
                </a:lnTo>
                <a:lnTo>
                  <a:pt x="79268" y="1114920"/>
                </a:lnTo>
                <a:lnTo>
                  <a:pt x="79440" y="1114920"/>
                </a:lnTo>
                <a:lnTo>
                  <a:pt x="79613" y="1114920"/>
                </a:lnTo>
                <a:lnTo>
                  <a:pt x="79785" y="1114920"/>
                </a:lnTo>
                <a:lnTo>
                  <a:pt x="79957" y="1114920"/>
                </a:lnTo>
                <a:lnTo>
                  <a:pt x="80129" y="1114920"/>
                </a:lnTo>
                <a:lnTo>
                  <a:pt x="80302" y="1114920"/>
                </a:lnTo>
                <a:lnTo>
                  <a:pt x="80475" y="1114920"/>
                </a:lnTo>
                <a:lnTo>
                  <a:pt x="80646" y="1114920"/>
                </a:lnTo>
                <a:lnTo>
                  <a:pt x="80819" y="1114920"/>
                </a:lnTo>
                <a:lnTo>
                  <a:pt x="80992" y="1114920"/>
                </a:lnTo>
                <a:lnTo>
                  <a:pt x="81163" y="1114920"/>
                </a:lnTo>
                <a:lnTo>
                  <a:pt x="81336" y="1114920"/>
                </a:lnTo>
                <a:lnTo>
                  <a:pt x="81508" y="1114920"/>
                </a:lnTo>
                <a:lnTo>
                  <a:pt x="81680" y="1114920"/>
                </a:lnTo>
                <a:lnTo>
                  <a:pt x="81853" y="1114920"/>
                </a:lnTo>
                <a:lnTo>
                  <a:pt x="82025" y="1114920"/>
                </a:lnTo>
                <a:lnTo>
                  <a:pt x="82197" y="1114920"/>
                </a:lnTo>
                <a:lnTo>
                  <a:pt x="82370" y="1114920"/>
                </a:lnTo>
                <a:lnTo>
                  <a:pt x="82542" y="1114920"/>
                </a:lnTo>
                <a:lnTo>
                  <a:pt x="82715" y="1114920"/>
                </a:lnTo>
                <a:lnTo>
                  <a:pt x="82886" y="1114920"/>
                </a:lnTo>
                <a:lnTo>
                  <a:pt x="83059" y="1114920"/>
                </a:lnTo>
                <a:lnTo>
                  <a:pt x="83232" y="1114920"/>
                </a:lnTo>
                <a:lnTo>
                  <a:pt x="83403" y="1114920"/>
                </a:lnTo>
                <a:lnTo>
                  <a:pt x="83576" y="1114920"/>
                </a:lnTo>
                <a:lnTo>
                  <a:pt x="83749" y="1114920"/>
                </a:lnTo>
                <a:lnTo>
                  <a:pt x="83920" y="1114920"/>
                </a:lnTo>
                <a:lnTo>
                  <a:pt x="84093" y="1114920"/>
                </a:lnTo>
                <a:lnTo>
                  <a:pt x="84265" y="1114920"/>
                </a:lnTo>
                <a:lnTo>
                  <a:pt x="84438" y="1114920"/>
                </a:lnTo>
                <a:lnTo>
                  <a:pt x="84610" y="1114920"/>
                </a:lnTo>
                <a:lnTo>
                  <a:pt x="84782" y="1114920"/>
                </a:lnTo>
                <a:lnTo>
                  <a:pt x="84955" y="1114920"/>
                </a:lnTo>
                <a:lnTo>
                  <a:pt x="85127" y="1114920"/>
                </a:lnTo>
                <a:lnTo>
                  <a:pt x="85299" y="1114920"/>
                </a:lnTo>
                <a:lnTo>
                  <a:pt x="85472" y="1114920"/>
                </a:lnTo>
                <a:lnTo>
                  <a:pt x="85643" y="1114920"/>
                </a:lnTo>
                <a:lnTo>
                  <a:pt x="85816" y="1114920"/>
                </a:lnTo>
                <a:lnTo>
                  <a:pt x="85989" y="1114920"/>
                </a:lnTo>
                <a:lnTo>
                  <a:pt x="86161" y="1114920"/>
                </a:lnTo>
                <a:lnTo>
                  <a:pt x="86333" y="1114920"/>
                </a:lnTo>
                <a:lnTo>
                  <a:pt x="86506" y="1114920"/>
                </a:lnTo>
                <a:lnTo>
                  <a:pt x="86678" y="1114920"/>
                </a:lnTo>
                <a:lnTo>
                  <a:pt x="86850" y="1114920"/>
                </a:lnTo>
                <a:lnTo>
                  <a:pt x="87022" y="1114920"/>
                </a:lnTo>
                <a:lnTo>
                  <a:pt x="87195" y="1114920"/>
                </a:lnTo>
                <a:lnTo>
                  <a:pt x="87367" y="1114920"/>
                </a:lnTo>
                <a:lnTo>
                  <a:pt x="87539" y="1114920"/>
                </a:lnTo>
                <a:lnTo>
                  <a:pt x="87712" y="1114920"/>
                </a:lnTo>
                <a:lnTo>
                  <a:pt x="87884" y="1114920"/>
                </a:lnTo>
                <a:lnTo>
                  <a:pt x="88056" y="1114920"/>
                </a:lnTo>
                <a:lnTo>
                  <a:pt x="88229" y="1114920"/>
                </a:lnTo>
                <a:lnTo>
                  <a:pt x="88401" y="1114920"/>
                </a:lnTo>
                <a:lnTo>
                  <a:pt x="88573" y="1114920"/>
                </a:lnTo>
                <a:lnTo>
                  <a:pt x="88746" y="1114920"/>
                </a:lnTo>
                <a:lnTo>
                  <a:pt x="88918" y="1114920"/>
                </a:lnTo>
                <a:lnTo>
                  <a:pt x="89090" y="1114920"/>
                </a:lnTo>
                <a:lnTo>
                  <a:pt x="89263" y="1114920"/>
                </a:lnTo>
                <a:lnTo>
                  <a:pt x="89435" y="1114920"/>
                </a:lnTo>
                <a:lnTo>
                  <a:pt x="89607" y="1114920"/>
                </a:lnTo>
                <a:lnTo>
                  <a:pt x="89779" y="1114920"/>
                </a:lnTo>
                <a:lnTo>
                  <a:pt x="89952" y="1114920"/>
                </a:lnTo>
                <a:lnTo>
                  <a:pt x="90125" y="1114920"/>
                </a:lnTo>
                <a:lnTo>
                  <a:pt x="90296" y="1114920"/>
                </a:lnTo>
                <a:lnTo>
                  <a:pt x="90469" y="1114920"/>
                </a:lnTo>
                <a:lnTo>
                  <a:pt x="90641" y="1114920"/>
                </a:lnTo>
                <a:lnTo>
                  <a:pt x="90813" y="1114920"/>
                </a:lnTo>
                <a:lnTo>
                  <a:pt x="90986" y="1114920"/>
                </a:lnTo>
                <a:lnTo>
                  <a:pt x="91158" y="1114920"/>
                </a:lnTo>
                <a:lnTo>
                  <a:pt x="91330" y="1114920"/>
                </a:lnTo>
                <a:lnTo>
                  <a:pt x="91503" y="1114920"/>
                </a:lnTo>
                <a:lnTo>
                  <a:pt x="91675" y="1114920"/>
                </a:lnTo>
                <a:lnTo>
                  <a:pt x="91848" y="1114920"/>
                </a:lnTo>
                <a:lnTo>
                  <a:pt x="92020" y="1114920"/>
                </a:lnTo>
                <a:lnTo>
                  <a:pt x="92192" y="1114920"/>
                </a:lnTo>
                <a:lnTo>
                  <a:pt x="92365" y="1114920"/>
                </a:lnTo>
                <a:lnTo>
                  <a:pt x="92536" y="1114920"/>
                </a:lnTo>
                <a:lnTo>
                  <a:pt x="92709" y="1114920"/>
                </a:lnTo>
                <a:lnTo>
                  <a:pt x="92882" y="1114920"/>
                </a:lnTo>
                <a:lnTo>
                  <a:pt x="93053" y="1114920"/>
                </a:lnTo>
                <a:lnTo>
                  <a:pt x="93226" y="1114920"/>
                </a:lnTo>
                <a:lnTo>
                  <a:pt x="93399" y="1114920"/>
                </a:lnTo>
                <a:lnTo>
                  <a:pt x="93570" y="1114920"/>
                </a:lnTo>
                <a:lnTo>
                  <a:pt x="93743" y="1114920"/>
                </a:lnTo>
                <a:lnTo>
                  <a:pt x="93915" y="1114920"/>
                </a:lnTo>
                <a:lnTo>
                  <a:pt x="94088" y="1114920"/>
                </a:lnTo>
                <a:lnTo>
                  <a:pt x="94260" y="1114920"/>
                </a:lnTo>
                <a:lnTo>
                  <a:pt x="94432" y="1114920"/>
                </a:lnTo>
                <a:lnTo>
                  <a:pt x="94605" y="1114920"/>
                </a:lnTo>
                <a:lnTo>
                  <a:pt x="94777" y="1114920"/>
                </a:lnTo>
                <a:lnTo>
                  <a:pt x="94949" y="1114920"/>
                </a:lnTo>
                <a:lnTo>
                  <a:pt x="95122" y="1114920"/>
                </a:lnTo>
                <a:lnTo>
                  <a:pt x="95293" y="1114920"/>
                </a:lnTo>
                <a:lnTo>
                  <a:pt x="95466" y="1114920"/>
                </a:lnTo>
                <a:lnTo>
                  <a:pt x="95639" y="1114920"/>
                </a:lnTo>
                <a:lnTo>
                  <a:pt x="95811" y="1114920"/>
                </a:lnTo>
                <a:lnTo>
                  <a:pt x="95983" y="1114920"/>
                </a:lnTo>
                <a:lnTo>
                  <a:pt x="96156" y="1114920"/>
                </a:lnTo>
                <a:lnTo>
                  <a:pt x="96328" y="1114920"/>
                </a:lnTo>
                <a:lnTo>
                  <a:pt x="96500" y="1114920"/>
                </a:lnTo>
                <a:lnTo>
                  <a:pt x="96672" y="1114920"/>
                </a:lnTo>
                <a:lnTo>
                  <a:pt x="96845" y="1114920"/>
                </a:lnTo>
                <a:lnTo>
                  <a:pt x="97017" y="1114920"/>
                </a:lnTo>
                <a:lnTo>
                  <a:pt x="97189" y="1114920"/>
                </a:lnTo>
                <a:lnTo>
                  <a:pt x="97362" y="1114920"/>
                </a:lnTo>
                <a:lnTo>
                  <a:pt x="97534" y="1114920"/>
                </a:lnTo>
                <a:lnTo>
                  <a:pt x="97706" y="1114920"/>
                </a:lnTo>
                <a:lnTo>
                  <a:pt x="97879" y="1114920"/>
                </a:lnTo>
                <a:lnTo>
                  <a:pt x="98051" y="1114920"/>
                </a:lnTo>
                <a:lnTo>
                  <a:pt x="98223" y="1114920"/>
                </a:lnTo>
                <a:lnTo>
                  <a:pt x="98396" y="1114920"/>
                </a:lnTo>
                <a:lnTo>
                  <a:pt x="98568" y="1114920"/>
                </a:lnTo>
                <a:lnTo>
                  <a:pt x="98740" y="1114920"/>
                </a:lnTo>
                <a:lnTo>
                  <a:pt x="98913" y="1114920"/>
                </a:lnTo>
                <a:lnTo>
                  <a:pt x="99085" y="1114920"/>
                </a:lnTo>
                <a:lnTo>
                  <a:pt x="99257" y="1114920"/>
                </a:lnTo>
                <a:lnTo>
                  <a:pt x="99429" y="1114920"/>
                </a:lnTo>
                <a:lnTo>
                  <a:pt x="99602" y="1114920"/>
                </a:lnTo>
                <a:lnTo>
                  <a:pt x="99775" y="1114920"/>
                </a:lnTo>
                <a:lnTo>
                  <a:pt x="99946" y="1114920"/>
                </a:lnTo>
                <a:lnTo>
                  <a:pt x="100119" y="1114920"/>
                </a:lnTo>
                <a:lnTo>
                  <a:pt x="100291" y="1114920"/>
                </a:lnTo>
                <a:lnTo>
                  <a:pt x="100463" y="1114920"/>
                </a:lnTo>
                <a:lnTo>
                  <a:pt x="100636" y="1114920"/>
                </a:lnTo>
                <a:lnTo>
                  <a:pt x="100808" y="1114920"/>
                </a:lnTo>
                <a:lnTo>
                  <a:pt x="100980" y="1114920"/>
                </a:lnTo>
                <a:lnTo>
                  <a:pt x="101153" y="1114920"/>
                </a:lnTo>
                <a:lnTo>
                  <a:pt x="101325" y="1114920"/>
                </a:lnTo>
                <a:lnTo>
                  <a:pt x="101498" y="1114920"/>
                </a:lnTo>
                <a:lnTo>
                  <a:pt x="101670" y="1114920"/>
                </a:lnTo>
                <a:lnTo>
                  <a:pt x="101842" y="1114920"/>
                </a:lnTo>
                <a:lnTo>
                  <a:pt x="102015" y="1114920"/>
                </a:lnTo>
                <a:lnTo>
                  <a:pt x="102186" y="1114920"/>
                </a:lnTo>
                <a:lnTo>
                  <a:pt x="102359" y="1114920"/>
                </a:lnTo>
                <a:lnTo>
                  <a:pt x="102532" y="1114920"/>
                </a:lnTo>
                <a:lnTo>
                  <a:pt x="102703" y="1114920"/>
                </a:lnTo>
                <a:lnTo>
                  <a:pt x="102876" y="1114920"/>
                </a:lnTo>
                <a:lnTo>
                  <a:pt x="103048" y="1114920"/>
                </a:lnTo>
                <a:lnTo>
                  <a:pt x="103221" y="1114920"/>
                </a:lnTo>
                <a:lnTo>
                  <a:pt x="103393" y="1114920"/>
                </a:lnTo>
                <a:lnTo>
                  <a:pt x="103565" y="1114920"/>
                </a:lnTo>
                <a:lnTo>
                  <a:pt x="103738" y="1114920"/>
                </a:lnTo>
                <a:lnTo>
                  <a:pt x="103910" y="1114920"/>
                </a:lnTo>
                <a:lnTo>
                  <a:pt x="104082" y="1114920"/>
                </a:lnTo>
                <a:lnTo>
                  <a:pt x="104255" y="1114920"/>
                </a:lnTo>
                <a:lnTo>
                  <a:pt x="104427" y="1114920"/>
                </a:lnTo>
                <a:lnTo>
                  <a:pt x="104599" y="1114920"/>
                </a:lnTo>
                <a:lnTo>
                  <a:pt x="104772" y="1114920"/>
                </a:lnTo>
                <a:lnTo>
                  <a:pt x="104943" y="1114920"/>
                </a:lnTo>
                <a:lnTo>
                  <a:pt x="105116" y="1114920"/>
                </a:lnTo>
                <a:lnTo>
                  <a:pt x="105289" y="1114920"/>
                </a:lnTo>
                <a:lnTo>
                  <a:pt x="105461" y="1114920"/>
                </a:lnTo>
                <a:lnTo>
                  <a:pt x="105633" y="1114920"/>
                </a:lnTo>
                <a:lnTo>
                  <a:pt x="105805" y="1114920"/>
                </a:lnTo>
                <a:lnTo>
                  <a:pt x="105978" y="1114920"/>
                </a:lnTo>
                <a:lnTo>
                  <a:pt x="106150" y="1114920"/>
                </a:lnTo>
                <a:lnTo>
                  <a:pt x="106322" y="1114920"/>
                </a:lnTo>
                <a:lnTo>
                  <a:pt x="106495" y="1114920"/>
                </a:lnTo>
                <a:lnTo>
                  <a:pt x="106667" y="1114920"/>
                </a:lnTo>
                <a:lnTo>
                  <a:pt x="106839" y="1114920"/>
                </a:lnTo>
                <a:lnTo>
                  <a:pt x="107012" y="1114920"/>
                </a:lnTo>
                <a:lnTo>
                  <a:pt x="107184" y="1114920"/>
                </a:lnTo>
                <a:lnTo>
                  <a:pt x="107356" y="1114920"/>
                </a:lnTo>
                <a:lnTo>
                  <a:pt x="107529" y="1114920"/>
                </a:lnTo>
                <a:lnTo>
                  <a:pt x="107701" y="1114920"/>
                </a:lnTo>
                <a:lnTo>
                  <a:pt x="107873" y="1114920"/>
                </a:lnTo>
                <a:lnTo>
                  <a:pt x="108046" y="1114920"/>
                </a:lnTo>
                <a:lnTo>
                  <a:pt x="108218" y="1114920"/>
                </a:lnTo>
                <a:lnTo>
                  <a:pt x="108390" y="1114920"/>
                </a:lnTo>
                <a:lnTo>
                  <a:pt x="108562" y="1114920"/>
                </a:lnTo>
                <a:lnTo>
                  <a:pt x="108735" y="1114920"/>
                </a:lnTo>
                <a:lnTo>
                  <a:pt x="108908" y="1114920"/>
                </a:lnTo>
                <a:lnTo>
                  <a:pt x="109079" y="1114920"/>
                </a:lnTo>
                <a:lnTo>
                  <a:pt x="109252" y="1114920"/>
                </a:lnTo>
                <a:lnTo>
                  <a:pt x="109425" y="1114920"/>
                </a:lnTo>
                <a:lnTo>
                  <a:pt x="109596" y="1114920"/>
                </a:lnTo>
                <a:lnTo>
                  <a:pt x="109769" y="1114920"/>
                </a:lnTo>
                <a:lnTo>
                  <a:pt x="109941" y="1114920"/>
                </a:lnTo>
                <a:lnTo>
                  <a:pt x="110113" y="1114920"/>
                </a:lnTo>
                <a:lnTo>
                  <a:pt x="110286" y="1114920"/>
                </a:lnTo>
                <a:lnTo>
                  <a:pt x="110458" y="1114920"/>
                </a:lnTo>
                <a:lnTo>
                  <a:pt x="110631" y="1114920"/>
                </a:lnTo>
                <a:lnTo>
                  <a:pt x="110803" y="1114920"/>
                </a:lnTo>
                <a:lnTo>
                  <a:pt x="110975" y="1114920"/>
                </a:lnTo>
                <a:lnTo>
                  <a:pt x="111148" y="1114920"/>
                </a:lnTo>
                <a:lnTo>
                  <a:pt x="111319" y="1114920"/>
                </a:lnTo>
                <a:lnTo>
                  <a:pt x="111492" y="1114920"/>
                </a:lnTo>
                <a:lnTo>
                  <a:pt x="111665" y="1114920"/>
                </a:lnTo>
                <a:lnTo>
                  <a:pt x="111836" y="1114920"/>
                </a:lnTo>
                <a:lnTo>
                  <a:pt x="112009" y="1114920"/>
                </a:lnTo>
                <a:lnTo>
                  <a:pt x="112182" y="1114920"/>
                </a:lnTo>
                <a:lnTo>
                  <a:pt x="112353" y="1114920"/>
                </a:lnTo>
                <a:lnTo>
                  <a:pt x="112526" y="1114920"/>
                </a:lnTo>
                <a:lnTo>
                  <a:pt x="112698" y="1114920"/>
                </a:lnTo>
                <a:lnTo>
                  <a:pt x="112871" y="1114920"/>
                </a:lnTo>
                <a:lnTo>
                  <a:pt x="113043" y="1114920"/>
                </a:lnTo>
                <a:lnTo>
                  <a:pt x="113215" y="1114920"/>
                </a:lnTo>
                <a:lnTo>
                  <a:pt x="113388" y="1114920"/>
                </a:lnTo>
                <a:lnTo>
                  <a:pt x="113560" y="1114920"/>
                </a:lnTo>
                <a:lnTo>
                  <a:pt x="113732" y="1114920"/>
                </a:lnTo>
                <a:lnTo>
                  <a:pt x="113905" y="1114920"/>
                </a:lnTo>
                <a:lnTo>
                  <a:pt x="114077" y="1114920"/>
                </a:lnTo>
                <a:lnTo>
                  <a:pt x="114249" y="1114920"/>
                </a:lnTo>
                <a:lnTo>
                  <a:pt x="114422" y="1114920"/>
                </a:lnTo>
                <a:lnTo>
                  <a:pt x="114594" y="1114920"/>
                </a:lnTo>
                <a:lnTo>
                  <a:pt x="114766" y="1114920"/>
                </a:lnTo>
                <a:lnTo>
                  <a:pt x="114939" y="1114920"/>
                </a:lnTo>
                <a:lnTo>
                  <a:pt x="115111" y="1114920"/>
                </a:lnTo>
                <a:lnTo>
                  <a:pt x="115283" y="1114920"/>
                </a:lnTo>
                <a:lnTo>
                  <a:pt x="115455" y="1114920"/>
                </a:lnTo>
                <a:lnTo>
                  <a:pt x="115628" y="1114920"/>
                </a:lnTo>
                <a:lnTo>
                  <a:pt x="115800" y="1114920"/>
                </a:lnTo>
                <a:lnTo>
                  <a:pt x="115972" y="1114920"/>
                </a:lnTo>
                <a:lnTo>
                  <a:pt x="116145" y="1114920"/>
                </a:lnTo>
                <a:lnTo>
                  <a:pt x="116318" y="1114920"/>
                </a:lnTo>
                <a:lnTo>
                  <a:pt x="116489" y="1114920"/>
                </a:lnTo>
                <a:lnTo>
                  <a:pt x="116662" y="1114920"/>
                </a:lnTo>
                <a:lnTo>
                  <a:pt x="116834" y="1114920"/>
                </a:lnTo>
                <a:lnTo>
                  <a:pt x="117006" y="1114920"/>
                </a:lnTo>
                <a:lnTo>
                  <a:pt x="117179" y="1114920"/>
                </a:lnTo>
                <a:lnTo>
                  <a:pt x="117351" y="1114920"/>
                </a:lnTo>
                <a:lnTo>
                  <a:pt x="117523" y="1114920"/>
                </a:lnTo>
                <a:lnTo>
                  <a:pt x="117696" y="1114920"/>
                </a:lnTo>
                <a:lnTo>
                  <a:pt x="117868" y="1114920"/>
                </a:lnTo>
                <a:lnTo>
                  <a:pt x="118040" y="1114920"/>
                </a:lnTo>
                <a:lnTo>
                  <a:pt x="118212" y="1114920"/>
                </a:lnTo>
                <a:lnTo>
                  <a:pt x="118385" y="1114920"/>
                </a:lnTo>
                <a:lnTo>
                  <a:pt x="118558" y="1114920"/>
                </a:lnTo>
                <a:lnTo>
                  <a:pt x="118729" y="1114920"/>
                </a:lnTo>
                <a:lnTo>
                  <a:pt x="118902" y="1114920"/>
                </a:lnTo>
                <a:lnTo>
                  <a:pt x="119075" y="1114920"/>
                </a:lnTo>
                <a:lnTo>
                  <a:pt x="119246" y="1114920"/>
                </a:lnTo>
                <a:lnTo>
                  <a:pt x="119419" y="1114920"/>
                </a:lnTo>
                <a:lnTo>
                  <a:pt x="119591" y="1114920"/>
                </a:lnTo>
                <a:lnTo>
                  <a:pt x="119763" y="1114920"/>
                </a:lnTo>
                <a:lnTo>
                  <a:pt x="119936" y="1114920"/>
                </a:lnTo>
                <a:lnTo>
                  <a:pt x="120108" y="1114920"/>
                </a:lnTo>
                <a:lnTo>
                  <a:pt x="120281" y="1114920"/>
                </a:lnTo>
                <a:lnTo>
                  <a:pt x="120453" y="1114920"/>
                </a:lnTo>
                <a:lnTo>
                  <a:pt x="120625" y="1114920"/>
                </a:lnTo>
                <a:lnTo>
                  <a:pt x="120798" y="1114920"/>
                </a:lnTo>
                <a:lnTo>
                  <a:pt x="120969" y="1114920"/>
                </a:lnTo>
                <a:lnTo>
                  <a:pt x="121142" y="1114920"/>
                </a:lnTo>
                <a:lnTo>
                  <a:pt x="121315" y="1114920"/>
                </a:lnTo>
                <a:lnTo>
                  <a:pt x="121486" y="1114920"/>
                </a:lnTo>
                <a:lnTo>
                  <a:pt x="121659" y="1114920"/>
                </a:lnTo>
                <a:lnTo>
                  <a:pt x="121832" y="1114920"/>
                </a:lnTo>
                <a:lnTo>
                  <a:pt x="122004" y="1114920"/>
                </a:lnTo>
                <a:lnTo>
                  <a:pt x="122176" y="1114920"/>
                </a:lnTo>
                <a:lnTo>
                  <a:pt x="122348" y="1114920"/>
                </a:lnTo>
                <a:lnTo>
                  <a:pt x="122521" y="1114920"/>
                </a:lnTo>
                <a:lnTo>
                  <a:pt x="122693" y="1114920"/>
                </a:lnTo>
                <a:lnTo>
                  <a:pt x="122865" y="1114920"/>
                </a:lnTo>
                <a:lnTo>
                  <a:pt x="123038" y="1114920"/>
                </a:lnTo>
                <a:lnTo>
                  <a:pt x="123210" y="1114920"/>
                </a:lnTo>
                <a:lnTo>
                  <a:pt x="123382" y="1114920"/>
                </a:lnTo>
                <a:lnTo>
                  <a:pt x="123555" y="1114920"/>
                </a:lnTo>
                <a:lnTo>
                  <a:pt x="123726" y="1114920"/>
                </a:lnTo>
                <a:lnTo>
                  <a:pt x="123899" y="1114920"/>
                </a:lnTo>
                <a:lnTo>
                  <a:pt x="124072" y="1114920"/>
                </a:lnTo>
                <a:lnTo>
                  <a:pt x="124244" y="1114920"/>
                </a:lnTo>
                <a:lnTo>
                  <a:pt x="124416" y="1114920"/>
                </a:lnTo>
                <a:lnTo>
                  <a:pt x="124589" y="1114920"/>
                </a:lnTo>
                <a:lnTo>
                  <a:pt x="124761" y="1114920"/>
                </a:lnTo>
                <a:lnTo>
                  <a:pt x="124933" y="1114920"/>
                </a:lnTo>
                <a:lnTo>
                  <a:pt x="125105" y="1114920"/>
                </a:lnTo>
                <a:lnTo>
                  <a:pt x="125278" y="1114920"/>
                </a:lnTo>
                <a:lnTo>
                  <a:pt x="125450" y="1114920"/>
                </a:lnTo>
                <a:lnTo>
                  <a:pt x="125622" y="1114920"/>
                </a:lnTo>
                <a:lnTo>
                  <a:pt x="125795" y="1114920"/>
                </a:lnTo>
                <a:lnTo>
                  <a:pt x="125967" y="1114920"/>
                </a:lnTo>
                <a:lnTo>
                  <a:pt x="126139" y="1114920"/>
                </a:lnTo>
                <a:lnTo>
                  <a:pt x="126312" y="1114920"/>
                </a:lnTo>
                <a:lnTo>
                  <a:pt x="126484" y="1114920"/>
                </a:lnTo>
                <a:lnTo>
                  <a:pt x="126656" y="1114920"/>
                </a:lnTo>
                <a:lnTo>
                  <a:pt x="126829" y="1114920"/>
                </a:lnTo>
                <a:lnTo>
                  <a:pt x="127001" y="1114920"/>
                </a:lnTo>
                <a:lnTo>
                  <a:pt x="127173" y="1114920"/>
                </a:lnTo>
                <a:lnTo>
                  <a:pt x="127346" y="1114920"/>
                </a:lnTo>
                <a:lnTo>
                  <a:pt x="127518" y="1114920"/>
                </a:lnTo>
                <a:lnTo>
                  <a:pt x="127691" y="1114920"/>
                </a:lnTo>
                <a:lnTo>
                  <a:pt x="127862" y="1114920"/>
                </a:lnTo>
                <a:lnTo>
                  <a:pt x="128035" y="1114920"/>
                </a:lnTo>
                <a:lnTo>
                  <a:pt x="128208" y="1114920"/>
                </a:lnTo>
                <a:lnTo>
                  <a:pt x="128379" y="1114920"/>
                </a:lnTo>
                <a:lnTo>
                  <a:pt x="128552" y="1114920"/>
                </a:lnTo>
                <a:lnTo>
                  <a:pt x="128725" y="1114920"/>
                </a:lnTo>
                <a:lnTo>
                  <a:pt x="128896" y="1114920"/>
                </a:lnTo>
                <a:lnTo>
                  <a:pt x="129069" y="1114920"/>
                </a:lnTo>
                <a:lnTo>
                  <a:pt x="129241" y="1114920"/>
                </a:lnTo>
                <a:lnTo>
                  <a:pt x="129413" y="1114920"/>
                </a:lnTo>
                <a:lnTo>
                  <a:pt x="129586" y="1114920"/>
                </a:lnTo>
                <a:lnTo>
                  <a:pt x="129758" y="1114920"/>
                </a:lnTo>
                <a:lnTo>
                  <a:pt x="129931" y="1114920"/>
                </a:lnTo>
                <a:lnTo>
                  <a:pt x="130103" y="1114920"/>
                </a:lnTo>
                <a:lnTo>
                  <a:pt x="130275" y="1114920"/>
                </a:lnTo>
                <a:lnTo>
                  <a:pt x="130448" y="1114920"/>
                </a:lnTo>
                <a:lnTo>
                  <a:pt x="130619" y="1114920"/>
                </a:lnTo>
                <a:lnTo>
                  <a:pt x="130792" y="1114920"/>
                </a:lnTo>
                <a:lnTo>
                  <a:pt x="130965" y="1114920"/>
                </a:lnTo>
                <a:lnTo>
                  <a:pt x="131136" y="1114920"/>
                </a:lnTo>
                <a:lnTo>
                  <a:pt x="131309" y="1114920"/>
                </a:lnTo>
                <a:lnTo>
                  <a:pt x="131482" y="1114920"/>
                </a:lnTo>
                <a:lnTo>
                  <a:pt x="131654" y="1114920"/>
                </a:lnTo>
                <a:lnTo>
                  <a:pt x="131826" y="1114920"/>
                </a:lnTo>
                <a:lnTo>
                  <a:pt x="131998" y="1114920"/>
                </a:lnTo>
                <a:lnTo>
                  <a:pt x="132171" y="1114920"/>
                </a:lnTo>
                <a:lnTo>
                  <a:pt x="132343" y="1114920"/>
                </a:lnTo>
                <a:lnTo>
                  <a:pt x="132515" y="1114920"/>
                </a:lnTo>
                <a:lnTo>
                  <a:pt x="132688" y="1114920"/>
                </a:lnTo>
                <a:lnTo>
                  <a:pt x="132860" y="1114920"/>
                </a:lnTo>
                <a:lnTo>
                  <a:pt x="133032" y="1114920"/>
                </a:lnTo>
                <a:lnTo>
                  <a:pt x="133205" y="1114920"/>
                </a:lnTo>
                <a:lnTo>
                  <a:pt x="133377" y="1114920"/>
                </a:lnTo>
                <a:lnTo>
                  <a:pt x="133549" y="1114920"/>
                </a:lnTo>
                <a:lnTo>
                  <a:pt x="133722" y="1114920"/>
                </a:lnTo>
                <a:lnTo>
                  <a:pt x="133894" y="1114920"/>
                </a:lnTo>
                <a:lnTo>
                  <a:pt x="134066" y="1114920"/>
                </a:lnTo>
                <a:lnTo>
                  <a:pt x="134239" y="1114920"/>
                </a:lnTo>
                <a:lnTo>
                  <a:pt x="134411" y="1114920"/>
                </a:lnTo>
                <a:lnTo>
                  <a:pt x="134583" y="1114920"/>
                </a:lnTo>
                <a:lnTo>
                  <a:pt x="134755" y="1114920"/>
                </a:lnTo>
                <a:lnTo>
                  <a:pt x="134928" y="1114920"/>
                </a:lnTo>
                <a:lnTo>
                  <a:pt x="135100" y="1114920"/>
                </a:lnTo>
                <a:lnTo>
                  <a:pt x="135272" y="1114920"/>
                </a:lnTo>
                <a:lnTo>
                  <a:pt x="135445" y="1114920"/>
                </a:lnTo>
                <a:lnTo>
                  <a:pt x="135617" y="1114920"/>
                </a:lnTo>
                <a:lnTo>
                  <a:pt x="135789" y="1114920"/>
                </a:lnTo>
                <a:lnTo>
                  <a:pt x="135962" y="1114920"/>
                </a:lnTo>
                <a:lnTo>
                  <a:pt x="136134" y="1114920"/>
                </a:lnTo>
                <a:lnTo>
                  <a:pt x="136306" y="1114920"/>
                </a:lnTo>
                <a:lnTo>
                  <a:pt x="136479" y="1114920"/>
                </a:lnTo>
                <a:lnTo>
                  <a:pt x="136651" y="1114920"/>
                </a:lnTo>
                <a:lnTo>
                  <a:pt x="136823" y="1114920"/>
                </a:lnTo>
                <a:lnTo>
                  <a:pt x="136996" y="1114920"/>
                </a:lnTo>
                <a:lnTo>
                  <a:pt x="137168" y="1114920"/>
                </a:lnTo>
                <a:lnTo>
                  <a:pt x="137341" y="1114920"/>
                </a:lnTo>
                <a:lnTo>
                  <a:pt x="137512" y="1114920"/>
                </a:lnTo>
                <a:lnTo>
                  <a:pt x="137685" y="1114920"/>
                </a:lnTo>
                <a:lnTo>
                  <a:pt x="137858" y="1114920"/>
                </a:lnTo>
                <a:lnTo>
                  <a:pt x="138029" y="1114920"/>
                </a:lnTo>
                <a:lnTo>
                  <a:pt x="138202" y="1114920"/>
                </a:lnTo>
                <a:lnTo>
                  <a:pt x="138375" y="1114920"/>
                </a:lnTo>
                <a:lnTo>
                  <a:pt x="138546" y="1114920"/>
                </a:lnTo>
                <a:lnTo>
                  <a:pt x="138719" y="1114920"/>
                </a:lnTo>
                <a:lnTo>
                  <a:pt x="138891" y="1114920"/>
                </a:lnTo>
                <a:lnTo>
                  <a:pt x="139064" y="1114920"/>
                </a:lnTo>
                <a:lnTo>
                  <a:pt x="139236" y="1114920"/>
                </a:lnTo>
                <a:lnTo>
                  <a:pt x="139408" y="1114920"/>
                </a:lnTo>
                <a:lnTo>
                  <a:pt x="139581" y="1114920"/>
                </a:lnTo>
                <a:lnTo>
                  <a:pt x="139753" y="1114920"/>
                </a:lnTo>
                <a:lnTo>
                  <a:pt x="139925" y="1114920"/>
                </a:lnTo>
                <a:lnTo>
                  <a:pt x="140098" y="1114920"/>
                </a:lnTo>
                <a:lnTo>
                  <a:pt x="140269" y="1114920"/>
                </a:lnTo>
                <a:lnTo>
                  <a:pt x="140442" y="1114920"/>
                </a:lnTo>
                <a:lnTo>
                  <a:pt x="140615" y="1114920"/>
                </a:lnTo>
                <a:lnTo>
                  <a:pt x="140787" y="1114920"/>
                </a:lnTo>
                <a:lnTo>
                  <a:pt x="140959" y="1114920"/>
                </a:lnTo>
                <a:lnTo>
                  <a:pt x="141132" y="1114920"/>
                </a:lnTo>
                <a:lnTo>
                  <a:pt x="141304" y="1114920"/>
                </a:lnTo>
                <a:lnTo>
                  <a:pt x="141476" y="1114920"/>
                </a:lnTo>
                <a:lnTo>
                  <a:pt x="141648" y="1114920"/>
                </a:lnTo>
                <a:lnTo>
                  <a:pt x="141821" y="1114920"/>
                </a:lnTo>
                <a:lnTo>
                  <a:pt x="141993" y="1114920"/>
                </a:lnTo>
                <a:lnTo>
                  <a:pt x="142165" y="1114920"/>
                </a:lnTo>
                <a:lnTo>
                  <a:pt x="142338" y="1114920"/>
                </a:lnTo>
                <a:lnTo>
                  <a:pt x="142510" y="1114920"/>
                </a:lnTo>
                <a:lnTo>
                  <a:pt x="142682" y="1114920"/>
                </a:lnTo>
                <a:lnTo>
                  <a:pt x="142855" y="1114920"/>
                </a:lnTo>
                <a:lnTo>
                  <a:pt x="143027" y="1114920"/>
                </a:lnTo>
                <a:lnTo>
                  <a:pt x="143199" y="1114920"/>
                </a:lnTo>
                <a:lnTo>
                  <a:pt x="143372" y="1114920"/>
                </a:lnTo>
                <a:lnTo>
                  <a:pt x="143544" y="1114920"/>
                </a:lnTo>
                <a:lnTo>
                  <a:pt x="143716" y="1114920"/>
                </a:lnTo>
                <a:lnTo>
                  <a:pt x="143889" y="1114920"/>
                </a:lnTo>
                <a:lnTo>
                  <a:pt x="144061" y="1114920"/>
                </a:lnTo>
                <a:lnTo>
                  <a:pt x="144233" y="1114920"/>
                </a:lnTo>
                <a:lnTo>
                  <a:pt x="144405" y="1114920"/>
                </a:lnTo>
                <a:lnTo>
                  <a:pt x="144578" y="1114920"/>
                </a:lnTo>
                <a:lnTo>
                  <a:pt x="144751" y="1114920"/>
                </a:lnTo>
                <a:lnTo>
                  <a:pt x="144922" y="1114920"/>
                </a:lnTo>
                <a:lnTo>
                  <a:pt x="145095" y="1114920"/>
                </a:lnTo>
                <a:lnTo>
                  <a:pt x="145267" y="1114920"/>
                </a:lnTo>
                <a:lnTo>
                  <a:pt x="145439" y="1114920"/>
                </a:lnTo>
                <a:lnTo>
                  <a:pt x="145612" y="1114920"/>
                </a:lnTo>
                <a:lnTo>
                  <a:pt x="145784" y="1114920"/>
                </a:lnTo>
                <a:lnTo>
                  <a:pt x="145956" y="1114920"/>
                </a:lnTo>
                <a:lnTo>
                  <a:pt x="146129" y="1114920"/>
                </a:lnTo>
                <a:lnTo>
                  <a:pt x="146301" y="1114920"/>
                </a:lnTo>
                <a:lnTo>
                  <a:pt x="146474" y="1114920"/>
                </a:lnTo>
                <a:lnTo>
                  <a:pt x="146646" y="1114920"/>
                </a:lnTo>
                <a:lnTo>
                  <a:pt x="146818" y="1114920"/>
                </a:lnTo>
                <a:lnTo>
                  <a:pt x="146991" y="1114920"/>
                </a:lnTo>
                <a:lnTo>
                  <a:pt x="147162" y="1114920"/>
                </a:lnTo>
                <a:lnTo>
                  <a:pt x="147335" y="1114920"/>
                </a:lnTo>
                <a:lnTo>
                  <a:pt x="147508" y="1114920"/>
                </a:lnTo>
                <a:lnTo>
                  <a:pt x="147679" y="1114920"/>
                </a:lnTo>
                <a:lnTo>
                  <a:pt x="147852" y="1114920"/>
                </a:lnTo>
                <a:lnTo>
                  <a:pt x="148024" y="1114920"/>
                </a:lnTo>
                <a:lnTo>
                  <a:pt x="148196" y="1114920"/>
                </a:lnTo>
                <a:lnTo>
                  <a:pt x="148369" y="1114920"/>
                </a:lnTo>
                <a:lnTo>
                  <a:pt x="148541" y="1114920"/>
                </a:lnTo>
                <a:lnTo>
                  <a:pt x="148714" y="1114920"/>
                </a:lnTo>
                <a:lnTo>
                  <a:pt x="148886" y="1114920"/>
                </a:lnTo>
                <a:lnTo>
                  <a:pt x="149058" y="1114920"/>
                </a:lnTo>
                <a:lnTo>
                  <a:pt x="149231" y="1114920"/>
                </a:lnTo>
                <a:lnTo>
                  <a:pt x="149403" y="1114920"/>
                </a:lnTo>
                <a:lnTo>
                  <a:pt x="149575" y="1114920"/>
                </a:lnTo>
                <a:lnTo>
                  <a:pt x="149748" y="1114920"/>
                </a:lnTo>
                <a:lnTo>
                  <a:pt x="149919" y="1114920"/>
                </a:lnTo>
                <a:lnTo>
                  <a:pt x="150092" y="1114920"/>
                </a:lnTo>
                <a:lnTo>
                  <a:pt x="150265" y="1114920"/>
                </a:lnTo>
                <a:lnTo>
                  <a:pt x="150437" y="1114920"/>
                </a:lnTo>
                <a:lnTo>
                  <a:pt x="150609" y="1114920"/>
                </a:lnTo>
                <a:lnTo>
                  <a:pt x="150781" y="1114920"/>
                </a:lnTo>
                <a:lnTo>
                  <a:pt x="150954" y="1114920"/>
                </a:lnTo>
                <a:lnTo>
                  <a:pt x="151126" y="1114920"/>
                </a:lnTo>
                <a:lnTo>
                  <a:pt x="151298" y="1114920"/>
                </a:lnTo>
                <a:lnTo>
                  <a:pt x="151471" y="1114920"/>
                </a:lnTo>
                <a:lnTo>
                  <a:pt x="151643" y="1114920"/>
                </a:lnTo>
                <a:lnTo>
                  <a:pt x="151815" y="1114920"/>
                </a:lnTo>
                <a:lnTo>
                  <a:pt x="151988" y="1114920"/>
                </a:lnTo>
                <a:lnTo>
                  <a:pt x="152160" y="1114920"/>
                </a:lnTo>
                <a:lnTo>
                  <a:pt x="152332" y="1114920"/>
                </a:lnTo>
                <a:lnTo>
                  <a:pt x="152505" y="1114920"/>
                </a:lnTo>
                <a:lnTo>
                  <a:pt x="152677" y="1114920"/>
                </a:lnTo>
                <a:lnTo>
                  <a:pt x="152849" y="1114920"/>
                </a:lnTo>
                <a:lnTo>
                  <a:pt x="153022" y="1114920"/>
                </a:lnTo>
                <a:lnTo>
                  <a:pt x="153194" y="1114920"/>
                </a:lnTo>
                <a:lnTo>
                  <a:pt x="153366" y="1114920"/>
                </a:lnTo>
                <a:lnTo>
                  <a:pt x="153538" y="1114920"/>
                </a:lnTo>
                <a:lnTo>
                  <a:pt x="153711" y="1114920"/>
                </a:lnTo>
                <a:lnTo>
                  <a:pt x="153883" y="1114920"/>
                </a:lnTo>
                <a:lnTo>
                  <a:pt x="154055" y="1114920"/>
                </a:lnTo>
                <a:lnTo>
                  <a:pt x="154228" y="1114920"/>
                </a:lnTo>
                <a:lnTo>
                  <a:pt x="154401" y="1114920"/>
                </a:lnTo>
                <a:lnTo>
                  <a:pt x="154572" y="1114920"/>
                </a:lnTo>
                <a:lnTo>
                  <a:pt x="154745" y="1114920"/>
                </a:lnTo>
                <a:lnTo>
                  <a:pt x="154917" y="1114920"/>
                </a:lnTo>
                <a:lnTo>
                  <a:pt x="155089" y="1114920"/>
                </a:lnTo>
                <a:lnTo>
                  <a:pt x="155262" y="1114920"/>
                </a:lnTo>
                <a:lnTo>
                  <a:pt x="155434" y="1114920"/>
                </a:lnTo>
                <a:lnTo>
                  <a:pt x="155606" y="1114920"/>
                </a:lnTo>
                <a:lnTo>
                  <a:pt x="155779" y="1114920"/>
                </a:lnTo>
                <a:lnTo>
                  <a:pt x="155951" y="1114920"/>
                </a:lnTo>
                <a:lnTo>
                  <a:pt x="156124" y="1114920"/>
                </a:lnTo>
                <a:lnTo>
                  <a:pt x="156295" y="1114920"/>
                </a:lnTo>
                <a:lnTo>
                  <a:pt x="156468" y="1114920"/>
                </a:lnTo>
                <a:lnTo>
                  <a:pt x="156641" y="1114920"/>
                </a:lnTo>
                <a:lnTo>
                  <a:pt x="156812" y="1114920"/>
                </a:lnTo>
                <a:lnTo>
                  <a:pt x="156985" y="1114920"/>
                </a:lnTo>
                <a:lnTo>
                  <a:pt x="157158" y="1114920"/>
                </a:lnTo>
                <a:lnTo>
                  <a:pt x="157329" y="1114920"/>
                </a:lnTo>
                <a:lnTo>
                  <a:pt x="157502" y="1114920"/>
                </a:lnTo>
                <a:lnTo>
                  <a:pt x="157674" y="1114920"/>
                </a:lnTo>
                <a:lnTo>
                  <a:pt x="157847" y="1114920"/>
                </a:lnTo>
                <a:lnTo>
                  <a:pt x="158019" y="1114920"/>
                </a:lnTo>
                <a:lnTo>
                  <a:pt x="158191" y="1114920"/>
                </a:lnTo>
                <a:lnTo>
                  <a:pt x="158364" y="1114920"/>
                </a:lnTo>
                <a:lnTo>
                  <a:pt x="158536" y="1114920"/>
                </a:lnTo>
                <a:lnTo>
                  <a:pt x="158708" y="1114920"/>
                </a:lnTo>
                <a:lnTo>
                  <a:pt x="158881" y="1114920"/>
                </a:lnTo>
                <a:lnTo>
                  <a:pt x="159053" y="1114920"/>
                </a:lnTo>
                <a:lnTo>
                  <a:pt x="159225" y="1114920"/>
                </a:lnTo>
                <a:lnTo>
                  <a:pt x="159398" y="1114920"/>
                </a:lnTo>
                <a:lnTo>
                  <a:pt x="159569" y="1114920"/>
                </a:lnTo>
                <a:lnTo>
                  <a:pt x="159742" y="1114920"/>
                </a:lnTo>
                <a:lnTo>
                  <a:pt x="159915" y="1114920"/>
                </a:lnTo>
                <a:lnTo>
                  <a:pt x="160087" y="1114920"/>
                </a:lnTo>
                <a:lnTo>
                  <a:pt x="160259" y="1114920"/>
                </a:lnTo>
                <a:lnTo>
                  <a:pt x="160431" y="1114920"/>
                </a:lnTo>
                <a:lnTo>
                  <a:pt x="160604" y="1114920"/>
                </a:lnTo>
                <a:lnTo>
                  <a:pt x="160776" y="1114920"/>
                </a:lnTo>
                <a:lnTo>
                  <a:pt x="160948" y="1114920"/>
                </a:lnTo>
                <a:lnTo>
                  <a:pt x="161121" y="1114920"/>
                </a:lnTo>
                <a:lnTo>
                  <a:pt x="161293" y="1114920"/>
                </a:lnTo>
                <a:lnTo>
                  <a:pt x="161465" y="1114920"/>
                </a:lnTo>
                <a:lnTo>
                  <a:pt x="161638" y="1114920"/>
                </a:lnTo>
                <a:lnTo>
                  <a:pt x="161810" y="1114920"/>
                </a:lnTo>
                <a:lnTo>
                  <a:pt x="161982" y="1114920"/>
                </a:lnTo>
                <a:lnTo>
                  <a:pt x="162155" y="1114920"/>
                </a:lnTo>
                <a:lnTo>
                  <a:pt x="162327" y="1114920"/>
                </a:lnTo>
                <a:lnTo>
                  <a:pt x="162499" y="1114920"/>
                </a:lnTo>
                <a:lnTo>
                  <a:pt x="162672" y="1114920"/>
                </a:lnTo>
                <a:lnTo>
                  <a:pt x="162844" y="1114920"/>
                </a:lnTo>
                <a:lnTo>
                  <a:pt x="163016" y="1114920"/>
                </a:lnTo>
                <a:lnTo>
                  <a:pt x="163189" y="1114920"/>
                </a:lnTo>
                <a:lnTo>
                  <a:pt x="163361" y="1114920"/>
                </a:lnTo>
                <a:lnTo>
                  <a:pt x="163534" y="1114920"/>
                </a:lnTo>
                <a:lnTo>
                  <a:pt x="163705" y="1114920"/>
                </a:lnTo>
                <a:lnTo>
                  <a:pt x="163878" y="1114920"/>
                </a:lnTo>
                <a:lnTo>
                  <a:pt x="164051" y="1114920"/>
                </a:lnTo>
                <a:lnTo>
                  <a:pt x="164222" y="1114920"/>
                </a:lnTo>
                <a:lnTo>
                  <a:pt x="164395" y="1114920"/>
                </a:lnTo>
                <a:lnTo>
                  <a:pt x="164567" y="1114920"/>
                </a:lnTo>
                <a:lnTo>
                  <a:pt x="164739" y="1114920"/>
                </a:lnTo>
                <a:lnTo>
                  <a:pt x="164912" y="1114920"/>
                </a:lnTo>
                <a:lnTo>
                  <a:pt x="165084" y="1114920"/>
                </a:lnTo>
                <a:lnTo>
                  <a:pt x="165256" y="1114920"/>
                </a:lnTo>
                <a:lnTo>
                  <a:pt x="165429" y="1114920"/>
                </a:lnTo>
                <a:lnTo>
                  <a:pt x="165601" y="1114920"/>
                </a:lnTo>
                <a:lnTo>
                  <a:pt x="165774" y="1114920"/>
                </a:lnTo>
                <a:lnTo>
                  <a:pt x="165946" y="1114920"/>
                </a:lnTo>
                <a:lnTo>
                  <a:pt x="166118" y="1114920"/>
                </a:lnTo>
                <a:lnTo>
                  <a:pt x="166291" y="1114920"/>
                </a:lnTo>
                <a:lnTo>
                  <a:pt x="166462" y="1114920"/>
                </a:lnTo>
                <a:lnTo>
                  <a:pt x="166635" y="1114920"/>
                </a:lnTo>
                <a:lnTo>
                  <a:pt x="166808" y="1114920"/>
                </a:lnTo>
                <a:lnTo>
                  <a:pt x="166979" y="1114920"/>
                </a:lnTo>
                <a:lnTo>
                  <a:pt x="167152" y="1114920"/>
                </a:lnTo>
                <a:lnTo>
                  <a:pt x="167324" y="1114920"/>
                </a:lnTo>
                <a:lnTo>
                  <a:pt x="167497" y="1114920"/>
                </a:lnTo>
                <a:lnTo>
                  <a:pt x="167669" y="1114920"/>
                </a:lnTo>
                <a:lnTo>
                  <a:pt x="167841" y="1114920"/>
                </a:lnTo>
                <a:lnTo>
                  <a:pt x="168014" y="1114920"/>
                </a:lnTo>
                <a:lnTo>
                  <a:pt x="168186" y="1114920"/>
                </a:lnTo>
                <a:lnTo>
                  <a:pt x="168358" y="1114920"/>
                </a:lnTo>
                <a:lnTo>
                  <a:pt x="168531" y="1114920"/>
                </a:lnTo>
                <a:lnTo>
                  <a:pt x="168703" y="1114920"/>
                </a:lnTo>
                <a:lnTo>
                  <a:pt x="168875" y="1114920"/>
                </a:lnTo>
                <a:lnTo>
                  <a:pt x="169048" y="1114920"/>
                </a:lnTo>
                <a:lnTo>
                  <a:pt x="169220" y="1114920"/>
                </a:lnTo>
                <a:lnTo>
                  <a:pt x="169392" y="1114920"/>
                </a:lnTo>
                <a:lnTo>
                  <a:pt x="169565" y="1114920"/>
                </a:lnTo>
                <a:lnTo>
                  <a:pt x="169737" y="1114920"/>
                </a:lnTo>
                <a:lnTo>
                  <a:pt x="169909" y="1114920"/>
                </a:lnTo>
                <a:lnTo>
                  <a:pt x="170081" y="1114920"/>
                </a:lnTo>
                <a:lnTo>
                  <a:pt x="170254" y="1114920"/>
                </a:lnTo>
                <a:lnTo>
                  <a:pt x="170426" y="1114920"/>
                </a:lnTo>
                <a:lnTo>
                  <a:pt x="170598" y="1114920"/>
                </a:lnTo>
                <a:lnTo>
                  <a:pt x="170771" y="1114920"/>
                </a:lnTo>
                <a:lnTo>
                  <a:pt x="170944" y="1114920"/>
                </a:lnTo>
                <a:lnTo>
                  <a:pt x="171115" y="1114920"/>
                </a:lnTo>
                <a:lnTo>
                  <a:pt x="171288" y="1114920"/>
                </a:lnTo>
                <a:lnTo>
                  <a:pt x="171460" y="1114920"/>
                </a:lnTo>
                <a:lnTo>
                  <a:pt x="171632" y="1114920"/>
                </a:lnTo>
                <a:lnTo>
                  <a:pt x="171805" y="1114920"/>
                </a:lnTo>
                <a:lnTo>
                  <a:pt x="171977" y="1114920"/>
                </a:lnTo>
                <a:lnTo>
                  <a:pt x="172149" y="1114920"/>
                </a:lnTo>
                <a:lnTo>
                  <a:pt x="172322" y="1114920"/>
                </a:lnTo>
                <a:lnTo>
                  <a:pt x="172494" y="1114920"/>
                </a:lnTo>
                <a:lnTo>
                  <a:pt x="172666" y="1114920"/>
                </a:lnTo>
                <a:lnTo>
                  <a:pt x="172838" y="1114920"/>
                </a:lnTo>
                <a:lnTo>
                  <a:pt x="173011" y="1114920"/>
                </a:lnTo>
                <a:lnTo>
                  <a:pt x="173184" y="1114920"/>
                </a:lnTo>
                <a:lnTo>
                  <a:pt x="173355" y="1114920"/>
                </a:lnTo>
                <a:lnTo>
                  <a:pt x="173528" y="1114920"/>
                </a:lnTo>
                <a:lnTo>
                  <a:pt x="173701" y="1114920"/>
                </a:lnTo>
                <a:lnTo>
                  <a:pt x="173872" y="1114920"/>
                </a:lnTo>
                <a:lnTo>
                  <a:pt x="174045" y="1114920"/>
                </a:lnTo>
                <a:lnTo>
                  <a:pt x="174217" y="1114920"/>
                </a:lnTo>
                <a:lnTo>
                  <a:pt x="174389" y="1114920"/>
                </a:lnTo>
                <a:lnTo>
                  <a:pt x="174562" y="1114920"/>
                </a:lnTo>
                <a:lnTo>
                  <a:pt x="174734" y="1114920"/>
                </a:lnTo>
                <a:lnTo>
                  <a:pt x="174907" y="1114920"/>
                </a:lnTo>
                <a:lnTo>
                  <a:pt x="175079" y="1114920"/>
                </a:lnTo>
                <a:lnTo>
                  <a:pt x="175251" y="1114920"/>
                </a:lnTo>
                <a:lnTo>
                  <a:pt x="175424" y="1114920"/>
                </a:lnTo>
                <a:lnTo>
                  <a:pt x="175595" y="1114920"/>
                </a:lnTo>
                <a:lnTo>
                  <a:pt x="175768" y="1114920"/>
                </a:lnTo>
                <a:lnTo>
                  <a:pt x="175941" y="1114920"/>
                </a:lnTo>
                <a:lnTo>
                  <a:pt x="176112" y="1114920"/>
                </a:lnTo>
                <a:lnTo>
                  <a:pt x="176285" y="1114920"/>
                </a:lnTo>
                <a:lnTo>
                  <a:pt x="176458" y="1114920"/>
                </a:lnTo>
                <a:lnTo>
                  <a:pt x="176630" y="1114920"/>
                </a:lnTo>
                <a:lnTo>
                  <a:pt x="176802" y="1114920"/>
                </a:lnTo>
                <a:lnTo>
                  <a:pt x="176974" y="1114920"/>
                </a:lnTo>
                <a:lnTo>
                  <a:pt x="177147" y="1114920"/>
                </a:lnTo>
                <a:lnTo>
                  <a:pt x="177319" y="1114920"/>
                </a:lnTo>
                <a:lnTo>
                  <a:pt x="177491" y="1114920"/>
                </a:lnTo>
                <a:lnTo>
                  <a:pt x="177664" y="1114920"/>
                </a:lnTo>
                <a:lnTo>
                  <a:pt x="177836" y="1114920"/>
                </a:lnTo>
                <a:lnTo>
                  <a:pt x="178008" y="1114920"/>
                </a:lnTo>
                <a:lnTo>
                  <a:pt x="178181" y="1114920"/>
                </a:lnTo>
                <a:lnTo>
                  <a:pt x="178352" y="1114920"/>
                </a:lnTo>
                <a:lnTo>
                  <a:pt x="178525" y="1114920"/>
                </a:lnTo>
                <a:lnTo>
                  <a:pt x="178698" y="1114920"/>
                </a:lnTo>
                <a:lnTo>
                  <a:pt x="178870" y="1114920"/>
                </a:lnTo>
                <a:lnTo>
                  <a:pt x="179042" y="1114920"/>
                </a:lnTo>
                <a:lnTo>
                  <a:pt x="179215" y="1114920"/>
                </a:lnTo>
                <a:lnTo>
                  <a:pt x="179387" y="1114920"/>
                </a:lnTo>
                <a:lnTo>
                  <a:pt x="179559" y="1114920"/>
                </a:lnTo>
                <a:lnTo>
                  <a:pt x="179731" y="1114920"/>
                </a:lnTo>
                <a:lnTo>
                  <a:pt x="179904" y="1114920"/>
                </a:lnTo>
                <a:lnTo>
                  <a:pt x="180076" y="1114920"/>
                </a:lnTo>
                <a:lnTo>
                  <a:pt x="180248" y="1114920"/>
                </a:lnTo>
                <a:lnTo>
                  <a:pt x="180421" y="1114920"/>
                </a:lnTo>
                <a:lnTo>
                  <a:pt x="180593" y="1114920"/>
                </a:lnTo>
                <a:lnTo>
                  <a:pt x="180765" y="1114920"/>
                </a:lnTo>
                <a:lnTo>
                  <a:pt x="180938" y="1114920"/>
                </a:lnTo>
                <a:lnTo>
                  <a:pt x="181110" y="1114920"/>
                </a:lnTo>
                <a:lnTo>
                  <a:pt x="181282" y="1114920"/>
                </a:lnTo>
                <a:lnTo>
                  <a:pt x="181455" y="1114920"/>
                </a:lnTo>
                <a:lnTo>
                  <a:pt x="181627" y="1114920"/>
                </a:lnTo>
                <a:lnTo>
                  <a:pt x="181799" y="1114920"/>
                </a:lnTo>
                <a:lnTo>
                  <a:pt x="181972" y="1114920"/>
                </a:lnTo>
                <a:lnTo>
                  <a:pt x="182144" y="1114920"/>
                </a:lnTo>
                <a:lnTo>
                  <a:pt x="182317" y="1114920"/>
                </a:lnTo>
                <a:lnTo>
                  <a:pt x="182488" y="1114920"/>
                </a:lnTo>
                <a:lnTo>
                  <a:pt x="182661" y="1114920"/>
                </a:lnTo>
                <a:lnTo>
                  <a:pt x="182834" y="1114920"/>
                </a:lnTo>
                <a:lnTo>
                  <a:pt x="183005" y="1114920"/>
                </a:lnTo>
                <a:lnTo>
                  <a:pt x="183178" y="1114920"/>
                </a:lnTo>
                <a:lnTo>
                  <a:pt x="183350" y="1114920"/>
                </a:lnTo>
                <a:lnTo>
                  <a:pt x="183522" y="1114920"/>
                </a:lnTo>
                <a:lnTo>
                  <a:pt x="183695" y="1114920"/>
                </a:lnTo>
                <a:lnTo>
                  <a:pt x="183867" y="1114920"/>
                </a:lnTo>
                <a:lnTo>
                  <a:pt x="184039" y="1114920"/>
                </a:lnTo>
                <a:lnTo>
                  <a:pt x="184212" y="1114920"/>
                </a:lnTo>
                <a:lnTo>
                  <a:pt x="184384" y="1114920"/>
                </a:lnTo>
                <a:lnTo>
                  <a:pt x="184557" y="1114920"/>
                </a:lnTo>
                <a:lnTo>
                  <a:pt x="184729" y="1114920"/>
                </a:lnTo>
                <a:lnTo>
                  <a:pt x="184901" y="1114920"/>
                </a:lnTo>
                <a:lnTo>
                  <a:pt x="185074" y="1114920"/>
                </a:lnTo>
                <a:lnTo>
                  <a:pt x="185245" y="1114920"/>
                </a:lnTo>
                <a:lnTo>
                  <a:pt x="185418" y="1114920"/>
                </a:lnTo>
                <a:lnTo>
                  <a:pt x="185591" y="1114920"/>
                </a:lnTo>
                <a:lnTo>
                  <a:pt x="185762" y="1114920"/>
                </a:lnTo>
                <a:lnTo>
                  <a:pt x="185935" y="1114920"/>
                </a:lnTo>
                <a:lnTo>
                  <a:pt x="186108" y="1114920"/>
                </a:lnTo>
                <a:lnTo>
                  <a:pt x="186280" y="1114920"/>
                </a:lnTo>
                <a:lnTo>
                  <a:pt x="186452" y="1114920"/>
                </a:lnTo>
                <a:lnTo>
                  <a:pt x="186624" y="1114920"/>
                </a:lnTo>
                <a:lnTo>
                  <a:pt x="186797" y="1114920"/>
                </a:lnTo>
                <a:lnTo>
                  <a:pt x="186969" y="1114920"/>
                </a:lnTo>
                <a:lnTo>
                  <a:pt x="187141" y="1114920"/>
                </a:lnTo>
                <a:lnTo>
                  <a:pt x="187314" y="1114920"/>
                </a:lnTo>
                <a:lnTo>
                  <a:pt x="187486" y="1114920"/>
                </a:lnTo>
                <a:lnTo>
                  <a:pt x="187658" y="1114920"/>
                </a:lnTo>
                <a:lnTo>
                  <a:pt x="187831" y="1114920"/>
                </a:lnTo>
                <a:lnTo>
                  <a:pt x="188003" y="1114920"/>
                </a:lnTo>
                <a:lnTo>
                  <a:pt x="188175" y="1114920"/>
                </a:lnTo>
                <a:lnTo>
                  <a:pt x="188348" y="1114920"/>
                </a:lnTo>
                <a:lnTo>
                  <a:pt x="188520" y="1114920"/>
                </a:lnTo>
                <a:lnTo>
                  <a:pt x="188692" y="1114920"/>
                </a:lnTo>
                <a:lnTo>
                  <a:pt x="188865" y="1114920"/>
                </a:lnTo>
                <a:lnTo>
                  <a:pt x="189037" y="1114920"/>
                </a:lnTo>
                <a:lnTo>
                  <a:pt x="189209" y="1114920"/>
                </a:lnTo>
                <a:lnTo>
                  <a:pt x="189381" y="1114920"/>
                </a:lnTo>
                <a:lnTo>
                  <a:pt x="189554" y="1114920"/>
                </a:lnTo>
                <a:lnTo>
                  <a:pt x="189726" y="1114920"/>
                </a:lnTo>
                <a:lnTo>
                  <a:pt x="189898" y="1114920"/>
                </a:lnTo>
                <a:lnTo>
                  <a:pt x="190071" y="1114920"/>
                </a:lnTo>
                <a:lnTo>
                  <a:pt x="190243" y="1114920"/>
                </a:lnTo>
                <a:lnTo>
                  <a:pt x="190415" y="1114920"/>
                </a:lnTo>
                <a:lnTo>
                  <a:pt x="190588" y="1114920"/>
                </a:lnTo>
                <a:lnTo>
                  <a:pt x="190760" y="1114920"/>
                </a:lnTo>
                <a:lnTo>
                  <a:pt x="190932" y="1114920"/>
                </a:lnTo>
                <a:lnTo>
                  <a:pt x="191105" y="1114920"/>
                </a:lnTo>
                <a:lnTo>
                  <a:pt x="191277" y="1114920"/>
                </a:lnTo>
                <a:lnTo>
                  <a:pt x="191449" y="1114920"/>
                </a:lnTo>
                <a:lnTo>
                  <a:pt x="191622" y="1114920"/>
                </a:lnTo>
                <a:lnTo>
                  <a:pt x="191794" y="1114920"/>
                </a:lnTo>
                <a:lnTo>
                  <a:pt x="191967" y="1114920"/>
                </a:lnTo>
                <a:lnTo>
                  <a:pt x="192138" y="1114920"/>
                </a:lnTo>
                <a:lnTo>
                  <a:pt x="192311" y="1114920"/>
                </a:lnTo>
                <a:lnTo>
                  <a:pt x="192484" y="1114920"/>
                </a:lnTo>
                <a:lnTo>
                  <a:pt x="192655" y="1114920"/>
                </a:lnTo>
                <a:lnTo>
                  <a:pt x="192828" y="1114920"/>
                </a:lnTo>
                <a:lnTo>
                  <a:pt x="193000" y="1114920"/>
                </a:lnTo>
                <a:lnTo>
                  <a:pt x="193172" y="1114920"/>
                </a:lnTo>
                <a:lnTo>
                  <a:pt x="193345" y="1114920"/>
                </a:lnTo>
                <a:lnTo>
                  <a:pt x="193517" y="1114920"/>
                </a:lnTo>
                <a:lnTo>
                  <a:pt x="193690" y="1114920"/>
                </a:lnTo>
                <a:lnTo>
                  <a:pt x="193862" y="1114920"/>
                </a:lnTo>
                <a:lnTo>
                  <a:pt x="194034" y="1114920"/>
                </a:lnTo>
                <a:lnTo>
                  <a:pt x="194207" y="1114920"/>
                </a:lnTo>
                <a:lnTo>
                  <a:pt x="194379" y="1114920"/>
                </a:lnTo>
                <a:lnTo>
                  <a:pt x="194551" y="1114920"/>
                </a:lnTo>
                <a:lnTo>
                  <a:pt x="194724" y="1114920"/>
                </a:lnTo>
                <a:lnTo>
                  <a:pt x="194895" y="1114920"/>
                </a:lnTo>
                <a:lnTo>
                  <a:pt x="195068" y="1114920"/>
                </a:lnTo>
                <a:lnTo>
                  <a:pt x="195241" y="1114920"/>
                </a:lnTo>
                <a:lnTo>
                  <a:pt x="195412" y="1114920"/>
                </a:lnTo>
                <a:lnTo>
                  <a:pt x="195585" y="1114920"/>
                </a:lnTo>
                <a:lnTo>
                  <a:pt x="195757" y="1114920"/>
                </a:lnTo>
                <a:lnTo>
                  <a:pt x="195930" y="1114920"/>
                </a:lnTo>
                <a:lnTo>
                  <a:pt x="196102" y="1114920"/>
                </a:lnTo>
                <a:lnTo>
                  <a:pt x="196274" y="1114920"/>
                </a:lnTo>
                <a:lnTo>
                  <a:pt x="196447" y="1114920"/>
                </a:lnTo>
                <a:lnTo>
                  <a:pt x="196619" y="1114920"/>
                </a:lnTo>
                <a:lnTo>
                  <a:pt x="196791" y="1114920"/>
                </a:lnTo>
                <a:lnTo>
                  <a:pt x="196964" y="1114920"/>
                </a:lnTo>
                <a:lnTo>
                  <a:pt x="197136" y="1114920"/>
                </a:lnTo>
                <a:lnTo>
                  <a:pt x="197308" y="1114920"/>
                </a:lnTo>
                <a:lnTo>
                  <a:pt x="197481" y="1114920"/>
                </a:lnTo>
                <a:lnTo>
                  <a:pt x="197653" y="1114920"/>
                </a:lnTo>
                <a:lnTo>
                  <a:pt x="197825" y="1114920"/>
                </a:lnTo>
                <a:lnTo>
                  <a:pt x="197998" y="1114920"/>
                </a:lnTo>
                <a:lnTo>
                  <a:pt x="198170" y="1114920"/>
                </a:lnTo>
                <a:lnTo>
                  <a:pt x="198342" y="1114920"/>
                </a:lnTo>
                <a:lnTo>
                  <a:pt x="198514" y="1114920"/>
                </a:lnTo>
                <a:lnTo>
                  <a:pt x="198687" y="1114920"/>
                </a:lnTo>
                <a:lnTo>
                  <a:pt x="198859" y="1114920"/>
                </a:lnTo>
                <a:lnTo>
                  <a:pt x="199031" y="1114920"/>
                </a:lnTo>
                <a:lnTo>
                  <a:pt x="199204" y="1114920"/>
                </a:lnTo>
                <a:lnTo>
                  <a:pt x="199377" y="1114920"/>
                </a:lnTo>
                <a:lnTo>
                  <a:pt x="199548" y="1114920"/>
                </a:lnTo>
                <a:lnTo>
                  <a:pt x="199721" y="1114920"/>
                </a:lnTo>
                <a:lnTo>
                  <a:pt x="199893" y="1114920"/>
                </a:lnTo>
                <a:lnTo>
                  <a:pt x="200065" y="1114920"/>
                </a:lnTo>
                <a:lnTo>
                  <a:pt x="200238" y="1114920"/>
                </a:lnTo>
                <a:lnTo>
                  <a:pt x="200410" y="1114920"/>
                </a:lnTo>
                <a:lnTo>
                  <a:pt x="200582" y="1114920"/>
                </a:lnTo>
                <a:lnTo>
                  <a:pt x="200755" y="1114920"/>
                </a:lnTo>
                <a:lnTo>
                  <a:pt x="200927" y="1114920"/>
                </a:lnTo>
                <a:lnTo>
                  <a:pt x="201099" y="1114920"/>
                </a:lnTo>
                <a:lnTo>
                  <a:pt x="201271" y="1114920"/>
                </a:lnTo>
                <a:lnTo>
                  <a:pt x="201444" y="1114920"/>
                </a:lnTo>
                <a:lnTo>
                  <a:pt x="201617" y="1114920"/>
                </a:lnTo>
                <a:lnTo>
                  <a:pt x="201788" y="1114920"/>
                </a:lnTo>
                <a:lnTo>
                  <a:pt x="201961" y="1114920"/>
                </a:lnTo>
                <a:lnTo>
                  <a:pt x="202134" y="1114920"/>
                </a:lnTo>
                <a:lnTo>
                  <a:pt x="202305" y="1114920"/>
                </a:lnTo>
                <a:lnTo>
                  <a:pt x="202478" y="1114920"/>
                </a:lnTo>
                <a:lnTo>
                  <a:pt x="202650" y="1114920"/>
                </a:lnTo>
                <a:lnTo>
                  <a:pt x="202822" y="1114920"/>
                </a:lnTo>
                <a:lnTo>
                  <a:pt x="202995" y="1114920"/>
                </a:lnTo>
                <a:lnTo>
                  <a:pt x="203167" y="1114920"/>
                </a:lnTo>
                <a:lnTo>
                  <a:pt x="203340" y="1114920"/>
                </a:lnTo>
                <a:lnTo>
                  <a:pt x="203512" y="1114920"/>
                </a:lnTo>
                <a:lnTo>
                  <a:pt x="203684" y="1114920"/>
                </a:lnTo>
                <a:lnTo>
                  <a:pt x="203857" y="1114920"/>
                </a:lnTo>
                <a:lnTo>
                  <a:pt x="204029" y="1114920"/>
                </a:lnTo>
                <a:lnTo>
                  <a:pt x="204201" y="1114920"/>
                </a:lnTo>
                <a:lnTo>
                  <a:pt x="204374" y="1114920"/>
                </a:lnTo>
                <a:lnTo>
                  <a:pt x="204545" y="1114920"/>
                </a:lnTo>
                <a:lnTo>
                  <a:pt x="204718" y="1114920"/>
                </a:lnTo>
                <a:lnTo>
                  <a:pt x="204891" y="1114920"/>
                </a:lnTo>
                <a:lnTo>
                  <a:pt x="205063" y="1114920"/>
                </a:lnTo>
                <a:lnTo>
                  <a:pt x="205235" y="1114920"/>
                </a:lnTo>
                <a:lnTo>
                  <a:pt x="205407" y="1114920"/>
                </a:lnTo>
                <a:lnTo>
                  <a:pt x="205580" y="1114920"/>
                </a:lnTo>
                <a:lnTo>
                  <a:pt x="205752" y="1114920"/>
                </a:lnTo>
                <a:lnTo>
                  <a:pt x="205924" y="1114920"/>
                </a:lnTo>
                <a:lnTo>
                  <a:pt x="206097" y="1114920"/>
                </a:lnTo>
                <a:lnTo>
                  <a:pt x="206269" y="1114920"/>
                </a:lnTo>
                <a:lnTo>
                  <a:pt x="206441" y="1114920"/>
                </a:lnTo>
                <a:lnTo>
                  <a:pt x="206614" y="1114920"/>
                </a:lnTo>
                <a:lnTo>
                  <a:pt x="206786" y="1114920"/>
                </a:lnTo>
                <a:lnTo>
                  <a:pt x="206958" y="1114920"/>
                </a:lnTo>
                <a:lnTo>
                  <a:pt x="207131" y="1114920"/>
                </a:lnTo>
                <a:lnTo>
                  <a:pt x="207303" y="1114920"/>
                </a:lnTo>
                <a:lnTo>
                  <a:pt x="207475" y="1114920"/>
                </a:lnTo>
                <a:lnTo>
                  <a:pt x="207648" y="1114920"/>
                </a:lnTo>
                <a:lnTo>
                  <a:pt x="207820" y="1114920"/>
                </a:lnTo>
                <a:lnTo>
                  <a:pt x="207992" y="1114920"/>
                </a:lnTo>
                <a:lnTo>
                  <a:pt x="208165" y="1114920"/>
                </a:lnTo>
                <a:lnTo>
                  <a:pt x="208337" y="1114920"/>
                </a:lnTo>
                <a:lnTo>
                  <a:pt x="208509" y="1114920"/>
                </a:lnTo>
                <a:lnTo>
                  <a:pt x="208681" y="1114920"/>
                </a:lnTo>
                <a:lnTo>
                  <a:pt x="208854" y="1114920"/>
                </a:lnTo>
                <a:lnTo>
                  <a:pt x="209027" y="1114920"/>
                </a:lnTo>
                <a:lnTo>
                  <a:pt x="209198" y="1114920"/>
                </a:lnTo>
                <a:lnTo>
                  <a:pt x="209371" y="1114920"/>
                </a:lnTo>
                <a:lnTo>
                  <a:pt x="209543" y="1114920"/>
                </a:lnTo>
                <a:lnTo>
                  <a:pt x="209715" y="1114920"/>
                </a:lnTo>
                <a:lnTo>
                  <a:pt x="209888" y="1114920"/>
                </a:lnTo>
                <a:lnTo>
                  <a:pt x="210060" y="1114920"/>
                </a:lnTo>
                <a:lnTo>
                  <a:pt x="210232" y="1114920"/>
                </a:lnTo>
                <a:lnTo>
                  <a:pt x="210405" y="1114920"/>
                </a:lnTo>
                <a:lnTo>
                  <a:pt x="210577" y="1114920"/>
                </a:lnTo>
                <a:lnTo>
                  <a:pt x="210750" y="1114920"/>
                </a:lnTo>
                <a:lnTo>
                  <a:pt x="210922" y="1114920"/>
                </a:lnTo>
                <a:lnTo>
                  <a:pt x="211094" y="1114920"/>
                </a:lnTo>
                <a:lnTo>
                  <a:pt x="211267" y="1114920"/>
                </a:lnTo>
                <a:lnTo>
                  <a:pt x="211438" y="1114920"/>
                </a:lnTo>
                <a:lnTo>
                  <a:pt x="211611" y="1114920"/>
                </a:lnTo>
                <a:lnTo>
                  <a:pt x="211784" y="1114920"/>
                </a:lnTo>
                <a:lnTo>
                  <a:pt x="211955" y="1114920"/>
                </a:lnTo>
                <a:lnTo>
                  <a:pt x="212128" y="1114920"/>
                </a:lnTo>
                <a:lnTo>
                  <a:pt x="212300" y="1114920"/>
                </a:lnTo>
                <a:lnTo>
                  <a:pt x="212473" y="1114920"/>
                </a:lnTo>
                <a:lnTo>
                  <a:pt x="212645" y="1114920"/>
                </a:lnTo>
                <a:lnTo>
                  <a:pt x="212817" y="1114920"/>
                </a:lnTo>
                <a:lnTo>
                  <a:pt x="212990" y="1114920"/>
                </a:lnTo>
                <a:lnTo>
                  <a:pt x="213162" y="1114920"/>
                </a:lnTo>
                <a:lnTo>
                  <a:pt x="213334" y="1114920"/>
                </a:lnTo>
                <a:lnTo>
                  <a:pt x="213507" y="1114920"/>
                </a:lnTo>
                <a:lnTo>
                  <a:pt x="213679" y="1114920"/>
                </a:lnTo>
                <a:lnTo>
                  <a:pt x="213851" y="1114920"/>
                </a:lnTo>
                <a:lnTo>
                  <a:pt x="214024" y="1114920"/>
                </a:lnTo>
                <a:lnTo>
                  <a:pt x="214195" y="1114920"/>
                </a:lnTo>
                <a:lnTo>
                  <a:pt x="214368" y="1114920"/>
                </a:lnTo>
                <a:lnTo>
                  <a:pt x="214541" y="1114920"/>
                </a:lnTo>
                <a:lnTo>
                  <a:pt x="214713" y="1114920"/>
                </a:lnTo>
                <a:lnTo>
                  <a:pt x="214885" y="1114920"/>
                </a:lnTo>
                <a:lnTo>
                  <a:pt x="215057" y="1114920"/>
                </a:lnTo>
                <a:lnTo>
                  <a:pt x="215230" y="1114920"/>
                </a:lnTo>
                <a:lnTo>
                  <a:pt x="215402" y="1114920"/>
                </a:lnTo>
                <a:lnTo>
                  <a:pt x="215574" y="1114920"/>
                </a:lnTo>
                <a:lnTo>
                  <a:pt x="215747" y="1114920"/>
                </a:lnTo>
                <a:lnTo>
                  <a:pt x="215919" y="1114920"/>
                </a:lnTo>
                <a:lnTo>
                  <a:pt x="216091" y="1114920"/>
                </a:lnTo>
                <a:lnTo>
                  <a:pt x="216264" y="1114920"/>
                </a:lnTo>
                <a:lnTo>
                  <a:pt x="216436" y="1114920"/>
                </a:lnTo>
                <a:lnTo>
                  <a:pt x="216608" y="1114920"/>
                </a:lnTo>
                <a:lnTo>
                  <a:pt x="216781" y="1114920"/>
                </a:lnTo>
                <a:lnTo>
                  <a:pt x="216953" y="1114920"/>
                </a:lnTo>
                <a:lnTo>
                  <a:pt x="217125" y="1114920"/>
                </a:lnTo>
                <a:lnTo>
                  <a:pt x="217298" y="1114920"/>
                </a:lnTo>
                <a:lnTo>
                  <a:pt x="217470" y="1114920"/>
                </a:lnTo>
                <a:lnTo>
                  <a:pt x="217642" y="1114920"/>
                </a:lnTo>
                <a:lnTo>
                  <a:pt x="217814" y="1114920"/>
                </a:lnTo>
                <a:lnTo>
                  <a:pt x="217987" y="1114920"/>
                </a:lnTo>
                <a:lnTo>
                  <a:pt x="218160" y="1114920"/>
                </a:lnTo>
                <a:lnTo>
                  <a:pt x="218331" y="1114920"/>
                </a:lnTo>
                <a:lnTo>
                  <a:pt x="218504" y="1114920"/>
                </a:lnTo>
                <a:lnTo>
                  <a:pt x="218677" y="1114920"/>
                </a:lnTo>
                <a:lnTo>
                  <a:pt x="218848" y="1114920"/>
                </a:lnTo>
                <a:lnTo>
                  <a:pt x="219021" y="1114920"/>
                </a:lnTo>
                <a:lnTo>
                  <a:pt x="219193" y="1114920"/>
                </a:lnTo>
                <a:lnTo>
                  <a:pt x="219365" y="1114920"/>
                </a:lnTo>
                <a:lnTo>
                  <a:pt x="219538" y="1114920"/>
                </a:lnTo>
                <a:lnTo>
                  <a:pt x="219710" y="1114920"/>
                </a:lnTo>
                <a:lnTo>
                  <a:pt x="219882" y="1114920"/>
                </a:lnTo>
                <a:lnTo>
                  <a:pt x="220055" y="1114920"/>
                </a:lnTo>
                <a:lnTo>
                  <a:pt x="220227" y="1114920"/>
                </a:lnTo>
                <a:lnTo>
                  <a:pt x="220400" y="1114920"/>
                </a:lnTo>
                <a:lnTo>
                  <a:pt x="220571" y="1114920"/>
                </a:lnTo>
                <a:lnTo>
                  <a:pt x="220744" y="1114920"/>
                </a:lnTo>
                <a:lnTo>
                  <a:pt x="220917" y="1114920"/>
                </a:lnTo>
                <a:lnTo>
                  <a:pt x="221088" y="1114920"/>
                </a:lnTo>
                <a:lnTo>
                  <a:pt x="221261" y="1114920"/>
                </a:lnTo>
                <a:lnTo>
                  <a:pt x="221434" y="1114920"/>
                </a:lnTo>
                <a:lnTo>
                  <a:pt x="221605" y="1114920"/>
                </a:lnTo>
                <a:lnTo>
                  <a:pt x="221778" y="1114920"/>
                </a:lnTo>
                <a:lnTo>
                  <a:pt x="221950" y="1114920"/>
                </a:lnTo>
                <a:lnTo>
                  <a:pt x="222123" y="1114920"/>
                </a:lnTo>
                <a:lnTo>
                  <a:pt x="222295" y="1114920"/>
                </a:lnTo>
                <a:lnTo>
                  <a:pt x="222467" y="1114920"/>
                </a:lnTo>
                <a:lnTo>
                  <a:pt x="222640" y="1114920"/>
                </a:lnTo>
                <a:lnTo>
                  <a:pt x="222812" y="1114920"/>
                </a:lnTo>
                <a:lnTo>
                  <a:pt x="222984" y="1114920"/>
                </a:lnTo>
                <a:lnTo>
                  <a:pt x="223157" y="1114920"/>
                </a:lnTo>
                <a:lnTo>
                  <a:pt x="223328" y="1114920"/>
                </a:lnTo>
                <a:lnTo>
                  <a:pt x="223501" y="1114920"/>
                </a:lnTo>
                <a:lnTo>
                  <a:pt x="223674" y="1114920"/>
                </a:lnTo>
                <a:lnTo>
                  <a:pt x="223846" y="1114920"/>
                </a:lnTo>
                <a:lnTo>
                  <a:pt x="224018" y="1114920"/>
                </a:lnTo>
                <a:lnTo>
                  <a:pt x="224191" y="1114920"/>
                </a:lnTo>
                <a:lnTo>
                  <a:pt x="224363" y="1114920"/>
                </a:lnTo>
                <a:lnTo>
                  <a:pt x="224535" y="1114920"/>
                </a:lnTo>
                <a:lnTo>
                  <a:pt x="224707" y="1114920"/>
                </a:lnTo>
                <a:lnTo>
                  <a:pt x="224880" y="1114920"/>
                </a:lnTo>
                <a:lnTo>
                  <a:pt x="225052" y="1114920"/>
                </a:lnTo>
                <a:lnTo>
                  <a:pt x="225224" y="1114920"/>
                </a:lnTo>
                <a:lnTo>
                  <a:pt x="225397" y="1114920"/>
                </a:lnTo>
                <a:lnTo>
                  <a:pt x="225569" y="1114920"/>
                </a:lnTo>
                <a:lnTo>
                  <a:pt x="225741" y="1114920"/>
                </a:lnTo>
                <a:lnTo>
                  <a:pt x="225914" y="1114920"/>
                </a:lnTo>
                <a:lnTo>
                  <a:pt x="226086" y="1114920"/>
                </a:lnTo>
                <a:lnTo>
                  <a:pt x="226258" y="1114920"/>
                </a:lnTo>
                <a:lnTo>
                  <a:pt x="226431" y="1114920"/>
                </a:lnTo>
                <a:lnTo>
                  <a:pt x="226603" y="1114920"/>
                </a:lnTo>
                <a:lnTo>
                  <a:pt x="226775" y="1114920"/>
                </a:lnTo>
                <a:lnTo>
                  <a:pt x="226948" y="1114920"/>
                </a:lnTo>
                <a:lnTo>
                  <a:pt x="227120" y="1114920"/>
                </a:lnTo>
                <a:lnTo>
                  <a:pt x="227292" y="1114920"/>
                </a:lnTo>
                <a:lnTo>
                  <a:pt x="227464" y="1114920"/>
                </a:lnTo>
                <a:lnTo>
                  <a:pt x="227637" y="1114920"/>
                </a:lnTo>
                <a:lnTo>
                  <a:pt x="227810" y="1114920"/>
                </a:lnTo>
                <a:lnTo>
                  <a:pt x="227981" y="1114920"/>
                </a:lnTo>
                <a:lnTo>
                  <a:pt x="228154" y="1114920"/>
                </a:lnTo>
                <a:lnTo>
                  <a:pt x="228326" y="1114920"/>
                </a:lnTo>
                <a:lnTo>
                  <a:pt x="228498" y="1114920"/>
                </a:lnTo>
                <a:lnTo>
                  <a:pt x="228671" y="1114920"/>
                </a:lnTo>
                <a:lnTo>
                  <a:pt x="228843" y="1114920"/>
                </a:lnTo>
                <a:lnTo>
                  <a:pt x="229015" y="1114920"/>
                </a:lnTo>
                <a:lnTo>
                  <a:pt x="229188" y="1114920"/>
                </a:lnTo>
                <a:lnTo>
                  <a:pt x="229360" y="1114920"/>
                </a:lnTo>
                <a:lnTo>
                  <a:pt x="229533" y="1114920"/>
                </a:lnTo>
                <a:lnTo>
                  <a:pt x="229705" y="1114920"/>
                </a:lnTo>
                <a:lnTo>
                  <a:pt x="229877" y="1114920"/>
                </a:lnTo>
                <a:lnTo>
                  <a:pt x="230050" y="1114920"/>
                </a:lnTo>
                <a:lnTo>
                  <a:pt x="230221" y="1114920"/>
                </a:lnTo>
                <a:lnTo>
                  <a:pt x="230394" y="1114920"/>
                </a:lnTo>
                <a:lnTo>
                  <a:pt x="230567" y="1114920"/>
                </a:lnTo>
                <a:lnTo>
                  <a:pt x="230738" y="1114920"/>
                </a:lnTo>
                <a:lnTo>
                  <a:pt x="230911" y="1114920"/>
                </a:lnTo>
                <a:lnTo>
                  <a:pt x="231084" y="1114920"/>
                </a:lnTo>
                <a:lnTo>
                  <a:pt x="231255" y="1114920"/>
                </a:lnTo>
                <a:lnTo>
                  <a:pt x="231428" y="1114920"/>
                </a:lnTo>
                <a:lnTo>
                  <a:pt x="231600" y="1114920"/>
                </a:lnTo>
                <a:lnTo>
                  <a:pt x="231773" y="1114920"/>
                </a:lnTo>
                <a:lnTo>
                  <a:pt x="231945" y="1114920"/>
                </a:lnTo>
                <a:lnTo>
                  <a:pt x="232117" y="1114920"/>
                </a:lnTo>
                <a:lnTo>
                  <a:pt x="232290" y="1114920"/>
                </a:lnTo>
                <a:lnTo>
                  <a:pt x="232462" y="1114920"/>
                </a:lnTo>
                <a:lnTo>
                  <a:pt x="232634" y="1114920"/>
                </a:lnTo>
                <a:lnTo>
                  <a:pt x="232807" y="1114920"/>
                </a:lnTo>
                <a:lnTo>
                  <a:pt x="232978" y="1114920"/>
                </a:lnTo>
                <a:lnTo>
                  <a:pt x="233151" y="1114920"/>
                </a:lnTo>
                <a:lnTo>
                  <a:pt x="233324" y="1114920"/>
                </a:lnTo>
                <a:lnTo>
                  <a:pt x="233496" y="1114920"/>
                </a:lnTo>
                <a:lnTo>
                  <a:pt x="233668" y="1114920"/>
                </a:lnTo>
                <a:lnTo>
                  <a:pt x="233841" y="1114920"/>
                </a:lnTo>
                <a:lnTo>
                  <a:pt x="234013" y="1114920"/>
                </a:lnTo>
                <a:lnTo>
                  <a:pt x="234185" y="1114920"/>
                </a:lnTo>
                <a:lnTo>
                  <a:pt x="234357" y="1114920"/>
                </a:lnTo>
                <a:lnTo>
                  <a:pt x="234530" y="1114920"/>
                </a:lnTo>
                <a:lnTo>
                  <a:pt x="234702" y="1114920"/>
                </a:lnTo>
                <a:lnTo>
                  <a:pt x="234874" y="1114920"/>
                </a:lnTo>
                <a:lnTo>
                  <a:pt x="235047" y="1114920"/>
                </a:lnTo>
                <a:lnTo>
                  <a:pt x="235219" y="1114920"/>
                </a:lnTo>
                <a:lnTo>
                  <a:pt x="235391" y="1114920"/>
                </a:lnTo>
                <a:lnTo>
                  <a:pt x="235564" y="1114920"/>
                </a:lnTo>
                <a:lnTo>
                  <a:pt x="235736" y="1114920"/>
                </a:lnTo>
                <a:lnTo>
                  <a:pt x="235908" y="1114920"/>
                </a:lnTo>
                <a:lnTo>
                  <a:pt x="236081" y="1114920"/>
                </a:lnTo>
                <a:lnTo>
                  <a:pt x="236253" y="1114920"/>
                </a:lnTo>
                <a:lnTo>
                  <a:pt x="236425" y="1114920"/>
                </a:lnTo>
                <a:lnTo>
                  <a:pt x="236598" y="1114920"/>
                </a:lnTo>
                <a:lnTo>
                  <a:pt x="236770" y="1114920"/>
                </a:lnTo>
                <a:lnTo>
                  <a:pt x="236943" y="1114920"/>
                </a:lnTo>
                <a:lnTo>
                  <a:pt x="237114" y="1114920"/>
                </a:lnTo>
                <a:lnTo>
                  <a:pt x="237287" y="1114920"/>
                </a:lnTo>
                <a:lnTo>
                  <a:pt x="237460" y="1114920"/>
                </a:lnTo>
                <a:lnTo>
                  <a:pt x="237631" y="1114920"/>
                </a:lnTo>
                <a:lnTo>
                  <a:pt x="237804" y="1114920"/>
                </a:lnTo>
                <a:lnTo>
                  <a:pt x="237976" y="1114920"/>
                </a:lnTo>
                <a:lnTo>
                  <a:pt x="238148" y="1114920"/>
                </a:lnTo>
                <a:lnTo>
                  <a:pt x="238321" y="1114920"/>
                </a:lnTo>
                <a:lnTo>
                  <a:pt x="238493" y="1114920"/>
                </a:lnTo>
                <a:lnTo>
                  <a:pt x="238665" y="1114920"/>
                </a:lnTo>
                <a:lnTo>
                  <a:pt x="238838" y="1114920"/>
                </a:lnTo>
                <a:lnTo>
                  <a:pt x="239010" y="1114920"/>
                </a:lnTo>
                <a:lnTo>
                  <a:pt x="239183" y="1114920"/>
                </a:lnTo>
                <a:lnTo>
                  <a:pt x="239355" y="1114920"/>
                </a:lnTo>
                <a:lnTo>
                  <a:pt x="239527" y="1114920"/>
                </a:lnTo>
                <a:lnTo>
                  <a:pt x="239700" y="1114920"/>
                </a:lnTo>
                <a:lnTo>
                  <a:pt x="239871" y="1114920"/>
                </a:lnTo>
                <a:lnTo>
                  <a:pt x="240044" y="1114920"/>
                </a:lnTo>
                <a:lnTo>
                  <a:pt x="240217" y="1114920"/>
                </a:lnTo>
                <a:lnTo>
                  <a:pt x="240388" y="1114920"/>
                </a:lnTo>
                <a:lnTo>
                  <a:pt x="240561" y="1114920"/>
                </a:lnTo>
                <a:lnTo>
                  <a:pt x="240733" y="1114920"/>
                </a:lnTo>
                <a:lnTo>
                  <a:pt x="240906" y="1114920"/>
                </a:lnTo>
                <a:lnTo>
                  <a:pt x="241078" y="1114920"/>
                </a:lnTo>
                <a:lnTo>
                  <a:pt x="241250" y="1114920"/>
                </a:lnTo>
                <a:lnTo>
                  <a:pt x="241423" y="1114920"/>
                </a:lnTo>
                <a:lnTo>
                  <a:pt x="241595" y="1114920"/>
                </a:lnTo>
                <a:lnTo>
                  <a:pt x="241767" y="1114920"/>
                </a:lnTo>
                <a:lnTo>
                  <a:pt x="241940" y="1114920"/>
                </a:lnTo>
                <a:lnTo>
                  <a:pt x="242112" y="1114920"/>
                </a:lnTo>
                <a:lnTo>
                  <a:pt x="242284" y="1114920"/>
                </a:lnTo>
                <a:lnTo>
                  <a:pt x="242457" y="1114920"/>
                </a:lnTo>
                <a:lnTo>
                  <a:pt x="242629" y="1114920"/>
                </a:lnTo>
                <a:lnTo>
                  <a:pt x="242801" y="1114920"/>
                </a:lnTo>
                <a:lnTo>
                  <a:pt x="242974" y="1114920"/>
                </a:lnTo>
                <a:lnTo>
                  <a:pt x="243146" y="1114920"/>
                </a:lnTo>
                <a:lnTo>
                  <a:pt x="243318" y="1114920"/>
                </a:lnTo>
                <a:lnTo>
                  <a:pt x="243490" y="1114920"/>
                </a:lnTo>
                <a:lnTo>
                  <a:pt x="243663" y="1114920"/>
                </a:lnTo>
                <a:lnTo>
                  <a:pt x="243835" y="1114920"/>
                </a:lnTo>
                <a:lnTo>
                  <a:pt x="244007" y="1114920"/>
                </a:lnTo>
                <a:lnTo>
                  <a:pt x="244180" y="1114920"/>
                </a:lnTo>
                <a:lnTo>
                  <a:pt x="244352" y="1114920"/>
                </a:lnTo>
                <a:lnTo>
                  <a:pt x="244524" y="1114920"/>
                </a:lnTo>
                <a:lnTo>
                  <a:pt x="244697" y="1114920"/>
                </a:lnTo>
                <a:lnTo>
                  <a:pt x="244869" y="1114920"/>
                </a:lnTo>
                <a:lnTo>
                  <a:pt x="245041" y="1114920"/>
                </a:lnTo>
                <a:lnTo>
                  <a:pt x="245214" y="1114920"/>
                </a:lnTo>
                <a:lnTo>
                  <a:pt x="245386" y="1114920"/>
                </a:lnTo>
                <a:lnTo>
                  <a:pt x="245558" y="1114920"/>
                </a:lnTo>
                <a:lnTo>
                  <a:pt x="245731" y="1114920"/>
                </a:lnTo>
                <a:lnTo>
                  <a:pt x="245903" y="1114920"/>
                </a:lnTo>
                <a:lnTo>
                  <a:pt x="246075" y="1114920"/>
                </a:lnTo>
                <a:lnTo>
                  <a:pt x="246248" y="1114920"/>
                </a:lnTo>
                <a:lnTo>
                  <a:pt x="246420" y="1114920"/>
                </a:lnTo>
                <a:lnTo>
                  <a:pt x="246593" y="1114920"/>
                </a:lnTo>
                <a:lnTo>
                  <a:pt x="246764" y="1114920"/>
                </a:lnTo>
                <a:lnTo>
                  <a:pt x="246937" y="1114920"/>
                </a:lnTo>
                <a:lnTo>
                  <a:pt x="247110" y="1114920"/>
                </a:lnTo>
                <a:lnTo>
                  <a:pt x="247281" y="1114920"/>
                </a:lnTo>
                <a:lnTo>
                  <a:pt x="247454" y="1114920"/>
                </a:lnTo>
                <a:lnTo>
                  <a:pt x="247626" y="1114920"/>
                </a:lnTo>
                <a:lnTo>
                  <a:pt x="247798" y="1114920"/>
                </a:lnTo>
                <a:lnTo>
                  <a:pt x="247971" y="1114920"/>
                </a:lnTo>
                <a:lnTo>
                  <a:pt x="248143" y="1114920"/>
                </a:lnTo>
                <a:lnTo>
                  <a:pt x="248316" y="1114920"/>
                </a:lnTo>
                <a:lnTo>
                  <a:pt x="248488" y="1114920"/>
                </a:lnTo>
                <a:lnTo>
                  <a:pt x="248660" y="1114920"/>
                </a:lnTo>
                <a:lnTo>
                  <a:pt x="248833" y="1114920"/>
                </a:lnTo>
                <a:lnTo>
                  <a:pt x="249005" y="1114920"/>
                </a:lnTo>
                <a:lnTo>
                  <a:pt x="249177" y="1114920"/>
                </a:lnTo>
                <a:lnTo>
                  <a:pt x="249350" y="1114920"/>
                </a:lnTo>
                <a:lnTo>
                  <a:pt x="249521" y="1114920"/>
                </a:lnTo>
                <a:lnTo>
                  <a:pt x="249694" y="1114920"/>
                </a:lnTo>
                <a:lnTo>
                  <a:pt x="249867" y="1114920"/>
                </a:lnTo>
                <a:lnTo>
                  <a:pt x="250038" y="1114920"/>
                </a:lnTo>
                <a:lnTo>
                  <a:pt x="250211" y="1114920"/>
                </a:lnTo>
                <a:lnTo>
                  <a:pt x="250383" y="1114920"/>
                </a:lnTo>
                <a:lnTo>
                  <a:pt x="250556" y="1114920"/>
                </a:lnTo>
                <a:lnTo>
                  <a:pt x="250728" y="1114920"/>
                </a:lnTo>
                <a:lnTo>
                  <a:pt x="250900" y="1114920"/>
                </a:lnTo>
                <a:lnTo>
                  <a:pt x="251073" y="1114920"/>
                </a:lnTo>
                <a:lnTo>
                  <a:pt x="251245" y="1114920"/>
                </a:lnTo>
                <a:lnTo>
                  <a:pt x="251417" y="1114920"/>
                </a:lnTo>
                <a:lnTo>
                  <a:pt x="251590" y="1114920"/>
                </a:lnTo>
                <a:lnTo>
                  <a:pt x="251762" y="1114920"/>
                </a:lnTo>
                <a:lnTo>
                  <a:pt x="251934" y="1114920"/>
                </a:lnTo>
                <a:lnTo>
                  <a:pt x="252107" y="1114920"/>
                </a:lnTo>
                <a:lnTo>
                  <a:pt x="252279" y="1114920"/>
                </a:lnTo>
                <a:lnTo>
                  <a:pt x="252451" y="1114920"/>
                </a:lnTo>
                <a:lnTo>
                  <a:pt x="252624" y="1114920"/>
                </a:lnTo>
                <a:lnTo>
                  <a:pt x="252796" y="1114920"/>
                </a:lnTo>
                <a:lnTo>
                  <a:pt x="252968" y="1114920"/>
                </a:lnTo>
                <a:lnTo>
                  <a:pt x="253140" y="1114920"/>
                </a:lnTo>
                <a:lnTo>
                  <a:pt x="253313" y="1114920"/>
                </a:lnTo>
                <a:lnTo>
                  <a:pt x="253485" y="1114920"/>
                </a:lnTo>
                <a:lnTo>
                  <a:pt x="253657" y="1114920"/>
                </a:lnTo>
                <a:lnTo>
                  <a:pt x="253830" y="1114920"/>
                </a:lnTo>
                <a:lnTo>
                  <a:pt x="254003" y="1114920"/>
                </a:lnTo>
                <a:lnTo>
                  <a:pt x="254174" y="1114920"/>
                </a:lnTo>
                <a:lnTo>
                  <a:pt x="254347" y="1114920"/>
                </a:lnTo>
                <a:lnTo>
                  <a:pt x="254519" y="1114920"/>
                </a:lnTo>
                <a:lnTo>
                  <a:pt x="254691" y="1114920"/>
                </a:lnTo>
                <a:lnTo>
                  <a:pt x="254864" y="1114920"/>
                </a:lnTo>
                <a:lnTo>
                  <a:pt x="255036" y="1114920"/>
                </a:lnTo>
                <a:lnTo>
                  <a:pt x="255208" y="1114920"/>
                </a:lnTo>
                <a:lnTo>
                  <a:pt x="255381" y="1114920"/>
                </a:lnTo>
                <a:lnTo>
                  <a:pt x="255553" y="1114920"/>
                </a:lnTo>
                <a:lnTo>
                  <a:pt x="255725" y="1114920"/>
                </a:lnTo>
                <a:lnTo>
                  <a:pt x="255898" y="1114920"/>
                </a:lnTo>
                <a:lnTo>
                  <a:pt x="256070" y="1114920"/>
                </a:lnTo>
                <a:lnTo>
                  <a:pt x="256243" y="1114920"/>
                </a:lnTo>
                <a:lnTo>
                  <a:pt x="256414" y="1114920"/>
                </a:lnTo>
                <a:lnTo>
                  <a:pt x="256587" y="1114920"/>
                </a:lnTo>
                <a:lnTo>
                  <a:pt x="256760" y="1114920"/>
                </a:lnTo>
                <a:lnTo>
                  <a:pt x="256931" y="1114920"/>
                </a:lnTo>
                <a:lnTo>
                  <a:pt x="257104" y="1114920"/>
                </a:lnTo>
                <a:lnTo>
                  <a:pt x="257276" y="1114920"/>
                </a:lnTo>
                <a:lnTo>
                  <a:pt x="257448" y="1114920"/>
                </a:lnTo>
                <a:lnTo>
                  <a:pt x="257621" y="1114920"/>
                </a:lnTo>
                <a:lnTo>
                  <a:pt x="257793" y="1114920"/>
                </a:lnTo>
                <a:lnTo>
                  <a:pt x="257966" y="1114920"/>
                </a:lnTo>
                <a:lnTo>
                  <a:pt x="258138" y="1114920"/>
                </a:lnTo>
                <a:lnTo>
                  <a:pt x="258310" y="1114920"/>
                </a:lnTo>
                <a:lnTo>
                  <a:pt x="258483" y="1114920"/>
                </a:lnTo>
                <a:lnTo>
                  <a:pt x="258655" y="1114920"/>
                </a:lnTo>
                <a:lnTo>
                  <a:pt x="258827" y="1114920"/>
                </a:lnTo>
                <a:lnTo>
                  <a:pt x="259000" y="1114920"/>
                </a:lnTo>
                <a:lnTo>
                  <a:pt x="259171" y="1114920"/>
                </a:lnTo>
                <a:lnTo>
                  <a:pt x="259344" y="1114920"/>
                </a:lnTo>
                <a:lnTo>
                  <a:pt x="259517" y="1114920"/>
                </a:lnTo>
                <a:lnTo>
                  <a:pt x="259689" y="1114920"/>
                </a:lnTo>
                <a:lnTo>
                  <a:pt x="259861" y="1114920"/>
                </a:lnTo>
                <a:lnTo>
                  <a:pt x="260033" y="1114920"/>
                </a:lnTo>
                <a:lnTo>
                  <a:pt x="260206" y="1114920"/>
                </a:lnTo>
                <a:lnTo>
                  <a:pt x="260378" y="1114920"/>
                </a:lnTo>
                <a:lnTo>
                  <a:pt x="260550" y="1114920"/>
                </a:lnTo>
                <a:lnTo>
                  <a:pt x="260723" y="1114920"/>
                </a:lnTo>
                <a:lnTo>
                  <a:pt x="260895" y="1114920"/>
                </a:lnTo>
                <a:lnTo>
                  <a:pt x="261067" y="1114920"/>
                </a:lnTo>
                <a:lnTo>
                  <a:pt x="261240" y="1114920"/>
                </a:lnTo>
                <a:lnTo>
                  <a:pt x="261412" y="1114920"/>
                </a:lnTo>
                <a:lnTo>
                  <a:pt x="261584" y="1114920"/>
                </a:lnTo>
                <a:lnTo>
                  <a:pt x="261757" y="1114920"/>
                </a:lnTo>
                <a:lnTo>
                  <a:pt x="261929" y="1114920"/>
                </a:lnTo>
                <a:lnTo>
                  <a:pt x="262101" y="1114920"/>
                </a:lnTo>
                <a:lnTo>
                  <a:pt x="262274" y="1114920"/>
                </a:lnTo>
                <a:lnTo>
                  <a:pt x="262446" y="1114920"/>
                </a:lnTo>
                <a:lnTo>
                  <a:pt x="262618" y="1114920"/>
                </a:lnTo>
                <a:lnTo>
                  <a:pt x="262790" y="1114920"/>
                </a:lnTo>
                <a:lnTo>
                  <a:pt x="262963" y="1114920"/>
                </a:lnTo>
                <a:lnTo>
                  <a:pt x="263135" y="1114920"/>
                </a:lnTo>
                <a:lnTo>
                  <a:pt x="263307" y="1114920"/>
                </a:lnTo>
                <a:lnTo>
                  <a:pt x="263480" y="1114920"/>
                </a:lnTo>
                <a:lnTo>
                  <a:pt x="263653" y="1114920"/>
                </a:lnTo>
                <a:lnTo>
                  <a:pt x="263824" y="1114920"/>
                </a:lnTo>
                <a:lnTo>
                  <a:pt x="263997" y="1114920"/>
                </a:lnTo>
                <a:lnTo>
                  <a:pt x="264169" y="1114920"/>
                </a:lnTo>
                <a:lnTo>
                  <a:pt x="264341" y="1114920"/>
                </a:lnTo>
                <a:lnTo>
                  <a:pt x="264514" y="1114920"/>
                </a:lnTo>
                <a:lnTo>
                  <a:pt x="264686" y="1114920"/>
                </a:lnTo>
                <a:lnTo>
                  <a:pt x="264858" y="1114920"/>
                </a:lnTo>
                <a:lnTo>
                  <a:pt x="265031" y="1114920"/>
                </a:lnTo>
                <a:lnTo>
                  <a:pt x="265203" y="1114920"/>
                </a:lnTo>
                <a:lnTo>
                  <a:pt x="265376" y="1114920"/>
                </a:lnTo>
                <a:lnTo>
                  <a:pt x="265547" y="1114920"/>
                </a:lnTo>
                <a:lnTo>
                  <a:pt x="265720" y="1114920"/>
                </a:lnTo>
                <a:lnTo>
                  <a:pt x="265893" y="1114920"/>
                </a:lnTo>
                <a:lnTo>
                  <a:pt x="266064" y="1114920"/>
                </a:lnTo>
                <a:lnTo>
                  <a:pt x="266237" y="1114920"/>
                </a:lnTo>
                <a:lnTo>
                  <a:pt x="266410" y="1114920"/>
                </a:lnTo>
                <a:lnTo>
                  <a:pt x="266581" y="1114920"/>
                </a:lnTo>
                <a:lnTo>
                  <a:pt x="266754" y="1114920"/>
                </a:lnTo>
                <a:lnTo>
                  <a:pt x="266926" y="1114920"/>
                </a:lnTo>
                <a:lnTo>
                  <a:pt x="267099" y="1114920"/>
                </a:lnTo>
                <a:lnTo>
                  <a:pt x="267271" y="1114920"/>
                </a:lnTo>
                <a:lnTo>
                  <a:pt x="267443" y="1114920"/>
                </a:lnTo>
                <a:lnTo>
                  <a:pt x="267616" y="1114920"/>
                </a:lnTo>
                <a:lnTo>
                  <a:pt x="267788" y="1114920"/>
                </a:lnTo>
                <a:lnTo>
                  <a:pt x="267960" y="1114920"/>
                </a:lnTo>
                <a:lnTo>
                  <a:pt x="268133" y="1114920"/>
                </a:lnTo>
                <a:lnTo>
                  <a:pt x="268304" y="1114920"/>
                </a:lnTo>
                <a:lnTo>
                  <a:pt x="268477" y="1114920"/>
                </a:lnTo>
                <a:lnTo>
                  <a:pt x="268650" y="1114920"/>
                </a:lnTo>
                <a:lnTo>
                  <a:pt x="268821" y="1114920"/>
                </a:lnTo>
                <a:lnTo>
                  <a:pt x="268994" y="1114920"/>
                </a:lnTo>
                <a:lnTo>
                  <a:pt x="269167" y="1114920"/>
                </a:lnTo>
                <a:lnTo>
                  <a:pt x="269339" y="1114920"/>
                </a:lnTo>
                <a:lnTo>
                  <a:pt x="269511" y="1114920"/>
                </a:lnTo>
                <a:lnTo>
                  <a:pt x="269683" y="1114920"/>
                </a:lnTo>
                <a:lnTo>
                  <a:pt x="269856" y="1114920"/>
                </a:lnTo>
                <a:lnTo>
                  <a:pt x="270028" y="1114920"/>
                </a:lnTo>
                <a:lnTo>
                  <a:pt x="270200" y="1114920"/>
                </a:lnTo>
                <a:lnTo>
                  <a:pt x="270373" y="1114920"/>
                </a:lnTo>
                <a:lnTo>
                  <a:pt x="270545" y="1114920"/>
                </a:lnTo>
                <a:lnTo>
                  <a:pt x="270717" y="1114920"/>
                </a:lnTo>
                <a:lnTo>
                  <a:pt x="270890" y="1114920"/>
                </a:lnTo>
                <a:lnTo>
                  <a:pt x="271062" y="1114920"/>
                </a:lnTo>
                <a:lnTo>
                  <a:pt x="271234" y="1114920"/>
                </a:lnTo>
                <a:lnTo>
                  <a:pt x="271407" y="1114920"/>
                </a:lnTo>
                <a:lnTo>
                  <a:pt x="271579" y="1114920"/>
                </a:lnTo>
                <a:lnTo>
                  <a:pt x="271751" y="1114920"/>
                </a:lnTo>
                <a:lnTo>
                  <a:pt x="271924" y="1114920"/>
                </a:lnTo>
                <a:lnTo>
                  <a:pt x="272096" y="1114920"/>
                </a:lnTo>
                <a:lnTo>
                  <a:pt x="272268" y="1114920"/>
                </a:lnTo>
                <a:lnTo>
                  <a:pt x="272440" y="1114920"/>
                </a:lnTo>
                <a:lnTo>
                  <a:pt x="272613" y="1114920"/>
                </a:lnTo>
                <a:lnTo>
                  <a:pt x="272786" y="1114920"/>
                </a:lnTo>
                <a:lnTo>
                  <a:pt x="272957" y="1114920"/>
                </a:lnTo>
                <a:lnTo>
                  <a:pt x="273130" y="1114920"/>
                </a:lnTo>
                <a:lnTo>
                  <a:pt x="273302" y="1114920"/>
                </a:lnTo>
                <a:lnTo>
                  <a:pt x="273474" y="1114920"/>
                </a:lnTo>
                <a:lnTo>
                  <a:pt x="273647" y="1114920"/>
                </a:lnTo>
                <a:lnTo>
                  <a:pt x="273819" y="1114920"/>
                </a:lnTo>
                <a:lnTo>
                  <a:pt x="273991" y="1114920"/>
                </a:lnTo>
                <a:lnTo>
                  <a:pt x="274164" y="1114920"/>
                </a:lnTo>
                <a:lnTo>
                  <a:pt x="274336" y="1114920"/>
                </a:lnTo>
                <a:lnTo>
                  <a:pt x="274508" y="1114920"/>
                </a:lnTo>
                <a:lnTo>
                  <a:pt x="274681" y="1114920"/>
                </a:lnTo>
                <a:lnTo>
                  <a:pt x="274853" y="1114920"/>
                </a:lnTo>
                <a:lnTo>
                  <a:pt x="275026" y="1114920"/>
                </a:lnTo>
                <a:lnTo>
                  <a:pt x="275197" y="1114920"/>
                </a:lnTo>
                <a:lnTo>
                  <a:pt x="275370" y="1114920"/>
                </a:lnTo>
                <a:lnTo>
                  <a:pt x="275543" y="1114920"/>
                </a:lnTo>
                <a:lnTo>
                  <a:pt x="275714" y="1114920"/>
                </a:lnTo>
                <a:lnTo>
                  <a:pt x="275887" y="1114920"/>
                </a:lnTo>
                <a:lnTo>
                  <a:pt x="276060" y="1114920"/>
                </a:lnTo>
                <a:lnTo>
                  <a:pt x="276231" y="1114920"/>
                </a:lnTo>
                <a:lnTo>
                  <a:pt x="276404" y="1114920"/>
                </a:lnTo>
                <a:lnTo>
                  <a:pt x="276576" y="1114920"/>
                </a:lnTo>
                <a:lnTo>
                  <a:pt x="276749" y="1114920"/>
                </a:lnTo>
                <a:lnTo>
                  <a:pt x="276921" y="1114920"/>
                </a:lnTo>
                <a:lnTo>
                  <a:pt x="277093" y="1114920"/>
                </a:lnTo>
                <a:lnTo>
                  <a:pt x="277266" y="1114920"/>
                </a:lnTo>
                <a:lnTo>
                  <a:pt x="277438" y="1114920"/>
                </a:lnTo>
                <a:lnTo>
                  <a:pt x="277610" y="1114920"/>
                </a:lnTo>
                <a:lnTo>
                  <a:pt x="277783" y="1114920"/>
                </a:lnTo>
                <a:lnTo>
                  <a:pt x="277954" y="1114920"/>
                </a:lnTo>
                <a:lnTo>
                  <a:pt x="278127" y="1114920"/>
                </a:lnTo>
                <a:lnTo>
                  <a:pt x="278300" y="1114920"/>
                </a:lnTo>
                <a:lnTo>
                  <a:pt x="278472" y="1114920"/>
                </a:lnTo>
                <a:lnTo>
                  <a:pt x="278644" y="1114920"/>
                </a:lnTo>
                <a:lnTo>
                  <a:pt x="278817" y="1114920"/>
                </a:lnTo>
                <a:lnTo>
                  <a:pt x="278989" y="1114920"/>
                </a:lnTo>
                <a:lnTo>
                  <a:pt x="279161" y="1114920"/>
                </a:lnTo>
                <a:lnTo>
                  <a:pt x="279333" y="1114920"/>
                </a:lnTo>
                <a:lnTo>
                  <a:pt x="279506" y="1114920"/>
                </a:lnTo>
                <a:lnTo>
                  <a:pt x="279678" y="1114920"/>
                </a:lnTo>
                <a:lnTo>
                  <a:pt x="279850" y="1114920"/>
                </a:lnTo>
                <a:lnTo>
                  <a:pt x="280023" y="1114920"/>
                </a:lnTo>
                <a:lnTo>
                  <a:pt x="280195" y="1114920"/>
                </a:lnTo>
                <a:lnTo>
                  <a:pt x="280367" y="1114920"/>
                </a:lnTo>
                <a:lnTo>
                  <a:pt x="280540" y="1114920"/>
                </a:lnTo>
                <a:lnTo>
                  <a:pt x="280712" y="1114920"/>
                </a:lnTo>
                <a:lnTo>
                  <a:pt x="280884" y="1114920"/>
                </a:lnTo>
                <a:lnTo>
                  <a:pt x="281057" y="1114920"/>
                </a:lnTo>
                <a:lnTo>
                  <a:pt x="281229" y="1114920"/>
                </a:lnTo>
                <a:lnTo>
                  <a:pt x="281401" y="1114920"/>
                </a:lnTo>
                <a:lnTo>
                  <a:pt x="281574" y="1114920"/>
                </a:lnTo>
                <a:lnTo>
                  <a:pt x="281746" y="1114920"/>
                </a:lnTo>
                <a:lnTo>
                  <a:pt x="281918" y="1114920"/>
                </a:lnTo>
                <a:lnTo>
                  <a:pt x="282090" y="1114920"/>
                </a:lnTo>
                <a:lnTo>
                  <a:pt x="282263" y="1114920"/>
                </a:lnTo>
                <a:lnTo>
                  <a:pt x="282436" y="1114920"/>
                </a:lnTo>
                <a:lnTo>
                  <a:pt x="282607" y="1114920"/>
                </a:lnTo>
                <a:lnTo>
                  <a:pt x="282780" y="1114920"/>
                </a:lnTo>
                <a:lnTo>
                  <a:pt x="282953" y="1114920"/>
                </a:lnTo>
                <a:lnTo>
                  <a:pt x="283124" y="1114920"/>
                </a:lnTo>
                <a:lnTo>
                  <a:pt x="283297" y="1114920"/>
                </a:lnTo>
                <a:lnTo>
                  <a:pt x="283469" y="1114920"/>
                </a:lnTo>
                <a:lnTo>
                  <a:pt x="283641" y="1114920"/>
                </a:lnTo>
                <a:lnTo>
                  <a:pt x="283814" y="1114920"/>
                </a:lnTo>
                <a:lnTo>
                  <a:pt x="283986" y="1114920"/>
                </a:lnTo>
                <a:lnTo>
                  <a:pt x="284159" y="1114920"/>
                </a:lnTo>
                <a:lnTo>
                  <a:pt x="284331" y="1114920"/>
                </a:lnTo>
                <a:lnTo>
                  <a:pt x="284503" y="1114920"/>
                </a:lnTo>
                <a:lnTo>
                  <a:pt x="284676" y="1114920"/>
                </a:lnTo>
                <a:lnTo>
                  <a:pt x="284847" y="1114920"/>
                </a:lnTo>
                <a:lnTo>
                  <a:pt x="285020" y="1114920"/>
                </a:lnTo>
                <a:lnTo>
                  <a:pt x="285193" y="1114920"/>
                </a:lnTo>
                <a:lnTo>
                  <a:pt x="285364" y="1114920"/>
                </a:lnTo>
                <a:lnTo>
                  <a:pt x="285537" y="1114920"/>
                </a:lnTo>
                <a:lnTo>
                  <a:pt x="285710" y="1114920"/>
                </a:lnTo>
                <a:lnTo>
                  <a:pt x="285881" y="1114920"/>
                </a:lnTo>
                <a:lnTo>
                  <a:pt x="286054" y="1114920"/>
                </a:lnTo>
                <a:lnTo>
                  <a:pt x="286226" y="1114920"/>
                </a:lnTo>
                <a:lnTo>
                  <a:pt x="286399" y="1114920"/>
                </a:lnTo>
                <a:lnTo>
                  <a:pt x="286571" y="1114920"/>
                </a:lnTo>
                <a:lnTo>
                  <a:pt x="286743" y="1114920"/>
                </a:lnTo>
                <a:lnTo>
                  <a:pt x="286916" y="1114920"/>
                </a:lnTo>
                <a:lnTo>
                  <a:pt x="287088" y="1114920"/>
                </a:lnTo>
                <a:lnTo>
                  <a:pt x="287260" y="1114920"/>
                </a:lnTo>
                <a:lnTo>
                  <a:pt x="287433" y="1114920"/>
                </a:lnTo>
                <a:lnTo>
                  <a:pt x="287604" y="1114920"/>
                </a:lnTo>
                <a:lnTo>
                  <a:pt x="287777" y="1114920"/>
                </a:lnTo>
                <a:lnTo>
                  <a:pt x="287950" y="1114920"/>
                </a:lnTo>
                <a:lnTo>
                  <a:pt x="288122" y="1114920"/>
                </a:lnTo>
                <a:lnTo>
                  <a:pt x="288294" y="1114920"/>
                </a:lnTo>
                <a:lnTo>
                  <a:pt x="288467" y="1114920"/>
                </a:lnTo>
                <a:lnTo>
                  <a:pt x="288639" y="1114920"/>
                </a:lnTo>
                <a:lnTo>
                  <a:pt x="288811" y="1114920"/>
                </a:lnTo>
                <a:lnTo>
                  <a:pt x="288983" y="1114920"/>
                </a:lnTo>
                <a:lnTo>
                  <a:pt x="289156" y="1114920"/>
                </a:lnTo>
                <a:lnTo>
                  <a:pt x="289328" y="1114920"/>
                </a:lnTo>
                <a:lnTo>
                  <a:pt x="289500" y="1114920"/>
                </a:lnTo>
                <a:lnTo>
                  <a:pt x="289673" y="1114920"/>
                </a:lnTo>
                <a:lnTo>
                  <a:pt x="289845" y="1114920"/>
                </a:lnTo>
                <a:lnTo>
                  <a:pt x="290017" y="1114920"/>
                </a:lnTo>
                <a:lnTo>
                  <a:pt x="290190" y="1114920"/>
                </a:lnTo>
                <a:lnTo>
                  <a:pt x="290362" y="1114920"/>
                </a:lnTo>
                <a:lnTo>
                  <a:pt x="290534" y="1114920"/>
                </a:lnTo>
                <a:lnTo>
                  <a:pt x="290707" y="1114920"/>
                </a:lnTo>
                <a:lnTo>
                  <a:pt x="290879" y="1114920"/>
                </a:lnTo>
                <a:lnTo>
                  <a:pt x="291051" y="1114920"/>
                </a:lnTo>
                <a:lnTo>
                  <a:pt x="291224" y="1114920"/>
                </a:lnTo>
                <a:lnTo>
                  <a:pt x="291396" y="1114920"/>
                </a:lnTo>
                <a:lnTo>
                  <a:pt x="291568" y="1114920"/>
                </a:lnTo>
                <a:lnTo>
                  <a:pt x="291740" y="1114920"/>
                </a:lnTo>
                <a:lnTo>
                  <a:pt x="291913" y="1114920"/>
                </a:lnTo>
                <a:lnTo>
                  <a:pt x="292086" y="1114920"/>
                </a:lnTo>
                <a:lnTo>
                  <a:pt x="292257" y="1114920"/>
                </a:lnTo>
                <a:lnTo>
                  <a:pt x="292430" y="1114920"/>
                </a:lnTo>
                <a:lnTo>
                  <a:pt x="292602" y="1114920"/>
                </a:lnTo>
                <a:lnTo>
                  <a:pt x="292774" y="1114920"/>
                </a:lnTo>
                <a:lnTo>
                  <a:pt x="292947" y="1114920"/>
                </a:lnTo>
                <a:lnTo>
                  <a:pt x="293119" y="1114920"/>
                </a:lnTo>
                <a:lnTo>
                  <a:pt x="293291" y="1114920"/>
                </a:lnTo>
                <a:lnTo>
                  <a:pt x="293464" y="1114920"/>
                </a:lnTo>
                <a:lnTo>
                  <a:pt x="293636" y="1114920"/>
                </a:lnTo>
                <a:lnTo>
                  <a:pt x="293809" y="1114920"/>
                </a:lnTo>
                <a:lnTo>
                  <a:pt x="293981" y="1114920"/>
                </a:lnTo>
                <a:lnTo>
                  <a:pt x="294153" y="1114920"/>
                </a:lnTo>
                <a:lnTo>
                  <a:pt x="294326" y="1114920"/>
                </a:lnTo>
                <a:lnTo>
                  <a:pt x="294497" y="1114920"/>
                </a:lnTo>
                <a:lnTo>
                  <a:pt x="294670" y="1114920"/>
                </a:lnTo>
                <a:lnTo>
                  <a:pt x="294843" y="1114920"/>
                </a:lnTo>
                <a:lnTo>
                  <a:pt x="295014" y="1114920"/>
                </a:lnTo>
                <a:lnTo>
                  <a:pt x="295187" y="1114920"/>
                </a:lnTo>
                <a:lnTo>
                  <a:pt x="295359" y="1114920"/>
                </a:lnTo>
                <a:lnTo>
                  <a:pt x="295532" y="1114920"/>
                </a:lnTo>
                <a:lnTo>
                  <a:pt x="295704" y="1114920"/>
                </a:lnTo>
                <a:lnTo>
                  <a:pt x="295876" y="1114920"/>
                </a:lnTo>
                <a:lnTo>
                  <a:pt x="296049" y="1114920"/>
                </a:lnTo>
                <a:lnTo>
                  <a:pt x="296221" y="1114920"/>
                </a:lnTo>
                <a:lnTo>
                  <a:pt x="296393" y="1114920"/>
                </a:lnTo>
                <a:lnTo>
                  <a:pt x="296566" y="1114920"/>
                </a:lnTo>
                <a:lnTo>
                  <a:pt x="296738" y="1114920"/>
                </a:lnTo>
                <a:lnTo>
                  <a:pt x="296910" y="1114920"/>
                </a:lnTo>
                <a:lnTo>
                  <a:pt x="297083" y="1114920"/>
                </a:lnTo>
                <a:lnTo>
                  <a:pt x="297254" y="1114920"/>
                </a:lnTo>
                <a:lnTo>
                  <a:pt x="297427" y="1114920"/>
                </a:lnTo>
                <a:lnTo>
                  <a:pt x="297600" y="1114920"/>
                </a:lnTo>
                <a:lnTo>
                  <a:pt x="297772" y="1114920"/>
                </a:lnTo>
                <a:lnTo>
                  <a:pt x="297944" y="1114920"/>
                </a:lnTo>
                <a:lnTo>
                  <a:pt x="298117" y="1114920"/>
                </a:lnTo>
                <a:lnTo>
                  <a:pt x="298289" y="1114920"/>
                </a:lnTo>
                <a:lnTo>
                  <a:pt x="298461" y="1114920"/>
                </a:lnTo>
                <a:lnTo>
                  <a:pt x="298633" y="1114920"/>
                </a:lnTo>
                <a:lnTo>
                  <a:pt x="298806" y="1114920"/>
                </a:lnTo>
                <a:lnTo>
                  <a:pt x="298978" y="1114920"/>
                </a:lnTo>
                <a:lnTo>
                  <a:pt x="299150" y="1114920"/>
                </a:lnTo>
                <a:lnTo>
                  <a:pt x="299323" y="1114920"/>
                </a:lnTo>
                <a:lnTo>
                  <a:pt x="299495" y="1114920"/>
                </a:lnTo>
                <a:lnTo>
                  <a:pt x="299667" y="1114920"/>
                </a:lnTo>
                <a:lnTo>
                  <a:pt x="299840" y="1114920"/>
                </a:lnTo>
                <a:lnTo>
                  <a:pt x="300012" y="1114920"/>
                </a:lnTo>
                <a:lnTo>
                  <a:pt x="300184" y="1114920"/>
                </a:lnTo>
                <a:lnTo>
                  <a:pt x="300357" y="1114920"/>
                </a:lnTo>
                <a:lnTo>
                  <a:pt x="300529" y="1114920"/>
                </a:lnTo>
                <a:lnTo>
                  <a:pt x="300701" y="1114920"/>
                </a:lnTo>
                <a:lnTo>
                  <a:pt x="300874" y="1114920"/>
                </a:lnTo>
                <a:lnTo>
                  <a:pt x="301046" y="1114920"/>
                </a:lnTo>
                <a:lnTo>
                  <a:pt x="301219" y="1114920"/>
                </a:lnTo>
                <a:lnTo>
                  <a:pt x="301390" y="1114920"/>
                </a:lnTo>
                <a:lnTo>
                  <a:pt x="301563" y="1114920"/>
                </a:lnTo>
                <a:lnTo>
                  <a:pt x="301736" y="1114920"/>
                </a:lnTo>
                <a:lnTo>
                  <a:pt x="301907" y="1114920"/>
                </a:lnTo>
                <a:lnTo>
                  <a:pt x="302080" y="1114920"/>
                </a:lnTo>
                <a:lnTo>
                  <a:pt x="302252" y="1114920"/>
                </a:lnTo>
                <a:lnTo>
                  <a:pt x="302424" y="1114920"/>
                </a:lnTo>
                <a:lnTo>
                  <a:pt x="302597" y="1114920"/>
                </a:lnTo>
                <a:lnTo>
                  <a:pt x="302769" y="1114920"/>
                </a:lnTo>
                <a:lnTo>
                  <a:pt x="302942" y="1114920"/>
                </a:lnTo>
                <a:lnTo>
                  <a:pt x="303114" y="1114920"/>
                </a:lnTo>
                <a:lnTo>
                  <a:pt x="303286" y="1114920"/>
                </a:lnTo>
                <a:lnTo>
                  <a:pt x="303459" y="1114920"/>
                </a:lnTo>
                <a:lnTo>
                  <a:pt x="303631" y="1114920"/>
                </a:lnTo>
                <a:lnTo>
                  <a:pt x="303803" y="1114920"/>
                </a:lnTo>
                <a:lnTo>
                  <a:pt x="303976" y="1114920"/>
                </a:lnTo>
                <a:lnTo>
                  <a:pt x="304147" y="1114920"/>
                </a:lnTo>
                <a:lnTo>
                  <a:pt x="304320" y="1114920"/>
                </a:lnTo>
                <a:lnTo>
                  <a:pt x="304493" y="1114920"/>
                </a:lnTo>
                <a:lnTo>
                  <a:pt x="304664" y="1114920"/>
                </a:lnTo>
                <a:lnTo>
                  <a:pt x="304837" y="1114920"/>
                </a:lnTo>
                <a:lnTo>
                  <a:pt x="305009" y="1114920"/>
                </a:lnTo>
                <a:lnTo>
                  <a:pt x="305182" y="1114920"/>
                </a:lnTo>
                <a:lnTo>
                  <a:pt x="305354" y="1114920"/>
                </a:lnTo>
                <a:lnTo>
                  <a:pt x="305526" y="1114920"/>
                </a:lnTo>
                <a:lnTo>
                  <a:pt x="305699" y="1114920"/>
                </a:lnTo>
                <a:lnTo>
                  <a:pt x="305871" y="1114920"/>
                </a:lnTo>
                <a:lnTo>
                  <a:pt x="306043" y="1114920"/>
                </a:lnTo>
                <a:lnTo>
                  <a:pt x="306216" y="1114920"/>
                </a:lnTo>
                <a:lnTo>
                  <a:pt x="306388" y="1114920"/>
                </a:lnTo>
                <a:lnTo>
                  <a:pt x="306560" y="1114920"/>
                </a:lnTo>
                <a:lnTo>
                  <a:pt x="306733" y="1114920"/>
                </a:lnTo>
                <a:lnTo>
                  <a:pt x="306905" y="1114920"/>
                </a:lnTo>
                <a:lnTo>
                  <a:pt x="307077" y="1114920"/>
                </a:lnTo>
                <a:lnTo>
                  <a:pt x="307250" y="1114920"/>
                </a:lnTo>
                <a:lnTo>
                  <a:pt x="307422" y="1114920"/>
                </a:lnTo>
                <a:lnTo>
                  <a:pt x="307594" y="1114920"/>
                </a:lnTo>
                <a:lnTo>
                  <a:pt x="307766" y="1114920"/>
                </a:lnTo>
                <a:lnTo>
                  <a:pt x="307939" y="1114920"/>
                </a:lnTo>
                <a:lnTo>
                  <a:pt x="308111" y="1114920"/>
                </a:lnTo>
                <a:lnTo>
                  <a:pt x="308283" y="1114920"/>
                </a:lnTo>
                <a:lnTo>
                  <a:pt x="308456" y="1114920"/>
                </a:lnTo>
                <a:lnTo>
                  <a:pt x="308629" y="1114920"/>
                </a:lnTo>
                <a:lnTo>
                  <a:pt x="308800" y="1114920"/>
                </a:lnTo>
                <a:lnTo>
                  <a:pt x="308973" y="1114920"/>
                </a:lnTo>
                <a:lnTo>
                  <a:pt x="309145" y="1114920"/>
                </a:lnTo>
                <a:lnTo>
                  <a:pt x="309317" y="1114920"/>
                </a:lnTo>
                <a:lnTo>
                  <a:pt x="309490" y="1114920"/>
                </a:lnTo>
                <a:lnTo>
                  <a:pt x="309662" y="1114920"/>
                </a:lnTo>
                <a:lnTo>
                  <a:pt x="309834" y="1114920"/>
                </a:lnTo>
                <a:lnTo>
                  <a:pt x="310007" y="1114920"/>
                </a:lnTo>
                <a:lnTo>
                  <a:pt x="310179" y="1114920"/>
                </a:lnTo>
                <a:lnTo>
                  <a:pt x="310351" y="1114920"/>
                </a:lnTo>
                <a:lnTo>
                  <a:pt x="310523" y="1114920"/>
                </a:lnTo>
                <a:lnTo>
                  <a:pt x="310696" y="1114920"/>
                </a:lnTo>
                <a:lnTo>
                  <a:pt x="310869" y="1114920"/>
                </a:lnTo>
                <a:lnTo>
                  <a:pt x="311040" y="1114920"/>
                </a:lnTo>
                <a:lnTo>
                  <a:pt x="311213" y="1114920"/>
                </a:lnTo>
                <a:lnTo>
                  <a:pt x="311386" y="1114920"/>
                </a:lnTo>
                <a:lnTo>
                  <a:pt x="311557" y="1114920"/>
                </a:lnTo>
                <a:lnTo>
                  <a:pt x="311730" y="1114920"/>
                </a:lnTo>
                <a:lnTo>
                  <a:pt x="311902" y="1114920"/>
                </a:lnTo>
                <a:lnTo>
                  <a:pt x="312074" y="1114920"/>
                </a:lnTo>
                <a:lnTo>
                  <a:pt x="312247" y="1114920"/>
                </a:lnTo>
                <a:lnTo>
                  <a:pt x="312419" y="1114920"/>
                </a:lnTo>
                <a:lnTo>
                  <a:pt x="312592" y="1114920"/>
                </a:lnTo>
                <a:lnTo>
                  <a:pt x="312764" y="1114920"/>
                </a:lnTo>
                <a:lnTo>
                  <a:pt x="312936" y="1114920"/>
                </a:lnTo>
                <a:lnTo>
                  <a:pt x="313109" y="1114920"/>
                </a:lnTo>
                <a:lnTo>
                  <a:pt x="313280" y="1114920"/>
                </a:lnTo>
                <a:lnTo>
                  <a:pt x="313453" y="1114920"/>
                </a:lnTo>
                <a:lnTo>
                  <a:pt x="313626" y="1114920"/>
                </a:lnTo>
                <a:lnTo>
                  <a:pt x="313797" y="1114920"/>
                </a:lnTo>
                <a:lnTo>
                  <a:pt x="313970" y="1114920"/>
                </a:lnTo>
                <a:lnTo>
                  <a:pt x="314143" y="1114920"/>
                </a:lnTo>
                <a:lnTo>
                  <a:pt x="314315" y="1114920"/>
                </a:lnTo>
                <a:lnTo>
                  <a:pt x="314487" y="1114920"/>
                </a:lnTo>
                <a:lnTo>
                  <a:pt x="314659" y="1114920"/>
                </a:lnTo>
                <a:lnTo>
                  <a:pt x="314832" y="1114920"/>
                </a:lnTo>
                <a:lnTo>
                  <a:pt x="315004" y="1114920"/>
                </a:lnTo>
                <a:lnTo>
                  <a:pt x="315176" y="1114920"/>
                </a:lnTo>
                <a:lnTo>
                  <a:pt x="315349" y="1114920"/>
                </a:lnTo>
                <a:lnTo>
                  <a:pt x="315521" y="1114920"/>
                </a:lnTo>
                <a:lnTo>
                  <a:pt x="315693" y="1114920"/>
                </a:lnTo>
                <a:lnTo>
                  <a:pt x="315866" y="1114920"/>
                </a:lnTo>
                <a:lnTo>
                  <a:pt x="316037" y="1114920"/>
                </a:lnTo>
                <a:lnTo>
                  <a:pt x="316210" y="1114920"/>
                </a:lnTo>
                <a:lnTo>
                  <a:pt x="316383" y="1114920"/>
                </a:lnTo>
                <a:lnTo>
                  <a:pt x="316555" y="1114920"/>
                </a:lnTo>
                <a:lnTo>
                  <a:pt x="316727" y="1114920"/>
                </a:lnTo>
                <a:lnTo>
                  <a:pt x="316900" y="1114920"/>
                </a:lnTo>
                <a:lnTo>
                  <a:pt x="317072" y="1114920"/>
                </a:lnTo>
                <a:lnTo>
                  <a:pt x="317244" y="1114920"/>
                </a:lnTo>
                <a:lnTo>
                  <a:pt x="317416" y="1114920"/>
                </a:lnTo>
                <a:lnTo>
                  <a:pt x="317589" y="1114920"/>
                </a:lnTo>
                <a:lnTo>
                  <a:pt x="317761" y="1114920"/>
                </a:lnTo>
                <a:lnTo>
                  <a:pt x="317933" y="1114920"/>
                </a:lnTo>
                <a:lnTo>
                  <a:pt x="318106" y="1114920"/>
                </a:lnTo>
                <a:lnTo>
                  <a:pt x="318278" y="1114920"/>
                </a:lnTo>
                <a:lnTo>
                  <a:pt x="318450" y="1114920"/>
                </a:lnTo>
                <a:lnTo>
                  <a:pt x="318623" y="1114920"/>
                </a:lnTo>
                <a:lnTo>
                  <a:pt x="318795" y="1114920"/>
                </a:lnTo>
                <a:lnTo>
                  <a:pt x="318967" y="1114920"/>
                </a:lnTo>
                <a:lnTo>
                  <a:pt x="319140" y="1114920"/>
                </a:lnTo>
                <a:lnTo>
                  <a:pt x="319312" y="1114920"/>
                </a:lnTo>
                <a:lnTo>
                  <a:pt x="319484" y="1114920"/>
                </a:lnTo>
                <a:lnTo>
                  <a:pt x="319657" y="1114920"/>
                </a:lnTo>
                <a:lnTo>
                  <a:pt x="319829" y="1114920"/>
                </a:lnTo>
                <a:lnTo>
                  <a:pt x="320002" y="1114920"/>
                </a:lnTo>
                <a:lnTo>
                  <a:pt x="320173" y="1114920"/>
                </a:lnTo>
                <a:lnTo>
                  <a:pt x="320346" y="1114920"/>
                </a:lnTo>
                <a:lnTo>
                  <a:pt x="320519" y="1114920"/>
                </a:lnTo>
                <a:lnTo>
                  <a:pt x="320690" y="1114920"/>
                </a:lnTo>
                <a:lnTo>
                  <a:pt x="320863" y="1114920"/>
                </a:lnTo>
                <a:lnTo>
                  <a:pt x="321036" y="1114920"/>
                </a:lnTo>
                <a:lnTo>
                  <a:pt x="321207" y="1114920"/>
                </a:lnTo>
                <a:lnTo>
                  <a:pt x="321380" y="1114920"/>
                </a:lnTo>
                <a:lnTo>
                  <a:pt x="321552" y="1114920"/>
                </a:lnTo>
                <a:lnTo>
                  <a:pt x="321724" y="1114920"/>
                </a:lnTo>
                <a:lnTo>
                  <a:pt x="321897" y="1114920"/>
                </a:lnTo>
                <a:lnTo>
                  <a:pt x="322069" y="1114920"/>
                </a:lnTo>
                <a:lnTo>
                  <a:pt x="322242" y="1114920"/>
                </a:lnTo>
                <a:lnTo>
                  <a:pt x="322414" y="1114920"/>
                </a:lnTo>
                <a:lnTo>
                  <a:pt x="322586" y="1114920"/>
                </a:lnTo>
                <a:lnTo>
                  <a:pt x="322759" y="1114920"/>
                </a:lnTo>
                <a:lnTo>
                  <a:pt x="322930" y="1114920"/>
                </a:lnTo>
                <a:lnTo>
                  <a:pt x="323103" y="1114920"/>
                </a:lnTo>
                <a:lnTo>
                  <a:pt x="323276" y="1114920"/>
                </a:lnTo>
                <a:lnTo>
                  <a:pt x="323447" y="1114920"/>
                </a:lnTo>
                <a:lnTo>
                  <a:pt x="323620" y="1114920"/>
                </a:lnTo>
                <a:lnTo>
                  <a:pt x="323793" y="1114920"/>
                </a:lnTo>
                <a:lnTo>
                  <a:pt x="323965" y="1114920"/>
                </a:lnTo>
                <a:lnTo>
                  <a:pt x="324137" y="1114920"/>
                </a:lnTo>
                <a:lnTo>
                  <a:pt x="324309" y="1114920"/>
                </a:lnTo>
                <a:lnTo>
                  <a:pt x="324482" y="1114920"/>
                </a:lnTo>
                <a:lnTo>
                  <a:pt x="324654" y="1114920"/>
                </a:lnTo>
                <a:lnTo>
                  <a:pt x="324826" y="1114920"/>
                </a:lnTo>
                <a:lnTo>
                  <a:pt x="324999" y="1114920"/>
                </a:lnTo>
                <a:lnTo>
                  <a:pt x="325171" y="1114920"/>
                </a:lnTo>
                <a:lnTo>
                  <a:pt x="325343" y="1114920"/>
                </a:lnTo>
                <a:lnTo>
                  <a:pt x="325516" y="1114920"/>
                </a:lnTo>
                <a:lnTo>
                  <a:pt x="325688" y="1114920"/>
                </a:lnTo>
                <a:lnTo>
                  <a:pt x="325860" y="1114920"/>
                </a:lnTo>
                <a:lnTo>
                  <a:pt x="326033" y="1114920"/>
                </a:lnTo>
                <a:lnTo>
                  <a:pt x="326205" y="1114920"/>
                </a:lnTo>
                <a:lnTo>
                  <a:pt x="326377" y="1114920"/>
                </a:lnTo>
                <a:lnTo>
                  <a:pt x="326550" y="1114920"/>
                </a:lnTo>
                <a:lnTo>
                  <a:pt x="326722" y="1114920"/>
                </a:lnTo>
                <a:lnTo>
                  <a:pt x="326894" y="1114920"/>
                </a:lnTo>
                <a:lnTo>
                  <a:pt x="327066" y="1114920"/>
                </a:lnTo>
                <a:lnTo>
                  <a:pt x="327239" y="1114920"/>
                </a:lnTo>
                <a:lnTo>
                  <a:pt x="327411" y="1114920"/>
                </a:lnTo>
                <a:lnTo>
                  <a:pt x="327583" y="1114920"/>
                </a:lnTo>
                <a:lnTo>
                  <a:pt x="327756" y="1114920"/>
                </a:lnTo>
                <a:lnTo>
                  <a:pt x="327929" y="1114920"/>
                </a:lnTo>
                <a:lnTo>
                  <a:pt x="328100" y="1114920"/>
                </a:lnTo>
                <a:lnTo>
                  <a:pt x="328273" y="1114920"/>
                </a:lnTo>
                <a:lnTo>
                  <a:pt x="328445" y="1114920"/>
                </a:lnTo>
                <a:lnTo>
                  <a:pt x="328617" y="1114920"/>
                </a:lnTo>
                <a:lnTo>
                  <a:pt x="328790" y="1114920"/>
                </a:lnTo>
                <a:lnTo>
                  <a:pt x="328962" y="1114920"/>
                </a:lnTo>
                <a:lnTo>
                  <a:pt x="329134" y="1114920"/>
                </a:lnTo>
                <a:lnTo>
                  <a:pt x="329307" y="1114920"/>
                </a:lnTo>
                <a:lnTo>
                  <a:pt x="329479" y="1114920"/>
                </a:lnTo>
                <a:lnTo>
                  <a:pt x="329652" y="1114920"/>
                </a:lnTo>
                <a:lnTo>
                  <a:pt x="329823" y="1114920"/>
                </a:lnTo>
                <a:lnTo>
                  <a:pt x="329996" y="1114920"/>
                </a:lnTo>
                <a:lnTo>
                  <a:pt x="330169" y="1114920"/>
                </a:lnTo>
                <a:lnTo>
                  <a:pt x="330340" y="1114920"/>
                </a:lnTo>
                <a:lnTo>
                  <a:pt x="330513" y="1114920"/>
                </a:lnTo>
                <a:lnTo>
                  <a:pt x="330686" y="1114920"/>
                </a:lnTo>
                <a:lnTo>
                  <a:pt x="330857" y="1114920"/>
                </a:lnTo>
                <a:lnTo>
                  <a:pt x="331030" y="1114920"/>
                </a:lnTo>
                <a:lnTo>
                  <a:pt x="331202" y="1114920"/>
                </a:lnTo>
                <a:lnTo>
                  <a:pt x="331375" y="1114920"/>
                </a:lnTo>
                <a:lnTo>
                  <a:pt x="331547" y="1114920"/>
                </a:lnTo>
                <a:lnTo>
                  <a:pt x="331719" y="1114920"/>
                </a:lnTo>
                <a:lnTo>
                  <a:pt x="331892" y="1114920"/>
                </a:lnTo>
                <a:lnTo>
                  <a:pt x="332064" y="1114920"/>
                </a:lnTo>
                <a:lnTo>
                  <a:pt x="332236" y="1114920"/>
                </a:lnTo>
                <a:lnTo>
                  <a:pt x="332409" y="1114920"/>
                </a:lnTo>
                <a:lnTo>
                  <a:pt x="332580" y="1114920"/>
                </a:lnTo>
                <a:lnTo>
                  <a:pt x="332753" y="1114920"/>
                </a:lnTo>
                <a:lnTo>
                  <a:pt x="332926" y="1114920"/>
                </a:lnTo>
                <a:lnTo>
                  <a:pt x="333098" y="1114920"/>
                </a:lnTo>
                <a:lnTo>
                  <a:pt x="333270" y="1114920"/>
                </a:lnTo>
                <a:lnTo>
                  <a:pt x="333443" y="1114920"/>
                </a:lnTo>
                <a:lnTo>
                  <a:pt x="333615" y="1114920"/>
                </a:lnTo>
                <a:lnTo>
                  <a:pt x="333787" y="1114920"/>
                </a:lnTo>
                <a:lnTo>
                  <a:pt x="333959" y="1114920"/>
                </a:lnTo>
                <a:lnTo>
                  <a:pt x="334132" y="1114920"/>
                </a:lnTo>
                <a:lnTo>
                  <a:pt x="334304" y="1114920"/>
                </a:lnTo>
                <a:lnTo>
                  <a:pt x="334476" y="1114920"/>
                </a:lnTo>
                <a:lnTo>
                  <a:pt x="334649" y="1114920"/>
                </a:lnTo>
                <a:lnTo>
                  <a:pt x="334821" y="1114920"/>
                </a:lnTo>
                <a:lnTo>
                  <a:pt x="334993" y="1114920"/>
                </a:lnTo>
                <a:lnTo>
                  <a:pt x="335166" y="1114920"/>
                </a:lnTo>
                <a:lnTo>
                  <a:pt x="335338" y="1114920"/>
                </a:lnTo>
                <a:lnTo>
                  <a:pt x="335510" y="1114920"/>
                </a:lnTo>
                <a:lnTo>
                  <a:pt x="335683" y="1114920"/>
                </a:lnTo>
                <a:lnTo>
                  <a:pt x="335855" y="1114920"/>
                </a:lnTo>
                <a:lnTo>
                  <a:pt x="336027" y="1114920"/>
                </a:lnTo>
                <a:lnTo>
                  <a:pt x="336200" y="1114920"/>
                </a:lnTo>
                <a:lnTo>
                  <a:pt x="336372" y="1114920"/>
                </a:lnTo>
                <a:lnTo>
                  <a:pt x="336544" y="1114920"/>
                </a:lnTo>
                <a:lnTo>
                  <a:pt x="336716" y="1114920"/>
                </a:lnTo>
                <a:lnTo>
                  <a:pt x="336889" y="1114920"/>
                </a:lnTo>
                <a:lnTo>
                  <a:pt x="337062" y="1114920"/>
                </a:lnTo>
                <a:lnTo>
                  <a:pt x="337233" y="1114920"/>
                </a:lnTo>
                <a:lnTo>
                  <a:pt x="337406" y="1114920"/>
                </a:lnTo>
                <a:lnTo>
                  <a:pt x="337578" y="1114920"/>
                </a:lnTo>
                <a:lnTo>
                  <a:pt x="337750" y="1114920"/>
                </a:lnTo>
                <a:lnTo>
                  <a:pt x="337923" y="1114920"/>
                </a:lnTo>
                <a:lnTo>
                  <a:pt x="338095" y="1114920"/>
                </a:lnTo>
                <a:lnTo>
                  <a:pt x="338267" y="1114920"/>
                </a:lnTo>
                <a:lnTo>
                  <a:pt x="338440" y="1114920"/>
                </a:lnTo>
                <a:lnTo>
                  <a:pt x="338612" y="1114920"/>
                </a:lnTo>
                <a:lnTo>
                  <a:pt x="338785" y="1114920"/>
                </a:lnTo>
                <a:lnTo>
                  <a:pt x="338957" y="1114920"/>
                </a:lnTo>
                <a:lnTo>
                  <a:pt x="339129" y="1114920"/>
                </a:lnTo>
                <a:lnTo>
                  <a:pt x="339302" y="1114920"/>
                </a:lnTo>
                <a:lnTo>
                  <a:pt x="339473" y="1114920"/>
                </a:lnTo>
                <a:lnTo>
                  <a:pt x="339646" y="1114920"/>
                </a:lnTo>
                <a:lnTo>
                  <a:pt x="339819" y="1114920"/>
                </a:lnTo>
                <a:lnTo>
                  <a:pt x="339990" y="1114920"/>
                </a:lnTo>
                <a:lnTo>
                  <a:pt x="340163" y="1114920"/>
                </a:lnTo>
                <a:lnTo>
                  <a:pt x="340335" y="1114920"/>
                </a:lnTo>
                <a:lnTo>
                  <a:pt x="340507" y="1114920"/>
                </a:lnTo>
                <a:lnTo>
                  <a:pt x="340680" y="1114920"/>
                </a:lnTo>
                <a:lnTo>
                  <a:pt x="340852" y="1114920"/>
                </a:lnTo>
                <a:lnTo>
                  <a:pt x="341025" y="1114920"/>
                </a:lnTo>
                <a:lnTo>
                  <a:pt x="341197" y="1114920"/>
                </a:lnTo>
                <a:lnTo>
                  <a:pt x="341369" y="1114920"/>
                </a:lnTo>
                <a:lnTo>
                  <a:pt x="341542" y="1114920"/>
                </a:lnTo>
                <a:lnTo>
                  <a:pt x="341714" y="1114920"/>
                </a:lnTo>
                <a:lnTo>
                  <a:pt x="341886" y="1114920"/>
                </a:lnTo>
                <a:lnTo>
                  <a:pt x="342059" y="1114920"/>
                </a:lnTo>
                <a:lnTo>
                  <a:pt x="342230" y="1114920"/>
                </a:lnTo>
                <a:lnTo>
                  <a:pt x="342403" y="1114920"/>
                </a:lnTo>
                <a:lnTo>
                  <a:pt x="342576" y="1114920"/>
                </a:lnTo>
                <a:lnTo>
                  <a:pt x="342748" y="1114920"/>
                </a:lnTo>
                <a:lnTo>
                  <a:pt x="342920" y="1114920"/>
                </a:lnTo>
                <a:lnTo>
                  <a:pt x="343093" y="1114920"/>
                </a:lnTo>
                <a:lnTo>
                  <a:pt x="343265" y="1114920"/>
                </a:lnTo>
                <a:lnTo>
                  <a:pt x="343437" y="1114920"/>
                </a:lnTo>
                <a:lnTo>
                  <a:pt x="343609" y="1114920"/>
                </a:lnTo>
                <a:lnTo>
                  <a:pt x="343782" y="1114920"/>
                </a:lnTo>
                <a:lnTo>
                  <a:pt x="343954" y="1114920"/>
                </a:lnTo>
                <a:lnTo>
                  <a:pt x="344126" y="1114920"/>
                </a:lnTo>
                <a:lnTo>
                  <a:pt x="344299" y="1114920"/>
                </a:lnTo>
                <a:lnTo>
                  <a:pt x="344471" y="1114920"/>
                </a:lnTo>
                <a:lnTo>
                  <a:pt x="344643" y="1114920"/>
                </a:lnTo>
                <a:lnTo>
                  <a:pt x="344816" y="1114920"/>
                </a:lnTo>
                <a:lnTo>
                  <a:pt x="344988" y="1114920"/>
                </a:lnTo>
                <a:lnTo>
                  <a:pt x="345160" y="1114920"/>
                </a:lnTo>
                <a:lnTo>
                  <a:pt x="345333" y="1114920"/>
                </a:lnTo>
                <a:lnTo>
                  <a:pt x="345505" y="1114920"/>
                </a:lnTo>
                <a:lnTo>
                  <a:pt x="345677" y="1114920"/>
                </a:lnTo>
                <a:lnTo>
                  <a:pt x="345850" y="1114920"/>
                </a:lnTo>
                <a:lnTo>
                  <a:pt x="346022" y="1114920"/>
                </a:lnTo>
                <a:lnTo>
                  <a:pt x="346194" y="1114920"/>
                </a:lnTo>
                <a:lnTo>
                  <a:pt x="346366" y="1114920"/>
                </a:lnTo>
                <a:lnTo>
                  <a:pt x="346539" y="1114920"/>
                </a:lnTo>
                <a:lnTo>
                  <a:pt x="346712" y="1114920"/>
                </a:lnTo>
                <a:lnTo>
                  <a:pt x="346883" y="1114920"/>
                </a:lnTo>
                <a:lnTo>
                  <a:pt x="347056" y="1114920"/>
                </a:lnTo>
                <a:lnTo>
                  <a:pt x="347228" y="1114920"/>
                </a:lnTo>
                <a:lnTo>
                  <a:pt x="347400" y="1114920"/>
                </a:lnTo>
                <a:lnTo>
                  <a:pt x="347573" y="1114920"/>
                </a:lnTo>
                <a:lnTo>
                  <a:pt x="347745" y="1114920"/>
                </a:lnTo>
                <a:lnTo>
                  <a:pt x="347917" y="1114920"/>
                </a:lnTo>
                <a:lnTo>
                  <a:pt x="348090" y="1114920"/>
                </a:lnTo>
                <a:lnTo>
                  <a:pt x="348262" y="1114920"/>
                </a:lnTo>
                <a:lnTo>
                  <a:pt x="348435" y="1114920"/>
                </a:lnTo>
                <a:lnTo>
                  <a:pt x="348607" y="1114920"/>
                </a:lnTo>
                <a:lnTo>
                  <a:pt x="348779" y="1114920"/>
                </a:lnTo>
                <a:lnTo>
                  <a:pt x="348952" y="1114920"/>
                </a:lnTo>
                <a:lnTo>
                  <a:pt x="349123" y="1114920"/>
                </a:lnTo>
                <a:lnTo>
                  <a:pt x="349296" y="1114920"/>
                </a:lnTo>
                <a:lnTo>
                  <a:pt x="349469" y="1114920"/>
                </a:lnTo>
                <a:lnTo>
                  <a:pt x="349640" y="1114920"/>
                </a:lnTo>
                <a:lnTo>
                  <a:pt x="349813" y="1114920"/>
                </a:lnTo>
                <a:lnTo>
                  <a:pt x="349985" y="1114920"/>
                </a:lnTo>
                <a:lnTo>
                  <a:pt x="350158" y="1114920"/>
                </a:lnTo>
                <a:lnTo>
                  <a:pt x="350330" y="1114920"/>
                </a:lnTo>
                <a:lnTo>
                  <a:pt x="350502" y="1114920"/>
                </a:lnTo>
                <a:lnTo>
                  <a:pt x="350675" y="1114920"/>
                </a:lnTo>
                <a:lnTo>
                  <a:pt x="350847" y="1114920"/>
                </a:lnTo>
                <a:lnTo>
                  <a:pt x="351019" y="1114920"/>
                </a:lnTo>
                <a:lnTo>
                  <a:pt x="351192" y="1114920"/>
                </a:lnTo>
                <a:lnTo>
                  <a:pt x="351364" y="1114920"/>
                </a:lnTo>
                <a:lnTo>
                  <a:pt x="351536" y="1114920"/>
                </a:lnTo>
                <a:lnTo>
                  <a:pt x="351709" y="1114920"/>
                </a:lnTo>
                <a:lnTo>
                  <a:pt x="351880" y="1114920"/>
                </a:lnTo>
                <a:lnTo>
                  <a:pt x="352053" y="1114920"/>
                </a:lnTo>
                <a:lnTo>
                  <a:pt x="352226" y="1114920"/>
                </a:lnTo>
                <a:lnTo>
                  <a:pt x="352398" y="1114920"/>
                </a:lnTo>
                <a:lnTo>
                  <a:pt x="352570" y="1114920"/>
                </a:lnTo>
                <a:lnTo>
                  <a:pt x="352742" y="1114920"/>
                </a:lnTo>
                <a:lnTo>
                  <a:pt x="352915" y="1114920"/>
                </a:lnTo>
                <a:lnTo>
                  <a:pt x="353087" y="1114920"/>
                </a:lnTo>
                <a:lnTo>
                  <a:pt x="353259" y="1114920"/>
                </a:lnTo>
                <a:lnTo>
                  <a:pt x="353432" y="1114920"/>
                </a:lnTo>
                <a:lnTo>
                  <a:pt x="353604" y="1114920"/>
                </a:lnTo>
                <a:lnTo>
                  <a:pt x="353776" y="1114920"/>
                </a:lnTo>
                <a:lnTo>
                  <a:pt x="353949" y="1114920"/>
                </a:lnTo>
                <a:lnTo>
                  <a:pt x="354121" y="1114920"/>
                </a:lnTo>
                <a:lnTo>
                  <a:pt x="354293" y="1114920"/>
                </a:lnTo>
                <a:lnTo>
                  <a:pt x="354466" y="1114920"/>
                </a:lnTo>
                <a:lnTo>
                  <a:pt x="354638" y="1114920"/>
                </a:lnTo>
                <a:lnTo>
                  <a:pt x="354810" y="1114920"/>
                </a:lnTo>
                <a:lnTo>
                  <a:pt x="354983" y="1114920"/>
                </a:lnTo>
                <a:lnTo>
                  <a:pt x="355155" y="1114920"/>
                </a:lnTo>
                <a:lnTo>
                  <a:pt x="355327" y="1114920"/>
                </a:lnTo>
                <a:lnTo>
                  <a:pt x="355499" y="1114920"/>
                </a:lnTo>
                <a:lnTo>
                  <a:pt x="355672" y="1114920"/>
                </a:lnTo>
                <a:lnTo>
                  <a:pt x="355845" y="1114920"/>
                </a:lnTo>
                <a:lnTo>
                  <a:pt x="356016" y="1114920"/>
                </a:lnTo>
                <a:lnTo>
                  <a:pt x="356189" y="1114920"/>
                </a:lnTo>
                <a:lnTo>
                  <a:pt x="356362" y="1114920"/>
                </a:lnTo>
                <a:lnTo>
                  <a:pt x="356533" y="1114920"/>
                </a:lnTo>
                <a:lnTo>
                  <a:pt x="356706" y="1114920"/>
                </a:lnTo>
                <a:lnTo>
                  <a:pt x="356878" y="1114920"/>
                </a:lnTo>
                <a:lnTo>
                  <a:pt x="357050" y="1114920"/>
                </a:lnTo>
                <a:lnTo>
                  <a:pt x="357223" y="1114920"/>
                </a:lnTo>
                <a:lnTo>
                  <a:pt x="357395" y="1114920"/>
                </a:lnTo>
                <a:lnTo>
                  <a:pt x="357567" y="1114920"/>
                </a:lnTo>
                <a:lnTo>
                  <a:pt x="357740" y="1114920"/>
                </a:lnTo>
                <a:lnTo>
                  <a:pt x="357912" y="1114920"/>
                </a:lnTo>
                <a:lnTo>
                  <a:pt x="358085" y="1114920"/>
                </a:lnTo>
                <a:lnTo>
                  <a:pt x="358256" y="1114920"/>
                </a:lnTo>
                <a:lnTo>
                  <a:pt x="358429" y="1114920"/>
                </a:lnTo>
                <a:lnTo>
                  <a:pt x="358602" y="1114920"/>
                </a:lnTo>
                <a:lnTo>
                  <a:pt x="358773" y="1114920"/>
                </a:lnTo>
                <a:lnTo>
                  <a:pt x="358946" y="1114920"/>
                </a:lnTo>
                <a:lnTo>
                  <a:pt x="359119" y="1114920"/>
                </a:lnTo>
                <a:lnTo>
                  <a:pt x="359290" y="1114920"/>
                </a:lnTo>
                <a:lnTo>
                  <a:pt x="359463" y="1114920"/>
                </a:lnTo>
                <a:lnTo>
                  <a:pt x="359635" y="1114920"/>
                </a:lnTo>
                <a:lnTo>
                  <a:pt x="359808" y="1114920"/>
                </a:lnTo>
                <a:lnTo>
                  <a:pt x="359980" y="1114920"/>
                </a:lnTo>
                <a:lnTo>
                  <a:pt x="360152" y="1114920"/>
                </a:lnTo>
                <a:lnTo>
                  <a:pt x="360325" y="1114920"/>
                </a:lnTo>
                <a:lnTo>
                  <a:pt x="360497" y="1114920"/>
                </a:lnTo>
                <a:lnTo>
                  <a:pt x="360669" y="1114920"/>
                </a:lnTo>
                <a:lnTo>
                  <a:pt x="360842" y="1114920"/>
                </a:lnTo>
                <a:lnTo>
                  <a:pt x="361013" y="1114920"/>
                </a:lnTo>
                <a:lnTo>
                  <a:pt x="361186" y="1114920"/>
                </a:lnTo>
                <a:lnTo>
                  <a:pt x="361359" y="1114920"/>
                </a:lnTo>
                <a:lnTo>
                  <a:pt x="361531" y="1114920"/>
                </a:lnTo>
                <a:lnTo>
                  <a:pt x="361703" y="1114920"/>
                </a:lnTo>
                <a:lnTo>
                  <a:pt x="361876" y="1114920"/>
                </a:lnTo>
                <a:lnTo>
                  <a:pt x="362048" y="1114920"/>
                </a:lnTo>
                <a:lnTo>
                  <a:pt x="362220" y="1114920"/>
                </a:lnTo>
                <a:lnTo>
                  <a:pt x="362392" y="1114920"/>
                </a:lnTo>
                <a:lnTo>
                  <a:pt x="362565" y="1114920"/>
                </a:lnTo>
                <a:lnTo>
                  <a:pt x="362737" y="1114920"/>
                </a:lnTo>
                <a:lnTo>
                  <a:pt x="362909" y="1114920"/>
                </a:lnTo>
                <a:lnTo>
                  <a:pt x="363082" y="1114920"/>
                </a:lnTo>
                <a:lnTo>
                  <a:pt x="363255" y="1114920"/>
                </a:lnTo>
                <a:lnTo>
                  <a:pt x="363426" y="1114920"/>
                </a:lnTo>
                <a:lnTo>
                  <a:pt x="363599" y="1114920"/>
                </a:lnTo>
                <a:lnTo>
                  <a:pt x="363771" y="1114920"/>
                </a:lnTo>
                <a:lnTo>
                  <a:pt x="363943" y="1114920"/>
                </a:lnTo>
                <a:lnTo>
                  <a:pt x="364116" y="1114920"/>
                </a:lnTo>
                <a:lnTo>
                  <a:pt x="364288" y="1114920"/>
                </a:lnTo>
                <a:lnTo>
                  <a:pt x="364460" y="1114920"/>
                </a:lnTo>
                <a:lnTo>
                  <a:pt x="364633" y="1114920"/>
                </a:lnTo>
                <a:lnTo>
                  <a:pt x="364805" y="1114920"/>
                </a:lnTo>
                <a:lnTo>
                  <a:pt x="364977" y="1114920"/>
                </a:lnTo>
                <a:lnTo>
                  <a:pt x="365149" y="1114920"/>
                </a:lnTo>
                <a:lnTo>
                  <a:pt x="365322" y="1114920"/>
                </a:lnTo>
                <a:lnTo>
                  <a:pt x="365495" y="1114920"/>
                </a:lnTo>
                <a:lnTo>
                  <a:pt x="365666" y="1114920"/>
                </a:lnTo>
                <a:lnTo>
                  <a:pt x="365839" y="1114920"/>
                </a:lnTo>
                <a:lnTo>
                  <a:pt x="366012" y="1114920"/>
                </a:lnTo>
                <a:lnTo>
                  <a:pt x="366183" y="1114920"/>
                </a:lnTo>
                <a:lnTo>
                  <a:pt x="366356" y="1114920"/>
                </a:lnTo>
                <a:lnTo>
                  <a:pt x="366528" y="1114920"/>
                </a:lnTo>
                <a:lnTo>
                  <a:pt x="366700" y="1114920"/>
                </a:lnTo>
                <a:lnTo>
                  <a:pt x="366873" y="1114920"/>
                </a:lnTo>
                <a:lnTo>
                  <a:pt x="367045" y="1114920"/>
                </a:lnTo>
                <a:lnTo>
                  <a:pt x="367218" y="1114920"/>
                </a:lnTo>
                <a:lnTo>
                  <a:pt x="367390" y="1114920"/>
                </a:lnTo>
                <a:lnTo>
                  <a:pt x="367562" y="1114920"/>
                </a:lnTo>
                <a:lnTo>
                  <a:pt x="367735" y="1114920"/>
                </a:lnTo>
                <a:lnTo>
                  <a:pt x="367907" y="1114920"/>
                </a:lnTo>
                <a:lnTo>
                  <a:pt x="368079" y="1114920"/>
                </a:lnTo>
                <a:lnTo>
                  <a:pt x="368252" y="1114920"/>
                </a:lnTo>
                <a:lnTo>
                  <a:pt x="368423" y="1114920"/>
                </a:lnTo>
                <a:lnTo>
                  <a:pt x="368596" y="1114920"/>
                </a:lnTo>
                <a:lnTo>
                  <a:pt x="368769" y="1114920"/>
                </a:lnTo>
                <a:lnTo>
                  <a:pt x="368941" y="1114920"/>
                </a:lnTo>
                <a:lnTo>
                  <a:pt x="369113" y="1114920"/>
                </a:lnTo>
                <a:lnTo>
                  <a:pt x="369285" y="1114920"/>
                </a:lnTo>
                <a:lnTo>
                  <a:pt x="369458" y="1114920"/>
                </a:lnTo>
                <a:lnTo>
                  <a:pt x="369630" y="1114920"/>
                </a:lnTo>
                <a:lnTo>
                  <a:pt x="369802" y="1114920"/>
                </a:lnTo>
                <a:lnTo>
                  <a:pt x="369975" y="1114920"/>
                </a:lnTo>
                <a:lnTo>
                  <a:pt x="370147" y="1114920"/>
                </a:lnTo>
                <a:lnTo>
                  <a:pt x="370319" y="1114920"/>
                </a:lnTo>
                <a:lnTo>
                  <a:pt x="370492" y="1114920"/>
                </a:lnTo>
                <a:lnTo>
                  <a:pt x="370664" y="1114920"/>
                </a:lnTo>
                <a:lnTo>
                  <a:pt x="370836" y="1114920"/>
                </a:lnTo>
                <a:lnTo>
                  <a:pt x="371009" y="1114920"/>
                </a:lnTo>
                <a:lnTo>
                  <a:pt x="371181" y="1114920"/>
                </a:lnTo>
                <a:lnTo>
                  <a:pt x="371353" y="1114920"/>
                </a:lnTo>
                <a:lnTo>
                  <a:pt x="371526" y="1114920"/>
                </a:lnTo>
                <a:lnTo>
                  <a:pt x="371698" y="1114920"/>
                </a:lnTo>
                <a:lnTo>
                  <a:pt x="371870" y="1114920"/>
                </a:lnTo>
                <a:lnTo>
                  <a:pt x="372042" y="1114920"/>
                </a:lnTo>
                <a:lnTo>
                  <a:pt x="372215" y="1114920"/>
                </a:lnTo>
                <a:lnTo>
                  <a:pt x="372387" y="1114920"/>
                </a:lnTo>
                <a:lnTo>
                  <a:pt x="372559" y="1114920"/>
                </a:lnTo>
                <a:lnTo>
                  <a:pt x="372732" y="1114920"/>
                </a:lnTo>
                <a:lnTo>
                  <a:pt x="372905" y="1114920"/>
                </a:lnTo>
                <a:lnTo>
                  <a:pt x="373076" y="1114920"/>
                </a:lnTo>
                <a:lnTo>
                  <a:pt x="373249" y="1114920"/>
                </a:lnTo>
                <a:lnTo>
                  <a:pt x="373421" y="1114920"/>
                </a:lnTo>
                <a:lnTo>
                  <a:pt x="373593" y="1114920"/>
                </a:lnTo>
                <a:lnTo>
                  <a:pt x="373766" y="1114920"/>
                </a:lnTo>
                <a:lnTo>
                  <a:pt x="373938" y="1114920"/>
                </a:lnTo>
                <a:lnTo>
                  <a:pt x="374110" y="1114920"/>
                </a:lnTo>
                <a:lnTo>
                  <a:pt x="374283" y="1114920"/>
                </a:lnTo>
                <a:lnTo>
                  <a:pt x="374455" y="1114920"/>
                </a:lnTo>
                <a:lnTo>
                  <a:pt x="374628" y="1114920"/>
                </a:lnTo>
                <a:lnTo>
                  <a:pt x="374799" y="1114920"/>
                </a:lnTo>
                <a:lnTo>
                  <a:pt x="374972" y="1114920"/>
                </a:lnTo>
                <a:lnTo>
                  <a:pt x="375145" y="1114920"/>
                </a:lnTo>
                <a:lnTo>
                  <a:pt x="375316" y="1114920"/>
                </a:lnTo>
                <a:lnTo>
                  <a:pt x="375489" y="1114920"/>
                </a:lnTo>
                <a:lnTo>
                  <a:pt x="375662" y="1114920"/>
                </a:lnTo>
                <a:lnTo>
                  <a:pt x="375833" y="1114920"/>
                </a:lnTo>
                <a:lnTo>
                  <a:pt x="376006" y="1114920"/>
                </a:lnTo>
                <a:lnTo>
                  <a:pt x="376178" y="1114920"/>
                </a:lnTo>
                <a:lnTo>
                  <a:pt x="376350" y="1114920"/>
                </a:lnTo>
                <a:lnTo>
                  <a:pt x="376523" y="1114920"/>
                </a:lnTo>
                <a:lnTo>
                  <a:pt x="376695" y="1114920"/>
                </a:lnTo>
                <a:lnTo>
                  <a:pt x="376868" y="1114920"/>
                </a:lnTo>
                <a:lnTo>
                  <a:pt x="377040" y="1114920"/>
                </a:lnTo>
                <a:lnTo>
                  <a:pt x="377212" y="1114920"/>
                </a:lnTo>
                <a:lnTo>
                  <a:pt x="377385" y="1114920"/>
                </a:lnTo>
                <a:lnTo>
                  <a:pt x="377556" y="1114920"/>
                </a:lnTo>
                <a:lnTo>
                  <a:pt x="377729" y="1114920"/>
                </a:lnTo>
                <a:lnTo>
                  <a:pt x="377902" y="1114920"/>
                </a:lnTo>
                <a:lnTo>
                  <a:pt x="378073" y="1114920"/>
                </a:lnTo>
                <a:lnTo>
                  <a:pt x="378246" y="1114920"/>
                </a:lnTo>
                <a:lnTo>
                  <a:pt x="378419" y="1114920"/>
                </a:lnTo>
                <a:lnTo>
                  <a:pt x="378591" y="1114920"/>
                </a:lnTo>
                <a:lnTo>
                  <a:pt x="378763" y="1114920"/>
                </a:lnTo>
                <a:lnTo>
                  <a:pt x="378935" y="1114920"/>
                </a:lnTo>
                <a:lnTo>
                  <a:pt x="379108" y="1114920"/>
                </a:lnTo>
                <a:lnTo>
                  <a:pt x="379280" y="1114920"/>
                </a:lnTo>
                <a:lnTo>
                  <a:pt x="379452" y="1114920"/>
                </a:lnTo>
                <a:lnTo>
                  <a:pt x="379625" y="1114920"/>
                </a:lnTo>
                <a:lnTo>
                  <a:pt x="379797" y="1114920"/>
                </a:lnTo>
                <a:lnTo>
                  <a:pt x="379969" y="1114920"/>
                </a:lnTo>
                <a:lnTo>
                  <a:pt x="380142" y="1114920"/>
                </a:lnTo>
                <a:lnTo>
                  <a:pt x="380314" y="1114920"/>
                </a:lnTo>
                <a:lnTo>
                  <a:pt x="380486" y="1114920"/>
                </a:lnTo>
                <a:lnTo>
                  <a:pt x="380659" y="1114920"/>
                </a:lnTo>
                <a:lnTo>
                  <a:pt x="380831" y="1114920"/>
                </a:lnTo>
                <a:lnTo>
                  <a:pt x="381003" y="1114920"/>
                </a:lnTo>
                <a:lnTo>
                  <a:pt x="381176" y="1114920"/>
                </a:lnTo>
                <a:lnTo>
                  <a:pt x="381348" y="1114920"/>
                </a:lnTo>
                <a:lnTo>
                  <a:pt x="381520" y="1114920"/>
                </a:lnTo>
                <a:lnTo>
                  <a:pt x="381692" y="1114920"/>
                </a:lnTo>
                <a:lnTo>
                  <a:pt x="381865" y="1114920"/>
                </a:lnTo>
                <a:lnTo>
                  <a:pt x="382037" y="1114920"/>
                </a:lnTo>
                <a:lnTo>
                  <a:pt x="382209" y="1114920"/>
                </a:lnTo>
                <a:lnTo>
                  <a:pt x="382382" y="1114920"/>
                </a:lnTo>
                <a:lnTo>
                  <a:pt x="382554" y="1114920"/>
                </a:lnTo>
                <a:lnTo>
                  <a:pt x="382726" y="1114920"/>
                </a:lnTo>
                <a:lnTo>
                  <a:pt x="382899" y="1114920"/>
                </a:lnTo>
                <a:lnTo>
                  <a:pt x="383071" y="1114920"/>
                </a:lnTo>
                <a:lnTo>
                  <a:pt x="383243" y="1114920"/>
                </a:lnTo>
                <a:lnTo>
                  <a:pt x="383416" y="1114920"/>
                </a:lnTo>
                <a:lnTo>
                  <a:pt x="383588" y="1114920"/>
                </a:lnTo>
                <a:lnTo>
                  <a:pt x="383760" y="1114920"/>
                </a:lnTo>
                <a:lnTo>
                  <a:pt x="383933" y="1114920"/>
                </a:lnTo>
                <a:lnTo>
                  <a:pt x="384105" y="1114920"/>
                </a:lnTo>
                <a:lnTo>
                  <a:pt x="384278" y="1114920"/>
                </a:lnTo>
                <a:lnTo>
                  <a:pt x="384449" y="1114920"/>
                </a:lnTo>
                <a:lnTo>
                  <a:pt x="384622" y="1114920"/>
                </a:lnTo>
                <a:lnTo>
                  <a:pt x="384795" y="1114920"/>
                </a:lnTo>
                <a:lnTo>
                  <a:pt x="384966" y="1114920"/>
                </a:lnTo>
                <a:lnTo>
                  <a:pt x="385139" y="1114920"/>
                </a:lnTo>
                <a:lnTo>
                  <a:pt x="385311" y="1114920"/>
                </a:lnTo>
                <a:lnTo>
                  <a:pt x="385483" y="1114920"/>
                </a:lnTo>
                <a:lnTo>
                  <a:pt x="385656" y="1114920"/>
                </a:lnTo>
                <a:lnTo>
                  <a:pt x="385828" y="1114920"/>
                </a:lnTo>
                <a:lnTo>
                  <a:pt x="386001" y="1114920"/>
                </a:lnTo>
                <a:lnTo>
                  <a:pt x="386173" y="1114920"/>
                </a:lnTo>
                <a:lnTo>
                  <a:pt x="386345" y="1114920"/>
                </a:lnTo>
                <a:lnTo>
                  <a:pt x="386518" y="1114920"/>
                </a:lnTo>
                <a:lnTo>
                  <a:pt x="386690" y="1114920"/>
                </a:lnTo>
                <a:lnTo>
                  <a:pt x="386862" y="1114920"/>
                </a:lnTo>
                <a:lnTo>
                  <a:pt x="387035" y="1114920"/>
                </a:lnTo>
                <a:lnTo>
                  <a:pt x="387206" y="1114920"/>
                </a:lnTo>
                <a:lnTo>
                  <a:pt x="387379" y="1114920"/>
                </a:lnTo>
                <a:lnTo>
                  <a:pt x="387552" y="1114920"/>
                </a:lnTo>
                <a:lnTo>
                  <a:pt x="387723" y="1114920"/>
                </a:lnTo>
                <a:lnTo>
                  <a:pt x="387896" y="1114920"/>
                </a:lnTo>
                <a:lnTo>
                  <a:pt x="388068" y="1114920"/>
                </a:lnTo>
                <a:lnTo>
                  <a:pt x="388241" y="1114920"/>
                </a:lnTo>
                <a:lnTo>
                  <a:pt x="388413" y="1114920"/>
                </a:lnTo>
                <a:lnTo>
                  <a:pt x="388585" y="1114920"/>
                </a:lnTo>
                <a:lnTo>
                  <a:pt x="388758" y="1114920"/>
                </a:lnTo>
                <a:lnTo>
                  <a:pt x="388930" y="1114920"/>
                </a:lnTo>
                <a:lnTo>
                  <a:pt x="389102" y="1114920"/>
                </a:lnTo>
                <a:lnTo>
                  <a:pt x="389275" y="1114920"/>
                </a:lnTo>
                <a:lnTo>
                  <a:pt x="389447" y="1114920"/>
                </a:lnTo>
                <a:lnTo>
                  <a:pt x="389619" y="1114920"/>
                </a:lnTo>
                <a:lnTo>
                  <a:pt x="389792" y="1114920"/>
                </a:lnTo>
                <a:lnTo>
                  <a:pt x="389964" y="1114920"/>
                </a:lnTo>
                <a:lnTo>
                  <a:pt x="390136" y="1114920"/>
                </a:lnTo>
                <a:lnTo>
                  <a:pt x="390309" y="1114920"/>
                </a:lnTo>
                <a:lnTo>
                  <a:pt x="390481" y="1114920"/>
                </a:lnTo>
                <a:lnTo>
                  <a:pt x="390653" y="1114920"/>
                </a:lnTo>
                <a:lnTo>
                  <a:pt x="390826" y="1114920"/>
                </a:lnTo>
                <a:lnTo>
                  <a:pt x="390998" y="1114920"/>
                </a:lnTo>
                <a:lnTo>
                  <a:pt x="391170" y="1114920"/>
                </a:lnTo>
                <a:lnTo>
                  <a:pt x="391342" y="1114920"/>
                </a:lnTo>
                <a:lnTo>
                  <a:pt x="391515" y="1114920"/>
                </a:lnTo>
                <a:lnTo>
                  <a:pt x="391688" y="1114920"/>
                </a:lnTo>
                <a:lnTo>
                  <a:pt x="391859" y="1114920"/>
                </a:lnTo>
                <a:lnTo>
                  <a:pt x="392032" y="1114920"/>
                </a:lnTo>
                <a:lnTo>
                  <a:pt x="392204" y="1114920"/>
                </a:lnTo>
                <a:lnTo>
                  <a:pt x="392376" y="1114920"/>
                </a:lnTo>
                <a:lnTo>
                  <a:pt x="392549" y="1114920"/>
                </a:lnTo>
                <a:lnTo>
                  <a:pt x="392721" y="1114920"/>
                </a:lnTo>
                <a:lnTo>
                  <a:pt x="392893" y="1114920"/>
                </a:lnTo>
                <a:lnTo>
                  <a:pt x="393066" y="1114920"/>
                </a:lnTo>
                <a:lnTo>
                  <a:pt x="393238" y="1114920"/>
                </a:lnTo>
                <a:lnTo>
                  <a:pt x="393410" y="1114920"/>
                </a:lnTo>
                <a:lnTo>
                  <a:pt x="393583" y="1114920"/>
                </a:lnTo>
                <a:lnTo>
                  <a:pt x="393755" y="1114920"/>
                </a:lnTo>
                <a:lnTo>
                  <a:pt x="393928" y="1114920"/>
                </a:lnTo>
                <a:lnTo>
                  <a:pt x="394099" y="1114920"/>
                </a:lnTo>
                <a:lnTo>
                  <a:pt x="394272" y="1114920"/>
                </a:lnTo>
                <a:lnTo>
                  <a:pt x="394445" y="1114920"/>
                </a:lnTo>
                <a:lnTo>
                  <a:pt x="394616" y="1114920"/>
                </a:lnTo>
                <a:lnTo>
                  <a:pt x="394789" y="1114920"/>
                </a:lnTo>
                <a:lnTo>
                  <a:pt x="394961" y="1114920"/>
                </a:lnTo>
                <a:lnTo>
                  <a:pt x="395133" y="1114920"/>
                </a:lnTo>
                <a:lnTo>
                  <a:pt x="395306" y="1114920"/>
                </a:lnTo>
                <a:lnTo>
                  <a:pt x="395478" y="1114920"/>
                </a:lnTo>
                <a:lnTo>
                  <a:pt x="395651" y="1114920"/>
                </a:lnTo>
                <a:lnTo>
                  <a:pt x="395823" y="1114920"/>
                </a:lnTo>
                <a:lnTo>
                  <a:pt x="395995" y="1114920"/>
                </a:lnTo>
                <a:lnTo>
                  <a:pt x="396168" y="1114920"/>
                </a:lnTo>
                <a:lnTo>
                  <a:pt x="396340" y="1114920"/>
                </a:lnTo>
                <a:lnTo>
                  <a:pt x="396512" y="1114920"/>
                </a:lnTo>
                <a:lnTo>
                  <a:pt x="396685" y="1114920"/>
                </a:lnTo>
                <a:lnTo>
                  <a:pt x="396856" y="1114920"/>
                </a:lnTo>
                <a:lnTo>
                  <a:pt x="397029" y="1114920"/>
                </a:lnTo>
                <a:lnTo>
                  <a:pt x="397202" y="1114920"/>
                </a:lnTo>
                <a:lnTo>
                  <a:pt x="397374" y="1114920"/>
                </a:lnTo>
                <a:lnTo>
                  <a:pt x="397546" y="1114920"/>
                </a:lnTo>
                <a:lnTo>
                  <a:pt x="397718" y="1114920"/>
                </a:lnTo>
                <a:lnTo>
                  <a:pt x="397891" y="1114920"/>
                </a:lnTo>
                <a:lnTo>
                  <a:pt x="398063" y="1114920"/>
                </a:lnTo>
                <a:lnTo>
                  <a:pt x="398235" y="1114920"/>
                </a:lnTo>
                <a:lnTo>
                  <a:pt x="398408" y="1114920"/>
                </a:lnTo>
                <a:lnTo>
                  <a:pt x="398580" y="1114920"/>
                </a:lnTo>
                <a:lnTo>
                  <a:pt x="398752" y="1114920"/>
                </a:lnTo>
                <a:lnTo>
                  <a:pt x="398925" y="1114920"/>
                </a:lnTo>
                <a:lnTo>
                  <a:pt x="399097" y="1114920"/>
                </a:lnTo>
                <a:lnTo>
                  <a:pt x="399269" y="1114920"/>
                </a:lnTo>
                <a:lnTo>
                  <a:pt x="399442" y="1114920"/>
                </a:lnTo>
                <a:lnTo>
                  <a:pt x="399614" y="1114920"/>
                </a:lnTo>
                <a:lnTo>
                  <a:pt x="399786" y="1114920"/>
                </a:lnTo>
                <a:lnTo>
                  <a:pt x="399959" y="1114920"/>
                </a:lnTo>
                <a:lnTo>
                  <a:pt x="400131" y="1114920"/>
                </a:lnTo>
                <a:lnTo>
                  <a:pt x="400303" y="1114920"/>
                </a:lnTo>
                <a:lnTo>
                  <a:pt x="400475" y="1114920"/>
                </a:lnTo>
                <a:lnTo>
                  <a:pt x="400648" y="1114920"/>
                </a:lnTo>
                <a:lnTo>
                  <a:pt x="400820" y="1114920"/>
                </a:lnTo>
                <a:lnTo>
                  <a:pt x="400992" y="1114920"/>
                </a:lnTo>
                <a:lnTo>
                  <a:pt x="401165" y="1114920"/>
                </a:lnTo>
                <a:lnTo>
                  <a:pt x="401338" y="1114920"/>
                </a:lnTo>
                <a:lnTo>
                  <a:pt x="401509" y="1114920"/>
                </a:lnTo>
                <a:lnTo>
                  <a:pt x="401682" y="1114920"/>
                </a:lnTo>
                <a:lnTo>
                  <a:pt x="401854" y="1114920"/>
                </a:lnTo>
                <a:lnTo>
                  <a:pt x="402026" y="1114920"/>
                </a:lnTo>
                <a:lnTo>
                  <a:pt x="402199" y="1114920"/>
                </a:lnTo>
                <a:lnTo>
                  <a:pt x="402371" y="1114920"/>
                </a:lnTo>
                <a:lnTo>
                  <a:pt x="402543" y="1114920"/>
                </a:lnTo>
                <a:lnTo>
                  <a:pt x="402716" y="1114920"/>
                </a:lnTo>
                <a:lnTo>
                  <a:pt x="402888" y="1114920"/>
                </a:lnTo>
                <a:lnTo>
                  <a:pt x="403061" y="1114920"/>
                </a:lnTo>
                <a:lnTo>
                  <a:pt x="403232" y="1114920"/>
                </a:lnTo>
                <a:lnTo>
                  <a:pt x="403405" y="1114920"/>
                </a:lnTo>
                <a:lnTo>
                  <a:pt x="403578" y="1114920"/>
                </a:lnTo>
                <a:lnTo>
                  <a:pt x="403749" y="1114920"/>
                </a:lnTo>
                <a:lnTo>
                  <a:pt x="403922" y="1114920"/>
                </a:lnTo>
                <a:lnTo>
                  <a:pt x="404095" y="1114920"/>
                </a:lnTo>
                <a:lnTo>
                  <a:pt x="404266" y="1114920"/>
                </a:lnTo>
                <a:lnTo>
                  <a:pt x="404439" y="1114920"/>
                </a:lnTo>
                <a:lnTo>
                  <a:pt x="404611" y="1114920"/>
                </a:lnTo>
                <a:lnTo>
                  <a:pt x="404784" y="1114920"/>
                </a:lnTo>
                <a:lnTo>
                  <a:pt x="404956" y="1114920"/>
                </a:lnTo>
                <a:lnTo>
                  <a:pt x="405128" y="1114920"/>
                </a:lnTo>
                <a:lnTo>
                  <a:pt x="405301" y="1114920"/>
                </a:lnTo>
                <a:lnTo>
                  <a:pt x="405473" y="1114920"/>
                </a:lnTo>
                <a:lnTo>
                  <a:pt x="405645" y="1114920"/>
                </a:lnTo>
                <a:lnTo>
                  <a:pt x="405818" y="1114920"/>
                </a:lnTo>
                <a:lnTo>
                  <a:pt x="405989" y="1114920"/>
                </a:lnTo>
                <a:lnTo>
                  <a:pt x="406162" y="1114920"/>
                </a:lnTo>
                <a:lnTo>
                  <a:pt x="406335" y="1114920"/>
                </a:lnTo>
                <a:lnTo>
                  <a:pt x="406506" y="1114920"/>
                </a:lnTo>
                <a:lnTo>
                  <a:pt x="406679" y="1114920"/>
                </a:lnTo>
                <a:lnTo>
                  <a:pt x="406852" y="1114920"/>
                </a:lnTo>
                <a:lnTo>
                  <a:pt x="407024" y="1114920"/>
                </a:lnTo>
                <a:lnTo>
                  <a:pt x="407196" y="1114920"/>
                </a:lnTo>
                <a:lnTo>
                  <a:pt x="407368" y="1114920"/>
                </a:lnTo>
                <a:lnTo>
                  <a:pt x="407541" y="1114920"/>
                </a:lnTo>
                <a:lnTo>
                  <a:pt x="407713" y="1114920"/>
                </a:lnTo>
                <a:lnTo>
                  <a:pt x="407885" y="1114920"/>
                </a:lnTo>
                <a:lnTo>
                  <a:pt x="408058" y="1114920"/>
                </a:lnTo>
                <a:lnTo>
                  <a:pt x="408230" y="1114920"/>
                </a:lnTo>
                <a:lnTo>
                  <a:pt x="408402" y="1114920"/>
                </a:lnTo>
                <a:lnTo>
                  <a:pt x="408575" y="1114920"/>
                </a:lnTo>
                <a:lnTo>
                  <a:pt x="408747" y="1114920"/>
                </a:lnTo>
                <a:lnTo>
                  <a:pt x="408919" y="1114920"/>
                </a:lnTo>
                <a:lnTo>
                  <a:pt x="409092" y="1114920"/>
                </a:lnTo>
                <a:lnTo>
                  <a:pt x="409264" y="1114920"/>
                </a:lnTo>
                <a:lnTo>
                  <a:pt x="409436" y="1114920"/>
                </a:lnTo>
                <a:lnTo>
                  <a:pt x="409609" y="1114920"/>
                </a:lnTo>
                <a:lnTo>
                  <a:pt x="409781" y="1114920"/>
                </a:lnTo>
                <a:lnTo>
                  <a:pt x="409953" y="1114920"/>
                </a:lnTo>
                <a:lnTo>
                  <a:pt x="410125" y="1114920"/>
                </a:lnTo>
                <a:lnTo>
                  <a:pt x="410298" y="1114920"/>
                </a:lnTo>
                <a:lnTo>
                  <a:pt x="410471" y="1114920"/>
                </a:lnTo>
                <a:lnTo>
                  <a:pt x="410642" y="1114920"/>
                </a:lnTo>
                <a:lnTo>
                  <a:pt x="410815" y="1114920"/>
                </a:lnTo>
                <a:lnTo>
                  <a:pt x="410988" y="1114920"/>
                </a:lnTo>
                <a:lnTo>
                  <a:pt x="411159" y="1114920"/>
                </a:lnTo>
                <a:lnTo>
                  <a:pt x="411332" y="1114920"/>
                </a:lnTo>
                <a:lnTo>
                  <a:pt x="411504" y="1114920"/>
                </a:lnTo>
                <a:lnTo>
                  <a:pt x="411676" y="1114920"/>
                </a:lnTo>
                <a:lnTo>
                  <a:pt x="411849" y="1114920"/>
                </a:lnTo>
                <a:lnTo>
                  <a:pt x="412021" y="1114920"/>
                </a:lnTo>
                <a:lnTo>
                  <a:pt x="412193" y="1114920"/>
                </a:lnTo>
                <a:lnTo>
                  <a:pt x="412366" y="1114920"/>
                </a:lnTo>
                <a:lnTo>
                  <a:pt x="412538" y="1114920"/>
                </a:lnTo>
                <a:lnTo>
                  <a:pt x="412711" y="1114920"/>
                </a:lnTo>
                <a:lnTo>
                  <a:pt x="412883" y="1114920"/>
                </a:lnTo>
                <a:lnTo>
                  <a:pt x="413055" y="1114920"/>
                </a:lnTo>
                <a:lnTo>
                  <a:pt x="413228" y="1114920"/>
                </a:lnTo>
                <a:lnTo>
                  <a:pt x="413399" y="1114920"/>
                </a:lnTo>
                <a:lnTo>
                  <a:pt x="413572" y="1114920"/>
                </a:lnTo>
                <a:lnTo>
                  <a:pt x="413745" y="1114920"/>
                </a:lnTo>
                <a:lnTo>
                  <a:pt x="413916" y="1114920"/>
                </a:lnTo>
                <a:lnTo>
                  <a:pt x="414089" y="1114920"/>
                </a:lnTo>
                <a:lnTo>
                  <a:pt x="414261" y="1114920"/>
                </a:lnTo>
                <a:lnTo>
                  <a:pt x="414434" y="1114920"/>
                </a:lnTo>
                <a:lnTo>
                  <a:pt x="414606" y="1114920"/>
                </a:lnTo>
                <a:lnTo>
                  <a:pt x="414778" y="1114920"/>
                </a:lnTo>
                <a:lnTo>
                  <a:pt x="414951" y="1114920"/>
                </a:lnTo>
                <a:lnTo>
                  <a:pt x="415123" y="1114920"/>
                </a:lnTo>
                <a:lnTo>
                  <a:pt x="415295" y="1114920"/>
                </a:lnTo>
                <a:lnTo>
                  <a:pt x="415468" y="1114920"/>
                </a:lnTo>
                <a:lnTo>
                  <a:pt x="415640" y="1114920"/>
                </a:lnTo>
                <a:lnTo>
                  <a:pt x="415812" y="1114920"/>
                </a:lnTo>
                <a:lnTo>
                  <a:pt x="415985" y="1114920"/>
                </a:lnTo>
                <a:lnTo>
                  <a:pt x="416157" y="1114920"/>
                </a:lnTo>
                <a:lnTo>
                  <a:pt x="416329" y="1114920"/>
                </a:lnTo>
                <a:lnTo>
                  <a:pt x="416502" y="1114920"/>
                </a:lnTo>
                <a:lnTo>
                  <a:pt x="416674" y="1114920"/>
                </a:lnTo>
                <a:lnTo>
                  <a:pt x="416846" y="1114920"/>
                </a:lnTo>
                <a:lnTo>
                  <a:pt x="417018" y="1114920"/>
                </a:lnTo>
                <a:lnTo>
                  <a:pt x="417191" y="1114920"/>
                </a:lnTo>
                <a:lnTo>
                  <a:pt x="417363" y="1114920"/>
                </a:lnTo>
                <a:lnTo>
                  <a:pt x="417535" y="1114920"/>
                </a:lnTo>
                <a:lnTo>
                  <a:pt x="417708" y="1114920"/>
                </a:lnTo>
                <a:lnTo>
                  <a:pt x="417880" y="1114920"/>
                </a:lnTo>
                <a:lnTo>
                  <a:pt x="418052" y="1114920"/>
                </a:lnTo>
                <a:lnTo>
                  <a:pt x="418225" y="1114920"/>
                </a:lnTo>
                <a:lnTo>
                  <a:pt x="418397" y="1114920"/>
                </a:lnTo>
                <a:lnTo>
                  <a:pt x="418569" y="1114920"/>
                </a:lnTo>
                <a:lnTo>
                  <a:pt x="418742" y="1114920"/>
                </a:lnTo>
                <a:lnTo>
                  <a:pt x="418914" y="1114920"/>
                </a:lnTo>
                <a:lnTo>
                  <a:pt x="419086" y="1114920"/>
                </a:lnTo>
                <a:lnTo>
                  <a:pt x="419259" y="1114920"/>
                </a:lnTo>
                <a:lnTo>
                  <a:pt x="419431" y="1114920"/>
                </a:lnTo>
                <a:lnTo>
                  <a:pt x="419603" y="1114920"/>
                </a:lnTo>
                <a:lnTo>
                  <a:pt x="419775" y="1114920"/>
                </a:lnTo>
                <a:lnTo>
                  <a:pt x="419948" y="1114920"/>
                </a:lnTo>
                <a:lnTo>
                  <a:pt x="420121" y="1114920"/>
                </a:lnTo>
                <a:lnTo>
                  <a:pt x="420292" y="1114920"/>
                </a:lnTo>
                <a:lnTo>
                  <a:pt x="420465" y="1114920"/>
                </a:lnTo>
                <a:lnTo>
                  <a:pt x="420638" y="1114920"/>
                </a:lnTo>
                <a:lnTo>
                  <a:pt x="420809" y="1114920"/>
                </a:lnTo>
                <a:lnTo>
                  <a:pt x="420982" y="1114920"/>
                </a:lnTo>
                <a:lnTo>
                  <a:pt x="421154" y="1114920"/>
                </a:lnTo>
                <a:lnTo>
                  <a:pt x="421326" y="1114920"/>
                </a:lnTo>
                <a:lnTo>
                  <a:pt x="421499" y="1114920"/>
                </a:lnTo>
                <a:lnTo>
                  <a:pt x="421671" y="1114920"/>
                </a:lnTo>
                <a:lnTo>
                  <a:pt x="421844" y="1114920"/>
                </a:lnTo>
                <a:lnTo>
                  <a:pt x="422016" y="1114920"/>
                </a:lnTo>
                <a:lnTo>
                  <a:pt x="422188" y="1114920"/>
                </a:lnTo>
                <a:lnTo>
                  <a:pt x="422361" y="1114920"/>
                </a:lnTo>
                <a:lnTo>
                  <a:pt x="422532" y="1114920"/>
                </a:lnTo>
                <a:lnTo>
                  <a:pt x="422705" y="1114920"/>
                </a:lnTo>
                <a:lnTo>
                  <a:pt x="422878" y="1114920"/>
                </a:lnTo>
                <a:lnTo>
                  <a:pt x="423049" y="1114920"/>
                </a:lnTo>
                <a:lnTo>
                  <a:pt x="423222" y="1114920"/>
                </a:lnTo>
                <a:lnTo>
                  <a:pt x="423395" y="1114920"/>
                </a:lnTo>
                <a:lnTo>
                  <a:pt x="423566" y="1114920"/>
                </a:lnTo>
                <a:lnTo>
                  <a:pt x="423739" y="1114920"/>
                </a:lnTo>
                <a:lnTo>
                  <a:pt x="423911" y="1114920"/>
                </a:lnTo>
                <a:lnTo>
                  <a:pt x="424084" y="1114920"/>
                </a:lnTo>
                <a:lnTo>
                  <a:pt x="424256" y="1114920"/>
                </a:lnTo>
                <a:lnTo>
                  <a:pt x="424428" y="1114920"/>
                </a:lnTo>
                <a:lnTo>
                  <a:pt x="424601" y="1114920"/>
                </a:lnTo>
                <a:lnTo>
                  <a:pt x="424773" y="1114920"/>
                </a:lnTo>
                <a:lnTo>
                  <a:pt x="424945" y="1114920"/>
                </a:lnTo>
                <a:lnTo>
                  <a:pt x="425118" y="1114920"/>
                </a:lnTo>
                <a:lnTo>
                  <a:pt x="425289" y="1114920"/>
                </a:lnTo>
                <a:lnTo>
                  <a:pt x="425462" y="1114920"/>
                </a:lnTo>
                <a:lnTo>
                  <a:pt x="425635" y="1114920"/>
                </a:lnTo>
                <a:lnTo>
                  <a:pt x="425807" y="1114920"/>
                </a:lnTo>
                <a:lnTo>
                  <a:pt x="425979" y="1114920"/>
                </a:lnTo>
                <a:lnTo>
                  <a:pt x="426152" y="1114920"/>
                </a:lnTo>
                <a:lnTo>
                  <a:pt x="426324" y="1114920"/>
                </a:lnTo>
                <a:lnTo>
                  <a:pt x="426496" y="1114920"/>
                </a:lnTo>
                <a:lnTo>
                  <a:pt x="426668" y="1114920"/>
                </a:lnTo>
                <a:lnTo>
                  <a:pt x="426841" y="1114920"/>
                </a:lnTo>
                <a:lnTo>
                  <a:pt x="427013" y="1114920"/>
                </a:lnTo>
                <a:lnTo>
                  <a:pt x="427185" y="1114920"/>
                </a:lnTo>
                <a:lnTo>
                  <a:pt x="427358" y="1114920"/>
                </a:lnTo>
                <a:lnTo>
                  <a:pt x="427530" y="1114920"/>
                </a:lnTo>
                <a:lnTo>
                  <a:pt x="427702" y="1114920"/>
                </a:lnTo>
                <a:lnTo>
                  <a:pt x="427875" y="1114920"/>
                </a:lnTo>
                <a:lnTo>
                  <a:pt x="428047" y="1114920"/>
                </a:lnTo>
                <a:lnTo>
                  <a:pt x="428219" y="1114920"/>
                </a:lnTo>
                <a:lnTo>
                  <a:pt x="428392" y="1114920"/>
                </a:lnTo>
                <a:lnTo>
                  <a:pt x="428564" y="1114920"/>
                </a:lnTo>
                <a:lnTo>
                  <a:pt x="428736" y="1114920"/>
                </a:lnTo>
                <a:lnTo>
                  <a:pt x="428909" y="1114920"/>
                </a:lnTo>
                <a:lnTo>
                  <a:pt x="429081" y="1114920"/>
                </a:lnTo>
                <a:lnTo>
                  <a:pt x="429254" y="1114920"/>
                </a:lnTo>
                <a:lnTo>
                  <a:pt x="429425" y="1114920"/>
                </a:lnTo>
                <a:lnTo>
                  <a:pt x="429598" y="1114920"/>
                </a:lnTo>
                <a:lnTo>
                  <a:pt x="429771" y="1114920"/>
                </a:lnTo>
                <a:lnTo>
                  <a:pt x="429942" y="1114920"/>
                </a:lnTo>
                <a:lnTo>
                  <a:pt x="430115" y="1114920"/>
                </a:lnTo>
                <a:lnTo>
                  <a:pt x="430287" y="1114920"/>
                </a:lnTo>
                <a:lnTo>
                  <a:pt x="430459" y="1114920"/>
                </a:lnTo>
                <a:lnTo>
                  <a:pt x="430632" y="1114920"/>
                </a:lnTo>
                <a:lnTo>
                  <a:pt x="430804" y="1114920"/>
                </a:lnTo>
                <a:lnTo>
                  <a:pt x="430976" y="1114920"/>
                </a:lnTo>
                <a:lnTo>
                  <a:pt x="431149" y="1114920"/>
                </a:lnTo>
                <a:lnTo>
                  <a:pt x="431321" y="1114920"/>
                </a:lnTo>
                <a:lnTo>
                  <a:pt x="431494" y="1114920"/>
                </a:lnTo>
                <a:lnTo>
                  <a:pt x="431666" y="1114920"/>
                </a:lnTo>
                <a:lnTo>
                  <a:pt x="431838" y="1114920"/>
                </a:lnTo>
                <a:lnTo>
                  <a:pt x="432011" y="1114920"/>
                </a:lnTo>
                <a:lnTo>
                  <a:pt x="432182" y="1114920"/>
                </a:lnTo>
                <a:lnTo>
                  <a:pt x="432355" y="1114920"/>
                </a:lnTo>
                <a:lnTo>
                  <a:pt x="432528" y="1114920"/>
                </a:lnTo>
                <a:lnTo>
                  <a:pt x="432699" y="1114920"/>
                </a:lnTo>
                <a:lnTo>
                  <a:pt x="432872" y="1114920"/>
                </a:lnTo>
                <a:lnTo>
                  <a:pt x="433044" y="1114920"/>
                </a:lnTo>
                <a:lnTo>
                  <a:pt x="433217" y="1114920"/>
                </a:lnTo>
                <a:lnTo>
                  <a:pt x="433389" y="1114920"/>
                </a:lnTo>
                <a:lnTo>
                  <a:pt x="433561" y="1114920"/>
                </a:lnTo>
                <a:lnTo>
                  <a:pt x="433734" y="1114920"/>
                </a:lnTo>
                <a:lnTo>
                  <a:pt x="433906" y="1114920"/>
                </a:lnTo>
                <a:lnTo>
                  <a:pt x="434078" y="1114920"/>
                </a:lnTo>
                <a:lnTo>
                  <a:pt x="434251" y="1114920"/>
                </a:lnTo>
                <a:lnTo>
                  <a:pt x="434423" y="1114920"/>
                </a:lnTo>
                <a:lnTo>
                  <a:pt x="434595" y="1114920"/>
                </a:lnTo>
                <a:lnTo>
                  <a:pt x="434768" y="1114920"/>
                </a:lnTo>
                <a:lnTo>
                  <a:pt x="434940" y="1114920"/>
                </a:lnTo>
                <a:lnTo>
                  <a:pt x="435112" y="1114920"/>
                </a:lnTo>
                <a:lnTo>
                  <a:pt x="435285" y="1114920"/>
                </a:lnTo>
                <a:lnTo>
                  <a:pt x="435457" y="1114920"/>
                </a:lnTo>
                <a:lnTo>
                  <a:pt x="435629" y="1114920"/>
                </a:lnTo>
                <a:lnTo>
                  <a:pt x="435802" y="1114920"/>
                </a:lnTo>
                <a:lnTo>
                  <a:pt x="435974" y="1114920"/>
                </a:lnTo>
                <a:lnTo>
                  <a:pt x="436146" y="1114920"/>
                </a:lnTo>
                <a:lnTo>
                  <a:pt x="436318" y="1114920"/>
                </a:lnTo>
                <a:lnTo>
                  <a:pt x="436491" y="1114920"/>
                </a:lnTo>
                <a:lnTo>
                  <a:pt x="436663" y="1114920"/>
                </a:lnTo>
                <a:lnTo>
                  <a:pt x="436835" y="1114920"/>
                </a:lnTo>
                <a:lnTo>
                  <a:pt x="437008" y="1114920"/>
                </a:lnTo>
                <a:lnTo>
                  <a:pt x="437180" y="1114920"/>
                </a:lnTo>
                <a:lnTo>
                  <a:pt x="437352" y="1114920"/>
                </a:lnTo>
                <a:lnTo>
                  <a:pt x="437525" y="1114920"/>
                </a:lnTo>
                <a:lnTo>
                  <a:pt x="437697" y="1114920"/>
                </a:lnTo>
                <a:lnTo>
                  <a:pt x="437869" y="1114920"/>
                </a:lnTo>
                <a:lnTo>
                  <a:pt x="438042" y="1114920"/>
                </a:lnTo>
                <a:lnTo>
                  <a:pt x="438214" y="1114920"/>
                </a:lnTo>
                <a:lnTo>
                  <a:pt x="438386" y="1114920"/>
                </a:lnTo>
                <a:lnTo>
                  <a:pt x="438559" y="1114920"/>
                </a:lnTo>
                <a:lnTo>
                  <a:pt x="438731" y="1114920"/>
                </a:lnTo>
                <a:lnTo>
                  <a:pt x="438904" y="1114920"/>
                </a:lnTo>
                <a:lnTo>
                  <a:pt x="439075" y="1114920"/>
                </a:lnTo>
                <a:lnTo>
                  <a:pt x="439248" y="1114920"/>
                </a:lnTo>
                <a:lnTo>
                  <a:pt x="439421" y="1114920"/>
                </a:lnTo>
                <a:lnTo>
                  <a:pt x="439592" y="1114920"/>
                </a:lnTo>
                <a:lnTo>
                  <a:pt x="439765" y="1114920"/>
                </a:lnTo>
                <a:lnTo>
                  <a:pt x="439937" y="1114920"/>
                </a:lnTo>
                <a:lnTo>
                  <a:pt x="440109" y="1114920"/>
                </a:lnTo>
                <a:lnTo>
                  <a:pt x="440282" y="1114920"/>
                </a:lnTo>
                <a:lnTo>
                  <a:pt x="440454" y="1114920"/>
                </a:lnTo>
                <a:lnTo>
                  <a:pt x="440627" y="1114920"/>
                </a:lnTo>
                <a:lnTo>
                  <a:pt x="440799" y="1114920"/>
                </a:lnTo>
                <a:lnTo>
                  <a:pt x="440971" y="1114920"/>
                </a:lnTo>
                <a:lnTo>
                  <a:pt x="441144" y="1114920"/>
                </a:lnTo>
                <a:lnTo>
                  <a:pt x="441316" y="1114920"/>
                </a:lnTo>
                <a:lnTo>
                  <a:pt x="441488" y="1114920"/>
                </a:lnTo>
                <a:lnTo>
                  <a:pt x="441661" y="1114920"/>
                </a:lnTo>
                <a:lnTo>
                  <a:pt x="441832" y="1114920"/>
                </a:lnTo>
                <a:lnTo>
                  <a:pt x="442005" y="1114920"/>
                </a:lnTo>
                <a:lnTo>
                  <a:pt x="442178" y="1114920"/>
                </a:lnTo>
                <a:lnTo>
                  <a:pt x="442349" y="1114920"/>
                </a:lnTo>
                <a:lnTo>
                  <a:pt x="442522" y="1114920"/>
                </a:lnTo>
                <a:lnTo>
                  <a:pt x="442694" y="1114920"/>
                </a:lnTo>
                <a:lnTo>
                  <a:pt x="442867" y="1114920"/>
                </a:lnTo>
                <a:lnTo>
                  <a:pt x="443039" y="1114920"/>
                </a:lnTo>
                <a:lnTo>
                  <a:pt x="443211" y="1114920"/>
                </a:lnTo>
                <a:lnTo>
                  <a:pt x="443384" y="1114920"/>
                </a:lnTo>
                <a:lnTo>
                  <a:pt x="443556" y="1114920"/>
                </a:lnTo>
                <a:lnTo>
                  <a:pt x="443728" y="1114920"/>
                </a:lnTo>
                <a:lnTo>
                  <a:pt x="443901" y="1114920"/>
                </a:lnTo>
                <a:lnTo>
                  <a:pt x="444073" y="1114920"/>
                </a:lnTo>
                <a:lnTo>
                  <a:pt x="444245" y="1114920"/>
                </a:lnTo>
                <a:lnTo>
                  <a:pt x="444418" y="1114920"/>
                </a:lnTo>
                <a:lnTo>
                  <a:pt x="444590" y="1114920"/>
                </a:lnTo>
                <a:lnTo>
                  <a:pt x="444762" y="1114920"/>
                </a:lnTo>
                <a:lnTo>
                  <a:pt x="444935" y="1114920"/>
                </a:lnTo>
                <a:lnTo>
                  <a:pt x="445107" y="1114920"/>
                </a:lnTo>
                <a:lnTo>
                  <a:pt x="445279" y="1114920"/>
                </a:lnTo>
                <a:lnTo>
                  <a:pt x="445451" y="1114920"/>
                </a:lnTo>
                <a:lnTo>
                  <a:pt x="445624" y="1114920"/>
                </a:lnTo>
                <a:lnTo>
                  <a:pt x="445796" y="1114920"/>
                </a:lnTo>
                <a:lnTo>
                  <a:pt x="445968" y="1114920"/>
                </a:lnTo>
                <a:lnTo>
                  <a:pt x="446141" y="1114920"/>
                </a:lnTo>
                <a:lnTo>
                  <a:pt x="446314" y="1114920"/>
                </a:lnTo>
                <a:lnTo>
                  <a:pt x="446485" y="1114920"/>
                </a:lnTo>
                <a:lnTo>
                  <a:pt x="446658" y="1114920"/>
                </a:lnTo>
                <a:lnTo>
                  <a:pt x="446830" y="1114920"/>
                </a:lnTo>
                <a:lnTo>
                  <a:pt x="447002" y="1114920"/>
                </a:lnTo>
                <a:lnTo>
                  <a:pt x="447175" y="1114920"/>
                </a:lnTo>
                <a:lnTo>
                  <a:pt x="447347" y="1114920"/>
                </a:lnTo>
                <a:lnTo>
                  <a:pt x="447519" y="1114920"/>
                </a:lnTo>
                <a:lnTo>
                  <a:pt x="447692" y="1114920"/>
                </a:lnTo>
                <a:lnTo>
                  <a:pt x="447864" y="1114920"/>
                </a:lnTo>
                <a:lnTo>
                  <a:pt x="448036" y="1114920"/>
                </a:lnTo>
                <a:lnTo>
                  <a:pt x="448209" y="1114920"/>
                </a:lnTo>
                <a:lnTo>
                  <a:pt x="448381" y="1114920"/>
                </a:lnTo>
                <a:lnTo>
                  <a:pt x="448554" y="1114920"/>
                </a:lnTo>
                <a:lnTo>
                  <a:pt x="448725" y="1114920"/>
                </a:lnTo>
                <a:lnTo>
                  <a:pt x="448898" y="1114920"/>
                </a:lnTo>
                <a:lnTo>
                  <a:pt x="449071" y="1114920"/>
                </a:lnTo>
                <a:lnTo>
                  <a:pt x="449242" y="1114920"/>
                </a:lnTo>
                <a:lnTo>
                  <a:pt x="449415" y="1114920"/>
                </a:lnTo>
                <a:lnTo>
                  <a:pt x="449587" y="1114920"/>
                </a:lnTo>
                <a:lnTo>
                  <a:pt x="449759" y="1114920"/>
                </a:lnTo>
                <a:lnTo>
                  <a:pt x="449932" y="1114920"/>
                </a:lnTo>
                <a:lnTo>
                  <a:pt x="450104" y="1114920"/>
                </a:lnTo>
                <a:lnTo>
                  <a:pt x="450277" y="1114920"/>
                </a:lnTo>
                <a:lnTo>
                  <a:pt x="450449" y="1114920"/>
                </a:lnTo>
                <a:lnTo>
                  <a:pt x="450621" y="1114920"/>
                </a:lnTo>
                <a:lnTo>
                  <a:pt x="450794" y="1114920"/>
                </a:lnTo>
                <a:lnTo>
                  <a:pt x="450966" y="1114920"/>
                </a:lnTo>
                <a:lnTo>
                  <a:pt x="451138" y="1114920"/>
                </a:lnTo>
                <a:lnTo>
                  <a:pt x="451311" y="1114920"/>
                </a:lnTo>
                <a:lnTo>
                  <a:pt x="451482" y="1114920"/>
                </a:lnTo>
                <a:lnTo>
                  <a:pt x="451655" y="1114920"/>
                </a:lnTo>
                <a:lnTo>
                  <a:pt x="451828" y="1114920"/>
                </a:lnTo>
                <a:lnTo>
                  <a:pt x="452000" y="1114920"/>
                </a:lnTo>
                <a:lnTo>
                  <a:pt x="452172" y="1114920"/>
                </a:lnTo>
                <a:lnTo>
                  <a:pt x="452344" y="1114920"/>
                </a:lnTo>
                <a:lnTo>
                  <a:pt x="452517" y="1114920"/>
                </a:lnTo>
                <a:lnTo>
                  <a:pt x="452689" y="1114920"/>
                </a:lnTo>
                <a:lnTo>
                  <a:pt x="452861" y="1114920"/>
                </a:lnTo>
                <a:lnTo>
                  <a:pt x="453034" y="1114920"/>
                </a:lnTo>
                <a:lnTo>
                  <a:pt x="453206" y="1114920"/>
                </a:lnTo>
                <a:lnTo>
                  <a:pt x="453378" y="1114920"/>
                </a:lnTo>
                <a:lnTo>
                  <a:pt x="453551" y="1114920"/>
                </a:lnTo>
                <a:lnTo>
                  <a:pt x="453723" y="1114920"/>
                </a:lnTo>
                <a:lnTo>
                  <a:pt x="453895" y="1114920"/>
                </a:lnTo>
                <a:lnTo>
                  <a:pt x="454068" y="1114920"/>
                </a:lnTo>
                <a:lnTo>
                  <a:pt x="454240" y="1114920"/>
                </a:lnTo>
                <a:lnTo>
                  <a:pt x="454412" y="1114920"/>
                </a:lnTo>
                <a:lnTo>
                  <a:pt x="454585" y="1114920"/>
                </a:lnTo>
                <a:lnTo>
                  <a:pt x="454757" y="1114920"/>
                </a:lnTo>
                <a:lnTo>
                  <a:pt x="454929" y="1114920"/>
                </a:lnTo>
                <a:lnTo>
                  <a:pt x="455101" y="1114920"/>
                </a:lnTo>
                <a:lnTo>
                  <a:pt x="455274" y="1114920"/>
                </a:lnTo>
                <a:lnTo>
                  <a:pt x="455446" y="1114920"/>
                </a:lnTo>
                <a:lnTo>
                  <a:pt x="455618" y="1114920"/>
                </a:lnTo>
                <a:lnTo>
                  <a:pt x="455791" y="1114920"/>
                </a:lnTo>
                <a:lnTo>
                  <a:pt x="455964" y="1114920"/>
                </a:lnTo>
                <a:lnTo>
                  <a:pt x="456135" y="1114920"/>
                </a:lnTo>
                <a:lnTo>
                  <a:pt x="456308" y="1114920"/>
                </a:lnTo>
                <a:lnTo>
                  <a:pt x="456480" y="1114920"/>
                </a:lnTo>
                <a:lnTo>
                  <a:pt x="456652" y="1114920"/>
                </a:lnTo>
                <a:lnTo>
                  <a:pt x="456825" y="1114920"/>
                </a:lnTo>
                <a:lnTo>
                  <a:pt x="456997" y="1114920"/>
                </a:lnTo>
                <a:lnTo>
                  <a:pt x="457169" y="1114920"/>
                </a:lnTo>
                <a:lnTo>
                  <a:pt x="457342" y="1114920"/>
                </a:lnTo>
                <a:lnTo>
                  <a:pt x="457514" y="1114920"/>
                </a:lnTo>
                <a:lnTo>
                  <a:pt x="457687" y="1114920"/>
                </a:lnTo>
                <a:lnTo>
                  <a:pt x="457858" y="1114920"/>
                </a:lnTo>
                <a:lnTo>
                  <a:pt x="458031" y="1114920"/>
                </a:lnTo>
                <a:lnTo>
                  <a:pt x="458204" y="1114920"/>
                </a:lnTo>
                <a:lnTo>
                  <a:pt x="458375" y="1114920"/>
                </a:lnTo>
                <a:lnTo>
                  <a:pt x="458548" y="1114920"/>
                </a:lnTo>
                <a:lnTo>
                  <a:pt x="458721" y="1114920"/>
                </a:lnTo>
                <a:lnTo>
                  <a:pt x="458892" y="1114920"/>
                </a:lnTo>
                <a:lnTo>
                  <a:pt x="459065" y="1114920"/>
                </a:lnTo>
                <a:lnTo>
                  <a:pt x="459237" y="1114920"/>
                </a:lnTo>
                <a:lnTo>
                  <a:pt x="459410" y="1114920"/>
                </a:lnTo>
                <a:lnTo>
                  <a:pt x="459582" y="1114920"/>
                </a:lnTo>
                <a:lnTo>
                  <a:pt x="459754" y="1114920"/>
                </a:lnTo>
                <a:lnTo>
                  <a:pt x="459927" y="1114920"/>
                </a:lnTo>
                <a:lnTo>
                  <a:pt x="460099" y="1114920"/>
                </a:lnTo>
                <a:lnTo>
                  <a:pt x="460271" y="1114920"/>
                </a:lnTo>
                <a:lnTo>
                  <a:pt x="460444" y="1114920"/>
                </a:lnTo>
                <a:lnTo>
                  <a:pt x="460616" y="1114920"/>
                </a:lnTo>
                <a:lnTo>
                  <a:pt x="460788" y="1114920"/>
                </a:lnTo>
                <a:lnTo>
                  <a:pt x="460961" y="1114920"/>
                </a:lnTo>
                <a:lnTo>
                  <a:pt x="461132" y="1114920"/>
                </a:lnTo>
                <a:lnTo>
                  <a:pt x="461305" y="1114920"/>
                </a:lnTo>
                <a:lnTo>
                  <a:pt x="461478" y="1114920"/>
                </a:lnTo>
                <a:lnTo>
                  <a:pt x="461650" y="1114920"/>
                </a:lnTo>
                <a:lnTo>
                  <a:pt x="461822" y="1114920"/>
                </a:lnTo>
                <a:lnTo>
                  <a:pt x="461994" y="1114920"/>
                </a:lnTo>
                <a:lnTo>
                  <a:pt x="462167" y="1114920"/>
                </a:lnTo>
                <a:lnTo>
                  <a:pt x="462339" y="1114920"/>
                </a:lnTo>
                <a:lnTo>
                  <a:pt x="462511" y="1114920"/>
                </a:lnTo>
                <a:lnTo>
                  <a:pt x="462684" y="1114920"/>
                </a:lnTo>
                <a:lnTo>
                  <a:pt x="462856" y="1114920"/>
                </a:lnTo>
                <a:lnTo>
                  <a:pt x="463028" y="1114920"/>
                </a:lnTo>
                <a:lnTo>
                  <a:pt x="463201" y="1114920"/>
                </a:lnTo>
                <a:lnTo>
                  <a:pt x="463373" y="1114920"/>
                </a:lnTo>
                <a:lnTo>
                  <a:pt x="463545" y="1114920"/>
                </a:lnTo>
                <a:lnTo>
                  <a:pt x="463718" y="1114920"/>
                </a:lnTo>
                <a:lnTo>
                  <a:pt x="463890" y="1114920"/>
                </a:lnTo>
                <a:lnTo>
                  <a:pt x="464062" y="1114920"/>
                </a:lnTo>
                <a:lnTo>
                  <a:pt x="464235" y="1114920"/>
                </a:lnTo>
                <a:lnTo>
                  <a:pt x="464407" y="1114920"/>
                </a:lnTo>
                <a:lnTo>
                  <a:pt x="464579" y="1114920"/>
                </a:lnTo>
                <a:lnTo>
                  <a:pt x="464751" y="1114920"/>
                </a:lnTo>
                <a:lnTo>
                  <a:pt x="464924" y="1114920"/>
                </a:lnTo>
                <a:lnTo>
                  <a:pt x="465097" y="1114920"/>
                </a:lnTo>
                <a:lnTo>
                  <a:pt x="465268" y="1114920"/>
                </a:lnTo>
                <a:lnTo>
                  <a:pt x="465441" y="1114920"/>
                </a:lnTo>
                <a:lnTo>
                  <a:pt x="465614" y="1114920"/>
                </a:lnTo>
                <a:lnTo>
                  <a:pt x="465785" y="1114920"/>
                </a:lnTo>
                <a:lnTo>
                  <a:pt x="465958" y="1114920"/>
                </a:lnTo>
                <a:lnTo>
                  <a:pt x="466130" y="1114920"/>
                </a:lnTo>
                <a:lnTo>
                  <a:pt x="466302" y="1114920"/>
                </a:lnTo>
                <a:lnTo>
                  <a:pt x="466475" y="1114920"/>
                </a:lnTo>
                <a:lnTo>
                  <a:pt x="466647" y="1114920"/>
                </a:lnTo>
                <a:lnTo>
                  <a:pt x="466819" y="1114920"/>
                </a:lnTo>
                <a:lnTo>
                  <a:pt x="466992" y="1114920"/>
                </a:lnTo>
                <a:lnTo>
                  <a:pt x="467164" y="1114920"/>
                </a:lnTo>
                <a:lnTo>
                  <a:pt x="467337" y="1114920"/>
                </a:lnTo>
                <a:lnTo>
                  <a:pt x="467508" y="1114920"/>
                </a:lnTo>
                <a:lnTo>
                  <a:pt x="467681" y="1114920"/>
                </a:lnTo>
                <a:lnTo>
                  <a:pt x="467854" y="1114920"/>
                </a:lnTo>
                <a:lnTo>
                  <a:pt x="468025" y="1114920"/>
                </a:lnTo>
                <a:lnTo>
                  <a:pt x="468198" y="1114920"/>
                </a:lnTo>
                <a:lnTo>
                  <a:pt x="468371" y="1114920"/>
                </a:lnTo>
                <a:lnTo>
                  <a:pt x="468542" y="1114920"/>
                </a:lnTo>
                <a:lnTo>
                  <a:pt x="468715" y="1114920"/>
                </a:lnTo>
                <a:lnTo>
                  <a:pt x="468887" y="1114920"/>
                </a:lnTo>
                <a:lnTo>
                  <a:pt x="469060" y="1114920"/>
                </a:lnTo>
                <a:lnTo>
                  <a:pt x="469232" y="1114920"/>
                </a:lnTo>
                <a:lnTo>
                  <a:pt x="469404" y="1114920"/>
                </a:lnTo>
                <a:lnTo>
                  <a:pt x="469577" y="1114920"/>
                </a:lnTo>
                <a:lnTo>
                  <a:pt x="469749" y="1114920"/>
                </a:lnTo>
                <a:lnTo>
                  <a:pt x="469921" y="1114920"/>
                </a:lnTo>
                <a:lnTo>
                  <a:pt x="470094" y="1114920"/>
                </a:lnTo>
                <a:lnTo>
                  <a:pt x="470265" y="1114920"/>
                </a:lnTo>
                <a:lnTo>
                  <a:pt x="470438" y="1114920"/>
                </a:lnTo>
                <a:lnTo>
                  <a:pt x="470611" y="1114920"/>
                </a:lnTo>
                <a:lnTo>
                  <a:pt x="470783" y="1114920"/>
                </a:lnTo>
                <a:lnTo>
                  <a:pt x="470955" y="1114920"/>
                </a:lnTo>
                <a:lnTo>
                  <a:pt x="471128" y="1114920"/>
                </a:lnTo>
                <a:lnTo>
                  <a:pt x="471300" y="1114920"/>
                </a:lnTo>
                <a:lnTo>
                  <a:pt x="471472" y="1114920"/>
                </a:lnTo>
                <a:lnTo>
                  <a:pt x="471644" y="1114920"/>
                </a:lnTo>
                <a:lnTo>
                  <a:pt x="471817" y="1114920"/>
                </a:lnTo>
                <a:lnTo>
                  <a:pt x="471989" y="1114920"/>
                </a:lnTo>
                <a:lnTo>
                  <a:pt x="472161" y="1114920"/>
                </a:lnTo>
                <a:lnTo>
                  <a:pt x="472334" y="1114920"/>
                </a:lnTo>
                <a:lnTo>
                  <a:pt x="472506" y="1114920"/>
                </a:lnTo>
                <a:lnTo>
                  <a:pt x="472678" y="1114920"/>
                </a:lnTo>
                <a:lnTo>
                  <a:pt x="472851" y="1114920"/>
                </a:lnTo>
                <a:lnTo>
                  <a:pt x="473023" y="1114920"/>
                </a:lnTo>
                <a:lnTo>
                  <a:pt x="473195" y="1114920"/>
                </a:lnTo>
                <a:lnTo>
                  <a:pt x="473368" y="1114920"/>
                </a:lnTo>
                <a:lnTo>
                  <a:pt x="473540" y="1114920"/>
                </a:lnTo>
                <a:lnTo>
                  <a:pt x="473712" y="1114920"/>
                </a:lnTo>
                <a:lnTo>
                  <a:pt x="473885" y="1114920"/>
                </a:lnTo>
                <a:lnTo>
                  <a:pt x="474057" y="1114920"/>
                </a:lnTo>
                <a:lnTo>
                  <a:pt x="474229" y="1114920"/>
                </a:lnTo>
                <a:lnTo>
                  <a:pt x="474401" y="1114920"/>
                </a:lnTo>
                <a:lnTo>
                  <a:pt x="474574" y="1114920"/>
                </a:lnTo>
                <a:lnTo>
                  <a:pt x="474747" y="1114920"/>
                </a:lnTo>
                <a:lnTo>
                  <a:pt x="474918" y="1114920"/>
                </a:lnTo>
                <a:lnTo>
                  <a:pt x="475091" y="1114920"/>
                </a:lnTo>
                <a:lnTo>
                  <a:pt x="475263" y="1114920"/>
                </a:lnTo>
                <a:lnTo>
                  <a:pt x="475435" y="1114920"/>
                </a:lnTo>
                <a:lnTo>
                  <a:pt x="475608" y="1114920"/>
                </a:lnTo>
                <a:lnTo>
                  <a:pt x="475780" y="1114920"/>
                </a:lnTo>
                <a:lnTo>
                  <a:pt x="475952" y="1114920"/>
                </a:lnTo>
                <a:lnTo>
                  <a:pt x="476125" y="1114920"/>
                </a:lnTo>
                <a:lnTo>
                  <a:pt x="476297" y="1114920"/>
                </a:lnTo>
                <a:lnTo>
                  <a:pt x="476470" y="1114920"/>
                </a:lnTo>
                <a:lnTo>
                  <a:pt x="476642" y="1114920"/>
                </a:lnTo>
                <a:lnTo>
                  <a:pt x="476814" y="1114920"/>
                </a:lnTo>
                <a:lnTo>
                  <a:pt x="476987" y="1114920"/>
                </a:lnTo>
                <a:lnTo>
                  <a:pt x="477158" y="1114920"/>
                </a:lnTo>
                <a:lnTo>
                  <a:pt x="477331" y="1114920"/>
                </a:lnTo>
                <a:lnTo>
                  <a:pt x="477504" y="1114920"/>
                </a:lnTo>
                <a:lnTo>
                  <a:pt x="477675" y="1114920"/>
                </a:lnTo>
                <a:lnTo>
                  <a:pt x="477848" y="1114920"/>
                </a:lnTo>
                <a:lnTo>
                  <a:pt x="478020" y="1114920"/>
                </a:lnTo>
                <a:lnTo>
                  <a:pt x="478192" y="1114920"/>
                </a:lnTo>
                <a:lnTo>
                  <a:pt x="478365" y="1114920"/>
                </a:lnTo>
                <a:lnTo>
                  <a:pt x="478537" y="1114920"/>
                </a:lnTo>
                <a:lnTo>
                  <a:pt x="478710" y="1114920"/>
                </a:lnTo>
                <a:lnTo>
                  <a:pt x="478882" y="1114920"/>
                </a:lnTo>
                <a:lnTo>
                  <a:pt x="479054" y="1114920"/>
                </a:lnTo>
                <a:lnTo>
                  <a:pt x="479227" y="1114920"/>
                </a:lnTo>
                <a:lnTo>
                  <a:pt x="479399" y="1114920"/>
                </a:lnTo>
                <a:lnTo>
                  <a:pt x="479571" y="1114920"/>
                </a:lnTo>
                <a:lnTo>
                  <a:pt x="479744" y="1114920"/>
                </a:lnTo>
                <a:lnTo>
                  <a:pt x="479915" y="1114920"/>
                </a:lnTo>
                <a:lnTo>
                  <a:pt x="480088" y="1114920"/>
                </a:lnTo>
                <a:lnTo>
                  <a:pt x="480261" y="1114920"/>
                </a:lnTo>
                <a:lnTo>
                  <a:pt x="480433" y="1114920"/>
                </a:lnTo>
                <a:lnTo>
                  <a:pt x="480605" y="1114920"/>
                </a:lnTo>
                <a:lnTo>
                  <a:pt x="480777" y="1114920"/>
                </a:lnTo>
                <a:lnTo>
                  <a:pt x="480950" y="1114920"/>
                </a:lnTo>
                <a:lnTo>
                  <a:pt x="481122" y="1114920"/>
                </a:lnTo>
                <a:lnTo>
                  <a:pt x="481294" y="1114920"/>
                </a:lnTo>
                <a:lnTo>
                  <a:pt x="481467" y="1114920"/>
                </a:lnTo>
                <a:lnTo>
                  <a:pt x="481639" y="1114920"/>
                </a:lnTo>
                <a:lnTo>
                  <a:pt x="481811" y="1114920"/>
                </a:lnTo>
                <a:lnTo>
                  <a:pt x="481984" y="1114920"/>
                </a:lnTo>
                <a:lnTo>
                  <a:pt x="482156" y="1114920"/>
                </a:lnTo>
                <a:lnTo>
                  <a:pt x="482328" y="1114920"/>
                </a:lnTo>
                <a:lnTo>
                  <a:pt x="482501" y="1114920"/>
                </a:lnTo>
                <a:lnTo>
                  <a:pt x="482673" y="1114920"/>
                </a:lnTo>
                <a:lnTo>
                  <a:pt x="482845" y="1114920"/>
                </a:lnTo>
                <a:lnTo>
                  <a:pt x="483018" y="1114920"/>
                </a:lnTo>
                <a:lnTo>
                  <a:pt x="483190" y="1114920"/>
                </a:lnTo>
                <a:lnTo>
                  <a:pt x="483362" y="1114920"/>
                </a:lnTo>
                <a:lnTo>
                  <a:pt x="483535" y="1114920"/>
                </a:lnTo>
                <a:lnTo>
                  <a:pt x="483707" y="1114920"/>
                </a:lnTo>
                <a:lnTo>
                  <a:pt x="483879" y="1114920"/>
                </a:lnTo>
                <a:lnTo>
                  <a:pt x="484051" y="1114920"/>
                </a:lnTo>
                <a:lnTo>
                  <a:pt x="484224" y="1114920"/>
                </a:lnTo>
                <a:lnTo>
                  <a:pt x="484397" y="1114920"/>
                </a:lnTo>
                <a:lnTo>
                  <a:pt x="484568" y="1114920"/>
                </a:lnTo>
                <a:lnTo>
                  <a:pt x="484741" y="1114920"/>
                </a:lnTo>
                <a:lnTo>
                  <a:pt x="484914" y="1114920"/>
                </a:lnTo>
                <a:lnTo>
                  <a:pt x="485085" y="1114920"/>
                </a:lnTo>
                <a:lnTo>
                  <a:pt x="485258" y="1114920"/>
                </a:lnTo>
                <a:lnTo>
                  <a:pt x="485430" y="1114920"/>
                </a:lnTo>
                <a:lnTo>
                  <a:pt x="485602" y="1114920"/>
                </a:lnTo>
                <a:lnTo>
                  <a:pt x="485775" y="1114920"/>
                </a:lnTo>
                <a:lnTo>
                  <a:pt x="485947" y="1114920"/>
                </a:lnTo>
                <a:lnTo>
                  <a:pt x="486120" y="1114920"/>
                </a:lnTo>
                <a:lnTo>
                  <a:pt x="486292" y="1114920"/>
                </a:lnTo>
                <a:lnTo>
                  <a:pt x="486464" y="1114920"/>
                </a:lnTo>
                <a:lnTo>
                  <a:pt x="486637" y="1114920"/>
                </a:lnTo>
                <a:lnTo>
                  <a:pt x="486808" y="1114920"/>
                </a:lnTo>
                <a:lnTo>
                  <a:pt x="486981" y="1114920"/>
                </a:lnTo>
                <a:lnTo>
                  <a:pt x="487154" y="1114920"/>
                </a:lnTo>
                <a:lnTo>
                  <a:pt x="487325" y="1114920"/>
                </a:lnTo>
                <a:lnTo>
                  <a:pt x="487498" y="1114920"/>
                </a:lnTo>
                <a:lnTo>
                  <a:pt x="487671" y="1114920"/>
                </a:lnTo>
                <a:lnTo>
                  <a:pt x="487843" y="1114920"/>
                </a:lnTo>
                <a:lnTo>
                  <a:pt x="488015" y="1114920"/>
                </a:lnTo>
                <a:lnTo>
                  <a:pt x="488187" y="1114920"/>
                </a:lnTo>
                <a:lnTo>
                  <a:pt x="488360" y="1114920"/>
                </a:lnTo>
                <a:lnTo>
                  <a:pt x="488532" y="1114920"/>
                </a:lnTo>
                <a:lnTo>
                  <a:pt x="488704" y="1114920"/>
                </a:lnTo>
                <a:lnTo>
                  <a:pt x="488877" y="1114920"/>
                </a:lnTo>
                <a:lnTo>
                  <a:pt x="489049" y="1114920"/>
                </a:lnTo>
                <a:lnTo>
                  <a:pt x="489221" y="1114920"/>
                </a:lnTo>
                <a:lnTo>
                  <a:pt x="489394" y="1114920"/>
                </a:lnTo>
                <a:lnTo>
                  <a:pt x="489565" y="1114920"/>
                </a:lnTo>
                <a:lnTo>
                  <a:pt x="489738" y="1114920"/>
                </a:lnTo>
                <a:lnTo>
                  <a:pt x="489911" y="1114920"/>
                </a:lnTo>
                <a:lnTo>
                  <a:pt x="490083" y="1114920"/>
                </a:lnTo>
                <a:lnTo>
                  <a:pt x="490255" y="1114920"/>
                </a:lnTo>
                <a:lnTo>
                  <a:pt x="490428" y="1114920"/>
                </a:lnTo>
                <a:lnTo>
                  <a:pt x="490600" y="1114920"/>
                </a:lnTo>
                <a:lnTo>
                  <a:pt x="490772" y="1114920"/>
                </a:lnTo>
                <a:lnTo>
                  <a:pt x="490944" y="1114920"/>
                </a:lnTo>
                <a:lnTo>
                  <a:pt x="491117" y="1114920"/>
                </a:lnTo>
                <a:lnTo>
                  <a:pt x="491289" y="1114920"/>
                </a:lnTo>
                <a:lnTo>
                  <a:pt x="491461" y="1114920"/>
                </a:lnTo>
                <a:lnTo>
                  <a:pt x="491634" y="1114920"/>
                </a:lnTo>
                <a:lnTo>
                  <a:pt x="491806" y="1114920"/>
                </a:lnTo>
                <a:lnTo>
                  <a:pt x="491978" y="1114920"/>
                </a:lnTo>
                <a:lnTo>
                  <a:pt x="492151" y="1114920"/>
                </a:lnTo>
                <a:lnTo>
                  <a:pt x="492323" y="1114920"/>
                </a:lnTo>
                <a:lnTo>
                  <a:pt x="492495" y="1114920"/>
                </a:lnTo>
                <a:lnTo>
                  <a:pt x="492668" y="1114920"/>
                </a:lnTo>
                <a:lnTo>
                  <a:pt x="492840" y="1114920"/>
                </a:lnTo>
                <a:lnTo>
                  <a:pt x="493012" y="1114920"/>
                </a:lnTo>
                <a:lnTo>
                  <a:pt x="493185" y="1114920"/>
                </a:lnTo>
                <a:lnTo>
                  <a:pt x="493357" y="1114920"/>
                </a:lnTo>
                <a:lnTo>
                  <a:pt x="493530" y="1114920"/>
                </a:lnTo>
                <a:lnTo>
                  <a:pt x="493701" y="1114920"/>
                </a:lnTo>
                <a:lnTo>
                  <a:pt x="493874" y="1114920"/>
                </a:lnTo>
                <a:lnTo>
                  <a:pt x="494047" y="1114920"/>
                </a:lnTo>
                <a:lnTo>
                  <a:pt x="494218" y="1114920"/>
                </a:lnTo>
                <a:lnTo>
                  <a:pt x="494391" y="1114920"/>
                </a:lnTo>
                <a:lnTo>
                  <a:pt x="494563" y="1114920"/>
                </a:lnTo>
                <a:lnTo>
                  <a:pt x="494735" y="1114920"/>
                </a:lnTo>
                <a:lnTo>
                  <a:pt x="494908" y="1114920"/>
                </a:lnTo>
                <a:lnTo>
                  <a:pt x="495080" y="1114920"/>
                </a:lnTo>
                <a:lnTo>
                  <a:pt x="495253" y="1114920"/>
                </a:lnTo>
                <a:lnTo>
                  <a:pt x="495425" y="1114920"/>
                </a:lnTo>
                <a:lnTo>
                  <a:pt x="495597" y="1114920"/>
                </a:lnTo>
                <a:lnTo>
                  <a:pt x="495770" y="1114920"/>
                </a:lnTo>
                <a:lnTo>
                  <a:pt x="495942" y="1114920"/>
                </a:lnTo>
                <a:lnTo>
                  <a:pt x="496114" y="1114920"/>
                </a:lnTo>
                <a:lnTo>
                  <a:pt x="496287" y="1114920"/>
                </a:lnTo>
                <a:lnTo>
                  <a:pt x="496458" y="1114920"/>
                </a:lnTo>
                <a:lnTo>
                  <a:pt x="496631" y="1114920"/>
                </a:lnTo>
                <a:lnTo>
                  <a:pt x="496804" y="1114920"/>
                </a:lnTo>
                <a:lnTo>
                  <a:pt x="496975" y="1114920"/>
                </a:lnTo>
                <a:lnTo>
                  <a:pt x="497148" y="1114920"/>
                </a:lnTo>
                <a:lnTo>
                  <a:pt x="497320" y="1114920"/>
                </a:lnTo>
                <a:lnTo>
                  <a:pt x="497493" y="1114920"/>
                </a:lnTo>
                <a:lnTo>
                  <a:pt x="497665" y="1114920"/>
                </a:lnTo>
                <a:lnTo>
                  <a:pt x="497837" y="1114920"/>
                </a:lnTo>
                <a:lnTo>
                  <a:pt x="498010" y="1114920"/>
                </a:lnTo>
                <a:lnTo>
                  <a:pt x="498182" y="1114920"/>
                </a:lnTo>
                <a:lnTo>
                  <a:pt x="498354" y="1114920"/>
                </a:lnTo>
                <a:lnTo>
                  <a:pt x="498527" y="1114920"/>
                </a:lnTo>
                <a:lnTo>
                  <a:pt x="498699" y="1114920"/>
                </a:lnTo>
                <a:lnTo>
                  <a:pt x="498871" y="1114920"/>
                </a:lnTo>
                <a:lnTo>
                  <a:pt x="499044" y="1114920"/>
                </a:lnTo>
                <a:lnTo>
                  <a:pt x="499216" y="1114920"/>
                </a:lnTo>
                <a:lnTo>
                  <a:pt x="499388" y="1114920"/>
                </a:lnTo>
                <a:lnTo>
                  <a:pt x="499561" y="1114920"/>
                </a:lnTo>
                <a:lnTo>
                  <a:pt x="499733" y="1114920"/>
                </a:lnTo>
                <a:lnTo>
                  <a:pt x="499905" y="1114920"/>
                </a:lnTo>
                <a:lnTo>
                  <a:pt x="500077" y="1114920"/>
                </a:lnTo>
                <a:lnTo>
                  <a:pt x="500250" y="1114920"/>
                </a:lnTo>
                <a:lnTo>
                  <a:pt x="500422" y="1114920"/>
                </a:lnTo>
                <a:lnTo>
                  <a:pt x="500594" y="1114920"/>
                </a:lnTo>
                <a:lnTo>
                  <a:pt x="500767" y="1114920"/>
                </a:lnTo>
                <a:lnTo>
                  <a:pt x="500940" y="1114920"/>
                </a:lnTo>
                <a:lnTo>
                  <a:pt x="501111" y="1114920"/>
                </a:lnTo>
                <a:lnTo>
                  <a:pt x="501284" y="1114920"/>
                </a:lnTo>
                <a:lnTo>
                  <a:pt x="501456" y="1114920"/>
                </a:lnTo>
                <a:lnTo>
                  <a:pt x="501628" y="1114920"/>
                </a:lnTo>
                <a:lnTo>
                  <a:pt x="501801" y="1114920"/>
                </a:lnTo>
                <a:lnTo>
                  <a:pt x="501973" y="1114920"/>
                </a:lnTo>
                <a:lnTo>
                  <a:pt x="502145" y="1114920"/>
                </a:lnTo>
                <a:lnTo>
                  <a:pt x="502318" y="1114920"/>
                </a:lnTo>
                <a:lnTo>
                  <a:pt x="502490" y="1114920"/>
                </a:lnTo>
                <a:lnTo>
                  <a:pt x="502662" y="1114920"/>
                </a:lnTo>
                <a:lnTo>
                  <a:pt x="502834" y="1114920"/>
                </a:lnTo>
                <a:lnTo>
                  <a:pt x="503007" y="1114920"/>
                </a:lnTo>
                <a:lnTo>
                  <a:pt x="503180" y="1114920"/>
                </a:lnTo>
                <a:lnTo>
                  <a:pt x="503351" y="1114920"/>
                </a:lnTo>
                <a:lnTo>
                  <a:pt x="503524" y="1114920"/>
                </a:lnTo>
                <a:lnTo>
                  <a:pt x="503697" y="1114920"/>
                </a:lnTo>
                <a:lnTo>
                  <a:pt x="503868" y="1114920"/>
                </a:lnTo>
                <a:lnTo>
                  <a:pt x="504041" y="1114920"/>
                </a:lnTo>
                <a:lnTo>
                  <a:pt x="504213" y="1114920"/>
                </a:lnTo>
                <a:lnTo>
                  <a:pt x="504385" y="1114920"/>
                </a:lnTo>
                <a:lnTo>
                  <a:pt x="504558" y="1114920"/>
                </a:lnTo>
                <a:lnTo>
                  <a:pt x="504730" y="1114920"/>
                </a:lnTo>
                <a:lnTo>
                  <a:pt x="504903" y="1114920"/>
                </a:lnTo>
                <a:lnTo>
                  <a:pt x="505075" y="1114920"/>
                </a:lnTo>
                <a:lnTo>
                  <a:pt x="505247" y="1114920"/>
                </a:lnTo>
                <a:lnTo>
                  <a:pt x="505420" y="1114920"/>
                </a:lnTo>
                <a:lnTo>
                  <a:pt x="505592" y="1114920"/>
                </a:lnTo>
                <a:lnTo>
                  <a:pt x="505764" y="1114920"/>
                </a:lnTo>
                <a:lnTo>
                  <a:pt x="505937" y="1114920"/>
                </a:lnTo>
                <a:lnTo>
                  <a:pt x="506108" y="1114920"/>
                </a:lnTo>
                <a:lnTo>
                  <a:pt x="506281" y="1114920"/>
                </a:lnTo>
                <a:lnTo>
                  <a:pt x="506454" y="1114920"/>
                </a:lnTo>
                <a:lnTo>
                  <a:pt x="506626" y="1114920"/>
                </a:lnTo>
                <a:lnTo>
                  <a:pt x="506798" y="1114920"/>
                </a:lnTo>
                <a:lnTo>
                  <a:pt x="506970" y="1114920"/>
                </a:lnTo>
                <a:lnTo>
                  <a:pt x="507143" y="1114920"/>
                </a:lnTo>
                <a:lnTo>
                  <a:pt x="507315" y="1114920"/>
                </a:lnTo>
                <a:lnTo>
                  <a:pt x="507487" y="1114920"/>
                </a:lnTo>
                <a:lnTo>
                  <a:pt x="507660" y="1114920"/>
                </a:lnTo>
                <a:lnTo>
                  <a:pt x="507832" y="1114920"/>
                </a:lnTo>
                <a:lnTo>
                  <a:pt x="508004" y="1114920"/>
                </a:lnTo>
                <a:lnTo>
                  <a:pt x="508177" y="1114920"/>
                </a:lnTo>
                <a:lnTo>
                  <a:pt x="508349" y="1114920"/>
                </a:lnTo>
                <a:lnTo>
                  <a:pt x="508521" y="1114920"/>
                </a:lnTo>
                <a:lnTo>
                  <a:pt x="508694" y="1114920"/>
                </a:lnTo>
                <a:lnTo>
                  <a:pt x="508866" y="1114920"/>
                </a:lnTo>
                <a:lnTo>
                  <a:pt x="509038" y="1114920"/>
                </a:lnTo>
                <a:lnTo>
                  <a:pt x="509211" y="1114920"/>
                </a:lnTo>
                <a:lnTo>
                  <a:pt x="509383" y="1114920"/>
                </a:lnTo>
                <a:lnTo>
                  <a:pt x="509555" y="1114920"/>
                </a:lnTo>
                <a:lnTo>
                  <a:pt x="509727" y="1114920"/>
                </a:lnTo>
                <a:lnTo>
                  <a:pt x="509900" y="1114920"/>
                </a:lnTo>
                <a:lnTo>
                  <a:pt x="510072" y="1114920"/>
                </a:lnTo>
                <a:lnTo>
                  <a:pt x="510244" y="1114920"/>
                </a:lnTo>
                <a:lnTo>
                  <a:pt x="510417" y="1114920"/>
                </a:lnTo>
                <a:lnTo>
                  <a:pt x="510590" y="1114920"/>
                </a:lnTo>
                <a:lnTo>
                  <a:pt x="510761" y="1114920"/>
                </a:lnTo>
                <a:lnTo>
                  <a:pt x="510934" y="1114920"/>
                </a:lnTo>
                <a:lnTo>
                  <a:pt x="511106" y="1114920"/>
                </a:lnTo>
                <a:lnTo>
                  <a:pt x="511278" y="1114920"/>
                </a:lnTo>
                <a:lnTo>
                  <a:pt x="511451" y="1114920"/>
                </a:lnTo>
                <a:lnTo>
                  <a:pt x="511623" y="1114920"/>
                </a:lnTo>
                <a:lnTo>
                  <a:pt x="511795" y="1114920"/>
                </a:lnTo>
                <a:lnTo>
                  <a:pt x="511968" y="1114920"/>
                </a:lnTo>
                <a:lnTo>
                  <a:pt x="512140" y="1114920"/>
                </a:lnTo>
                <a:lnTo>
                  <a:pt x="512313" y="1114920"/>
                </a:lnTo>
                <a:lnTo>
                  <a:pt x="512484" y="1114920"/>
                </a:lnTo>
                <a:lnTo>
                  <a:pt x="512657" y="1114920"/>
                </a:lnTo>
                <a:lnTo>
                  <a:pt x="512830" y="1114920"/>
                </a:lnTo>
                <a:lnTo>
                  <a:pt x="513001" y="1114920"/>
                </a:lnTo>
                <a:lnTo>
                  <a:pt x="513174" y="1114920"/>
                </a:lnTo>
                <a:lnTo>
                  <a:pt x="513347" y="1114920"/>
                </a:lnTo>
                <a:lnTo>
                  <a:pt x="513518" y="1114920"/>
                </a:lnTo>
                <a:lnTo>
                  <a:pt x="513691" y="1114920"/>
                </a:lnTo>
                <a:lnTo>
                  <a:pt x="513863" y="1114920"/>
                </a:lnTo>
                <a:lnTo>
                  <a:pt x="514035" y="1114920"/>
                </a:lnTo>
                <a:lnTo>
                  <a:pt x="514208" y="1114920"/>
                </a:lnTo>
                <a:lnTo>
                  <a:pt x="514380" y="1114920"/>
                </a:lnTo>
                <a:lnTo>
                  <a:pt x="514553" y="1114920"/>
                </a:lnTo>
                <a:lnTo>
                  <a:pt x="514725" y="1114920"/>
                </a:lnTo>
                <a:lnTo>
                  <a:pt x="514897" y="1114920"/>
                </a:lnTo>
                <a:lnTo>
                  <a:pt x="515070" y="1114920"/>
                </a:lnTo>
                <a:lnTo>
                  <a:pt x="515241" y="1114920"/>
                </a:lnTo>
                <a:lnTo>
                  <a:pt x="515414" y="1114920"/>
                </a:lnTo>
                <a:lnTo>
                  <a:pt x="515587" y="1114920"/>
                </a:lnTo>
                <a:lnTo>
                  <a:pt x="515758" y="1114920"/>
                </a:lnTo>
                <a:lnTo>
                  <a:pt x="515931" y="1114920"/>
                </a:lnTo>
                <a:lnTo>
                  <a:pt x="516104" y="1114920"/>
                </a:lnTo>
                <a:lnTo>
                  <a:pt x="516276" y="1114920"/>
                </a:lnTo>
                <a:lnTo>
                  <a:pt x="516448" y="1114920"/>
                </a:lnTo>
                <a:lnTo>
                  <a:pt x="516620" y="1114920"/>
                </a:lnTo>
                <a:lnTo>
                  <a:pt x="516793" y="1114920"/>
                </a:lnTo>
                <a:lnTo>
                  <a:pt x="516965" y="1114920"/>
                </a:lnTo>
                <a:lnTo>
                  <a:pt x="517137" y="1114920"/>
                </a:lnTo>
                <a:lnTo>
                  <a:pt x="517310" y="1114920"/>
                </a:lnTo>
                <a:lnTo>
                  <a:pt x="517482" y="1114920"/>
                </a:lnTo>
                <a:lnTo>
                  <a:pt x="517654" y="1114920"/>
                </a:lnTo>
                <a:lnTo>
                  <a:pt x="517827" y="1114920"/>
                </a:lnTo>
                <a:lnTo>
                  <a:pt x="517999" y="1114920"/>
                </a:lnTo>
                <a:lnTo>
                  <a:pt x="518171" y="1114920"/>
                </a:lnTo>
                <a:lnTo>
                  <a:pt x="518344" y="1114920"/>
                </a:lnTo>
                <a:lnTo>
                  <a:pt x="518516" y="1114920"/>
                </a:lnTo>
                <a:lnTo>
                  <a:pt x="518688" y="1114920"/>
                </a:lnTo>
                <a:lnTo>
                  <a:pt x="518861" y="1114920"/>
                </a:lnTo>
                <a:lnTo>
                  <a:pt x="519033" y="1114920"/>
                </a:lnTo>
                <a:lnTo>
                  <a:pt x="519205" y="1114920"/>
                </a:lnTo>
                <a:lnTo>
                  <a:pt x="519377" y="1114920"/>
                </a:lnTo>
                <a:lnTo>
                  <a:pt x="519550" y="1114920"/>
                </a:lnTo>
                <a:lnTo>
                  <a:pt x="519722" y="1114920"/>
                </a:lnTo>
                <a:lnTo>
                  <a:pt x="519894" y="1114920"/>
                </a:lnTo>
                <a:lnTo>
                  <a:pt x="520067" y="1114920"/>
                </a:lnTo>
                <a:lnTo>
                  <a:pt x="520239" y="1114920"/>
                </a:lnTo>
                <a:lnTo>
                  <a:pt x="520411" y="1114920"/>
                </a:lnTo>
                <a:lnTo>
                  <a:pt x="520584" y="1114920"/>
                </a:lnTo>
                <a:lnTo>
                  <a:pt x="520756" y="1114920"/>
                </a:lnTo>
                <a:lnTo>
                  <a:pt x="520928" y="1114920"/>
                </a:lnTo>
                <a:lnTo>
                  <a:pt x="521101" y="1114920"/>
                </a:lnTo>
                <a:lnTo>
                  <a:pt x="521273" y="1114920"/>
                </a:lnTo>
                <a:lnTo>
                  <a:pt x="521445" y="1114920"/>
                </a:lnTo>
                <a:lnTo>
                  <a:pt x="521618" y="1114920"/>
                </a:lnTo>
                <a:lnTo>
                  <a:pt x="521790" y="1114920"/>
                </a:lnTo>
                <a:lnTo>
                  <a:pt x="521963" y="1114920"/>
                </a:lnTo>
                <a:lnTo>
                  <a:pt x="522134" y="1114920"/>
                </a:lnTo>
                <a:lnTo>
                  <a:pt x="522307" y="1114920"/>
                </a:lnTo>
                <a:lnTo>
                  <a:pt x="522480" y="1114920"/>
                </a:lnTo>
                <a:lnTo>
                  <a:pt x="522651" y="1114920"/>
                </a:lnTo>
                <a:lnTo>
                  <a:pt x="522824" y="1114920"/>
                </a:lnTo>
                <a:lnTo>
                  <a:pt x="522996" y="1114920"/>
                </a:lnTo>
                <a:lnTo>
                  <a:pt x="523168" y="1114920"/>
                </a:lnTo>
                <a:lnTo>
                  <a:pt x="523341" y="1114920"/>
                </a:lnTo>
                <a:lnTo>
                  <a:pt x="523513" y="1114920"/>
                </a:lnTo>
                <a:lnTo>
                  <a:pt x="523686" y="1114920"/>
                </a:lnTo>
                <a:lnTo>
                  <a:pt x="523858" y="1114920"/>
                </a:lnTo>
                <a:lnTo>
                  <a:pt x="524030" y="1114920"/>
                </a:lnTo>
                <a:lnTo>
                  <a:pt x="524203" y="1114920"/>
                </a:lnTo>
                <a:lnTo>
                  <a:pt x="524375" y="1114920"/>
                </a:lnTo>
                <a:lnTo>
                  <a:pt x="524547" y="1114920"/>
                </a:lnTo>
                <a:lnTo>
                  <a:pt x="524720" y="1114920"/>
                </a:lnTo>
                <a:lnTo>
                  <a:pt x="524891" y="1114920"/>
                </a:lnTo>
                <a:lnTo>
                  <a:pt x="525064" y="1114920"/>
                </a:lnTo>
                <a:lnTo>
                  <a:pt x="525237" y="1114920"/>
                </a:lnTo>
                <a:lnTo>
                  <a:pt x="525409" y="1114920"/>
                </a:lnTo>
                <a:lnTo>
                  <a:pt x="525581" y="1114920"/>
                </a:lnTo>
                <a:lnTo>
                  <a:pt x="525754" y="1114920"/>
                </a:lnTo>
                <a:lnTo>
                  <a:pt x="525926" y="1114920"/>
                </a:lnTo>
                <a:lnTo>
                  <a:pt x="526098" y="1114920"/>
                </a:lnTo>
                <a:lnTo>
                  <a:pt x="526270" y="1114920"/>
                </a:lnTo>
                <a:lnTo>
                  <a:pt x="526443" y="1114920"/>
                </a:lnTo>
                <a:lnTo>
                  <a:pt x="526615" y="1114920"/>
                </a:lnTo>
                <a:lnTo>
                  <a:pt x="526787" y="1114920"/>
                </a:lnTo>
                <a:lnTo>
                  <a:pt x="526960" y="1114920"/>
                </a:lnTo>
                <a:lnTo>
                  <a:pt x="527132" y="1114920"/>
                </a:lnTo>
                <a:lnTo>
                  <a:pt x="527304" y="1114920"/>
                </a:lnTo>
                <a:lnTo>
                  <a:pt x="527477" y="1114920"/>
                </a:lnTo>
                <a:lnTo>
                  <a:pt x="527649" y="1114920"/>
                </a:lnTo>
                <a:lnTo>
                  <a:pt x="527821" y="1114920"/>
                </a:lnTo>
                <a:lnTo>
                  <a:pt x="527994" y="1114920"/>
                </a:lnTo>
                <a:lnTo>
                  <a:pt x="528166" y="1114920"/>
                </a:lnTo>
                <a:lnTo>
                  <a:pt x="528338" y="1114920"/>
                </a:lnTo>
                <a:lnTo>
                  <a:pt x="528511" y="1114920"/>
                </a:lnTo>
                <a:lnTo>
                  <a:pt x="528683" y="1114920"/>
                </a:lnTo>
                <a:lnTo>
                  <a:pt x="528855" y="1114920"/>
                </a:lnTo>
                <a:lnTo>
                  <a:pt x="529027" y="1114920"/>
                </a:lnTo>
                <a:lnTo>
                  <a:pt x="529200" y="1114920"/>
                </a:lnTo>
                <a:lnTo>
                  <a:pt x="529373" y="1114920"/>
                </a:lnTo>
                <a:lnTo>
                  <a:pt x="529544" y="1114920"/>
                </a:lnTo>
                <a:lnTo>
                  <a:pt x="529717" y="1114920"/>
                </a:lnTo>
                <a:lnTo>
                  <a:pt x="529890" y="1114920"/>
                </a:lnTo>
                <a:lnTo>
                  <a:pt x="530061" y="1114920"/>
                </a:lnTo>
                <a:lnTo>
                  <a:pt x="530234" y="1114920"/>
                </a:lnTo>
                <a:lnTo>
                  <a:pt x="530406" y="1114920"/>
                </a:lnTo>
                <a:lnTo>
                  <a:pt x="530578" y="1114920"/>
                </a:lnTo>
                <a:lnTo>
                  <a:pt x="530751" y="1114920"/>
                </a:lnTo>
                <a:lnTo>
                  <a:pt x="530923" y="1114920"/>
                </a:lnTo>
                <a:lnTo>
                  <a:pt x="531096" y="1114920"/>
                </a:lnTo>
                <a:lnTo>
                  <a:pt x="531268" y="1114920"/>
                </a:lnTo>
                <a:lnTo>
                  <a:pt x="531440" y="1114920"/>
                </a:lnTo>
                <a:lnTo>
                  <a:pt x="531613" y="1114920"/>
                </a:lnTo>
                <a:lnTo>
                  <a:pt x="531784" y="1114920"/>
                </a:lnTo>
                <a:lnTo>
                  <a:pt x="531957" y="1114920"/>
                </a:lnTo>
                <a:lnTo>
                  <a:pt x="532130" y="1114920"/>
                </a:lnTo>
                <a:lnTo>
                  <a:pt x="532301" y="1114920"/>
                </a:lnTo>
                <a:lnTo>
                  <a:pt x="532474" y="1114920"/>
                </a:lnTo>
                <a:lnTo>
                  <a:pt x="532647" y="1114920"/>
                </a:lnTo>
                <a:lnTo>
                  <a:pt x="532818" y="1114920"/>
                </a:lnTo>
                <a:lnTo>
                  <a:pt x="532991" y="1114920"/>
                </a:lnTo>
                <a:lnTo>
                  <a:pt x="533163" y="1114920"/>
                </a:lnTo>
                <a:lnTo>
                  <a:pt x="533336" y="1114920"/>
                </a:lnTo>
                <a:lnTo>
                  <a:pt x="533508" y="1114920"/>
                </a:lnTo>
                <a:lnTo>
                  <a:pt x="533680" y="1114920"/>
                </a:lnTo>
                <a:lnTo>
                  <a:pt x="533853" y="1114920"/>
                </a:lnTo>
                <a:lnTo>
                  <a:pt x="534025" y="1114920"/>
                </a:lnTo>
                <a:lnTo>
                  <a:pt x="534197" y="1114920"/>
                </a:lnTo>
                <a:lnTo>
                  <a:pt x="534370" y="1114920"/>
                </a:lnTo>
                <a:lnTo>
                  <a:pt x="534541" y="1114920"/>
                </a:lnTo>
                <a:lnTo>
                  <a:pt x="534714" y="1114920"/>
                </a:lnTo>
                <a:lnTo>
                  <a:pt x="534887" y="1114920"/>
                </a:lnTo>
                <a:lnTo>
                  <a:pt x="535059" y="1114920"/>
                </a:lnTo>
                <a:lnTo>
                  <a:pt x="535231" y="1114920"/>
                </a:lnTo>
                <a:lnTo>
                  <a:pt x="535404" y="1114920"/>
                </a:lnTo>
                <a:lnTo>
                  <a:pt x="535576" y="1114920"/>
                </a:lnTo>
                <a:lnTo>
                  <a:pt x="535748" y="1114920"/>
                </a:lnTo>
                <a:lnTo>
                  <a:pt x="535920" y="1114920"/>
                </a:lnTo>
                <a:lnTo>
                  <a:pt x="536093" y="1114920"/>
                </a:lnTo>
                <a:lnTo>
                  <a:pt x="536265" y="1114920"/>
                </a:lnTo>
                <a:lnTo>
                  <a:pt x="536437" y="1114920"/>
                </a:lnTo>
                <a:lnTo>
                  <a:pt x="536610" y="1114920"/>
                </a:lnTo>
                <a:lnTo>
                  <a:pt x="536782" y="1114920"/>
                </a:lnTo>
                <a:lnTo>
                  <a:pt x="536954" y="1114920"/>
                </a:lnTo>
                <a:lnTo>
                  <a:pt x="537127" y="1114920"/>
                </a:lnTo>
                <a:lnTo>
                  <a:pt x="537299" y="1114920"/>
                </a:lnTo>
                <a:lnTo>
                  <a:pt x="537471" y="1114920"/>
                </a:lnTo>
                <a:lnTo>
                  <a:pt x="537644" y="1114920"/>
                </a:lnTo>
                <a:lnTo>
                  <a:pt x="537816" y="1114920"/>
                </a:lnTo>
                <a:lnTo>
                  <a:pt x="537988" y="1114920"/>
                </a:lnTo>
                <a:lnTo>
                  <a:pt x="538161" y="1114920"/>
                </a:lnTo>
                <a:lnTo>
                  <a:pt x="538333" y="1114920"/>
                </a:lnTo>
                <a:lnTo>
                  <a:pt x="538505" y="1114920"/>
                </a:lnTo>
                <a:lnTo>
                  <a:pt x="538677" y="1114920"/>
                </a:lnTo>
                <a:lnTo>
                  <a:pt x="538850" y="1114920"/>
                </a:lnTo>
                <a:lnTo>
                  <a:pt x="539023" y="1114920"/>
                </a:lnTo>
                <a:lnTo>
                  <a:pt x="539194" y="1114920"/>
                </a:lnTo>
                <a:lnTo>
                  <a:pt x="539367" y="1114920"/>
                </a:lnTo>
                <a:lnTo>
                  <a:pt x="539539" y="1114920"/>
                </a:lnTo>
                <a:lnTo>
                  <a:pt x="539711" y="1114920"/>
                </a:lnTo>
                <a:lnTo>
                  <a:pt x="539884" y="1114920"/>
                </a:lnTo>
                <a:lnTo>
                  <a:pt x="540056" y="1114920"/>
                </a:lnTo>
                <a:lnTo>
                  <a:pt x="540228" y="1114920"/>
                </a:lnTo>
                <a:lnTo>
                  <a:pt x="540401" y="1114920"/>
                </a:lnTo>
                <a:lnTo>
                  <a:pt x="540573" y="1114920"/>
                </a:lnTo>
                <a:lnTo>
                  <a:pt x="540746" y="1114920"/>
                </a:lnTo>
                <a:lnTo>
                  <a:pt x="540918" y="1114920"/>
                </a:lnTo>
                <a:lnTo>
                  <a:pt x="541090" y="1114920"/>
                </a:lnTo>
                <a:lnTo>
                  <a:pt x="541263" y="1114920"/>
                </a:lnTo>
                <a:lnTo>
                  <a:pt x="541434" y="1114920"/>
                </a:lnTo>
                <a:lnTo>
                  <a:pt x="541607" y="1114920"/>
                </a:lnTo>
                <a:lnTo>
                  <a:pt x="541780" y="1114920"/>
                </a:lnTo>
                <a:lnTo>
                  <a:pt x="541951" y="1114920"/>
                </a:lnTo>
                <a:lnTo>
                  <a:pt x="542124" y="1114920"/>
                </a:lnTo>
                <a:lnTo>
                  <a:pt x="542296" y="1114920"/>
                </a:lnTo>
                <a:lnTo>
                  <a:pt x="542469" y="1114920"/>
                </a:lnTo>
                <a:lnTo>
                  <a:pt x="542641" y="1114920"/>
                </a:lnTo>
                <a:lnTo>
                  <a:pt x="542813" y="1114920"/>
                </a:lnTo>
                <a:lnTo>
                  <a:pt x="542986" y="1114920"/>
                </a:lnTo>
                <a:lnTo>
                  <a:pt x="543158" y="1114920"/>
                </a:lnTo>
                <a:lnTo>
                  <a:pt x="543330" y="1114920"/>
                </a:lnTo>
                <a:lnTo>
                  <a:pt x="543503" y="1114920"/>
                </a:lnTo>
                <a:lnTo>
                  <a:pt x="543675" y="1114920"/>
                </a:lnTo>
                <a:lnTo>
                  <a:pt x="543847" y="1114920"/>
                </a:lnTo>
                <a:lnTo>
                  <a:pt x="544020" y="1114920"/>
                </a:lnTo>
                <a:lnTo>
                  <a:pt x="544191" y="1114920"/>
                </a:lnTo>
                <a:lnTo>
                  <a:pt x="544364" y="1114920"/>
                </a:lnTo>
                <a:lnTo>
                  <a:pt x="544537" y="1114920"/>
                </a:lnTo>
                <a:lnTo>
                  <a:pt x="544709" y="1114920"/>
                </a:lnTo>
                <a:lnTo>
                  <a:pt x="544881" y="1114920"/>
                </a:lnTo>
                <a:lnTo>
                  <a:pt x="545053" y="1114920"/>
                </a:lnTo>
                <a:lnTo>
                  <a:pt x="545226" y="1114920"/>
                </a:lnTo>
                <a:lnTo>
                  <a:pt x="545398" y="1114920"/>
                </a:lnTo>
                <a:lnTo>
                  <a:pt x="545570" y="1114920"/>
                </a:lnTo>
                <a:lnTo>
                  <a:pt x="545743" y="1114920"/>
                </a:lnTo>
                <a:lnTo>
                  <a:pt x="545915" y="1114920"/>
                </a:lnTo>
                <a:lnTo>
                  <a:pt x="546087" y="1114920"/>
                </a:lnTo>
                <a:lnTo>
                  <a:pt x="546260" y="1114920"/>
                </a:lnTo>
                <a:lnTo>
                  <a:pt x="546432" y="1114920"/>
                </a:lnTo>
                <a:lnTo>
                  <a:pt x="546604" y="1114920"/>
                </a:lnTo>
                <a:lnTo>
                  <a:pt x="546777" y="1114920"/>
                </a:lnTo>
                <a:lnTo>
                  <a:pt x="546949" y="1114920"/>
                </a:lnTo>
                <a:lnTo>
                  <a:pt x="547121" y="1114920"/>
                </a:lnTo>
                <a:lnTo>
                  <a:pt x="547294" y="1114920"/>
                </a:lnTo>
                <a:lnTo>
                  <a:pt x="547466" y="1114920"/>
                </a:lnTo>
                <a:lnTo>
                  <a:pt x="547638" y="1114920"/>
                </a:lnTo>
                <a:lnTo>
                  <a:pt x="547811" y="1114920"/>
                </a:lnTo>
                <a:lnTo>
                  <a:pt x="547983" y="1114920"/>
                </a:lnTo>
                <a:lnTo>
                  <a:pt x="548156" y="1114920"/>
                </a:lnTo>
                <a:lnTo>
                  <a:pt x="548327" y="1114920"/>
                </a:lnTo>
                <a:lnTo>
                  <a:pt x="548500" y="1114920"/>
                </a:lnTo>
                <a:lnTo>
                  <a:pt x="548673" y="1114920"/>
                </a:lnTo>
                <a:lnTo>
                  <a:pt x="548844" y="1114920"/>
                </a:lnTo>
                <a:lnTo>
                  <a:pt x="549017" y="1114920"/>
                </a:lnTo>
                <a:lnTo>
                  <a:pt x="549189" y="1114920"/>
                </a:lnTo>
                <a:lnTo>
                  <a:pt x="549361" y="1114920"/>
                </a:lnTo>
                <a:lnTo>
                  <a:pt x="549534" y="1114920"/>
                </a:lnTo>
                <a:lnTo>
                  <a:pt x="549706" y="1114920"/>
                </a:lnTo>
                <a:lnTo>
                  <a:pt x="549878" y="1114920"/>
                </a:lnTo>
                <a:lnTo>
                  <a:pt x="550051" y="1114920"/>
                </a:lnTo>
                <a:lnTo>
                  <a:pt x="550223" y="1114920"/>
                </a:lnTo>
                <a:lnTo>
                  <a:pt x="550396" y="1114920"/>
                </a:lnTo>
                <a:lnTo>
                  <a:pt x="550568" y="1114920"/>
                </a:lnTo>
                <a:lnTo>
                  <a:pt x="550740" y="1114920"/>
                </a:lnTo>
                <a:lnTo>
                  <a:pt x="550913" y="1114920"/>
                </a:lnTo>
                <a:lnTo>
                  <a:pt x="551084" y="1114920"/>
                </a:lnTo>
                <a:lnTo>
                  <a:pt x="551257" y="1114920"/>
                </a:lnTo>
                <a:lnTo>
                  <a:pt x="551430" y="1114920"/>
                </a:lnTo>
                <a:lnTo>
                  <a:pt x="551601" y="1114920"/>
                </a:lnTo>
                <a:lnTo>
                  <a:pt x="551774" y="1114920"/>
                </a:lnTo>
                <a:lnTo>
                  <a:pt x="551946" y="1114920"/>
                </a:lnTo>
                <a:lnTo>
                  <a:pt x="552119" y="1114920"/>
                </a:lnTo>
                <a:lnTo>
                  <a:pt x="552291" y="1114920"/>
                </a:lnTo>
                <a:lnTo>
                  <a:pt x="552463" y="1114920"/>
                </a:lnTo>
                <a:lnTo>
                  <a:pt x="552636" y="1114920"/>
                </a:lnTo>
                <a:lnTo>
                  <a:pt x="552808" y="1114920"/>
                </a:lnTo>
                <a:lnTo>
                  <a:pt x="552980" y="1114920"/>
                </a:lnTo>
                <a:lnTo>
                  <a:pt x="553153" y="1114920"/>
                </a:lnTo>
                <a:lnTo>
                  <a:pt x="553325" y="1114920"/>
                </a:lnTo>
                <a:lnTo>
                  <a:pt x="553497" y="1114920"/>
                </a:lnTo>
                <a:lnTo>
                  <a:pt x="553670" y="1114920"/>
                </a:lnTo>
                <a:lnTo>
                  <a:pt x="553842" y="1114920"/>
                </a:lnTo>
                <a:lnTo>
                  <a:pt x="554014" y="1114920"/>
                </a:lnTo>
                <a:lnTo>
                  <a:pt x="554187" y="1114920"/>
                </a:lnTo>
                <a:lnTo>
                  <a:pt x="554359" y="1114920"/>
                </a:lnTo>
                <a:lnTo>
                  <a:pt x="554531" y="1114920"/>
                </a:lnTo>
                <a:lnTo>
                  <a:pt x="554703" y="1114920"/>
                </a:lnTo>
                <a:lnTo>
                  <a:pt x="554876" y="1114920"/>
                </a:lnTo>
                <a:lnTo>
                  <a:pt x="555048" y="1114920"/>
                </a:lnTo>
                <a:lnTo>
                  <a:pt x="555220" y="1114920"/>
                </a:lnTo>
                <a:lnTo>
                  <a:pt x="555393" y="1114920"/>
                </a:lnTo>
                <a:lnTo>
                  <a:pt x="555566" y="1114920"/>
                </a:lnTo>
                <a:lnTo>
                  <a:pt x="555737" y="1114920"/>
                </a:lnTo>
                <a:lnTo>
                  <a:pt x="555910" y="1114920"/>
                </a:lnTo>
                <a:lnTo>
                  <a:pt x="556082" y="1114920"/>
                </a:lnTo>
                <a:lnTo>
                  <a:pt x="556254" y="1114920"/>
                </a:lnTo>
                <a:lnTo>
                  <a:pt x="556427" y="1114920"/>
                </a:lnTo>
                <a:lnTo>
                  <a:pt x="556599" y="1114920"/>
                </a:lnTo>
                <a:lnTo>
                  <a:pt x="556771" y="1114920"/>
                </a:lnTo>
                <a:lnTo>
                  <a:pt x="556944" y="1114920"/>
                </a:lnTo>
                <a:lnTo>
                  <a:pt x="557116" y="1114920"/>
                </a:lnTo>
                <a:lnTo>
                  <a:pt x="557288" y="1114920"/>
                </a:lnTo>
                <a:lnTo>
                  <a:pt x="557460" y="1114920"/>
                </a:lnTo>
                <a:lnTo>
                  <a:pt x="557633" y="1114920"/>
                </a:lnTo>
                <a:lnTo>
                  <a:pt x="557806" y="1114920"/>
                </a:lnTo>
                <a:lnTo>
                  <a:pt x="557977" y="1114920"/>
                </a:lnTo>
                <a:lnTo>
                  <a:pt x="558150" y="1114920"/>
                </a:lnTo>
                <a:lnTo>
                  <a:pt x="558323" y="1114920"/>
                </a:lnTo>
                <a:lnTo>
                  <a:pt x="558494" y="1114920"/>
                </a:lnTo>
                <a:lnTo>
                  <a:pt x="558667" y="1114920"/>
                </a:lnTo>
                <a:lnTo>
                  <a:pt x="558839" y="1114920"/>
                </a:lnTo>
                <a:lnTo>
                  <a:pt x="559011" y="1114920"/>
                </a:lnTo>
                <a:lnTo>
                  <a:pt x="559184" y="1114920"/>
                </a:lnTo>
                <a:lnTo>
                  <a:pt x="559356" y="1114920"/>
                </a:lnTo>
                <a:lnTo>
                  <a:pt x="559529" y="1114920"/>
                </a:lnTo>
                <a:lnTo>
                  <a:pt x="559701" y="1114920"/>
                </a:lnTo>
                <a:lnTo>
                  <a:pt x="559873" y="1114920"/>
                </a:lnTo>
                <a:lnTo>
                  <a:pt x="560046" y="1114920"/>
                </a:lnTo>
                <a:lnTo>
                  <a:pt x="560217" y="1114920"/>
                </a:lnTo>
                <a:lnTo>
                  <a:pt x="560390" y="1114920"/>
                </a:lnTo>
                <a:lnTo>
                  <a:pt x="560563" y="1114920"/>
                </a:lnTo>
                <a:lnTo>
                  <a:pt x="560734" y="1114920"/>
                </a:lnTo>
                <a:lnTo>
                  <a:pt x="560907" y="1114920"/>
                </a:lnTo>
                <a:lnTo>
                  <a:pt x="561080" y="1114920"/>
                </a:lnTo>
                <a:lnTo>
                  <a:pt x="561252" y="1114920"/>
                </a:lnTo>
                <a:lnTo>
                  <a:pt x="561424" y="1114920"/>
                </a:lnTo>
                <a:lnTo>
                  <a:pt x="561596" y="1114920"/>
                </a:lnTo>
                <a:lnTo>
                  <a:pt x="561769" y="1114920"/>
                </a:lnTo>
                <a:lnTo>
                  <a:pt x="561941" y="1114920"/>
                </a:lnTo>
                <a:lnTo>
                  <a:pt x="562113" y="1114920"/>
                </a:lnTo>
                <a:lnTo>
                  <a:pt x="562286" y="1114920"/>
                </a:lnTo>
                <a:lnTo>
                  <a:pt x="562458" y="1114920"/>
                </a:lnTo>
                <a:lnTo>
                  <a:pt x="562630" y="1114920"/>
                </a:lnTo>
                <a:lnTo>
                  <a:pt x="562803" y="1114920"/>
                </a:lnTo>
                <a:lnTo>
                  <a:pt x="562974" y="1114920"/>
                </a:lnTo>
                <a:lnTo>
                  <a:pt x="563147" y="1114920"/>
                </a:lnTo>
                <a:lnTo>
                  <a:pt x="563320" y="1114920"/>
                </a:lnTo>
                <a:lnTo>
                  <a:pt x="563492" y="1114920"/>
                </a:lnTo>
                <a:lnTo>
                  <a:pt x="563664" y="1114920"/>
                </a:lnTo>
                <a:lnTo>
                  <a:pt x="563837" y="1114920"/>
                </a:lnTo>
                <a:lnTo>
                  <a:pt x="564009" y="1114920"/>
                </a:lnTo>
                <a:lnTo>
                  <a:pt x="564181" y="1114920"/>
                </a:lnTo>
                <a:lnTo>
                  <a:pt x="564353" y="1114920"/>
                </a:lnTo>
                <a:lnTo>
                  <a:pt x="564526" y="1114920"/>
                </a:lnTo>
                <a:lnTo>
                  <a:pt x="564698" y="1114920"/>
                </a:lnTo>
                <a:lnTo>
                  <a:pt x="564870" y="1114920"/>
                </a:lnTo>
                <a:lnTo>
                  <a:pt x="565043" y="1114920"/>
                </a:lnTo>
                <a:lnTo>
                  <a:pt x="565216" y="1114920"/>
                </a:lnTo>
                <a:lnTo>
                  <a:pt x="565387" y="1114920"/>
                </a:lnTo>
                <a:lnTo>
                  <a:pt x="565560" y="1114920"/>
                </a:lnTo>
                <a:lnTo>
                  <a:pt x="565732" y="1114920"/>
                </a:lnTo>
                <a:lnTo>
                  <a:pt x="565904" y="1114920"/>
                </a:lnTo>
                <a:lnTo>
                  <a:pt x="566077" y="1114920"/>
                </a:lnTo>
                <a:lnTo>
                  <a:pt x="566249" y="1114920"/>
                </a:lnTo>
                <a:lnTo>
                  <a:pt x="566421" y="1114920"/>
                </a:lnTo>
                <a:lnTo>
                  <a:pt x="566594" y="1114920"/>
                </a:lnTo>
                <a:lnTo>
                  <a:pt x="566766" y="1114920"/>
                </a:lnTo>
                <a:lnTo>
                  <a:pt x="566939" y="1114920"/>
                </a:lnTo>
                <a:lnTo>
                  <a:pt x="567110" y="1114920"/>
                </a:lnTo>
                <a:lnTo>
                  <a:pt x="567283" y="1114920"/>
                </a:lnTo>
                <a:lnTo>
                  <a:pt x="567456" y="1114920"/>
                </a:lnTo>
                <a:lnTo>
                  <a:pt x="567627" y="1114920"/>
                </a:lnTo>
                <a:lnTo>
                  <a:pt x="567800" y="1114920"/>
                </a:lnTo>
                <a:lnTo>
                  <a:pt x="567973" y="1114920"/>
                </a:lnTo>
                <a:lnTo>
                  <a:pt x="568144" y="1114920"/>
                </a:lnTo>
                <a:lnTo>
                  <a:pt x="568317" y="1114920"/>
                </a:lnTo>
                <a:lnTo>
                  <a:pt x="568489" y="1114920"/>
                </a:lnTo>
                <a:lnTo>
                  <a:pt x="568661" y="1114920"/>
                </a:lnTo>
                <a:lnTo>
                  <a:pt x="568834" y="1114920"/>
                </a:lnTo>
                <a:lnTo>
                  <a:pt x="569006" y="1114920"/>
                </a:lnTo>
                <a:lnTo>
                  <a:pt x="569179" y="1114920"/>
                </a:lnTo>
                <a:lnTo>
                  <a:pt x="569351" y="1114920"/>
                </a:lnTo>
                <a:lnTo>
                  <a:pt x="569523" y="1114920"/>
                </a:lnTo>
                <a:lnTo>
                  <a:pt x="569696" y="1114920"/>
                </a:lnTo>
                <a:lnTo>
                  <a:pt x="569868" y="1114920"/>
                </a:lnTo>
                <a:lnTo>
                  <a:pt x="570040" y="1114920"/>
                </a:lnTo>
                <a:lnTo>
                  <a:pt x="570213" y="1114920"/>
                </a:lnTo>
                <a:lnTo>
                  <a:pt x="570384" y="1114920"/>
                </a:lnTo>
                <a:lnTo>
                  <a:pt x="570557" y="1114920"/>
                </a:lnTo>
                <a:lnTo>
                  <a:pt x="570730" y="1114920"/>
                </a:lnTo>
                <a:lnTo>
                  <a:pt x="570902" y="1114920"/>
                </a:lnTo>
                <a:lnTo>
                  <a:pt x="571074" y="1114920"/>
                </a:lnTo>
                <a:lnTo>
                  <a:pt x="571246" y="1114920"/>
                </a:lnTo>
                <a:lnTo>
                  <a:pt x="571415" y="1114920"/>
                </a:lnTo>
                <a:lnTo>
                  <a:pt x="571592" y="1114920"/>
                </a:lnTo>
                <a:lnTo>
                  <a:pt x="571762" y="1114920"/>
                </a:lnTo>
                <a:lnTo>
                  <a:pt x="571939" y="1114920"/>
                </a:lnTo>
                <a:lnTo>
                  <a:pt x="572109" y="1114920"/>
                </a:lnTo>
                <a:lnTo>
                  <a:pt x="572278" y="1114920"/>
                </a:lnTo>
                <a:lnTo>
                  <a:pt x="572455" y="1114920"/>
                </a:lnTo>
                <a:lnTo>
                  <a:pt x="572625" y="1114920"/>
                </a:lnTo>
                <a:lnTo>
                  <a:pt x="572793" y="1114920"/>
                </a:lnTo>
                <a:lnTo>
                  <a:pt x="572971" y="1114920"/>
                </a:lnTo>
                <a:lnTo>
                  <a:pt x="573140" y="1114920"/>
                </a:lnTo>
                <a:lnTo>
                  <a:pt x="573318" y="1114920"/>
                </a:lnTo>
                <a:lnTo>
                  <a:pt x="573487" y="1114920"/>
                </a:lnTo>
                <a:lnTo>
                  <a:pt x="573656" y="1114920"/>
                </a:lnTo>
                <a:lnTo>
                  <a:pt x="573834" y="1114920"/>
                </a:lnTo>
                <a:lnTo>
                  <a:pt x="574003" y="1114920"/>
                </a:lnTo>
                <a:lnTo>
                  <a:pt x="574172" y="1114920"/>
                </a:lnTo>
                <a:lnTo>
                  <a:pt x="574350" y="1114920"/>
                </a:lnTo>
                <a:lnTo>
                  <a:pt x="574519" y="1114920"/>
                </a:lnTo>
                <a:lnTo>
                  <a:pt x="574688" y="1114920"/>
                </a:lnTo>
                <a:lnTo>
                  <a:pt x="574866" y="1114920"/>
                </a:lnTo>
                <a:lnTo>
                  <a:pt x="575035" y="1114920"/>
                </a:lnTo>
                <a:lnTo>
                  <a:pt x="575213" y="1114920"/>
                </a:lnTo>
                <a:lnTo>
                  <a:pt x="575382" y="1114920"/>
                </a:lnTo>
                <a:lnTo>
                  <a:pt x="575551" y="1114920"/>
                </a:lnTo>
                <a:lnTo>
                  <a:pt x="575729" y="1114920"/>
                </a:lnTo>
                <a:lnTo>
                  <a:pt x="575898" y="1114920"/>
                </a:lnTo>
                <a:lnTo>
                  <a:pt x="576067" y="1114920"/>
                </a:lnTo>
                <a:lnTo>
                  <a:pt x="576245" y="1114920"/>
                </a:lnTo>
                <a:lnTo>
                  <a:pt x="576414" y="1114920"/>
                </a:lnTo>
                <a:lnTo>
                  <a:pt x="576592" y="1114920"/>
                </a:lnTo>
                <a:lnTo>
                  <a:pt x="576761" y="1114920"/>
                </a:lnTo>
                <a:lnTo>
                  <a:pt x="576930" y="1114920"/>
                </a:lnTo>
                <a:lnTo>
                  <a:pt x="577108" y="1114920"/>
                </a:lnTo>
                <a:lnTo>
                  <a:pt x="577277" y="1114920"/>
                </a:lnTo>
                <a:lnTo>
                  <a:pt x="577446" y="1114920"/>
                </a:lnTo>
                <a:lnTo>
                  <a:pt x="577624" y="1114920"/>
                </a:lnTo>
                <a:lnTo>
                  <a:pt x="577793" y="1114920"/>
                </a:lnTo>
                <a:lnTo>
                  <a:pt x="577971" y="1114920"/>
                </a:lnTo>
                <a:lnTo>
                  <a:pt x="578140" y="1114920"/>
                </a:lnTo>
                <a:lnTo>
                  <a:pt x="578309" y="1114920"/>
                </a:lnTo>
                <a:lnTo>
                  <a:pt x="578487" y="1114920"/>
                </a:lnTo>
                <a:lnTo>
                  <a:pt x="578656" y="1114920"/>
                </a:lnTo>
                <a:lnTo>
                  <a:pt x="578825" y="1114920"/>
                </a:lnTo>
                <a:lnTo>
                  <a:pt x="579003" y="1114920"/>
                </a:lnTo>
                <a:lnTo>
                  <a:pt x="579172" y="1114920"/>
                </a:lnTo>
                <a:lnTo>
                  <a:pt x="579341" y="1114920"/>
                </a:lnTo>
                <a:lnTo>
                  <a:pt x="579519" y="1114920"/>
                </a:lnTo>
                <a:lnTo>
                  <a:pt x="579688" y="1114920"/>
                </a:lnTo>
                <a:lnTo>
                  <a:pt x="579866" y="1114920"/>
                </a:lnTo>
                <a:lnTo>
                  <a:pt x="580035" y="1114920"/>
                </a:lnTo>
                <a:lnTo>
                  <a:pt x="580204" y="1114920"/>
                </a:lnTo>
                <a:lnTo>
                  <a:pt x="580382" y="1114920"/>
                </a:lnTo>
                <a:lnTo>
                  <a:pt x="580551" y="1114920"/>
                </a:lnTo>
                <a:lnTo>
                  <a:pt x="580720" y="1114920"/>
                </a:lnTo>
                <a:lnTo>
                  <a:pt x="580898" y="1114920"/>
                </a:lnTo>
                <a:lnTo>
                  <a:pt x="581067" y="1114920"/>
                </a:lnTo>
                <a:lnTo>
                  <a:pt x="581245" y="1114920"/>
                </a:lnTo>
                <a:lnTo>
                  <a:pt x="581414" y="1114920"/>
                </a:lnTo>
                <a:lnTo>
                  <a:pt x="581583" y="1114920"/>
                </a:lnTo>
                <a:lnTo>
                  <a:pt x="581761" y="1114920"/>
                </a:lnTo>
                <a:lnTo>
                  <a:pt x="581930" y="1114920"/>
                </a:lnTo>
                <a:lnTo>
                  <a:pt x="582099" y="1114920"/>
                </a:lnTo>
                <a:lnTo>
                  <a:pt x="582277" y="1114920"/>
                </a:lnTo>
                <a:lnTo>
                  <a:pt x="582446" y="1114920"/>
                </a:lnTo>
                <a:lnTo>
                  <a:pt x="582615" y="1114920"/>
                </a:lnTo>
                <a:lnTo>
                  <a:pt x="582793" y="1114920"/>
                </a:lnTo>
                <a:lnTo>
                  <a:pt x="582962" y="1114920"/>
                </a:lnTo>
                <a:lnTo>
                  <a:pt x="583140" y="1114920"/>
                </a:lnTo>
                <a:lnTo>
                  <a:pt x="583309" y="1114920"/>
                </a:lnTo>
                <a:lnTo>
                  <a:pt x="583478" y="1114920"/>
                </a:lnTo>
                <a:lnTo>
                  <a:pt x="583656" y="1114920"/>
                </a:lnTo>
                <a:lnTo>
                  <a:pt x="583825" y="1114920"/>
                </a:lnTo>
                <a:lnTo>
                  <a:pt x="583994" y="1114920"/>
                </a:lnTo>
                <a:lnTo>
                  <a:pt x="584172" y="1114920"/>
                </a:lnTo>
                <a:lnTo>
                  <a:pt x="584341" y="1114920"/>
                </a:lnTo>
                <a:lnTo>
                  <a:pt x="584519" y="1114920"/>
                </a:lnTo>
                <a:lnTo>
                  <a:pt x="584688" y="1114920"/>
                </a:lnTo>
                <a:lnTo>
                  <a:pt x="584857" y="1114920"/>
                </a:lnTo>
                <a:lnTo>
                  <a:pt x="585035" y="1114920"/>
                </a:lnTo>
                <a:lnTo>
                  <a:pt x="585204" y="1114920"/>
                </a:lnTo>
                <a:lnTo>
                  <a:pt x="585373" y="1114920"/>
                </a:lnTo>
                <a:lnTo>
                  <a:pt x="585551" y="1114920"/>
                </a:lnTo>
                <a:lnTo>
                  <a:pt x="585720" y="1114920"/>
                </a:lnTo>
                <a:lnTo>
                  <a:pt x="585898" y="1114920"/>
                </a:lnTo>
                <a:lnTo>
                  <a:pt x="586067" y="1114920"/>
                </a:lnTo>
                <a:lnTo>
                  <a:pt x="586236" y="1114920"/>
                </a:lnTo>
                <a:lnTo>
                  <a:pt x="586414" y="1114920"/>
                </a:lnTo>
                <a:lnTo>
                  <a:pt x="586583" y="1114920"/>
                </a:lnTo>
                <a:lnTo>
                  <a:pt x="586752" y="1114920"/>
                </a:lnTo>
                <a:lnTo>
                  <a:pt x="586930" y="1114920"/>
                </a:lnTo>
                <a:lnTo>
                  <a:pt x="587099" y="1114920"/>
                </a:lnTo>
                <a:lnTo>
                  <a:pt x="587268" y="1114920"/>
                </a:lnTo>
                <a:lnTo>
                  <a:pt x="587446" y="1114920"/>
                </a:lnTo>
                <a:lnTo>
                  <a:pt x="587615" y="1114920"/>
                </a:lnTo>
                <a:lnTo>
                  <a:pt x="587793" y="1114920"/>
                </a:lnTo>
                <a:lnTo>
                  <a:pt x="587962" y="1114920"/>
                </a:lnTo>
                <a:lnTo>
                  <a:pt x="588131" y="1114920"/>
                </a:lnTo>
                <a:lnTo>
                  <a:pt x="588309" y="1114920"/>
                </a:lnTo>
                <a:lnTo>
                  <a:pt x="588478" y="1114920"/>
                </a:lnTo>
                <a:lnTo>
                  <a:pt x="588647" y="1114920"/>
                </a:lnTo>
                <a:lnTo>
                  <a:pt x="588825" y="1114920"/>
                </a:lnTo>
                <a:lnTo>
                  <a:pt x="588994" y="1114920"/>
                </a:lnTo>
                <a:lnTo>
                  <a:pt x="589172" y="1114920"/>
                </a:lnTo>
                <a:lnTo>
                  <a:pt x="589341" y="1114920"/>
                </a:lnTo>
                <a:lnTo>
                  <a:pt x="589510" y="1114920"/>
                </a:lnTo>
                <a:lnTo>
                  <a:pt x="589688" y="1114920"/>
                </a:lnTo>
                <a:lnTo>
                  <a:pt x="589857" y="1114920"/>
                </a:lnTo>
                <a:lnTo>
                  <a:pt x="590026" y="1114920"/>
                </a:lnTo>
                <a:lnTo>
                  <a:pt x="590204" y="1114920"/>
                </a:lnTo>
                <a:lnTo>
                  <a:pt x="590373" y="1114920"/>
                </a:lnTo>
                <a:lnTo>
                  <a:pt x="590551" y="1114920"/>
                </a:lnTo>
                <a:lnTo>
                  <a:pt x="590720" y="1114920"/>
                </a:lnTo>
                <a:lnTo>
                  <a:pt x="590889" y="1114920"/>
                </a:lnTo>
                <a:lnTo>
                  <a:pt x="591067" y="1114920"/>
                </a:lnTo>
                <a:lnTo>
                  <a:pt x="591236" y="1114920"/>
                </a:lnTo>
                <a:lnTo>
                  <a:pt x="591405" y="1114920"/>
                </a:lnTo>
                <a:lnTo>
                  <a:pt x="591583" y="1114920"/>
                </a:lnTo>
                <a:lnTo>
                  <a:pt x="591752" y="1114920"/>
                </a:lnTo>
                <a:lnTo>
                  <a:pt x="591921" y="1114920"/>
                </a:lnTo>
                <a:lnTo>
                  <a:pt x="592099" y="1114920"/>
                </a:lnTo>
                <a:lnTo>
                  <a:pt x="592268" y="1114920"/>
                </a:lnTo>
                <a:lnTo>
                  <a:pt x="592446" y="1114920"/>
                </a:lnTo>
                <a:lnTo>
                  <a:pt x="592615" y="1114920"/>
                </a:lnTo>
                <a:lnTo>
                  <a:pt x="592784" y="1114920"/>
                </a:lnTo>
                <a:lnTo>
                  <a:pt x="592962" y="1114920"/>
                </a:lnTo>
                <a:lnTo>
                  <a:pt x="593131" y="1114920"/>
                </a:lnTo>
                <a:lnTo>
                  <a:pt x="593300" y="1114920"/>
                </a:lnTo>
                <a:lnTo>
                  <a:pt x="593478" y="1114920"/>
                </a:lnTo>
                <a:lnTo>
                  <a:pt x="593647" y="1114920"/>
                </a:lnTo>
                <a:lnTo>
                  <a:pt x="593825" y="1114920"/>
                </a:lnTo>
                <a:lnTo>
                  <a:pt x="593994" y="1114920"/>
                </a:lnTo>
                <a:lnTo>
                  <a:pt x="594163" y="1114920"/>
                </a:lnTo>
                <a:lnTo>
                  <a:pt x="594341" y="1114920"/>
                </a:lnTo>
                <a:lnTo>
                  <a:pt x="594510" y="1114920"/>
                </a:lnTo>
                <a:lnTo>
                  <a:pt x="594679" y="1114920"/>
                </a:lnTo>
                <a:lnTo>
                  <a:pt x="594857" y="1114920"/>
                </a:lnTo>
                <a:lnTo>
                  <a:pt x="595026" y="1114920"/>
                </a:lnTo>
                <a:lnTo>
                  <a:pt x="595195" y="1114920"/>
                </a:lnTo>
                <a:lnTo>
                  <a:pt x="595373" y="1114920"/>
                </a:lnTo>
                <a:lnTo>
                  <a:pt x="595542" y="1114920"/>
                </a:lnTo>
                <a:lnTo>
                  <a:pt x="595720" y="1114920"/>
                </a:lnTo>
                <a:lnTo>
                  <a:pt x="595889" y="1114920"/>
                </a:lnTo>
                <a:lnTo>
                  <a:pt x="596058" y="1114920"/>
                </a:lnTo>
                <a:lnTo>
                  <a:pt x="596236" y="1114920"/>
                </a:lnTo>
                <a:lnTo>
                  <a:pt x="596405" y="1114920"/>
                </a:lnTo>
                <a:lnTo>
                  <a:pt x="596574" y="1114920"/>
                </a:lnTo>
                <a:lnTo>
                  <a:pt x="596752" y="1114920"/>
                </a:lnTo>
                <a:lnTo>
                  <a:pt x="596921" y="1114920"/>
                </a:lnTo>
                <a:lnTo>
                  <a:pt x="597099" y="1114920"/>
                </a:lnTo>
                <a:lnTo>
                  <a:pt x="597268" y="1114920"/>
                </a:lnTo>
                <a:lnTo>
                  <a:pt x="597437" y="1114920"/>
                </a:lnTo>
                <a:lnTo>
                  <a:pt x="597615" y="1114920"/>
                </a:lnTo>
                <a:lnTo>
                  <a:pt x="597784" y="1114920"/>
                </a:lnTo>
                <a:lnTo>
                  <a:pt x="597953" y="1114920"/>
                </a:lnTo>
                <a:lnTo>
                  <a:pt x="598131" y="1114920"/>
                </a:lnTo>
                <a:lnTo>
                  <a:pt x="598300" y="1114920"/>
                </a:lnTo>
                <a:lnTo>
                  <a:pt x="598478" y="1114911"/>
                </a:lnTo>
                <a:lnTo>
                  <a:pt x="598647" y="1114911"/>
                </a:lnTo>
                <a:lnTo>
                  <a:pt x="598816" y="1114911"/>
                </a:lnTo>
                <a:lnTo>
                  <a:pt x="598994" y="1114911"/>
                </a:lnTo>
                <a:lnTo>
                  <a:pt x="599163" y="1114911"/>
                </a:lnTo>
                <a:lnTo>
                  <a:pt x="599332" y="1114911"/>
                </a:lnTo>
                <a:lnTo>
                  <a:pt x="599510" y="1114911"/>
                </a:lnTo>
                <a:lnTo>
                  <a:pt x="599679" y="1114911"/>
                </a:lnTo>
                <a:lnTo>
                  <a:pt x="599848" y="1114911"/>
                </a:lnTo>
                <a:lnTo>
                  <a:pt x="600026" y="1114911"/>
                </a:lnTo>
                <a:lnTo>
                  <a:pt x="600195" y="1114911"/>
                </a:lnTo>
                <a:lnTo>
                  <a:pt x="600372" y="1114911"/>
                </a:lnTo>
                <a:lnTo>
                  <a:pt x="600542" y="1114911"/>
                </a:lnTo>
                <a:lnTo>
                  <a:pt x="600711" y="1114911"/>
                </a:lnTo>
                <a:lnTo>
                  <a:pt x="600889" y="1114911"/>
                </a:lnTo>
                <a:lnTo>
                  <a:pt x="601058" y="1114911"/>
                </a:lnTo>
                <a:lnTo>
                  <a:pt x="601227" y="1114911"/>
                </a:lnTo>
                <a:lnTo>
                  <a:pt x="601405" y="1114911"/>
                </a:lnTo>
                <a:lnTo>
                  <a:pt x="601573" y="1114911"/>
                </a:lnTo>
                <a:lnTo>
                  <a:pt x="601751" y="1114911"/>
                </a:lnTo>
                <a:lnTo>
                  <a:pt x="601920" y="1114911"/>
                </a:lnTo>
                <a:lnTo>
                  <a:pt x="602090" y="1114911"/>
                </a:lnTo>
                <a:lnTo>
                  <a:pt x="602267" y="1114911"/>
                </a:lnTo>
                <a:lnTo>
                  <a:pt x="602437" y="1114911"/>
                </a:lnTo>
                <a:lnTo>
                  <a:pt x="602606" y="1114911"/>
                </a:lnTo>
                <a:lnTo>
                  <a:pt x="602783" y="1114911"/>
                </a:lnTo>
                <a:lnTo>
                  <a:pt x="602952" y="1114911"/>
                </a:lnTo>
                <a:lnTo>
                  <a:pt x="603122" y="1114911"/>
                </a:lnTo>
                <a:lnTo>
                  <a:pt x="603299" y="1114911"/>
                </a:lnTo>
                <a:lnTo>
                  <a:pt x="603468" y="1114911"/>
                </a:lnTo>
                <a:lnTo>
                  <a:pt x="603646" y="1114911"/>
                </a:lnTo>
                <a:lnTo>
                  <a:pt x="603815" y="1114911"/>
                </a:lnTo>
                <a:lnTo>
                  <a:pt x="603984" y="1114911"/>
                </a:lnTo>
                <a:lnTo>
                  <a:pt x="604162" y="1114911"/>
                </a:lnTo>
                <a:lnTo>
                  <a:pt x="604331" y="1114911"/>
                </a:lnTo>
                <a:lnTo>
                  <a:pt x="604500" y="1114911"/>
                </a:lnTo>
                <a:lnTo>
                  <a:pt x="604678" y="1114911"/>
                </a:lnTo>
                <a:lnTo>
                  <a:pt x="604847" y="1114911"/>
                </a:lnTo>
                <a:lnTo>
                  <a:pt x="605025" y="1114911"/>
                </a:lnTo>
                <a:lnTo>
                  <a:pt x="605194" y="1114911"/>
                </a:lnTo>
                <a:lnTo>
                  <a:pt x="605363" y="1114911"/>
                </a:lnTo>
                <a:lnTo>
                  <a:pt x="605541" y="1114911"/>
                </a:lnTo>
                <a:lnTo>
                  <a:pt x="605710" y="1114911"/>
                </a:lnTo>
                <a:lnTo>
                  <a:pt x="605879" y="1114911"/>
                </a:lnTo>
                <a:lnTo>
                  <a:pt x="606057" y="1114911"/>
                </a:lnTo>
                <a:lnTo>
                  <a:pt x="606226" y="1114911"/>
                </a:lnTo>
                <a:lnTo>
                  <a:pt x="606404" y="1114911"/>
                </a:lnTo>
                <a:lnTo>
                  <a:pt x="606573" y="1114911"/>
                </a:lnTo>
                <a:lnTo>
                  <a:pt x="606742" y="1114911"/>
                </a:lnTo>
                <a:lnTo>
                  <a:pt x="606920" y="1114911"/>
                </a:lnTo>
                <a:lnTo>
                  <a:pt x="607089" y="1114911"/>
                </a:lnTo>
                <a:lnTo>
                  <a:pt x="607258" y="1114911"/>
                </a:lnTo>
                <a:lnTo>
                  <a:pt x="607436" y="1114903"/>
                </a:lnTo>
                <a:lnTo>
                  <a:pt x="607605" y="1114903"/>
                </a:lnTo>
                <a:lnTo>
                  <a:pt x="607774" y="1114903"/>
                </a:lnTo>
                <a:lnTo>
                  <a:pt x="607952" y="1114903"/>
                </a:lnTo>
                <a:lnTo>
                  <a:pt x="608121" y="1114903"/>
                </a:lnTo>
                <a:lnTo>
                  <a:pt x="608299" y="1114903"/>
                </a:lnTo>
                <a:lnTo>
                  <a:pt x="608468" y="1114903"/>
                </a:lnTo>
                <a:lnTo>
                  <a:pt x="608637" y="1114903"/>
                </a:lnTo>
                <a:lnTo>
                  <a:pt x="608815" y="1114903"/>
                </a:lnTo>
                <a:lnTo>
                  <a:pt x="608984" y="1114903"/>
                </a:lnTo>
                <a:lnTo>
                  <a:pt x="609153" y="1114903"/>
                </a:lnTo>
                <a:lnTo>
                  <a:pt x="609331" y="1114903"/>
                </a:lnTo>
                <a:lnTo>
                  <a:pt x="609500" y="1114903"/>
                </a:lnTo>
                <a:lnTo>
                  <a:pt x="609678" y="1114903"/>
                </a:lnTo>
                <a:lnTo>
                  <a:pt x="609847" y="1114903"/>
                </a:lnTo>
                <a:lnTo>
                  <a:pt x="610016" y="1114903"/>
                </a:lnTo>
                <a:lnTo>
                  <a:pt x="610194" y="1114903"/>
                </a:lnTo>
                <a:lnTo>
                  <a:pt x="610363" y="1114903"/>
                </a:lnTo>
                <a:lnTo>
                  <a:pt x="610532" y="1114903"/>
                </a:lnTo>
                <a:lnTo>
                  <a:pt x="610710" y="1114903"/>
                </a:lnTo>
                <a:lnTo>
                  <a:pt x="610879" y="1114903"/>
                </a:lnTo>
                <a:lnTo>
                  <a:pt x="611048" y="1114903"/>
                </a:lnTo>
                <a:lnTo>
                  <a:pt x="611226" y="1114903"/>
                </a:lnTo>
                <a:lnTo>
                  <a:pt x="611395" y="1114903"/>
                </a:lnTo>
                <a:lnTo>
                  <a:pt x="611573" y="1114903"/>
                </a:lnTo>
                <a:lnTo>
                  <a:pt x="611742" y="1114903"/>
                </a:lnTo>
                <a:lnTo>
                  <a:pt x="611911" y="1114903"/>
                </a:lnTo>
                <a:lnTo>
                  <a:pt x="612089" y="1114903"/>
                </a:lnTo>
                <a:lnTo>
                  <a:pt x="612258" y="1114903"/>
                </a:lnTo>
                <a:lnTo>
                  <a:pt x="612427" y="1114894"/>
                </a:lnTo>
                <a:lnTo>
                  <a:pt x="612605" y="1114894"/>
                </a:lnTo>
                <a:lnTo>
                  <a:pt x="612774" y="1114894"/>
                </a:lnTo>
                <a:lnTo>
                  <a:pt x="612952" y="1114894"/>
                </a:lnTo>
                <a:lnTo>
                  <a:pt x="613121" y="1114894"/>
                </a:lnTo>
                <a:lnTo>
                  <a:pt x="613290" y="1114894"/>
                </a:lnTo>
                <a:lnTo>
                  <a:pt x="613468" y="1114894"/>
                </a:lnTo>
                <a:lnTo>
                  <a:pt x="613637" y="1114894"/>
                </a:lnTo>
                <a:lnTo>
                  <a:pt x="613806" y="1114894"/>
                </a:lnTo>
                <a:lnTo>
                  <a:pt x="613984" y="1114894"/>
                </a:lnTo>
                <a:lnTo>
                  <a:pt x="614153" y="1114894"/>
                </a:lnTo>
                <a:lnTo>
                  <a:pt x="614331" y="1114894"/>
                </a:lnTo>
                <a:lnTo>
                  <a:pt x="614500" y="1114894"/>
                </a:lnTo>
                <a:lnTo>
                  <a:pt x="614669" y="1114894"/>
                </a:lnTo>
                <a:lnTo>
                  <a:pt x="614847" y="1114894"/>
                </a:lnTo>
                <a:lnTo>
                  <a:pt x="615016" y="1114894"/>
                </a:lnTo>
                <a:lnTo>
                  <a:pt x="615185" y="1114894"/>
                </a:lnTo>
                <a:lnTo>
                  <a:pt x="615363" y="1114894"/>
                </a:lnTo>
                <a:lnTo>
                  <a:pt x="615532" y="1114894"/>
                </a:lnTo>
                <a:lnTo>
                  <a:pt x="615701" y="1114894"/>
                </a:lnTo>
                <a:lnTo>
                  <a:pt x="615879" y="1114894"/>
                </a:lnTo>
                <a:lnTo>
                  <a:pt x="616048" y="1114885"/>
                </a:lnTo>
                <a:lnTo>
                  <a:pt x="616226" y="1114885"/>
                </a:lnTo>
                <a:lnTo>
                  <a:pt x="616395" y="1114885"/>
                </a:lnTo>
                <a:lnTo>
                  <a:pt x="616564" y="1114885"/>
                </a:lnTo>
                <a:lnTo>
                  <a:pt x="616742" y="1114885"/>
                </a:lnTo>
                <a:lnTo>
                  <a:pt x="616911" y="1114885"/>
                </a:lnTo>
                <a:lnTo>
                  <a:pt x="617080" y="1114885"/>
                </a:lnTo>
                <a:lnTo>
                  <a:pt x="617258" y="1114885"/>
                </a:lnTo>
                <a:lnTo>
                  <a:pt x="617427" y="1114885"/>
                </a:lnTo>
                <a:lnTo>
                  <a:pt x="617605" y="1114885"/>
                </a:lnTo>
                <a:lnTo>
                  <a:pt x="617774" y="1114885"/>
                </a:lnTo>
                <a:lnTo>
                  <a:pt x="617943" y="1114885"/>
                </a:lnTo>
                <a:lnTo>
                  <a:pt x="618121" y="1114885"/>
                </a:lnTo>
                <a:lnTo>
                  <a:pt x="618290" y="1114885"/>
                </a:lnTo>
                <a:lnTo>
                  <a:pt x="618459" y="1114885"/>
                </a:lnTo>
                <a:lnTo>
                  <a:pt x="618637" y="1114885"/>
                </a:lnTo>
                <a:lnTo>
                  <a:pt x="618806" y="1114876"/>
                </a:lnTo>
                <a:lnTo>
                  <a:pt x="618984" y="1114876"/>
                </a:lnTo>
                <a:lnTo>
                  <a:pt x="619153" y="1114876"/>
                </a:lnTo>
                <a:lnTo>
                  <a:pt x="619322" y="1114876"/>
                </a:lnTo>
                <a:lnTo>
                  <a:pt x="619500" y="1114876"/>
                </a:lnTo>
                <a:lnTo>
                  <a:pt x="619669" y="1114876"/>
                </a:lnTo>
                <a:lnTo>
                  <a:pt x="619838" y="1114876"/>
                </a:lnTo>
                <a:lnTo>
                  <a:pt x="620016" y="1114876"/>
                </a:lnTo>
                <a:lnTo>
                  <a:pt x="620185" y="1114876"/>
                </a:lnTo>
                <a:lnTo>
                  <a:pt x="620354" y="1114876"/>
                </a:lnTo>
                <a:lnTo>
                  <a:pt x="620532" y="1114876"/>
                </a:lnTo>
                <a:lnTo>
                  <a:pt x="620701" y="1114876"/>
                </a:lnTo>
                <a:lnTo>
                  <a:pt x="620879" y="1114876"/>
                </a:lnTo>
                <a:lnTo>
                  <a:pt x="621048" y="1114867"/>
                </a:lnTo>
                <a:lnTo>
                  <a:pt x="621217" y="1114867"/>
                </a:lnTo>
                <a:lnTo>
                  <a:pt x="621395" y="1114867"/>
                </a:lnTo>
                <a:lnTo>
                  <a:pt x="621564" y="1114867"/>
                </a:lnTo>
                <a:lnTo>
                  <a:pt x="621733" y="1114867"/>
                </a:lnTo>
                <a:lnTo>
                  <a:pt x="621911" y="1114867"/>
                </a:lnTo>
                <a:lnTo>
                  <a:pt x="622080" y="1114867"/>
                </a:lnTo>
                <a:lnTo>
                  <a:pt x="622258" y="1114867"/>
                </a:lnTo>
                <a:lnTo>
                  <a:pt x="622427" y="1114867"/>
                </a:lnTo>
                <a:lnTo>
                  <a:pt x="622596" y="1114867"/>
                </a:lnTo>
                <a:lnTo>
                  <a:pt x="622774" y="1114867"/>
                </a:lnTo>
                <a:lnTo>
                  <a:pt x="622943" y="1114858"/>
                </a:lnTo>
                <a:lnTo>
                  <a:pt x="623112" y="1114858"/>
                </a:lnTo>
                <a:lnTo>
                  <a:pt x="623290" y="1114858"/>
                </a:lnTo>
                <a:lnTo>
                  <a:pt x="623459" y="1114858"/>
                </a:lnTo>
                <a:lnTo>
                  <a:pt x="623628" y="1114858"/>
                </a:lnTo>
                <a:lnTo>
                  <a:pt x="623806" y="1114858"/>
                </a:lnTo>
                <a:lnTo>
                  <a:pt x="623975" y="1114858"/>
                </a:lnTo>
                <a:lnTo>
                  <a:pt x="624153" y="1114858"/>
                </a:lnTo>
                <a:lnTo>
                  <a:pt x="624322" y="1114858"/>
                </a:lnTo>
                <a:lnTo>
                  <a:pt x="624491" y="1114858"/>
                </a:lnTo>
                <a:lnTo>
                  <a:pt x="624669" y="1114849"/>
                </a:lnTo>
                <a:lnTo>
                  <a:pt x="624838" y="1114849"/>
                </a:lnTo>
                <a:lnTo>
                  <a:pt x="625007" y="1114849"/>
                </a:lnTo>
                <a:lnTo>
                  <a:pt x="625185" y="1114849"/>
                </a:lnTo>
                <a:lnTo>
                  <a:pt x="625354" y="1114849"/>
                </a:lnTo>
                <a:lnTo>
                  <a:pt x="625532" y="1114849"/>
                </a:lnTo>
                <a:lnTo>
                  <a:pt x="625701" y="1114849"/>
                </a:lnTo>
                <a:lnTo>
                  <a:pt x="625870" y="1114849"/>
                </a:lnTo>
                <a:lnTo>
                  <a:pt x="626048" y="1114849"/>
                </a:lnTo>
                <a:lnTo>
                  <a:pt x="626217" y="1114840"/>
                </a:lnTo>
                <a:lnTo>
                  <a:pt x="626386" y="1114840"/>
                </a:lnTo>
                <a:lnTo>
                  <a:pt x="626564" y="1114840"/>
                </a:lnTo>
                <a:lnTo>
                  <a:pt x="626733" y="1114840"/>
                </a:lnTo>
                <a:lnTo>
                  <a:pt x="626911" y="1114840"/>
                </a:lnTo>
                <a:lnTo>
                  <a:pt x="627080" y="1114840"/>
                </a:lnTo>
                <a:lnTo>
                  <a:pt x="627249" y="1114840"/>
                </a:lnTo>
                <a:lnTo>
                  <a:pt x="627427" y="1114831"/>
                </a:lnTo>
                <a:lnTo>
                  <a:pt x="627596" y="1114831"/>
                </a:lnTo>
                <a:lnTo>
                  <a:pt x="627765" y="1114831"/>
                </a:lnTo>
                <a:lnTo>
                  <a:pt x="627943" y="1114831"/>
                </a:lnTo>
                <a:lnTo>
                  <a:pt x="628112" y="1114831"/>
                </a:lnTo>
                <a:lnTo>
                  <a:pt x="628281" y="1114831"/>
                </a:lnTo>
                <a:lnTo>
                  <a:pt x="628459" y="1114831"/>
                </a:lnTo>
                <a:lnTo>
                  <a:pt x="628628" y="1114822"/>
                </a:lnTo>
                <a:lnTo>
                  <a:pt x="628806" y="1114822"/>
                </a:lnTo>
                <a:lnTo>
                  <a:pt x="628975" y="1114822"/>
                </a:lnTo>
                <a:lnTo>
                  <a:pt x="629144" y="1114822"/>
                </a:lnTo>
                <a:lnTo>
                  <a:pt x="629322" y="1114822"/>
                </a:lnTo>
                <a:lnTo>
                  <a:pt x="629491" y="1114822"/>
                </a:lnTo>
                <a:lnTo>
                  <a:pt x="629660" y="1114822"/>
                </a:lnTo>
                <a:lnTo>
                  <a:pt x="629838" y="1114813"/>
                </a:lnTo>
                <a:lnTo>
                  <a:pt x="630007" y="1114813"/>
                </a:lnTo>
                <a:lnTo>
                  <a:pt x="630184" y="1114813"/>
                </a:lnTo>
                <a:lnTo>
                  <a:pt x="630354" y="1114813"/>
                </a:lnTo>
                <a:lnTo>
                  <a:pt x="630523" y="1114813"/>
                </a:lnTo>
                <a:lnTo>
                  <a:pt x="630701" y="1114813"/>
                </a:lnTo>
                <a:lnTo>
                  <a:pt x="630870" y="1114805"/>
                </a:lnTo>
                <a:lnTo>
                  <a:pt x="631039" y="1114805"/>
                </a:lnTo>
                <a:lnTo>
                  <a:pt x="631217" y="1114805"/>
                </a:lnTo>
                <a:lnTo>
                  <a:pt x="631385" y="1114805"/>
                </a:lnTo>
                <a:lnTo>
                  <a:pt x="631555" y="1114805"/>
                </a:lnTo>
                <a:lnTo>
                  <a:pt x="631732" y="1114796"/>
                </a:lnTo>
                <a:lnTo>
                  <a:pt x="631902" y="1114796"/>
                </a:lnTo>
                <a:lnTo>
                  <a:pt x="632079" y="1114796"/>
                </a:lnTo>
                <a:lnTo>
                  <a:pt x="632249" y="1114796"/>
                </a:lnTo>
                <a:lnTo>
                  <a:pt x="632418" y="1114796"/>
                </a:lnTo>
                <a:lnTo>
                  <a:pt x="632595" y="1114787"/>
                </a:lnTo>
                <a:lnTo>
                  <a:pt x="632764" y="1114787"/>
                </a:lnTo>
                <a:lnTo>
                  <a:pt x="632933" y="1114787"/>
                </a:lnTo>
                <a:lnTo>
                  <a:pt x="633111" y="1114787"/>
                </a:lnTo>
                <a:lnTo>
                  <a:pt x="633280" y="1114787"/>
                </a:lnTo>
                <a:lnTo>
                  <a:pt x="633458" y="1114778"/>
                </a:lnTo>
                <a:lnTo>
                  <a:pt x="633627" y="1114778"/>
                </a:lnTo>
                <a:lnTo>
                  <a:pt x="633797" y="1114778"/>
                </a:lnTo>
                <a:lnTo>
                  <a:pt x="633974" y="1114778"/>
                </a:lnTo>
                <a:lnTo>
                  <a:pt x="634143" y="1114769"/>
                </a:lnTo>
                <a:lnTo>
                  <a:pt x="634312" y="1114769"/>
                </a:lnTo>
                <a:lnTo>
                  <a:pt x="634490" y="1114769"/>
                </a:lnTo>
                <a:lnTo>
                  <a:pt x="634659" y="1114769"/>
                </a:lnTo>
                <a:lnTo>
                  <a:pt x="634837" y="1114769"/>
                </a:lnTo>
                <a:lnTo>
                  <a:pt x="635006" y="1114760"/>
                </a:lnTo>
                <a:lnTo>
                  <a:pt x="635175" y="1114760"/>
                </a:lnTo>
                <a:lnTo>
                  <a:pt x="635353" y="1114760"/>
                </a:lnTo>
                <a:lnTo>
                  <a:pt x="635522" y="1114760"/>
                </a:lnTo>
                <a:lnTo>
                  <a:pt x="635691" y="1114751"/>
                </a:lnTo>
                <a:lnTo>
                  <a:pt x="635869" y="1114751"/>
                </a:lnTo>
                <a:lnTo>
                  <a:pt x="636038" y="1114751"/>
                </a:lnTo>
                <a:lnTo>
                  <a:pt x="636207" y="1114751"/>
                </a:lnTo>
                <a:lnTo>
                  <a:pt x="636385" y="1114742"/>
                </a:lnTo>
                <a:lnTo>
                  <a:pt x="636554" y="1114742"/>
                </a:lnTo>
                <a:lnTo>
                  <a:pt x="636732" y="1114742"/>
                </a:lnTo>
                <a:lnTo>
                  <a:pt x="636901" y="1114733"/>
                </a:lnTo>
                <a:lnTo>
                  <a:pt x="637070" y="1114733"/>
                </a:lnTo>
                <a:lnTo>
                  <a:pt x="637248" y="1114733"/>
                </a:lnTo>
                <a:lnTo>
                  <a:pt x="637417" y="1114733"/>
                </a:lnTo>
                <a:lnTo>
                  <a:pt x="637586" y="1114725"/>
                </a:lnTo>
                <a:lnTo>
                  <a:pt x="637764" y="1114725"/>
                </a:lnTo>
                <a:lnTo>
                  <a:pt x="637933" y="1114725"/>
                </a:lnTo>
                <a:lnTo>
                  <a:pt x="638111" y="1114716"/>
                </a:lnTo>
                <a:lnTo>
                  <a:pt x="638280" y="1114716"/>
                </a:lnTo>
                <a:lnTo>
                  <a:pt x="638449" y="1114716"/>
                </a:lnTo>
                <a:lnTo>
                  <a:pt x="638627" y="1114707"/>
                </a:lnTo>
                <a:lnTo>
                  <a:pt x="638796" y="1114707"/>
                </a:lnTo>
                <a:lnTo>
                  <a:pt x="638965" y="1114707"/>
                </a:lnTo>
                <a:lnTo>
                  <a:pt x="639143" y="1114707"/>
                </a:lnTo>
                <a:lnTo>
                  <a:pt x="639312" y="1114698"/>
                </a:lnTo>
                <a:lnTo>
                  <a:pt x="639490" y="1114698"/>
                </a:lnTo>
                <a:lnTo>
                  <a:pt x="639659" y="1114698"/>
                </a:lnTo>
                <a:lnTo>
                  <a:pt x="639828" y="1114689"/>
                </a:lnTo>
                <a:lnTo>
                  <a:pt x="640006" y="1114689"/>
                </a:lnTo>
                <a:lnTo>
                  <a:pt x="640175" y="1114680"/>
                </a:lnTo>
                <a:lnTo>
                  <a:pt x="640344" y="1114680"/>
                </a:lnTo>
                <a:lnTo>
                  <a:pt x="640522" y="1114680"/>
                </a:lnTo>
                <a:lnTo>
                  <a:pt x="640691" y="1114671"/>
                </a:lnTo>
                <a:lnTo>
                  <a:pt x="640860" y="1114671"/>
                </a:lnTo>
                <a:lnTo>
                  <a:pt x="641038" y="1114671"/>
                </a:lnTo>
                <a:lnTo>
                  <a:pt x="641207" y="1114662"/>
                </a:lnTo>
                <a:lnTo>
                  <a:pt x="641385" y="1114662"/>
                </a:lnTo>
                <a:lnTo>
                  <a:pt x="641554" y="1114662"/>
                </a:lnTo>
                <a:lnTo>
                  <a:pt x="641723" y="1114653"/>
                </a:lnTo>
                <a:lnTo>
                  <a:pt x="641901" y="1114653"/>
                </a:lnTo>
                <a:lnTo>
                  <a:pt x="642070" y="1114644"/>
                </a:lnTo>
                <a:lnTo>
                  <a:pt x="642239" y="1114644"/>
                </a:lnTo>
                <a:lnTo>
                  <a:pt x="642417" y="1114644"/>
                </a:lnTo>
                <a:lnTo>
                  <a:pt x="642586" y="1114636"/>
                </a:lnTo>
                <a:lnTo>
                  <a:pt x="642764" y="1114636"/>
                </a:lnTo>
                <a:lnTo>
                  <a:pt x="642933" y="1114627"/>
                </a:lnTo>
                <a:lnTo>
                  <a:pt x="643102" y="1114627"/>
                </a:lnTo>
                <a:lnTo>
                  <a:pt x="643280" y="1114618"/>
                </a:lnTo>
                <a:lnTo>
                  <a:pt x="643449" y="1114618"/>
                </a:lnTo>
                <a:lnTo>
                  <a:pt x="643618" y="1114609"/>
                </a:lnTo>
                <a:lnTo>
                  <a:pt x="643796" y="1114609"/>
                </a:lnTo>
                <a:lnTo>
                  <a:pt x="643965" y="1114609"/>
                </a:lnTo>
                <a:lnTo>
                  <a:pt x="644134" y="1114600"/>
                </a:lnTo>
                <a:lnTo>
                  <a:pt x="644312" y="1114600"/>
                </a:lnTo>
                <a:lnTo>
                  <a:pt x="644481" y="1114591"/>
                </a:lnTo>
                <a:lnTo>
                  <a:pt x="644659" y="1114591"/>
                </a:lnTo>
                <a:lnTo>
                  <a:pt x="644828" y="1114582"/>
                </a:lnTo>
                <a:lnTo>
                  <a:pt x="644997" y="1114582"/>
                </a:lnTo>
                <a:lnTo>
                  <a:pt x="645175" y="1114573"/>
                </a:lnTo>
                <a:lnTo>
                  <a:pt x="645344" y="1114573"/>
                </a:lnTo>
                <a:lnTo>
                  <a:pt x="645513" y="1114564"/>
                </a:lnTo>
                <a:lnTo>
                  <a:pt x="645691" y="1114564"/>
                </a:lnTo>
                <a:lnTo>
                  <a:pt x="645860" y="1114556"/>
                </a:lnTo>
                <a:lnTo>
                  <a:pt x="646038" y="1114556"/>
                </a:lnTo>
                <a:lnTo>
                  <a:pt x="646207" y="1114547"/>
                </a:lnTo>
                <a:lnTo>
                  <a:pt x="646376" y="1114547"/>
                </a:lnTo>
                <a:lnTo>
                  <a:pt x="646554" y="1114538"/>
                </a:lnTo>
                <a:lnTo>
                  <a:pt x="646723" y="1114529"/>
                </a:lnTo>
                <a:lnTo>
                  <a:pt x="646892" y="1114529"/>
                </a:lnTo>
                <a:lnTo>
                  <a:pt x="647070" y="1114520"/>
                </a:lnTo>
                <a:lnTo>
                  <a:pt x="647239" y="1114520"/>
                </a:lnTo>
                <a:lnTo>
                  <a:pt x="647417" y="1114511"/>
                </a:lnTo>
                <a:lnTo>
                  <a:pt x="647586" y="1114511"/>
                </a:lnTo>
                <a:lnTo>
                  <a:pt x="647755" y="1114502"/>
                </a:lnTo>
                <a:lnTo>
                  <a:pt x="647933" y="1114493"/>
                </a:lnTo>
                <a:lnTo>
                  <a:pt x="648102" y="1114493"/>
                </a:lnTo>
                <a:lnTo>
                  <a:pt x="648271" y="1114484"/>
                </a:lnTo>
                <a:lnTo>
                  <a:pt x="648449" y="1114475"/>
                </a:lnTo>
                <a:lnTo>
                  <a:pt x="648618" y="1114475"/>
                </a:lnTo>
                <a:lnTo>
                  <a:pt x="648787" y="1114467"/>
                </a:lnTo>
                <a:lnTo>
                  <a:pt x="648965" y="1114467"/>
                </a:lnTo>
                <a:lnTo>
                  <a:pt x="649134" y="1114458"/>
                </a:lnTo>
                <a:lnTo>
                  <a:pt x="649312" y="1114449"/>
                </a:lnTo>
                <a:lnTo>
                  <a:pt x="649481" y="1114449"/>
                </a:lnTo>
                <a:lnTo>
                  <a:pt x="649650" y="1114440"/>
                </a:lnTo>
                <a:lnTo>
                  <a:pt x="649828" y="1114431"/>
                </a:lnTo>
                <a:lnTo>
                  <a:pt x="649997" y="1114422"/>
                </a:lnTo>
                <a:lnTo>
                  <a:pt x="650166" y="1114422"/>
                </a:lnTo>
                <a:lnTo>
                  <a:pt x="650344" y="1114413"/>
                </a:lnTo>
                <a:lnTo>
                  <a:pt x="650513" y="1114404"/>
                </a:lnTo>
                <a:lnTo>
                  <a:pt x="650691" y="1114404"/>
                </a:lnTo>
                <a:lnTo>
                  <a:pt x="650860" y="1114395"/>
                </a:lnTo>
                <a:lnTo>
                  <a:pt x="651029" y="1114386"/>
                </a:lnTo>
                <a:lnTo>
                  <a:pt x="651207" y="1114378"/>
                </a:lnTo>
                <a:lnTo>
                  <a:pt x="651376" y="1114378"/>
                </a:lnTo>
                <a:lnTo>
                  <a:pt x="651545" y="1114369"/>
                </a:lnTo>
                <a:lnTo>
                  <a:pt x="651723" y="1114360"/>
                </a:lnTo>
                <a:lnTo>
                  <a:pt x="651892" y="1114351"/>
                </a:lnTo>
                <a:lnTo>
                  <a:pt x="652061" y="1114342"/>
                </a:lnTo>
                <a:lnTo>
                  <a:pt x="652239" y="1114342"/>
                </a:lnTo>
                <a:lnTo>
                  <a:pt x="652408" y="1114333"/>
                </a:lnTo>
                <a:lnTo>
                  <a:pt x="652586" y="1114324"/>
                </a:lnTo>
                <a:lnTo>
                  <a:pt x="652755" y="1114315"/>
                </a:lnTo>
                <a:lnTo>
                  <a:pt x="652924" y="1114306"/>
                </a:lnTo>
                <a:lnTo>
                  <a:pt x="653102" y="1114297"/>
                </a:lnTo>
                <a:lnTo>
                  <a:pt x="653271" y="1114297"/>
                </a:lnTo>
                <a:lnTo>
                  <a:pt x="653440" y="1114289"/>
                </a:lnTo>
                <a:lnTo>
                  <a:pt x="653618" y="1114280"/>
                </a:lnTo>
                <a:lnTo>
                  <a:pt x="653787" y="1114271"/>
                </a:lnTo>
                <a:lnTo>
                  <a:pt x="653965" y="1114262"/>
                </a:lnTo>
                <a:lnTo>
                  <a:pt x="654134" y="1114253"/>
                </a:lnTo>
                <a:lnTo>
                  <a:pt x="654303" y="1114244"/>
                </a:lnTo>
                <a:lnTo>
                  <a:pt x="654481" y="1114235"/>
                </a:lnTo>
                <a:lnTo>
                  <a:pt x="654650" y="1114226"/>
                </a:lnTo>
                <a:lnTo>
                  <a:pt x="654819" y="1114217"/>
                </a:lnTo>
                <a:lnTo>
                  <a:pt x="654997" y="1114209"/>
                </a:lnTo>
                <a:lnTo>
                  <a:pt x="655166" y="1114200"/>
                </a:lnTo>
                <a:lnTo>
                  <a:pt x="655344" y="1114191"/>
                </a:lnTo>
                <a:lnTo>
                  <a:pt x="655513" y="1114182"/>
                </a:lnTo>
                <a:lnTo>
                  <a:pt x="655682" y="1114173"/>
                </a:lnTo>
                <a:lnTo>
                  <a:pt x="655860" y="1114164"/>
                </a:lnTo>
                <a:lnTo>
                  <a:pt x="656029" y="1114155"/>
                </a:lnTo>
                <a:lnTo>
                  <a:pt x="656198" y="1114146"/>
                </a:lnTo>
                <a:lnTo>
                  <a:pt x="656376" y="1114137"/>
                </a:lnTo>
                <a:lnTo>
                  <a:pt x="656545" y="1114129"/>
                </a:lnTo>
                <a:lnTo>
                  <a:pt x="656714" y="1114120"/>
                </a:lnTo>
                <a:lnTo>
                  <a:pt x="656892" y="1114111"/>
                </a:lnTo>
                <a:lnTo>
                  <a:pt x="657061" y="1114102"/>
                </a:lnTo>
                <a:lnTo>
                  <a:pt x="657239" y="1114084"/>
                </a:lnTo>
                <a:lnTo>
                  <a:pt x="657408" y="1114075"/>
                </a:lnTo>
                <a:lnTo>
                  <a:pt x="657577" y="1114066"/>
                </a:lnTo>
                <a:lnTo>
                  <a:pt x="657755" y="1114057"/>
                </a:lnTo>
                <a:lnTo>
                  <a:pt x="657924" y="1114048"/>
                </a:lnTo>
                <a:lnTo>
                  <a:pt x="658093" y="1114039"/>
                </a:lnTo>
                <a:lnTo>
                  <a:pt x="658271" y="1114022"/>
                </a:lnTo>
                <a:lnTo>
                  <a:pt x="658440" y="1114013"/>
                </a:lnTo>
                <a:lnTo>
                  <a:pt x="658618" y="1114004"/>
                </a:lnTo>
                <a:lnTo>
                  <a:pt x="658787" y="1113995"/>
                </a:lnTo>
                <a:lnTo>
                  <a:pt x="658956" y="1113977"/>
                </a:lnTo>
                <a:lnTo>
                  <a:pt x="659134" y="1113968"/>
                </a:lnTo>
                <a:lnTo>
                  <a:pt x="659303" y="1113959"/>
                </a:lnTo>
                <a:lnTo>
                  <a:pt x="659472" y="1113951"/>
                </a:lnTo>
                <a:lnTo>
                  <a:pt x="659650" y="1113933"/>
                </a:lnTo>
                <a:lnTo>
                  <a:pt x="659819" y="1113924"/>
                </a:lnTo>
                <a:lnTo>
                  <a:pt x="659988" y="1113915"/>
                </a:lnTo>
                <a:lnTo>
                  <a:pt x="660166" y="1113897"/>
                </a:lnTo>
                <a:lnTo>
                  <a:pt x="660335" y="1113888"/>
                </a:lnTo>
                <a:lnTo>
                  <a:pt x="660512" y="1113870"/>
                </a:lnTo>
                <a:lnTo>
                  <a:pt x="660682" y="1113862"/>
                </a:lnTo>
                <a:lnTo>
                  <a:pt x="660851" y="1113853"/>
                </a:lnTo>
                <a:lnTo>
                  <a:pt x="661029" y="1113835"/>
                </a:lnTo>
                <a:lnTo>
                  <a:pt x="661198" y="1113826"/>
                </a:lnTo>
                <a:lnTo>
                  <a:pt x="661367" y="1113808"/>
                </a:lnTo>
                <a:lnTo>
                  <a:pt x="661544" y="1113799"/>
                </a:lnTo>
                <a:lnTo>
                  <a:pt x="661714" y="1113782"/>
                </a:lnTo>
                <a:lnTo>
                  <a:pt x="661891" y="1113773"/>
                </a:lnTo>
                <a:lnTo>
                  <a:pt x="662061" y="1113755"/>
                </a:lnTo>
                <a:lnTo>
                  <a:pt x="662230" y="1113737"/>
                </a:lnTo>
                <a:lnTo>
                  <a:pt x="662407" y="1113728"/>
                </a:lnTo>
                <a:lnTo>
                  <a:pt x="662577" y="1113710"/>
                </a:lnTo>
                <a:lnTo>
                  <a:pt x="662745" y="1113701"/>
                </a:lnTo>
                <a:lnTo>
                  <a:pt x="662923" y="1113684"/>
                </a:lnTo>
                <a:lnTo>
                  <a:pt x="663092" y="1113666"/>
                </a:lnTo>
                <a:lnTo>
                  <a:pt x="663270" y="1113657"/>
                </a:lnTo>
                <a:lnTo>
                  <a:pt x="663439" y="1113639"/>
                </a:lnTo>
                <a:lnTo>
                  <a:pt x="663609" y="1113621"/>
                </a:lnTo>
                <a:lnTo>
                  <a:pt x="663786" y="1113612"/>
                </a:lnTo>
                <a:lnTo>
                  <a:pt x="663955" y="1113595"/>
                </a:lnTo>
                <a:lnTo>
                  <a:pt x="664124" y="1113577"/>
                </a:lnTo>
                <a:lnTo>
                  <a:pt x="664302" y="1113559"/>
                </a:lnTo>
                <a:lnTo>
                  <a:pt x="664471" y="1113541"/>
                </a:lnTo>
                <a:lnTo>
                  <a:pt x="664640" y="1113532"/>
                </a:lnTo>
                <a:lnTo>
                  <a:pt x="664818" y="1113515"/>
                </a:lnTo>
                <a:lnTo>
                  <a:pt x="664987" y="1113497"/>
                </a:lnTo>
                <a:lnTo>
                  <a:pt x="665165" y="1113479"/>
                </a:lnTo>
                <a:lnTo>
                  <a:pt x="665334" y="1113461"/>
                </a:lnTo>
                <a:lnTo>
                  <a:pt x="665503" y="1113443"/>
                </a:lnTo>
                <a:lnTo>
                  <a:pt x="665681" y="1113426"/>
                </a:lnTo>
                <a:lnTo>
                  <a:pt x="665850" y="1113408"/>
                </a:lnTo>
                <a:lnTo>
                  <a:pt x="666019" y="1113390"/>
                </a:lnTo>
                <a:lnTo>
                  <a:pt x="666197" y="1113372"/>
                </a:lnTo>
                <a:lnTo>
                  <a:pt x="666366" y="1113355"/>
                </a:lnTo>
                <a:lnTo>
                  <a:pt x="666544" y="1113337"/>
                </a:lnTo>
                <a:lnTo>
                  <a:pt x="666713" y="1113319"/>
                </a:lnTo>
                <a:lnTo>
                  <a:pt x="666882" y="1113301"/>
                </a:lnTo>
                <a:lnTo>
                  <a:pt x="667060" y="1113283"/>
                </a:lnTo>
                <a:lnTo>
                  <a:pt x="667229" y="1113265"/>
                </a:lnTo>
                <a:lnTo>
                  <a:pt x="667398" y="1113248"/>
                </a:lnTo>
                <a:lnTo>
                  <a:pt x="667576" y="1113221"/>
                </a:lnTo>
                <a:lnTo>
                  <a:pt x="667745" y="1113203"/>
                </a:lnTo>
                <a:lnTo>
                  <a:pt x="667923" y="1113185"/>
                </a:lnTo>
                <a:lnTo>
                  <a:pt x="668092" y="1113168"/>
                </a:lnTo>
                <a:lnTo>
                  <a:pt x="668261" y="1113141"/>
                </a:lnTo>
                <a:lnTo>
                  <a:pt x="668439" y="1113123"/>
                </a:lnTo>
                <a:lnTo>
                  <a:pt x="668608" y="1113105"/>
                </a:lnTo>
                <a:lnTo>
                  <a:pt x="668777" y="1113079"/>
                </a:lnTo>
                <a:lnTo>
                  <a:pt x="668955" y="1113061"/>
                </a:lnTo>
                <a:lnTo>
                  <a:pt x="669124" y="1113043"/>
                </a:lnTo>
                <a:lnTo>
                  <a:pt x="669293" y="1113016"/>
                </a:lnTo>
                <a:lnTo>
                  <a:pt x="669471" y="1112999"/>
                </a:lnTo>
                <a:lnTo>
                  <a:pt x="669640" y="1112972"/>
                </a:lnTo>
                <a:lnTo>
                  <a:pt x="669818" y="1112954"/>
                </a:lnTo>
                <a:lnTo>
                  <a:pt x="669987" y="1112927"/>
                </a:lnTo>
                <a:lnTo>
                  <a:pt x="670156" y="1112910"/>
                </a:lnTo>
                <a:lnTo>
                  <a:pt x="670334" y="1112883"/>
                </a:lnTo>
                <a:lnTo>
                  <a:pt x="670503" y="1112856"/>
                </a:lnTo>
                <a:lnTo>
                  <a:pt x="670672" y="1112838"/>
                </a:lnTo>
                <a:lnTo>
                  <a:pt x="670850" y="1112812"/>
                </a:lnTo>
                <a:lnTo>
                  <a:pt x="671019" y="1112785"/>
                </a:lnTo>
                <a:lnTo>
                  <a:pt x="671197" y="1112767"/>
                </a:lnTo>
                <a:lnTo>
                  <a:pt x="671366" y="1112741"/>
                </a:lnTo>
                <a:lnTo>
                  <a:pt x="671535" y="1112714"/>
                </a:lnTo>
                <a:lnTo>
                  <a:pt x="671713" y="1112687"/>
                </a:lnTo>
                <a:lnTo>
                  <a:pt x="671882" y="1112669"/>
                </a:lnTo>
                <a:lnTo>
                  <a:pt x="672051" y="1112643"/>
                </a:lnTo>
                <a:lnTo>
                  <a:pt x="672229" y="1112616"/>
                </a:lnTo>
                <a:lnTo>
                  <a:pt x="672398" y="1112589"/>
                </a:lnTo>
                <a:lnTo>
                  <a:pt x="672567" y="1112563"/>
                </a:lnTo>
                <a:lnTo>
                  <a:pt x="672745" y="1112536"/>
                </a:lnTo>
                <a:lnTo>
                  <a:pt x="672914" y="1112509"/>
                </a:lnTo>
                <a:lnTo>
                  <a:pt x="673092" y="1112483"/>
                </a:lnTo>
                <a:lnTo>
                  <a:pt x="673261" y="1112456"/>
                </a:lnTo>
                <a:lnTo>
                  <a:pt x="673430" y="1112429"/>
                </a:lnTo>
                <a:lnTo>
                  <a:pt x="673608" y="1112394"/>
                </a:lnTo>
                <a:lnTo>
                  <a:pt x="673777" y="1112367"/>
                </a:lnTo>
                <a:lnTo>
                  <a:pt x="673946" y="1112340"/>
                </a:lnTo>
                <a:lnTo>
                  <a:pt x="674124" y="1112314"/>
                </a:lnTo>
                <a:lnTo>
                  <a:pt x="674293" y="1112278"/>
                </a:lnTo>
                <a:lnTo>
                  <a:pt x="674471" y="1112251"/>
                </a:lnTo>
                <a:lnTo>
                  <a:pt x="674640" y="1112225"/>
                </a:lnTo>
                <a:lnTo>
                  <a:pt x="674809" y="1112189"/>
                </a:lnTo>
                <a:lnTo>
                  <a:pt x="674987" y="1112162"/>
                </a:lnTo>
                <a:lnTo>
                  <a:pt x="675156" y="1112127"/>
                </a:lnTo>
                <a:lnTo>
                  <a:pt x="675325" y="1112100"/>
                </a:lnTo>
                <a:lnTo>
                  <a:pt x="675503" y="1112064"/>
                </a:lnTo>
                <a:lnTo>
                  <a:pt x="675672" y="1112038"/>
                </a:lnTo>
                <a:lnTo>
                  <a:pt x="675850" y="1112002"/>
                </a:lnTo>
                <a:lnTo>
                  <a:pt x="676019" y="1111976"/>
                </a:lnTo>
                <a:lnTo>
                  <a:pt x="676188" y="1111940"/>
                </a:lnTo>
                <a:lnTo>
                  <a:pt x="676366" y="1111904"/>
                </a:lnTo>
                <a:lnTo>
                  <a:pt x="676535" y="1111878"/>
                </a:lnTo>
                <a:lnTo>
                  <a:pt x="676704" y="1111842"/>
                </a:lnTo>
                <a:lnTo>
                  <a:pt x="676882" y="1111807"/>
                </a:lnTo>
                <a:lnTo>
                  <a:pt x="677051" y="1111771"/>
                </a:lnTo>
                <a:lnTo>
                  <a:pt x="677220" y="1111735"/>
                </a:lnTo>
                <a:lnTo>
                  <a:pt x="677398" y="1111700"/>
                </a:lnTo>
                <a:lnTo>
                  <a:pt x="677567" y="1111664"/>
                </a:lnTo>
                <a:lnTo>
                  <a:pt x="677745" y="1111629"/>
                </a:lnTo>
                <a:lnTo>
                  <a:pt x="677914" y="1111593"/>
                </a:lnTo>
                <a:lnTo>
                  <a:pt x="678083" y="1111557"/>
                </a:lnTo>
                <a:lnTo>
                  <a:pt x="678261" y="1111522"/>
                </a:lnTo>
                <a:lnTo>
                  <a:pt x="678430" y="1111486"/>
                </a:lnTo>
                <a:lnTo>
                  <a:pt x="678599" y="1111442"/>
                </a:lnTo>
                <a:lnTo>
                  <a:pt x="678777" y="1111406"/>
                </a:lnTo>
                <a:lnTo>
                  <a:pt x="678946" y="1111371"/>
                </a:lnTo>
                <a:lnTo>
                  <a:pt x="679124" y="1111335"/>
                </a:lnTo>
                <a:lnTo>
                  <a:pt x="679293" y="1111290"/>
                </a:lnTo>
                <a:lnTo>
                  <a:pt x="679462" y="1111255"/>
                </a:lnTo>
                <a:lnTo>
                  <a:pt x="679640" y="1111210"/>
                </a:lnTo>
                <a:lnTo>
                  <a:pt x="679809" y="1111175"/>
                </a:lnTo>
                <a:lnTo>
                  <a:pt x="679978" y="1111130"/>
                </a:lnTo>
                <a:lnTo>
                  <a:pt x="680156" y="1111086"/>
                </a:lnTo>
                <a:lnTo>
                  <a:pt x="680325" y="1111050"/>
                </a:lnTo>
                <a:lnTo>
                  <a:pt x="680494" y="1111006"/>
                </a:lnTo>
                <a:lnTo>
                  <a:pt x="680672" y="1110961"/>
                </a:lnTo>
                <a:lnTo>
                  <a:pt x="680841" y="1110926"/>
                </a:lnTo>
                <a:lnTo>
                  <a:pt x="681019" y="1110881"/>
                </a:lnTo>
                <a:lnTo>
                  <a:pt x="681188" y="1110837"/>
                </a:lnTo>
                <a:lnTo>
                  <a:pt x="681357" y="1110792"/>
                </a:lnTo>
                <a:lnTo>
                  <a:pt x="681535" y="1110748"/>
                </a:lnTo>
                <a:lnTo>
                  <a:pt x="681704" y="1110703"/>
                </a:lnTo>
                <a:lnTo>
                  <a:pt x="681873" y="1110659"/>
                </a:lnTo>
                <a:lnTo>
                  <a:pt x="682051" y="1110614"/>
                </a:lnTo>
                <a:lnTo>
                  <a:pt x="682220" y="1110561"/>
                </a:lnTo>
                <a:lnTo>
                  <a:pt x="682398" y="1110517"/>
                </a:lnTo>
                <a:lnTo>
                  <a:pt x="682567" y="1110472"/>
                </a:lnTo>
                <a:lnTo>
                  <a:pt x="682736" y="1110419"/>
                </a:lnTo>
                <a:lnTo>
                  <a:pt x="682914" y="1110374"/>
                </a:lnTo>
                <a:lnTo>
                  <a:pt x="683083" y="1110330"/>
                </a:lnTo>
                <a:lnTo>
                  <a:pt x="683252" y="1110276"/>
                </a:lnTo>
                <a:lnTo>
                  <a:pt x="683430" y="1110223"/>
                </a:lnTo>
                <a:lnTo>
                  <a:pt x="683599" y="1110178"/>
                </a:lnTo>
                <a:lnTo>
                  <a:pt x="683777" y="1110125"/>
                </a:lnTo>
                <a:lnTo>
                  <a:pt x="683946" y="1110072"/>
                </a:lnTo>
                <a:lnTo>
                  <a:pt x="684115" y="1110027"/>
                </a:lnTo>
                <a:lnTo>
                  <a:pt x="684293" y="1109974"/>
                </a:lnTo>
                <a:lnTo>
                  <a:pt x="684462" y="1109920"/>
                </a:lnTo>
                <a:lnTo>
                  <a:pt x="684631" y="1109867"/>
                </a:lnTo>
                <a:lnTo>
                  <a:pt x="684809" y="1109814"/>
                </a:lnTo>
                <a:lnTo>
                  <a:pt x="684978" y="1109760"/>
                </a:lnTo>
                <a:lnTo>
                  <a:pt x="685147" y="1109707"/>
                </a:lnTo>
                <a:lnTo>
                  <a:pt x="685325" y="1109654"/>
                </a:lnTo>
                <a:lnTo>
                  <a:pt x="685494" y="1109591"/>
                </a:lnTo>
                <a:lnTo>
                  <a:pt x="685672" y="1109538"/>
                </a:lnTo>
                <a:lnTo>
                  <a:pt x="685841" y="1109484"/>
                </a:lnTo>
                <a:lnTo>
                  <a:pt x="686010" y="1109422"/>
                </a:lnTo>
                <a:lnTo>
                  <a:pt x="686188" y="1109369"/>
                </a:lnTo>
                <a:lnTo>
                  <a:pt x="686357" y="1109307"/>
                </a:lnTo>
                <a:lnTo>
                  <a:pt x="686526" y="1109253"/>
                </a:lnTo>
                <a:lnTo>
                  <a:pt x="686704" y="1109191"/>
                </a:lnTo>
                <a:lnTo>
                  <a:pt x="686873" y="1109129"/>
                </a:lnTo>
                <a:lnTo>
                  <a:pt x="687051" y="1109075"/>
                </a:lnTo>
                <a:lnTo>
                  <a:pt x="687220" y="1109013"/>
                </a:lnTo>
                <a:lnTo>
                  <a:pt x="687389" y="1108951"/>
                </a:lnTo>
                <a:lnTo>
                  <a:pt x="687567" y="1108888"/>
                </a:lnTo>
                <a:lnTo>
                  <a:pt x="687736" y="1108826"/>
                </a:lnTo>
                <a:lnTo>
                  <a:pt x="687905" y="1108764"/>
                </a:lnTo>
                <a:lnTo>
                  <a:pt x="688083" y="1108693"/>
                </a:lnTo>
                <a:lnTo>
                  <a:pt x="688252" y="1108630"/>
                </a:lnTo>
                <a:lnTo>
                  <a:pt x="688421" y="1108568"/>
                </a:lnTo>
                <a:lnTo>
                  <a:pt x="688599" y="1108506"/>
                </a:lnTo>
                <a:lnTo>
                  <a:pt x="688768" y="1108435"/>
                </a:lnTo>
                <a:lnTo>
                  <a:pt x="688946" y="1108372"/>
                </a:lnTo>
                <a:lnTo>
                  <a:pt x="689115" y="1108301"/>
                </a:lnTo>
                <a:lnTo>
                  <a:pt x="689284" y="1108230"/>
                </a:lnTo>
                <a:lnTo>
                  <a:pt x="689462" y="1108168"/>
                </a:lnTo>
                <a:lnTo>
                  <a:pt x="689631" y="1108097"/>
                </a:lnTo>
                <a:lnTo>
                  <a:pt x="689800" y="1108026"/>
                </a:lnTo>
                <a:lnTo>
                  <a:pt x="689978" y="1107954"/>
                </a:lnTo>
                <a:lnTo>
                  <a:pt x="690147" y="1107883"/>
                </a:lnTo>
                <a:lnTo>
                  <a:pt x="690324" y="1107812"/>
                </a:lnTo>
                <a:lnTo>
                  <a:pt x="690494" y="1107741"/>
                </a:lnTo>
                <a:lnTo>
                  <a:pt x="690663" y="1107661"/>
                </a:lnTo>
                <a:lnTo>
                  <a:pt x="690841" y="1107590"/>
                </a:lnTo>
                <a:lnTo>
                  <a:pt x="691010" y="1107518"/>
                </a:lnTo>
                <a:lnTo>
                  <a:pt x="691179" y="1107438"/>
                </a:lnTo>
                <a:lnTo>
                  <a:pt x="691356" y="1107367"/>
                </a:lnTo>
                <a:lnTo>
                  <a:pt x="691526" y="1107287"/>
                </a:lnTo>
                <a:lnTo>
                  <a:pt x="691703" y="1107207"/>
                </a:lnTo>
                <a:lnTo>
                  <a:pt x="691872" y="1107136"/>
                </a:lnTo>
                <a:lnTo>
                  <a:pt x="692042" y="1107056"/>
                </a:lnTo>
                <a:lnTo>
                  <a:pt x="692219" y="1106976"/>
                </a:lnTo>
                <a:lnTo>
                  <a:pt x="692389" y="1106896"/>
                </a:lnTo>
                <a:lnTo>
                  <a:pt x="692557" y="1106816"/>
                </a:lnTo>
                <a:lnTo>
                  <a:pt x="692735" y="1106727"/>
                </a:lnTo>
                <a:lnTo>
                  <a:pt x="692904" y="1106647"/>
                </a:lnTo>
                <a:lnTo>
                  <a:pt x="693074" y="1106567"/>
                </a:lnTo>
                <a:lnTo>
                  <a:pt x="693251" y="1106477"/>
                </a:lnTo>
                <a:lnTo>
                  <a:pt x="693421" y="1106397"/>
                </a:lnTo>
                <a:lnTo>
                  <a:pt x="693598" y="1106309"/>
                </a:lnTo>
                <a:lnTo>
                  <a:pt x="693767" y="1106220"/>
                </a:lnTo>
                <a:lnTo>
                  <a:pt x="693936" y="1106139"/>
                </a:lnTo>
                <a:lnTo>
                  <a:pt x="694114" y="1106050"/>
                </a:lnTo>
                <a:lnTo>
                  <a:pt x="694283" y="1105962"/>
                </a:lnTo>
                <a:lnTo>
                  <a:pt x="694452" y="1105873"/>
                </a:lnTo>
                <a:lnTo>
                  <a:pt x="694630" y="1105784"/>
                </a:lnTo>
                <a:lnTo>
                  <a:pt x="694799" y="1105686"/>
                </a:lnTo>
                <a:lnTo>
                  <a:pt x="694977" y="1105597"/>
                </a:lnTo>
                <a:lnTo>
                  <a:pt x="695146" y="1105508"/>
                </a:lnTo>
                <a:lnTo>
                  <a:pt x="695315" y="1105410"/>
                </a:lnTo>
                <a:lnTo>
                  <a:pt x="695493" y="1105312"/>
                </a:lnTo>
                <a:lnTo>
                  <a:pt x="695662" y="1105223"/>
                </a:lnTo>
                <a:lnTo>
                  <a:pt x="695831" y="1105125"/>
                </a:lnTo>
                <a:lnTo>
                  <a:pt x="696009" y="1105027"/>
                </a:lnTo>
                <a:lnTo>
                  <a:pt x="696178" y="1104930"/>
                </a:lnTo>
                <a:lnTo>
                  <a:pt x="696356" y="1104832"/>
                </a:lnTo>
                <a:lnTo>
                  <a:pt x="696525" y="1104734"/>
                </a:lnTo>
                <a:lnTo>
                  <a:pt x="696694" y="1104627"/>
                </a:lnTo>
                <a:lnTo>
                  <a:pt x="696872" y="1104529"/>
                </a:lnTo>
                <a:lnTo>
                  <a:pt x="697041" y="1104431"/>
                </a:lnTo>
                <a:lnTo>
                  <a:pt x="697210" y="1104325"/>
                </a:lnTo>
                <a:lnTo>
                  <a:pt x="697388" y="1104218"/>
                </a:lnTo>
                <a:lnTo>
                  <a:pt x="697557" y="1104120"/>
                </a:lnTo>
                <a:lnTo>
                  <a:pt x="697726" y="1104013"/>
                </a:lnTo>
                <a:lnTo>
                  <a:pt x="697904" y="1103907"/>
                </a:lnTo>
                <a:lnTo>
                  <a:pt x="698073" y="1103800"/>
                </a:lnTo>
                <a:lnTo>
                  <a:pt x="698251" y="1103684"/>
                </a:lnTo>
                <a:lnTo>
                  <a:pt x="698420" y="1103577"/>
                </a:lnTo>
                <a:lnTo>
                  <a:pt x="698589" y="1103470"/>
                </a:lnTo>
                <a:lnTo>
                  <a:pt x="698767" y="1103355"/>
                </a:lnTo>
                <a:lnTo>
                  <a:pt x="698936" y="1103239"/>
                </a:lnTo>
                <a:lnTo>
                  <a:pt x="699105" y="1103133"/>
                </a:lnTo>
                <a:lnTo>
                  <a:pt x="699283" y="1103017"/>
                </a:lnTo>
                <a:lnTo>
                  <a:pt x="699452" y="1102901"/>
                </a:lnTo>
                <a:lnTo>
                  <a:pt x="699630" y="1102786"/>
                </a:lnTo>
                <a:lnTo>
                  <a:pt x="699799" y="1102670"/>
                </a:lnTo>
                <a:lnTo>
                  <a:pt x="699968" y="1102545"/>
                </a:lnTo>
                <a:lnTo>
                  <a:pt x="700146" y="1102430"/>
                </a:lnTo>
                <a:lnTo>
                  <a:pt x="700315" y="1102305"/>
                </a:lnTo>
                <a:lnTo>
                  <a:pt x="700484" y="1102189"/>
                </a:lnTo>
                <a:lnTo>
                  <a:pt x="700662" y="1102065"/>
                </a:lnTo>
                <a:lnTo>
                  <a:pt x="700831" y="1101940"/>
                </a:lnTo>
                <a:lnTo>
                  <a:pt x="701000" y="1101816"/>
                </a:lnTo>
                <a:lnTo>
                  <a:pt x="701178" y="1101691"/>
                </a:lnTo>
                <a:lnTo>
                  <a:pt x="701347" y="1101567"/>
                </a:lnTo>
                <a:lnTo>
                  <a:pt x="701525" y="1101433"/>
                </a:lnTo>
                <a:lnTo>
                  <a:pt x="701694" y="1101309"/>
                </a:lnTo>
                <a:lnTo>
                  <a:pt x="701863" y="1101175"/>
                </a:lnTo>
                <a:lnTo>
                  <a:pt x="702041" y="1101051"/>
                </a:lnTo>
                <a:lnTo>
                  <a:pt x="702210" y="1100917"/>
                </a:lnTo>
                <a:lnTo>
                  <a:pt x="702379" y="1100784"/>
                </a:lnTo>
                <a:lnTo>
                  <a:pt x="702557" y="1100650"/>
                </a:lnTo>
                <a:lnTo>
                  <a:pt x="702726" y="1100517"/>
                </a:lnTo>
                <a:lnTo>
                  <a:pt x="702904" y="1100375"/>
                </a:lnTo>
                <a:lnTo>
                  <a:pt x="703073" y="1100241"/>
                </a:lnTo>
                <a:lnTo>
                  <a:pt x="703242" y="1100099"/>
                </a:lnTo>
                <a:lnTo>
                  <a:pt x="703420" y="1099956"/>
                </a:lnTo>
                <a:lnTo>
                  <a:pt x="703589" y="1099814"/>
                </a:lnTo>
                <a:lnTo>
                  <a:pt x="703758" y="1099672"/>
                </a:lnTo>
                <a:lnTo>
                  <a:pt x="703936" y="1099529"/>
                </a:lnTo>
                <a:lnTo>
                  <a:pt x="704105" y="1099387"/>
                </a:lnTo>
                <a:lnTo>
                  <a:pt x="704283" y="1099245"/>
                </a:lnTo>
                <a:lnTo>
                  <a:pt x="704452" y="1099093"/>
                </a:lnTo>
                <a:lnTo>
                  <a:pt x="704621" y="1098942"/>
                </a:lnTo>
                <a:lnTo>
                  <a:pt x="704799" y="1098800"/>
                </a:lnTo>
                <a:lnTo>
                  <a:pt x="704968" y="1098649"/>
                </a:lnTo>
                <a:lnTo>
                  <a:pt x="705137" y="1098497"/>
                </a:lnTo>
                <a:lnTo>
                  <a:pt x="705315" y="1098337"/>
                </a:lnTo>
                <a:lnTo>
                  <a:pt x="705484" y="1098186"/>
                </a:lnTo>
                <a:lnTo>
                  <a:pt x="705653" y="1098026"/>
                </a:lnTo>
                <a:lnTo>
                  <a:pt x="705831" y="1097875"/>
                </a:lnTo>
                <a:lnTo>
                  <a:pt x="706000" y="1097714"/>
                </a:lnTo>
                <a:lnTo>
                  <a:pt x="706178" y="1097554"/>
                </a:lnTo>
                <a:lnTo>
                  <a:pt x="706347" y="1097394"/>
                </a:lnTo>
                <a:lnTo>
                  <a:pt x="706516" y="1097234"/>
                </a:lnTo>
                <a:lnTo>
                  <a:pt x="706694" y="1097065"/>
                </a:lnTo>
                <a:lnTo>
                  <a:pt x="706863" y="1096905"/>
                </a:lnTo>
                <a:lnTo>
                  <a:pt x="707032" y="1096736"/>
                </a:lnTo>
                <a:lnTo>
                  <a:pt x="707210" y="1096567"/>
                </a:lnTo>
                <a:lnTo>
                  <a:pt x="707379" y="1096398"/>
                </a:lnTo>
                <a:lnTo>
                  <a:pt x="707557" y="1096229"/>
                </a:lnTo>
                <a:lnTo>
                  <a:pt x="707726" y="1096060"/>
                </a:lnTo>
                <a:lnTo>
                  <a:pt x="707895" y="1095882"/>
                </a:lnTo>
                <a:lnTo>
                  <a:pt x="708073" y="1095713"/>
                </a:lnTo>
                <a:lnTo>
                  <a:pt x="708242" y="1095535"/>
                </a:lnTo>
                <a:lnTo>
                  <a:pt x="708411" y="1095357"/>
                </a:lnTo>
                <a:lnTo>
                  <a:pt x="708589" y="1095179"/>
                </a:lnTo>
                <a:lnTo>
                  <a:pt x="708758" y="1095001"/>
                </a:lnTo>
                <a:lnTo>
                  <a:pt x="708927" y="1094814"/>
                </a:lnTo>
                <a:lnTo>
                  <a:pt x="709105" y="1094636"/>
                </a:lnTo>
                <a:lnTo>
                  <a:pt x="709274" y="1094450"/>
                </a:lnTo>
                <a:lnTo>
                  <a:pt x="709452" y="1094263"/>
                </a:lnTo>
                <a:lnTo>
                  <a:pt x="709621" y="1094076"/>
                </a:lnTo>
                <a:lnTo>
                  <a:pt x="709790" y="1093889"/>
                </a:lnTo>
                <a:lnTo>
                  <a:pt x="709968" y="1093693"/>
                </a:lnTo>
                <a:lnTo>
                  <a:pt x="710137" y="1093506"/>
                </a:lnTo>
                <a:lnTo>
                  <a:pt x="710306" y="1093311"/>
                </a:lnTo>
                <a:lnTo>
                  <a:pt x="710484" y="1093115"/>
                </a:lnTo>
                <a:lnTo>
                  <a:pt x="710653" y="1092919"/>
                </a:lnTo>
                <a:lnTo>
                  <a:pt x="710831" y="1092724"/>
                </a:lnTo>
                <a:lnTo>
                  <a:pt x="711000" y="1092519"/>
                </a:lnTo>
                <a:lnTo>
                  <a:pt x="711169" y="1092323"/>
                </a:lnTo>
                <a:lnTo>
                  <a:pt x="711347" y="1092119"/>
                </a:lnTo>
                <a:lnTo>
                  <a:pt x="711516" y="1091914"/>
                </a:lnTo>
                <a:lnTo>
                  <a:pt x="711685" y="1091709"/>
                </a:lnTo>
                <a:lnTo>
                  <a:pt x="711863" y="1091496"/>
                </a:lnTo>
                <a:lnTo>
                  <a:pt x="712032" y="1091291"/>
                </a:lnTo>
                <a:lnTo>
                  <a:pt x="712210" y="1091078"/>
                </a:lnTo>
                <a:lnTo>
                  <a:pt x="712379" y="1090864"/>
                </a:lnTo>
                <a:lnTo>
                  <a:pt x="712548" y="1090651"/>
                </a:lnTo>
                <a:lnTo>
                  <a:pt x="712726" y="1090437"/>
                </a:lnTo>
                <a:lnTo>
                  <a:pt x="712895" y="1090215"/>
                </a:lnTo>
                <a:lnTo>
                  <a:pt x="713064" y="1090001"/>
                </a:lnTo>
                <a:lnTo>
                  <a:pt x="713242" y="1089779"/>
                </a:lnTo>
                <a:lnTo>
                  <a:pt x="713411" y="1089557"/>
                </a:lnTo>
                <a:lnTo>
                  <a:pt x="713580" y="1089334"/>
                </a:lnTo>
                <a:lnTo>
                  <a:pt x="713758" y="1089103"/>
                </a:lnTo>
                <a:lnTo>
                  <a:pt x="713927" y="1088880"/>
                </a:lnTo>
                <a:lnTo>
                  <a:pt x="714105" y="1088649"/>
                </a:lnTo>
                <a:lnTo>
                  <a:pt x="714274" y="1088418"/>
                </a:lnTo>
                <a:lnTo>
                  <a:pt x="714443" y="1088186"/>
                </a:lnTo>
                <a:lnTo>
                  <a:pt x="714621" y="1087955"/>
                </a:lnTo>
                <a:lnTo>
                  <a:pt x="714790" y="1087715"/>
                </a:lnTo>
                <a:lnTo>
                  <a:pt x="714959" y="1087475"/>
                </a:lnTo>
                <a:lnTo>
                  <a:pt x="715137" y="1087234"/>
                </a:lnTo>
                <a:lnTo>
                  <a:pt x="715306" y="1086994"/>
                </a:lnTo>
                <a:lnTo>
                  <a:pt x="715484" y="1086754"/>
                </a:lnTo>
                <a:lnTo>
                  <a:pt x="715653" y="1086505"/>
                </a:lnTo>
                <a:lnTo>
                  <a:pt x="715822" y="1086256"/>
                </a:lnTo>
                <a:lnTo>
                  <a:pt x="716000" y="1086007"/>
                </a:lnTo>
                <a:lnTo>
                  <a:pt x="716169" y="1085758"/>
                </a:lnTo>
                <a:lnTo>
                  <a:pt x="716338" y="1085509"/>
                </a:lnTo>
                <a:lnTo>
                  <a:pt x="716516" y="1085251"/>
                </a:lnTo>
                <a:lnTo>
                  <a:pt x="716685" y="1084993"/>
                </a:lnTo>
                <a:lnTo>
                  <a:pt x="716863" y="1084735"/>
                </a:lnTo>
                <a:lnTo>
                  <a:pt x="717032" y="1084477"/>
                </a:lnTo>
                <a:lnTo>
                  <a:pt x="717201" y="1084210"/>
                </a:lnTo>
                <a:lnTo>
                  <a:pt x="717379" y="1083952"/>
                </a:lnTo>
                <a:lnTo>
                  <a:pt x="717548" y="1083685"/>
                </a:lnTo>
                <a:lnTo>
                  <a:pt x="717717" y="1083409"/>
                </a:lnTo>
                <a:lnTo>
                  <a:pt x="717895" y="1083142"/>
                </a:lnTo>
                <a:lnTo>
                  <a:pt x="718064" y="1082866"/>
                </a:lnTo>
                <a:lnTo>
                  <a:pt x="718233" y="1082599"/>
                </a:lnTo>
                <a:lnTo>
                  <a:pt x="718411" y="1082324"/>
                </a:lnTo>
                <a:lnTo>
                  <a:pt x="718580" y="1082039"/>
                </a:lnTo>
                <a:lnTo>
                  <a:pt x="718758" y="1081763"/>
                </a:lnTo>
                <a:lnTo>
                  <a:pt x="718927" y="1081478"/>
                </a:lnTo>
                <a:lnTo>
                  <a:pt x="719096" y="1081194"/>
                </a:lnTo>
                <a:lnTo>
                  <a:pt x="719274" y="1080909"/>
                </a:lnTo>
                <a:lnTo>
                  <a:pt x="719443" y="1080616"/>
                </a:lnTo>
                <a:lnTo>
                  <a:pt x="719612" y="1080331"/>
                </a:lnTo>
                <a:lnTo>
                  <a:pt x="719790" y="1080037"/>
                </a:lnTo>
                <a:lnTo>
                  <a:pt x="719959" y="1079744"/>
                </a:lnTo>
                <a:lnTo>
                  <a:pt x="720136" y="1079441"/>
                </a:lnTo>
                <a:lnTo>
                  <a:pt x="720306" y="1079148"/>
                </a:lnTo>
                <a:lnTo>
                  <a:pt x="720475" y="1078845"/>
                </a:lnTo>
                <a:lnTo>
                  <a:pt x="720653" y="1078543"/>
                </a:lnTo>
                <a:lnTo>
                  <a:pt x="720822" y="1078231"/>
                </a:lnTo>
                <a:lnTo>
                  <a:pt x="720991" y="1077929"/>
                </a:lnTo>
                <a:lnTo>
                  <a:pt x="721169" y="1077617"/>
                </a:lnTo>
                <a:lnTo>
                  <a:pt x="721337" y="1077306"/>
                </a:lnTo>
                <a:lnTo>
                  <a:pt x="721507" y="1076986"/>
                </a:lnTo>
                <a:lnTo>
                  <a:pt x="721684" y="1076674"/>
                </a:lnTo>
                <a:lnTo>
                  <a:pt x="721854" y="1076354"/>
                </a:lnTo>
                <a:lnTo>
                  <a:pt x="722031" y="1076034"/>
                </a:lnTo>
                <a:lnTo>
                  <a:pt x="722201" y="1075705"/>
                </a:lnTo>
                <a:lnTo>
                  <a:pt x="722370" y="1075384"/>
                </a:lnTo>
                <a:lnTo>
                  <a:pt x="722548" y="1075055"/>
                </a:lnTo>
                <a:lnTo>
                  <a:pt x="722716" y="1074726"/>
                </a:lnTo>
                <a:lnTo>
                  <a:pt x="722886" y="1074388"/>
                </a:lnTo>
                <a:lnTo>
                  <a:pt x="723063" y="1074059"/>
                </a:lnTo>
                <a:lnTo>
                  <a:pt x="723232" y="1073721"/>
                </a:lnTo>
                <a:lnTo>
                  <a:pt x="723410" y="1073374"/>
                </a:lnTo>
                <a:lnTo>
                  <a:pt x="723579" y="1073036"/>
                </a:lnTo>
                <a:lnTo>
                  <a:pt x="723749" y="1072689"/>
                </a:lnTo>
                <a:lnTo>
                  <a:pt x="723926" y="1072342"/>
                </a:lnTo>
                <a:lnTo>
                  <a:pt x="724095" y="1071995"/>
                </a:lnTo>
                <a:lnTo>
                  <a:pt x="724264" y="1071639"/>
                </a:lnTo>
                <a:lnTo>
                  <a:pt x="724442" y="1071292"/>
                </a:lnTo>
                <a:lnTo>
                  <a:pt x="724611" y="1070927"/>
                </a:lnTo>
                <a:lnTo>
                  <a:pt x="724789" y="1070571"/>
                </a:lnTo>
                <a:lnTo>
                  <a:pt x="724958" y="1070207"/>
                </a:lnTo>
                <a:lnTo>
                  <a:pt x="725127" y="1069851"/>
                </a:lnTo>
                <a:lnTo>
                  <a:pt x="725305" y="1069477"/>
                </a:lnTo>
                <a:lnTo>
                  <a:pt x="725474" y="1069112"/>
                </a:lnTo>
                <a:lnTo>
                  <a:pt x="725643" y="1068739"/>
                </a:lnTo>
                <a:lnTo>
                  <a:pt x="725821" y="1068365"/>
                </a:lnTo>
                <a:lnTo>
                  <a:pt x="725990" y="1067992"/>
                </a:lnTo>
                <a:lnTo>
                  <a:pt x="726159" y="1067609"/>
                </a:lnTo>
                <a:lnTo>
                  <a:pt x="726337" y="1067226"/>
                </a:lnTo>
                <a:lnTo>
                  <a:pt x="726506" y="1066844"/>
                </a:lnTo>
                <a:lnTo>
                  <a:pt x="726684" y="1066452"/>
                </a:lnTo>
                <a:lnTo>
                  <a:pt x="726853" y="1066061"/>
                </a:lnTo>
                <a:lnTo>
                  <a:pt x="727022" y="1065669"/>
                </a:lnTo>
                <a:lnTo>
                  <a:pt x="727200" y="1065278"/>
                </a:lnTo>
                <a:lnTo>
                  <a:pt x="727369" y="1064878"/>
                </a:lnTo>
                <a:lnTo>
                  <a:pt x="727538" y="1064477"/>
                </a:lnTo>
                <a:lnTo>
                  <a:pt x="727716" y="1064077"/>
                </a:lnTo>
                <a:lnTo>
                  <a:pt x="727885" y="1063668"/>
                </a:lnTo>
                <a:lnTo>
                  <a:pt x="728063" y="1063259"/>
                </a:lnTo>
                <a:lnTo>
                  <a:pt x="728232" y="1062849"/>
                </a:lnTo>
                <a:lnTo>
                  <a:pt x="728401" y="1062440"/>
                </a:lnTo>
                <a:lnTo>
                  <a:pt x="728579" y="1062022"/>
                </a:lnTo>
                <a:lnTo>
                  <a:pt x="728748" y="1061604"/>
                </a:lnTo>
                <a:lnTo>
                  <a:pt x="728917" y="1061177"/>
                </a:lnTo>
                <a:lnTo>
                  <a:pt x="729095" y="1060759"/>
                </a:lnTo>
                <a:lnTo>
                  <a:pt x="729264" y="1060323"/>
                </a:lnTo>
                <a:lnTo>
                  <a:pt x="729433" y="1059896"/>
                </a:lnTo>
                <a:lnTo>
                  <a:pt x="729611" y="1059460"/>
                </a:lnTo>
                <a:lnTo>
                  <a:pt x="729780" y="1059024"/>
                </a:lnTo>
                <a:lnTo>
                  <a:pt x="729958" y="1058588"/>
                </a:lnTo>
                <a:lnTo>
                  <a:pt x="730127" y="1058143"/>
                </a:lnTo>
                <a:lnTo>
                  <a:pt x="730296" y="1057698"/>
                </a:lnTo>
                <a:lnTo>
                  <a:pt x="730474" y="1057253"/>
                </a:lnTo>
                <a:lnTo>
                  <a:pt x="730643" y="1056800"/>
                </a:lnTo>
                <a:lnTo>
                  <a:pt x="730812" y="1056346"/>
                </a:lnTo>
                <a:lnTo>
                  <a:pt x="730990" y="1055892"/>
                </a:lnTo>
                <a:lnTo>
                  <a:pt x="731159" y="1055430"/>
                </a:lnTo>
                <a:lnTo>
                  <a:pt x="731337" y="1054967"/>
                </a:lnTo>
                <a:lnTo>
                  <a:pt x="731506" y="1054504"/>
                </a:lnTo>
                <a:lnTo>
                  <a:pt x="731675" y="1054033"/>
                </a:lnTo>
                <a:lnTo>
                  <a:pt x="731853" y="1053561"/>
                </a:lnTo>
                <a:lnTo>
                  <a:pt x="732022" y="1053090"/>
                </a:lnTo>
                <a:lnTo>
                  <a:pt x="732191" y="1052610"/>
                </a:lnTo>
                <a:lnTo>
                  <a:pt x="732369" y="1052129"/>
                </a:lnTo>
                <a:lnTo>
                  <a:pt x="732538" y="1051649"/>
                </a:lnTo>
                <a:lnTo>
                  <a:pt x="732716" y="1051159"/>
                </a:lnTo>
                <a:lnTo>
                  <a:pt x="732885" y="1050670"/>
                </a:lnTo>
                <a:lnTo>
                  <a:pt x="733054" y="1050181"/>
                </a:lnTo>
                <a:lnTo>
                  <a:pt x="733232" y="1049683"/>
                </a:lnTo>
                <a:lnTo>
                  <a:pt x="733401" y="1049184"/>
                </a:lnTo>
                <a:lnTo>
                  <a:pt x="733570" y="1048686"/>
                </a:lnTo>
                <a:lnTo>
                  <a:pt x="733748" y="1048179"/>
                </a:lnTo>
                <a:lnTo>
                  <a:pt x="733917" y="1047672"/>
                </a:lnTo>
                <a:lnTo>
                  <a:pt x="734086" y="1047156"/>
                </a:lnTo>
                <a:lnTo>
                  <a:pt x="734264" y="1046640"/>
                </a:lnTo>
                <a:lnTo>
                  <a:pt x="734433" y="1046124"/>
                </a:lnTo>
                <a:lnTo>
                  <a:pt x="734611" y="1045599"/>
                </a:lnTo>
                <a:lnTo>
                  <a:pt x="734780" y="1045074"/>
                </a:lnTo>
                <a:lnTo>
                  <a:pt x="734949" y="1044549"/>
                </a:lnTo>
                <a:lnTo>
                  <a:pt x="735127" y="1044016"/>
                </a:lnTo>
                <a:lnTo>
                  <a:pt x="735296" y="1043482"/>
                </a:lnTo>
                <a:lnTo>
                  <a:pt x="735465" y="1042948"/>
                </a:lnTo>
                <a:lnTo>
                  <a:pt x="735643" y="1042405"/>
                </a:lnTo>
                <a:lnTo>
                  <a:pt x="735812" y="1041863"/>
                </a:lnTo>
                <a:lnTo>
                  <a:pt x="735990" y="1041311"/>
                </a:lnTo>
                <a:lnTo>
                  <a:pt x="736159" y="1040768"/>
                </a:lnTo>
                <a:lnTo>
                  <a:pt x="736328" y="1040208"/>
                </a:lnTo>
                <a:lnTo>
                  <a:pt x="736506" y="1039656"/>
                </a:lnTo>
                <a:lnTo>
                  <a:pt x="736675" y="1039096"/>
                </a:lnTo>
                <a:lnTo>
                  <a:pt x="736844" y="1038526"/>
                </a:lnTo>
                <a:lnTo>
                  <a:pt x="737022" y="1037957"/>
                </a:lnTo>
                <a:lnTo>
                  <a:pt x="737191" y="1037388"/>
                </a:lnTo>
                <a:lnTo>
                  <a:pt x="737360" y="1036809"/>
                </a:lnTo>
                <a:lnTo>
                  <a:pt x="737538" y="1036231"/>
                </a:lnTo>
                <a:lnTo>
                  <a:pt x="737707" y="1035653"/>
                </a:lnTo>
                <a:lnTo>
                  <a:pt x="737885" y="1035066"/>
                </a:lnTo>
                <a:lnTo>
                  <a:pt x="738054" y="1034479"/>
                </a:lnTo>
                <a:lnTo>
                  <a:pt x="738223" y="1033891"/>
                </a:lnTo>
                <a:lnTo>
                  <a:pt x="738401" y="1033295"/>
                </a:lnTo>
                <a:lnTo>
                  <a:pt x="738570" y="1032690"/>
                </a:lnTo>
                <a:lnTo>
                  <a:pt x="738739" y="1032094"/>
                </a:lnTo>
                <a:lnTo>
                  <a:pt x="738917" y="1031480"/>
                </a:lnTo>
                <a:lnTo>
                  <a:pt x="739086" y="1030875"/>
                </a:lnTo>
                <a:lnTo>
                  <a:pt x="739264" y="1030262"/>
                </a:lnTo>
                <a:lnTo>
                  <a:pt x="739433" y="1029648"/>
                </a:lnTo>
                <a:lnTo>
                  <a:pt x="739602" y="1029025"/>
                </a:lnTo>
                <a:lnTo>
                  <a:pt x="739780" y="1028402"/>
                </a:lnTo>
                <a:lnTo>
                  <a:pt x="739949" y="1027771"/>
                </a:lnTo>
                <a:lnTo>
                  <a:pt x="740118" y="1027139"/>
                </a:lnTo>
                <a:lnTo>
                  <a:pt x="740296" y="1026507"/>
                </a:lnTo>
                <a:lnTo>
                  <a:pt x="740465" y="1025867"/>
                </a:lnTo>
                <a:lnTo>
                  <a:pt x="740643" y="1025226"/>
                </a:lnTo>
                <a:lnTo>
                  <a:pt x="740812" y="1024577"/>
                </a:lnTo>
                <a:lnTo>
                  <a:pt x="740981" y="1023927"/>
                </a:lnTo>
                <a:lnTo>
                  <a:pt x="741159" y="1023269"/>
                </a:lnTo>
                <a:lnTo>
                  <a:pt x="741328" y="1022611"/>
                </a:lnTo>
                <a:lnTo>
                  <a:pt x="741497" y="1021952"/>
                </a:lnTo>
                <a:lnTo>
                  <a:pt x="741675" y="1021285"/>
                </a:lnTo>
                <a:lnTo>
                  <a:pt x="741844" y="1020618"/>
                </a:lnTo>
                <a:lnTo>
                  <a:pt x="742013" y="1019951"/>
                </a:lnTo>
                <a:lnTo>
                  <a:pt x="742191" y="1019275"/>
                </a:lnTo>
                <a:lnTo>
                  <a:pt x="742360" y="1018589"/>
                </a:lnTo>
                <a:lnTo>
                  <a:pt x="742538" y="1017904"/>
                </a:lnTo>
                <a:lnTo>
                  <a:pt x="742707" y="1017219"/>
                </a:lnTo>
                <a:lnTo>
                  <a:pt x="742876" y="1016525"/>
                </a:lnTo>
                <a:lnTo>
                  <a:pt x="743054" y="1015832"/>
                </a:lnTo>
                <a:lnTo>
                  <a:pt x="743223" y="1015129"/>
                </a:lnTo>
                <a:lnTo>
                  <a:pt x="743392" y="1014426"/>
                </a:lnTo>
                <a:lnTo>
                  <a:pt x="743570" y="1013723"/>
                </a:lnTo>
                <a:lnTo>
                  <a:pt x="743739" y="1013011"/>
                </a:lnTo>
                <a:lnTo>
                  <a:pt x="743917" y="1012291"/>
                </a:lnTo>
                <a:lnTo>
                  <a:pt x="744086" y="1011570"/>
                </a:lnTo>
                <a:lnTo>
                  <a:pt x="744255" y="1010850"/>
                </a:lnTo>
                <a:lnTo>
                  <a:pt x="744433" y="1010120"/>
                </a:lnTo>
                <a:lnTo>
                  <a:pt x="744602" y="1009390"/>
                </a:lnTo>
                <a:lnTo>
                  <a:pt x="744771" y="1008652"/>
                </a:lnTo>
                <a:lnTo>
                  <a:pt x="744949" y="1007914"/>
                </a:lnTo>
                <a:lnTo>
                  <a:pt x="745118" y="1007175"/>
                </a:lnTo>
                <a:lnTo>
                  <a:pt x="745296" y="1006428"/>
                </a:lnTo>
                <a:lnTo>
                  <a:pt x="745465" y="1005672"/>
                </a:lnTo>
                <a:lnTo>
                  <a:pt x="745634" y="1004916"/>
                </a:lnTo>
                <a:lnTo>
                  <a:pt x="745812" y="1004159"/>
                </a:lnTo>
                <a:lnTo>
                  <a:pt x="745981" y="1003394"/>
                </a:lnTo>
                <a:lnTo>
                  <a:pt x="746150" y="1002629"/>
                </a:lnTo>
                <a:lnTo>
                  <a:pt x="746328" y="1001855"/>
                </a:lnTo>
                <a:lnTo>
                  <a:pt x="746497" y="1001081"/>
                </a:lnTo>
                <a:lnTo>
                  <a:pt x="746666" y="1000298"/>
                </a:lnTo>
                <a:lnTo>
                  <a:pt x="746844" y="999515"/>
                </a:lnTo>
                <a:lnTo>
                  <a:pt x="747013" y="998724"/>
                </a:lnTo>
                <a:lnTo>
                  <a:pt x="747191" y="997932"/>
                </a:lnTo>
                <a:lnTo>
                  <a:pt x="747360" y="997131"/>
                </a:lnTo>
                <a:lnTo>
                  <a:pt x="747529" y="996331"/>
                </a:lnTo>
                <a:lnTo>
                  <a:pt x="747707" y="995530"/>
                </a:lnTo>
                <a:lnTo>
                  <a:pt x="747876" y="994720"/>
                </a:lnTo>
                <a:lnTo>
                  <a:pt x="748045" y="993902"/>
                </a:lnTo>
                <a:lnTo>
                  <a:pt x="748223" y="993083"/>
                </a:lnTo>
                <a:lnTo>
                  <a:pt x="748392" y="992265"/>
                </a:lnTo>
                <a:lnTo>
                  <a:pt x="748570" y="991438"/>
                </a:lnTo>
                <a:lnTo>
                  <a:pt x="748739" y="990601"/>
                </a:lnTo>
                <a:lnTo>
                  <a:pt x="748908" y="989765"/>
                </a:lnTo>
                <a:lnTo>
                  <a:pt x="749086" y="988929"/>
                </a:lnTo>
                <a:lnTo>
                  <a:pt x="749255" y="988084"/>
                </a:lnTo>
                <a:lnTo>
                  <a:pt x="749424" y="987238"/>
                </a:lnTo>
                <a:lnTo>
                  <a:pt x="749602" y="986384"/>
                </a:lnTo>
                <a:lnTo>
                  <a:pt x="749771" y="985530"/>
                </a:lnTo>
                <a:lnTo>
                  <a:pt x="749940" y="984667"/>
                </a:lnTo>
                <a:lnTo>
                  <a:pt x="750118" y="983795"/>
                </a:lnTo>
                <a:lnTo>
                  <a:pt x="750287" y="982932"/>
                </a:lnTo>
                <a:lnTo>
                  <a:pt x="750465" y="982052"/>
                </a:lnTo>
                <a:lnTo>
                  <a:pt x="750634" y="981171"/>
                </a:lnTo>
                <a:lnTo>
                  <a:pt x="750803" y="980290"/>
                </a:lnTo>
                <a:lnTo>
                  <a:pt x="750981" y="979401"/>
                </a:lnTo>
                <a:lnTo>
                  <a:pt x="751150" y="978511"/>
                </a:lnTo>
                <a:lnTo>
                  <a:pt x="751319" y="977612"/>
                </a:lnTo>
                <a:lnTo>
                  <a:pt x="751496" y="976714"/>
                </a:lnTo>
                <a:lnTo>
                  <a:pt x="751666" y="975806"/>
                </a:lnTo>
                <a:lnTo>
                  <a:pt x="751843" y="974890"/>
                </a:lnTo>
                <a:lnTo>
                  <a:pt x="752013" y="973983"/>
                </a:lnTo>
                <a:lnTo>
                  <a:pt x="752182" y="973057"/>
                </a:lnTo>
                <a:lnTo>
                  <a:pt x="752360" y="972132"/>
                </a:lnTo>
                <a:lnTo>
                  <a:pt x="752528" y="971207"/>
                </a:lnTo>
                <a:lnTo>
                  <a:pt x="752697" y="970273"/>
                </a:lnTo>
                <a:lnTo>
                  <a:pt x="752875" y="969339"/>
                </a:lnTo>
                <a:lnTo>
                  <a:pt x="753044" y="968396"/>
                </a:lnTo>
                <a:lnTo>
                  <a:pt x="753222" y="967444"/>
                </a:lnTo>
                <a:lnTo>
                  <a:pt x="753391" y="966492"/>
                </a:lnTo>
                <a:lnTo>
                  <a:pt x="753561" y="965540"/>
                </a:lnTo>
                <a:lnTo>
                  <a:pt x="753738" y="964579"/>
                </a:lnTo>
                <a:lnTo>
                  <a:pt x="753907" y="963609"/>
                </a:lnTo>
                <a:lnTo>
                  <a:pt x="754076" y="962640"/>
                </a:lnTo>
                <a:lnTo>
                  <a:pt x="754254" y="961670"/>
                </a:lnTo>
                <a:lnTo>
                  <a:pt x="754423" y="960691"/>
                </a:lnTo>
                <a:lnTo>
                  <a:pt x="754592" y="959704"/>
                </a:lnTo>
                <a:lnTo>
                  <a:pt x="754770" y="958716"/>
                </a:lnTo>
                <a:lnTo>
                  <a:pt x="754939" y="957720"/>
                </a:lnTo>
                <a:lnTo>
                  <a:pt x="755117" y="956724"/>
                </a:lnTo>
                <a:lnTo>
                  <a:pt x="755286" y="955718"/>
                </a:lnTo>
                <a:lnTo>
                  <a:pt x="755455" y="954713"/>
                </a:lnTo>
                <a:lnTo>
                  <a:pt x="755633" y="953699"/>
                </a:lnTo>
                <a:lnTo>
                  <a:pt x="755802" y="952685"/>
                </a:lnTo>
                <a:lnTo>
                  <a:pt x="755971" y="951662"/>
                </a:lnTo>
                <a:lnTo>
                  <a:pt x="756149" y="950638"/>
                </a:lnTo>
                <a:lnTo>
                  <a:pt x="756318" y="949606"/>
                </a:lnTo>
                <a:lnTo>
                  <a:pt x="756496" y="948565"/>
                </a:lnTo>
                <a:lnTo>
                  <a:pt x="756665" y="947525"/>
                </a:lnTo>
                <a:lnTo>
                  <a:pt x="756834" y="946484"/>
                </a:lnTo>
                <a:lnTo>
                  <a:pt x="757012" y="945434"/>
                </a:lnTo>
                <a:lnTo>
                  <a:pt x="757181" y="944375"/>
                </a:lnTo>
                <a:lnTo>
                  <a:pt x="757350" y="943317"/>
                </a:lnTo>
                <a:lnTo>
                  <a:pt x="757528" y="942249"/>
                </a:lnTo>
                <a:lnTo>
                  <a:pt x="757697" y="941181"/>
                </a:lnTo>
                <a:lnTo>
                  <a:pt x="757866" y="940105"/>
                </a:lnTo>
                <a:lnTo>
                  <a:pt x="758044" y="939028"/>
                </a:lnTo>
                <a:lnTo>
                  <a:pt x="758213" y="937943"/>
                </a:lnTo>
                <a:lnTo>
                  <a:pt x="758391" y="936849"/>
                </a:lnTo>
                <a:lnTo>
                  <a:pt x="758560" y="935755"/>
                </a:lnTo>
                <a:lnTo>
                  <a:pt x="758729" y="934660"/>
                </a:lnTo>
                <a:lnTo>
                  <a:pt x="758907" y="933557"/>
                </a:lnTo>
                <a:lnTo>
                  <a:pt x="759076" y="932445"/>
                </a:lnTo>
                <a:lnTo>
                  <a:pt x="759245" y="931333"/>
                </a:lnTo>
                <a:lnTo>
                  <a:pt x="759423" y="930212"/>
                </a:lnTo>
                <a:lnTo>
                  <a:pt x="759592" y="929091"/>
                </a:lnTo>
                <a:lnTo>
                  <a:pt x="759770" y="927961"/>
                </a:lnTo>
                <a:lnTo>
                  <a:pt x="759939" y="926831"/>
                </a:lnTo>
                <a:lnTo>
                  <a:pt x="760108" y="925693"/>
                </a:lnTo>
                <a:lnTo>
                  <a:pt x="760286" y="924545"/>
                </a:lnTo>
                <a:lnTo>
                  <a:pt x="760455" y="923397"/>
                </a:lnTo>
                <a:lnTo>
                  <a:pt x="760624" y="922250"/>
                </a:lnTo>
                <a:lnTo>
                  <a:pt x="760802" y="921093"/>
                </a:lnTo>
                <a:lnTo>
                  <a:pt x="760971" y="919928"/>
                </a:lnTo>
                <a:lnTo>
                  <a:pt x="761149" y="918762"/>
                </a:lnTo>
                <a:lnTo>
                  <a:pt x="761318" y="917588"/>
                </a:lnTo>
                <a:lnTo>
                  <a:pt x="761487" y="916414"/>
                </a:lnTo>
                <a:lnTo>
                  <a:pt x="761665" y="915230"/>
                </a:lnTo>
                <a:lnTo>
                  <a:pt x="761834" y="914038"/>
                </a:lnTo>
                <a:lnTo>
                  <a:pt x="762003" y="912846"/>
                </a:lnTo>
                <a:lnTo>
                  <a:pt x="762181" y="911645"/>
                </a:lnTo>
                <a:lnTo>
                  <a:pt x="762350" y="910444"/>
                </a:lnTo>
                <a:lnTo>
                  <a:pt x="762519" y="909234"/>
                </a:lnTo>
                <a:lnTo>
                  <a:pt x="762697" y="908024"/>
                </a:lnTo>
                <a:lnTo>
                  <a:pt x="762866" y="906806"/>
                </a:lnTo>
                <a:lnTo>
                  <a:pt x="763044" y="905587"/>
                </a:lnTo>
                <a:lnTo>
                  <a:pt x="763213" y="904359"/>
                </a:lnTo>
                <a:lnTo>
                  <a:pt x="763382" y="903122"/>
                </a:lnTo>
                <a:lnTo>
                  <a:pt x="763560" y="901886"/>
                </a:lnTo>
                <a:lnTo>
                  <a:pt x="763729" y="900640"/>
                </a:lnTo>
                <a:lnTo>
                  <a:pt x="763898" y="899395"/>
                </a:lnTo>
                <a:lnTo>
                  <a:pt x="764076" y="898140"/>
                </a:lnTo>
                <a:lnTo>
                  <a:pt x="764245" y="896886"/>
                </a:lnTo>
                <a:lnTo>
                  <a:pt x="764423" y="895623"/>
                </a:lnTo>
                <a:lnTo>
                  <a:pt x="764592" y="894351"/>
                </a:lnTo>
                <a:lnTo>
                  <a:pt x="764761" y="893078"/>
                </a:lnTo>
                <a:lnTo>
                  <a:pt x="764939" y="891797"/>
                </a:lnTo>
                <a:lnTo>
                  <a:pt x="765108" y="890516"/>
                </a:lnTo>
                <a:lnTo>
                  <a:pt x="765277" y="889226"/>
                </a:lnTo>
                <a:lnTo>
                  <a:pt x="765455" y="887936"/>
                </a:lnTo>
                <a:lnTo>
                  <a:pt x="765624" y="886637"/>
                </a:lnTo>
                <a:lnTo>
                  <a:pt x="765802" y="885330"/>
                </a:lnTo>
                <a:lnTo>
                  <a:pt x="765971" y="884022"/>
                </a:lnTo>
                <a:lnTo>
                  <a:pt x="766140" y="882714"/>
                </a:lnTo>
                <a:lnTo>
                  <a:pt x="766318" y="881388"/>
                </a:lnTo>
                <a:lnTo>
                  <a:pt x="766487" y="880072"/>
                </a:lnTo>
                <a:lnTo>
                  <a:pt x="766656" y="878737"/>
                </a:lnTo>
                <a:lnTo>
                  <a:pt x="766834" y="877403"/>
                </a:lnTo>
                <a:lnTo>
                  <a:pt x="767003" y="876068"/>
                </a:lnTo>
                <a:lnTo>
                  <a:pt x="767172" y="874716"/>
                </a:lnTo>
                <a:lnTo>
                  <a:pt x="767350" y="873373"/>
                </a:lnTo>
                <a:lnTo>
                  <a:pt x="767519" y="872020"/>
                </a:lnTo>
                <a:lnTo>
                  <a:pt x="767697" y="870659"/>
                </a:lnTo>
                <a:lnTo>
                  <a:pt x="767866" y="869289"/>
                </a:lnTo>
                <a:lnTo>
                  <a:pt x="768035" y="867919"/>
                </a:lnTo>
                <a:lnTo>
                  <a:pt x="768213" y="866549"/>
                </a:lnTo>
                <a:lnTo>
                  <a:pt x="768382" y="865170"/>
                </a:lnTo>
                <a:lnTo>
                  <a:pt x="768551" y="863782"/>
                </a:lnTo>
                <a:lnTo>
                  <a:pt x="768729" y="862394"/>
                </a:lnTo>
                <a:lnTo>
                  <a:pt x="768898" y="860998"/>
                </a:lnTo>
                <a:lnTo>
                  <a:pt x="769076" y="859592"/>
                </a:lnTo>
                <a:lnTo>
                  <a:pt x="769245" y="858186"/>
                </a:lnTo>
                <a:lnTo>
                  <a:pt x="769414" y="856781"/>
                </a:lnTo>
                <a:lnTo>
                  <a:pt x="769592" y="855366"/>
                </a:lnTo>
                <a:lnTo>
                  <a:pt x="769761" y="853943"/>
                </a:lnTo>
                <a:lnTo>
                  <a:pt x="769930" y="852519"/>
                </a:lnTo>
                <a:lnTo>
                  <a:pt x="770108" y="851087"/>
                </a:lnTo>
                <a:lnTo>
                  <a:pt x="770277" y="849646"/>
                </a:lnTo>
                <a:lnTo>
                  <a:pt x="770446" y="848205"/>
                </a:lnTo>
                <a:lnTo>
                  <a:pt x="770624" y="846763"/>
                </a:lnTo>
                <a:lnTo>
                  <a:pt x="770793" y="845313"/>
                </a:lnTo>
                <a:lnTo>
                  <a:pt x="770971" y="843854"/>
                </a:lnTo>
                <a:lnTo>
                  <a:pt x="771140" y="842395"/>
                </a:lnTo>
                <a:lnTo>
                  <a:pt x="771309" y="840927"/>
                </a:lnTo>
                <a:lnTo>
                  <a:pt x="771487" y="839459"/>
                </a:lnTo>
                <a:lnTo>
                  <a:pt x="771656" y="837983"/>
                </a:lnTo>
                <a:lnTo>
                  <a:pt x="771825" y="836497"/>
                </a:lnTo>
                <a:lnTo>
                  <a:pt x="772003" y="835011"/>
                </a:lnTo>
                <a:lnTo>
                  <a:pt x="772172" y="833517"/>
                </a:lnTo>
                <a:lnTo>
                  <a:pt x="772350" y="832022"/>
                </a:lnTo>
                <a:lnTo>
                  <a:pt x="772519" y="830519"/>
                </a:lnTo>
                <a:lnTo>
                  <a:pt x="772688" y="829015"/>
                </a:lnTo>
                <a:lnTo>
                  <a:pt x="772866" y="827503"/>
                </a:lnTo>
                <a:lnTo>
                  <a:pt x="773035" y="825981"/>
                </a:lnTo>
                <a:lnTo>
                  <a:pt x="773204" y="824460"/>
                </a:lnTo>
                <a:lnTo>
                  <a:pt x="773382" y="822930"/>
                </a:lnTo>
                <a:lnTo>
                  <a:pt x="773551" y="821400"/>
                </a:lnTo>
                <a:lnTo>
                  <a:pt x="773729" y="819861"/>
                </a:lnTo>
                <a:lnTo>
                  <a:pt x="773898" y="818321"/>
                </a:lnTo>
                <a:lnTo>
                  <a:pt x="774067" y="816773"/>
                </a:lnTo>
                <a:lnTo>
                  <a:pt x="774245" y="815226"/>
                </a:lnTo>
                <a:lnTo>
                  <a:pt x="774414" y="813666"/>
                </a:lnTo>
                <a:lnTo>
                  <a:pt x="774583" y="812104"/>
                </a:lnTo>
                <a:lnTo>
                  <a:pt x="774761" y="810536"/>
                </a:lnTo>
                <a:lnTo>
                  <a:pt x="774930" y="808964"/>
                </a:lnTo>
                <a:lnTo>
                  <a:pt x="775099" y="807387"/>
                </a:lnTo>
                <a:lnTo>
                  <a:pt x="775277" y="805805"/>
                </a:lnTo>
                <a:lnTo>
                  <a:pt x="775446" y="804218"/>
                </a:lnTo>
                <a:lnTo>
                  <a:pt x="775624" y="802625"/>
                </a:lnTo>
                <a:lnTo>
                  <a:pt x="775793" y="801029"/>
                </a:lnTo>
                <a:lnTo>
                  <a:pt x="775962" y="799427"/>
                </a:lnTo>
                <a:lnTo>
                  <a:pt x="776140" y="797820"/>
                </a:lnTo>
                <a:lnTo>
                  <a:pt x="776309" y="796208"/>
                </a:lnTo>
                <a:lnTo>
                  <a:pt x="776478" y="794592"/>
                </a:lnTo>
                <a:lnTo>
                  <a:pt x="776656" y="792970"/>
                </a:lnTo>
                <a:lnTo>
                  <a:pt x="776825" y="791344"/>
                </a:lnTo>
                <a:lnTo>
                  <a:pt x="777003" y="789712"/>
                </a:lnTo>
                <a:lnTo>
                  <a:pt x="777172" y="788076"/>
                </a:lnTo>
                <a:lnTo>
                  <a:pt x="777341" y="786435"/>
                </a:lnTo>
                <a:lnTo>
                  <a:pt x="777519" y="784789"/>
                </a:lnTo>
                <a:lnTo>
                  <a:pt x="777688" y="783139"/>
                </a:lnTo>
                <a:lnTo>
                  <a:pt x="777857" y="781483"/>
                </a:lnTo>
                <a:lnTo>
                  <a:pt x="778035" y="779822"/>
                </a:lnTo>
                <a:lnTo>
                  <a:pt x="778204" y="778157"/>
                </a:lnTo>
                <a:lnTo>
                  <a:pt x="778373" y="776487"/>
                </a:lnTo>
                <a:lnTo>
                  <a:pt x="778551" y="774812"/>
                </a:lnTo>
                <a:lnTo>
                  <a:pt x="778720" y="773132"/>
                </a:lnTo>
                <a:lnTo>
                  <a:pt x="778898" y="771448"/>
                </a:lnTo>
                <a:lnTo>
                  <a:pt x="779067" y="769758"/>
                </a:lnTo>
                <a:lnTo>
                  <a:pt x="779236" y="768065"/>
                </a:lnTo>
                <a:lnTo>
                  <a:pt x="779414" y="766366"/>
                </a:lnTo>
                <a:lnTo>
                  <a:pt x="779583" y="764663"/>
                </a:lnTo>
                <a:lnTo>
                  <a:pt x="779752" y="762954"/>
                </a:lnTo>
                <a:lnTo>
                  <a:pt x="779930" y="761242"/>
                </a:lnTo>
                <a:lnTo>
                  <a:pt x="780099" y="759524"/>
                </a:lnTo>
                <a:lnTo>
                  <a:pt x="780276" y="757802"/>
                </a:lnTo>
                <a:lnTo>
                  <a:pt x="780446" y="756075"/>
                </a:lnTo>
                <a:lnTo>
                  <a:pt x="780615" y="754344"/>
                </a:lnTo>
                <a:lnTo>
                  <a:pt x="780793" y="752607"/>
                </a:lnTo>
                <a:lnTo>
                  <a:pt x="780962" y="750866"/>
                </a:lnTo>
                <a:lnTo>
                  <a:pt x="781131" y="749120"/>
                </a:lnTo>
                <a:lnTo>
                  <a:pt x="781308" y="747371"/>
                </a:lnTo>
                <a:lnTo>
                  <a:pt x="781478" y="745616"/>
                </a:lnTo>
                <a:lnTo>
                  <a:pt x="781655" y="743856"/>
                </a:lnTo>
                <a:lnTo>
                  <a:pt x="781825" y="742093"/>
                </a:lnTo>
                <a:lnTo>
                  <a:pt x="781994" y="740325"/>
                </a:lnTo>
                <a:lnTo>
                  <a:pt x="782171" y="738551"/>
                </a:lnTo>
                <a:lnTo>
                  <a:pt x="782341" y="736774"/>
                </a:lnTo>
                <a:lnTo>
                  <a:pt x="782509" y="734992"/>
                </a:lnTo>
                <a:lnTo>
                  <a:pt x="782687" y="733206"/>
                </a:lnTo>
                <a:lnTo>
                  <a:pt x="782856" y="731415"/>
                </a:lnTo>
                <a:lnTo>
                  <a:pt x="783026" y="729619"/>
                </a:lnTo>
                <a:lnTo>
                  <a:pt x="783203" y="727820"/>
                </a:lnTo>
                <a:lnTo>
                  <a:pt x="783373" y="726015"/>
                </a:lnTo>
                <a:lnTo>
                  <a:pt x="783550" y="724208"/>
                </a:lnTo>
                <a:lnTo>
                  <a:pt x="783720" y="722395"/>
                </a:lnTo>
                <a:lnTo>
                  <a:pt x="783888" y="720577"/>
                </a:lnTo>
                <a:lnTo>
                  <a:pt x="784066" y="718755"/>
                </a:lnTo>
                <a:lnTo>
                  <a:pt x="784235" y="716930"/>
                </a:lnTo>
                <a:lnTo>
                  <a:pt x="784404" y="715099"/>
                </a:lnTo>
                <a:lnTo>
                  <a:pt x="784582" y="713264"/>
                </a:lnTo>
                <a:lnTo>
                  <a:pt x="784751" y="711425"/>
                </a:lnTo>
                <a:lnTo>
                  <a:pt x="784929" y="709582"/>
                </a:lnTo>
                <a:lnTo>
                  <a:pt x="785098" y="707734"/>
                </a:lnTo>
                <a:lnTo>
                  <a:pt x="785267" y="705883"/>
                </a:lnTo>
                <a:lnTo>
                  <a:pt x="785445" y="704027"/>
                </a:lnTo>
                <a:lnTo>
                  <a:pt x="785614" y="702167"/>
                </a:lnTo>
                <a:lnTo>
                  <a:pt x="785783" y="700303"/>
                </a:lnTo>
                <a:lnTo>
                  <a:pt x="785961" y="698434"/>
                </a:lnTo>
                <a:lnTo>
                  <a:pt x="786130" y="696561"/>
                </a:lnTo>
                <a:lnTo>
                  <a:pt x="786299" y="694685"/>
                </a:lnTo>
                <a:lnTo>
                  <a:pt x="786477" y="692804"/>
                </a:lnTo>
                <a:lnTo>
                  <a:pt x="786646" y="690919"/>
                </a:lnTo>
                <a:lnTo>
                  <a:pt x="786824" y="689030"/>
                </a:lnTo>
                <a:lnTo>
                  <a:pt x="786993" y="687137"/>
                </a:lnTo>
                <a:lnTo>
                  <a:pt x="787162" y="685240"/>
                </a:lnTo>
                <a:lnTo>
                  <a:pt x="787340" y="683339"/>
                </a:lnTo>
                <a:lnTo>
                  <a:pt x="787509" y="681434"/>
                </a:lnTo>
                <a:lnTo>
                  <a:pt x="787678" y="679525"/>
                </a:lnTo>
                <a:lnTo>
                  <a:pt x="787856" y="677613"/>
                </a:lnTo>
                <a:lnTo>
                  <a:pt x="788025" y="675696"/>
                </a:lnTo>
                <a:lnTo>
                  <a:pt x="788203" y="673775"/>
                </a:lnTo>
                <a:lnTo>
                  <a:pt x="788372" y="671851"/>
                </a:lnTo>
                <a:lnTo>
                  <a:pt x="788541" y="669922"/>
                </a:lnTo>
                <a:lnTo>
                  <a:pt x="788719" y="667991"/>
                </a:lnTo>
                <a:lnTo>
                  <a:pt x="788888" y="666055"/>
                </a:lnTo>
                <a:lnTo>
                  <a:pt x="789057" y="664115"/>
                </a:lnTo>
                <a:lnTo>
                  <a:pt x="789235" y="662172"/>
                </a:lnTo>
                <a:lnTo>
                  <a:pt x="789404" y="660224"/>
                </a:lnTo>
                <a:lnTo>
                  <a:pt x="789582" y="658273"/>
                </a:lnTo>
                <a:lnTo>
                  <a:pt x="789751" y="656320"/>
                </a:lnTo>
                <a:lnTo>
                  <a:pt x="789920" y="654362"/>
                </a:lnTo>
                <a:lnTo>
                  <a:pt x="790098" y="652399"/>
                </a:lnTo>
                <a:lnTo>
                  <a:pt x="790267" y="650434"/>
                </a:lnTo>
                <a:lnTo>
                  <a:pt x="790436" y="648465"/>
                </a:lnTo>
                <a:lnTo>
                  <a:pt x="790614" y="646493"/>
                </a:lnTo>
                <a:lnTo>
                  <a:pt x="790783" y="644517"/>
                </a:lnTo>
                <a:lnTo>
                  <a:pt x="790952" y="642537"/>
                </a:lnTo>
                <a:lnTo>
                  <a:pt x="791130" y="640554"/>
                </a:lnTo>
                <a:lnTo>
                  <a:pt x="791299" y="638568"/>
                </a:lnTo>
                <a:lnTo>
                  <a:pt x="791477" y="636578"/>
                </a:lnTo>
                <a:lnTo>
                  <a:pt x="791646" y="634585"/>
                </a:lnTo>
                <a:lnTo>
                  <a:pt x="791815" y="632589"/>
                </a:lnTo>
                <a:lnTo>
                  <a:pt x="791993" y="630589"/>
                </a:lnTo>
                <a:lnTo>
                  <a:pt x="792162" y="628585"/>
                </a:lnTo>
                <a:lnTo>
                  <a:pt x="792331" y="626578"/>
                </a:lnTo>
                <a:lnTo>
                  <a:pt x="792509" y="624568"/>
                </a:lnTo>
                <a:lnTo>
                  <a:pt x="792678" y="622556"/>
                </a:lnTo>
                <a:lnTo>
                  <a:pt x="792856" y="620539"/>
                </a:lnTo>
                <a:lnTo>
                  <a:pt x="793025" y="618520"/>
                </a:lnTo>
                <a:lnTo>
                  <a:pt x="793194" y="616497"/>
                </a:lnTo>
                <a:lnTo>
                  <a:pt x="793372" y="614472"/>
                </a:lnTo>
                <a:lnTo>
                  <a:pt x="793541" y="612443"/>
                </a:lnTo>
                <a:lnTo>
                  <a:pt x="793710" y="610411"/>
                </a:lnTo>
                <a:lnTo>
                  <a:pt x="793888" y="608377"/>
                </a:lnTo>
                <a:lnTo>
                  <a:pt x="794057" y="606339"/>
                </a:lnTo>
                <a:lnTo>
                  <a:pt x="794235" y="604298"/>
                </a:lnTo>
                <a:lnTo>
                  <a:pt x="794404" y="602254"/>
                </a:lnTo>
                <a:lnTo>
                  <a:pt x="794573" y="600207"/>
                </a:lnTo>
                <a:lnTo>
                  <a:pt x="794751" y="598158"/>
                </a:lnTo>
                <a:lnTo>
                  <a:pt x="794920" y="596106"/>
                </a:lnTo>
                <a:lnTo>
                  <a:pt x="795089" y="594051"/>
                </a:lnTo>
                <a:lnTo>
                  <a:pt x="795267" y="591992"/>
                </a:lnTo>
                <a:lnTo>
                  <a:pt x="795436" y="589932"/>
                </a:lnTo>
                <a:lnTo>
                  <a:pt x="795605" y="587869"/>
                </a:lnTo>
                <a:lnTo>
                  <a:pt x="795783" y="585802"/>
                </a:lnTo>
                <a:lnTo>
                  <a:pt x="795952" y="583734"/>
                </a:lnTo>
                <a:lnTo>
                  <a:pt x="796130" y="581663"/>
                </a:lnTo>
                <a:lnTo>
                  <a:pt x="796299" y="579588"/>
                </a:lnTo>
                <a:lnTo>
                  <a:pt x="796468" y="577511"/>
                </a:lnTo>
                <a:lnTo>
                  <a:pt x="796646" y="575432"/>
                </a:lnTo>
                <a:lnTo>
                  <a:pt x="796815" y="573351"/>
                </a:lnTo>
                <a:lnTo>
                  <a:pt x="796984" y="571267"/>
                </a:lnTo>
                <a:lnTo>
                  <a:pt x="797162" y="569180"/>
                </a:lnTo>
                <a:lnTo>
                  <a:pt x="797331" y="567091"/>
                </a:lnTo>
                <a:lnTo>
                  <a:pt x="797509" y="565000"/>
                </a:lnTo>
                <a:lnTo>
                  <a:pt x="797678" y="562907"/>
                </a:lnTo>
                <a:lnTo>
                  <a:pt x="797847" y="560811"/>
                </a:lnTo>
                <a:lnTo>
                  <a:pt x="798025" y="558712"/>
                </a:lnTo>
                <a:lnTo>
                  <a:pt x="798194" y="556612"/>
                </a:lnTo>
                <a:lnTo>
                  <a:pt x="798363" y="554510"/>
                </a:lnTo>
                <a:lnTo>
                  <a:pt x="798541" y="552405"/>
                </a:lnTo>
                <a:lnTo>
                  <a:pt x="798710" y="550298"/>
                </a:lnTo>
                <a:lnTo>
                  <a:pt x="798879" y="548190"/>
                </a:lnTo>
                <a:lnTo>
                  <a:pt x="799057" y="546079"/>
                </a:lnTo>
                <a:lnTo>
                  <a:pt x="799226" y="543966"/>
                </a:lnTo>
                <a:lnTo>
                  <a:pt x="799404" y="541850"/>
                </a:lnTo>
                <a:lnTo>
                  <a:pt x="799573" y="539734"/>
                </a:lnTo>
                <a:lnTo>
                  <a:pt x="799742" y="537614"/>
                </a:lnTo>
                <a:lnTo>
                  <a:pt x="799920" y="535494"/>
                </a:lnTo>
                <a:lnTo>
                  <a:pt x="800089" y="533372"/>
                </a:lnTo>
                <a:lnTo>
                  <a:pt x="800258" y="531247"/>
                </a:lnTo>
                <a:lnTo>
                  <a:pt x="800436" y="529121"/>
                </a:lnTo>
                <a:lnTo>
                  <a:pt x="800605" y="526993"/>
                </a:lnTo>
                <a:lnTo>
                  <a:pt x="800783" y="524864"/>
                </a:lnTo>
                <a:lnTo>
                  <a:pt x="800952" y="522732"/>
                </a:lnTo>
                <a:lnTo>
                  <a:pt x="801121" y="520600"/>
                </a:lnTo>
                <a:lnTo>
                  <a:pt x="801299" y="518466"/>
                </a:lnTo>
                <a:lnTo>
                  <a:pt x="801468" y="516330"/>
                </a:lnTo>
                <a:lnTo>
                  <a:pt x="801637" y="514193"/>
                </a:lnTo>
                <a:lnTo>
                  <a:pt x="801815" y="512054"/>
                </a:lnTo>
                <a:lnTo>
                  <a:pt x="801984" y="509914"/>
                </a:lnTo>
                <a:lnTo>
                  <a:pt x="802162" y="507772"/>
                </a:lnTo>
                <a:lnTo>
                  <a:pt x="802331" y="505629"/>
                </a:lnTo>
                <a:lnTo>
                  <a:pt x="802500" y="503485"/>
                </a:lnTo>
                <a:lnTo>
                  <a:pt x="802678" y="501339"/>
                </a:lnTo>
                <a:lnTo>
                  <a:pt x="802847" y="499192"/>
                </a:lnTo>
                <a:lnTo>
                  <a:pt x="803016" y="497045"/>
                </a:lnTo>
                <a:lnTo>
                  <a:pt x="803194" y="494895"/>
                </a:lnTo>
                <a:lnTo>
                  <a:pt x="803363" y="492745"/>
                </a:lnTo>
                <a:lnTo>
                  <a:pt x="803532" y="490594"/>
                </a:lnTo>
                <a:lnTo>
                  <a:pt x="803710" y="488442"/>
                </a:lnTo>
                <a:lnTo>
                  <a:pt x="803879" y="486289"/>
                </a:lnTo>
                <a:lnTo>
                  <a:pt x="804057" y="484135"/>
                </a:lnTo>
                <a:lnTo>
                  <a:pt x="804226" y="481980"/>
                </a:lnTo>
                <a:lnTo>
                  <a:pt x="804395" y="479824"/>
                </a:lnTo>
                <a:lnTo>
                  <a:pt x="804573" y="477668"/>
                </a:lnTo>
                <a:lnTo>
                  <a:pt x="804742" y="475510"/>
                </a:lnTo>
                <a:lnTo>
                  <a:pt x="804911" y="473352"/>
                </a:lnTo>
                <a:lnTo>
                  <a:pt x="805089" y="471193"/>
                </a:lnTo>
                <a:lnTo>
                  <a:pt x="805258" y="469033"/>
                </a:lnTo>
                <a:lnTo>
                  <a:pt x="805436" y="466873"/>
                </a:lnTo>
                <a:lnTo>
                  <a:pt x="805605" y="464712"/>
                </a:lnTo>
                <a:lnTo>
                  <a:pt x="805774" y="462551"/>
                </a:lnTo>
                <a:lnTo>
                  <a:pt x="805952" y="460389"/>
                </a:lnTo>
                <a:lnTo>
                  <a:pt x="806121" y="458227"/>
                </a:lnTo>
                <a:lnTo>
                  <a:pt x="806290" y="456064"/>
                </a:lnTo>
                <a:lnTo>
                  <a:pt x="806468" y="453902"/>
                </a:lnTo>
                <a:lnTo>
                  <a:pt x="806637" y="451738"/>
                </a:lnTo>
                <a:lnTo>
                  <a:pt x="806806" y="449574"/>
                </a:lnTo>
                <a:lnTo>
                  <a:pt x="806984" y="447411"/>
                </a:lnTo>
                <a:lnTo>
                  <a:pt x="807153" y="445247"/>
                </a:lnTo>
                <a:lnTo>
                  <a:pt x="807331" y="443083"/>
                </a:lnTo>
                <a:lnTo>
                  <a:pt x="807500" y="440919"/>
                </a:lnTo>
                <a:lnTo>
                  <a:pt x="807669" y="438754"/>
                </a:lnTo>
                <a:lnTo>
                  <a:pt x="807847" y="436591"/>
                </a:lnTo>
                <a:lnTo>
                  <a:pt x="808016" y="434426"/>
                </a:lnTo>
                <a:lnTo>
                  <a:pt x="808185" y="432263"/>
                </a:lnTo>
                <a:lnTo>
                  <a:pt x="808363" y="430098"/>
                </a:lnTo>
                <a:lnTo>
                  <a:pt x="808532" y="427935"/>
                </a:lnTo>
                <a:lnTo>
                  <a:pt x="808710" y="425771"/>
                </a:lnTo>
                <a:lnTo>
                  <a:pt x="808879" y="423608"/>
                </a:lnTo>
                <a:lnTo>
                  <a:pt x="809048" y="421446"/>
                </a:lnTo>
                <a:lnTo>
                  <a:pt x="809226" y="419283"/>
                </a:lnTo>
                <a:lnTo>
                  <a:pt x="809395" y="417120"/>
                </a:lnTo>
                <a:lnTo>
                  <a:pt x="809564" y="414959"/>
                </a:lnTo>
                <a:lnTo>
                  <a:pt x="809742" y="412797"/>
                </a:lnTo>
                <a:lnTo>
                  <a:pt x="809911" y="410637"/>
                </a:lnTo>
                <a:lnTo>
                  <a:pt x="810088" y="408477"/>
                </a:lnTo>
                <a:lnTo>
                  <a:pt x="810258" y="406317"/>
                </a:lnTo>
                <a:lnTo>
                  <a:pt x="810427" y="404159"/>
                </a:lnTo>
                <a:lnTo>
                  <a:pt x="810605" y="402000"/>
                </a:lnTo>
                <a:lnTo>
                  <a:pt x="810774" y="399843"/>
                </a:lnTo>
                <a:lnTo>
                  <a:pt x="810943" y="397687"/>
                </a:lnTo>
                <a:lnTo>
                  <a:pt x="811121" y="395531"/>
                </a:lnTo>
                <a:lnTo>
                  <a:pt x="811290" y="393376"/>
                </a:lnTo>
                <a:lnTo>
                  <a:pt x="811459" y="391222"/>
                </a:lnTo>
                <a:lnTo>
                  <a:pt x="811636" y="389070"/>
                </a:lnTo>
                <a:lnTo>
                  <a:pt x="811806" y="386918"/>
                </a:lnTo>
                <a:lnTo>
                  <a:pt x="811983" y="384768"/>
                </a:lnTo>
                <a:lnTo>
                  <a:pt x="812153" y="382619"/>
                </a:lnTo>
                <a:lnTo>
                  <a:pt x="812322" y="380470"/>
                </a:lnTo>
                <a:lnTo>
                  <a:pt x="812499" y="378323"/>
                </a:lnTo>
                <a:lnTo>
                  <a:pt x="812668" y="376178"/>
                </a:lnTo>
                <a:lnTo>
                  <a:pt x="812838" y="374033"/>
                </a:lnTo>
                <a:lnTo>
                  <a:pt x="813015" y="371890"/>
                </a:lnTo>
                <a:lnTo>
                  <a:pt x="813185" y="369748"/>
                </a:lnTo>
                <a:lnTo>
                  <a:pt x="813362" y="367609"/>
                </a:lnTo>
                <a:lnTo>
                  <a:pt x="813531" y="365470"/>
                </a:lnTo>
                <a:lnTo>
                  <a:pt x="813700" y="363333"/>
                </a:lnTo>
                <a:lnTo>
                  <a:pt x="813878" y="361198"/>
                </a:lnTo>
                <a:lnTo>
                  <a:pt x="814047" y="359064"/>
                </a:lnTo>
                <a:lnTo>
                  <a:pt x="814216" y="356932"/>
                </a:lnTo>
                <a:lnTo>
                  <a:pt x="814394" y="354802"/>
                </a:lnTo>
                <a:lnTo>
                  <a:pt x="814563" y="352673"/>
                </a:lnTo>
                <a:lnTo>
                  <a:pt x="814733" y="350547"/>
                </a:lnTo>
                <a:lnTo>
                  <a:pt x="814910" y="348423"/>
                </a:lnTo>
                <a:lnTo>
                  <a:pt x="815079" y="346300"/>
                </a:lnTo>
                <a:lnTo>
                  <a:pt x="815257" y="344180"/>
                </a:lnTo>
                <a:lnTo>
                  <a:pt x="815426" y="342061"/>
                </a:lnTo>
                <a:lnTo>
                  <a:pt x="815595" y="339944"/>
                </a:lnTo>
                <a:lnTo>
                  <a:pt x="815773" y="337830"/>
                </a:lnTo>
                <a:lnTo>
                  <a:pt x="815942" y="335718"/>
                </a:lnTo>
                <a:lnTo>
                  <a:pt x="816111" y="333608"/>
                </a:lnTo>
                <a:lnTo>
                  <a:pt x="816289" y="331502"/>
                </a:lnTo>
                <a:lnTo>
                  <a:pt x="816458" y="329396"/>
                </a:lnTo>
                <a:lnTo>
                  <a:pt x="816636" y="327293"/>
                </a:lnTo>
                <a:lnTo>
                  <a:pt x="816805" y="325193"/>
                </a:lnTo>
                <a:lnTo>
                  <a:pt x="816974" y="323095"/>
                </a:lnTo>
                <a:lnTo>
                  <a:pt x="817152" y="321000"/>
                </a:lnTo>
                <a:lnTo>
                  <a:pt x="817321" y="318908"/>
                </a:lnTo>
                <a:lnTo>
                  <a:pt x="817490" y="316818"/>
                </a:lnTo>
                <a:lnTo>
                  <a:pt x="817668" y="314731"/>
                </a:lnTo>
                <a:lnTo>
                  <a:pt x="817837" y="312646"/>
                </a:lnTo>
                <a:lnTo>
                  <a:pt x="818015" y="310565"/>
                </a:lnTo>
                <a:lnTo>
                  <a:pt x="818184" y="308486"/>
                </a:lnTo>
                <a:lnTo>
                  <a:pt x="818353" y="306410"/>
                </a:lnTo>
                <a:lnTo>
                  <a:pt x="818531" y="304337"/>
                </a:lnTo>
                <a:lnTo>
                  <a:pt x="818700" y="302268"/>
                </a:lnTo>
                <a:lnTo>
                  <a:pt x="818869" y="300201"/>
                </a:lnTo>
                <a:lnTo>
                  <a:pt x="819047" y="298137"/>
                </a:lnTo>
                <a:lnTo>
                  <a:pt x="819216" y="296077"/>
                </a:lnTo>
                <a:lnTo>
                  <a:pt x="819385" y="294019"/>
                </a:lnTo>
                <a:lnTo>
                  <a:pt x="819563" y="291966"/>
                </a:lnTo>
                <a:lnTo>
                  <a:pt x="819732" y="289914"/>
                </a:lnTo>
                <a:lnTo>
                  <a:pt x="819910" y="287867"/>
                </a:lnTo>
                <a:lnTo>
                  <a:pt x="820079" y="285824"/>
                </a:lnTo>
                <a:lnTo>
                  <a:pt x="820248" y="283783"/>
                </a:lnTo>
                <a:lnTo>
                  <a:pt x="820426" y="281745"/>
                </a:lnTo>
                <a:lnTo>
                  <a:pt x="820595" y="279713"/>
                </a:lnTo>
                <a:lnTo>
                  <a:pt x="820764" y="277682"/>
                </a:lnTo>
                <a:lnTo>
                  <a:pt x="820942" y="275656"/>
                </a:lnTo>
                <a:lnTo>
                  <a:pt x="821111" y="273634"/>
                </a:lnTo>
                <a:lnTo>
                  <a:pt x="821289" y="271615"/>
                </a:lnTo>
                <a:lnTo>
                  <a:pt x="821458" y="269600"/>
                </a:lnTo>
                <a:lnTo>
                  <a:pt x="821627" y="267589"/>
                </a:lnTo>
                <a:lnTo>
                  <a:pt x="821805" y="265582"/>
                </a:lnTo>
                <a:lnTo>
                  <a:pt x="821974" y="263579"/>
                </a:lnTo>
                <a:lnTo>
                  <a:pt x="822143" y="261580"/>
                </a:lnTo>
                <a:lnTo>
                  <a:pt x="822321" y="259585"/>
                </a:lnTo>
                <a:lnTo>
                  <a:pt x="822490" y="257594"/>
                </a:lnTo>
                <a:lnTo>
                  <a:pt x="822668" y="255607"/>
                </a:lnTo>
                <a:lnTo>
                  <a:pt x="822837" y="253625"/>
                </a:lnTo>
                <a:lnTo>
                  <a:pt x="823006" y="251646"/>
                </a:lnTo>
                <a:lnTo>
                  <a:pt x="823184" y="249672"/>
                </a:lnTo>
                <a:lnTo>
                  <a:pt x="823353" y="247703"/>
                </a:lnTo>
                <a:lnTo>
                  <a:pt x="823522" y="245738"/>
                </a:lnTo>
                <a:lnTo>
                  <a:pt x="823700" y="243777"/>
                </a:lnTo>
                <a:lnTo>
                  <a:pt x="823869" y="241821"/>
                </a:lnTo>
                <a:lnTo>
                  <a:pt x="824038" y="239869"/>
                </a:lnTo>
                <a:lnTo>
                  <a:pt x="824216" y="237922"/>
                </a:lnTo>
                <a:lnTo>
                  <a:pt x="824385" y="235979"/>
                </a:lnTo>
                <a:lnTo>
                  <a:pt x="824563" y="234042"/>
                </a:lnTo>
                <a:lnTo>
                  <a:pt x="824732" y="232109"/>
                </a:lnTo>
                <a:lnTo>
                  <a:pt x="824901" y="230182"/>
                </a:lnTo>
                <a:lnTo>
                  <a:pt x="825079" y="228258"/>
                </a:lnTo>
                <a:lnTo>
                  <a:pt x="825248" y="226340"/>
                </a:lnTo>
                <a:lnTo>
                  <a:pt x="825417" y="224426"/>
                </a:lnTo>
                <a:lnTo>
                  <a:pt x="825595" y="222518"/>
                </a:lnTo>
                <a:lnTo>
                  <a:pt x="825764" y="220615"/>
                </a:lnTo>
                <a:lnTo>
                  <a:pt x="825942" y="218718"/>
                </a:lnTo>
                <a:lnTo>
                  <a:pt x="826111" y="216824"/>
                </a:lnTo>
                <a:lnTo>
                  <a:pt x="826280" y="214937"/>
                </a:lnTo>
                <a:lnTo>
                  <a:pt x="826458" y="213054"/>
                </a:lnTo>
                <a:lnTo>
                  <a:pt x="826627" y="211177"/>
                </a:lnTo>
                <a:lnTo>
                  <a:pt x="826796" y="209306"/>
                </a:lnTo>
                <a:lnTo>
                  <a:pt x="826974" y="207440"/>
                </a:lnTo>
                <a:lnTo>
                  <a:pt x="827143" y="205578"/>
                </a:lnTo>
                <a:lnTo>
                  <a:pt x="827312" y="203724"/>
                </a:lnTo>
                <a:lnTo>
                  <a:pt x="827490" y="201874"/>
                </a:lnTo>
                <a:lnTo>
                  <a:pt x="827659" y="200030"/>
                </a:lnTo>
                <a:lnTo>
                  <a:pt x="827837" y="198191"/>
                </a:lnTo>
                <a:lnTo>
                  <a:pt x="828006" y="196358"/>
                </a:lnTo>
                <a:lnTo>
                  <a:pt x="828175" y="194532"/>
                </a:lnTo>
                <a:lnTo>
                  <a:pt x="828353" y="192711"/>
                </a:lnTo>
                <a:lnTo>
                  <a:pt x="828522" y="190895"/>
                </a:lnTo>
                <a:lnTo>
                  <a:pt x="828691" y="189085"/>
                </a:lnTo>
                <a:lnTo>
                  <a:pt x="828869" y="187282"/>
                </a:lnTo>
                <a:lnTo>
                  <a:pt x="829038" y="185485"/>
                </a:lnTo>
                <a:lnTo>
                  <a:pt x="829216" y="183693"/>
                </a:lnTo>
                <a:lnTo>
                  <a:pt x="829385" y="181908"/>
                </a:lnTo>
                <a:lnTo>
                  <a:pt x="829554" y="180129"/>
                </a:lnTo>
                <a:lnTo>
                  <a:pt x="829732" y="178356"/>
                </a:lnTo>
                <a:lnTo>
                  <a:pt x="829901" y="176589"/>
                </a:lnTo>
                <a:lnTo>
                  <a:pt x="830070" y="174829"/>
                </a:lnTo>
                <a:lnTo>
                  <a:pt x="830248" y="173075"/>
                </a:lnTo>
                <a:lnTo>
                  <a:pt x="830417" y="171327"/>
                </a:lnTo>
                <a:lnTo>
                  <a:pt x="830595" y="169586"/>
                </a:lnTo>
                <a:lnTo>
                  <a:pt x="830764" y="167851"/>
                </a:lnTo>
                <a:lnTo>
                  <a:pt x="830933" y="166124"/>
                </a:lnTo>
                <a:lnTo>
                  <a:pt x="831111" y="164402"/>
                </a:lnTo>
                <a:lnTo>
                  <a:pt x="831280" y="162687"/>
                </a:lnTo>
                <a:lnTo>
                  <a:pt x="831449" y="160979"/>
                </a:lnTo>
                <a:lnTo>
                  <a:pt x="831627" y="159277"/>
                </a:lnTo>
                <a:lnTo>
                  <a:pt x="831796" y="157582"/>
                </a:lnTo>
                <a:lnTo>
                  <a:pt x="831965" y="155894"/>
                </a:lnTo>
                <a:lnTo>
                  <a:pt x="832143" y="154213"/>
                </a:lnTo>
                <a:lnTo>
                  <a:pt x="832312" y="152539"/>
                </a:lnTo>
                <a:lnTo>
                  <a:pt x="832490" y="150872"/>
                </a:lnTo>
                <a:lnTo>
                  <a:pt x="832659" y="149211"/>
                </a:lnTo>
                <a:lnTo>
                  <a:pt x="832828" y="147558"/>
                </a:lnTo>
                <a:lnTo>
                  <a:pt x="833006" y="145912"/>
                </a:lnTo>
                <a:lnTo>
                  <a:pt x="833175" y="144273"/>
                </a:lnTo>
                <a:lnTo>
                  <a:pt x="833344" y="142641"/>
                </a:lnTo>
                <a:lnTo>
                  <a:pt x="833522" y="141017"/>
                </a:lnTo>
                <a:lnTo>
                  <a:pt x="833691" y="139400"/>
                </a:lnTo>
                <a:lnTo>
                  <a:pt x="833869" y="137789"/>
                </a:lnTo>
                <a:lnTo>
                  <a:pt x="834038" y="136187"/>
                </a:lnTo>
                <a:lnTo>
                  <a:pt x="834207" y="134592"/>
                </a:lnTo>
                <a:lnTo>
                  <a:pt x="834385" y="133004"/>
                </a:lnTo>
                <a:lnTo>
                  <a:pt x="834554" y="131424"/>
                </a:lnTo>
                <a:lnTo>
                  <a:pt x="834723" y="129852"/>
                </a:lnTo>
                <a:lnTo>
                  <a:pt x="834901" y="128286"/>
                </a:lnTo>
                <a:lnTo>
                  <a:pt x="835070" y="126729"/>
                </a:lnTo>
                <a:lnTo>
                  <a:pt x="835239" y="125179"/>
                </a:lnTo>
                <a:lnTo>
                  <a:pt x="835417" y="123637"/>
                </a:lnTo>
                <a:lnTo>
                  <a:pt x="835586" y="122103"/>
                </a:lnTo>
                <a:lnTo>
                  <a:pt x="835764" y="120576"/>
                </a:lnTo>
                <a:lnTo>
                  <a:pt x="835933" y="119058"/>
                </a:lnTo>
                <a:lnTo>
                  <a:pt x="836102" y="117547"/>
                </a:lnTo>
                <a:lnTo>
                  <a:pt x="836280" y="116045"/>
                </a:lnTo>
                <a:lnTo>
                  <a:pt x="836449" y="114550"/>
                </a:lnTo>
                <a:lnTo>
                  <a:pt x="836618" y="113062"/>
                </a:lnTo>
                <a:lnTo>
                  <a:pt x="836796" y="111584"/>
                </a:lnTo>
                <a:lnTo>
                  <a:pt x="836965" y="110113"/>
                </a:lnTo>
                <a:lnTo>
                  <a:pt x="837143" y="108652"/>
                </a:lnTo>
                <a:lnTo>
                  <a:pt x="837312" y="107197"/>
                </a:lnTo>
                <a:lnTo>
                  <a:pt x="837481" y="105751"/>
                </a:lnTo>
                <a:lnTo>
                  <a:pt x="837659" y="104313"/>
                </a:lnTo>
                <a:lnTo>
                  <a:pt x="837828" y="102884"/>
                </a:lnTo>
                <a:lnTo>
                  <a:pt x="837997" y="101462"/>
                </a:lnTo>
                <a:lnTo>
                  <a:pt x="838175" y="100051"/>
                </a:lnTo>
                <a:lnTo>
                  <a:pt x="838344" y="98646"/>
                </a:lnTo>
                <a:lnTo>
                  <a:pt x="838522" y="97250"/>
                </a:lnTo>
                <a:lnTo>
                  <a:pt x="838691" y="95863"/>
                </a:lnTo>
                <a:lnTo>
                  <a:pt x="838860" y="94484"/>
                </a:lnTo>
                <a:lnTo>
                  <a:pt x="839038" y="93114"/>
                </a:lnTo>
                <a:lnTo>
                  <a:pt x="839207" y="91753"/>
                </a:lnTo>
                <a:lnTo>
                  <a:pt x="839376" y="90401"/>
                </a:lnTo>
                <a:lnTo>
                  <a:pt x="839554" y="89056"/>
                </a:lnTo>
                <a:lnTo>
                  <a:pt x="839723" y="87721"/>
                </a:lnTo>
                <a:lnTo>
                  <a:pt x="839892" y="86394"/>
                </a:lnTo>
                <a:lnTo>
                  <a:pt x="840070" y="85077"/>
                </a:lnTo>
                <a:lnTo>
                  <a:pt x="840239" y="83768"/>
                </a:lnTo>
                <a:lnTo>
                  <a:pt x="840417" y="82468"/>
                </a:lnTo>
                <a:lnTo>
                  <a:pt x="840586" y="81178"/>
                </a:lnTo>
                <a:lnTo>
                  <a:pt x="840755" y="79896"/>
                </a:lnTo>
                <a:lnTo>
                  <a:pt x="840933" y="78623"/>
                </a:lnTo>
                <a:lnTo>
                  <a:pt x="841102" y="77358"/>
                </a:lnTo>
                <a:lnTo>
                  <a:pt x="841271" y="76104"/>
                </a:lnTo>
                <a:lnTo>
                  <a:pt x="841448" y="74858"/>
                </a:lnTo>
                <a:lnTo>
                  <a:pt x="841618" y="73622"/>
                </a:lnTo>
                <a:lnTo>
                  <a:pt x="841795" y="72395"/>
                </a:lnTo>
                <a:lnTo>
                  <a:pt x="841965" y="71177"/>
                </a:lnTo>
                <a:lnTo>
                  <a:pt x="842134" y="69968"/>
                </a:lnTo>
                <a:lnTo>
                  <a:pt x="842312" y="68769"/>
                </a:lnTo>
                <a:lnTo>
                  <a:pt x="842480" y="67579"/>
                </a:lnTo>
                <a:lnTo>
                  <a:pt x="842650" y="66398"/>
                </a:lnTo>
                <a:lnTo>
                  <a:pt x="842827" y="65227"/>
                </a:lnTo>
                <a:lnTo>
                  <a:pt x="842996" y="64065"/>
                </a:lnTo>
                <a:lnTo>
                  <a:pt x="843174" y="62913"/>
                </a:lnTo>
                <a:lnTo>
                  <a:pt x="843343" y="61770"/>
                </a:lnTo>
                <a:lnTo>
                  <a:pt x="843513" y="60637"/>
                </a:lnTo>
                <a:lnTo>
                  <a:pt x="843690" y="59513"/>
                </a:lnTo>
                <a:lnTo>
                  <a:pt x="843859" y="58399"/>
                </a:lnTo>
                <a:lnTo>
                  <a:pt x="844028" y="57295"/>
                </a:lnTo>
                <a:lnTo>
                  <a:pt x="844206" y="56201"/>
                </a:lnTo>
                <a:lnTo>
                  <a:pt x="844375" y="55115"/>
                </a:lnTo>
                <a:lnTo>
                  <a:pt x="844545" y="54041"/>
                </a:lnTo>
                <a:lnTo>
                  <a:pt x="844722" y="52975"/>
                </a:lnTo>
                <a:lnTo>
                  <a:pt x="844891" y="51920"/>
                </a:lnTo>
                <a:lnTo>
                  <a:pt x="845069" y="50874"/>
                </a:lnTo>
                <a:lnTo>
                  <a:pt x="845238" y="49838"/>
                </a:lnTo>
                <a:lnTo>
                  <a:pt x="845407" y="48812"/>
                </a:lnTo>
                <a:lnTo>
                  <a:pt x="845585" y="47796"/>
                </a:lnTo>
                <a:lnTo>
                  <a:pt x="845754" y="46790"/>
                </a:lnTo>
                <a:lnTo>
                  <a:pt x="845923" y="45794"/>
                </a:lnTo>
                <a:lnTo>
                  <a:pt x="846101" y="44808"/>
                </a:lnTo>
                <a:lnTo>
                  <a:pt x="846270" y="43832"/>
                </a:lnTo>
                <a:lnTo>
                  <a:pt x="846448" y="42867"/>
                </a:lnTo>
                <a:lnTo>
                  <a:pt x="846617" y="41910"/>
                </a:lnTo>
                <a:lnTo>
                  <a:pt x="846786" y="40966"/>
                </a:lnTo>
                <a:lnTo>
                  <a:pt x="846964" y="40030"/>
                </a:lnTo>
                <a:lnTo>
                  <a:pt x="847133" y="39105"/>
                </a:lnTo>
                <a:lnTo>
                  <a:pt x="847302" y="38190"/>
                </a:lnTo>
                <a:lnTo>
                  <a:pt x="847480" y="37285"/>
                </a:lnTo>
                <a:lnTo>
                  <a:pt x="847649" y="36391"/>
                </a:lnTo>
                <a:lnTo>
                  <a:pt x="847818" y="35507"/>
                </a:lnTo>
                <a:lnTo>
                  <a:pt x="847996" y="34633"/>
                </a:lnTo>
                <a:lnTo>
                  <a:pt x="848165" y="33769"/>
                </a:lnTo>
                <a:lnTo>
                  <a:pt x="848343" y="32916"/>
                </a:lnTo>
                <a:lnTo>
                  <a:pt x="848512" y="32074"/>
                </a:lnTo>
                <a:lnTo>
                  <a:pt x="848681" y="31242"/>
                </a:lnTo>
                <a:lnTo>
                  <a:pt x="848859" y="30420"/>
                </a:lnTo>
                <a:lnTo>
                  <a:pt x="849028" y="29609"/>
                </a:lnTo>
                <a:lnTo>
                  <a:pt x="849197" y="28809"/>
                </a:lnTo>
                <a:lnTo>
                  <a:pt x="849375" y="28019"/>
                </a:lnTo>
                <a:lnTo>
                  <a:pt x="849544" y="27238"/>
                </a:lnTo>
                <a:lnTo>
                  <a:pt x="849722" y="26470"/>
                </a:lnTo>
                <a:lnTo>
                  <a:pt x="849891" y="25712"/>
                </a:lnTo>
                <a:lnTo>
                  <a:pt x="850060" y="24964"/>
                </a:lnTo>
                <a:lnTo>
                  <a:pt x="850238" y="24227"/>
                </a:lnTo>
                <a:lnTo>
                  <a:pt x="850407" y="23500"/>
                </a:lnTo>
                <a:lnTo>
                  <a:pt x="850576" y="22785"/>
                </a:lnTo>
                <a:lnTo>
                  <a:pt x="850754" y="22080"/>
                </a:lnTo>
                <a:lnTo>
                  <a:pt x="850923" y="21385"/>
                </a:lnTo>
                <a:lnTo>
                  <a:pt x="851101" y="20702"/>
                </a:lnTo>
                <a:lnTo>
                  <a:pt x="851270" y="20030"/>
                </a:lnTo>
                <a:lnTo>
                  <a:pt x="851439" y="19368"/>
                </a:lnTo>
                <a:lnTo>
                  <a:pt x="851617" y="18717"/>
                </a:lnTo>
                <a:lnTo>
                  <a:pt x="851786" y="18077"/>
                </a:lnTo>
                <a:lnTo>
                  <a:pt x="851955" y="17447"/>
                </a:lnTo>
                <a:lnTo>
                  <a:pt x="852133" y="16829"/>
                </a:lnTo>
                <a:lnTo>
                  <a:pt x="852302" y="16222"/>
                </a:lnTo>
                <a:lnTo>
                  <a:pt x="852471" y="15625"/>
                </a:lnTo>
                <a:lnTo>
                  <a:pt x="852649" y="15040"/>
                </a:lnTo>
                <a:lnTo>
                  <a:pt x="852818" y="14465"/>
                </a:lnTo>
                <a:lnTo>
                  <a:pt x="852996" y="13901"/>
                </a:lnTo>
                <a:lnTo>
                  <a:pt x="853165" y="13348"/>
                </a:lnTo>
                <a:lnTo>
                  <a:pt x="853334" y="12807"/>
                </a:lnTo>
                <a:lnTo>
                  <a:pt x="853512" y="12276"/>
                </a:lnTo>
                <a:lnTo>
                  <a:pt x="853681" y="11756"/>
                </a:lnTo>
                <a:lnTo>
                  <a:pt x="853850" y="11248"/>
                </a:lnTo>
                <a:lnTo>
                  <a:pt x="854028" y="10750"/>
                </a:lnTo>
                <a:lnTo>
                  <a:pt x="854197" y="10264"/>
                </a:lnTo>
                <a:lnTo>
                  <a:pt x="854375" y="9789"/>
                </a:lnTo>
                <a:lnTo>
                  <a:pt x="854544" y="9324"/>
                </a:lnTo>
                <a:lnTo>
                  <a:pt x="854713" y="8871"/>
                </a:lnTo>
                <a:lnTo>
                  <a:pt x="854891" y="8429"/>
                </a:lnTo>
                <a:lnTo>
                  <a:pt x="855060" y="7999"/>
                </a:lnTo>
                <a:lnTo>
                  <a:pt x="855229" y="7579"/>
                </a:lnTo>
                <a:lnTo>
                  <a:pt x="855407" y="7171"/>
                </a:lnTo>
                <a:lnTo>
                  <a:pt x="855576" y="6774"/>
                </a:lnTo>
                <a:lnTo>
                  <a:pt x="855745" y="6388"/>
                </a:lnTo>
                <a:lnTo>
                  <a:pt x="855923" y="6013"/>
                </a:lnTo>
                <a:lnTo>
                  <a:pt x="856092" y="5650"/>
                </a:lnTo>
                <a:lnTo>
                  <a:pt x="856270" y="5297"/>
                </a:lnTo>
                <a:lnTo>
                  <a:pt x="856439" y="4956"/>
                </a:lnTo>
                <a:lnTo>
                  <a:pt x="856608" y="4627"/>
                </a:lnTo>
                <a:lnTo>
                  <a:pt x="856786" y="4308"/>
                </a:lnTo>
                <a:lnTo>
                  <a:pt x="856955" y="4001"/>
                </a:lnTo>
                <a:lnTo>
                  <a:pt x="857124" y="3705"/>
                </a:lnTo>
                <a:lnTo>
                  <a:pt x="857302" y="3420"/>
                </a:lnTo>
                <a:lnTo>
                  <a:pt x="857471" y="3147"/>
                </a:lnTo>
                <a:lnTo>
                  <a:pt x="857649" y="2885"/>
                </a:lnTo>
                <a:lnTo>
                  <a:pt x="857818" y="2635"/>
                </a:lnTo>
                <a:lnTo>
                  <a:pt x="857987" y="2395"/>
                </a:lnTo>
                <a:lnTo>
                  <a:pt x="858165" y="2168"/>
                </a:lnTo>
                <a:lnTo>
                  <a:pt x="858334" y="1951"/>
                </a:lnTo>
                <a:lnTo>
                  <a:pt x="858503" y="1746"/>
                </a:lnTo>
                <a:lnTo>
                  <a:pt x="858681" y="1552"/>
                </a:lnTo>
                <a:lnTo>
                  <a:pt x="858850" y="1369"/>
                </a:lnTo>
                <a:lnTo>
                  <a:pt x="859028" y="1198"/>
                </a:lnTo>
                <a:lnTo>
                  <a:pt x="859197" y="1039"/>
                </a:lnTo>
                <a:lnTo>
                  <a:pt x="859366" y="890"/>
                </a:lnTo>
                <a:lnTo>
                  <a:pt x="859544" y="753"/>
                </a:lnTo>
                <a:lnTo>
                  <a:pt x="859713" y="628"/>
                </a:lnTo>
                <a:lnTo>
                  <a:pt x="859882" y="514"/>
                </a:lnTo>
                <a:lnTo>
                  <a:pt x="860060" y="411"/>
                </a:lnTo>
                <a:lnTo>
                  <a:pt x="860229" y="320"/>
                </a:lnTo>
                <a:lnTo>
                  <a:pt x="860398" y="240"/>
                </a:lnTo>
                <a:lnTo>
                  <a:pt x="860576" y="171"/>
                </a:lnTo>
                <a:lnTo>
                  <a:pt x="860745" y="114"/>
                </a:lnTo>
                <a:lnTo>
                  <a:pt x="860923" y="69"/>
                </a:lnTo>
                <a:lnTo>
                  <a:pt x="861092" y="34"/>
                </a:lnTo>
                <a:lnTo>
                  <a:pt x="861261" y="11"/>
                </a:lnTo>
                <a:lnTo>
                  <a:pt x="861439" y="0"/>
                </a:lnTo>
                <a:lnTo>
                  <a:pt x="861608" y="0"/>
                </a:lnTo>
                <a:lnTo>
                  <a:pt x="861777" y="11"/>
                </a:lnTo>
                <a:lnTo>
                  <a:pt x="861955" y="34"/>
                </a:lnTo>
                <a:lnTo>
                  <a:pt x="862124" y="69"/>
                </a:lnTo>
                <a:lnTo>
                  <a:pt x="862302" y="114"/>
                </a:lnTo>
                <a:lnTo>
                  <a:pt x="862471" y="171"/>
                </a:lnTo>
                <a:lnTo>
                  <a:pt x="862640" y="240"/>
                </a:lnTo>
                <a:lnTo>
                  <a:pt x="862818" y="320"/>
                </a:lnTo>
                <a:lnTo>
                  <a:pt x="862987" y="411"/>
                </a:lnTo>
                <a:lnTo>
                  <a:pt x="863156" y="514"/>
                </a:lnTo>
                <a:lnTo>
                  <a:pt x="863334" y="628"/>
                </a:lnTo>
                <a:lnTo>
                  <a:pt x="863503" y="753"/>
                </a:lnTo>
                <a:lnTo>
                  <a:pt x="863672" y="890"/>
                </a:lnTo>
                <a:lnTo>
                  <a:pt x="863850" y="1039"/>
                </a:lnTo>
                <a:lnTo>
                  <a:pt x="864019" y="1198"/>
                </a:lnTo>
                <a:lnTo>
                  <a:pt x="864197" y="1369"/>
                </a:lnTo>
                <a:lnTo>
                  <a:pt x="864366" y="1552"/>
                </a:lnTo>
                <a:lnTo>
                  <a:pt x="864535" y="1746"/>
                </a:lnTo>
                <a:lnTo>
                  <a:pt x="864713" y="1951"/>
                </a:lnTo>
                <a:lnTo>
                  <a:pt x="864882" y="2168"/>
                </a:lnTo>
                <a:lnTo>
                  <a:pt x="865051" y="2395"/>
                </a:lnTo>
                <a:lnTo>
                  <a:pt x="865229" y="2635"/>
                </a:lnTo>
                <a:lnTo>
                  <a:pt x="865398" y="2885"/>
                </a:lnTo>
                <a:lnTo>
                  <a:pt x="865576" y="3147"/>
                </a:lnTo>
                <a:lnTo>
                  <a:pt x="865745" y="3420"/>
                </a:lnTo>
                <a:lnTo>
                  <a:pt x="865914" y="3705"/>
                </a:lnTo>
                <a:lnTo>
                  <a:pt x="866092" y="4001"/>
                </a:lnTo>
                <a:lnTo>
                  <a:pt x="866261" y="4308"/>
                </a:lnTo>
                <a:lnTo>
                  <a:pt x="866430" y="4627"/>
                </a:lnTo>
                <a:lnTo>
                  <a:pt x="866608" y="4956"/>
                </a:lnTo>
                <a:lnTo>
                  <a:pt x="866777" y="5297"/>
                </a:lnTo>
                <a:lnTo>
                  <a:pt x="866955" y="5650"/>
                </a:lnTo>
                <a:lnTo>
                  <a:pt x="867124" y="6013"/>
                </a:lnTo>
                <a:lnTo>
                  <a:pt x="867293" y="6388"/>
                </a:lnTo>
                <a:lnTo>
                  <a:pt x="867471" y="6774"/>
                </a:lnTo>
                <a:lnTo>
                  <a:pt x="867640" y="7171"/>
                </a:lnTo>
                <a:lnTo>
                  <a:pt x="867809" y="7579"/>
                </a:lnTo>
                <a:lnTo>
                  <a:pt x="867987" y="7999"/>
                </a:lnTo>
                <a:lnTo>
                  <a:pt x="868156" y="8429"/>
                </a:lnTo>
                <a:lnTo>
                  <a:pt x="868325" y="8871"/>
                </a:lnTo>
                <a:lnTo>
                  <a:pt x="868503" y="9324"/>
                </a:lnTo>
                <a:lnTo>
                  <a:pt x="868672" y="9789"/>
                </a:lnTo>
                <a:lnTo>
                  <a:pt x="868850" y="10264"/>
                </a:lnTo>
                <a:lnTo>
                  <a:pt x="869019" y="10750"/>
                </a:lnTo>
                <a:lnTo>
                  <a:pt x="869188" y="11248"/>
                </a:lnTo>
                <a:lnTo>
                  <a:pt x="869366" y="11756"/>
                </a:lnTo>
                <a:lnTo>
                  <a:pt x="869535" y="12276"/>
                </a:lnTo>
                <a:lnTo>
                  <a:pt x="869704" y="12807"/>
                </a:lnTo>
                <a:lnTo>
                  <a:pt x="869882" y="13348"/>
                </a:lnTo>
                <a:lnTo>
                  <a:pt x="870051" y="13901"/>
                </a:lnTo>
                <a:lnTo>
                  <a:pt x="870229" y="14465"/>
                </a:lnTo>
                <a:lnTo>
                  <a:pt x="870398" y="15040"/>
                </a:lnTo>
                <a:lnTo>
                  <a:pt x="870567" y="15625"/>
                </a:lnTo>
                <a:lnTo>
                  <a:pt x="870745" y="16222"/>
                </a:lnTo>
                <a:lnTo>
                  <a:pt x="870914" y="16829"/>
                </a:lnTo>
                <a:lnTo>
                  <a:pt x="871083" y="17447"/>
                </a:lnTo>
                <a:lnTo>
                  <a:pt x="871260" y="18077"/>
                </a:lnTo>
                <a:lnTo>
                  <a:pt x="871430" y="18717"/>
                </a:lnTo>
                <a:lnTo>
                  <a:pt x="871607" y="19368"/>
                </a:lnTo>
                <a:lnTo>
                  <a:pt x="871777" y="20030"/>
                </a:lnTo>
                <a:lnTo>
                  <a:pt x="871946" y="20702"/>
                </a:lnTo>
                <a:lnTo>
                  <a:pt x="872124" y="21385"/>
                </a:lnTo>
                <a:lnTo>
                  <a:pt x="872293" y="22080"/>
                </a:lnTo>
                <a:lnTo>
                  <a:pt x="872462" y="22785"/>
                </a:lnTo>
                <a:lnTo>
                  <a:pt x="872639" y="23500"/>
                </a:lnTo>
                <a:lnTo>
                  <a:pt x="872808" y="24227"/>
                </a:lnTo>
                <a:lnTo>
                  <a:pt x="872978" y="24964"/>
                </a:lnTo>
                <a:lnTo>
                  <a:pt x="873155" y="25712"/>
                </a:lnTo>
                <a:lnTo>
                  <a:pt x="873325" y="26470"/>
                </a:lnTo>
                <a:lnTo>
                  <a:pt x="873502" y="27238"/>
                </a:lnTo>
                <a:lnTo>
                  <a:pt x="873671" y="28019"/>
                </a:lnTo>
                <a:lnTo>
                  <a:pt x="873840" y="28809"/>
                </a:lnTo>
                <a:lnTo>
                  <a:pt x="874018" y="29609"/>
                </a:lnTo>
                <a:lnTo>
                  <a:pt x="874187" y="30420"/>
                </a:lnTo>
                <a:lnTo>
                  <a:pt x="874356" y="31242"/>
                </a:lnTo>
                <a:lnTo>
                  <a:pt x="874534" y="32074"/>
                </a:lnTo>
                <a:lnTo>
                  <a:pt x="874703" y="32916"/>
                </a:lnTo>
                <a:lnTo>
                  <a:pt x="874881" y="33769"/>
                </a:lnTo>
                <a:lnTo>
                  <a:pt x="875050" y="34633"/>
                </a:lnTo>
                <a:lnTo>
                  <a:pt x="875219" y="35507"/>
                </a:lnTo>
                <a:lnTo>
                  <a:pt x="875397" y="36391"/>
                </a:lnTo>
                <a:lnTo>
                  <a:pt x="875566" y="37285"/>
                </a:lnTo>
                <a:lnTo>
                  <a:pt x="875735" y="38190"/>
                </a:lnTo>
                <a:lnTo>
                  <a:pt x="875913" y="39105"/>
                </a:lnTo>
                <a:lnTo>
                  <a:pt x="876082" y="40030"/>
                </a:lnTo>
                <a:lnTo>
                  <a:pt x="876251" y="40966"/>
                </a:lnTo>
                <a:lnTo>
                  <a:pt x="876429" y="41910"/>
                </a:lnTo>
                <a:lnTo>
                  <a:pt x="876598" y="42867"/>
                </a:lnTo>
                <a:lnTo>
                  <a:pt x="876776" y="43832"/>
                </a:lnTo>
                <a:lnTo>
                  <a:pt x="876945" y="44808"/>
                </a:lnTo>
                <a:lnTo>
                  <a:pt x="877114" y="45794"/>
                </a:lnTo>
                <a:lnTo>
                  <a:pt x="877292" y="46790"/>
                </a:lnTo>
                <a:lnTo>
                  <a:pt x="877461" y="47796"/>
                </a:lnTo>
                <a:lnTo>
                  <a:pt x="877630" y="48812"/>
                </a:lnTo>
                <a:lnTo>
                  <a:pt x="877808" y="49838"/>
                </a:lnTo>
                <a:lnTo>
                  <a:pt x="877977" y="50874"/>
                </a:lnTo>
                <a:lnTo>
                  <a:pt x="878155" y="51920"/>
                </a:lnTo>
                <a:lnTo>
                  <a:pt x="878324" y="52975"/>
                </a:lnTo>
                <a:lnTo>
                  <a:pt x="878493" y="54041"/>
                </a:lnTo>
                <a:lnTo>
                  <a:pt x="878671" y="55115"/>
                </a:lnTo>
                <a:lnTo>
                  <a:pt x="878840" y="56201"/>
                </a:lnTo>
                <a:lnTo>
                  <a:pt x="879009" y="57295"/>
                </a:lnTo>
                <a:lnTo>
                  <a:pt x="879187" y="58399"/>
                </a:lnTo>
                <a:lnTo>
                  <a:pt x="879356" y="59513"/>
                </a:lnTo>
                <a:lnTo>
                  <a:pt x="879534" y="60637"/>
                </a:lnTo>
                <a:lnTo>
                  <a:pt x="879703" y="61770"/>
                </a:lnTo>
                <a:lnTo>
                  <a:pt x="879872" y="62913"/>
                </a:lnTo>
                <a:lnTo>
                  <a:pt x="880050" y="64065"/>
                </a:lnTo>
                <a:lnTo>
                  <a:pt x="880219" y="65227"/>
                </a:lnTo>
                <a:lnTo>
                  <a:pt x="880388" y="66398"/>
                </a:lnTo>
                <a:lnTo>
                  <a:pt x="880566" y="67579"/>
                </a:lnTo>
                <a:lnTo>
                  <a:pt x="880735" y="68769"/>
                </a:lnTo>
                <a:lnTo>
                  <a:pt x="880904" y="69968"/>
                </a:lnTo>
                <a:lnTo>
                  <a:pt x="881082" y="71177"/>
                </a:lnTo>
                <a:lnTo>
                  <a:pt x="881251" y="72395"/>
                </a:lnTo>
                <a:lnTo>
                  <a:pt x="881429" y="73622"/>
                </a:lnTo>
                <a:lnTo>
                  <a:pt x="881598" y="74858"/>
                </a:lnTo>
                <a:lnTo>
                  <a:pt x="881767" y="76104"/>
                </a:lnTo>
                <a:lnTo>
                  <a:pt x="881945" y="77358"/>
                </a:lnTo>
                <a:lnTo>
                  <a:pt x="882114" y="78623"/>
                </a:lnTo>
                <a:lnTo>
                  <a:pt x="882283" y="79896"/>
                </a:lnTo>
                <a:lnTo>
                  <a:pt x="882461" y="81178"/>
                </a:lnTo>
                <a:lnTo>
                  <a:pt x="882630" y="82468"/>
                </a:lnTo>
                <a:lnTo>
                  <a:pt x="882808" y="83768"/>
                </a:lnTo>
                <a:lnTo>
                  <a:pt x="882977" y="85077"/>
                </a:lnTo>
                <a:lnTo>
                  <a:pt x="883146" y="86394"/>
                </a:lnTo>
                <a:lnTo>
                  <a:pt x="883324" y="87721"/>
                </a:lnTo>
                <a:lnTo>
                  <a:pt x="883493" y="89056"/>
                </a:lnTo>
                <a:lnTo>
                  <a:pt x="883662" y="90401"/>
                </a:lnTo>
                <a:lnTo>
                  <a:pt x="883840" y="91753"/>
                </a:lnTo>
                <a:lnTo>
                  <a:pt x="884009" y="93114"/>
                </a:lnTo>
                <a:lnTo>
                  <a:pt x="884178" y="94484"/>
                </a:lnTo>
                <a:lnTo>
                  <a:pt x="884356" y="95863"/>
                </a:lnTo>
                <a:lnTo>
                  <a:pt x="884525" y="97250"/>
                </a:lnTo>
                <a:lnTo>
                  <a:pt x="884703" y="98646"/>
                </a:lnTo>
                <a:lnTo>
                  <a:pt x="884872" y="100051"/>
                </a:lnTo>
                <a:lnTo>
                  <a:pt x="885041" y="101462"/>
                </a:lnTo>
                <a:lnTo>
                  <a:pt x="885219" y="102884"/>
                </a:lnTo>
                <a:lnTo>
                  <a:pt x="885388" y="104313"/>
                </a:lnTo>
                <a:lnTo>
                  <a:pt x="885557" y="105751"/>
                </a:lnTo>
                <a:lnTo>
                  <a:pt x="885735" y="107197"/>
                </a:lnTo>
                <a:lnTo>
                  <a:pt x="885904" y="108652"/>
                </a:lnTo>
                <a:lnTo>
                  <a:pt x="886082" y="110113"/>
                </a:lnTo>
                <a:lnTo>
                  <a:pt x="886251" y="111584"/>
                </a:lnTo>
                <a:lnTo>
                  <a:pt x="886420" y="113062"/>
                </a:lnTo>
                <a:lnTo>
                  <a:pt x="886598" y="114550"/>
                </a:lnTo>
                <a:lnTo>
                  <a:pt x="886767" y="116045"/>
                </a:lnTo>
                <a:lnTo>
                  <a:pt x="886936" y="117547"/>
                </a:lnTo>
                <a:lnTo>
                  <a:pt x="887114" y="119058"/>
                </a:lnTo>
                <a:lnTo>
                  <a:pt x="887283" y="120576"/>
                </a:lnTo>
                <a:lnTo>
                  <a:pt x="887461" y="122103"/>
                </a:lnTo>
                <a:lnTo>
                  <a:pt x="887630" y="123637"/>
                </a:lnTo>
                <a:lnTo>
                  <a:pt x="887799" y="125179"/>
                </a:lnTo>
                <a:lnTo>
                  <a:pt x="887977" y="126729"/>
                </a:lnTo>
                <a:lnTo>
                  <a:pt x="888146" y="128286"/>
                </a:lnTo>
                <a:lnTo>
                  <a:pt x="888315" y="129852"/>
                </a:lnTo>
                <a:lnTo>
                  <a:pt x="888493" y="131424"/>
                </a:lnTo>
                <a:lnTo>
                  <a:pt x="888662" y="133004"/>
                </a:lnTo>
                <a:lnTo>
                  <a:pt x="888831" y="134592"/>
                </a:lnTo>
                <a:lnTo>
                  <a:pt x="889009" y="136187"/>
                </a:lnTo>
                <a:lnTo>
                  <a:pt x="889178" y="137789"/>
                </a:lnTo>
                <a:lnTo>
                  <a:pt x="889356" y="139400"/>
                </a:lnTo>
                <a:lnTo>
                  <a:pt x="889525" y="141017"/>
                </a:lnTo>
                <a:lnTo>
                  <a:pt x="889694" y="142641"/>
                </a:lnTo>
                <a:lnTo>
                  <a:pt x="889872" y="144273"/>
                </a:lnTo>
                <a:lnTo>
                  <a:pt x="890041" y="145912"/>
                </a:lnTo>
                <a:lnTo>
                  <a:pt x="890210" y="147558"/>
                </a:lnTo>
                <a:lnTo>
                  <a:pt x="890388" y="149211"/>
                </a:lnTo>
                <a:lnTo>
                  <a:pt x="890557" y="150872"/>
                </a:lnTo>
                <a:lnTo>
                  <a:pt x="890735" y="152539"/>
                </a:lnTo>
                <a:lnTo>
                  <a:pt x="890904" y="154213"/>
                </a:lnTo>
                <a:lnTo>
                  <a:pt x="891073" y="155894"/>
                </a:lnTo>
                <a:lnTo>
                  <a:pt x="891251" y="157582"/>
                </a:lnTo>
                <a:lnTo>
                  <a:pt x="891420" y="159277"/>
                </a:lnTo>
                <a:lnTo>
                  <a:pt x="891589" y="160979"/>
                </a:lnTo>
                <a:lnTo>
                  <a:pt x="891767" y="162687"/>
                </a:lnTo>
                <a:lnTo>
                  <a:pt x="891936" y="164402"/>
                </a:lnTo>
                <a:lnTo>
                  <a:pt x="892114" y="166124"/>
                </a:lnTo>
                <a:lnTo>
                  <a:pt x="892283" y="167851"/>
                </a:lnTo>
                <a:lnTo>
                  <a:pt x="892452" y="169586"/>
                </a:lnTo>
                <a:lnTo>
                  <a:pt x="892630" y="171327"/>
                </a:lnTo>
                <a:lnTo>
                  <a:pt x="892799" y="173075"/>
                </a:lnTo>
                <a:lnTo>
                  <a:pt x="892968" y="174829"/>
                </a:lnTo>
                <a:lnTo>
                  <a:pt x="893146" y="176589"/>
                </a:lnTo>
                <a:lnTo>
                  <a:pt x="893315" y="178356"/>
                </a:lnTo>
                <a:lnTo>
                  <a:pt x="893484" y="180129"/>
                </a:lnTo>
                <a:lnTo>
                  <a:pt x="893662" y="181908"/>
                </a:lnTo>
                <a:lnTo>
                  <a:pt x="893831" y="183693"/>
                </a:lnTo>
                <a:lnTo>
                  <a:pt x="894009" y="185485"/>
                </a:lnTo>
                <a:lnTo>
                  <a:pt x="894178" y="187282"/>
                </a:lnTo>
                <a:lnTo>
                  <a:pt x="894347" y="189085"/>
                </a:lnTo>
                <a:lnTo>
                  <a:pt x="894525" y="190895"/>
                </a:lnTo>
                <a:lnTo>
                  <a:pt x="894694" y="192711"/>
                </a:lnTo>
                <a:lnTo>
                  <a:pt x="894863" y="194532"/>
                </a:lnTo>
                <a:lnTo>
                  <a:pt x="895041" y="196358"/>
                </a:lnTo>
                <a:lnTo>
                  <a:pt x="895210" y="198191"/>
                </a:lnTo>
                <a:lnTo>
                  <a:pt x="895388" y="200030"/>
                </a:lnTo>
                <a:lnTo>
                  <a:pt x="895557" y="201874"/>
                </a:lnTo>
                <a:lnTo>
                  <a:pt x="895726" y="203724"/>
                </a:lnTo>
                <a:lnTo>
                  <a:pt x="895904" y="205578"/>
                </a:lnTo>
                <a:lnTo>
                  <a:pt x="896073" y="207440"/>
                </a:lnTo>
                <a:lnTo>
                  <a:pt x="896242" y="209306"/>
                </a:lnTo>
                <a:lnTo>
                  <a:pt x="896420" y="211177"/>
                </a:lnTo>
                <a:lnTo>
                  <a:pt x="896589" y="213054"/>
                </a:lnTo>
                <a:lnTo>
                  <a:pt x="896758" y="214937"/>
                </a:lnTo>
                <a:lnTo>
                  <a:pt x="896936" y="216824"/>
                </a:lnTo>
                <a:lnTo>
                  <a:pt x="897105" y="218718"/>
                </a:lnTo>
                <a:lnTo>
                  <a:pt x="897283" y="220615"/>
                </a:lnTo>
                <a:lnTo>
                  <a:pt x="897452" y="222518"/>
                </a:lnTo>
                <a:lnTo>
                  <a:pt x="897621" y="224426"/>
                </a:lnTo>
                <a:lnTo>
                  <a:pt x="897799" y="226340"/>
                </a:lnTo>
                <a:lnTo>
                  <a:pt x="897968" y="228258"/>
                </a:lnTo>
                <a:lnTo>
                  <a:pt x="898137" y="230182"/>
                </a:lnTo>
                <a:lnTo>
                  <a:pt x="898315" y="232109"/>
                </a:lnTo>
                <a:lnTo>
                  <a:pt x="898484" y="234042"/>
                </a:lnTo>
                <a:lnTo>
                  <a:pt x="898662" y="235979"/>
                </a:lnTo>
                <a:lnTo>
                  <a:pt x="898831" y="237922"/>
                </a:lnTo>
                <a:lnTo>
                  <a:pt x="899000" y="239869"/>
                </a:lnTo>
                <a:lnTo>
                  <a:pt x="899178" y="241821"/>
                </a:lnTo>
                <a:lnTo>
                  <a:pt x="899347" y="243777"/>
                </a:lnTo>
                <a:lnTo>
                  <a:pt x="899516" y="245738"/>
                </a:lnTo>
                <a:lnTo>
                  <a:pt x="899694" y="247703"/>
                </a:lnTo>
                <a:lnTo>
                  <a:pt x="899863" y="249672"/>
                </a:lnTo>
                <a:lnTo>
                  <a:pt x="900041" y="251646"/>
                </a:lnTo>
                <a:lnTo>
                  <a:pt x="900210" y="253625"/>
                </a:lnTo>
                <a:lnTo>
                  <a:pt x="900379" y="255607"/>
                </a:lnTo>
                <a:lnTo>
                  <a:pt x="900557" y="257594"/>
                </a:lnTo>
                <a:lnTo>
                  <a:pt x="900726" y="259585"/>
                </a:lnTo>
                <a:lnTo>
                  <a:pt x="900895" y="261580"/>
                </a:lnTo>
                <a:lnTo>
                  <a:pt x="901072" y="263579"/>
                </a:lnTo>
                <a:lnTo>
                  <a:pt x="901242" y="265582"/>
                </a:lnTo>
                <a:lnTo>
                  <a:pt x="901411" y="267589"/>
                </a:lnTo>
                <a:lnTo>
                  <a:pt x="901589" y="269600"/>
                </a:lnTo>
                <a:lnTo>
                  <a:pt x="901758" y="271615"/>
                </a:lnTo>
                <a:lnTo>
                  <a:pt x="901935" y="273634"/>
                </a:lnTo>
                <a:lnTo>
                  <a:pt x="902105" y="275656"/>
                </a:lnTo>
                <a:lnTo>
                  <a:pt x="902273" y="277682"/>
                </a:lnTo>
                <a:lnTo>
                  <a:pt x="902451" y="279713"/>
                </a:lnTo>
                <a:lnTo>
                  <a:pt x="902620" y="281745"/>
                </a:lnTo>
                <a:lnTo>
                  <a:pt x="902790" y="283783"/>
                </a:lnTo>
                <a:lnTo>
                  <a:pt x="902967" y="285824"/>
                </a:lnTo>
                <a:lnTo>
                  <a:pt x="903137" y="287867"/>
                </a:lnTo>
                <a:lnTo>
                  <a:pt x="903314" y="289914"/>
                </a:lnTo>
                <a:lnTo>
                  <a:pt x="903484" y="291966"/>
                </a:lnTo>
                <a:lnTo>
                  <a:pt x="903652" y="294019"/>
                </a:lnTo>
                <a:lnTo>
                  <a:pt x="903830" y="296077"/>
                </a:lnTo>
                <a:lnTo>
                  <a:pt x="903999" y="298137"/>
                </a:lnTo>
                <a:lnTo>
                  <a:pt x="904168" y="300201"/>
                </a:lnTo>
                <a:lnTo>
                  <a:pt x="904346" y="302268"/>
                </a:lnTo>
                <a:lnTo>
                  <a:pt x="904515" y="304337"/>
                </a:lnTo>
                <a:lnTo>
                  <a:pt x="904685" y="306410"/>
                </a:lnTo>
                <a:lnTo>
                  <a:pt x="904862" y="308486"/>
                </a:lnTo>
                <a:lnTo>
                  <a:pt x="905031" y="310565"/>
                </a:lnTo>
                <a:lnTo>
                  <a:pt x="905209" y="312646"/>
                </a:lnTo>
                <a:lnTo>
                  <a:pt x="905378" y="314731"/>
                </a:lnTo>
                <a:lnTo>
                  <a:pt x="905547" y="316818"/>
                </a:lnTo>
                <a:lnTo>
                  <a:pt x="905725" y="318908"/>
                </a:lnTo>
                <a:lnTo>
                  <a:pt x="905894" y="321000"/>
                </a:lnTo>
                <a:lnTo>
                  <a:pt x="906063" y="323095"/>
                </a:lnTo>
                <a:lnTo>
                  <a:pt x="906241" y="325193"/>
                </a:lnTo>
                <a:lnTo>
                  <a:pt x="906410" y="327293"/>
                </a:lnTo>
                <a:lnTo>
                  <a:pt x="906588" y="329396"/>
                </a:lnTo>
                <a:lnTo>
                  <a:pt x="906757" y="331502"/>
                </a:lnTo>
                <a:lnTo>
                  <a:pt x="906926" y="333608"/>
                </a:lnTo>
                <a:lnTo>
                  <a:pt x="907104" y="335718"/>
                </a:lnTo>
                <a:lnTo>
                  <a:pt x="907273" y="337830"/>
                </a:lnTo>
                <a:lnTo>
                  <a:pt x="907442" y="339944"/>
                </a:lnTo>
                <a:lnTo>
                  <a:pt x="907620" y="342061"/>
                </a:lnTo>
                <a:lnTo>
                  <a:pt x="907789" y="344180"/>
                </a:lnTo>
                <a:lnTo>
                  <a:pt x="907967" y="346300"/>
                </a:lnTo>
                <a:lnTo>
                  <a:pt x="908136" y="348423"/>
                </a:lnTo>
                <a:lnTo>
                  <a:pt x="908305" y="350547"/>
                </a:lnTo>
                <a:lnTo>
                  <a:pt x="908483" y="352673"/>
                </a:lnTo>
                <a:lnTo>
                  <a:pt x="908652" y="354802"/>
                </a:lnTo>
                <a:lnTo>
                  <a:pt x="908821" y="356932"/>
                </a:lnTo>
                <a:lnTo>
                  <a:pt x="908999" y="359064"/>
                </a:lnTo>
                <a:lnTo>
                  <a:pt x="909168" y="361198"/>
                </a:lnTo>
                <a:lnTo>
                  <a:pt x="909337" y="363333"/>
                </a:lnTo>
                <a:lnTo>
                  <a:pt x="909515" y="365470"/>
                </a:lnTo>
                <a:lnTo>
                  <a:pt x="909684" y="367609"/>
                </a:lnTo>
                <a:lnTo>
                  <a:pt x="909862" y="369748"/>
                </a:lnTo>
                <a:lnTo>
                  <a:pt x="910031" y="371890"/>
                </a:lnTo>
                <a:lnTo>
                  <a:pt x="910200" y="374033"/>
                </a:lnTo>
                <a:lnTo>
                  <a:pt x="910378" y="376178"/>
                </a:lnTo>
                <a:lnTo>
                  <a:pt x="910547" y="378323"/>
                </a:lnTo>
                <a:lnTo>
                  <a:pt x="910716" y="380470"/>
                </a:lnTo>
                <a:lnTo>
                  <a:pt x="910894" y="382619"/>
                </a:lnTo>
                <a:lnTo>
                  <a:pt x="911063" y="384768"/>
                </a:lnTo>
                <a:lnTo>
                  <a:pt x="911241" y="386918"/>
                </a:lnTo>
                <a:lnTo>
                  <a:pt x="911410" y="389070"/>
                </a:lnTo>
                <a:lnTo>
                  <a:pt x="911579" y="391222"/>
                </a:lnTo>
                <a:lnTo>
                  <a:pt x="911757" y="393376"/>
                </a:lnTo>
                <a:lnTo>
                  <a:pt x="911926" y="395531"/>
                </a:lnTo>
                <a:lnTo>
                  <a:pt x="912095" y="397687"/>
                </a:lnTo>
                <a:lnTo>
                  <a:pt x="912273" y="399843"/>
                </a:lnTo>
                <a:lnTo>
                  <a:pt x="912442" y="402000"/>
                </a:lnTo>
                <a:lnTo>
                  <a:pt x="912611" y="404159"/>
                </a:lnTo>
                <a:lnTo>
                  <a:pt x="912789" y="406317"/>
                </a:lnTo>
                <a:lnTo>
                  <a:pt x="912958" y="408477"/>
                </a:lnTo>
                <a:lnTo>
                  <a:pt x="913136" y="410637"/>
                </a:lnTo>
                <a:lnTo>
                  <a:pt x="913305" y="412797"/>
                </a:lnTo>
                <a:lnTo>
                  <a:pt x="913474" y="414959"/>
                </a:lnTo>
                <a:lnTo>
                  <a:pt x="913652" y="417120"/>
                </a:lnTo>
                <a:lnTo>
                  <a:pt x="913821" y="419283"/>
                </a:lnTo>
                <a:lnTo>
                  <a:pt x="913990" y="421446"/>
                </a:lnTo>
                <a:lnTo>
                  <a:pt x="914168" y="423608"/>
                </a:lnTo>
                <a:lnTo>
                  <a:pt x="914337" y="425771"/>
                </a:lnTo>
                <a:lnTo>
                  <a:pt x="914515" y="427935"/>
                </a:lnTo>
                <a:lnTo>
                  <a:pt x="914684" y="430098"/>
                </a:lnTo>
                <a:lnTo>
                  <a:pt x="914853" y="432263"/>
                </a:lnTo>
                <a:lnTo>
                  <a:pt x="915031" y="434426"/>
                </a:lnTo>
                <a:lnTo>
                  <a:pt x="915200" y="436591"/>
                </a:lnTo>
                <a:lnTo>
                  <a:pt x="915369" y="438754"/>
                </a:lnTo>
                <a:lnTo>
                  <a:pt x="915547" y="440919"/>
                </a:lnTo>
                <a:lnTo>
                  <a:pt x="915716" y="443083"/>
                </a:lnTo>
                <a:lnTo>
                  <a:pt x="915894" y="445247"/>
                </a:lnTo>
                <a:lnTo>
                  <a:pt x="916063" y="447411"/>
                </a:lnTo>
                <a:lnTo>
                  <a:pt x="916232" y="449574"/>
                </a:lnTo>
                <a:lnTo>
                  <a:pt x="916410" y="451738"/>
                </a:lnTo>
                <a:lnTo>
                  <a:pt x="916579" y="453902"/>
                </a:lnTo>
                <a:lnTo>
                  <a:pt x="916748" y="456064"/>
                </a:lnTo>
                <a:lnTo>
                  <a:pt x="916926" y="458227"/>
                </a:lnTo>
                <a:lnTo>
                  <a:pt x="917095" y="460389"/>
                </a:lnTo>
                <a:lnTo>
                  <a:pt x="917264" y="462551"/>
                </a:lnTo>
                <a:lnTo>
                  <a:pt x="917442" y="464712"/>
                </a:lnTo>
                <a:lnTo>
                  <a:pt x="917611" y="466873"/>
                </a:lnTo>
                <a:lnTo>
                  <a:pt x="917789" y="469033"/>
                </a:lnTo>
                <a:lnTo>
                  <a:pt x="917958" y="471193"/>
                </a:lnTo>
                <a:lnTo>
                  <a:pt x="918127" y="473352"/>
                </a:lnTo>
                <a:lnTo>
                  <a:pt x="918305" y="475510"/>
                </a:lnTo>
                <a:lnTo>
                  <a:pt x="918474" y="477668"/>
                </a:lnTo>
                <a:lnTo>
                  <a:pt x="918643" y="479824"/>
                </a:lnTo>
                <a:lnTo>
                  <a:pt x="918821" y="481980"/>
                </a:lnTo>
                <a:lnTo>
                  <a:pt x="918990" y="484135"/>
                </a:lnTo>
                <a:lnTo>
                  <a:pt x="919168" y="486289"/>
                </a:lnTo>
                <a:lnTo>
                  <a:pt x="919337" y="488442"/>
                </a:lnTo>
                <a:lnTo>
                  <a:pt x="919506" y="490594"/>
                </a:lnTo>
                <a:lnTo>
                  <a:pt x="919684" y="492745"/>
                </a:lnTo>
                <a:lnTo>
                  <a:pt x="919853" y="494895"/>
                </a:lnTo>
                <a:lnTo>
                  <a:pt x="920022" y="497045"/>
                </a:lnTo>
                <a:lnTo>
                  <a:pt x="920200" y="499192"/>
                </a:lnTo>
                <a:lnTo>
                  <a:pt x="920369" y="501339"/>
                </a:lnTo>
                <a:lnTo>
                  <a:pt x="920547" y="503485"/>
                </a:lnTo>
                <a:lnTo>
                  <a:pt x="920716" y="505629"/>
                </a:lnTo>
                <a:lnTo>
                  <a:pt x="920885" y="507772"/>
                </a:lnTo>
                <a:lnTo>
                  <a:pt x="921063" y="509914"/>
                </a:lnTo>
                <a:lnTo>
                  <a:pt x="921232" y="512054"/>
                </a:lnTo>
                <a:lnTo>
                  <a:pt x="921401" y="514193"/>
                </a:lnTo>
                <a:lnTo>
                  <a:pt x="921579" y="516330"/>
                </a:lnTo>
                <a:lnTo>
                  <a:pt x="921748" y="518466"/>
                </a:lnTo>
                <a:lnTo>
                  <a:pt x="921917" y="520600"/>
                </a:lnTo>
                <a:lnTo>
                  <a:pt x="922095" y="522732"/>
                </a:lnTo>
                <a:lnTo>
                  <a:pt x="922264" y="524864"/>
                </a:lnTo>
                <a:lnTo>
                  <a:pt x="922442" y="526993"/>
                </a:lnTo>
                <a:lnTo>
                  <a:pt x="922611" y="529121"/>
                </a:lnTo>
                <a:lnTo>
                  <a:pt x="922780" y="531247"/>
                </a:lnTo>
                <a:lnTo>
                  <a:pt x="922958" y="533372"/>
                </a:lnTo>
                <a:lnTo>
                  <a:pt x="923127" y="535494"/>
                </a:lnTo>
                <a:lnTo>
                  <a:pt x="923296" y="537614"/>
                </a:lnTo>
                <a:lnTo>
                  <a:pt x="923474" y="539734"/>
                </a:lnTo>
                <a:lnTo>
                  <a:pt x="923643" y="541850"/>
                </a:lnTo>
                <a:lnTo>
                  <a:pt x="923821" y="543966"/>
                </a:lnTo>
                <a:lnTo>
                  <a:pt x="923990" y="546079"/>
                </a:lnTo>
                <a:lnTo>
                  <a:pt x="924159" y="548190"/>
                </a:lnTo>
                <a:lnTo>
                  <a:pt x="924337" y="550298"/>
                </a:lnTo>
                <a:lnTo>
                  <a:pt x="924506" y="552405"/>
                </a:lnTo>
                <a:lnTo>
                  <a:pt x="924675" y="554510"/>
                </a:lnTo>
                <a:lnTo>
                  <a:pt x="924853" y="556612"/>
                </a:lnTo>
                <a:lnTo>
                  <a:pt x="925022" y="558712"/>
                </a:lnTo>
                <a:lnTo>
                  <a:pt x="925191" y="560811"/>
                </a:lnTo>
                <a:lnTo>
                  <a:pt x="925369" y="562907"/>
                </a:lnTo>
                <a:lnTo>
                  <a:pt x="925538" y="565000"/>
                </a:lnTo>
                <a:lnTo>
                  <a:pt x="925716" y="567091"/>
                </a:lnTo>
                <a:lnTo>
                  <a:pt x="925885" y="569180"/>
                </a:lnTo>
                <a:lnTo>
                  <a:pt x="926054" y="571267"/>
                </a:lnTo>
                <a:lnTo>
                  <a:pt x="926232" y="573351"/>
                </a:lnTo>
                <a:lnTo>
                  <a:pt x="926401" y="575432"/>
                </a:lnTo>
                <a:lnTo>
                  <a:pt x="926570" y="577511"/>
                </a:lnTo>
                <a:lnTo>
                  <a:pt x="926748" y="579588"/>
                </a:lnTo>
                <a:lnTo>
                  <a:pt x="926917" y="581663"/>
                </a:lnTo>
                <a:lnTo>
                  <a:pt x="927095" y="583734"/>
                </a:lnTo>
                <a:lnTo>
                  <a:pt x="927264" y="585802"/>
                </a:lnTo>
                <a:lnTo>
                  <a:pt x="927433" y="587869"/>
                </a:lnTo>
                <a:lnTo>
                  <a:pt x="927611" y="589932"/>
                </a:lnTo>
                <a:lnTo>
                  <a:pt x="927780" y="591992"/>
                </a:lnTo>
                <a:lnTo>
                  <a:pt x="927949" y="594051"/>
                </a:lnTo>
                <a:lnTo>
                  <a:pt x="928127" y="596106"/>
                </a:lnTo>
                <a:lnTo>
                  <a:pt x="928296" y="598158"/>
                </a:lnTo>
                <a:lnTo>
                  <a:pt x="928474" y="600207"/>
                </a:lnTo>
                <a:lnTo>
                  <a:pt x="928643" y="602254"/>
                </a:lnTo>
                <a:lnTo>
                  <a:pt x="928812" y="604298"/>
                </a:lnTo>
                <a:lnTo>
                  <a:pt x="928990" y="606339"/>
                </a:lnTo>
                <a:lnTo>
                  <a:pt x="929159" y="608377"/>
                </a:lnTo>
                <a:lnTo>
                  <a:pt x="929328" y="610411"/>
                </a:lnTo>
                <a:lnTo>
                  <a:pt x="929506" y="612443"/>
                </a:lnTo>
                <a:lnTo>
                  <a:pt x="929675" y="614472"/>
                </a:lnTo>
                <a:lnTo>
                  <a:pt x="929844" y="616497"/>
                </a:lnTo>
                <a:lnTo>
                  <a:pt x="930022" y="618520"/>
                </a:lnTo>
                <a:lnTo>
                  <a:pt x="930191" y="620539"/>
                </a:lnTo>
                <a:lnTo>
                  <a:pt x="930369" y="622556"/>
                </a:lnTo>
                <a:lnTo>
                  <a:pt x="930538" y="624568"/>
                </a:lnTo>
                <a:lnTo>
                  <a:pt x="930707" y="626578"/>
                </a:lnTo>
                <a:lnTo>
                  <a:pt x="930885" y="628585"/>
                </a:lnTo>
                <a:lnTo>
                  <a:pt x="931054" y="630589"/>
                </a:lnTo>
                <a:lnTo>
                  <a:pt x="931223" y="632589"/>
                </a:lnTo>
                <a:lnTo>
                  <a:pt x="931401" y="634585"/>
                </a:lnTo>
                <a:lnTo>
                  <a:pt x="931570" y="636578"/>
                </a:lnTo>
                <a:lnTo>
                  <a:pt x="931747" y="638568"/>
                </a:lnTo>
                <a:lnTo>
                  <a:pt x="931917" y="640554"/>
                </a:lnTo>
                <a:lnTo>
                  <a:pt x="932086" y="642537"/>
                </a:lnTo>
                <a:lnTo>
                  <a:pt x="932264" y="644517"/>
                </a:lnTo>
                <a:lnTo>
                  <a:pt x="932432" y="646493"/>
                </a:lnTo>
                <a:lnTo>
                  <a:pt x="932602" y="648465"/>
                </a:lnTo>
                <a:lnTo>
                  <a:pt x="932779" y="650434"/>
                </a:lnTo>
                <a:lnTo>
                  <a:pt x="932949" y="652399"/>
                </a:lnTo>
                <a:lnTo>
                  <a:pt x="933118" y="654362"/>
                </a:lnTo>
                <a:lnTo>
                  <a:pt x="933295" y="656320"/>
                </a:lnTo>
                <a:lnTo>
                  <a:pt x="933465" y="658273"/>
                </a:lnTo>
                <a:lnTo>
                  <a:pt x="933642" y="660224"/>
                </a:lnTo>
                <a:lnTo>
                  <a:pt x="933811" y="662172"/>
                </a:lnTo>
                <a:lnTo>
                  <a:pt x="933980" y="664115"/>
                </a:lnTo>
                <a:lnTo>
                  <a:pt x="934158" y="666055"/>
                </a:lnTo>
                <a:lnTo>
                  <a:pt x="934327" y="667991"/>
                </a:lnTo>
                <a:lnTo>
                  <a:pt x="934497" y="669922"/>
                </a:lnTo>
                <a:lnTo>
                  <a:pt x="934674" y="671851"/>
                </a:lnTo>
                <a:lnTo>
                  <a:pt x="934843" y="673775"/>
                </a:lnTo>
                <a:lnTo>
                  <a:pt x="935021" y="675696"/>
                </a:lnTo>
                <a:lnTo>
                  <a:pt x="935190" y="677613"/>
                </a:lnTo>
                <a:lnTo>
                  <a:pt x="935359" y="679525"/>
                </a:lnTo>
                <a:lnTo>
                  <a:pt x="935537" y="681434"/>
                </a:lnTo>
                <a:lnTo>
                  <a:pt x="935706" y="683339"/>
                </a:lnTo>
                <a:lnTo>
                  <a:pt x="935875" y="685240"/>
                </a:lnTo>
                <a:lnTo>
                  <a:pt x="936053" y="687137"/>
                </a:lnTo>
                <a:lnTo>
                  <a:pt x="936222" y="689030"/>
                </a:lnTo>
                <a:lnTo>
                  <a:pt x="936400" y="690919"/>
                </a:lnTo>
                <a:lnTo>
                  <a:pt x="936569" y="692804"/>
                </a:lnTo>
                <a:lnTo>
                  <a:pt x="936738" y="694685"/>
                </a:lnTo>
                <a:lnTo>
                  <a:pt x="936916" y="696561"/>
                </a:lnTo>
                <a:lnTo>
                  <a:pt x="937085" y="698434"/>
                </a:lnTo>
                <a:lnTo>
                  <a:pt x="937254" y="700303"/>
                </a:lnTo>
                <a:lnTo>
                  <a:pt x="937432" y="702167"/>
                </a:lnTo>
                <a:lnTo>
                  <a:pt x="937601" y="704027"/>
                </a:lnTo>
                <a:lnTo>
                  <a:pt x="937770" y="705883"/>
                </a:lnTo>
                <a:lnTo>
                  <a:pt x="937948" y="707734"/>
                </a:lnTo>
                <a:lnTo>
                  <a:pt x="938117" y="709582"/>
                </a:lnTo>
                <a:lnTo>
                  <a:pt x="938295" y="711425"/>
                </a:lnTo>
                <a:lnTo>
                  <a:pt x="938464" y="713264"/>
                </a:lnTo>
                <a:lnTo>
                  <a:pt x="938633" y="715099"/>
                </a:lnTo>
                <a:lnTo>
                  <a:pt x="938811" y="716930"/>
                </a:lnTo>
                <a:lnTo>
                  <a:pt x="938980" y="718755"/>
                </a:lnTo>
                <a:lnTo>
                  <a:pt x="939149" y="720577"/>
                </a:lnTo>
                <a:lnTo>
                  <a:pt x="939327" y="722395"/>
                </a:lnTo>
                <a:lnTo>
                  <a:pt x="939496" y="724208"/>
                </a:lnTo>
                <a:lnTo>
                  <a:pt x="939674" y="726015"/>
                </a:lnTo>
                <a:lnTo>
                  <a:pt x="939843" y="727820"/>
                </a:lnTo>
                <a:lnTo>
                  <a:pt x="940012" y="729619"/>
                </a:lnTo>
                <a:lnTo>
                  <a:pt x="940190" y="731415"/>
                </a:lnTo>
                <a:lnTo>
                  <a:pt x="940359" y="733206"/>
                </a:lnTo>
                <a:lnTo>
                  <a:pt x="940528" y="734992"/>
                </a:lnTo>
                <a:lnTo>
                  <a:pt x="940706" y="736774"/>
                </a:lnTo>
                <a:lnTo>
                  <a:pt x="940875" y="738551"/>
                </a:lnTo>
                <a:lnTo>
                  <a:pt x="941044" y="740325"/>
                </a:lnTo>
                <a:lnTo>
                  <a:pt x="941222" y="742093"/>
                </a:lnTo>
                <a:lnTo>
                  <a:pt x="941391" y="743856"/>
                </a:lnTo>
                <a:lnTo>
                  <a:pt x="941569" y="745616"/>
                </a:lnTo>
                <a:lnTo>
                  <a:pt x="941738" y="747371"/>
                </a:lnTo>
                <a:lnTo>
                  <a:pt x="941907" y="749120"/>
                </a:lnTo>
                <a:lnTo>
                  <a:pt x="942085" y="750866"/>
                </a:lnTo>
                <a:lnTo>
                  <a:pt x="942254" y="752607"/>
                </a:lnTo>
                <a:lnTo>
                  <a:pt x="942423" y="754344"/>
                </a:lnTo>
                <a:lnTo>
                  <a:pt x="942601" y="756075"/>
                </a:lnTo>
                <a:lnTo>
                  <a:pt x="942770" y="757802"/>
                </a:lnTo>
                <a:lnTo>
                  <a:pt x="942948" y="759524"/>
                </a:lnTo>
                <a:lnTo>
                  <a:pt x="943117" y="761242"/>
                </a:lnTo>
                <a:lnTo>
                  <a:pt x="943286" y="762954"/>
                </a:lnTo>
                <a:lnTo>
                  <a:pt x="943464" y="764663"/>
                </a:lnTo>
                <a:lnTo>
                  <a:pt x="943633" y="766366"/>
                </a:lnTo>
                <a:lnTo>
                  <a:pt x="943802" y="768065"/>
                </a:lnTo>
                <a:lnTo>
                  <a:pt x="943980" y="769758"/>
                </a:lnTo>
                <a:lnTo>
                  <a:pt x="944149" y="771448"/>
                </a:lnTo>
                <a:lnTo>
                  <a:pt x="944327" y="773132"/>
                </a:lnTo>
                <a:lnTo>
                  <a:pt x="944496" y="774812"/>
                </a:lnTo>
                <a:lnTo>
                  <a:pt x="944665" y="776487"/>
                </a:lnTo>
                <a:lnTo>
                  <a:pt x="944843" y="778157"/>
                </a:lnTo>
                <a:lnTo>
                  <a:pt x="945012" y="779822"/>
                </a:lnTo>
                <a:lnTo>
                  <a:pt x="945181" y="781483"/>
                </a:lnTo>
                <a:lnTo>
                  <a:pt x="945359" y="783139"/>
                </a:lnTo>
                <a:lnTo>
                  <a:pt x="945528" y="784789"/>
                </a:lnTo>
                <a:lnTo>
                  <a:pt x="945697" y="786435"/>
                </a:lnTo>
                <a:lnTo>
                  <a:pt x="945875" y="788076"/>
                </a:lnTo>
                <a:lnTo>
                  <a:pt x="946044" y="789712"/>
                </a:lnTo>
                <a:lnTo>
                  <a:pt x="946222" y="791344"/>
                </a:lnTo>
                <a:lnTo>
                  <a:pt x="946391" y="792970"/>
                </a:lnTo>
                <a:lnTo>
                  <a:pt x="946560" y="794592"/>
                </a:lnTo>
                <a:lnTo>
                  <a:pt x="946738" y="796208"/>
                </a:lnTo>
                <a:lnTo>
                  <a:pt x="946907" y="797820"/>
                </a:lnTo>
                <a:lnTo>
                  <a:pt x="947076" y="799427"/>
                </a:lnTo>
                <a:lnTo>
                  <a:pt x="947254" y="801029"/>
                </a:lnTo>
                <a:lnTo>
                  <a:pt x="947423" y="802625"/>
                </a:lnTo>
                <a:lnTo>
                  <a:pt x="947601" y="804218"/>
                </a:lnTo>
                <a:lnTo>
                  <a:pt x="947770" y="805805"/>
                </a:lnTo>
                <a:lnTo>
                  <a:pt x="947939" y="807387"/>
                </a:lnTo>
                <a:lnTo>
                  <a:pt x="948117" y="808964"/>
                </a:lnTo>
                <a:lnTo>
                  <a:pt x="948286" y="810536"/>
                </a:lnTo>
                <a:lnTo>
                  <a:pt x="948455" y="812104"/>
                </a:lnTo>
                <a:lnTo>
                  <a:pt x="948633" y="813666"/>
                </a:lnTo>
                <a:lnTo>
                  <a:pt x="948802" y="815226"/>
                </a:lnTo>
                <a:lnTo>
                  <a:pt x="948980" y="816773"/>
                </a:lnTo>
                <a:lnTo>
                  <a:pt x="949149" y="818321"/>
                </a:lnTo>
                <a:lnTo>
                  <a:pt x="949318" y="819861"/>
                </a:lnTo>
                <a:lnTo>
                  <a:pt x="949496" y="821400"/>
                </a:lnTo>
                <a:lnTo>
                  <a:pt x="949665" y="822930"/>
                </a:lnTo>
                <a:lnTo>
                  <a:pt x="949834" y="824460"/>
                </a:lnTo>
                <a:lnTo>
                  <a:pt x="950012" y="825981"/>
                </a:lnTo>
                <a:lnTo>
                  <a:pt x="950181" y="827503"/>
                </a:lnTo>
                <a:lnTo>
                  <a:pt x="950350" y="829015"/>
                </a:lnTo>
                <a:lnTo>
                  <a:pt x="950528" y="830519"/>
                </a:lnTo>
                <a:lnTo>
                  <a:pt x="950697" y="832022"/>
                </a:lnTo>
                <a:lnTo>
                  <a:pt x="950875" y="833517"/>
                </a:lnTo>
                <a:lnTo>
                  <a:pt x="951044" y="835011"/>
                </a:lnTo>
                <a:lnTo>
                  <a:pt x="951213" y="836497"/>
                </a:lnTo>
                <a:lnTo>
                  <a:pt x="951391" y="837983"/>
                </a:lnTo>
                <a:lnTo>
                  <a:pt x="951560" y="839459"/>
                </a:lnTo>
                <a:lnTo>
                  <a:pt x="951729" y="840927"/>
                </a:lnTo>
                <a:lnTo>
                  <a:pt x="951907" y="842395"/>
                </a:lnTo>
                <a:lnTo>
                  <a:pt x="952076" y="843854"/>
                </a:lnTo>
                <a:lnTo>
                  <a:pt x="952254" y="845313"/>
                </a:lnTo>
                <a:lnTo>
                  <a:pt x="952423" y="846763"/>
                </a:lnTo>
                <a:lnTo>
                  <a:pt x="952592" y="848205"/>
                </a:lnTo>
                <a:lnTo>
                  <a:pt x="952770" y="849646"/>
                </a:lnTo>
                <a:lnTo>
                  <a:pt x="952939" y="851087"/>
                </a:lnTo>
                <a:lnTo>
                  <a:pt x="953108" y="852519"/>
                </a:lnTo>
                <a:lnTo>
                  <a:pt x="953286" y="853943"/>
                </a:lnTo>
                <a:lnTo>
                  <a:pt x="953455" y="855366"/>
                </a:lnTo>
                <a:lnTo>
                  <a:pt x="953624" y="856781"/>
                </a:lnTo>
                <a:lnTo>
                  <a:pt x="953802" y="858186"/>
                </a:lnTo>
                <a:lnTo>
                  <a:pt x="953971" y="859592"/>
                </a:lnTo>
                <a:lnTo>
                  <a:pt x="954149" y="860998"/>
                </a:lnTo>
                <a:lnTo>
                  <a:pt x="954318" y="862394"/>
                </a:lnTo>
                <a:lnTo>
                  <a:pt x="954487" y="863782"/>
                </a:lnTo>
                <a:lnTo>
                  <a:pt x="954665" y="865170"/>
                </a:lnTo>
                <a:lnTo>
                  <a:pt x="954834" y="866549"/>
                </a:lnTo>
                <a:lnTo>
                  <a:pt x="955003" y="867919"/>
                </a:lnTo>
                <a:lnTo>
                  <a:pt x="955181" y="869289"/>
                </a:lnTo>
                <a:lnTo>
                  <a:pt x="955350" y="870659"/>
                </a:lnTo>
                <a:lnTo>
                  <a:pt x="955528" y="872020"/>
                </a:lnTo>
                <a:lnTo>
                  <a:pt x="955697" y="873373"/>
                </a:lnTo>
                <a:lnTo>
                  <a:pt x="955866" y="874716"/>
                </a:lnTo>
                <a:lnTo>
                  <a:pt x="956044" y="876068"/>
                </a:lnTo>
                <a:lnTo>
                  <a:pt x="956213" y="877403"/>
                </a:lnTo>
                <a:lnTo>
                  <a:pt x="956382" y="878737"/>
                </a:lnTo>
                <a:lnTo>
                  <a:pt x="956560" y="880072"/>
                </a:lnTo>
                <a:lnTo>
                  <a:pt x="956729" y="881388"/>
                </a:lnTo>
                <a:lnTo>
                  <a:pt x="956907" y="882714"/>
                </a:lnTo>
                <a:lnTo>
                  <a:pt x="957076" y="884022"/>
                </a:lnTo>
                <a:lnTo>
                  <a:pt x="957245" y="885330"/>
                </a:lnTo>
                <a:lnTo>
                  <a:pt x="957423" y="886637"/>
                </a:lnTo>
                <a:lnTo>
                  <a:pt x="957592" y="887936"/>
                </a:lnTo>
                <a:lnTo>
                  <a:pt x="957761" y="889226"/>
                </a:lnTo>
                <a:lnTo>
                  <a:pt x="957939" y="890516"/>
                </a:lnTo>
                <a:lnTo>
                  <a:pt x="958108" y="891797"/>
                </a:lnTo>
                <a:lnTo>
                  <a:pt x="958277" y="893078"/>
                </a:lnTo>
                <a:lnTo>
                  <a:pt x="958455" y="894351"/>
                </a:lnTo>
                <a:lnTo>
                  <a:pt x="958624" y="895623"/>
                </a:lnTo>
                <a:lnTo>
                  <a:pt x="958802" y="896886"/>
                </a:lnTo>
                <a:lnTo>
                  <a:pt x="958971" y="898140"/>
                </a:lnTo>
                <a:lnTo>
                  <a:pt x="959140" y="899395"/>
                </a:lnTo>
                <a:lnTo>
                  <a:pt x="959318" y="900640"/>
                </a:lnTo>
                <a:lnTo>
                  <a:pt x="959487" y="901886"/>
                </a:lnTo>
                <a:lnTo>
                  <a:pt x="959656" y="903122"/>
                </a:lnTo>
                <a:lnTo>
                  <a:pt x="959834" y="904359"/>
                </a:lnTo>
                <a:lnTo>
                  <a:pt x="960003" y="905587"/>
                </a:lnTo>
                <a:lnTo>
                  <a:pt x="960181" y="906806"/>
                </a:lnTo>
                <a:lnTo>
                  <a:pt x="960350" y="908024"/>
                </a:lnTo>
                <a:lnTo>
                  <a:pt x="960519" y="909234"/>
                </a:lnTo>
                <a:lnTo>
                  <a:pt x="960697" y="910444"/>
                </a:lnTo>
                <a:lnTo>
                  <a:pt x="960866" y="911645"/>
                </a:lnTo>
                <a:lnTo>
                  <a:pt x="961035" y="912846"/>
                </a:lnTo>
                <a:lnTo>
                  <a:pt x="961212" y="914038"/>
                </a:lnTo>
                <a:lnTo>
                  <a:pt x="961382" y="915230"/>
                </a:lnTo>
                <a:lnTo>
                  <a:pt x="961551" y="916414"/>
                </a:lnTo>
                <a:lnTo>
                  <a:pt x="961729" y="917588"/>
                </a:lnTo>
                <a:lnTo>
                  <a:pt x="961898" y="918762"/>
                </a:lnTo>
                <a:lnTo>
                  <a:pt x="962076" y="919928"/>
                </a:lnTo>
                <a:lnTo>
                  <a:pt x="962244" y="921093"/>
                </a:lnTo>
                <a:lnTo>
                  <a:pt x="962414" y="922250"/>
                </a:lnTo>
                <a:lnTo>
                  <a:pt x="962591" y="923397"/>
                </a:lnTo>
                <a:lnTo>
                  <a:pt x="962761" y="924545"/>
                </a:lnTo>
                <a:lnTo>
                  <a:pt x="962930" y="925693"/>
                </a:lnTo>
                <a:lnTo>
                  <a:pt x="963107" y="926831"/>
                </a:lnTo>
                <a:lnTo>
                  <a:pt x="963277" y="927961"/>
                </a:lnTo>
                <a:lnTo>
                  <a:pt x="963454" y="929091"/>
                </a:lnTo>
                <a:lnTo>
                  <a:pt x="963623" y="930212"/>
                </a:lnTo>
                <a:lnTo>
                  <a:pt x="963792" y="931333"/>
                </a:lnTo>
                <a:lnTo>
                  <a:pt x="963970" y="932445"/>
                </a:lnTo>
                <a:lnTo>
                  <a:pt x="964139" y="933557"/>
                </a:lnTo>
                <a:lnTo>
                  <a:pt x="964309" y="934660"/>
                </a:lnTo>
                <a:lnTo>
                  <a:pt x="964486" y="935755"/>
                </a:lnTo>
                <a:lnTo>
                  <a:pt x="964655" y="936849"/>
                </a:lnTo>
                <a:lnTo>
                  <a:pt x="964833" y="937943"/>
                </a:lnTo>
                <a:lnTo>
                  <a:pt x="965002" y="939028"/>
                </a:lnTo>
                <a:lnTo>
                  <a:pt x="965171" y="940105"/>
                </a:lnTo>
                <a:lnTo>
                  <a:pt x="965349" y="941181"/>
                </a:lnTo>
                <a:lnTo>
                  <a:pt x="965518" y="942249"/>
                </a:lnTo>
                <a:lnTo>
                  <a:pt x="965687" y="943317"/>
                </a:lnTo>
                <a:lnTo>
                  <a:pt x="965865" y="944375"/>
                </a:lnTo>
                <a:lnTo>
                  <a:pt x="966034" y="945434"/>
                </a:lnTo>
                <a:lnTo>
                  <a:pt x="966203" y="946484"/>
                </a:lnTo>
                <a:lnTo>
                  <a:pt x="966381" y="947525"/>
                </a:lnTo>
                <a:lnTo>
                  <a:pt x="966550" y="948565"/>
                </a:lnTo>
                <a:lnTo>
                  <a:pt x="966728" y="949606"/>
                </a:lnTo>
                <a:lnTo>
                  <a:pt x="966897" y="950638"/>
                </a:lnTo>
                <a:lnTo>
                  <a:pt x="967066" y="951662"/>
                </a:lnTo>
                <a:lnTo>
                  <a:pt x="967244" y="952685"/>
                </a:lnTo>
                <a:lnTo>
                  <a:pt x="967413" y="953699"/>
                </a:lnTo>
                <a:lnTo>
                  <a:pt x="967582" y="954713"/>
                </a:lnTo>
                <a:lnTo>
                  <a:pt x="967760" y="955718"/>
                </a:lnTo>
                <a:lnTo>
                  <a:pt x="967929" y="956724"/>
                </a:lnTo>
                <a:lnTo>
                  <a:pt x="968107" y="957720"/>
                </a:lnTo>
                <a:lnTo>
                  <a:pt x="968276" y="958716"/>
                </a:lnTo>
                <a:lnTo>
                  <a:pt x="968445" y="959704"/>
                </a:lnTo>
                <a:lnTo>
                  <a:pt x="968623" y="960691"/>
                </a:lnTo>
                <a:lnTo>
                  <a:pt x="968792" y="961670"/>
                </a:lnTo>
                <a:lnTo>
                  <a:pt x="968961" y="962640"/>
                </a:lnTo>
                <a:lnTo>
                  <a:pt x="969139" y="963609"/>
                </a:lnTo>
                <a:lnTo>
                  <a:pt x="969308" y="964579"/>
                </a:lnTo>
                <a:lnTo>
                  <a:pt x="969486" y="965540"/>
                </a:lnTo>
                <a:lnTo>
                  <a:pt x="969655" y="966492"/>
                </a:lnTo>
                <a:lnTo>
                  <a:pt x="969824" y="967444"/>
                </a:lnTo>
                <a:lnTo>
                  <a:pt x="970002" y="968396"/>
                </a:lnTo>
                <a:lnTo>
                  <a:pt x="970171" y="969339"/>
                </a:lnTo>
                <a:lnTo>
                  <a:pt x="970340" y="970273"/>
                </a:lnTo>
                <a:lnTo>
                  <a:pt x="970518" y="971207"/>
                </a:lnTo>
                <a:lnTo>
                  <a:pt x="970687" y="972132"/>
                </a:lnTo>
                <a:lnTo>
                  <a:pt x="970856" y="973057"/>
                </a:lnTo>
                <a:lnTo>
                  <a:pt x="971034" y="973983"/>
                </a:lnTo>
                <a:lnTo>
                  <a:pt x="971203" y="974890"/>
                </a:lnTo>
                <a:lnTo>
                  <a:pt x="971381" y="975806"/>
                </a:lnTo>
                <a:lnTo>
                  <a:pt x="971550" y="976714"/>
                </a:lnTo>
                <a:lnTo>
                  <a:pt x="971719" y="977612"/>
                </a:lnTo>
                <a:lnTo>
                  <a:pt x="971897" y="978511"/>
                </a:lnTo>
                <a:lnTo>
                  <a:pt x="972066" y="979401"/>
                </a:lnTo>
                <a:lnTo>
                  <a:pt x="972235" y="980290"/>
                </a:lnTo>
                <a:lnTo>
                  <a:pt x="972413" y="981171"/>
                </a:lnTo>
                <a:lnTo>
                  <a:pt x="972582" y="982052"/>
                </a:lnTo>
                <a:lnTo>
                  <a:pt x="972760" y="982932"/>
                </a:lnTo>
                <a:lnTo>
                  <a:pt x="972929" y="983795"/>
                </a:lnTo>
                <a:lnTo>
                  <a:pt x="973098" y="984667"/>
                </a:lnTo>
                <a:lnTo>
                  <a:pt x="973276" y="985530"/>
                </a:lnTo>
                <a:lnTo>
                  <a:pt x="973445" y="986384"/>
                </a:lnTo>
                <a:lnTo>
                  <a:pt x="973614" y="987238"/>
                </a:lnTo>
                <a:lnTo>
                  <a:pt x="973792" y="988084"/>
                </a:lnTo>
                <a:lnTo>
                  <a:pt x="973961" y="988929"/>
                </a:lnTo>
                <a:lnTo>
                  <a:pt x="974130" y="989765"/>
                </a:lnTo>
                <a:lnTo>
                  <a:pt x="974308" y="990601"/>
                </a:lnTo>
                <a:lnTo>
                  <a:pt x="974477" y="991438"/>
                </a:lnTo>
                <a:lnTo>
                  <a:pt x="974655" y="992265"/>
                </a:lnTo>
                <a:lnTo>
                  <a:pt x="974824" y="993083"/>
                </a:lnTo>
                <a:lnTo>
                  <a:pt x="974993" y="993902"/>
                </a:lnTo>
                <a:lnTo>
                  <a:pt x="975171" y="994720"/>
                </a:lnTo>
                <a:lnTo>
                  <a:pt x="975340" y="995530"/>
                </a:lnTo>
                <a:lnTo>
                  <a:pt x="975509" y="996331"/>
                </a:lnTo>
                <a:lnTo>
                  <a:pt x="975687" y="997131"/>
                </a:lnTo>
                <a:lnTo>
                  <a:pt x="975856" y="997932"/>
                </a:lnTo>
                <a:lnTo>
                  <a:pt x="976034" y="998724"/>
                </a:lnTo>
                <a:lnTo>
                  <a:pt x="976203" y="999515"/>
                </a:lnTo>
                <a:lnTo>
                  <a:pt x="976372" y="1000298"/>
                </a:lnTo>
                <a:lnTo>
                  <a:pt x="976550" y="1001081"/>
                </a:lnTo>
                <a:lnTo>
                  <a:pt x="976719" y="1001855"/>
                </a:lnTo>
                <a:lnTo>
                  <a:pt x="976888" y="1002629"/>
                </a:lnTo>
                <a:lnTo>
                  <a:pt x="977066" y="1003394"/>
                </a:lnTo>
                <a:lnTo>
                  <a:pt x="977235" y="1004159"/>
                </a:lnTo>
                <a:lnTo>
                  <a:pt x="977413" y="1004916"/>
                </a:lnTo>
                <a:lnTo>
                  <a:pt x="977582" y="1005672"/>
                </a:lnTo>
                <a:lnTo>
                  <a:pt x="977751" y="1006428"/>
                </a:lnTo>
                <a:lnTo>
                  <a:pt x="977929" y="1007175"/>
                </a:lnTo>
                <a:lnTo>
                  <a:pt x="978098" y="1007914"/>
                </a:lnTo>
                <a:lnTo>
                  <a:pt x="978267" y="1008652"/>
                </a:lnTo>
                <a:lnTo>
                  <a:pt x="978445" y="1009390"/>
                </a:lnTo>
                <a:lnTo>
                  <a:pt x="978614" y="1010120"/>
                </a:lnTo>
                <a:lnTo>
                  <a:pt x="978783" y="1010850"/>
                </a:lnTo>
                <a:lnTo>
                  <a:pt x="978961" y="1011570"/>
                </a:lnTo>
                <a:lnTo>
                  <a:pt x="979130" y="1012291"/>
                </a:lnTo>
                <a:lnTo>
                  <a:pt x="979308" y="1013011"/>
                </a:lnTo>
                <a:lnTo>
                  <a:pt x="979477" y="1013723"/>
                </a:lnTo>
                <a:lnTo>
                  <a:pt x="979646" y="1014426"/>
                </a:lnTo>
                <a:lnTo>
                  <a:pt x="979824" y="1015129"/>
                </a:lnTo>
                <a:lnTo>
                  <a:pt x="979993" y="1015832"/>
                </a:lnTo>
                <a:lnTo>
                  <a:pt x="980162" y="1016525"/>
                </a:lnTo>
                <a:lnTo>
                  <a:pt x="980340" y="1017219"/>
                </a:lnTo>
                <a:lnTo>
                  <a:pt x="980509" y="1017904"/>
                </a:lnTo>
                <a:lnTo>
                  <a:pt x="980687" y="1018589"/>
                </a:lnTo>
                <a:lnTo>
                  <a:pt x="980856" y="1019275"/>
                </a:lnTo>
                <a:lnTo>
                  <a:pt x="981025" y="1019951"/>
                </a:lnTo>
                <a:lnTo>
                  <a:pt x="981203" y="1020618"/>
                </a:lnTo>
                <a:lnTo>
                  <a:pt x="981372" y="1021285"/>
                </a:lnTo>
                <a:lnTo>
                  <a:pt x="981541" y="1021952"/>
                </a:lnTo>
                <a:lnTo>
                  <a:pt x="981719" y="1022611"/>
                </a:lnTo>
                <a:lnTo>
                  <a:pt x="981888" y="1023269"/>
                </a:lnTo>
                <a:lnTo>
                  <a:pt x="982057" y="1023927"/>
                </a:lnTo>
                <a:lnTo>
                  <a:pt x="982235" y="1024577"/>
                </a:lnTo>
                <a:lnTo>
                  <a:pt x="982404" y="1025226"/>
                </a:lnTo>
                <a:lnTo>
                  <a:pt x="982582" y="1025867"/>
                </a:lnTo>
                <a:lnTo>
                  <a:pt x="982751" y="1026507"/>
                </a:lnTo>
                <a:lnTo>
                  <a:pt x="982920" y="1027139"/>
                </a:lnTo>
                <a:lnTo>
                  <a:pt x="983098" y="1027771"/>
                </a:lnTo>
                <a:lnTo>
                  <a:pt x="983267" y="1028402"/>
                </a:lnTo>
                <a:lnTo>
                  <a:pt x="983436" y="1029025"/>
                </a:lnTo>
                <a:lnTo>
                  <a:pt x="983614" y="1029648"/>
                </a:lnTo>
                <a:lnTo>
                  <a:pt x="983783" y="1030262"/>
                </a:lnTo>
                <a:lnTo>
                  <a:pt x="983961" y="1030875"/>
                </a:lnTo>
                <a:lnTo>
                  <a:pt x="984130" y="1031480"/>
                </a:lnTo>
                <a:lnTo>
                  <a:pt x="984299" y="1032094"/>
                </a:lnTo>
                <a:lnTo>
                  <a:pt x="984477" y="1032690"/>
                </a:lnTo>
                <a:lnTo>
                  <a:pt x="984646" y="1033295"/>
                </a:lnTo>
                <a:lnTo>
                  <a:pt x="984815" y="1033891"/>
                </a:lnTo>
                <a:lnTo>
                  <a:pt x="984993" y="1034479"/>
                </a:lnTo>
                <a:lnTo>
                  <a:pt x="985162" y="1035066"/>
                </a:lnTo>
                <a:lnTo>
                  <a:pt x="985340" y="1035653"/>
                </a:lnTo>
                <a:lnTo>
                  <a:pt x="985509" y="1036231"/>
                </a:lnTo>
                <a:lnTo>
                  <a:pt x="985678" y="1036809"/>
                </a:lnTo>
                <a:lnTo>
                  <a:pt x="985856" y="1037388"/>
                </a:lnTo>
                <a:lnTo>
                  <a:pt x="986025" y="1037957"/>
                </a:lnTo>
                <a:lnTo>
                  <a:pt x="986194" y="1038526"/>
                </a:lnTo>
                <a:lnTo>
                  <a:pt x="986372" y="1039096"/>
                </a:lnTo>
                <a:lnTo>
                  <a:pt x="986541" y="1039656"/>
                </a:lnTo>
                <a:lnTo>
                  <a:pt x="986710" y="1040208"/>
                </a:lnTo>
                <a:lnTo>
                  <a:pt x="986888" y="1040768"/>
                </a:lnTo>
                <a:lnTo>
                  <a:pt x="987057" y="1041311"/>
                </a:lnTo>
                <a:lnTo>
                  <a:pt x="987235" y="1041863"/>
                </a:lnTo>
                <a:lnTo>
                  <a:pt x="987404" y="1042405"/>
                </a:lnTo>
                <a:lnTo>
                  <a:pt x="987573" y="1042948"/>
                </a:lnTo>
                <a:lnTo>
                  <a:pt x="987751" y="1043482"/>
                </a:lnTo>
                <a:lnTo>
                  <a:pt x="987920" y="1044016"/>
                </a:lnTo>
                <a:lnTo>
                  <a:pt x="988089" y="1044549"/>
                </a:lnTo>
                <a:lnTo>
                  <a:pt x="988267" y="1045074"/>
                </a:lnTo>
                <a:lnTo>
                  <a:pt x="988436" y="1045599"/>
                </a:lnTo>
                <a:lnTo>
                  <a:pt x="988614" y="1046124"/>
                </a:lnTo>
                <a:lnTo>
                  <a:pt x="988783" y="1046640"/>
                </a:lnTo>
                <a:lnTo>
                  <a:pt x="988952" y="1047156"/>
                </a:lnTo>
                <a:lnTo>
                  <a:pt x="989130" y="1047672"/>
                </a:lnTo>
                <a:lnTo>
                  <a:pt x="989299" y="1048179"/>
                </a:lnTo>
                <a:lnTo>
                  <a:pt x="989468" y="1048686"/>
                </a:lnTo>
                <a:lnTo>
                  <a:pt x="989646" y="1049184"/>
                </a:lnTo>
                <a:lnTo>
                  <a:pt x="989815" y="1049683"/>
                </a:lnTo>
                <a:lnTo>
                  <a:pt x="989984" y="1050181"/>
                </a:lnTo>
                <a:lnTo>
                  <a:pt x="990162" y="1050670"/>
                </a:lnTo>
                <a:lnTo>
                  <a:pt x="990331" y="1051159"/>
                </a:lnTo>
                <a:lnTo>
                  <a:pt x="990509" y="1051649"/>
                </a:lnTo>
                <a:lnTo>
                  <a:pt x="990678" y="1052129"/>
                </a:lnTo>
                <a:lnTo>
                  <a:pt x="990847" y="1052610"/>
                </a:lnTo>
                <a:lnTo>
                  <a:pt x="991024" y="1053090"/>
                </a:lnTo>
                <a:lnTo>
                  <a:pt x="991194" y="1053561"/>
                </a:lnTo>
                <a:lnTo>
                  <a:pt x="991363" y="1054033"/>
                </a:lnTo>
                <a:lnTo>
                  <a:pt x="991541" y="1054504"/>
                </a:lnTo>
                <a:lnTo>
                  <a:pt x="991710" y="1054967"/>
                </a:lnTo>
                <a:lnTo>
                  <a:pt x="991888" y="1055430"/>
                </a:lnTo>
                <a:lnTo>
                  <a:pt x="992057" y="1055892"/>
                </a:lnTo>
                <a:lnTo>
                  <a:pt x="992226" y="1056346"/>
                </a:lnTo>
                <a:lnTo>
                  <a:pt x="992403" y="1056800"/>
                </a:lnTo>
                <a:lnTo>
                  <a:pt x="992572" y="1057253"/>
                </a:lnTo>
                <a:lnTo>
                  <a:pt x="992742" y="1057698"/>
                </a:lnTo>
                <a:lnTo>
                  <a:pt x="992919" y="1058143"/>
                </a:lnTo>
                <a:lnTo>
                  <a:pt x="993089" y="1058588"/>
                </a:lnTo>
                <a:lnTo>
                  <a:pt x="993266" y="1059024"/>
                </a:lnTo>
                <a:lnTo>
                  <a:pt x="993435" y="1059460"/>
                </a:lnTo>
                <a:lnTo>
                  <a:pt x="993604" y="1059896"/>
                </a:lnTo>
                <a:lnTo>
                  <a:pt x="993782" y="1060323"/>
                </a:lnTo>
                <a:lnTo>
                  <a:pt x="993951" y="1060759"/>
                </a:lnTo>
                <a:lnTo>
                  <a:pt x="994121" y="1061177"/>
                </a:lnTo>
                <a:lnTo>
                  <a:pt x="994298" y="1061604"/>
                </a:lnTo>
                <a:lnTo>
                  <a:pt x="994467" y="1062022"/>
                </a:lnTo>
                <a:lnTo>
                  <a:pt x="994636" y="1062440"/>
                </a:lnTo>
                <a:lnTo>
                  <a:pt x="994814" y="1062849"/>
                </a:lnTo>
                <a:lnTo>
                  <a:pt x="994983" y="1063259"/>
                </a:lnTo>
                <a:lnTo>
                  <a:pt x="995161" y="1063668"/>
                </a:lnTo>
                <a:lnTo>
                  <a:pt x="995330" y="1064077"/>
                </a:lnTo>
                <a:lnTo>
                  <a:pt x="995499" y="1064477"/>
                </a:lnTo>
                <a:lnTo>
                  <a:pt x="995677" y="1064878"/>
                </a:lnTo>
                <a:lnTo>
                  <a:pt x="995846" y="1065278"/>
                </a:lnTo>
                <a:lnTo>
                  <a:pt x="996015" y="1065669"/>
                </a:lnTo>
                <a:lnTo>
                  <a:pt x="996193" y="1066061"/>
                </a:lnTo>
                <a:lnTo>
                  <a:pt x="996362" y="1066452"/>
                </a:lnTo>
                <a:lnTo>
                  <a:pt x="996540" y="1066844"/>
                </a:lnTo>
                <a:lnTo>
                  <a:pt x="996709" y="1067226"/>
                </a:lnTo>
                <a:lnTo>
                  <a:pt x="996878" y="1067609"/>
                </a:lnTo>
                <a:lnTo>
                  <a:pt x="997056" y="1067992"/>
                </a:lnTo>
                <a:lnTo>
                  <a:pt x="997225" y="1068365"/>
                </a:lnTo>
                <a:lnTo>
                  <a:pt x="997394" y="1068739"/>
                </a:lnTo>
                <a:lnTo>
                  <a:pt x="997572" y="1069112"/>
                </a:lnTo>
                <a:lnTo>
                  <a:pt x="997741" y="1069477"/>
                </a:lnTo>
                <a:lnTo>
                  <a:pt x="997919" y="1069851"/>
                </a:lnTo>
                <a:lnTo>
                  <a:pt x="998088" y="1070207"/>
                </a:lnTo>
                <a:lnTo>
                  <a:pt x="998257" y="1070571"/>
                </a:lnTo>
                <a:lnTo>
                  <a:pt x="998435" y="1070927"/>
                </a:lnTo>
                <a:lnTo>
                  <a:pt x="998604" y="1071292"/>
                </a:lnTo>
                <a:lnTo>
                  <a:pt x="998773" y="1071639"/>
                </a:lnTo>
                <a:lnTo>
                  <a:pt x="998951" y="1071995"/>
                </a:lnTo>
                <a:lnTo>
                  <a:pt x="999120" y="1072342"/>
                </a:lnTo>
                <a:lnTo>
                  <a:pt x="999289" y="1072689"/>
                </a:lnTo>
                <a:lnTo>
                  <a:pt x="999467" y="1073036"/>
                </a:lnTo>
                <a:lnTo>
                  <a:pt x="999636" y="1073374"/>
                </a:lnTo>
                <a:lnTo>
                  <a:pt x="999814" y="1073721"/>
                </a:lnTo>
                <a:lnTo>
                  <a:pt x="999983" y="1074059"/>
                </a:lnTo>
                <a:lnTo>
                  <a:pt x="1000152" y="1074388"/>
                </a:lnTo>
                <a:lnTo>
                  <a:pt x="1000330" y="1074726"/>
                </a:lnTo>
                <a:lnTo>
                  <a:pt x="1000499" y="1075055"/>
                </a:lnTo>
                <a:lnTo>
                  <a:pt x="1000668" y="1075384"/>
                </a:lnTo>
                <a:lnTo>
                  <a:pt x="1000846" y="1075705"/>
                </a:lnTo>
                <a:lnTo>
                  <a:pt x="1001015" y="1076034"/>
                </a:lnTo>
                <a:lnTo>
                  <a:pt x="1001193" y="1076354"/>
                </a:lnTo>
                <a:lnTo>
                  <a:pt x="1001362" y="1076674"/>
                </a:lnTo>
                <a:lnTo>
                  <a:pt x="1001531" y="1076986"/>
                </a:lnTo>
                <a:lnTo>
                  <a:pt x="1001709" y="1077306"/>
                </a:lnTo>
                <a:lnTo>
                  <a:pt x="1001878" y="1077617"/>
                </a:lnTo>
                <a:lnTo>
                  <a:pt x="1002047" y="1077929"/>
                </a:lnTo>
                <a:lnTo>
                  <a:pt x="1002225" y="1078231"/>
                </a:lnTo>
                <a:lnTo>
                  <a:pt x="1002394" y="1078543"/>
                </a:lnTo>
                <a:lnTo>
                  <a:pt x="1002563" y="1078845"/>
                </a:lnTo>
                <a:lnTo>
                  <a:pt x="1002741" y="1079148"/>
                </a:lnTo>
                <a:lnTo>
                  <a:pt x="1002910" y="1079441"/>
                </a:lnTo>
                <a:lnTo>
                  <a:pt x="1003088" y="1079744"/>
                </a:lnTo>
                <a:lnTo>
                  <a:pt x="1003257" y="1080037"/>
                </a:lnTo>
                <a:lnTo>
                  <a:pt x="1003426" y="1080331"/>
                </a:lnTo>
                <a:lnTo>
                  <a:pt x="1003604" y="1080616"/>
                </a:lnTo>
                <a:lnTo>
                  <a:pt x="1003773" y="1080909"/>
                </a:lnTo>
                <a:lnTo>
                  <a:pt x="1003942" y="1081194"/>
                </a:lnTo>
                <a:lnTo>
                  <a:pt x="1004120" y="1081478"/>
                </a:lnTo>
                <a:lnTo>
                  <a:pt x="1004289" y="1081763"/>
                </a:lnTo>
                <a:lnTo>
                  <a:pt x="1004467" y="1082039"/>
                </a:lnTo>
                <a:lnTo>
                  <a:pt x="1004636" y="1082324"/>
                </a:lnTo>
                <a:lnTo>
                  <a:pt x="1004805" y="1082599"/>
                </a:lnTo>
                <a:lnTo>
                  <a:pt x="1004983" y="1082866"/>
                </a:lnTo>
                <a:lnTo>
                  <a:pt x="1005152" y="1083142"/>
                </a:lnTo>
                <a:lnTo>
                  <a:pt x="1005321" y="1083409"/>
                </a:lnTo>
                <a:lnTo>
                  <a:pt x="1005499" y="1083685"/>
                </a:lnTo>
                <a:lnTo>
                  <a:pt x="1005668" y="1083952"/>
                </a:lnTo>
                <a:lnTo>
                  <a:pt x="1005846" y="1084210"/>
                </a:lnTo>
                <a:lnTo>
                  <a:pt x="1006015" y="1084477"/>
                </a:lnTo>
                <a:lnTo>
                  <a:pt x="1006184" y="1084735"/>
                </a:lnTo>
                <a:lnTo>
                  <a:pt x="1006362" y="1084993"/>
                </a:lnTo>
                <a:lnTo>
                  <a:pt x="1006531" y="1085251"/>
                </a:lnTo>
                <a:lnTo>
                  <a:pt x="1006700" y="1085509"/>
                </a:lnTo>
                <a:lnTo>
                  <a:pt x="1006878" y="1085758"/>
                </a:lnTo>
                <a:lnTo>
                  <a:pt x="1007047" y="1086007"/>
                </a:lnTo>
                <a:lnTo>
                  <a:pt x="1007216" y="1086256"/>
                </a:lnTo>
                <a:lnTo>
                  <a:pt x="1007394" y="1086505"/>
                </a:lnTo>
                <a:lnTo>
                  <a:pt x="1007563" y="1086754"/>
                </a:lnTo>
                <a:lnTo>
                  <a:pt x="1007741" y="1086994"/>
                </a:lnTo>
                <a:lnTo>
                  <a:pt x="1007910" y="1087234"/>
                </a:lnTo>
                <a:lnTo>
                  <a:pt x="1008079" y="1087475"/>
                </a:lnTo>
                <a:lnTo>
                  <a:pt x="1008257" y="1087715"/>
                </a:lnTo>
                <a:lnTo>
                  <a:pt x="1008426" y="1087955"/>
                </a:lnTo>
                <a:lnTo>
                  <a:pt x="1008595" y="1088186"/>
                </a:lnTo>
                <a:lnTo>
                  <a:pt x="1008773" y="1088418"/>
                </a:lnTo>
                <a:lnTo>
                  <a:pt x="1008942" y="1088649"/>
                </a:lnTo>
                <a:lnTo>
                  <a:pt x="1009120" y="1088880"/>
                </a:lnTo>
                <a:lnTo>
                  <a:pt x="1009289" y="1089103"/>
                </a:lnTo>
                <a:lnTo>
                  <a:pt x="1009458" y="1089334"/>
                </a:lnTo>
                <a:lnTo>
                  <a:pt x="1009636" y="1089557"/>
                </a:lnTo>
                <a:lnTo>
                  <a:pt x="1009805" y="1089779"/>
                </a:lnTo>
                <a:lnTo>
                  <a:pt x="1009974" y="1090001"/>
                </a:lnTo>
                <a:lnTo>
                  <a:pt x="1010152" y="1090215"/>
                </a:lnTo>
                <a:lnTo>
                  <a:pt x="1010321" y="1090437"/>
                </a:lnTo>
                <a:lnTo>
                  <a:pt x="1010490" y="1090651"/>
                </a:lnTo>
                <a:lnTo>
                  <a:pt x="1010668" y="1090864"/>
                </a:lnTo>
                <a:lnTo>
                  <a:pt x="1010837" y="1091078"/>
                </a:lnTo>
                <a:lnTo>
                  <a:pt x="1011015" y="1091291"/>
                </a:lnTo>
                <a:lnTo>
                  <a:pt x="1011184" y="1091496"/>
                </a:lnTo>
                <a:lnTo>
                  <a:pt x="1011353" y="1091709"/>
                </a:lnTo>
                <a:lnTo>
                  <a:pt x="1011531" y="1091914"/>
                </a:lnTo>
                <a:lnTo>
                  <a:pt x="1011700" y="1092119"/>
                </a:lnTo>
                <a:lnTo>
                  <a:pt x="1011869" y="1092323"/>
                </a:lnTo>
                <a:lnTo>
                  <a:pt x="1012047" y="1092519"/>
                </a:lnTo>
                <a:lnTo>
                  <a:pt x="1012216" y="1092724"/>
                </a:lnTo>
                <a:lnTo>
                  <a:pt x="1012394" y="1092919"/>
                </a:lnTo>
                <a:lnTo>
                  <a:pt x="1012563" y="1093115"/>
                </a:lnTo>
                <a:lnTo>
                  <a:pt x="1012732" y="1093311"/>
                </a:lnTo>
                <a:lnTo>
                  <a:pt x="1012910" y="1093506"/>
                </a:lnTo>
                <a:lnTo>
                  <a:pt x="1013079" y="1093693"/>
                </a:lnTo>
                <a:lnTo>
                  <a:pt x="1013248" y="1093889"/>
                </a:lnTo>
                <a:lnTo>
                  <a:pt x="1013426" y="1094076"/>
                </a:lnTo>
                <a:lnTo>
                  <a:pt x="1013595" y="1094263"/>
                </a:lnTo>
                <a:lnTo>
                  <a:pt x="1013773" y="1094450"/>
                </a:lnTo>
                <a:lnTo>
                  <a:pt x="1013942" y="1094636"/>
                </a:lnTo>
                <a:lnTo>
                  <a:pt x="1014111" y="1094814"/>
                </a:lnTo>
                <a:lnTo>
                  <a:pt x="1014289" y="1095001"/>
                </a:lnTo>
                <a:lnTo>
                  <a:pt x="1014458" y="1095179"/>
                </a:lnTo>
                <a:lnTo>
                  <a:pt x="1014627" y="1095357"/>
                </a:lnTo>
                <a:lnTo>
                  <a:pt x="1014805" y="1095535"/>
                </a:lnTo>
                <a:lnTo>
                  <a:pt x="1014974" y="1095713"/>
                </a:lnTo>
                <a:lnTo>
                  <a:pt x="1015143" y="1095882"/>
                </a:lnTo>
                <a:lnTo>
                  <a:pt x="1015321" y="1096060"/>
                </a:lnTo>
                <a:lnTo>
                  <a:pt x="1015490" y="1096229"/>
                </a:lnTo>
                <a:lnTo>
                  <a:pt x="1015668" y="1096398"/>
                </a:lnTo>
                <a:lnTo>
                  <a:pt x="1015837" y="1096567"/>
                </a:lnTo>
                <a:lnTo>
                  <a:pt x="1016006" y="1096736"/>
                </a:lnTo>
                <a:lnTo>
                  <a:pt x="1016184" y="1096905"/>
                </a:lnTo>
                <a:lnTo>
                  <a:pt x="1016353" y="1097065"/>
                </a:lnTo>
                <a:lnTo>
                  <a:pt x="1016522" y="1097234"/>
                </a:lnTo>
                <a:lnTo>
                  <a:pt x="1016700" y="1097394"/>
                </a:lnTo>
                <a:lnTo>
                  <a:pt x="1016869" y="1097554"/>
                </a:lnTo>
                <a:lnTo>
                  <a:pt x="1017047" y="1097714"/>
                </a:lnTo>
                <a:lnTo>
                  <a:pt x="1017216" y="1097875"/>
                </a:lnTo>
                <a:lnTo>
                  <a:pt x="1017385" y="1098026"/>
                </a:lnTo>
                <a:lnTo>
                  <a:pt x="1017563" y="1098186"/>
                </a:lnTo>
                <a:lnTo>
                  <a:pt x="1017732" y="1098337"/>
                </a:lnTo>
                <a:lnTo>
                  <a:pt x="1017901" y="1098497"/>
                </a:lnTo>
                <a:lnTo>
                  <a:pt x="1018079" y="1098649"/>
                </a:lnTo>
                <a:lnTo>
                  <a:pt x="1018248" y="1098800"/>
                </a:lnTo>
                <a:lnTo>
                  <a:pt x="1018426" y="1098942"/>
                </a:lnTo>
                <a:lnTo>
                  <a:pt x="1018595" y="1099093"/>
                </a:lnTo>
                <a:lnTo>
                  <a:pt x="1018764" y="1099245"/>
                </a:lnTo>
                <a:lnTo>
                  <a:pt x="1018942" y="1099387"/>
                </a:lnTo>
                <a:lnTo>
                  <a:pt x="1019111" y="1099529"/>
                </a:lnTo>
                <a:lnTo>
                  <a:pt x="1019280" y="1099672"/>
                </a:lnTo>
                <a:lnTo>
                  <a:pt x="1019458" y="1099814"/>
                </a:lnTo>
                <a:lnTo>
                  <a:pt x="1019627" y="1099956"/>
                </a:lnTo>
                <a:lnTo>
                  <a:pt x="1019796" y="1100099"/>
                </a:lnTo>
                <a:lnTo>
                  <a:pt x="1019974" y="1100241"/>
                </a:lnTo>
                <a:lnTo>
                  <a:pt x="1020143" y="1100375"/>
                </a:lnTo>
                <a:lnTo>
                  <a:pt x="1020321" y="1100517"/>
                </a:lnTo>
                <a:lnTo>
                  <a:pt x="1020490" y="1100650"/>
                </a:lnTo>
                <a:lnTo>
                  <a:pt x="1020659" y="1100784"/>
                </a:lnTo>
                <a:lnTo>
                  <a:pt x="1020837" y="1100917"/>
                </a:lnTo>
                <a:lnTo>
                  <a:pt x="1021006" y="1101051"/>
                </a:lnTo>
                <a:lnTo>
                  <a:pt x="1021175" y="1101175"/>
                </a:lnTo>
                <a:lnTo>
                  <a:pt x="1021353" y="1101309"/>
                </a:lnTo>
                <a:lnTo>
                  <a:pt x="1021522" y="1101433"/>
                </a:lnTo>
                <a:lnTo>
                  <a:pt x="1021700" y="1101567"/>
                </a:lnTo>
                <a:lnTo>
                  <a:pt x="1021869" y="1101691"/>
                </a:lnTo>
                <a:lnTo>
                  <a:pt x="1022037" y="1101816"/>
                </a:lnTo>
                <a:lnTo>
                  <a:pt x="1022215" y="1101940"/>
                </a:lnTo>
                <a:lnTo>
                  <a:pt x="1022384" y="1102065"/>
                </a:lnTo>
                <a:lnTo>
                  <a:pt x="1022554" y="1102189"/>
                </a:lnTo>
                <a:lnTo>
                  <a:pt x="1022731" y="1102305"/>
                </a:lnTo>
                <a:lnTo>
                  <a:pt x="1022901" y="1102430"/>
                </a:lnTo>
                <a:lnTo>
                  <a:pt x="1023070" y="1102545"/>
                </a:lnTo>
                <a:lnTo>
                  <a:pt x="1023248" y="1102670"/>
                </a:lnTo>
                <a:lnTo>
                  <a:pt x="1023416" y="1102786"/>
                </a:lnTo>
                <a:lnTo>
                  <a:pt x="1023594" y="1102901"/>
                </a:lnTo>
                <a:lnTo>
                  <a:pt x="1023763" y="1103017"/>
                </a:lnTo>
                <a:lnTo>
                  <a:pt x="1023932" y="1103133"/>
                </a:lnTo>
                <a:lnTo>
                  <a:pt x="1024110" y="1103239"/>
                </a:lnTo>
                <a:lnTo>
                  <a:pt x="1024279" y="1103355"/>
                </a:lnTo>
                <a:lnTo>
                  <a:pt x="1024449" y="1103470"/>
                </a:lnTo>
                <a:lnTo>
                  <a:pt x="1024626" y="1103577"/>
                </a:lnTo>
                <a:lnTo>
                  <a:pt x="1024795" y="1103684"/>
                </a:lnTo>
                <a:lnTo>
                  <a:pt x="1024973" y="1103800"/>
                </a:lnTo>
                <a:lnTo>
                  <a:pt x="1025142" y="1103907"/>
                </a:lnTo>
                <a:lnTo>
                  <a:pt x="1025311" y="1104013"/>
                </a:lnTo>
                <a:lnTo>
                  <a:pt x="1025489" y="1104120"/>
                </a:lnTo>
                <a:lnTo>
                  <a:pt x="1025658" y="1104218"/>
                </a:lnTo>
                <a:lnTo>
                  <a:pt x="1025827" y="1104325"/>
                </a:lnTo>
                <a:lnTo>
                  <a:pt x="1026005" y="1104431"/>
                </a:lnTo>
                <a:lnTo>
                  <a:pt x="1026174" y="1104529"/>
                </a:lnTo>
                <a:lnTo>
                  <a:pt x="1026352" y="1104627"/>
                </a:lnTo>
                <a:lnTo>
                  <a:pt x="1026521" y="1104734"/>
                </a:lnTo>
                <a:lnTo>
                  <a:pt x="1026690" y="1104832"/>
                </a:lnTo>
                <a:lnTo>
                  <a:pt x="1026868" y="1104930"/>
                </a:lnTo>
                <a:lnTo>
                  <a:pt x="1027037" y="1105027"/>
                </a:lnTo>
                <a:lnTo>
                  <a:pt x="1027206" y="1105125"/>
                </a:lnTo>
                <a:lnTo>
                  <a:pt x="1027384" y="1105223"/>
                </a:lnTo>
                <a:lnTo>
                  <a:pt x="1027553" y="1105312"/>
                </a:lnTo>
                <a:lnTo>
                  <a:pt x="1027722" y="1105410"/>
                </a:lnTo>
                <a:lnTo>
                  <a:pt x="1027900" y="1105508"/>
                </a:lnTo>
                <a:lnTo>
                  <a:pt x="1028069" y="1105597"/>
                </a:lnTo>
                <a:lnTo>
                  <a:pt x="1028247" y="1105686"/>
                </a:lnTo>
                <a:lnTo>
                  <a:pt x="1028416" y="1105784"/>
                </a:lnTo>
                <a:lnTo>
                  <a:pt x="1028585" y="1105873"/>
                </a:lnTo>
                <a:lnTo>
                  <a:pt x="1028763" y="1105962"/>
                </a:lnTo>
                <a:lnTo>
                  <a:pt x="1028932" y="1106050"/>
                </a:lnTo>
                <a:lnTo>
                  <a:pt x="1029101" y="1106139"/>
                </a:lnTo>
                <a:lnTo>
                  <a:pt x="1029279" y="1106220"/>
                </a:lnTo>
                <a:lnTo>
                  <a:pt x="1029448" y="1106309"/>
                </a:lnTo>
                <a:lnTo>
                  <a:pt x="1029626" y="1106397"/>
                </a:lnTo>
                <a:lnTo>
                  <a:pt x="1029795" y="1106477"/>
                </a:lnTo>
                <a:lnTo>
                  <a:pt x="1029964" y="1106567"/>
                </a:lnTo>
                <a:lnTo>
                  <a:pt x="1030142" y="1106647"/>
                </a:lnTo>
                <a:lnTo>
                  <a:pt x="1030311" y="1106727"/>
                </a:lnTo>
                <a:lnTo>
                  <a:pt x="1030480" y="1106816"/>
                </a:lnTo>
                <a:lnTo>
                  <a:pt x="1030658" y="1106896"/>
                </a:lnTo>
                <a:lnTo>
                  <a:pt x="1030827" y="1106976"/>
                </a:lnTo>
                <a:lnTo>
                  <a:pt x="1030996" y="1107056"/>
                </a:lnTo>
                <a:lnTo>
                  <a:pt x="1031174" y="1107136"/>
                </a:lnTo>
                <a:lnTo>
                  <a:pt x="1031343" y="1107207"/>
                </a:lnTo>
                <a:lnTo>
                  <a:pt x="1031521" y="1107287"/>
                </a:lnTo>
                <a:lnTo>
                  <a:pt x="1031690" y="1107367"/>
                </a:lnTo>
                <a:lnTo>
                  <a:pt x="1031859" y="1107438"/>
                </a:lnTo>
                <a:lnTo>
                  <a:pt x="1032037" y="1107518"/>
                </a:lnTo>
                <a:lnTo>
                  <a:pt x="1032206" y="1107590"/>
                </a:lnTo>
                <a:lnTo>
                  <a:pt x="1032375" y="1107661"/>
                </a:lnTo>
                <a:lnTo>
                  <a:pt x="1032553" y="1107741"/>
                </a:lnTo>
                <a:lnTo>
                  <a:pt x="1032722" y="1107812"/>
                </a:lnTo>
                <a:lnTo>
                  <a:pt x="1032900" y="1107883"/>
                </a:lnTo>
                <a:lnTo>
                  <a:pt x="1033069" y="1107954"/>
                </a:lnTo>
                <a:lnTo>
                  <a:pt x="1033238" y="1108026"/>
                </a:lnTo>
                <a:lnTo>
                  <a:pt x="1033416" y="1108097"/>
                </a:lnTo>
                <a:lnTo>
                  <a:pt x="1033585" y="1108168"/>
                </a:lnTo>
                <a:lnTo>
                  <a:pt x="1033754" y="1108230"/>
                </a:lnTo>
                <a:lnTo>
                  <a:pt x="1033932" y="1108301"/>
                </a:lnTo>
                <a:lnTo>
                  <a:pt x="1034101" y="1108372"/>
                </a:lnTo>
                <a:lnTo>
                  <a:pt x="1034279" y="1108435"/>
                </a:lnTo>
                <a:lnTo>
                  <a:pt x="1034448" y="1108506"/>
                </a:lnTo>
                <a:lnTo>
                  <a:pt x="1034617" y="1108568"/>
                </a:lnTo>
                <a:lnTo>
                  <a:pt x="1034795" y="1108630"/>
                </a:lnTo>
                <a:lnTo>
                  <a:pt x="1034964" y="1108693"/>
                </a:lnTo>
                <a:lnTo>
                  <a:pt x="1035133" y="1108764"/>
                </a:lnTo>
                <a:lnTo>
                  <a:pt x="1035311" y="1108826"/>
                </a:lnTo>
                <a:lnTo>
                  <a:pt x="1035480" y="1108888"/>
                </a:lnTo>
                <a:lnTo>
                  <a:pt x="1035649" y="1108951"/>
                </a:lnTo>
                <a:lnTo>
                  <a:pt x="1035827" y="1109013"/>
                </a:lnTo>
                <a:lnTo>
                  <a:pt x="1035996" y="1109075"/>
                </a:lnTo>
                <a:lnTo>
                  <a:pt x="1036174" y="1109129"/>
                </a:lnTo>
                <a:lnTo>
                  <a:pt x="1036343" y="1109191"/>
                </a:lnTo>
                <a:lnTo>
                  <a:pt x="1036512" y="1109253"/>
                </a:lnTo>
                <a:lnTo>
                  <a:pt x="1036690" y="1109307"/>
                </a:lnTo>
                <a:lnTo>
                  <a:pt x="1036859" y="1109369"/>
                </a:lnTo>
                <a:lnTo>
                  <a:pt x="1037028" y="1109422"/>
                </a:lnTo>
                <a:lnTo>
                  <a:pt x="1037206" y="1109484"/>
                </a:lnTo>
                <a:lnTo>
                  <a:pt x="1037375" y="1109538"/>
                </a:lnTo>
                <a:lnTo>
                  <a:pt x="1037553" y="1109591"/>
                </a:lnTo>
                <a:lnTo>
                  <a:pt x="1037722" y="1109654"/>
                </a:lnTo>
                <a:lnTo>
                  <a:pt x="1037891" y="1109707"/>
                </a:lnTo>
                <a:lnTo>
                  <a:pt x="1038069" y="1109760"/>
                </a:lnTo>
                <a:lnTo>
                  <a:pt x="1038238" y="1109814"/>
                </a:lnTo>
                <a:lnTo>
                  <a:pt x="1038407" y="1109867"/>
                </a:lnTo>
                <a:lnTo>
                  <a:pt x="1038585" y="1109920"/>
                </a:lnTo>
                <a:lnTo>
                  <a:pt x="1038754" y="1109974"/>
                </a:lnTo>
                <a:lnTo>
                  <a:pt x="1038923" y="1110027"/>
                </a:lnTo>
                <a:lnTo>
                  <a:pt x="1039101" y="1110072"/>
                </a:lnTo>
                <a:lnTo>
                  <a:pt x="1039270" y="1110125"/>
                </a:lnTo>
                <a:lnTo>
                  <a:pt x="1039448" y="1110178"/>
                </a:lnTo>
                <a:lnTo>
                  <a:pt x="1039617" y="1110223"/>
                </a:lnTo>
                <a:lnTo>
                  <a:pt x="1039786" y="1110276"/>
                </a:lnTo>
                <a:lnTo>
                  <a:pt x="1039964" y="1110330"/>
                </a:lnTo>
                <a:lnTo>
                  <a:pt x="1040133" y="1110374"/>
                </a:lnTo>
                <a:lnTo>
                  <a:pt x="1040302" y="1110419"/>
                </a:lnTo>
                <a:lnTo>
                  <a:pt x="1040480" y="1110472"/>
                </a:lnTo>
                <a:lnTo>
                  <a:pt x="1040649" y="1110517"/>
                </a:lnTo>
                <a:lnTo>
                  <a:pt x="1040827" y="1110561"/>
                </a:lnTo>
                <a:lnTo>
                  <a:pt x="1040996" y="1110614"/>
                </a:lnTo>
                <a:lnTo>
                  <a:pt x="1041165" y="1110659"/>
                </a:lnTo>
                <a:lnTo>
                  <a:pt x="1041343" y="1110703"/>
                </a:lnTo>
                <a:lnTo>
                  <a:pt x="1041512" y="1110748"/>
                </a:lnTo>
                <a:lnTo>
                  <a:pt x="1041681" y="1110792"/>
                </a:lnTo>
                <a:lnTo>
                  <a:pt x="1041859" y="1110837"/>
                </a:lnTo>
                <a:lnTo>
                  <a:pt x="1042028" y="1110881"/>
                </a:lnTo>
                <a:lnTo>
                  <a:pt x="1042206" y="1110926"/>
                </a:lnTo>
                <a:lnTo>
                  <a:pt x="1042375" y="1110961"/>
                </a:lnTo>
                <a:lnTo>
                  <a:pt x="1042544" y="1111006"/>
                </a:lnTo>
                <a:lnTo>
                  <a:pt x="1042722" y="1111050"/>
                </a:lnTo>
                <a:lnTo>
                  <a:pt x="1042891" y="1111086"/>
                </a:lnTo>
                <a:lnTo>
                  <a:pt x="1043060" y="1111130"/>
                </a:lnTo>
                <a:lnTo>
                  <a:pt x="1043238" y="1111175"/>
                </a:lnTo>
                <a:lnTo>
                  <a:pt x="1043407" y="1111210"/>
                </a:lnTo>
                <a:lnTo>
                  <a:pt x="1043576" y="1111255"/>
                </a:lnTo>
                <a:lnTo>
                  <a:pt x="1043754" y="1111290"/>
                </a:lnTo>
                <a:lnTo>
                  <a:pt x="1043923" y="1111335"/>
                </a:lnTo>
                <a:lnTo>
                  <a:pt x="1044101" y="1111371"/>
                </a:lnTo>
                <a:lnTo>
                  <a:pt x="1044270" y="1111406"/>
                </a:lnTo>
                <a:lnTo>
                  <a:pt x="1044439" y="1111442"/>
                </a:lnTo>
                <a:lnTo>
                  <a:pt x="1044617" y="1111486"/>
                </a:lnTo>
                <a:lnTo>
                  <a:pt x="1044786" y="1111522"/>
                </a:lnTo>
                <a:lnTo>
                  <a:pt x="1044955" y="1111557"/>
                </a:lnTo>
                <a:lnTo>
                  <a:pt x="1045133" y="1111593"/>
                </a:lnTo>
                <a:lnTo>
                  <a:pt x="1045302" y="1111629"/>
                </a:lnTo>
                <a:lnTo>
                  <a:pt x="1045480" y="1111664"/>
                </a:lnTo>
                <a:lnTo>
                  <a:pt x="1045649" y="1111700"/>
                </a:lnTo>
                <a:lnTo>
                  <a:pt x="1045818" y="1111735"/>
                </a:lnTo>
                <a:lnTo>
                  <a:pt x="1045996" y="1111771"/>
                </a:lnTo>
                <a:lnTo>
                  <a:pt x="1046165" y="1111807"/>
                </a:lnTo>
                <a:lnTo>
                  <a:pt x="1046334" y="1111842"/>
                </a:lnTo>
                <a:lnTo>
                  <a:pt x="1046512" y="1111878"/>
                </a:lnTo>
                <a:lnTo>
                  <a:pt x="1046681" y="1111904"/>
                </a:lnTo>
                <a:lnTo>
                  <a:pt x="1046859" y="1111940"/>
                </a:lnTo>
                <a:lnTo>
                  <a:pt x="1047028" y="1111976"/>
                </a:lnTo>
                <a:lnTo>
                  <a:pt x="1047197" y="1112002"/>
                </a:lnTo>
                <a:lnTo>
                  <a:pt x="1047375" y="1112038"/>
                </a:lnTo>
                <a:lnTo>
                  <a:pt x="1047544" y="1112064"/>
                </a:lnTo>
                <a:lnTo>
                  <a:pt x="1047713" y="1112100"/>
                </a:lnTo>
                <a:lnTo>
                  <a:pt x="1047891" y="1112127"/>
                </a:lnTo>
                <a:lnTo>
                  <a:pt x="1048060" y="1112162"/>
                </a:lnTo>
                <a:lnTo>
                  <a:pt x="1048229" y="1112189"/>
                </a:lnTo>
                <a:lnTo>
                  <a:pt x="1048407" y="1112225"/>
                </a:lnTo>
                <a:lnTo>
                  <a:pt x="1048576" y="1112251"/>
                </a:lnTo>
                <a:lnTo>
                  <a:pt x="1048754" y="1112278"/>
                </a:lnTo>
                <a:lnTo>
                  <a:pt x="1048923" y="1112314"/>
                </a:lnTo>
                <a:lnTo>
                  <a:pt x="1049092" y="1112340"/>
                </a:lnTo>
                <a:lnTo>
                  <a:pt x="1049270" y="1112367"/>
                </a:lnTo>
                <a:lnTo>
                  <a:pt x="1049439" y="1112394"/>
                </a:lnTo>
                <a:lnTo>
                  <a:pt x="1049608" y="1112429"/>
                </a:lnTo>
                <a:lnTo>
                  <a:pt x="1049786" y="1112456"/>
                </a:lnTo>
                <a:lnTo>
                  <a:pt x="1049955" y="1112483"/>
                </a:lnTo>
                <a:lnTo>
                  <a:pt x="1050133" y="1112509"/>
                </a:lnTo>
                <a:lnTo>
                  <a:pt x="1050302" y="1112536"/>
                </a:lnTo>
                <a:lnTo>
                  <a:pt x="1050471" y="1112563"/>
                </a:lnTo>
                <a:lnTo>
                  <a:pt x="1050649" y="1112589"/>
                </a:lnTo>
                <a:lnTo>
                  <a:pt x="1050818" y="1112616"/>
                </a:lnTo>
                <a:lnTo>
                  <a:pt x="1050987" y="1112643"/>
                </a:lnTo>
                <a:lnTo>
                  <a:pt x="1051165" y="1112669"/>
                </a:lnTo>
                <a:lnTo>
                  <a:pt x="1051334" y="1112687"/>
                </a:lnTo>
                <a:lnTo>
                  <a:pt x="1051503" y="1112714"/>
                </a:lnTo>
                <a:lnTo>
                  <a:pt x="1051681" y="1112741"/>
                </a:lnTo>
                <a:lnTo>
                  <a:pt x="1051850" y="1112767"/>
                </a:lnTo>
                <a:lnTo>
                  <a:pt x="1052028" y="1112785"/>
                </a:lnTo>
                <a:lnTo>
                  <a:pt x="1052197" y="1112812"/>
                </a:lnTo>
                <a:lnTo>
                  <a:pt x="1052366" y="1112838"/>
                </a:lnTo>
                <a:lnTo>
                  <a:pt x="1052543" y="1112856"/>
                </a:lnTo>
                <a:lnTo>
                  <a:pt x="1052713" y="1112883"/>
                </a:lnTo>
                <a:lnTo>
                  <a:pt x="1052882" y="1112910"/>
                </a:lnTo>
                <a:lnTo>
                  <a:pt x="1053060" y="1112927"/>
                </a:lnTo>
                <a:lnTo>
                  <a:pt x="1053229" y="1112954"/>
                </a:lnTo>
                <a:lnTo>
                  <a:pt x="1053406" y="1112972"/>
                </a:lnTo>
                <a:lnTo>
                  <a:pt x="1053576" y="1112999"/>
                </a:lnTo>
                <a:lnTo>
                  <a:pt x="1053744" y="1113016"/>
                </a:lnTo>
                <a:lnTo>
                  <a:pt x="1053922" y="1113043"/>
                </a:lnTo>
                <a:lnTo>
                  <a:pt x="1054091" y="1113061"/>
                </a:lnTo>
                <a:lnTo>
                  <a:pt x="1054261" y="1113079"/>
                </a:lnTo>
                <a:lnTo>
                  <a:pt x="1054438" y="1113105"/>
                </a:lnTo>
                <a:lnTo>
                  <a:pt x="1054608" y="1113123"/>
                </a:lnTo>
                <a:lnTo>
                  <a:pt x="1054785" y="1113141"/>
                </a:lnTo>
                <a:lnTo>
                  <a:pt x="1054954" y="1113168"/>
                </a:lnTo>
                <a:lnTo>
                  <a:pt x="1055123" y="1113185"/>
                </a:lnTo>
                <a:lnTo>
                  <a:pt x="1055301" y="1113203"/>
                </a:lnTo>
                <a:lnTo>
                  <a:pt x="1055470" y="1113221"/>
                </a:lnTo>
                <a:lnTo>
                  <a:pt x="1055639" y="1113248"/>
                </a:lnTo>
                <a:lnTo>
                  <a:pt x="1055817" y="1113265"/>
                </a:lnTo>
                <a:lnTo>
                  <a:pt x="1055986" y="1113283"/>
                </a:lnTo>
                <a:lnTo>
                  <a:pt x="1056156" y="1113301"/>
                </a:lnTo>
                <a:lnTo>
                  <a:pt x="1056333" y="1113319"/>
                </a:lnTo>
                <a:lnTo>
                  <a:pt x="1056502" y="1113337"/>
                </a:lnTo>
                <a:lnTo>
                  <a:pt x="1056680" y="1113355"/>
                </a:lnTo>
                <a:lnTo>
                  <a:pt x="1056849" y="1113372"/>
                </a:lnTo>
                <a:lnTo>
                  <a:pt x="1057018" y="1113390"/>
                </a:lnTo>
                <a:lnTo>
                  <a:pt x="1057196" y="1113408"/>
                </a:lnTo>
                <a:lnTo>
                  <a:pt x="1057365" y="1113426"/>
                </a:lnTo>
                <a:lnTo>
                  <a:pt x="1057534" y="1113443"/>
                </a:lnTo>
                <a:lnTo>
                  <a:pt x="1057712" y="1113461"/>
                </a:lnTo>
                <a:lnTo>
                  <a:pt x="1057881" y="1113479"/>
                </a:lnTo>
                <a:lnTo>
                  <a:pt x="1058059" y="1113497"/>
                </a:lnTo>
                <a:lnTo>
                  <a:pt x="1058228" y="1113515"/>
                </a:lnTo>
                <a:lnTo>
                  <a:pt x="1058397" y="1113532"/>
                </a:lnTo>
                <a:lnTo>
                  <a:pt x="1058575" y="1113541"/>
                </a:lnTo>
                <a:lnTo>
                  <a:pt x="1058744" y="1113559"/>
                </a:lnTo>
                <a:lnTo>
                  <a:pt x="1058913" y="1113577"/>
                </a:lnTo>
                <a:lnTo>
                  <a:pt x="1059091" y="1113595"/>
                </a:lnTo>
                <a:lnTo>
                  <a:pt x="1059260" y="1113612"/>
                </a:lnTo>
                <a:lnTo>
                  <a:pt x="1059429" y="1113621"/>
                </a:lnTo>
                <a:lnTo>
                  <a:pt x="1059607" y="1113639"/>
                </a:lnTo>
                <a:lnTo>
                  <a:pt x="1059776" y="1113657"/>
                </a:lnTo>
                <a:lnTo>
                  <a:pt x="1059954" y="1113666"/>
                </a:lnTo>
                <a:lnTo>
                  <a:pt x="1060123" y="1113684"/>
                </a:lnTo>
                <a:lnTo>
                  <a:pt x="1060292" y="1113701"/>
                </a:lnTo>
                <a:lnTo>
                  <a:pt x="1060470" y="1113710"/>
                </a:lnTo>
                <a:lnTo>
                  <a:pt x="1060639" y="1113728"/>
                </a:lnTo>
                <a:lnTo>
                  <a:pt x="1060808" y="1113737"/>
                </a:lnTo>
                <a:lnTo>
                  <a:pt x="1060986" y="1113755"/>
                </a:lnTo>
                <a:lnTo>
                  <a:pt x="1061155" y="1113773"/>
                </a:lnTo>
                <a:lnTo>
                  <a:pt x="1061333" y="1113782"/>
                </a:lnTo>
                <a:lnTo>
                  <a:pt x="1061502" y="1113799"/>
                </a:lnTo>
                <a:lnTo>
                  <a:pt x="1061671" y="1113808"/>
                </a:lnTo>
                <a:lnTo>
                  <a:pt x="1061849" y="1113826"/>
                </a:lnTo>
                <a:lnTo>
                  <a:pt x="1062018" y="1113835"/>
                </a:lnTo>
                <a:lnTo>
                  <a:pt x="1062187" y="1113853"/>
                </a:lnTo>
                <a:lnTo>
                  <a:pt x="1062365" y="1113862"/>
                </a:lnTo>
                <a:lnTo>
                  <a:pt x="1062534" y="1113870"/>
                </a:lnTo>
                <a:lnTo>
                  <a:pt x="1062712" y="1113888"/>
                </a:lnTo>
                <a:lnTo>
                  <a:pt x="1062881" y="1113897"/>
                </a:lnTo>
                <a:lnTo>
                  <a:pt x="1063050" y="1113915"/>
                </a:lnTo>
                <a:lnTo>
                  <a:pt x="1063228" y="1113924"/>
                </a:lnTo>
                <a:lnTo>
                  <a:pt x="1063397" y="1113933"/>
                </a:lnTo>
                <a:lnTo>
                  <a:pt x="1063566" y="1113951"/>
                </a:lnTo>
                <a:lnTo>
                  <a:pt x="1063744" y="1113959"/>
                </a:lnTo>
                <a:lnTo>
                  <a:pt x="1063913" y="1113968"/>
                </a:lnTo>
                <a:lnTo>
                  <a:pt x="1064082" y="1113977"/>
                </a:lnTo>
                <a:lnTo>
                  <a:pt x="1064260" y="1113995"/>
                </a:lnTo>
                <a:lnTo>
                  <a:pt x="1064429" y="1114004"/>
                </a:lnTo>
                <a:lnTo>
                  <a:pt x="1064607" y="1114013"/>
                </a:lnTo>
                <a:lnTo>
                  <a:pt x="1064776" y="1114022"/>
                </a:lnTo>
                <a:lnTo>
                  <a:pt x="1064945" y="1114039"/>
                </a:lnTo>
                <a:lnTo>
                  <a:pt x="1065123" y="1114048"/>
                </a:lnTo>
                <a:lnTo>
                  <a:pt x="1065292" y="1114057"/>
                </a:lnTo>
                <a:lnTo>
                  <a:pt x="1065461" y="1114066"/>
                </a:lnTo>
                <a:lnTo>
                  <a:pt x="1065639" y="1114075"/>
                </a:lnTo>
                <a:lnTo>
                  <a:pt x="1065808" y="1114084"/>
                </a:lnTo>
                <a:lnTo>
                  <a:pt x="1065986" y="1114102"/>
                </a:lnTo>
                <a:lnTo>
                  <a:pt x="1066155" y="1114111"/>
                </a:lnTo>
                <a:lnTo>
                  <a:pt x="1066324" y="1114120"/>
                </a:lnTo>
                <a:lnTo>
                  <a:pt x="1066502" y="1114129"/>
                </a:lnTo>
                <a:lnTo>
                  <a:pt x="1066671" y="1114137"/>
                </a:lnTo>
                <a:lnTo>
                  <a:pt x="1066840" y="1114146"/>
                </a:lnTo>
                <a:lnTo>
                  <a:pt x="1067018" y="1114155"/>
                </a:lnTo>
                <a:lnTo>
                  <a:pt x="1067187" y="1114164"/>
                </a:lnTo>
                <a:lnTo>
                  <a:pt x="1067356" y="1114173"/>
                </a:lnTo>
                <a:lnTo>
                  <a:pt x="1067534" y="1114182"/>
                </a:lnTo>
                <a:lnTo>
                  <a:pt x="1067703" y="1114191"/>
                </a:lnTo>
                <a:lnTo>
                  <a:pt x="1067881" y="1114200"/>
                </a:lnTo>
                <a:lnTo>
                  <a:pt x="1068050" y="1114209"/>
                </a:lnTo>
                <a:lnTo>
                  <a:pt x="1068219" y="1114217"/>
                </a:lnTo>
                <a:lnTo>
                  <a:pt x="1068397" y="1114226"/>
                </a:lnTo>
                <a:lnTo>
                  <a:pt x="1068566" y="1114235"/>
                </a:lnTo>
                <a:lnTo>
                  <a:pt x="1068735" y="1114244"/>
                </a:lnTo>
                <a:lnTo>
                  <a:pt x="1068913" y="1114253"/>
                </a:lnTo>
                <a:lnTo>
                  <a:pt x="1069082" y="1114262"/>
                </a:lnTo>
                <a:lnTo>
                  <a:pt x="1069260" y="1114271"/>
                </a:lnTo>
                <a:lnTo>
                  <a:pt x="1069429" y="1114280"/>
                </a:lnTo>
                <a:lnTo>
                  <a:pt x="1069598" y="1114289"/>
                </a:lnTo>
                <a:lnTo>
                  <a:pt x="1069776" y="1114297"/>
                </a:lnTo>
                <a:lnTo>
                  <a:pt x="1069945" y="1114297"/>
                </a:lnTo>
                <a:lnTo>
                  <a:pt x="1070114" y="1114306"/>
                </a:lnTo>
                <a:lnTo>
                  <a:pt x="1070292" y="1114315"/>
                </a:lnTo>
                <a:lnTo>
                  <a:pt x="1070461" y="1114324"/>
                </a:lnTo>
                <a:lnTo>
                  <a:pt x="1070639" y="1114333"/>
                </a:lnTo>
                <a:lnTo>
                  <a:pt x="1070808" y="1114342"/>
                </a:lnTo>
                <a:lnTo>
                  <a:pt x="1070977" y="1114342"/>
                </a:lnTo>
                <a:lnTo>
                  <a:pt x="1071155" y="1114351"/>
                </a:lnTo>
                <a:lnTo>
                  <a:pt x="1071324" y="1114360"/>
                </a:lnTo>
                <a:lnTo>
                  <a:pt x="1071493" y="1114369"/>
                </a:lnTo>
                <a:lnTo>
                  <a:pt x="1071671" y="1114378"/>
                </a:lnTo>
                <a:lnTo>
                  <a:pt x="1071840" y="1114378"/>
                </a:lnTo>
                <a:lnTo>
                  <a:pt x="1072009" y="1114386"/>
                </a:lnTo>
                <a:lnTo>
                  <a:pt x="1072187" y="1114395"/>
                </a:lnTo>
                <a:lnTo>
                  <a:pt x="1072356" y="1114404"/>
                </a:lnTo>
                <a:lnTo>
                  <a:pt x="1072534" y="1114404"/>
                </a:lnTo>
                <a:lnTo>
                  <a:pt x="1072703" y="1114413"/>
                </a:lnTo>
                <a:lnTo>
                  <a:pt x="1072872" y="1114422"/>
                </a:lnTo>
                <a:lnTo>
                  <a:pt x="1073050" y="1114422"/>
                </a:lnTo>
                <a:lnTo>
                  <a:pt x="1073219" y="1114431"/>
                </a:lnTo>
                <a:lnTo>
                  <a:pt x="1073388" y="1114440"/>
                </a:lnTo>
                <a:lnTo>
                  <a:pt x="1073566" y="1114449"/>
                </a:lnTo>
                <a:lnTo>
                  <a:pt x="1073735" y="1114449"/>
                </a:lnTo>
                <a:lnTo>
                  <a:pt x="1073913" y="1114458"/>
                </a:lnTo>
                <a:lnTo>
                  <a:pt x="1074082" y="1114467"/>
                </a:lnTo>
                <a:lnTo>
                  <a:pt x="1074251" y="1114467"/>
                </a:lnTo>
                <a:lnTo>
                  <a:pt x="1074429" y="1114475"/>
                </a:lnTo>
                <a:lnTo>
                  <a:pt x="1074598" y="1114475"/>
                </a:lnTo>
                <a:lnTo>
                  <a:pt x="1074767" y="1114484"/>
                </a:lnTo>
                <a:lnTo>
                  <a:pt x="1074945" y="1114493"/>
                </a:lnTo>
                <a:lnTo>
                  <a:pt x="1075114" y="1114493"/>
                </a:lnTo>
                <a:lnTo>
                  <a:pt x="1075292" y="1114502"/>
                </a:lnTo>
                <a:lnTo>
                  <a:pt x="1075461" y="1114511"/>
                </a:lnTo>
                <a:lnTo>
                  <a:pt x="1075630" y="1114511"/>
                </a:lnTo>
                <a:lnTo>
                  <a:pt x="1075808" y="1114520"/>
                </a:lnTo>
                <a:lnTo>
                  <a:pt x="1075977" y="1114520"/>
                </a:lnTo>
                <a:lnTo>
                  <a:pt x="1076146" y="1114529"/>
                </a:lnTo>
                <a:lnTo>
                  <a:pt x="1076324" y="1114529"/>
                </a:lnTo>
                <a:lnTo>
                  <a:pt x="1076493" y="1114538"/>
                </a:lnTo>
                <a:lnTo>
                  <a:pt x="1076662" y="1114547"/>
                </a:lnTo>
                <a:lnTo>
                  <a:pt x="1076840" y="1114547"/>
                </a:lnTo>
                <a:lnTo>
                  <a:pt x="1077009" y="1114556"/>
                </a:lnTo>
                <a:lnTo>
                  <a:pt x="1077187" y="1114556"/>
                </a:lnTo>
                <a:lnTo>
                  <a:pt x="1077356" y="1114564"/>
                </a:lnTo>
                <a:lnTo>
                  <a:pt x="1077525" y="1114564"/>
                </a:lnTo>
                <a:lnTo>
                  <a:pt x="1077703" y="1114573"/>
                </a:lnTo>
                <a:lnTo>
                  <a:pt x="1077872" y="1114573"/>
                </a:lnTo>
                <a:lnTo>
                  <a:pt x="1078041" y="1114582"/>
                </a:lnTo>
                <a:lnTo>
                  <a:pt x="1078219" y="1114582"/>
                </a:lnTo>
                <a:lnTo>
                  <a:pt x="1078388" y="1114591"/>
                </a:lnTo>
                <a:lnTo>
                  <a:pt x="1078566" y="1114591"/>
                </a:lnTo>
                <a:lnTo>
                  <a:pt x="1078735" y="1114600"/>
                </a:lnTo>
                <a:lnTo>
                  <a:pt x="1078904" y="1114600"/>
                </a:lnTo>
                <a:lnTo>
                  <a:pt x="1079082" y="1114609"/>
                </a:lnTo>
                <a:lnTo>
                  <a:pt x="1079251" y="1114609"/>
                </a:lnTo>
                <a:lnTo>
                  <a:pt x="1079420" y="1114609"/>
                </a:lnTo>
                <a:lnTo>
                  <a:pt x="1079598" y="1114618"/>
                </a:lnTo>
                <a:lnTo>
                  <a:pt x="1079767" y="1114618"/>
                </a:lnTo>
                <a:lnTo>
                  <a:pt x="1079936" y="1114627"/>
                </a:lnTo>
                <a:lnTo>
                  <a:pt x="1080114" y="1114627"/>
                </a:lnTo>
                <a:lnTo>
                  <a:pt x="1080283" y="1114636"/>
                </a:lnTo>
                <a:lnTo>
                  <a:pt x="1080461" y="1114636"/>
                </a:lnTo>
                <a:lnTo>
                  <a:pt x="1080630" y="1114644"/>
                </a:lnTo>
                <a:lnTo>
                  <a:pt x="1080799" y="1114644"/>
                </a:lnTo>
                <a:lnTo>
                  <a:pt x="1080977" y="1114644"/>
                </a:lnTo>
                <a:lnTo>
                  <a:pt x="1081146" y="1114653"/>
                </a:lnTo>
                <a:lnTo>
                  <a:pt x="1081315" y="1114653"/>
                </a:lnTo>
                <a:lnTo>
                  <a:pt x="1081493" y="1114662"/>
                </a:lnTo>
                <a:lnTo>
                  <a:pt x="1081662" y="1114662"/>
                </a:lnTo>
                <a:lnTo>
                  <a:pt x="1081840" y="1114662"/>
                </a:lnTo>
                <a:lnTo>
                  <a:pt x="1082009" y="1114671"/>
                </a:lnTo>
                <a:lnTo>
                  <a:pt x="1082178" y="1114671"/>
                </a:lnTo>
                <a:lnTo>
                  <a:pt x="1082356" y="1114671"/>
                </a:lnTo>
                <a:lnTo>
                  <a:pt x="1082525" y="1114680"/>
                </a:lnTo>
                <a:lnTo>
                  <a:pt x="1082694" y="1114680"/>
                </a:lnTo>
                <a:lnTo>
                  <a:pt x="1082871" y="1114680"/>
                </a:lnTo>
                <a:lnTo>
                  <a:pt x="1083041" y="1114689"/>
                </a:lnTo>
                <a:lnTo>
                  <a:pt x="1083218" y="1114689"/>
                </a:lnTo>
                <a:lnTo>
                  <a:pt x="1083388" y="1114698"/>
                </a:lnTo>
                <a:lnTo>
                  <a:pt x="1083557" y="1114698"/>
                </a:lnTo>
                <a:lnTo>
                  <a:pt x="1083734" y="1114698"/>
                </a:lnTo>
                <a:lnTo>
                  <a:pt x="1083903" y="1114707"/>
                </a:lnTo>
                <a:lnTo>
                  <a:pt x="1084073" y="1114707"/>
                </a:lnTo>
                <a:lnTo>
                  <a:pt x="1084250" y="1114707"/>
                </a:lnTo>
                <a:lnTo>
                  <a:pt x="1084420" y="1114707"/>
                </a:lnTo>
                <a:lnTo>
                  <a:pt x="1084589" y="1114716"/>
                </a:lnTo>
                <a:lnTo>
                  <a:pt x="1084766" y="1114716"/>
                </a:lnTo>
                <a:lnTo>
                  <a:pt x="1084935" y="1114716"/>
                </a:lnTo>
                <a:lnTo>
                  <a:pt x="1085113" y="1114725"/>
                </a:lnTo>
                <a:lnTo>
                  <a:pt x="1085282" y="1114725"/>
                </a:lnTo>
                <a:lnTo>
                  <a:pt x="1085451" y="1114725"/>
                </a:lnTo>
                <a:lnTo>
                  <a:pt x="1085629" y="1114733"/>
                </a:lnTo>
                <a:lnTo>
                  <a:pt x="1085798" y="1114733"/>
                </a:lnTo>
                <a:lnTo>
                  <a:pt x="1085968" y="1114733"/>
                </a:lnTo>
                <a:lnTo>
                  <a:pt x="1086145" y="1114733"/>
                </a:lnTo>
                <a:lnTo>
                  <a:pt x="1086314" y="1114742"/>
                </a:lnTo>
                <a:lnTo>
                  <a:pt x="1086492" y="1114742"/>
                </a:lnTo>
                <a:lnTo>
                  <a:pt x="1086661" y="1114742"/>
                </a:lnTo>
                <a:lnTo>
                  <a:pt x="1086830" y="1114751"/>
                </a:lnTo>
                <a:lnTo>
                  <a:pt x="1087008" y="1114751"/>
                </a:lnTo>
                <a:lnTo>
                  <a:pt x="1087177" y="1114751"/>
                </a:lnTo>
                <a:lnTo>
                  <a:pt x="1087346" y="1114751"/>
                </a:lnTo>
                <a:lnTo>
                  <a:pt x="1087524" y="1114760"/>
                </a:lnTo>
                <a:lnTo>
                  <a:pt x="1087693" y="1114760"/>
                </a:lnTo>
                <a:lnTo>
                  <a:pt x="1087862" y="1114760"/>
                </a:lnTo>
                <a:lnTo>
                  <a:pt x="1088040" y="1114760"/>
                </a:lnTo>
                <a:lnTo>
                  <a:pt x="1088209" y="1114769"/>
                </a:lnTo>
                <a:lnTo>
                  <a:pt x="1088387" y="1114769"/>
                </a:lnTo>
                <a:lnTo>
                  <a:pt x="1088556" y="1114769"/>
                </a:lnTo>
                <a:lnTo>
                  <a:pt x="1088725" y="1114769"/>
                </a:lnTo>
                <a:lnTo>
                  <a:pt x="1088903" y="1114769"/>
                </a:lnTo>
                <a:lnTo>
                  <a:pt x="1089072" y="1114778"/>
                </a:lnTo>
                <a:lnTo>
                  <a:pt x="1089241" y="1114778"/>
                </a:lnTo>
                <a:lnTo>
                  <a:pt x="1089419" y="1114778"/>
                </a:lnTo>
                <a:lnTo>
                  <a:pt x="1089588" y="1114778"/>
                </a:lnTo>
                <a:lnTo>
                  <a:pt x="1089766" y="1114787"/>
                </a:lnTo>
                <a:lnTo>
                  <a:pt x="1089935" y="1114787"/>
                </a:lnTo>
                <a:lnTo>
                  <a:pt x="1090104" y="1114787"/>
                </a:lnTo>
                <a:lnTo>
                  <a:pt x="1090282" y="1114787"/>
                </a:lnTo>
                <a:lnTo>
                  <a:pt x="1090451" y="1114787"/>
                </a:lnTo>
                <a:lnTo>
                  <a:pt x="1090620" y="1114796"/>
                </a:lnTo>
                <a:lnTo>
                  <a:pt x="1090798" y="1114796"/>
                </a:lnTo>
                <a:lnTo>
                  <a:pt x="1090967" y="1114796"/>
                </a:lnTo>
                <a:lnTo>
                  <a:pt x="1091145" y="1114796"/>
                </a:lnTo>
                <a:lnTo>
                  <a:pt x="1091314" y="1114796"/>
                </a:lnTo>
                <a:lnTo>
                  <a:pt x="1091483" y="1114805"/>
                </a:lnTo>
                <a:lnTo>
                  <a:pt x="1091661" y="1114805"/>
                </a:lnTo>
                <a:lnTo>
                  <a:pt x="1091830" y="1114805"/>
                </a:lnTo>
                <a:lnTo>
                  <a:pt x="1091999" y="1114805"/>
                </a:lnTo>
                <a:lnTo>
                  <a:pt x="1092177" y="1114805"/>
                </a:lnTo>
                <a:lnTo>
                  <a:pt x="1092346" y="1114813"/>
                </a:lnTo>
                <a:lnTo>
                  <a:pt x="1092515" y="1114813"/>
                </a:lnTo>
                <a:lnTo>
                  <a:pt x="1092693" y="1114813"/>
                </a:lnTo>
                <a:lnTo>
                  <a:pt x="1092862" y="1114813"/>
                </a:lnTo>
                <a:lnTo>
                  <a:pt x="1093040" y="1114813"/>
                </a:lnTo>
                <a:lnTo>
                  <a:pt x="1093209" y="1114813"/>
                </a:lnTo>
                <a:lnTo>
                  <a:pt x="1093378" y="1114822"/>
                </a:lnTo>
                <a:lnTo>
                  <a:pt x="1093556" y="1114822"/>
                </a:lnTo>
                <a:lnTo>
                  <a:pt x="1093725" y="1114822"/>
                </a:lnTo>
                <a:lnTo>
                  <a:pt x="1093894" y="1114822"/>
                </a:lnTo>
                <a:lnTo>
                  <a:pt x="1094072" y="1114822"/>
                </a:lnTo>
                <a:lnTo>
                  <a:pt x="1094241" y="1114822"/>
                </a:lnTo>
                <a:lnTo>
                  <a:pt x="1094419" y="1114822"/>
                </a:lnTo>
                <a:lnTo>
                  <a:pt x="1094588" y="1114831"/>
                </a:lnTo>
                <a:lnTo>
                  <a:pt x="1094757" y="1114831"/>
                </a:lnTo>
                <a:lnTo>
                  <a:pt x="1094935" y="1114831"/>
                </a:lnTo>
                <a:lnTo>
                  <a:pt x="1095104" y="1114831"/>
                </a:lnTo>
                <a:lnTo>
                  <a:pt x="1095273" y="1114831"/>
                </a:lnTo>
                <a:lnTo>
                  <a:pt x="1095451" y="1114831"/>
                </a:lnTo>
                <a:lnTo>
                  <a:pt x="1095620" y="1114831"/>
                </a:lnTo>
                <a:lnTo>
                  <a:pt x="1095798" y="1114840"/>
                </a:lnTo>
                <a:lnTo>
                  <a:pt x="1095967" y="1114840"/>
                </a:lnTo>
                <a:lnTo>
                  <a:pt x="1096136" y="1114840"/>
                </a:lnTo>
                <a:lnTo>
                  <a:pt x="1096314" y="1114840"/>
                </a:lnTo>
                <a:lnTo>
                  <a:pt x="1096483" y="1114840"/>
                </a:lnTo>
                <a:lnTo>
                  <a:pt x="1096652" y="1114840"/>
                </a:lnTo>
                <a:lnTo>
                  <a:pt x="1096830" y="1114840"/>
                </a:lnTo>
                <a:lnTo>
                  <a:pt x="1096999" y="1114849"/>
                </a:lnTo>
                <a:lnTo>
                  <a:pt x="1097168" y="1114849"/>
                </a:lnTo>
                <a:lnTo>
                  <a:pt x="1097346" y="1114849"/>
                </a:lnTo>
                <a:lnTo>
                  <a:pt x="1097515" y="1114849"/>
                </a:lnTo>
                <a:lnTo>
                  <a:pt x="1097693" y="1114849"/>
                </a:lnTo>
                <a:lnTo>
                  <a:pt x="1097862" y="1114849"/>
                </a:lnTo>
                <a:lnTo>
                  <a:pt x="1098031" y="1114849"/>
                </a:lnTo>
                <a:lnTo>
                  <a:pt x="1098209" y="1114849"/>
                </a:lnTo>
                <a:lnTo>
                  <a:pt x="1098378" y="1114849"/>
                </a:lnTo>
                <a:lnTo>
                  <a:pt x="1098547" y="1114858"/>
                </a:lnTo>
                <a:lnTo>
                  <a:pt x="1098725" y="1114858"/>
                </a:lnTo>
                <a:lnTo>
                  <a:pt x="1098894" y="1114858"/>
                </a:lnTo>
                <a:lnTo>
                  <a:pt x="1099072" y="1114858"/>
                </a:lnTo>
                <a:lnTo>
                  <a:pt x="1099241" y="1114858"/>
                </a:lnTo>
                <a:lnTo>
                  <a:pt x="1099410" y="1114858"/>
                </a:lnTo>
                <a:lnTo>
                  <a:pt x="1099588" y="1114858"/>
                </a:lnTo>
                <a:lnTo>
                  <a:pt x="1099757" y="1114858"/>
                </a:lnTo>
                <a:lnTo>
                  <a:pt x="1099926" y="1114858"/>
                </a:lnTo>
                <a:lnTo>
                  <a:pt x="1100104" y="1114858"/>
                </a:lnTo>
                <a:lnTo>
                  <a:pt x="1100273" y="1114867"/>
                </a:lnTo>
                <a:lnTo>
                  <a:pt x="1100442" y="1114867"/>
                </a:lnTo>
                <a:lnTo>
                  <a:pt x="1100620" y="1114867"/>
                </a:lnTo>
                <a:lnTo>
                  <a:pt x="1100789" y="1114867"/>
                </a:lnTo>
                <a:lnTo>
                  <a:pt x="1100967" y="1114867"/>
                </a:lnTo>
                <a:lnTo>
                  <a:pt x="1101136" y="1114867"/>
                </a:lnTo>
                <a:lnTo>
                  <a:pt x="1101305" y="1114867"/>
                </a:lnTo>
                <a:lnTo>
                  <a:pt x="1101483" y="1114867"/>
                </a:lnTo>
                <a:lnTo>
                  <a:pt x="1101652" y="1114867"/>
                </a:lnTo>
                <a:lnTo>
                  <a:pt x="1101821" y="1114867"/>
                </a:lnTo>
                <a:lnTo>
                  <a:pt x="1101999" y="1114867"/>
                </a:lnTo>
                <a:lnTo>
                  <a:pt x="1102168" y="1114876"/>
                </a:lnTo>
                <a:lnTo>
                  <a:pt x="1102346" y="1114876"/>
                </a:lnTo>
                <a:lnTo>
                  <a:pt x="1102515" y="1114876"/>
                </a:lnTo>
                <a:lnTo>
                  <a:pt x="1102684" y="1114876"/>
                </a:lnTo>
                <a:lnTo>
                  <a:pt x="1102862" y="1114876"/>
                </a:lnTo>
                <a:lnTo>
                  <a:pt x="1103031" y="1114876"/>
                </a:lnTo>
                <a:lnTo>
                  <a:pt x="1103200" y="1114876"/>
                </a:lnTo>
                <a:lnTo>
                  <a:pt x="1103378" y="1114876"/>
                </a:lnTo>
                <a:lnTo>
                  <a:pt x="1103547" y="1114876"/>
                </a:lnTo>
                <a:lnTo>
                  <a:pt x="1103725" y="1114876"/>
                </a:lnTo>
                <a:lnTo>
                  <a:pt x="1103894" y="1114876"/>
                </a:lnTo>
                <a:lnTo>
                  <a:pt x="1104063" y="1114876"/>
                </a:lnTo>
                <a:lnTo>
                  <a:pt x="1104241" y="1114876"/>
                </a:lnTo>
                <a:lnTo>
                  <a:pt x="1104410" y="1114885"/>
                </a:lnTo>
                <a:lnTo>
                  <a:pt x="1104579" y="1114885"/>
                </a:lnTo>
                <a:lnTo>
                  <a:pt x="1104757" y="1114885"/>
                </a:lnTo>
                <a:lnTo>
                  <a:pt x="1104926" y="1114885"/>
                </a:lnTo>
                <a:lnTo>
                  <a:pt x="1105095" y="1114885"/>
                </a:lnTo>
                <a:lnTo>
                  <a:pt x="1105273" y="1114885"/>
                </a:lnTo>
                <a:lnTo>
                  <a:pt x="1105442" y="1114885"/>
                </a:lnTo>
                <a:lnTo>
                  <a:pt x="1105620" y="1114885"/>
                </a:lnTo>
                <a:lnTo>
                  <a:pt x="1105789" y="1114885"/>
                </a:lnTo>
                <a:lnTo>
                  <a:pt x="1105958" y="1114885"/>
                </a:lnTo>
                <a:lnTo>
                  <a:pt x="1106136" y="1114885"/>
                </a:lnTo>
                <a:lnTo>
                  <a:pt x="1106305" y="1114885"/>
                </a:lnTo>
                <a:lnTo>
                  <a:pt x="1106474" y="1114885"/>
                </a:lnTo>
                <a:lnTo>
                  <a:pt x="1106652" y="1114885"/>
                </a:lnTo>
                <a:lnTo>
                  <a:pt x="1106821" y="1114885"/>
                </a:lnTo>
                <a:lnTo>
                  <a:pt x="1106999" y="1114885"/>
                </a:lnTo>
                <a:lnTo>
                  <a:pt x="1107168" y="1114894"/>
                </a:lnTo>
                <a:lnTo>
                  <a:pt x="1107337" y="1114894"/>
                </a:lnTo>
                <a:lnTo>
                  <a:pt x="1107515" y="1114894"/>
                </a:lnTo>
                <a:lnTo>
                  <a:pt x="1107684" y="1114894"/>
                </a:lnTo>
                <a:lnTo>
                  <a:pt x="1107853" y="1114894"/>
                </a:lnTo>
                <a:lnTo>
                  <a:pt x="1108031" y="1114894"/>
                </a:lnTo>
                <a:lnTo>
                  <a:pt x="1108200" y="1114894"/>
                </a:lnTo>
                <a:lnTo>
                  <a:pt x="1108369" y="1114894"/>
                </a:lnTo>
                <a:lnTo>
                  <a:pt x="1108547" y="1114894"/>
                </a:lnTo>
                <a:lnTo>
                  <a:pt x="1108716" y="1114894"/>
                </a:lnTo>
                <a:lnTo>
                  <a:pt x="1108894" y="1114894"/>
                </a:lnTo>
                <a:lnTo>
                  <a:pt x="1109063" y="1114894"/>
                </a:lnTo>
                <a:lnTo>
                  <a:pt x="1109232" y="1114894"/>
                </a:lnTo>
                <a:lnTo>
                  <a:pt x="1109410" y="1114894"/>
                </a:lnTo>
                <a:lnTo>
                  <a:pt x="1109579" y="1114894"/>
                </a:lnTo>
                <a:lnTo>
                  <a:pt x="1109748" y="1114894"/>
                </a:lnTo>
                <a:lnTo>
                  <a:pt x="1109926" y="1114894"/>
                </a:lnTo>
                <a:lnTo>
                  <a:pt x="1110095" y="1114894"/>
                </a:lnTo>
                <a:lnTo>
                  <a:pt x="1110273" y="1114894"/>
                </a:lnTo>
                <a:lnTo>
                  <a:pt x="1110442" y="1114894"/>
                </a:lnTo>
                <a:lnTo>
                  <a:pt x="1110611" y="1114894"/>
                </a:lnTo>
                <a:lnTo>
                  <a:pt x="1110789" y="1114903"/>
                </a:lnTo>
                <a:lnTo>
                  <a:pt x="1110958" y="1114903"/>
                </a:lnTo>
                <a:lnTo>
                  <a:pt x="1111127" y="1114903"/>
                </a:lnTo>
                <a:lnTo>
                  <a:pt x="1111305" y="1114903"/>
                </a:lnTo>
                <a:lnTo>
                  <a:pt x="1111474" y="1114903"/>
                </a:lnTo>
                <a:lnTo>
                  <a:pt x="1111652" y="1114903"/>
                </a:lnTo>
                <a:lnTo>
                  <a:pt x="1111821" y="1114903"/>
                </a:lnTo>
                <a:lnTo>
                  <a:pt x="1111990" y="1114903"/>
                </a:lnTo>
                <a:lnTo>
                  <a:pt x="1112168" y="1114903"/>
                </a:lnTo>
                <a:lnTo>
                  <a:pt x="1112336" y="1114903"/>
                </a:lnTo>
                <a:lnTo>
                  <a:pt x="1112506" y="1114903"/>
                </a:lnTo>
                <a:lnTo>
                  <a:pt x="1112683" y="1114903"/>
                </a:lnTo>
                <a:lnTo>
                  <a:pt x="1112853" y="1114903"/>
                </a:lnTo>
                <a:lnTo>
                  <a:pt x="1113022" y="1114903"/>
                </a:lnTo>
                <a:lnTo>
                  <a:pt x="1113200" y="1114903"/>
                </a:lnTo>
                <a:lnTo>
                  <a:pt x="1113369" y="1114903"/>
                </a:lnTo>
                <a:lnTo>
                  <a:pt x="1113547" y="1114903"/>
                </a:lnTo>
                <a:lnTo>
                  <a:pt x="1113715" y="1114903"/>
                </a:lnTo>
                <a:lnTo>
                  <a:pt x="1113885" y="1114903"/>
                </a:lnTo>
                <a:lnTo>
                  <a:pt x="1114062" y="1114903"/>
                </a:lnTo>
                <a:lnTo>
                  <a:pt x="1114231" y="1114903"/>
                </a:lnTo>
                <a:lnTo>
                  <a:pt x="1114401" y="1114903"/>
                </a:lnTo>
                <a:lnTo>
                  <a:pt x="1114578" y="1114903"/>
                </a:lnTo>
                <a:lnTo>
                  <a:pt x="1114748" y="1114903"/>
                </a:lnTo>
                <a:lnTo>
                  <a:pt x="1114925" y="1114903"/>
                </a:lnTo>
                <a:lnTo>
                  <a:pt x="1115094" y="1114903"/>
                </a:lnTo>
                <a:lnTo>
                  <a:pt x="1115263" y="1114903"/>
                </a:lnTo>
                <a:lnTo>
                  <a:pt x="1115441" y="1114903"/>
                </a:lnTo>
                <a:lnTo>
                  <a:pt x="1115610" y="1114903"/>
                </a:lnTo>
                <a:lnTo>
                  <a:pt x="1115780" y="1114911"/>
                </a:lnTo>
                <a:lnTo>
                  <a:pt x="1115957" y="1114911"/>
                </a:lnTo>
                <a:lnTo>
                  <a:pt x="1116126" y="1114911"/>
                </a:lnTo>
                <a:lnTo>
                  <a:pt x="1116295" y="1114911"/>
                </a:lnTo>
                <a:lnTo>
                  <a:pt x="1116473" y="1114911"/>
                </a:lnTo>
                <a:lnTo>
                  <a:pt x="1116642" y="1114911"/>
                </a:lnTo>
                <a:lnTo>
                  <a:pt x="1116820" y="1114911"/>
                </a:lnTo>
                <a:lnTo>
                  <a:pt x="1116989" y="1114911"/>
                </a:lnTo>
                <a:lnTo>
                  <a:pt x="1117158" y="1114911"/>
                </a:lnTo>
                <a:lnTo>
                  <a:pt x="1117336" y="1114911"/>
                </a:lnTo>
                <a:lnTo>
                  <a:pt x="1117505" y="1114911"/>
                </a:lnTo>
                <a:lnTo>
                  <a:pt x="1117674" y="1114911"/>
                </a:lnTo>
                <a:lnTo>
                  <a:pt x="1117852" y="1114911"/>
                </a:lnTo>
                <a:lnTo>
                  <a:pt x="1118021" y="1114911"/>
                </a:lnTo>
                <a:lnTo>
                  <a:pt x="1118199" y="1114911"/>
                </a:lnTo>
                <a:lnTo>
                  <a:pt x="1118368" y="1114911"/>
                </a:lnTo>
                <a:lnTo>
                  <a:pt x="1118537" y="1114911"/>
                </a:lnTo>
                <a:lnTo>
                  <a:pt x="1118715" y="1114911"/>
                </a:lnTo>
                <a:lnTo>
                  <a:pt x="1118884" y="1114911"/>
                </a:lnTo>
                <a:lnTo>
                  <a:pt x="1119053" y="1114911"/>
                </a:lnTo>
                <a:lnTo>
                  <a:pt x="1119231" y="1114911"/>
                </a:lnTo>
                <a:lnTo>
                  <a:pt x="1119400" y="1114911"/>
                </a:lnTo>
                <a:lnTo>
                  <a:pt x="1119578" y="1114911"/>
                </a:lnTo>
                <a:lnTo>
                  <a:pt x="1119747" y="1114911"/>
                </a:lnTo>
                <a:lnTo>
                  <a:pt x="1119916" y="1114911"/>
                </a:lnTo>
                <a:lnTo>
                  <a:pt x="1120094" y="1114911"/>
                </a:lnTo>
                <a:lnTo>
                  <a:pt x="1120263" y="1114911"/>
                </a:lnTo>
                <a:lnTo>
                  <a:pt x="1120432" y="1114911"/>
                </a:lnTo>
                <a:lnTo>
                  <a:pt x="1120610" y="1114911"/>
                </a:lnTo>
                <a:lnTo>
                  <a:pt x="1120779" y="1114911"/>
                </a:lnTo>
                <a:lnTo>
                  <a:pt x="1120948" y="1114911"/>
                </a:lnTo>
                <a:lnTo>
                  <a:pt x="1121126" y="1114911"/>
                </a:lnTo>
                <a:lnTo>
                  <a:pt x="1121295" y="1114911"/>
                </a:lnTo>
                <a:lnTo>
                  <a:pt x="1121473" y="1114911"/>
                </a:lnTo>
                <a:lnTo>
                  <a:pt x="1121642" y="1114911"/>
                </a:lnTo>
                <a:lnTo>
                  <a:pt x="1121811" y="1114911"/>
                </a:lnTo>
                <a:lnTo>
                  <a:pt x="1121989" y="1114911"/>
                </a:lnTo>
                <a:lnTo>
                  <a:pt x="1122158" y="1114911"/>
                </a:lnTo>
                <a:lnTo>
                  <a:pt x="1122327" y="1114911"/>
                </a:lnTo>
                <a:lnTo>
                  <a:pt x="1122505" y="1114911"/>
                </a:lnTo>
                <a:lnTo>
                  <a:pt x="1122674" y="1114911"/>
                </a:lnTo>
                <a:lnTo>
                  <a:pt x="1122852" y="1114911"/>
                </a:lnTo>
                <a:lnTo>
                  <a:pt x="1123021" y="1114911"/>
                </a:lnTo>
                <a:lnTo>
                  <a:pt x="1123190" y="1114911"/>
                </a:lnTo>
                <a:lnTo>
                  <a:pt x="1123368" y="1114911"/>
                </a:lnTo>
                <a:lnTo>
                  <a:pt x="1123537" y="1114911"/>
                </a:lnTo>
                <a:lnTo>
                  <a:pt x="1123706" y="1114911"/>
                </a:lnTo>
                <a:lnTo>
                  <a:pt x="1123884" y="1114911"/>
                </a:lnTo>
                <a:lnTo>
                  <a:pt x="1124053" y="1114911"/>
                </a:lnTo>
                <a:lnTo>
                  <a:pt x="1124231" y="1114911"/>
                </a:lnTo>
                <a:lnTo>
                  <a:pt x="1124400" y="1114911"/>
                </a:lnTo>
                <a:lnTo>
                  <a:pt x="1124569" y="1114911"/>
                </a:lnTo>
                <a:lnTo>
                  <a:pt x="1124747" y="1114920"/>
                </a:lnTo>
                <a:lnTo>
                  <a:pt x="1124916" y="1114920"/>
                </a:lnTo>
                <a:lnTo>
                  <a:pt x="1125085" y="1114920"/>
                </a:lnTo>
                <a:lnTo>
                  <a:pt x="1125263" y="1114920"/>
                </a:lnTo>
                <a:lnTo>
                  <a:pt x="1125432" y="1114920"/>
                </a:lnTo>
                <a:lnTo>
                  <a:pt x="1125601" y="1114920"/>
                </a:lnTo>
                <a:lnTo>
                  <a:pt x="1125779" y="1114920"/>
                </a:lnTo>
                <a:lnTo>
                  <a:pt x="1125948" y="1114920"/>
                </a:lnTo>
                <a:lnTo>
                  <a:pt x="1126126" y="1114920"/>
                </a:lnTo>
                <a:lnTo>
                  <a:pt x="1126295" y="1114920"/>
                </a:lnTo>
                <a:lnTo>
                  <a:pt x="1126464" y="1114920"/>
                </a:lnTo>
                <a:lnTo>
                  <a:pt x="1126642" y="1114920"/>
                </a:lnTo>
                <a:lnTo>
                  <a:pt x="1126811" y="1114920"/>
                </a:lnTo>
                <a:lnTo>
                  <a:pt x="1126980" y="1114920"/>
                </a:lnTo>
                <a:lnTo>
                  <a:pt x="1127158" y="1114920"/>
                </a:lnTo>
                <a:lnTo>
                  <a:pt x="1127327" y="1114920"/>
                </a:lnTo>
                <a:lnTo>
                  <a:pt x="1127505" y="1114920"/>
                </a:lnTo>
                <a:lnTo>
                  <a:pt x="1127674" y="1114920"/>
                </a:lnTo>
                <a:lnTo>
                  <a:pt x="1127843" y="1114920"/>
                </a:lnTo>
                <a:lnTo>
                  <a:pt x="1128021" y="1114920"/>
                </a:lnTo>
                <a:lnTo>
                  <a:pt x="1128190" y="1114920"/>
                </a:lnTo>
                <a:lnTo>
                  <a:pt x="1128359" y="1114920"/>
                </a:lnTo>
                <a:lnTo>
                  <a:pt x="1128537" y="1114920"/>
                </a:lnTo>
                <a:lnTo>
                  <a:pt x="1128706" y="1114920"/>
                </a:lnTo>
                <a:lnTo>
                  <a:pt x="1128875" y="1114920"/>
                </a:lnTo>
                <a:lnTo>
                  <a:pt x="1129053" y="1114920"/>
                </a:lnTo>
                <a:lnTo>
                  <a:pt x="1129222" y="1114920"/>
                </a:lnTo>
                <a:lnTo>
                  <a:pt x="1129400" y="1114920"/>
                </a:lnTo>
                <a:lnTo>
                  <a:pt x="1129569" y="1114920"/>
                </a:lnTo>
                <a:lnTo>
                  <a:pt x="1129738" y="1114920"/>
                </a:lnTo>
                <a:lnTo>
                  <a:pt x="1129916" y="1114920"/>
                </a:lnTo>
                <a:lnTo>
                  <a:pt x="1130085" y="1114920"/>
                </a:lnTo>
                <a:lnTo>
                  <a:pt x="1130254" y="1114920"/>
                </a:lnTo>
                <a:lnTo>
                  <a:pt x="1130432" y="1114920"/>
                </a:lnTo>
                <a:lnTo>
                  <a:pt x="1130601" y="1114920"/>
                </a:lnTo>
                <a:lnTo>
                  <a:pt x="1130779" y="1114920"/>
                </a:lnTo>
                <a:lnTo>
                  <a:pt x="1130948" y="1114920"/>
                </a:lnTo>
                <a:lnTo>
                  <a:pt x="1131117" y="1114920"/>
                </a:lnTo>
                <a:lnTo>
                  <a:pt x="1131295" y="1114920"/>
                </a:lnTo>
                <a:lnTo>
                  <a:pt x="1131464" y="1114920"/>
                </a:lnTo>
                <a:lnTo>
                  <a:pt x="1131633" y="1114920"/>
                </a:lnTo>
                <a:lnTo>
                  <a:pt x="1131811" y="1114920"/>
                </a:lnTo>
                <a:lnTo>
                  <a:pt x="1131980" y="1114920"/>
                </a:lnTo>
                <a:lnTo>
                  <a:pt x="1132158" y="1114920"/>
                </a:lnTo>
                <a:lnTo>
                  <a:pt x="1132327" y="1114920"/>
                </a:lnTo>
                <a:lnTo>
                  <a:pt x="1132496" y="1114920"/>
                </a:lnTo>
                <a:lnTo>
                  <a:pt x="1132674" y="1114920"/>
                </a:lnTo>
                <a:lnTo>
                  <a:pt x="1132843" y="1114920"/>
                </a:lnTo>
                <a:lnTo>
                  <a:pt x="1133012" y="1114920"/>
                </a:lnTo>
                <a:lnTo>
                  <a:pt x="1133190" y="1114920"/>
                </a:lnTo>
                <a:lnTo>
                  <a:pt x="1133359" y="1114920"/>
                </a:lnTo>
                <a:lnTo>
                  <a:pt x="1133528" y="1114920"/>
                </a:lnTo>
                <a:lnTo>
                  <a:pt x="1133706" y="1114920"/>
                </a:lnTo>
                <a:lnTo>
                  <a:pt x="1133875" y="1114920"/>
                </a:lnTo>
                <a:lnTo>
                  <a:pt x="1134053" y="1114920"/>
                </a:lnTo>
                <a:lnTo>
                  <a:pt x="1134222" y="1114920"/>
                </a:lnTo>
                <a:lnTo>
                  <a:pt x="1134391" y="1114920"/>
                </a:lnTo>
                <a:lnTo>
                  <a:pt x="1134569" y="1114920"/>
                </a:lnTo>
                <a:lnTo>
                  <a:pt x="1134738" y="1114920"/>
                </a:lnTo>
                <a:lnTo>
                  <a:pt x="1134907" y="1114920"/>
                </a:lnTo>
                <a:lnTo>
                  <a:pt x="1135085" y="1114920"/>
                </a:lnTo>
                <a:lnTo>
                  <a:pt x="1135254" y="1114920"/>
                </a:lnTo>
                <a:lnTo>
                  <a:pt x="1135432" y="1114920"/>
                </a:lnTo>
                <a:lnTo>
                  <a:pt x="1135601" y="1114920"/>
                </a:lnTo>
                <a:lnTo>
                  <a:pt x="1135770" y="1114920"/>
                </a:lnTo>
                <a:lnTo>
                  <a:pt x="1135948" y="1114920"/>
                </a:lnTo>
                <a:lnTo>
                  <a:pt x="1136117" y="1114920"/>
                </a:lnTo>
                <a:lnTo>
                  <a:pt x="1136286" y="1114920"/>
                </a:lnTo>
                <a:lnTo>
                  <a:pt x="1136464" y="1114920"/>
                </a:lnTo>
                <a:lnTo>
                  <a:pt x="1136633" y="1114920"/>
                </a:lnTo>
                <a:lnTo>
                  <a:pt x="1136802" y="1114920"/>
                </a:lnTo>
                <a:lnTo>
                  <a:pt x="1136980" y="1114920"/>
                </a:lnTo>
                <a:lnTo>
                  <a:pt x="1137149" y="1114920"/>
                </a:lnTo>
                <a:lnTo>
                  <a:pt x="1137327" y="1114920"/>
                </a:lnTo>
                <a:lnTo>
                  <a:pt x="1137496" y="1114920"/>
                </a:lnTo>
                <a:lnTo>
                  <a:pt x="1137665" y="1114920"/>
                </a:lnTo>
                <a:lnTo>
                  <a:pt x="1137843" y="1114920"/>
                </a:lnTo>
                <a:lnTo>
                  <a:pt x="1138012" y="1114920"/>
                </a:lnTo>
                <a:lnTo>
                  <a:pt x="1138181" y="1114920"/>
                </a:lnTo>
                <a:lnTo>
                  <a:pt x="1138359" y="1114920"/>
                </a:lnTo>
                <a:lnTo>
                  <a:pt x="1138528" y="1114920"/>
                </a:lnTo>
                <a:lnTo>
                  <a:pt x="1138706" y="1114920"/>
                </a:lnTo>
                <a:lnTo>
                  <a:pt x="1138875" y="1114920"/>
                </a:lnTo>
                <a:lnTo>
                  <a:pt x="1139044" y="1114920"/>
                </a:lnTo>
                <a:lnTo>
                  <a:pt x="1139222" y="1114920"/>
                </a:lnTo>
                <a:lnTo>
                  <a:pt x="1139391" y="1114920"/>
                </a:lnTo>
                <a:lnTo>
                  <a:pt x="1139560" y="1114920"/>
                </a:lnTo>
                <a:lnTo>
                  <a:pt x="1139738" y="1114920"/>
                </a:lnTo>
                <a:lnTo>
                  <a:pt x="1139907" y="1114920"/>
                </a:lnTo>
                <a:lnTo>
                  <a:pt x="1140085" y="1114920"/>
                </a:lnTo>
                <a:lnTo>
                  <a:pt x="1140254" y="1114920"/>
                </a:lnTo>
                <a:lnTo>
                  <a:pt x="1140423" y="1114920"/>
                </a:lnTo>
                <a:lnTo>
                  <a:pt x="1140601" y="1114920"/>
                </a:lnTo>
                <a:lnTo>
                  <a:pt x="1140770" y="1114920"/>
                </a:lnTo>
                <a:lnTo>
                  <a:pt x="1140939" y="1114920"/>
                </a:lnTo>
                <a:lnTo>
                  <a:pt x="1141117" y="1114920"/>
                </a:lnTo>
                <a:lnTo>
                  <a:pt x="1141286" y="1114920"/>
                </a:lnTo>
                <a:lnTo>
                  <a:pt x="1141455" y="1114920"/>
                </a:lnTo>
                <a:lnTo>
                  <a:pt x="1141633" y="1114920"/>
                </a:lnTo>
                <a:lnTo>
                  <a:pt x="1141802" y="1114920"/>
                </a:lnTo>
                <a:lnTo>
                  <a:pt x="1141980" y="1114920"/>
                </a:lnTo>
                <a:lnTo>
                  <a:pt x="1142149" y="1114920"/>
                </a:lnTo>
                <a:lnTo>
                  <a:pt x="1142318" y="1114920"/>
                </a:lnTo>
                <a:lnTo>
                  <a:pt x="1142495" y="1114920"/>
                </a:lnTo>
                <a:lnTo>
                  <a:pt x="1142665" y="1114920"/>
                </a:lnTo>
                <a:lnTo>
                  <a:pt x="1142834" y="1114920"/>
                </a:lnTo>
                <a:lnTo>
                  <a:pt x="1143012" y="1114920"/>
                </a:lnTo>
                <a:lnTo>
                  <a:pt x="1143181" y="1114920"/>
                </a:lnTo>
                <a:lnTo>
                  <a:pt x="1143359" y="1114920"/>
                </a:lnTo>
                <a:lnTo>
                  <a:pt x="1143528" y="1114920"/>
                </a:lnTo>
                <a:lnTo>
                  <a:pt x="1143696" y="1114920"/>
                </a:lnTo>
                <a:lnTo>
                  <a:pt x="1143874" y="1114920"/>
                </a:lnTo>
                <a:lnTo>
                  <a:pt x="1144043" y="1114920"/>
                </a:lnTo>
                <a:lnTo>
                  <a:pt x="1144213" y="1114920"/>
                </a:lnTo>
                <a:lnTo>
                  <a:pt x="1144390" y="1114920"/>
                </a:lnTo>
                <a:lnTo>
                  <a:pt x="1144560" y="1114920"/>
                </a:lnTo>
                <a:lnTo>
                  <a:pt x="1144729" y="1114920"/>
                </a:lnTo>
                <a:lnTo>
                  <a:pt x="1144906" y="1114920"/>
                </a:lnTo>
                <a:lnTo>
                  <a:pt x="1145075" y="1114920"/>
                </a:lnTo>
                <a:lnTo>
                  <a:pt x="1145253" y="1114920"/>
                </a:lnTo>
                <a:lnTo>
                  <a:pt x="1145422" y="1114920"/>
                </a:lnTo>
                <a:lnTo>
                  <a:pt x="1145591" y="1114920"/>
                </a:lnTo>
                <a:lnTo>
                  <a:pt x="1145769" y="1114920"/>
                </a:lnTo>
                <a:lnTo>
                  <a:pt x="1145938" y="1114920"/>
                </a:lnTo>
                <a:lnTo>
                  <a:pt x="1146107" y="1114920"/>
                </a:lnTo>
                <a:lnTo>
                  <a:pt x="1146285" y="1114920"/>
                </a:lnTo>
                <a:lnTo>
                  <a:pt x="1146454" y="1114920"/>
                </a:lnTo>
                <a:lnTo>
                  <a:pt x="1146632" y="1114920"/>
                </a:lnTo>
                <a:lnTo>
                  <a:pt x="1146801" y="1114920"/>
                </a:lnTo>
                <a:lnTo>
                  <a:pt x="1146970" y="1114920"/>
                </a:lnTo>
                <a:lnTo>
                  <a:pt x="1147148" y="1114920"/>
                </a:lnTo>
                <a:lnTo>
                  <a:pt x="1147317" y="1114920"/>
                </a:lnTo>
                <a:lnTo>
                  <a:pt x="1147486" y="1114920"/>
                </a:lnTo>
                <a:lnTo>
                  <a:pt x="1147664" y="1114920"/>
                </a:lnTo>
                <a:lnTo>
                  <a:pt x="1147833" y="1114920"/>
                </a:lnTo>
                <a:lnTo>
                  <a:pt x="1148011" y="1114920"/>
                </a:lnTo>
                <a:lnTo>
                  <a:pt x="1148180" y="1114920"/>
                </a:lnTo>
                <a:lnTo>
                  <a:pt x="1148349" y="1114920"/>
                </a:lnTo>
                <a:lnTo>
                  <a:pt x="1148527" y="1114920"/>
                </a:lnTo>
                <a:lnTo>
                  <a:pt x="1148696" y="1114920"/>
                </a:lnTo>
                <a:lnTo>
                  <a:pt x="1148865" y="1114920"/>
                </a:lnTo>
                <a:lnTo>
                  <a:pt x="1149043" y="1114920"/>
                </a:lnTo>
                <a:lnTo>
                  <a:pt x="1149212" y="1114920"/>
                </a:lnTo>
                <a:lnTo>
                  <a:pt x="1149381" y="1114920"/>
                </a:lnTo>
                <a:lnTo>
                  <a:pt x="1149559" y="1114920"/>
                </a:lnTo>
                <a:lnTo>
                  <a:pt x="1149728" y="1114920"/>
                </a:lnTo>
                <a:lnTo>
                  <a:pt x="1149906" y="1114920"/>
                </a:lnTo>
                <a:lnTo>
                  <a:pt x="1150075" y="1114920"/>
                </a:lnTo>
                <a:lnTo>
                  <a:pt x="1150244" y="1114920"/>
                </a:lnTo>
                <a:lnTo>
                  <a:pt x="1150422" y="1114920"/>
                </a:lnTo>
                <a:lnTo>
                  <a:pt x="1150591" y="1114920"/>
                </a:lnTo>
                <a:lnTo>
                  <a:pt x="1150760" y="1114920"/>
                </a:lnTo>
                <a:lnTo>
                  <a:pt x="1150938" y="1114920"/>
                </a:lnTo>
                <a:lnTo>
                  <a:pt x="1151107" y="1114920"/>
                </a:lnTo>
                <a:lnTo>
                  <a:pt x="1151285" y="1114920"/>
                </a:lnTo>
                <a:lnTo>
                  <a:pt x="1151454" y="1114920"/>
                </a:lnTo>
                <a:lnTo>
                  <a:pt x="1151623" y="1114920"/>
                </a:lnTo>
                <a:lnTo>
                  <a:pt x="1151801" y="1114920"/>
                </a:lnTo>
                <a:lnTo>
                  <a:pt x="1151970" y="1114920"/>
                </a:lnTo>
                <a:lnTo>
                  <a:pt x="1152139" y="1114920"/>
                </a:lnTo>
                <a:lnTo>
                  <a:pt x="1152317" y="1114920"/>
                </a:lnTo>
                <a:lnTo>
                  <a:pt x="1152486" y="1114920"/>
                </a:lnTo>
                <a:lnTo>
                  <a:pt x="1152664" y="1114920"/>
                </a:lnTo>
                <a:lnTo>
                  <a:pt x="1152833" y="1114920"/>
                </a:lnTo>
                <a:lnTo>
                  <a:pt x="1153002" y="1114920"/>
                </a:lnTo>
                <a:lnTo>
                  <a:pt x="1153180" y="1114920"/>
                </a:lnTo>
                <a:lnTo>
                  <a:pt x="1153349" y="1114920"/>
                </a:lnTo>
                <a:lnTo>
                  <a:pt x="1153518" y="1114920"/>
                </a:lnTo>
                <a:lnTo>
                  <a:pt x="1153696" y="1114920"/>
                </a:lnTo>
                <a:lnTo>
                  <a:pt x="1153865" y="1114920"/>
                </a:lnTo>
                <a:lnTo>
                  <a:pt x="1154034" y="1114920"/>
                </a:lnTo>
                <a:lnTo>
                  <a:pt x="1154212" y="1114920"/>
                </a:lnTo>
                <a:lnTo>
                  <a:pt x="1154381" y="1114920"/>
                </a:lnTo>
                <a:lnTo>
                  <a:pt x="1154559" y="1114920"/>
                </a:lnTo>
                <a:lnTo>
                  <a:pt x="1154728" y="1114920"/>
                </a:lnTo>
                <a:lnTo>
                  <a:pt x="1154897" y="1114920"/>
                </a:lnTo>
                <a:lnTo>
                  <a:pt x="1155075" y="1114920"/>
                </a:lnTo>
                <a:lnTo>
                  <a:pt x="1155244" y="1114920"/>
                </a:lnTo>
                <a:lnTo>
                  <a:pt x="1155413" y="1114920"/>
                </a:lnTo>
                <a:lnTo>
                  <a:pt x="1155591" y="1114920"/>
                </a:lnTo>
                <a:lnTo>
                  <a:pt x="1155760" y="1114920"/>
                </a:lnTo>
                <a:lnTo>
                  <a:pt x="1155938" y="1114920"/>
                </a:lnTo>
                <a:lnTo>
                  <a:pt x="1156107" y="1114920"/>
                </a:lnTo>
                <a:lnTo>
                  <a:pt x="1156276" y="1114920"/>
                </a:lnTo>
                <a:lnTo>
                  <a:pt x="1156454" y="1114920"/>
                </a:lnTo>
                <a:lnTo>
                  <a:pt x="1156623" y="1114920"/>
                </a:lnTo>
                <a:lnTo>
                  <a:pt x="1156792" y="1114920"/>
                </a:lnTo>
                <a:lnTo>
                  <a:pt x="1156970" y="1114920"/>
                </a:lnTo>
                <a:lnTo>
                  <a:pt x="1157139" y="1114920"/>
                </a:lnTo>
                <a:lnTo>
                  <a:pt x="1157308" y="1114920"/>
                </a:lnTo>
                <a:lnTo>
                  <a:pt x="1157486" y="1114920"/>
                </a:lnTo>
                <a:lnTo>
                  <a:pt x="1157655" y="1114920"/>
                </a:lnTo>
                <a:lnTo>
                  <a:pt x="1157833" y="1114920"/>
                </a:lnTo>
                <a:lnTo>
                  <a:pt x="1158002" y="1114920"/>
                </a:lnTo>
                <a:lnTo>
                  <a:pt x="1158171" y="1114920"/>
                </a:lnTo>
                <a:lnTo>
                  <a:pt x="1158349" y="1114920"/>
                </a:lnTo>
                <a:lnTo>
                  <a:pt x="1158518" y="1114920"/>
                </a:lnTo>
                <a:lnTo>
                  <a:pt x="1158687" y="1114920"/>
                </a:lnTo>
                <a:lnTo>
                  <a:pt x="1158865" y="1114920"/>
                </a:lnTo>
                <a:lnTo>
                  <a:pt x="1159034" y="1114920"/>
                </a:lnTo>
                <a:lnTo>
                  <a:pt x="1159212" y="1114920"/>
                </a:lnTo>
                <a:lnTo>
                  <a:pt x="1159381" y="1114920"/>
                </a:lnTo>
                <a:lnTo>
                  <a:pt x="1159550" y="1114920"/>
                </a:lnTo>
                <a:lnTo>
                  <a:pt x="1159728" y="1114920"/>
                </a:lnTo>
                <a:lnTo>
                  <a:pt x="1159897" y="1114920"/>
                </a:lnTo>
                <a:lnTo>
                  <a:pt x="1160066" y="1114920"/>
                </a:lnTo>
                <a:lnTo>
                  <a:pt x="1160244" y="1114920"/>
                </a:lnTo>
                <a:lnTo>
                  <a:pt x="1160413" y="1114920"/>
                </a:lnTo>
                <a:lnTo>
                  <a:pt x="1160591" y="1114920"/>
                </a:lnTo>
                <a:lnTo>
                  <a:pt x="1160760" y="1114920"/>
                </a:lnTo>
                <a:lnTo>
                  <a:pt x="1160929" y="1114920"/>
                </a:lnTo>
                <a:lnTo>
                  <a:pt x="1161107" y="1114920"/>
                </a:lnTo>
                <a:lnTo>
                  <a:pt x="1161276" y="1114920"/>
                </a:lnTo>
                <a:lnTo>
                  <a:pt x="1161445" y="1114920"/>
                </a:lnTo>
                <a:lnTo>
                  <a:pt x="1161623" y="1114920"/>
                </a:lnTo>
                <a:lnTo>
                  <a:pt x="1161792" y="1114920"/>
                </a:lnTo>
                <a:lnTo>
                  <a:pt x="1161961" y="1114920"/>
                </a:lnTo>
                <a:lnTo>
                  <a:pt x="1162139" y="1114920"/>
                </a:lnTo>
                <a:lnTo>
                  <a:pt x="1162308" y="1114920"/>
                </a:lnTo>
                <a:lnTo>
                  <a:pt x="1162486" y="1114920"/>
                </a:lnTo>
                <a:lnTo>
                  <a:pt x="1162655" y="1114920"/>
                </a:lnTo>
                <a:lnTo>
                  <a:pt x="1162824" y="1114920"/>
                </a:lnTo>
                <a:lnTo>
                  <a:pt x="1163002" y="1114920"/>
                </a:lnTo>
                <a:lnTo>
                  <a:pt x="1163171" y="1114920"/>
                </a:lnTo>
                <a:lnTo>
                  <a:pt x="1163340" y="1114920"/>
                </a:lnTo>
                <a:lnTo>
                  <a:pt x="1163518" y="1114920"/>
                </a:lnTo>
                <a:lnTo>
                  <a:pt x="1163687" y="1114920"/>
                </a:lnTo>
                <a:lnTo>
                  <a:pt x="1163865" y="1114920"/>
                </a:lnTo>
                <a:lnTo>
                  <a:pt x="1164034" y="1114920"/>
                </a:lnTo>
                <a:lnTo>
                  <a:pt x="1164203" y="1114920"/>
                </a:lnTo>
                <a:lnTo>
                  <a:pt x="1164381" y="1114920"/>
                </a:lnTo>
                <a:lnTo>
                  <a:pt x="1164550" y="1114920"/>
                </a:lnTo>
                <a:lnTo>
                  <a:pt x="1164719" y="1114920"/>
                </a:lnTo>
                <a:lnTo>
                  <a:pt x="1164897" y="1114920"/>
                </a:lnTo>
                <a:lnTo>
                  <a:pt x="1165066" y="1114920"/>
                </a:lnTo>
                <a:lnTo>
                  <a:pt x="1165235" y="1114920"/>
                </a:lnTo>
                <a:lnTo>
                  <a:pt x="1165413" y="1114920"/>
                </a:lnTo>
                <a:lnTo>
                  <a:pt x="1165582" y="1114920"/>
                </a:lnTo>
                <a:lnTo>
                  <a:pt x="1165760" y="1114920"/>
                </a:lnTo>
                <a:lnTo>
                  <a:pt x="1165929" y="1114920"/>
                </a:lnTo>
                <a:lnTo>
                  <a:pt x="1166098" y="1114920"/>
                </a:lnTo>
                <a:lnTo>
                  <a:pt x="1166276" y="1114920"/>
                </a:lnTo>
                <a:lnTo>
                  <a:pt x="1166445" y="1114920"/>
                </a:lnTo>
                <a:lnTo>
                  <a:pt x="1166614" y="1114920"/>
                </a:lnTo>
                <a:lnTo>
                  <a:pt x="1166792" y="1114920"/>
                </a:lnTo>
                <a:lnTo>
                  <a:pt x="1166961" y="1114920"/>
                </a:lnTo>
                <a:lnTo>
                  <a:pt x="1167139" y="1114920"/>
                </a:lnTo>
                <a:lnTo>
                  <a:pt x="1167308" y="1114920"/>
                </a:lnTo>
                <a:lnTo>
                  <a:pt x="1167477" y="1114920"/>
                </a:lnTo>
                <a:lnTo>
                  <a:pt x="1167655" y="1114920"/>
                </a:lnTo>
                <a:lnTo>
                  <a:pt x="1167824" y="1114920"/>
                </a:lnTo>
                <a:lnTo>
                  <a:pt x="1167993" y="1114920"/>
                </a:lnTo>
                <a:lnTo>
                  <a:pt x="1168171" y="1114920"/>
                </a:lnTo>
                <a:lnTo>
                  <a:pt x="1168340" y="1114920"/>
                </a:lnTo>
                <a:lnTo>
                  <a:pt x="1168518" y="1114920"/>
                </a:lnTo>
                <a:lnTo>
                  <a:pt x="1168687" y="1114920"/>
                </a:lnTo>
                <a:lnTo>
                  <a:pt x="1168856" y="1114920"/>
                </a:lnTo>
                <a:lnTo>
                  <a:pt x="1169034" y="1114920"/>
                </a:lnTo>
                <a:lnTo>
                  <a:pt x="1169203" y="1114920"/>
                </a:lnTo>
                <a:lnTo>
                  <a:pt x="1169372" y="1114920"/>
                </a:lnTo>
                <a:lnTo>
                  <a:pt x="1169550" y="1114920"/>
                </a:lnTo>
                <a:lnTo>
                  <a:pt x="1169719" y="1114920"/>
                </a:lnTo>
                <a:lnTo>
                  <a:pt x="1169888" y="1114920"/>
                </a:lnTo>
                <a:lnTo>
                  <a:pt x="1170066" y="1114920"/>
                </a:lnTo>
                <a:lnTo>
                  <a:pt x="1170235" y="1114920"/>
                </a:lnTo>
                <a:lnTo>
                  <a:pt x="1170413" y="1114920"/>
                </a:lnTo>
                <a:lnTo>
                  <a:pt x="1170582" y="1114920"/>
                </a:lnTo>
                <a:lnTo>
                  <a:pt x="1170751" y="1114920"/>
                </a:lnTo>
                <a:lnTo>
                  <a:pt x="1170929" y="1114920"/>
                </a:lnTo>
                <a:lnTo>
                  <a:pt x="1171098" y="1114920"/>
                </a:lnTo>
                <a:lnTo>
                  <a:pt x="1171267" y="1114920"/>
                </a:lnTo>
                <a:lnTo>
                  <a:pt x="1171445" y="1114920"/>
                </a:lnTo>
                <a:lnTo>
                  <a:pt x="1171614" y="1114920"/>
                </a:lnTo>
                <a:lnTo>
                  <a:pt x="1171792" y="1114920"/>
                </a:lnTo>
                <a:lnTo>
                  <a:pt x="1171961" y="1114920"/>
                </a:lnTo>
                <a:lnTo>
                  <a:pt x="1172130" y="1114920"/>
                </a:lnTo>
                <a:lnTo>
                  <a:pt x="1172307" y="1114920"/>
                </a:lnTo>
                <a:lnTo>
                  <a:pt x="1172477" y="1114920"/>
                </a:lnTo>
                <a:lnTo>
                  <a:pt x="1172646" y="1114920"/>
                </a:lnTo>
                <a:lnTo>
                  <a:pt x="1172824" y="1114920"/>
                </a:lnTo>
                <a:lnTo>
                  <a:pt x="1172993" y="1114920"/>
                </a:lnTo>
                <a:lnTo>
                  <a:pt x="1173170" y="1114920"/>
                </a:lnTo>
                <a:lnTo>
                  <a:pt x="1173340" y="1114920"/>
                </a:lnTo>
                <a:lnTo>
                  <a:pt x="1173508" y="1114920"/>
                </a:lnTo>
                <a:lnTo>
                  <a:pt x="1173686" y="1114920"/>
                </a:lnTo>
                <a:lnTo>
                  <a:pt x="1173855" y="1114920"/>
                </a:lnTo>
                <a:lnTo>
                  <a:pt x="1174025" y="1114920"/>
                </a:lnTo>
                <a:lnTo>
                  <a:pt x="1174202" y="1114920"/>
                </a:lnTo>
                <a:lnTo>
                  <a:pt x="1174372" y="1114920"/>
                </a:lnTo>
                <a:lnTo>
                  <a:pt x="1174541" y="1114920"/>
                </a:lnTo>
                <a:lnTo>
                  <a:pt x="1174719" y="1114920"/>
                </a:lnTo>
                <a:lnTo>
                  <a:pt x="1174887" y="1114920"/>
                </a:lnTo>
                <a:lnTo>
                  <a:pt x="1175065" y="1114920"/>
                </a:lnTo>
                <a:lnTo>
                  <a:pt x="1175234" y="1114920"/>
                </a:lnTo>
                <a:lnTo>
                  <a:pt x="1175403" y="1114920"/>
                </a:lnTo>
                <a:lnTo>
                  <a:pt x="1175581" y="1114920"/>
                </a:lnTo>
                <a:lnTo>
                  <a:pt x="1175750" y="1114920"/>
                </a:lnTo>
                <a:lnTo>
                  <a:pt x="1175920" y="1114920"/>
                </a:lnTo>
                <a:lnTo>
                  <a:pt x="1176097" y="1114920"/>
                </a:lnTo>
                <a:lnTo>
                  <a:pt x="1176266" y="1114920"/>
                </a:lnTo>
                <a:lnTo>
                  <a:pt x="1176444" y="1114920"/>
                </a:lnTo>
                <a:lnTo>
                  <a:pt x="1176613" y="1114920"/>
                </a:lnTo>
                <a:lnTo>
                  <a:pt x="1176782" y="1114920"/>
                </a:lnTo>
                <a:lnTo>
                  <a:pt x="1176960" y="1114920"/>
                </a:lnTo>
                <a:lnTo>
                  <a:pt x="1177129" y="1114920"/>
                </a:lnTo>
                <a:lnTo>
                  <a:pt x="1177298" y="1114920"/>
                </a:lnTo>
                <a:lnTo>
                  <a:pt x="1177476" y="1114920"/>
                </a:lnTo>
                <a:lnTo>
                  <a:pt x="1177645" y="1114920"/>
                </a:lnTo>
                <a:lnTo>
                  <a:pt x="1177814" y="1114920"/>
                </a:lnTo>
                <a:lnTo>
                  <a:pt x="1177992" y="1114920"/>
                </a:lnTo>
                <a:lnTo>
                  <a:pt x="1178161" y="1114920"/>
                </a:lnTo>
                <a:lnTo>
                  <a:pt x="1178339" y="1114920"/>
                </a:lnTo>
                <a:lnTo>
                  <a:pt x="1178508" y="1114920"/>
                </a:lnTo>
                <a:lnTo>
                  <a:pt x="1178677" y="1114920"/>
                </a:lnTo>
                <a:lnTo>
                  <a:pt x="1178855" y="1114920"/>
                </a:lnTo>
                <a:lnTo>
                  <a:pt x="1179024" y="1114920"/>
                </a:lnTo>
                <a:lnTo>
                  <a:pt x="1179193" y="1114920"/>
                </a:lnTo>
                <a:lnTo>
                  <a:pt x="1179371" y="1114920"/>
                </a:lnTo>
                <a:lnTo>
                  <a:pt x="1179540" y="1114920"/>
                </a:lnTo>
                <a:lnTo>
                  <a:pt x="1179718" y="1114920"/>
                </a:lnTo>
                <a:lnTo>
                  <a:pt x="1179887" y="1114920"/>
                </a:lnTo>
                <a:lnTo>
                  <a:pt x="1180056" y="1114920"/>
                </a:lnTo>
                <a:lnTo>
                  <a:pt x="1180234" y="1114920"/>
                </a:lnTo>
                <a:lnTo>
                  <a:pt x="1180403" y="1114920"/>
                </a:lnTo>
                <a:lnTo>
                  <a:pt x="1180572" y="1114920"/>
                </a:lnTo>
                <a:lnTo>
                  <a:pt x="1180750" y="1114920"/>
                </a:lnTo>
                <a:lnTo>
                  <a:pt x="1180919" y="1114920"/>
                </a:lnTo>
                <a:lnTo>
                  <a:pt x="1181097" y="1114920"/>
                </a:lnTo>
                <a:lnTo>
                  <a:pt x="1181266" y="1114920"/>
                </a:lnTo>
                <a:lnTo>
                  <a:pt x="1181435" y="1114920"/>
                </a:lnTo>
                <a:lnTo>
                  <a:pt x="1181613" y="1114920"/>
                </a:lnTo>
                <a:lnTo>
                  <a:pt x="1181782" y="1114920"/>
                </a:lnTo>
                <a:lnTo>
                  <a:pt x="1181951" y="1114920"/>
                </a:lnTo>
                <a:lnTo>
                  <a:pt x="1182129" y="1114920"/>
                </a:lnTo>
                <a:lnTo>
                  <a:pt x="1182298" y="1114920"/>
                </a:lnTo>
                <a:lnTo>
                  <a:pt x="1182467" y="1114920"/>
                </a:lnTo>
                <a:lnTo>
                  <a:pt x="1182645" y="1114920"/>
                </a:lnTo>
                <a:lnTo>
                  <a:pt x="1182814" y="1114920"/>
                </a:lnTo>
                <a:lnTo>
                  <a:pt x="1182992" y="1114920"/>
                </a:lnTo>
                <a:lnTo>
                  <a:pt x="1183161" y="1114920"/>
                </a:lnTo>
                <a:lnTo>
                  <a:pt x="1183330" y="1114920"/>
                </a:lnTo>
                <a:lnTo>
                  <a:pt x="1183508" y="1114920"/>
                </a:lnTo>
                <a:lnTo>
                  <a:pt x="1183677" y="1114920"/>
                </a:lnTo>
                <a:lnTo>
                  <a:pt x="1183846" y="1114920"/>
                </a:lnTo>
                <a:lnTo>
                  <a:pt x="1184024" y="1114920"/>
                </a:lnTo>
                <a:lnTo>
                  <a:pt x="1184193" y="1114920"/>
                </a:lnTo>
                <a:lnTo>
                  <a:pt x="1184371" y="1114920"/>
                </a:lnTo>
                <a:lnTo>
                  <a:pt x="1184540" y="1114920"/>
                </a:lnTo>
                <a:lnTo>
                  <a:pt x="1184709" y="1114920"/>
                </a:lnTo>
                <a:lnTo>
                  <a:pt x="1184887" y="1114920"/>
                </a:lnTo>
                <a:lnTo>
                  <a:pt x="1185056" y="1114920"/>
                </a:lnTo>
                <a:lnTo>
                  <a:pt x="1185225" y="1114920"/>
                </a:lnTo>
                <a:lnTo>
                  <a:pt x="1185403" y="1114920"/>
                </a:lnTo>
                <a:lnTo>
                  <a:pt x="1185572" y="1114920"/>
                </a:lnTo>
                <a:lnTo>
                  <a:pt x="1185741" y="1114920"/>
                </a:lnTo>
                <a:lnTo>
                  <a:pt x="1185919" y="1114920"/>
                </a:lnTo>
                <a:lnTo>
                  <a:pt x="1186088" y="1114920"/>
                </a:lnTo>
                <a:lnTo>
                  <a:pt x="1186266" y="1114920"/>
                </a:lnTo>
                <a:lnTo>
                  <a:pt x="1186435" y="1114920"/>
                </a:lnTo>
                <a:lnTo>
                  <a:pt x="1186604" y="1114920"/>
                </a:lnTo>
                <a:lnTo>
                  <a:pt x="1186782" y="1114920"/>
                </a:lnTo>
                <a:lnTo>
                  <a:pt x="1186951" y="1114920"/>
                </a:lnTo>
                <a:lnTo>
                  <a:pt x="1187120" y="1114920"/>
                </a:lnTo>
                <a:lnTo>
                  <a:pt x="1187298" y="1114920"/>
                </a:lnTo>
                <a:lnTo>
                  <a:pt x="1187467" y="1114920"/>
                </a:lnTo>
                <a:lnTo>
                  <a:pt x="1187645" y="1114920"/>
                </a:lnTo>
                <a:lnTo>
                  <a:pt x="1187814" y="1114920"/>
                </a:lnTo>
                <a:lnTo>
                  <a:pt x="1187983" y="1114920"/>
                </a:lnTo>
                <a:lnTo>
                  <a:pt x="1188161" y="1114920"/>
                </a:lnTo>
                <a:lnTo>
                  <a:pt x="1188330" y="1114920"/>
                </a:lnTo>
                <a:lnTo>
                  <a:pt x="1188499" y="1114920"/>
                </a:lnTo>
                <a:lnTo>
                  <a:pt x="1188677" y="1114920"/>
                </a:lnTo>
                <a:lnTo>
                  <a:pt x="1188846" y="1114920"/>
                </a:lnTo>
                <a:lnTo>
                  <a:pt x="1189024" y="1114920"/>
                </a:lnTo>
                <a:lnTo>
                  <a:pt x="1189193" y="1114920"/>
                </a:lnTo>
                <a:lnTo>
                  <a:pt x="1189362" y="1114920"/>
                </a:lnTo>
                <a:lnTo>
                  <a:pt x="1189540" y="1114920"/>
                </a:lnTo>
                <a:lnTo>
                  <a:pt x="1189709" y="1114920"/>
                </a:lnTo>
                <a:lnTo>
                  <a:pt x="1189878" y="1114920"/>
                </a:lnTo>
                <a:lnTo>
                  <a:pt x="1190056" y="1114920"/>
                </a:lnTo>
                <a:lnTo>
                  <a:pt x="1190225" y="1114920"/>
                </a:lnTo>
                <a:lnTo>
                  <a:pt x="1190394" y="1114920"/>
                </a:lnTo>
                <a:lnTo>
                  <a:pt x="1190572" y="1114920"/>
                </a:lnTo>
                <a:lnTo>
                  <a:pt x="1190741" y="1114920"/>
                </a:lnTo>
                <a:lnTo>
                  <a:pt x="1190919" y="1114920"/>
                </a:lnTo>
                <a:lnTo>
                  <a:pt x="1191088" y="1114920"/>
                </a:lnTo>
                <a:lnTo>
                  <a:pt x="1191257" y="1114920"/>
                </a:lnTo>
                <a:lnTo>
                  <a:pt x="1191435" y="1114920"/>
                </a:lnTo>
                <a:lnTo>
                  <a:pt x="1191604" y="1114920"/>
                </a:lnTo>
                <a:lnTo>
                  <a:pt x="1191773" y="1114920"/>
                </a:lnTo>
                <a:lnTo>
                  <a:pt x="1191951" y="1114920"/>
                </a:lnTo>
                <a:lnTo>
                  <a:pt x="1192120" y="1114920"/>
                </a:lnTo>
                <a:lnTo>
                  <a:pt x="1192298" y="1114920"/>
                </a:lnTo>
                <a:lnTo>
                  <a:pt x="1192467" y="1114920"/>
                </a:lnTo>
                <a:lnTo>
                  <a:pt x="1192636" y="1114920"/>
                </a:lnTo>
                <a:lnTo>
                  <a:pt x="1192814" y="1114920"/>
                </a:lnTo>
                <a:lnTo>
                  <a:pt x="1192983" y="1114920"/>
                </a:lnTo>
                <a:lnTo>
                  <a:pt x="1193152" y="1114920"/>
                </a:lnTo>
                <a:lnTo>
                  <a:pt x="1193330" y="1114920"/>
                </a:lnTo>
                <a:lnTo>
                  <a:pt x="1193499" y="1114920"/>
                </a:lnTo>
                <a:lnTo>
                  <a:pt x="1193668" y="1114920"/>
                </a:lnTo>
                <a:lnTo>
                  <a:pt x="1193846" y="1114920"/>
                </a:lnTo>
                <a:lnTo>
                  <a:pt x="1194015" y="1114920"/>
                </a:lnTo>
                <a:lnTo>
                  <a:pt x="1194193" y="1114920"/>
                </a:lnTo>
                <a:lnTo>
                  <a:pt x="1194362" y="1114920"/>
                </a:lnTo>
                <a:lnTo>
                  <a:pt x="1194531" y="1114920"/>
                </a:lnTo>
                <a:lnTo>
                  <a:pt x="1194709" y="1114920"/>
                </a:lnTo>
                <a:lnTo>
                  <a:pt x="1194878" y="1114920"/>
                </a:lnTo>
                <a:lnTo>
                  <a:pt x="1195047" y="1114920"/>
                </a:lnTo>
                <a:lnTo>
                  <a:pt x="1195225" y="1114920"/>
                </a:lnTo>
                <a:lnTo>
                  <a:pt x="1195394" y="1114920"/>
                </a:lnTo>
                <a:lnTo>
                  <a:pt x="1195572" y="1114920"/>
                </a:lnTo>
                <a:lnTo>
                  <a:pt x="1195741" y="1114920"/>
                </a:lnTo>
                <a:lnTo>
                  <a:pt x="1195910" y="1114920"/>
                </a:lnTo>
                <a:lnTo>
                  <a:pt x="1196088" y="1114920"/>
                </a:lnTo>
                <a:lnTo>
                  <a:pt x="1196257" y="1114920"/>
                </a:lnTo>
                <a:lnTo>
                  <a:pt x="1196426" y="1114920"/>
                </a:lnTo>
                <a:lnTo>
                  <a:pt x="1196604" y="1114920"/>
                </a:lnTo>
                <a:lnTo>
                  <a:pt x="1196773" y="1114920"/>
                </a:lnTo>
                <a:lnTo>
                  <a:pt x="1196951" y="1114920"/>
                </a:lnTo>
                <a:lnTo>
                  <a:pt x="1197120" y="1114920"/>
                </a:lnTo>
                <a:lnTo>
                  <a:pt x="1197289" y="1114920"/>
                </a:lnTo>
                <a:lnTo>
                  <a:pt x="1197467" y="1114920"/>
                </a:lnTo>
                <a:lnTo>
                  <a:pt x="1197636" y="1114920"/>
                </a:lnTo>
                <a:lnTo>
                  <a:pt x="1197805" y="1114920"/>
                </a:lnTo>
                <a:lnTo>
                  <a:pt x="1197983" y="1114920"/>
                </a:lnTo>
                <a:lnTo>
                  <a:pt x="1198152" y="1114920"/>
                </a:lnTo>
                <a:lnTo>
                  <a:pt x="1198321" y="1114920"/>
                </a:lnTo>
                <a:lnTo>
                  <a:pt x="1198499" y="1114920"/>
                </a:lnTo>
                <a:lnTo>
                  <a:pt x="1198668" y="1114920"/>
                </a:lnTo>
                <a:lnTo>
                  <a:pt x="1198846" y="1114920"/>
                </a:lnTo>
                <a:lnTo>
                  <a:pt x="1199015" y="1114920"/>
                </a:lnTo>
                <a:lnTo>
                  <a:pt x="1199184" y="1114920"/>
                </a:lnTo>
                <a:lnTo>
                  <a:pt x="1199362" y="1114920"/>
                </a:lnTo>
                <a:lnTo>
                  <a:pt x="1199531" y="1114920"/>
                </a:lnTo>
                <a:lnTo>
                  <a:pt x="1199700" y="1114920"/>
                </a:lnTo>
                <a:lnTo>
                  <a:pt x="1199878" y="1114920"/>
                </a:lnTo>
                <a:lnTo>
                  <a:pt x="1200047" y="1114920"/>
                </a:lnTo>
                <a:lnTo>
                  <a:pt x="1200225" y="1114920"/>
                </a:lnTo>
                <a:lnTo>
                  <a:pt x="1200394" y="1114920"/>
                </a:lnTo>
                <a:lnTo>
                  <a:pt x="1200563" y="1114920"/>
                </a:lnTo>
                <a:lnTo>
                  <a:pt x="1200741" y="1114920"/>
                </a:lnTo>
                <a:lnTo>
                  <a:pt x="1200910" y="1114920"/>
                </a:lnTo>
                <a:lnTo>
                  <a:pt x="1201079" y="1114920"/>
                </a:lnTo>
                <a:lnTo>
                  <a:pt x="1201257" y="1114920"/>
                </a:lnTo>
                <a:lnTo>
                  <a:pt x="1201426" y="1114920"/>
                </a:lnTo>
                <a:lnTo>
                  <a:pt x="1201604" y="1114920"/>
                </a:lnTo>
                <a:lnTo>
                  <a:pt x="1201773" y="1114920"/>
                </a:lnTo>
                <a:lnTo>
                  <a:pt x="1201942" y="1114920"/>
                </a:lnTo>
                <a:lnTo>
                  <a:pt x="1202120" y="1114920"/>
                </a:lnTo>
                <a:lnTo>
                  <a:pt x="1202289" y="1114920"/>
                </a:lnTo>
                <a:lnTo>
                  <a:pt x="1202458" y="1114920"/>
                </a:lnTo>
                <a:lnTo>
                  <a:pt x="1202635" y="1114920"/>
                </a:lnTo>
                <a:lnTo>
                  <a:pt x="1202805" y="1114920"/>
                </a:lnTo>
                <a:lnTo>
                  <a:pt x="1202974" y="1114920"/>
                </a:lnTo>
                <a:lnTo>
                  <a:pt x="1203152" y="1114920"/>
                </a:lnTo>
                <a:lnTo>
                  <a:pt x="1203321" y="1114920"/>
                </a:lnTo>
                <a:lnTo>
                  <a:pt x="1203499" y="1114920"/>
                </a:lnTo>
                <a:lnTo>
                  <a:pt x="1203667" y="1114920"/>
                </a:lnTo>
                <a:lnTo>
                  <a:pt x="1203837" y="1114920"/>
                </a:lnTo>
                <a:lnTo>
                  <a:pt x="1204014" y="1114920"/>
                </a:lnTo>
                <a:lnTo>
                  <a:pt x="1204184" y="1114920"/>
                </a:lnTo>
                <a:lnTo>
                  <a:pt x="1204353" y="1114920"/>
                </a:lnTo>
                <a:lnTo>
                  <a:pt x="1204530" y="1114920"/>
                </a:lnTo>
                <a:lnTo>
                  <a:pt x="1204700" y="1114920"/>
                </a:lnTo>
                <a:lnTo>
                  <a:pt x="1204877" y="1114920"/>
                </a:lnTo>
                <a:lnTo>
                  <a:pt x="1205046" y="1114920"/>
                </a:lnTo>
                <a:lnTo>
                  <a:pt x="1205215" y="1114920"/>
                </a:lnTo>
                <a:lnTo>
                  <a:pt x="1205393" y="1114920"/>
                </a:lnTo>
                <a:lnTo>
                  <a:pt x="1205562" y="1114920"/>
                </a:lnTo>
                <a:lnTo>
                  <a:pt x="1205732" y="1114920"/>
                </a:lnTo>
                <a:lnTo>
                  <a:pt x="1205909" y="1114920"/>
                </a:lnTo>
                <a:lnTo>
                  <a:pt x="1206078" y="1114920"/>
                </a:lnTo>
                <a:lnTo>
                  <a:pt x="1206247" y="1114920"/>
                </a:lnTo>
                <a:lnTo>
                  <a:pt x="1206425" y="1114920"/>
                </a:lnTo>
                <a:lnTo>
                  <a:pt x="1206594" y="1114920"/>
                </a:lnTo>
                <a:lnTo>
                  <a:pt x="1206772" y="1114920"/>
                </a:lnTo>
                <a:lnTo>
                  <a:pt x="1206941" y="1114920"/>
                </a:lnTo>
                <a:lnTo>
                  <a:pt x="1207110" y="1114920"/>
                </a:lnTo>
                <a:lnTo>
                  <a:pt x="1207288" y="1114920"/>
                </a:lnTo>
                <a:lnTo>
                  <a:pt x="1207457" y="1114920"/>
                </a:lnTo>
                <a:lnTo>
                  <a:pt x="1207626" y="1114920"/>
                </a:lnTo>
                <a:lnTo>
                  <a:pt x="1207804" y="1114920"/>
                </a:lnTo>
                <a:lnTo>
                  <a:pt x="1207973" y="1114920"/>
                </a:lnTo>
                <a:lnTo>
                  <a:pt x="1208151" y="1114920"/>
                </a:lnTo>
                <a:lnTo>
                  <a:pt x="1208320" y="1114920"/>
                </a:lnTo>
                <a:lnTo>
                  <a:pt x="1208489" y="1114920"/>
                </a:lnTo>
                <a:lnTo>
                  <a:pt x="1208667" y="1114920"/>
                </a:lnTo>
                <a:lnTo>
                  <a:pt x="1208836" y="1114920"/>
                </a:lnTo>
                <a:lnTo>
                  <a:pt x="1209005" y="1114920"/>
                </a:lnTo>
                <a:lnTo>
                  <a:pt x="1209183" y="1114920"/>
                </a:lnTo>
                <a:lnTo>
                  <a:pt x="1209352" y="1114920"/>
                </a:lnTo>
                <a:lnTo>
                  <a:pt x="1209530" y="1114920"/>
                </a:lnTo>
                <a:lnTo>
                  <a:pt x="1209699" y="1114920"/>
                </a:lnTo>
                <a:lnTo>
                  <a:pt x="1209868" y="1114920"/>
                </a:lnTo>
                <a:lnTo>
                  <a:pt x="1210046" y="1114920"/>
                </a:lnTo>
                <a:lnTo>
                  <a:pt x="1210215" y="1114920"/>
                </a:lnTo>
                <a:lnTo>
                  <a:pt x="1210384" y="1114920"/>
                </a:lnTo>
                <a:lnTo>
                  <a:pt x="1210562" y="1114920"/>
                </a:lnTo>
                <a:lnTo>
                  <a:pt x="1210731" y="1114920"/>
                </a:lnTo>
                <a:lnTo>
                  <a:pt x="1210900" y="1114920"/>
                </a:lnTo>
                <a:lnTo>
                  <a:pt x="1211078" y="1114920"/>
                </a:lnTo>
                <a:lnTo>
                  <a:pt x="1211247" y="1114920"/>
                </a:lnTo>
                <a:lnTo>
                  <a:pt x="1211425" y="1114920"/>
                </a:lnTo>
                <a:lnTo>
                  <a:pt x="1211594" y="1114920"/>
                </a:lnTo>
                <a:lnTo>
                  <a:pt x="1211763" y="1114920"/>
                </a:lnTo>
                <a:lnTo>
                  <a:pt x="1211941" y="1114920"/>
                </a:lnTo>
                <a:lnTo>
                  <a:pt x="1212110" y="1114920"/>
                </a:lnTo>
                <a:lnTo>
                  <a:pt x="1212279" y="1114920"/>
                </a:lnTo>
                <a:lnTo>
                  <a:pt x="1212457" y="1114920"/>
                </a:lnTo>
                <a:lnTo>
                  <a:pt x="1212626" y="1114920"/>
                </a:lnTo>
                <a:lnTo>
                  <a:pt x="1212804" y="1114920"/>
                </a:lnTo>
                <a:lnTo>
                  <a:pt x="1212973" y="1114920"/>
                </a:lnTo>
                <a:lnTo>
                  <a:pt x="1213142" y="1114920"/>
                </a:lnTo>
                <a:lnTo>
                  <a:pt x="1213320" y="1114920"/>
                </a:lnTo>
                <a:lnTo>
                  <a:pt x="1213489" y="1114920"/>
                </a:lnTo>
                <a:lnTo>
                  <a:pt x="1213658" y="1114920"/>
                </a:lnTo>
                <a:lnTo>
                  <a:pt x="1213836" y="1114920"/>
                </a:lnTo>
                <a:lnTo>
                  <a:pt x="1214005" y="1114920"/>
                </a:lnTo>
                <a:lnTo>
                  <a:pt x="1214174" y="1114920"/>
                </a:lnTo>
                <a:lnTo>
                  <a:pt x="1214352" y="1114920"/>
                </a:lnTo>
                <a:lnTo>
                  <a:pt x="1214521" y="1114920"/>
                </a:lnTo>
                <a:lnTo>
                  <a:pt x="1214699" y="1114920"/>
                </a:lnTo>
                <a:lnTo>
                  <a:pt x="1214868" y="1114920"/>
                </a:lnTo>
                <a:lnTo>
                  <a:pt x="1215037" y="1114920"/>
                </a:lnTo>
                <a:lnTo>
                  <a:pt x="1215215" y="1114920"/>
                </a:lnTo>
                <a:lnTo>
                  <a:pt x="1215384" y="1114920"/>
                </a:lnTo>
                <a:lnTo>
                  <a:pt x="1215553" y="1114920"/>
                </a:lnTo>
                <a:lnTo>
                  <a:pt x="1215731" y="1114920"/>
                </a:lnTo>
                <a:lnTo>
                  <a:pt x="1215900" y="1114920"/>
                </a:lnTo>
                <a:lnTo>
                  <a:pt x="1216078" y="1114920"/>
                </a:lnTo>
                <a:lnTo>
                  <a:pt x="1216247" y="1114920"/>
                </a:lnTo>
                <a:lnTo>
                  <a:pt x="1216416" y="1114920"/>
                </a:lnTo>
                <a:lnTo>
                  <a:pt x="1216594" y="1114920"/>
                </a:lnTo>
                <a:lnTo>
                  <a:pt x="1216763" y="1114920"/>
                </a:lnTo>
                <a:lnTo>
                  <a:pt x="1216932" y="1114920"/>
                </a:lnTo>
                <a:lnTo>
                  <a:pt x="1217110" y="1114920"/>
                </a:lnTo>
                <a:lnTo>
                  <a:pt x="1217279" y="1114920"/>
                </a:lnTo>
                <a:lnTo>
                  <a:pt x="1217457" y="1114920"/>
                </a:lnTo>
                <a:lnTo>
                  <a:pt x="1217626" y="1114920"/>
                </a:lnTo>
                <a:lnTo>
                  <a:pt x="1217795" y="1114920"/>
                </a:lnTo>
                <a:lnTo>
                  <a:pt x="1217973" y="1114920"/>
                </a:lnTo>
                <a:lnTo>
                  <a:pt x="1218142" y="1114920"/>
                </a:lnTo>
                <a:lnTo>
                  <a:pt x="1218311" y="1114920"/>
                </a:lnTo>
                <a:lnTo>
                  <a:pt x="1218489" y="1114920"/>
                </a:lnTo>
                <a:lnTo>
                  <a:pt x="1218658" y="1114920"/>
                </a:lnTo>
                <a:lnTo>
                  <a:pt x="1218827" y="1114920"/>
                </a:lnTo>
                <a:lnTo>
                  <a:pt x="1219005" y="1114920"/>
                </a:lnTo>
                <a:lnTo>
                  <a:pt x="1219174" y="1114920"/>
                </a:lnTo>
                <a:lnTo>
                  <a:pt x="1219352" y="1114920"/>
                </a:lnTo>
                <a:lnTo>
                  <a:pt x="1219521" y="1114920"/>
                </a:lnTo>
                <a:lnTo>
                  <a:pt x="1219690" y="1114920"/>
                </a:lnTo>
                <a:lnTo>
                  <a:pt x="1219868" y="1114920"/>
                </a:lnTo>
                <a:lnTo>
                  <a:pt x="1220037" y="1114920"/>
                </a:lnTo>
                <a:lnTo>
                  <a:pt x="1220206" y="1114920"/>
                </a:lnTo>
                <a:lnTo>
                  <a:pt x="1220384" y="1114920"/>
                </a:lnTo>
                <a:lnTo>
                  <a:pt x="1220553" y="1114920"/>
                </a:lnTo>
                <a:lnTo>
                  <a:pt x="1220731" y="1114920"/>
                </a:lnTo>
                <a:lnTo>
                  <a:pt x="1220900" y="1114920"/>
                </a:lnTo>
                <a:lnTo>
                  <a:pt x="1221069" y="1114920"/>
                </a:lnTo>
                <a:lnTo>
                  <a:pt x="1221247" y="1114920"/>
                </a:lnTo>
                <a:lnTo>
                  <a:pt x="1221416" y="1114920"/>
                </a:lnTo>
                <a:lnTo>
                  <a:pt x="1221585" y="1114920"/>
                </a:lnTo>
                <a:lnTo>
                  <a:pt x="1221763" y="1114920"/>
                </a:lnTo>
                <a:lnTo>
                  <a:pt x="1221932" y="1114920"/>
                </a:lnTo>
                <a:lnTo>
                  <a:pt x="1222110" y="1114920"/>
                </a:lnTo>
                <a:lnTo>
                  <a:pt x="1222279" y="1114920"/>
                </a:lnTo>
                <a:lnTo>
                  <a:pt x="1222448" y="1114920"/>
                </a:lnTo>
                <a:lnTo>
                  <a:pt x="1222626" y="1114920"/>
                </a:lnTo>
                <a:lnTo>
                  <a:pt x="1222795" y="1114920"/>
                </a:lnTo>
                <a:lnTo>
                  <a:pt x="1222964" y="1114920"/>
                </a:lnTo>
                <a:lnTo>
                  <a:pt x="1223142" y="1114920"/>
                </a:lnTo>
                <a:lnTo>
                  <a:pt x="1223311" y="1114920"/>
                </a:lnTo>
                <a:lnTo>
                  <a:pt x="1223480" y="1114920"/>
                </a:lnTo>
                <a:lnTo>
                  <a:pt x="1223658" y="1114920"/>
                </a:lnTo>
                <a:lnTo>
                  <a:pt x="1223827" y="1114920"/>
                </a:lnTo>
                <a:lnTo>
                  <a:pt x="1224005" y="1114920"/>
                </a:lnTo>
                <a:lnTo>
                  <a:pt x="1224174" y="1114920"/>
                </a:lnTo>
                <a:lnTo>
                  <a:pt x="1224343" y="1114920"/>
                </a:lnTo>
                <a:lnTo>
                  <a:pt x="1224521" y="1114920"/>
                </a:lnTo>
                <a:lnTo>
                  <a:pt x="1224690" y="1114920"/>
                </a:lnTo>
                <a:lnTo>
                  <a:pt x="1224859" y="1114920"/>
                </a:lnTo>
                <a:lnTo>
                  <a:pt x="1225037" y="1114920"/>
                </a:lnTo>
                <a:lnTo>
                  <a:pt x="1225206" y="1114920"/>
                </a:lnTo>
                <a:lnTo>
                  <a:pt x="1225384" y="1114920"/>
                </a:lnTo>
                <a:lnTo>
                  <a:pt x="1225553" y="1114920"/>
                </a:lnTo>
                <a:lnTo>
                  <a:pt x="1225722" y="1114920"/>
                </a:lnTo>
                <a:lnTo>
                  <a:pt x="1225900" y="1114920"/>
                </a:lnTo>
                <a:lnTo>
                  <a:pt x="1226069" y="1114920"/>
                </a:lnTo>
                <a:lnTo>
                  <a:pt x="1226238" y="1114920"/>
                </a:lnTo>
                <a:lnTo>
                  <a:pt x="1226416" y="1114920"/>
                </a:lnTo>
                <a:lnTo>
                  <a:pt x="1226585" y="1114920"/>
                </a:lnTo>
                <a:lnTo>
                  <a:pt x="1226754" y="1114920"/>
                </a:lnTo>
                <a:lnTo>
                  <a:pt x="1226932" y="1114920"/>
                </a:lnTo>
                <a:lnTo>
                  <a:pt x="1227101" y="1114920"/>
                </a:lnTo>
                <a:lnTo>
                  <a:pt x="1227279" y="1114920"/>
                </a:lnTo>
                <a:lnTo>
                  <a:pt x="1227448" y="1114920"/>
                </a:lnTo>
                <a:lnTo>
                  <a:pt x="1227617" y="1114920"/>
                </a:lnTo>
                <a:lnTo>
                  <a:pt x="1227795" y="1114920"/>
                </a:lnTo>
                <a:lnTo>
                  <a:pt x="1227964" y="1114920"/>
                </a:lnTo>
                <a:lnTo>
                  <a:pt x="1228133" y="1114920"/>
                </a:lnTo>
                <a:lnTo>
                  <a:pt x="1228311" y="1114920"/>
                </a:lnTo>
                <a:lnTo>
                  <a:pt x="1228480" y="1114920"/>
                </a:lnTo>
                <a:lnTo>
                  <a:pt x="1228658" y="1114920"/>
                </a:lnTo>
                <a:lnTo>
                  <a:pt x="1228827" y="1114920"/>
                </a:lnTo>
                <a:lnTo>
                  <a:pt x="1228996" y="1114920"/>
                </a:lnTo>
                <a:lnTo>
                  <a:pt x="1229174" y="1114920"/>
                </a:lnTo>
                <a:lnTo>
                  <a:pt x="1229343" y="1114920"/>
                </a:lnTo>
                <a:lnTo>
                  <a:pt x="1229512" y="1114920"/>
                </a:lnTo>
                <a:lnTo>
                  <a:pt x="1229690" y="1114920"/>
                </a:lnTo>
                <a:lnTo>
                  <a:pt x="1229859" y="1114920"/>
                </a:lnTo>
                <a:lnTo>
                  <a:pt x="1230037" y="1114920"/>
                </a:lnTo>
                <a:lnTo>
                  <a:pt x="1230206" y="1114920"/>
                </a:lnTo>
                <a:lnTo>
                  <a:pt x="1230375" y="1114920"/>
                </a:lnTo>
                <a:lnTo>
                  <a:pt x="1230553" y="1114920"/>
                </a:lnTo>
                <a:lnTo>
                  <a:pt x="1230722" y="1114920"/>
                </a:lnTo>
                <a:lnTo>
                  <a:pt x="1230891" y="1114920"/>
                </a:lnTo>
                <a:lnTo>
                  <a:pt x="1231069" y="1114920"/>
                </a:lnTo>
                <a:lnTo>
                  <a:pt x="1231238" y="1114920"/>
                </a:lnTo>
                <a:lnTo>
                  <a:pt x="1231407" y="1114920"/>
                </a:lnTo>
                <a:lnTo>
                  <a:pt x="1231585" y="1114920"/>
                </a:lnTo>
                <a:lnTo>
                  <a:pt x="1231754" y="1114920"/>
                </a:lnTo>
                <a:lnTo>
                  <a:pt x="1231932" y="1114920"/>
                </a:lnTo>
                <a:lnTo>
                  <a:pt x="1232101" y="1114920"/>
                </a:lnTo>
                <a:lnTo>
                  <a:pt x="1232270" y="1114920"/>
                </a:lnTo>
                <a:lnTo>
                  <a:pt x="1232447" y="1114920"/>
                </a:lnTo>
                <a:lnTo>
                  <a:pt x="1232617" y="1114920"/>
                </a:lnTo>
                <a:lnTo>
                  <a:pt x="1232786" y="1114920"/>
                </a:lnTo>
                <a:lnTo>
                  <a:pt x="1232964" y="1114920"/>
                </a:lnTo>
                <a:lnTo>
                  <a:pt x="1233133" y="1114920"/>
                </a:lnTo>
                <a:lnTo>
                  <a:pt x="1233311" y="1114920"/>
                </a:lnTo>
                <a:lnTo>
                  <a:pt x="1233479" y="1114920"/>
                </a:lnTo>
                <a:lnTo>
                  <a:pt x="1233649" y="1114920"/>
                </a:lnTo>
                <a:lnTo>
                  <a:pt x="1233826" y="1114920"/>
                </a:lnTo>
                <a:lnTo>
                  <a:pt x="1233995" y="1114920"/>
                </a:lnTo>
                <a:lnTo>
                  <a:pt x="1234165" y="1114920"/>
                </a:lnTo>
                <a:lnTo>
                  <a:pt x="1234342" y="1114920"/>
                </a:lnTo>
                <a:lnTo>
                  <a:pt x="1234512" y="1114920"/>
                </a:lnTo>
                <a:lnTo>
                  <a:pt x="1234680" y="1114920"/>
                </a:lnTo>
                <a:lnTo>
                  <a:pt x="1234858" y="1114920"/>
                </a:lnTo>
                <a:lnTo>
                  <a:pt x="1235027" y="1114920"/>
                </a:lnTo>
                <a:lnTo>
                  <a:pt x="1235205" y="1114920"/>
                </a:lnTo>
                <a:lnTo>
                  <a:pt x="1235374" y="1114920"/>
                </a:lnTo>
                <a:lnTo>
                  <a:pt x="1235544" y="1114920"/>
                </a:lnTo>
                <a:lnTo>
                  <a:pt x="1235721" y="1114920"/>
                </a:lnTo>
                <a:lnTo>
                  <a:pt x="1235890" y="1114920"/>
                </a:lnTo>
                <a:lnTo>
                  <a:pt x="1236059" y="1114920"/>
                </a:lnTo>
                <a:lnTo>
                  <a:pt x="1236237" y="1114920"/>
                </a:lnTo>
                <a:lnTo>
                  <a:pt x="1236406" y="1114920"/>
                </a:lnTo>
                <a:lnTo>
                  <a:pt x="1236584" y="1114920"/>
                </a:lnTo>
                <a:lnTo>
                  <a:pt x="1236753" y="1114920"/>
                </a:lnTo>
                <a:lnTo>
                  <a:pt x="1236922" y="1114920"/>
                </a:lnTo>
                <a:lnTo>
                  <a:pt x="1237100" y="1114920"/>
                </a:lnTo>
                <a:lnTo>
                  <a:pt x="1237269" y="1114920"/>
                </a:lnTo>
                <a:lnTo>
                  <a:pt x="1237438" y="1114920"/>
                </a:lnTo>
                <a:lnTo>
                  <a:pt x="1237616" y="1114920"/>
                </a:lnTo>
                <a:lnTo>
                  <a:pt x="1237785" y="1114920"/>
                </a:lnTo>
                <a:lnTo>
                  <a:pt x="1237963" y="1114920"/>
                </a:lnTo>
                <a:lnTo>
                  <a:pt x="1238132" y="1114920"/>
                </a:lnTo>
                <a:lnTo>
                  <a:pt x="1238301" y="1114920"/>
                </a:lnTo>
                <a:lnTo>
                  <a:pt x="1238479" y="1114920"/>
                </a:lnTo>
                <a:lnTo>
                  <a:pt x="1238648" y="1114920"/>
                </a:lnTo>
                <a:lnTo>
                  <a:pt x="1238817" y="1114920"/>
                </a:lnTo>
                <a:lnTo>
                  <a:pt x="1238995" y="1114920"/>
                </a:lnTo>
                <a:lnTo>
                  <a:pt x="1239164" y="1114920"/>
                </a:lnTo>
                <a:lnTo>
                  <a:pt x="1239333" y="1114920"/>
                </a:lnTo>
                <a:lnTo>
                  <a:pt x="1239511" y="1114920"/>
                </a:lnTo>
                <a:lnTo>
                  <a:pt x="1239680" y="1114920"/>
                </a:lnTo>
                <a:lnTo>
                  <a:pt x="1239858" y="1114920"/>
                </a:lnTo>
                <a:lnTo>
                  <a:pt x="1240027" y="1114920"/>
                </a:lnTo>
                <a:lnTo>
                  <a:pt x="1240196" y="1114920"/>
                </a:lnTo>
                <a:lnTo>
                  <a:pt x="1240374" y="1114920"/>
                </a:lnTo>
                <a:lnTo>
                  <a:pt x="1240543" y="1114920"/>
                </a:lnTo>
                <a:lnTo>
                  <a:pt x="1240712" y="1114920"/>
                </a:lnTo>
                <a:lnTo>
                  <a:pt x="1240890" y="1114920"/>
                </a:lnTo>
                <a:lnTo>
                  <a:pt x="1241059" y="1114920"/>
                </a:lnTo>
                <a:lnTo>
                  <a:pt x="1241237" y="1114920"/>
                </a:lnTo>
                <a:lnTo>
                  <a:pt x="1241406" y="1114920"/>
                </a:lnTo>
                <a:lnTo>
                  <a:pt x="1241575" y="1114920"/>
                </a:lnTo>
                <a:lnTo>
                  <a:pt x="1241753" y="1114920"/>
                </a:lnTo>
                <a:lnTo>
                  <a:pt x="1241922" y="1114920"/>
                </a:lnTo>
                <a:lnTo>
                  <a:pt x="1242091" y="1114920"/>
                </a:lnTo>
                <a:lnTo>
                  <a:pt x="1242269" y="1114920"/>
                </a:lnTo>
                <a:lnTo>
                  <a:pt x="1242438" y="1114920"/>
                </a:lnTo>
                <a:lnTo>
                  <a:pt x="1242607" y="1114920"/>
                </a:lnTo>
                <a:lnTo>
                  <a:pt x="1242785" y="1114920"/>
                </a:lnTo>
                <a:lnTo>
                  <a:pt x="1242954" y="1114920"/>
                </a:lnTo>
                <a:lnTo>
                  <a:pt x="1243132" y="1114920"/>
                </a:lnTo>
                <a:lnTo>
                  <a:pt x="1243301" y="1114920"/>
                </a:lnTo>
                <a:lnTo>
                  <a:pt x="1243470" y="1114920"/>
                </a:lnTo>
                <a:lnTo>
                  <a:pt x="1243648" y="1114920"/>
                </a:lnTo>
                <a:lnTo>
                  <a:pt x="1243817" y="1114920"/>
                </a:lnTo>
                <a:lnTo>
                  <a:pt x="1243986" y="1114920"/>
                </a:lnTo>
                <a:lnTo>
                  <a:pt x="1244164" y="1114920"/>
                </a:lnTo>
                <a:lnTo>
                  <a:pt x="1244333" y="1114920"/>
                </a:lnTo>
                <a:lnTo>
                  <a:pt x="1244511" y="1114920"/>
                </a:lnTo>
                <a:lnTo>
                  <a:pt x="1244680" y="1114920"/>
                </a:lnTo>
                <a:lnTo>
                  <a:pt x="1244849" y="1114920"/>
                </a:lnTo>
                <a:lnTo>
                  <a:pt x="1245027" y="1114920"/>
                </a:lnTo>
                <a:lnTo>
                  <a:pt x="1245196" y="1114920"/>
                </a:lnTo>
                <a:lnTo>
                  <a:pt x="1245365" y="1114920"/>
                </a:lnTo>
                <a:lnTo>
                  <a:pt x="1245543" y="1114920"/>
                </a:lnTo>
                <a:lnTo>
                  <a:pt x="1245712" y="1114920"/>
                </a:lnTo>
                <a:lnTo>
                  <a:pt x="1245890" y="1114920"/>
                </a:lnTo>
                <a:lnTo>
                  <a:pt x="1246059" y="1114920"/>
                </a:lnTo>
                <a:lnTo>
                  <a:pt x="1246228" y="1114920"/>
                </a:lnTo>
                <a:lnTo>
                  <a:pt x="1246406" y="1114920"/>
                </a:lnTo>
                <a:lnTo>
                  <a:pt x="1246575" y="1114920"/>
                </a:lnTo>
                <a:lnTo>
                  <a:pt x="1246744" y="1114920"/>
                </a:lnTo>
                <a:lnTo>
                  <a:pt x="1246922" y="1114920"/>
                </a:lnTo>
                <a:lnTo>
                  <a:pt x="1247091" y="1114920"/>
                </a:lnTo>
                <a:lnTo>
                  <a:pt x="1247260" y="1114920"/>
                </a:lnTo>
                <a:lnTo>
                  <a:pt x="1247438" y="1114920"/>
                </a:lnTo>
                <a:lnTo>
                  <a:pt x="1247607" y="1114920"/>
                </a:lnTo>
                <a:lnTo>
                  <a:pt x="1247785" y="1114920"/>
                </a:lnTo>
                <a:lnTo>
                  <a:pt x="1247954" y="1114920"/>
                </a:lnTo>
                <a:lnTo>
                  <a:pt x="1248123" y="1114920"/>
                </a:lnTo>
                <a:lnTo>
                  <a:pt x="1248301" y="1114920"/>
                </a:lnTo>
                <a:lnTo>
                  <a:pt x="1248470" y="1114920"/>
                </a:lnTo>
                <a:lnTo>
                  <a:pt x="1248639" y="1114920"/>
                </a:lnTo>
                <a:lnTo>
                  <a:pt x="1248817" y="1114920"/>
                </a:lnTo>
                <a:lnTo>
                  <a:pt x="1248986" y="1114920"/>
                </a:lnTo>
                <a:lnTo>
                  <a:pt x="1249164" y="1114920"/>
                </a:lnTo>
                <a:lnTo>
                  <a:pt x="1249333" y="1114920"/>
                </a:lnTo>
                <a:lnTo>
                  <a:pt x="1249502" y="1114920"/>
                </a:lnTo>
                <a:lnTo>
                  <a:pt x="1249680" y="1114920"/>
                </a:lnTo>
                <a:lnTo>
                  <a:pt x="1249849" y="1114920"/>
                </a:lnTo>
                <a:lnTo>
                  <a:pt x="1250018" y="1114920"/>
                </a:lnTo>
                <a:lnTo>
                  <a:pt x="1250196" y="1114920"/>
                </a:lnTo>
                <a:lnTo>
                  <a:pt x="1250365" y="1114920"/>
                </a:lnTo>
                <a:lnTo>
                  <a:pt x="1250543" y="1114920"/>
                </a:lnTo>
                <a:lnTo>
                  <a:pt x="1250712" y="1114920"/>
                </a:lnTo>
                <a:lnTo>
                  <a:pt x="1250881" y="1114920"/>
                </a:lnTo>
                <a:lnTo>
                  <a:pt x="1251059" y="1114920"/>
                </a:lnTo>
                <a:lnTo>
                  <a:pt x="1251228" y="1114920"/>
                </a:lnTo>
                <a:lnTo>
                  <a:pt x="1251397" y="1114920"/>
                </a:lnTo>
                <a:lnTo>
                  <a:pt x="1251575" y="1114920"/>
                </a:lnTo>
                <a:lnTo>
                  <a:pt x="1251744" y="1114920"/>
                </a:lnTo>
                <a:lnTo>
                  <a:pt x="1251913" y="1114920"/>
                </a:lnTo>
                <a:lnTo>
                  <a:pt x="1252091" y="1114920"/>
                </a:lnTo>
                <a:lnTo>
                  <a:pt x="1252260" y="1114920"/>
                </a:lnTo>
                <a:lnTo>
                  <a:pt x="1252438" y="1114920"/>
                </a:lnTo>
                <a:lnTo>
                  <a:pt x="1252607" y="1114920"/>
                </a:lnTo>
                <a:lnTo>
                  <a:pt x="1252776" y="1114920"/>
                </a:lnTo>
                <a:lnTo>
                  <a:pt x="1252954" y="1114920"/>
                </a:lnTo>
                <a:lnTo>
                  <a:pt x="1253123" y="1114920"/>
                </a:lnTo>
                <a:lnTo>
                  <a:pt x="1253292" y="1114920"/>
                </a:lnTo>
                <a:lnTo>
                  <a:pt x="1253470" y="1114920"/>
                </a:lnTo>
                <a:lnTo>
                  <a:pt x="1253639" y="1114920"/>
                </a:lnTo>
                <a:lnTo>
                  <a:pt x="1253817" y="1114920"/>
                </a:lnTo>
                <a:lnTo>
                  <a:pt x="1253986" y="1114920"/>
                </a:lnTo>
                <a:lnTo>
                  <a:pt x="1254155" y="1114920"/>
                </a:lnTo>
                <a:lnTo>
                  <a:pt x="1254333" y="1114920"/>
                </a:lnTo>
                <a:lnTo>
                  <a:pt x="1254502" y="1114920"/>
                </a:lnTo>
                <a:lnTo>
                  <a:pt x="1254671" y="1114920"/>
                </a:lnTo>
                <a:lnTo>
                  <a:pt x="1254849" y="1114920"/>
                </a:lnTo>
                <a:lnTo>
                  <a:pt x="1255018" y="1114920"/>
                </a:lnTo>
                <a:lnTo>
                  <a:pt x="1255187" y="1114920"/>
                </a:lnTo>
                <a:lnTo>
                  <a:pt x="1255365" y="1114920"/>
                </a:lnTo>
                <a:lnTo>
                  <a:pt x="1255534" y="1114920"/>
                </a:lnTo>
                <a:lnTo>
                  <a:pt x="1255712" y="1114920"/>
                </a:lnTo>
                <a:lnTo>
                  <a:pt x="1255881" y="1114920"/>
                </a:lnTo>
                <a:lnTo>
                  <a:pt x="1256050" y="1114920"/>
                </a:lnTo>
                <a:lnTo>
                  <a:pt x="1256228" y="1114920"/>
                </a:lnTo>
                <a:lnTo>
                  <a:pt x="1256397" y="1114920"/>
                </a:lnTo>
                <a:lnTo>
                  <a:pt x="1256566" y="1114920"/>
                </a:lnTo>
                <a:lnTo>
                  <a:pt x="1256744" y="1114920"/>
                </a:lnTo>
                <a:lnTo>
                  <a:pt x="1256913" y="1114920"/>
                </a:lnTo>
                <a:lnTo>
                  <a:pt x="1257091" y="1114920"/>
                </a:lnTo>
                <a:lnTo>
                  <a:pt x="1257260" y="1114920"/>
                </a:lnTo>
                <a:lnTo>
                  <a:pt x="1257429" y="1114920"/>
                </a:lnTo>
                <a:lnTo>
                  <a:pt x="1257607" y="1114920"/>
                </a:lnTo>
                <a:lnTo>
                  <a:pt x="1257776" y="1114920"/>
                </a:lnTo>
                <a:lnTo>
                  <a:pt x="1257945" y="1114920"/>
                </a:lnTo>
                <a:lnTo>
                  <a:pt x="1258123" y="1114920"/>
                </a:lnTo>
                <a:lnTo>
                  <a:pt x="1258292" y="1114920"/>
                </a:lnTo>
                <a:lnTo>
                  <a:pt x="1258470" y="1114920"/>
                </a:lnTo>
                <a:lnTo>
                  <a:pt x="1258639" y="1114920"/>
                </a:lnTo>
                <a:lnTo>
                  <a:pt x="1258808" y="1114920"/>
                </a:lnTo>
                <a:lnTo>
                  <a:pt x="1258986" y="1114920"/>
                </a:lnTo>
                <a:lnTo>
                  <a:pt x="1259155" y="1114920"/>
                </a:lnTo>
                <a:lnTo>
                  <a:pt x="1259324" y="1114920"/>
                </a:lnTo>
                <a:lnTo>
                  <a:pt x="1259502" y="1114920"/>
                </a:lnTo>
                <a:lnTo>
                  <a:pt x="1259671" y="1114920"/>
                </a:lnTo>
                <a:lnTo>
                  <a:pt x="1259840" y="1114920"/>
                </a:lnTo>
                <a:lnTo>
                  <a:pt x="1260018" y="1114920"/>
                </a:lnTo>
                <a:lnTo>
                  <a:pt x="1260187" y="1114920"/>
                </a:lnTo>
                <a:lnTo>
                  <a:pt x="1260365" y="1114920"/>
                </a:lnTo>
                <a:lnTo>
                  <a:pt x="1260534" y="1114920"/>
                </a:lnTo>
                <a:lnTo>
                  <a:pt x="1260703" y="1114920"/>
                </a:lnTo>
                <a:lnTo>
                  <a:pt x="1260881" y="1114920"/>
                </a:lnTo>
                <a:lnTo>
                  <a:pt x="1261050" y="1114920"/>
                </a:lnTo>
                <a:lnTo>
                  <a:pt x="1261219" y="1114920"/>
                </a:lnTo>
                <a:lnTo>
                  <a:pt x="1261397" y="1114920"/>
                </a:lnTo>
                <a:lnTo>
                  <a:pt x="1261566" y="1114920"/>
                </a:lnTo>
                <a:lnTo>
                  <a:pt x="1261744" y="1114920"/>
                </a:lnTo>
                <a:lnTo>
                  <a:pt x="1261913" y="1114920"/>
                </a:lnTo>
                <a:lnTo>
                  <a:pt x="1262082" y="1114920"/>
                </a:lnTo>
                <a:lnTo>
                  <a:pt x="1262259" y="1114920"/>
                </a:lnTo>
                <a:lnTo>
                  <a:pt x="1262429" y="1114920"/>
                </a:lnTo>
                <a:lnTo>
                  <a:pt x="1262598" y="1114920"/>
                </a:lnTo>
                <a:lnTo>
                  <a:pt x="1262776" y="1114920"/>
                </a:lnTo>
                <a:lnTo>
                  <a:pt x="1262945" y="1114920"/>
                </a:lnTo>
                <a:lnTo>
                  <a:pt x="1263114" y="1114920"/>
                </a:lnTo>
                <a:lnTo>
                  <a:pt x="1263292" y="1114920"/>
                </a:lnTo>
                <a:lnTo>
                  <a:pt x="1263461" y="1114920"/>
                </a:lnTo>
                <a:lnTo>
                  <a:pt x="1263638" y="1114920"/>
                </a:lnTo>
                <a:lnTo>
                  <a:pt x="1263807" y="1114920"/>
                </a:lnTo>
                <a:lnTo>
                  <a:pt x="1263977" y="1114920"/>
                </a:lnTo>
                <a:lnTo>
                  <a:pt x="1264154" y="1114920"/>
                </a:lnTo>
                <a:lnTo>
                  <a:pt x="1264324" y="1114920"/>
                </a:lnTo>
                <a:lnTo>
                  <a:pt x="1264493" y="1114920"/>
                </a:lnTo>
                <a:lnTo>
                  <a:pt x="1264671" y="1114920"/>
                </a:lnTo>
                <a:lnTo>
                  <a:pt x="1264839" y="1114920"/>
                </a:lnTo>
                <a:lnTo>
                  <a:pt x="1265017" y="1114920"/>
                </a:lnTo>
                <a:lnTo>
                  <a:pt x="1265186" y="1114920"/>
                </a:lnTo>
                <a:lnTo>
                  <a:pt x="1265355" y="1114920"/>
                </a:lnTo>
                <a:lnTo>
                  <a:pt x="1265533" y="1114920"/>
                </a:lnTo>
                <a:lnTo>
                  <a:pt x="1265702" y="1114920"/>
                </a:lnTo>
                <a:lnTo>
                  <a:pt x="1265872" y="1114920"/>
                </a:lnTo>
                <a:lnTo>
                  <a:pt x="1266049" y="1114920"/>
                </a:lnTo>
                <a:lnTo>
                  <a:pt x="1266218" y="1114920"/>
                </a:lnTo>
                <a:lnTo>
                  <a:pt x="1266396" y="1114920"/>
                </a:lnTo>
                <a:lnTo>
                  <a:pt x="1266565" y="1114920"/>
                </a:lnTo>
                <a:lnTo>
                  <a:pt x="1266734" y="1114920"/>
                </a:lnTo>
                <a:lnTo>
                  <a:pt x="1266912" y="1114920"/>
                </a:lnTo>
                <a:lnTo>
                  <a:pt x="1267081" y="1114920"/>
                </a:lnTo>
                <a:lnTo>
                  <a:pt x="1267250" y="1114920"/>
                </a:lnTo>
                <a:lnTo>
                  <a:pt x="1267428" y="1114920"/>
                </a:lnTo>
                <a:lnTo>
                  <a:pt x="1267597" y="1114920"/>
                </a:lnTo>
                <a:lnTo>
                  <a:pt x="1267766" y="1114920"/>
                </a:lnTo>
                <a:lnTo>
                  <a:pt x="1267944" y="1114920"/>
                </a:lnTo>
                <a:lnTo>
                  <a:pt x="1268113" y="1114920"/>
                </a:lnTo>
                <a:lnTo>
                  <a:pt x="1268291" y="1114920"/>
                </a:lnTo>
                <a:lnTo>
                  <a:pt x="1268460" y="1114920"/>
                </a:lnTo>
                <a:lnTo>
                  <a:pt x="1268629" y="1114920"/>
                </a:lnTo>
                <a:lnTo>
                  <a:pt x="1268807" y="1114920"/>
                </a:lnTo>
                <a:lnTo>
                  <a:pt x="1268976" y="1114920"/>
                </a:lnTo>
                <a:lnTo>
                  <a:pt x="1269145" y="1114920"/>
                </a:lnTo>
                <a:lnTo>
                  <a:pt x="1269323" y="1114920"/>
                </a:lnTo>
                <a:lnTo>
                  <a:pt x="1269492" y="1114920"/>
                </a:lnTo>
                <a:lnTo>
                  <a:pt x="1269670" y="1114920"/>
                </a:lnTo>
                <a:lnTo>
                  <a:pt x="1269839" y="1114920"/>
                </a:lnTo>
                <a:lnTo>
                  <a:pt x="1270008" y="1114920"/>
                </a:lnTo>
                <a:lnTo>
                  <a:pt x="1270186" y="1114920"/>
                </a:lnTo>
                <a:lnTo>
                  <a:pt x="1270355" y="1114920"/>
                </a:lnTo>
                <a:lnTo>
                  <a:pt x="1270524" y="1114920"/>
                </a:lnTo>
                <a:lnTo>
                  <a:pt x="1270702" y="1114920"/>
                </a:lnTo>
                <a:lnTo>
                  <a:pt x="1270871" y="1114920"/>
                </a:lnTo>
                <a:lnTo>
                  <a:pt x="1271040" y="1114920"/>
                </a:lnTo>
                <a:lnTo>
                  <a:pt x="1271218" y="1114920"/>
                </a:lnTo>
                <a:lnTo>
                  <a:pt x="1271387" y="1114920"/>
                </a:lnTo>
                <a:lnTo>
                  <a:pt x="1271565" y="1114920"/>
                </a:lnTo>
                <a:lnTo>
                  <a:pt x="1271734" y="1114920"/>
                </a:lnTo>
                <a:lnTo>
                  <a:pt x="1271903" y="1114920"/>
                </a:lnTo>
                <a:lnTo>
                  <a:pt x="1272081" y="1114920"/>
                </a:lnTo>
                <a:lnTo>
                  <a:pt x="1272250" y="1114920"/>
                </a:lnTo>
                <a:lnTo>
                  <a:pt x="1272419" y="1114920"/>
                </a:lnTo>
                <a:lnTo>
                  <a:pt x="1272597" y="1114920"/>
                </a:lnTo>
                <a:lnTo>
                  <a:pt x="1272766" y="1114920"/>
                </a:lnTo>
                <a:lnTo>
                  <a:pt x="1272944" y="1114920"/>
                </a:lnTo>
                <a:lnTo>
                  <a:pt x="1273113" y="1114920"/>
                </a:lnTo>
                <a:lnTo>
                  <a:pt x="1273282" y="1114920"/>
                </a:lnTo>
                <a:lnTo>
                  <a:pt x="1273460" y="1114920"/>
                </a:lnTo>
                <a:lnTo>
                  <a:pt x="1273629" y="1114920"/>
                </a:lnTo>
                <a:lnTo>
                  <a:pt x="1273798" y="1114920"/>
                </a:lnTo>
                <a:lnTo>
                  <a:pt x="1273976" y="1114920"/>
                </a:lnTo>
                <a:lnTo>
                  <a:pt x="1274145" y="1114920"/>
                </a:lnTo>
                <a:lnTo>
                  <a:pt x="1274323" y="1114920"/>
                </a:lnTo>
                <a:lnTo>
                  <a:pt x="1274492" y="1114920"/>
                </a:lnTo>
                <a:lnTo>
                  <a:pt x="1274661" y="1114920"/>
                </a:lnTo>
                <a:lnTo>
                  <a:pt x="1274839" y="1114920"/>
                </a:lnTo>
                <a:lnTo>
                  <a:pt x="1275008" y="1114920"/>
                </a:lnTo>
                <a:lnTo>
                  <a:pt x="1275177" y="1114920"/>
                </a:lnTo>
                <a:lnTo>
                  <a:pt x="1275355" y="1114920"/>
                </a:lnTo>
                <a:lnTo>
                  <a:pt x="1275524" y="1114920"/>
                </a:lnTo>
                <a:lnTo>
                  <a:pt x="1275693" y="1114920"/>
                </a:lnTo>
                <a:lnTo>
                  <a:pt x="1275871" y="1114920"/>
                </a:lnTo>
                <a:lnTo>
                  <a:pt x="1276040" y="1114920"/>
                </a:lnTo>
                <a:lnTo>
                  <a:pt x="1276218" y="1114920"/>
                </a:lnTo>
                <a:lnTo>
                  <a:pt x="1276387" y="1114920"/>
                </a:lnTo>
                <a:lnTo>
                  <a:pt x="1276556" y="1114920"/>
                </a:lnTo>
                <a:lnTo>
                  <a:pt x="1276734" y="1114920"/>
                </a:lnTo>
                <a:lnTo>
                  <a:pt x="1276903" y="1114920"/>
                </a:lnTo>
                <a:lnTo>
                  <a:pt x="1277072" y="1114920"/>
                </a:lnTo>
                <a:lnTo>
                  <a:pt x="1277250" y="1114920"/>
                </a:lnTo>
                <a:lnTo>
                  <a:pt x="1277419" y="1114920"/>
                </a:lnTo>
                <a:lnTo>
                  <a:pt x="1277597" y="1114920"/>
                </a:lnTo>
                <a:lnTo>
                  <a:pt x="1277766" y="1114920"/>
                </a:lnTo>
                <a:lnTo>
                  <a:pt x="1277935" y="1114920"/>
                </a:lnTo>
                <a:lnTo>
                  <a:pt x="1278113" y="1114920"/>
                </a:lnTo>
                <a:lnTo>
                  <a:pt x="1278282" y="1114920"/>
                </a:lnTo>
                <a:lnTo>
                  <a:pt x="1278451" y="1114920"/>
                </a:lnTo>
                <a:lnTo>
                  <a:pt x="1278629" y="1114920"/>
                </a:lnTo>
                <a:lnTo>
                  <a:pt x="1278798" y="1114920"/>
                </a:lnTo>
                <a:lnTo>
                  <a:pt x="1278976" y="1114920"/>
                </a:lnTo>
                <a:lnTo>
                  <a:pt x="1279145" y="1114920"/>
                </a:lnTo>
                <a:lnTo>
                  <a:pt x="1279314" y="1114920"/>
                </a:lnTo>
                <a:lnTo>
                  <a:pt x="1279492" y="1114920"/>
                </a:lnTo>
                <a:lnTo>
                  <a:pt x="1279661" y="1114920"/>
                </a:lnTo>
                <a:lnTo>
                  <a:pt x="1279830" y="1114920"/>
                </a:lnTo>
                <a:lnTo>
                  <a:pt x="1280008" y="1114920"/>
                </a:lnTo>
                <a:lnTo>
                  <a:pt x="1280177" y="1114920"/>
                </a:lnTo>
                <a:lnTo>
                  <a:pt x="1280346" y="1114920"/>
                </a:lnTo>
                <a:lnTo>
                  <a:pt x="1280524" y="1114920"/>
                </a:lnTo>
                <a:lnTo>
                  <a:pt x="1280693" y="1114920"/>
                </a:lnTo>
                <a:lnTo>
                  <a:pt x="1280871" y="1114920"/>
                </a:lnTo>
                <a:lnTo>
                  <a:pt x="1281040" y="1114920"/>
                </a:lnTo>
                <a:lnTo>
                  <a:pt x="1281209" y="1114920"/>
                </a:lnTo>
                <a:lnTo>
                  <a:pt x="1281387" y="1114920"/>
                </a:lnTo>
                <a:lnTo>
                  <a:pt x="1281556" y="1114920"/>
                </a:lnTo>
                <a:lnTo>
                  <a:pt x="1281725" y="1114920"/>
                </a:lnTo>
                <a:lnTo>
                  <a:pt x="1281903" y="1114920"/>
                </a:lnTo>
                <a:lnTo>
                  <a:pt x="1282072" y="1114920"/>
                </a:lnTo>
                <a:lnTo>
                  <a:pt x="1282250" y="1114920"/>
                </a:lnTo>
                <a:lnTo>
                  <a:pt x="1282419" y="1114920"/>
                </a:lnTo>
                <a:lnTo>
                  <a:pt x="1282588" y="1114920"/>
                </a:lnTo>
                <a:lnTo>
                  <a:pt x="1282766" y="1114920"/>
                </a:lnTo>
                <a:lnTo>
                  <a:pt x="1282935" y="1114920"/>
                </a:lnTo>
                <a:lnTo>
                  <a:pt x="1283104" y="1114920"/>
                </a:lnTo>
                <a:lnTo>
                  <a:pt x="1283282" y="1114920"/>
                </a:lnTo>
                <a:lnTo>
                  <a:pt x="1283451" y="1114920"/>
                </a:lnTo>
                <a:lnTo>
                  <a:pt x="1283620" y="1114920"/>
                </a:lnTo>
                <a:lnTo>
                  <a:pt x="1283798" y="1114920"/>
                </a:lnTo>
                <a:lnTo>
                  <a:pt x="1283967" y="1114920"/>
                </a:lnTo>
                <a:lnTo>
                  <a:pt x="1284145" y="1114920"/>
                </a:lnTo>
                <a:lnTo>
                  <a:pt x="1284314" y="1114920"/>
                </a:lnTo>
                <a:lnTo>
                  <a:pt x="1284483" y="1114920"/>
                </a:lnTo>
                <a:lnTo>
                  <a:pt x="1284661" y="1114920"/>
                </a:lnTo>
                <a:lnTo>
                  <a:pt x="1284830" y="1114920"/>
                </a:lnTo>
                <a:lnTo>
                  <a:pt x="1284999" y="1114920"/>
                </a:lnTo>
                <a:lnTo>
                  <a:pt x="1285177" y="1114920"/>
                </a:lnTo>
                <a:lnTo>
                  <a:pt x="1285346" y="1114920"/>
                </a:lnTo>
                <a:lnTo>
                  <a:pt x="1285524" y="1114920"/>
                </a:lnTo>
                <a:lnTo>
                  <a:pt x="1285693" y="1114920"/>
                </a:lnTo>
                <a:lnTo>
                  <a:pt x="1285862" y="1114920"/>
                </a:lnTo>
                <a:lnTo>
                  <a:pt x="1286040" y="1114920"/>
                </a:lnTo>
                <a:lnTo>
                  <a:pt x="1286209" y="1114920"/>
                </a:lnTo>
                <a:lnTo>
                  <a:pt x="1286378" y="1114920"/>
                </a:lnTo>
                <a:lnTo>
                  <a:pt x="1286556" y="1114920"/>
                </a:lnTo>
                <a:lnTo>
                  <a:pt x="1286725" y="1114920"/>
                </a:lnTo>
                <a:lnTo>
                  <a:pt x="1286903" y="1114920"/>
                </a:lnTo>
                <a:lnTo>
                  <a:pt x="1287072" y="1114920"/>
                </a:lnTo>
                <a:lnTo>
                  <a:pt x="1287241" y="1114920"/>
                </a:lnTo>
                <a:lnTo>
                  <a:pt x="1287419" y="1114920"/>
                </a:lnTo>
                <a:lnTo>
                  <a:pt x="1287588" y="1114920"/>
                </a:lnTo>
                <a:lnTo>
                  <a:pt x="1287757" y="1114920"/>
                </a:lnTo>
                <a:lnTo>
                  <a:pt x="1287935" y="1114920"/>
                </a:lnTo>
                <a:lnTo>
                  <a:pt x="1288104" y="1114920"/>
                </a:lnTo>
                <a:lnTo>
                  <a:pt x="1288273" y="1114920"/>
                </a:lnTo>
                <a:lnTo>
                  <a:pt x="1288451" y="1114920"/>
                </a:lnTo>
                <a:lnTo>
                  <a:pt x="1288620" y="1114920"/>
                </a:lnTo>
                <a:lnTo>
                  <a:pt x="1288798" y="1114920"/>
                </a:lnTo>
                <a:lnTo>
                  <a:pt x="1288967" y="1114920"/>
                </a:lnTo>
                <a:lnTo>
                  <a:pt x="1289136" y="1114920"/>
                </a:lnTo>
                <a:lnTo>
                  <a:pt x="1289314" y="1114920"/>
                </a:lnTo>
                <a:lnTo>
                  <a:pt x="1289483" y="1114920"/>
                </a:lnTo>
                <a:lnTo>
                  <a:pt x="1289652" y="1114920"/>
                </a:lnTo>
                <a:lnTo>
                  <a:pt x="1289830" y="1114920"/>
                </a:lnTo>
                <a:lnTo>
                  <a:pt x="1289999" y="1114920"/>
                </a:lnTo>
                <a:lnTo>
                  <a:pt x="1290177" y="1114920"/>
                </a:lnTo>
                <a:lnTo>
                  <a:pt x="1290346" y="1114920"/>
                </a:lnTo>
                <a:lnTo>
                  <a:pt x="1290515" y="1114920"/>
                </a:lnTo>
                <a:lnTo>
                  <a:pt x="1290693" y="1114920"/>
                </a:lnTo>
                <a:lnTo>
                  <a:pt x="1290862" y="1114920"/>
                </a:lnTo>
                <a:lnTo>
                  <a:pt x="1291031" y="1114920"/>
                </a:lnTo>
                <a:lnTo>
                  <a:pt x="1291209" y="1114920"/>
                </a:lnTo>
                <a:lnTo>
                  <a:pt x="1291378" y="1114920"/>
                </a:lnTo>
                <a:lnTo>
                  <a:pt x="1291547" y="1114920"/>
                </a:lnTo>
                <a:lnTo>
                  <a:pt x="1291725" y="1114920"/>
                </a:lnTo>
                <a:lnTo>
                  <a:pt x="1291894" y="1114920"/>
                </a:lnTo>
                <a:lnTo>
                  <a:pt x="1292072" y="1114920"/>
                </a:lnTo>
                <a:lnTo>
                  <a:pt x="1292241" y="1114920"/>
                </a:lnTo>
                <a:lnTo>
                  <a:pt x="1292410" y="1114920"/>
                </a:lnTo>
                <a:lnTo>
                  <a:pt x="1292588" y="1114920"/>
                </a:lnTo>
                <a:lnTo>
                  <a:pt x="1292757" y="1114920"/>
                </a:lnTo>
                <a:lnTo>
                  <a:pt x="1292926" y="1114920"/>
                </a:lnTo>
                <a:lnTo>
                  <a:pt x="1293104" y="1114920"/>
                </a:lnTo>
                <a:lnTo>
                  <a:pt x="1293273" y="1114920"/>
                </a:lnTo>
                <a:lnTo>
                  <a:pt x="1293450" y="1114920"/>
                </a:lnTo>
                <a:lnTo>
                  <a:pt x="1293619" y="1114920"/>
                </a:lnTo>
                <a:lnTo>
                  <a:pt x="1293789" y="1114920"/>
                </a:lnTo>
                <a:lnTo>
                  <a:pt x="1293966" y="1114920"/>
                </a:lnTo>
                <a:lnTo>
                  <a:pt x="1294136" y="1114920"/>
                </a:lnTo>
                <a:lnTo>
                  <a:pt x="1294305" y="1114920"/>
                </a:lnTo>
                <a:lnTo>
                  <a:pt x="1294483" y="1114920"/>
                </a:lnTo>
                <a:lnTo>
                  <a:pt x="1294651" y="1114920"/>
                </a:lnTo>
                <a:lnTo>
                  <a:pt x="1294829" y="1114920"/>
                </a:lnTo>
                <a:lnTo>
                  <a:pt x="1294998" y="1114920"/>
                </a:lnTo>
                <a:lnTo>
                  <a:pt x="1295167" y="1114920"/>
                </a:lnTo>
                <a:lnTo>
                  <a:pt x="1295345" y="1114920"/>
                </a:lnTo>
                <a:lnTo>
                  <a:pt x="1295514" y="1114920"/>
                </a:lnTo>
                <a:lnTo>
                  <a:pt x="1295684" y="1114920"/>
                </a:lnTo>
                <a:lnTo>
                  <a:pt x="1295861" y="1114920"/>
                </a:lnTo>
                <a:lnTo>
                  <a:pt x="1296030" y="1114920"/>
                </a:lnTo>
                <a:lnTo>
                  <a:pt x="1296199" y="1114920"/>
                </a:lnTo>
                <a:lnTo>
                  <a:pt x="1296377" y="1114920"/>
                </a:lnTo>
                <a:lnTo>
                  <a:pt x="1296546" y="1114920"/>
                </a:lnTo>
                <a:lnTo>
                  <a:pt x="1296724" y="1114920"/>
                </a:lnTo>
                <a:lnTo>
                  <a:pt x="1296893" y="1114920"/>
                </a:lnTo>
                <a:lnTo>
                  <a:pt x="1297062" y="1114920"/>
                </a:lnTo>
                <a:lnTo>
                  <a:pt x="1297240" y="1114920"/>
                </a:lnTo>
                <a:lnTo>
                  <a:pt x="1297409" y="1114920"/>
                </a:lnTo>
                <a:lnTo>
                  <a:pt x="1297578" y="1114920"/>
                </a:lnTo>
                <a:lnTo>
                  <a:pt x="1297756" y="1114920"/>
                </a:lnTo>
                <a:lnTo>
                  <a:pt x="1297925" y="1114920"/>
                </a:lnTo>
                <a:lnTo>
                  <a:pt x="1298103" y="1114920"/>
                </a:lnTo>
                <a:lnTo>
                  <a:pt x="1298272" y="1114920"/>
                </a:lnTo>
                <a:lnTo>
                  <a:pt x="1298441" y="1114920"/>
                </a:lnTo>
                <a:lnTo>
                  <a:pt x="1298619" y="1114920"/>
                </a:lnTo>
                <a:lnTo>
                  <a:pt x="1298788" y="1114920"/>
                </a:lnTo>
                <a:lnTo>
                  <a:pt x="1298957" y="1114920"/>
                </a:lnTo>
                <a:lnTo>
                  <a:pt x="1299135" y="1114920"/>
                </a:lnTo>
                <a:lnTo>
                  <a:pt x="1299304" y="1114920"/>
                </a:lnTo>
                <a:lnTo>
                  <a:pt x="1299482" y="1114920"/>
                </a:lnTo>
                <a:lnTo>
                  <a:pt x="1299651" y="1114920"/>
                </a:lnTo>
                <a:lnTo>
                  <a:pt x="1299820" y="1114920"/>
                </a:lnTo>
                <a:lnTo>
                  <a:pt x="1299998" y="1114920"/>
                </a:lnTo>
                <a:lnTo>
                  <a:pt x="1300167" y="1114920"/>
                </a:lnTo>
                <a:lnTo>
                  <a:pt x="1300336" y="1114920"/>
                </a:lnTo>
                <a:lnTo>
                  <a:pt x="1300514" y="1114920"/>
                </a:lnTo>
                <a:lnTo>
                  <a:pt x="1300683" y="1114920"/>
                </a:lnTo>
                <a:lnTo>
                  <a:pt x="1300852" y="1114920"/>
                </a:lnTo>
                <a:lnTo>
                  <a:pt x="1301030" y="1114920"/>
                </a:lnTo>
                <a:lnTo>
                  <a:pt x="1301199" y="1114920"/>
                </a:lnTo>
                <a:lnTo>
                  <a:pt x="1301377" y="1114920"/>
                </a:lnTo>
                <a:lnTo>
                  <a:pt x="1301546" y="1114920"/>
                </a:lnTo>
                <a:lnTo>
                  <a:pt x="1301715" y="1114920"/>
                </a:lnTo>
                <a:lnTo>
                  <a:pt x="1301893" y="1114920"/>
                </a:lnTo>
                <a:lnTo>
                  <a:pt x="1302062" y="1114920"/>
                </a:lnTo>
                <a:lnTo>
                  <a:pt x="1302231" y="1114920"/>
                </a:lnTo>
                <a:lnTo>
                  <a:pt x="1302409" y="1114920"/>
                </a:lnTo>
                <a:lnTo>
                  <a:pt x="1302578" y="1114920"/>
                </a:lnTo>
                <a:lnTo>
                  <a:pt x="1302756" y="1114920"/>
                </a:lnTo>
                <a:lnTo>
                  <a:pt x="1302925" y="1114920"/>
                </a:lnTo>
                <a:lnTo>
                  <a:pt x="1303094" y="1114920"/>
                </a:lnTo>
                <a:lnTo>
                  <a:pt x="1303272" y="1114920"/>
                </a:lnTo>
                <a:lnTo>
                  <a:pt x="1303441" y="1114920"/>
                </a:lnTo>
                <a:lnTo>
                  <a:pt x="1303610" y="1114920"/>
                </a:lnTo>
                <a:lnTo>
                  <a:pt x="1303788" y="1114920"/>
                </a:lnTo>
                <a:lnTo>
                  <a:pt x="1303957" y="1114920"/>
                </a:lnTo>
                <a:lnTo>
                  <a:pt x="1304126" y="1114920"/>
                </a:lnTo>
                <a:lnTo>
                  <a:pt x="1304304" y="1114920"/>
                </a:lnTo>
                <a:lnTo>
                  <a:pt x="1304473" y="1114920"/>
                </a:lnTo>
                <a:lnTo>
                  <a:pt x="1304651" y="1114920"/>
                </a:lnTo>
                <a:lnTo>
                  <a:pt x="1304820" y="1114920"/>
                </a:lnTo>
                <a:lnTo>
                  <a:pt x="1304989" y="1114920"/>
                </a:lnTo>
                <a:lnTo>
                  <a:pt x="1305167" y="1114920"/>
                </a:lnTo>
                <a:lnTo>
                  <a:pt x="1305336" y="1114920"/>
                </a:lnTo>
                <a:lnTo>
                  <a:pt x="1305505" y="1114920"/>
                </a:lnTo>
                <a:lnTo>
                  <a:pt x="1305683" y="1114920"/>
                </a:lnTo>
                <a:lnTo>
                  <a:pt x="1305852" y="1114920"/>
                </a:lnTo>
                <a:lnTo>
                  <a:pt x="1306030" y="1114920"/>
                </a:lnTo>
                <a:lnTo>
                  <a:pt x="1306199" y="1114920"/>
                </a:lnTo>
                <a:lnTo>
                  <a:pt x="1306368" y="1114920"/>
                </a:lnTo>
                <a:lnTo>
                  <a:pt x="1306546" y="1114920"/>
                </a:lnTo>
                <a:lnTo>
                  <a:pt x="1306715" y="1114920"/>
                </a:lnTo>
                <a:lnTo>
                  <a:pt x="1306884" y="1114920"/>
                </a:lnTo>
                <a:lnTo>
                  <a:pt x="1307062" y="1114920"/>
                </a:lnTo>
                <a:lnTo>
                  <a:pt x="1307231" y="1114920"/>
                </a:lnTo>
                <a:lnTo>
                  <a:pt x="1307409" y="1114920"/>
                </a:lnTo>
                <a:lnTo>
                  <a:pt x="1307578" y="1114920"/>
                </a:lnTo>
                <a:lnTo>
                  <a:pt x="1307747" y="1114920"/>
                </a:lnTo>
                <a:lnTo>
                  <a:pt x="1307925" y="1114920"/>
                </a:lnTo>
                <a:lnTo>
                  <a:pt x="1308094" y="1114920"/>
                </a:lnTo>
                <a:lnTo>
                  <a:pt x="1308263" y="1114920"/>
                </a:lnTo>
                <a:lnTo>
                  <a:pt x="1308441" y="1114920"/>
                </a:lnTo>
                <a:lnTo>
                  <a:pt x="1308610" y="1114920"/>
                </a:lnTo>
                <a:lnTo>
                  <a:pt x="1308779" y="1114920"/>
                </a:lnTo>
                <a:lnTo>
                  <a:pt x="1308957" y="1114920"/>
                </a:lnTo>
                <a:lnTo>
                  <a:pt x="1309126" y="1114920"/>
                </a:lnTo>
                <a:lnTo>
                  <a:pt x="1309304" y="1114920"/>
                </a:lnTo>
                <a:lnTo>
                  <a:pt x="1309473" y="1114920"/>
                </a:lnTo>
                <a:lnTo>
                  <a:pt x="1309642" y="1114920"/>
                </a:lnTo>
                <a:lnTo>
                  <a:pt x="1309820" y="1114920"/>
                </a:lnTo>
                <a:lnTo>
                  <a:pt x="1309989" y="1114920"/>
                </a:lnTo>
                <a:lnTo>
                  <a:pt x="1310158" y="1114920"/>
                </a:lnTo>
                <a:lnTo>
                  <a:pt x="1310336" y="1114920"/>
                </a:lnTo>
                <a:lnTo>
                  <a:pt x="1310505" y="1114920"/>
                </a:lnTo>
                <a:lnTo>
                  <a:pt x="1310683" y="1114920"/>
                </a:lnTo>
                <a:lnTo>
                  <a:pt x="1310852" y="1114920"/>
                </a:lnTo>
                <a:lnTo>
                  <a:pt x="1311021" y="1114920"/>
                </a:lnTo>
                <a:lnTo>
                  <a:pt x="1311199" y="1114920"/>
                </a:lnTo>
                <a:lnTo>
                  <a:pt x="1311368" y="1114920"/>
                </a:lnTo>
                <a:lnTo>
                  <a:pt x="1311537" y="1114920"/>
                </a:lnTo>
                <a:lnTo>
                  <a:pt x="1311715" y="1114920"/>
                </a:lnTo>
                <a:lnTo>
                  <a:pt x="1311884" y="1114920"/>
                </a:lnTo>
                <a:lnTo>
                  <a:pt x="1312053" y="1114920"/>
                </a:lnTo>
                <a:lnTo>
                  <a:pt x="1312231" y="1114920"/>
                </a:lnTo>
                <a:lnTo>
                  <a:pt x="1312400" y="1114920"/>
                </a:lnTo>
                <a:lnTo>
                  <a:pt x="1312578" y="1114920"/>
                </a:lnTo>
                <a:lnTo>
                  <a:pt x="1312747" y="1114920"/>
                </a:lnTo>
                <a:lnTo>
                  <a:pt x="1312916" y="1114920"/>
                </a:lnTo>
                <a:lnTo>
                  <a:pt x="1313094" y="1114920"/>
                </a:lnTo>
                <a:lnTo>
                  <a:pt x="1313263" y="1114920"/>
                </a:lnTo>
                <a:lnTo>
                  <a:pt x="1313432" y="1114920"/>
                </a:lnTo>
                <a:lnTo>
                  <a:pt x="1313610" y="1114920"/>
                </a:lnTo>
                <a:lnTo>
                  <a:pt x="1313779" y="1114920"/>
                </a:lnTo>
                <a:lnTo>
                  <a:pt x="1313957" y="1114920"/>
                </a:lnTo>
                <a:lnTo>
                  <a:pt x="1314126" y="1114920"/>
                </a:lnTo>
                <a:lnTo>
                  <a:pt x="1314295" y="1114920"/>
                </a:lnTo>
                <a:lnTo>
                  <a:pt x="1314473" y="1114920"/>
                </a:lnTo>
                <a:lnTo>
                  <a:pt x="1314642" y="1114920"/>
                </a:lnTo>
                <a:lnTo>
                  <a:pt x="1314811" y="1114920"/>
                </a:lnTo>
                <a:lnTo>
                  <a:pt x="1314989" y="1114920"/>
                </a:lnTo>
                <a:lnTo>
                  <a:pt x="1315158" y="1114920"/>
                </a:lnTo>
                <a:lnTo>
                  <a:pt x="1315336" y="1114920"/>
                </a:lnTo>
                <a:lnTo>
                  <a:pt x="1315505" y="1114920"/>
                </a:lnTo>
                <a:lnTo>
                  <a:pt x="1315674" y="1114920"/>
                </a:lnTo>
                <a:lnTo>
                  <a:pt x="1315852" y="1114920"/>
                </a:lnTo>
                <a:lnTo>
                  <a:pt x="1316021" y="1114920"/>
                </a:lnTo>
                <a:lnTo>
                  <a:pt x="1316190" y="1114920"/>
                </a:lnTo>
                <a:lnTo>
                  <a:pt x="1316368" y="1114920"/>
                </a:lnTo>
                <a:lnTo>
                  <a:pt x="1316537" y="1114920"/>
                </a:lnTo>
                <a:lnTo>
                  <a:pt x="1316706" y="1114920"/>
                </a:lnTo>
                <a:lnTo>
                  <a:pt x="1316884" y="1114920"/>
                </a:lnTo>
                <a:lnTo>
                  <a:pt x="1317053" y="1114920"/>
                </a:lnTo>
                <a:lnTo>
                  <a:pt x="1317231" y="1114920"/>
                </a:lnTo>
                <a:lnTo>
                  <a:pt x="1317400" y="1114920"/>
                </a:lnTo>
                <a:lnTo>
                  <a:pt x="1317569" y="1114920"/>
                </a:lnTo>
                <a:lnTo>
                  <a:pt x="1317747" y="1114920"/>
                </a:lnTo>
                <a:lnTo>
                  <a:pt x="1317916" y="1114920"/>
                </a:lnTo>
                <a:lnTo>
                  <a:pt x="1318085" y="1114920"/>
                </a:lnTo>
                <a:lnTo>
                  <a:pt x="1318263" y="1114920"/>
                </a:lnTo>
                <a:lnTo>
                  <a:pt x="1318432" y="1114920"/>
                </a:lnTo>
                <a:lnTo>
                  <a:pt x="1318610" y="1114920"/>
                </a:lnTo>
                <a:lnTo>
                  <a:pt x="1318779" y="1114920"/>
                </a:lnTo>
                <a:lnTo>
                  <a:pt x="1318948" y="1114920"/>
                </a:lnTo>
                <a:lnTo>
                  <a:pt x="1319126" y="1114920"/>
                </a:lnTo>
                <a:lnTo>
                  <a:pt x="1319295" y="1114920"/>
                </a:lnTo>
                <a:lnTo>
                  <a:pt x="1319464" y="1114920"/>
                </a:lnTo>
                <a:lnTo>
                  <a:pt x="1319642" y="1114920"/>
                </a:lnTo>
                <a:lnTo>
                  <a:pt x="1319811" y="1114920"/>
                </a:lnTo>
                <a:lnTo>
                  <a:pt x="1319980" y="1114920"/>
                </a:lnTo>
                <a:lnTo>
                  <a:pt x="1320158" y="1114920"/>
                </a:lnTo>
                <a:lnTo>
                  <a:pt x="1320327" y="1114920"/>
                </a:lnTo>
                <a:lnTo>
                  <a:pt x="1320505" y="1114920"/>
                </a:lnTo>
                <a:lnTo>
                  <a:pt x="1320674" y="1114920"/>
                </a:lnTo>
                <a:lnTo>
                  <a:pt x="1320843" y="1114920"/>
                </a:lnTo>
                <a:lnTo>
                  <a:pt x="1321021" y="1114920"/>
                </a:lnTo>
                <a:lnTo>
                  <a:pt x="1321190" y="1114920"/>
                </a:lnTo>
                <a:lnTo>
                  <a:pt x="1321359" y="1114920"/>
                </a:lnTo>
                <a:lnTo>
                  <a:pt x="1321537" y="1114920"/>
                </a:lnTo>
                <a:lnTo>
                  <a:pt x="1321706" y="1114920"/>
                </a:lnTo>
                <a:lnTo>
                  <a:pt x="1321884" y="1114920"/>
                </a:lnTo>
                <a:lnTo>
                  <a:pt x="1322053" y="1114920"/>
                </a:lnTo>
                <a:lnTo>
                  <a:pt x="1322222" y="1114920"/>
                </a:lnTo>
                <a:lnTo>
                  <a:pt x="1322400" y="1114920"/>
                </a:lnTo>
                <a:lnTo>
                  <a:pt x="1322569" y="1114920"/>
                </a:lnTo>
                <a:lnTo>
                  <a:pt x="1322738" y="1114920"/>
                </a:lnTo>
                <a:lnTo>
                  <a:pt x="1322916" y="1114920"/>
                </a:lnTo>
                <a:lnTo>
                  <a:pt x="1323085" y="1114920"/>
                </a:lnTo>
                <a:lnTo>
                  <a:pt x="1323263" y="1114920"/>
                </a:lnTo>
                <a:lnTo>
                  <a:pt x="1323431" y="1114920"/>
                </a:lnTo>
                <a:lnTo>
                  <a:pt x="1323601" y="1114920"/>
                </a:lnTo>
                <a:lnTo>
                  <a:pt x="1323778" y="1114920"/>
                </a:lnTo>
                <a:lnTo>
                  <a:pt x="1323948" y="1114920"/>
                </a:lnTo>
                <a:lnTo>
                  <a:pt x="1324117" y="1114920"/>
                </a:lnTo>
                <a:lnTo>
                  <a:pt x="1324294" y="1114920"/>
                </a:lnTo>
                <a:lnTo>
                  <a:pt x="1324464" y="1114920"/>
                </a:lnTo>
                <a:lnTo>
                  <a:pt x="1324632" y="1114920"/>
                </a:lnTo>
                <a:lnTo>
                  <a:pt x="1324810" y="1114920"/>
                </a:lnTo>
                <a:lnTo>
                  <a:pt x="1324979" y="1114920"/>
                </a:lnTo>
                <a:lnTo>
                  <a:pt x="1325157" y="1114920"/>
                </a:lnTo>
                <a:lnTo>
                  <a:pt x="1325326" y="1114920"/>
                </a:lnTo>
                <a:lnTo>
                  <a:pt x="1325496" y="1114920"/>
                </a:lnTo>
                <a:lnTo>
                  <a:pt x="1325673" y="1114920"/>
                </a:lnTo>
                <a:lnTo>
                  <a:pt x="1325843" y="1114920"/>
                </a:lnTo>
                <a:lnTo>
                  <a:pt x="1326011" y="1114920"/>
                </a:lnTo>
                <a:lnTo>
                  <a:pt x="1326189" y="1114920"/>
                </a:lnTo>
                <a:lnTo>
                  <a:pt x="1326358" y="1114920"/>
                </a:lnTo>
                <a:lnTo>
                  <a:pt x="1326536" y="1114920"/>
                </a:lnTo>
                <a:lnTo>
                  <a:pt x="1326705" y="1114920"/>
                </a:lnTo>
                <a:lnTo>
                  <a:pt x="1326874" y="1114920"/>
                </a:lnTo>
                <a:lnTo>
                  <a:pt x="1327052" y="1114920"/>
                </a:lnTo>
                <a:lnTo>
                  <a:pt x="1327221" y="1114920"/>
                </a:lnTo>
                <a:lnTo>
                  <a:pt x="1327390" y="1114920"/>
                </a:lnTo>
                <a:lnTo>
                  <a:pt x="1327568" y="1114920"/>
                </a:lnTo>
                <a:lnTo>
                  <a:pt x="1327737" y="1114920"/>
                </a:lnTo>
                <a:lnTo>
                  <a:pt x="1327915" y="1114920"/>
                </a:lnTo>
                <a:lnTo>
                  <a:pt x="1328084" y="1114920"/>
                </a:lnTo>
                <a:lnTo>
                  <a:pt x="1328253" y="1114920"/>
                </a:lnTo>
                <a:lnTo>
                  <a:pt x="1328431" y="1114920"/>
                </a:lnTo>
                <a:lnTo>
                  <a:pt x="1328600" y="1114920"/>
                </a:lnTo>
                <a:lnTo>
                  <a:pt x="1328769" y="1114920"/>
                </a:lnTo>
                <a:lnTo>
                  <a:pt x="1328947" y="1114920"/>
                </a:lnTo>
                <a:lnTo>
                  <a:pt x="1329116" y="1114920"/>
                </a:lnTo>
                <a:lnTo>
                  <a:pt x="1329285" y="1114920"/>
                </a:lnTo>
                <a:lnTo>
                  <a:pt x="1329463" y="1114920"/>
                </a:lnTo>
                <a:lnTo>
                  <a:pt x="1329632" y="1114920"/>
                </a:lnTo>
                <a:lnTo>
                  <a:pt x="1329810" y="1114920"/>
                </a:lnTo>
                <a:lnTo>
                  <a:pt x="1329979" y="1114920"/>
                </a:lnTo>
                <a:lnTo>
                  <a:pt x="1330148" y="1114920"/>
                </a:lnTo>
                <a:lnTo>
                  <a:pt x="1330326" y="1114920"/>
                </a:lnTo>
                <a:lnTo>
                  <a:pt x="1330495" y="1114920"/>
                </a:lnTo>
                <a:lnTo>
                  <a:pt x="1330664" y="1114920"/>
                </a:lnTo>
                <a:lnTo>
                  <a:pt x="1330842" y="1114920"/>
                </a:lnTo>
                <a:lnTo>
                  <a:pt x="1331011" y="1114920"/>
                </a:lnTo>
                <a:lnTo>
                  <a:pt x="1331189" y="1114920"/>
                </a:lnTo>
                <a:lnTo>
                  <a:pt x="1331358" y="1114920"/>
                </a:lnTo>
                <a:lnTo>
                  <a:pt x="1331527" y="1114920"/>
                </a:lnTo>
                <a:lnTo>
                  <a:pt x="1331705" y="1114920"/>
                </a:lnTo>
                <a:lnTo>
                  <a:pt x="1331874" y="1114920"/>
                </a:lnTo>
                <a:lnTo>
                  <a:pt x="1332043" y="1114920"/>
                </a:lnTo>
                <a:lnTo>
                  <a:pt x="1332221" y="1114920"/>
                </a:lnTo>
                <a:lnTo>
                  <a:pt x="1332390" y="1114920"/>
                </a:lnTo>
                <a:lnTo>
                  <a:pt x="1332559" y="1114920"/>
                </a:lnTo>
                <a:lnTo>
                  <a:pt x="1332737" y="1114920"/>
                </a:lnTo>
                <a:lnTo>
                  <a:pt x="1332906" y="1114920"/>
                </a:lnTo>
                <a:lnTo>
                  <a:pt x="1333084" y="1114920"/>
                </a:lnTo>
                <a:lnTo>
                  <a:pt x="1333253" y="1114920"/>
                </a:lnTo>
                <a:lnTo>
                  <a:pt x="1333422" y="1114920"/>
                </a:lnTo>
                <a:lnTo>
                  <a:pt x="1333600" y="1114920"/>
                </a:lnTo>
                <a:lnTo>
                  <a:pt x="1333769" y="1114920"/>
                </a:lnTo>
                <a:lnTo>
                  <a:pt x="1333938" y="1114920"/>
                </a:lnTo>
                <a:lnTo>
                  <a:pt x="1334116" y="1114920"/>
                </a:lnTo>
                <a:lnTo>
                  <a:pt x="1334285" y="1114920"/>
                </a:lnTo>
                <a:lnTo>
                  <a:pt x="1334463" y="1114920"/>
                </a:lnTo>
                <a:lnTo>
                  <a:pt x="1334632" y="1114920"/>
                </a:lnTo>
                <a:lnTo>
                  <a:pt x="1334801" y="1114920"/>
                </a:lnTo>
                <a:lnTo>
                  <a:pt x="1334979" y="1114920"/>
                </a:lnTo>
                <a:lnTo>
                  <a:pt x="1335148" y="1114920"/>
                </a:lnTo>
                <a:lnTo>
                  <a:pt x="1335317" y="1114920"/>
                </a:lnTo>
                <a:lnTo>
                  <a:pt x="1335495" y="1114920"/>
                </a:lnTo>
                <a:lnTo>
                  <a:pt x="1335664" y="1114920"/>
                </a:lnTo>
                <a:lnTo>
                  <a:pt x="1335842" y="1114920"/>
                </a:lnTo>
                <a:lnTo>
                  <a:pt x="1336011" y="1114920"/>
                </a:lnTo>
                <a:lnTo>
                  <a:pt x="1336180" y="1114920"/>
                </a:lnTo>
                <a:lnTo>
                  <a:pt x="1336358" y="1114920"/>
                </a:lnTo>
                <a:lnTo>
                  <a:pt x="1336527" y="1114920"/>
                </a:lnTo>
                <a:lnTo>
                  <a:pt x="1336696" y="1114920"/>
                </a:lnTo>
                <a:lnTo>
                  <a:pt x="1336874" y="1114920"/>
                </a:lnTo>
                <a:lnTo>
                  <a:pt x="1337043" y="1114920"/>
                </a:lnTo>
                <a:lnTo>
                  <a:pt x="1337212" y="1114920"/>
                </a:lnTo>
                <a:lnTo>
                  <a:pt x="1337390" y="1114920"/>
                </a:lnTo>
                <a:lnTo>
                  <a:pt x="1337559" y="1114920"/>
                </a:lnTo>
                <a:lnTo>
                  <a:pt x="1337737" y="1114920"/>
                </a:lnTo>
                <a:lnTo>
                  <a:pt x="1337906" y="1114920"/>
                </a:lnTo>
                <a:lnTo>
                  <a:pt x="1338075" y="1114920"/>
                </a:lnTo>
                <a:lnTo>
                  <a:pt x="1338253" y="1114920"/>
                </a:lnTo>
                <a:lnTo>
                  <a:pt x="1338422" y="1114920"/>
                </a:lnTo>
                <a:lnTo>
                  <a:pt x="1338591" y="1114920"/>
                </a:lnTo>
                <a:lnTo>
                  <a:pt x="1338769" y="1114920"/>
                </a:lnTo>
                <a:lnTo>
                  <a:pt x="1338938" y="1114920"/>
                </a:lnTo>
                <a:lnTo>
                  <a:pt x="1339116" y="1114920"/>
                </a:lnTo>
                <a:lnTo>
                  <a:pt x="1339285" y="1114920"/>
                </a:lnTo>
                <a:lnTo>
                  <a:pt x="1339454" y="1114920"/>
                </a:lnTo>
                <a:lnTo>
                  <a:pt x="1339632" y="1114920"/>
                </a:lnTo>
                <a:lnTo>
                  <a:pt x="1339801" y="1114920"/>
                </a:lnTo>
                <a:lnTo>
                  <a:pt x="1339970" y="1114920"/>
                </a:lnTo>
                <a:lnTo>
                  <a:pt x="1340148" y="1114920"/>
                </a:lnTo>
                <a:lnTo>
                  <a:pt x="1340317" y="1114920"/>
                </a:lnTo>
                <a:lnTo>
                  <a:pt x="1340486" y="1114920"/>
                </a:lnTo>
                <a:lnTo>
                  <a:pt x="1340664" y="1114920"/>
                </a:lnTo>
                <a:lnTo>
                  <a:pt x="1340833" y="1114920"/>
                </a:lnTo>
                <a:lnTo>
                  <a:pt x="1341011" y="1114920"/>
                </a:lnTo>
                <a:lnTo>
                  <a:pt x="1341180" y="1114920"/>
                </a:lnTo>
                <a:lnTo>
                  <a:pt x="1341349" y="1114920"/>
                </a:lnTo>
                <a:lnTo>
                  <a:pt x="1341527" y="1114920"/>
                </a:lnTo>
                <a:lnTo>
                  <a:pt x="1341696" y="1114920"/>
                </a:lnTo>
                <a:lnTo>
                  <a:pt x="1341865" y="1114920"/>
                </a:lnTo>
                <a:lnTo>
                  <a:pt x="1342043" y="1114920"/>
                </a:lnTo>
                <a:lnTo>
                  <a:pt x="1342212" y="1114920"/>
                </a:lnTo>
                <a:lnTo>
                  <a:pt x="1342390" y="1114920"/>
                </a:lnTo>
                <a:lnTo>
                  <a:pt x="1342559" y="1114920"/>
                </a:lnTo>
                <a:lnTo>
                  <a:pt x="1342728" y="1114920"/>
                </a:lnTo>
                <a:lnTo>
                  <a:pt x="1342906" y="1114920"/>
                </a:lnTo>
                <a:lnTo>
                  <a:pt x="1343075" y="1114920"/>
                </a:lnTo>
                <a:lnTo>
                  <a:pt x="1343244" y="1114920"/>
                </a:lnTo>
                <a:lnTo>
                  <a:pt x="1343422" y="1114920"/>
                </a:lnTo>
                <a:lnTo>
                  <a:pt x="1343591" y="1114920"/>
                </a:lnTo>
                <a:lnTo>
                  <a:pt x="1343769" y="1114920"/>
                </a:lnTo>
                <a:lnTo>
                  <a:pt x="1343938" y="1114920"/>
                </a:lnTo>
                <a:lnTo>
                  <a:pt x="1344107" y="1114920"/>
                </a:lnTo>
                <a:lnTo>
                  <a:pt x="1344285" y="1114920"/>
                </a:lnTo>
                <a:lnTo>
                  <a:pt x="1344454" y="1114920"/>
                </a:lnTo>
                <a:lnTo>
                  <a:pt x="1344623" y="1114920"/>
                </a:lnTo>
                <a:lnTo>
                  <a:pt x="1344801" y="1114920"/>
                </a:lnTo>
                <a:lnTo>
                  <a:pt x="1344970" y="1114920"/>
                </a:lnTo>
                <a:lnTo>
                  <a:pt x="1345139" y="1114920"/>
                </a:lnTo>
                <a:lnTo>
                  <a:pt x="1345317" y="1114920"/>
                </a:lnTo>
                <a:lnTo>
                  <a:pt x="1345486" y="1114920"/>
                </a:lnTo>
                <a:lnTo>
                  <a:pt x="1345664" y="1114920"/>
                </a:lnTo>
                <a:lnTo>
                  <a:pt x="1345833" y="1114920"/>
                </a:lnTo>
                <a:lnTo>
                  <a:pt x="1346002" y="1114920"/>
                </a:lnTo>
                <a:lnTo>
                  <a:pt x="1346180" y="1114920"/>
                </a:lnTo>
                <a:lnTo>
                  <a:pt x="1346349" y="1114920"/>
                </a:lnTo>
                <a:lnTo>
                  <a:pt x="1346518" y="1114920"/>
                </a:lnTo>
                <a:lnTo>
                  <a:pt x="1346696" y="1114920"/>
                </a:lnTo>
                <a:lnTo>
                  <a:pt x="1346865" y="1114920"/>
                </a:lnTo>
                <a:lnTo>
                  <a:pt x="1347043" y="1114920"/>
                </a:lnTo>
                <a:lnTo>
                  <a:pt x="1347212" y="1114920"/>
                </a:lnTo>
                <a:lnTo>
                  <a:pt x="1347381" y="1114920"/>
                </a:lnTo>
                <a:lnTo>
                  <a:pt x="1347559" y="1114920"/>
                </a:lnTo>
                <a:lnTo>
                  <a:pt x="1347728" y="1114920"/>
                </a:lnTo>
                <a:lnTo>
                  <a:pt x="1347897" y="1114920"/>
                </a:lnTo>
                <a:lnTo>
                  <a:pt x="1348075" y="1114920"/>
                </a:lnTo>
                <a:lnTo>
                  <a:pt x="1348244" y="1114920"/>
                </a:lnTo>
                <a:lnTo>
                  <a:pt x="1348422" y="1114920"/>
                </a:lnTo>
                <a:lnTo>
                  <a:pt x="1348591" y="1114920"/>
                </a:lnTo>
                <a:lnTo>
                  <a:pt x="1348760" y="1114920"/>
                </a:lnTo>
                <a:lnTo>
                  <a:pt x="1348938" y="1114920"/>
                </a:lnTo>
                <a:lnTo>
                  <a:pt x="1349107" y="1114920"/>
                </a:lnTo>
                <a:lnTo>
                  <a:pt x="1349276" y="1114920"/>
                </a:lnTo>
                <a:lnTo>
                  <a:pt x="1349454" y="1114920"/>
                </a:lnTo>
                <a:lnTo>
                  <a:pt x="1349623" y="1114920"/>
                </a:lnTo>
                <a:lnTo>
                  <a:pt x="1349792" y="1114920"/>
                </a:lnTo>
                <a:lnTo>
                  <a:pt x="1349970" y="1114920"/>
                </a:lnTo>
                <a:lnTo>
                  <a:pt x="1350139" y="1114920"/>
                </a:lnTo>
                <a:lnTo>
                  <a:pt x="1350317" y="1114920"/>
                </a:lnTo>
                <a:lnTo>
                  <a:pt x="1350486" y="1114920"/>
                </a:lnTo>
                <a:lnTo>
                  <a:pt x="1350655" y="1114920"/>
                </a:lnTo>
                <a:lnTo>
                  <a:pt x="1350833" y="1114920"/>
                </a:lnTo>
                <a:lnTo>
                  <a:pt x="1351002" y="1114920"/>
                </a:lnTo>
                <a:lnTo>
                  <a:pt x="1351171" y="1114920"/>
                </a:lnTo>
                <a:lnTo>
                  <a:pt x="1351349" y="1114920"/>
                </a:lnTo>
                <a:lnTo>
                  <a:pt x="1351518" y="1114920"/>
                </a:lnTo>
                <a:lnTo>
                  <a:pt x="1351696" y="1114920"/>
                </a:lnTo>
                <a:lnTo>
                  <a:pt x="1351865" y="1114920"/>
                </a:lnTo>
                <a:lnTo>
                  <a:pt x="1352034" y="1114920"/>
                </a:lnTo>
                <a:lnTo>
                  <a:pt x="1352211" y="1114920"/>
                </a:lnTo>
                <a:lnTo>
                  <a:pt x="1352381" y="1114920"/>
                </a:lnTo>
                <a:lnTo>
                  <a:pt x="1352550" y="1114920"/>
                </a:lnTo>
                <a:lnTo>
                  <a:pt x="1352728" y="1114920"/>
                </a:lnTo>
                <a:lnTo>
                  <a:pt x="1352897" y="1114920"/>
                </a:lnTo>
                <a:lnTo>
                  <a:pt x="1353066" y="1114920"/>
                </a:lnTo>
                <a:lnTo>
                  <a:pt x="1353244" y="1114920"/>
                </a:lnTo>
                <a:lnTo>
                  <a:pt x="1353413" y="1114920"/>
                </a:lnTo>
                <a:lnTo>
                  <a:pt x="1353590" y="1114920"/>
                </a:lnTo>
                <a:lnTo>
                  <a:pt x="1353760" y="1114920"/>
                </a:lnTo>
                <a:lnTo>
                  <a:pt x="1353929" y="1114920"/>
                </a:lnTo>
                <a:lnTo>
                  <a:pt x="1354106" y="1114920"/>
                </a:lnTo>
                <a:lnTo>
                  <a:pt x="1354276" y="1114920"/>
                </a:lnTo>
                <a:lnTo>
                  <a:pt x="1354445" y="1114920"/>
                </a:lnTo>
                <a:lnTo>
                  <a:pt x="1354622" y="1114920"/>
                </a:lnTo>
                <a:lnTo>
                  <a:pt x="1354791" y="1114920"/>
                </a:lnTo>
                <a:lnTo>
                  <a:pt x="1354969" y="1114920"/>
                </a:lnTo>
                <a:lnTo>
                  <a:pt x="1355138" y="1114920"/>
                </a:lnTo>
                <a:lnTo>
                  <a:pt x="1355308" y="1114920"/>
                </a:lnTo>
                <a:lnTo>
                  <a:pt x="1355485" y="1114920"/>
                </a:lnTo>
                <a:lnTo>
                  <a:pt x="1355654" y="1114920"/>
                </a:lnTo>
                <a:lnTo>
                  <a:pt x="1355823" y="1114920"/>
                </a:lnTo>
                <a:lnTo>
                  <a:pt x="1356001" y="1114920"/>
                </a:lnTo>
                <a:lnTo>
                  <a:pt x="1356170" y="1114920"/>
                </a:lnTo>
                <a:lnTo>
                  <a:pt x="1356348" y="1114920"/>
                </a:lnTo>
                <a:lnTo>
                  <a:pt x="1356517" y="1114920"/>
                </a:lnTo>
                <a:lnTo>
                  <a:pt x="1356686" y="1114920"/>
                </a:lnTo>
                <a:lnTo>
                  <a:pt x="1356864" y="1114920"/>
                </a:lnTo>
                <a:lnTo>
                  <a:pt x="1357033" y="1114920"/>
                </a:lnTo>
                <a:lnTo>
                  <a:pt x="1357202" y="1114920"/>
                </a:lnTo>
                <a:lnTo>
                  <a:pt x="1357380" y="1114920"/>
                </a:lnTo>
                <a:lnTo>
                  <a:pt x="1357549" y="1114920"/>
                </a:lnTo>
                <a:lnTo>
                  <a:pt x="1357718" y="1114920"/>
                </a:lnTo>
                <a:lnTo>
                  <a:pt x="1357896" y="1114920"/>
                </a:lnTo>
                <a:lnTo>
                  <a:pt x="1358065" y="1114920"/>
                </a:lnTo>
                <a:lnTo>
                  <a:pt x="1358243" y="1114920"/>
                </a:lnTo>
                <a:lnTo>
                  <a:pt x="1358412" y="1114920"/>
                </a:lnTo>
                <a:lnTo>
                  <a:pt x="1358581" y="1114920"/>
                </a:lnTo>
                <a:lnTo>
                  <a:pt x="1358759" y="1114920"/>
                </a:lnTo>
                <a:lnTo>
                  <a:pt x="1358928" y="1114920"/>
                </a:lnTo>
                <a:lnTo>
                  <a:pt x="1359097" y="1114920"/>
                </a:lnTo>
                <a:lnTo>
                  <a:pt x="1359275" y="1114920"/>
                </a:lnTo>
                <a:lnTo>
                  <a:pt x="1359444" y="1114920"/>
                </a:lnTo>
                <a:lnTo>
                  <a:pt x="1359622" y="1114920"/>
                </a:lnTo>
                <a:lnTo>
                  <a:pt x="1359791" y="1114920"/>
                </a:lnTo>
                <a:lnTo>
                  <a:pt x="1359960" y="1114920"/>
                </a:lnTo>
                <a:lnTo>
                  <a:pt x="1360138" y="1114920"/>
                </a:lnTo>
                <a:lnTo>
                  <a:pt x="1360307" y="1114920"/>
                </a:lnTo>
                <a:lnTo>
                  <a:pt x="1360476" y="1114920"/>
                </a:lnTo>
                <a:lnTo>
                  <a:pt x="1360654" y="1114920"/>
                </a:lnTo>
                <a:lnTo>
                  <a:pt x="1360823" y="1114920"/>
                </a:lnTo>
                <a:lnTo>
                  <a:pt x="1360992" y="1114920"/>
                </a:lnTo>
                <a:lnTo>
                  <a:pt x="1361170" y="1114920"/>
                </a:lnTo>
                <a:lnTo>
                  <a:pt x="1361339" y="1114920"/>
                </a:lnTo>
                <a:lnTo>
                  <a:pt x="1361517" y="1114920"/>
                </a:lnTo>
                <a:lnTo>
                  <a:pt x="1361686" y="1114920"/>
                </a:lnTo>
                <a:lnTo>
                  <a:pt x="1361855" y="1114920"/>
                </a:lnTo>
                <a:lnTo>
                  <a:pt x="1362033" y="1114920"/>
                </a:lnTo>
                <a:lnTo>
                  <a:pt x="1362202" y="1114920"/>
                </a:lnTo>
                <a:lnTo>
                  <a:pt x="1362371" y="1114920"/>
                </a:lnTo>
                <a:lnTo>
                  <a:pt x="1362549" y="1114920"/>
                </a:lnTo>
                <a:lnTo>
                  <a:pt x="1362718" y="1114920"/>
                </a:lnTo>
                <a:lnTo>
                  <a:pt x="1362896" y="1114920"/>
                </a:lnTo>
                <a:lnTo>
                  <a:pt x="1363065" y="1114920"/>
                </a:lnTo>
                <a:lnTo>
                  <a:pt x="1363234" y="1114920"/>
                </a:lnTo>
                <a:lnTo>
                  <a:pt x="1363412" y="1114920"/>
                </a:lnTo>
                <a:lnTo>
                  <a:pt x="1363581" y="1114920"/>
                </a:lnTo>
                <a:lnTo>
                  <a:pt x="1363750" y="1114920"/>
                </a:lnTo>
                <a:lnTo>
                  <a:pt x="1363928" y="1114920"/>
                </a:lnTo>
                <a:lnTo>
                  <a:pt x="1364097" y="1114920"/>
                </a:lnTo>
                <a:lnTo>
                  <a:pt x="1364275" y="1114920"/>
                </a:lnTo>
                <a:lnTo>
                  <a:pt x="1364444" y="1114920"/>
                </a:lnTo>
                <a:lnTo>
                  <a:pt x="1364613" y="1114920"/>
                </a:lnTo>
                <a:lnTo>
                  <a:pt x="1364791" y="1114920"/>
                </a:lnTo>
                <a:lnTo>
                  <a:pt x="1364960" y="1114920"/>
                </a:lnTo>
                <a:lnTo>
                  <a:pt x="1365129" y="1114920"/>
                </a:lnTo>
                <a:lnTo>
                  <a:pt x="1365307" y="1114920"/>
                </a:lnTo>
                <a:lnTo>
                  <a:pt x="1365476" y="1114920"/>
                </a:lnTo>
                <a:lnTo>
                  <a:pt x="1365645" y="1114920"/>
                </a:lnTo>
                <a:lnTo>
                  <a:pt x="1365823" y="1114920"/>
                </a:lnTo>
                <a:lnTo>
                  <a:pt x="1365992" y="1114920"/>
                </a:lnTo>
                <a:lnTo>
                  <a:pt x="1366170" y="1114920"/>
                </a:lnTo>
                <a:lnTo>
                  <a:pt x="1366339" y="1114920"/>
                </a:lnTo>
                <a:lnTo>
                  <a:pt x="1366508" y="1114920"/>
                </a:lnTo>
                <a:lnTo>
                  <a:pt x="1366686" y="1114920"/>
                </a:lnTo>
                <a:lnTo>
                  <a:pt x="1366855" y="1114920"/>
                </a:lnTo>
                <a:lnTo>
                  <a:pt x="1367024" y="1114920"/>
                </a:lnTo>
                <a:lnTo>
                  <a:pt x="1367202" y="1114920"/>
                </a:lnTo>
                <a:lnTo>
                  <a:pt x="1367371" y="1114920"/>
                </a:lnTo>
                <a:lnTo>
                  <a:pt x="1367549" y="1114920"/>
                </a:lnTo>
                <a:lnTo>
                  <a:pt x="1367718" y="1114920"/>
                </a:lnTo>
                <a:lnTo>
                  <a:pt x="1367887" y="1114920"/>
                </a:lnTo>
                <a:lnTo>
                  <a:pt x="1368065" y="1114920"/>
                </a:lnTo>
                <a:lnTo>
                  <a:pt x="1368234" y="1114920"/>
                </a:lnTo>
                <a:lnTo>
                  <a:pt x="1368403" y="1114920"/>
                </a:lnTo>
                <a:lnTo>
                  <a:pt x="1368581" y="1114920"/>
                </a:lnTo>
                <a:lnTo>
                  <a:pt x="1368750" y="1114920"/>
                </a:lnTo>
                <a:lnTo>
                  <a:pt x="1368919" y="1114920"/>
                </a:lnTo>
                <a:lnTo>
                  <a:pt x="1369097" y="1114920"/>
                </a:lnTo>
                <a:lnTo>
                  <a:pt x="1369266" y="1114920"/>
                </a:lnTo>
                <a:lnTo>
                  <a:pt x="1369444" y="1114920"/>
                </a:lnTo>
                <a:lnTo>
                  <a:pt x="1369613" y="1114920"/>
                </a:lnTo>
                <a:lnTo>
                  <a:pt x="1369782" y="1114920"/>
                </a:lnTo>
                <a:lnTo>
                  <a:pt x="1369960" y="1114920"/>
                </a:lnTo>
                <a:lnTo>
                  <a:pt x="1370129" y="1114920"/>
                </a:lnTo>
                <a:lnTo>
                  <a:pt x="1370298" y="1114920"/>
                </a:lnTo>
                <a:lnTo>
                  <a:pt x="1370476" y="1114920"/>
                </a:lnTo>
                <a:lnTo>
                  <a:pt x="1370645" y="1114920"/>
                </a:lnTo>
                <a:lnTo>
                  <a:pt x="1370823" y="1114920"/>
                </a:lnTo>
                <a:lnTo>
                  <a:pt x="1370992" y="1114920"/>
                </a:lnTo>
                <a:lnTo>
                  <a:pt x="1371161" y="1114920"/>
                </a:lnTo>
                <a:lnTo>
                  <a:pt x="1371339" y="1114920"/>
                </a:lnTo>
                <a:lnTo>
                  <a:pt x="1371508" y="1114920"/>
                </a:lnTo>
                <a:lnTo>
                  <a:pt x="1371677" y="1114920"/>
                </a:lnTo>
                <a:lnTo>
                  <a:pt x="1371855" y="1114920"/>
                </a:lnTo>
                <a:lnTo>
                  <a:pt x="1372024" y="1114920"/>
                </a:lnTo>
                <a:lnTo>
                  <a:pt x="1372202" y="1114920"/>
                </a:lnTo>
                <a:lnTo>
                  <a:pt x="1372371" y="1114920"/>
                </a:lnTo>
                <a:lnTo>
                  <a:pt x="1372540" y="1114920"/>
                </a:lnTo>
                <a:lnTo>
                  <a:pt x="1372718" y="1114920"/>
                </a:lnTo>
                <a:lnTo>
                  <a:pt x="1372887" y="1114920"/>
                </a:lnTo>
                <a:lnTo>
                  <a:pt x="1373056" y="1114920"/>
                </a:lnTo>
                <a:lnTo>
                  <a:pt x="1373234" y="1114920"/>
                </a:lnTo>
                <a:lnTo>
                  <a:pt x="1373403" y="1114920"/>
                </a:lnTo>
                <a:lnTo>
                  <a:pt x="1373572" y="1114920"/>
                </a:lnTo>
                <a:lnTo>
                  <a:pt x="1373750" y="1114920"/>
                </a:lnTo>
                <a:lnTo>
                  <a:pt x="1373919" y="1114920"/>
                </a:lnTo>
                <a:lnTo>
                  <a:pt x="1374097" y="1114920"/>
                </a:lnTo>
                <a:lnTo>
                  <a:pt x="1374266" y="1114920"/>
                </a:lnTo>
                <a:lnTo>
                  <a:pt x="1374435" y="1114920"/>
                </a:lnTo>
                <a:lnTo>
                  <a:pt x="1374613" y="1114920"/>
                </a:lnTo>
                <a:lnTo>
                  <a:pt x="1374782" y="1114920"/>
                </a:lnTo>
                <a:lnTo>
                  <a:pt x="1374951" y="1114920"/>
                </a:lnTo>
                <a:lnTo>
                  <a:pt x="1375129" y="1114920"/>
                </a:lnTo>
                <a:lnTo>
                  <a:pt x="1375298" y="1114920"/>
                </a:lnTo>
                <a:lnTo>
                  <a:pt x="1375476" y="1114920"/>
                </a:lnTo>
                <a:lnTo>
                  <a:pt x="1375645" y="1114920"/>
                </a:lnTo>
                <a:lnTo>
                  <a:pt x="1375814" y="1114920"/>
                </a:lnTo>
                <a:lnTo>
                  <a:pt x="1375992" y="1114920"/>
                </a:lnTo>
                <a:lnTo>
                  <a:pt x="1376161" y="1114920"/>
                </a:lnTo>
                <a:lnTo>
                  <a:pt x="1376330" y="1114920"/>
                </a:lnTo>
                <a:lnTo>
                  <a:pt x="1376508" y="1114920"/>
                </a:lnTo>
                <a:lnTo>
                  <a:pt x="1376677" y="1114920"/>
                </a:lnTo>
                <a:lnTo>
                  <a:pt x="1376855" y="1114920"/>
                </a:lnTo>
                <a:lnTo>
                  <a:pt x="1377024" y="1114920"/>
                </a:lnTo>
                <a:lnTo>
                  <a:pt x="1377193" y="1114920"/>
                </a:lnTo>
                <a:lnTo>
                  <a:pt x="1377371" y="1114920"/>
                </a:lnTo>
                <a:lnTo>
                  <a:pt x="1377540" y="1114920"/>
                </a:lnTo>
                <a:lnTo>
                  <a:pt x="1377709" y="1114920"/>
                </a:lnTo>
                <a:lnTo>
                  <a:pt x="1377887" y="1114920"/>
                </a:lnTo>
                <a:lnTo>
                  <a:pt x="1378056" y="1114920"/>
                </a:lnTo>
                <a:lnTo>
                  <a:pt x="1378225" y="1114920"/>
                </a:lnTo>
                <a:lnTo>
                  <a:pt x="1378403" y="1114920"/>
                </a:lnTo>
                <a:lnTo>
                  <a:pt x="1378572" y="1114920"/>
                </a:lnTo>
                <a:lnTo>
                  <a:pt x="1378750" y="1114920"/>
                </a:lnTo>
                <a:lnTo>
                  <a:pt x="1378919" y="1114920"/>
                </a:lnTo>
                <a:lnTo>
                  <a:pt x="1379088" y="1114920"/>
                </a:lnTo>
                <a:lnTo>
                  <a:pt x="1379266" y="1114920"/>
                </a:lnTo>
                <a:lnTo>
                  <a:pt x="1379435" y="1114920"/>
                </a:lnTo>
                <a:lnTo>
                  <a:pt x="1379604" y="1114920"/>
                </a:lnTo>
                <a:lnTo>
                  <a:pt x="1379782" y="1114920"/>
                </a:lnTo>
                <a:lnTo>
                  <a:pt x="1379951" y="1114920"/>
                </a:lnTo>
                <a:lnTo>
                  <a:pt x="1380129" y="1114920"/>
                </a:lnTo>
                <a:lnTo>
                  <a:pt x="1380298" y="1114920"/>
                </a:lnTo>
                <a:lnTo>
                  <a:pt x="1380467" y="1114920"/>
                </a:lnTo>
                <a:lnTo>
                  <a:pt x="1380645" y="1114920"/>
                </a:lnTo>
                <a:lnTo>
                  <a:pt x="1380814" y="1114920"/>
                </a:lnTo>
                <a:lnTo>
                  <a:pt x="1380983" y="1114920"/>
                </a:lnTo>
                <a:lnTo>
                  <a:pt x="1381161" y="1114920"/>
                </a:lnTo>
                <a:lnTo>
                  <a:pt x="1381330" y="1114920"/>
                </a:lnTo>
                <a:lnTo>
                  <a:pt x="1381499" y="1114920"/>
                </a:lnTo>
                <a:lnTo>
                  <a:pt x="1381677" y="1114920"/>
                </a:lnTo>
                <a:lnTo>
                  <a:pt x="1381846" y="1114920"/>
                </a:lnTo>
                <a:lnTo>
                  <a:pt x="1382023" y="1114920"/>
                </a:lnTo>
                <a:lnTo>
                  <a:pt x="1382193" y="1114920"/>
                </a:lnTo>
                <a:lnTo>
                  <a:pt x="1382362" y="1114920"/>
                </a:lnTo>
                <a:lnTo>
                  <a:pt x="1382540" y="1114920"/>
                </a:lnTo>
                <a:lnTo>
                  <a:pt x="1382709" y="1114920"/>
                </a:lnTo>
                <a:lnTo>
                  <a:pt x="1382878" y="1114920"/>
                </a:lnTo>
                <a:lnTo>
                  <a:pt x="1383056" y="1114920"/>
                </a:lnTo>
                <a:lnTo>
                  <a:pt x="1383225" y="1114920"/>
                </a:lnTo>
                <a:lnTo>
                  <a:pt x="1383402" y="1114920"/>
                </a:lnTo>
                <a:lnTo>
                  <a:pt x="1383571" y="1114920"/>
                </a:lnTo>
                <a:lnTo>
                  <a:pt x="1383741" y="1114920"/>
                </a:lnTo>
                <a:lnTo>
                  <a:pt x="1383918" y="1114920"/>
                </a:lnTo>
                <a:lnTo>
                  <a:pt x="1384088" y="1114920"/>
                </a:lnTo>
                <a:lnTo>
                  <a:pt x="1384257" y="1114920"/>
                </a:lnTo>
                <a:lnTo>
                  <a:pt x="1384435" y="1114920"/>
                </a:lnTo>
                <a:lnTo>
                  <a:pt x="1384603" y="1114920"/>
                </a:lnTo>
                <a:lnTo>
                  <a:pt x="1384781" y="1114920"/>
                </a:lnTo>
                <a:lnTo>
                  <a:pt x="1384950" y="1114920"/>
                </a:lnTo>
                <a:lnTo>
                  <a:pt x="1385120" y="1114920"/>
                </a:lnTo>
                <a:lnTo>
                  <a:pt x="1385297" y="1114920"/>
                </a:lnTo>
                <a:lnTo>
                  <a:pt x="1385466" y="1114920"/>
                </a:lnTo>
                <a:lnTo>
                  <a:pt x="1385636" y="1114920"/>
                </a:lnTo>
                <a:lnTo>
                  <a:pt x="1385813" y="1114920"/>
                </a:lnTo>
                <a:lnTo>
                  <a:pt x="1385982" y="1114920"/>
                </a:lnTo>
                <a:lnTo>
                  <a:pt x="1386151" y="1114920"/>
                </a:lnTo>
                <a:lnTo>
                  <a:pt x="1386329" y="1114920"/>
                </a:lnTo>
                <a:lnTo>
                  <a:pt x="1386498" y="1114920"/>
                </a:lnTo>
                <a:lnTo>
                  <a:pt x="1386676" y="1114920"/>
                </a:lnTo>
                <a:lnTo>
                  <a:pt x="1386845" y="1114920"/>
                </a:lnTo>
                <a:lnTo>
                  <a:pt x="1387014" y="1114920"/>
                </a:lnTo>
                <a:lnTo>
                  <a:pt x="1387192" y="1114920"/>
                </a:lnTo>
                <a:lnTo>
                  <a:pt x="1387361" y="1114920"/>
                </a:lnTo>
                <a:lnTo>
                  <a:pt x="1387530" y="1114920"/>
                </a:lnTo>
                <a:lnTo>
                  <a:pt x="1387708" y="1114920"/>
                </a:lnTo>
                <a:lnTo>
                  <a:pt x="1387877" y="1114920"/>
                </a:lnTo>
                <a:lnTo>
                  <a:pt x="1388055" y="1114920"/>
                </a:lnTo>
                <a:lnTo>
                  <a:pt x="1388224" y="1114920"/>
                </a:lnTo>
                <a:lnTo>
                  <a:pt x="1388393" y="1114920"/>
                </a:lnTo>
                <a:lnTo>
                  <a:pt x="1388571" y="1114920"/>
                </a:lnTo>
                <a:lnTo>
                  <a:pt x="1388740" y="1114920"/>
                </a:lnTo>
                <a:lnTo>
                  <a:pt x="1388909" y="1114920"/>
                </a:lnTo>
                <a:lnTo>
                  <a:pt x="1389087" y="1114920"/>
                </a:lnTo>
                <a:lnTo>
                  <a:pt x="1389256" y="1114920"/>
                </a:lnTo>
                <a:lnTo>
                  <a:pt x="1389425" y="1114920"/>
                </a:lnTo>
                <a:lnTo>
                  <a:pt x="1389603" y="1114920"/>
                </a:lnTo>
                <a:lnTo>
                  <a:pt x="1389772" y="1114920"/>
                </a:lnTo>
                <a:lnTo>
                  <a:pt x="1389950" y="1114920"/>
                </a:lnTo>
                <a:lnTo>
                  <a:pt x="1390119" y="1114920"/>
                </a:lnTo>
                <a:lnTo>
                  <a:pt x="1390288" y="1114920"/>
                </a:lnTo>
                <a:lnTo>
                  <a:pt x="1390466" y="1114920"/>
                </a:lnTo>
                <a:lnTo>
                  <a:pt x="1390635" y="1114920"/>
                </a:lnTo>
                <a:lnTo>
                  <a:pt x="1390804" y="1114920"/>
                </a:lnTo>
                <a:lnTo>
                  <a:pt x="1390982" y="1114920"/>
                </a:lnTo>
                <a:lnTo>
                  <a:pt x="1391151" y="1114920"/>
                </a:lnTo>
                <a:lnTo>
                  <a:pt x="1391329" y="1114920"/>
                </a:lnTo>
                <a:lnTo>
                  <a:pt x="1391498" y="1114920"/>
                </a:lnTo>
                <a:lnTo>
                  <a:pt x="1391667" y="1114920"/>
                </a:lnTo>
                <a:lnTo>
                  <a:pt x="1391845" y="1114920"/>
                </a:lnTo>
                <a:lnTo>
                  <a:pt x="1392014" y="1114920"/>
                </a:lnTo>
                <a:lnTo>
                  <a:pt x="1392183" y="1114920"/>
                </a:lnTo>
                <a:lnTo>
                  <a:pt x="1392361" y="1114920"/>
                </a:lnTo>
                <a:lnTo>
                  <a:pt x="1392530" y="1114920"/>
                </a:lnTo>
                <a:lnTo>
                  <a:pt x="1392708" y="1114920"/>
                </a:lnTo>
                <a:lnTo>
                  <a:pt x="1392877" y="1114920"/>
                </a:lnTo>
                <a:lnTo>
                  <a:pt x="1393046" y="1114920"/>
                </a:lnTo>
                <a:lnTo>
                  <a:pt x="1393224" y="1114920"/>
                </a:lnTo>
                <a:lnTo>
                  <a:pt x="1393393" y="1114920"/>
                </a:lnTo>
                <a:lnTo>
                  <a:pt x="1393562" y="1114920"/>
                </a:lnTo>
                <a:lnTo>
                  <a:pt x="1393740" y="1114920"/>
                </a:lnTo>
                <a:lnTo>
                  <a:pt x="1393909" y="1114920"/>
                </a:lnTo>
                <a:lnTo>
                  <a:pt x="1394078" y="1114920"/>
                </a:lnTo>
                <a:lnTo>
                  <a:pt x="1394256" y="1114920"/>
                </a:lnTo>
                <a:lnTo>
                  <a:pt x="1394425" y="1114920"/>
                </a:lnTo>
                <a:lnTo>
                  <a:pt x="1394603" y="1114920"/>
                </a:lnTo>
                <a:lnTo>
                  <a:pt x="1394772" y="1114920"/>
                </a:lnTo>
                <a:lnTo>
                  <a:pt x="1394941" y="1114920"/>
                </a:lnTo>
                <a:lnTo>
                  <a:pt x="1395119" y="1114920"/>
                </a:lnTo>
                <a:lnTo>
                  <a:pt x="1395288" y="1114920"/>
                </a:lnTo>
                <a:lnTo>
                  <a:pt x="1395457" y="1114920"/>
                </a:lnTo>
                <a:lnTo>
                  <a:pt x="1395635" y="1114920"/>
                </a:lnTo>
                <a:lnTo>
                  <a:pt x="1395804" y="1114920"/>
                </a:lnTo>
                <a:lnTo>
                  <a:pt x="1395982" y="1114920"/>
                </a:lnTo>
                <a:lnTo>
                  <a:pt x="1396151" y="1114920"/>
                </a:lnTo>
                <a:lnTo>
                  <a:pt x="1396320" y="1114920"/>
                </a:lnTo>
                <a:lnTo>
                  <a:pt x="1396498" y="1114920"/>
                </a:lnTo>
                <a:lnTo>
                  <a:pt x="1396667" y="1114920"/>
                </a:lnTo>
                <a:lnTo>
                  <a:pt x="1396836" y="1114920"/>
                </a:lnTo>
                <a:lnTo>
                  <a:pt x="1397014" y="1114920"/>
                </a:lnTo>
                <a:lnTo>
                  <a:pt x="1397183" y="1114920"/>
                </a:lnTo>
                <a:lnTo>
                  <a:pt x="1397352" y="1114920"/>
                </a:lnTo>
                <a:lnTo>
                  <a:pt x="1397530" y="1114920"/>
                </a:lnTo>
                <a:lnTo>
                  <a:pt x="1397699" y="1114920"/>
                </a:lnTo>
                <a:lnTo>
                  <a:pt x="1397877" y="1114920"/>
                </a:lnTo>
                <a:lnTo>
                  <a:pt x="1398046" y="1114920"/>
                </a:lnTo>
                <a:lnTo>
                  <a:pt x="1398215" y="1114920"/>
                </a:lnTo>
                <a:lnTo>
                  <a:pt x="1398393" y="1114920"/>
                </a:lnTo>
                <a:lnTo>
                  <a:pt x="1398562" y="1114920"/>
                </a:lnTo>
                <a:lnTo>
                  <a:pt x="1398731" y="1114920"/>
                </a:lnTo>
                <a:lnTo>
                  <a:pt x="1398909" y="1114920"/>
                </a:lnTo>
                <a:lnTo>
                  <a:pt x="1399078" y="1114920"/>
                </a:lnTo>
                <a:lnTo>
                  <a:pt x="1399256" y="1114920"/>
                </a:lnTo>
                <a:lnTo>
                  <a:pt x="1399425" y="1114920"/>
                </a:lnTo>
                <a:lnTo>
                  <a:pt x="1399594" y="1114920"/>
                </a:lnTo>
                <a:lnTo>
                  <a:pt x="1399772" y="1114920"/>
                </a:lnTo>
                <a:lnTo>
                  <a:pt x="1399941" y="1114920"/>
                </a:lnTo>
                <a:lnTo>
                  <a:pt x="1400110" y="1114920"/>
                </a:lnTo>
                <a:lnTo>
                  <a:pt x="1400288" y="1114920"/>
                </a:lnTo>
                <a:lnTo>
                  <a:pt x="1400457" y="1114920"/>
                </a:lnTo>
                <a:lnTo>
                  <a:pt x="1400635" y="1114920"/>
                </a:lnTo>
                <a:lnTo>
                  <a:pt x="1400804" y="1114920"/>
                </a:lnTo>
                <a:lnTo>
                  <a:pt x="1400973" y="1114920"/>
                </a:lnTo>
                <a:lnTo>
                  <a:pt x="1401151" y="1114920"/>
                </a:lnTo>
                <a:lnTo>
                  <a:pt x="1401320" y="1114920"/>
                </a:lnTo>
                <a:lnTo>
                  <a:pt x="1401489" y="1114920"/>
                </a:lnTo>
                <a:lnTo>
                  <a:pt x="1401667" y="1114920"/>
                </a:lnTo>
                <a:lnTo>
                  <a:pt x="1401836" y="1114920"/>
                </a:lnTo>
                <a:lnTo>
                  <a:pt x="1402005" y="1114920"/>
                </a:lnTo>
                <a:lnTo>
                  <a:pt x="1402183" y="1114920"/>
                </a:lnTo>
                <a:lnTo>
                  <a:pt x="1402352" y="1114920"/>
                </a:lnTo>
                <a:lnTo>
                  <a:pt x="1402530" y="1114920"/>
                </a:lnTo>
                <a:lnTo>
                  <a:pt x="1402699" y="1114920"/>
                </a:lnTo>
                <a:lnTo>
                  <a:pt x="1402868" y="1114920"/>
                </a:lnTo>
                <a:lnTo>
                  <a:pt x="1403046" y="1114920"/>
                </a:lnTo>
                <a:lnTo>
                  <a:pt x="1403215" y="1114920"/>
                </a:lnTo>
                <a:lnTo>
                  <a:pt x="1403384" y="1114920"/>
                </a:lnTo>
                <a:lnTo>
                  <a:pt x="1403562" y="1114920"/>
                </a:lnTo>
                <a:lnTo>
                  <a:pt x="1403731" y="1114920"/>
                </a:lnTo>
                <a:lnTo>
                  <a:pt x="1403909" y="1114920"/>
                </a:lnTo>
                <a:lnTo>
                  <a:pt x="1404078" y="1114920"/>
                </a:lnTo>
                <a:lnTo>
                  <a:pt x="1404247" y="1114920"/>
                </a:lnTo>
                <a:lnTo>
                  <a:pt x="1404425" y="1114920"/>
                </a:lnTo>
                <a:lnTo>
                  <a:pt x="1404594" y="1114920"/>
                </a:lnTo>
                <a:lnTo>
                  <a:pt x="1404763" y="1114920"/>
                </a:lnTo>
                <a:lnTo>
                  <a:pt x="1404941" y="1114920"/>
                </a:lnTo>
                <a:lnTo>
                  <a:pt x="1405110" y="1114920"/>
                </a:lnTo>
                <a:lnTo>
                  <a:pt x="1405288" y="1114920"/>
                </a:lnTo>
                <a:lnTo>
                  <a:pt x="1405457" y="1114920"/>
                </a:lnTo>
                <a:lnTo>
                  <a:pt x="1405626" y="1114920"/>
                </a:lnTo>
                <a:lnTo>
                  <a:pt x="1405804" y="1114920"/>
                </a:lnTo>
                <a:lnTo>
                  <a:pt x="1405973" y="1114920"/>
                </a:lnTo>
                <a:lnTo>
                  <a:pt x="1406142" y="1114920"/>
                </a:lnTo>
                <a:lnTo>
                  <a:pt x="1406320" y="1114920"/>
                </a:lnTo>
                <a:lnTo>
                  <a:pt x="1406489" y="1114920"/>
                </a:lnTo>
                <a:lnTo>
                  <a:pt x="1406658" y="1114920"/>
                </a:lnTo>
                <a:lnTo>
                  <a:pt x="1406836" y="1114920"/>
                </a:lnTo>
                <a:lnTo>
                  <a:pt x="1407005" y="1114920"/>
                </a:lnTo>
                <a:lnTo>
                  <a:pt x="1407183" y="1114920"/>
                </a:lnTo>
                <a:lnTo>
                  <a:pt x="1407352" y="1114920"/>
                </a:lnTo>
                <a:lnTo>
                  <a:pt x="1407521" y="1114920"/>
                </a:lnTo>
                <a:lnTo>
                  <a:pt x="1407699" y="1114920"/>
                </a:lnTo>
                <a:lnTo>
                  <a:pt x="1407868" y="1114920"/>
                </a:lnTo>
                <a:lnTo>
                  <a:pt x="1408037" y="1114920"/>
                </a:lnTo>
                <a:lnTo>
                  <a:pt x="1408215" y="1114920"/>
                </a:lnTo>
                <a:lnTo>
                  <a:pt x="1408384" y="1114920"/>
                </a:lnTo>
                <a:lnTo>
                  <a:pt x="1408562" y="1114920"/>
                </a:lnTo>
                <a:lnTo>
                  <a:pt x="1408731" y="1114920"/>
                </a:lnTo>
                <a:lnTo>
                  <a:pt x="1408900" y="1114920"/>
                </a:lnTo>
                <a:lnTo>
                  <a:pt x="1409078" y="1114920"/>
                </a:lnTo>
                <a:lnTo>
                  <a:pt x="1409247" y="1114920"/>
                </a:lnTo>
                <a:lnTo>
                  <a:pt x="1409416" y="1114920"/>
                </a:lnTo>
                <a:lnTo>
                  <a:pt x="1409594" y="1114920"/>
                </a:lnTo>
                <a:lnTo>
                  <a:pt x="1409763" y="1114920"/>
                </a:lnTo>
                <a:lnTo>
                  <a:pt x="1409932" y="1114920"/>
                </a:lnTo>
                <a:lnTo>
                  <a:pt x="1410110" y="1114920"/>
                </a:lnTo>
                <a:lnTo>
                  <a:pt x="1410279" y="1114920"/>
                </a:lnTo>
                <a:lnTo>
                  <a:pt x="1410457" y="1114920"/>
                </a:lnTo>
                <a:lnTo>
                  <a:pt x="1410626" y="1114920"/>
                </a:lnTo>
                <a:lnTo>
                  <a:pt x="1410795" y="1114920"/>
                </a:lnTo>
                <a:lnTo>
                  <a:pt x="1410973" y="1114920"/>
                </a:lnTo>
                <a:lnTo>
                  <a:pt x="1411142" y="1114920"/>
                </a:lnTo>
                <a:lnTo>
                  <a:pt x="1411311" y="1114920"/>
                </a:lnTo>
                <a:lnTo>
                  <a:pt x="1411489" y="1114920"/>
                </a:lnTo>
                <a:lnTo>
                  <a:pt x="1411658" y="1114920"/>
                </a:lnTo>
                <a:lnTo>
                  <a:pt x="1411836" y="1114920"/>
                </a:lnTo>
                <a:lnTo>
                  <a:pt x="1412005" y="1114920"/>
                </a:lnTo>
                <a:lnTo>
                  <a:pt x="1412174" y="1114920"/>
                </a:lnTo>
                <a:lnTo>
                  <a:pt x="1412352" y="1114920"/>
                </a:lnTo>
                <a:lnTo>
                  <a:pt x="1412521" y="1114920"/>
                </a:lnTo>
                <a:lnTo>
                  <a:pt x="1412690" y="1114920"/>
                </a:lnTo>
                <a:lnTo>
                  <a:pt x="1412868" y="1114920"/>
                </a:lnTo>
                <a:lnTo>
                  <a:pt x="1413037" y="1114920"/>
                </a:lnTo>
                <a:lnTo>
                  <a:pt x="1413215" y="1114920"/>
                </a:lnTo>
                <a:lnTo>
                  <a:pt x="1413383" y="1114920"/>
                </a:lnTo>
                <a:lnTo>
                  <a:pt x="1413553" y="1114920"/>
                </a:lnTo>
                <a:lnTo>
                  <a:pt x="1413730" y="1114920"/>
                </a:lnTo>
                <a:lnTo>
                  <a:pt x="1413900" y="1114920"/>
                </a:lnTo>
                <a:lnTo>
                  <a:pt x="1414069" y="1114920"/>
                </a:lnTo>
                <a:lnTo>
                  <a:pt x="1414247" y="1114920"/>
                </a:lnTo>
                <a:lnTo>
                  <a:pt x="1414416" y="1114920"/>
                </a:lnTo>
                <a:lnTo>
                  <a:pt x="1414585" y="1114920"/>
                </a:lnTo>
                <a:lnTo>
                  <a:pt x="1414762" y="1114920"/>
                </a:lnTo>
                <a:lnTo>
                  <a:pt x="1414931" y="1114920"/>
                </a:lnTo>
                <a:lnTo>
                  <a:pt x="1415109" y="1114920"/>
                </a:lnTo>
                <a:lnTo>
                  <a:pt x="1415278" y="1114920"/>
                </a:lnTo>
                <a:lnTo>
                  <a:pt x="1415448" y="1114920"/>
                </a:lnTo>
                <a:lnTo>
                  <a:pt x="1415625" y="1114920"/>
                </a:lnTo>
                <a:lnTo>
                  <a:pt x="1415794" y="1114920"/>
                </a:lnTo>
                <a:lnTo>
                  <a:pt x="1415963" y="1114920"/>
                </a:lnTo>
                <a:lnTo>
                  <a:pt x="1416141" y="1114920"/>
                </a:lnTo>
                <a:lnTo>
                  <a:pt x="1416310" y="1114920"/>
                </a:lnTo>
                <a:lnTo>
                  <a:pt x="1416488" y="1114920"/>
                </a:lnTo>
                <a:lnTo>
                  <a:pt x="1416657" y="1114920"/>
                </a:lnTo>
                <a:lnTo>
                  <a:pt x="1416826" y="1114920"/>
                </a:lnTo>
                <a:lnTo>
                  <a:pt x="1417004" y="1114920"/>
                </a:lnTo>
                <a:lnTo>
                  <a:pt x="1417173" y="1114920"/>
                </a:lnTo>
                <a:lnTo>
                  <a:pt x="1417342" y="1114920"/>
                </a:lnTo>
                <a:lnTo>
                  <a:pt x="1417520" y="1114920"/>
                </a:lnTo>
                <a:lnTo>
                  <a:pt x="1417689" y="1114920"/>
                </a:lnTo>
                <a:lnTo>
                  <a:pt x="1417858" y="1114920"/>
                </a:lnTo>
                <a:lnTo>
                  <a:pt x="1418036" y="1114920"/>
                </a:lnTo>
                <a:lnTo>
                  <a:pt x="1418205" y="1114920"/>
                </a:lnTo>
                <a:lnTo>
                  <a:pt x="1418383" y="1114920"/>
                </a:lnTo>
                <a:lnTo>
                  <a:pt x="1418552" y="1114920"/>
                </a:lnTo>
                <a:lnTo>
                  <a:pt x="1418721" y="1114920"/>
                </a:lnTo>
                <a:lnTo>
                  <a:pt x="1418899" y="1114920"/>
                </a:lnTo>
                <a:lnTo>
                  <a:pt x="1419068" y="1114920"/>
                </a:lnTo>
                <a:lnTo>
                  <a:pt x="1419237" y="1114920"/>
                </a:lnTo>
                <a:lnTo>
                  <a:pt x="1419415" y="1114920"/>
                </a:lnTo>
                <a:lnTo>
                  <a:pt x="1419584" y="1114920"/>
                </a:lnTo>
                <a:lnTo>
                  <a:pt x="1419762" y="1114920"/>
                </a:lnTo>
                <a:lnTo>
                  <a:pt x="1419931" y="1114920"/>
                </a:lnTo>
                <a:lnTo>
                  <a:pt x="1420100" y="1114920"/>
                </a:lnTo>
                <a:lnTo>
                  <a:pt x="1420278" y="1114920"/>
                </a:lnTo>
                <a:lnTo>
                  <a:pt x="1420447" y="1114920"/>
                </a:lnTo>
                <a:lnTo>
                  <a:pt x="1420616" y="1114920"/>
                </a:lnTo>
                <a:lnTo>
                  <a:pt x="1420794" y="1114920"/>
                </a:lnTo>
                <a:lnTo>
                  <a:pt x="1420963" y="1114920"/>
                </a:lnTo>
                <a:lnTo>
                  <a:pt x="1421141" y="1114920"/>
                </a:lnTo>
                <a:lnTo>
                  <a:pt x="1421310" y="1114920"/>
                </a:lnTo>
                <a:lnTo>
                  <a:pt x="1421479" y="1114920"/>
                </a:lnTo>
                <a:lnTo>
                  <a:pt x="1421657" y="1114920"/>
                </a:lnTo>
                <a:lnTo>
                  <a:pt x="1421826" y="1114920"/>
                </a:lnTo>
                <a:lnTo>
                  <a:pt x="1421995" y="1114920"/>
                </a:lnTo>
                <a:lnTo>
                  <a:pt x="1422173" y="1114920"/>
                </a:lnTo>
                <a:lnTo>
                  <a:pt x="1422342" y="1114920"/>
                </a:lnTo>
                <a:lnTo>
                  <a:pt x="1422511" y="1114920"/>
                </a:lnTo>
                <a:lnTo>
                  <a:pt x="1422689" y="1114920"/>
                </a:lnTo>
                <a:lnTo>
                  <a:pt x="1422858" y="1114920"/>
                </a:lnTo>
                <a:lnTo>
                  <a:pt x="1423036" y="1114920"/>
                </a:lnTo>
                <a:lnTo>
                  <a:pt x="1423205" y="1114920"/>
                </a:lnTo>
                <a:lnTo>
                  <a:pt x="1423374" y="1114920"/>
                </a:lnTo>
                <a:lnTo>
                  <a:pt x="1423552" y="1114920"/>
                </a:lnTo>
                <a:lnTo>
                  <a:pt x="1423721" y="1114920"/>
                </a:lnTo>
                <a:lnTo>
                  <a:pt x="1423890" y="1114920"/>
                </a:lnTo>
                <a:lnTo>
                  <a:pt x="1424068" y="1114920"/>
                </a:lnTo>
                <a:lnTo>
                  <a:pt x="1424237" y="1114920"/>
                </a:lnTo>
                <a:lnTo>
                  <a:pt x="1424415" y="1114920"/>
                </a:lnTo>
                <a:lnTo>
                  <a:pt x="1424584" y="1114920"/>
                </a:lnTo>
                <a:lnTo>
                  <a:pt x="1424753" y="1114920"/>
                </a:lnTo>
                <a:lnTo>
                  <a:pt x="1424931" y="1114920"/>
                </a:lnTo>
                <a:lnTo>
                  <a:pt x="1425100" y="1114920"/>
                </a:lnTo>
                <a:lnTo>
                  <a:pt x="1425269" y="1114920"/>
                </a:lnTo>
                <a:lnTo>
                  <a:pt x="1425447" y="1114920"/>
                </a:lnTo>
                <a:lnTo>
                  <a:pt x="1425616" y="1114920"/>
                </a:lnTo>
                <a:lnTo>
                  <a:pt x="1425794" y="1114920"/>
                </a:lnTo>
                <a:lnTo>
                  <a:pt x="1425963" y="1114920"/>
                </a:lnTo>
                <a:lnTo>
                  <a:pt x="1426132" y="1114920"/>
                </a:lnTo>
                <a:lnTo>
                  <a:pt x="1426310" y="1114920"/>
                </a:lnTo>
                <a:lnTo>
                  <a:pt x="1426479" y="1114920"/>
                </a:lnTo>
                <a:lnTo>
                  <a:pt x="1426648" y="1114920"/>
                </a:lnTo>
                <a:lnTo>
                  <a:pt x="1426826" y="1114920"/>
                </a:lnTo>
                <a:lnTo>
                  <a:pt x="1426995" y="1114920"/>
                </a:lnTo>
                <a:lnTo>
                  <a:pt x="1427164" y="1114920"/>
                </a:lnTo>
                <a:lnTo>
                  <a:pt x="1427342" y="1114920"/>
                </a:lnTo>
                <a:lnTo>
                  <a:pt x="1427511" y="1114920"/>
                </a:lnTo>
                <a:lnTo>
                  <a:pt x="1427689" y="1114920"/>
                </a:lnTo>
                <a:lnTo>
                  <a:pt x="1427858" y="1114920"/>
                </a:lnTo>
                <a:lnTo>
                  <a:pt x="1428027" y="1114920"/>
                </a:lnTo>
                <a:lnTo>
                  <a:pt x="1428205" y="1114920"/>
                </a:lnTo>
                <a:lnTo>
                  <a:pt x="1428374" y="1114920"/>
                </a:lnTo>
                <a:lnTo>
                  <a:pt x="1428543" y="1114920"/>
                </a:lnTo>
                <a:lnTo>
                  <a:pt x="1428721" y="1114920"/>
                </a:lnTo>
                <a:lnTo>
                  <a:pt x="1428890" y="1114920"/>
                </a:lnTo>
                <a:lnTo>
                  <a:pt x="1429068" y="1114920"/>
                </a:lnTo>
                <a:lnTo>
                  <a:pt x="1429237" y="1114920"/>
                </a:lnTo>
                <a:lnTo>
                  <a:pt x="1429406" y="1114920"/>
                </a:lnTo>
                <a:lnTo>
                  <a:pt x="1429584" y="1114920"/>
                </a:lnTo>
                <a:lnTo>
                  <a:pt x="1429753" y="1114920"/>
                </a:lnTo>
                <a:lnTo>
                  <a:pt x="1429922" y="1114920"/>
                </a:lnTo>
                <a:lnTo>
                  <a:pt x="1430100" y="1114920"/>
                </a:lnTo>
                <a:lnTo>
                  <a:pt x="1430269" y="1114920"/>
                </a:lnTo>
                <a:lnTo>
                  <a:pt x="1430438" y="1114920"/>
                </a:lnTo>
                <a:lnTo>
                  <a:pt x="1430616" y="1114920"/>
                </a:lnTo>
                <a:lnTo>
                  <a:pt x="1430785" y="1114920"/>
                </a:lnTo>
                <a:lnTo>
                  <a:pt x="1430963" y="1114920"/>
                </a:lnTo>
                <a:lnTo>
                  <a:pt x="1431132" y="1114920"/>
                </a:lnTo>
                <a:lnTo>
                  <a:pt x="1431301" y="1114920"/>
                </a:lnTo>
                <a:lnTo>
                  <a:pt x="1431479" y="1114920"/>
                </a:lnTo>
                <a:lnTo>
                  <a:pt x="1431648" y="1114920"/>
                </a:lnTo>
                <a:lnTo>
                  <a:pt x="1431817" y="1114920"/>
                </a:lnTo>
                <a:lnTo>
                  <a:pt x="1431995" y="1114920"/>
                </a:lnTo>
                <a:lnTo>
                  <a:pt x="1432164" y="1114920"/>
                </a:lnTo>
                <a:lnTo>
                  <a:pt x="1432342" y="1114920"/>
                </a:lnTo>
                <a:lnTo>
                  <a:pt x="1432511" y="1114920"/>
                </a:lnTo>
                <a:lnTo>
                  <a:pt x="1432680" y="1114920"/>
                </a:lnTo>
                <a:lnTo>
                  <a:pt x="1432858" y="1114920"/>
                </a:lnTo>
                <a:lnTo>
                  <a:pt x="1433027" y="1114920"/>
                </a:lnTo>
                <a:lnTo>
                  <a:pt x="1433196" y="1114920"/>
                </a:lnTo>
                <a:lnTo>
                  <a:pt x="1433374" y="1114920"/>
                </a:lnTo>
                <a:lnTo>
                  <a:pt x="1433543" y="1114920"/>
                </a:lnTo>
                <a:lnTo>
                  <a:pt x="1433721" y="1114920"/>
                </a:lnTo>
                <a:lnTo>
                  <a:pt x="1433890" y="1114920"/>
                </a:lnTo>
                <a:lnTo>
                  <a:pt x="1434059" y="1114920"/>
                </a:lnTo>
                <a:lnTo>
                  <a:pt x="1434237" y="1114920"/>
                </a:lnTo>
                <a:lnTo>
                  <a:pt x="1434406" y="1114920"/>
                </a:lnTo>
                <a:lnTo>
                  <a:pt x="1434575" y="1114920"/>
                </a:lnTo>
                <a:lnTo>
                  <a:pt x="1434753" y="1114920"/>
                </a:lnTo>
                <a:lnTo>
                  <a:pt x="1434922" y="1114920"/>
                </a:lnTo>
                <a:lnTo>
                  <a:pt x="1435091" y="1114920"/>
                </a:lnTo>
                <a:lnTo>
                  <a:pt x="1435269" y="1114920"/>
                </a:lnTo>
                <a:lnTo>
                  <a:pt x="1435438" y="1114920"/>
                </a:lnTo>
                <a:lnTo>
                  <a:pt x="1435616" y="1114920"/>
                </a:lnTo>
                <a:lnTo>
                  <a:pt x="1435785" y="1114920"/>
                </a:lnTo>
                <a:lnTo>
                  <a:pt x="1435954" y="1114920"/>
                </a:lnTo>
                <a:lnTo>
                  <a:pt x="1436132" y="1114920"/>
                </a:lnTo>
                <a:lnTo>
                  <a:pt x="1436301" y="1114920"/>
                </a:lnTo>
                <a:lnTo>
                  <a:pt x="1436470" y="1114920"/>
                </a:lnTo>
                <a:lnTo>
                  <a:pt x="1436648" y="1114920"/>
                </a:lnTo>
                <a:lnTo>
                  <a:pt x="1436817" y="1114920"/>
                </a:lnTo>
                <a:lnTo>
                  <a:pt x="1436995" y="1114920"/>
                </a:lnTo>
                <a:lnTo>
                  <a:pt x="1437164" y="1114920"/>
                </a:lnTo>
                <a:lnTo>
                  <a:pt x="1437333" y="1114920"/>
                </a:lnTo>
                <a:lnTo>
                  <a:pt x="1437511" y="1114920"/>
                </a:lnTo>
                <a:lnTo>
                  <a:pt x="1437680" y="1114920"/>
                </a:lnTo>
                <a:lnTo>
                  <a:pt x="1437849" y="1114920"/>
                </a:lnTo>
                <a:lnTo>
                  <a:pt x="1438027" y="1114920"/>
                </a:lnTo>
                <a:lnTo>
                  <a:pt x="1438196" y="1114920"/>
                </a:lnTo>
                <a:lnTo>
                  <a:pt x="1438365" y="1114920"/>
                </a:lnTo>
                <a:lnTo>
                  <a:pt x="1438543" y="1114920"/>
                </a:lnTo>
                <a:lnTo>
                  <a:pt x="1438712" y="1114920"/>
                </a:lnTo>
                <a:lnTo>
                  <a:pt x="1438890" y="1114920"/>
                </a:lnTo>
                <a:lnTo>
                  <a:pt x="1439059" y="1114920"/>
                </a:lnTo>
                <a:lnTo>
                  <a:pt x="1439228" y="1114920"/>
                </a:lnTo>
                <a:lnTo>
                  <a:pt x="1439406" y="1114920"/>
                </a:lnTo>
                <a:lnTo>
                  <a:pt x="1439575" y="1114920"/>
                </a:lnTo>
                <a:lnTo>
                  <a:pt x="1439744" y="1114920"/>
                </a:lnTo>
                <a:lnTo>
                  <a:pt x="1439922" y="1114920"/>
                </a:lnTo>
                <a:lnTo>
                  <a:pt x="1440091" y="1114920"/>
                </a:lnTo>
                <a:lnTo>
                  <a:pt x="1440269" y="1114920"/>
                </a:lnTo>
                <a:lnTo>
                  <a:pt x="1440438" y="1114920"/>
                </a:lnTo>
                <a:lnTo>
                  <a:pt x="1440607" y="1114920"/>
                </a:lnTo>
                <a:lnTo>
                  <a:pt x="1440785" y="1114920"/>
                </a:lnTo>
                <a:lnTo>
                  <a:pt x="1440954" y="1114920"/>
                </a:lnTo>
                <a:lnTo>
                  <a:pt x="1441123" y="1114920"/>
                </a:lnTo>
                <a:lnTo>
                  <a:pt x="1441301" y="1114920"/>
                </a:lnTo>
                <a:lnTo>
                  <a:pt x="1441470" y="1114920"/>
                </a:lnTo>
                <a:lnTo>
                  <a:pt x="1441648" y="1114920"/>
                </a:lnTo>
                <a:lnTo>
                  <a:pt x="1441817" y="1114920"/>
                </a:lnTo>
                <a:lnTo>
                  <a:pt x="1441986" y="1114920"/>
                </a:lnTo>
                <a:lnTo>
                  <a:pt x="1442164" y="1114920"/>
                </a:lnTo>
                <a:lnTo>
                  <a:pt x="1442333" y="1114920"/>
                </a:lnTo>
                <a:lnTo>
                  <a:pt x="1442502" y="1114920"/>
                </a:lnTo>
                <a:lnTo>
                  <a:pt x="1442680" y="1114920"/>
                </a:lnTo>
                <a:lnTo>
                  <a:pt x="1442849" y="1114920"/>
                </a:lnTo>
                <a:lnTo>
                  <a:pt x="1443018" y="1114920"/>
                </a:lnTo>
                <a:lnTo>
                  <a:pt x="1443195" y="1114920"/>
                </a:lnTo>
                <a:lnTo>
                  <a:pt x="1443365" y="1114920"/>
                </a:lnTo>
                <a:lnTo>
                  <a:pt x="1443542" y="1114920"/>
                </a:lnTo>
                <a:lnTo>
                  <a:pt x="1443712" y="1114920"/>
                </a:lnTo>
                <a:lnTo>
                  <a:pt x="1443881" y="1114920"/>
                </a:lnTo>
                <a:lnTo>
                  <a:pt x="1444059" y="1114920"/>
                </a:lnTo>
                <a:lnTo>
                  <a:pt x="1444228" y="1114920"/>
                </a:lnTo>
                <a:lnTo>
                  <a:pt x="1444396" y="1114920"/>
                </a:lnTo>
                <a:lnTo>
                  <a:pt x="1444574" y="1114920"/>
                </a:lnTo>
                <a:lnTo>
                  <a:pt x="1444743" y="1114920"/>
                </a:lnTo>
                <a:lnTo>
                  <a:pt x="1444921" y="1114920"/>
                </a:lnTo>
                <a:lnTo>
                  <a:pt x="1445090" y="1114920"/>
                </a:lnTo>
                <a:lnTo>
                  <a:pt x="1445260" y="1114920"/>
                </a:lnTo>
                <a:lnTo>
                  <a:pt x="1445437" y="1114920"/>
                </a:lnTo>
                <a:lnTo>
                  <a:pt x="1445607" y="1114920"/>
                </a:lnTo>
                <a:lnTo>
                  <a:pt x="1445775" y="1114920"/>
                </a:lnTo>
                <a:lnTo>
                  <a:pt x="1445953" y="1114920"/>
                </a:lnTo>
                <a:lnTo>
                  <a:pt x="1446122" y="1114920"/>
                </a:lnTo>
                <a:lnTo>
                  <a:pt x="1446291" y="1114920"/>
                </a:lnTo>
                <a:lnTo>
                  <a:pt x="1446469" y="1114920"/>
                </a:lnTo>
                <a:lnTo>
                  <a:pt x="1446638" y="1114920"/>
                </a:lnTo>
                <a:lnTo>
                  <a:pt x="1446816" y="1114920"/>
                </a:lnTo>
                <a:lnTo>
                  <a:pt x="1446985" y="1114920"/>
                </a:lnTo>
                <a:lnTo>
                  <a:pt x="1447154" y="1114920"/>
                </a:lnTo>
                <a:lnTo>
                  <a:pt x="1447332" y="1114920"/>
                </a:lnTo>
                <a:lnTo>
                  <a:pt x="1447501" y="1114920"/>
                </a:lnTo>
                <a:lnTo>
                  <a:pt x="1447670" y="1114920"/>
                </a:lnTo>
                <a:lnTo>
                  <a:pt x="1447848" y="1114920"/>
                </a:lnTo>
                <a:lnTo>
                  <a:pt x="1448017" y="1114920"/>
                </a:lnTo>
                <a:lnTo>
                  <a:pt x="1448195" y="1114920"/>
                </a:lnTo>
                <a:lnTo>
                  <a:pt x="1448364" y="1114920"/>
                </a:lnTo>
                <a:lnTo>
                  <a:pt x="1448533" y="1114920"/>
                </a:lnTo>
                <a:lnTo>
                  <a:pt x="1448711" y="1114920"/>
                </a:lnTo>
                <a:lnTo>
                  <a:pt x="1448880" y="1114920"/>
                </a:lnTo>
                <a:lnTo>
                  <a:pt x="1449049" y="1114920"/>
                </a:lnTo>
                <a:lnTo>
                  <a:pt x="1449227" y="1114920"/>
                </a:lnTo>
                <a:lnTo>
                  <a:pt x="1449396" y="1114920"/>
                </a:lnTo>
                <a:lnTo>
                  <a:pt x="1449574" y="1114920"/>
                </a:lnTo>
                <a:lnTo>
                  <a:pt x="1449743" y="1114920"/>
                </a:lnTo>
                <a:lnTo>
                  <a:pt x="1449912" y="1114920"/>
                </a:lnTo>
                <a:lnTo>
                  <a:pt x="1450090" y="1114920"/>
                </a:lnTo>
                <a:lnTo>
                  <a:pt x="1450259" y="1114920"/>
                </a:lnTo>
                <a:lnTo>
                  <a:pt x="1450428" y="1114920"/>
                </a:lnTo>
                <a:lnTo>
                  <a:pt x="1450606" y="1114920"/>
                </a:lnTo>
                <a:lnTo>
                  <a:pt x="1450775" y="1114920"/>
                </a:lnTo>
                <a:lnTo>
                  <a:pt x="1450944" y="1114920"/>
                </a:lnTo>
                <a:lnTo>
                  <a:pt x="1451122" y="1114920"/>
                </a:lnTo>
                <a:lnTo>
                  <a:pt x="1451291" y="1114920"/>
                </a:lnTo>
                <a:lnTo>
                  <a:pt x="1451469" y="1114920"/>
                </a:lnTo>
                <a:lnTo>
                  <a:pt x="1451638" y="1114920"/>
                </a:lnTo>
                <a:lnTo>
                  <a:pt x="1451807" y="1114920"/>
                </a:lnTo>
                <a:lnTo>
                  <a:pt x="1451985" y="1114920"/>
                </a:lnTo>
                <a:lnTo>
                  <a:pt x="1452154" y="1114920"/>
                </a:lnTo>
                <a:lnTo>
                  <a:pt x="1452323" y="1114920"/>
                </a:lnTo>
                <a:lnTo>
                  <a:pt x="1452501" y="1114920"/>
                </a:lnTo>
                <a:lnTo>
                  <a:pt x="1452670" y="1114920"/>
                </a:lnTo>
                <a:lnTo>
                  <a:pt x="1452848" y="1114920"/>
                </a:lnTo>
                <a:lnTo>
                  <a:pt x="1453017" y="1114920"/>
                </a:lnTo>
                <a:lnTo>
                  <a:pt x="1453186" y="1114920"/>
                </a:lnTo>
                <a:lnTo>
                  <a:pt x="1453364" y="1114920"/>
                </a:lnTo>
                <a:lnTo>
                  <a:pt x="1453533" y="1114920"/>
                </a:lnTo>
                <a:lnTo>
                  <a:pt x="1453702" y="1114920"/>
                </a:lnTo>
                <a:lnTo>
                  <a:pt x="1453880" y="1114920"/>
                </a:lnTo>
                <a:lnTo>
                  <a:pt x="1454049" y="1114920"/>
                </a:lnTo>
                <a:lnTo>
                  <a:pt x="1454227" y="1114920"/>
                </a:lnTo>
                <a:lnTo>
                  <a:pt x="1454396" y="1114920"/>
                </a:lnTo>
                <a:lnTo>
                  <a:pt x="1454565" y="1114920"/>
                </a:lnTo>
                <a:lnTo>
                  <a:pt x="1454743" y="1114920"/>
                </a:lnTo>
                <a:lnTo>
                  <a:pt x="1454912" y="1114920"/>
                </a:lnTo>
                <a:lnTo>
                  <a:pt x="1455081" y="1114920"/>
                </a:lnTo>
                <a:lnTo>
                  <a:pt x="1455259" y="1114920"/>
                </a:lnTo>
                <a:lnTo>
                  <a:pt x="1455428" y="1114920"/>
                </a:lnTo>
                <a:lnTo>
                  <a:pt x="1455597" y="1114920"/>
                </a:lnTo>
                <a:lnTo>
                  <a:pt x="1455775" y="1114920"/>
                </a:lnTo>
                <a:lnTo>
                  <a:pt x="1455944" y="1114920"/>
                </a:lnTo>
                <a:lnTo>
                  <a:pt x="1456122" y="1114920"/>
                </a:lnTo>
                <a:lnTo>
                  <a:pt x="1456291" y="1114920"/>
                </a:lnTo>
                <a:lnTo>
                  <a:pt x="1456460" y="1114920"/>
                </a:lnTo>
                <a:lnTo>
                  <a:pt x="1456638" y="1114920"/>
                </a:lnTo>
                <a:lnTo>
                  <a:pt x="1456807" y="1114920"/>
                </a:lnTo>
                <a:lnTo>
                  <a:pt x="1456976" y="1114920"/>
                </a:lnTo>
                <a:lnTo>
                  <a:pt x="1457154" y="1114920"/>
                </a:lnTo>
                <a:lnTo>
                  <a:pt x="1457323" y="1114920"/>
                </a:lnTo>
                <a:lnTo>
                  <a:pt x="1457501" y="1114920"/>
                </a:lnTo>
                <a:lnTo>
                  <a:pt x="1457670" y="1114920"/>
                </a:lnTo>
                <a:lnTo>
                  <a:pt x="1457839" y="1114920"/>
                </a:lnTo>
                <a:lnTo>
                  <a:pt x="1458017" y="1114920"/>
                </a:lnTo>
                <a:lnTo>
                  <a:pt x="1458186" y="1114920"/>
                </a:lnTo>
                <a:lnTo>
                  <a:pt x="1458355" y="1114920"/>
                </a:lnTo>
                <a:lnTo>
                  <a:pt x="1458533" y="1114920"/>
                </a:lnTo>
                <a:lnTo>
                  <a:pt x="1458702" y="1114920"/>
                </a:lnTo>
                <a:lnTo>
                  <a:pt x="1458871" y="1114920"/>
                </a:lnTo>
                <a:lnTo>
                  <a:pt x="1459049" y="1114920"/>
                </a:lnTo>
                <a:lnTo>
                  <a:pt x="1459218" y="1114920"/>
                </a:lnTo>
                <a:lnTo>
                  <a:pt x="1459396" y="1114920"/>
                </a:lnTo>
                <a:lnTo>
                  <a:pt x="1459565" y="1114920"/>
                </a:lnTo>
                <a:lnTo>
                  <a:pt x="1459734" y="1114920"/>
                </a:lnTo>
                <a:lnTo>
                  <a:pt x="1459912" y="1114920"/>
                </a:lnTo>
                <a:lnTo>
                  <a:pt x="1460081" y="1114920"/>
                </a:lnTo>
                <a:lnTo>
                  <a:pt x="1460250" y="1114920"/>
                </a:lnTo>
                <a:lnTo>
                  <a:pt x="1460428" y="1114920"/>
                </a:lnTo>
                <a:lnTo>
                  <a:pt x="1460597" y="1114920"/>
                </a:lnTo>
                <a:lnTo>
                  <a:pt x="1460775" y="1114920"/>
                </a:lnTo>
                <a:lnTo>
                  <a:pt x="1460944" y="1114920"/>
                </a:lnTo>
                <a:lnTo>
                  <a:pt x="1461113" y="1114920"/>
                </a:lnTo>
                <a:lnTo>
                  <a:pt x="1461291" y="1114920"/>
                </a:lnTo>
                <a:lnTo>
                  <a:pt x="1461460" y="1114920"/>
                </a:lnTo>
                <a:lnTo>
                  <a:pt x="1461629" y="1114920"/>
                </a:lnTo>
                <a:lnTo>
                  <a:pt x="1461807" y="1114920"/>
                </a:lnTo>
                <a:lnTo>
                  <a:pt x="1461976" y="1114920"/>
                </a:lnTo>
                <a:lnTo>
                  <a:pt x="1462154" y="1114920"/>
                </a:lnTo>
                <a:lnTo>
                  <a:pt x="1462323" y="1114920"/>
                </a:lnTo>
                <a:lnTo>
                  <a:pt x="1462492" y="1114920"/>
                </a:lnTo>
                <a:lnTo>
                  <a:pt x="1462670" y="1114920"/>
                </a:lnTo>
                <a:lnTo>
                  <a:pt x="1462839" y="1114920"/>
                </a:lnTo>
                <a:lnTo>
                  <a:pt x="1463008" y="1114920"/>
                </a:lnTo>
                <a:lnTo>
                  <a:pt x="1463186" y="1114920"/>
                </a:lnTo>
                <a:lnTo>
                  <a:pt x="1463355" y="1114920"/>
                </a:lnTo>
                <a:lnTo>
                  <a:pt x="1463524" y="1114920"/>
                </a:lnTo>
                <a:lnTo>
                  <a:pt x="1463702" y="1114920"/>
                </a:lnTo>
                <a:lnTo>
                  <a:pt x="1463871" y="1114920"/>
                </a:lnTo>
                <a:lnTo>
                  <a:pt x="1464049" y="1114920"/>
                </a:lnTo>
                <a:lnTo>
                  <a:pt x="1464218" y="1114920"/>
                </a:lnTo>
                <a:lnTo>
                  <a:pt x="1464387" y="1114920"/>
                </a:lnTo>
                <a:lnTo>
                  <a:pt x="1464565" y="1114920"/>
                </a:lnTo>
                <a:lnTo>
                  <a:pt x="1464734" y="1114920"/>
                </a:lnTo>
                <a:lnTo>
                  <a:pt x="1464903" y="1114920"/>
                </a:lnTo>
                <a:lnTo>
                  <a:pt x="1465081" y="1114920"/>
                </a:lnTo>
                <a:lnTo>
                  <a:pt x="1465250" y="1114920"/>
                </a:lnTo>
                <a:lnTo>
                  <a:pt x="1465428" y="1114920"/>
                </a:lnTo>
                <a:lnTo>
                  <a:pt x="1465597" y="1114920"/>
                </a:lnTo>
                <a:lnTo>
                  <a:pt x="1465766" y="1114920"/>
                </a:lnTo>
                <a:lnTo>
                  <a:pt x="1465944" y="1114920"/>
                </a:lnTo>
                <a:lnTo>
                  <a:pt x="1466113" y="1114920"/>
                </a:lnTo>
                <a:lnTo>
                  <a:pt x="1466282" y="1114920"/>
                </a:lnTo>
                <a:lnTo>
                  <a:pt x="1466460" y="1114920"/>
                </a:lnTo>
                <a:lnTo>
                  <a:pt x="1466629" y="1114920"/>
                </a:lnTo>
                <a:lnTo>
                  <a:pt x="1466798" y="1114920"/>
                </a:lnTo>
                <a:lnTo>
                  <a:pt x="1466976" y="1114920"/>
                </a:lnTo>
                <a:lnTo>
                  <a:pt x="1467145" y="1114920"/>
                </a:lnTo>
                <a:lnTo>
                  <a:pt x="1467323" y="1114920"/>
                </a:lnTo>
                <a:lnTo>
                  <a:pt x="1467492" y="1114920"/>
                </a:lnTo>
                <a:lnTo>
                  <a:pt x="1467661" y="1114920"/>
                </a:lnTo>
                <a:lnTo>
                  <a:pt x="1467839" y="1114920"/>
                </a:lnTo>
                <a:lnTo>
                  <a:pt x="1468008" y="1114920"/>
                </a:lnTo>
                <a:lnTo>
                  <a:pt x="1468177" y="1114920"/>
                </a:lnTo>
                <a:lnTo>
                  <a:pt x="1468355" y="1114920"/>
                </a:lnTo>
                <a:lnTo>
                  <a:pt x="1468524" y="1114920"/>
                </a:lnTo>
                <a:lnTo>
                  <a:pt x="1468702" y="1114920"/>
                </a:lnTo>
                <a:lnTo>
                  <a:pt x="1468871" y="1114920"/>
                </a:lnTo>
                <a:lnTo>
                  <a:pt x="1469040" y="1114920"/>
                </a:lnTo>
                <a:lnTo>
                  <a:pt x="1469218" y="1114920"/>
                </a:lnTo>
                <a:lnTo>
                  <a:pt x="1469387" y="1114920"/>
                </a:lnTo>
                <a:lnTo>
                  <a:pt x="1469556" y="1114920"/>
                </a:lnTo>
                <a:lnTo>
                  <a:pt x="1469734" y="1114920"/>
                </a:lnTo>
                <a:lnTo>
                  <a:pt x="1469903" y="1114920"/>
                </a:lnTo>
                <a:lnTo>
                  <a:pt x="1470081" y="1114920"/>
                </a:lnTo>
                <a:lnTo>
                  <a:pt x="1470250" y="1114920"/>
                </a:lnTo>
                <a:lnTo>
                  <a:pt x="1470419" y="1114920"/>
                </a:lnTo>
                <a:lnTo>
                  <a:pt x="1470597" y="1114920"/>
                </a:lnTo>
                <a:lnTo>
                  <a:pt x="1470766" y="1114920"/>
                </a:lnTo>
                <a:lnTo>
                  <a:pt x="1470935" y="1114920"/>
                </a:lnTo>
                <a:lnTo>
                  <a:pt x="1471113" y="1114920"/>
                </a:lnTo>
                <a:lnTo>
                  <a:pt x="1471282" y="1114920"/>
                </a:lnTo>
                <a:lnTo>
                  <a:pt x="1471451" y="1114920"/>
                </a:lnTo>
                <a:lnTo>
                  <a:pt x="1471629" y="1114920"/>
                </a:lnTo>
                <a:lnTo>
                  <a:pt x="1471798" y="1114920"/>
                </a:lnTo>
                <a:lnTo>
                  <a:pt x="1471975" y="1114920"/>
                </a:lnTo>
                <a:lnTo>
                  <a:pt x="1472145" y="1114920"/>
                </a:lnTo>
                <a:lnTo>
                  <a:pt x="1472314" y="1114920"/>
                </a:lnTo>
                <a:lnTo>
                  <a:pt x="1472492" y="1114920"/>
                </a:lnTo>
                <a:lnTo>
                  <a:pt x="1472661" y="1114920"/>
                </a:lnTo>
                <a:lnTo>
                  <a:pt x="1472830" y="1114920"/>
                </a:lnTo>
                <a:lnTo>
                  <a:pt x="1473008" y="1114920"/>
                </a:lnTo>
                <a:lnTo>
                  <a:pt x="1473177" y="1114920"/>
                </a:lnTo>
                <a:lnTo>
                  <a:pt x="1473354" y="1114920"/>
                </a:lnTo>
                <a:lnTo>
                  <a:pt x="1473524" y="1114920"/>
                </a:lnTo>
                <a:lnTo>
                  <a:pt x="1473693" y="1114920"/>
                </a:lnTo>
                <a:lnTo>
                  <a:pt x="1473870" y="1114920"/>
                </a:lnTo>
                <a:lnTo>
                  <a:pt x="1474040" y="1114920"/>
                </a:lnTo>
                <a:lnTo>
                  <a:pt x="1474209" y="1114920"/>
                </a:lnTo>
                <a:lnTo>
                  <a:pt x="1474387" y="1114920"/>
                </a:lnTo>
                <a:lnTo>
                  <a:pt x="1474555" y="1114920"/>
                </a:lnTo>
                <a:lnTo>
                  <a:pt x="1474733" y="1114920"/>
                </a:lnTo>
                <a:lnTo>
                  <a:pt x="1474902" y="1114920"/>
                </a:lnTo>
                <a:lnTo>
                  <a:pt x="1475072" y="1114920"/>
                </a:lnTo>
                <a:lnTo>
                  <a:pt x="1475249" y="1114920"/>
                </a:lnTo>
                <a:lnTo>
                  <a:pt x="1475419" y="1114920"/>
                </a:lnTo>
                <a:lnTo>
                  <a:pt x="1475588" y="1114920"/>
                </a:lnTo>
                <a:lnTo>
                  <a:pt x="1475765" y="1114920"/>
                </a:lnTo>
                <a:lnTo>
                  <a:pt x="1475934" y="1114920"/>
                </a:lnTo>
                <a:lnTo>
                  <a:pt x="1476103" y="1114920"/>
                </a:lnTo>
                <a:lnTo>
                  <a:pt x="1476281" y="1114920"/>
                </a:lnTo>
                <a:lnTo>
                  <a:pt x="1476450" y="1114920"/>
                </a:lnTo>
                <a:lnTo>
                  <a:pt x="1476628" y="1114920"/>
                </a:lnTo>
                <a:lnTo>
                  <a:pt x="1476797" y="1114920"/>
                </a:lnTo>
                <a:lnTo>
                  <a:pt x="1476966" y="1114920"/>
                </a:lnTo>
                <a:lnTo>
                  <a:pt x="1477144" y="1114920"/>
                </a:lnTo>
                <a:lnTo>
                  <a:pt x="1477313" y="1114920"/>
                </a:lnTo>
                <a:lnTo>
                  <a:pt x="1477482" y="1114920"/>
                </a:lnTo>
                <a:lnTo>
                  <a:pt x="1477660" y="1114920"/>
                </a:lnTo>
                <a:lnTo>
                  <a:pt x="1477829" y="1114920"/>
                </a:lnTo>
                <a:lnTo>
                  <a:pt x="1478007" y="1114920"/>
                </a:lnTo>
                <a:lnTo>
                  <a:pt x="1478176" y="1114920"/>
                </a:lnTo>
                <a:lnTo>
                  <a:pt x="1478345" y="1114920"/>
                </a:lnTo>
                <a:lnTo>
                  <a:pt x="1478523" y="1114920"/>
                </a:lnTo>
                <a:lnTo>
                  <a:pt x="1478692" y="1114920"/>
                </a:lnTo>
                <a:lnTo>
                  <a:pt x="1478861" y="1114920"/>
                </a:lnTo>
                <a:lnTo>
                  <a:pt x="1479039" y="1114920"/>
                </a:lnTo>
                <a:lnTo>
                  <a:pt x="1479208" y="1114920"/>
                </a:lnTo>
                <a:lnTo>
                  <a:pt x="1479377" y="1114920"/>
                </a:lnTo>
                <a:lnTo>
                  <a:pt x="1479555" y="1114920"/>
                </a:lnTo>
                <a:lnTo>
                  <a:pt x="1479724" y="1114920"/>
                </a:lnTo>
                <a:lnTo>
                  <a:pt x="1479902" y="1114920"/>
                </a:lnTo>
                <a:lnTo>
                  <a:pt x="1480071" y="1114920"/>
                </a:lnTo>
                <a:lnTo>
                  <a:pt x="1480240" y="1114920"/>
                </a:lnTo>
                <a:lnTo>
                  <a:pt x="1480418" y="1114920"/>
                </a:lnTo>
                <a:lnTo>
                  <a:pt x="1480587" y="1114920"/>
                </a:lnTo>
                <a:lnTo>
                  <a:pt x="1480756" y="1114920"/>
                </a:lnTo>
                <a:lnTo>
                  <a:pt x="1480934" y="1114920"/>
                </a:lnTo>
                <a:lnTo>
                  <a:pt x="1481103" y="1114920"/>
                </a:lnTo>
                <a:lnTo>
                  <a:pt x="1481281" y="1114920"/>
                </a:lnTo>
                <a:lnTo>
                  <a:pt x="1481450" y="1114920"/>
                </a:lnTo>
                <a:lnTo>
                  <a:pt x="1481619" y="1114920"/>
                </a:lnTo>
                <a:lnTo>
                  <a:pt x="1481797" y="1114920"/>
                </a:lnTo>
                <a:lnTo>
                  <a:pt x="1481966" y="1114920"/>
                </a:lnTo>
                <a:lnTo>
                  <a:pt x="1482135" y="1114920"/>
                </a:lnTo>
                <a:lnTo>
                  <a:pt x="1482313" y="1114920"/>
                </a:lnTo>
                <a:lnTo>
                  <a:pt x="1482482" y="1114920"/>
                </a:lnTo>
                <a:lnTo>
                  <a:pt x="1482660" y="1114920"/>
                </a:lnTo>
                <a:lnTo>
                  <a:pt x="1482829" y="1114920"/>
                </a:lnTo>
                <a:lnTo>
                  <a:pt x="1482998" y="1114920"/>
                </a:lnTo>
                <a:lnTo>
                  <a:pt x="1483176" y="1114920"/>
                </a:lnTo>
                <a:lnTo>
                  <a:pt x="1483345" y="1114920"/>
                </a:lnTo>
                <a:lnTo>
                  <a:pt x="1483514" y="1114920"/>
                </a:lnTo>
                <a:lnTo>
                  <a:pt x="1483692" y="1114920"/>
                </a:lnTo>
                <a:lnTo>
                  <a:pt x="1483861" y="1114920"/>
                </a:lnTo>
                <a:lnTo>
                  <a:pt x="1484030" y="1114920"/>
                </a:lnTo>
                <a:lnTo>
                  <a:pt x="1484208" y="1114920"/>
                </a:lnTo>
                <a:lnTo>
                  <a:pt x="1484377" y="1114920"/>
                </a:lnTo>
                <a:lnTo>
                  <a:pt x="1484555" y="1114920"/>
                </a:lnTo>
                <a:lnTo>
                  <a:pt x="1484724" y="1114920"/>
                </a:lnTo>
                <a:lnTo>
                  <a:pt x="1484893" y="1114920"/>
                </a:lnTo>
                <a:lnTo>
                  <a:pt x="1485071" y="1114920"/>
                </a:lnTo>
                <a:lnTo>
                  <a:pt x="1485240" y="1114920"/>
                </a:lnTo>
                <a:lnTo>
                  <a:pt x="1485409" y="1114920"/>
                </a:lnTo>
                <a:lnTo>
                  <a:pt x="1485587" y="1114920"/>
                </a:lnTo>
                <a:lnTo>
                  <a:pt x="1485756" y="1114920"/>
                </a:lnTo>
                <a:lnTo>
                  <a:pt x="1485934" y="1114920"/>
                </a:lnTo>
                <a:lnTo>
                  <a:pt x="1486103" y="1114920"/>
                </a:lnTo>
                <a:lnTo>
                  <a:pt x="1486272" y="1114920"/>
                </a:lnTo>
                <a:lnTo>
                  <a:pt x="1486450" y="1114920"/>
                </a:lnTo>
                <a:lnTo>
                  <a:pt x="1486619" y="1114920"/>
                </a:lnTo>
                <a:lnTo>
                  <a:pt x="1486788" y="1114920"/>
                </a:lnTo>
                <a:lnTo>
                  <a:pt x="1486966" y="1114920"/>
                </a:lnTo>
                <a:lnTo>
                  <a:pt x="1487135" y="1114920"/>
                </a:lnTo>
                <a:lnTo>
                  <a:pt x="1487304" y="1114920"/>
                </a:lnTo>
                <a:lnTo>
                  <a:pt x="1487482" y="1114920"/>
                </a:lnTo>
                <a:lnTo>
                  <a:pt x="1487651" y="1114920"/>
                </a:lnTo>
                <a:lnTo>
                  <a:pt x="1487829" y="1114920"/>
                </a:lnTo>
                <a:lnTo>
                  <a:pt x="1487998" y="1114920"/>
                </a:lnTo>
                <a:lnTo>
                  <a:pt x="1488167" y="1114920"/>
                </a:lnTo>
                <a:lnTo>
                  <a:pt x="1488345" y="1114920"/>
                </a:lnTo>
                <a:lnTo>
                  <a:pt x="1488514" y="1114920"/>
                </a:lnTo>
                <a:lnTo>
                  <a:pt x="1488683" y="1114920"/>
                </a:lnTo>
                <a:lnTo>
                  <a:pt x="1488861" y="1114920"/>
                </a:lnTo>
                <a:lnTo>
                  <a:pt x="1489030" y="1114920"/>
                </a:lnTo>
                <a:lnTo>
                  <a:pt x="1489208" y="1114920"/>
                </a:lnTo>
                <a:lnTo>
                  <a:pt x="1489377" y="1114920"/>
                </a:lnTo>
                <a:lnTo>
                  <a:pt x="1489546" y="1114920"/>
                </a:lnTo>
                <a:lnTo>
                  <a:pt x="1489724" y="1114920"/>
                </a:lnTo>
                <a:lnTo>
                  <a:pt x="1489893" y="1114920"/>
                </a:lnTo>
                <a:lnTo>
                  <a:pt x="1490062" y="1114920"/>
                </a:lnTo>
                <a:lnTo>
                  <a:pt x="1490240" y="1114920"/>
                </a:lnTo>
                <a:lnTo>
                  <a:pt x="1490409" y="1114920"/>
                </a:lnTo>
                <a:lnTo>
                  <a:pt x="1490587" y="1114920"/>
                </a:lnTo>
                <a:lnTo>
                  <a:pt x="1490756" y="1114920"/>
                </a:lnTo>
                <a:lnTo>
                  <a:pt x="1490925" y="1114920"/>
                </a:lnTo>
                <a:lnTo>
                  <a:pt x="1491103" y="1114920"/>
                </a:lnTo>
                <a:lnTo>
                  <a:pt x="1491272" y="1114920"/>
                </a:lnTo>
                <a:lnTo>
                  <a:pt x="1491441" y="1114920"/>
                </a:lnTo>
                <a:lnTo>
                  <a:pt x="1491619" y="1114920"/>
                </a:lnTo>
                <a:lnTo>
                  <a:pt x="1491788" y="1114920"/>
                </a:lnTo>
                <a:lnTo>
                  <a:pt x="1491957" y="1114920"/>
                </a:lnTo>
                <a:lnTo>
                  <a:pt x="1492135" y="1114920"/>
                </a:lnTo>
                <a:lnTo>
                  <a:pt x="1492304" y="1114920"/>
                </a:lnTo>
                <a:lnTo>
                  <a:pt x="1492482" y="1114920"/>
                </a:lnTo>
                <a:lnTo>
                  <a:pt x="1492651" y="1114920"/>
                </a:lnTo>
                <a:lnTo>
                  <a:pt x="1492820" y="1114920"/>
                </a:lnTo>
                <a:lnTo>
                  <a:pt x="1492998" y="1114920"/>
                </a:lnTo>
                <a:lnTo>
                  <a:pt x="1493167" y="1114920"/>
                </a:lnTo>
                <a:lnTo>
                  <a:pt x="1493336" y="1114920"/>
                </a:lnTo>
                <a:lnTo>
                  <a:pt x="1493514" y="1114920"/>
                </a:lnTo>
                <a:lnTo>
                  <a:pt x="1493683" y="1114920"/>
                </a:lnTo>
                <a:lnTo>
                  <a:pt x="1493861" y="1114920"/>
                </a:lnTo>
                <a:lnTo>
                  <a:pt x="1494030" y="1114920"/>
                </a:lnTo>
                <a:lnTo>
                  <a:pt x="1494199" y="1114920"/>
                </a:lnTo>
                <a:lnTo>
                  <a:pt x="1494377" y="1114920"/>
                </a:lnTo>
                <a:lnTo>
                  <a:pt x="1494546" y="1114920"/>
                </a:lnTo>
                <a:lnTo>
                  <a:pt x="1494715" y="1114920"/>
                </a:lnTo>
                <a:lnTo>
                  <a:pt x="1494893" y="1114920"/>
                </a:lnTo>
                <a:lnTo>
                  <a:pt x="1495062" y="1114920"/>
                </a:lnTo>
                <a:lnTo>
                  <a:pt x="1495231" y="1114920"/>
                </a:lnTo>
                <a:lnTo>
                  <a:pt x="1495409" y="1114920"/>
                </a:lnTo>
                <a:lnTo>
                  <a:pt x="1495578" y="1114920"/>
                </a:lnTo>
                <a:lnTo>
                  <a:pt x="1495756" y="1114920"/>
                </a:lnTo>
                <a:lnTo>
                  <a:pt x="1495925" y="1114920"/>
                </a:lnTo>
                <a:lnTo>
                  <a:pt x="1496094" y="1114920"/>
                </a:lnTo>
                <a:lnTo>
                  <a:pt x="1496272" y="1114920"/>
                </a:lnTo>
                <a:lnTo>
                  <a:pt x="1496441" y="1114920"/>
                </a:lnTo>
                <a:lnTo>
                  <a:pt x="1496610" y="1114920"/>
                </a:lnTo>
                <a:lnTo>
                  <a:pt x="1496788" y="1114920"/>
                </a:lnTo>
                <a:lnTo>
                  <a:pt x="1496957" y="1114920"/>
                </a:lnTo>
                <a:lnTo>
                  <a:pt x="1497135" y="1114920"/>
                </a:lnTo>
                <a:lnTo>
                  <a:pt x="1497304" y="1114920"/>
                </a:lnTo>
                <a:lnTo>
                  <a:pt x="1497473" y="1114920"/>
                </a:lnTo>
                <a:lnTo>
                  <a:pt x="1497651" y="1114920"/>
                </a:lnTo>
                <a:lnTo>
                  <a:pt x="1497820" y="1114920"/>
                </a:lnTo>
                <a:lnTo>
                  <a:pt x="1497989" y="1114920"/>
                </a:lnTo>
                <a:lnTo>
                  <a:pt x="1498167" y="1114920"/>
                </a:lnTo>
                <a:lnTo>
                  <a:pt x="1498336" y="1114920"/>
                </a:lnTo>
                <a:lnTo>
                  <a:pt x="1498514" y="1114920"/>
                </a:lnTo>
                <a:lnTo>
                  <a:pt x="1498683" y="1114920"/>
                </a:lnTo>
                <a:lnTo>
                  <a:pt x="1498852" y="1114920"/>
                </a:lnTo>
                <a:lnTo>
                  <a:pt x="1499030" y="1114920"/>
                </a:lnTo>
                <a:lnTo>
                  <a:pt x="1499199" y="1114920"/>
                </a:lnTo>
                <a:lnTo>
                  <a:pt x="1499368" y="1114920"/>
                </a:lnTo>
                <a:lnTo>
                  <a:pt x="1499546" y="1114920"/>
                </a:lnTo>
                <a:lnTo>
                  <a:pt x="1499715" y="1114920"/>
                </a:lnTo>
                <a:lnTo>
                  <a:pt x="1499884" y="1114920"/>
                </a:lnTo>
                <a:lnTo>
                  <a:pt x="1500062" y="1114920"/>
                </a:lnTo>
                <a:lnTo>
                  <a:pt x="1500231" y="1114920"/>
                </a:lnTo>
                <a:lnTo>
                  <a:pt x="1500409" y="1114920"/>
                </a:lnTo>
                <a:lnTo>
                  <a:pt x="1500578" y="1114920"/>
                </a:lnTo>
                <a:lnTo>
                  <a:pt x="1500747" y="1114920"/>
                </a:lnTo>
                <a:lnTo>
                  <a:pt x="1500925" y="1114920"/>
                </a:lnTo>
                <a:lnTo>
                  <a:pt x="1501094" y="1114920"/>
                </a:lnTo>
                <a:lnTo>
                  <a:pt x="1501263" y="1114920"/>
                </a:lnTo>
                <a:lnTo>
                  <a:pt x="1501441" y="1114920"/>
                </a:lnTo>
                <a:lnTo>
                  <a:pt x="1501610" y="1114920"/>
                </a:lnTo>
                <a:lnTo>
                  <a:pt x="1501788" y="1114920"/>
                </a:lnTo>
                <a:lnTo>
                  <a:pt x="1501957" y="1114920"/>
                </a:lnTo>
                <a:lnTo>
                  <a:pt x="1502126" y="1114920"/>
                </a:lnTo>
                <a:lnTo>
                  <a:pt x="1502304" y="1114920"/>
                </a:lnTo>
                <a:lnTo>
                  <a:pt x="1502473" y="1114920"/>
                </a:lnTo>
                <a:lnTo>
                  <a:pt x="1502642" y="1114920"/>
                </a:lnTo>
                <a:lnTo>
                  <a:pt x="1502820" y="1114920"/>
                </a:lnTo>
                <a:lnTo>
                  <a:pt x="1502989" y="1114920"/>
                </a:lnTo>
                <a:lnTo>
                  <a:pt x="1503166" y="1114920"/>
                </a:lnTo>
                <a:lnTo>
                  <a:pt x="1503335" y="1114920"/>
                </a:lnTo>
                <a:lnTo>
                  <a:pt x="1503505" y="1114920"/>
                </a:lnTo>
                <a:lnTo>
                  <a:pt x="1503683" y="1114920"/>
                </a:lnTo>
                <a:lnTo>
                  <a:pt x="1503852" y="1114920"/>
                </a:lnTo>
                <a:lnTo>
                  <a:pt x="1504021" y="1114920"/>
                </a:lnTo>
                <a:lnTo>
                  <a:pt x="1504198" y="1114920"/>
                </a:lnTo>
                <a:lnTo>
                  <a:pt x="1504368" y="1114920"/>
                </a:lnTo>
                <a:lnTo>
                  <a:pt x="1504537" y="1114920"/>
                </a:lnTo>
                <a:lnTo>
                  <a:pt x="1504714" y="1114920"/>
                </a:lnTo>
                <a:lnTo>
                  <a:pt x="1504883" y="1114920"/>
                </a:lnTo>
                <a:lnTo>
                  <a:pt x="1505061" y="1114920"/>
                </a:lnTo>
                <a:lnTo>
                  <a:pt x="1505231" y="1114920"/>
                </a:lnTo>
                <a:lnTo>
                  <a:pt x="1505400" y="1114920"/>
                </a:lnTo>
                <a:lnTo>
                  <a:pt x="1505577" y="1114920"/>
                </a:lnTo>
                <a:lnTo>
                  <a:pt x="1505746" y="1114920"/>
                </a:lnTo>
                <a:lnTo>
                  <a:pt x="1505916" y="1114920"/>
                </a:lnTo>
                <a:lnTo>
                  <a:pt x="1506093" y="1114920"/>
                </a:lnTo>
                <a:lnTo>
                  <a:pt x="1506262" y="1114920"/>
                </a:lnTo>
                <a:lnTo>
                  <a:pt x="1506440" y="1114920"/>
                </a:lnTo>
                <a:lnTo>
                  <a:pt x="1506610" y="1114920"/>
                </a:lnTo>
                <a:lnTo>
                  <a:pt x="1506779" y="1114920"/>
                </a:lnTo>
                <a:lnTo>
                  <a:pt x="1506956" y="1114920"/>
                </a:lnTo>
                <a:lnTo>
                  <a:pt x="1507125" y="1114920"/>
                </a:lnTo>
                <a:lnTo>
                  <a:pt x="1507294" y="1114920"/>
                </a:lnTo>
                <a:lnTo>
                  <a:pt x="1507472" y="1114920"/>
                </a:lnTo>
                <a:lnTo>
                  <a:pt x="1507641" y="1114920"/>
                </a:lnTo>
                <a:lnTo>
                  <a:pt x="1507810" y="1114920"/>
                </a:lnTo>
                <a:lnTo>
                  <a:pt x="1507988" y="1114920"/>
                </a:lnTo>
                <a:lnTo>
                  <a:pt x="1508157" y="1114920"/>
                </a:lnTo>
                <a:lnTo>
                  <a:pt x="1508335" y="1114920"/>
                </a:lnTo>
                <a:lnTo>
                  <a:pt x="1508504" y="1114920"/>
                </a:lnTo>
                <a:lnTo>
                  <a:pt x="1508673" y="1114920"/>
                </a:lnTo>
                <a:lnTo>
                  <a:pt x="1508851" y="1114920"/>
                </a:lnTo>
                <a:lnTo>
                  <a:pt x="1509020" y="1114920"/>
                </a:lnTo>
                <a:lnTo>
                  <a:pt x="1509189" y="1114920"/>
                </a:lnTo>
                <a:lnTo>
                  <a:pt x="1509367" y="1114920"/>
                </a:lnTo>
                <a:lnTo>
                  <a:pt x="1509536" y="1114920"/>
                </a:lnTo>
                <a:lnTo>
                  <a:pt x="1509714" y="1114920"/>
                </a:lnTo>
                <a:lnTo>
                  <a:pt x="1509883" y="1114920"/>
                </a:lnTo>
                <a:lnTo>
                  <a:pt x="1510052" y="1114920"/>
                </a:lnTo>
                <a:lnTo>
                  <a:pt x="1510230" y="1114920"/>
                </a:lnTo>
                <a:lnTo>
                  <a:pt x="1510399" y="1114920"/>
                </a:lnTo>
                <a:lnTo>
                  <a:pt x="1510568" y="1114920"/>
                </a:lnTo>
                <a:lnTo>
                  <a:pt x="1510746" y="1114920"/>
                </a:lnTo>
                <a:lnTo>
                  <a:pt x="1510915" y="1114920"/>
                </a:lnTo>
                <a:lnTo>
                  <a:pt x="1511093" y="1114920"/>
                </a:lnTo>
                <a:lnTo>
                  <a:pt x="1511262" y="1114920"/>
                </a:lnTo>
                <a:lnTo>
                  <a:pt x="1511431" y="1114920"/>
                </a:lnTo>
                <a:lnTo>
                  <a:pt x="1511609" y="1114920"/>
                </a:lnTo>
                <a:lnTo>
                  <a:pt x="1511778" y="1114920"/>
                </a:lnTo>
                <a:lnTo>
                  <a:pt x="1511947" y="1114920"/>
                </a:lnTo>
                <a:lnTo>
                  <a:pt x="1512125" y="1114920"/>
                </a:lnTo>
                <a:lnTo>
                  <a:pt x="1512294" y="1114920"/>
                </a:lnTo>
                <a:lnTo>
                  <a:pt x="1512463" y="1114920"/>
                </a:lnTo>
                <a:lnTo>
                  <a:pt x="1512641" y="1114920"/>
                </a:lnTo>
                <a:lnTo>
                  <a:pt x="1512810" y="1114920"/>
                </a:lnTo>
                <a:lnTo>
                  <a:pt x="1512988" y="1114920"/>
                </a:lnTo>
                <a:lnTo>
                  <a:pt x="1513157" y="1114920"/>
                </a:lnTo>
                <a:lnTo>
                  <a:pt x="1513326" y="1114920"/>
                </a:lnTo>
                <a:lnTo>
                  <a:pt x="1513504" y="1114920"/>
                </a:lnTo>
                <a:lnTo>
                  <a:pt x="1513673" y="1114920"/>
                </a:lnTo>
                <a:lnTo>
                  <a:pt x="1513842" y="1114920"/>
                </a:lnTo>
                <a:lnTo>
                  <a:pt x="1514020" y="1114920"/>
                </a:lnTo>
                <a:lnTo>
                  <a:pt x="1514189" y="1114920"/>
                </a:lnTo>
                <a:lnTo>
                  <a:pt x="1514367" y="1114920"/>
                </a:lnTo>
                <a:lnTo>
                  <a:pt x="1514536" y="1114920"/>
                </a:lnTo>
                <a:lnTo>
                  <a:pt x="1514705" y="1114920"/>
                </a:lnTo>
                <a:lnTo>
                  <a:pt x="1514883" y="1114920"/>
                </a:lnTo>
                <a:lnTo>
                  <a:pt x="1515052" y="1114920"/>
                </a:lnTo>
                <a:lnTo>
                  <a:pt x="1515221" y="1114920"/>
                </a:lnTo>
                <a:lnTo>
                  <a:pt x="1515399" y="1114920"/>
                </a:lnTo>
                <a:lnTo>
                  <a:pt x="1515568" y="1114920"/>
                </a:lnTo>
                <a:lnTo>
                  <a:pt x="1515737" y="1114920"/>
                </a:lnTo>
                <a:lnTo>
                  <a:pt x="1515915" y="1114920"/>
                </a:lnTo>
                <a:lnTo>
                  <a:pt x="1516084" y="1114920"/>
                </a:lnTo>
                <a:lnTo>
                  <a:pt x="1516262" y="1114920"/>
                </a:lnTo>
                <a:lnTo>
                  <a:pt x="1516431" y="1114920"/>
                </a:lnTo>
                <a:lnTo>
                  <a:pt x="1516600" y="1114920"/>
                </a:lnTo>
                <a:lnTo>
                  <a:pt x="1516778" y="1114920"/>
                </a:lnTo>
                <a:lnTo>
                  <a:pt x="1516947" y="1114920"/>
                </a:lnTo>
                <a:lnTo>
                  <a:pt x="1517116" y="1114920"/>
                </a:lnTo>
                <a:lnTo>
                  <a:pt x="1517294" y="1114920"/>
                </a:lnTo>
                <a:lnTo>
                  <a:pt x="1517463" y="1114920"/>
                </a:lnTo>
                <a:lnTo>
                  <a:pt x="1517641" y="1114920"/>
                </a:lnTo>
                <a:lnTo>
                  <a:pt x="1517810" y="1114920"/>
                </a:lnTo>
                <a:lnTo>
                  <a:pt x="1517979" y="1114920"/>
                </a:lnTo>
                <a:lnTo>
                  <a:pt x="1518157" y="1114920"/>
                </a:lnTo>
                <a:lnTo>
                  <a:pt x="1518326" y="1114920"/>
                </a:lnTo>
                <a:lnTo>
                  <a:pt x="1518495" y="1114920"/>
                </a:lnTo>
                <a:lnTo>
                  <a:pt x="1518673" y="1114920"/>
                </a:lnTo>
                <a:lnTo>
                  <a:pt x="1518842" y="1114920"/>
                </a:lnTo>
                <a:lnTo>
                  <a:pt x="1519020" y="1114920"/>
                </a:lnTo>
                <a:lnTo>
                  <a:pt x="1519189" y="1114920"/>
                </a:lnTo>
                <a:lnTo>
                  <a:pt x="1519358" y="1114920"/>
                </a:lnTo>
                <a:lnTo>
                  <a:pt x="1519536" y="1114920"/>
                </a:lnTo>
                <a:lnTo>
                  <a:pt x="1519705" y="1114920"/>
                </a:lnTo>
                <a:lnTo>
                  <a:pt x="1519874" y="1114920"/>
                </a:lnTo>
                <a:lnTo>
                  <a:pt x="1520052" y="1114920"/>
                </a:lnTo>
                <a:lnTo>
                  <a:pt x="1520221" y="1114920"/>
                </a:lnTo>
                <a:lnTo>
                  <a:pt x="1520390" y="1114920"/>
                </a:lnTo>
                <a:lnTo>
                  <a:pt x="1520568" y="1114920"/>
                </a:lnTo>
                <a:lnTo>
                  <a:pt x="1520737" y="1114920"/>
                </a:lnTo>
                <a:lnTo>
                  <a:pt x="1520915" y="1114920"/>
                </a:lnTo>
                <a:lnTo>
                  <a:pt x="1521084" y="1114920"/>
                </a:lnTo>
                <a:lnTo>
                  <a:pt x="1521253" y="1114920"/>
                </a:lnTo>
                <a:lnTo>
                  <a:pt x="1521431" y="1114920"/>
                </a:lnTo>
                <a:lnTo>
                  <a:pt x="1521600" y="1114920"/>
                </a:lnTo>
                <a:lnTo>
                  <a:pt x="1521769" y="1114920"/>
                </a:lnTo>
                <a:lnTo>
                  <a:pt x="1521947" y="1114920"/>
                </a:lnTo>
                <a:lnTo>
                  <a:pt x="1522116" y="1114920"/>
                </a:lnTo>
                <a:lnTo>
                  <a:pt x="1522294" y="1114920"/>
                </a:lnTo>
                <a:lnTo>
                  <a:pt x="1522463" y="1114920"/>
                </a:lnTo>
                <a:lnTo>
                  <a:pt x="1522632" y="1114920"/>
                </a:lnTo>
                <a:lnTo>
                  <a:pt x="1522810" y="1114920"/>
                </a:lnTo>
                <a:lnTo>
                  <a:pt x="1522979" y="1114920"/>
                </a:lnTo>
                <a:lnTo>
                  <a:pt x="1523148" y="1114920"/>
                </a:lnTo>
                <a:lnTo>
                  <a:pt x="1523326" y="1114920"/>
                </a:lnTo>
                <a:lnTo>
                  <a:pt x="1523495" y="1114920"/>
                </a:lnTo>
                <a:lnTo>
                  <a:pt x="1523664" y="1114920"/>
                </a:lnTo>
                <a:lnTo>
                  <a:pt x="1523842" y="1114920"/>
                </a:lnTo>
                <a:lnTo>
                  <a:pt x="1524011" y="1114920"/>
                </a:lnTo>
                <a:lnTo>
                  <a:pt x="1524189" y="1114920"/>
                </a:lnTo>
                <a:lnTo>
                  <a:pt x="1524358" y="1114920"/>
                </a:lnTo>
                <a:lnTo>
                  <a:pt x="1524527" y="1114920"/>
                </a:lnTo>
                <a:lnTo>
                  <a:pt x="1524705" y="1114920"/>
                </a:lnTo>
                <a:lnTo>
                  <a:pt x="1524874" y="1114920"/>
                </a:lnTo>
                <a:lnTo>
                  <a:pt x="1525043" y="1114920"/>
                </a:lnTo>
                <a:lnTo>
                  <a:pt x="1525221" y="1114920"/>
                </a:lnTo>
                <a:lnTo>
                  <a:pt x="1525390" y="1114920"/>
                </a:lnTo>
                <a:lnTo>
                  <a:pt x="1525568" y="1114920"/>
                </a:lnTo>
                <a:lnTo>
                  <a:pt x="1525737" y="1114920"/>
                </a:lnTo>
                <a:lnTo>
                  <a:pt x="1525906" y="1114920"/>
                </a:lnTo>
                <a:lnTo>
                  <a:pt x="1526084" y="1114920"/>
                </a:lnTo>
                <a:lnTo>
                  <a:pt x="1526253" y="1114920"/>
                </a:lnTo>
                <a:lnTo>
                  <a:pt x="1526422" y="1114920"/>
                </a:lnTo>
                <a:lnTo>
                  <a:pt x="1526600" y="1114920"/>
                </a:lnTo>
                <a:lnTo>
                  <a:pt x="1526769" y="1114920"/>
                </a:lnTo>
                <a:lnTo>
                  <a:pt x="1526947" y="1114920"/>
                </a:lnTo>
                <a:lnTo>
                  <a:pt x="1527116" y="1114920"/>
                </a:lnTo>
                <a:lnTo>
                  <a:pt x="1527285" y="1114920"/>
                </a:lnTo>
                <a:lnTo>
                  <a:pt x="1527463" y="1114920"/>
                </a:lnTo>
                <a:lnTo>
                  <a:pt x="1527632" y="1114920"/>
                </a:lnTo>
                <a:lnTo>
                  <a:pt x="1527801" y="1114920"/>
                </a:lnTo>
                <a:lnTo>
                  <a:pt x="1527979" y="1114920"/>
                </a:lnTo>
                <a:lnTo>
                  <a:pt x="1528148" y="1114920"/>
                </a:lnTo>
                <a:lnTo>
                  <a:pt x="1528317" y="1114920"/>
                </a:lnTo>
                <a:lnTo>
                  <a:pt x="1528495" y="1114920"/>
                </a:lnTo>
                <a:lnTo>
                  <a:pt x="1528664" y="1114920"/>
                </a:lnTo>
                <a:lnTo>
                  <a:pt x="1528842" y="1114920"/>
                </a:lnTo>
                <a:lnTo>
                  <a:pt x="1529011" y="1114920"/>
                </a:lnTo>
                <a:lnTo>
                  <a:pt x="1529180" y="1114920"/>
                </a:lnTo>
                <a:lnTo>
                  <a:pt x="1529358" y="1114920"/>
                </a:lnTo>
                <a:lnTo>
                  <a:pt x="1529527" y="1114920"/>
                </a:lnTo>
                <a:lnTo>
                  <a:pt x="1529696" y="1114920"/>
                </a:lnTo>
                <a:lnTo>
                  <a:pt x="1529874" y="1114920"/>
                </a:lnTo>
                <a:lnTo>
                  <a:pt x="1530043" y="1114920"/>
                </a:lnTo>
                <a:lnTo>
                  <a:pt x="1530221" y="1114920"/>
                </a:lnTo>
                <a:lnTo>
                  <a:pt x="1530390" y="1114920"/>
                </a:lnTo>
                <a:lnTo>
                  <a:pt x="1530559" y="1114920"/>
                </a:lnTo>
                <a:lnTo>
                  <a:pt x="1530737" y="1114920"/>
                </a:lnTo>
                <a:lnTo>
                  <a:pt x="1530906" y="1114920"/>
                </a:lnTo>
                <a:lnTo>
                  <a:pt x="1531075" y="1114920"/>
                </a:lnTo>
                <a:lnTo>
                  <a:pt x="1531253" y="1114920"/>
                </a:lnTo>
                <a:lnTo>
                  <a:pt x="1531422" y="1114920"/>
                </a:lnTo>
                <a:lnTo>
                  <a:pt x="1531600" y="1114920"/>
                </a:lnTo>
                <a:lnTo>
                  <a:pt x="1531768" y="1114920"/>
                </a:lnTo>
                <a:lnTo>
                  <a:pt x="1531938" y="1114920"/>
                </a:lnTo>
                <a:lnTo>
                  <a:pt x="1532116" y="1114920"/>
                </a:lnTo>
                <a:lnTo>
                  <a:pt x="1532285" y="1114920"/>
                </a:lnTo>
                <a:lnTo>
                  <a:pt x="1532454" y="1114920"/>
                </a:lnTo>
                <a:lnTo>
                  <a:pt x="1532632" y="1114920"/>
                </a:lnTo>
                <a:lnTo>
                  <a:pt x="1532801" y="1114920"/>
                </a:lnTo>
                <a:lnTo>
                  <a:pt x="1532970" y="1114920"/>
                </a:lnTo>
                <a:lnTo>
                  <a:pt x="1533147" y="1114920"/>
                </a:lnTo>
                <a:lnTo>
                  <a:pt x="1533316" y="1114920"/>
                </a:lnTo>
                <a:lnTo>
                  <a:pt x="1533495" y="1114920"/>
                </a:lnTo>
                <a:lnTo>
                  <a:pt x="1533664" y="1114920"/>
                </a:lnTo>
                <a:lnTo>
                  <a:pt x="1533833" y="1114920"/>
                </a:lnTo>
                <a:lnTo>
                  <a:pt x="1534010" y="1114920"/>
                </a:lnTo>
                <a:lnTo>
                  <a:pt x="1534180" y="1114920"/>
                </a:lnTo>
                <a:lnTo>
                  <a:pt x="1534349" y="1114920"/>
                </a:lnTo>
                <a:lnTo>
                  <a:pt x="1534526" y="1114920"/>
                </a:lnTo>
                <a:lnTo>
                  <a:pt x="1534695" y="1114920"/>
                </a:lnTo>
                <a:lnTo>
                  <a:pt x="1534873" y="1114920"/>
                </a:lnTo>
                <a:lnTo>
                  <a:pt x="1535043" y="1114920"/>
                </a:lnTo>
                <a:lnTo>
                  <a:pt x="1535212" y="1114920"/>
                </a:lnTo>
                <a:lnTo>
                  <a:pt x="1535389" y="1114920"/>
                </a:lnTo>
                <a:lnTo>
                  <a:pt x="1535558" y="1114920"/>
                </a:lnTo>
                <a:lnTo>
                  <a:pt x="1535728" y="1114920"/>
                </a:lnTo>
                <a:lnTo>
                  <a:pt x="1535905" y="1114920"/>
                </a:lnTo>
                <a:lnTo>
                  <a:pt x="1536074" y="1114920"/>
                </a:lnTo>
                <a:lnTo>
                  <a:pt x="1536243" y="1114920"/>
                </a:lnTo>
                <a:lnTo>
                  <a:pt x="1536421" y="1114920"/>
                </a:lnTo>
                <a:lnTo>
                  <a:pt x="1536591" y="1114920"/>
                </a:lnTo>
                <a:lnTo>
                  <a:pt x="1536768" y="1114920"/>
                </a:lnTo>
                <a:lnTo>
                  <a:pt x="1536937" y="1114920"/>
                </a:lnTo>
                <a:lnTo>
                  <a:pt x="1537106" y="1114920"/>
                </a:lnTo>
                <a:lnTo>
                  <a:pt x="1537284" y="1114920"/>
                </a:lnTo>
                <a:lnTo>
                  <a:pt x="1537453" y="1114920"/>
                </a:lnTo>
                <a:lnTo>
                  <a:pt x="1537622" y="1114920"/>
                </a:lnTo>
                <a:lnTo>
                  <a:pt x="1537800" y="1114920"/>
                </a:lnTo>
                <a:lnTo>
                  <a:pt x="1537970" y="1114920"/>
                </a:lnTo>
                <a:lnTo>
                  <a:pt x="1538147" y="1114920"/>
                </a:lnTo>
                <a:lnTo>
                  <a:pt x="1538316" y="1114920"/>
                </a:lnTo>
                <a:lnTo>
                  <a:pt x="1538485" y="1114920"/>
                </a:lnTo>
                <a:lnTo>
                  <a:pt x="1538663" y="1114920"/>
                </a:lnTo>
                <a:lnTo>
                  <a:pt x="1538832" y="1114920"/>
                </a:lnTo>
                <a:lnTo>
                  <a:pt x="1539001" y="1114920"/>
                </a:lnTo>
                <a:lnTo>
                  <a:pt x="1539179" y="1114920"/>
                </a:lnTo>
                <a:lnTo>
                  <a:pt x="1539348" y="1114920"/>
                </a:lnTo>
                <a:lnTo>
                  <a:pt x="1539526" y="1114920"/>
                </a:lnTo>
                <a:lnTo>
                  <a:pt x="1539695" y="1114920"/>
                </a:lnTo>
                <a:lnTo>
                  <a:pt x="1539864" y="1114920"/>
                </a:lnTo>
                <a:lnTo>
                  <a:pt x="1540042" y="1114920"/>
                </a:lnTo>
                <a:lnTo>
                  <a:pt x="1540211" y="1114920"/>
                </a:lnTo>
                <a:lnTo>
                  <a:pt x="1540380" y="1114920"/>
                </a:lnTo>
                <a:lnTo>
                  <a:pt x="1540558" y="1114920"/>
                </a:lnTo>
                <a:lnTo>
                  <a:pt x="1540727" y="1114920"/>
                </a:lnTo>
                <a:lnTo>
                  <a:pt x="1540896" y="1114920"/>
                </a:lnTo>
                <a:lnTo>
                  <a:pt x="1541074" y="1114920"/>
                </a:lnTo>
                <a:lnTo>
                  <a:pt x="1541243" y="1114920"/>
                </a:lnTo>
                <a:lnTo>
                  <a:pt x="1541421" y="1114920"/>
                </a:lnTo>
                <a:lnTo>
                  <a:pt x="1541590" y="1114920"/>
                </a:lnTo>
                <a:lnTo>
                  <a:pt x="1541759" y="1114920"/>
                </a:lnTo>
                <a:lnTo>
                  <a:pt x="1541937" y="1114920"/>
                </a:lnTo>
                <a:lnTo>
                  <a:pt x="1542106" y="1114920"/>
                </a:lnTo>
                <a:lnTo>
                  <a:pt x="1542275" y="1114920"/>
                </a:lnTo>
                <a:lnTo>
                  <a:pt x="1542453" y="1114920"/>
                </a:lnTo>
                <a:lnTo>
                  <a:pt x="1542622" y="1114920"/>
                </a:lnTo>
                <a:lnTo>
                  <a:pt x="1542800" y="1114920"/>
                </a:lnTo>
                <a:lnTo>
                  <a:pt x="1542969" y="1114920"/>
                </a:lnTo>
                <a:lnTo>
                  <a:pt x="1543138" y="1114920"/>
                </a:lnTo>
                <a:lnTo>
                  <a:pt x="1543316" y="1114920"/>
                </a:lnTo>
                <a:lnTo>
                  <a:pt x="1543485" y="1114920"/>
                </a:lnTo>
                <a:lnTo>
                  <a:pt x="1543654" y="1114920"/>
                </a:lnTo>
                <a:lnTo>
                  <a:pt x="1543832" y="1114920"/>
                </a:lnTo>
                <a:lnTo>
                  <a:pt x="1544001" y="1114920"/>
                </a:lnTo>
                <a:lnTo>
                  <a:pt x="1544170" y="1114920"/>
                </a:lnTo>
                <a:lnTo>
                  <a:pt x="1544348" y="1114920"/>
                </a:lnTo>
                <a:lnTo>
                  <a:pt x="1544517" y="1114920"/>
                </a:lnTo>
                <a:lnTo>
                  <a:pt x="1544695" y="1114920"/>
                </a:lnTo>
                <a:lnTo>
                  <a:pt x="1544864" y="1114920"/>
                </a:lnTo>
                <a:lnTo>
                  <a:pt x="1545033" y="1114920"/>
                </a:lnTo>
                <a:lnTo>
                  <a:pt x="1545211" y="1114920"/>
                </a:lnTo>
                <a:lnTo>
                  <a:pt x="1545380" y="1114920"/>
                </a:lnTo>
                <a:lnTo>
                  <a:pt x="1545549" y="1114920"/>
                </a:lnTo>
                <a:lnTo>
                  <a:pt x="1545727" y="1114920"/>
                </a:lnTo>
                <a:lnTo>
                  <a:pt x="1545896" y="1114920"/>
                </a:lnTo>
                <a:lnTo>
                  <a:pt x="1546074" y="1114920"/>
                </a:lnTo>
                <a:lnTo>
                  <a:pt x="1546243" y="1114920"/>
                </a:lnTo>
                <a:lnTo>
                  <a:pt x="1546412" y="1114920"/>
                </a:lnTo>
                <a:lnTo>
                  <a:pt x="1546590" y="1114920"/>
                </a:lnTo>
                <a:lnTo>
                  <a:pt x="1546759" y="1114920"/>
                </a:lnTo>
                <a:lnTo>
                  <a:pt x="1546928" y="1114920"/>
                </a:lnTo>
                <a:lnTo>
                  <a:pt x="1547106" y="1114920"/>
                </a:lnTo>
                <a:lnTo>
                  <a:pt x="1547275" y="1114920"/>
                </a:lnTo>
                <a:lnTo>
                  <a:pt x="1547453" y="1114920"/>
                </a:lnTo>
                <a:lnTo>
                  <a:pt x="1547622" y="1114920"/>
                </a:lnTo>
                <a:lnTo>
                  <a:pt x="1547791" y="1114920"/>
                </a:lnTo>
                <a:lnTo>
                  <a:pt x="1547969" y="1114920"/>
                </a:lnTo>
                <a:lnTo>
                  <a:pt x="1548138" y="1114920"/>
                </a:lnTo>
                <a:lnTo>
                  <a:pt x="1548307" y="1114920"/>
                </a:lnTo>
                <a:lnTo>
                  <a:pt x="1548485" y="1114920"/>
                </a:lnTo>
                <a:lnTo>
                  <a:pt x="1548654" y="1114920"/>
                </a:lnTo>
                <a:lnTo>
                  <a:pt x="1548823" y="1114920"/>
                </a:lnTo>
                <a:lnTo>
                  <a:pt x="1549001" y="1114920"/>
                </a:lnTo>
                <a:lnTo>
                  <a:pt x="1549170" y="1114920"/>
                </a:lnTo>
                <a:lnTo>
                  <a:pt x="1549348" y="1114920"/>
                </a:lnTo>
                <a:lnTo>
                  <a:pt x="1549517" y="1114920"/>
                </a:lnTo>
                <a:lnTo>
                  <a:pt x="1549686" y="1114920"/>
                </a:lnTo>
                <a:lnTo>
                  <a:pt x="1549864" y="1114920"/>
                </a:lnTo>
                <a:lnTo>
                  <a:pt x="1550033" y="1114920"/>
                </a:lnTo>
                <a:lnTo>
                  <a:pt x="1550202" y="1114920"/>
                </a:lnTo>
                <a:lnTo>
                  <a:pt x="1550380" y="1114920"/>
                </a:lnTo>
                <a:lnTo>
                  <a:pt x="1550549" y="1114920"/>
                </a:lnTo>
                <a:lnTo>
                  <a:pt x="1550727" y="1114920"/>
                </a:lnTo>
                <a:lnTo>
                  <a:pt x="1550896" y="1114920"/>
                </a:lnTo>
                <a:lnTo>
                  <a:pt x="1551065" y="1114920"/>
                </a:lnTo>
                <a:lnTo>
                  <a:pt x="1551243" y="1114920"/>
                </a:lnTo>
                <a:lnTo>
                  <a:pt x="1551412" y="1114920"/>
                </a:lnTo>
                <a:lnTo>
                  <a:pt x="1551581" y="1114920"/>
                </a:lnTo>
                <a:lnTo>
                  <a:pt x="1551759" y="1114920"/>
                </a:lnTo>
                <a:lnTo>
                  <a:pt x="1551928" y="1114920"/>
                </a:lnTo>
                <a:lnTo>
                  <a:pt x="1552106" y="1114920"/>
                </a:lnTo>
                <a:lnTo>
                  <a:pt x="1552275" y="1114920"/>
                </a:lnTo>
                <a:lnTo>
                  <a:pt x="1552444" y="1114920"/>
                </a:lnTo>
                <a:lnTo>
                  <a:pt x="1552622" y="1114920"/>
                </a:lnTo>
                <a:lnTo>
                  <a:pt x="1552791" y="1114920"/>
                </a:lnTo>
                <a:lnTo>
                  <a:pt x="1552960" y="1114920"/>
                </a:lnTo>
                <a:lnTo>
                  <a:pt x="1553138" y="1114920"/>
                </a:lnTo>
                <a:lnTo>
                  <a:pt x="1553307" y="1114920"/>
                </a:lnTo>
                <a:lnTo>
                  <a:pt x="1553476" y="1114920"/>
                </a:lnTo>
                <a:lnTo>
                  <a:pt x="1553654" y="1114920"/>
                </a:lnTo>
                <a:lnTo>
                  <a:pt x="1553823" y="1114920"/>
                </a:lnTo>
                <a:lnTo>
                  <a:pt x="1554001" y="1114920"/>
                </a:lnTo>
                <a:lnTo>
                  <a:pt x="1554170" y="1114920"/>
                </a:lnTo>
                <a:lnTo>
                  <a:pt x="1554339" y="1114920"/>
                </a:lnTo>
                <a:lnTo>
                  <a:pt x="1554517" y="1114920"/>
                </a:lnTo>
                <a:lnTo>
                  <a:pt x="1554686" y="1114920"/>
                </a:lnTo>
                <a:lnTo>
                  <a:pt x="1554855" y="1114920"/>
                </a:lnTo>
                <a:lnTo>
                  <a:pt x="1555033" y="1114920"/>
                </a:lnTo>
                <a:lnTo>
                  <a:pt x="1555202" y="1114920"/>
                </a:lnTo>
                <a:lnTo>
                  <a:pt x="1555380" y="1114920"/>
                </a:lnTo>
                <a:lnTo>
                  <a:pt x="1555549" y="1114920"/>
                </a:lnTo>
                <a:lnTo>
                  <a:pt x="1555718" y="1114920"/>
                </a:lnTo>
                <a:lnTo>
                  <a:pt x="1555896" y="1114920"/>
                </a:lnTo>
                <a:lnTo>
                  <a:pt x="1556065" y="1114920"/>
                </a:lnTo>
                <a:lnTo>
                  <a:pt x="1556234" y="1114920"/>
                </a:lnTo>
                <a:lnTo>
                  <a:pt x="1556412" y="1114920"/>
                </a:lnTo>
                <a:lnTo>
                  <a:pt x="1556581" y="1114920"/>
                </a:lnTo>
                <a:lnTo>
                  <a:pt x="1556750" y="1114920"/>
                </a:lnTo>
                <a:lnTo>
                  <a:pt x="1556928" y="1114920"/>
                </a:lnTo>
                <a:lnTo>
                  <a:pt x="1557097" y="1114920"/>
                </a:lnTo>
                <a:lnTo>
                  <a:pt x="1557275" y="1114920"/>
                </a:lnTo>
                <a:lnTo>
                  <a:pt x="1557444" y="1114920"/>
                </a:lnTo>
                <a:lnTo>
                  <a:pt x="1557613" y="1114920"/>
                </a:lnTo>
                <a:lnTo>
                  <a:pt x="1557791" y="1114920"/>
                </a:lnTo>
                <a:lnTo>
                  <a:pt x="1557960" y="1114920"/>
                </a:lnTo>
                <a:lnTo>
                  <a:pt x="1558129" y="1114920"/>
                </a:lnTo>
                <a:lnTo>
                  <a:pt x="1558307" y="1114920"/>
                </a:lnTo>
                <a:lnTo>
                  <a:pt x="1558476" y="1114920"/>
                </a:lnTo>
                <a:lnTo>
                  <a:pt x="1558654" y="1114920"/>
                </a:lnTo>
                <a:lnTo>
                  <a:pt x="1558823" y="1114920"/>
                </a:lnTo>
                <a:lnTo>
                  <a:pt x="1558992" y="1114920"/>
                </a:lnTo>
                <a:lnTo>
                  <a:pt x="1559170" y="1114920"/>
                </a:lnTo>
                <a:lnTo>
                  <a:pt x="1559339" y="1114920"/>
                </a:lnTo>
                <a:lnTo>
                  <a:pt x="1559508" y="1114920"/>
                </a:lnTo>
                <a:lnTo>
                  <a:pt x="1559686" y="1114920"/>
                </a:lnTo>
                <a:lnTo>
                  <a:pt x="1559855" y="1114920"/>
                </a:lnTo>
                <a:lnTo>
                  <a:pt x="1560033" y="1114920"/>
                </a:lnTo>
                <a:lnTo>
                  <a:pt x="1560202" y="1114920"/>
                </a:lnTo>
                <a:lnTo>
                  <a:pt x="1560371" y="1114920"/>
                </a:lnTo>
                <a:lnTo>
                  <a:pt x="1560549" y="1114920"/>
                </a:lnTo>
                <a:lnTo>
                  <a:pt x="1560718" y="1114920"/>
                </a:lnTo>
                <a:lnTo>
                  <a:pt x="1560887" y="1114920"/>
                </a:lnTo>
                <a:lnTo>
                  <a:pt x="1561065" y="1114920"/>
                </a:lnTo>
                <a:lnTo>
                  <a:pt x="1561234" y="1114920"/>
                </a:lnTo>
                <a:lnTo>
                  <a:pt x="1561403" y="1114920"/>
                </a:lnTo>
                <a:lnTo>
                  <a:pt x="1561581" y="1114920"/>
                </a:lnTo>
                <a:lnTo>
                  <a:pt x="1561750" y="1114920"/>
                </a:lnTo>
                <a:lnTo>
                  <a:pt x="1561928" y="1114920"/>
                </a:lnTo>
                <a:lnTo>
                  <a:pt x="1562097" y="1114920"/>
                </a:lnTo>
                <a:lnTo>
                  <a:pt x="1562266" y="1114920"/>
                </a:lnTo>
                <a:lnTo>
                  <a:pt x="1562443" y="1114920"/>
                </a:lnTo>
                <a:lnTo>
                  <a:pt x="1562613" y="1114920"/>
                </a:lnTo>
                <a:lnTo>
                  <a:pt x="1562782" y="1114920"/>
                </a:lnTo>
                <a:lnTo>
                  <a:pt x="1562960" y="1114920"/>
                </a:lnTo>
                <a:lnTo>
                  <a:pt x="1563128" y="1114920"/>
                </a:lnTo>
                <a:lnTo>
                  <a:pt x="1563307" y="1114920"/>
                </a:lnTo>
                <a:lnTo>
                  <a:pt x="1563476" y="1114920"/>
                </a:lnTo>
                <a:lnTo>
                  <a:pt x="1563645" y="1114920"/>
                </a:lnTo>
                <a:lnTo>
                  <a:pt x="1563822" y="1114920"/>
                </a:lnTo>
                <a:lnTo>
                  <a:pt x="1563992" y="1114920"/>
                </a:lnTo>
                <a:lnTo>
                  <a:pt x="1564161" y="1114920"/>
                </a:lnTo>
                <a:lnTo>
                  <a:pt x="1564338" y="1114920"/>
                </a:lnTo>
                <a:lnTo>
                  <a:pt x="1564507" y="1114920"/>
                </a:lnTo>
                <a:lnTo>
                  <a:pt x="1564676" y="1114920"/>
                </a:lnTo>
                <a:lnTo>
                  <a:pt x="1564855" y="1114920"/>
                </a:lnTo>
                <a:lnTo>
                  <a:pt x="1565024" y="1114920"/>
                </a:lnTo>
                <a:lnTo>
                  <a:pt x="1565201" y="1114920"/>
                </a:lnTo>
                <a:lnTo>
                  <a:pt x="1565370" y="1114920"/>
                </a:lnTo>
                <a:lnTo>
                  <a:pt x="1565540" y="1114920"/>
                </a:lnTo>
                <a:lnTo>
                  <a:pt x="1565717" y="1114920"/>
                </a:lnTo>
                <a:lnTo>
                  <a:pt x="1565886" y="1114920"/>
                </a:lnTo>
                <a:lnTo>
                  <a:pt x="1566055" y="1114920"/>
                </a:lnTo>
                <a:lnTo>
                  <a:pt x="1566233" y="1114920"/>
                </a:lnTo>
                <a:lnTo>
                  <a:pt x="1566403" y="1114920"/>
                </a:lnTo>
                <a:lnTo>
                  <a:pt x="1566580" y="1114920"/>
                </a:lnTo>
                <a:lnTo>
                  <a:pt x="1566749" y="1114920"/>
                </a:lnTo>
                <a:lnTo>
                  <a:pt x="1566918" y="1114920"/>
                </a:lnTo>
                <a:lnTo>
                  <a:pt x="1567096" y="1114920"/>
                </a:lnTo>
                <a:lnTo>
                  <a:pt x="1567265" y="1114920"/>
                </a:lnTo>
                <a:lnTo>
                  <a:pt x="1567434" y="1114920"/>
                </a:lnTo>
                <a:lnTo>
                  <a:pt x="1567612" y="1114920"/>
                </a:lnTo>
                <a:lnTo>
                  <a:pt x="1567781" y="1114920"/>
                </a:lnTo>
                <a:lnTo>
                  <a:pt x="1567959" y="1114920"/>
                </a:lnTo>
                <a:lnTo>
                  <a:pt x="1568128" y="1114920"/>
                </a:lnTo>
                <a:lnTo>
                  <a:pt x="1568297" y="1114920"/>
                </a:lnTo>
                <a:lnTo>
                  <a:pt x="1568475" y="1114920"/>
                </a:lnTo>
                <a:lnTo>
                  <a:pt x="1568644" y="1114920"/>
                </a:lnTo>
                <a:lnTo>
                  <a:pt x="1568813" y="1114920"/>
                </a:lnTo>
                <a:lnTo>
                  <a:pt x="1568991" y="1114920"/>
                </a:lnTo>
                <a:lnTo>
                  <a:pt x="1569160" y="1114920"/>
                </a:lnTo>
                <a:lnTo>
                  <a:pt x="1569329" y="1114920"/>
                </a:lnTo>
                <a:lnTo>
                  <a:pt x="1569507" y="1114920"/>
                </a:lnTo>
                <a:lnTo>
                  <a:pt x="1569676" y="1114920"/>
                </a:lnTo>
                <a:lnTo>
                  <a:pt x="1569854" y="1114920"/>
                </a:lnTo>
                <a:lnTo>
                  <a:pt x="1570023" y="1114920"/>
                </a:lnTo>
                <a:lnTo>
                  <a:pt x="1570192" y="1114920"/>
                </a:lnTo>
                <a:lnTo>
                  <a:pt x="1570370" y="1114920"/>
                </a:lnTo>
                <a:lnTo>
                  <a:pt x="1570539" y="1114920"/>
                </a:lnTo>
                <a:lnTo>
                  <a:pt x="1570708" y="1114920"/>
                </a:lnTo>
                <a:lnTo>
                  <a:pt x="1570886" y="1114920"/>
                </a:lnTo>
                <a:lnTo>
                  <a:pt x="1571055" y="1114920"/>
                </a:lnTo>
                <a:lnTo>
                  <a:pt x="1571233" y="1114920"/>
                </a:lnTo>
                <a:lnTo>
                  <a:pt x="1571402" y="1114920"/>
                </a:lnTo>
                <a:lnTo>
                  <a:pt x="1571571" y="1114920"/>
                </a:lnTo>
                <a:lnTo>
                  <a:pt x="1571749" y="1114920"/>
                </a:lnTo>
                <a:lnTo>
                  <a:pt x="1571918" y="1114920"/>
                </a:lnTo>
                <a:lnTo>
                  <a:pt x="1572087" y="1114920"/>
                </a:lnTo>
                <a:lnTo>
                  <a:pt x="1572265" y="1114920"/>
                </a:lnTo>
                <a:lnTo>
                  <a:pt x="1572434" y="1114920"/>
                </a:lnTo>
                <a:lnTo>
                  <a:pt x="1572603" y="1114920"/>
                </a:lnTo>
                <a:lnTo>
                  <a:pt x="1572781" y="1114920"/>
                </a:lnTo>
                <a:lnTo>
                  <a:pt x="1572950" y="1114920"/>
                </a:lnTo>
                <a:lnTo>
                  <a:pt x="1573128" y="1114920"/>
                </a:lnTo>
                <a:lnTo>
                  <a:pt x="1573297" y="1114920"/>
                </a:lnTo>
                <a:lnTo>
                  <a:pt x="1573466" y="1114920"/>
                </a:lnTo>
                <a:lnTo>
                  <a:pt x="1573644" y="1114920"/>
                </a:lnTo>
                <a:lnTo>
                  <a:pt x="1573813" y="1114920"/>
                </a:lnTo>
                <a:lnTo>
                  <a:pt x="1573982" y="1114920"/>
                </a:lnTo>
                <a:lnTo>
                  <a:pt x="1574160" y="1114920"/>
                </a:lnTo>
                <a:lnTo>
                  <a:pt x="1574329" y="1114920"/>
                </a:lnTo>
                <a:lnTo>
                  <a:pt x="1574507" y="1114920"/>
                </a:lnTo>
                <a:lnTo>
                  <a:pt x="1574676" y="1114920"/>
                </a:lnTo>
                <a:lnTo>
                  <a:pt x="1574845" y="1114920"/>
                </a:lnTo>
                <a:lnTo>
                  <a:pt x="1575023" y="1114920"/>
                </a:lnTo>
                <a:lnTo>
                  <a:pt x="1575192" y="1114920"/>
                </a:lnTo>
                <a:lnTo>
                  <a:pt x="1575361" y="1114920"/>
                </a:lnTo>
                <a:lnTo>
                  <a:pt x="1575539" y="1114920"/>
                </a:lnTo>
                <a:lnTo>
                  <a:pt x="1575708" y="1114920"/>
                </a:lnTo>
                <a:lnTo>
                  <a:pt x="1575886" y="1114920"/>
                </a:lnTo>
                <a:lnTo>
                  <a:pt x="1576055" y="1114920"/>
                </a:lnTo>
                <a:lnTo>
                  <a:pt x="1576224" y="1114920"/>
                </a:lnTo>
                <a:lnTo>
                  <a:pt x="1576402" y="1114920"/>
                </a:lnTo>
                <a:lnTo>
                  <a:pt x="1576571" y="1114920"/>
                </a:lnTo>
                <a:lnTo>
                  <a:pt x="1576740" y="1114920"/>
                </a:lnTo>
                <a:lnTo>
                  <a:pt x="1576918" y="1114920"/>
                </a:lnTo>
                <a:lnTo>
                  <a:pt x="1577087" y="1114920"/>
                </a:lnTo>
                <a:lnTo>
                  <a:pt x="1577256" y="1114920"/>
                </a:lnTo>
                <a:lnTo>
                  <a:pt x="1577434" y="1114920"/>
                </a:lnTo>
                <a:lnTo>
                  <a:pt x="1577603" y="1114920"/>
                </a:lnTo>
                <a:lnTo>
                  <a:pt x="1577781" y="1114920"/>
                </a:lnTo>
                <a:lnTo>
                  <a:pt x="1577950" y="1114920"/>
                </a:lnTo>
                <a:lnTo>
                  <a:pt x="1578119" y="1114920"/>
                </a:lnTo>
                <a:lnTo>
                  <a:pt x="1578297" y="1114920"/>
                </a:lnTo>
                <a:lnTo>
                  <a:pt x="1578466" y="1114920"/>
                </a:lnTo>
                <a:lnTo>
                  <a:pt x="1578635" y="1114920"/>
                </a:lnTo>
                <a:lnTo>
                  <a:pt x="1578813" y="1114920"/>
                </a:lnTo>
                <a:lnTo>
                  <a:pt x="1578982" y="1114920"/>
                </a:lnTo>
                <a:lnTo>
                  <a:pt x="1579160" y="1114920"/>
                </a:lnTo>
                <a:lnTo>
                  <a:pt x="1579329" y="1114920"/>
                </a:lnTo>
                <a:lnTo>
                  <a:pt x="1579498" y="1114920"/>
                </a:lnTo>
                <a:lnTo>
                  <a:pt x="1579676" y="1114920"/>
                </a:lnTo>
                <a:lnTo>
                  <a:pt x="1579845" y="1114920"/>
                </a:lnTo>
                <a:lnTo>
                  <a:pt x="1580014" y="1114920"/>
                </a:lnTo>
                <a:lnTo>
                  <a:pt x="1580192" y="1114920"/>
                </a:lnTo>
                <a:lnTo>
                  <a:pt x="1580361" y="1114920"/>
                </a:lnTo>
                <a:lnTo>
                  <a:pt x="1580539" y="1114920"/>
                </a:lnTo>
                <a:lnTo>
                  <a:pt x="1580708" y="1114920"/>
                </a:lnTo>
                <a:lnTo>
                  <a:pt x="1580877" y="1114920"/>
                </a:lnTo>
                <a:lnTo>
                  <a:pt x="1581055" y="1114920"/>
                </a:lnTo>
                <a:lnTo>
                  <a:pt x="1581224" y="1114920"/>
                </a:lnTo>
                <a:lnTo>
                  <a:pt x="1581393" y="1114920"/>
                </a:lnTo>
                <a:lnTo>
                  <a:pt x="1581571" y="1114920"/>
                </a:lnTo>
                <a:lnTo>
                  <a:pt x="1581740" y="1114920"/>
                </a:lnTo>
                <a:lnTo>
                  <a:pt x="1581909" y="1114920"/>
                </a:lnTo>
                <a:lnTo>
                  <a:pt x="1582087" y="1114920"/>
                </a:lnTo>
                <a:lnTo>
                  <a:pt x="1582256" y="1114920"/>
                </a:lnTo>
                <a:lnTo>
                  <a:pt x="1582434" y="1114920"/>
                </a:lnTo>
                <a:lnTo>
                  <a:pt x="1582603" y="1114920"/>
                </a:lnTo>
                <a:lnTo>
                  <a:pt x="1582772" y="1114920"/>
                </a:lnTo>
                <a:lnTo>
                  <a:pt x="1582950" y="1114920"/>
                </a:lnTo>
                <a:lnTo>
                  <a:pt x="1583119" y="1114920"/>
                </a:lnTo>
                <a:lnTo>
                  <a:pt x="1583288" y="1114920"/>
                </a:lnTo>
                <a:lnTo>
                  <a:pt x="1583466" y="1114920"/>
                </a:lnTo>
                <a:lnTo>
                  <a:pt x="1583635" y="1114920"/>
                </a:lnTo>
                <a:lnTo>
                  <a:pt x="1583813" y="1114920"/>
                </a:lnTo>
                <a:lnTo>
                  <a:pt x="1583982" y="1114920"/>
                </a:lnTo>
                <a:lnTo>
                  <a:pt x="1584151" y="1114920"/>
                </a:lnTo>
                <a:lnTo>
                  <a:pt x="1584329" y="1114920"/>
                </a:lnTo>
                <a:lnTo>
                  <a:pt x="1584498" y="1114920"/>
                </a:lnTo>
                <a:lnTo>
                  <a:pt x="1584667" y="1114920"/>
                </a:lnTo>
                <a:lnTo>
                  <a:pt x="1584845" y="1114920"/>
                </a:lnTo>
                <a:lnTo>
                  <a:pt x="1585014" y="1114920"/>
                </a:lnTo>
                <a:lnTo>
                  <a:pt x="1585183" y="1114920"/>
                </a:lnTo>
                <a:lnTo>
                  <a:pt x="1585361" y="1114920"/>
                </a:lnTo>
                <a:lnTo>
                  <a:pt x="1585530" y="1114920"/>
                </a:lnTo>
                <a:lnTo>
                  <a:pt x="1585708" y="1114920"/>
                </a:lnTo>
                <a:lnTo>
                  <a:pt x="1585877" y="1114920"/>
                </a:lnTo>
                <a:lnTo>
                  <a:pt x="1586046" y="1114920"/>
                </a:lnTo>
                <a:lnTo>
                  <a:pt x="1586224" y="1114920"/>
                </a:lnTo>
                <a:lnTo>
                  <a:pt x="1586393" y="1114920"/>
                </a:lnTo>
                <a:lnTo>
                  <a:pt x="1586562" y="1114920"/>
                </a:lnTo>
                <a:lnTo>
                  <a:pt x="1586740" y="1114920"/>
                </a:lnTo>
                <a:lnTo>
                  <a:pt x="1586909" y="1114920"/>
                </a:lnTo>
                <a:lnTo>
                  <a:pt x="1587087" y="1114920"/>
                </a:lnTo>
                <a:lnTo>
                  <a:pt x="1587256" y="1114920"/>
                </a:lnTo>
                <a:lnTo>
                  <a:pt x="1587425" y="1114920"/>
                </a:lnTo>
                <a:lnTo>
                  <a:pt x="1587603" y="1114920"/>
                </a:lnTo>
                <a:lnTo>
                  <a:pt x="1587772" y="1114920"/>
                </a:lnTo>
                <a:lnTo>
                  <a:pt x="1587941" y="1114920"/>
                </a:lnTo>
                <a:lnTo>
                  <a:pt x="1588119" y="1114920"/>
                </a:lnTo>
                <a:lnTo>
                  <a:pt x="1588288" y="1114920"/>
                </a:lnTo>
                <a:lnTo>
                  <a:pt x="1588466" y="1114920"/>
                </a:lnTo>
                <a:lnTo>
                  <a:pt x="1588635" y="1114920"/>
                </a:lnTo>
                <a:lnTo>
                  <a:pt x="1588804" y="1114920"/>
                </a:lnTo>
                <a:lnTo>
                  <a:pt x="1588982" y="1114920"/>
                </a:lnTo>
                <a:lnTo>
                  <a:pt x="1589151" y="1114920"/>
                </a:lnTo>
                <a:lnTo>
                  <a:pt x="1589320" y="1114920"/>
                </a:lnTo>
                <a:lnTo>
                  <a:pt x="1589498" y="1114920"/>
                </a:lnTo>
                <a:lnTo>
                  <a:pt x="1589667" y="1114920"/>
                </a:lnTo>
                <a:lnTo>
                  <a:pt x="1589836" y="1114920"/>
                </a:lnTo>
                <a:lnTo>
                  <a:pt x="1590014" y="1114920"/>
                </a:lnTo>
                <a:lnTo>
                  <a:pt x="1590183" y="1114920"/>
                </a:lnTo>
                <a:lnTo>
                  <a:pt x="1590361" y="1114920"/>
                </a:lnTo>
                <a:lnTo>
                  <a:pt x="1590530" y="1114920"/>
                </a:lnTo>
                <a:lnTo>
                  <a:pt x="1590699" y="1114920"/>
                </a:lnTo>
                <a:lnTo>
                  <a:pt x="1590877" y="1114920"/>
                </a:lnTo>
                <a:lnTo>
                  <a:pt x="1591046" y="1114920"/>
                </a:lnTo>
                <a:lnTo>
                  <a:pt x="1591215" y="1114920"/>
                </a:lnTo>
                <a:lnTo>
                  <a:pt x="1591393" y="1114920"/>
                </a:lnTo>
                <a:lnTo>
                  <a:pt x="1591562" y="1114920"/>
                </a:lnTo>
                <a:lnTo>
                  <a:pt x="1591740" y="1114920"/>
                </a:lnTo>
                <a:lnTo>
                  <a:pt x="1591909" y="1114920"/>
                </a:lnTo>
                <a:lnTo>
                  <a:pt x="1592078" y="1114920"/>
                </a:lnTo>
                <a:lnTo>
                  <a:pt x="1592255" y="1114920"/>
                </a:lnTo>
                <a:lnTo>
                  <a:pt x="1592425" y="1114920"/>
                </a:lnTo>
                <a:lnTo>
                  <a:pt x="1592594" y="1114920"/>
                </a:lnTo>
                <a:lnTo>
                  <a:pt x="1592772" y="1114920"/>
                </a:lnTo>
                <a:lnTo>
                  <a:pt x="1592940" y="1114920"/>
                </a:lnTo>
                <a:lnTo>
                  <a:pt x="1593110" y="1114920"/>
                </a:lnTo>
                <a:lnTo>
                  <a:pt x="1593288" y="1114920"/>
                </a:lnTo>
                <a:lnTo>
                  <a:pt x="1593457" y="1114920"/>
                </a:lnTo>
                <a:lnTo>
                  <a:pt x="1593634" y="1114920"/>
                </a:lnTo>
                <a:lnTo>
                  <a:pt x="1593803" y="1114920"/>
                </a:lnTo>
                <a:lnTo>
                  <a:pt x="1593973" y="1114920"/>
                </a:lnTo>
                <a:lnTo>
                  <a:pt x="1594151" y="1114920"/>
                </a:lnTo>
                <a:lnTo>
                  <a:pt x="1594319" y="1114920"/>
                </a:lnTo>
                <a:lnTo>
                  <a:pt x="1594488" y="1114920"/>
                </a:lnTo>
                <a:lnTo>
                  <a:pt x="1594667" y="1114920"/>
                </a:lnTo>
                <a:lnTo>
                  <a:pt x="1594836" y="1114920"/>
                </a:lnTo>
                <a:lnTo>
                  <a:pt x="1595013" y="1114920"/>
                </a:lnTo>
                <a:lnTo>
                  <a:pt x="1595182" y="1114920"/>
                </a:lnTo>
                <a:lnTo>
                  <a:pt x="1595352" y="1114920"/>
                </a:lnTo>
                <a:lnTo>
                  <a:pt x="1595530" y="1114920"/>
                </a:lnTo>
                <a:lnTo>
                  <a:pt x="1595698" y="1114920"/>
                </a:lnTo>
                <a:lnTo>
                  <a:pt x="1595867" y="1114920"/>
                </a:lnTo>
                <a:lnTo>
                  <a:pt x="1596045" y="1114920"/>
                </a:lnTo>
                <a:lnTo>
                  <a:pt x="1596215" y="1114920"/>
                </a:lnTo>
                <a:lnTo>
                  <a:pt x="1596392" y="1114920"/>
                </a:lnTo>
                <a:lnTo>
                  <a:pt x="1596561" y="1114920"/>
                </a:lnTo>
                <a:lnTo>
                  <a:pt x="1596730" y="1114920"/>
                </a:lnTo>
                <a:lnTo>
                  <a:pt x="1596908" y="1114920"/>
                </a:lnTo>
                <a:lnTo>
                  <a:pt x="1597077" y="1114920"/>
                </a:lnTo>
                <a:lnTo>
                  <a:pt x="1597246" y="1114920"/>
                </a:lnTo>
                <a:lnTo>
                  <a:pt x="1597424" y="1114920"/>
                </a:lnTo>
                <a:lnTo>
                  <a:pt x="1597593" y="1114920"/>
                </a:lnTo>
                <a:lnTo>
                  <a:pt x="1597763" y="1114920"/>
                </a:lnTo>
                <a:lnTo>
                  <a:pt x="1597940" y="1114920"/>
                </a:lnTo>
                <a:lnTo>
                  <a:pt x="1598109" y="1114920"/>
                </a:lnTo>
                <a:lnTo>
                  <a:pt x="1598287" y="1114920"/>
                </a:lnTo>
                <a:lnTo>
                  <a:pt x="1598456" y="1114920"/>
                </a:lnTo>
                <a:lnTo>
                  <a:pt x="1598625" y="1114920"/>
                </a:lnTo>
                <a:lnTo>
                  <a:pt x="1598803" y="1114920"/>
                </a:lnTo>
                <a:lnTo>
                  <a:pt x="1598972" y="1114920"/>
                </a:lnTo>
                <a:lnTo>
                  <a:pt x="1599141" y="1114920"/>
                </a:lnTo>
                <a:lnTo>
                  <a:pt x="1599319" y="1114920"/>
                </a:lnTo>
                <a:lnTo>
                  <a:pt x="1599488" y="1114920"/>
                </a:lnTo>
                <a:lnTo>
                  <a:pt x="1599666" y="1114920"/>
                </a:lnTo>
                <a:lnTo>
                  <a:pt x="1599835" y="1114920"/>
                </a:lnTo>
                <a:lnTo>
                  <a:pt x="1600004" y="1114920"/>
                </a:lnTo>
                <a:lnTo>
                  <a:pt x="1600182" y="1114920"/>
                </a:lnTo>
                <a:lnTo>
                  <a:pt x="1600351" y="1114920"/>
                </a:lnTo>
                <a:lnTo>
                  <a:pt x="1600520" y="1114920"/>
                </a:lnTo>
                <a:lnTo>
                  <a:pt x="1600698" y="1114920"/>
                </a:lnTo>
                <a:lnTo>
                  <a:pt x="1600867" y="1114920"/>
                </a:lnTo>
                <a:lnTo>
                  <a:pt x="1601045" y="1114920"/>
                </a:lnTo>
                <a:lnTo>
                  <a:pt x="1601214" y="1114920"/>
                </a:lnTo>
                <a:lnTo>
                  <a:pt x="1601383" y="1114920"/>
                </a:lnTo>
                <a:lnTo>
                  <a:pt x="1601561" y="1114920"/>
                </a:lnTo>
                <a:lnTo>
                  <a:pt x="1601730" y="1114920"/>
                </a:lnTo>
                <a:lnTo>
                  <a:pt x="1601899" y="1114920"/>
                </a:lnTo>
                <a:lnTo>
                  <a:pt x="1602077" y="1114920"/>
                </a:lnTo>
                <a:lnTo>
                  <a:pt x="1602246" y="1114920"/>
                </a:lnTo>
                <a:lnTo>
                  <a:pt x="1602415" y="1114920"/>
                </a:lnTo>
                <a:lnTo>
                  <a:pt x="1602593" y="1114920"/>
                </a:lnTo>
                <a:lnTo>
                  <a:pt x="1602762" y="1114920"/>
                </a:lnTo>
                <a:lnTo>
                  <a:pt x="1602940" y="1114920"/>
                </a:lnTo>
                <a:lnTo>
                  <a:pt x="1603109" y="1114920"/>
                </a:lnTo>
                <a:lnTo>
                  <a:pt x="1603278" y="1114920"/>
                </a:lnTo>
                <a:lnTo>
                  <a:pt x="1603456" y="1114920"/>
                </a:lnTo>
                <a:lnTo>
                  <a:pt x="1603625" y="1114920"/>
                </a:lnTo>
                <a:lnTo>
                  <a:pt x="1603794" y="1114920"/>
                </a:lnTo>
                <a:lnTo>
                  <a:pt x="1603972" y="1114920"/>
                </a:lnTo>
                <a:lnTo>
                  <a:pt x="1604141" y="1114920"/>
                </a:lnTo>
                <a:lnTo>
                  <a:pt x="1604319" y="1114920"/>
                </a:lnTo>
                <a:lnTo>
                  <a:pt x="1604488" y="1114920"/>
                </a:lnTo>
                <a:lnTo>
                  <a:pt x="1604657" y="1114920"/>
                </a:lnTo>
                <a:lnTo>
                  <a:pt x="1604835" y="1114920"/>
                </a:lnTo>
                <a:lnTo>
                  <a:pt x="1605004" y="1114920"/>
                </a:lnTo>
                <a:lnTo>
                  <a:pt x="1605173" y="1114920"/>
                </a:lnTo>
                <a:lnTo>
                  <a:pt x="1605351" y="1114920"/>
                </a:lnTo>
                <a:lnTo>
                  <a:pt x="1605520" y="1114920"/>
                </a:lnTo>
                <a:lnTo>
                  <a:pt x="1605689" y="1114920"/>
                </a:lnTo>
                <a:lnTo>
                  <a:pt x="1605867" y="1114920"/>
                </a:lnTo>
                <a:lnTo>
                  <a:pt x="1606036" y="1114920"/>
                </a:lnTo>
                <a:lnTo>
                  <a:pt x="1606214" y="1114920"/>
                </a:lnTo>
                <a:lnTo>
                  <a:pt x="1606383" y="1114920"/>
                </a:lnTo>
                <a:lnTo>
                  <a:pt x="1606552" y="1114920"/>
                </a:lnTo>
                <a:lnTo>
                  <a:pt x="1606730" y="1114920"/>
                </a:lnTo>
                <a:lnTo>
                  <a:pt x="1606899" y="1114920"/>
                </a:lnTo>
                <a:lnTo>
                  <a:pt x="1607068" y="1114920"/>
                </a:lnTo>
                <a:lnTo>
                  <a:pt x="1607246" y="1114920"/>
                </a:lnTo>
                <a:lnTo>
                  <a:pt x="1607415" y="1114920"/>
                </a:lnTo>
                <a:lnTo>
                  <a:pt x="1607593" y="1114920"/>
                </a:lnTo>
                <a:lnTo>
                  <a:pt x="1607762" y="1114920"/>
                </a:lnTo>
                <a:lnTo>
                  <a:pt x="1607931" y="1114920"/>
                </a:lnTo>
                <a:lnTo>
                  <a:pt x="1608109" y="1114920"/>
                </a:lnTo>
                <a:lnTo>
                  <a:pt x="1608278" y="1114920"/>
                </a:lnTo>
                <a:lnTo>
                  <a:pt x="1608447" y="1114920"/>
                </a:lnTo>
                <a:lnTo>
                  <a:pt x="1608625" y="1114920"/>
                </a:lnTo>
                <a:lnTo>
                  <a:pt x="1608794" y="1114920"/>
                </a:lnTo>
                <a:lnTo>
                  <a:pt x="1608972" y="1114920"/>
                </a:lnTo>
                <a:lnTo>
                  <a:pt x="1609141" y="1114920"/>
                </a:lnTo>
                <a:lnTo>
                  <a:pt x="1609310" y="1114920"/>
                </a:lnTo>
                <a:lnTo>
                  <a:pt x="1609488" y="1114920"/>
                </a:lnTo>
                <a:lnTo>
                  <a:pt x="1609657" y="1114920"/>
                </a:lnTo>
                <a:lnTo>
                  <a:pt x="1609826" y="1114920"/>
                </a:lnTo>
                <a:lnTo>
                  <a:pt x="1610004" y="1114920"/>
                </a:lnTo>
                <a:lnTo>
                  <a:pt x="1610173" y="1114920"/>
                </a:lnTo>
                <a:lnTo>
                  <a:pt x="1610342" y="1114920"/>
                </a:lnTo>
                <a:lnTo>
                  <a:pt x="1610520" y="1114920"/>
                </a:lnTo>
                <a:lnTo>
                  <a:pt x="1610689" y="1114920"/>
                </a:lnTo>
                <a:lnTo>
                  <a:pt x="1610867" y="1114920"/>
                </a:lnTo>
                <a:lnTo>
                  <a:pt x="1611036" y="1114920"/>
                </a:lnTo>
                <a:lnTo>
                  <a:pt x="1611205" y="1114920"/>
                </a:lnTo>
                <a:lnTo>
                  <a:pt x="1611383" y="1114920"/>
                </a:lnTo>
                <a:lnTo>
                  <a:pt x="1611552" y="1114920"/>
                </a:lnTo>
                <a:lnTo>
                  <a:pt x="1611721" y="1114920"/>
                </a:lnTo>
                <a:lnTo>
                  <a:pt x="1611899" y="1114920"/>
                </a:lnTo>
                <a:lnTo>
                  <a:pt x="1612068" y="1114920"/>
                </a:lnTo>
                <a:lnTo>
                  <a:pt x="1612246" y="1114920"/>
                </a:lnTo>
                <a:lnTo>
                  <a:pt x="1612415" y="1114920"/>
                </a:lnTo>
                <a:lnTo>
                  <a:pt x="1612584" y="1114920"/>
                </a:lnTo>
                <a:lnTo>
                  <a:pt x="1612762" y="1114920"/>
                </a:lnTo>
                <a:lnTo>
                  <a:pt x="1612931" y="1114920"/>
                </a:lnTo>
                <a:lnTo>
                  <a:pt x="1613100" y="1114920"/>
                </a:lnTo>
                <a:lnTo>
                  <a:pt x="1613278" y="1114920"/>
                </a:lnTo>
                <a:lnTo>
                  <a:pt x="1613447" y="1114920"/>
                </a:lnTo>
                <a:lnTo>
                  <a:pt x="1613616" y="1114920"/>
                </a:lnTo>
                <a:lnTo>
                  <a:pt x="1613794" y="1114920"/>
                </a:lnTo>
                <a:lnTo>
                  <a:pt x="1613963" y="1114920"/>
                </a:lnTo>
                <a:lnTo>
                  <a:pt x="1614141" y="1114920"/>
                </a:lnTo>
                <a:lnTo>
                  <a:pt x="1614310" y="1114920"/>
                </a:lnTo>
                <a:lnTo>
                  <a:pt x="1614479" y="1114920"/>
                </a:lnTo>
                <a:lnTo>
                  <a:pt x="1614657" y="1114920"/>
                </a:lnTo>
                <a:lnTo>
                  <a:pt x="1614826" y="1114920"/>
                </a:lnTo>
                <a:lnTo>
                  <a:pt x="1614995" y="1114920"/>
                </a:lnTo>
                <a:lnTo>
                  <a:pt x="1615173" y="1114920"/>
                </a:lnTo>
                <a:lnTo>
                  <a:pt x="1615342" y="1114920"/>
                </a:lnTo>
                <a:lnTo>
                  <a:pt x="1615520" y="1114920"/>
                </a:lnTo>
                <a:lnTo>
                  <a:pt x="1615689" y="1114920"/>
                </a:lnTo>
                <a:lnTo>
                  <a:pt x="1615858" y="1114920"/>
                </a:lnTo>
                <a:lnTo>
                  <a:pt x="1616036" y="1114920"/>
                </a:lnTo>
                <a:lnTo>
                  <a:pt x="1616205" y="1114920"/>
                </a:lnTo>
                <a:lnTo>
                  <a:pt x="1616374" y="1114920"/>
                </a:lnTo>
                <a:lnTo>
                  <a:pt x="1616552" y="1114920"/>
                </a:lnTo>
                <a:lnTo>
                  <a:pt x="1616721" y="1114920"/>
                </a:lnTo>
                <a:lnTo>
                  <a:pt x="1616899" y="1114920"/>
                </a:lnTo>
                <a:lnTo>
                  <a:pt x="1617068" y="1114920"/>
                </a:lnTo>
                <a:lnTo>
                  <a:pt x="1617237" y="1114920"/>
                </a:lnTo>
                <a:lnTo>
                  <a:pt x="1617415" y="1114920"/>
                </a:lnTo>
                <a:lnTo>
                  <a:pt x="1617584" y="1114920"/>
                </a:lnTo>
                <a:lnTo>
                  <a:pt x="1617753" y="1114920"/>
                </a:lnTo>
                <a:lnTo>
                  <a:pt x="1617931" y="1114920"/>
                </a:lnTo>
                <a:lnTo>
                  <a:pt x="1618100" y="1114920"/>
                </a:lnTo>
                <a:lnTo>
                  <a:pt x="1618269" y="1114920"/>
                </a:lnTo>
                <a:lnTo>
                  <a:pt x="1618447" y="1114920"/>
                </a:lnTo>
                <a:lnTo>
                  <a:pt x="1618616" y="1114920"/>
                </a:lnTo>
                <a:lnTo>
                  <a:pt x="1618794" y="1114920"/>
                </a:lnTo>
                <a:lnTo>
                  <a:pt x="1618963" y="1114920"/>
                </a:lnTo>
                <a:lnTo>
                  <a:pt x="1619132" y="1114920"/>
                </a:lnTo>
                <a:lnTo>
                  <a:pt x="1619310" y="1114920"/>
                </a:lnTo>
                <a:lnTo>
                  <a:pt x="1619479" y="1114920"/>
                </a:lnTo>
                <a:lnTo>
                  <a:pt x="1619648" y="1114920"/>
                </a:lnTo>
                <a:lnTo>
                  <a:pt x="1619826" y="1114920"/>
                </a:lnTo>
                <a:lnTo>
                  <a:pt x="1619995" y="1114920"/>
                </a:lnTo>
                <a:lnTo>
                  <a:pt x="1620173" y="1114920"/>
                </a:lnTo>
                <a:lnTo>
                  <a:pt x="1620342" y="1114920"/>
                </a:lnTo>
                <a:lnTo>
                  <a:pt x="1620511" y="1114920"/>
                </a:lnTo>
                <a:lnTo>
                  <a:pt x="1620689" y="1114920"/>
                </a:lnTo>
                <a:lnTo>
                  <a:pt x="1620858" y="1114920"/>
                </a:lnTo>
                <a:lnTo>
                  <a:pt x="1621027" y="1114920"/>
                </a:lnTo>
                <a:lnTo>
                  <a:pt x="1621205" y="1114920"/>
                </a:lnTo>
                <a:lnTo>
                  <a:pt x="1621374" y="1114920"/>
                </a:lnTo>
                <a:lnTo>
                  <a:pt x="1621543" y="1114920"/>
                </a:lnTo>
                <a:lnTo>
                  <a:pt x="1621721" y="1114920"/>
                </a:lnTo>
                <a:lnTo>
                  <a:pt x="1621890" y="1114920"/>
                </a:lnTo>
                <a:lnTo>
                  <a:pt x="1622067" y="1114920"/>
                </a:lnTo>
                <a:lnTo>
                  <a:pt x="1622237" y="1114920"/>
                </a:lnTo>
                <a:lnTo>
                  <a:pt x="1622406" y="1114920"/>
                </a:lnTo>
                <a:lnTo>
                  <a:pt x="1622584" y="1114920"/>
                </a:lnTo>
                <a:lnTo>
                  <a:pt x="1622753" y="1114920"/>
                </a:lnTo>
                <a:lnTo>
                  <a:pt x="1622922" y="1114920"/>
                </a:lnTo>
                <a:lnTo>
                  <a:pt x="1623100" y="1114920"/>
                </a:lnTo>
                <a:lnTo>
                  <a:pt x="1623269" y="1114920"/>
                </a:lnTo>
                <a:lnTo>
                  <a:pt x="1623446" y="1114920"/>
                </a:lnTo>
                <a:lnTo>
                  <a:pt x="1623615" y="1114920"/>
                </a:lnTo>
                <a:lnTo>
                  <a:pt x="1623785" y="1114920"/>
                </a:lnTo>
                <a:lnTo>
                  <a:pt x="1623963" y="1114920"/>
                </a:lnTo>
                <a:lnTo>
                  <a:pt x="1624132" y="1114920"/>
                </a:lnTo>
                <a:lnTo>
                  <a:pt x="1624300" y="1114920"/>
                </a:lnTo>
                <a:lnTo>
                  <a:pt x="1624479" y="1114920"/>
                </a:lnTo>
                <a:lnTo>
                  <a:pt x="1624648" y="1114920"/>
                </a:lnTo>
                <a:lnTo>
                  <a:pt x="1624825" y="1114920"/>
                </a:lnTo>
                <a:lnTo>
                  <a:pt x="1624994" y="1114920"/>
                </a:lnTo>
                <a:lnTo>
                  <a:pt x="1625163" y="1114920"/>
                </a:lnTo>
                <a:lnTo>
                  <a:pt x="1625342" y="1114920"/>
                </a:lnTo>
                <a:lnTo>
                  <a:pt x="1625510" y="1114920"/>
                </a:lnTo>
                <a:lnTo>
                  <a:pt x="1625679" y="1114920"/>
                </a:lnTo>
                <a:lnTo>
                  <a:pt x="1625857" y="1114920"/>
                </a:lnTo>
                <a:lnTo>
                  <a:pt x="1626027" y="1114920"/>
                </a:lnTo>
                <a:lnTo>
                  <a:pt x="1626196" y="1114920"/>
                </a:lnTo>
                <a:lnTo>
                  <a:pt x="1626373" y="1114920"/>
                </a:lnTo>
                <a:lnTo>
                  <a:pt x="1626542" y="1114920"/>
                </a:lnTo>
                <a:lnTo>
                  <a:pt x="1626720" y="1114920"/>
                </a:lnTo>
                <a:lnTo>
                  <a:pt x="1626889" y="1114920"/>
                </a:lnTo>
                <a:lnTo>
                  <a:pt x="1627058" y="1114920"/>
                </a:lnTo>
                <a:lnTo>
                  <a:pt x="1627236" y="1114920"/>
                </a:lnTo>
                <a:lnTo>
                  <a:pt x="1627405" y="1114920"/>
                </a:lnTo>
                <a:lnTo>
                  <a:pt x="1627575" y="1114920"/>
                </a:lnTo>
                <a:lnTo>
                  <a:pt x="1627752" y="1114920"/>
                </a:lnTo>
                <a:lnTo>
                  <a:pt x="1627921" y="1114920"/>
                </a:lnTo>
                <a:lnTo>
                  <a:pt x="1628099" y="1114920"/>
                </a:lnTo>
                <a:lnTo>
                  <a:pt x="1628268" y="1114920"/>
                </a:lnTo>
                <a:lnTo>
                  <a:pt x="1628437" y="1114920"/>
                </a:lnTo>
                <a:lnTo>
                  <a:pt x="1628615" y="1114920"/>
                </a:lnTo>
                <a:lnTo>
                  <a:pt x="1628784" y="1114920"/>
                </a:lnTo>
                <a:lnTo>
                  <a:pt x="1628953" y="1114920"/>
                </a:lnTo>
                <a:lnTo>
                  <a:pt x="1629131" y="1114920"/>
                </a:lnTo>
                <a:lnTo>
                  <a:pt x="1629300" y="1114920"/>
                </a:lnTo>
                <a:lnTo>
                  <a:pt x="1629478" y="1114920"/>
                </a:lnTo>
                <a:lnTo>
                  <a:pt x="1629647" y="1114920"/>
                </a:lnTo>
                <a:lnTo>
                  <a:pt x="1629816" y="1114920"/>
                </a:lnTo>
                <a:lnTo>
                  <a:pt x="1629994" y="1114920"/>
                </a:lnTo>
                <a:lnTo>
                  <a:pt x="1630163" y="1114920"/>
                </a:lnTo>
                <a:lnTo>
                  <a:pt x="1630332" y="1114920"/>
                </a:lnTo>
                <a:lnTo>
                  <a:pt x="1630510" y="1114920"/>
                </a:lnTo>
                <a:lnTo>
                  <a:pt x="1630679" y="1114920"/>
                </a:lnTo>
                <a:lnTo>
                  <a:pt x="1630848" y="1114920"/>
                </a:lnTo>
                <a:lnTo>
                  <a:pt x="1631026" y="1114920"/>
                </a:lnTo>
                <a:lnTo>
                  <a:pt x="1631195" y="1114920"/>
                </a:lnTo>
                <a:lnTo>
                  <a:pt x="1631373" y="1114920"/>
                </a:lnTo>
                <a:lnTo>
                  <a:pt x="1631542" y="1114920"/>
                </a:lnTo>
                <a:lnTo>
                  <a:pt x="1631711" y="1114920"/>
                </a:lnTo>
                <a:lnTo>
                  <a:pt x="1631889" y="1114920"/>
                </a:lnTo>
                <a:lnTo>
                  <a:pt x="1632058" y="1114920"/>
                </a:lnTo>
                <a:lnTo>
                  <a:pt x="1632227" y="1114920"/>
                </a:lnTo>
                <a:lnTo>
                  <a:pt x="1632405" y="1114920"/>
                </a:lnTo>
                <a:lnTo>
                  <a:pt x="1632574" y="1114920"/>
                </a:lnTo>
                <a:lnTo>
                  <a:pt x="1632752" y="1114920"/>
                </a:lnTo>
                <a:lnTo>
                  <a:pt x="1632921" y="1114920"/>
                </a:lnTo>
                <a:lnTo>
                  <a:pt x="1633090" y="1114920"/>
                </a:lnTo>
                <a:lnTo>
                  <a:pt x="1633268" y="1114920"/>
                </a:lnTo>
                <a:lnTo>
                  <a:pt x="1633437" y="1114920"/>
                </a:lnTo>
                <a:lnTo>
                  <a:pt x="1633606" y="1114920"/>
                </a:lnTo>
                <a:lnTo>
                  <a:pt x="1633784" y="1114920"/>
                </a:lnTo>
                <a:lnTo>
                  <a:pt x="1633953" y="1114920"/>
                </a:lnTo>
                <a:lnTo>
                  <a:pt x="1634122" y="1114920"/>
                </a:lnTo>
                <a:lnTo>
                  <a:pt x="1634300" y="1114920"/>
                </a:lnTo>
                <a:lnTo>
                  <a:pt x="1634469" y="1114920"/>
                </a:lnTo>
                <a:lnTo>
                  <a:pt x="1634647" y="1114920"/>
                </a:lnTo>
                <a:lnTo>
                  <a:pt x="1634816" y="1114920"/>
                </a:lnTo>
                <a:lnTo>
                  <a:pt x="1634985" y="1114920"/>
                </a:lnTo>
                <a:lnTo>
                  <a:pt x="1635163" y="1114920"/>
                </a:lnTo>
                <a:lnTo>
                  <a:pt x="1635332" y="1114920"/>
                </a:lnTo>
                <a:lnTo>
                  <a:pt x="1635501" y="1114920"/>
                </a:lnTo>
                <a:lnTo>
                  <a:pt x="1635679" y="1114920"/>
                </a:lnTo>
                <a:lnTo>
                  <a:pt x="1635848" y="1114920"/>
                </a:lnTo>
                <a:lnTo>
                  <a:pt x="1636026" y="1114920"/>
                </a:lnTo>
                <a:lnTo>
                  <a:pt x="1636195" y="1114920"/>
                </a:lnTo>
                <a:lnTo>
                  <a:pt x="1636364" y="1114920"/>
                </a:lnTo>
                <a:lnTo>
                  <a:pt x="1636542" y="1114920"/>
                </a:lnTo>
                <a:lnTo>
                  <a:pt x="1636711" y="1114920"/>
                </a:lnTo>
                <a:lnTo>
                  <a:pt x="1636880" y="1114920"/>
                </a:lnTo>
                <a:lnTo>
                  <a:pt x="1637058" y="1114920"/>
                </a:lnTo>
                <a:lnTo>
                  <a:pt x="1637227" y="1114920"/>
                </a:lnTo>
                <a:lnTo>
                  <a:pt x="1637405" y="1114920"/>
                </a:lnTo>
                <a:lnTo>
                  <a:pt x="1637574" y="1114920"/>
                </a:lnTo>
                <a:lnTo>
                  <a:pt x="1637743" y="1114920"/>
                </a:lnTo>
                <a:lnTo>
                  <a:pt x="1637921" y="1114920"/>
                </a:lnTo>
                <a:lnTo>
                  <a:pt x="1638090" y="1114920"/>
                </a:lnTo>
                <a:lnTo>
                  <a:pt x="1638259" y="1114920"/>
                </a:lnTo>
                <a:lnTo>
                  <a:pt x="1638437" y="1114920"/>
                </a:lnTo>
                <a:lnTo>
                  <a:pt x="1638606" y="1114920"/>
                </a:lnTo>
                <a:lnTo>
                  <a:pt x="1638775" y="1114920"/>
                </a:lnTo>
                <a:lnTo>
                  <a:pt x="1638953" y="1114920"/>
                </a:lnTo>
                <a:lnTo>
                  <a:pt x="1639122" y="1114920"/>
                </a:lnTo>
                <a:lnTo>
                  <a:pt x="1639300" y="1114920"/>
                </a:lnTo>
                <a:lnTo>
                  <a:pt x="1639469" y="1114920"/>
                </a:lnTo>
                <a:lnTo>
                  <a:pt x="1639638" y="1114920"/>
                </a:lnTo>
                <a:lnTo>
                  <a:pt x="1639816" y="1114920"/>
                </a:lnTo>
                <a:lnTo>
                  <a:pt x="1639985" y="1114920"/>
                </a:lnTo>
                <a:lnTo>
                  <a:pt x="1640154" y="1114920"/>
                </a:lnTo>
                <a:lnTo>
                  <a:pt x="1640332" y="1114920"/>
                </a:lnTo>
                <a:lnTo>
                  <a:pt x="1640501" y="1114920"/>
                </a:lnTo>
                <a:lnTo>
                  <a:pt x="1640679" y="1114920"/>
                </a:lnTo>
                <a:lnTo>
                  <a:pt x="1640848" y="1114920"/>
                </a:lnTo>
                <a:lnTo>
                  <a:pt x="1641017" y="1114920"/>
                </a:lnTo>
                <a:lnTo>
                  <a:pt x="1641195" y="1114920"/>
                </a:lnTo>
                <a:lnTo>
                  <a:pt x="1641364" y="1114920"/>
                </a:lnTo>
                <a:lnTo>
                  <a:pt x="1641533" y="1114920"/>
                </a:lnTo>
                <a:lnTo>
                  <a:pt x="1641711" y="1114920"/>
                </a:lnTo>
                <a:lnTo>
                  <a:pt x="1641880" y="1114920"/>
                </a:lnTo>
                <a:lnTo>
                  <a:pt x="1642049" y="1114920"/>
                </a:lnTo>
                <a:lnTo>
                  <a:pt x="1642227" y="1114920"/>
                </a:lnTo>
                <a:lnTo>
                  <a:pt x="1642396" y="1114920"/>
                </a:lnTo>
                <a:lnTo>
                  <a:pt x="1642574" y="1114920"/>
                </a:lnTo>
                <a:lnTo>
                  <a:pt x="1642743" y="1114920"/>
                </a:lnTo>
                <a:lnTo>
                  <a:pt x="1642912" y="1114920"/>
                </a:lnTo>
                <a:lnTo>
                  <a:pt x="1643090" y="1114920"/>
                </a:lnTo>
                <a:lnTo>
                  <a:pt x="1643259" y="1114920"/>
                </a:lnTo>
                <a:lnTo>
                  <a:pt x="1643428" y="1114920"/>
                </a:lnTo>
                <a:lnTo>
                  <a:pt x="1643606" y="1114920"/>
                </a:lnTo>
                <a:lnTo>
                  <a:pt x="1643775" y="1114920"/>
                </a:lnTo>
                <a:lnTo>
                  <a:pt x="1643953" y="1114920"/>
                </a:lnTo>
                <a:lnTo>
                  <a:pt x="1644122" y="1114920"/>
                </a:lnTo>
                <a:lnTo>
                  <a:pt x="1644291" y="1114920"/>
                </a:lnTo>
                <a:lnTo>
                  <a:pt x="1644469" y="1114920"/>
                </a:lnTo>
                <a:lnTo>
                  <a:pt x="1644638" y="1114920"/>
                </a:lnTo>
                <a:lnTo>
                  <a:pt x="1644807" y="1114920"/>
                </a:lnTo>
                <a:lnTo>
                  <a:pt x="1644985" y="1114920"/>
                </a:lnTo>
                <a:lnTo>
                  <a:pt x="1645154" y="1114920"/>
                </a:lnTo>
                <a:lnTo>
                  <a:pt x="1645332" y="1114920"/>
                </a:lnTo>
                <a:lnTo>
                  <a:pt x="1645501" y="1114920"/>
                </a:lnTo>
                <a:lnTo>
                  <a:pt x="1645670" y="1114920"/>
                </a:lnTo>
                <a:lnTo>
                  <a:pt x="1645848" y="1114920"/>
                </a:lnTo>
                <a:lnTo>
                  <a:pt x="1646017" y="1114920"/>
                </a:lnTo>
                <a:lnTo>
                  <a:pt x="1646186" y="1114920"/>
                </a:lnTo>
                <a:lnTo>
                  <a:pt x="1646364" y="1114920"/>
                </a:lnTo>
                <a:lnTo>
                  <a:pt x="1646533" y="1114920"/>
                </a:lnTo>
                <a:lnTo>
                  <a:pt x="1646702" y="1114920"/>
                </a:lnTo>
                <a:lnTo>
                  <a:pt x="1646880" y="1114920"/>
                </a:lnTo>
                <a:lnTo>
                  <a:pt x="1647049" y="1114920"/>
                </a:lnTo>
                <a:lnTo>
                  <a:pt x="1647227" y="1114920"/>
                </a:lnTo>
                <a:lnTo>
                  <a:pt x="1647396" y="1114920"/>
                </a:lnTo>
                <a:lnTo>
                  <a:pt x="1647565" y="1114920"/>
                </a:lnTo>
                <a:lnTo>
                  <a:pt x="1647743" y="1114920"/>
                </a:lnTo>
                <a:lnTo>
                  <a:pt x="1647912" y="1114920"/>
                </a:lnTo>
                <a:lnTo>
                  <a:pt x="1648081" y="1114920"/>
                </a:lnTo>
                <a:lnTo>
                  <a:pt x="1648259" y="1114920"/>
                </a:lnTo>
                <a:lnTo>
                  <a:pt x="1648428" y="1114920"/>
                </a:lnTo>
                <a:lnTo>
                  <a:pt x="1648606" y="1114920"/>
                </a:lnTo>
                <a:lnTo>
                  <a:pt x="1648775" y="1114920"/>
                </a:lnTo>
                <a:lnTo>
                  <a:pt x="1648944" y="1114920"/>
                </a:lnTo>
                <a:lnTo>
                  <a:pt x="1649122" y="1114920"/>
                </a:lnTo>
                <a:lnTo>
                  <a:pt x="1649291" y="1114920"/>
                </a:lnTo>
                <a:lnTo>
                  <a:pt x="1649460" y="1114920"/>
                </a:lnTo>
                <a:lnTo>
                  <a:pt x="1649638" y="1114920"/>
                </a:lnTo>
                <a:lnTo>
                  <a:pt x="1649807" y="1114920"/>
                </a:lnTo>
                <a:lnTo>
                  <a:pt x="1649976" y="1114920"/>
                </a:lnTo>
                <a:lnTo>
                  <a:pt x="1650154" y="1114920"/>
                </a:lnTo>
                <a:lnTo>
                  <a:pt x="1650323" y="1114920"/>
                </a:lnTo>
                <a:lnTo>
                  <a:pt x="1650501" y="1114920"/>
                </a:lnTo>
                <a:lnTo>
                  <a:pt x="1650670" y="1114920"/>
                </a:lnTo>
                <a:lnTo>
                  <a:pt x="1650839" y="1114920"/>
                </a:lnTo>
                <a:lnTo>
                  <a:pt x="1651017" y="1114920"/>
                </a:lnTo>
                <a:lnTo>
                  <a:pt x="1651186" y="1114920"/>
                </a:lnTo>
                <a:lnTo>
                  <a:pt x="1651355" y="1114920"/>
                </a:lnTo>
                <a:lnTo>
                  <a:pt x="1651533" y="1114920"/>
                </a:lnTo>
                <a:lnTo>
                  <a:pt x="1651702" y="1114920"/>
                </a:lnTo>
                <a:lnTo>
                  <a:pt x="1651879" y="1114920"/>
                </a:lnTo>
                <a:lnTo>
                  <a:pt x="1652049" y="1114920"/>
                </a:lnTo>
                <a:lnTo>
                  <a:pt x="1652218" y="1114920"/>
                </a:lnTo>
                <a:lnTo>
                  <a:pt x="1652396" y="1114920"/>
                </a:lnTo>
                <a:lnTo>
                  <a:pt x="1652565" y="1114920"/>
                </a:lnTo>
                <a:lnTo>
                  <a:pt x="1652734" y="1114920"/>
                </a:lnTo>
                <a:lnTo>
                  <a:pt x="1652912" y="1114920"/>
                </a:lnTo>
                <a:lnTo>
                  <a:pt x="1653081" y="1114920"/>
                </a:lnTo>
                <a:lnTo>
                  <a:pt x="1653258" y="1114920"/>
                </a:lnTo>
                <a:lnTo>
                  <a:pt x="1653427" y="1114920"/>
                </a:lnTo>
                <a:lnTo>
                  <a:pt x="1653597" y="1114920"/>
                </a:lnTo>
                <a:lnTo>
                  <a:pt x="1653775" y="1114920"/>
                </a:lnTo>
                <a:lnTo>
                  <a:pt x="1653944" y="1114920"/>
                </a:lnTo>
                <a:lnTo>
                  <a:pt x="1654112" y="1114920"/>
                </a:lnTo>
                <a:lnTo>
                  <a:pt x="1654291" y="1114920"/>
                </a:lnTo>
                <a:lnTo>
                  <a:pt x="1654460" y="1114920"/>
                </a:lnTo>
                <a:lnTo>
                  <a:pt x="1654629" y="1114920"/>
                </a:lnTo>
                <a:lnTo>
                  <a:pt x="1654806" y="1114920"/>
                </a:lnTo>
                <a:lnTo>
                  <a:pt x="1654975" y="1114920"/>
                </a:lnTo>
                <a:lnTo>
                  <a:pt x="1655154" y="1114920"/>
                </a:lnTo>
                <a:lnTo>
                  <a:pt x="1655323" y="1114920"/>
                </a:lnTo>
                <a:lnTo>
                  <a:pt x="1655491" y="1114920"/>
                </a:lnTo>
                <a:lnTo>
                  <a:pt x="1655669" y="1114920"/>
                </a:lnTo>
                <a:lnTo>
                  <a:pt x="1655839" y="1114920"/>
                </a:lnTo>
                <a:lnTo>
                  <a:pt x="1656008" y="1114920"/>
                </a:lnTo>
                <a:lnTo>
                  <a:pt x="1656185" y="1114920"/>
                </a:lnTo>
                <a:lnTo>
                  <a:pt x="1656354" y="1114920"/>
                </a:lnTo>
                <a:lnTo>
                  <a:pt x="1656532" y="1114920"/>
                </a:lnTo>
                <a:lnTo>
                  <a:pt x="1656701" y="1114920"/>
                </a:lnTo>
                <a:lnTo>
                  <a:pt x="1656870" y="1114920"/>
                </a:lnTo>
                <a:lnTo>
                  <a:pt x="1657048" y="1114920"/>
                </a:lnTo>
                <a:lnTo>
                  <a:pt x="1657217" y="1114920"/>
                </a:lnTo>
                <a:lnTo>
                  <a:pt x="1657387" y="1114920"/>
                </a:lnTo>
                <a:lnTo>
                  <a:pt x="1657564" y="1114920"/>
                </a:lnTo>
                <a:lnTo>
                  <a:pt x="1657733" y="1114920"/>
                </a:lnTo>
                <a:lnTo>
                  <a:pt x="1657911" y="1114920"/>
                </a:lnTo>
                <a:lnTo>
                  <a:pt x="1658080" y="1114920"/>
                </a:lnTo>
                <a:lnTo>
                  <a:pt x="1658249" y="1114920"/>
                </a:lnTo>
                <a:lnTo>
                  <a:pt x="1658427" y="1114920"/>
                </a:lnTo>
                <a:lnTo>
                  <a:pt x="1658596" y="1114920"/>
                </a:lnTo>
                <a:lnTo>
                  <a:pt x="1658765" y="1114920"/>
                </a:lnTo>
                <a:lnTo>
                  <a:pt x="1658943" y="1114920"/>
                </a:lnTo>
                <a:lnTo>
                  <a:pt x="1659112" y="1114920"/>
                </a:lnTo>
                <a:lnTo>
                  <a:pt x="1659281" y="1114920"/>
                </a:lnTo>
                <a:lnTo>
                  <a:pt x="1659459" y="1114920"/>
                </a:lnTo>
                <a:lnTo>
                  <a:pt x="1659628" y="1114920"/>
                </a:lnTo>
                <a:lnTo>
                  <a:pt x="1659806" y="1114920"/>
                </a:lnTo>
                <a:lnTo>
                  <a:pt x="1659975" y="1114920"/>
                </a:lnTo>
                <a:lnTo>
                  <a:pt x="1660144" y="1114920"/>
                </a:lnTo>
                <a:lnTo>
                  <a:pt x="1660322" y="1114920"/>
                </a:lnTo>
                <a:lnTo>
                  <a:pt x="1660491" y="1114920"/>
                </a:lnTo>
                <a:lnTo>
                  <a:pt x="1660660" y="1114920"/>
                </a:lnTo>
                <a:lnTo>
                  <a:pt x="1660838" y="1114920"/>
                </a:lnTo>
                <a:lnTo>
                  <a:pt x="1661007" y="1114920"/>
                </a:lnTo>
                <a:lnTo>
                  <a:pt x="1661185" y="1114920"/>
                </a:lnTo>
                <a:lnTo>
                  <a:pt x="1661354" y="1114920"/>
                </a:lnTo>
                <a:lnTo>
                  <a:pt x="1661523" y="1114920"/>
                </a:lnTo>
                <a:lnTo>
                  <a:pt x="1661701" y="1114920"/>
                </a:lnTo>
                <a:lnTo>
                  <a:pt x="1661870" y="1114920"/>
                </a:lnTo>
                <a:lnTo>
                  <a:pt x="1662039" y="1114920"/>
                </a:lnTo>
                <a:lnTo>
                  <a:pt x="1662217" y="1114920"/>
                </a:lnTo>
                <a:lnTo>
                  <a:pt x="1662386" y="1114920"/>
                </a:lnTo>
                <a:lnTo>
                  <a:pt x="1662555" y="1114920"/>
                </a:lnTo>
                <a:lnTo>
                  <a:pt x="1662733" y="1114920"/>
                </a:lnTo>
                <a:lnTo>
                  <a:pt x="1662902" y="1114920"/>
                </a:lnTo>
                <a:lnTo>
                  <a:pt x="1663080" y="1114920"/>
                </a:lnTo>
                <a:lnTo>
                  <a:pt x="1663249" y="1114920"/>
                </a:lnTo>
                <a:lnTo>
                  <a:pt x="1663418" y="1114920"/>
                </a:lnTo>
                <a:lnTo>
                  <a:pt x="1663596" y="1114920"/>
                </a:lnTo>
                <a:lnTo>
                  <a:pt x="1663765" y="1114920"/>
                </a:lnTo>
                <a:lnTo>
                  <a:pt x="1663934" y="1114920"/>
                </a:lnTo>
                <a:lnTo>
                  <a:pt x="1664112" y="1114920"/>
                </a:lnTo>
                <a:lnTo>
                  <a:pt x="1664281" y="1114920"/>
                </a:lnTo>
                <a:lnTo>
                  <a:pt x="1664459" y="1114920"/>
                </a:lnTo>
                <a:lnTo>
                  <a:pt x="1664628" y="1114920"/>
                </a:lnTo>
                <a:lnTo>
                  <a:pt x="1664797" y="1114920"/>
                </a:lnTo>
                <a:lnTo>
                  <a:pt x="1664975" y="1114920"/>
                </a:lnTo>
                <a:lnTo>
                  <a:pt x="1665144" y="1114920"/>
                </a:lnTo>
                <a:lnTo>
                  <a:pt x="1665313" y="1114920"/>
                </a:lnTo>
                <a:lnTo>
                  <a:pt x="1665491" y="1114920"/>
                </a:lnTo>
                <a:lnTo>
                  <a:pt x="1665660" y="1114920"/>
                </a:lnTo>
                <a:lnTo>
                  <a:pt x="1665838" y="1114920"/>
                </a:lnTo>
                <a:lnTo>
                  <a:pt x="1666007" y="1114920"/>
                </a:lnTo>
                <a:lnTo>
                  <a:pt x="1666176" y="1114920"/>
                </a:lnTo>
                <a:lnTo>
                  <a:pt x="1666354" y="1114920"/>
                </a:lnTo>
                <a:lnTo>
                  <a:pt x="1666523" y="1114920"/>
                </a:lnTo>
                <a:lnTo>
                  <a:pt x="1666692" y="1114920"/>
                </a:lnTo>
                <a:lnTo>
                  <a:pt x="1666870" y="1114920"/>
                </a:lnTo>
                <a:lnTo>
                  <a:pt x="1667039" y="1114920"/>
                </a:lnTo>
                <a:lnTo>
                  <a:pt x="1667208" y="1114920"/>
                </a:lnTo>
                <a:lnTo>
                  <a:pt x="1667386" y="1114920"/>
                </a:lnTo>
                <a:lnTo>
                  <a:pt x="1667555" y="1114920"/>
                </a:lnTo>
                <a:lnTo>
                  <a:pt x="1667733" y="1114920"/>
                </a:lnTo>
                <a:lnTo>
                  <a:pt x="1667902" y="1114920"/>
                </a:lnTo>
                <a:lnTo>
                  <a:pt x="1668071" y="1114920"/>
                </a:lnTo>
                <a:lnTo>
                  <a:pt x="1668249" y="1114920"/>
                </a:lnTo>
                <a:lnTo>
                  <a:pt x="1668418" y="1114920"/>
                </a:lnTo>
                <a:lnTo>
                  <a:pt x="1668587" y="1114920"/>
                </a:lnTo>
                <a:lnTo>
                  <a:pt x="1668765" y="1114920"/>
                </a:lnTo>
                <a:lnTo>
                  <a:pt x="1668934" y="1114920"/>
                </a:lnTo>
                <a:lnTo>
                  <a:pt x="1669112" y="1114920"/>
                </a:lnTo>
                <a:lnTo>
                  <a:pt x="1669281" y="1114920"/>
                </a:lnTo>
                <a:lnTo>
                  <a:pt x="1669450" y="1114920"/>
                </a:lnTo>
                <a:lnTo>
                  <a:pt x="1669628" y="1114920"/>
                </a:lnTo>
                <a:lnTo>
                  <a:pt x="1669797" y="1114920"/>
                </a:lnTo>
                <a:lnTo>
                  <a:pt x="1669966" y="1114920"/>
                </a:lnTo>
                <a:lnTo>
                  <a:pt x="1670144" y="1114920"/>
                </a:lnTo>
                <a:lnTo>
                  <a:pt x="1670313" y="1114920"/>
                </a:lnTo>
                <a:lnTo>
                  <a:pt x="1670482" y="1114920"/>
                </a:lnTo>
                <a:lnTo>
                  <a:pt x="1670660" y="1114920"/>
                </a:lnTo>
                <a:lnTo>
                  <a:pt x="1670829" y="1114920"/>
                </a:lnTo>
                <a:lnTo>
                  <a:pt x="1671007" y="1114920"/>
                </a:lnTo>
                <a:lnTo>
                  <a:pt x="1671176" y="1114920"/>
                </a:lnTo>
                <a:lnTo>
                  <a:pt x="1671345" y="1114920"/>
                </a:lnTo>
                <a:lnTo>
                  <a:pt x="1671523" y="1114920"/>
                </a:lnTo>
                <a:lnTo>
                  <a:pt x="1671692" y="1114920"/>
                </a:lnTo>
                <a:lnTo>
                  <a:pt x="1671861" y="1114920"/>
                </a:lnTo>
                <a:lnTo>
                  <a:pt x="1672039" y="1114920"/>
                </a:lnTo>
                <a:lnTo>
                  <a:pt x="1672208" y="1114920"/>
                </a:lnTo>
                <a:lnTo>
                  <a:pt x="1672386" y="1114920"/>
                </a:lnTo>
                <a:lnTo>
                  <a:pt x="1672555" y="1114920"/>
                </a:lnTo>
                <a:lnTo>
                  <a:pt x="1672724" y="1114920"/>
                </a:lnTo>
                <a:lnTo>
                  <a:pt x="1672902" y="1114920"/>
                </a:lnTo>
                <a:lnTo>
                  <a:pt x="1673071" y="1114920"/>
                </a:lnTo>
                <a:lnTo>
                  <a:pt x="1673240" y="1114920"/>
                </a:lnTo>
                <a:lnTo>
                  <a:pt x="1673418" y="1114920"/>
                </a:lnTo>
                <a:lnTo>
                  <a:pt x="1673587" y="1114920"/>
                </a:lnTo>
                <a:lnTo>
                  <a:pt x="1673765" y="1114920"/>
                </a:lnTo>
                <a:lnTo>
                  <a:pt x="1673934" y="1114920"/>
                </a:lnTo>
                <a:lnTo>
                  <a:pt x="1674103" y="1114920"/>
                </a:lnTo>
                <a:lnTo>
                  <a:pt x="1674281" y="1114920"/>
                </a:lnTo>
                <a:lnTo>
                  <a:pt x="1674450" y="1114920"/>
                </a:lnTo>
                <a:lnTo>
                  <a:pt x="1674619" y="1114920"/>
                </a:lnTo>
                <a:lnTo>
                  <a:pt x="1674797" y="1114920"/>
                </a:lnTo>
                <a:lnTo>
                  <a:pt x="1674966" y="1114920"/>
                </a:lnTo>
                <a:lnTo>
                  <a:pt x="1675135" y="1114920"/>
                </a:lnTo>
                <a:lnTo>
                  <a:pt x="1675313" y="1114920"/>
                </a:lnTo>
                <a:lnTo>
                  <a:pt x="1675482" y="1114920"/>
                </a:lnTo>
                <a:lnTo>
                  <a:pt x="1675660" y="1114920"/>
                </a:lnTo>
                <a:lnTo>
                  <a:pt x="1675829" y="1114920"/>
                </a:lnTo>
                <a:lnTo>
                  <a:pt x="1675998" y="1114920"/>
                </a:lnTo>
                <a:lnTo>
                  <a:pt x="1676176" y="1114920"/>
                </a:lnTo>
                <a:lnTo>
                  <a:pt x="1676345" y="1114920"/>
                </a:lnTo>
                <a:lnTo>
                  <a:pt x="1676514" y="1114920"/>
                </a:lnTo>
                <a:lnTo>
                  <a:pt x="1676692" y="1114920"/>
                </a:lnTo>
                <a:lnTo>
                  <a:pt x="1676861" y="1114920"/>
                </a:lnTo>
                <a:lnTo>
                  <a:pt x="1677039" y="1114920"/>
                </a:lnTo>
                <a:lnTo>
                  <a:pt x="1677208" y="1114920"/>
                </a:lnTo>
                <a:lnTo>
                  <a:pt x="1677377" y="1114920"/>
                </a:lnTo>
                <a:lnTo>
                  <a:pt x="1677555" y="1114920"/>
                </a:lnTo>
                <a:lnTo>
                  <a:pt x="1677724" y="1114920"/>
                </a:lnTo>
                <a:lnTo>
                  <a:pt x="1677893" y="1114920"/>
                </a:lnTo>
                <a:lnTo>
                  <a:pt x="1678071" y="1114920"/>
                </a:lnTo>
                <a:lnTo>
                  <a:pt x="1678240" y="1114920"/>
                </a:lnTo>
                <a:lnTo>
                  <a:pt x="1678418" y="1114920"/>
                </a:lnTo>
                <a:lnTo>
                  <a:pt x="1678587" y="1114920"/>
                </a:lnTo>
                <a:lnTo>
                  <a:pt x="1678756" y="1114920"/>
                </a:lnTo>
                <a:lnTo>
                  <a:pt x="1678934" y="1114920"/>
                </a:lnTo>
                <a:lnTo>
                  <a:pt x="1679103" y="1114920"/>
                </a:lnTo>
                <a:lnTo>
                  <a:pt x="1679272" y="1114920"/>
                </a:lnTo>
                <a:lnTo>
                  <a:pt x="1679450" y="1114920"/>
                </a:lnTo>
                <a:lnTo>
                  <a:pt x="1679619" y="1114920"/>
                </a:lnTo>
                <a:lnTo>
                  <a:pt x="1679788" y="1114920"/>
                </a:lnTo>
                <a:lnTo>
                  <a:pt x="1679966" y="1114920"/>
                </a:lnTo>
                <a:lnTo>
                  <a:pt x="1680135" y="1114920"/>
                </a:lnTo>
                <a:lnTo>
                  <a:pt x="1680313" y="1114920"/>
                </a:lnTo>
                <a:lnTo>
                  <a:pt x="1680482" y="1114920"/>
                </a:lnTo>
                <a:lnTo>
                  <a:pt x="1680651" y="1114920"/>
                </a:lnTo>
                <a:lnTo>
                  <a:pt x="1680829" y="1114920"/>
                </a:lnTo>
                <a:lnTo>
                  <a:pt x="1680998" y="1114920"/>
                </a:lnTo>
                <a:lnTo>
                  <a:pt x="1681167" y="1114920"/>
                </a:lnTo>
                <a:lnTo>
                  <a:pt x="1681345" y="1114920"/>
                </a:lnTo>
                <a:lnTo>
                  <a:pt x="1681514" y="1114920"/>
                </a:lnTo>
                <a:lnTo>
                  <a:pt x="1681691" y="1114920"/>
                </a:lnTo>
                <a:lnTo>
                  <a:pt x="1681861" y="1114920"/>
                </a:lnTo>
                <a:lnTo>
                  <a:pt x="1682030" y="1114920"/>
                </a:lnTo>
                <a:lnTo>
                  <a:pt x="1682208" y="1114920"/>
                </a:lnTo>
                <a:lnTo>
                  <a:pt x="1682377" y="1114920"/>
                </a:lnTo>
                <a:lnTo>
                  <a:pt x="1682546" y="1114920"/>
                </a:lnTo>
                <a:lnTo>
                  <a:pt x="1682724" y="1114920"/>
                </a:lnTo>
                <a:lnTo>
                  <a:pt x="1682893" y="1114920"/>
                </a:lnTo>
                <a:lnTo>
                  <a:pt x="1683062" y="1114920"/>
                </a:lnTo>
                <a:lnTo>
                  <a:pt x="1683239" y="1114920"/>
                </a:lnTo>
                <a:lnTo>
                  <a:pt x="1683409" y="1114920"/>
                </a:lnTo>
                <a:lnTo>
                  <a:pt x="1683587" y="1114920"/>
                </a:lnTo>
                <a:lnTo>
                  <a:pt x="1683756" y="1114920"/>
                </a:lnTo>
                <a:lnTo>
                  <a:pt x="1683925" y="1114920"/>
                </a:lnTo>
                <a:lnTo>
                  <a:pt x="1684102" y="1114920"/>
                </a:lnTo>
                <a:lnTo>
                  <a:pt x="1684272" y="1114920"/>
                </a:lnTo>
                <a:lnTo>
                  <a:pt x="1684441" y="1114920"/>
                </a:lnTo>
                <a:lnTo>
                  <a:pt x="1684618" y="1114920"/>
                </a:lnTo>
                <a:lnTo>
                  <a:pt x="1684787" y="1114920"/>
                </a:lnTo>
                <a:lnTo>
                  <a:pt x="1684966" y="1114920"/>
                </a:lnTo>
                <a:lnTo>
                  <a:pt x="1685135" y="1114920"/>
                </a:lnTo>
                <a:lnTo>
                  <a:pt x="1685303" y="1114920"/>
                </a:lnTo>
                <a:lnTo>
                  <a:pt x="1685481" y="1114920"/>
                </a:lnTo>
                <a:lnTo>
                  <a:pt x="1685651" y="1114920"/>
                </a:lnTo>
                <a:lnTo>
                  <a:pt x="1685820" y="1114920"/>
                </a:lnTo>
                <a:lnTo>
                  <a:pt x="1685997" y="1114920"/>
                </a:lnTo>
                <a:lnTo>
                  <a:pt x="1686166" y="1114920"/>
                </a:lnTo>
                <a:lnTo>
                  <a:pt x="1686344" y="1114920"/>
                </a:lnTo>
                <a:lnTo>
                  <a:pt x="1686514" y="1114920"/>
                </a:lnTo>
                <a:lnTo>
                  <a:pt x="1686682" y="1114920"/>
                </a:lnTo>
                <a:lnTo>
                  <a:pt x="1686860" y="1114920"/>
                </a:lnTo>
                <a:lnTo>
                  <a:pt x="1687029" y="1114920"/>
                </a:lnTo>
                <a:lnTo>
                  <a:pt x="1687199" y="1114920"/>
                </a:lnTo>
                <a:lnTo>
                  <a:pt x="1687376" y="1114920"/>
                </a:lnTo>
                <a:lnTo>
                  <a:pt x="1687545" y="1114920"/>
                </a:lnTo>
                <a:lnTo>
                  <a:pt x="1687714" y="1114920"/>
                </a:lnTo>
                <a:lnTo>
                  <a:pt x="1687892" y="1114920"/>
                </a:lnTo>
                <a:lnTo>
                  <a:pt x="1688061" y="1114920"/>
                </a:lnTo>
                <a:lnTo>
                  <a:pt x="1688239" y="1114920"/>
                </a:lnTo>
                <a:lnTo>
                  <a:pt x="1688408" y="1114920"/>
                </a:lnTo>
                <a:lnTo>
                  <a:pt x="1688577" y="1114920"/>
                </a:lnTo>
                <a:lnTo>
                  <a:pt x="1688755" y="1114920"/>
                </a:lnTo>
                <a:lnTo>
                  <a:pt x="1688924" y="1114920"/>
                </a:lnTo>
                <a:lnTo>
                  <a:pt x="1689093" y="1114920"/>
                </a:lnTo>
                <a:lnTo>
                  <a:pt x="1689271" y="1114920"/>
                </a:lnTo>
                <a:lnTo>
                  <a:pt x="1689440" y="1114920"/>
                </a:lnTo>
                <a:lnTo>
                  <a:pt x="1689618" y="1114920"/>
                </a:lnTo>
                <a:lnTo>
                  <a:pt x="1689787" y="1114920"/>
                </a:lnTo>
                <a:lnTo>
                  <a:pt x="1689956" y="1114920"/>
                </a:lnTo>
                <a:lnTo>
                  <a:pt x="1690134" y="1114920"/>
                </a:lnTo>
                <a:lnTo>
                  <a:pt x="1690303" y="1114920"/>
                </a:lnTo>
                <a:lnTo>
                  <a:pt x="1690472" y="1114920"/>
                </a:lnTo>
                <a:lnTo>
                  <a:pt x="1690650" y="1114920"/>
                </a:lnTo>
                <a:lnTo>
                  <a:pt x="1690819" y="1114920"/>
                </a:lnTo>
                <a:lnTo>
                  <a:pt x="1690988" y="1114920"/>
                </a:lnTo>
                <a:lnTo>
                  <a:pt x="1691166" y="1114920"/>
                </a:lnTo>
                <a:lnTo>
                  <a:pt x="1691335" y="1114920"/>
                </a:lnTo>
                <a:lnTo>
                  <a:pt x="1691513" y="1114920"/>
                </a:lnTo>
                <a:lnTo>
                  <a:pt x="1691682" y="1114920"/>
                </a:lnTo>
                <a:lnTo>
                  <a:pt x="1691851" y="1114920"/>
                </a:lnTo>
                <a:lnTo>
                  <a:pt x="1692029" y="1114920"/>
                </a:lnTo>
                <a:lnTo>
                  <a:pt x="1692198" y="1114920"/>
                </a:lnTo>
                <a:lnTo>
                  <a:pt x="1692367" y="1114920"/>
                </a:lnTo>
                <a:lnTo>
                  <a:pt x="1692545" y="1114920"/>
                </a:lnTo>
                <a:lnTo>
                  <a:pt x="1692714" y="1114920"/>
                </a:lnTo>
                <a:lnTo>
                  <a:pt x="1692892" y="1114920"/>
                </a:lnTo>
                <a:lnTo>
                  <a:pt x="1693061" y="1114920"/>
                </a:lnTo>
                <a:lnTo>
                  <a:pt x="1693230" y="1114920"/>
                </a:lnTo>
                <a:lnTo>
                  <a:pt x="1693408" y="1114920"/>
                </a:lnTo>
                <a:lnTo>
                  <a:pt x="1693577" y="1114920"/>
                </a:lnTo>
                <a:lnTo>
                  <a:pt x="1693746" y="1114920"/>
                </a:lnTo>
                <a:lnTo>
                  <a:pt x="1693924" y="1114920"/>
                </a:lnTo>
                <a:lnTo>
                  <a:pt x="1694093" y="1114920"/>
                </a:lnTo>
                <a:lnTo>
                  <a:pt x="1694271" y="1114920"/>
                </a:lnTo>
                <a:lnTo>
                  <a:pt x="1694440" y="1114920"/>
                </a:lnTo>
                <a:lnTo>
                  <a:pt x="1694609" y="1114920"/>
                </a:lnTo>
                <a:lnTo>
                  <a:pt x="1694787" y="1114920"/>
                </a:lnTo>
                <a:lnTo>
                  <a:pt x="1694956" y="1114920"/>
                </a:lnTo>
                <a:lnTo>
                  <a:pt x="1695125" y="1114920"/>
                </a:lnTo>
                <a:lnTo>
                  <a:pt x="1695303" y="1114920"/>
                </a:lnTo>
                <a:lnTo>
                  <a:pt x="1695472" y="1114920"/>
                </a:lnTo>
                <a:lnTo>
                  <a:pt x="1695641" y="1114920"/>
                </a:lnTo>
                <a:lnTo>
                  <a:pt x="1695819" y="1114920"/>
                </a:lnTo>
                <a:lnTo>
                  <a:pt x="1695988" y="1114920"/>
                </a:lnTo>
                <a:lnTo>
                  <a:pt x="1696166" y="1114920"/>
                </a:lnTo>
                <a:lnTo>
                  <a:pt x="1696335" y="1114920"/>
                </a:lnTo>
                <a:lnTo>
                  <a:pt x="1696504" y="1114920"/>
                </a:lnTo>
                <a:lnTo>
                  <a:pt x="1696682" y="1114920"/>
                </a:lnTo>
                <a:lnTo>
                  <a:pt x="1696851" y="1114920"/>
                </a:lnTo>
                <a:lnTo>
                  <a:pt x="1697020" y="1114920"/>
                </a:lnTo>
                <a:lnTo>
                  <a:pt x="1697198" y="1114920"/>
                </a:lnTo>
                <a:lnTo>
                  <a:pt x="1697367" y="1114920"/>
                </a:lnTo>
                <a:lnTo>
                  <a:pt x="1697545" y="1114920"/>
                </a:lnTo>
                <a:lnTo>
                  <a:pt x="1697714" y="1114920"/>
                </a:lnTo>
                <a:lnTo>
                  <a:pt x="1697883" y="1114920"/>
                </a:lnTo>
                <a:lnTo>
                  <a:pt x="1698061" y="1114920"/>
                </a:lnTo>
                <a:lnTo>
                  <a:pt x="1698230" y="1114920"/>
                </a:lnTo>
                <a:lnTo>
                  <a:pt x="1698399" y="1114920"/>
                </a:lnTo>
                <a:lnTo>
                  <a:pt x="1698577" y="1114920"/>
                </a:lnTo>
                <a:lnTo>
                  <a:pt x="1698746" y="1114920"/>
                </a:lnTo>
                <a:lnTo>
                  <a:pt x="1698915" y="1114920"/>
                </a:lnTo>
                <a:lnTo>
                  <a:pt x="1699093" y="1114920"/>
                </a:lnTo>
                <a:lnTo>
                  <a:pt x="1699262" y="1114920"/>
                </a:lnTo>
                <a:lnTo>
                  <a:pt x="1699440" y="1114920"/>
                </a:lnTo>
                <a:lnTo>
                  <a:pt x="1699609" y="1114920"/>
                </a:lnTo>
                <a:lnTo>
                  <a:pt x="1699778" y="1114920"/>
                </a:lnTo>
                <a:lnTo>
                  <a:pt x="1699956" y="1114920"/>
                </a:lnTo>
                <a:lnTo>
                  <a:pt x="1700125" y="1114920"/>
                </a:lnTo>
                <a:lnTo>
                  <a:pt x="1700294" y="1114920"/>
                </a:lnTo>
                <a:lnTo>
                  <a:pt x="1700472" y="1114920"/>
                </a:lnTo>
                <a:lnTo>
                  <a:pt x="1700641" y="1114920"/>
                </a:lnTo>
                <a:lnTo>
                  <a:pt x="1700819" y="1114920"/>
                </a:lnTo>
                <a:lnTo>
                  <a:pt x="1700988" y="1114920"/>
                </a:lnTo>
                <a:lnTo>
                  <a:pt x="1701157" y="1114920"/>
                </a:lnTo>
                <a:lnTo>
                  <a:pt x="1701335" y="1114920"/>
                </a:lnTo>
                <a:lnTo>
                  <a:pt x="1701504" y="1114920"/>
                </a:lnTo>
                <a:lnTo>
                  <a:pt x="1701673" y="1114920"/>
                </a:lnTo>
                <a:lnTo>
                  <a:pt x="1701851" y="1114920"/>
                </a:lnTo>
                <a:lnTo>
                  <a:pt x="1702020" y="1114920"/>
                </a:lnTo>
                <a:lnTo>
                  <a:pt x="1702198" y="1114920"/>
                </a:lnTo>
                <a:lnTo>
                  <a:pt x="1702367" y="1114920"/>
                </a:lnTo>
                <a:lnTo>
                  <a:pt x="1702536" y="1114920"/>
                </a:lnTo>
                <a:lnTo>
                  <a:pt x="1702714" y="1114920"/>
                </a:lnTo>
                <a:lnTo>
                  <a:pt x="1702883" y="1114920"/>
                </a:lnTo>
                <a:lnTo>
                  <a:pt x="1703052" y="1114920"/>
                </a:lnTo>
                <a:lnTo>
                  <a:pt x="1703230" y="1114920"/>
                </a:lnTo>
                <a:lnTo>
                  <a:pt x="1703399" y="1114920"/>
                </a:lnTo>
                <a:lnTo>
                  <a:pt x="1703568" y="1114920"/>
                </a:lnTo>
                <a:lnTo>
                  <a:pt x="1703746" y="1114920"/>
                </a:lnTo>
                <a:lnTo>
                  <a:pt x="1703915" y="1114920"/>
                </a:lnTo>
                <a:lnTo>
                  <a:pt x="1704093" y="1114920"/>
                </a:lnTo>
                <a:lnTo>
                  <a:pt x="1704262" y="1114920"/>
                </a:lnTo>
                <a:lnTo>
                  <a:pt x="1704431" y="1114920"/>
                </a:lnTo>
                <a:lnTo>
                  <a:pt x="1704609" y="1114920"/>
                </a:lnTo>
                <a:lnTo>
                  <a:pt x="1704778" y="1114920"/>
                </a:lnTo>
                <a:lnTo>
                  <a:pt x="1704947" y="1114920"/>
                </a:lnTo>
                <a:lnTo>
                  <a:pt x="1705125" y="1114920"/>
                </a:lnTo>
                <a:lnTo>
                  <a:pt x="1705294" y="1114920"/>
                </a:lnTo>
                <a:lnTo>
                  <a:pt x="1705472" y="1114920"/>
                </a:lnTo>
                <a:lnTo>
                  <a:pt x="1705641" y="1114920"/>
                </a:lnTo>
                <a:lnTo>
                  <a:pt x="1705810" y="1114920"/>
                </a:lnTo>
                <a:lnTo>
                  <a:pt x="1705988" y="1114920"/>
                </a:lnTo>
                <a:lnTo>
                  <a:pt x="1706157" y="1114920"/>
                </a:lnTo>
                <a:lnTo>
                  <a:pt x="1706326" y="1114920"/>
                </a:lnTo>
                <a:lnTo>
                  <a:pt x="1706504" y="1114920"/>
                </a:lnTo>
                <a:lnTo>
                  <a:pt x="1706673" y="1114920"/>
                </a:lnTo>
                <a:lnTo>
                  <a:pt x="1706851" y="1114920"/>
                </a:lnTo>
                <a:lnTo>
                  <a:pt x="1707020" y="1114920"/>
                </a:lnTo>
                <a:lnTo>
                  <a:pt x="1707189" y="1114920"/>
                </a:lnTo>
                <a:lnTo>
                  <a:pt x="1707367" y="1114920"/>
                </a:lnTo>
                <a:lnTo>
                  <a:pt x="1707536" y="1114920"/>
                </a:lnTo>
                <a:lnTo>
                  <a:pt x="1707705" y="1114920"/>
                </a:lnTo>
                <a:lnTo>
                  <a:pt x="1707883" y="1114920"/>
                </a:lnTo>
                <a:lnTo>
                  <a:pt x="1708052" y="1114920"/>
                </a:lnTo>
                <a:lnTo>
                  <a:pt x="1708221" y="1114920"/>
                </a:lnTo>
                <a:lnTo>
                  <a:pt x="1708399" y="1114920"/>
                </a:lnTo>
                <a:lnTo>
                  <a:pt x="1708568" y="1114920"/>
                </a:lnTo>
                <a:lnTo>
                  <a:pt x="1708746" y="1114920"/>
                </a:lnTo>
                <a:lnTo>
                  <a:pt x="1708915" y="1114920"/>
                </a:lnTo>
                <a:lnTo>
                  <a:pt x="1709084" y="1114920"/>
                </a:lnTo>
                <a:lnTo>
                  <a:pt x="1709262" y="1114920"/>
                </a:lnTo>
                <a:lnTo>
                  <a:pt x="1709431" y="1114920"/>
                </a:lnTo>
                <a:lnTo>
                  <a:pt x="1709600" y="1114920"/>
                </a:lnTo>
                <a:lnTo>
                  <a:pt x="1709778" y="1114920"/>
                </a:lnTo>
                <a:lnTo>
                  <a:pt x="1709947" y="1114920"/>
                </a:lnTo>
                <a:lnTo>
                  <a:pt x="1710125" y="1114920"/>
                </a:lnTo>
                <a:lnTo>
                  <a:pt x="1710294" y="1114920"/>
                </a:lnTo>
                <a:lnTo>
                  <a:pt x="1710463" y="1114920"/>
                </a:lnTo>
                <a:lnTo>
                  <a:pt x="1710641" y="1114920"/>
                </a:lnTo>
                <a:lnTo>
                  <a:pt x="1710810" y="1114920"/>
                </a:lnTo>
                <a:lnTo>
                  <a:pt x="1710979" y="1114920"/>
                </a:lnTo>
                <a:lnTo>
                  <a:pt x="1711157" y="1114920"/>
                </a:lnTo>
                <a:lnTo>
                  <a:pt x="1711326" y="1114920"/>
                </a:lnTo>
                <a:lnTo>
                  <a:pt x="1711495" y="1114920"/>
                </a:lnTo>
                <a:lnTo>
                  <a:pt x="1711673" y="1114920"/>
                </a:lnTo>
                <a:lnTo>
                  <a:pt x="1711842" y="1114920"/>
                </a:lnTo>
                <a:lnTo>
                  <a:pt x="1712020" y="1114920"/>
                </a:lnTo>
                <a:lnTo>
                  <a:pt x="1712189" y="1114920"/>
                </a:lnTo>
                <a:lnTo>
                  <a:pt x="1712358" y="1114920"/>
                </a:lnTo>
                <a:lnTo>
                  <a:pt x="1712536" y="1114920"/>
                </a:lnTo>
                <a:lnTo>
                  <a:pt x="1712705" y="1114920"/>
                </a:lnTo>
                <a:lnTo>
                  <a:pt x="1712874" y="1114920"/>
                </a:lnTo>
                <a:lnTo>
                  <a:pt x="1713051" y="1114920"/>
                </a:lnTo>
                <a:lnTo>
                  <a:pt x="1713221" y="1114920"/>
                </a:lnTo>
                <a:lnTo>
                  <a:pt x="1713399" y="1114920"/>
                </a:lnTo>
                <a:lnTo>
                  <a:pt x="1713568" y="1114920"/>
                </a:lnTo>
                <a:lnTo>
                  <a:pt x="1713737" y="1114920"/>
                </a:lnTo>
                <a:lnTo>
                  <a:pt x="1713914" y="1114920"/>
                </a:lnTo>
                <a:lnTo>
                  <a:pt x="1714084" y="1114920"/>
                </a:lnTo>
                <a:lnTo>
                  <a:pt x="1714253" y="1114920"/>
                </a:lnTo>
                <a:lnTo>
                  <a:pt x="1714430" y="1114920"/>
                </a:lnTo>
                <a:lnTo>
                  <a:pt x="1714599" y="1114920"/>
                </a:lnTo>
                <a:lnTo>
                  <a:pt x="1714778" y="1114920"/>
                </a:lnTo>
                <a:lnTo>
                  <a:pt x="1714947" y="1114920"/>
                </a:lnTo>
                <a:lnTo>
                  <a:pt x="1715116" y="1114920"/>
                </a:lnTo>
                <a:lnTo>
                  <a:pt x="1715293" y="1114920"/>
                </a:lnTo>
                <a:lnTo>
                  <a:pt x="1715462" y="1114920"/>
                </a:lnTo>
                <a:lnTo>
                  <a:pt x="1715632" y="1114920"/>
                </a:lnTo>
                <a:lnTo>
                  <a:pt x="1715809" y="1114920"/>
                </a:lnTo>
                <a:lnTo>
                  <a:pt x="1715978" y="1114920"/>
                </a:lnTo>
                <a:lnTo>
                  <a:pt x="1716147" y="1114920"/>
                </a:lnTo>
                <a:lnTo>
                  <a:pt x="1716326" y="1114920"/>
                </a:lnTo>
                <a:lnTo>
                  <a:pt x="1716495" y="1114920"/>
                </a:lnTo>
                <a:lnTo>
                  <a:pt x="1716672" y="1114920"/>
                </a:lnTo>
                <a:lnTo>
                  <a:pt x="1716841" y="1114920"/>
                </a:lnTo>
                <a:lnTo>
                  <a:pt x="1717011" y="1114920"/>
                </a:lnTo>
                <a:lnTo>
                  <a:pt x="1717188" y="1114920"/>
                </a:lnTo>
                <a:lnTo>
                  <a:pt x="1717357" y="1114920"/>
                </a:lnTo>
                <a:lnTo>
                  <a:pt x="1717526" y="1114920"/>
                </a:lnTo>
                <a:lnTo>
                  <a:pt x="1717704" y="1114920"/>
                </a:lnTo>
                <a:lnTo>
                  <a:pt x="1717873" y="1114920"/>
                </a:lnTo>
                <a:lnTo>
                  <a:pt x="1718051" y="1114920"/>
                </a:lnTo>
                <a:lnTo>
                  <a:pt x="1718220" y="1114920"/>
                </a:lnTo>
                <a:lnTo>
                  <a:pt x="1718389" y="1114920"/>
                </a:lnTo>
                <a:lnTo>
                  <a:pt x="1718567" y="1114920"/>
                </a:lnTo>
                <a:lnTo>
                  <a:pt x="1718736" y="1114920"/>
                </a:lnTo>
                <a:lnTo>
                  <a:pt x="1718905" y="1114920"/>
                </a:lnTo>
                <a:lnTo>
                  <a:pt x="1719083" y="1114920"/>
                </a:lnTo>
                <a:lnTo>
                  <a:pt x="1719252" y="1114920"/>
                </a:lnTo>
                <a:lnTo>
                  <a:pt x="1719421" y="1114920"/>
                </a:lnTo>
                <a:lnTo>
                  <a:pt x="1719599" y="1114920"/>
                </a:lnTo>
                <a:lnTo>
                  <a:pt x="1719768" y="1114920"/>
                </a:lnTo>
                <a:lnTo>
                  <a:pt x="1719946" y="1114920"/>
                </a:lnTo>
                <a:lnTo>
                  <a:pt x="1720115" y="1114920"/>
                </a:lnTo>
                <a:lnTo>
                  <a:pt x="1720284" y="1114920"/>
                </a:lnTo>
                <a:lnTo>
                  <a:pt x="1720462" y="1114920"/>
                </a:lnTo>
                <a:lnTo>
                  <a:pt x="1720631" y="1114920"/>
                </a:lnTo>
                <a:lnTo>
                  <a:pt x="1720800" y="1114920"/>
                </a:lnTo>
                <a:lnTo>
                  <a:pt x="1720978" y="1114920"/>
                </a:lnTo>
                <a:lnTo>
                  <a:pt x="1721147" y="1114920"/>
                </a:lnTo>
                <a:lnTo>
                  <a:pt x="1721325" y="1114920"/>
                </a:lnTo>
                <a:lnTo>
                  <a:pt x="1721494" y="1114920"/>
                </a:lnTo>
                <a:lnTo>
                  <a:pt x="1721663" y="1114920"/>
                </a:lnTo>
                <a:lnTo>
                  <a:pt x="1721841" y="1114920"/>
                </a:lnTo>
                <a:lnTo>
                  <a:pt x="1722010" y="1114920"/>
                </a:lnTo>
                <a:lnTo>
                  <a:pt x="1722179" y="1114920"/>
                </a:lnTo>
                <a:lnTo>
                  <a:pt x="1722357" y="1114920"/>
                </a:lnTo>
                <a:lnTo>
                  <a:pt x="1722526" y="1114920"/>
                </a:lnTo>
                <a:lnTo>
                  <a:pt x="1722704" y="1114920"/>
                </a:lnTo>
                <a:lnTo>
                  <a:pt x="1722873" y="1114920"/>
                </a:lnTo>
                <a:lnTo>
                  <a:pt x="1723042" y="1114920"/>
                </a:lnTo>
              </a:path>
            </a:pathLst>
          </a:custGeom>
          <a:noFill/>
          <a:ln w="19050" cap="rnd">
            <a:solidFill>
              <a:srgbClr val="00B050"/>
            </a:solidFill>
            <a:prstDash val="solid"/>
            <a:round/>
          </a:ln>
        </p:spPr>
        <p:txBody>
          <a:bodyPr/>
          <a:lstStyle/>
          <a:p>
            <a:endParaRPr lang="en-DE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0A977DD-FD2C-0EA7-BFC7-C1A0216DA2C1}"/>
              </a:ext>
            </a:extLst>
          </p:cNvPr>
          <p:cNvGrpSpPr/>
          <p:nvPr/>
        </p:nvGrpSpPr>
        <p:grpSpPr>
          <a:xfrm>
            <a:off x="2333744" y="1678769"/>
            <a:ext cx="458300" cy="228411"/>
            <a:chOff x="1754916" y="1732524"/>
            <a:chExt cx="458300" cy="228411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904BDB34-110D-49B6-7B36-FE18F15C03F2}"/>
                </a:ext>
              </a:extLst>
            </p:cNvPr>
            <p:cNvSpPr/>
            <p:nvPr/>
          </p:nvSpPr>
          <p:spPr>
            <a:xfrm>
              <a:off x="1754916" y="1732524"/>
              <a:ext cx="458300" cy="228411"/>
            </a:xfrm>
            <a:custGeom>
              <a:avLst/>
              <a:gdLst>
                <a:gd name="csX0" fmla="*/ 0 w 458300"/>
                <a:gd name="csY0" fmla="*/ 228411 h 228411"/>
                <a:gd name="csX1" fmla="*/ 458301 w 458300"/>
                <a:gd name="csY1" fmla="*/ 228411 h 228411"/>
                <a:gd name="csX2" fmla="*/ 458301 w 458300"/>
                <a:gd name="csY2" fmla="*/ 0 h 228411"/>
                <a:gd name="csX3" fmla="*/ 0 w 458300"/>
                <a:gd name="csY3" fmla="*/ 0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58300" h="228411">
                  <a:moveTo>
                    <a:pt x="0" y="228411"/>
                  </a:moveTo>
                  <a:lnTo>
                    <a:pt x="458301" y="228411"/>
                  </a:lnTo>
                  <a:lnTo>
                    <a:pt x="458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0C1C2CED-F013-D259-883A-8B48BEFE5FFC}"/>
                </a:ext>
              </a:extLst>
            </p:cNvPr>
            <p:cNvSpPr/>
            <p:nvPr/>
          </p:nvSpPr>
          <p:spPr>
            <a:xfrm>
              <a:off x="1754916" y="1732524"/>
              <a:ext cx="458300" cy="228411"/>
            </a:xfrm>
            <a:custGeom>
              <a:avLst/>
              <a:gdLst>
                <a:gd name="csX0" fmla="*/ 0 w 458300"/>
                <a:gd name="csY0" fmla="*/ 228411 h 228411"/>
                <a:gd name="csX1" fmla="*/ 458301 w 458300"/>
                <a:gd name="csY1" fmla="*/ 228411 h 228411"/>
                <a:gd name="csX2" fmla="*/ 458301 w 458300"/>
                <a:gd name="csY2" fmla="*/ 0 h 228411"/>
                <a:gd name="csX3" fmla="*/ 0 w 458300"/>
                <a:gd name="csY3" fmla="*/ 0 h 228411"/>
                <a:gd name="csX4" fmla="*/ 0 w 458300"/>
                <a:gd name="csY4" fmla="*/ 228411 h 228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8300" h="228411">
                  <a:moveTo>
                    <a:pt x="0" y="228411"/>
                  </a:moveTo>
                  <a:lnTo>
                    <a:pt x="458301" y="228411"/>
                  </a:lnTo>
                  <a:lnTo>
                    <a:pt x="458301" y="0"/>
                  </a:lnTo>
                  <a:lnTo>
                    <a:pt x="0" y="0"/>
                  </a:lnTo>
                  <a:lnTo>
                    <a:pt x="0" y="228411"/>
                  </a:lnTo>
                </a:path>
              </a:pathLst>
            </a:custGeom>
            <a:noFill/>
            <a:ln w="3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6AA60259-9E0E-BFDB-955B-753E31462668}"/>
              </a:ext>
            </a:extLst>
          </p:cNvPr>
          <p:cNvGrpSpPr/>
          <p:nvPr/>
        </p:nvGrpSpPr>
        <p:grpSpPr>
          <a:xfrm>
            <a:off x="2354037" y="1716382"/>
            <a:ext cx="407982" cy="89054"/>
            <a:chOff x="1775209" y="1770137"/>
            <a:chExt cx="407982" cy="89054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777664E3-CD74-0783-6845-C155DA8CE6B7}"/>
                </a:ext>
              </a:extLst>
            </p:cNvPr>
            <p:cNvSpPr/>
            <p:nvPr/>
          </p:nvSpPr>
          <p:spPr>
            <a:xfrm>
              <a:off x="1775209" y="1808661"/>
              <a:ext cx="121765" cy="889"/>
            </a:xfrm>
            <a:custGeom>
              <a:avLst/>
              <a:gdLst>
                <a:gd name="csX0" fmla="*/ 0 w 121765"/>
                <a:gd name="csY0" fmla="*/ 0 h 889"/>
                <a:gd name="csX1" fmla="*/ 121766 w 121765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765" h="889">
                  <a:moveTo>
                    <a:pt x="0" y="0"/>
                  </a:moveTo>
                  <a:lnTo>
                    <a:pt x="121766" y="0"/>
                  </a:lnTo>
                </a:path>
              </a:pathLst>
            </a:custGeom>
            <a:noFill/>
            <a:ln w="16002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5C0ADDE1-2CE4-D89D-7020-0B984C89BFF3}"/>
                </a:ext>
              </a:extLst>
            </p:cNvPr>
            <p:cNvSpPr/>
            <p:nvPr/>
          </p:nvSpPr>
          <p:spPr>
            <a:xfrm>
              <a:off x="1917267" y="1789860"/>
              <a:ext cx="52444" cy="29005"/>
            </a:xfrm>
            <a:custGeom>
              <a:avLst/>
              <a:gdLst>
                <a:gd name="csX0" fmla="*/ 52445 w 52444"/>
                <a:gd name="csY0" fmla="*/ 19128 h 29005"/>
                <a:gd name="csX1" fmla="*/ 52169 w 52444"/>
                <a:gd name="csY1" fmla="*/ 20348 h 29005"/>
                <a:gd name="csX2" fmla="*/ 51199 w 52444"/>
                <a:gd name="csY2" fmla="*/ 22817 h 29005"/>
                <a:gd name="csX3" fmla="*/ 49607 w 52444"/>
                <a:gd name="csY3" fmla="*/ 25692 h 29005"/>
                <a:gd name="csX4" fmla="*/ 47196 w 52444"/>
                <a:gd name="csY4" fmla="*/ 28036 h 29005"/>
                <a:gd name="csX5" fmla="*/ 44037 w 52444"/>
                <a:gd name="csY5" fmla="*/ 29006 h 29005"/>
                <a:gd name="csX6" fmla="*/ 40292 w 52444"/>
                <a:gd name="csY6" fmla="*/ 27505 h 29005"/>
                <a:gd name="csX7" fmla="*/ 38789 w 52444"/>
                <a:gd name="csY7" fmla="*/ 23754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87 w 52444"/>
                <a:gd name="csY11" fmla="*/ 2219 h 29005"/>
                <a:gd name="csX12" fmla="*/ 33442 w 52444"/>
                <a:gd name="csY12" fmla="*/ 4156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49 h 29005"/>
                <a:gd name="csX17" fmla="*/ 25221 w 52444"/>
                <a:gd name="csY17" fmla="*/ 27286 h 29005"/>
                <a:gd name="csX18" fmla="*/ 24412 w 52444"/>
                <a:gd name="csY18" fmla="*/ 28443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5 h 29005"/>
                <a:gd name="csX22" fmla="*/ 21165 w 52444"/>
                <a:gd name="csY22" fmla="*/ 26474 h 29005"/>
                <a:gd name="csX23" fmla="*/ 21538 w 52444"/>
                <a:gd name="csY23" fmla="*/ 24911 h 29005"/>
                <a:gd name="csX24" fmla="*/ 21850 w 52444"/>
                <a:gd name="csY24" fmla="*/ 23473 h 29005"/>
                <a:gd name="csX25" fmla="*/ 23131 w 52444"/>
                <a:gd name="csY25" fmla="*/ 18628 h 29005"/>
                <a:gd name="csX26" fmla="*/ 24910 w 52444"/>
                <a:gd name="csY26" fmla="*/ 11189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2 h 29005"/>
                <a:gd name="csX30" fmla="*/ 16378 w 52444"/>
                <a:gd name="csY30" fmla="*/ 3563 h 29005"/>
                <a:gd name="csX31" fmla="*/ 14288 w 52444"/>
                <a:gd name="csY31" fmla="*/ 5657 h 29005"/>
                <a:gd name="csX32" fmla="*/ 12811 w 52444"/>
                <a:gd name="csY32" fmla="*/ 7657 h 29005"/>
                <a:gd name="csX33" fmla="*/ 11975 w 52444"/>
                <a:gd name="csY33" fmla="*/ 9220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54 w 52444"/>
                <a:gd name="csY40" fmla="*/ 28537 h 29005"/>
                <a:gd name="csX41" fmla="*/ 3221 w 52444"/>
                <a:gd name="csY41" fmla="*/ 27255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4 h 29005"/>
                <a:gd name="csX45" fmla="*/ 7500 w 52444"/>
                <a:gd name="csY45" fmla="*/ 9720 h 29005"/>
                <a:gd name="csX46" fmla="*/ 8345 w 52444"/>
                <a:gd name="csY46" fmla="*/ 6188 h 29005"/>
                <a:gd name="csX47" fmla="*/ 8532 w 52444"/>
                <a:gd name="csY47" fmla="*/ 4344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1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8 h 29005"/>
                <a:gd name="csX56" fmla="*/ 2002 w 52444"/>
                <a:gd name="csY56" fmla="*/ 3656 h 29005"/>
                <a:gd name="csX57" fmla="*/ 2598 w 52444"/>
                <a:gd name="csY57" fmla="*/ 2563 h 29005"/>
                <a:gd name="csX58" fmla="*/ 3434 w 52444"/>
                <a:gd name="csY58" fmla="*/ 1438 h 29005"/>
                <a:gd name="csX59" fmla="*/ 4849 w 52444"/>
                <a:gd name="csY59" fmla="*/ 375 h 29005"/>
                <a:gd name="csX60" fmla="*/ 6717 w 52444"/>
                <a:gd name="csY60" fmla="*/ 0 h 29005"/>
                <a:gd name="csX61" fmla="*/ 10694 w 52444"/>
                <a:gd name="csY61" fmla="*/ 1469 h 29005"/>
                <a:gd name="csX62" fmla="*/ 12624 w 52444"/>
                <a:gd name="csY62" fmla="*/ 5563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8 h 29005"/>
                <a:gd name="csX66" fmla="*/ 40354 w 52444"/>
                <a:gd name="csY66" fmla="*/ 0 h 29005"/>
                <a:gd name="csX67" fmla="*/ 45790 w 52444"/>
                <a:gd name="csY67" fmla="*/ 1843 h 29005"/>
                <a:gd name="csX68" fmla="*/ 47694 w 52444"/>
                <a:gd name="csY68" fmla="*/ 6845 h 29005"/>
                <a:gd name="csX69" fmla="*/ 46858 w 52444"/>
                <a:gd name="csY69" fmla="*/ 11658 h 29005"/>
                <a:gd name="csX70" fmla="*/ 45443 w 52444"/>
                <a:gd name="csY70" fmla="*/ 16346 h 29005"/>
                <a:gd name="csX71" fmla="*/ 43788 w 52444"/>
                <a:gd name="csY71" fmla="*/ 20910 h 29005"/>
                <a:gd name="csX72" fmla="*/ 42632 w 52444"/>
                <a:gd name="csY72" fmla="*/ 25473 h 29005"/>
                <a:gd name="csX73" fmla="*/ 43005 w 52444"/>
                <a:gd name="csY73" fmla="*/ 27067 h 29005"/>
                <a:gd name="csX74" fmla="*/ 44198 w 52444"/>
                <a:gd name="csY74" fmla="*/ 27567 h 29005"/>
                <a:gd name="csX75" fmla="*/ 46537 w 52444"/>
                <a:gd name="csY75" fmla="*/ 26849 h 29005"/>
                <a:gd name="csX76" fmla="*/ 48414 w 52444"/>
                <a:gd name="csY76" fmla="*/ 24880 h 29005"/>
                <a:gd name="csX77" fmla="*/ 49758 w 52444"/>
                <a:gd name="csY77" fmla="*/ 22379 h 29005"/>
                <a:gd name="csX78" fmla="*/ 50701 w 52444"/>
                <a:gd name="csY78" fmla="*/ 19660 h 29005"/>
                <a:gd name="csX79" fmla="*/ 51074 w 52444"/>
                <a:gd name="csY79" fmla="*/ 18691 h 29005"/>
                <a:gd name="csX80" fmla="*/ 51671 w 52444"/>
                <a:gd name="csY80" fmla="*/ 18504 h 29005"/>
                <a:gd name="csX81" fmla="*/ 52445 w 52444"/>
                <a:gd name="csY81" fmla="*/ 19128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8"/>
                  </a:moveTo>
                  <a:cubicBezTo>
                    <a:pt x="52445" y="19295"/>
                    <a:pt x="52353" y="19701"/>
                    <a:pt x="52169" y="20348"/>
                  </a:cubicBezTo>
                  <a:cubicBezTo>
                    <a:pt x="51979" y="20994"/>
                    <a:pt x="51656" y="21817"/>
                    <a:pt x="51199" y="22817"/>
                  </a:cubicBezTo>
                  <a:cubicBezTo>
                    <a:pt x="50760" y="23817"/>
                    <a:pt x="50229" y="24776"/>
                    <a:pt x="49607" y="25692"/>
                  </a:cubicBezTo>
                  <a:cubicBezTo>
                    <a:pt x="49002" y="26588"/>
                    <a:pt x="48198" y="27370"/>
                    <a:pt x="47196" y="28036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5"/>
                  </a:cubicBezTo>
                  <a:cubicBezTo>
                    <a:pt x="39290" y="26505"/>
                    <a:pt x="38789" y="25255"/>
                    <a:pt x="38789" y="23754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79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3" y="1677"/>
                    <a:pt x="36387" y="2219"/>
                  </a:cubicBezTo>
                  <a:cubicBezTo>
                    <a:pt x="35194" y="2761"/>
                    <a:pt x="34213" y="3407"/>
                    <a:pt x="33442" y="4156"/>
                  </a:cubicBezTo>
                  <a:cubicBezTo>
                    <a:pt x="32671" y="4907"/>
                    <a:pt x="31983" y="5709"/>
                    <a:pt x="31378" y="6564"/>
                  </a:cubicBezTo>
                  <a:cubicBezTo>
                    <a:pt x="30779" y="7418"/>
                    <a:pt x="30343" y="8126"/>
                    <a:pt x="30070" y="8689"/>
                  </a:cubicBezTo>
                  <a:cubicBezTo>
                    <a:pt x="29821" y="9251"/>
                    <a:pt x="29664" y="9658"/>
                    <a:pt x="29599" y="9908"/>
                  </a:cubicBezTo>
                  <a:lnTo>
                    <a:pt x="25755" y="25349"/>
                  </a:lnTo>
                  <a:cubicBezTo>
                    <a:pt x="25548" y="26224"/>
                    <a:pt x="25370" y="26870"/>
                    <a:pt x="25221" y="27286"/>
                  </a:cubicBezTo>
                  <a:cubicBezTo>
                    <a:pt x="25079" y="27703"/>
                    <a:pt x="24809" y="28089"/>
                    <a:pt x="24412" y="28443"/>
                  </a:cubicBezTo>
                  <a:cubicBezTo>
                    <a:pt x="24014" y="28818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7"/>
                    <a:pt x="21005" y="27255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6"/>
                    <a:pt x="21390" y="25515"/>
                    <a:pt x="21538" y="24911"/>
                  </a:cubicBezTo>
                  <a:cubicBezTo>
                    <a:pt x="21681" y="24307"/>
                    <a:pt x="21784" y="23827"/>
                    <a:pt x="21850" y="23473"/>
                  </a:cubicBezTo>
                  <a:cubicBezTo>
                    <a:pt x="22597" y="20639"/>
                    <a:pt x="23024" y="19024"/>
                    <a:pt x="23131" y="18628"/>
                  </a:cubicBezTo>
                  <a:lnTo>
                    <a:pt x="24910" y="11189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2"/>
                  </a:cubicBezTo>
                  <a:cubicBezTo>
                    <a:pt x="18003" y="2479"/>
                    <a:pt x="17108" y="2979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49" y="7116"/>
                    <a:pt x="12811" y="7657"/>
                  </a:cubicBezTo>
                  <a:cubicBezTo>
                    <a:pt x="12502" y="8179"/>
                    <a:pt x="12224" y="8700"/>
                    <a:pt x="11975" y="9220"/>
                  </a:cubicBezTo>
                  <a:lnTo>
                    <a:pt x="11156" y="12409"/>
                  </a:lnTo>
                  <a:cubicBezTo>
                    <a:pt x="11032" y="12992"/>
                    <a:pt x="10667" y="14419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4" y="28850"/>
                    <a:pt x="3754" y="28537"/>
                  </a:cubicBezTo>
                  <a:cubicBezTo>
                    <a:pt x="3398" y="28225"/>
                    <a:pt x="3221" y="27797"/>
                    <a:pt x="3221" y="27255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39" y="24755"/>
                    <a:pt x="3781" y="24504"/>
                  </a:cubicBezTo>
                  <a:lnTo>
                    <a:pt x="7500" y="9720"/>
                  </a:lnTo>
                  <a:cubicBezTo>
                    <a:pt x="7956" y="7929"/>
                    <a:pt x="8238" y="6751"/>
                    <a:pt x="8345" y="6188"/>
                  </a:cubicBezTo>
                  <a:cubicBezTo>
                    <a:pt x="8469" y="5605"/>
                    <a:pt x="8532" y="4990"/>
                    <a:pt x="8532" y="4344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50" y="1407"/>
                    <a:pt x="4555" y="2052"/>
                    <a:pt x="3843" y="3344"/>
                  </a:cubicBezTo>
                  <a:cubicBezTo>
                    <a:pt x="3137" y="4636"/>
                    <a:pt x="2482" y="6532"/>
                    <a:pt x="1877" y="9033"/>
                  </a:cubicBezTo>
                  <a:cubicBezTo>
                    <a:pt x="1687" y="9721"/>
                    <a:pt x="1530" y="10137"/>
                    <a:pt x="1406" y="10283"/>
                  </a:cubicBezTo>
                  <a:cubicBezTo>
                    <a:pt x="1305" y="10429"/>
                    <a:pt x="1097" y="10501"/>
                    <a:pt x="783" y="10501"/>
                  </a:cubicBezTo>
                  <a:cubicBezTo>
                    <a:pt x="261" y="10481"/>
                    <a:pt x="0" y="10262"/>
                    <a:pt x="0" y="9846"/>
                  </a:cubicBezTo>
                  <a:cubicBezTo>
                    <a:pt x="0" y="9741"/>
                    <a:pt x="83" y="9356"/>
                    <a:pt x="249" y="8689"/>
                  </a:cubicBezTo>
                  <a:cubicBezTo>
                    <a:pt x="415" y="8022"/>
                    <a:pt x="655" y="7188"/>
                    <a:pt x="970" y="6188"/>
                  </a:cubicBezTo>
                  <a:cubicBezTo>
                    <a:pt x="1302" y="5167"/>
                    <a:pt x="1646" y="4323"/>
                    <a:pt x="2002" y="3656"/>
                  </a:cubicBezTo>
                  <a:cubicBezTo>
                    <a:pt x="2209" y="3219"/>
                    <a:pt x="2408" y="2854"/>
                    <a:pt x="2598" y="2563"/>
                  </a:cubicBezTo>
                  <a:cubicBezTo>
                    <a:pt x="2782" y="2271"/>
                    <a:pt x="3060" y="1896"/>
                    <a:pt x="3434" y="1438"/>
                  </a:cubicBezTo>
                  <a:cubicBezTo>
                    <a:pt x="3814" y="979"/>
                    <a:pt x="4285" y="625"/>
                    <a:pt x="4849" y="375"/>
                  </a:cubicBezTo>
                  <a:cubicBezTo>
                    <a:pt x="5406" y="125"/>
                    <a:pt x="6029" y="0"/>
                    <a:pt x="6717" y="0"/>
                  </a:cubicBezTo>
                  <a:cubicBezTo>
                    <a:pt x="8241" y="0"/>
                    <a:pt x="9567" y="490"/>
                    <a:pt x="10694" y="1469"/>
                  </a:cubicBezTo>
                  <a:cubicBezTo>
                    <a:pt x="11838" y="2448"/>
                    <a:pt x="12482" y="3813"/>
                    <a:pt x="12624" y="5563"/>
                  </a:cubicBezTo>
                  <a:cubicBezTo>
                    <a:pt x="15400" y="1854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29"/>
                    <a:pt x="29910" y="6188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4"/>
                    <a:pt x="45790" y="1843"/>
                  </a:cubicBezTo>
                  <a:cubicBezTo>
                    <a:pt x="47059" y="3052"/>
                    <a:pt x="47694" y="4719"/>
                    <a:pt x="47694" y="6845"/>
                  </a:cubicBezTo>
                  <a:cubicBezTo>
                    <a:pt x="47694" y="7949"/>
                    <a:pt x="47415" y="9554"/>
                    <a:pt x="46858" y="11658"/>
                  </a:cubicBezTo>
                  <a:cubicBezTo>
                    <a:pt x="46294" y="13742"/>
                    <a:pt x="45823" y="15305"/>
                    <a:pt x="45443" y="16346"/>
                  </a:cubicBezTo>
                  <a:cubicBezTo>
                    <a:pt x="45069" y="17388"/>
                    <a:pt x="44518" y="18910"/>
                    <a:pt x="43788" y="20910"/>
                  </a:cubicBezTo>
                  <a:cubicBezTo>
                    <a:pt x="43017" y="22827"/>
                    <a:pt x="42632" y="24348"/>
                    <a:pt x="42632" y="25473"/>
                  </a:cubicBezTo>
                  <a:cubicBezTo>
                    <a:pt x="42632" y="26203"/>
                    <a:pt x="42756" y="26734"/>
                    <a:pt x="43005" y="27067"/>
                  </a:cubicBezTo>
                  <a:cubicBezTo>
                    <a:pt x="43260" y="27401"/>
                    <a:pt x="43658" y="27567"/>
                    <a:pt x="44198" y="27567"/>
                  </a:cubicBezTo>
                  <a:cubicBezTo>
                    <a:pt x="45028" y="27567"/>
                    <a:pt x="45808" y="27328"/>
                    <a:pt x="46537" y="26849"/>
                  </a:cubicBezTo>
                  <a:cubicBezTo>
                    <a:pt x="47267" y="26349"/>
                    <a:pt x="47892" y="25692"/>
                    <a:pt x="48414" y="24880"/>
                  </a:cubicBezTo>
                  <a:cubicBezTo>
                    <a:pt x="48960" y="24047"/>
                    <a:pt x="49408" y="23213"/>
                    <a:pt x="49758" y="22379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39"/>
                    <a:pt x="50991" y="18816"/>
                    <a:pt x="51074" y="18691"/>
                  </a:cubicBezTo>
                  <a:cubicBezTo>
                    <a:pt x="51175" y="18566"/>
                    <a:pt x="51374" y="18504"/>
                    <a:pt x="51671" y="18504"/>
                  </a:cubicBezTo>
                  <a:cubicBezTo>
                    <a:pt x="52186" y="18504"/>
                    <a:pt x="52445" y="18712"/>
                    <a:pt x="52445" y="1912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CF71F34E-B6EC-AE43-A292-B4412C02FDA2}"/>
                </a:ext>
              </a:extLst>
            </p:cNvPr>
            <p:cNvSpPr/>
            <p:nvPr/>
          </p:nvSpPr>
          <p:spPr>
            <a:xfrm>
              <a:off x="1976046" y="1806037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3 h 40783"/>
                <a:gd name="csX2" fmla="*/ 19892 w 22338"/>
                <a:gd name="csY2" fmla="*/ 5776 h 40783"/>
                <a:gd name="csX3" fmla="*/ 18709 w 22338"/>
                <a:gd name="csY3" fmla="*/ 5361 h 40783"/>
                <a:gd name="csX4" fmla="*/ 18229 w 22338"/>
                <a:gd name="csY4" fmla="*/ 4223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3 h 40783"/>
                <a:gd name="csX9" fmla="*/ 16343 w 22338"/>
                <a:gd name="csY9" fmla="*/ 2517 h 40783"/>
                <a:gd name="csX10" fmla="*/ 15275 w 22338"/>
                <a:gd name="csY10" fmla="*/ 7177 h 40783"/>
                <a:gd name="csX11" fmla="*/ 14813 w 22338"/>
                <a:gd name="csY11" fmla="*/ 9715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7 h 40783"/>
                <a:gd name="csX15" fmla="*/ 19083 w 22338"/>
                <a:gd name="csY15" fmla="*/ 12427 h 40783"/>
                <a:gd name="csX16" fmla="*/ 19252 w 22338"/>
                <a:gd name="csY16" fmla="*/ 12778 h 40783"/>
                <a:gd name="csX17" fmla="*/ 18967 w 22338"/>
                <a:gd name="csY17" fmla="*/ 13544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30 h 40783"/>
                <a:gd name="csX24" fmla="*/ 8051 w 22338"/>
                <a:gd name="csY24" fmla="*/ 37830 h 40783"/>
                <a:gd name="csX25" fmla="*/ 6984 w 22338"/>
                <a:gd name="csY25" fmla="*/ 39231 h 40783"/>
                <a:gd name="csX26" fmla="*/ 5516 w 22338"/>
                <a:gd name="csY26" fmla="*/ 40346 h 40783"/>
                <a:gd name="csX27" fmla="*/ 3808 w 22338"/>
                <a:gd name="csY27" fmla="*/ 40784 h 40783"/>
                <a:gd name="csX28" fmla="*/ 1157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3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2 h 40783"/>
                <a:gd name="csX57" fmla="*/ 13985 w 22338"/>
                <a:gd name="csY57" fmla="*/ 2582 h 40783"/>
                <a:gd name="csX58" fmla="*/ 15560 w 22338"/>
                <a:gd name="csY58" fmla="*/ 941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2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8"/>
                    <a:pt x="22084" y="4537"/>
                    <a:pt x="21574" y="5033"/>
                  </a:cubicBezTo>
                  <a:cubicBezTo>
                    <a:pt x="21076" y="5529"/>
                    <a:pt x="20515" y="5776"/>
                    <a:pt x="19892" y="5776"/>
                  </a:cubicBezTo>
                  <a:cubicBezTo>
                    <a:pt x="19436" y="5776"/>
                    <a:pt x="19041" y="5638"/>
                    <a:pt x="18709" y="5361"/>
                  </a:cubicBezTo>
                  <a:cubicBezTo>
                    <a:pt x="18389" y="5083"/>
                    <a:pt x="18229" y="4704"/>
                    <a:pt x="18229" y="4223"/>
                  </a:cubicBezTo>
                  <a:cubicBezTo>
                    <a:pt x="18229" y="3727"/>
                    <a:pt x="18419" y="3217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1"/>
                    <a:pt x="17197" y="1423"/>
                  </a:cubicBezTo>
                  <a:cubicBezTo>
                    <a:pt x="16835" y="1700"/>
                    <a:pt x="16550" y="2064"/>
                    <a:pt x="16343" y="2517"/>
                  </a:cubicBezTo>
                  <a:cubicBezTo>
                    <a:pt x="16123" y="2984"/>
                    <a:pt x="15768" y="4537"/>
                    <a:pt x="15275" y="7177"/>
                  </a:cubicBezTo>
                  <a:cubicBezTo>
                    <a:pt x="15115" y="8037"/>
                    <a:pt x="14961" y="8883"/>
                    <a:pt x="14813" y="9715"/>
                  </a:cubicBezTo>
                  <a:cubicBezTo>
                    <a:pt x="14664" y="10546"/>
                    <a:pt x="14504" y="11400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7"/>
                  </a:cubicBezTo>
                  <a:cubicBezTo>
                    <a:pt x="18857" y="12311"/>
                    <a:pt x="18976" y="12355"/>
                    <a:pt x="19083" y="12427"/>
                  </a:cubicBezTo>
                  <a:cubicBezTo>
                    <a:pt x="19196" y="12500"/>
                    <a:pt x="19252" y="12617"/>
                    <a:pt x="19252" y="12778"/>
                  </a:cubicBezTo>
                  <a:cubicBezTo>
                    <a:pt x="19252" y="13187"/>
                    <a:pt x="19157" y="13442"/>
                    <a:pt x="18967" y="13544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7" y="28152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06" y="34446"/>
                    <a:pt x="9282" y="35584"/>
                    <a:pt x="8861" y="36430"/>
                  </a:cubicBezTo>
                  <a:cubicBezTo>
                    <a:pt x="8630" y="36911"/>
                    <a:pt x="8360" y="37378"/>
                    <a:pt x="8051" y="37830"/>
                  </a:cubicBezTo>
                  <a:cubicBezTo>
                    <a:pt x="7761" y="38297"/>
                    <a:pt x="7405" y="38764"/>
                    <a:pt x="6984" y="39231"/>
                  </a:cubicBezTo>
                  <a:cubicBezTo>
                    <a:pt x="6557" y="39697"/>
                    <a:pt x="6067" y="40069"/>
                    <a:pt x="5516" y="40346"/>
                  </a:cubicBezTo>
                  <a:cubicBezTo>
                    <a:pt x="4958" y="40638"/>
                    <a:pt x="4389" y="40784"/>
                    <a:pt x="3808" y="40784"/>
                  </a:cubicBezTo>
                  <a:cubicBezTo>
                    <a:pt x="2817" y="40784"/>
                    <a:pt x="1934" y="40507"/>
                    <a:pt x="1157" y="39952"/>
                  </a:cubicBezTo>
                  <a:cubicBezTo>
                    <a:pt x="386" y="39398"/>
                    <a:pt x="0" y="38647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1"/>
                    <a:pt x="4110" y="36080"/>
                    <a:pt x="4110" y="36561"/>
                  </a:cubicBezTo>
                  <a:cubicBezTo>
                    <a:pt x="4110" y="36765"/>
                    <a:pt x="4075" y="36984"/>
                    <a:pt x="4003" y="37217"/>
                  </a:cubicBezTo>
                  <a:cubicBezTo>
                    <a:pt x="3932" y="37451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1"/>
                    <a:pt x="2123" y="38961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3" y="39522"/>
                    <a:pt x="5068" y="39340"/>
                    <a:pt x="5276" y="39077"/>
                  </a:cubicBezTo>
                  <a:cubicBezTo>
                    <a:pt x="5495" y="38815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7"/>
                    <a:pt x="7322" y="33374"/>
                    <a:pt x="7393" y="32994"/>
                  </a:cubicBezTo>
                  <a:cubicBezTo>
                    <a:pt x="7470" y="32630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8"/>
                    <a:pt x="7348" y="13653"/>
                  </a:cubicBezTo>
                  <a:cubicBezTo>
                    <a:pt x="7218" y="13639"/>
                    <a:pt x="7102" y="13595"/>
                    <a:pt x="7002" y="13522"/>
                  </a:cubicBezTo>
                  <a:cubicBezTo>
                    <a:pt x="6901" y="13435"/>
                    <a:pt x="6850" y="13303"/>
                    <a:pt x="6850" y="13128"/>
                  </a:cubicBezTo>
                  <a:cubicBezTo>
                    <a:pt x="6850" y="12851"/>
                    <a:pt x="6907" y="12654"/>
                    <a:pt x="7019" y="12537"/>
                  </a:cubicBezTo>
                  <a:cubicBezTo>
                    <a:pt x="7156" y="12406"/>
                    <a:pt x="7295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2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77" y="1838"/>
                    <a:pt x="15002" y="1291"/>
                    <a:pt x="15560" y="941"/>
                  </a:cubicBezTo>
                  <a:cubicBezTo>
                    <a:pt x="16111" y="591"/>
                    <a:pt x="16613" y="351"/>
                    <a:pt x="17063" y="219"/>
                  </a:cubicBezTo>
                  <a:cubicBezTo>
                    <a:pt x="17532" y="73"/>
                    <a:pt x="17992" y="0"/>
                    <a:pt x="18442" y="0"/>
                  </a:cubicBezTo>
                  <a:cubicBezTo>
                    <a:pt x="19463" y="0"/>
                    <a:pt x="20367" y="277"/>
                    <a:pt x="21156" y="832"/>
                  </a:cubicBezTo>
                  <a:cubicBezTo>
                    <a:pt x="21945" y="1372"/>
                    <a:pt x="22339" y="2123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4EA8F129-ED7C-A9C1-FDE4-D1E2DD44D82E}"/>
                </a:ext>
              </a:extLst>
            </p:cNvPr>
            <p:cNvSpPr/>
            <p:nvPr/>
          </p:nvSpPr>
          <p:spPr>
            <a:xfrm>
              <a:off x="2010208" y="1814790"/>
              <a:ext cx="39651" cy="23279"/>
            </a:xfrm>
            <a:custGeom>
              <a:avLst/>
              <a:gdLst>
                <a:gd name="csX0" fmla="*/ 39260 w 39651"/>
                <a:gd name="csY0" fmla="*/ 11049 h 23279"/>
                <a:gd name="csX1" fmla="*/ 39652 w 39651"/>
                <a:gd name="csY1" fmla="*/ 11639 h 23279"/>
                <a:gd name="csX2" fmla="*/ 39260 w 39651"/>
                <a:gd name="csY2" fmla="*/ 12231 h 23279"/>
                <a:gd name="csX3" fmla="*/ 33104 w 39651"/>
                <a:gd name="csY3" fmla="*/ 16891 h 23279"/>
                <a:gd name="csX4" fmla="*/ 30506 w 39651"/>
                <a:gd name="csY4" fmla="*/ 22579 h 23279"/>
                <a:gd name="csX5" fmla="*/ 30195 w 39651"/>
                <a:gd name="csY5" fmla="*/ 23083 h 23279"/>
                <a:gd name="csX6" fmla="*/ 29625 w 39651"/>
                <a:gd name="csY6" fmla="*/ 23279 h 23279"/>
                <a:gd name="csX7" fmla="*/ 28994 w 39651"/>
                <a:gd name="csY7" fmla="*/ 23017 h 23279"/>
                <a:gd name="csX8" fmla="*/ 28736 w 39651"/>
                <a:gd name="csY8" fmla="*/ 22405 h 23279"/>
                <a:gd name="csX9" fmla="*/ 28753 w 39651"/>
                <a:gd name="csY9" fmla="*/ 22317 h 23279"/>
                <a:gd name="csX10" fmla="*/ 28780 w 39651"/>
                <a:gd name="csY10" fmla="*/ 22207 h 23279"/>
                <a:gd name="csX11" fmla="*/ 31734 w 39651"/>
                <a:gd name="csY11" fmla="*/ 15753 h 23279"/>
                <a:gd name="csX12" fmla="*/ 35230 w 39651"/>
                <a:gd name="csY12" fmla="*/ 12537 h 23279"/>
                <a:gd name="csX13" fmla="*/ 899 w 39651"/>
                <a:gd name="csY13" fmla="*/ 12537 h 23279"/>
                <a:gd name="csX14" fmla="*/ 267 w 39651"/>
                <a:gd name="csY14" fmla="*/ 12274 h 23279"/>
                <a:gd name="csX15" fmla="*/ 0 w 39651"/>
                <a:gd name="csY15" fmla="*/ 11639 h 23279"/>
                <a:gd name="csX16" fmla="*/ 267 w 39651"/>
                <a:gd name="csY16" fmla="*/ 11005 h 23279"/>
                <a:gd name="csX17" fmla="*/ 899 w 39651"/>
                <a:gd name="csY17" fmla="*/ 10742 h 23279"/>
                <a:gd name="csX18" fmla="*/ 35230 w 39651"/>
                <a:gd name="csY18" fmla="*/ 10742 h 23279"/>
                <a:gd name="csX19" fmla="*/ 31734 w 39651"/>
                <a:gd name="csY19" fmla="*/ 7526 h 23279"/>
                <a:gd name="csX20" fmla="*/ 28780 w 39651"/>
                <a:gd name="csY20" fmla="*/ 1072 h 23279"/>
                <a:gd name="csX21" fmla="*/ 28753 w 39651"/>
                <a:gd name="csY21" fmla="*/ 984 h 23279"/>
                <a:gd name="csX22" fmla="*/ 28736 w 39651"/>
                <a:gd name="csY22" fmla="*/ 875 h 23279"/>
                <a:gd name="csX23" fmla="*/ 28994 w 39651"/>
                <a:gd name="csY23" fmla="*/ 262 h 23279"/>
                <a:gd name="csX24" fmla="*/ 29625 w 39651"/>
                <a:gd name="csY24" fmla="*/ 0 h 23279"/>
                <a:gd name="csX25" fmla="*/ 30195 w 39651"/>
                <a:gd name="csY25" fmla="*/ 197 h 23279"/>
                <a:gd name="csX26" fmla="*/ 30506 w 39651"/>
                <a:gd name="csY26" fmla="*/ 700 h 23279"/>
                <a:gd name="csX27" fmla="*/ 33104 w 39651"/>
                <a:gd name="csY27" fmla="*/ 6389 h 23279"/>
                <a:gd name="csX28" fmla="*/ 39260 w 39651"/>
                <a:gd name="csY28" fmla="*/ 11049 h 23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51" h="23279">
                  <a:moveTo>
                    <a:pt x="39260" y="11049"/>
                  </a:moveTo>
                  <a:cubicBezTo>
                    <a:pt x="39521" y="11151"/>
                    <a:pt x="39652" y="11348"/>
                    <a:pt x="39652" y="11639"/>
                  </a:cubicBezTo>
                  <a:cubicBezTo>
                    <a:pt x="39652" y="11931"/>
                    <a:pt x="39521" y="12128"/>
                    <a:pt x="39260" y="12231"/>
                  </a:cubicBezTo>
                  <a:cubicBezTo>
                    <a:pt x="37072" y="12960"/>
                    <a:pt x="35020" y="14513"/>
                    <a:pt x="33104" y="16891"/>
                  </a:cubicBezTo>
                  <a:cubicBezTo>
                    <a:pt x="31752" y="18656"/>
                    <a:pt x="30886" y="20552"/>
                    <a:pt x="30506" y="22579"/>
                  </a:cubicBezTo>
                  <a:cubicBezTo>
                    <a:pt x="30459" y="22784"/>
                    <a:pt x="30355" y="22952"/>
                    <a:pt x="30195" y="23083"/>
                  </a:cubicBezTo>
                  <a:cubicBezTo>
                    <a:pt x="30035" y="23214"/>
                    <a:pt x="29845" y="23279"/>
                    <a:pt x="29625" y="23279"/>
                  </a:cubicBezTo>
                  <a:cubicBezTo>
                    <a:pt x="29382" y="23279"/>
                    <a:pt x="29171" y="23192"/>
                    <a:pt x="28994" y="23017"/>
                  </a:cubicBezTo>
                  <a:cubicBezTo>
                    <a:pt x="28822" y="22857"/>
                    <a:pt x="28736" y="22653"/>
                    <a:pt x="28736" y="22405"/>
                  </a:cubicBezTo>
                  <a:cubicBezTo>
                    <a:pt x="28736" y="22390"/>
                    <a:pt x="28742" y="22361"/>
                    <a:pt x="28753" y="22317"/>
                  </a:cubicBezTo>
                  <a:cubicBezTo>
                    <a:pt x="28771" y="22259"/>
                    <a:pt x="28780" y="22222"/>
                    <a:pt x="28780" y="22207"/>
                  </a:cubicBezTo>
                  <a:cubicBezTo>
                    <a:pt x="29213" y="19844"/>
                    <a:pt x="30198" y="17693"/>
                    <a:pt x="31734" y="15753"/>
                  </a:cubicBezTo>
                  <a:cubicBezTo>
                    <a:pt x="32695" y="14528"/>
                    <a:pt x="33860" y="13456"/>
                    <a:pt x="35230" y="12537"/>
                  </a:cubicBezTo>
                  <a:lnTo>
                    <a:pt x="899" y="12537"/>
                  </a:lnTo>
                  <a:cubicBezTo>
                    <a:pt x="656" y="12537"/>
                    <a:pt x="445" y="12449"/>
                    <a:pt x="267" y="12274"/>
                  </a:cubicBezTo>
                  <a:cubicBezTo>
                    <a:pt x="89" y="12099"/>
                    <a:pt x="0" y="11888"/>
                    <a:pt x="0" y="11639"/>
                  </a:cubicBezTo>
                  <a:cubicBezTo>
                    <a:pt x="0" y="11391"/>
                    <a:pt x="89" y="11180"/>
                    <a:pt x="267" y="11005"/>
                  </a:cubicBezTo>
                  <a:cubicBezTo>
                    <a:pt x="445" y="10830"/>
                    <a:pt x="656" y="10742"/>
                    <a:pt x="899" y="10742"/>
                  </a:cubicBezTo>
                  <a:lnTo>
                    <a:pt x="35230" y="10742"/>
                  </a:lnTo>
                  <a:cubicBezTo>
                    <a:pt x="33860" y="9824"/>
                    <a:pt x="32694" y="8752"/>
                    <a:pt x="31734" y="7526"/>
                  </a:cubicBezTo>
                  <a:cubicBezTo>
                    <a:pt x="30198" y="5586"/>
                    <a:pt x="29213" y="3435"/>
                    <a:pt x="28780" y="1072"/>
                  </a:cubicBezTo>
                  <a:cubicBezTo>
                    <a:pt x="28780" y="1057"/>
                    <a:pt x="28771" y="1028"/>
                    <a:pt x="28753" y="984"/>
                  </a:cubicBezTo>
                  <a:cubicBezTo>
                    <a:pt x="28742" y="926"/>
                    <a:pt x="28736" y="889"/>
                    <a:pt x="28736" y="875"/>
                  </a:cubicBezTo>
                  <a:cubicBezTo>
                    <a:pt x="28736" y="627"/>
                    <a:pt x="28822" y="423"/>
                    <a:pt x="28994" y="262"/>
                  </a:cubicBezTo>
                  <a:cubicBezTo>
                    <a:pt x="29171" y="87"/>
                    <a:pt x="29382" y="0"/>
                    <a:pt x="29625" y="0"/>
                  </a:cubicBezTo>
                  <a:cubicBezTo>
                    <a:pt x="29845" y="0"/>
                    <a:pt x="30034" y="66"/>
                    <a:pt x="30195" y="197"/>
                  </a:cubicBezTo>
                  <a:cubicBezTo>
                    <a:pt x="30355" y="328"/>
                    <a:pt x="30459" y="496"/>
                    <a:pt x="30506" y="700"/>
                  </a:cubicBezTo>
                  <a:cubicBezTo>
                    <a:pt x="30886" y="2727"/>
                    <a:pt x="31752" y="4623"/>
                    <a:pt x="33104" y="6389"/>
                  </a:cubicBezTo>
                  <a:cubicBezTo>
                    <a:pt x="35020" y="8766"/>
                    <a:pt x="37072" y="10320"/>
                    <a:pt x="39260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303EE0D9-A940-26D4-6803-B5533653CD1E}"/>
                </a:ext>
              </a:extLst>
            </p:cNvPr>
            <p:cNvSpPr/>
            <p:nvPr/>
          </p:nvSpPr>
          <p:spPr>
            <a:xfrm>
              <a:off x="2067021" y="1807022"/>
              <a:ext cx="36938" cy="30609"/>
            </a:xfrm>
            <a:custGeom>
              <a:avLst/>
              <a:gdLst>
                <a:gd name="csX0" fmla="*/ 36938 w 36938"/>
                <a:gd name="csY0" fmla="*/ 504 h 30609"/>
                <a:gd name="csX1" fmla="*/ 36787 w 36938"/>
                <a:gd name="csY1" fmla="*/ 1116 h 30609"/>
                <a:gd name="csX2" fmla="*/ 36502 w 36938"/>
                <a:gd name="csY2" fmla="*/ 1357 h 30609"/>
                <a:gd name="csX3" fmla="*/ 35950 w 36938"/>
                <a:gd name="csY3" fmla="*/ 1400 h 30609"/>
                <a:gd name="csX4" fmla="*/ 30266 w 36938"/>
                <a:gd name="csY4" fmla="*/ 3676 h 30609"/>
                <a:gd name="csX5" fmla="*/ 28033 w 36938"/>
                <a:gd name="csY5" fmla="*/ 5929 h 30609"/>
                <a:gd name="csX6" fmla="*/ 24359 w 36938"/>
                <a:gd name="csY6" fmla="*/ 9912 h 30609"/>
                <a:gd name="csX7" fmla="*/ 21076 w 36938"/>
                <a:gd name="csY7" fmla="*/ 13412 h 30609"/>
                <a:gd name="csX8" fmla="*/ 26849 w 36938"/>
                <a:gd name="csY8" fmla="*/ 27240 h 30609"/>
                <a:gd name="csX9" fmla="*/ 27179 w 36938"/>
                <a:gd name="csY9" fmla="*/ 28027 h 30609"/>
                <a:gd name="csX10" fmla="*/ 27508 w 36938"/>
                <a:gd name="csY10" fmla="*/ 28531 h 30609"/>
                <a:gd name="csX11" fmla="*/ 27926 w 36938"/>
                <a:gd name="csY11" fmla="*/ 28903 h 30609"/>
                <a:gd name="csX12" fmla="*/ 28531 w 36938"/>
                <a:gd name="csY12" fmla="*/ 29099 h 30609"/>
                <a:gd name="csX13" fmla="*/ 29412 w 36938"/>
                <a:gd name="csY13" fmla="*/ 29209 h 30609"/>
                <a:gd name="csX14" fmla="*/ 30702 w 36938"/>
                <a:gd name="csY14" fmla="*/ 29231 h 30609"/>
                <a:gd name="csX15" fmla="*/ 31075 w 36938"/>
                <a:gd name="csY15" fmla="*/ 29253 h 30609"/>
                <a:gd name="csX16" fmla="*/ 31360 w 36938"/>
                <a:gd name="csY16" fmla="*/ 29384 h 30609"/>
                <a:gd name="csX17" fmla="*/ 31511 w 36938"/>
                <a:gd name="csY17" fmla="*/ 29756 h 30609"/>
                <a:gd name="csX18" fmla="*/ 31333 w 36938"/>
                <a:gd name="csY18" fmla="*/ 30369 h 30609"/>
                <a:gd name="csX19" fmla="*/ 31031 w 36938"/>
                <a:gd name="csY19" fmla="*/ 30588 h 30609"/>
                <a:gd name="csX20" fmla="*/ 30657 w 36938"/>
                <a:gd name="csY20" fmla="*/ 30609 h 30609"/>
                <a:gd name="csX21" fmla="*/ 28166 w 36938"/>
                <a:gd name="csY21" fmla="*/ 30544 h 30609"/>
                <a:gd name="csX22" fmla="*/ 25693 w 36938"/>
                <a:gd name="csY22" fmla="*/ 30478 h 30609"/>
                <a:gd name="csX23" fmla="*/ 20044 w 36938"/>
                <a:gd name="csY23" fmla="*/ 30609 h 30609"/>
                <a:gd name="csX24" fmla="*/ 19368 w 36938"/>
                <a:gd name="csY24" fmla="*/ 30063 h 30609"/>
                <a:gd name="csX25" fmla="*/ 19412 w 36938"/>
                <a:gd name="csY25" fmla="*/ 29625 h 30609"/>
                <a:gd name="csX26" fmla="*/ 19626 w 36938"/>
                <a:gd name="csY26" fmla="*/ 29384 h 30609"/>
                <a:gd name="csX27" fmla="*/ 19893 w 36938"/>
                <a:gd name="csY27" fmla="*/ 29275 h 30609"/>
                <a:gd name="csX28" fmla="*/ 20266 w 36938"/>
                <a:gd name="csY28" fmla="*/ 29231 h 30609"/>
                <a:gd name="csX29" fmla="*/ 21690 w 36938"/>
                <a:gd name="csY29" fmla="*/ 28903 h 30609"/>
                <a:gd name="csX30" fmla="*/ 22579 w 36938"/>
                <a:gd name="csY30" fmla="*/ 28378 h 30609"/>
                <a:gd name="csX31" fmla="*/ 22864 w 36938"/>
                <a:gd name="csY31" fmla="*/ 27918 h 30609"/>
                <a:gd name="csX32" fmla="*/ 22650 w 36938"/>
                <a:gd name="csY32" fmla="*/ 27284 h 30609"/>
                <a:gd name="csX33" fmla="*/ 18122 w 36938"/>
                <a:gd name="csY33" fmla="*/ 16585 h 30609"/>
                <a:gd name="csX34" fmla="*/ 14074 w 36938"/>
                <a:gd name="csY34" fmla="*/ 20982 h 30609"/>
                <a:gd name="csX35" fmla="*/ 9501 w 36938"/>
                <a:gd name="csY35" fmla="*/ 25817 h 30609"/>
                <a:gd name="csX36" fmla="*/ 8292 w 36938"/>
                <a:gd name="csY36" fmla="*/ 27831 h 30609"/>
                <a:gd name="csX37" fmla="*/ 10089 w 36938"/>
                <a:gd name="csY37" fmla="*/ 29231 h 30609"/>
                <a:gd name="csX38" fmla="*/ 10640 w 36938"/>
                <a:gd name="csY38" fmla="*/ 29712 h 30609"/>
                <a:gd name="csX39" fmla="*/ 10462 w 36938"/>
                <a:gd name="csY39" fmla="*/ 30347 h 30609"/>
                <a:gd name="csX40" fmla="*/ 10160 w 36938"/>
                <a:gd name="csY40" fmla="*/ 30588 h 30609"/>
                <a:gd name="csX41" fmla="*/ 9831 w 36938"/>
                <a:gd name="csY41" fmla="*/ 30609 h 30609"/>
                <a:gd name="csX42" fmla="*/ 7313 w 36938"/>
                <a:gd name="csY42" fmla="*/ 30544 h 30609"/>
                <a:gd name="csX43" fmla="*/ 4795 w 36938"/>
                <a:gd name="csY43" fmla="*/ 30478 h 30609"/>
                <a:gd name="csX44" fmla="*/ 2669 w 36938"/>
                <a:gd name="csY44" fmla="*/ 30544 h 30609"/>
                <a:gd name="csX45" fmla="*/ 596 w 36938"/>
                <a:gd name="csY45" fmla="*/ 30609 h 30609"/>
                <a:gd name="csX46" fmla="*/ 178 w 36938"/>
                <a:gd name="csY46" fmla="*/ 30478 h 30609"/>
                <a:gd name="csX47" fmla="*/ 27 w 36938"/>
                <a:gd name="csY47" fmla="*/ 30216 h 30609"/>
                <a:gd name="csX48" fmla="*/ 0 w 36938"/>
                <a:gd name="csY48" fmla="*/ 30106 h 30609"/>
                <a:gd name="csX49" fmla="*/ 45 w 36938"/>
                <a:gd name="csY49" fmla="*/ 29625 h 30609"/>
                <a:gd name="csX50" fmla="*/ 285 w 36938"/>
                <a:gd name="csY50" fmla="*/ 29363 h 30609"/>
                <a:gd name="csX51" fmla="*/ 569 w 36938"/>
                <a:gd name="csY51" fmla="*/ 29275 h 30609"/>
                <a:gd name="csX52" fmla="*/ 988 w 36938"/>
                <a:gd name="csY52" fmla="*/ 29231 h 30609"/>
                <a:gd name="csX53" fmla="*/ 4422 w 36938"/>
                <a:gd name="csY53" fmla="*/ 28399 h 30609"/>
                <a:gd name="csX54" fmla="*/ 7571 w 36938"/>
                <a:gd name="csY54" fmla="*/ 25993 h 30609"/>
                <a:gd name="csX55" fmla="*/ 7856 w 36938"/>
                <a:gd name="csY55" fmla="*/ 25753 h 30609"/>
                <a:gd name="csX56" fmla="*/ 8167 w 36938"/>
                <a:gd name="csY56" fmla="*/ 25511 h 30609"/>
                <a:gd name="csX57" fmla="*/ 17615 w 36938"/>
                <a:gd name="csY57" fmla="*/ 15337 h 30609"/>
                <a:gd name="csX58" fmla="*/ 12322 w 36938"/>
                <a:gd name="csY58" fmla="*/ 2823 h 30609"/>
                <a:gd name="csX59" fmla="*/ 11859 w 36938"/>
                <a:gd name="csY59" fmla="*/ 2013 h 30609"/>
                <a:gd name="csX60" fmla="*/ 10969 w 36938"/>
                <a:gd name="csY60" fmla="*/ 1576 h 30609"/>
                <a:gd name="csX61" fmla="*/ 8977 w 36938"/>
                <a:gd name="csY61" fmla="*/ 1400 h 30609"/>
                <a:gd name="csX62" fmla="*/ 8425 w 36938"/>
                <a:gd name="csY62" fmla="*/ 1378 h 30609"/>
                <a:gd name="csX63" fmla="*/ 8096 w 36938"/>
                <a:gd name="csY63" fmla="*/ 1247 h 30609"/>
                <a:gd name="csX64" fmla="*/ 7944 w 36938"/>
                <a:gd name="csY64" fmla="*/ 897 h 30609"/>
                <a:gd name="csX65" fmla="*/ 8096 w 36938"/>
                <a:gd name="csY65" fmla="*/ 285 h 30609"/>
                <a:gd name="csX66" fmla="*/ 8407 w 36938"/>
                <a:gd name="csY66" fmla="*/ 44 h 30609"/>
                <a:gd name="csX67" fmla="*/ 8754 w 36938"/>
                <a:gd name="csY67" fmla="*/ 0 h 30609"/>
                <a:gd name="csX68" fmla="*/ 11254 w 36938"/>
                <a:gd name="csY68" fmla="*/ 66 h 30609"/>
                <a:gd name="csX69" fmla="*/ 13763 w 36938"/>
                <a:gd name="csY69" fmla="*/ 132 h 30609"/>
                <a:gd name="csX70" fmla="*/ 16592 w 36938"/>
                <a:gd name="csY70" fmla="*/ 66 h 30609"/>
                <a:gd name="csX71" fmla="*/ 19412 w 36938"/>
                <a:gd name="csY71" fmla="*/ 0 h 30609"/>
                <a:gd name="csX72" fmla="*/ 20088 w 36938"/>
                <a:gd name="csY72" fmla="*/ 547 h 30609"/>
                <a:gd name="csX73" fmla="*/ 19937 w 36938"/>
                <a:gd name="csY73" fmla="*/ 1094 h 30609"/>
                <a:gd name="csX74" fmla="*/ 19626 w 36938"/>
                <a:gd name="csY74" fmla="*/ 1334 h 30609"/>
                <a:gd name="csX75" fmla="*/ 19190 w 36938"/>
                <a:gd name="csY75" fmla="*/ 1400 h 30609"/>
                <a:gd name="csX76" fmla="*/ 17686 w 36938"/>
                <a:gd name="csY76" fmla="*/ 1772 h 30609"/>
                <a:gd name="csX77" fmla="*/ 16788 w 36938"/>
                <a:gd name="csY77" fmla="*/ 2297 h 30609"/>
                <a:gd name="csX78" fmla="*/ 16547 w 36938"/>
                <a:gd name="csY78" fmla="*/ 2691 h 30609"/>
                <a:gd name="csX79" fmla="*/ 16761 w 36938"/>
                <a:gd name="csY79" fmla="*/ 3282 h 30609"/>
                <a:gd name="csX80" fmla="*/ 20524 w 36938"/>
                <a:gd name="csY80" fmla="*/ 12187 h 30609"/>
                <a:gd name="csX81" fmla="*/ 27793 w 36938"/>
                <a:gd name="csY81" fmla="*/ 4398 h 30609"/>
                <a:gd name="csX82" fmla="*/ 28647 w 36938"/>
                <a:gd name="csY82" fmla="*/ 2778 h 30609"/>
                <a:gd name="csX83" fmla="*/ 26849 w 36938"/>
                <a:gd name="csY83" fmla="*/ 1400 h 30609"/>
                <a:gd name="csX84" fmla="*/ 26307 w 36938"/>
                <a:gd name="csY84" fmla="*/ 897 h 30609"/>
                <a:gd name="csX85" fmla="*/ 26476 w 36938"/>
                <a:gd name="csY85" fmla="*/ 285 h 30609"/>
                <a:gd name="csX86" fmla="*/ 26787 w 36938"/>
                <a:gd name="csY86" fmla="*/ 44 h 30609"/>
                <a:gd name="csX87" fmla="*/ 27152 w 36938"/>
                <a:gd name="csY87" fmla="*/ 0 h 30609"/>
                <a:gd name="csX88" fmla="*/ 29625 w 36938"/>
                <a:gd name="csY88" fmla="*/ 66 h 30609"/>
                <a:gd name="csX89" fmla="*/ 32143 w 36938"/>
                <a:gd name="csY89" fmla="*/ 132 h 30609"/>
                <a:gd name="csX90" fmla="*/ 34269 w 36938"/>
                <a:gd name="csY90" fmla="*/ 66 h 30609"/>
                <a:gd name="csX91" fmla="*/ 36342 w 36938"/>
                <a:gd name="csY91" fmla="*/ 0 h 30609"/>
                <a:gd name="csX92" fmla="*/ 36760 w 36938"/>
                <a:gd name="csY92" fmla="*/ 132 h 30609"/>
                <a:gd name="csX93" fmla="*/ 36911 w 36938"/>
                <a:gd name="csY93" fmla="*/ 372 h 30609"/>
                <a:gd name="csX94" fmla="*/ 36938 w 36938"/>
                <a:gd name="csY94" fmla="*/ 504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38" h="30609">
                  <a:moveTo>
                    <a:pt x="36938" y="504"/>
                  </a:moveTo>
                  <a:cubicBezTo>
                    <a:pt x="36938" y="766"/>
                    <a:pt x="36888" y="970"/>
                    <a:pt x="36787" y="1116"/>
                  </a:cubicBezTo>
                  <a:cubicBezTo>
                    <a:pt x="36698" y="1247"/>
                    <a:pt x="36603" y="1328"/>
                    <a:pt x="36502" y="1357"/>
                  </a:cubicBezTo>
                  <a:cubicBezTo>
                    <a:pt x="36395" y="1371"/>
                    <a:pt x="36212" y="1385"/>
                    <a:pt x="35950" y="1400"/>
                  </a:cubicBezTo>
                  <a:cubicBezTo>
                    <a:pt x="33863" y="1502"/>
                    <a:pt x="31968" y="2261"/>
                    <a:pt x="30266" y="3676"/>
                  </a:cubicBezTo>
                  <a:cubicBezTo>
                    <a:pt x="29839" y="4041"/>
                    <a:pt x="29094" y="4792"/>
                    <a:pt x="28033" y="5929"/>
                  </a:cubicBezTo>
                  <a:cubicBezTo>
                    <a:pt x="26983" y="7067"/>
                    <a:pt x="25758" y="8394"/>
                    <a:pt x="24359" y="9912"/>
                  </a:cubicBezTo>
                  <a:cubicBezTo>
                    <a:pt x="22971" y="11429"/>
                    <a:pt x="21876" y="12596"/>
                    <a:pt x="21076" y="13412"/>
                  </a:cubicBezTo>
                  <a:lnTo>
                    <a:pt x="26849" y="27240"/>
                  </a:lnTo>
                  <a:cubicBezTo>
                    <a:pt x="27010" y="27605"/>
                    <a:pt x="27119" y="27867"/>
                    <a:pt x="27179" y="28027"/>
                  </a:cubicBezTo>
                  <a:cubicBezTo>
                    <a:pt x="27250" y="28173"/>
                    <a:pt x="27360" y="28341"/>
                    <a:pt x="27508" y="28531"/>
                  </a:cubicBezTo>
                  <a:cubicBezTo>
                    <a:pt x="27668" y="28721"/>
                    <a:pt x="27807" y="28845"/>
                    <a:pt x="27926" y="28903"/>
                  </a:cubicBezTo>
                  <a:cubicBezTo>
                    <a:pt x="28056" y="28961"/>
                    <a:pt x="28258" y="29026"/>
                    <a:pt x="28531" y="29099"/>
                  </a:cubicBezTo>
                  <a:cubicBezTo>
                    <a:pt x="28827" y="29158"/>
                    <a:pt x="29121" y="29195"/>
                    <a:pt x="29412" y="29209"/>
                  </a:cubicBezTo>
                  <a:cubicBezTo>
                    <a:pt x="29714" y="29209"/>
                    <a:pt x="30144" y="29216"/>
                    <a:pt x="30702" y="29231"/>
                  </a:cubicBezTo>
                  <a:cubicBezTo>
                    <a:pt x="30874" y="29231"/>
                    <a:pt x="30998" y="29238"/>
                    <a:pt x="31075" y="29253"/>
                  </a:cubicBezTo>
                  <a:cubicBezTo>
                    <a:pt x="31158" y="29253"/>
                    <a:pt x="31253" y="29297"/>
                    <a:pt x="31360" y="29384"/>
                  </a:cubicBezTo>
                  <a:cubicBezTo>
                    <a:pt x="31461" y="29457"/>
                    <a:pt x="31511" y="29581"/>
                    <a:pt x="31511" y="29756"/>
                  </a:cubicBezTo>
                  <a:cubicBezTo>
                    <a:pt x="31511" y="30019"/>
                    <a:pt x="31452" y="30223"/>
                    <a:pt x="31333" y="30369"/>
                  </a:cubicBezTo>
                  <a:cubicBezTo>
                    <a:pt x="31232" y="30500"/>
                    <a:pt x="31132" y="30573"/>
                    <a:pt x="31031" y="30588"/>
                  </a:cubicBezTo>
                  <a:cubicBezTo>
                    <a:pt x="30942" y="30602"/>
                    <a:pt x="30817" y="30609"/>
                    <a:pt x="30657" y="30609"/>
                  </a:cubicBezTo>
                  <a:cubicBezTo>
                    <a:pt x="30278" y="30609"/>
                    <a:pt x="29447" y="30587"/>
                    <a:pt x="28166" y="30544"/>
                  </a:cubicBezTo>
                  <a:cubicBezTo>
                    <a:pt x="26879" y="30500"/>
                    <a:pt x="26055" y="30478"/>
                    <a:pt x="25693" y="30478"/>
                  </a:cubicBezTo>
                  <a:lnTo>
                    <a:pt x="20044" y="30609"/>
                  </a:lnTo>
                  <a:cubicBezTo>
                    <a:pt x="19593" y="30609"/>
                    <a:pt x="19368" y="30427"/>
                    <a:pt x="19368" y="30063"/>
                  </a:cubicBezTo>
                  <a:cubicBezTo>
                    <a:pt x="19368" y="29873"/>
                    <a:pt x="19382" y="29727"/>
                    <a:pt x="19412" y="29625"/>
                  </a:cubicBezTo>
                  <a:cubicBezTo>
                    <a:pt x="19454" y="29508"/>
                    <a:pt x="19525" y="29428"/>
                    <a:pt x="19626" y="29384"/>
                  </a:cubicBezTo>
                  <a:cubicBezTo>
                    <a:pt x="19732" y="29326"/>
                    <a:pt x="19821" y="29289"/>
                    <a:pt x="19893" y="29275"/>
                  </a:cubicBezTo>
                  <a:cubicBezTo>
                    <a:pt x="19964" y="29260"/>
                    <a:pt x="20088" y="29246"/>
                    <a:pt x="20266" y="29231"/>
                  </a:cubicBezTo>
                  <a:cubicBezTo>
                    <a:pt x="20806" y="29173"/>
                    <a:pt x="21280" y="29064"/>
                    <a:pt x="21690" y="28903"/>
                  </a:cubicBezTo>
                  <a:cubicBezTo>
                    <a:pt x="22111" y="28728"/>
                    <a:pt x="22407" y="28553"/>
                    <a:pt x="22579" y="28378"/>
                  </a:cubicBezTo>
                  <a:cubicBezTo>
                    <a:pt x="22769" y="28203"/>
                    <a:pt x="22864" y="28050"/>
                    <a:pt x="22864" y="27918"/>
                  </a:cubicBezTo>
                  <a:lnTo>
                    <a:pt x="22650" y="27284"/>
                  </a:lnTo>
                  <a:lnTo>
                    <a:pt x="18122" y="16585"/>
                  </a:lnTo>
                  <a:lnTo>
                    <a:pt x="14074" y="20982"/>
                  </a:lnTo>
                  <a:lnTo>
                    <a:pt x="9501" y="25817"/>
                  </a:lnTo>
                  <a:cubicBezTo>
                    <a:pt x="8695" y="26678"/>
                    <a:pt x="8292" y="27349"/>
                    <a:pt x="8292" y="27831"/>
                  </a:cubicBezTo>
                  <a:cubicBezTo>
                    <a:pt x="8292" y="28633"/>
                    <a:pt x="8891" y="29100"/>
                    <a:pt x="10089" y="29231"/>
                  </a:cubicBezTo>
                  <a:cubicBezTo>
                    <a:pt x="10456" y="29260"/>
                    <a:pt x="10640" y="29421"/>
                    <a:pt x="10640" y="29712"/>
                  </a:cubicBezTo>
                  <a:cubicBezTo>
                    <a:pt x="10640" y="29989"/>
                    <a:pt x="10581" y="30201"/>
                    <a:pt x="10462" y="30347"/>
                  </a:cubicBezTo>
                  <a:cubicBezTo>
                    <a:pt x="10361" y="30478"/>
                    <a:pt x="10261" y="30559"/>
                    <a:pt x="10160" y="30588"/>
                  </a:cubicBezTo>
                  <a:cubicBezTo>
                    <a:pt x="10071" y="30602"/>
                    <a:pt x="9961" y="30609"/>
                    <a:pt x="9831" y="30609"/>
                  </a:cubicBezTo>
                  <a:cubicBezTo>
                    <a:pt x="9291" y="30609"/>
                    <a:pt x="8452" y="30587"/>
                    <a:pt x="7313" y="30544"/>
                  </a:cubicBezTo>
                  <a:cubicBezTo>
                    <a:pt x="6186" y="30500"/>
                    <a:pt x="5347" y="30478"/>
                    <a:pt x="4795" y="30478"/>
                  </a:cubicBezTo>
                  <a:cubicBezTo>
                    <a:pt x="4327" y="30478"/>
                    <a:pt x="3618" y="30500"/>
                    <a:pt x="2669" y="30544"/>
                  </a:cubicBezTo>
                  <a:cubicBezTo>
                    <a:pt x="1726" y="30587"/>
                    <a:pt x="1035" y="30609"/>
                    <a:pt x="596" y="30609"/>
                  </a:cubicBezTo>
                  <a:cubicBezTo>
                    <a:pt x="418" y="30609"/>
                    <a:pt x="279" y="30566"/>
                    <a:pt x="178" y="30478"/>
                  </a:cubicBezTo>
                  <a:cubicBezTo>
                    <a:pt x="77" y="30391"/>
                    <a:pt x="27" y="30303"/>
                    <a:pt x="27" y="30216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5"/>
                  </a:cubicBezTo>
                  <a:cubicBezTo>
                    <a:pt x="92" y="29508"/>
                    <a:pt x="172" y="29421"/>
                    <a:pt x="285" y="29363"/>
                  </a:cubicBezTo>
                  <a:cubicBezTo>
                    <a:pt x="421" y="29304"/>
                    <a:pt x="516" y="29275"/>
                    <a:pt x="569" y="29275"/>
                  </a:cubicBezTo>
                  <a:cubicBezTo>
                    <a:pt x="629" y="29260"/>
                    <a:pt x="768" y="29246"/>
                    <a:pt x="988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9" y="27918"/>
                    <a:pt x="6539" y="27116"/>
                    <a:pt x="7571" y="25993"/>
                  </a:cubicBezTo>
                  <a:cubicBezTo>
                    <a:pt x="7660" y="25920"/>
                    <a:pt x="7755" y="25840"/>
                    <a:pt x="7856" y="25753"/>
                  </a:cubicBezTo>
                  <a:cubicBezTo>
                    <a:pt x="7974" y="25665"/>
                    <a:pt x="8078" y="25584"/>
                    <a:pt x="8167" y="25511"/>
                  </a:cubicBezTo>
                  <a:lnTo>
                    <a:pt x="17615" y="15337"/>
                  </a:lnTo>
                  <a:lnTo>
                    <a:pt x="12322" y="2823"/>
                  </a:lnTo>
                  <a:cubicBezTo>
                    <a:pt x="12161" y="2443"/>
                    <a:pt x="12007" y="2173"/>
                    <a:pt x="11859" y="2013"/>
                  </a:cubicBezTo>
                  <a:cubicBezTo>
                    <a:pt x="11717" y="1838"/>
                    <a:pt x="11420" y="1692"/>
                    <a:pt x="10969" y="1576"/>
                  </a:cubicBezTo>
                  <a:cubicBezTo>
                    <a:pt x="10513" y="1459"/>
                    <a:pt x="9848" y="1400"/>
                    <a:pt x="8977" y="1400"/>
                  </a:cubicBezTo>
                  <a:cubicBezTo>
                    <a:pt x="8727" y="1400"/>
                    <a:pt x="8544" y="1393"/>
                    <a:pt x="8425" y="1378"/>
                  </a:cubicBezTo>
                  <a:cubicBezTo>
                    <a:pt x="8312" y="1364"/>
                    <a:pt x="8203" y="1320"/>
                    <a:pt x="8096" y="1247"/>
                  </a:cubicBezTo>
                  <a:cubicBezTo>
                    <a:pt x="7995" y="1174"/>
                    <a:pt x="7944" y="1057"/>
                    <a:pt x="7944" y="897"/>
                  </a:cubicBezTo>
                  <a:cubicBezTo>
                    <a:pt x="7944" y="620"/>
                    <a:pt x="7995" y="416"/>
                    <a:pt x="8096" y="285"/>
                  </a:cubicBezTo>
                  <a:cubicBezTo>
                    <a:pt x="8214" y="139"/>
                    <a:pt x="8318" y="58"/>
                    <a:pt x="8407" y="44"/>
                  </a:cubicBezTo>
                  <a:cubicBezTo>
                    <a:pt x="8508" y="15"/>
                    <a:pt x="8624" y="0"/>
                    <a:pt x="8754" y="0"/>
                  </a:cubicBezTo>
                  <a:cubicBezTo>
                    <a:pt x="9122" y="0"/>
                    <a:pt x="9955" y="22"/>
                    <a:pt x="11254" y="66"/>
                  </a:cubicBezTo>
                  <a:cubicBezTo>
                    <a:pt x="12547" y="110"/>
                    <a:pt x="13383" y="132"/>
                    <a:pt x="13763" y="132"/>
                  </a:cubicBezTo>
                  <a:cubicBezTo>
                    <a:pt x="14392" y="132"/>
                    <a:pt x="15334" y="110"/>
                    <a:pt x="16592" y="66"/>
                  </a:cubicBezTo>
                  <a:cubicBezTo>
                    <a:pt x="17861" y="22"/>
                    <a:pt x="18801" y="0"/>
                    <a:pt x="19412" y="0"/>
                  </a:cubicBezTo>
                  <a:cubicBezTo>
                    <a:pt x="19863" y="0"/>
                    <a:pt x="20088" y="182"/>
                    <a:pt x="20088" y="547"/>
                  </a:cubicBezTo>
                  <a:cubicBezTo>
                    <a:pt x="20088" y="780"/>
                    <a:pt x="20038" y="963"/>
                    <a:pt x="19937" y="1094"/>
                  </a:cubicBezTo>
                  <a:cubicBezTo>
                    <a:pt x="19836" y="1225"/>
                    <a:pt x="19732" y="1305"/>
                    <a:pt x="19626" y="1334"/>
                  </a:cubicBezTo>
                  <a:cubicBezTo>
                    <a:pt x="19525" y="1364"/>
                    <a:pt x="19380" y="1385"/>
                    <a:pt x="19190" y="1400"/>
                  </a:cubicBezTo>
                  <a:cubicBezTo>
                    <a:pt x="18620" y="1458"/>
                    <a:pt x="18119" y="1582"/>
                    <a:pt x="17686" y="1772"/>
                  </a:cubicBezTo>
                  <a:cubicBezTo>
                    <a:pt x="17259" y="1947"/>
                    <a:pt x="16960" y="2122"/>
                    <a:pt x="16788" y="2297"/>
                  </a:cubicBezTo>
                  <a:cubicBezTo>
                    <a:pt x="16627" y="2458"/>
                    <a:pt x="16547" y="2589"/>
                    <a:pt x="16547" y="2691"/>
                  </a:cubicBezTo>
                  <a:lnTo>
                    <a:pt x="16761" y="3282"/>
                  </a:lnTo>
                  <a:lnTo>
                    <a:pt x="20524" y="12187"/>
                  </a:lnTo>
                  <a:lnTo>
                    <a:pt x="27793" y="4398"/>
                  </a:lnTo>
                  <a:cubicBezTo>
                    <a:pt x="28362" y="3756"/>
                    <a:pt x="28647" y="3216"/>
                    <a:pt x="28647" y="2778"/>
                  </a:cubicBezTo>
                  <a:cubicBezTo>
                    <a:pt x="28647" y="1991"/>
                    <a:pt x="28047" y="1531"/>
                    <a:pt x="26849" y="1400"/>
                  </a:cubicBezTo>
                  <a:cubicBezTo>
                    <a:pt x="26488" y="1342"/>
                    <a:pt x="26307" y="1174"/>
                    <a:pt x="26307" y="897"/>
                  </a:cubicBezTo>
                  <a:cubicBezTo>
                    <a:pt x="26307" y="620"/>
                    <a:pt x="26363" y="416"/>
                    <a:pt x="26476" y="285"/>
                  </a:cubicBezTo>
                  <a:cubicBezTo>
                    <a:pt x="26594" y="139"/>
                    <a:pt x="26698" y="58"/>
                    <a:pt x="26787" y="44"/>
                  </a:cubicBezTo>
                  <a:cubicBezTo>
                    <a:pt x="26888" y="15"/>
                    <a:pt x="27010" y="0"/>
                    <a:pt x="27152" y="0"/>
                  </a:cubicBezTo>
                  <a:cubicBezTo>
                    <a:pt x="27692" y="0"/>
                    <a:pt x="28516" y="22"/>
                    <a:pt x="29625" y="66"/>
                  </a:cubicBezTo>
                  <a:cubicBezTo>
                    <a:pt x="30752" y="110"/>
                    <a:pt x="31591" y="132"/>
                    <a:pt x="32143" y="132"/>
                  </a:cubicBezTo>
                  <a:cubicBezTo>
                    <a:pt x="32611" y="132"/>
                    <a:pt x="33320" y="110"/>
                    <a:pt x="34269" y="66"/>
                  </a:cubicBezTo>
                  <a:cubicBezTo>
                    <a:pt x="35218" y="22"/>
                    <a:pt x="35909" y="0"/>
                    <a:pt x="36342" y="0"/>
                  </a:cubicBezTo>
                  <a:cubicBezTo>
                    <a:pt x="36520" y="0"/>
                    <a:pt x="36659" y="44"/>
                    <a:pt x="36760" y="132"/>
                  </a:cubicBezTo>
                  <a:cubicBezTo>
                    <a:pt x="36861" y="205"/>
                    <a:pt x="36911" y="285"/>
                    <a:pt x="36911" y="372"/>
                  </a:cubicBezTo>
                  <a:lnTo>
                    <a:pt x="36938" y="504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586A65CE-E1C6-2D9D-A538-7F099A3F31C6}"/>
                </a:ext>
              </a:extLst>
            </p:cNvPr>
            <p:cNvSpPr/>
            <p:nvPr/>
          </p:nvSpPr>
          <p:spPr>
            <a:xfrm>
              <a:off x="2110587" y="1770137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2 h 64013"/>
                <a:gd name="csX2" fmla="*/ 8158 w 14848"/>
                <a:gd name="csY2" fmla="*/ 5752 h 64013"/>
                <a:gd name="csX3" fmla="*/ 12161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20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80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7"/>
                    <a:pt x="1343" y="18285"/>
                    <a:pt x="4030" y="12472"/>
                  </a:cubicBezTo>
                  <a:cubicBezTo>
                    <a:pt x="5181" y="10034"/>
                    <a:pt x="6557" y="7794"/>
                    <a:pt x="8158" y="5752"/>
                  </a:cubicBezTo>
                  <a:cubicBezTo>
                    <a:pt x="9765" y="3710"/>
                    <a:pt x="11100" y="2240"/>
                    <a:pt x="12161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4"/>
                    <a:pt x="14566" y="1198"/>
                    <a:pt x="14003" y="1720"/>
                  </a:cubicBezTo>
                  <a:cubicBezTo>
                    <a:pt x="7129" y="8721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80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4"/>
                    <a:pt x="5368" y="54376"/>
                    <a:pt x="4217" y="51980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2558D837-C552-162D-B12A-A1C0E219D165}"/>
                </a:ext>
              </a:extLst>
            </p:cNvPr>
            <p:cNvSpPr/>
            <p:nvPr/>
          </p:nvSpPr>
          <p:spPr>
            <a:xfrm>
              <a:off x="2130302" y="1789860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0 w 31884"/>
                <a:gd name="csY1" fmla="*/ 6969 h 29005"/>
                <a:gd name="csX2" fmla="*/ 28442 w 31884"/>
                <a:gd name="csY2" fmla="*/ 7939 h 29005"/>
                <a:gd name="csX3" fmla="*/ 26627 w 31884"/>
                <a:gd name="csY3" fmla="*/ 7251 h 29005"/>
                <a:gd name="csX4" fmla="*/ 26004 w 31884"/>
                <a:gd name="csY4" fmla="*/ 5688 h 29005"/>
                <a:gd name="csX5" fmla="*/ 26876 w 31884"/>
                <a:gd name="csY5" fmla="*/ 3469 h 29005"/>
                <a:gd name="csX6" fmla="*/ 29065 w 31884"/>
                <a:gd name="csY6" fmla="*/ 2219 h 29005"/>
                <a:gd name="csX7" fmla="*/ 25880 w 31884"/>
                <a:gd name="csY7" fmla="*/ 1407 h 29005"/>
                <a:gd name="csX8" fmla="*/ 23531 w 31884"/>
                <a:gd name="csY8" fmla="*/ 2062 h 29005"/>
                <a:gd name="csX9" fmla="*/ 21814 w 31884"/>
                <a:gd name="csY9" fmla="*/ 3563 h 29005"/>
                <a:gd name="csX10" fmla="*/ 20631 w 31884"/>
                <a:gd name="csY10" fmla="*/ 5626 h 29005"/>
                <a:gd name="csX11" fmla="*/ 19875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2 h 29005"/>
                <a:gd name="csX14" fmla="*/ 16280 w 31884"/>
                <a:gd name="csY14" fmla="*/ 23348 h 29005"/>
                <a:gd name="csX15" fmla="*/ 17161 w 31884"/>
                <a:gd name="csY15" fmla="*/ 26380 h 29005"/>
                <a:gd name="csX16" fmla="*/ 19786 w 31884"/>
                <a:gd name="csY16" fmla="*/ 27567 h 29005"/>
                <a:gd name="csX17" fmla="*/ 21254 w 31884"/>
                <a:gd name="csY17" fmla="*/ 27381 h 29005"/>
                <a:gd name="csX18" fmla="*/ 23033 w 31884"/>
                <a:gd name="csY18" fmla="*/ 26599 h 29005"/>
                <a:gd name="csX19" fmla="*/ 24972 w 31884"/>
                <a:gd name="csY19" fmla="*/ 25130 h 29005"/>
                <a:gd name="csX20" fmla="*/ 26814 w 31884"/>
                <a:gd name="csY20" fmla="*/ 22692 h 29005"/>
                <a:gd name="csX21" fmla="*/ 28317 w 31884"/>
                <a:gd name="csY21" fmla="*/ 19191 h 29005"/>
                <a:gd name="csX22" fmla="*/ 29127 w 31884"/>
                <a:gd name="csY22" fmla="*/ 18504 h 29005"/>
                <a:gd name="csX23" fmla="*/ 29910 w 31884"/>
                <a:gd name="csY23" fmla="*/ 19128 h 29005"/>
                <a:gd name="csX24" fmla="*/ 29474 w 31884"/>
                <a:gd name="csY24" fmla="*/ 20785 h 29005"/>
                <a:gd name="csX25" fmla="*/ 28157 w 31884"/>
                <a:gd name="csY25" fmla="*/ 23317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86 w 31884"/>
                <a:gd name="csY29" fmla="*/ 27567 h 29005"/>
                <a:gd name="csX30" fmla="*/ 12748 w 31884"/>
                <a:gd name="csY30" fmla="*/ 24130 h 29005"/>
                <a:gd name="csX31" fmla="*/ 12375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09 w 31884"/>
                <a:gd name="csY34" fmla="*/ 28505 h 29005"/>
                <a:gd name="csX35" fmla="*/ 6032 w 31884"/>
                <a:gd name="csY35" fmla="*/ 29006 h 29005"/>
                <a:gd name="csX36" fmla="*/ 3185 w 31884"/>
                <a:gd name="csY36" fmla="*/ 28568 h 29005"/>
                <a:gd name="csX37" fmla="*/ 934 w 31884"/>
                <a:gd name="csY37" fmla="*/ 27131 h 29005"/>
                <a:gd name="csX38" fmla="*/ 0 w 31884"/>
                <a:gd name="csY38" fmla="*/ 24754 h 29005"/>
                <a:gd name="csX39" fmla="*/ 1032 w 31884"/>
                <a:gd name="csY39" fmla="*/ 22160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5 h 29005"/>
                <a:gd name="csX45" fmla="*/ 6094 w 31884"/>
                <a:gd name="csY45" fmla="*/ 27567 h 29005"/>
                <a:gd name="csX46" fmla="*/ 9786 w 31884"/>
                <a:gd name="csY46" fmla="*/ 25755 h 29005"/>
                <a:gd name="csX47" fmla="*/ 12188 w 31884"/>
                <a:gd name="csY47" fmla="*/ 20910 h 29005"/>
                <a:gd name="csX48" fmla="*/ 14875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69 h 29005"/>
                <a:gd name="csX51" fmla="*/ 14350 w 31884"/>
                <a:gd name="csY51" fmla="*/ 2156 h 29005"/>
                <a:gd name="csX52" fmla="*/ 13256 w 31884"/>
                <a:gd name="csY52" fmla="*/ 1562 h 29005"/>
                <a:gd name="csX53" fmla="*/ 12188 w 31884"/>
                <a:gd name="csY53" fmla="*/ 1407 h 29005"/>
                <a:gd name="csX54" fmla="*/ 10186 w 31884"/>
                <a:gd name="csY54" fmla="*/ 1781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1 h 29005"/>
                <a:gd name="csX59" fmla="*/ 2002 w 31884"/>
                <a:gd name="csY59" fmla="*/ 9846 h 29005"/>
                <a:gd name="csX60" fmla="*/ 2402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67 w 31884"/>
                <a:gd name="csY65" fmla="*/ 187 h 29005"/>
                <a:gd name="csX66" fmla="*/ 15818 w 31884"/>
                <a:gd name="csY66" fmla="*/ 812 h 29005"/>
                <a:gd name="csX67" fmla="*/ 17748 w 31884"/>
                <a:gd name="csY67" fmla="*/ 2312 h 29005"/>
                <a:gd name="csX68" fmla="*/ 19225 w 31884"/>
                <a:gd name="csY68" fmla="*/ 4844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7 w 31884"/>
                <a:gd name="csY73" fmla="*/ 343 h 29005"/>
                <a:gd name="csX74" fmla="*/ 30790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6"/>
                    <a:pt x="31520" y="6303"/>
                    <a:pt x="30790" y="6969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48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69"/>
                  </a:cubicBezTo>
                  <a:cubicBezTo>
                    <a:pt x="27463" y="2781"/>
                    <a:pt x="28193" y="2365"/>
                    <a:pt x="29065" y="2219"/>
                  </a:cubicBezTo>
                  <a:cubicBezTo>
                    <a:pt x="28211" y="1677"/>
                    <a:pt x="27149" y="1407"/>
                    <a:pt x="25880" y="1407"/>
                  </a:cubicBezTo>
                  <a:cubicBezTo>
                    <a:pt x="25043" y="1407"/>
                    <a:pt x="24260" y="1625"/>
                    <a:pt x="23531" y="2062"/>
                  </a:cubicBezTo>
                  <a:cubicBezTo>
                    <a:pt x="22825" y="2500"/>
                    <a:pt x="22253" y="3000"/>
                    <a:pt x="21814" y="3563"/>
                  </a:cubicBezTo>
                  <a:cubicBezTo>
                    <a:pt x="21399" y="4125"/>
                    <a:pt x="21004" y="4813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2"/>
                  </a:lnTo>
                  <a:cubicBezTo>
                    <a:pt x="16636" y="20493"/>
                    <a:pt x="16280" y="22369"/>
                    <a:pt x="16280" y="23348"/>
                  </a:cubicBezTo>
                  <a:cubicBezTo>
                    <a:pt x="16280" y="24557"/>
                    <a:pt x="16574" y="25567"/>
                    <a:pt x="17161" y="26380"/>
                  </a:cubicBezTo>
                  <a:cubicBezTo>
                    <a:pt x="17742" y="27172"/>
                    <a:pt x="18617" y="27567"/>
                    <a:pt x="19786" y="27567"/>
                  </a:cubicBezTo>
                  <a:cubicBezTo>
                    <a:pt x="20242" y="27567"/>
                    <a:pt x="20732" y="27505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3"/>
                    <a:pt x="24972" y="25130"/>
                  </a:cubicBezTo>
                  <a:cubicBezTo>
                    <a:pt x="25595" y="24525"/>
                    <a:pt x="26209" y="23713"/>
                    <a:pt x="26814" y="22692"/>
                  </a:cubicBezTo>
                  <a:cubicBezTo>
                    <a:pt x="27419" y="21671"/>
                    <a:pt x="27920" y="20504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8"/>
                  </a:cubicBezTo>
                  <a:cubicBezTo>
                    <a:pt x="29910" y="19483"/>
                    <a:pt x="29764" y="20035"/>
                    <a:pt x="29474" y="20785"/>
                  </a:cubicBezTo>
                  <a:cubicBezTo>
                    <a:pt x="29201" y="21514"/>
                    <a:pt x="28762" y="22358"/>
                    <a:pt x="28157" y="23317"/>
                  </a:cubicBezTo>
                  <a:cubicBezTo>
                    <a:pt x="27576" y="24254"/>
                    <a:pt x="26900" y="25151"/>
                    <a:pt x="26129" y="26005"/>
                  </a:cubicBezTo>
                  <a:cubicBezTo>
                    <a:pt x="25358" y="26839"/>
                    <a:pt x="24400" y="27547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78" y="28526"/>
                    <a:pt x="15186" y="27567"/>
                  </a:cubicBezTo>
                  <a:cubicBezTo>
                    <a:pt x="14000" y="26609"/>
                    <a:pt x="13187" y="25463"/>
                    <a:pt x="12748" y="24130"/>
                  </a:cubicBezTo>
                  <a:cubicBezTo>
                    <a:pt x="12648" y="24317"/>
                    <a:pt x="12523" y="24536"/>
                    <a:pt x="12375" y="24786"/>
                  </a:cubicBezTo>
                  <a:cubicBezTo>
                    <a:pt x="12233" y="25036"/>
                    <a:pt x="11942" y="25442"/>
                    <a:pt x="11503" y="26005"/>
                  </a:cubicBezTo>
                  <a:cubicBezTo>
                    <a:pt x="11088" y="26547"/>
                    <a:pt x="10640" y="27026"/>
                    <a:pt x="10160" y="27443"/>
                  </a:cubicBezTo>
                  <a:cubicBezTo>
                    <a:pt x="9679" y="27838"/>
                    <a:pt x="9062" y="28193"/>
                    <a:pt x="8309" y="28505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3"/>
                    <a:pt x="0" y="25671"/>
                    <a:pt x="0" y="24754"/>
                  </a:cubicBezTo>
                  <a:cubicBezTo>
                    <a:pt x="0" y="23734"/>
                    <a:pt x="344" y="22869"/>
                    <a:pt x="1032" y="22160"/>
                  </a:cubicBezTo>
                  <a:cubicBezTo>
                    <a:pt x="1738" y="21431"/>
                    <a:pt x="2571" y="21067"/>
                    <a:pt x="3532" y="21067"/>
                  </a:cubicBezTo>
                  <a:cubicBezTo>
                    <a:pt x="4137" y="21067"/>
                    <a:pt x="4679" y="21244"/>
                    <a:pt x="5160" y="21598"/>
                  </a:cubicBezTo>
                  <a:cubicBezTo>
                    <a:pt x="5658" y="21952"/>
                    <a:pt x="5907" y="22515"/>
                    <a:pt x="5907" y="23286"/>
                  </a:cubicBezTo>
                  <a:cubicBezTo>
                    <a:pt x="5907" y="24140"/>
                    <a:pt x="5617" y="24890"/>
                    <a:pt x="5035" y="25536"/>
                  </a:cubicBezTo>
                  <a:cubicBezTo>
                    <a:pt x="4448" y="26182"/>
                    <a:pt x="3739" y="26589"/>
                    <a:pt x="2909" y="26755"/>
                  </a:cubicBezTo>
                  <a:cubicBezTo>
                    <a:pt x="3763" y="27297"/>
                    <a:pt x="4825" y="27567"/>
                    <a:pt x="6094" y="27567"/>
                  </a:cubicBezTo>
                  <a:cubicBezTo>
                    <a:pt x="7470" y="27567"/>
                    <a:pt x="8701" y="26963"/>
                    <a:pt x="9786" y="25755"/>
                  </a:cubicBezTo>
                  <a:cubicBezTo>
                    <a:pt x="10865" y="24546"/>
                    <a:pt x="11666" y="22931"/>
                    <a:pt x="12188" y="20910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9" y="8189"/>
                    <a:pt x="15631" y="6626"/>
                    <a:pt x="15631" y="5688"/>
                  </a:cubicBezTo>
                  <a:cubicBezTo>
                    <a:pt x="15631" y="4813"/>
                    <a:pt x="15515" y="4073"/>
                    <a:pt x="15284" y="3469"/>
                  </a:cubicBezTo>
                  <a:cubicBezTo>
                    <a:pt x="15053" y="2865"/>
                    <a:pt x="14741" y="2428"/>
                    <a:pt x="14350" y="2156"/>
                  </a:cubicBezTo>
                  <a:cubicBezTo>
                    <a:pt x="13970" y="1865"/>
                    <a:pt x="13606" y="1667"/>
                    <a:pt x="13256" y="1562"/>
                  </a:cubicBezTo>
                  <a:cubicBezTo>
                    <a:pt x="12917" y="1458"/>
                    <a:pt x="12562" y="1407"/>
                    <a:pt x="12188" y="1407"/>
                  </a:cubicBezTo>
                  <a:cubicBezTo>
                    <a:pt x="11565" y="1407"/>
                    <a:pt x="10898" y="1531"/>
                    <a:pt x="10186" y="1781"/>
                  </a:cubicBezTo>
                  <a:cubicBezTo>
                    <a:pt x="9498" y="2031"/>
                    <a:pt x="8739" y="2448"/>
                    <a:pt x="7909" y="3032"/>
                  </a:cubicBezTo>
                  <a:cubicBezTo>
                    <a:pt x="7096" y="3594"/>
                    <a:pt x="6305" y="4459"/>
                    <a:pt x="5534" y="5626"/>
                  </a:cubicBezTo>
                  <a:cubicBezTo>
                    <a:pt x="4763" y="6793"/>
                    <a:pt x="4116" y="8178"/>
                    <a:pt x="3594" y="9783"/>
                  </a:cubicBezTo>
                  <a:cubicBezTo>
                    <a:pt x="3487" y="10262"/>
                    <a:pt x="3206" y="10501"/>
                    <a:pt x="2749" y="10501"/>
                  </a:cubicBezTo>
                  <a:cubicBezTo>
                    <a:pt x="2251" y="10481"/>
                    <a:pt x="2002" y="10262"/>
                    <a:pt x="2002" y="9846"/>
                  </a:cubicBezTo>
                  <a:cubicBezTo>
                    <a:pt x="2002" y="9491"/>
                    <a:pt x="2135" y="8949"/>
                    <a:pt x="2402" y="8220"/>
                  </a:cubicBezTo>
                  <a:cubicBezTo>
                    <a:pt x="2698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1" y="2177"/>
                    <a:pt x="7541" y="1458"/>
                    <a:pt x="8692" y="875"/>
                  </a:cubicBezTo>
                  <a:cubicBezTo>
                    <a:pt x="9854" y="291"/>
                    <a:pt x="11061" y="0"/>
                    <a:pt x="12313" y="0"/>
                  </a:cubicBezTo>
                  <a:cubicBezTo>
                    <a:pt x="12876" y="0"/>
                    <a:pt x="13428" y="62"/>
                    <a:pt x="13967" y="187"/>
                  </a:cubicBezTo>
                  <a:cubicBezTo>
                    <a:pt x="14531" y="291"/>
                    <a:pt x="15148" y="500"/>
                    <a:pt x="15818" y="812"/>
                  </a:cubicBezTo>
                  <a:cubicBezTo>
                    <a:pt x="16506" y="1125"/>
                    <a:pt x="17149" y="1625"/>
                    <a:pt x="17748" y="2312"/>
                  </a:cubicBezTo>
                  <a:cubicBezTo>
                    <a:pt x="18353" y="3000"/>
                    <a:pt x="18845" y="3844"/>
                    <a:pt x="19225" y="4844"/>
                  </a:cubicBezTo>
                  <a:cubicBezTo>
                    <a:pt x="19474" y="4365"/>
                    <a:pt x="19765" y="3896"/>
                    <a:pt x="20097" y="3438"/>
                  </a:cubicBezTo>
                  <a:cubicBezTo>
                    <a:pt x="20453" y="2979"/>
                    <a:pt x="20901" y="2469"/>
                    <a:pt x="21440" y="1907"/>
                  </a:cubicBezTo>
                  <a:cubicBezTo>
                    <a:pt x="22004" y="1323"/>
                    <a:pt x="22671" y="864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41" y="114"/>
                    <a:pt x="28477" y="343"/>
                  </a:cubicBezTo>
                  <a:cubicBezTo>
                    <a:pt x="29308" y="552"/>
                    <a:pt x="30079" y="1000"/>
                    <a:pt x="30790" y="1688"/>
                  </a:cubicBezTo>
                  <a:cubicBezTo>
                    <a:pt x="31520" y="2354"/>
                    <a:pt x="31885" y="3198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95606212-7E66-94E1-12F8-71758E471344}"/>
                </a:ext>
              </a:extLst>
            </p:cNvPr>
            <p:cNvSpPr/>
            <p:nvPr/>
          </p:nvSpPr>
          <p:spPr>
            <a:xfrm>
              <a:off x="2168343" y="1770137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9 w 14848"/>
                <a:gd name="csY1" fmla="*/ 62295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32 w 14848"/>
                <a:gd name="csY5" fmla="*/ 0 h 64013"/>
                <a:gd name="csX6" fmla="*/ 2598 w 14848"/>
                <a:gd name="csY6" fmla="*/ 1282 h 64013"/>
                <a:gd name="csX7" fmla="*/ 6503 w 14848"/>
                <a:gd name="csY7" fmla="*/ 5502 h 64013"/>
                <a:gd name="csX8" fmla="*/ 10631 w 14848"/>
                <a:gd name="csY8" fmla="*/ 12034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32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9" y="62295"/>
                  </a:cubicBezTo>
                  <a:cubicBezTo>
                    <a:pt x="7693" y="55293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11" y="0"/>
                    <a:pt x="632" y="0"/>
                  </a:cubicBezTo>
                  <a:cubicBezTo>
                    <a:pt x="922" y="0"/>
                    <a:pt x="1578" y="427"/>
                    <a:pt x="2598" y="1282"/>
                  </a:cubicBezTo>
                  <a:cubicBezTo>
                    <a:pt x="3642" y="2136"/>
                    <a:pt x="4944" y="3543"/>
                    <a:pt x="6503" y="5502"/>
                  </a:cubicBezTo>
                  <a:cubicBezTo>
                    <a:pt x="8087" y="7460"/>
                    <a:pt x="9463" y="9638"/>
                    <a:pt x="10631" y="12034"/>
                  </a:cubicBezTo>
                  <a:cubicBezTo>
                    <a:pt x="13443" y="17848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4" y="53980"/>
                    <a:pt x="8298" y="56220"/>
                    <a:pt x="6690" y="58262"/>
                  </a:cubicBezTo>
                  <a:cubicBezTo>
                    <a:pt x="5089" y="60304"/>
                    <a:pt x="3754" y="61773"/>
                    <a:pt x="2687" y="62669"/>
                  </a:cubicBezTo>
                  <a:cubicBezTo>
                    <a:pt x="1625" y="63565"/>
                    <a:pt x="940" y="64014"/>
                    <a:pt x="632" y="64014"/>
                  </a:cubicBezTo>
                  <a:cubicBezTo>
                    <a:pt x="211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B7F49E6-6B22-3AA9-41C0-F6AA22E5B57C}"/>
                </a:ext>
              </a:extLst>
            </p:cNvPr>
            <p:cNvSpPr/>
            <p:nvPr/>
          </p:nvSpPr>
          <p:spPr>
            <a:xfrm>
              <a:off x="1939562" y="1852605"/>
              <a:ext cx="16298" cy="6586"/>
            </a:xfrm>
            <a:custGeom>
              <a:avLst/>
              <a:gdLst>
                <a:gd name="csX0" fmla="*/ 16298 w 16298"/>
                <a:gd name="csY0" fmla="*/ 5689 h 6586"/>
                <a:gd name="csX1" fmla="*/ 15747 w 16298"/>
                <a:gd name="csY1" fmla="*/ 6586 h 6586"/>
                <a:gd name="csX2" fmla="*/ 8140 w 16298"/>
                <a:gd name="csY2" fmla="*/ 2779 h 6586"/>
                <a:gd name="csX3" fmla="*/ 525 w 16298"/>
                <a:gd name="csY3" fmla="*/ 6586 h 6586"/>
                <a:gd name="csX4" fmla="*/ 0 w 16298"/>
                <a:gd name="csY4" fmla="*/ 5689 h 6586"/>
                <a:gd name="csX5" fmla="*/ 8140 w 16298"/>
                <a:gd name="csY5" fmla="*/ 0 h 6586"/>
                <a:gd name="csX6" fmla="*/ 16298 w 16298"/>
                <a:gd name="csY6" fmla="*/ 5689 h 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6298" h="6586">
                  <a:moveTo>
                    <a:pt x="16298" y="5689"/>
                  </a:moveTo>
                  <a:lnTo>
                    <a:pt x="15747" y="6586"/>
                  </a:lnTo>
                  <a:cubicBezTo>
                    <a:pt x="13487" y="5609"/>
                    <a:pt x="10952" y="4340"/>
                    <a:pt x="8140" y="2779"/>
                  </a:cubicBezTo>
                  <a:cubicBezTo>
                    <a:pt x="5323" y="4340"/>
                    <a:pt x="2785" y="5609"/>
                    <a:pt x="525" y="6586"/>
                  </a:cubicBezTo>
                  <a:lnTo>
                    <a:pt x="0" y="5689"/>
                  </a:lnTo>
                  <a:cubicBezTo>
                    <a:pt x="2461" y="3545"/>
                    <a:pt x="5175" y="1648"/>
                    <a:pt x="8140" y="0"/>
                  </a:cubicBezTo>
                  <a:cubicBezTo>
                    <a:pt x="11129" y="1663"/>
                    <a:pt x="13849" y="3559"/>
                    <a:pt x="16298" y="568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A57AD087-CC00-36EC-C083-FC26345AA2D8}"/>
              </a:ext>
            </a:extLst>
          </p:cNvPr>
          <p:cNvGrpSpPr/>
          <p:nvPr/>
        </p:nvGrpSpPr>
        <p:grpSpPr>
          <a:xfrm>
            <a:off x="2354037" y="1792519"/>
            <a:ext cx="407982" cy="76684"/>
            <a:chOff x="1775209" y="1846274"/>
            <a:chExt cx="407982" cy="76684"/>
          </a:xfrm>
        </p:grpSpPr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5C30AC-0047-0FFF-A78F-4EBEB8D7A9CE}"/>
                </a:ext>
              </a:extLst>
            </p:cNvPr>
            <p:cNvSpPr/>
            <p:nvPr/>
          </p:nvSpPr>
          <p:spPr>
            <a:xfrm>
              <a:off x="1775209" y="1884799"/>
              <a:ext cx="121765" cy="889"/>
            </a:xfrm>
            <a:custGeom>
              <a:avLst/>
              <a:gdLst>
                <a:gd name="csX0" fmla="*/ 0 w 121765"/>
                <a:gd name="csY0" fmla="*/ 0 h 889"/>
                <a:gd name="csX1" fmla="*/ 121766 w 121765"/>
                <a:gd name="csY1" fmla="*/ 0 h 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765" h="889">
                  <a:moveTo>
                    <a:pt x="0" y="0"/>
                  </a:moveTo>
                  <a:lnTo>
                    <a:pt x="121766" y="0"/>
                  </a:lnTo>
                </a:path>
              </a:pathLst>
            </a:custGeom>
            <a:noFill/>
            <a:ln w="16002" cap="rnd">
              <a:solidFill>
                <a:srgbClr val="00B050"/>
              </a:solidFill>
              <a:prstDash val="solid"/>
              <a:round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88FA34D-6B61-FD8F-36DC-6AD06E153DA9}"/>
                </a:ext>
              </a:extLst>
            </p:cNvPr>
            <p:cNvSpPr/>
            <p:nvPr/>
          </p:nvSpPr>
          <p:spPr>
            <a:xfrm>
              <a:off x="1917267" y="1865997"/>
              <a:ext cx="52444" cy="29005"/>
            </a:xfrm>
            <a:custGeom>
              <a:avLst/>
              <a:gdLst>
                <a:gd name="csX0" fmla="*/ 52445 w 52444"/>
                <a:gd name="csY0" fmla="*/ 19129 h 29005"/>
                <a:gd name="csX1" fmla="*/ 52169 w 52444"/>
                <a:gd name="csY1" fmla="*/ 20348 h 29005"/>
                <a:gd name="csX2" fmla="*/ 51199 w 52444"/>
                <a:gd name="csY2" fmla="*/ 22818 h 29005"/>
                <a:gd name="csX3" fmla="*/ 49607 w 52444"/>
                <a:gd name="csY3" fmla="*/ 25693 h 29005"/>
                <a:gd name="csX4" fmla="*/ 47196 w 52444"/>
                <a:gd name="csY4" fmla="*/ 28037 h 29005"/>
                <a:gd name="csX5" fmla="*/ 44037 w 52444"/>
                <a:gd name="csY5" fmla="*/ 29006 h 29005"/>
                <a:gd name="csX6" fmla="*/ 40292 w 52444"/>
                <a:gd name="csY6" fmla="*/ 27506 h 29005"/>
                <a:gd name="csX7" fmla="*/ 38789 w 52444"/>
                <a:gd name="csY7" fmla="*/ 23755 h 29005"/>
                <a:gd name="csX8" fmla="*/ 39634 w 52444"/>
                <a:gd name="csY8" fmla="*/ 20223 h 29005"/>
                <a:gd name="csX9" fmla="*/ 43602 w 52444"/>
                <a:gd name="csY9" fmla="*/ 5876 h 29005"/>
                <a:gd name="csX10" fmla="*/ 40132 w 52444"/>
                <a:gd name="csY10" fmla="*/ 1407 h 29005"/>
                <a:gd name="csX11" fmla="*/ 36387 w 52444"/>
                <a:gd name="csY11" fmla="*/ 2220 h 29005"/>
                <a:gd name="csX12" fmla="*/ 33442 w 52444"/>
                <a:gd name="csY12" fmla="*/ 4157 h 29005"/>
                <a:gd name="csX13" fmla="*/ 31378 w 52444"/>
                <a:gd name="csY13" fmla="*/ 6564 h 29005"/>
                <a:gd name="csX14" fmla="*/ 30070 w 52444"/>
                <a:gd name="csY14" fmla="*/ 8689 h 29005"/>
                <a:gd name="csX15" fmla="*/ 29599 w 52444"/>
                <a:gd name="csY15" fmla="*/ 9908 h 29005"/>
                <a:gd name="csX16" fmla="*/ 25755 w 52444"/>
                <a:gd name="csY16" fmla="*/ 25350 h 29005"/>
                <a:gd name="csX17" fmla="*/ 25221 w 52444"/>
                <a:gd name="csY17" fmla="*/ 27287 h 29005"/>
                <a:gd name="csX18" fmla="*/ 24412 w 52444"/>
                <a:gd name="csY18" fmla="*/ 28444 h 29005"/>
                <a:gd name="csX19" fmla="*/ 22882 w 52444"/>
                <a:gd name="csY19" fmla="*/ 29006 h 29005"/>
                <a:gd name="csX20" fmla="*/ 21538 w 52444"/>
                <a:gd name="csY20" fmla="*/ 28537 h 29005"/>
                <a:gd name="csX21" fmla="*/ 21005 w 52444"/>
                <a:gd name="csY21" fmla="*/ 27256 h 29005"/>
                <a:gd name="csX22" fmla="*/ 21165 w 52444"/>
                <a:gd name="csY22" fmla="*/ 26474 h 29005"/>
                <a:gd name="csX23" fmla="*/ 21538 w 52444"/>
                <a:gd name="csY23" fmla="*/ 24912 h 29005"/>
                <a:gd name="csX24" fmla="*/ 21850 w 52444"/>
                <a:gd name="csY24" fmla="*/ 23474 h 29005"/>
                <a:gd name="csX25" fmla="*/ 23131 w 52444"/>
                <a:gd name="csY25" fmla="*/ 18629 h 29005"/>
                <a:gd name="csX26" fmla="*/ 24910 w 52444"/>
                <a:gd name="csY26" fmla="*/ 11190 h 29005"/>
                <a:gd name="csX27" fmla="*/ 25880 w 52444"/>
                <a:gd name="csY27" fmla="*/ 5876 h 29005"/>
                <a:gd name="csX28" fmla="*/ 22410 w 52444"/>
                <a:gd name="csY28" fmla="*/ 1407 h 29005"/>
                <a:gd name="csX29" fmla="*/ 19065 w 52444"/>
                <a:gd name="csY29" fmla="*/ 2063 h 29005"/>
                <a:gd name="csX30" fmla="*/ 16378 w 52444"/>
                <a:gd name="csY30" fmla="*/ 3563 h 29005"/>
                <a:gd name="csX31" fmla="*/ 14288 w 52444"/>
                <a:gd name="csY31" fmla="*/ 5657 h 29005"/>
                <a:gd name="csX32" fmla="*/ 12811 w 52444"/>
                <a:gd name="csY32" fmla="*/ 7658 h 29005"/>
                <a:gd name="csX33" fmla="*/ 11975 w 52444"/>
                <a:gd name="csY33" fmla="*/ 9221 h 29005"/>
                <a:gd name="csX34" fmla="*/ 11156 w 52444"/>
                <a:gd name="csY34" fmla="*/ 12409 h 29005"/>
                <a:gd name="csX35" fmla="*/ 10062 w 52444"/>
                <a:gd name="csY35" fmla="*/ 16691 h 29005"/>
                <a:gd name="csX36" fmla="*/ 8656 w 52444"/>
                <a:gd name="csY36" fmla="*/ 22473 h 29005"/>
                <a:gd name="csX37" fmla="*/ 7437 w 52444"/>
                <a:gd name="csY37" fmla="*/ 27193 h 29005"/>
                <a:gd name="csX38" fmla="*/ 6441 w 52444"/>
                <a:gd name="csY38" fmla="*/ 28537 h 29005"/>
                <a:gd name="csX39" fmla="*/ 5062 w 52444"/>
                <a:gd name="csY39" fmla="*/ 29006 h 29005"/>
                <a:gd name="csX40" fmla="*/ 3754 w 52444"/>
                <a:gd name="csY40" fmla="*/ 28537 h 29005"/>
                <a:gd name="csX41" fmla="*/ 3221 w 52444"/>
                <a:gd name="csY41" fmla="*/ 27256 h 29005"/>
                <a:gd name="csX42" fmla="*/ 3309 w 52444"/>
                <a:gd name="csY42" fmla="*/ 26662 h 29005"/>
                <a:gd name="csX43" fmla="*/ 3559 w 52444"/>
                <a:gd name="csY43" fmla="*/ 25536 h 29005"/>
                <a:gd name="csX44" fmla="*/ 3781 w 52444"/>
                <a:gd name="csY44" fmla="*/ 24505 h 29005"/>
                <a:gd name="csX45" fmla="*/ 7500 w 52444"/>
                <a:gd name="csY45" fmla="*/ 9721 h 29005"/>
                <a:gd name="csX46" fmla="*/ 8345 w 52444"/>
                <a:gd name="csY46" fmla="*/ 6189 h 29005"/>
                <a:gd name="csX47" fmla="*/ 8532 w 52444"/>
                <a:gd name="csY47" fmla="*/ 4345 h 29005"/>
                <a:gd name="csX48" fmla="*/ 6530 w 52444"/>
                <a:gd name="csY48" fmla="*/ 1407 h 29005"/>
                <a:gd name="csX49" fmla="*/ 3843 w 52444"/>
                <a:gd name="csY49" fmla="*/ 3344 h 29005"/>
                <a:gd name="csX50" fmla="*/ 1877 w 52444"/>
                <a:gd name="csY50" fmla="*/ 9033 h 29005"/>
                <a:gd name="csX51" fmla="*/ 1406 w 52444"/>
                <a:gd name="csY51" fmla="*/ 10283 h 29005"/>
                <a:gd name="csX52" fmla="*/ 783 w 52444"/>
                <a:gd name="csY52" fmla="*/ 10502 h 29005"/>
                <a:gd name="csX53" fmla="*/ 0 w 52444"/>
                <a:gd name="csY53" fmla="*/ 9846 h 29005"/>
                <a:gd name="csX54" fmla="*/ 249 w 52444"/>
                <a:gd name="csY54" fmla="*/ 8689 h 29005"/>
                <a:gd name="csX55" fmla="*/ 970 w 52444"/>
                <a:gd name="csY55" fmla="*/ 6189 h 29005"/>
                <a:gd name="csX56" fmla="*/ 2002 w 52444"/>
                <a:gd name="csY56" fmla="*/ 3657 h 29005"/>
                <a:gd name="csX57" fmla="*/ 2598 w 52444"/>
                <a:gd name="csY57" fmla="*/ 2563 h 29005"/>
                <a:gd name="csX58" fmla="*/ 3434 w 52444"/>
                <a:gd name="csY58" fmla="*/ 1438 h 29005"/>
                <a:gd name="csX59" fmla="*/ 4849 w 52444"/>
                <a:gd name="csY59" fmla="*/ 375 h 29005"/>
                <a:gd name="csX60" fmla="*/ 6717 w 52444"/>
                <a:gd name="csY60" fmla="*/ 0 h 29005"/>
                <a:gd name="csX61" fmla="*/ 10694 w 52444"/>
                <a:gd name="csY61" fmla="*/ 1469 h 29005"/>
                <a:gd name="csX62" fmla="*/ 12624 w 52444"/>
                <a:gd name="csY62" fmla="*/ 5564 h 29005"/>
                <a:gd name="csX63" fmla="*/ 22597 w 52444"/>
                <a:gd name="csY63" fmla="*/ 0 h 29005"/>
                <a:gd name="csX64" fmla="*/ 27846 w 52444"/>
                <a:gd name="csY64" fmla="*/ 1657 h 29005"/>
                <a:gd name="csX65" fmla="*/ 29910 w 52444"/>
                <a:gd name="csY65" fmla="*/ 6189 h 29005"/>
                <a:gd name="csX66" fmla="*/ 40354 w 52444"/>
                <a:gd name="csY66" fmla="*/ 0 h 29005"/>
                <a:gd name="csX67" fmla="*/ 45790 w 52444"/>
                <a:gd name="csY67" fmla="*/ 1844 h 29005"/>
                <a:gd name="csX68" fmla="*/ 47694 w 52444"/>
                <a:gd name="csY68" fmla="*/ 6845 h 29005"/>
                <a:gd name="csX69" fmla="*/ 46858 w 52444"/>
                <a:gd name="csY69" fmla="*/ 11659 h 29005"/>
                <a:gd name="csX70" fmla="*/ 45443 w 52444"/>
                <a:gd name="csY70" fmla="*/ 16347 h 29005"/>
                <a:gd name="csX71" fmla="*/ 43788 w 52444"/>
                <a:gd name="csY71" fmla="*/ 20911 h 29005"/>
                <a:gd name="csX72" fmla="*/ 42632 w 52444"/>
                <a:gd name="csY72" fmla="*/ 25474 h 29005"/>
                <a:gd name="csX73" fmla="*/ 43005 w 52444"/>
                <a:gd name="csY73" fmla="*/ 27068 h 29005"/>
                <a:gd name="csX74" fmla="*/ 44198 w 52444"/>
                <a:gd name="csY74" fmla="*/ 27568 h 29005"/>
                <a:gd name="csX75" fmla="*/ 46537 w 52444"/>
                <a:gd name="csY75" fmla="*/ 26849 h 29005"/>
                <a:gd name="csX76" fmla="*/ 48414 w 52444"/>
                <a:gd name="csY76" fmla="*/ 24881 h 29005"/>
                <a:gd name="csX77" fmla="*/ 49758 w 52444"/>
                <a:gd name="csY77" fmla="*/ 22380 h 29005"/>
                <a:gd name="csX78" fmla="*/ 50701 w 52444"/>
                <a:gd name="csY78" fmla="*/ 19660 h 29005"/>
                <a:gd name="csX79" fmla="*/ 51074 w 52444"/>
                <a:gd name="csY79" fmla="*/ 18691 h 29005"/>
                <a:gd name="csX80" fmla="*/ 51671 w 52444"/>
                <a:gd name="csY80" fmla="*/ 18504 h 29005"/>
                <a:gd name="csX81" fmla="*/ 52445 w 52444"/>
                <a:gd name="csY81" fmla="*/ 19129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52444" h="29005">
                  <a:moveTo>
                    <a:pt x="52445" y="19129"/>
                  </a:moveTo>
                  <a:cubicBezTo>
                    <a:pt x="52445" y="19296"/>
                    <a:pt x="52353" y="19702"/>
                    <a:pt x="52169" y="20348"/>
                  </a:cubicBezTo>
                  <a:cubicBezTo>
                    <a:pt x="51979" y="20994"/>
                    <a:pt x="51656" y="21817"/>
                    <a:pt x="51199" y="22818"/>
                  </a:cubicBezTo>
                  <a:cubicBezTo>
                    <a:pt x="50760" y="23818"/>
                    <a:pt x="50229" y="24776"/>
                    <a:pt x="49607" y="25693"/>
                  </a:cubicBezTo>
                  <a:cubicBezTo>
                    <a:pt x="49002" y="26589"/>
                    <a:pt x="48198" y="27371"/>
                    <a:pt x="47196" y="28037"/>
                  </a:cubicBezTo>
                  <a:cubicBezTo>
                    <a:pt x="46217" y="28683"/>
                    <a:pt x="45164" y="29006"/>
                    <a:pt x="44037" y="29006"/>
                  </a:cubicBezTo>
                  <a:cubicBezTo>
                    <a:pt x="42537" y="29006"/>
                    <a:pt x="41288" y="28506"/>
                    <a:pt x="40292" y="27506"/>
                  </a:cubicBezTo>
                  <a:cubicBezTo>
                    <a:pt x="39290" y="26505"/>
                    <a:pt x="38789" y="25255"/>
                    <a:pt x="38789" y="23755"/>
                  </a:cubicBezTo>
                  <a:cubicBezTo>
                    <a:pt x="38789" y="22942"/>
                    <a:pt x="39070" y="21765"/>
                    <a:pt x="39634" y="20223"/>
                  </a:cubicBezTo>
                  <a:cubicBezTo>
                    <a:pt x="42279" y="13180"/>
                    <a:pt x="43602" y="8397"/>
                    <a:pt x="43602" y="5876"/>
                  </a:cubicBezTo>
                  <a:cubicBezTo>
                    <a:pt x="43602" y="2896"/>
                    <a:pt x="42445" y="1407"/>
                    <a:pt x="40132" y="1407"/>
                  </a:cubicBezTo>
                  <a:cubicBezTo>
                    <a:pt x="38821" y="1407"/>
                    <a:pt x="37573" y="1678"/>
                    <a:pt x="36387" y="2220"/>
                  </a:cubicBezTo>
                  <a:cubicBezTo>
                    <a:pt x="35194" y="2761"/>
                    <a:pt x="34213" y="3407"/>
                    <a:pt x="33442" y="4157"/>
                  </a:cubicBezTo>
                  <a:cubicBezTo>
                    <a:pt x="32671" y="4908"/>
                    <a:pt x="31983" y="5710"/>
                    <a:pt x="31378" y="6564"/>
                  </a:cubicBezTo>
                  <a:cubicBezTo>
                    <a:pt x="30779" y="7418"/>
                    <a:pt x="30343" y="8127"/>
                    <a:pt x="30070" y="8689"/>
                  </a:cubicBezTo>
                  <a:cubicBezTo>
                    <a:pt x="29821" y="9252"/>
                    <a:pt x="29664" y="9658"/>
                    <a:pt x="29599" y="9908"/>
                  </a:cubicBezTo>
                  <a:lnTo>
                    <a:pt x="25755" y="25350"/>
                  </a:lnTo>
                  <a:cubicBezTo>
                    <a:pt x="25548" y="26224"/>
                    <a:pt x="25370" y="26870"/>
                    <a:pt x="25221" y="27287"/>
                  </a:cubicBezTo>
                  <a:cubicBezTo>
                    <a:pt x="25079" y="27704"/>
                    <a:pt x="24809" y="28089"/>
                    <a:pt x="24412" y="28444"/>
                  </a:cubicBezTo>
                  <a:cubicBezTo>
                    <a:pt x="24014" y="28819"/>
                    <a:pt x="23504" y="29006"/>
                    <a:pt x="22882" y="29006"/>
                  </a:cubicBezTo>
                  <a:cubicBezTo>
                    <a:pt x="22360" y="29006"/>
                    <a:pt x="21912" y="28850"/>
                    <a:pt x="21538" y="28537"/>
                  </a:cubicBezTo>
                  <a:cubicBezTo>
                    <a:pt x="21182" y="28225"/>
                    <a:pt x="21005" y="27798"/>
                    <a:pt x="21005" y="27256"/>
                  </a:cubicBezTo>
                  <a:cubicBezTo>
                    <a:pt x="21005" y="27172"/>
                    <a:pt x="21058" y="26912"/>
                    <a:pt x="21165" y="26474"/>
                  </a:cubicBezTo>
                  <a:cubicBezTo>
                    <a:pt x="21265" y="26037"/>
                    <a:pt x="21390" y="25516"/>
                    <a:pt x="21538" y="24912"/>
                  </a:cubicBezTo>
                  <a:cubicBezTo>
                    <a:pt x="21681" y="24307"/>
                    <a:pt x="21784" y="23828"/>
                    <a:pt x="21850" y="23474"/>
                  </a:cubicBezTo>
                  <a:cubicBezTo>
                    <a:pt x="22597" y="20640"/>
                    <a:pt x="23024" y="19025"/>
                    <a:pt x="23131" y="18629"/>
                  </a:cubicBezTo>
                  <a:lnTo>
                    <a:pt x="24910" y="11190"/>
                  </a:lnTo>
                  <a:cubicBezTo>
                    <a:pt x="25557" y="8731"/>
                    <a:pt x="25880" y="6960"/>
                    <a:pt x="25880" y="5876"/>
                  </a:cubicBezTo>
                  <a:cubicBezTo>
                    <a:pt x="25880" y="2896"/>
                    <a:pt x="24723" y="1407"/>
                    <a:pt x="22410" y="1407"/>
                  </a:cubicBezTo>
                  <a:cubicBezTo>
                    <a:pt x="21265" y="1407"/>
                    <a:pt x="20150" y="1625"/>
                    <a:pt x="19065" y="2063"/>
                  </a:cubicBezTo>
                  <a:cubicBezTo>
                    <a:pt x="18003" y="2480"/>
                    <a:pt x="17108" y="2980"/>
                    <a:pt x="16378" y="3563"/>
                  </a:cubicBezTo>
                  <a:cubicBezTo>
                    <a:pt x="15649" y="4147"/>
                    <a:pt x="14952" y="4845"/>
                    <a:pt x="14288" y="5657"/>
                  </a:cubicBezTo>
                  <a:cubicBezTo>
                    <a:pt x="13641" y="6449"/>
                    <a:pt x="13149" y="7116"/>
                    <a:pt x="12811" y="7658"/>
                  </a:cubicBezTo>
                  <a:cubicBezTo>
                    <a:pt x="12502" y="8179"/>
                    <a:pt x="12224" y="8700"/>
                    <a:pt x="11975" y="9221"/>
                  </a:cubicBezTo>
                  <a:lnTo>
                    <a:pt x="11156" y="12409"/>
                  </a:lnTo>
                  <a:cubicBezTo>
                    <a:pt x="11032" y="12992"/>
                    <a:pt x="10667" y="14420"/>
                    <a:pt x="10062" y="16691"/>
                  </a:cubicBezTo>
                  <a:lnTo>
                    <a:pt x="8656" y="22473"/>
                  </a:lnTo>
                  <a:cubicBezTo>
                    <a:pt x="7992" y="25349"/>
                    <a:pt x="7586" y="26922"/>
                    <a:pt x="7437" y="27193"/>
                  </a:cubicBezTo>
                  <a:cubicBezTo>
                    <a:pt x="7230" y="27776"/>
                    <a:pt x="6898" y="28225"/>
                    <a:pt x="6441" y="28537"/>
                  </a:cubicBezTo>
                  <a:cubicBezTo>
                    <a:pt x="5978" y="28850"/>
                    <a:pt x="5519" y="29006"/>
                    <a:pt x="5062" y="29006"/>
                  </a:cubicBezTo>
                  <a:cubicBezTo>
                    <a:pt x="4540" y="29006"/>
                    <a:pt x="4104" y="28850"/>
                    <a:pt x="3754" y="28537"/>
                  </a:cubicBezTo>
                  <a:cubicBezTo>
                    <a:pt x="3398" y="28225"/>
                    <a:pt x="3221" y="27798"/>
                    <a:pt x="3221" y="27256"/>
                  </a:cubicBezTo>
                  <a:cubicBezTo>
                    <a:pt x="3221" y="27172"/>
                    <a:pt x="3250" y="26974"/>
                    <a:pt x="3309" y="26662"/>
                  </a:cubicBezTo>
                  <a:cubicBezTo>
                    <a:pt x="3375" y="26349"/>
                    <a:pt x="3458" y="25974"/>
                    <a:pt x="3559" y="25536"/>
                  </a:cubicBezTo>
                  <a:cubicBezTo>
                    <a:pt x="3665" y="25099"/>
                    <a:pt x="3739" y="24756"/>
                    <a:pt x="3781" y="24505"/>
                  </a:cubicBezTo>
                  <a:lnTo>
                    <a:pt x="7500" y="9721"/>
                  </a:lnTo>
                  <a:cubicBezTo>
                    <a:pt x="7956" y="7929"/>
                    <a:pt x="8238" y="6752"/>
                    <a:pt x="8345" y="6189"/>
                  </a:cubicBezTo>
                  <a:cubicBezTo>
                    <a:pt x="8469" y="5606"/>
                    <a:pt x="8532" y="4991"/>
                    <a:pt x="8532" y="4345"/>
                  </a:cubicBezTo>
                  <a:cubicBezTo>
                    <a:pt x="8532" y="2386"/>
                    <a:pt x="7864" y="1407"/>
                    <a:pt x="6530" y="1407"/>
                  </a:cubicBezTo>
                  <a:cubicBezTo>
                    <a:pt x="5450" y="1407"/>
                    <a:pt x="4555" y="2052"/>
                    <a:pt x="3843" y="3344"/>
                  </a:cubicBezTo>
                  <a:cubicBezTo>
                    <a:pt x="3137" y="4637"/>
                    <a:pt x="2482" y="6533"/>
                    <a:pt x="1877" y="9033"/>
                  </a:cubicBezTo>
                  <a:cubicBezTo>
                    <a:pt x="1687" y="9721"/>
                    <a:pt x="1530" y="10138"/>
                    <a:pt x="1406" y="10283"/>
                  </a:cubicBezTo>
                  <a:cubicBezTo>
                    <a:pt x="1305" y="10429"/>
                    <a:pt x="1097" y="10502"/>
                    <a:pt x="783" y="10502"/>
                  </a:cubicBezTo>
                  <a:cubicBezTo>
                    <a:pt x="261" y="10481"/>
                    <a:pt x="0" y="10263"/>
                    <a:pt x="0" y="9846"/>
                  </a:cubicBezTo>
                  <a:cubicBezTo>
                    <a:pt x="0" y="9742"/>
                    <a:pt x="83" y="9356"/>
                    <a:pt x="249" y="8689"/>
                  </a:cubicBezTo>
                  <a:cubicBezTo>
                    <a:pt x="415" y="8023"/>
                    <a:pt x="655" y="7189"/>
                    <a:pt x="970" y="6189"/>
                  </a:cubicBezTo>
                  <a:cubicBezTo>
                    <a:pt x="1302" y="5168"/>
                    <a:pt x="1646" y="4324"/>
                    <a:pt x="2002" y="3657"/>
                  </a:cubicBezTo>
                  <a:cubicBezTo>
                    <a:pt x="2209" y="3220"/>
                    <a:pt x="2408" y="2855"/>
                    <a:pt x="2598" y="2563"/>
                  </a:cubicBezTo>
                  <a:cubicBezTo>
                    <a:pt x="2782" y="2271"/>
                    <a:pt x="3060" y="1896"/>
                    <a:pt x="3434" y="1438"/>
                  </a:cubicBezTo>
                  <a:cubicBezTo>
                    <a:pt x="3814" y="979"/>
                    <a:pt x="4285" y="625"/>
                    <a:pt x="4849" y="375"/>
                  </a:cubicBezTo>
                  <a:cubicBezTo>
                    <a:pt x="5406" y="125"/>
                    <a:pt x="6029" y="0"/>
                    <a:pt x="6717" y="0"/>
                  </a:cubicBezTo>
                  <a:cubicBezTo>
                    <a:pt x="8241" y="0"/>
                    <a:pt x="9567" y="490"/>
                    <a:pt x="10694" y="1469"/>
                  </a:cubicBezTo>
                  <a:cubicBezTo>
                    <a:pt x="11838" y="2449"/>
                    <a:pt x="12482" y="3814"/>
                    <a:pt x="12624" y="5564"/>
                  </a:cubicBezTo>
                  <a:cubicBezTo>
                    <a:pt x="15400" y="1855"/>
                    <a:pt x="18724" y="0"/>
                    <a:pt x="22597" y="0"/>
                  </a:cubicBezTo>
                  <a:cubicBezTo>
                    <a:pt x="24785" y="0"/>
                    <a:pt x="26535" y="552"/>
                    <a:pt x="27846" y="1657"/>
                  </a:cubicBezTo>
                  <a:cubicBezTo>
                    <a:pt x="29080" y="2719"/>
                    <a:pt x="29767" y="4230"/>
                    <a:pt x="29910" y="6189"/>
                  </a:cubicBezTo>
                  <a:cubicBezTo>
                    <a:pt x="32786" y="2063"/>
                    <a:pt x="36268" y="0"/>
                    <a:pt x="40354" y="0"/>
                  </a:cubicBezTo>
                  <a:cubicBezTo>
                    <a:pt x="42709" y="0"/>
                    <a:pt x="44521" y="615"/>
                    <a:pt x="45790" y="1844"/>
                  </a:cubicBezTo>
                  <a:cubicBezTo>
                    <a:pt x="47059" y="3053"/>
                    <a:pt x="47694" y="4720"/>
                    <a:pt x="47694" y="6845"/>
                  </a:cubicBezTo>
                  <a:cubicBezTo>
                    <a:pt x="47694" y="7949"/>
                    <a:pt x="47415" y="9554"/>
                    <a:pt x="46858" y="11659"/>
                  </a:cubicBezTo>
                  <a:cubicBezTo>
                    <a:pt x="46294" y="13742"/>
                    <a:pt x="45823" y="15305"/>
                    <a:pt x="45443" y="16347"/>
                  </a:cubicBezTo>
                  <a:cubicBezTo>
                    <a:pt x="45069" y="17389"/>
                    <a:pt x="44518" y="18911"/>
                    <a:pt x="43788" y="20911"/>
                  </a:cubicBezTo>
                  <a:cubicBezTo>
                    <a:pt x="43017" y="22828"/>
                    <a:pt x="42632" y="24349"/>
                    <a:pt x="42632" y="25474"/>
                  </a:cubicBezTo>
                  <a:cubicBezTo>
                    <a:pt x="42632" y="26204"/>
                    <a:pt x="42756" y="26735"/>
                    <a:pt x="43005" y="27068"/>
                  </a:cubicBezTo>
                  <a:cubicBezTo>
                    <a:pt x="43260" y="27402"/>
                    <a:pt x="43658" y="27568"/>
                    <a:pt x="44198" y="27568"/>
                  </a:cubicBezTo>
                  <a:cubicBezTo>
                    <a:pt x="45028" y="27568"/>
                    <a:pt x="45808" y="27329"/>
                    <a:pt x="46537" y="26849"/>
                  </a:cubicBezTo>
                  <a:cubicBezTo>
                    <a:pt x="47267" y="26350"/>
                    <a:pt x="47892" y="25693"/>
                    <a:pt x="48414" y="24881"/>
                  </a:cubicBezTo>
                  <a:cubicBezTo>
                    <a:pt x="48960" y="24047"/>
                    <a:pt x="49408" y="23213"/>
                    <a:pt x="49758" y="22380"/>
                  </a:cubicBezTo>
                  <a:cubicBezTo>
                    <a:pt x="50114" y="21525"/>
                    <a:pt x="50428" y="20619"/>
                    <a:pt x="50701" y="19660"/>
                  </a:cubicBezTo>
                  <a:cubicBezTo>
                    <a:pt x="50867" y="19140"/>
                    <a:pt x="50991" y="18817"/>
                    <a:pt x="51074" y="18691"/>
                  </a:cubicBezTo>
                  <a:cubicBezTo>
                    <a:pt x="51175" y="18566"/>
                    <a:pt x="51374" y="18504"/>
                    <a:pt x="51671" y="18504"/>
                  </a:cubicBezTo>
                  <a:cubicBezTo>
                    <a:pt x="52186" y="18504"/>
                    <a:pt x="52445" y="18712"/>
                    <a:pt x="52445" y="1912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0204FA90-A2FA-2E4F-8142-A699DFCDB01C}"/>
                </a:ext>
              </a:extLst>
            </p:cNvPr>
            <p:cNvSpPr/>
            <p:nvPr/>
          </p:nvSpPr>
          <p:spPr>
            <a:xfrm>
              <a:off x="1976046" y="1882175"/>
              <a:ext cx="22338" cy="40783"/>
            </a:xfrm>
            <a:custGeom>
              <a:avLst/>
              <a:gdLst>
                <a:gd name="csX0" fmla="*/ 22339 w 22338"/>
                <a:gd name="csY0" fmla="*/ 3085 h 40783"/>
                <a:gd name="csX1" fmla="*/ 21574 w 22338"/>
                <a:gd name="csY1" fmla="*/ 5032 h 40783"/>
                <a:gd name="csX2" fmla="*/ 19892 w 22338"/>
                <a:gd name="csY2" fmla="*/ 5776 h 40783"/>
                <a:gd name="csX3" fmla="*/ 18709 w 22338"/>
                <a:gd name="csY3" fmla="*/ 5360 h 40783"/>
                <a:gd name="csX4" fmla="*/ 18229 w 22338"/>
                <a:gd name="csY4" fmla="*/ 4222 h 40783"/>
                <a:gd name="csX5" fmla="*/ 18798 w 22338"/>
                <a:gd name="csY5" fmla="*/ 2691 h 40783"/>
                <a:gd name="csX6" fmla="*/ 20658 w 22338"/>
                <a:gd name="csY6" fmla="*/ 1794 h 40783"/>
                <a:gd name="csX7" fmla="*/ 18442 w 22338"/>
                <a:gd name="csY7" fmla="*/ 985 h 40783"/>
                <a:gd name="csX8" fmla="*/ 17197 w 22338"/>
                <a:gd name="csY8" fmla="*/ 1422 h 40783"/>
                <a:gd name="csX9" fmla="*/ 16343 w 22338"/>
                <a:gd name="csY9" fmla="*/ 2516 h 40783"/>
                <a:gd name="csX10" fmla="*/ 15275 w 22338"/>
                <a:gd name="csY10" fmla="*/ 7177 h 40783"/>
                <a:gd name="csX11" fmla="*/ 14813 w 22338"/>
                <a:gd name="csY11" fmla="*/ 9714 h 40783"/>
                <a:gd name="csX12" fmla="*/ 14332 w 22338"/>
                <a:gd name="csY12" fmla="*/ 12274 h 40783"/>
                <a:gd name="csX13" fmla="*/ 18051 w 22338"/>
                <a:gd name="csY13" fmla="*/ 12274 h 40783"/>
                <a:gd name="csX14" fmla="*/ 18727 w 22338"/>
                <a:gd name="csY14" fmla="*/ 12296 h 40783"/>
                <a:gd name="csX15" fmla="*/ 19083 w 22338"/>
                <a:gd name="csY15" fmla="*/ 12427 h 40783"/>
                <a:gd name="csX16" fmla="*/ 19252 w 22338"/>
                <a:gd name="csY16" fmla="*/ 12777 h 40783"/>
                <a:gd name="csX17" fmla="*/ 18967 w 22338"/>
                <a:gd name="csY17" fmla="*/ 13543 h 40783"/>
                <a:gd name="csX18" fmla="*/ 17917 w 22338"/>
                <a:gd name="csY18" fmla="*/ 13675 h 40783"/>
                <a:gd name="csX19" fmla="*/ 14065 w 22338"/>
                <a:gd name="csY19" fmla="*/ 13675 h 40783"/>
                <a:gd name="csX20" fmla="*/ 11379 w 22338"/>
                <a:gd name="csY20" fmla="*/ 27874 h 40783"/>
                <a:gd name="csX21" fmla="*/ 11032 w 22338"/>
                <a:gd name="csY21" fmla="*/ 29603 h 40783"/>
                <a:gd name="csX22" fmla="*/ 10133 w 22338"/>
                <a:gd name="csY22" fmla="*/ 33017 h 40783"/>
                <a:gd name="csX23" fmla="*/ 8861 w 22338"/>
                <a:gd name="csY23" fmla="*/ 36429 h 40783"/>
                <a:gd name="csX24" fmla="*/ 8051 w 22338"/>
                <a:gd name="csY24" fmla="*/ 37829 h 40783"/>
                <a:gd name="csX25" fmla="*/ 6984 w 22338"/>
                <a:gd name="csY25" fmla="*/ 39230 h 40783"/>
                <a:gd name="csX26" fmla="*/ 5516 w 22338"/>
                <a:gd name="csY26" fmla="*/ 40345 h 40783"/>
                <a:gd name="csX27" fmla="*/ 3808 w 22338"/>
                <a:gd name="csY27" fmla="*/ 40783 h 40783"/>
                <a:gd name="csX28" fmla="*/ 1157 w 22338"/>
                <a:gd name="csY28" fmla="*/ 39952 h 40783"/>
                <a:gd name="csX29" fmla="*/ 0 w 22338"/>
                <a:gd name="csY29" fmla="*/ 37699 h 40783"/>
                <a:gd name="csX30" fmla="*/ 747 w 22338"/>
                <a:gd name="csY30" fmla="*/ 35751 h 40783"/>
                <a:gd name="csX31" fmla="*/ 2447 w 22338"/>
                <a:gd name="csY31" fmla="*/ 35008 h 40783"/>
                <a:gd name="csX32" fmla="*/ 3612 w 22338"/>
                <a:gd name="csY32" fmla="*/ 35423 h 40783"/>
                <a:gd name="csX33" fmla="*/ 4110 w 22338"/>
                <a:gd name="csY33" fmla="*/ 36561 h 40783"/>
                <a:gd name="csX34" fmla="*/ 4003 w 22338"/>
                <a:gd name="csY34" fmla="*/ 37217 h 40783"/>
                <a:gd name="csX35" fmla="*/ 3656 w 22338"/>
                <a:gd name="csY35" fmla="*/ 37961 h 40783"/>
                <a:gd name="csX36" fmla="*/ 2891 w 22338"/>
                <a:gd name="csY36" fmla="*/ 38661 h 40783"/>
                <a:gd name="csX37" fmla="*/ 1637 w 22338"/>
                <a:gd name="csY37" fmla="*/ 38990 h 40783"/>
                <a:gd name="csX38" fmla="*/ 3808 w 22338"/>
                <a:gd name="csY38" fmla="*/ 39799 h 40783"/>
                <a:gd name="csX39" fmla="*/ 4600 w 22338"/>
                <a:gd name="csY39" fmla="*/ 39624 h 40783"/>
                <a:gd name="csX40" fmla="*/ 5276 w 22338"/>
                <a:gd name="csY40" fmla="*/ 39077 h 40783"/>
                <a:gd name="csX41" fmla="*/ 5845 w 22338"/>
                <a:gd name="csY41" fmla="*/ 38289 h 40783"/>
                <a:gd name="csX42" fmla="*/ 6325 w 22338"/>
                <a:gd name="csY42" fmla="*/ 37195 h 40783"/>
                <a:gd name="csX43" fmla="*/ 6717 w 22338"/>
                <a:gd name="csY43" fmla="*/ 35970 h 40783"/>
                <a:gd name="csX44" fmla="*/ 7064 w 22338"/>
                <a:gd name="csY44" fmla="*/ 34504 h 40783"/>
                <a:gd name="csX45" fmla="*/ 7393 w 22338"/>
                <a:gd name="csY45" fmla="*/ 32994 h 40783"/>
                <a:gd name="csX46" fmla="*/ 7704 w 22338"/>
                <a:gd name="csY46" fmla="*/ 31375 h 40783"/>
                <a:gd name="csX47" fmla="*/ 11049 w 22338"/>
                <a:gd name="csY47" fmla="*/ 13675 h 40783"/>
                <a:gd name="csX48" fmla="*/ 8096 w 22338"/>
                <a:gd name="csY48" fmla="*/ 13675 h 40783"/>
                <a:gd name="csX49" fmla="*/ 7348 w 22338"/>
                <a:gd name="csY49" fmla="*/ 13652 h 40783"/>
                <a:gd name="csX50" fmla="*/ 7002 w 22338"/>
                <a:gd name="csY50" fmla="*/ 13522 h 40783"/>
                <a:gd name="csX51" fmla="*/ 6850 w 22338"/>
                <a:gd name="csY51" fmla="*/ 13128 h 40783"/>
                <a:gd name="csX52" fmla="*/ 7019 w 22338"/>
                <a:gd name="csY52" fmla="*/ 12537 h 40783"/>
                <a:gd name="csX53" fmla="*/ 7437 w 22338"/>
                <a:gd name="csY53" fmla="*/ 12318 h 40783"/>
                <a:gd name="csX54" fmla="*/ 8185 w 22338"/>
                <a:gd name="csY54" fmla="*/ 12274 h 40783"/>
                <a:gd name="csX55" fmla="*/ 11290 w 22338"/>
                <a:gd name="csY55" fmla="*/ 12274 h 40783"/>
                <a:gd name="csX56" fmla="*/ 12757 w 22338"/>
                <a:gd name="csY56" fmla="*/ 5251 h 40783"/>
                <a:gd name="csX57" fmla="*/ 13985 w 22338"/>
                <a:gd name="csY57" fmla="*/ 2582 h 40783"/>
                <a:gd name="csX58" fmla="*/ 15560 w 22338"/>
                <a:gd name="csY58" fmla="*/ 940 h 40783"/>
                <a:gd name="csX59" fmla="*/ 17063 w 22338"/>
                <a:gd name="csY59" fmla="*/ 219 h 40783"/>
                <a:gd name="csX60" fmla="*/ 18442 w 22338"/>
                <a:gd name="csY60" fmla="*/ 0 h 40783"/>
                <a:gd name="csX61" fmla="*/ 21156 w 22338"/>
                <a:gd name="csY61" fmla="*/ 831 h 40783"/>
                <a:gd name="csX62" fmla="*/ 22339 w 22338"/>
                <a:gd name="csY62" fmla="*/ 3085 h 40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2338" h="40783">
                  <a:moveTo>
                    <a:pt x="22339" y="3085"/>
                  </a:moveTo>
                  <a:cubicBezTo>
                    <a:pt x="22339" y="3887"/>
                    <a:pt x="22084" y="4536"/>
                    <a:pt x="21574" y="5032"/>
                  </a:cubicBezTo>
                  <a:cubicBezTo>
                    <a:pt x="21076" y="5528"/>
                    <a:pt x="20515" y="5776"/>
                    <a:pt x="19892" y="5776"/>
                  </a:cubicBezTo>
                  <a:cubicBezTo>
                    <a:pt x="19436" y="5776"/>
                    <a:pt x="19041" y="5638"/>
                    <a:pt x="18709" y="5360"/>
                  </a:cubicBezTo>
                  <a:cubicBezTo>
                    <a:pt x="18389" y="5083"/>
                    <a:pt x="18229" y="4704"/>
                    <a:pt x="18229" y="4222"/>
                  </a:cubicBezTo>
                  <a:cubicBezTo>
                    <a:pt x="18229" y="3726"/>
                    <a:pt x="18419" y="3216"/>
                    <a:pt x="18798" y="2691"/>
                  </a:cubicBezTo>
                  <a:cubicBezTo>
                    <a:pt x="19178" y="2166"/>
                    <a:pt x="19798" y="1867"/>
                    <a:pt x="20658" y="1794"/>
                  </a:cubicBezTo>
                  <a:cubicBezTo>
                    <a:pt x="20088" y="1255"/>
                    <a:pt x="19350" y="985"/>
                    <a:pt x="18442" y="985"/>
                  </a:cubicBezTo>
                  <a:cubicBezTo>
                    <a:pt x="17992" y="985"/>
                    <a:pt x="17576" y="1130"/>
                    <a:pt x="17197" y="1422"/>
                  </a:cubicBezTo>
                  <a:cubicBezTo>
                    <a:pt x="16835" y="1699"/>
                    <a:pt x="16550" y="2064"/>
                    <a:pt x="16343" y="2516"/>
                  </a:cubicBezTo>
                  <a:cubicBezTo>
                    <a:pt x="16123" y="2983"/>
                    <a:pt x="15768" y="4536"/>
                    <a:pt x="15275" y="7177"/>
                  </a:cubicBezTo>
                  <a:cubicBezTo>
                    <a:pt x="15115" y="8037"/>
                    <a:pt x="14961" y="8883"/>
                    <a:pt x="14813" y="9714"/>
                  </a:cubicBezTo>
                  <a:cubicBezTo>
                    <a:pt x="14664" y="10546"/>
                    <a:pt x="14504" y="11399"/>
                    <a:pt x="14332" y="12274"/>
                  </a:cubicBezTo>
                  <a:lnTo>
                    <a:pt x="18051" y="12274"/>
                  </a:lnTo>
                  <a:cubicBezTo>
                    <a:pt x="18371" y="12274"/>
                    <a:pt x="18597" y="12282"/>
                    <a:pt x="18727" y="12296"/>
                  </a:cubicBezTo>
                  <a:cubicBezTo>
                    <a:pt x="18857" y="12311"/>
                    <a:pt x="18976" y="12354"/>
                    <a:pt x="19083" y="12427"/>
                  </a:cubicBezTo>
                  <a:cubicBezTo>
                    <a:pt x="19196" y="12500"/>
                    <a:pt x="19252" y="12617"/>
                    <a:pt x="19252" y="12777"/>
                  </a:cubicBezTo>
                  <a:cubicBezTo>
                    <a:pt x="19252" y="13186"/>
                    <a:pt x="19157" y="13441"/>
                    <a:pt x="18967" y="13543"/>
                  </a:cubicBezTo>
                  <a:cubicBezTo>
                    <a:pt x="18795" y="13631"/>
                    <a:pt x="18445" y="13675"/>
                    <a:pt x="17917" y="13675"/>
                  </a:cubicBezTo>
                  <a:lnTo>
                    <a:pt x="14065" y="13675"/>
                  </a:lnTo>
                  <a:lnTo>
                    <a:pt x="11379" y="27874"/>
                  </a:lnTo>
                  <a:cubicBezTo>
                    <a:pt x="11337" y="28151"/>
                    <a:pt x="11221" y="28728"/>
                    <a:pt x="11032" y="29603"/>
                  </a:cubicBezTo>
                  <a:cubicBezTo>
                    <a:pt x="10854" y="30464"/>
                    <a:pt x="10554" y="31601"/>
                    <a:pt x="10133" y="33017"/>
                  </a:cubicBezTo>
                  <a:cubicBezTo>
                    <a:pt x="9706" y="34446"/>
                    <a:pt x="9282" y="35583"/>
                    <a:pt x="8861" y="36429"/>
                  </a:cubicBezTo>
                  <a:cubicBezTo>
                    <a:pt x="8630" y="36911"/>
                    <a:pt x="8360" y="37378"/>
                    <a:pt x="8051" y="37829"/>
                  </a:cubicBezTo>
                  <a:cubicBezTo>
                    <a:pt x="7761" y="38296"/>
                    <a:pt x="7405" y="38763"/>
                    <a:pt x="6984" y="39230"/>
                  </a:cubicBezTo>
                  <a:cubicBezTo>
                    <a:pt x="6557" y="39697"/>
                    <a:pt x="6067" y="40068"/>
                    <a:pt x="5516" y="40345"/>
                  </a:cubicBezTo>
                  <a:cubicBezTo>
                    <a:pt x="4958" y="40637"/>
                    <a:pt x="4389" y="40783"/>
                    <a:pt x="3808" y="40783"/>
                  </a:cubicBezTo>
                  <a:cubicBezTo>
                    <a:pt x="2817" y="40783"/>
                    <a:pt x="1934" y="40506"/>
                    <a:pt x="1157" y="39952"/>
                  </a:cubicBezTo>
                  <a:cubicBezTo>
                    <a:pt x="386" y="39398"/>
                    <a:pt x="0" y="38646"/>
                    <a:pt x="0" y="37699"/>
                  </a:cubicBezTo>
                  <a:cubicBezTo>
                    <a:pt x="0" y="36896"/>
                    <a:pt x="249" y="36247"/>
                    <a:pt x="747" y="35751"/>
                  </a:cubicBezTo>
                  <a:cubicBezTo>
                    <a:pt x="1257" y="35255"/>
                    <a:pt x="1824" y="35008"/>
                    <a:pt x="2447" y="35008"/>
                  </a:cubicBezTo>
                  <a:cubicBezTo>
                    <a:pt x="2903" y="35008"/>
                    <a:pt x="3292" y="35146"/>
                    <a:pt x="3612" y="35423"/>
                  </a:cubicBezTo>
                  <a:cubicBezTo>
                    <a:pt x="3944" y="35700"/>
                    <a:pt x="4110" y="36079"/>
                    <a:pt x="4110" y="36561"/>
                  </a:cubicBezTo>
                  <a:cubicBezTo>
                    <a:pt x="4110" y="36765"/>
                    <a:pt x="4075" y="36984"/>
                    <a:pt x="4003" y="37217"/>
                  </a:cubicBezTo>
                  <a:cubicBezTo>
                    <a:pt x="3932" y="37450"/>
                    <a:pt x="3817" y="37698"/>
                    <a:pt x="3656" y="37961"/>
                  </a:cubicBezTo>
                  <a:cubicBezTo>
                    <a:pt x="3496" y="38238"/>
                    <a:pt x="3241" y="38472"/>
                    <a:pt x="2891" y="38661"/>
                  </a:cubicBezTo>
                  <a:cubicBezTo>
                    <a:pt x="2541" y="38850"/>
                    <a:pt x="2123" y="38960"/>
                    <a:pt x="1637" y="38990"/>
                  </a:cubicBezTo>
                  <a:cubicBezTo>
                    <a:pt x="2206" y="39529"/>
                    <a:pt x="2930" y="39799"/>
                    <a:pt x="3808" y="39799"/>
                  </a:cubicBezTo>
                  <a:cubicBezTo>
                    <a:pt x="4086" y="39799"/>
                    <a:pt x="4350" y="39741"/>
                    <a:pt x="4600" y="39624"/>
                  </a:cubicBezTo>
                  <a:cubicBezTo>
                    <a:pt x="4843" y="39522"/>
                    <a:pt x="5068" y="39340"/>
                    <a:pt x="5276" y="39077"/>
                  </a:cubicBezTo>
                  <a:cubicBezTo>
                    <a:pt x="5495" y="38814"/>
                    <a:pt x="5685" y="38552"/>
                    <a:pt x="5845" y="38289"/>
                  </a:cubicBezTo>
                  <a:cubicBezTo>
                    <a:pt x="6005" y="38042"/>
                    <a:pt x="6165" y="37677"/>
                    <a:pt x="6325" y="37195"/>
                  </a:cubicBezTo>
                  <a:cubicBezTo>
                    <a:pt x="6486" y="36728"/>
                    <a:pt x="6616" y="36320"/>
                    <a:pt x="6717" y="35970"/>
                  </a:cubicBezTo>
                  <a:cubicBezTo>
                    <a:pt x="6818" y="35620"/>
                    <a:pt x="6933" y="35131"/>
                    <a:pt x="7064" y="34504"/>
                  </a:cubicBezTo>
                  <a:cubicBezTo>
                    <a:pt x="7212" y="33876"/>
                    <a:pt x="7322" y="33373"/>
                    <a:pt x="7393" y="32994"/>
                  </a:cubicBezTo>
                  <a:cubicBezTo>
                    <a:pt x="7470" y="32629"/>
                    <a:pt x="7574" y="32090"/>
                    <a:pt x="7704" y="31375"/>
                  </a:cubicBezTo>
                  <a:lnTo>
                    <a:pt x="11049" y="13675"/>
                  </a:lnTo>
                  <a:lnTo>
                    <a:pt x="8096" y="13675"/>
                  </a:lnTo>
                  <a:cubicBezTo>
                    <a:pt x="7746" y="13675"/>
                    <a:pt x="7497" y="13667"/>
                    <a:pt x="7348" y="13652"/>
                  </a:cubicBezTo>
                  <a:cubicBezTo>
                    <a:pt x="7218" y="13638"/>
                    <a:pt x="7102" y="13595"/>
                    <a:pt x="7002" y="13522"/>
                  </a:cubicBezTo>
                  <a:cubicBezTo>
                    <a:pt x="6901" y="13434"/>
                    <a:pt x="6850" y="13303"/>
                    <a:pt x="6850" y="13128"/>
                  </a:cubicBezTo>
                  <a:cubicBezTo>
                    <a:pt x="6850" y="12851"/>
                    <a:pt x="6907" y="12654"/>
                    <a:pt x="7019" y="12537"/>
                  </a:cubicBezTo>
                  <a:cubicBezTo>
                    <a:pt x="7156" y="12406"/>
                    <a:pt x="7295" y="12333"/>
                    <a:pt x="7437" y="12318"/>
                  </a:cubicBezTo>
                  <a:cubicBezTo>
                    <a:pt x="7586" y="12289"/>
                    <a:pt x="7835" y="12274"/>
                    <a:pt x="8185" y="12274"/>
                  </a:cubicBezTo>
                  <a:lnTo>
                    <a:pt x="11290" y="12274"/>
                  </a:lnTo>
                  <a:cubicBezTo>
                    <a:pt x="11989" y="8584"/>
                    <a:pt x="12479" y="6243"/>
                    <a:pt x="12757" y="5251"/>
                  </a:cubicBezTo>
                  <a:cubicBezTo>
                    <a:pt x="13078" y="4201"/>
                    <a:pt x="13487" y="3311"/>
                    <a:pt x="13985" y="2582"/>
                  </a:cubicBezTo>
                  <a:cubicBezTo>
                    <a:pt x="14477" y="1838"/>
                    <a:pt x="15002" y="1291"/>
                    <a:pt x="15560" y="940"/>
                  </a:cubicBezTo>
                  <a:cubicBezTo>
                    <a:pt x="16111" y="590"/>
                    <a:pt x="16613" y="350"/>
                    <a:pt x="17063" y="219"/>
                  </a:cubicBezTo>
                  <a:cubicBezTo>
                    <a:pt x="17532" y="73"/>
                    <a:pt x="17992" y="0"/>
                    <a:pt x="18442" y="0"/>
                  </a:cubicBezTo>
                  <a:cubicBezTo>
                    <a:pt x="19463" y="0"/>
                    <a:pt x="20367" y="277"/>
                    <a:pt x="21156" y="831"/>
                  </a:cubicBezTo>
                  <a:cubicBezTo>
                    <a:pt x="21945" y="1371"/>
                    <a:pt x="22339" y="2122"/>
                    <a:pt x="22339" y="3085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1D34587B-BF0F-2316-564A-70A96C60EC47}"/>
                </a:ext>
              </a:extLst>
            </p:cNvPr>
            <p:cNvSpPr/>
            <p:nvPr/>
          </p:nvSpPr>
          <p:spPr>
            <a:xfrm>
              <a:off x="2010208" y="1890926"/>
              <a:ext cx="39651" cy="23280"/>
            </a:xfrm>
            <a:custGeom>
              <a:avLst/>
              <a:gdLst>
                <a:gd name="csX0" fmla="*/ 39260 w 39651"/>
                <a:gd name="csY0" fmla="*/ 11049 h 23280"/>
                <a:gd name="csX1" fmla="*/ 39652 w 39651"/>
                <a:gd name="csY1" fmla="*/ 11640 h 23280"/>
                <a:gd name="csX2" fmla="*/ 39260 w 39651"/>
                <a:gd name="csY2" fmla="*/ 12231 h 23280"/>
                <a:gd name="csX3" fmla="*/ 33104 w 39651"/>
                <a:gd name="csY3" fmla="*/ 16892 h 23280"/>
                <a:gd name="csX4" fmla="*/ 30506 w 39651"/>
                <a:gd name="csY4" fmla="*/ 22580 h 23280"/>
                <a:gd name="csX5" fmla="*/ 30195 w 39651"/>
                <a:gd name="csY5" fmla="*/ 23083 h 23280"/>
                <a:gd name="csX6" fmla="*/ 29625 w 39651"/>
                <a:gd name="csY6" fmla="*/ 23280 h 23280"/>
                <a:gd name="csX7" fmla="*/ 28994 w 39651"/>
                <a:gd name="csY7" fmla="*/ 23018 h 23280"/>
                <a:gd name="csX8" fmla="*/ 28736 w 39651"/>
                <a:gd name="csY8" fmla="*/ 22405 h 23280"/>
                <a:gd name="csX9" fmla="*/ 28753 w 39651"/>
                <a:gd name="csY9" fmla="*/ 22318 h 23280"/>
                <a:gd name="csX10" fmla="*/ 28780 w 39651"/>
                <a:gd name="csY10" fmla="*/ 22208 h 23280"/>
                <a:gd name="csX11" fmla="*/ 31734 w 39651"/>
                <a:gd name="csY11" fmla="*/ 15754 h 23280"/>
                <a:gd name="csX12" fmla="*/ 35230 w 39651"/>
                <a:gd name="csY12" fmla="*/ 12537 h 23280"/>
                <a:gd name="csX13" fmla="*/ 899 w 39651"/>
                <a:gd name="csY13" fmla="*/ 12537 h 23280"/>
                <a:gd name="csX14" fmla="*/ 267 w 39651"/>
                <a:gd name="csY14" fmla="*/ 12274 h 23280"/>
                <a:gd name="csX15" fmla="*/ 0 w 39651"/>
                <a:gd name="csY15" fmla="*/ 11640 h 23280"/>
                <a:gd name="csX16" fmla="*/ 267 w 39651"/>
                <a:gd name="csY16" fmla="*/ 11006 h 23280"/>
                <a:gd name="csX17" fmla="*/ 899 w 39651"/>
                <a:gd name="csY17" fmla="*/ 10743 h 23280"/>
                <a:gd name="csX18" fmla="*/ 35230 w 39651"/>
                <a:gd name="csY18" fmla="*/ 10743 h 23280"/>
                <a:gd name="csX19" fmla="*/ 31734 w 39651"/>
                <a:gd name="csY19" fmla="*/ 7526 h 23280"/>
                <a:gd name="csX20" fmla="*/ 28780 w 39651"/>
                <a:gd name="csY20" fmla="*/ 1072 h 23280"/>
                <a:gd name="csX21" fmla="*/ 28753 w 39651"/>
                <a:gd name="csY21" fmla="*/ 985 h 23280"/>
                <a:gd name="csX22" fmla="*/ 28736 w 39651"/>
                <a:gd name="csY22" fmla="*/ 875 h 23280"/>
                <a:gd name="csX23" fmla="*/ 28994 w 39651"/>
                <a:gd name="csY23" fmla="*/ 262 h 23280"/>
                <a:gd name="csX24" fmla="*/ 29625 w 39651"/>
                <a:gd name="csY24" fmla="*/ 0 h 23280"/>
                <a:gd name="csX25" fmla="*/ 30195 w 39651"/>
                <a:gd name="csY25" fmla="*/ 198 h 23280"/>
                <a:gd name="csX26" fmla="*/ 30506 w 39651"/>
                <a:gd name="csY26" fmla="*/ 700 h 23280"/>
                <a:gd name="csX27" fmla="*/ 33104 w 39651"/>
                <a:gd name="csY27" fmla="*/ 6389 h 23280"/>
                <a:gd name="csX28" fmla="*/ 39260 w 39651"/>
                <a:gd name="csY28" fmla="*/ 11049 h 23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9651" h="23280">
                  <a:moveTo>
                    <a:pt x="39260" y="11049"/>
                  </a:moveTo>
                  <a:cubicBezTo>
                    <a:pt x="39521" y="11151"/>
                    <a:pt x="39652" y="11348"/>
                    <a:pt x="39652" y="11640"/>
                  </a:cubicBezTo>
                  <a:cubicBezTo>
                    <a:pt x="39652" y="11932"/>
                    <a:pt x="39521" y="12129"/>
                    <a:pt x="39260" y="12231"/>
                  </a:cubicBezTo>
                  <a:cubicBezTo>
                    <a:pt x="37072" y="12960"/>
                    <a:pt x="35020" y="14514"/>
                    <a:pt x="33104" y="16892"/>
                  </a:cubicBezTo>
                  <a:cubicBezTo>
                    <a:pt x="31752" y="18656"/>
                    <a:pt x="30886" y="20552"/>
                    <a:pt x="30506" y="22580"/>
                  </a:cubicBezTo>
                  <a:cubicBezTo>
                    <a:pt x="30459" y="22784"/>
                    <a:pt x="30355" y="22952"/>
                    <a:pt x="30195" y="23083"/>
                  </a:cubicBezTo>
                  <a:cubicBezTo>
                    <a:pt x="30035" y="23214"/>
                    <a:pt x="29845" y="23280"/>
                    <a:pt x="29625" y="23280"/>
                  </a:cubicBezTo>
                  <a:cubicBezTo>
                    <a:pt x="29382" y="23280"/>
                    <a:pt x="29171" y="23193"/>
                    <a:pt x="28994" y="23018"/>
                  </a:cubicBezTo>
                  <a:cubicBezTo>
                    <a:pt x="28822" y="22857"/>
                    <a:pt x="28736" y="22653"/>
                    <a:pt x="28736" y="22405"/>
                  </a:cubicBezTo>
                  <a:cubicBezTo>
                    <a:pt x="28736" y="22390"/>
                    <a:pt x="28742" y="22361"/>
                    <a:pt x="28753" y="22318"/>
                  </a:cubicBezTo>
                  <a:cubicBezTo>
                    <a:pt x="28771" y="22259"/>
                    <a:pt x="28780" y="22222"/>
                    <a:pt x="28780" y="22208"/>
                  </a:cubicBezTo>
                  <a:cubicBezTo>
                    <a:pt x="29213" y="19845"/>
                    <a:pt x="30198" y="17694"/>
                    <a:pt x="31734" y="15754"/>
                  </a:cubicBezTo>
                  <a:cubicBezTo>
                    <a:pt x="32695" y="14529"/>
                    <a:pt x="33860" y="13456"/>
                    <a:pt x="35230" y="12537"/>
                  </a:cubicBezTo>
                  <a:lnTo>
                    <a:pt x="899" y="12537"/>
                  </a:lnTo>
                  <a:cubicBezTo>
                    <a:pt x="656" y="12537"/>
                    <a:pt x="445" y="12449"/>
                    <a:pt x="267" y="12274"/>
                  </a:cubicBezTo>
                  <a:cubicBezTo>
                    <a:pt x="89" y="12099"/>
                    <a:pt x="0" y="11888"/>
                    <a:pt x="0" y="11640"/>
                  </a:cubicBezTo>
                  <a:cubicBezTo>
                    <a:pt x="0" y="11392"/>
                    <a:pt x="89" y="11181"/>
                    <a:pt x="267" y="11006"/>
                  </a:cubicBezTo>
                  <a:cubicBezTo>
                    <a:pt x="445" y="10831"/>
                    <a:pt x="656" y="10743"/>
                    <a:pt x="899" y="10743"/>
                  </a:cubicBezTo>
                  <a:lnTo>
                    <a:pt x="35230" y="10743"/>
                  </a:lnTo>
                  <a:cubicBezTo>
                    <a:pt x="33860" y="9824"/>
                    <a:pt x="32694" y="8752"/>
                    <a:pt x="31734" y="7526"/>
                  </a:cubicBezTo>
                  <a:cubicBezTo>
                    <a:pt x="30198" y="5587"/>
                    <a:pt x="29213" y="3436"/>
                    <a:pt x="28780" y="1072"/>
                  </a:cubicBezTo>
                  <a:cubicBezTo>
                    <a:pt x="28780" y="1058"/>
                    <a:pt x="28771" y="1029"/>
                    <a:pt x="28753" y="985"/>
                  </a:cubicBezTo>
                  <a:cubicBezTo>
                    <a:pt x="28742" y="927"/>
                    <a:pt x="28736" y="890"/>
                    <a:pt x="28736" y="875"/>
                  </a:cubicBezTo>
                  <a:cubicBezTo>
                    <a:pt x="28736" y="628"/>
                    <a:pt x="28822" y="423"/>
                    <a:pt x="28994" y="262"/>
                  </a:cubicBezTo>
                  <a:cubicBezTo>
                    <a:pt x="29171" y="88"/>
                    <a:pt x="29382" y="0"/>
                    <a:pt x="29625" y="0"/>
                  </a:cubicBezTo>
                  <a:cubicBezTo>
                    <a:pt x="29845" y="0"/>
                    <a:pt x="30034" y="66"/>
                    <a:pt x="30195" y="198"/>
                  </a:cubicBezTo>
                  <a:cubicBezTo>
                    <a:pt x="30355" y="329"/>
                    <a:pt x="30459" y="496"/>
                    <a:pt x="30506" y="700"/>
                  </a:cubicBezTo>
                  <a:cubicBezTo>
                    <a:pt x="30886" y="2728"/>
                    <a:pt x="31752" y="4624"/>
                    <a:pt x="33104" y="6389"/>
                  </a:cubicBezTo>
                  <a:cubicBezTo>
                    <a:pt x="35020" y="8767"/>
                    <a:pt x="37072" y="10320"/>
                    <a:pt x="39260" y="11049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A784C94-E77E-A832-E09C-8E41A479336A}"/>
                </a:ext>
              </a:extLst>
            </p:cNvPr>
            <p:cNvSpPr/>
            <p:nvPr/>
          </p:nvSpPr>
          <p:spPr>
            <a:xfrm>
              <a:off x="2067021" y="1883160"/>
              <a:ext cx="36938" cy="30609"/>
            </a:xfrm>
            <a:custGeom>
              <a:avLst/>
              <a:gdLst>
                <a:gd name="csX0" fmla="*/ 36938 w 36938"/>
                <a:gd name="csY0" fmla="*/ 503 h 30609"/>
                <a:gd name="csX1" fmla="*/ 36787 w 36938"/>
                <a:gd name="csY1" fmla="*/ 1116 h 30609"/>
                <a:gd name="csX2" fmla="*/ 36502 w 36938"/>
                <a:gd name="csY2" fmla="*/ 1356 h 30609"/>
                <a:gd name="csX3" fmla="*/ 35950 w 36938"/>
                <a:gd name="csY3" fmla="*/ 1400 h 30609"/>
                <a:gd name="csX4" fmla="*/ 30266 w 36938"/>
                <a:gd name="csY4" fmla="*/ 3675 h 30609"/>
                <a:gd name="csX5" fmla="*/ 28033 w 36938"/>
                <a:gd name="csY5" fmla="*/ 5929 h 30609"/>
                <a:gd name="csX6" fmla="*/ 24359 w 36938"/>
                <a:gd name="csY6" fmla="*/ 9911 h 30609"/>
                <a:gd name="csX7" fmla="*/ 21076 w 36938"/>
                <a:gd name="csY7" fmla="*/ 13411 h 30609"/>
                <a:gd name="csX8" fmla="*/ 26849 w 36938"/>
                <a:gd name="csY8" fmla="*/ 27240 h 30609"/>
                <a:gd name="csX9" fmla="*/ 27179 w 36938"/>
                <a:gd name="csY9" fmla="*/ 28027 h 30609"/>
                <a:gd name="csX10" fmla="*/ 27508 w 36938"/>
                <a:gd name="csY10" fmla="*/ 28531 h 30609"/>
                <a:gd name="csX11" fmla="*/ 27926 w 36938"/>
                <a:gd name="csY11" fmla="*/ 28903 h 30609"/>
                <a:gd name="csX12" fmla="*/ 28531 w 36938"/>
                <a:gd name="csY12" fmla="*/ 29099 h 30609"/>
                <a:gd name="csX13" fmla="*/ 29412 w 36938"/>
                <a:gd name="csY13" fmla="*/ 29209 h 30609"/>
                <a:gd name="csX14" fmla="*/ 30702 w 36938"/>
                <a:gd name="csY14" fmla="*/ 29231 h 30609"/>
                <a:gd name="csX15" fmla="*/ 31075 w 36938"/>
                <a:gd name="csY15" fmla="*/ 29252 h 30609"/>
                <a:gd name="csX16" fmla="*/ 31360 w 36938"/>
                <a:gd name="csY16" fmla="*/ 29384 h 30609"/>
                <a:gd name="csX17" fmla="*/ 31511 w 36938"/>
                <a:gd name="csY17" fmla="*/ 29756 h 30609"/>
                <a:gd name="csX18" fmla="*/ 31333 w 36938"/>
                <a:gd name="csY18" fmla="*/ 30368 h 30609"/>
                <a:gd name="csX19" fmla="*/ 31031 w 36938"/>
                <a:gd name="csY19" fmla="*/ 30587 h 30609"/>
                <a:gd name="csX20" fmla="*/ 30657 w 36938"/>
                <a:gd name="csY20" fmla="*/ 30609 h 30609"/>
                <a:gd name="csX21" fmla="*/ 28166 w 36938"/>
                <a:gd name="csY21" fmla="*/ 30543 h 30609"/>
                <a:gd name="csX22" fmla="*/ 25693 w 36938"/>
                <a:gd name="csY22" fmla="*/ 30477 h 30609"/>
                <a:gd name="csX23" fmla="*/ 20044 w 36938"/>
                <a:gd name="csY23" fmla="*/ 30609 h 30609"/>
                <a:gd name="csX24" fmla="*/ 19368 w 36938"/>
                <a:gd name="csY24" fmla="*/ 30062 h 30609"/>
                <a:gd name="csX25" fmla="*/ 19412 w 36938"/>
                <a:gd name="csY25" fmla="*/ 29624 h 30609"/>
                <a:gd name="csX26" fmla="*/ 19626 w 36938"/>
                <a:gd name="csY26" fmla="*/ 29384 h 30609"/>
                <a:gd name="csX27" fmla="*/ 19893 w 36938"/>
                <a:gd name="csY27" fmla="*/ 29275 h 30609"/>
                <a:gd name="csX28" fmla="*/ 20266 w 36938"/>
                <a:gd name="csY28" fmla="*/ 29231 h 30609"/>
                <a:gd name="csX29" fmla="*/ 21690 w 36938"/>
                <a:gd name="csY29" fmla="*/ 28903 h 30609"/>
                <a:gd name="csX30" fmla="*/ 22579 w 36938"/>
                <a:gd name="csY30" fmla="*/ 28377 h 30609"/>
                <a:gd name="csX31" fmla="*/ 22864 w 36938"/>
                <a:gd name="csY31" fmla="*/ 27918 h 30609"/>
                <a:gd name="csX32" fmla="*/ 22650 w 36938"/>
                <a:gd name="csY32" fmla="*/ 27284 h 30609"/>
                <a:gd name="csX33" fmla="*/ 18122 w 36938"/>
                <a:gd name="csY33" fmla="*/ 16584 h 30609"/>
                <a:gd name="csX34" fmla="*/ 14074 w 36938"/>
                <a:gd name="csY34" fmla="*/ 20982 h 30609"/>
                <a:gd name="csX35" fmla="*/ 9501 w 36938"/>
                <a:gd name="csY35" fmla="*/ 25817 h 30609"/>
                <a:gd name="csX36" fmla="*/ 8292 w 36938"/>
                <a:gd name="csY36" fmla="*/ 27831 h 30609"/>
                <a:gd name="csX37" fmla="*/ 10089 w 36938"/>
                <a:gd name="csY37" fmla="*/ 29231 h 30609"/>
                <a:gd name="csX38" fmla="*/ 10640 w 36938"/>
                <a:gd name="csY38" fmla="*/ 29712 h 30609"/>
                <a:gd name="csX39" fmla="*/ 10462 w 36938"/>
                <a:gd name="csY39" fmla="*/ 30347 h 30609"/>
                <a:gd name="csX40" fmla="*/ 10160 w 36938"/>
                <a:gd name="csY40" fmla="*/ 30587 h 30609"/>
                <a:gd name="csX41" fmla="*/ 9831 w 36938"/>
                <a:gd name="csY41" fmla="*/ 30609 h 30609"/>
                <a:gd name="csX42" fmla="*/ 7313 w 36938"/>
                <a:gd name="csY42" fmla="*/ 30543 h 30609"/>
                <a:gd name="csX43" fmla="*/ 4795 w 36938"/>
                <a:gd name="csY43" fmla="*/ 30477 h 30609"/>
                <a:gd name="csX44" fmla="*/ 2669 w 36938"/>
                <a:gd name="csY44" fmla="*/ 30543 h 30609"/>
                <a:gd name="csX45" fmla="*/ 596 w 36938"/>
                <a:gd name="csY45" fmla="*/ 30609 h 30609"/>
                <a:gd name="csX46" fmla="*/ 178 w 36938"/>
                <a:gd name="csY46" fmla="*/ 30477 h 30609"/>
                <a:gd name="csX47" fmla="*/ 27 w 36938"/>
                <a:gd name="csY47" fmla="*/ 30215 h 30609"/>
                <a:gd name="csX48" fmla="*/ 0 w 36938"/>
                <a:gd name="csY48" fmla="*/ 30106 h 30609"/>
                <a:gd name="csX49" fmla="*/ 45 w 36938"/>
                <a:gd name="csY49" fmla="*/ 29624 h 30609"/>
                <a:gd name="csX50" fmla="*/ 285 w 36938"/>
                <a:gd name="csY50" fmla="*/ 29362 h 30609"/>
                <a:gd name="csX51" fmla="*/ 569 w 36938"/>
                <a:gd name="csY51" fmla="*/ 29275 h 30609"/>
                <a:gd name="csX52" fmla="*/ 988 w 36938"/>
                <a:gd name="csY52" fmla="*/ 29231 h 30609"/>
                <a:gd name="csX53" fmla="*/ 4422 w 36938"/>
                <a:gd name="csY53" fmla="*/ 28399 h 30609"/>
                <a:gd name="csX54" fmla="*/ 7571 w 36938"/>
                <a:gd name="csY54" fmla="*/ 25993 h 30609"/>
                <a:gd name="csX55" fmla="*/ 7856 w 36938"/>
                <a:gd name="csY55" fmla="*/ 25752 h 30609"/>
                <a:gd name="csX56" fmla="*/ 8167 w 36938"/>
                <a:gd name="csY56" fmla="*/ 25511 h 30609"/>
                <a:gd name="csX57" fmla="*/ 17615 w 36938"/>
                <a:gd name="csY57" fmla="*/ 15337 h 30609"/>
                <a:gd name="csX58" fmla="*/ 12322 w 36938"/>
                <a:gd name="csY58" fmla="*/ 2822 h 30609"/>
                <a:gd name="csX59" fmla="*/ 11859 w 36938"/>
                <a:gd name="csY59" fmla="*/ 2012 h 30609"/>
                <a:gd name="csX60" fmla="*/ 10969 w 36938"/>
                <a:gd name="csY60" fmla="*/ 1575 h 30609"/>
                <a:gd name="csX61" fmla="*/ 8977 w 36938"/>
                <a:gd name="csY61" fmla="*/ 1400 h 30609"/>
                <a:gd name="csX62" fmla="*/ 8425 w 36938"/>
                <a:gd name="csY62" fmla="*/ 1378 h 30609"/>
                <a:gd name="csX63" fmla="*/ 8096 w 36938"/>
                <a:gd name="csY63" fmla="*/ 1246 h 30609"/>
                <a:gd name="csX64" fmla="*/ 7944 w 36938"/>
                <a:gd name="csY64" fmla="*/ 897 h 30609"/>
                <a:gd name="csX65" fmla="*/ 8096 w 36938"/>
                <a:gd name="csY65" fmla="*/ 284 h 30609"/>
                <a:gd name="csX66" fmla="*/ 8407 w 36938"/>
                <a:gd name="csY66" fmla="*/ 44 h 30609"/>
                <a:gd name="csX67" fmla="*/ 8754 w 36938"/>
                <a:gd name="csY67" fmla="*/ 0 h 30609"/>
                <a:gd name="csX68" fmla="*/ 11254 w 36938"/>
                <a:gd name="csY68" fmla="*/ 65 h 30609"/>
                <a:gd name="csX69" fmla="*/ 13763 w 36938"/>
                <a:gd name="csY69" fmla="*/ 131 h 30609"/>
                <a:gd name="csX70" fmla="*/ 16592 w 36938"/>
                <a:gd name="csY70" fmla="*/ 65 h 30609"/>
                <a:gd name="csX71" fmla="*/ 19412 w 36938"/>
                <a:gd name="csY71" fmla="*/ 0 h 30609"/>
                <a:gd name="csX72" fmla="*/ 20088 w 36938"/>
                <a:gd name="csY72" fmla="*/ 546 h 30609"/>
                <a:gd name="csX73" fmla="*/ 19937 w 36938"/>
                <a:gd name="csY73" fmla="*/ 1093 h 30609"/>
                <a:gd name="csX74" fmla="*/ 19626 w 36938"/>
                <a:gd name="csY74" fmla="*/ 1334 h 30609"/>
                <a:gd name="csX75" fmla="*/ 19190 w 36938"/>
                <a:gd name="csY75" fmla="*/ 1400 h 30609"/>
                <a:gd name="csX76" fmla="*/ 17686 w 36938"/>
                <a:gd name="csY76" fmla="*/ 1772 h 30609"/>
                <a:gd name="csX77" fmla="*/ 16788 w 36938"/>
                <a:gd name="csY77" fmla="*/ 2297 h 30609"/>
                <a:gd name="csX78" fmla="*/ 16547 w 36938"/>
                <a:gd name="csY78" fmla="*/ 2691 h 30609"/>
                <a:gd name="csX79" fmla="*/ 16761 w 36938"/>
                <a:gd name="csY79" fmla="*/ 3282 h 30609"/>
                <a:gd name="csX80" fmla="*/ 20524 w 36938"/>
                <a:gd name="csY80" fmla="*/ 12186 h 30609"/>
                <a:gd name="csX81" fmla="*/ 27793 w 36938"/>
                <a:gd name="csY81" fmla="*/ 4398 h 30609"/>
                <a:gd name="csX82" fmla="*/ 28647 w 36938"/>
                <a:gd name="csY82" fmla="*/ 2778 h 30609"/>
                <a:gd name="csX83" fmla="*/ 26849 w 36938"/>
                <a:gd name="csY83" fmla="*/ 1400 h 30609"/>
                <a:gd name="csX84" fmla="*/ 26307 w 36938"/>
                <a:gd name="csY84" fmla="*/ 897 h 30609"/>
                <a:gd name="csX85" fmla="*/ 26476 w 36938"/>
                <a:gd name="csY85" fmla="*/ 284 h 30609"/>
                <a:gd name="csX86" fmla="*/ 26787 w 36938"/>
                <a:gd name="csY86" fmla="*/ 44 h 30609"/>
                <a:gd name="csX87" fmla="*/ 27152 w 36938"/>
                <a:gd name="csY87" fmla="*/ 0 h 30609"/>
                <a:gd name="csX88" fmla="*/ 29625 w 36938"/>
                <a:gd name="csY88" fmla="*/ 65 h 30609"/>
                <a:gd name="csX89" fmla="*/ 32143 w 36938"/>
                <a:gd name="csY89" fmla="*/ 131 h 30609"/>
                <a:gd name="csX90" fmla="*/ 34269 w 36938"/>
                <a:gd name="csY90" fmla="*/ 65 h 30609"/>
                <a:gd name="csX91" fmla="*/ 36342 w 36938"/>
                <a:gd name="csY91" fmla="*/ 0 h 30609"/>
                <a:gd name="csX92" fmla="*/ 36760 w 36938"/>
                <a:gd name="csY92" fmla="*/ 131 h 30609"/>
                <a:gd name="csX93" fmla="*/ 36911 w 36938"/>
                <a:gd name="csY93" fmla="*/ 372 h 30609"/>
                <a:gd name="csX94" fmla="*/ 36938 w 36938"/>
                <a:gd name="csY94" fmla="*/ 503 h 306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36938" h="30609">
                  <a:moveTo>
                    <a:pt x="36938" y="503"/>
                  </a:moveTo>
                  <a:cubicBezTo>
                    <a:pt x="36938" y="765"/>
                    <a:pt x="36888" y="970"/>
                    <a:pt x="36787" y="1116"/>
                  </a:cubicBezTo>
                  <a:cubicBezTo>
                    <a:pt x="36698" y="1247"/>
                    <a:pt x="36603" y="1327"/>
                    <a:pt x="36502" y="1356"/>
                  </a:cubicBezTo>
                  <a:cubicBezTo>
                    <a:pt x="36395" y="1371"/>
                    <a:pt x="36212" y="1385"/>
                    <a:pt x="35950" y="1400"/>
                  </a:cubicBezTo>
                  <a:cubicBezTo>
                    <a:pt x="33863" y="1502"/>
                    <a:pt x="31968" y="2261"/>
                    <a:pt x="30266" y="3675"/>
                  </a:cubicBezTo>
                  <a:cubicBezTo>
                    <a:pt x="29839" y="4040"/>
                    <a:pt x="29094" y="4791"/>
                    <a:pt x="28033" y="5929"/>
                  </a:cubicBezTo>
                  <a:cubicBezTo>
                    <a:pt x="26983" y="7067"/>
                    <a:pt x="25758" y="8394"/>
                    <a:pt x="24359" y="9911"/>
                  </a:cubicBezTo>
                  <a:cubicBezTo>
                    <a:pt x="22971" y="11428"/>
                    <a:pt x="21876" y="12595"/>
                    <a:pt x="21076" y="13411"/>
                  </a:cubicBezTo>
                  <a:lnTo>
                    <a:pt x="26849" y="27240"/>
                  </a:lnTo>
                  <a:cubicBezTo>
                    <a:pt x="27010" y="27604"/>
                    <a:pt x="27119" y="27867"/>
                    <a:pt x="27179" y="28027"/>
                  </a:cubicBezTo>
                  <a:cubicBezTo>
                    <a:pt x="27250" y="28173"/>
                    <a:pt x="27360" y="28341"/>
                    <a:pt x="27508" y="28531"/>
                  </a:cubicBezTo>
                  <a:cubicBezTo>
                    <a:pt x="27668" y="28720"/>
                    <a:pt x="27807" y="28844"/>
                    <a:pt x="27926" y="28903"/>
                  </a:cubicBezTo>
                  <a:cubicBezTo>
                    <a:pt x="28056" y="28961"/>
                    <a:pt x="28258" y="29026"/>
                    <a:pt x="28531" y="29099"/>
                  </a:cubicBezTo>
                  <a:cubicBezTo>
                    <a:pt x="28827" y="29158"/>
                    <a:pt x="29121" y="29194"/>
                    <a:pt x="29412" y="29209"/>
                  </a:cubicBezTo>
                  <a:cubicBezTo>
                    <a:pt x="29714" y="29209"/>
                    <a:pt x="30144" y="29216"/>
                    <a:pt x="30702" y="29231"/>
                  </a:cubicBezTo>
                  <a:cubicBezTo>
                    <a:pt x="30874" y="29231"/>
                    <a:pt x="30998" y="29238"/>
                    <a:pt x="31075" y="29252"/>
                  </a:cubicBezTo>
                  <a:cubicBezTo>
                    <a:pt x="31158" y="29252"/>
                    <a:pt x="31253" y="29296"/>
                    <a:pt x="31360" y="29384"/>
                  </a:cubicBezTo>
                  <a:cubicBezTo>
                    <a:pt x="31461" y="29457"/>
                    <a:pt x="31511" y="29581"/>
                    <a:pt x="31511" y="29756"/>
                  </a:cubicBezTo>
                  <a:cubicBezTo>
                    <a:pt x="31511" y="30018"/>
                    <a:pt x="31452" y="30222"/>
                    <a:pt x="31333" y="30368"/>
                  </a:cubicBezTo>
                  <a:cubicBezTo>
                    <a:pt x="31232" y="30500"/>
                    <a:pt x="31132" y="30573"/>
                    <a:pt x="31031" y="30587"/>
                  </a:cubicBezTo>
                  <a:cubicBezTo>
                    <a:pt x="30942" y="30602"/>
                    <a:pt x="30817" y="30609"/>
                    <a:pt x="30657" y="30609"/>
                  </a:cubicBezTo>
                  <a:cubicBezTo>
                    <a:pt x="30278" y="30609"/>
                    <a:pt x="29447" y="30587"/>
                    <a:pt x="28166" y="30543"/>
                  </a:cubicBezTo>
                  <a:cubicBezTo>
                    <a:pt x="26879" y="30499"/>
                    <a:pt x="26055" y="30477"/>
                    <a:pt x="25693" y="30477"/>
                  </a:cubicBezTo>
                  <a:lnTo>
                    <a:pt x="20044" y="30609"/>
                  </a:lnTo>
                  <a:cubicBezTo>
                    <a:pt x="19593" y="30609"/>
                    <a:pt x="19368" y="30427"/>
                    <a:pt x="19368" y="30062"/>
                  </a:cubicBezTo>
                  <a:cubicBezTo>
                    <a:pt x="19368" y="29872"/>
                    <a:pt x="19382" y="29726"/>
                    <a:pt x="19412" y="29624"/>
                  </a:cubicBezTo>
                  <a:cubicBezTo>
                    <a:pt x="19454" y="29508"/>
                    <a:pt x="19525" y="29428"/>
                    <a:pt x="19626" y="29384"/>
                  </a:cubicBezTo>
                  <a:cubicBezTo>
                    <a:pt x="19732" y="29325"/>
                    <a:pt x="19821" y="29289"/>
                    <a:pt x="19893" y="29275"/>
                  </a:cubicBezTo>
                  <a:cubicBezTo>
                    <a:pt x="19964" y="29260"/>
                    <a:pt x="20088" y="29245"/>
                    <a:pt x="20266" y="29231"/>
                  </a:cubicBezTo>
                  <a:cubicBezTo>
                    <a:pt x="20806" y="29172"/>
                    <a:pt x="21280" y="29063"/>
                    <a:pt x="21690" y="28903"/>
                  </a:cubicBezTo>
                  <a:cubicBezTo>
                    <a:pt x="22111" y="28728"/>
                    <a:pt x="22407" y="28553"/>
                    <a:pt x="22579" y="28377"/>
                  </a:cubicBezTo>
                  <a:cubicBezTo>
                    <a:pt x="22769" y="28202"/>
                    <a:pt x="22864" y="28049"/>
                    <a:pt x="22864" y="27918"/>
                  </a:cubicBezTo>
                  <a:lnTo>
                    <a:pt x="22650" y="27284"/>
                  </a:lnTo>
                  <a:lnTo>
                    <a:pt x="18122" y="16584"/>
                  </a:lnTo>
                  <a:lnTo>
                    <a:pt x="14074" y="20982"/>
                  </a:lnTo>
                  <a:lnTo>
                    <a:pt x="9501" y="25817"/>
                  </a:lnTo>
                  <a:cubicBezTo>
                    <a:pt x="8695" y="26678"/>
                    <a:pt x="8292" y="27349"/>
                    <a:pt x="8292" y="27831"/>
                  </a:cubicBezTo>
                  <a:cubicBezTo>
                    <a:pt x="8292" y="28633"/>
                    <a:pt x="8891" y="29099"/>
                    <a:pt x="10089" y="29231"/>
                  </a:cubicBezTo>
                  <a:cubicBezTo>
                    <a:pt x="10456" y="29260"/>
                    <a:pt x="10640" y="29421"/>
                    <a:pt x="10640" y="29712"/>
                  </a:cubicBezTo>
                  <a:cubicBezTo>
                    <a:pt x="10640" y="29989"/>
                    <a:pt x="10581" y="30201"/>
                    <a:pt x="10462" y="30347"/>
                  </a:cubicBezTo>
                  <a:cubicBezTo>
                    <a:pt x="10361" y="30478"/>
                    <a:pt x="10261" y="30558"/>
                    <a:pt x="10160" y="30587"/>
                  </a:cubicBezTo>
                  <a:cubicBezTo>
                    <a:pt x="10071" y="30602"/>
                    <a:pt x="9961" y="30609"/>
                    <a:pt x="9831" y="30609"/>
                  </a:cubicBezTo>
                  <a:cubicBezTo>
                    <a:pt x="9291" y="30609"/>
                    <a:pt x="8452" y="30587"/>
                    <a:pt x="7313" y="30543"/>
                  </a:cubicBezTo>
                  <a:cubicBezTo>
                    <a:pt x="6186" y="30499"/>
                    <a:pt x="5347" y="30477"/>
                    <a:pt x="4795" y="30477"/>
                  </a:cubicBezTo>
                  <a:cubicBezTo>
                    <a:pt x="4327" y="30477"/>
                    <a:pt x="3618" y="30499"/>
                    <a:pt x="2669" y="30543"/>
                  </a:cubicBezTo>
                  <a:cubicBezTo>
                    <a:pt x="1726" y="30587"/>
                    <a:pt x="1035" y="30609"/>
                    <a:pt x="596" y="30609"/>
                  </a:cubicBezTo>
                  <a:cubicBezTo>
                    <a:pt x="418" y="30609"/>
                    <a:pt x="279" y="30565"/>
                    <a:pt x="178" y="30477"/>
                  </a:cubicBezTo>
                  <a:cubicBezTo>
                    <a:pt x="77" y="30390"/>
                    <a:pt x="27" y="30303"/>
                    <a:pt x="27" y="30215"/>
                  </a:cubicBezTo>
                  <a:lnTo>
                    <a:pt x="0" y="30106"/>
                  </a:lnTo>
                  <a:cubicBezTo>
                    <a:pt x="0" y="29902"/>
                    <a:pt x="15" y="29741"/>
                    <a:pt x="45" y="29624"/>
                  </a:cubicBezTo>
                  <a:cubicBezTo>
                    <a:pt x="92" y="29508"/>
                    <a:pt x="172" y="29421"/>
                    <a:pt x="285" y="29362"/>
                  </a:cubicBezTo>
                  <a:cubicBezTo>
                    <a:pt x="421" y="29304"/>
                    <a:pt x="516" y="29275"/>
                    <a:pt x="569" y="29275"/>
                  </a:cubicBezTo>
                  <a:cubicBezTo>
                    <a:pt x="629" y="29260"/>
                    <a:pt x="768" y="29245"/>
                    <a:pt x="988" y="29231"/>
                  </a:cubicBezTo>
                  <a:cubicBezTo>
                    <a:pt x="2227" y="29158"/>
                    <a:pt x="3372" y="28881"/>
                    <a:pt x="4422" y="28399"/>
                  </a:cubicBezTo>
                  <a:cubicBezTo>
                    <a:pt x="5489" y="27918"/>
                    <a:pt x="6539" y="27115"/>
                    <a:pt x="7571" y="25993"/>
                  </a:cubicBezTo>
                  <a:cubicBezTo>
                    <a:pt x="7660" y="25920"/>
                    <a:pt x="7755" y="25839"/>
                    <a:pt x="7856" y="25752"/>
                  </a:cubicBezTo>
                  <a:cubicBezTo>
                    <a:pt x="7974" y="25664"/>
                    <a:pt x="8078" y="25584"/>
                    <a:pt x="8167" y="25511"/>
                  </a:cubicBezTo>
                  <a:lnTo>
                    <a:pt x="17615" y="15337"/>
                  </a:lnTo>
                  <a:lnTo>
                    <a:pt x="12322" y="2822"/>
                  </a:lnTo>
                  <a:cubicBezTo>
                    <a:pt x="12161" y="2443"/>
                    <a:pt x="12007" y="2173"/>
                    <a:pt x="11859" y="2012"/>
                  </a:cubicBezTo>
                  <a:cubicBezTo>
                    <a:pt x="11717" y="1837"/>
                    <a:pt x="11420" y="1692"/>
                    <a:pt x="10969" y="1575"/>
                  </a:cubicBezTo>
                  <a:cubicBezTo>
                    <a:pt x="10513" y="1458"/>
                    <a:pt x="9848" y="1400"/>
                    <a:pt x="8977" y="1400"/>
                  </a:cubicBezTo>
                  <a:cubicBezTo>
                    <a:pt x="8727" y="1400"/>
                    <a:pt x="8544" y="1393"/>
                    <a:pt x="8425" y="1378"/>
                  </a:cubicBezTo>
                  <a:cubicBezTo>
                    <a:pt x="8312" y="1363"/>
                    <a:pt x="8203" y="1319"/>
                    <a:pt x="8096" y="1246"/>
                  </a:cubicBezTo>
                  <a:cubicBezTo>
                    <a:pt x="7995" y="1173"/>
                    <a:pt x="7944" y="1057"/>
                    <a:pt x="7944" y="897"/>
                  </a:cubicBezTo>
                  <a:cubicBezTo>
                    <a:pt x="7944" y="620"/>
                    <a:pt x="7995" y="415"/>
                    <a:pt x="8096" y="284"/>
                  </a:cubicBezTo>
                  <a:cubicBezTo>
                    <a:pt x="8214" y="138"/>
                    <a:pt x="8318" y="58"/>
                    <a:pt x="8407" y="44"/>
                  </a:cubicBezTo>
                  <a:cubicBezTo>
                    <a:pt x="8508" y="15"/>
                    <a:pt x="8624" y="0"/>
                    <a:pt x="8754" y="0"/>
                  </a:cubicBezTo>
                  <a:cubicBezTo>
                    <a:pt x="9122" y="0"/>
                    <a:pt x="9955" y="22"/>
                    <a:pt x="11254" y="65"/>
                  </a:cubicBezTo>
                  <a:cubicBezTo>
                    <a:pt x="12547" y="109"/>
                    <a:pt x="13383" y="131"/>
                    <a:pt x="13763" y="131"/>
                  </a:cubicBezTo>
                  <a:cubicBezTo>
                    <a:pt x="14392" y="131"/>
                    <a:pt x="15334" y="109"/>
                    <a:pt x="16592" y="65"/>
                  </a:cubicBezTo>
                  <a:cubicBezTo>
                    <a:pt x="17861" y="22"/>
                    <a:pt x="18801" y="0"/>
                    <a:pt x="19412" y="0"/>
                  </a:cubicBezTo>
                  <a:cubicBezTo>
                    <a:pt x="19863" y="0"/>
                    <a:pt x="20088" y="182"/>
                    <a:pt x="20088" y="546"/>
                  </a:cubicBezTo>
                  <a:cubicBezTo>
                    <a:pt x="20088" y="780"/>
                    <a:pt x="20038" y="962"/>
                    <a:pt x="19937" y="1093"/>
                  </a:cubicBezTo>
                  <a:cubicBezTo>
                    <a:pt x="19836" y="1225"/>
                    <a:pt x="19732" y="1305"/>
                    <a:pt x="19626" y="1334"/>
                  </a:cubicBezTo>
                  <a:cubicBezTo>
                    <a:pt x="19525" y="1364"/>
                    <a:pt x="19380" y="1385"/>
                    <a:pt x="19190" y="1400"/>
                  </a:cubicBezTo>
                  <a:cubicBezTo>
                    <a:pt x="18620" y="1458"/>
                    <a:pt x="18119" y="1582"/>
                    <a:pt x="17686" y="1772"/>
                  </a:cubicBezTo>
                  <a:cubicBezTo>
                    <a:pt x="17259" y="1947"/>
                    <a:pt x="16960" y="2122"/>
                    <a:pt x="16788" y="2297"/>
                  </a:cubicBezTo>
                  <a:cubicBezTo>
                    <a:pt x="16627" y="2457"/>
                    <a:pt x="16547" y="2589"/>
                    <a:pt x="16547" y="2691"/>
                  </a:cubicBezTo>
                  <a:lnTo>
                    <a:pt x="16761" y="3282"/>
                  </a:lnTo>
                  <a:lnTo>
                    <a:pt x="20524" y="12186"/>
                  </a:lnTo>
                  <a:lnTo>
                    <a:pt x="27793" y="4398"/>
                  </a:lnTo>
                  <a:cubicBezTo>
                    <a:pt x="28362" y="3756"/>
                    <a:pt x="28647" y="3216"/>
                    <a:pt x="28647" y="2778"/>
                  </a:cubicBezTo>
                  <a:cubicBezTo>
                    <a:pt x="28647" y="1991"/>
                    <a:pt x="28047" y="1531"/>
                    <a:pt x="26849" y="1400"/>
                  </a:cubicBezTo>
                  <a:cubicBezTo>
                    <a:pt x="26488" y="1342"/>
                    <a:pt x="26307" y="1174"/>
                    <a:pt x="26307" y="897"/>
                  </a:cubicBezTo>
                  <a:cubicBezTo>
                    <a:pt x="26307" y="620"/>
                    <a:pt x="26363" y="415"/>
                    <a:pt x="26476" y="284"/>
                  </a:cubicBezTo>
                  <a:cubicBezTo>
                    <a:pt x="26594" y="138"/>
                    <a:pt x="26698" y="58"/>
                    <a:pt x="26787" y="44"/>
                  </a:cubicBezTo>
                  <a:cubicBezTo>
                    <a:pt x="26888" y="15"/>
                    <a:pt x="27010" y="0"/>
                    <a:pt x="27152" y="0"/>
                  </a:cubicBezTo>
                  <a:cubicBezTo>
                    <a:pt x="27692" y="0"/>
                    <a:pt x="28516" y="22"/>
                    <a:pt x="29625" y="65"/>
                  </a:cubicBezTo>
                  <a:cubicBezTo>
                    <a:pt x="30752" y="109"/>
                    <a:pt x="31591" y="131"/>
                    <a:pt x="32143" y="131"/>
                  </a:cubicBezTo>
                  <a:cubicBezTo>
                    <a:pt x="32611" y="131"/>
                    <a:pt x="33320" y="109"/>
                    <a:pt x="34269" y="65"/>
                  </a:cubicBezTo>
                  <a:cubicBezTo>
                    <a:pt x="35218" y="22"/>
                    <a:pt x="35909" y="0"/>
                    <a:pt x="36342" y="0"/>
                  </a:cubicBezTo>
                  <a:cubicBezTo>
                    <a:pt x="36520" y="0"/>
                    <a:pt x="36659" y="44"/>
                    <a:pt x="36760" y="131"/>
                  </a:cubicBezTo>
                  <a:cubicBezTo>
                    <a:pt x="36861" y="204"/>
                    <a:pt x="36911" y="284"/>
                    <a:pt x="36911" y="372"/>
                  </a:cubicBezTo>
                  <a:lnTo>
                    <a:pt x="36938" y="503"/>
                  </a:ln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ED79E99-B379-78C3-7B03-0A66138D85DC}"/>
                </a:ext>
              </a:extLst>
            </p:cNvPr>
            <p:cNvSpPr/>
            <p:nvPr/>
          </p:nvSpPr>
          <p:spPr>
            <a:xfrm>
              <a:off x="2110587" y="1846274"/>
              <a:ext cx="14848" cy="64013"/>
            </a:xfrm>
            <a:custGeom>
              <a:avLst/>
              <a:gdLst>
                <a:gd name="csX0" fmla="*/ 0 w 14848"/>
                <a:gd name="csY0" fmla="*/ 32007 h 64013"/>
                <a:gd name="csX1" fmla="*/ 4030 w 14848"/>
                <a:gd name="csY1" fmla="*/ 12471 h 64013"/>
                <a:gd name="csX2" fmla="*/ 8158 w 14848"/>
                <a:gd name="csY2" fmla="*/ 5751 h 64013"/>
                <a:gd name="csX3" fmla="*/ 12161 w 14848"/>
                <a:gd name="csY3" fmla="*/ 1344 h 64013"/>
                <a:gd name="csX4" fmla="*/ 14190 w 14848"/>
                <a:gd name="csY4" fmla="*/ 0 h 64013"/>
                <a:gd name="csX5" fmla="*/ 14848 w 14848"/>
                <a:gd name="csY5" fmla="*/ 625 h 64013"/>
                <a:gd name="csX6" fmla="*/ 14003 w 14848"/>
                <a:gd name="csY6" fmla="*/ 1719 h 64013"/>
                <a:gd name="csX7" fmla="*/ 3719 w 14848"/>
                <a:gd name="csY7" fmla="*/ 32007 h 64013"/>
                <a:gd name="csX8" fmla="*/ 13754 w 14848"/>
                <a:gd name="csY8" fmla="*/ 61950 h 64013"/>
                <a:gd name="csX9" fmla="*/ 14848 w 14848"/>
                <a:gd name="csY9" fmla="*/ 63388 h 64013"/>
                <a:gd name="csX10" fmla="*/ 14190 w 14848"/>
                <a:gd name="csY10" fmla="*/ 64014 h 64013"/>
                <a:gd name="csX11" fmla="*/ 12224 w 14848"/>
                <a:gd name="csY11" fmla="*/ 62732 h 64013"/>
                <a:gd name="csX12" fmla="*/ 8318 w 14848"/>
                <a:gd name="csY12" fmla="*/ 58512 h 64013"/>
                <a:gd name="csX13" fmla="*/ 4217 w 14848"/>
                <a:gd name="csY13" fmla="*/ 51979 h 64013"/>
                <a:gd name="csX14" fmla="*/ 0 w 14848"/>
                <a:gd name="csY14" fmla="*/ 32007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32007"/>
                  </a:moveTo>
                  <a:cubicBezTo>
                    <a:pt x="0" y="24796"/>
                    <a:pt x="1343" y="18285"/>
                    <a:pt x="4030" y="12471"/>
                  </a:cubicBezTo>
                  <a:cubicBezTo>
                    <a:pt x="5181" y="10033"/>
                    <a:pt x="6557" y="7793"/>
                    <a:pt x="8158" y="5751"/>
                  </a:cubicBezTo>
                  <a:cubicBezTo>
                    <a:pt x="9765" y="3709"/>
                    <a:pt x="11100" y="2240"/>
                    <a:pt x="12161" y="1344"/>
                  </a:cubicBezTo>
                  <a:cubicBezTo>
                    <a:pt x="13223" y="448"/>
                    <a:pt x="13899" y="0"/>
                    <a:pt x="14190" y="0"/>
                  </a:cubicBezTo>
                  <a:cubicBezTo>
                    <a:pt x="14605" y="0"/>
                    <a:pt x="14824" y="208"/>
                    <a:pt x="14848" y="625"/>
                  </a:cubicBezTo>
                  <a:cubicBezTo>
                    <a:pt x="14848" y="833"/>
                    <a:pt x="14566" y="1198"/>
                    <a:pt x="14003" y="1719"/>
                  </a:cubicBezTo>
                  <a:cubicBezTo>
                    <a:pt x="7129" y="8720"/>
                    <a:pt x="3701" y="18816"/>
                    <a:pt x="3719" y="32007"/>
                  </a:cubicBezTo>
                  <a:cubicBezTo>
                    <a:pt x="3719" y="45239"/>
                    <a:pt x="7064" y="55220"/>
                    <a:pt x="13754" y="61950"/>
                  </a:cubicBezTo>
                  <a:cubicBezTo>
                    <a:pt x="14483" y="62679"/>
                    <a:pt x="14848" y="63159"/>
                    <a:pt x="14848" y="63388"/>
                  </a:cubicBezTo>
                  <a:cubicBezTo>
                    <a:pt x="14848" y="63805"/>
                    <a:pt x="14629" y="64014"/>
                    <a:pt x="14190" y="64014"/>
                  </a:cubicBezTo>
                  <a:cubicBezTo>
                    <a:pt x="13899" y="64014"/>
                    <a:pt x="13244" y="63586"/>
                    <a:pt x="12224" y="62732"/>
                  </a:cubicBezTo>
                  <a:cubicBezTo>
                    <a:pt x="11204" y="61877"/>
                    <a:pt x="9902" y="60471"/>
                    <a:pt x="8318" y="58512"/>
                  </a:cubicBezTo>
                  <a:cubicBezTo>
                    <a:pt x="6735" y="56553"/>
                    <a:pt x="5368" y="54375"/>
                    <a:pt x="4217" y="51979"/>
                  </a:cubicBezTo>
                  <a:cubicBezTo>
                    <a:pt x="1406" y="46166"/>
                    <a:pt x="0" y="39508"/>
                    <a:pt x="0" y="32007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645CC8A-7AC3-A7A3-0E3B-4095786D8B7B}"/>
                </a:ext>
              </a:extLst>
            </p:cNvPr>
            <p:cNvSpPr/>
            <p:nvPr/>
          </p:nvSpPr>
          <p:spPr>
            <a:xfrm>
              <a:off x="2130302" y="1865997"/>
              <a:ext cx="31884" cy="29005"/>
            </a:xfrm>
            <a:custGeom>
              <a:avLst/>
              <a:gdLst>
                <a:gd name="csX0" fmla="*/ 31885 w 31884"/>
                <a:gd name="csY0" fmla="*/ 4220 h 29005"/>
                <a:gd name="csX1" fmla="*/ 30790 w 31884"/>
                <a:gd name="csY1" fmla="*/ 6970 h 29005"/>
                <a:gd name="csX2" fmla="*/ 28442 w 31884"/>
                <a:gd name="csY2" fmla="*/ 7939 h 29005"/>
                <a:gd name="csX3" fmla="*/ 26627 w 31884"/>
                <a:gd name="csY3" fmla="*/ 7251 h 29005"/>
                <a:gd name="csX4" fmla="*/ 26004 w 31884"/>
                <a:gd name="csY4" fmla="*/ 5688 h 29005"/>
                <a:gd name="csX5" fmla="*/ 26876 w 31884"/>
                <a:gd name="csY5" fmla="*/ 3470 h 29005"/>
                <a:gd name="csX6" fmla="*/ 29065 w 31884"/>
                <a:gd name="csY6" fmla="*/ 2220 h 29005"/>
                <a:gd name="csX7" fmla="*/ 25880 w 31884"/>
                <a:gd name="csY7" fmla="*/ 1407 h 29005"/>
                <a:gd name="csX8" fmla="*/ 23531 w 31884"/>
                <a:gd name="csY8" fmla="*/ 2063 h 29005"/>
                <a:gd name="csX9" fmla="*/ 21814 w 31884"/>
                <a:gd name="csY9" fmla="*/ 3563 h 29005"/>
                <a:gd name="csX10" fmla="*/ 20631 w 31884"/>
                <a:gd name="csY10" fmla="*/ 5626 h 29005"/>
                <a:gd name="csX11" fmla="*/ 19875 w 31884"/>
                <a:gd name="csY11" fmla="*/ 7533 h 29005"/>
                <a:gd name="csX12" fmla="*/ 19537 w 31884"/>
                <a:gd name="csY12" fmla="*/ 8970 h 29005"/>
                <a:gd name="csX13" fmla="*/ 17348 w 31884"/>
                <a:gd name="csY13" fmla="*/ 17723 h 29005"/>
                <a:gd name="csX14" fmla="*/ 16280 w 31884"/>
                <a:gd name="csY14" fmla="*/ 23349 h 29005"/>
                <a:gd name="csX15" fmla="*/ 17161 w 31884"/>
                <a:gd name="csY15" fmla="*/ 26381 h 29005"/>
                <a:gd name="csX16" fmla="*/ 19786 w 31884"/>
                <a:gd name="csY16" fmla="*/ 27568 h 29005"/>
                <a:gd name="csX17" fmla="*/ 21254 w 31884"/>
                <a:gd name="csY17" fmla="*/ 27381 h 29005"/>
                <a:gd name="csX18" fmla="*/ 23033 w 31884"/>
                <a:gd name="csY18" fmla="*/ 26599 h 29005"/>
                <a:gd name="csX19" fmla="*/ 24972 w 31884"/>
                <a:gd name="csY19" fmla="*/ 25131 h 29005"/>
                <a:gd name="csX20" fmla="*/ 26814 w 31884"/>
                <a:gd name="csY20" fmla="*/ 22692 h 29005"/>
                <a:gd name="csX21" fmla="*/ 28317 w 31884"/>
                <a:gd name="csY21" fmla="*/ 19191 h 29005"/>
                <a:gd name="csX22" fmla="*/ 29127 w 31884"/>
                <a:gd name="csY22" fmla="*/ 18504 h 29005"/>
                <a:gd name="csX23" fmla="*/ 29910 w 31884"/>
                <a:gd name="csY23" fmla="*/ 19129 h 29005"/>
                <a:gd name="csX24" fmla="*/ 29474 w 31884"/>
                <a:gd name="csY24" fmla="*/ 20786 h 29005"/>
                <a:gd name="csX25" fmla="*/ 28157 w 31884"/>
                <a:gd name="csY25" fmla="*/ 23318 h 29005"/>
                <a:gd name="csX26" fmla="*/ 26129 w 31884"/>
                <a:gd name="csY26" fmla="*/ 26005 h 29005"/>
                <a:gd name="csX27" fmla="*/ 23255 w 31884"/>
                <a:gd name="csY27" fmla="*/ 28131 h 29005"/>
                <a:gd name="csX28" fmla="*/ 19661 w 31884"/>
                <a:gd name="csY28" fmla="*/ 29006 h 29005"/>
                <a:gd name="csX29" fmla="*/ 15186 w 31884"/>
                <a:gd name="csY29" fmla="*/ 27568 h 29005"/>
                <a:gd name="csX30" fmla="*/ 12748 w 31884"/>
                <a:gd name="csY30" fmla="*/ 24130 h 29005"/>
                <a:gd name="csX31" fmla="*/ 12375 w 31884"/>
                <a:gd name="csY31" fmla="*/ 24786 h 29005"/>
                <a:gd name="csX32" fmla="*/ 11503 w 31884"/>
                <a:gd name="csY32" fmla="*/ 26005 h 29005"/>
                <a:gd name="csX33" fmla="*/ 10160 w 31884"/>
                <a:gd name="csY33" fmla="*/ 27443 h 29005"/>
                <a:gd name="csX34" fmla="*/ 8309 w 31884"/>
                <a:gd name="csY34" fmla="*/ 28506 h 29005"/>
                <a:gd name="csX35" fmla="*/ 6032 w 31884"/>
                <a:gd name="csY35" fmla="*/ 29006 h 29005"/>
                <a:gd name="csX36" fmla="*/ 3185 w 31884"/>
                <a:gd name="csY36" fmla="*/ 28568 h 29005"/>
                <a:gd name="csX37" fmla="*/ 934 w 31884"/>
                <a:gd name="csY37" fmla="*/ 27131 h 29005"/>
                <a:gd name="csX38" fmla="*/ 0 w 31884"/>
                <a:gd name="csY38" fmla="*/ 24755 h 29005"/>
                <a:gd name="csX39" fmla="*/ 1032 w 31884"/>
                <a:gd name="csY39" fmla="*/ 22161 h 29005"/>
                <a:gd name="csX40" fmla="*/ 3532 w 31884"/>
                <a:gd name="csY40" fmla="*/ 21067 h 29005"/>
                <a:gd name="csX41" fmla="*/ 5160 w 31884"/>
                <a:gd name="csY41" fmla="*/ 21598 h 29005"/>
                <a:gd name="csX42" fmla="*/ 5907 w 31884"/>
                <a:gd name="csY42" fmla="*/ 23286 h 29005"/>
                <a:gd name="csX43" fmla="*/ 5035 w 31884"/>
                <a:gd name="csY43" fmla="*/ 25536 h 29005"/>
                <a:gd name="csX44" fmla="*/ 2909 w 31884"/>
                <a:gd name="csY44" fmla="*/ 26756 h 29005"/>
                <a:gd name="csX45" fmla="*/ 6094 w 31884"/>
                <a:gd name="csY45" fmla="*/ 27568 h 29005"/>
                <a:gd name="csX46" fmla="*/ 9786 w 31884"/>
                <a:gd name="csY46" fmla="*/ 25755 h 29005"/>
                <a:gd name="csX47" fmla="*/ 12188 w 31884"/>
                <a:gd name="csY47" fmla="*/ 20911 h 29005"/>
                <a:gd name="csX48" fmla="*/ 14875 w 31884"/>
                <a:gd name="csY48" fmla="*/ 10377 h 29005"/>
                <a:gd name="csX49" fmla="*/ 15631 w 31884"/>
                <a:gd name="csY49" fmla="*/ 5688 h 29005"/>
                <a:gd name="csX50" fmla="*/ 15284 w 31884"/>
                <a:gd name="csY50" fmla="*/ 3470 h 29005"/>
                <a:gd name="csX51" fmla="*/ 14350 w 31884"/>
                <a:gd name="csY51" fmla="*/ 2156 h 29005"/>
                <a:gd name="csX52" fmla="*/ 13256 w 31884"/>
                <a:gd name="csY52" fmla="*/ 1563 h 29005"/>
                <a:gd name="csX53" fmla="*/ 12188 w 31884"/>
                <a:gd name="csY53" fmla="*/ 1407 h 29005"/>
                <a:gd name="csX54" fmla="*/ 10186 w 31884"/>
                <a:gd name="csY54" fmla="*/ 1782 h 29005"/>
                <a:gd name="csX55" fmla="*/ 7909 w 31884"/>
                <a:gd name="csY55" fmla="*/ 3032 h 29005"/>
                <a:gd name="csX56" fmla="*/ 5534 w 31884"/>
                <a:gd name="csY56" fmla="*/ 5626 h 29005"/>
                <a:gd name="csX57" fmla="*/ 3594 w 31884"/>
                <a:gd name="csY57" fmla="*/ 9783 h 29005"/>
                <a:gd name="csX58" fmla="*/ 2749 w 31884"/>
                <a:gd name="csY58" fmla="*/ 10502 h 29005"/>
                <a:gd name="csX59" fmla="*/ 2002 w 31884"/>
                <a:gd name="csY59" fmla="*/ 9846 h 29005"/>
                <a:gd name="csX60" fmla="*/ 2402 w 31884"/>
                <a:gd name="csY60" fmla="*/ 8220 h 29005"/>
                <a:gd name="csX61" fmla="*/ 3719 w 31884"/>
                <a:gd name="csY61" fmla="*/ 5688 h 29005"/>
                <a:gd name="csX62" fmla="*/ 5783 w 31884"/>
                <a:gd name="csY62" fmla="*/ 3032 h 29005"/>
                <a:gd name="csX63" fmla="*/ 8692 w 31884"/>
                <a:gd name="csY63" fmla="*/ 875 h 29005"/>
                <a:gd name="csX64" fmla="*/ 12313 w 31884"/>
                <a:gd name="csY64" fmla="*/ 0 h 29005"/>
                <a:gd name="csX65" fmla="*/ 13967 w 31884"/>
                <a:gd name="csY65" fmla="*/ 188 h 29005"/>
                <a:gd name="csX66" fmla="*/ 15818 w 31884"/>
                <a:gd name="csY66" fmla="*/ 813 h 29005"/>
                <a:gd name="csX67" fmla="*/ 17748 w 31884"/>
                <a:gd name="csY67" fmla="*/ 2313 h 29005"/>
                <a:gd name="csX68" fmla="*/ 19225 w 31884"/>
                <a:gd name="csY68" fmla="*/ 4845 h 29005"/>
                <a:gd name="csX69" fmla="*/ 20097 w 31884"/>
                <a:gd name="csY69" fmla="*/ 3438 h 29005"/>
                <a:gd name="csX70" fmla="*/ 21440 w 31884"/>
                <a:gd name="csY70" fmla="*/ 1907 h 29005"/>
                <a:gd name="csX71" fmla="*/ 23442 w 31884"/>
                <a:gd name="csY71" fmla="*/ 531 h 29005"/>
                <a:gd name="csX72" fmla="*/ 25942 w 31884"/>
                <a:gd name="csY72" fmla="*/ 0 h 29005"/>
                <a:gd name="csX73" fmla="*/ 28477 w 31884"/>
                <a:gd name="csY73" fmla="*/ 344 h 29005"/>
                <a:gd name="csX74" fmla="*/ 30790 w 31884"/>
                <a:gd name="csY74" fmla="*/ 1688 h 29005"/>
                <a:gd name="csX75" fmla="*/ 31885 w 31884"/>
                <a:gd name="csY75" fmla="*/ 4220 h 290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1884" h="29005">
                  <a:moveTo>
                    <a:pt x="31885" y="4220"/>
                  </a:moveTo>
                  <a:cubicBezTo>
                    <a:pt x="31885" y="5387"/>
                    <a:pt x="31520" y="6304"/>
                    <a:pt x="30790" y="6970"/>
                  </a:cubicBezTo>
                  <a:cubicBezTo>
                    <a:pt x="30061" y="7616"/>
                    <a:pt x="29278" y="7939"/>
                    <a:pt x="28442" y="7939"/>
                  </a:cubicBezTo>
                  <a:cubicBezTo>
                    <a:pt x="27653" y="7939"/>
                    <a:pt x="27048" y="7710"/>
                    <a:pt x="26627" y="7251"/>
                  </a:cubicBezTo>
                  <a:cubicBezTo>
                    <a:pt x="26212" y="6793"/>
                    <a:pt x="26004" y="6272"/>
                    <a:pt x="26004" y="5688"/>
                  </a:cubicBezTo>
                  <a:cubicBezTo>
                    <a:pt x="26004" y="4897"/>
                    <a:pt x="26295" y="4157"/>
                    <a:pt x="26876" y="3470"/>
                  </a:cubicBezTo>
                  <a:cubicBezTo>
                    <a:pt x="27463" y="2782"/>
                    <a:pt x="28193" y="2366"/>
                    <a:pt x="29065" y="2220"/>
                  </a:cubicBezTo>
                  <a:cubicBezTo>
                    <a:pt x="28211" y="1678"/>
                    <a:pt x="27149" y="1407"/>
                    <a:pt x="25880" y="1407"/>
                  </a:cubicBezTo>
                  <a:cubicBezTo>
                    <a:pt x="25043" y="1407"/>
                    <a:pt x="24260" y="1625"/>
                    <a:pt x="23531" y="2063"/>
                  </a:cubicBezTo>
                  <a:cubicBezTo>
                    <a:pt x="22825" y="2501"/>
                    <a:pt x="22253" y="3001"/>
                    <a:pt x="21814" y="3563"/>
                  </a:cubicBezTo>
                  <a:cubicBezTo>
                    <a:pt x="21399" y="4126"/>
                    <a:pt x="21004" y="4814"/>
                    <a:pt x="20631" y="5626"/>
                  </a:cubicBezTo>
                  <a:cubicBezTo>
                    <a:pt x="20275" y="6418"/>
                    <a:pt x="20023" y="7053"/>
                    <a:pt x="19875" y="7533"/>
                  </a:cubicBezTo>
                  <a:cubicBezTo>
                    <a:pt x="19750" y="7991"/>
                    <a:pt x="19637" y="8470"/>
                    <a:pt x="19537" y="8970"/>
                  </a:cubicBezTo>
                  <a:lnTo>
                    <a:pt x="17348" y="17723"/>
                  </a:lnTo>
                  <a:cubicBezTo>
                    <a:pt x="16636" y="20494"/>
                    <a:pt x="16280" y="22370"/>
                    <a:pt x="16280" y="23349"/>
                  </a:cubicBezTo>
                  <a:cubicBezTo>
                    <a:pt x="16280" y="24557"/>
                    <a:pt x="16574" y="25568"/>
                    <a:pt x="17161" y="26381"/>
                  </a:cubicBezTo>
                  <a:cubicBezTo>
                    <a:pt x="17742" y="27172"/>
                    <a:pt x="18617" y="27568"/>
                    <a:pt x="19786" y="27568"/>
                  </a:cubicBezTo>
                  <a:cubicBezTo>
                    <a:pt x="20242" y="27568"/>
                    <a:pt x="20732" y="27506"/>
                    <a:pt x="21254" y="27381"/>
                  </a:cubicBezTo>
                  <a:cubicBezTo>
                    <a:pt x="21775" y="27235"/>
                    <a:pt x="22369" y="26974"/>
                    <a:pt x="23033" y="26599"/>
                  </a:cubicBezTo>
                  <a:cubicBezTo>
                    <a:pt x="23721" y="26203"/>
                    <a:pt x="24367" y="25714"/>
                    <a:pt x="24972" y="25131"/>
                  </a:cubicBezTo>
                  <a:cubicBezTo>
                    <a:pt x="25595" y="24526"/>
                    <a:pt x="26209" y="23714"/>
                    <a:pt x="26814" y="22692"/>
                  </a:cubicBezTo>
                  <a:cubicBezTo>
                    <a:pt x="27419" y="21671"/>
                    <a:pt x="27920" y="20505"/>
                    <a:pt x="28317" y="19191"/>
                  </a:cubicBezTo>
                  <a:cubicBezTo>
                    <a:pt x="28442" y="18733"/>
                    <a:pt x="28712" y="18504"/>
                    <a:pt x="29127" y="18504"/>
                  </a:cubicBezTo>
                  <a:cubicBezTo>
                    <a:pt x="29649" y="18504"/>
                    <a:pt x="29910" y="18712"/>
                    <a:pt x="29910" y="19129"/>
                  </a:cubicBezTo>
                  <a:cubicBezTo>
                    <a:pt x="29910" y="19483"/>
                    <a:pt x="29764" y="20035"/>
                    <a:pt x="29474" y="20786"/>
                  </a:cubicBezTo>
                  <a:cubicBezTo>
                    <a:pt x="29201" y="21515"/>
                    <a:pt x="28762" y="22359"/>
                    <a:pt x="28157" y="23318"/>
                  </a:cubicBezTo>
                  <a:cubicBezTo>
                    <a:pt x="27576" y="24255"/>
                    <a:pt x="26900" y="25151"/>
                    <a:pt x="26129" y="26005"/>
                  </a:cubicBezTo>
                  <a:cubicBezTo>
                    <a:pt x="25358" y="26839"/>
                    <a:pt x="24400" y="27548"/>
                    <a:pt x="23255" y="28131"/>
                  </a:cubicBezTo>
                  <a:cubicBezTo>
                    <a:pt x="22111" y="28714"/>
                    <a:pt x="20913" y="29006"/>
                    <a:pt x="19661" y="29006"/>
                  </a:cubicBezTo>
                  <a:cubicBezTo>
                    <a:pt x="17870" y="29006"/>
                    <a:pt x="16378" y="28527"/>
                    <a:pt x="15186" y="27568"/>
                  </a:cubicBezTo>
                  <a:cubicBezTo>
                    <a:pt x="14000" y="26610"/>
                    <a:pt x="13187" y="25464"/>
                    <a:pt x="12748" y="24130"/>
                  </a:cubicBezTo>
                  <a:cubicBezTo>
                    <a:pt x="12648" y="24318"/>
                    <a:pt x="12523" y="24537"/>
                    <a:pt x="12375" y="24786"/>
                  </a:cubicBezTo>
                  <a:cubicBezTo>
                    <a:pt x="12233" y="25037"/>
                    <a:pt x="11942" y="25443"/>
                    <a:pt x="11503" y="26005"/>
                  </a:cubicBezTo>
                  <a:cubicBezTo>
                    <a:pt x="11088" y="26547"/>
                    <a:pt x="10640" y="27027"/>
                    <a:pt x="10160" y="27443"/>
                  </a:cubicBezTo>
                  <a:cubicBezTo>
                    <a:pt x="9679" y="27839"/>
                    <a:pt x="9062" y="28193"/>
                    <a:pt x="8309" y="28506"/>
                  </a:cubicBezTo>
                  <a:cubicBezTo>
                    <a:pt x="7580" y="28839"/>
                    <a:pt x="6820" y="29006"/>
                    <a:pt x="6032" y="29006"/>
                  </a:cubicBezTo>
                  <a:cubicBezTo>
                    <a:pt x="5029" y="29006"/>
                    <a:pt x="4081" y="28860"/>
                    <a:pt x="3185" y="28568"/>
                  </a:cubicBezTo>
                  <a:cubicBezTo>
                    <a:pt x="2313" y="28276"/>
                    <a:pt x="1563" y="27797"/>
                    <a:pt x="934" y="27131"/>
                  </a:cubicBezTo>
                  <a:cubicBezTo>
                    <a:pt x="311" y="26464"/>
                    <a:pt x="0" y="25672"/>
                    <a:pt x="0" y="24755"/>
                  </a:cubicBezTo>
                  <a:cubicBezTo>
                    <a:pt x="0" y="23734"/>
                    <a:pt x="344" y="22869"/>
                    <a:pt x="1032" y="22161"/>
                  </a:cubicBezTo>
                  <a:cubicBezTo>
                    <a:pt x="1738" y="21432"/>
                    <a:pt x="2571" y="21067"/>
                    <a:pt x="3532" y="21067"/>
                  </a:cubicBezTo>
                  <a:cubicBezTo>
                    <a:pt x="4137" y="21067"/>
                    <a:pt x="4679" y="21244"/>
                    <a:pt x="5160" y="21598"/>
                  </a:cubicBezTo>
                  <a:cubicBezTo>
                    <a:pt x="5658" y="21953"/>
                    <a:pt x="5907" y="22515"/>
                    <a:pt x="5907" y="23286"/>
                  </a:cubicBezTo>
                  <a:cubicBezTo>
                    <a:pt x="5907" y="24141"/>
                    <a:pt x="5617" y="24890"/>
                    <a:pt x="5035" y="25536"/>
                  </a:cubicBezTo>
                  <a:cubicBezTo>
                    <a:pt x="4448" y="26182"/>
                    <a:pt x="3739" y="26589"/>
                    <a:pt x="2909" y="26756"/>
                  </a:cubicBezTo>
                  <a:cubicBezTo>
                    <a:pt x="3763" y="27298"/>
                    <a:pt x="4825" y="27568"/>
                    <a:pt x="6094" y="27568"/>
                  </a:cubicBezTo>
                  <a:cubicBezTo>
                    <a:pt x="7470" y="27568"/>
                    <a:pt x="8701" y="26964"/>
                    <a:pt x="9786" y="25755"/>
                  </a:cubicBezTo>
                  <a:cubicBezTo>
                    <a:pt x="10865" y="24547"/>
                    <a:pt x="11666" y="22932"/>
                    <a:pt x="12188" y="20911"/>
                  </a:cubicBezTo>
                  <a:cubicBezTo>
                    <a:pt x="13481" y="16055"/>
                    <a:pt x="14377" y="12544"/>
                    <a:pt x="14875" y="10377"/>
                  </a:cubicBezTo>
                  <a:cubicBezTo>
                    <a:pt x="15379" y="8189"/>
                    <a:pt x="15631" y="6626"/>
                    <a:pt x="15631" y="5688"/>
                  </a:cubicBezTo>
                  <a:cubicBezTo>
                    <a:pt x="15631" y="4814"/>
                    <a:pt x="15515" y="4074"/>
                    <a:pt x="15284" y="3470"/>
                  </a:cubicBezTo>
                  <a:cubicBezTo>
                    <a:pt x="15053" y="2865"/>
                    <a:pt x="14741" y="2428"/>
                    <a:pt x="14350" y="2156"/>
                  </a:cubicBezTo>
                  <a:cubicBezTo>
                    <a:pt x="13970" y="1865"/>
                    <a:pt x="13606" y="1667"/>
                    <a:pt x="13256" y="1563"/>
                  </a:cubicBezTo>
                  <a:cubicBezTo>
                    <a:pt x="12917" y="1459"/>
                    <a:pt x="12562" y="1407"/>
                    <a:pt x="12188" y="1407"/>
                  </a:cubicBezTo>
                  <a:cubicBezTo>
                    <a:pt x="11565" y="1407"/>
                    <a:pt x="10898" y="1532"/>
                    <a:pt x="10186" y="1782"/>
                  </a:cubicBezTo>
                  <a:cubicBezTo>
                    <a:pt x="9498" y="2032"/>
                    <a:pt x="8739" y="2448"/>
                    <a:pt x="7909" y="3032"/>
                  </a:cubicBezTo>
                  <a:cubicBezTo>
                    <a:pt x="7096" y="3595"/>
                    <a:pt x="6305" y="4459"/>
                    <a:pt x="5534" y="5626"/>
                  </a:cubicBezTo>
                  <a:cubicBezTo>
                    <a:pt x="4763" y="6793"/>
                    <a:pt x="4116" y="8179"/>
                    <a:pt x="3594" y="9783"/>
                  </a:cubicBezTo>
                  <a:cubicBezTo>
                    <a:pt x="3487" y="10263"/>
                    <a:pt x="3206" y="10502"/>
                    <a:pt x="2749" y="10502"/>
                  </a:cubicBezTo>
                  <a:cubicBezTo>
                    <a:pt x="2251" y="10481"/>
                    <a:pt x="2002" y="10263"/>
                    <a:pt x="2002" y="9846"/>
                  </a:cubicBezTo>
                  <a:cubicBezTo>
                    <a:pt x="2002" y="9492"/>
                    <a:pt x="2135" y="8950"/>
                    <a:pt x="2402" y="8220"/>
                  </a:cubicBezTo>
                  <a:cubicBezTo>
                    <a:pt x="2698" y="7470"/>
                    <a:pt x="3137" y="6626"/>
                    <a:pt x="3719" y="5688"/>
                  </a:cubicBezTo>
                  <a:cubicBezTo>
                    <a:pt x="4324" y="4751"/>
                    <a:pt x="5012" y="3865"/>
                    <a:pt x="5783" y="3032"/>
                  </a:cubicBezTo>
                  <a:cubicBezTo>
                    <a:pt x="6571" y="2178"/>
                    <a:pt x="7541" y="1459"/>
                    <a:pt x="8692" y="875"/>
                  </a:cubicBezTo>
                  <a:cubicBezTo>
                    <a:pt x="9854" y="292"/>
                    <a:pt x="11061" y="0"/>
                    <a:pt x="12313" y="0"/>
                  </a:cubicBezTo>
                  <a:cubicBezTo>
                    <a:pt x="12876" y="0"/>
                    <a:pt x="13428" y="63"/>
                    <a:pt x="13967" y="188"/>
                  </a:cubicBezTo>
                  <a:cubicBezTo>
                    <a:pt x="14531" y="292"/>
                    <a:pt x="15148" y="501"/>
                    <a:pt x="15818" y="813"/>
                  </a:cubicBezTo>
                  <a:cubicBezTo>
                    <a:pt x="16506" y="1126"/>
                    <a:pt x="17149" y="1626"/>
                    <a:pt x="17748" y="2313"/>
                  </a:cubicBezTo>
                  <a:cubicBezTo>
                    <a:pt x="18353" y="3000"/>
                    <a:pt x="18845" y="3844"/>
                    <a:pt x="19225" y="4845"/>
                  </a:cubicBezTo>
                  <a:cubicBezTo>
                    <a:pt x="19474" y="4366"/>
                    <a:pt x="19765" y="3897"/>
                    <a:pt x="20097" y="3438"/>
                  </a:cubicBezTo>
                  <a:cubicBezTo>
                    <a:pt x="20453" y="2980"/>
                    <a:pt x="20901" y="2469"/>
                    <a:pt x="21440" y="1907"/>
                  </a:cubicBezTo>
                  <a:cubicBezTo>
                    <a:pt x="22004" y="1323"/>
                    <a:pt x="22671" y="865"/>
                    <a:pt x="23442" y="531"/>
                  </a:cubicBezTo>
                  <a:cubicBezTo>
                    <a:pt x="24231" y="177"/>
                    <a:pt x="25064" y="0"/>
                    <a:pt x="25942" y="0"/>
                  </a:cubicBezTo>
                  <a:cubicBezTo>
                    <a:pt x="26796" y="0"/>
                    <a:pt x="27641" y="115"/>
                    <a:pt x="28477" y="344"/>
                  </a:cubicBezTo>
                  <a:cubicBezTo>
                    <a:pt x="29308" y="552"/>
                    <a:pt x="30079" y="1000"/>
                    <a:pt x="30790" y="1688"/>
                  </a:cubicBezTo>
                  <a:cubicBezTo>
                    <a:pt x="31520" y="2355"/>
                    <a:pt x="31885" y="3199"/>
                    <a:pt x="31885" y="4220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061A4AA7-0849-1259-EDAE-6E9324ED7292}"/>
                </a:ext>
              </a:extLst>
            </p:cNvPr>
            <p:cNvSpPr/>
            <p:nvPr/>
          </p:nvSpPr>
          <p:spPr>
            <a:xfrm>
              <a:off x="2168343" y="1846274"/>
              <a:ext cx="14848" cy="64013"/>
            </a:xfrm>
            <a:custGeom>
              <a:avLst/>
              <a:gdLst>
                <a:gd name="csX0" fmla="*/ 0 w 14848"/>
                <a:gd name="csY0" fmla="*/ 63388 h 64013"/>
                <a:gd name="csX1" fmla="*/ 819 w 14848"/>
                <a:gd name="csY1" fmla="*/ 62294 h 64013"/>
                <a:gd name="csX2" fmla="*/ 11129 w 14848"/>
                <a:gd name="csY2" fmla="*/ 32007 h 64013"/>
                <a:gd name="csX3" fmla="*/ 1219 w 14848"/>
                <a:gd name="csY3" fmla="*/ 2125 h 64013"/>
                <a:gd name="csX4" fmla="*/ 0 w 14848"/>
                <a:gd name="csY4" fmla="*/ 625 h 64013"/>
                <a:gd name="csX5" fmla="*/ 632 w 14848"/>
                <a:gd name="csY5" fmla="*/ 0 h 64013"/>
                <a:gd name="csX6" fmla="*/ 2598 w 14848"/>
                <a:gd name="csY6" fmla="*/ 1281 h 64013"/>
                <a:gd name="csX7" fmla="*/ 6503 w 14848"/>
                <a:gd name="csY7" fmla="*/ 5501 h 64013"/>
                <a:gd name="csX8" fmla="*/ 10631 w 14848"/>
                <a:gd name="csY8" fmla="*/ 12033 h 64013"/>
                <a:gd name="csX9" fmla="*/ 14848 w 14848"/>
                <a:gd name="csY9" fmla="*/ 32007 h 64013"/>
                <a:gd name="csX10" fmla="*/ 10818 w 14848"/>
                <a:gd name="csY10" fmla="*/ 51542 h 64013"/>
                <a:gd name="csX11" fmla="*/ 6690 w 14848"/>
                <a:gd name="csY11" fmla="*/ 58262 h 64013"/>
                <a:gd name="csX12" fmla="*/ 2687 w 14848"/>
                <a:gd name="csY12" fmla="*/ 62669 h 64013"/>
                <a:gd name="csX13" fmla="*/ 632 w 14848"/>
                <a:gd name="csY13" fmla="*/ 64014 h 64013"/>
                <a:gd name="csX14" fmla="*/ 0 w 14848"/>
                <a:gd name="csY14" fmla="*/ 63388 h 6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848" h="64013">
                  <a:moveTo>
                    <a:pt x="0" y="63388"/>
                  </a:moveTo>
                  <a:cubicBezTo>
                    <a:pt x="0" y="63180"/>
                    <a:pt x="273" y="62815"/>
                    <a:pt x="819" y="62294"/>
                  </a:cubicBezTo>
                  <a:cubicBezTo>
                    <a:pt x="7693" y="55292"/>
                    <a:pt x="11129" y="45197"/>
                    <a:pt x="11129" y="32007"/>
                  </a:cubicBezTo>
                  <a:cubicBezTo>
                    <a:pt x="11129" y="18775"/>
                    <a:pt x="7826" y="8814"/>
                    <a:pt x="1219" y="2125"/>
                  </a:cubicBezTo>
                  <a:cubicBezTo>
                    <a:pt x="406" y="1354"/>
                    <a:pt x="0" y="854"/>
                    <a:pt x="0" y="625"/>
                  </a:cubicBezTo>
                  <a:cubicBezTo>
                    <a:pt x="0" y="208"/>
                    <a:pt x="211" y="0"/>
                    <a:pt x="632" y="0"/>
                  </a:cubicBezTo>
                  <a:cubicBezTo>
                    <a:pt x="922" y="0"/>
                    <a:pt x="1578" y="427"/>
                    <a:pt x="2598" y="1281"/>
                  </a:cubicBezTo>
                  <a:cubicBezTo>
                    <a:pt x="3642" y="2136"/>
                    <a:pt x="4944" y="3542"/>
                    <a:pt x="6503" y="5501"/>
                  </a:cubicBezTo>
                  <a:cubicBezTo>
                    <a:pt x="8087" y="7460"/>
                    <a:pt x="9463" y="9637"/>
                    <a:pt x="10631" y="12033"/>
                  </a:cubicBezTo>
                  <a:cubicBezTo>
                    <a:pt x="13443" y="17847"/>
                    <a:pt x="14848" y="24505"/>
                    <a:pt x="14848" y="32007"/>
                  </a:cubicBezTo>
                  <a:cubicBezTo>
                    <a:pt x="14848" y="39216"/>
                    <a:pt x="13505" y="45728"/>
                    <a:pt x="10818" y="51542"/>
                  </a:cubicBezTo>
                  <a:cubicBezTo>
                    <a:pt x="9674" y="53980"/>
                    <a:pt x="8298" y="56220"/>
                    <a:pt x="6690" y="58262"/>
                  </a:cubicBezTo>
                  <a:cubicBezTo>
                    <a:pt x="5089" y="60304"/>
                    <a:pt x="3754" y="61773"/>
                    <a:pt x="2687" y="62669"/>
                  </a:cubicBezTo>
                  <a:cubicBezTo>
                    <a:pt x="1625" y="63565"/>
                    <a:pt x="940" y="64014"/>
                    <a:pt x="632" y="64014"/>
                  </a:cubicBezTo>
                  <a:cubicBezTo>
                    <a:pt x="211" y="64014"/>
                    <a:pt x="0" y="63805"/>
                    <a:pt x="0" y="63388"/>
                  </a:cubicBezTo>
                  <a:close/>
                </a:path>
              </a:pathLst>
            </a:custGeom>
            <a:solidFill>
              <a:srgbClr val="000000"/>
            </a:solidFill>
            <a:ln w="889" cap="flat">
              <a:noFill/>
              <a:prstDash val="solid"/>
              <a:miter/>
            </a:ln>
          </p:spPr>
          <p:txBody>
            <a:bodyPr/>
            <a:lstStyle/>
            <a:p>
              <a:endParaRPr lang="en-DE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7843190-7058-5DBD-4692-BA6482404C3B}"/>
                  </a:ext>
                </a:extLst>
              </p:cNvPr>
              <p:cNvSpPr txBox="1"/>
              <p:nvPr/>
            </p:nvSpPr>
            <p:spPr bwMode="gray">
              <a:xfrm>
                <a:off x="1406119" y="1020181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;2,0.5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7843190-7058-5DBD-4692-BA6482404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06119" y="1020181"/>
                <a:ext cx="1481205" cy="21431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B407FC4-677B-7B7B-2670-A0F95C480629}"/>
                  </a:ext>
                </a:extLst>
              </p:cNvPr>
              <p:cNvSpPr txBox="1"/>
              <p:nvPr/>
            </p:nvSpPr>
            <p:spPr bwMode="gray">
              <a:xfrm>
                <a:off x="1406119" y="1207493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B407FC4-677B-7B7B-2670-A0F95C480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06119" y="1207493"/>
                <a:ext cx="1481205" cy="21431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556696C3-7802-3E03-C82B-3827C5B5DAF5}"/>
                  </a:ext>
                </a:extLst>
              </p:cNvPr>
              <p:cNvSpPr txBox="1"/>
              <p:nvPr/>
            </p:nvSpPr>
            <p:spPr bwMode="gray">
              <a:xfrm>
                <a:off x="4647478" y="1394805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;3,0.5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556696C3-7802-3E03-C82B-3827C5B5DA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47478" y="1394805"/>
                <a:ext cx="1481205" cy="21431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ED931894-084A-1522-6239-ECC87705B564}"/>
                  </a:ext>
                </a:extLst>
              </p:cNvPr>
              <p:cNvSpPr txBox="1"/>
              <p:nvPr/>
            </p:nvSpPr>
            <p:spPr bwMode="gray">
              <a:xfrm>
                <a:off x="1406119" y="1394805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;3.37,1.69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ED931894-084A-1522-6239-ECC87705B5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06119" y="1394805"/>
                <a:ext cx="1481205" cy="21431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5E71289A-9CBD-0A42-2FB4-9FFA21AD5437}"/>
                  </a:ext>
                </a:extLst>
              </p:cNvPr>
              <p:cNvSpPr txBox="1"/>
              <p:nvPr/>
            </p:nvSpPr>
            <p:spPr bwMode="gray">
              <a:xfrm>
                <a:off x="1309137" y="3093427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;2,1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5E71289A-9CBD-0A42-2FB4-9FFA21AD54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9137" y="3093427"/>
                <a:ext cx="1481205" cy="21431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9D88148-5B5F-8DF4-B413-9E35D292D5E6}"/>
                  </a:ext>
                </a:extLst>
              </p:cNvPr>
              <p:cNvSpPr txBox="1"/>
              <p:nvPr/>
            </p:nvSpPr>
            <p:spPr bwMode="gray">
              <a:xfrm>
                <a:off x="1309137" y="3280739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;10,1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9D88148-5B5F-8DF4-B413-9E35D292D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9137" y="3280739"/>
                <a:ext cx="1481205" cy="21431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6FC07513-1251-FDDB-D502-F8C07B818DBE}"/>
                  </a:ext>
                </a:extLst>
              </p:cNvPr>
              <p:cNvSpPr txBox="1"/>
              <p:nvPr/>
            </p:nvSpPr>
            <p:spPr bwMode="gray">
              <a:xfrm>
                <a:off x="4550496" y="3468051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;3,0.5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6FC07513-1251-FDDB-D502-F8C07B818D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50496" y="3468051"/>
                <a:ext cx="1481205" cy="21431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298405A-03B7-0DC8-69E1-93406D361A00}"/>
                  </a:ext>
                </a:extLst>
              </p:cNvPr>
              <p:cNvSpPr txBox="1"/>
              <p:nvPr/>
            </p:nvSpPr>
            <p:spPr bwMode="gray">
              <a:xfrm>
                <a:off x="1309137" y="3468051"/>
                <a:ext cx="1481205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;−6,1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298405A-03B7-0DC8-69E1-93406D361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9137" y="3468051"/>
                <a:ext cx="1481205" cy="214317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73" name="Straight Arrow Connector 572">
            <a:extLst>
              <a:ext uri="{FF2B5EF4-FFF2-40B4-BE49-F238E27FC236}">
                <a16:creationId xmlns:a16="http://schemas.microsoft.com/office/drawing/2014/main" id="{93533B64-1460-A846-4629-1957F20CC7B9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572500" y="1798544"/>
            <a:ext cx="324285" cy="176362"/>
          </a:xfrm>
          <a:prstGeom prst="straightConnector1">
            <a:avLst/>
          </a:prstGeom>
          <a:ln>
            <a:solidFill>
              <a:srgbClr val="0070C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4" name="TextBox 573">
                <a:extLst>
                  <a:ext uri="{FF2B5EF4-FFF2-40B4-BE49-F238E27FC236}">
                    <a16:creationId xmlns:a16="http://schemas.microsoft.com/office/drawing/2014/main" id="{8AD18704-DAC8-9D82-9D88-80B798B806BF}"/>
                  </a:ext>
                </a:extLst>
              </p:cNvPr>
              <p:cNvSpPr txBox="1"/>
              <p:nvPr/>
            </p:nvSpPr>
            <p:spPr bwMode="gray">
              <a:xfrm rot="1590956">
                <a:off x="7426972" y="1824812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74" name="TextBox 573">
                <a:extLst>
                  <a:ext uri="{FF2B5EF4-FFF2-40B4-BE49-F238E27FC236}">
                    <a16:creationId xmlns:a16="http://schemas.microsoft.com/office/drawing/2014/main" id="{8AD18704-DAC8-9D82-9D88-80B798B806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590956">
                <a:off x="7426972" y="1824812"/>
                <a:ext cx="465387" cy="20581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77" name="Straight Arrow Connector 576">
            <a:extLst>
              <a:ext uri="{FF2B5EF4-FFF2-40B4-BE49-F238E27FC236}">
                <a16:creationId xmlns:a16="http://schemas.microsoft.com/office/drawing/2014/main" id="{1D963CE8-4261-626F-5348-367F6CB973B7}"/>
              </a:ext>
            </a:extLst>
          </p:cNvPr>
          <p:cNvCxnSpPr>
            <a:cxnSpLocks/>
            <a:stCxn id="13" idx="0"/>
            <a:endCxn id="15" idx="7"/>
          </p:cNvCxnSpPr>
          <p:nvPr/>
        </p:nvCxnSpPr>
        <p:spPr bwMode="gray">
          <a:xfrm rot="16200000" flipV="1">
            <a:off x="7656756" y="1483905"/>
            <a:ext cx="347339" cy="508663"/>
          </a:xfrm>
          <a:prstGeom prst="curvedConnector3">
            <a:avLst>
              <a:gd name="adj1" fmla="val 176439"/>
            </a:avLst>
          </a:prstGeom>
          <a:ln>
            <a:solidFill>
              <a:srgbClr val="00B050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80" name="TextBox 579">
                <a:extLst>
                  <a:ext uri="{FF2B5EF4-FFF2-40B4-BE49-F238E27FC236}">
                    <a16:creationId xmlns:a16="http://schemas.microsoft.com/office/drawing/2014/main" id="{8D18DE57-1527-E0A7-880B-B6567F791138}"/>
                  </a:ext>
                </a:extLst>
              </p:cNvPr>
              <p:cNvSpPr txBox="1"/>
              <p:nvPr/>
            </p:nvSpPr>
            <p:spPr bwMode="gray">
              <a:xfrm rot="1590956">
                <a:off x="7615041" y="1387925"/>
                <a:ext cx="465387" cy="20581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580" name="TextBox 579">
                <a:extLst>
                  <a:ext uri="{FF2B5EF4-FFF2-40B4-BE49-F238E27FC236}">
                    <a16:creationId xmlns:a16="http://schemas.microsoft.com/office/drawing/2014/main" id="{8D18DE57-1527-E0A7-880B-B6567F791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590956">
                <a:off x="7615041" y="1387925"/>
                <a:ext cx="465387" cy="20581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extBox 3">
            <a:extLst>
              <a:ext uri="{FF2B5EF4-FFF2-40B4-BE49-F238E27FC236}">
                <a16:creationId xmlns:a16="http://schemas.microsoft.com/office/drawing/2014/main" id="{77D30F9D-0E09-236B-D7AB-73C5CD02A55F}"/>
              </a:ext>
            </a:extLst>
          </p:cNvPr>
          <p:cNvSpPr txBox="1"/>
          <p:nvPr/>
        </p:nvSpPr>
        <p:spPr bwMode="gray">
          <a:xfrm rot="16200000">
            <a:off x="-508459" y="1785004"/>
            <a:ext cx="191712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DE" sz="1200" b="1" dirty="0"/>
              <a:t>Good  Approximation</a:t>
            </a:r>
            <a:endParaRPr lang="en-US" sz="1200" b="1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706F3C3-19F6-D10F-C047-63AA602F7D7E}"/>
              </a:ext>
            </a:extLst>
          </p:cNvPr>
          <p:cNvSpPr txBox="1"/>
          <p:nvPr/>
        </p:nvSpPr>
        <p:spPr bwMode="gray">
          <a:xfrm rot="16200000">
            <a:off x="-508459" y="3913490"/>
            <a:ext cx="191712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DE" sz="1200" b="1" dirty="0"/>
              <a:t>Bad  Approximation</a:t>
            </a:r>
            <a:endParaRPr lang="en-US" sz="1200" b="1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42CD7D0-6BA8-A7DB-9A97-516309AD4FA5}"/>
              </a:ext>
            </a:extLst>
          </p:cNvPr>
          <p:cNvSpPr txBox="1"/>
          <p:nvPr/>
        </p:nvSpPr>
        <p:spPr bwMode="gray">
          <a:xfrm>
            <a:off x="889936" y="4914669"/>
            <a:ext cx="209955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DE" sz="1200" b="1" dirty="0"/>
              <a:t>Message  Approximation</a:t>
            </a:r>
            <a:endParaRPr lang="en-US" sz="1200" b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FBA2E9F-AC8B-E3E4-14A2-7A5AD1F6C2DB}"/>
              </a:ext>
            </a:extLst>
          </p:cNvPr>
          <p:cNvSpPr txBox="1"/>
          <p:nvPr/>
        </p:nvSpPr>
        <p:spPr bwMode="gray">
          <a:xfrm>
            <a:off x="4241321" y="4914669"/>
            <a:ext cx="209955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DE" sz="1200" b="1" dirty="0"/>
              <a:t>Marginal  Approximation</a:t>
            </a:r>
            <a:endParaRPr 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91206064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7" grpId="0"/>
      <p:bldP spid="472" grpId="0" animBg="1"/>
      <p:bldP spid="473" grpId="0" animBg="1"/>
      <p:bldP spid="386" grpId="0" animBg="1"/>
      <p:bldP spid="387" grpId="0" animBg="1"/>
      <p:bldP spid="217" grpId="0" animBg="1"/>
      <p:bldP spid="218" grpId="0" animBg="1"/>
      <p:bldP spid="132" grpId="0" animBg="1"/>
      <p:bldP spid="133" grpId="0" animBg="1"/>
      <p:bldP spid="69" grpId="0"/>
      <p:bldP spid="70" grpId="0"/>
      <p:bldP spid="71" grpId="0"/>
      <p:bldP spid="75" grpId="0"/>
      <p:bldP spid="76" grpId="0"/>
      <p:bldP spid="77" grpId="0"/>
      <p:bldP spid="78" grpId="0"/>
      <p:bldP spid="79" grpId="0"/>
      <p:bldP spid="574" grpId="0"/>
      <p:bldP spid="580" grpId="0"/>
      <p:bldP spid="4" grpId="0"/>
      <p:bldP spid="5" grpId="0"/>
      <p:bldP spid="6" grpId="0"/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8C68F-9C16-180A-7D61-056118A9F3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59712F8-D1E0-C855-C4B2-51195AEDECF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Direct Message Approximation</a:t>
            </a:r>
          </a:p>
          <a:p>
            <a:r>
              <a:rPr lang="en-GB" b="1" dirty="0"/>
              <a:t>Approximate Messages for Deterministic Functions</a:t>
            </a:r>
          </a:p>
          <a:p>
            <a:pPr lvl="1"/>
            <a:r>
              <a:rPr lang="en-GB" b="1" dirty="0"/>
              <a:t>Product Factor</a:t>
            </a:r>
          </a:p>
          <a:p>
            <a:pPr lvl="1"/>
            <a:r>
              <a:rPr lang="en-GB" dirty="0"/>
              <a:t>Leaky Rectified Linear Unit Factor</a:t>
            </a:r>
          </a:p>
          <a:p>
            <a:r>
              <a:rPr lang="en-GB" dirty="0"/>
              <a:t>Application: Bayesian Neural Networks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8FB586A-2ADD-5F26-6B23-C5A1AD8096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776050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61A8630-4C76-5558-FC85-54EDAA59A0F6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44514" cy="3563938"/>
              </a:xfrm>
            </p:spPr>
            <p:txBody>
              <a:bodyPr/>
              <a:lstStyle/>
              <a:p>
                <a:r>
                  <a:rPr lang="en-US" b="1" dirty="0"/>
                  <a:t>Log-Normal Distribution</a:t>
                </a:r>
                <a:r>
                  <a:rPr lang="en-US" dirty="0"/>
                  <a:t>. </a:t>
                </a:r>
                <a:r>
                  <a:rPr lang="en-US" i="1" dirty="0"/>
                  <a:t>Given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𝜇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𝜎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lang="en-US" i="1" dirty="0"/>
                  <a:t>, a positive continuous random variable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i="1" dirty="0"/>
                  <a:t> is said to have a Log-Normal distribution if the density is given by</a:t>
                </a:r>
              </a:p>
              <a:p>
                <a:pPr marL="0" indent="0">
                  <a:buNone/>
                </a:pPr>
                <a:endParaRPr lang="en-US" i="1" noProof="0" dirty="0"/>
              </a:p>
              <a:p>
                <a:pPr marL="0" indent="0">
                  <a:buNone/>
                </a:pPr>
                <a:endParaRPr lang="en-US" i="1" noProof="0" dirty="0"/>
              </a:p>
              <a:p>
                <a:r>
                  <a:rPr lang="en-US" b="1" noProof="0" dirty="0"/>
                  <a:t>Properties</a:t>
                </a:r>
                <a:r>
                  <a:rPr lang="en-US" noProof="0" dirty="0"/>
                  <a:t>:</a:t>
                </a:r>
              </a:p>
              <a:p>
                <a:pPr marL="0" indent="0">
                  <a:buNone/>
                </a:pPr>
                <a:endParaRPr lang="en-US" noProof="0" dirty="0"/>
              </a:p>
              <a:p>
                <a:pPr marL="0" indent="0">
                  <a:buNone/>
                </a:pPr>
                <a:endParaRPr lang="en-US" noProof="0" dirty="0"/>
              </a:p>
              <a:p>
                <a:endParaRPr lang="en-US" b="1" noProof="0" dirty="0"/>
              </a:p>
              <a:p>
                <a:endParaRPr lang="en-US" b="1" noProof="0" dirty="0"/>
              </a:p>
              <a:p>
                <a:r>
                  <a:rPr lang="en-US" b="1" noProof="0" dirty="0"/>
                  <a:t>Key Result</a:t>
                </a:r>
                <a:r>
                  <a:rPr lang="en-US" noProof="0" dirty="0"/>
                  <a:t>. If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𝑋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LN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US" noProof="0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𝑌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∼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LN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US" noProof="0" dirty="0"/>
                  <a:t> then </a:t>
                </a:r>
                <a:endParaRPr lang="en-US" b="1" noProof="0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61A8630-4C76-5558-FC85-54EDAA59A0F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044514" cy="3563938"/>
              </a:xfrm>
              <a:blipFill>
                <a:blip r:embed="rId2"/>
                <a:stretch>
                  <a:fillRect t="-355" r="-5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3EB632CA-9A54-45FA-6692-A771502AD3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dirty="0"/>
              <a:t>Exponential Family Distributions: Log-Normal</a:t>
            </a:r>
          </a:p>
        </p:txBody>
      </p:sp>
      <p:pic>
        <p:nvPicPr>
          <p:cNvPr id="5" name="Picture 2">
            <a:extLst>
              <a:ext uri="{FF2B5EF4-FFF2-40B4-BE49-F238E27FC236}">
                <a16:creationId xmlns:a16="http://schemas.microsoft.com/office/drawing/2014/main" id="{43B676A3-77E2-0787-1E50-0411B89630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851069" y="1063512"/>
            <a:ext cx="792559" cy="10485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A2DB8813-6E62-0D84-E380-06D6EF057890}"/>
              </a:ext>
            </a:extLst>
          </p:cNvPr>
          <p:cNvSpPr txBox="1"/>
          <p:nvPr/>
        </p:nvSpPr>
        <p:spPr bwMode="gray">
          <a:xfrm>
            <a:off x="7491265" y="2125919"/>
            <a:ext cx="15121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Sir Francis Galton</a:t>
            </a:r>
            <a:br>
              <a:rPr lang="en-GB" sz="800" b="1" dirty="0">
                <a:solidFill>
                  <a:srgbClr val="333539"/>
                </a:solidFill>
                <a:effectLst/>
              </a:rPr>
            </a:br>
            <a:r>
              <a:rPr lang="en-GB" sz="800" b="1" dirty="0">
                <a:solidFill>
                  <a:srgbClr val="333539"/>
                </a:solidFill>
                <a:effectLst/>
              </a:rPr>
              <a:t>(1822 – 1911)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5AF66B7-538E-AE9D-8E0E-4D54B073CB4F}"/>
                  </a:ext>
                </a:extLst>
              </p:cNvPr>
              <p:cNvSpPr txBox="1"/>
              <p:nvPr/>
            </p:nvSpPr>
            <p:spPr bwMode="gray">
              <a:xfrm>
                <a:off x="1634706" y="1721738"/>
                <a:ext cx="4684142" cy="580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40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ad>
                            <m:radPr>
                              <m:degHide m:val="on"/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𝜋</m:t>
                              </m:r>
                            </m:e>
                          </m:rad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𝜎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𝑥</m:t>
                          </m:r>
                        </m:den>
                      </m:f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unc>
                                            <m:funcPr>
                                              <m:ctrlP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uncPr>
                                            <m:fNam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1400">
                                                  <a:latin typeface="Cambria Math" panose="02040503050406030204" pitchFamily="18" charset="0"/>
                                                </a:rPr>
                                                <m:t>log</m:t>
                                              </m:r>
                                            </m:fName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4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4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e>
                                          </m:func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  <m:r>
                        <a:rPr lang="en-US" sz="1400" i="1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5AF66B7-538E-AE9D-8E0E-4D54B073CB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34706" y="1721738"/>
                <a:ext cx="4684142" cy="58067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8AAB303-AE4C-0C23-DEBE-6CF9BB785D42}"/>
                  </a:ext>
                </a:extLst>
              </p:cNvPr>
              <p:cNvSpPr txBox="1"/>
              <p:nvPr/>
            </p:nvSpPr>
            <p:spPr bwMode="gray">
              <a:xfrm>
                <a:off x="2652623" y="2916596"/>
                <a:ext cx="1919377" cy="5806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i="1" noProof="0" smtClean="0">
                          <a:latin typeface="Cambria Math" panose="02040503050406030204" pitchFamily="18" charset="0"/>
                        </a:rPr>
                        <m:t>𝐸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400" i="1" noProof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 noProof="0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en-US" sz="1400" i="1" noProof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8AAB303-AE4C-0C23-DEBE-6CF9BB785D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52623" y="2916596"/>
                <a:ext cx="1919377" cy="58067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9" name="TextBox 1028">
                <a:extLst>
                  <a:ext uri="{FF2B5EF4-FFF2-40B4-BE49-F238E27FC236}">
                    <a16:creationId xmlns:a16="http://schemas.microsoft.com/office/drawing/2014/main" id="{ABE45C14-9592-4F8C-D6DD-5383ADF73A07}"/>
                  </a:ext>
                </a:extLst>
              </p:cNvPr>
              <p:cNvSpPr txBox="1"/>
              <p:nvPr/>
            </p:nvSpPr>
            <p:spPr bwMode="gray">
              <a:xfrm>
                <a:off x="2539663" y="3435270"/>
                <a:ext cx="3239219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400" noProof="0" smtClean="0">
                          <a:latin typeface="Cambria Math" panose="02040503050406030204" pitchFamily="18" charset="0"/>
                        </a:rPr>
                        <m:t>var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400" i="1" noProof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 noProof="0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  <m:r>
                        <a:rPr lang="en-US" sz="1400" i="1" noProof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400" b="0" i="1" noProof="0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 b="0" i="0" noProof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US" sz="1400" b="0" i="1" noProof="0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b="0" i="1" noProof="0" smtClean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sz="1400" b="0" i="1" noProof="0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400"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sSup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p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e>
                                  </m:d>
                                </m:e>
                              </m:func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e>
                      </m:func>
                    </m:oMath>
                  </m:oMathPara>
                </a14:m>
                <a:endParaRPr lang="en-US" sz="1400" b="1" noProof="0" dirty="0"/>
              </a:p>
            </p:txBody>
          </p:sp>
        </mc:Choice>
        <mc:Fallback xmlns="">
          <p:sp>
            <p:nvSpPr>
              <p:cNvPr id="1029" name="TextBox 1028">
                <a:extLst>
                  <a:ext uri="{FF2B5EF4-FFF2-40B4-BE49-F238E27FC236}">
                    <a16:creationId xmlns:a16="http://schemas.microsoft.com/office/drawing/2014/main" id="{ABE45C14-9592-4F8C-D6DD-5383ADF73A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39663" y="3435270"/>
                <a:ext cx="3239219" cy="307777"/>
              </a:xfrm>
              <a:prstGeom prst="rect">
                <a:avLst/>
              </a:prstGeom>
              <a:blipFill>
                <a:blip r:embed="rId6"/>
                <a:stretch>
                  <a:fillRect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1" name="TextBox 1030">
                <a:extLst>
                  <a:ext uri="{FF2B5EF4-FFF2-40B4-BE49-F238E27FC236}">
                    <a16:creationId xmlns:a16="http://schemas.microsoft.com/office/drawing/2014/main" id="{8067F144-904E-B211-35D7-4E17E23749AF}"/>
                  </a:ext>
                </a:extLst>
              </p:cNvPr>
              <p:cNvSpPr txBox="1"/>
              <p:nvPr/>
            </p:nvSpPr>
            <p:spPr bwMode="gray">
              <a:xfrm>
                <a:off x="1400848" y="2650772"/>
                <a:ext cx="4126061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∼</m:t>
                      </m:r>
                      <m:r>
                        <m:rPr>
                          <m:sty m:val="p"/>
                        </m:rPr>
                        <a:rPr lang="en-US" sz="1400" b="0" i="0" noProof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US" sz="1400" b="0" i="1" noProof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⇔</m:t>
                      </m:r>
                      <m:func>
                        <m:func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func>
                      <m:r>
                        <a:rPr lang="en-US" sz="1400" i="1">
                          <a:latin typeface="Cambria Math" panose="02040503050406030204" pitchFamily="18" charset="0"/>
                        </a:rPr>
                        <m:t>∼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31" name="TextBox 1030">
                <a:extLst>
                  <a:ext uri="{FF2B5EF4-FFF2-40B4-BE49-F238E27FC236}">
                    <a16:creationId xmlns:a16="http://schemas.microsoft.com/office/drawing/2014/main" id="{8067F144-904E-B211-35D7-4E17E23749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00848" y="2650772"/>
                <a:ext cx="4126061" cy="307777"/>
              </a:xfrm>
              <a:prstGeom prst="rect">
                <a:avLst/>
              </a:prstGeom>
              <a:blipFill>
                <a:blip r:embed="rId7"/>
                <a:stretch>
                  <a:fillRect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952897C1-065C-719E-439D-1C79666092C5}"/>
                  </a:ext>
                </a:extLst>
              </p:cNvPr>
              <p:cNvSpPr txBox="1"/>
              <p:nvPr/>
            </p:nvSpPr>
            <p:spPr bwMode="gray">
              <a:xfrm>
                <a:off x="1425941" y="4091409"/>
                <a:ext cx="2768231" cy="31072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𝑌</m:t>
                      </m:r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∼</m:t>
                      </m:r>
                      <m:r>
                        <m:rPr>
                          <m:sty m:val="p"/>
                        </m:rPr>
                        <a:rPr lang="en-US" sz="1400" b="0" i="0" noProof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952897C1-065C-719E-439D-1C79666092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25941" y="4091409"/>
                <a:ext cx="2768231" cy="310726"/>
              </a:xfrm>
              <a:prstGeom prst="rect">
                <a:avLst/>
              </a:prstGeom>
              <a:blipFill>
                <a:blip r:embed="rId8"/>
                <a:stretch>
                  <a:fillRect b="-4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7F2ED836-E879-4E1F-1026-BE51B862A302}"/>
                  </a:ext>
                </a:extLst>
              </p:cNvPr>
              <p:cNvSpPr txBox="1"/>
              <p:nvPr/>
            </p:nvSpPr>
            <p:spPr bwMode="gray">
              <a:xfrm>
                <a:off x="1538085" y="4431015"/>
                <a:ext cx="2768231" cy="4956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1400" b="0" i="1" noProof="0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num>
                        <m:den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den>
                      </m:f>
                      <m:r>
                        <a:rPr lang="en-US" sz="1400" b="0" i="1" noProof="0" smtClean="0">
                          <a:latin typeface="Cambria Math" panose="02040503050406030204" pitchFamily="18" charset="0"/>
                        </a:rPr>
                        <m:t>∼</m:t>
                      </m:r>
                      <m:r>
                        <m:rPr>
                          <m:sty m:val="p"/>
                        </m:rPr>
                        <a:rPr lang="en-US" sz="1400" b="0" i="0" noProof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400" b="0" i="1" noProof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400" b="0" i="1" noProof="0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7F2ED836-E879-4E1F-1026-BE51B862A3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38085" y="4431015"/>
                <a:ext cx="2768231" cy="495649"/>
              </a:xfrm>
              <a:prstGeom prst="rect">
                <a:avLst/>
              </a:prstGeom>
              <a:blipFill>
                <a:blip r:embed="rId9"/>
                <a:stretch>
                  <a:fillRect b="-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34" name="Straight Arrow Connector 3960">
            <a:extLst>
              <a:ext uri="{FF2B5EF4-FFF2-40B4-BE49-F238E27FC236}">
                <a16:creationId xmlns:a16="http://schemas.microsoft.com/office/drawing/2014/main" id="{7A4852AB-7AD1-3E72-CA6B-3AA0B075E493}"/>
              </a:ext>
            </a:extLst>
          </p:cNvPr>
          <p:cNvCxnSpPr>
            <a:cxnSpLocks/>
            <a:stCxn id="1049" idx="0"/>
            <a:endCxn id="1037" idx="0"/>
          </p:cNvCxnSpPr>
          <p:nvPr/>
        </p:nvCxnSpPr>
        <p:spPr bwMode="gray">
          <a:xfrm rot="16200000" flipH="1">
            <a:off x="4920141" y="2236681"/>
            <a:ext cx="171520" cy="3242493"/>
          </a:xfrm>
          <a:prstGeom prst="curvedConnector3">
            <a:avLst>
              <a:gd name="adj1" fmla="val -133279"/>
            </a:avLst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37" name="TextBox 1036">
                <a:extLst>
                  <a:ext uri="{FF2B5EF4-FFF2-40B4-BE49-F238E27FC236}">
                    <a16:creationId xmlns:a16="http://schemas.microsoft.com/office/drawing/2014/main" id="{F15F985D-4FD4-460B-37B8-4EAEF5306553}"/>
                  </a:ext>
                </a:extLst>
              </p:cNvPr>
              <p:cNvSpPr txBox="1"/>
              <p:nvPr/>
            </p:nvSpPr>
            <p:spPr bwMode="gray">
              <a:xfrm>
                <a:off x="5850593" y="3943687"/>
                <a:ext cx="1553109" cy="487059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00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func>
                      <m:r>
                        <a:rPr lang="en-US" sz="10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∼</m:t>
                      </m:r>
                      <m:r>
                        <a:rPr lang="en-US" sz="10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br>
                  <a:rPr lang="en-DE" sz="1000" dirty="0">
                    <a:solidFill>
                      <a:srgbClr val="C00000"/>
                    </a:solidFill>
                  </a:rPr>
                </a:br>
                <a14:m>
                  <m:oMath xmlns:m="http://schemas.openxmlformats.org/officeDocument/2006/math">
                    <m:func>
                      <m:func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</m:d>
                      </m:e>
                    </m:func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DE" sz="1000" dirty="0">
                    <a:solidFill>
                      <a:srgbClr val="C0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037" name="TextBox 1036">
                <a:extLst>
                  <a:ext uri="{FF2B5EF4-FFF2-40B4-BE49-F238E27FC236}">
                    <a16:creationId xmlns:a16="http://schemas.microsoft.com/office/drawing/2014/main" id="{F15F985D-4FD4-460B-37B8-4EAEF53065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50593" y="3943687"/>
                <a:ext cx="1553109" cy="487059"/>
              </a:xfrm>
              <a:prstGeom prst="round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43" name="Rounded Rectangle 1042">
            <a:extLst>
              <a:ext uri="{FF2B5EF4-FFF2-40B4-BE49-F238E27FC236}">
                <a16:creationId xmlns:a16="http://schemas.microsoft.com/office/drawing/2014/main" id="{68C71A0B-4192-79C5-BD17-228A0F6F7216}"/>
              </a:ext>
            </a:extLst>
          </p:cNvPr>
          <p:cNvSpPr/>
          <p:nvPr/>
        </p:nvSpPr>
        <p:spPr bwMode="gray">
          <a:xfrm>
            <a:off x="1891186" y="2670456"/>
            <a:ext cx="3103508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1044" name="Straight Arrow Connector 3960">
            <a:extLst>
              <a:ext uri="{FF2B5EF4-FFF2-40B4-BE49-F238E27FC236}">
                <a16:creationId xmlns:a16="http://schemas.microsoft.com/office/drawing/2014/main" id="{7EEC37BB-950B-D61B-C161-23DCD3A61B32}"/>
              </a:ext>
            </a:extLst>
          </p:cNvPr>
          <p:cNvCxnSpPr>
            <a:cxnSpLocks/>
            <a:stCxn id="1043" idx="3"/>
            <a:endCxn id="1037" idx="0"/>
          </p:cNvCxnSpPr>
          <p:nvPr/>
        </p:nvCxnSpPr>
        <p:spPr bwMode="gray">
          <a:xfrm>
            <a:off x="4994694" y="2814472"/>
            <a:ext cx="1632454" cy="1129215"/>
          </a:xfrm>
          <a:prstGeom prst="curvedConnector2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" name="Rounded Rectangle 1048">
            <a:extLst>
              <a:ext uri="{FF2B5EF4-FFF2-40B4-BE49-F238E27FC236}">
                <a16:creationId xmlns:a16="http://schemas.microsoft.com/office/drawing/2014/main" id="{13D878B8-A7FF-0F5E-49FC-B2386D79FAD9}"/>
              </a:ext>
            </a:extLst>
          </p:cNvPr>
          <p:cNvSpPr/>
          <p:nvPr/>
        </p:nvSpPr>
        <p:spPr bwMode="gray">
          <a:xfrm>
            <a:off x="1891186" y="3772167"/>
            <a:ext cx="2986937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56" name="TextBox 1055">
                <a:extLst>
                  <a:ext uri="{FF2B5EF4-FFF2-40B4-BE49-F238E27FC236}">
                    <a16:creationId xmlns:a16="http://schemas.microsoft.com/office/drawing/2014/main" id="{044E421E-887E-1F9E-90E2-00453DC34349}"/>
                  </a:ext>
                </a:extLst>
              </p:cNvPr>
              <p:cNvSpPr txBox="1"/>
              <p:nvPr/>
            </p:nvSpPr>
            <p:spPr bwMode="gray">
              <a:xfrm>
                <a:off x="4894962" y="4557890"/>
                <a:ext cx="3463546" cy="518370"/>
              </a:xfrm>
              <a:prstGeom prst="round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If </a:t>
                </a:r>
                <a14:m>
                  <m:oMath xmlns:m="http://schemas.openxmlformats.org/officeDocument/2006/math">
                    <m:func>
                      <m:func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</m:d>
                      </m:e>
                    </m:func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  <m:sup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DE" sz="1000" dirty="0">
                    <a:solidFill>
                      <a:srgbClr val="C00000"/>
                    </a:solidFill>
                  </a:rPr>
                  <a:t> and </a:t>
                </a:r>
                <a14:m>
                  <m:oMath xmlns:m="http://schemas.openxmlformats.org/officeDocument/2006/math">
                    <m:func>
                      <m:func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</m:d>
                      </m:e>
                    </m:func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DE" sz="1000" dirty="0">
                    <a:solidFill>
                      <a:srgbClr val="C00000"/>
                    </a:solidFill>
                  </a:rPr>
                  <a:t> </a:t>
                </a:r>
              </a:p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GB" sz="1000" dirty="0">
                    <a:solidFill>
                      <a:srgbClr val="C00000"/>
                    </a:solidFill>
                  </a:rPr>
                  <a:t>t</a:t>
                </a:r>
                <a:r>
                  <a:rPr lang="en-DE" sz="1000" dirty="0">
                    <a:solidFill>
                      <a:srgbClr val="C00000"/>
                    </a:solidFill>
                  </a:rPr>
                  <a:t>hen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 b="0" i="0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log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d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func>
                      <m:func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𝑋</m:t>
                            </m:r>
                          </m:e>
                        </m:d>
                      </m:e>
                    </m:func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func>
                      <m:func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00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𝑌</m:t>
                            </m:r>
                          </m:e>
                        </m:d>
                      </m:e>
                    </m:func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∼</m:t>
                    </m:r>
                    <m:r>
                      <a:rPr lang="en-US" sz="1000" i="1">
                        <a:solidFill>
                          <a:srgbClr val="C0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  <m:sup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  <m:sSubSup>
                          <m:sSubSupPr>
                            <m:ctrlP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  <m:sup>
                            <m:r>
                              <a:rPr lang="en-US" sz="1000" i="1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56" name="TextBox 1055">
                <a:extLst>
                  <a:ext uri="{FF2B5EF4-FFF2-40B4-BE49-F238E27FC236}">
                    <a16:creationId xmlns:a16="http://schemas.microsoft.com/office/drawing/2014/main" id="{044E421E-887E-1F9E-90E2-00453DC343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94962" y="4557890"/>
                <a:ext cx="3463546" cy="518370"/>
              </a:xfrm>
              <a:prstGeom prst="roundRect">
                <a:avLst/>
              </a:prstGeom>
              <a:blipFill>
                <a:blip r:embed="rId11"/>
                <a:stretch>
                  <a:fillRect b="-487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66" name="Straight Arrow Connector 3960">
            <a:extLst>
              <a:ext uri="{FF2B5EF4-FFF2-40B4-BE49-F238E27FC236}">
                <a16:creationId xmlns:a16="http://schemas.microsoft.com/office/drawing/2014/main" id="{19C81D8C-6AE8-C322-5E3D-DBA7DEC77F96}"/>
              </a:ext>
            </a:extLst>
          </p:cNvPr>
          <p:cNvCxnSpPr>
            <a:cxnSpLocks/>
            <a:stCxn id="1037" idx="2"/>
            <a:endCxn id="1056" idx="0"/>
          </p:cNvCxnSpPr>
          <p:nvPr/>
        </p:nvCxnSpPr>
        <p:spPr bwMode="gray">
          <a:xfrm rot="5400000">
            <a:off x="6563370" y="4494112"/>
            <a:ext cx="127144" cy="413"/>
          </a:xfrm>
          <a:prstGeom prst="curvedConnector3">
            <a:avLst>
              <a:gd name="adj1" fmla="val 50000"/>
            </a:avLst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7" name="Straight Arrow Connector 3960">
            <a:extLst>
              <a:ext uri="{FF2B5EF4-FFF2-40B4-BE49-F238E27FC236}">
                <a16:creationId xmlns:a16="http://schemas.microsoft.com/office/drawing/2014/main" id="{08BCC9F1-C30E-C0AA-DDE4-3FCD77F9F695}"/>
              </a:ext>
            </a:extLst>
          </p:cNvPr>
          <p:cNvCxnSpPr>
            <a:cxnSpLocks/>
            <a:stCxn id="1056" idx="1"/>
            <a:endCxn id="1075" idx="3"/>
          </p:cNvCxnSpPr>
          <p:nvPr/>
        </p:nvCxnSpPr>
        <p:spPr bwMode="gray">
          <a:xfrm rot="10800000">
            <a:off x="3983698" y="4243989"/>
            <a:ext cx="911265" cy="573086"/>
          </a:xfrm>
          <a:prstGeom prst="curvedConnector3">
            <a:avLst>
              <a:gd name="adj1" fmla="val 50000"/>
            </a:avLst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5" name="Rounded Rectangle 1074">
            <a:extLst>
              <a:ext uri="{FF2B5EF4-FFF2-40B4-BE49-F238E27FC236}">
                <a16:creationId xmlns:a16="http://schemas.microsoft.com/office/drawing/2014/main" id="{CE94A29D-AD65-3518-FCD4-8BBAA0EA0443}"/>
              </a:ext>
            </a:extLst>
          </p:cNvPr>
          <p:cNvSpPr/>
          <p:nvPr/>
        </p:nvSpPr>
        <p:spPr bwMode="gray">
          <a:xfrm>
            <a:off x="1611010" y="4099973"/>
            <a:ext cx="2372687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1078" name="Straight Arrow Connector 3960">
            <a:extLst>
              <a:ext uri="{FF2B5EF4-FFF2-40B4-BE49-F238E27FC236}">
                <a16:creationId xmlns:a16="http://schemas.microsoft.com/office/drawing/2014/main" id="{FB9AC2FB-CE3F-4A25-39C2-C55A300EB5C8}"/>
              </a:ext>
            </a:extLst>
          </p:cNvPr>
          <p:cNvCxnSpPr>
            <a:cxnSpLocks/>
            <a:stCxn id="1043" idx="3"/>
            <a:endCxn id="1075" idx="3"/>
          </p:cNvCxnSpPr>
          <p:nvPr/>
        </p:nvCxnSpPr>
        <p:spPr bwMode="gray">
          <a:xfrm flipH="1">
            <a:off x="3983697" y="2814472"/>
            <a:ext cx="1010997" cy="1429517"/>
          </a:xfrm>
          <a:prstGeom prst="curvedConnector3">
            <a:avLst>
              <a:gd name="adj1" fmla="val -22611"/>
            </a:avLst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33" name="Group 3132">
            <a:extLst>
              <a:ext uri="{FF2B5EF4-FFF2-40B4-BE49-F238E27FC236}">
                <a16:creationId xmlns:a16="http://schemas.microsoft.com/office/drawing/2014/main" id="{BD5C39A9-1FB0-59C0-9FD8-7843577529B8}"/>
              </a:ext>
            </a:extLst>
          </p:cNvPr>
          <p:cNvGrpSpPr/>
          <p:nvPr/>
        </p:nvGrpSpPr>
        <p:grpSpPr>
          <a:xfrm>
            <a:off x="7090292" y="2476062"/>
            <a:ext cx="1875322" cy="1215338"/>
            <a:chOff x="7090292" y="2476062"/>
            <a:chExt cx="1875322" cy="1215338"/>
          </a:xfrm>
        </p:grpSpPr>
        <p:sp>
          <p:nvSpPr>
            <p:cNvPr id="3073" name="Freeform 3072">
              <a:extLst>
                <a:ext uri="{FF2B5EF4-FFF2-40B4-BE49-F238E27FC236}">
                  <a16:creationId xmlns:a16="http://schemas.microsoft.com/office/drawing/2014/main" id="{417DBC92-1D6D-D353-8743-0A33BEAC608D}"/>
                </a:ext>
              </a:extLst>
            </p:cNvPr>
            <p:cNvSpPr/>
            <p:nvPr/>
          </p:nvSpPr>
          <p:spPr>
            <a:xfrm>
              <a:off x="7317228" y="2476062"/>
              <a:ext cx="1648386" cy="1063451"/>
            </a:xfrm>
            <a:custGeom>
              <a:avLst/>
              <a:gdLst>
                <a:gd name="csX0" fmla="*/ 0 w 1648386"/>
                <a:gd name="csY0" fmla="*/ 1063452 h 1063451"/>
                <a:gd name="csX1" fmla="*/ 1648387 w 1648386"/>
                <a:gd name="csY1" fmla="*/ 1063452 h 1063451"/>
                <a:gd name="csX2" fmla="*/ 1648387 w 1648386"/>
                <a:gd name="csY2" fmla="*/ 0 h 1063451"/>
                <a:gd name="csX3" fmla="*/ 0 w 1648386"/>
                <a:gd name="csY3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48386" h="1063451">
                  <a:moveTo>
                    <a:pt x="0" y="1063452"/>
                  </a:moveTo>
                  <a:lnTo>
                    <a:pt x="1648387" y="1063452"/>
                  </a:lnTo>
                  <a:lnTo>
                    <a:pt x="1648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" name="Freeform 3074">
              <a:extLst>
                <a:ext uri="{FF2B5EF4-FFF2-40B4-BE49-F238E27FC236}">
                  <a16:creationId xmlns:a16="http://schemas.microsoft.com/office/drawing/2014/main" id="{DA74455A-B460-E803-E24B-BA2854BFFE1E}"/>
                </a:ext>
              </a:extLst>
            </p:cNvPr>
            <p:cNvSpPr/>
            <p:nvPr/>
          </p:nvSpPr>
          <p:spPr>
            <a:xfrm>
              <a:off x="7363881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" name="Freeform 3075">
              <a:extLst>
                <a:ext uri="{FF2B5EF4-FFF2-40B4-BE49-F238E27FC236}">
                  <a16:creationId xmlns:a16="http://schemas.microsoft.com/office/drawing/2014/main" id="{06777969-EB4A-57D5-C9ED-0BB36CCB9860}"/>
                </a:ext>
              </a:extLst>
            </p:cNvPr>
            <p:cNvSpPr/>
            <p:nvPr/>
          </p:nvSpPr>
          <p:spPr>
            <a:xfrm>
              <a:off x="7746325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" name="Freeform 3076">
              <a:extLst>
                <a:ext uri="{FF2B5EF4-FFF2-40B4-BE49-F238E27FC236}">
                  <a16:creationId xmlns:a16="http://schemas.microsoft.com/office/drawing/2014/main" id="{B71EEEB5-B913-F8E6-2B0E-F68D9D203FBB}"/>
                </a:ext>
              </a:extLst>
            </p:cNvPr>
            <p:cNvSpPr/>
            <p:nvPr/>
          </p:nvSpPr>
          <p:spPr>
            <a:xfrm>
              <a:off x="8128769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" name="Freeform 3077">
              <a:extLst>
                <a:ext uri="{FF2B5EF4-FFF2-40B4-BE49-F238E27FC236}">
                  <a16:creationId xmlns:a16="http://schemas.microsoft.com/office/drawing/2014/main" id="{14D46F23-FE65-3E83-2B43-A040C4E61335}"/>
                </a:ext>
              </a:extLst>
            </p:cNvPr>
            <p:cNvSpPr/>
            <p:nvPr/>
          </p:nvSpPr>
          <p:spPr>
            <a:xfrm>
              <a:off x="8511211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" name="Freeform 3078">
              <a:extLst>
                <a:ext uri="{FF2B5EF4-FFF2-40B4-BE49-F238E27FC236}">
                  <a16:creationId xmlns:a16="http://schemas.microsoft.com/office/drawing/2014/main" id="{FCACCC1A-DB9E-3369-635D-043B5EABC91F}"/>
                </a:ext>
              </a:extLst>
            </p:cNvPr>
            <p:cNvSpPr/>
            <p:nvPr/>
          </p:nvSpPr>
          <p:spPr>
            <a:xfrm>
              <a:off x="8893654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" name="Freeform 3079">
              <a:extLst>
                <a:ext uri="{FF2B5EF4-FFF2-40B4-BE49-F238E27FC236}">
                  <a16:creationId xmlns:a16="http://schemas.microsoft.com/office/drawing/2014/main" id="{84411389-7F6F-4BE6-B28D-985BA1B72D37}"/>
                </a:ext>
              </a:extLst>
            </p:cNvPr>
            <p:cNvSpPr/>
            <p:nvPr/>
          </p:nvSpPr>
          <p:spPr>
            <a:xfrm>
              <a:off x="7317228" y="3509414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" name="Freeform 3080">
              <a:extLst>
                <a:ext uri="{FF2B5EF4-FFF2-40B4-BE49-F238E27FC236}">
                  <a16:creationId xmlns:a16="http://schemas.microsoft.com/office/drawing/2014/main" id="{1924CB28-A6E2-9F27-3AA7-22934CF00345}"/>
                </a:ext>
              </a:extLst>
            </p:cNvPr>
            <p:cNvSpPr/>
            <p:nvPr/>
          </p:nvSpPr>
          <p:spPr>
            <a:xfrm>
              <a:off x="7317228" y="3356887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2" name="Freeform 3081">
              <a:extLst>
                <a:ext uri="{FF2B5EF4-FFF2-40B4-BE49-F238E27FC236}">
                  <a16:creationId xmlns:a16="http://schemas.microsoft.com/office/drawing/2014/main" id="{8FF8332B-9427-CE74-D2AE-8C64EE87AEAF}"/>
                </a:ext>
              </a:extLst>
            </p:cNvPr>
            <p:cNvSpPr/>
            <p:nvPr/>
          </p:nvSpPr>
          <p:spPr>
            <a:xfrm>
              <a:off x="7317228" y="3204354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3" name="Freeform 3082">
              <a:extLst>
                <a:ext uri="{FF2B5EF4-FFF2-40B4-BE49-F238E27FC236}">
                  <a16:creationId xmlns:a16="http://schemas.microsoft.com/office/drawing/2014/main" id="{5378DA94-40AC-9FA9-77CE-2A7D76F63C32}"/>
                </a:ext>
              </a:extLst>
            </p:cNvPr>
            <p:cNvSpPr/>
            <p:nvPr/>
          </p:nvSpPr>
          <p:spPr>
            <a:xfrm>
              <a:off x="7317228" y="3051823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4" name="Freeform 3083">
              <a:extLst>
                <a:ext uri="{FF2B5EF4-FFF2-40B4-BE49-F238E27FC236}">
                  <a16:creationId xmlns:a16="http://schemas.microsoft.com/office/drawing/2014/main" id="{885130CB-F8A6-EF0A-8E88-536C2973FE3E}"/>
                </a:ext>
              </a:extLst>
            </p:cNvPr>
            <p:cNvSpPr/>
            <p:nvPr/>
          </p:nvSpPr>
          <p:spPr>
            <a:xfrm>
              <a:off x="7317228" y="2899292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5" name="Freeform 3084">
              <a:extLst>
                <a:ext uri="{FF2B5EF4-FFF2-40B4-BE49-F238E27FC236}">
                  <a16:creationId xmlns:a16="http://schemas.microsoft.com/office/drawing/2014/main" id="{CC97DE79-5465-779F-F10E-957F56167397}"/>
                </a:ext>
              </a:extLst>
            </p:cNvPr>
            <p:cNvSpPr/>
            <p:nvPr/>
          </p:nvSpPr>
          <p:spPr>
            <a:xfrm>
              <a:off x="7317228" y="2746760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6" name="Freeform 3085">
              <a:extLst>
                <a:ext uri="{FF2B5EF4-FFF2-40B4-BE49-F238E27FC236}">
                  <a16:creationId xmlns:a16="http://schemas.microsoft.com/office/drawing/2014/main" id="{86EBDEC0-5C49-C128-547F-A3BCC3FE1F49}"/>
                </a:ext>
              </a:extLst>
            </p:cNvPr>
            <p:cNvSpPr/>
            <p:nvPr/>
          </p:nvSpPr>
          <p:spPr>
            <a:xfrm>
              <a:off x="7317228" y="2594229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159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7" name="Freeform 3086">
              <a:extLst>
                <a:ext uri="{FF2B5EF4-FFF2-40B4-BE49-F238E27FC236}">
                  <a16:creationId xmlns:a16="http://schemas.microsoft.com/office/drawing/2014/main" id="{3C5099EA-E422-9993-8380-11ECD3AD5AA7}"/>
                </a:ext>
              </a:extLst>
            </p:cNvPr>
            <p:cNvSpPr/>
            <p:nvPr/>
          </p:nvSpPr>
          <p:spPr>
            <a:xfrm>
              <a:off x="7317228" y="3539514"/>
              <a:ext cx="1648386" cy="800"/>
            </a:xfrm>
            <a:custGeom>
              <a:avLst/>
              <a:gdLst>
                <a:gd name="csX0" fmla="*/ 0 w 1648386"/>
                <a:gd name="csY0" fmla="*/ 0 h 800"/>
                <a:gd name="csX1" fmla="*/ 1648387 w 1648386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8386" h="800">
                  <a:moveTo>
                    <a:pt x="0" y="0"/>
                  </a:moveTo>
                  <a:lnTo>
                    <a:pt x="1648387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8" name="Freeform 3087">
              <a:extLst>
                <a:ext uri="{FF2B5EF4-FFF2-40B4-BE49-F238E27FC236}">
                  <a16:creationId xmlns:a16="http://schemas.microsoft.com/office/drawing/2014/main" id="{F181EFEE-FE70-D940-C79C-C6F763C11879}"/>
                </a:ext>
              </a:extLst>
            </p:cNvPr>
            <p:cNvSpPr/>
            <p:nvPr/>
          </p:nvSpPr>
          <p:spPr>
            <a:xfrm>
              <a:off x="7363881" y="3524384"/>
              <a:ext cx="800" cy="15130"/>
            </a:xfrm>
            <a:custGeom>
              <a:avLst/>
              <a:gdLst>
                <a:gd name="csX0" fmla="*/ 0 w 800"/>
                <a:gd name="csY0" fmla="*/ 15130 h 15130"/>
                <a:gd name="csX1" fmla="*/ 0 w 800"/>
                <a:gd name="csY1" fmla="*/ 0 h 15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5130">
                  <a:moveTo>
                    <a:pt x="0" y="15130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9" name="Freeform 3088">
              <a:extLst>
                <a:ext uri="{FF2B5EF4-FFF2-40B4-BE49-F238E27FC236}">
                  <a16:creationId xmlns:a16="http://schemas.microsoft.com/office/drawing/2014/main" id="{D92674D0-B858-5176-0C65-64C8CE08E4E2}"/>
                </a:ext>
              </a:extLst>
            </p:cNvPr>
            <p:cNvSpPr/>
            <p:nvPr/>
          </p:nvSpPr>
          <p:spPr>
            <a:xfrm>
              <a:off x="7746325" y="3524384"/>
              <a:ext cx="800" cy="15130"/>
            </a:xfrm>
            <a:custGeom>
              <a:avLst/>
              <a:gdLst>
                <a:gd name="csX0" fmla="*/ 0 w 800"/>
                <a:gd name="csY0" fmla="*/ 15130 h 15130"/>
                <a:gd name="csX1" fmla="*/ 0 w 800"/>
                <a:gd name="csY1" fmla="*/ 0 h 15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5130">
                  <a:moveTo>
                    <a:pt x="0" y="15130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0" name="Freeform 3089">
              <a:extLst>
                <a:ext uri="{FF2B5EF4-FFF2-40B4-BE49-F238E27FC236}">
                  <a16:creationId xmlns:a16="http://schemas.microsoft.com/office/drawing/2014/main" id="{A7C47BF3-DFA8-BEE6-09FE-2072F83AD297}"/>
                </a:ext>
              </a:extLst>
            </p:cNvPr>
            <p:cNvSpPr/>
            <p:nvPr/>
          </p:nvSpPr>
          <p:spPr>
            <a:xfrm>
              <a:off x="8128769" y="3524384"/>
              <a:ext cx="800" cy="15130"/>
            </a:xfrm>
            <a:custGeom>
              <a:avLst/>
              <a:gdLst>
                <a:gd name="csX0" fmla="*/ 0 w 800"/>
                <a:gd name="csY0" fmla="*/ 15130 h 15130"/>
                <a:gd name="csX1" fmla="*/ 0 w 800"/>
                <a:gd name="csY1" fmla="*/ 0 h 15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5130">
                  <a:moveTo>
                    <a:pt x="0" y="15130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1" name="Freeform 3090">
              <a:extLst>
                <a:ext uri="{FF2B5EF4-FFF2-40B4-BE49-F238E27FC236}">
                  <a16:creationId xmlns:a16="http://schemas.microsoft.com/office/drawing/2014/main" id="{4D470780-7535-66F9-4769-9BCF7656FC84}"/>
                </a:ext>
              </a:extLst>
            </p:cNvPr>
            <p:cNvSpPr/>
            <p:nvPr/>
          </p:nvSpPr>
          <p:spPr>
            <a:xfrm>
              <a:off x="8511211" y="3524384"/>
              <a:ext cx="800" cy="15130"/>
            </a:xfrm>
            <a:custGeom>
              <a:avLst/>
              <a:gdLst>
                <a:gd name="csX0" fmla="*/ 0 w 800"/>
                <a:gd name="csY0" fmla="*/ 15130 h 15130"/>
                <a:gd name="csX1" fmla="*/ 0 w 800"/>
                <a:gd name="csY1" fmla="*/ 0 h 15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5130">
                  <a:moveTo>
                    <a:pt x="0" y="15130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2" name="Freeform 3091">
              <a:extLst>
                <a:ext uri="{FF2B5EF4-FFF2-40B4-BE49-F238E27FC236}">
                  <a16:creationId xmlns:a16="http://schemas.microsoft.com/office/drawing/2014/main" id="{CBEFEDC4-C4EB-F0EA-F6AF-F00850247295}"/>
                </a:ext>
              </a:extLst>
            </p:cNvPr>
            <p:cNvSpPr/>
            <p:nvPr/>
          </p:nvSpPr>
          <p:spPr>
            <a:xfrm>
              <a:off x="8893654" y="3524384"/>
              <a:ext cx="800" cy="15130"/>
            </a:xfrm>
            <a:custGeom>
              <a:avLst/>
              <a:gdLst>
                <a:gd name="csX0" fmla="*/ 0 w 800"/>
                <a:gd name="csY0" fmla="*/ 15130 h 15130"/>
                <a:gd name="csX1" fmla="*/ 0 w 800"/>
                <a:gd name="csY1" fmla="*/ 0 h 151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5130">
                  <a:moveTo>
                    <a:pt x="0" y="15130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3" name="Freeform 3092">
              <a:extLst>
                <a:ext uri="{FF2B5EF4-FFF2-40B4-BE49-F238E27FC236}">
                  <a16:creationId xmlns:a16="http://schemas.microsoft.com/office/drawing/2014/main" id="{CA3D8DB4-F26D-4D47-0C47-6CF1A7BFCB81}"/>
                </a:ext>
              </a:extLst>
            </p:cNvPr>
            <p:cNvSpPr/>
            <p:nvPr/>
          </p:nvSpPr>
          <p:spPr>
            <a:xfrm>
              <a:off x="7347147" y="3566116"/>
              <a:ext cx="33467" cy="50225"/>
            </a:xfrm>
            <a:custGeom>
              <a:avLst/>
              <a:gdLst>
                <a:gd name="csX0" fmla="*/ 16734 w 33467"/>
                <a:gd name="csY0" fmla="*/ 5187 h 50225"/>
                <a:gd name="csX1" fmla="*/ 9113 w 33467"/>
                <a:gd name="csY1" fmla="*/ 10183 h 50225"/>
                <a:gd name="csX2" fmla="*/ 6584 w 33467"/>
                <a:gd name="csY2" fmla="*/ 25129 h 50225"/>
                <a:gd name="csX3" fmla="*/ 9113 w 33467"/>
                <a:gd name="csY3" fmla="*/ 40083 h 50225"/>
                <a:gd name="csX4" fmla="*/ 16734 w 33467"/>
                <a:gd name="csY4" fmla="*/ 45038 h 50225"/>
                <a:gd name="csX5" fmla="*/ 24354 w 33467"/>
                <a:gd name="csY5" fmla="*/ 40083 h 50225"/>
                <a:gd name="csX6" fmla="*/ 26917 w 33467"/>
                <a:gd name="csY6" fmla="*/ 25129 h 50225"/>
                <a:gd name="csX7" fmla="*/ 24354 w 33467"/>
                <a:gd name="csY7" fmla="*/ 10183 h 50225"/>
                <a:gd name="csX8" fmla="*/ 16734 w 33467"/>
                <a:gd name="csY8" fmla="*/ 5187 h 50225"/>
                <a:gd name="csX9" fmla="*/ 16734 w 33467"/>
                <a:gd name="csY9" fmla="*/ 0 h 50225"/>
                <a:gd name="csX10" fmla="*/ 29154 w 33467"/>
                <a:gd name="csY10" fmla="*/ 6452 h 50225"/>
                <a:gd name="csX11" fmla="*/ 33467 w 33467"/>
                <a:gd name="csY11" fmla="*/ 25129 h 50225"/>
                <a:gd name="csX12" fmla="*/ 29154 w 33467"/>
                <a:gd name="csY12" fmla="*/ 43806 h 50225"/>
                <a:gd name="csX13" fmla="*/ 16734 w 33467"/>
                <a:gd name="csY13" fmla="*/ 50226 h 50225"/>
                <a:gd name="csX14" fmla="*/ 4280 w 33467"/>
                <a:gd name="csY14" fmla="*/ 43806 h 50225"/>
                <a:gd name="csX15" fmla="*/ 0 w 33467"/>
                <a:gd name="csY15" fmla="*/ 25129 h 50225"/>
                <a:gd name="csX16" fmla="*/ 4280 w 33467"/>
                <a:gd name="csY16" fmla="*/ 6452 h 50225"/>
                <a:gd name="csX17" fmla="*/ 16734 w 33467"/>
                <a:gd name="csY17" fmla="*/ 0 h 5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7" h="50225">
                  <a:moveTo>
                    <a:pt x="16734" y="5187"/>
                  </a:moveTo>
                  <a:cubicBezTo>
                    <a:pt x="13361" y="5187"/>
                    <a:pt x="10820" y="6853"/>
                    <a:pt x="9113" y="10183"/>
                  </a:cubicBezTo>
                  <a:cubicBezTo>
                    <a:pt x="7427" y="13486"/>
                    <a:pt x="6584" y="18468"/>
                    <a:pt x="6584" y="25129"/>
                  </a:cubicBezTo>
                  <a:cubicBezTo>
                    <a:pt x="6584" y="31768"/>
                    <a:pt x="7427" y="36753"/>
                    <a:pt x="9113" y="40083"/>
                  </a:cubicBezTo>
                  <a:cubicBezTo>
                    <a:pt x="10820" y="43387"/>
                    <a:pt x="13361" y="45038"/>
                    <a:pt x="16734" y="45038"/>
                  </a:cubicBezTo>
                  <a:cubicBezTo>
                    <a:pt x="20128" y="45038"/>
                    <a:pt x="22668" y="43387"/>
                    <a:pt x="24354" y="40083"/>
                  </a:cubicBezTo>
                  <a:cubicBezTo>
                    <a:pt x="26062" y="36753"/>
                    <a:pt x="26917" y="31768"/>
                    <a:pt x="26917" y="25129"/>
                  </a:cubicBezTo>
                  <a:cubicBezTo>
                    <a:pt x="26917" y="18468"/>
                    <a:pt x="26062" y="13486"/>
                    <a:pt x="24354" y="10183"/>
                  </a:cubicBezTo>
                  <a:cubicBezTo>
                    <a:pt x="22668" y="6853"/>
                    <a:pt x="20128" y="5187"/>
                    <a:pt x="16734" y="5187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4" y="6452"/>
                  </a:cubicBezTo>
                  <a:cubicBezTo>
                    <a:pt x="32030" y="10733"/>
                    <a:pt x="33467" y="16958"/>
                    <a:pt x="33467" y="25129"/>
                  </a:cubicBezTo>
                  <a:cubicBezTo>
                    <a:pt x="33467" y="33278"/>
                    <a:pt x="32030" y="39504"/>
                    <a:pt x="29154" y="43806"/>
                  </a:cubicBezTo>
                  <a:cubicBezTo>
                    <a:pt x="26300" y="48086"/>
                    <a:pt x="22160" y="50226"/>
                    <a:pt x="16734" y="50226"/>
                  </a:cubicBezTo>
                  <a:cubicBezTo>
                    <a:pt x="11307" y="50226"/>
                    <a:pt x="7156" y="48086"/>
                    <a:pt x="4280" y="43806"/>
                  </a:cubicBezTo>
                  <a:cubicBezTo>
                    <a:pt x="1427" y="39504"/>
                    <a:pt x="0" y="33278"/>
                    <a:pt x="0" y="25129"/>
                  </a:cubicBezTo>
                  <a:cubicBezTo>
                    <a:pt x="0" y="16958"/>
                    <a:pt x="1427" y="10733"/>
                    <a:pt x="4280" y="6452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4" name="Freeform 3093">
              <a:extLst>
                <a:ext uri="{FF2B5EF4-FFF2-40B4-BE49-F238E27FC236}">
                  <a16:creationId xmlns:a16="http://schemas.microsoft.com/office/drawing/2014/main" id="{469F2CF1-F9DB-89E2-FFE9-D4F6DEA0AAC8}"/>
                </a:ext>
              </a:extLst>
            </p:cNvPr>
            <p:cNvSpPr/>
            <p:nvPr/>
          </p:nvSpPr>
          <p:spPr>
            <a:xfrm>
              <a:off x="7730954" y="3566116"/>
              <a:ext cx="30742" cy="49289"/>
            </a:xfrm>
            <a:custGeom>
              <a:avLst/>
              <a:gdLst>
                <a:gd name="csX0" fmla="*/ 7880 w 30742"/>
                <a:gd name="csY0" fmla="*/ 43774 h 49289"/>
                <a:gd name="csX1" fmla="*/ 30742 w 30742"/>
                <a:gd name="csY1" fmla="*/ 43774 h 49289"/>
                <a:gd name="csX2" fmla="*/ 30742 w 30742"/>
                <a:gd name="csY2" fmla="*/ 49289 h 49289"/>
                <a:gd name="csX3" fmla="*/ 0 w 30742"/>
                <a:gd name="csY3" fmla="*/ 49289 h 49289"/>
                <a:gd name="csX4" fmla="*/ 0 w 30742"/>
                <a:gd name="csY4" fmla="*/ 43774 h 49289"/>
                <a:gd name="csX5" fmla="*/ 10150 w 30742"/>
                <a:gd name="csY5" fmla="*/ 33431 h 49289"/>
                <a:gd name="csX6" fmla="*/ 18257 w 30742"/>
                <a:gd name="csY6" fmla="*/ 25033 h 49289"/>
                <a:gd name="csX7" fmla="*/ 22635 w 30742"/>
                <a:gd name="csY7" fmla="*/ 19069 h 49289"/>
                <a:gd name="csX8" fmla="*/ 23900 w 30742"/>
                <a:gd name="csY8" fmla="*/ 14234 h 49289"/>
                <a:gd name="csX9" fmla="*/ 21176 w 30742"/>
                <a:gd name="csY9" fmla="*/ 7941 h 49289"/>
                <a:gd name="csX10" fmla="*/ 14138 w 30742"/>
                <a:gd name="csY10" fmla="*/ 5508 h 49289"/>
                <a:gd name="csX11" fmla="*/ 7620 w 30742"/>
                <a:gd name="csY11" fmla="*/ 6580 h 49289"/>
                <a:gd name="csX12" fmla="*/ 324 w 30742"/>
                <a:gd name="csY12" fmla="*/ 9823 h 49289"/>
                <a:gd name="csX13" fmla="*/ 324 w 30742"/>
                <a:gd name="csY13" fmla="*/ 3210 h 49289"/>
                <a:gd name="csX14" fmla="*/ 7718 w 30742"/>
                <a:gd name="csY14" fmla="*/ 809 h 49289"/>
                <a:gd name="csX15" fmla="*/ 14009 w 30742"/>
                <a:gd name="csY15" fmla="*/ 0 h 49289"/>
                <a:gd name="csX16" fmla="*/ 26008 w 30742"/>
                <a:gd name="csY16" fmla="*/ 3763 h 49289"/>
                <a:gd name="csX17" fmla="*/ 30483 w 30742"/>
                <a:gd name="csY17" fmla="*/ 13809 h 49289"/>
                <a:gd name="csX18" fmla="*/ 29348 w 30742"/>
                <a:gd name="csY18" fmla="*/ 19485 h 49289"/>
                <a:gd name="csX19" fmla="*/ 25295 w 30742"/>
                <a:gd name="csY19" fmla="*/ 25777 h 49289"/>
                <a:gd name="csX20" fmla="*/ 20138 w 30742"/>
                <a:gd name="csY20" fmla="*/ 31229 h 49289"/>
                <a:gd name="csX21" fmla="*/ 7880 w 30742"/>
                <a:gd name="csY21" fmla="*/ 43774 h 49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0742" h="49289">
                  <a:moveTo>
                    <a:pt x="7880" y="43774"/>
                  </a:moveTo>
                  <a:lnTo>
                    <a:pt x="30742" y="43774"/>
                  </a:lnTo>
                  <a:lnTo>
                    <a:pt x="30742" y="49289"/>
                  </a:lnTo>
                  <a:lnTo>
                    <a:pt x="0" y="49289"/>
                  </a:lnTo>
                  <a:lnTo>
                    <a:pt x="0" y="43774"/>
                  </a:lnTo>
                  <a:cubicBezTo>
                    <a:pt x="2486" y="41201"/>
                    <a:pt x="5869" y="37754"/>
                    <a:pt x="10150" y="33431"/>
                  </a:cubicBezTo>
                  <a:cubicBezTo>
                    <a:pt x="14452" y="29086"/>
                    <a:pt x="17155" y="26287"/>
                    <a:pt x="18257" y="25033"/>
                  </a:cubicBezTo>
                  <a:cubicBezTo>
                    <a:pt x="20354" y="22674"/>
                    <a:pt x="21813" y="20686"/>
                    <a:pt x="22635" y="19069"/>
                  </a:cubicBezTo>
                  <a:cubicBezTo>
                    <a:pt x="23479" y="17425"/>
                    <a:pt x="23900" y="15813"/>
                    <a:pt x="23900" y="14234"/>
                  </a:cubicBezTo>
                  <a:cubicBezTo>
                    <a:pt x="23900" y="11661"/>
                    <a:pt x="22992" y="9564"/>
                    <a:pt x="21176" y="7941"/>
                  </a:cubicBezTo>
                  <a:cubicBezTo>
                    <a:pt x="19382" y="6319"/>
                    <a:pt x="17036" y="5508"/>
                    <a:pt x="14138" y="5508"/>
                  </a:cubicBezTo>
                  <a:cubicBezTo>
                    <a:pt x="12085" y="5508"/>
                    <a:pt x="9912" y="5865"/>
                    <a:pt x="7620" y="6580"/>
                  </a:cubicBezTo>
                  <a:cubicBezTo>
                    <a:pt x="5351" y="7296"/>
                    <a:pt x="2918" y="8376"/>
                    <a:pt x="324" y="9823"/>
                  </a:cubicBezTo>
                  <a:lnTo>
                    <a:pt x="324" y="3210"/>
                  </a:lnTo>
                  <a:cubicBezTo>
                    <a:pt x="2962" y="2148"/>
                    <a:pt x="5426" y="1348"/>
                    <a:pt x="7718" y="809"/>
                  </a:cubicBezTo>
                  <a:cubicBezTo>
                    <a:pt x="10010" y="270"/>
                    <a:pt x="12107" y="0"/>
                    <a:pt x="14009" y="0"/>
                  </a:cubicBezTo>
                  <a:cubicBezTo>
                    <a:pt x="19025" y="0"/>
                    <a:pt x="23025" y="1254"/>
                    <a:pt x="26008" y="3763"/>
                  </a:cubicBezTo>
                  <a:cubicBezTo>
                    <a:pt x="28991" y="6266"/>
                    <a:pt x="30483" y="9615"/>
                    <a:pt x="30483" y="13809"/>
                  </a:cubicBezTo>
                  <a:cubicBezTo>
                    <a:pt x="30483" y="15800"/>
                    <a:pt x="30105" y="17692"/>
                    <a:pt x="29348" y="19485"/>
                  </a:cubicBezTo>
                  <a:cubicBezTo>
                    <a:pt x="28613" y="21257"/>
                    <a:pt x="27262" y="23354"/>
                    <a:pt x="25295" y="25777"/>
                  </a:cubicBezTo>
                  <a:cubicBezTo>
                    <a:pt x="24754" y="26407"/>
                    <a:pt x="23035" y="28224"/>
                    <a:pt x="20138" y="31229"/>
                  </a:cubicBezTo>
                  <a:cubicBezTo>
                    <a:pt x="17241" y="34212"/>
                    <a:pt x="13155" y="38394"/>
                    <a:pt x="7880" y="43774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5" name="Freeform 3094">
              <a:extLst>
                <a:ext uri="{FF2B5EF4-FFF2-40B4-BE49-F238E27FC236}">
                  <a16:creationId xmlns:a16="http://schemas.microsoft.com/office/drawing/2014/main" id="{10DD50FC-4790-B243-A692-CA3587385E38}"/>
                </a:ext>
              </a:extLst>
            </p:cNvPr>
            <p:cNvSpPr/>
            <p:nvPr/>
          </p:nvSpPr>
          <p:spPr>
            <a:xfrm>
              <a:off x="8111125" y="3566989"/>
              <a:ext cx="35287" cy="48416"/>
            </a:xfrm>
            <a:custGeom>
              <a:avLst/>
              <a:gdLst>
                <a:gd name="csX0" fmla="*/ 21863 w 35287"/>
                <a:gd name="csY0" fmla="*/ 5708 h 48416"/>
                <a:gd name="csX1" fmla="*/ 5324 w 35287"/>
                <a:gd name="csY1" fmla="*/ 31557 h 48416"/>
                <a:gd name="csX2" fmla="*/ 21863 w 35287"/>
                <a:gd name="csY2" fmla="*/ 31557 h 48416"/>
                <a:gd name="csX3" fmla="*/ 21863 w 35287"/>
                <a:gd name="csY3" fmla="*/ 5708 h 48416"/>
                <a:gd name="csX4" fmla="*/ 20142 w 35287"/>
                <a:gd name="csY4" fmla="*/ 0 h 48416"/>
                <a:gd name="csX5" fmla="*/ 28379 w 35287"/>
                <a:gd name="csY5" fmla="*/ 0 h 48416"/>
                <a:gd name="csX6" fmla="*/ 28379 w 35287"/>
                <a:gd name="csY6" fmla="*/ 31557 h 48416"/>
                <a:gd name="csX7" fmla="*/ 35288 w 35287"/>
                <a:gd name="csY7" fmla="*/ 31557 h 48416"/>
                <a:gd name="csX8" fmla="*/ 35288 w 35287"/>
                <a:gd name="csY8" fmla="*/ 37001 h 48416"/>
                <a:gd name="csX9" fmla="*/ 28379 w 35287"/>
                <a:gd name="csY9" fmla="*/ 37001 h 48416"/>
                <a:gd name="csX10" fmla="*/ 28379 w 35287"/>
                <a:gd name="csY10" fmla="*/ 48417 h 48416"/>
                <a:gd name="csX11" fmla="*/ 21863 w 35287"/>
                <a:gd name="csY11" fmla="*/ 48417 h 48416"/>
                <a:gd name="csX12" fmla="*/ 21863 w 35287"/>
                <a:gd name="csY12" fmla="*/ 37001 h 48416"/>
                <a:gd name="csX13" fmla="*/ 0 w 35287"/>
                <a:gd name="csY13" fmla="*/ 37001 h 48416"/>
                <a:gd name="csX14" fmla="*/ 0 w 35287"/>
                <a:gd name="csY14" fmla="*/ 30677 h 48416"/>
                <a:gd name="csX15" fmla="*/ 20142 w 35287"/>
                <a:gd name="csY15" fmla="*/ 0 h 48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5287" h="48416">
                  <a:moveTo>
                    <a:pt x="21863" y="5708"/>
                  </a:moveTo>
                  <a:lnTo>
                    <a:pt x="5324" y="31557"/>
                  </a:lnTo>
                  <a:lnTo>
                    <a:pt x="21863" y="31557"/>
                  </a:lnTo>
                  <a:lnTo>
                    <a:pt x="21863" y="5708"/>
                  </a:lnTo>
                  <a:moveTo>
                    <a:pt x="20142" y="0"/>
                  </a:moveTo>
                  <a:lnTo>
                    <a:pt x="28379" y="0"/>
                  </a:lnTo>
                  <a:lnTo>
                    <a:pt x="28379" y="31557"/>
                  </a:lnTo>
                  <a:lnTo>
                    <a:pt x="35288" y="31557"/>
                  </a:lnTo>
                  <a:lnTo>
                    <a:pt x="35288" y="37001"/>
                  </a:lnTo>
                  <a:lnTo>
                    <a:pt x="28379" y="37001"/>
                  </a:lnTo>
                  <a:lnTo>
                    <a:pt x="28379" y="48417"/>
                  </a:lnTo>
                  <a:lnTo>
                    <a:pt x="21863" y="48417"/>
                  </a:lnTo>
                  <a:lnTo>
                    <a:pt x="21863" y="37001"/>
                  </a:lnTo>
                  <a:lnTo>
                    <a:pt x="0" y="37001"/>
                  </a:lnTo>
                  <a:lnTo>
                    <a:pt x="0" y="30677"/>
                  </a:lnTo>
                  <a:lnTo>
                    <a:pt x="20142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6" name="Freeform 3095">
              <a:extLst>
                <a:ext uri="{FF2B5EF4-FFF2-40B4-BE49-F238E27FC236}">
                  <a16:creationId xmlns:a16="http://schemas.microsoft.com/office/drawing/2014/main" id="{AD7B522A-4893-8668-D8CC-8E37C183CC79}"/>
                </a:ext>
              </a:extLst>
            </p:cNvPr>
            <p:cNvSpPr/>
            <p:nvPr/>
          </p:nvSpPr>
          <p:spPr>
            <a:xfrm>
              <a:off x="8494496" y="3566116"/>
              <a:ext cx="33438" cy="50225"/>
            </a:xfrm>
            <a:custGeom>
              <a:avLst/>
              <a:gdLst>
                <a:gd name="csX0" fmla="*/ 17284 w 33438"/>
                <a:gd name="csY0" fmla="*/ 22471 h 50225"/>
                <a:gd name="csX1" fmla="*/ 10279 w 33438"/>
                <a:gd name="csY1" fmla="*/ 25489 h 50225"/>
                <a:gd name="csX2" fmla="*/ 7717 w 33438"/>
                <a:gd name="csY2" fmla="*/ 33759 h 50225"/>
                <a:gd name="csX3" fmla="*/ 10279 w 33438"/>
                <a:gd name="csY3" fmla="*/ 42028 h 50225"/>
                <a:gd name="csX4" fmla="*/ 17284 w 33438"/>
                <a:gd name="csY4" fmla="*/ 45038 h 50225"/>
                <a:gd name="csX5" fmla="*/ 24256 w 33438"/>
                <a:gd name="csY5" fmla="*/ 42028 h 50225"/>
                <a:gd name="csX6" fmla="*/ 26850 w 33438"/>
                <a:gd name="csY6" fmla="*/ 33759 h 50225"/>
                <a:gd name="csX7" fmla="*/ 24256 w 33438"/>
                <a:gd name="csY7" fmla="*/ 25489 h 50225"/>
                <a:gd name="csX8" fmla="*/ 17284 w 33438"/>
                <a:gd name="csY8" fmla="*/ 22471 h 50225"/>
                <a:gd name="csX9" fmla="*/ 30292 w 33438"/>
                <a:gd name="csY9" fmla="*/ 1945 h 50225"/>
                <a:gd name="csX10" fmla="*/ 30292 w 33438"/>
                <a:gd name="csY10" fmla="*/ 7909 h 50225"/>
                <a:gd name="csX11" fmla="*/ 25297 w 33438"/>
                <a:gd name="csY11" fmla="*/ 6124 h 50225"/>
                <a:gd name="csX12" fmla="*/ 20334 w 33438"/>
                <a:gd name="csY12" fmla="*/ 5508 h 50225"/>
                <a:gd name="csX13" fmla="*/ 10407 w 33438"/>
                <a:gd name="csY13" fmla="*/ 9887 h 50225"/>
                <a:gd name="csX14" fmla="*/ 6516 w 33438"/>
                <a:gd name="csY14" fmla="*/ 23120 h 50225"/>
                <a:gd name="csX15" fmla="*/ 11320 w 33438"/>
                <a:gd name="csY15" fmla="*/ 18805 h 50225"/>
                <a:gd name="csX16" fmla="*/ 17676 w 33438"/>
                <a:gd name="csY16" fmla="*/ 17284 h 50225"/>
                <a:gd name="csX17" fmla="*/ 29188 w 33438"/>
                <a:gd name="csY17" fmla="*/ 21727 h 50225"/>
                <a:gd name="csX18" fmla="*/ 33439 w 33438"/>
                <a:gd name="csY18" fmla="*/ 33759 h 50225"/>
                <a:gd name="csX19" fmla="*/ 29028 w 33438"/>
                <a:gd name="csY19" fmla="*/ 45719 h 50225"/>
                <a:gd name="csX20" fmla="*/ 17284 w 33438"/>
                <a:gd name="csY20" fmla="*/ 50226 h 50225"/>
                <a:gd name="csX21" fmla="*/ 4443 w 33438"/>
                <a:gd name="csY21" fmla="*/ 43806 h 50225"/>
                <a:gd name="csX22" fmla="*/ 0 w 33438"/>
                <a:gd name="csY22" fmla="*/ 25129 h 50225"/>
                <a:gd name="csX23" fmla="*/ 5452 w 33438"/>
                <a:gd name="csY23" fmla="*/ 6837 h 50225"/>
                <a:gd name="csX24" fmla="*/ 20078 w 33438"/>
                <a:gd name="csY24" fmla="*/ 0 h 50225"/>
                <a:gd name="csX25" fmla="*/ 25033 w 33438"/>
                <a:gd name="csY25" fmla="*/ 480 h 50225"/>
                <a:gd name="csX26" fmla="*/ 30292 w 33438"/>
                <a:gd name="csY26" fmla="*/ 1945 h 5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3438" h="50225">
                  <a:moveTo>
                    <a:pt x="17284" y="22471"/>
                  </a:moveTo>
                  <a:cubicBezTo>
                    <a:pt x="14343" y="22471"/>
                    <a:pt x="12008" y="23477"/>
                    <a:pt x="10279" y="25489"/>
                  </a:cubicBezTo>
                  <a:cubicBezTo>
                    <a:pt x="8571" y="27496"/>
                    <a:pt x="7717" y="30252"/>
                    <a:pt x="7717" y="33759"/>
                  </a:cubicBezTo>
                  <a:cubicBezTo>
                    <a:pt x="7717" y="37239"/>
                    <a:pt x="8571" y="39995"/>
                    <a:pt x="10279" y="42028"/>
                  </a:cubicBezTo>
                  <a:cubicBezTo>
                    <a:pt x="12008" y="44035"/>
                    <a:pt x="14343" y="45038"/>
                    <a:pt x="17284" y="45038"/>
                  </a:cubicBezTo>
                  <a:cubicBezTo>
                    <a:pt x="20224" y="45038"/>
                    <a:pt x="22549" y="44035"/>
                    <a:pt x="24256" y="42028"/>
                  </a:cubicBezTo>
                  <a:cubicBezTo>
                    <a:pt x="25986" y="39995"/>
                    <a:pt x="26850" y="37238"/>
                    <a:pt x="26850" y="33759"/>
                  </a:cubicBezTo>
                  <a:cubicBezTo>
                    <a:pt x="26850" y="30252"/>
                    <a:pt x="25986" y="27496"/>
                    <a:pt x="24256" y="25489"/>
                  </a:cubicBezTo>
                  <a:cubicBezTo>
                    <a:pt x="22549" y="23477"/>
                    <a:pt x="20224" y="22471"/>
                    <a:pt x="17284" y="22471"/>
                  </a:cubicBezTo>
                  <a:moveTo>
                    <a:pt x="30292" y="1945"/>
                  </a:moveTo>
                  <a:lnTo>
                    <a:pt x="30292" y="7909"/>
                  </a:lnTo>
                  <a:cubicBezTo>
                    <a:pt x="28649" y="7130"/>
                    <a:pt x="26984" y="6535"/>
                    <a:pt x="25297" y="6124"/>
                  </a:cubicBezTo>
                  <a:cubicBezTo>
                    <a:pt x="23632" y="5713"/>
                    <a:pt x="21978" y="5508"/>
                    <a:pt x="20334" y="5508"/>
                  </a:cubicBezTo>
                  <a:cubicBezTo>
                    <a:pt x="16011" y="5508"/>
                    <a:pt x="12702" y="6967"/>
                    <a:pt x="10407" y="9887"/>
                  </a:cubicBezTo>
                  <a:cubicBezTo>
                    <a:pt x="8139" y="12806"/>
                    <a:pt x="6842" y="17217"/>
                    <a:pt x="6516" y="23120"/>
                  </a:cubicBezTo>
                  <a:cubicBezTo>
                    <a:pt x="7792" y="21236"/>
                    <a:pt x="9393" y="19797"/>
                    <a:pt x="11320" y="18805"/>
                  </a:cubicBezTo>
                  <a:cubicBezTo>
                    <a:pt x="13241" y="17791"/>
                    <a:pt x="15360" y="17284"/>
                    <a:pt x="17676" y="17284"/>
                  </a:cubicBezTo>
                  <a:cubicBezTo>
                    <a:pt x="22538" y="17284"/>
                    <a:pt x="26375" y="18765"/>
                    <a:pt x="29188" y="21727"/>
                  </a:cubicBezTo>
                  <a:cubicBezTo>
                    <a:pt x="32022" y="24667"/>
                    <a:pt x="33439" y="28678"/>
                    <a:pt x="33439" y="33759"/>
                  </a:cubicBezTo>
                  <a:cubicBezTo>
                    <a:pt x="33439" y="38728"/>
                    <a:pt x="31968" y="42714"/>
                    <a:pt x="29028" y="45719"/>
                  </a:cubicBezTo>
                  <a:cubicBezTo>
                    <a:pt x="26087" y="48724"/>
                    <a:pt x="22172" y="50226"/>
                    <a:pt x="17284" y="50226"/>
                  </a:cubicBezTo>
                  <a:cubicBezTo>
                    <a:pt x="11685" y="50226"/>
                    <a:pt x="7405" y="48086"/>
                    <a:pt x="4443" y="43806"/>
                  </a:cubicBezTo>
                  <a:cubicBezTo>
                    <a:pt x="1481" y="39504"/>
                    <a:pt x="0" y="33278"/>
                    <a:pt x="0" y="25129"/>
                  </a:cubicBezTo>
                  <a:cubicBezTo>
                    <a:pt x="0" y="17476"/>
                    <a:pt x="1817" y="11378"/>
                    <a:pt x="5452" y="6837"/>
                  </a:cubicBezTo>
                  <a:cubicBezTo>
                    <a:pt x="9081" y="2279"/>
                    <a:pt x="13956" y="0"/>
                    <a:pt x="20078" y="0"/>
                  </a:cubicBezTo>
                  <a:cubicBezTo>
                    <a:pt x="21716" y="0"/>
                    <a:pt x="23368" y="160"/>
                    <a:pt x="25033" y="480"/>
                  </a:cubicBezTo>
                  <a:cubicBezTo>
                    <a:pt x="26719" y="806"/>
                    <a:pt x="28473" y="1294"/>
                    <a:pt x="30292" y="1945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7" name="Freeform 3096">
              <a:extLst>
                <a:ext uri="{FF2B5EF4-FFF2-40B4-BE49-F238E27FC236}">
                  <a16:creationId xmlns:a16="http://schemas.microsoft.com/office/drawing/2014/main" id="{FB9986B9-EEB3-2882-F494-05D6640F285C}"/>
                </a:ext>
              </a:extLst>
            </p:cNvPr>
            <p:cNvSpPr/>
            <p:nvPr/>
          </p:nvSpPr>
          <p:spPr>
            <a:xfrm>
              <a:off x="8877051" y="3566116"/>
              <a:ext cx="33214" cy="50225"/>
            </a:xfrm>
            <a:custGeom>
              <a:avLst/>
              <a:gdLst>
                <a:gd name="csX0" fmla="*/ 16603 w 33214"/>
                <a:gd name="csY0" fmla="*/ 26298 h 50225"/>
                <a:gd name="csX1" fmla="*/ 9246 w 33214"/>
                <a:gd name="csY1" fmla="*/ 28795 h 50225"/>
                <a:gd name="csX2" fmla="*/ 6589 w 33214"/>
                <a:gd name="csY2" fmla="*/ 35672 h 50225"/>
                <a:gd name="csX3" fmla="*/ 9246 w 33214"/>
                <a:gd name="csY3" fmla="*/ 42541 h 50225"/>
                <a:gd name="csX4" fmla="*/ 16603 w 33214"/>
                <a:gd name="csY4" fmla="*/ 45038 h 50225"/>
                <a:gd name="csX5" fmla="*/ 23968 w 33214"/>
                <a:gd name="csY5" fmla="*/ 42541 h 50225"/>
                <a:gd name="csX6" fmla="*/ 26658 w 33214"/>
                <a:gd name="csY6" fmla="*/ 35672 h 50225"/>
                <a:gd name="csX7" fmla="*/ 23968 w 33214"/>
                <a:gd name="csY7" fmla="*/ 28795 h 50225"/>
                <a:gd name="csX8" fmla="*/ 16603 w 33214"/>
                <a:gd name="csY8" fmla="*/ 26298 h 50225"/>
                <a:gd name="csX9" fmla="*/ 10055 w 33214"/>
                <a:gd name="csY9" fmla="*/ 23512 h 50225"/>
                <a:gd name="csX10" fmla="*/ 3474 w 33214"/>
                <a:gd name="csY10" fmla="*/ 19581 h 50225"/>
                <a:gd name="csX11" fmla="*/ 1137 w 33214"/>
                <a:gd name="csY11" fmla="*/ 12545 h 50225"/>
                <a:gd name="csX12" fmla="*/ 5260 w 33214"/>
                <a:gd name="csY12" fmla="*/ 3370 h 50225"/>
                <a:gd name="csX13" fmla="*/ 16603 w 33214"/>
                <a:gd name="csY13" fmla="*/ 0 h 50225"/>
                <a:gd name="csX14" fmla="*/ 27955 w 33214"/>
                <a:gd name="csY14" fmla="*/ 3370 h 50225"/>
                <a:gd name="csX15" fmla="*/ 32078 w 33214"/>
                <a:gd name="csY15" fmla="*/ 12545 h 50225"/>
                <a:gd name="csX16" fmla="*/ 29708 w 33214"/>
                <a:gd name="csY16" fmla="*/ 19581 h 50225"/>
                <a:gd name="csX17" fmla="*/ 23192 w 33214"/>
                <a:gd name="csY17" fmla="*/ 23512 h 50225"/>
                <a:gd name="csX18" fmla="*/ 30549 w 33214"/>
                <a:gd name="csY18" fmla="*/ 27819 h 50225"/>
                <a:gd name="csX19" fmla="*/ 33215 w 33214"/>
                <a:gd name="csY19" fmla="*/ 35672 h 50225"/>
                <a:gd name="csX20" fmla="*/ 28900 w 33214"/>
                <a:gd name="csY20" fmla="*/ 46471 h 50225"/>
                <a:gd name="csX21" fmla="*/ 16603 w 33214"/>
                <a:gd name="csY21" fmla="*/ 50226 h 50225"/>
                <a:gd name="csX22" fmla="*/ 4283 w 33214"/>
                <a:gd name="csY22" fmla="*/ 46471 h 50225"/>
                <a:gd name="csX23" fmla="*/ 0 w 33214"/>
                <a:gd name="csY23" fmla="*/ 35672 h 50225"/>
                <a:gd name="csX24" fmla="*/ 2666 w 33214"/>
                <a:gd name="csY24" fmla="*/ 27819 h 50225"/>
                <a:gd name="csX25" fmla="*/ 10055 w 33214"/>
                <a:gd name="csY25" fmla="*/ 23512 h 50225"/>
                <a:gd name="csX26" fmla="*/ 7653 w 33214"/>
                <a:gd name="csY26" fmla="*/ 13161 h 50225"/>
                <a:gd name="csX27" fmla="*/ 9991 w 33214"/>
                <a:gd name="csY27" fmla="*/ 19029 h 50225"/>
                <a:gd name="csX28" fmla="*/ 16603 w 33214"/>
                <a:gd name="csY28" fmla="*/ 21142 h 50225"/>
                <a:gd name="csX29" fmla="*/ 23192 w 33214"/>
                <a:gd name="csY29" fmla="*/ 19029 h 50225"/>
                <a:gd name="csX30" fmla="*/ 25593 w 33214"/>
                <a:gd name="csY30" fmla="*/ 13161 h 50225"/>
                <a:gd name="csX31" fmla="*/ 23192 w 33214"/>
                <a:gd name="csY31" fmla="*/ 7293 h 50225"/>
                <a:gd name="csX32" fmla="*/ 16603 w 33214"/>
                <a:gd name="csY32" fmla="*/ 5187 h 50225"/>
                <a:gd name="csX33" fmla="*/ 9991 w 33214"/>
                <a:gd name="csY33" fmla="*/ 7293 h 50225"/>
                <a:gd name="csX34" fmla="*/ 7653 w 33214"/>
                <a:gd name="csY34" fmla="*/ 13161 h 5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33214" h="50225">
                  <a:moveTo>
                    <a:pt x="16603" y="26298"/>
                  </a:moveTo>
                  <a:cubicBezTo>
                    <a:pt x="13492" y="26298"/>
                    <a:pt x="11040" y="27130"/>
                    <a:pt x="9246" y="28795"/>
                  </a:cubicBezTo>
                  <a:cubicBezTo>
                    <a:pt x="7474" y="30461"/>
                    <a:pt x="6589" y="32753"/>
                    <a:pt x="6589" y="35672"/>
                  </a:cubicBezTo>
                  <a:cubicBezTo>
                    <a:pt x="6589" y="38586"/>
                    <a:pt x="7474" y="40876"/>
                    <a:pt x="9246" y="42541"/>
                  </a:cubicBezTo>
                  <a:cubicBezTo>
                    <a:pt x="11040" y="44206"/>
                    <a:pt x="13492" y="45038"/>
                    <a:pt x="16603" y="45038"/>
                  </a:cubicBezTo>
                  <a:cubicBezTo>
                    <a:pt x="19720" y="45038"/>
                    <a:pt x="22175" y="44206"/>
                    <a:pt x="23968" y="42541"/>
                  </a:cubicBezTo>
                  <a:cubicBezTo>
                    <a:pt x="25762" y="40854"/>
                    <a:pt x="26658" y="38565"/>
                    <a:pt x="26658" y="35672"/>
                  </a:cubicBezTo>
                  <a:cubicBezTo>
                    <a:pt x="26658" y="32753"/>
                    <a:pt x="25762" y="30461"/>
                    <a:pt x="23968" y="28795"/>
                  </a:cubicBezTo>
                  <a:cubicBezTo>
                    <a:pt x="22196" y="27130"/>
                    <a:pt x="19741" y="26298"/>
                    <a:pt x="16603" y="26298"/>
                  </a:cubicBezTo>
                  <a:moveTo>
                    <a:pt x="10055" y="23512"/>
                  </a:moveTo>
                  <a:cubicBezTo>
                    <a:pt x="7248" y="22818"/>
                    <a:pt x="5054" y="21508"/>
                    <a:pt x="3474" y="19581"/>
                  </a:cubicBezTo>
                  <a:cubicBezTo>
                    <a:pt x="1916" y="17660"/>
                    <a:pt x="1137" y="15314"/>
                    <a:pt x="1137" y="12545"/>
                  </a:cubicBezTo>
                  <a:cubicBezTo>
                    <a:pt x="1137" y="8675"/>
                    <a:pt x="2511" y="5617"/>
                    <a:pt x="5260" y="3370"/>
                  </a:cubicBezTo>
                  <a:cubicBezTo>
                    <a:pt x="8024" y="1123"/>
                    <a:pt x="11805" y="0"/>
                    <a:pt x="16603" y="0"/>
                  </a:cubicBezTo>
                  <a:cubicBezTo>
                    <a:pt x="21428" y="0"/>
                    <a:pt x="25212" y="1123"/>
                    <a:pt x="27955" y="3370"/>
                  </a:cubicBezTo>
                  <a:cubicBezTo>
                    <a:pt x="30704" y="5617"/>
                    <a:pt x="32078" y="8675"/>
                    <a:pt x="32078" y="12545"/>
                  </a:cubicBezTo>
                  <a:cubicBezTo>
                    <a:pt x="32078" y="15314"/>
                    <a:pt x="31288" y="17660"/>
                    <a:pt x="29708" y="19581"/>
                  </a:cubicBezTo>
                  <a:cubicBezTo>
                    <a:pt x="28150" y="21508"/>
                    <a:pt x="25978" y="22818"/>
                    <a:pt x="23192" y="23512"/>
                  </a:cubicBezTo>
                  <a:cubicBezTo>
                    <a:pt x="26346" y="24243"/>
                    <a:pt x="28798" y="25679"/>
                    <a:pt x="30549" y="27819"/>
                  </a:cubicBezTo>
                  <a:cubicBezTo>
                    <a:pt x="32326" y="29959"/>
                    <a:pt x="33215" y="32577"/>
                    <a:pt x="33215" y="35672"/>
                  </a:cubicBezTo>
                  <a:cubicBezTo>
                    <a:pt x="33215" y="40363"/>
                    <a:pt x="31776" y="43963"/>
                    <a:pt x="28900" y="46471"/>
                  </a:cubicBezTo>
                  <a:cubicBezTo>
                    <a:pt x="26044" y="48974"/>
                    <a:pt x="21946" y="50226"/>
                    <a:pt x="16603" y="50226"/>
                  </a:cubicBezTo>
                  <a:cubicBezTo>
                    <a:pt x="11266" y="50226"/>
                    <a:pt x="7160" y="48974"/>
                    <a:pt x="4283" y="46471"/>
                  </a:cubicBezTo>
                  <a:cubicBezTo>
                    <a:pt x="1428" y="43963"/>
                    <a:pt x="0" y="40363"/>
                    <a:pt x="0" y="35672"/>
                  </a:cubicBezTo>
                  <a:cubicBezTo>
                    <a:pt x="0" y="32577"/>
                    <a:pt x="889" y="29959"/>
                    <a:pt x="2666" y="27819"/>
                  </a:cubicBezTo>
                  <a:cubicBezTo>
                    <a:pt x="4438" y="25679"/>
                    <a:pt x="6901" y="24243"/>
                    <a:pt x="10055" y="23512"/>
                  </a:cubicBezTo>
                  <a:moveTo>
                    <a:pt x="7653" y="13161"/>
                  </a:moveTo>
                  <a:cubicBezTo>
                    <a:pt x="7653" y="15669"/>
                    <a:pt x="8432" y="17625"/>
                    <a:pt x="9991" y="19029"/>
                  </a:cubicBezTo>
                  <a:cubicBezTo>
                    <a:pt x="11571" y="20438"/>
                    <a:pt x="13775" y="21142"/>
                    <a:pt x="16603" y="21142"/>
                  </a:cubicBezTo>
                  <a:cubicBezTo>
                    <a:pt x="19416" y="21142"/>
                    <a:pt x="21612" y="20438"/>
                    <a:pt x="23192" y="19029"/>
                  </a:cubicBezTo>
                  <a:cubicBezTo>
                    <a:pt x="24793" y="17625"/>
                    <a:pt x="25593" y="15669"/>
                    <a:pt x="25593" y="13161"/>
                  </a:cubicBezTo>
                  <a:cubicBezTo>
                    <a:pt x="25593" y="10653"/>
                    <a:pt x="24793" y="8697"/>
                    <a:pt x="23192" y="7293"/>
                  </a:cubicBezTo>
                  <a:cubicBezTo>
                    <a:pt x="21612" y="5889"/>
                    <a:pt x="19416" y="5187"/>
                    <a:pt x="16603" y="5187"/>
                  </a:cubicBezTo>
                  <a:cubicBezTo>
                    <a:pt x="13775" y="5187"/>
                    <a:pt x="11571" y="5889"/>
                    <a:pt x="9991" y="7293"/>
                  </a:cubicBezTo>
                  <a:cubicBezTo>
                    <a:pt x="8432" y="8697"/>
                    <a:pt x="7653" y="10653"/>
                    <a:pt x="7653" y="13161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8" name="Freeform 3097">
              <a:extLst>
                <a:ext uri="{FF2B5EF4-FFF2-40B4-BE49-F238E27FC236}">
                  <a16:creationId xmlns:a16="http://schemas.microsoft.com/office/drawing/2014/main" id="{C2662C3F-53FA-2F8E-8728-889788BD32B0}"/>
                </a:ext>
              </a:extLst>
            </p:cNvPr>
            <p:cNvSpPr/>
            <p:nvPr/>
          </p:nvSpPr>
          <p:spPr>
            <a:xfrm>
              <a:off x="8119675" y="3656601"/>
              <a:ext cx="38249" cy="34799"/>
            </a:xfrm>
            <a:custGeom>
              <a:avLst/>
              <a:gdLst>
                <a:gd name="csX0" fmla="*/ 38250 w 38249"/>
                <a:gd name="csY0" fmla="*/ 5059 h 34799"/>
                <a:gd name="csX1" fmla="*/ 36937 w 38249"/>
                <a:gd name="csY1" fmla="*/ 8358 h 34799"/>
                <a:gd name="csX2" fmla="*/ 34127 w 38249"/>
                <a:gd name="csY2" fmla="*/ 9526 h 34799"/>
                <a:gd name="csX3" fmla="*/ 31950 w 38249"/>
                <a:gd name="csY3" fmla="*/ 8702 h 34799"/>
                <a:gd name="csX4" fmla="*/ 31197 w 38249"/>
                <a:gd name="csY4" fmla="*/ 6821 h 34799"/>
                <a:gd name="csX5" fmla="*/ 32254 w 38249"/>
                <a:gd name="csY5" fmla="*/ 4163 h 34799"/>
                <a:gd name="csX6" fmla="*/ 34880 w 38249"/>
                <a:gd name="csY6" fmla="*/ 2658 h 34799"/>
                <a:gd name="csX7" fmla="*/ 31053 w 38249"/>
                <a:gd name="csY7" fmla="*/ 1689 h 34799"/>
                <a:gd name="csX8" fmla="*/ 28235 w 38249"/>
                <a:gd name="csY8" fmla="*/ 2474 h 34799"/>
                <a:gd name="csX9" fmla="*/ 26178 w 38249"/>
                <a:gd name="csY9" fmla="*/ 4275 h 34799"/>
                <a:gd name="csX10" fmla="*/ 24753 w 38249"/>
                <a:gd name="csY10" fmla="*/ 6749 h 34799"/>
                <a:gd name="csX11" fmla="*/ 23848 w 38249"/>
                <a:gd name="csY11" fmla="*/ 9038 h 34799"/>
                <a:gd name="csX12" fmla="*/ 23440 w 38249"/>
                <a:gd name="csY12" fmla="*/ 10759 h 34799"/>
                <a:gd name="csX13" fmla="*/ 20814 w 38249"/>
                <a:gd name="csY13" fmla="*/ 21262 h 34799"/>
                <a:gd name="csX14" fmla="*/ 19541 w 38249"/>
                <a:gd name="csY14" fmla="*/ 28011 h 34799"/>
                <a:gd name="csX15" fmla="*/ 20590 w 38249"/>
                <a:gd name="csY15" fmla="*/ 31653 h 34799"/>
                <a:gd name="csX16" fmla="*/ 23736 w 38249"/>
                <a:gd name="csY16" fmla="*/ 33078 h 34799"/>
                <a:gd name="csX17" fmla="*/ 25497 w 38249"/>
                <a:gd name="csY17" fmla="*/ 32846 h 34799"/>
                <a:gd name="csX18" fmla="*/ 27635 w 38249"/>
                <a:gd name="csY18" fmla="*/ 31910 h 34799"/>
                <a:gd name="csX19" fmla="*/ 29964 w 38249"/>
                <a:gd name="csY19" fmla="*/ 30148 h 34799"/>
                <a:gd name="csX20" fmla="*/ 32174 w 38249"/>
                <a:gd name="csY20" fmla="*/ 27226 h 34799"/>
                <a:gd name="csX21" fmla="*/ 33975 w 38249"/>
                <a:gd name="csY21" fmla="*/ 23024 h 34799"/>
                <a:gd name="csX22" fmla="*/ 34952 w 38249"/>
                <a:gd name="csY22" fmla="*/ 22199 h 34799"/>
                <a:gd name="csX23" fmla="*/ 35888 w 38249"/>
                <a:gd name="csY23" fmla="*/ 22951 h 34799"/>
                <a:gd name="csX24" fmla="*/ 35360 w 38249"/>
                <a:gd name="csY24" fmla="*/ 24937 h 34799"/>
                <a:gd name="csX25" fmla="*/ 33791 w 38249"/>
                <a:gd name="csY25" fmla="*/ 27971 h 34799"/>
                <a:gd name="csX26" fmla="*/ 31349 w 38249"/>
                <a:gd name="csY26" fmla="*/ 31197 h 34799"/>
                <a:gd name="csX27" fmla="*/ 27899 w 38249"/>
                <a:gd name="csY27" fmla="*/ 33751 h 34799"/>
                <a:gd name="csX28" fmla="*/ 23584 w 38249"/>
                <a:gd name="csY28" fmla="*/ 34800 h 34799"/>
                <a:gd name="csX29" fmla="*/ 18228 w 38249"/>
                <a:gd name="csY29" fmla="*/ 33078 h 34799"/>
                <a:gd name="csX30" fmla="*/ 15298 w 38249"/>
                <a:gd name="csY30" fmla="*/ 28948 h 34799"/>
                <a:gd name="csX31" fmla="*/ 14850 w 38249"/>
                <a:gd name="csY31" fmla="*/ 29740 h 34799"/>
                <a:gd name="csX32" fmla="*/ 13801 w 38249"/>
                <a:gd name="csY32" fmla="*/ 31197 h 34799"/>
                <a:gd name="csX33" fmla="*/ 12184 w 38249"/>
                <a:gd name="csY33" fmla="*/ 32926 h 34799"/>
                <a:gd name="csX34" fmla="*/ 9975 w 38249"/>
                <a:gd name="csY34" fmla="*/ 34199 h 34799"/>
                <a:gd name="csX35" fmla="*/ 7237 w 38249"/>
                <a:gd name="csY35" fmla="*/ 34800 h 34799"/>
                <a:gd name="csX36" fmla="*/ 3827 w 38249"/>
                <a:gd name="csY36" fmla="*/ 34271 h 34799"/>
                <a:gd name="csX37" fmla="*/ 1121 w 38249"/>
                <a:gd name="csY37" fmla="*/ 32550 h 34799"/>
                <a:gd name="csX38" fmla="*/ 0 w 38249"/>
                <a:gd name="csY38" fmla="*/ 29700 h 34799"/>
                <a:gd name="csX39" fmla="*/ 1241 w 38249"/>
                <a:gd name="csY39" fmla="*/ 26586 h 34799"/>
                <a:gd name="csX40" fmla="*/ 4235 w 38249"/>
                <a:gd name="csY40" fmla="*/ 25273 h 34799"/>
                <a:gd name="csX41" fmla="*/ 6188 w 38249"/>
                <a:gd name="csY41" fmla="*/ 25914 h 34799"/>
                <a:gd name="csX42" fmla="*/ 7085 w 38249"/>
                <a:gd name="csY42" fmla="*/ 27939 h 34799"/>
                <a:gd name="csX43" fmla="*/ 6036 w 38249"/>
                <a:gd name="csY43" fmla="*/ 30637 h 34799"/>
                <a:gd name="csX44" fmla="*/ 3490 w 38249"/>
                <a:gd name="csY44" fmla="*/ 32102 h 34799"/>
                <a:gd name="csX45" fmla="*/ 7309 w 38249"/>
                <a:gd name="csY45" fmla="*/ 33078 h 34799"/>
                <a:gd name="csX46" fmla="*/ 11736 w 38249"/>
                <a:gd name="csY46" fmla="*/ 30901 h 34799"/>
                <a:gd name="csX47" fmla="*/ 14626 w 38249"/>
                <a:gd name="csY47" fmla="*/ 25089 h 34799"/>
                <a:gd name="csX48" fmla="*/ 17852 w 38249"/>
                <a:gd name="csY48" fmla="*/ 12448 h 34799"/>
                <a:gd name="csX49" fmla="*/ 18749 w 38249"/>
                <a:gd name="csY49" fmla="*/ 6821 h 34799"/>
                <a:gd name="csX50" fmla="*/ 18340 w 38249"/>
                <a:gd name="csY50" fmla="*/ 4163 h 34799"/>
                <a:gd name="csX51" fmla="*/ 17212 w 38249"/>
                <a:gd name="csY51" fmla="*/ 2586 h 34799"/>
                <a:gd name="csX52" fmla="*/ 15899 w 38249"/>
                <a:gd name="csY52" fmla="*/ 1873 h 34799"/>
                <a:gd name="csX53" fmla="*/ 14626 w 38249"/>
                <a:gd name="csY53" fmla="*/ 1689 h 34799"/>
                <a:gd name="csX54" fmla="*/ 12224 w 38249"/>
                <a:gd name="csY54" fmla="*/ 2137 h 34799"/>
                <a:gd name="csX55" fmla="*/ 9486 w 38249"/>
                <a:gd name="csY55" fmla="*/ 3634 h 34799"/>
                <a:gd name="csX56" fmla="*/ 6636 w 38249"/>
                <a:gd name="csY56" fmla="*/ 6749 h 34799"/>
                <a:gd name="csX57" fmla="*/ 4315 w 38249"/>
                <a:gd name="csY57" fmla="*/ 11736 h 34799"/>
                <a:gd name="csX58" fmla="*/ 3298 w 38249"/>
                <a:gd name="csY58" fmla="*/ 12601 h 34799"/>
                <a:gd name="csX59" fmla="*/ 2402 w 38249"/>
                <a:gd name="csY59" fmla="*/ 11808 h 34799"/>
                <a:gd name="csX60" fmla="*/ 2890 w 38249"/>
                <a:gd name="csY60" fmla="*/ 9863 h 34799"/>
                <a:gd name="csX61" fmla="*/ 4459 w 38249"/>
                <a:gd name="csY61" fmla="*/ 6821 h 34799"/>
                <a:gd name="csX62" fmla="*/ 6941 w 38249"/>
                <a:gd name="csY62" fmla="*/ 3634 h 34799"/>
                <a:gd name="csX63" fmla="*/ 10423 w 38249"/>
                <a:gd name="csY63" fmla="*/ 1049 h 34799"/>
                <a:gd name="csX64" fmla="*/ 14778 w 38249"/>
                <a:gd name="csY64" fmla="*/ 0 h 34799"/>
                <a:gd name="csX65" fmla="*/ 16763 w 38249"/>
                <a:gd name="csY65" fmla="*/ 224 h 34799"/>
                <a:gd name="csX66" fmla="*/ 18973 w 38249"/>
                <a:gd name="csY66" fmla="*/ 977 h 34799"/>
                <a:gd name="csX67" fmla="*/ 21302 w 38249"/>
                <a:gd name="csY67" fmla="*/ 2770 h 34799"/>
                <a:gd name="csX68" fmla="*/ 23064 w 38249"/>
                <a:gd name="csY68" fmla="*/ 5812 h 34799"/>
                <a:gd name="csX69" fmla="*/ 24112 w 38249"/>
                <a:gd name="csY69" fmla="*/ 4123 h 34799"/>
                <a:gd name="csX70" fmla="*/ 25729 w 38249"/>
                <a:gd name="csY70" fmla="*/ 2290 h 34799"/>
                <a:gd name="csX71" fmla="*/ 28123 w 38249"/>
                <a:gd name="csY71" fmla="*/ 632 h 34799"/>
                <a:gd name="csX72" fmla="*/ 31125 w 38249"/>
                <a:gd name="csY72" fmla="*/ 0 h 34799"/>
                <a:gd name="csX73" fmla="*/ 34167 w 38249"/>
                <a:gd name="csY73" fmla="*/ 408 h 34799"/>
                <a:gd name="csX74" fmla="*/ 36937 w 38249"/>
                <a:gd name="csY74" fmla="*/ 2025 h 34799"/>
                <a:gd name="csX75" fmla="*/ 38250 w 38249"/>
                <a:gd name="csY75" fmla="*/ 5059 h 34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249" h="34799">
                  <a:moveTo>
                    <a:pt x="38250" y="5059"/>
                  </a:moveTo>
                  <a:cubicBezTo>
                    <a:pt x="38250" y="6463"/>
                    <a:pt x="37812" y="7562"/>
                    <a:pt x="36937" y="8358"/>
                  </a:cubicBezTo>
                  <a:cubicBezTo>
                    <a:pt x="36062" y="9137"/>
                    <a:pt x="35125" y="9526"/>
                    <a:pt x="34127" y="9526"/>
                  </a:cubicBezTo>
                  <a:cubicBezTo>
                    <a:pt x="33177" y="9526"/>
                    <a:pt x="32451" y="9252"/>
                    <a:pt x="31950" y="8702"/>
                  </a:cubicBezTo>
                  <a:cubicBezTo>
                    <a:pt x="31448" y="8152"/>
                    <a:pt x="31197" y="7525"/>
                    <a:pt x="31197" y="6821"/>
                  </a:cubicBezTo>
                  <a:cubicBezTo>
                    <a:pt x="31197" y="5871"/>
                    <a:pt x="31549" y="4985"/>
                    <a:pt x="32254" y="4163"/>
                  </a:cubicBezTo>
                  <a:cubicBezTo>
                    <a:pt x="32953" y="3336"/>
                    <a:pt x="33828" y="2834"/>
                    <a:pt x="34880" y="2658"/>
                  </a:cubicBezTo>
                  <a:cubicBezTo>
                    <a:pt x="33850" y="2012"/>
                    <a:pt x="32574" y="1689"/>
                    <a:pt x="31053" y="1689"/>
                  </a:cubicBezTo>
                  <a:cubicBezTo>
                    <a:pt x="30050" y="1689"/>
                    <a:pt x="29110" y="1951"/>
                    <a:pt x="28235" y="2474"/>
                  </a:cubicBezTo>
                  <a:cubicBezTo>
                    <a:pt x="27387" y="2997"/>
                    <a:pt x="26701" y="3597"/>
                    <a:pt x="26178" y="4275"/>
                  </a:cubicBezTo>
                  <a:cubicBezTo>
                    <a:pt x="25676" y="4947"/>
                    <a:pt x="25201" y="5772"/>
                    <a:pt x="24753" y="6749"/>
                  </a:cubicBezTo>
                  <a:cubicBezTo>
                    <a:pt x="24326" y="7698"/>
                    <a:pt x="24024" y="8462"/>
                    <a:pt x="23848" y="9038"/>
                  </a:cubicBezTo>
                  <a:cubicBezTo>
                    <a:pt x="23699" y="9588"/>
                    <a:pt x="23563" y="10161"/>
                    <a:pt x="23440" y="10759"/>
                  </a:cubicBezTo>
                  <a:lnTo>
                    <a:pt x="20814" y="21262"/>
                  </a:lnTo>
                  <a:cubicBezTo>
                    <a:pt x="19965" y="24587"/>
                    <a:pt x="19541" y="26837"/>
                    <a:pt x="19541" y="28011"/>
                  </a:cubicBezTo>
                  <a:cubicBezTo>
                    <a:pt x="19541" y="29463"/>
                    <a:pt x="19891" y="30677"/>
                    <a:pt x="20590" y="31653"/>
                  </a:cubicBezTo>
                  <a:cubicBezTo>
                    <a:pt x="21289" y="32603"/>
                    <a:pt x="22338" y="33078"/>
                    <a:pt x="23736" y="33078"/>
                  </a:cubicBezTo>
                  <a:cubicBezTo>
                    <a:pt x="24286" y="33078"/>
                    <a:pt x="24873" y="33001"/>
                    <a:pt x="25497" y="32846"/>
                  </a:cubicBezTo>
                  <a:cubicBezTo>
                    <a:pt x="26127" y="32675"/>
                    <a:pt x="26839" y="32363"/>
                    <a:pt x="27635" y="31910"/>
                  </a:cubicBezTo>
                  <a:cubicBezTo>
                    <a:pt x="28462" y="31435"/>
                    <a:pt x="29238" y="30848"/>
                    <a:pt x="29964" y="30148"/>
                  </a:cubicBezTo>
                  <a:cubicBezTo>
                    <a:pt x="30711" y="29423"/>
                    <a:pt x="31448" y="28449"/>
                    <a:pt x="32174" y="27226"/>
                  </a:cubicBezTo>
                  <a:cubicBezTo>
                    <a:pt x="32900" y="25999"/>
                    <a:pt x="33500" y="24598"/>
                    <a:pt x="33975" y="23024"/>
                  </a:cubicBezTo>
                  <a:cubicBezTo>
                    <a:pt x="34124" y="22474"/>
                    <a:pt x="34450" y="22199"/>
                    <a:pt x="34952" y="22199"/>
                  </a:cubicBezTo>
                  <a:cubicBezTo>
                    <a:pt x="35576" y="22199"/>
                    <a:pt x="35888" y="22450"/>
                    <a:pt x="35888" y="22951"/>
                  </a:cubicBezTo>
                  <a:cubicBezTo>
                    <a:pt x="35888" y="23373"/>
                    <a:pt x="35712" y="24035"/>
                    <a:pt x="35360" y="24937"/>
                  </a:cubicBezTo>
                  <a:cubicBezTo>
                    <a:pt x="35040" y="25812"/>
                    <a:pt x="34517" y="26823"/>
                    <a:pt x="33791" y="27971"/>
                  </a:cubicBezTo>
                  <a:cubicBezTo>
                    <a:pt x="33092" y="29097"/>
                    <a:pt x="32278" y="30172"/>
                    <a:pt x="31349" y="31197"/>
                  </a:cubicBezTo>
                  <a:cubicBezTo>
                    <a:pt x="30426" y="32200"/>
                    <a:pt x="29276" y="33052"/>
                    <a:pt x="27899" y="33751"/>
                  </a:cubicBezTo>
                  <a:cubicBezTo>
                    <a:pt x="26527" y="34450"/>
                    <a:pt x="25089" y="34800"/>
                    <a:pt x="23584" y="34800"/>
                  </a:cubicBezTo>
                  <a:cubicBezTo>
                    <a:pt x="21438" y="34800"/>
                    <a:pt x="19653" y="34226"/>
                    <a:pt x="18228" y="33078"/>
                  </a:cubicBezTo>
                  <a:cubicBezTo>
                    <a:pt x="16803" y="31926"/>
                    <a:pt x="15827" y="30549"/>
                    <a:pt x="15298" y="28948"/>
                  </a:cubicBezTo>
                  <a:cubicBezTo>
                    <a:pt x="15176" y="29172"/>
                    <a:pt x="15026" y="29436"/>
                    <a:pt x="14850" y="29740"/>
                  </a:cubicBezTo>
                  <a:cubicBezTo>
                    <a:pt x="14674" y="30039"/>
                    <a:pt x="14324" y="30525"/>
                    <a:pt x="13801" y="31197"/>
                  </a:cubicBezTo>
                  <a:cubicBezTo>
                    <a:pt x="13300" y="31848"/>
                    <a:pt x="12761" y="32425"/>
                    <a:pt x="12184" y="32926"/>
                  </a:cubicBezTo>
                  <a:cubicBezTo>
                    <a:pt x="11613" y="33401"/>
                    <a:pt x="10877" y="33826"/>
                    <a:pt x="9975" y="34199"/>
                  </a:cubicBezTo>
                  <a:cubicBezTo>
                    <a:pt x="9099" y="34599"/>
                    <a:pt x="8187" y="34800"/>
                    <a:pt x="7237" y="34800"/>
                  </a:cubicBezTo>
                  <a:cubicBezTo>
                    <a:pt x="6036" y="34800"/>
                    <a:pt x="4899" y="34623"/>
                    <a:pt x="3827" y="34271"/>
                  </a:cubicBezTo>
                  <a:cubicBezTo>
                    <a:pt x="2775" y="33924"/>
                    <a:pt x="1873" y="33350"/>
                    <a:pt x="1121" y="32550"/>
                  </a:cubicBezTo>
                  <a:cubicBezTo>
                    <a:pt x="373" y="31749"/>
                    <a:pt x="0" y="30799"/>
                    <a:pt x="0" y="29700"/>
                  </a:cubicBezTo>
                  <a:cubicBezTo>
                    <a:pt x="0" y="28473"/>
                    <a:pt x="414" y="27434"/>
                    <a:pt x="1241" y="26586"/>
                  </a:cubicBezTo>
                  <a:cubicBezTo>
                    <a:pt x="2089" y="25711"/>
                    <a:pt x="3087" y="25273"/>
                    <a:pt x="4235" y="25273"/>
                  </a:cubicBezTo>
                  <a:cubicBezTo>
                    <a:pt x="4961" y="25273"/>
                    <a:pt x="5612" y="25487"/>
                    <a:pt x="6188" y="25914"/>
                  </a:cubicBezTo>
                  <a:cubicBezTo>
                    <a:pt x="6786" y="26335"/>
                    <a:pt x="7085" y="27010"/>
                    <a:pt x="7085" y="27939"/>
                  </a:cubicBezTo>
                  <a:cubicBezTo>
                    <a:pt x="7085" y="28964"/>
                    <a:pt x="6735" y="29863"/>
                    <a:pt x="6036" y="30637"/>
                  </a:cubicBezTo>
                  <a:cubicBezTo>
                    <a:pt x="5337" y="31410"/>
                    <a:pt x="4488" y="31899"/>
                    <a:pt x="3490" y="32102"/>
                  </a:cubicBezTo>
                  <a:cubicBezTo>
                    <a:pt x="4515" y="32753"/>
                    <a:pt x="5788" y="33078"/>
                    <a:pt x="7309" y="33078"/>
                  </a:cubicBezTo>
                  <a:cubicBezTo>
                    <a:pt x="8963" y="33078"/>
                    <a:pt x="10439" y="32353"/>
                    <a:pt x="11736" y="30901"/>
                  </a:cubicBezTo>
                  <a:cubicBezTo>
                    <a:pt x="13038" y="29449"/>
                    <a:pt x="14001" y="27512"/>
                    <a:pt x="14626" y="25089"/>
                  </a:cubicBezTo>
                  <a:cubicBezTo>
                    <a:pt x="16174" y="19261"/>
                    <a:pt x="17249" y="15047"/>
                    <a:pt x="17852" y="12448"/>
                  </a:cubicBezTo>
                  <a:cubicBezTo>
                    <a:pt x="18450" y="9823"/>
                    <a:pt x="18749" y="7947"/>
                    <a:pt x="18749" y="6821"/>
                  </a:cubicBezTo>
                  <a:cubicBezTo>
                    <a:pt x="18749" y="5775"/>
                    <a:pt x="18613" y="4889"/>
                    <a:pt x="18340" y="4163"/>
                  </a:cubicBezTo>
                  <a:cubicBezTo>
                    <a:pt x="18063" y="3437"/>
                    <a:pt x="17687" y="2911"/>
                    <a:pt x="17212" y="2586"/>
                  </a:cubicBezTo>
                  <a:cubicBezTo>
                    <a:pt x="16763" y="2233"/>
                    <a:pt x="16326" y="1996"/>
                    <a:pt x="15899" y="1873"/>
                  </a:cubicBezTo>
                  <a:cubicBezTo>
                    <a:pt x="15498" y="1750"/>
                    <a:pt x="15074" y="1689"/>
                    <a:pt x="14626" y="1689"/>
                  </a:cubicBezTo>
                  <a:cubicBezTo>
                    <a:pt x="13873" y="1689"/>
                    <a:pt x="13073" y="1839"/>
                    <a:pt x="12224" y="2137"/>
                  </a:cubicBezTo>
                  <a:cubicBezTo>
                    <a:pt x="11402" y="2436"/>
                    <a:pt x="10490" y="2935"/>
                    <a:pt x="9486" y="3634"/>
                  </a:cubicBezTo>
                  <a:cubicBezTo>
                    <a:pt x="8510" y="4312"/>
                    <a:pt x="7560" y="5350"/>
                    <a:pt x="6636" y="6749"/>
                  </a:cubicBezTo>
                  <a:cubicBezTo>
                    <a:pt x="5713" y="8147"/>
                    <a:pt x="4939" y="9809"/>
                    <a:pt x="4315" y="11736"/>
                  </a:cubicBezTo>
                  <a:cubicBezTo>
                    <a:pt x="4187" y="12312"/>
                    <a:pt x="3848" y="12601"/>
                    <a:pt x="3298" y="12601"/>
                  </a:cubicBezTo>
                  <a:cubicBezTo>
                    <a:pt x="2700" y="12574"/>
                    <a:pt x="2402" y="12310"/>
                    <a:pt x="2402" y="11808"/>
                  </a:cubicBezTo>
                  <a:cubicBezTo>
                    <a:pt x="2402" y="11386"/>
                    <a:pt x="2564" y="10738"/>
                    <a:pt x="2890" y="9863"/>
                  </a:cubicBezTo>
                  <a:cubicBezTo>
                    <a:pt x="3237" y="8961"/>
                    <a:pt x="3760" y="7947"/>
                    <a:pt x="4459" y="6821"/>
                  </a:cubicBezTo>
                  <a:cubicBezTo>
                    <a:pt x="5185" y="5700"/>
                    <a:pt x="6012" y="4638"/>
                    <a:pt x="6941" y="3634"/>
                  </a:cubicBezTo>
                  <a:cubicBezTo>
                    <a:pt x="7891" y="2610"/>
                    <a:pt x="9051" y="1748"/>
                    <a:pt x="10423" y="1049"/>
                  </a:cubicBezTo>
                  <a:cubicBezTo>
                    <a:pt x="11827" y="350"/>
                    <a:pt x="13278" y="0"/>
                    <a:pt x="14778" y="0"/>
                  </a:cubicBezTo>
                  <a:cubicBezTo>
                    <a:pt x="15450" y="0"/>
                    <a:pt x="16112" y="75"/>
                    <a:pt x="16763" y="224"/>
                  </a:cubicBezTo>
                  <a:cubicBezTo>
                    <a:pt x="17436" y="347"/>
                    <a:pt x="18172" y="598"/>
                    <a:pt x="18973" y="977"/>
                  </a:cubicBezTo>
                  <a:cubicBezTo>
                    <a:pt x="19800" y="1350"/>
                    <a:pt x="20577" y="1948"/>
                    <a:pt x="21302" y="2770"/>
                  </a:cubicBezTo>
                  <a:cubicBezTo>
                    <a:pt x="22028" y="3597"/>
                    <a:pt x="22615" y="4611"/>
                    <a:pt x="23064" y="5812"/>
                  </a:cubicBezTo>
                  <a:cubicBezTo>
                    <a:pt x="23362" y="5235"/>
                    <a:pt x="23712" y="4672"/>
                    <a:pt x="24112" y="4123"/>
                  </a:cubicBezTo>
                  <a:cubicBezTo>
                    <a:pt x="24539" y="3573"/>
                    <a:pt x="25078" y="2962"/>
                    <a:pt x="25729" y="2290"/>
                  </a:cubicBezTo>
                  <a:cubicBezTo>
                    <a:pt x="26402" y="1585"/>
                    <a:pt x="27200" y="1033"/>
                    <a:pt x="28123" y="632"/>
                  </a:cubicBezTo>
                  <a:cubicBezTo>
                    <a:pt x="29073" y="211"/>
                    <a:pt x="30074" y="0"/>
                    <a:pt x="31125" y="0"/>
                  </a:cubicBezTo>
                  <a:cubicBezTo>
                    <a:pt x="32150" y="0"/>
                    <a:pt x="33164" y="136"/>
                    <a:pt x="34167" y="408"/>
                  </a:cubicBezTo>
                  <a:cubicBezTo>
                    <a:pt x="35165" y="659"/>
                    <a:pt x="36088" y="1198"/>
                    <a:pt x="36937" y="2025"/>
                  </a:cubicBezTo>
                  <a:cubicBezTo>
                    <a:pt x="37812" y="2826"/>
                    <a:pt x="38250" y="3837"/>
                    <a:pt x="38250" y="5059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9" name="Freeform 3098">
              <a:extLst>
                <a:ext uri="{FF2B5EF4-FFF2-40B4-BE49-F238E27FC236}">
                  <a16:creationId xmlns:a16="http://schemas.microsoft.com/office/drawing/2014/main" id="{3CB22F52-DEF8-7ACD-0D1B-095D48AFBD92}"/>
                </a:ext>
              </a:extLst>
            </p:cNvPr>
            <p:cNvSpPr/>
            <p:nvPr/>
          </p:nvSpPr>
          <p:spPr>
            <a:xfrm>
              <a:off x="7317228" y="2476062"/>
              <a:ext cx="800" cy="1063451"/>
            </a:xfrm>
            <a:custGeom>
              <a:avLst/>
              <a:gdLst>
                <a:gd name="csX0" fmla="*/ 0 w 800"/>
                <a:gd name="csY0" fmla="*/ 1063452 h 1063451"/>
                <a:gd name="csX1" fmla="*/ 0 w 800"/>
                <a:gd name="csY1" fmla="*/ 0 h 10634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00" h="1063451">
                  <a:moveTo>
                    <a:pt x="0" y="1063452"/>
                  </a:moveTo>
                  <a:lnTo>
                    <a:pt x="0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0" name="Freeform 3099">
              <a:extLst>
                <a:ext uri="{FF2B5EF4-FFF2-40B4-BE49-F238E27FC236}">
                  <a16:creationId xmlns:a16="http://schemas.microsoft.com/office/drawing/2014/main" id="{AA2683E4-0162-BEC6-61A5-F88A67B8DB1B}"/>
                </a:ext>
              </a:extLst>
            </p:cNvPr>
            <p:cNvSpPr/>
            <p:nvPr/>
          </p:nvSpPr>
          <p:spPr>
            <a:xfrm>
              <a:off x="7317228" y="3509414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1" name="Freeform 3100">
              <a:extLst>
                <a:ext uri="{FF2B5EF4-FFF2-40B4-BE49-F238E27FC236}">
                  <a16:creationId xmlns:a16="http://schemas.microsoft.com/office/drawing/2014/main" id="{A0C1B45B-7B29-2897-A7E1-4BDB55FEFEF3}"/>
                </a:ext>
              </a:extLst>
            </p:cNvPr>
            <p:cNvSpPr/>
            <p:nvPr/>
          </p:nvSpPr>
          <p:spPr>
            <a:xfrm>
              <a:off x="7317228" y="3356887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2" name="Freeform 3101">
              <a:extLst>
                <a:ext uri="{FF2B5EF4-FFF2-40B4-BE49-F238E27FC236}">
                  <a16:creationId xmlns:a16="http://schemas.microsoft.com/office/drawing/2014/main" id="{52D60639-3D65-A668-7251-095EBECABE3F}"/>
                </a:ext>
              </a:extLst>
            </p:cNvPr>
            <p:cNvSpPr/>
            <p:nvPr/>
          </p:nvSpPr>
          <p:spPr>
            <a:xfrm>
              <a:off x="7317228" y="3204354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3" name="Freeform 3102">
              <a:extLst>
                <a:ext uri="{FF2B5EF4-FFF2-40B4-BE49-F238E27FC236}">
                  <a16:creationId xmlns:a16="http://schemas.microsoft.com/office/drawing/2014/main" id="{171328A2-847F-6890-E229-C0F7F4DF6020}"/>
                </a:ext>
              </a:extLst>
            </p:cNvPr>
            <p:cNvSpPr/>
            <p:nvPr/>
          </p:nvSpPr>
          <p:spPr>
            <a:xfrm>
              <a:off x="7317228" y="3051823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CB5F39D1-2D9B-A9F5-34BB-3E954EF8A67D}"/>
                </a:ext>
              </a:extLst>
            </p:cNvPr>
            <p:cNvSpPr/>
            <p:nvPr/>
          </p:nvSpPr>
          <p:spPr>
            <a:xfrm>
              <a:off x="7317228" y="2899292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5" name="Freeform 3104">
              <a:extLst>
                <a:ext uri="{FF2B5EF4-FFF2-40B4-BE49-F238E27FC236}">
                  <a16:creationId xmlns:a16="http://schemas.microsoft.com/office/drawing/2014/main" id="{17DD1DAB-E776-E3DA-E3EF-476108D9989B}"/>
                </a:ext>
              </a:extLst>
            </p:cNvPr>
            <p:cNvSpPr/>
            <p:nvPr/>
          </p:nvSpPr>
          <p:spPr>
            <a:xfrm>
              <a:off x="7317228" y="2746760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6" name="Freeform 3105">
              <a:extLst>
                <a:ext uri="{FF2B5EF4-FFF2-40B4-BE49-F238E27FC236}">
                  <a16:creationId xmlns:a16="http://schemas.microsoft.com/office/drawing/2014/main" id="{F94345C7-E67E-27E0-75B7-C4C0B11A6DBB}"/>
                </a:ext>
              </a:extLst>
            </p:cNvPr>
            <p:cNvSpPr/>
            <p:nvPr/>
          </p:nvSpPr>
          <p:spPr>
            <a:xfrm>
              <a:off x="7317228" y="2594229"/>
              <a:ext cx="15127" cy="800"/>
            </a:xfrm>
            <a:custGeom>
              <a:avLst/>
              <a:gdLst>
                <a:gd name="csX0" fmla="*/ 0 w 15127"/>
                <a:gd name="csY0" fmla="*/ 0 h 800"/>
                <a:gd name="csX1" fmla="*/ 15128 w 15127"/>
                <a:gd name="csY1" fmla="*/ 0 h 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27" h="800">
                  <a:moveTo>
                    <a:pt x="0" y="0"/>
                  </a:moveTo>
                  <a:lnTo>
                    <a:pt x="15128" y="0"/>
                  </a:lnTo>
                </a:path>
              </a:pathLst>
            </a:custGeom>
            <a:noFill/>
            <a:ln w="3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7" name="Freeform 3106">
              <a:extLst>
                <a:ext uri="{FF2B5EF4-FFF2-40B4-BE49-F238E27FC236}">
                  <a16:creationId xmlns:a16="http://schemas.microsoft.com/office/drawing/2014/main" id="{05DEFBEF-505E-90AB-D146-419D2B6BF649}"/>
                </a:ext>
              </a:extLst>
            </p:cNvPr>
            <p:cNvSpPr/>
            <p:nvPr/>
          </p:nvSpPr>
          <p:spPr>
            <a:xfrm>
              <a:off x="7191575" y="3484333"/>
              <a:ext cx="33466" cy="50233"/>
            </a:xfrm>
            <a:custGeom>
              <a:avLst/>
              <a:gdLst>
                <a:gd name="csX0" fmla="*/ 16734 w 33466"/>
                <a:gd name="csY0" fmla="*/ 5187 h 50233"/>
                <a:gd name="csX1" fmla="*/ 9113 w 33466"/>
                <a:gd name="csY1" fmla="*/ 10183 h 50233"/>
                <a:gd name="csX2" fmla="*/ 6583 w 33466"/>
                <a:gd name="csY2" fmla="*/ 25129 h 50233"/>
                <a:gd name="csX3" fmla="*/ 9113 w 33466"/>
                <a:gd name="csY3" fmla="*/ 40083 h 50233"/>
                <a:gd name="csX4" fmla="*/ 16734 w 33466"/>
                <a:gd name="csY4" fmla="*/ 45046 h 50233"/>
                <a:gd name="csX5" fmla="*/ 24354 w 33466"/>
                <a:gd name="csY5" fmla="*/ 40083 h 50233"/>
                <a:gd name="csX6" fmla="*/ 26916 w 33466"/>
                <a:gd name="csY6" fmla="*/ 25129 h 50233"/>
                <a:gd name="csX7" fmla="*/ 24354 w 33466"/>
                <a:gd name="csY7" fmla="*/ 10183 h 50233"/>
                <a:gd name="csX8" fmla="*/ 16734 w 33466"/>
                <a:gd name="csY8" fmla="*/ 5187 h 50233"/>
                <a:gd name="csX9" fmla="*/ 16734 w 33466"/>
                <a:gd name="csY9" fmla="*/ 0 h 50233"/>
                <a:gd name="csX10" fmla="*/ 29153 w 33466"/>
                <a:gd name="csY10" fmla="*/ 6452 h 50233"/>
                <a:gd name="csX11" fmla="*/ 33467 w 33466"/>
                <a:gd name="csY11" fmla="*/ 25129 h 50233"/>
                <a:gd name="csX12" fmla="*/ 29153 w 33466"/>
                <a:gd name="csY12" fmla="*/ 43814 h 50233"/>
                <a:gd name="csX13" fmla="*/ 16734 w 33466"/>
                <a:gd name="csY13" fmla="*/ 50234 h 50233"/>
                <a:gd name="csX14" fmla="*/ 4280 w 33466"/>
                <a:gd name="csY14" fmla="*/ 43814 h 50233"/>
                <a:gd name="csX15" fmla="*/ 0 w 33466"/>
                <a:gd name="csY15" fmla="*/ 25129 h 50233"/>
                <a:gd name="csX16" fmla="*/ 4280 w 33466"/>
                <a:gd name="csY16" fmla="*/ 6452 h 50233"/>
                <a:gd name="csX17" fmla="*/ 16734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4" y="5187"/>
                  </a:moveTo>
                  <a:cubicBezTo>
                    <a:pt x="13361" y="5187"/>
                    <a:pt x="10820" y="6853"/>
                    <a:pt x="9113" y="10183"/>
                  </a:cubicBezTo>
                  <a:cubicBezTo>
                    <a:pt x="7426" y="13492"/>
                    <a:pt x="6583" y="18474"/>
                    <a:pt x="6583" y="25129"/>
                  </a:cubicBezTo>
                  <a:cubicBezTo>
                    <a:pt x="6583" y="31768"/>
                    <a:pt x="7426" y="36753"/>
                    <a:pt x="9113" y="40083"/>
                  </a:cubicBezTo>
                  <a:cubicBezTo>
                    <a:pt x="10820" y="43392"/>
                    <a:pt x="13361" y="45046"/>
                    <a:pt x="16734" y="45046"/>
                  </a:cubicBezTo>
                  <a:cubicBezTo>
                    <a:pt x="20127" y="45046"/>
                    <a:pt x="22668" y="43392"/>
                    <a:pt x="24354" y="40083"/>
                  </a:cubicBezTo>
                  <a:cubicBezTo>
                    <a:pt x="26062" y="36753"/>
                    <a:pt x="26916" y="31768"/>
                    <a:pt x="26916" y="25129"/>
                  </a:cubicBezTo>
                  <a:cubicBezTo>
                    <a:pt x="26916" y="18474"/>
                    <a:pt x="26062" y="13492"/>
                    <a:pt x="24354" y="10183"/>
                  </a:cubicBezTo>
                  <a:cubicBezTo>
                    <a:pt x="22668" y="6853"/>
                    <a:pt x="20127" y="5187"/>
                    <a:pt x="16734" y="5187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3" y="6452"/>
                  </a:cubicBezTo>
                  <a:cubicBezTo>
                    <a:pt x="32029" y="10733"/>
                    <a:pt x="33467" y="16958"/>
                    <a:pt x="33467" y="25129"/>
                  </a:cubicBezTo>
                  <a:cubicBezTo>
                    <a:pt x="33467" y="33284"/>
                    <a:pt x="32029" y="39512"/>
                    <a:pt x="29153" y="43814"/>
                  </a:cubicBezTo>
                  <a:cubicBezTo>
                    <a:pt x="26300" y="48094"/>
                    <a:pt x="22160" y="50234"/>
                    <a:pt x="16734" y="50234"/>
                  </a:cubicBezTo>
                  <a:cubicBezTo>
                    <a:pt x="11307" y="50234"/>
                    <a:pt x="7156" y="48094"/>
                    <a:pt x="4280" y="43814"/>
                  </a:cubicBezTo>
                  <a:cubicBezTo>
                    <a:pt x="1427" y="39512"/>
                    <a:pt x="0" y="33284"/>
                    <a:pt x="0" y="25129"/>
                  </a:cubicBezTo>
                  <a:cubicBezTo>
                    <a:pt x="0" y="16958"/>
                    <a:pt x="1427" y="10733"/>
                    <a:pt x="4280" y="6452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8" name="Freeform 3107">
              <a:extLst>
                <a:ext uri="{FF2B5EF4-FFF2-40B4-BE49-F238E27FC236}">
                  <a16:creationId xmlns:a16="http://schemas.microsoft.com/office/drawing/2014/main" id="{B3BDABE3-1F93-27CF-D667-E7B4B314FB7C}"/>
                </a:ext>
              </a:extLst>
            </p:cNvPr>
            <p:cNvSpPr/>
            <p:nvPr/>
          </p:nvSpPr>
          <p:spPr>
            <a:xfrm>
              <a:off x="7236555" y="3525385"/>
              <a:ext cx="6842" cy="8237"/>
            </a:xfrm>
            <a:custGeom>
              <a:avLst/>
              <a:gdLst>
                <a:gd name="csX0" fmla="*/ 0 w 6842"/>
                <a:gd name="csY0" fmla="*/ 0 h 8237"/>
                <a:gd name="csX1" fmla="*/ 6842 w 6842"/>
                <a:gd name="csY1" fmla="*/ 0 h 8237"/>
                <a:gd name="csX2" fmla="*/ 6842 w 6842"/>
                <a:gd name="csY2" fmla="*/ 8238 h 8237"/>
                <a:gd name="csX3" fmla="*/ 0 w 6842"/>
                <a:gd name="csY3" fmla="*/ 8238 h 8237"/>
                <a:gd name="csX4" fmla="*/ 0 w 6842"/>
                <a:gd name="csY4" fmla="*/ 0 h 8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8237">
                  <a:moveTo>
                    <a:pt x="0" y="0"/>
                  </a:moveTo>
                  <a:lnTo>
                    <a:pt x="6842" y="0"/>
                  </a:lnTo>
                  <a:lnTo>
                    <a:pt x="6842" y="8238"/>
                  </a:lnTo>
                  <a:lnTo>
                    <a:pt x="0" y="8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9" name="Freeform 3108">
              <a:extLst>
                <a:ext uri="{FF2B5EF4-FFF2-40B4-BE49-F238E27FC236}">
                  <a16:creationId xmlns:a16="http://schemas.microsoft.com/office/drawing/2014/main" id="{6F7A694D-72FF-AA9E-2CC9-D457C7DC207D}"/>
                </a:ext>
              </a:extLst>
            </p:cNvPr>
            <p:cNvSpPr/>
            <p:nvPr/>
          </p:nvSpPr>
          <p:spPr>
            <a:xfrm>
              <a:off x="7254942" y="3484333"/>
              <a:ext cx="33466" cy="50233"/>
            </a:xfrm>
            <a:custGeom>
              <a:avLst/>
              <a:gdLst>
                <a:gd name="csX0" fmla="*/ 16733 w 33466"/>
                <a:gd name="csY0" fmla="*/ 5187 h 50233"/>
                <a:gd name="csX1" fmla="*/ 9113 w 33466"/>
                <a:gd name="csY1" fmla="*/ 10183 h 50233"/>
                <a:gd name="csX2" fmla="*/ 6583 w 33466"/>
                <a:gd name="csY2" fmla="*/ 25129 h 50233"/>
                <a:gd name="csX3" fmla="*/ 9113 w 33466"/>
                <a:gd name="csY3" fmla="*/ 40083 h 50233"/>
                <a:gd name="csX4" fmla="*/ 16733 w 33466"/>
                <a:gd name="csY4" fmla="*/ 45046 h 50233"/>
                <a:gd name="csX5" fmla="*/ 24354 w 33466"/>
                <a:gd name="csY5" fmla="*/ 40083 h 50233"/>
                <a:gd name="csX6" fmla="*/ 26916 w 33466"/>
                <a:gd name="csY6" fmla="*/ 25129 h 50233"/>
                <a:gd name="csX7" fmla="*/ 24354 w 33466"/>
                <a:gd name="csY7" fmla="*/ 10183 h 50233"/>
                <a:gd name="csX8" fmla="*/ 16733 w 33466"/>
                <a:gd name="csY8" fmla="*/ 5187 h 50233"/>
                <a:gd name="csX9" fmla="*/ 16733 w 33466"/>
                <a:gd name="csY9" fmla="*/ 0 h 50233"/>
                <a:gd name="csX10" fmla="*/ 29153 w 33466"/>
                <a:gd name="csY10" fmla="*/ 6452 h 50233"/>
                <a:gd name="csX11" fmla="*/ 33467 w 33466"/>
                <a:gd name="csY11" fmla="*/ 25129 h 50233"/>
                <a:gd name="csX12" fmla="*/ 29153 w 33466"/>
                <a:gd name="csY12" fmla="*/ 43814 h 50233"/>
                <a:gd name="csX13" fmla="*/ 16733 w 33466"/>
                <a:gd name="csY13" fmla="*/ 50234 h 50233"/>
                <a:gd name="csX14" fmla="*/ 4280 w 33466"/>
                <a:gd name="csY14" fmla="*/ 43814 h 50233"/>
                <a:gd name="csX15" fmla="*/ 0 w 33466"/>
                <a:gd name="csY15" fmla="*/ 25129 h 50233"/>
                <a:gd name="csX16" fmla="*/ 4280 w 33466"/>
                <a:gd name="csY16" fmla="*/ 6452 h 50233"/>
                <a:gd name="csX17" fmla="*/ 16733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3" y="5187"/>
                  </a:moveTo>
                  <a:cubicBezTo>
                    <a:pt x="13361" y="5187"/>
                    <a:pt x="10820" y="6853"/>
                    <a:pt x="9113" y="10183"/>
                  </a:cubicBezTo>
                  <a:cubicBezTo>
                    <a:pt x="7426" y="13492"/>
                    <a:pt x="6583" y="18474"/>
                    <a:pt x="6583" y="25129"/>
                  </a:cubicBezTo>
                  <a:cubicBezTo>
                    <a:pt x="6583" y="31768"/>
                    <a:pt x="7426" y="36753"/>
                    <a:pt x="9113" y="40083"/>
                  </a:cubicBezTo>
                  <a:cubicBezTo>
                    <a:pt x="10820" y="43392"/>
                    <a:pt x="13361" y="45046"/>
                    <a:pt x="16733" y="45046"/>
                  </a:cubicBezTo>
                  <a:cubicBezTo>
                    <a:pt x="20127" y="45046"/>
                    <a:pt x="22668" y="43392"/>
                    <a:pt x="24354" y="40083"/>
                  </a:cubicBezTo>
                  <a:cubicBezTo>
                    <a:pt x="26062" y="36753"/>
                    <a:pt x="26916" y="31768"/>
                    <a:pt x="26916" y="25129"/>
                  </a:cubicBezTo>
                  <a:cubicBezTo>
                    <a:pt x="26916" y="18474"/>
                    <a:pt x="26062" y="13492"/>
                    <a:pt x="24354" y="10183"/>
                  </a:cubicBezTo>
                  <a:cubicBezTo>
                    <a:pt x="22668" y="6853"/>
                    <a:pt x="20127" y="5187"/>
                    <a:pt x="16733" y="5187"/>
                  </a:cubicBezTo>
                  <a:moveTo>
                    <a:pt x="16733" y="0"/>
                  </a:moveTo>
                  <a:cubicBezTo>
                    <a:pt x="22160" y="0"/>
                    <a:pt x="26300" y="2151"/>
                    <a:pt x="29153" y="6452"/>
                  </a:cubicBezTo>
                  <a:cubicBezTo>
                    <a:pt x="32029" y="10733"/>
                    <a:pt x="33467" y="16958"/>
                    <a:pt x="33467" y="25129"/>
                  </a:cubicBezTo>
                  <a:cubicBezTo>
                    <a:pt x="33467" y="33284"/>
                    <a:pt x="32029" y="39512"/>
                    <a:pt x="29153" y="43814"/>
                  </a:cubicBezTo>
                  <a:cubicBezTo>
                    <a:pt x="26300" y="48094"/>
                    <a:pt x="22160" y="50234"/>
                    <a:pt x="16733" y="50234"/>
                  </a:cubicBezTo>
                  <a:cubicBezTo>
                    <a:pt x="11306" y="50234"/>
                    <a:pt x="7156" y="48094"/>
                    <a:pt x="4280" y="43814"/>
                  </a:cubicBezTo>
                  <a:cubicBezTo>
                    <a:pt x="1427" y="39512"/>
                    <a:pt x="0" y="33284"/>
                    <a:pt x="0" y="25129"/>
                  </a:cubicBezTo>
                  <a:cubicBezTo>
                    <a:pt x="0" y="16958"/>
                    <a:pt x="1427" y="10733"/>
                    <a:pt x="4280" y="6452"/>
                  </a:cubicBezTo>
                  <a:cubicBezTo>
                    <a:pt x="7156" y="2151"/>
                    <a:pt x="11306" y="0"/>
                    <a:pt x="16733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0" name="Freeform 3109">
              <a:extLst>
                <a:ext uri="{FF2B5EF4-FFF2-40B4-BE49-F238E27FC236}">
                  <a16:creationId xmlns:a16="http://schemas.microsoft.com/office/drawing/2014/main" id="{9CB7B8C8-C149-050F-84F7-5D6946189C72}"/>
                </a:ext>
              </a:extLst>
            </p:cNvPr>
            <p:cNvSpPr/>
            <p:nvPr/>
          </p:nvSpPr>
          <p:spPr>
            <a:xfrm>
              <a:off x="7193294" y="3331798"/>
              <a:ext cx="33466" cy="50233"/>
            </a:xfrm>
            <a:custGeom>
              <a:avLst/>
              <a:gdLst>
                <a:gd name="csX0" fmla="*/ 16733 w 33466"/>
                <a:gd name="csY0" fmla="*/ 5196 h 50233"/>
                <a:gd name="csX1" fmla="*/ 9113 w 33466"/>
                <a:gd name="csY1" fmla="*/ 10183 h 50233"/>
                <a:gd name="csX2" fmla="*/ 6583 w 33466"/>
                <a:gd name="csY2" fmla="*/ 25137 h 50233"/>
                <a:gd name="csX3" fmla="*/ 9113 w 33466"/>
                <a:gd name="csY3" fmla="*/ 40083 h 50233"/>
                <a:gd name="csX4" fmla="*/ 16733 w 33466"/>
                <a:gd name="csY4" fmla="*/ 45046 h 50233"/>
                <a:gd name="csX5" fmla="*/ 24354 w 33466"/>
                <a:gd name="csY5" fmla="*/ 40083 h 50233"/>
                <a:gd name="csX6" fmla="*/ 26916 w 33466"/>
                <a:gd name="csY6" fmla="*/ 25137 h 50233"/>
                <a:gd name="csX7" fmla="*/ 24354 w 33466"/>
                <a:gd name="csY7" fmla="*/ 10183 h 50233"/>
                <a:gd name="csX8" fmla="*/ 16733 w 33466"/>
                <a:gd name="csY8" fmla="*/ 5196 h 50233"/>
                <a:gd name="csX9" fmla="*/ 16733 w 33466"/>
                <a:gd name="csY9" fmla="*/ 0 h 50233"/>
                <a:gd name="csX10" fmla="*/ 29153 w 33466"/>
                <a:gd name="csY10" fmla="*/ 6460 h 50233"/>
                <a:gd name="csX11" fmla="*/ 33467 w 33466"/>
                <a:gd name="csY11" fmla="*/ 25137 h 50233"/>
                <a:gd name="csX12" fmla="*/ 29153 w 33466"/>
                <a:gd name="csY12" fmla="*/ 43814 h 50233"/>
                <a:gd name="csX13" fmla="*/ 16733 w 33466"/>
                <a:gd name="csY13" fmla="*/ 50234 h 50233"/>
                <a:gd name="csX14" fmla="*/ 4280 w 33466"/>
                <a:gd name="csY14" fmla="*/ 43814 h 50233"/>
                <a:gd name="csX15" fmla="*/ 0 w 33466"/>
                <a:gd name="csY15" fmla="*/ 25137 h 50233"/>
                <a:gd name="csX16" fmla="*/ 4280 w 33466"/>
                <a:gd name="csY16" fmla="*/ 6460 h 50233"/>
                <a:gd name="csX17" fmla="*/ 16733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3" y="5196"/>
                  </a:moveTo>
                  <a:cubicBezTo>
                    <a:pt x="13361" y="5196"/>
                    <a:pt x="10820" y="6858"/>
                    <a:pt x="9113" y="10183"/>
                  </a:cubicBezTo>
                  <a:cubicBezTo>
                    <a:pt x="7426" y="13492"/>
                    <a:pt x="6583" y="18477"/>
                    <a:pt x="6583" y="25137"/>
                  </a:cubicBezTo>
                  <a:cubicBezTo>
                    <a:pt x="6583" y="31776"/>
                    <a:pt x="7426" y="36758"/>
                    <a:pt x="9113" y="40083"/>
                  </a:cubicBezTo>
                  <a:cubicBezTo>
                    <a:pt x="10820" y="43392"/>
                    <a:pt x="13361" y="45046"/>
                    <a:pt x="16733" y="45046"/>
                  </a:cubicBezTo>
                  <a:cubicBezTo>
                    <a:pt x="20127" y="45046"/>
                    <a:pt x="22668" y="43392"/>
                    <a:pt x="24354" y="40083"/>
                  </a:cubicBezTo>
                  <a:cubicBezTo>
                    <a:pt x="26062" y="36758"/>
                    <a:pt x="26916" y="31776"/>
                    <a:pt x="26916" y="25137"/>
                  </a:cubicBezTo>
                  <a:cubicBezTo>
                    <a:pt x="26916" y="18477"/>
                    <a:pt x="26062" y="13492"/>
                    <a:pt x="24354" y="10183"/>
                  </a:cubicBezTo>
                  <a:cubicBezTo>
                    <a:pt x="22668" y="6858"/>
                    <a:pt x="20127" y="5196"/>
                    <a:pt x="16733" y="5196"/>
                  </a:cubicBezTo>
                  <a:moveTo>
                    <a:pt x="16733" y="0"/>
                  </a:moveTo>
                  <a:cubicBezTo>
                    <a:pt x="22160" y="0"/>
                    <a:pt x="26300" y="2154"/>
                    <a:pt x="29153" y="6460"/>
                  </a:cubicBezTo>
                  <a:cubicBezTo>
                    <a:pt x="32029" y="10741"/>
                    <a:pt x="33467" y="16966"/>
                    <a:pt x="33467" y="25137"/>
                  </a:cubicBezTo>
                  <a:cubicBezTo>
                    <a:pt x="33467" y="33287"/>
                    <a:pt x="32029" y="39512"/>
                    <a:pt x="29153" y="43814"/>
                  </a:cubicBezTo>
                  <a:cubicBezTo>
                    <a:pt x="26300" y="48094"/>
                    <a:pt x="22160" y="50234"/>
                    <a:pt x="16733" y="50234"/>
                  </a:cubicBezTo>
                  <a:cubicBezTo>
                    <a:pt x="11307" y="50234"/>
                    <a:pt x="7156" y="48094"/>
                    <a:pt x="4280" y="43814"/>
                  </a:cubicBezTo>
                  <a:cubicBezTo>
                    <a:pt x="1427" y="39512"/>
                    <a:pt x="0" y="33287"/>
                    <a:pt x="0" y="25137"/>
                  </a:cubicBezTo>
                  <a:cubicBezTo>
                    <a:pt x="0" y="16966"/>
                    <a:pt x="1427" y="10741"/>
                    <a:pt x="4280" y="6460"/>
                  </a:cubicBezTo>
                  <a:cubicBezTo>
                    <a:pt x="7156" y="2154"/>
                    <a:pt x="11307" y="0"/>
                    <a:pt x="16733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1" name="Freeform 3110">
              <a:extLst>
                <a:ext uri="{FF2B5EF4-FFF2-40B4-BE49-F238E27FC236}">
                  <a16:creationId xmlns:a16="http://schemas.microsoft.com/office/drawing/2014/main" id="{CC80E635-7B3E-25AF-E6A6-4BAF7AAE0984}"/>
                </a:ext>
              </a:extLst>
            </p:cNvPr>
            <p:cNvSpPr/>
            <p:nvPr/>
          </p:nvSpPr>
          <p:spPr>
            <a:xfrm>
              <a:off x="7238273" y="3372857"/>
              <a:ext cx="6842" cy="8237"/>
            </a:xfrm>
            <a:custGeom>
              <a:avLst/>
              <a:gdLst>
                <a:gd name="csX0" fmla="*/ 0 w 6842"/>
                <a:gd name="csY0" fmla="*/ 0 h 8237"/>
                <a:gd name="csX1" fmla="*/ 6842 w 6842"/>
                <a:gd name="csY1" fmla="*/ 0 h 8237"/>
                <a:gd name="csX2" fmla="*/ 6842 w 6842"/>
                <a:gd name="csY2" fmla="*/ 8238 h 8237"/>
                <a:gd name="csX3" fmla="*/ 0 w 6842"/>
                <a:gd name="csY3" fmla="*/ 8238 h 8237"/>
                <a:gd name="csX4" fmla="*/ 0 w 6842"/>
                <a:gd name="csY4" fmla="*/ 0 h 8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8237">
                  <a:moveTo>
                    <a:pt x="0" y="0"/>
                  </a:moveTo>
                  <a:lnTo>
                    <a:pt x="6842" y="0"/>
                  </a:lnTo>
                  <a:lnTo>
                    <a:pt x="6842" y="8238"/>
                  </a:lnTo>
                  <a:lnTo>
                    <a:pt x="0" y="8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2" name="Freeform 3111">
              <a:extLst>
                <a:ext uri="{FF2B5EF4-FFF2-40B4-BE49-F238E27FC236}">
                  <a16:creationId xmlns:a16="http://schemas.microsoft.com/office/drawing/2014/main" id="{E18DCD3B-E41D-F19A-A1FE-D56F2D4BDCFA}"/>
                </a:ext>
              </a:extLst>
            </p:cNvPr>
            <p:cNvSpPr/>
            <p:nvPr/>
          </p:nvSpPr>
          <p:spPr>
            <a:xfrm>
              <a:off x="7259579" y="3332678"/>
              <a:ext cx="28829" cy="48416"/>
            </a:xfrm>
            <a:custGeom>
              <a:avLst/>
              <a:gdLst>
                <a:gd name="csX0" fmla="*/ 941 w 28829"/>
                <a:gd name="csY0" fmla="*/ 42901 h 48416"/>
                <a:gd name="csX1" fmla="*/ 11642 w 28829"/>
                <a:gd name="csY1" fmla="*/ 42901 h 48416"/>
                <a:gd name="csX2" fmla="*/ 11642 w 28829"/>
                <a:gd name="csY2" fmla="*/ 5964 h 48416"/>
                <a:gd name="csX3" fmla="*/ 0 w 28829"/>
                <a:gd name="csY3" fmla="*/ 8302 h 48416"/>
                <a:gd name="csX4" fmla="*/ 0 w 28829"/>
                <a:gd name="csY4" fmla="*/ 2330 h 48416"/>
                <a:gd name="csX5" fmla="*/ 11577 w 28829"/>
                <a:gd name="csY5" fmla="*/ 0 h 48416"/>
                <a:gd name="csX6" fmla="*/ 18128 w 28829"/>
                <a:gd name="csY6" fmla="*/ 0 h 48416"/>
                <a:gd name="csX7" fmla="*/ 18128 w 28829"/>
                <a:gd name="csY7" fmla="*/ 42901 h 48416"/>
                <a:gd name="csX8" fmla="*/ 28830 w 28829"/>
                <a:gd name="csY8" fmla="*/ 42901 h 48416"/>
                <a:gd name="csX9" fmla="*/ 28830 w 28829"/>
                <a:gd name="csY9" fmla="*/ 48417 h 48416"/>
                <a:gd name="csX10" fmla="*/ 941 w 28829"/>
                <a:gd name="csY10" fmla="*/ 48417 h 48416"/>
                <a:gd name="csX11" fmla="*/ 941 w 28829"/>
                <a:gd name="csY11" fmla="*/ 42901 h 48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8829" h="48416">
                  <a:moveTo>
                    <a:pt x="941" y="42901"/>
                  </a:moveTo>
                  <a:lnTo>
                    <a:pt x="11642" y="42901"/>
                  </a:lnTo>
                  <a:lnTo>
                    <a:pt x="11642" y="5964"/>
                  </a:lnTo>
                  <a:lnTo>
                    <a:pt x="0" y="8302"/>
                  </a:lnTo>
                  <a:lnTo>
                    <a:pt x="0" y="2330"/>
                  </a:lnTo>
                  <a:lnTo>
                    <a:pt x="11577" y="0"/>
                  </a:lnTo>
                  <a:lnTo>
                    <a:pt x="18128" y="0"/>
                  </a:lnTo>
                  <a:lnTo>
                    <a:pt x="18128" y="42901"/>
                  </a:lnTo>
                  <a:lnTo>
                    <a:pt x="28830" y="42901"/>
                  </a:lnTo>
                  <a:lnTo>
                    <a:pt x="28830" y="48417"/>
                  </a:lnTo>
                  <a:lnTo>
                    <a:pt x="941" y="48417"/>
                  </a:lnTo>
                  <a:lnTo>
                    <a:pt x="941" y="42901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3" name="Freeform 3112">
              <a:extLst>
                <a:ext uri="{FF2B5EF4-FFF2-40B4-BE49-F238E27FC236}">
                  <a16:creationId xmlns:a16="http://schemas.microsoft.com/office/drawing/2014/main" id="{BD3A34A6-AC38-78A2-D804-F5478849AC5B}"/>
                </a:ext>
              </a:extLst>
            </p:cNvPr>
            <p:cNvSpPr/>
            <p:nvPr/>
          </p:nvSpPr>
          <p:spPr>
            <a:xfrm>
              <a:off x="7193813" y="3179270"/>
              <a:ext cx="33466" cy="50233"/>
            </a:xfrm>
            <a:custGeom>
              <a:avLst/>
              <a:gdLst>
                <a:gd name="csX0" fmla="*/ 16734 w 33466"/>
                <a:gd name="csY0" fmla="*/ 5189 h 50233"/>
                <a:gd name="csX1" fmla="*/ 9113 w 33466"/>
                <a:gd name="csY1" fmla="*/ 10183 h 50233"/>
                <a:gd name="csX2" fmla="*/ 6583 w 33466"/>
                <a:gd name="csY2" fmla="*/ 25133 h 50233"/>
                <a:gd name="csX3" fmla="*/ 9113 w 33466"/>
                <a:gd name="csY3" fmla="*/ 40083 h 50233"/>
                <a:gd name="csX4" fmla="*/ 16734 w 33466"/>
                <a:gd name="csY4" fmla="*/ 45044 h 50233"/>
                <a:gd name="csX5" fmla="*/ 24354 w 33466"/>
                <a:gd name="csY5" fmla="*/ 40083 h 50233"/>
                <a:gd name="csX6" fmla="*/ 26916 w 33466"/>
                <a:gd name="csY6" fmla="*/ 25133 h 50233"/>
                <a:gd name="csX7" fmla="*/ 24354 w 33466"/>
                <a:gd name="csY7" fmla="*/ 10183 h 50233"/>
                <a:gd name="csX8" fmla="*/ 16734 w 33466"/>
                <a:gd name="csY8" fmla="*/ 5189 h 50233"/>
                <a:gd name="csX9" fmla="*/ 16734 w 33466"/>
                <a:gd name="csY9" fmla="*/ 0 h 50233"/>
                <a:gd name="csX10" fmla="*/ 29154 w 33466"/>
                <a:gd name="csY10" fmla="*/ 6454 h 50233"/>
                <a:gd name="csX11" fmla="*/ 33467 w 33466"/>
                <a:gd name="csY11" fmla="*/ 25133 h 50233"/>
                <a:gd name="csX12" fmla="*/ 29154 w 33466"/>
                <a:gd name="csY12" fmla="*/ 43812 h 50233"/>
                <a:gd name="csX13" fmla="*/ 16734 w 33466"/>
                <a:gd name="csY13" fmla="*/ 50233 h 50233"/>
                <a:gd name="csX14" fmla="*/ 4280 w 33466"/>
                <a:gd name="csY14" fmla="*/ 43812 h 50233"/>
                <a:gd name="csX15" fmla="*/ 0 w 33466"/>
                <a:gd name="csY15" fmla="*/ 25133 h 50233"/>
                <a:gd name="csX16" fmla="*/ 4280 w 33466"/>
                <a:gd name="csY16" fmla="*/ 6454 h 50233"/>
                <a:gd name="csX17" fmla="*/ 16734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4" y="5189"/>
                  </a:moveTo>
                  <a:cubicBezTo>
                    <a:pt x="13361" y="5189"/>
                    <a:pt x="10820" y="6854"/>
                    <a:pt x="9113" y="10183"/>
                  </a:cubicBezTo>
                  <a:cubicBezTo>
                    <a:pt x="7426" y="13491"/>
                    <a:pt x="6583" y="18474"/>
                    <a:pt x="6583" y="25133"/>
                  </a:cubicBezTo>
                  <a:cubicBezTo>
                    <a:pt x="6583" y="31770"/>
                    <a:pt x="7426" y="36753"/>
                    <a:pt x="9113" y="40083"/>
                  </a:cubicBezTo>
                  <a:cubicBezTo>
                    <a:pt x="10820" y="43390"/>
                    <a:pt x="13361" y="45044"/>
                    <a:pt x="16734" y="45044"/>
                  </a:cubicBezTo>
                  <a:cubicBezTo>
                    <a:pt x="20128" y="45044"/>
                    <a:pt x="22668" y="43390"/>
                    <a:pt x="24354" y="40083"/>
                  </a:cubicBezTo>
                  <a:cubicBezTo>
                    <a:pt x="26062" y="36753"/>
                    <a:pt x="26916" y="31770"/>
                    <a:pt x="26916" y="25133"/>
                  </a:cubicBezTo>
                  <a:cubicBezTo>
                    <a:pt x="26916" y="18474"/>
                    <a:pt x="26062" y="13491"/>
                    <a:pt x="24354" y="10183"/>
                  </a:cubicBezTo>
                  <a:cubicBezTo>
                    <a:pt x="22668" y="6854"/>
                    <a:pt x="20128" y="5189"/>
                    <a:pt x="16734" y="5189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4" y="6454"/>
                  </a:cubicBezTo>
                  <a:cubicBezTo>
                    <a:pt x="32029" y="10735"/>
                    <a:pt x="33467" y="16961"/>
                    <a:pt x="33467" y="25133"/>
                  </a:cubicBezTo>
                  <a:cubicBezTo>
                    <a:pt x="33467" y="33284"/>
                    <a:pt x="32029" y="39510"/>
                    <a:pt x="29154" y="43812"/>
                  </a:cubicBezTo>
                  <a:cubicBezTo>
                    <a:pt x="26300" y="48093"/>
                    <a:pt x="22160" y="50233"/>
                    <a:pt x="16734" y="50233"/>
                  </a:cubicBezTo>
                  <a:cubicBezTo>
                    <a:pt x="11307" y="50233"/>
                    <a:pt x="7156" y="48093"/>
                    <a:pt x="4280" y="43812"/>
                  </a:cubicBezTo>
                  <a:cubicBezTo>
                    <a:pt x="1427" y="39510"/>
                    <a:pt x="0" y="33284"/>
                    <a:pt x="0" y="25133"/>
                  </a:cubicBezTo>
                  <a:cubicBezTo>
                    <a:pt x="0" y="16961"/>
                    <a:pt x="1427" y="10735"/>
                    <a:pt x="4280" y="6454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4" name="Freeform 3113">
              <a:extLst>
                <a:ext uri="{FF2B5EF4-FFF2-40B4-BE49-F238E27FC236}">
                  <a16:creationId xmlns:a16="http://schemas.microsoft.com/office/drawing/2014/main" id="{FB65E3B5-1151-4A34-8EBF-1EC14A49C7AD}"/>
                </a:ext>
              </a:extLst>
            </p:cNvPr>
            <p:cNvSpPr/>
            <p:nvPr/>
          </p:nvSpPr>
          <p:spPr>
            <a:xfrm>
              <a:off x="7238792" y="3220325"/>
              <a:ext cx="6842" cy="8236"/>
            </a:xfrm>
            <a:custGeom>
              <a:avLst/>
              <a:gdLst>
                <a:gd name="csX0" fmla="*/ 0 w 6842"/>
                <a:gd name="csY0" fmla="*/ 0 h 8236"/>
                <a:gd name="csX1" fmla="*/ 6842 w 6842"/>
                <a:gd name="csY1" fmla="*/ 0 h 8236"/>
                <a:gd name="csX2" fmla="*/ 6842 w 6842"/>
                <a:gd name="csY2" fmla="*/ 8237 h 8236"/>
                <a:gd name="csX3" fmla="*/ 0 w 6842"/>
                <a:gd name="csY3" fmla="*/ 8237 h 8236"/>
                <a:gd name="csX4" fmla="*/ 0 w 6842"/>
                <a:gd name="csY4" fmla="*/ 0 h 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8236">
                  <a:moveTo>
                    <a:pt x="0" y="0"/>
                  </a:moveTo>
                  <a:lnTo>
                    <a:pt x="6842" y="0"/>
                  </a:lnTo>
                  <a:lnTo>
                    <a:pt x="6842" y="8237"/>
                  </a:lnTo>
                  <a:lnTo>
                    <a:pt x="0" y="8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5" name="Freeform 3114">
              <a:extLst>
                <a:ext uri="{FF2B5EF4-FFF2-40B4-BE49-F238E27FC236}">
                  <a16:creationId xmlns:a16="http://schemas.microsoft.com/office/drawing/2014/main" id="{0B4D5155-9AD5-57DD-DE10-F29AB63AC7E6}"/>
                </a:ext>
              </a:extLst>
            </p:cNvPr>
            <p:cNvSpPr/>
            <p:nvPr/>
          </p:nvSpPr>
          <p:spPr>
            <a:xfrm>
              <a:off x="7257666" y="3179270"/>
              <a:ext cx="30743" cy="49292"/>
            </a:xfrm>
            <a:custGeom>
              <a:avLst/>
              <a:gdLst>
                <a:gd name="csX0" fmla="*/ 7881 w 30743"/>
                <a:gd name="csY0" fmla="*/ 43780 h 49292"/>
                <a:gd name="csX1" fmla="*/ 30743 w 30743"/>
                <a:gd name="csY1" fmla="*/ 43780 h 49292"/>
                <a:gd name="csX2" fmla="*/ 30743 w 30743"/>
                <a:gd name="csY2" fmla="*/ 49293 h 49292"/>
                <a:gd name="csX3" fmla="*/ 0 w 30743"/>
                <a:gd name="csY3" fmla="*/ 49293 h 49292"/>
                <a:gd name="csX4" fmla="*/ 0 w 30743"/>
                <a:gd name="csY4" fmla="*/ 43780 h 49292"/>
                <a:gd name="csX5" fmla="*/ 10151 w 30743"/>
                <a:gd name="csY5" fmla="*/ 33435 h 49292"/>
                <a:gd name="csX6" fmla="*/ 18258 w 30743"/>
                <a:gd name="csY6" fmla="*/ 25035 h 49292"/>
                <a:gd name="csX7" fmla="*/ 22636 w 30743"/>
                <a:gd name="csY7" fmla="*/ 19069 h 49292"/>
                <a:gd name="csX8" fmla="*/ 23900 w 30743"/>
                <a:gd name="csY8" fmla="*/ 14237 h 49292"/>
                <a:gd name="csX9" fmla="*/ 21177 w 30743"/>
                <a:gd name="csY9" fmla="*/ 7945 h 49292"/>
                <a:gd name="csX10" fmla="*/ 14139 w 30743"/>
                <a:gd name="csY10" fmla="*/ 5513 h 49292"/>
                <a:gd name="csX11" fmla="*/ 7621 w 30743"/>
                <a:gd name="csY11" fmla="*/ 6584 h 49292"/>
                <a:gd name="csX12" fmla="*/ 324 w 30743"/>
                <a:gd name="csY12" fmla="*/ 9827 h 49292"/>
                <a:gd name="csX13" fmla="*/ 324 w 30743"/>
                <a:gd name="csY13" fmla="*/ 3211 h 49292"/>
                <a:gd name="csX14" fmla="*/ 7718 w 30743"/>
                <a:gd name="csY14" fmla="*/ 811 h 49292"/>
                <a:gd name="csX15" fmla="*/ 14009 w 30743"/>
                <a:gd name="csY15" fmla="*/ 0 h 49292"/>
                <a:gd name="csX16" fmla="*/ 26009 w 30743"/>
                <a:gd name="csY16" fmla="*/ 3762 h 49292"/>
                <a:gd name="csX17" fmla="*/ 30484 w 30743"/>
                <a:gd name="csY17" fmla="*/ 13815 h 49292"/>
                <a:gd name="csX18" fmla="*/ 29349 w 30743"/>
                <a:gd name="csY18" fmla="*/ 19490 h 49292"/>
                <a:gd name="csX19" fmla="*/ 25295 w 30743"/>
                <a:gd name="csY19" fmla="*/ 25781 h 49292"/>
                <a:gd name="csX20" fmla="*/ 20138 w 30743"/>
                <a:gd name="csY20" fmla="*/ 31230 h 49292"/>
                <a:gd name="csX21" fmla="*/ 7881 w 30743"/>
                <a:gd name="csY21" fmla="*/ 43780 h 492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0743" h="49292">
                  <a:moveTo>
                    <a:pt x="7881" y="43780"/>
                  </a:moveTo>
                  <a:lnTo>
                    <a:pt x="30743" y="43780"/>
                  </a:lnTo>
                  <a:lnTo>
                    <a:pt x="30743" y="49293"/>
                  </a:lnTo>
                  <a:lnTo>
                    <a:pt x="0" y="49293"/>
                  </a:lnTo>
                  <a:lnTo>
                    <a:pt x="0" y="43780"/>
                  </a:lnTo>
                  <a:cubicBezTo>
                    <a:pt x="2486" y="41207"/>
                    <a:pt x="5870" y="37759"/>
                    <a:pt x="10151" y="33435"/>
                  </a:cubicBezTo>
                  <a:cubicBezTo>
                    <a:pt x="14453" y="29089"/>
                    <a:pt x="17155" y="26290"/>
                    <a:pt x="18258" y="25035"/>
                  </a:cubicBezTo>
                  <a:cubicBezTo>
                    <a:pt x="20355" y="22679"/>
                    <a:pt x="21814" y="20690"/>
                    <a:pt x="22636" y="19069"/>
                  </a:cubicBezTo>
                  <a:cubicBezTo>
                    <a:pt x="23479" y="17426"/>
                    <a:pt x="23900" y="15815"/>
                    <a:pt x="23900" y="14237"/>
                  </a:cubicBezTo>
                  <a:cubicBezTo>
                    <a:pt x="23900" y="11664"/>
                    <a:pt x="22992" y="9567"/>
                    <a:pt x="21177" y="7945"/>
                  </a:cubicBezTo>
                  <a:cubicBezTo>
                    <a:pt x="19382" y="6324"/>
                    <a:pt x="17036" y="5513"/>
                    <a:pt x="14139" y="5513"/>
                  </a:cubicBezTo>
                  <a:cubicBezTo>
                    <a:pt x="12086" y="5513"/>
                    <a:pt x="9913" y="5870"/>
                    <a:pt x="7621" y="6584"/>
                  </a:cubicBezTo>
                  <a:cubicBezTo>
                    <a:pt x="5351" y="7297"/>
                    <a:pt x="2919" y="8378"/>
                    <a:pt x="324" y="9827"/>
                  </a:cubicBezTo>
                  <a:lnTo>
                    <a:pt x="324" y="3211"/>
                  </a:lnTo>
                  <a:cubicBezTo>
                    <a:pt x="2962" y="2152"/>
                    <a:pt x="5426" y="1352"/>
                    <a:pt x="7718" y="811"/>
                  </a:cubicBezTo>
                  <a:cubicBezTo>
                    <a:pt x="10010" y="270"/>
                    <a:pt x="12107" y="0"/>
                    <a:pt x="14009" y="0"/>
                  </a:cubicBezTo>
                  <a:cubicBezTo>
                    <a:pt x="19025" y="0"/>
                    <a:pt x="23025" y="1254"/>
                    <a:pt x="26009" y="3762"/>
                  </a:cubicBezTo>
                  <a:cubicBezTo>
                    <a:pt x="28992" y="6270"/>
                    <a:pt x="30484" y="9621"/>
                    <a:pt x="30484" y="13815"/>
                  </a:cubicBezTo>
                  <a:cubicBezTo>
                    <a:pt x="30484" y="15804"/>
                    <a:pt x="30105" y="17696"/>
                    <a:pt x="29349" y="19490"/>
                  </a:cubicBezTo>
                  <a:cubicBezTo>
                    <a:pt x="28614" y="21263"/>
                    <a:pt x="27262" y="23360"/>
                    <a:pt x="25295" y="25781"/>
                  </a:cubicBezTo>
                  <a:cubicBezTo>
                    <a:pt x="24755" y="26409"/>
                    <a:pt x="23036" y="28225"/>
                    <a:pt x="20138" y="31230"/>
                  </a:cubicBezTo>
                  <a:cubicBezTo>
                    <a:pt x="17242" y="34213"/>
                    <a:pt x="13156" y="38397"/>
                    <a:pt x="7881" y="4378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6" name="Freeform 3115">
              <a:extLst>
                <a:ext uri="{FF2B5EF4-FFF2-40B4-BE49-F238E27FC236}">
                  <a16:creationId xmlns:a16="http://schemas.microsoft.com/office/drawing/2014/main" id="{53B9BBCA-F460-AD1C-3F80-611997703698}"/>
                </a:ext>
              </a:extLst>
            </p:cNvPr>
            <p:cNvSpPr/>
            <p:nvPr/>
          </p:nvSpPr>
          <p:spPr>
            <a:xfrm>
              <a:off x="7192483" y="3026739"/>
              <a:ext cx="33466" cy="50233"/>
            </a:xfrm>
            <a:custGeom>
              <a:avLst/>
              <a:gdLst>
                <a:gd name="csX0" fmla="*/ 16734 w 33466"/>
                <a:gd name="csY0" fmla="*/ 5189 h 50233"/>
                <a:gd name="csX1" fmla="*/ 9113 w 33466"/>
                <a:gd name="csY1" fmla="*/ 10183 h 50233"/>
                <a:gd name="csX2" fmla="*/ 6583 w 33466"/>
                <a:gd name="csY2" fmla="*/ 25133 h 50233"/>
                <a:gd name="csX3" fmla="*/ 9113 w 33466"/>
                <a:gd name="csY3" fmla="*/ 40083 h 50233"/>
                <a:gd name="csX4" fmla="*/ 16734 w 33466"/>
                <a:gd name="csY4" fmla="*/ 45044 h 50233"/>
                <a:gd name="csX5" fmla="*/ 24354 w 33466"/>
                <a:gd name="csY5" fmla="*/ 40083 h 50233"/>
                <a:gd name="csX6" fmla="*/ 26917 w 33466"/>
                <a:gd name="csY6" fmla="*/ 25133 h 50233"/>
                <a:gd name="csX7" fmla="*/ 24354 w 33466"/>
                <a:gd name="csY7" fmla="*/ 10183 h 50233"/>
                <a:gd name="csX8" fmla="*/ 16734 w 33466"/>
                <a:gd name="csY8" fmla="*/ 5189 h 50233"/>
                <a:gd name="csX9" fmla="*/ 16734 w 33466"/>
                <a:gd name="csY9" fmla="*/ 0 h 50233"/>
                <a:gd name="csX10" fmla="*/ 29154 w 33466"/>
                <a:gd name="csY10" fmla="*/ 6454 h 50233"/>
                <a:gd name="csX11" fmla="*/ 33467 w 33466"/>
                <a:gd name="csY11" fmla="*/ 25133 h 50233"/>
                <a:gd name="csX12" fmla="*/ 29154 w 33466"/>
                <a:gd name="csY12" fmla="*/ 43812 h 50233"/>
                <a:gd name="csX13" fmla="*/ 16734 w 33466"/>
                <a:gd name="csY13" fmla="*/ 50233 h 50233"/>
                <a:gd name="csX14" fmla="*/ 4280 w 33466"/>
                <a:gd name="csY14" fmla="*/ 43812 h 50233"/>
                <a:gd name="csX15" fmla="*/ 0 w 33466"/>
                <a:gd name="csY15" fmla="*/ 25133 h 50233"/>
                <a:gd name="csX16" fmla="*/ 4280 w 33466"/>
                <a:gd name="csY16" fmla="*/ 6454 h 50233"/>
                <a:gd name="csX17" fmla="*/ 16734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4" y="5189"/>
                  </a:moveTo>
                  <a:cubicBezTo>
                    <a:pt x="13361" y="5189"/>
                    <a:pt x="10820" y="6854"/>
                    <a:pt x="9113" y="10183"/>
                  </a:cubicBezTo>
                  <a:cubicBezTo>
                    <a:pt x="7426" y="13491"/>
                    <a:pt x="6583" y="18474"/>
                    <a:pt x="6583" y="25133"/>
                  </a:cubicBezTo>
                  <a:cubicBezTo>
                    <a:pt x="6583" y="31770"/>
                    <a:pt x="7426" y="36753"/>
                    <a:pt x="9113" y="40083"/>
                  </a:cubicBezTo>
                  <a:cubicBezTo>
                    <a:pt x="10820" y="43390"/>
                    <a:pt x="13361" y="45044"/>
                    <a:pt x="16734" y="45044"/>
                  </a:cubicBezTo>
                  <a:cubicBezTo>
                    <a:pt x="20128" y="45044"/>
                    <a:pt x="22668" y="43390"/>
                    <a:pt x="24354" y="40083"/>
                  </a:cubicBezTo>
                  <a:cubicBezTo>
                    <a:pt x="26062" y="36753"/>
                    <a:pt x="26917" y="31770"/>
                    <a:pt x="26917" y="25133"/>
                  </a:cubicBezTo>
                  <a:cubicBezTo>
                    <a:pt x="26917" y="18474"/>
                    <a:pt x="26062" y="13491"/>
                    <a:pt x="24354" y="10183"/>
                  </a:cubicBezTo>
                  <a:cubicBezTo>
                    <a:pt x="22668" y="6854"/>
                    <a:pt x="20128" y="5189"/>
                    <a:pt x="16734" y="5189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4" y="6454"/>
                  </a:cubicBezTo>
                  <a:cubicBezTo>
                    <a:pt x="32029" y="10735"/>
                    <a:pt x="33467" y="16961"/>
                    <a:pt x="33467" y="25133"/>
                  </a:cubicBezTo>
                  <a:cubicBezTo>
                    <a:pt x="33467" y="33284"/>
                    <a:pt x="32029" y="39510"/>
                    <a:pt x="29154" y="43812"/>
                  </a:cubicBezTo>
                  <a:cubicBezTo>
                    <a:pt x="26300" y="48093"/>
                    <a:pt x="22160" y="50233"/>
                    <a:pt x="16734" y="50233"/>
                  </a:cubicBezTo>
                  <a:cubicBezTo>
                    <a:pt x="11307" y="50233"/>
                    <a:pt x="7156" y="48093"/>
                    <a:pt x="4280" y="43812"/>
                  </a:cubicBezTo>
                  <a:cubicBezTo>
                    <a:pt x="1427" y="39510"/>
                    <a:pt x="0" y="33284"/>
                    <a:pt x="0" y="25133"/>
                  </a:cubicBezTo>
                  <a:cubicBezTo>
                    <a:pt x="0" y="16961"/>
                    <a:pt x="1427" y="10735"/>
                    <a:pt x="4280" y="6454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7" name="Freeform 3116">
              <a:extLst>
                <a:ext uri="{FF2B5EF4-FFF2-40B4-BE49-F238E27FC236}">
                  <a16:creationId xmlns:a16="http://schemas.microsoft.com/office/drawing/2014/main" id="{B369A8C8-79D0-D5C8-8BE0-C44992FE52D4}"/>
                </a:ext>
              </a:extLst>
            </p:cNvPr>
            <p:cNvSpPr/>
            <p:nvPr/>
          </p:nvSpPr>
          <p:spPr>
            <a:xfrm>
              <a:off x="7237462" y="3067794"/>
              <a:ext cx="6843" cy="8236"/>
            </a:xfrm>
            <a:custGeom>
              <a:avLst/>
              <a:gdLst>
                <a:gd name="csX0" fmla="*/ 0 w 6843"/>
                <a:gd name="csY0" fmla="*/ 0 h 8236"/>
                <a:gd name="csX1" fmla="*/ 6843 w 6843"/>
                <a:gd name="csY1" fmla="*/ 0 h 8236"/>
                <a:gd name="csX2" fmla="*/ 6843 w 6843"/>
                <a:gd name="csY2" fmla="*/ 8237 h 8236"/>
                <a:gd name="csX3" fmla="*/ 0 w 6843"/>
                <a:gd name="csY3" fmla="*/ 8237 h 8236"/>
                <a:gd name="csX4" fmla="*/ 0 w 6843"/>
                <a:gd name="csY4" fmla="*/ 0 h 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3" h="8236">
                  <a:moveTo>
                    <a:pt x="0" y="0"/>
                  </a:moveTo>
                  <a:lnTo>
                    <a:pt x="6843" y="0"/>
                  </a:lnTo>
                  <a:lnTo>
                    <a:pt x="6843" y="8237"/>
                  </a:lnTo>
                  <a:lnTo>
                    <a:pt x="0" y="8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8" name="Freeform 3117">
              <a:extLst>
                <a:ext uri="{FF2B5EF4-FFF2-40B4-BE49-F238E27FC236}">
                  <a16:creationId xmlns:a16="http://schemas.microsoft.com/office/drawing/2014/main" id="{B07B8C7B-C463-BEB9-B535-99D9AB08B3C1}"/>
                </a:ext>
              </a:extLst>
            </p:cNvPr>
            <p:cNvSpPr/>
            <p:nvPr/>
          </p:nvSpPr>
          <p:spPr>
            <a:xfrm>
              <a:off x="7256531" y="3026739"/>
              <a:ext cx="31878" cy="50233"/>
            </a:xfrm>
            <a:custGeom>
              <a:avLst/>
              <a:gdLst>
                <a:gd name="csX0" fmla="*/ 21890 w 31878"/>
                <a:gd name="csY0" fmla="*/ 23187 h 50233"/>
                <a:gd name="csX1" fmla="*/ 29219 w 31878"/>
                <a:gd name="csY1" fmla="*/ 27371 h 50233"/>
                <a:gd name="csX2" fmla="*/ 31878 w 31878"/>
                <a:gd name="csY2" fmla="*/ 35218 h 50233"/>
                <a:gd name="csX3" fmla="*/ 26949 w 31878"/>
                <a:gd name="csY3" fmla="*/ 46309 h 50233"/>
                <a:gd name="csX4" fmla="*/ 12940 w 31878"/>
                <a:gd name="csY4" fmla="*/ 50233 h 50233"/>
                <a:gd name="csX5" fmla="*/ 6648 w 31878"/>
                <a:gd name="csY5" fmla="*/ 49617 h 50233"/>
                <a:gd name="csX6" fmla="*/ 0 w 31878"/>
                <a:gd name="csY6" fmla="*/ 47833 h 50233"/>
                <a:gd name="csX7" fmla="*/ 0 w 31878"/>
                <a:gd name="csY7" fmla="*/ 41510 h 50233"/>
                <a:gd name="csX8" fmla="*/ 5967 w 31878"/>
                <a:gd name="csY8" fmla="*/ 43910 h 50233"/>
                <a:gd name="csX9" fmla="*/ 12745 w 31878"/>
                <a:gd name="csY9" fmla="*/ 44720 h 50233"/>
                <a:gd name="csX10" fmla="*/ 22117 w 31878"/>
                <a:gd name="csY10" fmla="*/ 42288 h 50233"/>
                <a:gd name="csX11" fmla="*/ 25360 w 31878"/>
                <a:gd name="csY11" fmla="*/ 35218 h 50233"/>
                <a:gd name="csX12" fmla="*/ 22344 w 31878"/>
                <a:gd name="csY12" fmla="*/ 28538 h 50233"/>
                <a:gd name="csX13" fmla="*/ 14009 w 31878"/>
                <a:gd name="csY13" fmla="*/ 26106 h 50233"/>
                <a:gd name="csX14" fmla="*/ 8367 w 31878"/>
                <a:gd name="csY14" fmla="*/ 26106 h 50233"/>
                <a:gd name="csX15" fmla="*/ 8367 w 31878"/>
                <a:gd name="csY15" fmla="*/ 20723 h 50233"/>
                <a:gd name="csX16" fmla="*/ 14269 w 31878"/>
                <a:gd name="csY16" fmla="*/ 20723 h 50233"/>
                <a:gd name="csX17" fmla="*/ 21663 w 31878"/>
                <a:gd name="csY17" fmla="*/ 18809 h 50233"/>
                <a:gd name="csX18" fmla="*/ 24225 w 31878"/>
                <a:gd name="csY18" fmla="*/ 13231 h 50233"/>
                <a:gd name="csX19" fmla="*/ 21566 w 31878"/>
                <a:gd name="csY19" fmla="*/ 7524 h 50233"/>
                <a:gd name="csX20" fmla="*/ 14009 w 31878"/>
                <a:gd name="csY20" fmla="*/ 5513 h 50233"/>
                <a:gd name="csX21" fmla="*/ 8238 w 31878"/>
                <a:gd name="csY21" fmla="*/ 6097 h 50233"/>
                <a:gd name="csX22" fmla="*/ 1459 w 31878"/>
                <a:gd name="csY22" fmla="*/ 7913 h 50233"/>
                <a:gd name="csX23" fmla="*/ 1459 w 31878"/>
                <a:gd name="csY23" fmla="*/ 2076 h 50233"/>
                <a:gd name="csX24" fmla="*/ 8432 w 31878"/>
                <a:gd name="csY24" fmla="*/ 520 h 50233"/>
                <a:gd name="csX25" fmla="*/ 14594 w 31878"/>
                <a:gd name="csY25" fmla="*/ 0 h 50233"/>
                <a:gd name="csX26" fmla="*/ 26398 w 31878"/>
                <a:gd name="csY26" fmla="*/ 3405 h 50233"/>
                <a:gd name="csX27" fmla="*/ 30743 w 31878"/>
                <a:gd name="csY27" fmla="*/ 12550 h 50233"/>
                <a:gd name="csX28" fmla="*/ 28441 w 31878"/>
                <a:gd name="csY28" fmla="*/ 19360 h 50233"/>
                <a:gd name="csX29" fmla="*/ 21890 w 31878"/>
                <a:gd name="csY29" fmla="*/ 23187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1878" h="50233">
                  <a:moveTo>
                    <a:pt x="21890" y="23187"/>
                  </a:moveTo>
                  <a:cubicBezTo>
                    <a:pt x="25025" y="23857"/>
                    <a:pt x="27468" y="25252"/>
                    <a:pt x="29219" y="27371"/>
                  </a:cubicBezTo>
                  <a:cubicBezTo>
                    <a:pt x="30992" y="29489"/>
                    <a:pt x="31878" y="32105"/>
                    <a:pt x="31878" y="35218"/>
                  </a:cubicBezTo>
                  <a:cubicBezTo>
                    <a:pt x="31878" y="39996"/>
                    <a:pt x="30235" y="43693"/>
                    <a:pt x="26949" y="46309"/>
                  </a:cubicBezTo>
                  <a:cubicBezTo>
                    <a:pt x="23663" y="48925"/>
                    <a:pt x="18993" y="50233"/>
                    <a:pt x="12940" y="50233"/>
                  </a:cubicBezTo>
                  <a:cubicBezTo>
                    <a:pt x="10908" y="50233"/>
                    <a:pt x="8810" y="50028"/>
                    <a:pt x="6648" y="49617"/>
                  </a:cubicBezTo>
                  <a:cubicBezTo>
                    <a:pt x="4508" y="49228"/>
                    <a:pt x="2292" y="48633"/>
                    <a:pt x="0" y="47833"/>
                  </a:cubicBezTo>
                  <a:lnTo>
                    <a:pt x="0" y="41510"/>
                  </a:lnTo>
                  <a:cubicBezTo>
                    <a:pt x="1816" y="42569"/>
                    <a:pt x="3805" y="43369"/>
                    <a:pt x="5967" y="43910"/>
                  </a:cubicBezTo>
                  <a:cubicBezTo>
                    <a:pt x="8129" y="44450"/>
                    <a:pt x="10389" y="44720"/>
                    <a:pt x="12745" y="44720"/>
                  </a:cubicBezTo>
                  <a:cubicBezTo>
                    <a:pt x="16853" y="44720"/>
                    <a:pt x="19977" y="43909"/>
                    <a:pt x="22117" y="42288"/>
                  </a:cubicBezTo>
                  <a:cubicBezTo>
                    <a:pt x="24279" y="40666"/>
                    <a:pt x="25360" y="38310"/>
                    <a:pt x="25360" y="35218"/>
                  </a:cubicBezTo>
                  <a:cubicBezTo>
                    <a:pt x="25360" y="32365"/>
                    <a:pt x="24355" y="30138"/>
                    <a:pt x="22344" y="28538"/>
                  </a:cubicBezTo>
                  <a:cubicBezTo>
                    <a:pt x="20355" y="26916"/>
                    <a:pt x="17577" y="26106"/>
                    <a:pt x="14009" y="26106"/>
                  </a:cubicBezTo>
                  <a:lnTo>
                    <a:pt x="8367" y="26106"/>
                  </a:lnTo>
                  <a:lnTo>
                    <a:pt x="8367" y="20723"/>
                  </a:lnTo>
                  <a:lnTo>
                    <a:pt x="14269" y="20723"/>
                  </a:lnTo>
                  <a:cubicBezTo>
                    <a:pt x="17490" y="20723"/>
                    <a:pt x="19955" y="20085"/>
                    <a:pt x="21663" y="18809"/>
                  </a:cubicBezTo>
                  <a:cubicBezTo>
                    <a:pt x="23371" y="17512"/>
                    <a:pt x="24225" y="15653"/>
                    <a:pt x="24225" y="13231"/>
                  </a:cubicBezTo>
                  <a:cubicBezTo>
                    <a:pt x="24225" y="10745"/>
                    <a:pt x="23339" y="8843"/>
                    <a:pt x="21566" y="7524"/>
                  </a:cubicBezTo>
                  <a:cubicBezTo>
                    <a:pt x="19815" y="6184"/>
                    <a:pt x="17296" y="5513"/>
                    <a:pt x="14009" y="5513"/>
                  </a:cubicBezTo>
                  <a:cubicBezTo>
                    <a:pt x="12215" y="5513"/>
                    <a:pt x="10291" y="5708"/>
                    <a:pt x="8238" y="6097"/>
                  </a:cubicBezTo>
                  <a:cubicBezTo>
                    <a:pt x="6183" y="6486"/>
                    <a:pt x="3924" y="7091"/>
                    <a:pt x="1459" y="7913"/>
                  </a:cubicBezTo>
                  <a:lnTo>
                    <a:pt x="1459" y="2076"/>
                  </a:lnTo>
                  <a:cubicBezTo>
                    <a:pt x="3946" y="1384"/>
                    <a:pt x="6270" y="865"/>
                    <a:pt x="8432" y="520"/>
                  </a:cubicBezTo>
                  <a:cubicBezTo>
                    <a:pt x="10615" y="173"/>
                    <a:pt x="12669" y="0"/>
                    <a:pt x="14594" y="0"/>
                  </a:cubicBezTo>
                  <a:cubicBezTo>
                    <a:pt x="19566" y="0"/>
                    <a:pt x="23501" y="1135"/>
                    <a:pt x="26398" y="3405"/>
                  </a:cubicBezTo>
                  <a:cubicBezTo>
                    <a:pt x="29295" y="5654"/>
                    <a:pt x="30743" y="8702"/>
                    <a:pt x="30743" y="12550"/>
                  </a:cubicBezTo>
                  <a:cubicBezTo>
                    <a:pt x="30743" y="15231"/>
                    <a:pt x="29976" y="17501"/>
                    <a:pt x="28441" y="19360"/>
                  </a:cubicBezTo>
                  <a:cubicBezTo>
                    <a:pt x="26906" y="21198"/>
                    <a:pt x="24722" y="22474"/>
                    <a:pt x="21890" y="23187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9" name="Freeform 3118">
              <a:extLst>
                <a:ext uri="{FF2B5EF4-FFF2-40B4-BE49-F238E27FC236}">
                  <a16:creationId xmlns:a16="http://schemas.microsoft.com/office/drawing/2014/main" id="{643F7E0C-DD98-058C-0147-F924824684A8}"/>
                </a:ext>
              </a:extLst>
            </p:cNvPr>
            <p:cNvSpPr/>
            <p:nvPr/>
          </p:nvSpPr>
          <p:spPr>
            <a:xfrm>
              <a:off x="7190894" y="2874207"/>
              <a:ext cx="33466" cy="50233"/>
            </a:xfrm>
            <a:custGeom>
              <a:avLst/>
              <a:gdLst>
                <a:gd name="csX0" fmla="*/ 16734 w 33466"/>
                <a:gd name="csY0" fmla="*/ 5189 h 50233"/>
                <a:gd name="csX1" fmla="*/ 9113 w 33466"/>
                <a:gd name="csY1" fmla="*/ 10183 h 50233"/>
                <a:gd name="csX2" fmla="*/ 6583 w 33466"/>
                <a:gd name="csY2" fmla="*/ 25133 h 50233"/>
                <a:gd name="csX3" fmla="*/ 9113 w 33466"/>
                <a:gd name="csY3" fmla="*/ 40083 h 50233"/>
                <a:gd name="csX4" fmla="*/ 16734 w 33466"/>
                <a:gd name="csY4" fmla="*/ 45044 h 50233"/>
                <a:gd name="csX5" fmla="*/ 24354 w 33466"/>
                <a:gd name="csY5" fmla="*/ 40083 h 50233"/>
                <a:gd name="csX6" fmla="*/ 26917 w 33466"/>
                <a:gd name="csY6" fmla="*/ 25133 h 50233"/>
                <a:gd name="csX7" fmla="*/ 24354 w 33466"/>
                <a:gd name="csY7" fmla="*/ 10183 h 50233"/>
                <a:gd name="csX8" fmla="*/ 16734 w 33466"/>
                <a:gd name="csY8" fmla="*/ 5189 h 50233"/>
                <a:gd name="csX9" fmla="*/ 16734 w 33466"/>
                <a:gd name="csY9" fmla="*/ 0 h 50233"/>
                <a:gd name="csX10" fmla="*/ 29154 w 33466"/>
                <a:gd name="csY10" fmla="*/ 6454 h 50233"/>
                <a:gd name="csX11" fmla="*/ 33467 w 33466"/>
                <a:gd name="csY11" fmla="*/ 25133 h 50233"/>
                <a:gd name="csX12" fmla="*/ 29154 w 33466"/>
                <a:gd name="csY12" fmla="*/ 43812 h 50233"/>
                <a:gd name="csX13" fmla="*/ 16734 w 33466"/>
                <a:gd name="csY13" fmla="*/ 50233 h 50233"/>
                <a:gd name="csX14" fmla="*/ 4280 w 33466"/>
                <a:gd name="csY14" fmla="*/ 43812 h 50233"/>
                <a:gd name="csX15" fmla="*/ 0 w 33466"/>
                <a:gd name="csY15" fmla="*/ 25133 h 50233"/>
                <a:gd name="csX16" fmla="*/ 4280 w 33466"/>
                <a:gd name="csY16" fmla="*/ 6454 h 50233"/>
                <a:gd name="csX17" fmla="*/ 16734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4" y="5189"/>
                  </a:moveTo>
                  <a:cubicBezTo>
                    <a:pt x="13361" y="5189"/>
                    <a:pt x="10820" y="6854"/>
                    <a:pt x="9113" y="10183"/>
                  </a:cubicBezTo>
                  <a:cubicBezTo>
                    <a:pt x="7426" y="13491"/>
                    <a:pt x="6583" y="18474"/>
                    <a:pt x="6583" y="25133"/>
                  </a:cubicBezTo>
                  <a:cubicBezTo>
                    <a:pt x="6583" y="31770"/>
                    <a:pt x="7426" y="36753"/>
                    <a:pt x="9113" y="40083"/>
                  </a:cubicBezTo>
                  <a:cubicBezTo>
                    <a:pt x="10820" y="43390"/>
                    <a:pt x="13361" y="45044"/>
                    <a:pt x="16734" y="45044"/>
                  </a:cubicBezTo>
                  <a:cubicBezTo>
                    <a:pt x="20128" y="45044"/>
                    <a:pt x="22668" y="43390"/>
                    <a:pt x="24354" y="40083"/>
                  </a:cubicBezTo>
                  <a:cubicBezTo>
                    <a:pt x="26062" y="36753"/>
                    <a:pt x="26917" y="31770"/>
                    <a:pt x="26917" y="25133"/>
                  </a:cubicBezTo>
                  <a:cubicBezTo>
                    <a:pt x="26917" y="18474"/>
                    <a:pt x="26062" y="13491"/>
                    <a:pt x="24354" y="10183"/>
                  </a:cubicBezTo>
                  <a:cubicBezTo>
                    <a:pt x="22668" y="6854"/>
                    <a:pt x="20128" y="5189"/>
                    <a:pt x="16734" y="5189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4" y="6454"/>
                  </a:cubicBezTo>
                  <a:cubicBezTo>
                    <a:pt x="32029" y="10735"/>
                    <a:pt x="33467" y="16961"/>
                    <a:pt x="33467" y="25133"/>
                  </a:cubicBezTo>
                  <a:cubicBezTo>
                    <a:pt x="33467" y="33284"/>
                    <a:pt x="32029" y="39510"/>
                    <a:pt x="29154" y="43812"/>
                  </a:cubicBezTo>
                  <a:cubicBezTo>
                    <a:pt x="26300" y="48093"/>
                    <a:pt x="22160" y="50233"/>
                    <a:pt x="16734" y="50233"/>
                  </a:cubicBezTo>
                  <a:cubicBezTo>
                    <a:pt x="11307" y="50233"/>
                    <a:pt x="7156" y="48093"/>
                    <a:pt x="4280" y="43812"/>
                  </a:cubicBezTo>
                  <a:cubicBezTo>
                    <a:pt x="1427" y="39510"/>
                    <a:pt x="0" y="33284"/>
                    <a:pt x="0" y="25133"/>
                  </a:cubicBezTo>
                  <a:cubicBezTo>
                    <a:pt x="0" y="16961"/>
                    <a:pt x="1427" y="10735"/>
                    <a:pt x="4280" y="6454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0" name="Freeform 3119">
              <a:extLst>
                <a:ext uri="{FF2B5EF4-FFF2-40B4-BE49-F238E27FC236}">
                  <a16:creationId xmlns:a16="http://schemas.microsoft.com/office/drawing/2014/main" id="{4CF59A4C-7A69-BE35-B834-6142264D7439}"/>
                </a:ext>
              </a:extLst>
            </p:cNvPr>
            <p:cNvSpPr/>
            <p:nvPr/>
          </p:nvSpPr>
          <p:spPr>
            <a:xfrm>
              <a:off x="7235873" y="2915263"/>
              <a:ext cx="6843" cy="8236"/>
            </a:xfrm>
            <a:custGeom>
              <a:avLst/>
              <a:gdLst>
                <a:gd name="csX0" fmla="*/ 0 w 6843"/>
                <a:gd name="csY0" fmla="*/ 0 h 8236"/>
                <a:gd name="csX1" fmla="*/ 6843 w 6843"/>
                <a:gd name="csY1" fmla="*/ 0 h 8236"/>
                <a:gd name="csX2" fmla="*/ 6843 w 6843"/>
                <a:gd name="csY2" fmla="*/ 8237 h 8236"/>
                <a:gd name="csX3" fmla="*/ 0 w 6843"/>
                <a:gd name="csY3" fmla="*/ 8237 h 8236"/>
                <a:gd name="csX4" fmla="*/ 0 w 6843"/>
                <a:gd name="csY4" fmla="*/ 0 h 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3" h="8236">
                  <a:moveTo>
                    <a:pt x="0" y="0"/>
                  </a:moveTo>
                  <a:lnTo>
                    <a:pt x="6843" y="0"/>
                  </a:lnTo>
                  <a:lnTo>
                    <a:pt x="6843" y="8237"/>
                  </a:lnTo>
                  <a:lnTo>
                    <a:pt x="0" y="8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1" name="Freeform 3120">
              <a:extLst>
                <a:ext uri="{FF2B5EF4-FFF2-40B4-BE49-F238E27FC236}">
                  <a16:creationId xmlns:a16="http://schemas.microsoft.com/office/drawing/2014/main" id="{46331AFD-C82E-C4A0-EE8B-F1745D4BD094}"/>
                </a:ext>
              </a:extLst>
            </p:cNvPr>
            <p:cNvSpPr/>
            <p:nvPr/>
          </p:nvSpPr>
          <p:spPr>
            <a:xfrm>
              <a:off x="7253126" y="2875083"/>
              <a:ext cx="35283" cy="48416"/>
            </a:xfrm>
            <a:custGeom>
              <a:avLst/>
              <a:gdLst>
                <a:gd name="csX0" fmla="*/ 21857 w 35283"/>
                <a:gd name="csY0" fmla="*/ 5708 h 48416"/>
                <a:gd name="csX1" fmla="*/ 5318 w 35283"/>
                <a:gd name="csY1" fmla="*/ 31553 h 48416"/>
                <a:gd name="csX2" fmla="*/ 21857 w 35283"/>
                <a:gd name="csY2" fmla="*/ 31553 h 48416"/>
                <a:gd name="csX3" fmla="*/ 21857 w 35283"/>
                <a:gd name="csY3" fmla="*/ 5708 h 48416"/>
                <a:gd name="csX4" fmla="*/ 20138 w 35283"/>
                <a:gd name="csY4" fmla="*/ 0 h 48416"/>
                <a:gd name="csX5" fmla="*/ 28375 w 35283"/>
                <a:gd name="csY5" fmla="*/ 0 h 48416"/>
                <a:gd name="csX6" fmla="*/ 28375 w 35283"/>
                <a:gd name="csY6" fmla="*/ 31553 h 48416"/>
                <a:gd name="csX7" fmla="*/ 35283 w 35283"/>
                <a:gd name="csY7" fmla="*/ 31553 h 48416"/>
                <a:gd name="csX8" fmla="*/ 35283 w 35283"/>
                <a:gd name="csY8" fmla="*/ 37002 h 48416"/>
                <a:gd name="csX9" fmla="*/ 28375 w 35283"/>
                <a:gd name="csY9" fmla="*/ 37002 h 48416"/>
                <a:gd name="csX10" fmla="*/ 28375 w 35283"/>
                <a:gd name="csY10" fmla="*/ 48417 h 48416"/>
                <a:gd name="csX11" fmla="*/ 21857 w 35283"/>
                <a:gd name="csY11" fmla="*/ 48417 h 48416"/>
                <a:gd name="csX12" fmla="*/ 21857 w 35283"/>
                <a:gd name="csY12" fmla="*/ 37002 h 48416"/>
                <a:gd name="csX13" fmla="*/ 0 w 35283"/>
                <a:gd name="csY13" fmla="*/ 37002 h 48416"/>
                <a:gd name="csX14" fmla="*/ 0 w 35283"/>
                <a:gd name="csY14" fmla="*/ 30678 h 48416"/>
                <a:gd name="csX15" fmla="*/ 20138 w 35283"/>
                <a:gd name="csY15" fmla="*/ 0 h 48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5283" h="48416">
                  <a:moveTo>
                    <a:pt x="21857" y="5708"/>
                  </a:moveTo>
                  <a:lnTo>
                    <a:pt x="5318" y="31553"/>
                  </a:lnTo>
                  <a:lnTo>
                    <a:pt x="21857" y="31553"/>
                  </a:lnTo>
                  <a:lnTo>
                    <a:pt x="21857" y="5708"/>
                  </a:lnTo>
                  <a:moveTo>
                    <a:pt x="20138" y="0"/>
                  </a:moveTo>
                  <a:lnTo>
                    <a:pt x="28375" y="0"/>
                  </a:lnTo>
                  <a:lnTo>
                    <a:pt x="28375" y="31553"/>
                  </a:lnTo>
                  <a:lnTo>
                    <a:pt x="35283" y="31553"/>
                  </a:lnTo>
                  <a:lnTo>
                    <a:pt x="35283" y="37002"/>
                  </a:lnTo>
                  <a:lnTo>
                    <a:pt x="28375" y="37002"/>
                  </a:lnTo>
                  <a:lnTo>
                    <a:pt x="28375" y="48417"/>
                  </a:lnTo>
                  <a:lnTo>
                    <a:pt x="21857" y="48417"/>
                  </a:lnTo>
                  <a:lnTo>
                    <a:pt x="21857" y="37002"/>
                  </a:lnTo>
                  <a:lnTo>
                    <a:pt x="0" y="37002"/>
                  </a:lnTo>
                  <a:lnTo>
                    <a:pt x="0" y="30678"/>
                  </a:lnTo>
                  <a:lnTo>
                    <a:pt x="20138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2" name="Freeform 3121">
              <a:extLst>
                <a:ext uri="{FF2B5EF4-FFF2-40B4-BE49-F238E27FC236}">
                  <a16:creationId xmlns:a16="http://schemas.microsoft.com/office/drawing/2014/main" id="{73ACCE25-261A-CF3C-9AF6-3027166149CB}"/>
                </a:ext>
              </a:extLst>
            </p:cNvPr>
            <p:cNvSpPr/>
            <p:nvPr/>
          </p:nvSpPr>
          <p:spPr>
            <a:xfrm>
              <a:off x="7192970" y="2721676"/>
              <a:ext cx="33466" cy="50233"/>
            </a:xfrm>
            <a:custGeom>
              <a:avLst/>
              <a:gdLst>
                <a:gd name="csX0" fmla="*/ 16733 w 33466"/>
                <a:gd name="csY0" fmla="*/ 5189 h 50233"/>
                <a:gd name="csX1" fmla="*/ 9113 w 33466"/>
                <a:gd name="csY1" fmla="*/ 10183 h 50233"/>
                <a:gd name="csX2" fmla="*/ 6583 w 33466"/>
                <a:gd name="csY2" fmla="*/ 25133 h 50233"/>
                <a:gd name="csX3" fmla="*/ 9113 w 33466"/>
                <a:gd name="csY3" fmla="*/ 40083 h 50233"/>
                <a:gd name="csX4" fmla="*/ 16733 w 33466"/>
                <a:gd name="csY4" fmla="*/ 45044 h 50233"/>
                <a:gd name="csX5" fmla="*/ 24354 w 33466"/>
                <a:gd name="csY5" fmla="*/ 40083 h 50233"/>
                <a:gd name="csX6" fmla="*/ 26916 w 33466"/>
                <a:gd name="csY6" fmla="*/ 25133 h 50233"/>
                <a:gd name="csX7" fmla="*/ 24354 w 33466"/>
                <a:gd name="csY7" fmla="*/ 10183 h 50233"/>
                <a:gd name="csX8" fmla="*/ 16733 w 33466"/>
                <a:gd name="csY8" fmla="*/ 5189 h 50233"/>
                <a:gd name="csX9" fmla="*/ 16733 w 33466"/>
                <a:gd name="csY9" fmla="*/ 0 h 50233"/>
                <a:gd name="csX10" fmla="*/ 29153 w 33466"/>
                <a:gd name="csY10" fmla="*/ 6454 h 50233"/>
                <a:gd name="csX11" fmla="*/ 33467 w 33466"/>
                <a:gd name="csY11" fmla="*/ 25133 h 50233"/>
                <a:gd name="csX12" fmla="*/ 29153 w 33466"/>
                <a:gd name="csY12" fmla="*/ 43812 h 50233"/>
                <a:gd name="csX13" fmla="*/ 16733 w 33466"/>
                <a:gd name="csY13" fmla="*/ 50233 h 50233"/>
                <a:gd name="csX14" fmla="*/ 4280 w 33466"/>
                <a:gd name="csY14" fmla="*/ 43812 h 50233"/>
                <a:gd name="csX15" fmla="*/ 0 w 33466"/>
                <a:gd name="csY15" fmla="*/ 25133 h 50233"/>
                <a:gd name="csX16" fmla="*/ 4280 w 33466"/>
                <a:gd name="csY16" fmla="*/ 6454 h 50233"/>
                <a:gd name="csX17" fmla="*/ 16733 w 33466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6" h="50233">
                  <a:moveTo>
                    <a:pt x="16733" y="5189"/>
                  </a:moveTo>
                  <a:cubicBezTo>
                    <a:pt x="13361" y="5189"/>
                    <a:pt x="10820" y="6854"/>
                    <a:pt x="9113" y="10183"/>
                  </a:cubicBezTo>
                  <a:cubicBezTo>
                    <a:pt x="7426" y="13491"/>
                    <a:pt x="6583" y="18474"/>
                    <a:pt x="6583" y="25133"/>
                  </a:cubicBezTo>
                  <a:cubicBezTo>
                    <a:pt x="6583" y="31770"/>
                    <a:pt x="7426" y="36753"/>
                    <a:pt x="9113" y="40083"/>
                  </a:cubicBezTo>
                  <a:cubicBezTo>
                    <a:pt x="10820" y="43390"/>
                    <a:pt x="13361" y="45044"/>
                    <a:pt x="16733" y="45044"/>
                  </a:cubicBezTo>
                  <a:cubicBezTo>
                    <a:pt x="20127" y="45044"/>
                    <a:pt x="22668" y="43390"/>
                    <a:pt x="24354" y="40083"/>
                  </a:cubicBezTo>
                  <a:cubicBezTo>
                    <a:pt x="26062" y="36753"/>
                    <a:pt x="26916" y="31770"/>
                    <a:pt x="26916" y="25133"/>
                  </a:cubicBezTo>
                  <a:cubicBezTo>
                    <a:pt x="26916" y="18474"/>
                    <a:pt x="26062" y="13491"/>
                    <a:pt x="24354" y="10183"/>
                  </a:cubicBezTo>
                  <a:cubicBezTo>
                    <a:pt x="22668" y="6854"/>
                    <a:pt x="20127" y="5189"/>
                    <a:pt x="16733" y="5189"/>
                  </a:cubicBezTo>
                  <a:moveTo>
                    <a:pt x="16733" y="0"/>
                  </a:moveTo>
                  <a:cubicBezTo>
                    <a:pt x="22160" y="0"/>
                    <a:pt x="26300" y="2151"/>
                    <a:pt x="29153" y="6454"/>
                  </a:cubicBezTo>
                  <a:cubicBezTo>
                    <a:pt x="32029" y="10735"/>
                    <a:pt x="33467" y="16961"/>
                    <a:pt x="33467" y="25133"/>
                  </a:cubicBezTo>
                  <a:cubicBezTo>
                    <a:pt x="33467" y="33284"/>
                    <a:pt x="32029" y="39510"/>
                    <a:pt x="29153" y="43812"/>
                  </a:cubicBezTo>
                  <a:cubicBezTo>
                    <a:pt x="26300" y="48093"/>
                    <a:pt x="22160" y="50233"/>
                    <a:pt x="16733" y="50233"/>
                  </a:cubicBezTo>
                  <a:cubicBezTo>
                    <a:pt x="11307" y="50233"/>
                    <a:pt x="7156" y="48093"/>
                    <a:pt x="4280" y="43812"/>
                  </a:cubicBezTo>
                  <a:cubicBezTo>
                    <a:pt x="1427" y="39510"/>
                    <a:pt x="0" y="33284"/>
                    <a:pt x="0" y="25133"/>
                  </a:cubicBezTo>
                  <a:cubicBezTo>
                    <a:pt x="0" y="16961"/>
                    <a:pt x="1427" y="10735"/>
                    <a:pt x="4280" y="6454"/>
                  </a:cubicBezTo>
                  <a:cubicBezTo>
                    <a:pt x="7156" y="2151"/>
                    <a:pt x="11307" y="0"/>
                    <a:pt x="16733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3" name="Freeform 3122">
              <a:extLst>
                <a:ext uri="{FF2B5EF4-FFF2-40B4-BE49-F238E27FC236}">
                  <a16:creationId xmlns:a16="http://schemas.microsoft.com/office/drawing/2014/main" id="{CCE5B4D1-E8B9-937A-52C0-A04049CD5979}"/>
                </a:ext>
              </a:extLst>
            </p:cNvPr>
            <p:cNvSpPr/>
            <p:nvPr/>
          </p:nvSpPr>
          <p:spPr>
            <a:xfrm>
              <a:off x="7237949" y="2762732"/>
              <a:ext cx="6842" cy="8236"/>
            </a:xfrm>
            <a:custGeom>
              <a:avLst/>
              <a:gdLst>
                <a:gd name="csX0" fmla="*/ 0 w 6842"/>
                <a:gd name="csY0" fmla="*/ 0 h 8236"/>
                <a:gd name="csX1" fmla="*/ 6842 w 6842"/>
                <a:gd name="csY1" fmla="*/ 0 h 8236"/>
                <a:gd name="csX2" fmla="*/ 6842 w 6842"/>
                <a:gd name="csY2" fmla="*/ 8237 h 8236"/>
                <a:gd name="csX3" fmla="*/ 0 w 6842"/>
                <a:gd name="csY3" fmla="*/ 8237 h 8236"/>
                <a:gd name="csX4" fmla="*/ 0 w 6842"/>
                <a:gd name="csY4" fmla="*/ 0 h 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2" h="8236">
                  <a:moveTo>
                    <a:pt x="0" y="0"/>
                  </a:moveTo>
                  <a:lnTo>
                    <a:pt x="6842" y="0"/>
                  </a:lnTo>
                  <a:lnTo>
                    <a:pt x="6842" y="8237"/>
                  </a:lnTo>
                  <a:lnTo>
                    <a:pt x="0" y="8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4" name="Freeform 3123">
              <a:extLst>
                <a:ext uri="{FF2B5EF4-FFF2-40B4-BE49-F238E27FC236}">
                  <a16:creationId xmlns:a16="http://schemas.microsoft.com/office/drawing/2014/main" id="{E92D5207-F45E-22BD-BB34-D65A0C2CA372}"/>
                </a:ext>
              </a:extLst>
            </p:cNvPr>
            <p:cNvSpPr/>
            <p:nvPr/>
          </p:nvSpPr>
          <p:spPr>
            <a:xfrm>
              <a:off x="7257082" y="2722552"/>
              <a:ext cx="31326" cy="49357"/>
            </a:xfrm>
            <a:custGeom>
              <a:avLst/>
              <a:gdLst>
                <a:gd name="csX0" fmla="*/ 2043 w 31326"/>
                <a:gd name="csY0" fmla="*/ 0 h 49357"/>
                <a:gd name="csX1" fmla="*/ 27760 w 31326"/>
                <a:gd name="csY1" fmla="*/ 0 h 49357"/>
                <a:gd name="csX2" fmla="*/ 27760 w 31326"/>
                <a:gd name="csY2" fmla="*/ 5513 h 49357"/>
                <a:gd name="csX3" fmla="*/ 8042 w 31326"/>
                <a:gd name="csY3" fmla="*/ 5513 h 49357"/>
                <a:gd name="csX4" fmla="*/ 8042 w 31326"/>
                <a:gd name="csY4" fmla="*/ 17382 h 49357"/>
                <a:gd name="csX5" fmla="*/ 10896 w 31326"/>
                <a:gd name="csY5" fmla="*/ 16669 h 49357"/>
                <a:gd name="csX6" fmla="*/ 13750 w 31326"/>
                <a:gd name="csY6" fmla="*/ 16409 h 49357"/>
                <a:gd name="csX7" fmla="*/ 26592 w 31326"/>
                <a:gd name="csY7" fmla="*/ 20852 h 49357"/>
                <a:gd name="csX8" fmla="*/ 31327 w 31326"/>
                <a:gd name="csY8" fmla="*/ 32883 h 49357"/>
                <a:gd name="csX9" fmla="*/ 26462 w 31326"/>
                <a:gd name="csY9" fmla="*/ 45044 h 49357"/>
                <a:gd name="csX10" fmla="*/ 12745 w 31326"/>
                <a:gd name="csY10" fmla="*/ 49357 h 49357"/>
                <a:gd name="csX11" fmla="*/ 6518 w 31326"/>
                <a:gd name="csY11" fmla="*/ 48839 h 49357"/>
                <a:gd name="csX12" fmla="*/ 0 w 31326"/>
                <a:gd name="csY12" fmla="*/ 47282 h 49357"/>
                <a:gd name="csX13" fmla="*/ 0 w 31326"/>
                <a:gd name="csY13" fmla="*/ 40699 h 49357"/>
                <a:gd name="csX14" fmla="*/ 6032 w 31326"/>
                <a:gd name="csY14" fmla="*/ 43066 h 49357"/>
                <a:gd name="csX15" fmla="*/ 12615 w 31326"/>
                <a:gd name="csY15" fmla="*/ 43844 h 49357"/>
                <a:gd name="csX16" fmla="*/ 21501 w 31326"/>
                <a:gd name="csY16" fmla="*/ 40893 h 49357"/>
                <a:gd name="csX17" fmla="*/ 24776 w 31326"/>
                <a:gd name="csY17" fmla="*/ 32883 h 49357"/>
                <a:gd name="csX18" fmla="*/ 21501 w 31326"/>
                <a:gd name="csY18" fmla="*/ 24874 h 49357"/>
                <a:gd name="csX19" fmla="*/ 12615 w 31326"/>
                <a:gd name="csY19" fmla="*/ 21922 h 49357"/>
                <a:gd name="csX20" fmla="*/ 7362 w 31326"/>
                <a:gd name="csY20" fmla="*/ 22506 h 49357"/>
                <a:gd name="csX21" fmla="*/ 2043 w 31326"/>
                <a:gd name="csY21" fmla="*/ 24322 h 49357"/>
                <a:gd name="csX22" fmla="*/ 2043 w 31326"/>
                <a:gd name="csY22" fmla="*/ 0 h 493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1326" h="49357">
                  <a:moveTo>
                    <a:pt x="2043" y="0"/>
                  </a:moveTo>
                  <a:lnTo>
                    <a:pt x="27760" y="0"/>
                  </a:lnTo>
                  <a:lnTo>
                    <a:pt x="27760" y="5513"/>
                  </a:lnTo>
                  <a:lnTo>
                    <a:pt x="8042" y="5513"/>
                  </a:lnTo>
                  <a:lnTo>
                    <a:pt x="8042" y="17382"/>
                  </a:lnTo>
                  <a:cubicBezTo>
                    <a:pt x="8994" y="17058"/>
                    <a:pt x="9945" y="16820"/>
                    <a:pt x="10896" y="16669"/>
                  </a:cubicBezTo>
                  <a:cubicBezTo>
                    <a:pt x="11848" y="16496"/>
                    <a:pt x="12799" y="16409"/>
                    <a:pt x="13750" y="16409"/>
                  </a:cubicBezTo>
                  <a:cubicBezTo>
                    <a:pt x="19155" y="16409"/>
                    <a:pt x="23436" y="17890"/>
                    <a:pt x="26592" y="20852"/>
                  </a:cubicBezTo>
                  <a:cubicBezTo>
                    <a:pt x="29749" y="23814"/>
                    <a:pt x="31327" y="27824"/>
                    <a:pt x="31327" y="32883"/>
                  </a:cubicBezTo>
                  <a:cubicBezTo>
                    <a:pt x="31327" y="38093"/>
                    <a:pt x="29705" y="42147"/>
                    <a:pt x="26462" y="45044"/>
                  </a:cubicBezTo>
                  <a:cubicBezTo>
                    <a:pt x="23219" y="47920"/>
                    <a:pt x="18647" y="49357"/>
                    <a:pt x="12745" y="49357"/>
                  </a:cubicBezTo>
                  <a:cubicBezTo>
                    <a:pt x="10712" y="49357"/>
                    <a:pt x="8637" y="49184"/>
                    <a:pt x="6518" y="48839"/>
                  </a:cubicBezTo>
                  <a:cubicBezTo>
                    <a:pt x="4421" y="48493"/>
                    <a:pt x="2248" y="47974"/>
                    <a:pt x="0" y="47282"/>
                  </a:cubicBezTo>
                  <a:lnTo>
                    <a:pt x="0" y="40699"/>
                  </a:lnTo>
                  <a:cubicBezTo>
                    <a:pt x="1946" y="41758"/>
                    <a:pt x="3957" y="42547"/>
                    <a:pt x="6032" y="43066"/>
                  </a:cubicBezTo>
                  <a:cubicBezTo>
                    <a:pt x="8108" y="43585"/>
                    <a:pt x="10302" y="43844"/>
                    <a:pt x="12615" y="43844"/>
                  </a:cubicBezTo>
                  <a:cubicBezTo>
                    <a:pt x="16355" y="43844"/>
                    <a:pt x="19317" y="42860"/>
                    <a:pt x="21501" y="40893"/>
                  </a:cubicBezTo>
                  <a:cubicBezTo>
                    <a:pt x="23684" y="38926"/>
                    <a:pt x="24776" y="36256"/>
                    <a:pt x="24776" y="32883"/>
                  </a:cubicBezTo>
                  <a:cubicBezTo>
                    <a:pt x="24776" y="29511"/>
                    <a:pt x="23684" y="26841"/>
                    <a:pt x="21501" y="24874"/>
                  </a:cubicBezTo>
                  <a:cubicBezTo>
                    <a:pt x="19317" y="22906"/>
                    <a:pt x="16355" y="21922"/>
                    <a:pt x="12615" y="21922"/>
                  </a:cubicBezTo>
                  <a:cubicBezTo>
                    <a:pt x="10864" y="21922"/>
                    <a:pt x="9113" y="22117"/>
                    <a:pt x="7362" y="22506"/>
                  </a:cubicBezTo>
                  <a:cubicBezTo>
                    <a:pt x="5632" y="22895"/>
                    <a:pt x="3859" y="23501"/>
                    <a:pt x="2043" y="24322"/>
                  </a:cubicBezTo>
                  <a:lnTo>
                    <a:pt x="2043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5" name="Freeform 3124">
              <a:extLst>
                <a:ext uri="{FF2B5EF4-FFF2-40B4-BE49-F238E27FC236}">
                  <a16:creationId xmlns:a16="http://schemas.microsoft.com/office/drawing/2014/main" id="{E71E53FE-14D9-19A3-D377-F560E1A2111F}"/>
                </a:ext>
              </a:extLst>
            </p:cNvPr>
            <p:cNvSpPr/>
            <p:nvPr/>
          </p:nvSpPr>
          <p:spPr>
            <a:xfrm>
              <a:off x="7191348" y="2569145"/>
              <a:ext cx="33467" cy="50233"/>
            </a:xfrm>
            <a:custGeom>
              <a:avLst/>
              <a:gdLst>
                <a:gd name="csX0" fmla="*/ 16734 w 33467"/>
                <a:gd name="csY0" fmla="*/ 5189 h 50233"/>
                <a:gd name="csX1" fmla="*/ 9113 w 33467"/>
                <a:gd name="csY1" fmla="*/ 10183 h 50233"/>
                <a:gd name="csX2" fmla="*/ 6584 w 33467"/>
                <a:gd name="csY2" fmla="*/ 25133 h 50233"/>
                <a:gd name="csX3" fmla="*/ 9113 w 33467"/>
                <a:gd name="csY3" fmla="*/ 40083 h 50233"/>
                <a:gd name="csX4" fmla="*/ 16734 w 33467"/>
                <a:gd name="csY4" fmla="*/ 45044 h 50233"/>
                <a:gd name="csX5" fmla="*/ 24355 w 33467"/>
                <a:gd name="csY5" fmla="*/ 40083 h 50233"/>
                <a:gd name="csX6" fmla="*/ 26917 w 33467"/>
                <a:gd name="csY6" fmla="*/ 25133 h 50233"/>
                <a:gd name="csX7" fmla="*/ 24355 w 33467"/>
                <a:gd name="csY7" fmla="*/ 10183 h 50233"/>
                <a:gd name="csX8" fmla="*/ 16734 w 33467"/>
                <a:gd name="csY8" fmla="*/ 5189 h 50233"/>
                <a:gd name="csX9" fmla="*/ 16734 w 33467"/>
                <a:gd name="csY9" fmla="*/ 0 h 50233"/>
                <a:gd name="csX10" fmla="*/ 29154 w 33467"/>
                <a:gd name="csY10" fmla="*/ 6454 h 50233"/>
                <a:gd name="csX11" fmla="*/ 33467 w 33467"/>
                <a:gd name="csY11" fmla="*/ 25133 h 50233"/>
                <a:gd name="csX12" fmla="*/ 29154 w 33467"/>
                <a:gd name="csY12" fmla="*/ 43812 h 50233"/>
                <a:gd name="csX13" fmla="*/ 16734 w 33467"/>
                <a:gd name="csY13" fmla="*/ 50233 h 50233"/>
                <a:gd name="csX14" fmla="*/ 4280 w 33467"/>
                <a:gd name="csY14" fmla="*/ 43812 h 50233"/>
                <a:gd name="csX15" fmla="*/ 0 w 33467"/>
                <a:gd name="csY15" fmla="*/ 25133 h 50233"/>
                <a:gd name="csX16" fmla="*/ 4280 w 33467"/>
                <a:gd name="csY16" fmla="*/ 6454 h 50233"/>
                <a:gd name="csX17" fmla="*/ 16734 w 33467"/>
                <a:gd name="csY17" fmla="*/ 0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3467" h="50233">
                  <a:moveTo>
                    <a:pt x="16734" y="5189"/>
                  </a:moveTo>
                  <a:cubicBezTo>
                    <a:pt x="13361" y="5189"/>
                    <a:pt x="10821" y="6854"/>
                    <a:pt x="9113" y="10183"/>
                  </a:cubicBezTo>
                  <a:cubicBezTo>
                    <a:pt x="7427" y="13491"/>
                    <a:pt x="6584" y="18474"/>
                    <a:pt x="6584" y="25133"/>
                  </a:cubicBezTo>
                  <a:cubicBezTo>
                    <a:pt x="6584" y="31770"/>
                    <a:pt x="7427" y="36753"/>
                    <a:pt x="9113" y="40083"/>
                  </a:cubicBezTo>
                  <a:cubicBezTo>
                    <a:pt x="10821" y="43390"/>
                    <a:pt x="13361" y="45044"/>
                    <a:pt x="16734" y="45044"/>
                  </a:cubicBezTo>
                  <a:cubicBezTo>
                    <a:pt x="20128" y="45044"/>
                    <a:pt x="22668" y="43390"/>
                    <a:pt x="24355" y="40083"/>
                  </a:cubicBezTo>
                  <a:cubicBezTo>
                    <a:pt x="26063" y="36753"/>
                    <a:pt x="26917" y="31770"/>
                    <a:pt x="26917" y="25133"/>
                  </a:cubicBezTo>
                  <a:cubicBezTo>
                    <a:pt x="26917" y="18474"/>
                    <a:pt x="26063" y="13491"/>
                    <a:pt x="24355" y="10183"/>
                  </a:cubicBezTo>
                  <a:cubicBezTo>
                    <a:pt x="22668" y="6854"/>
                    <a:pt x="20128" y="5189"/>
                    <a:pt x="16734" y="5189"/>
                  </a:cubicBezTo>
                  <a:moveTo>
                    <a:pt x="16734" y="0"/>
                  </a:moveTo>
                  <a:cubicBezTo>
                    <a:pt x="22160" y="0"/>
                    <a:pt x="26300" y="2151"/>
                    <a:pt x="29154" y="6454"/>
                  </a:cubicBezTo>
                  <a:cubicBezTo>
                    <a:pt x="32030" y="10735"/>
                    <a:pt x="33467" y="16961"/>
                    <a:pt x="33467" y="25133"/>
                  </a:cubicBezTo>
                  <a:cubicBezTo>
                    <a:pt x="33467" y="33284"/>
                    <a:pt x="32030" y="39510"/>
                    <a:pt x="29154" y="43812"/>
                  </a:cubicBezTo>
                  <a:cubicBezTo>
                    <a:pt x="26300" y="48093"/>
                    <a:pt x="22160" y="50233"/>
                    <a:pt x="16734" y="50233"/>
                  </a:cubicBezTo>
                  <a:cubicBezTo>
                    <a:pt x="11307" y="50233"/>
                    <a:pt x="7156" y="48093"/>
                    <a:pt x="4280" y="43812"/>
                  </a:cubicBezTo>
                  <a:cubicBezTo>
                    <a:pt x="1427" y="39510"/>
                    <a:pt x="0" y="33284"/>
                    <a:pt x="0" y="25133"/>
                  </a:cubicBezTo>
                  <a:cubicBezTo>
                    <a:pt x="0" y="16961"/>
                    <a:pt x="1427" y="10735"/>
                    <a:pt x="4280" y="6454"/>
                  </a:cubicBezTo>
                  <a:cubicBezTo>
                    <a:pt x="7156" y="2151"/>
                    <a:pt x="11307" y="0"/>
                    <a:pt x="16734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6" name="Freeform 3125">
              <a:extLst>
                <a:ext uri="{FF2B5EF4-FFF2-40B4-BE49-F238E27FC236}">
                  <a16:creationId xmlns:a16="http://schemas.microsoft.com/office/drawing/2014/main" id="{AA170E94-B22C-49CC-E25F-3A0D9C9E78C6}"/>
                </a:ext>
              </a:extLst>
            </p:cNvPr>
            <p:cNvSpPr/>
            <p:nvPr/>
          </p:nvSpPr>
          <p:spPr>
            <a:xfrm>
              <a:off x="7236327" y="2610201"/>
              <a:ext cx="6843" cy="8236"/>
            </a:xfrm>
            <a:custGeom>
              <a:avLst/>
              <a:gdLst>
                <a:gd name="csX0" fmla="*/ 0 w 6843"/>
                <a:gd name="csY0" fmla="*/ 0 h 8236"/>
                <a:gd name="csX1" fmla="*/ 6843 w 6843"/>
                <a:gd name="csY1" fmla="*/ 0 h 8236"/>
                <a:gd name="csX2" fmla="*/ 6843 w 6843"/>
                <a:gd name="csY2" fmla="*/ 8237 h 8236"/>
                <a:gd name="csX3" fmla="*/ 0 w 6843"/>
                <a:gd name="csY3" fmla="*/ 8237 h 8236"/>
                <a:gd name="csX4" fmla="*/ 0 w 6843"/>
                <a:gd name="csY4" fmla="*/ 0 h 8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43" h="8236">
                  <a:moveTo>
                    <a:pt x="0" y="0"/>
                  </a:moveTo>
                  <a:lnTo>
                    <a:pt x="6843" y="0"/>
                  </a:lnTo>
                  <a:lnTo>
                    <a:pt x="6843" y="8237"/>
                  </a:lnTo>
                  <a:lnTo>
                    <a:pt x="0" y="8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7" name="Freeform 3126">
              <a:extLst>
                <a:ext uri="{FF2B5EF4-FFF2-40B4-BE49-F238E27FC236}">
                  <a16:creationId xmlns:a16="http://schemas.microsoft.com/office/drawing/2014/main" id="{F58E2F0A-D4A2-4969-6F97-907F165AC3B5}"/>
                </a:ext>
              </a:extLst>
            </p:cNvPr>
            <p:cNvSpPr/>
            <p:nvPr/>
          </p:nvSpPr>
          <p:spPr>
            <a:xfrm>
              <a:off x="7254974" y="2569145"/>
              <a:ext cx="33434" cy="50233"/>
            </a:xfrm>
            <a:custGeom>
              <a:avLst/>
              <a:gdLst>
                <a:gd name="csX0" fmla="*/ 17284 w 33434"/>
                <a:gd name="csY0" fmla="*/ 22474 h 50233"/>
                <a:gd name="csX1" fmla="*/ 10280 w 33434"/>
                <a:gd name="csY1" fmla="*/ 25490 h 50233"/>
                <a:gd name="csX2" fmla="*/ 7718 w 33434"/>
                <a:gd name="csY2" fmla="*/ 33759 h 50233"/>
                <a:gd name="csX3" fmla="*/ 10280 w 33434"/>
                <a:gd name="csY3" fmla="*/ 42028 h 50233"/>
                <a:gd name="csX4" fmla="*/ 17284 w 33434"/>
                <a:gd name="csY4" fmla="*/ 45044 h 50233"/>
                <a:gd name="csX5" fmla="*/ 24257 w 33434"/>
                <a:gd name="csY5" fmla="*/ 42028 h 50233"/>
                <a:gd name="csX6" fmla="*/ 26852 w 33434"/>
                <a:gd name="csY6" fmla="*/ 33759 h 50233"/>
                <a:gd name="csX7" fmla="*/ 24257 w 33434"/>
                <a:gd name="csY7" fmla="*/ 25490 h 50233"/>
                <a:gd name="csX8" fmla="*/ 17284 w 33434"/>
                <a:gd name="csY8" fmla="*/ 22474 h 50233"/>
                <a:gd name="csX9" fmla="*/ 30288 w 33434"/>
                <a:gd name="csY9" fmla="*/ 1946 h 50233"/>
                <a:gd name="csX10" fmla="*/ 30288 w 33434"/>
                <a:gd name="csY10" fmla="*/ 7913 h 50233"/>
                <a:gd name="csX11" fmla="*/ 25295 w 33434"/>
                <a:gd name="csY11" fmla="*/ 6130 h 50233"/>
                <a:gd name="csX12" fmla="*/ 20333 w 33434"/>
                <a:gd name="csY12" fmla="*/ 5513 h 50233"/>
                <a:gd name="csX13" fmla="*/ 10409 w 33434"/>
                <a:gd name="csY13" fmla="*/ 9891 h 50233"/>
                <a:gd name="csX14" fmla="*/ 6518 w 33434"/>
                <a:gd name="csY14" fmla="*/ 23122 h 50233"/>
                <a:gd name="csX15" fmla="*/ 11318 w 33434"/>
                <a:gd name="csY15" fmla="*/ 18810 h 50233"/>
                <a:gd name="csX16" fmla="*/ 17674 w 33434"/>
                <a:gd name="csY16" fmla="*/ 17285 h 50233"/>
                <a:gd name="csX17" fmla="*/ 29186 w 33434"/>
                <a:gd name="csY17" fmla="*/ 21727 h 50233"/>
                <a:gd name="csX18" fmla="*/ 33435 w 33434"/>
                <a:gd name="csY18" fmla="*/ 33759 h 50233"/>
                <a:gd name="csX19" fmla="*/ 29024 w 33434"/>
                <a:gd name="csY19" fmla="*/ 45725 h 50233"/>
                <a:gd name="csX20" fmla="*/ 17284 w 33434"/>
                <a:gd name="csY20" fmla="*/ 50233 h 50233"/>
                <a:gd name="csX21" fmla="*/ 4443 w 33434"/>
                <a:gd name="csY21" fmla="*/ 43812 h 50233"/>
                <a:gd name="csX22" fmla="*/ 0 w 33434"/>
                <a:gd name="csY22" fmla="*/ 25133 h 50233"/>
                <a:gd name="csX23" fmla="*/ 5448 w 33434"/>
                <a:gd name="csY23" fmla="*/ 6843 h 50233"/>
                <a:gd name="csX24" fmla="*/ 20074 w 33434"/>
                <a:gd name="csY24" fmla="*/ 0 h 50233"/>
                <a:gd name="csX25" fmla="*/ 25035 w 33434"/>
                <a:gd name="csY25" fmla="*/ 487 h 50233"/>
                <a:gd name="csX26" fmla="*/ 30288 w 33434"/>
                <a:gd name="csY26" fmla="*/ 1946 h 502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33434" h="50233">
                  <a:moveTo>
                    <a:pt x="17284" y="22474"/>
                  </a:moveTo>
                  <a:cubicBezTo>
                    <a:pt x="14344" y="22474"/>
                    <a:pt x="12009" y="23479"/>
                    <a:pt x="10280" y="25490"/>
                  </a:cubicBezTo>
                  <a:cubicBezTo>
                    <a:pt x="8572" y="27500"/>
                    <a:pt x="7718" y="30257"/>
                    <a:pt x="7718" y="33759"/>
                  </a:cubicBezTo>
                  <a:cubicBezTo>
                    <a:pt x="7718" y="37240"/>
                    <a:pt x="8572" y="39996"/>
                    <a:pt x="10280" y="42028"/>
                  </a:cubicBezTo>
                  <a:cubicBezTo>
                    <a:pt x="12009" y="44039"/>
                    <a:pt x="14344" y="45044"/>
                    <a:pt x="17284" y="45044"/>
                  </a:cubicBezTo>
                  <a:cubicBezTo>
                    <a:pt x="20225" y="45044"/>
                    <a:pt x="22549" y="44039"/>
                    <a:pt x="24257" y="42028"/>
                  </a:cubicBezTo>
                  <a:cubicBezTo>
                    <a:pt x="25987" y="39996"/>
                    <a:pt x="26852" y="37240"/>
                    <a:pt x="26852" y="33759"/>
                  </a:cubicBezTo>
                  <a:cubicBezTo>
                    <a:pt x="26852" y="30257"/>
                    <a:pt x="25987" y="27500"/>
                    <a:pt x="24257" y="25490"/>
                  </a:cubicBezTo>
                  <a:cubicBezTo>
                    <a:pt x="22549" y="23479"/>
                    <a:pt x="20225" y="22474"/>
                    <a:pt x="17284" y="22474"/>
                  </a:cubicBezTo>
                  <a:moveTo>
                    <a:pt x="30288" y="1946"/>
                  </a:moveTo>
                  <a:lnTo>
                    <a:pt x="30288" y="7913"/>
                  </a:lnTo>
                  <a:cubicBezTo>
                    <a:pt x="28646" y="7135"/>
                    <a:pt x="26981" y="6540"/>
                    <a:pt x="25295" y="6130"/>
                  </a:cubicBezTo>
                  <a:cubicBezTo>
                    <a:pt x="23630" y="5719"/>
                    <a:pt x="21976" y="5513"/>
                    <a:pt x="20333" y="5513"/>
                  </a:cubicBezTo>
                  <a:cubicBezTo>
                    <a:pt x="16009" y="5513"/>
                    <a:pt x="12701" y="6973"/>
                    <a:pt x="10409" y="9891"/>
                  </a:cubicBezTo>
                  <a:cubicBezTo>
                    <a:pt x="8140" y="12810"/>
                    <a:pt x="6842" y="17220"/>
                    <a:pt x="6518" y="23122"/>
                  </a:cubicBezTo>
                  <a:cubicBezTo>
                    <a:pt x="7794" y="21241"/>
                    <a:pt x="9394" y="19804"/>
                    <a:pt x="11318" y="18810"/>
                  </a:cubicBezTo>
                  <a:cubicBezTo>
                    <a:pt x="13242" y="17793"/>
                    <a:pt x="15361" y="17285"/>
                    <a:pt x="17674" y="17285"/>
                  </a:cubicBezTo>
                  <a:cubicBezTo>
                    <a:pt x="22538" y="17285"/>
                    <a:pt x="26376" y="18766"/>
                    <a:pt x="29186" y="21727"/>
                  </a:cubicBezTo>
                  <a:cubicBezTo>
                    <a:pt x="32018" y="24668"/>
                    <a:pt x="33435" y="28679"/>
                    <a:pt x="33435" y="33759"/>
                  </a:cubicBezTo>
                  <a:cubicBezTo>
                    <a:pt x="33435" y="38731"/>
                    <a:pt x="31965" y="42720"/>
                    <a:pt x="29024" y="45725"/>
                  </a:cubicBezTo>
                  <a:cubicBezTo>
                    <a:pt x="26084" y="48731"/>
                    <a:pt x="22170" y="50233"/>
                    <a:pt x="17284" y="50233"/>
                  </a:cubicBezTo>
                  <a:cubicBezTo>
                    <a:pt x="11685" y="50233"/>
                    <a:pt x="7405" y="48093"/>
                    <a:pt x="4443" y="43812"/>
                  </a:cubicBezTo>
                  <a:cubicBezTo>
                    <a:pt x="1481" y="39510"/>
                    <a:pt x="0" y="33284"/>
                    <a:pt x="0" y="25133"/>
                  </a:cubicBezTo>
                  <a:cubicBezTo>
                    <a:pt x="0" y="17480"/>
                    <a:pt x="1816" y="11383"/>
                    <a:pt x="5448" y="6843"/>
                  </a:cubicBezTo>
                  <a:cubicBezTo>
                    <a:pt x="9080" y="2281"/>
                    <a:pt x="13955" y="0"/>
                    <a:pt x="20074" y="0"/>
                  </a:cubicBezTo>
                  <a:cubicBezTo>
                    <a:pt x="21717" y="0"/>
                    <a:pt x="23371" y="162"/>
                    <a:pt x="25035" y="487"/>
                  </a:cubicBezTo>
                  <a:cubicBezTo>
                    <a:pt x="26722" y="811"/>
                    <a:pt x="28473" y="1298"/>
                    <a:pt x="30288" y="1946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8" name="Freeform 3127">
              <a:extLst>
                <a:ext uri="{FF2B5EF4-FFF2-40B4-BE49-F238E27FC236}">
                  <a16:creationId xmlns:a16="http://schemas.microsoft.com/office/drawing/2014/main" id="{AD6D7E22-9B59-B66C-A96B-EB9F3690AC4F}"/>
                </a:ext>
              </a:extLst>
            </p:cNvPr>
            <p:cNvSpPr/>
            <p:nvPr/>
          </p:nvSpPr>
          <p:spPr>
            <a:xfrm>
              <a:off x="7113955" y="3041406"/>
              <a:ext cx="48826" cy="40126"/>
            </a:xfrm>
            <a:custGeom>
              <a:avLst/>
              <a:gdLst>
                <a:gd name="csX0" fmla="*/ 12263 w 48826"/>
                <a:gd name="csY0" fmla="*/ 0 h 40126"/>
                <a:gd name="csX1" fmla="*/ 23026 w 48826"/>
                <a:gd name="csY1" fmla="*/ 2776 h 40126"/>
                <a:gd name="csX2" fmla="*/ 31576 w 48826"/>
                <a:gd name="csY2" fmla="*/ 9825 h 40126"/>
                <a:gd name="csX3" fmla="*/ 34801 w 48826"/>
                <a:gd name="csY3" fmla="*/ 18525 h 40126"/>
                <a:gd name="csX4" fmla="*/ 33376 w 48826"/>
                <a:gd name="csY4" fmla="*/ 22913 h 40126"/>
                <a:gd name="csX5" fmla="*/ 29851 w 48826"/>
                <a:gd name="csY5" fmla="*/ 25576 h 40126"/>
                <a:gd name="csX6" fmla="*/ 38514 w 48826"/>
                <a:gd name="csY6" fmla="*/ 27826 h 40126"/>
                <a:gd name="csX7" fmla="*/ 45227 w 48826"/>
                <a:gd name="csY7" fmla="*/ 29364 h 40126"/>
                <a:gd name="csX8" fmla="*/ 45714 w 48826"/>
                <a:gd name="csY8" fmla="*/ 29289 h 40126"/>
                <a:gd name="csX9" fmla="*/ 46052 w 48826"/>
                <a:gd name="csY9" fmla="*/ 28876 h 40126"/>
                <a:gd name="csX10" fmla="*/ 46352 w 48826"/>
                <a:gd name="csY10" fmla="*/ 27713 h 40126"/>
                <a:gd name="csX11" fmla="*/ 46464 w 48826"/>
                <a:gd name="csY11" fmla="*/ 25501 h 40126"/>
                <a:gd name="csX12" fmla="*/ 46464 w 48826"/>
                <a:gd name="csY12" fmla="*/ 24526 h 40126"/>
                <a:gd name="csX13" fmla="*/ 46689 w 48826"/>
                <a:gd name="csY13" fmla="*/ 23963 h 40126"/>
                <a:gd name="csX14" fmla="*/ 47289 w 48826"/>
                <a:gd name="csY14" fmla="*/ 23663 h 40126"/>
                <a:gd name="csX15" fmla="*/ 48826 w 48826"/>
                <a:gd name="csY15" fmla="*/ 25051 h 40126"/>
                <a:gd name="csX16" fmla="*/ 48714 w 48826"/>
                <a:gd name="csY16" fmla="*/ 28839 h 40126"/>
                <a:gd name="csX17" fmla="*/ 48601 w 48826"/>
                <a:gd name="csY17" fmla="*/ 32664 h 40126"/>
                <a:gd name="csX18" fmla="*/ 48714 w 48826"/>
                <a:gd name="csY18" fmla="*/ 35926 h 40126"/>
                <a:gd name="csX19" fmla="*/ 48826 w 48826"/>
                <a:gd name="csY19" fmla="*/ 39114 h 40126"/>
                <a:gd name="csX20" fmla="*/ 47927 w 48826"/>
                <a:gd name="csY20" fmla="*/ 40126 h 40126"/>
                <a:gd name="csX21" fmla="*/ 47064 w 48826"/>
                <a:gd name="csY21" fmla="*/ 39977 h 40126"/>
                <a:gd name="csX22" fmla="*/ 46614 w 48826"/>
                <a:gd name="csY22" fmla="*/ 39564 h 40126"/>
                <a:gd name="csX23" fmla="*/ 46464 w 48826"/>
                <a:gd name="csY23" fmla="*/ 39002 h 40126"/>
                <a:gd name="csX24" fmla="*/ 46464 w 48826"/>
                <a:gd name="csY24" fmla="*/ 38327 h 40126"/>
                <a:gd name="csX25" fmla="*/ 46164 w 48826"/>
                <a:gd name="csY25" fmla="*/ 35851 h 40126"/>
                <a:gd name="csX26" fmla="*/ 45339 w 48826"/>
                <a:gd name="csY26" fmla="*/ 34839 h 40126"/>
                <a:gd name="csX27" fmla="*/ 43314 w 48826"/>
                <a:gd name="csY27" fmla="*/ 34202 h 40126"/>
                <a:gd name="csX28" fmla="*/ 9113 w 48826"/>
                <a:gd name="csY28" fmla="*/ 25576 h 40126"/>
                <a:gd name="csX29" fmla="*/ 5213 w 48826"/>
                <a:gd name="csY29" fmla="*/ 25051 h 40126"/>
                <a:gd name="csX30" fmla="*/ 2438 w 48826"/>
                <a:gd name="csY30" fmla="*/ 25689 h 40126"/>
                <a:gd name="csX31" fmla="*/ 1688 w 48826"/>
                <a:gd name="csY31" fmla="*/ 27451 h 40126"/>
                <a:gd name="csX32" fmla="*/ 4013 w 48826"/>
                <a:gd name="csY32" fmla="*/ 30676 h 40126"/>
                <a:gd name="csX33" fmla="*/ 10838 w 48826"/>
                <a:gd name="csY33" fmla="*/ 33038 h 40126"/>
                <a:gd name="csX34" fmla="*/ 12338 w 48826"/>
                <a:gd name="csY34" fmla="*/ 33601 h 40126"/>
                <a:gd name="csX35" fmla="*/ 12600 w 48826"/>
                <a:gd name="csY35" fmla="*/ 34351 h 40126"/>
                <a:gd name="csX36" fmla="*/ 11813 w 48826"/>
                <a:gd name="csY36" fmla="*/ 35289 h 40126"/>
                <a:gd name="csX37" fmla="*/ 10425 w 48826"/>
                <a:gd name="csY37" fmla="*/ 34988 h 40126"/>
                <a:gd name="csX38" fmla="*/ 7388 w 48826"/>
                <a:gd name="csY38" fmla="*/ 34126 h 40126"/>
                <a:gd name="csX39" fmla="*/ 4388 w 48826"/>
                <a:gd name="csY39" fmla="*/ 32889 h 40126"/>
                <a:gd name="csX40" fmla="*/ 3075 w 48826"/>
                <a:gd name="csY40" fmla="*/ 32176 h 40126"/>
                <a:gd name="csX41" fmla="*/ 1725 w 48826"/>
                <a:gd name="csY41" fmla="*/ 31164 h 40126"/>
                <a:gd name="csX42" fmla="*/ 450 w 48826"/>
                <a:gd name="csY42" fmla="*/ 29438 h 40126"/>
                <a:gd name="csX43" fmla="*/ 0 w 48826"/>
                <a:gd name="csY43" fmla="*/ 27189 h 40126"/>
                <a:gd name="csX44" fmla="*/ 1425 w 48826"/>
                <a:gd name="csY44" fmla="*/ 22801 h 40126"/>
                <a:gd name="csX45" fmla="*/ 5738 w 48826"/>
                <a:gd name="csY45" fmla="*/ 20288 h 40126"/>
                <a:gd name="csX46" fmla="*/ 1613 w 48826"/>
                <a:gd name="csY46" fmla="*/ 15526 h 40126"/>
                <a:gd name="csX47" fmla="*/ 0 w 48826"/>
                <a:gd name="csY47" fmla="*/ 10238 h 40126"/>
                <a:gd name="csX48" fmla="*/ 3450 w 48826"/>
                <a:gd name="csY48" fmla="*/ 2925 h 40126"/>
                <a:gd name="csX49" fmla="*/ 12263 w 48826"/>
                <a:gd name="csY49" fmla="*/ 0 h 40126"/>
                <a:gd name="csX50" fmla="*/ 8888 w 48826"/>
                <a:gd name="csY50" fmla="*/ 5550 h 40126"/>
                <a:gd name="csX51" fmla="*/ 3600 w 48826"/>
                <a:gd name="csY51" fmla="*/ 6863 h 40126"/>
                <a:gd name="csX52" fmla="*/ 1688 w 48826"/>
                <a:gd name="csY52" fmla="*/ 10463 h 40126"/>
                <a:gd name="csX53" fmla="*/ 4613 w 48826"/>
                <a:gd name="csY53" fmla="*/ 16688 h 40126"/>
                <a:gd name="csX54" fmla="*/ 9975 w 48826"/>
                <a:gd name="csY54" fmla="*/ 20664 h 40126"/>
                <a:gd name="csX55" fmla="*/ 25013 w 48826"/>
                <a:gd name="csY55" fmla="*/ 24451 h 40126"/>
                <a:gd name="csX56" fmla="*/ 26251 w 48826"/>
                <a:gd name="csY56" fmla="*/ 24676 h 40126"/>
                <a:gd name="csX57" fmla="*/ 27151 w 48826"/>
                <a:gd name="csY57" fmla="*/ 24563 h 40126"/>
                <a:gd name="csX58" fmla="*/ 28839 w 48826"/>
                <a:gd name="csY58" fmla="*/ 24001 h 40126"/>
                <a:gd name="csX59" fmla="*/ 30826 w 48826"/>
                <a:gd name="csY59" fmla="*/ 22951 h 40126"/>
                <a:gd name="csX60" fmla="*/ 32401 w 48826"/>
                <a:gd name="csY60" fmla="*/ 21188 h 40126"/>
                <a:gd name="csX61" fmla="*/ 33076 w 48826"/>
                <a:gd name="csY61" fmla="*/ 18601 h 40126"/>
                <a:gd name="csX62" fmla="*/ 31051 w 48826"/>
                <a:gd name="csY62" fmla="*/ 13838 h 40126"/>
                <a:gd name="csX63" fmla="*/ 25201 w 48826"/>
                <a:gd name="csY63" fmla="*/ 9450 h 40126"/>
                <a:gd name="csX64" fmla="*/ 17401 w 48826"/>
                <a:gd name="csY64" fmla="*/ 6938 h 40126"/>
                <a:gd name="csX65" fmla="*/ 8888 w 48826"/>
                <a:gd name="csY65" fmla="*/ 5550 h 40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8826" h="40126">
                  <a:moveTo>
                    <a:pt x="12263" y="0"/>
                  </a:moveTo>
                  <a:cubicBezTo>
                    <a:pt x="15913" y="0"/>
                    <a:pt x="19501" y="925"/>
                    <a:pt x="23026" y="2776"/>
                  </a:cubicBezTo>
                  <a:cubicBezTo>
                    <a:pt x="26551" y="4600"/>
                    <a:pt x="29401" y="6950"/>
                    <a:pt x="31576" y="9825"/>
                  </a:cubicBezTo>
                  <a:cubicBezTo>
                    <a:pt x="33726" y="12701"/>
                    <a:pt x="34801" y="15601"/>
                    <a:pt x="34801" y="18525"/>
                  </a:cubicBezTo>
                  <a:cubicBezTo>
                    <a:pt x="34801" y="20276"/>
                    <a:pt x="34326" y="21738"/>
                    <a:pt x="33376" y="22913"/>
                  </a:cubicBezTo>
                  <a:cubicBezTo>
                    <a:pt x="32401" y="24063"/>
                    <a:pt x="31226" y="24951"/>
                    <a:pt x="29851" y="25576"/>
                  </a:cubicBezTo>
                  <a:cubicBezTo>
                    <a:pt x="31551" y="26051"/>
                    <a:pt x="34439" y="26801"/>
                    <a:pt x="38514" y="27826"/>
                  </a:cubicBezTo>
                  <a:cubicBezTo>
                    <a:pt x="42589" y="28851"/>
                    <a:pt x="44827" y="29364"/>
                    <a:pt x="45227" y="29364"/>
                  </a:cubicBezTo>
                  <a:cubicBezTo>
                    <a:pt x="45452" y="29364"/>
                    <a:pt x="45614" y="29339"/>
                    <a:pt x="45714" y="29289"/>
                  </a:cubicBezTo>
                  <a:cubicBezTo>
                    <a:pt x="45814" y="29238"/>
                    <a:pt x="45927" y="29101"/>
                    <a:pt x="46052" y="28876"/>
                  </a:cubicBezTo>
                  <a:cubicBezTo>
                    <a:pt x="46202" y="28651"/>
                    <a:pt x="46302" y="28263"/>
                    <a:pt x="46352" y="27713"/>
                  </a:cubicBezTo>
                  <a:cubicBezTo>
                    <a:pt x="46427" y="27163"/>
                    <a:pt x="46464" y="26426"/>
                    <a:pt x="46464" y="25501"/>
                  </a:cubicBezTo>
                  <a:cubicBezTo>
                    <a:pt x="46464" y="25026"/>
                    <a:pt x="46464" y="24701"/>
                    <a:pt x="46464" y="24526"/>
                  </a:cubicBezTo>
                  <a:cubicBezTo>
                    <a:pt x="46489" y="24326"/>
                    <a:pt x="46564" y="24138"/>
                    <a:pt x="46689" y="23963"/>
                  </a:cubicBezTo>
                  <a:cubicBezTo>
                    <a:pt x="46814" y="23763"/>
                    <a:pt x="47014" y="23663"/>
                    <a:pt x="47289" y="23663"/>
                  </a:cubicBezTo>
                  <a:cubicBezTo>
                    <a:pt x="48314" y="23663"/>
                    <a:pt x="48826" y="24126"/>
                    <a:pt x="48826" y="25051"/>
                  </a:cubicBezTo>
                  <a:cubicBezTo>
                    <a:pt x="48826" y="25876"/>
                    <a:pt x="48789" y="27138"/>
                    <a:pt x="48714" y="28839"/>
                  </a:cubicBezTo>
                  <a:cubicBezTo>
                    <a:pt x="48639" y="30539"/>
                    <a:pt x="48601" y="31814"/>
                    <a:pt x="48601" y="32664"/>
                  </a:cubicBezTo>
                  <a:cubicBezTo>
                    <a:pt x="48601" y="33388"/>
                    <a:pt x="48639" y="34476"/>
                    <a:pt x="48714" y="35926"/>
                  </a:cubicBezTo>
                  <a:cubicBezTo>
                    <a:pt x="48789" y="37376"/>
                    <a:pt x="48826" y="38439"/>
                    <a:pt x="48826" y="39114"/>
                  </a:cubicBezTo>
                  <a:cubicBezTo>
                    <a:pt x="48826" y="39789"/>
                    <a:pt x="48526" y="40126"/>
                    <a:pt x="47927" y="40126"/>
                  </a:cubicBezTo>
                  <a:cubicBezTo>
                    <a:pt x="47577" y="40126"/>
                    <a:pt x="47289" y="40076"/>
                    <a:pt x="47064" y="39977"/>
                  </a:cubicBezTo>
                  <a:cubicBezTo>
                    <a:pt x="46864" y="39901"/>
                    <a:pt x="46714" y="39764"/>
                    <a:pt x="46614" y="39564"/>
                  </a:cubicBezTo>
                  <a:cubicBezTo>
                    <a:pt x="46539" y="39364"/>
                    <a:pt x="46489" y="39177"/>
                    <a:pt x="46464" y="39002"/>
                  </a:cubicBezTo>
                  <a:cubicBezTo>
                    <a:pt x="46464" y="38852"/>
                    <a:pt x="46464" y="38627"/>
                    <a:pt x="46464" y="38327"/>
                  </a:cubicBezTo>
                  <a:cubicBezTo>
                    <a:pt x="46464" y="37177"/>
                    <a:pt x="46364" y="36352"/>
                    <a:pt x="46164" y="35851"/>
                  </a:cubicBezTo>
                  <a:cubicBezTo>
                    <a:pt x="45989" y="35351"/>
                    <a:pt x="45714" y="35014"/>
                    <a:pt x="45339" y="34839"/>
                  </a:cubicBezTo>
                  <a:cubicBezTo>
                    <a:pt x="44989" y="34639"/>
                    <a:pt x="44314" y="34426"/>
                    <a:pt x="43314" y="34202"/>
                  </a:cubicBezTo>
                  <a:lnTo>
                    <a:pt x="9113" y="25576"/>
                  </a:lnTo>
                  <a:cubicBezTo>
                    <a:pt x="7588" y="25226"/>
                    <a:pt x="6288" y="25051"/>
                    <a:pt x="5213" y="25051"/>
                  </a:cubicBezTo>
                  <a:cubicBezTo>
                    <a:pt x="3863" y="25051"/>
                    <a:pt x="2938" y="25263"/>
                    <a:pt x="2438" y="25689"/>
                  </a:cubicBezTo>
                  <a:cubicBezTo>
                    <a:pt x="1938" y="26113"/>
                    <a:pt x="1688" y="26701"/>
                    <a:pt x="1688" y="27451"/>
                  </a:cubicBezTo>
                  <a:cubicBezTo>
                    <a:pt x="1688" y="28751"/>
                    <a:pt x="2463" y="29826"/>
                    <a:pt x="4013" y="30676"/>
                  </a:cubicBezTo>
                  <a:cubicBezTo>
                    <a:pt x="5563" y="31526"/>
                    <a:pt x="7838" y="32314"/>
                    <a:pt x="10838" y="33038"/>
                  </a:cubicBezTo>
                  <a:cubicBezTo>
                    <a:pt x="11663" y="33264"/>
                    <a:pt x="12163" y="33451"/>
                    <a:pt x="12338" y="33601"/>
                  </a:cubicBezTo>
                  <a:cubicBezTo>
                    <a:pt x="12513" y="33726"/>
                    <a:pt x="12600" y="33976"/>
                    <a:pt x="12600" y="34351"/>
                  </a:cubicBezTo>
                  <a:cubicBezTo>
                    <a:pt x="12575" y="34976"/>
                    <a:pt x="12313" y="35289"/>
                    <a:pt x="11813" y="35289"/>
                  </a:cubicBezTo>
                  <a:cubicBezTo>
                    <a:pt x="11688" y="35289"/>
                    <a:pt x="11225" y="35189"/>
                    <a:pt x="10425" y="34988"/>
                  </a:cubicBezTo>
                  <a:cubicBezTo>
                    <a:pt x="9600" y="34789"/>
                    <a:pt x="8588" y="34501"/>
                    <a:pt x="7388" y="34126"/>
                  </a:cubicBezTo>
                  <a:cubicBezTo>
                    <a:pt x="6163" y="33726"/>
                    <a:pt x="5163" y="33313"/>
                    <a:pt x="4388" y="32889"/>
                  </a:cubicBezTo>
                  <a:cubicBezTo>
                    <a:pt x="3863" y="32639"/>
                    <a:pt x="3425" y="32401"/>
                    <a:pt x="3075" y="32176"/>
                  </a:cubicBezTo>
                  <a:cubicBezTo>
                    <a:pt x="2725" y="31951"/>
                    <a:pt x="2275" y="31613"/>
                    <a:pt x="1725" y="31164"/>
                  </a:cubicBezTo>
                  <a:cubicBezTo>
                    <a:pt x="1175" y="30689"/>
                    <a:pt x="750" y="30113"/>
                    <a:pt x="450" y="29438"/>
                  </a:cubicBezTo>
                  <a:cubicBezTo>
                    <a:pt x="150" y="28763"/>
                    <a:pt x="0" y="28013"/>
                    <a:pt x="0" y="27189"/>
                  </a:cubicBezTo>
                  <a:cubicBezTo>
                    <a:pt x="0" y="25588"/>
                    <a:pt x="475" y="24126"/>
                    <a:pt x="1425" y="22801"/>
                  </a:cubicBezTo>
                  <a:cubicBezTo>
                    <a:pt x="2375" y="21476"/>
                    <a:pt x="3813" y="20638"/>
                    <a:pt x="5738" y="20288"/>
                  </a:cubicBezTo>
                  <a:cubicBezTo>
                    <a:pt x="4063" y="18863"/>
                    <a:pt x="2688" y="17276"/>
                    <a:pt x="1613" y="15526"/>
                  </a:cubicBezTo>
                  <a:cubicBezTo>
                    <a:pt x="538" y="13776"/>
                    <a:pt x="0" y="12013"/>
                    <a:pt x="0" y="10238"/>
                  </a:cubicBezTo>
                  <a:cubicBezTo>
                    <a:pt x="0" y="7288"/>
                    <a:pt x="1150" y="4850"/>
                    <a:pt x="3450" y="2925"/>
                  </a:cubicBezTo>
                  <a:cubicBezTo>
                    <a:pt x="5725" y="975"/>
                    <a:pt x="8663" y="0"/>
                    <a:pt x="12263" y="0"/>
                  </a:cubicBezTo>
                  <a:moveTo>
                    <a:pt x="8888" y="5550"/>
                  </a:moveTo>
                  <a:cubicBezTo>
                    <a:pt x="6613" y="5550"/>
                    <a:pt x="4850" y="5988"/>
                    <a:pt x="3600" y="6863"/>
                  </a:cubicBezTo>
                  <a:cubicBezTo>
                    <a:pt x="2325" y="7713"/>
                    <a:pt x="1688" y="8913"/>
                    <a:pt x="1688" y="10463"/>
                  </a:cubicBezTo>
                  <a:cubicBezTo>
                    <a:pt x="1688" y="12388"/>
                    <a:pt x="2663" y="14463"/>
                    <a:pt x="4613" y="16688"/>
                  </a:cubicBezTo>
                  <a:cubicBezTo>
                    <a:pt x="6463" y="18888"/>
                    <a:pt x="8250" y="20213"/>
                    <a:pt x="9975" y="20664"/>
                  </a:cubicBezTo>
                  <a:lnTo>
                    <a:pt x="25013" y="24451"/>
                  </a:lnTo>
                  <a:lnTo>
                    <a:pt x="26251" y="24676"/>
                  </a:lnTo>
                  <a:cubicBezTo>
                    <a:pt x="26401" y="24676"/>
                    <a:pt x="26701" y="24638"/>
                    <a:pt x="27151" y="24563"/>
                  </a:cubicBezTo>
                  <a:cubicBezTo>
                    <a:pt x="27576" y="24463"/>
                    <a:pt x="28139" y="24276"/>
                    <a:pt x="28839" y="24001"/>
                  </a:cubicBezTo>
                  <a:cubicBezTo>
                    <a:pt x="29539" y="23701"/>
                    <a:pt x="30201" y="23351"/>
                    <a:pt x="30826" y="22951"/>
                  </a:cubicBezTo>
                  <a:cubicBezTo>
                    <a:pt x="31426" y="22526"/>
                    <a:pt x="31951" y="21938"/>
                    <a:pt x="32401" y="21188"/>
                  </a:cubicBezTo>
                  <a:cubicBezTo>
                    <a:pt x="32851" y="20413"/>
                    <a:pt x="33076" y="19551"/>
                    <a:pt x="33076" y="18601"/>
                  </a:cubicBezTo>
                  <a:cubicBezTo>
                    <a:pt x="33076" y="17076"/>
                    <a:pt x="32401" y="15488"/>
                    <a:pt x="31051" y="13838"/>
                  </a:cubicBezTo>
                  <a:cubicBezTo>
                    <a:pt x="29701" y="12163"/>
                    <a:pt x="27751" y="10700"/>
                    <a:pt x="25201" y="9450"/>
                  </a:cubicBezTo>
                  <a:cubicBezTo>
                    <a:pt x="23551" y="8675"/>
                    <a:pt x="20951" y="7838"/>
                    <a:pt x="17401" y="6938"/>
                  </a:cubicBezTo>
                  <a:cubicBezTo>
                    <a:pt x="13826" y="6013"/>
                    <a:pt x="10988" y="5550"/>
                    <a:pt x="8888" y="555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9" name="Freeform 3128">
              <a:extLst>
                <a:ext uri="{FF2B5EF4-FFF2-40B4-BE49-F238E27FC236}">
                  <a16:creationId xmlns:a16="http://schemas.microsoft.com/office/drawing/2014/main" id="{0C66AFA5-411A-1DF8-1965-198776FCDE13}"/>
                </a:ext>
              </a:extLst>
            </p:cNvPr>
            <p:cNvSpPr/>
            <p:nvPr/>
          </p:nvSpPr>
          <p:spPr>
            <a:xfrm>
              <a:off x="7090292" y="3015013"/>
              <a:ext cx="76803" cy="17812"/>
            </a:xfrm>
            <a:custGeom>
              <a:avLst/>
              <a:gdLst>
                <a:gd name="csX0" fmla="*/ 38401 w 76803"/>
                <a:gd name="csY0" fmla="*/ 17813 h 17812"/>
                <a:gd name="csX1" fmla="*/ 14963 w 76803"/>
                <a:gd name="csY1" fmla="*/ 12975 h 17812"/>
                <a:gd name="csX2" fmla="*/ 6900 w 76803"/>
                <a:gd name="csY2" fmla="*/ 8025 h 17812"/>
                <a:gd name="csX3" fmla="*/ 1613 w 76803"/>
                <a:gd name="csY3" fmla="*/ 3225 h 17812"/>
                <a:gd name="csX4" fmla="*/ 0 w 76803"/>
                <a:gd name="csY4" fmla="*/ 787 h 17812"/>
                <a:gd name="csX5" fmla="*/ 750 w 76803"/>
                <a:gd name="csY5" fmla="*/ 0 h 17812"/>
                <a:gd name="csX6" fmla="*/ 2063 w 76803"/>
                <a:gd name="csY6" fmla="*/ 1012 h 17812"/>
                <a:gd name="csX7" fmla="*/ 38401 w 76803"/>
                <a:gd name="csY7" fmla="*/ 13350 h 17812"/>
                <a:gd name="csX8" fmla="*/ 74328 w 76803"/>
                <a:gd name="csY8" fmla="*/ 1312 h 17812"/>
                <a:gd name="csX9" fmla="*/ 76053 w 76803"/>
                <a:gd name="csY9" fmla="*/ 0 h 17812"/>
                <a:gd name="csX10" fmla="*/ 76803 w 76803"/>
                <a:gd name="csY10" fmla="*/ 787 h 17812"/>
                <a:gd name="csX11" fmla="*/ 75265 w 76803"/>
                <a:gd name="csY11" fmla="*/ 3150 h 17812"/>
                <a:gd name="csX12" fmla="*/ 70202 w 76803"/>
                <a:gd name="csY12" fmla="*/ 7837 h 17812"/>
                <a:gd name="csX13" fmla="*/ 62365 w 76803"/>
                <a:gd name="csY13" fmla="*/ 12750 h 17812"/>
                <a:gd name="csX14" fmla="*/ 38401 w 76803"/>
                <a:gd name="csY14" fmla="*/ 17813 h 17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803" h="17812">
                  <a:moveTo>
                    <a:pt x="38401" y="17813"/>
                  </a:moveTo>
                  <a:cubicBezTo>
                    <a:pt x="29751" y="17813"/>
                    <a:pt x="21938" y="16200"/>
                    <a:pt x="14963" y="12975"/>
                  </a:cubicBezTo>
                  <a:cubicBezTo>
                    <a:pt x="12038" y="11600"/>
                    <a:pt x="9350" y="9950"/>
                    <a:pt x="6900" y="8025"/>
                  </a:cubicBezTo>
                  <a:cubicBezTo>
                    <a:pt x="4450" y="6100"/>
                    <a:pt x="2688" y="4500"/>
                    <a:pt x="1613" y="3225"/>
                  </a:cubicBezTo>
                  <a:cubicBezTo>
                    <a:pt x="538" y="1950"/>
                    <a:pt x="0" y="1137"/>
                    <a:pt x="0" y="787"/>
                  </a:cubicBezTo>
                  <a:cubicBezTo>
                    <a:pt x="0" y="287"/>
                    <a:pt x="250" y="25"/>
                    <a:pt x="750" y="0"/>
                  </a:cubicBezTo>
                  <a:cubicBezTo>
                    <a:pt x="1000" y="0"/>
                    <a:pt x="1438" y="337"/>
                    <a:pt x="2063" y="1012"/>
                  </a:cubicBezTo>
                  <a:cubicBezTo>
                    <a:pt x="10463" y="9262"/>
                    <a:pt x="22576" y="13375"/>
                    <a:pt x="38401" y="13350"/>
                  </a:cubicBezTo>
                  <a:cubicBezTo>
                    <a:pt x="54277" y="13350"/>
                    <a:pt x="66252" y="9337"/>
                    <a:pt x="74328" y="1312"/>
                  </a:cubicBezTo>
                  <a:cubicBezTo>
                    <a:pt x="75202" y="437"/>
                    <a:pt x="75778" y="0"/>
                    <a:pt x="76053" y="0"/>
                  </a:cubicBezTo>
                  <a:cubicBezTo>
                    <a:pt x="76553" y="0"/>
                    <a:pt x="76803" y="262"/>
                    <a:pt x="76803" y="787"/>
                  </a:cubicBezTo>
                  <a:cubicBezTo>
                    <a:pt x="76803" y="1137"/>
                    <a:pt x="76290" y="1925"/>
                    <a:pt x="75265" y="3150"/>
                  </a:cubicBezTo>
                  <a:cubicBezTo>
                    <a:pt x="74240" y="4375"/>
                    <a:pt x="72552" y="5937"/>
                    <a:pt x="70202" y="7837"/>
                  </a:cubicBezTo>
                  <a:cubicBezTo>
                    <a:pt x="67852" y="9737"/>
                    <a:pt x="65240" y="11375"/>
                    <a:pt x="62365" y="12750"/>
                  </a:cubicBezTo>
                  <a:cubicBezTo>
                    <a:pt x="55389" y="16125"/>
                    <a:pt x="47402" y="17813"/>
                    <a:pt x="38401" y="17813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0" name="Freeform 3129">
              <a:extLst>
                <a:ext uri="{FF2B5EF4-FFF2-40B4-BE49-F238E27FC236}">
                  <a16:creationId xmlns:a16="http://schemas.microsoft.com/office/drawing/2014/main" id="{480343F2-0952-9C4C-A652-3CF93580B3FB}"/>
                </a:ext>
              </a:extLst>
            </p:cNvPr>
            <p:cNvSpPr/>
            <p:nvPr/>
          </p:nvSpPr>
          <p:spPr>
            <a:xfrm>
              <a:off x="7113955" y="2970926"/>
              <a:ext cx="34801" cy="38251"/>
            </a:xfrm>
            <a:custGeom>
              <a:avLst/>
              <a:gdLst>
                <a:gd name="csX0" fmla="*/ 5063 w 34801"/>
                <a:gd name="csY0" fmla="*/ 0 h 38251"/>
                <a:gd name="csX1" fmla="*/ 8363 w 34801"/>
                <a:gd name="csY1" fmla="*/ 1313 h 38251"/>
                <a:gd name="csX2" fmla="*/ 9525 w 34801"/>
                <a:gd name="csY2" fmla="*/ 4125 h 38251"/>
                <a:gd name="csX3" fmla="*/ 8700 w 34801"/>
                <a:gd name="csY3" fmla="*/ 6300 h 38251"/>
                <a:gd name="csX4" fmla="*/ 6825 w 34801"/>
                <a:gd name="csY4" fmla="*/ 7050 h 38251"/>
                <a:gd name="csX5" fmla="*/ 4163 w 34801"/>
                <a:gd name="csY5" fmla="*/ 6000 h 38251"/>
                <a:gd name="csX6" fmla="*/ 2663 w 34801"/>
                <a:gd name="csY6" fmla="*/ 3375 h 38251"/>
                <a:gd name="csX7" fmla="*/ 1688 w 34801"/>
                <a:gd name="csY7" fmla="*/ 7200 h 38251"/>
                <a:gd name="csX8" fmla="*/ 2475 w 34801"/>
                <a:gd name="csY8" fmla="*/ 10013 h 38251"/>
                <a:gd name="csX9" fmla="*/ 4275 w 34801"/>
                <a:gd name="csY9" fmla="*/ 12075 h 38251"/>
                <a:gd name="csX10" fmla="*/ 6750 w 34801"/>
                <a:gd name="csY10" fmla="*/ 13500 h 38251"/>
                <a:gd name="csX11" fmla="*/ 9038 w 34801"/>
                <a:gd name="csY11" fmla="*/ 14400 h 38251"/>
                <a:gd name="csX12" fmla="*/ 10763 w 34801"/>
                <a:gd name="csY12" fmla="*/ 14813 h 38251"/>
                <a:gd name="csX13" fmla="*/ 21263 w 34801"/>
                <a:gd name="csY13" fmla="*/ 17438 h 38251"/>
                <a:gd name="csX14" fmla="*/ 28014 w 34801"/>
                <a:gd name="csY14" fmla="*/ 18713 h 38251"/>
                <a:gd name="csX15" fmla="*/ 31651 w 34801"/>
                <a:gd name="csY15" fmla="*/ 17663 h 38251"/>
                <a:gd name="csX16" fmla="*/ 33076 w 34801"/>
                <a:gd name="csY16" fmla="*/ 14513 h 38251"/>
                <a:gd name="csX17" fmla="*/ 32851 w 34801"/>
                <a:gd name="csY17" fmla="*/ 12750 h 38251"/>
                <a:gd name="csX18" fmla="*/ 31914 w 34801"/>
                <a:gd name="csY18" fmla="*/ 10613 h 38251"/>
                <a:gd name="csX19" fmla="*/ 30151 w 34801"/>
                <a:gd name="csY19" fmla="*/ 8288 h 38251"/>
                <a:gd name="csX20" fmla="*/ 27226 w 34801"/>
                <a:gd name="csY20" fmla="*/ 6075 h 38251"/>
                <a:gd name="csX21" fmla="*/ 23026 w 34801"/>
                <a:gd name="csY21" fmla="*/ 4275 h 38251"/>
                <a:gd name="csX22" fmla="*/ 22201 w 34801"/>
                <a:gd name="csY22" fmla="*/ 3300 h 38251"/>
                <a:gd name="csX23" fmla="*/ 22951 w 34801"/>
                <a:gd name="csY23" fmla="*/ 2362 h 38251"/>
                <a:gd name="csX24" fmla="*/ 24938 w 34801"/>
                <a:gd name="csY24" fmla="*/ 2888 h 38251"/>
                <a:gd name="csX25" fmla="*/ 27976 w 34801"/>
                <a:gd name="csY25" fmla="*/ 4463 h 38251"/>
                <a:gd name="csX26" fmla="*/ 31201 w 34801"/>
                <a:gd name="csY26" fmla="*/ 6900 h 38251"/>
                <a:gd name="csX27" fmla="*/ 33751 w 34801"/>
                <a:gd name="csY27" fmla="*/ 10350 h 38251"/>
                <a:gd name="csX28" fmla="*/ 34801 w 34801"/>
                <a:gd name="csY28" fmla="*/ 14663 h 38251"/>
                <a:gd name="csX29" fmla="*/ 33076 w 34801"/>
                <a:gd name="csY29" fmla="*/ 20026 h 38251"/>
                <a:gd name="csX30" fmla="*/ 28951 w 34801"/>
                <a:gd name="csY30" fmla="*/ 22951 h 38251"/>
                <a:gd name="csX31" fmla="*/ 29739 w 34801"/>
                <a:gd name="csY31" fmla="*/ 23401 h 38251"/>
                <a:gd name="csX32" fmla="*/ 31201 w 34801"/>
                <a:gd name="csY32" fmla="*/ 24451 h 38251"/>
                <a:gd name="csX33" fmla="*/ 32926 w 34801"/>
                <a:gd name="csY33" fmla="*/ 26063 h 38251"/>
                <a:gd name="csX34" fmla="*/ 34201 w 34801"/>
                <a:gd name="csY34" fmla="*/ 28276 h 38251"/>
                <a:gd name="csX35" fmla="*/ 34801 w 34801"/>
                <a:gd name="csY35" fmla="*/ 31014 h 38251"/>
                <a:gd name="csX36" fmla="*/ 34276 w 34801"/>
                <a:gd name="csY36" fmla="*/ 34426 h 38251"/>
                <a:gd name="csX37" fmla="*/ 32551 w 34801"/>
                <a:gd name="csY37" fmla="*/ 37126 h 38251"/>
                <a:gd name="csX38" fmla="*/ 29701 w 34801"/>
                <a:gd name="csY38" fmla="*/ 38251 h 38251"/>
                <a:gd name="csX39" fmla="*/ 26588 w 34801"/>
                <a:gd name="csY39" fmla="*/ 37014 h 38251"/>
                <a:gd name="csX40" fmla="*/ 25276 w 34801"/>
                <a:gd name="csY40" fmla="*/ 34013 h 38251"/>
                <a:gd name="csX41" fmla="*/ 25913 w 34801"/>
                <a:gd name="csY41" fmla="*/ 32063 h 38251"/>
                <a:gd name="csX42" fmla="*/ 27939 w 34801"/>
                <a:gd name="csY42" fmla="*/ 31163 h 38251"/>
                <a:gd name="csX43" fmla="*/ 30639 w 34801"/>
                <a:gd name="csY43" fmla="*/ 32214 h 38251"/>
                <a:gd name="csX44" fmla="*/ 32101 w 34801"/>
                <a:gd name="csY44" fmla="*/ 34763 h 38251"/>
                <a:gd name="csX45" fmla="*/ 33076 w 34801"/>
                <a:gd name="csY45" fmla="*/ 30938 h 38251"/>
                <a:gd name="csX46" fmla="*/ 30901 w 34801"/>
                <a:gd name="csY46" fmla="*/ 26513 h 38251"/>
                <a:gd name="csX47" fmla="*/ 25088 w 34801"/>
                <a:gd name="csY47" fmla="*/ 23626 h 38251"/>
                <a:gd name="csX48" fmla="*/ 12450 w 34801"/>
                <a:gd name="csY48" fmla="*/ 20401 h 38251"/>
                <a:gd name="csX49" fmla="*/ 6825 w 34801"/>
                <a:gd name="csY49" fmla="*/ 19500 h 38251"/>
                <a:gd name="csX50" fmla="*/ 4163 w 34801"/>
                <a:gd name="csY50" fmla="*/ 19913 h 38251"/>
                <a:gd name="csX51" fmla="*/ 2588 w 34801"/>
                <a:gd name="csY51" fmla="*/ 21038 h 38251"/>
                <a:gd name="csX52" fmla="*/ 1875 w 34801"/>
                <a:gd name="csY52" fmla="*/ 22351 h 38251"/>
                <a:gd name="csX53" fmla="*/ 1688 w 34801"/>
                <a:gd name="csY53" fmla="*/ 23626 h 38251"/>
                <a:gd name="csX54" fmla="*/ 2138 w 34801"/>
                <a:gd name="csY54" fmla="*/ 26026 h 38251"/>
                <a:gd name="csX55" fmla="*/ 3638 w 34801"/>
                <a:gd name="csY55" fmla="*/ 28763 h 38251"/>
                <a:gd name="csX56" fmla="*/ 6750 w 34801"/>
                <a:gd name="csY56" fmla="*/ 31613 h 38251"/>
                <a:gd name="csX57" fmla="*/ 11738 w 34801"/>
                <a:gd name="csY57" fmla="*/ 33939 h 38251"/>
                <a:gd name="csX58" fmla="*/ 12600 w 34801"/>
                <a:gd name="csY58" fmla="*/ 34951 h 38251"/>
                <a:gd name="csX59" fmla="*/ 11813 w 34801"/>
                <a:gd name="csY59" fmla="*/ 35851 h 38251"/>
                <a:gd name="csX60" fmla="*/ 9863 w 34801"/>
                <a:gd name="csY60" fmla="*/ 35364 h 38251"/>
                <a:gd name="csX61" fmla="*/ 6825 w 34801"/>
                <a:gd name="csY61" fmla="*/ 33788 h 38251"/>
                <a:gd name="csX62" fmla="*/ 3638 w 34801"/>
                <a:gd name="csY62" fmla="*/ 31313 h 38251"/>
                <a:gd name="csX63" fmla="*/ 1050 w 34801"/>
                <a:gd name="csY63" fmla="*/ 27826 h 38251"/>
                <a:gd name="csX64" fmla="*/ 0 w 34801"/>
                <a:gd name="csY64" fmla="*/ 23476 h 38251"/>
                <a:gd name="csX65" fmla="*/ 225 w 34801"/>
                <a:gd name="csY65" fmla="*/ 21488 h 38251"/>
                <a:gd name="csX66" fmla="*/ 975 w 34801"/>
                <a:gd name="csY66" fmla="*/ 19275 h 38251"/>
                <a:gd name="csX67" fmla="*/ 2775 w 34801"/>
                <a:gd name="csY67" fmla="*/ 16951 h 38251"/>
                <a:gd name="csX68" fmla="*/ 5813 w 34801"/>
                <a:gd name="csY68" fmla="*/ 15188 h 38251"/>
                <a:gd name="csX69" fmla="*/ 4125 w 34801"/>
                <a:gd name="csY69" fmla="*/ 14138 h 38251"/>
                <a:gd name="csX70" fmla="*/ 2288 w 34801"/>
                <a:gd name="csY70" fmla="*/ 12525 h 38251"/>
                <a:gd name="csX71" fmla="*/ 638 w 34801"/>
                <a:gd name="csY71" fmla="*/ 10125 h 38251"/>
                <a:gd name="csX72" fmla="*/ 0 w 34801"/>
                <a:gd name="csY72" fmla="*/ 7126 h 38251"/>
                <a:gd name="csX73" fmla="*/ 413 w 34801"/>
                <a:gd name="csY73" fmla="*/ 4088 h 38251"/>
                <a:gd name="csX74" fmla="*/ 2025 w 34801"/>
                <a:gd name="csY74" fmla="*/ 1313 h 38251"/>
                <a:gd name="csX75" fmla="*/ 5063 w 34801"/>
                <a:gd name="csY75" fmla="*/ 0 h 38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4801" h="38251">
                  <a:moveTo>
                    <a:pt x="5063" y="0"/>
                  </a:moveTo>
                  <a:cubicBezTo>
                    <a:pt x="6463" y="0"/>
                    <a:pt x="7563" y="438"/>
                    <a:pt x="8363" y="1313"/>
                  </a:cubicBezTo>
                  <a:cubicBezTo>
                    <a:pt x="9138" y="2188"/>
                    <a:pt x="9525" y="3125"/>
                    <a:pt x="9525" y="4125"/>
                  </a:cubicBezTo>
                  <a:cubicBezTo>
                    <a:pt x="9525" y="5075"/>
                    <a:pt x="9250" y="5800"/>
                    <a:pt x="8700" y="6300"/>
                  </a:cubicBezTo>
                  <a:cubicBezTo>
                    <a:pt x="8150" y="6800"/>
                    <a:pt x="7525" y="7050"/>
                    <a:pt x="6825" y="7050"/>
                  </a:cubicBezTo>
                  <a:cubicBezTo>
                    <a:pt x="5875" y="7050"/>
                    <a:pt x="4988" y="6700"/>
                    <a:pt x="4163" y="6000"/>
                  </a:cubicBezTo>
                  <a:cubicBezTo>
                    <a:pt x="3338" y="5300"/>
                    <a:pt x="2838" y="4425"/>
                    <a:pt x="2663" y="3375"/>
                  </a:cubicBezTo>
                  <a:cubicBezTo>
                    <a:pt x="2013" y="4400"/>
                    <a:pt x="1688" y="5675"/>
                    <a:pt x="1688" y="7200"/>
                  </a:cubicBezTo>
                  <a:cubicBezTo>
                    <a:pt x="1688" y="8200"/>
                    <a:pt x="1950" y="9138"/>
                    <a:pt x="2475" y="10013"/>
                  </a:cubicBezTo>
                  <a:cubicBezTo>
                    <a:pt x="3000" y="10863"/>
                    <a:pt x="3600" y="11550"/>
                    <a:pt x="4275" y="12075"/>
                  </a:cubicBezTo>
                  <a:cubicBezTo>
                    <a:pt x="4950" y="12575"/>
                    <a:pt x="5775" y="13050"/>
                    <a:pt x="6750" y="13500"/>
                  </a:cubicBezTo>
                  <a:cubicBezTo>
                    <a:pt x="7700" y="13926"/>
                    <a:pt x="8463" y="14226"/>
                    <a:pt x="9038" y="14400"/>
                  </a:cubicBezTo>
                  <a:cubicBezTo>
                    <a:pt x="9588" y="14550"/>
                    <a:pt x="10163" y="14688"/>
                    <a:pt x="10763" y="14813"/>
                  </a:cubicBezTo>
                  <a:lnTo>
                    <a:pt x="21263" y="17438"/>
                  </a:lnTo>
                  <a:cubicBezTo>
                    <a:pt x="24588" y="18288"/>
                    <a:pt x="26838" y="18713"/>
                    <a:pt x="28014" y="18713"/>
                  </a:cubicBezTo>
                  <a:cubicBezTo>
                    <a:pt x="29464" y="18713"/>
                    <a:pt x="30676" y="18363"/>
                    <a:pt x="31651" y="17663"/>
                  </a:cubicBezTo>
                  <a:cubicBezTo>
                    <a:pt x="32601" y="16963"/>
                    <a:pt x="33076" y="15913"/>
                    <a:pt x="33076" y="14513"/>
                  </a:cubicBezTo>
                  <a:cubicBezTo>
                    <a:pt x="33076" y="13963"/>
                    <a:pt x="33001" y="13375"/>
                    <a:pt x="32851" y="12750"/>
                  </a:cubicBezTo>
                  <a:cubicBezTo>
                    <a:pt x="32676" y="12125"/>
                    <a:pt x="32364" y="11413"/>
                    <a:pt x="31914" y="10613"/>
                  </a:cubicBezTo>
                  <a:cubicBezTo>
                    <a:pt x="31439" y="9788"/>
                    <a:pt x="30851" y="9013"/>
                    <a:pt x="30151" y="8288"/>
                  </a:cubicBezTo>
                  <a:cubicBezTo>
                    <a:pt x="29426" y="7538"/>
                    <a:pt x="28451" y="6800"/>
                    <a:pt x="27226" y="6075"/>
                  </a:cubicBezTo>
                  <a:cubicBezTo>
                    <a:pt x="26001" y="5350"/>
                    <a:pt x="24601" y="4750"/>
                    <a:pt x="23026" y="4275"/>
                  </a:cubicBezTo>
                  <a:cubicBezTo>
                    <a:pt x="22476" y="4125"/>
                    <a:pt x="22201" y="3800"/>
                    <a:pt x="22201" y="3300"/>
                  </a:cubicBezTo>
                  <a:cubicBezTo>
                    <a:pt x="22201" y="2675"/>
                    <a:pt x="22451" y="2362"/>
                    <a:pt x="22951" y="2362"/>
                  </a:cubicBezTo>
                  <a:cubicBezTo>
                    <a:pt x="23376" y="2362"/>
                    <a:pt x="24038" y="2537"/>
                    <a:pt x="24938" y="2888"/>
                  </a:cubicBezTo>
                  <a:cubicBezTo>
                    <a:pt x="25813" y="3213"/>
                    <a:pt x="26826" y="3738"/>
                    <a:pt x="27976" y="4463"/>
                  </a:cubicBezTo>
                  <a:cubicBezTo>
                    <a:pt x="29101" y="5163"/>
                    <a:pt x="30176" y="5975"/>
                    <a:pt x="31201" y="6900"/>
                  </a:cubicBezTo>
                  <a:cubicBezTo>
                    <a:pt x="32201" y="7825"/>
                    <a:pt x="33051" y="8975"/>
                    <a:pt x="33751" y="10350"/>
                  </a:cubicBezTo>
                  <a:cubicBezTo>
                    <a:pt x="34451" y="11726"/>
                    <a:pt x="34801" y="13163"/>
                    <a:pt x="34801" y="14663"/>
                  </a:cubicBezTo>
                  <a:cubicBezTo>
                    <a:pt x="34801" y="16813"/>
                    <a:pt x="34226" y="18601"/>
                    <a:pt x="33076" y="20026"/>
                  </a:cubicBezTo>
                  <a:cubicBezTo>
                    <a:pt x="31926" y="21450"/>
                    <a:pt x="30551" y="22426"/>
                    <a:pt x="28951" y="22951"/>
                  </a:cubicBezTo>
                  <a:cubicBezTo>
                    <a:pt x="29176" y="23076"/>
                    <a:pt x="29439" y="23226"/>
                    <a:pt x="29739" y="23401"/>
                  </a:cubicBezTo>
                  <a:cubicBezTo>
                    <a:pt x="30039" y="23576"/>
                    <a:pt x="30526" y="23926"/>
                    <a:pt x="31201" y="24451"/>
                  </a:cubicBezTo>
                  <a:cubicBezTo>
                    <a:pt x="31851" y="24951"/>
                    <a:pt x="32426" y="25488"/>
                    <a:pt x="32926" y="26063"/>
                  </a:cubicBezTo>
                  <a:cubicBezTo>
                    <a:pt x="33401" y="26639"/>
                    <a:pt x="33826" y="27376"/>
                    <a:pt x="34201" y="28276"/>
                  </a:cubicBezTo>
                  <a:cubicBezTo>
                    <a:pt x="34601" y="29151"/>
                    <a:pt x="34801" y="30064"/>
                    <a:pt x="34801" y="31014"/>
                  </a:cubicBezTo>
                  <a:cubicBezTo>
                    <a:pt x="34801" y="32213"/>
                    <a:pt x="34626" y="33351"/>
                    <a:pt x="34276" y="34426"/>
                  </a:cubicBezTo>
                  <a:cubicBezTo>
                    <a:pt x="33926" y="35476"/>
                    <a:pt x="33351" y="36376"/>
                    <a:pt x="32551" y="37126"/>
                  </a:cubicBezTo>
                  <a:cubicBezTo>
                    <a:pt x="31751" y="37876"/>
                    <a:pt x="30801" y="38251"/>
                    <a:pt x="29701" y="38251"/>
                  </a:cubicBezTo>
                  <a:cubicBezTo>
                    <a:pt x="28476" y="38251"/>
                    <a:pt x="27438" y="37839"/>
                    <a:pt x="26588" y="37014"/>
                  </a:cubicBezTo>
                  <a:cubicBezTo>
                    <a:pt x="25713" y="36164"/>
                    <a:pt x="25276" y="35163"/>
                    <a:pt x="25276" y="34013"/>
                  </a:cubicBezTo>
                  <a:cubicBezTo>
                    <a:pt x="25276" y="33289"/>
                    <a:pt x="25488" y="32639"/>
                    <a:pt x="25913" y="32063"/>
                  </a:cubicBezTo>
                  <a:cubicBezTo>
                    <a:pt x="26338" y="31463"/>
                    <a:pt x="27013" y="31163"/>
                    <a:pt x="27939" y="31163"/>
                  </a:cubicBezTo>
                  <a:cubicBezTo>
                    <a:pt x="28964" y="31163"/>
                    <a:pt x="29864" y="31514"/>
                    <a:pt x="30639" y="32214"/>
                  </a:cubicBezTo>
                  <a:cubicBezTo>
                    <a:pt x="31414" y="32913"/>
                    <a:pt x="31901" y="33763"/>
                    <a:pt x="32101" y="34763"/>
                  </a:cubicBezTo>
                  <a:cubicBezTo>
                    <a:pt x="32751" y="33739"/>
                    <a:pt x="33076" y="32464"/>
                    <a:pt x="33076" y="30938"/>
                  </a:cubicBezTo>
                  <a:cubicBezTo>
                    <a:pt x="33076" y="29288"/>
                    <a:pt x="32351" y="27813"/>
                    <a:pt x="30901" y="26513"/>
                  </a:cubicBezTo>
                  <a:cubicBezTo>
                    <a:pt x="29451" y="25213"/>
                    <a:pt x="27513" y="24251"/>
                    <a:pt x="25088" y="23626"/>
                  </a:cubicBezTo>
                  <a:cubicBezTo>
                    <a:pt x="19263" y="22076"/>
                    <a:pt x="15051" y="21001"/>
                    <a:pt x="12450" y="20401"/>
                  </a:cubicBezTo>
                  <a:cubicBezTo>
                    <a:pt x="9825" y="19801"/>
                    <a:pt x="7950" y="19500"/>
                    <a:pt x="6825" y="19500"/>
                  </a:cubicBezTo>
                  <a:cubicBezTo>
                    <a:pt x="5775" y="19500"/>
                    <a:pt x="4888" y="19638"/>
                    <a:pt x="4163" y="19913"/>
                  </a:cubicBezTo>
                  <a:cubicBezTo>
                    <a:pt x="3438" y="20188"/>
                    <a:pt x="2913" y="20563"/>
                    <a:pt x="2588" y="21038"/>
                  </a:cubicBezTo>
                  <a:cubicBezTo>
                    <a:pt x="2238" y="21488"/>
                    <a:pt x="2000" y="21926"/>
                    <a:pt x="1875" y="22351"/>
                  </a:cubicBezTo>
                  <a:cubicBezTo>
                    <a:pt x="1750" y="22751"/>
                    <a:pt x="1688" y="23176"/>
                    <a:pt x="1688" y="23626"/>
                  </a:cubicBezTo>
                  <a:cubicBezTo>
                    <a:pt x="1688" y="24376"/>
                    <a:pt x="1838" y="25176"/>
                    <a:pt x="2138" y="26026"/>
                  </a:cubicBezTo>
                  <a:cubicBezTo>
                    <a:pt x="2438" y="26851"/>
                    <a:pt x="2938" y="27763"/>
                    <a:pt x="3638" y="28763"/>
                  </a:cubicBezTo>
                  <a:cubicBezTo>
                    <a:pt x="4313" y="29738"/>
                    <a:pt x="5350" y="30688"/>
                    <a:pt x="6750" y="31613"/>
                  </a:cubicBezTo>
                  <a:cubicBezTo>
                    <a:pt x="8150" y="32538"/>
                    <a:pt x="9813" y="33313"/>
                    <a:pt x="11738" y="33939"/>
                  </a:cubicBezTo>
                  <a:cubicBezTo>
                    <a:pt x="12313" y="34064"/>
                    <a:pt x="12600" y="34401"/>
                    <a:pt x="12600" y="34951"/>
                  </a:cubicBezTo>
                  <a:cubicBezTo>
                    <a:pt x="12575" y="35551"/>
                    <a:pt x="12313" y="35851"/>
                    <a:pt x="11813" y="35851"/>
                  </a:cubicBezTo>
                  <a:cubicBezTo>
                    <a:pt x="11388" y="35851"/>
                    <a:pt x="10738" y="35689"/>
                    <a:pt x="9863" y="35364"/>
                  </a:cubicBezTo>
                  <a:cubicBezTo>
                    <a:pt x="8963" y="35014"/>
                    <a:pt x="7950" y="34489"/>
                    <a:pt x="6825" y="33788"/>
                  </a:cubicBezTo>
                  <a:cubicBezTo>
                    <a:pt x="5700" y="33064"/>
                    <a:pt x="4638" y="32239"/>
                    <a:pt x="3638" y="31313"/>
                  </a:cubicBezTo>
                  <a:cubicBezTo>
                    <a:pt x="2613" y="30363"/>
                    <a:pt x="1750" y="29201"/>
                    <a:pt x="1050" y="27826"/>
                  </a:cubicBezTo>
                  <a:cubicBezTo>
                    <a:pt x="350" y="26426"/>
                    <a:pt x="0" y="24976"/>
                    <a:pt x="0" y="23476"/>
                  </a:cubicBezTo>
                  <a:cubicBezTo>
                    <a:pt x="0" y="22801"/>
                    <a:pt x="75" y="22138"/>
                    <a:pt x="225" y="21488"/>
                  </a:cubicBezTo>
                  <a:cubicBezTo>
                    <a:pt x="350" y="20813"/>
                    <a:pt x="600" y="20075"/>
                    <a:pt x="975" y="19275"/>
                  </a:cubicBezTo>
                  <a:cubicBezTo>
                    <a:pt x="1350" y="18450"/>
                    <a:pt x="1950" y="17675"/>
                    <a:pt x="2775" y="16951"/>
                  </a:cubicBezTo>
                  <a:cubicBezTo>
                    <a:pt x="3600" y="16225"/>
                    <a:pt x="4613" y="15638"/>
                    <a:pt x="5813" y="15188"/>
                  </a:cubicBezTo>
                  <a:cubicBezTo>
                    <a:pt x="5238" y="14888"/>
                    <a:pt x="4675" y="14538"/>
                    <a:pt x="4125" y="14138"/>
                  </a:cubicBezTo>
                  <a:cubicBezTo>
                    <a:pt x="3575" y="13713"/>
                    <a:pt x="2963" y="13175"/>
                    <a:pt x="2288" y="12525"/>
                  </a:cubicBezTo>
                  <a:cubicBezTo>
                    <a:pt x="1588" y="11850"/>
                    <a:pt x="1038" y="11050"/>
                    <a:pt x="638" y="10125"/>
                  </a:cubicBezTo>
                  <a:cubicBezTo>
                    <a:pt x="213" y="9175"/>
                    <a:pt x="0" y="8175"/>
                    <a:pt x="0" y="7126"/>
                  </a:cubicBezTo>
                  <a:cubicBezTo>
                    <a:pt x="0" y="6100"/>
                    <a:pt x="138" y="5088"/>
                    <a:pt x="413" y="4088"/>
                  </a:cubicBezTo>
                  <a:cubicBezTo>
                    <a:pt x="663" y="3087"/>
                    <a:pt x="1200" y="2162"/>
                    <a:pt x="2025" y="1313"/>
                  </a:cubicBezTo>
                  <a:cubicBezTo>
                    <a:pt x="2825" y="438"/>
                    <a:pt x="3838" y="0"/>
                    <a:pt x="5063" y="0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1" name="Freeform 3130">
              <a:extLst>
                <a:ext uri="{FF2B5EF4-FFF2-40B4-BE49-F238E27FC236}">
                  <a16:creationId xmlns:a16="http://schemas.microsoft.com/office/drawing/2014/main" id="{864E0DD8-40E3-E3F6-FF4A-0F1C9AB0479E}"/>
                </a:ext>
              </a:extLst>
            </p:cNvPr>
            <p:cNvSpPr/>
            <p:nvPr/>
          </p:nvSpPr>
          <p:spPr>
            <a:xfrm>
              <a:off x="7090292" y="2945721"/>
              <a:ext cx="76803" cy="17812"/>
            </a:xfrm>
            <a:custGeom>
              <a:avLst/>
              <a:gdLst>
                <a:gd name="csX0" fmla="*/ 76053 w 76803"/>
                <a:gd name="csY0" fmla="*/ 17813 h 17812"/>
                <a:gd name="csX1" fmla="*/ 74740 w 76803"/>
                <a:gd name="csY1" fmla="*/ 16838 h 17812"/>
                <a:gd name="csX2" fmla="*/ 38401 w 76803"/>
                <a:gd name="csY2" fmla="*/ 4462 h 17812"/>
                <a:gd name="csX3" fmla="*/ 2550 w 76803"/>
                <a:gd name="csY3" fmla="*/ 16350 h 17812"/>
                <a:gd name="csX4" fmla="*/ 750 w 76803"/>
                <a:gd name="csY4" fmla="*/ 17813 h 17812"/>
                <a:gd name="csX5" fmla="*/ 0 w 76803"/>
                <a:gd name="csY5" fmla="*/ 17063 h 17812"/>
                <a:gd name="csX6" fmla="*/ 1538 w 76803"/>
                <a:gd name="csY6" fmla="*/ 14700 h 17812"/>
                <a:gd name="csX7" fmla="*/ 6600 w 76803"/>
                <a:gd name="csY7" fmla="*/ 10012 h 17812"/>
                <a:gd name="csX8" fmla="*/ 14438 w 76803"/>
                <a:gd name="csY8" fmla="*/ 5063 h 17812"/>
                <a:gd name="csX9" fmla="*/ 38401 w 76803"/>
                <a:gd name="csY9" fmla="*/ 0 h 17812"/>
                <a:gd name="csX10" fmla="*/ 61840 w 76803"/>
                <a:gd name="csY10" fmla="*/ 4838 h 17812"/>
                <a:gd name="csX11" fmla="*/ 69902 w 76803"/>
                <a:gd name="csY11" fmla="*/ 9787 h 17812"/>
                <a:gd name="csX12" fmla="*/ 75190 w 76803"/>
                <a:gd name="csY12" fmla="*/ 14587 h 17812"/>
                <a:gd name="csX13" fmla="*/ 76803 w 76803"/>
                <a:gd name="csY13" fmla="*/ 17063 h 17812"/>
                <a:gd name="csX14" fmla="*/ 76053 w 76803"/>
                <a:gd name="csY14" fmla="*/ 17813 h 17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76803" h="17812">
                  <a:moveTo>
                    <a:pt x="76053" y="17813"/>
                  </a:moveTo>
                  <a:cubicBezTo>
                    <a:pt x="75803" y="17813"/>
                    <a:pt x="75365" y="17488"/>
                    <a:pt x="74740" y="16838"/>
                  </a:cubicBezTo>
                  <a:cubicBezTo>
                    <a:pt x="66340" y="8587"/>
                    <a:pt x="54227" y="4462"/>
                    <a:pt x="38401" y="4462"/>
                  </a:cubicBezTo>
                  <a:cubicBezTo>
                    <a:pt x="22526" y="4462"/>
                    <a:pt x="10575" y="8425"/>
                    <a:pt x="2550" y="16350"/>
                  </a:cubicBezTo>
                  <a:cubicBezTo>
                    <a:pt x="1625" y="17325"/>
                    <a:pt x="1025" y="17813"/>
                    <a:pt x="750" y="17813"/>
                  </a:cubicBezTo>
                  <a:cubicBezTo>
                    <a:pt x="250" y="17813"/>
                    <a:pt x="0" y="17563"/>
                    <a:pt x="0" y="17063"/>
                  </a:cubicBezTo>
                  <a:cubicBezTo>
                    <a:pt x="0" y="16713"/>
                    <a:pt x="513" y="15925"/>
                    <a:pt x="1538" y="14700"/>
                  </a:cubicBezTo>
                  <a:cubicBezTo>
                    <a:pt x="2563" y="13450"/>
                    <a:pt x="4250" y="11888"/>
                    <a:pt x="6600" y="10012"/>
                  </a:cubicBezTo>
                  <a:cubicBezTo>
                    <a:pt x="8950" y="8112"/>
                    <a:pt x="11563" y="6463"/>
                    <a:pt x="14438" y="5063"/>
                  </a:cubicBezTo>
                  <a:cubicBezTo>
                    <a:pt x="21413" y="1688"/>
                    <a:pt x="29401" y="0"/>
                    <a:pt x="38401" y="0"/>
                  </a:cubicBezTo>
                  <a:cubicBezTo>
                    <a:pt x="47052" y="0"/>
                    <a:pt x="54864" y="1613"/>
                    <a:pt x="61840" y="4838"/>
                  </a:cubicBezTo>
                  <a:cubicBezTo>
                    <a:pt x="64765" y="6213"/>
                    <a:pt x="67452" y="7862"/>
                    <a:pt x="69902" y="9787"/>
                  </a:cubicBezTo>
                  <a:cubicBezTo>
                    <a:pt x="72353" y="11712"/>
                    <a:pt x="74115" y="13312"/>
                    <a:pt x="75190" y="14587"/>
                  </a:cubicBezTo>
                  <a:cubicBezTo>
                    <a:pt x="76265" y="15862"/>
                    <a:pt x="76803" y="16688"/>
                    <a:pt x="76803" y="17063"/>
                  </a:cubicBezTo>
                  <a:cubicBezTo>
                    <a:pt x="76803" y="17563"/>
                    <a:pt x="76553" y="17813"/>
                    <a:pt x="76053" y="17813"/>
                  </a:cubicBezTo>
                  <a:close/>
                </a:path>
              </a:pathLst>
            </a:custGeom>
            <a:solidFill>
              <a:srgbClr val="000000"/>
            </a:solidFill>
            <a:ln w="79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32" name="Freeform 3131">
            <a:extLst>
              <a:ext uri="{FF2B5EF4-FFF2-40B4-BE49-F238E27FC236}">
                <a16:creationId xmlns:a16="http://schemas.microsoft.com/office/drawing/2014/main" id="{8E93C961-825A-0BA2-113A-040AB500CE01}"/>
              </a:ext>
            </a:extLst>
          </p:cNvPr>
          <p:cNvSpPr/>
          <p:nvPr/>
        </p:nvSpPr>
        <p:spPr>
          <a:xfrm>
            <a:off x="7363881" y="2506160"/>
            <a:ext cx="1555078" cy="1003253"/>
          </a:xfrm>
          <a:custGeom>
            <a:avLst/>
            <a:gdLst>
              <a:gd name="csX0" fmla="*/ 0 w 1555078"/>
              <a:gd name="csY0" fmla="*/ 1003254 h 1003253"/>
              <a:gd name="csX1" fmla="*/ 1556 w 1555078"/>
              <a:gd name="csY1" fmla="*/ 1002549 h 1003253"/>
              <a:gd name="csX2" fmla="*/ 3113 w 1555078"/>
              <a:gd name="csY2" fmla="*/ 995480 h 1003253"/>
              <a:gd name="csX3" fmla="*/ 4670 w 1555078"/>
              <a:gd name="csY3" fmla="*/ 977909 h 1003253"/>
              <a:gd name="csX4" fmla="*/ 6227 w 1555078"/>
              <a:gd name="csY4" fmla="*/ 950186 h 1003253"/>
              <a:gd name="csX5" fmla="*/ 7783 w 1555078"/>
              <a:gd name="csY5" fmla="*/ 914330 h 1003253"/>
              <a:gd name="csX6" fmla="*/ 9340 w 1555078"/>
              <a:gd name="csY6" fmla="*/ 872605 h 1003253"/>
              <a:gd name="csX7" fmla="*/ 10896 w 1555078"/>
              <a:gd name="csY7" fmla="*/ 827007 h 1003253"/>
              <a:gd name="csX8" fmla="*/ 12453 w 1555078"/>
              <a:gd name="csY8" fmla="*/ 779174 h 1003253"/>
              <a:gd name="csX9" fmla="*/ 14009 w 1555078"/>
              <a:gd name="csY9" fmla="*/ 730378 h 1003253"/>
              <a:gd name="csX10" fmla="*/ 15567 w 1555078"/>
              <a:gd name="csY10" fmla="*/ 681596 h 1003253"/>
              <a:gd name="csX11" fmla="*/ 17123 w 1555078"/>
              <a:gd name="csY11" fmla="*/ 633549 h 1003253"/>
              <a:gd name="csX12" fmla="*/ 18680 w 1555078"/>
              <a:gd name="csY12" fmla="*/ 586762 h 1003253"/>
              <a:gd name="csX13" fmla="*/ 20236 w 1555078"/>
              <a:gd name="csY13" fmla="*/ 541606 h 1003253"/>
              <a:gd name="csX14" fmla="*/ 21793 w 1555078"/>
              <a:gd name="csY14" fmla="*/ 498338 h 1003253"/>
              <a:gd name="csX15" fmla="*/ 23349 w 1555078"/>
              <a:gd name="csY15" fmla="*/ 457121 h 1003253"/>
              <a:gd name="csX16" fmla="*/ 24906 w 1555078"/>
              <a:gd name="csY16" fmla="*/ 418052 h 1003253"/>
              <a:gd name="csX17" fmla="*/ 26463 w 1555078"/>
              <a:gd name="csY17" fmla="*/ 381175 h 1003253"/>
              <a:gd name="csX18" fmla="*/ 28019 w 1555078"/>
              <a:gd name="csY18" fmla="*/ 346495 h 1003253"/>
              <a:gd name="csX19" fmla="*/ 29576 w 1555078"/>
              <a:gd name="csY19" fmla="*/ 313988 h 1003253"/>
              <a:gd name="csX20" fmla="*/ 31132 w 1555078"/>
              <a:gd name="csY20" fmla="*/ 283611 h 1003253"/>
              <a:gd name="csX21" fmla="*/ 32689 w 1555078"/>
              <a:gd name="csY21" fmla="*/ 255302 h 1003253"/>
              <a:gd name="csX22" fmla="*/ 34246 w 1555078"/>
              <a:gd name="csY22" fmla="*/ 228993 h 1003253"/>
              <a:gd name="csX23" fmla="*/ 35803 w 1555078"/>
              <a:gd name="csY23" fmla="*/ 204607 h 1003253"/>
              <a:gd name="csX24" fmla="*/ 37359 w 1555078"/>
              <a:gd name="csY24" fmla="*/ 182060 h 1003253"/>
              <a:gd name="csX25" fmla="*/ 38916 w 1555078"/>
              <a:gd name="csY25" fmla="*/ 161270 h 1003253"/>
              <a:gd name="csX26" fmla="*/ 40472 w 1555078"/>
              <a:gd name="csY26" fmla="*/ 142153 h 1003253"/>
              <a:gd name="csX27" fmla="*/ 42029 w 1555078"/>
              <a:gd name="csY27" fmla="*/ 124625 h 1003253"/>
              <a:gd name="csX28" fmla="*/ 43585 w 1555078"/>
              <a:gd name="csY28" fmla="*/ 108603 h 1003253"/>
              <a:gd name="csX29" fmla="*/ 45143 w 1555078"/>
              <a:gd name="csY29" fmla="*/ 94008 h 1003253"/>
              <a:gd name="csX30" fmla="*/ 46699 w 1555078"/>
              <a:gd name="csY30" fmla="*/ 80760 h 1003253"/>
              <a:gd name="csX31" fmla="*/ 48256 w 1555078"/>
              <a:gd name="csY31" fmla="*/ 68786 h 1003253"/>
              <a:gd name="csX32" fmla="*/ 49812 w 1555078"/>
              <a:gd name="csY32" fmla="*/ 58012 h 1003253"/>
              <a:gd name="csX33" fmla="*/ 51369 w 1555078"/>
              <a:gd name="csY33" fmla="*/ 48371 h 1003253"/>
              <a:gd name="csX34" fmla="*/ 52925 w 1555078"/>
              <a:gd name="csY34" fmla="*/ 39796 h 1003253"/>
              <a:gd name="csX35" fmla="*/ 54482 w 1555078"/>
              <a:gd name="csY35" fmla="*/ 32224 h 1003253"/>
              <a:gd name="csX36" fmla="*/ 56039 w 1555078"/>
              <a:gd name="csY36" fmla="*/ 25596 h 1003253"/>
              <a:gd name="csX37" fmla="*/ 57596 w 1555078"/>
              <a:gd name="csY37" fmla="*/ 19855 h 1003253"/>
              <a:gd name="csX38" fmla="*/ 59152 w 1555078"/>
              <a:gd name="csY38" fmla="*/ 14948 h 1003253"/>
              <a:gd name="csX39" fmla="*/ 60708 w 1555078"/>
              <a:gd name="csY39" fmla="*/ 10823 h 1003253"/>
              <a:gd name="csX40" fmla="*/ 62265 w 1555078"/>
              <a:gd name="csY40" fmla="*/ 7433 h 1003253"/>
              <a:gd name="csX41" fmla="*/ 63822 w 1555078"/>
              <a:gd name="csY41" fmla="*/ 4732 h 1003253"/>
              <a:gd name="csX42" fmla="*/ 65379 w 1555078"/>
              <a:gd name="csY42" fmla="*/ 2678 h 1003253"/>
              <a:gd name="csX43" fmla="*/ 66935 w 1555078"/>
              <a:gd name="csY43" fmla="*/ 1230 h 1003253"/>
              <a:gd name="csX44" fmla="*/ 68492 w 1555078"/>
              <a:gd name="csY44" fmla="*/ 349 h 1003253"/>
              <a:gd name="csX45" fmla="*/ 70048 w 1555078"/>
              <a:gd name="csY45" fmla="*/ 0 h 1003253"/>
              <a:gd name="csX46" fmla="*/ 71605 w 1555078"/>
              <a:gd name="csY46" fmla="*/ 149 h 1003253"/>
              <a:gd name="csX47" fmla="*/ 73162 w 1555078"/>
              <a:gd name="csY47" fmla="*/ 763 h 1003253"/>
              <a:gd name="csX48" fmla="*/ 74719 w 1555078"/>
              <a:gd name="csY48" fmla="*/ 1813 h 1003253"/>
              <a:gd name="csX49" fmla="*/ 76275 w 1555078"/>
              <a:gd name="csY49" fmla="*/ 3270 h 1003253"/>
              <a:gd name="csX50" fmla="*/ 77832 w 1555078"/>
              <a:gd name="csY50" fmla="*/ 5106 h 1003253"/>
              <a:gd name="csX51" fmla="*/ 79388 w 1555078"/>
              <a:gd name="csY51" fmla="*/ 7298 h 1003253"/>
              <a:gd name="csX52" fmla="*/ 80945 w 1555078"/>
              <a:gd name="csY52" fmla="*/ 9821 h 1003253"/>
              <a:gd name="csX53" fmla="*/ 82501 w 1555078"/>
              <a:gd name="csY53" fmla="*/ 12654 h 1003253"/>
              <a:gd name="csX54" fmla="*/ 84058 w 1555078"/>
              <a:gd name="csY54" fmla="*/ 15772 h 1003253"/>
              <a:gd name="csX55" fmla="*/ 85615 w 1555078"/>
              <a:gd name="csY55" fmla="*/ 19160 h 1003253"/>
              <a:gd name="csX56" fmla="*/ 87172 w 1555078"/>
              <a:gd name="csY56" fmla="*/ 22796 h 1003253"/>
              <a:gd name="csX57" fmla="*/ 88728 w 1555078"/>
              <a:gd name="csY57" fmla="*/ 26663 h 1003253"/>
              <a:gd name="csX58" fmla="*/ 90285 w 1555078"/>
              <a:gd name="csY58" fmla="*/ 30745 h 1003253"/>
              <a:gd name="csX59" fmla="*/ 91841 w 1555078"/>
              <a:gd name="csY59" fmla="*/ 35026 h 1003253"/>
              <a:gd name="csX60" fmla="*/ 93398 w 1555078"/>
              <a:gd name="csY60" fmla="*/ 39491 h 1003253"/>
              <a:gd name="csX61" fmla="*/ 94955 w 1555078"/>
              <a:gd name="csY61" fmla="*/ 44127 h 1003253"/>
              <a:gd name="csX62" fmla="*/ 96511 w 1555078"/>
              <a:gd name="csY62" fmla="*/ 48920 h 1003253"/>
              <a:gd name="csX63" fmla="*/ 98068 w 1555078"/>
              <a:gd name="csY63" fmla="*/ 53858 h 1003253"/>
              <a:gd name="csX64" fmla="*/ 99624 w 1555078"/>
              <a:gd name="csY64" fmla="*/ 58930 h 1003253"/>
              <a:gd name="csX65" fmla="*/ 101181 w 1555078"/>
              <a:gd name="csY65" fmla="*/ 64124 h 1003253"/>
              <a:gd name="csX66" fmla="*/ 102738 w 1555078"/>
              <a:gd name="csY66" fmla="*/ 69430 h 1003253"/>
              <a:gd name="csX67" fmla="*/ 104295 w 1555078"/>
              <a:gd name="csY67" fmla="*/ 74838 h 1003253"/>
              <a:gd name="csX68" fmla="*/ 105851 w 1555078"/>
              <a:gd name="csY68" fmla="*/ 80339 h 1003253"/>
              <a:gd name="csX69" fmla="*/ 107408 w 1555078"/>
              <a:gd name="csY69" fmla="*/ 85926 h 1003253"/>
              <a:gd name="csX70" fmla="*/ 108964 w 1555078"/>
              <a:gd name="csY70" fmla="*/ 91589 h 1003253"/>
              <a:gd name="csX71" fmla="*/ 110521 w 1555078"/>
              <a:gd name="csY71" fmla="*/ 97322 h 1003253"/>
              <a:gd name="csX72" fmla="*/ 112077 w 1555078"/>
              <a:gd name="csY72" fmla="*/ 103116 h 1003253"/>
              <a:gd name="csX73" fmla="*/ 113635 w 1555078"/>
              <a:gd name="csY73" fmla="*/ 108965 h 1003253"/>
              <a:gd name="csX74" fmla="*/ 115191 w 1555078"/>
              <a:gd name="csY74" fmla="*/ 114863 h 1003253"/>
              <a:gd name="csX75" fmla="*/ 116748 w 1555078"/>
              <a:gd name="csY75" fmla="*/ 120804 h 1003253"/>
              <a:gd name="csX76" fmla="*/ 118304 w 1555078"/>
              <a:gd name="csY76" fmla="*/ 126783 h 1003253"/>
              <a:gd name="csX77" fmla="*/ 119861 w 1555078"/>
              <a:gd name="csY77" fmla="*/ 132792 h 1003253"/>
              <a:gd name="csX78" fmla="*/ 121417 w 1555078"/>
              <a:gd name="csY78" fmla="*/ 138829 h 1003253"/>
              <a:gd name="csX79" fmla="*/ 122974 w 1555078"/>
              <a:gd name="csY79" fmla="*/ 144889 h 1003253"/>
              <a:gd name="csX80" fmla="*/ 124531 w 1555078"/>
              <a:gd name="csY80" fmla="*/ 150965 h 1003253"/>
              <a:gd name="csX81" fmla="*/ 126088 w 1555078"/>
              <a:gd name="csY81" fmla="*/ 157056 h 1003253"/>
              <a:gd name="csX82" fmla="*/ 127644 w 1555078"/>
              <a:gd name="csY82" fmla="*/ 163157 h 1003253"/>
              <a:gd name="csX83" fmla="*/ 129200 w 1555078"/>
              <a:gd name="csY83" fmla="*/ 169263 h 1003253"/>
              <a:gd name="csX84" fmla="*/ 130757 w 1555078"/>
              <a:gd name="csY84" fmla="*/ 175372 h 1003253"/>
              <a:gd name="csX85" fmla="*/ 132314 w 1555078"/>
              <a:gd name="csY85" fmla="*/ 181481 h 1003253"/>
              <a:gd name="csX86" fmla="*/ 133871 w 1555078"/>
              <a:gd name="csY86" fmla="*/ 187587 h 1003253"/>
              <a:gd name="csX87" fmla="*/ 135427 w 1555078"/>
              <a:gd name="csY87" fmla="*/ 193686 h 1003253"/>
              <a:gd name="csX88" fmla="*/ 136984 w 1555078"/>
              <a:gd name="csY88" fmla="*/ 199776 h 1003253"/>
              <a:gd name="csX89" fmla="*/ 138540 w 1555078"/>
              <a:gd name="csY89" fmla="*/ 205855 h 1003253"/>
              <a:gd name="csX90" fmla="*/ 140097 w 1555078"/>
              <a:gd name="csY90" fmla="*/ 211919 h 1003253"/>
              <a:gd name="csX91" fmla="*/ 141653 w 1555078"/>
              <a:gd name="csY91" fmla="*/ 217968 h 1003253"/>
              <a:gd name="csX92" fmla="*/ 143211 w 1555078"/>
              <a:gd name="csY92" fmla="*/ 224000 h 1003253"/>
              <a:gd name="csX93" fmla="*/ 144767 w 1555078"/>
              <a:gd name="csY93" fmla="*/ 230011 h 1003253"/>
              <a:gd name="csX94" fmla="*/ 146324 w 1555078"/>
              <a:gd name="csY94" fmla="*/ 236000 h 1003253"/>
              <a:gd name="csX95" fmla="*/ 147880 w 1555078"/>
              <a:gd name="csY95" fmla="*/ 241966 h 1003253"/>
              <a:gd name="csX96" fmla="*/ 149437 w 1555078"/>
              <a:gd name="csY96" fmla="*/ 247907 h 1003253"/>
              <a:gd name="csX97" fmla="*/ 150993 w 1555078"/>
              <a:gd name="csY97" fmla="*/ 253822 h 1003253"/>
              <a:gd name="csX98" fmla="*/ 152550 w 1555078"/>
              <a:gd name="csY98" fmla="*/ 259709 h 1003253"/>
              <a:gd name="csX99" fmla="*/ 154107 w 1555078"/>
              <a:gd name="csY99" fmla="*/ 265568 h 1003253"/>
              <a:gd name="csX100" fmla="*/ 155664 w 1555078"/>
              <a:gd name="csY100" fmla="*/ 271396 h 1003253"/>
              <a:gd name="csX101" fmla="*/ 157220 w 1555078"/>
              <a:gd name="csY101" fmla="*/ 277192 h 1003253"/>
              <a:gd name="csX102" fmla="*/ 158777 w 1555078"/>
              <a:gd name="csY102" fmla="*/ 282958 h 1003253"/>
              <a:gd name="csX103" fmla="*/ 160333 w 1555078"/>
              <a:gd name="csY103" fmla="*/ 288690 h 1003253"/>
              <a:gd name="csX104" fmla="*/ 161890 w 1555078"/>
              <a:gd name="csY104" fmla="*/ 294388 h 1003253"/>
              <a:gd name="csX105" fmla="*/ 163447 w 1555078"/>
              <a:gd name="csY105" fmla="*/ 300052 h 1003253"/>
              <a:gd name="csX106" fmla="*/ 165003 w 1555078"/>
              <a:gd name="csY106" fmla="*/ 305680 h 1003253"/>
              <a:gd name="csX107" fmla="*/ 166560 w 1555078"/>
              <a:gd name="csY107" fmla="*/ 311272 h 1003253"/>
              <a:gd name="csX108" fmla="*/ 168116 w 1555078"/>
              <a:gd name="csY108" fmla="*/ 316828 h 1003253"/>
              <a:gd name="csX109" fmla="*/ 169673 w 1555078"/>
              <a:gd name="csY109" fmla="*/ 322347 h 1003253"/>
              <a:gd name="csX110" fmla="*/ 171229 w 1555078"/>
              <a:gd name="csY110" fmla="*/ 327828 h 1003253"/>
              <a:gd name="csX111" fmla="*/ 172787 w 1555078"/>
              <a:gd name="csY111" fmla="*/ 333271 h 1003253"/>
              <a:gd name="csX112" fmla="*/ 174343 w 1555078"/>
              <a:gd name="csY112" fmla="*/ 338676 h 1003253"/>
              <a:gd name="csX113" fmla="*/ 175900 w 1555078"/>
              <a:gd name="csY113" fmla="*/ 344042 h 1003253"/>
              <a:gd name="csX114" fmla="*/ 177456 w 1555078"/>
              <a:gd name="csY114" fmla="*/ 349368 h 1003253"/>
              <a:gd name="csX115" fmla="*/ 179013 w 1555078"/>
              <a:gd name="csY115" fmla="*/ 354657 h 1003253"/>
              <a:gd name="csX116" fmla="*/ 180569 w 1555078"/>
              <a:gd name="csY116" fmla="*/ 359904 h 1003253"/>
              <a:gd name="csX117" fmla="*/ 182126 w 1555078"/>
              <a:gd name="csY117" fmla="*/ 365113 h 1003253"/>
              <a:gd name="csX118" fmla="*/ 183683 w 1555078"/>
              <a:gd name="csY118" fmla="*/ 370281 h 1003253"/>
              <a:gd name="csX119" fmla="*/ 185240 w 1555078"/>
              <a:gd name="csY119" fmla="*/ 375410 h 1003253"/>
              <a:gd name="csX120" fmla="*/ 186796 w 1555078"/>
              <a:gd name="csY120" fmla="*/ 380497 h 1003253"/>
              <a:gd name="csX121" fmla="*/ 188353 w 1555078"/>
              <a:gd name="csY121" fmla="*/ 385546 h 1003253"/>
              <a:gd name="csX122" fmla="*/ 189909 w 1555078"/>
              <a:gd name="csY122" fmla="*/ 390554 h 1003253"/>
              <a:gd name="csX123" fmla="*/ 191466 w 1555078"/>
              <a:gd name="csY123" fmla="*/ 395521 h 1003253"/>
              <a:gd name="csX124" fmla="*/ 193023 w 1555078"/>
              <a:gd name="csY124" fmla="*/ 400448 h 1003253"/>
              <a:gd name="csX125" fmla="*/ 194580 w 1555078"/>
              <a:gd name="csY125" fmla="*/ 405335 h 1003253"/>
              <a:gd name="csX126" fmla="*/ 196136 w 1555078"/>
              <a:gd name="csY126" fmla="*/ 410182 h 1003253"/>
              <a:gd name="csX127" fmla="*/ 197692 w 1555078"/>
              <a:gd name="csY127" fmla="*/ 414987 h 1003253"/>
              <a:gd name="csX128" fmla="*/ 199249 w 1555078"/>
              <a:gd name="csY128" fmla="*/ 419754 h 1003253"/>
              <a:gd name="csX129" fmla="*/ 200805 w 1555078"/>
              <a:gd name="csY129" fmla="*/ 424480 h 1003253"/>
              <a:gd name="csX130" fmla="*/ 202363 w 1555078"/>
              <a:gd name="csY130" fmla="*/ 429166 h 1003253"/>
              <a:gd name="csX131" fmla="*/ 203919 w 1555078"/>
              <a:gd name="csY131" fmla="*/ 433812 h 1003253"/>
              <a:gd name="csX132" fmla="*/ 205476 w 1555078"/>
              <a:gd name="csY132" fmla="*/ 438418 h 1003253"/>
              <a:gd name="csX133" fmla="*/ 207032 w 1555078"/>
              <a:gd name="csY133" fmla="*/ 442985 h 1003253"/>
              <a:gd name="csX134" fmla="*/ 208589 w 1555078"/>
              <a:gd name="csY134" fmla="*/ 447513 h 1003253"/>
              <a:gd name="csX135" fmla="*/ 210145 w 1555078"/>
              <a:gd name="csY135" fmla="*/ 452001 h 1003253"/>
              <a:gd name="csX136" fmla="*/ 211702 w 1555078"/>
              <a:gd name="csY136" fmla="*/ 456450 h 1003253"/>
              <a:gd name="csX137" fmla="*/ 213259 w 1555078"/>
              <a:gd name="csY137" fmla="*/ 460861 h 1003253"/>
              <a:gd name="csX138" fmla="*/ 214816 w 1555078"/>
              <a:gd name="csY138" fmla="*/ 465232 h 1003253"/>
              <a:gd name="csX139" fmla="*/ 216372 w 1555078"/>
              <a:gd name="csY139" fmla="*/ 469566 h 1003253"/>
              <a:gd name="csX140" fmla="*/ 217929 w 1555078"/>
              <a:gd name="csY140" fmla="*/ 473861 h 1003253"/>
              <a:gd name="csX141" fmla="*/ 219485 w 1555078"/>
              <a:gd name="csY141" fmla="*/ 478117 h 1003253"/>
              <a:gd name="csX142" fmla="*/ 221042 w 1555078"/>
              <a:gd name="csY142" fmla="*/ 482336 h 1003253"/>
              <a:gd name="csX143" fmla="*/ 222599 w 1555078"/>
              <a:gd name="csY143" fmla="*/ 486517 h 1003253"/>
              <a:gd name="csX144" fmla="*/ 224156 w 1555078"/>
              <a:gd name="csY144" fmla="*/ 490662 h 1003253"/>
              <a:gd name="csX145" fmla="*/ 225712 w 1555078"/>
              <a:gd name="csY145" fmla="*/ 494768 h 1003253"/>
              <a:gd name="csX146" fmla="*/ 227269 w 1555078"/>
              <a:gd name="csY146" fmla="*/ 498838 h 1003253"/>
              <a:gd name="csX147" fmla="*/ 228825 w 1555078"/>
              <a:gd name="csY147" fmla="*/ 502871 h 1003253"/>
              <a:gd name="csX148" fmla="*/ 230382 w 1555078"/>
              <a:gd name="csY148" fmla="*/ 506868 h 1003253"/>
              <a:gd name="csX149" fmla="*/ 231939 w 1555078"/>
              <a:gd name="csY149" fmla="*/ 510829 h 1003253"/>
              <a:gd name="csX150" fmla="*/ 233495 w 1555078"/>
              <a:gd name="csY150" fmla="*/ 514754 h 1003253"/>
              <a:gd name="csX151" fmla="*/ 235052 w 1555078"/>
              <a:gd name="csY151" fmla="*/ 518644 h 1003253"/>
              <a:gd name="csX152" fmla="*/ 236608 w 1555078"/>
              <a:gd name="csY152" fmla="*/ 522497 h 1003253"/>
              <a:gd name="csX153" fmla="*/ 238165 w 1555078"/>
              <a:gd name="csY153" fmla="*/ 526317 h 1003253"/>
              <a:gd name="csX154" fmla="*/ 239721 w 1555078"/>
              <a:gd name="csY154" fmla="*/ 530101 h 1003253"/>
              <a:gd name="csX155" fmla="*/ 241278 w 1555078"/>
              <a:gd name="csY155" fmla="*/ 533851 h 1003253"/>
              <a:gd name="csX156" fmla="*/ 242835 w 1555078"/>
              <a:gd name="csY156" fmla="*/ 537566 h 1003253"/>
              <a:gd name="csX157" fmla="*/ 244392 w 1555078"/>
              <a:gd name="csY157" fmla="*/ 541248 h 1003253"/>
              <a:gd name="csX158" fmla="*/ 245948 w 1555078"/>
              <a:gd name="csY158" fmla="*/ 544896 h 1003253"/>
              <a:gd name="csX159" fmla="*/ 247505 w 1555078"/>
              <a:gd name="csY159" fmla="*/ 548510 h 1003253"/>
              <a:gd name="csX160" fmla="*/ 249061 w 1555078"/>
              <a:gd name="csY160" fmla="*/ 552091 h 1003253"/>
              <a:gd name="csX161" fmla="*/ 250618 w 1555078"/>
              <a:gd name="csY161" fmla="*/ 555640 h 1003253"/>
              <a:gd name="csX162" fmla="*/ 252175 w 1555078"/>
              <a:gd name="csY162" fmla="*/ 559156 h 1003253"/>
              <a:gd name="csX163" fmla="*/ 253732 w 1555078"/>
              <a:gd name="csY163" fmla="*/ 562640 h 1003253"/>
              <a:gd name="csX164" fmla="*/ 255288 w 1555078"/>
              <a:gd name="csY164" fmla="*/ 566092 h 1003253"/>
              <a:gd name="csX165" fmla="*/ 256845 w 1555078"/>
              <a:gd name="csY165" fmla="*/ 569512 h 1003253"/>
              <a:gd name="csX166" fmla="*/ 258401 w 1555078"/>
              <a:gd name="csY166" fmla="*/ 572900 h 1003253"/>
              <a:gd name="csX167" fmla="*/ 259958 w 1555078"/>
              <a:gd name="csY167" fmla="*/ 576258 h 1003253"/>
              <a:gd name="csX168" fmla="*/ 261515 w 1555078"/>
              <a:gd name="csY168" fmla="*/ 579585 h 1003253"/>
              <a:gd name="csX169" fmla="*/ 263072 w 1555078"/>
              <a:gd name="csY169" fmla="*/ 582881 h 1003253"/>
              <a:gd name="csX170" fmla="*/ 264628 w 1555078"/>
              <a:gd name="csY170" fmla="*/ 586146 h 1003253"/>
              <a:gd name="csX171" fmla="*/ 266185 w 1555078"/>
              <a:gd name="csY171" fmla="*/ 589382 h 1003253"/>
              <a:gd name="csX172" fmla="*/ 267741 w 1555078"/>
              <a:gd name="csY172" fmla="*/ 592588 h 1003253"/>
              <a:gd name="csX173" fmla="*/ 269297 w 1555078"/>
              <a:gd name="csY173" fmla="*/ 595765 h 1003253"/>
              <a:gd name="csX174" fmla="*/ 270854 w 1555078"/>
              <a:gd name="csY174" fmla="*/ 598912 h 1003253"/>
              <a:gd name="csX175" fmla="*/ 272411 w 1555078"/>
              <a:gd name="csY175" fmla="*/ 602030 h 1003253"/>
              <a:gd name="csX176" fmla="*/ 273968 w 1555078"/>
              <a:gd name="csY176" fmla="*/ 605121 h 1003253"/>
              <a:gd name="csX177" fmla="*/ 275524 w 1555078"/>
              <a:gd name="csY177" fmla="*/ 608182 h 1003253"/>
              <a:gd name="csX178" fmla="*/ 277081 w 1555078"/>
              <a:gd name="csY178" fmla="*/ 611215 h 1003253"/>
              <a:gd name="csX179" fmla="*/ 278637 w 1555078"/>
              <a:gd name="csY179" fmla="*/ 614220 h 1003253"/>
              <a:gd name="csX180" fmla="*/ 280194 w 1555078"/>
              <a:gd name="csY180" fmla="*/ 617198 h 1003253"/>
              <a:gd name="csX181" fmla="*/ 281751 w 1555078"/>
              <a:gd name="csY181" fmla="*/ 620149 h 1003253"/>
              <a:gd name="csX182" fmla="*/ 283308 w 1555078"/>
              <a:gd name="csY182" fmla="*/ 623073 h 1003253"/>
              <a:gd name="csX183" fmla="*/ 284864 w 1555078"/>
              <a:gd name="csY183" fmla="*/ 625969 h 1003253"/>
              <a:gd name="csX184" fmla="*/ 286421 w 1555078"/>
              <a:gd name="csY184" fmla="*/ 628839 h 1003253"/>
              <a:gd name="csX185" fmla="*/ 287977 w 1555078"/>
              <a:gd name="csY185" fmla="*/ 631683 h 1003253"/>
              <a:gd name="csX186" fmla="*/ 289534 w 1555078"/>
              <a:gd name="csY186" fmla="*/ 634501 h 1003253"/>
              <a:gd name="csX187" fmla="*/ 291091 w 1555078"/>
              <a:gd name="csY187" fmla="*/ 637293 h 1003253"/>
              <a:gd name="csX188" fmla="*/ 292648 w 1555078"/>
              <a:gd name="csY188" fmla="*/ 640060 h 1003253"/>
              <a:gd name="csX189" fmla="*/ 294204 w 1555078"/>
              <a:gd name="csY189" fmla="*/ 642801 h 1003253"/>
              <a:gd name="csX190" fmla="*/ 295761 w 1555078"/>
              <a:gd name="csY190" fmla="*/ 645517 h 1003253"/>
              <a:gd name="csX191" fmla="*/ 297317 w 1555078"/>
              <a:gd name="csY191" fmla="*/ 648210 h 1003253"/>
              <a:gd name="csX192" fmla="*/ 298874 w 1555078"/>
              <a:gd name="csY192" fmla="*/ 650876 h 1003253"/>
              <a:gd name="csX193" fmla="*/ 300431 w 1555078"/>
              <a:gd name="csY193" fmla="*/ 653520 h 1003253"/>
              <a:gd name="csX194" fmla="*/ 301987 w 1555078"/>
              <a:gd name="csY194" fmla="*/ 656138 h 1003253"/>
              <a:gd name="csX195" fmla="*/ 303544 w 1555078"/>
              <a:gd name="csY195" fmla="*/ 658733 h 1003253"/>
              <a:gd name="csX196" fmla="*/ 305100 w 1555078"/>
              <a:gd name="csY196" fmla="*/ 661305 h 1003253"/>
              <a:gd name="csX197" fmla="*/ 306657 w 1555078"/>
              <a:gd name="csY197" fmla="*/ 663853 h 1003253"/>
              <a:gd name="csX198" fmla="*/ 308213 w 1555078"/>
              <a:gd name="csY198" fmla="*/ 666378 h 1003253"/>
              <a:gd name="csX199" fmla="*/ 309770 w 1555078"/>
              <a:gd name="csY199" fmla="*/ 668880 h 1003253"/>
              <a:gd name="csX200" fmla="*/ 311327 w 1555078"/>
              <a:gd name="csY200" fmla="*/ 671360 h 1003253"/>
              <a:gd name="csX201" fmla="*/ 312884 w 1555078"/>
              <a:gd name="csY201" fmla="*/ 673817 h 1003253"/>
              <a:gd name="csX202" fmla="*/ 314440 w 1555078"/>
              <a:gd name="csY202" fmla="*/ 676252 h 1003253"/>
              <a:gd name="csX203" fmla="*/ 315997 w 1555078"/>
              <a:gd name="csY203" fmla="*/ 678665 h 1003253"/>
              <a:gd name="csX204" fmla="*/ 317553 w 1555078"/>
              <a:gd name="csY204" fmla="*/ 681056 h 1003253"/>
              <a:gd name="csX205" fmla="*/ 319110 w 1555078"/>
              <a:gd name="csY205" fmla="*/ 683425 h 1003253"/>
              <a:gd name="csX206" fmla="*/ 320667 w 1555078"/>
              <a:gd name="csY206" fmla="*/ 685774 h 1003253"/>
              <a:gd name="csX207" fmla="*/ 322224 w 1555078"/>
              <a:gd name="csY207" fmla="*/ 688101 h 1003253"/>
              <a:gd name="csX208" fmla="*/ 323780 w 1555078"/>
              <a:gd name="csY208" fmla="*/ 690409 h 1003253"/>
              <a:gd name="csX209" fmla="*/ 325337 w 1555078"/>
              <a:gd name="csY209" fmla="*/ 692694 h 1003253"/>
              <a:gd name="csX210" fmla="*/ 326893 w 1555078"/>
              <a:gd name="csY210" fmla="*/ 694960 h 1003253"/>
              <a:gd name="csX211" fmla="*/ 328450 w 1555078"/>
              <a:gd name="csY211" fmla="*/ 697204 h 1003253"/>
              <a:gd name="csX212" fmla="*/ 330007 w 1555078"/>
              <a:gd name="csY212" fmla="*/ 699430 h 1003253"/>
              <a:gd name="csX213" fmla="*/ 331564 w 1555078"/>
              <a:gd name="csY213" fmla="*/ 701635 h 1003253"/>
              <a:gd name="csX214" fmla="*/ 333120 w 1555078"/>
              <a:gd name="csY214" fmla="*/ 703821 h 1003253"/>
              <a:gd name="csX215" fmla="*/ 334677 w 1555078"/>
              <a:gd name="csY215" fmla="*/ 705987 h 1003253"/>
              <a:gd name="csX216" fmla="*/ 336233 w 1555078"/>
              <a:gd name="csY216" fmla="*/ 708134 h 1003253"/>
              <a:gd name="csX217" fmla="*/ 337789 w 1555078"/>
              <a:gd name="csY217" fmla="*/ 710262 h 1003253"/>
              <a:gd name="csX218" fmla="*/ 339346 w 1555078"/>
              <a:gd name="csY218" fmla="*/ 712371 h 1003253"/>
              <a:gd name="csX219" fmla="*/ 340903 w 1555078"/>
              <a:gd name="csY219" fmla="*/ 714462 h 1003253"/>
              <a:gd name="csX220" fmla="*/ 342460 w 1555078"/>
              <a:gd name="csY220" fmla="*/ 716533 h 1003253"/>
              <a:gd name="csX221" fmla="*/ 344016 w 1555078"/>
              <a:gd name="csY221" fmla="*/ 718587 h 1003253"/>
              <a:gd name="csX222" fmla="*/ 345573 w 1555078"/>
              <a:gd name="csY222" fmla="*/ 720623 h 1003253"/>
              <a:gd name="csX223" fmla="*/ 347129 w 1555078"/>
              <a:gd name="csY223" fmla="*/ 722640 h 1003253"/>
              <a:gd name="csX224" fmla="*/ 348686 w 1555078"/>
              <a:gd name="csY224" fmla="*/ 724640 h 1003253"/>
              <a:gd name="csX225" fmla="*/ 350243 w 1555078"/>
              <a:gd name="csY225" fmla="*/ 726622 h 1003253"/>
              <a:gd name="csX226" fmla="*/ 351800 w 1555078"/>
              <a:gd name="csY226" fmla="*/ 728587 h 1003253"/>
              <a:gd name="csX227" fmla="*/ 353356 w 1555078"/>
              <a:gd name="csY227" fmla="*/ 730535 h 1003253"/>
              <a:gd name="csX228" fmla="*/ 354913 w 1555078"/>
              <a:gd name="csY228" fmla="*/ 732465 h 1003253"/>
              <a:gd name="csX229" fmla="*/ 356469 w 1555078"/>
              <a:gd name="csY229" fmla="*/ 734376 h 1003253"/>
              <a:gd name="csX230" fmla="*/ 358026 w 1555078"/>
              <a:gd name="csY230" fmla="*/ 736273 h 1003253"/>
              <a:gd name="csX231" fmla="*/ 359583 w 1555078"/>
              <a:gd name="csY231" fmla="*/ 738154 h 1003253"/>
              <a:gd name="csX232" fmla="*/ 361140 w 1555078"/>
              <a:gd name="csY232" fmla="*/ 740020 h 1003253"/>
              <a:gd name="csX233" fmla="*/ 362696 w 1555078"/>
              <a:gd name="csY233" fmla="*/ 741869 h 1003253"/>
              <a:gd name="csX234" fmla="*/ 364253 w 1555078"/>
              <a:gd name="csY234" fmla="*/ 743702 h 1003253"/>
              <a:gd name="csX235" fmla="*/ 365809 w 1555078"/>
              <a:gd name="csY235" fmla="*/ 745519 h 1003253"/>
              <a:gd name="csX236" fmla="*/ 367366 w 1555078"/>
              <a:gd name="csY236" fmla="*/ 747321 h 1003253"/>
              <a:gd name="csX237" fmla="*/ 368922 w 1555078"/>
              <a:gd name="csY237" fmla="*/ 749106 h 1003253"/>
              <a:gd name="csX238" fmla="*/ 370479 w 1555078"/>
              <a:gd name="csY238" fmla="*/ 750875 h 1003253"/>
              <a:gd name="csX239" fmla="*/ 372036 w 1555078"/>
              <a:gd name="csY239" fmla="*/ 752628 h 1003253"/>
              <a:gd name="csX240" fmla="*/ 373592 w 1555078"/>
              <a:gd name="csY240" fmla="*/ 754365 h 1003253"/>
              <a:gd name="csX241" fmla="*/ 375149 w 1555078"/>
              <a:gd name="csY241" fmla="*/ 756087 h 1003253"/>
              <a:gd name="csX242" fmla="*/ 376705 w 1555078"/>
              <a:gd name="csY242" fmla="*/ 757800 h 1003253"/>
              <a:gd name="csX243" fmla="*/ 378262 w 1555078"/>
              <a:gd name="csY243" fmla="*/ 759497 h 1003253"/>
              <a:gd name="csX244" fmla="*/ 379819 w 1555078"/>
              <a:gd name="csY244" fmla="*/ 761170 h 1003253"/>
              <a:gd name="csX245" fmla="*/ 381376 w 1555078"/>
              <a:gd name="csY245" fmla="*/ 762835 h 1003253"/>
              <a:gd name="csX246" fmla="*/ 382932 w 1555078"/>
              <a:gd name="csY246" fmla="*/ 764492 h 1003253"/>
              <a:gd name="csX247" fmla="*/ 384489 w 1555078"/>
              <a:gd name="csY247" fmla="*/ 766125 h 1003253"/>
              <a:gd name="csX248" fmla="*/ 386045 w 1555078"/>
              <a:gd name="csY248" fmla="*/ 767750 h 1003253"/>
              <a:gd name="csX249" fmla="*/ 387602 w 1555078"/>
              <a:gd name="csY249" fmla="*/ 769360 h 1003253"/>
              <a:gd name="csX250" fmla="*/ 389159 w 1555078"/>
              <a:gd name="csY250" fmla="*/ 770961 h 1003253"/>
              <a:gd name="csX251" fmla="*/ 390716 w 1555078"/>
              <a:gd name="csY251" fmla="*/ 772538 h 1003253"/>
              <a:gd name="csX252" fmla="*/ 392272 w 1555078"/>
              <a:gd name="csY252" fmla="*/ 774107 h 1003253"/>
              <a:gd name="csX253" fmla="*/ 393829 w 1555078"/>
              <a:gd name="csY253" fmla="*/ 775668 h 1003253"/>
              <a:gd name="csX254" fmla="*/ 395385 w 1555078"/>
              <a:gd name="csY254" fmla="*/ 777213 h 1003253"/>
              <a:gd name="csX255" fmla="*/ 396942 w 1555078"/>
              <a:gd name="csY255" fmla="*/ 778742 h 1003253"/>
              <a:gd name="csX256" fmla="*/ 398498 w 1555078"/>
              <a:gd name="csY256" fmla="*/ 780255 h 1003253"/>
              <a:gd name="csX257" fmla="*/ 400055 w 1555078"/>
              <a:gd name="csY257" fmla="*/ 781760 h 1003253"/>
              <a:gd name="csX258" fmla="*/ 401612 w 1555078"/>
              <a:gd name="csY258" fmla="*/ 783249 h 1003253"/>
              <a:gd name="csX259" fmla="*/ 403169 w 1555078"/>
              <a:gd name="csY259" fmla="*/ 784730 h 1003253"/>
              <a:gd name="csX260" fmla="*/ 404725 w 1555078"/>
              <a:gd name="csY260" fmla="*/ 786195 h 1003253"/>
              <a:gd name="csX261" fmla="*/ 406281 w 1555078"/>
              <a:gd name="csY261" fmla="*/ 787652 h 1003253"/>
              <a:gd name="csX262" fmla="*/ 407838 w 1555078"/>
              <a:gd name="csY262" fmla="*/ 789093 h 1003253"/>
              <a:gd name="csX263" fmla="*/ 409395 w 1555078"/>
              <a:gd name="csY263" fmla="*/ 790526 h 1003253"/>
              <a:gd name="csX264" fmla="*/ 410952 w 1555078"/>
              <a:gd name="csY264" fmla="*/ 791943 h 1003253"/>
              <a:gd name="csX265" fmla="*/ 412508 w 1555078"/>
              <a:gd name="csY265" fmla="*/ 793352 h 1003253"/>
              <a:gd name="csX266" fmla="*/ 414065 w 1555078"/>
              <a:gd name="csY266" fmla="*/ 794745 h 1003253"/>
              <a:gd name="csX267" fmla="*/ 415621 w 1555078"/>
              <a:gd name="csY267" fmla="*/ 796130 h 1003253"/>
              <a:gd name="csX268" fmla="*/ 417178 w 1555078"/>
              <a:gd name="csY268" fmla="*/ 797507 h 1003253"/>
              <a:gd name="csX269" fmla="*/ 418735 w 1555078"/>
              <a:gd name="csY269" fmla="*/ 798868 h 1003253"/>
              <a:gd name="csX270" fmla="*/ 420292 w 1555078"/>
              <a:gd name="csY270" fmla="*/ 800212 h 1003253"/>
              <a:gd name="csX271" fmla="*/ 421848 w 1555078"/>
              <a:gd name="csY271" fmla="*/ 801549 h 1003253"/>
              <a:gd name="csX272" fmla="*/ 423405 w 1555078"/>
              <a:gd name="csY272" fmla="*/ 802878 h 1003253"/>
              <a:gd name="csX273" fmla="*/ 424961 w 1555078"/>
              <a:gd name="csY273" fmla="*/ 804199 h 1003253"/>
              <a:gd name="csX274" fmla="*/ 426518 w 1555078"/>
              <a:gd name="csY274" fmla="*/ 805504 h 1003253"/>
              <a:gd name="csX275" fmla="*/ 428074 w 1555078"/>
              <a:gd name="csY275" fmla="*/ 806801 h 1003253"/>
              <a:gd name="csX276" fmla="*/ 429632 w 1555078"/>
              <a:gd name="csY276" fmla="*/ 808082 h 1003253"/>
              <a:gd name="csX277" fmla="*/ 431188 w 1555078"/>
              <a:gd name="csY277" fmla="*/ 809355 h 1003253"/>
              <a:gd name="csX278" fmla="*/ 432745 w 1555078"/>
              <a:gd name="csY278" fmla="*/ 810620 h 1003253"/>
              <a:gd name="csX279" fmla="*/ 434301 w 1555078"/>
              <a:gd name="csY279" fmla="*/ 811876 h 1003253"/>
              <a:gd name="csX280" fmla="*/ 435858 w 1555078"/>
              <a:gd name="csY280" fmla="*/ 813117 h 1003253"/>
              <a:gd name="csX281" fmla="*/ 437414 w 1555078"/>
              <a:gd name="csY281" fmla="*/ 814350 h 1003253"/>
              <a:gd name="csX282" fmla="*/ 438971 w 1555078"/>
              <a:gd name="csY282" fmla="*/ 815575 h 1003253"/>
              <a:gd name="csX283" fmla="*/ 440528 w 1555078"/>
              <a:gd name="csY283" fmla="*/ 816792 h 1003253"/>
              <a:gd name="csX284" fmla="*/ 442084 w 1555078"/>
              <a:gd name="csY284" fmla="*/ 817992 h 1003253"/>
              <a:gd name="csX285" fmla="*/ 443641 w 1555078"/>
              <a:gd name="csY285" fmla="*/ 819185 h 1003253"/>
              <a:gd name="csX286" fmla="*/ 445197 w 1555078"/>
              <a:gd name="csY286" fmla="*/ 820370 h 1003253"/>
              <a:gd name="csX287" fmla="*/ 446754 w 1555078"/>
              <a:gd name="csY287" fmla="*/ 821547 h 1003253"/>
              <a:gd name="csX288" fmla="*/ 448311 w 1555078"/>
              <a:gd name="csY288" fmla="*/ 822716 h 1003253"/>
              <a:gd name="csX289" fmla="*/ 449868 w 1555078"/>
              <a:gd name="csY289" fmla="*/ 823868 h 1003253"/>
              <a:gd name="csX290" fmla="*/ 451424 w 1555078"/>
              <a:gd name="csY290" fmla="*/ 825013 h 1003253"/>
              <a:gd name="csX291" fmla="*/ 452981 w 1555078"/>
              <a:gd name="csY291" fmla="*/ 826158 h 1003253"/>
              <a:gd name="csX292" fmla="*/ 454537 w 1555078"/>
              <a:gd name="csY292" fmla="*/ 827287 h 1003253"/>
              <a:gd name="csX293" fmla="*/ 456094 w 1555078"/>
              <a:gd name="csY293" fmla="*/ 828408 h 1003253"/>
              <a:gd name="csX294" fmla="*/ 457650 w 1555078"/>
              <a:gd name="csY294" fmla="*/ 829512 h 1003253"/>
              <a:gd name="csX295" fmla="*/ 459208 w 1555078"/>
              <a:gd name="csY295" fmla="*/ 830617 h 1003253"/>
              <a:gd name="csX296" fmla="*/ 460764 w 1555078"/>
              <a:gd name="csY296" fmla="*/ 831714 h 1003253"/>
              <a:gd name="csX297" fmla="*/ 462321 w 1555078"/>
              <a:gd name="csY297" fmla="*/ 832794 h 1003253"/>
              <a:gd name="csX298" fmla="*/ 463877 w 1555078"/>
              <a:gd name="csY298" fmla="*/ 833875 h 1003253"/>
              <a:gd name="csX299" fmla="*/ 465434 w 1555078"/>
              <a:gd name="csY299" fmla="*/ 834940 h 1003253"/>
              <a:gd name="csX300" fmla="*/ 466990 w 1555078"/>
              <a:gd name="csY300" fmla="*/ 835997 h 1003253"/>
              <a:gd name="csX301" fmla="*/ 468547 w 1555078"/>
              <a:gd name="csY301" fmla="*/ 837053 h 1003253"/>
              <a:gd name="csX302" fmla="*/ 470104 w 1555078"/>
              <a:gd name="csY302" fmla="*/ 838094 h 1003253"/>
              <a:gd name="csX303" fmla="*/ 471661 w 1555078"/>
              <a:gd name="csY303" fmla="*/ 839127 h 1003253"/>
              <a:gd name="csX304" fmla="*/ 473217 w 1555078"/>
              <a:gd name="csY304" fmla="*/ 840151 h 1003253"/>
              <a:gd name="csX305" fmla="*/ 474773 w 1555078"/>
              <a:gd name="csY305" fmla="*/ 841176 h 1003253"/>
              <a:gd name="csX306" fmla="*/ 476330 w 1555078"/>
              <a:gd name="csY306" fmla="*/ 842185 h 1003253"/>
              <a:gd name="csX307" fmla="*/ 477887 w 1555078"/>
              <a:gd name="csY307" fmla="*/ 843185 h 1003253"/>
              <a:gd name="csX308" fmla="*/ 479444 w 1555078"/>
              <a:gd name="csY308" fmla="*/ 844186 h 1003253"/>
              <a:gd name="csX309" fmla="*/ 481000 w 1555078"/>
              <a:gd name="csY309" fmla="*/ 845171 h 1003253"/>
              <a:gd name="csX310" fmla="*/ 482557 w 1555078"/>
              <a:gd name="csY310" fmla="*/ 846148 h 1003253"/>
              <a:gd name="csX311" fmla="*/ 484113 w 1555078"/>
              <a:gd name="csY311" fmla="*/ 847124 h 1003253"/>
              <a:gd name="csX312" fmla="*/ 485670 w 1555078"/>
              <a:gd name="csY312" fmla="*/ 848085 h 1003253"/>
              <a:gd name="csX313" fmla="*/ 487226 w 1555078"/>
              <a:gd name="csY313" fmla="*/ 849045 h 1003253"/>
              <a:gd name="csX314" fmla="*/ 488784 w 1555078"/>
              <a:gd name="csY314" fmla="*/ 849990 h 1003253"/>
              <a:gd name="csX315" fmla="*/ 490340 w 1555078"/>
              <a:gd name="csY315" fmla="*/ 850935 h 1003253"/>
              <a:gd name="csX316" fmla="*/ 491897 w 1555078"/>
              <a:gd name="csY316" fmla="*/ 851871 h 1003253"/>
              <a:gd name="csX317" fmla="*/ 493453 w 1555078"/>
              <a:gd name="csY317" fmla="*/ 852800 h 1003253"/>
              <a:gd name="csX318" fmla="*/ 495010 w 1555078"/>
              <a:gd name="csY318" fmla="*/ 853721 h 1003253"/>
              <a:gd name="csX319" fmla="*/ 496566 w 1555078"/>
              <a:gd name="csY319" fmla="*/ 854633 h 1003253"/>
              <a:gd name="csX320" fmla="*/ 498123 w 1555078"/>
              <a:gd name="csY320" fmla="*/ 855538 h 1003253"/>
              <a:gd name="csX321" fmla="*/ 499680 w 1555078"/>
              <a:gd name="csY321" fmla="*/ 856442 h 1003253"/>
              <a:gd name="csX322" fmla="*/ 501237 w 1555078"/>
              <a:gd name="csY322" fmla="*/ 857331 h 1003253"/>
              <a:gd name="csX323" fmla="*/ 502793 w 1555078"/>
              <a:gd name="csY323" fmla="*/ 858220 h 1003253"/>
              <a:gd name="csX324" fmla="*/ 504350 w 1555078"/>
              <a:gd name="csY324" fmla="*/ 859100 h 1003253"/>
              <a:gd name="csX325" fmla="*/ 505906 w 1555078"/>
              <a:gd name="csY325" fmla="*/ 859973 h 1003253"/>
              <a:gd name="csX326" fmla="*/ 507463 w 1555078"/>
              <a:gd name="csY326" fmla="*/ 860837 h 1003253"/>
              <a:gd name="csX327" fmla="*/ 509020 w 1555078"/>
              <a:gd name="csY327" fmla="*/ 861702 h 1003253"/>
              <a:gd name="csX328" fmla="*/ 510576 w 1555078"/>
              <a:gd name="csY328" fmla="*/ 862551 h 1003253"/>
              <a:gd name="csX329" fmla="*/ 512133 w 1555078"/>
              <a:gd name="csY329" fmla="*/ 863399 h 1003253"/>
              <a:gd name="csX330" fmla="*/ 513689 w 1555078"/>
              <a:gd name="csY330" fmla="*/ 864240 h 1003253"/>
              <a:gd name="csX331" fmla="*/ 515246 w 1555078"/>
              <a:gd name="csY331" fmla="*/ 865072 h 1003253"/>
              <a:gd name="csX332" fmla="*/ 516803 w 1555078"/>
              <a:gd name="csY332" fmla="*/ 865905 h 1003253"/>
              <a:gd name="csX333" fmla="*/ 518360 w 1555078"/>
              <a:gd name="csY333" fmla="*/ 866729 h 1003253"/>
              <a:gd name="csX334" fmla="*/ 519914 w 1555078"/>
              <a:gd name="csY334" fmla="*/ 867546 h 1003253"/>
              <a:gd name="csX335" fmla="*/ 521475 w 1555078"/>
              <a:gd name="csY335" fmla="*/ 868355 h 1003253"/>
              <a:gd name="csX336" fmla="*/ 523028 w 1555078"/>
              <a:gd name="csY336" fmla="*/ 869155 h 1003253"/>
              <a:gd name="csX337" fmla="*/ 524589 w 1555078"/>
              <a:gd name="csY337" fmla="*/ 869956 h 1003253"/>
              <a:gd name="csX338" fmla="*/ 526142 w 1555078"/>
              <a:gd name="csY338" fmla="*/ 870748 h 1003253"/>
              <a:gd name="csX339" fmla="*/ 527695 w 1555078"/>
              <a:gd name="csY339" fmla="*/ 871533 h 1003253"/>
              <a:gd name="csX340" fmla="*/ 529257 w 1555078"/>
              <a:gd name="csY340" fmla="*/ 872309 h 1003253"/>
              <a:gd name="csX341" fmla="*/ 530810 w 1555078"/>
              <a:gd name="csY341" fmla="*/ 873086 h 1003253"/>
              <a:gd name="csX342" fmla="*/ 532371 w 1555078"/>
              <a:gd name="csY342" fmla="*/ 873854 h 1003253"/>
              <a:gd name="csX343" fmla="*/ 533924 w 1555078"/>
              <a:gd name="csY343" fmla="*/ 874615 h 1003253"/>
              <a:gd name="csX344" fmla="*/ 535485 w 1555078"/>
              <a:gd name="csY344" fmla="*/ 875375 h 1003253"/>
              <a:gd name="csX345" fmla="*/ 537038 w 1555078"/>
              <a:gd name="csY345" fmla="*/ 876128 h 1003253"/>
              <a:gd name="csX346" fmla="*/ 538599 w 1555078"/>
              <a:gd name="csY346" fmla="*/ 876872 h 1003253"/>
              <a:gd name="csX347" fmla="*/ 540152 w 1555078"/>
              <a:gd name="csY347" fmla="*/ 877617 h 1003253"/>
              <a:gd name="csX348" fmla="*/ 541713 w 1555078"/>
              <a:gd name="csY348" fmla="*/ 878345 h 1003253"/>
              <a:gd name="csX349" fmla="*/ 543266 w 1555078"/>
              <a:gd name="csY349" fmla="*/ 879082 h 1003253"/>
              <a:gd name="csX350" fmla="*/ 544819 w 1555078"/>
              <a:gd name="csY350" fmla="*/ 879802 h 1003253"/>
              <a:gd name="csX351" fmla="*/ 546380 w 1555078"/>
              <a:gd name="csY351" fmla="*/ 880523 h 1003253"/>
              <a:gd name="csX352" fmla="*/ 547933 w 1555078"/>
              <a:gd name="csY352" fmla="*/ 881235 h 1003253"/>
              <a:gd name="csX353" fmla="*/ 549494 w 1555078"/>
              <a:gd name="csY353" fmla="*/ 881948 h 1003253"/>
              <a:gd name="csX354" fmla="*/ 551047 w 1555078"/>
              <a:gd name="csY354" fmla="*/ 882652 h 1003253"/>
              <a:gd name="csX355" fmla="*/ 552608 w 1555078"/>
              <a:gd name="csY355" fmla="*/ 883349 h 1003253"/>
              <a:gd name="csX356" fmla="*/ 554161 w 1555078"/>
              <a:gd name="csY356" fmla="*/ 884045 h 1003253"/>
              <a:gd name="csX357" fmla="*/ 555722 w 1555078"/>
              <a:gd name="csY357" fmla="*/ 884734 h 1003253"/>
              <a:gd name="csX358" fmla="*/ 557275 w 1555078"/>
              <a:gd name="csY358" fmla="*/ 885414 h 1003253"/>
              <a:gd name="csX359" fmla="*/ 558829 w 1555078"/>
              <a:gd name="csY359" fmla="*/ 886094 h 1003253"/>
              <a:gd name="csX360" fmla="*/ 560390 w 1555078"/>
              <a:gd name="csY360" fmla="*/ 886767 h 1003253"/>
              <a:gd name="csX361" fmla="*/ 561943 w 1555078"/>
              <a:gd name="csY361" fmla="*/ 887439 h 1003253"/>
              <a:gd name="csX362" fmla="*/ 563504 w 1555078"/>
              <a:gd name="csY362" fmla="*/ 888104 h 1003253"/>
              <a:gd name="csX363" fmla="*/ 565057 w 1555078"/>
              <a:gd name="csY363" fmla="*/ 888760 h 1003253"/>
              <a:gd name="csX364" fmla="*/ 566618 w 1555078"/>
              <a:gd name="csY364" fmla="*/ 889417 h 1003253"/>
              <a:gd name="csX365" fmla="*/ 568171 w 1555078"/>
              <a:gd name="csY365" fmla="*/ 890065 h 1003253"/>
              <a:gd name="csX366" fmla="*/ 569732 w 1555078"/>
              <a:gd name="csY366" fmla="*/ 890714 h 1003253"/>
              <a:gd name="csX367" fmla="*/ 571285 w 1555078"/>
              <a:gd name="csY367" fmla="*/ 891354 h 1003253"/>
              <a:gd name="csX368" fmla="*/ 572838 w 1555078"/>
              <a:gd name="csY368" fmla="*/ 891986 h 1003253"/>
              <a:gd name="csX369" fmla="*/ 574399 w 1555078"/>
              <a:gd name="csY369" fmla="*/ 892619 h 1003253"/>
              <a:gd name="csX370" fmla="*/ 575952 w 1555078"/>
              <a:gd name="csY370" fmla="*/ 893243 h 1003253"/>
              <a:gd name="csX371" fmla="*/ 577513 w 1555078"/>
              <a:gd name="csY371" fmla="*/ 893868 h 1003253"/>
              <a:gd name="csX372" fmla="*/ 579066 w 1555078"/>
              <a:gd name="csY372" fmla="*/ 894492 h 1003253"/>
              <a:gd name="csX373" fmla="*/ 580627 w 1555078"/>
              <a:gd name="csY373" fmla="*/ 895101 h 1003253"/>
              <a:gd name="csX374" fmla="*/ 582180 w 1555078"/>
              <a:gd name="csY374" fmla="*/ 895709 h 1003253"/>
              <a:gd name="csX375" fmla="*/ 583741 w 1555078"/>
              <a:gd name="csY375" fmla="*/ 896317 h 1003253"/>
              <a:gd name="csX376" fmla="*/ 585294 w 1555078"/>
              <a:gd name="csY376" fmla="*/ 896918 h 1003253"/>
              <a:gd name="csX377" fmla="*/ 586848 w 1555078"/>
              <a:gd name="csY377" fmla="*/ 897518 h 1003253"/>
              <a:gd name="csX378" fmla="*/ 588409 w 1555078"/>
              <a:gd name="csY378" fmla="*/ 898111 h 1003253"/>
              <a:gd name="csX379" fmla="*/ 589962 w 1555078"/>
              <a:gd name="csY379" fmla="*/ 898695 h 1003253"/>
              <a:gd name="csX380" fmla="*/ 591523 w 1555078"/>
              <a:gd name="csY380" fmla="*/ 899279 h 1003253"/>
              <a:gd name="csX381" fmla="*/ 593076 w 1555078"/>
              <a:gd name="csY381" fmla="*/ 899864 h 1003253"/>
              <a:gd name="csX382" fmla="*/ 594637 w 1555078"/>
              <a:gd name="csY382" fmla="*/ 900440 h 1003253"/>
              <a:gd name="csX383" fmla="*/ 596190 w 1555078"/>
              <a:gd name="csY383" fmla="*/ 901009 h 1003253"/>
              <a:gd name="csX384" fmla="*/ 597751 w 1555078"/>
              <a:gd name="csY384" fmla="*/ 901577 h 1003253"/>
              <a:gd name="csX385" fmla="*/ 599304 w 1555078"/>
              <a:gd name="csY385" fmla="*/ 902145 h 1003253"/>
              <a:gd name="csX386" fmla="*/ 600865 w 1555078"/>
              <a:gd name="csY386" fmla="*/ 902706 h 1003253"/>
              <a:gd name="csX387" fmla="*/ 602418 w 1555078"/>
              <a:gd name="csY387" fmla="*/ 903266 h 1003253"/>
              <a:gd name="csX388" fmla="*/ 603971 w 1555078"/>
              <a:gd name="csY388" fmla="*/ 903818 h 1003253"/>
              <a:gd name="csX389" fmla="*/ 605532 w 1555078"/>
              <a:gd name="csY389" fmla="*/ 904363 h 1003253"/>
              <a:gd name="csX390" fmla="*/ 607085 w 1555078"/>
              <a:gd name="csY390" fmla="*/ 904907 h 1003253"/>
              <a:gd name="csX391" fmla="*/ 608646 w 1555078"/>
              <a:gd name="csY391" fmla="*/ 905452 h 1003253"/>
              <a:gd name="csX392" fmla="*/ 610199 w 1555078"/>
              <a:gd name="csY392" fmla="*/ 905988 h 1003253"/>
              <a:gd name="csX393" fmla="*/ 611760 w 1555078"/>
              <a:gd name="csY393" fmla="*/ 906524 h 1003253"/>
              <a:gd name="csX394" fmla="*/ 613313 w 1555078"/>
              <a:gd name="csY394" fmla="*/ 907053 h 1003253"/>
              <a:gd name="csX395" fmla="*/ 614874 w 1555078"/>
              <a:gd name="csY395" fmla="*/ 907581 h 1003253"/>
              <a:gd name="csX396" fmla="*/ 616427 w 1555078"/>
              <a:gd name="csY396" fmla="*/ 908101 h 1003253"/>
              <a:gd name="csX397" fmla="*/ 617981 w 1555078"/>
              <a:gd name="csY397" fmla="*/ 908622 h 1003253"/>
              <a:gd name="csX398" fmla="*/ 619542 w 1555078"/>
              <a:gd name="csY398" fmla="*/ 909142 h 1003253"/>
              <a:gd name="csX399" fmla="*/ 621095 w 1555078"/>
              <a:gd name="csY399" fmla="*/ 909654 h 1003253"/>
              <a:gd name="csX400" fmla="*/ 622656 w 1555078"/>
              <a:gd name="csY400" fmla="*/ 910159 h 1003253"/>
              <a:gd name="csX401" fmla="*/ 624209 w 1555078"/>
              <a:gd name="csY401" fmla="*/ 910671 h 1003253"/>
              <a:gd name="csX402" fmla="*/ 625770 w 1555078"/>
              <a:gd name="csY402" fmla="*/ 911167 h 1003253"/>
              <a:gd name="csX403" fmla="*/ 627323 w 1555078"/>
              <a:gd name="csY403" fmla="*/ 911672 h 1003253"/>
              <a:gd name="csX404" fmla="*/ 628884 w 1555078"/>
              <a:gd name="csY404" fmla="*/ 912168 h 1003253"/>
              <a:gd name="csX405" fmla="*/ 630437 w 1555078"/>
              <a:gd name="csY405" fmla="*/ 912656 h 1003253"/>
              <a:gd name="csX406" fmla="*/ 631990 w 1555078"/>
              <a:gd name="csY406" fmla="*/ 913145 h 1003253"/>
              <a:gd name="csX407" fmla="*/ 633551 w 1555078"/>
              <a:gd name="csY407" fmla="*/ 913633 h 1003253"/>
              <a:gd name="csX408" fmla="*/ 635104 w 1555078"/>
              <a:gd name="csY408" fmla="*/ 914113 h 1003253"/>
              <a:gd name="csX409" fmla="*/ 636665 w 1555078"/>
              <a:gd name="csY409" fmla="*/ 914594 h 1003253"/>
              <a:gd name="csX410" fmla="*/ 638218 w 1555078"/>
              <a:gd name="csY410" fmla="*/ 915066 h 1003253"/>
              <a:gd name="csX411" fmla="*/ 639779 w 1555078"/>
              <a:gd name="csY411" fmla="*/ 915538 h 1003253"/>
              <a:gd name="csX412" fmla="*/ 641332 w 1555078"/>
              <a:gd name="csY412" fmla="*/ 916011 h 1003253"/>
              <a:gd name="csX413" fmla="*/ 642893 w 1555078"/>
              <a:gd name="csY413" fmla="*/ 916475 h 1003253"/>
              <a:gd name="csX414" fmla="*/ 644446 w 1555078"/>
              <a:gd name="csY414" fmla="*/ 916939 h 1003253"/>
              <a:gd name="csX415" fmla="*/ 646008 w 1555078"/>
              <a:gd name="csY415" fmla="*/ 917404 h 1003253"/>
              <a:gd name="csX416" fmla="*/ 647561 w 1555078"/>
              <a:gd name="csY416" fmla="*/ 917860 h 1003253"/>
              <a:gd name="csX417" fmla="*/ 649114 w 1555078"/>
              <a:gd name="csY417" fmla="*/ 918316 h 1003253"/>
              <a:gd name="csX418" fmla="*/ 650675 w 1555078"/>
              <a:gd name="csY418" fmla="*/ 918765 h 1003253"/>
              <a:gd name="csX419" fmla="*/ 652228 w 1555078"/>
              <a:gd name="csY419" fmla="*/ 919213 h 1003253"/>
              <a:gd name="csX420" fmla="*/ 653789 w 1555078"/>
              <a:gd name="csY420" fmla="*/ 919661 h 1003253"/>
              <a:gd name="csX421" fmla="*/ 655342 w 1555078"/>
              <a:gd name="csY421" fmla="*/ 920101 h 1003253"/>
              <a:gd name="csX422" fmla="*/ 656903 w 1555078"/>
              <a:gd name="csY422" fmla="*/ 920542 h 1003253"/>
              <a:gd name="csX423" fmla="*/ 658456 w 1555078"/>
              <a:gd name="csY423" fmla="*/ 920974 h 1003253"/>
              <a:gd name="csX424" fmla="*/ 660017 w 1555078"/>
              <a:gd name="csY424" fmla="*/ 921406 h 1003253"/>
              <a:gd name="csX425" fmla="*/ 661570 w 1555078"/>
              <a:gd name="csY425" fmla="*/ 921839 h 1003253"/>
              <a:gd name="csX426" fmla="*/ 663123 w 1555078"/>
              <a:gd name="csY426" fmla="*/ 922271 h 1003253"/>
              <a:gd name="csX427" fmla="*/ 664684 w 1555078"/>
              <a:gd name="csY427" fmla="*/ 922695 h 1003253"/>
              <a:gd name="csX428" fmla="*/ 666237 w 1555078"/>
              <a:gd name="csY428" fmla="*/ 923119 h 1003253"/>
              <a:gd name="csX429" fmla="*/ 667798 w 1555078"/>
              <a:gd name="csY429" fmla="*/ 923536 h 1003253"/>
              <a:gd name="csX430" fmla="*/ 669351 w 1555078"/>
              <a:gd name="csY430" fmla="*/ 923952 h 1003253"/>
              <a:gd name="csX431" fmla="*/ 670912 w 1555078"/>
              <a:gd name="csY431" fmla="*/ 924368 h 1003253"/>
              <a:gd name="csX432" fmla="*/ 672465 w 1555078"/>
              <a:gd name="csY432" fmla="*/ 924777 h 1003253"/>
              <a:gd name="csX433" fmla="*/ 674027 w 1555078"/>
              <a:gd name="csY433" fmla="*/ 925185 h 1003253"/>
              <a:gd name="csX434" fmla="*/ 675580 w 1555078"/>
              <a:gd name="csY434" fmla="*/ 925593 h 1003253"/>
              <a:gd name="csX435" fmla="*/ 677133 w 1555078"/>
              <a:gd name="csY435" fmla="*/ 925994 h 1003253"/>
              <a:gd name="csX436" fmla="*/ 678694 w 1555078"/>
              <a:gd name="csY436" fmla="*/ 926394 h 1003253"/>
              <a:gd name="csX437" fmla="*/ 680247 w 1555078"/>
              <a:gd name="csY437" fmla="*/ 926794 h 1003253"/>
              <a:gd name="csX438" fmla="*/ 681808 w 1555078"/>
              <a:gd name="csY438" fmla="*/ 927194 h 1003253"/>
              <a:gd name="csX439" fmla="*/ 683361 w 1555078"/>
              <a:gd name="csY439" fmla="*/ 927587 h 1003253"/>
              <a:gd name="csX440" fmla="*/ 684922 w 1555078"/>
              <a:gd name="csY440" fmla="*/ 927971 h 1003253"/>
              <a:gd name="csX441" fmla="*/ 686475 w 1555078"/>
              <a:gd name="csY441" fmla="*/ 928363 h 1003253"/>
              <a:gd name="csX442" fmla="*/ 688036 w 1555078"/>
              <a:gd name="csY442" fmla="*/ 928747 h 1003253"/>
              <a:gd name="csX443" fmla="*/ 689589 w 1555078"/>
              <a:gd name="csY443" fmla="*/ 929132 h 1003253"/>
              <a:gd name="csX444" fmla="*/ 691142 w 1555078"/>
              <a:gd name="csY444" fmla="*/ 929516 h 1003253"/>
              <a:gd name="csX445" fmla="*/ 692703 w 1555078"/>
              <a:gd name="csY445" fmla="*/ 929892 h 1003253"/>
              <a:gd name="csX446" fmla="*/ 694256 w 1555078"/>
              <a:gd name="csY446" fmla="*/ 930268 h 1003253"/>
              <a:gd name="csX447" fmla="*/ 695817 w 1555078"/>
              <a:gd name="csY447" fmla="*/ 930637 h 1003253"/>
              <a:gd name="csX448" fmla="*/ 697370 w 1555078"/>
              <a:gd name="csY448" fmla="*/ 931013 h 1003253"/>
              <a:gd name="csX449" fmla="*/ 698931 w 1555078"/>
              <a:gd name="csY449" fmla="*/ 931381 h 1003253"/>
              <a:gd name="csX450" fmla="*/ 700484 w 1555078"/>
              <a:gd name="csY450" fmla="*/ 931749 h 1003253"/>
              <a:gd name="csX451" fmla="*/ 702045 w 1555078"/>
              <a:gd name="csY451" fmla="*/ 932110 h 1003253"/>
              <a:gd name="csX452" fmla="*/ 703598 w 1555078"/>
              <a:gd name="csY452" fmla="*/ 932470 h 1003253"/>
              <a:gd name="csX453" fmla="*/ 705160 w 1555078"/>
              <a:gd name="csY453" fmla="*/ 932830 h 1003253"/>
              <a:gd name="csX454" fmla="*/ 706713 w 1555078"/>
              <a:gd name="csY454" fmla="*/ 933190 h 1003253"/>
              <a:gd name="csX455" fmla="*/ 708266 w 1555078"/>
              <a:gd name="csY455" fmla="*/ 933543 h 1003253"/>
              <a:gd name="csX456" fmla="*/ 709827 w 1555078"/>
              <a:gd name="csY456" fmla="*/ 933895 h 1003253"/>
              <a:gd name="csX457" fmla="*/ 711380 w 1555078"/>
              <a:gd name="csY457" fmla="*/ 934247 h 1003253"/>
              <a:gd name="csX458" fmla="*/ 712941 w 1555078"/>
              <a:gd name="csY458" fmla="*/ 934599 h 1003253"/>
              <a:gd name="csX459" fmla="*/ 714494 w 1555078"/>
              <a:gd name="csY459" fmla="*/ 934943 h 1003253"/>
              <a:gd name="csX460" fmla="*/ 716055 w 1555078"/>
              <a:gd name="csY460" fmla="*/ 935288 h 1003253"/>
              <a:gd name="csX461" fmla="*/ 717608 w 1555078"/>
              <a:gd name="csY461" fmla="*/ 935624 h 1003253"/>
              <a:gd name="csX462" fmla="*/ 719169 w 1555078"/>
              <a:gd name="csY462" fmla="*/ 935968 h 1003253"/>
              <a:gd name="csX463" fmla="*/ 720722 w 1555078"/>
              <a:gd name="csY463" fmla="*/ 936304 h 1003253"/>
              <a:gd name="csX464" fmla="*/ 722275 w 1555078"/>
              <a:gd name="csY464" fmla="*/ 936641 h 1003253"/>
              <a:gd name="csX465" fmla="*/ 723836 w 1555078"/>
              <a:gd name="csY465" fmla="*/ 936977 h 1003253"/>
              <a:gd name="csX466" fmla="*/ 725389 w 1555078"/>
              <a:gd name="csY466" fmla="*/ 937305 h 1003253"/>
              <a:gd name="csX467" fmla="*/ 726950 w 1555078"/>
              <a:gd name="csY467" fmla="*/ 937633 h 1003253"/>
              <a:gd name="csX468" fmla="*/ 728503 w 1555078"/>
              <a:gd name="csY468" fmla="*/ 937962 h 1003253"/>
              <a:gd name="csX469" fmla="*/ 730064 w 1555078"/>
              <a:gd name="csY469" fmla="*/ 938290 h 1003253"/>
              <a:gd name="csX470" fmla="*/ 731617 w 1555078"/>
              <a:gd name="csY470" fmla="*/ 938610 h 1003253"/>
              <a:gd name="csX471" fmla="*/ 733179 w 1555078"/>
              <a:gd name="csY471" fmla="*/ 938930 h 1003253"/>
              <a:gd name="csX472" fmla="*/ 734732 w 1555078"/>
              <a:gd name="csY472" fmla="*/ 939250 h 1003253"/>
              <a:gd name="csX473" fmla="*/ 736285 w 1555078"/>
              <a:gd name="csY473" fmla="*/ 939563 h 1003253"/>
              <a:gd name="csX474" fmla="*/ 737846 w 1555078"/>
              <a:gd name="csY474" fmla="*/ 939883 h 1003253"/>
              <a:gd name="csX475" fmla="*/ 739399 w 1555078"/>
              <a:gd name="csY475" fmla="*/ 940195 h 1003253"/>
              <a:gd name="csX476" fmla="*/ 740960 w 1555078"/>
              <a:gd name="csY476" fmla="*/ 940507 h 1003253"/>
              <a:gd name="csX477" fmla="*/ 742513 w 1555078"/>
              <a:gd name="csY477" fmla="*/ 940819 h 1003253"/>
              <a:gd name="csX478" fmla="*/ 744074 w 1555078"/>
              <a:gd name="csY478" fmla="*/ 941124 h 1003253"/>
              <a:gd name="csX479" fmla="*/ 745627 w 1555078"/>
              <a:gd name="csY479" fmla="*/ 941428 h 1003253"/>
              <a:gd name="csX480" fmla="*/ 747188 w 1555078"/>
              <a:gd name="csY480" fmla="*/ 941732 h 1003253"/>
              <a:gd name="csX481" fmla="*/ 748741 w 1555078"/>
              <a:gd name="csY481" fmla="*/ 942036 h 1003253"/>
              <a:gd name="csX482" fmla="*/ 750302 w 1555078"/>
              <a:gd name="csY482" fmla="*/ 942332 h 1003253"/>
              <a:gd name="csX483" fmla="*/ 751855 w 1555078"/>
              <a:gd name="csY483" fmla="*/ 942637 h 1003253"/>
              <a:gd name="csX484" fmla="*/ 753408 w 1555078"/>
              <a:gd name="csY484" fmla="*/ 942933 h 1003253"/>
              <a:gd name="csX485" fmla="*/ 754969 w 1555078"/>
              <a:gd name="csY485" fmla="*/ 943221 h 1003253"/>
              <a:gd name="csX486" fmla="*/ 756522 w 1555078"/>
              <a:gd name="csY486" fmla="*/ 943517 h 1003253"/>
              <a:gd name="csX487" fmla="*/ 758083 w 1555078"/>
              <a:gd name="csY487" fmla="*/ 943806 h 1003253"/>
              <a:gd name="csX488" fmla="*/ 759636 w 1555078"/>
              <a:gd name="csY488" fmla="*/ 944094 h 1003253"/>
              <a:gd name="csX489" fmla="*/ 761198 w 1555078"/>
              <a:gd name="csY489" fmla="*/ 944382 h 1003253"/>
              <a:gd name="csX490" fmla="*/ 762751 w 1555078"/>
              <a:gd name="csY490" fmla="*/ 944670 h 1003253"/>
              <a:gd name="csX491" fmla="*/ 764312 w 1555078"/>
              <a:gd name="csY491" fmla="*/ 944958 h 1003253"/>
              <a:gd name="csX492" fmla="*/ 765865 w 1555078"/>
              <a:gd name="csY492" fmla="*/ 945238 h 1003253"/>
              <a:gd name="csX493" fmla="*/ 767418 w 1555078"/>
              <a:gd name="csY493" fmla="*/ 945519 h 1003253"/>
              <a:gd name="csX494" fmla="*/ 768979 w 1555078"/>
              <a:gd name="csY494" fmla="*/ 945799 h 1003253"/>
              <a:gd name="csX495" fmla="*/ 770532 w 1555078"/>
              <a:gd name="csY495" fmla="*/ 946071 h 1003253"/>
              <a:gd name="csX496" fmla="*/ 772093 w 1555078"/>
              <a:gd name="csY496" fmla="*/ 946351 h 1003253"/>
              <a:gd name="csX497" fmla="*/ 773646 w 1555078"/>
              <a:gd name="csY497" fmla="*/ 946623 h 1003253"/>
              <a:gd name="csX498" fmla="*/ 775207 w 1555078"/>
              <a:gd name="csY498" fmla="*/ 946896 h 1003253"/>
              <a:gd name="csX499" fmla="*/ 776760 w 1555078"/>
              <a:gd name="csY499" fmla="*/ 947168 h 1003253"/>
              <a:gd name="csX500" fmla="*/ 778321 w 1555078"/>
              <a:gd name="csY500" fmla="*/ 947440 h 1003253"/>
              <a:gd name="csX501" fmla="*/ 779874 w 1555078"/>
              <a:gd name="csY501" fmla="*/ 947704 h 1003253"/>
              <a:gd name="csX502" fmla="*/ 781427 w 1555078"/>
              <a:gd name="csY502" fmla="*/ 947968 h 1003253"/>
              <a:gd name="csX503" fmla="*/ 782988 w 1555078"/>
              <a:gd name="csY503" fmla="*/ 948232 h 1003253"/>
              <a:gd name="csX504" fmla="*/ 784541 w 1555078"/>
              <a:gd name="csY504" fmla="*/ 948497 h 1003253"/>
              <a:gd name="csX505" fmla="*/ 786102 w 1555078"/>
              <a:gd name="csY505" fmla="*/ 948761 h 1003253"/>
              <a:gd name="csX506" fmla="*/ 787655 w 1555078"/>
              <a:gd name="csY506" fmla="*/ 949017 h 1003253"/>
              <a:gd name="csX507" fmla="*/ 789216 w 1555078"/>
              <a:gd name="csY507" fmla="*/ 949273 h 1003253"/>
              <a:gd name="csX508" fmla="*/ 790769 w 1555078"/>
              <a:gd name="csY508" fmla="*/ 949529 h 1003253"/>
              <a:gd name="csX509" fmla="*/ 792331 w 1555078"/>
              <a:gd name="csY509" fmla="*/ 949786 h 1003253"/>
              <a:gd name="csX510" fmla="*/ 793884 w 1555078"/>
              <a:gd name="csY510" fmla="*/ 950042 h 1003253"/>
              <a:gd name="csX511" fmla="*/ 795437 w 1555078"/>
              <a:gd name="csY511" fmla="*/ 950290 h 1003253"/>
              <a:gd name="csX512" fmla="*/ 796998 w 1555078"/>
              <a:gd name="csY512" fmla="*/ 950546 h 1003253"/>
              <a:gd name="csX513" fmla="*/ 798551 w 1555078"/>
              <a:gd name="csY513" fmla="*/ 950794 h 1003253"/>
              <a:gd name="csX514" fmla="*/ 800112 w 1555078"/>
              <a:gd name="csY514" fmla="*/ 951042 h 1003253"/>
              <a:gd name="csX515" fmla="*/ 801665 w 1555078"/>
              <a:gd name="csY515" fmla="*/ 951291 h 1003253"/>
              <a:gd name="csX516" fmla="*/ 803226 w 1555078"/>
              <a:gd name="csY516" fmla="*/ 951531 h 1003253"/>
              <a:gd name="csX517" fmla="*/ 804779 w 1555078"/>
              <a:gd name="csY517" fmla="*/ 951779 h 1003253"/>
              <a:gd name="csX518" fmla="*/ 806340 w 1555078"/>
              <a:gd name="csY518" fmla="*/ 952019 h 1003253"/>
              <a:gd name="csX519" fmla="*/ 807893 w 1555078"/>
              <a:gd name="csY519" fmla="*/ 952259 h 1003253"/>
              <a:gd name="csX520" fmla="*/ 809454 w 1555078"/>
              <a:gd name="csY520" fmla="*/ 952499 h 1003253"/>
              <a:gd name="csX521" fmla="*/ 811007 w 1555078"/>
              <a:gd name="csY521" fmla="*/ 952732 h 1003253"/>
              <a:gd name="csX522" fmla="*/ 812560 w 1555078"/>
              <a:gd name="csY522" fmla="*/ 952972 h 1003253"/>
              <a:gd name="csX523" fmla="*/ 814121 w 1555078"/>
              <a:gd name="csY523" fmla="*/ 953204 h 1003253"/>
              <a:gd name="csX524" fmla="*/ 815674 w 1555078"/>
              <a:gd name="csY524" fmla="*/ 953444 h 1003253"/>
              <a:gd name="csX525" fmla="*/ 817235 w 1555078"/>
              <a:gd name="csY525" fmla="*/ 953676 h 1003253"/>
              <a:gd name="csX526" fmla="*/ 818788 w 1555078"/>
              <a:gd name="csY526" fmla="*/ 953900 h 1003253"/>
              <a:gd name="csX527" fmla="*/ 820349 w 1555078"/>
              <a:gd name="csY527" fmla="*/ 954132 h 1003253"/>
              <a:gd name="csX528" fmla="*/ 821903 w 1555078"/>
              <a:gd name="csY528" fmla="*/ 954365 h 1003253"/>
              <a:gd name="csX529" fmla="*/ 823464 w 1555078"/>
              <a:gd name="csY529" fmla="*/ 954589 h 1003253"/>
              <a:gd name="csX530" fmla="*/ 825017 w 1555078"/>
              <a:gd name="csY530" fmla="*/ 954813 h 1003253"/>
              <a:gd name="csX531" fmla="*/ 826570 w 1555078"/>
              <a:gd name="csY531" fmla="*/ 955037 h 1003253"/>
              <a:gd name="csX532" fmla="*/ 828131 w 1555078"/>
              <a:gd name="csY532" fmla="*/ 955261 h 1003253"/>
              <a:gd name="csX533" fmla="*/ 829684 w 1555078"/>
              <a:gd name="csY533" fmla="*/ 955485 h 1003253"/>
              <a:gd name="csX534" fmla="*/ 831245 w 1555078"/>
              <a:gd name="csY534" fmla="*/ 955702 h 1003253"/>
              <a:gd name="csX535" fmla="*/ 832798 w 1555078"/>
              <a:gd name="csY535" fmla="*/ 955926 h 1003253"/>
              <a:gd name="csX536" fmla="*/ 834359 w 1555078"/>
              <a:gd name="csY536" fmla="*/ 956142 h 1003253"/>
              <a:gd name="csX537" fmla="*/ 835912 w 1555078"/>
              <a:gd name="csY537" fmla="*/ 956358 h 1003253"/>
              <a:gd name="csX538" fmla="*/ 837473 w 1555078"/>
              <a:gd name="csY538" fmla="*/ 956574 h 1003253"/>
              <a:gd name="csX539" fmla="*/ 839026 w 1555078"/>
              <a:gd name="csY539" fmla="*/ 956790 h 1003253"/>
              <a:gd name="csX540" fmla="*/ 840579 w 1555078"/>
              <a:gd name="csY540" fmla="*/ 956998 h 1003253"/>
              <a:gd name="csX541" fmla="*/ 842140 w 1555078"/>
              <a:gd name="csY541" fmla="*/ 957215 h 1003253"/>
              <a:gd name="csX542" fmla="*/ 843693 w 1555078"/>
              <a:gd name="csY542" fmla="*/ 957423 h 1003253"/>
              <a:gd name="csX543" fmla="*/ 845254 w 1555078"/>
              <a:gd name="csY543" fmla="*/ 957631 h 1003253"/>
              <a:gd name="csX544" fmla="*/ 846807 w 1555078"/>
              <a:gd name="csY544" fmla="*/ 957839 h 1003253"/>
              <a:gd name="csX545" fmla="*/ 848368 w 1555078"/>
              <a:gd name="csY545" fmla="*/ 958047 h 1003253"/>
              <a:gd name="csX546" fmla="*/ 849922 w 1555078"/>
              <a:gd name="csY546" fmla="*/ 958255 h 1003253"/>
              <a:gd name="csX547" fmla="*/ 851483 w 1555078"/>
              <a:gd name="csY547" fmla="*/ 958455 h 1003253"/>
              <a:gd name="csX548" fmla="*/ 853036 w 1555078"/>
              <a:gd name="csY548" fmla="*/ 958664 h 1003253"/>
              <a:gd name="csX549" fmla="*/ 854597 w 1555078"/>
              <a:gd name="csY549" fmla="*/ 958864 h 1003253"/>
              <a:gd name="csX550" fmla="*/ 856150 w 1555078"/>
              <a:gd name="csY550" fmla="*/ 959064 h 1003253"/>
              <a:gd name="csX551" fmla="*/ 857703 w 1555078"/>
              <a:gd name="csY551" fmla="*/ 959264 h 1003253"/>
              <a:gd name="csX552" fmla="*/ 859264 w 1555078"/>
              <a:gd name="csY552" fmla="*/ 959464 h 1003253"/>
              <a:gd name="csX553" fmla="*/ 860817 w 1555078"/>
              <a:gd name="csY553" fmla="*/ 959664 h 1003253"/>
              <a:gd name="csX554" fmla="*/ 862378 w 1555078"/>
              <a:gd name="csY554" fmla="*/ 959864 h 1003253"/>
              <a:gd name="csX555" fmla="*/ 863931 w 1555078"/>
              <a:gd name="csY555" fmla="*/ 960056 h 1003253"/>
              <a:gd name="csX556" fmla="*/ 865492 w 1555078"/>
              <a:gd name="csY556" fmla="*/ 960249 h 1003253"/>
              <a:gd name="csX557" fmla="*/ 867045 w 1555078"/>
              <a:gd name="csY557" fmla="*/ 960441 h 1003253"/>
              <a:gd name="csX558" fmla="*/ 868606 w 1555078"/>
              <a:gd name="csY558" fmla="*/ 960641 h 1003253"/>
              <a:gd name="csX559" fmla="*/ 870159 w 1555078"/>
              <a:gd name="csY559" fmla="*/ 960825 h 1003253"/>
              <a:gd name="csX560" fmla="*/ 871712 w 1555078"/>
              <a:gd name="csY560" fmla="*/ 961017 h 1003253"/>
              <a:gd name="csX561" fmla="*/ 873273 w 1555078"/>
              <a:gd name="csY561" fmla="*/ 961209 h 1003253"/>
              <a:gd name="csX562" fmla="*/ 874826 w 1555078"/>
              <a:gd name="csY562" fmla="*/ 961393 h 1003253"/>
              <a:gd name="csX563" fmla="*/ 876387 w 1555078"/>
              <a:gd name="csY563" fmla="*/ 961586 h 1003253"/>
              <a:gd name="csX564" fmla="*/ 877940 w 1555078"/>
              <a:gd name="csY564" fmla="*/ 961770 h 1003253"/>
              <a:gd name="csX565" fmla="*/ 879501 w 1555078"/>
              <a:gd name="csY565" fmla="*/ 961954 h 1003253"/>
              <a:gd name="csX566" fmla="*/ 881055 w 1555078"/>
              <a:gd name="csY566" fmla="*/ 962138 h 1003253"/>
              <a:gd name="csX567" fmla="*/ 882616 w 1555078"/>
              <a:gd name="csY567" fmla="*/ 962322 h 1003253"/>
              <a:gd name="csX568" fmla="*/ 884169 w 1555078"/>
              <a:gd name="csY568" fmla="*/ 962506 h 1003253"/>
              <a:gd name="csX569" fmla="*/ 885722 w 1555078"/>
              <a:gd name="csY569" fmla="*/ 962682 h 1003253"/>
              <a:gd name="csX570" fmla="*/ 887283 w 1555078"/>
              <a:gd name="csY570" fmla="*/ 962866 h 1003253"/>
              <a:gd name="csX571" fmla="*/ 888836 w 1555078"/>
              <a:gd name="csY571" fmla="*/ 963042 h 1003253"/>
              <a:gd name="csX572" fmla="*/ 890397 w 1555078"/>
              <a:gd name="csY572" fmla="*/ 963227 h 1003253"/>
              <a:gd name="csX573" fmla="*/ 891950 w 1555078"/>
              <a:gd name="csY573" fmla="*/ 963403 h 1003253"/>
              <a:gd name="csX574" fmla="*/ 893511 w 1555078"/>
              <a:gd name="csY574" fmla="*/ 963579 h 1003253"/>
              <a:gd name="csX575" fmla="*/ 895064 w 1555078"/>
              <a:gd name="csY575" fmla="*/ 963755 h 1003253"/>
              <a:gd name="csX576" fmla="*/ 896625 w 1555078"/>
              <a:gd name="csY576" fmla="*/ 963923 h 1003253"/>
              <a:gd name="csX577" fmla="*/ 898178 w 1555078"/>
              <a:gd name="csY577" fmla="*/ 964099 h 1003253"/>
              <a:gd name="csX578" fmla="*/ 899731 w 1555078"/>
              <a:gd name="csY578" fmla="*/ 964275 h 1003253"/>
              <a:gd name="csX579" fmla="*/ 901292 w 1555078"/>
              <a:gd name="csY579" fmla="*/ 964443 h 1003253"/>
              <a:gd name="csX580" fmla="*/ 902845 w 1555078"/>
              <a:gd name="csY580" fmla="*/ 964612 h 1003253"/>
              <a:gd name="csX581" fmla="*/ 904406 w 1555078"/>
              <a:gd name="csY581" fmla="*/ 964780 h 1003253"/>
              <a:gd name="csX582" fmla="*/ 905959 w 1555078"/>
              <a:gd name="csY582" fmla="*/ 964948 h 1003253"/>
              <a:gd name="csX583" fmla="*/ 907520 w 1555078"/>
              <a:gd name="csY583" fmla="*/ 965116 h 1003253"/>
              <a:gd name="csX584" fmla="*/ 909074 w 1555078"/>
              <a:gd name="csY584" fmla="*/ 965284 h 1003253"/>
              <a:gd name="csX585" fmla="*/ 910635 w 1555078"/>
              <a:gd name="csY585" fmla="*/ 965452 h 1003253"/>
              <a:gd name="csX586" fmla="*/ 912188 w 1555078"/>
              <a:gd name="csY586" fmla="*/ 965620 h 1003253"/>
              <a:gd name="csX587" fmla="*/ 913749 w 1555078"/>
              <a:gd name="csY587" fmla="*/ 965780 h 1003253"/>
              <a:gd name="csX588" fmla="*/ 915302 w 1555078"/>
              <a:gd name="csY588" fmla="*/ 965948 h 1003253"/>
              <a:gd name="csX589" fmla="*/ 916855 w 1555078"/>
              <a:gd name="csY589" fmla="*/ 966109 h 1003253"/>
              <a:gd name="csX590" fmla="*/ 918416 w 1555078"/>
              <a:gd name="csY590" fmla="*/ 966269 h 1003253"/>
              <a:gd name="csX591" fmla="*/ 919969 w 1555078"/>
              <a:gd name="csY591" fmla="*/ 966429 h 1003253"/>
              <a:gd name="csX592" fmla="*/ 921530 w 1555078"/>
              <a:gd name="csY592" fmla="*/ 966589 h 1003253"/>
              <a:gd name="csX593" fmla="*/ 923083 w 1555078"/>
              <a:gd name="csY593" fmla="*/ 966749 h 1003253"/>
              <a:gd name="csX594" fmla="*/ 924644 w 1555078"/>
              <a:gd name="csY594" fmla="*/ 966909 h 1003253"/>
              <a:gd name="csX595" fmla="*/ 926197 w 1555078"/>
              <a:gd name="csY595" fmla="*/ 967061 h 1003253"/>
              <a:gd name="csX596" fmla="*/ 927758 w 1555078"/>
              <a:gd name="csY596" fmla="*/ 967221 h 1003253"/>
              <a:gd name="csX597" fmla="*/ 929311 w 1555078"/>
              <a:gd name="csY597" fmla="*/ 967373 h 1003253"/>
              <a:gd name="csX598" fmla="*/ 930864 w 1555078"/>
              <a:gd name="csY598" fmla="*/ 967534 h 1003253"/>
              <a:gd name="csX599" fmla="*/ 932425 w 1555078"/>
              <a:gd name="csY599" fmla="*/ 967686 h 1003253"/>
              <a:gd name="csX600" fmla="*/ 933978 w 1555078"/>
              <a:gd name="csY600" fmla="*/ 967838 h 1003253"/>
              <a:gd name="csX601" fmla="*/ 935539 w 1555078"/>
              <a:gd name="csY601" fmla="*/ 967990 h 1003253"/>
              <a:gd name="csX602" fmla="*/ 937093 w 1555078"/>
              <a:gd name="csY602" fmla="*/ 968142 h 1003253"/>
              <a:gd name="csX603" fmla="*/ 938654 w 1555078"/>
              <a:gd name="csY603" fmla="*/ 968294 h 1003253"/>
              <a:gd name="csX604" fmla="*/ 940207 w 1555078"/>
              <a:gd name="csY604" fmla="*/ 968438 h 1003253"/>
              <a:gd name="csX605" fmla="*/ 941768 w 1555078"/>
              <a:gd name="csY605" fmla="*/ 968590 h 1003253"/>
              <a:gd name="csX606" fmla="*/ 943321 w 1555078"/>
              <a:gd name="csY606" fmla="*/ 968734 h 1003253"/>
              <a:gd name="csX607" fmla="*/ 944874 w 1555078"/>
              <a:gd name="csY607" fmla="*/ 968886 h 1003253"/>
              <a:gd name="csX608" fmla="*/ 946435 w 1555078"/>
              <a:gd name="csY608" fmla="*/ 969031 h 1003253"/>
              <a:gd name="csX609" fmla="*/ 947988 w 1555078"/>
              <a:gd name="csY609" fmla="*/ 969175 h 1003253"/>
              <a:gd name="csX610" fmla="*/ 949549 w 1555078"/>
              <a:gd name="csY610" fmla="*/ 969327 h 1003253"/>
              <a:gd name="csX611" fmla="*/ 951102 w 1555078"/>
              <a:gd name="csY611" fmla="*/ 969471 h 1003253"/>
              <a:gd name="csX612" fmla="*/ 952663 w 1555078"/>
              <a:gd name="csY612" fmla="*/ 969615 h 1003253"/>
              <a:gd name="csX613" fmla="*/ 954216 w 1555078"/>
              <a:gd name="csY613" fmla="*/ 969751 h 1003253"/>
              <a:gd name="csX614" fmla="*/ 955777 w 1555078"/>
              <a:gd name="csY614" fmla="*/ 969895 h 1003253"/>
              <a:gd name="csX615" fmla="*/ 957330 w 1555078"/>
              <a:gd name="csY615" fmla="*/ 970039 h 1003253"/>
              <a:gd name="csX616" fmla="*/ 958891 w 1555078"/>
              <a:gd name="csY616" fmla="*/ 970175 h 1003253"/>
              <a:gd name="csX617" fmla="*/ 960444 w 1555078"/>
              <a:gd name="csY617" fmla="*/ 970319 h 1003253"/>
              <a:gd name="csX618" fmla="*/ 961997 w 1555078"/>
              <a:gd name="csY618" fmla="*/ 970455 h 1003253"/>
              <a:gd name="csX619" fmla="*/ 963558 w 1555078"/>
              <a:gd name="csY619" fmla="*/ 970600 h 1003253"/>
              <a:gd name="csX620" fmla="*/ 965111 w 1555078"/>
              <a:gd name="csY620" fmla="*/ 970736 h 1003253"/>
              <a:gd name="csX621" fmla="*/ 966672 w 1555078"/>
              <a:gd name="csY621" fmla="*/ 970872 h 1003253"/>
              <a:gd name="csX622" fmla="*/ 968226 w 1555078"/>
              <a:gd name="csY622" fmla="*/ 971008 h 1003253"/>
              <a:gd name="csX623" fmla="*/ 969787 w 1555078"/>
              <a:gd name="csY623" fmla="*/ 971144 h 1003253"/>
              <a:gd name="csX624" fmla="*/ 971340 w 1555078"/>
              <a:gd name="csY624" fmla="*/ 971280 h 1003253"/>
              <a:gd name="csX625" fmla="*/ 972901 w 1555078"/>
              <a:gd name="csY625" fmla="*/ 971408 h 1003253"/>
              <a:gd name="csX626" fmla="*/ 974454 w 1555078"/>
              <a:gd name="csY626" fmla="*/ 971544 h 1003253"/>
              <a:gd name="csX627" fmla="*/ 976007 w 1555078"/>
              <a:gd name="csY627" fmla="*/ 971680 h 1003253"/>
              <a:gd name="csX628" fmla="*/ 977568 w 1555078"/>
              <a:gd name="csY628" fmla="*/ 971808 h 1003253"/>
              <a:gd name="csX629" fmla="*/ 979121 w 1555078"/>
              <a:gd name="csY629" fmla="*/ 971944 h 1003253"/>
              <a:gd name="csX630" fmla="*/ 980682 w 1555078"/>
              <a:gd name="csY630" fmla="*/ 972073 h 1003253"/>
              <a:gd name="csX631" fmla="*/ 982235 w 1555078"/>
              <a:gd name="csY631" fmla="*/ 972201 h 1003253"/>
              <a:gd name="csX632" fmla="*/ 983796 w 1555078"/>
              <a:gd name="csY632" fmla="*/ 972329 h 1003253"/>
              <a:gd name="csX633" fmla="*/ 985349 w 1555078"/>
              <a:gd name="csY633" fmla="*/ 972457 h 1003253"/>
              <a:gd name="csX634" fmla="*/ 986910 w 1555078"/>
              <a:gd name="csY634" fmla="*/ 972585 h 1003253"/>
              <a:gd name="csX635" fmla="*/ 988463 w 1555078"/>
              <a:gd name="csY635" fmla="*/ 972713 h 1003253"/>
              <a:gd name="csX636" fmla="*/ 990016 w 1555078"/>
              <a:gd name="csY636" fmla="*/ 972841 h 1003253"/>
              <a:gd name="csX637" fmla="*/ 991577 w 1555078"/>
              <a:gd name="csY637" fmla="*/ 972969 h 1003253"/>
              <a:gd name="csX638" fmla="*/ 993130 w 1555078"/>
              <a:gd name="csY638" fmla="*/ 973097 h 1003253"/>
              <a:gd name="csX639" fmla="*/ 994691 w 1555078"/>
              <a:gd name="csY639" fmla="*/ 973217 h 1003253"/>
              <a:gd name="csX640" fmla="*/ 996245 w 1555078"/>
              <a:gd name="csY640" fmla="*/ 973345 h 1003253"/>
              <a:gd name="csX641" fmla="*/ 997806 w 1555078"/>
              <a:gd name="csY641" fmla="*/ 973466 h 1003253"/>
              <a:gd name="csX642" fmla="*/ 999359 w 1555078"/>
              <a:gd name="csY642" fmla="*/ 973594 h 1003253"/>
              <a:gd name="csX643" fmla="*/ 1000920 w 1555078"/>
              <a:gd name="csY643" fmla="*/ 973714 h 1003253"/>
              <a:gd name="csX644" fmla="*/ 1002473 w 1555078"/>
              <a:gd name="csY644" fmla="*/ 973834 h 1003253"/>
              <a:gd name="csX645" fmla="*/ 1004026 w 1555078"/>
              <a:gd name="csY645" fmla="*/ 973954 h 1003253"/>
              <a:gd name="csX646" fmla="*/ 1005587 w 1555078"/>
              <a:gd name="csY646" fmla="*/ 974074 h 1003253"/>
              <a:gd name="csX647" fmla="*/ 1007140 w 1555078"/>
              <a:gd name="csY647" fmla="*/ 974194 h 1003253"/>
              <a:gd name="csX648" fmla="*/ 1008701 w 1555078"/>
              <a:gd name="csY648" fmla="*/ 974314 h 1003253"/>
              <a:gd name="csX649" fmla="*/ 1010254 w 1555078"/>
              <a:gd name="csY649" fmla="*/ 974434 h 1003253"/>
              <a:gd name="csX650" fmla="*/ 1011815 w 1555078"/>
              <a:gd name="csY650" fmla="*/ 974554 h 1003253"/>
              <a:gd name="csX651" fmla="*/ 1013368 w 1555078"/>
              <a:gd name="csY651" fmla="*/ 974666 h 1003253"/>
              <a:gd name="csX652" fmla="*/ 1014929 w 1555078"/>
              <a:gd name="csY652" fmla="*/ 974786 h 1003253"/>
              <a:gd name="csX653" fmla="*/ 1016482 w 1555078"/>
              <a:gd name="csY653" fmla="*/ 974899 h 1003253"/>
              <a:gd name="csX654" fmla="*/ 1018043 w 1555078"/>
              <a:gd name="csY654" fmla="*/ 975019 h 1003253"/>
              <a:gd name="csX655" fmla="*/ 1019596 w 1555078"/>
              <a:gd name="csY655" fmla="*/ 975131 h 1003253"/>
              <a:gd name="csX656" fmla="*/ 1021149 w 1555078"/>
              <a:gd name="csY656" fmla="*/ 975251 h 1003253"/>
              <a:gd name="csX657" fmla="*/ 1022710 w 1555078"/>
              <a:gd name="csY657" fmla="*/ 975363 h 1003253"/>
              <a:gd name="csX658" fmla="*/ 1024264 w 1555078"/>
              <a:gd name="csY658" fmla="*/ 975475 h 1003253"/>
              <a:gd name="csX659" fmla="*/ 1025825 w 1555078"/>
              <a:gd name="csY659" fmla="*/ 975587 h 1003253"/>
              <a:gd name="csX660" fmla="*/ 1027378 w 1555078"/>
              <a:gd name="csY660" fmla="*/ 975699 h 1003253"/>
              <a:gd name="csX661" fmla="*/ 1028939 w 1555078"/>
              <a:gd name="csY661" fmla="*/ 975811 h 1003253"/>
              <a:gd name="csX662" fmla="*/ 1030492 w 1555078"/>
              <a:gd name="csY662" fmla="*/ 975923 h 1003253"/>
              <a:gd name="csX663" fmla="*/ 1032053 w 1555078"/>
              <a:gd name="csY663" fmla="*/ 976035 h 1003253"/>
              <a:gd name="csX664" fmla="*/ 1033606 w 1555078"/>
              <a:gd name="csY664" fmla="*/ 976139 h 1003253"/>
              <a:gd name="csX665" fmla="*/ 1035159 w 1555078"/>
              <a:gd name="csY665" fmla="*/ 976251 h 1003253"/>
              <a:gd name="csX666" fmla="*/ 1036720 w 1555078"/>
              <a:gd name="csY666" fmla="*/ 976363 h 1003253"/>
              <a:gd name="csX667" fmla="*/ 1038273 w 1555078"/>
              <a:gd name="csY667" fmla="*/ 976468 h 1003253"/>
              <a:gd name="csX668" fmla="*/ 1039834 w 1555078"/>
              <a:gd name="csY668" fmla="*/ 976580 h 1003253"/>
              <a:gd name="csX669" fmla="*/ 1041387 w 1555078"/>
              <a:gd name="csY669" fmla="*/ 976684 h 1003253"/>
              <a:gd name="csX670" fmla="*/ 1042948 w 1555078"/>
              <a:gd name="csY670" fmla="*/ 976788 h 1003253"/>
              <a:gd name="csX671" fmla="*/ 1044501 w 1555078"/>
              <a:gd name="csY671" fmla="*/ 976900 h 1003253"/>
              <a:gd name="csX672" fmla="*/ 1046062 w 1555078"/>
              <a:gd name="csY672" fmla="*/ 977004 h 1003253"/>
              <a:gd name="csX673" fmla="*/ 1047615 w 1555078"/>
              <a:gd name="csY673" fmla="*/ 977108 h 1003253"/>
              <a:gd name="csX674" fmla="*/ 1049168 w 1555078"/>
              <a:gd name="csY674" fmla="*/ 977212 h 1003253"/>
              <a:gd name="csX675" fmla="*/ 1050729 w 1555078"/>
              <a:gd name="csY675" fmla="*/ 977316 h 1003253"/>
              <a:gd name="csX676" fmla="*/ 1052282 w 1555078"/>
              <a:gd name="csY676" fmla="*/ 977420 h 1003253"/>
              <a:gd name="csX677" fmla="*/ 1053844 w 1555078"/>
              <a:gd name="csY677" fmla="*/ 977524 h 1003253"/>
              <a:gd name="csX678" fmla="*/ 1055397 w 1555078"/>
              <a:gd name="csY678" fmla="*/ 977628 h 1003253"/>
              <a:gd name="csX679" fmla="*/ 1056958 w 1555078"/>
              <a:gd name="csY679" fmla="*/ 977732 h 1003253"/>
              <a:gd name="csX680" fmla="*/ 1058511 w 1555078"/>
              <a:gd name="csY680" fmla="*/ 977829 h 1003253"/>
              <a:gd name="csX681" fmla="*/ 1060072 w 1555078"/>
              <a:gd name="csY681" fmla="*/ 977933 h 1003253"/>
              <a:gd name="csX682" fmla="*/ 1061625 w 1555078"/>
              <a:gd name="csY682" fmla="*/ 978029 h 1003253"/>
              <a:gd name="csX683" fmla="*/ 1063186 w 1555078"/>
              <a:gd name="csY683" fmla="*/ 978133 h 1003253"/>
              <a:gd name="csX684" fmla="*/ 1064739 w 1555078"/>
              <a:gd name="csY684" fmla="*/ 978229 h 1003253"/>
              <a:gd name="csX685" fmla="*/ 1066292 w 1555078"/>
              <a:gd name="csY685" fmla="*/ 978333 h 1003253"/>
              <a:gd name="csX686" fmla="*/ 1067853 w 1555078"/>
              <a:gd name="csY686" fmla="*/ 978429 h 1003253"/>
              <a:gd name="csX687" fmla="*/ 1069406 w 1555078"/>
              <a:gd name="csY687" fmla="*/ 978525 h 1003253"/>
              <a:gd name="csX688" fmla="*/ 1070967 w 1555078"/>
              <a:gd name="csY688" fmla="*/ 978629 h 1003253"/>
              <a:gd name="csX689" fmla="*/ 1072520 w 1555078"/>
              <a:gd name="csY689" fmla="*/ 978725 h 1003253"/>
              <a:gd name="csX690" fmla="*/ 1074081 w 1555078"/>
              <a:gd name="csY690" fmla="*/ 978821 h 1003253"/>
              <a:gd name="csX691" fmla="*/ 1075634 w 1555078"/>
              <a:gd name="csY691" fmla="*/ 978917 h 1003253"/>
              <a:gd name="csX692" fmla="*/ 1077195 w 1555078"/>
              <a:gd name="csY692" fmla="*/ 979013 h 1003253"/>
              <a:gd name="csX693" fmla="*/ 1078748 w 1555078"/>
              <a:gd name="csY693" fmla="*/ 979109 h 1003253"/>
              <a:gd name="csX694" fmla="*/ 1080301 w 1555078"/>
              <a:gd name="csY694" fmla="*/ 979205 h 1003253"/>
              <a:gd name="csX695" fmla="*/ 1081862 w 1555078"/>
              <a:gd name="csY695" fmla="*/ 979294 h 1003253"/>
              <a:gd name="csX696" fmla="*/ 1083416 w 1555078"/>
              <a:gd name="csY696" fmla="*/ 979390 h 1003253"/>
              <a:gd name="csX697" fmla="*/ 1084977 w 1555078"/>
              <a:gd name="csY697" fmla="*/ 979486 h 1003253"/>
              <a:gd name="csX698" fmla="*/ 1086530 w 1555078"/>
              <a:gd name="csY698" fmla="*/ 979574 h 1003253"/>
              <a:gd name="csX699" fmla="*/ 1088091 w 1555078"/>
              <a:gd name="csY699" fmla="*/ 979670 h 1003253"/>
              <a:gd name="csX700" fmla="*/ 1089644 w 1555078"/>
              <a:gd name="csY700" fmla="*/ 979766 h 1003253"/>
              <a:gd name="csX701" fmla="*/ 1091205 w 1555078"/>
              <a:gd name="csY701" fmla="*/ 979854 h 1003253"/>
              <a:gd name="csX702" fmla="*/ 1092758 w 1555078"/>
              <a:gd name="csY702" fmla="*/ 979942 h 1003253"/>
              <a:gd name="csX703" fmla="*/ 1094311 w 1555078"/>
              <a:gd name="csY703" fmla="*/ 980038 h 1003253"/>
              <a:gd name="csX704" fmla="*/ 1095872 w 1555078"/>
              <a:gd name="csY704" fmla="*/ 980126 h 1003253"/>
              <a:gd name="csX705" fmla="*/ 1097425 w 1555078"/>
              <a:gd name="csY705" fmla="*/ 980214 h 1003253"/>
              <a:gd name="csX706" fmla="*/ 1098986 w 1555078"/>
              <a:gd name="csY706" fmla="*/ 980302 h 1003253"/>
              <a:gd name="csX707" fmla="*/ 1100539 w 1555078"/>
              <a:gd name="csY707" fmla="*/ 980398 h 1003253"/>
              <a:gd name="csX708" fmla="*/ 1102100 w 1555078"/>
              <a:gd name="csY708" fmla="*/ 980486 h 1003253"/>
              <a:gd name="csX709" fmla="*/ 1103653 w 1555078"/>
              <a:gd name="csY709" fmla="*/ 980574 h 1003253"/>
              <a:gd name="csX710" fmla="*/ 1105214 w 1555078"/>
              <a:gd name="csY710" fmla="*/ 980662 h 1003253"/>
              <a:gd name="csX711" fmla="*/ 1106767 w 1555078"/>
              <a:gd name="csY711" fmla="*/ 980750 h 1003253"/>
              <a:gd name="csX712" fmla="*/ 1108320 w 1555078"/>
              <a:gd name="csY712" fmla="*/ 980839 h 1003253"/>
              <a:gd name="csX713" fmla="*/ 1109881 w 1555078"/>
              <a:gd name="csY713" fmla="*/ 980919 h 1003253"/>
              <a:gd name="csX714" fmla="*/ 1111435 w 1555078"/>
              <a:gd name="csY714" fmla="*/ 981007 h 1003253"/>
              <a:gd name="csX715" fmla="*/ 1112996 w 1555078"/>
              <a:gd name="csY715" fmla="*/ 981095 h 1003253"/>
              <a:gd name="csX716" fmla="*/ 1114549 w 1555078"/>
              <a:gd name="csY716" fmla="*/ 981175 h 1003253"/>
              <a:gd name="csX717" fmla="*/ 1116110 w 1555078"/>
              <a:gd name="csY717" fmla="*/ 981263 h 1003253"/>
              <a:gd name="csX718" fmla="*/ 1117663 w 1555078"/>
              <a:gd name="csY718" fmla="*/ 981351 h 1003253"/>
              <a:gd name="csX719" fmla="*/ 1119224 w 1555078"/>
              <a:gd name="csY719" fmla="*/ 981431 h 1003253"/>
              <a:gd name="csX720" fmla="*/ 1120777 w 1555078"/>
              <a:gd name="csY720" fmla="*/ 981519 h 1003253"/>
              <a:gd name="csX721" fmla="*/ 1122338 w 1555078"/>
              <a:gd name="csY721" fmla="*/ 981599 h 1003253"/>
              <a:gd name="csX722" fmla="*/ 1123891 w 1555078"/>
              <a:gd name="csY722" fmla="*/ 981679 h 1003253"/>
              <a:gd name="csX723" fmla="*/ 1125444 w 1555078"/>
              <a:gd name="csY723" fmla="*/ 981767 h 1003253"/>
              <a:gd name="csX724" fmla="*/ 1127005 w 1555078"/>
              <a:gd name="csY724" fmla="*/ 981847 h 1003253"/>
              <a:gd name="csX725" fmla="*/ 1128558 w 1555078"/>
              <a:gd name="csY725" fmla="*/ 981927 h 1003253"/>
              <a:gd name="csX726" fmla="*/ 1130119 w 1555078"/>
              <a:gd name="csY726" fmla="*/ 982007 h 1003253"/>
              <a:gd name="csX727" fmla="*/ 1131672 w 1555078"/>
              <a:gd name="csY727" fmla="*/ 982095 h 1003253"/>
              <a:gd name="csX728" fmla="*/ 1133233 w 1555078"/>
              <a:gd name="csY728" fmla="*/ 982175 h 1003253"/>
              <a:gd name="csX729" fmla="*/ 1134786 w 1555078"/>
              <a:gd name="csY729" fmla="*/ 982255 h 1003253"/>
              <a:gd name="csX730" fmla="*/ 1136347 w 1555078"/>
              <a:gd name="csY730" fmla="*/ 982336 h 1003253"/>
              <a:gd name="csX731" fmla="*/ 1137900 w 1555078"/>
              <a:gd name="csY731" fmla="*/ 982416 h 1003253"/>
              <a:gd name="csX732" fmla="*/ 1139453 w 1555078"/>
              <a:gd name="csY732" fmla="*/ 982488 h 1003253"/>
              <a:gd name="csX733" fmla="*/ 1141015 w 1555078"/>
              <a:gd name="csY733" fmla="*/ 982568 h 1003253"/>
              <a:gd name="csX734" fmla="*/ 1142568 w 1555078"/>
              <a:gd name="csY734" fmla="*/ 982648 h 1003253"/>
              <a:gd name="csX735" fmla="*/ 1144129 w 1555078"/>
              <a:gd name="csY735" fmla="*/ 982728 h 1003253"/>
              <a:gd name="csX736" fmla="*/ 1145682 w 1555078"/>
              <a:gd name="csY736" fmla="*/ 982808 h 1003253"/>
              <a:gd name="csX737" fmla="*/ 1147243 w 1555078"/>
              <a:gd name="csY737" fmla="*/ 982880 h 1003253"/>
              <a:gd name="csX738" fmla="*/ 1148796 w 1555078"/>
              <a:gd name="csY738" fmla="*/ 982960 h 1003253"/>
              <a:gd name="csX739" fmla="*/ 1150357 w 1555078"/>
              <a:gd name="csY739" fmla="*/ 983032 h 1003253"/>
              <a:gd name="csX740" fmla="*/ 1151910 w 1555078"/>
              <a:gd name="csY740" fmla="*/ 983112 h 1003253"/>
              <a:gd name="csX741" fmla="*/ 1153463 w 1555078"/>
              <a:gd name="csY741" fmla="*/ 983184 h 1003253"/>
              <a:gd name="csX742" fmla="*/ 1155024 w 1555078"/>
              <a:gd name="csY742" fmla="*/ 983264 h 1003253"/>
              <a:gd name="csX743" fmla="*/ 1156577 w 1555078"/>
              <a:gd name="csY743" fmla="*/ 983336 h 1003253"/>
              <a:gd name="csX744" fmla="*/ 1158138 w 1555078"/>
              <a:gd name="csY744" fmla="*/ 983416 h 1003253"/>
              <a:gd name="csX745" fmla="*/ 1159691 w 1555078"/>
              <a:gd name="csY745" fmla="*/ 983488 h 1003253"/>
              <a:gd name="csX746" fmla="*/ 1161252 w 1555078"/>
              <a:gd name="csY746" fmla="*/ 983560 h 1003253"/>
              <a:gd name="csX747" fmla="*/ 1162805 w 1555078"/>
              <a:gd name="csY747" fmla="*/ 983632 h 1003253"/>
              <a:gd name="csX748" fmla="*/ 1164366 w 1555078"/>
              <a:gd name="csY748" fmla="*/ 983713 h 1003253"/>
              <a:gd name="csX749" fmla="*/ 1165919 w 1555078"/>
              <a:gd name="csY749" fmla="*/ 983785 h 1003253"/>
              <a:gd name="csX750" fmla="*/ 1167480 w 1555078"/>
              <a:gd name="csY750" fmla="*/ 983857 h 1003253"/>
              <a:gd name="csX751" fmla="*/ 1169033 w 1555078"/>
              <a:gd name="csY751" fmla="*/ 983929 h 1003253"/>
              <a:gd name="csX752" fmla="*/ 1170586 w 1555078"/>
              <a:gd name="csY752" fmla="*/ 984001 h 1003253"/>
              <a:gd name="csX753" fmla="*/ 1172148 w 1555078"/>
              <a:gd name="csY753" fmla="*/ 984073 h 1003253"/>
              <a:gd name="csX754" fmla="*/ 1173701 w 1555078"/>
              <a:gd name="csY754" fmla="*/ 984145 h 1003253"/>
              <a:gd name="csX755" fmla="*/ 1175262 w 1555078"/>
              <a:gd name="csY755" fmla="*/ 984217 h 1003253"/>
              <a:gd name="csX756" fmla="*/ 1176815 w 1555078"/>
              <a:gd name="csY756" fmla="*/ 984289 h 1003253"/>
              <a:gd name="csX757" fmla="*/ 1178376 w 1555078"/>
              <a:gd name="csY757" fmla="*/ 984353 h 1003253"/>
              <a:gd name="csX758" fmla="*/ 1179929 w 1555078"/>
              <a:gd name="csY758" fmla="*/ 984425 h 1003253"/>
              <a:gd name="csX759" fmla="*/ 1181490 w 1555078"/>
              <a:gd name="csY759" fmla="*/ 984497 h 1003253"/>
              <a:gd name="csX760" fmla="*/ 1183043 w 1555078"/>
              <a:gd name="csY760" fmla="*/ 984569 h 1003253"/>
              <a:gd name="csX761" fmla="*/ 1184596 w 1555078"/>
              <a:gd name="csY761" fmla="*/ 984633 h 1003253"/>
              <a:gd name="csX762" fmla="*/ 1186157 w 1555078"/>
              <a:gd name="csY762" fmla="*/ 984705 h 1003253"/>
              <a:gd name="csX763" fmla="*/ 1187710 w 1555078"/>
              <a:gd name="csY763" fmla="*/ 984769 h 1003253"/>
              <a:gd name="csX764" fmla="*/ 1189271 w 1555078"/>
              <a:gd name="csY764" fmla="*/ 984841 h 1003253"/>
              <a:gd name="csX765" fmla="*/ 1190824 w 1555078"/>
              <a:gd name="csY765" fmla="*/ 984905 h 1003253"/>
              <a:gd name="csX766" fmla="*/ 1192385 w 1555078"/>
              <a:gd name="csY766" fmla="*/ 984977 h 1003253"/>
              <a:gd name="csX767" fmla="*/ 1193938 w 1555078"/>
              <a:gd name="csY767" fmla="*/ 985041 h 1003253"/>
              <a:gd name="csX768" fmla="*/ 1195499 w 1555078"/>
              <a:gd name="csY768" fmla="*/ 985113 h 1003253"/>
              <a:gd name="csX769" fmla="*/ 1197052 w 1555078"/>
              <a:gd name="csY769" fmla="*/ 985177 h 1003253"/>
              <a:gd name="csX770" fmla="*/ 1198605 w 1555078"/>
              <a:gd name="csY770" fmla="*/ 985242 h 1003253"/>
              <a:gd name="csX771" fmla="*/ 1200167 w 1555078"/>
              <a:gd name="csY771" fmla="*/ 985314 h 1003253"/>
              <a:gd name="csX772" fmla="*/ 1201720 w 1555078"/>
              <a:gd name="csY772" fmla="*/ 985378 h 1003253"/>
              <a:gd name="csX773" fmla="*/ 1203281 w 1555078"/>
              <a:gd name="csY773" fmla="*/ 985442 h 1003253"/>
              <a:gd name="csX774" fmla="*/ 1204834 w 1555078"/>
              <a:gd name="csY774" fmla="*/ 985506 h 1003253"/>
              <a:gd name="csX775" fmla="*/ 1206395 w 1555078"/>
              <a:gd name="csY775" fmla="*/ 985570 h 1003253"/>
              <a:gd name="csX776" fmla="*/ 1207948 w 1555078"/>
              <a:gd name="csY776" fmla="*/ 985634 h 1003253"/>
              <a:gd name="csX777" fmla="*/ 1209509 w 1555078"/>
              <a:gd name="csY777" fmla="*/ 985698 h 1003253"/>
              <a:gd name="csX778" fmla="*/ 1211062 w 1555078"/>
              <a:gd name="csY778" fmla="*/ 985762 h 1003253"/>
              <a:gd name="csX779" fmla="*/ 1212615 w 1555078"/>
              <a:gd name="csY779" fmla="*/ 985826 h 1003253"/>
              <a:gd name="csX780" fmla="*/ 1214176 w 1555078"/>
              <a:gd name="csY780" fmla="*/ 985890 h 1003253"/>
              <a:gd name="csX781" fmla="*/ 1215729 w 1555078"/>
              <a:gd name="csY781" fmla="*/ 985954 h 1003253"/>
              <a:gd name="csX782" fmla="*/ 1217290 w 1555078"/>
              <a:gd name="csY782" fmla="*/ 986018 h 1003253"/>
              <a:gd name="csX783" fmla="*/ 1218843 w 1555078"/>
              <a:gd name="csY783" fmla="*/ 986082 h 1003253"/>
              <a:gd name="csX784" fmla="*/ 1220404 w 1555078"/>
              <a:gd name="csY784" fmla="*/ 986146 h 1003253"/>
              <a:gd name="csX785" fmla="*/ 1221957 w 1555078"/>
              <a:gd name="csY785" fmla="*/ 986210 h 1003253"/>
              <a:gd name="csX786" fmla="*/ 1223518 w 1555078"/>
              <a:gd name="csY786" fmla="*/ 986266 h 1003253"/>
              <a:gd name="csX787" fmla="*/ 1225071 w 1555078"/>
              <a:gd name="csY787" fmla="*/ 986330 h 1003253"/>
              <a:gd name="csX788" fmla="*/ 1226632 w 1555078"/>
              <a:gd name="csY788" fmla="*/ 986394 h 1003253"/>
              <a:gd name="csX789" fmla="*/ 1228186 w 1555078"/>
              <a:gd name="csY789" fmla="*/ 986450 h 1003253"/>
              <a:gd name="csX790" fmla="*/ 1229739 w 1555078"/>
              <a:gd name="csY790" fmla="*/ 986514 h 1003253"/>
              <a:gd name="csX791" fmla="*/ 1231300 w 1555078"/>
              <a:gd name="csY791" fmla="*/ 986570 h 1003253"/>
              <a:gd name="csX792" fmla="*/ 1232853 w 1555078"/>
              <a:gd name="csY792" fmla="*/ 986635 h 1003253"/>
              <a:gd name="csX793" fmla="*/ 1234414 w 1555078"/>
              <a:gd name="csY793" fmla="*/ 986690 h 1003253"/>
              <a:gd name="csX794" fmla="*/ 1235967 w 1555078"/>
              <a:gd name="csY794" fmla="*/ 986755 h 1003253"/>
              <a:gd name="csX795" fmla="*/ 1237528 w 1555078"/>
              <a:gd name="csY795" fmla="*/ 986811 h 1003253"/>
              <a:gd name="csX796" fmla="*/ 1239081 w 1555078"/>
              <a:gd name="csY796" fmla="*/ 986875 h 1003253"/>
              <a:gd name="csX797" fmla="*/ 1240642 w 1555078"/>
              <a:gd name="csY797" fmla="*/ 986931 h 1003253"/>
              <a:gd name="csX798" fmla="*/ 1242195 w 1555078"/>
              <a:gd name="csY798" fmla="*/ 986987 h 1003253"/>
              <a:gd name="csX799" fmla="*/ 1243748 w 1555078"/>
              <a:gd name="csY799" fmla="*/ 987051 h 1003253"/>
              <a:gd name="csX800" fmla="*/ 1245309 w 1555078"/>
              <a:gd name="csY800" fmla="*/ 987107 h 1003253"/>
              <a:gd name="csX801" fmla="*/ 1246862 w 1555078"/>
              <a:gd name="csY801" fmla="*/ 987163 h 1003253"/>
              <a:gd name="csX802" fmla="*/ 1248423 w 1555078"/>
              <a:gd name="csY802" fmla="*/ 987219 h 1003253"/>
              <a:gd name="csX803" fmla="*/ 1249976 w 1555078"/>
              <a:gd name="csY803" fmla="*/ 987283 h 1003253"/>
              <a:gd name="csX804" fmla="*/ 1251537 w 1555078"/>
              <a:gd name="csY804" fmla="*/ 987339 h 1003253"/>
              <a:gd name="csX805" fmla="*/ 1253090 w 1555078"/>
              <a:gd name="csY805" fmla="*/ 987395 h 1003253"/>
              <a:gd name="csX806" fmla="*/ 1254651 w 1555078"/>
              <a:gd name="csY806" fmla="*/ 987451 h 1003253"/>
              <a:gd name="csX807" fmla="*/ 1256204 w 1555078"/>
              <a:gd name="csY807" fmla="*/ 987507 h 1003253"/>
              <a:gd name="csX808" fmla="*/ 1257757 w 1555078"/>
              <a:gd name="csY808" fmla="*/ 987563 h 1003253"/>
              <a:gd name="csX809" fmla="*/ 1259319 w 1555078"/>
              <a:gd name="csY809" fmla="*/ 987619 h 1003253"/>
              <a:gd name="csX810" fmla="*/ 1260872 w 1555078"/>
              <a:gd name="csY810" fmla="*/ 987675 h 1003253"/>
              <a:gd name="csX811" fmla="*/ 1262433 w 1555078"/>
              <a:gd name="csY811" fmla="*/ 987731 h 1003253"/>
              <a:gd name="csX812" fmla="*/ 1263986 w 1555078"/>
              <a:gd name="csY812" fmla="*/ 987787 h 1003253"/>
              <a:gd name="csX813" fmla="*/ 1265547 w 1555078"/>
              <a:gd name="csY813" fmla="*/ 987835 h 1003253"/>
              <a:gd name="csX814" fmla="*/ 1267100 w 1555078"/>
              <a:gd name="csY814" fmla="*/ 987891 h 1003253"/>
              <a:gd name="csX815" fmla="*/ 1268661 w 1555078"/>
              <a:gd name="csY815" fmla="*/ 987947 h 1003253"/>
              <a:gd name="csX816" fmla="*/ 1270214 w 1555078"/>
              <a:gd name="csY816" fmla="*/ 988003 h 1003253"/>
              <a:gd name="csX817" fmla="*/ 1271767 w 1555078"/>
              <a:gd name="csY817" fmla="*/ 988059 h 1003253"/>
              <a:gd name="csX818" fmla="*/ 1273328 w 1555078"/>
              <a:gd name="csY818" fmla="*/ 988107 h 1003253"/>
              <a:gd name="csX819" fmla="*/ 1274881 w 1555078"/>
              <a:gd name="csY819" fmla="*/ 988163 h 1003253"/>
              <a:gd name="csX820" fmla="*/ 1276442 w 1555078"/>
              <a:gd name="csY820" fmla="*/ 988220 h 1003253"/>
              <a:gd name="csX821" fmla="*/ 1277995 w 1555078"/>
              <a:gd name="csY821" fmla="*/ 988268 h 1003253"/>
              <a:gd name="csX822" fmla="*/ 1279556 w 1555078"/>
              <a:gd name="csY822" fmla="*/ 988324 h 1003253"/>
              <a:gd name="csX823" fmla="*/ 1281109 w 1555078"/>
              <a:gd name="csY823" fmla="*/ 988372 h 1003253"/>
              <a:gd name="csX824" fmla="*/ 1282670 w 1555078"/>
              <a:gd name="csY824" fmla="*/ 988428 h 1003253"/>
              <a:gd name="csX825" fmla="*/ 1284223 w 1555078"/>
              <a:gd name="csY825" fmla="*/ 988484 h 1003253"/>
              <a:gd name="csX826" fmla="*/ 1285784 w 1555078"/>
              <a:gd name="csY826" fmla="*/ 988532 h 1003253"/>
              <a:gd name="csX827" fmla="*/ 1287338 w 1555078"/>
              <a:gd name="csY827" fmla="*/ 988580 h 1003253"/>
              <a:gd name="csX828" fmla="*/ 1288891 w 1555078"/>
              <a:gd name="csY828" fmla="*/ 988636 h 1003253"/>
              <a:gd name="csX829" fmla="*/ 1290452 w 1555078"/>
              <a:gd name="csY829" fmla="*/ 988684 h 1003253"/>
              <a:gd name="csX830" fmla="*/ 1292005 w 1555078"/>
              <a:gd name="csY830" fmla="*/ 988740 h 1003253"/>
              <a:gd name="csX831" fmla="*/ 1293566 w 1555078"/>
              <a:gd name="csY831" fmla="*/ 988788 h 1003253"/>
              <a:gd name="csX832" fmla="*/ 1295119 w 1555078"/>
              <a:gd name="csY832" fmla="*/ 988836 h 1003253"/>
              <a:gd name="csX833" fmla="*/ 1296680 w 1555078"/>
              <a:gd name="csY833" fmla="*/ 988892 h 1003253"/>
              <a:gd name="csX834" fmla="*/ 1298233 w 1555078"/>
              <a:gd name="csY834" fmla="*/ 988940 h 1003253"/>
              <a:gd name="csX835" fmla="*/ 1299794 w 1555078"/>
              <a:gd name="csY835" fmla="*/ 988988 h 1003253"/>
              <a:gd name="csX836" fmla="*/ 1301347 w 1555078"/>
              <a:gd name="csY836" fmla="*/ 989036 h 1003253"/>
              <a:gd name="csX837" fmla="*/ 1302900 w 1555078"/>
              <a:gd name="csY837" fmla="*/ 989092 h 1003253"/>
              <a:gd name="csX838" fmla="*/ 1304461 w 1555078"/>
              <a:gd name="csY838" fmla="*/ 989140 h 1003253"/>
              <a:gd name="csX839" fmla="*/ 1306014 w 1555078"/>
              <a:gd name="csY839" fmla="*/ 989188 h 1003253"/>
              <a:gd name="csX840" fmla="*/ 1307575 w 1555078"/>
              <a:gd name="csY840" fmla="*/ 989236 h 1003253"/>
              <a:gd name="csX841" fmla="*/ 1309128 w 1555078"/>
              <a:gd name="csY841" fmla="*/ 989284 h 1003253"/>
              <a:gd name="csX842" fmla="*/ 1310689 w 1555078"/>
              <a:gd name="csY842" fmla="*/ 989332 h 1003253"/>
              <a:gd name="csX843" fmla="*/ 1312242 w 1555078"/>
              <a:gd name="csY843" fmla="*/ 989380 h 1003253"/>
              <a:gd name="csX844" fmla="*/ 1313803 w 1555078"/>
              <a:gd name="csY844" fmla="*/ 989428 h 1003253"/>
              <a:gd name="csX845" fmla="*/ 1315356 w 1555078"/>
              <a:gd name="csY845" fmla="*/ 989476 h 1003253"/>
              <a:gd name="csX846" fmla="*/ 1316910 w 1555078"/>
              <a:gd name="csY846" fmla="*/ 989524 h 1003253"/>
              <a:gd name="csX847" fmla="*/ 1318471 w 1555078"/>
              <a:gd name="csY847" fmla="*/ 989572 h 1003253"/>
              <a:gd name="csX848" fmla="*/ 1320024 w 1555078"/>
              <a:gd name="csY848" fmla="*/ 989621 h 1003253"/>
              <a:gd name="csX849" fmla="*/ 1321585 w 1555078"/>
              <a:gd name="csY849" fmla="*/ 989668 h 1003253"/>
              <a:gd name="csX850" fmla="*/ 1323138 w 1555078"/>
              <a:gd name="csY850" fmla="*/ 989717 h 1003253"/>
              <a:gd name="csX851" fmla="*/ 1324699 w 1555078"/>
              <a:gd name="csY851" fmla="*/ 989757 h 1003253"/>
              <a:gd name="csX852" fmla="*/ 1326252 w 1555078"/>
              <a:gd name="csY852" fmla="*/ 989805 h 1003253"/>
              <a:gd name="csX853" fmla="*/ 1327813 w 1555078"/>
              <a:gd name="csY853" fmla="*/ 989853 h 1003253"/>
              <a:gd name="csX854" fmla="*/ 1329366 w 1555078"/>
              <a:gd name="csY854" fmla="*/ 989901 h 1003253"/>
              <a:gd name="csX855" fmla="*/ 1330927 w 1555078"/>
              <a:gd name="csY855" fmla="*/ 989941 h 1003253"/>
              <a:gd name="csX856" fmla="*/ 1332480 w 1555078"/>
              <a:gd name="csY856" fmla="*/ 989989 h 1003253"/>
              <a:gd name="csX857" fmla="*/ 1334033 w 1555078"/>
              <a:gd name="csY857" fmla="*/ 990037 h 1003253"/>
              <a:gd name="csX858" fmla="*/ 1335594 w 1555078"/>
              <a:gd name="csY858" fmla="*/ 990085 h 1003253"/>
              <a:gd name="csX859" fmla="*/ 1337147 w 1555078"/>
              <a:gd name="csY859" fmla="*/ 990125 h 1003253"/>
              <a:gd name="csX860" fmla="*/ 1338708 w 1555078"/>
              <a:gd name="csY860" fmla="*/ 990173 h 1003253"/>
              <a:gd name="csX861" fmla="*/ 1340261 w 1555078"/>
              <a:gd name="csY861" fmla="*/ 990213 h 1003253"/>
              <a:gd name="csX862" fmla="*/ 1341822 w 1555078"/>
              <a:gd name="csY862" fmla="*/ 990261 h 1003253"/>
              <a:gd name="csX863" fmla="*/ 1343375 w 1555078"/>
              <a:gd name="csY863" fmla="*/ 990301 h 1003253"/>
              <a:gd name="csX864" fmla="*/ 1344936 w 1555078"/>
              <a:gd name="csY864" fmla="*/ 990349 h 1003253"/>
              <a:gd name="csX865" fmla="*/ 1346490 w 1555078"/>
              <a:gd name="csY865" fmla="*/ 990389 h 1003253"/>
              <a:gd name="csX866" fmla="*/ 1348043 w 1555078"/>
              <a:gd name="csY866" fmla="*/ 990437 h 1003253"/>
              <a:gd name="csX867" fmla="*/ 1349604 w 1555078"/>
              <a:gd name="csY867" fmla="*/ 990477 h 1003253"/>
              <a:gd name="csX868" fmla="*/ 1351157 w 1555078"/>
              <a:gd name="csY868" fmla="*/ 990525 h 1003253"/>
              <a:gd name="csX869" fmla="*/ 1352718 w 1555078"/>
              <a:gd name="csY869" fmla="*/ 990565 h 1003253"/>
              <a:gd name="csX870" fmla="*/ 1354271 w 1555078"/>
              <a:gd name="csY870" fmla="*/ 990613 h 1003253"/>
              <a:gd name="csX871" fmla="*/ 1355832 w 1555078"/>
              <a:gd name="csY871" fmla="*/ 990653 h 1003253"/>
              <a:gd name="csX872" fmla="*/ 1357385 w 1555078"/>
              <a:gd name="csY872" fmla="*/ 990693 h 1003253"/>
              <a:gd name="csX873" fmla="*/ 1358946 w 1555078"/>
              <a:gd name="csY873" fmla="*/ 990741 h 1003253"/>
              <a:gd name="csX874" fmla="*/ 1360499 w 1555078"/>
              <a:gd name="csY874" fmla="*/ 990781 h 1003253"/>
              <a:gd name="csX875" fmla="*/ 1362052 w 1555078"/>
              <a:gd name="csY875" fmla="*/ 990821 h 1003253"/>
              <a:gd name="csX876" fmla="*/ 1363613 w 1555078"/>
              <a:gd name="csY876" fmla="*/ 990861 h 1003253"/>
              <a:gd name="csX877" fmla="*/ 1365166 w 1555078"/>
              <a:gd name="csY877" fmla="*/ 990909 h 1003253"/>
              <a:gd name="csX878" fmla="*/ 1366727 w 1555078"/>
              <a:gd name="csY878" fmla="*/ 990949 h 1003253"/>
              <a:gd name="csX879" fmla="*/ 1368280 w 1555078"/>
              <a:gd name="csY879" fmla="*/ 990989 h 1003253"/>
              <a:gd name="csX880" fmla="*/ 1369841 w 1555078"/>
              <a:gd name="csY880" fmla="*/ 991029 h 1003253"/>
              <a:gd name="csX881" fmla="*/ 1371394 w 1555078"/>
              <a:gd name="csY881" fmla="*/ 991069 h 1003253"/>
              <a:gd name="csX882" fmla="*/ 1372955 w 1555078"/>
              <a:gd name="csY882" fmla="*/ 991109 h 1003253"/>
              <a:gd name="csX883" fmla="*/ 1374508 w 1555078"/>
              <a:gd name="csY883" fmla="*/ 991157 h 1003253"/>
              <a:gd name="csX884" fmla="*/ 1376062 w 1555078"/>
              <a:gd name="csY884" fmla="*/ 991198 h 1003253"/>
              <a:gd name="csX885" fmla="*/ 1377623 w 1555078"/>
              <a:gd name="csY885" fmla="*/ 991238 h 1003253"/>
              <a:gd name="csX886" fmla="*/ 1379176 w 1555078"/>
              <a:gd name="csY886" fmla="*/ 991278 h 1003253"/>
              <a:gd name="csX887" fmla="*/ 1380737 w 1555078"/>
              <a:gd name="csY887" fmla="*/ 991318 h 1003253"/>
              <a:gd name="csX888" fmla="*/ 1382290 w 1555078"/>
              <a:gd name="csY888" fmla="*/ 991358 h 1003253"/>
              <a:gd name="csX889" fmla="*/ 1383851 w 1555078"/>
              <a:gd name="csY889" fmla="*/ 991398 h 1003253"/>
              <a:gd name="csX890" fmla="*/ 1385404 w 1555078"/>
              <a:gd name="csY890" fmla="*/ 991438 h 1003253"/>
              <a:gd name="csX891" fmla="*/ 1386965 w 1555078"/>
              <a:gd name="csY891" fmla="*/ 991478 h 1003253"/>
              <a:gd name="csX892" fmla="*/ 1388518 w 1555078"/>
              <a:gd name="csY892" fmla="*/ 991518 h 1003253"/>
              <a:gd name="csX893" fmla="*/ 1390079 w 1555078"/>
              <a:gd name="csY893" fmla="*/ 991550 h 1003253"/>
              <a:gd name="csX894" fmla="*/ 1391632 w 1555078"/>
              <a:gd name="csY894" fmla="*/ 991590 h 1003253"/>
              <a:gd name="csX895" fmla="*/ 1393185 w 1555078"/>
              <a:gd name="csY895" fmla="*/ 991630 h 1003253"/>
              <a:gd name="csX896" fmla="*/ 1394746 w 1555078"/>
              <a:gd name="csY896" fmla="*/ 991670 h 1003253"/>
              <a:gd name="csX897" fmla="*/ 1396299 w 1555078"/>
              <a:gd name="csY897" fmla="*/ 991710 h 1003253"/>
              <a:gd name="csX898" fmla="*/ 1397860 w 1555078"/>
              <a:gd name="csY898" fmla="*/ 991750 h 1003253"/>
              <a:gd name="csX899" fmla="*/ 1399413 w 1555078"/>
              <a:gd name="csY899" fmla="*/ 991782 h 1003253"/>
              <a:gd name="csX900" fmla="*/ 1400974 w 1555078"/>
              <a:gd name="csY900" fmla="*/ 991822 h 1003253"/>
              <a:gd name="csX901" fmla="*/ 1402527 w 1555078"/>
              <a:gd name="csY901" fmla="*/ 991862 h 1003253"/>
              <a:gd name="csX902" fmla="*/ 1404089 w 1555078"/>
              <a:gd name="csY902" fmla="*/ 991902 h 1003253"/>
              <a:gd name="csX903" fmla="*/ 1405642 w 1555078"/>
              <a:gd name="csY903" fmla="*/ 991934 h 1003253"/>
              <a:gd name="csX904" fmla="*/ 1407195 w 1555078"/>
              <a:gd name="csY904" fmla="*/ 991974 h 1003253"/>
              <a:gd name="csX905" fmla="*/ 1408756 w 1555078"/>
              <a:gd name="csY905" fmla="*/ 992014 h 1003253"/>
              <a:gd name="csX906" fmla="*/ 1410309 w 1555078"/>
              <a:gd name="csY906" fmla="*/ 992046 h 1003253"/>
              <a:gd name="csX907" fmla="*/ 1411870 w 1555078"/>
              <a:gd name="csY907" fmla="*/ 992086 h 1003253"/>
              <a:gd name="csX908" fmla="*/ 1413423 w 1555078"/>
              <a:gd name="csY908" fmla="*/ 992118 h 1003253"/>
              <a:gd name="csX909" fmla="*/ 1414984 w 1555078"/>
              <a:gd name="csY909" fmla="*/ 992158 h 1003253"/>
              <a:gd name="csX910" fmla="*/ 1416537 w 1555078"/>
              <a:gd name="csY910" fmla="*/ 992198 h 1003253"/>
              <a:gd name="csX911" fmla="*/ 1418098 w 1555078"/>
              <a:gd name="csY911" fmla="*/ 992230 h 1003253"/>
              <a:gd name="csX912" fmla="*/ 1419651 w 1555078"/>
              <a:gd name="csY912" fmla="*/ 992270 h 1003253"/>
              <a:gd name="csX913" fmla="*/ 1421204 w 1555078"/>
              <a:gd name="csY913" fmla="*/ 992302 h 1003253"/>
              <a:gd name="csX914" fmla="*/ 1422765 w 1555078"/>
              <a:gd name="csY914" fmla="*/ 992342 h 1003253"/>
              <a:gd name="csX915" fmla="*/ 1424318 w 1555078"/>
              <a:gd name="csY915" fmla="*/ 992374 h 1003253"/>
              <a:gd name="csX916" fmla="*/ 1425879 w 1555078"/>
              <a:gd name="csY916" fmla="*/ 992414 h 1003253"/>
              <a:gd name="csX917" fmla="*/ 1427432 w 1555078"/>
              <a:gd name="csY917" fmla="*/ 992446 h 1003253"/>
              <a:gd name="csX918" fmla="*/ 1428993 w 1555078"/>
              <a:gd name="csY918" fmla="*/ 992486 h 1003253"/>
              <a:gd name="csX919" fmla="*/ 1430546 w 1555078"/>
              <a:gd name="csY919" fmla="*/ 992518 h 1003253"/>
              <a:gd name="csX920" fmla="*/ 1432108 w 1555078"/>
              <a:gd name="csY920" fmla="*/ 992550 h 1003253"/>
              <a:gd name="csX921" fmla="*/ 1433661 w 1555078"/>
              <a:gd name="csY921" fmla="*/ 992590 h 1003253"/>
              <a:gd name="csX922" fmla="*/ 1435222 w 1555078"/>
              <a:gd name="csY922" fmla="*/ 992623 h 1003253"/>
              <a:gd name="csX923" fmla="*/ 1436775 w 1555078"/>
              <a:gd name="csY923" fmla="*/ 992654 h 1003253"/>
              <a:gd name="csX924" fmla="*/ 1438328 w 1555078"/>
              <a:gd name="csY924" fmla="*/ 992695 h 1003253"/>
              <a:gd name="csX925" fmla="*/ 1439889 w 1555078"/>
              <a:gd name="csY925" fmla="*/ 992727 h 1003253"/>
              <a:gd name="csX926" fmla="*/ 1441442 w 1555078"/>
              <a:gd name="csY926" fmla="*/ 992759 h 1003253"/>
              <a:gd name="csX927" fmla="*/ 1443003 w 1555078"/>
              <a:gd name="csY927" fmla="*/ 992799 h 1003253"/>
              <a:gd name="csX928" fmla="*/ 1444556 w 1555078"/>
              <a:gd name="csY928" fmla="*/ 992831 h 1003253"/>
              <a:gd name="csX929" fmla="*/ 1446117 w 1555078"/>
              <a:gd name="csY929" fmla="*/ 992863 h 1003253"/>
              <a:gd name="csX930" fmla="*/ 1447670 w 1555078"/>
              <a:gd name="csY930" fmla="*/ 992895 h 1003253"/>
              <a:gd name="csX931" fmla="*/ 1449231 w 1555078"/>
              <a:gd name="csY931" fmla="*/ 992927 h 1003253"/>
              <a:gd name="csX932" fmla="*/ 1450784 w 1555078"/>
              <a:gd name="csY932" fmla="*/ 992967 h 1003253"/>
              <a:gd name="csX933" fmla="*/ 1452337 w 1555078"/>
              <a:gd name="csY933" fmla="*/ 992999 h 1003253"/>
              <a:gd name="csX934" fmla="*/ 1453898 w 1555078"/>
              <a:gd name="csY934" fmla="*/ 993031 h 1003253"/>
              <a:gd name="csX935" fmla="*/ 1455451 w 1555078"/>
              <a:gd name="csY935" fmla="*/ 993063 h 1003253"/>
              <a:gd name="csX936" fmla="*/ 1457012 w 1555078"/>
              <a:gd name="csY936" fmla="*/ 993095 h 1003253"/>
              <a:gd name="csX937" fmla="*/ 1458565 w 1555078"/>
              <a:gd name="csY937" fmla="*/ 993127 h 1003253"/>
              <a:gd name="csX938" fmla="*/ 1460127 w 1555078"/>
              <a:gd name="csY938" fmla="*/ 993159 h 1003253"/>
              <a:gd name="csX939" fmla="*/ 1461680 w 1555078"/>
              <a:gd name="csY939" fmla="*/ 993191 h 1003253"/>
              <a:gd name="csX940" fmla="*/ 1463241 w 1555078"/>
              <a:gd name="csY940" fmla="*/ 993231 h 1003253"/>
              <a:gd name="csX941" fmla="*/ 1464794 w 1555078"/>
              <a:gd name="csY941" fmla="*/ 993263 h 1003253"/>
              <a:gd name="csX942" fmla="*/ 1466347 w 1555078"/>
              <a:gd name="csY942" fmla="*/ 993295 h 1003253"/>
              <a:gd name="csX943" fmla="*/ 1467908 w 1555078"/>
              <a:gd name="csY943" fmla="*/ 993327 h 1003253"/>
              <a:gd name="csX944" fmla="*/ 1469461 w 1555078"/>
              <a:gd name="csY944" fmla="*/ 993359 h 1003253"/>
              <a:gd name="csX945" fmla="*/ 1471022 w 1555078"/>
              <a:gd name="csY945" fmla="*/ 993391 h 1003253"/>
              <a:gd name="csX946" fmla="*/ 1472575 w 1555078"/>
              <a:gd name="csY946" fmla="*/ 993423 h 1003253"/>
              <a:gd name="csX947" fmla="*/ 1474136 w 1555078"/>
              <a:gd name="csY947" fmla="*/ 993447 h 1003253"/>
              <a:gd name="csX948" fmla="*/ 1475689 w 1555078"/>
              <a:gd name="csY948" fmla="*/ 993479 h 1003253"/>
              <a:gd name="csX949" fmla="*/ 1477250 w 1555078"/>
              <a:gd name="csY949" fmla="*/ 993511 h 1003253"/>
              <a:gd name="csX950" fmla="*/ 1478803 w 1555078"/>
              <a:gd name="csY950" fmla="*/ 993543 h 1003253"/>
              <a:gd name="csX951" fmla="*/ 1480356 w 1555078"/>
              <a:gd name="csY951" fmla="*/ 993575 h 1003253"/>
              <a:gd name="csX952" fmla="*/ 1481917 w 1555078"/>
              <a:gd name="csY952" fmla="*/ 993607 h 1003253"/>
              <a:gd name="csX953" fmla="*/ 1483470 w 1555078"/>
              <a:gd name="csY953" fmla="*/ 993639 h 1003253"/>
              <a:gd name="csX954" fmla="*/ 1485031 w 1555078"/>
              <a:gd name="csY954" fmla="*/ 993671 h 1003253"/>
              <a:gd name="csX955" fmla="*/ 1486584 w 1555078"/>
              <a:gd name="csY955" fmla="*/ 993695 h 1003253"/>
              <a:gd name="csX956" fmla="*/ 1488145 w 1555078"/>
              <a:gd name="csY956" fmla="*/ 993727 h 1003253"/>
              <a:gd name="csX957" fmla="*/ 1489698 w 1555078"/>
              <a:gd name="csY957" fmla="*/ 993759 h 1003253"/>
              <a:gd name="csX958" fmla="*/ 1491260 w 1555078"/>
              <a:gd name="csY958" fmla="*/ 993791 h 1003253"/>
              <a:gd name="csX959" fmla="*/ 1492813 w 1555078"/>
              <a:gd name="csY959" fmla="*/ 993823 h 1003253"/>
              <a:gd name="csX960" fmla="*/ 1494374 w 1555078"/>
              <a:gd name="csY960" fmla="*/ 993847 h 1003253"/>
              <a:gd name="csX961" fmla="*/ 1495927 w 1555078"/>
              <a:gd name="csY961" fmla="*/ 993879 h 1003253"/>
              <a:gd name="csX962" fmla="*/ 1497480 w 1555078"/>
              <a:gd name="csY962" fmla="*/ 993911 h 1003253"/>
              <a:gd name="csX963" fmla="*/ 1499041 w 1555078"/>
              <a:gd name="csY963" fmla="*/ 993935 h 1003253"/>
              <a:gd name="csX964" fmla="*/ 1500594 w 1555078"/>
              <a:gd name="csY964" fmla="*/ 993967 h 1003253"/>
              <a:gd name="csX965" fmla="*/ 1502155 w 1555078"/>
              <a:gd name="csY965" fmla="*/ 993999 h 1003253"/>
              <a:gd name="csX966" fmla="*/ 1503708 w 1555078"/>
              <a:gd name="csY966" fmla="*/ 994031 h 1003253"/>
              <a:gd name="csX967" fmla="*/ 1505269 w 1555078"/>
              <a:gd name="csY967" fmla="*/ 994055 h 1003253"/>
              <a:gd name="csX968" fmla="*/ 1506822 w 1555078"/>
              <a:gd name="csY968" fmla="*/ 994087 h 1003253"/>
              <a:gd name="csX969" fmla="*/ 1508383 w 1555078"/>
              <a:gd name="csY969" fmla="*/ 994112 h 1003253"/>
              <a:gd name="csX970" fmla="*/ 1509936 w 1555078"/>
              <a:gd name="csY970" fmla="*/ 994144 h 1003253"/>
              <a:gd name="csX971" fmla="*/ 1511489 w 1555078"/>
              <a:gd name="csY971" fmla="*/ 994176 h 1003253"/>
              <a:gd name="csX972" fmla="*/ 1513050 w 1555078"/>
              <a:gd name="csY972" fmla="*/ 994200 h 1003253"/>
              <a:gd name="csX973" fmla="*/ 1514603 w 1555078"/>
              <a:gd name="csY973" fmla="*/ 994232 h 1003253"/>
              <a:gd name="csX974" fmla="*/ 1516164 w 1555078"/>
              <a:gd name="csY974" fmla="*/ 994256 h 1003253"/>
              <a:gd name="csX975" fmla="*/ 1517717 w 1555078"/>
              <a:gd name="csY975" fmla="*/ 994288 h 1003253"/>
              <a:gd name="csX976" fmla="*/ 1519278 w 1555078"/>
              <a:gd name="csY976" fmla="*/ 994312 h 1003253"/>
              <a:gd name="csX977" fmla="*/ 1520831 w 1555078"/>
              <a:gd name="csY977" fmla="*/ 994344 h 1003253"/>
              <a:gd name="csX978" fmla="*/ 1522392 w 1555078"/>
              <a:gd name="csY978" fmla="*/ 994368 h 1003253"/>
              <a:gd name="csX979" fmla="*/ 1523946 w 1555078"/>
              <a:gd name="csY979" fmla="*/ 994400 h 1003253"/>
              <a:gd name="csX980" fmla="*/ 1525499 w 1555078"/>
              <a:gd name="csY980" fmla="*/ 994424 h 1003253"/>
              <a:gd name="csX981" fmla="*/ 1527060 w 1555078"/>
              <a:gd name="csY981" fmla="*/ 994456 h 1003253"/>
              <a:gd name="csX982" fmla="*/ 1528613 w 1555078"/>
              <a:gd name="csY982" fmla="*/ 994480 h 1003253"/>
              <a:gd name="csX983" fmla="*/ 1530174 w 1555078"/>
              <a:gd name="csY983" fmla="*/ 994512 h 1003253"/>
              <a:gd name="csX984" fmla="*/ 1531727 w 1555078"/>
              <a:gd name="csY984" fmla="*/ 994536 h 1003253"/>
              <a:gd name="csX985" fmla="*/ 1533288 w 1555078"/>
              <a:gd name="csY985" fmla="*/ 994560 h 1003253"/>
              <a:gd name="csX986" fmla="*/ 1534841 w 1555078"/>
              <a:gd name="csY986" fmla="*/ 994592 h 1003253"/>
              <a:gd name="csX987" fmla="*/ 1536402 w 1555078"/>
              <a:gd name="csY987" fmla="*/ 994616 h 1003253"/>
              <a:gd name="csX988" fmla="*/ 1537955 w 1555078"/>
              <a:gd name="csY988" fmla="*/ 994648 h 1003253"/>
              <a:gd name="csX989" fmla="*/ 1539516 w 1555078"/>
              <a:gd name="csY989" fmla="*/ 994672 h 1003253"/>
              <a:gd name="csX990" fmla="*/ 1541069 w 1555078"/>
              <a:gd name="csY990" fmla="*/ 994696 h 1003253"/>
              <a:gd name="csX991" fmla="*/ 1542622 w 1555078"/>
              <a:gd name="csY991" fmla="*/ 994728 h 1003253"/>
              <a:gd name="csX992" fmla="*/ 1544183 w 1555078"/>
              <a:gd name="csY992" fmla="*/ 994752 h 1003253"/>
              <a:gd name="csX993" fmla="*/ 1545736 w 1555078"/>
              <a:gd name="csY993" fmla="*/ 994776 h 1003253"/>
              <a:gd name="csX994" fmla="*/ 1547297 w 1555078"/>
              <a:gd name="csY994" fmla="*/ 994808 h 1003253"/>
              <a:gd name="csX995" fmla="*/ 1548850 w 1555078"/>
              <a:gd name="csY995" fmla="*/ 994832 h 1003253"/>
              <a:gd name="csX996" fmla="*/ 1550411 w 1555078"/>
              <a:gd name="csY996" fmla="*/ 994856 h 1003253"/>
              <a:gd name="csX997" fmla="*/ 1551965 w 1555078"/>
              <a:gd name="csY997" fmla="*/ 994880 h 1003253"/>
              <a:gd name="csX998" fmla="*/ 1553526 w 1555078"/>
              <a:gd name="csY998" fmla="*/ 994912 h 1003253"/>
              <a:gd name="csX999" fmla="*/ 1555079 w 1555078"/>
              <a:gd name="csY999" fmla="*/ 994936 h 10032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555078" h="1003253">
                <a:moveTo>
                  <a:pt x="0" y="1003254"/>
                </a:moveTo>
                <a:lnTo>
                  <a:pt x="1556" y="1002549"/>
                </a:lnTo>
                <a:lnTo>
                  <a:pt x="3113" y="995480"/>
                </a:lnTo>
                <a:lnTo>
                  <a:pt x="4670" y="977909"/>
                </a:lnTo>
                <a:lnTo>
                  <a:pt x="6227" y="950186"/>
                </a:lnTo>
                <a:lnTo>
                  <a:pt x="7783" y="914330"/>
                </a:lnTo>
                <a:lnTo>
                  <a:pt x="9340" y="872605"/>
                </a:lnTo>
                <a:lnTo>
                  <a:pt x="10896" y="827007"/>
                </a:lnTo>
                <a:lnTo>
                  <a:pt x="12453" y="779174"/>
                </a:lnTo>
                <a:lnTo>
                  <a:pt x="14009" y="730378"/>
                </a:lnTo>
                <a:lnTo>
                  <a:pt x="15567" y="681596"/>
                </a:lnTo>
                <a:lnTo>
                  <a:pt x="17123" y="633549"/>
                </a:lnTo>
                <a:lnTo>
                  <a:pt x="18680" y="586762"/>
                </a:lnTo>
                <a:lnTo>
                  <a:pt x="20236" y="541606"/>
                </a:lnTo>
                <a:lnTo>
                  <a:pt x="21793" y="498338"/>
                </a:lnTo>
                <a:lnTo>
                  <a:pt x="23349" y="457121"/>
                </a:lnTo>
                <a:lnTo>
                  <a:pt x="24906" y="418052"/>
                </a:lnTo>
                <a:lnTo>
                  <a:pt x="26463" y="381175"/>
                </a:lnTo>
                <a:lnTo>
                  <a:pt x="28019" y="346495"/>
                </a:lnTo>
                <a:lnTo>
                  <a:pt x="29576" y="313988"/>
                </a:lnTo>
                <a:lnTo>
                  <a:pt x="31132" y="283611"/>
                </a:lnTo>
                <a:lnTo>
                  <a:pt x="32689" y="255302"/>
                </a:lnTo>
                <a:lnTo>
                  <a:pt x="34246" y="228993"/>
                </a:lnTo>
                <a:lnTo>
                  <a:pt x="35803" y="204607"/>
                </a:lnTo>
                <a:lnTo>
                  <a:pt x="37359" y="182060"/>
                </a:lnTo>
                <a:lnTo>
                  <a:pt x="38916" y="161270"/>
                </a:lnTo>
                <a:lnTo>
                  <a:pt x="40472" y="142153"/>
                </a:lnTo>
                <a:lnTo>
                  <a:pt x="42029" y="124625"/>
                </a:lnTo>
                <a:lnTo>
                  <a:pt x="43585" y="108603"/>
                </a:lnTo>
                <a:lnTo>
                  <a:pt x="45143" y="94008"/>
                </a:lnTo>
                <a:lnTo>
                  <a:pt x="46699" y="80760"/>
                </a:lnTo>
                <a:lnTo>
                  <a:pt x="48256" y="68786"/>
                </a:lnTo>
                <a:lnTo>
                  <a:pt x="49812" y="58012"/>
                </a:lnTo>
                <a:lnTo>
                  <a:pt x="51369" y="48371"/>
                </a:lnTo>
                <a:lnTo>
                  <a:pt x="52925" y="39796"/>
                </a:lnTo>
                <a:lnTo>
                  <a:pt x="54482" y="32224"/>
                </a:lnTo>
                <a:lnTo>
                  <a:pt x="56039" y="25596"/>
                </a:lnTo>
                <a:lnTo>
                  <a:pt x="57596" y="19855"/>
                </a:lnTo>
                <a:lnTo>
                  <a:pt x="59152" y="14948"/>
                </a:lnTo>
                <a:lnTo>
                  <a:pt x="60708" y="10823"/>
                </a:lnTo>
                <a:lnTo>
                  <a:pt x="62265" y="7433"/>
                </a:lnTo>
                <a:lnTo>
                  <a:pt x="63822" y="4732"/>
                </a:lnTo>
                <a:lnTo>
                  <a:pt x="65379" y="2678"/>
                </a:lnTo>
                <a:lnTo>
                  <a:pt x="66935" y="1230"/>
                </a:lnTo>
                <a:lnTo>
                  <a:pt x="68492" y="349"/>
                </a:lnTo>
                <a:lnTo>
                  <a:pt x="70048" y="0"/>
                </a:lnTo>
                <a:lnTo>
                  <a:pt x="71605" y="149"/>
                </a:lnTo>
                <a:lnTo>
                  <a:pt x="73162" y="763"/>
                </a:lnTo>
                <a:lnTo>
                  <a:pt x="74719" y="1813"/>
                </a:lnTo>
                <a:lnTo>
                  <a:pt x="76275" y="3270"/>
                </a:lnTo>
                <a:lnTo>
                  <a:pt x="77832" y="5106"/>
                </a:lnTo>
                <a:lnTo>
                  <a:pt x="79388" y="7298"/>
                </a:lnTo>
                <a:lnTo>
                  <a:pt x="80945" y="9821"/>
                </a:lnTo>
                <a:lnTo>
                  <a:pt x="82501" y="12654"/>
                </a:lnTo>
                <a:lnTo>
                  <a:pt x="84058" y="15772"/>
                </a:lnTo>
                <a:lnTo>
                  <a:pt x="85615" y="19160"/>
                </a:lnTo>
                <a:lnTo>
                  <a:pt x="87172" y="22796"/>
                </a:lnTo>
                <a:lnTo>
                  <a:pt x="88728" y="26663"/>
                </a:lnTo>
                <a:lnTo>
                  <a:pt x="90285" y="30745"/>
                </a:lnTo>
                <a:lnTo>
                  <a:pt x="91841" y="35026"/>
                </a:lnTo>
                <a:lnTo>
                  <a:pt x="93398" y="39491"/>
                </a:lnTo>
                <a:lnTo>
                  <a:pt x="94955" y="44127"/>
                </a:lnTo>
                <a:lnTo>
                  <a:pt x="96511" y="48920"/>
                </a:lnTo>
                <a:lnTo>
                  <a:pt x="98068" y="53858"/>
                </a:lnTo>
                <a:lnTo>
                  <a:pt x="99624" y="58930"/>
                </a:lnTo>
                <a:lnTo>
                  <a:pt x="101181" y="64124"/>
                </a:lnTo>
                <a:lnTo>
                  <a:pt x="102738" y="69430"/>
                </a:lnTo>
                <a:lnTo>
                  <a:pt x="104295" y="74838"/>
                </a:lnTo>
                <a:lnTo>
                  <a:pt x="105851" y="80339"/>
                </a:lnTo>
                <a:lnTo>
                  <a:pt x="107408" y="85926"/>
                </a:lnTo>
                <a:lnTo>
                  <a:pt x="108964" y="91589"/>
                </a:lnTo>
                <a:lnTo>
                  <a:pt x="110521" y="97322"/>
                </a:lnTo>
                <a:lnTo>
                  <a:pt x="112077" y="103116"/>
                </a:lnTo>
                <a:lnTo>
                  <a:pt x="113635" y="108965"/>
                </a:lnTo>
                <a:lnTo>
                  <a:pt x="115191" y="114863"/>
                </a:lnTo>
                <a:lnTo>
                  <a:pt x="116748" y="120804"/>
                </a:lnTo>
                <a:lnTo>
                  <a:pt x="118304" y="126783"/>
                </a:lnTo>
                <a:lnTo>
                  <a:pt x="119861" y="132792"/>
                </a:lnTo>
                <a:lnTo>
                  <a:pt x="121417" y="138829"/>
                </a:lnTo>
                <a:lnTo>
                  <a:pt x="122974" y="144889"/>
                </a:lnTo>
                <a:lnTo>
                  <a:pt x="124531" y="150965"/>
                </a:lnTo>
                <a:lnTo>
                  <a:pt x="126088" y="157056"/>
                </a:lnTo>
                <a:lnTo>
                  <a:pt x="127644" y="163157"/>
                </a:lnTo>
                <a:lnTo>
                  <a:pt x="129200" y="169263"/>
                </a:lnTo>
                <a:lnTo>
                  <a:pt x="130757" y="175372"/>
                </a:lnTo>
                <a:lnTo>
                  <a:pt x="132314" y="181481"/>
                </a:lnTo>
                <a:lnTo>
                  <a:pt x="133871" y="187587"/>
                </a:lnTo>
                <a:lnTo>
                  <a:pt x="135427" y="193686"/>
                </a:lnTo>
                <a:lnTo>
                  <a:pt x="136984" y="199776"/>
                </a:lnTo>
                <a:lnTo>
                  <a:pt x="138540" y="205855"/>
                </a:lnTo>
                <a:lnTo>
                  <a:pt x="140097" y="211919"/>
                </a:lnTo>
                <a:lnTo>
                  <a:pt x="141653" y="217968"/>
                </a:lnTo>
                <a:lnTo>
                  <a:pt x="143211" y="224000"/>
                </a:lnTo>
                <a:lnTo>
                  <a:pt x="144767" y="230011"/>
                </a:lnTo>
                <a:lnTo>
                  <a:pt x="146324" y="236000"/>
                </a:lnTo>
                <a:lnTo>
                  <a:pt x="147880" y="241966"/>
                </a:lnTo>
                <a:lnTo>
                  <a:pt x="149437" y="247907"/>
                </a:lnTo>
                <a:lnTo>
                  <a:pt x="150993" y="253822"/>
                </a:lnTo>
                <a:lnTo>
                  <a:pt x="152550" y="259709"/>
                </a:lnTo>
                <a:lnTo>
                  <a:pt x="154107" y="265568"/>
                </a:lnTo>
                <a:lnTo>
                  <a:pt x="155664" y="271396"/>
                </a:lnTo>
                <a:lnTo>
                  <a:pt x="157220" y="277192"/>
                </a:lnTo>
                <a:lnTo>
                  <a:pt x="158777" y="282958"/>
                </a:lnTo>
                <a:lnTo>
                  <a:pt x="160333" y="288690"/>
                </a:lnTo>
                <a:lnTo>
                  <a:pt x="161890" y="294388"/>
                </a:lnTo>
                <a:lnTo>
                  <a:pt x="163447" y="300052"/>
                </a:lnTo>
                <a:lnTo>
                  <a:pt x="165003" y="305680"/>
                </a:lnTo>
                <a:lnTo>
                  <a:pt x="166560" y="311272"/>
                </a:lnTo>
                <a:lnTo>
                  <a:pt x="168116" y="316828"/>
                </a:lnTo>
                <a:lnTo>
                  <a:pt x="169673" y="322347"/>
                </a:lnTo>
                <a:lnTo>
                  <a:pt x="171229" y="327828"/>
                </a:lnTo>
                <a:lnTo>
                  <a:pt x="172787" y="333271"/>
                </a:lnTo>
                <a:lnTo>
                  <a:pt x="174343" y="338676"/>
                </a:lnTo>
                <a:lnTo>
                  <a:pt x="175900" y="344042"/>
                </a:lnTo>
                <a:lnTo>
                  <a:pt x="177456" y="349368"/>
                </a:lnTo>
                <a:lnTo>
                  <a:pt x="179013" y="354657"/>
                </a:lnTo>
                <a:lnTo>
                  <a:pt x="180569" y="359904"/>
                </a:lnTo>
                <a:lnTo>
                  <a:pt x="182126" y="365113"/>
                </a:lnTo>
                <a:lnTo>
                  <a:pt x="183683" y="370281"/>
                </a:lnTo>
                <a:lnTo>
                  <a:pt x="185240" y="375410"/>
                </a:lnTo>
                <a:lnTo>
                  <a:pt x="186796" y="380497"/>
                </a:lnTo>
                <a:lnTo>
                  <a:pt x="188353" y="385546"/>
                </a:lnTo>
                <a:lnTo>
                  <a:pt x="189909" y="390554"/>
                </a:lnTo>
                <a:lnTo>
                  <a:pt x="191466" y="395521"/>
                </a:lnTo>
                <a:lnTo>
                  <a:pt x="193023" y="400448"/>
                </a:lnTo>
                <a:lnTo>
                  <a:pt x="194580" y="405335"/>
                </a:lnTo>
                <a:lnTo>
                  <a:pt x="196136" y="410182"/>
                </a:lnTo>
                <a:lnTo>
                  <a:pt x="197692" y="414987"/>
                </a:lnTo>
                <a:lnTo>
                  <a:pt x="199249" y="419754"/>
                </a:lnTo>
                <a:lnTo>
                  <a:pt x="200805" y="424480"/>
                </a:lnTo>
                <a:lnTo>
                  <a:pt x="202363" y="429166"/>
                </a:lnTo>
                <a:lnTo>
                  <a:pt x="203919" y="433812"/>
                </a:lnTo>
                <a:lnTo>
                  <a:pt x="205476" y="438418"/>
                </a:lnTo>
                <a:lnTo>
                  <a:pt x="207032" y="442985"/>
                </a:lnTo>
                <a:lnTo>
                  <a:pt x="208589" y="447513"/>
                </a:lnTo>
                <a:lnTo>
                  <a:pt x="210145" y="452001"/>
                </a:lnTo>
                <a:lnTo>
                  <a:pt x="211702" y="456450"/>
                </a:lnTo>
                <a:lnTo>
                  <a:pt x="213259" y="460861"/>
                </a:lnTo>
                <a:lnTo>
                  <a:pt x="214816" y="465232"/>
                </a:lnTo>
                <a:lnTo>
                  <a:pt x="216372" y="469566"/>
                </a:lnTo>
                <a:lnTo>
                  <a:pt x="217929" y="473861"/>
                </a:lnTo>
                <a:lnTo>
                  <a:pt x="219485" y="478117"/>
                </a:lnTo>
                <a:lnTo>
                  <a:pt x="221042" y="482336"/>
                </a:lnTo>
                <a:lnTo>
                  <a:pt x="222599" y="486517"/>
                </a:lnTo>
                <a:lnTo>
                  <a:pt x="224156" y="490662"/>
                </a:lnTo>
                <a:lnTo>
                  <a:pt x="225712" y="494768"/>
                </a:lnTo>
                <a:lnTo>
                  <a:pt x="227269" y="498838"/>
                </a:lnTo>
                <a:lnTo>
                  <a:pt x="228825" y="502871"/>
                </a:lnTo>
                <a:lnTo>
                  <a:pt x="230382" y="506868"/>
                </a:lnTo>
                <a:lnTo>
                  <a:pt x="231939" y="510829"/>
                </a:lnTo>
                <a:lnTo>
                  <a:pt x="233495" y="514754"/>
                </a:lnTo>
                <a:lnTo>
                  <a:pt x="235052" y="518644"/>
                </a:lnTo>
                <a:lnTo>
                  <a:pt x="236608" y="522497"/>
                </a:lnTo>
                <a:lnTo>
                  <a:pt x="238165" y="526317"/>
                </a:lnTo>
                <a:lnTo>
                  <a:pt x="239721" y="530101"/>
                </a:lnTo>
                <a:lnTo>
                  <a:pt x="241278" y="533851"/>
                </a:lnTo>
                <a:lnTo>
                  <a:pt x="242835" y="537566"/>
                </a:lnTo>
                <a:lnTo>
                  <a:pt x="244392" y="541248"/>
                </a:lnTo>
                <a:lnTo>
                  <a:pt x="245948" y="544896"/>
                </a:lnTo>
                <a:lnTo>
                  <a:pt x="247505" y="548510"/>
                </a:lnTo>
                <a:lnTo>
                  <a:pt x="249061" y="552091"/>
                </a:lnTo>
                <a:lnTo>
                  <a:pt x="250618" y="555640"/>
                </a:lnTo>
                <a:lnTo>
                  <a:pt x="252175" y="559156"/>
                </a:lnTo>
                <a:lnTo>
                  <a:pt x="253732" y="562640"/>
                </a:lnTo>
                <a:lnTo>
                  <a:pt x="255288" y="566092"/>
                </a:lnTo>
                <a:lnTo>
                  <a:pt x="256845" y="569512"/>
                </a:lnTo>
                <a:lnTo>
                  <a:pt x="258401" y="572900"/>
                </a:lnTo>
                <a:lnTo>
                  <a:pt x="259958" y="576258"/>
                </a:lnTo>
                <a:lnTo>
                  <a:pt x="261515" y="579585"/>
                </a:lnTo>
                <a:lnTo>
                  <a:pt x="263072" y="582881"/>
                </a:lnTo>
                <a:lnTo>
                  <a:pt x="264628" y="586146"/>
                </a:lnTo>
                <a:lnTo>
                  <a:pt x="266185" y="589382"/>
                </a:lnTo>
                <a:lnTo>
                  <a:pt x="267741" y="592588"/>
                </a:lnTo>
                <a:lnTo>
                  <a:pt x="269297" y="595765"/>
                </a:lnTo>
                <a:lnTo>
                  <a:pt x="270854" y="598912"/>
                </a:lnTo>
                <a:lnTo>
                  <a:pt x="272411" y="602030"/>
                </a:lnTo>
                <a:lnTo>
                  <a:pt x="273968" y="605121"/>
                </a:lnTo>
                <a:lnTo>
                  <a:pt x="275524" y="608182"/>
                </a:lnTo>
                <a:lnTo>
                  <a:pt x="277081" y="611215"/>
                </a:lnTo>
                <a:lnTo>
                  <a:pt x="278637" y="614220"/>
                </a:lnTo>
                <a:lnTo>
                  <a:pt x="280194" y="617198"/>
                </a:lnTo>
                <a:lnTo>
                  <a:pt x="281751" y="620149"/>
                </a:lnTo>
                <a:lnTo>
                  <a:pt x="283308" y="623073"/>
                </a:lnTo>
                <a:lnTo>
                  <a:pt x="284864" y="625969"/>
                </a:lnTo>
                <a:lnTo>
                  <a:pt x="286421" y="628839"/>
                </a:lnTo>
                <a:lnTo>
                  <a:pt x="287977" y="631683"/>
                </a:lnTo>
                <a:lnTo>
                  <a:pt x="289534" y="634501"/>
                </a:lnTo>
                <a:lnTo>
                  <a:pt x="291091" y="637293"/>
                </a:lnTo>
                <a:lnTo>
                  <a:pt x="292648" y="640060"/>
                </a:lnTo>
                <a:lnTo>
                  <a:pt x="294204" y="642801"/>
                </a:lnTo>
                <a:lnTo>
                  <a:pt x="295761" y="645517"/>
                </a:lnTo>
                <a:lnTo>
                  <a:pt x="297317" y="648210"/>
                </a:lnTo>
                <a:lnTo>
                  <a:pt x="298874" y="650876"/>
                </a:lnTo>
                <a:lnTo>
                  <a:pt x="300431" y="653520"/>
                </a:lnTo>
                <a:lnTo>
                  <a:pt x="301987" y="656138"/>
                </a:lnTo>
                <a:lnTo>
                  <a:pt x="303544" y="658733"/>
                </a:lnTo>
                <a:lnTo>
                  <a:pt x="305100" y="661305"/>
                </a:lnTo>
                <a:lnTo>
                  <a:pt x="306657" y="663853"/>
                </a:lnTo>
                <a:lnTo>
                  <a:pt x="308213" y="666378"/>
                </a:lnTo>
                <a:lnTo>
                  <a:pt x="309770" y="668880"/>
                </a:lnTo>
                <a:lnTo>
                  <a:pt x="311327" y="671360"/>
                </a:lnTo>
                <a:lnTo>
                  <a:pt x="312884" y="673817"/>
                </a:lnTo>
                <a:lnTo>
                  <a:pt x="314440" y="676252"/>
                </a:lnTo>
                <a:lnTo>
                  <a:pt x="315997" y="678665"/>
                </a:lnTo>
                <a:lnTo>
                  <a:pt x="317553" y="681056"/>
                </a:lnTo>
                <a:lnTo>
                  <a:pt x="319110" y="683425"/>
                </a:lnTo>
                <a:lnTo>
                  <a:pt x="320667" y="685774"/>
                </a:lnTo>
                <a:lnTo>
                  <a:pt x="322224" y="688101"/>
                </a:lnTo>
                <a:lnTo>
                  <a:pt x="323780" y="690409"/>
                </a:lnTo>
                <a:lnTo>
                  <a:pt x="325337" y="692694"/>
                </a:lnTo>
                <a:lnTo>
                  <a:pt x="326893" y="694960"/>
                </a:lnTo>
                <a:lnTo>
                  <a:pt x="328450" y="697204"/>
                </a:lnTo>
                <a:lnTo>
                  <a:pt x="330007" y="699430"/>
                </a:lnTo>
                <a:lnTo>
                  <a:pt x="331564" y="701635"/>
                </a:lnTo>
                <a:lnTo>
                  <a:pt x="333120" y="703821"/>
                </a:lnTo>
                <a:lnTo>
                  <a:pt x="334677" y="705987"/>
                </a:lnTo>
                <a:lnTo>
                  <a:pt x="336233" y="708134"/>
                </a:lnTo>
                <a:lnTo>
                  <a:pt x="337789" y="710262"/>
                </a:lnTo>
                <a:lnTo>
                  <a:pt x="339346" y="712371"/>
                </a:lnTo>
                <a:lnTo>
                  <a:pt x="340903" y="714462"/>
                </a:lnTo>
                <a:lnTo>
                  <a:pt x="342460" y="716533"/>
                </a:lnTo>
                <a:lnTo>
                  <a:pt x="344016" y="718587"/>
                </a:lnTo>
                <a:lnTo>
                  <a:pt x="345573" y="720623"/>
                </a:lnTo>
                <a:lnTo>
                  <a:pt x="347129" y="722640"/>
                </a:lnTo>
                <a:lnTo>
                  <a:pt x="348686" y="724640"/>
                </a:lnTo>
                <a:lnTo>
                  <a:pt x="350243" y="726622"/>
                </a:lnTo>
                <a:lnTo>
                  <a:pt x="351800" y="728587"/>
                </a:lnTo>
                <a:lnTo>
                  <a:pt x="353356" y="730535"/>
                </a:lnTo>
                <a:lnTo>
                  <a:pt x="354913" y="732465"/>
                </a:lnTo>
                <a:lnTo>
                  <a:pt x="356469" y="734376"/>
                </a:lnTo>
                <a:lnTo>
                  <a:pt x="358026" y="736273"/>
                </a:lnTo>
                <a:lnTo>
                  <a:pt x="359583" y="738154"/>
                </a:lnTo>
                <a:lnTo>
                  <a:pt x="361140" y="740020"/>
                </a:lnTo>
                <a:lnTo>
                  <a:pt x="362696" y="741869"/>
                </a:lnTo>
                <a:lnTo>
                  <a:pt x="364253" y="743702"/>
                </a:lnTo>
                <a:lnTo>
                  <a:pt x="365809" y="745519"/>
                </a:lnTo>
                <a:lnTo>
                  <a:pt x="367366" y="747321"/>
                </a:lnTo>
                <a:lnTo>
                  <a:pt x="368922" y="749106"/>
                </a:lnTo>
                <a:lnTo>
                  <a:pt x="370479" y="750875"/>
                </a:lnTo>
                <a:lnTo>
                  <a:pt x="372036" y="752628"/>
                </a:lnTo>
                <a:lnTo>
                  <a:pt x="373592" y="754365"/>
                </a:lnTo>
                <a:lnTo>
                  <a:pt x="375149" y="756087"/>
                </a:lnTo>
                <a:lnTo>
                  <a:pt x="376705" y="757800"/>
                </a:lnTo>
                <a:lnTo>
                  <a:pt x="378262" y="759497"/>
                </a:lnTo>
                <a:lnTo>
                  <a:pt x="379819" y="761170"/>
                </a:lnTo>
                <a:lnTo>
                  <a:pt x="381376" y="762835"/>
                </a:lnTo>
                <a:lnTo>
                  <a:pt x="382932" y="764492"/>
                </a:lnTo>
                <a:lnTo>
                  <a:pt x="384489" y="766125"/>
                </a:lnTo>
                <a:lnTo>
                  <a:pt x="386045" y="767750"/>
                </a:lnTo>
                <a:lnTo>
                  <a:pt x="387602" y="769360"/>
                </a:lnTo>
                <a:lnTo>
                  <a:pt x="389159" y="770961"/>
                </a:lnTo>
                <a:lnTo>
                  <a:pt x="390716" y="772538"/>
                </a:lnTo>
                <a:lnTo>
                  <a:pt x="392272" y="774107"/>
                </a:lnTo>
                <a:lnTo>
                  <a:pt x="393829" y="775668"/>
                </a:lnTo>
                <a:lnTo>
                  <a:pt x="395385" y="777213"/>
                </a:lnTo>
                <a:lnTo>
                  <a:pt x="396942" y="778742"/>
                </a:lnTo>
                <a:lnTo>
                  <a:pt x="398498" y="780255"/>
                </a:lnTo>
                <a:lnTo>
                  <a:pt x="400055" y="781760"/>
                </a:lnTo>
                <a:lnTo>
                  <a:pt x="401612" y="783249"/>
                </a:lnTo>
                <a:lnTo>
                  <a:pt x="403169" y="784730"/>
                </a:lnTo>
                <a:lnTo>
                  <a:pt x="404725" y="786195"/>
                </a:lnTo>
                <a:lnTo>
                  <a:pt x="406281" y="787652"/>
                </a:lnTo>
                <a:lnTo>
                  <a:pt x="407838" y="789093"/>
                </a:lnTo>
                <a:lnTo>
                  <a:pt x="409395" y="790526"/>
                </a:lnTo>
                <a:lnTo>
                  <a:pt x="410952" y="791943"/>
                </a:lnTo>
                <a:lnTo>
                  <a:pt x="412508" y="793352"/>
                </a:lnTo>
                <a:lnTo>
                  <a:pt x="414065" y="794745"/>
                </a:lnTo>
                <a:lnTo>
                  <a:pt x="415621" y="796130"/>
                </a:lnTo>
                <a:lnTo>
                  <a:pt x="417178" y="797507"/>
                </a:lnTo>
                <a:lnTo>
                  <a:pt x="418735" y="798868"/>
                </a:lnTo>
                <a:lnTo>
                  <a:pt x="420292" y="800212"/>
                </a:lnTo>
                <a:lnTo>
                  <a:pt x="421848" y="801549"/>
                </a:lnTo>
                <a:lnTo>
                  <a:pt x="423405" y="802878"/>
                </a:lnTo>
                <a:lnTo>
                  <a:pt x="424961" y="804199"/>
                </a:lnTo>
                <a:lnTo>
                  <a:pt x="426518" y="805504"/>
                </a:lnTo>
                <a:lnTo>
                  <a:pt x="428074" y="806801"/>
                </a:lnTo>
                <a:lnTo>
                  <a:pt x="429632" y="808082"/>
                </a:lnTo>
                <a:lnTo>
                  <a:pt x="431188" y="809355"/>
                </a:lnTo>
                <a:lnTo>
                  <a:pt x="432745" y="810620"/>
                </a:lnTo>
                <a:lnTo>
                  <a:pt x="434301" y="811876"/>
                </a:lnTo>
                <a:lnTo>
                  <a:pt x="435858" y="813117"/>
                </a:lnTo>
                <a:lnTo>
                  <a:pt x="437414" y="814350"/>
                </a:lnTo>
                <a:lnTo>
                  <a:pt x="438971" y="815575"/>
                </a:lnTo>
                <a:lnTo>
                  <a:pt x="440528" y="816792"/>
                </a:lnTo>
                <a:lnTo>
                  <a:pt x="442084" y="817992"/>
                </a:lnTo>
                <a:lnTo>
                  <a:pt x="443641" y="819185"/>
                </a:lnTo>
                <a:lnTo>
                  <a:pt x="445197" y="820370"/>
                </a:lnTo>
                <a:lnTo>
                  <a:pt x="446754" y="821547"/>
                </a:lnTo>
                <a:lnTo>
                  <a:pt x="448311" y="822716"/>
                </a:lnTo>
                <a:lnTo>
                  <a:pt x="449868" y="823868"/>
                </a:lnTo>
                <a:lnTo>
                  <a:pt x="451424" y="825013"/>
                </a:lnTo>
                <a:lnTo>
                  <a:pt x="452981" y="826158"/>
                </a:lnTo>
                <a:lnTo>
                  <a:pt x="454537" y="827287"/>
                </a:lnTo>
                <a:lnTo>
                  <a:pt x="456094" y="828408"/>
                </a:lnTo>
                <a:lnTo>
                  <a:pt x="457650" y="829512"/>
                </a:lnTo>
                <a:lnTo>
                  <a:pt x="459208" y="830617"/>
                </a:lnTo>
                <a:lnTo>
                  <a:pt x="460764" y="831714"/>
                </a:lnTo>
                <a:lnTo>
                  <a:pt x="462321" y="832794"/>
                </a:lnTo>
                <a:lnTo>
                  <a:pt x="463877" y="833875"/>
                </a:lnTo>
                <a:lnTo>
                  <a:pt x="465434" y="834940"/>
                </a:lnTo>
                <a:lnTo>
                  <a:pt x="466990" y="835997"/>
                </a:lnTo>
                <a:lnTo>
                  <a:pt x="468547" y="837053"/>
                </a:lnTo>
                <a:lnTo>
                  <a:pt x="470104" y="838094"/>
                </a:lnTo>
                <a:lnTo>
                  <a:pt x="471661" y="839127"/>
                </a:lnTo>
                <a:lnTo>
                  <a:pt x="473217" y="840151"/>
                </a:lnTo>
                <a:lnTo>
                  <a:pt x="474773" y="841176"/>
                </a:lnTo>
                <a:lnTo>
                  <a:pt x="476330" y="842185"/>
                </a:lnTo>
                <a:lnTo>
                  <a:pt x="477887" y="843185"/>
                </a:lnTo>
                <a:lnTo>
                  <a:pt x="479444" y="844186"/>
                </a:lnTo>
                <a:lnTo>
                  <a:pt x="481000" y="845171"/>
                </a:lnTo>
                <a:lnTo>
                  <a:pt x="482557" y="846148"/>
                </a:lnTo>
                <a:lnTo>
                  <a:pt x="484113" y="847124"/>
                </a:lnTo>
                <a:lnTo>
                  <a:pt x="485670" y="848085"/>
                </a:lnTo>
                <a:lnTo>
                  <a:pt x="487226" y="849045"/>
                </a:lnTo>
                <a:lnTo>
                  <a:pt x="488784" y="849990"/>
                </a:lnTo>
                <a:lnTo>
                  <a:pt x="490340" y="850935"/>
                </a:lnTo>
                <a:lnTo>
                  <a:pt x="491897" y="851871"/>
                </a:lnTo>
                <a:lnTo>
                  <a:pt x="493453" y="852800"/>
                </a:lnTo>
                <a:lnTo>
                  <a:pt x="495010" y="853721"/>
                </a:lnTo>
                <a:lnTo>
                  <a:pt x="496566" y="854633"/>
                </a:lnTo>
                <a:lnTo>
                  <a:pt x="498123" y="855538"/>
                </a:lnTo>
                <a:lnTo>
                  <a:pt x="499680" y="856442"/>
                </a:lnTo>
                <a:lnTo>
                  <a:pt x="501237" y="857331"/>
                </a:lnTo>
                <a:lnTo>
                  <a:pt x="502793" y="858220"/>
                </a:lnTo>
                <a:lnTo>
                  <a:pt x="504350" y="859100"/>
                </a:lnTo>
                <a:lnTo>
                  <a:pt x="505906" y="859973"/>
                </a:lnTo>
                <a:lnTo>
                  <a:pt x="507463" y="860837"/>
                </a:lnTo>
                <a:lnTo>
                  <a:pt x="509020" y="861702"/>
                </a:lnTo>
                <a:lnTo>
                  <a:pt x="510576" y="862551"/>
                </a:lnTo>
                <a:lnTo>
                  <a:pt x="512133" y="863399"/>
                </a:lnTo>
                <a:lnTo>
                  <a:pt x="513689" y="864240"/>
                </a:lnTo>
                <a:lnTo>
                  <a:pt x="515246" y="865072"/>
                </a:lnTo>
                <a:lnTo>
                  <a:pt x="516803" y="865905"/>
                </a:lnTo>
                <a:lnTo>
                  <a:pt x="518360" y="866729"/>
                </a:lnTo>
                <a:lnTo>
                  <a:pt x="519914" y="867546"/>
                </a:lnTo>
                <a:lnTo>
                  <a:pt x="521475" y="868355"/>
                </a:lnTo>
                <a:lnTo>
                  <a:pt x="523028" y="869155"/>
                </a:lnTo>
                <a:lnTo>
                  <a:pt x="524589" y="869956"/>
                </a:lnTo>
                <a:lnTo>
                  <a:pt x="526142" y="870748"/>
                </a:lnTo>
                <a:lnTo>
                  <a:pt x="527695" y="871533"/>
                </a:lnTo>
                <a:lnTo>
                  <a:pt x="529257" y="872309"/>
                </a:lnTo>
                <a:lnTo>
                  <a:pt x="530810" y="873086"/>
                </a:lnTo>
                <a:lnTo>
                  <a:pt x="532371" y="873854"/>
                </a:lnTo>
                <a:lnTo>
                  <a:pt x="533924" y="874615"/>
                </a:lnTo>
                <a:lnTo>
                  <a:pt x="535485" y="875375"/>
                </a:lnTo>
                <a:lnTo>
                  <a:pt x="537038" y="876128"/>
                </a:lnTo>
                <a:lnTo>
                  <a:pt x="538599" y="876872"/>
                </a:lnTo>
                <a:lnTo>
                  <a:pt x="540152" y="877617"/>
                </a:lnTo>
                <a:lnTo>
                  <a:pt x="541713" y="878345"/>
                </a:lnTo>
                <a:lnTo>
                  <a:pt x="543266" y="879082"/>
                </a:lnTo>
                <a:lnTo>
                  <a:pt x="544819" y="879802"/>
                </a:lnTo>
                <a:lnTo>
                  <a:pt x="546380" y="880523"/>
                </a:lnTo>
                <a:lnTo>
                  <a:pt x="547933" y="881235"/>
                </a:lnTo>
                <a:lnTo>
                  <a:pt x="549494" y="881948"/>
                </a:lnTo>
                <a:lnTo>
                  <a:pt x="551047" y="882652"/>
                </a:lnTo>
                <a:lnTo>
                  <a:pt x="552608" y="883349"/>
                </a:lnTo>
                <a:lnTo>
                  <a:pt x="554161" y="884045"/>
                </a:lnTo>
                <a:lnTo>
                  <a:pt x="555722" y="884734"/>
                </a:lnTo>
                <a:lnTo>
                  <a:pt x="557275" y="885414"/>
                </a:lnTo>
                <a:lnTo>
                  <a:pt x="558829" y="886094"/>
                </a:lnTo>
                <a:lnTo>
                  <a:pt x="560390" y="886767"/>
                </a:lnTo>
                <a:lnTo>
                  <a:pt x="561943" y="887439"/>
                </a:lnTo>
                <a:lnTo>
                  <a:pt x="563504" y="888104"/>
                </a:lnTo>
                <a:lnTo>
                  <a:pt x="565057" y="888760"/>
                </a:lnTo>
                <a:lnTo>
                  <a:pt x="566618" y="889417"/>
                </a:lnTo>
                <a:lnTo>
                  <a:pt x="568171" y="890065"/>
                </a:lnTo>
                <a:lnTo>
                  <a:pt x="569732" y="890714"/>
                </a:lnTo>
                <a:lnTo>
                  <a:pt x="571285" y="891354"/>
                </a:lnTo>
                <a:lnTo>
                  <a:pt x="572838" y="891986"/>
                </a:lnTo>
                <a:lnTo>
                  <a:pt x="574399" y="892619"/>
                </a:lnTo>
                <a:lnTo>
                  <a:pt x="575952" y="893243"/>
                </a:lnTo>
                <a:lnTo>
                  <a:pt x="577513" y="893868"/>
                </a:lnTo>
                <a:lnTo>
                  <a:pt x="579066" y="894492"/>
                </a:lnTo>
                <a:lnTo>
                  <a:pt x="580627" y="895101"/>
                </a:lnTo>
                <a:lnTo>
                  <a:pt x="582180" y="895709"/>
                </a:lnTo>
                <a:lnTo>
                  <a:pt x="583741" y="896317"/>
                </a:lnTo>
                <a:lnTo>
                  <a:pt x="585294" y="896918"/>
                </a:lnTo>
                <a:lnTo>
                  <a:pt x="586848" y="897518"/>
                </a:lnTo>
                <a:lnTo>
                  <a:pt x="588409" y="898111"/>
                </a:lnTo>
                <a:lnTo>
                  <a:pt x="589962" y="898695"/>
                </a:lnTo>
                <a:lnTo>
                  <a:pt x="591523" y="899279"/>
                </a:lnTo>
                <a:lnTo>
                  <a:pt x="593076" y="899864"/>
                </a:lnTo>
                <a:lnTo>
                  <a:pt x="594637" y="900440"/>
                </a:lnTo>
                <a:lnTo>
                  <a:pt x="596190" y="901009"/>
                </a:lnTo>
                <a:lnTo>
                  <a:pt x="597751" y="901577"/>
                </a:lnTo>
                <a:lnTo>
                  <a:pt x="599304" y="902145"/>
                </a:lnTo>
                <a:lnTo>
                  <a:pt x="600865" y="902706"/>
                </a:lnTo>
                <a:lnTo>
                  <a:pt x="602418" y="903266"/>
                </a:lnTo>
                <a:lnTo>
                  <a:pt x="603971" y="903818"/>
                </a:lnTo>
                <a:lnTo>
                  <a:pt x="605532" y="904363"/>
                </a:lnTo>
                <a:lnTo>
                  <a:pt x="607085" y="904907"/>
                </a:lnTo>
                <a:lnTo>
                  <a:pt x="608646" y="905452"/>
                </a:lnTo>
                <a:lnTo>
                  <a:pt x="610199" y="905988"/>
                </a:lnTo>
                <a:lnTo>
                  <a:pt x="611760" y="906524"/>
                </a:lnTo>
                <a:lnTo>
                  <a:pt x="613313" y="907053"/>
                </a:lnTo>
                <a:lnTo>
                  <a:pt x="614874" y="907581"/>
                </a:lnTo>
                <a:lnTo>
                  <a:pt x="616427" y="908101"/>
                </a:lnTo>
                <a:lnTo>
                  <a:pt x="617981" y="908622"/>
                </a:lnTo>
                <a:lnTo>
                  <a:pt x="619542" y="909142"/>
                </a:lnTo>
                <a:lnTo>
                  <a:pt x="621095" y="909654"/>
                </a:lnTo>
                <a:lnTo>
                  <a:pt x="622656" y="910159"/>
                </a:lnTo>
                <a:lnTo>
                  <a:pt x="624209" y="910671"/>
                </a:lnTo>
                <a:lnTo>
                  <a:pt x="625770" y="911167"/>
                </a:lnTo>
                <a:lnTo>
                  <a:pt x="627323" y="911672"/>
                </a:lnTo>
                <a:lnTo>
                  <a:pt x="628884" y="912168"/>
                </a:lnTo>
                <a:lnTo>
                  <a:pt x="630437" y="912656"/>
                </a:lnTo>
                <a:lnTo>
                  <a:pt x="631990" y="913145"/>
                </a:lnTo>
                <a:lnTo>
                  <a:pt x="633551" y="913633"/>
                </a:lnTo>
                <a:lnTo>
                  <a:pt x="635104" y="914113"/>
                </a:lnTo>
                <a:lnTo>
                  <a:pt x="636665" y="914594"/>
                </a:lnTo>
                <a:lnTo>
                  <a:pt x="638218" y="915066"/>
                </a:lnTo>
                <a:lnTo>
                  <a:pt x="639779" y="915538"/>
                </a:lnTo>
                <a:lnTo>
                  <a:pt x="641332" y="916011"/>
                </a:lnTo>
                <a:lnTo>
                  <a:pt x="642893" y="916475"/>
                </a:lnTo>
                <a:lnTo>
                  <a:pt x="644446" y="916939"/>
                </a:lnTo>
                <a:lnTo>
                  <a:pt x="646008" y="917404"/>
                </a:lnTo>
                <a:lnTo>
                  <a:pt x="647561" y="917860"/>
                </a:lnTo>
                <a:lnTo>
                  <a:pt x="649114" y="918316"/>
                </a:lnTo>
                <a:lnTo>
                  <a:pt x="650675" y="918765"/>
                </a:lnTo>
                <a:lnTo>
                  <a:pt x="652228" y="919213"/>
                </a:lnTo>
                <a:lnTo>
                  <a:pt x="653789" y="919661"/>
                </a:lnTo>
                <a:lnTo>
                  <a:pt x="655342" y="920101"/>
                </a:lnTo>
                <a:lnTo>
                  <a:pt x="656903" y="920542"/>
                </a:lnTo>
                <a:lnTo>
                  <a:pt x="658456" y="920974"/>
                </a:lnTo>
                <a:lnTo>
                  <a:pt x="660017" y="921406"/>
                </a:lnTo>
                <a:lnTo>
                  <a:pt x="661570" y="921839"/>
                </a:lnTo>
                <a:lnTo>
                  <a:pt x="663123" y="922271"/>
                </a:lnTo>
                <a:lnTo>
                  <a:pt x="664684" y="922695"/>
                </a:lnTo>
                <a:lnTo>
                  <a:pt x="666237" y="923119"/>
                </a:lnTo>
                <a:lnTo>
                  <a:pt x="667798" y="923536"/>
                </a:lnTo>
                <a:lnTo>
                  <a:pt x="669351" y="923952"/>
                </a:lnTo>
                <a:lnTo>
                  <a:pt x="670912" y="924368"/>
                </a:lnTo>
                <a:lnTo>
                  <a:pt x="672465" y="924777"/>
                </a:lnTo>
                <a:lnTo>
                  <a:pt x="674027" y="925185"/>
                </a:lnTo>
                <a:lnTo>
                  <a:pt x="675580" y="925593"/>
                </a:lnTo>
                <a:lnTo>
                  <a:pt x="677133" y="925994"/>
                </a:lnTo>
                <a:lnTo>
                  <a:pt x="678694" y="926394"/>
                </a:lnTo>
                <a:lnTo>
                  <a:pt x="680247" y="926794"/>
                </a:lnTo>
                <a:lnTo>
                  <a:pt x="681808" y="927194"/>
                </a:lnTo>
                <a:lnTo>
                  <a:pt x="683361" y="927587"/>
                </a:lnTo>
                <a:lnTo>
                  <a:pt x="684922" y="927971"/>
                </a:lnTo>
                <a:lnTo>
                  <a:pt x="686475" y="928363"/>
                </a:lnTo>
                <a:lnTo>
                  <a:pt x="688036" y="928747"/>
                </a:lnTo>
                <a:lnTo>
                  <a:pt x="689589" y="929132"/>
                </a:lnTo>
                <a:lnTo>
                  <a:pt x="691142" y="929516"/>
                </a:lnTo>
                <a:lnTo>
                  <a:pt x="692703" y="929892"/>
                </a:lnTo>
                <a:lnTo>
                  <a:pt x="694256" y="930268"/>
                </a:lnTo>
                <a:lnTo>
                  <a:pt x="695817" y="930637"/>
                </a:lnTo>
                <a:lnTo>
                  <a:pt x="697370" y="931013"/>
                </a:lnTo>
                <a:lnTo>
                  <a:pt x="698931" y="931381"/>
                </a:lnTo>
                <a:lnTo>
                  <a:pt x="700484" y="931749"/>
                </a:lnTo>
                <a:lnTo>
                  <a:pt x="702045" y="932110"/>
                </a:lnTo>
                <a:lnTo>
                  <a:pt x="703598" y="932470"/>
                </a:lnTo>
                <a:lnTo>
                  <a:pt x="705160" y="932830"/>
                </a:lnTo>
                <a:lnTo>
                  <a:pt x="706713" y="933190"/>
                </a:lnTo>
                <a:lnTo>
                  <a:pt x="708266" y="933543"/>
                </a:lnTo>
                <a:lnTo>
                  <a:pt x="709827" y="933895"/>
                </a:lnTo>
                <a:lnTo>
                  <a:pt x="711380" y="934247"/>
                </a:lnTo>
                <a:lnTo>
                  <a:pt x="712941" y="934599"/>
                </a:lnTo>
                <a:lnTo>
                  <a:pt x="714494" y="934943"/>
                </a:lnTo>
                <a:lnTo>
                  <a:pt x="716055" y="935288"/>
                </a:lnTo>
                <a:lnTo>
                  <a:pt x="717608" y="935624"/>
                </a:lnTo>
                <a:lnTo>
                  <a:pt x="719169" y="935968"/>
                </a:lnTo>
                <a:lnTo>
                  <a:pt x="720722" y="936304"/>
                </a:lnTo>
                <a:lnTo>
                  <a:pt x="722275" y="936641"/>
                </a:lnTo>
                <a:lnTo>
                  <a:pt x="723836" y="936977"/>
                </a:lnTo>
                <a:lnTo>
                  <a:pt x="725389" y="937305"/>
                </a:lnTo>
                <a:lnTo>
                  <a:pt x="726950" y="937633"/>
                </a:lnTo>
                <a:lnTo>
                  <a:pt x="728503" y="937962"/>
                </a:lnTo>
                <a:lnTo>
                  <a:pt x="730064" y="938290"/>
                </a:lnTo>
                <a:lnTo>
                  <a:pt x="731617" y="938610"/>
                </a:lnTo>
                <a:lnTo>
                  <a:pt x="733179" y="938930"/>
                </a:lnTo>
                <a:lnTo>
                  <a:pt x="734732" y="939250"/>
                </a:lnTo>
                <a:lnTo>
                  <a:pt x="736285" y="939563"/>
                </a:lnTo>
                <a:lnTo>
                  <a:pt x="737846" y="939883"/>
                </a:lnTo>
                <a:lnTo>
                  <a:pt x="739399" y="940195"/>
                </a:lnTo>
                <a:lnTo>
                  <a:pt x="740960" y="940507"/>
                </a:lnTo>
                <a:lnTo>
                  <a:pt x="742513" y="940819"/>
                </a:lnTo>
                <a:lnTo>
                  <a:pt x="744074" y="941124"/>
                </a:lnTo>
                <a:lnTo>
                  <a:pt x="745627" y="941428"/>
                </a:lnTo>
                <a:lnTo>
                  <a:pt x="747188" y="941732"/>
                </a:lnTo>
                <a:lnTo>
                  <a:pt x="748741" y="942036"/>
                </a:lnTo>
                <a:lnTo>
                  <a:pt x="750302" y="942332"/>
                </a:lnTo>
                <a:lnTo>
                  <a:pt x="751855" y="942637"/>
                </a:lnTo>
                <a:lnTo>
                  <a:pt x="753408" y="942933"/>
                </a:lnTo>
                <a:lnTo>
                  <a:pt x="754969" y="943221"/>
                </a:lnTo>
                <a:lnTo>
                  <a:pt x="756522" y="943517"/>
                </a:lnTo>
                <a:lnTo>
                  <a:pt x="758083" y="943806"/>
                </a:lnTo>
                <a:lnTo>
                  <a:pt x="759636" y="944094"/>
                </a:lnTo>
                <a:lnTo>
                  <a:pt x="761198" y="944382"/>
                </a:lnTo>
                <a:lnTo>
                  <a:pt x="762751" y="944670"/>
                </a:lnTo>
                <a:lnTo>
                  <a:pt x="764312" y="944958"/>
                </a:lnTo>
                <a:lnTo>
                  <a:pt x="765865" y="945238"/>
                </a:lnTo>
                <a:lnTo>
                  <a:pt x="767418" y="945519"/>
                </a:lnTo>
                <a:lnTo>
                  <a:pt x="768979" y="945799"/>
                </a:lnTo>
                <a:lnTo>
                  <a:pt x="770532" y="946071"/>
                </a:lnTo>
                <a:lnTo>
                  <a:pt x="772093" y="946351"/>
                </a:lnTo>
                <a:lnTo>
                  <a:pt x="773646" y="946623"/>
                </a:lnTo>
                <a:lnTo>
                  <a:pt x="775207" y="946896"/>
                </a:lnTo>
                <a:lnTo>
                  <a:pt x="776760" y="947168"/>
                </a:lnTo>
                <a:lnTo>
                  <a:pt x="778321" y="947440"/>
                </a:lnTo>
                <a:lnTo>
                  <a:pt x="779874" y="947704"/>
                </a:lnTo>
                <a:lnTo>
                  <a:pt x="781427" y="947968"/>
                </a:lnTo>
                <a:lnTo>
                  <a:pt x="782988" y="948232"/>
                </a:lnTo>
                <a:lnTo>
                  <a:pt x="784541" y="948497"/>
                </a:lnTo>
                <a:lnTo>
                  <a:pt x="786102" y="948761"/>
                </a:lnTo>
                <a:lnTo>
                  <a:pt x="787655" y="949017"/>
                </a:lnTo>
                <a:lnTo>
                  <a:pt x="789216" y="949273"/>
                </a:lnTo>
                <a:lnTo>
                  <a:pt x="790769" y="949529"/>
                </a:lnTo>
                <a:lnTo>
                  <a:pt x="792331" y="949786"/>
                </a:lnTo>
                <a:lnTo>
                  <a:pt x="793884" y="950042"/>
                </a:lnTo>
                <a:lnTo>
                  <a:pt x="795437" y="950290"/>
                </a:lnTo>
                <a:lnTo>
                  <a:pt x="796998" y="950546"/>
                </a:lnTo>
                <a:lnTo>
                  <a:pt x="798551" y="950794"/>
                </a:lnTo>
                <a:lnTo>
                  <a:pt x="800112" y="951042"/>
                </a:lnTo>
                <a:lnTo>
                  <a:pt x="801665" y="951291"/>
                </a:lnTo>
                <a:lnTo>
                  <a:pt x="803226" y="951531"/>
                </a:lnTo>
                <a:lnTo>
                  <a:pt x="804779" y="951779"/>
                </a:lnTo>
                <a:lnTo>
                  <a:pt x="806340" y="952019"/>
                </a:lnTo>
                <a:lnTo>
                  <a:pt x="807893" y="952259"/>
                </a:lnTo>
                <a:lnTo>
                  <a:pt x="809454" y="952499"/>
                </a:lnTo>
                <a:lnTo>
                  <a:pt x="811007" y="952732"/>
                </a:lnTo>
                <a:lnTo>
                  <a:pt x="812560" y="952972"/>
                </a:lnTo>
                <a:lnTo>
                  <a:pt x="814121" y="953204"/>
                </a:lnTo>
                <a:lnTo>
                  <a:pt x="815674" y="953444"/>
                </a:lnTo>
                <a:lnTo>
                  <a:pt x="817235" y="953676"/>
                </a:lnTo>
                <a:lnTo>
                  <a:pt x="818788" y="953900"/>
                </a:lnTo>
                <a:lnTo>
                  <a:pt x="820349" y="954132"/>
                </a:lnTo>
                <a:lnTo>
                  <a:pt x="821903" y="954365"/>
                </a:lnTo>
                <a:lnTo>
                  <a:pt x="823464" y="954589"/>
                </a:lnTo>
                <a:lnTo>
                  <a:pt x="825017" y="954813"/>
                </a:lnTo>
                <a:lnTo>
                  <a:pt x="826570" y="955037"/>
                </a:lnTo>
                <a:lnTo>
                  <a:pt x="828131" y="955261"/>
                </a:lnTo>
                <a:lnTo>
                  <a:pt x="829684" y="955485"/>
                </a:lnTo>
                <a:lnTo>
                  <a:pt x="831245" y="955702"/>
                </a:lnTo>
                <a:lnTo>
                  <a:pt x="832798" y="955926"/>
                </a:lnTo>
                <a:lnTo>
                  <a:pt x="834359" y="956142"/>
                </a:lnTo>
                <a:lnTo>
                  <a:pt x="835912" y="956358"/>
                </a:lnTo>
                <a:lnTo>
                  <a:pt x="837473" y="956574"/>
                </a:lnTo>
                <a:lnTo>
                  <a:pt x="839026" y="956790"/>
                </a:lnTo>
                <a:lnTo>
                  <a:pt x="840579" y="956998"/>
                </a:lnTo>
                <a:lnTo>
                  <a:pt x="842140" y="957215"/>
                </a:lnTo>
                <a:lnTo>
                  <a:pt x="843693" y="957423"/>
                </a:lnTo>
                <a:lnTo>
                  <a:pt x="845254" y="957631"/>
                </a:lnTo>
                <a:lnTo>
                  <a:pt x="846807" y="957839"/>
                </a:lnTo>
                <a:lnTo>
                  <a:pt x="848368" y="958047"/>
                </a:lnTo>
                <a:lnTo>
                  <a:pt x="849922" y="958255"/>
                </a:lnTo>
                <a:lnTo>
                  <a:pt x="851483" y="958455"/>
                </a:lnTo>
                <a:lnTo>
                  <a:pt x="853036" y="958664"/>
                </a:lnTo>
                <a:lnTo>
                  <a:pt x="854597" y="958864"/>
                </a:lnTo>
                <a:lnTo>
                  <a:pt x="856150" y="959064"/>
                </a:lnTo>
                <a:lnTo>
                  <a:pt x="857703" y="959264"/>
                </a:lnTo>
                <a:lnTo>
                  <a:pt x="859264" y="959464"/>
                </a:lnTo>
                <a:lnTo>
                  <a:pt x="860817" y="959664"/>
                </a:lnTo>
                <a:lnTo>
                  <a:pt x="862378" y="959864"/>
                </a:lnTo>
                <a:lnTo>
                  <a:pt x="863931" y="960056"/>
                </a:lnTo>
                <a:lnTo>
                  <a:pt x="865492" y="960249"/>
                </a:lnTo>
                <a:lnTo>
                  <a:pt x="867045" y="960441"/>
                </a:lnTo>
                <a:lnTo>
                  <a:pt x="868606" y="960641"/>
                </a:lnTo>
                <a:lnTo>
                  <a:pt x="870159" y="960825"/>
                </a:lnTo>
                <a:lnTo>
                  <a:pt x="871712" y="961017"/>
                </a:lnTo>
                <a:lnTo>
                  <a:pt x="873273" y="961209"/>
                </a:lnTo>
                <a:lnTo>
                  <a:pt x="874826" y="961393"/>
                </a:lnTo>
                <a:lnTo>
                  <a:pt x="876387" y="961586"/>
                </a:lnTo>
                <a:lnTo>
                  <a:pt x="877940" y="961770"/>
                </a:lnTo>
                <a:lnTo>
                  <a:pt x="879501" y="961954"/>
                </a:lnTo>
                <a:lnTo>
                  <a:pt x="881055" y="962138"/>
                </a:lnTo>
                <a:lnTo>
                  <a:pt x="882616" y="962322"/>
                </a:lnTo>
                <a:lnTo>
                  <a:pt x="884169" y="962506"/>
                </a:lnTo>
                <a:lnTo>
                  <a:pt x="885722" y="962682"/>
                </a:lnTo>
                <a:lnTo>
                  <a:pt x="887283" y="962866"/>
                </a:lnTo>
                <a:lnTo>
                  <a:pt x="888836" y="963042"/>
                </a:lnTo>
                <a:lnTo>
                  <a:pt x="890397" y="963227"/>
                </a:lnTo>
                <a:lnTo>
                  <a:pt x="891950" y="963403"/>
                </a:lnTo>
                <a:lnTo>
                  <a:pt x="893511" y="963579"/>
                </a:lnTo>
                <a:lnTo>
                  <a:pt x="895064" y="963755"/>
                </a:lnTo>
                <a:lnTo>
                  <a:pt x="896625" y="963923"/>
                </a:lnTo>
                <a:lnTo>
                  <a:pt x="898178" y="964099"/>
                </a:lnTo>
                <a:lnTo>
                  <a:pt x="899731" y="964275"/>
                </a:lnTo>
                <a:lnTo>
                  <a:pt x="901292" y="964443"/>
                </a:lnTo>
                <a:lnTo>
                  <a:pt x="902845" y="964612"/>
                </a:lnTo>
                <a:lnTo>
                  <a:pt x="904406" y="964780"/>
                </a:lnTo>
                <a:lnTo>
                  <a:pt x="905959" y="964948"/>
                </a:lnTo>
                <a:lnTo>
                  <a:pt x="907520" y="965116"/>
                </a:lnTo>
                <a:lnTo>
                  <a:pt x="909074" y="965284"/>
                </a:lnTo>
                <a:lnTo>
                  <a:pt x="910635" y="965452"/>
                </a:lnTo>
                <a:lnTo>
                  <a:pt x="912188" y="965620"/>
                </a:lnTo>
                <a:lnTo>
                  <a:pt x="913749" y="965780"/>
                </a:lnTo>
                <a:lnTo>
                  <a:pt x="915302" y="965948"/>
                </a:lnTo>
                <a:lnTo>
                  <a:pt x="916855" y="966109"/>
                </a:lnTo>
                <a:lnTo>
                  <a:pt x="918416" y="966269"/>
                </a:lnTo>
                <a:lnTo>
                  <a:pt x="919969" y="966429"/>
                </a:lnTo>
                <a:lnTo>
                  <a:pt x="921530" y="966589"/>
                </a:lnTo>
                <a:lnTo>
                  <a:pt x="923083" y="966749"/>
                </a:lnTo>
                <a:lnTo>
                  <a:pt x="924644" y="966909"/>
                </a:lnTo>
                <a:lnTo>
                  <a:pt x="926197" y="967061"/>
                </a:lnTo>
                <a:lnTo>
                  <a:pt x="927758" y="967221"/>
                </a:lnTo>
                <a:lnTo>
                  <a:pt x="929311" y="967373"/>
                </a:lnTo>
                <a:lnTo>
                  <a:pt x="930864" y="967534"/>
                </a:lnTo>
                <a:lnTo>
                  <a:pt x="932425" y="967686"/>
                </a:lnTo>
                <a:lnTo>
                  <a:pt x="933978" y="967838"/>
                </a:lnTo>
                <a:lnTo>
                  <a:pt x="935539" y="967990"/>
                </a:lnTo>
                <a:lnTo>
                  <a:pt x="937093" y="968142"/>
                </a:lnTo>
                <a:lnTo>
                  <a:pt x="938654" y="968294"/>
                </a:lnTo>
                <a:lnTo>
                  <a:pt x="940207" y="968438"/>
                </a:lnTo>
                <a:lnTo>
                  <a:pt x="941768" y="968590"/>
                </a:lnTo>
                <a:lnTo>
                  <a:pt x="943321" y="968734"/>
                </a:lnTo>
                <a:lnTo>
                  <a:pt x="944874" y="968886"/>
                </a:lnTo>
                <a:lnTo>
                  <a:pt x="946435" y="969031"/>
                </a:lnTo>
                <a:lnTo>
                  <a:pt x="947988" y="969175"/>
                </a:lnTo>
                <a:lnTo>
                  <a:pt x="949549" y="969327"/>
                </a:lnTo>
                <a:lnTo>
                  <a:pt x="951102" y="969471"/>
                </a:lnTo>
                <a:lnTo>
                  <a:pt x="952663" y="969615"/>
                </a:lnTo>
                <a:lnTo>
                  <a:pt x="954216" y="969751"/>
                </a:lnTo>
                <a:lnTo>
                  <a:pt x="955777" y="969895"/>
                </a:lnTo>
                <a:lnTo>
                  <a:pt x="957330" y="970039"/>
                </a:lnTo>
                <a:lnTo>
                  <a:pt x="958891" y="970175"/>
                </a:lnTo>
                <a:lnTo>
                  <a:pt x="960444" y="970319"/>
                </a:lnTo>
                <a:lnTo>
                  <a:pt x="961997" y="970455"/>
                </a:lnTo>
                <a:lnTo>
                  <a:pt x="963558" y="970600"/>
                </a:lnTo>
                <a:lnTo>
                  <a:pt x="965111" y="970736"/>
                </a:lnTo>
                <a:lnTo>
                  <a:pt x="966672" y="970872"/>
                </a:lnTo>
                <a:lnTo>
                  <a:pt x="968226" y="971008"/>
                </a:lnTo>
                <a:lnTo>
                  <a:pt x="969787" y="971144"/>
                </a:lnTo>
                <a:lnTo>
                  <a:pt x="971340" y="971280"/>
                </a:lnTo>
                <a:lnTo>
                  <a:pt x="972901" y="971408"/>
                </a:lnTo>
                <a:lnTo>
                  <a:pt x="974454" y="971544"/>
                </a:lnTo>
                <a:lnTo>
                  <a:pt x="976007" y="971680"/>
                </a:lnTo>
                <a:lnTo>
                  <a:pt x="977568" y="971808"/>
                </a:lnTo>
                <a:lnTo>
                  <a:pt x="979121" y="971944"/>
                </a:lnTo>
                <a:lnTo>
                  <a:pt x="980682" y="972073"/>
                </a:lnTo>
                <a:lnTo>
                  <a:pt x="982235" y="972201"/>
                </a:lnTo>
                <a:lnTo>
                  <a:pt x="983796" y="972329"/>
                </a:lnTo>
                <a:lnTo>
                  <a:pt x="985349" y="972457"/>
                </a:lnTo>
                <a:lnTo>
                  <a:pt x="986910" y="972585"/>
                </a:lnTo>
                <a:lnTo>
                  <a:pt x="988463" y="972713"/>
                </a:lnTo>
                <a:lnTo>
                  <a:pt x="990016" y="972841"/>
                </a:lnTo>
                <a:lnTo>
                  <a:pt x="991577" y="972969"/>
                </a:lnTo>
                <a:lnTo>
                  <a:pt x="993130" y="973097"/>
                </a:lnTo>
                <a:lnTo>
                  <a:pt x="994691" y="973217"/>
                </a:lnTo>
                <a:lnTo>
                  <a:pt x="996245" y="973345"/>
                </a:lnTo>
                <a:lnTo>
                  <a:pt x="997806" y="973466"/>
                </a:lnTo>
                <a:lnTo>
                  <a:pt x="999359" y="973594"/>
                </a:lnTo>
                <a:lnTo>
                  <a:pt x="1000920" y="973714"/>
                </a:lnTo>
                <a:lnTo>
                  <a:pt x="1002473" y="973834"/>
                </a:lnTo>
                <a:lnTo>
                  <a:pt x="1004026" y="973954"/>
                </a:lnTo>
                <a:lnTo>
                  <a:pt x="1005587" y="974074"/>
                </a:lnTo>
                <a:lnTo>
                  <a:pt x="1007140" y="974194"/>
                </a:lnTo>
                <a:lnTo>
                  <a:pt x="1008701" y="974314"/>
                </a:lnTo>
                <a:lnTo>
                  <a:pt x="1010254" y="974434"/>
                </a:lnTo>
                <a:lnTo>
                  <a:pt x="1011815" y="974554"/>
                </a:lnTo>
                <a:lnTo>
                  <a:pt x="1013368" y="974666"/>
                </a:lnTo>
                <a:lnTo>
                  <a:pt x="1014929" y="974786"/>
                </a:lnTo>
                <a:lnTo>
                  <a:pt x="1016482" y="974899"/>
                </a:lnTo>
                <a:lnTo>
                  <a:pt x="1018043" y="975019"/>
                </a:lnTo>
                <a:lnTo>
                  <a:pt x="1019596" y="975131"/>
                </a:lnTo>
                <a:lnTo>
                  <a:pt x="1021149" y="975251"/>
                </a:lnTo>
                <a:lnTo>
                  <a:pt x="1022710" y="975363"/>
                </a:lnTo>
                <a:lnTo>
                  <a:pt x="1024264" y="975475"/>
                </a:lnTo>
                <a:lnTo>
                  <a:pt x="1025825" y="975587"/>
                </a:lnTo>
                <a:lnTo>
                  <a:pt x="1027378" y="975699"/>
                </a:lnTo>
                <a:lnTo>
                  <a:pt x="1028939" y="975811"/>
                </a:lnTo>
                <a:lnTo>
                  <a:pt x="1030492" y="975923"/>
                </a:lnTo>
                <a:lnTo>
                  <a:pt x="1032053" y="976035"/>
                </a:lnTo>
                <a:lnTo>
                  <a:pt x="1033606" y="976139"/>
                </a:lnTo>
                <a:lnTo>
                  <a:pt x="1035159" y="976251"/>
                </a:lnTo>
                <a:lnTo>
                  <a:pt x="1036720" y="976363"/>
                </a:lnTo>
                <a:lnTo>
                  <a:pt x="1038273" y="976468"/>
                </a:lnTo>
                <a:lnTo>
                  <a:pt x="1039834" y="976580"/>
                </a:lnTo>
                <a:lnTo>
                  <a:pt x="1041387" y="976684"/>
                </a:lnTo>
                <a:lnTo>
                  <a:pt x="1042948" y="976788"/>
                </a:lnTo>
                <a:lnTo>
                  <a:pt x="1044501" y="976900"/>
                </a:lnTo>
                <a:lnTo>
                  <a:pt x="1046062" y="977004"/>
                </a:lnTo>
                <a:lnTo>
                  <a:pt x="1047615" y="977108"/>
                </a:lnTo>
                <a:lnTo>
                  <a:pt x="1049168" y="977212"/>
                </a:lnTo>
                <a:lnTo>
                  <a:pt x="1050729" y="977316"/>
                </a:lnTo>
                <a:lnTo>
                  <a:pt x="1052282" y="977420"/>
                </a:lnTo>
                <a:lnTo>
                  <a:pt x="1053844" y="977524"/>
                </a:lnTo>
                <a:lnTo>
                  <a:pt x="1055397" y="977628"/>
                </a:lnTo>
                <a:lnTo>
                  <a:pt x="1056958" y="977732"/>
                </a:lnTo>
                <a:lnTo>
                  <a:pt x="1058511" y="977829"/>
                </a:lnTo>
                <a:lnTo>
                  <a:pt x="1060072" y="977933"/>
                </a:lnTo>
                <a:lnTo>
                  <a:pt x="1061625" y="978029"/>
                </a:lnTo>
                <a:lnTo>
                  <a:pt x="1063186" y="978133"/>
                </a:lnTo>
                <a:lnTo>
                  <a:pt x="1064739" y="978229"/>
                </a:lnTo>
                <a:lnTo>
                  <a:pt x="1066292" y="978333"/>
                </a:lnTo>
                <a:lnTo>
                  <a:pt x="1067853" y="978429"/>
                </a:lnTo>
                <a:lnTo>
                  <a:pt x="1069406" y="978525"/>
                </a:lnTo>
                <a:lnTo>
                  <a:pt x="1070967" y="978629"/>
                </a:lnTo>
                <a:lnTo>
                  <a:pt x="1072520" y="978725"/>
                </a:lnTo>
                <a:lnTo>
                  <a:pt x="1074081" y="978821"/>
                </a:lnTo>
                <a:lnTo>
                  <a:pt x="1075634" y="978917"/>
                </a:lnTo>
                <a:lnTo>
                  <a:pt x="1077195" y="979013"/>
                </a:lnTo>
                <a:lnTo>
                  <a:pt x="1078748" y="979109"/>
                </a:lnTo>
                <a:lnTo>
                  <a:pt x="1080301" y="979205"/>
                </a:lnTo>
                <a:lnTo>
                  <a:pt x="1081862" y="979294"/>
                </a:lnTo>
                <a:lnTo>
                  <a:pt x="1083416" y="979390"/>
                </a:lnTo>
                <a:lnTo>
                  <a:pt x="1084977" y="979486"/>
                </a:lnTo>
                <a:lnTo>
                  <a:pt x="1086530" y="979574"/>
                </a:lnTo>
                <a:lnTo>
                  <a:pt x="1088091" y="979670"/>
                </a:lnTo>
                <a:lnTo>
                  <a:pt x="1089644" y="979766"/>
                </a:lnTo>
                <a:lnTo>
                  <a:pt x="1091205" y="979854"/>
                </a:lnTo>
                <a:lnTo>
                  <a:pt x="1092758" y="979942"/>
                </a:lnTo>
                <a:lnTo>
                  <a:pt x="1094311" y="980038"/>
                </a:lnTo>
                <a:lnTo>
                  <a:pt x="1095872" y="980126"/>
                </a:lnTo>
                <a:lnTo>
                  <a:pt x="1097425" y="980214"/>
                </a:lnTo>
                <a:lnTo>
                  <a:pt x="1098986" y="980302"/>
                </a:lnTo>
                <a:lnTo>
                  <a:pt x="1100539" y="980398"/>
                </a:lnTo>
                <a:lnTo>
                  <a:pt x="1102100" y="980486"/>
                </a:lnTo>
                <a:lnTo>
                  <a:pt x="1103653" y="980574"/>
                </a:lnTo>
                <a:lnTo>
                  <a:pt x="1105214" y="980662"/>
                </a:lnTo>
                <a:lnTo>
                  <a:pt x="1106767" y="980750"/>
                </a:lnTo>
                <a:lnTo>
                  <a:pt x="1108320" y="980839"/>
                </a:lnTo>
                <a:lnTo>
                  <a:pt x="1109881" y="980919"/>
                </a:lnTo>
                <a:lnTo>
                  <a:pt x="1111435" y="981007"/>
                </a:lnTo>
                <a:lnTo>
                  <a:pt x="1112996" y="981095"/>
                </a:lnTo>
                <a:lnTo>
                  <a:pt x="1114549" y="981175"/>
                </a:lnTo>
                <a:lnTo>
                  <a:pt x="1116110" y="981263"/>
                </a:lnTo>
                <a:lnTo>
                  <a:pt x="1117663" y="981351"/>
                </a:lnTo>
                <a:lnTo>
                  <a:pt x="1119224" y="981431"/>
                </a:lnTo>
                <a:lnTo>
                  <a:pt x="1120777" y="981519"/>
                </a:lnTo>
                <a:lnTo>
                  <a:pt x="1122338" y="981599"/>
                </a:lnTo>
                <a:lnTo>
                  <a:pt x="1123891" y="981679"/>
                </a:lnTo>
                <a:lnTo>
                  <a:pt x="1125444" y="981767"/>
                </a:lnTo>
                <a:lnTo>
                  <a:pt x="1127005" y="981847"/>
                </a:lnTo>
                <a:lnTo>
                  <a:pt x="1128558" y="981927"/>
                </a:lnTo>
                <a:lnTo>
                  <a:pt x="1130119" y="982007"/>
                </a:lnTo>
                <a:lnTo>
                  <a:pt x="1131672" y="982095"/>
                </a:lnTo>
                <a:lnTo>
                  <a:pt x="1133233" y="982175"/>
                </a:lnTo>
                <a:lnTo>
                  <a:pt x="1134786" y="982255"/>
                </a:lnTo>
                <a:lnTo>
                  <a:pt x="1136347" y="982336"/>
                </a:lnTo>
                <a:lnTo>
                  <a:pt x="1137900" y="982416"/>
                </a:lnTo>
                <a:lnTo>
                  <a:pt x="1139453" y="982488"/>
                </a:lnTo>
                <a:lnTo>
                  <a:pt x="1141015" y="982568"/>
                </a:lnTo>
                <a:lnTo>
                  <a:pt x="1142568" y="982648"/>
                </a:lnTo>
                <a:lnTo>
                  <a:pt x="1144129" y="982728"/>
                </a:lnTo>
                <a:lnTo>
                  <a:pt x="1145682" y="982808"/>
                </a:lnTo>
                <a:lnTo>
                  <a:pt x="1147243" y="982880"/>
                </a:lnTo>
                <a:lnTo>
                  <a:pt x="1148796" y="982960"/>
                </a:lnTo>
                <a:lnTo>
                  <a:pt x="1150357" y="983032"/>
                </a:lnTo>
                <a:lnTo>
                  <a:pt x="1151910" y="983112"/>
                </a:lnTo>
                <a:lnTo>
                  <a:pt x="1153463" y="983184"/>
                </a:lnTo>
                <a:lnTo>
                  <a:pt x="1155024" y="983264"/>
                </a:lnTo>
                <a:lnTo>
                  <a:pt x="1156577" y="983336"/>
                </a:lnTo>
                <a:lnTo>
                  <a:pt x="1158138" y="983416"/>
                </a:lnTo>
                <a:lnTo>
                  <a:pt x="1159691" y="983488"/>
                </a:lnTo>
                <a:lnTo>
                  <a:pt x="1161252" y="983560"/>
                </a:lnTo>
                <a:lnTo>
                  <a:pt x="1162805" y="983632"/>
                </a:lnTo>
                <a:lnTo>
                  <a:pt x="1164366" y="983713"/>
                </a:lnTo>
                <a:lnTo>
                  <a:pt x="1165919" y="983785"/>
                </a:lnTo>
                <a:lnTo>
                  <a:pt x="1167480" y="983857"/>
                </a:lnTo>
                <a:lnTo>
                  <a:pt x="1169033" y="983929"/>
                </a:lnTo>
                <a:lnTo>
                  <a:pt x="1170586" y="984001"/>
                </a:lnTo>
                <a:lnTo>
                  <a:pt x="1172148" y="984073"/>
                </a:lnTo>
                <a:lnTo>
                  <a:pt x="1173701" y="984145"/>
                </a:lnTo>
                <a:lnTo>
                  <a:pt x="1175262" y="984217"/>
                </a:lnTo>
                <a:lnTo>
                  <a:pt x="1176815" y="984289"/>
                </a:lnTo>
                <a:lnTo>
                  <a:pt x="1178376" y="984353"/>
                </a:lnTo>
                <a:lnTo>
                  <a:pt x="1179929" y="984425"/>
                </a:lnTo>
                <a:lnTo>
                  <a:pt x="1181490" y="984497"/>
                </a:lnTo>
                <a:lnTo>
                  <a:pt x="1183043" y="984569"/>
                </a:lnTo>
                <a:lnTo>
                  <a:pt x="1184596" y="984633"/>
                </a:lnTo>
                <a:lnTo>
                  <a:pt x="1186157" y="984705"/>
                </a:lnTo>
                <a:lnTo>
                  <a:pt x="1187710" y="984769"/>
                </a:lnTo>
                <a:lnTo>
                  <a:pt x="1189271" y="984841"/>
                </a:lnTo>
                <a:lnTo>
                  <a:pt x="1190824" y="984905"/>
                </a:lnTo>
                <a:lnTo>
                  <a:pt x="1192385" y="984977"/>
                </a:lnTo>
                <a:lnTo>
                  <a:pt x="1193938" y="985041"/>
                </a:lnTo>
                <a:lnTo>
                  <a:pt x="1195499" y="985113"/>
                </a:lnTo>
                <a:lnTo>
                  <a:pt x="1197052" y="985177"/>
                </a:lnTo>
                <a:lnTo>
                  <a:pt x="1198605" y="985242"/>
                </a:lnTo>
                <a:lnTo>
                  <a:pt x="1200167" y="985314"/>
                </a:lnTo>
                <a:lnTo>
                  <a:pt x="1201720" y="985378"/>
                </a:lnTo>
                <a:lnTo>
                  <a:pt x="1203281" y="985442"/>
                </a:lnTo>
                <a:lnTo>
                  <a:pt x="1204834" y="985506"/>
                </a:lnTo>
                <a:lnTo>
                  <a:pt x="1206395" y="985570"/>
                </a:lnTo>
                <a:lnTo>
                  <a:pt x="1207948" y="985634"/>
                </a:lnTo>
                <a:lnTo>
                  <a:pt x="1209509" y="985698"/>
                </a:lnTo>
                <a:lnTo>
                  <a:pt x="1211062" y="985762"/>
                </a:lnTo>
                <a:lnTo>
                  <a:pt x="1212615" y="985826"/>
                </a:lnTo>
                <a:lnTo>
                  <a:pt x="1214176" y="985890"/>
                </a:lnTo>
                <a:lnTo>
                  <a:pt x="1215729" y="985954"/>
                </a:lnTo>
                <a:lnTo>
                  <a:pt x="1217290" y="986018"/>
                </a:lnTo>
                <a:lnTo>
                  <a:pt x="1218843" y="986082"/>
                </a:lnTo>
                <a:lnTo>
                  <a:pt x="1220404" y="986146"/>
                </a:lnTo>
                <a:lnTo>
                  <a:pt x="1221957" y="986210"/>
                </a:lnTo>
                <a:lnTo>
                  <a:pt x="1223518" y="986266"/>
                </a:lnTo>
                <a:lnTo>
                  <a:pt x="1225071" y="986330"/>
                </a:lnTo>
                <a:lnTo>
                  <a:pt x="1226632" y="986394"/>
                </a:lnTo>
                <a:lnTo>
                  <a:pt x="1228186" y="986450"/>
                </a:lnTo>
                <a:lnTo>
                  <a:pt x="1229739" y="986514"/>
                </a:lnTo>
                <a:lnTo>
                  <a:pt x="1231300" y="986570"/>
                </a:lnTo>
                <a:lnTo>
                  <a:pt x="1232853" y="986635"/>
                </a:lnTo>
                <a:lnTo>
                  <a:pt x="1234414" y="986690"/>
                </a:lnTo>
                <a:lnTo>
                  <a:pt x="1235967" y="986755"/>
                </a:lnTo>
                <a:lnTo>
                  <a:pt x="1237528" y="986811"/>
                </a:lnTo>
                <a:lnTo>
                  <a:pt x="1239081" y="986875"/>
                </a:lnTo>
                <a:lnTo>
                  <a:pt x="1240642" y="986931"/>
                </a:lnTo>
                <a:lnTo>
                  <a:pt x="1242195" y="986987"/>
                </a:lnTo>
                <a:lnTo>
                  <a:pt x="1243748" y="987051"/>
                </a:lnTo>
                <a:lnTo>
                  <a:pt x="1245309" y="987107"/>
                </a:lnTo>
                <a:lnTo>
                  <a:pt x="1246862" y="987163"/>
                </a:lnTo>
                <a:lnTo>
                  <a:pt x="1248423" y="987219"/>
                </a:lnTo>
                <a:lnTo>
                  <a:pt x="1249976" y="987283"/>
                </a:lnTo>
                <a:lnTo>
                  <a:pt x="1251537" y="987339"/>
                </a:lnTo>
                <a:lnTo>
                  <a:pt x="1253090" y="987395"/>
                </a:lnTo>
                <a:lnTo>
                  <a:pt x="1254651" y="987451"/>
                </a:lnTo>
                <a:lnTo>
                  <a:pt x="1256204" y="987507"/>
                </a:lnTo>
                <a:lnTo>
                  <a:pt x="1257757" y="987563"/>
                </a:lnTo>
                <a:lnTo>
                  <a:pt x="1259319" y="987619"/>
                </a:lnTo>
                <a:lnTo>
                  <a:pt x="1260872" y="987675"/>
                </a:lnTo>
                <a:lnTo>
                  <a:pt x="1262433" y="987731"/>
                </a:lnTo>
                <a:lnTo>
                  <a:pt x="1263986" y="987787"/>
                </a:lnTo>
                <a:lnTo>
                  <a:pt x="1265547" y="987835"/>
                </a:lnTo>
                <a:lnTo>
                  <a:pt x="1267100" y="987891"/>
                </a:lnTo>
                <a:lnTo>
                  <a:pt x="1268661" y="987947"/>
                </a:lnTo>
                <a:lnTo>
                  <a:pt x="1270214" y="988003"/>
                </a:lnTo>
                <a:lnTo>
                  <a:pt x="1271767" y="988059"/>
                </a:lnTo>
                <a:lnTo>
                  <a:pt x="1273328" y="988107"/>
                </a:lnTo>
                <a:lnTo>
                  <a:pt x="1274881" y="988163"/>
                </a:lnTo>
                <a:lnTo>
                  <a:pt x="1276442" y="988220"/>
                </a:lnTo>
                <a:lnTo>
                  <a:pt x="1277995" y="988268"/>
                </a:lnTo>
                <a:lnTo>
                  <a:pt x="1279556" y="988324"/>
                </a:lnTo>
                <a:lnTo>
                  <a:pt x="1281109" y="988372"/>
                </a:lnTo>
                <a:lnTo>
                  <a:pt x="1282670" y="988428"/>
                </a:lnTo>
                <a:lnTo>
                  <a:pt x="1284223" y="988484"/>
                </a:lnTo>
                <a:lnTo>
                  <a:pt x="1285784" y="988532"/>
                </a:lnTo>
                <a:lnTo>
                  <a:pt x="1287338" y="988580"/>
                </a:lnTo>
                <a:lnTo>
                  <a:pt x="1288891" y="988636"/>
                </a:lnTo>
                <a:lnTo>
                  <a:pt x="1290452" y="988684"/>
                </a:lnTo>
                <a:lnTo>
                  <a:pt x="1292005" y="988740"/>
                </a:lnTo>
                <a:lnTo>
                  <a:pt x="1293566" y="988788"/>
                </a:lnTo>
                <a:lnTo>
                  <a:pt x="1295119" y="988836"/>
                </a:lnTo>
                <a:lnTo>
                  <a:pt x="1296680" y="988892"/>
                </a:lnTo>
                <a:lnTo>
                  <a:pt x="1298233" y="988940"/>
                </a:lnTo>
                <a:lnTo>
                  <a:pt x="1299794" y="988988"/>
                </a:lnTo>
                <a:lnTo>
                  <a:pt x="1301347" y="989036"/>
                </a:lnTo>
                <a:lnTo>
                  <a:pt x="1302900" y="989092"/>
                </a:lnTo>
                <a:lnTo>
                  <a:pt x="1304461" y="989140"/>
                </a:lnTo>
                <a:lnTo>
                  <a:pt x="1306014" y="989188"/>
                </a:lnTo>
                <a:lnTo>
                  <a:pt x="1307575" y="989236"/>
                </a:lnTo>
                <a:lnTo>
                  <a:pt x="1309128" y="989284"/>
                </a:lnTo>
                <a:lnTo>
                  <a:pt x="1310689" y="989332"/>
                </a:lnTo>
                <a:lnTo>
                  <a:pt x="1312242" y="989380"/>
                </a:lnTo>
                <a:lnTo>
                  <a:pt x="1313803" y="989428"/>
                </a:lnTo>
                <a:lnTo>
                  <a:pt x="1315356" y="989476"/>
                </a:lnTo>
                <a:lnTo>
                  <a:pt x="1316910" y="989524"/>
                </a:lnTo>
                <a:lnTo>
                  <a:pt x="1318471" y="989572"/>
                </a:lnTo>
                <a:lnTo>
                  <a:pt x="1320024" y="989621"/>
                </a:lnTo>
                <a:lnTo>
                  <a:pt x="1321585" y="989668"/>
                </a:lnTo>
                <a:lnTo>
                  <a:pt x="1323138" y="989717"/>
                </a:lnTo>
                <a:lnTo>
                  <a:pt x="1324699" y="989757"/>
                </a:lnTo>
                <a:lnTo>
                  <a:pt x="1326252" y="989805"/>
                </a:lnTo>
                <a:lnTo>
                  <a:pt x="1327813" y="989853"/>
                </a:lnTo>
                <a:lnTo>
                  <a:pt x="1329366" y="989901"/>
                </a:lnTo>
                <a:lnTo>
                  <a:pt x="1330927" y="989941"/>
                </a:lnTo>
                <a:lnTo>
                  <a:pt x="1332480" y="989989"/>
                </a:lnTo>
                <a:lnTo>
                  <a:pt x="1334033" y="990037"/>
                </a:lnTo>
                <a:lnTo>
                  <a:pt x="1335594" y="990085"/>
                </a:lnTo>
                <a:lnTo>
                  <a:pt x="1337147" y="990125"/>
                </a:lnTo>
                <a:lnTo>
                  <a:pt x="1338708" y="990173"/>
                </a:lnTo>
                <a:lnTo>
                  <a:pt x="1340261" y="990213"/>
                </a:lnTo>
                <a:lnTo>
                  <a:pt x="1341822" y="990261"/>
                </a:lnTo>
                <a:lnTo>
                  <a:pt x="1343375" y="990301"/>
                </a:lnTo>
                <a:lnTo>
                  <a:pt x="1344936" y="990349"/>
                </a:lnTo>
                <a:lnTo>
                  <a:pt x="1346490" y="990389"/>
                </a:lnTo>
                <a:lnTo>
                  <a:pt x="1348043" y="990437"/>
                </a:lnTo>
                <a:lnTo>
                  <a:pt x="1349604" y="990477"/>
                </a:lnTo>
                <a:lnTo>
                  <a:pt x="1351157" y="990525"/>
                </a:lnTo>
                <a:lnTo>
                  <a:pt x="1352718" y="990565"/>
                </a:lnTo>
                <a:lnTo>
                  <a:pt x="1354271" y="990613"/>
                </a:lnTo>
                <a:lnTo>
                  <a:pt x="1355832" y="990653"/>
                </a:lnTo>
                <a:lnTo>
                  <a:pt x="1357385" y="990693"/>
                </a:lnTo>
                <a:lnTo>
                  <a:pt x="1358946" y="990741"/>
                </a:lnTo>
                <a:lnTo>
                  <a:pt x="1360499" y="990781"/>
                </a:lnTo>
                <a:lnTo>
                  <a:pt x="1362052" y="990821"/>
                </a:lnTo>
                <a:lnTo>
                  <a:pt x="1363613" y="990861"/>
                </a:lnTo>
                <a:lnTo>
                  <a:pt x="1365166" y="990909"/>
                </a:lnTo>
                <a:lnTo>
                  <a:pt x="1366727" y="990949"/>
                </a:lnTo>
                <a:lnTo>
                  <a:pt x="1368280" y="990989"/>
                </a:lnTo>
                <a:lnTo>
                  <a:pt x="1369841" y="991029"/>
                </a:lnTo>
                <a:lnTo>
                  <a:pt x="1371394" y="991069"/>
                </a:lnTo>
                <a:lnTo>
                  <a:pt x="1372955" y="991109"/>
                </a:lnTo>
                <a:lnTo>
                  <a:pt x="1374508" y="991157"/>
                </a:lnTo>
                <a:lnTo>
                  <a:pt x="1376062" y="991198"/>
                </a:lnTo>
                <a:lnTo>
                  <a:pt x="1377623" y="991238"/>
                </a:lnTo>
                <a:lnTo>
                  <a:pt x="1379176" y="991278"/>
                </a:lnTo>
                <a:lnTo>
                  <a:pt x="1380737" y="991318"/>
                </a:lnTo>
                <a:lnTo>
                  <a:pt x="1382290" y="991358"/>
                </a:lnTo>
                <a:lnTo>
                  <a:pt x="1383851" y="991398"/>
                </a:lnTo>
                <a:lnTo>
                  <a:pt x="1385404" y="991438"/>
                </a:lnTo>
                <a:lnTo>
                  <a:pt x="1386965" y="991478"/>
                </a:lnTo>
                <a:lnTo>
                  <a:pt x="1388518" y="991518"/>
                </a:lnTo>
                <a:lnTo>
                  <a:pt x="1390079" y="991550"/>
                </a:lnTo>
                <a:lnTo>
                  <a:pt x="1391632" y="991590"/>
                </a:lnTo>
                <a:lnTo>
                  <a:pt x="1393185" y="991630"/>
                </a:lnTo>
                <a:lnTo>
                  <a:pt x="1394746" y="991670"/>
                </a:lnTo>
                <a:lnTo>
                  <a:pt x="1396299" y="991710"/>
                </a:lnTo>
                <a:lnTo>
                  <a:pt x="1397860" y="991750"/>
                </a:lnTo>
                <a:lnTo>
                  <a:pt x="1399413" y="991782"/>
                </a:lnTo>
                <a:lnTo>
                  <a:pt x="1400974" y="991822"/>
                </a:lnTo>
                <a:lnTo>
                  <a:pt x="1402527" y="991862"/>
                </a:lnTo>
                <a:lnTo>
                  <a:pt x="1404089" y="991902"/>
                </a:lnTo>
                <a:lnTo>
                  <a:pt x="1405642" y="991934"/>
                </a:lnTo>
                <a:lnTo>
                  <a:pt x="1407195" y="991974"/>
                </a:lnTo>
                <a:lnTo>
                  <a:pt x="1408756" y="992014"/>
                </a:lnTo>
                <a:lnTo>
                  <a:pt x="1410309" y="992046"/>
                </a:lnTo>
                <a:lnTo>
                  <a:pt x="1411870" y="992086"/>
                </a:lnTo>
                <a:lnTo>
                  <a:pt x="1413423" y="992118"/>
                </a:lnTo>
                <a:lnTo>
                  <a:pt x="1414984" y="992158"/>
                </a:lnTo>
                <a:lnTo>
                  <a:pt x="1416537" y="992198"/>
                </a:lnTo>
                <a:lnTo>
                  <a:pt x="1418098" y="992230"/>
                </a:lnTo>
                <a:lnTo>
                  <a:pt x="1419651" y="992270"/>
                </a:lnTo>
                <a:lnTo>
                  <a:pt x="1421204" y="992302"/>
                </a:lnTo>
                <a:lnTo>
                  <a:pt x="1422765" y="992342"/>
                </a:lnTo>
                <a:lnTo>
                  <a:pt x="1424318" y="992374"/>
                </a:lnTo>
                <a:lnTo>
                  <a:pt x="1425879" y="992414"/>
                </a:lnTo>
                <a:lnTo>
                  <a:pt x="1427432" y="992446"/>
                </a:lnTo>
                <a:lnTo>
                  <a:pt x="1428993" y="992486"/>
                </a:lnTo>
                <a:lnTo>
                  <a:pt x="1430546" y="992518"/>
                </a:lnTo>
                <a:lnTo>
                  <a:pt x="1432108" y="992550"/>
                </a:lnTo>
                <a:lnTo>
                  <a:pt x="1433661" y="992590"/>
                </a:lnTo>
                <a:lnTo>
                  <a:pt x="1435222" y="992623"/>
                </a:lnTo>
                <a:lnTo>
                  <a:pt x="1436775" y="992654"/>
                </a:lnTo>
                <a:lnTo>
                  <a:pt x="1438328" y="992695"/>
                </a:lnTo>
                <a:lnTo>
                  <a:pt x="1439889" y="992727"/>
                </a:lnTo>
                <a:lnTo>
                  <a:pt x="1441442" y="992759"/>
                </a:lnTo>
                <a:lnTo>
                  <a:pt x="1443003" y="992799"/>
                </a:lnTo>
                <a:lnTo>
                  <a:pt x="1444556" y="992831"/>
                </a:lnTo>
                <a:lnTo>
                  <a:pt x="1446117" y="992863"/>
                </a:lnTo>
                <a:lnTo>
                  <a:pt x="1447670" y="992895"/>
                </a:lnTo>
                <a:lnTo>
                  <a:pt x="1449231" y="992927"/>
                </a:lnTo>
                <a:lnTo>
                  <a:pt x="1450784" y="992967"/>
                </a:lnTo>
                <a:lnTo>
                  <a:pt x="1452337" y="992999"/>
                </a:lnTo>
                <a:lnTo>
                  <a:pt x="1453898" y="993031"/>
                </a:lnTo>
                <a:lnTo>
                  <a:pt x="1455451" y="993063"/>
                </a:lnTo>
                <a:lnTo>
                  <a:pt x="1457012" y="993095"/>
                </a:lnTo>
                <a:lnTo>
                  <a:pt x="1458565" y="993127"/>
                </a:lnTo>
                <a:lnTo>
                  <a:pt x="1460127" y="993159"/>
                </a:lnTo>
                <a:lnTo>
                  <a:pt x="1461680" y="993191"/>
                </a:lnTo>
                <a:lnTo>
                  <a:pt x="1463241" y="993231"/>
                </a:lnTo>
                <a:lnTo>
                  <a:pt x="1464794" y="993263"/>
                </a:lnTo>
                <a:lnTo>
                  <a:pt x="1466347" y="993295"/>
                </a:lnTo>
                <a:lnTo>
                  <a:pt x="1467908" y="993327"/>
                </a:lnTo>
                <a:lnTo>
                  <a:pt x="1469461" y="993359"/>
                </a:lnTo>
                <a:lnTo>
                  <a:pt x="1471022" y="993391"/>
                </a:lnTo>
                <a:lnTo>
                  <a:pt x="1472575" y="993423"/>
                </a:lnTo>
                <a:lnTo>
                  <a:pt x="1474136" y="993447"/>
                </a:lnTo>
                <a:lnTo>
                  <a:pt x="1475689" y="993479"/>
                </a:lnTo>
                <a:lnTo>
                  <a:pt x="1477250" y="993511"/>
                </a:lnTo>
                <a:lnTo>
                  <a:pt x="1478803" y="993543"/>
                </a:lnTo>
                <a:lnTo>
                  <a:pt x="1480356" y="993575"/>
                </a:lnTo>
                <a:lnTo>
                  <a:pt x="1481917" y="993607"/>
                </a:lnTo>
                <a:lnTo>
                  <a:pt x="1483470" y="993639"/>
                </a:lnTo>
                <a:lnTo>
                  <a:pt x="1485031" y="993671"/>
                </a:lnTo>
                <a:lnTo>
                  <a:pt x="1486584" y="993695"/>
                </a:lnTo>
                <a:lnTo>
                  <a:pt x="1488145" y="993727"/>
                </a:lnTo>
                <a:lnTo>
                  <a:pt x="1489698" y="993759"/>
                </a:lnTo>
                <a:lnTo>
                  <a:pt x="1491260" y="993791"/>
                </a:lnTo>
                <a:lnTo>
                  <a:pt x="1492813" y="993823"/>
                </a:lnTo>
                <a:lnTo>
                  <a:pt x="1494374" y="993847"/>
                </a:lnTo>
                <a:lnTo>
                  <a:pt x="1495927" y="993879"/>
                </a:lnTo>
                <a:lnTo>
                  <a:pt x="1497480" y="993911"/>
                </a:lnTo>
                <a:lnTo>
                  <a:pt x="1499041" y="993935"/>
                </a:lnTo>
                <a:lnTo>
                  <a:pt x="1500594" y="993967"/>
                </a:lnTo>
                <a:lnTo>
                  <a:pt x="1502155" y="993999"/>
                </a:lnTo>
                <a:lnTo>
                  <a:pt x="1503708" y="994031"/>
                </a:lnTo>
                <a:lnTo>
                  <a:pt x="1505269" y="994055"/>
                </a:lnTo>
                <a:lnTo>
                  <a:pt x="1506822" y="994087"/>
                </a:lnTo>
                <a:lnTo>
                  <a:pt x="1508383" y="994112"/>
                </a:lnTo>
                <a:lnTo>
                  <a:pt x="1509936" y="994144"/>
                </a:lnTo>
                <a:lnTo>
                  <a:pt x="1511489" y="994176"/>
                </a:lnTo>
                <a:lnTo>
                  <a:pt x="1513050" y="994200"/>
                </a:lnTo>
                <a:lnTo>
                  <a:pt x="1514603" y="994232"/>
                </a:lnTo>
                <a:lnTo>
                  <a:pt x="1516164" y="994256"/>
                </a:lnTo>
                <a:lnTo>
                  <a:pt x="1517717" y="994288"/>
                </a:lnTo>
                <a:lnTo>
                  <a:pt x="1519278" y="994312"/>
                </a:lnTo>
                <a:lnTo>
                  <a:pt x="1520831" y="994344"/>
                </a:lnTo>
                <a:lnTo>
                  <a:pt x="1522392" y="994368"/>
                </a:lnTo>
                <a:lnTo>
                  <a:pt x="1523946" y="994400"/>
                </a:lnTo>
                <a:lnTo>
                  <a:pt x="1525499" y="994424"/>
                </a:lnTo>
                <a:lnTo>
                  <a:pt x="1527060" y="994456"/>
                </a:lnTo>
                <a:lnTo>
                  <a:pt x="1528613" y="994480"/>
                </a:lnTo>
                <a:lnTo>
                  <a:pt x="1530174" y="994512"/>
                </a:lnTo>
                <a:lnTo>
                  <a:pt x="1531727" y="994536"/>
                </a:lnTo>
                <a:lnTo>
                  <a:pt x="1533288" y="994560"/>
                </a:lnTo>
                <a:lnTo>
                  <a:pt x="1534841" y="994592"/>
                </a:lnTo>
                <a:lnTo>
                  <a:pt x="1536402" y="994616"/>
                </a:lnTo>
                <a:lnTo>
                  <a:pt x="1537955" y="994648"/>
                </a:lnTo>
                <a:lnTo>
                  <a:pt x="1539516" y="994672"/>
                </a:lnTo>
                <a:lnTo>
                  <a:pt x="1541069" y="994696"/>
                </a:lnTo>
                <a:lnTo>
                  <a:pt x="1542622" y="994728"/>
                </a:lnTo>
                <a:lnTo>
                  <a:pt x="1544183" y="994752"/>
                </a:lnTo>
                <a:lnTo>
                  <a:pt x="1545736" y="994776"/>
                </a:lnTo>
                <a:lnTo>
                  <a:pt x="1547297" y="994808"/>
                </a:lnTo>
                <a:lnTo>
                  <a:pt x="1548850" y="994832"/>
                </a:lnTo>
                <a:lnTo>
                  <a:pt x="1550411" y="994856"/>
                </a:lnTo>
                <a:lnTo>
                  <a:pt x="1551965" y="994880"/>
                </a:lnTo>
                <a:lnTo>
                  <a:pt x="1553526" y="994912"/>
                </a:lnTo>
                <a:lnTo>
                  <a:pt x="1555079" y="994936"/>
                </a:lnTo>
              </a:path>
            </a:pathLst>
          </a:custGeom>
          <a:noFill/>
          <a:ln w="9573" cap="rnd">
            <a:solidFill>
              <a:srgbClr val="009AF9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5530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1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500"/>
                                        <p:tgtEl>
                                          <p:spTgt spid="1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10" grpId="0"/>
      <p:bldP spid="1029" grpId="0"/>
      <p:bldP spid="1031" grpId="0"/>
      <p:bldP spid="1032" grpId="0"/>
      <p:bldP spid="1033" grpId="0"/>
      <p:bldP spid="1037" grpId="1"/>
      <p:bldP spid="1043" grpId="0" animBg="1"/>
      <p:bldP spid="1049" grpId="0" animBg="1"/>
      <p:bldP spid="1056" grpId="0"/>
      <p:bldP spid="1075" grpId="0" animBg="1"/>
      <p:bldP spid="313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B11C2D-E7CB-E0D3-021B-07125C56A4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6B8107F-A118-5577-D0DD-1EB428FE360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58777" y="1239837"/>
            <a:ext cx="3488394" cy="1746071"/>
          </a:xfrm>
        </p:spPr>
        <p:txBody>
          <a:bodyPr/>
          <a:lstStyle/>
          <a:p>
            <a:r>
              <a:rPr lang="en-US" b="1" dirty="0"/>
              <a:t>Scale-Location Parameters</a:t>
            </a:r>
            <a:br>
              <a:rPr lang="en-US" b="1" dirty="0"/>
            </a:br>
            <a:br>
              <a:rPr lang="en-US" b="1" dirty="0"/>
            </a:br>
            <a:endParaRPr lang="en-US" b="1" dirty="0"/>
          </a:p>
          <a:p>
            <a:r>
              <a:rPr lang="en-US" b="1" dirty="0"/>
              <a:t>Conversions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FBCB45D-DA4B-FBEB-4B5E-02B4BEDFE4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Log-Normal Distribution: Representations &amp; Operations</a:t>
            </a: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F2DD2F4B-5641-96E7-A6FC-5A6E35EED7F5}"/>
              </a:ext>
            </a:extLst>
          </p:cNvPr>
          <p:cNvSpPr/>
          <p:nvPr/>
        </p:nvSpPr>
        <p:spPr bwMode="gray">
          <a:xfrm>
            <a:off x="2278586" y="2286370"/>
            <a:ext cx="449786" cy="39626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F99FCBB2-D737-9076-194F-645B8E1B2E87}"/>
              </a:ext>
            </a:extLst>
          </p:cNvPr>
          <p:cNvCxnSpPr>
            <a:cxnSpLocks/>
            <a:stCxn id="14" idx="0"/>
            <a:endCxn id="12" idx="0"/>
          </p:cNvCxnSpPr>
          <p:nvPr/>
        </p:nvCxnSpPr>
        <p:spPr bwMode="gray">
          <a:xfrm rot="16200000" flipH="1" flipV="1">
            <a:off x="3114900" y="1603969"/>
            <a:ext cx="70980" cy="1293822"/>
          </a:xfrm>
          <a:prstGeom prst="curvedConnector3">
            <a:avLst>
              <a:gd name="adj1" fmla="val -322063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C0B76DF9-EDB7-A76A-5D06-D126BF68F7D2}"/>
              </a:ext>
            </a:extLst>
          </p:cNvPr>
          <p:cNvSpPr txBox="1"/>
          <p:nvPr/>
        </p:nvSpPr>
        <p:spPr bwMode="gray">
          <a:xfrm>
            <a:off x="2981143" y="2215390"/>
            <a:ext cx="1632316" cy="396267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050" dirty="0">
                <a:solidFill>
                  <a:srgbClr val="C00000"/>
                </a:solidFill>
              </a:rPr>
              <a:t>Two divisions only!</a:t>
            </a:r>
            <a:endParaRPr lang="x-none" sz="1050" dirty="0" err="1">
              <a:solidFill>
                <a:srgbClr val="C00000"/>
              </a:solidFill>
            </a:endParaRPr>
          </a:p>
        </p:txBody>
      </p: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9C5517A9-3393-3081-894F-6B99C284CA4E}"/>
              </a:ext>
            </a:extLst>
          </p:cNvPr>
          <p:cNvSpPr/>
          <p:nvPr/>
        </p:nvSpPr>
        <p:spPr bwMode="gray">
          <a:xfrm>
            <a:off x="5985613" y="2286371"/>
            <a:ext cx="302866" cy="39626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797EAE90-3F56-7A6A-BB01-A7E3D417F7DF}"/>
              </a:ext>
            </a:extLst>
          </p:cNvPr>
          <p:cNvCxnSpPr>
            <a:cxnSpLocks/>
            <a:stCxn id="14" idx="0"/>
            <a:endCxn id="16" idx="0"/>
          </p:cNvCxnSpPr>
          <p:nvPr/>
        </p:nvCxnSpPr>
        <p:spPr bwMode="gray">
          <a:xfrm rot="16200000" flipH="1">
            <a:off x="4931682" y="1081008"/>
            <a:ext cx="70981" cy="2339745"/>
          </a:xfrm>
          <a:prstGeom prst="curvedConnector3">
            <a:avLst>
              <a:gd name="adj1" fmla="val -322058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A7E603C2-AFB9-B7C5-5F67-FBF346AE8D9D}"/>
              </a:ext>
            </a:extLst>
          </p:cNvPr>
          <p:cNvSpPr txBox="1">
            <a:spLocks/>
          </p:cNvSpPr>
          <p:nvPr/>
        </p:nvSpPr>
        <p:spPr bwMode="gray">
          <a:xfrm>
            <a:off x="4061701" y="1239837"/>
            <a:ext cx="5028589" cy="1746071"/>
          </a:xfrm>
          <a:prstGeom prst="rect">
            <a:avLst/>
          </a:prstGeom>
        </p:spPr>
        <p:txBody>
          <a:bodyPr/>
          <a:lstStyle>
            <a:lvl1pPr marL="268288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■"/>
              <a:defRPr sz="14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□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06450" indent="-269875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80000"/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540000" indent="-270000" algn="l" defTabSz="914400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100000"/>
              <a:buFont typeface="+mj-lt"/>
              <a:buAutoNum type="alphaLcParenR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100000"/>
              <a:buFont typeface="+mj-lt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chemeClr val="accent1"/>
              </a:buClr>
              <a:buSzPct val="90000"/>
              <a:buFont typeface="Arial" panose="020B0604020202020204" pitchFamily="34" charset="0"/>
              <a:buNone/>
              <a:defRPr sz="160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b="0" kern="1200" cap="all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/>
              <a:t>Natural Parameters</a:t>
            </a:r>
          </a:p>
          <a:p>
            <a:pPr marL="268287" lvl="1" indent="0">
              <a:buNone/>
            </a:pPr>
            <a:endParaRPr lang="en-US" sz="1200" b="1" dirty="0"/>
          </a:p>
          <a:p>
            <a:pPr marL="268287" lvl="1" indent="0">
              <a:buNone/>
            </a:pPr>
            <a:endParaRPr lang="en-US" sz="1200" b="1" dirty="0"/>
          </a:p>
          <a:p>
            <a:r>
              <a:rPr lang="en-US" b="1" dirty="0"/>
              <a:t>Conversions</a:t>
            </a:r>
          </a:p>
          <a:p>
            <a:pPr marL="268287" lvl="1" indent="0">
              <a:buNone/>
            </a:pPr>
            <a:endParaRPr lang="en-US" sz="1200" dirty="0"/>
          </a:p>
          <a:p>
            <a:endParaRPr lang="en-US" sz="1200" b="1" dirty="0"/>
          </a:p>
          <a:p>
            <a:pPr marL="268287" lvl="1" indent="0">
              <a:buFont typeface="Arial" panose="020B0604020202020204" pitchFamily="34" charset="0"/>
              <a:buNone/>
            </a:pPr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C5729DE-CEED-A271-6BD6-2CC15F119DCE}"/>
                  </a:ext>
                </a:extLst>
              </p:cNvPr>
              <p:cNvSpPr txBox="1"/>
              <p:nvPr/>
            </p:nvSpPr>
            <p:spPr bwMode="gray">
              <a:xfrm>
                <a:off x="6636322" y="2125828"/>
                <a:ext cx="1632316" cy="67928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𝑻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2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unc>
                                  <m:funcPr>
                                    <m:ctrlPr>
                                      <a:rPr lang="en-US" sz="1200" b="0" i="1" smtClean="0">
                                        <a:solidFill>
                                          <a:srgbClr val="00B05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uncPr>
                                  <m:fName>
                                    <m:r>
                                      <m:rPr>
                                        <m:sty m:val="p"/>
                                      </m:rPr>
                                      <a:rPr lang="en-US" sz="1200" b="0" i="0" smtClean="0">
                                        <a:solidFill>
                                          <a:srgbClr val="00B05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log</m:t>
                                    </m:r>
                                  </m:fName>
                                  <m:e>
                                    <m:d>
                                      <m:dPr>
                                        <m:ctrlPr>
                                          <a:rPr lang="en-US" sz="1200" b="0" i="1" smtClean="0">
                                            <a:solidFill>
                                              <a:srgbClr val="00B05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B05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𝑥</m:t>
                                        </m:r>
                                      </m:e>
                                    </m:d>
                                  </m:e>
                                </m:func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rgbClr val="00B05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1200" b="0" i="1" smtClean="0">
                                        <a:solidFill>
                                          <a:srgbClr val="00B05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p>
                                      <m:sSupPr>
                                        <m:ctrlPr>
                                          <a:rPr lang="en-US" sz="1200" b="0" i="1" smtClean="0">
                                            <a:solidFill>
                                              <a:srgbClr val="00B05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d>
                                          <m:dPr>
                                            <m:begChr m:val="["/>
                                            <m:endChr m:val="]"/>
                                            <m:ctrlPr>
                                              <a:rPr lang="en-US" sz="1200" b="0" i="1" smtClean="0">
                                                <a:solidFill>
                                                  <a:srgbClr val="00B05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1200" b="0" i="1" smtClean="0">
                                                    <a:solidFill>
                                                      <a:srgbClr val="00B05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1200" b="0" i="0" smtClean="0">
                                                    <a:solidFill>
                                                      <a:srgbClr val="00B05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log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1200" b="0" i="1" smtClean="0">
                                                        <a:solidFill>
                                                          <a:srgbClr val="00B05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r>
                                                      <a:rPr lang="en-US" sz="1200" b="0" i="1" smtClean="0">
                                                        <a:solidFill>
                                                          <a:srgbClr val="00B05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𝑥</m:t>
                                                    </m:r>
                                                  </m:e>
                                                </m:d>
                                              </m:e>
                                            </m:func>
                                          </m:e>
                                        </m:d>
                                      </m:e>
                                      <m:sup>
                                        <m:r>
                                          <a:rPr lang="en-US" sz="1200" b="0" i="1" smtClean="0">
                                            <a:solidFill>
                                              <a:srgbClr val="00B05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2</m:t>
                                        </m:r>
                                      </m:sup>
                                    </m:sSup>
                                  </m:num>
                                  <m:den>
                                    <m:r>
                                      <a:rPr lang="en-US" sz="1200" b="0" i="1" smtClean="0">
                                        <a:solidFill>
                                          <a:srgbClr val="00B05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4C5729DE-CEED-A271-6BD6-2CC15F119D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36322" y="2125828"/>
                <a:ext cx="1632316" cy="67928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B8237CA-E04D-8856-920F-2684168DBD3B}"/>
                  </a:ext>
                </a:extLst>
              </p:cNvPr>
              <p:cNvSpPr txBox="1"/>
              <p:nvPr/>
            </p:nvSpPr>
            <p:spPr bwMode="gray">
              <a:xfrm>
                <a:off x="8144445" y="2249708"/>
                <a:ext cx="988405" cy="43152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𝜽</m:t>
                      </m:r>
                      <m:r>
                        <a:rPr lang="en-US" sz="12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  <m:r>
                                  <a:rPr lang="en-US" sz="12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𝜌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B8237CA-E04D-8856-920F-2684168DBD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44445" y="2249708"/>
                <a:ext cx="988405" cy="43152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8FAA460-FB81-35FB-347D-985171AF35D6}"/>
                  </a:ext>
                </a:extLst>
              </p:cNvPr>
              <p:cNvSpPr txBox="1"/>
              <p:nvPr/>
            </p:nvSpPr>
            <p:spPr bwMode="gray">
              <a:xfrm>
                <a:off x="4438630" y="2249278"/>
                <a:ext cx="2181149" cy="4704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𝜏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𝜌</m:t>
                          </m:r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20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8FAA460-FB81-35FB-347D-985171AF35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38630" y="2249278"/>
                <a:ext cx="2181149" cy="470450"/>
              </a:xfrm>
              <a:prstGeom prst="rect">
                <a:avLst/>
              </a:prstGeom>
              <a:blipFill>
                <a:blip r:embed="rId4"/>
                <a:stretch>
                  <a:fillRect b="-263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FA361AE-C6FC-E119-4313-A25BB7F55840}"/>
                  </a:ext>
                </a:extLst>
              </p:cNvPr>
              <p:cNvSpPr txBox="1"/>
              <p:nvPr/>
            </p:nvSpPr>
            <p:spPr bwMode="gray">
              <a:xfrm>
                <a:off x="4421903" y="1498625"/>
                <a:ext cx="4710947" cy="5696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</m:e>
                      </m:d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num>
                            <m:den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𝜋</m:t>
                              </m:r>
                            </m:den>
                          </m:f>
                        </m:e>
                      </m:rad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 smtClean="0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p>
                                      <m:r>
                                        <a:rPr lang="en-US" sz="120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20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1200" i="1" smtClean="0">
                                      <a:latin typeface="Cambria Math" panose="02040503050406030204" pitchFamily="18" charset="0"/>
                                    </a:rPr>
                                    <m:t>𝜌</m:t>
                                  </m:r>
                                </m:den>
                              </m:f>
                            </m:e>
                          </m:d>
                        </m:e>
                      </m:func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d>
                                </m:e>
                              </m:func>
                              <m: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begChr m:val="["/>
                                          <m:endChr m:val="]"/>
                                          <m:ctrlP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unc>
                                            <m:func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uncPr>
                                            <m:fNam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1200">
                                                  <a:latin typeface="Cambria Math" panose="02040503050406030204" pitchFamily="18" charset="0"/>
                                                </a:rPr>
                                                <m:t>log</m:t>
                                              </m:r>
                                            </m:fName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e>
                                          </m:func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FA361AE-C6FC-E119-4313-A25BB7F558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21903" y="1498625"/>
                <a:ext cx="4710947" cy="56964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F1BDC94-03C4-5192-37D8-5C22F9DDE47D}"/>
                  </a:ext>
                </a:extLst>
              </p:cNvPr>
              <p:cNvSpPr txBox="1"/>
              <p:nvPr/>
            </p:nvSpPr>
            <p:spPr bwMode="gray">
              <a:xfrm>
                <a:off x="507105" y="1527959"/>
                <a:ext cx="3488394" cy="5109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N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ad>
                            <m:radPr>
                              <m:degHide m:val="on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𝜋</m:t>
                              </m:r>
                            </m:e>
                          </m:ra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𝜎</m:t>
                          </m:r>
                          <m:r>
                            <m:rPr>
                              <m:nor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𝑥</m:t>
                          </m:r>
                        </m:den>
                      </m:f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unc>
                                            <m:func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uncPr>
                                            <m:fNam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1200">
                                                  <a:latin typeface="Cambria Math" panose="02040503050406030204" pitchFamily="18" charset="0"/>
                                                </a:rPr>
                                                <m:t>log</m:t>
                                              </m:r>
                                            </m:fName>
                                            <m:e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𝑥</m:t>
                                                  </m:r>
                                                </m:e>
                                              </m:d>
                                            </m:e>
                                          </m:func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b="1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F1BDC94-03C4-5192-37D8-5C22F9DDE4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7105" y="1527959"/>
                <a:ext cx="3488394" cy="5109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7ED71B5-7940-4A3F-AC47-8E22EF0BCF9B}"/>
                  </a:ext>
                </a:extLst>
              </p:cNvPr>
              <p:cNvSpPr txBox="1"/>
              <p:nvPr/>
            </p:nvSpPr>
            <p:spPr bwMode="gray">
              <a:xfrm>
                <a:off x="531310" y="2262936"/>
                <a:ext cx="2482272" cy="44313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20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b="0" i="1">
                              <a:latin typeface="Cambria Math" panose="02040503050406030204" pitchFamily="18" charset="0"/>
                            </a:rPr>
                            <m:t>;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num>
                            <m:den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  <m:r>
                            <a:rPr lang="en-US" sz="1200" b="0" i="1">
                              <a:latin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sSup>
                                <m:s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B7ED71B5-7940-4A3F-AC47-8E22EF0BCF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1310" y="2262936"/>
                <a:ext cx="2482272" cy="44313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 Placeholder 1">
                <a:extLst>
                  <a:ext uri="{FF2B5EF4-FFF2-40B4-BE49-F238E27FC236}">
                    <a16:creationId xmlns:a16="http://schemas.microsoft.com/office/drawing/2014/main" id="{DE5DB9BC-69EF-9329-C2B5-28E0A8526CC1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316217" y="2810158"/>
                <a:ext cx="7958980" cy="1776919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b="1" dirty="0"/>
                  <a:t>Theorem (Multiplication)</a:t>
                </a:r>
                <a:r>
                  <a:rPr lang="en-US" dirty="0"/>
                  <a:t>. </a:t>
                </a:r>
                <a:r>
                  <a:rPr lang="en-US" i="1" dirty="0"/>
                  <a:t>Given two Log-Normal distributions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LG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𝜌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LG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𝜌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US" dirty="0"/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US" i="1" dirty="0">
                  <a:latin typeface="Cambria Math" panose="02040503050406030204" pitchFamily="18" charset="0"/>
                  <a:ea typeface="Cambria Math" panose="02040503050406030204" pitchFamily="18" charset="0"/>
                </a:endParaRPr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US" dirty="0"/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US" dirty="0"/>
              </a:p>
              <a:p>
                <a:r>
                  <a:rPr lang="en-US" b="1" dirty="0"/>
                  <a:t>Theorem (Division)</a:t>
                </a:r>
                <a:r>
                  <a:rPr lang="en-US" dirty="0"/>
                  <a:t>. </a:t>
                </a:r>
                <a:r>
                  <a:rPr lang="en-US" i="1" dirty="0"/>
                  <a:t>Given two Log-Normal distributions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LG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𝜌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LG</m:t>
                    </m:r>
                    <m:d>
                      <m:dPr>
                        <m:ctrlPr>
                          <a:rPr lang="en-US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𝜌</m:t>
                            </m:r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e>
                    </m:d>
                  </m:oMath>
                </a14:m>
                <a:endParaRPr lang="en-US" dirty="0"/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20" name="Text Placeholder 1">
                <a:extLst>
                  <a:ext uri="{FF2B5EF4-FFF2-40B4-BE49-F238E27FC236}">
                    <a16:creationId xmlns:a16="http://schemas.microsoft.com/office/drawing/2014/main" id="{DE5DB9BC-69EF-9329-C2B5-28E0A8526C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6217" y="2810158"/>
                <a:ext cx="7958980" cy="1776919"/>
              </a:xfrm>
              <a:prstGeom prst="rect">
                <a:avLst/>
              </a:prstGeom>
              <a:blipFill>
                <a:blip r:embed="rId8"/>
                <a:stretch>
                  <a:fillRect t="-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BA8AA25F-01AB-46A8-11DE-00B87A8A0F60}"/>
              </a:ext>
            </a:extLst>
          </p:cNvPr>
          <p:cNvSpPr/>
          <p:nvPr/>
        </p:nvSpPr>
        <p:spPr bwMode="gray">
          <a:xfrm>
            <a:off x="3218445" y="3331164"/>
            <a:ext cx="738504" cy="17853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sp>
        <p:nvSpPr>
          <p:cNvPr id="22" name="Rounded Rectangle 21">
            <a:extLst>
              <a:ext uri="{FF2B5EF4-FFF2-40B4-BE49-F238E27FC236}">
                <a16:creationId xmlns:a16="http://schemas.microsoft.com/office/drawing/2014/main" id="{D672D1B3-DA74-A940-61E6-BB3FC1E47606}"/>
              </a:ext>
            </a:extLst>
          </p:cNvPr>
          <p:cNvSpPr/>
          <p:nvPr/>
        </p:nvSpPr>
        <p:spPr bwMode="gray">
          <a:xfrm>
            <a:off x="4626732" y="3166918"/>
            <a:ext cx="2782253" cy="495813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81382092-479F-F692-CB31-71AD1DE1A57A}"/>
              </a:ext>
            </a:extLst>
          </p:cNvPr>
          <p:cNvSpPr/>
          <p:nvPr/>
        </p:nvSpPr>
        <p:spPr bwMode="gray">
          <a:xfrm>
            <a:off x="3995499" y="3331164"/>
            <a:ext cx="521771" cy="17853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AB204CA0-9C78-66C8-FCD1-383C470A6288}"/>
              </a:ext>
            </a:extLst>
          </p:cNvPr>
          <p:cNvCxnSpPr>
            <a:cxnSpLocks/>
            <a:stCxn id="25" idx="1"/>
            <a:endCxn id="21" idx="2"/>
          </p:cNvCxnSpPr>
          <p:nvPr/>
        </p:nvCxnSpPr>
        <p:spPr bwMode="gray">
          <a:xfrm flipH="1" flipV="1">
            <a:off x="3587697" y="3509698"/>
            <a:ext cx="295843" cy="32611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7FF4F891-BA83-376D-BA99-66CCAD35825D}"/>
              </a:ext>
            </a:extLst>
          </p:cNvPr>
          <p:cNvSpPr txBox="1"/>
          <p:nvPr/>
        </p:nvSpPr>
        <p:spPr bwMode="gray">
          <a:xfrm>
            <a:off x="3883540" y="3727798"/>
            <a:ext cx="1486384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100" dirty="0">
                <a:solidFill>
                  <a:srgbClr val="C00000"/>
                </a:solidFill>
              </a:rPr>
              <a:t>Additive updates!</a:t>
            </a:r>
            <a:endParaRPr lang="x-none" sz="1100" dirty="0" err="1">
              <a:solidFill>
                <a:srgbClr val="C00000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06A928A-0B20-321D-25ED-6826721371BA}"/>
              </a:ext>
            </a:extLst>
          </p:cNvPr>
          <p:cNvSpPr txBox="1"/>
          <p:nvPr/>
        </p:nvSpPr>
        <p:spPr bwMode="gray">
          <a:xfrm>
            <a:off x="7800351" y="3205025"/>
            <a:ext cx="918584" cy="39819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100" dirty="0">
                <a:solidFill>
                  <a:srgbClr val="C00000"/>
                </a:solidFill>
              </a:rPr>
              <a:t>Correction</a:t>
            </a:r>
            <a:br>
              <a:rPr lang="en-US" sz="1100" dirty="0">
                <a:solidFill>
                  <a:srgbClr val="C00000"/>
                </a:solidFill>
              </a:rPr>
            </a:br>
            <a:r>
              <a:rPr lang="en-US" sz="1100" dirty="0">
                <a:solidFill>
                  <a:srgbClr val="C00000"/>
                </a:solidFill>
              </a:rPr>
              <a:t>factor</a:t>
            </a:r>
            <a:endParaRPr lang="x-none" sz="1100" dirty="0">
              <a:solidFill>
                <a:srgbClr val="C00000"/>
              </a:solidFill>
            </a:endParaRPr>
          </a:p>
        </p:txBody>
      </p: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2AFF7166-5E31-D422-0D50-C92BB4011BB8}"/>
              </a:ext>
            </a:extLst>
          </p:cNvPr>
          <p:cNvCxnSpPr>
            <a:cxnSpLocks/>
            <a:stCxn id="26" idx="1"/>
          </p:cNvCxnSpPr>
          <p:nvPr/>
        </p:nvCxnSpPr>
        <p:spPr bwMode="gray">
          <a:xfrm flipH="1">
            <a:off x="7383804" y="3404122"/>
            <a:ext cx="416547" cy="302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AEF7B070-8F4B-B5B9-03E1-5C8F29EDE1A8}"/>
              </a:ext>
            </a:extLst>
          </p:cNvPr>
          <p:cNvCxnSpPr>
            <a:cxnSpLocks/>
            <a:stCxn id="25" idx="1"/>
            <a:endCxn id="23" idx="2"/>
          </p:cNvCxnSpPr>
          <p:nvPr/>
        </p:nvCxnSpPr>
        <p:spPr bwMode="gray">
          <a:xfrm flipV="1">
            <a:off x="3883540" y="3509698"/>
            <a:ext cx="372845" cy="326112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186993B7-F21C-C92A-2BA0-3698687D0F7E}"/>
              </a:ext>
            </a:extLst>
          </p:cNvPr>
          <p:cNvSpPr/>
          <p:nvPr/>
        </p:nvSpPr>
        <p:spPr bwMode="gray">
          <a:xfrm>
            <a:off x="2818502" y="4386232"/>
            <a:ext cx="755511" cy="15280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2D6246E4-9B49-7238-65F3-328132DC55A5}"/>
              </a:ext>
            </a:extLst>
          </p:cNvPr>
          <p:cNvSpPr/>
          <p:nvPr/>
        </p:nvSpPr>
        <p:spPr bwMode="gray">
          <a:xfrm>
            <a:off x="2677739" y="4325549"/>
            <a:ext cx="3610741" cy="523058"/>
          </a:xfrm>
          <a:custGeom>
            <a:avLst/>
            <a:gdLst>
              <a:gd name="csX0" fmla="*/ 1665825 w 3610741"/>
              <a:gd name="csY0" fmla="*/ 0 h 523058"/>
              <a:gd name="csX1" fmla="*/ 3523563 w 3610741"/>
              <a:gd name="csY1" fmla="*/ 0 h 523058"/>
              <a:gd name="csX2" fmla="*/ 3610741 w 3610741"/>
              <a:gd name="csY2" fmla="*/ 87178 h 523058"/>
              <a:gd name="csX3" fmla="*/ 3610741 w 3610741"/>
              <a:gd name="csY3" fmla="*/ 435880 h 523058"/>
              <a:gd name="csX4" fmla="*/ 3523563 w 3610741"/>
              <a:gd name="csY4" fmla="*/ 523058 h 523058"/>
              <a:gd name="csX5" fmla="*/ 1665825 w 3610741"/>
              <a:gd name="csY5" fmla="*/ 523058 h 523058"/>
              <a:gd name="csX6" fmla="*/ 1648948 w 3610741"/>
              <a:gd name="csY6" fmla="*/ 519651 h 523058"/>
              <a:gd name="csX7" fmla="*/ 1632071 w 3610741"/>
              <a:gd name="csY7" fmla="*/ 523058 h 523058"/>
              <a:gd name="csX8" fmla="*/ 44687 w 3610741"/>
              <a:gd name="csY8" fmla="*/ 523058 h 523058"/>
              <a:gd name="csX9" fmla="*/ 0 w 3610741"/>
              <a:gd name="csY9" fmla="*/ 478371 h 523058"/>
              <a:gd name="csX10" fmla="*/ 0 w 3610741"/>
              <a:gd name="csY10" fmla="*/ 299627 h 523058"/>
              <a:gd name="csX11" fmla="*/ 44687 w 3610741"/>
              <a:gd name="csY11" fmla="*/ 254940 h 523058"/>
              <a:gd name="csX12" fmla="*/ 1578647 w 3610741"/>
              <a:gd name="csY12" fmla="*/ 254940 h 523058"/>
              <a:gd name="csX13" fmla="*/ 1578647 w 3610741"/>
              <a:gd name="csY13" fmla="*/ 87178 h 523058"/>
              <a:gd name="csX14" fmla="*/ 1665825 w 3610741"/>
              <a:gd name="csY14" fmla="*/ 0 h 52305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610741" h="523058">
                <a:moveTo>
                  <a:pt x="1665825" y="0"/>
                </a:moveTo>
                <a:lnTo>
                  <a:pt x="3523563" y="0"/>
                </a:lnTo>
                <a:cubicBezTo>
                  <a:pt x="3571710" y="0"/>
                  <a:pt x="3610741" y="39031"/>
                  <a:pt x="3610741" y="87178"/>
                </a:cubicBezTo>
                <a:lnTo>
                  <a:pt x="3610741" y="435880"/>
                </a:lnTo>
                <a:cubicBezTo>
                  <a:pt x="3610741" y="484027"/>
                  <a:pt x="3571710" y="523058"/>
                  <a:pt x="3523563" y="523058"/>
                </a:cubicBezTo>
                <a:lnTo>
                  <a:pt x="1665825" y="523058"/>
                </a:lnTo>
                <a:lnTo>
                  <a:pt x="1648948" y="519651"/>
                </a:lnTo>
                <a:lnTo>
                  <a:pt x="1632071" y="523058"/>
                </a:lnTo>
                <a:lnTo>
                  <a:pt x="44687" y="523058"/>
                </a:lnTo>
                <a:cubicBezTo>
                  <a:pt x="20007" y="523058"/>
                  <a:pt x="0" y="503051"/>
                  <a:pt x="0" y="478371"/>
                </a:cubicBezTo>
                <a:lnTo>
                  <a:pt x="0" y="299627"/>
                </a:lnTo>
                <a:cubicBezTo>
                  <a:pt x="0" y="274947"/>
                  <a:pt x="20007" y="254940"/>
                  <a:pt x="44687" y="254940"/>
                </a:cubicBezTo>
                <a:lnTo>
                  <a:pt x="1578647" y="254940"/>
                </a:lnTo>
                <a:lnTo>
                  <a:pt x="1578647" y="87178"/>
                </a:lnTo>
                <a:cubicBezTo>
                  <a:pt x="1578647" y="39031"/>
                  <a:pt x="1617678" y="0"/>
                  <a:pt x="1665825" y="0"/>
                </a:cubicBezTo>
                <a:close/>
              </a:path>
            </a:pathLst>
          </a:cu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sp>
        <p:nvSpPr>
          <p:cNvPr id="31" name="Rounded Rectangle 30">
            <a:extLst>
              <a:ext uri="{FF2B5EF4-FFF2-40B4-BE49-F238E27FC236}">
                <a16:creationId xmlns:a16="http://schemas.microsoft.com/office/drawing/2014/main" id="{40E0ACA7-15CA-3CE0-C272-2EB5D7901F83}"/>
              </a:ext>
            </a:extLst>
          </p:cNvPr>
          <p:cNvSpPr/>
          <p:nvPr/>
        </p:nvSpPr>
        <p:spPr bwMode="gray">
          <a:xfrm>
            <a:off x="3640380" y="4386232"/>
            <a:ext cx="474419" cy="15700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3C05CDEE-C7E3-A8EE-51D0-875A2D5F8BB6}"/>
              </a:ext>
            </a:extLst>
          </p:cNvPr>
          <p:cNvCxnSpPr>
            <a:cxnSpLocks/>
            <a:stCxn id="33" idx="1"/>
            <a:endCxn id="29" idx="2"/>
          </p:cNvCxnSpPr>
          <p:nvPr/>
        </p:nvCxnSpPr>
        <p:spPr bwMode="gray">
          <a:xfrm flipH="1" flipV="1">
            <a:off x="3196258" y="4539036"/>
            <a:ext cx="316934" cy="47614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9E44BDB2-6B12-6356-E61D-A2C323A32C51}"/>
              </a:ext>
            </a:extLst>
          </p:cNvPr>
          <p:cNvSpPr txBox="1"/>
          <p:nvPr/>
        </p:nvSpPr>
        <p:spPr bwMode="gray">
          <a:xfrm>
            <a:off x="3513192" y="4907171"/>
            <a:ext cx="1486384" cy="21602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1100" dirty="0">
                <a:solidFill>
                  <a:srgbClr val="C00000"/>
                </a:solidFill>
              </a:rPr>
              <a:t>Subtractive updates!</a:t>
            </a:r>
            <a:endParaRPr lang="x-none" sz="1100" dirty="0" err="1">
              <a:solidFill>
                <a:srgbClr val="C00000"/>
              </a:solidFill>
            </a:endParaRPr>
          </a:p>
        </p:txBody>
      </p: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2F61DFC-050E-5197-BAFC-C23B56B11767}"/>
              </a:ext>
            </a:extLst>
          </p:cNvPr>
          <p:cNvCxnSpPr>
            <a:cxnSpLocks/>
            <a:stCxn id="33" idx="1"/>
            <a:endCxn id="31" idx="2"/>
          </p:cNvCxnSpPr>
          <p:nvPr/>
        </p:nvCxnSpPr>
        <p:spPr bwMode="gray">
          <a:xfrm flipV="1">
            <a:off x="3513192" y="4543237"/>
            <a:ext cx="364398" cy="47194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3C3CF465-6589-28BA-60D9-5429ADA3A0BE}"/>
              </a:ext>
            </a:extLst>
          </p:cNvPr>
          <p:cNvSpPr txBox="1"/>
          <p:nvPr/>
        </p:nvSpPr>
        <p:spPr bwMode="gray">
          <a:xfrm>
            <a:off x="7075806" y="4598581"/>
            <a:ext cx="1368151" cy="30703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x-none" sz="1100" dirty="0">
                <a:solidFill>
                  <a:srgbClr val="C00000"/>
                </a:solidFill>
              </a:rPr>
              <a:t>Correction factor</a:t>
            </a:r>
          </a:p>
        </p:txBody>
      </p: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614811CB-20E4-7948-3BA8-62A34408FCF0}"/>
              </a:ext>
            </a:extLst>
          </p:cNvPr>
          <p:cNvCxnSpPr>
            <a:cxnSpLocks/>
            <a:stCxn id="38" idx="1"/>
            <a:endCxn id="95" idx="3"/>
          </p:cNvCxnSpPr>
          <p:nvPr/>
        </p:nvCxnSpPr>
        <p:spPr bwMode="gray">
          <a:xfrm flipH="1">
            <a:off x="6288480" y="4752098"/>
            <a:ext cx="787326" cy="933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76337E3-9277-4700-9871-082A613377FD}"/>
                  </a:ext>
                </a:extLst>
              </p:cNvPr>
              <p:cNvSpPr txBox="1"/>
              <p:nvPr/>
            </p:nvSpPr>
            <p:spPr bwMode="gray">
              <a:xfrm>
                <a:off x="759954" y="3155414"/>
                <a:ext cx="6764801" cy="5073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r>
                        <a:rPr lang="en-US" sz="1200" i="1" dirty="0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1200" i="1" dirty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LG</m:t>
                      </m:r>
                      <m:d>
                        <m:dPr>
                          <m:ctrlPr>
                            <a:rPr lang="en-US" sz="120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−1</m:t>
                          </m:r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e>
                      </m:d>
                      <m:r>
                        <a:rPr lang="en-US" sz="1200" i="1" dirty="0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200" i="1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i="1" dirty="0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200" i="1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en-US" sz="1200" i="1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dirty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dirty="0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b="0" i="1" dirty="0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 dirty="0" smtClean="0">
                                      <a:latin typeface="Cambria Math" panose="02040503050406030204" pitchFamily="18" charset="0"/>
                                    </a:rPr>
                                    <m:t>1−2</m:t>
                                  </m:r>
                                  <m:d>
                                    <m:dPr>
                                      <m:ctrlP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d>
                                </m:num>
                                <m:den>
                                  <m:r>
                                    <a:rPr lang="en-US" sz="1200" b="0" i="1" dirty="0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d>
                                    <m:dPr>
                                      <m:ctrlP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𝜌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sSub>
                                        <m:sSubPr>
                                          <m:ctrlP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𝜌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dirty="0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d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76337E3-9277-4700-9871-082A613377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9954" y="3155414"/>
                <a:ext cx="6764801" cy="50731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4F7B740-4602-1091-B51A-B80AB53834B9}"/>
                  </a:ext>
                </a:extLst>
              </p:cNvPr>
              <p:cNvSpPr txBox="1"/>
              <p:nvPr/>
            </p:nvSpPr>
            <p:spPr bwMode="gray">
              <a:xfrm>
                <a:off x="1342074" y="4300407"/>
                <a:ext cx="5054867" cy="5138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1200" i="1" dirty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LG</m:t>
                          </m:r>
                          <m:d>
                            <m:d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𝜌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LG</m:t>
                          </m:r>
                          <m:d>
                            <m:d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𝜌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</m:den>
                      </m:f>
                      <m:r>
                        <a:rPr lang="en-US" sz="1200" i="1" dirty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LG</m:t>
                          </m:r>
                          <m:d>
                            <m:d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1200" b="0" i="1" dirty="0" smtClean="0"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𝜌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𝜌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r>
                            <a:rPr lang="en-US" sz="1200" i="1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  <m:sup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Sup>
                                <m:sSubSup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  <m:sup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den>
                      </m:f>
                      <m:r>
                        <a:rPr lang="en-US" sz="1200" i="1" dirty="0">
                          <a:latin typeface="Cambria Math" panose="02040503050406030204" pitchFamily="18" charset="0"/>
                        </a:rPr>
                        <m:t>⋅</m:t>
                      </m:r>
                      <m:f>
                        <m:fPr>
                          <m:ctrlPr>
                            <a:rPr lang="en-US" sz="1200" i="1" dirty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num>
                        <m:den>
                          <m:sSubSup>
                            <m:sSubSup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200" i="1" dirty="0"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den>
                      </m:f>
                      <m:r>
                        <a:rPr lang="en-US" sz="1200" b="0" i="1" dirty="0" smtClean="0">
                          <a:latin typeface="Cambria Math" panose="02040503050406030204" pitchFamily="18" charset="0"/>
                        </a:rPr>
                        <m:t>⋅</m:t>
                      </m:r>
                      <m:func>
                        <m:funcPr>
                          <m:ctrlPr>
                            <a:rPr lang="en-US" sz="1200" i="1" dirty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dirty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d>
                                    <m:dPr>
                                      <m:ctrlPr>
                                        <a:rPr lang="en-US" sz="1200" i="1" dirty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d>
                                  <m:r>
                                    <a:rPr lang="en-US" sz="1200" b="0" i="1" dirty="0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d>
                                    <m:dPr>
                                      <m:ctrlPr>
                                        <a:rPr lang="en-US" sz="1200" i="1" dirty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𝜌</m:t>
                                          </m:r>
                                        </m:e>
                                        <m:sub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  <m:r>
                                        <a:rPr lang="en-US" sz="1200" b="0" i="1" dirty="0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𝜌</m:t>
                                          </m:r>
                                        </m:e>
                                        <m:sub>
                                          <m:r>
                                            <a:rPr lang="en-US" sz="1200" i="1" dirty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d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4F7B740-4602-1091-B51A-B80AB53834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42074" y="4300407"/>
                <a:ext cx="5054867" cy="51385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9746538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/>
      <p:bldP spid="16" grpId="0" animBg="1"/>
      <p:bldP spid="5" grpId="0"/>
      <p:bldP spid="6" grpId="0"/>
      <p:bldP spid="8" grpId="0"/>
      <p:bldP spid="10" grpId="0"/>
      <p:bldP spid="15" grpId="0"/>
      <p:bldP spid="19" grpId="0"/>
      <p:bldP spid="21" grpId="0" animBg="1"/>
      <p:bldP spid="22" grpId="0" animBg="1"/>
      <p:bldP spid="23" grpId="0" animBg="1"/>
      <p:bldP spid="25" grpId="0"/>
      <p:bldP spid="26" grpId="0"/>
      <p:bldP spid="29" grpId="0" animBg="1"/>
      <p:bldP spid="95" grpId="0" animBg="1"/>
      <p:bldP spid="31" grpId="0" animBg="1"/>
      <p:bldP spid="33" grpId="0"/>
      <p:bldP spid="38" grpId="0"/>
      <p:bldP spid="42" grpId="0"/>
      <p:bldP spid="4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064DDF-2522-8752-D17A-5911E8231B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B5CD719-8B10-FA02-A78C-4D82BA06820B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17258" y="1239837"/>
                <a:ext cx="7096988" cy="3563938"/>
              </a:xfrm>
            </p:spPr>
            <p:txBody>
              <a:bodyPr/>
              <a:lstStyle/>
              <a:p>
                <a:r>
                  <a:rPr lang="en-US" b="1" dirty="0"/>
                  <a:t>Log-Normal Dirac Delta</a:t>
                </a:r>
                <a:r>
                  <a:rPr lang="en-US" dirty="0"/>
                  <a:t>. The Dirac delta function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is defined as</a:t>
                </a:r>
                <a:endParaRPr lang="en-US" b="1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𝛿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LN</m:t>
                          </m:r>
                        </m:sub>
                      </m:sSub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→0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US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LN</m:t>
                          </m:r>
                          <m:d>
                            <m:dPr>
                              <m:ctrlP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+1;0,</m:t>
                              </m:r>
                              <m:sSup>
                                <m:sSupPr>
                                  <m:ctrlPr>
                                    <a:rPr lang="en-US" i="1" dirty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func>
                    </m:oMath>
                  </m:oMathPara>
                </a14:m>
                <a:endParaRPr lang="en-US" dirty="0"/>
              </a:p>
              <a:p>
                <a:r>
                  <a:rPr lang="en-US" b="1" dirty="0"/>
                  <a:t>Log-Normal Uniform</a:t>
                </a:r>
                <a:r>
                  <a:rPr lang="en-US" dirty="0"/>
                  <a:t>. The Log-Normal uniform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𝒰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LN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is defined as</a:t>
                </a:r>
                <a:endParaRPr lang="en-US" b="1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𝒰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LN</m:t>
                          </m:r>
                        </m:sub>
                      </m:sSub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sSup>
                                <m:sSup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→+∞</m:t>
                              </m:r>
                            </m:lim>
                          </m:limLow>
                        </m:fName>
                        <m:e>
                          <m:r>
                            <m:rPr>
                              <m:sty m:val="p"/>
                            </m:rPr>
                            <a:rPr lang="en-US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LG</m:t>
                          </m:r>
                          <m:d>
                            <m:dPr>
                              <m:ctrlP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;1,</m:t>
                              </m:r>
                              <m:f>
                                <m:fPr>
                                  <m:ctrlPr>
                                    <a:rPr lang="en-US" i="1" dirty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r>
                  <a:rPr lang="en-US" b="1" dirty="0"/>
                  <a:t>Theorem (Convolution of Log-Normal with Dirac)</a:t>
                </a:r>
                <a:r>
                  <a:rPr lang="en-US" dirty="0"/>
                  <a:t>. </a:t>
                </a:r>
                <a:r>
                  <a:rPr lang="en-US" i="1" dirty="0"/>
                  <a:t>For any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𝜇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,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𝑡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𝜎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limLoc m:val="undOvr"/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LN</m:t>
                              </m:r>
                            </m:sub>
                          </m:sSub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US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LN</m:t>
                          </m:r>
                          <m:d>
                            <m:dPr>
                              <m:ctrlPr>
                                <a:rPr lang="en-US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p>
                                <m:sSupPr>
                                  <m:ctrlP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</m:nary>
                      <m:r>
                        <m:rPr>
                          <m:sty m:val="p"/>
                        </m:rPr>
                        <a:rPr lang="en-US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𝑥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i="1" dirty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b="1" dirty="0"/>
              </a:p>
              <a:p>
                <a:r>
                  <a:rPr lang="en-US" b="1" dirty="0"/>
                  <a:t>Theorem (Product of Log-Normal with Uniform)</a:t>
                </a:r>
                <a:r>
                  <a:rPr lang="en-US" dirty="0"/>
                  <a:t>. </a:t>
                </a:r>
                <a:r>
                  <a:rPr lang="en-US" i="1" dirty="0"/>
                  <a:t>For any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𝜇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i="1" dirty="0"/>
                  <a:t> and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𝜎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𝒰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LN</m:t>
                              </m:r>
                            </m:sub>
                          </m:sSub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US" dirty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LN</m:t>
                          </m:r>
                          <m:d>
                            <m:dPr>
                              <m:ctrlPr>
                                <a:rPr lang="en-US" i="1" dirty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;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p>
                                <m:sSupPr>
                                  <m:ctrlP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num>
                        <m:den>
                          <m:nary>
                            <m:naryPr>
                              <m:limLoc m:val="undOvr"/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0</m:t>
                              </m:r>
                            </m:sub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+∞</m:t>
                              </m:r>
                            </m:sup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𝒰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LN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acc>
                                    <m:accPr>
                                      <m:chr m:val="̃"/>
                                      <m:ctrlP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acc>
                                </m:e>
                              </m:d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m:rPr>
                                  <m:sty m:val="p"/>
                                </m:rPr>
                                <a:rPr lang="en-US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LN</m:t>
                              </m:r>
                              <m:d>
                                <m:dPr>
                                  <m:ctrlP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acc>
                                    <m:accPr>
                                      <m:chr m:val="̃"/>
                                      <m:ctrlP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acc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;</m:t>
                                  </m:r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𝜇</m:t>
                                  </m:r>
                                  <m:r>
                                    <a:rPr lang="en-US" i="1" dirty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sSup>
                                    <m:sSupPr>
                                      <m:ctrlPr>
                                        <a:rPr lang="en-US" i="1" dirty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i="1" dirty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e>
                              </m:d>
                            </m:e>
                          </m:nary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acc>
                            <m:accPr>
                              <m:chr m:val="̃"/>
                              <m:ctrlP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</m:e>
                          </m:acc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i="1" dirty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;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i="1" dirty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i="1" dirty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i="1" dirty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5B5CD719-8B10-FA02-A78C-4D82BA06820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17258" y="1239837"/>
                <a:ext cx="7096988" cy="3563938"/>
              </a:xfrm>
              <a:blipFill>
                <a:blip r:embed="rId6"/>
                <a:stretch>
                  <a:fillRect t="-355" b="-1453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BFCE4E2A-34D2-878F-35B0-84449635B9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Limit Log-Normal Distributions: Dirac Delta and Uniform</a:t>
            </a: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4BE8AEEA-FE89-FAEE-9622-919B7A259BB0}"/>
              </a:ext>
            </a:extLst>
          </p:cNvPr>
          <p:cNvSpPr/>
          <p:nvPr/>
        </p:nvSpPr>
        <p:spPr bwMode="gray">
          <a:xfrm>
            <a:off x="4529223" y="3349527"/>
            <a:ext cx="894190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1292F22-42D7-687E-55D9-02C860F94F9F}"/>
                  </a:ext>
                </a:extLst>
              </p:cNvPr>
              <p:cNvSpPr txBox="1"/>
              <p:nvPr/>
            </p:nvSpPr>
            <p:spPr bwMode="gray">
              <a:xfrm>
                <a:off x="5742432" y="3385531"/>
                <a:ext cx="1528169" cy="21602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Log-Normal</a:t>
                </a:r>
                <a:r>
                  <a:rPr lang="x-none" sz="1000">
                    <a:solidFill>
                      <a:srgbClr val="C00000"/>
                    </a:solidFill>
                  </a:rPr>
                  <a:t> </a:t>
                </a:r>
                <a:r>
                  <a:rPr lang="x-none" sz="1000" dirty="0">
                    <a:solidFill>
                      <a:srgbClr val="C00000"/>
                    </a:solidFill>
                  </a:rPr>
                  <a:t>density at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endParaRPr lang="x-non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1292F22-42D7-687E-55D9-02C860F94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42432" y="3385531"/>
                <a:ext cx="1528169" cy="216024"/>
              </a:xfrm>
              <a:prstGeom prst="rect">
                <a:avLst/>
              </a:prstGeom>
              <a:blipFill>
                <a:blip r:embed="rId7"/>
                <a:stretch>
                  <a:fillRect l="-826" t="-5556" b="-222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E1732D47-E396-7068-62A3-DC373D3D14B0}"/>
              </a:ext>
            </a:extLst>
          </p:cNvPr>
          <p:cNvCxnSpPr>
            <a:cxnSpLocks/>
            <a:stCxn id="6" idx="1"/>
            <a:endCxn id="4" idx="3"/>
          </p:cNvCxnSpPr>
          <p:nvPr/>
        </p:nvCxnSpPr>
        <p:spPr bwMode="gray">
          <a:xfrm flipH="1">
            <a:off x="5423413" y="3493543"/>
            <a:ext cx="319019" cy="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9CA411C4-843A-8051-29E9-9EEA2E85496C}"/>
              </a:ext>
            </a:extLst>
          </p:cNvPr>
          <p:cNvSpPr/>
          <p:nvPr/>
        </p:nvSpPr>
        <p:spPr bwMode="gray">
          <a:xfrm>
            <a:off x="4430482" y="4235316"/>
            <a:ext cx="940314" cy="2880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3FA8E6-2A78-239E-B9A2-EF6111EDDEFD}"/>
              </a:ext>
            </a:extLst>
          </p:cNvPr>
          <p:cNvSpPr txBox="1"/>
          <p:nvPr/>
        </p:nvSpPr>
        <p:spPr bwMode="gray">
          <a:xfrm>
            <a:off x="5654618" y="4166229"/>
            <a:ext cx="1122034" cy="426206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Equivalent to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multiplying with 1</a:t>
            </a:r>
            <a:endParaRPr lang="x-none" sz="1000" dirty="0">
              <a:solidFill>
                <a:srgbClr val="C00000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C8235F37-34F7-DE20-1253-3688F3633644}"/>
              </a:ext>
            </a:extLst>
          </p:cNvPr>
          <p:cNvCxnSpPr>
            <a:cxnSpLocks/>
            <a:stCxn id="14" idx="1"/>
            <a:endCxn id="13" idx="3"/>
          </p:cNvCxnSpPr>
          <p:nvPr/>
        </p:nvCxnSpPr>
        <p:spPr bwMode="gray">
          <a:xfrm flipH="1">
            <a:off x="5370796" y="4379332"/>
            <a:ext cx="283822" cy="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uniform.mp4">
            <a:hlinkClick r:id="" action="ppaction://media"/>
            <a:extLst>
              <a:ext uri="{FF2B5EF4-FFF2-40B4-BE49-F238E27FC236}">
                <a16:creationId xmlns:a16="http://schemas.microsoft.com/office/drawing/2014/main" id="{FACF8B51-1F83-A27D-A2FF-F7150C5202F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314246" y="2427700"/>
            <a:ext cx="1751840" cy="1167893"/>
          </a:xfrm>
          <a:prstGeom prst="rect">
            <a:avLst/>
          </a:prstGeom>
        </p:spPr>
      </p:pic>
      <p:pic>
        <p:nvPicPr>
          <p:cNvPr id="17" name="dirac.mp4">
            <a:hlinkClick r:id="" action="ppaction://media"/>
            <a:extLst>
              <a:ext uri="{FF2B5EF4-FFF2-40B4-BE49-F238E27FC236}">
                <a16:creationId xmlns:a16="http://schemas.microsoft.com/office/drawing/2014/main" id="{9BB9BB89-3CF5-0BED-3A6E-E8146A5ED307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7314246" y="1253845"/>
            <a:ext cx="1751840" cy="11678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966133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" dur="5000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2" dur="5000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1" fill="hold" display="0">
                  <p:stCondLst>
                    <p:cond delay="indefinite"/>
                  </p:stCondLst>
                </p:cTn>
                <p:tgtEl>
                  <p:spTgt spid="16"/>
                </p:tgtEl>
              </p:cMediaNode>
            </p:video>
            <p:seq concurrent="1" nextAc="seek">
              <p:cTn id="7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3" fill="hold">
                      <p:stCondLst>
                        <p:cond delay="0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76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video>
              <p:cMediaNode vol="80000">
                <p:cTn id="77" fill="hold" display="0">
                  <p:stCondLst>
                    <p:cond delay="indefinite"/>
                  </p:stCondLst>
                </p:cTn>
                <p:tgtEl>
                  <p:spTgt spid="17"/>
                </p:tgtEl>
              </p:cMediaNode>
            </p:video>
            <p:seq concurrent="1" nextAc="seek">
              <p:cTn id="78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9" fill="hold">
                      <p:stCondLst>
                        <p:cond delay="0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82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13" grpId="0" animBg="1"/>
      <p:bldP spid="1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D1E1AB2-3963-0AB2-1F1B-AC6DCA3064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A First Attempt on a Product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C55A172F-A4EB-D74B-2222-787BF1BD196A}"/>
                  </a:ext>
                </a:extLst>
              </p:cNvPr>
              <p:cNvSpPr/>
              <p:nvPr/>
            </p:nvSpPr>
            <p:spPr bwMode="gray">
              <a:xfrm>
                <a:off x="2115902" y="188685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C55A172F-A4EB-D74B-2222-787BF1BD19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15902" y="1886859"/>
                <a:ext cx="251999" cy="251999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50B0BACC-9521-962F-1AC0-08BADA230697}"/>
              </a:ext>
            </a:extLst>
          </p:cNvPr>
          <p:cNvSpPr/>
          <p:nvPr/>
        </p:nvSpPr>
        <p:spPr bwMode="gray">
          <a:xfrm>
            <a:off x="1034599" y="194985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7C5E4958-5E57-0620-A900-FC5E3A7E7F6E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1160598" y="2012859"/>
            <a:ext cx="95530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91F18968-2048-584B-66CB-98BBF03046A1}"/>
                  </a:ext>
                </a:extLst>
              </p:cNvPr>
              <p:cNvSpPr/>
              <p:nvPr/>
            </p:nvSpPr>
            <p:spPr bwMode="gray">
              <a:xfrm>
                <a:off x="5620605" y="188685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91F18968-2048-584B-66CB-98BBF0304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20605" y="1886859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>
            <a:extLst>
              <a:ext uri="{FF2B5EF4-FFF2-40B4-BE49-F238E27FC236}">
                <a16:creationId xmlns:a16="http://schemas.microsoft.com/office/drawing/2014/main" id="{A1EC1389-B872-7A05-4361-F2E3FE14E4B8}"/>
              </a:ext>
            </a:extLst>
          </p:cNvPr>
          <p:cNvSpPr/>
          <p:nvPr/>
        </p:nvSpPr>
        <p:spPr bwMode="gray">
          <a:xfrm>
            <a:off x="4677088" y="194985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3E8BCB-E1B0-D2E6-75F3-BF25A0D00AB5}"/>
              </a:ext>
            </a:extLst>
          </p:cNvPr>
          <p:cNvCxnSpPr>
            <a:cxnSpLocks/>
            <a:stCxn id="9" idx="3"/>
            <a:endCxn id="8" idx="2"/>
          </p:cNvCxnSpPr>
          <p:nvPr/>
        </p:nvCxnSpPr>
        <p:spPr bwMode="gray">
          <a:xfrm>
            <a:off x="4803087" y="2012859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9D37DA38-FADE-767C-D6B7-683C080169C8}"/>
                  </a:ext>
                </a:extLst>
              </p:cNvPr>
              <p:cNvSpPr/>
              <p:nvPr/>
            </p:nvSpPr>
            <p:spPr bwMode="gray">
              <a:xfrm>
                <a:off x="3607571" y="188685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9D37DA38-FADE-767C-D6B7-683C080169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607571" y="1886859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AA7073B9-289C-7444-3726-42485D7F650B}"/>
              </a:ext>
            </a:extLst>
          </p:cNvPr>
          <p:cNvCxnSpPr>
            <a:cxnSpLocks/>
            <a:stCxn id="9" idx="1"/>
          </p:cNvCxnSpPr>
          <p:nvPr/>
        </p:nvCxnSpPr>
        <p:spPr bwMode="gray">
          <a:xfrm flipH="1" flipV="1">
            <a:off x="3859570" y="2004241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5BAA631-1541-9A6C-AC97-58E62795FA3E}"/>
                  </a:ext>
                </a:extLst>
              </p:cNvPr>
              <p:cNvSpPr txBox="1"/>
              <p:nvPr/>
            </p:nvSpPr>
            <p:spPr bwMode="gray">
              <a:xfrm>
                <a:off x="492387" y="1197031"/>
                <a:ext cx="2448272" cy="42278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Log-Normal Factor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LN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𝜇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5BAA631-1541-9A6C-AC97-58E62795FA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2387" y="1197031"/>
                <a:ext cx="2448272" cy="42278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C7B1A23-6BB2-342C-5F2E-D4B113AA91E8}"/>
                  </a:ext>
                </a:extLst>
              </p:cNvPr>
              <p:cNvSpPr txBox="1"/>
              <p:nvPr/>
            </p:nvSpPr>
            <p:spPr bwMode="gray">
              <a:xfrm>
                <a:off x="3402909" y="1187252"/>
                <a:ext cx="2548358" cy="42278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Exponential Factor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sz="120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func>
                          <m:func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en-US" sz="1200" b="0" i="0" smtClean="0">
                                <a:latin typeface="Cambria Math" panose="02040503050406030204" pitchFamily="18" charset="0"/>
                              </a:rPr>
                              <m:t>exp</m:t>
                            </m:r>
                          </m:fName>
                          <m:e>
                            <m:d>
                              <m:d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𝑋</m:t>
                                </m:r>
                              </m:e>
                            </m:d>
                          </m:e>
                        </m:func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C7B1A23-6BB2-342C-5F2E-D4B113AA91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02909" y="1187252"/>
                <a:ext cx="2548358" cy="422788"/>
              </a:xfrm>
              <a:prstGeom prst="rect">
                <a:avLst/>
              </a:prstGeom>
              <a:blipFill>
                <a:blip r:embed="rId6"/>
                <a:stretch>
                  <a:fillRect l="-99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20D7EDAB-0600-9C90-DA6D-35873BFBC68B}"/>
                  </a:ext>
                </a:extLst>
              </p:cNvPr>
              <p:cNvSpPr/>
              <p:nvPr/>
            </p:nvSpPr>
            <p:spPr bwMode="gray">
              <a:xfrm>
                <a:off x="7229571" y="251383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20D7EDAB-0600-9C90-DA6D-35873BFBC6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29571" y="2513830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 24">
            <a:extLst>
              <a:ext uri="{FF2B5EF4-FFF2-40B4-BE49-F238E27FC236}">
                <a16:creationId xmlns:a16="http://schemas.microsoft.com/office/drawing/2014/main" id="{3242D0A9-CB91-789B-E374-472B3901E8A7}"/>
              </a:ext>
            </a:extLst>
          </p:cNvPr>
          <p:cNvSpPr/>
          <p:nvPr/>
        </p:nvSpPr>
        <p:spPr bwMode="gray">
          <a:xfrm>
            <a:off x="7292571" y="204574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7589025D-CFEF-B73B-BD61-CC2FE7846D61}"/>
              </a:ext>
            </a:extLst>
          </p:cNvPr>
          <p:cNvCxnSpPr>
            <a:cxnSpLocks/>
            <a:stCxn id="25" idx="2"/>
            <a:endCxn id="24" idx="0"/>
          </p:cNvCxnSpPr>
          <p:nvPr/>
        </p:nvCxnSpPr>
        <p:spPr bwMode="gray">
          <a:xfrm>
            <a:off x="7355571" y="2171748"/>
            <a:ext cx="0" cy="34208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D006B9F2-0477-E939-FBF4-977CEFC7DE54}"/>
                  </a:ext>
                </a:extLst>
              </p:cNvPr>
              <p:cNvSpPr/>
              <p:nvPr/>
            </p:nvSpPr>
            <p:spPr bwMode="gray">
              <a:xfrm>
                <a:off x="6765676" y="164731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D006B9F2-0477-E939-FBF4-977CEFC7D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65676" y="1647316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C77BFE74-77CE-97BE-FCEA-2980A8281A4E}"/>
              </a:ext>
            </a:extLst>
          </p:cNvPr>
          <p:cNvCxnSpPr>
            <a:cxnSpLocks/>
            <a:stCxn id="25" idx="1"/>
            <a:endCxn id="28" idx="4"/>
          </p:cNvCxnSpPr>
          <p:nvPr/>
        </p:nvCxnSpPr>
        <p:spPr bwMode="gray">
          <a:xfrm flipH="1" flipV="1">
            <a:off x="6891676" y="1899315"/>
            <a:ext cx="400895" cy="20943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1A9E3E3B-3388-0D35-6F6D-E423851A4847}"/>
                  </a:ext>
                </a:extLst>
              </p:cNvPr>
              <p:cNvSpPr/>
              <p:nvPr/>
            </p:nvSpPr>
            <p:spPr bwMode="gray">
              <a:xfrm>
                <a:off x="7693465" y="164731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1A9E3E3B-3388-0D35-6F6D-E423851A48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93465" y="1647316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A3123620-7F26-A33A-FAE2-420A5B417DB9}"/>
              </a:ext>
            </a:extLst>
          </p:cNvPr>
          <p:cNvCxnSpPr>
            <a:cxnSpLocks/>
            <a:stCxn id="25" idx="3"/>
            <a:endCxn id="32" idx="4"/>
          </p:cNvCxnSpPr>
          <p:nvPr/>
        </p:nvCxnSpPr>
        <p:spPr bwMode="gray">
          <a:xfrm flipV="1">
            <a:off x="7418570" y="1899315"/>
            <a:ext cx="400895" cy="20943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F9139E3-70A2-06E7-6BB2-1A299E1AA6AA}"/>
                  </a:ext>
                </a:extLst>
              </p:cNvPr>
              <p:cNvSpPr txBox="1"/>
              <p:nvPr/>
            </p:nvSpPr>
            <p:spPr bwMode="gray">
              <a:xfrm>
                <a:off x="6202958" y="1197031"/>
                <a:ext cx="2988020" cy="42278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Product Factor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𝑍</m:t>
                        </m:r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F9139E3-70A2-06E7-6BB2-1A299E1AA6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02958" y="1197031"/>
                <a:ext cx="2988020" cy="422788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926CCFBD-8D49-AE93-A0C5-9C2C440A9397}"/>
              </a:ext>
            </a:extLst>
          </p:cNvPr>
          <p:cNvCxnSpPr>
            <a:cxnSpLocks/>
          </p:cNvCxnSpPr>
          <p:nvPr/>
        </p:nvCxnSpPr>
        <p:spPr bwMode="gray">
          <a:xfrm flipH="1">
            <a:off x="1235208" y="1931250"/>
            <a:ext cx="801467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DE1A467F-AD28-F1CD-D035-6DA9FA6CC482}"/>
                  </a:ext>
                </a:extLst>
              </p:cNvPr>
              <p:cNvSpPr txBox="1"/>
              <p:nvPr/>
            </p:nvSpPr>
            <p:spPr bwMode="gray">
              <a:xfrm>
                <a:off x="1359554" y="1696659"/>
                <a:ext cx="465387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DE1A467F-AD28-F1CD-D035-6DA9FA6CC4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59554" y="1696659"/>
                <a:ext cx="465387" cy="21431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730AC3-A68E-E191-533F-61FF0A45E37F}"/>
                  </a:ext>
                </a:extLst>
              </p:cNvPr>
              <p:cNvSpPr txBox="1"/>
              <p:nvPr/>
            </p:nvSpPr>
            <p:spPr bwMode="gray">
              <a:xfrm>
                <a:off x="4868885" y="1707654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07730AC3-A68E-E191-533F-61FF0A45E3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68885" y="1707654"/>
                <a:ext cx="741711" cy="184133"/>
              </a:xfrm>
              <a:prstGeom prst="rect">
                <a:avLst/>
              </a:prstGeom>
              <a:blipFill>
                <a:blip r:embed="rId15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6032FB3-EFF3-D2F9-A29C-B6D0C75B3191}"/>
                  </a:ext>
                </a:extLst>
              </p:cNvPr>
              <p:cNvSpPr txBox="1"/>
              <p:nvPr/>
            </p:nvSpPr>
            <p:spPr bwMode="gray">
              <a:xfrm>
                <a:off x="3859262" y="1707654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6032FB3-EFF3-D2F9-A29C-B6D0C75B3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59262" y="1707654"/>
                <a:ext cx="796824" cy="184133"/>
              </a:xfrm>
              <a:prstGeom prst="rect">
                <a:avLst/>
              </a:prstGeom>
              <a:blipFill>
                <a:blip r:embed="rId16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C1B430B-0D4D-5924-AEC2-57363FBFD8E9}"/>
                  </a:ext>
                </a:extLst>
              </p:cNvPr>
              <p:cNvSpPr txBox="1"/>
              <p:nvPr/>
            </p:nvSpPr>
            <p:spPr bwMode="gray">
              <a:xfrm>
                <a:off x="742690" y="2354941"/>
                <a:ext cx="1731388" cy="443947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1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11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C1B430B-0D4D-5924-AEC2-57363FBFD8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2690" y="2354941"/>
                <a:ext cx="1731388" cy="443947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3" name="TextBox 72">
            <a:extLst>
              <a:ext uri="{FF2B5EF4-FFF2-40B4-BE49-F238E27FC236}">
                <a16:creationId xmlns:a16="http://schemas.microsoft.com/office/drawing/2014/main" id="{714A21D0-D569-13C8-2005-0BB892F39915}"/>
              </a:ext>
            </a:extLst>
          </p:cNvPr>
          <p:cNvSpPr txBox="1"/>
          <p:nvPr/>
        </p:nvSpPr>
        <p:spPr bwMode="gray">
          <a:xfrm>
            <a:off x="3856380" y="2350608"/>
            <a:ext cx="1822771" cy="443946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0" rtlCol="0" anchor="ctr">
            <a:noAutofit/>
          </a:bodyPr>
          <a:lstStyle/>
          <a:p>
            <a:endParaRPr lang="en-US" sz="1100" dirty="0">
              <a:solidFill>
                <a:schemeClr val="tx1"/>
              </a:solidFill>
            </a:endParaRPr>
          </a:p>
        </p:txBody>
      </p:sp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1EA16E72-84B2-96DF-FCEB-C5D31D54DC7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6959300" y="2017194"/>
            <a:ext cx="270271" cy="16161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482F5F25-98C9-8DE1-674E-F4E99F8645CB}"/>
              </a:ext>
            </a:extLst>
          </p:cNvPr>
          <p:cNvCxnSpPr>
            <a:cxnSpLocks/>
          </p:cNvCxnSpPr>
          <p:nvPr/>
        </p:nvCxnSpPr>
        <p:spPr bwMode="gray">
          <a:xfrm flipV="1">
            <a:off x="7496587" y="2014414"/>
            <a:ext cx="227417" cy="13494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B820650-EE67-191A-879E-9B0DD251EE46}"/>
                  </a:ext>
                </a:extLst>
              </p:cNvPr>
              <p:cNvSpPr txBox="1"/>
              <p:nvPr/>
            </p:nvSpPr>
            <p:spPr bwMode="gray">
              <a:xfrm>
                <a:off x="6328892" y="1993075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B820650-EE67-191A-879E-9B0DD251E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28892" y="1993075"/>
                <a:ext cx="796824" cy="26828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B66DD4FF-2AF8-DAD4-32D5-FED308BED224}"/>
                  </a:ext>
                </a:extLst>
              </p:cNvPr>
              <p:cNvSpPr txBox="1"/>
              <p:nvPr/>
            </p:nvSpPr>
            <p:spPr bwMode="gray">
              <a:xfrm>
                <a:off x="7557764" y="1970225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B66DD4FF-2AF8-DAD4-32D5-FED308BED2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557764" y="1970225"/>
                <a:ext cx="796824" cy="268289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D177A303-3809-374D-93AD-FE2E9AEA995C}"/>
              </a:ext>
            </a:extLst>
          </p:cNvPr>
          <p:cNvCxnSpPr>
            <a:cxnSpLocks/>
          </p:cNvCxnSpPr>
          <p:nvPr/>
        </p:nvCxnSpPr>
        <p:spPr bwMode="gray">
          <a:xfrm flipV="1">
            <a:off x="7421013" y="2237640"/>
            <a:ext cx="0" cy="27619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ED8F2F77-E78F-2CDA-9276-60CA027B6244}"/>
                  </a:ext>
                </a:extLst>
              </p:cNvPr>
              <p:cNvSpPr txBox="1"/>
              <p:nvPr/>
            </p:nvSpPr>
            <p:spPr bwMode="gray">
              <a:xfrm>
                <a:off x="7413748" y="2289333"/>
                <a:ext cx="506704" cy="1989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ED8F2F77-E78F-2CDA-9276-60CA027B6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13748" y="2289333"/>
                <a:ext cx="506704" cy="198997"/>
              </a:xfrm>
              <a:prstGeom prst="rect">
                <a:avLst/>
              </a:prstGeom>
              <a:blipFill>
                <a:blip r:embed="rId20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TextBox 90">
            <a:extLst>
              <a:ext uri="{FF2B5EF4-FFF2-40B4-BE49-F238E27FC236}">
                <a16:creationId xmlns:a16="http://schemas.microsoft.com/office/drawing/2014/main" id="{082A6C06-8363-9126-616B-D2D35E93A84D}"/>
              </a:ext>
            </a:extLst>
          </p:cNvPr>
          <p:cNvSpPr txBox="1"/>
          <p:nvPr/>
        </p:nvSpPr>
        <p:spPr bwMode="gray">
          <a:xfrm>
            <a:off x="6152852" y="2803152"/>
            <a:ext cx="2581884" cy="67120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0" rtlCol="0" anchor="ctr">
            <a:noAutofit/>
          </a:bodyPr>
          <a:lstStyle/>
          <a:p>
            <a:endParaRPr lang="en-US" sz="1100" dirty="0">
              <a:solidFill>
                <a:schemeClr val="tx1"/>
              </a:solidFill>
            </a:endParaRPr>
          </a:p>
          <a:p>
            <a:endParaRPr lang="en-US" sz="11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9F8C09D-CDD3-C5FC-650F-C4BABA57BF28}"/>
                  </a:ext>
                </a:extLst>
              </p:cNvPr>
              <p:cNvSpPr txBox="1"/>
              <p:nvPr/>
            </p:nvSpPr>
            <p:spPr bwMode="gray">
              <a:xfrm>
                <a:off x="4882327" y="2102131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9F8C09D-CDD3-C5FC-650F-C4BABA57BF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82327" y="2102131"/>
                <a:ext cx="796824" cy="2309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A79CC06A-0EDD-0CB4-1428-8E72FC277980}"/>
              </a:ext>
            </a:extLst>
          </p:cNvPr>
          <p:cNvCxnSpPr>
            <a:cxnSpLocks/>
          </p:cNvCxnSpPr>
          <p:nvPr/>
        </p:nvCxnSpPr>
        <p:spPr bwMode="gray">
          <a:xfrm flipH="1">
            <a:off x="3908483" y="2078969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3C445625-1613-7799-EBEC-4FDA05B79FB8}"/>
              </a:ext>
            </a:extLst>
          </p:cNvPr>
          <p:cNvCxnSpPr>
            <a:cxnSpLocks/>
          </p:cNvCxnSpPr>
          <p:nvPr/>
        </p:nvCxnSpPr>
        <p:spPr bwMode="gray">
          <a:xfrm flipH="1">
            <a:off x="4898128" y="207585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CB4DA360-CBB4-AB4C-A6BC-6A3158B89539}"/>
              </a:ext>
            </a:extLst>
          </p:cNvPr>
          <p:cNvCxnSpPr>
            <a:cxnSpLocks/>
          </p:cNvCxnSpPr>
          <p:nvPr/>
        </p:nvCxnSpPr>
        <p:spPr bwMode="gray">
          <a:xfrm flipH="1">
            <a:off x="4881396" y="193804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8CA11BE7-0840-ADCD-7E93-9EE642B20835}"/>
              </a:ext>
            </a:extLst>
          </p:cNvPr>
          <p:cNvCxnSpPr>
            <a:cxnSpLocks/>
          </p:cNvCxnSpPr>
          <p:nvPr/>
        </p:nvCxnSpPr>
        <p:spPr bwMode="gray">
          <a:xfrm flipH="1">
            <a:off x="3900399" y="1931250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410DC96-FDEC-3363-1390-1386CE8287AA}"/>
                  </a:ext>
                </a:extLst>
              </p:cNvPr>
              <p:cNvSpPr txBox="1"/>
              <p:nvPr/>
            </p:nvSpPr>
            <p:spPr bwMode="gray">
              <a:xfrm>
                <a:off x="3863876" y="2116472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410DC96-FDEC-3363-1390-1386CE8287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63876" y="2116472"/>
                <a:ext cx="741711" cy="20228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CAEB9760-F260-DA52-D48A-BCCD41A62D58}"/>
              </a:ext>
            </a:extLst>
          </p:cNvPr>
          <p:cNvCxnSpPr>
            <a:cxnSpLocks/>
          </p:cNvCxnSpPr>
          <p:nvPr/>
        </p:nvCxnSpPr>
        <p:spPr bwMode="gray">
          <a:xfrm flipV="1">
            <a:off x="7292571" y="2212295"/>
            <a:ext cx="0" cy="263645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DF3ED7F-BF14-4D3A-2F88-55D6D8FA43FA}"/>
                  </a:ext>
                </a:extLst>
              </p:cNvPr>
              <p:cNvSpPr txBox="1"/>
              <p:nvPr/>
            </p:nvSpPr>
            <p:spPr bwMode="gray">
              <a:xfrm>
                <a:off x="6679308" y="2265323"/>
                <a:ext cx="5904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DF3ED7F-BF14-4D3A-2F88-55D6D8FA43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79308" y="2265323"/>
                <a:ext cx="590424" cy="268289"/>
              </a:xfrm>
              <a:prstGeom prst="rect">
                <a:avLst/>
              </a:prstGeom>
              <a:blipFill>
                <a:blip r:embed="rId23"/>
                <a:stretch>
                  <a:fillRect l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A41342E-9F26-BBFF-4DCC-1EC1A8026D19}"/>
              </a:ext>
            </a:extLst>
          </p:cNvPr>
          <p:cNvCxnSpPr>
            <a:cxnSpLocks/>
          </p:cNvCxnSpPr>
          <p:nvPr/>
        </p:nvCxnSpPr>
        <p:spPr bwMode="gray">
          <a:xfrm flipV="1">
            <a:off x="7450294" y="1864465"/>
            <a:ext cx="252661" cy="146142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C63EA497-C8FD-4D24-0538-A1147B4CE54D}"/>
                  </a:ext>
                </a:extLst>
              </p:cNvPr>
              <p:cNvSpPr txBox="1"/>
              <p:nvPr/>
            </p:nvSpPr>
            <p:spPr bwMode="gray">
              <a:xfrm rot="19791552">
                <a:off x="7290333" y="1622605"/>
                <a:ext cx="551053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C63EA497-C8FD-4D24-0538-A1147B4CE5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791552">
                <a:off x="7290333" y="1622605"/>
                <a:ext cx="551053" cy="26828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F1697E35-26A1-FE1E-BEB0-A247D16855A4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029123" y="1871818"/>
            <a:ext cx="233239" cy="134345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A6734E4-63C3-0CF2-C530-E7E9C2B2665D}"/>
                  </a:ext>
                </a:extLst>
              </p:cNvPr>
              <p:cNvSpPr txBox="1"/>
              <p:nvPr/>
            </p:nvSpPr>
            <p:spPr bwMode="gray">
              <a:xfrm rot="1837155">
                <a:off x="6929638" y="1657741"/>
                <a:ext cx="551053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A6734E4-63C3-0CF2-C530-E7E9C2B266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837155">
                <a:off x="6929638" y="1657741"/>
                <a:ext cx="551053" cy="26828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DCB69EBA-0AC5-6F45-C8E8-EE534B30874A}"/>
                  </a:ext>
                </a:extLst>
              </p:cNvPr>
              <p:cNvSpPr txBox="1"/>
              <p:nvPr/>
            </p:nvSpPr>
            <p:spPr bwMode="gray">
              <a:xfrm>
                <a:off x="3972498" y="2328677"/>
                <a:ext cx="1706654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1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DCB69EBA-0AC5-6F45-C8E8-EE534B3087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72498" y="2328677"/>
                <a:ext cx="1706654" cy="28129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AC6354A-96D8-97FC-7C75-AB915BD4CF07}"/>
                  </a:ext>
                </a:extLst>
              </p:cNvPr>
              <p:cNvSpPr txBox="1"/>
              <p:nvPr/>
            </p:nvSpPr>
            <p:spPr bwMode="gray">
              <a:xfrm>
                <a:off x="3857707" y="2535115"/>
                <a:ext cx="1936234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AC6354A-96D8-97FC-7C75-AB915BD4CF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57707" y="2535115"/>
                <a:ext cx="1936234" cy="28129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47DA26-D76F-2318-53EA-6864E74E19F2}"/>
                  </a:ext>
                </a:extLst>
              </p:cNvPr>
              <p:cNvSpPr txBox="1"/>
              <p:nvPr/>
            </p:nvSpPr>
            <p:spPr bwMode="gray">
              <a:xfrm>
                <a:off x="6029611" y="2778263"/>
                <a:ext cx="2801911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1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bSup>
                            <m:sSubSup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47DA26-D76F-2318-53EA-6864E74E19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29611" y="2778263"/>
                <a:ext cx="2801911" cy="281295"/>
              </a:xfrm>
              <a:prstGeom prst="rect">
                <a:avLst/>
              </a:prstGeom>
              <a:blipFill>
                <a:blip r:embed="rId28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8B1AB7D3-17F7-D132-5BDC-A6CD0ECDA768}"/>
                  </a:ext>
                </a:extLst>
              </p:cNvPr>
              <p:cNvSpPr txBox="1"/>
              <p:nvPr/>
            </p:nvSpPr>
            <p:spPr bwMode="gray">
              <a:xfrm>
                <a:off x="6029612" y="2976894"/>
                <a:ext cx="2801794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1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8B1AB7D3-17F7-D132-5BDC-A6CD0ECDA7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29612" y="2976894"/>
                <a:ext cx="2801794" cy="281295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8195E0AC-2750-3ABF-5760-B1AE496A0E15}"/>
                  </a:ext>
                </a:extLst>
              </p:cNvPr>
              <p:cNvSpPr txBox="1"/>
              <p:nvPr/>
            </p:nvSpPr>
            <p:spPr bwMode="gray">
              <a:xfrm>
                <a:off x="6037683" y="3188624"/>
                <a:ext cx="2793723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1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1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8195E0AC-2750-3ABF-5760-B1AE496A0E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37683" y="3188624"/>
                <a:ext cx="2793723" cy="281295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ED86D98-15AC-0F72-31A3-0E33965480F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17259" y="3077971"/>
            <a:ext cx="5812238" cy="513025"/>
          </a:xfrm>
        </p:spPr>
        <p:txBody>
          <a:bodyPr/>
          <a:lstStyle/>
          <a:p>
            <a:r>
              <a:rPr lang="en-US" b="1" dirty="0"/>
              <a:t>Problem</a:t>
            </a:r>
            <a:r>
              <a:rPr lang="en-US" dirty="0"/>
              <a:t>: When putting it all together, we just modelled the sum</a:t>
            </a:r>
            <a:br>
              <a:rPr lang="en-US" dirty="0"/>
            </a:br>
            <a:r>
              <a:rPr lang="en-US" dirty="0"/>
              <a:t>factor because of the exponential transformation! 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0A7D5B94-AD52-4922-86CA-3783F652671F}"/>
                  </a:ext>
                </a:extLst>
              </p:cNvPr>
              <p:cNvSpPr/>
              <p:nvPr/>
            </p:nvSpPr>
            <p:spPr bwMode="gray">
              <a:xfrm>
                <a:off x="2881716" y="468160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0A7D5B94-AD52-4922-86CA-3783F65267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81716" y="4681606"/>
                <a:ext cx="251999" cy="251999"/>
              </a:xfrm>
              <a:prstGeom prst="ellipse">
                <a:avLst/>
              </a:prstGeom>
              <a:blipFill>
                <a:blip r:embed="rId3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 15">
            <a:extLst>
              <a:ext uri="{FF2B5EF4-FFF2-40B4-BE49-F238E27FC236}">
                <a16:creationId xmlns:a16="http://schemas.microsoft.com/office/drawing/2014/main" id="{2C2BAC24-F7A6-741F-8314-B6320A9F2120}"/>
              </a:ext>
            </a:extLst>
          </p:cNvPr>
          <p:cNvSpPr/>
          <p:nvPr/>
        </p:nvSpPr>
        <p:spPr bwMode="gray">
          <a:xfrm>
            <a:off x="2944716" y="421352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F2615C9-F2A0-53AB-ED26-D8D9930D1809}"/>
              </a:ext>
            </a:extLst>
          </p:cNvPr>
          <p:cNvCxnSpPr>
            <a:cxnSpLocks/>
            <a:stCxn id="16" idx="2"/>
            <a:endCxn id="14" idx="0"/>
          </p:cNvCxnSpPr>
          <p:nvPr/>
        </p:nvCxnSpPr>
        <p:spPr bwMode="gray">
          <a:xfrm>
            <a:off x="3007716" y="4339524"/>
            <a:ext cx="0" cy="34208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CB7E240D-66DE-8291-663E-395C751F9DB0}"/>
                  </a:ext>
                </a:extLst>
              </p:cNvPr>
              <p:cNvSpPr/>
              <p:nvPr/>
            </p:nvSpPr>
            <p:spPr bwMode="gray">
              <a:xfrm>
                <a:off x="2498458" y="380278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CB7E240D-66DE-8291-663E-395C751F9D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498458" y="3802785"/>
                <a:ext cx="251999" cy="251999"/>
              </a:xfrm>
              <a:prstGeom prst="ellipse">
                <a:avLst/>
              </a:prstGeom>
              <a:blipFill>
                <a:blip r:embed="rId3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03F6325B-4AA2-2263-F497-22C58D30FE6B}"/>
              </a:ext>
            </a:extLst>
          </p:cNvPr>
          <p:cNvCxnSpPr>
            <a:cxnSpLocks/>
            <a:stCxn id="16" idx="1"/>
            <a:endCxn id="21" idx="4"/>
          </p:cNvCxnSpPr>
          <p:nvPr/>
        </p:nvCxnSpPr>
        <p:spPr bwMode="gray">
          <a:xfrm flipH="1" flipV="1">
            <a:off x="2624458" y="4054784"/>
            <a:ext cx="320258" cy="22174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ED9E209A-0DC8-2106-1E2C-1336E024617F}"/>
                  </a:ext>
                </a:extLst>
              </p:cNvPr>
              <p:cNvSpPr/>
              <p:nvPr/>
            </p:nvSpPr>
            <p:spPr bwMode="gray">
              <a:xfrm>
                <a:off x="3395577" y="380278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ED9E209A-0DC8-2106-1E2C-1336E02461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95577" y="3802785"/>
                <a:ext cx="251999" cy="251999"/>
              </a:xfrm>
              <a:prstGeom prst="ellipse">
                <a:avLst/>
              </a:prstGeom>
              <a:blipFill>
                <a:blip r:embed="rId3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A41F695A-8602-20B1-B425-AD89ECD4A12E}"/>
              </a:ext>
            </a:extLst>
          </p:cNvPr>
          <p:cNvCxnSpPr>
            <a:cxnSpLocks/>
            <a:stCxn id="16" idx="3"/>
            <a:endCxn id="27" idx="4"/>
          </p:cNvCxnSpPr>
          <p:nvPr/>
        </p:nvCxnSpPr>
        <p:spPr bwMode="gray">
          <a:xfrm flipV="1">
            <a:off x="3070715" y="4054784"/>
            <a:ext cx="450862" cy="22174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E440664-9F88-EFA5-6D75-E37A84703BBD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2604539" y="4114351"/>
            <a:ext cx="287271" cy="216623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2CDA4CB3-BF47-8C6C-D5BD-0B66713B1F48}"/>
              </a:ext>
            </a:extLst>
          </p:cNvPr>
          <p:cNvCxnSpPr>
            <a:cxnSpLocks/>
          </p:cNvCxnSpPr>
          <p:nvPr/>
        </p:nvCxnSpPr>
        <p:spPr bwMode="gray">
          <a:xfrm flipV="1">
            <a:off x="3133671" y="4131020"/>
            <a:ext cx="367987" cy="192099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A0F4B96-BD9E-E583-756F-369912C44F9D}"/>
                  </a:ext>
                </a:extLst>
              </p:cNvPr>
              <p:cNvSpPr txBox="1"/>
              <p:nvPr/>
            </p:nvSpPr>
            <p:spPr bwMode="gray">
              <a:xfrm>
                <a:off x="1981037" y="4160851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A0F4B96-BD9E-E583-756F-369912C44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81037" y="4160851"/>
                <a:ext cx="796824" cy="268289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C17E4DB-B514-1C91-0502-95413D07521D}"/>
                  </a:ext>
                </a:extLst>
              </p:cNvPr>
              <p:cNvSpPr txBox="1"/>
              <p:nvPr/>
            </p:nvSpPr>
            <p:spPr bwMode="gray">
              <a:xfrm>
                <a:off x="3209909" y="4138001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C17E4DB-B514-1C91-0502-95413D075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09909" y="4138001"/>
                <a:ext cx="796824" cy="268289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0" name="Straight Arrow Connector 49">
            <a:extLst>
              <a:ext uri="{FF2B5EF4-FFF2-40B4-BE49-F238E27FC236}">
                <a16:creationId xmlns:a16="http://schemas.microsoft.com/office/drawing/2014/main" id="{A33D0134-68A6-FDA0-471A-52D09D10D440}"/>
              </a:ext>
            </a:extLst>
          </p:cNvPr>
          <p:cNvCxnSpPr>
            <a:cxnSpLocks/>
          </p:cNvCxnSpPr>
          <p:nvPr/>
        </p:nvCxnSpPr>
        <p:spPr bwMode="gray">
          <a:xfrm flipV="1">
            <a:off x="3073158" y="4405416"/>
            <a:ext cx="0" cy="27619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817E644-5023-5214-EE90-64890DBC335D}"/>
                  </a:ext>
                </a:extLst>
              </p:cNvPr>
              <p:cNvSpPr txBox="1"/>
              <p:nvPr/>
            </p:nvSpPr>
            <p:spPr bwMode="gray">
              <a:xfrm>
                <a:off x="3133671" y="4389667"/>
                <a:ext cx="1060641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817E644-5023-5214-EE90-64890DBC33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33671" y="4389667"/>
                <a:ext cx="1060641" cy="268289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ectangle 66">
            <a:extLst>
              <a:ext uri="{FF2B5EF4-FFF2-40B4-BE49-F238E27FC236}">
                <a16:creationId xmlns:a16="http://schemas.microsoft.com/office/drawing/2014/main" id="{51991762-BC3D-D23A-C1BC-7E253614D266}"/>
              </a:ext>
            </a:extLst>
          </p:cNvPr>
          <p:cNvSpPr/>
          <p:nvPr/>
        </p:nvSpPr>
        <p:spPr bwMode="gray">
          <a:xfrm>
            <a:off x="1727339" y="386578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AEFF4831-11F9-6FC1-8955-45C1AB22770F}"/>
                  </a:ext>
                </a:extLst>
              </p:cNvPr>
              <p:cNvSpPr/>
              <p:nvPr/>
            </p:nvSpPr>
            <p:spPr bwMode="gray">
              <a:xfrm>
                <a:off x="830220" y="380278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AEFF4831-11F9-6FC1-8955-45C1AB2277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30220" y="3802785"/>
                <a:ext cx="251999" cy="251999"/>
              </a:xfrm>
              <a:prstGeom prst="ellipse">
                <a:avLst/>
              </a:prstGeom>
              <a:blipFill>
                <a:blip r:embed="rId3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2DD00702-F510-5558-8715-B6E7783A5BB8}"/>
              </a:ext>
            </a:extLst>
          </p:cNvPr>
          <p:cNvCxnSpPr>
            <a:cxnSpLocks/>
            <a:stCxn id="67" idx="1"/>
            <a:endCxn id="69" idx="6"/>
          </p:cNvCxnSpPr>
          <p:nvPr/>
        </p:nvCxnSpPr>
        <p:spPr bwMode="gray">
          <a:xfrm flipH="1">
            <a:off x="1082219" y="3928785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05F48E27-D808-4765-BD31-0E287F8FCE22}"/>
                  </a:ext>
                </a:extLst>
              </p:cNvPr>
              <p:cNvSpPr txBox="1"/>
              <p:nvPr/>
            </p:nvSpPr>
            <p:spPr bwMode="gray">
              <a:xfrm>
                <a:off x="984996" y="3609292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05F48E27-D808-4765-BD31-0E287F8FCE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84996" y="3609292"/>
                <a:ext cx="796824" cy="184133"/>
              </a:xfrm>
              <a:prstGeom prst="rect">
                <a:avLst/>
              </a:prstGeom>
              <a:blipFill>
                <a:blip r:embed="rId38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6E9B60DA-A6C1-BBFE-7D2D-B338DF25CE61}"/>
              </a:ext>
            </a:extLst>
          </p:cNvPr>
          <p:cNvCxnSpPr>
            <a:cxnSpLocks/>
          </p:cNvCxnSpPr>
          <p:nvPr/>
        </p:nvCxnSpPr>
        <p:spPr bwMode="gray">
          <a:xfrm flipH="1">
            <a:off x="1136924" y="3852449"/>
            <a:ext cx="522871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6708C277-9008-AE61-B33B-7BC91D8EB44E}"/>
              </a:ext>
            </a:extLst>
          </p:cNvPr>
          <p:cNvCxnSpPr>
            <a:cxnSpLocks/>
            <a:stCxn id="67" idx="3"/>
            <a:endCxn id="21" idx="2"/>
          </p:cNvCxnSpPr>
          <p:nvPr/>
        </p:nvCxnSpPr>
        <p:spPr bwMode="gray">
          <a:xfrm>
            <a:off x="1853338" y="3928785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6AD38F7C-B72F-6668-469A-F11F0E69A184}"/>
                  </a:ext>
                </a:extLst>
              </p:cNvPr>
              <p:cNvSpPr txBox="1"/>
              <p:nvPr/>
            </p:nvSpPr>
            <p:spPr bwMode="gray">
              <a:xfrm>
                <a:off x="1770282" y="3623963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6AD38F7C-B72F-6668-469A-F11F0E69A1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70282" y="3623963"/>
                <a:ext cx="741711" cy="184133"/>
              </a:xfrm>
              <a:prstGeom prst="rect">
                <a:avLst/>
              </a:prstGeom>
              <a:blipFill>
                <a:blip r:embed="rId39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42C0B954-D6CE-7CDB-3FD0-4DEC5538502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962921" y="3851614"/>
            <a:ext cx="436784" cy="1671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8B8CB9BD-D185-E96E-409D-4977447AE9D1}"/>
                  </a:ext>
                </a:extLst>
              </p:cNvPr>
              <p:cNvSpPr/>
              <p:nvPr/>
            </p:nvSpPr>
            <p:spPr bwMode="gray">
              <a:xfrm>
                <a:off x="5063817" y="380278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8B8CB9BD-D185-E96E-409D-4977447AE9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63817" y="3802785"/>
                <a:ext cx="251999" cy="251999"/>
              </a:xfrm>
              <a:prstGeom prst="ellipse">
                <a:avLst/>
              </a:prstGeom>
              <a:blipFill>
                <a:blip r:embed="rId4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5" name="Rectangle 124">
            <a:extLst>
              <a:ext uri="{FF2B5EF4-FFF2-40B4-BE49-F238E27FC236}">
                <a16:creationId xmlns:a16="http://schemas.microsoft.com/office/drawing/2014/main" id="{121A4677-2635-0240-C68C-21D6723D64F0}"/>
              </a:ext>
            </a:extLst>
          </p:cNvPr>
          <p:cNvSpPr/>
          <p:nvPr/>
        </p:nvSpPr>
        <p:spPr bwMode="gray">
          <a:xfrm>
            <a:off x="4292696" y="3865785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FA41E54E-BC23-AAC4-04AF-432A1F01A912}"/>
              </a:ext>
            </a:extLst>
          </p:cNvPr>
          <p:cNvCxnSpPr>
            <a:cxnSpLocks/>
            <a:stCxn id="125" idx="3"/>
            <a:endCxn id="124" idx="2"/>
          </p:cNvCxnSpPr>
          <p:nvPr/>
        </p:nvCxnSpPr>
        <p:spPr bwMode="gray">
          <a:xfrm>
            <a:off x="4418695" y="3928785"/>
            <a:ext cx="64512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91DAAE1A-445A-31BE-126C-4499BCE6DF78}"/>
              </a:ext>
            </a:extLst>
          </p:cNvPr>
          <p:cNvCxnSpPr>
            <a:cxnSpLocks/>
            <a:stCxn id="125" idx="1"/>
            <a:endCxn id="27" idx="6"/>
          </p:cNvCxnSpPr>
          <p:nvPr/>
        </p:nvCxnSpPr>
        <p:spPr bwMode="gray">
          <a:xfrm flipH="1">
            <a:off x="3647576" y="3928785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109654BD-54DB-8EBC-1192-1AC2F14255C3}"/>
                  </a:ext>
                </a:extLst>
              </p:cNvPr>
              <p:cNvSpPr txBox="1"/>
              <p:nvPr/>
            </p:nvSpPr>
            <p:spPr bwMode="gray">
              <a:xfrm>
                <a:off x="4332183" y="3614646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109654BD-54DB-8EBC-1192-1AC2F14255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32183" y="3614646"/>
                <a:ext cx="796824" cy="184133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5F5E59D5-AA4C-E27D-5FEF-4CD47A0C5A94}"/>
                  </a:ext>
                </a:extLst>
              </p:cNvPr>
              <p:cNvSpPr txBox="1"/>
              <p:nvPr/>
            </p:nvSpPr>
            <p:spPr bwMode="gray">
              <a:xfrm>
                <a:off x="3616006" y="3597010"/>
                <a:ext cx="685627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5F5E59D5-AA4C-E27D-5FEF-4CD47A0C5A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616006" y="3597010"/>
                <a:ext cx="685627" cy="230962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94175A59-E830-C9AB-A20E-4594899002BF}"/>
              </a:ext>
            </a:extLst>
          </p:cNvPr>
          <p:cNvCxnSpPr>
            <a:cxnSpLocks/>
          </p:cNvCxnSpPr>
          <p:nvPr/>
        </p:nvCxnSpPr>
        <p:spPr bwMode="gray">
          <a:xfrm flipH="1">
            <a:off x="3705980" y="3852449"/>
            <a:ext cx="455876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5F905315-E799-1B35-F7A9-6D5EF86FEA35}"/>
              </a:ext>
            </a:extLst>
          </p:cNvPr>
          <p:cNvCxnSpPr>
            <a:cxnSpLocks/>
          </p:cNvCxnSpPr>
          <p:nvPr/>
        </p:nvCxnSpPr>
        <p:spPr bwMode="gray">
          <a:xfrm flipH="1">
            <a:off x="4493561" y="3852449"/>
            <a:ext cx="518572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EA57537F-B3D2-09D6-581A-335EED8C76A3}"/>
                  </a:ext>
                </a:extLst>
              </p:cNvPr>
              <p:cNvSpPr/>
              <p:nvPr/>
            </p:nvSpPr>
            <p:spPr bwMode="gray">
              <a:xfrm>
                <a:off x="5070309" y="467760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EA57537F-B3D2-09D6-581A-335EED8C76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70309" y="4677609"/>
                <a:ext cx="251999" cy="251999"/>
              </a:xfrm>
              <a:prstGeom prst="ellipse">
                <a:avLst/>
              </a:prstGeom>
              <a:blipFill>
                <a:blip r:embed="rId4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6" name="Rectangle 145">
            <a:extLst>
              <a:ext uri="{FF2B5EF4-FFF2-40B4-BE49-F238E27FC236}">
                <a16:creationId xmlns:a16="http://schemas.microsoft.com/office/drawing/2014/main" id="{5518D007-DFC3-554A-1840-60B791AB00BE}"/>
              </a:ext>
            </a:extLst>
          </p:cNvPr>
          <p:cNvSpPr/>
          <p:nvPr/>
        </p:nvSpPr>
        <p:spPr bwMode="gray">
          <a:xfrm>
            <a:off x="4039013" y="474060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7" name="Straight Arrow Connector 146">
            <a:extLst>
              <a:ext uri="{FF2B5EF4-FFF2-40B4-BE49-F238E27FC236}">
                <a16:creationId xmlns:a16="http://schemas.microsoft.com/office/drawing/2014/main" id="{4D6DA2AD-17D5-E4DA-2083-A9B5C35E84E9}"/>
              </a:ext>
            </a:extLst>
          </p:cNvPr>
          <p:cNvCxnSpPr>
            <a:cxnSpLocks/>
            <a:stCxn id="146" idx="3"/>
            <a:endCxn id="145" idx="2"/>
          </p:cNvCxnSpPr>
          <p:nvPr/>
        </p:nvCxnSpPr>
        <p:spPr bwMode="gray">
          <a:xfrm>
            <a:off x="4165012" y="4803609"/>
            <a:ext cx="90529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Straight Arrow Connector 147">
            <a:extLst>
              <a:ext uri="{FF2B5EF4-FFF2-40B4-BE49-F238E27FC236}">
                <a16:creationId xmlns:a16="http://schemas.microsoft.com/office/drawing/2014/main" id="{448E3372-7B30-8965-4C7F-255E4FFF16AC}"/>
              </a:ext>
            </a:extLst>
          </p:cNvPr>
          <p:cNvCxnSpPr>
            <a:cxnSpLocks/>
            <a:stCxn id="146" idx="1"/>
            <a:endCxn id="14" idx="6"/>
          </p:cNvCxnSpPr>
          <p:nvPr/>
        </p:nvCxnSpPr>
        <p:spPr bwMode="gray">
          <a:xfrm flipH="1">
            <a:off x="3133715" y="4803609"/>
            <a:ext cx="905298" cy="399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A2ACB3C8-85B4-D2B3-7C4E-7474BD180E36}"/>
                  </a:ext>
                </a:extLst>
              </p:cNvPr>
              <p:cNvSpPr txBox="1"/>
              <p:nvPr/>
            </p:nvSpPr>
            <p:spPr bwMode="gray">
              <a:xfrm>
                <a:off x="3989873" y="4902851"/>
                <a:ext cx="1274220" cy="19613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A2ACB3C8-85B4-D2B3-7C4E-7474BD180E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89873" y="4902851"/>
                <a:ext cx="1274220" cy="196136"/>
              </a:xfrm>
              <a:prstGeom prst="rect">
                <a:avLst/>
              </a:prstGeom>
              <a:blipFill>
                <a:blip r:embed="rId44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1" name="Straight Arrow Connector 150">
            <a:extLst>
              <a:ext uri="{FF2B5EF4-FFF2-40B4-BE49-F238E27FC236}">
                <a16:creationId xmlns:a16="http://schemas.microsoft.com/office/drawing/2014/main" id="{E76A0B1A-DA40-23C1-12D0-52918AF35A8D}"/>
              </a:ext>
            </a:extLst>
          </p:cNvPr>
          <p:cNvCxnSpPr>
            <a:cxnSpLocks/>
          </p:cNvCxnSpPr>
          <p:nvPr/>
        </p:nvCxnSpPr>
        <p:spPr bwMode="gray">
          <a:xfrm flipH="1">
            <a:off x="3209909" y="4864052"/>
            <a:ext cx="796824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Arrow Connector 152">
            <a:extLst>
              <a:ext uri="{FF2B5EF4-FFF2-40B4-BE49-F238E27FC236}">
                <a16:creationId xmlns:a16="http://schemas.microsoft.com/office/drawing/2014/main" id="{06384042-DFF4-2A9D-1646-708EE0D1FFB7}"/>
              </a:ext>
            </a:extLst>
          </p:cNvPr>
          <p:cNvCxnSpPr>
            <a:cxnSpLocks/>
          </p:cNvCxnSpPr>
          <p:nvPr/>
        </p:nvCxnSpPr>
        <p:spPr bwMode="gray">
          <a:xfrm flipH="1">
            <a:off x="4209257" y="4873350"/>
            <a:ext cx="854560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B6749140-9280-C2DA-8543-2C9723F6B0F4}"/>
                  </a:ext>
                </a:extLst>
              </p:cNvPr>
              <p:cNvSpPr txBox="1"/>
              <p:nvPr/>
            </p:nvSpPr>
            <p:spPr bwMode="gray">
              <a:xfrm>
                <a:off x="2991255" y="4866775"/>
                <a:ext cx="1060641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B6749140-9280-C2DA-8543-2C9723F6B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991255" y="4866775"/>
                <a:ext cx="1060641" cy="268289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416A93EB-35CF-4A41-CF5C-746E08CF9380}"/>
                  </a:ext>
                </a:extLst>
              </p:cNvPr>
              <p:cNvSpPr txBox="1"/>
              <p:nvPr/>
            </p:nvSpPr>
            <p:spPr bwMode="gray">
              <a:xfrm>
                <a:off x="3955618" y="3999620"/>
                <a:ext cx="800154" cy="21390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func>
                            <m:funcPr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7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416A93EB-35CF-4A41-CF5C-746E08CF93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955618" y="3999620"/>
                <a:ext cx="800154" cy="213905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5A5C07A-BA35-25CB-E315-69F0A0BC0BE2}"/>
                  </a:ext>
                </a:extLst>
              </p:cNvPr>
              <p:cNvSpPr txBox="1"/>
              <p:nvPr/>
            </p:nvSpPr>
            <p:spPr bwMode="gray">
              <a:xfrm>
                <a:off x="1398359" y="4017229"/>
                <a:ext cx="800154" cy="21390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func>
                            <m:funcPr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7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5A5C07A-BA35-25CB-E315-69F0A0BC0B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98359" y="4017229"/>
                <a:ext cx="800154" cy="213905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B7BDC3D2-E089-61F7-0FA4-E28F2E1F82E8}"/>
                  </a:ext>
                </a:extLst>
              </p:cNvPr>
              <p:cNvSpPr txBox="1"/>
              <p:nvPr/>
            </p:nvSpPr>
            <p:spPr bwMode="gray">
              <a:xfrm>
                <a:off x="4054734" y="4545401"/>
                <a:ext cx="800154" cy="2587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acc>
                                <m:accPr>
                                  <m:chr m:val="̃"/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func>
                            <m:funcPr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700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B7BDC3D2-E089-61F7-0FA4-E28F2E1F82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54734" y="4545401"/>
                <a:ext cx="800154" cy="258725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2B4CD594-22E3-EF94-AB82-B8BA3131CE62}"/>
                  </a:ext>
                </a:extLst>
              </p:cNvPr>
              <p:cNvSpPr txBox="1"/>
              <p:nvPr/>
            </p:nvSpPr>
            <p:spPr bwMode="gray">
              <a:xfrm rot="16200000">
                <a:off x="2605757" y="3776148"/>
                <a:ext cx="800154" cy="2535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acc>
                                <m:accPr>
                                  <m:chr m:val="̃"/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acc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2B4CD594-22E3-EF94-AB82-B8BA3131CE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2605757" y="3776148"/>
                <a:ext cx="800154" cy="253531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7211198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9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8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8" grpId="0" animBg="1"/>
      <p:bldP spid="9" grpId="0" animBg="1"/>
      <p:bldP spid="12" grpId="0" animBg="1"/>
      <p:bldP spid="19" grpId="0"/>
      <p:bldP spid="20" grpId="0"/>
      <p:bldP spid="24" grpId="0" animBg="1"/>
      <p:bldP spid="25" grpId="0" animBg="1"/>
      <p:bldP spid="28" grpId="0" animBg="1"/>
      <p:bldP spid="32" grpId="0" animBg="1"/>
      <p:bldP spid="38" grpId="0"/>
      <p:bldP spid="63" grpId="0"/>
      <p:bldP spid="64" grpId="0"/>
      <p:bldP spid="65" grpId="0"/>
      <p:bldP spid="66" grpId="0" animBg="1"/>
      <p:bldP spid="73" grpId="0" animBg="1"/>
      <p:bldP spid="83" grpId="0"/>
      <p:bldP spid="84" grpId="0"/>
      <p:bldP spid="90" grpId="0"/>
      <p:bldP spid="91" grpId="0" animBg="1"/>
      <p:bldP spid="15" grpId="0"/>
      <p:bldP spid="40" grpId="0"/>
      <p:bldP spid="43" grpId="0"/>
      <p:bldP spid="51" grpId="0"/>
      <p:bldP spid="59" grpId="0"/>
      <p:bldP spid="68" grpId="0"/>
      <p:bldP spid="70" grpId="0"/>
      <p:bldP spid="72" grpId="0"/>
      <p:bldP spid="77" grpId="0"/>
      <p:bldP spid="80" grpId="0"/>
      <p:bldP spid="14" grpId="0" animBg="1"/>
      <p:bldP spid="16" grpId="0" animBg="1"/>
      <p:bldP spid="21" grpId="0" animBg="1"/>
      <p:bldP spid="27" grpId="0" animBg="1"/>
      <p:bldP spid="48" grpId="0"/>
      <p:bldP spid="49" grpId="0"/>
      <p:bldP spid="55" grpId="0"/>
      <p:bldP spid="67" grpId="0" animBg="1"/>
      <p:bldP spid="69" grpId="0" animBg="1"/>
      <p:bldP spid="74" grpId="0"/>
      <p:bldP spid="112" grpId="0"/>
      <p:bldP spid="124" grpId="0" animBg="1"/>
      <p:bldP spid="125" grpId="0" animBg="1"/>
      <p:bldP spid="129" grpId="0"/>
      <p:bldP spid="130" grpId="0"/>
      <p:bldP spid="145" grpId="0" animBg="1"/>
      <p:bldP spid="146" grpId="0" animBg="1"/>
      <p:bldP spid="150" grpId="0"/>
      <p:bldP spid="162" grpId="0"/>
      <p:bldP spid="167" grpId="0"/>
      <p:bldP spid="168" grpId="0"/>
      <p:bldP spid="169" grpId="0"/>
      <p:bldP spid="17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1F92C0A-99B9-E35C-E33A-01C43915F9F1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65851" cy="2505910"/>
              </a:xfrm>
            </p:spPr>
            <p:txBody>
              <a:bodyPr/>
              <a:lstStyle/>
              <a:p>
                <a:r>
                  <a:rPr lang="en-US" b="1" dirty="0"/>
                  <a:t>Solution</a:t>
                </a:r>
                <a:r>
                  <a:rPr lang="en-US" dirty="0"/>
                  <a:t>: Instead of exponentiating the Gaussian inputs, we </a:t>
                </a:r>
                <a:r>
                  <a:rPr lang="en-US" i="1" dirty="0"/>
                  <a:t>copy</a:t>
                </a:r>
                <a:r>
                  <a:rPr lang="en-US" dirty="0"/>
                  <a:t> the Gaussian (truncating all negative values if necessary)! 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Direct Message Approximation</a:t>
                </a:r>
                <a:r>
                  <a:rPr lang="en-US" dirty="0"/>
                  <a:t>: We explicitly match the first two moments of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var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1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i="1" dirty="0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 dirty="0"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1" i="1" dirty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 dirty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var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(and the same for </a:t>
                </a:r>
                <a14:m>
                  <m:oMath xmlns:m="http://schemas.openxmlformats.org/officeDocument/2006/math">
                    <m:r>
                      <a:rPr lang="en-US" i="1" dirty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/>
                  <a:t>)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1F92C0A-99B9-E35C-E33A-01C43915F9F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65851" cy="2505910"/>
              </a:xfrm>
              <a:blipFill>
                <a:blip r:embed="rId2"/>
                <a:stretch>
                  <a:fillRect t="-505" r="-911" b="-252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546359A9-6F50-E18C-8843-E16BA02A68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Product Factor Through Copying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F945EEE0-60F1-70AB-D327-8432F45A0F2B}"/>
                  </a:ext>
                </a:extLst>
              </p:cNvPr>
              <p:cNvSpPr/>
              <p:nvPr/>
            </p:nvSpPr>
            <p:spPr bwMode="gray">
              <a:xfrm>
                <a:off x="8766905" y="17207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F945EEE0-60F1-70AB-D327-8432F45A0F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6905" y="172070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65136185-2EA3-6039-8078-6C778B3CEE32}"/>
              </a:ext>
            </a:extLst>
          </p:cNvPr>
          <p:cNvSpPr/>
          <p:nvPr/>
        </p:nvSpPr>
        <p:spPr bwMode="gray">
          <a:xfrm>
            <a:off x="7823388" y="178370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AC7FF8E4-02C2-F80B-B54D-24D430D0D221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49387" y="1846704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81C6296B-8138-51AF-0F68-BD86296F1DDA}"/>
                  </a:ext>
                </a:extLst>
              </p:cNvPr>
              <p:cNvSpPr/>
              <p:nvPr/>
            </p:nvSpPr>
            <p:spPr bwMode="gray">
              <a:xfrm>
                <a:off x="6753871" y="17207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81C6296B-8138-51AF-0F68-BD86296F1D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3871" y="1720704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3C5A3E12-0401-0317-D2E1-8B260E411488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05870" y="1838086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539A92-B39A-D3E8-01EC-C2BD7F3A76C5}"/>
                  </a:ext>
                </a:extLst>
              </p:cNvPr>
              <p:cNvSpPr txBox="1"/>
              <p:nvPr/>
            </p:nvSpPr>
            <p:spPr bwMode="gray">
              <a:xfrm>
                <a:off x="8015185" y="154149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539A92-B39A-D3E8-01EC-C2BD7F3A76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15185" y="1541499"/>
                <a:ext cx="741711" cy="184133"/>
              </a:xfrm>
              <a:prstGeom prst="rect">
                <a:avLst/>
              </a:prstGeom>
              <a:blipFill>
                <a:blip r:embed="rId5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23783C-C84F-935B-AE1A-52CBDE29D211}"/>
                  </a:ext>
                </a:extLst>
              </p:cNvPr>
              <p:cNvSpPr txBox="1"/>
              <p:nvPr/>
            </p:nvSpPr>
            <p:spPr bwMode="gray">
              <a:xfrm>
                <a:off x="7005562" y="154149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23783C-C84F-935B-AE1A-52CBDE29D2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05562" y="1541499"/>
                <a:ext cx="796824" cy="184133"/>
              </a:xfrm>
              <a:prstGeom prst="rect">
                <a:avLst/>
              </a:prstGeom>
              <a:blipFill>
                <a:blip r:embed="rId6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093B47-ABFC-0487-3D9E-7E8F3FCEA013}"/>
                  </a:ext>
                </a:extLst>
              </p:cNvPr>
              <p:cNvSpPr txBox="1"/>
              <p:nvPr/>
            </p:nvSpPr>
            <p:spPr bwMode="gray">
              <a:xfrm>
                <a:off x="8028627" y="1935976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093B47-ABFC-0487-3D9E-7E8F3FCEA0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8627" y="1935976"/>
                <a:ext cx="796824" cy="23096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2A31F245-9D35-9911-218A-06ED8A8B15E8}"/>
              </a:ext>
            </a:extLst>
          </p:cNvPr>
          <p:cNvCxnSpPr>
            <a:cxnSpLocks/>
          </p:cNvCxnSpPr>
          <p:nvPr/>
        </p:nvCxnSpPr>
        <p:spPr bwMode="gray">
          <a:xfrm flipH="1">
            <a:off x="7054783" y="1912814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3C753585-7507-DA1C-20F2-B6D490EB9BEA}"/>
              </a:ext>
            </a:extLst>
          </p:cNvPr>
          <p:cNvCxnSpPr>
            <a:cxnSpLocks/>
          </p:cNvCxnSpPr>
          <p:nvPr/>
        </p:nvCxnSpPr>
        <p:spPr bwMode="gray">
          <a:xfrm flipH="1">
            <a:off x="8044428" y="190970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FBD152C-27D5-5401-0A12-A2E5D2ED8845}"/>
              </a:ext>
            </a:extLst>
          </p:cNvPr>
          <p:cNvCxnSpPr>
            <a:cxnSpLocks/>
          </p:cNvCxnSpPr>
          <p:nvPr/>
        </p:nvCxnSpPr>
        <p:spPr bwMode="gray">
          <a:xfrm flipH="1">
            <a:off x="8027696" y="177188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65BE226D-CA89-A738-AA19-656577FAFD76}"/>
              </a:ext>
            </a:extLst>
          </p:cNvPr>
          <p:cNvCxnSpPr>
            <a:cxnSpLocks/>
          </p:cNvCxnSpPr>
          <p:nvPr/>
        </p:nvCxnSpPr>
        <p:spPr bwMode="gray">
          <a:xfrm flipH="1">
            <a:off x="7046699" y="176509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38E9C7E-D70E-C451-B8D7-7F2FACEE4AB0}"/>
                  </a:ext>
                </a:extLst>
              </p:cNvPr>
              <p:cNvSpPr txBox="1"/>
              <p:nvPr/>
            </p:nvSpPr>
            <p:spPr bwMode="gray">
              <a:xfrm>
                <a:off x="7010176" y="1950317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38E9C7E-D70E-C451-B8D7-7F2FACEE4A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0176" y="1950317"/>
                <a:ext cx="741711" cy="20228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2C914CB-DE42-2F9C-E0ED-938758EFF15A}"/>
                  </a:ext>
                </a:extLst>
              </p:cNvPr>
              <p:cNvSpPr txBox="1"/>
              <p:nvPr/>
            </p:nvSpPr>
            <p:spPr bwMode="gray">
              <a:xfrm>
                <a:off x="7479839" y="1934168"/>
                <a:ext cx="786829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0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2C914CB-DE42-2F9C-E0ED-938758EFF1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79839" y="1934168"/>
                <a:ext cx="786829" cy="246221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0D1F90C-D94E-8CD0-4D3F-7C5E1ABA4415}"/>
                  </a:ext>
                </a:extLst>
              </p:cNvPr>
              <p:cNvSpPr txBox="1"/>
              <p:nvPr/>
            </p:nvSpPr>
            <p:spPr bwMode="gray">
              <a:xfrm>
                <a:off x="1155746" y="1878727"/>
                <a:ext cx="3779520" cy="56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60D1F90C-D94E-8CD0-4D3F-7C5E1ABA44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55746" y="1878727"/>
                <a:ext cx="3779520" cy="568554"/>
              </a:xfrm>
              <a:prstGeom prst="rect">
                <a:avLst/>
              </a:prstGeom>
              <a:blipFill>
                <a:blip r:embed="rId10"/>
                <a:stretch>
                  <a:fillRect t="-143478" b="-2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BBFEAA5-F95C-4AC6-F5C6-0C42A2B3FFF0}"/>
                  </a:ext>
                </a:extLst>
              </p:cNvPr>
              <p:cNvSpPr txBox="1"/>
              <p:nvPr/>
            </p:nvSpPr>
            <p:spPr bwMode="gray">
              <a:xfrm>
                <a:off x="4771838" y="2007641"/>
                <a:ext cx="1485267" cy="31072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EBBFEAA5-F95C-4AC6-F5C6-0C42A2B3F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71838" y="2007641"/>
                <a:ext cx="1485267" cy="310726"/>
              </a:xfrm>
              <a:prstGeom prst="rect">
                <a:avLst/>
              </a:prstGeom>
              <a:blipFill>
                <a:blip r:embed="rId11"/>
                <a:stretch>
                  <a:fillRect b="-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9155580-B19B-EB83-8811-D5BA618B4C51}"/>
                  </a:ext>
                </a:extLst>
              </p:cNvPr>
              <p:cNvSpPr txBox="1"/>
              <p:nvPr/>
            </p:nvSpPr>
            <p:spPr bwMode="gray">
              <a:xfrm>
                <a:off x="1155746" y="2522615"/>
                <a:ext cx="3779520" cy="56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latin typeface="Cambria Math" panose="02040503050406030204" pitchFamily="18" charset="0"/>
                                </a:rPr>
                                <m:t>LN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LN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9155580-B19B-EB83-8811-D5BA618B4C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55746" y="2522615"/>
                <a:ext cx="3779520" cy="568554"/>
              </a:xfrm>
              <a:prstGeom prst="rect">
                <a:avLst/>
              </a:prstGeom>
              <a:blipFill>
                <a:blip r:embed="rId12"/>
                <a:stretch>
                  <a:fillRect t="-143478" b="-2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174B5CF-F670-CBFC-A180-085ECE8391B4}"/>
                  </a:ext>
                </a:extLst>
              </p:cNvPr>
              <p:cNvSpPr txBox="1"/>
              <p:nvPr/>
            </p:nvSpPr>
            <p:spPr bwMode="gray">
              <a:xfrm>
                <a:off x="4771838" y="2651529"/>
                <a:ext cx="1485267" cy="31072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174B5CF-F670-CBFC-A180-085ECE8391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71838" y="2651529"/>
                <a:ext cx="1485267" cy="310726"/>
              </a:xfrm>
              <a:prstGeom prst="rect">
                <a:avLst/>
              </a:prstGeom>
              <a:blipFill>
                <a:blip r:embed="rId13"/>
                <a:stretch>
                  <a:fillRect b="-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Rounded Rectangle 23">
            <a:extLst>
              <a:ext uri="{FF2B5EF4-FFF2-40B4-BE49-F238E27FC236}">
                <a16:creationId xmlns:a16="http://schemas.microsoft.com/office/drawing/2014/main" id="{1A94888D-40F7-AEF2-54FF-3725C3E2ECF0}"/>
              </a:ext>
            </a:extLst>
          </p:cNvPr>
          <p:cNvSpPr/>
          <p:nvPr/>
        </p:nvSpPr>
        <p:spPr bwMode="gray">
          <a:xfrm>
            <a:off x="5083444" y="2007641"/>
            <a:ext cx="1022716" cy="31072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46AEF4-EA30-C3DE-AF1C-B5E9B3488855}"/>
              </a:ext>
            </a:extLst>
          </p:cNvPr>
          <p:cNvSpPr txBox="1"/>
          <p:nvPr/>
        </p:nvSpPr>
        <p:spPr bwMode="gray">
          <a:xfrm>
            <a:off x="7002404" y="2231316"/>
            <a:ext cx="1485267" cy="58259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True messages are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b="1" dirty="0">
                <a:solidFill>
                  <a:srgbClr val="C00000"/>
                </a:solidFill>
              </a:rPr>
              <a:t>normalized</a:t>
            </a:r>
            <a:r>
              <a:rPr lang="en-US" sz="1000" dirty="0">
                <a:solidFill>
                  <a:srgbClr val="C00000"/>
                </a:solidFill>
              </a:rPr>
              <a:t> probability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distributions! 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8D066EC-5198-842F-260C-06700ABF9D73}"/>
              </a:ext>
            </a:extLst>
          </p:cNvPr>
          <p:cNvCxnSpPr>
            <a:cxnSpLocks/>
            <a:stCxn id="25" idx="1"/>
            <a:endCxn id="24" idx="3"/>
          </p:cNvCxnSpPr>
          <p:nvPr/>
        </p:nvCxnSpPr>
        <p:spPr bwMode="gray">
          <a:xfrm flipH="1" flipV="1">
            <a:off x="6106160" y="2163004"/>
            <a:ext cx="896244" cy="35961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ounded Rectangle 30">
            <a:extLst>
              <a:ext uri="{FF2B5EF4-FFF2-40B4-BE49-F238E27FC236}">
                <a16:creationId xmlns:a16="http://schemas.microsoft.com/office/drawing/2014/main" id="{C1430AB4-9D2B-9344-A361-C820C37C673C}"/>
              </a:ext>
            </a:extLst>
          </p:cNvPr>
          <p:cNvSpPr/>
          <p:nvPr/>
        </p:nvSpPr>
        <p:spPr bwMode="gray">
          <a:xfrm>
            <a:off x="5083444" y="2639478"/>
            <a:ext cx="1022716" cy="310726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48CBF0D2-41F8-C8C2-0946-FAB3099E88BC}"/>
              </a:ext>
            </a:extLst>
          </p:cNvPr>
          <p:cNvCxnSpPr>
            <a:cxnSpLocks/>
            <a:stCxn id="25" idx="1"/>
            <a:endCxn id="31" idx="3"/>
          </p:cNvCxnSpPr>
          <p:nvPr/>
        </p:nvCxnSpPr>
        <p:spPr bwMode="gray">
          <a:xfrm flipH="1">
            <a:off x="6106160" y="2522615"/>
            <a:ext cx="896244" cy="27222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B9172036-379B-ABEB-A024-C8F3CFB7AD6B}"/>
              </a:ext>
            </a:extLst>
          </p:cNvPr>
          <p:cNvSpPr txBox="1"/>
          <p:nvPr/>
        </p:nvSpPr>
        <p:spPr bwMode="gray">
          <a:xfrm>
            <a:off x="1882386" y="3842885"/>
            <a:ext cx="5421095" cy="114760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0" rtlCol="0" anchor="ctr">
            <a:noAutofit/>
          </a:bodyPr>
          <a:lstStyle/>
          <a:p>
            <a:endParaRPr lang="en-US" sz="11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687E052-8241-0A0A-B042-83AE14B5C2FB}"/>
                  </a:ext>
                </a:extLst>
              </p:cNvPr>
              <p:cNvSpPr txBox="1"/>
              <p:nvPr/>
            </p:nvSpPr>
            <p:spPr bwMode="gray">
              <a:xfrm>
                <a:off x="1948133" y="3842884"/>
                <a:ext cx="4181687" cy="61843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func>
                            <m:func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Sup>
                                        <m:sSubSup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rad>
                                        <m:radPr>
                                          <m:degHide m:val="on"/>
                                          <m:ctrlPr>
                                            <a:rPr lang="en-US" sz="1400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radPr>
                                        <m:deg/>
                                        <m:e>
                                          <m:sSubSup>
                                            <m:sSubSupPr>
                                              <m:ctrlP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+</m:t>
                                          </m:r>
                                          <m:sSubSup>
                                            <m:sSubSupPr>
                                              <m:ctrlP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𝜎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e>
                                      </m:rad>
                                    </m:den>
                                  </m:f>
                                </m:e>
                              </m:d>
                            </m:e>
                          </m:func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func>
                            <m:func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1+</m:t>
                                  </m:r>
                                  <m:f>
                                    <m:f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Sup>
                                        <m:sSubSupPr>
                                          <m:ctrlP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sSubSup>
                                        <m:sSubSupPr>
                                          <m:ctrlPr>
                                            <a:rPr lang="en-US" sz="1400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400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400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400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de-DE" sz="14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687E052-8241-0A0A-B042-83AE14B5C2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48133" y="3842884"/>
                <a:ext cx="4181687" cy="61843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63F26D0-0A6B-BB1B-BF0D-3D375822154E}"/>
                  </a:ext>
                </a:extLst>
              </p:cNvPr>
              <p:cNvSpPr txBox="1"/>
              <p:nvPr/>
            </p:nvSpPr>
            <p:spPr bwMode="gray">
              <a:xfrm>
                <a:off x="1937276" y="4406350"/>
                <a:ext cx="5421095" cy="5841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func>
                            <m:func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f>
                                    <m:f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Sup>
                                        <m:sSubSupPr>
                                          <m:ctrlP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den>
                                  </m:f>
                                </m:e>
                              </m:d>
                            </m:e>
                          </m:func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func>
                            <m:func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40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bSup>
                                    <m:sSubSupPr>
                                      <m:ctrlP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unc>
                                    <m:funcPr>
                                      <m:ctrlPr>
                                        <a:rPr lang="en-US" sz="14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en-US" sz="1400"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en-US" sz="14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Sup>
                                            <m:sSubSupPr>
                                              <m:ctrlPr>
                                                <a:rPr lang="en-US" sz="14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  <m:t>𝜎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4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𝑌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400" i="1"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e>
                                      </m:d>
                                    </m:e>
                                  </m:func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de-DE" sz="14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63F26D0-0A6B-BB1B-BF0D-3D37582215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37276" y="4406350"/>
                <a:ext cx="5421095" cy="58413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Rounded Rectangle 27">
            <a:extLst>
              <a:ext uri="{FF2B5EF4-FFF2-40B4-BE49-F238E27FC236}">
                <a16:creationId xmlns:a16="http://schemas.microsoft.com/office/drawing/2014/main" id="{CF18B3CC-B9EA-9F8D-939F-539A6AC2325D}"/>
              </a:ext>
            </a:extLst>
          </p:cNvPr>
          <p:cNvSpPr/>
          <p:nvPr/>
        </p:nvSpPr>
        <p:spPr bwMode="gray">
          <a:xfrm>
            <a:off x="696453" y="3424331"/>
            <a:ext cx="918585" cy="306490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549337-CB46-B52B-F11C-431A7D0E33DA}"/>
                  </a:ext>
                </a:extLst>
              </p:cNvPr>
              <p:cNvSpPr txBox="1"/>
              <p:nvPr/>
            </p:nvSpPr>
            <p:spPr bwMode="gray">
              <a:xfrm>
                <a:off x="130418" y="2751107"/>
                <a:ext cx="918585" cy="39819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1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100" b="0" i="0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1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sz="11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100" b="0" i="1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p>
                                    <m:sSupPr>
                                      <m:ctrlPr>
                                        <a:rPr lang="en-US" sz="1100" b="0" i="1" smtClean="0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en-US" sz="1100" b="0" i="1" smtClean="0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en-US" sz="1100" b="0" i="1" smtClean="0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x-none" sz="11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9549337-CB46-B52B-F11C-431A7D0E33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0418" y="2751107"/>
                <a:ext cx="918585" cy="398194"/>
              </a:xfrm>
              <a:prstGeom prst="rect">
                <a:avLst/>
              </a:prstGeom>
              <a:blipFill>
                <a:blip r:embed="rId16"/>
                <a:stretch>
                  <a:fillRect l="-137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EB9BA741-5C26-8F47-885A-19E1ED2EB416}"/>
              </a:ext>
            </a:extLst>
          </p:cNvPr>
          <p:cNvCxnSpPr>
            <a:cxnSpLocks/>
            <a:stCxn id="29" idx="2"/>
            <a:endCxn id="28" idx="1"/>
          </p:cNvCxnSpPr>
          <p:nvPr/>
        </p:nvCxnSpPr>
        <p:spPr bwMode="gray">
          <a:xfrm rot="16200000" flipH="1">
            <a:off x="428945" y="3310067"/>
            <a:ext cx="428275" cy="106742"/>
          </a:xfrm>
          <a:prstGeom prst="curvedConnector2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>
            <a:extLst>
              <a:ext uri="{FF2B5EF4-FFF2-40B4-BE49-F238E27FC236}">
                <a16:creationId xmlns:a16="http://schemas.microsoft.com/office/drawing/2014/main" id="{6F4E7BD8-466D-07A8-E890-74C0C6473FB8}"/>
              </a:ext>
            </a:extLst>
          </p:cNvPr>
          <p:cNvSpPr/>
          <p:nvPr/>
        </p:nvSpPr>
        <p:spPr bwMode="gray">
          <a:xfrm>
            <a:off x="1791198" y="3424331"/>
            <a:ext cx="918585" cy="30649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44" name="Straight Arrow Connector 29">
            <a:extLst>
              <a:ext uri="{FF2B5EF4-FFF2-40B4-BE49-F238E27FC236}">
                <a16:creationId xmlns:a16="http://schemas.microsoft.com/office/drawing/2014/main" id="{6B32E66F-0CE5-FD22-EBFF-EA4BD15648E0}"/>
              </a:ext>
            </a:extLst>
          </p:cNvPr>
          <p:cNvCxnSpPr>
            <a:cxnSpLocks/>
            <a:endCxn id="43" idx="0"/>
          </p:cNvCxnSpPr>
          <p:nvPr/>
        </p:nvCxnSpPr>
        <p:spPr bwMode="gray">
          <a:xfrm flipH="1">
            <a:off x="2250491" y="2223854"/>
            <a:ext cx="3284136" cy="120047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Rounded Rectangle 45">
            <a:extLst>
              <a:ext uri="{FF2B5EF4-FFF2-40B4-BE49-F238E27FC236}">
                <a16:creationId xmlns:a16="http://schemas.microsoft.com/office/drawing/2014/main" id="{AEB80521-CB65-93C6-A2F0-1FE039659B21}"/>
              </a:ext>
            </a:extLst>
          </p:cNvPr>
          <p:cNvSpPr/>
          <p:nvPr/>
        </p:nvSpPr>
        <p:spPr bwMode="gray">
          <a:xfrm>
            <a:off x="3051110" y="3431794"/>
            <a:ext cx="1046834" cy="306490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17A6516-3212-2642-2C00-472555F0FAD1}"/>
                  </a:ext>
                </a:extLst>
              </p:cNvPr>
              <p:cNvSpPr txBox="1"/>
              <p:nvPr/>
            </p:nvSpPr>
            <p:spPr bwMode="gray">
              <a:xfrm>
                <a:off x="6976905" y="2853407"/>
                <a:ext cx="1848546" cy="39819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11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100" b="0" i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1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11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  <m:r>
                                <a:rPr lang="en-US" sz="11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US" sz="11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1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sz="11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11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1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1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100" b="0" i="0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1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sSupPr>
                                          <m:ctrlPr>
                                            <a:rPr lang="en-US" sz="1100" b="0" i="1" smtClean="0">
                                              <a:solidFill>
                                                <a:srgbClr val="0070C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100" i="1">
                                              <a:solidFill>
                                                <a:srgbClr val="0070C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p>
                                          <m:r>
                                            <a:rPr lang="en-US" sz="1100" b="0" i="1" smtClean="0">
                                              <a:solidFill>
                                                <a:srgbClr val="0070C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</m:e>
                                  </m:d>
                                  <m:r>
                                    <a:rPr lang="en-US" sz="11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x-none" sz="11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17A6516-3212-2642-2C00-472555F0FA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76905" y="2853407"/>
                <a:ext cx="1848546" cy="398194"/>
              </a:xfrm>
              <a:prstGeom prst="rect">
                <a:avLst/>
              </a:prstGeom>
              <a:blipFill>
                <a:blip r:embed="rId17"/>
                <a:stretch>
                  <a:fillRect l="-6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Arrow Connector 29">
            <a:extLst>
              <a:ext uri="{FF2B5EF4-FFF2-40B4-BE49-F238E27FC236}">
                <a16:creationId xmlns:a16="http://schemas.microsoft.com/office/drawing/2014/main" id="{3E0FADFA-B33A-1BA3-7274-3864F61A3867}"/>
              </a:ext>
            </a:extLst>
          </p:cNvPr>
          <p:cNvCxnSpPr>
            <a:cxnSpLocks/>
            <a:stCxn id="47" idx="1"/>
            <a:endCxn id="46" idx="0"/>
          </p:cNvCxnSpPr>
          <p:nvPr/>
        </p:nvCxnSpPr>
        <p:spPr bwMode="gray">
          <a:xfrm rot="10800000" flipV="1">
            <a:off x="3574527" y="3052504"/>
            <a:ext cx="3402378" cy="379290"/>
          </a:xfrm>
          <a:prstGeom prst="curvedConnector2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Rounded Rectangle 55">
            <a:extLst>
              <a:ext uri="{FF2B5EF4-FFF2-40B4-BE49-F238E27FC236}">
                <a16:creationId xmlns:a16="http://schemas.microsoft.com/office/drawing/2014/main" id="{1510FBA2-78E2-718D-7209-EFCD86C1D399}"/>
              </a:ext>
            </a:extLst>
          </p:cNvPr>
          <p:cNvSpPr/>
          <p:nvPr/>
        </p:nvSpPr>
        <p:spPr bwMode="gray">
          <a:xfrm>
            <a:off x="4291292" y="3431793"/>
            <a:ext cx="1030219" cy="30649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x-none" sz="1200" b="1" dirty="0" err="1">
              <a:solidFill>
                <a:schemeClr val="bg1"/>
              </a:solidFill>
            </a:endParaRPr>
          </a:p>
        </p:txBody>
      </p:sp>
      <p:cxnSp>
        <p:nvCxnSpPr>
          <p:cNvPr id="57" name="Straight Arrow Connector 29">
            <a:extLst>
              <a:ext uri="{FF2B5EF4-FFF2-40B4-BE49-F238E27FC236}">
                <a16:creationId xmlns:a16="http://schemas.microsoft.com/office/drawing/2014/main" id="{1932C85E-A7A3-F395-DB7E-9111FE557D40}"/>
              </a:ext>
            </a:extLst>
          </p:cNvPr>
          <p:cNvCxnSpPr>
            <a:cxnSpLocks/>
            <a:endCxn id="56" idx="0"/>
          </p:cNvCxnSpPr>
          <p:nvPr/>
        </p:nvCxnSpPr>
        <p:spPr bwMode="gray">
          <a:xfrm flipH="1">
            <a:off x="4806402" y="2231316"/>
            <a:ext cx="1032958" cy="1200477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43F25A46-3DA6-F4DE-BB46-1940D3334C1F}"/>
                  </a:ext>
                </a:extLst>
              </p:cNvPr>
              <p:cNvSpPr txBox="1"/>
              <p:nvPr/>
            </p:nvSpPr>
            <p:spPr bwMode="gray">
              <a:xfrm>
                <a:off x="16408" y="4281991"/>
                <a:ext cx="1657987" cy="54491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Note that this implies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that the approximation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only works for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endParaRPr lang="x-none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43F25A46-3DA6-F4DE-BB46-1940D3334C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408" y="4281991"/>
                <a:ext cx="1657987" cy="544919"/>
              </a:xfrm>
              <a:prstGeom prst="rect">
                <a:avLst/>
              </a:prstGeom>
              <a:blipFill>
                <a:blip r:embed="rId18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DD871E5B-D4F9-0877-06F8-9900FAB14867}"/>
              </a:ext>
            </a:extLst>
          </p:cNvPr>
          <p:cNvCxnSpPr>
            <a:cxnSpLocks/>
            <a:stCxn id="65" idx="0"/>
          </p:cNvCxnSpPr>
          <p:nvPr/>
        </p:nvCxnSpPr>
        <p:spPr bwMode="gray">
          <a:xfrm flipV="1">
            <a:off x="845402" y="3644206"/>
            <a:ext cx="828993" cy="637785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978757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9" grpId="0"/>
      <p:bldP spid="10" grpId="0"/>
      <p:bldP spid="11" grpId="0"/>
      <p:bldP spid="16" grpId="0"/>
      <p:bldP spid="18" grpId="0"/>
      <p:bldP spid="20" grpId="0"/>
      <p:bldP spid="21" grpId="0"/>
      <p:bldP spid="22" grpId="0"/>
      <p:bldP spid="23" grpId="0"/>
      <p:bldP spid="24" grpId="0" animBg="1"/>
      <p:bldP spid="25" grpId="0"/>
      <p:bldP spid="31" grpId="0" animBg="1"/>
      <p:bldP spid="17" grpId="0" animBg="1"/>
      <p:bldP spid="19" grpId="0"/>
      <p:bldP spid="27" grpId="0"/>
      <p:bldP spid="28" grpId="0" animBg="1"/>
      <p:bldP spid="29" grpId="0"/>
      <p:bldP spid="43" grpId="0" animBg="1"/>
      <p:bldP spid="46" grpId="0" animBg="1"/>
      <p:bldP spid="47" grpId="0"/>
      <p:bldP spid="56" grpId="0" animBg="1"/>
      <p:bldP spid="6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B8EE47F0-D327-9750-DFF6-96CD34B05110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80486232-1708-22B9-B7C2-918E13DBD6D2}"/>
              </a:ext>
            </a:extLst>
          </p:cNvPr>
          <p:cNvGrpSpPr/>
          <p:nvPr/>
        </p:nvGrpSpPr>
        <p:grpSpPr>
          <a:xfrm>
            <a:off x="8323628" y="2539810"/>
            <a:ext cx="349271" cy="2210767"/>
            <a:chOff x="8323628" y="2539810"/>
            <a:chExt cx="349271" cy="2210767"/>
          </a:xfrm>
        </p:grpSpPr>
        <p:pic>
          <p:nvPicPr>
            <p:cNvPr id="391" name="Picture 390">
              <a:extLst>
                <a:ext uri="{FF2B5EF4-FFF2-40B4-BE49-F238E27FC236}">
                  <a16:creationId xmlns:a16="http://schemas.microsoft.com/office/drawing/2014/main" id="{533FF89D-F357-97D1-BD7A-76BE84E66C6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323628" y="2539810"/>
              <a:ext cx="118258" cy="2210767"/>
            </a:xfrm>
            <a:custGeom>
              <a:avLst/>
              <a:gdLst>
                <a:gd name="csX0" fmla="*/ 2161 w 118258"/>
                <a:gd name="csY0" fmla="*/ 47 h 2210767"/>
                <a:gd name="csX1" fmla="*/ 120419 w 118258"/>
                <a:gd name="csY1" fmla="*/ 47 h 2210767"/>
                <a:gd name="csX2" fmla="*/ 120419 w 118258"/>
                <a:gd name="csY2" fmla="*/ 2210814 h 2210767"/>
                <a:gd name="csX3" fmla="*/ 2161 w 118258"/>
                <a:gd name="csY3" fmla="*/ 2210814 h 221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258" h="2210767">
                  <a:moveTo>
                    <a:pt x="2161" y="47"/>
                  </a:moveTo>
                  <a:lnTo>
                    <a:pt x="120419" y="47"/>
                  </a:lnTo>
                  <a:lnTo>
                    <a:pt x="120419" y="2210814"/>
                  </a:lnTo>
                  <a:lnTo>
                    <a:pt x="2161" y="2210814"/>
                  </a:lnTo>
                  <a:close/>
                </a:path>
              </a:pathLst>
            </a:custGeom>
          </p:spPr>
        </p:pic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75405019-0570-DFC0-C0F2-A3046E2B5200}"/>
                </a:ext>
              </a:extLst>
            </p:cNvPr>
            <p:cNvSpPr/>
            <p:nvPr/>
          </p:nvSpPr>
          <p:spPr>
            <a:xfrm>
              <a:off x="8500620" y="4463949"/>
              <a:ext cx="58849" cy="88348"/>
            </a:xfrm>
            <a:custGeom>
              <a:avLst/>
              <a:gdLst>
                <a:gd name="csX0" fmla="*/ 29417 w 58849"/>
                <a:gd name="csY0" fmla="*/ 9132 h 88348"/>
                <a:gd name="csX1" fmla="*/ 16014 w 58849"/>
                <a:gd name="csY1" fmla="*/ 17919 h 88348"/>
                <a:gd name="csX2" fmla="*/ 11563 w 58849"/>
                <a:gd name="csY2" fmla="*/ 44199 h 88348"/>
                <a:gd name="csX3" fmla="*/ 16014 w 58849"/>
                <a:gd name="csY3" fmla="*/ 70495 h 88348"/>
                <a:gd name="csX4" fmla="*/ 29417 w 58849"/>
                <a:gd name="csY4" fmla="*/ 79216 h 88348"/>
                <a:gd name="csX5" fmla="*/ 42819 w 58849"/>
                <a:gd name="csY5" fmla="*/ 70495 h 88348"/>
                <a:gd name="csX6" fmla="*/ 47336 w 58849"/>
                <a:gd name="csY6" fmla="*/ 44199 h 88348"/>
                <a:gd name="csX7" fmla="*/ 42819 w 58849"/>
                <a:gd name="csY7" fmla="*/ 17919 h 88348"/>
                <a:gd name="csX8" fmla="*/ 29417 w 58849"/>
                <a:gd name="csY8" fmla="*/ 9132 h 88348"/>
                <a:gd name="csX9" fmla="*/ 29417 w 58849"/>
                <a:gd name="csY9" fmla="*/ 0 h 88348"/>
                <a:gd name="csX10" fmla="*/ 51262 w 58849"/>
                <a:gd name="csY10" fmla="*/ 11350 h 88348"/>
                <a:gd name="csX11" fmla="*/ 58850 w 58849"/>
                <a:gd name="csY11" fmla="*/ 44199 h 88348"/>
                <a:gd name="csX12" fmla="*/ 51262 w 58849"/>
                <a:gd name="csY12" fmla="*/ 77048 h 88348"/>
                <a:gd name="csX13" fmla="*/ 29417 w 58849"/>
                <a:gd name="csY13" fmla="*/ 88349 h 88348"/>
                <a:gd name="csX14" fmla="*/ 7523 w 58849"/>
                <a:gd name="csY14" fmla="*/ 77048 h 88348"/>
                <a:gd name="csX15" fmla="*/ 0 w 58849"/>
                <a:gd name="csY15" fmla="*/ 44199 h 88348"/>
                <a:gd name="csX16" fmla="*/ 7523 w 58849"/>
                <a:gd name="csY16" fmla="*/ 11350 h 88348"/>
                <a:gd name="csX17" fmla="*/ 29417 w 58849"/>
                <a:gd name="csY17" fmla="*/ 0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48">
                  <a:moveTo>
                    <a:pt x="29417" y="9132"/>
                  </a:moveTo>
                  <a:cubicBezTo>
                    <a:pt x="23493" y="9132"/>
                    <a:pt x="19025" y="12061"/>
                    <a:pt x="16014" y="17919"/>
                  </a:cubicBezTo>
                  <a:cubicBezTo>
                    <a:pt x="13047" y="23734"/>
                    <a:pt x="11563" y="32494"/>
                    <a:pt x="11563" y="44199"/>
                  </a:cubicBezTo>
                  <a:cubicBezTo>
                    <a:pt x="11563" y="55872"/>
                    <a:pt x="13047" y="64637"/>
                    <a:pt x="16014" y="70495"/>
                  </a:cubicBezTo>
                  <a:cubicBezTo>
                    <a:pt x="19025" y="76309"/>
                    <a:pt x="23493" y="79216"/>
                    <a:pt x="29417" y="79216"/>
                  </a:cubicBezTo>
                  <a:cubicBezTo>
                    <a:pt x="35384" y="79216"/>
                    <a:pt x="39852" y="76309"/>
                    <a:pt x="42819" y="70495"/>
                  </a:cubicBezTo>
                  <a:cubicBezTo>
                    <a:pt x="45830" y="64637"/>
                    <a:pt x="47336" y="55872"/>
                    <a:pt x="47336" y="44199"/>
                  </a:cubicBezTo>
                  <a:cubicBezTo>
                    <a:pt x="47336" y="32494"/>
                    <a:pt x="45830" y="23734"/>
                    <a:pt x="42819" y="17919"/>
                  </a:cubicBezTo>
                  <a:cubicBezTo>
                    <a:pt x="39852" y="12061"/>
                    <a:pt x="35384" y="9132"/>
                    <a:pt x="29417" y="9132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50"/>
                  </a:cubicBezTo>
                  <a:cubicBezTo>
                    <a:pt x="56320" y="18883"/>
                    <a:pt x="58850" y="29833"/>
                    <a:pt x="58850" y="44199"/>
                  </a:cubicBezTo>
                  <a:cubicBezTo>
                    <a:pt x="58850" y="58532"/>
                    <a:pt x="56320" y="69482"/>
                    <a:pt x="51262" y="77048"/>
                  </a:cubicBezTo>
                  <a:cubicBezTo>
                    <a:pt x="46247" y="84582"/>
                    <a:pt x="38965" y="88349"/>
                    <a:pt x="29417" y="88349"/>
                  </a:cubicBezTo>
                  <a:cubicBezTo>
                    <a:pt x="19879" y="88349"/>
                    <a:pt x="12581" y="84582"/>
                    <a:pt x="7523" y="77048"/>
                  </a:cubicBezTo>
                  <a:cubicBezTo>
                    <a:pt x="2507" y="69482"/>
                    <a:pt x="0" y="58532"/>
                    <a:pt x="0" y="44199"/>
                  </a:cubicBezTo>
                  <a:cubicBezTo>
                    <a:pt x="0" y="29833"/>
                    <a:pt x="2507" y="18883"/>
                    <a:pt x="7523" y="11350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24136A6E-08F4-9B9A-3D34-76A813F6D241}"/>
                </a:ext>
              </a:extLst>
            </p:cNvPr>
            <p:cNvSpPr/>
            <p:nvPr/>
          </p:nvSpPr>
          <p:spPr>
            <a:xfrm>
              <a:off x="8579722" y="4536152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401">
              <a:extLst>
                <a:ext uri="{FF2B5EF4-FFF2-40B4-BE49-F238E27FC236}">
                  <a16:creationId xmlns:a16="http://schemas.microsoft.com/office/drawing/2014/main" id="{189EBD98-A0C2-A2B1-896A-47194138CED5}"/>
                </a:ext>
              </a:extLst>
            </p:cNvPr>
            <p:cNvSpPr/>
            <p:nvPr/>
          </p:nvSpPr>
          <p:spPr>
            <a:xfrm>
              <a:off x="8613360" y="4465493"/>
              <a:ext cx="55088" cy="86804"/>
            </a:xfrm>
            <a:custGeom>
              <a:avLst/>
              <a:gdLst>
                <a:gd name="csX0" fmla="*/ 3597 w 55088"/>
                <a:gd name="csY0" fmla="*/ 0 h 86804"/>
                <a:gd name="csX1" fmla="*/ 48815 w 55088"/>
                <a:gd name="csY1" fmla="*/ 0 h 86804"/>
                <a:gd name="csX2" fmla="*/ 48815 w 55088"/>
                <a:gd name="csY2" fmla="*/ 9707 h 86804"/>
                <a:gd name="csX3" fmla="*/ 14142 w 55088"/>
                <a:gd name="csY3" fmla="*/ 9707 h 86804"/>
                <a:gd name="csX4" fmla="*/ 14142 w 55088"/>
                <a:gd name="csY4" fmla="*/ 30566 h 86804"/>
                <a:gd name="csX5" fmla="*/ 19168 w 55088"/>
                <a:gd name="csY5" fmla="*/ 29318 h 86804"/>
                <a:gd name="csX6" fmla="*/ 24178 w 55088"/>
                <a:gd name="csY6" fmla="*/ 28858 h 86804"/>
                <a:gd name="csX7" fmla="*/ 46762 w 55088"/>
                <a:gd name="csY7" fmla="*/ 36676 h 86804"/>
                <a:gd name="csX8" fmla="*/ 55089 w 55088"/>
                <a:gd name="csY8" fmla="*/ 57831 h 86804"/>
                <a:gd name="csX9" fmla="*/ 46531 w 55088"/>
                <a:gd name="csY9" fmla="*/ 79216 h 86804"/>
                <a:gd name="csX10" fmla="*/ 22420 w 55088"/>
                <a:gd name="csY10" fmla="*/ 86805 h 86804"/>
                <a:gd name="csX11" fmla="*/ 11464 w 55088"/>
                <a:gd name="csY11" fmla="*/ 85885 h 86804"/>
                <a:gd name="csX12" fmla="*/ 0 w 55088"/>
                <a:gd name="csY12" fmla="*/ 83158 h 86804"/>
                <a:gd name="csX13" fmla="*/ 0 w 55088"/>
                <a:gd name="csY13" fmla="*/ 71579 h 86804"/>
                <a:gd name="csX14" fmla="*/ 10611 w 55088"/>
                <a:gd name="csY14" fmla="*/ 75734 h 86804"/>
                <a:gd name="csX15" fmla="*/ 22190 w 55088"/>
                <a:gd name="csY15" fmla="*/ 77114 h 86804"/>
                <a:gd name="csX16" fmla="*/ 37810 w 55088"/>
                <a:gd name="csY16" fmla="*/ 71924 h 86804"/>
                <a:gd name="csX17" fmla="*/ 43575 w 55088"/>
                <a:gd name="csY17" fmla="*/ 57831 h 86804"/>
                <a:gd name="csX18" fmla="*/ 37810 w 55088"/>
                <a:gd name="csY18" fmla="*/ 43739 h 86804"/>
                <a:gd name="csX19" fmla="*/ 22190 w 55088"/>
                <a:gd name="csY19" fmla="*/ 38549 h 86804"/>
                <a:gd name="csX20" fmla="*/ 12943 w 55088"/>
                <a:gd name="csY20" fmla="*/ 39584 h 86804"/>
                <a:gd name="csX21" fmla="*/ 3597 w 55088"/>
                <a:gd name="csY21" fmla="*/ 42770 h 86804"/>
                <a:gd name="csX22" fmla="*/ 3597 w 55088"/>
                <a:gd name="csY22" fmla="*/ 0 h 86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804">
                  <a:moveTo>
                    <a:pt x="3597" y="0"/>
                  </a:moveTo>
                  <a:lnTo>
                    <a:pt x="48815" y="0"/>
                  </a:lnTo>
                  <a:lnTo>
                    <a:pt x="48815" y="9707"/>
                  </a:lnTo>
                  <a:lnTo>
                    <a:pt x="14142" y="9707"/>
                  </a:lnTo>
                  <a:lnTo>
                    <a:pt x="14142" y="30566"/>
                  </a:lnTo>
                  <a:cubicBezTo>
                    <a:pt x="15817" y="29997"/>
                    <a:pt x="17493" y="29581"/>
                    <a:pt x="19168" y="29318"/>
                  </a:cubicBezTo>
                  <a:cubicBezTo>
                    <a:pt x="20843" y="29012"/>
                    <a:pt x="22513" y="28858"/>
                    <a:pt x="24178" y="28858"/>
                  </a:cubicBezTo>
                  <a:cubicBezTo>
                    <a:pt x="33682" y="28858"/>
                    <a:pt x="41210" y="31464"/>
                    <a:pt x="46762" y="36676"/>
                  </a:cubicBezTo>
                  <a:cubicBezTo>
                    <a:pt x="52313" y="41888"/>
                    <a:pt x="55089" y="48940"/>
                    <a:pt x="55089" y="57831"/>
                  </a:cubicBezTo>
                  <a:cubicBezTo>
                    <a:pt x="55089" y="66996"/>
                    <a:pt x="52236" y="74125"/>
                    <a:pt x="46531" y="79216"/>
                  </a:cubicBezTo>
                  <a:cubicBezTo>
                    <a:pt x="40838" y="84275"/>
                    <a:pt x="32801" y="86805"/>
                    <a:pt x="22420" y="86805"/>
                  </a:cubicBezTo>
                  <a:cubicBezTo>
                    <a:pt x="18840" y="86805"/>
                    <a:pt x="15188" y="86498"/>
                    <a:pt x="11464" y="85885"/>
                  </a:cubicBezTo>
                  <a:cubicBezTo>
                    <a:pt x="7774" y="85282"/>
                    <a:pt x="3953" y="84374"/>
                    <a:pt x="0" y="83158"/>
                  </a:cubicBezTo>
                  <a:lnTo>
                    <a:pt x="0" y="71579"/>
                  </a:lnTo>
                  <a:cubicBezTo>
                    <a:pt x="3427" y="73440"/>
                    <a:pt x="6964" y="74826"/>
                    <a:pt x="10611" y="75734"/>
                  </a:cubicBezTo>
                  <a:cubicBezTo>
                    <a:pt x="14257" y="76654"/>
                    <a:pt x="18117" y="77114"/>
                    <a:pt x="22190" y="77114"/>
                  </a:cubicBezTo>
                  <a:cubicBezTo>
                    <a:pt x="28771" y="77114"/>
                    <a:pt x="33977" y="75384"/>
                    <a:pt x="37810" y="71924"/>
                  </a:cubicBezTo>
                  <a:cubicBezTo>
                    <a:pt x="41653" y="68464"/>
                    <a:pt x="43575" y="63766"/>
                    <a:pt x="43575" y="57831"/>
                  </a:cubicBezTo>
                  <a:cubicBezTo>
                    <a:pt x="43575" y="51896"/>
                    <a:pt x="41653" y="47199"/>
                    <a:pt x="37810" y="43739"/>
                  </a:cubicBezTo>
                  <a:cubicBezTo>
                    <a:pt x="33977" y="40279"/>
                    <a:pt x="28771" y="38549"/>
                    <a:pt x="22190" y="38549"/>
                  </a:cubicBezTo>
                  <a:cubicBezTo>
                    <a:pt x="19113" y="38549"/>
                    <a:pt x="16031" y="38894"/>
                    <a:pt x="12943" y="39584"/>
                  </a:cubicBezTo>
                  <a:cubicBezTo>
                    <a:pt x="9910" y="40262"/>
                    <a:pt x="6794" y="41324"/>
                    <a:pt x="3597" y="42770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402">
              <a:extLst>
                <a:ext uri="{FF2B5EF4-FFF2-40B4-BE49-F238E27FC236}">
                  <a16:creationId xmlns:a16="http://schemas.microsoft.com/office/drawing/2014/main" id="{82BA652D-F8F4-6D46-FD20-F68CCCA10592}"/>
                </a:ext>
              </a:extLst>
            </p:cNvPr>
            <p:cNvSpPr/>
            <p:nvPr/>
          </p:nvSpPr>
          <p:spPr>
            <a:xfrm>
              <a:off x="8441491" y="4517017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627511DA-3CEE-CF0E-B19A-70881E4FAF49}"/>
                </a:ext>
              </a:extLst>
            </p:cNvPr>
            <p:cNvSpPr/>
            <p:nvPr/>
          </p:nvSpPr>
          <p:spPr>
            <a:xfrm>
              <a:off x="8500620" y="4232032"/>
              <a:ext cx="50686" cy="85145"/>
            </a:xfrm>
            <a:custGeom>
              <a:avLst/>
              <a:gdLst>
                <a:gd name="csX0" fmla="*/ 1642 w 50686"/>
                <a:gd name="csY0" fmla="*/ 75455 h 85145"/>
                <a:gd name="csX1" fmla="*/ 20465 w 50686"/>
                <a:gd name="csY1" fmla="*/ 75455 h 85145"/>
                <a:gd name="csX2" fmla="*/ 20465 w 50686"/>
                <a:gd name="csY2" fmla="*/ 10495 h 85145"/>
                <a:gd name="csX3" fmla="*/ 0 w 50686"/>
                <a:gd name="csY3" fmla="*/ 14602 h 85145"/>
                <a:gd name="csX4" fmla="*/ 0 w 50686"/>
                <a:gd name="csY4" fmla="*/ 4106 h 85145"/>
                <a:gd name="csX5" fmla="*/ 20350 w 50686"/>
                <a:gd name="csY5" fmla="*/ 0 h 85145"/>
                <a:gd name="csX6" fmla="*/ 31880 w 50686"/>
                <a:gd name="csY6" fmla="*/ 0 h 85145"/>
                <a:gd name="csX7" fmla="*/ 31880 w 50686"/>
                <a:gd name="csY7" fmla="*/ 75455 h 85145"/>
                <a:gd name="csX8" fmla="*/ 50687 w 50686"/>
                <a:gd name="csY8" fmla="*/ 75455 h 85145"/>
                <a:gd name="csX9" fmla="*/ 50687 w 50686"/>
                <a:gd name="csY9" fmla="*/ 85146 h 85145"/>
                <a:gd name="csX10" fmla="*/ 1642 w 50686"/>
                <a:gd name="csY10" fmla="*/ 85146 h 85145"/>
                <a:gd name="csX11" fmla="*/ 1642 w 50686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86" h="85145">
                  <a:moveTo>
                    <a:pt x="1642" y="75455"/>
                  </a:moveTo>
                  <a:lnTo>
                    <a:pt x="20465" y="75455"/>
                  </a:lnTo>
                  <a:lnTo>
                    <a:pt x="20465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5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687" y="75455"/>
                  </a:lnTo>
                  <a:lnTo>
                    <a:pt x="50687" y="85146"/>
                  </a:lnTo>
                  <a:lnTo>
                    <a:pt x="1642" y="85146"/>
                  </a:lnTo>
                  <a:lnTo>
                    <a:pt x="1642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404">
              <a:extLst>
                <a:ext uri="{FF2B5EF4-FFF2-40B4-BE49-F238E27FC236}">
                  <a16:creationId xmlns:a16="http://schemas.microsoft.com/office/drawing/2014/main" id="{B222B264-7C76-B6AA-B8D8-709A45D05DF2}"/>
                </a:ext>
              </a:extLst>
            </p:cNvPr>
            <p:cNvSpPr/>
            <p:nvPr/>
          </p:nvSpPr>
          <p:spPr>
            <a:xfrm>
              <a:off x="8574581" y="4302691"/>
              <a:ext cx="12039" cy="14486"/>
            </a:xfrm>
            <a:custGeom>
              <a:avLst/>
              <a:gdLst>
                <a:gd name="csX0" fmla="*/ 0 w 12039"/>
                <a:gd name="csY0" fmla="*/ 0 h 14486"/>
                <a:gd name="csX1" fmla="*/ 12039 w 12039"/>
                <a:gd name="csY1" fmla="*/ 0 h 14486"/>
                <a:gd name="csX2" fmla="*/ 12039 w 12039"/>
                <a:gd name="csY2" fmla="*/ 14487 h 14486"/>
                <a:gd name="csX3" fmla="*/ 0 w 12039"/>
                <a:gd name="csY3" fmla="*/ 14487 h 14486"/>
                <a:gd name="csX4" fmla="*/ 0 w 12039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6">
                  <a:moveTo>
                    <a:pt x="0" y="0"/>
                  </a:moveTo>
                  <a:lnTo>
                    <a:pt x="12039" y="0"/>
                  </a:lnTo>
                  <a:lnTo>
                    <a:pt x="12039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405">
              <a:extLst>
                <a:ext uri="{FF2B5EF4-FFF2-40B4-BE49-F238E27FC236}">
                  <a16:creationId xmlns:a16="http://schemas.microsoft.com/office/drawing/2014/main" id="{AA091A3E-7DC2-83AC-2A0A-2F850A29FA9A}"/>
                </a:ext>
              </a:extLst>
            </p:cNvPr>
            <p:cNvSpPr/>
            <p:nvPr/>
          </p:nvSpPr>
          <p:spPr>
            <a:xfrm>
              <a:off x="8606921" y="4230488"/>
              <a:ext cx="58849" cy="88348"/>
            </a:xfrm>
            <a:custGeom>
              <a:avLst/>
              <a:gdLst>
                <a:gd name="csX0" fmla="*/ 29417 w 58849"/>
                <a:gd name="csY0" fmla="*/ 9132 h 88348"/>
                <a:gd name="csX1" fmla="*/ 16014 w 58849"/>
                <a:gd name="csY1" fmla="*/ 17903 h 88348"/>
                <a:gd name="csX2" fmla="*/ 11580 w 58849"/>
                <a:gd name="csY2" fmla="*/ 44199 h 88348"/>
                <a:gd name="csX3" fmla="*/ 16014 w 58849"/>
                <a:gd name="csY3" fmla="*/ 70495 h 88348"/>
                <a:gd name="csX4" fmla="*/ 29417 w 58849"/>
                <a:gd name="csY4" fmla="*/ 79216 h 88348"/>
                <a:gd name="csX5" fmla="*/ 42819 w 58849"/>
                <a:gd name="csY5" fmla="*/ 70495 h 88348"/>
                <a:gd name="csX6" fmla="*/ 47336 w 58849"/>
                <a:gd name="csY6" fmla="*/ 44199 h 88348"/>
                <a:gd name="csX7" fmla="*/ 42819 w 58849"/>
                <a:gd name="csY7" fmla="*/ 17903 h 88348"/>
                <a:gd name="csX8" fmla="*/ 29417 w 58849"/>
                <a:gd name="csY8" fmla="*/ 9132 h 88348"/>
                <a:gd name="csX9" fmla="*/ 29417 w 58849"/>
                <a:gd name="csY9" fmla="*/ 0 h 88348"/>
                <a:gd name="csX10" fmla="*/ 51262 w 58849"/>
                <a:gd name="csY10" fmla="*/ 11350 h 88348"/>
                <a:gd name="csX11" fmla="*/ 58850 w 58849"/>
                <a:gd name="csY11" fmla="*/ 44199 h 88348"/>
                <a:gd name="csX12" fmla="*/ 51262 w 58849"/>
                <a:gd name="csY12" fmla="*/ 77048 h 88348"/>
                <a:gd name="csX13" fmla="*/ 29417 w 58849"/>
                <a:gd name="csY13" fmla="*/ 88349 h 88348"/>
                <a:gd name="csX14" fmla="*/ 7523 w 58849"/>
                <a:gd name="csY14" fmla="*/ 77048 h 88348"/>
                <a:gd name="csX15" fmla="*/ 0 w 58849"/>
                <a:gd name="csY15" fmla="*/ 44199 h 88348"/>
                <a:gd name="csX16" fmla="*/ 7523 w 58849"/>
                <a:gd name="csY16" fmla="*/ 11350 h 88348"/>
                <a:gd name="csX17" fmla="*/ 29417 w 58849"/>
                <a:gd name="csY17" fmla="*/ 0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48">
                  <a:moveTo>
                    <a:pt x="29417" y="9132"/>
                  </a:moveTo>
                  <a:cubicBezTo>
                    <a:pt x="23493" y="9132"/>
                    <a:pt x="19025" y="12056"/>
                    <a:pt x="16014" y="17903"/>
                  </a:cubicBezTo>
                  <a:cubicBezTo>
                    <a:pt x="13058" y="23728"/>
                    <a:pt x="11580" y="32494"/>
                    <a:pt x="11580" y="44199"/>
                  </a:cubicBezTo>
                  <a:cubicBezTo>
                    <a:pt x="11580" y="55872"/>
                    <a:pt x="13058" y="64637"/>
                    <a:pt x="16014" y="70495"/>
                  </a:cubicBezTo>
                  <a:cubicBezTo>
                    <a:pt x="19025" y="76309"/>
                    <a:pt x="23493" y="79216"/>
                    <a:pt x="29417" y="79216"/>
                  </a:cubicBezTo>
                  <a:cubicBezTo>
                    <a:pt x="35395" y="79216"/>
                    <a:pt x="39863" y="76309"/>
                    <a:pt x="42819" y="70495"/>
                  </a:cubicBezTo>
                  <a:cubicBezTo>
                    <a:pt x="45830" y="64637"/>
                    <a:pt x="47336" y="55872"/>
                    <a:pt x="47336" y="44199"/>
                  </a:cubicBezTo>
                  <a:cubicBezTo>
                    <a:pt x="47336" y="32494"/>
                    <a:pt x="45830" y="23728"/>
                    <a:pt x="42819" y="17903"/>
                  </a:cubicBezTo>
                  <a:cubicBezTo>
                    <a:pt x="39863" y="12056"/>
                    <a:pt x="35395" y="9132"/>
                    <a:pt x="29417" y="9132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50"/>
                  </a:cubicBezTo>
                  <a:cubicBezTo>
                    <a:pt x="56320" y="18883"/>
                    <a:pt x="58850" y="29833"/>
                    <a:pt x="58850" y="44199"/>
                  </a:cubicBezTo>
                  <a:cubicBezTo>
                    <a:pt x="58850" y="58532"/>
                    <a:pt x="56320" y="69482"/>
                    <a:pt x="51262" y="77048"/>
                  </a:cubicBezTo>
                  <a:cubicBezTo>
                    <a:pt x="46247" y="84582"/>
                    <a:pt x="38965" y="88349"/>
                    <a:pt x="29417" y="88349"/>
                  </a:cubicBezTo>
                  <a:cubicBezTo>
                    <a:pt x="19879" y="88349"/>
                    <a:pt x="12581" y="84582"/>
                    <a:pt x="7523" y="77048"/>
                  </a:cubicBezTo>
                  <a:cubicBezTo>
                    <a:pt x="2507" y="69482"/>
                    <a:pt x="0" y="58532"/>
                    <a:pt x="0" y="44199"/>
                  </a:cubicBezTo>
                  <a:cubicBezTo>
                    <a:pt x="0" y="29833"/>
                    <a:pt x="2507" y="18883"/>
                    <a:pt x="7523" y="11350"/>
                  </a:cubicBezTo>
                  <a:cubicBezTo>
                    <a:pt x="12582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118E028A-1275-AFF0-5F19-88CE63BD339C}"/>
                </a:ext>
              </a:extLst>
            </p:cNvPr>
            <p:cNvSpPr/>
            <p:nvPr/>
          </p:nvSpPr>
          <p:spPr>
            <a:xfrm>
              <a:off x="8441491" y="4283540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0461206F-C13D-3AC4-1B3D-BD28A7A07EB0}"/>
                </a:ext>
              </a:extLst>
            </p:cNvPr>
            <p:cNvSpPr/>
            <p:nvPr/>
          </p:nvSpPr>
          <p:spPr>
            <a:xfrm>
              <a:off x="8500620" y="3998561"/>
              <a:ext cx="50686" cy="85145"/>
            </a:xfrm>
            <a:custGeom>
              <a:avLst/>
              <a:gdLst>
                <a:gd name="csX0" fmla="*/ 1642 w 50686"/>
                <a:gd name="csY0" fmla="*/ 75450 h 85145"/>
                <a:gd name="csX1" fmla="*/ 20465 w 50686"/>
                <a:gd name="csY1" fmla="*/ 75450 h 85145"/>
                <a:gd name="csX2" fmla="*/ 20465 w 50686"/>
                <a:gd name="csY2" fmla="*/ 10494 h 85145"/>
                <a:gd name="csX3" fmla="*/ 0 w 50686"/>
                <a:gd name="csY3" fmla="*/ 14600 h 85145"/>
                <a:gd name="csX4" fmla="*/ 0 w 50686"/>
                <a:gd name="csY4" fmla="*/ 4106 h 85145"/>
                <a:gd name="csX5" fmla="*/ 20350 w 50686"/>
                <a:gd name="csY5" fmla="*/ 0 h 85145"/>
                <a:gd name="csX6" fmla="*/ 31880 w 50686"/>
                <a:gd name="csY6" fmla="*/ 0 h 85145"/>
                <a:gd name="csX7" fmla="*/ 31880 w 50686"/>
                <a:gd name="csY7" fmla="*/ 75450 h 85145"/>
                <a:gd name="csX8" fmla="*/ 50687 w 50686"/>
                <a:gd name="csY8" fmla="*/ 75450 h 85145"/>
                <a:gd name="csX9" fmla="*/ 50687 w 50686"/>
                <a:gd name="csY9" fmla="*/ 85146 h 85145"/>
                <a:gd name="csX10" fmla="*/ 1642 w 50686"/>
                <a:gd name="csY10" fmla="*/ 85146 h 85145"/>
                <a:gd name="csX11" fmla="*/ 1642 w 50686"/>
                <a:gd name="csY11" fmla="*/ 7545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86" h="85145">
                  <a:moveTo>
                    <a:pt x="1642" y="75450"/>
                  </a:moveTo>
                  <a:lnTo>
                    <a:pt x="20465" y="75450"/>
                  </a:lnTo>
                  <a:lnTo>
                    <a:pt x="20465" y="10494"/>
                  </a:lnTo>
                  <a:lnTo>
                    <a:pt x="0" y="14600"/>
                  </a:lnTo>
                  <a:lnTo>
                    <a:pt x="0" y="4106"/>
                  </a:lnTo>
                  <a:lnTo>
                    <a:pt x="20350" y="0"/>
                  </a:lnTo>
                  <a:lnTo>
                    <a:pt x="31880" y="0"/>
                  </a:lnTo>
                  <a:lnTo>
                    <a:pt x="31880" y="75450"/>
                  </a:lnTo>
                  <a:lnTo>
                    <a:pt x="50687" y="75450"/>
                  </a:lnTo>
                  <a:lnTo>
                    <a:pt x="50687" y="85146"/>
                  </a:lnTo>
                  <a:lnTo>
                    <a:pt x="1642" y="85146"/>
                  </a:lnTo>
                  <a:lnTo>
                    <a:pt x="1642" y="7545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18C23846-7105-79FA-0C9F-D6AA803AE14F}"/>
                </a:ext>
              </a:extLst>
            </p:cNvPr>
            <p:cNvSpPr/>
            <p:nvPr/>
          </p:nvSpPr>
          <p:spPr>
            <a:xfrm>
              <a:off x="8574581" y="4069220"/>
              <a:ext cx="12039" cy="14486"/>
            </a:xfrm>
            <a:custGeom>
              <a:avLst/>
              <a:gdLst>
                <a:gd name="csX0" fmla="*/ 0 w 12039"/>
                <a:gd name="csY0" fmla="*/ 0 h 14486"/>
                <a:gd name="csX1" fmla="*/ 12039 w 12039"/>
                <a:gd name="csY1" fmla="*/ 0 h 14486"/>
                <a:gd name="csX2" fmla="*/ 12039 w 12039"/>
                <a:gd name="csY2" fmla="*/ 14487 h 14486"/>
                <a:gd name="csX3" fmla="*/ 0 w 12039"/>
                <a:gd name="csY3" fmla="*/ 14487 h 14486"/>
                <a:gd name="csX4" fmla="*/ 0 w 12039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6">
                  <a:moveTo>
                    <a:pt x="0" y="0"/>
                  </a:moveTo>
                  <a:lnTo>
                    <a:pt x="12039" y="0"/>
                  </a:lnTo>
                  <a:lnTo>
                    <a:pt x="12039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BFE1475A-1CE3-7505-4D4A-859AF5315F9F}"/>
                </a:ext>
              </a:extLst>
            </p:cNvPr>
            <p:cNvSpPr/>
            <p:nvPr/>
          </p:nvSpPr>
          <p:spPr>
            <a:xfrm>
              <a:off x="8608235" y="3998561"/>
              <a:ext cx="55088" cy="86799"/>
            </a:xfrm>
            <a:custGeom>
              <a:avLst/>
              <a:gdLst>
                <a:gd name="csX0" fmla="*/ 3580 w 55088"/>
                <a:gd name="csY0" fmla="*/ 0 h 86799"/>
                <a:gd name="csX1" fmla="*/ 48814 w 55088"/>
                <a:gd name="csY1" fmla="*/ 0 h 86799"/>
                <a:gd name="csX2" fmla="*/ 48814 w 55088"/>
                <a:gd name="csY2" fmla="*/ 9696 h 86799"/>
                <a:gd name="csX3" fmla="*/ 14141 w 55088"/>
                <a:gd name="csY3" fmla="*/ 9696 h 86799"/>
                <a:gd name="csX4" fmla="*/ 14141 w 55088"/>
                <a:gd name="csY4" fmla="*/ 30568 h 86799"/>
                <a:gd name="csX5" fmla="*/ 19151 w 55088"/>
                <a:gd name="csY5" fmla="*/ 29313 h 86799"/>
                <a:gd name="csX6" fmla="*/ 24177 w 55088"/>
                <a:gd name="csY6" fmla="*/ 28857 h 86799"/>
                <a:gd name="csX7" fmla="*/ 46761 w 55088"/>
                <a:gd name="csY7" fmla="*/ 36670 h 86799"/>
                <a:gd name="csX8" fmla="*/ 55089 w 55088"/>
                <a:gd name="csY8" fmla="*/ 57828 h 86799"/>
                <a:gd name="csX9" fmla="*/ 46531 w 55088"/>
                <a:gd name="csY9" fmla="*/ 79215 h 86799"/>
                <a:gd name="csX10" fmla="*/ 22403 w 55088"/>
                <a:gd name="csY10" fmla="*/ 86800 h 86799"/>
                <a:gd name="csX11" fmla="*/ 11464 w 55088"/>
                <a:gd name="csY11" fmla="*/ 85887 h 86799"/>
                <a:gd name="csX12" fmla="*/ 0 w 55088"/>
                <a:gd name="csY12" fmla="*/ 83150 h 86799"/>
                <a:gd name="csX13" fmla="*/ 0 w 55088"/>
                <a:gd name="csY13" fmla="*/ 71572 h 86799"/>
                <a:gd name="csX14" fmla="*/ 10594 w 55088"/>
                <a:gd name="csY14" fmla="*/ 75736 h 86799"/>
                <a:gd name="csX15" fmla="*/ 22173 w 55088"/>
                <a:gd name="csY15" fmla="*/ 77104 h 86799"/>
                <a:gd name="csX16" fmla="*/ 37810 w 55088"/>
                <a:gd name="csY16" fmla="*/ 71914 h 86799"/>
                <a:gd name="csX17" fmla="*/ 43558 w 55088"/>
                <a:gd name="csY17" fmla="*/ 57828 h 86799"/>
                <a:gd name="csX18" fmla="*/ 37810 w 55088"/>
                <a:gd name="csY18" fmla="*/ 43742 h 86799"/>
                <a:gd name="csX19" fmla="*/ 22173 w 55088"/>
                <a:gd name="csY19" fmla="*/ 38552 h 86799"/>
                <a:gd name="csX20" fmla="*/ 12942 w 55088"/>
                <a:gd name="csY20" fmla="*/ 39579 h 86799"/>
                <a:gd name="csX21" fmla="*/ 3580 w 55088"/>
                <a:gd name="csY21" fmla="*/ 42772 h 86799"/>
                <a:gd name="csX22" fmla="*/ 3580 w 55088"/>
                <a:gd name="csY22" fmla="*/ 0 h 8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799">
                  <a:moveTo>
                    <a:pt x="3580" y="0"/>
                  </a:moveTo>
                  <a:lnTo>
                    <a:pt x="48814" y="0"/>
                  </a:lnTo>
                  <a:lnTo>
                    <a:pt x="48814" y="9696"/>
                  </a:lnTo>
                  <a:lnTo>
                    <a:pt x="14141" y="9696"/>
                  </a:lnTo>
                  <a:lnTo>
                    <a:pt x="14141" y="30568"/>
                  </a:lnTo>
                  <a:cubicBezTo>
                    <a:pt x="15817" y="29998"/>
                    <a:pt x="17487" y="29579"/>
                    <a:pt x="19151" y="29313"/>
                  </a:cubicBezTo>
                  <a:cubicBezTo>
                    <a:pt x="20826" y="29009"/>
                    <a:pt x="22502" y="28857"/>
                    <a:pt x="24177" y="28857"/>
                  </a:cubicBezTo>
                  <a:cubicBezTo>
                    <a:pt x="33682" y="28857"/>
                    <a:pt x="41210" y="31461"/>
                    <a:pt x="46761" y="36670"/>
                  </a:cubicBezTo>
                  <a:cubicBezTo>
                    <a:pt x="52313" y="41879"/>
                    <a:pt x="55089" y="48932"/>
                    <a:pt x="55089" y="57828"/>
                  </a:cubicBezTo>
                  <a:cubicBezTo>
                    <a:pt x="55089" y="66991"/>
                    <a:pt x="52236" y="74120"/>
                    <a:pt x="46531" y="79215"/>
                  </a:cubicBezTo>
                  <a:cubicBezTo>
                    <a:pt x="40826" y="84271"/>
                    <a:pt x="32784" y="86800"/>
                    <a:pt x="22403" y="86800"/>
                  </a:cubicBezTo>
                  <a:cubicBezTo>
                    <a:pt x="18833" y="86800"/>
                    <a:pt x="15187" y="86495"/>
                    <a:pt x="11464" y="85887"/>
                  </a:cubicBezTo>
                  <a:cubicBezTo>
                    <a:pt x="7774" y="85279"/>
                    <a:pt x="3953" y="84367"/>
                    <a:pt x="0" y="83150"/>
                  </a:cubicBezTo>
                  <a:lnTo>
                    <a:pt x="0" y="71572"/>
                  </a:lnTo>
                  <a:cubicBezTo>
                    <a:pt x="3416" y="73435"/>
                    <a:pt x="6948" y="74823"/>
                    <a:pt x="10594" y="75736"/>
                  </a:cubicBezTo>
                  <a:cubicBezTo>
                    <a:pt x="14251" y="76648"/>
                    <a:pt x="18111" y="77104"/>
                    <a:pt x="22173" y="77104"/>
                  </a:cubicBezTo>
                  <a:cubicBezTo>
                    <a:pt x="28754" y="77104"/>
                    <a:pt x="33966" y="75374"/>
                    <a:pt x="37810" y="71914"/>
                  </a:cubicBezTo>
                  <a:cubicBezTo>
                    <a:pt x="41642" y="68455"/>
                    <a:pt x="43558" y="63760"/>
                    <a:pt x="43558" y="57828"/>
                  </a:cubicBezTo>
                  <a:cubicBezTo>
                    <a:pt x="43558" y="51897"/>
                    <a:pt x="41642" y="47201"/>
                    <a:pt x="37810" y="43742"/>
                  </a:cubicBezTo>
                  <a:cubicBezTo>
                    <a:pt x="33966" y="40282"/>
                    <a:pt x="28754" y="38552"/>
                    <a:pt x="22173" y="38552"/>
                  </a:cubicBezTo>
                  <a:cubicBezTo>
                    <a:pt x="19097" y="38552"/>
                    <a:pt x="16020" y="38894"/>
                    <a:pt x="12942" y="39579"/>
                  </a:cubicBezTo>
                  <a:cubicBezTo>
                    <a:pt x="9899" y="40263"/>
                    <a:pt x="6778" y="41327"/>
                    <a:pt x="3580" y="42772"/>
                  </a:cubicBezTo>
                  <a:lnTo>
                    <a:pt x="358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AEEE46AB-E98C-4E14-3C04-2239B7C0BC90}"/>
                </a:ext>
              </a:extLst>
            </p:cNvPr>
            <p:cNvSpPr/>
            <p:nvPr/>
          </p:nvSpPr>
          <p:spPr>
            <a:xfrm>
              <a:off x="8441491" y="4050074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2B0DB523-6915-9B3C-4DC2-3DD9AF3F99DA}"/>
                </a:ext>
              </a:extLst>
            </p:cNvPr>
            <p:cNvSpPr/>
            <p:nvPr/>
          </p:nvSpPr>
          <p:spPr>
            <a:xfrm>
              <a:off x="8500620" y="3763553"/>
              <a:ext cx="54053" cy="86686"/>
            </a:xfrm>
            <a:custGeom>
              <a:avLst/>
              <a:gdLst>
                <a:gd name="csX0" fmla="*/ 13846 w 54053"/>
                <a:gd name="csY0" fmla="*/ 76991 h 86686"/>
                <a:gd name="csX1" fmla="*/ 54054 w 54053"/>
                <a:gd name="csY1" fmla="*/ 76991 h 86686"/>
                <a:gd name="csX2" fmla="*/ 54054 w 54053"/>
                <a:gd name="csY2" fmla="*/ 86686 h 86686"/>
                <a:gd name="csX3" fmla="*/ 0 w 54053"/>
                <a:gd name="csY3" fmla="*/ 86686 h 86686"/>
                <a:gd name="csX4" fmla="*/ 0 w 54053"/>
                <a:gd name="csY4" fmla="*/ 76991 h 86686"/>
                <a:gd name="csX5" fmla="*/ 17837 w 54053"/>
                <a:gd name="csY5" fmla="*/ 58799 h 86686"/>
                <a:gd name="csX6" fmla="*/ 32094 w 54053"/>
                <a:gd name="csY6" fmla="*/ 44028 h 86686"/>
                <a:gd name="csX7" fmla="*/ 39797 w 54053"/>
                <a:gd name="csY7" fmla="*/ 33534 h 86686"/>
                <a:gd name="csX8" fmla="*/ 42031 w 54053"/>
                <a:gd name="csY8" fmla="*/ 25036 h 86686"/>
                <a:gd name="csX9" fmla="*/ 37235 w 54053"/>
                <a:gd name="csY9" fmla="*/ 13972 h 86686"/>
                <a:gd name="csX10" fmla="*/ 24850 w 54053"/>
                <a:gd name="csY10" fmla="*/ 9696 h 86686"/>
                <a:gd name="csX11" fmla="*/ 13402 w 54053"/>
                <a:gd name="csY11" fmla="*/ 11578 h 86686"/>
                <a:gd name="csX12" fmla="*/ 559 w 54053"/>
                <a:gd name="csY12" fmla="*/ 17280 h 86686"/>
                <a:gd name="csX13" fmla="*/ 559 w 54053"/>
                <a:gd name="csY13" fmla="*/ 5647 h 86686"/>
                <a:gd name="csX14" fmla="*/ 13567 w 54053"/>
                <a:gd name="csY14" fmla="*/ 1426 h 86686"/>
                <a:gd name="csX15" fmla="*/ 24637 w 54053"/>
                <a:gd name="csY15" fmla="*/ 0 h 86686"/>
                <a:gd name="csX16" fmla="*/ 45727 w 54053"/>
                <a:gd name="csY16" fmla="*/ 6616 h 86686"/>
                <a:gd name="csX17" fmla="*/ 53594 w 54053"/>
                <a:gd name="csY17" fmla="*/ 24295 h 86686"/>
                <a:gd name="csX18" fmla="*/ 51606 w 54053"/>
                <a:gd name="csY18" fmla="*/ 34275 h 86686"/>
                <a:gd name="csX19" fmla="*/ 44478 w 54053"/>
                <a:gd name="csY19" fmla="*/ 45339 h 86686"/>
                <a:gd name="csX20" fmla="*/ 35412 w 54053"/>
                <a:gd name="csY20" fmla="*/ 54919 h 86686"/>
                <a:gd name="csX21" fmla="*/ 13846 w 54053"/>
                <a:gd name="csY21" fmla="*/ 76991 h 86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053" h="86686">
                  <a:moveTo>
                    <a:pt x="13846" y="76991"/>
                  </a:moveTo>
                  <a:lnTo>
                    <a:pt x="54054" y="76991"/>
                  </a:lnTo>
                  <a:lnTo>
                    <a:pt x="54054" y="86686"/>
                  </a:lnTo>
                  <a:lnTo>
                    <a:pt x="0" y="86686"/>
                  </a:lnTo>
                  <a:lnTo>
                    <a:pt x="0" y="76991"/>
                  </a:lnTo>
                  <a:cubicBezTo>
                    <a:pt x="4369" y="72466"/>
                    <a:pt x="10315" y="66402"/>
                    <a:pt x="17837" y="58799"/>
                  </a:cubicBezTo>
                  <a:cubicBezTo>
                    <a:pt x="25404" y="51156"/>
                    <a:pt x="30156" y="46232"/>
                    <a:pt x="32094" y="44028"/>
                  </a:cubicBezTo>
                  <a:cubicBezTo>
                    <a:pt x="35784" y="39884"/>
                    <a:pt x="38352" y="36386"/>
                    <a:pt x="39797" y="33534"/>
                  </a:cubicBezTo>
                  <a:cubicBezTo>
                    <a:pt x="41286" y="30645"/>
                    <a:pt x="42031" y="27812"/>
                    <a:pt x="42031" y="25036"/>
                  </a:cubicBezTo>
                  <a:cubicBezTo>
                    <a:pt x="42031" y="20512"/>
                    <a:pt x="40432" y="16824"/>
                    <a:pt x="37235" y="13972"/>
                  </a:cubicBezTo>
                  <a:cubicBezTo>
                    <a:pt x="34081" y="11121"/>
                    <a:pt x="29953" y="9696"/>
                    <a:pt x="24850" y="9696"/>
                  </a:cubicBezTo>
                  <a:cubicBezTo>
                    <a:pt x="21248" y="9696"/>
                    <a:pt x="17432" y="10323"/>
                    <a:pt x="13402" y="11578"/>
                  </a:cubicBezTo>
                  <a:cubicBezTo>
                    <a:pt x="9406" y="12833"/>
                    <a:pt x="5124" y="14734"/>
                    <a:pt x="559" y="17280"/>
                  </a:cubicBezTo>
                  <a:lnTo>
                    <a:pt x="559" y="5647"/>
                  </a:lnTo>
                  <a:cubicBezTo>
                    <a:pt x="5201" y="3783"/>
                    <a:pt x="9537" y="2376"/>
                    <a:pt x="13567" y="1426"/>
                  </a:cubicBezTo>
                  <a:cubicBezTo>
                    <a:pt x="17596" y="475"/>
                    <a:pt x="21286" y="0"/>
                    <a:pt x="24637" y="0"/>
                  </a:cubicBezTo>
                  <a:cubicBezTo>
                    <a:pt x="33452" y="0"/>
                    <a:pt x="40482" y="2205"/>
                    <a:pt x="45727" y="6616"/>
                  </a:cubicBezTo>
                  <a:cubicBezTo>
                    <a:pt x="50972" y="11026"/>
                    <a:pt x="53594" y="16920"/>
                    <a:pt x="53594" y="24295"/>
                  </a:cubicBezTo>
                  <a:cubicBezTo>
                    <a:pt x="53594" y="27793"/>
                    <a:pt x="52931" y="31119"/>
                    <a:pt x="51606" y="34275"/>
                  </a:cubicBezTo>
                  <a:cubicBezTo>
                    <a:pt x="50314" y="37393"/>
                    <a:pt x="47938" y="41080"/>
                    <a:pt x="44478" y="45339"/>
                  </a:cubicBezTo>
                  <a:cubicBezTo>
                    <a:pt x="43526" y="46441"/>
                    <a:pt x="40503" y="49635"/>
                    <a:pt x="35412" y="54919"/>
                  </a:cubicBezTo>
                  <a:cubicBezTo>
                    <a:pt x="30320" y="60166"/>
                    <a:pt x="23131" y="67524"/>
                    <a:pt x="13846" y="76991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412">
              <a:extLst>
                <a:ext uri="{FF2B5EF4-FFF2-40B4-BE49-F238E27FC236}">
                  <a16:creationId xmlns:a16="http://schemas.microsoft.com/office/drawing/2014/main" id="{117C08BA-BC9D-FFEE-3388-9F5E6E04D3B9}"/>
                </a:ext>
              </a:extLst>
            </p:cNvPr>
            <p:cNvSpPr/>
            <p:nvPr/>
          </p:nvSpPr>
          <p:spPr>
            <a:xfrm>
              <a:off x="8578851" y="3835753"/>
              <a:ext cx="12039" cy="14486"/>
            </a:xfrm>
            <a:custGeom>
              <a:avLst/>
              <a:gdLst>
                <a:gd name="csX0" fmla="*/ 0 w 12039"/>
                <a:gd name="csY0" fmla="*/ 0 h 14486"/>
                <a:gd name="csX1" fmla="*/ 12039 w 12039"/>
                <a:gd name="csY1" fmla="*/ 0 h 14486"/>
                <a:gd name="csX2" fmla="*/ 12039 w 12039"/>
                <a:gd name="csY2" fmla="*/ 14487 h 14486"/>
                <a:gd name="csX3" fmla="*/ 0 w 12039"/>
                <a:gd name="csY3" fmla="*/ 14487 h 14486"/>
                <a:gd name="csX4" fmla="*/ 0 w 12039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6">
                  <a:moveTo>
                    <a:pt x="0" y="0"/>
                  </a:moveTo>
                  <a:lnTo>
                    <a:pt x="12039" y="0"/>
                  </a:lnTo>
                  <a:lnTo>
                    <a:pt x="12039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413">
              <a:extLst>
                <a:ext uri="{FF2B5EF4-FFF2-40B4-BE49-F238E27FC236}">
                  <a16:creationId xmlns:a16="http://schemas.microsoft.com/office/drawing/2014/main" id="{3C3D9643-8B66-C452-5A91-8285C66D98E8}"/>
                </a:ext>
              </a:extLst>
            </p:cNvPr>
            <p:cNvSpPr/>
            <p:nvPr/>
          </p:nvSpPr>
          <p:spPr>
            <a:xfrm>
              <a:off x="8611192" y="3763553"/>
              <a:ext cx="58865" cy="88340"/>
            </a:xfrm>
            <a:custGeom>
              <a:avLst/>
              <a:gdLst>
                <a:gd name="csX0" fmla="*/ 29433 w 58865"/>
                <a:gd name="csY0" fmla="*/ 9126 h 88340"/>
                <a:gd name="csX1" fmla="*/ 16031 w 58865"/>
                <a:gd name="csY1" fmla="*/ 17908 h 88340"/>
                <a:gd name="csX2" fmla="*/ 11579 w 58865"/>
                <a:gd name="csY2" fmla="*/ 44199 h 88340"/>
                <a:gd name="csX3" fmla="*/ 16031 w 58865"/>
                <a:gd name="csY3" fmla="*/ 70490 h 88340"/>
                <a:gd name="csX4" fmla="*/ 29433 w 58865"/>
                <a:gd name="csY4" fmla="*/ 79215 h 88340"/>
                <a:gd name="csX5" fmla="*/ 42835 w 58865"/>
                <a:gd name="csY5" fmla="*/ 70490 h 88340"/>
                <a:gd name="csX6" fmla="*/ 47336 w 58865"/>
                <a:gd name="csY6" fmla="*/ 44199 h 88340"/>
                <a:gd name="csX7" fmla="*/ 42835 w 58865"/>
                <a:gd name="csY7" fmla="*/ 17908 h 88340"/>
                <a:gd name="csX8" fmla="*/ 29433 w 58865"/>
                <a:gd name="csY8" fmla="*/ 9126 h 88340"/>
                <a:gd name="csX9" fmla="*/ 29433 w 58865"/>
                <a:gd name="csY9" fmla="*/ 0 h 88340"/>
                <a:gd name="csX10" fmla="*/ 51278 w 58865"/>
                <a:gd name="csY10" fmla="*/ 11349 h 88340"/>
                <a:gd name="csX11" fmla="*/ 58866 w 58865"/>
                <a:gd name="csY11" fmla="*/ 44199 h 88340"/>
                <a:gd name="csX12" fmla="*/ 51278 w 58865"/>
                <a:gd name="csY12" fmla="*/ 77048 h 88340"/>
                <a:gd name="csX13" fmla="*/ 29433 w 58865"/>
                <a:gd name="csY13" fmla="*/ 88340 h 88340"/>
                <a:gd name="csX14" fmla="*/ 7539 w 58865"/>
                <a:gd name="csY14" fmla="*/ 77048 h 88340"/>
                <a:gd name="csX15" fmla="*/ 0 w 58865"/>
                <a:gd name="csY15" fmla="*/ 44199 h 88340"/>
                <a:gd name="csX16" fmla="*/ 7539 w 58865"/>
                <a:gd name="csY16" fmla="*/ 11349 h 88340"/>
                <a:gd name="csX17" fmla="*/ 29433 w 58865"/>
                <a:gd name="csY17" fmla="*/ 0 h 88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65" h="88340">
                  <a:moveTo>
                    <a:pt x="29433" y="9126"/>
                  </a:moveTo>
                  <a:cubicBezTo>
                    <a:pt x="23498" y="9126"/>
                    <a:pt x="19031" y="12053"/>
                    <a:pt x="16031" y="17908"/>
                  </a:cubicBezTo>
                  <a:cubicBezTo>
                    <a:pt x="13063" y="23724"/>
                    <a:pt x="11579" y="32488"/>
                    <a:pt x="11579" y="44199"/>
                  </a:cubicBezTo>
                  <a:cubicBezTo>
                    <a:pt x="11579" y="55870"/>
                    <a:pt x="13063" y="64634"/>
                    <a:pt x="16031" y="70490"/>
                  </a:cubicBezTo>
                  <a:cubicBezTo>
                    <a:pt x="19031" y="76306"/>
                    <a:pt x="23498" y="79215"/>
                    <a:pt x="29433" y="79215"/>
                  </a:cubicBezTo>
                  <a:cubicBezTo>
                    <a:pt x="35401" y="79215"/>
                    <a:pt x="39868" y="76306"/>
                    <a:pt x="42835" y="70490"/>
                  </a:cubicBezTo>
                  <a:cubicBezTo>
                    <a:pt x="45836" y="64634"/>
                    <a:pt x="47336" y="55870"/>
                    <a:pt x="47336" y="44199"/>
                  </a:cubicBezTo>
                  <a:cubicBezTo>
                    <a:pt x="47336" y="32488"/>
                    <a:pt x="45836" y="23724"/>
                    <a:pt x="42835" y="17908"/>
                  </a:cubicBezTo>
                  <a:cubicBezTo>
                    <a:pt x="39868" y="12053"/>
                    <a:pt x="35401" y="9126"/>
                    <a:pt x="29433" y="9126"/>
                  </a:cubicBezTo>
                  <a:moveTo>
                    <a:pt x="29433" y="0"/>
                  </a:moveTo>
                  <a:cubicBezTo>
                    <a:pt x="38970" y="0"/>
                    <a:pt x="46252" y="3783"/>
                    <a:pt x="51278" y="11349"/>
                  </a:cubicBezTo>
                  <a:cubicBezTo>
                    <a:pt x="56337" y="18877"/>
                    <a:pt x="58866" y="29827"/>
                    <a:pt x="58866" y="44199"/>
                  </a:cubicBezTo>
                  <a:cubicBezTo>
                    <a:pt x="58866" y="58532"/>
                    <a:pt x="56336" y="69482"/>
                    <a:pt x="51278" y="77048"/>
                  </a:cubicBezTo>
                  <a:cubicBezTo>
                    <a:pt x="46252" y="84576"/>
                    <a:pt x="38970" y="88340"/>
                    <a:pt x="29433" y="88340"/>
                  </a:cubicBezTo>
                  <a:cubicBezTo>
                    <a:pt x="19885" y="88340"/>
                    <a:pt x="12587" y="84576"/>
                    <a:pt x="7539" y="77048"/>
                  </a:cubicBezTo>
                  <a:cubicBezTo>
                    <a:pt x="2513" y="69482"/>
                    <a:pt x="0" y="58532"/>
                    <a:pt x="0" y="44199"/>
                  </a:cubicBezTo>
                  <a:cubicBezTo>
                    <a:pt x="0" y="29827"/>
                    <a:pt x="2513" y="18878"/>
                    <a:pt x="7539" y="11349"/>
                  </a:cubicBezTo>
                  <a:cubicBezTo>
                    <a:pt x="12587" y="3783"/>
                    <a:pt x="19885" y="0"/>
                    <a:pt x="29433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14">
              <a:extLst>
                <a:ext uri="{FF2B5EF4-FFF2-40B4-BE49-F238E27FC236}">
                  <a16:creationId xmlns:a16="http://schemas.microsoft.com/office/drawing/2014/main" id="{C2D63CDD-BC5C-F634-3765-718A0D938C55}"/>
                </a:ext>
              </a:extLst>
            </p:cNvPr>
            <p:cNvSpPr/>
            <p:nvPr/>
          </p:nvSpPr>
          <p:spPr>
            <a:xfrm>
              <a:off x="8441491" y="3816607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2EAB947-187C-9639-F2DB-149A0C9E76CD}"/>
                </a:ext>
              </a:extLst>
            </p:cNvPr>
            <p:cNvSpPr/>
            <p:nvPr/>
          </p:nvSpPr>
          <p:spPr>
            <a:xfrm>
              <a:off x="8500620" y="3530086"/>
              <a:ext cx="54053" cy="86684"/>
            </a:xfrm>
            <a:custGeom>
              <a:avLst/>
              <a:gdLst>
                <a:gd name="csX0" fmla="*/ 13846 w 54053"/>
                <a:gd name="csY0" fmla="*/ 76991 h 86684"/>
                <a:gd name="csX1" fmla="*/ 54054 w 54053"/>
                <a:gd name="csY1" fmla="*/ 76991 h 86684"/>
                <a:gd name="csX2" fmla="*/ 54054 w 54053"/>
                <a:gd name="csY2" fmla="*/ 86685 h 86684"/>
                <a:gd name="csX3" fmla="*/ 0 w 54053"/>
                <a:gd name="csY3" fmla="*/ 86685 h 86684"/>
                <a:gd name="csX4" fmla="*/ 0 w 54053"/>
                <a:gd name="csY4" fmla="*/ 76991 h 86684"/>
                <a:gd name="csX5" fmla="*/ 17837 w 54053"/>
                <a:gd name="csY5" fmla="*/ 58797 h 86684"/>
                <a:gd name="csX6" fmla="*/ 32094 w 54053"/>
                <a:gd name="csY6" fmla="*/ 44026 h 86684"/>
                <a:gd name="csX7" fmla="*/ 39797 w 54053"/>
                <a:gd name="csY7" fmla="*/ 33533 h 86684"/>
                <a:gd name="csX8" fmla="*/ 42031 w 54053"/>
                <a:gd name="csY8" fmla="*/ 25036 h 86684"/>
                <a:gd name="csX9" fmla="*/ 37235 w 54053"/>
                <a:gd name="csY9" fmla="*/ 13972 h 86684"/>
                <a:gd name="csX10" fmla="*/ 24850 w 54053"/>
                <a:gd name="csY10" fmla="*/ 9695 h 86684"/>
                <a:gd name="csX11" fmla="*/ 13402 w 54053"/>
                <a:gd name="csY11" fmla="*/ 11576 h 86684"/>
                <a:gd name="csX12" fmla="*/ 559 w 54053"/>
                <a:gd name="csY12" fmla="*/ 17280 h 86684"/>
                <a:gd name="csX13" fmla="*/ 559 w 54053"/>
                <a:gd name="csY13" fmla="*/ 5645 h 86684"/>
                <a:gd name="csX14" fmla="*/ 13567 w 54053"/>
                <a:gd name="csY14" fmla="*/ 1426 h 86684"/>
                <a:gd name="csX15" fmla="*/ 24637 w 54053"/>
                <a:gd name="csY15" fmla="*/ 0 h 86684"/>
                <a:gd name="csX16" fmla="*/ 45727 w 54053"/>
                <a:gd name="csY16" fmla="*/ 6616 h 86684"/>
                <a:gd name="csX17" fmla="*/ 53594 w 54053"/>
                <a:gd name="csY17" fmla="*/ 24294 h 86684"/>
                <a:gd name="csX18" fmla="*/ 51606 w 54053"/>
                <a:gd name="csY18" fmla="*/ 34275 h 86684"/>
                <a:gd name="csX19" fmla="*/ 44478 w 54053"/>
                <a:gd name="csY19" fmla="*/ 45339 h 86684"/>
                <a:gd name="csX20" fmla="*/ 35412 w 54053"/>
                <a:gd name="csY20" fmla="*/ 54919 h 86684"/>
                <a:gd name="csX21" fmla="*/ 13846 w 54053"/>
                <a:gd name="csY21" fmla="*/ 76991 h 8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053" h="86684">
                  <a:moveTo>
                    <a:pt x="13846" y="76991"/>
                  </a:moveTo>
                  <a:lnTo>
                    <a:pt x="54054" y="76991"/>
                  </a:lnTo>
                  <a:lnTo>
                    <a:pt x="54054" y="86685"/>
                  </a:lnTo>
                  <a:lnTo>
                    <a:pt x="0" y="86685"/>
                  </a:lnTo>
                  <a:lnTo>
                    <a:pt x="0" y="76991"/>
                  </a:lnTo>
                  <a:cubicBezTo>
                    <a:pt x="4369" y="72466"/>
                    <a:pt x="10315" y="66402"/>
                    <a:pt x="17837" y="58797"/>
                  </a:cubicBezTo>
                  <a:cubicBezTo>
                    <a:pt x="25404" y="51155"/>
                    <a:pt x="30156" y="46232"/>
                    <a:pt x="32094" y="44026"/>
                  </a:cubicBezTo>
                  <a:cubicBezTo>
                    <a:pt x="35784" y="39883"/>
                    <a:pt x="38352" y="36385"/>
                    <a:pt x="39797" y="33533"/>
                  </a:cubicBezTo>
                  <a:cubicBezTo>
                    <a:pt x="41286" y="30644"/>
                    <a:pt x="42031" y="27812"/>
                    <a:pt x="42031" y="25036"/>
                  </a:cubicBezTo>
                  <a:cubicBezTo>
                    <a:pt x="42031" y="20512"/>
                    <a:pt x="40432" y="16824"/>
                    <a:pt x="37235" y="13972"/>
                  </a:cubicBezTo>
                  <a:cubicBezTo>
                    <a:pt x="34081" y="11121"/>
                    <a:pt x="29953" y="9695"/>
                    <a:pt x="24850" y="9695"/>
                  </a:cubicBezTo>
                  <a:cubicBezTo>
                    <a:pt x="21248" y="9695"/>
                    <a:pt x="17432" y="10322"/>
                    <a:pt x="13402" y="11576"/>
                  </a:cubicBezTo>
                  <a:cubicBezTo>
                    <a:pt x="9406" y="12831"/>
                    <a:pt x="5124" y="14732"/>
                    <a:pt x="559" y="17280"/>
                  </a:cubicBezTo>
                  <a:lnTo>
                    <a:pt x="559" y="5645"/>
                  </a:lnTo>
                  <a:cubicBezTo>
                    <a:pt x="5201" y="3783"/>
                    <a:pt x="9537" y="2376"/>
                    <a:pt x="13567" y="1426"/>
                  </a:cubicBezTo>
                  <a:cubicBezTo>
                    <a:pt x="17596" y="475"/>
                    <a:pt x="21286" y="0"/>
                    <a:pt x="24637" y="0"/>
                  </a:cubicBezTo>
                  <a:cubicBezTo>
                    <a:pt x="33452" y="0"/>
                    <a:pt x="40482" y="2205"/>
                    <a:pt x="45727" y="6616"/>
                  </a:cubicBezTo>
                  <a:cubicBezTo>
                    <a:pt x="50972" y="11025"/>
                    <a:pt x="53594" y="16918"/>
                    <a:pt x="53594" y="24294"/>
                  </a:cubicBezTo>
                  <a:cubicBezTo>
                    <a:pt x="53594" y="27792"/>
                    <a:pt x="52931" y="31119"/>
                    <a:pt x="51606" y="34275"/>
                  </a:cubicBezTo>
                  <a:cubicBezTo>
                    <a:pt x="50314" y="37393"/>
                    <a:pt x="47938" y="41080"/>
                    <a:pt x="44478" y="45339"/>
                  </a:cubicBezTo>
                  <a:cubicBezTo>
                    <a:pt x="43526" y="46441"/>
                    <a:pt x="40503" y="49635"/>
                    <a:pt x="35412" y="54919"/>
                  </a:cubicBezTo>
                  <a:cubicBezTo>
                    <a:pt x="30320" y="60166"/>
                    <a:pt x="23131" y="67524"/>
                    <a:pt x="13846" y="76991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8511555C-89D2-F628-624A-ABB499E30BE9}"/>
                </a:ext>
              </a:extLst>
            </p:cNvPr>
            <p:cNvSpPr/>
            <p:nvPr/>
          </p:nvSpPr>
          <p:spPr>
            <a:xfrm>
              <a:off x="8578851" y="3602285"/>
              <a:ext cx="12039" cy="14485"/>
            </a:xfrm>
            <a:custGeom>
              <a:avLst/>
              <a:gdLst>
                <a:gd name="csX0" fmla="*/ 0 w 12039"/>
                <a:gd name="csY0" fmla="*/ 0 h 14485"/>
                <a:gd name="csX1" fmla="*/ 12039 w 12039"/>
                <a:gd name="csY1" fmla="*/ 0 h 14485"/>
                <a:gd name="csX2" fmla="*/ 12039 w 12039"/>
                <a:gd name="csY2" fmla="*/ 14485 h 14485"/>
                <a:gd name="csX3" fmla="*/ 0 w 12039"/>
                <a:gd name="csY3" fmla="*/ 14485 h 14485"/>
                <a:gd name="csX4" fmla="*/ 0 w 12039"/>
                <a:gd name="csY4" fmla="*/ 0 h 14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5">
                  <a:moveTo>
                    <a:pt x="0" y="0"/>
                  </a:moveTo>
                  <a:lnTo>
                    <a:pt x="12039" y="0"/>
                  </a:lnTo>
                  <a:lnTo>
                    <a:pt x="12039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9E9AE48F-F89F-4B03-0F68-4B356DC99D27}"/>
                </a:ext>
              </a:extLst>
            </p:cNvPr>
            <p:cNvSpPr/>
            <p:nvPr/>
          </p:nvSpPr>
          <p:spPr>
            <a:xfrm>
              <a:off x="8612505" y="3531625"/>
              <a:ext cx="55088" cy="86799"/>
            </a:xfrm>
            <a:custGeom>
              <a:avLst/>
              <a:gdLst>
                <a:gd name="csX0" fmla="*/ 3597 w 55088"/>
                <a:gd name="csY0" fmla="*/ 0 h 86799"/>
                <a:gd name="csX1" fmla="*/ 48815 w 55088"/>
                <a:gd name="csY1" fmla="*/ 0 h 86799"/>
                <a:gd name="csX2" fmla="*/ 48815 w 55088"/>
                <a:gd name="csY2" fmla="*/ 9696 h 86799"/>
                <a:gd name="csX3" fmla="*/ 14142 w 55088"/>
                <a:gd name="csY3" fmla="*/ 9696 h 86799"/>
                <a:gd name="csX4" fmla="*/ 14142 w 55088"/>
                <a:gd name="csY4" fmla="*/ 30568 h 86799"/>
                <a:gd name="csX5" fmla="*/ 19168 w 55088"/>
                <a:gd name="csY5" fmla="*/ 29313 h 86799"/>
                <a:gd name="csX6" fmla="*/ 24178 w 55088"/>
                <a:gd name="csY6" fmla="*/ 28858 h 86799"/>
                <a:gd name="csX7" fmla="*/ 46762 w 55088"/>
                <a:gd name="csY7" fmla="*/ 36672 h 86799"/>
                <a:gd name="csX8" fmla="*/ 55089 w 55088"/>
                <a:gd name="csY8" fmla="*/ 57828 h 86799"/>
                <a:gd name="csX9" fmla="*/ 46531 w 55088"/>
                <a:gd name="csY9" fmla="*/ 79215 h 86799"/>
                <a:gd name="csX10" fmla="*/ 22420 w 55088"/>
                <a:gd name="csY10" fmla="*/ 86800 h 86799"/>
                <a:gd name="csX11" fmla="*/ 11465 w 55088"/>
                <a:gd name="csY11" fmla="*/ 85888 h 86799"/>
                <a:gd name="csX12" fmla="*/ 0 w 55088"/>
                <a:gd name="csY12" fmla="*/ 83150 h 86799"/>
                <a:gd name="csX13" fmla="*/ 0 w 55088"/>
                <a:gd name="csY13" fmla="*/ 71572 h 86799"/>
                <a:gd name="csX14" fmla="*/ 10611 w 55088"/>
                <a:gd name="csY14" fmla="*/ 75736 h 86799"/>
                <a:gd name="csX15" fmla="*/ 22190 w 55088"/>
                <a:gd name="csY15" fmla="*/ 77106 h 86799"/>
                <a:gd name="csX16" fmla="*/ 37810 w 55088"/>
                <a:gd name="csY16" fmla="*/ 71916 h 86799"/>
                <a:gd name="csX17" fmla="*/ 43575 w 55088"/>
                <a:gd name="csY17" fmla="*/ 57828 h 86799"/>
                <a:gd name="csX18" fmla="*/ 37810 w 55088"/>
                <a:gd name="csY18" fmla="*/ 43742 h 86799"/>
                <a:gd name="csX19" fmla="*/ 22190 w 55088"/>
                <a:gd name="csY19" fmla="*/ 38552 h 86799"/>
                <a:gd name="csX20" fmla="*/ 12943 w 55088"/>
                <a:gd name="csY20" fmla="*/ 39579 h 86799"/>
                <a:gd name="csX21" fmla="*/ 3597 w 55088"/>
                <a:gd name="csY21" fmla="*/ 42773 h 86799"/>
                <a:gd name="csX22" fmla="*/ 3597 w 55088"/>
                <a:gd name="csY22" fmla="*/ 0 h 8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799">
                  <a:moveTo>
                    <a:pt x="3597" y="0"/>
                  </a:moveTo>
                  <a:lnTo>
                    <a:pt x="48815" y="0"/>
                  </a:lnTo>
                  <a:lnTo>
                    <a:pt x="48815" y="9696"/>
                  </a:lnTo>
                  <a:lnTo>
                    <a:pt x="14142" y="9696"/>
                  </a:lnTo>
                  <a:lnTo>
                    <a:pt x="14142" y="30568"/>
                  </a:lnTo>
                  <a:cubicBezTo>
                    <a:pt x="15817" y="29999"/>
                    <a:pt x="17493" y="29580"/>
                    <a:pt x="19168" y="29313"/>
                  </a:cubicBezTo>
                  <a:cubicBezTo>
                    <a:pt x="20832" y="29010"/>
                    <a:pt x="22502" y="28858"/>
                    <a:pt x="24178" y="28858"/>
                  </a:cubicBezTo>
                  <a:cubicBezTo>
                    <a:pt x="33682" y="28858"/>
                    <a:pt x="41210" y="31463"/>
                    <a:pt x="46762" y="36672"/>
                  </a:cubicBezTo>
                  <a:cubicBezTo>
                    <a:pt x="52313" y="41880"/>
                    <a:pt x="55089" y="48933"/>
                    <a:pt x="55089" y="57828"/>
                  </a:cubicBezTo>
                  <a:cubicBezTo>
                    <a:pt x="55089" y="66991"/>
                    <a:pt x="52236" y="74120"/>
                    <a:pt x="46531" y="79215"/>
                  </a:cubicBezTo>
                  <a:cubicBezTo>
                    <a:pt x="40838" y="84271"/>
                    <a:pt x="32801" y="86800"/>
                    <a:pt x="22420" y="86800"/>
                  </a:cubicBezTo>
                  <a:cubicBezTo>
                    <a:pt x="18840" y="86800"/>
                    <a:pt x="15188" y="86496"/>
                    <a:pt x="11465" y="85888"/>
                  </a:cubicBezTo>
                  <a:cubicBezTo>
                    <a:pt x="7774" y="85279"/>
                    <a:pt x="3953" y="84367"/>
                    <a:pt x="0" y="83150"/>
                  </a:cubicBezTo>
                  <a:lnTo>
                    <a:pt x="0" y="71572"/>
                  </a:lnTo>
                  <a:cubicBezTo>
                    <a:pt x="3427" y="73436"/>
                    <a:pt x="6964" y="74824"/>
                    <a:pt x="10611" y="75736"/>
                  </a:cubicBezTo>
                  <a:cubicBezTo>
                    <a:pt x="14257" y="76649"/>
                    <a:pt x="18117" y="77106"/>
                    <a:pt x="22190" y="77106"/>
                  </a:cubicBezTo>
                  <a:cubicBezTo>
                    <a:pt x="28760" y="77106"/>
                    <a:pt x="33967" y="75376"/>
                    <a:pt x="37810" y="71916"/>
                  </a:cubicBezTo>
                  <a:cubicBezTo>
                    <a:pt x="41653" y="68456"/>
                    <a:pt x="43575" y="63760"/>
                    <a:pt x="43575" y="57828"/>
                  </a:cubicBezTo>
                  <a:cubicBezTo>
                    <a:pt x="43575" y="51898"/>
                    <a:pt x="41653" y="47203"/>
                    <a:pt x="37810" y="43742"/>
                  </a:cubicBezTo>
                  <a:cubicBezTo>
                    <a:pt x="33967" y="40282"/>
                    <a:pt x="28760" y="38552"/>
                    <a:pt x="22190" y="38552"/>
                  </a:cubicBezTo>
                  <a:cubicBezTo>
                    <a:pt x="19102" y="38552"/>
                    <a:pt x="16020" y="38894"/>
                    <a:pt x="12943" y="39579"/>
                  </a:cubicBezTo>
                  <a:cubicBezTo>
                    <a:pt x="9899" y="40263"/>
                    <a:pt x="6784" y="41328"/>
                    <a:pt x="3597" y="42773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80578AEF-6CC5-70A4-4800-BAED97D6C902}"/>
                </a:ext>
              </a:extLst>
            </p:cNvPr>
            <p:cNvSpPr/>
            <p:nvPr/>
          </p:nvSpPr>
          <p:spPr>
            <a:xfrm>
              <a:off x="8441491" y="3583139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2A15ACA3-3921-0E0C-EC2F-0340ECE65108}"/>
                </a:ext>
              </a:extLst>
            </p:cNvPr>
            <p:cNvSpPr/>
            <p:nvPr/>
          </p:nvSpPr>
          <p:spPr>
            <a:xfrm>
              <a:off x="8500620" y="3296618"/>
              <a:ext cx="56057" cy="88338"/>
            </a:xfrm>
            <a:custGeom>
              <a:avLst/>
              <a:gdLst>
                <a:gd name="csX0" fmla="*/ 38483 w 56057"/>
                <a:gd name="csY0" fmla="*/ 40776 h 88338"/>
                <a:gd name="csX1" fmla="*/ 51377 w 56057"/>
                <a:gd name="csY1" fmla="*/ 48133 h 88338"/>
                <a:gd name="csX2" fmla="*/ 56057 w 56057"/>
                <a:gd name="csY2" fmla="*/ 61934 h 88338"/>
                <a:gd name="csX3" fmla="*/ 47385 w 56057"/>
                <a:gd name="csY3" fmla="*/ 81439 h 88338"/>
                <a:gd name="csX4" fmla="*/ 22748 w 56057"/>
                <a:gd name="csY4" fmla="*/ 88339 h 88338"/>
                <a:gd name="csX5" fmla="*/ 11678 w 56057"/>
                <a:gd name="csY5" fmla="*/ 87255 h 88338"/>
                <a:gd name="csX6" fmla="*/ 0 w 56057"/>
                <a:gd name="csY6" fmla="*/ 84119 h 88338"/>
                <a:gd name="csX7" fmla="*/ 0 w 56057"/>
                <a:gd name="csY7" fmla="*/ 72998 h 88338"/>
                <a:gd name="csX8" fmla="*/ 10479 w 56057"/>
                <a:gd name="csY8" fmla="*/ 77218 h 88338"/>
                <a:gd name="csX9" fmla="*/ 22403 w 56057"/>
                <a:gd name="csY9" fmla="*/ 78643 h 88338"/>
                <a:gd name="csX10" fmla="*/ 38894 w 56057"/>
                <a:gd name="csY10" fmla="*/ 74366 h 88338"/>
                <a:gd name="csX11" fmla="*/ 44593 w 56057"/>
                <a:gd name="csY11" fmla="*/ 61934 h 88338"/>
                <a:gd name="csX12" fmla="*/ 39288 w 56057"/>
                <a:gd name="csY12" fmla="*/ 50186 h 88338"/>
                <a:gd name="csX13" fmla="*/ 24637 w 56057"/>
                <a:gd name="csY13" fmla="*/ 45909 h 88338"/>
                <a:gd name="csX14" fmla="*/ 14700 w 56057"/>
                <a:gd name="csY14" fmla="*/ 45909 h 88338"/>
                <a:gd name="csX15" fmla="*/ 14700 w 56057"/>
                <a:gd name="csY15" fmla="*/ 36442 h 88338"/>
                <a:gd name="csX16" fmla="*/ 25081 w 56057"/>
                <a:gd name="csY16" fmla="*/ 36442 h 88338"/>
                <a:gd name="csX17" fmla="*/ 38089 w 56057"/>
                <a:gd name="csY17" fmla="*/ 33076 h 88338"/>
                <a:gd name="csX18" fmla="*/ 42589 w 56057"/>
                <a:gd name="csY18" fmla="*/ 23267 h 88338"/>
                <a:gd name="csX19" fmla="*/ 37925 w 56057"/>
                <a:gd name="csY19" fmla="*/ 13230 h 88338"/>
                <a:gd name="csX20" fmla="*/ 24637 w 56057"/>
                <a:gd name="csY20" fmla="*/ 9694 h 88338"/>
                <a:gd name="csX21" fmla="*/ 14487 w 56057"/>
                <a:gd name="csY21" fmla="*/ 10720 h 88338"/>
                <a:gd name="csX22" fmla="*/ 2562 w 56057"/>
                <a:gd name="csY22" fmla="*/ 13915 h 88338"/>
                <a:gd name="csX23" fmla="*/ 2562 w 56057"/>
                <a:gd name="csY23" fmla="*/ 3650 h 88338"/>
                <a:gd name="csX24" fmla="*/ 14815 w 56057"/>
                <a:gd name="csY24" fmla="*/ 912 h 88338"/>
                <a:gd name="csX25" fmla="*/ 25655 w 56057"/>
                <a:gd name="csY25" fmla="*/ 0 h 88338"/>
                <a:gd name="csX26" fmla="*/ 46416 w 56057"/>
                <a:gd name="csY26" fmla="*/ 5987 h 88338"/>
                <a:gd name="csX27" fmla="*/ 54054 w 56057"/>
                <a:gd name="csY27" fmla="*/ 22070 h 88338"/>
                <a:gd name="csX28" fmla="*/ 50013 w 56057"/>
                <a:gd name="csY28" fmla="*/ 34047 h 88338"/>
                <a:gd name="csX29" fmla="*/ 38483 w 56057"/>
                <a:gd name="csY29" fmla="*/ 40776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057" h="88338">
                  <a:moveTo>
                    <a:pt x="38483" y="40776"/>
                  </a:moveTo>
                  <a:cubicBezTo>
                    <a:pt x="44002" y="41954"/>
                    <a:pt x="48300" y="44406"/>
                    <a:pt x="51377" y="48133"/>
                  </a:cubicBezTo>
                  <a:cubicBezTo>
                    <a:pt x="54497" y="51859"/>
                    <a:pt x="56057" y="56459"/>
                    <a:pt x="56057" y="61934"/>
                  </a:cubicBezTo>
                  <a:cubicBezTo>
                    <a:pt x="56057" y="70336"/>
                    <a:pt x="53167" y="76838"/>
                    <a:pt x="47385" y="81439"/>
                  </a:cubicBezTo>
                  <a:cubicBezTo>
                    <a:pt x="41604" y="86039"/>
                    <a:pt x="33392" y="88339"/>
                    <a:pt x="22748" y="88339"/>
                  </a:cubicBezTo>
                  <a:cubicBezTo>
                    <a:pt x="19179" y="88339"/>
                    <a:pt x="15488" y="87977"/>
                    <a:pt x="11678" y="87255"/>
                  </a:cubicBezTo>
                  <a:cubicBezTo>
                    <a:pt x="7922" y="86570"/>
                    <a:pt x="4030" y="85525"/>
                    <a:pt x="0" y="84119"/>
                  </a:cubicBezTo>
                  <a:lnTo>
                    <a:pt x="0" y="72998"/>
                  </a:lnTo>
                  <a:cubicBezTo>
                    <a:pt x="3186" y="74861"/>
                    <a:pt x="6679" y="76267"/>
                    <a:pt x="10479" y="77218"/>
                  </a:cubicBezTo>
                  <a:cubicBezTo>
                    <a:pt x="14289" y="78168"/>
                    <a:pt x="18264" y="78643"/>
                    <a:pt x="22403" y="78643"/>
                  </a:cubicBezTo>
                  <a:cubicBezTo>
                    <a:pt x="29630" y="78643"/>
                    <a:pt x="35127" y="77218"/>
                    <a:pt x="38894" y="74366"/>
                  </a:cubicBezTo>
                  <a:cubicBezTo>
                    <a:pt x="42693" y="71515"/>
                    <a:pt x="44593" y="67371"/>
                    <a:pt x="44593" y="61934"/>
                  </a:cubicBezTo>
                  <a:cubicBezTo>
                    <a:pt x="44593" y="56915"/>
                    <a:pt x="42825" y="52999"/>
                    <a:pt x="39288" y="50186"/>
                  </a:cubicBezTo>
                  <a:cubicBezTo>
                    <a:pt x="35784" y="47334"/>
                    <a:pt x="30900" y="45909"/>
                    <a:pt x="24637" y="45909"/>
                  </a:cubicBezTo>
                  <a:lnTo>
                    <a:pt x="14700" y="45909"/>
                  </a:lnTo>
                  <a:lnTo>
                    <a:pt x="14700" y="36442"/>
                  </a:lnTo>
                  <a:lnTo>
                    <a:pt x="25081" y="36442"/>
                  </a:lnTo>
                  <a:cubicBezTo>
                    <a:pt x="30753" y="36442"/>
                    <a:pt x="35089" y="35320"/>
                    <a:pt x="38089" y="33076"/>
                  </a:cubicBezTo>
                  <a:cubicBezTo>
                    <a:pt x="41089" y="30795"/>
                    <a:pt x="42589" y="27526"/>
                    <a:pt x="42589" y="23267"/>
                  </a:cubicBezTo>
                  <a:cubicBezTo>
                    <a:pt x="42589" y="18895"/>
                    <a:pt x="41035" y="15549"/>
                    <a:pt x="37925" y="13230"/>
                  </a:cubicBezTo>
                  <a:cubicBezTo>
                    <a:pt x="34837" y="10873"/>
                    <a:pt x="30408" y="9694"/>
                    <a:pt x="24637" y="9694"/>
                  </a:cubicBezTo>
                  <a:cubicBezTo>
                    <a:pt x="21472" y="9694"/>
                    <a:pt x="18089" y="10036"/>
                    <a:pt x="14487" y="10720"/>
                  </a:cubicBezTo>
                  <a:cubicBezTo>
                    <a:pt x="10873" y="11405"/>
                    <a:pt x="6898" y="12470"/>
                    <a:pt x="2562" y="13915"/>
                  </a:cubicBezTo>
                  <a:lnTo>
                    <a:pt x="2562" y="3650"/>
                  </a:lnTo>
                  <a:cubicBezTo>
                    <a:pt x="6931" y="2433"/>
                    <a:pt x="11015" y="1520"/>
                    <a:pt x="14815" y="912"/>
                  </a:cubicBezTo>
                  <a:cubicBezTo>
                    <a:pt x="18659" y="304"/>
                    <a:pt x="22272" y="0"/>
                    <a:pt x="25655" y="0"/>
                  </a:cubicBezTo>
                  <a:cubicBezTo>
                    <a:pt x="34404" y="0"/>
                    <a:pt x="41324" y="1996"/>
                    <a:pt x="46416" y="5987"/>
                  </a:cubicBezTo>
                  <a:cubicBezTo>
                    <a:pt x="51508" y="9941"/>
                    <a:pt x="54054" y="15302"/>
                    <a:pt x="54054" y="22070"/>
                  </a:cubicBezTo>
                  <a:cubicBezTo>
                    <a:pt x="54054" y="26785"/>
                    <a:pt x="52707" y="30777"/>
                    <a:pt x="50013" y="34047"/>
                  </a:cubicBezTo>
                  <a:cubicBezTo>
                    <a:pt x="47309" y="37278"/>
                    <a:pt x="43465" y="39521"/>
                    <a:pt x="38483" y="40776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47A5F612-A3A2-E40B-B8BD-B7415BED136E}"/>
                </a:ext>
              </a:extLst>
            </p:cNvPr>
            <p:cNvSpPr/>
            <p:nvPr/>
          </p:nvSpPr>
          <p:spPr>
            <a:xfrm>
              <a:off x="8578523" y="3368818"/>
              <a:ext cx="12023" cy="14485"/>
            </a:xfrm>
            <a:custGeom>
              <a:avLst/>
              <a:gdLst>
                <a:gd name="csX0" fmla="*/ 0 w 12023"/>
                <a:gd name="csY0" fmla="*/ 0 h 14485"/>
                <a:gd name="csX1" fmla="*/ 12023 w 12023"/>
                <a:gd name="csY1" fmla="*/ 0 h 14485"/>
                <a:gd name="csX2" fmla="*/ 12023 w 12023"/>
                <a:gd name="csY2" fmla="*/ 14485 h 14485"/>
                <a:gd name="csX3" fmla="*/ 0 w 12023"/>
                <a:gd name="csY3" fmla="*/ 14485 h 14485"/>
                <a:gd name="csX4" fmla="*/ 0 w 12023"/>
                <a:gd name="csY4" fmla="*/ 0 h 14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5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018909B6-D2E0-26D4-2CA9-C69DC101B820}"/>
                </a:ext>
              </a:extLst>
            </p:cNvPr>
            <p:cNvSpPr/>
            <p:nvPr/>
          </p:nvSpPr>
          <p:spPr>
            <a:xfrm>
              <a:off x="8610847" y="3296618"/>
              <a:ext cx="58865" cy="88338"/>
            </a:xfrm>
            <a:custGeom>
              <a:avLst/>
              <a:gdLst>
                <a:gd name="csX0" fmla="*/ 29433 w 58865"/>
                <a:gd name="csY0" fmla="*/ 9124 h 88338"/>
                <a:gd name="csX1" fmla="*/ 16030 w 58865"/>
                <a:gd name="csY1" fmla="*/ 17906 h 88338"/>
                <a:gd name="csX2" fmla="*/ 11579 w 58865"/>
                <a:gd name="csY2" fmla="*/ 44197 h 88338"/>
                <a:gd name="csX3" fmla="*/ 16030 w 58865"/>
                <a:gd name="csY3" fmla="*/ 70488 h 88338"/>
                <a:gd name="csX4" fmla="*/ 29433 w 58865"/>
                <a:gd name="csY4" fmla="*/ 79213 h 88338"/>
                <a:gd name="csX5" fmla="*/ 42835 w 58865"/>
                <a:gd name="csY5" fmla="*/ 70488 h 88338"/>
                <a:gd name="csX6" fmla="*/ 47336 w 58865"/>
                <a:gd name="csY6" fmla="*/ 44197 h 88338"/>
                <a:gd name="csX7" fmla="*/ 42835 w 58865"/>
                <a:gd name="csY7" fmla="*/ 17906 h 88338"/>
                <a:gd name="csX8" fmla="*/ 29433 w 58865"/>
                <a:gd name="csY8" fmla="*/ 9124 h 88338"/>
                <a:gd name="csX9" fmla="*/ 29433 w 58865"/>
                <a:gd name="csY9" fmla="*/ 0 h 88338"/>
                <a:gd name="csX10" fmla="*/ 51278 w 58865"/>
                <a:gd name="csY10" fmla="*/ 11348 h 88338"/>
                <a:gd name="csX11" fmla="*/ 58866 w 58865"/>
                <a:gd name="csY11" fmla="*/ 44197 h 88338"/>
                <a:gd name="csX12" fmla="*/ 51278 w 58865"/>
                <a:gd name="csY12" fmla="*/ 77047 h 88338"/>
                <a:gd name="csX13" fmla="*/ 29433 w 58865"/>
                <a:gd name="csY13" fmla="*/ 88339 h 88338"/>
                <a:gd name="csX14" fmla="*/ 7539 w 58865"/>
                <a:gd name="csY14" fmla="*/ 77047 h 88338"/>
                <a:gd name="csX15" fmla="*/ 0 w 58865"/>
                <a:gd name="csY15" fmla="*/ 44197 h 88338"/>
                <a:gd name="csX16" fmla="*/ 7539 w 58865"/>
                <a:gd name="csY16" fmla="*/ 11348 h 88338"/>
                <a:gd name="csX17" fmla="*/ 29433 w 58865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65" h="88338">
                  <a:moveTo>
                    <a:pt x="29433" y="9124"/>
                  </a:moveTo>
                  <a:cubicBezTo>
                    <a:pt x="23498" y="9124"/>
                    <a:pt x="19031" y="12051"/>
                    <a:pt x="16030" y="17906"/>
                  </a:cubicBezTo>
                  <a:cubicBezTo>
                    <a:pt x="13063" y="23724"/>
                    <a:pt x="11579" y="32488"/>
                    <a:pt x="11579" y="44197"/>
                  </a:cubicBezTo>
                  <a:cubicBezTo>
                    <a:pt x="11579" y="55870"/>
                    <a:pt x="13063" y="64633"/>
                    <a:pt x="16030" y="70488"/>
                  </a:cubicBezTo>
                  <a:cubicBezTo>
                    <a:pt x="19030" y="76305"/>
                    <a:pt x="23498" y="79213"/>
                    <a:pt x="29433" y="79213"/>
                  </a:cubicBezTo>
                  <a:cubicBezTo>
                    <a:pt x="35401" y="79213"/>
                    <a:pt x="39868" y="76305"/>
                    <a:pt x="42835" y="70488"/>
                  </a:cubicBezTo>
                  <a:cubicBezTo>
                    <a:pt x="45836" y="64633"/>
                    <a:pt x="47336" y="55870"/>
                    <a:pt x="47336" y="44197"/>
                  </a:cubicBezTo>
                  <a:cubicBezTo>
                    <a:pt x="47336" y="32488"/>
                    <a:pt x="45836" y="23724"/>
                    <a:pt x="42835" y="17906"/>
                  </a:cubicBezTo>
                  <a:cubicBezTo>
                    <a:pt x="39868" y="12051"/>
                    <a:pt x="35401" y="9124"/>
                    <a:pt x="29433" y="9124"/>
                  </a:cubicBezTo>
                  <a:moveTo>
                    <a:pt x="29433" y="0"/>
                  </a:moveTo>
                  <a:cubicBezTo>
                    <a:pt x="38981" y="0"/>
                    <a:pt x="46263" y="3783"/>
                    <a:pt x="51278" y="11348"/>
                  </a:cubicBezTo>
                  <a:cubicBezTo>
                    <a:pt x="56336" y="18876"/>
                    <a:pt x="58866" y="29826"/>
                    <a:pt x="58866" y="44197"/>
                  </a:cubicBezTo>
                  <a:cubicBezTo>
                    <a:pt x="58866" y="58531"/>
                    <a:pt x="56336" y="69480"/>
                    <a:pt x="51278" y="77047"/>
                  </a:cubicBezTo>
                  <a:cubicBezTo>
                    <a:pt x="46263" y="84575"/>
                    <a:pt x="38981" y="88339"/>
                    <a:pt x="29433" y="88339"/>
                  </a:cubicBezTo>
                  <a:cubicBezTo>
                    <a:pt x="19885" y="88339"/>
                    <a:pt x="12587" y="84575"/>
                    <a:pt x="7539" y="77047"/>
                  </a:cubicBezTo>
                  <a:cubicBezTo>
                    <a:pt x="2513" y="69480"/>
                    <a:pt x="0" y="58531"/>
                    <a:pt x="0" y="44197"/>
                  </a:cubicBezTo>
                  <a:cubicBezTo>
                    <a:pt x="0" y="29826"/>
                    <a:pt x="2513" y="18876"/>
                    <a:pt x="7539" y="11348"/>
                  </a:cubicBezTo>
                  <a:cubicBezTo>
                    <a:pt x="12586" y="3783"/>
                    <a:pt x="19885" y="0"/>
                    <a:pt x="29433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0BF15551-FC5F-FFFC-1D49-737EA60CA418}"/>
                </a:ext>
              </a:extLst>
            </p:cNvPr>
            <p:cNvSpPr/>
            <p:nvPr/>
          </p:nvSpPr>
          <p:spPr>
            <a:xfrm>
              <a:off x="8441491" y="3349670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ABE3B4D0-EE92-EC02-8196-4975BF81B8CB}"/>
                </a:ext>
              </a:extLst>
            </p:cNvPr>
            <p:cNvSpPr/>
            <p:nvPr/>
          </p:nvSpPr>
          <p:spPr>
            <a:xfrm>
              <a:off x="8500620" y="3063149"/>
              <a:ext cx="56057" cy="88340"/>
            </a:xfrm>
            <a:custGeom>
              <a:avLst/>
              <a:gdLst>
                <a:gd name="csX0" fmla="*/ 38483 w 56057"/>
                <a:gd name="csY0" fmla="*/ 40778 h 88340"/>
                <a:gd name="csX1" fmla="*/ 51377 w 56057"/>
                <a:gd name="csY1" fmla="*/ 48134 h 88340"/>
                <a:gd name="csX2" fmla="*/ 56057 w 56057"/>
                <a:gd name="csY2" fmla="*/ 61934 h 88340"/>
                <a:gd name="csX3" fmla="*/ 47385 w 56057"/>
                <a:gd name="csY3" fmla="*/ 81439 h 88340"/>
                <a:gd name="csX4" fmla="*/ 22748 w 56057"/>
                <a:gd name="csY4" fmla="*/ 88340 h 88340"/>
                <a:gd name="csX5" fmla="*/ 11678 w 56057"/>
                <a:gd name="csY5" fmla="*/ 87256 h 88340"/>
                <a:gd name="csX6" fmla="*/ 0 w 56057"/>
                <a:gd name="csY6" fmla="*/ 84119 h 88340"/>
                <a:gd name="csX7" fmla="*/ 0 w 56057"/>
                <a:gd name="csY7" fmla="*/ 73000 h 88340"/>
                <a:gd name="csX8" fmla="*/ 10479 w 56057"/>
                <a:gd name="csY8" fmla="*/ 77219 h 88340"/>
                <a:gd name="csX9" fmla="*/ 22403 w 56057"/>
                <a:gd name="csY9" fmla="*/ 78645 h 88340"/>
                <a:gd name="csX10" fmla="*/ 38894 w 56057"/>
                <a:gd name="csY10" fmla="*/ 74368 h 88340"/>
                <a:gd name="csX11" fmla="*/ 44593 w 56057"/>
                <a:gd name="csY11" fmla="*/ 61934 h 88340"/>
                <a:gd name="csX12" fmla="*/ 39288 w 56057"/>
                <a:gd name="csY12" fmla="*/ 50187 h 88340"/>
                <a:gd name="csX13" fmla="*/ 24637 w 56057"/>
                <a:gd name="csY13" fmla="*/ 45910 h 88340"/>
                <a:gd name="csX14" fmla="*/ 14700 w 56057"/>
                <a:gd name="csY14" fmla="*/ 45910 h 88340"/>
                <a:gd name="csX15" fmla="*/ 14700 w 56057"/>
                <a:gd name="csY15" fmla="*/ 36443 h 88340"/>
                <a:gd name="csX16" fmla="*/ 25081 w 56057"/>
                <a:gd name="csY16" fmla="*/ 36443 h 88340"/>
                <a:gd name="csX17" fmla="*/ 38089 w 56057"/>
                <a:gd name="csY17" fmla="*/ 33078 h 88340"/>
                <a:gd name="csX18" fmla="*/ 42589 w 56057"/>
                <a:gd name="csY18" fmla="*/ 23269 h 88340"/>
                <a:gd name="csX19" fmla="*/ 37925 w 56057"/>
                <a:gd name="csY19" fmla="*/ 13232 h 88340"/>
                <a:gd name="csX20" fmla="*/ 24637 w 56057"/>
                <a:gd name="csY20" fmla="*/ 9696 h 88340"/>
                <a:gd name="csX21" fmla="*/ 14487 w 56057"/>
                <a:gd name="csY21" fmla="*/ 10722 h 88340"/>
                <a:gd name="csX22" fmla="*/ 2562 w 56057"/>
                <a:gd name="csY22" fmla="*/ 13915 h 88340"/>
                <a:gd name="csX23" fmla="*/ 2562 w 56057"/>
                <a:gd name="csY23" fmla="*/ 3651 h 88340"/>
                <a:gd name="csX24" fmla="*/ 14815 w 56057"/>
                <a:gd name="csY24" fmla="*/ 913 h 88340"/>
                <a:gd name="csX25" fmla="*/ 25655 w 56057"/>
                <a:gd name="csY25" fmla="*/ 0 h 88340"/>
                <a:gd name="csX26" fmla="*/ 46416 w 56057"/>
                <a:gd name="csY26" fmla="*/ 5988 h 88340"/>
                <a:gd name="csX27" fmla="*/ 54054 w 56057"/>
                <a:gd name="csY27" fmla="*/ 22072 h 88340"/>
                <a:gd name="csX28" fmla="*/ 50013 w 56057"/>
                <a:gd name="csY28" fmla="*/ 34047 h 88340"/>
                <a:gd name="csX29" fmla="*/ 38483 w 56057"/>
                <a:gd name="csY29" fmla="*/ 40778 h 88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057" h="88340">
                  <a:moveTo>
                    <a:pt x="38483" y="40778"/>
                  </a:moveTo>
                  <a:cubicBezTo>
                    <a:pt x="44002" y="41956"/>
                    <a:pt x="48300" y="44408"/>
                    <a:pt x="51377" y="48134"/>
                  </a:cubicBezTo>
                  <a:cubicBezTo>
                    <a:pt x="54497" y="51859"/>
                    <a:pt x="56057" y="56459"/>
                    <a:pt x="56057" y="61934"/>
                  </a:cubicBezTo>
                  <a:cubicBezTo>
                    <a:pt x="56057" y="70337"/>
                    <a:pt x="53167" y="76839"/>
                    <a:pt x="47385" y="81439"/>
                  </a:cubicBezTo>
                  <a:cubicBezTo>
                    <a:pt x="41604" y="86040"/>
                    <a:pt x="33392" y="88340"/>
                    <a:pt x="22748" y="88340"/>
                  </a:cubicBezTo>
                  <a:cubicBezTo>
                    <a:pt x="19179" y="88340"/>
                    <a:pt x="15488" y="87979"/>
                    <a:pt x="11678" y="87256"/>
                  </a:cubicBezTo>
                  <a:cubicBezTo>
                    <a:pt x="7922" y="86572"/>
                    <a:pt x="4030" y="85526"/>
                    <a:pt x="0" y="84119"/>
                  </a:cubicBezTo>
                  <a:lnTo>
                    <a:pt x="0" y="73000"/>
                  </a:lnTo>
                  <a:cubicBezTo>
                    <a:pt x="3186" y="74862"/>
                    <a:pt x="6679" y="76269"/>
                    <a:pt x="10479" y="77219"/>
                  </a:cubicBezTo>
                  <a:cubicBezTo>
                    <a:pt x="14289" y="78170"/>
                    <a:pt x="18264" y="78645"/>
                    <a:pt x="22403" y="78645"/>
                  </a:cubicBezTo>
                  <a:cubicBezTo>
                    <a:pt x="29630" y="78645"/>
                    <a:pt x="35127" y="77219"/>
                    <a:pt x="38894" y="74368"/>
                  </a:cubicBezTo>
                  <a:cubicBezTo>
                    <a:pt x="42693" y="71517"/>
                    <a:pt x="44593" y="67372"/>
                    <a:pt x="44593" y="61934"/>
                  </a:cubicBezTo>
                  <a:cubicBezTo>
                    <a:pt x="44593" y="56916"/>
                    <a:pt x="42825" y="53000"/>
                    <a:pt x="39288" y="50187"/>
                  </a:cubicBezTo>
                  <a:cubicBezTo>
                    <a:pt x="35784" y="47336"/>
                    <a:pt x="30900" y="45910"/>
                    <a:pt x="24637" y="45910"/>
                  </a:cubicBezTo>
                  <a:lnTo>
                    <a:pt x="14700" y="45910"/>
                  </a:lnTo>
                  <a:lnTo>
                    <a:pt x="14700" y="36443"/>
                  </a:lnTo>
                  <a:lnTo>
                    <a:pt x="25081" y="36443"/>
                  </a:lnTo>
                  <a:cubicBezTo>
                    <a:pt x="30753" y="36443"/>
                    <a:pt x="35089" y="35321"/>
                    <a:pt x="38089" y="33078"/>
                  </a:cubicBezTo>
                  <a:cubicBezTo>
                    <a:pt x="41089" y="30797"/>
                    <a:pt x="42589" y="27527"/>
                    <a:pt x="42589" y="23269"/>
                  </a:cubicBezTo>
                  <a:cubicBezTo>
                    <a:pt x="42589" y="18897"/>
                    <a:pt x="41035" y="15551"/>
                    <a:pt x="37925" y="13232"/>
                  </a:cubicBezTo>
                  <a:cubicBezTo>
                    <a:pt x="34837" y="10874"/>
                    <a:pt x="30408" y="9696"/>
                    <a:pt x="24637" y="9696"/>
                  </a:cubicBezTo>
                  <a:cubicBezTo>
                    <a:pt x="21472" y="9696"/>
                    <a:pt x="18089" y="10038"/>
                    <a:pt x="14487" y="10722"/>
                  </a:cubicBezTo>
                  <a:cubicBezTo>
                    <a:pt x="10873" y="11406"/>
                    <a:pt x="6898" y="12471"/>
                    <a:pt x="2562" y="13915"/>
                  </a:cubicBezTo>
                  <a:lnTo>
                    <a:pt x="2562" y="3651"/>
                  </a:lnTo>
                  <a:cubicBezTo>
                    <a:pt x="6931" y="2434"/>
                    <a:pt x="11015" y="1521"/>
                    <a:pt x="14815" y="913"/>
                  </a:cubicBezTo>
                  <a:cubicBezTo>
                    <a:pt x="18659" y="304"/>
                    <a:pt x="22272" y="0"/>
                    <a:pt x="25655" y="0"/>
                  </a:cubicBezTo>
                  <a:cubicBezTo>
                    <a:pt x="34404" y="0"/>
                    <a:pt x="41324" y="1996"/>
                    <a:pt x="46416" y="5988"/>
                  </a:cubicBezTo>
                  <a:cubicBezTo>
                    <a:pt x="51508" y="9942"/>
                    <a:pt x="54054" y="15303"/>
                    <a:pt x="54054" y="22072"/>
                  </a:cubicBezTo>
                  <a:cubicBezTo>
                    <a:pt x="54054" y="26785"/>
                    <a:pt x="52707" y="30777"/>
                    <a:pt x="50013" y="34047"/>
                  </a:cubicBezTo>
                  <a:cubicBezTo>
                    <a:pt x="47309" y="37279"/>
                    <a:pt x="43465" y="39523"/>
                    <a:pt x="38483" y="40778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97956A3E-1F9F-1725-3C4E-413374492683}"/>
                </a:ext>
              </a:extLst>
            </p:cNvPr>
            <p:cNvSpPr/>
            <p:nvPr/>
          </p:nvSpPr>
          <p:spPr>
            <a:xfrm>
              <a:off x="8578523" y="3135349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549BBB9D-9DB8-094D-E9E2-7465AE7AF475}"/>
                </a:ext>
              </a:extLst>
            </p:cNvPr>
            <p:cNvSpPr/>
            <p:nvPr/>
          </p:nvSpPr>
          <p:spPr>
            <a:xfrm>
              <a:off x="8612161" y="3064689"/>
              <a:ext cx="55088" cy="86799"/>
            </a:xfrm>
            <a:custGeom>
              <a:avLst/>
              <a:gdLst>
                <a:gd name="csX0" fmla="*/ 3597 w 55088"/>
                <a:gd name="csY0" fmla="*/ 0 h 86799"/>
                <a:gd name="csX1" fmla="*/ 48814 w 55088"/>
                <a:gd name="csY1" fmla="*/ 0 h 86799"/>
                <a:gd name="csX2" fmla="*/ 48814 w 55088"/>
                <a:gd name="csY2" fmla="*/ 9696 h 86799"/>
                <a:gd name="csX3" fmla="*/ 14142 w 55088"/>
                <a:gd name="csY3" fmla="*/ 9696 h 86799"/>
                <a:gd name="csX4" fmla="*/ 14142 w 55088"/>
                <a:gd name="csY4" fmla="*/ 30568 h 86799"/>
                <a:gd name="csX5" fmla="*/ 19168 w 55088"/>
                <a:gd name="csY5" fmla="*/ 29313 h 86799"/>
                <a:gd name="csX6" fmla="*/ 24177 w 55088"/>
                <a:gd name="csY6" fmla="*/ 28857 h 86799"/>
                <a:gd name="csX7" fmla="*/ 46761 w 55088"/>
                <a:gd name="csY7" fmla="*/ 36670 h 86799"/>
                <a:gd name="csX8" fmla="*/ 55089 w 55088"/>
                <a:gd name="csY8" fmla="*/ 57828 h 86799"/>
                <a:gd name="csX9" fmla="*/ 46548 w 55088"/>
                <a:gd name="csY9" fmla="*/ 79215 h 86799"/>
                <a:gd name="csX10" fmla="*/ 22420 w 55088"/>
                <a:gd name="csY10" fmla="*/ 86800 h 86799"/>
                <a:gd name="csX11" fmla="*/ 11464 w 55088"/>
                <a:gd name="csY11" fmla="*/ 85887 h 86799"/>
                <a:gd name="csX12" fmla="*/ 0 w 55088"/>
                <a:gd name="csY12" fmla="*/ 83150 h 86799"/>
                <a:gd name="csX13" fmla="*/ 0 w 55088"/>
                <a:gd name="csY13" fmla="*/ 71572 h 86799"/>
                <a:gd name="csX14" fmla="*/ 10610 w 55088"/>
                <a:gd name="csY14" fmla="*/ 75736 h 86799"/>
                <a:gd name="csX15" fmla="*/ 22190 w 55088"/>
                <a:gd name="csY15" fmla="*/ 77104 h 86799"/>
                <a:gd name="csX16" fmla="*/ 37810 w 55088"/>
                <a:gd name="csY16" fmla="*/ 71914 h 86799"/>
                <a:gd name="csX17" fmla="*/ 43575 w 55088"/>
                <a:gd name="csY17" fmla="*/ 57828 h 86799"/>
                <a:gd name="csX18" fmla="*/ 37810 w 55088"/>
                <a:gd name="csY18" fmla="*/ 43742 h 86799"/>
                <a:gd name="csX19" fmla="*/ 22190 w 55088"/>
                <a:gd name="csY19" fmla="*/ 38552 h 86799"/>
                <a:gd name="csX20" fmla="*/ 12943 w 55088"/>
                <a:gd name="csY20" fmla="*/ 39579 h 86799"/>
                <a:gd name="csX21" fmla="*/ 3597 w 55088"/>
                <a:gd name="csY21" fmla="*/ 42772 h 86799"/>
                <a:gd name="csX22" fmla="*/ 3597 w 55088"/>
                <a:gd name="csY22" fmla="*/ 0 h 8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799">
                  <a:moveTo>
                    <a:pt x="3597" y="0"/>
                  </a:moveTo>
                  <a:lnTo>
                    <a:pt x="48814" y="0"/>
                  </a:lnTo>
                  <a:lnTo>
                    <a:pt x="48814" y="9696"/>
                  </a:lnTo>
                  <a:lnTo>
                    <a:pt x="14142" y="9696"/>
                  </a:lnTo>
                  <a:lnTo>
                    <a:pt x="14142" y="30568"/>
                  </a:lnTo>
                  <a:cubicBezTo>
                    <a:pt x="15817" y="29998"/>
                    <a:pt x="17493" y="29579"/>
                    <a:pt x="19168" y="29313"/>
                  </a:cubicBezTo>
                  <a:cubicBezTo>
                    <a:pt x="20843" y="29009"/>
                    <a:pt x="22513" y="28857"/>
                    <a:pt x="24177" y="28857"/>
                  </a:cubicBezTo>
                  <a:cubicBezTo>
                    <a:pt x="33682" y="28857"/>
                    <a:pt x="41210" y="31461"/>
                    <a:pt x="46761" y="36670"/>
                  </a:cubicBezTo>
                  <a:cubicBezTo>
                    <a:pt x="52313" y="41879"/>
                    <a:pt x="55089" y="48931"/>
                    <a:pt x="55089" y="57828"/>
                  </a:cubicBezTo>
                  <a:cubicBezTo>
                    <a:pt x="55089" y="66991"/>
                    <a:pt x="52242" y="74120"/>
                    <a:pt x="46548" y="79215"/>
                  </a:cubicBezTo>
                  <a:cubicBezTo>
                    <a:pt x="40843" y="84271"/>
                    <a:pt x="32800" y="86800"/>
                    <a:pt x="22420" y="86800"/>
                  </a:cubicBezTo>
                  <a:cubicBezTo>
                    <a:pt x="18840" y="86800"/>
                    <a:pt x="15188" y="86495"/>
                    <a:pt x="11464" y="85887"/>
                  </a:cubicBezTo>
                  <a:cubicBezTo>
                    <a:pt x="7774" y="85279"/>
                    <a:pt x="3953" y="84367"/>
                    <a:pt x="0" y="83150"/>
                  </a:cubicBezTo>
                  <a:lnTo>
                    <a:pt x="0" y="71572"/>
                  </a:lnTo>
                  <a:cubicBezTo>
                    <a:pt x="3427" y="73435"/>
                    <a:pt x="6964" y="74823"/>
                    <a:pt x="10610" y="75736"/>
                  </a:cubicBezTo>
                  <a:cubicBezTo>
                    <a:pt x="14257" y="76648"/>
                    <a:pt x="18117" y="77104"/>
                    <a:pt x="22190" y="77104"/>
                  </a:cubicBezTo>
                  <a:cubicBezTo>
                    <a:pt x="28771" y="77104"/>
                    <a:pt x="33977" y="75374"/>
                    <a:pt x="37810" y="71914"/>
                  </a:cubicBezTo>
                  <a:cubicBezTo>
                    <a:pt x="41653" y="68455"/>
                    <a:pt x="43575" y="63760"/>
                    <a:pt x="43575" y="57828"/>
                  </a:cubicBezTo>
                  <a:cubicBezTo>
                    <a:pt x="43575" y="51897"/>
                    <a:pt x="41653" y="47201"/>
                    <a:pt x="37810" y="43742"/>
                  </a:cubicBezTo>
                  <a:cubicBezTo>
                    <a:pt x="33977" y="40282"/>
                    <a:pt x="28771" y="38552"/>
                    <a:pt x="22190" y="38552"/>
                  </a:cubicBezTo>
                  <a:cubicBezTo>
                    <a:pt x="19113" y="38552"/>
                    <a:pt x="16031" y="38894"/>
                    <a:pt x="12943" y="39579"/>
                  </a:cubicBezTo>
                  <a:cubicBezTo>
                    <a:pt x="9910" y="40263"/>
                    <a:pt x="6794" y="41327"/>
                    <a:pt x="3597" y="4277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78C85C26-8FB0-6482-D7B8-05E86E2F2DD6}"/>
                </a:ext>
              </a:extLst>
            </p:cNvPr>
            <p:cNvSpPr/>
            <p:nvPr/>
          </p:nvSpPr>
          <p:spPr>
            <a:xfrm>
              <a:off x="8441491" y="3116202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3D9F6AD3-25FE-3852-5B92-99DFB865B05C}"/>
                </a:ext>
              </a:extLst>
            </p:cNvPr>
            <p:cNvSpPr/>
            <p:nvPr/>
          </p:nvSpPr>
          <p:spPr>
            <a:xfrm>
              <a:off x="8500620" y="2831222"/>
              <a:ext cx="62036" cy="85145"/>
            </a:xfrm>
            <a:custGeom>
              <a:avLst/>
              <a:gdLst>
                <a:gd name="csX0" fmla="*/ 38434 w 62036"/>
                <a:gd name="csY0" fmla="*/ 10037 h 85145"/>
                <a:gd name="csX1" fmla="*/ 9346 w 62036"/>
                <a:gd name="csY1" fmla="*/ 55489 h 85145"/>
                <a:gd name="csX2" fmla="*/ 38434 w 62036"/>
                <a:gd name="csY2" fmla="*/ 55489 h 85145"/>
                <a:gd name="csX3" fmla="*/ 38434 w 62036"/>
                <a:gd name="csY3" fmla="*/ 10037 h 85145"/>
                <a:gd name="csX4" fmla="*/ 35412 w 62036"/>
                <a:gd name="csY4" fmla="*/ 0 h 85145"/>
                <a:gd name="csX5" fmla="*/ 49898 w 62036"/>
                <a:gd name="csY5" fmla="*/ 0 h 85145"/>
                <a:gd name="csX6" fmla="*/ 49898 w 62036"/>
                <a:gd name="csY6" fmla="*/ 55489 h 85145"/>
                <a:gd name="csX7" fmla="*/ 62036 w 62036"/>
                <a:gd name="csY7" fmla="*/ 55489 h 85145"/>
                <a:gd name="csX8" fmla="*/ 62036 w 62036"/>
                <a:gd name="csY8" fmla="*/ 65070 h 85145"/>
                <a:gd name="csX9" fmla="*/ 49898 w 62036"/>
                <a:gd name="csY9" fmla="*/ 65070 h 85145"/>
                <a:gd name="csX10" fmla="*/ 49898 w 62036"/>
                <a:gd name="csY10" fmla="*/ 85146 h 85145"/>
                <a:gd name="csX11" fmla="*/ 38434 w 62036"/>
                <a:gd name="csY11" fmla="*/ 85146 h 85145"/>
                <a:gd name="csX12" fmla="*/ 38434 w 62036"/>
                <a:gd name="csY12" fmla="*/ 65070 h 85145"/>
                <a:gd name="csX13" fmla="*/ 0 w 62036"/>
                <a:gd name="csY13" fmla="*/ 65070 h 85145"/>
                <a:gd name="csX14" fmla="*/ 0 w 62036"/>
                <a:gd name="csY14" fmla="*/ 53950 h 85145"/>
                <a:gd name="csX15" fmla="*/ 35412 w 62036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36" h="85145">
                  <a:moveTo>
                    <a:pt x="38434" y="10037"/>
                  </a:moveTo>
                  <a:lnTo>
                    <a:pt x="9346" y="55489"/>
                  </a:lnTo>
                  <a:lnTo>
                    <a:pt x="38434" y="55489"/>
                  </a:lnTo>
                  <a:lnTo>
                    <a:pt x="38434" y="10037"/>
                  </a:lnTo>
                  <a:moveTo>
                    <a:pt x="35412" y="0"/>
                  </a:moveTo>
                  <a:lnTo>
                    <a:pt x="49898" y="0"/>
                  </a:lnTo>
                  <a:lnTo>
                    <a:pt x="49898" y="55489"/>
                  </a:lnTo>
                  <a:lnTo>
                    <a:pt x="62036" y="55489"/>
                  </a:lnTo>
                  <a:lnTo>
                    <a:pt x="62036" y="65070"/>
                  </a:lnTo>
                  <a:lnTo>
                    <a:pt x="49898" y="65070"/>
                  </a:lnTo>
                  <a:lnTo>
                    <a:pt x="49898" y="85146"/>
                  </a:lnTo>
                  <a:lnTo>
                    <a:pt x="38434" y="85146"/>
                  </a:lnTo>
                  <a:lnTo>
                    <a:pt x="38434" y="65070"/>
                  </a:lnTo>
                  <a:lnTo>
                    <a:pt x="0" y="65070"/>
                  </a:lnTo>
                  <a:lnTo>
                    <a:pt x="0" y="53950"/>
                  </a:lnTo>
                  <a:lnTo>
                    <a:pt x="35412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4D109EA5-E971-C327-7372-EAD2A393370B}"/>
                </a:ext>
              </a:extLst>
            </p:cNvPr>
            <p:cNvSpPr/>
            <p:nvPr/>
          </p:nvSpPr>
          <p:spPr>
            <a:xfrm>
              <a:off x="8581709" y="2901881"/>
              <a:ext cx="12039" cy="14486"/>
            </a:xfrm>
            <a:custGeom>
              <a:avLst/>
              <a:gdLst>
                <a:gd name="csX0" fmla="*/ 0 w 12039"/>
                <a:gd name="csY0" fmla="*/ 0 h 14486"/>
                <a:gd name="csX1" fmla="*/ 12039 w 12039"/>
                <a:gd name="csY1" fmla="*/ 0 h 14486"/>
                <a:gd name="csX2" fmla="*/ 12039 w 12039"/>
                <a:gd name="csY2" fmla="*/ 14487 h 14486"/>
                <a:gd name="csX3" fmla="*/ 0 w 12039"/>
                <a:gd name="csY3" fmla="*/ 14487 h 14486"/>
                <a:gd name="csX4" fmla="*/ 0 w 12039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6">
                  <a:moveTo>
                    <a:pt x="0" y="0"/>
                  </a:moveTo>
                  <a:lnTo>
                    <a:pt x="12039" y="0"/>
                  </a:lnTo>
                  <a:lnTo>
                    <a:pt x="12039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1B97DC9F-FF72-9EC2-589A-76E3F445F249}"/>
                </a:ext>
              </a:extLst>
            </p:cNvPr>
            <p:cNvSpPr/>
            <p:nvPr/>
          </p:nvSpPr>
          <p:spPr>
            <a:xfrm>
              <a:off x="8614050" y="2829681"/>
              <a:ext cx="58849" cy="88338"/>
            </a:xfrm>
            <a:custGeom>
              <a:avLst/>
              <a:gdLst>
                <a:gd name="csX0" fmla="*/ 29417 w 58849"/>
                <a:gd name="csY0" fmla="*/ 9126 h 88338"/>
                <a:gd name="csX1" fmla="*/ 16014 w 58849"/>
                <a:gd name="csY1" fmla="*/ 17908 h 88338"/>
                <a:gd name="csX2" fmla="*/ 11580 w 58849"/>
                <a:gd name="csY2" fmla="*/ 44199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9 h 88338"/>
                <a:gd name="csX7" fmla="*/ 42819 w 58849"/>
                <a:gd name="csY7" fmla="*/ 17908 h 88338"/>
                <a:gd name="csX8" fmla="*/ 29417 w 58849"/>
                <a:gd name="csY8" fmla="*/ 9126 h 88338"/>
                <a:gd name="csX9" fmla="*/ 29417 w 58849"/>
                <a:gd name="csY9" fmla="*/ 0 h 88338"/>
                <a:gd name="csX10" fmla="*/ 51262 w 58849"/>
                <a:gd name="csY10" fmla="*/ 11349 h 88338"/>
                <a:gd name="csX11" fmla="*/ 58850 w 58849"/>
                <a:gd name="csY11" fmla="*/ 44199 h 88338"/>
                <a:gd name="csX12" fmla="*/ 51262 w 58849"/>
                <a:gd name="csY12" fmla="*/ 77048 h 88338"/>
                <a:gd name="csX13" fmla="*/ 29417 w 58849"/>
                <a:gd name="csY13" fmla="*/ 88339 h 88338"/>
                <a:gd name="csX14" fmla="*/ 7522 w 58849"/>
                <a:gd name="csY14" fmla="*/ 77048 h 88338"/>
                <a:gd name="csX15" fmla="*/ 0 w 58849"/>
                <a:gd name="csY15" fmla="*/ 44199 h 88338"/>
                <a:gd name="csX16" fmla="*/ 7522 w 58849"/>
                <a:gd name="csY16" fmla="*/ 11349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6"/>
                  </a:moveTo>
                  <a:cubicBezTo>
                    <a:pt x="23493" y="9126"/>
                    <a:pt x="19025" y="12053"/>
                    <a:pt x="16014" y="17908"/>
                  </a:cubicBezTo>
                  <a:cubicBezTo>
                    <a:pt x="13058" y="23724"/>
                    <a:pt x="11580" y="32488"/>
                    <a:pt x="11580" y="44199"/>
                  </a:cubicBezTo>
                  <a:cubicBezTo>
                    <a:pt x="11580" y="55870"/>
                    <a:pt x="13058" y="64633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95" y="79215"/>
                    <a:pt x="39863" y="76306"/>
                    <a:pt x="42819" y="70488"/>
                  </a:cubicBezTo>
                  <a:cubicBezTo>
                    <a:pt x="45830" y="64633"/>
                    <a:pt x="47336" y="55870"/>
                    <a:pt x="47336" y="44199"/>
                  </a:cubicBezTo>
                  <a:cubicBezTo>
                    <a:pt x="47336" y="32488"/>
                    <a:pt x="45830" y="23724"/>
                    <a:pt x="42819" y="17908"/>
                  </a:cubicBezTo>
                  <a:cubicBezTo>
                    <a:pt x="39862" y="12053"/>
                    <a:pt x="35395" y="9126"/>
                    <a:pt x="29417" y="9126"/>
                  </a:cubicBezTo>
                  <a:moveTo>
                    <a:pt x="29417" y="0"/>
                  </a:moveTo>
                  <a:cubicBezTo>
                    <a:pt x="38965" y="0"/>
                    <a:pt x="46246" y="3783"/>
                    <a:pt x="51262" y="11349"/>
                  </a:cubicBezTo>
                  <a:cubicBezTo>
                    <a:pt x="56320" y="18877"/>
                    <a:pt x="58850" y="29827"/>
                    <a:pt x="58850" y="44199"/>
                  </a:cubicBezTo>
                  <a:cubicBezTo>
                    <a:pt x="58850" y="58532"/>
                    <a:pt x="56320" y="69482"/>
                    <a:pt x="51262" y="77048"/>
                  </a:cubicBezTo>
                  <a:cubicBezTo>
                    <a:pt x="46246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2" y="77048"/>
                  </a:cubicBezTo>
                  <a:cubicBezTo>
                    <a:pt x="2507" y="69482"/>
                    <a:pt x="0" y="58532"/>
                    <a:pt x="0" y="44199"/>
                  </a:cubicBezTo>
                  <a:cubicBezTo>
                    <a:pt x="0" y="29827"/>
                    <a:pt x="2507" y="18877"/>
                    <a:pt x="7522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BCBF7FEA-0D46-7816-AF2B-60A9EAF0CF0F}"/>
                </a:ext>
              </a:extLst>
            </p:cNvPr>
            <p:cNvSpPr/>
            <p:nvPr/>
          </p:nvSpPr>
          <p:spPr>
            <a:xfrm>
              <a:off x="8441491" y="2882735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95337ED2-2C8A-B5A9-661D-810BA5B615FE}"/>
                </a:ext>
              </a:extLst>
            </p:cNvPr>
            <p:cNvSpPr/>
            <p:nvPr/>
          </p:nvSpPr>
          <p:spPr>
            <a:xfrm>
              <a:off x="8500620" y="2597753"/>
              <a:ext cx="62036" cy="85145"/>
            </a:xfrm>
            <a:custGeom>
              <a:avLst/>
              <a:gdLst>
                <a:gd name="csX0" fmla="*/ 38434 w 62036"/>
                <a:gd name="csY0" fmla="*/ 10037 h 85145"/>
                <a:gd name="csX1" fmla="*/ 9346 w 62036"/>
                <a:gd name="csY1" fmla="*/ 55490 h 85145"/>
                <a:gd name="csX2" fmla="*/ 38434 w 62036"/>
                <a:gd name="csY2" fmla="*/ 55490 h 85145"/>
                <a:gd name="csX3" fmla="*/ 38434 w 62036"/>
                <a:gd name="csY3" fmla="*/ 10037 h 85145"/>
                <a:gd name="csX4" fmla="*/ 35412 w 62036"/>
                <a:gd name="csY4" fmla="*/ 0 h 85145"/>
                <a:gd name="csX5" fmla="*/ 49898 w 62036"/>
                <a:gd name="csY5" fmla="*/ 0 h 85145"/>
                <a:gd name="csX6" fmla="*/ 49898 w 62036"/>
                <a:gd name="csY6" fmla="*/ 55490 h 85145"/>
                <a:gd name="csX7" fmla="*/ 62036 w 62036"/>
                <a:gd name="csY7" fmla="*/ 55490 h 85145"/>
                <a:gd name="csX8" fmla="*/ 62036 w 62036"/>
                <a:gd name="csY8" fmla="*/ 65071 h 85145"/>
                <a:gd name="csX9" fmla="*/ 49898 w 62036"/>
                <a:gd name="csY9" fmla="*/ 65071 h 85145"/>
                <a:gd name="csX10" fmla="*/ 49898 w 62036"/>
                <a:gd name="csY10" fmla="*/ 85145 h 85145"/>
                <a:gd name="csX11" fmla="*/ 38434 w 62036"/>
                <a:gd name="csY11" fmla="*/ 85145 h 85145"/>
                <a:gd name="csX12" fmla="*/ 38434 w 62036"/>
                <a:gd name="csY12" fmla="*/ 65071 h 85145"/>
                <a:gd name="csX13" fmla="*/ 0 w 62036"/>
                <a:gd name="csY13" fmla="*/ 65071 h 85145"/>
                <a:gd name="csX14" fmla="*/ 0 w 62036"/>
                <a:gd name="csY14" fmla="*/ 53950 h 85145"/>
                <a:gd name="csX15" fmla="*/ 35412 w 62036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36" h="85145">
                  <a:moveTo>
                    <a:pt x="38434" y="10037"/>
                  </a:moveTo>
                  <a:lnTo>
                    <a:pt x="9346" y="55490"/>
                  </a:lnTo>
                  <a:lnTo>
                    <a:pt x="38434" y="55490"/>
                  </a:lnTo>
                  <a:lnTo>
                    <a:pt x="38434" y="10037"/>
                  </a:lnTo>
                  <a:moveTo>
                    <a:pt x="35412" y="0"/>
                  </a:moveTo>
                  <a:lnTo>
                    <a:pt x="49898" y="0"/>
                  </a:lnTo>
                  <a:lnTo>
                    <a:pt x="49898" y="55490"/>
                  </a:lnTo>
                  <a:lnTo>
                    <a:pt x="62036" y="55490"/>
                  </a:lnTo>
                  <a:lnTo>
                    <a:pt x="62036" y="65071"/>
                  </a:lnTo>
                  <a:lnTo>
                    <a:pt x="49898" y="65071"/>
                  </a:lnTo>
                  <a:lnTo>
                    <a:pt x="49898" y="85145"/>
                  </a:lnTo>
                  <a:lnTo>
                    <a:pt x="38434" y="85145"/>
                  </a:lnTo>
                  <a:lnTo>
                    <a:pt x="38434" y="65071"/>
                  </a:lnTo>
                  <a:lnTo>
                    <a:pt x="0" y="65071"/>
                  </a:lnTo>
                  <a:lnTo>
                    <a:pt x="0" y="53950"/>
                  </a:lnTo>
                  <a:lnTo>
                    <a:pt x="35412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C6556A1F-1B3E-3B73-897D-8B045AA77C1B}"/>
                </a:ext>
              </a:extLst>
            </p:cNvPr>
            <p:cNvSpPr/>
            <p:nvPr/>
          </p:nvSpPr>
          <p:spPr>
            <a:xfrm>
              <a:off x="8581709" y="2668414"/>
              <a:ext cx="12039" cy="14484"/>
            </a:xfrm>
            <a:custGeom>
              <a:avLst/>
              <a:gdLst>
                <a:gd name="csX0" fmla="*/ 0 w 12039"/>
                <a:gd name="csY0" fmla="*/ 0 h 14484"/>
                <a:gd name="csX1" fmla="*/ 12039 w 12039"/>
                <a:gd name="csY1" fmla="*/ 0 h 14484"/>
                <a:gd name="csX2" fmla="*/ 12039 w 12039"/>
                <a:gd name="csY2" fmla="*/ 14485 h 14484"/>
                <a:gd name="csX3" fmla="*/ 0 w 12039"/>
                <a:gd name="csY3" fmla="*/ 14485 h 14484"/>
                <a:gd name="csX4" fmla="*/ 0 w 12039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4">
                  <a:moveTo>
                    <a:pt x="0" y="0"/>
                  </a:moveTo>
                  <a:lnTo>
                    <a:pt x="12039" y="0"/>
                  </a:lnTo>
                  <a:lnTo>
                    <a:pt x="12039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293AFFDE-217D-B326-1CD8-838E7C1CB7B0}"/>
                </a:ext>
              </a:extLst>
            </p:cNvPr>
            <p:cNvSpPr/>
            <p:nvPr/>
          </p:nvSpPr>
          <p:spPr>
            <a:xfrm>
              <a:off x="8615364" y="2597753"/>
              <a:ext cx="55088" cy="86799"/>
            </a:xfrm>
            <a:custGeom>
              <a:avLst/>
              <a:gdLst>
                <a:gd name="csX0" fmla="*/ 3580 w 55088"/>
                <a:gd name="csY0" fmla="*/ 0 h 86799"/>
                <a:gd name="csX1" fmla="*/ 48814 w 55088"/>
                <a:gd name="csY1" fmla="*/ 0 h 86799"/>
                <a:gd name="csX2" fmla="*/ 48814 w 55088"/>
                <a:gd name="csY2" fmla="*/ 9695 h 86799"/>
                <a:gd name="csX3" fmla="*/ 14141 w 55088"/>
                <a:gd name="csY3" fmla="*/ 9695 h 86799"/>
                <a:gd name="csX4" fmla="*/ 14141 w 55088"/>
                <a:gd name="csY4" fmla="*/ 30568 h 86799"/>
                <a:gd name="csX5" fmla="*/ 19151 w 55088"/>
                <a:gd name="csY5" fmla="*/ 29313 h 86799"/>
                <a:gd name="csX6" fmla="*/ 24177 w 55088"/>
                <a:gd name="csY6" fmla="*/ 28857 h 86799"/>
                <a:gd name="csX7" fmla="*/ 46761 w 55088"/>
                <a:gd name="csY7" fmla="*/ 36671 h 86799"/>
                <a:gd name="csX8" fmla="*/ 55088 w 55088"/>
                <a:gd name="csY8" fmla="*/ 57828 h 86799"/>
                <a:gd name="csX9" fmla="*/ 46531 w 55088"/>
                <a:gd name="csY9" fmla="*/ 79214 h 86799"/>
                <a:gd name="csX10" fmla="*/ 22403 w 55088"/>
                <a:gd name="csY10" fmla="*/ 86799 h 86799"/>
                <a:gd name="csX11" fmla="*/ 11464 w 55088"/>
                <a:gd name="csY11" fmla="*/ 85888 h 86799"/>
                <a:gd name="csX12" fmla="*/ 0 w 55088"/>
                <a:gd name="csY12" fmla="*/ 83150 h 86799"/>
                <a:gd name="csX13" fmla="*/ 0 w 55088"/>
                <a:gd name="csY13" fmla="*/ 71572 h 86799"/>
                <a:gd name="csX14" fmla="*/ 10594 w 55088"/>
                <a:gd name="csY14" fmla="*/ 75736 h 86799"/>
                <a:gd name="csX15" fmla="*/ 22173 w 55088"/>
                <a:gd name="csY15" fmla="*/ 77104 h 86799"/>
                <a:gd name="csX16" fmla="*/ 37809 w 55088"/>
                <a:gd name="csY16" fmla="*/ 71915 h 86799"/>
                <a:gd name="csX17" fmla="*/ 43558 w 55088"/>
                <a:gd name="csY17" fmla="*/ 57828 h 86799"/>
                <a:gd name="csX18" fmla="*/ 37809 w 55088"/>
                <a:gd name="csY18" fmla="*/ 43742 h 86799"/>
                <a:gd name="csX19" fmla="*/ 22173 w 55088"/>
                <a:gd name="csY19" fmla="*/ 38552 h 86799"/>
                <a:gd name="csX20" fmla="*/ 12942 w 55088"/>
                <a:gd name="csY20" fmla="*/ 39578 h 86799"/>
                <a:gd name="csX21" fmla="*/ 3580 w 55088"/>
                <a:gd name="csY21" fmla="*/ 42773 h 86799"/>
                <a:gd name="csX22" fmla="*/ 3580 w 55088"/>
                <a:gd name="csY22" fmla="*/ 0 h 8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799">
                  <a:moveTo>
                    <a:pt x="3580" y="0"/>
                  </a:moveTo>
                  <a:lnTo>
                    <a:pt x="48814" y="0"/>
                  </a:lnTo>
                  <a:lnTo>
                    <a:pt x="48814" y="9695"/>
                  </a:lnTo>
                  <a:lnTo>
                    <a:pt x="14141" y="9695"/>
                  </a:lnTo>
                  <a:lnTo>
                    <a:pt x="14141" y="30568"/>
                  </a:lnTo>
                  <a:cubicBezTo>
                    <a:pt x="15817" y="29997"/>
                    <a:pt x="17487" y="29579"/>
                    <a:pt x="19151" y="29313"/>
                  </a:cubicBezTo>
                  <a:cubicBezTo>
                    <a:pt x="20826" y="29009"/>
                    <a:pt x="22502" y="28857"/>
                    <a:pt x="24177" y="28857"/>
                  </a:cubicBezTo>
                  <a:cubicBezTo>
                    <a:pt x="33682" y="28857"/>
                    <a:pt x="41209" y="31462"/>
                    <a:pt x="46761" y="36671"/>
                  </a:cubicBezTo>
                  <a:cubicBezTo>
                    <a:pt x="52313" y="41879"/>
                    <a:pt x="55088" y="48931"/>
                    <a:pt x="55088" y="57828"/>
                  </a:cubicBezTo>
                  <a:cubicBezTo>
                    <a:pt x="55088" y="66990"/>
                    <a:pt x="52236" y="74119"/>
                    <a:pt x="46531" y="79214"/>
                  </a:cubicBezTo>
                  <a:cubicBezTo>
                    <a:pt x="40826" y="84271"/>
                    <a:pt x="32784" y="86799"/>
                    <a:pt x="22403" y="86799"/>
                  </a:cubicBezTo>
                  <a:cubicBezTo>
                    <a:pt x="18833" y="86799"/>
                    <a:pt x="15187" y="86495"/>
                    <a:pt x="11464" y="85888"/>
                  </a:cubicBezTo>
                  <a:cubicBezTo>
                    <a:pt x="7774" y="85279"/>
                    <a:pt x="3953" y="84366"/>
                    <a:pt x="0" y="83150"/>
                  </a:cubicBezTo>
                  <a:lnTo>
                    <a:pt x="0" y="71572"/>
                  </a:lnTo>
                  <a:cubicBezTo>
                    <a:pt x="3416" y="73436"/>
                    <a:pt x="6948" y="74823"/>
                    <a:pt x="10594" y="75736"/>
                  </a:cubicBezTo>
                  <a:cubicBezTo>
                    <a:pt x="14251" y="76648"/>
                    <a:pt x="18111" y="77104"/>
                    <a:pt x="22173" y="77104"/>
                  </a:cubicBezTo>
                  <a:cubicBezTo>
                    <a:pt x="28754" y="77104"/>
                    <a:pt x="33966" y="75374"/>
                    <a:pt x="37809" y="71915"/>
                  </a:cubicBezTo>
                  <a:cubicBezTo>
                    <a:pt x="41642" y="68455"/>
                    <a:pt x="43558" y="63759"/>
                    <a:pt x="43558" y="57828"/>
                  </a:cubicBezTo>
                  <a:cubicBezTo>
                    <a:pt x="43558" y="51897"/>
                    <a:pt x="41642" y="47202"/>
                    <a:pt x="37809" y="43742"/>
                  </a:cubicBezTo>
                  <a:cubicBezTo>
                    <a:pt x="33966" y="40282"/>
                    <a:pt x="28754" y="38552"/>
                    <a:pt x="22173" y="38552"/>
                  </a:cubicBezTo>
                  <a:cubicBezTo>
                    <a:pt x="19097" y="38552"/>
                    <a:pt x="16019" y="38894"/>
                    <a:pt x="12942" y="39578"/>
                  </a:cubicBezTo>
                  <a:cubicBezTo>
                    <a:pt x="9899" y="40263"/>
                    <a:pt x="6778" y="41327"/>
                    <a:pt x="3580" y="42773"/>
                  </a:cubicBezTo>
                  <a:lnTo>
                    <a:pt x="358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13F5FED4-2EAE-2AEF-62B1-E867152B092D}"/>
                </a:ext>
              </a:extLst>
            </p:cNvPr>
            <p:cNvSpPr/>
            <p:nvPr/>
          </p:nvSpPr>
          <p:spPr>
            <a:xfrm>
              <a:off x="8441491" y="2649266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82DC12F5-69C9-A60C-0C47-B55E2528A64C}"/>
                </a:ext>
              </a:extLst>
            </p:cNvPr>
            <p:cNvSpPr/>
            <p:nvPr/>
          </p:nvSpPr>
          <p:spPr>
            <a:xfrm>
              <a:off x="8441491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E3223B3B-3416-A6C1-BECC-6745DDD1E373}"/>
              </a:ext>
            </a:extLst>
          </p:cNvPr>
          <p:cNvGrpSpPr/>
          <p:nvPr/>
        </p:nvGrpSpPr>
        <p:grpSpPr>
          <a:xfrm>
            <a:off x="4019259" y="2539810"/>
            <a:ext cx="348482" cy="2210767"/>
            <a:chOff x="4019259" y="2539810"/>
            <a:chExt cx="348482" cy="2210767"/>
          </a:xfrm>
        </p:grpSpPr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946EA3C2-F32F-8261-D0C8-3418037C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019259" y="2539810"/>
              <a:ext cx="118258" cy="2210767"/>
            </a:xfrm>
            <a:custGeom>
              <a:avLst/>
              <a:gdLst>
                <a:gd name="csX0" fmla="*/ 2161 w 118258"/>
                <a:gd name="csY0" fmla="*/ 47 h 2210767"/>
                <a:gd name="csX1" fmla="*/ 120419 w 118258"/>
                <a:gd name="csY1" fmla="*/ 47 h 2210767"/>
                <a:gd name="csX2" fmla="*/ 120419 w 118258"/>
                <a:gd name="csY2" fmla="*/ 2210814 h 2210767"/>
                <a:gd name="csX3" fmla="*/ 2161 w 118258"/>
                <a:gd name="csY3" fmla="*/ 2210814 h 221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258" h="2210767">
                  <a:moveTo>
                    <a:pt x="2161" y="47"/>
                  </a:moveTo>
                  <a:lnTo>
                    <a:pt x="120419" y="47"/>
                  </a:lnTo>
                  <a:lnTo>
                    <a:pt x="120419" y="2210814"/>
                  </a:lnTo>
                  <a:lnTo>
                    <a:pt x="2161" y="2210814"/>
                  </a:lnTo>
                  <a:close/>
                </a:path>
              </a:pathLst>
            </a:custGeom>
          </p:spPr>
        </p:pic>
        <p:sp>
          <p:nvSpPr>
            <p:cNvPr id="287" name="Freeform 286">
              <a:extLst>
                <a:ext uri="{FF2B5EF4-FFF2-40B4-BE49-F238E27FC236}">
                  <a16:creationId xmlns:a16="http://schemas.microsoft.com/office/drawing/2014/main" id="{F2F2CEDC-FA87-0303-545A-AD5A39A6F654}"/>
                </a:ext>
              </a:extLst>
            </p:cNvPr>
            <p:cNvSpPr/>
            <p:nvPr/>
          </p:nvSpPr>
          <p:spPr>
            <a:xfrm>
              <a:off x="4196251" y="4429539"/>
              <a:ext cx="58849" cy="88331"/>
            </a:xfrm>
            <a:custGeom>
              <a:avLst/>
              <a:gdLst>
                <a:gd name="csX0" fmla="*/ 29417 w 58849"/>
                <a:gd name="csY0" fmla="*/ 9116 h 88331"/>
                <a:gd name="csX1" fmla="*/ 16014 w 58849"/>
                <a:gd name="csY1" fmla="*/ 17903 h 88331"/>
                <a:gd name="csX2" fmla="*/ 11563 w 58849"/>
                <a:gd name="csY2" fmla="*/ 44199 h 88331"/>
                <a:gd name="csX3" fmla="*/ 16014 w 58849"/>
                <a:gd name="csY3" fmla="*/ 70478 h 88331"/>
                <a:gd name="csX4" fmla="*/ 29417 w 58849"/>
                <a:gd name="csY4" fmla="*/ 79200 h 88331"/>
                <a:gd name="csX5" fmla="*/ 42819 w 58849"/>
                <a:gd name="csY5" fmla="*/ 70478 h 88331"/>
                <a:gd name="csX6" fmla="*/ 47336 w 58849"/>
                <a:gd name="csY6" fmla="*/ 44199 h 88331"/>
                <a:gd name="csX7" fmla="*/ 42819 w 58849"/>
                <a:gd name="csY7" fmla="*/ 17903 h 88331"/>
                <a:gd name="csX8" fmla="*/ 29417 w 58849"/>
                <a:gd name="csY8" fmla="*/ 9116 h 88331"/>
                <a:gd name="csX9" fmla="*/ 29417 w 58849"/>
                <a:gd name="csY9" fmla="*/ 0 h 88331"/>
                <a:gd name="csX10" fmla="*/ 51262 w 58849"/>
                <a:gd name="csY10" fmla="*/ 11349 h 88331"/>
                <a:gd name="csX11" fmla="*/ 58850 w 58849"/>
                <a:gd name="csY11" fmla="*/ 44199 h 88331"/>
                <a:gd name="csX12" fmla="*/ 51262 w 58849"/>
                <a:gd name="csY12" fmla="*/ 77048 h 88331"/>
                <a:gd name="csX13" fmla="*/ 29417 w 58849"/>
                <a:gd name="csY13" fmla="*/ 88332 h 88331"/>
                <a:gd name="csX14" fmla="*/ 7523 w 58849"/>
                <a:gd name="csY14" fmla="*/ 77048 h 88331"/>
                <a:gd name="csX15" fmla="*/ 0 w 58849"/>
                <a:gd name="csY15" fmla="*/ 44199 h 88331"/>
                <a:gd name="csX16" fmla="*/ 7523 w 58849"/>
                <a:gd name="csY16" fmla="*/ 11349 h 88331"/>
                <a:gd name="csX17" fmla="*/ 29417 w 58849"/>
                <a:gd name="csY17" fmla="*/ 0 h 88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1">
                  <a:moveTo>
                    <a:pt x="29417" y="9116"/>
                  </a:moveTo>
                  <a:cubicBezTo>
                    <a:pt x="23493" y="9116"/>
                    <a:pt x="19025" y="12045"/>
                    <a:pt x="16014" y="17903"/>
                  </a:cubicBezTo>
                  <a:cubicBezTo>
                    <a:pt x="13047" y="23717"/>
                    <a:pt x="11563" y="32483"/>
                    <a:pt x="11563" y="44199"/>
                  </a:cubicBezTo>
                  <a:cubicBezTo>
                    <a:pt x="11563" y="55860"/>
                    <a:pt x="13047" y="64620"/>
                    <a:pt x="16014" y="70478"/>
                  </a:cubicBezTo>
                  <a:cubicBezTo>
                    <a:pt x="19025" y="76293"/>
                    <a:pt x="23493" y="79200"/>
                    <a:pt x="29417" y="79200"/>
                  </a:cubicBezTo>
                  <a:cubicBezTo>
                    <a:pt x="35384" y="79200"/>
                    <a:pt x="39852" y="76293"/>
                    <a:pt x="42819" y="70478"/>
                  </a:cubicBezTo>
                  <a:cubicBezTo>
                    <a:pt x="45830" y="64620"/>
                    <a:pt x="47336" y="55860"/>
                    <a:pt x="47336" y="44199"/>
                  </a:cubicBezTo>
                  <a:cubicBezTo>
                    <a:pt x="47336" y="32483"/>
                    <a:pt x="45830" y="23717"/>
                    <a:pt x="42819" y="17903"/>
                  </a:cubicBezTo>
                  <a:cubicBezTo>
                    <a:pt x="39852" y="12045"/>
                    <a:pt x="35384" y="9116"/>
                    <a:pt x="29417" y="9116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9"/>
                  </a:cubicBezTo>
                  <a:cubicBezTo>
                    <a:pt x="56320" y="18872"/>
                    <a:pt x="58850" y="29822"/>
                    <a:pt x="58850" y="44199"/>
                  </a:cubicBezTo>
                  <a:cubicBezTo>
                    <a:pt x="58850" y="58532"/>
                    <a:pt x="56320" y="69482"/>
                    <a:pt x="51262" y="77048"/>
                  </a:cubicBezTo>
                  <a:cubicBezTo>
                    <a:pt x="46247" y="84571"/>
                    <a:pt x="38965" y="88332"/>
                    <a:pt x="29417" y="88332"/>
                  </a:cubicBezTo>
                  <a:cubicBezTo>
                    <a:pt x="19879" y="88332"/>
                    <a:pt x="12581" y="84571"/>
                    <a:pt x="7523" y="77048"/>
                  </a:cubicBezTo>
                  <a:cubicBezTo>
                    <a:pt x="2507" y="69482"/>
                    <a:pt x="0" y="58532"/>
                    <a:pt x="0" y="44199"/>
                  </a:cubicBezTo>
                  <a:cubicBezTo>
                    <a:pt x="0" y="29822"/>
                    <a:pt x="2507" y="18872"/>
                    <a:pt x="7523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C1B45E5E-0423-9376-5F1E-F0CDD2660A5A}"/>
                </a:ext>
              </a:extLst>
            </p:cNvPr>
            <p:cNvSpPr/>
            <p:nvPr/>
          </p:nvSpPr>
          <p:spPr>
            <a:xfrm>
              <a:off x="4275353" y="4501726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24119F59-B78E-7588-89E7-4A0F13EC8160}"/>
                </a:ext>
              </a:extLst>
            </p:cNvPr>
            <p:cNvSpPr/>
            <p:nvPr/>
          </p:nvSpPr>
          <p:spPr>
            <a:xfrm>
              <a:off x="4312818" y="4431067"/>
              <a:ext cx="50703" cy="85145"/>
            </a:xfrm>
            <a:custGeom>
              <a:avLst/>
              <a:gdLst>
                <a:gd name="csX0" fmla="*/ 1642 w 50703"/>
                <a:gd name="csY0" fmla="*/ 75455 h 85145"/>
                <a:gd name="csX1" fmla="*/ 20465 w 50703"/>
                <a:gd name="csY1" fmla="*/ 75455 h 85145"/>
                <a:gd name="csX2" fmla="*/ 20465 w 50703"/>
                <a:gd name="csY2" fmla="*/ 10495 h 85145"/>
                <a:gd name="csX3" fmla="*/ 0 w 50703"/>
                <a:gd name="csY3" fmla="*/ 14602 h 85145"/>
                <a:gd name="csX4" fmla="*/ 0 w 50703"/>
                <a:gd name="csY4" fmla="*/ 4106 h 85145"/>
                <a:gd name="csX5" fmla="*/ 20350 w 50703"/>
                <a:gd name="csY5" fmla="*/ 0 h 85145"/>
                <a:gd name="csX6" fmla="*/ 31880 w 50703"/>
                <a:gd name="csY6" fmla="*/ 0 h 85145"/>
                <a:gd name="csX7" fmla="*/ 31880 w 50703"/>
                <a:gd name="csY7" fmla="*/ 75455 h 85145"/>
                <a:gd name="csX8" fmla="*/ 50703 w 50703"/>
                <a:gd name="csY8" fmla="*/ 75455 h 85145"/>
                <a:gd name="csX9" fmla="*/ 50703 w 50703"/>
                <a:gd name="csY9" fmla="*/ 85146 h 85145"/>
                <a:gd name="csX10" fmla="*/ 1642 w 50703"/>
                <a:gd name="csY10" fmla="*/ 85146 h 85145"/>
                <a:gd name="csX11" fmla="*/ 1642 w 50703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703" h="85145">
                  <a:moveTo>
                    <a:pt x="1642" y="75455"/>
                  </a:moveTo>
                  <a:lnTo>
                    <a:pt x="20465" y="75455"/>
                  </a:lnTo>
                  <a:lnTo>
                    <a:pt x="20465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5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3" y="75455"/>
                  </a:lnTo>
                  <a:lnTo>
                    <a:pt x="50703" y="85146"/>
                  </a:lnTo>
                  <a:lnTo>
                    <a:pt x="1642" y="85146"/>
                  </a:lnTo>
                  <a:lnTo>
                    <a:pt x="1642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4076FFA5-837E-4261-3CB3-C20E22D60380}"/>
                </a:ext>
              </a:extLst>
            </p:cNvPr>
            <p:cNvSpPr/>
            <p:nvPr/>
          </p:nvSpPr>
          <p:spPr>
            <a:xfrm>
              <a:off x="4137122" y="4482591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7CE3D38C-F96B-76C4-B1FC-C00FED032524}"/>
                </a:ext>
              </a:extLst>
            </p:cNvPr>
            <p:cNvSpPr/>
            <p:nvPr/>
          </p:nvSpPr>
          <p:spPr>
            <a:xfrm>
              <a:off x="4196251" y="4139906"/>
              <a:ext cx="58849" cy="88348"/>
            </a:xfrm>
            <a:custGeom>
              <a:avLst/>
              <a:gdLst>
                <a:gd name="csX0" fmla="*/ 29417 w 58849"/>
                <a:gd name="csY0" fmla="*/ 9132 h 88348"/>
                <a:gd name="csX1" fmla="*/ 16014 w 58849"/>
                <a:gd name="csY1" fmla="*/ 17919 h 88348"/>
                <a:gd name="csX2" fmla="*/ 11563 w 58849"/>
                <a:gd name="csY2" fmla="*/ 44199 h 88348"/>
                <a:gd name="csX3" fmla="*/ 16014 w 58849"/>
                <a:gd name="csY3" fmla="*/ 70495 h 88348"/>
                <a:gd name="csX4" fmla="*/ 29417 w 58849"/>
                <a:gd name="csY4" fmla="*/ 79216 h 88348"/>
                <a:gd name="csX5" fmla="*/ 42819 w 58849"/>
                <a:gd name="csY5" fmla="*/ 70495 h 88348"/>
                <a:gd name="csX6" fmla="*/ 47336 w 58849"/>
                <a:gd name="csY6" fmla="*/ 44199 h 88348"/>
                <a:gd name="csX7" fmla="*/ 42819 w 58849"/>
                <a:gd name="csY7" fmla="*/ 17919 h 88348"/>
                <a:gd name="csX8" fmla="*/ 29417 w 58849"/>
                <a:gd name="csY8" fmla="*/ 9132 h 88348"/>
                <a:gd name="csX9" fmla="*/ 29417 w 58849"/>
                <a:gd name="csY9" fmla="*/ 0 h 88348"/>
                <a:gd name="csX10" fmla="*/ 51262 w 58849"/>
                <a:gd name="csY10" fmla="*/ 11349 h 88348"/>
                <a:gd name="csX11" fmla="*/ 58850 w 58849"/>
                <a:gd name="csY11" fmla="*/ 44199 h 88348"/>
                <a:gd name="csX12" fmla="*/ 51262 w 58849"/>
                <a:gd name="csY12" fmla="*/ 77048 h 88348"/>
                <a:gd name="csX13" fmla="*/ 29417 w 58849"/>
                <a:gd name="csY13" fmla="*/ 88349 h 88348"/>
                <a:gd name="csX14" fmla="*/ 7523 w 58849"/>
                <a:gd name="csY14" fmla="*/ 77048 h 88348"/>
                <a:gd name="csX15" fmla="*/ 0 w 58849"/>
                <a:gd name="csY15" fmla="*/ 44199 h 88348"/>
                <a:gd name="csX16" fmla="*/ 7523 w 58849"/>
                <a:gd name="csY16" fmla="*/ 11349 h 88348"/>
                <a:gd name="csX17" fmla="*/ 29417 w 58849"/>
                <a:gd name="csY17" fmla="*/ 0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48">
                  <a:moveTo>
                    <a:pt x="29417" y="9132"/>
                  </a:moveTo>
                  <a:cubicBezTo>
                    <a:pt x="23493" y="9132"/>
                    <a:pt x="19025" y="12061"/>
                    <a:pt x="16014" y="17919"/>
                  </a:cubicBezTo>
                  <a:cubicBezTo>
                    <a:pt x="13047" y="23734"/>
                    <a:pt x="11563" y="32493"/>
                    <a:pt x="11563" y="44199"/>
                  </a:cubicBezTo>
                  <a:cubicBezTo>
                    <a:pt x="11563" y="55871"/>
                    <a:pt x="13047" y="64637"/>
                    <a:pt x="16014" y="70495"/>
                  </a:cubicBezTo>
                  <a:cubicBezTo>
                    <a:pt x="19025" y="76309"/>
                    <a:pt x="23493" y="79216"/>
                    <a:pt x="29417" y="79216"/>
                  </a:cubicBezTo>
                  <a:cubicBezTo>
                    <a:pt x="35384" y="79216"/>
                    <a:pt x="39852" y="76309"/>
                    <a:pt x="42819" y="70495"/>
                  </a:cubicBezTo>
                  <a:cubicBezTo>
                    <a:pt x="45830" y="64637"/>
                    <a:pt x="47336" y="55871"/>
                    <a:pt x="47336" y="44199"/>
                  </a:cubicBezTo>
                  <a:cubicBezTo>
                    <a:pt x="47336" y="32493"/>
                    <a:pt x="45830" y="23734"/>
                    <a:pt x="42819" y="17919"/>
                  </a:cubicBezTo>
                  <a:cubicBezTo>
                    <a:pt x="39852" y="12061"/>
                    <a:pt x="35384" y="9132"/>
                    <a:pt x="29417" y="9132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9"/>
                  </a:cubicBezTo>
                  <a:cubicBezTo>
                    <a:pt x="56320" y="18883"/>
                    <a:pt x="58850" y="29833"/>
                    <a:pt x="58850" y="44199"/>
                  </a:cubicBezTo>
                  <a:cubicBezTo>
                    <a:pt x="58850" y="58532"/>
                    <a:pt x="56320" y="69482"/>
                    <a:pt x="51262" y="77048"/>
                  </a:cubicBezTo>
                  <a:cubicBezTo>
                    <a:pt x="46247" y="84582"/>
                    <a:pt x="38965" y="88349"/>
                    <a:pt x="29417" y="88349"/>
                  </a:cubicBezTo>
                  <a:cubicBezTo>
                    <a:pt x="19879" y="88349"/>
                    <a:pt x="12581" y="84582"/>
                    <a:pt x="7523" y="77048"/>
                  </a:cubicBezTo>
                  <a:cubicBezTo>
                    <a:pt x="2507" y="69482"/>
                    <a:pt x="0" y="58532"/>
                    <a:pt x="0" y="44199"/>
                  </a:cubicBezTo>
                  <a:cubicBezTo>
                    <a:pt x="0" y="29833"/>
                    <a:pt x="2507" y="18883"/>
                    <a:pt x="7523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6B060ED9-7BE1-EA9D-2D27-9FD4C685BB52}"/>
                </a:ext>
              </a:extLst>
            </p:cNvPr>
            <p:cNvSpPr/>
            <p:nvPr/>
          </p:nvSpPr>
          <p:spPr>
            <a:xfrm>
              <a:off x="4275353" y="4212109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292">
              <a:extLst>
                <a:ext uri="{FF2B5EF4-FFF2-40B4-BE49-F238E27FC236}">
                  <a16:creationId xmlns:a16="http://schemas.microsoft.com/office/drawing/2014/main" id="{DD803C6D-5ED2-F44C-9E9F-0572534AFFF0}"/>
                </a:ext>
              </a:extLst>
            </p:cNvPr>
            <p:cNvSpPr/>
            <p:nvPr/>
          </p:nvSpPr>
          <p:spPr>
            <a:xfrm>
              <a:off x="4308531" y="4139906"/>
              <a:ext cx="54070" cy="86689"/>
            </a:xfrm>
            <a:custGeom>
              <a:avLst/>
              <a:gdLst>
                <a:gd name="csX0" fmla="*/ 13862 w 54070"/>
                <a:gd name="csY0" fmla="*/ 76999 h 86689"/>
                <a:gd name="csX1" fmla="*/ 54070 w 54070"/>
                <a:gd name="csY1" fmla="*/ 76999 h 86689"/>
                <a:gd name="csX2" fmla="*/ 54070 w 54070"/>
                <a:gd name="csY2" fmla="*/ 86690 h 86689"/>
                <a:gd name="csX3" fmla="*/ 0 w 54070"/>
                <a:gd name="csY3" fmla="*/ 86690 h 86689"/>
                <a:gd name="csX4" fmla="*/ 0 w 54070"/>
                <a:gd name="csY4" fmla="*/ 76999 h 86689"/>
                <a:gd name="csX5" fmla="*/ 17853 w 54070"/>
                <a:gd name="csY5" fmla="*/ 58800 h 86689"/>
                <a:gd name="csX6" fmla="*/ 32110 w 54070"/>
                <a:gd name="csY6" fmla="*/ 44035 h 86689"/>
                <a:gd name="csX7" fmla="*/ 39814 w 54070"/>
                <a:gd name="csY7" fmla="*/ 33539 h 86689"/>
                <a:gd name="csX8" fmla="*/ 42031 w 54070"/>
                <a:gd name="csY8" fmla="*/ 25048 h 86689"/>
                <a:gd name="csX9" fmla="*/ 37251 w 54070"/>
                <a:gd name="csY9" fmla="*/ 13977 h 86689"/>
                <a:gd name="csX10" fmla="*/ 24867 w 54070"/>
                <a:gd name="csY10" fmla="*/ 9707 h 86689"/>
                <a:gd name="csX11" fmla="*/ 13402 w 54070"/>
                <a:gd name="csY11" fmla="*/ 11579 h 86689"/>
                <a:gd name="csX12" fmla="*/ 575 w 54070"/>
                <a:gd name="csY12" fmla="*/ 17279 h 86689"/>
                <a:gd name="csX13" fmla="*/ 575 w 54070"/>
                <a:gd name="csY13" fmla="*/ 5650 h 86689"/>
                <a:gd name="csX14" fmla="*/ 13583 w 54070"/>
                <a:gd name="csY14" fmla="*/ 1429 h 86689"/>
                <a:gd name="csX15" fmla="*/ 24637 w 54070"/>
                <a:gd name="csY15" fmla="*/ 0 h 86689"/>
                <a:gd name="csX16" fmla="*/ 45743 w 54070"/>
                <a:gd name="csY16" fmla="*/ 6619 h 86689"/>
                <a:gd name="csX17" fmla="*/ 53610 w 54070"/>
                <a:gd name="csY17" fmla="*/ 24309 h 86689"/>
                <a:gd name="csX18" fmla="*/ 51623 w 54070"/>
                <a:gd name="csY18" fmla="*/ 34278 h 86689"/>
                <a:gd name="csX19" fmla="*/ 44494 w 54070"/>
                <a:gd name="csY19" fmla="*/ 45349 h 86689"/>
                <a:gd name="csX20" fmla="*/ 35428 w 54070"/>
                <a:gd name="csY20" fmla="*/ 54924 h 86689"/>
                <a:gd name="csX21" fmla="*/ 13862 w 54070"/>
                <a:gd name="csY21" fmla="*/ 76999 h 86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070" h="86689">
                  <a:moveTo>
                    <a:pt x="13862" y="76999"/>
                  </a:moveTo>
                  <a:lnTo>
                    <a:pt x="54070" y="76999"/>
                  </a:lnTo>
                  <a:lnTo>
                    <a:pt x="54070" y="86690"/>
                  </a:lnTo>
                  <a:lnTo>
                    <a:pt x="0" y="86690"/>
                  </a:lnTo>
                  <a:lnTo>
                    <a:pt x="0" y="76999"/>
                  </a:lnTo>
                  <a:cubicBezTo>
                    <a:pt x="4380" y="72477"/>
                    <a:pt x="10331" y="66411"/>
                    <a:pt x="17853" y="58800"/>
                  </a:cubicBezTo>
                  <a:cubicBezTo>
                    <a:pt x="25420" y="51158"/>
                    <a:pt x="30172" y="46236"/>
                    <a:pt x="32110" y="44035"/>
                  </a:cubicBezTo>
                  <a:cubicBezTo>
                    <a:pt x="35800" y="39885"/>
                    <a:pt x="38368" y="36386"/>
                    <a:pt x="39814" y="33539"/>
                  </a:cubicBezTo>
                  <a:cubicBezTo>
                    <a:pt x="41292" y="30648"/>
                    <a:pt x="42031" y="27818"/>
                    <a:pt x="42031" y="25048"/>
                  </a:cubicBezTo>
                  <a:cubicBezTo>
                    <a:pt x="42031" y="20514"/>
                    <a:pt x="40437" y="16824"/>
                    <a:pt x="37251" y="13977"/>
                  </a:cubicBezTo>
                  <a:cubicBezTo>
                    <a:pt x="34098" y="11130"/>
                    <a:pt x="29970" y="9707"/>
                    <a:pt x="24867" y="9707"/>
                  </a:cubicBezTo>
                  <a:cubicBezTo>
                    <a:pt x="21253" y="9707"/>
                    <a:pt x="17432" y="10331"/>
                    <a:pt x="13402" y="11579"/>
                  </a:cubicBezTo>
                  <a:cubicBezTo>
                    <a:pt x="9417" y="12839"/>
                    <a:pt x="5141" y="14738"/>
                    <a:pt x="575" y="17279"/>
                  </a:cubicBezTo>
                  <a:lnTo>
                    <a:pt x="575" y="5650"/>
                  </a:lnTo>
                  <a:cubicBezTo>
                    <a:pt x="5217" y="3789"/>
                    <a:pt x="9554" y="2382"/>
                    <a:pt x="13583" y="1429"/>
                  </a:cubicBezTo>
                  <a:cubicBezTo>
                    <a:pt x="17612" y="476"/>
                    <a:pt x="21297" y="0"/>
                    <a:pt x="24637" y="0"/>
                  </a:cubicBezTo>
                  <a:cubicBezTo>
                    <a:pt x="33463" y="0"/>
                    <a:pt x="40498" y="2206"/>
                    <a:pt x="45743" y="6619"/>
                  </a:cubicBezTo>
                  <a:cubicBezTo>
                    <a:pt x="50988" y="11032"/>
                    <a:pt x="53610" y="16928"/>
                    <a:pt x="53610" y="24309"/>
                  </a:cubicBezTo>
                  <a:cubicBezTo>
                    <a:pt x="53610" y="27802"/>
                    <a:pt x="52948" y="31125"/>
                    <a:pt x="51623" y="34278"/>
                  </a:cubicBezTo>
                  <a:cubicBezTo>
                    <a:pt x="50331" y="37399"/>
                    <a:pt x="47955" y="41089"/>
                    <a:pt x="44494" y="45349"/>
                  </a:cubicBezTo>
                  <a:cubicBezTo>
                    <a:pt x="43542" y="46444"/>
                    <a:pt x="40520" y="49636"/>
                    <a:pt x="35428" y="54924"/>
                  </a:cubicBezTo>
                  <a:cubicBezTo>
                    <a:pt x="30325" y="60169"/>
                    <a:pt x="23137" y="67528"/>
                    <a:pt x="13862" y="76999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810074E9-6801-B144-59DE-B2565BE4E8BB}"/>
                </a:ext>
              </a:extLst>
            </p:cNvPr>
            <p:cNvSpPr/>
            <p:nvPr/>
          </p:nvSpPr>
          <p:spPr>
            <a:xfrm>
              <a:off x="4137122" y="4192958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03B24508-7568-D28A-8676-B188B0F5D17C}"/>
                </a:ext>
              </a:extLst>
            </p:cNvPr>
            <p:cNvSpPr/>
            <p:nvPr/>
          </p:nvSpPr>
          <p:spPr>
            <a:xfrm>
              <a:off x="4196251" y="3850292"/>
              <a:ext cx="58849" cy="88338"/>
            </a:xfrm>
            <a:custGeom>
              <a:avLst/>
              <a:gdLst>
                <a:gd name="csX0" fmla="*/ 29417 w 58849"/>
                <a:gd name="csY0" fmla="*/ 9124 h 88338"/>
                <a:gd name="csX1" fmla="*/ 16014 w 58849"/>
                <a:gd name="csY1" fmla="*/ 17906 h 88338"/>
                <a:gd name="csX2" fmla="*/ 11563 w 58849"/>
                <a:gd name="csY2" fmla="*/ 44197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7 h 88338"/>
                <a:gd name="csX7" fmla="*/ 42819 w 58849"/>
                <a:gd name="csY7" fmla="*/ 17906 h 88338"/>
                <a:gd name="csX8" fmla="*/ 29417 w 58849"/>
                <a:gd name="csY8" fmla="*/ 9124 h 88338"/>
                <a:gd name="csX9" fmla="*/ 29417 w 58849"/>
                <a:gd name="csY9" fmla="*/ 0 h 88338"/>
                <a:gd name="csX10" fmla="*/ 51262 w 58849"/>
                <a:gd name="csY10" fmla="*/ 11348 h 88338"/>
                <a:gd name="csX11" fmla="*/ 58850 w 58849"/>
                <a:gd name="csY11" fmla="*/ 44197 h 88338"/>
                <a:gd name="csX12" fmla="*/ 51262 w 58849"/>
                <a:gd name="csY12" fmla="*/ 77047 h 88338"/>
                <a:gd name="csX13" fmla="*/ 29417 w 58849"/>
                <a:gd name="csY13" fmla="*/ 88339 h 88338"/>
                <a:gd name="csX14" fmla="*/ 7523 w 58849"/>
                <a:gd name="csY14" fmla="*/ 77047 h 88338"/>
                <a:gd name="csX15" fmla="*/ 0 w 58849"/>
                <a:gd name="csY15" fmla="*/ 44197 h 88338"/>
                <a:gd name="csX16" fmla="*/ 7523 w 58849"/>
                <a:gd name="csY16" fmla="*/ 11348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4"/>
                  </a:moveTo>
                  <a:cubicBezTo>
                    <a:pt x="23493" y="9124"/>
                    <a:pt x="19025" y="12051"/>
                    <a:pt x="16014" y="17906"/>
                  </a:cubicBezTo>
                  <a:cubicBezTo>
                    <a:pt x="13047" y="23724"/>
                    <a:pt x="11563" y="32488"/>
                    <a:pt x="11563" y="44197"/>
                  </a:cubicBezTo>
                  <a:cubicBezTo>
                    <a:pt x="11563" y="55870"/>
                    <a:pt x="13047" y="64633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84" y="79215"/>
                    <a:pt x="39852" y="76306"/>
                    <a:pt x="42819" y="70488"/>
                  </a:cubicBezTo>
                  <a:cubicBezTo>
                    <a:pt x="45830" y="64633"/>
                    <a:pt x="47336" y="55870"/>
                    <a:pt x="47336" y="44197"/>
                  </a:cubicBezTo>
                  <a:cubicBezTo>
                    <a:pt x="47336" y="32488"/>
                    <a:pt x="45830" y="23724"/>
                    <a:pt x="42819" y="17906"/>
                  </a:cubicBezTo>
                  <a:cubicBezTo>
                    <a:pt x="39852" y="12051"/>
                    <a:pt x="35384" y="9124"/>
                    <a:pt x="29417" y="9124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8"/>
                  </a:cubicBezTo>
                  <a:cubicBezTo>
                    <a:pt x="56320" y="18876"/>
                    <a:pt x="58850" y="29826"/>
                    <a:pt x="58850" y="44197"/>
                  </a:cubicBezTo>
                  <a:cubicBezTo>
                    <a:pt x="58850" y="58532"/>
                    <a:pt x="56320" y="69481"/>
                    <a:pt x="51262" y="77047"/>
                  </a:cubicBezTo>
                  <a:cubicBezTo>
                    <a:pt x="46247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3" y="77047"/>
                  </a:cubicBezTo>
                  <a:cubicBezTo>
                    <a:pt x="2507" y="69481"/>
                    <a:pt x="0" y="58532"/>
                    <a:pt x="0" y="44197"/>
                  </a:cubicBezTo>
                  <a:cubicBezTo>
                    <a:pt x="0" y="29826"/>
                    <a:pt x="2507" y="18876"/>
                    <a:pt x="7523" y="11348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50C56A2A-6476-4363-EB99-977EC05AEA6B}"/>
                </a:ext>
              </a:extLst>
            </p:cNvPr>
            <p:cNvSpPr/>
            <p:nvPr/>
          </p:nvSpPr>
          <p:spPr>
            <a:xfrm>
              <a:off x="4275353" y="3922492"/>
              <a:ext cx="12023" cy="14484"/>
            </a:xfrm>
            <a:custGeom>
              <a:avLst/>
              <a:gdLst>
                <a:gd name="csX0" fmla="*/ 0 w 12023"/>
                <a:gd name="csY0" fmla="*/ 0 h 14484"/>
                <a:gd name="csX1" fmla="*/ 12023 w 12023"/>
                <a:gd name="csY1" fmla="*/ 0 h 14484"/>
                <a:gd name="csX2" fmla="*/ 12023 w 12023"/>
                <a:gd name="csY2" fmla="*/ 14485 h 14484"/>
                <a:gd name="csX3" fmla="*/ 0 w 12023"/>
                <a:gd name="csY3" fmla="*/ 14485 h 14484"/>
                <a:gd name="csX4" fmla="*/ 0 w 12023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4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49B7CA0E-4093-95DB-3B8E-1A5A573846E0}"/>
                </a:ext>
              </a:extLst>
            </p:cNvPr>
            <p:cNvSpPr/>
            <p:nvPr/>
          </p:nvSpPr>
          <p:spPr>
            <a:xfrm>
              <a:off x="4308876" y="3850292"/>
              <a:ext cx="56057" cy="88338"/>
            </a:xfrm>
            <a:custGeom>
              <a:avLst/>
              <a:gdLst>
                <a:gd name="csX0" fmla="*/ 38499 w 56057"/>
                <a:gd name="csY0" fmla="*/ 40776 h 88338"/>
                <a:gd name="csX1" fmla="*/ 51393 w 56057"/>
                <a:gd name="csY1" fmla="*/ 48133 h 88338"/>
                <a:gd name="csX2" fmla="*/ 56057 w 56057"/>
                <a:gd name="csY2" fmla="*/ 61934 h 88338"/>
                <a:gd name="csX3" fmla="*/ 47402 w 56057"/>
                <a:gd name="csY3" fmla="*/ 81439 h 88338"/>
                <a:gd name="csX4" fmla="*/ 22764 w 56057"/>
                <a:gd name="csY4" fmla="*/ 88339 h 88338"/>
                <a:gd name="csX5" fmla="*/ 11694 w 56057"/>
                <a:gd name="csY5" fmla="*/ 87255 h 88338"/>
                <a:gd name="csX6" fmla="*/ 0 w 56057"/>
                <a:gd name="csY6" fmla="*/ 84119 h 88338"/>
                <a:gd name="csX7" fmla="*/ 0 w 56057"/>
                <a:gd name="csY7" fmla="*/ 72998 h 88338"/>
                <a:gd name="csX8" fmla="*/ 10495 w 56057"/>
                <a:gd name="csY8" fmla="*/ 77218 h 88338"/>
                <a:gd name="csX9" fmla="*/ 22420 w 56057"/>
                <a:gd name="csY9" fmla="*/ 78643 h 88338"/>
                <a:gd name="csX10" fmla="*/ 38894 w 56057"/>
                <a:gd name="csY10" fmla="*/ 74366 h 88338"/>
                <a:gd name="csX11" fmla="*/ 44593 w 56057"/>
                <a:gd name="csY11" fmla="*/ 61934 h 88338"/>
                <a:gd name="csX12" fmla="*/ 39304 w 56057"/>
                <a:gd name="csY12" fmla="*/ 50186 h 88338"/>
                <a:gd name="csX13" fmla="*/ 24637 w 56057"/>
                <a:gd name="csY13" fmla="*/ 45909 h 88338"/>
                <a:gd name="csX14" fmla="*/ 14716 w 56057"/>
                <a:gd name="csY14" fmla="*/ 45909 h 88338"/>
                <a:gd name="csX15" fmla="*/ 14716 w 56057"/>
                <a:gd name="csY15" fmla="*/ 36442 h 88338"/>
                <a:gd name="csX16" fmla="*/ 25097 w 56057"/>
                <a:gd name="csY16" fmla="*/ 36442 h 88338"/>
                <a:gd name="csX17" fmla="*/ 38105 w 56057"/>
                <a:gd name="csY17" fmla="*/ 33078 h 88338"/>
                <a:gd name="csX18" fmla="*/ 42606 w 56057"/>
                <a:gd name="csY18" fmla="*/ 23267 h 88338"/>
                <a:gd name="csX19" fmla="*/ 37924 w 56057"/>
                <a:gd name="csY19" fmla="*/ 13230 h 88338"/>
                <a:gd name="csX20" fmla="*/ 24637 w 56057"/>
                <a:gd name="csY20" fmla="*/ 9696 h 88338"/>
                <a:gd name="csX21" fmla="*/ 14486 w 56057"/>
                <a:gd name="csY21" fmla="*/ 10722 h 88338"/>
                <a:gd name="csX22" fmla="*/ 2562 w 56057"/>
                <a:gd name="csY22" fmla="*/ 13915 h 88338"/>
                <a:gd name="csX23" fmla="*/ 2562 w 56057"/>
                <a:gd name="csY23" fmla="*/ 3650 h 88338"/>
                <a:gd name="csX24" fmla="*/ 14832 w 56057"/>
                <a:gd name="csY24" fmla="*/ 912 h 88338"/>
                <a:gd name="csX25" fmla="*/ 25672 w 56057"/>
                <a:gd name="csY25" fmla="*/ 0 h 88338"/>
                <a:gd name="csX26" fmla="*/ 46433 w 56057"/>
                <a:gd name="csY26" fmla="*/ 5988 h 88338"/>
                <a:gd name="csX27" fmla="*/ 54070 w 56057"/>
                <a:gd name="csY27" fmla="*/ 22070 h 88338"/>
                <a:gd name="csX28" fmla="*/ 50013 w 56057"/>
                <a:gd name="csY28" fmla="*/ 34047 h 88338"/>
                <a:gd name="csX29" fmla="*/ 38499 w 56057"/>
                <a:gd name="csY29" fmla="*/ 40776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057" h="88338">
                  <a:moveTo>
                    <a:pt x="38499" y="40776"/>
                  </a:moveTo>
                  <a:cubicBezTo>
                    <a:pt x="44007" y="41954"/>
                    <a:pt x="48305" y="44406"/>
                    <a:pt x="51393" y="48133"/>
                  </a:cubicBezTo>
                  <a:cubicBezTo>
                    <a:pt x="54503" y="51859"/>
                    <a:pt x="56057" y="56459"/>
                    <a:pt x="56057" y="61934"/>
                  </a:cubicBezTo>
                  <a:cubicBezTo>
                    <a:pt x="56057" y="70336"/>
                    <a:pt x="53172" y="76838"/>
                    <a:pt x="47402" y="81439"/>
                  </a:cubicBezTo>
                  <a:cubicBezTo>
                    <a:pt x="41620" y="86039"/>
                    <a:pt x="33408" y="88339"/>
                    <a:pt x="22764" y="88339"/>
                  </a:cubicBezTo>
                  <a:cubicBezTo>
                    <a:pt x="19184" y="88339"/>
                    <a:pt x="15494" y="87977"/>
                    <a:pt x="11694" y="87255"/>
                  </a:cubicBezTo>
                  <a:cubicBezTo>
                    <a:pt x="7928" y="86570"/>
                    <a:pt x="4030" y="85525"/>
                    <a:pt x="0" y="84119"/>
                  </a:cubicBezTo>
                  <a:lnTo>
                    <a:pt x="0" y="72998"/>
                  </a:lnTo>
                  <a:cubicBezTo>
                    <a:pt x="3197" y="74861"/>
                    <a:pt x="6696" y="76267"/>
                    <a:pt x="10495" y="77218"/>
                  </a:cubicBezTo>
                  <a:cubicBezTo>
                    <a:pt x="14295" y="78168"/>
                    <a:pt x="18270" y="78643"/>
                    <a:pt x="22420" y="78643"/>
                  </a:cubicBezTo>
                  <a:cubicBezTo>
                    <a:pt x="29635" y="78643"/>
                    <a:pt x="35127" y="77218"/>
                    <a:pt x="38894" y="74366"/>
                  </a:cubicBezTo>
                  <a:cubicBezTo>
                    <a:pt x="42693" y="71515"/>
                    <a:pt x="44593" y="67371"/>
                    <a:pt x="44593" y="61934"/>
                  </a:cubicBezTo>
                  <a:cubicBezTo>
                    <a:pt x="44593" y="56916"/>
                    <a:pt x="42830" y="53000"/>
                    <a:pt x="39304" y="50186"/>
                  </a:cubicBezTo>
                  <a:cubicBezTo>
                    <a:pt x="35800" y="47334"/>
                    <a:pt x="30911" y="45909"/>
                    <a:pt x="24637" y="45909"/>
                  </a:cubicBezTo>
                  <a:lnTo>
                    <a:pt x="14716" y="45909"/>
                  </a:lnTo>
                  <a:lnTo>
                    <a:pt x="14716" y="36442"/>
                  </a:lnTo>
                  <a:lnTo>
                    <a:pt x="25097" y="36442"/>
                  </a:lnTo>
                  <a:cubicBezTo>
                    <a:pt x="30758" y="36442"/>
                    <a:pt x="35094" y="35320"/>
                    <a:pt x="38105" y="33078"/>
                  </a:cubicBezTo>
                  <a:cubicBezTo>
                    <a:pt x="41106" y="30796"/>
                    <a:pt x="42606" y="27526"/>
                    <a:pt x="42606" y="23267"/>
                  </a:cubicBezTo>
                  <a:cubicBezTo>
                    <a:pt x="42606" y="18895"/>
                    <a:pt x="41045" y="15549"/>
                    <a:pt x="37924" y="13230"/>
                  </a:cubicBezTo>
                  <a:cubicBezTo>
                    <a:pt x="34848" y="10874"/>
                    <a:pt x="30419" y="9696"/>
                    <a:pt x="24637" y="9696"/>
                  </a:cubicBezTo>
                  <a:cubicBezTo>
                    <a:pt x="21483" y="9696"/>
                    <a:pt x="18100" y="10038"/>
                    <a:pt x="14486" y="10722"/>
                  </a:cubicBezTo>
                  <a:cubicBezTo>
                    <a:pt x="10873" y="11406"/>
                    <a:pt x="6898" y="12471"/>
                    <a:pt x="2562" y="13915"/>
                  </a:cubicBezTo>
                  <a:lnTo>
                    <a:pt x="2562" y="3650"/>
                  </a:lnTo>
                  <a:cubicBezTo>
                    <a:pt x="6942" y="2433"/>
                    <a:pt x="11032" y="1520"/>
                    <a:pt x="14832" y="912"/>
                  </a:cubicBezTo>
                  <a:cubicBezTo>
                    <a:pt x="18675" y="304"/>
                    <a:pt x="22288" y="0"/>
                    <a:pt x="25672" y="0"/>
                  </a:cubicBezTo>
                  <a:cubicBezTo>
                    <a:pt x="34410" y="0"/>
                    <a:pt x="41330" y="1996"/>
                    <a:pt x="46433" y="5988"/>
                  </a:cubicBezTo>
                  <a:cubicBezTo>
                    <a:pt x="51524" y="9942"/>
                    <a:pt x="54070" y="15303"/>
                    <a:pt x="54070" y="22070"/>
                  </a:cubicBezTo>
                  <a:cubicBezTo>
                    <a:pt x="54070" y="26785"/>
                    <a:pt x="52718" y="30777"/>
                    <a:pt x="50013" y="34047"/>
                  </a:cubicBezTo>
                  <a:cubicBezTo>
                    <a:pt x="47319" y="37278"/>
                    <a:pt x="43481" y="39521"/>
                    <a:pt x="38499" y="40776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0BC0263B-CA76-0A35-EB96-A16A92601444}"/>
                </a:ext>
              </a:extLst>
            </p:cNvPr>
            <p:cNvSpPr/>
            <p:nvPr/>
          </p:nvSpPr>
          <p:spPr>
            <a:xfrm>
              <a:off x="4137122" y="3903344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Freeform 298">
              <a:extLst>
                <a:ext uri="{FF2B5EF4-FFF2-40B4-BE49-F238E27FC236}">
                  <a16:creationId xmlns:a16="http://schemas.microsoft.com/office/drawing/2014/main" id="{8996E368-3467-918C-4E98-2C2DB5DAF3DF}"/>
                </a:ext>
              </a:extLst>
            </p:cNvPr>
            <p:cNvSpPr/>
            <p:nvPr/>
          </p:nvSpPr>
          <p:spPr>
            <a:xfrm>
              <a:off x="4196251" y="3560672"/>
              <a:ext cx="58849" cy="88338"/>
            </a:xfrm>
            <a:custGeom>
              <a:avLst/>
              <a:gdLst>
                <a:gd name="csX0" fmla="*/ 29417 w 58849"/>
                <a:gd name="csY0" fmla="*/ 9124 h 88338"/>
                <a:gd name="csX1" fmla="*/ 16014 w 58849"/>
                <a:gd name="csY1" fmla="*/ 17908 h 88338"/>
                <a:gd name="csX2" fmla="*/ 11563 w 58849"/>
                <a:gd name="csY2" fmla="*/ 44197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7 h 88338"/>
                <a:gd name="csX7" fmla="*/ 42819 w 58849"/>
                <a:gd name="csY7" fmla="*/ 17908 h 88338"/>
                <a:gd name="csX8" fmla="*/ 29417 w 58849"/>
                <a:gd name="csY8" fmla="*/ 9124 h 88338"/>
                <a:gd name="csX9" fmla="*/ 29417 w 58849"/>
                <a:gd name="csY9" fmla="*/ 0 h 88338"/>
                <a:gd name="csX10" fmla="*/ 51262 w 58849"/>
                <a:gd name="csY10" fmla="*/ 11348 h 88338"/>
                <a:gd name="csX11" fmla="*/ 58850 w 58849"/>
                <a:gd name="csY11" fmla="*/ 44197 h 88338"/>
                <a:gd name="csX12" fmla="*/ 51262 w 58849"/>
                <a:gd name="csY12" fmla="*/ 77047 h 88338"/>
                <a:gd name="csX13" fmla="*/ 29417 w 58849"/>
                <a:gd name="csY13" fmla="*/ 88339 h 88338"/>
                <a:gd name="csX14" fmla="*/ 7523 w 58849"/>
                <a:gd name="csY14" fmla="*/ 77047 h 88338"/>
                <a:gd name="csX15" fmla="*/ 0 w 58849"/>
                <a:gd name="csY15" fmla="*/ 44197 h 88338"/>
                <a:gd name="csX16" fmla="*/ 7523 w 58849"/>
                <a:gd name="csY16" fmla="*/ 11348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4"/>
                  </a:moveTo>
                  <a:cubicBezTo>
                    <a:pt x="23493" y="9124"/>
                    <a:pt x="19025" y="12052"/>
                    <a:pt x="16014" y="17908"/>
                  </a:cubicBezTo>
                  <a:cubicBezTo>
                    <a:pt x="13047" y="23724"/>
                    <a:pt x="11563" y="32488"/>
                    <a:pt x="11563" y="44197"/>
                  </a:cubicBezTo>
                  <a:cubicBezTo>
                    <a:pt x="11563" y="55870"/>
                    <a:pt x="13047" y="64634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84" y="79215"/>
                    <a:pt x="39852" y="76306"/>
                    <a:pt x="42819" y="70488"/>
                  </a:cubicBezTo>
                  <a:cubicBezTo>
                    <a:pt x="45830" y="64634"/>
                    <a:pt x="47336" y="55870"/>
                    <a:pt x="47336" y="44197"/>
                  </a:cubicBezTo>
                  <a:cubicBezTo>
                    <a:pt x="47336" y="32488"/>
                    <a:pt x="45830" y="23724"/>
                    <a:pt x="42819" y="17908"/>
                  </a:cubicBezTo>
                  <a:cubicBezTo>
                    <a:pt x="39852" y="12052"/>
                    <a:pt x="35384" y="9124"/>
                    <a:pt x="29417" y="9124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8"/>
                  </a:cubicBezTo>
                  <a:cubicBezTo>
                    <a:pt x="56320" y="18876"/>
                    <a:pt x="58850" y="29826"/>
                    <a:pt x="58850" y="44197"/>
                  </a:cubicBezTo>
                  <a:cubicBezTo>
                    <a:pt x="58850" y="58532"/>
                    <a:pt x="56320" y="69482"/>
                    <a:pt x="51262" y="77047"/>
                  </a:cubicBezTo>
                  <a:cubicBezTo>
                    <a:pt x="46247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3" y="77047"/>
                  </a:cubicBezTo>
                  <a:cubicBezTo>
                    <a:pt x="2507" y="69482"/>
                    <a:pt x="0" y="58532"/>
                    <a:pt x="0" y="44197"/>
                  </a:cubicBezTo>
                  <a:cubicBezTo>
                    <a:pt x="0" y="29826"/>
                    <a:pt x="2507" y="18876"/>
                    <a:pt x="7523" y="11348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299">
              <a:extLst>
                <a:ext uri="{FF2B5EF4-FFF2-40B4-BE49-F238E27FC236}">
                  <a16:creationId xmlns:a16="http://schemas.microsoft.com/office/drawing/2014/main" id="{97D9A790-08C5-87D1-9019-6A59083DAA40}"/>
                </a:ext>
              </a:extLst>
            </p:cNvPr>
            <p:cNvSpPr/>
            <p:nvPr/>
          </p:nvSpPr>
          <p:spPr>
            <a:xfrm>
              <a:off x="4275353" y="3632871"/>
              <a:ext cx="12023" cy="14485"/>
            </a:xfrm>
            <a:custGeom>
              <a:avLst/>
              <a:gdLst>
                <a:gd name="csX0" fmla="*/ 0 w 12023"/>
                <a:gd name="csY0" fmla="*/ 0 h 14485"/>
                <a:gd name="csX1" fmla="*/ 12023 w 12023"/>
                <a:gd name="csY1" fmla="*/ 0 h 14485"/>
                <a:gd name="csX2" fmla="*/ 12023 w 12023"/>
                <a:gd name="csY2" fmla="*/ 14485 h 14485"/>
                <a:gd name="csX3" fmla="*/ 0 w 12023"/>
                <a:gd name="csY3" fmla="*/ 14485 h 14485"/>
                <a:gd name="csX4" fmla="*/ 0 w 12023"/>
                <a:gd name="csY4" fmla="*/ 0 h 14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5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Freeform 300">
              <a:extLst>
                <a:ext uri="{FF2B5EF4-FFF2-40B4-BE49-F238E27FC236}">
                  <a16:creationId xmlns:a16="http://schemas.microsoft.com/office/drawing/2014/main" id="{E5850A0B-4E84-6805-60C2-FC12025A923E}"/>
                </a:ext>
              </a:extLst>
            </p:cNvPr>
            <p:cNvSpPr/>
            <p:nvPr/>
          </p:nvSpPr>
          <p:spPr>
            <a:xfrm>
              <a:off x="4305689" y="3562211"/>
              <a:ext cx="62052" cy="85145"/>
            </a:xfrm>
            <a:custGeom>
              <a:avLst/>
              <a:gdLst>
                <a:gd name="csX0" fmla="*/ 38434 w 62052"/>
                <a:gd name="csY0" fmla="*/ 10037 h 85145"/>
                <a:gd name="csX1" fmla="*/ 9346 w 62052"/>
                <a:gd name="csY1" fmla="*/ 55491 h 85145"/>
                <a:gd name="csX2" fmla="*/ 38434 w 62052"/>
                <a:gd name="csY2" fmla="*/ 55491 h 85145"/>
                <a:gd name="csX3" fmla="*/ 38434 w 62052"/>
                <a:gd name="csY3" fmla="*/ 10037 h 85145"/>
                <a:gd name="csX4" fmla="*/ 35412 w 62052"/>
                <a:gd name="csY4" fmla="*/ 0 h 85145"/>
                <a:gd name="csX5" fmla="*/ 49899 w 62052"/>
                <a:gd name="csY5" fmla="*/ 0 h 85145"/>
                <a:gd name="csX6" fmla="*/ 49899 w 62052"/>
                <a:gd name="csY6" fmla="*/ 55491 h 85145"/>
                <a:gd name="csX7" fmla="*/ 62053 w 62052"/>
                <a:gd name="csY7" fmla="*/ 55491 h 85145"/>
                <a:gd name="csX8" fmla="*/ 62053 w 62052"/>
                <a:gd name="csY8" fmla="*/ 65071 h 85145"/>
                <a:gd name="csX9" fmla="*/ 49899 w 62052"/>
                <a:gd name="csY9" fmla="*/ 65071 h 85145"/>
                <a:gd name="csX10" fmla="*/ 49899 w 62052"/>
                <a:gd name="csY10" fmla="*/ 85146 h 85145"/>
                <a:gd name="csX11" fmla="*/ 38434 w 62052"/>
                <a:gd name="csY11" fmla="*/ 85146 h 85145"/>
                <a:gd name="csX12" fmla="*/ 38434 w 62052"/>
                <a:gd name="csY12" fmla="*/ 65071 h 85145"/>
                <a:gd name="csX13" fmla="*/ 0 w 62052"/>
                <a:gd name="csY13" fmla="*/ 65071 h 85145"/>
                <a:gd name="csX14" fmla="*/ 0 w 62052"/>
                <a:gd name="csY14" fmla="*/ 53950 h 85145"/>
                <a:gd name="csX15" fmla="*/ 35412 w 62052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52" h="85145">
                  <a:moveTo>
                    <a:pt x="38434" y="10037"/>
                  </a:moveTo>
                  <a:lnTo>
                    <a:pt x="9346" y="55491"/>
                  </a:lnTo>
                  <a:lnTo>
                    <a:pt x="38434" y="55491"/>
                  </a:lnTo>
                  <a:lnTo>
                    <a:pt x="38434" y="10037"/>
                  </a:lnTo>
                  <a:moveTo>
                    <a:pt x="35412" y="0"/>
                  </a:moveTo>
                  <a:lnTo>
                    <a:pt x="49899" y="0"/>
                  </a:lnTo>
                  <a:lnTo>
                    <a:pt x="49899" y="55491"/>
                  </a:lnTo>
                  <a:lnTo>
                    <a:pt x="62053" y="55491"/>
                  </a:lnTo>
                  <a:lnTo>
                    <a:pt x="62053" y="65071"/>
                  </a:lnTo>
                  <a:lnTo>
                    <a:pt x="49899" y="65071"/>
                  </a:lnTo>
                  <a:lnTo>
                    <a:pt x="49899" y="85146"/>
                  </a:lnTo>
                  <a:lnTo>
                    <a:pt x="38434" y="85146"/>
                  </a:lnTo>
                  <a:lnTo>
                    <a:pt x="38434" y="65071"/>
                  </a:lnTo>
                  <a:lnTo>
                    <a:pt x="0" y="65071"/>
                  </a:lnTo>
                  <a:lnTo>
                    <a:pt x="0" y="53950"/>
                  </a:lnTo>
                  <a:lnTo>
                    <a:pt x="35412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9125064F-9B52-F881-9FBB-E55E189083F7}"/>
                </a:ext>
              </a:extLst>
            </p:cNvPr>
            <p:cNvSpPr/>
            <p:nvPr/>
          </p:nvSpPr>
          <p:spPr>
            <a:xfrm>
              <a:off x="4137122" y="3613724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477300C5-EE53-412E-C243-26BF5709CF01}"/>
                </a:ext>
              </a:extLst>
            </p:cNvPr>
            <p:cNvSpPr/>
            <p:nvPr/>
          </p:nvSpPr>
          <p:spPr>
            <a:xfrm>
              <a:off x="4196251" y="3271051"/>
              <a:ext cx="58849" cy="88338"/>
            </a:xfrm>
            <a:custGeom>
              <a:avLst/>
              <a:gdLst>
                <a:gd name="csX0" fmla="*/ 29417 w 58849"/>
                <a:gd name="csY0" fmla="*/ 9124 h 88338"/>
                <a:gd name="csX1" fmla="*/ 16014 w 58849"/>
                <a:gd name="csY1" fmla="*/ 17908 h 88338"/>
                <a:gd name="csX2" fmla="*/ 11563 w 58849"/>
                <a:gd name="csY2" fmla="*/ 44197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7 h 88338"/>
                <a:gd name="csX7" fmla="*/ 42819 w 58849"/>
                <a:gd name="csY7" fmla="*/ 17908 h 88338"/>
                <a:gd name="csX8" fmla="*/ 29417 w 58849"/>
                <a:gd name="csY8" fmla="*/ 9124 h 88338"/>
                <a:gd name="csX9" fmla="*/ 29417 w 58849"/>
                <a:gd name="csY9" fmla="*/ 0 h 88338"/>
                <a:gd name="csX10" fmla="*/ 51262 w 58849"/>
                <a:gd name="csY10" fmla="*/ 11349 h 88338"/>
                <a:gd name="csX11" fmla="*/ 58850 w 58849"/>
                <a:gd name="csY11" fmla="*/ 44197 h 88338"/>
                <a:gd name="csX12" fmla="*/ 51262 w 58849"/>
                <a:gd name="csY12" fmla="*/ 77047 h 88338"/>
                <a:gd name="csX13" fmla="*/ 29417 w 58849"/>
                <a:gd name="csY13" fmla="*/ 88339 h 88338"/>
                <a:gd name="csX14" fmla="*/ 7523 w 58849"/>
                <a:gd name="csY14" fmla="*/ 77047 h 88338"/>
                <a:gd name="csX15" fmla="*/ 0 w 58849"/>
                <a:gd name="csY15" fmla="*/ 44197 h 88338"/>
                <a:gd name="csX16" fmla="*/ 7523 w 58849"/>
                <a:gd name="csY16" fmla="*/ 11349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4"/>
                  </a:moveTo>
                  <a:cubicBezTo>
                    <a:pt x="23493" y="9124"/>
                    <a:pt x="19025" y="12052"/>
                    <a:pt x="16014" y="17908"/>
                  </a:cubicBezTo>
                  <a:cubicBezTo>
                    <a:pt x="13047" y="23724"/>
                    <a:pt x="11563" y="32488"/>
                    <a:pt x="11563" y="44197"/>
                  </a:cubicBezTo>
                  <a:cubicBezTo>
                    <a:pt x="11563" y="55870"/>
                    <a:pt x="13047" y="64633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84" y="79215"/>
                    <a:pt x="39852" y="76306"/>
                    <a:pt x="42819" y="70488"/>
                  </a:cubicBezTo>
                  <a:cubicBezTo>
                    <a:pt x="45830" y="64633"/>
                    <a:pt x="47336" y="55870"/>
                    <a:pt x="47336" y="44197"/>
                  </a:cubicBezTo>
                  <a:cubicBezTo>
                    <a:pt x="47336" y="32488"/>
                    <a:pt x="45830" y="23724"/>
                    <a:pt x="42819" y="17908"/>
                  </a:cubicBezTo>
                  <a:cubicBezTo>
                    <a:pt x="39852" y="12052"/>
                    <a:pt x="35384" y="9124"/>
                    <a:pt x="29417" y="9124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9"/>
                  </a:cubicBezTo>
                  <a:cubicBezTo>
                    <a:pt x="56320" y="18876"/>
                    <a:pt x="58850" y="29826"/>
                    <a:pt x="58850" y="44197"/>
                  </a:cubicBezTo>
                  <a:cubicBezTo>
                    <a:pt x="58850" y="58532"/>
                    <a:pt x="56320" y="69481"/>
                    <a:pt x="51262" y="77047"/>
                  </a:cubicBezTo>
                  <a:cubicBezTo>
                    <a:pt x="46247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3" y="77047"/>
                  </a:cubicBezTo>
                  <a:cubicBezTo>
                    <a:pt x="2507" y="69481"/>
                    <a:pt x="0" y="58532"/>
                    <a:pt x="0" y="44197"/>
                  </a:cubicBezTo>
                  <a:cubicBezTo>
                    <a:pt x="0" y="29826"/>
                    <a:pt x="2507" y="18876"/>
                    <a:pt x="7523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303">
              <a:extLst>
                <a:ext uri="{FF2B5EF4-FFF2-40B4-BE49-F238E27FC236}">
                  <a16:creationId xmlns:a16="http://schemas.microsoft.com/office/drawing/2014/main" id="{B486FFC3-0218-962B-097B-7F907B9CAC8A}"/>
                </a:ext>
              </a:extLst>
            </p:cNvPr>
            <p:cNvSpPr/>
            <p:nvPr/>
          </p:nvSpPr>
          <p:spPr>
            <a:xfrm>
              <a:off x="4275353" y="3343251"/>
              <a:ext cx="12023" cy="14484"/>
            </a:xfrm>
            <a:custGeom>
              <a:avLst/>
              <a:gdLst>
                <a:gd name="csX0" fmla="*/ 0 w 12023"/>
                <a:gd name="csY0" fmla="*/ 0 h 14484"/>
                <a:gd name="csX1" fmla="*/ 12023 w 12023"/>
                <a:gd name="csY1" fmla="*/ 0 h 14484"/>
                <a:gd name="csX2" fmla="*/ 12023 w 12023"/>
                <a:gd name="csY2" fmla="*/ 14485 h 14484"/>
                <a:gd name="csX3" fmla="*/ 0 w 12023"/>
                <a:gd name="csY3" fmla="*/ 14485 h 14484"/>
                <a:gd name="csX4" fmla="*/ 0 w 12023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4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304">
              <a:extLst>
                <a:ext uri="{FF2B5EF4-FFF2-40B4-BE49-F238E27FC236}">
                  <a16:creationId xmlns:a16="http://schemas.microsoft.com/office/drawing/2014/main" id="{3DF4108F-60EE-1A63-A56B-E85D01325958}"/>
                </a:ext>
              </a:extLst>
            </p:cNvPr>
            <p:cNvSpPr/>
            <p:nvPr/>
          </p:nvSpPr>
          <p:spPr>
            <a:xfrm>
              <a:off x="4308991" y="3272590"/>
              <a:ext cx="55088" cy="86799"/>
            </a:xfrm>
            <a:custGeom>
              <a:avLst/>
              <a:gdLst>
                <a:gd name="csX0" fmla="*/ 3597 w 55088"/>
                <a:gd name="csY0" fmla="*/ 0 h 86799"/>
                <a:gd name="csX1" fmla="*/ 48815 w 55088"/>
                <a:gd name="csY1" fmla="*/ 0 h 86799"/>
                <a:gd name="csX2" fmla="*/ 48815 w 55088"/>
                <a:gd name="csY2" fmla="*/ 9696 h 86799"/>
                <a:gd name="csX3" fmla="*/ 14142 w 55088"/>
                <a:gd name="csY3" fmla="*/ 9696 h 86799"/>
                <a:gd name="csX4" fmla="*/ 14142 w 55088"/>
                <a:gd name="csY4" fmla="*/ 30568 h 86799"/>
                <a:gd name="csX5" fmla="*/ 19168 w 55088"/>
                <a:gd name="csY5" fmla="*/ 29313 h 86799"/>
                <a:gd name="csX6" fmla="*/ 24178 w 55088"/>
                <a:gd name="csY6" fmla="*/ 28858 h 86799"/>
                <a:gd name="csX7" fmla="*/ 46762 w 55088"/>
                <a:gd name="csY7" fmla="*/ 36671 h 86799"/>
                <a:gd name="csX8" fmla="*/ 55089 w 55088"/>
                <a:gd name="csY8" fmla="*/ 57828 h 86799"/>
                <a:gd name="csX9" fmla="*/ 46531 w 55088"/>
                <a:gd name="csY9" fmla="*/ 79215 h 86799"/>
                <a:gd name="csX10" fmla="*/ 22420 w 55088"/>
                <a:gd name="csY10" fmla="*/ 86800 h 86799"/>
                <a:gd name="csX11" fmla="*/ 11464 w 55088"/>
                <a:gd name="csY11" fmla="*/ 85888 h 86799"/>
                <a:gd name="csX12" fmla="*/ 0 w 55088"/>
                <a:gd name="csY12" fmla="*/ 83150 h 86799"/>
                <a:gd name="csX13" fmla="*/ 0 w 55088"/>
                <a:gd name="csY13" fmla="*/ 71572 h 86799"/>
                <a:gd name="csX14" fmla="*/ 10611 w 55088"/>
                <a:gd name="csY14" fmla="*/ 75736 h 86799"/>
                <a:gd name="csX15" fmla="*/ 22190 w 55088"/>
                <a:gd name="csY15" fmla="*/ 77106 h 86799"/>
                <a:gd name="csX16" fmla="*/ 37810 w 55088"/>
                <a:gd name="csY16" fmla="*/ 71916 h 86799"/>
                <a:gd name="csX17" fmla="*/ 43575 w 55088"/>
                <a:gd name="csY17" fmla="*/ 57828 h 86799"/>
                <a:gd name="csX18" fmla="*/ 37810 w 55088"/>
                <a:gd name="csY18" fmla="*/ 43742 h 86799"/>
                <a:gd name="csX19" fmla="*/ 22190 w 55088"/>
                <a:gd name="csY19" fmla="*/ 38552 h 86799"/>
                <a:gd name="csX20" fmla="*/ 12943 w 55088"/>
                <a:gd name="csY20" fmla="*/ 39579 h 86799"/>
                <a:gd name="csX21" fmla="*/ 3597 w 55088"/>
                <a:gd name="csY21" fmla="*/ 42773 h 86799"/>
                <a:gd name="csX22" fmla="*/ 3597 w 55088"/>
                <a:gd name="csY22" fmla="*/ 0 h 86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5088" h="86799">
                  <a:moveTo>
                    <a:pt x="3597" y="0"/>
                  </a:moveTo>
                  <a:lnTo>
                    <a:pt x="48815" y="0"/>
                  </a:lnTo>
                  <a:lnTo>
                    <a:pt x="48815" y="9696"/>
                  </a:lnTo>
                  <a:lnTo>
                    <a:pt x="14142" y="9696"/>
                  </a:lnTo>
                  <a:lnTo>
                    <a:pt x="14142" y="30568"/>
                  </a:lnTo>
                  <a:cubicBezTo>
                    <a:pt x="15817" y="29998"/>
                    <a:pt x="17493" y="29579"/>
                    <a:pt x="19168" y="29313"/>
                  </a:cubicBezTo>
                  <a:cubicBezTo>
                    <a:pt x="20843" y="29010"/>
                    <a:pt x="22513" y="28858"/>
                    <a:pt x="24178" y="28858"/>
                  </a:cubicBezTo>
                  <a:cubicBezTo>
                    <a:pt x="33682" y="28858"/>
                    <a:pt x="41210" y="31463"/>
                    <a:pt x="46762" y="36671"/>
                  </a:cubicBezTo>
                  <a:cubicBezTo>
                    <a:pt x="52313" y="41880"/>
                    <a:pt x="55089" y="48933"/>
                    <a:pt x="55089" y="57828"/>
                  </a:cubicBezTo>
                  <a:cubicBezTo>
                    <a:pt x="55089" y="66991"/>
                    <a:pt x="52236" y="74120"/>
                    <a:pt x="46531" y="79215"/>
                  </a:cubicBezTo>
                  <a:cubicBezTo>
                    <a:pt x="40838" y="84271"/>
                    <a:pt x="32801" y="86800"/>
                    <a:pt x="22420" y="86800"/>
                  </a:cubicBezTo>
                  <a:cubicBezTo>
                    <a:pt x="18840" y="86800"/>
                    <a:pt x="15188" y="86496"/>
                    <a:pt x="11464" y="85888"/>
                  </a:cubicBezTo>
                  <a:cubicBezTo>
                    <a:pt x="7774" y="85279"/>
                    <a:pt x="3953" y="84367"/>
                    <a:pt x="0" y="83150"/>
                  </a:cubicBezTo>
                  <a:lnTo>
                    <a:pt x="0" y="71572"/>
                  </a:lnTo>
                  <a:cubicBezTo>
                    <a:pt x="3427" y="73436"/>
                    <a:pt x="6964" y="74824"/>
                    <a:pt x="10611" y="75736"/>
                  </a:cubicBezTo>
                  <a:cubicBezTo>
                    <a:pt x="14257" y="76649"/>
                    <a:pt x="18117" y="77106"/>
                    <a:pt x="22190" y="77106"/>
                  </a:cubicBezTo>
                  <a:cubicBezTo>
                    <a:pt x="28771" y="77106"/>
                    <a:pt x="33977" y="75376"/>
                    <a:pt x="37810" y="71916"/>
                  </a:cubicBezTo>
                  <a:cubicBezTo>
                    <a:pt x="41653" y="68455"/>
                    <a:pt x="43575" y="63760"/>
                    <a:pt x="43575" y="57828"/>
                  </a:cubicBezTo>
                  <a:cubicBezTo>
                    <a:pt x="43575" y="51898"/>
                    <a:pt x="41653" y="47202"/>
                    <a:pt x="37810" y="43742"/>
                  </a:cubicBezTo>
                  <a:cubicBezTo>
                    <a:pt x="33977" y="40282"/>
                    <a:pt x="28771" y="38552"/>
                    <a:pt x="22190" y="38552"/>
                  </a:cubicBezTo>
                  <a:cubicBezTo>
                    <a:pt x="19113" y="38552"/>
                    <a:pt x="16031" y="38894"/>
                    <a:pt x="12943" y="39579"/>
                  </a:cubicBezTo>
                  <a:cubicBezTo>
                    <a:pt x="9910" y="40263"/>
                    <a:pt x="6794" y="41328"/>
                    <a:pt x="3597" y="42773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305">
              <a:extLst>
                <a:ext uri="{FF2B5EF4-FFF2-40B4-BE49-F238E27FC236}">
                  <a16:creationId xmlns:a16="http://schemas.microsoft.com/office/drawing/2014/main" id="{F1890551-97DC-C487-34F5-ACF25E3B9B26}"/>
                </a:ext>
              </a:extLst>
            </p:cNvPr>
            <p:cNvSpPr/>
            <p:nvPr/>
          </p:nvSpPr>
          <p:spPr>
            <a:xfrm>
              <a:off x="4137122" y="3324105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B1BE72FE-E0FF-9707-2158-00411D610A81}"/>
                </a:ext>
              </a:extLst>
            </p:cNvPr>
            <p:cNvSpPr/>
            <p:nvPr/>
          </p:nvSpPr>
          <p:spPr>
            <a:xfrm>
              <a:off x="4196251" y="2981431"/>
              <a:ext cx="58849" cy="88338"/>
            </a:xfrm>
            <a:custGeom>
              <a:avLst/>
              <a:gdLst>
                <a:gd name="csX0" fmla="*/ 29417 w 58849"/>
                <a:gd name="csY0" fmla="*/ 9124 h 88338"/>
                <a:gd name="csX1" fmla="*/ 16014 w 58849"/>
                <a:gd name="csY1" fmla="*/ 17908 h 88338"/>
                <a:gd name="csX2" fmla="*/ 11563 w 58849"/>
                <a:gd name="csY2" fmla="*/ 44197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7 h 88338"/>
                <a:gd name="csX7" fmla="*/ 42819 w 58849"/>
                <a:gd name="csY7" fmla="*/ 17908 h 88338"/>
                <a:gd name="csX8" fmla="*/ 29417 w 58849"/>
                <a:gd name="csY8" fmla="*/ 9124 h 88338"/>
                <a:gd name="csX9" fmla="*/ 29417 w 58849"/>
                <a:gd name="csY9" fmla="*/ 0 h 88338"/>
                <a:gd name="csX10" fmla="*/ 51262 w 58849"/>
                <a:gd name="csY10" fmla="*/ 11349 h 88338"/>
                <a:gd name="csX11" fmla="*/ 58850 w 58849"/>
                <a:gd name="csY11" fmla="*/ 44197 h 88338"/>
                <a:gd name="csX12" fmla="*/ 51262 w 58849"/>
                <a:gd name="csY12" fmla="*/ 77047 h 88338"/>
                <a:gd name="csX13" fmla="*/ 29417 w 58849"/>
                <a:gd name="csY13" fmla="*/ 88339 h 88338"/>
                <a:gd name="csX14" fmla="*/ 7523 w 58849"/>
                <a:gd name="csY14" fmla="*/ 77047 h 88338"/>
                <a:gd name="csX15" fmla="*/ 0 w 58849"/>
                <a:gd name="csY15" fmla="*/ 44197 h 88338"/>
                <a:gd name="csX16" fmla="*/ 7523 w 58849"/>
                <a:gd name="csY16" fmla="*/ 11349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4"/>
                  </a:moveTo>
                  <a:cubicBezTo>
                    <a:pt x="23493" y="9124"/>
                    <a:pt x="19025" y="12052"/>
                    <a:pt x="16014" y="17908"/>
                  </a:cubicBezTo>
                  <a:cubicBezTo>
                    <a:pt x="13047" y="23724"/>
                    <a:pt x="11563" y="32488"/>
                    <a:pt x="11563" y="44197"/>
                  </a:cubicBezTo>
                  <a:cubicBezTo>
                    <a:pt x="11563" y="55870"/>
                    <a:pt x="13047" y="64633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84" y="79215"/>
                    <a:pt x="39852" y="76306"/>
                    <a:pt x="42819" y="70488"/>
                  </a:cubicBezTo>
                  <a:cubicBezTo>
                    <a:pt x="45830" y="64633"/>
                    <a:pt x="47336" y="55870"/>
                    <a:pt x="47336" y="44197"/>
                  </a:cubicBezTo>
                  <a:cubicBezTo>
                    <a:pt x="47336" y="32488"/>
                    <a:pt x="45830" y="23724"/>
                    <a:pt x="42819" y="17908"/>
                  </a:cubicBezTo>
                  <a:cubicBezTo>
                    <a:pt x="39852" y="12052"/>
                    <a:pt x="35384" y="9124"/>
                    <a:pt x="29417" y="9124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9"/>
                  </a:cubicBezTo>
                  <a:cubicBezTo>
                    <a:pt x="56320" y="18876"/>
                    <a:pt x="58850" y="29826"/>
                    <a:pt x="58850" y="44197"/>
                  </a:cubicBezTo>
                  <a:cubicBezTo>
                    <a:pt x="58850" y="58532"/>
                    <a:pt x="56320" y="69481"/>
                    <a:pt x="51262" y="77047"/>
                  </a:cubicBezTo>
                  <a:cubicBezTo>
                    <a:pt x="46247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3" y="77047"/>
                  </a:cubicBezTo>
                  <a:cubicBezTo>
                    <a:pt x="2507" y="69482"/>
                    <a:pt x="0" y="58532"/>
                    <a:pt x="0" y="44197"/>
                  </a:cubicBezTo>
                  <a:cubicBezTo>
                    <a:pt x="0" y="29826"/>
                    <a:pt x="2507" y="18876"/>
                    <a:pt x="7523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E3DA507C-8424-EF2A-7FEB-3EF1AD1718DF}"/>
                </a:ext>
              </a:extLst>
            </p:cNvPr>
            <p:cNvSpPr/>
            <p:nvPr/>
          </p:nvSpPr>
          <p:spPr>
            <a:xfrm>
              <a:off x="4275353" y="3053631"/>
              <a:ext cx="12023" cy="14484"/>
            </a:xfrm>
            <a:custGeom>
              <a:avLst/>
              <a:gdLst>
                <a:gd name="csX0" fmla="*/ 0 w 12023"/>
                <a:gd name="csY0" fmla="*/ 0 h 14484"/>
                <a:gd name="csX1" fmla="*/ 12023 w 12023"/>
                <a:gd name="csY1" fmla="*/ 0 h 14484"/>
                <a:gd name="csX2" fmla="*/ 12023 w 12023"/>
                <a:gd name="csY2" fmla="*/ 14485 h 14484"/>
                <a:gd name="csX3" fmla="*/ 0 w 12023"/>
                <a:gd name="csY3" fmla="*/ 14485 h 14484"/>
                <a:gd name="csX4" fmla="*/ 0 w 12023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4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Freeform 308">
              <a:extLst>
                <a:ext uri="{FF2B5EF4-FFF2-40B4-BE49-F238E27FC236}">
                  <a16:creationId xmlns:a16="http://schemas.microsoft.com/office/drawing/2014/main" id="{E53F00AF-80D4-7945-0957-63CDA3B9391E}"/>
                </a:ext>
              </a:extLst>
            </p:cNvPr>
            <p:cNvSpPr/>
            <p:nvPr/>
          </p:nvSpPr>
          <p:spPr>
            <a:xfrm>
              <a:off x="4308136" y="2981431"/>
              <a:ext cx="58800" cy="88338"/>
            </a:xfrm>
            <a:custGeom>
              <a:avLst/>
              <a:gdLst>
                <a:gd name="csX0" fmla="*/ 30402 w 58800"/>
                <a:gd name="csY0" fmla="*/ 39521 h 88338"/>
                <a:gd name="csX1" fmla="*/ 18084 w 58800"/>
                <a:gd name="csY1" fmla="*/ 44825 h 88338"/>
                <a:gd name="csX2" fmla="*/ 13567 w 58800"/>
                <a:gd name="csY2" fmla="*/ 59367 h 88338"/>
                <a:gd name="csX3" fmla="*/ 18084 w 58800"/>
                <a:gd name="csY3" fmla="*/ 73911 h 88338"/>
                <a:gd name="csX4" fmla="*/ 30402 w 58800"/>
                <a:gd name="csY4" fmla="*/ 79215 h 88338"/>
                <a:gd name="csX5" fmla="*/ 42655 w 58800"/>
                <a:gd name="csY5" fmla="*/ 73911 h 88338"/>
                <a:gd name="csX6" fmla="*/ 47221 w 58800"/>
                <a:gd name="csY6" fmla="*/ 59367 h 88338"/>
                <a:gd name="csX7" fmla="*/ 42655 w 58800"/>
                <a:gd name="csY7" fmla="*/ 44825 h 88338"/>
                <a:gd name="csX8" fmla="*/ 30402 w 58800"/>
                <a:gd name="csY8" fmla="*/ 39521 h 88338"/>
                <a:gd name="csX9" fmla="*/ 53266 w 58800"/>
                <a:gd name="csY9" fmla="*/ 3421 h 88338"/>
                <a:gd name="csX10" fmla="*/ 53266 w 58800"/>
                <a:gd name="csY10" fmla="*/ 13915 h 88338"/>
                <a:gd name="csX11" fmla="*/ 44478 w 58800"/>
                <a:gd name="csY11" fmla="*/ 10778 h 88338"/>
                <a:gd name="csX12" fmla="*/ 35757 w 58800"/>
                <a:gd name="csY12" fmla="*/ 9695 h 88338"/>
                <a:gd name="csX13" fmla="*/ 18314 w 58800"/>
                <a:gd name="csY13" fmla="*/ 17394 h 88338"/>
                <a:gd name="csX14" fmla="*/ 11465 w 58800"/>
                <a:gd name="csY14" fmla="*/ 40663 h 88338"/>
                <a:gd name="csX15" fmla="*/ 19907 w 58800"/>
                <a:gd name="csY15" fmla="*/ 33078 h 88338"/>
                <a:gd name="csX16" fmla="*/ 31076 w 58800"/>
                <a:gd name="csY16" fmla="*/ 30397 h 88338"/>
                <a:gd name="csX17" fmla="*/ 51327 w 58800"/>
                <a:gd name="csY17" fmla="*/ 38210 h 88338"/>
                <a:gd name="csX18" fmla="*/ 58801 w 58800"/>
                <a:gd name="csY18" fmla="*/ 59367 h 88338"/>
                <a:gd name="csX19" fmla="*/ 51048 w 58800"/>
                <a:gd name="csY19" fmla="*/ 80412 h 88338"/>
                <a:gd name="csX20" fmla="*/ 30402 w 58800"/>
                <a:gd name="csY20" fmla="*/ 88339 h 88338"/>
                <a:gd name="csX21" fmla="*/ 7818 w 58800"/>
                <a:gd name="csY21" fmla="*/ 77047 h 88338"/>
                <a:gd name="csX22" fmla="*/ 0 w 58800"/>
                <a:gd name="csY22" fmla="*/ 44197 h 88338"/>
                <a:gd name="csX23" fmla="*/ 9576 w 58800"/>
                <a:gd name="csY23" fmla="*/ 12033 h 88338"/>
                <a:gd name="csX24" fmla="*/ 35297 w 58800"/>
                <a:gd name="csY24" fmla="*/ 0 h 88338"/>
                <a:gd name="csX25" fmla="*/ 44035 w 58800"/>
                <a:gd name="csY25" fmla="*/ 856 h 88338"/>
                <a:gd name="csX26" fmla="*/ 53266 w 58800"/>
                <a:gd name="csY26" fmla="*/ 3421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8800" h="88338">
                  <a:moveTo>
                    <a:pt x="30402" y="39521"/>
                  </a:moveTo>
                  <a:cubicBezTo>
                    <a:pt x="25234" y="39521"/>
                    <a:pt x="21128" y="41289"/>
                    <a:pt x="18084" y="44825"/>
                  </a:cubicBezTo>
                  <a:cubicBezTo>
                    <a:pt x="15073" y="48361"/>
                    <a:pt x="13567" y="53209"/>
                    <a:pt x="13567" y="59367"/>
                  </a:cubicBezTo>
                  <a:cubicBezTo>
                    <a:pt x="13567" y="65489"/>
                    <a:pt x="15073" y="70337"/>
                    <a:pt x="18084" y="73911"/>
                  </a:cubicBezTo>
                  <a:cubicBezTo>
                    <a:pt x="21128" y="77447"/>
                    <a:pt x="25234" y="79215"/>
                    <a:pt x="30402" y="79215"/>
                  </a:cubicBezTo>
                  <a:cubicBezTo>
                    <a:pt x="35571" y="79215"/>
                    <a:pt x="39655" y="77447"/>
                    <a:pt x="42655" y="73911"/>
                  </a:cubicBezTo>
                  <a:cubicBezTo>
                    <a:pt x="45699" y="70337"/>
                    <a:pt x="47221" y="65489"/>
                    <a:pt x="47221" y="59367"/>
                  </a:cubicBezTo>
                  <a:cubicBezTo>
                    <a:pt x="47221" y="53209"/>
                    <a:pt x="45699" y="48361"/>
                    <a:pt x="42655" y="44825"/>
                  </a:cubicBezTo>
                  <a:cubicBezTo>
                    <a:pt x="39655" y="41289"/>
                    <a:pt x="35571" y="39521"/>
                    <a:pt x="30402" y="39521"/>
                  </a:cubicBezTo>
                  <a:moveTo>
                    <a:pt x="53266" y="3421"/>
                  </a:moveTo>
                  <a:lnTo>
                    <a:pt x="53266" y="13915"/>
                  </a:lnTo>
                  <a:cubicBezTo>
                    <a:pt x="50375" y="12546"/>
                    <a:pt x="47446" y="11501"/>
                    <a:pt x="44478" y="10778"/>
                  </a:cubicBezTo>
                  <a:cubicBezTo>
                    <a:pt x="41555" y="10056"/>
                    <a:pt x="38647" y="9695"/>
                    <a:pt x="35757" y="9695"/>
                  </a:cubicBezTo>
                  <a:cubicBezTo>
                    <a:pt x="28157" y="9695"/>
                    <a:pt x="22343" y="12262"/>
                    <a:pt x="18314" y="17394"/>
                  </a:cubicBezTo>
                  <a:cubicBezTo>
                    <a:pt x="14317" y="22527"/>
                    <a:pt x="12034" y="30283"/>
                    <a:pt x="11465" y="40663"/>
                  </a:cubicBezTo>
                  <a:cubicBezTo>
                    <a:pt x="13710" y="37355"/>
                    <a:pt x="16523" y="34826"/>
                    <a:pt x="19907" y="33078"/>
                  </a:cubicBezTo>
                  <a:cubicBezTo>
                    <a:pt x="23291" y="31291"/>
                    <a:pt x="27013" y="30397"/>
                    <a:pt x="31076" y="30397"/>
                  </a:cubicBezTo>
                  <a:cubicBezTo>
                    <a:pt x="39639" y="30397"/>
                    <a:pt x="46389" y="33002"/>
                    <a:pt x="51327" y="38210"/>
                  </a:cubicBezTo>
                  <a:cubicBezTo>
                    <a:pt x="56310" y="43381"/>
                    <a:pt x="58801" y="50433"/>
                    <a:pt x="58801" y="59367"/>
                  </a:cubicBezTo>
                  <a:cubicBezTo>
                    <a:pt x="58801" y="68113"/>
                    <a:pt x="56217" y="75128"/>
                    <a:pt x="51048" y="80412"/>
                  </a:cubicBezTo>
                  <a:cubicBezTo>
                    <a:pt x="45869" y="85697"/>
                    <a:pt x="38987" y="88339"/>
                    <a:pt x="30402" y="88339"/>
                  </a:cubicBezTo>
                  <a:cubicBezTo>
                    <a:pt x="20547" y="88339"/>
                    <a:pt x="13019" y="84575"/>
                    <a:pt x="7818" y="77047"/>
                  </a:cubicBezTo>
                  <a:cubicBezTo>
                    <a:pt x="2606" y="69482"/>
                    <a:pt x="0" y="58532"/>
                    <a:pt x="0" y="44197"/>
                  </a:cubicBezTo>
                  <a:cubicBezTo>
                    <a:pt x="0" y="30739"/>
                    <a:pt x="3192" y="20017"/>
                    <a:pt x="9576" y="12033"/>
                  </a:cubicBezTo>
                  <a:cubicBezTo>
                    <a:pt x="15970" y="4011"/>
                    <a:pt x="24544" y="0"/>
                    <a:pt x="35297" y="0"/>
                  </a:cubicBezTo>
                  <a:cubicBezTo>
                    <a:pt x="38188" y="0"/>
                    <a:pt x="41100" y="285"/>
                    <a:pt x="44035" y="856"/>
                  </a:cubicBezTo>
                  <a:cubicBezTo>
                    <a:pt x="46991" y="1425"/>
                    <a:pt x="50068" y="2280"/>
                    <a:pt x="53266" y="3421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309">
              <a:extLst>
                <a:ext uri="{FF2B5EF4-FFF2-40B4-BE49-F238E27FC236}">
                  <a16:creationId xmlns:a16="http://schemas.microsoft.com/office/drawing/2014/main" id="{67DE69DF-72FA-B512-F4F1-35064B14A770}"/>
                </a:ext>
              </a:extLst>
            </p:cNvPr>
            <p:cNvSpPr/>
            <p:nvPr/>
          </p:nvSpPr>
          <p:spPr>
            <a:xfrm>
              <a:off x="4137122" y="3034484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310">
              <a:extLst>
                <a:ext uri="{FF2B5EF4-FFF2-40B4-BE49-F238E27FC236}">
                  <a16:creationId xmlns:a16="http://schemas.microsoft.com/office/drawing/2014/main" id="{05E21C4D-F6D9-A387-9F66-CF9A4884F03A}"/>
                </a:ext>
              </a:extLst>
            </p:cNvPr>
            <p:cNvSpPr/>
            <p:nvPr/>
          </p:nvSpPr>
          <p:spPr>
            <a:xfrm>
              <a:off x="4196251" y="2691811"/>
              <a:ext cx="58849" cy="88338"/>
            </a:xfrm>
            <a:custGeom>
              <a:avLst/>
              <a:gdLst>
                <a:gd name="csX0" fmla="*/ 29417 w 58849"/>
                <a:gd name="csY0" fmla="*/ 9124 h 88338"/>
                <a:gd name="csX1" fmla="*/ 16014 w 58849"/>
                <a:gd name="csY1" fmla="*/ 17908 h 88338"/>
                <a:gd name="csX2" fmla="*/ 11563 w 58849"/>
                <a:gd name="csY2" fmla="*/ 44197 h 88338"/>
                <a:gd name="csX3" fmla="*/ 16014 w 58849"/>
                <a:gd name="csY3" fmla="*/ 70488 h 88338"/>
                <a:gd name="csX4" fmla="*/ 29417 w 58849"/>
                <a:gd name="csY4" fmla="*/ 79215 h 88338"/>
                <a:gd name="csX5" fmla="*/ 42819 w 58849"/>
                <a:gd name="csY5" fmla="*/ 70488 h 88338"/>
                <a:gd name="csX6" fmla="*/ 47336 w 58849"/>
                <a:gd name="csY6" fmla="*/ 44197 h 88338"/>
                <a:gd name="csX7" fmla="*/ 42819 w 58849"/>
                <a:gd name="csY7" fmla="*/ 17908 h 88338"/>
                <a:gd name="csX8" fmla="*/ 29417 w 58849"/>
                <a:gd name="csY8" fmla="*/ 9124 h 88338"/>
                <a:gd name="csX9" fmla="*/ 29417 w 58849"/>
                <a:gd name="csY9" fmla="*/ 0 h 88338"/>
                <a:gd name="csX10" fmla="*/ 51262 w 58849"/>
                <a:gd name="csY10" fmla="*/ 11349 h 88338"/>
                <a:gd name="csX11" fmla="*/ 58850 w 58849"/>
                <a:gd name="csY11" fmla="*/ 44197 h 88338"/>
                <a:gd name="csX12" fmla="*/ 51262 w 58849"/>
                <a:gd name="csY12" fmla="*/ 77047 h 88338"/>
                <a:gd name="csX13" fmla="*/ 29417 w 58849"/>
                <a:gd name="csY13" fmla="*/ 88339 h 88338"/>
                <a:gd name="csX14" fmla="*/ 7523 w 58849"/>
                <a:gd name="csY14" fmla="*/ 77047 h 88338"/>
                <a:gd name="csX15" fmla="*/ 0 w 58849"/>
                <a:gd name="csY15" fmla="*/ 44197 h 88338"/>
                <a:gd name="csX16" fmla="*/ 7523 w 58849"/>
                <a:gd name="csY16" fmla="*/ 11349 h 88338"/>
                <a:gd name="csX17" fmla="*/ 29417 w 58849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49" h="88338">
                  <a:moveTo>
                    <a:pt x="29417" y="9124"/>
                  </a:moveTo>
                  <a:cubicBezTo>
                    <a:pt x="23493" y="9124"/>
                    <a:pt x="19025" y="12052"/>
                    <a:pt x="16014" y="17908"/>
                  </a:cubicBezTo>
                  <a:cubicBezTo>
                    <a:pt x="13047" y="23724"/>
                    <a:pt x="11563" y="32488"/>
                    <a:pt x="11563" y="44197"/>
                  </a:cubicBezTo>
                  <a:cubicBezTo>
                    <a:pt x="11563" y="55870"/>
                    <a:pt x="13047" y="64633"/>
                    <a:pt x="16014" y="70488"/>
                  </a:cubicBezTo>
                  <a:cubicBezTo>
                    <a:pt x="19025" y="76306"/>
                    <a:pt x="23493" y="79215"/>
                    <a:pt x="29417" y="79215"/>
                  </a:cubicBezTo>
                  <a:cubicBezTo>
                    <a:pt x="35384" y="79215"/>
                    <a:pt x="39852" y="76306"/>
                    <a:pt x="42819" y="70488"/>
                  </a:cubicBezTo>
                  <a:cubicBezTo>
                    <a:pt x="45830" y="64633"/>
                    <a:pt x="47336" y="55870"/>
                    <a:pt x="47336" y="44197"/>
                  </a:cubicBezTo>
                  <a:cubicBezTo>
                    <a:pt x="47336" y="32488"/>
                    <a:pt x="45830" y="23724"/>
                    <a:pt x="42819" y="17908"/>
                  </a:cubicBezTo>
                  <a:cubicBezTo>
                    <a:pt x="39852" y="12052"/>
                    <a:pt x="35384" y="9124"/>
                    <a:pt x="29417" y="9124"/>
                  </a:cubicBezTo>
                  <a:moveTo>
                    <a:pt x="29417" y="0"/>
                  </a:moveTo>
                  <a:cubicBezTo>
                    <a:pt x="38965" y="0"/>
                    <a:pt x="46247" y="3783"/>
                    <a:pt x="51262" y="11349"/>
                  </a:cubicBezTo>
                  <a:cubicBezTo>
                    <a:pt x="56320" y="18877"/>
                    <a:pt x="58850" y="29827"/>
                    <a:pt x="58850" y="44197"/>
                  </a:cubicBezTo>
                  <a:cubicBezTo>
                    <a:pt x="58850" y="58532"/>
                    <a:pt x="56320" y="69481"/>
                    <a:pt x="51262" y="77047"/>
                  </a:cubicBezTo>
                  <a:cubicBezTo>
                    <a:pt x="46247" y="84575"/>
                    <a:pt x="38965" y="88339"/>
                    <a:pt x="29417" y="88339"/>
                  </a:cubicBezTo>
                  <a:cubicBezTo>
                    <a:pt x="19879" y="88339"/>
                    <a:pt x="12581" y="84575"/>
                    <a:pt x="7523" y="77047"/>
                  </a:cubicBezTo>
                  <a:cubicBezTo>
                    <a:pt x="2507" y="69481"/>
                    <a:pt x="0" y="58532"/>
                    <a:pt x="0" y="44197"/>
                  </a:cubicBezTo>
                  <a:cubicBezTo>
                    <a:pt x="0" y="29827"/>
                    <a:pt x="2507" y="18877"/>
                    <a:pt x="7523" y="11349"/>
                  </a:cubicBezTo>
                  <a:cubicBezTo>
                    <a:pt x="12581" y="3783"/>
                    <a:pt x="19879" y="0"/>
                    <a:pt x="2941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311">
              <a:extLst>
                <a:ext uri="{FF2B5EF4-FFF2-40B4-BE49-F238E27FC236}">
                  <a16:creationId xmlns:a16="http://schemas.microsoft.com/office/drawing/2014/main" id="{2DACDDF8-94F6-1DC3-B571-D4DCADC68CEB}"/>
                </a:ext>
              </a:extLst>
            </p:cNvPr>
            <p:cNvSpPr/>
            <p:nvPr/>
          </p:nvSpPr>
          <p:spPr>
            <a:xfrm>
              <a:off x="4275353" y="2764010"/>
              <a:ext cx="12023" cy="14484"/>
            </a:xfrm>
            <a:custGeom>
              <a:avLst/>
              <a:gdLst>
                <a:gd name="csX0" fmla="*/ 0 w 12023"/>
                <a:gd name="csY0" fmla="*/ 0 h 14484"/>
                <a:gd name="csX1" fmla="*/ 12023 w 12023"/>
                <a:gd name="csY1" fmla="*/ 0 h 14484"/>
                <a:gd name="csX2" fmla="*/ 12023 w 12023"/>
                <a:gd name="csY2" fmla="*/ 14485 h 14484"/>
                <a:gd name="csX3" fmla="*/ 0 w 12023"/>
                <a:gd name="csY3" fmla="*/ 14485 h 14484"/>
                <a:gd name="csX4" fmla="*/ 0 w 12023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4">
                  <a:moveTo>
                    <a:pt x="0" y="0"/>
                  </a:moveTo>
                  <a:lnTo>
                    <a:pt x="12023" y="0"/>
                  </a:lnTo>
                  <a:lnTo>
                    <a:pt x="1202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9A84A6A0-62CD-E7FD-3E6F-C63A018874E4}"/>
                </a:ext>
              </a:extLst>
            </p:cNvPr>
            <p:cNvSpPr/>
            <p:nvPr/>
          </p:nvSpPr>
          <p:spPr>
            <a:xfrm>
              <a:off x="4309566" y="2693350"/>
              <a:ext cx="54743" cy="85145"/>
            </a:xfrm>
            <a:custGeom>
              <a:avLst/>
              <a:gdLst>
                <a:gd name="csX0" fmla="*/ 0 w 54743"/>
                <a:gd name="csY0" fmla="*/ 0 h 85145"/>
                <a:gd name="csX1" fmla="*/ 54744 w 54743"/>
                <a:gd name="csY1" fmla="*/ 0 h 85145"/>
                <a:gd name="csX2" fmla="*/ 54744 w 54743"/>
                <a:gd name="csY2" fmla="*/ 4904 h 85145"/>
                <a:gd name="csX3" fmla="*/ 23832 w 54743"/>
                <a:gd name="csY3" fmla="*/ 85146 h 85145"/>
                <a:gd name="csX4" fmla="*/ 11809 w 54743"/>
                <a:gd name="csY4" fmla="*/ 85146 h 85145"/>
                <a:gd name="csX5" fmla="*/ 40881 w 54743"/>
                <a:gd name="csY5" fmla="*/ 9696 h 85145"/>
                <a:gd name="csX6" fmla="*/ 0 w 54743"/>
                <a:gd name="csY6" fmla="*/ 9696 h 85145"/>
                <a:gd name="csX7" fmla="*/ 0 w 54743"/>
                <a:gd name="csY7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4743" h="85145">
                  <a:moveTo>
                    <a:pt x="0" y="0"/>
                  </a:moveTo>
                  <a:lnTo>
                    <a:pt x="54744" y="0"/>
                  </a:lnTo>
                  <a:lnTo>
                    <a:pt x="54744" y="4904"/>
                  </a:lnTo>
                  <a:lnTo>
                    <a:pt x="23832" y="85146"/>
                  </a:lnTo>
                  <a:lnTo>
                    <a:pt x="11809" y="85146"/>
                  </a:lnTo>
                  <a:lnTo>
                    <a:pt x="40881" y="9696"/>
                  </a:lnTo>
                  <a:lnTo>
                    <a:pt x="0" y="96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4DCF653-EE68-6614-3809-A082465A9669}"/>
                </a:ext>
              </a:extLst>
            </p:cNvPr>
            <p:cNvSpPr/>
            <p:nvPr/>
          </p:nvSpPr>
          <p:spPr>
            <a:xfrm>
              <a:off x="4137122" y="2744864"/>
              <a:ext cx="39419" cy="1642"/>
            </a:xfrm>
            <a:custGeom>
              <a:avLst/>
              <a:gdLst>
                <a:gd name="csX0" fmla="*/ 0 w 39419"/>
                <a:gd name="csY0" fmla="*/ 0 h 1642"/>
                <a:gd name="csX1" fmla="*/ 39419 w 39419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9419" h="1642">
                  <a:moveTo>
                    <a:pt x="0" y="0"/>
                  </a:moveTo>
                  <a:lnTo>
                    <a:pt x="3941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" name="Freeform 314">
              <a:extLst>
                <a:ext uri="{FF2B5EF4-FFF2-40B4-BE49-F238E27FC236}">
                  <a16:creationId xmlns:a16="http://schemas.microsoft.com/office/drawing/2014/main" id="{936B2323-0578-4779-0803-B237B81D451F}"/>
                </a:ext>
              </a:extLst>
            </p:cNvPr>
            <p:cNvSpPr/>
            <p:nvPr/>
          </p:nvSpPr>
          <p:spPr>
            <a:xfrm>
              <a:off x="4137122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EB953E4-7BC8-38EA-F459-5C6143A16ED0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269096" cy="668362"/>
              </a:xfrm>
            </p:spPr>
            <p:txBody>
              <a:bodyPr/>
              <a:lstStyle/>
              <a:p>
                <a:r>
                  <a:rPr lang="en-US" b="1" dirty="0"/>
                  <a:t>Accuracy</a:t>
                </a:r>
                <a:r>
                  <a:rPr lang="en-US" dirty="0"/>
                  <a:t>: We know that the KL divergence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KL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[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US" dirty="0"/>
                  <a:t> is upper-bounded by using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(the same is true for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/>
                  <a:t>) 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EB953E4-7BC8-38EA-F459-5C6143A16ED0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269096" cy="668362"/>
              </a:xfrm>
              <a:blipFill>
                <a:blip r:embed="rId3"/>
                <a:stretch>
                  <a:fillRect t="-1852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4CE44107-79D8-F431-BD6D-D7A3090309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Copy Factor: Direct Message Approximation Accuracy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D483A0FC-571C-C67F-1A40-65F002DE8252}"/>
                  </a:ext>
                </a:extLst>
              </p:cNvPr>
              <p:cNvSpPr/>
              <p:nvPr/>
            </p:nvSpPr>
            <p:spPr bwMode="gray">
              <a:xfrm>
                <a:off x="8766905" y="132881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D483A0FC-571C-C67F-1A40-65F002DE82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6905" y="1328817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F1D63DC9-4651-9A65-9728-D044EDA2B291}"/>
              </a:ext>
            </a:extLst>
          </p:cNvPr>
          <p:cNvSpPr/>
          <p:nvPr/>
        </p:nvSpPr>
        <p:spPr bwMode="gray">
          <a:xfrm>
            <a:off x="7823388" y="1391817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6800DE72-582B-8CAE-DDA4-8FB2D716EB95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49387" y="1454817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072F094D-CC41-FAC1-2332-9915BAF96825}"/>
                  </a:ext>
                </a:extLst>
              </p:cNvPr>
              <p:cNvSpPr/>
              <p:nvPr/>
            </p:nvSpPr>
            <p:spPr bwMode="gray">
              <a:xfrm>
                <a:off x="6753871" y="132881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072F094D-CC41-FAC1-2332-9915BAF968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3871" y="1328817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FBBE2FE-905A-69D1-A1F9-D3AEFB874FED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05870" y="1446199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8A3D582-39B9-F46D-788F-32AF4546CBB1}"/>
                  </a:ext>
                </a:extLst>
              </p:cNvPr>
              <p:cNvSpPr txBox="1"/>
              <p:nvPr/>
            </p:nvSpPr>
            <p:spPr bwMode="gray">
              <a:xfrm>
                <a:off x="8015185" y="1149612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8A3D582-39B9-F46D-788F-32AF4546CB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15185" y="1149612"/>
                <a:ext cx="741711" cy="184133"/>
              </a:xfrm>
              <a:prstGeom prst="rect">
                <a:avLst/>
              </a:prstGeom>
              <a:blipFill>
                <a:blip r:embed="rId6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6F74AF6-E676-A023-5B1D-1BF0E5DA5B42}"/>
                  </a:ext>
                </a:extLst>
              </p:cNvPr>
              <p:cNvSpPr txBox="1"/>
              <p:nvPr/>
            </p:nvSpPr>
            <p:spPr bwMode="gray">
              <a:xfrm>
                <a:off x="7005562" y="1149612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6F74AF6-E676-A023-5B1D-1BF0E5DA5B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05562" y="1149612"/>
                <a:ext cx="796824" cy="184133"/>
              </a:xfrm>
              <a:prstGeom prst="rect">
                <a:avLst/>
              </a:prstGeom>
              <a:blipFill>
                <a:blip r:embed="rId7"/>
                <a:stretch>
                  <a:fillRect b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FDEF25-F67B-C1DC-0311-89A2BDADD880}"/>
                  </a:ext>
                </a:extLst>
              </p:cNvPr>
              <p:cNvSpPr txBox="1"/>
              <p:nvPr/>
            </p:nvSpPr>
            <p:spPr bwMode="gray">
              <a:xfrm>
                <a:off x="8028627" y="1544089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1FDEF25-F67B-C1DC-0311-89A2BDADD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8627" y="1544089"/>
                <a:ext cx="796824" cy="23096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BFEA04CC-0321-9719-E19F-97C4D1BBC7C8}"/>
              </a:ext>
            </a:extLst>
          </p:cNvPr>
          <p:cNvCxnSpPr>
            <a:cxnSpLocks/>
          </p:cNvCxnSpPr>
          <p:nvPr/>
        </p:nvCxnSpPr>
        <p:spPr bwMode="gray">
          <a:xfrm flipH="1">
            <a:off x="7054783" y="1520927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A91A287A-4730-D51A-EF88-FB2DD6C56AF2}"/>
              </a:ext>
            </a:extLst>
          </p:cNvPr>
          <p:cNvCxnSpPr>
            <a:cxnSpLocks/>
          </p:cNvCxnSpPr>
          <p:nvPr/>
        </p:nvCxnSpPr>
        <p:spPr bwMode="gray">
          <a:xfrm flipH="1">
            <a:off x="8044428" y="1517816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81EC6D52-F45C-BAE4-A2A0-5E03A34995D6}"/>
              </a:ext>
            </a:extLst>
          </p:cNvPr>
          <p:cNvCxnSpPr>
            <a:cxnSpLocks/>
          </p:cNvCxnSpPr>
          <p:nvPr/>
        </p:nvCxnSpPr>
        <p:spPr bwMode="gray">
          <a:xfrm flipH="1">
            <a:off x="8027696" y="1380001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B204B4CC-58CF-93A6-712D-45E5FFBA1457}"/>
              </a:ext>
            </a:extLst>
          </p:cNvPr>
          <p:cNvCxnSpPr>
            <a:cxnSpLocks/>
          </p:cNvCxnSpPr>
          <p:nvPr/>
        </p:nvCxnSpPr>
        <p:spPr bwMode="gray">
          <a:xfrm flipH="1">
            <a:off x="7046699" y="137320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9E9C989-92B4-2B9F-D6B3-29C781E65B51}"/>
                  </a:ext>
                </a:extLst>
              </p:cNvPr>
              <p:cNvSpPr txBox="1"/>
              <p:nvPr/>
            </p:nvSpPr>
            <p:spPr bwMode="gray">
              <a:xfrm>
                <a:off x="7010176" y="1558430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9E9C989-92B4-2B9F-D6B3-29C781E65B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0176" y="1558430"/>
                <a:ext cx="741711" cy="20228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3A2DB93-0437-C5DD-EC38-5B0B1E42E3EE}"/>
                  </a:ext>
                </a:extLst>
              </p:cNvPr>
              <p:cNvSpPr txBox="1"/>
              <p:nvPr/>
            </p:nvSpPr>
            <p:spPr bwMode="gray">
              <a:xfrm>
                <a:off x="7479839" y="1542281"/>
                <a:ext cx="786829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10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3A2DB93-0437-C5DD-EC38-5B0B1E42E3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79839" y="1542281"/>
                <a:ext cx="786829" cy="246221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2610A4B-996C-5F57-FD31-A69C123DD236}"/>
                  </a:ext>
                </a:extLst>
              </p:cNvPr>
              <p:cNvSpPr txBox="1"/>
              <p:nvPr/>
            </p:nvSpPr>
            <p:spPr bwMode="gray">
              <a:xfrm>
                <a:off x="1347746" y="1963380"/>
                <a:ext cx="2186194" cy="3327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KL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en-US" sz="140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2610A4B-996C-5F57-FD31-A69C123DD2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47746" y="1963380"/>
                <a:ext cx="2186194" cy="332720"/>
              </a:xfrm>
              <a:prstGeom prst="rect">
                <a:avLst/>
              </a:prstGeom>
              <a:blipFill>
                <a:blip r:embed="rId11"/>
                <a:stretch>
                  <a:fillRect b="-37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0B46DF-5641-DF2A-DDCD-B717236697F9}"/>
                  </a:ext>
                </a:extLst>
              </p:cNvPr>
              <p:cNvSpPr txBox="1"/>
              <p:nvPr/>
            </p:nvSpPr>
            <p:spPr bwMode="gray">
              <a:xfrm>
                <a:off x="5652115" y="1963380"/>
                <a:ext cx="2186194" cy="3327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KL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[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10B46DF-5641-DF2A-DDCD-B717236697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52115" y="1963380"/>
                <a:ext cx="2186194" cy="332720"/>
              </a:xfrm>
              <a:prstGeom prst="rect">
                <a:avLst/>
              </a:prstGeom>
              <a:blipFill>
                <a:blip r:embed="rId12"/>
                <a:stretch>
                  <a:fillRect b="-37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7B0F632-48E9-A59B-8297-9AD4C3E7BA6B}"/>
              </a:ext>
            </a:extLst>
          </p:cNvPr>
          <p:cNvGrpSpPr/>
          <p:nvPr/>
        </p:nvGrpSpPr>
        <p:grpSpPr>
          <a:xfrm>
            <a:off x="4814098" y="2540211"/>
            <a:ext cx="3430296" cy="2521203"/>
            <a:chOff x="4814098" y="2540211"/>
            <a:chExt cx="3430296" cy="2521203"/>
          </a:xfrm>
        </p:grpSpPr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D3765378-3163-9D2A-8506-029B54421DC5}"/>
                </a:ext>
              </a:extLst>
            </p:cNvPr>
            <p:cNvSpPr/>
            <p:nvPr/>
          </p:nvSpPr>
          <p:spPr>
            <a:xfrm>
              <a:off x="5211594" y="2540211"/>
              <a:ext cx="3032800" cy="2210267"/>
            </a:xfrm>
            <a:custGeom>
              <a:avLst/>
              <a:gdLst>
                <a:gd name="csX0" fmla="*/ 0 w 3032800"/>
                <a:gd name="csY0" fmla="*/ 2210268 h 2210267"/>
                <a:gd name="csX1" fmla="*/ 3032801 w 3032800"/>
                <a:gd name="csY1" fmla="*/ 2210268 h 2210267"/>
                <a:gd name="csX2" fmla="*/ 3032801 w 3032800"/>
                <a:gd name="csY2" fmla="*/ 0 h 2210267"/>
                <a:gd name="csX3" fmla="*/ 0 w 3032800"/>
                <a:gd name="csY3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32800" h="2210267">
                  <a:moveTo>
                    <a:pt x="0" y="2210268"/>
                  </a:moveTo>
                  <a:lnTo>
                    <a:pt x="3032801" y="2210268"/>
                  </a:lnTo>
                  <a:lnTo>
                    <a:pt x="30328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4DE8944F-EA3C-BEFE-1D72-4354A29D39DC}"/>
                </a:ext>
              </a:extLst>
            </p:cNvPr>
            <p:cNvSpPr/>
            <p:nvPr/>
          </p:nvSpPr>
          <p:spPr>
            <a:xfrm>
              <a:off x="5219176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A2C19695-F09D-8D95-D4FC-7A23318634A1}"/>
                </a:ext>
              </a:extLst>
            </p:cNvPr>
            <p:cNvSpPr/>
            <p:nvPr/>
          </p:nvSpPr>
          <p:spPr>
            <a:xfrm>
              <a:off x="5828799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59456437-4921-99B5-41BA-2DF6C9F581E1}"/>
                </a:ext>
              </a:extLst>
            </p:cNvPr>
            <p:cNvSpPr/>
            <p:nvPr/>
          </p:nvSpPr>
          <p:spPr>
            <a:xfrm>
              <a:off x="6438414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2DA8B4BE-BBE1-7749-B003-33A804906EF8}"/>
                </a:ext>
              </a:extLst>
            </p:cNvPr>
            <p:cNvSpPr/>
            <p:nvPr/>
          </p:nvSpPr>
          <p:spPr>
            <a:xfrm>
              <a:off x="7048051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143D1D08-5E36-56C6-D5A2-33B70ECC4FFD}"/>
                </a:ext>
              </a:extLst>
            </p:cNvPr>
            <p:cNvSpPr/>
            <p:nvPr/>
          </p:nvSpPr>
          <p:spPr>
            <a:xfrm>
              <a:off x="7657671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5C053356-6560-70A0-3DBF-C10FDD5B0B00}"/>
                </a:ext>
              </a:extLst>
            </p:cNvPr>
            <p:cNvSpPr/>
            <p:nvPr/>
          </p:nvSpPr>
          <p:spPr>
            <a:xfrm>
              <a:off x="5211594" y="4744959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B81CEAD4-2DE8-E345-2871-73F77FA3E2B2}"/>
                </a:ext>
              </a:extLst>
            </p:cNvPr>
            <p:cNvSpPr/>
            <p:nvPr/>
          </p:nvSpPr>
          <p:spPr>
            <a:xfrm>
              <a:off x="5211594" y="4300671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8F57ACC3-66A3-6E87-A80C-ED81D5A6DC3A}"/>
                </a:ext>
              </a:extLst>
            </p:cNvPr>
            <p:cNvSpPr/>
            <p:nvPr/>
          </p:nvSpPr>
          <p:spPr>
            <a:xfrm>
              <a:off x="5211594" y="3856381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3A2F0CA8-86AB-6A29-3C9A-9B62CE923C5F}"/>
                </a:ext>
              </a:extLst>
            </p:cNvPr>
            <p:cNvSpPr/>
            <p:nvPr/>
          </p:nvSpPr>
          <p:spPr>
            <a:xfrm>
              <a:off x="5211594" y="3412094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5149C19A-10F6-3E14-2580-EAF1D101C605}"/>
                </a:ext>
              </a:extLst>
            </p:cNvPr>
            <p:cNvSpPr/>
            <p:nvPr/>
          </p:nvSpPr>
          <p:spPr>
            <a:xfrm>
              <a:off x="5211594" y="2967808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4A57A5F6-E33C-3072-D188-D14929C9A754}"/>
                </a:ext>
              </a:extLst>
            </p:cNvPr>
            <p:cNvSpPr/>
            <p:nvPr/>
          </p:nvSpPr>
          <p:spPr>
            <a:xfrm>
              <a:off x="5211594" y="4750478"/>
              <a:ext cx="3032800" cy="1642"/>
            </a:xfrm>
            <a:custGeom>
              <a:avLst/>
              <a:gdLst>
                <a:gd name="csX0" fmla="*/ 0 w 3032800"/>
                <a:gd name="csY0" fmla="*/ 0 h 1642"/>
                <a:gd name="csX1" fmla="*/ 3032801 w 3032800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2800" h="1642">
                  <a:moveTo>
                    <a:pt x="0" y="0"/>
                  </a:moveTo>
                  <a:lnTo>
                    <a:pt x="3032801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8E4FA431-705F-A271-9327-B728A2C72739}"/>
                </a:ext>
              </a:extLst>
            </p:cNvPr>
            <p:cNvSpPr/>
            <p:nvPr/>
          </p:nvSpPr>
          <p:spPr>
            <a:xfrm>
              <a:off x="5219176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AD81618F-4471-927C-5993-8BE11EA75A18}"/>
                </a:ext>
              </a:extLst>
            </p:cNvPr>
            <p:cNvSpPr/>
            <p:nvPr/>
          </p:nvSpPr>
          <p:spPr>
            <a:xfrm>
              <a:off x="5828799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D3EA2E3E-B09B-28A3-43F8-6C53454016D8}"/>
                </a:ext>
              </a:extLst>
            </p:cNvPr>
            <p:cNvSpPr/>
            <p:nvPr/>
          </p:nvSpPr>
          <p:spPr>
            <a:xfrm>
              <a:off x="6438414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58AF3B7E-B539-7E8F-B42B-4FA75A528D2B}"/>
                </a:ext>
              </a:extLst>
            </p:cNvPr>
            <p:cNvSpPr/>
            <p:nvPr/>
          </p:nvSpPr>
          <p:spPr>
            <a:xfrm>
              <a:off x="7048051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D3EBC105-132C-E144-EFD4-096E64A5B304}"/>
                </a:ext>
              </a:extLst>
            </p:cNvPr>
            <p:cNvSpPr/>
            <p:nvPr/>
          </p:nvSpPr>
          <p:spPr>
            <a:xfrm>
              <a:off x="7657671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354C5E95-25BC-B537-8BA3-0BA1A79D8EBD}"/>
                </a:ext>
              </a:extLst>
            </p:cNvPr>
            <p:cNvSpPr/>
            <p:nvPr/>
          </p:nvSpPr>
          <p:spPr>
            <a:xfrm>
              <a:off x="5135541" y="4801756"/>
              <a:ext cx="58856" cy="88348"/>
            </a:xfrm>
            <a:custGeom>
              <a:avLst/>
              <a:gdLst>
                <a:gd name="csX0" fmla="*/ 29428 w 58856"/>
                <a:gd name="csY0" fmla="*/ 9132 h 88348"/>
                <a:gd name="csX1" fmla="*/ 16026 w 58856"/>
                <a:gd name="csY1" fmla="*/ 17919 h 88348"/>
                <a:gd name="csX2" fmla="*/ 11578 w 58856"/>
                <a:gd name="csY2" fmla="*/ 44199 h 88348"/>
                <a:gd name="csX3" fmla="*/ 16026 w 58856"/>
                <a:gd name="csY3" fmla="*/ 70495 h 88348"/>
                <a:gd name="csX4" fmla="*/ 29428 w 58856"/>
                <a:gd name="csY4" fmla="*/ 79216 h 88348"/>
                <a:gd name="csX5" fmla="*/ 42831 w 58856"/>
                <a:gd name="csY5" fmla="*/ 70495 h 88348"/>
                <a:gd name="csX6" fmla="*/ 47336 w 58856"/>
                <a:gd name="csY6" fmla="*/ 44199 h 88348"/>
                <a:gd name="csX7" fmla="*/ 42831 w 58856"/>
                <a:gd name="csY7" fmla="*/ 17919 h 88348"/>
                <a:gd name="csX8" fmla="*/ 29428 w 58856"/>
                <a:gd name="csY8" fmla="*/ 9132 h 88348"/>
                <a:gd name="csX9" fmla="*/ 29428 w 58856"/>
                <a:gd name="csY9" fmla="*/ 0 h 88348"/>
                <a:gd name="csX10" fmla="*/ 51271 w 58856"/>
                <a:gd name="csY10" fmla="*/ 11349 h 88348"/>
                <a:gd name="csX11" fmla="*/ 58856 w 58856"/>
                <a:gd name="csY11" fmla="*/ 44199 h 88348"/>
                <a:gd name="csX12" fmla="*/ 51271 w 58856"/>
                <a:gd name="csY12" fmla="*/ 77048 h 88348"/>
                <a:gd name="csX13" fmla="*/ 29428 w 58856"/>
                <a:gd name="csY13" fmla="*/ 88348 h 88348"/>
                <a:gd name="csX14" fmla="*/ 7529 w 58856"/>
                <a:gd name="csY14" fmla="*/ 77048 h 88348"/>
                <a:gd name="csX15" fmla="*/ 0 w 58856"/>
                <a:gd name="csY15" fmla="*/ 44199 h 88348"/>
                <a:gd name="csX16" fmla="*/ 7529 w 58856"/>
                <a:gd name="csY16" fmla="*/ 11349 h 88348"/>
                <a:gd name="csX17" fmla="*/ 29428 w 58856"/>
                <a:gd name="csY17" fmla="*/ 0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6" h="88348">
                  <a:moveTo>
                    <a:pt x="29428" y="9132"/>
                  </a:moveTo>
                  <a:cubicBezTo>
                    <a:pt x="23497" y="9132"/>
                    <a:pt x="19029" y="12061"/>
                    <a:pt x="16026" y="17919"/>
                  </a:cubicBezTo>
                  <a:cubicBezTo>
                    <a:pt x="13060" y="23734"/>
                    <a:pt x="11578" y="32494"/>
                    <a:pt x="11578" y="44199"/>
                  </a:cubicBezTo>
                  <a:cubicBezTo>
                    <a:pt x="11578" y="55871"/>
                    <a:pt x="13060" y="64637"/>
                    <a:pt x="16026" y="70495"/>
                  </a:cubicBezTo>
                  <a:cubicBezTo>
                    <a:pt x="19029" y="76309"/>
                    <a:pt x="23497" y="79216"/>
                    <a:pt x="29428" y="79216"/>
                  </a:cubicBezTo>
                  <a:cubicBezTo>
                    <a:pt x="35397" y="79216"/>
                    <a:pt x="39864" y="76309"/>
                    <a:pt x="42831" y="70495"/>
                  </a:cubicBezTo>
                  <a:cubicBezTo>
                    <a:pt x="45834" y="64637"/>
                    <a:pt x="47336" y="55871"/>
                    <a:pt x="47336" y="44199"/>
                  </a:cubicBezTo>
                  <a:cubicBezTo>
                    <a:pt x="47336" y="32494"/>
                    <a:pt x="45834" y="23734"/>
                    <a:pt x="42831" y="17919"/>
                  </a:cubicBezTo>
                  <a:cubicBezTo>
                    <a:pt x="39864" y="12061"/>
                    <a:pt x="35397" y="9132"/>
                    <a:pt x="29428" y="9132"/>
                  </a:cubicBezTo>
                  <a:moveTo>
                    <a:pt x="29428" y="0"/>
                  </a:moveTo>
                  <a:cubicBezTo>
                    <a:pt x="38971" y="0"/>
                    <a:pt x="46252" y="3783"/>
                    <a:pt x="51271" y="11349"/>
                  </a:cubicBezTo>
                  <a:cubicBezTo>
                    <a:pt x="56328" y="18883"/>
                    <a:pt x="58856" y="29833"/>
                    <a:pt x="58856" y="44199"/>
                  </a:cubicBezTo>
                  <a:cubicBezTo>
                    <a:pt x="58856" y="58532"/>
                    <a:pt x="56328" y="69482"/>
                    <a:pt x="51271" y="77048"/>
                  </a:cubicBezTo>
                  <a:cubicBezTo>
                    <a:pt x="46252" y="84582"/>
                    <a:pt x="38971" y="88348"/>
                    <a:pt x="29428" y="88348"/>
                  </a:cubicBezTo>
                  <a:cubicBezTo>
                    <a:pt x="19885" y="88348"/>
                    <a:pt x="12586" y="84582"/>
                    <a:pt x="7529" y="77048"/>
                  </a:cubicBezTo>
                  <a:cubicBezTo>
                    <a:pt x="2510" y="69482"/>
                    <a:pt x="0" y="58532"/>
                    <a:pt x="0" y="44199"/>
                  </a:cubicBezTo>
                  <a:cubicBezTo>
                    <a:pt x="0" y="29833"/>
                    <a:pt x="2510" y="18883"/>
                    <a:pt x="7529" y="11349"/>
                  </a:cubicBezTo>
                  <a:cubicBezTo>
                    <a:pt x="12586" y="3783"/>
                    <a:pt x="19885" y="0"/>
                    <a:pt x="2942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6225D6F9-D2CA-7CB2-0B80-B3956EB4B08E}"/>
                </a:ext>
              </a:extLst>
            </p:cNvPr>
            <p:cNvSpPr/>
            <p:nvPr/>
          </p:nvSpPr>
          <p:spPr>
            <a:xfrm>
              <a:off x="5214642" y="4873959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4CB2B4FD-3346-4294-608B-D1F81E12345F}"/>
                </a:ext>
              </a:extLst>
            </p:cNvPr>
            <p:cNvSpPr/>
            <p:nvPr/>
          </p:nvSpPr>
          <p:spPr>
            <a:xfrm>
              <a:off x="5252110" y="4803300"/>
              <a:ext cx="50699" cy="85145"/>
            </a:xfrm>
            <a:custGeom>
              <a:avLst/>
              <a:gdLst>
                <a:gd name="csX0" fmla="*/ 1654 w 50699"/>
                <a:gd name="csY0" fmla="*/ 75455 h 85145"/>
                <a:gd name="csX1" fmla="*/ 20475 w 50699"/>
                <a:gd name="csY1" fmla="*/ 75455 h 85145"/>
                <a:gd name="csX2" fmla="*/ 20475 w 50699"/>
                <a:gd name="csY2" fmla="*/ 10495 h 85145"/>
                <a:gd name="csX3" fmla="*/ 0 w 50699"/>
                <a:gd name="csY3" fmla="*/ 14602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5 h 85145"/>
                <a:gd name="csX8" fmla="*/ 50700 w 50699"/>
                <a:gd name="csY8" fmla="*/ 75455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5"/>
                  </a:moveTo>
                  <a:lnTo>
                    <a:pt x="20475" y="75455"/>
                  </a:lnTo>
                  <a:lnTo>
                    <a:pt x="20475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0" y="75455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41AC968D-EB3F-7B42-0FEA-D196CBF39716}"/>
                </a:ext>
              </a:extLst>
            </p:cNvPr>
            <p:cNvSpPr/>
            <p:nvPr/>
          </p:nvSpPr>
          <p:spPr>
            <a:xfrm>
              <a:off x="5745591" y="4801756"/>
              <a:ext cx="54065" cy="86689"/>
            </a:xfrm>
            <a:custGeom>
              <a:avLst/>
              <a:gdLst>
                <a:gd name="csX0" fmla="*/ 13859 w 54065"/>
                <a:gd name="csY0" fmla="*/ 76999 h 86689"/>
                <a:gd name="csX1" fmla="*/ 54065 w 54065"/>
                <a:gd name="csY1" fmla="*/ 76999 h 86689"/>
                <a:gd name="csX2" fmla="*/ 54065 w 54065"/>
                <a:gd name="csY2" fmla="*/ 86690 h 86689"/>
                <a:gd name="csX3" fmla="*/ 0 w 54065"/>
                <a:gd name="csY3" fmla="*/ 86690 h 86689"/>
                <a:gd name="csX4" fmla="*/ 0 w 54065"/>
                <a:gd name="csY4" fmla="*/ 76999 h 86689"/>
                <a:gd name="csX5" fmla="*/ 17850 w 54065"/>
                <a:gd name="csY5" fmla="*/ 58800 h 86689"/>
                <a:gd name="csX6" fmla="*/ 32109 w 54065"/>
                <a:gd name="csY6" fmla="*/ 44035 h 86689"/>
                <a:gd name="csX7" fmla="*/ 39807 w 54065"/>
                <a:gd name="csY7" fmla="*/ 33539 h 86689"/>
                <a:gd name="csX8" fmla="*/ 42031 w 54065"/>
                <a:gd name="csY8" fmla="*/ 25048 h 86689"/>
                <a:gd name="csX9" fmla="*/ 37241 w 54065"/>
                <a:gd name="csY9" fmla="*/ 13977 h 86689"/>
                <a:gd name="csX10" fmla="*/ 24865 w 54065"/>
                <a:gd name="csY10" fmla="*/ 9707 h 86689"/>
                <a:gd name="csX11" fmla="*/ 13403 w 54065"/>
                <a:gd name="csY11" fmla="*/ 11579 h 86689"/>
                <a:gd name="csX12" fmla="*/ 570 w 54065"/>
                <a:gd name="csY12" fmla="*/ 17279 h 86689"/>
                <a:gd name="csX13" fmla="*/ 570 w 54065"/>
                <a:gd name="csY13" fmla="*/ 5650 h 86689"/>
                <a:gd name="csX14" fmla="*/ 13573 w 54065"/>
                <a:gd name="csY14" fmla="*/ 1429 h 86689"/>
                <a:gd name="csX15" fmla="*/ 24637 w 54065"/>
                <a:gd name="csY15" fmla="*/ 0 h 86689"/>
                <a:gd name="csX16" fmla="*/ 45738 w 54065"/>
                <a:gd name="csY16" fmla="*/ 6619 h 86689"/>
                <a:gd name="csX17" fmla="*/ 53609 w 54065"/>
                <a:gd name="csY17" fmla="*/ 24292 h 86689"/>
                <a:gd name="csX18" fmla="*/ 51613 w 54065"/>
                <a:gd name="csY18" fmla="*/ 34278 h 86689"/>
                <a:gd name="csX19" fmla="*/ 44483 w 54065"/>
                <a:gd name="csY19" fmla="*/ 45349 h 86689"/>
                <a:gd name="csX20" fmla="*/ 35417 w 54065"/>
                <a:gd name="csY20" fmla="*/ 54924 h 86689"/>
                <a:gd name="csX21" fmla="*/ 13859 w 54065"/>
                <a:gd name="csY21" fmla="*/ 76999 h 86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065" h="86689">
                  <a:moveTo>
                    <a:pt x="13859" y="76999"/>
                  </a:moveTo>
                  <a:lnTo>
                    <a:pt x="54065" y="76999"/>
                  </a:lnTo>
                  <a:lnTo>
                    <a:pt x="54065" y="86690"/>
                  </a:lnTo>
                  <a:lnTo>
                    <a:pt x="0" y="86690"/>
                  </a:lnTo>
                  <a:lnTo>
                    <a:pt x="0" y="76999"/>
                  </a:lnTo>
                  <a:cubicBezTo>
                    <a:pt x="4372" y="72477"/>
                    <a:pt x="10322" y="66411"/>
                    <a:pt x="17850" y="58800"/>
                  </a:cubicBezTo>
                  <a:cubicBezTo>
                    <a:pt x="25417" y="51157"/>
                    <a:pt x="30170" y="46236"/>
                    <a:pt x="32109" y="44035"/>
                  </a:cubicBezTo>
                  <a:cubicBezTo>
                    <a:pt x="35797" y="39885"/>
                    <a:pt x="38363" y="36386"/>
                    <a:pt x="39807" y="33539"/>
                  </a:cubicBezTo>
                  <a:cubicBezTo>
                    <a:pt x="41290" y="30648"/>
                    <a:pt x="42031" y="27818"/>
                    <a:pt x="42031" y="25048"/>
                  </a:cubicBezTo>
                  <a:cubicBezTo>
                    <a:pt x="42031" y="20514"/>
                    <a:pt x="40434" y="16824"/>
                    <a:pt x="37241" y="13977"/>
                  </a:cubicBezTo>
                  <a:cubicBezTo>
                    <a:pt x="34086" y="11130"/>
                    <a:pt x="29960" y="9707"/>
                    <a:pt x="24865" y="9707"/>
                  </a:cubicBezTo>
                  <a:cubicBezTo>
                    <a:pt x="21253" y="9707"/>
                    <a:pt x="17432" y="10331"/>
                    <a:pt x="13403" y="11579"/>
                  </a:cubicBezTo>
                  <a:cubicBezTo>
                    <a:pt x="9410" y="12839"/>
                    <a:pt x="5133" y="14738"/>
                    <a:pt x="570" y="17279"/>
                  </a:cubicBezTo>
                  <a:lnTo>
                    <a:pt x="570" y="5650"/>
                  </a:lnTo>
                  <a:cubicBezTo>
                    <a:pt x="5209" y="3789"/>
                    <a:pt x="9544" y="2382"/>
                    <a:pt x="13573" y="1429"/>
                  </a:cubicBezTo>
                  <a:cubicBezTo>
                    <a:pt x="17604" y="476"/>
                    <a:pt x="21292" y="0"/>
                    <a:pt x="24637" y="0"/>
                  </a:cubicBezTo>
                  <a:cubicBezTo>
                    <a:pt x="33458" y="0"/>
                    <a:pt x="40492" y="2206"/>
                    <a:pt x="45738" y="6619"/>
                  </a:cubicBezTo>
                  <a:cubicBezTo>
                    <a:pt x="50985" y="11032"/>
                    <a:pt x="53609" y="16923"/>
                    <a:pt x="53609" y="24292"/>
                  </a:cubicBezTo>
                  <a:cubicBezTo>
                    <a:pt x="53609" y="27796"/>
                    <a:pt x="52943" y="31125"/>
                    <a:pt x="51613" y="34278"/>
                  </a:cubicBezTo>
                  <a:cubicBezTo>
                    <a:pt x="50320" y="37399"/>
                    <a:pt x="47943" y="41089"/>
                    <a:pt x="44483" y="45349"/>
                  </a:cubicBezTo>
                  <a:cubicBezTo>
                    <a:pt x="43533" y="46444"/>
                    <a:pt x="40510" y="49635"/>
                    <a:pt x="35417" y="54924"/>
                  </a:cubicBezTo>
                  <a:cubicBezTo>
                    <a:pt x="30322" y="60169"/>
                    <a:pt x="23136" y="67527"/>
                    <a:pt x="13859" y="76999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F1B1895C-9FCA-6610-D3FF-11D568F064C8}"/>
                </a:ext>
              </a:extLst>
            </p:cNvPr>
            <p:cNvSpPr/>
            <p:nvPr/>
          </p:nvSpPr>
          <p:spPr>
            <a:xfrm>
              <a:off x="5823837" y="4873959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A4380134-E1A4-849A-FD11-6386F54B1376}"/>
                </a:ext>
              </a:extLst>
            </p:cNvPr>
            <p:cNvSpPr/>
            <p:nvPr/>
          </p:nvSpPr>
          <p:spPr>
            <a:xfrm>
              <a:off x="5861305" y="4803300"/>
              <a:ext cx="50699" cy="85145"/>
            </a:xfrm>
            <a:custGeom>
              <a:avLst/>
              <a:gdLst>
                <a:gd name="csX0" fmla="*/ 1654 w 50699"/>
                <a:gd name="csY0" fmla="*/ 75455 h 85145"/>
                <a:gd name="csX1" fmla="*/ 20473 w 50699"/>
                <a:gd name="csY1" fmla="*/ 75455 h 85145"/>
                <a:gd name="csX2" fmla="*/ 20473 w 50699"/>
                <a:gd name="csY2" fmla="*/ 10495 h 85145"/>
                <a:gd name="csX3" fmla="*/ 0 w 50699"/>
                <a:gd name="csY3" fmla="*/ 14602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5 h 85145"/>
                <a:gd name="csX8" fmla="*/ 50700 w 50699"/>
                <a:gd name="csY8" fmla="*/ 75455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5"/>
                  </a:moveTo>
                  <a:lnTo>
                    <a:pt x="20473" y="75455"/>
                  </a:lnTo>
                  <a:lnTo>
                    <a:pt x="20473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0" y="75455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315763D8-81F7-E2CB-4F1C-BD0298ECFC3E}"/>
                </a:ext>
              </a:extLst>
            </p:cNvPr>
            <p:cNvSpPr/>
            <p:nvPr/>
          </p:nvSpPr>
          <p:spPr>
            <a:xfrm>
              <a:off x="6353787" y="4803300"/>
              <a:ext cx="62049" cy="85145"/>
            </a:xfrm>
            <a:custGeom>
              <a:avLst/>
              <a:gdLst>
                <a:gd name="csX0" fmla="*/ 38439 w 62049"/>
                <a:gd name="csY0" fmla="*/ 10035 h 85145"/>
                <a:gd name="csX1" fmla="*/ 9354 w 62049"/>
                <a:gd name="csY1" fmla="*/ 55483 h 85145"/>
                <a:gd name="csX2" fmla="*/ 38439 w 62049"/>
                <a:gd name="csY2" fmla="*/ 55483 h 85145"/>
                <a:gd name="csX3" fmla="*/ 38439 w 62049"/>
                <a:gd name="csY3" fmla="*/ 10035 h 85145"/>
                <a:gd name="csX4" fmla="*/ 35417 w 62049"/>
                <a:gd name="csY4" fmla="*/ 0 h 85145"/>
                <a:gd name="csX5" fmla="*/ 49902 w 62049"/>
                <a:gd name="csY5" fmla="*/ 0 h 85145"/>
                <a:gd name="csX6" fmla="*/ 49902 w 62049"/>
                <a:gd name="csY6" fmla="*/ 55483 h 85145"/>
                <a:gd name="csX7" fmla="*/ 62049 w 62049"/>
                <a:gd name="csY7" fmla="*/ 55483 h 85145"/>
                <a:gd name="csX8" fmla="*/ 62049 w 62049"/>
                <a:gd name="csY8" fmla="*/ 65075 h 85145"/>
                <a:gd name="csX9" fmla="*/ 49902 w 62049"/>
                <a:gd name="csY9" fmla="*/ 65075 h 85145"/>
                <a:gd name="csX10" fmla="*/ 49902 w 62049"/>
                <a:gd name="csY10" fmla="*/ 85146 h 85145"/>
                <a:gd name="csX11" fmla="*/ 38439 w 62049"/>
                <a:gd name="csY11" fmla="*/ 85146 h 85145"/>
                <a:gd name="csX12" fmla="*/ 38439 w 62049"/>
                <a:gd name="csY12" fmla="*/ 65075 h 85145"/>
                <a:gd name="csX13" fmla="*/ 0 w 62049"/>
                <a:gd name="csY13" fmla="*/ 65075 h 85145"/>
                <a:gd name="csX14" fmla="*/ 0 w 62049"/>
                <a:gd name="csY14" fmla="*/ 53955 h 85145"/>
                <a:gd name="csX15" fmla="*/ 35417 w 62049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49" h="85145">
                  <a:moveTo>
                    <a:pt x="38439" y="10035"/>
                  </a:moveTo>
                  <a:lnTo>
                    <a:pt x="9354" y="55483"/>
                  </a:lnTo>
                  <a:lnTo>
                    <a:pt x="38439" y="55483"/>
                  </a:lnTo>
                  <a:lnTo>
                    <a:pt x="38439" y="10035"/>
                  </a:lnTo>
                  <a:moveTo>
                    <a:pt x="35417" y="0"/>
                  </a:moveTo>
                  <a:lnTo>
                    <a:pt x="49902" y="0"/>
                  </a:lnTo>
                  <a:lnTo>
                    <a:pt x="49902" y="55483"/>
                  </a:lnTo>
                  <a:lnTo>
                    <a:pt x="62049" y="55483"/>
                  </a:lnTo>
                  <a:lnTo>
                    <a:pt x="62049" y="65075"/>
                  </a:lnTo>
                  <a:lnTo>
                    <a:pt x="49902" y="65075"/>
                  </a:lnTo>
                  <a:lnTo>
                    <a:pt x="49902" y="85146"/>
                  </a:lnTo>
                  <a:lnTo>
                    <a:pt x="38439" y="85146"/>
                  </a:lnTo>
                  <a:lnTo>
                    <a:pt x="38439" y="65075"/>
                  </a:lnTo>
                  <a:lnTo>
                    <a:pt x="0" y="65075"/>
                  </a:lnTo>
                  <a:lnTo>
                    <a:pt x="0" y="53955"/>
                  </a:lnTo>
                  <a:lnTo>
                    <a:pt x="3541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91691C33-2A3E-764D-CDF5-CCB97E867AD7}"/>
                </a:ext>
              </a:extLst>
            </p:cNvPr>
            <p:cNvSpPr/>
            <p:nvPr/>
          </p:nvSpPr>
          <p:spPr>
            <a:xfrm>
              <a:off x="6434883" y="4873959"/>
              <a:ext cx="12039" cy="14486"/>
            </a:xfrm>
            <a:custGeom>
              <a:avLst/>
              <a:gdLst>
                <a:gd name="csX0" fmla="*/ 0 w 12039"/>
                <a:gd name="csY0" fmla="*/ 0 h 14486"/>
                <a:gd name="csX1" fmla="*/ 12039 w 12039"/>
                <a:gd name="csY1" fmla="*/ 0 h 14486"/>
                <a:gd name="csX2" fmla="*/ 12039 w 12039"/>
                <a:gd name="csY2" fmla="*/ 14487 h 14486"/>
                <a:gd name="csX3" fmla="*/ 0 w 12039"/>
                <a:gd name="csY3" fmla="*/ 14487 h 14486"/>
                <a:gd name="csX4" fmla="*/ 0 w 12039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9" h="14486">
                  <a:moveTo>
                    <a:pt x="0" y="0"/>
                  </a:moveTo>
                  <a:lnTo>
                    <a:pt x="12039" y="0"/>
                  </a:lnTo>
                  <a:lnTo>
                    <a:pt x="12039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0910F5F6-341A-021B-2762-5C2D0B86B9D2}"/>
                </a:ext>
              </a:extLst>
            </p:cNvPr>
            <p:cNvSpPr/>
            <p:nvPr/>
          </p:nvSpPr>
          <p:spPr>
            <a:xfrm>
              <a:off x="6472348" y="4803300"/>
              <a:ext cx="50703" cy="85145"/>
            </a:xfrm>
            <a:custGeom>
              <a:avLst/>
              <a:gdLst>
                <a:gd name="csX0" fmla="*/ 1659 w 50703"/>
                <a:gd name="csY0" fmla="*/ 75455 h 85145"/>
                <a:gd name="csX1" fmla="*/ 20482 w 50703"/>
                <a:gd name="csY1" fmla="*/ 75455 h 85145"/>
                <a:gd name="csX2" fmla="*/ 20482 w 50703"/>
                <a:gd name="csY2" fmla="*/ 10495 h 85145"/>
                <a:gd name="csX3" fmla="*/ 0 w 50703"/>
                <a:gd name="csY3" fmla="*/ 14602 h 85145"/>
                <a:gd name="csX4" fmla="*/ 0 w 50703"/>
                <a:gd name="csY4" fmla="*/ 4106 h 85145"/>
                <a:gd name="csX5" fmla="*/ 20367 w 50703"/>
                <a:gd name="csY5" fmla="*/ 0 h 85145"/>
                <a:gd name="csX6" fmla="*/ 31880 w 50703"/>
                <a:gd name="csY6" fmla="*/ 0 h 85145"/>
                <a:gd name="csX7" fmla="*/ 31880 w 50703"/>
                <a:gd name="csY7" fmla="*/ 75455 h 85145"/>
                <a:gd name="csX8" fmla="*/ 50703 w 50703"/>
                <a:gd name="csY8" fmla="*/ 75455 h 85145"/>
                <a:gd name="csX9" fmla="*/ 50703 w 50703"/>
                <a:gd name="csY9" fmla="*/ 85146 h 85145"/>
                <a:gd name="csX10" fmla="*/ 1659 w 50703"/>
                <a:gd name="csY10" fmla="*/ 85146 h 85145"/>
                <a:gd name="csX11" fmla="*/ 1659 w 50703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703" h="85145">
                  <a:moveTo>
                    <a:pt x="1659" y="75455"/>
                  </a:moveTo>
                  <a:lnTo>
                    <a:pt x="20482" y="75455"/>
                  </a:lnTo>
                  <a:lnTo>
                    <a:pt x="20482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67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3" y="75455"/>
                  </a:lnTo>
                  <a:lnTo>
                    <a:pt x="50703" y="85146"/>
                  </a:lnTo>
                  <a:lnTo>
                    <a:pt x="1659" y="85146"/>
                  </a:lnTo>
                  <a:lnTo>
                    <a:pt x="1659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A400789E-EFA9-F980-3D18-9A2662FCA618}"/>
                </a:ext>
              </a:extLst>
            </p:cNvPr>
            <p:cNvSpPr/>
            <p:nvPr/>
          </p:nvSpPr>
          <p:spPr>
            <a:xfrm>
              <a:off x="6964629" y="4801756"/>
              <a:ext cx="58800" cy="88348"/>
            </a:xfrm>
            <a:custGeom>
              <a:avLst/>
              <a:gdLst>
                <a:gd name="csX0" fmla="*/ 30402 w 58800"/>
                <a:gd name="csY0" fmla="*/ 39518 h 88348"/>
                <a:gd name="csX1" fmla="*/ 18084 w 58800"/>
                <a:gd name="csY1" fmla="*/ 44823 h 88348"/>
                <a:gd name="csX2" fmla="*/ 13583 w 58800"/>
                <a:gd name="csY2" fmla="*/ 59375 h 88348"/>
                <a:gd name="csX3" fmla="*/ 18084 w 58800"/>
                <a:gd name="csY3" fmla="*/ 73911 h 88348"/>
                <a:gd name="csX4" fmla="*/ 30402 w 58800"/>
                <a:gd name="csY4" fmla="*/ 79216 h 88348"/>
                <a:gd name="csX5" fmla="*/ 42671 w 58800"/>
                <a:gd name="csY5" fmla="*/ 73911 h 88348"/>
                <a:gd name="csX6" fmla="*/ 47221 w 58800"/>
                <a:gd name="csY6" fmla="*/ 59375 h 88348"/>
                <a:gd name="csX7" fmla="*/ 42671 w 58800"/>
                <a:gd name="csY7" fmla="*/ 44823 h 88348"/>
                <a:gd name="csX8" fmla="*/ 30402 w 58800"/>
                <a:gd name="csY8" fmla="*/ 39518 h 88348"/>
                <a:gd name="csX9" fmla="*/ 53265 w 58800"/>
                <a:gd name="csY9" fmla="*/ 3433 h 88348"/>
                <a:gd name="csX10" fmla="*/ 53265 w 58800"/>
                <a:gd name="csY10" fmla="*/ 13912 h 88348"/>
                <a:gd name="csX11" fmla="*/ 44495 w 58800"/>
                <a:gd name="csY11" fmla="*/ 10775 h 88348"/>
                <a:gd name="csX12" fmla="*/ 35757 w 58800"/>
                <a:gd name="csY12" fmla="*/ 9707 h 88348"/>
                <a:gd name="csX13" fmla="*/ 18314 w 58800"/>
                <a:gd name="csY13" fmla="*/ 17394 h 88348"/>
                <a:gd name="csX14" fmla="*/ 11464 w 58800"/>
                <a:gd name="csY14" fmla="*/ 40668 h 88348"/>
                <a:gd name="csX15" fmla="*/ 19907 w 58800"/>
                <a:gd name="csY15" fmla="*/ 33079 h 88348"/>
                <a:gd name="csX16" fmla="*/ 31092 w 58800"/>
                <a:gd name="csY16" fmla="*/ 30402 h 88348"/>
                <a:gd name="csX17" fmla="*/ 51327 w 58800"/>
                <a:gd name="csY17" fmla="*/ 38220 h 88348"/>
                <a:gd name="csX18" fmla="*/ 58801 w 58800"/>
                <a:gd name="csY18" fmla="*/ 59375 h 88348"/>
                <a:gd name="csX19" fmla="*/ 51048 w 58800"/>
                <a:gd name="csY19" fmla="*/ 80415 h 88348"/>
                <a:gd name="csX20" fmla="*/ 30402 w 58800"/>
                <a:gd name="csY20" fmla="*/ 88348 h 88348"/>
                <a:gd name="csX21" fmla="*/ 7818 w 58800"/>
                <a:gd name="csY21" fmla="*/ 77048 h 88348"/>
                <a:gd name="csX22" fmla="*/ 0 w 58800"/>
                <a:gd name="csY22" fmla="*/ 44199 h 88348"/>
                <a:gd name="csX23" fmla="*/ 9592 w 58800"/>
                <a:gd name="csY23" fmla="*/ 12039 h 88348"/>
                <a:gd name="csX24" fmla="*/ 35313 w 58800"/>
                <a:gd name="csY24" fmla="*/ 0 h 88348"/>
                <a:gd name="csX25" fmla="*/ 44035 w 58800"/>
                <a:gd name="csY25" fmla="*/ 854 h 88348"/>
                <a:gd name="csX26" fmla="*/ 53265 w 58800"/>
                <a:gd name="csY26" fmla="*/ 3433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8800" h="88348">
                  <a:moveTo>
                    <a:pt x="30402" y="39518"/>
                  </a:moveTo>
                  <a:cubicBezTo>
                    <a:pt x="25234" y="39518"/>
                    <a:pt x="21128" y="41286"/>
                    <a:pt x="18084" y="44823"/>
                  </a:cubicBezTo>
                  <a:cubicBezTo>
                    <a:pt x="15083" y="48360"/>
                    <a:pt x="13583" y="53211"/>
                    <a:pt x="13583" y="59375"/>
                  </a:cubicBezTo>
                  <a:cubicBezTo>
                    <a:pt x="13583" y="65496"/>
                    <a:pt x="15083" y="70342"/>
                    <a:pt x="18084" y="73911"/>
                  </a:cubicBezTo>
                  <a:cubicBezTo>
                    <a:pt x="21128" y="77448"/>
                    <a:pt x="25234" y="79216"/>
                    <a:pt x="30402" y="79216"/>
                  </a:cubicBezTo>
                  <a:cubicBezTo>
                    <a:pt x="35571" y="79216"/>
                    <a:pt x="39660" y="77448"/>
                    <a:pt x="42671" y="73911"/>
                  </a:cubicBezTo>
                  <a:cubicBezTo>
                    <a:pt x="45705" y="70342"/>
                    <a:pt x="47221" y="65496"/>
                    <a:pt x="47221" y="59375"/>
                  </a:cubicBezTo>
                  <a:cubicBezTo>
                    <a:pt x="47221" y="53211"/>
                    <a:pt x="45705" y="48360"/>
                    <a:pt x="42671" y="44823"/>
                  </a:cubicBezTo>
                  <a:cubicBezTo>
                    <a:pt x="39660" y="41286"/>
                    <a:pt x="35571" y="39518"/>
                    <a:pt x="30402" y="39518"/>
                  </a:cubicBezTo>
                  <a:moveTo>
                    <a:pt x="53265" y="3433"/>
                  </a:moveTo>
                  <a:lnTo>
                    <a:pt x="53265" y="13912"/>
                  </a:lnTo>
                  <a:cubicBezTo>
                    <a:pt x="50386" y="12543"/>
                    <a:pt x="47462" y="11497"/>
                    <a:pt x="44495" y="10775"/>
                  </a:cubicBezTo>
                  <a:cubicBezTo>
                    <a:pt x="41560" y="10063"/>
                    <a:pt x="38647" y="9707"/>
                    <a:pt x="35757" y="9707"/>
                  </a:cubicBezTo>
                  <a:cubicBezTo>
                    <a:pt x="28157" y="9707"/>
                    <a:pt x="22343" y="12269"/>
                    <a:pt x="18314" y="17394"/>
                  </a:cubicBezTo>
                  <a:cubicBezTo>
                    <a:pt x="14317" y="22529"/>
                    <a:pt x="12034" y="30287"/>
                    <a:pt x="11464" y="40668"/>
                  </a:cubicBezTo>
                  <a:cubicBezTo>
                    <a:pt x="13709" y="37361"/>
                    <a:pt x="16523" y="34831"/>
                    <a:pt x="19907" y="33079"/>
                  </a:cubicBezTo>
                  <a:cubicBezTo>
                    <a:pt x="23290" y="31295"/>
                    <a:pt x="27019" y="30402"/>
                    <a:pt x="31092" y="30402"/>
                  </a:cubicBezTo>
                  <a:cubicBezTo>
                    <a:pt x="39644" y="30402"/>
                    <a:pt x="46389" y="33008"/>
                    <a:pt x="51327" y="38220"/>
                  </a:cubicBezTo>
                  <a:cubicBezTo>
                    <a:pt x="56309" y="43389"/>
                    <a:pt x="58801" y="50440"/>
                    <a:pt x="58801" y="59375"/>
                  </a:cubicBezTo>
                  <a:cubicBezTo>
                    <a:pt x="58801" y="68113"/>
                    <a:pt x="56216" y="75127"/>
                    <a:pt x="51048" y="80415"/>
                  </a:cubicBezTo>
                  <a:cubicBezTo>
                    <a:pt x="45880" y="85704"/>
                    <a:pt x="38998" y="88348"/>
                    <a:pt x="30402" y="88348"/>
                  </a:cubicBezTo>
                  <a:cubicBezTo>
                    <a:pt x="20558" y="88348"/>
                    <a:pt x="13030" y="84582"/>
                    <a:pt x="7818" y="77048"/>
                  </a:cubicBezTo>
                  <a:cubicBezTo>
                    <a:pt x="2606" y="69482"/>
                    <a:pt x="0" y="58532"/>
                    <a:pt x="0" y="44199"/>
                  </a:cubicBezTo>
                  <a:cubicBezTo>
                    <a:pt x="0" y="30742"/>
                    <a:pt x="3197" y="20022"/>
                    <a:pt x="9592" y="12039"/>
                  </a:cubicBezTo>
                  <a:cubicBezTo>
                    <a:pt x="15976" y="4013"/>
                    <a:pt x="24549" y="0"/>
                    <a:pt x="35313" y="0"/>
                  </a:cubicBezTo>
                  <a:cubicBezTo>
                    <a:pt x="38204" y="0"/>
                    <a:pt x="41111" y="285"/>
                    <a:pt x="44035" y="854"/>
                  </a:cubicBezTo>
                  <a:cubicBezTo>
                    <a:pt x="47002" y="1424"/>
                    <a:pt x="50079" y="2283"/>
                    <a:pt x="53265" y="3433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2649219B-98B9-353E-EEAC-015137738DB9}"/>
                </a:ext>
              </a:extLst>
            </p:cNvPr>
            <p:cNvSpPr/>
            <p:nvPr/>
          </p:nvSpPr>
          <p:spPr>
            <a:xfrm>
              <a:off x="7043287" y="4873959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90FB1F33-B983-CEBC-2B70-D7CAA89EF713}"/>
                </a:ext>
              </a:extLst>
            </p:cNvPr>
            <p:cNvSpPr/>
            <p:nvPr/>
          </p:nvSpPr>
          <p:spPr>
            <a:xfrm>
              <a:off x="7080752" y="4803300"/>
              <a:ext cx="50703" cy="85145"/>
            </a:xfrm>
            <a:custGeom>
              <a:avLst/>
              <a:gdLst>
                <a:gd name="csX0" fmla="*/ 1659 w 50703"/>
                <a:gd name="csY0" fmla="*/ 75455 h 85145"/>
                <a:gd name="csX1" fmla="*/ 20465 w 50703"/>
                <a:gd name="csY1" fmla="*/ 75455 h 85145"/>
                <a:gd name="csX2" fmla="*/ 20465 w 50703"/>
                <a:gd name="csY2" fmla="*/ 10495 h 85145"/>
                <a:gd name="csX3" fmla="*/ 0 w 50703"/>
                <a:gd name="csY3" fmla="*/ 14602 h 85145"/>
                <a:gd name="csX4" fmla="*/ 0 w 50703"/>
                <a:gd name="csY4" fmla="*/ 4106 h 85145"/>
                <a:gd name="csX5" fmla="*/ 20350 w 50703"/>
                <a:gd name="csY5" fmla="*/ 0 h 85145"/>
                <a:gd name="csX6" fmla="*/ 31880 w 50703"/>
                <a:gd name="csY6" fmla="*/ 0 h 85145"/>
                <a:gd name="csX7" fmla="*/ 31880 w 50703"/>
                <a:gd name="csY7" fmla="*/ 75455 h 85145"/>
                <a:gd name="csX8" fmla="*/ 50703 w 50703"/>
                <a:gd name="csY8" fmla="*/ 75455 h 85145"/>
                <a:gd name="csX9" fmla="*/ 50703 w 50703"/>
                <a:gd name="csY9" fmla="*/ 85146 h 85145"/>
                <a:gd name="csX10" fmla="*/ 1659 w 50703"/>
                <a:gd name="csY10" fmla="*/ 85146 h 85145"/>
                <a:gd name="csX11" fmla="*/ 1659 w 50703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703" h="85145">
                  <a:moveTo>
                    <a:pt x="1659" y="75455"/>
                  </a:moveTo>
                  <a:lnTo>
                    <a:pt x="20465" y="75455"/>
                  </a:lnTo>
                  <a:lnTo>
                    <a:pt x="20465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5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3" y="75455"/>
                  </a:lnTo>
                  <a:lnTo>
                    <a:pt x="50703" y="85146"/>
                  </a:lnTo>
                  <a:lnTo>
                    <a:pt x="1659" y="85146"/>
                  </a:lnTo>
                  <a:lnTo>
                    <a:pt x="1659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00559D5B-6662-3D21-A213-DBAEF72D4260}"/>
                </a:ext>
              </a:extLst>
            </p:cNvPr>
            <p:cNvSpPr/>
            <p:nvPr/>
          </p:nvSpPr>
          <p:spPr>
            <a:xfrm>
              <a:off x="7574151" y="4801756"/>
              <a:ext cx="58389" cy="88348"/>
            </a:xfrm>
            <a:custGeom>
              <a:avLst/>
              <a:gdLst>
                <a:gd name="csX0" fmla="*/ 29187 w 58389"/>
                <a:gd name="csY0" fmla="*/ 46252 h 88348"/>
                <a:gd name="csX1" fmla="*/ 16244 w 58389"/>
                <a:gd name="csY1" fmla="*/ 50654 h 88348"/>
                <a:gd name="csX2" fmla="*/ 11563 w 58389"/>
                <a:gd name="csY2" fmla="*/ 62742 h 88348"/>
                <a:gd name="csX3" fmla="*/ 16244 w 58389"/>
                <a:gd name="csY3" fmla="*/ 74831 h 88348"/>
                <a:gd name="csX4" fmla="*/ 29187 w 58389"/>
                <a:gd name="csY4" fmla="*/ 79216 h 88348"/>
                <a:gd name="csX5" fmla="*/ 42146 w 58389"/>
                <a:gd name="csY5" fmla="*/ 74831 h 88348"/>
                <a:gd name="csX6" fmla="*/ 46876 w 58389"/>
                <a:gd name="csY6" fmla="*/ 62742 h 88348"/>
                <a:gd name="csX7" fmla="*/ 42146 w 58389"/>
                <a:gd name="csY7" fmla="*/ 50654 h 88348"/>
                <a:gd name="csX8" fmla="*/ 29187 w 58389"/>
                <a:gd name="csY8" fmla="*/ 46252 h 88348"/>
                <a:gd name="csX9" fmla="*/ 17673 w 58389"/>
                <a:gd name="csY9" fmla="*/ 41357 h 88348"/>
                <a:gd name="csX10" fmla="*/ 6094 w 58389"/>
                <a:gd name="csY10" fmla="*/ 34443 h 88348"/>
                <a:gd name="csX11" fmla="*/ 1988 w 58389"/>
                <a:gd name="csY11" fmla="*/ 22075 h 88348"/>
                <a:gd name="csX12" fmla="*/ 9231 w 58389"/>
                <a:gd name="csY12" fmla="*/ 5929 h 88348"/>
                <a:gd name="csX13" fmla="*/ 29187 w 58389"/>
                <a:gd name="csY13" fmla="*/ 0 h 88348"/>
                <a:gd name="csX14" fmla="*/ 49159 w 58389"/>
                <a:gd name="csY14" fmla="*/ 5929 h 88348"/>
                <a:gd name="csX15" fmla="*/ 56403 w 58389"/>
                <a:gd name="csY15" fmla="*/ 22075 h 88348"/>
                <a:gd name="csX16" fmla="*/ 52231 w 58389"/>
                <a:gd name="csY16" fmla="*/ 34443 h 88348"/>
                <a:gd name="csX17" fmla="*/ 40766 w 58389"/>
                <a:gd name="csY17" fmla="*/ 41357 h 88348"/>
                <a:gd name="csX18" fmla="*/ 53709 w 58389"/>
                <a:gd name="csY18" fmla="*/ 48929 h 88348"/>
                <a:gd name="csX19" fmla="*/ 58390 w 58389"/>
                <a:gd name="csY19" fmla="*/ 62742 h 88348"/>
                <a:gd name="csX20" fmla="*/ 50802 w 58389"/>
                <a:gd name="csY20" fmla="*/ 81729 h 88348"/>
                <a:gd name="csX21" fmla="*/ 29187 w 58389"/>
                <a:gd name="csY21" fmla="*/ 88348 h 88348"/>
                <a:gd name="csX22" fmla="*/ 7523 w 58389"/>
                <a:gd name="csY22" fmla="*/ 81729 h 88348"/>
                <a:gd name="csX23" fmla="*/ 0 w 58389"/>
                <a:gd name="csY23" fmla="*/ 62742 h 88348"/>
                <a:gd name="csX24" fmla="*/ 4665 w 58389"/>
                <a:gd name="csY24" fmla="*/ 48929 h 88348"/>
                <a:gd name="csX25" fmla="*/ 17673 w 58389"/>
                <a:gd name="csY25" fmla="*/ 41357 h 88348"/>
                <a:gd name="csX26" fmla="*/ 13452 w 58389"/>
                <a:gd name="csY26" fmla="*/ 23159 h 88348"/>
                <a:gd name="csX27" fmla="*/ 17558 w 58389"/>
                <a:gd name="csY27" fmla="*/ 33474 h 88348"/>
                <a:gd name="csX28" fmla="*/ 29187 w 58389"/>
                <a:gd name="csY28" fmla="*/ 37186 h 88348"/>
                <a:gd name="csX29" fmla="*/ 40766 w 58389"/>
                <a:gd name="csY29" fmla="*/ 33474 h 88348"/>
                <a:gd name="csX30" fmla="*/ 44987 w 58389"/>
                <a:gd name="csY30" fmla="*/ 23159 h 88348"/>
                <a:gd name="csX31" fmla="*/ 40766 w 58389"/>
                <a:gd name="csY31" fmla="*/ 12828 h 88348"/>
                <a:gd name="csX32" fmla="*/ 29187 w 58389"/>
                <a:gd name="csY32" fmla="*/ 9132 h 88348"/>
                <a:gd name="csX33" fmla="*/ 17558 w 58389"/>
                <a:gd name="csY33" fmla="*/ 12828 h 88348"/>
                <a:gd name="csX34" fmla="*/ 13452 w 58389"/>
                <a:gd name="csY34" fmla="*/ 23159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8389" h="88348">
                  <a:moveTo>
                    <a:pt x="29187" y="46252"/>
                  </a:moveTo>
                  <a:cubicBezTo>
                    <a:pt x="23712" y="46252"/>
                    <a:pt x="19398" y="47719"/>
                    <a:pt x="16244" y="50654"/>
                  </a:cubicBezTo>
                  <a:cubicBezTo>
                    <a:pt x="13123" y="53577"/>
                    <a:pt x="11563" y="57607"/>
                    <a:pt x="11563" y="62742"/>
                  </a:cubicBezTo>
                  <a:cubicBezTo>
                    <a:pt x="11563" y="67867"/>
                    <a:pt x="13124" y="71896"/>
                    <a:pt x="16244" y="74831"/>
                  </a:cubicBezTo>
                  <a:cubicBezTo>
                    <a:pt x="19398" y="77755"/>
                    <a:pt x="23712" y="79216"/>
                    <a:pt x="29187" y="79216"/>
                  </a:cubicBezTo>
                  <a:cubicBezTo>
                    <a:pt x="34662" y="79216"/>
                    <a:pt x="38981" y="77755"/>
                    <a:pt x="42146" y="74831"/>
                  </a:cubicBezTo>
                  <a:cubicBezTo>
                    <a:pt x="45300" y="71864"/>
                    <a:pt x="46876" y="67834"/>
                    <a:pt x="46876" y="62742"/>
                  </a:cubicBezTo>
                  <a:cubicBezTo>
                    <a:pt x="46876" y="57607"/>
                    <a:pt x="45300" y="53577"/>
                    <a:pt x="42146" y="50654"/>
                  </a:cubicBezTo>
                  <a:cubicBezTo>
                    <a:pt x="39025" y="47719"/>
                    <a:pt x="34705" y="46252"/>
                    <a:pt x="29187" y="46252"/>
                  </a:cubicBezTo>
                  <a:moveTo>
                    <a:pt x="17673" y="41357"/>
                  </a:moveTo>
                  <a:cubicBezTo>
                    <a:pt x="12735" y="40131"/>
                    <a:pt x="8875" y="37826"/>
                    <a:pt x="6094" y="34443"/>
                  </a:cubicBezTo>
                  <a:cubicBezTo>
                    <a:pt x="3356" y="31059"/>
                    <a:pt x="1988" y="26937"/>
                    <a:pt x="1988" y="22075"/>
                  </a:cubicBezTo>
                  <a:cubicBezTo>
                    <a:pt x="1988" y="15264"/>
                    <a:pt x="4402" y="9882"/>
                    <a:pt x="9231" y="5929"/>
                  </a:cubicBezTo>
                  <a:cubicBezTo>
                    <a:pt x="14104" y="1976"/>
                    <a:pt x="20755" y="0"/>
                    <a:pt x="29187" y="0"/>
                  </a:cubicBezTo>
                  <a:cubicBezTo>
                    <a:pt x="37673" y="0"/>
                    <a:pt x="44331" y="1976"/>
                    <a:pt x="49159" y="5929"/>
                  </a:cubicBezTo>
                  <a:cubicBezTo>
                    <a:pt x="53988" y="9882"/>
                    <a:pt x="56403" y="15264"/>
                    <a:pt x="56403" y="22075"/>
                  </a:cubicBezTo>
                  <a:cubicBezTo>
                    <a:pt x="56403" y="26936"/>
                    <a:pt x="55012" y="31059"/>
                    <a:pt x="52231" y="34443"/>
                  </a:cubicBezTo>
                  <a:cubicBezTo>
                    <a:pt x="49493" y="37826"/>
                    <a:pt x="45672" y="40131"/>
                    <a:pt x="40766" y="41357"/>
                  </a:cubicBezTo>
                  <a:cubicBezTo>
                    <a:pt x="46318" y="42650"/>
                    <a:pt x="50632" y="45173"/>
                    <a:pt x="53709" y="48929"/>
                  </a:cubicBezTo>
                  <a:cubicBezTo>
                    <a:pt x="56830" y="52696"/>
                    <a:pt x="58390" y="57300"/>
                    <a:pt x="58390" y="62742"/>
                  </a:cubicBezTo>
                  <a:cubicBezTo>
                    <a:pt x="58390" y="70988"/>
                    <a:pt x="55861" y="77316"/>
                    <a:pt x="50802" y="81729"/>
                  </a:cubicBezTo>
                  <a:cubicBezTo>
                    <a:pt x="45787" y="86142"/>
                    <a:pt x="38582" y="88348"/>
                    <a:pt x="29187" y="88348"/>
                  </a:cubicBezTo>
                  <a:cubicBezTo>
                    <a:pt x="19803" y="88348"/>
                    <a:pt x="12581" y="86142"/>
                    <a:pt x="7523" y="81729"/>
                  </a:cubicBezTo>
                  <a:cubicBezTo>
                    <a:pt x="2508" y="77317"/>
                    <a:pt x="0" y="70988"/>
                    <a:pt x="0" y="62742"/>
                  </a:cubicBezTo>
                  <a:cubicBezTo>
                    <a:pt x="0" y="57300"/>
                    <a:pt x="1555" y="52696"/>
                    <a:pt x="4665" y="48929"/>
                  </a:cubicBezTo>
                  <a:cubicBezTo>
                    <a:pt x="7786" y="45173"/>
                    <a:pt x="12121" y="42650"/>
                    <a:pt x="17673" y="41357"/>
                  </a:cubicBezTo>
                  <a:moveTo>
                    <a:pt x="13452" y="23159"/>
                  </a:moveTo>
                  <a:cubicBezTo>
                    <a:pt x="13452" y="27572"/>
                    <a:pt x="14821" y="31010"/>
                    <a:pt x="17558" y="33474"/>
                  </a:cubicBezTo>
                  <a:cubicBezTo>
                    <a:pt x="20339" y="35948"/>
                    <a:pt x="24216" y="37186"/>
                    <a:pt x="29187" y="37186"/>
                  </a:cubicBezTo>
                  <a:cubicBezTo>
                    <a:pt x="34136" y="37186"/>
                    <a:pt x="37996" y="35948"/>
                    <a:pt x="40766" y="33474"/>
                  </a:cubicBezTo>
                  <a:cubicBezTo>
                    <a:pt x="43580" y="31010"/>
                    <a:pt x="44987" y="27572"/>
                    <a:pt x="44987" y="23159"/>
                  </a:cubicBezTo>
                  <a:cubicBezTo>
                    <a:pt x="44987" y="18746"/>
                    <a:pt x="43580" y="15302"/>
                    <a:pt x="40766" y="12828"/>
                  </a:cubicBezTo>
                  <a:cubicBezTo>
                    <a:pt x="37996" y="10364"/>
                    <a:pt x="34136" y="9132"/>
                    <a:pt x="29187" y="9132"/>
                  </a:cubicBezTo>
                  <a:cubicBezTo>
                    <a:pt x="24216" y="9132"/>
                    <a:pt x="20339" y="10364"/>
                    <a:pt x="17558" y="12828"/>
                  </a:cubicBezTo>
                  <a:cubicBezTo>
                    <a:pt x="14821" y="15302"/>
                    <a:pt x="13452" y="18746"/>
                    <a:pt x="13452" y="23159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5AD806A5-D4C6-DC9B-7604-B88985422056}"/>
                </a:ext>
              </a:extLst>
            </p:cNvPr>
            <p:cNvSpPr/>
            <p:nvPr/>
          </p:nvSpPr>
          <p:spPr>
            <a:xfrm>
              <a:off x="7653022" y="4873959"/>
              <a:ext cx="12023" cy="14486"/>
            </a:xfrm>
            <a:custGeom>
              <a:avLst/>
              <a:gdLst>
                <a:gd name="csX0" fmla="*/ 0 w 12023"/>
                <a:gd name="csY0" fmla="*/ 0 h 14486"/>
                <a:gd name="csX1" fmla="*/ 12023 w 12023"/>
                <a:gd name="csY1" fmla="*/ 0 h 14486"/>
                <a:gd name="csX2" fmla="*/ 12023 w 12023"/>
                <a:gd name="csY2" fmla="*/ 14487 h 14486"/>
                <a:gd name="csX3" fmla="*/ 0 w 12023"/>
                <a:gd name="csY3" fmla="*/ 14487 h 14486"/>
                <a:gd name="csX4" fmla="*/ 0 w 12023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23" h="14486">
                  <a:moveTo>
                    <a:pt x="0" y="0"/>
                  </a:moveTo>
                  <a:lnTo>
                    <a:pt x="12023" y="0"/>
                  </a:lnTo>
                  <a:lnTo>
                    <a:pt x="1202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4C11DAE0-F7E7-BB5F-294F-2249096EE7C2}"/>
                </a:ext>
              </a:extLst>
            </p:cNvPr>
            <p:cNvSpPr/>
            <p:nvPr/>
          </p:nvSpPr>
          <p:spPr>
            <a:xfrm>
              <a:off x="7690487" y="4803300"/>
              <a:ext cx="50703" cy="85145"/>
            </a:xfrm>
            <a:custGeom>
              <a:avLst/>
              <a:gdLst>
                <a:gd name="csX0" fmla="*/ 1659 w 50703"/>
                <a:gd name="csY0" fmla="*/ 75455 h 85145"/>
                <a:gd name="csX1" fmla="*/ 20465 w 50703"/>
                <a:gd name="csY1" fmla="*/ 75455 h 85145"/>
                <a:gd name="csX2" fmla="*/ 20465 w 50703"/>
                <a:gd name="csY2" fmla="*/ 10495 h 85145"/>
                <a:gd name="csX3" fmla="*/ 0 w 50703"/>
                <a:gd name="csY3" fmla="*/ 14602 h 85145"/>
                <a:gd name="csX4" fmla="*/ 0 w 50703"/>
                <a:gd name="csY4" fmla="*/ 4106 h 85145"/>
                <a:gd name="csX5" fmla="*/ 20350 w 50703"/>
                <a:gd name="csY5" fmla="*/ 0 h 85145"/>
                <a:gd name="csX6" fmla="*/ 31880 w 50703"/>
                <a:gd name="csY6" fmla="*/ 0 h 85145"/>
                <a:gd name="csX7" fmla="*/ 31880 w 50703"/>
                <a:gd name="csY7" fmla="*/ 75455 h 85145"/>
                <a:gd name="csX8" fmla="*/ 50703 w 50703"/>
                <a:gd name="csY8" fmla="*/ 75455 h 85145"/>
                <a:gd name="csX9" fmla="*/ 50703 w 50703"/>
                <a:gd name="csY9" fmla="*/ 85146 h 85145"/>
                <a:gd name="csX10" fmla="*/ 1659 w 50703"/>
                <a:gd name="csY10" fmla="*/ 85146 h 85145"/>
                <a:gd name="csX11" fmla="*/ 1659 w 50703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703" h="85145">
                  <a:moveTo>
                    <a:pt x="1659" y="75455"/>
                  </a:moveTo>
                  <a:lnTo>
                    <a:pt x="20465" y="75455"/>
                  </a:lnTo>
                  <a:lnTo>
                    <a:pt x="20465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50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3" y="75455"/>
                  </a:lnTo>
                  <a:lnTo>
                    <a:pt x="50703" y="85146"/>
                  </a:lnTo>
                  <a:lnTo>
                    <a:pt x="1659" y="85146"/>
                  </a:lnTo>
                  <a:lnTo>
                    <a:pt x="1659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9668EAF9-C7CF-27D7-FF3F-A17A1CC49C64}"/>
                </a:ext>
              </a:extLst>
            </p:cNvPr>
            <p:cNvSpPr/>
            <p:nvPr/>
          </p:nvSpPr>
          <p:spPr>
            <a:xfrm>
              <a:off x="6636891" y="4931840"/>
              <a:ext cx="74732" cy="90697"/>
            </a:xfrm>
            <a:custGeom>
              <a:avLst/>
              <a:gdLst>
                <a:gd name="csX0" fmla="*/ 74733 w 74732"/>
                <a:gd name="csY0" fmla="*/ 41210 h 90697"/>
                <a:gd name="csX1" fmla="*/ 70626 w 74732"/>
                <a:gd name="csY1" fmla="*/ 54875 h 90697"/>
                <a:gd name="csX2" fmla="*/ 60394 w 74732"/>
                <a:gd name="csY2" fmla="*/ 62480 h 90697"/>
                <a:gd name="csX3" fmla="*/ 52313 w 74732"/>
                <a:gd name="csY3" fmla="*/ 59720 h 90697"/>
                <a:gd name="csX4" fmla="*/ 48009 w 74732"/>
                <a:gd name="csY4" fmla="*/ 52378 h 90697"/>
                <a:gd name="csX5" fmla="*/ 44971 w 74732"/>
                <a:gd name="csY5" fmla="*/ 55680 h 90697"/>
                <a:gd name="csX6" fmla="*/ 41341 w 74732"/>
                <a:gd name="csY6" fmla="*/ 58784 h 90697"/>
                <a:gd name="csX7" fmla="*/ 36019 w 74732"/>
                <a:gd name="csY7" fmla="*/ 61543 h 90697"/>
                <a:gd name="csX8" fmla="*/ 29696 w 74732"/>
                <a:gd name="csY8" fmla="*/ 62480 h 90697"/>
                <a:gd name="csX9" fmla="*/ 16293 w 74732"/>
                <a:gd name="csY9" fmla="*/ 58176 h 90697"/>
                <a:gd name="csX10" fmla="*/ 8689 w 74732"/>
                <a:gd name="csY10" fmla="*/ 87790 h 90697"/>
                <a:gd name="csX11" fmla="*/ 3909 w 74732"/>
                <a:gd name="csY11" fmla="*/ 90697 h 90697"/>
                <a:gd name="csX12" fmla="*/ 1084 w 74732"/>
                <a:gd name="csY12" fmla="*/ 89613 h 90697"/>
                <a:gd name="csX13" fmla="*/ 0 w 74732"/>
                <a:gd name="csY13" fmla="*/ 86985 h 90697"/>
                <a:gd name="csX14" fmla="*/ 476 w 74732"/>
                <a:gd name="csY14" fmla="*/ 84768 h 90697"/>
                <a:gd name="csX15" fmla="*/ 20268 w 74732"/>
                <a:gd name="csY15" fmla="*/ 4993 h 90697"/>
                <a:gd name="csX16" fmla="*/ 22157 w 74732"/>
                <a:gd name="csY16" fmla="*/ 1626 h 90697"/>
                <a:gd name="csX17" fmla="*/ 24374 w 74732"/>
                <a:gd name="csY17" fmla="*/ 214 h 90697"/>
                <a:gd name="csX18" fmla="*/ 25787 w 74732"/>
                <a:gd name="csY18" fmla="*/ 0 h 90697"/>
                <a:gd name="csX19" fmla="*/ 28678 w 74732"/>
                <a:gd name="csY19" fmla="*/ 1018 h 90697"/>
                <a:gd name="csX20" fmla="*/ 29827 w 74732"/>
                <a:gd name="csY20" fmla="*/ 3712 h 90697"/>
                <a:gd name="csX21" fmla="*/ 29417 w 74732"/>
                <a:gd name="csY21" fmla="*/ 5519 h 90697"/>
                <a:gd name="csX22" fmla="*/ 28546 w 74732"/>
                <a:gd name="csY22" fmla="*/ 9296 h 90697"/>
                <a:gd name="csX23" fmla="*/ 27741 w 74732"/>
                <a:gd name="csY23" fmla="*/ 12532 h 90697"/>
                <a:gd name="csX24" fmla="*/ 21943 w 74732"/>
                <a:gd name="csY24" fmla="*/ 35691 h 90697"/>
                <a:gd name="csX25" fmla="*/ 20005 w 74732"/>
                <a:gd name="csY25" fmla="*/ 47402 h 90697"/>
                <a:gd name="csX26" fmla="*/ 22551 w 74732"/>
                <a:gd name="csY26" fmla="*/ 56288 h 90697"/>
                <a:gd name="csX27" fmla="*/ 30238 w 74732"/>
                <a:gd name="csY27" fmla="*/ 59392 h 90697"/>
                <a:gd name="csX28" fmla="*/ 36364 w 74732"/>
                <a:gd name="csY28" fmla="*/ 58111 h 90697"/>
                <a:gd name="csX29" fmla="*/ 41341 w 74732"/>
                <a:gd name="csY29" fmla="*/ 54941 h 90697"/>
                <a:gd name="csX30" fmla="*/ 44971 w 74732"/>
                <a:gd name="csY30" fmla="*/ 51179 h 90697"/>
                <a:gd name="csX31" fmla="*/ 47336 w 74732"/>
                <a:gd name="csY31" fmla="*/ 47878 h 90697"/>
                <a:gd name="csX32" fmla="*/ 48141 w 74732"/>
                <a:gd name="csY32" fmla="*/ 46186 h 90697"/>
                <a:gd name="csX33" fmla="*/ 51705 w 74732"/>
                <a:gd name="csY33" fmla="*/ 32127 h 90697"/>
                <a:gd name="csX34" fmla="*/ 58242 w 74732"/>
                <a:gd name="csY34" fmla="*/ 6340 h 90697"/>
                <a:gd name="csX35" fmla="*/ 59375 w 74732"/>
                <a:gd name="csY35" fmla="*/ 3646 h 90697"/>
                <a:gd name="csX36" fmla="*/ 61133 w 74732"/>
                <a:gd name="csY36" fmla="*/ 2086 h 90697"/>
                <a:gd name="csX37" fmla="*/ 62611 w 74732"/>
                <a:gd name="csY37" fmla="*/ 1626 h 90697"/>
                <a:gd name="csX38" fmla="*/ 63629 w 74732"/>
                <a:gd name="csY38" fmla="*/ 1495 h 90697"/>
                <a:gd name="csX39" fmla="*/ 66454 w 74732"/>
                <a:gd name="csY39" fmla="*/ 2497 h 90697"/>
                <a:gd name="csX40" fmla="*/ 67588 w 74732"/>
                <a:gd name="csY40" fmla="*/ 5256 h 90697"/>
                <a:gd name="csX41" fmla="*/ 67193 w 74732"/>
                <a:gd name="csY41" fmla="*/ 7210 h 90697"/>
                <a:gd name="csX42" fmla="*/ 66323 w 74732"/>
                <a:gd name="csY42" fmla="*/ 11054 h 90697"/>
                <a:gd name="csX43" fmla="*/ 65502 w 74732"/>
                <a:gd name="csY43" fmla="*/ 14487 h 90697"/>
                <a:gd name="csX44" fmla="*/ 63153 w 74732"/>
                <a:gd name="csY44" fmla="*/ 23832 h 90697"/>
                <a:gd name="csX45" fmla="*/ 59310 w 74732"/>
                <a:gd name="csY45" fmla="*/ 38713 h 90697"/>
                <a:gd name="csX46" fmla="*/ 58439 w 74732"/>
                <a:gd name="csY46" fmla="*/ 42425 h 90697"/>
                <a:gd name="csX47" fmla="*/ 57503 w 74732"/>
                <a:gd name="csY47" fmla="*/ 46728 h 90697"/>
                <a:gd name="csX48" fmla="*/ 56830 w 74732"/>
                <a:gd name="csY48" fmla="*/ 50095 h 90697"/>
                <a:gd name="csX49" fmla="*/ 56550 w 74732"/>
                <a:gd name="csY49" fmla="*/ 53052 h 90697"/>
                <a:gd name="csX50" fmla="*/ 60722 w 74732"/>
                <a:gd name="csY50" fmla="*/ 59392 h 90697"/>
                <a:gd name="csX51" fmla="*/ 63761 w 74732"/>
                <a:gd name="csY51" fmla="*/ 58439 h 90697"/>
                <a:gd name="csX52" fmla="*/ 66110 w 74732"/>
                <a:gd name="csY52" fmla="*/ 56025 h 90697"/>
                <a:gd name="csX53" fmla="*/ 68064 w 74732"/>
                <a:gd name="csY53" fmla="*/ 52181 h 90697"/>
                <a:gd name="csX54" fmla="*/ 69690 w 74732"/>
                <a:gd name="csY54" fmla="*/ 47665 h 90697"/>
                <a:gd name="csX55" fmla="*/ 71168 w 74732"/>
                <a:gd name="csY55" fmla="*/ 42359 h 90697"/>
                <a:gd name="csX56" fmla="*/ 71842 w 74732"/>
                <a:gd name="csY56" fmla="*/ 40339 h 90697"/>
                <a:gd name="csX57" fmla="*/ 73123 w 74732"/>
                <a:gd name="csY57" fmla="*/ 39863 h 90697"/>
                <a:gd name="csX58" fmla="*/ 74733 w 74732"/>
                <a:gd name="csY58" fmla="*/ 41210 h 9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74732" h="90697">
                  <a:moveTo>
                    <a:pt x="74733" y="41210"/>
                  </a:moveTo>
                  <a:cubicBezTo>
                    <a:pt x="73561" y="47002"/>
                    <a:pt x="72192" y="51557"/>
                    <a:pt x="70626" y="54875"/>
                  </a:cubicBezTo>
                  <a:cubicBezTo>
                    <a:pt x="68108" y="59945"/>
                    <a:pt x="64697" y="62480"/>
                    <a:pt x="60394" y="62480"/>
                  </a:cubicBezTo>
                  <a:cubicBezTo>
                    <a:pt x="57339" y="62480"/>
                    <a:pt x="54645" y="61560"/>
                    <a:pt x="52313" y="59720"/>
                  </a:cubicBezTo>
                  <a:cubicBezTo>
                    <a:pt x="50024" y="57881"/>
                    <a:pt x="48590" y="55433"/>
                    <a:pt x="48009" y="52378"/>
                  </a:cubicBezTo>
                  <a:cubicBezTo>
                    <a:pt x="46838" y="53769"/>
                    <a:pt x="45825" y="54870"/>
                    <a:pt x="44971" y="55680"/>
                  </a:cubicBezTo>
                  <a:cubicBezTo>
                    <a:pt x="44160" y="56490"/>
                    <a:pt x="42950" y="57525"/>
                    <a:pt x="41341" y="58784"/>
                  </a:cubicBezTo>
                  <a:cubicBezTo>
                    <a:pt x="39764" y="59989"/>
                    <a:pt x="37990" y="60908"/>
                    <a:pt x="36019" y="61543"/>
                  </a:cubicBezTo>
                  <a:cubicBezTo>
                    <a:pt x="34048" y="62168"/>
                    <a:pt x="31941" y="62480"/>
                    <a:pt x="29696" y="62480"/>
                  </a:cubicBezTo>
                  <a:cubicBezTo>
                    <a:pt x="24221" y="62480"/>
                    <a:pt x="19753" y="61045"/>
                    <a:pt x="16293" y="58176"/>
                  </a:cubicBezTo>
                  <a:cubicBezTo>
                    <a:pt x="11629" y="76977"/>
                    <a:pt x="9094" y="86849"/>
                    <a:pt x="8689" y="87790"/>
                  </a:cubicBezTo>
                  <a:cubicBezTo>
                    <a:pt x="7386" y="89728"/>
                    <a:pt x="5792" y="90697"/>
                    <a:pt x="3909" y="90697"/>
                  </a:cubicBezTo>
                  <a:cubicBezTo>
                    <a:pt x="2737" y="90697"/>
                    <a:pt x="1796" y="90336"/>
                    <a:pt x="1084" y="89613"/>
                  </a:cubicBezTo>
                  <a:cubicBezTo>
                    <a:pt x="361" y="88945"/>
                    <a:pt x="0" y="88069"/>
                    <a:pt x="0" y="86985"/>
                  </a:cubicBezTo>
                  <a:cubicBezTo>
                    <a:pt x="44" y="86624"/>
                    <a:pt x="203" y="85885"/>
                    <a:pt x="476" y="84768"/>
                  </a:cubicBezTo>
                  <a:lnTo>
                    <a:pt x="20268" y="4993"/>
                  </a:lnTo>
                  <a:cubicBezTo>
                    <a:pt x="20629" y="3559"/>
                    <a:pt x="21259" y="2436"/>
                    <a:pt x="22157" y="1626"/>
                  </a:cubicBezTo>
                  <a:cubicBezTo>
                    <a:pt x="23099" y="772"/>
                    <a:pt x="23838" y="301"/>
                    <a:pt x="24374" y="214"/>
                  </a:cubicBezTo>
                  <a:cubicBezTo>
                    <a:pt x="24911" y="71"/>
                    <a:pt x="25382" y="0"/>
                    <a:pt x="25787" y="0"/>
                  </a:cubicBezTo>
                  <a:cubicBezTo>
                    <a:pt x="27002" y="0"/>
                    <a:pt x="27966" y="339"/>
                    <a:pt x="28678" y="1018"/>
                  </a:cubicBezTo>
                  <a:cubicBezTo>
                    <a:pt x="29444" y="1642"/>
                    <a:pt x="29827" y="2540"/>
                    <a:pt x="29827" y="3712"/>
                  </a:cubicBezTo>
                  <a:cubicBezTo>
                    <a:pt x="29827" y="3887"/>
                    <a:pt x="29690" y="4490"/>
                    <a:pt x="29417" y="5519"/>
                  </a:cubicBezTo>
                  <a:cubicBezTo>
                    <a:pt x="29198" y="6515"/>
                    <a:pt x="28907" y="7774"/>
                    <a:pt x="28546" y="9296"/>
                  </a:cubicBezTo>
                  <a:cubicBezTo>
                    <a:pt x="28185" y="10775"/>
                    <a:pt x="27916" y="11853"/>
                    <a:pt x="27741" y="12532"/>
                  </a:cubicBezTo>
                  <a:lnTo>
                    <a:pt x="21943" y="35691"/>
                  </a:lnTo>
                  <a:cubicBezTo>
                    <a:pt x="20651" y="40980"/>
                    <a:pt x="20005" y="44883"/>
                    <a:pt x="20005" y="47402"/>
                  </a:cubicBezTo>
                  <a:cubicBezTo>
                    <a:pt x="20005" y="51212"/>
                    <a:pt x="20854" y="54174"/>
                    <a:pt x="22551" y="56288"/>
                  </a:cubicBezTo>
                  <a:cubicBezTo>
                    <a:pt x="24303" y="58357"/>
                    <a:pt x="26865" y="59392"/>
                    <a:pt x="30238" y="59392"/>
                  </a:cubicBezTo>
                  <a:cubicBezTo>
                    <a:pt x="32340" y="59392"/>
                    <a:pt x="34382" y="58965"/>
                    <a:pt x="36364" y="58111"/>
                  </a:cubicBezTo>
                  <a:cubicBezTo>
                    <a:pt x="38335" y="57213"/>
                    <a:pt x="39994" y="56156"/>
                    <a:pt x="41341" y="54941"/>
                  </a:cubicBezTo>
                  <a:cubicBezTo>
                    <a:pt x="42688" y="53725"/>
                    <a:pt x="43898" y="52471"/>
                    <a:pt x="44971" y="51179"/>
                  </a:cubicBezTo>
                  <a:cubicBezTo>
                    <a:pt x="46055" y="49833"/>
                    <a:pt x="46843" y="48732"/>
                    <a:pt x="47336" y="47878"/>
                  </a:cubicBezTo>
                  <a:cubicBezTo>
                    <a:pt x="47829" y="46980"/>
                    <a:pt x="48097" y="46416"/>
                    <a:pt x="48141" y="46186"/>
                  </a:cubicBezTo>
                  <a:lnTo>
                    <a:pt x="51705" y="32127"/>
                  </a:lnTo>
                  <a:lnTo>
                    <a:pt x="58242" y="6340"/>
                  </a:lnTo>
                  <a:cubicBezTo>
                    <a:pt x="58505" y="5256"/>
                    <a:pt x="58883" y="4358"/>
                    <a:pt x="59375" y="3646"/>
                  </a:cubicBezTo>
                  <a:cubicBezTo>
                    <a:pt x="59923" y="2880"/>
                    <a:pt x="60509" y="2360"/>
                    <a:pt x="61133" y="2086"/>
                  </a:cubicBezTo>
                  <a:cubicBezTo>
                    <a:pt x="61757" y="1823"/>
                    <a:pt x="62250" y="1670"/>
                    <a:pt x="62611" y="1626"/>
                  </a:cubicBezTo>
                  <a:cubicBezTo>
                    <a:pt x="62972" y="1538"/>
                    <a:pt x="63312" y="1495"/>
                    <a:pt x="63629" y="1495"/>
                  </a:cubicBezTo>
                  <a:cubicBezTo>
                    <a:pt x="64746" y="1495"/>
                    <a:pt x="65688" y="1829"/>
                    <a:pt x="66454" y="2497"/>
                  </a:cubicBezTo>
                  <a:cubicBezTo>
                    <a:pt x="67210" y="3175"/>
                    <a:pt x="67588" y="4095"/>
                    <a:pt x="67588" y="5256"/>
                  </a:cubicBezTo>
                  <a:cubicBezTo>
                    <a:pt x="67588" y="5486"/>
                    <a:pt x="67456" y="6137"/>
                    <a:pt x="67193" y="7210"/>
                  </a:cubicBezTo>
                  <a:cubicBezTo>
                    <a:pt x="66963" y="8240"/>
                    <a:pt x="66673" y="9521"/>
                    <a:pt x="66323" y="11054"/>
                  </a:cubicBezTo>
                  <a:cubicBezTo>
                    <a:pt x="65962" y="12532"/>
                    <a:pt x="65688" y="13676"/>
                    <a:pt x="65502" y="14487"/>
                  </a:cubicBezTo>
                  <a:cubicBezTo>
                    <a:pt x="64067" y="20137"/>
                    <a:pt x="63284" y="23252"/>
                    <a:pt x="63153" y="23832"/>
                  </a:cubicBezTo>
                  <a:lnTo>
                    <a:pt x="59310" y="38713"/>
                  </a:lnTo>
                  <a:cubicBezTo>
                    <a:pt x="59178" y="39304"/>
                    <a:pt x="58888" y="40542"/>
                    <a:pt x="58439" y="42425"/>
                  </a:cubicBezTo>
                  <a:cubicBezTo>
                    <a:pt x="58034" y="44308"/>
                    <a:pt x="57722" y="45743"/>
                    <a:pt x="57503" y="46728"/>
                  </a:cubicBezTo>
                  <a:cubicBezTo>
                    <a:pt x="57273" y="47670"/>
                    <a:pt x="57048" y="48792"/>
                    <a:pt x="56830" y="50095"/>
                  </a:cubicBezTo>
                  <a:cubicBezTo>
                    <a:pt x="56643" y="51355"/>
                    <a:pt x="56550" y="52340"/>
                    <a:pt x="56550" y="53052"/>
                  </a:cubicBezTo>
                  <a:cubicBezTo>
                    <a:pt x="56550" y="57279"/>
                    <a:pt x="57941" y="59392"/>
                    <a:pt x="60722" y="59392"/>
                  </a:cubicBezTo>
                  <a:cubicBezTo>
                    <a:pt x="61806" y="59392"/>
                    <a:pt x="62819" y="59074"/>
                    <a:pt x="63761" y="58439"/>
                  </a:cubicBezTo>
                  <a:cubicBezTo>
                    <a:pt x="64702" y="57771"/>
                    <a:pt x="65485" y="56966"/>
                    <a:pt x="66110" y="56025"/>
                  </a:cubicBezTo>
                  <a:cubicBezTo>
                    <a:pt x="66788" y="55083"/>
                    <a:pt x="67440" y="53802"/>
                    <a:pt x="68064" y="52181"/>
                  </a:cubicBezTo>
                  <a:cubicBezTo>
                    <a:pt x="68743" y="50517"/>
                    <a:pt x="69285" y="49011"/>
                    <a:pt x="69690" y="47665"/>
                  </a:cubicBezTo>
                  <a:cubicBezTo>
                    <a:pt x="70084" y="46274"/>
                    <a:pt x="70577" y="44506"/>
                    <a:pt x="71168" y="42359"/>
                  </a:cubicBezTo>
                  <a:cubicBezTo>
                    <a:pt x="71387" y="41319"/>
                    <a:pt x="71612" y="40646"/>
                    <a:pt x="71842" y="40339"/>
                  </a:cubicBezTo>
                  <a:cubicBezTo>
                    <a:pt x="72061" y="40022"/>
                    <a:pt x="72488" y="39863"/>
                    <a:pt x="73123" y="39863"/>
                  </a:cubicBezTo>
                  <a:cubicBezTo>
                    <a:pt x="74196" y="39863"/>
                    <a:pt x="74733" y="40312"/>
                    <a:pt x="74733" y="4121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810D7CE2-5D83-733C-914E-B6577AA2E228}"/>
                </a:ext>
              </a:extLst>
            </p:cNvPr>
            <p:cNvSpPr/>
            <p:nvPr/>
          </p:nvSpPr>
          <p:spPr>
            <a:xfrm>
              <a:off x="6725600" y="4995486"/>
              <a:ext cx="79544" cy="65928"/>
            </a:xfrm>
            <a:custGeom>
              <a:avLst/>
              <a:gdLst>
                <a:gd name="csX0" fmla="*/ 79545 w 79544"/>
                <a:gd name="csY0" fmla="*/ 1084 h 65928"/>
                <a:gd name="csX1" fmla="*/ 79216 w 79544"/>
                <a:gd name="csY1" fmla="*/ 2398 h 65928"/>
                <a:gd name="csX2" fmla="*/ 78609 w 79544"/>
                <a:gd name="csY2" fmla="*/ 2924 h 65928"/>
                <a:gd name="csX3" fmla="*/ 77426 w 79544"/>
                <a:gd name="csY3" fmla="*/ 3022 h 65928"/>
                <a:gd name="csX4" fmla="*/ 65173 w 79544"/>
                <a:gd name="csY4" fmla="*/ 7917 h 65928"/>
                <a:gd name="csX5" fmla="*/ 60361 w 79544"/>
                <a:gd name="csY5" fmla="*/ 12778 h 65928"/>
                <a:gd name="csX6" fmla="*/ 52444 w 79544"/>
                <a:gd name="csY6" fmla="*/ 21352 h 65928"/>
                <a:gd name="csX7" fmla="*/ 45381 w 79544"/>
                <a:gd name="csY7" fmla="*/ 28891 h 65928"/>
                <a:gd name="csX8" fmla="*/ 57815 w 79544"/>
                <a:gd name="csY8" fmla="*/ 58669 h 65928"/>
                <a:gd name="csX9" fmla="*/ 58521 w 79544"/>
                <a:gd name="csY9" fmla="*/ 60377 h 65928"/>
                <a:gd name="csX10" fmla="*/ 59227 w 79544"/>
                <a:gd name="csY10" fmla="*/ 61461 h 65928"/>
                <a:gd name="csX11" fmla="*/ 60131 w 79544"/>
                <a:gd name="csY11" fmla="*/ 62250 h 65928"/>
                <a:gd name="csX12" fmla="*/ 61445 w 79544"/>
                <a:gd name="csY12" fmla="*/ 62677 h 65928"/>
                <a:gd name="csX13" fmla="*/ 63334 w 79544"/>
                <a:gd name="csY13" fmla="*/ 62907 h 65928"/>
                <a:gd name="csX14" fmla="*/ 66110 w 79544"/>
                <a:gd name="csY14" fmla="*/ 62956 h 65928"/>
                <a:gd name="csX15" fmla="*/ 66914 w 79544"/>
                <a:gd name="csY15" fmla="*/ 63005 h 65928"/>
                <a:gd name="csX16" fmla="*/ 67522 w 79544"/>
                <a:gd name="csY16" fmla="*/ 63284 h 65928"/>
                <a:gd name="csX17" fmla="*/ 67867 w 79544"/>
                <a:gd name="csY17" fmla="*/ 64089 h 65928"/>
                <a:gd name="csX18" fmla="*/ 67489 w 79544"/>
                <a:gd name="csY18" fmla="*/ 65420 h 65928"/>
                <a:gd name="csX19" fmla="*/ 66816 w 79544"/>
                <a:gd name="csY19" fmla="*/ 65880 h 65928"/>
                <a:gd name="csX20" fmla="*/ 66027 w 79544"/>
                <a:gd name="csY20" fmla="*/ 65929 h 65928"/>
                <a:gd name="csX21" fmla="*/ 60656 w 79544"/>
                <a:gd name="csY21" fmla="*/ 65798 h 65928"/>
                <a:gd name="csX22" fmla="*/ 55318 w 79544"/>
                <a:gd name="csY22" fmla="*/ 65650 h 65928"/>
                <a:gd name="csX23" fmla="*/ 43164 w 79544"/>
                <a:gd name="csY23" fmla="*/ 65929 h 65928"/>
                <a:gd name="csX24" fmla="*/ 41702 w 79544"/>
                <a:gd name="csY24" fmla="*/ 64746 h 65928"/>
                <a:gd name="csX25" fmla="*/ 41801 w 79544"/>
                <a:gd name="csY25" fmla="*/ 63810 h 65928"/>
                <a:gd name="csX26" fmla="*/ 42277 w 79544"/>
                <a:gd name="csY26" fmla="*/ 63284 h 65928"/>
                <a:gd name="csX27" fmla="*/ 42836 w 79544"/>
                <a:gd name="csY27" fmla="*/ 63055 h 65928"/>
                <a:gd name="csX28" fmla="*/ 43640 w 79544"/>
                <a:gd name="csY28" fmla="*/ 62956 h 65928"/>
                <a:gd name="csX29" fmla="*/ 46695 w 79544"/>
                <a:gd name="csY29" fmla="*/ 62250 h 65928"/>
                <a:gd name="csX30" fmla="*/ 48634 w 79544"/>
                <a:gd name="csY30" fmla="*/ 61116 h 65928"/>
                <a:gd name="csX31" fmla="*/ 49241 w 79544"/>
                <a:gd name="csY31" fmla="*/ 60131 h 65928"/>
                <a:gd name="csX32" fmla="*/ 48781 w 79544"/>
                <a:gd name="csY32" fmla="*/ 58768 h 65928"/>
                <a:gd name="csX33" fmla="*/ 39025 w 79544"/>
                <a:gd name="csY33" fmla="*/ 35724 h 65928"/>
                <a:gd name="csX34" fmla="*/ 30304 w 79544"/>
                <a:gd name="csY34" fmla="*/ 45201 h 65928"/>
                <a:gd name="csX35" fmla="*/ 20449 w 79544"/>
                <a:gd name="csY35" fmla="*/ 55614 h 65928"/>
                <a:gd name="csX36" fmla="*/ 17854 w 79544"/>
                <a:gd name="csY36" fmla="*/ 59950 h 65928"/>
                <a:gd name="csX37" fmla="*/ 21730 w 79544"/>
                <a:gd name="csY37" fmla="*/ 62956 h 65928"/>
                <a:gd name="csX38" fmla="*/ 22896 w 79544"/>
                <a:gd name="csY38" fmla="*/ 63991 h 65928"/>
                <a:gd name="csX39" fmla="*/ 22518 w 79544"/>
                <a:gd name="csY39" fmla="*/ 65370 h 65928"/>
                <a:gd name="csX40" fmla="*/ 21861 w 79544"/>
                <a:gd name="csY40" fmla="*/ 65880 h 65928"/>
                <a:gd name="csX41" fmla="*/ 21155 w 79544"/>
                <a:gd name="csY41" fmla="*/ 65929 h 65928"/>
                <a:gd name="csX42" fmla="*/ 15735 w 79544"/>
                <a:gd name="csY42" fmla="*/ 65798 h 65928"/>
                <a:gd name="csX43" fmla="*/ 10315 w 79544"/>
                <a:gd name="csY43" fmla="*/ 65650 h 65928"/>
                <a:gd name="csX44" fmla="*/ 5749 w 79544"/>
                <a:gd name="csY44" fmla="*/ 65798 h 65928"/>
                <a:gd name="csX45" fmla="*/ 1265 w 79544"/>
                <a:gd name="csY45" fmla="*/ 65929 h 65928"/>
                <a:gd name="csX46" fmla="*/ 378 w 79544"/>
                <a:gd name="csY46" fmla="*/ 65650 h 65928"/>
                <a:gd name="csX47" fmla="*/ 49 w 79544"/>
                <a:gd name="csY47" fmla="*/ 65075 h 65928"/>
                <a:gd name="csX48" fmla="*/ 0 w 79544"/>
                <a:gd name="csY48" fmla="*/ 64845 h 65928"/>
                <a:gd name="csX49" fmla="*/ 98 w 79544"/>
                <a:gd name="csY49" fmla="*/ 63810 h 65928"/>
                <a:gd name="csX50" fmla="*/ 608 w 79544"/>
                <a:gd name="csY50" fmla="*/ 63252 h 65928"/>
                <a:gd name="csX51" fmla="*/ 1215 w 79544"/>
                <a:gd name="csY51" fmla="*/ 63055 h 65928"/>
                <a:gd name="csX52" fmla="*/ 2119 w 79544"/>
                <a:gd name="csY52" fmla="*/ 62956 h 65928"/>
                <a:gd name="csX53" fmla="*/ 9510 w 79544"/>
                <a:gd name="csY53" fmla="*/ 61166 h 65928"/>
                <a:gd name="csX54" fmla="*/ 16310 w 79544"/>
                <a:gd name="csY54" fmla="*/ 55992 h 65928"/>
                <a:gd name="csX55" fmla="*/ 16917 w 79544"/>
                <a:gd name="csY55" fmla="*/ 55466 h 65928"/>
                <a:gd name="csX56" fmla="*/ 17574 w 79544"/>
                <a:gd name="csY56" fmla="*/ 54957 h 65928"/>
                <a:gd name="csX57" fmla="*/ 37941 w 79544"/>
                <a:gd name="csY57" fmla="*/ 33030 h 65928"/>
                <a:gd name="csX58" fmla="*/ 26526 w 79544"/>
                <a:gd name="csY58" fmla="*/ 6077 h 65928"/>
                <a:gd name="csX59" fmla="*/ 25540 w 79544"/>
                <a:gd name="csY59" fmla="*/ 4336 h 65928"/>
                <a:gd name="csX60" fmla="*/ 23602 w 79544"/>
                <a:gd name="csY60" fmla="*/ 3400 h 65928"/>
                <a:gd name="csX61" fmla="*/ 19315 w 79544"/>
                <a:gd name="csY61" fmla="*/ 3022 h 65928"/>
                <a:gd name="csX62" fmla="*/ 18149 w 79544"/>
                <a:gd name="csY62" fmla="*/ 2973 h 65928"/>
                <a:gd name="csX63" fmla="*/ 17427 w 79544"/>
                <a:gd name="csY63" fmla="*/ 2694 h 65928"/>
                <a:gd name="csX64" fmla="*/ 17098 w 79544"/>
                <a:gd name="csY64" fmla="*/ 1938 h 65928"/>
                <a:gd name="csX65" fmla="*/ 17427 w 79544"/>
                <a:gd name="csY65" fmla="*/ 608 h 65928"/>
                <a:gd name="csX66" fmla="*/ 18100 w 79544"/>
                <a:gd name="csY66" fmla="*/ 99 h 65928"/>
                <a:gd name="csX67" fmla="*/ 18856 w 79544"/>
                <a:gd name="csY67" fmla="*/ 0 h 65928"/>
                <a:gd name="csX68" fmla="*/ 24226 w 79544"/>
                <a:gd name="csY68" fmla="*/ 148 h 65928"/>
                <a:gd name="csX69" fmla="*/ 29647 w 79544"/>
                <a:gd name="csY69" fmla="*/ 279 h 65928"/>
                <a:gd name="csX70" fmla="*/ 35724 w 79544"/>
                <a:gd name="csY70" fmla="*/ 148 h 65928"/>
                <a:gd name="csX71" fmla="*/ 41801 w 79544"/>
                <a:gd name="csY71" fmla="*/ 0 h 65928"/>
                <a:gd name="csX72" fmla="*/ 43263 w 79544"/>
                <a:gd name="csY72" fmla="*/ 1183 h 65928"/>
                <a:gd name="csX73" fmla="*/ 42934 w 79544"/>
                <a:gd name="csY73" fmla="*/ 2349 h 65928"/>
                <a:gd name="csX74" fmla="*/ 42277 w 79544"/>
                <a:gd name="csY74" fmla="*/ 2874 h 65928"/>
                <a:gd name="csX75" fmla="*/ 41324 w 79544"/>
                <a:gd name="csY75" fmla="*/ 3022 h 65928"/>
                <a:gd name="csX76" fmla="*/ 38072 w 79544"/>
                <a:gd name="csY76" fmla="*/ 3811 h 65928"/>
                <a:gd name="csX77" fmla="*/ 36151 w 79544"/>
                <a:gd name="csY77" fmla="*/ 4944 h 65928"/>
                <a:gd name="csX78" fmla="*/ 35625 w 79544"/>
                <a:gd name="csY78" fmla="*/ 5798 h 65928"/>
                <a:gd name="csX79" fmla="*/ 36102 w 79544"/>
                <a:gd name="csY79" fmla="*/ 7063 h 65928"/>
                <a:gd name="csX80" fmla="*/ 44199 w 79544"/>
                <a:gd name="csY80" fmla="*/ 26247 h 65928"/>
                <a:gd name="csX81" fmla="*/ 59852 w 79544"/>
                <a:gd name="csY81" fmla="*/ 9477 h 65928"/>
                <a:gd name="csX82" fmla="*/ 61691 w 79544"/>
                <a:gd name="csY82" fmla="*/ 5979 h 65928"/>
                <a:gd name="csX83" fmla="*/ 57815 w 79544"/>
                <a:gd name="csY83" fmla="*/ 3022 h 65928"/>
                <a:gd name="csX84" fmla="*/ 56649 w 79544"/>
                <a:gd name="csY84" fmla="*/ 1938 h 65928"/>
                <a:gd name="csX85" fmla="*/ 57027 w 79544"/>
                <a:gd name="csY85" fmla="*/ 608 h 65928"/>
                <a:gd name="csX86" fmla="*/ 57684 w 79544"/>
                <a:gd name="csY86" fmla="*/ 99 h 65928"/>
                <a:gd name="csX87" fmla="*/ 58488 w 79544"/>
                <a:gd name="csY87" fmla="*/ 0 h 65928"/>
                <a:gd name="csX88" fmla="*/ 63810 w 79544"/>
                <a:gd name="csY88" fmla="*/ 148 h 65928"/>
                <a:gd name="csX89" fmla="*/ 69230 w 79544"/>
                <a:gd name="csY89" fmla="*/ 279 h 65928"/>
                <a:gd name="csX90" fmla="*/ 73796 w 79544"/>
                <a:gd name="csY90" fmla="*/ 148 h 65928"/>
                <a:gd name="csX91" fmla="*/ 78280 w 79544"/>
                <a:gd name="csY91" fmla="*/ 0 h 65928"/>
                <a:gd name="csX92" fmla="*/ 79167 w 79544"/>
                <a:gd name="csY92" fmla="*/ 279 h 65928"/>
                <a:gd name="csX93" fmla="*/ 79496 w 79544"/>
                <a:gd name="csY93" fmla="*/ 805 h 65928"/>
                <a:gd name="csX94" fmla="*/ 79545 w 79544"/>
                <a:gd name="csY94" fmla="*/ 1084 h 65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79544" h="65928">
                  <a:moveTo>
                    <a:pt x="79545" y="1084"/>
                  </a:moveTo>
                  <a:cubicBezTo>
                    <a:pt x="79545" y="1653"/>
                    <a:pt x="79435" y="2091"/>
                    <a:pt x="79216" y="2398"/>
                  </a:cubicBezTo>
                  <a:cubicBezTo>
                    <a:pt x="79030" y="2683"/>
                    <a:pt x="78828" y="2858"/>
                    <a:pt x="78609" y="2924"/>
                  </a:cubicBezTo>
                  <a:cubicBezTo>
                    <a:pt x="78390" y="2957"/>
                    <a:pt x="77995" y="2989"/>
                    <a:pt x="77426" y="3022"/>
                  </a:cubicBezTo>
                  <a:cubicBezTo>
                    <a:pt x="72937" y="3241"/>
                    <a:pt x="68852" y="4873"/>
                    <a:pt x="65173" y="7917"/>
                  </a:cubicBezTo>
                  <a:cubicBezTo>
                    <a:pt x="64264" y="8705"/>
                    <a:pt x="62660" y="10326"/>
                    <a:pt x="60361" y="12778"/>
                  </a:cubicBezTo>
                  <a:cubicBezTo>
                    <a:pt x="58105" y="15220"/>
                    <a:pt x="55466" y="18078"/>
                    <a:pt x="52444" y="21352"/>
                  </a:cubicBezTo>
                  <a:cubicBezTo>
                    <a:pt x="49466" y="24615"/>
                    <a:pt x="47111" y="27128"/>
                    <a:pt x="45381" y="28891"/>
                  </a:cubicBezTo>
                  <a:lnTo>
                    <a:pt x="57815" y="58669"/>
                  </a:lnTo>
                  <a:cubicBezTo>
                    <a:pt x="58165" y="59457"/>
                    <a:pt x="58401" y="60027"/>
                    <a:pt x="58521" y="60377"/>
                  </a:cubicBezTo>
                  <a:cubicBezTo>
                    <a:pt x="58686" y="60684"/>
                    <a:pt x="58921" y="61045"/>
                    <a:pt x="59227" y="61461"/>
                  </a:cubicBezTo>
                  <a:cubicBezTo>
                    <a:pt x="59578" y="61867"/>
                    <a:pt x="59879" y="62129"/>
                    <a:pt x="60131" y="62250"/>
                  </a:cubicBezTo>
                  <a:cubicBezTo>
                    <a:pt x="60416" y="62381"/>
                    <a:pt x="60853" y="62523"/>
                    <a:pt x="61445" y="62677"/>
                  </a:cubicBezTo>
                  <a:cubicBezTo>
                    <a:pt x="62080" y="62808"/>
                    <a:pt x="62709" y="62885"/>
                    <a:pt x="63334" y="62907"/>
                  </a:cubicBezTo>
                  <a:cubicBezTo>
                    <a:pt x="63991" y="62907"/>
                    <a:pt x="64916" y="62923"/>
                    <a:pt x="66110" y="62956"/>
                  </a:cubicBezTo>
                  <a:cubicBezTo>
                    <a:pt x="66493" y="62956"/>
                    <a:pt x="66761" y="62972"/>
                    <a:pt x="66914" y="63005"/>
                  </a:cubicBezTo>
                  <a:cubicBezTo>
                    <a:pt x="67100" y="63005"/>
                    <a:pt x="67303" y="63098"/>
                    <a:pt x="67522" y="63284"/>
                  </a:cubicBezTo>
                  <a:cubicBezTo>
                    <a:pt x="67752" y="63449"/>
                    <a:pt x="67867" y="63717"/>
                    <a:pt x="67867" y="64089"/>
                  </a:cubicBezTo>
                  <a:cubicBezTo>
                    <a:pt x="67867" y="64659"/>
                    <a:pt x="67741" y="65102"/>
                    <a:pt x="67489" y="65420"/>
                  </a:cubicBezTo>
                  <a:cubicBezTo>
                    <a:pt x="67270" y="65693"/>
                    <a:pt x="67046" y="65847"/>
                    <a:pt x="66816" y="65880"/>
                  </a:cubicBezTo>
                  <a:cubicBezTo>
                    <a:pt x="66630" y="65912"/>
                    <a:pt x="66367" y="65929"/>
                    <a:pt x="66027" y="65929"/>
                  </a:cubicBezTo>
                  <a:cubicBezTo>
                    <a:pt x="65206" y="65929"/>
                    <a:pt x="63416" y="65885"/>
                    <a:pt x="60656" y="65798"/>
                  </a:cubicBezTo>
                  <a:cubicBezTo>
                    <a:pt x="57886" y="65699"/>
                    <a:pt x="56107" y="65650"/>
                    <a:pt x="55318" y="65650"/>
                  </a:cubicBezTo>
                  <a:lnTo>
                    <a:pt x="43164" y="65929"/>
                  </a:lnTo>
                  <a:cubicBezTo>
                    <a:pt x="42190" y="65929"/>
                    <a:pt x="41702" y="65535"/>
                    <a:pt x="41702" y="64746"/>
                  </a:cubicBezTo>
                  <a:cubicBezTo>
                    <a:pt x="41702" y="64341"/>
                    <a:pt x="41735" y="64029"/>
                    <a:pt x="41801" y="63810"/>
                  </a:cubicBezTo>
                  <a:cubicBezTo>
                    <a:pt x="41888" y="63558"/>
                    <a:pt x="42047" y="63383"/>
                    <a:pt x="42277" y="63284"/>
                  </a:cubicBezTo>
                  <a:cubicBezTo>
                    <a:pt x="42496" y="63164"/>
                    <a:pt x="42682" y="63087"/>
                    <a:pt x="42836" y="63055"/>
                  </a:cubicBezTo>
                  <a:cubicBezTo>
                    <a:pt x="42989" y="63022"/>
                    <a:pt x="43257" y="62989"/>
                    <a:pt x="43640" y="62956"/>
                  </a:cubicBezTo>
                  <a:cubicBezTo>
                    <a:pt x="44801" y="62836"/>
                    <a:pt x="45819" y="62600"/>
                    <a:pt x="46695" y="62250"/>
                  </a:cubicBezTo>
                  <a:cubicBezTo>
                    <a:pt x="47604" y="61877"/>
                    <a:pt x="48250" y="61500"/>
                    <a:pt x="48634" y="61116"/>
                  </a:cubicBezTo>
                  <a:cubicBezTo>
                    <a:pt x="49039" y="60744"/>
                    <a:pt x="49241" y="60416"/>
                    <a:pt x="49241" y="60131"/>
                  </a:cubicBezTo>
                  <a:lnTo>
                    <a:pt x="48781" y="58768"/>
                  </a:lnTo>
                  <a:lnTo>
                    <a:pt x="39025" y="35724"/>
                  </a:lnTo>
                  <a:lnTo>
                    <a:pt x="30304" y="45201"/>
                  </a:lnTo>
                  <a:lnTo>
                    <a:pt x="20449" y="55614"/>
                  </a:lnTo>
                  <a:cubicBezTo>
                    <a:pt x="18719" y="57465"/>
                    <a:pt x="17854" y="58910"/>
                    <a:pt x="17854" y="59950"/>
                  </a:cubicBezTo>
                  <a:cubicBezTo>
                    <a:pt x="17854" y="61680"/>
                    <a:pt x="19146" y="62682"/>
                    <a:pt x="21730" y="62956"/>
                  </a:cubicBezTo>
                  <a:cubicBezTo>
                    <a:pt x="22507" y="63022"/>
                    <a:pt x="22896" y="63366"/>
                    <a:pt x="22896" y="63991"/>
                  </a:cubicBezTo>
                  <a:cubicBezTo>
                    <a:pt x="22896" y="64593"/>
                    <a:pt x="22770" y="65053"/>
                    <a:pt x="22518" y="65370"/>
                  </a:cubicBezTo>
                  <a:cubicBezTo>
                    <a:pt x="22299" y="65655"/>
                    <a:pt x="22080" y="65825"/>
                    <a:pt x="21861" y="65880"/>
                  </a:cubicBezTo>
                  <a:cubicBezTo>
                    <a:pt x="21675" y="65912"/>
                    <a:pt x="21440" y="65929"/>
                    <a:pt x="21155" y="65929"/>
                  </a:cubicBezTo>
                  <a:cubicBezTo>
                    <a:pt x="19994" y="65929"/>
                    <a:pt x="18187" y="65885"/>
                    <a:pt x="15735" y="65798"/>
                  </a:cubicBezTo>
                  <a:cubicBezTo>
                    <a:pt x="13315" y="65699"/>
                    <a:pt x="11508" y="65650"/>
                    <a:pt x="10315" y="65650"/>
                  </a:cubicBezTo>
                  <a:cubicBezTo>
                    <a:pt x="9307" y="65650"/>
                    <a:pt x="7785" y="65699"/>
                    <a:pt x="5749" y="65798"/>
                  </a:cubicBezTo>
                  <a:cubicBezTo>
                    <a:pt x="3701" y="65885"/>
                    <a:pt x="2206" y="65929"/>
                    <a:pt x="1265" y="65929"/>
                  </a:cubicBezTo>
                  <a:cubicBezTo>
                    <a:pt x="892" y="65929"/>
                    <a:pt x="597" y="65836"/>
                    <a:pt x="378" y="65650"/>
                  </a:cubicBezTo>
                  <a:cubicBezTo>
                    <a:pt x="159" y="65463"/>
                    <a:pt x="49" y="65272"/>
                    <a:pt x="49" y="65075"/>
                  </a:cubicBezTo>
                  <a:lnTo>
                    <a:pt x="0" y="64845"/>
                  </a:lnTo>
                  <a:cubicBezTo>
                    <a:pt x="0" y="64407"/>
                    <a:pt x="33" y="64062"/>
                    <a:pt x="98" y="63810"/>
                  </a:cubicBezTo>
                  <a:cubicBezTo>
                    <a:pt x="186" y="63558"/>
                    <a:pt x="356" y="63372"/>
                    <a:pt x="608" y="63252"/>
                  </a:cubicBezTo>
                  <a:cubicBezTo>
                    <a:pt x="892" y="63120"/>
                    <a:pt x="1095" y="63055"/>
                    <a:pt x="1215" y="63055"/>
                  </a:cubicBezTo>
                  <a:cubicBezTo>
                    <a:pt x="1347" y="63022"/>
                    <a:pt x="1648" y="62989"/>
                    <a:pt x="2119" y="62956"/>
                  </a:cubicBezTo>
                  <a:cubicBezTo>
                    <a:pt x="4790" y="62803"/>
                    <a:pt x="7254" y="62206"/>
                    <a:pt x="9510" y="61166"/>
                  </a:cubicBezTo>
                  <a:cubicBezTo>
                    <a:pt x="11809" y="60136"/>
                    <a:pt x="14076" y="58412"/>
                    <a:pt x="16310" y="55992"/>
                  </a:cubicBezTo>
                  <a:cubicBezTo>
                    <a:pt x="16496" y="55828"/>
                    <a:pt x="16698" y="55652"/>
                    <a:pt x="16917" y="55466"/>
                  </a:cubicBezTo>
                  <a:cubicBezTo>
                    <a:pt x="17169" y="55280"/>
                    <a:pt x="17388" y="55110"/>
                    <a:pt x="17574" y="54957"/>
                  </a:cubicBezTo>
                  <a:lnTo>
                    <a:pt x="37941" y="33030"/>
                  </a:lnTo>
                  <a:lnTo>
                    <a:pt x="26526" y="6077"/>
                  </a:lnTo>
                  <a:cubicBezTo>
                    <a:pt x="26186" y="5267"/>
                    <a:pt x="25858" y="4687"/>
                    <a:pt x="25540" y="4336"/>
                  </a:cubicBezTo>
                  <a:cubicBezTo>
                    <a:pt x="25223" y="3964"/>
                    <a:pt x="24577" y="3652"/>
                    <a:pt x="23602" y="3400"/>
                  </a:cubicBezTo>
                  <a:cubicBezTo>
                    <a:pt x="22628" y="3148"/>
                    <a:pt x="21199" y="3022"/>
                    <a:pt x="19315" y="3022"/>
                  </a:cubicBezTo>
                  <a:cubicBezTo>
                    <a:pt x="18779" y="3022"/>
                    <a:pt x="18390" y="3006"/>
                    <a:pt x="18149" y="2973"/>
                  </a:cubicBezTo>
                  <a:cubicBezTo>
                    <a:pt x="17897" y="2940"/>
                    <a:pt x="17657" y="2847"/>
                    <a:pt x="17427" y="2694"/>
                  </a:cubicBezTo>
                  <a:cubicBezTo>
                    <a:pt x="17207" y="2529"/>
                    <a:pt x="17098" y="2278"/>
                    <a:pt x="17098" y="1938"/>
                  </a:cubicBezTo>
                  <a:cubicBezTo>
                    <a:pt x="17098" y="1336"/>
                    <a:pt x="17207" y="892"/>
                    <a:pt x="17427" y="608"/>
                  </a:cubicBezTo>
                  <a:cubicBezTo>
                    <a:pt x="17678" y="301"/>
                    <a:pt x="17903" y="131"/>
                    <a:pt x="18100" y="99"/>
                  </a:cubicBezTo>
                  <a:cubicBezTo>
                    <a:pt x="18319" y="33"/>
                    <a:pt x="18571" y="0"/>
                    <a:pt x="18856" y="0"/>
                  </a:cubicBezTo>
                  <a:cubicBezTo>
                    <a:pt x="19633" y="0"/>
                    <a:pt x="21423" y="49"/>
                    <a:pt x="24226" y="148"/>
                  </a:cubicBezTo>
                  <a:cubicBezTo>
                    <a:pt x="27019" y="235"/>
                    <a:pt x="28825" y="279"/>
                    <a:pt x="29647" y="279"/>
                  </a:cubicBezTo>
                  <a:cubicBezTo>
                    <a:pt x="30993" y="279"/>
                    <a:pt x="33019" y="235"/>
                    <a:pt x="35724" y="148"/>
                  </a:cubicBezTo>
                  <a:cubicBezTo>
                    <a:pt x="38450" y="49"/>
                    <a:pt x="40476" y="0"/>
                    <a:pt x="41801" y="0"/>
                  </a:cubicBezTo>
                  <a:cubicBezTo>
                    <a:pt x="42775" y="0"/>
                    <a:pt x="43263" y="394"/>
                    <a:pt x="43263" y="1183"/>
                  </a:cubicBezTo>
                  <a:cubicBezTo>
                    <a:pt x="43263" y="1686"/>
                    <a:pt x="43153" y="2075"/>
                    <a:pt x="42934" y="2349"/>
                  </a:cubicBezTo>
                  <a:cubicBezTo>
                    <a:pt x="42715" y="2634"/>
                    <a:pt x="42496" y="2809"/>
                    <a:pt x="42277" y="2874"/>
                  </a:cubicBezTo>
                  <a:cubicBezTo>
                    <a:pt x="42047" y="2940"/>
                    <a:pt x="41730" y="2989"/>
                    <a:pt x="41324" y="3022"/>
                  </a:cubicBezTo>
                  <a:cubicBezTo>
                    <a:pt x="40098" y="3143"/>
                    <a:pt x="39014" y="3405"/>
                    <a:pt x="38072" y="3811"/>
                  </a:cubicBezTo>
                  <a:cubicBezTo>
                    <a:pt x="37164" y="4194"/>
                    <a:pt x="36523" y="4572"/>
                    <a:pt x="36151" y="4944"/>
                  </a:cubicBezTo>
                  <a:cubicBezTo>
                    <a:pt x="35800" y="5294"/>
                    <a:pt x="35625" y="5579"/>
                    <a:pt x="35625" y="5798"/>
                  </a:cubicBezTo>
                  <a:lnTo>
                    <a:pt x="36102" y="7063"/>
                  </a:lnTo>
                  <a:lnTo>
                    <a:pt x="44199" y="26247"/>
                  </a:lnTo>
                  <a:lnTo>
                    <a:pt x="59852" y="9477"/>
                  </a:lnTo>
                  <a:cubicBezTo>
                    <a:pt x="61078" y="8097"/>
                    <a:pt x="61691" y="6931"/>
                    <a:pt x="61691" y="5979"/>
                  </a:cubicBezTo>
                  <a:cubicBezTo>
                    <a:pt x="61691" y="4281"/>
                    <a:pt x="60399" y="3296"/>
                    <a:pt x="57815" y="3022"/>
                  </a:cubicBezTo>
                  <a:cubicBezTo>
                    <a:pt x="57037" y="2891"/>
                    <a:pt x="56649" y="2529"/>
                    <a:pt x="56649" y="1938"/>
                  </a:cubicBezTo>
                  <a:cubicBezTo>
                    <a:pt x="56649" y="1336"/>
                    <a:pt x="56775" y="892"/>
                    <a:pt x="57027" y="608"/>
                  </a:cubicBezTo>
                  <a:cubicBezTo>
                    <a:pt x="57278" y="301"/>
                    <a:pt x="57497" y="131"/>
                    <a:pt x="57684" y="99"/>
                  </a:cubicBezTo>
                  <a:cubicBezTo>
                    <a:pt x="57903" y="33"/>
                    <a:pt x="58171" y="0"/>
                    <a:pt x="58488" y="0"/>
                  </a:cubicBezTo>
                  <a:cubicBezTo>
                    <a:pt x="59649" y="0"/>
                    <a:pt x="61423" y="49"/>
                    <a:pt x="63810" y="148"/>
                  </a:cubicBezTo>
                  <a:cubicBezTo>
                    <a:pt x="66230" y="235"/>
                    <a:pt x="68036" y="279"/>
                    <a:pt x="69230" y="279"/>
                  </a:cubicBezTo>
                  <a:cubicBezTo>
                    <a:pt x="70238" y="279"/>
                    <a:pt x="71760" y="235"/>
                    <a:pt x="73796" y="148"/>
                  </a:cubicBezTo>
                  <a:cubicBezTo>
                    <a:pt x="75844" y="49"/>
                    <a:pt x="77338" y="0"/>
                    <a:pt x="78280" y="0"/>
                  </a:cubicBezTo>
                  <a:cubicBezTo>
                    <a:pt x="78652" y="0"/>
                    <a:pt x="78948" y="93"/>
                    <a:pt x="79167" y="279"/>
                  </a:cubicBezTo>
                  <a:cubicBezTo>
                    <a:pt x="79386" y="443"/>
                    <a:pt x="79496" y="619"/>
                    <a:pt x="79496" y="805"/>
                  </a:cubicBezTo>
                  <a:lnTo>
                    <a:pt x="79545" y="1084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EDBC3F07-BCF1-489A-AA21-291F611A3423}"/>
                </a:ext>
              </a:extLst>
            </p:cNvPr>
            <p:cNvSpPr/>
            <p:nvPr/>
          </p:nvSpPr>
          <p:spPr>
            <a:xfrm>
              <a:off x="5211594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7E4C66D5-0752-6DA4-FE5E-65D2B0B94C70}"/>
                </a:ext>
              </a:extLst>
            </p:cNvPr>
            <p:cNvSpPr/>
            <p:nvPr/>
          </p:nvSpPr>
          <p:spPr>
            <a:xfrm>
              <a:off x="5211594" y="4744959"/>
              <a:ext cx="27468" cy="1642"/>
            </a:xfrm>
            <a:custGeom>
              <a:avLst/>
              <a:gdLst>
                <a:gd name="csX0" fmla="*/ 0 w 27468"/>
                <a:gd name="csY0" fmla="*/ 0 h 1642"/>
                <a:gd name="csX1" fmla="*/ 27469 w 2746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8" h="1642">
                  <a:moveTo>
                    <a:pt x="0" y="0"/>
                  </a:moveTo>
                  <a:lnTo>
                    <a:pt x="2746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1D584D92-E553-4095-89B9-E147FC6D672E}"/>
                </a:ext>
              </a:extLst>
            </p:cNvPr>
            <p:cNvSpPr/>
            <p:nvPr/>
          </p:nvSpPr>
          <p:spPr>
            <a:xfrm>
              <a:off x="5211594" y="4300671"/>
              <a:ext cx="27468" cy="1642"/>
            </a:xfrm>
            <a:custGeom>
              <a:avLst/>
              <a:gdLst>
                <a:gd name="csX0" fmla="*/ 0 w 27468"/>
                <a:gd name="csY0" fmla="*/ 0 h 1642"/>
                <a:gd name="csX1" fmla="*/ 27469 w 2746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8" h="1642">
                  <a:moveTo>
                    <a:pt x="0" y="0"/>
                  </a:moveTo>
                  <a:lnTo>
                    <a:pt x="2746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42554DD0-ED3F-1410-378D-B02A7CBE682C}"/>
                </a:ext>
              </a:extLst>
            </p:cNvPr>
            <p:cNvSpPr/>
            <p:nvPr/>
          </p:nvSpPr>
          <p:spPr>
            <a:xfrm>
              <a:off x="5211594" y="3856381"/>
              <a:ext cx="27468" cy="1642"/>
            </a:xfrm>
            <a:custGeom>
              <a:avLst/>
              <a:gdLst>
                <a:gd name="csX0" fmla="*/ 0 w 27468"/>
                <a:gd name="csY0" fmla="*/ 0 h 1642"/>
                <a:gd name="csX1" fmla="*/ 27469 w 2746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8" h="1642">
                  <a:moveTo>
                    <a:pt x="0" y="0"/>
                  </a:moveTo>
                  <a:lnTo>
                    <a:pt x="2746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ACC57119-4E0D-89B0-1F46-51B7E26EFD86}"/>
                </a:ext>
              </a:extLst>
            </p:cNvPr>
            <p:cNvSpPr/>
            <p:nvPr/>
          </p:nvSpPr>
          <p:spPr>
            <a:xfrm>
              <a:off x="5211594" y="3412094"/>
              <a:ext cx="27468" cy="1642"/>
            </a:xfrm>
            <a:custGeom>
              <a:avLst/>
              <a:gdLst>
                <a:gd name="csX0" fmla="*/ 0 w 27468"/>
                <a:gd name="csY0" fmla="*/ 0 h 1642"/>
                <a:gd name="csX1" fmla="*/ 27469 w 2746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8" h="1642">
                  <a:moveTo>
                    <a:pt x="0" y="0"/>
                  </a:moveTo>
                  <a:lnTo>
                    <a:pt x="2746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5BE7935B-5791-1F95-9A09-3336C695184D}"/>
                </a:ext>
              </a:extLst>
            </p:cNvPr>
            <p:cNvSpPr/>
            <p:nvPr/>
          </p:nvSpPr>
          <p:spPr>
            <a:xfrm>
              <a:off x="5211594" y="2967808"/>
              <a:ext cx="27468" cy="1642"/>
            </a:xfrm>
            <a:custGeom>
              <a:avLst/>
              <a:gdLst>
                <a:gd name="csX0" fmla="*/ 0 w 27468"/>
                <a:gd name="csY0" fmla="*/ 0 h 1642"/>
                <a:gd name="csX1" fmla="*/ 27469 w 2746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8" h="1642">
                  <a:moveTo>
                    <a:pt x="0" y="0"/>
                  </a:moveTo>
                  <a:lnTo>
                    <a:pt x="27469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D0E7234F-AC40-D98A-0931-EEAC56D06D5F}"/>
                </a:ext>
              </a:extLst>
            </p:cNvPr>
            <p:cNvSpPr/>
            <p:nvPr/>
          </p:nvSpPr>
          <p:spPr>
            <a:xfrm>
              <a:off x="4985195" y="4700843"/>
              <a:ext cx="58856" cy="88332"/>
            </a:xfrm>
            <a:custGeom>
              <a:avLst/>
              <a:gdLst>
                <a:gd name="csX0" fmla="*/ 29428 w 58856"/>
                <a:gd name="csY0" fmla="*/ 9116 h 88332"/>
                <a:gd name="csX1" fmla="*/ 16026 w 58856"/>
                <a:gd name="csY1" fmla="*/ 17903 h 88332"/>
                <a:gd name="csX2" fmla="*/ 11578 w 58856"/>
                <a:gd name="csY2" fmla="*/ 44199 h 88332"/>
                <a:gd name="csX3" fmla="*/ 16026 w 58856"/>
                <a:gd name="csY3" fmla="*/ 70479 h 88332"/>
                <a:gd name="csX4" fmla="*/ 29428 w 58856"/>
                <a:gd name="csY4" fmla="*/ 79216 h 88332"/>
                <a:gd name="csX5" fmla="*/ 42831 w 58856"/>
                <a:gd name="csY5" fmla="*/ 70479 h 88332"/>
                <a:gd name="csX6" fmla="*/ 47336 w 58856"/>
                <a:gd name="csY6" fmla="*/ 44199 h 88332"/>
                <a:gd name="csX7" fmla="*/ 42831 w 58856"/>
                <a:gd name="csY7" fmla="*/ 17903 h 88332"/>
                <a:gd name="csX8" fmla="*/ 29428 w 58856"/>
                <a:gd name="csY8" fmla="*/ 9116 h 88332"/>
                <a:gd name="csX9" fmla="*/ 29428 w 58856"/>
                <a:gd name="csY9" fmla="*/ 0 h 88332"/>
                <a:gd name="csX10" fmla="*/ 51271 w 58856"/>
                <a:gd name="csY10" fmla="*/ 11350 h 88332"/>
                <a:gd name="csX11" fmla="*/ 58856 w 58856"/>
                <a:gd name="csY11" fmla="*/ 44199 h 88332"/>
                <a:gd name="csX12" fmla="*/ 51271 w 58856"/>
                <a:gd name="csY12" fmla="*/ 77048 h 88332"/>
                <a:gd name="csX13" fmla="*/ 29428 w 58856"/>
                <a:gd name="csY13" fmla="*/ 88332 h 88332"/>
                <a:gd name="csX14" fmla="*/ 7529 w 58856"/>
                <a:gd name="csY14" fmla="*/ 77048 h 88332"/>
                <a:gd name="csX15" fmla="*/ 0 w 58856"/>
                <a:gd name="csY15" fmla="*/ 44199 h 88332"/>
                <a:gd name="csX16" fmla="*/ 7529 w 58856"/>
                <a:gd name="csY16" fmla="*/ 11350 h 88332"/>
                <a:gd name="csX17" fmla="*/ 29428 w 58856"/>
                <a:gd name="csY17" fmla="*/ 0 h 88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6" h="88332">
                  <a:moveTo>
                    <a:pt x="29428" y="9116"/>
                  </a:moveTo>
                  <a:cubicBezTo>
                    <a:pt x="23497" y="9116"/>
                    <a:pt x="19029" y="12045"/>
                    <a:pt x="16026" y="17903"/>
                  </a:cubicBezTo>
                  <a:cubicBezTo>
                    <a:pt x="13060" y="23717"/>
                    <a:pt x="11578" y="32483"/>
                    <a:pt x="11578" y="44199"/>
                  </a:cubicBezTo>
                  <a:cubicBezTo>
                    <a:pt x="11578" y="55872"/>
                    <a:pt x="13060" y="64631"/>
                    <a:pt x="16026" y="70479"/>
                  </a:cubicBezTo>
                  <a:cubicBezTo>
                    <a:pt x="19029" y="76304"/>
                    <a:pt x="23497" y="79216"/>
                    <a:pt x="29428" y="79216"/>
                  </a:cubicBezTo>
                  <a:cubicBezTo>
                    <a:pt x="35397" y="79216"/>
                    <a:pt x="39864" y="76304"/>
                    <a:pt x="42831" y="70479"/>
                  </a:cubicBezTo>
                  <a:cubicBezTo>
                    <a:pt x="45834" y="64631"/>
                    <a:pt x="47336" y="55872"/>
                    <a:pt x="47336" y="44199"/>
                  </a:cubicBezTo>
                  <a:cubicBezTo>
                    <a:pt x="47336" y="32483"/>
                    <a:pt x="45834" y="23717"/>
                    <a:pt x="42831" y="17903"/>
                  </a:cubicBezTo>
                  <a:cubicBezTo>
                    <a:pt x="39864" y="12045"/>
                    <a:pt x="35397" y="9116"/>
                    <a:pt x="29428" y="9116"/>
                  </a:cubicBezTo>
                  <a:moveTo>
                    <a:pt x="29428" y="0"/>
                  </a:moveTo>
                  <a:cubicBezTo>
                    <a:pt x="38971" y="0"/>
                    <a:pt x="46252" y="3783"/>
                    <a:pt x="51271" y="11350"/>
                  </a:cubicBezTo>
                  <a:cubicBezTo>
                    <a:pt x="56328" y="18872"/>
                    <a:pt x="58856" y="29822"/>
                    <a:pt x="58856" y="44199"/>
                  </a:cubicBezTo>
                  <a:cubicBezTo>
                    <a:pt x="58856" y="58532"/>
                    <a:pt x="56328" y="69482"/>
                    <a:pt x="51271" y="77048"/>
                  </a:cubicBezTo>
                  <a:cubicBezTo>
                    <a:pt x="46252" y="84571"/>
                    <a:pt x="38971" y="88332"/>
                    <a:pt x="29428" y="88332"/>
                  </a:cubicBezTo>
                  <a:cubicBezTo>
                    <a:pt x="19885" y="88332"/>
                    <a:pt x="12586" y="84571"/>
                    <a:pt x="7529" y="77048"/>
                  </a:cubicBezTo>
                  <a:cubicBezTo>
                    <a:pt x="2510" y="69482"/>
                    <a:pt x="0" y="58532"/>
                    <a:pt x="0" y="44199"/>
                  </a:cubicBezTo>
                  <a:cubicBezTo>
                    <a:pt x="0" y="29822"/>
                    <a:pt x="2510" y="18872"/>
                    <a:pt x="7529" y="11350"/>
                  </a:cubicBezTo>
                  <a:cubicBezTo>
                    <a:pt x="12586" y="3783"/>
                    <a:pt x="19885" y="0"/>
                    <a:pt x="2942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FAEA61C5-B710-964F-555A-3B76DA5801A5}"/>
                </a:ext>
              </a:extLst>
            </p:cNvPr>
            <p:cNvSpPr/>
            <p:nvPr/>
          </p:nvSpPr>
          <p:spPr>
            <a:xfrm>
              <a:off x="5064297" y="4773046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114E4B2B-0095-481E-B235-3446EF684627}"/>
                </a:ext>
              </a:extLst>
            </p:cNvPr>
            <p:cNvSpPr/>
            <p:nvPr/>
          </p:nvSpPr>
          <p:spPr>
            <a:xfrm>
              <a:off x="5101765" y="4702387"/>
              <a:ext cx="50699" cy="85145"/>
            </a:xfrm>
            <a:custGeom>
              <a:avLst/>
              <a:gdLst>
                <a:gd name="csX0" fmla="*/ 1654 w 50699"/>
                <a:gd name="csY0" fmla="*/ 75439 h 85145"/>
                <a:gd name="csX1" fmla="*/ 20473 w 50699"/>
                <a:gd name="csY1" fmla="*/ 75439 h 85145"/>
                <a:gd name="csX2" fmla="*/ 20473 w 50699"/>
                <a:gd name="csY2" fmla="*/ 10479 h 85145"/>
                <a:gd name="csX3" fmla="*/ 0 w 50699"/>
                <a:gd name="csY3" fmla="*/ 14585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39 h 85145"/>
                <a:gd name="csX8" fmla="*/ 50700 w 50699"/>
                <a:gd name="csY8" fmla="*/ 75439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39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39"/>
                  </a:moveTo>
                  <a:lnTo>
                    <a:pt x="20473" y="75439"/>
                  </a:lnTo>
                  <a:lnTo>
                    <a:pt x="20473" y="10479"/>
                  </a:lnTo>
                  <a:lnTo>
                    <a:pt x="0" y="14585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39"/>
                  </a:lnTo>
                  <a:lnTo>
                    <a:pt x="50700" y="75439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39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352C7812-4BB4-F565-2960-F3E028AA530D}"/>
                </a:ext>
              </a:extLst>
            </p:cNvPr>
            <p:cNvSpPr/>
            <p:nvPr/>
          </p:nvSpPr>
          <p:spPr>
            <a:xfrm>
              <a:off x="4986051" y="4256554"/>
              <a:ext cx="54065" cy="86689"/>
            </a:xfrm>
            <a:custGeom>
              <a:avLst/>
              <a:gdLst>
                <a:gd name="csX0" fmla="*/ 13859 w 54065"/>
                <a:gd name="csY0" fmla="*/ 76983 h 86689"/>
                <a:gd name="csX1" fmla="*/ 54065 w 54065"/>
                <a:gd name="csY1" fmla="*/ 76983 h 86689"/>
                <a:gd name="csX2" fmla="*/ 54065 w 54065"/>
                <a:gd name="csY2" fmla="*/ 86690 h 86689"/>
                <a:gd name="csX3" fmla="*/ 0 w 54065"/>
                <a:gd name="csY3" fmla="*/ 86690 h 86689"/>
                <a:gd name="csX4" fmla="*/ 0 w 54065"/>
                <a:gd name="csY4" fmla="*/ 76983 h 86689"/>
                <a:gd name="csX5" fmla="*/ 17850 w 54065"/>
                <a:gd name="csY5" fmla="*/ 58801 h 86689"/>
                <a:gd name="csX6" fmla="*/ 32109 w 54065"/>
                <a:gd name="csY6" fmla="*/ 44035 h 86689"/>
                <a:gd name="csX7" fmla="*/ 39807 w 54065"/>
                <a:gd name="csY7" fmla="*/ 33539 h 86689"/>
                <a:gd name="csX8" fmla="*/ 42031 w 54065"/>
                <a:gd name="csY8" fmla="*/ 25031 h 86689"/>
                <a:gd name="csX9" fmla="*/ 37241 w 54065"/>
                <a:gd name="csY9" fmla="*/ 13977 h 86689"/>
                <a:gd name="csX10" fmla="*/ 24865 w 54065"/>
                <a:gd name="csY10" fmla="*/ 9691 h 86689"/>
                <a:gd name="csX11" fmla="*/ 13403 w 54065"/>
                <a:gd name="csY11" fmla="*/ 11580 h 86689"/>
                <a:gd name="csX12" fmla="*/ 570 w 54065"/>
                <a:gd name="csY12" fmla="*/ 17279 h 86689"/>
                <a:gd name="csX13" fmla="*/ 570 w 54065"/>
                <a:gd name="csY13" fmla="*/ 5650 h 86689"/>
                <a:gd name="csX14" fmla="*/ 13573 w 54065"/>
                <a:gd name="csY14" fmla="*/ 1429 h 86689"/>
                <a:gd name="csX15" fmla="*/ 24637 w 54065"/>
                <a:gd name="csY15" fmla="*/ 0 h 86689"/>
                <a:gd name="csX16" fmla="*/ 45738 w 54065"/>
                <a:gd name="csY16" fmla="*/ 6619 h 86689"/>
                <a:gd name="csX17" fmla="*/ 53609 w 54065"/>
                <a:gd name="csY17" fmla="*/ 24292 h 86689"/>
                <a:gd name="csX18" fmla="*/ 51613 w 54065"/>
                <a:gd name="csY18" fmla="*/ 34278 h 86689"/>
                <a:gd name="csX19" fmla="*/ 44483 w 54065"/>
                <a:gd name="csY19" fmla="*/ 45332 h 86689"/>
                <a:gd name="csX20" fmla="*/ 35417 w 54065"/>
                <a:gd name="csY20" fmla="*/ 54924 h 86689"/>
                <a:gd name="csX21" fmla="*/ 13859 w 54065"/>
                <a:gd name="csY21" fmla="*/ 76983 h 86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4065" h="86689">
                  <a:moveTo>
                    <a:pt x="13859" y="76983"/>
                  </a:moveTo>
                  <a:lnTo>
                    <a:pt x="54065" y="76983"/>
                  </a:lnTo>
                  <a:lnTo>
                    <a:pt x="54065" y="86690"/>
                  </a:lnTo>
                  <a:lnTo>
                    <a:pt x="0" y="86690"/>
                  </a:lnTo>
                  <a:lnTo>
                    <a:pt x="0" y="76983"/>
                  </a:lnTo>
                  <a:cubicBezTo>
                    <a:pt x="4372" y="72460"/>
                    <a:pt x="10322" y="66400"/>
                    <a:pt x="17850" y="58801"/>
                  </a:cubicBezTo>
                  <a:cubicBezTo>
                    <a:pt x="25417" y="51158"/>
                    <a:pt x="30170" y="46236"/>
                    <a:pt x="32109" y="44035"/>
                  </a:cubicBezTo>
                  <a:cubicBezTo>
                    <a:pt x="35797" y="39885"/>
                    <a:pt x="38363" y="36386"/>
                    <a:pt x="39807" y="33539"/>
                  </a:cubicBezTo>
                  <a:cubicBezTo>
                    <a:pt x="41290" y="30649"/>
                    <a:pt x="42031" y="27813"/>
                    <a:pt x="42031" y="25031"/>
                  </a:cubicBezTo>
                  <a:cubicBezTo>
                    <a:pt x="42031" y="20509"/>
                    <a:pt x="40434" y="16825"/>
                    <a:pt x="37241" y="13977"/>
                  </a:cubicBezTo>
                  <a:cubicBezTo>
                    <a:pt x="34086" y="11120"/>
                    <a:pt x="29960" y="9691"/>
                    <a:pt x="24865" y="9691"/>
                  </a:cubicBezTo>
                  <a:cubicBezTo>
                    <a:pt x="21253" y="9691"/>
                    <a:pt x="17432" y="10320"/>
                    <a:pt x="13403" y="11580"/>
                  </a:cubicBezTo>
                  <a:cubicBezTo>
                    <a:pt x="9410" y="12828"/>
                    <a:pt x="5133" y="14728"/>
                    <a:pt x="570" y="17279"/>
                  </a:cubicBezTo>
                  <a:lnTo>
                    <a:pt x="570" y="5650"/>
                  </a:lnTo>
                  <a:cubicBezTo>
                    <a:pt x="5209" y="3789"/>
                    <a:pt x="9544" y="2382"/>
                    <a:pt x="13573" y="1429"/>
                  </a:cubicBezTo>
                  <a:cubicBezTo>
                    <a:pt x="17604" y="476"/>
                    <a:pt x="21292" y="0"/>
                    <a:pt x="24637" y="0"/>
                  </a:cubicBezTo>
                  <a:cubicBezTo>
                    <a:pt x="33458" y="0"/>
                    <a:pt x="40492" y="2206"/>
                    <a:pt x="45738" y="6619"/>
                  </a:cubicBezTo>
                  <a:cubicBezTo>
                    <a:pt x="50985" y="11032"/>
                    <a:pt x="53609" y="16923"/>
                    <a:pt x="53609" y="24292"/>
                  </a:cubicBezTo>
                  <a:cubicBezTo>
                    <a:pt x="53609" y="27796"/>
                    <a:pt x="52943" y="31125"/>
                    <a:pt x="51613" y="34278"/>
                  </a:cubicBezTo>
                  <a:cubicBezTo>
                    <a:pt x="50320" y="37388"/>
                    <a:pt x="47943" y="41073"/>
                    <a:pt x="44483" y="45332"/>
                  </a:cubicBezTo>
                  <a:cubicBezTo>
                    <a:pt x="43533" y="46438"/>
                    <a:pt x="40510" y="49635"/>
                    <a:pt x="35417" y="54924"/>
                  </a:cubicBezTo>
                  <a:cubicBezTo>
                    <a:pt x="30322" y="60169"/>
                    <a:pt x="23136" y="67522"/>
                    <a:pt x="13859" y="76983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A7BB8433-7243-E93E-F338-50FC778756C3}"/>
                </a:ext>
              </a:extLst>
            </p:cNvPr>
            <p:cNvSpPr/>
            <p:nvPr/>
          </p:nvSpPr>
          <p:spPr>
            <a:xfrm>
              <a:off x="5064297" y="4328757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BC1914E5-4CC2-C2D8-98F9-43CE89C24F6F}"/>
                </a:ext>
              </a:extLst>
            </p:cNvPr>
            <p:cNvSpPr/>
            <p:nvPr/>
          </p:nvSpPr>
          <p:spPr>
            <a:xfrm>
              <a:off x="5101765" y="4258098"/>
              <a:ext cx="50699" cy="85145"/>
            </a:xfrm>
            <a:custGeom>
              <a:avLst/>
              <a:gdLst>
                <a:gd name="csX0" fmla="*/ 1654 w 50699"/>
                <a:gd name="csY0" fmla="*/ 75439 h 85145"/>
                <a:gd name="csX1" fmla="*/ 20473 w 50699"/>
                <a:gd name="csY1" fmla="*/ 75439 h 85145"/>
                <a:gd name="csX2" fmla="*/ 20473 w 50699"/>
                <a:gd name="csY2" fmla="*/ 10495 h 85145"/>
                <a:gd name="csX3" fmla="*/ 0 w 50699"/>
                <a:gd name="csY3" fmla="*/ 14602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39 h 85145"/>
                <a:gd name="csX8" fmla="*/ 50700 w 50699"/>
                <a:gd name="csY8" fmla="*/ 75439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39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39"/>
                  </a:moveTo>
                  <a:lnTo>
                    <a:pt x="20473" y="75439"/>
                  </a:lnTo>
                  <a:lnTo>
                    <a:pt x="20473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39"/>
                  </a:lnTo>
                  <a:lnTo>
                    <a:pt x="50700" y="75439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39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A34DB26D-3F83-D981-6F42-230526167E25}"/>
                </a:ext>
              </a:extLst>
            </p:cNvPr>
            <p:cNvSpPr/>
            <p:nvPr/>
          </p:nvSpPr>
          <p:spPr>
            <a:xfrm>
              <a:off x="4983200" y="3813808"/>
              <a:ext cx="62049" cy="85145"/>
            </a:xfrm>
            <a:custGeom>
              <a:avLst/>
              <a:gdLst>
                <a:gd name="csX0" fmla="*/ 38439 w 62049"/>
                <a:gd name="csY0" fmla="*/ 10037 h 85145"/>
                <a:gd name="csX1" fmla="*/ 9354 w 62049"/>
                <a:gd name="csY1" fmla="*/ 55489 h 85145"/>
                <a:gd name="csX2" fmla="*/ 38439 w 62049"/>
                <a:gd name="csY2" fmla="*/ 55489 h 85145"/>
                <a:gd name="csX3" fmla="*/ 38439 w 62049"/>
                <a:gd name="csY3" fmla="*/ 10037 h 85145"/>
                <a:gd name="csX4" fmla="*/ 35417 w 62049"/>
                <a:gd name="csY4" fmla="*/ 0 h 85145"/>
                <a:gd name="csX5" fmla="*/ 49902 w 62049"/>
                <a:gd name="csY5" fmla="*/ 0 h 85145"/>
                <a:gd name="csX6" fmla="*/ 49902 w 62049"/>
                <a:gd name="csY6" fmla="*/ 55489 h 85145"/>
                <a:gd name="csX7" fmla="*/ 62049 w 62049"/>
                <a:gd name="csY7" fmla="*/ 55489 h 85145"/>
                <a:gd name="csX8" fmla="*/ 62049 w 62049"/>
                <a:gd name="csY8" fmla="*/ 65071 h 85145"/>
                <a:gd name="csX9" fmla="*/ 49902 w 62049"/>
                <a:gd name="csY9" fmla="*/ 65071 h 85145"/>
                <a:gd name="csX10" fmla="*/ 49902 w 62049"/>
                <a:gd name="csY10" fmla="*/ 85146 h 85145"/>
                <a:gd name="csX11" fmla="*/ 38439 w 62049"/>
                <a:gd name="csY11" fmla="*/ 85146 h 85145"/>
                <a:gd name="csX12" fmla="*/ 38439 w 62049"/>
                <a:gd name="csY12" fmla="*/ 65071 h 85145"/>
                <a:gd name="csX13" fmla="*/ 0 w 62049"/>
                <a:gd name="csY13" fmla="*/ 65071 h 85145"/>
                <a:gd name="csX14" fmla="*/ 0 w 62049"/>
                <a:gd name="csY14" fmla="*/ 53950 h 85145"/>
                <a:gd name="csX15" fmla="*/ 35417 w 62049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49" h="85145">
                  <a:moveTo>
                    <a:pt x="38439" y="10037"/>
                  </a:moveTo>
                  <a:lnTo>
                    <a:pt x="9354" y="55489"/>
                  </a:lnTo>
                  <a:lnTo>
                    <a:pt x="38439" y="55489"/>
                  </a:lnTo>
                  <a:lnTo>
                    <a:pt x="38439" y="10037"/>
                  </a:lnTo>
                  <a:moveTo>
                    <a:pt x="35417" y="0"/>
                  </a:moveTo>
                  <a:lnTo>
                    <a:pt x="49902" y="0"/>
                  </a:lnTo>
                  <a:lnTo>
                    <a:pt x="49902" y="55489"/>
                  </a:lnTo>
                  <a:lnTo>
                    <a:pt x="62049" y="55489"/>
                  </a:lnTo>
                  <a:lnTo>
                    <a:pt x="62049" y="65071"/>
                  </a:lnTo>
                  <a:lnTo>
                    <a:pt x="49902" y="65071"/>
                  </a:lnTo>
                  <a:lnTo>
                    <a:pt x="49902" y="85146"/>
                  </a:lnTo>
                  <a:lnTo>
                    <a:pt x="38439" y="85146"/>
                  </a:lnTo>
                  <a:lnTo>
                    <a:pt x="38439" y="65071"/>
                  </a:lnTo>
                  <a:lnTo>
                    <a:pt x="0" y="65071"/>
                  </a:lnTo>
                  <a:lnTo>
                    <a:pt x="0" y="53950"/>
                  </a:lnTo>
                  <a:lnTo>
                    <a:pt x="35417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1ED7C7B8-3C38-0175-1CB6-011201F58772}"/>
                </a:ext>
              </a:extLst>
            </p:cNvPr>
            <p:cNvSpPr/>
            <p:nvPr/>
          </p:nvSpPr>
          <p:spPr>
            <a:xfrm>
              <a:off x="5064297" y="3884467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74739FE7-22A2-A7E9-6C97-33451C941F03}"/>
                </a:ext>
              </a:extLst>
            </p:cNvPr>
            <p:cNvSpPr/>
            <p:nvPr/>
          </p:nvSpPr>
          <p:spPr>
            <a:xfrm>
              <a:off x="5101765" y="3813808"/>
              <a:ext cx="50699" cy="85145"/>
            </a:xfrm>
            <a:custGeom>
              <a:avLst/>
              <a:gdLst>
                <a:gd name="csX0" fmla="*/ 1654 w 50699"/>
                <a:gd name="csY0" fmla="*/ 75450 h 85145"/>
                <a:gd name="csX1" fmla="*/ 20473 w 50699"/>
                <a:gd name="csY1" fmla="*/ 75450 h 85145"/>
                <a:gd name="csX2" fmla="*/ 20473 w 50699"/>
                <a:gd name="csY2" fmla="*/ 10494 h 85145"/>
                <a:gd name="csX3" fmla="*/ 0 w 50699"/>
                <a:gd name="csY3" fmla="*/ 14600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0 h 85145"/>
                <a:gd name="csX8" fmla="*/ 50700 w 50699"/>
                <a:gd name="csY8" fmla="*/ 75450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0"/>
                  </a:moveTo>
                  <a:lnTo>
                    <a:pt x="20473" y="75450"/>
                  </a:lnTo>
                  <a:lnTo>
                    <a:pt x="20473" y="10494"/>
                  </a:lnTo>
                  <a:lnTo>
                    <a:pt x="0" y="14600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0"/>
                  </a:lnTo>
                  <a:lnTo>
                    <a:pt x="50700" y="75450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1B49F093-2873-CAAD-27CE-7C33F981C4A6}"/>
                </a:ext>
              </a:extLst>
            </p:cNvPr>
            <p:cNvSpPr/>
            <p:nvPr/>
          </p:nvSpPr>
          <p:spPr>
            <a:xfrm>
              <a:off x="4985652" y="3367982"/>
              <a:ext cx="58798" cy="88338"/>
            </a:xfrm>
            <a:custGeom>
              <a:avLst/>
              <a:gdLst>
                <a:gd name="csX0" fmla="*/ 30397 w 58798"/>
                <a:gd name="csY0" fmla="*/ 39521 h 88338"/>
                <a:gd name="csX1" fmla="*/ 18079 w 58798"/>
                <a:gd name="csY1" fmla="*/ 44825 h 88338"/>
                <a:gd name="csX2" fmla="*/ 13573 w 58798"/>
                <a:gd name="csY2" fmla="*/ 59367 h 88338"/>
                <a:gd name="csX3" fmla="*/ 18079 w 58798"/>
                <a:gd name="csY3" fmla="*/ 73911 h 88338"/>
                <a:gd name="csX4" fmla="*/ 30397 w 58798"/>
                <a:gd name="csY4" fmla="*/ 79215 h 88338"/>
                <a:gd name="csX5" fmla="*/ 42658 w 58798"/>
                <a:gd name="csY5" fmla="*/ 73911 h 88338"/>
                <a:gd name="csX6" fmla="*/ 47221 w 58798"/>
                <a:gd name="csY6" fmla="*/ 59367 h 88338"/>
                <a:gd name="csX7" fmla="*/ 42658 w 58798"/>
                <a:gd name="csY7" fmla="*/ 44825 h 88338"/>
                <a:gd name="csX8" fmla="*/ 30397 w 58798"/>
                <a:gd name="csY8" fmla="*/ 39521 h 88338"/>
                <a:gd name="csX9" fmla="*/ 53267 w 58798"/>
                <a:gd name="csY9" fmla="*/ 3421 h 88338"/>
                <a:gd name="csX10" fmla="*/ 53267 w 58798"/>
                <a:gd name="csY10" fmla="*/ 13915 h 88338"/>
                <a:gd name="csX11" fmla="*/ 44483 w 58798"/>
                <a:gd name="csY11" fmla="*/ 10778 h 88338"/>
                <a:gd name="csX12" fmla="*/ 35758 w 58798"/>
                <a:gd name="csY12" fmla="*/ 9695 h 88338"/>
                <a:gd name="csX13" fmla="*/ 18307 w 58798"/>
                <a:gd name="csY13" fmla="*/ 17394 h 88338"/>
                <a:gd name="csX14" fmla="*/ 11463 w 58798"/>
                <a:gd name="csY14" fmla="*/ 40663 h 88338"/>
                <a:gd name="csX15" fmla="*/ 19903 w 58798"/>
                <a:gd name="csY15" fmla="*/ 33078 h 88338"/>
                <a:gd name="csX16" fmla="*/ 31082 w 58798"/>
                <a:gd name="csY16" fmla="*/ 30397 h 88338"/>
                <a:gd name="csX17" fmla="*/ 51327 w 58798"/>
                <a:gd name="csY17" fmla="*/ 38210 h 88338"/>
                <a:gd name="csX18" fmla="*/ 58799 w 58798"/>
                <a:gd name="csY18" fmla="*/ 59367 h 88338"/>
                <a:gd name="csX19" fmla="*/ 51041 w 58798"/>
                <a:gd name="csY19" fmla="*/ 80412 h 88338"/>
                <a:gd name="csX20" fmla="*/ 30397 w 58798"/>
                <a:gd name="csY20" fmla="*/ 88339 h 88338"/>
                <a:gd name="csX21" fmla="*/ 7813 w 58798"/>
                <a:gd name="csY21" fmla="*/ 77047 h 88338"/>
                <a:gd name="csX22" fmla="*/ 0 w 58798"/>
                <a:gd name="csY22" fmla="*/ 44197 h 88338"/>
                <a:gd name="csX23" fmla="*/ 9582 w 58798"/>
                <a:gd name="csY23" fmla="*/ 12033 h 88338"/>
                <a:gd name="csX24" fmla="*/ 35302 w 58798"/>
                <a:gd name="csY24" fmla="*/ 0 h 88338"/>
                <a:gd name="csX25" fmla="*/ 44028 w 58798"/>
                <a:gd name="csY25" fmla="*/ 856 h 88338"/>
                <a:gd name="csX26" fmla="*/ 53267 w 58798"/>
                <a:gd name="csY26" fmla="*/ 3421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58798" h="88338">
                  <a:moveTo>
                    <a:pt x="30397" y="39521"/>
                  </a:moveTo>
                  <a:cubicBezTo>
                    <a:pt x="25227" y="39521"/>
                    <a:pt x="21121" y="41289"/>
                    <a:pt x="18079" y="44825"/>
                  </a:cubicBezTo>
                  <a:cubicBezTo>
                    <a:pt x="15075" y="48360"/>
                    <a:pt x="13573" y="53208"/>
                    <a:pt x="13573" y="59367"/>
                  </a:cubicBezTo>
                  <a:cubicBezTo>
                    <a:pt x="13573" y="65489"/>
                    <a:pt x="15075" y="70337"/>
                    <a:pt x="18079" y="73911"/>
                  </a:cubicBezTo>
                  <a:cubicBezTo>
                    <a:pt x="21121" y="77447"/>
                    <a:pt x="25227" y="79215"/>
                    <a:pt x="30397" y="79215"/>
                  </a:cubicBezTo>
                  <a:cubicBezTo>
                    <a:pt x="35568" y="79215"/>
                    <a:pt x="39655" y="77447"/>
                    <a:pt x="42658" y="73911"/>
                  </a:cubicBezTo>
                  <a:cubicBezTo>
                    <a:pt x="45700" y="70337"/>
                    <a:pt x="47221" y="65489"/>
                    <a:pt x="47221" y="59367"/>
                  </a:cubicBezTo>
                  <a:cubicBezTo>
                    <a:pt x="47221" y="53208"/>
                    <a:pt x="45700" y="48360"/>
                    <a:pt x="42658" y="44825"/>
                  </a:cubicBezTo>
                  <a:cubicBezTo>
                    <a:pt x="39655" y="41289"/>
                    <a:pt x="35568" y="39521"/>
                    <a:pt x="30397" y="39521"/>
                  </a:cubicBezTo>
                  <a:moveTo>
                    <a:pt x="53267" y="3421"/>
                  </a:moveTo>
                  <a:lnTo>
                    <a:pt x="53267" y="13915"/>
                  </a:lnTo>
                  <a:cubicBezTo>
                    <a:pt x="50377" y="12546"/>
                    <a:pt x="47449" y="11501"/>
                    <a:pt x="44483" y="10778"/>
                  </a:cubicBezTo>
                  <a:cubicBezTo>
                    <a:pt x="41556" y="10056"/>
                    <a:pt x="38648" y="9695"/>
                    <a:pt x="35758" y="9695"/>
                  </a:cubicBezTo>
                  <a:cubicBezTo>
                    <a:pt x="28155" y="9695"/>
                    <a:pt x="22338" y="12262"/>
                    <a:pt x="18307" y="17394"/>
                  </a:cubicBezTo>
                  <a:cubicBezTo>
                    <a:pt x="14315" y="22526"/>
                    <a:pt x="12033" y="30282"/>
                    <a:pt x="11463" y="40663"/>
                  </a:cubicBezTo>
                  <a:cubicBezTo>
                    <a:pt x="13706" y="37355"/>
                    <a:pt x="16520" y="34826"/>
                    <a:pt x="19903" y="33078"/>
                  </a:cubicBezTo>
                  <a:cubicBezTo>
                    <a:pt x="23287" y="31291"/>
                    <a:pt x="27013" y="30397"/>
                    <a:pt x="31082" y="30397"/>
                  </a:cubicBezTo>
                  <a:cubicBezTo>
                    <a:pt x="39636" y="30397"/>
                    <a:pt x="46385" y="33002"/>
                    <a:pt x="51327" y="38210"/>
                  </a:cubicBezTo>
                  <a:cubicBezTo>
                    <a:pt x="56308" y="43381"/>
                    <a:pt x="58799" y="50433"/>
                    <a:pt x="58799" y="59367"/>
                  </a:cubicBezTo>
                  <a:cubicBezTo>
                    <a:pt x="58799" y="68113"/>
                    <a:pt x="56213" y="75128"/>
                    <a:pt x="51041" y="80412"/>
                  </a:cubicBezTo>
                  <a:cubicBezTo>
                    <a:pt x="45871" y="85696"/>
                    <a:pt x="38990" y="88339"/>
                    <a:pt x="30397" y="88339"/>
                  </a:cubicBezTo>
                  <a:cubicBezTo>
                    <a:pt x="20550" y="88339"/>
                    <a:pt x="13022" y="84575"/>
                    <a:pt x="7813" y="77047"/>
                  </a:cubicBezTo>
                  <a:cubicBezTo>
                    <a:pt x="2604" y="69481"/>
                    <a:pt x="0" y="58532"/>
                    <a:pt x="0" y="44197"/>
                  </a:cubicBezTo>
                  <a:cubicBezTo>
                    <a:pt x="0" y="30739"/>
                    <a:pt x="3194" y="20017"/>
                    <a:pt x="9582" y="12033"/>
                  </a:cubicBezTo>
                  <a:cubicBezTo>
                    <a:pt x="15969" y="4011"/>
                    <a:pt x="24542" y="0"/>
                    <a:pt x="35302" y="0"/>
                  </a:cubicBezTo>
                  <a:cubicBezTo>
                    <a:pt x="38191" y="0"/>
                    <a:pt x="41100" y="285"/>
                    <a:pt x="44028" y="856"/>
                  </a:cubicBezTo>
                  <a:cubicBezTo>
                    <a:pt x="46993" y="1425"/>
                    <a:pt x="50073" y="2280"/>
                    <a:pt x="53267" y="3421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362AB151-C736-BCC4-5390-6EF8C15B6309}"/>
                </a:ext>
              </a:extLst>
            </p:cNvPr>
            <p:cNvSpPr/>
            <p:nvPr/>
          </p:nvSpPr>
          <p:spPr>
            <a:xfrm>
              <a:off x="5064297" y="3440182"/>
              <a:ext cx="12032" cy="14484"/>
            </a:xfrm>
            <a:custGeom>
              <a:avLst/>
              <a:gdLst>
                <a:gd name="csX0" fmla="*/ 0 w 12032"/>
                <a:gd name="csY0" fmla="*/ 0 h 14484"/>
                <a:gd name="csX1" fmla="*/ 12033 w 12032"/>
                <a:gd name="csY1" fmla="*/ 0 h 14484"/>
                <a:gd name="csX2" fmla="*/ 12033 w 12032"/>
                <a:gd name="csY2" fmla="*/ 14485 h 14484"/>
                <a:gd name="csX3" fmla="*/ 0 w 12032"/>
                <a:gd name="csY3" fmla="*/ 14485 h 14484"/>
                <a:gd name="csX4" fmla="*/ 0 w 12032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4">
                  <a:moveTo>
                    <a:pt x="0" y="0"/>
                  </a:moveTo>
                  <a:lnTo>
                    <a:pt x="12033" y="0"/>
                  </a:lnTo>
                  <a:lnTo>
                    <a:pt x="1203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375">
              <a:extLst>
                <a:ext uri="{FF2B5EF4-FFF2-40B4-BE49-F238E27FC236}">
                  <a16:creationId xmlns:a16="http://schemas.microsoft.com/office/drawing/2014/main" id="{F190A485-F765-2EFE-2A7D-AD9918C899D8}"/>
                </a:ext>
              </a:extLst>
            </p:cNvPr>
            <p:cNvSpPr/>
            <p:nvPr/>
          </p:nvSpPr>
          <p:spPr>
            <a:xfrm>
              <a:off x="5101765" y="3369521"/>
              <a:ext cx="50699" cy="85145"/>
            </a:xfrm>
            <a:custGeom>
              <a:avLst/>
              <a:gdLst>
                <a:gd name="csX0" fmla="*/ 1654 w 50699"/>
                <a:gd name="csY0" fmla="*/ 75452 h 85145"/>
                <a:gd name="csX1" fmla="*/ 20473 w 50699"/>
                <a:gd name="csY1" fmla="*/ 75452 h 85145"/>
                <a:gd name="csX2" fmla="*/ 20473 w 50699"/>
                <a:gd name="csY2" fmla="*/ 10494 h 85145"/>
                <a:gd name="csX3" fmla="*/ 0 w 50699"/>
                <a:gd name="csY3" fmla="*/ 14600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2 h 85145"/>
                <a:gd name="csX8" fmla="*/ 50700 w 50699"/>
                <a:gd name="csY8" fmla="*/ 75452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2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2"/>
                  </a:moveTo>
                  <a:lnTo>
                    <a:pt x="20473" y="75452"/>
                  </a:lnTo>
                  <a:lnTo>
                    <a:pt x="20473" y="10494"/>
                  </a:lnTo>
                  <a:lnTo>
                    <a:pt x="0" y="14600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2"/>
                  </a:lnTo>
                  <a:lnTo>
                    <a:pt x="50700" y="75452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2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376">
              <a:extLst>
                <a:ext uri="{FF2B5EF4-FFF2-40B4-BE49-F238E27FC236}">
                  <a16:creationId xmlns:a16="http://schemas.microsoft.com/office/drawing/2014/main" id="{E055329D-463C-4289-3964-DE43611577B8}"/>
                </a:ext>
              </a:extLst>
            </p:cNvPr>
            <p:cNvSpPr/>
            <p:nvPr/>
          </p:nvSpPr>
          <p:spPr>
            <a:xfrm>
              <a:off x="4985424" y="2923695"/>
              <a:ext cx="58399" cy="88340"/>
            </a:xfrm>
            <a:custGeom>
              <a:avLst/>
              <a:gdLst>
                <a:gd name="csX0" fmla="*/ 29200 w 58399"/>
                <a:gd name="csY0" fmla="*/ 46252 h 88340"/>
                <a:gd name="csX1" fmla="*/ 16254 w 58399"/>
                <a:gd name="csY1" fmla="*/ 50644 h 88340"/>
                <a:gd name="csX2" fmla="*/ 11578 w 58399"/>
                <a:gd name="csY2" fmla="*/ 62734 h 88340"/>
                <a:gd name="csX3" fmla="*/ 16254 w 58399"/>
                <a:gd name="csY3" fmla="*/ 74824 h 88340"/>
                <a:gd name="csX4" fmla="*/ 29200 w 58399"/>
                <a:gd name="csY4" fmla="*/ 79215 h 88340"/>
                <a:gd name="csX5" fmla="*/ 42146 w 58399"/>
                <a:gd name="csY5" fmla="*/ 74824 h 88340"/>
                <a:gd name="csX6" fmla="*/ 46879 w 58399"/>
                <a:gd name="csY6" fmla="*/ 62734 h 88340"/>
                <a:gd name="csX7" fmla="*/ 42146 w 58399"/>
                <a:gd name="csY7" fmla="*/ 50644 h 88340"/>
                <a:gd name="csX8" fmla="*/ 29200 w 58399"/>
                <a:gd name="csY8" fmla="*/ 46252 h 88340"/>
                <a:gd name="csX9" fmla="*/ 17680 w 58399"/>
                <a:gd name="csY9" fmla="*/ 41348 h 88340"/>
                <a:gd name="csX10" fmla="*/ 6103 w 58399"/>
                <a:gd name="csY10" fmla="*/ 34446 h 88340"/>
                <a:gd name="csX11" fmla="*/ 1997 w 58399"/>
                <a:gd name="csY11" fmla="*/ 22072 h 88340"/>
                <a:gd name="csX12" fmla="*/ 9239 w 58399"/>
                <a:gd name="csY12" fmla="*/ 5931 h 88340"/>
                <a:gd name="csX13" fmla="*/ 29200 w 58399"/>
                <a:gd name="csY13" fmla="*/ 0 h 88340"/>
                <a:gd name="csX14" fmla="*/ 49161 w 58399"/>
                <a:gd name="csY14" fmla="*/ 5931 h 88340"/>
                <a:gd name="csX15" fmla="*/ 56403 w 58399"/>
                <a:gd name="csY15" fmla="*/ 22072 h 88340"/>
                <a:gd name="csX16" fmla="*/ 52240 w 58399"/>
                <a:gd name="csY16" fmla="*/ 34446 h 88340"/>
                <a:gd name="csX17" fmla="*/ 40778 w 58399"/>
                <a:gd name="csY17" fmla="*/ 41348 h 88340"/>
                <a:gd name="csX18" fmla="*/ 53722 w 58399"/>
                <a:gd name="csY18" fmla="*/ 48933 h 88340"/>
                <a:gd name="csX19" fmla="*/ 58400 w 58399"/>
                <a:gd name="csY19" fmla="*/ 62734 h 88340"/>
                <a:gd name="csX20" fmla="*/ 50815 w 58399"/>
                <a:gd name="csY20" fmla="*/ 81724 h 88340"/>
                <a:gd name="csX21" fmla="*/ 29200 w 58399"/>
                <a:gd name="csY21" fmla="*/ 88340 h 88340"/>
                <a:gd name="csX22" fmla="*/ 7529 w 58399"/>
                <a:gd name="csY22" fmla="*/ 81724 h 88340"/>
                <a:gd name="csX23" fmla="*/ 0 w 58399"/>
                <a:gd name="csY23" fmla="*/ 62734 h 88340"/>
                <a:gd name="csX24" fmla="*/ 4678 w 58399"/>
                <a:gd name="csY24" fmla="*/ 48933 h 88340"/>
                <a:gd name="csX25" fmla="*/ 17680 w 58399"/>
                <a:gd name="csY25" fmla="*/ 41348 h 88340"/>
                <a:gd name="csX26" fmla="*/ 13460 w 58399"/>
                <a:gd name="csY26" fmla="*/ 23156 h 88340"/>
                <a:gd name="csX27" fmla="*/ 17566 w 58399"/>
                <a:gd name="csY27" fmla="*/ 33477 h 88340"/>
                <a:gd name="csX28" fmla="*/ 29200 w 58399"/>
                <a:gd name="csY28" fmla="*/ 37184 h 88340"/>
                <a:gd name="csX29" fmla="*/ 40778 w 58399"/>
                <a:gd name="csY29" fmla="*/ 33477 h 88340"/>
                <a:gd name="csX30" fmla="*/ 44997 w 58399"/>
                <a:gd name="csY30" fmla="*/ 23156 h 88340"/>
                <a:gd name="csX31" fmla="*/ 40778 w 58399"/>
                <a:gd name="csY31" fmla="*/ 12833 h 88340"/>
                <a:gd name="csX32" fmla="*/ 29200 w 58399"/>
                <a:gd name="csY32" fmla="*/ 9126 h 88340"/>
                <a:gd name="csX33" fmla="*/ 17566 w 58399"/>
                <a:gd name="csY33" fmla="*/ 12833 h 88340"/>
                <a:gd name="csX34" fmla="*/ 13460 w 58399"/>
                <a:gd name="csY34" fmla="*/ 23156 h 88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8399" h="88340">
                  <a:moveTo>
                    <a:pt x="29200" y="46252"/>
                  </a:moveTo>
                  <a:cubicBezTo>
                    <a:pt x="23725" y="46252"/>
                    <a:pt x="19410" y="47716"/>
                    <a:pt x="16254" y="50644"/>
                  </a:cubicBezTo>
                  <a:cubicBezTo>
                    <a:pt x="13136" y="53571"/>
                    <a:pt x="11578" y="57601"/>
                    <a:pt x="11578" y="62734"/>
                  </a:cubicBezTo>
                  <a:cubicBezTo>
                    <a:pt x="11578" y="67866"/>
                    <a:pt x="13136" y="71896"/>
                    <a:pt x="16254" y="74824"/>
                  </a:cubicBezTo>
                  <a:cubicBezTo>
                    <a:pt x="19410" y="77751"/>
                    <a:pt x="23725" y="79215"/>
                    <a:pt x="29200" y="79215"/>
                  </a:cubicBezTo>
                  <a:cubicBezTo>
                    <a:pt x="34675" y="79215"/>
                    <a:pt x="38990" y="77751"/>
                    <a:pt x="42146" y="74824"/>
                  </a:cubicBezTo>
                  <a:cubicBezTo>
                    <a:pt x="45302" y="71858"/>
                    <a:pt x="46879" y="67828"/>
                    <a:pt x="46879" y="62734"/>
                  </a:cubicBezTo>
                  <a:cubicBezTo>
                    <a:pt x="46879" y="57601"/>
                    <a:pt x="45302" y="53571"/>
                    <a:pt x="42146" y="50644"/>
                  </a:cubicBezTo>
                  <a:cubicBezTo>
                    <a:pt x="39028" y="47716"/>
                    <a:pt x="34713" y="46252"/>
                    <a:pt x="29200" y="46252"/>
                  </a:cubicBezTo>
                  <a:moveTo>
                    <a:pt x="17680" y="41348"/>
                  </a:moveTo>
                  <a:cubicBezTo>
                    <a:pt x="12737" y="40131"/>
                    <a:pt x="8878" y="37830"/>
                    <a:pt x="6103" y="34446"/>
                  </a:cubicBezTo>
                  <a:cubicBezTo>
                    <a:pt x="3366" y="31062"/>
                    <a:pt x="1997" y="26938"/>
                    <a:pt x="1997" y="22072"/>
                  </a:cubicBezTo>
                  <a:cubicBezTo>
                    <a:pt x="1997" y="15266"/>
                    <a:pt x="4411" y="9886"/>
                    <a:pt x="9239" y="5931"/>
                  </a:cubicBezTo>
                  <a:cubicBezTo>
                    <a:pt x="14106" y="1977"/>
                    <a:pt x="20760" y="0"/>
                    <a:pt x="29200" y="0"/>
                  </a:cubicBezTo>
                  <a:cubicBezTo>
                    <a:pt x="37678" y="0"/>
                    <a:pt x="44332" y="1977"/>
                    <a:pt x="49161" y="5931"/>
                  </a:cubicBezTo>
                  <a:cubicBezTo>
                    <a:pt x="53989" y="9886"/>
                    <a:pt x="56403" y="15266"/>
                    <a:pt x="56403" y="22072"/>
                  </a:cubicBezTo>
                  <a:cubicBezTo>
                    <a:pt x="56403" y="26938"/>
                    <a:pt x="55015" y="31062"/>
                    <a:pt x="52240" y="34446"/>
                  </a:cubicBezTo>
                  <a:cubicBezTo>
                    <a:pt x="49503" y="37831"/>
                    <a:pt x="45682" y="40131"/>
                    <a:pt x="40778" y="41348"/>
                  </a:cubicBezTo>
                  <a:cubicBezTo>
                    <a:pt x="46328" y="42640"/>
                    <a:pt x="50643" y="45168"/>
                    <a:pt x="53722" y="48933"/>
                  </a:cubicBezTo>
                  <a:cubicBezTo>
                    <a:pt x="56840" y="52696"/>
                    <a:pt x="58400" y="57297"/>
                    <a:pt x="58400" y="62734"/>
                  </a:cubicBezTo>
                  <a:cubicBezTo>
                    <a:pt x="58400" y="70984"/>
                    <a:pt x="55871" y="77314"/>
                    <a:pt x="50815" y="81724"/>
                  </a:cubicBezTo>
                  <a:cubicBezTo>
                    <a:pt x="45795" y="86135"/>
                    <a:pt x="38590" y="88340"/>
                    <a:pt x="29200" y="88340"/>
                  </a:cubicBezTo>
                  <a:cubicBezTo>
                    <a:pt x="19809" y="88340"/>
                    <a:pt x="12586" y="86135"/>
                    <a:pt x="7529" y="81724"/>
                  </a:cubicBezTo>
                  <a:cubicBezTo>
                    <a:pt x="2510" y="77314"/>
                    <a:pt x="0" y="70984"/>
                    <a:pt x="0" y="62734"/>
                  </a:cubicBezTo>
                  <a:cubicBezTo>
                    <a:pt x="0" y="57297"/>
                    <a:pt x="1559" y="52696"/>
                    <a:pt x="4678" y="48933"/>
                  </a:cubicBezTo>
                  <a:cubicBezTo>
                    <a:pt x="7795" y="45168"/>
                    <a:pt x="12129" y="42640"/>
                    <a:pt x="17680" y="41348"/>
                  </a:cubicBezTo>
                  <a:moveTo>
                    <a:pt x="13460" y="23156"/>
                  </a:moveTo>
                  <a:cubicBezTo>
                    <a:pt x="13460" y="27565"/>
                    <a:pt x="14829" y="31005"/>
                    <a:pt x="17566" y="33477"/>
                  </a:cubicBezTo>
                  <a:cubicBezTo>
                    <a:pt x="20341" y="35948"/>
                    <a:pt x="24219" y="37184"/>
                    <a:pt x="29200" y="37184"/>
                  </a:cubicBezTo>
                  <a:cubicBezTo>
                    <a:pt x="34143" y="37184"/>
                    <a:pt x="38002" y="35948"/>
                    <a:pt x="40778" y="33477"/>
                  </a:cubicBezTo>
                  <a:cubicBezTo>
                    <a:pt x="43591" y="31005"/>
                    <a:pt x="44997" y="27565"/>
                    <a:pt x="44997" y="23156"/>
                  </a:cubicBezTo>
                  <a:cubicBezTo>
                    <a:pt x="44997" y="18745"/>
                    <a:pt x="43591" y="15304"/>
                    <a:pt x="40778" y="12833"/>
                  </a:cubicBezTo>
                  <a:cubicBezTo>
                    <a:pt x="38002" y="10361"/>
                    <a:pt x="34143" y="9126"/>
                    <a:pt x="29200" y="9126"/>
                  </a:cubicBezTo>
                  <a:cubicBezTo>
                    <a:pt x="24219" y="9126"/>
                    <a:pt x="20341" y="10361"/>
                    <a:pt x="17566" y="12833"/>
                  </a:cubicBezTo>
                  <a:cubicBezTo>
                    <a:pt x="14829" y="15304"/>
                    <a:pt x="13460" y="18745"/>
                    <a:pt x="13460" y="23156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377">
              <a:extLst>
                <a:ext uri="{FF2B5EF4-FFF2-40B4-BE49-F238E27FC236}">
                  <a16:creationId xmlns:a16="http://schemas.microsoft.com/office/drawing/2014/main" id="{F430F0A8-BA04-720D-7429-116A9EADA7FC}"/>
                </a:ext>
              </a:extLst>
            </p:cNvPr>
            <p:cNvSpPr/>
            <p:nvPr/>
          </p:nvSpPr>
          <p:spPr>
            <a:xfrm>
              <a:off x="5064297" y="2995895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3175FD08-0CC7-1BB4-FAA2-74048E6B0984}"/>
                </a:ext>
              </a:extLst>
            </p:cNvPr>
            <p:cNvSpPr/>
            <p:nvPr/>
          </p:nvSpPr>
          <p:spPr>
            <a:xfrm>
              <a:off x="5101765" y="2925235"/>
              <a:ext cx="50699" cy="85145"/>
            </a:xfrm>
            <a:custGeom>
              <a:avLst/>
              <a:gdLst>
                <a:gd name="csX0" fmla="*/ 1654 w 50699"/>
                <a:gd name="csY0" fmla="*/ 75450 h 85145"/>
                <a:gd name="csX1" fmla="*/ 20473 w 50699"/>
                <a:gd name="csY1" fmla="*/ 75450 h 85145"/>
                <a:gd name="csX2" fmla="*/ 20473 w 50699"/>
                <a:gd name="csY2" fmla="*/ 10494 h 85145"/>
                <a:gd name="csX3" fmla="*/ 0 w 50699"/>
                <a:gd name="csY3" fmla="*/ 14600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0 h 85145"/>
                <a:gd name="csX8" fmla="*/ 50700 w 50699"/>
                <a:gd name="csY8" fmla="*/ 75450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0"/>
                  </a:moveTo>
                  <a:lnTo>
                    <a:pt x="20473" y="75450"/>
                  </a:lnTo>
                  <a:lnTo>
                    <a:pt x="20473" y="10494"/>
                  </a:lnTo>
                  <a:lnTo>
                    <a:pt x="0" y="14600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0"/>
                  </a:lnTo>
                  <a:lnTo>
                    <a:pt x="50700" y="75450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10672CC1-A57D-1365-327E-3CAEC642F6B5}"/>
                </a:ext>
              </a:extLst>
            </p:cNvPr>
            <p:cNvSpPr/>
            <p:nvPr/>
          </p:nvSpPr>
          <p:spPr>
            <a:xfrm>
              <a:off x="4814098" y="3662633"/>
              <a:ext cx="60995" cy="72910"/>
            </a:xfrm>
            <a:custGeom>
              <a:avLst/>
              <a:gdLst>
                <a:gd name="csX0" fmla="*/ 3299 w 60995"/>
                <a:gd name="csY0" fmla="*/ 0 h 72910"/>
                <a:gd name="csX1" fmla="*/ 8011 w 60995"/>
                <a:gd name="csY1" fmla="*/ 6732 h 72910"/>
                <a:gd name="csX2" fmla="*/ 8011 w 60995"/>
                <a:gd name="csY2" fmla="*/ 21879 h 72910"/>
                <a:gd name="csX3" fmla="*/ 23025 w 60995"/>
                <a:gd name="csY3" fmla="*/ 17639 h 72910"/>
                <a:gd name="csX4" fmla="*/ 37903 w 60995"/>
                <a:gd name="csY4" fmla="*/ 20802 h 72910"/>
                <a:gd name="csX5" fmla="*/ 50021 w 60995"/>
                <a:gd name="csY5" fmla="*/ 28881 h 72910"/>
                <a:gd name="csX6" fmla="*/ 58033 w 60995"/>
                <a:gd name="csY6" fmla="*/ 39989 h 72910"/>
                <a:gd name="csX7" fmla="*/ 60995 w 60995"/>
                <a:gd name="csY7" fmla="*/ 52242 h 72910"/>
                <a:gd name="csX8" fmla="*/ 54734 w 60995"/>
                <a:gd name="csY8" fmla="*/ 67189 h 72910"/>
                <a:gd name="csX9" fmla="*/ 39182 w 60995"/>
                <a:gd name="csY9" fmla="*/ 72911 h 72910"/>
                <a:gd name="csX10" fmla="*/ 28815 w 60995"/>
                <a:gd name="csY10" fmla="*/ 71227 h 72910"/>
                <a:gd name="csX11" fmla="*/ 18312 w 60995"/>
                <a:gd name="csY11" fmla="*/ 66178 h 72910"/>
                <a:gd name="csX12" fmla="*/ 9089 w 60995"/>
                <a:gd name="csY12" fmla="*/ 58571 h 72910"/>
                <a:gd name="csX13" fmla="*/ 2491 w 60995"/>
                <a:gd name="csY13" fmla="*/ 48540 h 72910"/>
                <a:gd name="csX14" fmla="*/ 0 w 60995"/>
                <a:gd name="csY14" fmla="*/ 36826 h 72910"/>
                <a:gd name="csX15" fmla="*/ 0 w 60995"/>
                <a:gd name="csY15" fmla="*/ 5386 h 72910"/>
                <a:gd name="csX16" fmla="*/ 135 w 60995"/>
                <a:gd name="csY16" fmla="*/ 2827 h 72910"/>
                <a:gd name="csX17" fmla="*/ 1010 w 60995"/>
                <a:gd name="csY17" fmla="*/ 941 h 72910"/>
                <a:gd name="csX18" fmla="*/ 3299 w 60995"/>
                <a:gd name="csY18" fmla="*/ 0 h 72910"/>
                <a:gd name="csX19" fmla="*/ 21409 w 60995"/>
                <a:gd name="csY19" fmla="*/ 26457 h 72910"/>
                <a:gd name="csX20" fmla="*/ 18379 w 60995"/>
                <a:gd name="csY20" fmla="*/ 26659 h 72910"/>
                <a:gd name="csX21" fmla="*/ 14946 w 60995"/>
                <a:gd name="csY21" fmla="*/ 27602 h 72910"/>
                <a:gd name="csX22" fmla="*/ 11512 w 60995"/>
                <a:gd name="csY22" fmla="*/ 29622 h 72910"/>
                <a:gd name="csX23" fmla="*/ 9021 w 60995"/>
                <a:gd name="csY23" fmla="*/ 33391 h 72910"/>
                <a:gd name="csX24" fmla="*/ 8011 w 60995"/>
                <a:gd name="csY24" fmla="*/ 39114 h 72910"/>
                <a:gd name="csX25" fmla="*/ 10570 w 60995"/>
                <a:gd name="csY25" fmla="*/ 48877 h 72910"/>
                <a:gd name="csX26" fmla="*/ 19457 w 60995"/>
                <a:gd name="csY26" fmla="*/ 57897 h 72910"/>
                <a:gd name="csX27" fmla="*/ 31844 w 60995"/>
                <a:gd name="csY27" fmla="*/ 62746 h 72910"/>
                <a:gd name="csX28" fmla="*/ 43020 w 60995"/>
                <a:gd name="csY28" fmla="*/ 64360 h 72910"/>
                <a:gd name="csX29" fmla="*/ 54061 w 60995"/>
                <a:gd name="csY29" fmla="*/ 60928 h 72910"/>
                <a:gd name="csX30" fmla="*/ 57898 w 60995"/>
                <a:gd name="csY30" fmla="*/ 52107 h 72910"/>
                <a:gd name="csX31" fmla="*/ 54936 w 60995"/>
                <a:gd name="csY31" fmla="*/ 42750 h 72910"/>
                <a:gd name="csX32" fmla="*/ 46184 w 60995"/>
                <a:gd name="csY32" fmla="*/ 33930 h 72910"/>
                <a:gd name="csX33" fmla="*/ 33931 w 60995"/>
                <a:gd name="csY33" fmla="*/ 28545 h 72910"/>
                <a:gd name="csX34" fmla="*/ 21409 w 60995"/>
                <a:gd name="csY34" fmla="*/ 26457 h 72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0995" h="72910">
                  <a:moveTo>
                    <a:pt x="3299" y="0"/>
                  </a:moveTo>
                  <a:cubicBezTo>
                    <a:pt x="6441" y="0"/>
                    <a:pt x="8011" y="2244"/>
                    <a:pt x="8011" y="6732"/>
                  </a:cubicBezTo>
                  <a:lnTo>
                    <a:pt x="8011" y="21879"/>
                  </a:lnTo>
                  <a:cubicBezTo>
                    <a:pt x="12051" y="19052"/>
                    <a:pt x="17055" y="17639"/>
                    <a:pt x="23025" y="17639"/>
                  </a:cubicBezTo>
                  <a:cubicBezTo>
                    <a:pt x="28141" y="17639"/>
                    <a:pt x="33101" y="18693"/>
                    <a:pt x="37903" y="20802"/>
                  </a:cubicBezTo>
                  <a:cubicBezTo>
                    <a:pt x="42661" y="22867"/>
                    <a:pt x="46700" y="25560"/>
                    <a:pt x="50021" y="28881"/>
                  </a:cubicBezTo>
                  <a:cubicBezTo>
                    <a:pt x="53343" y="32157"/>
                    <a:pt x="56013" y="35860"/>
                    <a:pt x="58033" y="39989"/>
                  </a:cubicBezTo>
                  <a:cubicBezTo>
                    <a:pt x="60008" y="44118"/>
                    <a:pt x="60995" y="48203"/>
                    <a:pt x="60995" y="52242"/>
                  </a:cubicBezTo>
                  <a:cubicBezTo>
                    <a:pt x="60995" y="58392"/>
                    <a:pt x="58908" y="63374"/>
                    <a:pt x="54734" y="67189"/>
                  </a:cubicBezTo>
                  <a:cubicBezTo>
                    <a:pt x="50560" y="71004"/>
                    <a:pt x="45376" y="72911"/>
                    <a:pt x="39182" y="72911"/>
                  </a:cubicBezTo>
                  <a:cubicBezTo>
                    <a:pt x="35906" y="72911"/>
                    <a:pt x="32450" y="72350"/>
                    <a:pt x="28815" y="71227"/>
                  </a:cubicBezTo>
                  <a:cubicBezTo>
                    <a:pt x="25179" y="70061"/>
                    <a:pt x="21678" y="68378"/>
                    <a:pt x="18312" y="66178"/>
                  </a:cubicBezTo>
                  <a:cubicBezTo>
                    <a:pt x="14901" y="63980"/>
                    <a:pt x="11827" y="61444"/>
                    <a:pt x="9089" y="58571"/>
                  </a:cubicBezTo>
                  <a:cubicBezTo>
                    <a:pt x="6351" y="55654"/>
                    <a:pt x="4152" y="52310"/>
                    <a:pt x="2491" y="48540"/>
                  </a:cubicBezTo>
                  <a:cubicBezTo>
                    <a:pt x="830" y="44725"/>
                    <a:pt x="0" y="40820"/>
                    <a:pt x="0" y="36826"/>
                  </a:cubicBezTo>
                  <a:lnTo>
                    <a:pt x="0" y="5386"/>
                  </a:lnTo>
                  <a:cubicBezTo>
                    <a:pt x="0" y="4263"/>
                    <a:pt x="45" y="3410"/>
                    <a:pt x="135" y="2827"/>
                  </a:cubicBezTo>
                  <a:cubicBezTo>
                    <a:pt x="180" y="2198"/>
                    <a:pt x="471" y="1570"/>
                    <a:pt x="1010" y="941"/>
                  </a:cubicBezTo>
                  <a:cubicBezTo>
                    <a:pt x="1504" y="314"/>
                    <a:pt x="2267" y="0"/>
                    <a:pt x="3299" y="0"/>
                  </a:cubicBezTo>
                  <a:moveTo>
                    <a:pt x="21409" y="26457"/>
                  </a:moveTo>
                  <a:cubicBezTo>
                    <a:pt x="20332" y="26457"/>
                    <a:pt x="19322" y="26524"/>
                    <a:pt x="18379" y="26659"/>
                  </a:cubicBezTo>
                  <a:cubicBezTo>
                    <a:pt x="17392" y="26794"/>
                    <a:pt x="16247" y="27108"/>
                    <a:pt x="14946" y="27602"/>
                  </a:cubicBezTo>
                  <a:cubicBezTo>
                    <a:pt x="13599" y="28096"/>
                    <a:pt x="12455" y="28769"/>
                    <a:pt x="11512" y="29622"/>
                  </a:cubicBezTo>
                  <a:cubicBezTo>
                    <a:pt x="10525" y="30475"/>
                    <a:pt x="9695" y="31731"/>
                    <a:pt x="9021" y="33391"/>
                  </a:cubicBezTo>
                  <a:cubicBezTo>
                    <a:pt x="8348" y="35008"/>
                    <a:pt x="8011" y="36915"/>
                    <a:pt x="8011" y="39114"/>
                  </a:cubicBezTo>
                  <a:cubicBezTo>
                    <a:pt x="8011" y="42212"/>
                    <a:pt x="8864" y="45466"/>
                    <a:pt x="10570" y="48877"/>
                  </a:cubicBezTo>
                  <a:cubicBezTo>
                    <a:pt x="12275" y="52288"/>
                    <a:pt x="15238" y="55294"/>
                    <a:pt x="19457" y="57897"/>
                  </a:cubicBezTo>
                  <a:cubicBezTo>
                    <a:pt x="23047" y="60052"/>
                    <a:pt x="27176" y="61668"/>
                    <a:pt x="31844" y="62746"/>
                  </a:cubicBezTo>
                  <a:cubicBezTo>
                    <a:pt x="36512" y="63822"/>
                    <a:pt x="40237" y="64360"/>
                    <a:pt x="43020" y="64360"/>
                  </a:cubicBezTo>
                  <a:cubicBezTo>
                    <a:pt x="47777" y="64360"/>
                    <a:pt x="51458" y="63216"/>
                    <a:pt x="54061" y="60928"/>
                  </a:cubicBezTo>
                  <a:cubicBezTo>
                    <a:pt x="56619" y="58593"/>
                    <a:pt x="57898" y="55653"/>
                    <a:pt x="57898" y="52107"/>
                  </a:cubicBezTo>
                  <a:cubicBezTo>
                    <a:pt x="57898" y="49190"/>
                    <a:pt x="56911" y="46071"/>
                    <a:pt x="54936" y="42750"/>
                  </a:cubicBezTo>
                  <a:cubicBezTo>
                    <a:pt x="52916" y="39429"/>
                    <a:pt x="49999" y="36489"/>
                    <a:pt x="46184" y="33930"/>
                  </a:cubicBezTo>
                  <a:cubicBezTo>
                    <a:pt x="42863" y="31687"/>
                    <a:pt x="38778" y="29891"/>
                    <a:pt x="33931" y="28545"/>
                  </a:cubicBezTo>
                  <a:cubicBezTo>
                    <a:pt x="29084" y="27153"/>
                    <a:pt x="24910" y="26457"/>
                    <a:pt x="21409" y="26457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40D2D1BB-01AA-1E77-DCF0-3501043759BF}"/>
                </a:ext>
              </a:extLst>
            </p:cNvPr>
            <p:cNvSpPr/>
            <p:nvPr/>
          </p:nvSpPr>
          <p:spPr>
            <a:xfrm>
              <a:off x="4848335" y="3569086"/>
              <a:ext cx="65930" cy="79549"/>
            </a:xfrm>
            <a:custGeom>
              <a:avLst/>
              <a:gdLst>
                <a:gd name="csX0" fmla="*/ 1084 w 65930"/>
                <a:gd name="csY0" fmla="*/ 0 h 79549"/>
                <a:gd name="csX1" fmla="*/ 2403 w 65930"/>
                <a:gd name="csY1" fmla="*/ 330 h 79549"/>
                <a:gd name="csX2" fmla="*/ 2922 w 65930"/>
                <a:gd name="csY2" fmla="*/ 943 h 79549"/>
                <a:gd name="csX3" fmla="*/ 3016 w 65930"/>
                <a:gd name="csY3" fmla="*/ 2120 h 79549"/>
                <a:gd name="csX4" fmla="*/ 7917 w 65930"/>
                <a:gd name="csY4" fmla="*/ 14373 h 79549"/>
                <a:gd name="csX5" fmla="*/ 12771 w 65930"/>
                <a:gd name="csY5" fmla="*/ 19181 h 79549"/>
                <a:gd name="csX6" fmla="*/ 21348 w 65930"/>
                <a:gd name="csY6" fmla="*/ 27097 h 79549"/>
                <a:gd name="csX7" fmla="*/ 28889 w 65930"/>
                <a:gd name="csY7" fmla="*/ 34167 h 79549"/>
                <a:gd name="csX8" fmla="*/ 58673 w 65930"/>
                <a:gd name="csY8" fmla="*/ 21725 h 79549"/>
                <a:gd name="csX9" fmla="*/ 60369 w 65930"/>
                <a:gd name="csY9" fmla="*/ 21019 h 79549"/>
                <a:gd name="csX10" fmla="*/ 61453 w 65930"/>
                <a:gd name="csY10" fmla="*/ 20311 h 79549"/>
                <a:gd name="csX11" fmla="*/ 62254 w 65930"/>
                <a:gd name="csY11" fmla="*/ 19416 h 79549"/>
                <a:gd name="csX12" fmla="*/ 62678 w 65930"/>
                <a:gd name="csY12" fmla="*/ 18097 h 79549"/>
                <a:gd name="csX13" fmla="*/ 62914 w 65930"/>
                <a:gd name="csY13" fmla="*/ 16211 h 79549"/>
                <a:gd name="csX14" fmla="*/ 62961 w 65930"/>
                <a:gd name="csY14" fmla="*/ 13430 h 79549"/>
                <a:gd name="csX15" fmla="*/ 63008 w 65930"/>
                <a:gd name="csY15" fmla="*/ 12631 h 79549"/>
                <a:gd name="csX16" fmla="*/ 63291 w 65930"/>
                <a:gd name="csY16" fmla="*/ 12018 h 79549"/>
                <a:gd name="csX17" fmla="*/ 64092 w 65930"/>
                <a:gd name="csY17" fmla="*/ 11688 h 79549"/>
                <a:gd name="csX18" fmla="*/ 65412 w 65930"/>
                <a:gd name="csY18" fmla="*/ 12064 h 79549"/>
                <a:gd name="csX19" fmla="*/ 65883 w 65930"/>
                <a:gd name="csY19" fmla="*/ 12724 h 79549"/>
                <a:gd name="csX20" fmla="*/ 65930 w 65930"/>
                <a:gd name="csY20" fmla="*/ 13526 h 79549"/>
                <a:gd name="csX21" fmla="*/ 65789 w 65930"/>
                <a:gd name="csY21" fmla="*/ 18898 h 79549"/>
                <a:gd name="csX22" fmla="*/ 65648 w 65930"/>
                <a:gd name="csY22" fmla="*/ 24223 h 79549"/>
                <a:gd name="csX23" fmla="*/ 65930 w 65930"/>
                <a:gd name="csY23" fmla="*/ 36382 h 79549"/>
                <a:gd name="csX24" fmla="*/ 64752 w 65930"/>
                <a:gd name="csY24" fmla="*/ 37843 h 79549"/>
                <a:gd name="csX25" fmla="*/ 63810 w 65930"/>
                <a:gd name="csY25" fmla="*/ 37749 h 79549"/>
                <a:gd name="csX26" fmla="*/ 63291 w 65930"/>
                <a:gd name="csY26" fmla="*/ 37278 h 79549"/>
                <a:gd name="csX27" fmla="*/ 63056 w 65930"/>
                <a:gd name="csY27" fmla="*/ 36711 h 79549"/>
                <a:gd name="csX28" fmla="*/ 62961 w 65930"/>
                <a:gd name="csY28" fmla="*/ 35911 h 79549"/>
                <a:gd name="csX29" fmla="*/ 62254 w 65930"/>
                <a:gd name="csY29" fmla="*/ 32848 h 79549"/>
                <a:gd name="csX30" fmla="*/ 61123 w 65930"/>
                <a:gd name="csY30" fmla="*/ 30915 h 79549"/>
                <a:gd name="csX31" fmla="*/ 60134 w 65930"/>
                <a:gd name="csY31" fmla="*/ 30302 h 79549"/>
                <a:gd name="csX32" fmla="*/ 58767 w 65930"/>
                <a:gd name="csY32" fmla="*/ 30773 h 79549"/>
                <a:gd name="csX33" fmla="*/ 35722 w 65930"/>
                <a:gd name="csY33" fmla="*/ 40528 h 79549"/>
                <a:gd name="csX34" fmla="*/ 45194 w 65930"/>
                <a:gd name="csY34" fmla="*/ 49248 h 79549"/>
                <a:gd name="csX35" fmla="*/ 55610 w 65930"/>
                <a:gd name="csY35" fmla="*/ 59096 h 79549"/>
                <a:gd name="csX36" fmla="*/ 59945 w 65930"/>
                <a:gd name="csY36" fmla="*/ 61688 h 79549"/>
                <a:gd name="csX37" fmla="*/ 62961 w 65930"/>
                <a:gd name="csY37" fmla="*/ 57825 h 79549"/>
                <a:gd name="csX38" fmla="*/ 63998 w 65930"/>
                <a:gd name="csY38" fmla="*/ 56646 h 79549"/>
                <a:gd name="csX39" fmla="*/ 65365 w 65930"/>
                <a:gd name="csY39" fmla="*/ 57023 h 79549"/>
                <a:gd name="csX40" fmla="*/ 65883 w 65930"/>
                <a:gd name="csY40" fmla="*/ 57684 h 79549"/>
                <a:gd name="csX41" fmla="*/ 65930 w 65930"/>
                <a:gd name="csY41" fmla="*/ 58390 h 79549"/>
                <a:gd name="csX42" fmla="*/ 65789 w 65930"/>
                <a:gd name="csY42" fmla="*/ 63810 h 79549"/>
                <a:gd name="csX43" fmla="*/ 65648 w 65930"/>
                <a:gd name="csY43" fmla="*/ 69229 h 79549"/>
                <a:gd name="csX44" fmla="*/ 65789 w 65930"/>
                <a:gd name="csY44" fmla="*/ 73799 h 79549"/>
                <a:gd name="csX45" fmla="*/ 65930 w 65930"/>
                <a:gd name="csY45" fmla="*/ 78277 h 79549"/>
                <a:gd name="csX46" fmla="*/ 65648 w 65930"/>
                <a:gd name="csY46" fmla="*/ 79172 h 79549"/>
                <a:gd name="csX47" fmla="*/ 65082 w 65930"/>
                <a:gd name="csY47" fmla="*/ 79502 h 79549"/>
                <a:gd name="csX48" fmla="*/ 64846 w 65930"/>
                <a:gd name="csY48" fmla="*/ 79550 h 79549"/>
                <a:gd name="csX49" fmla="*/ 63810 w 65930"/>
                <a:gd name="csY49" fmla="*/ 79455 h 79549"/>
                <a:gd name="csX50" fmla="*/ 63244 w 65930"/>
                <a:gd name="csY50" fmla="*/ 78937 h 79549"/>
                <a:gd name="csX51" fmla="*/ 63056 w 65930"/>
                <a:gd name="csY51" fmla="*/ 78324 h 79549"/>
                <a:gd name="csX52" fmla="*/ 62961 w 65930"/>
                <a:gd name="csY52" fmla="*/ 77429 h 79549"/>
                <a:gd name="csX53" fmla="*/ 61170 w 65930"/>
                <a:gd name="csY53" fmla="*/ 70030 h 79549"/>
                <a:gd name="csX54" fmla="*/ 55986 w 65930"/>
                <a:gd name="csY54" fmla="*/ 63243 h 79549"/>
                <a:gd name="csX55" fmla="*/ 55468 w 65930"/>
                <a:gd name="csY55" fmla="*/ 62631 h 79549"/>
                <a:gd name="csX56" fmla="*/ 54950 w 65930"/>
                <a:gd name="csY56" fmla="*/ 61972 h 79549"/>
                <a:gd name="csX57" fmla="*/ 33036 w 65930"/>
                <a:gd name="csY57" fmla="*/ 41612 h 79549"/>
                <a:gd name="csX58" fmla="*/ 6079 w 65930"/>
                <a:gd name="csY58" fmla="*/ 53017 h 79549"/>
                <a:gd name="csX59" fmla="*/ 4336 w 65930"/>
                <a:gd name="csY59" fmla="*/ 54008 h 79549"/>
                <a:gd name="csX60" fmla="*/ 3393 w 65930"/>
                <a:gd name="csY60" fmla="*/ 55939 h 79549"/>
                <a:gd name="csX61" fmla="*/ 3016 w 65930"/>
                <a:gd name="csY61" fmla="*/ 60228 h 79549"/>
                <a:gd name="csX62" fmla="*/ 2969 w 65930"/>
                <a:gd name="csY62" fmla="*/ 61405 h 79549"/>
                <a:gd name="csX63" fmla="*/ 2686 w 65930"/>
                <a:gd name="csY63" fmla="*/ 62113 h 79549"/>
                <a:gd name="csX64" fmla="*/ 1932 w 65930"/>
                <a:gd name="csY64" fmla="*/ 62442 h 79549"/>
                <a:gd name="csX65" fmla="*/ 613 w 65930"/>
                <a:gd name="csY65" fmla="*/ 62113 h 79549"/>
                <a:gd name="csX66" fmla="*/ 94 w 65930"/>
                <a:gd name="csY66" fmla="*/ 61453 h 79549"/>
                <a:gd name="csX67" fmla="*/ 0 w 65930"/>
                <a:gd name="csY67" fmla="*/ 60699 h 79549"/>
                <a:gd name="csX68" fmla="*/ 141 w 65930"/>
                <a:gd name="csY68" fmla="*/ 55327 h 79549"/>
                <a:gd name="csX69" fmla="*/ 283 w 65930"/>
                <a:gd name="csY69" fmla="*/ 49906 h 79549"/>
                <a:gd name="csX70" fmla="*/ 141 w 65930"/>
                <a:gd name="csY70" fmla="*/ 43828 h 79549"/>
                <a:gd name="csX71" fmla="*/ 0 w 65930"/>
                <a:gd name="csY71" fmla="*/ 37749 h 79549"/>
                <a:gd name="csX72" fmla="*/ 1178 w 65930"/>
                <a:gd name="csY72" fmla="*/ 36287 h 79549"/>
                <a:gd name="csX73" fmla="*/ 2356 w 65930"/>
                <a:gd name="csY73" fmla="*/ 36617 h 79549"/>
                <a:gd name="csX74" fmla="*/ 2875 w 65930"/>
                <a:gd name="csY74" fmla="*/ 37278 h 79549"/>
                <a:gd name="csX75" fmla="*/ 3016 w 65930"/>
                <a:gd name="csY75" fmla="*/ 38220 h 79549"/>
                <a:gd name="csX76" fmla="*/ 3817 w 65930"/>
                <a:gd name="csY76" fmla="*/ 41471 h 79549"/>
                <a:gd name="csX77" fmla="*/ 4948 w 65930"/>
                <a:gd name="csY77" fmla="*/ 43404 h 79549"/>
                <a:gd name="csX78" fmla="*/ 5797 w 65930"/>
                <a:gd name="csY78" fmla="*/ 43921 h 79549"/>
                <a:gd name="csX79" fmla="*/ 7069 w 65930"/>
                <a:gd name="csY79" fmla="*/ 43450 h 79549"/>
                <a:gd name="csX80" fmla="*/ 26250 w 65930"/>
                <a:gd name="csY80" fmla="*/ 35344 h 79549"/>
                <a:gd name="csX81" fmla="*/ 9472 w 65930"/>
                <a:gd name="csY81" fmla="*/ 19698 h 79549"/>
                <a:gd name="csX82" fmla="*/ 5985 w 65930"/>
                <a:gd name="csY82" fmla="*/ 17860 h 79549"/>
                <a:gd name="csX83" fmla="*/ 3016 w 65930"/>
                <a:gd name="csY83" fmla="*/ 21725 h 79549"/>
                <a:gd name="csX84" fmla="*/ 1932 w 65930"/>
                <a:gd name="csY84" fmla="*/ 22903 h 79549"/>
                <a:gd name="csX85" fmla="*/ 613 w 65930"/>
                <a:gd name="csY85" fmla="*/ 22526 h 79549"/>
                <a:gd name="csX86" fmla="*/ 94 w 65930"/>
                <a:gd name="csY86" fmla="*/ 21866 h 79549"/>
                <a:gd name="csX87" fmla="*/ 0 w 65930"/>
                <a:gd name="csY87" fmla="*/ 21065 h 79549"/>
                <a:gd name="csX88" fmla="*/ 141 w 65930"/>
                <a:gd name="csY88" fmla="*/ 15740 h 79549"/>
                <a:gd name="csX89" fmla="*/ 283 w 65930"/>
                <a:gd name="csY89" fmla="*/ 10321 h 79549"/>
                <a:gd name="csX90" fmla="*/ 141 w 65930"/>
                <a:gd name="csY90" fmla="*/ 5749 h 79549"/>
                <a:gd name="csX91" fmla="*/ 0 w 65930"/>
                <a:gd name="csY91" fmla="*/ 1273 h 79549"/>
                <a:gd name="csX92" fmla="*/ 283 w 65930"/>
                <a:gd name="csY92" fmla="*/ 376 h 79549"/>
                <a:gd name="csX93" fmla="*/ 801 w 65930"/>
                <a:gd name="csY93" fmla="*/ 48 h 79549"/>
                <a:gd name="csX94" fmla="*/ 1084 w 65930"/>
                <a:gd name="csY94" fmla="*/ 0 h 79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65930" h="79549">
                  <a:moveTo>
                    <a:pt x="1084" y="0"/>
                  </a:moveTo>
                  <a:cubicBezTo>
                    <a:pt x="1649" y="0"/>
                    <a:pt x="2089" y="110"/>
                    <a:pt x="2403" y="330"/>
                  </a:cubicBezTo>
                  <a:cubicBezTo>
                    <a:pt x="2686" y="518"/>
                    <a:pt x="2859" y="723"/>
                    <a:pt x="2922" y="943"/>
                  </a:cubicBezTo>
                  <a:cubicBezTo>
                    <a:pt x="2953" y="1163"/>
                    <a:pt x="2985" y="1555"/>
                    <a:pt x="3016" y="2120"/>
                  </a:cubicBezTo>
                  <a:cubicBezTo>
                    <a:pt x="3236" y="6613"/>
                    <a:pt x="4870" y="10697"/>
                    <a:pt x="7917" y="14373"/>
                  </a:cubicBezTo>
                  <a:cubicBezTo>
                    <a:pt x="8703" y="15284"/>
                    <a:pt x="10321" y="16887"/>
                    <a:pt x="12771" y="19181"/>
                  </a:cubicBezTo>
                  <a:cubicBezTo>
                    <a:pt x="15222" y="21443"/>
                    <a:pt x="18081" y="24082"/>
                    <a:pt x="21348" y="27097"/>
                  </a:cubicBezTo>
                  <a:cubicBezTo>
                    <a:pt x="24616" y="30082"/>
                    <a:pt x="27129" y="32439"/>
                    <a:pt x="28889" y="34167"/>
                  </a:cubicBezTo>
                  <a:lnTo>
                    <a:pt x="58673" y="21725"/>
                  </a:lnTo>
                  <a:cubicBezTo>
                    <a:pt x="59458" y="21380"/>
                    <a:pt x="60024" y="21145"/>
                    <a:pt x="60369" y="21019"/>
                  </a:cubicBezTo>
                  <a:cubicBezTo>
                    <a:pt x="60683" y="20861"/>
                    <a:pt x="61045" y="20625"/>
                    <a:pt x="61453" y="20311"/>
                  </a:cubicBezTo>
                  <a:cubicBezTo>
                    <a:pt x="61862" y="19966"/>
                    <a:pt x="62129" y="19667"/>
                    <a:pt x="62254" y="19416"/>
                  </a:cubicBezTo>
                  <a:cubicBezTo>
                    <a:pt x="62380" y="19133"/>
                    <a:pt x="62521" y="18693"/>
                    <a:pt x="62678" y="18097"/>
                  </a:cubicBezTo>
                  <a:cubicBezTo>
                    <a:pt x="62804" y="17468"/>
                    <a:pt x="62883" y="16840"/>
                    <a:pt x="62914" y="16211"/>
                  </a:cubicBezTo>
                  <a:cubicBezTo>
                    <a:pt x="62914" y="15552"/>
                    <a:pt x="62930" y="14625"/>
                    <a:pt x="62961" y="13430"/>
                  </a:cubicBezTo>
                  <a:cubicBezTo>
                    <a:pt x="62961" y="13054"/>
                    <a:pt x="62977" y="12787"/>
                    <a:pt x="63008" y="12631"/>
                  </a:cubicBezTo>
                  <a:cubicBezTo>
                    <a:pt x="63008" y="12441"/>
                    <a:pt x="63103" y="12237"/>
                    <a:pt x="63291" y="12018"/>
                  </a:cubicBezTo>
                  <a:cubicBezTo>
                    <a:pt x="63448" y="11798"/>
                    <a:pt x="63715" y="11688"/>
                    <a:pt x="64092" y="11688"/>
                  </a:cubicBezTo>
                  <a:cubicBezTo>
                    <a:pt x="64658" y="11688"/>
                    <a:pt x="65098" y="11813"/>
                    <a:pt x="65412" y="12064"/>
                  </a:cubicBezTo>
                  <a:cubicBezTo>
                    <a:pt x="65695" y="12284"/>
                    <a:pt x="65852" y="12504"/>
                    <a:pt x="65883" y="12724"/>
                  </a:cubicBezTo>
                  <a:cubicBezTo>
                    <a:pt x="65914" y="12913"/>
                    <a:pt x="65930" y="13180"/>
                    <a:pt x="65930" y="13526"/>
                  </a:cubicBezTo>
                  <a:cubicBezTo>
                    <a:pt x="65930" y="14343"/>
                    <a:pt x="65883" y="16133"/>
                    <a:pt x="65789" y="18898"/>
                  </a:cubicBezTo>
                  <a:cubicBezTo>
                    <a:pt x="65695" y="21663"/>
                    <a:pt x="65648" y="23438"/>
                    <a:pt x="65648" y="24223"/>
                  </a:cubicBezTo>
                  <a:lnTo>
                    <a:pt x="65930" y="36382"/>
                  </a:lnTo>
                  <a:cubicBezTo>
                    <a:pt x="65930" y="37356"/>
                    <a:pt x="65537" y="37843"/>
                    <a:pt x="64752" y="37843"/>
                  </a:cubicBezTo>
                  <a:cubicBezTo>
                    <a:pt x="64344" y="37843"/>
                    <a:pt x="64029" y="37811"/>
                    <a:pt x="63810" y="37749"/>
                  </a:cubicBezTo>
                  <a:cubicBezTo>
                    <a:pt x="63558" y="37655"/>
                    <a:pt x="63385" y="37498"/>
                    <a:pt x="63291" y="37278"/>
                  </a:cubicBezTo>
                  <a:cubicBezTo>
                    <a:pt x="63165" y="37057"/>
                    <a:pt x="63087" y="36869"/>
                    <a:pt x="63056" y="36711"/>
                  </a:cubicBezTo>
                  <a:cubicBezTo>
                    <a:pt x="63024" y="36554"/>
                    <a:pt x="62993" y="36288"/>
                    <a:pt x="62961" y="35911"/>
                  </a:cubicBezTo>
                  <a:cubicBezTo>
                    <a:pt x="62836" y="34748"/>
                    <a:pt x="62600" y="33727"/>
                    <a:pt x="62254" y="32848"/>
                  </a:cubicBezTo>
                  <a:cubicBezTo>
                    <a:pt x="61877" y="31937"/>
                    <a:pt x="61500" y="31292"/>
                    <a:pt x="61123" y="30915"/>
                  </a:cubicBezTo>
                  <a:cubicBezTo>
                    <a:pt x="60746" y="30506"/>
                    <a:pt x="60416" y="30302"/>
                    <a:pt x="60134" y="30302"/>
                  </a:cubicBezTo>
                  <a:lnTo>
                    <a:pt x="58767" y="30773"/>
                  </a:lnTo>
                  <a:lnTo>
                    <a:pt x="35722" y="40528"/>
                  </a:lnTo>
                  <a:lnTo>
                    <a:pt x="45194" y="49248"/>
                  </a:lnTo>
                  <a:lnTo>
                    <a:pt x="55610" y="59096"/>
                  </a:lnTo>
                  <a:cubicBezTo>
                    <a:pt x="57463" y="60824"/>
                    <a:pt x="58908" y="61688"/>
                    <a:pt x="59945" y="61688"/>
                  </a:cubicBezTo>
                  <a:cubicBezTo>
                    <a:pt x="61673" y="61688"/>
                    <a:pt x="62679" y="60400"/>
                    <a:pt x="62961" y="57825"/>
                  </a:cubicBezTo>
                  <a:cubicBezTo>
                    <a:pt x="63024" y="57039"/>
                    <a:pt x="63370" y="56646"/>
                    <a:pt x="63998" y="56646"/>
                  </a:cubicBezTo>
                  <a:cubicBezTo>
                    <a:pt x="64595" y="56646"/>
                    <a:pt x="65051" y="56771"/>
                    <a:pt x="65365" y="57023"/>
                  </a:cubicBezTo>
                  <a:cubicBezTo>
                    <a:pt x="65647" y="57243"/>
                    <a:pt x="65820" y="57463"/>
                    <a:pt x="65883" y="57684"/>
                  </a:cubicBezTo>
                  <a:cubicBezTo>
                    <a:pt x="65914" y="57872"/>
                    <a:pt x="65930" y="58107"/>
                    <a:pt x="65930" y="58390"/>
                  </a:cubicBezTo>
                  <a:cubicBezTo>
                    <a:pt x="65930" y="59553"/>
                    <a:pt x="65883" y="61359"/>
                    <a:pt x="65789" y="63810"/>
                  </a:cubicBezTo>
                  <a:cubicBezTo>
                    <a:pt x="65695" y="66229"/>
                    <a:pt x="65648" y="68035"/>
                    <a:pt x="65648" y="69229"/>
                  </a:cubicBezTo>
                  <a:cubicBezTo>
                    <a:pt x="65648" y="70234"/>
                    <a:pt x="65695" y="71757"/>
                    <a:pt x="65789" y="73799"/>
                  </a:cubicBezTo>
                  <a:cubicBezTo>
                    <a:pt x="65883" y="75842"/>
                    <a:pt x="65930" y="77334"/>
                    <a:pt x="65930" y="78277"/>
                  </a:cubicBezTo>
                  <a:cubicBezTo>
                    <a:pt x="65930" y="78654"/>
                    <a:pt x="65836" y="78952"/>
                    <a:pt x="65648" y="79172"/>
                  </a:cubicBezTo>
                  <a:cubicBezTo>
                    <a:pt x="65459" y="79392"/>
                    <a:pt x="65270" y="79502"/>
                    <a:pt x="65082" y="79502"/>
                  </a:cubicBezTo>
                  <a:lnTo>
                    <a:pt x="64846" y="79550"/>
                  </a:lnTo>
                  <a:cubicBezTo>
                    <a:pt x="64406" y="79550"/>
                    <a:pt x="64061" y="79518"/>
                    <a:pt x="63810" y="79455"/>
                  </a:cubicBezTo>
                  <a:cubicBezTo>
                    <a:pt x="63558" y="79360"/>
                    <a:pt x="63370" y="79188"/>
                    <a:pt x="63244" y="78937"/>
                  </a:cubicBezTo>
                  <a:cubicBezTo>
                    <a:pt x="63118" y="78655"/>
                    <a:pt x="63056" y="78450"/>
                    <a:pt x="63056" y="78324"/>
                  </a:cubicBezTo>
                  <a:cubicBezTo>
                    <a:pt x="63024" y="78199"/>
                    <a:pt x="62993" y="77900"/>
                    <a:pt x="62961" y="77429"/>
                  </a:cubicBezTo>
                  <a:cubicBezTo>
                    <a:pt x="62804" y="74759"/>
                    <a:pt x="62207" y="72292"/>
                    <a:pt x="61170" y="70030"/>
                  </a:cubicBezTo>
                  <a:cubicBezTo>
                    <a:pt x="60134" y="67736"/>
                    <a:pt x="58406" y="65474"/>
                    <a:pt x="55986" y="63243"/>
                  </a:cubicBezTo>
                  <a:cubicBezTo>
                    <a:pt x="55829" y="63055"/>
                    <a:pt x="55657" y="62851"/>
                    <a:pt x="55468" y="62631"/>
                  </a:cubicBezTo>
                  <a:cubicBezTo>
                    <a:pt x="55280" y="62380"/>
                    <a:pt x="55107" y="62160"/>
                    <a:pt x="54950" y="61972"/>
                  </a:cubicBezTo>
                  <a:lnTo>
                    <a:pt x="33036" y="41612"/>
                  </a:lnTo>
                  <a:lnTo>
                    <a:pt x="6079" y="53017"/>
                  </a:lnTo>
                  <a:cubicBezTo>
                    <a:pt x="5263" y="53363"/>
                    <a:pt x="4681" y="53693"/>
                    <a:pt x="4336" y="54008"/>
                  </a:cubicBezTo>
                  <a:cubicBezTo>
                    <a:pt x="3959" y="54321"/>
                    <a:pt x="3644" y="54965"/>
                    <a:pt x="3393" y="55939"/>
                  </a:cubicBezTo>
                  <a:cubicBezTo>
                    <a:pt x="3142" y="56913"/>
                    <a:pt x="3016" y="58342"/>
                    <a:pt x="3016" y="60228"/>
                  </a:cubicBezTo>
                  <a:cubicBezTo>
                    <a:pt x="3016" y="60762"/>
                    <a:pt x="3000" y="61155"/>
                    <a:pt x="2969" y="61405"/>
                  </a:cubicBezTo>
                  <a:cubicBezTo>
                    <a:pt x="2938" y="61657"/>
                    <a:pt x="2843" y="61893"/>
                    <a:pt x="2686" y="62113"/>
                  </a:cubicBezTo>
                  <a:cubicBezTo>
                    <a:pt x="2529" y="62332"/>
                    <a:pt x="2278" y="62442"/>
                    <a:pt x="1932" y="62442"/>
                  </a:cubicBezTo>
                  <a:cubicBezTo>
                    <a:pt x="1335" y="62442"/>
                    <a:pt x="895" y="62332"/>
                    <a:pt x="613" y="62113"/>
                  </a:cubicBezTo>
                  <a:cubicBezTo>
                    <a:pt x="298" y="61861"/>
                    <a:pt x="126" y="61641"/>
                    <a:pt x="94" y="61453"/>
                  </a:cubicBezTo>
                  <a:cubicBezTo>
                    <a:pt x="31" y="61233"/>
                    <a:pt x="0" y="60982"/>
                    <a:pt x="0" y="60699"/>
                  </a:cubicBezTo>
                  <a:cubicBezTo>
                    <a:pt x="0" y="59914"/>
                    <a:pt x="47" y="58123"/>
                    <a:pt x="141" y="55327"/>
                  </a:cubicBezTo>
                  <a:cubicBezTo>
                    <a:pt x="236" y="52530"/>
                    <a:pt x="283" y="50723"/>
                    <a:pt x="283" y="49906"/>
                  </a:cubicBezTo>
                  <a:cubicBezTo>
                    <a:pt x="283" y="48556"/>
                    <a:pt x="236" y="46530"/>
                    <a:pt x="141" y="43828"/>
                  </a:cubicBezTo>
                  <a:cubicBezTo>
                    <a:pt x="47" y="41095"/>
                    <a:pt x="0" y="39068"/>
                    <a:pt x="0" y="37749"/>
                  </a:cubicBezTo>
                  <a:cubicBezTo>
                    <a:pt x="0" y="36774"/>
                    <a:pt x="393" y="36287"/>
                    <a:pt x="1178" y="36287"/>
                  </a:cubicBezTo>
                  <a:cubicBezTo>
                    <a:pt x="1681" y="36287"/>
                    <a:pt x="2074" y="36397"/>
                    <a:pt x="2356" y="36617"/>
                  </a:cubicBezTo>
                  <a:cubicBezTo>
                    <a:pt x="2639" y="36837"/>
                    <a:pt x="2812" y="37057"/>
                    <a:pt x="2875" y="37278"/>
                  </a:cubicBezTo>
                  <a:cubicBezTo>
                    <a:pt x="2938" y="37498"/>
                    <a:pt x="2985" y="37812"/>
                    <a:pt x="3016" y="38220"/>
                  </a:cubicBezTo>
                  <a:cubicBezTo>
                    <a:pt x="3142" y="39446"/>
                    <a:pt x="3409" y="40529"/>
                    <a:pt x="3817" y="41471"/>
                  </a:cubicBezTo>
                  <a:cubicBezTo>
                    <a:pt x="4194" y="42382"/>
                    <a:pt x="4571" y="43026"/>
                    <a:pt x="4948" y="43404"/>
                  </a:cubicBezTo>
                  <a:cubicBezTo>
                    <a:pt x="5294" y="43749"/>
                    <a:pt x="5577" y="43921"/>
                    <a:pt x="5797" y="43921"/>
                  </a:cubicBezTo>
                  <a:lnTo>
                    <a:pt x="7069" y="43450"/>
                  </a:lnTo>
                  <a:lnTo>
                    <a:pt x="26250" y="35344"/>
                  </a:lnTo>
                  <a:lnTo>
                    <a:pt x="9472" y="19698"/>
                  </a:lnTo>
                  <a:cubicBezTo>
                    <a:pt x="8090" y="18473"/>
                    <a:pt x="6928" y="17860"/>
                    <a:pt x="5985" y="17860"/>
                  </a:cubicBezTo>
                  <a:cubicBezTo>
                    <a:pt x="4289" y="17860"/>
                    <a:pt x="3299" y="19148"/>
                    <a:pt x="3016" y="21725"/>
                  </a:cubicBezTo>
                  <a:cubicBezTo>
                    <a:pt x="2890" y="22510"/>
                    <a:pt x="2529" y="22903"/>
                    <a:pt x="1932" y="22903"/>
                  </a:cubicBezTo>
                  <a:cubicBezTo>
                    <a:pt x="1335" y="22903"/>
                    <a:pt x="895" y="22777"/>
                    <a:pt x="613" y="22526"/>
                  </a:cubicBezTo>
                  <a:cubicBezTo>
                    <a:pt x="298" y="22275"/>
                    <a:pt x="126" y="22054"/>
                    <a:pt x="94" y="21866"/>
                  </a:cubicBezTo>
                  <a:cubicBezTo>
                    <a:pt x="31" y="21646"/>
                    <a:pt x="0" y="21379"/>
                    <a:pt x="0" y="21065"/>
                  </a:cubicBezTo>
                  <a:cubicBezTo>
                    <a:pt x="0" y="19903"/>
                    <a:pt x="47" y="18128"/>
                    <a:pt x="141" y="15740"/>
                  </a:cubicBezTo>
                  <a:cubicBezTo>
                    <a:pt x="236" y="13321"/>
                    <a:pt x="283" y="11515"/>
                    <a:pt x="283" y="10321"/>
                  </a:cubicBezTo>
                  <a:cubicBezTo>
                    <a:pt x="283" y="9315"/>
                    <a:pt x="236" y="7791"/>
                    <a:pt x="141" y="5749"/>
                  </a:cubicBezTo>
                  <a:cubicBezTo>
                    <a:pt x="47" y="3706"/>
                    <a:pt x="0" y="2215"/>
                    <a:pt x="0" y="1273"/>
                  </a:cubicBezTo>
                  <a:cubicBezTo>
                    <a:pt x="0" y="895"/>
                    <a:pt x="94" y="596"/>
                    <a:pt x="283" y="376"/>
                  </a:cubicBezTo>
                  <a:cubicBezTo>
                    <a:pt x="440" y="157"/>
                    <a:pt x="613" y="48"/>
                    <a:pt x="801" y="48"/>
                  </a:cubicBezTo>
                  <a:lnTo>
                    <a:pt x="1084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2" name="Picture 381">
            <a:extLst>
              <a:ext uri="{FF2B5EF4-FFF2-40B4-BE49-F238E27FC236}">
                <a16:creationId xmlns:a16="http://schemas.microsoft.com/office/drawing/2014/main" id="{92E055CC-375B-10B9-C90A-DB66E08BE556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11142" y="2539810"/>
            <a:ext cx="3032004" cy="2210767"/>
          </a:xfrm>
          <a:custGeom>
            <a:avLst/>
            <a:gdLst>
              <a:gd name="csX0" fmla="*/ 266 w 3032004"/>
              <a:gd name="csY0" fmla="*/ 47 h 2210767"/>
              <a:gd name="csX1" fmla="*/ 3032270 w 3032004"/>
              <a:gd name="csY1" fmla="*/ 47 h 2210767"/>
              <a:gd name="csX2" fmla="*/ 3032270 w 3032004"/>
              <a:gd name="csY2" fmla="*/ 2210814 h 2210767"/>
              <a:gd name="csX3" fmla="*/ 266 w 3032004"/>
              <a:gd name="csY3" fmla="*/ 2210814 h 22107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032004" h="2210767">
                <a:moveTo>
                  <a:pt x="266" y="47"/>
                </a:moveTo>
                <a:lnTo>
                  <a:pt x="3032270" y="47"/>
                </a:lnTo>
                <a:lnTo>
                  <a:pt x="3032270" y="2210814"/>
                </a:lnTo>
                <a:lnTo>
                  <a:pt x="266" y="2210814"/>
                </a:lnTo>
                <a:close/>
              </a:path>
            </a:pathLst>
          </a:custGeom>
        </p:spPr>
      </p:pic>
      <p:grpSp>
        <p:nvGrpSpPr>
          <p:cNvPr id="444" name="Group 443">
            <a:extLst>
              <a:ext uri="{FF2B5EF4-FFF2-40B4-BE49-F238E27FC236}">
                <a16:creationId xmlns:a16="http://schemas.microsoft.com/office/drawing/2014/main" id="{44410E8A-750E-8F33-7B15-55823BF711BF}"/>
              </a:ext>
            </a:extLst>
          </p:cNvPr>
          <p:cNvGrpSpPr/>
          <p:nvPr/>
        </p:nvGrpSpPr>
        <p:grpSpPr>
          <a:xfrm>
            <a:off x="5358799" y="4368144"/>
            <a:ext cx="3082692" cy="376815"/>
            <a:chOff x="5358799" y="4368144"/>
            <a:chExt cx="3082692" cy="376815"/>
          </a:xfrm>
        </p:grpSpPr>
        <p:sp>
          <p:nvSpPr>
            <p:cNvPr id="388" name="Freeform 387">
              <a:extLst>
                <a:ext uri="{FF2B5EF4-FFF2-40B4-BE49-F238E27FC236}">
                  <a16:creationId xmlns:a16="http://schemas.microsoft.com/office/drawing/2014/main" id="{F6F6486F-C09C-91B1-D34C-03372DA1C68C}"/>
                </a:ext>
              </a:extLst>
            </p:cNvPr>
            <p:cNvSpPr/>
            <p:nvPr/>
          </p:nvSpPr>
          <p:spPr>
            <a:xfrm>
              <a:off x="5358799" y="4368144"/>
              <a:ext cx="2878007" cy="376815"/>
            </a:xfrm>
            <a:custGeom>
              <a:avLst/>
              <a:gdLst>
                <a:gd name="csX0" fmla="*/ 2878008 w 2878007"/>
                <a:gd name="csY0" fmla="*/ 0 h 376815"/>
                <a:gd name="csX1" fmla="*/ 2869631 w 2878007"/>
                <a:gd name="csY1" fmla="*/ 1068 h 376815"/>
                <a:gd name="csX2" fmla="*/ 2862848 w 2878007"/>
                <a:gd name="csY2" fmla="*/ 1971 h 376815"/>
                <a:gd name="csX3" fmla="*/ 2847671 w 2878007"/>
                <a:gd name="csY3" fmla="*/ 3991 h 376815"/>
                <a:gd name="csX4" fmla="*/ 2832511 w 2878007"/>
                <a:gd name="csY4" fmla="*/ 6011 h 376815"/>
                <a:gd name="csX5" fmla="*/ 2817351 w 2878007"/>
                <a:gd name="csY5" fmla="*/ 7982 h 376815"/>
                <a:gd name="csX6" fmla="*/ 2802191 w 2878007"/>
                <a:gd name="csY6" fmla="*/ 9937 h 376815"/>
                <a:gd name="csX7" fmla="*/ 2787031 w 2878007"/>
                <a:gd name="csY7" fmla="*/ 11875 h 376815"/>
                <a:gd name="csX8" fmla="*/ 2785191 w 2878007"/>
                <a:gd name="csY8" fmla="*/ 12121 h 376815"/>
                <a:gd name="csX9" fmla="*/ 2771855 w 2878007"/>
                <a:gd name="csY9" fmla="*/ 13912 h 376815"/>
                <a:gd name="csX10" fmla="*/ 2756695 w 2878007"/>
                <a:gd name="csY10" fmla="*/ 15932 h 376815"/>
                <a:gd name="csX11" fmla="*/ 2741535 w 2878007"/>
                <a:gd name="csY11" fmla="*/ 17919 h 376815"/>
                <a:gd name="csX12" fmla="*/ 2726375 w 2878007"/>
                <a:gd name="csY12" fmla="*/ 19890 h 376815"/>
                <a:gd name="csX13" fmla="*/ 2711198 w 2878007"/>
                <a:gd name="csY13" fmla="*/ 21845 h 376815"/>
                <a:gd name="csX14" fmla="*/ 2700801 w 2878007"/>
                <a:gd name="csY14" fmla="*/ 23159 h 376815"/>
                <a:gd name="csX15" fmla="*/ 2696038 w 2878007"/>
                <a:gd name="csY15" fmla="*/ 23799 h 376815"/>
                <a:gd name="csX16" fmla="*/ 2680878 w 2878007"/>
                <a:gd name="csY16" fmla="*/ 25836 h 376815"/>
                <a:gd name="csX17" fmla="*/ 2665718 w 2878007"/>
                <a:gd name="csY17" fmla="*/ 27840 h 376815"/>
                <a:gd name="csX18" fmla="*/ 2650542 w 2878007"/>
                <a:gd name="csY18" fmla="*/ 29827 h 376815"/>
                <a:gd name="csX19" fmla="*/ 2635382 w 2878007"/>
                <a:gd name="csY19" fmla="*/ 31798 h 376815"/>
                <a:gd name="csX20" fmla="*/ 2620222 w 2878007"/>
                <a:gd name="csY20" fmla="*/ 33720 h 376815"/>
                <a:gd name="csX21" fmla="*/ 2616378 w 2878007"/>
                <a:gd name="csY21" fmla="*/ 34213 h 376815"/>
                <a:gd name="csX22" fmla="*/ 2605062 w 2878007"/>
                <a:gd name="csY22" fmla="*/ 35740 h 376815"/>
                <a:gd name="csX23" fmla="*/ 2589885 w 2878007"/>
                <a:gd name="csY23" fmla="*/ 37760 h 376815"/>
                <a:gd name="csX24" fmla="*/ 2574725 w 2878007"/>
                <a:gd name="csY24" fmla="*/ 39764 h 376815"/>
                <a:gd name="csX25" fmla="*/ 2559565 w 2878007"/>
                <a:gd name="csY25" fmla="*/ 41735 h 376815"/>
                <a:gd name="csX26" fmla="*/ 2544405 w 2878007"/>
                <a:gd name="csY26" fmla="*/ 43690 h 376815"/>
                <a:gd name="csX27" fmla="*/ 2531972 w 2878007"/>
                <a:gd name="csY27" fmla="*/ 45266 h 376815"/>
                <a:gd name="csX28" fmla="*/ 2529229 w 2878007"/>
                <a:gd name="csY28" fmla="*/ 45628 h 376815"/>
                <a:gd name="csX29" fmla="*/ 2514069 w 2878007"/>
                <a:gd name="csY29" fmla="*/ 47681 h 376815"/>
                <a:gd name="csX30" fmla="*/ 2498909 w 2878007"/>
                <a:gd name="csY30" fmla="*/ 49685 h 376815"/>
                <a:gd name="csX31" fmla="*/ 2483749 w 2878007"/>
                <a:gd name="csY31" fmla="*/ 51672 h 376815"/>
                <a:gd name="csX32" fmla="*/ 2468572 w 2878007"/>
                <a:gd name="csY32" fmla="*/ 53643 h 376815"/>
                <a:gd name="csX33" fmla="*/ 2453412 w 2878007"/>
                <a:gd name="csY33" fmla="*/ 55581 h 376815"/>
                <a:gd name="csX34" fmla="*/ 2447565 w 2878007"/>
                <a:gd name="csY34" fmla="*/ 56320 h 376815"/>
                <a:gd name="csX35" fmla="*/ 2438252 w 2878007"/>
                <a:gd name="csY35" fmla="*/ 57569 h 376815"/>
                <a:gd name="csX36" fmla="*/ 2423092 w 2878007"/>
                <a:gd name="csY36" fmla="*/ 59605 h 376815"/>
                <a:gd name="csX37" fmla="*/ 2407932 w 2878007"/>
                <a:gd name="csY37" fmla="*/ 61609 h 376815"/>
                <a:gd name="csX38" fmla="*/ 2392756 w 2878007"/>
                <a:gd name="csY38" fmla="*/ 63580 h 376815"/>
                <a:gd name="csX39" fmla="*/ 2377596 w 2878007"/>
                <a:gd name="csY39" fmla="*/ 65535 h 376815"/>
                <a:gd name="csX40" fmla="*/ 2363126 w 2878007"/>
                <a:gd name="csY40" fmla="*/ 67374 h 376815"/>
                <a:gd name="csX41" fmla="*/ 2362436 w 2878007"/>
                <a:gd name="csY41" fmla="*/ 67456 h 376815"/>
                <a:gd name="csX42" fmla="*/ 2347276 w 2878007"/>
                <a:gd name="csY42" fmla="*/ 69509 h 376815"/>
                <a:gd name="csX43" fmla="*/ 2332099 w 2878007"/>
                <a:gd name="csY43" fmla="*/ 71530 h 376815"/>
                <a:gd name="csX44" fmla="*/ 2316939 w 2878007"/>
                <a:gd name="csY44" fmla="*/ 73517 h 376815"/>
                <a:gd name="csX45" fmla="*/ 2301779 w 2878007"/>
                <a:gd name="csY45" fmla="*/ 75488 h 376815"/>
                <a:gd name="csX46" fmla="*/ 2286619 w 2878007"/>
                <a:gd name="csY46" fmla="*/ 77426 h 376815"/>
                <a:gd name="csX47" fmla="*/ 2278752 w 2878007"/>
                <a:gd name="csY47" fmla="*/ 78428 h 376815"/>
                <a:gd name="csX48" fmla="*/ 2271443 w 2878007"/>
                <a:gd name="csY48" fmla="*/ 79413 h 376815"/>
                <a:gd name="csX49" fmla="*/ 2256283 w 2878007"/>
                <a:gd name="csY49" fmla="*/ 81450 h 376815"/>
                <a:gd name="csX50" fmla="*/ 2241123 w 2878007"/>
                <a:gd name="csY50" fmla="*/ 83454 h 376815"/>
                <a:gd name="csX51" fmla="*/ 2225963 w 2878007"/>
                <a:gd name="csY51" fmla="*/ 85425 h 376815"/>
                <a:gd name="csX52" fmla="*/ 2210786 w 2878007"/>
                <a:gd name="csY52" fmla="*/ 87379 h 376815"/>
                <a:gd name="csX53" fmla="*/ 2195626 w 2878007"/>
                <a:gd name="csY53" fmla="*/ 89301 h 376815"/>
                <a:gd name="csX54" fmla="*/ 2194312 w 2878007"/>
                <a:gd name="csY54" fmla="*/ 89482 h 376815"/>
                <a:gd name="csX55" fmla="*/ 2180466 w 2878007"/>
                <a:gd name="csY55" fmla="*/ 91338 h 376815"/>
                <a:gd name="csX56" fmla="*/ 2165306 w 2878007"/>
                <a:gd name="csY56" fmla="*/ 93374 h 376815"/>
                <a:gd name="csX57" fmla="*/ 2150130 w 2878007"/>
                <a:gd name="csY57" fmla="*/ 95362 h 376815"/>
                <a:gd name="csX58" fmla="*/ 2134970 w 2878007"/>
                <a:gd name="csY58" fmla="*/ 97333 h 376815"/>
                <a:gd name="csX59" fmla="*/ 2119810 w 2878007"/>
                <a:gd name="csY59" fmla="*/ 99271 h 376815"/>
                <a:gd name="csX60" fmla="*/ 2109922 w 2878007"/>
                <a:gd name="csY60" fmla="*/ 100519 h 376815"/>
                <a:gd name="csX61" fmla="*/ 2104650 w 2878007"/>
                <a:gd name="csY61" fmla="*/ 101242 h 376815"/>
                <a:gd name="csX62" fmla="*/ 2089473 w 2878007"/>
                <a:gd name="csY62" fmla="*/ 103279 h 376815"/>
                <a:gd name="csX63" fmla="*/ 2074313 w 2878007"/>
                <a:gd name="csY63" fmla="*/ 105299 h 376815"/>
                <a:gd name="csX64" fmla="*/ 2059153 w 2878007"/>
                <a:gd name="csY64" fmla="*/ 107286 h 376815"/>
                <a:gd name="csX65" fmla="*/ 2043993 w 2878007"/>
                <a:gd name="csY65" fmla="*/ 109241 h 376815"/>
                <a:gd name="csX66" fmla="*/ 2028833 w 2878007"/>
                <a:gd name="csY66" fmla="*/ 111162 h 376815"/>
                <a:gd name="csX67" fmla="*/ 2025499 w 2878007"/>
                <a:gd name="csY67" fmla="*/ 111573 h 376815"/>
                <a:gd name="csX68" fmla="*/ 2013657 w 2878007"/>
                <a:gd name="csY68" fmla="*/ 113183 h 376815"/>
                <a:gd name="csX69" fmla="*/ 1998497 w 2878007"/>
                <a:gd name="csY69" fmla="*/ 115219 h 376815"/>
                <a:gd name="csX70" fmla="*/ 1983337 w 2878007"/>
                <a:gd name="csY70" fmla="*/ 117223 h 376815"/>
                <a:gd name="csX71" fmla="*/ 1968176 w 2878007"/>
                <a:gd name="csY71" fmla="*/ 119178 h 376815"/>
                <a:gd name="csX72" fmla="*/ 1953000 w 2878007"/>
                <a:gd name="csY72" fmla="*/ 121116 h 376815"/>
                <a:gd name="csX73" fmla="*/ 1941092 w 2878007"/>
                <a:gd name="csY73" fmla="*/ 122627 h 376815"/>
                <a:gd name="csX74" fmla="*/ 1937840 w 2878007"/>
                <a:gd name="csY74" fmla="*/ 123070 h 376815"/>
                <a:gd name="csX75" fmla="*/ 1922680 w 2878007"/>
                <a:gd name="csY75" fmla="*/ 125123 h 376815"/>
                <a:gd name="csX76" fmla="*/ 1907520 w 2878007"/>
                <a:gd name="csY76" fmla="*/ 127144 h 376815"/>
                <a:gd name="csX77" fmla="*/ 1892344 w 2878007"/>
                <a:gd name="csY77" fmla="*/ 129131 h 376815"/>
                <a:gd name="csX78" fmla="*/ 1877184 w 2878007"/>
                <a:gd name="csY78" fmla="*/ 131086 h 376815"/>
                <a:gd name="csX79" fmla="*/ 1862023 w 2878007"/>
                <a:gd name="csY79" fmla="*/ 133007 h 376815"/>
                <a:gd name="csX80" fmla="*/ 1856702 w 2878007"/>
                <a:gd name="csY80" fmla="*/ 133681 h 376815"/>
                <a:gd name="csX81" fmla="*/ 1846863 w 2878007"/>
                <a:gd name="csY81" fmla="*/ 135011 h 376815"/>
                <a:gd name="csX82" fmla="*/ 1831687 w 2878007"/>
                <a:gd name="csY82" fmla="*/ 137048 h 376815"/>
                <a:gd name="csX83" fmla="*/ 1816527 w 2878007"/>
                <a:gd name="csY83" fmla="*/ 139068 h 376815"/>
                <a:gd name="csX84" fmla="*/ 1801367 w 2878007"/>
                <a:gd name="csY84" fmla="*/ 141039 h 376815"/>
                <a:gd name="csX85" fmla="*/ 1786207 w 2878007"/>
                <a:gd name="csY85" fmla="*/ 142977 h 376815"/>
                <a:gd name="csX86" fmla="*/ 1772246 w 2878007"/>
                <a:gd name="csY86" fmla="*/ 144735 h 376815"/>
                <a:gd name="csX87" fmla="*/ 1771031 w 2878007"/>
                <a:gd name="csY87" fmla="*/ 144899 h 376815"/>
                <a:gd name="csX88" fmla="*/ 1755870 w 2878007"/>
                <a:gd name="csY88" fmla="*/ 146952 h 376815"/>
                <a:gd name="csX89" fmla="*/ 1740710 w 2878007"/>
                <a:gd name="csY89" fmla="*/ 148989 h 376815"/>
                <a:gd name="csX90" fmla="*/ 1725550 w 2878007"/>
                <a:gd name="csY90" fmla="*/ 150976 h 376815"/>
                <a:gd name="csX91" fmla="*/ 1710374 w 2878007"/>
                <a:gd name="csY91" fmla="*/ 152931 h 376815"/>
                <a:gd name="csX92" fmla="*/ 1695214 w 2878007"/>
                <a:gd name="csY92" fmla="*/ 154852 h 376815"/>
                <a:gd name="csX93" fmla="*/ 1687889 w 2878007"/>
                <a:gd name="csY93" fmla="*/ 155788 h 376815"/>
                <a:gd name="csX94" fmla="*/ 1680054 w 2878007"/>
                <a:gd name="csY94" fmla="*/ 156840 h 376815"/>
                <a:gd name="csX95" fmla="*/ 1664894 w 2878007"/>
                <a:gd name="csY95" fmla="*/ 158893 h 376815"/>
                <a:gd name="csX96" fmla="*/ 1649734 w 2878007"/>
                <a:gd name="csY96" fmla="*/ 160913 h 376815"/>
                <a:gd name="csX97" fmla="*/ 1634557 w 2878007"/>
                <a:gd name="csY97" fmla="*/ 162884 h 376815"/>
                <a:gd name="csX98" fmla="*/ 1619397 w 2878007"/>
                <a:gd name="csY98" fmla="*/ 164822 h 376815"/>
                <a:gd name="csX99" fmla="*/ 1604237 w 2878007"/>
                <a:gd name="csY99" fmla="*/ 166727 h 376815"/>
                <a:gd name="csX100" fmla="*/ 1603416 w 2878007"/>
                <a:gd name="csY100" fmla="*/ 166826 h 376815"/>
                <a:gd name="csX101" fmla="*/ 1589077 w 2878007"/>
                <a:gd name="csY101" fmla="*/ 168797 h 376815"/>
                <a:gd name="csX102" fmla="*/ 1573901 w 2878007"/>
                <a:gd name="csY102" fmla="*/ 170834 h 376815"/>
                <a:gd name="csX103" fmla="*/ 1558741 w 2878007"/>
                <a:gd name="csY103" fmla="*/ 172837 h 376815"/>
                <a:gd name="csX104" fmla="*/ 1543581 w 2878007"/>
                <a:gd name="csY104" fmla="*/ 174792 h 376815"/>
                <a:gd name="csX105" fmla="*/ 1528421 w 2878007"/>
                <a:gd name="csY105" fmla="*/ 176714 h 376815"/>
                <a:gd name="csX106" fmla="*/ 1519059 w 2878007"/>
                <a:gd name="csY106" fmla="*/ 177880 h 376815"/>
                <a:gd name="csX107" fmla="*/ 1513244 w 2878007"/>
                <a:gd name="csY107" fmla="*/ 178684 h 376815"/>
                <a:gd name="csX108" fmla="*/ 1498084 w 2878007"/>
                <a:gd name="csY108" fmla="*/ 180737 h 376815"/>
                <a:gd name="csX109" fmla="*/ 1482924 w 2878007"/>
                <a:gd name="csY109" fmla="*/ 182758 h 376815"/>
                <a:gd name="csX110" fmla="*/ 1467764 w 2878007"/>
                <a:gd name="csY110" fmla="*/ 184745 h 376815"/>
                <a:gd name="csX111" fmla="*/ 1452588 w 2878007"/>
                <a:gd name="csY111" fmla="*/ 186683 h 376815"/>
                <a:gd name="csX112" fmla="*/ 1437428 w 2878007"/>
                <a:gd name="csY112" fmla="*/ 188589 h 376815"/>
                <a:gd name="csX113" fmla="*/ 1434619 w 2878007"/>
                <a:gd name="csY113" fmla="*/ 188933 h 376815"/>
                <a:gd name="csX114" fmla="*/ 1422268 w 2878007"/>
                <a:gd name="csY114" fmla="*/ 190625 h 376815"/>
                <a:gd name="csX115" fmla="*/ 1407108 w 2878007"/>
                <a:gd name="csY115" fmla="*/ 192678 h 376815"/>
                <a:gd name="csX116" fmla="*/ 1391931 w 2878007"/>
                <a:gd name="csY116" fmla="*/ 194682 h 376815"/>
                <a:gd name="csX117" fmla="*/ 1376771 w 2878007"/>
                <a:gd name="csY117" fmla="*/ 196653 h 376815"/>
                <a:gd name="csX118" fmla="*/ 1361611 w 2878007"/>
                <a:gd name="csY118" fmla="*/ 198575 h 376815"/>
                <a:gd name="csX119" fmla="*/ 1350229 w 2878007"/>
                <a:gd name="csY119" fmla="*/ 199987 h 376815"/>
                <a:gd name="csX120" fmla="*/ 1346451 w 2878007"/>
                <a:gd name="csY120" fmla="*/ 200496 h 376815"/>
                <a:gd name="csX121" fmla="*/ 1331275 w 2878007"/>
                <a:gd name="csY121" fmla="*/ 202582 h 376815"/>
                <a:gd name="csX122" fmla="*/ 1316115 w 2878007"/>
                <a:gd name="csY122" fmla="*/ 204619 h 376815"/>
                <a:gd name="csX123" fmla="*/ 1300955 w 2878007"/>
                <a:gd name="csY123" fmla="*/ 206606 h 376815"/>
                <a:gd name="csX124" fmla="*/ 1285795 w 2878007"/>
                <a:gd name="csY124" fmla="*/ 208545 h 376815"/>
                <a:gd name="csX125" fmla="*/ 1270618 w 2878007"/>
                <a:gd name="csY125" fmla="*/ 210433 h 376815"/>
                <a:gd name="csX126" fmla="*/ 1265822 w 2878007"/>
                <a:gd name="csY126" fmla="*/ 211041 h 376815"/>
                <a:gd name="csX127" fmla="*/ 1255458 w 2878007"/>
                <a:gd name="csY127" fmla="*/ 212470 h 376815"/>
                <a:gd name="csX128" fmla="*/ 1240298 w 2878007"/>
                <a:gd name="csY128" fmla="*/ 214523 h 376815"/>
                <a:gd name="csX129" fmla="*/ 1225138 w 2878007"/>
                <a:gd name="csY129" fmla="*/ 216543 h 376815"/>
                <a:gd name="csX130" fmla="*/ 1209978 w 2878007"/>
                <a:gd name="csY130" fmla="*/ 218514 h 376815"/>
                <a:gd name="csX131" fmla="*/ 1194802 w 2878007"/>
                <a:gd name="csY131" fmla="*/ 220436 h 376815"/>
                <a:gd name="csX132" fmla="*/ 1181383 w 2878007"/>
                <a:gd name="csY132" fmla="*/ 222095 h 376815"/>
                <a:gd name="csX133" fmla="*/ 1179642 w 2878007"/>
                <a:gd name="csY133" fmla="*/ 222325 h 376815"/>
                <a:gd name="csX134" fmla="*/ 1164482 w 2878007"/>
                <a:gd name="csY134" fmla="*/ 224427 h 376815"/>
                <a:gd name="csX135" fmla="*/ 1149322 w 2878007"/>
                <a:gd name="csY135" fmla="*/ 226480 h 376815"/>
                <a:gd name="csX136" fmla="*/ 1134145 w 2878007"/>
                <a:gd name="csY136" fmla="*/ 228468 h 376815"/>
                <a:gd name="csX137" fmla="*/ 1118985 w 2878007"/>
                <a:gd name="csY137" fmla="*/ 230406 h 376815"/>
                <a:gd name="csX138" fmla="*/ 1103825 w 2878007"/>
                <a:gd name="csY138" fmla="*/ 232295 h 376815"/>
                <a:gd name="csX139" fmla="*/ 1097026 w 2878007"/>
                <a:gd name="csY139" fmla="*/ 233149 h 376815"/>
                <a:gd name="csX140" fmla="*/ 1088665 w 2878007"/>
                <a:gd name="csY140" fmla="*/ 234299 h 376815"/>
                <a:gd name="csX141" fmla="*/ 1073489 w 2878007"/>
                <a:gd name="csY141" fmla="*/ 236384 h 376815"/>
                <a:gd name="csX142" fmla="*/ 1058329 w 2878007"/>
                <a:gd name="csY142" fmla="*/ 238405 h 376815"/>
                <a:gd name="csX143" fmla="*/ 1043167 w 2878007"/>
                <a:gd name="csY143" fmla="*/ 240376 h 376815"/>
                <a:gd name="csX144" fmla="*/ 1028002 w 2878007"/>
                <a:gd name="csY144" fmla="*/ 242297 h 376815"/>
                <a:gd name="csX145" fmla="*/ 1012839 w 2878007"/>
                <a:gd name="csY145" fmla="*/ 244153 h 376815"/>
                <a:gd name="csX146" fmla="*/ 1012528 w 2878007"/>
                <a:gd name="csY146" fmla="*/ 244186 h 376815"/>
                <a:gd name="csX147" fmla="*/ 997676 w 2878007"/>
                <a:gd name="csY147" fmla="*/ 246272 h 376815"/>
                <a:gd name="csX148" fmla="*/ 982511 w 2878007"/>
                <a:gd name="csY148" fmla="*/ 248325 h 376815"/>
                <a:gd name="csX149" fmla="*/ 967347 w 2878007"/>
                <a:gd name="csY149" fmla="*/ 250345 h 376815"/>
                <a:gd name="csX150" fmla="*/ 952182 w 2878007"/>
                <a:gd name="csY150" fmla="*/ 252284 h 376815"/>
                <a:gd name="csX151" fmla="*/ 937019 w 2878007"/>
                <a:gd name="csY151" fmla="*/ 254173 h 376815"/>
                <a:gd name="csX152" fmla="*/ 928215 w 2878007"/>
                <a:gd name="csY152" fmla="*/ 255240 h 376815"/>
                <a:gd name="csX153" fmla="*/ 921856 w 2878007"/>
                <a:gd name="csY153" fmla="*/ 256127 h 376815"/>
                <a:gd name="csX154" fmla="*/ 906691 w 2878007"/>
                <a:gd name="csY154" fmla="*/ 258229 h 376815"/>
                <a:gd name="csX155" fmla="*/ 891528 w 2878007"/>
                <a:gd name="csY155" fmla="*/ 260282 h 376815"/>
                <a:gd name="csX156" fmla="*/ 876363 w 2878007"/>
                <a:gd name="csY156" fmla="*/ 262253 h 376815"/>
                <a:gd name="csX157" fmla="*/ 861199 w 2878007"/>
                <a:gd name="csY157" fmla="*/ 264175 h 376815"/>
                <a:gd name="csX158" fmla="*/ 846036 w 2878007"/>
                <a:gd name="csY158" fmla="*/ 266015 h 376815"/>
                <a:gd name="csX159" fmla="*/ 843758 w 2878007"/>
                <a:gd name="csY159" fmla="*/ 266294 h 376815"/>
                <a:gd name="csX160" fmla="*/ 830871 w 2878007"/>
                <a:gd name="csY160" fmla="*/ 268117 h 376815"/>
                <a:gd name="csX161" fmla="*/ 815708 w 2878007"/>
                <a:gd name="csY161" fmla="*/ 270203 h 376815"/>
                <a:gd name="csX162" fmla="*/ 800543 w 2878007"/>
                <a:gd name="csY162" fmla="*/ 272223 h 376815"/>
                <a:gd name="csX163" fmla="*/ 785379 w 2878007"/>
                <a:gd name="csY163" fmla="*/ 274161 h 376815"/>
                <a:gd name="csX164" fmla="*/ 770216 w 2878007"/>
                <a:gd name="csY164" fmla="*/ 276034 h 376815"/>
                <a:gd name="csX165" fmla="*/ 759389 w 2878007"/>
                <a:gd name="csY165" fmla="*/ 277348 h 376815"/>
                <a:gd name="csX166" fmla="*/ 755051 w 2878007"/>
                <a:gd name="csY166" fmla="*/ 277955 h 376815"/>
                <a:gd name="csX167" fmla="*/ 739888 w 2878007"/>
                <a:gd name="csY167" fmla="*/ 280091 h 376815"/>
                <a:gd name="csX168" fmla="*/ 724723 w 2878007"/>
                <a:gd name="csY168" fmla="*/ 282160 h 376815"/>
                <a:gd name="csX169" fmla="*/ 709560 w 2878007"/>
                <a:gd name="csY169" fmla="*/ 284148 h 376815"/>
                <a:gd name="csX170" fmla="*/ 694396 w 2878007"/>
                <a:gd name="csY170" fmla="*/ 286053 h 376815"/>
                <a:gd name="csX171" fmla="*/ 679231 w 2878007"/>
                <a:gd name="csY171" fmla="*/ 287892 h 376815"/>
                <a:gd name="csX172" fmla="*/ 674991 w 2878007"/>
                <a:gd name="csY172" fmla="*/ 288402 h 376815"/>
                <a:gd name="csX173" fmla="*/ 664068 w 2878007"/>
                <a:gd name="csY173" fmla="*/ 289962 h 376815"/>
                <a:gd name="csX174" fmla="*/ 648903 w 2878007"/>
                <a:gd name="csY174" fmla="*/ 292081 h 376815"/>
                <a:gd name="csX175" fmla="*/ 633740 w 2878007"/>
                <a:gd name="csY175" fmla="*/ 294117 h 376815"/>
                <a:gd name="csX176" fmla="*/ 618577 w 2878007"/>
                <a:gd name="csY176" fmla="*/ 296072 h 376815"/>
                <a:gd name="csX177" fmla="*/ 603412 w 2878007"/>
                <a:gd name="csY177" fmla="*/ 297928 h 376815"/>
                <a:gd name="csX178" fmla="*/ 590540 w 2878007"/>
                <a:gd name="csY178" fmla="*/ 299455 h 376815"/>
                <a:gd name="csX179" fmla="*/ 588248 w 2878007"/>
                <a:gd name="csY179" fmla="*/ 299768 h 376815"/>
                <a:gd name="csX180" fmla="*/ 573083 w 2878007"/>
                <a:gd name="csY180" fmla="*/ 301952 h 376815"/>
                <a:gd name="csX181" fmla="*/ 557920 w 2878007"/>
                <a:gd name="csY181" fmla="*/ 304054 h 376815"/>
                <a:gd name="csX182" fmla="*/ 542757 w 2878007"/>
                <a:gd name="csY182" fmla="*/ 306058 h 376815"/>
                <a:gd name="csX183" fmla="*/ 527592 w 2878007"/>
                <a:gd name="csY183" fmla="*/ 307963 h 376815"/>
                <a:gd name="csX184" fmla="*/ 512428 w 2878007"/>
                <a:gd name="csY184" fmla="*/ 309770 h 376815"/>
                <a:gd name="csX185" fmla="*/ 506223 w 2878007"/>
                <a:gd name="csY185" fmla="*/ 310493 h 376815"/>
                <a:gd name="csX186" fmla="*/ 497263 w 2878007"/>
                <a:gd name="csY186" fmla="*/ 311807 h 376815"/>
                <a:gd name="csX187" fmla="*/ 482100 w 2878007"/>
                <a:gd name="csY187" fmla="*/ 313975 h 376815"/>
                <a:gd name="csX188" fmla="*/ 466937 w 2878007"/>
                <a:gd name="csY188" fmla="*/ 316028 h 376815"/>
                <a:gd name="csX189" fmla="*/ 451772 w 2878007"/>
                <a:gd name="csY189" fmla="*/ 317999 h 376815"/>
                <a:gd name="csX190" fmla="*/ 436609 w 2878007"/>
                <a:gd name="csY190" fmla="*/ 319839 h 376815"/>
                <a:gd name="csX191" fmla="*/ 421644 w 2878007"/>
                <a:gd name="csY191" fmla="*/ 321547 h 376815"/>
                <a:gd name="csX192" fmla="*/ 421444 w 2878007"/>
                <a:gd name="csY192" fmla="*/ 321579 h 376815"/>
                <a:gd name="csX193" fmla="*/ 406280 w 2878007"/>
                <a:gd name="csY193" fmla="*/ 323846 h 376815"/>
                <a:gd name="csX194" fmla="*/ 391115 w 2878007"/>
                <a:gd name="csY194" fmla="*/ 325981 h 376815"/>
                <a:gd name="csX195" fmla="*/ 375952 w 2878007"/>
                <a:gd name="csY195" fmla="*/ 328018 h 376815"/>
                <a:gd name="csX196" fmla="*/ 360789 w 2878007"/>
                <a:gd name="csY196" fmla="*/ 329923 h 376815"/>
                <a:gd name="csX197" fmla="*/ 345624 w 2878007"/>
                <a:gd name="csY197" fmla="*/ 331681 h 376815"/>
                <a:gd name="csX198" fmla="*/ 337461 w 2878007"/>
                <a:gd name="csY198" fmla="*/ 332601 h 376815"/>
                <a:gd name="csX199" fmla="*/ 330461 w 2878007"/>
                <a:gd name="csY199" fmla="*/ 333652 h 376815"/>
                <a:gd name="csX200" fmla="*/ 315296 w 2878007"/>
                <a:gd name="csY200" fmla="*/ 335902 h 376815"/>
                <a:gd name="csX201" fmla="*/ 300132 w 2878007"/>
                <a:gd name="csY201" fmla="*/ 338021 h 376815"/>
                <a:gd name="csX202" fmla="*/ 284969 w 2878007"/>
                <a:gd name="csY202" fmla="*/ 339992 h 376815"/>
                <a:gd name="csX203" fmla="*/ 269804 w 2878007"/>
                <a:gd name="csY203" fmla="*/ 341815 h 376815"/>
                <a:gd name="csX204" fmla="*/ 254641 w 2878007"/>
                <a:gd name="csY204" fmla="*/ 343474 h 376815"/>
                <a:gd name="csX205" fmla="*/ 252933 w 2878007"/>
                <a:gd name="csY205" fmla="*/ 343654 h 376815"/>
                <a:gd name="csX206" fmla="*/ 239476 w 2878007"/>
                <a:gd name="csY206" fmla="*/ 345757 h 376815"/>
                <a:gd name="csX207" fmla="*/ 224312 w 2878007"/>
                <a:gd name="csY207" fmla="*/ 347991 h 376815"/>
                <a:gd name="csX208" fmla="*/ 209149 w 2878007"/>
                <a:gd name="csY208" fmla="*/ 350060 h 376815"/>
                <a:gd name="csX209" fmla="*/ 193984 w 2878007"/>
                <a:gd name="csY209" fmla="*/ 351965 h 376815"/>
                <a:gd name="csX210" fmla="*/ 178821 w 2878007"/>
                <a:gd name="csY210" fmla="*/ 353657 h 376815"/>
                <a:gd name="csX211" fmla="*/ 168710 w 2878007"/>
                <a:gd name="csY211" fmla="*/ 354708 h 376815"/>
                <a:gd name="csX212" fmla="*/ 163656 w 2878007"/>
                <a:gd name="csY212" fmla="*/ 355497 h 376815"/>
                <a:gd name="csX213" fmla="*/ 148493 w 2878007"/>
                <a:gd name="csY213" fmla="*/ 357927 h 376815"/>
                <a:gd name="csX214" fmla="*/ 133329 w 2878007"/>
                <a:gd name="csY214" fmla="*/ 360145 h 376815"/>
                <a:gd name="csX215" fmla="*/ 118164 w 2878007"/>
                <a:gd name="csY215" fmla="*/ 362165 h 376815"/>
                <a:gd name="csX216" fmla="*/ 103001 w 2878007"/>
                <a:gd name="csY216" fmla="*/ 363922 h 376815"/>
                <a:gd name="csX217" fmla="*/ 87836 w 2878007"/>
                <a:gd name="csY217" fmla="*/ 365417 h 376815"/>
                <a:gd name="csX218" fmla="*/ 84351 w 2878007"/>
                <a:gd name="csY218" fmla="*/ 365762 h 376815"/>
                <a:gd name="csX219" fmla="*/ 72673 w 2878007"/>
                <a:gd name="csY219" fmla="*/ 367766 h 376815"/>
                <a:gd name="csX220" fmla="*/ 57510 w 2878007"/>
                <a:gd name="csY220" fmla="*/ 370246 h 376815"/>
                <a:gd name="csX221" fmla="*/ 42345 w 2878007"/>
                <a:gd name="csY221" fmla="*/ 372447 h 376815"/>
                <a:gd name="csX222" fmla="*/ 27181 w 2878007"/>
                <a:gd name="csY222" fmla="*/ 374336 h 376815"/>
                <a:gd name="csX223" fmla="*/ 12016 w 2878007"/>
                <a:gd name="csY223" fmla="*/ 375847 h 376815"/>
                <a:gd name="csX224" fmla="*/ 0 w 2878007"/>
                <a:gd name="csY224" fmla="*/ 376816 h 376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2878007" h="376815">
                  <a:moveTo>
                    <a:pt x="2878008" y="0"/>
                  </a:moveTo>
                  <a:lnTo>
                    <a:pt x="2869631" y="1068"/>
                  </a:lnTo>
                  <a:lnTo>
                    <a:pt x="2862848" y="1971"/>
                  </a:lnTo>
                  <a:lnTo>
                    <a:pt x="2847671" y="3991"/>
                  </a:lnTo>
                  <a:lnTo>
                    <a:pt x="2832511" y="6011"/>
                  </a:lnTo>
                  <a:lnTo>
                    <a:pt x="2817351" y="7982"/>
                  </a:lnTo>
                  <a:lnTo>
                    <a:pt x="2802191" y="9937"/>
                  </a:lnTo>
                  <a:lnTo>
                    <a:pt x="2787031" y="11875"/>
                  </a:lnTo>
                  <a:lnTo>
                    <a:pt x="2785191" y="12121"/>
                  </a:lnTo>
                  <a:lnTo>
                    <a:pt x="2771855" y="13912"/>
                  </a:lnTo>
                  <a:lnTo>
                    <a:pt x="2756695" y="15932"/>
                  </a:lnTo>
                  <a:lnTo>
                    <a:pt x="2741535" y="17919"/>
                  </a:lnTo>
                  <a:lnTo>
                    <a:pt x="2726375" y="19890"/>
                  </a:lnTo>
                  <a:lnTo>
                    <a:pt x="2711198" y="21845"/>
                  </a:lnTo>
                  <a:lnTo>
                    <a:pt x="2700801" y="23159"/>
                  </a:lnTo>
                  <a:lnTo>
                    <a:pt x="2696038" y="23799"/>
                  </a:lnTo>
                  <a:lnTo>
                    <a:pt x="2680878" y="25836"/>
                  </a:lnTo>
                  <a:lnTo>
                    <a:pt x="2665718" y="27840"/>
                  </a:lnTo>
                  <a:lnTo>
                    <a:pt x="2650542" y="29827"/>
                  </a:lnTo>
                  <a:lnTo>
                    <a:pt x="2635382" y="31798"/>
                  </a:lnTo>
                  <a:lnTo>
                    <a:pt x="2620222" y="33720"/>
                  </a:lnTo>
                  <a:lnTo>
                    <a:pt x="2616378" y="34213"/>
                  </a:lnTo>
                  <a:lnTo>
                    <a:pt x="2605062" y="35740"/>
                  </a:lnTo>
                  <a:lnTo>
                    <a:pt x="2589885" y="37760"/>
                  </a:lnTo>
                  <a:lnTo>
                    <a:pt x="2574725" y="39764"/>
                  </a:lnTo>
                  <a:lnTo>
                    <a:pt x="2559565" y="41735"/>
                  </a:lnTo>
                  <a:lnTo>
                    <a:pt x="2544405" y="43690"/>
                  </a:lnTo>
                  <a:lnTo>
                    <a:pt x="2531972" y="45266"/>
                  </a:lnTo>
                  <a:lnTo>
                    <a:pt x="2529229" y="45628"/>
                  </a:lnTo>
                  <a:lnTo>
                    <a:pt x="2514069" y="47681"/>
                  </a:lnTo>
                  <a:lnTo>
                    <a:pt x="2498909" y="49685"/>
                  </a:lnTo>
                  <a:lnTo>
                    <a:pt x="2483749" y="51672"/>
                  </a:lnTo>
                  <a:lnTo>
                    <a:pt x="2468572" y="53643"/>
                  </a:lnTo>
                  <a:lnTo>
                    <a:pt x="2453412" y="55581"/>
                  </a:lnTo>
                  <a:lnTo>
                    <a:pt x="2447565" y="56320"/>
                  </a:lnTo>
                  <a:lnTo>
                    <a:pt x="2438252" y="57569"/>
                  </a:lnTo>
                  <a:lnTo>
                    <a:pt x="2423092" y="59605"/>
                  </a:lnTo>
                  <a:lnTo>
                    <a:pt x="2407932" y="61609"/>
                  </a:lnTo>
                  <a:lnTo>
                    <a:pt x="2392756" y="63580"/>
                  </a:lnTo>
                  <a:lnTo>
                    <a:pt x="2377596" y="65535"/>
                  </a:lnTo>
                  <a:lnTo>
                    <a:pt x="2363126" y="67374"/>
                  </a:lnTo>
                  <a:lnTo>
                    <a:pt x="2362436" y="67456"/>
                  </a:lnTo>
                  <a:lnTo>
                    <a:pt x="2347276" y="69509"/>
                  </a:lnTo>
                  <a:lnTo>
                    <a:pt x="2332099" y="71530"/>
                  </a:lnTo>
                  <a:lnTo>
                    <a:pt x="2316939" y="73517"/>
                  </a:lnTo>
                  <a:lnTo>
                    <a:pt x="2301779" y="75488"/>
                  </a:lnTo>
                  <a:lnTo>
                    <a:pt x="2286619" y="77426"/>
                  </a:lnTo>
                  <a:lnTo>
                    <a:pt x="2278752" y="78428"/>
                  </a:lnTo>
                  <a:lnTo>
                    <a:pt x="2271443" y="79413"/>
                  </a:lnTo>
                  <a:lnTo>
                    <a:pt x="2256283" y="81450"/>
                  </a:lnTo>
                  <a:lnTo>
                    <a:pt x="2241123" y="83454"/>
                  </a:lnTo>
                  <a:lnTo>
                    <a:pt x="2225963" y="85425"/>
                  </a:lnTo>
                  <a:lnTo>
                    <a:pt x="2210786" y="87379"/>
                  </a:lnTo>
                  <a:lnTo>
                    <a:pt x="2195626" y="89301"/>
                  </a:lnTo>
                  <a:lnTo>
                    <a:pt x="2194312" y="89482"/>
                  </a:lnTo>
                  <a:lnTo>
                    <a:pt x="2180466" y="91338"/>
                  </a:lnTo>
                  <a:lnTo>
                    <a:pt x="2165306" y="93374"/>
                  </a:lnTo>
                  <a:lnTo>
                    <a:pt x="2150130" y="95362"/>
                  </a:lnTo>
                  <a:lnTo>
                    <a:pt x="2134970" y="97333"/>
                  </a:lnTo>
                  <a:lnTo>
                    <a:pt x="2119810" y="99271"/>
                  </a:lnTo>
                  <a:lnTo>
                    <a:pt x="2109922" y="100519"/>
                  </a:lnTo>
                  <a:lnTo>
                    <a:pt x="2104650" y="101242"/>
                  </a:lnTo>
                  <a:lnTo>
                    <a:pt x="2089473" y="103279"/>
                  </a:lnTo>
                  <a:lnTo>
                    <a:pt x="2074313" y="105299"/>
                  </a:lnTo>
                  <a:lnTo>
                    <a:pt x="2059153" y="107286"/>
                  </a:lnTo>
                  <a:lnTo>
                    <a:pt x="2043993" y="109241"/>
                  </a:lnTo>
                  <a:lnTo>
                    <a:pt x="2028833" y="111162"/>
                  </a:lnTo>
                  <a:lnTo>
                    <a:pt x="2025499" y="111573"/>
                  </a:lnTo>
                  <a:lnTo>
                    <a:pt x="2013657" y="113183"/>
                  </a:lnTo>
                  <a:lnTo>
                    <a:pt x="1998497" y="115219"/>
                  </a:lnTo>
                  <a:lnTo>
                    <a:pt x="1983337" y="117223"/>
                  </a:lnTo>
                  <a:lnTo>
                    <a:pt x="1968176" y="119178"/>
                  </a:lnTo>
                  <a:lnTo>
                    <a:pt x="1953000" y="121116"/>
                  </a:lnTo>
                  <a:lnTo>
                    <a:pt x="1941092" y="122627"/>
                  </a:lnTo>
                  <a:lnTo>
                    <a:pt x="1937840" y="123070"/>
                  </a:lnTo>
                  <a:lnTo>
                    <a:pt x="1922680" y="125123"/>
                  </a:lnTo>
                  <a:lnTo>
                    <a:pt x="1907520" y="127144"/>
                  </a:lnTo>
                  <a:lnTo>
                    <a:pt x="1892344" y="129131"/>
                  </a:lnTo>
                  <a:lnTo>
                    <a:pt x="1877184" y="131086"/>
                  </a:lnTo>
                  <a:lnTo>
                    <a:pt x="1862023" y="133007"/>
                  </a:lnTo>
                  <a:lnTo>
                    <a:pt x="1856702" y="133681"/>
                  </a:lnTo>
                  <a:lnTo>
                    <a:pt x="1846863" y="135011"/>
                  </a:lnTo>
                  <a:lnTo>
                    <a:pt x="1831687" y="137048"/>
                  </a:lnTo>
                  <a:lnTo>
                    <a:pt x="1816527" y="139068"/>
                  </a:lnTo>
                  <a:lnTo>
                    <a:pt x="1801367" y="141039"/>
                  </a:lnTo>
                  <a:lnTo>
                    <a:pt x="1786207" y="142977"/>
                  </a:lnTo>
                  <a:lnTo>
                    <a:pt x="1772246" y="144735"/>
                  </a:lnTo>
                  <a:lnTo>
                    <a:pt x="1771031" y="144899"/>
                  </a:lnTo>
                  <a:lnTo>
                    <a:pt x="1755870" y="146952"/>
                  </a:lnTo>
                  <a:lnTo>
                    <a:pt x="1740710" y="148989"/>
                  </a:lnTo>
                  <a:lnTo>
                    <a:pt x="1725550" y="150976"/>
                  </a:lnTo>
                  <a:lnTo>
                    <a:pt x="1710374" y="152931"/>
                  </a:lnTo>
                  <a:lnTo>
                    <a:pt x="1695214" y="154852"/>
                  </a:lnTo>
                  <a:lnTo>
                    <a:pt x="1687889" y="155788"/>
                  </a:lnTo>
                  <a:lnTo>
                    <a:pt x="1680054" y="156840"/>
                  </a:lnTo>
                  <a:lnTo>
                    <a:pt x="1664894" y="158893"/>
                  </a:lnTo>
                  <a:lnTo>
                    <a:pt x="1649734" y="160913"/>
                  </a:lnTo>
                  <a:lnTo>
                    <a:pt x="1634557" y="162884"/>
                  </a:lnTo>
                  <a:lnTo>
                    <a:pt x="1619397" y="164822"/>
                  </a:lnTo>
                  <a:lnTo>
                    <a:pt x="1604237" y="166727"/>
                  </a:lnTo>
                  <a:lnTo>
                    <a:pt x="1603416" y="166826"/>
                  </a:lnTo>
                  <a:lnTo>
                    <a:pt x="1589077" y="168797"/>
                  </a:lnTo>
                  <a:lnTo>
                    <a:pt x="1573901" y="170834"/>
                  </a:lnTo>
                  <a:lnTo>
                    <a:pt x="1558741" y="172837"/>
                  </a:lnTo>
                  <a:lnTo>
                    <a:pt x="1543581" y="174792"/>
                  </a:lnTo>
                  <a:lnTo>
                    <a:pt x="1528421" y="176714"/>
                  </a:lnTo>
                  <a:lnTo>
                    <a:pt x="1519059" y="177880"/>
                  </a:lnTo>
                  <a:lnTo>
                    <a:pt x="1513244" y="178684"/>
                  </a:lnTo>
                  <a:lnTo>
                    <a:pt x="1498084" y="180737"/>
                  </a:lnTo>
                  <a:lnTo>
                    <a:pt x="1482924" y="182758"/>
                  </a:lnTo>
                  <a:lnTo>
                    <a:pt x="1467764" y="184745"/>
                  </a:lnTo>
                  <a:lnTo>
                    <a:pt x="1452588" y="186683"/>
                  </a:lnTo>
                  <a:lnTo>
                    <a:pt x="1437428" y="188589"/>
                  </a:lnTo>
                  <a:lnTo>
                    <a:pt x="1434619" y="188933"/>
                  </a:lnTo>
                  <a:lnTo>
                    <a:pt x="1422268" y="190625"/>
                  </a:lnTo>
                  <a:lnTo>
                    <a:pt x="1407108" y="192678"/>
                  </a:lnTo>
                  <a:lnTo>
                    <a:pt x="1391931" y="194682"/>
                  </a:lnTo>
                  <a:lnTo>
                    <a:pt x="1376771" y="196653"/>
                  </a:lnTo>
                  <a:lnTo>
                    <a:pt x="1361611" y="198575"/>
                  </a:lnTo>
                  <a:lnTo>
                    <a:pt x="1350229" y="199987"/>
                  </a:lnTo>
                  <a:lnTo>
                    <a:pt x="1346451" y="200496"/>
                  </a:lnTo>
                  <a:lnTo>
                    <a:pt x="1331275" y="202582"/>
                  </a:lnTo>
                  <a:lnTo>
                    <a:pt x="1316115" y="204619"/>
                  </a:lnTo>
                  <a:lnTo>
                    <a:pt x="1300955" y="206606"/>
                  </a:lnTo>
                  <a:lnTo>
                    <a:pt x="1285795" y="208545"/>
                  </a:lnTo>
                  <a:lnTo>
                    <a:pt x="1270618" y="210433"/>
                  </a:lnTo>
                  <a:lnTo>
                    <a:pt x="1265822" y="211041"/>
                  </a:lnTo>
                  <a:lnTo>
                    <a:pt x="1255458" y="212470"/>
                  </a:lnTo>
                  <a:lnTo>
                    <a:pt x="1240298" y="214523"/>
                  </a:lnTo>
                  <a:lnTo>
                    <a:pt x="1225138" y="216543"/>
                  </a:lnTo>
                  <a:lnTo>
                    <a:pt x="1209978" y="218514"/>
                  </a:lnTo>
                  <a:lnTo>
                    <a:pt x="1194802" y="220436"/>
                  </a:lnTo>
                  <a:lnTo>
                    <a:pt x="1181383" y="222095"/>
                  </a:lnTo>
                  <a:lnTo>
                    <a:pt x="1179642" y="222325"/>
                  </a:lnTo>
                  <a:lnTo>
                    <a:pt x="1164482" y="224427"/>
                  </a:lnTo>
                  <a:lnTo>
                    <a:pt x="1149322" y="226480"/>
                  </a:lnTo>
                  <a:lnTo>
                    <a:pt x="1134145" y="228468"/>
                  </a:lnTo>
                  <a:lnTo>
                    <a:pt x="1118985" y="230406"/>
                  </a:lnTo>
                  <a:lnTo>
                    <a:pt x="1103825" y="232295"/>
                  </a:lnTo>
                  <a:lnTo>
                    <a:pt x="1097026" y="233149"/>
                  </a:lnTo>
                  <a:lnTo>
                    <a:pt x="1088665" y="234299"/>
                  </a:lnTo>
                  <a:lnTo>
                    <a:pt x="1073489" y="236384"/>
                  </a:lnTo>
                  <a:lnTo>
                    <a:pt x="1058329" y="238405"/>
                  </a:lnTo>
                  <a:lnTo>
                    <a:pt x="1043167" y="240376"/>
                  </a:lnTo>
                  <a:lnTo>
                    <a:pt x="1028002" y="242297"/>
                  </a:lnTo>
                  <a:lnTo>
                    <a:pt x="1012839" y="244153"/>
                  </a:lnTo>
                  <a:lnTo>
                    <a:pt x="1012528" y="244186"/>
                  </a:lnTo>
                  <a:lnTo>
                    <a:pt x="997676" y="246272"/>
                  </a:lnTo>
                  <a:lnTo>
                    <a:pt x="982511" y="248325"/>
                  </a:lnTo>
                  <a:lnTo>
                    <a:pt x="967347" y="250345"/>
                  </a:lnTo>
                  <a:lnTo>
                    <a:pt x="952182" y="252284"/>
                  </a:lnTo>
                  <a:lnTo>
                    <a:pt x="937019" y="254173"/>
                  </a:lnTo>
                  <a:lnTo>
                    <a:pt x="928215" y="255240"/>
                  </a:lnTo>
                  <a:lnTo>
                    <a:pt x="921856" y="256127"/>
                  </a:lnTo>
                  <a:lnTo>
                    <a:pt x="906691" y="258229"/>
                  </a:lnTo>
                  <a:lnTo>
                    <a:pt x="891528" y="260282"/>
                  </a:lnTo>
                  <a:lnTo>
                    <a:pt x="876363" y="262253"/>
                  </a:lnTo>
                  <a:lnTo>
                    <a:pt x="861199" y="264175"/>
                  </a:lnTo>
                  <a:lnTo>
                    <a:pt x="846036" y="266015"/>
                  </a:lnTo>
                  <a:lnTo>
                    <a:pt x="843758" y="266294"/>
                  </a:lnTo>
                  <a:lnTo>
                    <a:pt x="830871" y="268117"/>
                  </a:lnTo>
                  <a:lnTo>
                    <a:pt x="815708" y="270203"/>
                  </a:lnTo>
                  <a:lnTo>
                    <a:pt x="800543" y="272223"/>
                  </a:lnTo>
                  <a:lnTo>
                    <a:pt x="785379" y="274161"/>
                  </a:lnTo>
                  <a:lnTo>
                    <a:pt x="770216" y="276034"/>
                  </a:lnTo>
                  <a:lnTo>
                    <a:pt x="759389" y="277348"/>
                  </a:lnTo>
                  <a:lnTo>
                    <a:pt x="755051" y="277955"/>
                  </a:lnTo>
                  <a:lnTo>
                    <a:pt x="739888" y="280091"/>
                  </a:lnTo>
                  <a:lnTo>
                    <a:pt x="724723" y="282160"/>
                  </a:lnTo>
                  <a:lnTo>
                    <a:pt x="709560" y="284148"/>
                  </a:lnTo>
                  <a:lnTo>
                    <a:pt x="694396" y="286053"/>
                  </a:lnTo>
                  <a:lnTo>
                    <a:pt x="679231" y="287892"/>
                  </a:lnTo>
                  <a:lnTo>
                    <a:pt x="674991" y="288402"/>
                  </a:lnTo>
                  <a:lnTo>
                    <a:pt x="664068" y="289962"/>
                  </a:lnTo>
                  <a:lnTo>
                    <a:pt x="648903" y="292081"/>
                  </a:lnTo>
                  <a:lnTo>
                    <a:pt x="633740" y="294117"/>
                  </a:lnTo>
                  <a:lnTo>
                    <a:pt x="618577" y="296072"/>
                  </a:lnTo>
                  <a:lnTo>
                    <a:pt x="603412" y="297928"/>
                  </a:lnTo>
                  <a:lnTo>
                    <a:pt x="590540" y="299455"/>
                  </a:lnTo>
                  <a:lnTo>
                    <a:pt x="588248" y="299768"/>
                  </a:lnTo>
                  <a:lnTo>
                    <a:pt x="573083" y="301952"/>
                  </a:lnTo>
                  <a:lnTo>
                    <a:pt x="557920" y="304054"/>
                  </a:lnTo>
                  <a:lnTo>
                    <a:pt x="542757" y="306058"/>
                  </a:lnTo>
                  <a:lnTo>
                    <a:pt x="527592" y="307963"/>
                  </a:lnTo>
                  <a:lnTo>
                    <a:pt x="512428" y="309770"/>
                  </a:lnTo>
                  <a:lnTo>
                    <a:pt x="506223" y="310493"/>
                  </a:lnTo>
                  <a:lnTo>
                    <a:pt x="497263" y="311807"/>
                  </a:lnTo>
                  <a:lnTo>
                    <a:pt x="482100" y="313975"/>
                  </a:lnTo>
                  <a:lnTo>
                    <a:pt x="466937" y="316028"/>
                  </a:lnTo>
                  <a:lnTo>
                    <a:pt x="451772" y="317999"/>
                  </a:lnTo>
                  <a:lnTo>
                    <a:pt x="436609" y="319839"/>
                  </a:lnTo>
                  <a:lnTo>
                    <a:pt x="421644" y="321547"/>
                  </a:lnTo>
                  <a:lnTo>
                    <a:pt x="421444" y="321579"/>
                  </a:lnTo>
                  <a:lnTo>
                    <a:pt x="406280" y="323846"/>
                  </a:lnTo>
                  <a:lnTo>
                    <a:pt x="391115" y="325981"/>
                  </a:lnTo>
                  <a:lnTo>
                    <a:pt x="375952" y="328018"/>
                  </a:lnTo>
                  <a:lnTo>
                    <a:pt x="360789" y="329923"/>
                  </a:lnTo>
                  <a:lnTo>
                    <a:pt x="345624" y="331681"/>
                  </a:lnTo>
                  <a:lnTo>
                    <a:pt x="337461" y="332601"/>
                  </a:lnTo>
                  <a:lnTo>
                    <a:pt x="330461" y="333652"/>
                  </a:lnTo>
                  <a:lnTo>
                    <a:pt x="315296" y="335902"/>
                  </a:lnTo>
                  <a:lnTo>
                    <a:pt x="300132" y="338021"/>
                  </a:lnTo>
                  <a:lnTo>
                    <a:pt x="284969" y="339992"/>
                  </a:lnTo>
                  <a:lnTo>
                    <a:pt x="269804" y="341815"/>
                  </a:lnTo>
                  <a:lnTo>
                    <a:pt x="254641" y="343474"/>
                  </a:lnTo>
                  <a:lnTo>
                    <a:pt x="252933" y="343654"/>
                  </a:lnTo>
                  <a:lnTo>
                    <a:pt x="239476" y="345757"/>
                  </a:lnTo>
                  <a:lnTo>
                    <a:pt x="224312" y="347991"/>
                  </a:lnTo>
                  <a:lnTo>
                    <a:pt x="209149" y="350060"/>
                  </a:lnTo>
                  <a:lnTo>
                    <a:pt x="193984" y="351965"/>
                  </a:lnTo>
                  <a:lnTo>
                    <a:pt x="178821" y="353657"/>
                  </a:lnTo>
                  <a:lnTo>
                    <a:pt x="168710" y="354708"/>
                  </a:lnTo>
                  <a:lnTo>
                    <a:pt x="163656" y="355497"/>
                  </a:lnTo>
                  <a:lnTo>
                    <a:pt x="148493" y="357927"/>
                  </a:lnTo>
                  <a:lnTo>
                    <a:pt x="133329" y="360145"/>
                  </a:lnTo>
                  <a:lnTo>
                    <a:pt x="118164" y="362165"/>
                  </a:lnTo>
                  <a:lnTo>
                    <a:pt x="103001" y="363922"/>
                  </a:lnTo>
                  <a:lnTo>
                    <a:pt x="87836" y="365417"/>
                  </a:lnTo>
                  <a:lnTo>
                    <a:pt x="84351" y="365762"/>
                  </a:lnTo>
                  <a:lnTo>
                    <a:pt x="72673" y="367766"/>
                  </a:lnTo>
                  <a:lnTo>
                    <a:pt x="57510" y="370246"/>
                  </a:lnTo>
                  <a:lnTo>
                    <a:pt x="42345" y="372447"/>
                  </a:lnTo>
                  <a:lnTo>
                    <a:pt x="27181" y="374336"/>
                  </a:lnTo>
                  <a:lnTo>
                    <a:pt x="12016" y="375847"/>
                  </a:lnTo>
                  <a:lnTo>
                    <a:pt x="0" y="376816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22FB7C7B-175F-DFFB-EE95-4804DE6506AD}"/>
                </a:ext>
              </a:extLst>
            </p:cNvPr>
            <p:cNvSpPr/>
            <p:nvPr/>
          </p:nvSpPr>
          <p:spPr>
            <a:xfrm>
              <a:off x="8323233" y="4735893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68C9D0D9-538F-84A4-8B6F-1062A8DE65FD}"/>
              </a:ext>
            </a:extLst>
          </p:cNvPr>
          <p:cNvGrpSpPr/>
          <p:nvPr/>
        </p:nvGrpSpPr>
        <p:grpSpPr>
          <a:xfrm>
            <a:off x="5322866" y="4259872"/>
            <a:ext cx="3118625" cy="485087"/>
            <a:chOff x="5322866" y="4259872"/>
            <a:chExt cx="3118625" cy="485087"/>
          </a:xfrm>
        </p:grpSpPr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210AD613-CE71-AB42-9A4D-362AE138EF52}"/>
                </a:ext>
              </a:extLst>
            </p:cNvPr>
            <p:cNvSpPr/>
            <p:nvPr/>
          </p:nvSpPr>
          <p:spPr>
            <a:xfrm>
              <a:off x="5322866" y="4259872"/>
              <a:ext cx="2913939" cy="485087"/>
            </a:xfrm>
            <a:custGeom>
              <a:avLst/>
              <a:gdLst>
                <a:gd name="csX0" fmla="*/ 0 w 2913939"/>
                <a:gd name="csY0" fmla="*/ 485088 h 485087"/>
                <a:gd name="csX1" fmla="*/ 2457 w 2913939"/>
                <a:gd name="csY1" fmla="*/ 484776 h 485087"/>
                <a:gd name="csX2" fmla="*/ 17622 w 2913939"/>
                <a:gd name="csY2" fmla="*/ 483182 h 485087"/>
                <a:gd name="csX3" fmla="*/ 32785 w 2913939"/>
                <a:gd name="csY3" fmla="*/ 481113 h 485087"/>
                <a:gd name="csX4" fmla="*/ 47949 w 2913939"/>
                <a:gd name="csY4" fmla="*/ 478304 h 485087"/>
                <a:gd name="csX5" fmla="*/ 63114 w 2913939"/>
                <a:gd name="csY5" fmla="*/ 474707 h 485087"/>
                <a:gd name="csX6" fmla="*/ 66124 w 2913939"/>
                <a:gd name="csY6" fmla="*/ 474034 h 485087"/>
                <a:gd name="csX7" fmla="*/ 78277 w 2913939"/>
                <a:gd name="csY7" fmla="*/ 472605 h 485087"/>
                <a:gd name="csX8" fmla="*/ 93442 w 2913939"/>
                <a:gd name="csY8" fmla="*/ 470552 h 485087"/>
                <a:gd name="csX9" fmla="*/ 108605 w 2913939"/>
                <a:gd name="csY9" fmla="*/ 468006 h 485087"/>
                <a:gd name="csX10" fmla="*/ 123769 w 2913939"/>
                <a:gd name="csY10" fmla="*/ 464918 h 485087"/>
                <a:gd name="csX11" fmla="*/ 132644 w 2913939"/>
                <a:gd name="csY11" fmla="*/ 462980 h 485087"/>
                <a:gd name="csX12" fmla="*/ 138933 w 2913939"/>
                <a:gd name="csY12" fmla="*/ 462159 h 485087"/>
                <a:gd name="csX13" fmla="*/ 154097 w 2913939"/>
                <a:gd name="csY13" fmla="*/ 460122 h 485087"/>
                <a:gd name="csX14" fmla="*/ 169262 w 2913939"/>
                <a:gd name="csY14" fmla="*/ 457741 h 485087"/>
                <a:gd name="csX15" fmla="*/ 184425 w 2913939"/>
                <a:gd name="csY15" fmla="*/ 454932 h 485087"/>
                <a:gd name="csX16" fmla="*/ 198608 w 2913939"/>
                <a:gd name="csY16" fmla="*/ 451926 h 485087"/>
                <a:gd name="csX17" fmla="*/ 199588 w 2913939"/>
                <a:gd name="csY17" fmla="*/ 451795 h 485087"/>
                <a:gd name="csX18" fmla="*/ 214753 w 2913939"/>
                <a:gd name="csY18" fmla="*/ 449774 h 485087"/>
                <a:gd name="csX19" fmla="*/ 229917 w 2913939"/>
                <a:gd name="csY19" fmla="*/ 447475 h 485087"/>
                <a:gd name="csX20" fmla="*/ 245082 w 2913939"/>
                <a:gd name="csY20" fmla="*/ 444847 h 485087"/>
                <a:gd name="csX21" fmla="*/ 260245 w 2913939"/>
                <a:gd name="csY21" fmla="*/ 441858 h 485087"/>
                <a:gd name="csX22" fmla="*/ 265208 w 2913939"/>
                <a:gd name="csY22" fmla="*/ 440872 h 485087"/>
                <a:gd name="csX23" fmla="*/ 275408 w 2913939"/>
                <a:gd name="csY23" fmla="*/ 439460 h 485087"/>
                <a:gd name="csX24" fmla="*/ 290573 w 2913939"/>
                <a:gd name="csY24" fmla="*/ 437226 h 485087"/>
                <a:gd name="csX25" fmla="*/ 305736 w 2913939"/>
                <a:gd name="csY25" fmla="*/ 434713 h 485087"/>
                <a:gd name="csX26" fmla="*/ 320901 w 2913939"/>
                <a:gd name="csY26" fmla="*/ 431921 h 485087"/>
                <a:gd name="csX27" fmla="*/ 331561 w 2913939"/>
                <a:gd name="csY27" fmla="*/ 429819 h 485087"/>
                <a:gd name="csX28" fmla="*/ 336065 w 2913939"/>
                <a:gd name="csY28" fmla="*/ 429178 h 485087"/>
                <a:gd name="csX29" fmla="*/ 351228 w 2913939"/>
                <a:gd name="csY29" fmla="*/ 426977 h 485087"/>
                <a:gd name="csX30" fmla="*/ 366393 w 2913939"/>
                <a:gd name="csY30" fmla="*/ 424563 h 485087"/>
                <a:gd name="csX31" fmla="*/ 381556 w 2913939"/>
                <a:gd name="csY31" fmla="*/ 421902 h 485087"/>
                <a:gd name="csX32" fmla="*/ 396721 w 2913939"/>
                <a:gd name="csY32" fmla="*/ 418962 h 485087"/>
                <a:gd name="csX33" fmla="*/ 397751 w 2913939"/>
                <a:gd name="csY33" fmla="*/ 418765 h 485087"/>
                <a:gd name="csX34" fmla="*/ 411885 w 2913939"/>
                <a:gd name="csY34" fmla="*/ 416744 h 485087"/>
                <a:gd name="csX35" fmla="*/ 427048 w 2913939"/>
                <a:gd name="csY35" fmla="*/ 414396 h 485087"/>
                <a:gd name="csX36" fmla="*/ 442213 w 2913939"/>
                <a:gd name="csY36" fmla="*/ 411817 h 485087"/>
                <a:gd name="csX37" fmla="*/ 457376 w 2913939"/>
                <a:gd name="csY37" fmla="*/ 409025 h 485087"/>
                <a:gd name="csX38" fmla="*/ 464327 w 2913939"/>
                <a:gd name="csY38" fmla="*/ 407727 h 485087"/>
                <a:gd name="csX39" fmla="*/ 472541 w 2913939"/>
                <a:gd name="csY39" fmla="*/ 406512 h 485087"/>
                <a:gd name="csX40" fmla="*/ 487704 w 2913939"/>
                <a:gd name="csY40" fmla="*/ 404212 h 485087"/>
                <a:gd name="csX41" fmla="*/ 502869 w 2913939"/>
                <a:gd name="csY41" fmla="*/ 401716 h 485087"/>
                <a:gd name="csX42" fmla="*/ 518033 w 2913939"/>
                <a:gd name="csY42" fmla="*/ 399022 h 485087"/>
                <a:gd name="csX43" fmla="*/ 530611 w 2913939"/>
                <a:gd name="csY43" fmla="*/ 396673 h 485087"/>
                <a:gd name="csX44" fmla="*/ 533196 w 2913939"/>
                <a:gd name="csY44" fmla="*/ 396279 h 485087"/>
                <a:gd name="csX45" fmla="*/ 548361 w 2913939"/>
                <a:gd name="csY45" fmla="*/ 394013 h 485087"/>
                <a:gd name="csX46" fmla="*/ 563524 w 2913939"/>
                <a:gd name="csY46" fmla="*/ 391582 h 485087"/>
                <a:gd name="csX47" fmla="*/ 578689 w 2913939"/>
                <a:gd name="csY47" fmla="*/ 388987 h 485087"/>
                <a:gd name="csX48" fmla="*/ 593852 w 2913939"/>
                <a:gd name="csY48" fmla="*/ 386194 h 485087"/>
                <a:gd name="csX49" fmla="*/ 597008 w 2913939"/>
                <a:gd name="csY49" fmla="*/ 385620 h 485087"/>
                <a:gd name="csX50" fmla="*/ 609016 w 2913939"/>
                <a:gd name="csY50" fmla="*/ 383829 h 485087"/>
                <a:gd name="csX51" fmla="*/ 624181 w 2913939"/>
                <a:gd name="csY51" fmla="*/ 381448 h 485087"/>
                <a:gd name="csX52" fmla="*/ 639344 w 2913939"/>
                <a:gd name="csY52" fmla="*/ 378902 h 485087"/>
                <a:gd name="csX53" fmla="*/ 654509 w 2913939"/>
                <a:gd name="csY53" fmla="*/ 376208 h 485087"/>
                <a:gd name="csX54" fmla="*/ 663457 w 2913939"/>
                <a:gd name="csY54" fmla="*/ 374566 h 485087"/>
                <a:gd name="csX55" fmla="*/ 669672 w 2913939"/>
                <a:gd name="csY55" fmla="*/ 373629 h 485087"/>
                <a:gd name="csX56" fmla="*/ 684836 w 2913939"/>
                <a:gd name="csY56" fmla="*/ 371281 h 485087"/>
                <a:gd name="csX57" fmla="*/ 700000 w 2913939"/>
                <a:gd name="csY57" fmla="*/ 368801 h 485087"/>
                <a:gd name="csX58" fmla="*/ 715164 w 2913939"/>
                <a:gd name="csY58" fmla="*/ 366173 h 485087"/>
                <a:gd name="csX59" fmla="*/ 729701 w 2913939"/>
                <a:gd name="csY59" fmla="*/ 363512 h 485087"/>
                <a:gd name="csX60" fmla="*/ 730329 w 2913939"/>
                <a:gd name="csY60" fmla="*/ 363413 h 485087"/>
                <a:gd name="csX61" fmla="*/ 745492 w 2913939"/>
                <a:gd name="csY61" fmla="*/ 361114 h 485087"/>
                <a:gd name="csX62" fmla="*/ 760655 w 2913939"/>
                <a:gd name="csY62" fmla="*/ 358683 h 485087"/>
                <a:gd name="csX63" fmla="*/ 775820 w 2913939"/>
                <a:gd name="csY63" fmla="*/ 356121 h 485087"/>
                <a:gd name="csX64" fmla="*/ 790984 w 2913939"/>
                <a:gd name="csY64" fmla="*/ 353411 h 485087"/>
                <a:gd name="csX65" fmla="*/ 796215 w 2913939"/>
                <a:gd name="csY65" fmla="*/ 352458 h 485087"/>
                <a:gd name="csX66" fmla="*/ 806149 w 2913939"/>
                <a:gd name="csY66" fmla="*/ 350947 h 485087"/>
                <a:gd name="csX67" fmla="*/ 821312 w 2913939"/>
                <a:gd name="csY67" fmla="*/ 348549 h 485087"/>
                <a:gd name="csX68" fmla="*/ 836475 w 2913939"/>
                <a:gd name="csY68" fmla="*/ 346036 h 485087"/>
                <a:gd name="csX69" fmla="*/ 851640 w 2913939"/>
                <a:gd name="csY69" fmla="*/ 343392 h 485087"/>
                <a:gd name="csX70" fmla="*/ 862590 w 2913939"/>
                <a:gd name="csY70" fmla="*/ 341421 h 485087"/>
                <a:gd name="csX71" fmla="*/ 866803 w 2913939"/>
                <a:gd name="csY71" fmla="*/ 340764 h 485087"/>
                <a:gd name="csX72" fmla="*/ 881968 w 2913939"/>
                <a:gd name="csY72" fmla="*/ 338399 h 485087"/>
                <a:gd name="csX73" fmla="*/ 897132 w 2913939"/>
                <a:gd name="csY73" fmla="*/ 335935 h 485087"/>
                <a:gd name="csX74" fmla="*/ 912295 w 2913939"/>
                <a:gd name="csY74" fmla="*/ 333340 h 485087"/>
                <a:gd name="csX75" fmla="*/ 927460 w 2913939"/>
                <a:gd name="csY75" fmla="*/ 330613 h 485087"/>
                <a:gd name="csX76" fmla="*/ 928914 w 2913939"/>
                <a:gd name="csY76" fmla="*/ 330367 h 485087"/>
                <a:gd name="csX77" fmla="*/ 942623 w 2913939"/>
                <a:gd name="csY77" fmla="*/ 328248 h 485087"/>
                <a:gd name="csX78" fmla="*/ 957788 w 2913939"/>
                <a:gd name="csY78" fmla="*/ 325817 h 485087"/>
                <a:gd name="csX79" fmla="*/ 972952 w 2913939"/>
                <a:gd name="csY79" fmla="*/ 323271 h 485087"/>
                <a:gd name="csX80" fmla="*/ 988115 w 2913939"/>
                <a:gd name="csY80" fmla="*/ 320610 h 485087"/>
                <a:gd name="csX81" fmla="*/ 995396 w 2913939"/>
                <a:gd name="csY81" fmla="*/ 319313 h 485087"/>
                <a:gd name="csX82" fmla="*/ 1003280 w 2913939"/>
                <a:gd name="csY82" fmla="*/ 318081 h 485087"/>
                <a:gd name="csX83" fmla="*/ 1018443 w 2913939"/>
                <a:gd name="csY83" fmla="*/ 315683 h 485087"/>
                <a:gd name="csX84" fmla="*/ 1033608 w 2913939"/>
                <a:gd name="csY84" fmla="*/ 313170 h 485087"/>
                <a:gd name="csX85" fmla="*/ 1048771 w 2913939"/>
                <a:gd name="csY85" fmla="*/ 310559 h 485087"/>
                <a:gd name="csX86" fmla="*/ 1061725 w 2913939"/>
                <a:gd name="csY86" fmla="*/ 308259 h 485087"/>
                <a:gd name="csX87" fmla="*/ 1063935 w 2913939"/>
                <a:gd name="csY87" fmla="*/ 307914 h 485087"/>
                <a:gd name="csX88" fmla="*/ 1079100 w 2913939"/>
                <a:gd name="csY88" fmla="*/ 305533 h 485087"/>
                <a:gd name="csX89" fmla="*/ 1094261 w 2913939"/>
                <a:gd name="csY89" fmla="*/ 303069 h 485087"/>
                <a:gd name="csX90" fmla="*/ 1109421 w 2913939"/>
                <a:gd name="csY90" fmla="*/ 300507 h 485087"/>
                <a:gd name="csX91" fmla="*/ 1124598 w 2913939"/>
                <a:gd name="csY91" fmla="*/ 297829 h 485087"/>
                <a:gd name="csX92" fmla="*/ 1128145 w 2913939"/>
                <a:gd name="csY92" fmla="*/ 297205 h 485087"/>
                <a:gd name="csX93" fmla="*/ 1139758 w 2913939"/>
                <a:gd name="csY93" fmla="*/ 295399 h 485087"/>
                <a:gd name="csX94" fmla="*/ 1154918 w 2913939"/>
                <a:gd name="csY94" fmla="*/ 292951 h 485087"/>
                <a:gd name="csX95" fmla="*/ 1170078 w 2913939"/>
                <a:gd name="csY95" fmla="*/ 290422 h 485087"/>
                <a:gd name="csX96" fmla="*/ 1185254 w 2913939"/>
                <a:gd name="csY96" fmla="*/ 287794 h 485087"/>
                <a:gd name="csX97" fmla="*/ 1194567 w 2913939"/>
                <a:gd name="csY97" fmla="*/ 286151 h 485087"/>
                <a:gd name="csX98" fmla="*/ 1200414 w 2913939"/>
                <a:gd name="csY98" fmla="*/ 285232 h 485087"/>
                <a:gd name="csX99" fmla="*/ 1215574 w 2913939"/>
                <a:gd name="csY99" fmla="*/ 282834 h 485087"/>
                <a:gd name="csX100" fmla="*/ 1230734 w 2913939"/>
                <a:gd name="csY100" fmla="*/ 280337 h 485087"/>
                <a:gd name="csX101" fmla="*/ 1245911 w 2913939"/>
                <a:gd name="csY101" fmla="*/ 277742 h 485087"/>
                <a:gd name="csX102" fmla="*/ 1260857 w 2913939"/>
                <a:gd name="csY102" fmla="*/ 275098 h 485087"/>
                <a:gd name="csX103" fmla="*/ 1261071 w 2913939"/>
                <a:gd name="csY103" fmla="*/ 275065 h 485087"/>
                <a:gd name="csX104" fmla="*/ 1276231 w 2913939"/>
                <a:gd name="csY104" fmla="*/ 272683 h 485087"/>
                <a:gd name="csX105" fmla="*/ 1291391 w 2913939"/>
                <a:gd name="csY105" fmla="*/ 270220 h 485087"/>
                <a:gd name="csX106" fmla="*/ 1306551 w 2913939"/>
                <a:gd name="csY106" fmla="*/ 267674 h 485087"/>
                <a:gd name="csX107" fmla="*/ 1321727 w 2913939"/>
                <a:gd name="csY107" fmla="*/ 265046 h 485087"/>
                <a:gd name="csX108" fmla="*/ 1327345 w 2913939"/>
                <a:gd name="csY108" fmla="*/ 264060 h 485087"/>
                <a:gd name="csX109" fmla="*/ 1336887 w 2913939"/>
                <a:gd name="csY109" fmla="*/ 262549 h 485087"/>
                <a:gd name="csX110" fmla="*/ 1352047 w 2913939"/>
                <a:gd name="csY110" fmla="*/ 260102 h 485087"/>
                <a:gd name="csX111" fmla="*/ 1367207 w 2913939"/>
                <a:gd name="csY111" fmla="*/ 257589 h 485087"/>
                <a:gd name="csX112" fmla="*/ 1382384 w 2913939"/>
                <a:gd name="csY112" fmla="*/ 254994 h 485087"/>
                <a:gd name="csX113" fmla="*/ 1393733 w 2913939"/>
                <a:gd name="csY113" fmla="*/ 253006 h 485087"/>
                <a:gd name="csX114" fmla="*/ 1397544 w 2913939"/>
                <a:gd name="csY114" fmla="*/ 252399 h 485087"/>
                <a:gd name="csX115" fmla="*/ 1412704 w 2913939"/>
                <a:gd name="csY115" fmla="*/ 249984 h 485087"/>
                <a:gd name="csX116" fmla="*/ 1427864 w 2913939"/>
                <a:gd name="csY116" fmla="*/ 247488 h 485087"/>
                <a:gd name="csX117" fmla="*/ 1443040 w 2913939"/>
                <a:gd name="csY117" fmla="*/ 244925 h 485087"/>
                <a:gd name="csX118" fmla="*/ 1458200 w 2913939"/>
                <a:gd name="csY118" fmla="*/ 242281 h 485087"/>
                <a:gd name="csX119" fmla="*/ 1460089 w 2913939"/>
                <a:gd name="csY119" fmla="*/ 241953 h 485087"/>
                <a:gd name="csX120" fmla="*/ 1473360 w 2913939"/>
                <a:gd name="csY120" fmla="*/ 239850 h 485087"/>
                <a:gd name="csX121" fmla="*/ 1488520 w 2913939"/>
                <a:gd name="csY121" fmla="*/ 237387 h 485087"/>
                <a:gd name="csX122" fmla="*/ 1503697 w 2913939"/>
                <a:gd name="csY122" fmla="*/ 234857 h 485087"/>
                <a:gd name="csX123" fmla="*/ 1518857 w 2913939"/>
                <a:gd name="csY123" fmla="*/ 232246 h 485087"/>
                <a:gd name="csX124" fmla="*/ 1526543 w 2913939"/>
                <a:gd name="csY124" fmla="*/ 230899 h 485087"/>
                <a:gd name="csX125" fmla="*/ 1534017 w 2913939"/>
                <a:gd name="csY125" fmla="*/ 229716 h 485087"/>
                <a:gd name="csX126" fmla="*/ 1549177 w 2913939"/>
                <a:gd name="csY126" fmla="*/ 227269 h 485087"/>
                <a:gd name="csX127" fmla="*/ 1564353 w 2913939"/>
                <a:gd name="csY127" fmla="*/ 224756 h 485087"/>
                <a:gd name="csX128" fmla="*/ 1579513 w 2913939"/>
                <a:gd name="csY128" fmla="*/ 222177 h 485087"/>
                <a:gd name="csX129" fmla="*/ 1592883 w 2913939"/>
                <a:gd name="csY129" fmla="*/ 219845 h 485087"/>
                <a:gd name="csX130" fmla="*/ 1594673 w 2913939"/>
                <a:gd name="csY130" fmla="*/ 219566 h 485087"/>
                <a:gd name="csX131" fmla="*/ 1609833 w 2913939"/>
                <a:gd name="csY131" fmla="*/ 217151 h 485087"/>
                <a:gd name="csX132" fmla="*/ 1625010 w 2913939"/>
                <a:gd name="csY132" fmla="*/ 214655 h 485087"/>
                <a:gd name="csX133" fmla="*/ 1640170 w 2913939"/>
                <a:gd name="csY133" fmla="*/ 212109 h 485087"/>
                <a:gd name="csX134" fmla="*/ 1655330 w 2913939"/>
                <a:gd name="csY134" fmla="*/ 209481 h 485087"/>
                <a:gd name="csX135" fmla="*/ 1659305 w 2913939"/>
                <a:gd name="csY135" fmla="*/ 208791 h 485087"/>
                <a:gd name="csX136" fmla="*/ 1670490 w 2913939"/>
                <a:gd name="csY136" fmla="*/ 207017 h 485087"/>
                <a:gd name="csX137" fmla="*/ 1685666 w 2913939"/>
                <a:gd name="csY137" fmla="*/ 204554 h 485087"/>
                <a:gd name="csX138" fmla="*/ 1700826 w 2913939"/>
                <a:gd name="csY138" fmla="*/ 202024 h 485087"/>
                <a:gd name="csX139" fmla="*/ 1715986 w 2913939"/>
                <a:gd name="csY139" fmla="*/ 199429 h 485087"/>
                <a:gd name="csX140" fmla="*/ 1725710 w 2913939"/>
                <a:gd name="csY140" fmla="*/ 197754 h 485087"/>
                <a:gd name="csX141" fmla="*/ 1731146 w 2913939"/>
                <a:gd name="csY141" fmla="*/ 196883 h 485087"/>
                <a:gd name="csX142" fmla="*/ 1746306 w 2913939"/>
                <a:gd name="csY142" fmla="*/ 194436 h 485087"/>
                <a:gd name="csX143" fmla="*/ 1761483 w 2913939"/>
                <a:gd name="csY143" fmla="*/ 191939 h 485087"/>
                <a:gd name="csX144" fmla="*/ 1776643 w 2913939"/>
                <a:gd name="csY144" fmla="*/ 189361 h 485087"/>
                <a:gd name="csX145" fmla="*/ 1791803 w 2913939"/>
                <a:gd name="csY145" fmla="*/ 186733 h 485087"/>
                <a:gd name="csX146" fmla="*/ 1792049 w 2913939"/>
                <a:gd name="csY146" fmla="*/ 186700 h 485087"/>
                <a:gd name="csX147" fmla="*/ 1806963 w 2913939"/>
                <a:gd name="csY147" fmla="*/ 184318 h 485087"/>
                <a:gd name="csX148" fmla="*/ 1822139 w 2913939"/>
                <a:gd name="csY148" fmla="*/ 181838 h 485087"/>
                <a:gd name="csX149" fmla="*/ 1837299 w 2913939"/>
                <a:gd name="csY149" fmla="*/ 179292 h 485087"/>
                <a:gd name="csX150" fmla="*/ 1852459 w 2913939"/>
                <a:gd name="csY150" fmla="*/ 176681 h 485087"/>
                <a:gd name="csX151" fmla="*/ 1858504 w 2913939"/>
                <a:gd name="csY151" fmla="*/ 175646 h 485087"/>
                <a:gd name="csX152" fmla="*/ 1867619 w 2913939"/>
                <a:gd name="csY152" fmla="*/ 174184 h 485087"/>
                <a:gd name="csX153" fmla="*/ 1882796 w 2913939"/>
                <a:gd name="csY153" fmla="*/ 171721 h 485087"/>
                <a:gd name="csX154" fmla="*/ 1897956 w 2913939"/>
                <a:gd name="csY154" fmla="*/ 169207 h 485087"/>
                <a:gd name="csX155" fmla="*/ 1913116 w 2913939"/>
                <a:gd name="csY155" fmla="*/ 166629 h 485087"/>
                <a:gd name="csX156" fmla="*/ 1924892 w 2913939"/>
                <a:gd name="csY156" fmla="*/ 164592 h 485087"/>
                <a:gd name="csX157" fmla="*/ 1928276 w 2913939"/>
                <a:gd name="csY157" fmla="*/ 164050 h 485087"/>
                <a:gd name="csX158" fmla="*/ 1943452 w 2913939"/>
                <a:gd name="csY158" fmla="*/ 161603 h 485087"/>
                <a:gd name="csX159" fmla="*/ 1958612 w 2913939"/>
                <a:gd name="csY159" fmla="*/ 159106 h 485087"/>
                <a:gd name="csX160" fmla="*/ 1973772 w 2913939"/>
                <a:gd name="csY160" fmla="*/ 156561 h 485087"/>
                <a:gd name="csX161" fmla="*/ 1988932 w 2913939"/>
                <a:gd name="csY161" fmla="*/ 153949 h 485087"/>
                <a:gd name="csX162" fmla="*/ 1991265 w 2913939"/>
                <a:gd name="csY162" fmla="*/ 153538 h 485087"/>
                <a:gd name="csX163" fmla="*/ 2004109 w 2913939"/>
                <a:gd name="csY163" fmla="*/ 151485 h 485087"/>
                <a:gd name="csX164" fmla="*/ 2019269 w 2913939"/>
                <a:gd name="csY164" fmla="*/ 149005 h 485087"/>
                <a:gd name="csX165" fmla="*/ 2034429 w 2913939"/>
                <a:gd name="csY165" fmla="*/ 146476 h 485087"/>
                <a:gd name="csX166" fmla="*/ 2049589 w 2913939"/>
                <a:gd name="csY166" fmla="*/ 143881 h 485087"/>
                <a:gd name="csX167" fmla="*/ 2057703 w 2913939"/>
                <a:gd name="csY167" fmla="*/ 142484 h 485087"/>
                <a:gd name="csX168" fmla="*/ 2064765 w 2913939"/>
                <a:gd name="csY168" fmla="*/ 141351 h 485087"/>
                <a:gd name="csX169" fmla="*/ 2079925 w 2913939"/>
                <a:gd name="csY169" fmla="*/ 138904 h 485087"/>
                <a:gd name="csX170" fmla="*/ 2095085 w 2913939"/>
                <a:gd name="csY170" fmla="*/ 136391 h 485087"/>
                <a:gd name="csX171" fmla="*/ 2110245 w 2913939"/>
                <a:gd name="csY171" fmla="*/ 133812 h 485087"/>
                <a:gd name="csX172" fmla="*/ 2124059 w 2913939"/>
                <a:gd name="csY172" fmla="*/ 131431 h 485087"/>
                <a:gd name="csX173" fmla="*/ 2125406 w 2913939"/>
                <a:gd name="csY173" fmla="*/ 131217 h 485087"/>
                <a:gd name="csX174" fmla="*/ 2140582 w 2913939"/>
                <a:gd name="csY174" fmla="*/ 128786 h 485087"/>
                <a:gd name="csX175" fmla="*/ 2155742 w 2913939"/>
                <a:gd name="csY175" fmla="*/ 126290 h 485087"/>
                <a:gd name="csX176" fmla="*/ 2170902 w 2913939"/>
                <a:gd name="csY176" fmla="*/ 123744 h 485087"/>
                <a:gd name="csX177" fmla="*/ 2186062 w 2913939"/>
                <a:gd name="csY177" fmla="*/ 121149 h 485087"/>
                <a:gd name="csX178" fmla="*/ 2190480 w 2913939"/>
                <a:gd name="csY178" fmla="*/ 120393 h 485087"/>
                <a:gd name="csX179" fmla="*/ 2201238 w 2913939"/>
                <a:gd name="csY179" fmla="*/ 118652 h 485087"/>
                <a:gd name="csX180" fmla="*/ 2216398 w 2913939"/>
                <a:gd name="csY180" fmla="*/ 116188 h 485087"/>
                <a:gd name="csX181" fmla="*/ 2231559 w 2913939"/>
                <a:gd name="csY181" fmla="*/ 113659 h 485087"/>
                <a:gd name="csX182" fmla="*/ 2246719 w 2913939"/>
                <a:gd name="csY182" fmla="*/ 111080 h 485087"/>
                <a:gd name="csX183" fmla="*/ 2256885 w 2913939"/>
                <a:gd name="csY183" fmla="*/ 109339 h 485087"/>
                <a:gd name="csX184" fmla="*/ 2261895 w 2913939"/>
                <a:gd name="csY184" fmla="*/ 108518 h 485087"/>
                <a:gd name="csX185" fmla="*/ 2277055 w 2913939"/>
                <a:gd name="csY185" fmla="*/ 106071 h 485087"/>
                <a:gd name="csX186" fmla="*/ 2292215 w 2913939"/>
                <a:gd name="csY186" fmla="*/ 103558 h 485087"/>
                <a:gd name="csX187" fmla="*/ 2307375 w 2913939"/>
                <a:gd name="csY187" fmla="*/ 101012 h 485087"/>
                <a:gd name="csX188" fmla="*/ 2322551 w 2913939"/>
                <a:gd name="csY188" fmla="*/ 98401 h 485087"/>
                <a:gd name="csX189" fmla="*/ 2323241 w 2913939"/>
                <a:gd name="csY189" fmla="*/ 98285 h 485087"/>
                <a:gd name="csX190" fmla="*/ 2337712 w 2913939"/>
                <a:gd name="csY190" fmla="*/ 95953 h 485087"/>
                <a:gd name="csX191" fmla="*/ 2352872 w 2913939"/>
                <a:gd name="csY191" fmla="*/ 93473 h 485087"/>
                <a:gd name="csX192" fmla="*/ 2368032 w 2913939"/>
                <a:gd name="csY192" fmla="*/ 90927 h 485087"/>
                <a:gd name="csX193" fmla="*/ 2383208 w 2913939"/>
                <a:gd name="csY193" fmla="*/ 88349 h 485087"/>
                <a:gd name="csX194" fmla="*/ 2389679 w 2913939"/>
                <a:gd name="csY194" fmla="*/ 87232 h 485087"/>
                <a:gd name="csX195" fmla="*/ 2398368 w 2913939"/>
                <a:gd name="csY195" fmla="*/ 85836 h 485087"/>
                <a:gd name="csX196" fmla="*/ 2413528 w 2913939"/>
                <a:gd name="csY196" fmla="*/ 83355 h 485087"/>
                <a:gd name="csX197" fmla="*/ 2428688 w 2913939"/>
                <a:gd name="csY197" fmla="*/ 80842 h 485087"/>
                <a:gd name="csX198" fmla="*/ 2443864 w 2913939"/>
                <a:gd name="csY198" fmla="*/ 78280 h 485087"/>
                <a:gd name="csX199" fmla="*/ 2456052 w 2913939"/>
                <a:gd name="csY199" fmla="*/ 76178 h 485087"/>
                <a:gd name="csX200" fmla="*/ 2459025 w 2913939"/>
                <a:gd name="csY200" fmla="*/ 75701 h 485087"/>
                <a:gd name="csX201" fmla="*/ 2474185 w 2913939"/>
                <a:gd name="csY201" fmla="*/ 73254 h 485087"/>
                <a:gd name="csX202" fmla="*/ 2489345 w 2913939"/>
                <a:gd name="csY202" fmla="*/ 70741 h 485087"/>
                <a:gd name="csX203" fmla="*/ 2504505 w 2913939"/>
                <a:gd name="csY203" fmla="*/ 68195 h 485087"/>
                <a:gd name="csX204" fmla="*/ 2519681 w 2913939"/>
                <a:gd name="csY204" fmla="*/ 65600 h 485087"/>
                <a:gd name="csX205" fmla="*/ 2522457 w 2913939"/>
                <a:gd name="csY205" fmla="*/ 65124 h 485087"/>
                <a:gd name="csX206" fmla="*/ 2534841 w 2913939"/>
                <a:gd name="csY206" fmla="*/ 63120 h 485087"/>
                <a:gd name="csX207" fmla="*/ 2550001 w 2913939"/>
                <a:gd name="csY207" fmla="*/ 60640 h 485087"/>
                <a:gd name="csX208" fmla="*/ 2565161 w 2913939"/>
                <a:gd name="csY208" fmla="*/ 58111 h 485087"/>
                <a:gd name="csX209" fmla="*/ 2580338 w 2913939"/>
                <a:gd name="csY209" fmla="*/ 55532 h 485087"/>
                <a:gd name="csX210" fmla="*/ 2588862 w 2913939"/>
                <a:gd name="csY210" fmla="*/ 54070 h 485087"/>
                <a:gd name="csX211" fmla="*/ 2595498 w 2913939"/>
                <a:gd name="csY211" fmla="*/ 53003 h 485087"/>
                <a:gd name="csX212" fmla="*/ 2610658 w 2913939"/>
                <a:gd name="csY212" fmla="*/ 50539 h 485087"/>
                <a:gd name="csX213" fmla="*/ 2625818 w 2913939"/>
                <a:gd name="csY213" fmla="*/ 48026 h 485087"/>
                <a:gd name="csX214" fmla="*/ 2640994 w 2913939"/>
                <a:gd name="csY214" fmla="*/ 45464 h 485087"/>
                <a:gd name="csX215" fmla="*/ 2655218 w 2913939"/>
                <a:gd name="csY215" fmla="*/ 43033 h 485087"/>
                <a:gd name="csX216" fmla="*/ 2656154 w 2913939"/>
                <a:gd name="csY216" fmla="*/ 42868 h 485087"/>
                <a:gd name="csX217" fmla="*/ 2671314 w 2913939"/>
                <a:gd name="csY217" fmla="*/ 40421 h 485087"/>
                <a:gd name="csX218" fmla="*/ 2686474 w 2913939"/>
                <a:gd name="csY218" fmla="*/ 37925 h 485087"/>
                <a:gd name="csX219" fmla="*/ 2701651 w 2913939"/>
                <a:gd name="csY219" fmla="*/ 35379 h 485087"/>
                <a:gd name="csX220" fmla="*/ 2716811 w 2913939"/>
                <a:gd name="csY220" fmla="*/ 32800 h 485087"/>
                <a:gd name="csX221" fmla="*/ 2721656 w 2913939"/>
                <a:gd name="csY221" fmla="*/ 31979 h 485087"/>
                <a:gd name="csX222" fmla="*/ 2731971 w 2913939"/>
                <a:gd name="csY222" fmla="*/ 30304 h 485087"/>
                <a:gd name="csX223" fmla="*/ 2747131 w 2913939"/>
                <a:gd name="csY223" fmla="*/ 27824 h 485087"/>
                <a:gd name="csX224" fmla="*/ 2762307 w 2913939"/>
                <a:gd name="csY224" fmla="*/ 25294 h 485087"/>
                <a:gd name="csX225" fmla="*/ 2777467 w 2913939"/>
                <a:gd name="csY225" fmla="*/ 22732 h 485087"/>
                <a:gd name="csX226" fmla="*/ 2788045 w 2913939"/>
                <a:gd name="csY226" fmla="*/ 20925 h 485087"/>
                <a:gd name="csX227" fmla="*/ 2792627 w 2913939"/>
                <a:gd name="csY227" fmla="*/ 20186 h 485087"/>
                <a:gd name="csX228" fmla="*/ 2807787 w 2913939"/>
                <a:gd name="csY228" fmla="*/ 17722 h 485087"/>
                <a:gd name="csX229" fmla="*/ 2822964 w 2913939"/>
                <a:gd name="csY229" fmla="*/ 15209 h 485087"/>
                <a:gd name="csX230" fmla="*/ 2838124 w 2913939"/>
                <a:gd name="csY230" fmla="*/ 12663 h 485087"/>
                <a:gd name="csX231" fmla="*/ 2853284 w 2913939"/>
                <a:gd name="csY231" fmla="*/ 10068 h 485087"/>
                <a:gd name="csX232" fmla="*/ 2854417 w 2913939"/>
                <a:gd name="csY232" fmla="*/ 9871 h 485087"/>
                <a:gd name="csX233" fmla="*/ 2868444 w 2913939"/>
                <a:gd name="csY233" fmla="*/ 7605 h 485087"/>
                <a:gd name="csX234" fmla="*/ 2883604 w 2913939"/>
                <a:gd name="csY234" fmla="*/ 5108 h 485087"/>
                <a:gd name="csX235" fmla="*/ 2898780 w 2913939"/>
                <a:gd name="csY235" fmla="*/ 2579 h 485087"/>
                <a:gd name="csX236" fmla="*/ 2913940 w 2913939"/>
                <a:gd name="csY236" fmla="*/ 0 h 4850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</a:cxnLst>
              <a:rect l="l" t="t" r="r" b="b"/>
              <a:pathLst>
                <a:path w="2913939" h="485087">
                  <a:moveTo>
                    <a:pt x="0" y="485088"/>
                  </a:moveTo>
                  <a:lnTo>
                    <a:pt x="2457" y="484776"/>
                  </a:lnTo>
                  <a:lnTo>
                    <a:pt x="17622" y="483182"/>
                  </a:lnTo>
                  <a:lnTo>
                    <a:pt x="32785" y="481113"/>
                  </a:lnTo>
                  <a:lnTo>
                    <a:pt x="47949" y="478304"/>
                  </a:lnTo>
                  <a:lnTo>
                    <a:pt x="63114" y="474707"/>
                  </a:lnTo>
                  <a:lnTo>
                    <a:pt x="66124" y="474034"/>
                  </a:lnTo>
                  <a:lnTo>
                    <a:pt x="78277" y="472605"/>
                  </a:lnTo>
                  <a:lnTo>
                    <a:pt x="93442" y="470552"/>
                  </a:lnTo>
                  <a:lnTo>
                    <a:pt x="108605" y="468006"/>
                  </a:lnTo>
                  <a:lnTo>
                    <a:pt x="123769" y="464918"/>
                  </a:lnTo>
                  <a:lnTo>
                    <a:pt x="132644" y="462980"/>
                  </a:lnTo>
                  <a:lnTo>
                    <a:pt x="138933" y="462159"/>
                  </a:lnTo>
                  <a:lnTo>
                    <a:pt x="154097" y="460122"/>
                  </a:lnTo>
                  <a:lnTo>
                    <a:pt x="169262" y="457741"/>
                  </a:lnTo>
                  <a:lnTo>
                    <a:pt x="184425" y="454932"/>
                  </a:lnTo>
                  <a:lnTo>
                    <a:pt x="198608" y="451926"/>
                  </a:lnTo>
                  <a:lnTo>
                    <a:pt x="199588" y="451795"/>
                  </a:lnTo>
                  <a:lnTo>
                    <a:pt x="214753" y="449774"/>
                  </a:lnTo>
                  <a:lnTo>
                    <a:pt x="229917" y="447475"/>
                  </a:lnTo>
                  <a:lnTo>
                    <a:pt x="245082" y="444847"/>
                  </a:lnTo>
                  <a:lnTo>
                    <a:pt x="260245" y="441858"/>
                  </a:lnTo>
                  <a:lnTo>
                    <a:pt x="265208" y="440872"/>
                  </a:lnTo>
                  <a:lnTo>
                    <a:pt x="275408" y="439460"/>
                  </a:lnTo>
                  <a:lnTo>
                    <a:pt x="290573" y="437226"/>
                  </a:lnTo>
                  <a:lnTo>
                    <a:pt x="305736" y="434713"/>
                  </a:lnTo>
                  <a:lnTo>
                    <a:pt x="320901" y="431921"/>
                  </a:lnTo>
                  <a:lnTo>
                    <a:pt x="331561" y="429819"/>
                  </a:lnTo>
                  <a:lnTo>
                    <a:pt x="336065" y="429178"/>
                  </a:lnTo>
                  <a:lnTo>
                    <a:pt x="351228" y="426977"/>
                  </a:lnTo>
                  <a:lnTo>
                    <a:pt x="366393" y="424563"/>
                  </a:lnTo>
                  <a:lnTo>
                    <a:pt x="381556" y="421902"/>
                  </a:lnTo>
                  <a:lnTo>
                    <a:pt x="396721" y="418962"/>
                  </a:lnTo>
                  <a:lnTo>
                    <a:pt x="397751" y="418765"/>
                  </a:lnTo>
                  <a:lnTo>
                    <a:pt x="411885" y="416744"/>
                  </a:lnTo>
                  <a:lnTo>
                    <a:pt x="427048" y="414396"/>
                  </a:lnTo>
                  <a:lnTo>
                    <a:pt x="442213" y="411817"/>
                  </a:lnTo>
                  <a:lnTo>
                    <a:pt x="457376" y="409025"/>
                  </a:lnTo>
                  <a:lnTo>
                    <a:pt x="464327" y="407727"/>
                  </a:lnTo>
                  <a:lnTo>
                    <a:pt x="472541" y="406512"/>
                  </a:lnTo>
                  <a:lnTo>
                    <a:pt x="487704" y="404212"/>
                  </a:lnTo>
                  <a:lnTo>
                    <a:pt x="502869" y="401716"/>
                  </a:lnTo>
                  <a:lnTo>
                    <a:pt x="518033" y="399022"/>
                  </a:lnTo>
                  <a:lnTo>
                    <a:pt x="530611" y="396673"/>
                  </a:lnTo>
                  <a:lnTo>
                    <a:pt x="533196" y="396279"/>
                  </a:lnTo>
                  <a:lnTo>
                    <a:pt x="548361" y="394013"/>
                  </a:lnTo>
                  <a:lnTo>
                    <a:pt x="563524" y="391582"/>
                  </a:lnTo>
                  <a:lnTo>
                    <a:pt x="578689" y="388987"/>
                  </a:lnTo>
                  <a:lnTo>
                    <a:pt x="593852" y="386194"/>
                  </a:lnTo>
                  <a:lnTo>
                    <a:pt x="597008" y="385620"/>
                  </a:lnTo>
                  <a:lnTo>
                    <a:pt x="609016" y="383829"/>
                  </a:lnTo>
                  <a:lnTo>
                    <a:pt x="624181" y="381448"/>
                  </a:lnTo>
                  <a:lnTo>
                    <a:pt x="639344" y="378902"/>
                  </a:lnTo>
                  <a:lnTo>
                    <a:pt x="654509" y="376208"/>
                  </a:lnTo>
                  <a:lnTo>
                    <a:pt x="663457" y="374566"/>
                  </a:lnTo>
                  <a:lnTo>
                    <a:pt x="669672" y="373629"/>
                  </a:lnTo>
                  <a:lnTo>
                    <a:pt x="684836" y="371281"/>
                  </a:lnTo>
                  <a:lnTo>
                    <a:pt x="700000" y="368801"/>
                  </a:lnTo>
                  <a:lnTo>
                    <a:pt x="715164" y="366173"/>
                  </a:lnTo>
                  <a:lnTo>
                    <a:pt x="729701" y="363512"/>
                  </a:lnTo>
                  <a:lnTo>
                    <a:pt x="730329" y="363413"/>
                  </a:lnTo>
                  <a:lnTo>
                    <a:pt x="745492" y="361114"/>
                  </a:lnTo>
                  <a:lnTo>
                    <a:pt x="760655" y="358683"/>
                  </a:lnTo>
                  <a:lnTo>
                    <a:pt x="775820" y="356121"/>
                  </a:lnTo>
                  <a:lnTo>
                    <a:pt x="790984" y="353411"/>
                  </a:lnTo>
                  <a:lnTo>
                    <a:pt x="796215" y="352458"/>
                  </a:lnTo>
                  <a:lnTo>
                    <a:pt x="806149" y="350947"/>
                  </a:lnTo>
                  <a:lnTo>
                    <a:pt x="821312" y="348549"/>
                  </a:lnTo>
                  <a:lnTo>
                    <a:pt x="836475" y="346036"/>
                  </a:lnTo>
                  <a:lnTo>
                    <a:pt x="851640" y="343392"/>
                  </a:lnTo>
                  <a:lnTo>
                    <a:pt x="862590" y="341421"/>
                  </a:lnTo>
                  <a:lnTo>
                    <a:pt x="866803" y="340764"/>
                  </a:lnTo>
                  <a:lnTo>
                    <a:pt x="881968" y="338399"/>
                  </a:lnTo>
                  <a:lnTo>
                    <a:pt x="897132" y="335935"/>
                  </a:lnTo>
                  <a:lnTo>
                    <a:pt x="912295" y="333340"/>
                  </a:lnTo>
                  <a:lnTo>
                    <a:pt x="927460" y="330613"/>
                  </a:lnTo>
                  <a:lnTo>
                    <a:pt x="928914" y="330367"/>
                  </a:lnTo>
                  <a:lnTo>
                    <a:pt x="942623" y="328248"/>
                  </a:lnTo>
                  <a:lnTo>
                    <a:pt x="957788" y="325817"/>
                  </a:lnTo>
                  <a:lnTo>
                    <a:pt x="972952" y="323271"/>
                  </a:lnTo>
                  <a:lnTo>
                    <a:pt x="988115" y="320610"/>
                  </a:lnTo>
                  <a:lnTo>
                    <a:pt x="995396" y="319313"/>
                  </a:lnTo>
                  <a:lnTo>
                    <a:pt x="1003280" y="318081"/>
                  </a:lnTo>
                  <a:lnTo>
                    <a:pt x="1018443" y="315683"/>
                  </a:lnTo>
                  <a:lnTo>
                    <a:pt x="1033608" y="313170"/>
                  </a:lnTo>
                  <a:lnTo>
                    <a:pt x="1048771" y="310559"/>
                  </a:lnTo>
                  <a:lnTo>
                    <a:pt x="1061725" y="308259"/>
                  </a:lnTo>
                  <a:lnTo>
                    <a:pt x="1063935" y="307914"/>
                  </a:lnTo>
                  <a:lnTo>
                    <a:pt x="1079100" y="305533"/>
                  </a:lnTo>
                  <a:lnTo>
                    <a:pt x="1094261" y="303069"/>
                  </a:lnTo>
                  <a:lnTo>
                    <a:pt x="1109421" y="300507"/>
                  </a:lnTo>
                  <a:lnTo>
                    <a:pt x="1124598" y="297829"/>
                  </a:lnTo>
                  <a:lnTo>
                    <a:pt x="1128145" y="297205"/>
                  </a:lnTo>
                  <a:lnTo>
                    <a:pt x="1139758" y="295399"/>
                  </a:lnTo>
                  <a:lnTo>
                    <a:pt x="1154918" y="292951"/>
                  </a:lnTo>
                  <a:lnTo>
                    <a:pt x="1170078" y="290422"/>
                  </a:lnTo>
                  <a:lnTo>
                    <a:pt x="1185254" y="287794"/>
                  </a:lnTo>
                  <a:lnTo>
                    <a:pt x="1194567" y="286151"/>
                  </a:lnTo>
                  <a:lnTo>
                    <a:pt x="1200414" y="285232"/>
                  </a:lnTo>
                  <a:lnTo>
                    <a:pt x="1215574" y="282834"/>
                  </a:lnTo>
                  <a:lnTo>
                    <a:pt x="1230734" y="280337"/>
                  </a:lnTo>
                  <a:lnTo>
                    <a:pt x="1245911" y="277742"/>
                  </a:lnTo>
                  <a:lnTo>
                    <a:pt x="1260857" y="275098"/>
                  </a:lnTo>
                  <a:lnTo>
                    <a:pt x="1261071" y="275065"/>
                  </a:lnTo>
                  <a:lnTo>
                    <a:pt x="1276231" y="272683"/>
                  </a:lnTo>
                  <a:lnTo>
                    <a:pt x="1291391" y="270220"/>
                  </a:lnTo>
                  <a:lnTo>
                    <a:pt x="1306551" y="267674"/>
                  </a:lnTo>
                  <a:lnTo>
                    <a:pt x="1321727" y="265046"/>
                  </a:lnTo>
                  <a:lnTo>
                    <a:pt x="1327345" y="264060"/>
                  </a:lnTo>
                  <a:lnTo>
                    <a:pt x="1336887" y="262549"/>
                  </a:lnTo>
                  <a:lnTo>
                    <a:pt x="1352047" y="260102"/>
                  </a:lnTo>
                  <a:lnTo>
                    <a:pt x="1367207" y="257589"/>
                  </a:lnTo>
                  <a:lnTo>
                    <a:pt x="1382384" y="254994"/>
                  </a:lnTo>
                  <a:lnTo>
                    <a:pt x="1393733" y="253006"/>
                  </a:lnTo>
                  <a:lnTo>
                    <a:pt x="1397544" y="252399"/>
                  </a:lnTo>
                  <a:lnTo>
                    <a:pt x="1412704" y="249984"/>
                  </a:lnTo>
                  <a:lnTo>
                    <a:pt x="1427864" y="247488"/>
                  </a:lnTo>
                  <a:lnTo>
                    <a:pt x="1443040" y="244925"/>
                  </a:lnTo>
                  <a:lnTo>
                    <a:pt x="1458200" y="242281"/>
                  </a:lnTo>
                  <a:lnTo>
                    <a:pt x="1460089" y="241953"/>
                  </a:lnTo>
                  <a:lnTo>
                    <a:pt x="1473360" y="239850"/>
                  </a:lnTo>
                  <a:lnTo>
                    <a:pt x="1488520" y="237387"/>
                  </a:lnTo>
                  <a:lnTo>
                    <a:pt x="1503697" y="234857"/>
                  </a:lnTo>
                  <a:lnTo>
                    <a:pt x="1518857" y="232246"/>
                  </a:lnTo>
                  <a:lnTo>
                    <a:pt x="1526543" y="230899"/>
                  </a:lnTo>
                  <a:lnTo>
                    <a:pt x="1534017" y="229716"/>
                  </a:lnTo>
                  <a:lnTo>
                    <a:pt x="1549177" y="227269"/>
                  </a:lnTo>
                  <a:lnTo>
                    <a:pt x="1564353" y="224756"/>
                  </a:lnTo>
                  <a:lnTo>
                    <a:pt x="1579513" y="222177"/>
                  </a:lnTo>
                  <a:lnTo>
                    <a:pt x="1592883" y="219845"/>
                  </a:lnTo>
                  <a:lnTo>
                    <a:pt x="1594673" y="219566"/>
                  </a:lnTo>
                  <a:lnTo>
                    <a:pt x="1609833" y="217151"/>
                  </a:lnTo>
                  <a:lnTo>
                    <a:pt x="1625010" y="214655"/>
                  </a:lnTo>
                  <a:lnTo>
                    <a:pt x="1640170" y="212109"/>
                  </a:lnTo>
                  <a:lnTo>
                    <a:pt x="1655330" y="209481"/>
                  </a:lnTo>
                  <a:lnTo>
                    <a:pt x="1659305" y="208791"/>
                  </a:lnTo>
                  <a:lnTo>
                    <a:pt x="1670490" y="207017"/>
                  </a:lnTo>
                  <a:lnTo>
                    <a:pt x="1685666" y="204554"/>
                  </a:lnTo>
                  <a:lnTo>
                    <a:pt x="1700826" y="202024"/>
                  </a:lnTo>
                  <a:lnTo>
                    <a:pt x="1715986" y="199429"/>
                  </a:lnTo>
                  <a:lnTo>
                    <a:pt x="1725710" y="197754"/>
                  </a:lnTo>
                  <a:lnTo>
                    <a:pt x="1731146" y="196883"/>
                  </a:lnTo>
                  <a:lnTo>
                    <a:pt x="1746306" y="194436"/>
                  </a:lnTo>
                  <a:lnTo>
                    <a:pt x="1761483" y="191939"/>
                  </a:lnTo>
                  <a:lnTo>
                    <a:pt x="1776643" y="189361"/>
                  </a:lnTo>
                  <a:lnTo>
                    <a:pt x="1791803" y="186733"/>
                  </a:lnTo>
                  <a:lnTo>
                    <a:pt x="1792049" y="186700"/>
                  </a:lnTo>
                  <a:lnTo>
                    <a:pt x="1806963" y="184318"/>
                  </a:lnTo>
                  <a:lnTo>
                    <a:pt x="1822139" y="181838"/>
                  </a:lnTo>
                  <a:lnTo>
                    <a:pt x="1837299" y="179292"/>
                  </a:lnTo>
                  <a:lnTo>
                    <a:pt x="1852459" y="176681"/>
                  </a:lnTo>
                  <a:lnTo>
                    <a:pt x="1858504" y="175646"/>
                  </a:lnTo>
                  <a:lnTo>
                    <a:pt x="1867619" y="174184"/>
                  </a:lnTo>
                  <a:lnTo>
                    <a:pt x="1882796" y="171721"/>
                  </a:lnTo>
                  <a:lnTo>
                    <a:pt x="1897956" y="169207"/>
                  </a:lnTo>
                  <a:lnTo>
                    <a:pt x="1913116" y="166629"/>
                  </a:lnTo>
                  <a:lnTo>
                    <a:pt x="1924892" y="164592"/>
                  </a:lnTo>
                  <a:lnTo>
                    <a:pt x="1928276" y="164050"/>
                  </a:lnTo>
                  <a:lnTo>
                    <a:pt x="1943452" y="161603"/>
                  </a:lnTo>
                  <a:lnTo>
                    <a:pt x="1958612" y="159106"/>
                  </a:lnTo>
                  <a:lnTo>
                    <a:pt x="1973772" y="156561"/>
                  </a:lnTo>
                  <a:lnTo>
                    <a:pt x="1988932" y="153949"/>
                  </a:lnTo>
                  <a:lnTo>
                    <a:pt x="1991265" y="153538"/>
                  </a:lnTo>
                  <a:lnTo>
                    <a:pt x="2004109" y="151485"/>
                  </a:lnTo>
                  <a:lnTo>
                    <a:pt x="2019269" y="149005"/>
                  </a:lnTo>
                  <a:lnTo>
                    <a:pt x="2034429" y="146476"/>
                  </a:lnTo>
                  <a:lnTo>
                    <a:pt x="2049589" y="143881"/>
                  </a:lnTo>
                  <a:lnTo>
                    <a:pt x="2057703" y="142484"/>
                  </a:lnTo>
                  <a:lnTo>
                    <a:pt x="2064765" y="141351"/>
                  </a:lnTo>
                  <a:lnTo>
                    <a:pt x="2079925" y="138904"/>
                  </a:lnTo>
                  <a:lnTo>
                    <a:pt x="2095085" y="136391"/>
                  </a:lnTo>
                  <a:lnTo>
                    <a:pt x="2110245" y="133812"/>
                  </a:lnTo>
                  <a:lnTo>
                    <a:pt x="2124059" y="131431"/>
                  </a:lnTo>
                  <a:lnTo>
                    <a:pt x="2125406" y="131217"/>
                  </a:lnTo>
                  <a:lnTo>
                    <a:pt x="2140582" y="128786"/>
                  </a:lnTo>
                  <a:lnTo>
                    <a:pt x="2155742" y="126290"/>
                  </a:lnTo>
                  <a:lnTo>
                    <a:pt x="2170902" y="123744"/>
                  </a:lnTo>
                  <a:lnTo>
                    <a:pt x="2186062" y="121149"/>
                  </a:lnTo>
                  <a:lnTo>
                    <a:pt x="2190480" y="120393"/>
                  </a:lnTo>
                  <a:lnTo>
                    <a:pt x="2201238" y="118652"/>
                  </a:lnTo>
                  <a:lnTo>
                    <a:pt x="2216398" y="116188"/>
                  </a:lnTo>
                  <a:lnTo>
                    <a:pt x="2231559" y="113659"/>
                  </a:lnTo>
                  <a:lnTo>
                    <a:pt x="2246719" y="111080"/>
                  </a:lnTo>
                  <a:lnTo>
                    <a:pt x="2256885" y="109339"/>
                  </a:lnTo>
                  <a:lnTo>
                    <a:pt x="2261895" y="108518"/>
                  </a:lnTo>
                  <a:lnTo>
                    <a:pt x="2277055" y="106071"/>
                  </a:lnTo>
                  <a:lnTo>
                    <a:pt x="2292215" y="103558"/>
                  </a:lnTo>
                  <a:lnTo>
                    <a:pt x="2307375" y="101012"/>
                  </a:lnTo>
                  <a:lnTo>
                    <a:pt x="2322551" y="98401"/>
                  </a:lnTo>
                  <a:lnTo>
                    <a:pt x="2323241" y="98285"/>
                  </a:lnTo>
                  <a:lnTo>
                    <a:pt x="2337712" y="95953"/>
                  </a:lnTo>
                  <a:lnTo>
                    <a:pt x="2352872" y="93473"/>
                  </a:lnTo>
                  <a:lnTo>
                    <a:pt x="2368032" y="90927"/>
                  </a:lnTo>
                  <a:lnTo>
                    <a:pt x="2383208" y="88349"/>
                  </a:lnTo>
                  <a:lnTo>
                    <a:pt x="2389679" y="87232"/>
                  </a:lnTo>
                  <a:lnTo>
                    <a:pt x="2398368" y="85836"/>
                  </a:lnTo>
                  <a:lnTo>
                    <a:pt x="2413528" y="83355"/>
                  </a:lnTo>
                  <a:lnTo>
                    <a:pt x="2428688" y="80842"/>
                  </a:lnTo>
                  <a:lnTo>
                    <a:pt x="2443864" y="78280"/>
                  </a:lnTo>
                  <a:lnTo>
                    <a:pt x="2456052" y="76178"/>
                  </a:lnTo>
                  <a:lnTo>
                    <a:pt x="2459025" y="75701"/>
                  </a:lnTo>
                  <a:lnTo>
                    <a:pt x="2474185" y="73254"/>
                  </a:lnTo>
                  <a:lnTo>
                    <a:pt x="2489345" y="70741"/>
                  </a:lnTo>
                  <a:lnTo>
                    <a:pt x="2504505" y="68195"/>
                  </a:lnTo>
                  <a:lnTo>
                    <a:pt x="2519681" y="65600"/>
                  </a:lnTo>
                  <a:lnTo>
                    <a:pt x="2522457" y="65124"/>
                  </a:lnTo>
                  <a:lnTo>
                    <a:pt x="2534841" y="63120"/>
                  </a:lnTo>
                  <a:lnTo>
                    <a:pt x="2550001" y="60640"/>
                  </a:lnTo>
                  <a:lnTo>
                    <a:pt x="2565161" y="58111"/>
                  </a:lnTo>
                  <a:lnTo>
                    <a:pt x="2580338" y="55532"/>
                  </a:lnTo>
                  <a:lnTo>
                    <a:pt x="2588862" y="54070"/>
                  </a:lnTo>
                  <a:lnTo>
                    <a:pt x="2595498" y="53003"/>
                  </a:lnTo>
                  <a:lnTo>
                    <a:pt x="2610658" y="50539"/>
                  </a:lnTo>
                  <a:lnTo>
                    <a:pt x="2625818" y="48026"/>
                  </a:lnTo>
                  <a:lnTo>
                    <a:pt x="2640994" y="45464"/>
                  </a:lnTo>
                  <a:lnTo>
                    <a:pt x="2655218" y="43033"/>
                  </a:lnTo>
                  <a:lnTo>
                    <a:pt x="2656154" y="42868"/>
                  </a:lnTo>
                  <a:lnTo>
                    <a:pt x="2671314" y="40421"/>
                  </a:lnTo>
                  <a:lnTo>
                    <a:pt x="2686474" y="37925"/>
                  </a:lnTo>
                  <a:lnTo>
                    <a:pt x="2701651" y="35379"/>
                  </a:lnTo>
                  <a:lnTo>
                    <a:pt x="2716811" y="32800"/>
                  </a:lnTo>
                  <a:lnTo>
                    <a:pt x="2721656" y="31979"/>
                  </a:lnTo>
                  <a:lnTo>
                    <a:pt x="2731971" y="30304"/>
                  </a:lnTo>
                  <a:lnTo>
                    <a:pt x="2747131" y="27824"/>
                  </a:lnTo>
                  <a:lnTo>
                    <a:pt x="2762307" y="25294"/>
                  </a:lnTo>
                  <a:lnTo>
                    <a:pt x="2777467" y="22732"/>
                  </a:lnTo>
                  <a:lnTo>
                    <a:pt x="2788045" y="20925"/>
                  </a:lnTo>
                  <a:lnTo>
                    <a:pt x="2792627" y="20186"/>
                  </a:lnTo>
                  <a:lnTo>
                    <a:pt x="2807787" y="17722"/>
                  </a:lnTo>
                  <a:lnTo>
                    <a:pt x="2822964" y="15209"/>
                  </a:lnTo>
                  <a:lnTo>
                    <a:pt x="2838124" y="12663"/>
                  </a:lnTo>
                  <a:lnTo>
                    <a:pt x="2853284" y="10068"/>
                  </a:lnTo>
                  <a:lnTo>
                    <a:pt x="2854417" y="9871"/>
                  </a:lnTo>
                  <a:lnTo>
                    <a:pt x="2868444" y="7605"/>
                  </a:lnTo>
                  <a:lnTo>
                    <a:pt x="2883604" y="5108"/>
                  </a:lnTo>
                  <a:lnTo>
                    <a:pt x="2898780" y="2579"/>
                  </a:lnTo>
                  <a:lnTo>
                    <a:pt x="2913940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2">
              <a:extLst>
                <a:ext uri="{FF2B5EF4-FFF2-40B4-BE49-F238E27FC236}">
                  <a16:creationId xmlns:a16="http://schemas.microsoft.com/office/drawing/2014/main" id="{6C50C262-D27E-B455-72D7-0BCCC7AC42CA}"/>
                </a:ext>
              </a:extLst>
            </p:cNvPr>
            <p:cNvSpPr/>
            <p:nvPr/>
          </p:nvSpPr>
          <p:spPr>
            <a:xfrm>
              <a:off x="8323233" y="4721292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E5A64D1A-6614-63B2-BB58-AAE4081AE908}"/>
              </a:ext>
            </a:extLst>
          </p:cNvPr>
          <p:cNvGrpSpPr/>
          <p:nvPr/>
        </p:nvGrpSpPr>
        <p:grpSpPr>
          <a:xfrm>
            <a:off x="5298499" y="4146656"/>
            <a:ext cx="3142992" cy="598303"/>
            <a:chOff x="5298499" y="4146656"/>
            <a:chExt cx="3142992" cy="598303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426AAE4B-F3AF-9D4B-DB43-266130661011}"/>
                </a:ext>
              </a:extLst>
            </p:cNvPr>
            <p:cNvSpPr/>
            <p:nvPr/>
          </p:nvSpPr>
          <p:spPr>
            <a:xfrm>
              <a:off x="5298499" y="4146656"/>
              <a:ext cx="2938307" cy="598303"/>
            </a:xfrm>
            <a:custGeom>
              <a:avLst/>
              <a:gdLst>
                <a:gd name="csX0" fmla="*/ 2938308 w 2938307"/>
                <a:gd name="csY0" fmla="*/ 0 h 598303"/>
                <a:gd name="csX1" fmla="*/ 2930720 w 2938307"/>
                <a:gd name="csY1" fmla="*/ 1527 h 598303"/>
                <a:gd name="csX2" fmla="*/ 2923148 w 2938307"/>
                <a:gd name="csY2" fmla="*/ 3088 h 598303"/>
                <a:gd name="csX3" fmla="*/ 2907971 w 2938307"/>
                <a:gd name="csY3" fmla="*/ 6192 h 598303"/>
                <a:gd name="csX4" fmla="*/ 2892811 w 2938307"/>
                <a:gd name="csY4" fmla="*/ 9280 h 598303"/>
                <a:gd name="csX5" fmla="*/ 2877651 w 2938307"/>
                <a:gd name="csY5" fmla="*/ 12319 h 598303"/>
                <a:gd name="csX6" fmla="*/ 2876419 w 2938307"/>
                <a:gd name="csY6" fmla="*/ 12581 h 598303"/>
                <a:gd name="csX7" fmla="*/ 2862491 w 2938307"/>
                <a:gd name="csY7" fmla="*/ 15439 h 598303"/>
                <a:gd name="csX8" fmla="*/ 2847331 w 2938307"/>
                <a:gd name="csY8" fmla="*/ 18543 h 598303"/>
                <a:gd name="csX9" fmla="*/ 2832155 w 2938307"/>
                <a:gd name="csY9" fmla="*/ 21615 h 598303"/>
                <a:gd name="csX10" fmla="*/ 2822152 w 2938307"/>
                <a:gd name="csY10" fmla="*/ 23619 h 598303"/>
                <a:gd name="csX11" fmla="*/ 2816995 w 2938307"/>
                <a:gd name="csY11" fmla="*/ 24686 h 598303"/>
                <a:gd name="csX12" fmla="*/ 2801835 w 2938307"/>
                <a:gd name="csY12" fmla="*/ 27807 h 598303"/>
                <a:gd name="csX13" fmla="*/ 2786675 w 2938307"/>
                <a:gd name="csY13" fmla="*/ 30895 h 598303"/>
                <a:gd name="csX14" fmla="*/ 2771498 w 2938307"/>
                <a:gd name="csY14" fmla="*/ 33950 h 598303"/>
                <a:gd name="csX15" fmla="*/ 2767868 w 2938307"/>
                <a:gd name="csY15" fmla="*/ 34673 h 598303"/>
                <a:gd name="csX16" fmla="*/ 2756338 w 2938307"/>
                <a:gd name="csY16" fmla="*/ 37054 h 598303"/>
                <a:gd name="csX17" fmla="*/ 2741178 w 2938307"/>
                <a:gd name="csY17" fmla="*/ 40158 h 598303"/>
                <a:gd name="csX18" fmla="*/ 2726018 w 2938307"/>
                <a:gd name="csY18" fmla="*/ 43230 h 598303"/>
                <a:gd name="csX19" fmla="*/ 2713568 w 2938307"/>
                <a:gd name="csY19" fmla="*/ 45726 h 598303"/>
                <a:gd name="csX20" fmla="*/ 2710842 w 2938307"/>
                <a:gd name="csY20" fmla="*/ 46285 h 598303"/>
                <a:gd name="csX21" fmla="*/ 2695682 w 2938307"/>
                <a:gd name="csY21" fmla="*/ 49405 h 598303"/>
                <a:gd name="csX22" fmla="*/ 2680522 w 2938307"/>
                <a:gd name="csY22" fmla="*/ 52510 h 598303"/>
                <a:gd name="csX23" fmla="*/ 2665362 w 2938307"/>
                <a:gd name="csY23" fmla="*/ 55565 h 598303"/>
                <a:gd name="csX24" fmla="*/ 2659301 w 2938307"/>
                <a:gd name="csY24" fmla="*/ 56780 h 598303"/>
                <a:gd name="csX25" fmla="*/ 2650185 w 2938307"/>
                <a:gd name="csY25" fmla="*/ 58653 h 598303"/>
                <a:gd name="csX26" fmla="*/ 2635025 w 2938307"/>
                <a:gd name="csY26" fmla="*/ 61773 h 598303"/>
                <a:gd name="csX27" fmla="*/ 2619865 w 2938307"/>
                <a:gd name="csY27" fmla="*/ 64845 h 598303"/>
                <a:gd name="csX28" fmla="*/ 2604984 w 2938307"/>
                <a:gd name="csY28" fmla="*/ 67834 h 598303"/>
                <a:gd name="csX29" fmla="*/ 2604705 w 2938307"/>
                <a:gd name="csY29" fmla="*/ 67883 h 598303"/>
                <a:gd name="csX30" fmla="*/ 2589529 w 2938307"/>
                <a:gd name="csY30" fmla="*/ 71020 h 598303"/>
                <a:gd name="csX31" fmla="*/ 2574369 w 2938307"/>
                <a:gd name="csY31" fmla="*/ 74108 h 598303"/>
                <a:gd name="csX32" fmla="*/ 2559209 w 2938307"/>
                <a:gd name="csY32" fmla="*/ 77180 h 598303"/>
                <a:gd name="csX33" fmla="*/ 2550734 w 2938307"/>
                <a:gd name="csY33" fmla="*/ 78888 h 598303"/>
                <a:gd name="csX34" fmla="*/ 2544049 w 2938307"/>
                <a:gd name="csY34" fmla="*/ 80268 h 598303"/>
                <a:gd name="csX35" fmla="*/ 2528872 w 2938307"/>
                <a:gd name="csY35" fmla="*/ 83372 h 598303"/>
                <a:gd name="csX36" fmla="*/ 2513712 w 2938307"/>
                <a:gd name="csY36" fmla="*/ 86460 h 598303"/>
                <a:gd name="csX37" fmla="*/ 2498552 w 2938307"/>
                <a:gd name="csY37" fmla="*/ 89498 h 598303"/>
                <a:gd name="csX38" fmla="*/ 2496433 w 2938307"/>
                <a:gd name="csY38" fmla="*/ 89942 h 598303"/>
                <a:gd name="csX39" fmla="*/ 2483392 w 2938307"/>
                <a:gd name="csY39" fmla="*/ 92619 h 598303"/>
                <a:gd name="csX40" fmla="*/ 2468232 w 2938307"/>
                <a:gd name="csY40" fmla="*/ 95723 h 598303"/>
                <a:gd name="csX41" fmla="*/ 2453056 w 2938307"/>
                <a:gd name="csY41" fmla="*/ 98795 h 598303"/>
                <a:gd name="csX42" fmla="*/ 2442166 w 2938307"/>
                <a:gd name="csY42" fmla="*/ 100979 h 598303"/>
                <a:gd name="csX43" fmla="*/ 2437896 w 2938307"/>
                <a:gd name="csY43" fmla="*/ 101866 h 598303"/>
                <a:gd name="csX44" fmla="*/ 2422736 w 2938307"/>
                <a:gd name="csY44" fmla="*/ 104987 h 598303"/>
                <a:gd name="csX45" fmla="*/ 2407576 w 2938307"/>
                <a:gd name="csY45" fmla="*/ 108075 h 598303"/>
                <a:gd name="csX46" fmla="*/ 2392399 w 2938307"/>
                <a:gd name="csY46" fmla="*/ 111130 h 598303"/>
                <a:gd name="csX47" fmla="*/ 2387883 w 2938307"/>
                <a:gd name="csY47" fmla="*/ 112033 h 598303"/>
                <a:gd name="csX48" fmla="*/ 2377239 w 2938307"/>
                <a:gd name="csY48" fmla="*/ 114234 h 598303"/>
                <a:gd name="csX49" fmla="*/ 2362079 w 2938307"/>
                <a:gd name="csY49" fmla="*/ 117338 h 598303"/>
                <a:gd name="csX50" fmla="*/ 2346919 w 2938307"/>
                <a:gd name="csY50" fmla="*/ 120410 h 598303"/>
                <a:gd name="csX51" fmla="*/ 2333582 w 2938307"/>
                <a:gd name="csY51" fmla="*/ 123087 h 598303"/>
                <a:gd name="csX52" fmla="*/ 2331743 w 2938307"/>
                <a:gd name="csY52" fmla="*/ 123464 h 598303"/>
                <a:gd name="csX53" fmla="*/ 2316583 w 2938307"/>
                <a:gd name="csY53" fmla="*/ 126602 h 598303"/>
                <a:gd name="csX54" fmla="*/ 2301423 w 2938307"/>
                <a:gd name="csY54" fmla="*/ 129690 h 598303"/>
                <a:gd name="csX55" fmla="*/ 2286263 w 2938307"/>
                <a:gd name="csY55" fmla="*/ 132744 h 598303"/>
                <a:gd name="csX56" fmla="*/ 2279315 w 2938307"/>
                <a:gd name="csY56" fmla="*/ 134141 h 598303"/>
                <a:gd name="csX57" fmla="*/ 2271086 w 2938307"/>
                <a:gd name="csY57" fmla="*/ 135832 h 598303"/>
                <a:gd name="csX58" fmla="*/ 2255926 w 2938307"/>
                <a:gd name="csY58" fmla="*/ 138953 h 598303"/>
                <a:gd name="csX59" fmla="*/ 2240766 w 2938307"/>
                <a:gd name="csY59" fmla="*/ 142025 h 598303"/>
                <a:gd name="csX60" fmla="*/ 2225606 w 2938307"/>
                <a:gd name="csY60" fmla="*/ 145063 h 598303"/>
                <a:gd name="csX61" fmla="*/ 2224998 w 2938307"/>
                <a:gd name="csY61" fmla="*/ 145194 h 598303"/>
                <a:gd name="csX62" fmla="*/ 2210430 w 2938307"/>
                <a:gd name="csY62" fmla="*/ 148200 h 598303"/>
                <a:gd name="csX63" fmla="*/ 2195270 w 2938307"/>
                <a:gd name="csY63" fmla="*/ 151305 h 598303"/>
                <a:gd name="csX64" fmla="*/ 2180110 w 2938307"/>
                <a:gd name="csY64" fmla="*/ 154359 h 598303"/>
                <a:gd name="csX65" fmla="*/ 2170748 w 2938307"/>
                <a:gd name="csY65" fmla="*/ 156248 h 598303"/>
                <a:gd name="csX66" fmla="*/ 2164950 w 2938307"/>
                <a:gd name="csY66" fmla="*/ 157447 h 598303"/>
                <a:gd name="csX67" fmla="*/ 2149773 w 2938307"/>
                <a:gd name="csY67" fmla="*/ 160568 h 598303"/>
                <a:gd name="csX68" fmla="*/ 2134613 w 2938307"/>
                <a:gd name="csY68" fmla="*/ 163639 h 598303"/>
                <a:gd name="csX69" fmla="*/ 2119453 w 2938307"/>
                <a:gd name="csY69" fmla="*/ 166694 h 598303"/>
                <a:gd name="csX70" fmla="*/ 2116447 w 2938307"/>
                <a:gd name="csY70" fmla="*/ 167286 h 598303"/>
                <a:gd name="csX71" fmla="*/ 2104293 w 2938307"/>
                <a:gd name="csY71" fmla="*/ 169815 h 598303"/>
                <a:gd name="csX72" fmla="*/ 2089133 w 2938307"/>
                <a:gd name="csY72" fmla="*/ 172919 h 598303"/>
                <a:gd name="csX73" fmla="*/ 2073957 w 2938307"/>
                <a:gd name="csY73" fmla="*/ 175974 h 598303"/>
                <a:gd name="csX74" fmla="*/ 2062164 w 2938307"/>
                <a:gd name="csY74" fmla="*/ 178340 h 598303"/>
                <a:gd name="csX75" fmla="*/ 2058797 w 2938307"/>
                <a:gd name="csY75" fmla="*/ 179046 h 598303"/>
                <a:gd name="csX76" fmla="*/ 2043637 w 2938307"/>
                <a:gd name="csY76" fmla="*/ 182166 h 598303"/>
                <a:gd name="csX77" fmla="*/ 2028477 w 2938307"/>
                <a:gd name="csY77" fmla="*/ 185254 h 598303"/>
                <a:gd name="csX78" fmla="*/ 2013300 w 2938307"/>
                <a:gd name="csY78" fmla="*/ 188309 h 598303"/>
                <a:gd name="csX79" fmla="*/ 2007896 w 2938307"/>
                <a:gd name="csY79" fmla="*/ 189393 h 598303"/>
                <a:gd name="csX80" fmla="*/ 1998140 w 2938307"/>
                <a:gd name="csY80" fmla="*/ 191414 h 598303"/>
                <a:gd name="csX81" fmla="*/ 1982980 w 2938307"/>
                <a:gd name="csY81" fmla="*/ 194534 h 598303"/>
                <a:gd name="csX82" fmla="*/ 1967820 w 2938307"/>
                <a:gd name="csY82" fmla="*/ 197606 h 598303"/>
                <a:gd name="csX83" fmla="*/ 1953580 w 2938307"/>
                <a:gd name="csY83" fmla="*/ 200447 h 598303"/>
                <a:gd name="csX84" fmla="*/ 1952644 w 2938307"/>
                <a:gd name="csY84" fmla="*/ 200644 h 598303"/>
                <a:gd name="csX85" fmla="*/ 1937484 w 2938307"/>
                <a:gd name="csY85" fmla="*/ 203781 h 598303"/>
                <a:gd name="csX86" fmla="*/ 1922324 w 2938307"/>
                <a:gd name="csY86" fmla="*/ 206869 h 598303"/>
                <a:gd name="csX87" fmla="*/ 1907164 w 2938307"/>
                <a:gd name="csY87" fmla="*/ 209924 h 598303"/>
                <a:gd name="csX88" fmla="*/ 1899329 w 2938307"/>
                <a:gd name="csY88" fmla="*/ 211501 h 598303"/>
                <a:gd name="csX89" fmla="*/ 1891987 w 2938307"/>
                <a:gd name="csY89" fmla="*/ 213012 h 598303"/>
                <a:gd name="csX90" fmla="*/ 1876827 w 2938307"/>
                <a:gd name="csY90" fmla="*/ 216133 h 598303"/>
                <a:gd name="csX91" fmla="*/ 1861667 w 2938307"/>
                <a:gd name="csY91" fmla="*/ 219221 h 598303"/>
                <a:gd name="csX92" fmla="*/ 1846507 w 2938307"/>
                <a:gd name="csY92" fmla="*/ 222243 h 598303"/>
                <a:gd name="csX93" fmla="*/ 1845012 w 2938307"/>
                <a:gd name="csY93" fmla="*/ 222555 h 598303"/>
                <a:gd name="csX94" fmla="*/ 1831331 w 2938307"/>
                <a:gd name="csY94" fmla="*/ 225396 h 598303"/>
                <a:gd name="csX95" fmla="*/ 1816170 w 2938307"/>
                <a:gd name="csY95" fmla="*/ 228484 h 598303"/>
                <a:gd name="csX96" fmla="*/ 1801011 w 2938307"/>
                <a:gd name="csY96" fmla="*/ 231556 h 598303"/>
                <a:gd name="csX97" fmla="*/ 1790761 w 2938307"/>
                <a:gd name="csY97" fmla="*/ 233609 h 598303"/>
                <a:gd name="csX98" fmla="*/ 1785851 w 2938307"/>
                <a:gd name="csY98" fmla="*/ 234611 h 598303"/>
                <a:gd name="csX99" fmla="*/ 1770674 w 2938307"/>
                <a:gd name="csY99" fmla="*/ 237748 h 598303"/>
                <a:gd name="csX100" fmla="*/ 1755514 w 2938307"/>
                <a:gd name="csY100" fmla="*/ 240835 h 598303"/>
                <a:gd name="csX101" fmla="*/ 1740354 w 2938307"/>
                <a:gd name="csY101" fmla="*/ 243874 h 598303"/>
                <a:gd name="csX102" fmla="*/ 1736478 w 2938307"/>
                <a:gd name="csY102" fmla="*/ 244646 h 598303"/>
                <a:gd name="csX103" fmla="*/ 1725194 w 2938307"/>
                <a:gd name="csY103" fmla="*/ 246995 h 598303"/>
                <a:gd name="csX104" fmla="*/ 1710034 w 2938307"/>
                <a:gd name="csY104" fmla="*/ 250099 h 598303"/>
                <a:gd name="csX105" fmla="*/ 1694858 w 2938307"/>
                <a:gd name="csY105" fmla="*/ 253170 h 598303"/>
                <a:gd name="csX106" fmla="*/ 1682178 w 2938307"/>
                <a:gd name="csY106" fmla="*/ 255700 h 598303"/>
                <a:gd name="csX107" fmla="*/ 1679698 w 2938307"/>
                <a:gd name="csY107" fmla="*/ 256209 h 598303"/>
                <a:gd name="csX108" fmla="*/ 1664538 w 2938307"/>
                <a:gd name="csY108" fmla="*/ 259363 h 598303"/>
                <a:gd name="csX109" fmla="*/ 1649378 w 2938307"/>
                <a:gd name="csY109" fmla="*/ 262450 h 598303"/>
                <a:gd name="csX110" fmla="*/ 1634201 w 2938307"/>
                <a:gd name="csY110" fmla="*/ 265489 h 598303"/>
                <a:gd name="csX111" fmla="*/ 1627910 w 2938307"/>
                <a:gd name="csY111" fmla="*/ 266754 h 598303"/>
                <a:gd name="csX112" fmla="*/ 1619041 w 2938307"/>
                <a:gd name="csY112" fmla="*/ 268593 h 598303"/>
                <a:gd name="csX113" fmla="*/ 1603881 w 2938307"/>
                <a:gd name="csY113" fmla="*/ 271714 h 598303"/>
                <a:gd name="csX114" fmla="*/ 1588721 w 2938307"/>
                <a:gd name="csY114" fmla="*/ 274785 h 598303"/>
                <a:gd name="csX115" fmla="*/ 1573577 w 2938307"/>
                <a:gd name="csY115" fmla="*/ 277808 h 598303"/>
                <a:gd name="csX116" fmla="*/ 1573545 w 2938307"/>
                <a:gd name="csY116" fmla="*/ 277808 h 598303"/>
                <a:gd name="csX117" fmla="*/ 1558385 w 2938307"/>
                <a:gd name="csY117" fmla="*/ 280978 h 598303"/>
                <a:gd name="csX118" fmla="*/ 1543225 w 2938307"/>
                <a:gd name="csY118" fmla="*/ 284065 h 598303"/>
                <a:gd name="csX119" fmla="*/ 1528065 w 2938307"/>
                <a:gd name="csY119" fmla="*/ 287120 h 598303"/>
                <a:gd name="csX120" fmla="*/ 1519359 w 2938307"/>
                <a:gd name="csY120" fmla="*/ 288862 h 598303"/>
                <a:gd name="csX121" fmla="*/ 1512888 w 2938307"/>
                <a:gd name="csY121" fmla="*/ 290192 h 598303"/>
                <a:gd name="csX122" fmla="*/ 1497728 w 2938307"/>
                <a:gd name="csY122" fmla="*/ 293329 h 598303"/>
                <a:gd name="csX123" fmla="*/ 1482568 w 2938307"/>
                <a:gd name="csY123" fmla="*/ 296417 h 598303"/>
                <a:gd name="csX124" fmla="*/ 1467408 w 2938307"/>
                <a:gd name="csY124" fmla="*/ 299439 h 598303"/>
                <a:gd name="csX125" fmla="*/ 1465043 w 2938307"/>
                <a:gd name="csY125" fmla="*/ 299915 h 598303"/>
                <a:gd name="csX126" fmla="*/ 1452232 w 2938307"/>
                <a:gd name="csY126" fmla="*/ 302576 h 598303"/>
                <a:gd name="csX127" fmla="*/ 1437072 w 2938307"/>
                <a:gd name="csY127" fmla="*/ 305680 h 598303"/>
                <a:gd name="csX128" fmla="*/ 1421912 w 2938307"/>
                <a:gd name="csY128" fmla="*/ 308735 h 598303"/>
                <a:gd name="csX129" fmla="*/ 1410776 w 2938307"/>
                <a:gd name="csY129" fmla="*/ 310969 h 598303"/>
                <a:gd name="csX130" fmla="*/ 1406752 w 2938307"/>
                <a:gd name="csY130" fmla="*/ 311790 h 598303"/>
                <a:gd name="csX131" fmla="*/ 1391575 w 2938307"/>
                <a:gd name="csY131" fmla="*/ 314944 h 598303"/>
                <a:gd name="csX132" fmla="*/ 1376415 w 2938307"/>
                <a:gd name="csY132" fmla="*/ 318032 h 598303"/>
                <a:gd name="csX133" fmla="*/ 1361255 w 2938307"/>
                <a:gd name="csY133" fmla="*/ 321054 h 598303"/>
                <a:gd name="csX134" fmla="*/ 1356492 w 2938307"/>
                <a:gd name="csY134" fmla="*/ 322007 h 598303"/>
                <a:gd name="csX135" fmla="*/ 1346095 w 2938307"/>
                <a:gd name="csY135" fmla="*/ 324175 h 598303"/>
                <a:gd name="csX136" fmla="*/ 1330919 w 2938307"/>
                <a:gd name="csY136" fmla="*/ 327312 h 598303"/>
                <a:gd name="csX137" fmla="*/ 1315759 w 2938307"/>
                <a:gd name="csY137" fmla="*/ 330367 h 598303"/>
                <a:gd name="csX138" fmla="*/ 1302175 w 2938307"/>
                <a:gd name="csY138" fmla="*/ 333060 h 598303"/>
                <a:gd name="csX139" fmla="*/ 1300599 w 2938307"/>
                <a:gd name="csY139" fmla="*/ 333389 h 598303"/>
                <a:gd name="csX140" fmla="*/ 1285439 w 2938307"/>
                <a:gd name="csY140" fmla="*/ 336559 h 598303"/>
                <a:gd name="csX141" fmla="*/ 1270278 w 2938307"/>
                <a:gd name="csY141" fmla="*/ 339647 h 598303"/>
                <a:gd name="csX142" fmla="*/ 1255102 w 2938307"/>
                <a:gd name="csY142" fmla="*/ 342685 h 598303"/>
                <a:gd name="csX143" fmla="*/ 1247941 w 2938307"/>
                <a:gd name="csY143" fmla="*/ 344114 h 598303"/>
                <a:gd name="csX144" fmla="*/ 1239942 w 2938307"/>
                <a:gd name="csY144" fmla="*/ 345789 h 598303"/>
                <a:gd name="csX145" fmla="*/ 1224782 w 2938307"/>
                <a:gd name="csY145" fmla="*/ 348927 h 598303"/>
                <a:gd name="csX146" fmla="*/ 1209622 w 2938307"/>
                <a:gd name="csY146" fmla="*/ 351982 h 598303"/>
                <a:gd name="csX147" fmla="*/ 1194446 w 2938307"/>
                <a:gd name="csY147" fmla="*/ 354987 h 598303"/>
                <a:gd name="csX148" fmla="*/ 1193591 w 2938307"/>
                <a:gd name="csY148" fmla="*/ 355168 h 598303"/>
                <a:gd name="csX149" fmla="*/ 1179286 w 2938307"/>
                <a:gd name="csY149" fmla="*/ 358174 h 598303"/>
                <a:gd name="csX150" fmla="*/ 1164125 w 2938307"/>
                <a:gd name="csY150" fmla="*/ 361278 h 598303"/>
                <a:gd name="csX151" fmla="*/ 1148965 w 2938307"/>
                <a:gd name="csY151" fmla="*/ 364317 h 598303"/>
                <a:gd name="csX152" fmla="*/ 1139373 w 2938307"/>
                <a:gd name="csY152" fmla="*/ 366222 h 598303"/>
                <a:gd name="csX153" fmla="*/ 1133789 w 2938307"/>
                <a:gd name="csY153" fmla="*/ 367388 h 598303"/>
                <a:gd name="csX154" fmla="*/ 1118629 w 2938307"/>
                <a:gd name="csY154" fmla="*/ 370542 h 598303"/>
                <a:gd name="csX155" fmla="*/ 1103467 w 2938307"/>
                <a:gd name="csY155" fmla="*/ 373613 h 598303"/>
                <a:gd name="csX156" fmla="*/ 1088302 w 2938307"/>
                <a:gd name="csY156" fmla="*/ 376619 h 598303"/>
                <a:gd name="csX157" fmla="*/ 1085072 w 2938307"/>
                <a:gd name="csY157" fmla="*/ 377276 h 598303"/>
                <a:gd name="csX158" fmla="*/ 1073139 w 2938307"/>
                <a:gd name="csY158" fmla="*/ 379772 h 598303"/>
                <a:gd name="csX159" fmla="*/ 1057976 w 2938307"/>
                <a:gd name="csY159" fmla="*/ 382893 h 598303"/>
                <a:gd name="csX160" fmla="*/ 1042811 w 2938307"/>
                <a:gd name="csY160" fmla="*/ 385932 h 598303"/>
                <a:gd name="csX161" fmla="*/ 1030788 w 2938307"/>
                <a:gd name="csY161" fmla="*/ 388313 h 598303"/>
                <a:gd name="csX162" fmla="*/ 1027647 w 2938307"/>
                <a:gd name="csY162" fmla="*/ 388970 h 598303"/>
                <a:gd name="csX163" fmla="*/ 1012483 w 2938307"/>
                <a:gd name="csY163" fmla="*/ 392156 h 598303"/>
                <a:gd name="csX164" fmla="*/ 997319 w 2938307"/>
                <a:gd name="csY164" fmla="*/ 395244 h 598303"/>
                <a:gd name="csX165" fmla="*/ 982156 w 2938307"/>
                <a:gd name="csY165" fmla="*/ 398250 h 598303"/>
                <a:gd name="csX166" fmla="*/ 976535 w 2938307"/>
                <a:gd name="csY166" fmla="*/ 399367 h 598303"/>
                <a:gd name="csX167" fmla="*/ 966991 w 2938307"/>
                <a:gd name="csY167" fmla="*/ 401371 h 598303"/>
                <a:gd name="csX168" fmla="*/ 951828 w 2938307"/>
                <a:gd name="csY168" fmla="*/ 404524 h 598303"/>
                <a:gd name="csX169" fmla="*/ 936663 w 2938307"/>
                <a:gd name="csY169" fmla="*/ 407563 h 598303"/>
                <a:gd name="csX170" fmla="*/ 922173 w 2938307"/>
                <a:gd name="csY170" fmla="*/ 410421 h 598303"/>
                <a:gd name="csX171" fmla="*/ 921499 w 2938307"/>
                <a:gd name="csY171" fmla="*/ 410569 h 598303"/>
                <a:gd name="csX172" fmla="*/ 906336 w 2938307"/>
                <a:gd name="csY172" fmla="*/ 413771 h 598303"/>
                <a:gd name="csX173" fmla="*/ 891171 w 2938307"/>
                <a:gd name="csY173" fmla="*/ 416876 h 598303"/>
                <a:gd name="csX174" fmla="*/ 876008 w 2938307"/>
                <a:gd name="csY174" fmla="*/ 419881 h 598303"/>
                <a:gd name="csX175" fmla="*/ 867984 w 2938307"/>
                <a:gd name="csY175" fmla="*/ 421475 h 598303"/>
                <a:gd name="csX176" fmla="*/ 860843 w 2938307"/>
                <a:gd name="csY176" fmla="*/ 422986 h 598303"/>
                <a:gd name="csX177" fmla="*/ 845680 w 2938307"/>
                <a:gd name="csY177" fmla="*/ 426139 h 598303"/>
                <a:gd name="csX178" fmla="*/ 830516 w 2938307"/>
                <a:gd name="csY178" fmla="*/ 429194 h 598303"/>
                <a:gd name="csX179" fmla="*/ 815351 w 2938307"/>
                <a:gd name="csY179" fmla="*/ 432183 h 598303"/>
                <a:gd name="csX180" fmla="*/ 813633 w 2938307"/>
                <a:gd name="csY180" fmla="*/ 432529 h 598303"/>
                <a:gd name="csX181" fmla="*/ 800188 w 2938307"/>
                <a:gd name="csY181" fmla="*/ 435386 h 598303"/>
                <a:gd name="csX182" fmla="*/ 785023 w 2938307"/>
                <a:gd name="csY182" fmla="*/ 438491 h 598303"/>
                <a:gd name="csX183" fmla="*/ 769860 w 2938307"/>
                <a:gd name="csY183" fmla="*/ 441513 h 598303"/>
                <a:gd name="csX184" fmla="*/ 759410 w 2938307"/>
                <a:gd name="csY184" fmla="*/ 443582 h 598303"/>
                <a:gd name="csX185" fmla="*/ 754696 w 2938307"/>
                <a:gd name="csY185" fmla="*/ 444568 h 598303"/>
                <a:gd name="csX186" fmla="*/ 739531 w 2938307"/>
                <a:gd name="csY186" fmla="*/ 447771 h 598303"/>
                <a:gd name="csX187" fmla="*/ 724368 w 2938307"/>
                <a:gd name="csY187" fmla="*/ 450842 h 598303"/>
                <a:gd name="csX188" fmla="*/ 709203 w 2938307"/>
                <a:gd name="csY188" fmla="*/ 453815 h 598303"/>
                <a:gd name="csX189" fmla="*/ 705125 w 2938307"/>
                <a:gd name="csY189" fmla="*/ 454636 h 598303"/>
                <a:gd name="csX190" fmla="*/ 694040 w 2938307"/>
                <a:gd name="csY190" fmla="*/ 456985 h 598303"/>
                <a:gd name="csX191" fmla="*/ 678877 w 2938307"/>
                <a:gd name="csY191" fmla="*/ 460138 h 598303"/>
                <a:gd name="csX192" fmla="*/ 663712 w 2938307"/>
                <a:gd name="csY192" fmla="*/ 463161 h 598303"/>
                <a:gd name="csX193" fmla="*/ 650805 w 2938307"/>
                <a:gd name="csY193" fmla="*/ 465673 h 598303"/>
                <a:gd name="csX194" fmla="*/ 648548 w 2938307"/>
                <a:gd name="csY194" fmla="*/ 466166 h 598303"/>
                <a:gd name="csX195" fmla="*/ 633383 w 2938307"/>
                <a:gd name="csY195" fmla="*/ 469385 h 598303"/>
                <a:gd name="csX196" fmla="*/ 618220 w 2938307"/>
                <a:gd name="csY196" fmla="*/ 472473 h 598303"/>
                <a:gd name="csX197" fmla="*/ 603057 w 2938307"/>
                <a:gd name="csY197" fmla="*/ 475463 h 598303"/>
                <a:gd name="csX198" fmla="*/ 596602 w 2938307"/>
                <a:gd name="csY198" fmla="*/ 476727 h 598303"/>
                <a:gd name="csX199" fmla="*/ 587892 w 2938307"/>
                <a:gd name="csY199" fmla="*/ 478600 h 598303"/>
                <a:gd name="csX200" fmla="*/ 572729 w 2938307"/>
                <a:gd name="csY200" fmla="*/ 481770 h 598303"/>
                <a:gd name="csX201" fmla="*/ 557564 w 2938307"/>
                <a:gd name="csY201" fmla="*/ 484808 h 598303"/>
                <a:gd name="csX202" fmla="*/ 542400 w 2938307"/>
                <a:gd name="csY202" fmla="*/ 487732 h 598303"/>
                <a:gd name="csX203" fmla="*/ 542172 w 2938307"/>
                <a:gd name="csY203" fmla="*/ 487781 h 598303"/>
                <a:gd name="csX204" fmla="*/ 527237 w 2938307"/>
                <a:gd name="csY204" fmla="*/ 491017 h 598303"/>
                <a:gd name="csX205" fmla="*/ 512072 w 2938307"/>
                <a:gd name="csY205" fmla="*/ 494138 h 598303"/>
                <a:gd name="csX206" fmla="*/ 496909 w 2938307"/>
                <a:gd name="csY206" fmla="*/ 497110 h 598303"/>
                <a:gd name="csX207" fmla="*/ 488059 w 2938307"/>
                <a:gd name="csY207" fmla="*/ 498835 h 598303"/>
                <a:gd name="csX208" fmla="*/ 481744 w 2938307"/>
                <a:gd name="csY208" fmla="*/ 500198 h 598303"/>
                <a:gd name="csX209" fmla="*/ 466580 w 2938307"/>
                <a:gd name="csY209" fmla="*/ 503418 h 598303"/>
                <a:gd name="csX210" fmla="*/ 451416 w 2938307"/>
                <a:gd name="csY210" fmla="*/ 506456 h 598303"/>
                <a:gd name="csX211" fmla="*/ 436252 w 2938307"/>
                <a:gd name="csY211" fmla="*/ 509380 h 598303"/>
                <a:gd name="csX212" fmla="*/ 433708 w 2938307"/>
                <a:gd name="csY212" fmla="*/ 509889 h 598303"/>
                <a:gd name="csX213" fmla="*/ 421089 w 2938307"/>
                <a:gd name="csY213" fmla="*/ 512648 h 598303"/>
                <a:gd name="csX214" fmla="*/ 405924 w 2938307"/>
                <a:gd name="csY214" fmla="*/ 515785 h 598303"/>
                <a:gd name="csX215" fmla="*/ 390761 w 2938307"/>
                <a:gd name="csY215" fmla="*/ 518758 h 598303"/>
                <a:gd name="csX216" fmla="*/ 379480 w 2938307"/>
                <a:gd name="csY216" fmla="*/ 520943 h 598303"/>
                <a:gd name="csX217" fmla="*/ 375596 w 2938307"/>
                <a:gd name="csY217" fmla="*/ 521780 h 598303"/>
                <a:gd name="csX218" fmla="*/ 360432 w 2938307"/>
                <a:gd name="csY218" fmla="*/ 525082 h 598303"/>
                <a:gd name="csX219" fmla="*/ 345269 w 2938307"/>
                <a:gd name="csY219" fmla="*/ 528137 h 598303"/>
                <a:gd name="csX220" fmla="*/ 330104 w 2938307"/>
                <a:gd name="csY220" fmla="*/ 531028 h 598303"/>
                <a:gd name="csX221" fmla="*/ 325249 w 2938307"/>
                <a:gd name="csY221" fmla="*/ 531980 h 598303"/>
                <a:gd name="csX222" fmla="*/ 314941 w 2938307"/>
                <a:gd name="csY222" fmla="*/ 534296 h 598303"/>
                <a:gd name="csX223" fmla="*/ 299776 w 2938307"/>
                <a:gd name="csY223" fmla="*/ 537483 h 598303"/>
                <a:gd name="csX224" fmla="*/ 284613 w 2938307"/>
                <a:gd name="csY224" fmla="*/ 540439 h 598303"/>
                <a:gd name="csX225" fmla="*/ 270834 w 2938307"/>
                <a:gd name="csY225" fmla="*/ 543034 h 598303"/>
                <a:gd name="csX226" fmla="*/ 269449 w 2938307"/>
                <a:gd name="csY226" fmla="*/ 543346 h 598303"/>
                <a:gd name="csX227" fmla="*/ 254284 w 2938307"/>
                <a:gd name="csY227" fmla="*/ 546779 h 598303"/>
                <a:gd name="csX228" fmla="*/ 239121 w 2938307"/>
                <a:gd name="csY228" fmla="*/ 549850 h 598303"/>
                <a:gd name="csX229" fmla="*/ 223956 w 2938307"/>
                <a:gd name="csY229" fmla="*/ 552708 h 598303"/>
                <a:gd name="csX230" fmla="*/ 216797 w 2938307"/>
                <a:gd name="csY230" fmla="*/ 554088 h 598303"/>
                <a:gd name="csX231" fmla="*/ 208793 w 2938307"/>
                <a:gd name="csY231" fmla="*/ 555944 h 598303"/>
                <a:gd name="csX232" fmla="*/ 193629 w 2938307"/>
                <a:gd name="csY232" fmla="*/ 559229 h 598303"/>
                <a:gd name="csX233" fmla="*/ 178465 w 2938307"/>
                <a:gd name="csY233" fmla="*/ 562152 h 598303"/>
                <a:gd name="csX234" fmla="*/ 163301 w 2938307"/>
                <a:gd name="csY234" fmla="*/ 564928 h 598303"/>
                <a:gd name="csX235" fmla="*/ 162275 w 2938307"/>
                <a:gd name="csY235" fmla="*/ 565142 h 598303"/>
                <a:gd name="csX236" fmla="*/ 148136 w 2938307"/>
                <a:gd name="csY236" fmla="*/ 568542 h 598303"/>
                <a:gd name="csX237" fmla="*/ 132973 w 2938307"/>
                <a:gd name="csY237" fmla="*/ 571629 h 598303"/>
                <a:gd name="csX238" fmla="*/ 117810 w 2938307"/>
                <a:gd name="csY238" fmla="*/ 574405 h 598303"/>
                <a:gd name="csX239" fmla="*/ 108362 w 2938307"/>
                <a:gd name="csY239" fmla="*/ 576195 h 598303"/>
                <a:gd name="csX240" fmla="*/ 102645 w 2938307"/>
                <a:gd name="csY240" fmla="*/ 577624 h 598303"/>
                <a:gd name="csX241" fmla="*/ 87481 w 2938307"/>
                <a:gd name="csY241" fmla="*/ 581123 h 598303"/>
                <a:gd name="csX242" fmla="*/ 72316 w 2938307"/>
                <a:gd name="csY242" fmla="*/ 583964 h 598303"/>
                <a:gd name="csX243" fmla="*/ 57153 w 2938307"/>
                <a:gd name="csY243" fmla="*/ 586592 h 598303"/>
                <a:gd name="csX244" fmla="*/ 54057 w 2938307"/>
                <a:gd name="csY244" fmla="*/ 587249 h 598303"/>
                <a:gd name="csX245" fmla="*/ 41990 w 2938307"/>
                <a:gd name="csY245" fmla="*/ 590534 h 598303"/>
                <a:gd name="csX246" fmla="*/ 26825 w 2938307"/>
                <a:gd name="csY246" fmla="*/ 593688 h 598303"/>
                <a:gd name="csX247" fmla="*/ 11662 w 2938307"/>
                <a:gd name="csY247" fmla="*/ 596135 h 598303"/>
                <a:gd name="csX248" fmla="*/ 0 w 2938307"/>
                <a:gd name="csY248" fmla="*/ 598303 h 598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</a:cxnLst>
              <a:rect l="l" t="t" r="r" b="b"/>
              <a:pathLst>
                <a:path w="2938307" h="598303">
                  <a:moveTo>
                    <a:pt x="2938308" y="0"/>
                  </a:moveTo>
                  <a:lnTo>
                    <a:pt x="2930720" y="1527"/>
                  </a:lnTo>
                  <a:lnTo>
                    <a:pt x="2923148" y="3088"/>
                  </a:lnTo>
                  <a:lnTo>
                    <a:pt x="2907971" y="6192"/>
                  </a:lnTo>
                  <a:lnTo>
                    <a:pt x="2892811" y="9280"/>
                  </a:lnTo>
                  <a:lnTo>
                    <a:pt x="2877651" y="12319"/>
                  </a:lnTo>
                  <a:lnTo>
                    <a:pt x="2876419" y="12581"/>
                  </a:lnTo>
                  <a:lnTo>
                    <a:pt x="2862491" y="15439"/>
                  </a:lnTo>
                  <a:lnTo>
                    <a:pt x="2847331" y="18543"/>
                  </a:lnTo>
                  <a:lnTo>
                    <a:pt x="2832155" y="21615"/>
                  </a:lnTo>
                  <a:lnTo>
                    <a:pt x="2822152" y="23619"/>
                  </a:lnTo>
                  <a:lnTo>
                    <a:pt x="2816995" y="24686"/>
                  </a:lnTo>
                  <a:lnTo>
                    <a:pt x="2801835" y="27807"/>
                  </a:lnTo>
                  <a:lnTo>
                    <a:pt x="2786675" y="30895"/>
                  </a:lnTo>
                  <a:lnTo>
                    <a:pt x="2771498" y="33950"/>
                  </a:lnTo>
                  <a:lnTo>
                    <a:pt x="2767868" y="34673"/>
                  </a:lnTo>
                  <a:lnTo>
                    <a:pt x="2756338" y="37054"/>
                  </a:lnTo>
                  <a:lnTo>
                    <a:pt x="2741178" y="40158"/>
                  </a:lnTo>
                  <a:lnTo>
                    <a:pt x="2726018" y="43230"/>
                  </a:lnTo>
                  <a:lnTo>
                    <a:pt x="2713568" y="45726"/>
                  </a:lnTo>
                  <a:lnTo>
                    <a:pt x="2710842" y="46285"/>
                  </a:lnTo>
                  <a:lnTo>
                    <a:pt x="2695682" y="49405"/>
                  </a:lnTo>
                  <a:lnTo>
                    <a:pt x="2680522" y="52510"/>
                  </a:lnTo>
                  <a:lnTo>
                    <a:pt x="2665362" y="55565"/>
                  </a:lnTo>
                  <a:lnTo>
                    <a:pt x="2659301" y="56780"/>
                  </a:lnTo>
                  <a:lnTo>
                    <a:pt x="2650185" y="58653"/>
                  </a:lnTo>
                  <a:lnTo>
                    <a:pt x="2635025" y="61773"/>
                  </a:lnTo>
                  <a:lnTo>
                    <a:pt x="2619865" y="64845"/>
                  </a:lnTo>
                  <a:lnTo>
                    <a:pt x="2604984" y="67834"/>
                  </a:lnTo>
                  <a:lnTo>
                    <a:pt x="2604705" y="67883"/>
                  </a:lnTo>
                  <a:lnTo>
                    <a:pt x="2589529" y="71020"/>
                  </a:lnTo>
                  <a:lnTo>
                    <a:pt x="2574369" y="74108"/>
                  </a:lnTo>
                  <a:lnTo>
                    <a:pt x="2559209" y="77180"/>
                  </a:lnTo>
                  <a:lnTo>
                    <a:pt x="2550734" y="78888"/>
                  </a:lnTo>
                  <a:lnTo>
                    <a:pt x="2544049" y="80268"/>
                  </a:lnTo>
                  <a:lnTo>
                    <a:pt x="2528872" y="83372"/>
                  </a:lnTo>
                  <a:lnTo>
                    <a:pt x="2513712" y="86460"/>
                  </a:lnTo>
                  <a:lnTo>
                    <a:pt x="2498552" y="89498"/>
                  </a:lnTo>
                  <a:lnTo>
                    <a:pt x="2496433" y="89942"/>
                  </a:lnTo>
                  <a:lnTo>
                    <a:pt x="2483392" y="92619"/>
                  </a:lnTo>
                  <a:lnTo>
                    <a:pt x="2468232" y="95723"/>
                  </a:lnTo>
                  <a:lnTo>
                    <a:pt x="2453056" y="98795"/>
                  </a:lnTo>
                  <a:lnTo>
                    <a:pt x="2442166" y="100979"/>
                  </a:lnTo>
                  <a:lnTo>
                    <a:pt x="2437896" y="101866"/>
                  </a:lnTo>
                  <a:lnTo>
                    <a:pt x="2422736" y="104987"/>
                  </a:lnTo>
                  <a:lnTo>
                    <a:pt x="2407576" y="108075"/>
                  </a:lnTo>
                  <a:lnTo>
                    <a:pt x="2392399" y="111130"/>
                  </a:lnTo>
                  <a:lnTo>
                    <a:pt x="2387883" y="112033"/>
                  </a:lnTo>
                  <a:lnTo>
                    <a:pt x="2377239" y="114234"/>
                  </a:lnTo>
                  <a:lnTo>
                    <a:pt x="2362079" y="117338"/>
                  </a:lnTo>
                  <a:lnTo>
                    <a:pt x="2346919" y="120410"/>
                  </a:lnTo>
                  <a:lnTo>
                    <a:pt x="2333582" y="123087"/>
                  </a:lnTo>
                  <a:lnTo>
                    <a:pt x="2331743" y="123464"/>
                  </a:lnTo>
                  <a:lnTo>
                    <a:pt x="2316583" y="126602"/>
                  </a:lnTo>
                  <a:lnTo>
                    <a:pt x="2301423" y="129690"/>
                  </a:lnTo>
                  <a:lnTo>
                    <a:pt x="2286263" y="132744"/>
                  </a:lnTo>
                  <a:lnTo>
                    <a:pt x="2279315" y="134141"/>
                  </a:lnTo>
                  <a:lnTo>
                    <a:pt x="2271086" y="135832"/>
                  </a:lnTo>
                  <a:lnTo>
                    <a:pt x="2255926" y="138953"/>
                  </a:lnTo>
                  <a:lnTo>
                    <a:pt x="2240766" y="142025"/>
                  </a:lnTo>
                  <a:lnTo>
                    <a:pt x="2225606" y="145063"/>
                  </a:lnTo>
                  <a:lnTo>
                    <a:pt x="2224998" y="145194"/>
                  </a:lnTo>
                  <a:lnTo>
                    <a:pt x="2210430" y="148200"/>
                  </a:lnTo>
                  <a:lnTo>
                    <a:pt x="2195270" y="151305"/>
                  </a:lnTo>
                  <a:lnTo>
                    <a:pt x="2180110" y="154359"/>
                  </a:lnTo>
                  <a:lnTo>
                    <a:pt x="2170748" y="156248"/>
                  </a:lnTo>
                  <a:lnTo>
                    <a:pt x="2164950" y="157447"/>
                  </a:lnTo>
                  <a:lnTo>
                    <a:pt x="2149773" y="160568"/>
                  </a:lnTo>
                  <a:lnTo>
                    <a:pt x="2134613" y="163639"/>
                  </a:lnTo>
                  <a:lnTo>
                    <a:pt x="2119453" y="166694"/>
                  </a:lnTo>
                  <a:lnTo>
                    <a:pt x="2116447" y="167286"/>
                  </a:lnTo>
                  <a:lnTo>
                    <a:pt x="2104293" y="169815"/>
                  </a:lnTo>
                  <a:lnTo>
                    <a:pt x="2089133" y="172919"/>
                  </a:lnTo>
                  <a:lnTo>
                    <a:pt x="2073957" y="175974"/>
                  </a:lnTo>
                  <a:lnTo>
                    <a:pt x="2062164" y="178340"/>
                  </a:lnTo>
                  <a:lnTo>
                    <a:pt x="2058797" y="179046"/>
                  </a:lnTo>
                  <a:lnTo>
                    <a:pt x="2043637" y="182166"/>
                  </a:lnTo>
                  <a:lnTo>
                    <a:pt x="2028477" y="185254"/>
                  </a:lnTo>
                  <a:lnTo>
                    <a:pt x="2013300" y="188309"/>
                  </a:lnTo>
                  <a:lnTo>
                    <a:pt x="2007896" y="189393"/>
                  </a:lnTo>
                  <a:lnTo>
                    <a:pt x="1998140" y="191414"/>
                  </a:lnTo>
                  <a:lnTo>
                    <a:pt x="1982980" y="194534"/>
                  </a:lnTo>
                  <a:lnTo>
                    <a:pt x="1967820" y="197606"/>
                  </a:lnTo>
                  <a:lnTo>
                    <a:pt x="1953580" y="200447"/>
                  </a:lnTo>
                  <a:lnTo>
                    <a:pt x="1952644" y="200644"/>
                  </a:lnTo>
                  <a:lnTo>
                    <a:pt x="1937484" y="203781"/>
                  </a:lnTo>
                  <a:lnTo>
                    <a:pt x="1922324" y="206869"/>
                  </a:lnTo>
                  <a:lnTo>
                    <a:pt x="1907164" y="209924"/>
                  </a:lnTo>
                  <a:lnTo>
                    <a:pt x="1899329" y="211501"/>
                  </a:lnTo>
                  <a:lnTo>
                    <a:pt x="1891987" y="213012"/>
                  </a:lnTo>
                  <a:lnTo>
                    <a:pt x="1876827" y="216133"/>
                  </a:lnTo>
                  <a:lnTo>
                    <a:pt x="1861667" y="219221"/>
                  </a:lnTo>
                  <a:lnTo>
                    <a:pt x="1846507" y="222243"/>
                  </a:lnTo>
                  <a:lnTo>
                    <a:pt x="1845012" y="222555"/>
                  </a:lnTo>
                  <a:lnTo>
                    <a:pt x="1831331" y="225396"/>
                  </a:lnTo>
                  <a:lnTo>
                    <a:pt x="1816170" y="228484"/>
                  </a:lnTo>
                  <a:lnTo>
                    <a:pt x="1801011" y="231556"/>
                  </a:lnTo>
                  <a:lnTo>
                    <a:pt x="1790761" y="233609"/>
                  </a:lnTo>
                  <a:lnTo>
                    <a:pt x="1785851" y="234611"/>
                  </a:lnTo>
                  <a:lnTo>
                    <a:pt x="1770674" y="237748"/>
                  </a:lnTo>
                  <a:lnTo>
                    <a:pt x="1755514" y="240835"/>
                  </a:lnTo>
                  <a:lnTo>
                    <a:pt x="1740354" y="243874"/>
                  </a:lnTo>
                  <a:lnTo>
                    <a:pt x="1736478" y="244646"/>
                  </a:lnTo>
                  <a:lnTo>
                    <a:pt x="1725194" y="246995"/>
                  </a:lnTo>
                  <a:lnTo>
                    <a:pt x="1710034" y="250099"/>
                  </a:lnTo>
                  <a:lnTo>
                    <a:pt x="1694858" y="253170"/>
                  </a:lnTo>
                  <a:lnTo>
                    <a:pt x="1682178" y="255700"/>
                  </a:lnTo>
                  <a:lnTo>
                    <a:pt x="1679698" y="256209"/>
                  </a:lnTo>
                  <a:lnTo>
                    <a:pt x="1664538" y="259363"/>
                  </a:lnTo>
                  <a:lnTo>
                    <a:pt x="1649378" y="262450"/>
                  </a:lnTo>
                  <a:lnTo>
                    <a:pt x="1634201" y="265489"/>
                  </a:lnTo>
                  <a:lnTo>
                    <a:pt x="1627910" y="266754"/>
                  </a:lnTo>
                  <a:lnTo>
                    <a:pt x="1619041" y="268593"/>
                  </a:lnTo>
                  <a:lnTo>
                    <a:pt x="1603881" y="271714"/>
                  </a:lnTo>
                  <a:lnTo>
                    <a:pt x="1588721" y="274785"/>
                  </a:lnTo>
                  <a:lnTo>
                    <a:pt x="1573577" y="277808"/>
                  </a:lnTo>
                  <a:lnTo>
                    <a:pt x="1573545" y="277808"/>
                  </a:lnTo>
                  <a:lnTo>
                    <a:pt x="1558385" y="280978"/>
                  </a:lnTo>
                  <a:lnTo>
                    <a:pt x="1543225" y="284065"/>
                  </a:lnTo>
                  <a:lnTo>
                    <a:pt x="1528065" y="287120"/>
                  </a:lnTo>
                  <a:lnTo>
                    <a:pt x="1519359" y="288862"/>
                  </a:lnTo>
                  <a:lnTo>
                    <a:pt x="1512888" y="290192"/>
                  </a:lnTo>
                  <a:lnTo>
                    <a:pt x="1497728" y="293329"/>
                  </a:lnTo>
                  <a:lnTo>
                    <a:pt x="1482568" y="296417"/>
                  </a:lnTo>
                  <a:lnTo>
                    <a:pt x="1467408" y="299439"/>
                  </a:lnTo>
                  <a:lnTo>
                    <a:pt x="1465043" y="299915"/>
                  </a:lnTo>
                  <a:lnTo>
                    <a:pt x="1452232" y="302576"/>
                  </a:lnTo>
                  <a:lnTo>
                    <a:pt x="1437072" y="305680"/>
                  </a:lnTo>
                  <a:lnTo>
                    <a:pt x="1421912" y="308735"/>
                  </a:lnTo>
                  <a:lnTo>
                    <a:pt x="1410776" y="310969"/>
                  </a:lnTo>
                  <a:lnTo>
                    <a:pt x="1406752" y="311790"/>
                  </a:lnTo>
                  <a:lnTo>
                    <a:pt x="1391575" y="314944"/>
                  </a:lnTo>
                  <a:lnTo>
                    <a:pt x="1376415" y="318032"/>
                  </a:lnTo>
                  <a:lnTo>
                    <a:pt x="1361255" y="321054"/>
                  </a:lnTo>
                  <a:lnTo>
                    <a:pt x="1356492" y="322007"/>
                  </a:lnTo>
                  <a:lnTo>
                    <a:pt x="1346095" y="324175"/>
                  </a:lnTo>
                  <a:lnTo>
                    <a:pt x="1330919" y="327312"/>
                  </a:lnTo>
                  <a:lnTo>
                    <a:pt x="1315759" y="330367"/>
                  </a:lnTo>
                  <a:lnTo>
                    <a:pt x="1302175" y="333060"/>
                  </a:lnTo>
                  <a:lnTo>
                    <a:pt x="1300599" y="333389"/>
                  </a:lnTo>
                  <a:lnTo>
                    <a:pt x="1285439" y="336559"/>
                  </a:lnTo>
                  <a:lnTo>
                    <a:pt x="1270278" y="339647"/>
                  </a:lnTo>
                  <a:lnTo>
                    <a:pt x="1255102" y="342685"/>
                  </a:lnTo>
                  <a:lnTo>
                    <a:pt x="1247941" y="344114"/>
                  </a:lnTo>
                  <a:lnTo>
                    <a:pt x="1239942" y="345789"/>
                  </a:lnTo>
                  <a:lnTo>
                    <a:pt x="1224782" y="348927"/>
                  </a:lnTo>
                  <a:lnTo>
                    <a:pt x="1209622" y="351982"/>
                  </a:lnTo>
                  <a:lnTo>
                    <a:pt x="1194446" y="354987"/>
                  </a:lnTo>
                  <a:lnTo>
                    <a:pt x="1193591" y="355168"/>
                  </a:lnTo>
                  <a:lnTo>
                    <a:pt x="1179286" y="358174"/>
                  </a:lnTo>
                  <a:lnTo>
                    <a:pt x="1164125" y="361278"/>
                  </a:lnTo>
                  <a:lnTo>
                    <a:pt x="1148965" y="364317"/>
                  </a:lnTo>
                  <a:lnTo>
                    <a:pt x="1139373" y="366222"/>
                  </a:lnTo>
                  <a:lnTo>
                    <a:pt x="1133789" y="367388"/>
                  </a:lnTo>
                  <a:lnTo>
                    <a:pt x="1118629" y="370542"/>
                  </a:lnTo>
                  <a:lnTo>
                    <a:pt x="1103467" y="373613"/>
                  </a:lnTo>
                  <a:lnTo>
                    <a:pt x="1088302" y="376619"/>
                  </a:lnTo>
                  <a:lnTo>
                    <a:pt x="1085072" y="377276"/>
                  </a:lnTo>
                  <a:lnTo>
                    <a:pt x="1073139" y="379772"/>
                  </a:lnTo>
                  <a:lnTo>
                    <a:pt x="1057976" y="382893"/>
                  </a:lnTo>
                  <a:lnTo>
                    <a:pt x="1042811" y="385932"/>
                  </a:lnTo>
                  <a:lnTo>
                    <a:pt x="1030788" y="388313"/>
                  </a:lnTo>
                  <a:lnTo>
                    <a:pt x="1027647" y="388970"/>
                  </a:lnTo>
                  <a:lnTo>
                    <a:pt x="1012483" y="392156"/>
                  </a:lnTo>
                  <a:lnTo>
                    <a:pt x="997319" y="395244"/>
                  </a:lnTo>
                  <a:lnTo>
                    <a:pt x="982156" y="398250"/>
                  </a:lnTo>
                  <a:lnTo>
                    <a:pt x="976535" y="399367"/>
                  </a:lnTo>
                  <a:lnTo>
                    <a:pt x="966991" y="401371"/>
                  </a:lnTo>
                  <a:lnTo>
                    <a:pt x="951828" y="404524"/>
                  </a:lnTo>
                  <a:lnTo>
                    <a:pt x="936663" y="407563"/>
                  </a:lnTo>
                  <a:lnTo>
                    <a:pt x="922173" y="410421"/>
                  </a:lnTo>
                  <a:lnTo>
                    <a:pt x="921499" y="410569"/>
                  </a:lnTo>
                  <a:lnTo>
                    <a:pt x="906336" y="413771"/>
                  </a:lnTo>
                  <a:lnTo>
                    <a:pt x="891171" y="416876"/>
                  </a:lnTo>
                  <a:lnTo>
                    <a:pt x="876008" y="419881"/>
                  </a:lnTo>
                  <a:lnTo>
                    <a:pt x="867984" y="421475"/>
                  </a:lnTo>
                  <a:lnTo>
                    <a:pt x="860843" y="422986"/>
                  </a:lnTo>
                  <a:lnTo>
                    <a:pt x="845680" y="426139"/>
                  </a:lnTo>
                  <a:lnTo>
                    <a:pt x="830516" y="429194"/>
                  </a:lnTo>
                  <a:lnTo>
                    <a:pt x="815351" y="432183"/>
                  </a:lnTo>
                  <a:lnTo>
                    <a:pt x="813633" y="432529"/>
                  </a:lnTo>
                  <a:lnTo>
                    <a:pt x="800188" y="435386"/>
                  </a:lnTo>
                  <a:lnTo>
                    <a:pt x="785023" y="438491"/>
                  </a:lnTo>
                  <a:lnTo>
                    <a:pt x="769860" y="441513"/>
                  </a:lnTo>
                  <a:lnTo>
                    <a:pt x="759410" y="443582"/>
                  </a:lnTo>
                  <a:lnTo>
                    <a:pt x="754696" y="444568"/>
                  </a:lnTo>
                  <a:lnTo>
                    <a:pt x="739531" y="447771"/>
                  </a:lnTo>
                  <a:lnTo>
                    <a:pt x="724368" y="450842"/>
                  </a:lnTo>
                  <a:lnTo>
                    <a:pt x="709203" y="453815"/>
                  </a:lnTo>
                  <a:lnTo>
                    <a:pt x="705125" y="454636"/>
                  </a:lnTo>
                  <a:lnTo>
                    <a:pt x="694040" y="456985"/>
                  </a:lnTo>
                  <a:lnTo>
                    <a:pt x="678877" y="460138"/>
                  </a:lnTo>
                  <a:lnTo>
                    <a:pt x="663712" y="463161"/>
                  </a:lnTo>
                  <a:lnTo>
                    <a:pt x="650805" y="465673"/>
                  </a:lnTo>
                  <a:lnTo>
                    <a:pt x="648548" y="466166"/>
                  </a:lnTo>
                  <a:lnTo>
                    <a:pt x="633383" y="469385"/>
                  </a:lnTo>
                  <a:lnTo>
                    <a:pt x="618220" y="472473"/>
                  </a:lnTo>
                  <a:lnTo>
                    <a:pt x="603057" y="475463"/>
                  </a:lnTo>
                  <a:lnTo>
                    <a:pt x="596602" y="476727"/>
                  </a:lnTo>
                  <a:lnTo>
                    <a:pt x="587892" y="478600"/>
                  </a:lnTo>
                  <a:lnTo>
                    <a:pt x="572729" y="481770"/>
                  </a:lnTo>
                  <a:lnTo>
                    <a:pt x="557564" y="484808"/>
                  </a:lnTo>
                  <a:lnTo>
                    <a:pt x="542400" y="487732"/>
                  </a:lnTo>
                  <a:lnTo>
                    <a:pt x="542172" y="487781"/>
                  </a:lnTo>
                  <a:lnTo>
                    <a:pt x="527237" y="491017"/>
                  </a:lnTo>
                  <a:lnTo>
                    <a:pt x="512072" y="494138"/>
                  </a:lnTo>
                  <a:lnTo>
                    <a:pt x="496909" y="497110"/>
                  </a:lnTo>
                  <a:lnTo>
                    <a:pt x="488059" y="498835"/>
                  </a:lnTo>
                  <a:lnTo>
                    <a:pt x="481744" y="500198"/>
                  </a:lnTo>
                  <a:lnTo>
                    <a:pt x="466580" y="503418"/>
                  </a:lnTo>
                  <a:lnTo>
                    <a:pt x="451416" y="506456"/>
                  </a:lnTo>
                  <a:lnTo>
                    <a:pt x="436252" y="509380"/>
                  </a:lnTo>
                  <a:lnTo>
                    <a:pt x="433708" y="509889"/>
                  </a:lnTo>
                  <a:lnTo>
                    <a:pt x="421089" y="512648"/>
                  </a:lnTo>
                  <a:lnTo>
                    <a:pt x="405924" y="515785"/>
                  </a:lnTo>
                  <a:lnTo>
                    <a:pt x="390761" y="518758"/>
                  </a:lnTo>
                  <a:lnTo>
                    <a:pt x="379480" y="520943"/>
                  </a:lnTo>
                  <a:lnTo>
                    <a:pt x="375596" y="521780"/>
                  </a:lnTo>
                  <a:lnTo>
                    <a:pt x="360432" y="525082"/>
                  </a:lnTo>
                  <a:lnTo>
                    <a:pt x="345269" y="528137"/>
                  </a:lnTo>
                  <a:lnTo>
                    <a:pt x="330104" y="531028"/>
                  </a:lnTo>
                  <a:lnTo>
                    <a:pt x="325249" y="531980"/>
                  </a:lnTo>
                  <a:lnTo>
                    <a:pt x="314941" y="534296"/>
                  </a:lnTo>
                  <a:lnTo>
                    <a:pt x="299776" y="537483"/>
                  </a:lnTo>
                  <a:lnTo>
                    <a:pt x="284613" y="540439"/>
                  </a:lnTo>
                  <a:lnTo>
                    <a:pt x="270834" y="543034"/>
                  </a:lnTo>
                  <a:lnTo>
                    <a:pt x="269449" y="543346"/>
                  </a:lnTo>
                  <a:lnTo>
                    <a:pt x="254284" y="546779"/>
                  </a:lnTo>
                  <a:lnTo>
                    <a:pt x="239121" y="549850"/>
                  </a:lnTo>
                  <a:lnTo>
                    <a:pt x="223956" y="552708"/>
                  </a:lnTo>
                  <a:lnTo>
                    <a:pt x="216797" y="554088"/>
                  </a:lnTo>
                  <a:lnTo>
                    <a:pt x="208793" y="555944"/>
                  </a:lnTo>
                  <a:lnTo>
                    <a:pt x="193629" y="559229"/>
                  </a:lnTo>
                  <a:lnTo>
                    <a:pt x="178465" y="562152"/>
                  </a:lnTo>
                  <a:lnTo>
                    <a:pt x="163301" y="564928"/>
                  </a:lnTo>
                  <a:lnTo>
                    <a:pt x="162275" y="565142"/>
                  </a:lnTo>
                  <a:lnTo>
                    <a:pt x="148136" y="568542"/>
                  </a:lnTo>
                  <a:lnTo>
                    <a:pt x="132973" y="571629"/>
                  </a:lnTo>
                  <a:lnTo>
                    <a:pt x="117810" y="574405"/>
                  </a:lnTo>
                  <a:lnTo>
                    <a:pt x="108362" y="576195"/>
                  </a:lnTo>
                  <a:lnTo>
                    <a:pt x="102645" y="577624"/>
                  </a:lnTo>
                  <a:lnTo>
                    <a:pt x="87481" y="581123"/>
                  </a:lnTo>
                  <a:lnTo>
                    <a:pt x="72316" y="583964"/>
                  </a:lnTo>
                  <a:lnTo>
                    <a:pt x="57153" y="586592"/>
                  </a:lnTo>
                  <a:lnTo>
                    <a:pt x="54057" y="587249"/>
                  </a:lnTo>
                  <a:lnTo>
                    <a:pt x="41990" y="590534"/>
                  </a:lnTo>
                  <a:lnTo>
                    <a:pt x="26825" y="593688"/>
                  </a:lnTo>
                  <a:lnTo>
                    <a:pt x="11662" y="596135"/>
                  </a:lnTo>
                  <a:lnTo>
                    <a:pt x="0" y="598303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1E672635-9B35-EFF2-B219-522C0F8757C4}"/>
                </a:ext>
              </a:extLst>
            </p:cNvPr>
            <p:cNvSpPr/>
            <p:nvPr/>
          </p:nvSpPr>
          <p:spPr>
            <a:xfrm>
              <a:off x="8323233" y="4692105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1A214C7D-A9BC-D37E-E89A-1128B6B7F00C}"/>
              </a:ext>
            </a:extLst>
          </p:cNvPr>
          <p:cNvGrpSpPr/>
          <p:nvPr/>
        </p:nvGrpSpPr>
        <p:grpSpPr>
          <a:xfrm>
            <a:off x="5275146" y="3984319"/>
            <a:ext cx="3166345" cy="760640"/>
            <a:chOff x="5275146" y="3984319"/>
            <a:chExt cx="3166345" cy="760640"/>
          </a:xfrm>
        </p:grpSpPr>
        <p:sp>
          <p:nvSpPr>
            <p:cNvPr id="385" name="Freeform 384">
              <a:extLst>
                <a:ext uri="{FF2B5EF4-FFF2-40B4-BE49-F238E27FC236}">
                  <a16:creationId xmlns:a16="http://schemas.microsoft.com/office/drawing/2014/main" id="{573728BF-7F7C-AE97-5260-3F5A9749CB44}"/>
                </a:ext>
              </a:extLst>
            </p:cNvPr>
            <p:cNvSpPr/>
            <p:nvPr/>
          </p:nvSpPr>
          <p:spPr>
            <a:xfrm>
              <a:off x="5275146" y="3984319"/>
              <a:ext cx="2961660" cy="760640"/>
            </a:xfrm>
            <a:custGeom>
              <a:avLst/>
              <a:gdLst>
                <a:gd name="csX0" fmla="*/ 0 w 2961660"/>
                <a:gd name="csY0" fmla="*/ 760640 h 760640"/>
                <a:gd name="csX1" fmla="*/ 4686 w 2961660"/>
                <a:gd name="csY1" fmla="*/ 758423 h 760640"/>
                <a:gd name="csX2" fmla="*/ 19849 w 2961660"/>
                <a:gd name="csY2" fmla="*/ 754612 h 760640"/>
                <a:gd name="csX3" fmla="*/ 35014 w 2961660"/>
                <a:gd name="csY3" fmla="*/ 751557 h 760640"/>
                <a:gd name="csX4" fmla="*/ 43135 w 2961660"/>
                <a:gd name="csY4" fmla="*/ 749586 h 760640"/>
                <a:gd name="csX5" fmla="*/ 50178 w 2961660"/>
                <a:gd name="csY5" fmla="*/ 747057 h 760640"/>
                <a:gd name="csX6" fmla="*/ 65343 w 2961660"/>
                <a:gd name="csY6" fmla="*/ 743263 h 760640"/>
                <a:gd name="csX7" fmla="*/ 80506 w 2961660"/>
                <a:gd name="csY7" fmla="*/ 739896 h 760640"/>
                <a:gd name="csX8" fmla="*/ 86177 w 2961660"/>
                <a:gd name="csY8" fmla="*/ 738533 h 760640"/>
                <a:gd name="csX9" fmla="*/ 95669 w 2961660"/>
                <a:gd name="csY9" fmla="*/ 735527 h 760640"/>
                <a:gd name="csX10" fmla="*/ 110834 w 2961660"/>
                <a:gd name="csY10" fmla="*/ 731766 h 760640"/>
                <a:gd name="csX11" fmla="*/ 125997 w 2961660"/>
                <a:gd name="csY11" fmla="*/ 728234 h 760640"/>
                <a:gd name="csX12" fmla="*/ 129187 w 2961660"/>
                <a:gd name="csY12" fmla="*/ 727479 h 760640"/>
                <a:gd name="csX13" fmla="*/ 141162 w 2961660"/>
                <a:gd name="csY13" fmla="*/ 723947 h 760640"/>
                <a:gd name="csX14" fmla="*/ 156326 w 2961660"/>
                <a:gd name="csY14" fmla="*/ 720186 h 760640"/>
                <a:gd name="csX15" fmla="*/ 171489 w 2961660"/>
                <a:gd name="csY15" fmla="*/ 716589 h 760640"/>
                <a:gd name="csX16" fmla="*/ 172180 w 2961660"/>
                <a:gd name="csY16" fmla="*/ 716425 h 760640"/>
                <a:gd name="csX17" fmla="*/ 186654 w 2961660"/>
                <a:gd name="csY17" fmla="*/ 712335 h 760640"/>
                <a:gd name="csX18" fmla="*/ 201817 w 2961660"/>
                <a:gd name="csY18" fmla="*/ 708574 h 760640"/>
                <a:gd name="csX19" fmla="*/ 215202 w 2961660"/>
                <a:gd name="csY19" fmla="*/ 705371 h 760640"/>
                <a:gd name="csX20" fmla="*/ 216982 w 2961660"/>
                <a:gd name="csY20" fmla="*/ 704845 h 760640"/>
                <a:gd name="csX21" fmla="*/ 232145 w 2961660"/>
                <a:gd name="csY21" fmla="*/ 700706 h 760640"/>
                <a:gd name="csX22" fmla="*/ 247309 w 2961660"/>
                <a:gd name="csY22" fmla="*/ 696962 h 760640"/>
                <a:gd name="csX23" fmla="*/ 258244 w 2961660"/>
                <a:gd name="csY23" fmla="*/ 694317 h 760640"/>
                <a:gd name="csX24" fmla="*/ 262474 w 2961660"/>
                <a:gd name="csY24" fmla="*/ 693102 h 760640"/>
                <a:gd name="csX25" fmla="*/ 277637 w 2961660"/>
                <a:gd name="csY25" fmla="*/ 689061 h 760640"/>
                <a:gd name="csX26" fmla="*/ 292802 w 2961660"/>
                <a:gd name="csY26" fmla="*/ 685316 h 760640"/>
                <a:gd name="csX27" fmla="*/ 301282 w 2961660"/>
                <a:gd name="csY27" fmla="*/ 683280 h 760640"/>
                <a:gd name="csX28" fmla="*/ 307965 w 2961660"/>
                <a:gd name="csY28" fmla="*/ 681391 h 760640"/>
                <a:gd name="csX29" fmla="*/ 323129 w 2961660"/>
                <a:gd name="csY29" fmla="*/ 677416 h 760640"/>
                <a:gd name="csX30" fmla="*/ 338294 w 2961660"/>
                <a:gd name="csY30" fmla="*/ 673688 h 760640"/>
                <a:gd name="csX31" fmla="*/ 344315 w 2961660"/>
                <a:gd name="csY31" fmla="*/ 672226 h 760640"/>
                <a:gd name="csX32" fmla="*/ 353457 w 2961660"/>
                <a:gd name="csY32" fmla="*/ 669680 h 760640"/>
                <a:gd name="csX33" fmla="*/ 368622 w 2961660"/>
                <a:gd name="csY33" fmla="*/ 665771 h 760640"/>
                <a:gd name="csX34" fmla="*/ 383785 w 2961660"/>
                <a:gd name="csY34" fmla="*/ 662026 h 760640"/>
                <a:gd name="csX35" fmla="*/ 387341 w 2961660"/>
                <a:gd name="csY35" fmla="*/ 661172 h 760640"/>
                <a:gd name="csX36" fmla="*/ 398948 w 2961660"/>
                <a:gd name="csY36" fmla="*/ 658002 h 760640"/>
                <a:gd name="csX37" fmla="*/ 414113 w 2961660"/>
                <a:gd name="csY37" fmla="*/ 654126 h 760640"/>
                <a:gd name="csX38" fmla="*/ 429277 w 2961660"/>
                <a:gd name="csY38" fmla="*/ 650381 h 760640"/>
                <a:gd name="csX39" fmla="*/ 430359 w 2961660"/>
                <a:gd name="csY39" fmla="*/ 650118 h 760640"/>
                <a:gd name="csX40" fmla="*/ 444442 w 2961660"/>
                <a:gd name="csY40" fmla="*/ 646324 h 760640"/>
                <a:gd name="csX41" fmla="*/ 459605 w 2961660"/>
                <a:gd name="csY41" fmla="*/ 642464 h 760640"/>
                <a:gd name="csX42" fmla="*/ 473387 w 2961660"/>
                <a:gd name="csY42" fmla="*/ 639065 h 760640"/>
                <a:gd name="csX43" fmla="*/ 474768 w 2961660"/>
                <a:gd name="csY43" fmla="*/ 638687 h 760640"/>
                <a:gd name="csX44" fmla="*/ 489933 w 2961660"/>
                <a:gd name="csY44" fmla="*/ 634646 h 760640"/>
                <a:gd name="csX45" fmla="*/ 505096 w 2961660"/>
                <a:gd name="csY45" fmla="*/ 630803 h 760640"/>
                <a:gd name="csX46" fmla="*/ 516423 w 2961660"/>
                <a:gd name="csY46" fmla="*/ 628011 h 760640"/>
                <a:gd name="csX47" fmla="*/ 520261 w 2961660"/>
                <a:gd name="csY47" fmla="*/ 626959 h 760640"/>
                <a:gd name="csX48" fmla="*/ 535425 w 2961660"/>
                <a:gd name="csY48" fmla="*/ 622968 h 760640"/>
                <a:gd name="csX49" fmla="*/ 550590 w 2961660"/>
                <a:gd name="csY49" fmla="*/ 619158 h 760640"/>
                <a:gd name="csX50" fmla="*/ 559457 w 2961660"/>
                <a:gd name="csY50" fmla="*/ 616973 h 760640"/>
                <a:gd name="csX51" fmla="*/ 565753 w 2961660"/>
                <a:gd name="csY51" fmla="*/ 615265 h 760640"/>
                <a:gd name="csX52" fmla="*/ 580916 w 2961660"/>
                <a:gd name="csY52" fmla="*/ 611307 h 760640"/>
                <a:gd name="csX53" fmla="*/ 596081 w 2961660"/>
                <a:gd name="csY53" fmla="*/ 607496 h 760640"/>
                <a:gd name="csX54" fmla="*/ 602490 w 2961660"/>
                <a:gd name="csY54" fmla="*/ 605919 h 760640"/>
                <a:gd name="csX55" fmla="*/ 611245 w 2961660"/>
                <a:gd name="csY55" fmla="*/ 603554 h 760640"/>
                <a:gd name="csX56" fmla="*/ 626409 w 2961660"/>
                <a:gd name="csY56" fmla="*/ 599629 h 760640"/>
                <a:gd name="csX57" fmla="*/ 641573 w 2961660"/>
                <a:gd name="csY57" fmla="*/ 595835 h 760640"/>
                <a:gd name="csX58" fmla="*/ 645518 w 2961660"/>
                <a:gd name="csY58" fmla="*/ 594866 h 760640"/>
                <a:gd name="csX59" fmla="*/ 656736 w 2961660"/>
                <a:gd name="csY59" fmla="*/ 591860 h 760640"/>
                <a:gd name="csX60" fmla="*/ 671901 w 2961660"/>
                <a:gd name="csY60" fmla="*/ 587967 h 760640"/>
                <a:gd name="csX61" fmla="*/ 687064 w 2961660"/>
                <a:gd name="csY61" fmla="*/ 584173 h 760640"/>
                <a:gd name="csX62" fmla="*/ 688543 w 2961660"/>
                <a:gd name="csY62" fmla="*/ 583812 h 760640"/>
                <a:gd name="csX63" fmla="*/ 702229 w 2961660"/>
                <a:gd name="csY63" fmla="*/ 580182 h 760640"/>
                <a:gd name="csX64" fmla="*/ 717393 w 2961660"/>
                <a:gd name="csY64" fmla="*/ 576306 h 760640"/>
                <a:gd name="csX65" fmla="*/ 731569 w 2961660"/>
                <a:gd name="csY65" fmla="*/ 572758 h 760640"/>
                <a:gd name="csX66" fmla="*/ 732556 w 2961660"/>
                <a:gd name="csY66" fmla="*/ 572495 h 760640"/>
                <a:gd name="csX67" fmla="*/ 747721 w 2961660"/>
                <a:gd name="csY67" fmla="*/ 568487 h 760640"/>
                <a:gd name="csX68" fmla="*/ 762884 w 2961660"/>
                <a:gd name="csY68" fmla="*/ 564628 h 760640"/>
                <a:gd name="csX69" fmla="*/ 774605 w 2961660"/>
                <a:gd name="csY69" fmla="*/ 561704 h 760640"/>
                <a:gd name="csX70" fmla="*/ 778049 w 2961660"/>
                <a:gd name="csY70" fmla="*/ 560784 h 760640"/>
                <a:gd name="csX71" fmla="*/ 793212 w 2961660"/>
                <a:gd name="csY71" fmla="*/ 556809 h 760640"/>
                <a:gd name="csX72" fmla="*/ 808376 w 2961660"/>
                <a:gd name="csY72" fmla="*/ 552966 h 760640"/>
                <a:gd name="csX73" fmla="*/ 817638 w 2961660"/>
                <a:gd name="csY73" fmla="*/ 550650 h 760640"/>
                <a:gd name="csX74" fmla="*/ 823541 w 2961660"/>
                <a:gd name="csY74" fmla="*/ 549073 h 760640"/>
                <a:gd name="csX75" fmla="*/ 838704 w 2961660"/>
                <a:gd name="csY75" fmla="*/ 545131 h 760640"/>
                <a:gd name="csX76" fmla="*/ 853869 w 2961660"/>
                <a:gd name="csY76" fmla="*/ 541305 h 760640"/>
                <a:gd name="csX77" fmla="*/ 860669 w 2961660"/>
                <a:gd name="csY77" fmla="*/ 539613 h 760640"/>
                <a:gd name="csX78" fmla="*/ 869032 w 2961660"/>
                <a:gd name="csY78" fmla="*/ 537379 h 760640"/>
                <a:gd name="csX79" fmla="*/ 884196 w 2961660"/>
                <a:gd name="csY79" fmla="*/ 533470 h 760640"/>
                <a:gd name="csX80" fmla="*/ 899361 w 2961660"/>
                <a:gd name="csY80" fmla="*/ 529643 h 760640"/>
                <a:gd name="csX81" fmla="*/ 903698 w 2961660"/>
                <a:gd name="csY81" fmla="*/ 528559 h 760640"/>
                <a:gd name="csX82" fmla="*/ 914524 w 2961660"/>
                <a:gd name="csY82" fmla="*/ 525685 h 760640"/>
                <a:gd name="csX83" fmla="*/ 929689 w 2961660"/>
                <a:gd name="csY83" fmla="*/ 521792 h 760640"/>
                <a:gd name="csX84" fmla="*/ 944852 w 2961660"/>
                <a:gd name="csY84" fmla="*/ 517965 h 760640"/>
                <a:gd name="csX85" fmla="*/ 946724 w 2961660"/>
                <a:gd name="csY85" fmla="*/ 517505 h 760640"/>
                <a:gd name="csX86" fmla="*/ 960015 w 2961660"/>
                <a:gd name="csY86" fmla="*/ 514007 h 760640"/>
                <a:gd name="csX87" fmla="*/ 975180 w 2961660"/>
                <a:gd name="csY87" fmla="*/ 510114 h 760640"/>
                <a:gd name="csX88" fmla="*/ 989752 w 2961660"/>
                <a:gd name="csY88" fmla="*/ 506451 h 760640"/>
                <a:gd name="csX89" fmla="*/ 990344 w 2961660"/>
                <a:gd name="csY89" fmla="*/ 506287 h 760640"/>
                <a:gd name="csX90" fmla="*/ 1005509 w 2961660"/>
                <a:gd name="csY90" fmla="*/ 502312 h 760640"/>
                <a:gd name="csX91" fmla="*/ 1020672 w 2961660"/>
                <a:gd name="csY91" fmla="*/ 498436 h 760640"/>
                <a:gd name="csX92" fmla="*/ 1032787 w 2961660"/>
                <a:gd name="csY92" fmla="*/ 495397 h 760640"/>
                <a:gd name="csX93" fmla="*/ 1035835 w 2961660"/>
                <a:gd name="csY93" fmla="*/ 494593 h 760640"/>
                <a:gd name="csX94" fmla="*/ 1051000 w 2961660"/>
                <a:gd name="csY94" fmla="*/ 490634 h 760640"/>
                <a:gd name="csX95" fmla="*/ 1066163 w 2961660"/>
                <a:gd name="csY95" fmla="*/ 486774 h 760640"/>
                <a:gd name="csX96" fmla="*/ 1075820 w 2961660"/>
                <a:gd name="csY96" fmla="*/ 484344 h 760640"/>
                <a:gd name="csX97" fmla="*/ 1081328 w 2961660"/>
                <a:gd name="csY97" fmla="*/ 482898 h 760640"/>
                <a:gd name="csX98" fmla="*/ 1096492 w 2961660"/>
                <a:gd name="csY98" fmla="*/ 478956 h 760640"/>
                <a:gd name="csX99" fmla="*/ 1111655 w 2961660"/>
                <a:gd name="csY99" fmla="*/ 475096 h 760640"/>
                <a:gd name="csX100" fmla="*/ 1118851 w 2961660"/>
                <a:gd name="csY100" fmla="*/ 473306 h 760640"/>
                <a:gd name="csX101" fmla="*/ 1126820 w 2961660"/>
                <a:gd name="csY101" fmla="*/ 471204 h 760640"/>
                <a:gd name="csX102" fmla="*/ 1141982 w 2961660"/>
                <a:gd name="csY102" fmla="*/ 467278 h 760640"/>
                <a:gd name="csX103" fmla="*/ 1157142 w 2961660"/>
                <a:gd name="csY103" fmla="*/ 463435 h 760640"/>
                <a:gd name="csX104" fmla="*/ 1161888 w 2961660"/>
                <a:gd name="csY104" fmla="*/ 462252 h 760640"/>
                <a:gd name="csX105" fmla="*/ 1172318 w 2961660"/>
                <a:gd name="csY105" fmla="*/ 459509 h 760640"/>
                <a:gd name="csX106" fmla="*/ 1187478 w 2961660"/>
                <a:gd name="csY106" fmla="*/ 455600 h 760640"/>
                <a:gd name="csX107" fmla="*/ 1202638 w 2961660"/>
                <a:gd name="csY107" fmla="*/ 451757 h 760640"/>
                <a:gd name="csX108" fmla="*/ 1204905 w 2961660"/>
                <a:gd name="csY108" fmla="*/ 451199 h 760640"/>
                <a:gd name="csX109" fmla="*/ 1217798 w 2961660"/>
                <a:gd name="csY109" fmla="*/ 447815 h 760640"/>
                <a:gd name="csX110" fmla="*/ 1232975 w 2961660"/>
                <a:gd name="csY110" fmla="*/ 443922 h 760640"/>
                <a:gd name="csX111" fmla="*/ 1247938 w 2961660"/>
                <a:gd name="csY111" fmla="*/ 440145 h 760640"/>
                <a:gd name="csX112" fmla="*/ 1248135 w 2961660"/>
                <a:gd name="csY112" fmla="*/ 440095 h 760640"/>
                <a:gd name="csX113" fmla="*/ 1263295 w 2961660"/>
                <a:gd name="csY113" fmla="*/ 436137 h 760640"/>
                <a:gd name="csX114" fmla="*/ 1278455 w 2961660"/>
                <a:gd name="csY114" fmla="*/ 432244 h 760640"/>
                <a:gd name="csX115" fmla="*/ 1290970 w 2961660"/>
                <a:gd name="csY115" fmla="*/ 429091 h 760640"/>
                <a:gd name="csX116" fmla="*/ 1293631 w 2961660"/>
                <a:gd name="csY116" fmla="*/ 428385 h 760640"/>
                <a:gd name="csX117" fmla="*/ 1308791 w 2961660"/>
                <a:gd name="csY117" fmla="*/ 424443 h 760640"/>
                <a:gd name="csX118" fmla="*/ 1323951 w 2961660"/>
                <a:gd name="csY118" fmla="*/ 420566 h 760640"/>
                <a:gd name="csX119" fmla="*/ 1334003 w 2961660"/>
                <a:gd name="csY119" fmla="*/ 418037 h 760640"/>
                <a:gd name="csX120" fmla="*/ 1339111 w 2961660"/>
                <a:gd name="csY120" fmla="*/ 416690 h 760640"/>
                <a:gd name="csX121" fmla="*/ 1354271 w 2961660"/>
                <a:gd name="csY121" fmla="*/ 412765 h 760640"/>
                <a:gd name="csX122" fmla="*/ 1369448 w 2961660"/>
                <a:gd name="csY122" fmla="*/ 408905 h 760640"/>
                <a:gd name="csX123" fmla="*/ 1377036 w 2961660"/>
                <a:gd name="csY123" fmla="*/ 406983 h 760640"/>
                <a:gd name="csX124" fmla="*/ 1384608 w 2961660"/>
                <a:gd name="csY124" fmla="*/ 404996 h 760640"/>
                <a:gd name="csX125" fmla="*/ 1399768 w 2961660"/>
                <a:gd name="csY125" fmla="*/ 401087 h 760640"/>
                <a:gd name="csX126" fmla="*/ 1414928 w 2961660"/>
                <a:gd name="csY126" fmla="*/ 397227 h 760640"/>
                <a:gd name="csX127" fmla="*/ 1420069 w 2961660"/>
                <a:gd name="csY127" fmla="*/ 395946 h 760640"/>
                <a:gd name="csX128" fmla="*/ 1430104 w 2961660"/>
                <a:gd name="csY128" fmla="*/ 393318 h 760640"/>
                <a:gd name="csX129" fmla="*/ 1445264 w 2961660"/>
                <a:gd name="csY129" fmla="*/ 389409 h 760640"/>
                <a:gd name="csX130" fmla="*/ 1460424 w 2961660"/>
                <a:gd name="csY130" fmla="*/ 385565 h 760640"/>
                <a:gd name="csX131" fmla="*/ 1463085 w 2961660"/>
                <a:gd name="csY131" fmla="*/ 384892 h 760640"/>
                <a:gd name="csX132" fmla="*/ 1475584 w 2961660"/>
                <a:gd name="csY132" fmla="*/ 381623 h 760640"/>
                <a:gd name="csX133" fmla="*/ 1490761 w 2961660"/>
                <a:gd name="csY133" fmla="*/ 377731 h 760640"/>
                <a:gd name="csX134" fmla="*/ 1505921 w 2961660"/>
                <a:gd name="csY134" fmla="*/ 373887 h 760640"/>
                <a:gd name="csX135" fmla="*/ 1506118 w 2961660"/>
                <a:gd name="csY135" fmla="*/ 373838 h 760640"/>
                <a:gd name="csX136" fmla="*/ 1521081 w 2961660"/>
                <a:gd name="csY136" fmla="*/ 369929 h 760640"/>
                <a:gd name="csX137" fmla="*/ 1536241 w 2961660"/>
                <a:gd name="csY137" fmla="*/ 366053 h 760640"/>
                <a:gd name="csX138" fmla="*/ 1549151 w 2961660"/>
                <a:gd name="csY138" fmla="*/ 362784 h 760640"/>
                <a:gd name="csX139" fmla="*/ 1551417 w 2961660"/>
                <a:gd name="csY139" fmla="*/ 362193 h 760640"/>
                <a:gd name="csX140" fmla="*/ 1566577 w 2961660"/>
                <a:gd name="csY140" fmla="*/ 358251 h 760640"/>
                <a:gd name="csX141" fmla="*/ 1581737 w 2961660"/>
                <a:gd name="csY141" fmla="*/ 354375 h 760640"/>
                <a:gd name="csX142" fmla="*/ 1592183 w 2961660"/>
                <a:gd name="csY142" fmla="*/ 351730 h 760640"/>
                <a:gd name="csX143" fmla="*/ 1596897 w 2961660"/>
                <a:gd name="csY143" fmla="*/ 350499 h 760640"/>
                <a:gd name="csX144" fmla="*/ 1612074 w 2961660"/>
                <a:gd name="csY144" fmla="*/ 346573 h 760640"/>
                <a:gd name="csX145" fmla="*/ 1627234 w 2961660"/>
                <a:gd name="csY145" fmla="*/ 342697 h 760640"/>
                <a:gd name="csX146" fmla="*/ 1635216 w 2961660"/>
                <a:gd name="csY146" fmla="*/ 340677 h 760640"/>
                <a:gd name="csX147" fmla="*/ 1642394 w 2961660"/>
                <a:gd name="csY147" fmla="*/ 338804 h 760640"/>
                <a:gd name="csX148" fmla="*/ 1657554 w 2961660"/>
                <a:gd name="csY148" fmla="*/ 334879 h 760640"/>
                <a:gd name="csX149" fmla="*/ 1672730 w 2961660"/>
                <a:gd name="csY149" fmla="*/ 331019 h 760640"/>
                <a:gd name="csX150" fmla="*/ 1678249 w 2961660"/>
                <a:gd name="csY150" fmla="*/ 329623 h 760640"/>
                <a:gd name="csX151" fmla="*/ 1687890 w 2961660"/>
                <a:gd name="csY151" fmla="*/ 327110 h 760640"/>
                <a:gd name="csX152" fmla="*/ 1703050 w 2961660"/>
                <a:gd name="csY152" fmla="*/ 323201 h 760640"/>
                <a:gd name="csX153" fmla="*/ 1718210 w 2961660"/>
                <a:gd name="csY153" fmla="*/ 319357 h 760640"/>
                <a:gd name="csX154" fmla="*/ 1721282 w 2961660"/>
                <a:gd name="csY154" fmla="*/ 318585 h 760640"/>
                <a:gd name="csX155" fmla="*/ 1733387 w 2961660"/>
                <a:gd name="csY155" fmla="*/ 315432 h 760640"/>
                <a:gd name="csX156" fmla="*/ 1748547 w 2961660"/>
                <a:gd name="csY156" fmla="*/ 311523 h 760640"/>
                <a:gd name="csX157" fmla="*/ 1763707 w 2961660"/>
                <a:gd name="csY157" fmla="*/ 307679 h 760640"/>
                <a:gd name="csX158" fmla="*/ 1764298 w 2961660"/>
                <a:gd name="csY158" fmla="*/ 307531 h 760640"/>
                <a:gd name="csX159" fmla="*/ 1778867 w 2961660"/>
                <a:gd name="csY159" fmla="*/ 303737 h 760640"/>
                <a:gd name="csX160" fmla="*/ 1794027 w 2961660"/>
                <a:gd name="csY160" fmla="*/ 299845 h 760640"/>
                <a:gd name="csX161" fmla="*/ 1807331 w 2961660"/>
                <a:gd name="csY161" fmla="*/ 296478 h 760640"/>
                <a:gd name="csX162" fmla="*/ 1809203 w 2961660"/>
                <a:gd name="csY162" fmla="*/ 295985 h 760640"/>
                <a:gd name="csX163" fmla="*/ 1824363 w 2961660"/>
                <a:gd name="csY163" fmla="*/ 292059 h 760640"/>
                <a:gd name="csX164" fmla="*/ 1839523 w 2961660"/>
                <a:gd name="csY164" fmla="*/ 288167 h 760640"/>
                <a:gd name="csX165" fmla="*/ 1850364 w 2961660"/>
                <a:gd name="csY165" fmla="*/ 285424 h 760640"/>
                <a:gd name="csX166" fmla="*/ 1854683 w 2961660"/>
                <a:gd name="csY166" fmla="*/ 284291 h 760640"/>
                <a:gd name="csX167" fmla="*/ 1869860 w 2961660"/>
                <a:gd name="csY167" fmla="*/ 280365 h 760640"/>
                <a:gd name="csX168" fmla="*/ 1885020 w 2961660"/>
                <a:gd name="csY168" fmla="*/ 276489 h 760640"/>
                <a:gd name="csX169" fmla="*/ 1893396 w 2961660"/>
                <a:gd name="csY169" fmla="*/ 274370 h 760640"/>
                <a:gd name="csX170" fmla="*/ 1900180 w 2961660"/>
                <a:gd name="csY170" fmla="*/ 272596 h 760640"/>
                <a:gd name="csX171" fmla="*/ 1915340 w 2961660"/>
                <a:gd name="csY171" fmla="*/ 268687 h 760640"/>
                <a:gd name="csX172" fmla="*/ 1930516 w 2961660"/>
                <a:gd name="csY172" fmla="*/ 264827 h 760640"/>
                <a:gd name="csX173" fmla="*/ 1936429 w 2961660"/>
                <a:gd name="csY173" fmla="*/ 263316 h 760640"/>
                <a:gd name="csX174" fmla="*/ 1945676 w 2961660"/>
                <a:gd name="csY174" fmla="*/ 260918 h 760640"/>
                <a:gd name="csX175" fmla="*/ 1960836 w 2961660"/>
                <a:gd name="csY175" fmla="*/ 257009 h 760640"/>
                <a:gd name="csX176" fmla="*/ 1975996 w 2961660"/>
                <a:gd name="csY176" fmla="*/ 253149 h 760640"/>
                <a:gd name="csX177" fmla="*/ 1979462 w 2961660"/>
                <a:gd name="csY177" fmla="*/ 252279 h 760640"/>
                <a:gd name="csX178" fmla="*/ 1991173 w 2961660"/>
                <a:gd name="csY178" fmla="*/ 249224 h 760640"/>
                <a:gd name="csX179" fmla="*/ 2006333 w 2961660"/>
                <a:gd name="csY179" fmla="*/ 245331 h 760640"/>
                <a:gd name="csX180" fmla="*/ 2021493 w 2961660"/>
                <a:gd name="csY180" fmla="*/ 241471 h 760640"/>
                <a:gd name="csX181" fmla="*/ 2022495 w 2961660"/>
                <a:gd name="csY181" fmla="*/ 241225 h 760640"/>
                <a:gd name="csX182" fmla="*/ 2036653 w 2961660"/>
                <a:gd name="csY182" fmla="*/ 237546 h 760640"/>
                <a:gd name="csX183" fmla="*/ 2051829 w 2961660"/>
                <a:gd name="csY183" fmla="*/ 233653 h 760640"/>
                <a:gd name="csX184" fmla="*/ 2065528 w 2961660"/>
                <a:gd name="csY184" fmla="*/ 230171 h 760640"/>
                <a:gd name="csX185" fmla="*/ 2066989 w 2961660"/>
                <a:gd name="csY185" fmla="*/ 229793 h 760640"/>
                <a:gd name="csX186" fmla="*/ 2082149 w 2961660"/>
                <a:gd name="csY186" fmla="*/ 225851 h 760640"/>
                <a:gd name="csX187" fmla="*/ 2097309 w 2961660"/>
                <a:gd name="csY187" fmla="*/ 221975 h 760640"/>
                <a:gd name="csX188" fmla="*/ 2108560 w 2961660"/>
                <a:gd name="csY188" fmla="*/ 219117 h 760640"/>
                <a:gd name="csX189" fmla="*/ 2112486 w 2961660"/>
                <a:gd name="csY189" fmla="*/ 218099 h 760640"/>
                <a:gd name="csX190" fmla="*/ 2127646 w 2961660"/>
                <a:gd name="csY190" fmla="*/ 214173 h 760640"/>
                <a:gd name="csX191" fmla="*/ 2142806 w 2961660"/>
                <a:gd name="csY191" fmla="*/ 210297 h 760640"/>
                <a:gd name="csX192" fmla="*/ 2151577 w 2961660"/>
                <a:gd name="csY192" fmla="*/ 208063 h 760640"/>
                <a:gd name="csX193" fmla="*/ 2157966 w 2961660"/>
                <a:gd name="csY193" fmla="*/ 206405 h 760640"/>
                <a:gd name="csX194" fmla="*/ 2173126 w 2961660"/>
                <a:gd name="csY194" fmla="*/ 202479 h 760640"/>
                <a:gd name="csX195" fmla="*/ 2188302 w 2961660"/>
                <a:gd name="csY195" fmla="*/ 198619 h 760640"/>
                <a:gd name="csX196" fmla="*/ 2194609 w 2961660"/>
                <a:gd name="csY196" fmla="*/ 197010 h 760640"/>
                <a:gd name="csX197" fmla="*/ 2203462 w 2961660"/>
                <a:gd name="csY197" fmla="*/ 194710 h 760640"/>
                <a:gd name="csX198" fmla="*/ 2218622 w 2961660"/>
                <a:gd name="csY198" fmla="*/ 190801 h 760640"/>
                <a:gd name="csX199" fmla="*/ 2233782 w 2961660"/>
                <a:gd name="csY199" fmla="*/ 186941 h 760640"/>
                <a:gd name="csX200" fmla="*/ 2237642 w 2961660"/>
                <a:gd name="csY200" fmla="*/ 185956 h 760640"/>
                <a:gd name="csX201" fmla="*/ 2248959 w 2961660"/>
                <a:gd name="csY201" fmla="*/ 183032 h 760640"/>
                <a:gd name="csX202" fmla="*/ 2264119 w 2961660"/>
                <a:gd name="csY202" fmla="*/ 179123 h 760640"/>
                <a:gd name="csX203" fmla="*/ 2279279 w 2961660"/>
                <a:gd name="csY203" fmla="*/ 175263 h 760640"/>
                <a:gd name="csX204" fmla="*/ 2280675 w 2961660"/>
                <a:gd name="csY204" fmla="*/ 174918 h 760640"/>
                <a:gd name="csX205" fmla="*/ 2294439 w 2961660"/>
                <a:gd name="csY205" fmla="*/ 171338 h 760640"/>
                <a:gd name="csX206" fmla="*/ 2309615 w 2961660"/>
                <a:gd name="csY206" fmla="*/ 167445 h 760640"/>
                <a:gd name="csX207" fmla="*/ 2323708 w 2961660"/>
                <a:gd name="csY207" fmla="*/ 163864 h 760640"/>
                <a:gd name="csX208" fmla="*/ 2324775 w 2961660"/>
                <a:gd name="csY208" fmla="*/ 163585 h 760640"/>
                <a:gd name="csX209" fmla="*/ 2339935 w 2961660"/>
                <a:gd name="csY209" fmla="*/ 159660 h 760640"/>
                <a:gd name="csX210" fmla="*/ 2355095 w 2961660"/>
                <a:gd name="csY210" fmla="*/ 155767 h 760640"/>
                <a:gd name="csX211" fmla="*/ 2366741 w 2961660"/>
                <a:gd name="csY211" fmla="*/ 152811 h 760640"/>
                <a:gd name="csX212" fmla="*/ 2370272 w 2961660"/>
                <a:gd name="csY212" fmla="*/ 151891 h 760640"/>
                <a:gd name="csX213" fmla="*/ 2385432 w 2961660"/>
                <a:gd name="csY213" fmla="*/ 147965 h 760640"/>
                <a:gd name="csX214" fmla="*/ 2400592 w 2961660"/>
                <a:gd name="csY214" fmla="*/ 144089 h 760640"/>
                <a:gd name="csX215" fmla="*/ 2409773 w 2961660"/>
                <a:gd name="csY215" fmla="*/ 141757 h 760640"/>
                <a:gd name="csX216" fmla="*/ 2415752 w 2961660"/>
                <a:gd name="csY216" fmla="*/ 140196 h 760640"/>
                <a:gd name="csX217" fmla="*/ 2430928 w 2961660"/>
                <a:gd name="csY217" fmla="*/ 136287 h 760640"/>
                <a:gd name="csX218" fmla="*/ 2446088 w 2961660"/>
                <a:gd name="csY218" fmla="*/ 132411 h 760640"/>
                <a:gd name="csX219" fmla="*/ 2452806 w 2961660"/>
                <a:gd name="csY219" fmla="*/ 130703 h 760640"/>
                <a:gd name="csX220" fmla="*/ 2461248 w 2961660"/>
                <a:gd name="csY220" fmla="*/ 128502 h 760640"/>
                <a:gd name="csX221" fmla="*/ 2476408 w 2961660"/>
                <a:gd name="csY221" fmla="*/ 124609 h 760640"/>
                <a:gd name="csX222" fmla="*/ 2491585 w 2961660"/>
                <a:gd name="csY222" fmla="*/ 120733 h 760640"/>
                <a:gd name="csX223" fmla="*/ 2495823 w 2961660"/>
                <a:gd name="csY223" fmla="*/ 119656 h 760640"/>
                <a:gd name="csX224" fmla="*/ 2506745 w 2961660"/>
                <a:gd name="csY224" fmla="*/ 116822 h 760640"/>
                <a:gd name="csX225" fmla="*/ 2521905 w 2961660"/>
                <a:gd name="csY225" fmla="*/ 112922 h 760640"/>
                <a:gd name="csX226" fmla="*/ 2537065 w 2961660"/>
                <a:gd name="csY226" fmla="*/ 109057 h 760640"/>
                <a:gd name="csX227" fmla="*/ 2538855 w 2961660"/>
                <a:gd name="csY227" fmla="*/ 108603 h 760640"/>
                <a:gd name="csX228" fmla="*/ 2552225 w 2961660"/>
                <a:gd name="csY228" fmla="*/ 105136 h 760640"/>
                <a:gd name="csX229" fmla="*/ 2567401 w 2961660"/>
                <a:gd name="csY229" fmla="*/ 101242 h 760640"/>
                <a:gd name="csX230" fmla="*/ 2581888 w 2961660"/>
                <a:gd name="csY230" fmla="*/ 97553 h 760640"/>
                <a:gd name="csX231" fmla="*/ 2582561 w 2961660"/>
                <a:gd name="csY231" fmla="*/ 97377 h 760640"/>
                <a:gd name="csX232" fmla="*/ 2597722 w 2961660"/>
                <a:gd name="csY232" fmla="*/ 93450 h 760640"/>
                <a:gd name="csX233" fmla="*/ 2612882 w 2961660"/>
                <a:gd name="csY233" fmla="*/ 89562 h 760640"/>
                <a:gd name="csX234" fmla="*/ 2624921 w 2961660"/>
                <a:gd name="csY234" fmla="*/ 86501 h 760640"/>
                <a:gd name="csX235" fmla="*/ 2628058 w 2961660"/>
                <a:gd name="csY235" fmla="*/ 85686 h 760640"/>
                <a:gd name="csX236" fmla="*/ 2643218 w 2961660"/>
                <a:gd name="csY236" fmla="*/ 81766 h 760640"/>
                <a:gd name="csX237" fmla="*/ 2658378 w 2961660"/>
                <a:gd name="csY237" fmla="*/ 77883 h 760640"/>
                <a:gd name="csX238" fmla="*/ 2667954 w 2961660"/>
                <a:gd name="csY238" fmla="*/ 75450 h 760640"/>
                <a:gd name="csX239" fmla="*/ 2673538 w 2961660"/>
                <a:gd name="csY239" fmla="*/ 73997 h 760640"/>
                <a:gd name="csX240" fmla="*/ 2688714 w 2961660"/>
                <a:gd name="csY240" fmla="*/ 70083 h 760640"/>
                <a:gd name="csX241" fmla="*/ 2703874 w 2961660"/>
                <a:gd name="csY241" fmla="*/ 66205 h 760640"/>
                <a:gd name="csX242" fmla="*/ 2710986 w 2961660"/>
                <a:gd name="csY242" fmla="*/ 64398 h 760640"/>
                <a:gd name="csX243" fmla="*/ 2719035 w 2961660"/>
                <a:gd name="csY243" fmla="*/ 62307 h 760640"/>
                <a:gd name="csX244" fmla="*/ 2734195 w 2961660"/>
                <a:gd name="csY244" fmla="*/ 58400 h 760640"/>
                <a:gd name="csX245" fmla="*/ 2749371 w 2961660"/>
                <a:gd name="csY245" fmla="*/ 54528 h 760640"/>
                <a:gd name="csX246" fmla="*/ 2754019 w 2961660"/>
                <a:gd name="csY246" fmla="*/ 53347 h 760640"/>
                <a:gd name="csX247" fmla="*/ 2764531 w 2961660"/>
                <a:gd name="csY247" fmla="*/ 50619 h 760640"/>
                <a:gd name="csX248" fmla="*/ 2779691 w 2961660"/>
                <a:gd name="csY248" fmla="*/ 46718 h 760640"/>
                <a:gd name="csX249" fmla="*/ 2794851 w 2961660"/>
                <a:gd name="csY249" fmla="*/ 42850 h 760640"/>
                <a:gd name="csX250" fmla="*/ 2797036 w 2961660"/>
                <a:gd name="csY250" fmla="*/ 42295 h 760640"/>
                <a:gd name="csX251" fmla="*/ 2810027 w 2961660"/>
                <a:gd name="csY251" fmla="*/ 38933 h 760640"/>
                <a:gd name="csX252" fmla="*/ 2825188 w 2961660"/>
                <a:gd name="csY252" fmla="*/ 35037 h 760640"/>
                <a:gd name="csX253" fmla="*/ 2840068 w 2961660"/>
                <a:gd name="csY253" fmla="*/ 31245 h 760640"/>
                <a:gd name="csX254" fmla="*/ 2840348 w 2961660"/>
                <a:gd name="csY254" fmla="*/ 31172 h 760640"/>
                <a:gd name="csX255" fmla="*/ 2855508 w 2961660"/>
                <a:gd name="csY255" fmla="*/ 27247 h 760640"/>
                <a:gd name="csX256" fmla="*/ 2870684 w 2961660"/>
                <a:gd name="csY256" fmla="*/ 23358 h 760640"/>
                <a:gd name="csX257" fmla="*/ 2883101 w 2961660"/>
                <a:gd name="csY257" fmla="*/ 20194 h 760640"/>
                <a:gd name="csX258" fmla="*/ 2885844 w 2961660"/>
                <a:gd name="csY258" fmla="*/ 19481 h 760640"/>
                <a:gd name="csX259" fmla="*/ 2901004 w 2961660"/>
                <a:gd name="csY259" fmla="*/ 15564 h 760640"/>
                <a:gd name="csX260" fmla="*/ 2916164 w 2961660"/>
                <a:gd name="csY260" fmla="*/ 11678 h 760640"/>
                <a:gd name="csX261" fmla="*/ 2926134 w 2961660"/>
                <a:gd name="csY261" fmla="*/ 9142 h 760640"/>
                <a:gd name="csX262" fmla="*/ 2931324 w 2961660"/>
                <a:gd name="csY262" fmla="*/ 7792 h 760640"/>
                <a:gd name="csX263" fmla="*/ 2946500 w 2961660"/>
                <a:gd name="csY263" fmla="*/ 3880 h 760640"/>
                <a:gd name="csX264" fmla="*/ 2961660 w 2961660"/>
                <a:gd name="csY264" fmla="*/ 0 h 760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</a:cxnLst>
              <a:rect l="l" t="t" r="r" b="b"/>
              <a:pathLst>
                <a:path w="2961660" h="760640">
                  <a:moveTo>
                    <a:pt x="0" y="760640"/>
                  </a:moveTo>
                  <a:lnTo>
                    <a:pt x="4686" y="758423"/>
                  </a:lnTo>
                  <a:lnTo>
                    <a:pt x="19849" y="754612"/>
                  </a:lnTo>
                  <a:lnTo>
                    <a:pt x="35014" y="751557"/>
                  </a:lnTo>
                  <a:lnTo>
                    <a:pt x="43135" y="749586"/>
                  </a:lnTo>
                  <a:lnTo>
                    <a:pt x="50178" y="747057"/>
                  </a:lnTo>
                  <a:lnTo>
                    <a:pt x="65343" y="743263"/>
                  </a:lnTo>
                  <a:lnTo>
                    <a:pt x="80506" y="739896"/>
                  </a:lnTo>
                  <a:lnTo>
                    <a:pt x="86177" y="738533"/>
                  </a:lnTo>
                  <a:lnTo>
                    <a:pt x="95669" y="735527"/>
                  </a:lnTo>
                  <a:lnTo>
                    <a:pt x="110834" y="731766"/>
                  </a:lnTo>
                  <a:lnTo>
                    <a:pt x="125997" y="728234"/>
                  </a:lnTo>
                  <a:lnTo>
                    <a:pt x="129187" y="727479"/>
                  </a:lnTo>
                  <a:lnTo>
                    <a:pt x="141162" y="723947"/>
                  </a:lnTo>
                  <a:lnTo>
                    <a:pt x="156326" y="720186"/>
                  </a:lnTo>
                  <a:lnTo>
                    <a:pt x="171489" y="716589"/>
                  </a:lnTo>
                  <a:lnTo>
                    <a:pt x="172180" y="716425"/>
                  </a:lnTo>
                  <a:lnTo>
                    <a:pt x="186654" y="712335"/>
                  </a:lnTo>
                  <a:lnTo>
                    <a:pt x="201817" y="708574"/>
                  </a:lnTo>
                  <a:lnTo>
                    <a:pt x="215202" y="705371"/>
                  </a:lnTo>
                  <a:lnTo>
                    <a:pt x="216982" y="704845"/>
                  </a:lnTo>
                  <a:lnTo>
                    <a:pt x="232145" y="700706"/>
                  </a:lnTo>
                  <a:lnTo>
                    <a:pt x="247309" y="696962"/>
                  </a:lnTo>
                  <a:lnTo>
                    <a:pt x="258244" y="694317"/>
                  </a:lnTo>
                  <a:lnTo>
                    <a:pt x="262474" y="693102"/>
                  </a:lnTo>
                  <a:lnTo>
                    <a:pt x="277637" y="689061"/>
                  </a:lnTo>
                  <a:lnTo>
                    <a:pt x="292802" y="685316"/>
                  </a:lnTo>
                  <a:lnTo>
                    <a:pt x="301282" y="683280"/>
                  </a:lnTo>
                  <a:lnTo>
                    <a:pt x="307965" y="681391"/>
                  </a:lnTo>
                  <a:lnTo>
                    <a:pt x="323129" y="677416"/>
                  </a:lnTo>
                  <a:lnTo>
                    <a:pt x="338294" y="673688"/>
                  </a:lnTo>
                  <a:lnTo>
                    <a:pt x="344315" y="672226"/>
                  </a:lnTo>
                  <a:lnTo>
                    <a:pt x="353457" y="669680"/>
                  </a:lnTo>
                  <a:lnTo>
                    <a:pt x="368622" y="665771"/>
                  </a:lnTo>
                  <a:lnTo>
                    <a:pt x="383785" y="662026"/>
                  </a:lnTo>
                  <a:lnTo>
                    <a:pt x="387341" y="661172"/>
                  </a:lnTo>
                  <a:lnTo>
                    <a:pt x="398948" y="658002"/>
                  </a:lnTo>
                  <a:lnTo>
                    <a:pt x="414113" y="654126"/>
                  </a:lnTo>
                  <a:lnTo>
                    <a:pt x="429277" y="650381"/>
                  </a:lnTo>
                  <a:lnTo>
                    <a:pt x="430359" y="650118"/>
                  </a:lnTo>
                  <a:lnTo>
                    <a:pt x="444442" y="646324"/>
                  </a:lnTo>
                  <a:lnTo>
                    <a:pt x="459605" y="642464"/>
                  </a:lnTo>
                  <a:lnTo>
                    <a:pt x="473387" y="639065"/>
                  </a:lnTo>
                  <a:lnTo>
                    <a:pt x="474768" y="638687"/>
                  </a:lnTo>
                  <a:lnTo>
                    <a:pt x="489933" y="634646"/>
                  </a:lnTo>
                  <a:lnTo>
                    <a:pt x="505096" y="630803"/>
                  </a:lnTo>
                  <a:lnTo>
                    <a:pt x="516423" y="628011"/>
                  </a:lnTo>
                  <a:lnTo>
                    <a:pt x="520261" y="626959"/>
                  </a:lnTo>
                  <a:lnTo>
                    <a:pt x="535425" y="622968"/>
                  </a:lnTo>
                  <a:lnTo>
                    <a:pt x="550590" y="619158"/>
                  </a:lnTo>
                  <a:lnTo>
                    <a:pt x="559457" y="616973"/>
                  </a:lnTo>
                  <a:lnTo>
                    <a:pt x="565753" y="615265"/>
                  </a:lnTo>
                  <a:lnTo>
                    <a:pt x="580916" y="611307"/>
                  </a:lnTo>
                  <a:lnTo>
                    <a:pt x="596081" y="607496"/>
                  </a:lnTo>
                  <a:lnTo>
                    <a:pt x="602490" y="605919"/>
                  </a:lnTo>
                  <a:lnTo>
                    <a:pt x="611245" y="603554"/>
                  </a:lnTo>
                  <a:lnTo>
                    <a:pt x="626409" y="599629"/>
                  </a:lnTo>
                  <a:lnTo>
                    <a:pt x="641573" y="595835"/>
                  </a:lnTo>
                  <a:lnTo>
                    <a:pt x="645518" y="594866"/>
                  </a:lnTo>
                  <a:lnTo>
                    <a:pt x="656736" y="591860"/>
                  </a:lnTo>
                  <a:lnTo>
                    <a:pt x="671901" y="587967"/>
                  </a:lnTo>
                  <a:lnTo>
                    <a:pt x="687064" y="584173"/>
                  </a:lnTo>
                  <a:lnTo>
                    <a:pt x="688543" y="583812"/>
                  </a:lnTo>
                  <a:lnTo>
                    <a:pt x="702229" y="580182"/>
                  </a:lnTo>
                  <a:lnTo>
                    <a:pt x="717393" y="576306"/>
                  </a:lnTo>
                  <a:lnTo>
                    <a:pt x="731569" y="572758"/>
                  </a:lnTo>
                  <a:lnTo>
                    <a:pt x="732556" y="572495"/>
                  </a:lnTo>
                  <a:lnTo>
                    <a:pt x="747721" y="568487"/>
                  </a:lnTo>
                  <a:lnTo>
                    <a:pt x="762884" y="564628"/>
                  </a:lnTo>
                  <a:lnTo>
                    <a:pt x="774605" y="561704"/>
                  </a:lnTo>
                  <a:lnTo>
                    <a:pt x="778049" y="560784"/>
                  </a:lnTo>
                  <a:lnTo>
                    <a:pt x="793212" y="556809"/>
                  </a:lnTo>
                  <a:lnTo>
                    <a:pt x="808376" y="552966"/>
                  </a:lnTo>
                  <a:lnTo>
                    <a:pt x="817638" y="550650"/>
                  </a:lnTo>
                  <a:lnTo>
                    <a:pt x="823541" y="549073"/>
                  </a:lnTo>
                  <a:lnTo>
                    <a:pt x="838704" y="545131"/>
                  </a:lnTo>
                  <a:lnTo>
                    <a:pt x="853869" y="541305"/>
                  </a:lnTo>
                  <a:lnTo>
                    <a:pt x="860669" y="539613"/>
                  </a:lnTo>
                  <a:lnTo>
                    <a:pt x="869032" y="537379"/>
                  </a:lnTo>
                  <a:lnTo>
                    <a:pt x="884196" y="533470"/>
                  </a:lnTo>
                  <a:lnTo>
                    <a:pt x="899361" y="529643"/>
                  </a:lnTo>
                  <a:lnTo>
                    <a:pt x="903698" y="528559"/>
                  </a:lnTo>
                  <a:lnTo>
                    <a:pt x="914524" y="525685"/>
                  </a:lnTo>
                  <a:lnTo>
                    <a:pt x="929689" y="521792"/>
                  </a:lnTo>
                  <a:lnTo>
                    <a:pt x="944852" y="517965"/>
                  </a:lnTo>
                  <a:lnTo>
                    <a:pt x="946724" y="517505"/>
                  </a:lnTo>
                  <a:lnTo>
                    <a:pt x="960015" y="514007"/>
                  </a:lnTo>
                  <a:lnTo>
                    <a:pt x="975180" y="510114"/>
                  </a:lnTo>
                  <a:lnTo>
                    <a:pt x="989752" y="506451"/>
                  </a:lnTo>
                  <a:lnTo>
                    <a:pt x="990344" y="506287"/>
                  </a:lnTo>
                  <a:lnTo>
                    <a:pt x="1005509" y="502312"/>
                  </a:lnTo>
                  <a:lnTo>
                    <a:pt x="1020672" y="498436"/>
                  </a:lnTo>
                  <a:lnTo>
                    <a:pt x="1032787" y="495397"/>
                  </a:lnTo>
                  <a:lnTo>
                    <a:pt x="1035835" y="494593"/>
                  </a:lnTo>
                  <a:lnTo>
                    <a:pt x="1051000" y="490634"/>
                  </a:lnTo>
                  <a:lnTo>
                    <a:pt x="1066163" y="486774"/>
                  </a:lnTo>
                  <a:lnTo>
                    <a:pt x="1075820" y="484344"/>
                  </a:lnTo>
                  <a:lnTo>
                    <a:pt x="1081328" y="482898"/>
                  </a:lnTo>
                  <a:lnTo>
                    <a:pt x="1096492" y="478956"/>
                  </a:lnTo>
                  <a:lnTo>
                    <a:pt x="1111655" y="475096"/>
                  </a:lnTo>
                  <a:lnTo>
                    <a:pt x="1118851" y="473306"/>
                  </a:lnTo>
                  <a:lnTo>
                    <a:pt x="1126820" y="471204"/>
                  </a:lnTo>
                  <a:lnTo>
                    <a:pt x="1141982" y="467278"/>
                  </a:lnTo>
                  <a:lnTo>
                    <a:pt x="1157142" y="463435"/>
                  </a:lnTo>
                  <a:lnTo>
                    <a:pt x="1161888" y="462252"/>
                  </a:lnTo>
                  <a:lnTo>
                    <a:pt x="1172318" y="459509"/>
                  </a:lnTo>
                  <a:lnTo>
                    <a:pt x="1187478" y="455600"/>
                  </a:lnTo>
                  <a:lnTo>
                    <a:pt x="1202638" y="451757"/>
                  </a:lnTo>
                  <a:lnTo>
                    <a:pt x="1204905" y="451199"/>
                  </a:lnTo>
                  <a:lnTo>
                    <a:pt x="1217798" y="447815"/>
                  </a:lnTo>
                  <a:lnTo>
                    <a:pt x="1232975" y="443922"/>
                  </a:lnTo>
                  <a:lnTo>
                    <a:pt x="1247938" y="440145"/>
                  </a:lnTo>
                  <a:lnTo>
                    <a:pt x="1248135" y="440095"/>
                  </a:lnTo>
                  <a:lnTo>
                    <a:pt x="1263295" y="436137"/>
                  </a:lnTo>
                  <a:lnTo>
                    <a:pt x="1278455" y="432244"/>
                  </a:lnTo>
                  <a:lnTo>
                    <a:pt x="1290970" y="429091"/>
                  </a:lnTo>
                  <a:lnTo>
                    <a:pt x="1293631" y="428385"/>
                  </a:lnTo>
                  <a:lnTo>
                    <a:pt x="1308791" y="424443"/>
                  </a:lnTo>
                  <a:lnTo>
                    <a:pt x="1323951" y="420566"/>
                  </a:lnTo>
                  <a:lnTo>
                    <a:pt x="1334003" y="418037"/>
                  </a:lnTo>
                  <a:lnTo>
                    <a:pt x="1339111" y="416690"/>
                  </a:lnTo>
                  <a:lnTo>
                    <a:pt x="1354271" y="412765"/>
                  </a:lnTo>
                  <a:lnTo>
                    <a:pt x="1369448" y="408905"/>
                  </a:lnTo>
                  <a:lnTo>
                    <a:pt x="1377036" y="406983"/>
                  </a:lnTo>
                  <a:lnTo>
                    <a:pt x="1384608" y="404996"/>
                  </a:lnTo>
                  <a:lnTo>
                    <a:pt x="1399768" y="401087"/>
                  </a:lnTo>
                  <a:lnTo>
                    <a:pt x="1414928" y="397227"/>
                  </a:lnTo>
                  <a:lnTo>
                    <a:pt x="1420069" y="395946"/>
                  </a:lnTo>
                  <a:lnTo>
                    <a:pt x="1430104" y="393318"/>
                  </a:lnTo>
                  <a:lnTo>
                    <a:pt x="1445264" y="389409"/>
                  </a:lnTo>
                  <a:lnTo>
                    <a:pt x="1460424" y="385565"/>
                  </a:lnTo>
                  <a:lnTo>
                    <a:pt x="1463085" y="384892"/>
                  </a:lnTo>
                  <a:lnTo>
                    <a:pt x="1475584" y="381623"/>
                  </a:lnTo>
                  <a:lnTo>
                    <a:pt x="1490761" y="377731"/>
                  </a:lnTo>
                  <a:lnTo>
                    <a:pt x="1505921" y="373887"/>
                  </a:lnTo>
                  <a:lnTo>
                    <a:pt x="1506118" y="373838"/>
                  </a:lnTo>
                  <a:lnTo>
                    <a:pt x="1521081" y="369929"/>
                  </a:lnTo>
                  <a:lnTo>
                    <a:pt x="1536241" y="366053"/>
                  </a:lnTo>
                  <a:lnTo>
                    <a:pt x="1549151" y="362784"/>
                  </a:lnTo>
                  <a:lnTo>
                    <a:pt x="1551417" y="362193"/>
                  </a:lnTo>
                  <a:lnTo>
                    <a:pt x="1566577" y="358251"/>
                  </a:lnTo>
                  <a:lnTo>
                    <a:pt x="1581737" y="354375"/>
                  </a:lnTo>
                  <a:lnTo>
                    <a:pt x="1592183" y="351730"/>
                  </a:lnTo>
                  <a:lnTo>
                    <a:pt x="1596897" y="350499"/>
                  </a:lnTo>
                  <a:lnTo>
                    <a:pt x="1612074" y="346573"/>
                  </a:lnTo>
                  <a:lnTo>
                    <a:pt x="1627234" y="342697"/>
                  </a:lnTo>
                  <a:lnTo>
                    <a:pt x="1635216" y="340677"/>
                  </a:lnTo>
                  <a:lnTo>
                    <a:pt x="1642394" y="338804"/>
                  </a:lnTo>
                  <a:lnTo>
                    <a:pt x="1657554" y="334879"/>
                  </a:lnTo>
                  <a:lnTo>
                    <a:pt x="1672730" y="331019"/>
                  </a:lnTo>
                  <a:lnTo>
                    <a:pt x="1678249" y="329623"/>
                  </a:lnTo>
                  <a:lnTo>
                    <a:pt x="1687890" y="327110"/>
                  </a:lnTo>
                  <a:lnTo>
                    <a:pt x="1703050" y="323201"/>
                  </a:lnTo>
                  <a:lnTo>
                    <a:pt x="1718210" y="319357"/>
                  </a:lnTo>
                  <a:lnTo>
                    <a:pt x="1721282" y="318585"/>
                  </a:lnTo>
                  <a:lnTo>
                    <a:pt x="1733387" y="315432"/>
                  </a:lnTo>
                  <a:lnTo>
                    <a:pt x="1748547" y="311523"/>
                  </a:lnTo>
                  <a:lnTo>
                    <a:pt x="1763707" y="307679"/>
                  </a:lnTo>
                  <a:lnTo>
                    <a:pt x="1764298" y="307531"/>
                  </a:lnTo>
                  <a:lnTo>
                    <a:pt x="1778867" y="303737"/>
                  </a:lnTo>
                  <a:lnTo>
                    <a:pt x="1794027" y="299845"/>
                  </a:lnTo>
                  <a:lnTo>
                    <a:pt x="1807331" y="296478"/>
                  </a:lnTo>
                  <a:lnTo>
                    <a:pt x="1809203" y="295985"/>
                  </a:lnTo>
                  <a:lnTo>
                    <a:pt x="1824363" y="292059"/>
                  </a:lnTo>
                  <a:lnTo>
                    <a:pt x="1839523" y="288167"/>
                  </a:lnTo>
                  <a:lnTo>
                    <a:pt x="1850364" y="285424"/>
                  </a:lnTo>
                  <a:lnTo>
                    <a:pt x="1854683" y="284291"/>
                  </a:lnTo>
                  <a:lnTo>
                    <a:pt x="1869860" y="280365"/>
                  </a:lnTo>
                  <a:lnTo>
                    <a:pt x="1885020" y="276489"/>
                  </a:lnTo>
                  <a:lnTo>
                    <a:pt x="1893396" y="274370"/>
                  </a:lnTo>
                  <a:lnTo>
                    <a:pt x="1900180" y="272596"/>
                  </a:lnTo>
                  <a:lnTo>
                    <a:pt x="1915340" y="268687"/>
                  </a:lnTo>
                  <a:lnTo>
                    <a:pt x="1930516" y="264827"/>
                  </a:lnTo>
                  <a:lnTo>
                    <a:pt x="1936429" y="263316"/>
                  </a:lnTo>
                  <a:lnTo>
                    <a:pt x="1945676" y="260918"/>
                  </a:lnTo>
                  <a:lnTo>
                    <a:pt x="1960836" y="257009"/>
                  </a:lnTo>
                  <a:lnTo>
                    <a:pt x="1975996" y="253149"/>
                  </a:lnTo>
                  <a:lnTo>
                    <a:pt x="1979462" y="252279"/>
                  </a:lnTo>
                  <a:lnTo>
                    <a:pt x="1991173" y="249224"/>
                  </a:lnTo>
                  <a:lnTo>
                    <a:pt x="2006333" y="245331"/>
                  </a:lnTo>
                  <a:lnTo>
                    <a:pt x="2021493" y="241471"/>
                  </a:lnTo>
                  <a:lnTo>
                    <a:pt x="2022495" y="241225"/>
                  </a:lnTo>
                  <a:lnTo>
                    <a:pt x="2036653" y="237546"/>
                  </a:lnTo>
                  <a:lnTo>
                    <a:pt x="2051829" y="233653"/>
                  </a:lnTo>
                  <a:lnTo>
                    <a:pt x="2065528" y="230171"/>
                  </a:lnTo>
                  <a:lnTo>
                    <a:pt x="2066989" y="229793"/>
                  </a:lnTo>
                  <a:lnTo>
                    <a:pt x="2082149" y="225851"/>
                  </a:lnTo>
                  <a:lnTo>
                    <a:pt x="2097309" y="221975"/>
                  </a:lnTo>
                  <a:lnTo>
                    <a:pt x="2108560" y="219117"/>
                  </a:lnTo>
                  <a:lnTo>
                    <a:pt x="2112486" y="218099"/>
                  </a:lnTo>
                  <a:lnTo>
                    <a:pt x="2127646" y="214173"/>
                  </a:lnTo>
                  <a:lnTo>
                    <a:pt x="2142806" y="210297"/>
                  </a:lnTo>
                  <a:lnTo>
                    <a:pt x="2151577" y="208063"/>
                  </a:lnTo>
                  <a:lnTo>
                    <a:pt x="2157966" y="206405"/>
                  </a:lnTo>
                  <a:lnTo>
                    <a:pt x="2173126" y="202479"/>
                  </a:lnTo>
                  <a:lnTo>
                    <a:pt x="2188302" y="198619"/>
                  </a:lnTo>
                  <a:lnTo>
                    <a:pt x="2194609" y="197010"/>
                  </a:lnTo>
                  <a:lnTo>
                    <a:pt x="2203462" y="194710"/>
                  </a:lnTo>
                  <a:lnTo>
                    <a:pt x="2218622" y="190801"/>
                  </a:lnTo>
                  <a:lnTo>
                    <a:pt x="2233782" y="186941"/>
                  </a:lnTo>
                  <a:lnTo>
                    <a:pt x="2237642" y="185956"/>
                  </a:lnTo>
                  <a:lnTo>
                    <a:pt x="2248959" y="183032"/>
                  </a:lnTo>
                  <a:lnTo>
                    <a:pt x="2264119" y="179123"/>
                  </a:lnTo>
                  <a:lnTo>
                    <a:pt x="2279279" y="175263"/>
                  </a:lnTo>
                  <a:lnTo>
                    <a:pt x="2280675" y="174918"/>
                  </a:lnTo>
                  <a:lnTo>
                    <a:pt x="2294439" y="171338"/>
                  </a:lnTo>
                  <a:lnTo>
                    <a:pt x="2309615" y="167445"/>
                  </a:lnTo>
                  <a:lnTo>
                    <a:pt x="2323708" y="163864"/>
                  </a:lnTo>
                  <a:lnTo>
                    <a:pt x="2324775" y="163585"/>
                  </a:lnTo>
                  <a:lnTo>
                    <a:pt x="2339935" y="159660"/>
                  </a:lnTo>
                  <a:lnTo>
                    <a:pt x="2355095" y="155767"/>
                  </a:lnTo>
                  <a:lnTo>
                    <a:pt x="2366741" y="152811"/>
                  </a:lnTo>
                  <a:lnTo>
                    <a:pt x="2370272" y="151891"/>
                  </a:lnTo>
                  <a:lnTo>
                    <a:pt x="2385432" y="147965"/>
                  </a:lnTo>
                  <a:lnTo>
                    <a:pt x="2400592" y="144089"/>
                  </a:lnTo>
                  <a:lnTo>
                    <a:pt x="2409773" y="141757"/>
                  </a:lnTo>
                  <a:lnTo>
                    <a:pt x="2415752" y="140196"/>
                  </a:lnTo>
                  <a:lnTo>
                    <a:pt x="2430928" y="136287"/>
                  </a:lnTo>
                  <a:lnTo>
                    <a:pt x="2446088" y="132411"/>
                  </a:lnTo>
                  <a:lnTo>
                    <a:pt x="2452806" y="130703"/>
                  </a:lnTo>
                  <a:lnTo>
                    <a:pt x="2461248" y="128502"/>
                  </a:lnTo>
                  <a:lnTo>
                    <a:pt x="2476408" y="124609"/>
                  </a:lnTo>
                  <a:lnTo>
                    <a:pt x="2491585" y="120733"/>
                  </a:lnTo>
                  <a:lnTo>
                    <a:pt x="2495823" y="119656"/>
                  </a:lnTo>
                  <a:lnTo>
                    <a:pt x="2506745" y="116822"/>
                  </a:lnTo>
                  <a:lnTo>
                    <a:pt x="2521905" y="112922"/>
                  </a:lnTo>
                  <a:lnTo>
                    <a:pt x="2537065" y="109057"/>
                  </a:lnTo>
                  <a:lnTo>
                    <a:pt x="2538855" y="108603"/>
                  </a:lnTo>
                  <a:lnTo>
                    <a:pt x="2552225" y="105136"/>
                  </a:lnTo>
                  <a:lnTo>
                    <a:pt x="2567401" y="101242"/>
                  </a:lnTo>
                  <a:lnTo>
                    <a:pt x="2581888" y="97553"/>
                  </a:lnTo>
                  <a:lnTo>
                    <a:pt x="2582561" y="97377"/>
                  </a:lnTo>
                  <a:lnTo>
                    <a:pt x="2597722" y="93450"/>
                  </a:lnTo>
                  <a:lnTo>
                    <a:pt x="2612882" y="89562"/>
                  </a:lnTo>
                  <a:lnTo>
                    <a:pt x="2624921" y="86501"/>
                  </a:lnTo>
                  <a:lnTo>
                    <a:pt x="2628058" y="85686"/>
                  </a:lnTo>
                  <a:lnTo>
                    <a:pt x="2643218" y="81766"/>
                  </a:lnTo>
                  <a:lnTo>
                    <a:pt x="2658378" y="77883"/>
                  </a:lnTo>
                  <a:lnTo>
                    <a:pt x="2667954" y="75450"/>
                  </a:lnTo>
                  <a:lnTo>
                    <a:pt x="2673538" y="73997"/>
                  </a:lnTo>
                  <a:lnTo>
                    <a:pt x="2688714" y="70083"/>
                  </a:lnTo>
                  <a:lnTo>
                    <a:pt x="2703874" y="66205"/>
                  </a:lnTo>
                  <a:lnTo>
                    <a:pt x="2710986" y="64398"/>
                  </a:lnTo>
                  <a:lnTo>
                    <a:pt x="2719035" y="62307"/>
                  </a:lnTo>
                  <a:lnTo>
                    <a:pt x="2734195" y="58400"/>
                  </a:lnTo>
                  <a:lnTo>
                    <a:pt x="2749371" y="54528"/>
                  </a:lnTo>
                  <a:lnTo>
                    <a:pt x="2754019" y="53347"/>
                  </a:lnTo>
                  <a:lnTo>
                    <a:pt x="2764531" y="50619"/>
                  </a:lnTo>
                  <a:lnTo>
                    <a:pt x="2779691" y="46718"/>
                  </a:lnTo>
                  <a:lnTo>
                    <a:pt x="2794851" y="42850"/>
                  </a:lnTo>
                  <a:lnTo>
                    <a:pt x="2797036" y="42295"/>
                  </a:lnTo>
                  <a:lnTo>
                    <a:pt x="2810027" y="38933"/>
                  </a:lnTo>
                  <a:lnTo>
                    <a:pt x="2825188" y="35037"/>
                  </a:lnTo>
                  <a:lnTo>
                    <a:pt x="2840068" y="31245"/>
                  </a:lnTo>
                  <a:lnTo>
                    <a:pt x="2840348" y="31172"/>
                  </a:lnTo>
                  <a:lnTo>
                    <a:pt x="2855508" y="27247"/>
                  </a:lnTo>
                  <a:lnTo>
                    <a:pt x="2870684" y="23358"/>
                  </a:lnTo>
                  <a:lnTo>
                    <a:pt x="2883101" y="20194"/>
                  </a:lnTo>
                  <a:lnTo>
                    <a:pt x="2885844" y="19481"/>
                  </a:lnTo>
                  <a:lnTo>
                    <a:pt x="2901004" y="15564"/>
                  </a:lnTo>
                  <a:lnTo>
                    <a:pt x="2916164" y="11678"/>
                  </a:lnTo>
                  <a:lnTo>
                    <a:pt x="2926134" y="9142"/>
                  </a:lnTo>
                  <a:lnTo>
                    <a:pt x="2931324" y="7792"/>
                  </a:lnTo>
                  <a:lnTo>
                    <a:pt x="2946500" y="3880"/>
                  </a:lnTo>
                  <a:lnTo>
                    <a:pt x="2961660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394">
              <a:extLst>
                <a:ext uri="{FF2B5EF4-FFF2-40B4-BE49-F238E27FC236}">
                  <a16:creationId xmlns:a16="http://schemas.microsoft.com/office/drawing/2014/main" id="{3784BD54-E6EB-A0D6-6995-7156C66F4065}"/>
                </a:ext>
              </a:extLst>
            </p:cNvPr>
            <p:cNvSpPr/>
            <p:nvPr/>
          </p:nvSpPr>
          <p:spPr>
            <a:xfrm>
              <a:off x="8323233" y="4633748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E1CF1C75-954E-ABA9-4168-49D97044244E}"/>
              </a:ext>
            </a:extLst>
          </p:cNvPr>
          <p:cNvGrpSpPr/>
          <p:nvPr/>
        </p:nvGrpSpPr>
        <p:grpSpPr>
          <a:xfrm>
            <a:off x="5219176" y="2545736"/>
            <a:ext cx="3222315" cy="2184753"/>
            <a:chOff x="5219176" y="2545736"/>
            <a:chExt cx="3222315" cy="2184753"/>
          </a:xfrm>
        </p:grpSpPr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CFC9DEE2-C4AC-9235-7CD2-132781B6919A}"/>
                </a:ext>
              </a:extLst>
            </p:cNvPr>
            <p:cNvSpPr/>
            <p:nvPr/>
          </p:nvSpPr>
          <p:spPr>
            <a:xfrm>
              <a:off x="5219176" y="2545736"/>
              <a:ext cx="1813419" cy="2184753"/>
            </a:xfrm>
            <a:custGeom>
              <a:avLst/>
              <a:gdLst>
                <a:gd name="csX0" fmla="*/ 0 w 1813419"/>
                <a:gd name="csY0" fmla="*/ 2184753 h 2184753"/>
                <a:gd name="csX1" fmla="*/ 8015 w 1813419"/>
                <a:gd name="csY1" fmla="*/ 2177116 h 2184753"/>
                <a:gd name="csX2" fmla="*/ 15165 w 1813419"/>
                <a:gd name="csY2" fmla="*/ 2166456 h 2184753"/>
                <a:gd name="csX3" fmla="*/ 15610 w 1813419"/>
                <a:gd name="csY3" fmla="*/ 2166062 h 2184753"/>
                <a:gd name="csX4" fmla="*/ 25682 w 1813419"/>
                <a:gd name="csY4" fmla="*/ 2155008 h 2184753"/>
                <a:gd name="csX5" fmla="*/ 30328 w 1813419"/>
                <a:gd name="csY5" fmla="*/ 2148225 h 2184753"/>
                <a:gd name="csX6" fmla="*/ 34568 w 1813419"/>
                <a:gd name="csY6" fmla="*/ 2143954 h 2184753"/>
                <a:gd name="csX7" fmla="*/ 43437 w 1813419"/>
                <a:gd name="csY7" fmla="*/ 2132900 h 2184753"/>
                <a:gd name="csX8" fmla="*/ 45493 w 1813419"/>
                <a:gd name="csY8" fmla="*/ 2129928 h 2184753"/>
                <a:gd name="csX9" fmla="*/ 52930 w 1813419"/>
                <a:gd name="csY9" fmla="*/ 2121863 h 2184753"/>
                <a:gd name="csX10" fmla="*/ 60657 w 1813419"/>
                <a:gd name="csY10" fmla="*/ 2111647 h 2184753"/>
                <a:gd name="csX11" fmla="*/ 61471 w 1813419"/>
                <a:gd name="csY11" fmla="*/ 2110809 h 2184753"/>
                <a:gd name="csX12" fmla="*/ 71070 w 1813419"/>
                <a:gd name="csY12" fmla="*/ 2099755 h 2184753"/>
                <a:gd name="csX13" fmla="*/ 75820 w 1813419"/>
                <a:gd name="csY13" fmla="*/ 2093383 h 2184753"/>
                <a:gd name="csX14" fmla="*/ 80140 w 1813419"/>
                <a:gd name="csY14" fmla="*/ 2088702 h 2184753"/>
                <a:gd name="csX15" fmla="*/ 89104 w 1813419"/>
                <a:gd name="csY15" fmla="*/ 2077648 h 2184753"/>
                <a:gd name="csX16" fmla="*/ 90985 w 1813419"/>
                <a:gd name="csY16" fmla="*/ 2075102 h 2184753"/>
                <a:gd name="csX17" fmla="*/ 98525 w 1813419"/>
                <a:gd name="csY17" fmla="*/ 2066594 h 2184753"/>
                <a:gd name="csX18" fmla="*/ 106148 w 1813419"/>
                <a:gd name="csY18" fmla="*/ 2056838 h 2184753"/>
                <a:gd name="csX19" fmla="*/ 107332 w 1813419"/>
                <a:gd name="csY19" fmla="*/ 2055556 h 2184753"/>
                <a:gd name="csX20" fmla="*/ 116750 w 1813419"/>
                <a:gd name="csY20" fmla="*/ 2044503 h 2184753"/>
                <a:gd name="csX21" fmla="*/ 121313 w 1813419"/>
                <a:gd name="csY21" fmla="*/ 2038573 h 2184753"/>
                <a:gd name="csX22" fmla="*/ 125887 w 1813419"/>
                <a:gd name="csY22" fmla="*/ 2033449 h 2184753"/>
                <a:gd name="csX23" fmla="*/ 134877 w 1813419"/>
                <a:gd name="csY23" fmla="*/ 2022395 h 2184753"/>
                <a:gd name="csX24" fmla="*/ 136476 w 1813419"/>
                <a:gd name="csY24" fmla="*/ 2020293 h 2184753"/>
                <a:gd name="csX25" fmla="*/ 144262 w 1813419"/>
                <a:gd name="csY25" fmla="*/ 2011341 h 2184753"/>
                <a:gd name="csX26" fmla="*/ 151640 w 1813419"/>
                <a:gd name="csY26" fmla="*/ 2002028 h 2184753"/>
                <a:gd name="csX27" fmla="*/ 153193 w 1813419"/>
                <a:gd name="csY27" fmla="*/ 2000287 h 2184753"/>
                <a:gd name="csX28" fmla="*/ 162516 w 1813419"/>
                <a:gd name="csY28" fmla="*/ 1989233 h 2184753"/>
                <a:gd name="csX29" fmla="*/ 166805 w 1813419"/>
                <a:gd name="csY29" fmla="*/ 1983764 h 2184753"/>
                <a:gd name="csX30" fmla="*/ 171688 w 1813419"/>
                <a:gd name="csY30" fmla="*/ 1978196 h 2184753"/>
                <a:gd name="csX31" fmla="*/ 180687 w 1813419"/>
                <a:gd name="csY31" fmla="*/ 1967142 h 2184753"/>
                <a:gd name="csX32" fmla="*/ 181968 w 1813419"/>
                <a:gd name="csY32" fmla="*/ 1965483 h 2184753"/>
                <a:gd name="csX33" fmla="*/ 190051 w 1813419"/>
                <a:gd name="csY33" fmla="*/ 1956088 h 2184753"/>
                <a:gd name="csX34" fmla="*/ 197133 w 1813419"/>
                <a:gd name="csY34" fmla="*/ 1947219 h 2184753"/>
                <a:gd name="csX35" fmla="*/ 199056 w 1813419"/>
                <a:gd name="csY35" fmla="*/ 1945034 h 2184753"/>
                <a:gd name="csX36" fmla="*/ 208318 w 1813419"/>
                <a:gd name="csY36" fmla="*/ 1933981 h 2184753"/>
                <a:gd name="csX37" fmla="*/ 212296 w 1813419"/>
                <a:gd name="csY37" fmla="*/ 1928955 h 2184753"/>
                <a:gd name="csX38" fmla="*/ 217511 w 1813419"/>
                <a:gd name="csY38" fmla="*/ 1922927 h 2184753"/>
                <a:gd name="csX39" fmla="*/ 226515 w 1813419"/>
                <a:gd name="csY39" fmla="*/ 1911889 h 2184753"/>
                <a:gd name="csX40" fmla="*/ 227459 w 1813419"/>
                <a:gd name="csY40" fmla="*/ 1910674 h 2184753"/>
                <a:gd name="csX41" fmla="*/ 235864 w 1813419"/>
                <a:gd name="csY41" fmla="*/ 1900836 h 2184753"/>
                <a:gd name="csX42" fmla="*/ 242624 w 1813419"/>
                <a:gd name="csY42" fmla="*/ 1892410 h 2184753"/>
                <a:gd name="csX43" fmla="*/ 244917 w 1813419"/>
                <a:gd name="csY43" fmla="*/ 1889782 h 2184753"/>
                <a:gd name="csX44" fmla="*/ 254140 w 1813419"/>
                <a:gd name="csY44" fmla="*/ 1878728 h 2184753"/>
                <a:gd name="csX45" fmla="*/ 257788 w 1813419"/>
                <a:gd name="csY45" fmla="*/ 1874145 h 2184753"/>
                <a:gd name="csX46" fmla="*/ 263346 w 1813419"/>
                <a:gd name="csY46" fmla="*/ 1867674 h 2184753"/>
                <a:gd name="csX47" fmla="*/ 272353 w 1813419"/>
                <a:gd name="csY47" fmla="*/ 1856620 h 2184753"/>
                <a:gd name="csX48" fmla="*/ 272953 w 1813419"/>
                <a:gd name="csY48" fmla="*/ 1855865 h 2184753"/>
                <a:gd name="csX49" fmla="*/ 281692 w 1813419"/>
                <a:gd name="csY49" fmla="*/ 1845566 h 2184753"/>
                <a:gd name="csX50" fmla="*/ 288116 w 1813419"/>
                <a:gd name="csY50" fmla="*/ 1837600 h 2184753"/>
                <a:gd name="csX51" fmla="*/ 290778 w 1813419"/>
                <a:gd name="csY51" fmla="*/ 1834529 h 2184753"/>
                <a:gd name="csX52" fmla="*/ 299971 w 1813419"/>
                <a:gd name="csY52" fmla="*/ 1823475 h 2184753"/>
                <a:gd name="csX53" fmla="*/ 303279 w 1813419"/>
                <a:gd name="csY53" fmla="*/ 1819336 h 2184753"/>
                <a:gd name="csX54" fmla="*/ 309189 w 1813419"/>
                <a:gd name="csY54" fmla="*/ 1812421 h 2184753"/>
                <a:gd name="csX55" fmla="*/ 318198 w 1813419"/>
                <a:gd name="csY55" fmla="*/ 1801367 h 2184753"/>
                <a:gd name="csX56" fmla="*/ 318444 w 1813419"/>
                <a:gd name="csY56" fmla="*/ 1801055 h 2184753"/>
                <a:gd name="csX57" fmla="*/ 327529 w 1813419"/>
                <a:gd name="csY57" fmla="*/ 1790314 h 2184753"/>
                <a:gd name="csX58" fmla="*/ 333608 w 1813419"/>
                <a:gd name="csY58" fmla="*/ 1782791 h 2184753"/>
                <a:gd name="csX59" fmla="*/ 336640 w 1813419"/>
                <a:gd name="csY59" fmla="*/ 1779260 h 2184753"/>
                <a:gd name="csX60" fmla="*/ 345811 w 1813419"/>
                <a:gd name="csY60" fmla="*/ 1768206 h 2184753"/>
                <a:gd name="csX61" fmla="*/ 348772 w 1813419"/>
                <a:gd name="csY61" fmla="*/ 1764527 h 2184753"/>
                <a:gd name="csX62" fmla="*/ 355035 w 1813419"/>
                <a:gd name="csY62" fmla="*/ 1757168 h 2184753"/>
                <a:gd name="csX63" fmla="*/ 363936 w 1813419"/>
                <a:gd name="csY63" fmla="*/ 1746246 h 2184753"/>
                <a:gd name="csX64" fmla="*/ 364056 w 1813419"/>
                <a:gd name="csY64" fmla="*/ 1746115 h 2184753"/>
                <a:gd name="csX65" fmla="*/ 373372 w 1813419"/>
                <a:gd name="csY65" fmla="*/ 1735061 h 2184753"/>
                <a:gd name="csX66" fmla="*/ 379099 w 1813419"/>
                <a:gd name="csY66" fmla="*/ 1727982 h 2184753"/>
                <a:gd name="csX67" fmla="*/ 382502 w 1813419"/>
                <a:gd name="csY67" fmla="*/ 1724007 h 2184753"/>
                <a:gd name="csX68" fmla="*/ 391656 w 1813419"/>
                <a:gd name="csY68" fmla="*/ 1712953 h 2184753"/>
                <a:gd name="csX69" fmla="*/ 394264 w 1813419"/>
                <a:gd name="csY69" fmla="*/ 1709718 h 2184753"/>
                <a:gd name="csX70" fmla="*/ 400887 w 1813419"/>
                <a:gd name="csY70" fmla="*/ 1701899 h 2184753"/>
                <a:gd name="csX71" fmla="*/ 409427 w 1813419"/>
                <a:gd name="csY71" fmla="*/ 1691437 h 2184753"/>
                <a:gd name="csX72" fmla="*/ 409933 w 1813419"/>
                <a:gd name="csY72" fmla="*/ 1690862 h 2184753"/>
                <a:gd name="csX73" fmla="*/ 419218 w 1813419"/>
                <a:gd name="csY73" fmla="*/ 1679808 h 2184753"/>
                <a:gd name="csX74" fmla="*/ 424592 w 1813419"/>
                <a:gd name="csY74" fmla="*/ 1673173 h 2184753"/>
                <a:gd name="csX75" fmla="*/ 428363 w 1813419"/>
                <a:gd name="csY75" fmla="*/ 1668754 h 2184753"/>
                <a:gd name="csX76" fmla="*/ 437504 w 1813419"/>
                <a:gd name="csY76" fmla="*/ 1657700 h 2184753"/>
                <a:gd name="csX77" fmla="*/ 439756 w 1813419"/>
                <a:gd name="csY77" fmla="*/ 1654908 h 2184753"/>
                <a:gd name="csX78" fmla="*/ 446739 w 1813419"/>
                <a:gd name="csY78" fmla="*/ 1646647 h 2184753"/>
                <a:gd name="csX79" fmla="*/ 454919 w 1813419"/>
                <a:gd name="csY79" fmla="*/ 1636644 h 2184753"/>
                <a:gd name="csX80" fmla="*/ 455809 w 1813419"/>
                <a:gd name="csY80" fmla="*/ 1635593 h 2184753"/>
                <a:gd name="csX81" fmla="*/ 465068 w 1813419"/>
                <a:gd name="csY81" fmla="*/ 1624539 h 2184753"/>
                <a:gd name="csX82" fmla="*/ 470084 w 1813419"/>
                <a:gd name="csY82" fmla="*/ 1618363 h 2184753"/>
                <a:gd name="csX83" fmla="*/ 474225 w 1813419"/>
                <a:gd name="csY83" fmla="*/ 1613501 h 2184753"/>
                <a:gd name="csX84" fmla="*/ 483353 w 1813419"/>
                <a:gd name="csY84" fmla="*/ 1602448 h 2184753"/>
                <a:gd name="csX85" fmla="*/ 485247 w 1813419"/>
                <a:gd name="csY85" fmla="*/ 1600099 h 2184753"/>
                <a:gd name="csX86" fmla="*/ 492592 w 1813419"/>
                <a:gd name="csY86" fmla="*/ 1591394 h 2184753"/>
                <a:gd name="csX87" fmla="*/ 500412 w 1813419"/>
                <a:gd name="csY87" fmla="*/ 1581835 h 2184753"/>
                <a:gd name="csX88" fmla="*/ 501682 w 1813419"/>
                <a:gd name="csY88" fmla="*/ 1580340 h 2184753"/>
                <a:gd name="csX89" fmla="*/ 510919 w 1813419"/>
                <a:gd name="csY89" fmla="*/ 1569286 h 2184753"/>
                <a:gd name="csX90" fmla="*/ 515575 w 1813419"/>
                <a:gd name="csY90" fmla="*/ 1563570 h 2184753"/>
                <a:gd name="csX91" fmla="*/ 520087 w 1813419"/>
                <a:gd name="csY91" fmla="*/ 1558239 h 2184753"/>
                <a:gd name="csX92" fmla="*/ 529206 w 1813419"/>
                <a:gd name="csY92" fmla="*/ 1547187 h 2184753"/>
                <a:gd name="csX93" fmla="*/ 530739 w 1813419"/>
                <a:gd name="csY93" fmla="*/ 1545291 h 2184753"/>
                <a:gd name="csX94" fmla="*/ 538449 w 1813419"/>
                <a:gd name="csY94" fmla="*/ 1536136 h 2184753"/>
                <a:gd name="csX95" fmla="*/ 545904 w 1813419"/>
                <a:gd name="csY95" fmla="*/ 1527024 h 2184753"/>
                <a:gd name="csX96" fmla="*/ 547553 w 1813419"/>
                <a:gd name="csY96" fmla="*/ 1525084 h 2184753"/>
                <a:gd name="csX97" fmla="*/ 556772 w 1813419"/>
                <a:gd name="csY97" fmla="*/ 1514033 h 2184753"/>
                <a:gd name="csX98" fmla="*/ 561067 w 1813419"/>
                <a:gd name="csY98" fmla="*/ 1508756 h 2184753"/>
                <a:gd name="csX99" fmla="*/ 565948 w 1813419"/>
                <a:gd name="csY99" fmla="*/ 1502981 h 2184753"/>
                <a:gd name="csX100" fmla="*/ 575059 w 1813419"/>
                <a:gd name="csY100" fmla="*/ 1491931 h 2184753"/>
                <a:gd name="csX101" fmla="*/ 576232 w 1813419"/>
                <a:gd name="csY101" fmla="*/ 1490484 h 2184753"/>
                <a:gd name="csX102" fmla="*/ 584305 w 1813419"/>
                <a:gd name="csY102" fmla="*/ 1480878 h 2184753"/>
                <a:gd name="csX103" fmla="*/ 591395 w 1813419"/>
                <a:gd name="csY103" fmla="*/ 1472216 h 2184753"/>
                <a:gd name="csX104" fmla="*/ 593422 w 1813419"/>
                <a:gd name="csY104" fmla="*/ 1469828 h 2184753"/>
                <a:gd name="csX105" fmla="*/ 602625 w 1813419"/>
                <a:gd name="csY105" fmla="*/ 1458777 h 2184753"/>
                <a:gd name="csX106" fmla="*/ 606560 w 1813419"/>
                <a:gd name="csY106" fmla="*/ 1453949 h 2184753"/>
                <a:gd name="csX107" fmla="*/ 611810 w 1813419"/>
                <a:gd name="csY107" fmla="*/ 1447725 h 2184753"/>
                <a:gd name="csX108" fmla="*/ 620914 w 1813419"/>
                <a:gd name="csY108" fmla="*/ 1436675 h 2184753"/>
                <a:gd name="csX109" fmla="*/ 621723 w 1813419"/>
                <a:gd name="csY109" fmla="*/ 1435676 h 2184753"/>
                <a:gd name="csX110" fmla="*/ 630161 w 1813419"/>
                <a:gd name="csY110" fmla="*/ 1425622 h 2184753"/>
                <a:gd name="csX111" fmla="*/ 636887 w 1813419"/>
                <a:gd name="csY111" fmla="*/ 1417408 h 2184753"/>
                <a:gd name="csX112" fmla="*/ 639290 w 1813419"/>
                <a:gd name="csY112" fmla="*/ 1414572 h 2184753"/>
                <a:gd name="csX113" fmla="*/ 648481 w 1813419"/>
                <a:gd name="csY113" fmla="*/ 1403520 h 2184753"/>
                <a:gd name="csX114" fmla="*/ 652052 w 1813419"/>
                <a:gd name="csY114" fmla="*/ 1399141 h 2184753"/>
                <a:gd name="csX115" fmla="*/ 657672 w 1813419"/>
                <a:gd name="csY115" fmla="*/ 1392469 h 2184753"/>
                <a:gd name="csX116" fmla="*/ 666770 w 1813419"/>
                <a:gd name="csY116" fmla="*/ 1381417 h 2184753"/>
                <a:gd name="csX117" fmla="*/ 667215 w 1813419"/>
                <a:gd name="csY117" fmla="*/ 1380868 h 2184753"/>
                <a:gd name="csX118" fmla="*/ 676019 w 1813419"/>
                <a:gd name="csY118" fmla="*/ 1370366 h 2184753"/>
                <a:gd name="csX119" fmla="*/ 682380 w 1813419"/>
                <a:gd name="csY119" fmla="*/ 1362601 h 2184753"/>
                <a:gd name="csX120" fmla="*/ 685157 w 1813419"/>
                <a:gd name="csY120" fmla="*/ 1359314 h 2184753"/>
                <a:gd name="csX121" fmla="*/ 694337 w 1813419"/>
                <a:gd name="csY121" fmla="*/ 1348264 h 2184753"/>
                <a:gd name="csX122" fmla="*/ 697543 w 1813419"/>
                <a:gd name="csY122" fmla="*/ 1344333 h 2184753"/>
                <a:gd name="csX123" fmla="*/ 703533 w 1813419"/>
                <a:gd name="csY123" fmla="*/ 1337212 h 2184753"/>
                <a:gd name="csX124" fmla="*/ 712626 w 1813419"/>
                <a:gd name="csY124" fmla="*/ 1326161 h 2184753"/>
                <a:gd name="csX125" fmla="*/ 712707 w 1813419"/>
                <a:gd name="csY125" fmla="*/ 1326061 h 2184753"/>
                <a:gd name="csX126" fmla="*/ 721878 w 1813419"/>
                <a:gd name="csY126" fmla="*/ 1315109 h 2184753"/>
                <a:gd name="csX127" fmla="*/ 727872 w 1813419"/>
                <a:gd name="csY127" fmla="*/ 1307795 h 2184753"/>
                <a:gd name="csX128" fmla="*/ 731023 w 1813419"/>
                <a:gd name="csY128" fmla="*/ 1304058 h 2184753"/>
                <a:gd name="csX129" fmla="*/ 740193 w 1813419"/>
                <a:gd name="csY129" fmla="*/ 1293006 h 2184753"/>
                <a:gd name="csX130" fmla="*/ 743035 w 1813419"/>
                <a:gd name="csY130" fmla="*/ 1289526 h 2184753"/>
                <a:gd name="csX131" fmla="*/ 749395 w 1813419"/>
                <a:gd name="csY131" fmla="*/ 1281955 h 2184753"/>
                <a:gd name="csX132" fmla="*/ 758200 w 1813419"/>
                <a:gd name="csY132" fmla="*/ 1271253 h 2184753"/>
                <a:gd name="csX133" fmla="*/ 758496 w 1813419"/>
                <a:gd name="csY133" fmla="*/ 1270903 h 2184753"/>
                <a:gd name="csX134" fmla="*/ 767736 w 1813419"/>
                <a:gd name="csY134" fmla="*/ 1259853 h 2184753"/>
                <a:gd name="csX135" fmla="*/ 773363 w 1813419"/>
                <a:gd name="csY135" fmla="*/ 1252987 h 2184753"/>
                <a:gd name="csX136" fmla="*/ 776891 w 1813419"/>
                <a:gd name="csY136" fmla="*/ 1248801 h 2184753"/>
                <a:gd name="csX137" fmla="*/ 786051 w 1813419"/>
                <a:gd name="csY137" fmla="*/ 1237750 h 2184753"/>
                <a:gd name="csX138" fmla="*/ 788526 w 1813419"/>
                <a:gd name="csY138" fmla="*/ 1234718 h 2184753"/>
                <a:gd name="csX139" fmla="*/ 795256 w 1813419"/>
                <a:gd name="csY139" fmla="*/ 1226698 h 2184753"/>
                <a:gd name="csX140" fmla="*/ 803691 w 1813419"/>
                <a:gd name="csY140" fmla="*/ 1216447 h 2184753"/>
                <a:gd name="csX141" fmla="*/ 804366 w 1813419"/>
                <a:gd name="csY141" fmla="*/ 1215647 h 2184753"/>
                <a:gd name="csX142" fmla="*/ 813596 w 1813419"/>
                <a:gd name="csY142" fmla="*/ 1204597 h 2184753"/>
                <a:gd name="csX143" fmla="*/ 818855 w 1813419"/>
                <a:gd name="csY143" fmla="*/ 1198180 h 2184753"/>
                <a:gd name="csX144" fmla="*/ 822756 w 1813419"/>
                <a:gd name="csY144" fmla="*/ 1193544 h 2184753"/>
                <a:gd name="csX145" fmla="*/ 831907 w 1813419"/>
                <a:gd name="csY145" fmla="*/ 1182494 h 2184753"/>
                <a:gd name="csX146" fmla="*/ 834020 w 1813419"/>
                <a:gd name="csY146" fmla="*/ 1179910 h 2184753"/>
                <a:gd name="csX147" fmla="*/ 841118 w 1813419"/>
                <a:gd name="csY147" fmla="*/ 1171442 h 2184753"/>
                <a:gd name="csX148" fmla="*/ 849183 w 1813419"/>
                <a:gd name="csY148" fmla="*/ 1161639 h 2184753"/>
                <a:gd name="csX149" fmla="*/ 850237 w 1813419"/>
                <a:gd name="csY149" fmla="*/ 1160391 h 2184753"/>
                <a:gd name="csX150" fmla="*/ 859453 w 1813419"/>
                <a:gd name="csY150" fmla="*/ 1149339 h 2184753"/>
                <a:gd name="csX151" fmla="*/ 864346 w 1813419"/>
                <a:gd name="csY151" fmla="*/ 1143372 h 2184753"/>
                <a:gd name="csX152" fmla="*/ 868622 w 1813419"/>
                <a:gd name="csY152" fmla="*/ 1138288 h 2184753"/>
                <a:gd name="csX153" fmla="*/ 877767 w 1813419"/>
                <a:gd name="csY153" fmla="*/ 1127236 h 2184753"/>
                <a:gd name="csX154" fmla="*/ 879511 w 1813419"/>
                <a:gd name="csY154" fmla="*/ 1125103 h 2184753"/>
                <a:gd name="csX155" fmla="*/ 886980 w 1813419"/>
                <a:gd name="csY155" fmla="*/ 1116186 h 2184753"/>
                <a:gd name="csX156" fmla="*/ 894675 w 1813419"/>
                <a:gd name="csY156" fmla="*/ 1106833 h 2184753"/>
                <a:gd name="csX157" fmla="*/ 896107 w 1813419"/>
                <a:gd name="csY157" fmla="*/ 1105133 h 2184753"/>
                <a:gd name="csX158" fmla="*/ 905313 w 1813419"/>
                <a:gd name="csY158" fmla="*/ 1094083 h 2184753"/>
                <a:gd name="csX159" fmla="*/ 909839 w 1813419"/>
                <a:gd name="csY159" fmla="*/ 1088564 h 2184753"/>
                <a:gd name="csX160" fmla="*/ 914486 w 1813419"/>
                <a:gd name="csY160" fmla="*/ 1083031 h 2184753"/>
                <a:gd name="csX161" fmla="*/ 923625 w 1813419"/>
                <a:gd name="csY161" fmla="*/ 1071980 h 2184753"/>
                <a:gd name="csX162" fmla="*/ 925003 w 1813419"/>
                <a:gd name="csY162" fmla="*/ 1070295 h 2184753"/>
                <a:gd name="csX163" fmla="*/ 932841 w 1813419"/>
                <a:gd name="csY163" fmla="*/ 1060928 h 2184753"/>
                <a:gd name="csX164" fmla="*/ 940166 w 1813419"/>
                <a:gd name="csY164" fmla="*/ 1052026 h 2184753"/>
                <a:gd name="csX165" fmla="*/ 941976 w 1813419"/>
                <a:gd name="csY165" fmla="*/ 1049877 h 2184753"/>
                <a:gd name="csX166" fmla="*/ 951172 w 1813419"/>
                <a:gd name="csY166" fmla="*/ 1038825 h 2184753"/>
                <a:gd name="csX167" fmla="*/ 955331 w 1813419"/>
                <a:gd name="csY167" fmla="*/ 1033757 h 2184753"/>
                <a:gd name="csX168" fmla="*/ 960350 w 1813419"/>
                <a:gd name="csY168" fmla="*/ 1027775 h 2184753"/>
                <a:gd name="csX169" fmla="*/ 969484 w 1813419"/>
                <a:gd name="csY169" fmla="*/ 1016722 h 2184753"/>
                <a:gd name="csX170" fmla="*/ 970494 w 1813419"/>
                <a:gd name="csY170" fmla="*/ 1015487 h 2184753"/>
                <a:gd name="csX171" fmla="*/ 978703 w 1813419"/>
                <a:gd name="csY171" fmla="*/ 1005672 h 2184753"/>
                <a:gd name="csX172" fmla="*/ 985659 w 1813419"/>
                <a:gd name="csY172" fmla="*/ 997218 h 2184753"/>
                <a:gd name="csX173" fmla="*/ 987844 w 1813419"/>
                <a:gd name="csY173" fmla="*/ 994620 h 2184753"/>
                <a:gd name="csX174" fmla="*/ 997033 w 1813419"/>
                <a:gd name="csY174" fmla="*/ 983569 h 2184753"/>
                <a:gd name="csX175" fmla="*/ 1000823 w 1813419"/>
                <a:gd name="csY175" fmla="*/ 978951 h 2184753"/>
                <a:gd name="csX176" fmla="*/ 1006215 w 1813419"/>
                <a:gd name="csY176" fmla="*/ 972517 h 2184753"/>
                <a:gd name="csX177" fmla="*/ 1015342 w 1813419"/>
                <a:gd name="csY177" fmla="*/ 961466 h 2184753"/>
                <a:gd name="csX178" fmla="*/ 1015986 w 1813419"/>
                <a:gd name="csY178" fmla="*/ 960680 h 2184753"/>
                <a:gd name="csX179" fmla="*/ 1024565 w 1813419"/>
                <a:gd name="csY179" fmla="*/ 950416 h 2184753"/>
                <a:gd name="csX180" fmla="*/ 1031151 w 1813419"/>
                <a:gd name="csY180" fmla="*/ 942410 h 2184753"/>
                <a:gd name="csX181" fmla="*/ 1033712 w 1813419"/>
                <a:gd name="csY181" fmla="*/ 939364 h 2184753"/>
                <a:gd name="csX182" fmla="*/ 1042893 w 1813419"/>
                <a:gd name="csY182" fmla="*/ 928313 h 2184753"/>
                <a:gd name="csX183" fmla="*/ 1046314 w 1813419"/>
                <a:gd name="csY183" fmla="*/ 924143 h 2184753"/>
                <a:gd name="csX184" fmla="*/ 1052079 w 1813419"/>
                <a:gd name="csY184" fmla="*/ 917261 h 2184753"/>
                <a:gd name="csX185" fmla="*/ 1061202 w 1813419"/>
                <a:gd name="csY185" fmla="*/ 906210 h 2184753"/>
                <a:gd name="csX186" fmla="*/ 1061479 w 1813419"/>
                <a:gd name="csY186" fmla="*/ 905872 h 2184753"/>
                <a:gd name="csX187" fmla="*/ 1070426 w 1813419"/>
                <a:gd name="csY187" fmla="*/ 895158 h 2184753"/>
                <a:gd name="csX188" fmla="*/ 1076642 w 1813419"/>
                <a:gd name="csY188" fmla="*/ 887604 h 2184753"/>
                <a:gd name="csX189" fmla="*/ 1079579 w 1813419"/>
                <a:gd name="csY189" fmla="*/ 884108 h 2184753"/>
                <a:gd name="csX190" fmla="*/ 1088752 w 1813419"/>
                <a:gd name="csY190" fmla="*/ 873055 h 2184753"/>
                <a:gd name="csX191" fmla="*/ 1091806 w 1813419"/>
                <a:gd name="csY191" fmla="*/ 869335 h 2184753"/>
                <a:gd name="csX192" fmla="*/ 1097944 w 1813419"/>
                <a:gd name="csY192" fmla="*/ 862005 h 2184753"/>
                <a:gd name="csX193" fmla="*/ 1106971 w 1813419"/>
                <a:gd name="csY193" fmla="*/ 851064 h 2184753"/>
                <a:gd name="csX194" fmla="*/ 1107064 w 1813419"/>
                <a:gd name="csY194" fmla="*/ 850953 h 2184753"/>
                <a:gd name="csX195" fmla="*/ 1116288 w 1813419"/>
                <a:gd name="csY195" fmla="*/ 839902 h 2184753"/>
                <a:gd name="csX196" fmla="*/ 1122134 w 1813419"/>
                <a:gd name="csY196" fmla="*/ 832797 h 2184753"/>
                <a:gd name="csX197" fmla="*/ 1125445 w 1813419"/>
                <a:gd name="csY197" fmla="*/ 828850 h 2184753"/>
                <a:gd name="csX198" fmla="*/ 1134614 w 1813419"/>
                <a:gd name="csY198" fmla="*/ 817799 h 2184753"/>
                <a:gd name="csX199" fmla="*/ 1137299 w 1813419"/>
                <a:gd name="csY199" fmla="*/ 814528 h 2184753"/>
                <a:gd name="csX200" fmla="*/ 1143806 w 1813419"/>
                <a:gd name="csY200" fmla="*/ 806747 h 2184753"/>
                <a:gd name="csX201" fmla="*/ 1152462 w 1813419"/>
                <a:gd name="csY201" fmla="*/ 796257 h 2184753"/>
                <a:gd name="csX202" fmla="*/ 1152934 w 1813419"/>
                <a:gd name="csY202" fmla="*/ 795697 h 2184753"/>
                <a:gd name="csX203" fmla="*/ 1162150 w 1813419"/>
                <a:gd name="csY203" fmla="*/ 784645 h 2184753"/>
                <a:gd name="csX204" fmla="*/ 1167626 w 1813419"/>
                <a:gd name="csY204" fmla="*/ 777989 h 2184753"/>
                <a:gd name="csX205" fmla="*/ 1171311 w 1813419"/>
                <a:gd name="csY205" fmla="*/ 773594 h 2184753"/>
                <a:gd name="csX206" fmla="*/ 1180473 w 1813419"/>
                <a:gd name="csY206" fmla="*/ 762542 h 2184753"/>
                <a:gd name="csX207" fmla="*/ 1182790 w 1813419"/>
                <a:gd name="csY207" fmla="*/ 759720 h 2184753"/>
                <a:gd name="csX208" fmla="*/ 1189671 w 1813419"/>
                <a:gd name="csY208" fmla="*/ 751491 h 2184753"/>
                <a:gd name="csX209" fmla="*/ 1197952 w 1813419"/>
                <a:gd name="csY209" fmla="*/ 741451 h 2184753"/>
                <a:gd name="csX210" fmla="*/ 1198806 w 1813419"/>
                <a:gd name="csY210" fmla="*/ 740439 h 2184753"/>
                <a:gd name="csX211" fmla="*/ 1208004 w 1813419"/>
                <a:gd name="csY211" fmla="*/ 729388 h 2184753"/>
                <a:gd name="csX212" fmla="*/ 1213112 w 1813419"/>
                <a:gd name="csY212" fmla="*/ 723182 h 2184753"/>
                <a:gd name="csX213" fmla="*/ 1217186 w 1813419"/>
                <a:gd name="csY213" fmla="*/ 718336 h 2184753"/>
                <a:gd name="csX214" fmla="*/ 1226334 w 1813419"/>
                <a:gd name="csY214" fmla="*/ 707286 h 2184753"/>
                <a:gd name="csX215" fmla="*/ 1228289 w 1813419"/>
                <a:gd name="csY215" fmla="*/ 704912 h 2184753"/>
                <a:gd name="csX216" fmla="*/ 1235532 w 1813419"/>
                <a:gd name="csY216" fmla="*/ 696234 h 2184753"/>
                <a:gd name="csX217" fmla="*/ 1243449 w 1813419"/>
                <a:gd name="csY217" fmla="*/ 686643 h 2184753"/>
                <a:gd name="csX218" fmla="*/ 1244664 w 1813419"/>
                <a:gd name="csY218" fmla="*/ 685183 h 2184753"/>
                <a:gd name="csX219" fmla="*/ 1253878 w 1813419"/>
                <a:gd name="csY219" fmla="*/ 674132 h 2184753"/>
                <a:gd name="csX220" fmla="*/ 1258609 w 1813419"/>
                <a:gd name="csY220" fmla="*/ 668376 h 2184753"/>
                <a:gd name="csX221" fmla="*/ 1263043 w 1813419"/>
                <a:gd name="csY221" fmla="*/ 663080 h 2184753"/>
                <a:gd name="csX222" fmla="*/ 1272192 w 1813419"/>
                <a:gd name="csY222" fmla="*/ 652030 h 2184753"/>
                <a:gd name="csX223" fmla="*/ 1273769 w 1813419"/>
                <a:gd name="csY223" fmla="*/ 650105 h 2184753"/>
                <a:gd name="csX224" fmla="*/ 1281390 w 1813419"/>
                <a:gd name="csY224" fmla="*/ 640977 h 2184753"/>
                <a:gd name="csX225" fmla="*/ 1288945 w 1813419"/>
                <a:gd name="csY225" fmla="*/ 631835 h 2184753"/>
                <a:gd name="csX226" fmla="*/ 1290538 w 1813419"/>
                <a:gd name="csY226" fmla="*/ 629927 h 2184753"/>
                <a:gd name="csX227" fmla="*/ 1299736 w 1813419"/>
                <a:gd name="csY227" fmla="*/ 618875 h 2184753"/>
                <a:gd name="csX228" fmla="*/ 1304105 w 1813419"/>
                <a:gd name="csY228" fmla="*/ 613568 h 2184753"/>
                <a:gd name="csX229" fmla="*/ 1308901 w 1813419"/>
                <a:gd name="csY229" fmla="*/ 607824 h 2184753"/>
                <a:gd name="csX230" fmla="*/ 1318050 w 1813419"/>
                <a:gd name="csY230" fmla="*/ 596772 h 2184753"/>
                <a:gd name="csX231" fmla="*/ 1319265 w 1813419"/>
                <a:gd name="csY231" fmla="*/ 595297 h 2184753"/>
                <a:gd name="csX232" fmla="*/ 1327264 w 1813419"/>
                <a:gd name="csY232" fmla="*/ 585721 h 2184753"/>
                <a:gd name="csX233" fmla="*/ 1334425 w 1813419"/>
                <a:gd name="csY233" fmla="*/ 577029 h 2184753"/>
                <a:gd name="csX234" fmla="*/ 1336413 w 1813419"/>
                <a:gd name="csY234" fmla="*/ 574669 h 2184753"/>
                <a:gd name="csX235" fmla="*/ 1345594 w 1813419"/>
                <a:gd name="csY235" fmla="*/ 563619 h 2184753"/>
                <a:gd name="csX236" fmla="*/ 1349602 w 1813419"/>
                <a:gd name="csY236" fmla="*/ 558760 h 2184753"/>
                <a:gd name="csX237" fmla="*/ 1354775 w 1813419"/>
                <a:gd name="csY237" fmla="*/ 552567 h 2184753"/>
                <a:gd name="csX238" fmla="*/ 1363908 w 1813419"/>
                <a:gd name="csY238" fmla="*/ 541516 h 2184753"/>
                <a:gd name="csX239" fmla="*/ 1364762 w 1813419"/>
                <a:gd name="csY239" fmla="*/ 540489 h 2184753"/>
                <a:gd name="csX240" fmla="*/ 1373122 w 1813419"/>
                <a:gd name="csY240" fmla="*/ 530464 h 2184753"/>
                <a:gd name="csX241" fmla="*/ 1379922 w 1813419"/>
                <a:gd name="csY241" fmla="*/ 522222 h 2184753"/>
                <a:gd name="csX242" fmla="*/ 1382270 w 1813419"/>
                <a:gd name="csY242" fmla="*/ 519413 h 2184753"/>
                <a:gd name="csX243" fmla="*/ 1391452 w 1813419"/>
                <a:gd name="csY243" fmla="*/ 508361 h 2184753"/>
                <a:gd name="csX244" fmla="*/ 1395082 w 1813419"/>
                <a:gd name="csY244" fmla="*/ 503953 h 2184753"/>
                <a:gd name="csX245" fmla="*/ 1400633 w 1813419"/>
                <a:gd name="csY245" fmla="*/ 497310 h 2184753"/>
                <a:gd name="csX246" fmla="*/ 1409782 w 1813419"/>
                <a:gd name="csY246" fmla="*/ 486258 h 2184753"/>
                <a:gd name="csX247" fmla="*/ 1410242 w 1813419"/>
                <a:gd name="csY247" fmla="*/ 485682 h 2184753"/>
                <a:gd name="csX248" fmla="*/ 1418980 w 1813419"/>
                <a:gd name="csY248" fmla="*/ 475208 h 2184753"/>
                <a:gd name="csX249" fmla="*/ 1425418 w 1813419"/>
                <a:gd name="csY249" fmla="*/ 467414 h 2184753"/>
                <a:gd name="csX250" fmla="*/ 1428145 w 1813419"/>
                <a:gd name="csY250" fmla="*/ 464156 h 2184753"/>
                <a:gd name="csX251" fmla="*/ 1437326 w 1813419"/>
                <a:gd name="csY251" fmla="*/ 453105 h 2184753"/>
                <a:gd name="csX252" fmla="*/ 1440578 w 1813419"/>
                <a:gd name="csY252" fmla="*/ 449145 h 2184753"/>
                <a:gd name="csX253" fmla="*/ 1446507 w 1813419"/>
                <a:gd name="csY253" fmla="*/ 442053 h 2184753"/>
                <a:gd name="csX254" fmla="*/ 1455640 w 1813419"/>
                <a:gd name="csY254" fmla="*/ 431002 h 2184753"/>
                <a:gd name="csX255" fmla="*/ 1455738 w 1813419"/>
                <a:gd name="csY255" fmla="*/ 430874 h 2184753"/>
                <a:gd name="csX256" fmla="*/ 1464854 w 1813419"/>
                <a:gd name="csY256" fmla="*/ 419952 h 2184753"/>
                <a:gd name="csX257" fmla="*/ 1470898 w 1813419"/>
                <a:gd name="csY257" fmla="*/ 412607 h 2184753"/>
                <a:gd name="csX258" fmla="*/ 1474002 w 1813419"/>
                <a:gd name="csY258" fmla="*/ 408899 h 2184753"/>
                <a:gd name="csX259" fmla="*/ 1483184 w 1813419"/>
                <a:gd name="csY259" fmla="*/ 397849 h 2184753"/>
                <a:gd name="csX260" fmla="*/ 1486075 w 1813419"/>
                <a:gd name="csY260" fmla="*/ 394337 h 2184753"/>
                <a:gd name="csX261" fmla="*/ 1492365 w 1813419"/>
                <a:gd name="csY261" fmla="*/ 386797 h 2184753"/>
                <a:gd name="csX262" fmla="*/ 1501235 w 1813419"/>
                <a:gd name="csY262" fmla="*/ 376068 h 2184753"/>
                <a:gd name="csX263" fmla="*/ 1501498 w 1813419"/>
                <a:gd name="csY263" fmla="*/ 375746 h 2184753"/>
                <a:gd name="csX264" fmla="*/ 1510712 w 1813419"/>
                <a:gd name="csY264" fmla="*/ 364694 h 2184753"/>
                <a:gd name="csX265" fmla="*/ 1516395 w 1813419"/>
                <a:gd name="csY265" fmla="*/ 357801 h 2184753"/>
                <a:gd name="csX266" fmla="*/ 1519877 w 1813419"/>
                <a:gd name="csY266" fmla="*/ 353643 h 2184753"/>
                <a:gd name="csX267" fmla="*/ 1529042 w 1813419"/>
                <a:gd name="csY267" fmla="*/ 342591 h 2184753"/>
                <a:gd name="csX268" fmla="*/ 1531555 w 1813419"/>
                <a:gd name="csY268" fmla="*/ 339530 h 2184753"/>
                <a:gd name="csX269" fmla="*/ 1538240 w 1813419"/>
                <a:gd name="csY269" fmla="*/ 331541 h 2184753"/>
                <a:gd name="csX270" fmla="*/ 1546731 w 1813419"/>
                <a:gd name="csY270" fmla="*/ 321260 h 2184753"/>
                <a:gd name="csX271" fmla="*/ 1547372 w 1813419"/>
                <a:gd name="csY271" fmla="*/ 320488 h 2184753"/>
                <a:gd name="csX272" fmla="*/ 1556570 w 1813419"/>
                <a:gd name="csY272" fmla="*/ 309438 h 2184753"/>
                <a:gd name="csX273" fmla="*/ 1561891 w 1813419"/>
                <a:gd name="csY273" fmla="*/ 302993 h 2184753"/>
                <a:gd name="csX274" fmla="*/ 1565735 w 1813419"/>
                <a:gd name="csY274" fmla="*/ 298386 h 2184753"/>
                <a:gd name="csX275" fmla="*/ 1574900 w 1813419"/>
                <a:gd name="csY275" fmla="*/ 287335 h 2184753"/>
                <a:gd name="csX276" fmla="*/ 1577051 w 1813419"/>
                <a:gd name="csY276" fmla="*/ 284724 h 2184753"/>
                <a:gd name="csX277" fmla="*/ 1584097 w 1813419"/>
                <a:gd name="csY277" fmla="*/ 276283 h 2184753"/>
                <a:gd name="csX278" fmla="*/ 1592211 w 1813419"/>
                <a:gd name="csY278" fmla="*/ 266453 h 2184753"/>
                <a:gd name="csX279" fmla="*/ 1593246 w 1813419"/>
                <a:gd name="csY279" fmla="*/ 265232 h 2184753"/>
                <a:gd name="csX280" fmla="*/ 1602444 w 1813419"/>
                <a:gd name="csY280" fmla="*/ 254180 h 2184753"/>
                <a:gd name="csX281" fmla="*/ 1607388 w 1813419"/>
                <a:gd name="csY281" fmla="*/ 248185 h 2184753"/>
                <a:gd name="csX282" fmla="*/ 1611609 w 1813419"/>
                <a:gd name="csY282" fmla="*/ 243130 h 2184753"/>
                <a:gd name="csX283" fmla="*/ 1620758 w 1813419"/>
                <a:gd name="csY283" fmla="*/ 232078 h 2184753"/>
                <a:gd name="csX284" fmla="*/ 1622548 w 1813419"/>
                <a:gd name="csY284" fmla="*/ 229916 h 2184753"/>
                <a:gd name="csX285" fmla="*/ 1629955 w 1813419"/>
                <a:gd name="csY285" fmla="*/ 221027 h 2184753"/>
                <a:gd name="csX286" fmla="*/ 1637708 w 1813419"/>
                <a:gd name="csY286" fmla="*/ 211647 h 2184753"/>
                <a:gd name="csX287" fmla="*/ 1639104 w 1813419"/>
                <a:gd name="csY287" fmla="*/ 209975 h 2184753"/>
                <a:gd name="csX288" fmla="*/ 1648302 w 1813419"/>
                <a:gd name="csY288" fmla="*/ 198924 h 2184753"/>
                <a:gd name="csX289" fmla="*/ 1652868 w 1813419"/>
                <a:gd name="csY289" fmla="*/ 193378 h 2184753"/>
                <a:gd name="csX290" fmla="*/ 1657467 w 1813419"/>
                <a:gd name="csY290" fmla="*/ 187872 h 2184753"/>
                <a:gd name="csX291" fmla="*/ 1666632 w 1813419"/>
                <a:gd name="csY291" fmla="*/ 176821 h 2184753"/>
                <a:gd name="csX292" fmla="*/ 1668044 w 1813419"/>
                <a:gd name="csY292" fmla="*/ 175108 h 2184753"/>
                <a:gd name="csX293" fmla="*/ 1675829 w 1813419"/>
                <a:gd name="csY293" fmla="*/ 165771 h 2184753"/>
                <a:gd name="csX294" fmla="*/ 1683204 w 1813419"/>
                <a:gd name="csY294" fmla="*/ 156839 h 2184753"/>
                <a:gd name="csX295" fmla="*/ 1684978 w 1813419"/>
                <a:gd name="csY295" fmla="*/ 154719 h 2184753"/>
                <a:gd name="csX296" fmla="*/ 1694160 w 1813419"/>
                <a:gd name="csY296" fmla="*/ 143668 h 2184753"/>
                <a:gd name="csX297" fmla="*/ 1698364 w 1813419"/>
                <a:gd name="csY297" fmla="*/ 138570 h 2184753"/>
                <a:gd name="csX298" fmla="*/ 1703341 w 1813419"/>
                <a:gd name="csY298" fmla="*/ 132616 h 2184753"/>
                <a:gd name="csX299" fmla="*/ 1712490 w 1813419"/>
                <a:gd name="csY299" fmla="*/ 121565 h 2184753"/>
                <a:gd name="csX300" fmla="*/ 1713524 w 1813419"/>
                <a:gd name="csY300" fmla="*/ 120301 h 2184753"/>
                <a:gd name="csX301" fmla="*/ 1721687 w 1813419"/>
                <a:gd name="csY301" fmla="*/ 110513 h 2184753"/>
                <a:gd name="csX302" fmla="*/ 1728701 w 1813419"/>
                <a:gd name="csY302" fmla="*/ 102032 h 2184753"/>
                <a:gd name="csX303" fmla="*/ 1730836 w 1813419"/>
                <a:gd name="csY303" fmla="*/ 99463 h 2184753"/>
                <a:gd name="csX304" fmla="*/ 1740017 w 1813419"/>
                <a:gd name="csY304" fmla="*/ 88410 h 2184753"/>
                <a:gd name="csX305" fmla="*/ 1743861 w 1813419"/>
                <a:gd name="csY305" fmla="*/ 83764 h 2184753"/>
                <a:gd name="csX306" fmla="*/ 1749199 w 1813419"/>
                <a:gd name="csY306" fmla="*/ 77359 h 2184753"/>
                <a:gd name="csX307" fmla="*/ 1758347 w 1813419"/>
                <a:gd name="csY307" fmla="*/ 66308 h 2184753"/>
                <a:gd name="csX308" fmla="*/ 1759021 w 1813419"/>
                <a:gd name="csY308" fmla="*/ 65493 h 2184753"/>
                <a:gd name="csX309" fmla="*/ 1767545 w 1813419"/>
                <a:gd name="csY309" fmla="*/ 55257 h 2184753"/>
                <a:gd name="csX310" fmla="*/ 1774181 w 1813419"/>
                <a:gd name="csY310" fmla="*/ 47225 h 2184753"/>
                <a:gd name="csX311" fmla="*/ 1776710 w 1813419"/>
                <a:gd name="csY311" fmla="*/ 44205 h 2184753"/>
                <a:gd name="csX312" fmla="*/ 1785892 w 1813419"/>
                <a:gd name="csY312" fmla="*/ 33154 h 2184753"/>
                <a:gd name="csX313" fmla="*/ 1789357 w 1813419"/>
                <a:gd name="csY313" fmla="*/ 28956 h 2184753"/>
                <a:gd name="csX314" fmla="*/ 1795073 w 1813419"/>
                <a:gd name="csY314" fmla="*/ 22103 h 2184753"/>
                <a:gd name="csX315" fmla="*/ 1804205 w 1813419"/>
                <a:gd name="csY315" fmla="*/ 11051 h 2184753"/>
                <a:gd name="csX316" fmla="*/ 1804517 w 1813419"/>
                <a:gd name="csY316" fmla="*/ 10686 h 2184753"/>
                <a:gd name="csX317" fmla="*/ 1813419 w 1813419"/>
                <a:gd name="csY317" fmla="*/ 0 h 2184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</a:cxnLst>
              <a:rect l="l" t="t" r="r" b="b"/>
              <a:pathLst>
                <a:path w="1813419" h="2184753">
                  <a:moveTo>
                    <a:pt x="0" y="2184753"/>
                  </a:moveTo>
                  <a:lnTo>
                    <a:pt x="8015" y="2177116"/>
                  </a:lnTo>
                  <a:lnTo>
                    <a:pt x="15165" y="2166456"/>
                  </a:lnTo>
                  <a:lnTo>
                    <a:pt x="15610" y="2166062"/>
                  </a:lnTo>
                  <a:lnTo>
                    <a:pt x="25682" y="2155008"/>
                  </a:lnTo>
                  <a:lnTo>
                    <a:pt x="30328" y="2148225"/>
                  </a:lnTo>
                  <a:lnTo>
                    <a:pt x="34568" y="2143954"/>
                  </a:lnTo>
                  <a:lnTo>
                    <a:pt x="43437" y="2132900"/>
                  </a:lnTo>
                  <a:lnTo>
                    <a:pt x="45493" y="2129928"/>
                  </a:lnTo>
                  <a:lnTo>
                    <a:pt x="52930" y="2121863"/>
                  </a:lnTo>
                  <a:lnTo>
                    <a:pt x="60657" y="2111647"/>
                  </a:lnTo>
                  <a:lnTo>
                    <a:pt x="61471" y="2110809"/>
                  </a:lnTo>
                  <a:lnTo>
                    <a:pt x="71070" y="2099755"/>
                  </a:lnTo>
                  <a:lnTo>
                    <a:pt x="75820" y="2093383"/>
                  </a:lnTo>
                  <a:lnTo>
                    <a:pt x="80140" y="2088702"/>
                  </a:lnTo>
                  <a:lnTo>
                    <a:pt x="89104" y="2077648"/>
                  </a:lnTo>
                  <a:lnTo>
                    <a:pt x="90985" y="2075102"/>
                  </a:lnTo>
                  <a:lnTo>
                    <a:pt x="98525" y="2066594"/>
                  </a:lnTo>
                  <a:lnTo>
                    <a:pt x="106148" y="2056838"/>
                  </a:lnTo>
                  <a:lnTo>
                    <a:pt x="107332" y="2055556"/>
                  </a:lnTo>
                  <a:lnTo>
                    <a:pt x="116750" y="2044503"/>
                  </a:lnTo>
                  <a:lnTo>
                    <a:pt x="121313" y="2038573"/>
                  </a:lnTo>
                  <a:lnTo>
                    <a:pt x="125887" y="2033449"/>
                  </a:lnTo>
                  <a:lnTo>
                    <a:pt x="134877" y="2022395"/>
                  </a:lnTo>
                  <a:lnTo>
                    <a:pt x="136476" y="2020293"/>
                  </a:lnTo>
                  <a:lnTo>
                    <a:pt x="144262" y="2011341"/>
                  </a:lnTo>
                  <a:lnTo>
                    <a:pt x="151640" y="2002028"/>
                  </a:lnTo>
                  <a:lnTo>
                    <a:pt x="153193" y="2000287"/>
                  </a:lnTo>
                  <a:lnTo>
                    <a:pt x="162516" y="1989233"/>
                  </a:lnTo>
                  <a:lnTo>
                    <a:pt x="166805" y="1983764"/>
                  </a:lnTo>
                  <a:lnTo>
                    <a:pt x="171688" y="1978196"/>
                  </a:lnTo>
                  <a:lnTo>
                    <a:pt x="180687" y="1967142"/>
                  </a:lnTo>
                  <a:lnTo>
                    <a:pt x="181968" y="1965483"/>
                  </a:lnTo>
                  <a:lnTo>
                    <a:pt x="190051" y="1956088"/>
                  </a:lnTo>
                  <a:lnTo>
                    <a:pt x="197133" y="1947219"/>
                  </a:lnTo>
                  <a:lnTo>
                    <a:pt x="199056" y="1945034"/>
                  </a:lnTo>
                  <a:lnTo>
                    <a:pt x="208318" y="1933981"/>
                  </a:lnTo>
                  <a:lnTo>
                    <a:pt x="212296" y="1928955"/>
                  </a:lnTo>
                  <a:lnTo>
                    <a:pt x="217511" y="1922927"/>
                  </a:lnTo>
                  <a:lnTo>
                    <a:pt x="226515" y="1911889"/>
                  </a:lnTo>
                  <a:lnTo>
                    <a:pt x="227459" y="1910674"/>
                  </a:lnTo>
                  <a:lnTo>
                    <a:pt x="235864" y="1900836"/>
                  </a:lnTo>
                  <a:lnTo>
                    <a:pt x="242624" y="1892410"/>
                  </a:lnTo>
                  <a:lnTo>
                    <a:pt x="244917" y="1889782"/>
                  </a:lnTo>
                  <a:lnTo>
                    <a:pt x="254140" y="1878728"/>
                  </a:lnTo>
                  <a:lnTo>
                    <a:pt x="257788" y="1874145"/>
                  </a:lnTo>
                  <a:lnTo>
                    <a:pt x="263346" y="1867674"/>
                  </a:lnTo>
                  <a:lnTo>
                    <a:pt x="272353" y="1856620"/>
                  </a:lnTo>
                  <a:lnTo>
                    <a:pt x="272953" y="1855865"/>
                  </a:lnTo>
                  <a:lnTo>
                    <a:pt x="281692" y="1845566"/>
                  </a:lnTo>
                  <a:lnTo>
                    <a:pt x="288116" y="1837600"/>
                  </a:lnTo>
                  <a:lnTo>
                    <a:pt x="290778" y="1834529"/>
                  </a:lnTo>
                  <a:lnTo>
                    <a:pt x="299971" y="1823475"/>
                  </a:lnTo>
                  <a:lnTo>
                    <a:pt x="303279" y="1819336"/>
                  </a:lnTo>
                  <a:lnTo>
                    <a:pt x="309189" y="1812421"/>
                  </a:lnTo>
                  <a:lnTo>
                    <a:pt x="318198" y="1801367"/>
                  </a:lnTo>
                  <a:lnTo>
                    <a:pt x="318444" y="1801055"/>
                  </a:lnTo>
                  <a:lnTo>
                    <a:pt x="327529" y="1790314"/>
                  </a:lnTo>
                  <a:lnTo>
                    <a:pt x="333608" y="1782791"/>
                  </a:lnTo>
                  <a:lnTo>
                    <a:pt x="336640" y="1779260"/>
                  </a:lnTo>
                  <a:lnTo>
                    <a:pt x="345811" y="1768206"/>
                  </a:lnTo>
                  <a:lnTo>
                    <a:pt x="348772" y="1764527"/>
                  </a:lnTo>
                  <a:lnTo>
                    <a:pt x="355035" y="1757168"/>
                  </a:lnTo>
                  <a:lnTo>
                    <a:pt x="363936" y="1746246"/>
                  </a:lnTo>
                  <a:lnTo>
                    <a:pt x="364056" y="1746115"/>
                  </a:lnTo>
                  <a:lnTo>
                    <a:pt x="373372" y="1735061"/>
                  </a:lnTo>
                  <a:lnTo>
                    <a:pt x="379099" y="1727982"/>
                  </a:lnTo>
                  <a:lnTo>
                    <a:pt x="382502" y="1724007"/>
                  </a:lnTo>
                  <a:lnTo>
                    <a:pt x="391656" y="1712953"/>
                  </a:lnTo>
                  <a:lnTo>
                    <a:pt x="394264" y="1709718"/>
                  </a:lnTo>
                  <a:lnTo>
                    <a:pt x="400887" y="1701899"/>
                  </a:lnTo>
                  <a:lnTo>
                    <a:pt x="409427" y="1691437"/>
                  </a:lnTo>
                  <a:lnTo>
                    <a:pt x="409933" y="1690862"/>
                  </a:lnTo>
                  <a:lnTo>
                    <a:pt x="419218" y="1679808"/>
                  </a:lnTo>
                  <a:lnTo>
                    <a:pt x="424592" y="1673173"/>
                  </a:lnTo>
                  <a:lnTo>
                    <a:pt x="428363" y="1668754"/>
                  </a:lnTo>
                  <a:lnTo>
                    <a:pt x="437504" y="1657700"/>
                  </a:lnTo>
                  <a:lnTo>
                    <a:pt x="439756" y="1654908"/>
                  </a:lnTo>
                  <a:lnTo>
                    <a:pt x="446739" y="1646647"/>
                  </a:lnTo>
                  <a:lnTo>
                    <a:pt x="454919" y="1636644"/>
                  </a:lnTo>
                  <a:lnTo>
                    <a:pt x="455809" y="1635593"/>
                  </a:lnTo>
                  <a:lnTo>
                    <a:pt x="465068" y="1624539"/>
                  </a:lnTo>
                  <a:lnTo>
                    <a:pt x="470084" y="1618363"/>
                  </a:lnTo>
                  <a:lnTo>
                    <a:pt x="474225" y="1613501"/>
                  </a:lnTo>
                  <a:lnTo>
                    <a:pt x="483353" y="1602448"/>
                  </a:lnTo>
                  <a:lnTo>
                    <a:pt x="485247" y="1600099"/>
                  </a:lnTo>
                  <a:lnTo>
                    <a:pt x="492592" y="1591394"/>
                  </a:lnTo>
                  <a:lnTo>
                    <a:pt x="500412" y="1581835"/>
                  </a:lnTo>
                  <a:lnTo>
                    <a:pt x="501682" y="1580340"/>
                  </a:lnTo>
                  <a:lnTo>
                    <a:pt x="510919" y="1569286"/>
                  </a:lnTo>
                  <a:lnTo>
                    <a:pt x="515575" y="1563570"/>
                  </a:lnTo>
                  <a:lnTo>
                    <a:pt x="520087" y="1558239"/>
                  </a:lnTo>
                  <a:lnTo>
                    <a:pt x="529206" y="1547187"/>
                  </a:lnTo>
                  <a:lnTo>
                    <a:pt x="530739" y="1545291"/>
                  </a:lnTo>
                  <a:lnTo>
                    <a:pt x="538449" y="1536136"/>
                  </a:lnTo>
                  <a:lnTo>
                    <a:pt x="545904" y="1527024"/>
                  </a:lnTo>
                  <a:lnTo>
                    <a:pt x="547553" y="1525084"/>
                  </a:lnTo>
                  <a:lnTo>
                    <a:pt x="556772" y="1514033"/>
                  </a:lnTo>
                  <a:lnTo>
                    <a:pt x="561067" y="1508756"/>
                  </a:lnTo>
                  <a:lnTo>
                    <a:pt x="565948" y="1502981"/>
                  </a:lnTo>
                  <a:lnTo>
                    <a:pt x="575059" y="1491931"/>
                  </a:lnTo>
                  <a:lnTo>
                    <a:pt x="576232" y="1490484"/>
                  </a:lnTo>
                  <a:lnTo>
                    <a:pt x="584305" y="1480878"/>
                  </a:lnTo>
                  <a:lnTo>
                    <a:pt x="591395" y="1472216"/>
                  </a:lnTo>
                  <a:lnTo>
                    <a:pt x="593422" y="1469828"/>
                  </a:lnTo>
                  <a:lnTo>
                    <a:pt x="602625" y="1458777"/>
                  </a:lnTo>
                  <a:lnTo>
                    <a:pt x="606560" y="1453949"/>
                  </a:lnTo>
                  <a:lnTo>
                    <a:pt x="611810" y="1447725"/>
                  </a:lnTo>
                  <a:lnTo>
                    <a:pt x="620914" y="1436675"/>
                  </a:lnTo>
                  <a:lnTo>
                    <a:pt x="621723" y="1435676"/>
                  </a:lnTo>
                  <a:lnTo>
                    <a:pt x="630161" y="1425622"/>
                  </a:lnTo>
                  <a:lnTo>
                    <a:pt x="636887" y="1417408"/>
                  </a:lnTo>
                  <a:lnTo>
                    <a:pt x="639290" y="1414572"/>
                  </a:lnTo>
                  <a:lnTo>
                    <a:pt x="648481" y="1403520"/>
                  </a:lnTo>
                  <a:lnTo>
                    <a:pt x="652052" y="1399141"/>
                  </a:lnTo>
                  <a:lnTo>
                    <a:pt x="657672" y="1392469"/>
                  </a:lnTo>
                  <a:lnTo>
                    <a:pt x="666770" y="1381417"/>
                  </a:lnTo>
                  <a:lnTo>
                    <a:pt x="667215" y="1380868"/>
                  </a:lnTo>
                  <a:lnTo>
                    <a:pt x="676019" y="1370366"/>
                  </a:lnTo>
                  <a:lnTo>
                    <a:pt x="682380" y="1362601"/>
                  </a:lnTo>
                  <a:lnTo>
                    <a:pt x="685157" y="1359314"/>
                  </a:lnTo>
                  <a:lnTo>
                    <a:pt x="694337" y="1348264"/>
                  </a:lnTo>
                  <a:lnTo>
                    <a:pt x="697543" y="1344333"/>
                  </a:lnTo>
                  <a:lnTo>
                    <a:pt x="703533" y="1337212"/>
                  </a:lnTo>
                  <a:lnTo>
                    <a:pt x="712626" y="1326161"/>
                  </a:lnTo>
                  <a:lnTo>
                    <a:pt x="712707" y="1326061"/>
                  </a:lnTo>
                  <a:lnTo>
                    <a:pt x="721878" y="1315109"/>
                  </a:lnTo>
                  <a:lnTo>
                    <a:pt x="727872" y="1307795"/>
                  </a:lnTo>
                  <a:lnTo>
                    <a:pt x="731023" y="1304058"/>
                  </a:lnTo>
                  <a:lnTo>
                    <a:pt x="740193" y="1293006"/>
                  </a:lnTo>
                  <a:lnTo>
                    <a:pt x="743035" y="1289526"/>
                  </a:lnTo>
                  <a:lnTo>
                    <a:pt x="749395" y="1281955"/>
                  </a:lnTo>
                  <a:lnTo>
                    <a:pt x="758200" y="1271253"/>
                  </a:lnTo>
                  <a:lnTo>
                    <a:pt x="758496" y="1270903"/>
                  </a:lnTo>
                  <a:lnTo>
                    <a:pt x="767736" y="1259853"/>
                  </a:lnTo>
                  <a:lnTo>
                    <a:pt x="773363" y="1252987"/>
                  </a:lnTo>
                  <a:lnTo>
                    <a:pt x="776891" y="1248801"/>
                  </a:lnTo>
                  <a:lnTo>
                    <a:pt x="786051" y="1237750"/>
                  </a:lnTo>
                  <a:lnTo>
                    <a:pt x="788526" y="1234718"/>
                  </a:lnTo>
                  <a:lnTo>
                    <a:pt x="795256" y="1226698"/>
                  </a:lnTo>
                  <a:lnTo>
                    <a:pt x="803691" y="1216447"/>
                  </a:lnTo>
                  <a:lnTo>
                    <a:pt x="804366" y="1215647"/>
                  </a:lnTo>
                  <a:lnTo>
                    <a:pt x="813596" y="1204597"/>
                  </a:lnTo>
                  <a:lnTo>
                    <a:pt x="818855" y="1198180"/>
                  </a:lnTo>
                  <a:lnTo>
                    <a:pt x="822756" y="1193544"/>
                  </a:lnTo>
                  <a:lnTo>
                    <a:pt x="831907" y="1182494"/>
                  </a:lnTo>
                  <a:lnTo>
                    <a:pt x="834020" y="1179910"/>
                  </a:lnTo>
                  <a:lnTo>
                    <a:pt x="841118" y="1171442"/>
                  </a:lnTo>
                  <a:lnTo>
                    <a:pt x="849183" y="1161639"/>
                  </a:lnTo>
                  <a:lnTo>
                    <a:pt x="850237" y="1160391"/>
                  </a:lnTo>
                  <a:lnTo>
                    <a:pt x="859453" y="1149339"/>
                  </a:lnTo>
                  <a:lnTo>
                    <a:pt x="864346" y="1143372"/>
                  </a:lnTo>
                  <a:lnTo>
                    <a:pt x="868622" y="1138288"/>
                  </a:lnTo>
                  <a:lnTo>
                    <a:pt x="877767" y="1127236"/>
                  </a:lnTo>
                  <a:lnTo>
                    <a:pt x="879511" y="1125103"/>
                  </a:lnTo>
                  <a:lnTo>
                    <a:pt x="886980" y="1116186"/>
                  </a:lnTo>
                  <a:lnTo>
                    <a:pt x="894675" y="1106833"/>
                  </a:lnTo>
                  <a:lnTo>
                    <a:pt x="896107" y="1105133"/>
                  </a:lnTo>
                  <a:lnTo>
                    <a:pt x="905313" y="1094083"/>
                  </a:lnTo>
                  <a:lnTo>
                    <a:pt x="909839" y="1088564"/>
                  </a:lnTo>
                  <a:lnTo>
                    <a:pt x="914486" y="1083031"/>
                  </a:lnTo>
                  <a:lnTo>
                    <a:pt x="923625" y="1071980"/>
                  </a:lnTo>
                  <a:lnTo>
                    <a:pt x="925003" y="1070295"/>
                  </a:lnTo>
                  <a:lnTo>
                    <a:pt x="932841" y="1060928"/>
                  </a:lnTo>
                  <a:lnTo>
                    <a:pt x="940166" y="1052026"/>
                  </a:lnTo>
                  <a:lnTo>
                    <a:pt x="941976" y="1049877"/>
                  </a:lnTo>
                  <a:lnTo>
                    <a:pt x="951172" y="1038825"/>
                  </a:lnTo>
                  <a:lnTo>
                    <a:pt x="955331" y="1033757"/>
                  </a:lnTo>
                  <a:lnTo>
                    <a:pt x="960350" y="1027775"/>
                  </a:lnTo>
                  <a:lnTo>
                    <a:pt x="969484" y="1016722"/>
                  </a:lnTo>
                  <a:lnTo>
                    <a:pt x="970494" y="1015487"/>
                  </a:lnTo>
                  <a:lnTo>
                    <a:pt x="978703" y="1005672"/>
                  </a:lnTo>
                  <a:lnTo>
                    <a:pt x="985659" y="997218"/>
                  </a:lnTo>
                  <a:lnTo>
                    <a:pt x="987844" y="994620"/>
                  </a:lnTo>
                  <a:lnTo>
                    <a:pt x="997033" y="983569"/>
                  </a:lnTo>
                  <a:lnTo>
                    <a:pt x="1000823" y="978951"/>
                  </a:lnTo>
                  <a:lnTo>
                    <a:pt x="1006215" y="972517"/>
                  </a:lnTo>
                  <a:lnTo>
                    <a:pt x="1015342" y="961466"/>
                  </a:lnTo>
                  <a:lnTo>
                    <a:pt x="1015986" y="960680"/>
                  </a:lnTo>
                  <a:lnTo>
                    <a:pt x="1024565" y="950416"/>
                  </a:lnTo>
                  <a:lnTo>
                    <a:pt x="1031151" y="942410"/>
                  </a:lnTo>
                  <a:lnTo>
                    <a:pt x="1033712" y="939364"/>
                  </a:lnTo>
                  <a:lnTo>
                    <a:pt x="1042893" y="928313"/>
                  </a:lnTo>
                  <a:lnTo>
                    <a:pt x="1046314" y="924143"/>
                  </a:lnTo>
                  <a:lnTo>
                    <a:pt x="1052079" y="917261"/>
                  </a:lnTo>
                  <a:lnTo>
                    <a:pt x="1061202" y="906210"/>
                  </a:lnTo>
                  <a:lnTo>
                    <a:pt x="1061479" y="905872"/>
                  </a:lnTo>
                  <a:lnTo>
                    <a:pt x="1070426" y="895158"/>
                  </a:lnTo>
                  <a:lnTo>
                    <a:pt x="1076642" y="887604"/>
                  </a:lnTo>
                  <a:lnTo>
                    <a:pt x="1079579" y="884108"/>
                  </a:lnTo>
                  <a:lnTo>
                    <a:pt x="1088752" y="873055"/>
                  </a:lnTo>
                  <a:lnTo>
                    <a:pt x="1091806" y="869335"/>
                  </a:lnTo>
                  <a:lnTo>
                    <a:pt x="1097944" y="862005"/>
                  </a:lnTo>
                  <a:lnTo>
                    <a:pt x="1106971" y="851064"/>
                  </a:lnTo>
                  <a:lnTo>
                    <a:pt x="1107064" y="850953"/>
                  </a:lnTo>
                  <a:lnTo>
                    <a:pt x="1116288" y="839902"/>
                  </a:lnTo>
                  <a:lnTo>
                    <a:pt x="1122134" y="832797"/>
                  </a:lnTo>
                  <a:lnTo>
                    <a:pt x="1125445" y="828850"/>
                  </a:lnTo>
                  <a:lnTo>
                    <a:pt x="1134614" y="817799"/>
                  </a:lnTo>
                  <a:lnTo>
                    <a:pt x="1137299" y="814528"/>
                  </a:lnTo>
                  <a:lnTo>
                    <a:pt x="1143806" y="806747"/>
                  </a:lnTo>
                  <a:lnTo>
                    <a:pt x="1152462" y="796257"/>
                  </a:lnTo>
                  <a:lnTo>
                    <a:pt x="1152934" y="795697"/>
                  </a:lnTo>
                  <a:lnTo>
                    <a:pt x="1162150" y="784645"/>
                  </a:lnTo>
                  <a:lnTo>
                    <a:pt x="1167626" y="777989"/>
                  </a:lnTo>
                  <a:lnTo>
                    <a:pt x="1171311" y="773594"/>
                  </a:lnTo>
                  <a:lnTo>
                    <a:pt x="1180473" y="762542"/>
                  </a:lnTo>
                  <a:lnTo>
                    <a:pt x="1182790" y="759720"/>
                  </a:lnTo>
                  <a:lnTo>
                    <a:pt x="1189671" y="751491"/>
                  </a:lnTo>
                  <a:lnTo>
                    <a:pt x="1197952" y="741451"/>
                  </a:lnTo>
                  <a:lnTo>
                    <a:pt x="1198806" y="740439"/>
                  </a:lnTo>
                  <a:lnTo>
                    <a:pt x="1208004" y="729388"/>
                  </a:lnTo>
                  <a:lnTo>
                    <a:pt x="1213112" y="723182"/>
                  </a:lnTo>
                  <a:lnTo>
                    <a:pt x="1217186" y="718336"/>
                  </a:lnTo>
                  <a:lnTo>
                    <a:pt x="1226334" y="707286"/>
                  </a:lnTo>
                  <a:lnTo>
                    <a:pt x="1228289" y="704912"/>
                  </a:lnTo>
                  <a:lnTo>
                    <a:pt x="1235532" y="696234"/>
                  </a:lnTo>
                  <a:lnTo>
                    <a:pt x="1243449" y="686643"/>
                  </a:lnTo>
                  <a:lnTo>
                    <a:pt x="1244664" y="685183"/>
                  </a:lnTo>
                  <a:lnTo>
                    <a:pt x="1253878" y="674132"/>
                  </a:lnTo>
                  <a:lnTo>
                    <a:pt x="1258609" y="668376"/>
                  </a:lnTo>
                  <a:lnTo>
                    <a:pt x="1263043" y="663080"/>
                  </a:lnTo>
                  <a:lnTo>
                    <a:pt x="1272192" y="652030"/>
                  </a:lnTo>
                  <a:lnTo>
                    <a:pt x="1273769" y="650105"/>
                  </a:lnTo>
                  <a:lnTo>
                    <a:pt x="1281390" y="640977"/>
                  </a:lnTo>
                  <a:lnTo>
                    <a:pt x="1288945" y="631835"/>
                  </a:lnTo>
                  <a:lnTo>
                    <a:pt x="1290538" y="629927"/>
                  </a:lnTo>
                  <a:lnTo>
                    <a:pt x="1299736" y="618875"/>
                  </a:lnTo>
                  <a:lnTo>
                    <a:pt x="1304105" y="613568"/>
                  </a:lnTo>
                  <a:lnTo>
                    <a:pt x="1308901" y="607824"/>
                  </a:lnTo>
                  <a:lnTo>
                    <a:pt x="1318050" y="596772"/>
                  </a:lnTo>
                  <a:lnTo>
                    <a:pt x="1319265" y="595297"/>
                  </a:lnTo>
                  <a:lnTo>
                    <a:pt x="1327264" y="585721"/>
                  </a:lnTo>
                  <a:lnTo>
                    <a:pt x="1334425" y="577029"/>
                  </a:lnTo>
                  <a:lnTo>
                    <a:pt x="1336413" y="574669"/>
                  </a:lnTo>
                  <a:lnTo>
                    <a:pt x="1345594" y="563619"/>
                  </a:lnTo>
                  <a:lnTo>
                    <a:pt x="1349602" y="558760"/>
                  </a:lnTo>
                  <a:lnTo>
                    <a:pt x="1354775" y="552567"/>
                  </a:lnTo>
                  <a:lnTo>
                    <a:pt x="1363908" y="541516"/>
                  </a:lnTo>
                  <a:lnTo>
                    <a:pt x="1364762" y="540489"/>
                  </a:lnTo>
                  <a:lnTo>
                    <a:pt x="1373122" y="530464"/>
                  </a:lnTo>
                  <a:lnTo>
                    <a:pt x="1379922" y="522222"/>
                  </a:lnTo>
                  <a:lnTo>
                    <a:pt x="1382270" y="519413"/>
                  </a:lnTo>
                  <a:lnTo>
                    <a:pt x="1391452" y="508361"/>
                  </a:lnTo>
                  <a:lnTo>
                    <a:pt x="1395082" y="503953"/>
                  </a:lnTo>
                  <a:lnTo>
                    <a:pt x="1400633" y="497310"/>
                  </a:lnTo>
                  <a:lnTo>
                    <a:pt x="1409782" y="486258"/>
                  </a:lnTo>
                  <a:lnTo>
                    <a:pt x="1410242" y="485682"/>
                  </a:lnTo>
                  <a:lnTo>
                    <a:pt x="1418980" y="475208"/>
                  </a:lnTo>
                  <a:lnTo>
                    <a:pt x="1425418" y="467414"/>
                  </a:lnTo>
                  <a:lnTo>
                    <a:pt x="1428145" y="464156"/>
                  </a:lnTo>
                  <a:lnTo>
                    <a:pt x="1437326" y="453105"/>
                  </a:lnTo>
                  <a:lnTo>
                    <a:pt x="1440578" y="449145"/>
                  </a:lnTo>
                  <a:lnTo>
                    <a:pt x="1446507" y="442053"/>
                  </a:lnTo>
                  <a:lnTo>
                    <a:pt x="1455640" y="431002"/>
                  </a:lnTo>
                  <a:lnTo>
                    <a:pt x="1455738" y="430874"/>
                  </a:lnTo>
                  <a:lnTo>
                    <a:pt x="1464854" y="419952"/>
                  </a:lnTo>
                  <a:lnTo>
                    <a:pt x="1470898" y="412607"/>
                  </a:lnTo>
                  <a:lnTo>
                    <a:pt x="1474002" y="408899"/>
                  </a:lnTo>
                  <a:lnTo>
                    <a:pt x="1483184" y="397849"/>
                  </a:lnTo>
                  <a:lnTo>
                    <a:pt x="1486075" y="394337"/>
                  </a:lnTo>
                  <a:lnTo>
                    <a:pt x="1492365" y="386797"/>
                  </a:lnTo>
                  <a:lnTo>
                    <a:pt x="1501235" y="376068"/>
                  </a:lnTo>
                  <a:lnTo>
                    <a:pt x="1501498" y="375746"/>
                  </a:lnTo>
                  <a:lnTo>
                    <a:pt x="1510712" y="364694"/>
                  </a:lnTo>
                  <a:lnTo>
                    <a:pt x="1516395" y="357801"/>
                  </a:lnTo>
                  <a:lnTo>
                    <a:pt x="1519877" y="353643"/>
                  </a:lnTo>
                  <a:lnTo>
                    <a:pt x="1529042" y="342591"/>
                  </a:lnTo>
                  <a:lnTo>
                    <a:pt x="1531555" y="339530"/>
                  </a:lnTo>
                  <a:lnTo>
                    <a:pt x="1538240" y="331541"/>
                  </a:lnTo>
                  <a:lnTo>
                    <a:pt x="1546731" y="321260"/>
                  </a:lnTo>
                  <a:lnTo>
                    <a:pt x="1547372" y="320488"/>
                  </a:lnTo>
                  <a:lnTo>
                    <a:pt x="1556570" y="309438"/>
                  </a:lnTo>
                  <a:lnTo>
                    <a:pt x="1561891" y="302993"/>
                  </a:lnTo>
                  <a:lnTo>
                    <a:pt x="1565735" y="298386"/>
                  </a:lnTo>
                  <a:lnTo>
                    <a:pt x="1574900" y="287335"/>
                  </a:lnTo>
                  <a:lnTo>
                    <a:pt x="1577051" y="284724"/>
                  </a:lnTo>
                  <a:lnTo>
                    <a:pt x="1584097" y="276283"/>
                  </a:lnTo>
                  <a:lnTo>
                    <a:pt x="1592211" y="266453"/>
                  </a:lnTo>
                  <a:lnTo>
                    <a:pt x="1593246" y="265232"/>
                  </a:lnTo>
                  <a:lnTo>
                    <a:pt x="1602444" y="254180"/>
                  </a:lnTo>
                  <a:lnTo>
                    <a:pt x="1607388" y="248185"/>
                  </a:lnTo>
                  <a:lnTo>
                    <a:pt x="1611609" y="243130"/>
                  </a:lnTo>
                  <a:lnTo>
                    <a:pt x="1620758" y="232078"/>
                  </a:lnTo>
                  <a:lnTo>
                    <a:pt x="1622548" y="229916"/>
                  </a:lnTo>
                  <a:lnTo>
                    <a:pt x="1629955" y="221027"/>
                  </a:lnTo>
                  <a:lnTo>
                    <a:pt x="1637708" y="211647"/>
                  </a:lnTo>
                  <a:lnTo>
                    <a:pt x="1639104" y="209975"/>
                  </a:lnTo>
                  <a:lnTo>
                    <a:pt x="1648302" y="198924"/>
                  </a:lnTo>
                  <a:lnTo>
                    <a:pt x="1652868" y="193378"/>
                  </a:lnTo>
                  <a:lnTo>
                    <a:pt x="1657467" y="187872"/>
                  </a:lnTo>
                  <a:lnTo>
                    <a:pt x="1666632" y="176821"/>
                  </a:lnTo>
                  <a:lnTo>
                    <a:pt x="1668044" y="175108"/>
                  </a:lnTo>
                  <a:lnTo>
                    <a:pt x="1675829" y="165771"/>
                  </a:lnTo>
                  <a:lnTo>
                    <a:pt x="1683204" y="156839"/>
                  </a:lnTo>
                  <a:lnTo>
                    <a:pt x="1684978" y="154719"/>
                  </a:lnTo>
                  <a:lnTo>
                    <a:pt x="1694160" y="143668"/>
                  </a:lnTo>
                  <a:lnTo>
                    <a:pt x="1698364" y="138570"/>
                  </a:lnTo>
                  <a:lnTo>
                    <a:pt x="1703341" y="132616"/>
                  </a:lnTo>
                  <a:lnTo>
                    <a:pt x="1712490" y="121565"/>
                  </a:lnTo>
                  <a:lnTo>
                    <a:pt x="1713524" y="120301"/>
                  </a:lnTo>
                  <a:lnTo>
                    <a:pt x="1721687" y="110513"/>
                  </a:lnTo>
                  <a:lnTo>
                    <a:pt x="1728701" y="102032"/>
                  </a:lnTo>
                  <a:lnTo>
                    <a:pt x="1730836" y="99463"/>
                  </a:lnTo>
                  <a:lnTo>
                    <a:pt x="1740017" y="88410"/>
                  </a:lnTo>
                  <a:lnTo>
                    <a:pt x="1743861" y="83764"/>
                  </a:lnTo>
                  <a:lnTo>
                    <a:pt x="1749199" y="77359"/>
                  </a:lnTo>
                  <a:lnTo>
                    <a:pt x="1758347" y="66308"/>
                  </a:lnTo>
                  <a:lnTo>
                    <a:pt x="1759021" y="65493"/>
                  </a:lnTo>
                  <a:lnTo>
                    <a:pt x="1767545" y="55257"/>
                  </a:lnTo>
                  <a:lnTo>
                    <a:pt x="1774181" y="47225"/>
                  </a:lnTo>
                  <a:lnTo>
                    <a:pt x="1776710" y="44205"/>
                  </a:lnTo>
                  <a:lnTo>
                    <a:pt x="1785892" y="33154"/>
                  </a:lnTo>
                  <a:lnTo>
                    <a:pt x="1789357" y="28956"/>
                  </a:lnTo>
                  <a:lnTo>
                    <a:pt x="1795073" y="22103"/>
                  </a:lnTo>
                  <a:lnTo>
                    <a:pt x="1804205" y="11051"/>
                  </a:lnTo>
                  <a:lnTo>
                    <a:pt x="1804517" y="10686"/>
                  </a:lnTo>
                  <a:lnTo>
                    <a:pt x="1813419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395">
              <a:extLst>
                <a:ext uri="{FF2B5EF4-FFF2-40B4-BE49-F238E27FC236}">
                  <a16:creationId xmlns:a16="http://schemas.microsoft.com/office/drawing/2014/main" id="{8BC85BBA-CF21-C9F9-087A-D22697587C9D}"/>
                </a:ext>
              </a:extLst>
            </p:cNvPr>
            <p:cNvSpPr/>
            <p:nvPr/>
          </p:nvSpPr>
          <p:spPr>
            <a:xfrm>
              <a:off x="8323233" y="4517017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9FCAA8C1-7119-0B11-47AC-F3D12E4157D8}"/>
              </a:ext>
            </a:extLst>
          </p:cNvPr>
          <p:cNvGrpSpPr/>
          <p:nvPr/>
        </p:nvGrpSpPr>
        <p:grpSpPr>
          <a:xfrm>
            <a:off x="5219176" y="2545736"/>
            <a:ext cx="3222315" cy="2153792"/>
            <a:chOff x="5219176" y="2545736"/>
            <a:chExt cx="3222315" cy="2153792"/>
          </a:xfrm>
        </p:grpSpPr>
        <p:sp>
          <p:nvSpPr>
            <p:cNvPr id="384" name="Freeform 383">
              <a:extLst>
                <a:ext uri="{FF2B5EF4-FFF2-40B4-BE49-F238E27FC236}">
                  <a16:creationId xmlns:a16="http://schemas.microsoft.com/office/drawing/2014/main" id="{4581BBEF-D181-784F-6B09-EF831D1A2F83}"/>
                </a:ext>
              </a:extLst>
            </p:cNvPr>
            <p:cNvSpPr/>
            <p:nvPr/>
          </p:nvSpPr>
          <p:spPr>
            <a:xfrm>
              <a:off x="5219176" y="2545736"/>
              <a:ext cx="971625" cy="2153792"/>
            </a:xfrm>
            <a:custGeom>
              <a:avLst/>
              <a:gdLst>
                <a:gd name="csX0" fmla="*/ 971626 w 971625"/>
                <a:gd name="csY0" fmla="*/ 0 h 2153792"/>
                <a:gd name="csX1" fmla="*/ 970494 w 971625"/>
                <a:gd name="csY1" fmla="*/ 2482 h 2153792"/>
                <a:gd name="csX2" fmla="*/ 966659 w 971625"/>
                <a:gd name="csY2" fmla="*/ 11051 h 2153792"/>
                <a:gd name="csX3" fmla="*/ 961681 w 971625"/>
                <a:gd name="csY3" fmla="*/ 22103 h 2153792"/>
                <a:gd name="csX4" fmla="*/ 956671 w 971625"/>
                <a:gd name="csY4" fmla="*/ 33154 h 2153792"/>
                <a:gd name="csX5" fmla="*/ 955331 w 971625"/>
                <a:gd name="csY5" fmla="*/ 36097 h 2153792"/>
                <a:gd name="csX6" fmla="*/ 951703 w 971625"/>
                <a:gd name="csY6" fmla="*/ 44205 h 2153792"/>
                <a:gd name="csX7" fmla="*/ 946726 w 971625"/>
                <a:gd name="csY7" fmla="*/ 55257 h 2153792"/>
                <a:gd name="csX8" fmla="*/ 941718 w 971625"/>
                <a:gd name="csY8" fmla="*/ 66308 h 2153792"/>
                <a:gd name="csX9" fmla="*/ 940166 w 971625"/>
                <a:gd name="csY9" fmla="*/ 69712 h 2153792"/>
                <a:gd name="csX10" fmla="*/ 936746 w 971625"/>
                <a:gd name="csY10" fmla="*/ 77359 h 2153792"/>
                <a:gd name="csX11" fmla="*/ 931771 w 971625"/>
                <a:gd name="csY11" fmla="*/ 88410 h 2153792"/>
                <a:gd name="csX12" fmla="*/ 926764 w 971625"/>
                <a:gd name="csY12" fmla="*/ 99463 h 2153792"/>
                <a:gd name="csX13" fmla="*/ 925003 w 971625"/>
                <a:gd name="csY13" fmla="*/ 103327 h 2153792"/>
                <a:gd name="csX14" fmla="*/ 921788 w 971625"/>
                <a:gd name="csY14" fmla="*/ 110513 h 2153792"/>
                <a:gd name="csX15" fmla="*/ 916817 w 971625"/>
                <a:gd name="csY15" fmla="*/ 121565 h 2153792"/>
                <a:gd name="csX16" fmla="*/ 911810 w 971625"/>
                <a:gd name="csY16" fmla="*/ 132616 h 2153792"/>
                <a:gd name="csX17" fmla="*/ 909839 w 971625"/>
                <a:gd name="csY17" fmla="*/ 136942 h 2153792"/>
                <a:gd name="csX18" fmla="*/ 906832 w 971625"/>
                <a:gd name="csY18" fmla="*/ 143668 h 2153792"/>
                <a:gd name="csX19" fmla="*/ 901862 w 971625"/>
                <a:gd name="csY19" fmla="*/ 154719 h 2153792"/>
                <a:gd name="csX20" fmla="*/ 896856 w 971625"/>
                <a:gd name="csY20" fmla="*/ 165771 h 2153792"/>
                <a:gd name="csX21" fmla="*/ 894675 w 971625"/>
                <a:gd name="csY21" fmla="*/ 170557 h 2153792"/>
                <a:gd name="csX22" fmla="*/ 891876 w 971625"/>
                <a:gd name="csY22" fmla="*/ 176821 h 2153792"/>
                <a:gd name="csX23" fmla="*/ 886906 w 971625"/>
                <a:gd name="csY23" fmla="*/ 187872 h 2153792"/>
                <a:gd name="csX24" fmla="*/ 881903 w 971625"/>
                <a:gd name="csY24" fmla="*/ 198924 h 2153792"/>
                <a:gd name="csX25" fmla="*/ 879511 w 971625"/>
                <a:gd name="csY25" fmla="*/ 204172 h 2153792"/>
                <a:gd name="csX26" fmla="*/ 876918 w 971625"/>
                <a:gd name="csY26" fmla="*/ 209975 h 2153792"/>
                <a:gd name="csX27" fmla="*/ 871951 w 971625"/>
                <a:gd name="csY27" fmla="*/ 221027 h 2153792"/>
                <a:gd name="csX28" fmla="*/ 866948 w 971625"/>
                <a:gd name="csY28" fmla="*/ 232078 h 2153792"/>
                <a:gd name="csX29" fmla="*/ 864346 w 971625"/>
                <a:gd name="csY29" fmla="*/ 237787 h 2153792"/>
                <a:gd name="csX30" fmla="*/ 861961 w 971625"/>
                <a:gd name="csY30" fmla="*/ 243130 h 2153792"/>
                <a:gd name="csX31" fmla="*/ 856996 w 971625"/>
                <a:gd name="csY31" fmla="*/ 254180 h 2153792"/>
                <a:gd name="csX32" fmla="*/ 851993 w 971625"/>
                <a:gd name="csY32" fmla="*/ 265232 h 2153792"/>
                <a:gd name="csX33" fmla="*/ 849183 w 971625"/>
                <a:gd name="csY33" fmla="*/ 271402 h 2153792"/>
                <a:gd name="csX34" fmla="*/ 847005 w 971625"/>
                <a:gd name="csY34" fmla="*/ 276283 h 2153792"/>
                <a:gd name="csX35" fmla="*/ 842040 w 971625"/>
                <a:gd name="csY35" fmla="*/ 287335 h 2153792"/>
                <a:gd name="csX36" fmla="*/ 837040 w 971625"/>
                <a:gd name="csY36" fmla="*/ 298386 h 2153792"/>
                <a:gd name="csX37" fmla="*/ 834020 w 971625"/>
                <a:gd name="csY37" fmla="*/ 305018 h 2153792"/>
                <a:gd name="csX38" fmla="*/ 832047 w 971625"/>
                <a:gd name="csY38" fmla="*/ 309438 h 2153792"/>
                <a:gd name="csX39" fmla="*/ 827085 w 971625"/>
                <a:gd name="csY39" fmla="*/ 320488 h 2153792"/>
                <a:gd name="csX40" fmla="*/ 822085 w 971625"/>
                <a:gd name="csY40" fmla="*/ 331541 h 2153792"/>
                <a:gd name="csX41" fmla="*/ 818855 w 971625"/>
                <a:gd name="csY41" fmla="*/ 338633 h 2153792"/>
                <a:gd name="csX42" fmla="*/ 817089 w 971625"/>
                <a:gd name="csY42" fmla="*/ 342591 h 2153792"/>
                <a:gd name="csX43" fmla="*/ 812130 w 971625"/>
                <a:gd name="csY43" fmla="*/ 353643 h 2153792"/>
                <a:gd name="csX44" fmla="*/ 807132 w 971625"/>
                <a:gd name="csY44" fmla="*/ 364694 h 2153792"/>
                <a:gd name="csX45" fmla="*/ 803691 w 971625"/>
                <a:gd name="csY45" fmla="*/ 372248 h 2153792"/>
                <a:gd name="csX46" fmla="*/ 802133 w 971625"/>
                <a:gd name="csY46" fmla="*/ 375746 h 2153792"/>
                <a:gd name="csX47" fmla="*/ 797174 w 971625"/>
                <a:gd name="csY47" fmla="*/ 386797 h 2153792"/>
                <a:gd name="csX48" fmla="*/ 792178 w 971625"/>
                <a:gd name="csY48" fmla="*/ 397849 h 2153792"/>
                <a:gd name="csX49" fmla="*/ 788526 w 971625"/>
                <a:gd name="csY49" fmla="*/ 405864 h 2153792"/>
                <a:gd name="csX50" fmla="*/ 787175 w 971625"/>
                <a:gd name="csY50" fmla="*/ 408899 h 2153792"/>
                <a:gd name="csX51" fmla="*/ 782219 w 971625"/>
                <a:gd name="csY51" fmla="*/ 419952 h 2153792"/>
                <a:gd name="csX52" fmla="*/ 777223 w 971625"/>
                <a:gd name="csY52" fmla="*/ 431002 h 2153792"/>
                <a:gd name="csX53" fmla="*/ 773363 w 971625"/>
                <a:gd name="csY53" fmla="*/ 439479 h 2153792"/>
                <a:gd name="csX54" fmla="*/ 772217 w 971625"/>
                <a:gd name="csY54" fmla="*/ 442053 h 2153792"/>
                <a:gd name="csX55" fmla="*/ 767263 w 971625"/>
                <a:gd name="csY55" fmla="*/ 453105 h 2153792"/>
                <a:gd name="csX56" fmla="*/ 762270 w 971625"/>
                <a:gd name="csY56" fmla="*/ 464156 h 2153792"/>
                <a:gd name="csX57" fmla="*/ 758200 w 971625"/>
                <a:gd name="csY57" fmla="*/ 473095 h 2153792"/>
                <a:gd name="csX58" fmla="*/ 757259 w 971625"/>
                <a:gd name="csY58" fmla="*/ 475208 h 2153792"/>
                <a:gd name="csX59" fmla="*/ 752308 w 971625"/>
                <a:gd name="csY59" fmla="*/ 486258 h 2153792"/>
                <a:gd name="csX60" fmla="*/ 747315 w 971625"/>
                <a:gd name="csY60" fmla="*/ 497310 h 2153792"/>
                <a:gd name="csX61" fmla="*/ 743035 w 971625"/>
                <a:gd name="csY61" fmla="*/ 506710 h 2153792"/>
                <a:gd name="csX62" fmla="*/ 742301 w 971625"/>
                <a:gd name="csY62" fmla="*/ 508361 h 2153792"/>
                <a:gd name="csX63" fmla="*/ 737352 w 971625"/>
                <a:gd name="csY63" fmla="*/ 519413 h 2153792"/>
                <a:gd name="csX64" fmla="*/ 732362 w 971625"/>
                <a:gd name="csY64" fmla="*/ 530464 h 2153792"/>
                <a:gd name="csX65" fmla="*/ 727872 w 971625"/>
                <a:gd name="csY65" fmla="*/ 540327 h 2153792"/>
                <a:gd name="csX66" fmla="*/ 727343 w 971625"/>
                <a:gd name="csY66" fmla="*/ 541516 h 2153792"/>
                <a:gd name="csX67" fmla="*/ 722396 w 971625"/>
                <a:gd name="csY67" fmla="*/ 552567 h 2153792"/>
                <a:gd name="csX68" fmla="*/ 717407 w 971625"/>
                <a:gd name="csY68" fmla="*/ 563619 h 2153792"/>
                <a:gd name="csX69" fmla="*/ 712707 w 971625"/>
                <a:gd name="csY69" fmla="*/ 573943 h 2153792"/>
                <a:gd name="csX70" fmla="*/ 712385 w 971625"/>
                <a:gd name="csY70" fmla="*/ 574669 h 2153792"/>
                <a:gd name="csX71" fmla="*/ 707441 w 971625"/>
                <a:gd name="csY71" fmla="*/ 585721 h 2153792"/>
                <a:gd name="csX72" fmla="*/ 702454 w 971625"/>
                <a:gd name="csY72" fmla="*/ 596772 h 2153792"/>
                <a:gd name="csX73" fmla="*/ 697543 w 971625"/>
                <a:gd name="csY73" fmla="*/ 607560 h 2153792"/>
                <a:gd name="csX74" fmla="*/ 697425 w 971625"/>
                <a:gd name="csY74" fmla="*/ 607824 h 2153792"/>
                <a:gd name="csX75" fmla="*/ 692485 w 971625"/>
                <a:gd name="csY75" fmla="*/ 618875 h 2153792"/>
                <a:gd name="csX76" fmla="*/ 687500 w 971625"/>
                <a:gd name="csY76" fmla="*/ 629927 h 2153792"/>
                <a:gd name="csX77" fmla="*/ 682469 w 971625"/>
                <a:gd name="csY77" fmla="*/ 640977 h 2153792"/>
                <a:gd name="csX78" fmla="*/ 682380 w 971625"/>
                <a:gd name="csY78" fmla="*/ 641175 h 2153792"/>
                <a:gd name="csX79" fmla="*/ 677528 w 971625"/>
                <a:gd name="csY79" fmla="*/ 652030 h 2153792"/>
                <a:gd name="csX80" fmla="*/ 672545 w 971625"/>
                <a:gd name="csY80" fmla="*/ 663080 h 2153792"/>
                <a:gd name="csX81" fmla="*/ 667517 w 971625"/>
                <a:gd name="csY81" fmla="*/ 674132 h 2153792"/>
                <a:gd name="csX82" fmla="*/ 667215 w 971625"/>
                <a:gd name="csY82" fmla="*/ 674789 h 2153792"/>
                <a:gd name="csX83" fmla="*/ 662573 w 971625"/>
                <a:gd name="csY83" fmla="*/ 685183 h 2153792"/>
                <a:gd name="csX84" fmla="*/ 657592 w 971625"/>
                <a:gd name="csY84" fmla="*/ 696234 h 2153792"/>
                <a:gd name="csX85" fmla="*/ 652564 w 971625"/>
                <a:gd name="csY85" fmla="*/ 707286 h 2153792"/>
                <a:gd name="csX86" fmla="*/ 652052 w 971625"/>
                <a:gd name="csY86" fmla="*/ 708403 h 2153792"/>
                <a:gd name="csX87" fmla="*/ 647617 w 971625"/>
                <a:gd name="csY87" fmla="*/ 718336 h 2153792"/>
                <a:gd name="csX88" fmla="*/ 642637 w 971625"/>
                <a:gd name="csY88" fmla="*/ 729388 h 2153792"/>
                <a:gd name="csX89" fmla="*/ 637611 w 971625"/>
                <a:gd name="csY89" fmla="*/ 740439 h 2153792"/>
                <a:gd name="csX90" fmla="*/ 636887 w 971625"/>
                <a:gd name="csY90" fmla="*/ 742017 h 2153792"/>
                <a:gd name="csX91" fmla="*/ 632661 w 971625"/>
                <a:gd name="csY91" fmla="*/ 751491 h 2153792"/>
                <a:gd name="csX92" fmla="*/ 627684 w 971625"/>
                <a:gd name="csY92" fmla="*/ 762542 h 2153792"/>
                <a:gd name="csX93" fmla="*/ 622658 w 971625"/>
                <a:gd name="csY93" fmla="*/ 773594 h 2153792"/>
                <a:gd name="csX94" fmla="*/ 621723 w 971625"/>
                <a:gd name="csY94" fmla="*/ 775632 h 2153792"/>
                <a:gd name="csX95" fmla="*/ 617704 w 971625"/>
                <a:gd name="csY95" fmla="*/ 784645 h 2153792"/>
                <a:gd name="csX96" fmla="*/ 612729 w 971625"/>
                <a:gd name="csY96" fmla="*/ 795697 h 2153792"/>
                <a:gd name="csX97" fmla="*/ 607705 w 971625"/>
                <a:gd name="csY97" fmla="*/ 806747 h 2153792"/>
                <a:gd name="csX98" fmla="*/ 606560 w 971625"/>
                <a:gd name="csY98" fmla="*/ 809245 h 2153792"/>
                <a:gd name="csX99" fmla="*/ 602748 w 971625"/>
                <a:gd name="csY99" fmla="*/ 817799 h 2153792"/>
                <a:gd name="csX100" fmla="*/ 597776 w 971625"/>
                <a:gd name="csY100" fmla="*/ 828850 h 2153792"/>
                <a:gd name="csX101" fmla="*/ 592752 w 971625"/>
                <a:gd name="csY101" fmla="*/ 839902 h 2153792"/>
                <a:gd name="csX102" fmla="*/ 591395 w 971625"/>
                <a:gd name="csY102" fmla="*/ 842860 h 2153792"/>
                <a:gd name="csX103" fmla="*/ 587792 w 971625"/>
                <a:gd name="csY103" fmla="*/ 850953 h 2153792"/>
                <a:gd name="csX104" fmla="*/ 582822 w 971625"/>
                <a:gd name="csY104" fmla="*/ 862005 h 2153792"/>
                <a:gd name="csX105" fmla="*/ 577799 w 971625"/>
                <a:gd name="csY105" fmla="*/ 873055 h 2153792"/>
                <a:gd name="csX106" fmla="*/ 576232 w 971625"/>
                <a:gd name="csY106" fmla="*/ 876475 h 2153792"/>
                <a:gd name="csX107" fmla="*/ 572835 w 971625"/>
                <a:gd name="csY107" fmla="*/ 884108 h 2153792"/>
                <a:gd name="csX108" fmla="*/ 567867 w 971625"/>
                <a:gd name="csY108" fmla="*/ 895158 h 2153792"/>
                <a:gd name="csX109" fmla="*/ 562846 w 971625"/>
                <a:gd name="csY109" fmla="*/ 906210 h 2153792"/>
                <a:gd name="csX110" fmla="*/ 561067 w 971625"/>
                <a:gd name="csY110" fmla="*/ 910090 h 2153792"/>
                <a:gd name="csX111" fmla="*/ 557877 w 971625"/>
                <a:gd name="csY111" fmla="*/ 917261 h 2153792"/>
                <a:gd name="csX112" fmla="*/ 552914 w 971625"/>
                <a:gd name="csY112" fmla="*/ 928313 h 2153792"/>
                <a:gd name="csX113" fmla="*/ 547894 w 971625"/>
                <a:gd name="csY113" fmla="*/ 939364 h 2153792"/>
                <a:gd name="csX114" fmla="*/ 545904 w 971625"/>
                <a:gd name="csY114" fmla="*/ 943705 h 2153792"/>
                <a:gd name="csX115" fmla="*/ 542921 w 971625"/>
                <a:gd name="csY115" fmla="*/ 950416 h 2153792"/>
                <a:gd name="csX116" fmla="*/ 537959 w 971625"/>
                <a:gd name="csY116" fmla="*/ 961466 h 2153792"/>
                <a:gd name="csX117" fmla="*/ 532941 w 971625"/>
                <a:gd name="csY117" fmla="*/ 972517 h 2153792"/>
                <a:gd name="csX118" fmla="*/ 530739 w 971625"/>
                <a:gd name="csY118" fmla="*/ 977320 h 2153792"/>
                <a:gd name="csX119" fmla="*/ 527965 w 971625"/>
                <a:gd name="csY119" fmla="*/ 983569 h 2153792"/>
                <a:gd name="csX120" fmla="*/ 523006 w 971625"/>
                <a:gd name="csY120" fmla="*/ 994620 h 2153792"/>
                <a:gd name="csX121" fmla="*/ 517988 w 971625"/>
                <a:gd name="csY121" fmla="*/ 1005672 h 2153792"/>
                <a:gd name="csX122" fmla="*/ 515575 w 971625"/>
                <a:gd name="csY122" fmla="*/ 1010934 h 2153792"/>
                <a:gd name="csX123" fmla="*/ 513007 w 971625"/>
                <a:gd name="csY123" fmla="*/ 1016722 h 2153792"/>
                <a:gd name="csX124" fmla="*/ 508051 w 971625"/>
                <a:gd name="csY124" fmla="*/ 1027775 h 2153792"/>
                <a:gd name="csX125" fmla="*/ 503037 w 971625"/>
                <a:gd name="csY125" fmla="*/ 1038825 h 2153792"/>
                <a:gd name="csX126" fmla="*/ 500412 w 971625"/>
                <a:gd name="csY126" fmla="*/ 1044549 h 2153792"/>
                <a:gd name="csX127" fmla="*/ 498049 w 971625"/>
                <a:gd name="csY127" fmla="*/ 1049877 h 2153792"/>
                <a:gd name="csX128" fmla="*/ 493098 w 971625"/>
                <a:gd name="csY128" fmla="*/ 1060928 h 2153792"/>
                <a:gd name="csX129" fmla="*/ 488084 w 971625"/>
                <a:gd name="csY129" fmla="*/ 1071980 h 2153792"/>
                <a:gd name="csX130" fmla="*/ 485247 w 971625"/>
                <a:gd name="csY130" fmla="*/ 1078164 h 2153792"/>
                <a:gd name="csX131" fmla="*/ 483092 w 971625"/>
                <a:gd name="csY131" fmla="*/ 1083031 h 2153792"/>
                <a:gd name="csX132" fmla="*/ 478143 w 971625"/>
                <a:gd name="csY132" fmla="*/ 1094083 h 2153792"/>
                <a:gd name="csX133" fmla="*/ 473132 w 971625"/>
                <a:gd name="csY133" fmla="*/ 1105133 h 2153792"/>
                <a:gd name="csX134" fmla="*/ 470084 w 971625"/>
                <a:gd name="csY134" fmla="*/ 1111779 h 2153792"/>
                <a:gd name="csX135" fmla="*/ 468134 w 971625"/>
                <a:gd name="csY135" fmla="*/ 1116186 h 2153792"/>
                <a:gd name="csX136" fmla="*/ 463189 w 971625"/>
                <a:gd name="csY136" fmla="*/ 1127236 h 2153792"/>
                <a:gd name="csX137" fmla="*/ 458181 w 971625"/>
                <a:gd name="csY137" fmla="*/ 1138288 h 2153792"/>
                <a:gd name="csX138" fmla="*/ 454919 w 971625"/>
                <a:gd name="csY138" fmla="*/ 1145394 h 2153792"/>
                <a:gd name="csX139" fmla="*/ 453176 w 971625"/>
                <a:gd name="csY139" fmla="*/ 1149339 h 2153792"/>
                <a:gd name="csX140" fmla="*/ 448236 w 971625"/>
                <a:gd name="csY140" fmla="*/ 1160391 h 2153792"/>
                <a:gd name="csX141" fmla="*/ 443228 w 971625"/>
                <a:gd name="csY141" fmla="*/ 1171442 h 2153792"/>
                <a:gd name="csX142" fmla="*/ 439756 w 971625"/>
                <a:gd name="csY142" fmla="*/ 1179010 h 2153792"/>
                <a:gd name="csX143" fmla="*/ 438218 w 971625"/>
                <a:gd name="csY143" fmla="*/ 1182494 h 2153792"/>
                <a:gd name="csX144" fmla="*/ 433281 w 971625"/>
                <a:gd name="csY144" fmla="*/ 1193544 h 2153792"/>
                <a:gd name="csX145" fmla="*/ 428276 w 971625"/>
                <a:gd name="csY145" fmla="*/ 1204597 h 2153792"/>
                <a:gd name="csX146" fmla="*/ 424592 w 971625"/>
                <a:gd name="csY146" fmla="*/ 1212625 h 2153792"/>
                <a:gd name="csX147" fmla="*/ 423259 w 971625"/>
                <a:gd name="csY147" fmla="*/ 1215647 h 2153792"/>
                <a:gd name="csX148" fmla="*/ 418328 w 971625"/>
                <a:gd name="csY148" fmla="*/ 1226698 h 2153792"/>
                <a:gd name="csX149" fmla="*/ 413325 w 971625"/>
                <a:gd name="csY149" fmla="*/ 1237750 h 2153792"/>
                <a:gd name="csX150" fmla="*/ 409427 w 971625"/>
                <a:gd name="csY150" fmla="*/ 1246241 h 2153792"/>
                <a:gd name="csX151" fmla="*/ 408301 w 971625"/>
                <a:gd name="csY151" fmla="*/ 1248801 h 2153792"/>
                <a:gd name="csX152" fmla="*/ 403373 w 971625"/>
                <a:gd name="csY152" fmla="*/ 1259853 h 2153792"/>
                <a:gd name="csX153" fmla="*/ 398373 w 971625"/>
                <a:gd name="csY153" fmla="*/ 1270903 h 2153792"/>
                <a:gd name="csX154" fmla="*/ 394264 w 971625"/>
                <a:gd name="csY154" fmla="*/ 1279858 h 2153792"/>
                <a:gd name="csX155" fmla="*/ 393341 w 971625"/>
                <a:gd name="csY155" fmla="*/ 1281955 h 2153792"/>
                <a:gd name="csX156" fmla="*/ 388420 w 971625"/>
                <a:gd name="csY156" fmla="*/ 1293006 h 2153792"/>
                <a:gd name="csX157" fmla="*/ 383422 w 971625"/>
                <a:gd name="csY157" fmla="*/ 1304058 h 2153792"/>
                <a:gd name="csX158" fmla="*/ 379099 w 971625"/>
                <a:gd name="csY158" fmla="*/ 1313474 h 2153792"/>
                <a:gd name="csX159" fmla="*/ 378381 w 971625"/>
                <a:gd name="csY159" fmla="*/ 1315109 h 2153792"/>
                <a:gd name="csX160" fmla="*/ 373465 w 971625"/>
                <a:gd name="csY160" fmla="*/ 1326161 h 2153792"/>
                <a:gd name="csX161" fmla="*/ 368471 w 971625"/>
                <a:gd name="csY161" fmla="*/ 1337212 h 2153792"/>
                <a:gd name="csX162" fmla="*/ 363936 w 971625"/>
                <a:gd name="csY162" fmla="*/ 1347091 h 2153792"/>
                <a:gd name="csX163" fmla="*/ 363422 w 971625"/>
                <a:gd name="csY163" fmla="*/ 1348264 h 2153792"/>
                <a:gd name="csX164" fmla="*/ 358512 w 971625"/>
                <a:gd name="csY164" fmla="*/ 1359314 h 2153792"/>
                <a:gd name="csX165" fmla="*/ 353521 w 971625"/>
                <a:gd name="csY165" fmla="*/ 1370366 h 2153792"/>
                <a:gd name="csX166" fmla="*/ 348772 w 971625"/>
                <a:gd name="csY166" fmla="*/ 1380707 h 2153792"/>
                <a:gd name="csX167" fmla="*/ 348460 w 971625"/>
                <a:gd name="csY167" fmla="*/ 1381417 h 2153792"/>
                <a:gd name="csX168" fmla="*/ 343558 w 971625"/>
                <a:gd name="csY168" fmla="*/ 1392469 h 2153792"/>
                <a:gd name="csX169" fmla="*/ 338569 w 971625"/>
                <a:gd name="csY169" fmla="*/ 1403520 h 2153792"/>
                <a:gd name="csX170" fmla="*/ 333608 w 971625"/>
                <a:gd name="csY170" fmla="*/ 1414324 h 2153792"/>
                <a:gd name="csX171" fmla="*/ 333501 w 971625"/>
                <a:gd name="csY171" fmla="*/ 1414572 h 2153792"/>
                <a:gd name="csX172" fmla="*/ 328605 w 971625"/>
                <a:gd name="csY172" fmla="*/ 1425622 h 2153792"/>
                <a:gd name="csX173" fmla="*/ 323620 w 971625"/>
                <a:gd name="csY173" fmla="*/ 1436675 h 2153792"/>
                <a:gd name="csX174" fmla="*/ 318544 w 971625"/>
                <a:gd name="csY174" fmla="*/ 1447725 h 2153792"/>
                <a:gd name="csX175" fmla="*/ 318444 w 971625"/>
                <a:gd name="csY175" fmla="*/ 1447940 h 2153792"/>
                <a:gd name="csX176" fmla="*/ 313650 w 971625"/>
                <a:gd name="csY176" fmla="*/ 1458777 h 2153792"/>
                <a:gd name="csX177" fmla="*/ 308670 w 971625"/>
                <a:gd name="csY177" fmla="*/ 1469828 h 2153792"/>
                <a:gd name="csX178" fmla="*/ 303595 w 971625"/>
                <a:gd name="csY178" fmla="*/ 1480878 h 2153792"/>
                <a:gd name="csX179" fmla="*/ 303279 w 971625"/>
                <a:gd name="csY179" fmla="*/ 1481552 h 2153792"/>
                <a:gd name="csX180" fmla="*/ 298697 w 971625"/>
                <a:gd name="csY180" fmla="*/ 1491931 h 2153792"/>
                <a:gd name="csX181" fmla="*/ 293720 w 971625"/>
                <a:gd name="csY181" fmla="*/ 1502981 h 2153792"/>
                <a:gd name="csX182" fmla="*/ 288645 w 971625"/>
                <a:gd name="csY182" fmla="*/ 1514033 h 2153792"/>
                <a:gd name="csX183" fmla="*/ 288116 w 971625"/>
                <a:gd name="csY183" fmla="*/ 1515165 h 2153792"/>
                <a:gd name="csX184" fmla="*/ 283742 w 971625"/>
                <a:gd name="csY184" fmla="*/ 1525084 h 2153792"/>
                <a:gd name="csX185" fmla="*/ 278772 w 971625"/>
                <a:gd name="csY185" fmla="*/ 1536136 h 2153792"/>
                <a:gd name="csX186" fmla="*/ 273695 w 971625"/>
                <a:gd name="csY186" fmla="*/ 1547187 h 2153792"/>
                <a:gd name="csX187" fmla="*/ 272953 w 971625"/>
                <a:gd name="csY187" fmla="*/ 1548778 h 2153792"/>
                <a:gd name="csX188" fmla="*/ 268787 w 971625"/>
                <a:gd name="csY188" fmla="*/ 1558239 h 2153792"/>
                <a:gd name="csX189" fmla="*/ 263822 w 971625"/>
                <a:gd name="csY189" fmla="*/ 1569286 h 2153792"/>
                <a:gd name="csX190" fmla="*/ 258747 w 971625"/>
                <a:gd name="csY190" fmla="*/ 1580340 h 2153792"/>
                <a:gd name="csX191" fmla="*/ 257788 w 971625"/>
                <a:gd name="csY191" fmla="*/ 1582393 h 2153792"/>
                <a:gd name="csX192" fmla="*/ 253834 w 971625"/>
                <a:gd name="csY192" fmla="*/ 1591394 h 2153792"/>
                <a:gd name="csX193" fmla="*/ 248874 w 971625"/>
                <a:gd name="csY193" fmla="*/ 1602448 h 2153792"/>
                <a:gd name="csX194" fmla="*/ 243799 w 971625"/>
                <a:gd name="csY194" fmla="*/ 1613501 h 2153792"/>
                <a:gd name="csX195" fmla="*/ 242624 w 971625"/>
                <a:gd name="csY195" fmla="*/ 1615998 h 2153792"/>
                <a:gd name="csX196" fmla="*/ 238881 w 971625"/>
                <a:gd name="csY196" fmla="*/ 1624539 h 2153792"/>
                <a:gd name="csX197" fmla="*/ 233928 w 971625"/>
                <a:gd name="csY197" fmla="*/ 1635593 h 2153792"/>
                <a:gd name="csX198" fmla="*/ 228852 w 971625"/>
                <a:gd name="csY198" fmla="*/ 1646647 h 2153792"/>
                <a:gd name="csX199" fmla="*/ 227459 w 971625"/>
                <a:gd name="csY199" fmla="*/ 1649619 h 2153792"/>
                <a:gd name="csX200" fmla="*/ 223927 w 971625"/>
                <a:gd name="csY200" fmla="*/ 1657700 h 2153792"/>
                <a:gd name="csX201" fmla="*/ 218981 w 971625"/>
                <a:gd name="csY201" fmla="*/ 1668754 h 2153792"/>
                <a:gd name="csX202" fmla="*/ 213906 w 971625"/>
                <a:gd name="csY202" fmla="*/ 1679808 h 2153792"/>
                <a:gd name="csX203" fmla="*/ 212296 w 971625"/>
                <a:gd name="csY203" fmla="*/ 1683225 h 2153792"/>
                <a:gd name="csX204" fmla="*/ 208973 w 971625"/>
                <a:gd name="csY204" fmla="*/ 1690862 h 2153792"/>
                <a:gd name="csX205" fmla="*/ 204036 w 971625"/>
                <a:gd name="csY205" fmla="*/ 1701899 h 2153792"/>
                <a:gd name="csX206" fmla="*/ 198961 w 971625"/>
                <a:gd name="csY206" fmla="*/ 1712953 h 2153792"/>
                <a:gd name="csX207" fmla="*/ 197133 w 971625"/>
                <a:gd name="csY207" fmla="*/ 1716846 h 2153792"/>
                <a:gd name="csX208" fmla="*/ 194019 w 971625"/>
                <a:gd name="csY208" fmla="*/ 1724007 h 2153792"/>
                <a:gd name="csX209" fmla="*/ 189091 w 971625"/>
                <a:gd name="csY209" fmla="*/ 1735061 h 2153792"/>
                <a:gd name="csX210" fmla="*/ 184016 w 971625"/>
                <a:gd name="csY210" fmla="*/ 1746115 h 2153792"/>
                <a:gd name="csX211" fmla="*/ 181968 w 971625"/>
                <a:gd name="csY211" fmla="*/ 1750451 h 2153792"/>
                <a:gd name="csX212" fmla="*/ 179066 w 971625"/>
                <a:gd name="csY212" fmla="*/ 1757168 h 2153792"/>
                <a:gd name="csX213" fmla="*/ 174148 w 971625"/>
                <a:gd name="csY213" fmla="*/ 1768206 h 2153792"/>
                <a:gd name="csX214" fmla="*/ 169073 w 971625"/>
                <a:gd name="csY214" fmla="*/ 1779260 h 2153792"/>
                <a:gd name="csX215" fmla="*/ 166805 w 971625"/>
                <a:gd name="csY215" fmla="*/ 1784072 h 2153792"/>
                <a:gd name="csX216" fmla="*/ 164111 w 971625"/>
                <a:gd name="csY216" fmla="*/ 1790314 h 2153792"/>
                <a:gd name="csX217" fmla="*/ 159207 w 971625"/>
                <a:gd name="csY217" fmla="*/ 1801367 h 2153792"/>
                <a:gd name="csX218" fmla="*/ 154133 w 971625"/>
                <a:gd name="csY218" fmla="*/ 1812421 h 2153792"/>
                <a:gd name="csX219" fmla="*/ 151640 w 971625"/>
                <a:gd name="csY219" fmla="*/ 1817677 h 2153792"/>
                <a:gd name="csX220" fmla="*/ 149158 w 971625"/>
                <a:gd name="csY220" fmla="*/ 1823475 h 2153792"/>
                <a:gd name="csX221" fmla="*/ 144268 w 971625"/>
                <a:gd name="csY221" fmla="*/ 1834529 h 2153792"/>
                <a:gd name="csX222" fmla="*/ 139195 w 971625"/>
                <a:gd name="csY222" fmla="*/ 1845566 h 2153792"/>
                <a:gd name="csX223" fmla="*/ 136476 w 971625"/>
                <a:gd name="csY223" fmla="*/ 1851299 h 2153792"/>
                <a:gd name="csX224" fmla="*/ 134205 w 971625"/>
                <a:gd name="csY224" fmla="*/ 1856620 h 2153792"/>
                <a:gd name="csX225" fmla="*/ 129332 w 971625"/>
                <a:gd name="csY225" fmla="*/ 1867674 h 2153792"/>
                <a:gd name="csX226" fmla="*/ 124260 w 971625"/>
                <a:gd name="csY226" fmla="*/ 1878728 h 2153792"/>
                <a:gd name="csX227" fmla="*/ 121313 w 971625"/>
                <a:gd name="csY227" fmla="*/ 1884904 h 2153792"/>
                <a:gd name="csX228" fmla="*/ 119250 w 971625"/>
                <a:gd name="csY228" fmla="*/ 1889782 h 2153792"/>
                <a:gd name="csX229" fmla="*/ 114400 w 971625"/>
                <a:gd name="csY229" fmla="*/ 1900836 h 2153792"/>
                <a:gd name="csX230" fmla="*/ 109328 w 971625"/>
                <a:gd name="csY230" fmla="*/ 1911889 h 2153792"/>
                <a:gd name="csX231" fmla="*/ 106148 w 971625"/>
                <a:gd name="csY231" fmla="*/ 1918525 h 2153792"/>
                <a:gd name="csX232" fmla="*/ 104297 w 971625"/>
                <a:gd name="csY232" fmla="*/ 1922927 h 2153792"/>
                <a:gd name="csX233" fmla="*/ 99471 w 971625"/>
                <a:gd name="csY233" fmla="*/ 1933981 h 2153792"/>
                <a:gd name="csX234" fmla="*/ 94401 w 971625"/>
                <a:gd name="csY234" fmla="*/ 1945034 h 2153792"/>
                <a:gd name="csX235" fmla="*/ 90985 w 971625"/>
                <a:gd name="csY235" fmla="*/ 1952130 h 2153792"/>
                <a:gd name="csX236" fmla="*/ 89344 w 971625"/>
                <a:gd name="csY236" fmla="*/ 1956088 h 2153792"/>
                <a:gd name="csX237" fmla="*/ 84551 w 971625"/>
                <a:gd name="csY237" fmla="*/ 1967142 h 2153792"/>
                <a:gd name="csX238" fmla="*/ 79484 w 971625"/>
                <a:gd name="csY238" fmla="*/ 1978196 h 2153792"/>
                <a:gd name="csX239" fmla="*/ 75820 w 971625"/>
                <a:gd name="csY239" fmla="*/ 1985751 h 2153792"/>
                <a:gd name="csX240" fmla="*/ 74391 w 971625"/>
                <a:gd name="csY240" fmla="*/ 1989233 h 2153792"/>
                <a:gd name="csX241" fmla="*/ 69641 w 971625"/>
                <a:gd name="csY241" fmla="*/ 2000287 h 2153792"/>
                <a:gd name="csX242" fmla="*/ 64577 w 971625"/>
                <a:gd name="csY242" fmla="*/ 2011341 h 2153792"/>
                <a:gd name="csX243" fmla="*/ 60657 w 971625"/>
                <a:gd name="csY243" fmla="*/ 2019356 h 2153792"/>
                <a:gd name="csX244" fmla="*/ 59439 w 971625"/>
                <a:gd name="csY244" fmla="*/ 2022395 h 2153792"/>
                <a:gd name="csX245" fmla="*/ 54745 w 971625"/>
                <a:gd name="csY245" fmla="*/ 2033449 h 2153792"/>
                <a:gd name="csX246" fmla="*/ 49688 w 971625"/>
                <a:gd name="csY246" fmla="*/ 2044503 h 2153792"/>
                <a:gd name="csX247" fmla="*/ 45493 w 971625"/>
                <a:gd name="csY247" fmla="*/ 2052961 h 2153792"/>
                <a:gd name="csX248" fmla="*/ 44486 w 971625"/>
                <a:gd name="csY248" fmla="*/ 2055556 h 2153792"/>
                <a:gd name="csX249" fmla="*/ 39874 w 971625"/>
                <a:gd name="csY249" fmla="*/ 2066594 h 2153792"/>
                <a:gd name="csX250" fmla="*/ 34829 w 971625"/>
                <a:gd name="csY250" fmla="*/ 2077648 h 2153792"/>
                <a:gd name="csX251" fmla="*/ 30328 w 971625"/>
                <a:gd name="csY251" fmla="*/ 2086583 h 2153792"/>
                <a:gd name="csX252" fmla="*/ 29537 w 971625"/>
                <a:gd name="csY252" fmla="*/ 2088702 h 2153792"/>
                <a:gd name="csX253" fmla="*/ 25051 w 971625"/>
                <a:gd name="csY253" fmla="*/ 2099755 h 2153792"/>
                <a:gd name="csX254" fmla="*/ 20027 w 971625"/>
                <a:gd name="csY254" fmla="*/ 2110809 h 2153792"/>
                <a:gd name="csX255" fmla="*/ 15165 w 971625"/>
                <a:gd name="csY255" fmla="*/ 2120188 h 2153792"/>
                <a:gd name="csX256" fmla="*/ 14588 w 971625"/>
                <a:gd name="csY256" fmla="*/ 2121863 h 2153792"/>
                <a:gd name="csX257" fmla="*/ 10325 w 971625"/>
                <a:gd name="csY257" fmla="*/ 2132900 h 2153792"/>
                <a:gd name="csX258" fmla="*/ 5358 w 971625"/>
                <a:gd name="csY258" fmla="*/ 2143954 h 2153792"/>
                <a:gd name="csX259" fmla="*/ 0 w 971625"/>
                <a:gd name="csY259" fmla="*/ 2153793 h 2153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</a:cxnLst>
              <a:rect l="l" t="t" r="r" b="b"/>
              <a:pathLst>
                <a:path w="971625" h="2153792">
                  <a:moveTo>
                    <a:pt x="971626" y="0"/>
                  </a:moveTo>
                  <a:lnTo>
                    <a:pt x="970494" y="2482"/>
                  </a:lnTo>
                  <a:lnTo>
                    <a:pt x="966659" y="11051"/>
                  </a:lnTo>
                  <a:lnTo>
                    <a:pt x="961681" y="22103"/>
                  </a:lnTo>
                  <a:lnTo>
                    <a:pt x="956671" y="33154"/>
                  </a:lnTo>
                  <a:lnTo>
                    <a:pt x="955331" y="36097"/>
                  </a:lnTo>
                  <a:lnTo>
                    <a:pt x="951703" y="44205"/>
                  </a:lnTo>
                  <a:lnTo>
                    <a:pt x="946726" y="55257"/>
                  </a:lnTo>
                  <a:lnTo>
                    <a:pt x="941718" y="66308"/>
                  </a:lnTo>
                  <a:lnTo>
                    <a:pt x="940166" y="69712"/>
                  </a:lnTo>
                  <a:lnTo>
                    <a:pt x="936746" y="77359"/>
                  </a:lnTo>
                  <a:lnTo>
                    <a:pt x="931771" y="88410"/>
                  </a:lnTo>
                  <a:lnTo>
                    <a:pt x="926764" y="99463"/>
                  </a:lnTo>
                  <a:lnTo>
                    <a:pt x="925003" y="103327"/>
                  </a:lnTo>
                  <a:lnTo>
                    <a:pt x="921788" y="110513"/>
                  </a:lnTo>
                  <a:lnTo>
                    <a:pt x="916817" y="121565"/>
                  </a:lnTo>
                  <a:lnTo>
                    <a:pt x="911810" y="132616"/>
                  </a:lnTo>
                  <a:lnTo>
                    <a:pt x="909839" y="136942"/>
                  </a:lnTo>
                  <a:lnTo>
                    <a:pt x="906832" y="143668"/>
                  </a:lnTo>
                  <a:lnTo>
                    <a:pt x="901862" y="154719"/>
                  </a:lnTo>
                  <a:lnTo>
                    <a:pt x="896856" y="165771"/>
                  </a:lnTo>
                  <a:lnTo>
                    <a:pt x="894675" y="170557"/>
                  </a:lnTo>
                  <a:lnTo>
                    <a:pt x="891876" y="176821"/>
                  </a:lnTo>
                  <a:lnTo>
                    <a:pt x="886906" y="187872"/>
                  </a:lnTo>
                  <a:lnTo>
                    <a:pt x="881903" y="198924"/>
                  </a:lnTo>
                  <a:lnTo>
                    <a:pt x="879511" y="204172"/>
                  </a:lnTo>
                  <a:lnTo>
                    <a:pt x="876918" y="209975"/>
                  </a:lnTo>
                  <a:lnTo>
                    <a:pt x="871951" y="221027"/>
                  </a:lnTo>
                  <a:lnTo>
                    <a:pt x="866948" y="232078"/>
                  </a:lnTo>
                  <a:lnTo>
                    <a:pt x="864346" y="237787"/>
                  </a:lnTo>
                  <a:lnTo>
                    <a:pt x="861961" y="243130"/>
                  </a:lnTo>
                  <a:lnTo>
                    <a:pt x="856996" y="254180"/>
                  </a:lnTo>
                  <a:lnTo>
                    <a:pt x="851993" y="265232"/>
                  </a:lnTo>
                  <a:lnTo>
                    <a:pt x="849183" y="271402"/>
                  </a:lnTo>
                  <a:lnTo>
                    <a:pt x="847005" y="276283"/>
                  </a:lnTo>
                  <a:lnTo>
                    <a:pt x="842040" y="287335"/>
                  </a:lnTo>
                  <a:lnTo>
                    <a:pt x="837040" y="298386"/>
                  </a:lnTo>
                  <a:lnTo>
                    <a:pt x="834020" y="305018"/>
                  </a:lnTo>
                  <a:lnTo>
                    <a:pt x="832047" y="309438"/>
                  </a:lnTo>
                  <a:lnTo>
                    <a:pt x="827085" y="320488"/>
                  </a:lnTo>
                  <a:lnTo>
                    <a:pt x="822085" y="331541"/>
                  </a:lnTo>
                  <a:lnTo>
                    <a:pt x="818855" y="338633"/>
                  </a:lnTo>
                  <a:lnTo>
                    <a:pt x="817089" y="342591"/>
                  </a:lnTo>
                  <a:lnTo>
                    <a:pt x="812130" y="353643"/>
                  </a:lnTo>
                  <a:lnTo>
                    <a:pt x="807132" y="364694"/>
                  </a:lnTo>
                  <a:lnTo>
                    <a:pt x="803691" y="372248"/>
                  </a:lnTo>
                  <a:lnTo>
                    <a:pt x="802133" y="375746"/>
                  </a:lnTo>
                  <a:lnTo>
                    <a:pt x="797174" y="386797"/>
                  </a:lnTo>
                  <a:lnTo>
                    <a:pt x="792178" y="397849"/>
                  </a:lnTo>
                  <a:lnTo>
                    <a:pt x="788526" y="405864"/>
                  </a:lnTo>
                  <a:lnTo>
                    <a:pt x="787175" y="408899"/>
                  </a:lnTo>
                  <a:lnTo>
                    <a:pt x="782219" y="419952"/>
                  </a:lnTo>
                  <a:lnTo>
                    <a:pt x="777223" y="431002"/>
                  </a:lnTo>
                  <a:lnTo>
                    <a:pt x="773363" y="439479"/>
                  </a:lnTo>
                  <a:lnTo>
                    <a:pt x="772217" y="442053"/>
                  </a:lnTo>
                  <a:lnTo>
                    <a:pt x="767263" y="453105"/>
                  </a:lnTo>
                  <a:lnTo>
                    <a:pt x="762270" y="464156"/>
                  </a:lnTo>
                  <a:lnTo>
                    <a:pt x="758200" y="473095"/>
                  </a:lnTo>
                  <a:lnTo>
                    <a:pt x="757259" y="475208"/>
                  </a:lnTo>
                  <a:lnTo>
                    <a:pt x="752308" y="486258"/>
                  </a:lnTo>
                  <a:lnTo>
                    <a:pt x="747315" y="497310"/>
                  </a:lnTo>
                  <a:lnTo>
                    <a:pt x="743035" y="506710"/>
                  </a:lnTo>
                  <a:lnTo>
                    <a:pt x="742301" y="508361"/>
                  </a:lnTo>
                  <a:lnTo>
                    <a:pt x="737352" y="519413"/>
                  </a:lnTo>
                  <a:lnTo>
                    <a:pt x="732362" y="530464"/>
                  </a:lnTo>
                  <a:lnTo>
                    <a:pt x="727872" y="540327"/>
                  </a:lnTo>
                  <a:lnTo>
                    <a:pt x="727343" y="541516"/>
                  </a:lnTo>
                  <a:lnTo>
                    <a:pt x="722396" y="552567"/>
                  </a:lnTo>
                  <a:lnTo>
                    <a:pt x="717407" y="563619"/>
                  </a:lnTo>
                  <a:lnTo>
                    <a:pt x="712707" y="573943"/>
                  </a:lnTo>
                  <a:lnTo>
                    <a:pt x="712385" y="574669"/>
                  </a:lnTo>
                  <a:lnTo>
                    <a:pt x="707441" y="585721"/>
                  </a:lnTo>
                  <a:lnTo>
                    <a:pt x="702454" y="596772"/>
                  </a:lnTo>
                  <a:lnTo>
                    <a:pt x="697543" y="607560"/>
                  </a:lnTo>
                  <a:lnTo>
                    <a:pt x="697425" y="607824"/>
                  </a:lnTo>
                  <a:lnTo>
                    <a:pt x="692485" y="618875"/>
                  </a:lnTo>
                  <a:lnTo>
                    <a:pt x="687500" y="629927"/>
                  </a:lnTo>
                  <a:lnTo>
                    <a:pt x="682469" y="640977"/>
                  </a:lnTo>
                  <a:lnTo>
                    <a:pt x="682380" y="641175"/>
                  </a:lnTo>
                  <a:lnTo>
                    <a:pt x="677528" y="652030"/>
                  </a:lnTo>
                  <a:lnTo>
                    <a:pt x="672545" y="663080"/>
                  </a:lnTo>
                  <a:lnTo>
                    <a:pt x="667517" y="674132"/>
                  </a:lnTo>
                  <a:lnTo>
                    <a:pt x="667215" y="674789"/>
                  </a:lnTo>
                  <a:lnTo>
                    <a:pt x="662573" y="685183"/>
                  </a:lnTo>
                  <a:lnTo>
                    <a:pt x="657592" y="696234"/>
                  </a:lnTo>
                  <a:lnTo>
                    <a:pt x="652564" y="707286"/>
                  </a:lnTo>
                  <a:lnTo>
                    <a:pt x="652052" y="708403"/>
                  </a:lnTo>
                  <a:lnTo>
                    <a:pt x="647617" y="718336"/>
                  </a:lnTo>
                  <a:lnTo>
                    <a:pt x="642637" y="729388"/>
                  </a:lnTo>
                  <a:lnTo>
                    <a:pt x="637611" y="740439"/>
                  </a:lnTo>
                  <a:lnTo>
                    <a:pt x="636887" y="742017"/>
                  </a:lnTo>
                  <a:lnTo>
                    <a:pt x="632661" y="751491"/>
                  </a:lnTo>
                  <a:lnTo>
                    <a:pt x="627684" y="762542"/>
                  </a:lnTo>
                  <a:lnTo>
                    <a:pt x="622658" y="773594"/>
                  </a:lnTo>
                  <a:lnTo>
                    <a:pt x="621723" y="775632"/>
                  </a:lnTo>
                  <a:lnTo>
                    <a:pt x="617704" y="784645"/>
                  </a:lnTo>
                  <a:lnTo>
                    <a:pt x="612729" y="795697"/>
                  </a:lnTo>
                  <a:lnTo>
                    <a:pt x="607705" y="806747"/>
                  </a:lnTo>
                  <a:lnTo>
                    <a:pt x="606560" y="809245"/>
                  </a:lnTo>
                  <a:lnTo>
                    <a:pt x="602748" y="817799"/>
                  </a:lnTo>
                  <a:lnTo>
                    <a:pt x="597776" y="828850"/>
                  </a:lnTo>
                  <a:lnTo>
                    <a:pt x="592752" y="839902"/>
                  </a:lnTo>
                  <a:lnTo>
                    <a:pt x="591395" y="842860"/>
                  </a:lnTo>
                  <a:lnTo>
                    <a:pt x="587792" y="850953"/>
                  </a:lnTo>
                  <a:lnTo>
                    <a:pt x="582822" y="862005"/>
                  </a:lnTo>
                  <a:lnTo>
                    <a:pt x="577799" y="873055"/>
                  </a:lnTo>
                  <a:lnTo>
                    <a:pt x="576232" y="876475"/>
                  </a:lnTo>
                  <a:lnTo>
                    <a:pt x="572835" y="884108"/>
                  </a:lnTo>
                  <a:lnTo>
                    <a:pt x="567867" y="895158"/>
                  </a:lnTo>
                  <a:lnTo>
                    <a:pt x="562846" y="906210"/>
                  </a:lnTo>
                  <a:lnTo>
                    <a:pt x="561067" y="910090"/>
                  </a:lnTo>
                  <a:lnTo>
                    <a:pt x="557877" y="917261"/>
                  </a:lnTo>
                  <a:lnTo>
                    <a:pt x="552914" y="928313"/>
                  </a:lnTo>
                  <a:lnTo>
                    <a:pt x="547894" y="939364"/>
                  </a:lnTo>
                  <a:lnTo>
                    <a:pt x="545904" y="943705"/>
                  </a:lnTo>
                  <a:lnTo>
                    <a:pt x="542921" y="950416"/>
                  </a:lnTo>
                  <a:lnTo>
                    <a:pt x="537959" y="961466"/>
                  </a:lnTo>
                  <a:lnTo>
                    <a:pt x="532941" y="972517"/>
                  </a:lnTo>
                  <a:lnTo>
                    <a:pt x="530739" y="977320"/>
                  </a:lnTo>
                  <a:lnTo>
                    <a:pt x="527965" y="983569"/>
                  </a:lnTo>
                  <a:lnTo>
                    <a:pt x="523006" y="994620"/>
                  </a:lnTo>
                  <a:lnTo>
                    <a:pt x="517988" y="1005672"/>
                  </a:lnTo>
                  <a:lnTo>
                    <a:pt x="515575" y="1010934"/>
                  </a:lnTo>
                  <a:lnTo>
                    <a:pt x="513007" y="1016722"/>
                  </a:lnTo>
                  <a:lnTo>
                    <a:pt x="508051" y="1027775"/>
                  </a:lnTo>
                  <a:lnTo>
                    <a:pt x="503037" y="1038825"/>
                  </a:lnTo>
                  <a:lnTo>
                    <a:pt x="500412" y="1044549"/>
                  </a:lnTo>
                  <a:lnTo>
                    <a:pt x="498049" y="1049877"/>
                  </a:lnTo>
                  <a:lnTo>
                    <a:pt x="493098" y="1060928"/>
                  </a:lnTo>
                  <a:lnTo>
                    <a:pt x="488084" y="1071980"/>
                  </a:lnTo>
                  <a:lnTo>
                    <a:pt x="485247" y="1078164"/>
                  </a:lnTo>
                  <a:lnTo>
                    <a:pt x="483092" y="1083031"/>
                  </a:lnTo>
                  <a:lnTo>
                    <a:pt x="478143" y="1094083"/>
                  </a:lnTo>
                  <a:lnTo>
                    <a:pt x="473132" y="1105133"/>
                  </a:lnTo>
                  <a:lnTo>
                    <a:pt x="470084" y="1111779"/>
                  </a:lnTo>
                  <a:lnTo>
                    <a:pt x="468134" y="1116186"/>
                  </a:lnTo>
                  <a:lnTo>
                    <a:pt x="463189" y="1127236"/>
                  </a:lnTo>
                  <a:lnTo>
                    <a:pt x="458181" y="1138288"/>
                  </a:lnTo>
                  <a:lnTo>
                    <a:pt x="454919" y="1145394"/>
                  </a:lnTo>
                  <a:lnTo>
                    <a:pt x="453176" y="1149339"/>
                  </a:lnTo>
                  <a:lnTo>
                    <a:pt x="448236" y="1160391"/>
                  </a:lnTo>
                  <a:lnTo>
                    <a:pt x="443228" y="1171442"/>
                  </a:lnTo>
                  <a:lnTo>
                    <a:pt x="439756" y="1179010"/>
                  </a:lnTo>
                  <a:lnTo>
                    <a:pt x="438218" y="1182494"/>
                  </a:lnTo>
                  <a:lnTo>
                    <a:pt x="433281" y="1193544"/>
                  </a:lnTo>
                  <a:lnTo>
                    <a:pt x="428276" y="1204597"/>
                  </a:lnTo>
                  <a:lnTo>
                    <a:pt x="424592" y="1212625"/>
                  </a:lnTo>
                  <a:lnTo>
                    <a:pt x="423259" y="1215647"/>
                  </a:lnTo>
                  <a:lnTo>
                    <a:pt x="418328" y="1226698"/>
                  </a:lnTo>
                  <a:lnTo>
                    <a:pt x="413325" y="1237750"/>
                  </a:lnTo>
                  <a:lnTo>
                    <a:pt x="409427" y="1246241"/>
                  </a:lnTo>
                  <a:lnTo>
                    <a:pt x="408301" y="1248801"/>
                  </a:lnTo>
                  <a:lnTo>
                    <a:pt x="403373" y="1259853"/>
                  </a:lnTo>
                  <a:lnTo>
                    <a:pt x="398373" y="1270903"/>
                  </a:lnTo>
                  <a:lnTo>
                    <a:pt x="394264" y="1279858"/>
                  </a:lnTo>
                  <a:lnTo>
                    <a:pt x="393341" y="1281955"/>
                  </a:lnTo>
                  <a:lnTo>
                    <a:pt x="388420" y="1293006"/>
                  </a:lnTo>
                  <a:lnTo>
                    <a:pt x="383422" y="1304058"/>
                  </a:lnTo>
                  <a:lnTo>
                    <a:pt x="379099" y="1313474"/>
                  </a:lnTo>
                  <a:lnTo>
                    <a:pt x="378381" y="1315109"/>
                  </a:lnTo>
                  <a:lnTo>
                    <a:pt x="373465" y="1326161"/>
                  </a:lnTo>
                  <a:lnTo>
                    <a:pt x="368471" y="1337212"/>
                  </a:lnTo>
                  <a:lnTo>
                    <a:pt x="363936" y="1347091"/>
                  </a:lnTo>
                  <a:lnTo>
                    <a:pt x="363422" y="1348264"/>
                  </a:lnTo>
                  <a:lnTo>
                    <a:pt x="358512" y="1359314"/>
                  </a:lnTo>
                  <a:lnTo>
                    <a:pt x="353521" y="1370366"/>
                  </a:lnTo>
                  <a:lnTo>
                    <a:pt x="348772" y="1380707"/>
                  </a:lnTo>
                  <a:lnTo>
                    <a:pt x="348460" y="1381417"/>
                  </a:lnTo>
                  <a:lnTo>
                    <a:pt x="343558" y="1392469"/>
                  </a:lnTo>
                  <a:lnTo>
                    <a:pt x="338569" y="1403520"/>
                  </a:lnTo>
                  <a:lnTo>
                    <a:pt x="333608" y="1414324"/>
                  </a:lnTo>
                  <a:lnTo>
                    <a:pt x="333501" y="1414572"/>
                  </a:lnTo>
                  <a:lnTo>
                    <a:pt x="328605" y="1425622"/>
                  </a:lnTo>
                  <a:lnTo>
                    <a:pt x="323620" y="1436675"/>
                  </a:lnTo>
                  <a:lnTo>
                    <a:pt x="318544" y="1447725"/>
                  </a:lnTo>
                  <a:lnTo>
                    <a:pt x="318444" y="1447940"/>
                  </a:lnTo>
                  <a:lnTo>
                    <a:pt x="313650" y="1458777"/>
                  </a:lnTo>
                  <a:lnTo>
                    <a:pt x="308670" y="1469828"/>
                  </a:lnTo>
                  <a:lnTo>
                    <a:pt x="303595" y="1480878"/>
                  </a:lnTo>
                  <a:lnTo>
                    <a:pt x="303279" y="1481552"/>
                  </a:lnTo>
                  <a:lnTo>
                    <a:pt x="298697" y="1491931"/>
                  </a:lnTo>
                  <a:lnTo>
                    <a:pt x="293720" y="1502981"/>
                  </a:lnTo>
                  <a:lnTo>
                    <a:pt x="288645" y="1514033"/>
                  </a:lnTo>
                  <a:lnTo>
                    <a:pt x="288116" y="1515165"/>
                  </a:lnTo>
                  <a:lnTo>
                    <a:pt x="283742" y="1525084"/>
                  </a:lnTo>
                  <a:lnTo>
                    <a:pt x="278772" y="1536136"/>
                  </a:lnTo>
                  <a:lnTo>
                    <a:pt x="273695" y="1547187"/>
                  </a:lnTo>
                  <a:lnTo>
                    <a:pt x="272953" y="1548778"/>
                  </a:lnTo>
                  <a:lnTo>
                    <a:pt x="268787" y="1558239"/>
                  </a:lnTo>
                  <a:lnTo>
                    <a:pt x="263822" y="1569286"/>
                  </a:lnTo>
                  <a:lnTo>
                    <a:pt x="258747" y="1580340"/>
                  </a:lnTo>
                  <a:lnTo>
                    <a:pt x="257788" y="1582393"/>
                  </a:lnTo>
                  <a:lnTo>
                    <a:pt x="253834" y="1591394"/>
                  </a:lnTo>
                  <a:lnTo>
                    <a:pt x="248874" y="1602448"/>
                  </a:lnTo>
                  <a:lnTo>
                    <a:pt x="243799" y="1613501"/>
                  </a:lnTo>
                  <a:lnTo>
                    <a:pt x="242624" y="1615998"/>
                  </a:lnTo>
                  <a:lnTo>
                    <a:pt x="238881" y="1624539"/>
                  </a:lnTo>
                  <a:lnTo>
                    <a:pt x="233928" y="1635593"/>
                  </a:lnTo>
                  <a:lnTo>
                    <a:pt x="228852" y="1646647"/>
                  </a:lnTo>
                  <a:lnTo>
                    <a:pt x="227459" y="1649619"/>
                  </a:lnTo>
                  <a:lnTo>
                    <a:pt x="223927" y="1657700"/>
                  </a:lnTo>
                  <a:lnTo>
                    <a:pt x="218981" y="1668754"/>
                  </a:lnTo>
                  <a:lnTo>
                    <a:pt x="213906" y="1679808"/>
                  </a:lnTo>
                  <a:lnTo>
                    <a:pt x="212296" y="1683225"/>
                  </a:lnTo>
                  <a:lnTo>
                    <a:pt x="208973" y="1690862"/>
                  </a:lnTo>
                  <a:lnTo>
                    <a:pt x="204036" y="1701899"/>
                  </a:lnTo>
                  <a:lnTo>
                    <a:pt x="198961" y="1712953"/>
                  </a:lnTo>
                  <a:lnTo>
                    <a:pt x="197133" y="1716846"/>
                  </a:lnTo>
                  <a:lnTo>
                    <a:pt x="194019" y="1724007"/>
                  </a:lnTo>
                  <a:lnTo>
                    <a:pt x="189091" y="1735061"/>
                  </a:lnTo>
                  <a:lnTo>
                    <a:pt x="184016" y="1746115"/>
                  </a:lnTo>
                  <a:lnTo>
                    <a:pt x="181968" y="1750451"/>
                  </a:lnTo>
                  <a:lnTo>
                    <a:pt x="179066" y="1757168"/>
                  </a:lnTo>
                  <a:lnTo>
                    <a:pt x="174148" y="1768206"/>
                  </a:lnTo>
                  <a:lnTo>
                    <a:pt x="169073" y="1779260"/>
                  </a:lnTo>
                  <a:lnTo>
                    <a:pt x="166805" y="1784072"/>
                  </a:lnTo>
                  <a:lnTo>
                    <a:pt x="164111" y="1790314"/>
                  </a:lnTo>
                  <a:lnTo>
                    <a:pt x="159207" y="1801367"/>
                  </a:lnTo>
                  <a:lnTo>
                    <a:pt x="154133" y="1812421"/>
                  </a:lnTo>
                  <a:lnTo>
                    <a:pt x="151640" y="1817677"/>
                  </a:lnTo>
                  <a:lnTo>
                    <a:pt x="149158" y="1823475"/>
                  </a:lnTo>
                  <a:lnTo>
                    <a:pt x="144268" y="1834529"/>
                  </a:lnTo>
                  <a:lnTo>
                    <a:pt x="139195" y="1845566"/>
                  </a:lnTo>
                  <a:lnTo>
                    <a:pt x="136476" y="1851299"/>
                  </a:lnTo>
                  <a:lnTo>
                    <a:pt x="134205" y="1856620"/>
                  </a:lnTo>
                  <a:lnTo>
                    <a:pt x="129332" y="1867674"/>
                  </a:lnTo>
                  <a:lnTo>
                    <a:pt x="124260" y="1878728"/>
                  </a:lnTo>
                  <a:lnTo>
                    <a:pt x="121313" y="1884904"/>
                  </a:lnTo>
                  <a:lnTo>
                    <a:pt x="119250" y="1889782"/>
                  </a:lnTo>
                  <a:lnTo>
                    <a:pt x="114400" y="1900836"/>
                  </a:lnTo>
                  <a:lnTo>
                    <a:pt x="109328" y="1911889"/>
                  </a:lnTo>
                  <a:lnTo>
                    <a:pt x="106148" y="1918525"/>
                  </a:lnTo>
                  <a:lnTo>
                    <a:pt x="104297" y="1922927"/>
                  </a:lnTo>
                  <a:lnTo>
                    <a:pt x="99471" y="1933981"/>
                  </a:lnTo>
                  <a:lnTo>
                    <a:pt x="94401" y="1945034"/>
                  </a:lnTo>
                  <a:lnTo>
                    <a:pt x="90985" y="1952130"/>
                  </a:lnTo>
                  <a:lnTo>
                    <a:pt x="89344" y="1956088"/>
                  </a:lnTo>
                  <a:lnTo>
                    <a:pt x="84551" y="1967142"/>
                  </a:lnTo>
                  <a:lnTo>
                    <a:pt x="79484" y="1978196"/>
                  </a:lnTo>
                  <a:lnTo>
                    <a:pt x="75820" y="1985751"/>
                  </a:lnTo>
                  <a:lnTo>
                    <a:pt x="74391" y="1989233"/>
                  </a:lnTo>
                  <a:lnTo>
                    <a:pt x="69641" y="2000287"/>
                  </a:lnTo>
                  <a:lnTo>
                    <a:pt x="64577" y="2011341"/>
                  </a:lnTo>
                  <a:lnTo>
                    <a:pt x="60657" y="2019356"/>
                  </a:lnTo>
                  <a:lnTo>
                    <a:pt x="59439" y="2022395"/>
                  </a:lnTo>
                  <a:lnTo>
                    <a:pt x="54745" y="2033449"/>
                  </a:lnTo>
                  <a:lnTo>
                    <a:pt x="49688" y="2044503"/>
                  </a:lnTo>
                  <a:lnTo>
                    <a:pt x="45493" y="2052961"/>
                  </a:lnTo>
                  <a:lnTo>
                    <a:pt x="44486" y="2055556"/>
                  </a:lnTo>
                  <a:lnTo>
                    <a:pt x="39874" y="2066594"/>
                  </a:lnTo>
                  <a:lnTo>
                    <a:pt x="34829" y="2077648"/>
                  </a:lnTo>
                  <a:lnTo>
                    <a:pt x="30328" y="2086583"/>
                  </a:lnTo>
                  <a:lnTo>
                    <a:pt x="29537" y="2088702"/>
                  </a:lnTo>
                  <a:lnTo>
                    <a:pt x="25051" y="2099755"/>
                  </a:lnTo>
                  <a:lnTo>
                    <a:pt x="20027" y="2110809"/>
                  </a:lnTo>
                  <a:lnTo>
                    <a:pt x="15165" y="2120188"/>
                  </a:lnTo>
                  <a:lnTo>
                    <a:pt x="14588" y="2121863"/>
                  </a:lnTo>
                  <a:lnTo>
                    <a:pt x="10325" y="2132900"/>
                  </a:lnTo>
                  <a:lnTo>
                    <a:pt x="5358" y="2143954"/>
                  </a:lnTo>
                  <a:lnTo>
                    <a:pt x="0" y="2153793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396">
              <a:extLst>
                <a:ext uri="{FF2B5EF4-FFF2-40B4-BE49-F238E27FC236}">
                  <a16:creationId xmlns:a16="http://schemas.microsoft.com/office/drawing/2014/main" id="{BFB8C128-2AFE-210A-00C3-48B3F8FB6B6D}"/>
                </a:ext>
              </a:extLst>
            </p:cNvPr>
            <p:cNvSpPr/>
            <p:nvPr/>
          </p:nvSpPr>
          <p:spPr>
            <a:xfrm>
              <a:off x="8323233" y="4283540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B21B0B40-14FB-0D14-161E-0A588FADACF9}"/>
              </a:ext>
            </a:extLst>
          </p:cNvPr>
          <p:cNvGrpSpPr/>
          <p:nvPr/>
        </p:nvGrpSpPr>
        <p:grpSpPr>
          <a:xfrm>
            <a:off x="5219176" y="2545736"/>
            <a:ext cx="3222315" cy="2041956"/>
            <a:chOff x="5219176" y="2545736"/>
            <a:chExt cx="3222315" cy="2041956"/>
          </a:xfrm>
        </p:grpSpPr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55DFB1D9-380D-CBC9-A19B-F120F1379D1B}"/>
                </a:ext>
              </a:extLst>
            </p:cNvPr>
            <p:cNvSpPr/>
            <p:nvPr/>
          </p:nvSpPr>
          <p:spPr>
            <a:xfrm>
              <a:off x="5219176" y="2545736"/>
              <a:ext cx="346946" cy="2041956"/>
            </a:xfrm>
            <a:custGeom>
              <a:avLst/>
              <a:gdLst>
                <a:gd name="csX0" fmla="*/ 0 w 346946"/>
                <a:gd name="csY0" fmla="*/ 2041957 h 2041956"/>
                <a:gd name="csX1" fmla="*/ 1769 w 346946"/>
                <a:gd name="csY1" fmla="*/ 2033449 h 2041956"/>
                <a:gd name="csX2" fmla="*/ 3927 w 346946"/>
                <a:gd name="csY2" fmla="*/ 2022395 h 2041956"/>
                <a:gd name="csX3" fmla="*/ 5962 w 346946"/>
                <a:gd name="csY3" fmla="*/ 2011341 h 2041956"/>
                <a:gd name="csX4" fmla="*/ 7886 w 346946"/>
                <a:gd name="csY4" fmla="*/ 2000287 h 2041956"/>
                <a:gd name="csX5" fmla="*/ 9714 w 346946"/>
                <a:gd name="csY5" fmla="*/ 1989233 h 2041956"/>
                <a:gd name="csX6" fmla="*/ 11451 w 346946"/>
                <a:gd name="csY6" fmla="*/ 1978196 h 2041956"/>
                <a:gd name="csX7" fmla="*/ 13112 w 346946"/>
                <a:gd name="csY7" fmla="*/ 1967142 h 2041956"/>
                <a:gd name="csX8" fmla="*/ 14698 w 346946"/>
                <a:gd name="csY8" fmla="*/ 1956088 h 2041956"/>
                <a:gd name="csX9" fmla="*/ 15165 w 346946"/>
                <a:gd name="csY9" fmla="*/ 1952705 h 2041956"/>
                <a:gd name="csX10" fmla="*/ 16671 w 346946"/>
                <a:gd name="csY10" fmla="*/ 1945034 h 2041956"/>
                <a:gd name="csX11" fmla="*/ 18754 w 346946"/>
                <a:gd name="csY11" fmla="*/ 1933981 h 2041956"/>
                <a:gd name="csX12" fmla="*/ 20753 w 346946"/>
                <a:gd name="csY12" fmla="*/ 1922927 h 2041956"/>
                <a:gd name="csX13" fmla="*/ 22674 w 346946"/>
                <a:gd name="csY13" fmla="*/ 1911889 h 2041956"/>
                <a:gd name="csX14" fmla="*/ 24527 w 346946"/>
                <a:gd name="csY14" fmla="*/ 1900836 h 2041956"/>
                <a:gd name="csX15" fmla="*/ 26314 w 346946"/>
                <a:gd name="csY15" fmla="*/ 1889782 h 2041956"/>
                <a:gd name="csX16" fmla="*/ 28040 w 346946"/>
                <a:gd name="csY16" fmla="*/ 1878728 h 2041956"/>
                <a:gd name="csX17" fmla="*/ 29711 w 346946"/>
                <a:gd name="csY17" fmla="*/ 1867674 h 2041956"/>
                <a:gd name="csX18" fmla="*/ 30328 w 346946"/>
                <a:gd name="csY18" fmla="*/ 1863453 h 2041956"/>
                <a:gd name="csX19" fmla="*/ 31629 w 346946"/>
                <a:gd name="csY19" fmla="*/ 1856620 h 2041956"/>
                <a:gd name="csX20" fmla="*/ 33669 w 346946"/>
                <a:gd name="csY20" fmla="*/ 1845566 h 2041956"/>
                <a:gd name="csX21" fmla="*/ 35648 w 346946"/>
                <a:gd name="csY21" fmla="*/ 1834529 h 2041956"/>
                <a:gd name="csX22" fmla="*/ 37567 w 346946"/>
                <a:gd name="csY22" fmla="*/ 1823475 h 2041956"/>
                <a:gd name="csX23" fmla="*/ 39431 w 346946"/>
                <a:gd name="csY23" fmla="*/ 1812421 h 2041956"/>
                <a:gd name="csX24" fmla="*/ 41244 w 346946"/>
                <a:gd name="csY24" fmla="*/ 1801367 h 2041956"/>
                <a:gd name="csX25" fmla="*/ 43007 w 346946"/>
                <a:gd name="csY25" fmla="*/ 1790314 h 2041956"/>
                <a:gd name="csX26" fmla="*/ 44725 w 346946"/>
                <a:gd name="csY26" fmla="*/ 1779260 h 2041956"/>
                <a:gd name="csX27" fmla="*/ 45493 w 346946"/>
                <a:gd name="csY27" fmla="*/ 1774201 h 2041956"/>
                <a:gd name="csX28" fmla="*/ 46612 w 346946"/>
                <a:gd name="csY28" fmla="*/ 1768206 h 2041956"/>
                <a:gd name="csX29" fmla="*/ 48625 w 346946"/>
                <a:gd name="csY29" fmla="*/ 1757168 h 2041956"/>
                <a:gd name="csX30" fmla="*/ 50588 w 346946"/>
                <a:gd name="csY30" fmla="*/ 1746115 h 2041956"/>
                <a:gd name="csX31" fmla="*/ 52505 w 346946"/>
                <a:gd name="csY31" fmla="*/ 1735061 h 2041956"/>
                <a:gd name="csX32" fmla="*/ 54376 w 346946"/>
                <a:gd name="csY32" fmla="*/ 1724007 h 2041956"/>
                <a:gd name="csX33" fmla="*/ 56205 w 346946"/>
                <a:gd name="csY33" fmla="*/ 1712953 h 2041956"/>
                <a:gd name="csX34" fmla="*/ 57992 w 346946"/>
                <a:gd name="csY34" fmla="*/ 1701899 h 2041956"/>
                <a:gd name="csX35" fmla="*/ 59742 w 346946"/>
                <a:gd name="csY35" fmla="*/ 1690862 h 2041956"/>
                <a:gd name="csX36" fmla="*/ 60657 w 346946"/>
                <a:gd name="csY36" fmla="*/ 1684949 h 2041956"/>
                <a:gd name="csX37" fmla="*/ 61604 w 346946"/>
                <a:gd name="csY37" fmla="*/ 1679808 h 2041956"/>
                <a:gd name="csX38" fmla="*/ 63600 w 346946"/>
                <a:gd name="csY38" fmla="*/ 1668754 h 2041956"/>
                <a:gd name="csX39" fmla="*/ 65554 w 346946"/>
                <a:gd name="csY39" fmla="*/ 1657700 h 2041956"/>
                <a:gd name="csX40" fmla="*/ 67468 w 346946"/>
                <a:gd name="csY40" fmla="*/ 1646647 h 2041956"/>
                <a:gd name="csX41" fmla="*/ 69344 w 346946"/>
                <a:gd name="csY41" fmla="*/ 1635593 h 2041956"/>
                <a:gd name="csX42" fmla="*/ 71183 w 346946"/>
                <a:gd name="csY42" fmla="*/ 1624539 h 2041956"/>
                <a:gd name="csX43" fmla="*/ 72988 w 346946"/>
                <a:gd name="csY43" fmla="*/ 1613501 h 2041956"/>
                <a:gd name="csX44" fmla="*/ 74759 w 346946"/>
                <a:gd name="csY44" fmla="*/ 1602448 h 2041956"/>
                <a:gd name="csX45" fmla="*/ 75820 w 346946"/>
                <a:gd name="csY45" fmla="*/ 1595697 h 2041956"/>
                <a:gd name="csX46" fmla="*/ 76605 w 346946"/>
                <a:gd name="csY46" fmla="*/ 1591394 h 2041956"/>
                <a:gd name="csX47" fmla="*/ 78587 w 346946"/>
                <a:gd name="csY47" fmla="*/ 1580340 h 2041956"/>
                <a:gd name="csX48" fmla="*/ 80534 w 346946"/>
                <a:gd name="csY48" fmla="*/ 1569286 h 2041956"/>
                <a:gd name="csX49" fmla="*/ 82446 w 346946"/>
                <a:gd name="csY49" fmla="*/ 1558239 h 2041956"/>
                <a:gd name="csX50" fmla="*/ 84325 w 346946"/>
                <a:gd name="csY50" fmla="*/ 1547187 h 2041956"/>
                <a:gd name="csX51" fmla="*/ 86172 w 346946"/>
                <a:gd name="csY51" fmla="*/ 1536136 h 2041956"/>
                <a:gd name="csX52" fmla="*/ 87989 w 346946"/>
                <a:gd name="csY52" fmla="*/ 1525084 h 2041956"/>
                <a:gd name="csX53" fmla="*/ 89776 w 346946"/>
                <a:gd name="csY53" fmla="*/ 1514033 h 2041956"/>
                <a:gd name="csX54" fmla="*/ 90985 w 346946"/>
                <a:gd name="csY54" fmla="*/ 1506437 h 2041956"/>
                <a:gd name="csX55" fmla="*/ 91611 w 346946"/>
                <a:gd name="csY55" fmla="*/ 1502981 h 2041956"/>
                <a:gd name="csX56" fmla="*/ 93583 w 346946"/>
                <a:gd name="csY56" fmla="*/ 1491931 h 2041956"/>
                <a:gd name="csX57" fmla="*/ 95523 w 346946"/>
                <a:gd name="csY57" fmla="*/ 1480878 h 2041956"/>
                <a:gd name="csX58" fmla="*/ 97435 w 346946"/>
                <a:gd name="csY58" fmla="*/ 1469828 h 2041956"/>
                <a:gd name="csX59" fmla="*/ 99315 w 346946"/>
                <a:gd name="csY59" fmla="*/ 1458777 h 2041956"/>
                <a:gd name="csX60" fmla="*/ 101168 w 346946"/>
                <a:gd name="csY60" fmla="*/ 1447725 h 2041956"/>
                <a:gd name="csX61" fmla="*/ 102995 w 346946"/>
                <a:gd name="csY61" fmla="*/ 1436675 h 2041956"/>
                <a:gd name="csX62" fmla="*/ 104793 w 346946"/>
                <a:gd name="csY62" fmla="*/ 1425622 h 2041956"/>
                <a:gd name="csX63" fmla="*/ 106148 w 346946"/>
                <a:gd name="csY63" fmla="*/ 1417182 h 2041956"/>
                <a:gd name="csX64" fmla="*/ 106619 w 346946"/>
                <a:gd name="csY64" fmla="*/ 1414572 h 2041956"/>
                <a:gd name="csX65" fmla="*/ 108582 w 346946"/>
                <a:gd name="csY65" fmla="*/ 1403520 h 2041956"/>
                <a:gd name="csX66" fmla="*/ 110519 w 346946"/>
                <a:gd name="csY66" fmla="*/ 1392469 h 2041956"/>
                <a:gd name="csX67" fmla="*/ 112429 w 346946"/>
                <a:gd name="csY67" fmla="*/ 1381417 h 2041956"/>
                <a:gd name="csX68" fmla="*/ 114311 w 346946"/>
                <a:gd name="csY68" fmla="*/ 1370366 h 2041956"/>
                <a:gd name="csX69" fmla="*/ 116169 w 346946"/>
                <a:gd name="csY69" fmla="*/ 1359314 h 2041956"/>
                <a:gd name="csX70" fmla="*/ 118003 w 346946"/>
                <a:gd name="csY70" fmla="*/ 1348264 h 2041956"/>
                <a:gd name="csX71" fmla="*/ 119812 w 346946"/>
                <a:gd name="csY71" fmla="*/ 1337212 h 2041956"/>
                <a:gd name="csX72" fmla="*/ 121313 w 346946"/>
                <a:gd name="csY72" fmla="*/ 1327927 h 2041956"/>
                <a:gd name="csX73" fmla="*/ 121630 w 346946"/>
                <a:gd name="csY73" fmla="*/ 1326161 h 2041956"/>
                <a:gd name="csX74" fmla="*/ 123586 w 346946"/>
                <a:gd name="csY74" fmla="*/ 1315109 h 2041956"/>
                <a:gd name="csX75" fmla="*/ 125519 w 346946"/>
                <a:gd name="csY75" fmla="*/ 1304058 h 2041956"/>
                <a:gd name="csX76" fmla="*/ 127428 w 346946"/>
                <a:gd name="csY76" fmla="*/ 1293006 h 2041956"/>
                <a:gd name="csX77" fmla="*/ 129312 w 346946"/>
                <a:gd name="csY77" fmla="*/ 1281955 h 2041956"/>
                <a:gd name="csX78" fmla="*/ 131174 w 346946"/>
                <a:gd name="csY78" fmla="*/ 1270903 h 2041956"/>
                <a:gd name="csX79" fmla="*/ 133012 w 346946"/>
                <a:gd name="csY79" fmla="*/ 1259853 h 2041956"/>
                <a:gd name="csX80" fmla="*/ 134831 w 346946"/>
                <a:gd name="csY80" fmla="*/ 1248801 h 2041956"/>
                <a:gd name="csX81" fmla="*/ 136476 w 346946"/>
                <a:gd name="csY81" fmla="*/ 1238673 h 2041956"/>
                <a:gd name="csX82" fmla="*/ 136641 w 346946"/>
                <a:gd name="csY82" fmla="*/ 1237750 h 2041956"/>
                <a:gd name="csX83" fmla="*/ 138593 w 346946"/>
                <a:gd name="csY83" fmla="*/ 1226698 h 2041956"/>
                <a:gd name="csX84" fmla="*/ 140523 w 346946"/>
                <a:gd name="csY84" fmla="*/ 1215647 h 2041956"/>
                <a:gd name="csX85" fmla="*/ 142430 w 346946"/>
                <a:gd name="csY85" fmla="*/ 1204597 h 2041956"/>
                <a:gd name="csX86" fmla="*/ 144316 w 346946"/>
                <a:gd name="csY86" fmla="*/ 1193544 h 2041956"/>
                <a:gd name="csX87" fmla="*/ 146180 w 346946"/>
                <a:gd name="csY87" fmla="*/ 1182494 h 2041956"/>
                <a:gd name="csX88" fmla="*/ 148025 w 346946"/>
                <a:gd name="csY88" fmla="*/ 1171442 h 2041956"/>
                <a:gd name="csX89" fmla="*/ 149849 w 346946"/>
                <a:gd name="csY89" fmla="*/ 1160391 h 2041956"/>
                <a:gd name="csX90" fmla="*/ 151640 w 346946"/>
                <a:gd name="csY90" fmla="*/ 1149418 h 2041956"/>
                <a:gd name="csX91" fmla="*/ 151654 w 346946"/>
                <a:gd name="csY91" fmla="*/ 1149339 h 2041956"/>
                <a:gd name="csX92" fmla="*/ 153602 w 346946"/>
                <a:gd name="csY92" fmla="*/ 1138288 h 2041956"/>
                <a:gd name="csX93" fmla="*/ 155529 w 346946"/>
                <a:gd name="csY93" fmla="*/ 1127236 h 2041956"/>
                <a:gd name="csX94" fmla="*/ 157436 w 346946"/>
                <a:gd name="csY94" fmla="*/ 1116186 h 2041956"/>
                <a:gd name="csX95" fmla="*/ 159321 w 346946"/>
                <a:gd name="csY95" fmla="*/ 1105133 h 2041956"/>
                <a:gd name="csX96" fmla="*/ 161189 w 346946"/>
                <a:gd name="csY96" fmla="*/ 1094083 h 2041956"/>
                <a:gd name="csX97" fmla="*/ 163037 w 346946"/>
                <a:gd name="csY97" fmla="*/ 1083031 h 2041956"/>
                <a:gd name="csX98" fmla="*/ 164866 w 346946"/>
                <a:gd name="csY98" fmla="*/ 1071980 h 2041956"/>
                <a:gd name="csX99" fmla="*/ 166678 w 346946"/>
                <a:gd name="csY99" fmla="*/ 1060928 h 2041956"/>
                <a:gd name="csX100" fmla="*/ 166805 w 346946"/>
                <a:gd name="csY100" fmla="*/ 1060154 h 2041956"/>
                <a:gd name="csX101" fmla="*/ 168611 w 346946"/>
                <a:gd name="csY101" fmla="*/ 1049877 h 2041956"/>
                <a:gd name="csX102" fmla="*/ 170536 w 346946"/>
                <a:gd name="csY102" fmla="*/ 1038825 h 2041956"/>
                <a:gd name="csX103" fmla="*/ 172443 w 346946"/>
                <a:gd name="csY103" fmla="*/ 1027775 h 2041956"/>
                <a:gd name="csX104" fmla="*/ 174330 w 346946"/>
                <a:gd name="csY104" fmla="*/ 1016722 h 2041956"/>
                <a:gd name="csX105" fmla="*/ 176200 w 346946"/>
                <a:gd name="csY105" fmla="*/ 1005672 h 2041956"/>
                <a:gd name="csX106" fmla="*/ 178051 w 346946"/>
                <a:gd name="csY106" fmla="*/ 994620 h 2041956"/>
                <a:gd name="csX107" fmla="*/ 179885 w 346946"/>
                <a:gd name="csY107" fmla="*/ 983569 h 2041956"/>
                <a:gd name="csX108" fmla="*/ 181703 w 346946"/>
                <a:gd name="csY108" fmla="*/ 972517 h 2041956"/>
                <a:gd name="csX109" fmla="*/ 181968 w 346946"/>
                <a:gd name="csY109" fmla="*/ 970893 h 2041956"/>
                <a:gd name="csX110" fmla="*/ 183624 w 346946"/>
                <a:gd name="csY110" fmla="*/ 961466 h 2041956"/>
                <a:gd name="csX111" fmla="*/ 185547 w 346946"/>
                <a:gd name="csY111" fmla="*/ 950416 h 2041956"/>
                <a:gd name="csX112" fmla="*/ 187452 w 346946"/>
                <a:gd name="csY112" fmla="*/ 939364 h 2041956"/>
                <a:gd name="csX113" fmla="*/ 189339 w 346946"/>
                <a:gd name="csY113" fmla="*/ 928313 h 2041956"/>
                <a:gd name="csX114" fmla="*/ 191212 w 346946"/>
                <a:gd name="csY114" fmla="*/ 917261 h 2041956"/>
                <a:gd name="csX115" fmla="*/ 193066 w 346946"/>
                <a:gd name="csY115" fmla="*/ 906210 h 2041956"/>
                <a:gd name="csX116" fmla="*/ 194904 w 346946"/>
                <a:gd name="csY116" fmla="*/ 895158 h 2041956"/>
                <a:gd name="csX117" fmla="*/ 196727 w 346946"/>
                <a:gd name="csY117" fmla="*/ 884108 h 2041956"/>
                <a:gd name="csX118" fmla="*/ 197133 w 346946"/>
                <a:gd name="csY118" fmla="*/ 881632 h 2041956"/>
                <a:gd name="csX119" fmla="*/ 198636 w 346946"/>
                <a:gd name="csY119" fmla="*/ 873055 h 2041956"/>
                <a:gd name="csX120" fmla="*/ 200557 w 346946"/>
                <a:gd name="csY120" fmla="*/ 862005 h 2041956"/>
                <a:gd name="csX121" fmla="*/ 202461 w 346946"/>
                <a:gd name="csY121" fmla="*/ 850953 h 2041956"/>
                <a:gd name="csX122" fmla="*/ 204350 w 346946"/>
                <a:gd name="csY122" fmla="*/ 839902 h 2041956"/>
                <a:gd name="csX123" fmla="*/ 206224 w 346946"/>
                <a:gd name="csY123" fmla="*/ 828850 h 2041956"/>
                <a:gd name="csX124" fmla="*/ 208082 w 346946"/>
                <a:gd name="csY124" fmla="*/ 817799 h 2041956"/>
                <a:gd name="csX125" fmla="*/ 209923 w 346946"/>
                <a:gd name="csY125" fmla="*/ 806747 h 2041956"/>
                <a:gd name="csX126" fmla="*/ 211751 w 346946"/>
                <a:gd name="csY126" fmla="*/ 795697 h 2041956"/>
                <a:gd name="csX127" fmla="*/ 212296 w 346946"/>
                <a:gd name="csY127" fmla="*/ 792372 h 2041956"/>
                <a:gd name="csX128" fmla="*/ 213650 w 346946"/>
                <a:gd name="csY128" fmla="*/ 784645 h 2041956"/>
                <a:gd name="csX129" fmla="*/ 215568 w 346946"/>
                <a:gd name="csY129" fmla="*/ 773594 h 2041956"/>
                <a:gd name="csX130" fmla="*/ 217473 w 346946"/>
                <a:gd name="csY130" fmla="*/ 762542 h 2041956"/>
                <a:gd name="csX131" fmla="*/ 219362 w 346946"/>
                <a:gd name="csY131" fmla="*/ 751491 h 2041956"/>
                <a:gd name="csX132" fmla="*/ 221236 w 346946"/>
                <a:gd name="csY132" fmla="*/ 740439 h 2041956"/>
                <a:gd name="csX133" fmla="*/ 223097 w 346946"/>
                <a:gd name="csY133" fmla="*/ 729388 h 2041956"/>
                <a:gd name="csX134" fmla="*/ 224942 w 346946"/>
                <a:gd name="csY134" fmla="*/ 718336 h 2041956"/>
                <a:gd name="csX135" fmla="*/ 226773 w 346946"/>
                <a:gd name="csY135" fmla="*/ 707286 h 2041956"/>
                <a:gd name="csX136" fmla="*/ 227459 w 346946"/>
                <a:gd name="csY136" fmla="*/ 703112 h 2041956"/>
                <a:gd name="csX137" fmla="*/ 228663 w 346946"/>
                <a:gd name="csY137" fmla="*/ 696234 h 2041956"/>
                <a:gd name="csX138" fmla="*/ 230582 w 346946"/>
                <a:gd name="csY138" fmla="*/ 685183 h 2041956"/>
                <a:gd name="csX139" fmla="*/ 232485 w 346946"/>
                <a:gd name="csY139" fmla="*/ 674132 h 2041956"/>
                <a:gd name="csX140" fmla="*/ 234374 w 346946"/>
                <a:gd name="csY140" fmla="*/ 663080 h 2041956"/>
                <a:gd name="csX141" fmla="*/ 236250 w 346946"/>
                <a:gd name="csY141" fmla="*/ 652030 h 2041956"/>
                <a:gd name="csX142" fmla="*/ 238113 w 346946"/>
                <a:gd name="csY142" fmla="*/ 640977 h 2041956"/>
                <a:gd name="csX143" fmla="*/ 239960 w 346946"/>
                <a:gd name="csY143" fmla="*/ 629927 h 2041956"/>
                <a:gd name="csX144" fmla="*/ 241797 w 346946"/>
                <a:gd name="csY144" fmla="*/ 618875 h 2041956"/>
                <a:gd name="csX145" fmla="*/ 242624 w 346946"/>
                <a:gd name="csY145" fmla="*/ 613852 h 2041956"/>
                <a:gd name="csX146" fmla="*/ 243677 w 346946"/>
                <a:gd name="csY146" fmla="*/ 607824 h 2041956"/>
                <a:gd name="csX147" fmla="*/ 245594 w 346946"/>
                <a:gd name="csY147" fmla="*/ 596772 h 2041956"/>
                <a:gd name="csX148" fmla="*/ 247498 w 346946"/>
                <a:gd name="csY148" fmla="*/ 585721 h 2041956"/>
                <a:gd name="csX149" fmla="*/ 249388 w 346946"/>
                <a:gd name="csY149" fmla="*/ 574669 h 2041956"/>
                <a:gd name="csX150" fmla="*/ 251265 w 346946"/>
                <a:gd name="csY150" fmla="*/ 563619 h 2041956"/>
                <a:gd name="csX151" fmla="*/ 253128 w 346946"/>
                <a:gd name="csY151" fmla="*/ 552567 h 2041956"/>
                <a:gd name="csX152" fmla="*/ 254979 w 346946"/>
                <a:gd name="csY152" fmla="*/ 541516 h 2041956"/>
                <a:gd name="csX153" fmla="*/ 256819 w 346946"/>
                <a:gd name="csY153" fmla="*/ 530464 h 2041956"/>
                <a:gd name="csX154" fmla="*/ 257788 w 346946"/>
                <a:gd name="csY154" fmla="*/ 524594 h 2041956"/>
                <a:gd name="csX155" fmla="*/ 258693 w 346946"/>
                <a:gd name="csY155" fmla="*/ 519413 h 2041956"/>
                <a:gd name="csX156" fmla="*/ 260608 w 346946"/>
                <a:gd name="csY156" fmla="*/ 508361 h 2041956"/>
                <a:gd name="csX157" fmla="*/ 262511 w 346946"/>
                <a:gd name="csY157" fmla="*/ 497310 h 2041956"/>
                <a:gd name="csX158" fmla="*/ 264402 w 346946"/>
                <a:gd name="csY158" fmla="*/ 486258 h 2041956"/>
                <a:gd name="csX159" fmla="*/ 266279 w 346946"/>
                <a:gd name="csY159" fmla="*/ 475208 h 2041956"/>
                <a:gd name="csX160" fmla="*/ 268145 w 346946"/>
                <a:gd name="csY160" fmla="*/ 464156 h 2041956"/>
                <a:gd name="csX161" fmla="*/ 269998 w 346946"/>
                <a:gd name="csY161" fmla="*/ 453105 h 2041956"/>
                <a:gd name="csX162" fmla="*/ 271839 w 346946"/>
                <a:gd name="csY162" fmla="*/ 442053 h 2041956"/>
                <a:gd name="csX163" fmla="*/ 272953 w 346946"/>
                <a:gd name="csY163" fmla="*/ 435335 h 2041956"/>
                <a:gd name="csX164" fmla="*/ 273708 w 346946"/>
                <a:gd name="csY164" fmla="*/ 431002 h 2041956"/>
                <a:gd name="csX165" fmla="*/ 275623 w 346946"/>
                <a:gd name="csY165" fmla="*/ 419952 h 2041956"/>
                <a:gd name="csX166" fmla="*/ 277525 w 346946"/>
                <a:gd name="csY166" fmla="*/ 408899 h 2041956"/>
                <a:gd name="csX167" fmla="*/ 279416 w 346946"/>
                <a:gd name="csY167" fmla="*/ 397849 h 2041956"/>
                <a:gd name="csX168" fmla="*/ 281295 w 346946"/>
                <a:gd name="csY168" fmla="*/ 386797 h 2041956"/>
                <a:gd name="csX169" fmla="*/ 283162 w 346946"/>
                <a:gd name="csY169" fmla="*/ 375746 h 2041956"/>
                <a:gd name="csX170" fmla="*/ 285018 w 346946"/>
                <a:gd name="csY170" fmla="*/ 364694 h 2041956"/>
                <a:gd name="csX171" fmla="*/ 286861 w 346946"/>
                <a:gd name="csY171" fmla="*/ 353643 h 2041956"/>
                <a:gd name="csX172" fmla="*/ 288116 w 346946"/>
                <a:gd name="csY172" fmla="*/ 346077 h 2041956"/>
                <a:gd name="csX173" fmla="*/ 288724 w 346946"/>
                <a:gd name="csY173" fmla="*/ 342591 h 2041956"/>
                <a:gd name="csX174" fmla="*/ 290637 w 346946"/>
                <a:gd name="csY174" fmla="*/ 331541 h 2041956"/>
                <a:gd name="csX175" fmla="*/ 292541 w 346946"/>
                <a:gd name="csY175" fmla="*/ 320488 h 2041956"/>
                <a:gd name="csX176" fmla="*/ 294431 w 346946"/>
                <a:gd name="csY176" fmla="*/ 309438 h 2041956"/>
                <a:gd name="csX177" fmla="*/ 296310 w 346946"/>
                <a:gd name="csY177" fmla="*/ 298386 h 2041956"/>
                <a:gd name="csX178" fmla="*/ 298179 w 346946"/>
                <a:gd name="csY178" fmla="*/ 287335 h 2041956"/>
                <a:gd name="csX179" fmla="*/ 300037 w 346946"/>
                <a:gd name="csY179" fmla="*/ 276283 h 2041956"/>
                <a:gd name="csX180" fmla="*/ 301883 w 346946"/>
                <a:gd name="csY180" fmla="*/ 265232 h 2041956"/>
                <a:gd name="csX181" fmla="*/ 303279 w 346946"/>
                <a:gd name="csY181" fmla="*/ 256820 h 2041956"/>
                <a:gd name="csX182" fmla="*/ 303739 w 346946"/>
                <a:gd name="csY182" fmla="*/ 254180 h 2041956"/>
                <a:gd name="csX183" fmla="*/ 305653 w 346946"/>
                <a:gd name="csY183" fmla="*/ 243130 h 2041956"/>
                <a:gd name="csX184" fmla="*/ 307555 w 346946"/>
                <a:gd name="csY184" fmla="*/ 232078 h 2041956"/>
                <a:gd name="csX185" fmla="*/ 309447 w 346946"/>
                <a:gd name="csY185" fmla="*/ 221027 h 2041956"/>
                <a:gd name="csX186" fmla="*/ 311327 w 346946"/>
                <a:gd name="csY186" fmla="*/ 209975 h 2041956"/>
                <a:gd name="csX187" fmla="*/ 313197 w 346946"/>
                <a:gd name="csY187" fmla="*/ 198924 h 2041956"/>
                <a:gd name="csX188" fmla="*/ 315056 w 346946"/>
                <a:gd name="csY188" fmla="*/ 187872 h 2041956"/>
                <a:gd name="csX189" fmla="*/ 316904 w 346946"/>
                <a:gd name="csY189" fmla="*/ 176821 h 2041956"/>
                <a:gd name="csX190" fmla="*/ 318444 w 346946"/>
                <a:gd name="csY190" fmla="*/ 167561 h 2041956"/>
                <a:gd name="csX191" fmla="*/ 318756 w 346946"/>
                <a:gd name="csY191" fmla="*/ 165771 h 2041956"/>
                <a:gd name="csX192" fmla="*/ 320668 w 346946"/>
                <a:gd name="csY192" fmla="*/ 154719 h 2041956"/>
                <a:gd name="csX193" fmla="*/ 322570 w 346946"/>
                <a:gd name="csY193" fmla="*/ 143668 h 2041956"/>
                <a:gd name="csX194" fmla="*/ 324462 w 346946"/>
                <a:gd name="csY194" fmla="*/ 132616 h 2041956"/>
                <a:gd name="csX195" fmla="*/ 326343 w 346946"/>
                <a:gd name="csY195" fmla="*/ 121565 h 2041956"/>
                <a:gd name="csX196" fmla="*/ 328214 w 346946"/>
                <a:gd name="csY196" fmla="*/ 110513 h 2041956"/>
                <a:gd name="csX197" fmla="*/ 330075 w 346946"/>
                <a:gd name="csY197" fmla="*/ 99463 h 2041956"/>
                <a:gd name="csX198" fmla="*/ 331924 w 346946"/>
                <a:gd name="csY198" fmla="*/ 88410 h 2041956"/>
                <a:gd name="csX199" fmla="*/ 333608 w 346946"/>
                <a:gd name="csY199" fmla="*/ 78304 h 2041956"/>
                <a:gd name="csX200" fmla="*/ 333772 w 346946"/>
                <a:gd name="csY200" fmla="*/ 77359 h 2041956"/>
                <a:gd name="csX201" fmla="*/ 335684 w 346946"/>
                <a:gd name="csY201" fmla="*/ 66308 h 2041956"/>
                <a:gd name="csX202" fmla="*/ 337586 w 346946"/>
                <a:gd name="csY202" fmla="*/ 55257 h 2041956"/>
                <a:gd name="csX203" fmla="*/ 339478 w 346946"/>
                <a:gd name="csY203" fmla="*/ 44205 h 2041956"/>
                <a:gd name="csX204" fmla="*/ 341360 w 346946"/>
                <a:gd name="csY204" fmla="*/ 33154 h 2041956"/>
                <a:gd name="csX205" fmla="*/ 343231 w 346946"/>
                <a:gd name="csY205" fmla="*/ 22103 h 2041956"/>
                <a:gd name="csX206" fmla="*/ 345093 w 346946"/>
                <a:gd name="csY206" fmla="*/ 11051 h 2041956"/>
                <a:gd name="csX207" fmla="*/ 346946 w 346946"/>
                <a:gd name="csY207" fmla="*/ 0 h 204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</a:cxnLst>
              <a:rect l="l" t="t" r="r" b="b"/>
              <a:pathLst>
                <a:path w="346946" h="2041956">
                  <a:moveTo>
                    <a:pt x="0" y="2041957"/>
                  </a:moveTo>
                  <a:lnTo>
                    <a:pt x="1769" y="2033449"/>
                  </a:lnTo>
                  <a:lnTo>
                    <a:pt x="3927" y="2022395"/>
                  </a:lnTo>
                  <a:lnTo>
                    <a:pt x="5962" y="2011341"/>
                  </a:lnTo>
                  <a:lnTo>
                    <a:pt x="7886" y="2000287"/>
                  </a:lnTo>
                  <a:lnTo>
                    <a:pt x="9714" y="1989233"/>
                  </a:lnTo>
                  <a:lnTo>
                    <a:pt x="11451" y="1978196"/>
                  </a:lnTo>
                  <a:lnTo>
                    <a:pt x="13112" y="1967142"/>
                  </a:lnTo>
                  <a:lnTo>
                    <a:pt x="14698" y="1956088"/>
                  </a:lnTo>
                  <a:lnTo>
                    <a:pt x="15165" y="1952705"/>
                  </a:lnTo>
                  <a:lnTo>
                    <a:pt x="16671" y="1945034"/>
                  </a:lnTo>
                  <a:lnTo>
                    <a:pt x="18754" y="1933981"/>
                  </a:lnTo>
                  <a:lnTo>
                    <a:pt x="20753" y="1922927"/>
                  </a:lnTo>
                  <a:lnTo>
                    <a:pt x="22674" y="1911889"/>
                  </a:lnTo>
                  <a:lnTo>
                    <a:pt x="24527" y="1900836"/>
                  </a:lnTo>
                  <a:lnTo>
                    <a:pt x="26314" y="1889782"/>
                  </a:lnTo>
                  <a:lnTo>
                    <a:pt x="28040" y="1878728"/>
                  </a:lnTo>
                  <a:lnTo>
                    <a:pt x="29711" y="1867674"/>
                  </a:lnTo>
                  <a:lnTo>
                    <a:pt x="30328" y="1863453"/>
                  </a:lnTo>
                  <a:lnTo>
                    <a:pt x="31629" y="1856620"/>
                  </a:lnTo>
                  <a:lnTo>
                    <a:pt x="33669" y="1845566"/>
                  </a:lnTo>
                  <a:lnTo>
                    <a:pt x="35648" y="1834529"/>
                  </a:lnTo>
                  <a:lnTo>
                    <a:pt x="37567" y="1823475"/>
                  </a:lnTo>
                  <a:lnTo>
                    <a:pt x="39431" y="1812421"/>
                  </a:lnTo>
                  <a:lnTo>
                    <a:pt x="41244" y="1801367"/>
                  </a:lnTo>
                  <a:lnTo>
                    <a:pt x="43007" y="1790314"/>
                  </a:lnTo>
                  <a:lnTo>
                    <a:pt x="44725" y="1779260"/>
                  </a:lnTo>
                  <a:lnTo>
                    <a:pt x="45493" y="1774201"/>
                  </a:lnTo>
                  <a:lnTo>
                    <a:pt x="46612" y="1768206"/>
                  </a:lnTo>
                  <a:lnTo>
                    <a:pt x="48625" y="1757168"/>
                  </a:lnTo>
                  <a:lnTo>
                    <a:pt x="50588" y="1746115"/>
                  </a:lnTo>
                  <a:lnTo>
                    <a:pt x="52505" y="1735061"/>
                  </a:lnTo>
                  <a:lnTo>
                    <a:pt x="54376" y="1724007"/>
                  </a:lnTo>
                  <a:lnTo>
                    <a:pt x="56205" y="1712953"/>
                  </a:lnTo>
                  <a:lnTo>
                    <a:pt x="57992" y="1701899"/>
                  </a:lnTo>
                  <a:lnTo>
                    <a:pt x="59742" y="1690862"/>
                  </a:lnTo>
                  <a:lnTo>
                    <a:pt x="60657" y="1684949"/>
                  </a:lnTo>
                  <a:lnTo>
                    <a:pt x="61604" y="1679808"/>
                  </a:lnTo>
                  <a:lnTo>
                    <a:pt x="63600" y="1668754"/>
                  </a:lnTo>
                  <a:lnTo>
                    <a:pt x="65554" y="1657700"/>
                  </a:lnTo>
                  <a:lnTo>
                    <a:pt x="67468" y="1646647"/>
                  </a:lnTo>
                  <a:lnTo>
                    <a:pt x="69344" y="1635593"/>
                  </a:lnTo>
                  <a:lnTo>
                    <a:pt x="71183" y="1624539"/>
                  </a:lnTo>
                  <a:lnTo>
                    <a:pt x="72988" y="1613501"/>
                  </a:lnTo>
                  <a:lnTo>
                    <a:pt x="74759" y="1602448"/>
                  </a:lnTo>
                  <a:lnTo>
                    <a:pt x="75820" y="1595697"/>
                  </a:lnTo>
                  <a:lnTo>
                    <a:pt x="76605" y="1591394"/>
                  </a:lnTo>
                  <a:lnTo>
                    <a:pt x="78587" y="1580340"/>
                  </a:lnTo>
                  <a:lnTo>
                    <a:pt x="80534" y="1569286"/>
                  </a:lnTo>
                  <a:lnTo>
                    <a:pt x="82446" y="1558239"/>
                  </a:lnTo>
                  <a:lnTo>
                    <a:pt x="84325" y="1547187"/>
                  </a:lnTo>
                  <a:lnTo>
                    <a:pt x="86172" y="1536136"/>
                  </a:lnTo>
                  <a:lnTo>
                    <a:pt x="87989" y="1525084"/>
                  </a:lnTo>
                  <a:lnTo>
                    <a:pt x="89776" y="1514033"/>
                  </a:lnTo>
                  <a:lnTo>
                    <a:pt x="90985" y="1506437"/>
                  </a:lnTo>
                  <a:lnTo>
                    <a:pt x="91611" y="1502981"/>
                  </a:lnTo>
                  <a:lnTo>
                    <a:pt x="93583" y="1491931"/>
                  </a:lnTo>
                  <a:lnTo>
                    <a:pt x="95523" y="1480878"/>
                  </a:lnTo>
                  <a:lnTo>
                    <a:pt x="97435" y="1469828"/>
                  </a:lnTo>
                  <a:lnTo>
                    <a:pt x="99315" y="1458777"/>
                  </a:lnTo>
                  <a:lnTo>
                    <a:pt x="101168" y="1447725"/>
                  </a:lnTo>
                  <a:lnTo>
                    <a:pt x="102995" y="1436675"/>
                  </a:lnTo>
                  <a:lnTo>
                    <a:pt x="104793" y="1425622"/>
                  </a:lnTo>
                  <a:lnTo>
                    <a:pt x="106148" y="1417182"/>
                  </a:lnTo>
                  <a:lnTo>
                    <a:pt x="106619" y="1414572"/>
                  </a:lnTo>
                  <a:lnTo>
                    <a:pt x="108582" y="1403520"/>
                  </a:lnTo>
                  <a:lnTo>
                    <a:pt x="110519" y="1392469"/>
                  </a:lnTo>
                  <a:lnTo>
                    <a:pt x="112429" y="1381417"/>
                  </a:lnTo>
                  <a:lnTo>
                    <a:pt x="114311" y="1370366"/>
                  </a:lnTo>
                  <a:lnTo>
                    <a:pt x="116169" y="1359314"/>
                  </a:lnTo>
                  <a:lnTo>
                    <a:pt x="118003" y="1348264"/>
                  </a:lnTo>
                  <a:lnTo>
                    <a:pt x="119812" y="1337212"/>
                  </a:lnTo>
                  <a:lnTo>
                    <a:pt x="121313" y="1327927"/>
                  </a:lnTo>
                  <a:lnTo>
                    <a:pt x="121630" y="1326161"/>
                  </a:lnTo>
                  <a:lnTo>
                    <a:pt x="123586" y="1315109"/>
                  </a:lnTo>
                  <a:lnTo>
                    <a:pt x="125519" y="1304058"/>
                  </a:lnTo>
                  <a:lnTo>
                    <a:pt x="127428" y="1293006"/>
                  </a:lnTo>
                  <a:lnTo>
                    <a:pt x="129312" y="1281955"/>
                  </a:lnTo>
                  <a:lnTo>
                    <a:pt x="131174" y="1270903"/>
                  </a:lnTo>
                  <a:lnTo>
                    <a:pt x="133012" y="1259853"/>
                  </a:lnTo>
                  <a:lnTo>
                    <a:pt x="134831" y="1248801"/>
                  </a:lnTo>
                  <a:lnTo>
                    <a:pt x="136476" y="1238673"/>
                  </a:lnTo>
                  <a:lnTo>
                    <a:pt x="136641" y="1237750"/>
                  </a:lnTo>
                  <a:lnTo>
                    <a:pt x="138593" y="1226698"/>
                  </a:lnTo>
                  <a:lnTo>
                    <a:pt x="140523" y="1215647"/>
                  </a:lnTo>
                  <a:lnTo>
                    <a:pt x="142430" y="1204597"/>
                  </a:lnTo>
                  <a:lnTo>
                    <a:pt x="144316" y="1193544"/>
                  </a:lnTo>
                  <a:lnTo>
                    <a:pt x="146180" y="1182494"/>
                  </a:lnTo>
                  <a:lnTo>
                    <a:pt x="148025" y="1171442"/>
                  </a:lnTo>
                  <a:lnTo>
                    <a:pt x="149849" y="1160391"/>
                  </a:lnTo>
                  <a:lnTo>
                    <a:pt x="151640" y="1149418"/>
                  </a:lnTo>
                  <a:lnTo>
                    <a:pt x="151654" y="1149339"/>
                  </a:lnTo>
                  <a:lnTo>
                    <a:pt x="153602" y="1138288"/>
                  </a:lnTo>
                  <a:lnTo>
                    <a:pt x="155529" y="1127236"/>
                  </a:lnTo>
                  <a:lnTo>
                    <a:pt x="157436" y="1116186"/>
                  </a:lnTo>
                  <a:lnTo>
                    <a:pt x="159321" y="1105133"/>
                  </a:lnTo>
                  <a:lnTo>
                    <a:pt x="161189" y="1094083"/>
                  </a:lnTo>
                  <a:lnTo>
                    <a:pt x="163037" y="1083031"/>
                  </a:lnTo>
                  <a:lnTo>
                    <a:pt x="164866" y="1071980"/>
                  </a:lnTo>
                  <a:lnTo>
                    <a:pt x="166678" y="1060928"/>
                  </a:lnTo>
                  <a:lnTo>
                    <a:pt x="166805" y="1060154"/>
                  </a:lnTo>
                  <a:lnTo>
                    <a:pt x="168611" y="1049877"/>
                  </a:lnTo>
                  <a:lnTo>
                    <a:pt x="170536" y="1038825"/>
                  </a:lnTo>
                  <a:lnTo>
                    <a:pt x="172443" y="1027775"/>
                  </a:lnTo>
                  <a:lnTo>
                    <a:pt x="174330" y="1016722"/>
                  </a:lnTo>
                  <a:lnTo>
                    <a:pt x="176200" y="1005672"/>
                  </a:lnTo>
                  <a:lnTo>
                    <a:pt x="178051" y="994620"/>
                  </a:lnTo>
                  <a:lnTo>
                    <a:pt x="179885" y="983569"/>
                  </a:lnTo>
                  <a:lnTo>
                    <a:pt x="181703" y="972517"/>
                  </a:lnTo>
                  <a:lnTo>
                    <a:pt x="181968" y="970893"/>
                  </a:lnTo>
                  <a:lnTo>
                    <a:pt x="183624" y="961466"/>
                  </a:lnTo>
                  <a:lnTo>
                    <a:pt x="185547" y="950416"/>
                  </a:lnTo>
                  <a:lnTo>
                    <a:pt x="187452" y="939364"/>
                  </a:lnTo>
                  <a:lnTo>
                    <a:pt x="189339" y="928313"/>
                  </a:lnTo>
                  <a:lnTo>
                    <a:pt x="191212" y="917261"/>
                  </a:lnTo>
                  <a:lnTo>
                    <a:pt x="193066" y="906210"/>
                  </a:lnTo>
                  <a:lnTo>
                    <a:pt x="194904" y="895158"/>
                  </a:lnTo>
                  <a:lnTo>
                    <a:pt x="196727" y="884108"/>
                  </a:lnTo>
                  <a:lnTo>
                    <a:pt x="197133" y="881632"/>
                  </a:lnTo>
                  <a:lnTo>
                    <a:pt x="198636" y="873055"/>
                  </a:lnTo>
                  <a:lnTo>
                    <a:pt x="200557" y="862005"/>
                  </a:lnTo>
                  <a:lnTo>
                    <a:pt x="202461" y="850953"/>
                  </a:lnTo>
                  <a:lnTo>
                    <a:pt x="204350" y="839902"/>
                  </a:lnTo>
                  <a:lnTo>
                    <a:pt x="206224" y="828850"/>
                  </a:lnTo>
                  <a:lnTo>
                    <a:pt x="208082" y="817799"/>
                  </a:lnTo>
                  <a:lnTo>
                    <a:pt x="209923" y="806747"/>
                  </a:lnTo>
                  <a:lnTo>
                    <a:pt x="211751" y="795697"/>
                  </a:lnTo>
                  <a:lnTo>
                    <a:pt x="212296" y="792372"/>
                  </a:lnTo>
                  <a:lnTo>
                    <a:pt x="213650" y="784645"/>
                  </a:lnTo>
                  <a:lnTo>
                    <a:pt x="215568" y="773594"/>
                  </a:lnTo>
                  <a:lnTo>
                    <a:pt x="217473" y="762542"/>
                  </a:lnTo>
                  <a:lnTo>
                    <a:pt x="219362" y="751491"/>
                  </a:lnTo>
                  <a:lnTo>
                    <a:pt x="221236" y="740439"/>
                  </a:lnTo>
                  <a:lnTo>
                    <a:pt x="223097" y="729388"/>
                  </a:lnTo>
                  <a:lnTo>
                    <a:pt x="224942" y="718336"/>
                  </a:lnTo>
                  <a:lnTo>
                    <a:pt x="226773" y="707286"/>
                  </a:lnTo>
                  <a:lnTo>
                    <a:pt x="227459" y="703112"/>
                  </a:lnTo>
                  <a:lnTo>
                    <a:pt x="228663" y="696234"/>
                  </a:lnTo>
                  <a:lnTo>
                    <a:pt x="230582" y="685183"/>
                  </a:lnTo>
                  <a:lnTo>
                    <a:pt x="232485" y="674132"/>
                  </a:lnTo>
                  <a:lnTo>
                    <a:pt x="234374" y="663080"/>
                  </a:lnTo>
                  <a:lnTo>
                    <a:pt x="236250" y="652030"/>
                  </a:lnTo>
                  <a:lnTo>
                    <a:pt x="238113" y="640977"/>
                  </a:lnTo>
                  <a:lnTo>
                    <a:pt x="239960" y="629927"/>
                  </a:lnTo>
                  <a:lnTo>
                    <a:pt x="241797" y="618875"/>
                  </a:lnTo>
                  <a:lnTo>
                    <a:pt x="242624" y="613852"/>
                  </a:lnTo>
                  <a:lnTo>
                    <a:pt x="243677" y="607824"/>
                  </a:lnTo>
                  <a:lnTo>
                    <a:pt x="245594" y="596772"/>
                  </a:lnTo>
                  <a:lnTo>
                    <a:pt x="247498" y="585721"/>
                  </a:lnTo>
                  <a:lnTo>
                    <a:pt x="249388" y="574669"/>
                  </a:lnTo>
                  <a:lnTo>
                    <a:pt x="251265" y="563619"/>
                  </a:lnTo>
                  <a:lnTo>
                    <a:pt x="253128" y="552567"/>
                  </a:lnTo>
                  <a:lnTo>
                    <a:pt x="254979" y="541516"/>
                  </a:lnTo>
                  <a:lnTo>
                    <a:pt x="256819" y="530464"/>
                  </a:lnTo>
                  <a:lnTo>
                    <a:pt x="257788" y="524594"/>
                  </a:lnTo>
                  <a:lnTo>
                    <a:pt x="258693" y="519413"/>
                  </a:lnTo>
                  <a:lnTo>
                    <a:pt x="260608" y="508361"/>
                  </a:lnTo>
                  <a:lnTo>
                    <a:pt x="262511" y="497310"/>
                  </a:lnTo>
                  <a:lnTo>
                    <a:pt x="264402" y="486258"/>
                  </a:lnTo>
                  <a:lnTo>
                    <a:pt x="266279" y="475208"/>
                  </a:lnTo>
                  <a:lnTo>
                    <a:pt x="268145" y="464156"/>
                  </a:lnTo>
                  <a:lnTo>
                    <a:pt x="269998" y="453105"/>
                  </a:lnTo>
                  <a:lnTo>
                    <a:pt x="271839" y="442053"/>
                  </a:lnTo>
                  <a:lnTo>
                    <a:pt x="272953" y="435335"/>
                  </a:lnTo>
                  <a:lnTo>
                    <a:pt x="273708" y="431002"/>
                  </a:lnTo>
                  <a:lnTo>
                    <a:pt x="275623" y="419952"/>
                  </a:lnTo>
                  <a:lnTo>
                    <a:pt x="277525" y="408899"/>
                  </a:lnTo>
                  <a:lnTo>
                    <a:pt x="279416" y="397849"/>
                  </a:lnTo>
                  <a:lnTo>
                    <a:pt x="281295" y="386797"/>
                  </a:lnTo>
                  <a:lnTo>
                    <a:pt x="283162" y="375746"/>
                  </a:lnTo>
                  <a:lnTo>
                    <a:pt x="285018" y="364694"/>
                  </a:lnTo>
                  <a:lnTo>
                    <a:pt x="286861" y="353643"/>
                  </a:lnTo>
                  <a:lnTo>
                    <a:pt x="288116" y="346077"/>
                  </a:lnTo>
                  <a:lnTo>
                    <a:pt x="288724" y="342591"/>
                  </a:lnTo>
                  <a:lnTo>
                    <a:pt x="290637" y="331541"/>
                  </a:lnTo>
                  <a:lnTo>
                    <a:pt x="292541" y="320488"/>
                  </a:lnTo>
                  <a:lnTo>
                    <a:pt x="294431" y="309438"/>
                  </a:lnTo>
                  <a:lnTo>
                    <a:pt x="296310" y="298386"/>
                  </a:lnTo>
                  <a:lnTo>
                    <a:pt x="298179" y="287335"/>
                  </a:lnTo>
                  <a:lnTo>
                    <a:pt x="300037" y="276283"/>
                  </a:lnTo>
                  <a:lnTo>
                    <a:pt x="301883" y="265232"/>
                  </a:lnTo>
                  <a:lnTo>
                    <a:pt x="303279" y="256820"/>
                  </a:lnTo>
                  <a:lnTo>
                    <a:pt x="303739" y="254180"/>
                  </a:lnTo>
                  <a:lnTo>
                    <a:pt x="305653" y="243130"/>
                  </a:lnTo>
                  <a:lnTo>
                    <a:pt x="307555" y="232078"/>
                  </a:lnTo>
                  <a:lnTo>
                    <a:pt x="309447" y="221027"/>
                  </a:lnTo>
                  <a:lnTo>
                    <a:pt x="311327" y="209975"/>
                  </a:lnTo>
                  <a:lnTo>
                    <a:pt x="313197" y="198924"/>
                  </a:lnTo>
                  <a:lnTo>
                    <a:pt x="315056" y="187872"/>
                  </a:lnTo>
                  <a:lnTo>
                    <a:pt x="316904" y="176821"/>
                  </a:lnTo>
                  <a:lnTo>
                    <a:pt x="318444" y="167561"/>
                  </a:lnTo>
                  <a:lnTo>
                    <a:pt x="318756" y="165771"/>
                  </a:lnTo>
                  <a:lnTo>
                    <a:pt x="320668" y="154719"/>
                  </a:lnTo>
                  <a:lnTo>
                    <a:pt x="322570" y="143668"/>
                  </a:lnTo>
                  <a:lnTo>
                    <a:pt x="324462" y="132616"/>
                  </a:lnTo>
                  <a:lnTo>
                    <a:pt x="326343" y="121565"/>
                  </a:lnTo>
                  <a:lnTo>
                    <a:pt x="328214" y="110513"/>
                  </a:lnTo>
                  <a:lnTo>
                    <a:pt x="330075" y="99463"/>
                  </a:lnTo>
                  <a:lnTo>
                    <a:pt x="331924" y="88410"/>
                  </a:lnTo>
                  <a:lnTo>
                    <a:pt x="333608" y="78304"/>
                  </a:lnTo>
                  <a:lnTo>
                    <a:pt x="333772" y="77359"/>
                  </a:lnTo>
                  <a:lnTo>
                    <a:pt x="335684" y="66308"/>
                  </a:lnTo>
                  <a:lnTo>
                    <a:pt x="337586" y="55257"/>
                  </a:lnTo>
                  <a:lnTo>
                    <a:pt x="339478" y="44205"/>
                  </a:lnTo>
                  <a:lnTo>
                    <a:pt x="341360" y="33154"/>
                  </a:lnTo>
                  <a:lnTo>
                    <a:pt x="343231" y="22103"/>
                  </a:lnTo>
                  <a:lnTo>
                    <a:pt x="345093" y="11051"/>
                  </a:lnTo>
                  <a:lnTo>
                    <a:pt x="346946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4543C02B-98DB-FCF1-FCAC-E923B29A51B6}"/>
                </a:ext>
              </a:extLst>
            </p:cNvPr>
            <p:cNvSpPr/>
            <p:nvPr/>
          </p:nvSpPr>
          <p:spPr>
            <a:xfrm>
              <a:off x="8323233" y="3816607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9FE205C5-4937-ECAF-ABB4-923EDF0B65A0}"/>
              </a:ext>
            </a:extLst>
          </p:cNvPr>
          <p:cNvGrpSpPr/>
          <p:nvPr/>
        </p:nvGrpSpPr>
        <p:grpSpPr>
          <a:xfrm>
            <a:off x="5219176" y="2545736"/>
            <a:ext cx="3222315" cy="1091157"/>
            <a:chOff x="5219176" y="2545736"/>
            <a:chExt cx="3222315" cy="1091157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212771B-84EC-DC45-3DBA-62F50DABC4E4}"/>
                </a:ext>
              </a:extLst>
            </p:cNvPr>
            <p:cNvSpPr/>
            <p:nvPr/>
          </p:nvSpPr>
          <p:spPr>
            <a:xfrm>
              <a:off x="5219176" y="2545736"/>
              <a:ext cx="29538" cy="1091157"/>
            </a:xfrm>
            <a:custGeom>
              <a:avLst/>
              <a:gdLst>
                <a:gd name="csX0" fmla="*/ 29538 w 29538"/>
                <a:gd name="csY0" fmla="*/ 0 h 1091157"/>
                <a:gd name="csX1" fmla="*/ 29275 w 29538"/>
                <a:gd name="csY1" fmla="*/ 11051 h 1091157"/>
                <a:gd name="csX2" fmla="*/ 29009 w 29538"/>
                <a:gd name="csY2" fmla="*/ 22103 h 1091157"/>
                <a:gd name="csX3" fmla="*/ 28743 w 29538"/>
                <a:gd name="csY3" fmla="*/ 33154 h 1091157"/>
                <a:gd name="csX4" fmla="*/ 28476 w 29538"/>
                <a:gd name="csY4" fmla="*/ 44205 h 1091157"/>
                <a:gd name="csX5" fmla="*/ 28206 w 29538"/>
                <a:gd name="csY5" fmla="*/ 55257 h 1091157"/>
                <a:gd name="csX6" fmla="*/ 27935 w 29538"/>
                <a:gd name="csY6" fmla="*/ 66308 h 1091157"/>
                <a:gd name="csX7" fmla="*/ 27664 w 29538"/>
                <a:gd name="csY7" fmla="*/ 77359 h 1091157"/>
                <a:gd name="csX8" fmla="*/ 27390 w 29538"/>
                <a:gd name="csY8" fmla="*/ 88410 h 1091157"/>
                <a:gd name="csX9" fmla="*/ 27116 w 29538"/>
                <a:gd name="csY9" fmla="*/ 99463 h 1091157"/>
                <a:gd name="csX10" fmla="*/ 26840 w 29538"/>
                <a:gd name="csY10" fmla="*/ 110513 h 1091157"/>
                <a:gd name="csX11" fmla="*/ 26562 w 29538"/>
                <a:gd name="csY11" fmla="*/ 121565 h 1091157"/>
                <a:gd name="csX12" fmla="*/ 26283 w 29538"/>
                <a:gd name="csY12" fmla="*/ 132616 h 1091157"/>
                <a:gd name="csX13" fmla="*/ 26002 w 29538"/>
                <a:gd name="csY13" fmla="*/ 143668 h 1091157"/>
                <a:gd name="csX14" fmla="*/ 25719 w 29538"/>
                <a:gd name="csY14" fmla="*/ 154719 h 1091157"/>
                <a:gd name="csX15" fmla="*/ 25437 w 29538"/>
                <a:gd name="csY15" fmla="*/ 165771 h 1091157"/>
                <a:gd name="csX16" fmla="*/ 25151 w 29538"/>
                <a:gd name="csY16" fmla="*/ 176821 h 1091157"/>
                <a:gd name="csX17" fmla="*/ 24865 w 29538"/>
                <a:gd name="csY17" fmla="*/ 187872 h 1091157"/>
                <a:gd name="csX18" fmla="*/ 24576 w 29538"/>
                <a:gd name="csY18" fmla="*/ 198924 h 1091157"/>
                <a:gd name="csX19" fmla="*/ 24287 w 29538"/>
                <a:gd name="csY19" fmla="*/ 209975 h 1091157"/>
                <a:gd name="csX20" fmla="*/ 23995 w 29538"/>
                <a:gd name="csY20" fmla="*/ 221027 h 1091157"/>
                <a:gd name="csX21" fmla="*/ 23703 w 29538"/>
                <a:gd name="csY21" fmla="*/ 232078 h 1091157"/>
                <a:gd name="csX22" fmla="*/ 23409 w 29538"/>
                <a:gd name="csY22" fmla="*/ 243130 h 1091157"/>
                <a:gd name="csX23" fmla="*/ 23113 w 29538"/>
                <a:gd name="csY23" fmla="*/ 254180 h 1091157"/>
                <a:gd name="csX24" fmla="*/ 22814 w 29538"/>
                <a:gd name="csY24" fmla="*/ 265232 h 1091157"/>
                <a:gd name="csX25" fmla="*/ 22515 w 29538"/>
                <a:gd name="csY25" fmla="*/ 276283 h 1091157"/>
                <a:gd name="csX26" fmla="*/ 22213 w 29538"/>
                <a:gd name="csY26" fmla="*/ 287335 h 1091157"/>
                <a:gd name="csX27" fmla="*/ 21911 w 29538"/>
                <a:gd name="csY27" fmla="*/ 298386 h 1091157"/>
                <a:gd name="csX28" fmla="*/ 21607 w 29538"/>
                <a:gd name="csY28" fmla="*/ 309438 h 1091157"/>
                <a:gd name="csX29" fmla="*/ 21300 w 29538"/>
                <a:gd name="csY29" fmla="*/ 320488 h 1091157"/>
                <a:gd name="csX30" fmla="*/ 20991 w 29538"/>
                <a:gd name="csY30" fmla="*/ 331541 h 1091157"/>
                <a:gd name="csX31" fmla="*/ 20682 w 29538"/>
                <a:gd name="csY31" fmla="*/ 342591 h 1091157"/>
                <a:gd name="csX32" fmla="*/ 20370 w 29538"/>
                <a:gd name="csY32" fmla="*/ 353643 h 1091157"/>
                <a:gd name="csX33" fmla="*/ 20056 w 29538"/>
                <a:gd name="csY33" fmla="*/ 364694 h 1091157"/>
                <a:gd name="csX34" fmla="*/ 19741 w 29538"/>
                <a:gd name="csY34" fmla="*/ 375746 h 1091157"/>
                <a:gd name="csX35" fmla="*/ 19424 w 29538"/>
                <a:gd name="csY35" fmla="*/ 386797 h 1091157"/>
                <a:gd name="csX36" fmla="*/ 19104 w 29538"/>
                <a:gd name="csY36" fmla="*/ 397849 h 1091157"/>
                <a:gd name="csX37" fmla="*/ 18783 w 29538"/>
                <a:gd name="csY37" fmla="*/ 408899 h 1091157"/>
                <a:gd name="csX38" fmla="*/ 18460 w 29538"/>
                <a:gd name="csY38" fmla="*/ 419952 h 1091157"/>
                <a:gd name="csX39" fmla="*/ 18135 w 29538"/>
                <a:gd name="csY39" fmla="*/ 431002 h 1091157"/>
                <a:gd name="csX40" fmla="*/ 17808 w 29538"/>
                <a:gd name="csY40" fmla="*/ 442053 h 1091157"/>
                <a:gd name="csX41" fmla="*/ 17478 w 29538"/>
                <a:gd name="csY41" fmla="*/ 453105 h 1091157"/>
                <a:gd name="csX42" fmla="*/ 17147 w 29538"/>
                <a:gd name="csY42" fmla="*/ 464156 h 1091157"/>
                <a:gd name="csX43" fmla="*/ 16814 w 29538"/>
                <a:gd name="csY43" fmla="*/ 475208 h 1091157"/>
                <a:gd name="csX44" fmla="*/ 16479 w 29538"/>
                <a:gd name="csY44" fmla="*/ 486258 h 1091157"/>
                <a:gd name="csX45" fmla="*/ 16141 w 29538"/>
                <a:gd name="csY45" fmla="*/ 497310 h 1091157"/>
                <a:gd name="csX46" fmla="*/ 15801 w 29538"/>
                <a:gd name="csY46" fmla="*/ 508361 h 1091157"/>
                <a:gd name="csX47" fmla="*/ 15459 w 29538"/>
                <a:gd name="csY47" fmla="*/ 519413 h 1091157"/>
                <a:gd name="csX48" fmla="*/ 15165 w 29538"/>
                <a:gd name="csY48" fmla="*/ 528872 h 1091157"/>
                <a:gd name="csX49" fmla="*/ 15129 w 29538"/>
                <a:gd name="csY49" fmla="*/ 530464 h 1091157"/>
                <a:gd name="csX50" fmla="*/ 14882 w 29538"/>
                <a:gd name="csY50" fmla="*/ 541516 h 1091157"/>
                <a:gd name="csX51" fmla="*/ 14634 w 29538"/>
                <a:gd name="csY51" fmla="*/ 552567 h 1091157"/>
                <a:gd name="csX52" fmla="*/ 14385 w 29538"/>
                <a:gd name="csY52" fmla="*/ 563619 h 1091157"/>
                <a:gd name="csX53" fmla="*/ 14133 w 29538"/>
                <a:gd name="csY53" fmla="*/ 574669 h 1091157"/>
                <a:gd name="csX54" fmla="*/ 13881 w 29538"/>
                <a:gd name="csY54" fmla="*/ 585721 h 1091157"/>
                <a:gd name="csX55" fmla="*/ 13626 w 29538"/>
                <a:gd name="csY55" fmla="*/ 596772 h 1091157"/>
                <a:gd name="csX56" fmla="*/ 13368 w 29538"/>
                <a:gd name="csY56" fmla="*/ 607824 h 1091157"/>
                <a:gd name="csX57" fmla="*/ 13110 w 29538"/>
                <a:gd name="csY57" fmla="*/ 618875 h 1091157"/>
                <a:gd name="csX58" fmla="*/ 12851 w 29538"/>
                <a:gd name="csY58" fmla="*/ 629927 h 1091157"/>
                <a:gd name="csX59" fmla="*/ 12588 w 29538"/>
                <a:gd name="csY59" fmla="*/ 640977 h 1091157"/>
                <a:gd name="csX60" fmla="*/ 12325 w 29538"/>
                <a:gd name="csY60" fmla="*/ 652030 h 1091157"/>
                <a:gd name="csX61" fmla="*/ 12059 w 29538"/>
                <a:gd name="csY61" fmla="*/ 663080 h 1091157"/>
                <a:gd name="csX62" fmla="*/ 11791 w 29538"/>
                <a:gd name="csY62" fmla="*/ 674132 h 1091157"/>
                <a:gd name="csX63" fmla="*/ 11522 w 29538"/>
                <a:gd name="csY63" fmla="*/ 685183 h 1091157"/>
                <a:gd name="csX64" fmla="*/ 11251 w 29538"/>
                <a:gd name="csY64" fmla="*/ 696234 h 1091157"/>
                <a:gd name="csX65" fmla="*/ 10978 w 29538"/>
                <a:gd name="csY65" fmla="*/ 707286 h 1091157"/>
                <a:gd name="csX66" fmla="*/ 10702 w 29538"/>
                <a:gd name="csY66" fmla="*/ 718336 h 1091157"/>
                <a:gd name="csX67" fmla="*/ 10425 w 29538"/>
                <a:gd name="csY67" fmla="*/ 729388 h 1091157"/>
                <a:gd name="csX68" fmla="*/ 10146 w 29538"/>
                <a:gd name="csY68" fmla="*/ 740439 h 1091157"/>
                <a:gd name="csX69" fmla="*/ 9865 w 29538"/>
                <a:gd name="csY69" fmla="*/ 751491 h 1091157"/>
                <a:gd name="csX70" fmla="*/ 9581 w 29538"/>
                <a:gd name="csY70" fmla="*/ 762542 h 1091157"/>
                <a:gd name="csX71" fmla="*/ 9295 w 29538"/>
                <a:gd name="csY71" fmla="*/ 773594 h 1091157"/>
                <a:gd name="csX72" fmla="*/ 9007 w 29538"/>
                <a:gd name="csY72" fmla="*/ 784645 h 1091157"/>
                <a:gd name="csX73" fmla="*/ 8718 w 29538"/>
                <a:gd name="csY73" fmla="*/ 795697 h 1091157"/>
                <a:gd name="csX74" fmla="*/ 8426 w 29538"/>
                <a:gd name="csY74" fmla="*/ 806747 h 1091157"/>
                <a:gd name="csX75" fmla="*/ 8130 w 29538"/>
                <a:gd name="csY75" fmla="*/ 817799 h 1091157"/>
                <a:gd name="csX76" fmla="*/ 7835 w 29538"/>
                <a:gd name="csY76" fmla="*/ 828850 h 1091157"/>
                <a:gd name="csX77" fmla="*/ 7534 w 29538"/>
                <a:gd name="csY77" fmla="*/ 839902 h 1091157"/>
                <a:gd name="csX78" fmla="*/ 7233 w 29538"/>
                <a:gd name="csY78" fmla="*/ 850953 h 1091157"/>
                <a:gd name="csX79" fmla="*/ 6930 w 29538"/>
                <a:gd name="csY79" fmla="*/ 862005 h 1091157"/>
                <a:gd name="csX80" fmla="*/ 6622 w 29538"/>
                <a:gd name="csY80" fmla="*/ 873055 h 1091157"/>
                <a:gd name="csX81" fmla="*/ 6314 w 29538"/>
                <a:gd name="csY81" fmla="*/ 884108 h 1091157"/>
                <a:gd name="csX82" fmla="*/ 6002 w 29538"/>
                <a:gd name="csY82" fmla="*/ 895158 h 1091157"/>
                <a:gd name="csX83" fmla="*/ 5688 w 29538"/>
                <a:gd name="csY83" fmla="*/ 906210 h 1091157"/>
                <a:gd name="csX84" fmla="*/ 5371 w 29538"/>
                <a:gd name="csY84" fmla="*/ 917261 h 1091157"/>
                <a:gd name="csX85" fmla="*/ 5052 w 29538"/>
                <a:gd name="csY85" fmla="*/ 928313 h 1091157"/>
                <a:gd name="csX86" fmla="*/ 4730 w 29538"/>
                <a:gd name="csY86" fmla="*/ 939364 h 1091157"/>
                <a:gd name="csX87" fmla="*/ 4405 w 29538"/>
                <a:gd name="csY87" fmla="*/ 950416 h 1091157"/>
                <a:gd name="csX88" fmla="*/ 4077 w 29538"/>
                <a:gd name="csY88" fmla="*/ 961466 h 1091157"/>
                <a:gd name="csX89" fmla="*/ 3746 w 29538"/>
                <a:gd name="csY89" fmla="*/ 972517 h 1091157"/>
                <a:gd name="csX90" fmla="*/ 3413 w 29538"/>
                <a:gd name="csY90" fmla="*/ 983569 h 1091157"/>
                <a:gd name="csX91" fmla="*/ 3076 w 29538"/>
                <a:gd name="csY91" fmla="*/ 994620 h 1091157"/>
                <a:gd name="csX92" fmla="*/ 2736 w 29538"/>
                <a:gd name="csY92" fmla="*/ 1005672 h 1091157"/>
                <a:gd name="csX93" fmla="*/ 2393 w 29538"/>
                <a:gd name="csY93" fmla="*/ 1016722 h 1091157"/>
                <a:gd name="csX94" fmla="*/ 2048 w 29538"/>
                <a:gd name="csY94" fmla="*/ 1027775 h 1091157"/>
                <a:gd name="csX95" fmla="*/ 1698 w 29538"/>
                <a:gd name="csY95" fmla="*/ 1038825 h 1091157"/>
                <a:gd name="csX96" fmla="*/ 1347 w 29538"/>
                <a:gd name="csY96" fmla="*/ 1049877 h 1091157"/>
                <a:gd name="csX97" fmla="*/ 990 w 29538"/>
                <a:gd name="csY97" fmla="*/ 1060928 h 1091157"/>
                <a:gd name="csX98" fmla="*/ 632 w 29538"/>
                <a:gd name="csY98" fmla="*/ 1071980 h 1091157"/>
                <a:gd name="csX99" fmla="*/ 269 w 29538"/>
                <a:gd name="csY99" fmla="*/ 1083031 h 1091157"/>
                <a:gd name="csX100" fmla="*/ 0 w 29538"/>
                <a:gd name="csY100" fmla="*/ 1091158 h 1091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29538" h="1091157">
                  <a:moveTo>
                    <a:pt x="29538" y="0"/>
                  </a:moveTo>
                  <a:lnTo>
                    <a:pt x="29275" y="11051"/>
                  </a:lnTo>
                  <a:lnTo>
                    <a:pt x="29009" y="22103"/>
                  </a:lnTo>
                  <a:lnTo>
                    <a:pt x="28743" y="33154"/>
                  </a:lnTo>
                  <a:lnTo>
                    <a:pt x="28476" y="44205"/>
                  </a:lnTo>
                  <a:lnTo>
                    <a:pt x="28206" y="55257"/>
                  </a:lnTo>
                  <a:lnTo>
                    <a:pt x="27935" y="66308"/>
                  </a:lnTo>
                  <a:lnTo>
                    <a:pt x="27664" y="77359"/>
                  </a:lnTo>
                  <a:lnTo>
                    <a:pt x="27390" y="88410"/>
                  </a:lnTo>
                  <a:lnTo>
                    <a:pt x="27116" y="99463"/>
                  </a:lnTo>
                  <a:lnTo>
                    <a:pt x="26840" y="110513"/>
                  </a:lnTo>
                  <a:lnTo>
                    <a:pt x="26562" y="121565"/>
                  </a:lnTo>
                  <a:lnTo>
                    <a:pt x="26283" y="132616"/>
                  </a:lnTo>
                  <a:lnTo>
                    <a:pt x="26002" y="143668"/>
                  </a:lnTo>
                  <a:lnTo>
                    <a:pt x="25719" y="154719"/>
                  </a:lnTo>
                  <a:lnTo>
                    <a:pt x="25437" y="165771"/>
                  </a:lnTo>
                  <a:lnTo>
                    <a:pt x="25151" y="176821"/>
                  </a:lnTo>
                  <a:lnTo>
                    <a:pt x="24865" y="187872"/>
                  </a:lnTo>
                  <a:lnTo>
                    <a:pt x="24576" y="198924"/>
                  </a:lnTo>
                  <a:lnTo>
                    <a:pt x="24287" y="209975"/>
                  </a:lnTo>
                  <a:lnTo>
                    <a:pt x="23995" y="221027"/>
                  </a:lnTo>
                  <a:lnTo>
                    <a:pt x="23703" y="232078"/>
                  </a:lnTo>
                  <a:lnTo>
                    <a:pt x="23409" y="243130"/>
                  </a:lnTo>
                  <a:lnTo>
                    <a:pt x="23113" y="254180"/>
                  </a:lnTo>
                  <a:lnTo>
                    <a:pt x="22814" y="265232"/>
                  </a:lnTo>
                  <a:lnTo>
                    <a:pt x="22515" y="276283"/>
                  </a:lnTo>
                  <a:lnTo>
                    <a:pt x="22213" y="287335"/>
                  </a:lnTo>
                  <a:lnTo>
                    <a:pt x="21911" y="298386"/>
                  </a:lnTo>
                  <a:lnTo>
                    <a:pt x="21607" y="309438"/>
                  </a:lnTo>
                  <a:lnTo>
                    <a:pt x="21300" y="320488"/>
                  </a:lnTo>
                  <a:lnTo>
                    <a:pt x="20991" y="331541"/>
                  </a:lnTo>
                  <a:lnTo>
                    <a:pt x="20682" y="342591"/>
                  </a:lnTo>
                  <a:lnTo>
                    <a:pt x="20370" y="353643"/>
                  </a:lnTo>
                  <a:lnTo>
                    <a:pt x="20056" y="364694"/>
                  </a:lnTo>
                  <a:lnTo>
                    <a:pt x="19741" y="375746"/>
                  </a:lnTo>
                  <a:lnTo>
                    <a:pt x="19424" y="386797"/>
                  </a:lnTo>
                  <a:lnTo>
                    <a:pt x="19104" y="397849"/>
                  </a:lnTo>
                  <a:lnTo>
                    <a:pt x="18783" y="408899"/>
                  </a:lnTo>
                  <a:lnTo>
                    <a:pt x="18460" y="419952"/>
                  </a:lnTo>
                  <a:lnTo>
                    <a:pt x="18135" y="431002"/>
                  </a:lnTo>
                  <a:lnTo>
                    <a:pt x="17808" y="442053"/>
                  </a:lnTo>
                  <a:lnTo>
                    <a:pt x="17478" y="453105"/>
                  </a:lnTo>
                  <a:lnTo>
                    <a:pt x="17147" y="464156"/>
                  </a:lnTo>
                  <a:lnTo>
                    <a:pt x="16814" y="475208"/>
                  </a:lnTo>
                  <a:lnTo>
                    <a:pt x="16479" y="486258"/>
                  </a:lnTo>
                  <a:lnTo>
                    <a:pt x="16141" y="497310"/>
                  </a:lnTo>
                  <a:lnTo>
                    <a:pt x="15801" y="508361"/>
                  </a:lnTo>
                  <a:lnTo>
                    <a:pt x="15459" y="519413"/>
                  </a:lnTo>
                  <a:lnTo>
                    <a:pt x="15165" y="528872"/>
                  </a:lnTo>
                  <a:lnTo>
                    <a:pt x="15129" y="530464"/>
                  </a:lnTo>
                  <a:lnTo>
                    <a:pt x="14882" y="541516"/>
                  </a:lnTo>
                  <a:lnTo>
                    <a:pt x="14634" y="552567"/>
                  </a:lnTo>
                  <a:lnTo>
                    <a:pt x="14385" y="563619"/>
                  </a:lnTo>
                  <a:lnTo>
                    <a:pt x="14133" y="574669"/>
                  </a:lnTo>
                  <a:lnTo>
                    <a:pt x="13881" y="585721"/>
                  </a:lnTo>
                  <a:lnTo>
                    <a:pt x="13626" y="596772"/>
                  </a:lnTo>
                  <a:lnTo>
                    <a:pt x="13368" y="607824"/>
                  </a:lnTo>
                  <a:lnTo>
                    <a:pt x="13110" y="618875"/>
                  </a:lnTo>
                  <a:lnTo>
                    <a:pt x="12851" y="629927"/>
                  </a:lnTo>
                  <a:lnTo>
                    <a:pt x="12588" y="640977"/>
                  </a:lnTo>
                  <a:lnTo>
                    <a:pt x="12325" y="652030"/>
                  </a:lnTo>
                  <a:lnTo>
                    <a:pt x="12059" y="663080"/>
                  </a:lnTo>
                  <a:lnTo>
                    <a:pt x="11791" y="674132"/>
                  </a:lnTo>
                  <a:lnTo>
                    <a:pt x="11522" y="685183"/>
                  </a:lnTo>
                  <a:lnTo>
                    <a:pt x="11251" y="696234"/>
                  </a:lnTo>
                  <a:lnTo>
                    <a:pt x="10978" y="707286"/>
                  </a:lnTo>
                  <a:lnTo>
                    <a:pt x="10702" y="718336"/>
                  </a:lnTo>
                  <a:lnTo>
                    <a:pt x="10425" y="729388"/>
                  </a:lnTo>
                  <a:lnTo>
                    <a:pt x="10146" y="740439"/>
                  </a:lnTo>
                  <a:lnTo>
                    <a:pt x="9865" y="751491"/>
                  </a:lnTo>
                  <a:lnTo>
                    <a:pt x="9581" y="762542"/>
                  </a:lnTo>
                  <a:lnTo>
                    <a:pt x="9295" y="773594"/>
                  </a:lnTo>
                  <a:lnTo>
                    <a:pt x="9007" y="784645"/>
                  </a:lnTo>
                  <a:lnTo>
                    <a:pt x="8718" y="795697"/>
                  </a:lnTo>
                  <a:lnTo>
                    <a:pt x="8426" y="806747"/>
                  </a:lnTo>
                  <a:lnTo>
                    <a:pt x="8130" y="817799"/>
                  </a:lnTo>
                  <a:lnTo>
                    <a:pt x="7835" y="828850"/>
                  </a:lnTo>
                  <a:lnTo>
                    <a:pt x="7534" y="839902"/>
                  </a:lnTo>
                  <a:lnTo>
                    <a:pt x="7233" y="850953"/>
                  </a:lnTo>
                  <a:lnTo>
                    <a:pt x="6930" y="862005"/>
                  </a:lnTo>
                  <a:lnTo>
                    <a:pt x="6622" y="873055"/>
                  </a:lnTo>
                  <a:lnTo>
                    <a:pt x="6314" y="884108"/>
                  </a:lnTo>
                  <a:lnTo>
                    <a:pt x="6002" y="895158"/>
                  </a:lnTo>
                  <a:lnTo>
                    <a:pt x="5688" y="906210"/>
                  </a:lnTo>
                  <a:lnTo>
                    <a:pt x="5371" y="917261"/>
                  </a:lnTo>
                  <a:lnTo>
                    <a:pt x="5052" y="928313"/>
                  </a:lnTo>
                  <a:lnTo>
                    <a:pt x="4730" y="939364"/>
                  </a:lnTo>
                  <a:lnTo>
                    <a:pt x="4405" y="950416"/>
                  </a:lnTo>
                  <a:lnTo>
                    <a:pt x="4077" y="961466"/>
                  </a:lnTo>
                  <a:lnTo>
                    <a:pt x="3746" y="972517"/>
                  </a:lnTo>
                  <a:lnTo>
                    <a:pt x="3413" y="983569"/>
                  </a:lnTo>
                  <a:lnTo>
                    <a:pt x="3076" y="994620"/>
                  </a:lnTo>
                  <a:lnTo>
                    <a:pt x="2736" y="1005672"/>
                  </a:lnTo>
                  <a:lnTo>
                    <a:pt x="2393" y="1016722"/>
                  </a:lnTo>
                  <a:lnTo>
                    <a:pt x="2048" y="1027775"/>
                  </a:lnTo>
                  <a:lnTo>
                    <a:pt x="1698" y="1038825"/>
                  </a:lnTo>
                  <a:lnTo>
                    <a:pt x="1347" y="1049877"/>
                  </a:lnTo>
                  <a:lnTo>
                    <a:pt x="990" y="1060928"/>
                  </a:lnTo>
                  <a:lnTo>
                    <a:pt x="632" y="1071980"/>
                  </a:lnTo>
                  <a:lnTo>
                    <a:pt x="269" y="1083031"/>
                  </a:lnTo>
                  <a:lnTo>
                    <a:pt x="0" y="1091158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C49595C7-A6A1-B313-7FF1-AC6D2B6D4265}"/>
                </a:ext>
              </a:extLst>
            </p:cNvPr>
            <p:cNvSpPr/>
            <p:nvPr/>
          </p:nvSpPr>
          <p:spPr>
            <a:xfrm>
              <a:off x="8323233" y="2882735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E9E6624-0E02-AE3D-AAF6-8E18A117E841}"/>
              </a:ext>
            </a:extLst>
          </p:cNvPr>
          <p:cNvGrpSpPr/>
          <p:nvPr/>
        </p:nvGrpSpPr>
        <p:grpSpPr>
          <a:xfrm>
            <a:off x="509729" y="2501624"/>
            <a:ext cx="3450745" cy="2559790"/>
            <a:chOff x="509729" y="2501624"/>
            <a:chExt cx="3450745" cy="2559790"/>
          </a:xfrm>
        </p:grpSpPr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42B6A005-F0A4-D827-3F2D-A0F68AF681FA}"/>
                </a:ext>
              </a:extLst>
            </p:cNvPr>
            <p:cNvSpPr/>
            <p:nvPr/>
          </p:nvSpPr>
          <p:spPr>
            <a:xfrm>
              <a:off x="909449" y="2540211"/>
              <a:ext cx="3030576" cy="2210267"/>
            </a:xfrm>
            <a:custGeom>
              <a:avLst/>
              <a:gdLst>
                <a:gd name="csX0" fmla="*/ 0 w 3030576"/>
                <a:gd name="csY0" fmla="*/ 2210268 h 2210267"/>
                <a:gd name="csX1" fmla="*/ 3030577 w 3030576"/>
                <a:gd name="csY1" fmla="*/ 2210268 h 2210267"/>
                <a:gd name="csX2" fmla="*/ 3030577 w 3030576"/>
                <a:gd name="csY2" fmla="*/ 0 h 2210267"/>
                <a:gd name="csX3" fmla="*/ 0 w 3030576"/>
                <a:gd name="csY3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030576" h="2210267">
                  <a:moveTo>
                    <a:pt x="0" y="2210268"/>
                  </a:moveTo>
                  <a:lnTo>
                    <a:pt x="3030577" y="2210268"/>
                  </a:lnTo>
                  <a:lnTo>
                    <a:pt x="30305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A58C81D9-3615-35DB-14F2-5E0FAA43D286}"/>
                </a:ext>
              </a:extLst>
            </p:cNvPr>
            <p:cNvSpPr/>
            <p:nvPr/>
          </p:nvSpPr>
          <p:spPr>
            <a:xfrm>
              <a:off x="917026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858675F4-1F1B-A849-A382-0040E94CFD7F}"/>
                </a:ext>
              </a:extLst>
            </p:cNvPr>
            <p:cNvSpPr/>
            <p:nvPr/>
          </p:nvSpPr>
          <p:spPr>
            <a:xfrm>
              <a:off x="1922164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BD8360E-35E6-2FAF-30EE-5087EB4E7C49}"/>
                </a:ext>
              </a:extLst>
            </p:cNvPr>
            <p:cNvSpPr/>
            <p:nvPr/>
          </p:nvSpPr>
          <p:spPr>
            <a:xfrm>
              <a:off x="2927310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8C0A920A-160D-B17E-ECBE-51BE62CA909E}"/>
                </a:ext>
              </a:extLst>
            </p:cNvPr>
            <p:cNvSpPr/>
            <p:nvPr/>
          </p:nvSpPr>
          <p:spPr>
            <a:xfrm>
              <a:off x="3932437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F50A2B75-C9CD-6753-A9FD-62C07866C70B}"/>
                </a:ext>
              </a:extLst>
            </p:cNvPr>
            <p:cNvSpPr/>
            <p:nvPr/>
          </p:nvSpPr>
          <p:spPr>
            <a:xfrm>
              <a:off x="909449" y="4744959"/>
              <a:ext cx="3030576" cy="1642"/>
            </a:xfrm>
            <a:custGeom>
              <a:avLst/>
              <a:gdLst>
                <a:gd name="csX0" fmla="*/ 0 w 3030576"/>
                <a:gd name="csY0" fmla="*/ 0 h 1642"/>
                <a:gd name="csX1" fmla="*/ 3030577 w 3030576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0576" h="1642">
                  <a:moveTo>
                    <a:pt x="0" y="0"/>
                  </a:moveTo>
                  <a:lnTo>
                    <a:pt x="3030577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ADEF3244-1AD5-2F18-D96D-A96101167C9D}"/>
                </a:ext>
              </a:extLst>
            </p:cNvPr>
            <p:cNvSpPr/>
            <p:nvPr/>
          </p:nvSpPr>
          <p:spPr>
            <a:xfrm>
              <a:off x="909449" y="4011880"/>
              <a:ext cx="3030576" cy="1642"/>
            </a:xfrm>
            <a:custGeom>
              <a:avLst/>
              <a:gdLst>
                <a:gd name="csX0" fmla="*/ 0 w 3030576"/>
                <a:gd name="csY0" fmla="*/ 0 h 1642"/>
                <a:gd name="csX1" fmla="*/ 3030577 w 3030576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0576" h="1642">
                  <a:moveTo>
                    <a:pt x="0" y="0"/>
                  </a:moveTo>
                  <a:lnTo>
                    <a:pt x="3030577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1A9C3193-2CAA-399C-2AD8-831155E5767F}"/>
                </a:ext>
              </a:extLst>
            </p:cNvPr>
            <p:cNvSpPr/>
            <p:nvPr/>
          </p:nvSpPr>
          <p:spPr>
            <a:xfrm>
              <a:off x="909449" y="3278809"/>
              <a:ext cx="3030576" cy="1642"/>
            </a:xfrm>
            <a:custGeom>
              <a:avLst/>
              <a:gdLst>
                <a:gd name="csX0" fmla="*/ 0 w 3030576"/>
                <a:gd name="csY0" fmla="*/ 0 h 1642"/>
                <a:gd name="csX1" fmla="*/ 3030577 w 3030576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0576" h="1642">
                  <a:moveTo>
                    <a:pt x="0" y="0"/>
                  </a:moveTo>
                  <a:lnTo>
                    <a:pt x="3030577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0832BB79-26C3-00B2-A6E1-484CDEF77830}"/>
                </a:ext>
              </a:extLst>
            </p:cNvPr>
            <p:cNvSpPr/>
            <p:nvPr/>
          </p:nvSpPr>
          <p:spPr>
            <a:xfrm>
              <a:off x="909449" y="2545736"/>
              <a:ext cx="3030576" cy="1642"/>
            </a:xfrm>
            <a:custGeom>
              <a:avLst/>
              <a:gdLst>
                <a:gd name="csX0" fmla="*/ 0 w 3030576"/>
                <a:gd name="csY0" fmla="*/ 0 h 1642"/>
                <a:gd name="csX1" fmla="*/ 3030577 w 3030576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0576" h="1642">
                  <a:moveTo>
                    <a:pt x="0" y="0"/>
                  </a:moveTo>
                  <a:lnTo>
                    <a:pt x="3030577" y="0"/>
                  </a:lnTo>
                </a:path>
              </a:pathLst>
            </a:custGeom>
            <a:noFill/>
            <a:ln w="3278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7EE52DF7-752A-F62D-B15B-EF596100198A}"/>
                </a:ext>
              </a:extLst>
            </p:cNvPr>
            <p:cNvSpPr/>
            <p:nvPr/>
          </p:nvSpPr>
          <p:spPr>
            <a:xfrm>
              <a:off x="909449" y="4750478"/>
              <a:ext cx="3030576" cy="1642"/>
            </a:xfrm>
            <a:custGeom>
              <a:avLst/>
              <a:gdLst>
                <a:gd name="csX0" fmla="*/ 0 w 3030576"/>
                <a:gd name="csY0" fmla="*/ 0 h 1642"/>
                <a:gd name="csX1" fmla="*/ 3030577 w 3030576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030576" h="1642">
                  <a:moveTo>
                    <a:pt x="0" y="0"/>
                  </a:moveTo>
                  <a:lnTo>
                    <a:pt x="3030577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5D114319-BDF4-689C-C161-8F362FDC8508}"/>
                </a:ext>
              </a:extLst>
            </p:cNvPr>
            <p:cNvSpPr/>
            <p:nvPr/>
          </p:nvSpPr>
          <p:spPr>
            <a:xfrm>
              <a:off x="917026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CB342926-1D67-7002-00DC-3CD5D7088E0A}"/>
                </a:ext>
              </a:extLst>
            </p:cNvPr>
            <p:cNvSpPr/>
            <p:nvPr/>
          </p:nvSpPr>
          <p:spPr>
            <a:xfrm>
              <a:off x="1922164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BB9A9DDA-5B68-DD6E-EEFC-A0F8E73AAFB8}"/>
                </a:ext>
              </a:extLst>
            </p:cNvPr>
            <p:cNvSpPr/>
            <p:nvPr/>
          </p:nvSpPr>
          <p:spPr>
            <a:xfrm>
              <a:off x="2927310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02D7659E-5BF9-00F4-9127-0F6144D3701F}"/>
                </a:ext>
              </a:extLst>
            </p:cNvPr>
            <p:cNvSpPr/>
            <p:nvPr/>
          </p:nvSpPr>
          <p:spPr>
            <a:xfrm>
              <a:off x="3932437" y="4719436"/>
              <a:ext cx="1642" cy="31042"/>
            </a:xfrm>
            <a:custGeom>
              <a:avLst/>
              <a:gdLst>
                <a:gd name="csX0" fmla="*/ 0 w 1642"/>
                <a:gd name="csY0" fmla="*/ 31043 h 31042"/>
                <a:gd name="csX1" fmla="*/ 0 w 1642"/>
                <a:gd name="csY1" fmla="*/ 0 h 31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31042">
                  <a:moveTo>
                    <a:pt x="0" y="31043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D850E18C-0AB3-4039-951F-A9FB658403A7}"/>
                </a:ext>
              </a:extLst>
            </p:cNvPr>
            <p:cNvSpPr/>
            <p:nvPr/>
          </p:nvSpPr>
          <p:spPr>
            <a:xfrm>
              <a:off x="841804" y="4846990"/>
              <a:ext cx="73111" cy="9690"/>
            </a:xfrm>
            <a:custGeom>
              <a:avLst/>
              <a:gdLst>
                <a:gd name="csX0" fmla="*/ 0 w 73111"/>
                <a:gd name="csY0" fmla="*/ 0 h 9690"/>
                <a:gd name="csX1" fmla="*/ 73111 w 73111"/>
                <a:gd name="csY1" fmla="*/ 0 h 9690"/>
                <a:gd name="csX2" fmla="*/ 73111 w 73111"/>
                <a:gd name="csY2" fmla="*/ 9691 h 9690"/>
                <a:gd name="csX3" fmla="*/ 0 w 73111"/>
                <a:gd name="csY3" fmla="*/ 9691 h 9690"/>
                <a:gd name="csX4" fmla="*/ 0 w 73111"/>
                <a:gd name="csY4" fmla="*/ 0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11" h="9690">
                  <a:moveTo>
                    <a:pt x="0" y="0"/>
                  </a:moveTo>
                  <a:lnTo>
                    <a:pt x="73111" y="0"/>
                  </a:lnTo>
                  <a:lnTo>
                    <a:pt x="73111" y="9691"/>
                  </a:lnTo>
                  <a:lnTo>
                    <a:pt x="0" y="96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D9875CE0-B72A-E377-1DF1-DF15D7E6E0B9}"/>
                </a:ext>
              </a:extLst>
            </p:cNvPr>
            <p:cNvSpPr/>
            <p:nvPr/>
          </p:nvSpPr>
          <p:spPr>
            <a:xfrm>
              <a:off x="936188" y="4801756"/>
              <a:ext cx="56060" cy="88348"/>
            </a:xfrm>
            <a:custGeom>
              <a:avLst/>
              <a:gdLst>
                <a:gd name="csX0" fmla="*/ 38495 w 56060"/>
                <a:gd name="csY0" fmla="*/ 40783 h 88348"/>
                <a:gd name="csX1" fmla="*/ 51383 w 56060"/>
                <a:gd name="csY1" fmla="*/ 48141 h 88348"/>
                <a:gd name="csX2" fmla="*/ 56061 w 56060"/>
                <a:gd name="csY2" fmla="*/ 61938 h 88348"/>
                <a:gd name="csX3" fmla="*/ 47392 w 56060"/>
                <a:gd name="csY3" fmla="*/ 81450 h 88348"/>
                <a:gd name="csX4" fmla="*/ 22755 w 56060"/>
                <a:gd name="csY4" fmla="*/ 88348 h 88348"/>
                <a:gd name="csX5" fmla="*/ 11691 w 56060"/>
                <a:gd name="csY5" fmla="*/ 87265 h 88348"/>
                <a:gd name="csX6" fmla="*/ 0 w 56060"/>
                <a:gd name="csY6" fmla="*/ 84127 h 88348"/>
                <a:gd name="csX7" fmla="*/ 0 w 56060"/>
                <a:gd name="csY7" fmla="*/ 73008 h 88348"/>
                <a:gd name="csX8" fmla="*/ 10494 w 56060"/>
                <a:gd name="csY8" fmla="*/ 77229 h 88348"/>
                <a:gd name="csX9" fmla="*/ 22413 w 56060"/>
                <a:gd name="csY9" fmla="*/ 78642 h 88348"/>
                <a:gd name="csX10" fmla="*/ 38894 w 56060"/>
                <a:gd name="csY10" fmla="*/ 74371 h 88348"/>
                <a:gd name="csX11" fmla="*/ 44596 w 56060"/>
                <a:gd name="csY11" fmla="*/ 61938 h 88348"/>
                <a:gd name="csX12" fmla="*/ 39293 w 56060"/>
                <a:gd name="csY12" fmla="*/ 50194 h 88348"/>
                <a:gd name="csX13" fmla="*/ 24637 w 56060"/>
                <a:gd name="csY13" fmla="*/ 45907 h 88348"/>
                <a:gd name="csX14" fmla="*/ 14713 w 56060"/>
                <a:gd name="csY14" fmla="*/ 45907 h 88348"/>
                <a:gd name="csX15" fmla="*/ 14713 w 56060"/>
                <a:gd name="csY15" fmla="*/ 36446 h 88348"/>
                <a:gd name="csX16" fmla="*/ 25092 w 56060"/>
                <a:gd name="csY16" fmla="*/ 36446 h 88348"/>
                <a:gd name="csX17" fmla="*/ 38096 w 56060"/>
                <a:gd name="csY17" fmla="*/ 33079 h 88348"/>
                <a:gd name="csX18" fmla="*/ 42601 w 56060"/>
                <a:gd name="csY18" fmla="*/ 23274 h 88348"/>
                <a:gd name="csX19" fmla="*/ 37925 w 56060"/>
                <a:gd name="csY19" fmla="*/ 13238 h 88348"/>
                <a:gd name="csX20" fmla="*/ 24637 w 56060"/>
                <a:gd name="csY20" fmla="*/ 9707 h 88348"/>
                <a:gd name="csX21" fmla="*/ 14485 w 56060"/>
                <a:gd name="csY21" fmla="*/ 10725 h 88348"/>
                <a:gd name="csX22" fmla="*/ 2566 w 56060"/>
                <a:gd name="csY22" fmla="*/ 13912 h 88348"/>
                <a:gd name="csX23" fmla="*/ 2566 w 56060"/>
                <a:gd name="csY23" fmla="*/ 3646 h 88348"/>
                <a:gd name="csX24" fmla="*/ 14827 w 56060"/>
                <a:gd name="csY24" fmla="*/ 920 h 88348"/>
                <a:gd name="csX25" fmla="*/ 25664 w 56060"/>
                <a:gd name="csY25" fmla="*/ 0 h 88348"/>
                <a:gd name="csX26" fmla="*/ 46421 w 56060"/>
                <a:gd name="csY26" fmla="*/ 5995 h 88348"/>
                <a:gd name="csX27" fmla="*/ 54064 w 56060"/>
                <a:gd name="csY27" fmla="*/ 22075 h 88348"/>
                <a:gd name="csX28" fmla="*/ 50015 w 56060"/>
                <a:gd name="csY28" fmla="*/ 34048 h 88348"/>
                <a:gd name="csX29" fmla="*/ 38495 w 56060"/>
                <a:gd name="csY29" fmla="*/ 40783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060" h="88348">
                  <a:moveTo>
                    <a:pt x="38495" y="40783"/>
                  </a:moveTo>
                  <a:cubicBezTo>
                    <a:pt x="44008" y="41954"/>
                    <a:pt x="48304" y="44407"/>
                    <a:pt x="51383" y="48141"/>
                  </a:cubicBezTo>
                  <a:cubicBezTo>
                    <a:pt x="54502" y="51864"/>
                    <a:pt x="56061" y="56463"/>
                    <a:pt x="56061" y="61938"/>
                  </a:cubicBezTo>
                  <a:cubicBezTo>
                    <a:pt x="56061" y="70336"/>
                    <a:pt x="53171" y="76840"/>
                    <a:pt x="47392" y="81450"/>
                  </a:cubicBezTo>
                  <a:cubicBezTo>
                    <a:pt x="41613" y="86049"/>
                    <a:pt x="33400" y="88348"/>
                    <a:pt x="22755" y="88348"/>
                  </a:cubicBezTo>
                  <a:cubicBezTo>
                    <a:pt x="19181" y="88348"/>
                    <a:pt x="15493" y="87987"/>
                    <a:pt x="11691" y="87265"/>
                  </a:cubicBezTo>
                  <a:cubicBezTo>
                    <a:pt x="7927" y="86575"/>
                    <a:pt x="4030" y="85529"/>
                    <a:pt x="0" y="84127"/>
                  </a:cubicBezTo>
                  <a:lnTo>
                    <a:pt x="0" y="73008"/>
                  </a:lnTo>
                  <a:cubicBezTo>
                    <a:pt x="3193" y="74869"/>
                    <a:pt x="6691" y="76276"/>
                    <a:pt x="10494" y="77229"/>
                  </a:cubicBezTo>
                  <a:cubicBezTo>
                    <a:pt x="14296" y="78171"/>
                    <a:pt x="18269" y="78642"/>
                    <a:pt x="22413" y="78642"/>
                  </a:cubicBezTo>
                  <a:cubicBezTo>
                    <a:pt x="29637" y="78642"/>
                    <a:pt x="35130" y="77218"/>
                    <a:pt x="38894" y="74371"/>
                  </a:cubicBezTo>
                  <a:cubicBezTo>
                    <a:pt x="42696" y="71524"/>
                    <a:pt x="44596" y="67380"/>
                    <a:pt x="44596" y="61938"/>
                  </a:cubicBezTo>
                  <a:cubicBezTo>
                    <a:pt x="44596" y="56923"/>
                    <a:pt x="42829" y="53008"/>
                    <a:pt x="39293" y="50194"/>
                  </a:cubicBezTo>
                  <a:cubicBezTo>
                    <a:pt x="35796" y="47336"/>
                    <a:pt x="30910" y="45907"/>
                    <a:pt x="24637" y="45907"/>
                  </a:cubicBezTo>
                  <a:lnTo>
                    <a:pt x="14713" y="45907"/>
                  </a:lnTo>
                  <a:lnTo>
                    <a:pt x="14713" y="36446"/>
                  </a:lnTo>
                  <a:lnTo>
                    <a:pt x="25092" y="36446"/>
                  </a:lnTo>
                  <a:cubicBezTo>
                    <a:pt x="30758" y="36446"/>
                    <a:pt x="35092" y="35324"/>
                    <a:pt x="38096" y="33079"/>
                  </a:cubicBezTo>
                  <a:cubicBezTo>
                    <a:pt x="41099" y="30802"/>
                    <a:pt x="42601" y="27533"/>
                    <a:pt x="42601" y="23274"/>
                  </a:cubicBezTo>
                  <a:cubicBezTo>
                    <a:pt x="42601" y="18905"/>
                    <a:pt x="41042" y="15560"/>
                    <a:pt x="37925" y="13238"/>
                  </a:cubicBezTo>
                  <a:cubicBezTo>
                    <a:pt x="34844" y="10884"/>
                    <a:pt x="30415" y="9707"/>
                    <a:pt x="24637" y="9707"/>
                  </a:cubicBezTo>
                  <a:cubicBezTo>
                    <a:pt x="21481" y="9707"/>
                    <a:pt x="18097" y="10046"/>
                    <a:pt x="14485" y="10725"/>
                  </a:cubicBezTo>
                  <a:cubicBezTo>
                    <a:pt x="10874" y="11415"/>
                    <a:pt x="6901" y="12477"/>
                    <a:pt x="2566" y="13912"/>
                  </a:cubicBezTo>
                  <a:lnTo>
                    <a:pt x="2566" y="3646"/>
                  </a:lnTo>
                  <a:cubicBezTo>
                    <a:pt x="6938" y="2431"/>
                    <a:pt x="11025" y="1522"/>
                    <a:pt x="14827" y="920"/>
                  </a:cubicBezTo>
                  <a:cubicBezTo>
                    <a:pt x="18667" y="307"/>
                    <a:pt x="22279" y="0"/>
                    <a:pt x="25664" y="0"/>
                  </a:cubicBezTo>
                  <a:cubicBezTo>
                    <a:pt x="34408" y="0"/>
                    <a:pt x="41327" y="1998"/>
                    <a:pt x="46421" y="5995"/>
                  </a:cubicBezTo>
                  <a:cubicBezTo>
                    <a:pt x="51516" y="9948"/>
                    <a:pt x="54064" y="15308"/>
                    <a:pt x="54064" y="22075"/>
                  </a:cubicBezTo>
                  <a:cubicBezTo>
                    <a:pt x="54064" y="26794"/>
                    <a:pt x="52714" y="30785"/>
                    <a:pt x="50015" y="34048"/>
                  </a:cubicBezTo>
                  <a:cubicBezTo>
                    <a:pt x="47316" y="37279"/>
                    <a:pt x="43476" y="39523"/>
                    <a:pt x="38495" y="40783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7AE1BE59-528E-287B-43DE-A89400F565E8}"/>
                </a:ext>
              </a:extLst>
            </p:cNvPr>
            <p:cNvSpPr/>
            <p:nvPr/>
          </p:nvSpPr>
          <p:spPr>
            <a:xfrm>
              <a:off x="1847655" y="4846990"/>
              <a:ext cx="73111" cy="9690"/>
            </a:xfrm>
            <a:custGeom>
              <a:avLst/>
              <a:gdLst>
                <a:gd name="csX0" fmla="*/ 0 w 73111"/>
                <a:gd name="csY0" fmla="*/ 0 h 9690"/>
                <a:gd name="csX1" fmla="*/ 73111 w 73111"/>
                <a:gd name="csY1" fmla="*/ 0 h 9690"/>
                <a:gd name="csX2" fmla="*/ 73111 w 73111"/>
                <a:gd name="csY2" fmla="*/ 9691 h 9690"/>
                <a:gd name="csX3" fmla="*/ 0 w 73111"/>
                <a:gd name="csY3" fmla="*/ 9691 h 9690"/>
                <a:gd name="csX4" fmla="*/ 0 w 73111"/>
                <a:gd name="csY4" fmla="*/ 0 h 9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111" h="9690">
                  <a:moveTo>
                    <a:pt x="0" y="0"/>
                  </a:moveTo>
                  <a:lnTo>
                    <a:pt x="73111" y="0"/>
                  </a:lnTo>
                  <a:lnTo>
                    <a:pt x="73111" y="9691"/>
                  </a:lnTo>
                  <a:lnTo>
                    <a:pt x="0" y="96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C71A7FF7-C155-AF50-B47D-AEE7DA5C99FA}"/>
                </a:ext>
              </a:extLst>
            </p:cNvPr>
            <p:cNvSpPr/>
            <p:nvPr/>
          </p:nvSpPr>
          <p:spPr>
            <a:xfrm>
              <a:off x="1945975" y="4803300"/>
              <a:ext cx="50698" cy="85145"/>
            </a:xfrm>
            <a:custGeom>
              <a:avLst/>
              <a:gdLst>
                <a:gd name="csX0" fmla="*/ 1654 w 50698"/>
                <a:gd name="csY0" fmla="*/ 75455 h 85145"/>
                <a:gd name="csX1" fmla="*/ 20473 w 50698"/>
                <a:gd name="csY1" fmla="*/ 75455 h 85145"/>
                <a:gd name="csX2" fmla="*/ 20473 w 50698"/>
                <a:gd name="csY2" fmla="*/ 10495 h 85145"/>
                <a:gd name="csX3" fmla="*/ 0 w 50698"/>
                <a:gd name="csY3" fmla="*/ 14602 h 85145"/>
                <a:gd name="csX4" fmla="*/ 0 w 50698"/>
                <a:gd name="csY4" fmla="*/ 4106 h 85145"/>
                <a:gd name="csX5" fmla="*/ 20358 w 50698"/>
                <a:gd name="csY5" fmla="*/ 0 h 85145"/>
                <a:gd name="csX6" fmla="*/ 31879 w 50698"/>
                <a:gd name="csY6" fmla="*/ 0 h 85145"/>
                <a:gd name="csX7" fmla="*/ 31879 w 50698"/>
                <a:gd name="csY7" fmla="*/ 75455 h 85145"/>
                <a:gd name="csX8" fmla="*/ 50698 w 50698"/>
                <a:gd name="csY8" fmla="*/ 75455 h 85145"/>
                <a:gd name="csX9" fmla="*/ 50698 w 50698"/>
                <a:gd name="csY9" fmla="*/ 85146 h 85145"/>
                <a:gd name="csX10" fmla="*/ 1654 w 50698"/>
                <a:gd name="csY10" fmla="*/ 85146 h 85145"/>
                <a:gd name="csX11" fmla="*/ 1654 w 50698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8" h="85145">
                  <a:moveTo>
                    <a:pt x="1654" y="75455"/>
                  </a:moveTo>
                  <a:lnTo>
                    <a:pt x="20473" y="75455"/>
                  </a:lnTo>
                  <a:lnTo>
                    <a:pt x="20473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58" y="0"/>
                  </a:lnTo>
                  <a:lnTo>
                    <a:pt x="31879" y="0"/>
                  </a:lnTo>
                  <a:lnTo>
                    <a:pt x="31879" y="75455"/>
                  </a:lnTo>
                  <a:lnTo>
                    <a:pt x="50698" y="75455"/>
                  </a:lnTo>
                  <a:lnTo>
                    <a:pt x="50698" y="85146"/>
                  </a:lnTo>
                  <a:lnTo>
                    <a:pt x="1654" y="85146"/>
                  </a:lnTo>
                  <a:lnTo>
                    <a:pt x="1654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248">
              <a:extLst>
                <a:ext uri="{FF2B5EF4-FFF2-40B4-BE49-F238E27FC236}">
                  <a16:creationId xmlns:a16="http://schemas.microsoft.com/office/drawing/2014/main" id="{35DC75E0-04B8-397E-C90B-3B8DABD44BC9}"/>
                </a:ext>
              </a:extLst>
            </p:cNvPr>
            <p:cNvSpPr/>
            <p:nvPr/>
          </p:nvSpPr>
          <p:spPr>
            <a:xfrm>
              <a:off x="2901950" y="4803300"/>
              <a:ext cx="50703" cy="85145"/>
            </a:xfrm>
            <a:custGeom>
              <a:avLst/>
              <a:gdLst>
                <a:gd name="csX0" fmla="*/ 1659 w 50703"/>
                <a:gd name="csY0" fmla="*/ 75455 h 85145"/>
                <a:gd name="csX1" fmla="*/ 20482 w 50703"/>
                <a:gd name="csY1" fmla="*/ 75455 h 85145"/>
                <a:gd name="csX2" fmla="*/ 20482 w 50703"/>
                <a:gd name="csY2" fmla="*/ 10495 h 85145"/>
                <a:gd name="csX3" fmla="*/ 0 w 50703"/>
                <a:gd name="csY3" fmla="*/ 14602 h 85145"/>
                <a:gd name="csX4" fmla="*/ 0 w 50703"/>
                <a:gd name="csY4" fmla="*/ 4106 h 85145"/>
                <a:gd name="csX5" fmla="*/ 20367 w 50703"/>
                <a:gd name="csY5" fmla="*/ 0 h 85145"/>
                <a:gd name="csX6" fmla="*/ 31880 w 50703"/>
                <a:gd name="csY6" fmla="*/ 0 h 85145"/>
                <a:gd name="csX7" fmla="*/ 31880 w 50703"/>
                <a:gd name="csY7" fmla="*/ 75455 h 85145"/>
                <a:gd name="csX8" fmla="*/ 50703 w 50703"/>
                <a:gd name="csY8" fmla="*/ 75455 h 85145"/>
                <a:gd name="csX9" fmla="*/ 50703 w 50703"/>
                <a:gd name="csY9" fmla="*/ 85146 h 85145"/>
                <a:gd name="csX10" fmla="*/ 1659 w 50703"/>
                <a:gd name="csY10" fmla="*/ 85146 h 85145"/>
                <a:gd name="csX11" fmla="*/ 1659 w 50703"/>
                <a:gd name="csY11" fmla="*/ 75455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703" h="85145">
                  <a:moveTo>
                    <a:pt x="1659" y="75455"/>
                  </a:moveTo>
                  <a:lnTo>
                    <a:pt x="20482" y="75455"/>
                  </a:lnTo>
                  <a:lnTo>
                    <a:pt x="20482" y="10495"/>
                  </a:lnTo>
                  <a:lnTo>
                    <a:pt x="0" y="14602"/>
                  </a:lnTo>
                  <a:lnTo>
                    <a:pt x="0" y="4106"/>
                  </a:lnTo>
                  <a:lnTo>
                    <a:pt x="20367" y="0"/>
                  </a:lnTo>
                  <a:lnTo>
                    <a:pt x="31880" y="0"/>
                  </a:lnTo>
                  <a:lnTo>
                    <a:pt x="31880" y="75455"/>
                  </a:lnTo>
                  <a:lnTo>
                    <a:pt x="50703" y="75455"/>
                  </a:lnTo>
                  <a:lnTo>
                    <a:pt x="50703" y="85146"/>
                  </a:lnTo>
                  <a:lnTo>
                    <a:pt x="1659" y="85146"/>
                  </a:lnTo>
                  <a:lnTo>
                    <a:pt x="1659" y="75455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249">
              <a:extLst>
                <a:ext uri="{FF2B5EF4-FFF2-40B4-BE49-F238E27FC236}">
                  <a16:creationId xmlns:a16="http://schemas.microsoft.com/office/drawing/2014/main" id="{AA16532F-4F13-8602-C36B-7D634527064E}"/>
                </a:ext>
              </a:extLst>
            </p:cNvPr>
            <p:cNvSpPr/>
            <p:nvPr/>
          </p:nvSpPr>
          <p:spPr>
            <a:xfrm>
              <a:off x="3904417" y="4801756"/>
              <a:ext cx="56057" cy="88348"/>
            </a:xfrm>
            <a:custGeom>
              <a:avLst/>
              <a:gdLst>
                <a:gd name="csX0" fmla="*/ 38483 w 56057"/>
                <a:gd name="csY0" fmla="*/ 40783 h 88348"/>
                <a:gd name="csX1" fmla="*/ 51377 w 56057"/>
                <a:gd name="csY1" fmla="*/ 48141 h 88348"/>
                <a:gd name="csX2" fmla="*/ 56057 w 56057"/>
                <a:gd name="csY2" fmla="*/ 61938 h 88348"/>
                <a:gd name="csX3" fmla="*/ 47385 w 56057"/>
                <a:gd name="csY3" fmla="*/ 81450 h 88348"/>
                <a:gd name="csX4" fmla="*/ 22748 w 56057"/>
                <a:gd name="csY4" fmla="*/ 88348 h 88348"/>
                <a:gd name="csX5" fmla="*/ 11694 w 56057"/>
                <a:gd name="csY5" fmla="*/ 87265 h 88348"/>
                <a:gd name="csX6" fmla="*/ 0 w 56057"/>
                <a:gd name="csY6" fmla="*/ 84127 h 88348"/>
                <a:gd name="csX7" fmla="*/ 0 w 56057"/>
                <a:gd name="csY7" fmla="*/ 73008 h 88348"/>
                <a:gd name="csX8" fmla="*/ 10495 w 56057"/>
                <a:gd name="csY8" fmla="*/ 77229 h 88348"/>
                <a:gd name="csX9" fmla="*/ 22403 w 56057"/>
                <a:gd name="csY9" fmla="*/ 78642 h 88348"/>
                <a:gd name="csX10" fmla="*/ 38894 w 56057"/>
                <a:gd name="csY10" fmla="*/ 74371 h 88348"/>
                <a:gd name="csX11" fmla="*/ 44593 w 56057"/>
                <a:gd name="csY11" fmla="*/ 61938 h 88348"/>
                <a:gd name="csX12" fmla="*/ 39288 w 56057"/>
                <a:gd name="csY12" fmla="*/ 50194 h 88348"/>
                <a:gd name="csX13" fmla="*/ 24637 w 56057"/>
                <a:gd name="csY13" fmla="*/ 45907 h 88348"/>
                <a:gd name="csX14" fmla="*/ 14716 w 56057"/>
                <a:gd name="csY14" fmla="*/ 45907 h 88348"/>
                <a:gd name="csX15" fmla="*/ 14716 w 56057"/>
                <a:gd name="csY15" fmla="*/ 36446 h 88348"/>
                <a:gd name="csX16" fmla="*/ 25081 w 56057"/>
                <a:gd name="csY16" fmla="*/ 36446 h 88348"/>
                <a:gd name="csX17" fmla="*/ 38089 w 56057"/>
                <a:gd name="csY17" fmla="*/ 33079 h 88348"/>
                <a:gd name="csX18" fmla="*/ 42589 w 56057"/>
                <a:gd name="csY18" fmla="*/ 23274 h 88348"/>
                <a:gd name="csX19" fmla="*/ 37924 w 56057"/>
                <a:gd name="csY19" fmla="*/ 13238 h 88348"/>
                <a:gd name="csX20" fmla="*/ 24637 w 56057"/>
                <a:gd name="csY20" fmla="*/ 9707 h 88348"/>
                <a:gd name="csX21" fmla="*/ 14486 w 56057"/>
                <a:gd name="csY21" fmla="*/ 10725 h 88348"/>
                <a:gd name="csX22" fmla="*/ 2562 w 56057"/>
                <a:gd name="csY22" fmla="*/ 13912 h 88348"/>
                <a:gd name="csX23" fmla="*/ 2562 w 56057"/>
                <a:gd name="csY23" fmla="*/ 3646 h 88348"/>
                <a:gd name="csX24" fmla="*/ 14815 w 56057"/>
                <a:gd name="csY24" fmla="*/ 920 h 88348"/>
                <a:gd name="csX25" fmla="*/ 25655 w 56057"/>
                <a:gd name="csY25" fmla="*/ 0 h 88348"/>
                <a:gd name="csX26" fmla="*/ 46416 w 56057"/>
                <a:gd name="csY26" fmla="*/ 5995 h 88348"/>
                <a:gd name="csX27" fmla="*/ 54054 w 56057"/>
                <a:gd name="csY27" fmla="*/ 22075 h 88348"/>
                <a:gd name="csX28" fmla="*/ 50013 w 56057"/>
                <a:gd name="csY28" fmla="*/ 34048 h 88348"/>
                <a:gd name="csX29" fmla="*/ 38483 w 56057"/>
                <a:gd name="csY29" fmla="*/ 40783 h 88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6057" h="88348">
                  <a:moveTo>
                    <a:pt x="38483" y="40783"/>
                  </a:moveTo>
                  <a:cubicBezTo>
                    <a:pt x="44002" y="41954"/>
                    <a:pt x="48299" y="44407"/>
                    <a:pt x="51377" y="48141"/>
                  </a:cubicBezTo>
                  <a:cubicBezTo>
                    <a:pt x="54497" y="51864"/>
                    <a:pt x="56057" y="56463"/>
                    <a:pt x="56057" y="61938"/>
                  </a:cubicBezTo>
                  <a:cubicBezTo>
                    <a:pt x="56057" y="70336"/>
                    <a:pt x="53167" y="76840"/>
                    <a:pt x="47385" y="81450"/>
                  </a:cubicBezTo>
                  <a:cubicBezTo>
                    <a:pt x="41604" y="86049"/>
                    <a:pt x="33391" y="88348"/>
                    <a:pt x="22748" y="88348"/>
                  </a:cubicBezTo>
                  <a:cubicBezTo>
                    <a:pt x="19178" y="88348"/>
                    <a:pt x="15494" y="87987"/>
                    <a:pt x="11694" y="87265"/>
                  </a:cubicBezTo>
                  <a:cubicBezTo>
                    <a:pt x="7928" y="86575"/>
                    <a:pt x="4030" y="85529"/>
                    <a:pt x="0" y="84127"/>
                  </a:cubicBezTo>
                  <a:lnTo>
                    <a:pt x="0" y="73008"/>
                  </a:lnTo>
                  <a:cubicBezTo>
                    <a:pt x="3186" y="74869"/>
                    <a:pt x="6685" y="76276"/>
                    <a:pt x="10495" y="77229"/>
                  </a:cubicBezTo>
                  <a:cubicBezTo>
                    <a:pt x="14295" y="78171"/>
                    <a:pt x="18264" y="78642"/>
                    <a:pt x="22403" y="78642"/>
                  </a:cubicBezTo>
                  <a:cubicBezTo>
                    <a:pt x="29630" y="78642"/>
                    <a:pt x="35127" y="77218"/>
                    <a:pt x="38894" y="74371"/>
                  </a:cubicBezTo>
                  <a:cubicBezTo>
                    <a:pt x="42693" y="71524"/>
                    <a:pt x="44593" y="67380"/>
                    <a:pt x="44593" y="61938"/>
                  </a:cubicBezTo>
                  <a:cubicBezTo>
                    <a:pt x="44593" y="56923"/>
                    <a:pt x="42825" y="53008"/>
                    <a:pt x="39288" y="50194"/>
                  </a:cubicBezTo>
                  <a:cubicBezTo>
                    <a:pt x="35795" y="47336"/>
                    <a:pt x="30911" y="45907"/>
                    <a:pt x="24637" y="45907"/>
                  </a:cubicBezTo>
                  <a:lnTo>
                    <a:pt x="14716" y="45907"/>
                  </a:lnTo>
                  <a:lnTo>
                    <a:pt x="14716" y="36446"/>
                  </a:lnTo>
                  <a:lnTo>
                    <a:pt x="25081" y="36446"/>
                  </a:lnTo>
                  <a:cubicBezTo>
                    <a:pt x="30753" y="36446"/>
                    <a:pt x="35089" y="35324"/>
                    <a:pt x="38089" y="33079"/>
                  </a:cubicBezTo>
                  <a:cubicBezTo>
                    <a:pt x="41089" y="30802"/>
                    <a:pt x="42589" y="27533"/>
                    <a:pt x="42589" y="23274"/>
                  </a:cubicBezTo>
                  <a:cubicBezTo>
                    <a:pt x="42589" y="18905"/>
                    <a:pt x="41034" y="15560"/>
                    <a:pt x="37924" y="13238"/>
                  </a:cubicBezTo>
                  <a:cubicBezTo>
                    <a:pt x="34837" y="10884"/>
                    <a:pt x="30407" y="9707"/>
                    <a:pt x="24637" y="9707"/>
                  </a:cubicBezTo>
                  <a:cubicBezTo>
                    <a:pt x="21483" y="9707"/>
                    <a:pt x="18100" y="10046"/>
                    <a:pt x="14486" y="10725"/>
                  </a:cubicBezTo>
                  <a:cubicBezTo>
                    <a:pt x="10873" y="11415"/>
                    <a:pt x="6898" y="12477"/>
                    <a:pt x="2562" y="13912"/>
                  </a:cubicBezTo>
                  <a:lnTo>
                    <a:pt x="2562" y="3646"/>
                  </a:lnTo>
                  <a:cubicBezTo>
                    <a:pt x="6931" y="2431"/>
                    <a:pt x="11015" y="1522"/>
                    <a:pt x="14815" y="920"/>
                  </a:cubicBezTo>
                  <a:cubicBezTo>
                    <a:pt x="18658" y="307"/>
                    <a:pt x="22272" y="0"/>
                    <a:pt x="25655" y="0"/>
                  </a:cubicBezTo>
                  <a:cubicBezTo>
                    <a:pt x="34404" y="0"/>
                    <a:pt x="41324" y="1998"/>
                    <a:pt x="46416" y="5995"/>
                  </a:cubicBezTo>
                  <a:cubicBezTo>
                    <a:pt x="51508" y="9948"/>
                    <a:pt x="54054" y="15308"/>
                    <a:pt x="54054" y="22075"/>
                  </a:cubicBezTo>
                  <a:cubicBezTo>
                    <a:pt x="54054" y="26794"/>
                    <a:pt x="52707" y="30785"/>
                    <a:pt x="50013" y="34048"/>
                  </a:cubicBezTo>
                  <a:cubicBezTo>
                    <a:pt x="47309" y="37279"/>
                    <a:pt x="43465" y="39523"/>
                    <a:pt x="38483" y="40783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2FC613D-ADA9-B8F4-3304-4ABD4E8AE89A}"/>
                </a:ext>
              </a:extLst>
            </p:cNvPr>
            <p:cNvSpPr/>
            <p:nvPr/>
          </p:nvSpPr>
          <p:spPr>
            <a:xfrm>
              <a:off x="2338287" y="4931840"/>
              <a:ext cx="74716" cy="90697"/>
            </a:xfrm>
            <a:custGeom>
              <a:avLst/>
              <a:gdLst>
                <a:gd name="csX0" fmla="*/ 74716 w 74716"/>
                <a:gd name="csY0" fmla="*/ 41210 h 90697"/>
                <a:gd name="csX1" fmla="*/ 70610 w 74716"/>
                <a:gd name="csY1" fmla="*/ 54875 h 90697"/>
                <a:gd name="csX2" fmla="*/ 60377 w 74716"/>
                <a:gd name="csY2" fmla="*/ 62480 h 90697"/>
                <a:gd name="csX3" fmla="*/ 52296 w 74716"/>
                <a:gd name="csY3" fmla="*/ 59720 h 90697"/>
                <a:gd name="csX4" fmla="*/ 47993 w 74716"/>
                <a:gd name="csY4" fmla="*/ 52378 h 90697"/>
                <a:gd name="csX5" fmla="*/ 44971 w 74716"/>
                <a:gd name="csY5" fmla="*/ 55680 h 90697"/>
                <a:gd name="csX6" fmla="*/ 41324 w 74716"/>
                <a:gd name="csY6" fmla="*/ 58784 h 90697"/>
                <a:gd name="csX7" fmla="*/ 36019 w 74716"/>
                <a:gd name="csY7" fmla="*/ 61543 h 90697"/>
                <a:gd name="csX8" fmla="*/ 29679 w 74716"/>
                <a:gd name="csY8" fmla="*/ 62480 h 90697"/>
                <a:gd name="csX9" fmla="*/ 16293 w 74716"/>
                <a:gd name="csY9" fmla="*/ 58176 h 90697"/>
                <a:gd name="csX10" fmla="*/ 8672 w 74716"/>
                <a:gd name="csY10" fmla="*/ 87790 h 90697"/>
                <a:gd name="csX11" fmla="*/ 3893 w 74716"/>
                <a:gd name="csY11" fmla="*/ 90697 h 90697"/>
                <a:gd name="csX12" fmla="*/ 1067 w 74716"/>
                <a:gd name="csY12" fmla="*/ 89613 h 90697"/>
                <a:gd name="csX13" fmla="*/ 0 w 74716"/>
                <a:gd name="csY13" fmla="*/ 86985 h 90697"/>
                <a:gd name="csX14" fmla="*/ 460 w 74716"/>
                <a:gd name="csY14" fmla="*/ 84768 h 90697"/>
                <a:gd name="csX15" fmla="*/ 20252 w 74716"/>
                <a:gd name="csY15" fmla="*/ 4993 h 90697"/>
                <a:gd name="csX16" fmla="*/ 22140 w 74716"/>
                <a:gd name="csY16" fmla="*/ 1626 h 90697"/>
                <a:gd name="csX17" fmla="*/ 24358 w 74716"/>
                <a:gd name="csY17" fmla="*/ 214 h 90697"/>
                <a:gd name="csX18" fmla="*/ 25770 w 74716"/>
                <a:gd name="csY18" fmla="*/ 0 h 90697"/>
                <a:gd name="csX19" fmla="*/ 28678 w 74716"/>
                <a:gd name="csY19" fmla="*/ 1018 h 90697"/>
                <a:gd name="csX20" fmla="*/ 29811 w 74716"/>
                <a:gd name="csY20" fmla="*/ 3712 h 90697"/>
                <a:gd name="csX21" fmla="*/ 29417 w 74716"/>
                <a:gd name="csY21" fmla="*/ 5519 h 90697"/>
                <a:gd name="csX22" fmla="*/ 28546 w 74716"/>
                <a:gd name="csY22" fmla="*/ 9296 h 90697"/>
                <a:gd name="csX23" fmla="*/ 27725 w 74716"/>
                <a:gd name="csY23" fmla="*/ 12532 h 90697"/>
                <a:gd name="csX24" fmla="*/ 21943 w 74716"/>
                <a:gd name="csY24" fmla="*/ 35691 h 90697"/>
                <a:gd name="csX25" fmla="*/ 19989 w 74716"/>
                <a:gd name="csY25" fmla="*/ 47402 h 90697"/>
                <a:gd name="csX26" fmla="*/ 22551 w 74716"/>
                <a:gd name="csY26" fmla="*/ 56288 h 90697"/>
                <a:gd name="csX27" fmla="*/ 30221 w 74716"/>
                <a:gd name="csY27" fmla="*/ 59392 h 90697"/>
                <a:gd name="csX28" fmla="*/ 36348 w 74716"/>
                <a:gd name="csY28" fmla="*/ 58111 h 90697"/>
                <a:gd name="csX29" fmla="*/ 41324 w 74716"/>
                <a:gd name="csY29" fmla="*/ 54941 h 90697"/>
                <a:gd name="csX30" fmla="*/ 44971 w 74716"/>
                <a:gd name="csY30" fmla="*/ 51179 h 90697"/>
                <a:gd name="csX31" fmla="*/ 47320 w 74716"/>
                <a:gd name="csY31" fmla="*/ 47878 h 90697"/>
                <a:gd name="csX32" fmla="*/ 48124 w 74716"/>
                <a:gd name="csY32" fmla="*/ 46186 h 90697"/>
                <a:gd name="csX33" fmla="*/ 51705 w 74716"/>
                <a:gd name="csY33" fmla="*/ 32127 h 90697"/>
                <a:gd name="csX34" fmla="*/ 58226 w 74716"/>
                <a:gd name="csY34" fmla="*/ 6340 h 90697"/>
                <a:gd name="csX35" fmla="*/ 59375 w 74716"/>
                <a:gd name="csY35" fmla="*/ 3646 h 90697"/>
                <a:gd name="csX36" fmla="*/ 61116 w 74716"/>
                <a:gd name="csY36" fmla="*/ 2086 h 90697"/>
                <a:gd name="csX37" fmla="*/ 62611 w 74716"/>
                <a:gd name="csY37" fmla="*/ 1626 h 90697"/>
                <a:gd name="csX38" fmla="*/ 63613 w 74716"/>
                <a:gd name="csY38" fmla="*/ 1495 h 90697"/>
                <a:gd name="csX39" fmla="*/ 66438 w 74716"/>
                <a:gd name="csY39" fmla="*/ 2497 h 90697"/>
                <a:gd name="csX40" fmla="*/ 67588 w 74716"/>
                <a:gd name="csY40" fmla="*/ 5256 h 90697"/>
                <a:gd name="csX41" fmla="*/ 67177 w 74716"/>
                <a:gd name="csY41" fmla="*/ 7210 h 90697"/>
                <a:gd name="csX42" fmla="*/ 66307 w 74716"/>
                <a:gd name="csY42" fmla="*/ 11054 h 90697"/>
                <a:gd name="csX43" fmla="*/ 65502 w 74716"/>
                <a:gd name="csY43" fmla="*/ 14487 h 90697"/>
                <a:gd name="csX44" fmla="*/ 63137 w 74716"/>
                <a:gd name="csY44" fmla="*/ 23832 h 90697"/>
                <a:gd name="csX45" fmla="*/ 59310 w 74716"/>
                <a:gd name="csY45" fmla="*/ 38713 h 90697"/>
                <a:gd name="csX46" fmla="*/ 58423 w 74716"/>
                <a:gd name="csY46" fmla="*/ 42425 h 90697"/>
                <a:gd name="csX47" fmla="*/ 57487 w 74716"/>
                <a:gd name="csY47" fmla="*/ 46728 h 90697"/>
                <a:gd name="csX48" fmla="*/ 56813 w 74716"/>
                <a:gd name="csY48" fmla="*/ 50095 h 90697"/>
                <a:gd name="csX49" fmla="*/ 56550 w 74716"/>
                <a:gd name="csY49" fmla="*/ 53052 h 90697"/>
                <a:gd name="csX50" fmla="*/ 60722 w 74716"/>
                <a:gd name="csY50" fmla="*/ 59392 h 90697"/>
                <a:gd name="csX51" fmla="*/ 63744 w 74716"/>
                <a:gd name="csY51" fmla="*/ 58439 h 90697"/>
                <a:gd name="csX52" fmla="*/ 66110 w 74716"/>
                <a:gd name="csY52" fmla="*/ 56025 h 90697"/>
                <a:gd name="csX53" fmla="*/ 68064 w 74716"/>
                <a:gd name="csY53" fmla="*/ 52181 h 90697"/>
                <a:gd name="csX54" fmla="*/ 69674 w 74716"/>
                <a:gd name="csY54" fmla="*/ 47665 h 90697"/>
                <a:gd name="csX55" fmla="*/ 71152 w 74716"/>
                <a:gd name="csY55" fmla="*/ 42359 h 90697"/>
                <a:gd name="csX56" fmla="*/ 71825 w 74716"/>
                <a:gd name="csY56" fmla="*/ 40339 h 90697"/>
                <a:gd name="csX57" fmla="*/ 73106 w 74716"/>
                <a:gd name="csY57" fmla="*/ 39863 h 90697"/>
                <a:gd name="csX58" fmla="*/ 74716 w 74716"/>
                <a:gd name="csY58" fmla="*/ 41210 h 90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74716" h="90697">
                  <a:moveTo>
                    <a:pt x="74716" y="41210"/>
                  </a:moveTo>
                  <a:cubicBezTo>
                    <a:pt x="73555" y="47002"/>
                    <a:pt x="72187" y="51557"/>
                    <a:pt x="70610" y="54875"/>
                  </a:cubicBezTo>
                  <a:cubicBezTo>
                    <a:pt x="68102" y="59945"/>
                    <a:pt x="64691" y="62480"/>
                    <a:pt x="60377" y="62480"/>
                  </a:cubicBezTo>
                  <a:cubicBezTo>
                    <a:pt x="57333" y="62480"/>
                    <a:pt x="54639" y="61560"/>
                    <a:pt x="52296" y="59720"/>
                  </a:cubicBezTo>
                  <a:cubicBezTo>
                    <a:pt x="50008" y="57881"/>
                    <a:pt x="48573" y="55433"/>
                    <a:pt x="47993" y="52378"/>
                  </a:cubicBezTo>
                  <a:cubicBezTo>
                    <a:pt x="46832" y="53769"/>
                    <a:pt x="45825" y="54870"/>
                    <a:pt x="44971" y="55680"/>
                  </a:cubicBezTo>
                  <a:cubicBezTo>
                    <a:pt x="44160" y="56490"/>
                    <a:pt x="42945" y="57525"/>
                    <a:pt x="41324" y="58784"/>
                  </a:cubicBezTo>
                  <a:cubicBezTo>
                    <a:pt x="39759" y="59989"/>
                    <a:pt x="37990" y="60908"/>
                    <a:pt x="36019" y="61543"/>
                  </a:cubicBezTo>
                  <a:cubicBezTo>
                    <a:pt x="34037" y="62168"/>
                    <a:pt x="31924" y="62480"/>
                    <a:pt x="29679" y="62480"/>
                  </a:cubicBezTo>
                  <a:cubicBezTo>
                    <a:pt x="24204" y="62480"/>
                    <a:pt x="19742" y="61045"/>
                    <a:pt x="16293" y="58176"/>
                  </a:cubicBezTo>
                  <a:cubicBezTo>
                    <a:pt x="11618" y="76977"/>
                    <a:pt x="9077" y="86849"/>
                    <a:pt x="8672" y="87790"/>
                  </a:cubicBezTo>
                  <a:cubicBezTo>
                    <a:pt x="7369" y="89728"/>
                    <a:pt x="5776" y="90697"/>
                    <a:pt x="3893" y="90697"/>
                  </a:cubicBezTo>
                  <a:cubicBezTo>
                    <a:pt x="2732" y="90697"/>
                    <a:pt x="1790" y="90336"/>
                    <a:pt x="1067" y="89613"/>
                  </a:cubicBezTo>
                  <a:cubicBezTo>
                    <a:pt x="356" y="88945"/>
                    <a:pt x="0" y="88069"/>
                    <a:pt x="0" y="86985"/>
                  </a:cubicBezTo>
                  <a:cubicBezTo>
                    <a:pt x="44" y="86624"/>
                    <a:pt x="197" y="85885"/>
                    <a:pt x="460" y="84768"/>
                  </a:cubicBezTo>
                  <a:lnTo>
                    <a:pt x="20252" y="4993"/>
                  </a:lnTo>
                  <a:cubicBezTo>
                    <a:pt x="20613" y="3559"/>
                    <a:pt x="21242" y="2436"/>
                    <a:pt x="22140" y="1626"/>
                  </a:cubicBezTo>
                  <a:cubicBezTo>
                    <a:pt x="23082" y="772"/>
                    <a:pt x="23821" y="301"/>
                    <a:pt x="24358" y="214"/>
                  </a:cubicBezTo>
                  <a:cubicBezTo>
                    <a:pt x="24905" y="71"/>
                    <a:pt x="25376" y="0"/>
                    <a:pt x="25770" y="0"/>
                  </a:cubicBezTo>
                  <a:cubicBezTo>
                    <a:pt x="26986" y="0"/>
                    <a:pt x="27955" y="339"/>
                    <a:pt x="28678" y="1018"/>
                  </a:cubicBezTo>
                  <a:cubicBezTo>
                    <a:pt x="29433" y="1642"/>
                    <a:pt x="29811" y="2540"/>
                    <a:pt x="29811" y="3712"/>
                  </a:cubicBezTo>
                  <a:cubicBezTo>
                    <a:pt x="29811" y="3887"/>
                    <a:pt x="29679" y="4490"/>
                    <a:pt x="29417" y="5519"/>
                  </a:cubicBezTo>
                  <a:cubicBezTo>
                    <a:pt x="29187" y="6515"/>
                    <a:pt x="28896" y="7774"/>
                    <a:pt x="28546" y="9296"/>
                  </a:cubicBezTo>
                  <a:cubicBezTo>
                    <a:pt x="28185" y="10775"/>
                    <a:pt x="27911" y="11853"/>
                    <a:pt x="27725" y="12532"/>
                  </a:cubicBezTo>
                  <a:lnTo>
                    <a:pt x="21943" y="35691"/>
                  </a:lnTo>
                  <a:cubicBezTo>
                    <a:pt x="20640" y="40980"/>
                    <a:pt x="19989" y="44883"/>
                    <a:pt x="19989" y="47402"/>
                  </a:cubicBezTo>
                  <a:cubicBezTo>
                    <a:pt x="19989" y="51212"/>
                    <a:pt x="20843" y="54174"/>
                    <a:pt x="22551" y="56288"/>
                  </a:cubicBezTo>
                  <a:cubicBezTo>
                    <a:pt x="24303" y="58357"/>
                    <a:pt x="26860" y="59392"/>
                    <a:pt x="30221" y="59392"/>
                  </a:cubicBezTo>
                  <a:cubicBezTo>
                    <a:pt x="32335" y="59392"/>
                    <a:pt x="34377" y="58965"/>
                    <a:pt x="36348" y="58111"/>
                  </a:cubicBezTo>
                  <a:cubicBezTo>
                    <a:pt x="38319" y="57213"/>
                    <a:pt x="39978" y="56156"/>
                    <a:pt x="41324" y="54941"/>
                  </a:cubicBezTo>
                  <a:cubicBezTo>
                    <a:pt x="42671" y="53725"/>
                    <a:pt x="43887" y="52471"/>
                    <a:pt x="44971" y="51179"/>
                  </a:cubicBezTo>
                  <a:cubicBezTo>
                    <a:pt x="46044" y="49833"/>
                    <a:pt x="46827" y="48732"/>
                    <a:pt x="47320" y="47878"/>
                  </a:cubicBezTo>
                  <a:cubicBezTo>
                    <a:pt x="47812" y="46980"/>
                    <a:pt x="48081" y="46416"/>
                    <a:pt x="48124" y="46186"/>
                  </a:cubicBezTo>
                  <a:lnTo>
                    <a:pt x="51705" y="32127"/>
                  </a:lnTo>
                  <a:lnTo>
                    <a:pt x="58226" y="6340"/>
                  </a:lnTo>
                  <a:cubicBezTo>
                    <a:pt x="58499" y="5256"/>
                    <a:pt x="58883" y="4358"/>
                    <a:pt x="59375" y="3646"/>
                  </a:cubicBezTo>
                  <a:cubicBezTo>
                    <a:pt x="59912" y="2880"/>
                    <a:pt x="60492" y="2360"/>
                    <a:pt x="61116" y="2086"/>
                  </a:cubicBezTo>
                  <a:cubicBezTo>
                    <a:pt x="61751" y="1823"/>
                    <a:pt x="62250" y="1670"/>
                    <a:pt x="62611" y="1626"/>
                  </a:cubicBezTo>
                  <a:cubicBezTo>
                    <a:pt x="62961" y="1538"/>
                    <a:pt x="63295" y="1495"/>
                    <a:pt x="63613" y="1495"/>
                  </a:cubicBezTo>
                  <a:cubicBezTo>
                    <a:pt x="64741" y="1495"/>
                    <a:pt x="65682" y="1829"/>
                    <a:pt x="66438" y="2497"/>
                  </a:cubicBezTo>
                  <a:cubicBezTo>
                    <a:pt x="67204" y="3175"/>
                    <a:pt x="67588" y="4095"/>
                    <a:pt x="67588" y="5256"/>
                  </a:cubicBezTo>
                  <a:cubicBezTo>
                    <a:pt x="67588" y="5486"/>
                    <a:pt x="67451" y="6137"/>
                    <a:pt x="67177" y="7210"/>
                  </a:cubicBezTo>
                  <a:cubicBezTo>
                    <a:pt x="66958" y="8240"/>
                    <a:pt x="66668" y="9521"/>
                    <a:pt x="66307" y="11054"/>
                  </a:cubicBezTo>
                  <a:cubicBezTo>
                    <a:pt x="65945" y="12532"/>
                    <a:pt x="65677" y="13676"/>
                    <a:pt x="65502" y="14487"/>
                  </a:cubicBezTo>
                  <a:cubicBezTo>
                    <a:pt x="64067" y="20137"/>
                    <a:pt x="63279" y="23252"/>
                    <a:pt x="63137" y="23832"/>
                  </a:cubicBezTo>
                  <a:lnTo>
                    <a:pt x="59310" y="38713"/>
                  </a:lnTo>
                  <a:cubicBezTo>
                    <a:pt x="59167" y="39304"/>
                    <a:pt x="58872" y="40542"/>
                    <a:pt x="58423" y="42425"/>
                  </a:cubicBezTo>
                  <a:cubicBezTo>
                    <a:pt x="58028" y="44308"/>
                    <a:pt x="57716" y="45743"/>
                    <a:pt x="57487" y="46728"/>
                  </a:cubicBezTo>
                  <a:cubicBezTo>
                    <a:pt x="57267" y="47670"/>
                    <a:pt x="57043" y="48792"/>
                    <a:pt x="56813" y="50095"/>
                  </a:cubicBezTo>
                  <a:cubicBezTo>
                    <a:pt x="56638" y="51355"/>
                    <a:pt x="56550" y="52340"/>
                    <a:pt x="56550" y="53052"/>
                  </a:cubicBezTo>
                  <a:cubicBezTo>
                    <a:pt x="56550" y="57279"/>
                    <a:pt x="57941" y="59392"/>
                    <a:pt x="60722" y="59392"/>
                  </a:cubicBezTo>
                  <a:cubicBezTo>
                    <a:pt x="61795" y="59392"/>
                    <a:pt x="62803" y="59074"/>
                    <a:pt x="63744" y="58439"/>
                  </a:cubicBezTo>
                  <a:cubicBezTo>
                    <a:pt x="64686" y="57771"/>
                    <a:pt x="65474" y="56966"/>
                    <a:pt x="66110" y="56025"/>
                  </a:cubicBezTo>
                  <a:cubicBezTo>
                    <a:pt x="66777" y="55083"/>
                    <a:pt x="67429" y="53802"/>
                    <a:pt x="68064" y="52181"/>
                  </a:cubicBezTo>
                  <a:cubicBezTo>
                    <a:pt x="68732" y="50517"/>
                    <a:pt x="69268" y="49011"/>
                    <a:pt x="69674" y="47665"/>
                  </a:cubicBezTo>
                  <a:cubicBezTo>
                    <a:pt x="70079" y="46274"/>
                    <a:pt x="70571" y="44506"/>
                    <a:pt x="71152" y="42359"/>
                  </a:cubicBezTo>
                  <a:cubicBezTo>
                    <a:pt x="71382" y="41319"/>
                    <a:pt x="71606" y="40646"/>
                    <a:pt x="71825" y="40339"/>
                  </a:cubicBezTo>
                  <a:cubicBezTo>
                    <a:pt x="72055" y="40022"/>
                    <a:pt x="72482" y="39863"/>
                    <a:pt x="73106" y="39863"/>
                  </a:cubicBezTo>
                  <a:cubicBezTo>
                    <a:pt x="74179" y="39863"/>
                    <a:pt x="74716" y="40312"/>
                    <a:pt x="74716" y="4121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0A06985D-8309-2B7D-A67E-A865F91581C6}"/>
                </a:ext>
              </a:extLst>
            </p:cNvPr>
            <p:cNvSpPr/>
            <p:nvPr/>
          </p:nvSpPr>
          <p:spPr>
            <a:xfrm>
              <a:off x="2426980" y="4995486"/>
              <a:ext cx="70182" cy="65928"/>
            </a:xfrm>
            <a:custGeom>
              <a:avLst/>
              <a:gdLst>
                <a:gd name="csX0" fmla="*/ 70183 w 70182"/>
                <a:gd name="csY0" fmla="*/ 1183 h 65928"/>
                <a:gd name="csX1" fmla="*/ 70035 w 70182"/>
                <a:gd name="csY1" fmla="*/ 2168 h 65928"/>
                <a:gd name="csX2" fmla="*/ 69559 w 70182"/>
                <a:gd name="csY2" fmla="*/ 2727 h 65928"/>
                <a:gd name="csX3" fmla="*/ 69000 w 70182"/>
                <a:gd name="csY3" fmla="*/ 2924 h 65928"/>
                <a:gd name="csX4" fmla="*/ 68245 w 70182"/>
                <a:gd name="csY4" fmla="*/ 3022 h 65928"/>
                <a:gd name="csX5" fmla="*/ 64007 w 70182"/>
                <a:gd name="csY5" fmla="*/ 3811 h 65928"/>
                <a:gd name="csX6" fmla="*/ 60426 w 70182"/>
                <a:gd name="csY6" fmla="*/ 5519 h 65928"/>
                <a:gd name="csX7" fmla="*/ 57930 w 70182"/>
                <a:gd name="csY7" fmla="*/ 7408 h 65928"/>
                <a:gd name="csX8" fmla="*/ 55565 w 70182"/>
                <a:gd name="csY8" fmla="*/ 9658 h 65928"/>
                <a:gd name="csX9" fmla="*/ 54251 w 70182"/>
                <a:gd name="csY9" fmla="*/ 11021 h 65928"/>
                <a:gd name="csX10" fmla="*/ 30304 w 70182"/>
                <a:gd name="csY10" fmla="*/ 38500 h 65928"/>
                <a:gd name="csX11" fmla="*/ 28940 w 70182"/>
                <a:gd name="csY11" fmla="*/ 41522 h 65928"/>
                <a:gd name="csX12" fmla="*/ 25540 w 70182"/>
                <a:gd name="csY12" fmla="*/ 55138 h 65928"/>
                <a:gd name="csX13" fmla="*/ 24226 w 70182"/>
                <a:gd name="csY13" fmla="*/ 61215 h 65928"/>
                <a:gd name="csX14" fmla="*/ 24703 w 70182"/>
                <a:gd name="csY14" fmla="*/ 62348 h 65928"/>
                <a:gd name="csX15" fmla="*/ 26822 w 70182"/>
                <a:gd name="csY15" fmla="*/ 62726 h 65928"/>
                <a:gd name="csX16" fmla="*/ 30501 w 70182"/>
                <a:gd name="csY16" fmla="*/ 62956 h 65928"/>
                <a:gd name="csX17" fmla="*/ 32997 w 70182"/>
                <a:gd name="csY17" fmla="*/ 63334 h 65928"/>
                <a:gd name="csX18" fmla="*/ 33178 w 70182"/>
                <a:gd name="csY18" fmla="*/ 63991 h 65928"/>
                <a:gd name="csX19" fmla="*/ 32800 w 70182"/>
                <a:gd name="csY19" fmla="*/ 65370 h 65928"/>
                <a:gd name="csX20" fmla="*/ 32143 w 70182"/>
                <a:gd name="csY20" fmla="*/ 65880 h 65928"/>
                <a:gd name="csX21" fmla="*/ 31338 w 70182"/>
                <a:gd name="csY21" fmla="*/ 65929 h 65928"/>
                <a:gd name="csX22" fmla="*/ 19003 w 70182"/>
                <a:gd name="csY22" fmla="*/ 65650 h 65928"/>
                <a:gd name="csX23" fmla="*/ 6833 w 70182"/>
                <a:gd name="csY23" fmla="*/ 65929 h 65928"/>
                <a:gd name="csX24" fmla="*/ 5469 w 70182"/>
                <a:gd name="csY24" fmla="*/ 64845 h 65928"/>
                <a:gd name="csX25" fmla="*/ 5568 w 70182"/>
                <a:gd name="csY25" fmla="*/ 63761 h 65928"/>
                <a:gd name="csX26" fmla="*/ 6126 w 70182"/>
                <a:gd name="csY26" fmla="*/ 63202 h 65928"/>
                <a:gd name="csX27" fmla="*/ 6882 w 70182"/>
                <a:gd name="csY27" fmla="*/ 63005 h 65928"/>
                <a:gd name="csX28" fmla="*/ 8114 w 70182"/>
                <a:gd name="csY28" fmla="*/ 62956 h 65928"/>
                <a:gd name="csX29" fmla="*/ 11366 w 70182"/>
                <a:gd name="csY29" fmla="*/ 62907 h 65928"/>
                <a:gd name="csX30" fmla="*/ 13583 w 70182"/>
                <a:gd name="csY30" fmla="*/ 62578 h 65928"/>
                <a:gd name="csX31" fmla="*/ 15045 w 70182"/>
                <a:gd name="csY31" fmla="*/ 62118 h 65928"/>
                <a:gd name="csX32" fmla="*/ 15932 w 70182"/>
                <a:gd name="csY32" fmla="*/ 61084 h 65928"/>
                <a:gd name="csX33" fmla="*/ 16589 w 70182"/>
                <a:gd name="csY33" fmla="*/ 59572 h 65928"/>
                <a:gd name="csX34" fmla="*/ 17164 w 70182"/>
                <a:gd name="csY34" fmla="*/ 57257 h 65928"/>
                <a:gd name="csX35" fmla="*/ 19512 w 70182"/>
                <a:gd name="csY35" fmla="*/ 47829 h 65928"/>
                <a:gd name="csX36" fmla="*/ 21500 w 70182"/>
                <a:gd name="csY36" fmla="*/ 39682 h 65928"/>
                <a:gd name="csX37" fmla="*/ 21122 w 70182"/>
                <a:gd name="csY37" fmla="*/ 38040 h 65928"/>
                <a:gd name="csX38" fmla="*/ 9247 w 70182"/>
                <a:gd name="csY38" fmla="*/ 6274 h 65928"/>
                <a:gd name="csX39" fmla="*/ 8294 w 70182"/>
                <a:gd name="csY39" fmla="*/ 4287 h 65928"/>
                <a:gd name="csX40" fmla="*/ 6455 w 70182"/>
                <a:gd name="csY40" fmla="*/ 3400 h 65928"/>
                <a:gd name="csX41" fmla="*/ 2217 w 70182"/>
                <a:gd name="csY41" fmla="*/ 3022 h 65928"/>
                <a:gd name="csX42" fmla="*/ 1035 w 70182"/>
                <a:gd name="csY42" fmla="*/ 2973 h 65928"/>
                <a:gd name="csX43" fmla="*/ 328 w 70182"/>
                <a:gd name="csY43" fmla="*/ 2694 h 65928"/>
                <a:gd name="csX44" fmla="*/ 0 w 70182"/>
                <a:gd name="csY44" fmla="*/ 1938 h 65928"/>
                <a:gd name="csX45" fmla="*/ 378 w 70182"/>
                <a:gd name="csY45" fmla="*/ 608 h 65928"/>
                <a:gd name="csX46" fmla="*/ 1035 w 70182"/>
                <a:gd name="csY46" fmla="*/ 99 h 65928"/>
                <a:gd name="csX47" fmla="*/ 1840 w 70182"/>
                <a:gd name="csY47" fmla="*/ 0 h 65928"/>
                <a:gd name="csX48" fmla="*/ 7210 w 70182"/>
                <a:gd name="csY48" fmla="*/ 148 h 65928"/>
                <a:gd name="csX49" fmla="*/ 12631 w 70182"/>
                <a:gd name="csY49" fmla="*/ 279 h 65928"/>
                <a:gd name="csX50" fmla="*/ 24801 w 70182"/>
                <a:gd name="csY50" fmla="*/ 0 h 65928"/>
                <a:gd name="csX51" fmla="*/ 26247 w 70182"/>
                <a:gd name="csY51" fmla="*/ 1084 h 65928"/>
                <a:gd name="csX52" fmla="*/ 25737 w 70182"/>
                <a:gd name="csY52" fmla="*/ 2727 h 65928"/>
                <a:gd name="csX53" fmla="*/ 23947 w 70182"/>
                <a:gd name="csY53" fmla="*/ 3022 h 65928"/>
                <a:gd name="csX54" fmla="*/ 18248 w 70182"/>
                <a:gd name="csY54" fmla="*/ 5322 h 65928"/>
                <a:gd name="csX55" fmla="*/ 18806 w 70182"/>
                <a:gd name="csY55" fmla="*/ 6981 h 65928"/>
                <a:gd name="csX56" fmla="*/ 29417 w 70182"/>
                <a:gd name="csY56" fmla="*/ 35625 h 65928"/>
                <a:gd name="csX57" fmla="*/ 51803 w 70182"/>
                <a:gd name="csY57" fmla="*/ 9855 h 65928"/>
                <a:gd name="csX58" fmla="*/ 52132 w 70182"/>
                <a:gd name="csY58" fmla="*/ 9477 h 65928"/>
                <a:gd name="csX59" fmla="*/ 52641 w 70182"/>
                <a:gd name="csY59" fmla="*/ 8820 h 65928"/>
                <a:gd name="csX60" fmla="*/ 53265 w 70182"/>
                <a:gd name="csY60" fmla="*/ 8015 h 65928"/>
                <a:gd name="csX61" fmla="*/ 53824 w 70182"/>
                <a:gd name="csY61" fmla="*/ 7063 h 65928"/>
                <a:gd name="csX62" fmla="*/ 54251 w 70182"/>
                <a:gd name="csY62" fmla="*/ 6126 h 65928"/>
                <a:gd name="csX63" fmla="*/ 54431 w 70182"/>
                <a:gd name="csY63" fmla="*/ 5240 h 65928"/>
                <a:gd name="csX64" fmla="*/ 54004 w 70182"/>
                <a:gd name="csY64" fmla="*/ 4057 h 65928"/>
                <a:gd name="csX65" fmla="*/ 52920 w 70182"/>
                <a:gd name="csY65" fmla="*/ 3351 h 65928"/>
                <a:gd name="csX66" fmla="*/ 51803 w 70182"/>
                <a:gd name="csY66" fmla="*/ 3104 h 65928"/>
                <a:gd name="csX67" fmla="*/ 50949 w 70182"/>
                <a:gd name="csY67" fmla="*/ 3022 h 65928"/>
                <a:gd name="csX68" fmla="*/ 49488 w 70182"/>
                <a:gd name="csY68" fmla="*/ 1840 h 65928"/>
                <a:gd name="csX69" fmla="*/ 49865 w 70182"/>
                <a:gd name="csY69" fmla="*/ 558 h 65928"/>
                <a:gd name="csX70" fmla="*/ 50522 w 70182"/>
                <a:gd name="csY70" fmla="*/ 49 h 65928"/>
                <a:gd name="csX71" fmla="*/ 51327 w 70182"/>
                <a:gd name="csY71" fmla="*/ 0 h 65928"/>
                <a:gd name="csX72" fmla="*/ 56140 w 70182"/>
                <a:gd name="csY72" fmla="*/ 148 h 65928"/>
                <a:gd name="csX73" fmla="*/ 60985 w 70182"/>
                <a:gd name="csY73" fmla="*/ 279 h 65928"/>
                <a:gd name="csX74" fmla="*/ 64993 w 70182"/>
                <a:gd name="csY74" fmla="*/ 148 h 65928"/>
                <a:gd name="csX75" fmla="*/ 68902 w 70182"/>
                <a:gd name="csY75" fmla="*/ 0 h 65928"/>
                <a:gd name="csX76" fmla="*/ 70183 w 70182"/>
                <a:gd name="csY76" fmla="*/ 1183 h 65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70182" h="65928">
                  <a:moveTo>
                    <a:pt x="70183" y="1183"/>
                  </a:moveTo>
                  <a:cubicBezTo>
                    <a:pt x="70183" y="1588"/>
                    <a:pt x="70133" y="1916"/>
                    <a:pt x="70035" y="2168"/>
                  </a:cubicBezTo>
                  <a:cubicBezTo>
                    <a:pt x="69969" y="2420"/>
                    <a:pt x="69810" y="2606"/>
                    <a:pt x="69559" y="2727"/>
                  </a:cubicBezTo>
                  <a:cubicBezTo>
                    <a:pt x="69340" y="2825"/>
                    <a:pt x="69153" y="2891"/>
                    <a:pt x="69000" y="2924"/>
                  </a:cubicBezTo>
                  <a:cubicBezTo>
                    <a:pt x="68869" y="2957"/>
                    <a:pt x="68617" y="2989"/>
                    <a:pt x="68245" y="3022"/>
                  </a:cubicBezTo>
                  <a:cubicBezTo>
                    <a:pt x="66701" y="3143"/>
                    <a:pt x="65288" y="3405"/>
                    <a:pt x="64007" y="3811"/>
                  </a:cubicBezTo>
                  <a:cubicBezTo>
                    <a:pt x="62715" y="4194"/>
                    <a:pt x="61522" y="4763"/>
                    <a:pt x="60426" y="5519"/>
                  </a:cubicBezTo>
                  <a:cubicBezTo>
                    <a:pt x="59353" y="6274"/>
                    <a:pt x="58521" y="6904"/>
                    <a:pt x="57930" y="7408"/>
                  </a:cubicBezTo>
                  <a:cubicBezTo>
                    <a:pt x="57360" y="7900"/>
                    <a:pt x="56572" y="8650"/>
                    <a:pt x="55565" y="9658"/>
                  </a:cubicBezTo>
                  <a:lnTo>
                    <a:pt x="54251" y="11021"/>
                  </a:lnTo>
                  <a:lnTo>
                    <a:pt x="30304" y="38500"/>
                  </a:lnTo>
                  <a:cubicBezTo>
                    <a:pt x="29745" y="39135"/>
                    <a:pt x="29291" y="40142"/>
                    <a:pt x="28940" y="41522"/>
                  </a:cubicBezTo>
                  <a:lnTo>
                    <a:pt x="25540" y="55138"/>
                  </a:lnTo>
                  <a:cubicBezTo>
                    <a:pt x="24664" y="58905"/>
                    <a:pt x="24226" y="60930"/>
                    <a:pt x="24226" y="61215"/>
                  </a:cubicBezTo>
                  <a:cubicBezTo>
                    <a:pt x="24226" y="61784"/>
                    <a:pt x="24385" y="62162"/>
                    <a:pt x="24703" y="62348"/>
                  </a:cubicBezTo>
                  <a:cubicBezTo>
                    <a:pt x="25042" y="62502"/>
                    <a:pt x="25748" y="62627"/>
                    <a:pt x="26822" y="62726"/>
                  </a:cubicBezTo>
                  <a:lnTo>
                    <a:pt x="30501" y="62956"/>
                  </a:lnTo>
                  <a:cubicBezTo>
                    <a:pt x="31946" y="62956"/>
                    <a:pt x="32778" y="63082"/>
                    <a:pt x="32997" y="63334"/>
                  </a:cubicBezTo>
                  <a:cubicBezTo>
                    <a:pt x="33118" y="63498"/>
                    <a:pt x="33178" y="63717"/>
                    <a:pt x="33178" y="63991"/>
                  </a:cubicBezTo>
                  <a:cubicBezTo>
                    <a:pt x="33178" y="64593"/>
                    <a:pt x="33052" y="65053"/>
                    <a:pt x="32800" y="65370"/>
                  </a:cubicBezTo>
                  <a:cubicBezTo>
                    <a:pt x="32581" y="65655"/>
                    <a:pt x="32362" y="65825"/>
                    <a:pt x="32143" y="65880"/>
                  </a:cubicBezTo>
                  <a:cubicBezTo>
                    <a:pt x="31957" y="65912"/>
                    <a:pt x="31689" y="65929"/>
                    <a:pt x="31338" y="65929"/>
                  </a:cubicBezTo>
                  <a:lnTo>
                    <a:pt x="19003" y="65650"/>
                  </a:lnTo>
                  <a:lnTo>
                    <a:pt x="6833" y="65929"/>
                  </a:lnTo>
                  <a:cubicBezTo>
                    <a:pt x="5924" y="65929"/>
                    <a:pt x="5469" y="65568"/>
                    <a:pt x="5469" y="64845"/>
                  </a:cubicBezTo>
                  <a:cubicBezTo>
                    <a:pt x="5469" y="64374"/>
                    <a:pt x="5502" y="64013"/>
                    <a:pt x="5568" y="63761"/>
                  </a:cubicBezTo>
                  <a:cubicBezTo>
                    <a:pt x="5655" y="63476"/>
                    <a:pt x="5842" y="63290"/>
                    <a:pt x="6126" y="63202"/>
                  </a:cubicBezTo>
                  <a:cubicBezTo>
                    <a:pt x="6411" y="63071"/>
                    <a:pt x="6663" y="63005"/>
                    <a:pt x="6882" y="63005"/>
                  </a:cubicBezTo>
                  <a:cubicBezTo>
                    <a:pt x="7101" y="62972"/>
                    <a:pt x="7511" y="62956"/>
                    <a:pt x="8114" y="62956"/>
                  </a:cubicBezTo>
                  <a:cubicBezTo>
                    <a:pt x="9559" y="62923"/>
                    <a:pt x="10643" y="62907"/>
                    <a:pt x="11366" y="62907"/>
                  </a:cubicBezTo>
                  <a:cubicBezTo>
                    <a:pt x="12121" y="62885"/>
                    <a:pt x="12860" y="62775"/>
                    <a:pt x="13583" y="62578"/>
                  </a:cubicBezTo>
                  <a:cubicBezTo>
                    <a:pt x="14306" y="62392"/>
                    <a:pt x="14793" y="62239"/>
                    <a:pt x="15045" y="62118"/>
                  </a:cubicBezTo>
                  <a:cubicBezTo>
                    <a:pt x="15319" y="61954"/>
                    <a:pt x="15614" y="61609"/>
                    <a:pt x="15932" y="61084"/>
                  </a:cubicBezTo>
                  <a:cubicBezTo>
                    <a:pt x="16282" y="60514"/>
                    <a:pt x="16501" y="60010"/>
                    <a:pt x="16589" y="59572"/>
                  </a:cubicBezTo>
                  <a:cubicBezTo>
                    <a:pt x="16720" y="59134"/>
                    <a:pt x="16912" y="58362"/>
                    <a:pt x="17164" y="57257"/>
                  </a:cubicBezTo>
                  <a:cubicBezTo>
                    <a:pt x="17416" y="56282"/>
                    <a:pt x="18199" y="53140"/>
                    <a:pt x="19512" y="47829"/>
                  </a:cubicBezTo>
                  <a:cubicBezTo>
                    <a:pt x="20837" y="42518"/>
                    <a:pt x="21500" y="39803"/>
                    <a:pt x="21500" y="39682"/>
                  </a:cubicBezTo>
                  <a:cubicBezTo>
                    <a:pt x="21500" y="39332"/>
                    <a:pt x="21374" y="38784"/>
                    <a:pt x="21122" y="38040"/>
                  </a:cubicBezTo>
                  <a:lnTo>
                    <a:pt x="9247" y="6274"/>
                  </a:lnTo>
                  <a:cubicBezTo>
                    <a:pt x="8897" y="5333"/>
                    <a:pt x="8579" y="4670"/>
                    <a:pt x="8294" y="4287"/>
                  </a:cubicBezTo>
                  <a:cubicBezTo>
                    <a:pt x="8010" y="3915"/>
                    <a:pt x="7397" y="3619"/>
                    <a:pt x="6455" y="3400"/>
                  </a:cubicBezTo>
                  <a:cubicBezTo>
                    <a:pt x="5513" y="3148"/>
                    <a:pt x="4101" y="3022"/>
                    <a:pt x="2217" y="3022"/>
                  </a:cubicBezTo>
                  <a:cubicBezTo>
                    <a:pt x="1681" y="3022"/>
                    <a:pt x="1287" y="3006"/>
                    <a:pt x="1035" y="2973"/>
                  </a:cubicBezTo>
                  <a:cubicBezTo>
                    <a:pt x="783" y="2940"/>
                    <a:pt x="547" y="2847"/>
                    <a:pt x="328" y="2694"/>
                  </a:cubicBezTo>
                  <a:cubicBezTo>
                    <a:pt x="109" y="2529"/>
                    <a:pt x="0" y="2278"/>
                    <a:pt x="0" y="1938"/>
                  </a:cubicBezTo>
                  <a:cubicBezTo>
                    <a:pt x="0" y="1336"/>
                    <a:pt x="126" y="892"/>
                    <a:pt x="378" y="608"/>
                  </a:cubicBezTo>
                  <a:cubicBezTo>
                    <a:pt x="630" y="301"/>
                    <a:pt x="849" y="131"/>
                    <a:pt x="1035" y="99"/>
                  </a:cubicBezTo>
                  <a:cubicBezTo>
                    <a:pt x="1265" y="33"/>
                    <a:pt x="1533" y="0"/>
                    <a:pt x="1840" y="0"/>
                  </a:cubicBezTo>
                  <a:cubicBezTo>
                    <a:pt x="2628" y="0"/>
                    <a:pt x="4418" y="49"/>
                    <a:pt x="7210" y="148"/>
                  </a:cubicBezTo>
                  <a:cubicBezTo>
                    <a:pt x="10013" y="235"/>
                    <a:pt x="11820" y="279"/>
                    <a:pt x="12631" y="279"/>
                  </a:cubicBezTo>
                  <a:lnTo>
                    <a:pt x="24801" y="0"/>
                  </a:lnTo>
                  <a:cubicBezTo>
                    <a:pt x="25765" y="0"/>
                    <a:pt x="26247" y="361"/>
                    <a:pt x="26247" y="1084"/>
                  </a:cubicBezTo>
                  <a:cubicBezTo>
                    <a:pt x="26247" y="1960"/>
                    <a:pt x="26077" y="2508"/>
                    <a:pt x="25737" y="2727"/>
                  </a:cubicBezTo>
                  <a:cubicBezTo>
                    <a:pt x="25387" y="2924"/>
                    <a:pt x="24790" y="3022"/>
                    <a:pt x="23947" y="3022"/>
                  </a:cubicBezTo>
                  <a:cubicBezTo>
                    <a:pt x="20148" y="3022"/>
                    <a:pt x="18248" y="3789"/>
                    <a:pt x="18248" y="5322"/>
                  </a:cubicBezTo>
                  <a:cubicBezTo>
                    <a:pt x="18248" y="5508"/>
                    <a:pt x="18434" y="6061"/>
                    <a:pt x="18806" y="6981"/>
                  </a:cubicBezTo>
                  <a:lnTo>
                    <a:pt x="29417" y="35625"/>
                  </a:lnTo>
                  <a:lnTo>
                    <a:pt x="51803" y="9855"/>
                  </a:lnTo>
                  <a:lnTo>
                    <a:pt x="52132" y="9477"/>
                  </a:lnTo>
                  <a:cubicBezTo>
                    <a:pt x="52318" y="9225"/>
                    <a:pt x="52488" y="9006"/>
                    <a:pt x="52641" y="8820"/>
                  </a:cubicBezTo>
                  <a:cubicBezTo>
                    <a:pt x="52805" y="8623"/>
                    <a:pt x="53013" y="8355"/>
                    <a:pt x="53265" y="8015"/>
                  </a:cubicBezTo>
                  <a:cubicBezTo>
                    <a:pt x="53506" y="7665"/>
                    <a:pt x="53692" y="7347"/>
                    <a:pt x="53824" y="7063"/>
                  </a:cubicBezTo>
                  <a:cubicBezTo>
                    <a:pt x="53977" y="6789"/>
                    <a:pt x="54119" y="6477"/>
                    <a:pt x="54251" y="6126"/>
                  </a:cubicBezTo>
                  <a:cubicBezTo>
                    <a:pt x="54371" y="5776"/>
                    <a:pt x="54431" y="5480"/>
                    <a:pt x="54431" y="5240"/>
                  </a:cubicBezTo>
                  <a:cubicBezTo>
                    <a:pt x="54431" y="4758"/>
                    <a:pt x="54289" y="4364"/>
                    <a:pt x="54004" y="4057"/>
                  </a:cubicBezTo>
                  <a:cubicBezTo>
                    <a:pt x="53731" y="3707"/>
                    <a:pt x="53369" y="3471"/>
                    <a:pt x="52920" y="3351"/>
                  </a:cubicBezTo>
                  <a:cubicBezTo>
                    <a:pt x="52482" y="3219"/>
                    <a:pt x="52110" y="3137"/>
                    <a:pt x="51803" y="3104"/>
                  </a:cubicBezTo>
                  <a:cubicBezTo>
                    <a:pt x="51486" y="3050"/>
                    <a:pt x="51201" y="3022"/>
                    <a:pt x="50949" y="3022"/>
                  </a:cubicBezTo>
                  <a:cubicBezTo>
                    <a:pt x="49975" y="3022"/>
                    <a:pt x="49488" y="2628"/>
                    <a:pt x="49488" y="1840"/>
                  </a:cubicBezTo>
                  <a:cubicBezTo>
                    <a:pt x="49488" y="1270"/>
                    <a:pt x="49614" y="843"/>
                    <a:pt x="49865" y="558"/>
                  </a:cubicBezTo>
                  <a:cubicBezTo>
                    <a:pt x="50117" y="252"/>
                    <a:pt x="50336" y="82"/>
                    <a:pt x="50522" y="49"/>
                  </a:cubicBezTo>
                  <a:cubicBezTo>
                    <a:pt x="50741" y="16"/>
                    <a:pt x="51010" y="0"/>
                    <a:pt x="51327" y="0"/>
                  </a:cubicBezTo>
                  <a:cubicBezTo>
                    <a:pt x="52367" y="0"/>
                    <a:pt x="53972" y="49"/>
                    <a:pt x="56140" y="148"/>
                  </a:cubicBezTo>
                  <a:cubicBezTo>
                    <a:pt x="58308" y="235"/>
                    <a:pt x="59923" y="279"/>
                    <a:pt x="60985" y="279"/>
                  </a:cubicBezTo>
                  <a:cubicBezTo>
                    <a:pt x="61861" y="279"/>
                    <a:pt x="63197" y="235"/>
                    <a:pt x="64993" y="148"/>
                  </a:cubicBezTo>
                  <a:cubicBezTo>
                    <a:pt x="66788" y="49"/>
                    <a:pt x="68091" y="0"/>
                    <a:pt x="68902" y="0"/>
                  </a:cubicBezTo>
                  <a:cubicBezTo>
                    <a:pt x="69756" y="0"/>
                    <a:pt x="70183" y="394"/>
                    <a:pt x="70183" y="1183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5A427D99-C7A7-F8AF-D90B-7AAECCBA69FD}"/>
                </a:ext>
              </a:extLst>
            </p:cNvPr>
            <p:cNvSpPr/>
            <p:nvPr/>
          </p:nvSpPr>
          <p:spPr>
            <a:xfrm>
              <a:off x="909449" y="2540211"/>
              <a:ext cx="1642" cy="2210267"/>
            </a:xfrm>
            <a:custGeom>
              <a:avLst/>
              <a:gdLst>
                <a:gd name="csX0" fmla="*/ 0 w 1642"/>
                <a:gd name="csY0" fmla="*/ 2210268 h 2210267"/>
                <a:gd name="csX1" fmla="*/ 0 w 1642"/>
                <a:gd name="csY1" fmla="*/ 0 h 2210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42" h="2210267">
                  <a:moveTo>
                    <a:pt x="0" y="2210268"/>
                  </a:moveTo>
                  <a:lnTo>
                    <a:pt x="0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A7B61856-A2F4-7FE7-DD92-37C943E2A9AE}"/>
                </a:ext>
              </a:extLst>
            </p:cNvPr>
            <p:cNvSpPr/>
            <p:nvPr/>
          </p:nvSpPr>
          <p:spPr>
            <a:xfrm>
              <a:off x="909449" y="4744959"/>
              <a:ext cx="27467" cy="1642"/>
            </a:xfrm>
            <a:custGeom>
              <a:avLst/>
              <a:gdLst>
                <a:gd name="csX0" fmla="*/ 0 w 27467"/>
                <a:gd name="csY0" fmla="*/ 0 h 1642"/>
                <a:gd name="csX1" fmla="*/ 27467 w 27467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7" h="1642">
                  <a:moveTo>
                    <a:pt x="0" y="0"/>
                  </a:moveTo>
                  <a:lnTo>
                    <a:pt x="27467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254">
              <a:extLst>
                <a:ext uri="{FF2B5EF4-FFF2-40B4-BE49-F238E27FC236}">
                  <a16:creationId xmlns:a16="http://schemas.microsoft.com/office/drawing/2014/main" id="{569F8AF2-C00C-F6C1-58C7-9BADBC38B51E}"/>
                </a:ext>
              </a:extLst>
            </p:cNvPr>
            <p:cNvSpPr/>
            <p:nvPr/>
          </p:nvSpPr>
          <p:spPr>
            <a:xfrm>
              <a:off x="909449" y="4011880"/>
              <a:ext cx="27467" cy="1642"/>
            </a:xfrm>
            <a:custGeom>
              <a:avLst/>
              <a:gdLst>
                <a:gd name="csX0" fmla="*/ 0 w 27467"/>
                <a:gd name="csY0" fmla="*/ 0 h 1642"/>
                <a:gd name="csX1" fmla="*/ 27467 w 27467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7" h="1642">
                  <a:moveTo>
                    <a:pt x="0" y="0"/>
                  </a:moveTo>
                  <a:lnTo>
                    <a:pt x="27467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4809D3A4-DADE-B2F1-521E-1363010D0FD4}"/>
                </a:ext>
              </a:extLst>
            </p:cNvPr>
            <p:cNvSpPr/>
            <p:nvPr/>
          </p:nvSpPr>
          <p:spPr>
            <a:xfrm>
              <a:off x="909449" y="3278809"/>
              <a:ext cx="27467" cy="1642"/>
            </a:xfrm>
            <a:custGeom>
              <a:avLst/>
              <a:gdLst>
                <a:gd name="csX0" fmla="*/ 0 w 27467"/>
                <a:gd name="csY0" fmla="*/ 0 h 1642"/>
                <a:gd name="csX1" fmla="*/ 27467 w 27467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7" h="1642">
                  <a:moveTo>
                    <a:pt x="0" y="0"/>
                  </a:moveTo>
                  <a:lnTo>
                    <a:pt x="27467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256">
              <a:extLst>
                <a:ext uri="{FF2B5EF4-FFF2-40B4-BE49-F238E27FC236}">
                  <a16:creationId xmlns:a16="http://schemas.microsoft.com/office/drawing/2014/main" id="{7FBEEE17-DBEA-005E-2401-ECE0600085FC}"/>
                </a:ext>
              </a:extLst>
            </p:cNvPr>
            <p:cNvSpPr/>
            <p:nvPr/>
          </p:nvSpPr>
          <p:spPr>
            <a:xfrm>
              <a:off x="909449" y="2545736"/>
              <a:ext cx="27467" cy="1642"/>
            </a:xfrm>
            <a:custGeom>
              <a:avLst/>
              <a:gdLst>
                <a:gd name="csX0" fmla="*/ 0 w 27467"/>
                <a:gd name="csY0" fmla="*/ 0 h 1642"/>
                <a:gd name="csX1" fmla="*/ 27467 w 27467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467" h="1642">
                  <a:moveTo>
                    <a:pt x="0" y="0"/>
                  </a:moveTo>
                  <a:lnTo>
                    <a:pt x="27467" y="0"/>
                  </a:lnTo>
                </a:path>
              </a:pathLst>
            </a:custGeom>
            <a:noFill/>
            <a:ln w="6556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257">
              <a:extLst>
                <a:ext uri="{FF2B5EF4-FFF2-40B4-BE49-F238E27FC236}">
                  <a16:creationId xmlns:a16="http://schemas.microsoft.com/office/drawing/2014/main" id="{78D10157-EF28-B4E2-BDFF-E87AB6FAC9D1}"/>
                </a:ext>
              </a:extLst>
            </p:cNvPr>
            <p:cNvSpPr/>
            <p:nvPr/>
          </p:nvSpPr>
          <p:spPr>
            <a:xfrm>
              <a:off x="683052" y="4700843"/>
              <a:ext cx="58854" cy="88332"/>
            </a:xfrm>
            <a:custGeom>
              <a:avLst/>
              <a:gdLst>
                <a:gd name="csX0" fmla="*/ 29427 w 58854"/>
                <a:gd name="csY0" fmla="*/ 9116 h 88332"/>
                <a:gd name="csX1" fmla="*/ 16024 w 58854"/>
                <a:gd name="csY1" fmla="*/ 17903 h 88332"/>
                <a:gd name="csX2" fmla="*/ 11576 w 58854"/>
                <a:gd name="csY2" fmla="*/ 44199 h 88332"/>
                <a:gd name="csX3" fmla="*/ 16024 w 58854"/>
                <a:gd name="csY3" fmla="*/ 70479 h 88332"/>
                <a:gd name="csX4" fmla="*/ 29427 w 58854"/>
                <a:gd name="csY4" fmla="*/ 79216 h 88332"/>
                <a:gd name="csX5" fmla="*/ 42829 w 58854"/>
                <a:gd name="csY5" fmla="*/ 70479 h 88332"/>
                <a:gd name="csX6" fmla="*/ 47334 w 58854"/>
                <a:gd name="csY6" fmla="*/ 44199 h 88332"/>
                <a:gd name="csX7" fmla="*/ 42829 w 58854"/>
                <a:gd name="csY7" fmla="*/ 17903 h 88332"/>
                <a:gd name="csX8" fmla="*/ 29427 w 58854"/>
                <a:gd name="csY8" fmla="*/ 9116 h 88332"/>
                <a:gd name="csX9" fmla="*/ 29427 w 58854"/>
                <a:gd name="csY9" fmla="*/ 0 h 88332"/>
                <a:gd name="csX10" fmla="*/ 51270 w 58854"/>
                <a:gd name="csY10" fmla="*/ 11350 h 88332"/>
                <a:gd name="csX11" fmla="*/ 58855 w 58854"/>
                <a:gd name="csY11" fmla="*/ 44199 h 88332"/>
                <a:gd name="csX12" fmla="*/ 51270 w 58854"/>
                <a:gd name="csY12" fmla="*/ 77048 h 88332"/>
                <a:gd name="csX13" fmla="*/ 29427 w 58854"/>
                <a:gd name="csY13" fmla="*/ 88332 h 88332"/>
                <a:gd name="csX14" fmla="*/ 7527 w 58854"/>
                <a:gd name="csY14" fmla="*/ 77048 h 88332"/>
                <a:gd name="csX15" fmla="*/ 0 w 58854"/>
                <a:gd name="csY15" fmla="*/ 44199 h 88332"/>
                <a:gd name="csX16" fmla="*/ 7527 w 58854"/>
                <a:gd name="csY16" fmla="*/ 11350 h 88332"/>
                <a:gd name="csX17" fmla="*/ 29427 w 58854"/>
                <a:gd name="csY17" fmla="*/ 0 h 88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4" h="88332">
                  <a:moveTo>
                    <a:pt x="29427" y="9116"/>
                  </a:moveTo>
                  <a:cubicBezTo>
                    <a:pt x="23496" y="9116"/>
                    <a:pt x="19029" y="12045"/>
                    <a:pt x="16024" y="17903"/>
                  </a:cubicBezTo>
                  <a:cubicBezTo>
                    <a:pt x="13059" y="23717"/>
                    <a:pt x="11576" y="32483"/>
                    <a:pt x="11576" y="44199"/>
                  </a:cubicBezTo>
                  <a:cubicBezTo>
                    <a:pt x="11576" y="55872"/>
                    <a:pt x="13059" y="64631"/>
                    <a:pt x="16024" y="70479"/>
                  </a:cubicBezTo>
                  <a:cubicBezTo>
                    <a:pt x="19029" y="76304"/>
                    <a:pt x="23496" y="79216"/>
                    <a:pt x="29427" y="79216"/>
                  </a:cubicBezTo>
                  <a:cubicBezTo>
                    <a:pt x="35396" y="79216"/>
                    <a:pt x="39864" y="76304"/>
                    <a:pt x="42829" y="70479"/>
                  </a:cubicBezTo>
                  <a:cubicBezTo>
                    <a:pt x="45833" y="64631"/>
                    <a:pt x="47334" y="55872"/>
                    <a:pt x="47334" y="44199"/>
                  </a:cubicBezTo>
                  <a:cubicBezTo>
                    <a:pt x="47334" y="32483"/>
                    <a:pt x="45833" y="23717"/>
                    <a:pt x="42829" y="17903"/>
                  </a:cubicBezTo>
                  <a:cubicBezTo>
                    <a:pt x="39864" y="12045"/>
                    <a:pt x="35396" y="9116"/>
                    <a:pt x="29427" y="9116"/>
                  </a:cubicBezTo>
                  <a:moveTo>
                    <a:pt x="29427" y="0"/>
                  </a:moveTo>
                  <a:cubicBezTo>
                    <a:pt x="38969" y="0"/>
                    <a:pt x="46250" y="3783"/>
                    <a:pt x="51270" y="11350"/>
                  </a:cubicBezTo>
                  <a:cubicBezTo>
                    <a:pt x="56326" y="18872"/>
                    <a:pt x="58855" y="29822"/>
                    <a:pt x="58855" y="44199"/>
                  </a:cubicBezTo>
                  <a:cubicBezTo>
                    <a:pt x="58855" y="58532"/>
                    <a:pt x="56326" y="69482"/>
                    <a:pt x="51270" y="77048"/>
                  </a:cubicBezTo>
                  <a:cubicBezTo>
                    <a:pt x="46250" y="84571"/>
                    <a:pt x="38969" y="88332"/>
                    <a:pt x="29427" y="88332"/>
                  </a:cubicBezTo>
                  <a:cubicBezTo>
                    <a:pt x="19884" y="88332"/>
                    <a:pt x="12584" y="84571"/>
                    <a:pt x="7527" y="77048"/>
                  </a:cubicBezTo>
                  <a:cubicBezTo>
                    <a:pt x="2509" y="69482"/>
                    <a:pt x="0" y="58532"/>
                    <a:pt x="0" y="44199"/>
                  </a:cubicBezTo>
                  <a:cubicBezTo>
                    <a:pt x="0" y="29822"/>
                    <a:pt x="2509" y="18872"/>
                    <a:pt x="7527" y="11350"/>
                  </a:cubicBezTo>
                  <a:cubicBezTo>
                    <a:pt x="12584" y="3783"/>
                    <a:pt x="19884" y="0"/>
                    <a:pt x="29427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258">
              <a:extLst>
                <a:ext uri="{FF2B5EF4-FFF2-40B4-BE49-F238E27FC236}">
                  <a16:creationId xmlns:a16="http://schemas.microsoft.com/office/drawing/2014/main" id="{BAB394A5-C97B-6653-472C-CE9C2D5FE130}"/>
                </a:ext>
              </a:extLst>
            </p:cNvPr>
            <p:cNvSpPr/>
            <p:nvPr/>
          </p:nvSpPr>
          <p:spPr>
            <a:xfrm>
              <a:off x="762152" y="4773046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259">
              <a:extLst>
                <a:ext uri="{FF2B5EF4-FFF2-40B4-BE49-F238E27FC236}">
                  <a16:creationId xmlns:a16="http://schemas.microsoft.com/office/drawing/2014/main" id="{0F60A680-30F2-0598-A9B2-22B254254CBB}"/>
                </a:ext>
              </a:extLst>
            </p:cNvPr>
            <p:cNvSpPr/>
            <p:nvPr/>
          </p:nvSpPr>
          <p:spPr>
            <a:xfrm>
              <a:off x="799620" y="4702387"/>
              <a:ext cx="50699" cy="85145"/>
            </a:xfrm>
            <a:custGeom>
              <a:avLst/>
              <a:gdLst>
                <a:gd name="csX0" fmla="*/ 1654 w 50699"/>
                <a:gd name="csY0" fmla="*/ 75439 h 85145"/>
                <a:gd name="csX1" fmla="*/ 20475 w 50699"/>
                <a:gd name="csY1" fmla="*/ 75439 h 85145"/>
                <a:gd name="csX2" fmla="*/ 20475 w 50699"/>
                <a:gd name="csY2" fmla="*/ 10479 h 85145"/>
                <a:gd name="csX3" fmla="*/ 0 w 50699"/>
                <a:gd name="csY3" fmla="*/ 14585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39 h 85145"/>
                <a:gd name="csX8" fmla="*/ 50700 w 50699"/>
                <a:gd name="csY8" fmla="*/ 75439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39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39"/>
                  </a:moveTo>
                  <a:lnTo>
                    <a:pt x="20475" y="75439"/>
                  </a:lnTo>
                  <a:lnTo>
                    <a:pt x="20475" y="10479"/>
                  </a:lnTo>
                  <a:lnTo>
                    <a:pt x="0" y="14585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39"/>
                  </a:lnTo>
                  <a:lnTo>
                    <a:pt x="50700" y="75439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39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207E4041-AFF7-5F51-CC3B-19F3DF00BA9E}"/>
                </a:ext>
              </a:extLst>
            </p:cNvPr>
            <p:cNvSpPr/>
            <p:nvPr/>
          </p:nvSpPr>
          <p:spPr>
            <a:xfrm>
              <a:off x="678831" y="3967768"/>
              <a:ext cx="58854" cy="88338"/>
            </a:xfrm>
            <a:custGeom>
              <a:avLst/>
              <a:gdLst>
                <a:gd name="csX0" fmla="*/ 29428 w 58854"/>
                <a:gd name="csY0" fmla="*/ 9124 h 88338"/>
                <a:gd name="csX1" fmla="*/ 16026 w 58854"/>
                <a:gd name="csY1" fmla="*/ 17906 h 88338"/>
                <a:gd name="csX2" fmla="*/ 11578 w 58854"/>
                <a:gd name="csY2" fmla="*/ 44197 h 88338"/>
                <a:gd name="csX3" fmla="*/ 16026 w 58854"/>
                <a:gd name="csY3" fmla="*/ 70488 h 88338"/>
                <a:gd name="csX4" fmla="*/ 29428 w 58854"/>
                <a:gd name="csY4" fmla="*/ 79215 h 88338"/>
                <a:gd name="csX5" fmla="*/ 42829 w 58854"/>
                <a:gd name="csY5" fmla="*/ 70488 h 88338"/>
                <a:gd name="csX6" fmla="*/ 47334 w 58854"/>
                <a:gd name="csY6" fmla="*/ 44197 h 88338"/>
                <a:gd name="csX7" fmla="*/ 42829 w 58854"/>
                <a:gd name="csY7" fmla="*/ 17906 h 88338"/>
                <a:gd name="csX8" fmla="*/ 29428 w 58854"/>
                <a:gd name="csY8" fmla="*/ 9124 h 88338"/>
                <a:gd name="csX9" fmla="*/ 29428 w 58854"/>
                <a:gd name="csY9" fmla="*/ 0 h 88338"/>
                <a:gd name="csX10" fmla="*/ 51270 w 58854"/>
                <a:gd name="csY10" fmla="*/ 11348 h 88338"/>
                <a:gd name="csX11" fmla="*/ 58855 w 58854"/>
                <a:gd name="csY11" fmla="*/ 44197 h 88338"/>
                <a:gd name="csX12" fmla="*/ 51270 w 58854"/>
                <a:gd name="csY12" fmla="*/ 77047 h 88338"/>
                <a:gd name="csX13" fmla="*/ 29428 w 58854"/>
                <a:gd name="csY13" fmla="*/ 88339 h 88338"/>
                <a:gd name="csX14" fmla="*/ 7527 w 58854"/>
                <a:gd name="csY14" fmla="*/ 77047 h 88338"/>
                <a:gd name="csX15" fmla="*/ 0 w 58854"/>
                <a:gd name="csY15" fmla="*/ 44197 h 88338"/>
                <a:gd name="csX16" fmla="*/ 7527 w 58854"/>
                <a:gd name="csY16" fmla="*/ 11348 h 88338"/>
                <a:gd name="csX17" fmla="*/ 29428 w 58854"/>
                <a:gd name="csY17" fmla="*/ 0 h 883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4" h="88338">
                  <a:moveTo>
                    <a:pt x="29428" y="9124"/>
                  </a:moveTo>
                  <a:cubicBezTo>
                    <a:pt x="23497" y="9124"/>
                    <a:pt x="19029" y="12051"/>
                    <a:pt x="16026" y="17906"/>
                  </a:cubicBezTo>
                  <a:cubicBezTo>
                    <a:pt x="13060" y="23724"/>
                    <a:pt x="11578" y="32488"/>
                    <a:pt x="11578" y="44197"/>
                  </a:cubicBezTo>
                  <a:cubicBezTo>
                    <a:pt x="11578" y="55870"/>
                    <a:pt x="13060" y="64633"/>
                    <a:pt x="16026" y="70488"/>
                  </a:cubicBezTo>
                  <a:cubicBezTo>
                    <a:pt x="19029" y="76306"/>
                    <a:pt x="23497" y="79215"/>
                    <a:pt x="29428" y="79215"/>
                  </a:cubicBezTo>
                  <a:cubicBezTo>
                    <a:pt x="35397" y="79215"/>
                    <a:pt x="39864" y="76306"/>
                    <a:pt x="42829" y="70488"/>
                  </a:cubicBezTo>
                  <a:cubicBezTo>
                    <a:pt x="45833" y="64633"/>
                    <a:pt x="47334" y="55870"/>
                    <a:pt x="47334" y="44197"/>
                  </a:cubicBezTo>
                  <a:cubicBezTo>
                    <a:pt x="47334" y="32488"/>
                    <a:pt x="45833" y="23724"/>
                    <a:pt x="42829" y="17906"/>
                  </a:cubicBezTo>
                  <a:cubicBezTo>
                    <a:pt x="39864" y="12051"/>
                    <a:pt x="35397" y="9124"/>
                    <a:pt x="29428" y="9124"/>
                  </a:cubicBezTo>
                  <a:moveTo>
                    <a:pt x="29428" y="0"/>
                  </a:moveTo>
                  <a:cubicBezTo>
                    <a:pt x="38971" y="0"/>
                    <a:pt x="46251" y="3783"/>
                    <a:pt x="51270" y="11348"/>
                  </a:cubicBezTo>
                  <a:cubicBezTo>
                    <a:pt x="56326" y="18876"/>
                    <a:pt x="58855" y="29826"/>
                    <a:pt x="58855" y="44197"/>
                  </a:cubicBezTo>
                  <a:cubicBezTo>
                    <a:pt x="58855" y="58531"/>
                    <a:pt x="56326" y="69480"/>
                    <a:pt x="51270" y="77047"/>
                  </a:cubicBezTo>
                  <a:cubicBezTo>
                    <a:pt x="46251" y="84575"/>
                    <a:pt x="38971" y="88339"/>
                    <a:pt x="29428" y="88339"/>
                  </a:cubicBezTo>
                  <a:cubicBezTo>
                    <a:pt x="19884" y="88339"/>
                    <a:pt x="12584" y="84575"/>
                    <a:pt x="7527" y="77047"/>
                  </a:cubicBezTo>
                  <a:cubicBezTo>
                    <a:pt x="2509" y="69480"/>
                    <a:pt x="0" y="58531"/>
                    <a:pt x="0" y="44197"/>
                  </a:cubicBezTo>
                  <a:cubicBezTo>
                    <a:pt x="0" y="29826"/>
                    <a:pt x="2509" y="18876"/>
                    <a:pt x="7527" y="11348"/>
                  </a:cubicBezTo>
                  <a:cubicBezTo>
                    <a:pt x="12584" y="3783"/>
                    <a:pt x="19884" y="0"/>
                    <a:pt x="2942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97F56DB2-0DDB-EF6E-28DD-3C8CE905D037}"/>
                </a:ext>
              </a:extLst>
            </p:cNvPr>
            <p:cNvSpPr/>
            <p:nvPr/>
          </p:nvSpPr>
          <p:spPr>
            <a:xfrm>
              <a:off x="757932" y="4039968"/>
              <a:ext cx="12032" cy="14484"/>
            </a:xfrm>
            <a:custGeom>
              <a:avLst/>
              <a:gdLst>
                <a:gd name="csX0" fmla="*/ 0 w 12032"/>
                <a:gd name="csY0" fmla="*/ 0 h 14484"/>
                <a:gd name="csX1" fmla="*/ 12033 w 12032"/>
                <a:gd name="csY1" fmla="*/ 0 h 14484"/>
                <a:gd name="csX2" fmla="*/ 12033 w 12032"/>
                <a:gd name="csY2" fmla="*/ 14485 h 14484"/>
                <a:gd name="csX3" fmla="*/ 0 w 12032"/>
                <a:gd name="csY3" fmla="*/ 14485 h 14484"/>
                <a:gd name="csX4" fmla="*/ 0 w 12032"/>
                <a:gd name="csY4" fmla="*/ 0 h 14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4">
                  <a:moveTo>
                    <a:pt x="0" y="0"/>
                  </a:moveTo>
                  <a:lnTo>
                    <a:pt x="12033" y="0"/>
                  </a:lnTo>
                  <a:lnTo>
                    <a:pt x="12033" y="14485"/>
                  </a:lnTo>
                  <a:lnTo>
                    <a:pt x="0" y="14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186121FD-309B-4EA0-97EC-BE8B7248F3D4}"/>
                </a:ext>
              </a:extLst>
            </p:cNvPr>
            <p:cNvSpPr/>
            <p:nvPr/>
          </p:nvSpPr>
          <p:spPr>
            <a:xfrm>
              <a:off x="788272" y="3969307"/>
              <a:ext cx="62047" cy="85145"/>
            </a:xfrm>
            <a:custGeom>
              <a:avLst/>
              <a:gdLst>
                <a:gd name="csX0" fmla="*/ 38437 w 62047"/>
                <a:gd name="csY0" fmla="*/ 10037 h 85145"/>
                <a:gd name="csX1" fmla="*/ 9352 w 62047"/>
                <a:gd name="csY1" fmla="*/ 55491 h 85145"/>
                <a:gd name="csX2" fmla="*/ 38437 w 62047"/>
                <a:gd name="csY2" fmla="*/ 55491 h 85145"/>
                <a:gd name="csX3" fmla="*/ 38437 w 62047"/>
                <a:gd name="csY3" fmla="*/ 10037 h 85145"/>
                <a:gd name="csX4" fmla="*/ 35415 w 62047"/>
                <a:gd name="csY4" fmla="*/ 0 h 85145"/>
                <a:gd name="csX5" fmla="*/ 49902 w 62047"/>
                <a:gd name="csY5" fmla="*/ 0 h 85145"/>
                <a:gd name="csX6" fmla="*/ 49902 w 62047"/>
                <a:gd name="csY6" fmla="*/ 55491 h 85145"/>
                <a:gd name="csX7" fmla="*/ 62048 w 62047"/>
                <a:gd name="csY7" fmla="*/ 55491 h 85145"/>
                <a:gd name="csX8" fmla="*/ 62048 w 62047"/>
                <a:gd name="csY8" fmla="*/ 65071 h 85145"/>
                <a:gd name="csX9" fmla="*/ 49902 w 62047"/>
                <a:gd name="csY9" fmla="*/ 65071 h 85145"/>
                <a:gd name="csX10" fmla="*/ 49902 w 62047"/>
                <a:gd name="csY10" fmla="*/ 85146 h 85145"/>
                <a:gd name="csX11" fmla="*/ 38437 w 62047"/>
                <a:gd name="csY11" fmla="*/ 85146 h 85145"/>
                <a:gd name="csX12" fmla="*/ 38437 w 62047"/>
                <a:gd name="csY12" fmla="*/ 65071 h 85145"/>
                <a:gd name="csX13" fmla="*/ 0 w 62047"/>
                <a:gd name="csY13" fmla="*/ 65071 h 85145"/>
                <a:gd name="csX14" fmla="*/ 0 w 62047"/>
                <a:gd name="csY14" fmla="*/ 53950 h 85145"/>
                <a:gd name="csX15" fmla="*/ 35415 w 62047"/>
                <a:gd name="csY15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2047" h="85145">
                  <a:moveTo>
                    <a:pt x="38437" y="10037"/>
                  </a:moveTo>
                  <a:lnTo>
                    <a:pt x="9352" y="55491"/>
                  </a:lnTo>
                  <a:lnTo>
                    <a:pt x="38437" y="55491"/>
                  </a:lnTo>
                  <a:lnTo>
                    <a:pt x="38437" y="10037"/>
                  </a:lnTo>
                  <a:moveTo>
                    <a:pt x="35415" y="0"/>
                  </a:moveTo>
                  <a:lnTo>
                    <a:pt x="49902" y="0"/>
                  </a:lnTo>
                  <a:lnTo>
                    <a:pt x="49902" y="55491"/>
                  </a:lnTo>
                  <a:lnTo>
                    <a:pt x="62048" y="55491"/>
                  </a:lnTo>
                  <a:lnTo>
                    <a:pt x="62048" y="65071"/>
                  </a:lnTo>
                  <a:lnTo>
                    <a:pt x="49902" y="65071"/>
                  </a:lnTo>
                  <a:lnTo>
                    <a:pt x="49902" y="85146"/>
                  </a:lnTo>
                  <a:lnTo>
                    <a:pt x="38437" y="85146"/>
                  </a:lnTo>
                  <a:lnTo>
                    <a:pt x="38437" y="65071"/>
                  </a:lnTo>
                  <a:lnTo>
                    <a:pt x="0" y="65071"/>
                  </a:lnTo>
                  <a:lnTo>
                    <a:pt x="0" y="53950"/>
                  </a:lnTo>
                  <a:lnTo>
                    <a:pt x="35415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1040011B-4BA8-98CB-8083-846B584B7EEB}"/>
                </a:ext>
              </a:extLst>
            </p:cNvPr>
            <p:cNvSpPr/>
            <p:nvPr/>
          </p:nvSpPr>
          <p:spPr>
            <a:xfrm>
              <a:off x="682252" y="3234695"/>
              <a:ext cx="58856" cy="88340"/>
            </a:xfrm>
            <a:custGeom>
              <a:avLst/>
              <a:gdLst>
                <a:gd name="csX0" fmla="*/ 29428 w 58856"/>
                <a:gd name="csY0" fmla="*/ 9126 h 88340"/>
                <a:gd name="csX1" fmla="*/ 16026 w 58856"/>
                <a:gd name="csY1" fmla="*/ 17908 h 88340"/>
                <a:gd name="csX2" fmla="*/ 11578 w 58856"/>
                <a:gd name="csY2" fmla="*/ 44199 h 88340"/>
                <a:gd name="csX3" fmla="*/ 16026 w 58856"/>
                <a:gd name="csY3" fmla="*/ 70490 h 88340"/>
                <a:gd name="csX4" fmla="*/ 29428 w 58856"/>
                <a:gd name="csY4" fmla="*/ 79215 h 88340"/>
                <a:gd name="csX5" fmla="*/ 42831 w 58856"/>
                <a:gd name="csY5" fmla="*/ 70490 h 88340"/>
                <a:gd name="csX6" fmla="*/ 47336 w 58856"/>
                <a:gd name="csY6" fmla="*/ 44199 h 88340"/>
                <a:gd name="csX7" fmla="*/ 42831 w 58856"/>
                <a:gd name="csY7" fmla="*/ 17908 h 88340"/>
                <a:gd name="csX8" fmla="*/ 29428 w 58856"/>
                <a:gd name="csY8" fmla="*/ 9126 h 88340"/>
                <a:gd name="csX9" fmla="*/ 29428 w 58856"/>
                <a:gd name="csY9" fmla="*/ 0 h 88340"/>
                <a:gd name="csX10" fmla="*/ 51271 w 58856"/>
                <a:gd name="csY10" fmla="*/ 11349 h 88340"/>
                <a:gd name="csX11" fmla="*/ 58856 w 58856"/>
                <a:gd name="csY11" fmla="*/ 44199 h 88340"/>
                <a:gd name="csX12" fmla="*/ 51271 w 58856"/>
                <a:gd name="csY12" fmla="*/ 77048 h 88340"/>
                <a:gd name="csX13" fmla="*/ 29428 w 58856"/>
                <a:gd name="csY13" fmla="*/ 88340 h 88340"/>
                <a:gd name="csX14" fmla="*/ 7529 w 58856"/>
                <a:gd name="csY14" fmla="*/ 77048 h 88340"/>
                <a:gd name="csX15" fmla="*/ 0 w 58856"/>
                <a:gd name="csY15" fmla="*/ 44199 h 88340"/>
                <a:gd name="csX16" fmla="*/ 7529 w 58856"/>
                <a:gd name="csY16" fmla="*/ 11349 h 88340"/>
                <a:gd name="csX17" fmla="*/ 29428 w 58856"/>
                <a:gd name="csY17" fmla="*/ 0 h 88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6" h="88340">
                  <a:moveTo>
                    <a:pt x="29428" y="9126"/>
                  </a:moveTo>
                  <a:cubicBezTo>
                    <a:pt x="23497" y="9126"/>
                    <a:pt x="19029" y="12053"/>
                    <a:pt x="16026" y="17908"/>
                  </a:cubicBezTo>
                  <a:cubicBezTo>
                    <a:pt x="13060" y="23724"/>
                    <a:pt x="11578" y="32488"/>
                    <a:pt x="11578" y="44199"/>
                  </a:cubicBezTo>
                  <a:cubicBezTo>
                    <a:pt x="11578" y="55871"/>
                    <a:pt x="13060" y="64635"/>
                    <a:pt x="16026" y="70490"/>
                  </a:cubicBezTo>
                  <a:cubicBezTo>
                    <a:pt x="19029" y="76306"/>
                    <a:pt x="23497" y="79215"/>
                    <a:pt x="29428" y="79215"/>
                  </a:cubicBezTo>
                  <a:cubicBezTo>
                    <a:pt x="35397" y="79215"/>
                    <a:pt x="39864" y="76306"/>
                    <a:pt x="42831" y="70490"/>
                  </a:cubicBezTo>
                  <a:cubicBezTo>
                    <a:pt x="45834" y="64635"/>
                    <a:pt x="47336" y="55871"/>
                    <a:pt x="47336" y="44199"/>
                  </a:cubicBezTo>
                  <a:cubicBezTo>
                    <a:pt x="47336" y="32488"/>
                    <a:pt x="45834" y="23724"/>
                    <a:pt x="42831" y="17908"/>
                  </a:cubicBezTo>
                  <a:cubicBezTo>
                    <a:pt x="39864" y="12053"/>
                    <a:pt x="35397" y="9126"/>
                    <a:pt x="29428" y="9126"/>
                  </a:cubicBezTo>
                  <a:moveTo>
                    <a:pt x="29428" y="0"/>
                  </a:moveTo>
                  <a:cubicBezTo>
                    <a:pt x="38971" y="0"/>
                    <a:pt x="46252" y="3783"/>
                    <a:pt x="51271" y="11349"/>
                  </a:cubicBezTo>
                  <a:cubicBezTo>
                    <a:pt x="56328" y="18878"/>
                    <a:pt x="58856" y="29827"/>
                    <a:pt x="58856" y="44199"/>
                  </a:cubicBezTo>
                  <a:cubicBezTo>
                    <a:pt x="58856" y="58532"/>
                    <a:pt x="56328" y="69482"/>
                    <a:pt x="51271" y="77048"/>
                  </a:cubicBezTo>
                  <a:cubicBezTo>
                    <a:pt x="46252" y="84576"/>
                    <a:pt x="38971" y="88340"/>
                    <a:pt x="29428" y="88340"/>
                  </a:cubicBezTo>
                  <a:cubicBezTo>
                    <a:pt x="19885" y="88340"/>
                    <a:pt x="12586" y="84576"/>
                    <a:pt x="7529" y="77048"/>
                  </a:cubicBezTo>
                  <a:cubicBezTo>
                    <a:pt x="2510" y="69482"/>
                    <a:pt x="0" y="58532"/>
                    <a:pt x="0" y="44199"/>
                  </a:cubicBezTo>
                  <a:cubicBezTo>
                    <a:pt x="0" y="29827"/>
                    <a:pt x="2510" y="18878"/>
                    <a:pt x="7529" y="11349"/>
                  </a:cubicBezTo>
                  <a:cubicBezTo>
                    <a:pt x="12586" y="3783"/>
                    <a:pt x="19885" y="0"/>
                    <a:pt x="2942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AE0F1568-694E-B5AC-1B20-0ADB8EB62B10}"/>
                </a:ext>
              </a:extLst>
            </p:cNvPr>
            <p:cNvSpPr/>
            <p:nvPr/>
          </p:nvSpPr>
          <p:spPr>
            <a:xfrm>
              <a:off x="761354" y="3306895"/>
              <a:ext cx="12032" cy="14486"/>
            </a:xfrm>
            <a:custGeom>
              <a:avLst/>
              <a:gdLst>
                <a:gd name="csX0" fmla="*/ 0 w 12032"/>
                <a:gd name="csY0" fmla="*/ 0 h 14486"/>
                <a:gd name="csX1" fmla="*/ 12033 w 12032"/>
                <a:gd name="csY1" fmla="*/ 0 h 14486"/>
                <a:gd name="csX2" fmla="*/ 12033 w 12032"/>
                <a:gd name="csY2" fmla="*/ 14487 h 14486"/>
                <a:gd name="csX3" fmla="*/ 0 w 12032"/>
                <a:gd name="csY3" fmla="*/ 14487 h 14486"/>
                <a:gd name="csX4" fmla="*/ 0 w 12032"/>
                <a:gd name="csY4" fmla="*/ 0 h 144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6">
                  <a:moveTo>
                    <a:pt x="0" y="0"/>
                  </a:moveTo>
                  <a:lnTo>
                    <a:pt x="12033" y="0"/>
                  </a:lnTo>
                  <a:lnTo>
                    <a:pt x="12033" y="14487"/>
                  </a:lnTo>
                  <a:lnTo>
                    <a:pt x="0" y="144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265">
              <a:extLst>
                <a:ext uri="{FF2B5EF4-FFF2-40B4-BE49-F238E27FC236}">
                  <a16:creationId xmlns:a16="http://schemas.microsoft.com/office/drawing/2014/main" id="{086BF35F-D0F4-A984-2EF4-170B0602849C}"/>
                </a:ext>
              </a:extLst>
            </p:cNvPr>
            <p:cNvSpPr/>
            <p:nvPr/>
          </p:nvSpPr>
          <p:spPr>
            <a:xfrm>
              <a:off x="795571" y="3236236"/>
              <a:ext cx="54748" cy="85145"/>
            </a:xfrm>
            <a:custGeom>
              <a:avLst/>
              <a:gdLst>
                <a:gd name="csX0" fmla="*/ 0 w 54748"/>
                <a:gd name="csY0" fmla="*/ 0 h 85145"/>
                <a:gd name="csX1" fmla="*/ 54749 w 54748"/>
                <a:gd name="csY1" fmla="*/ 0 h 85145"/>
                <a:gd name="csX2" fmla="*/ 54749 w 54748"/>
                <a:gd name="csY2" fmla="*/ 4904 h 85145"/>
                <a:gd name="csX3" fmla="*/ 23839 w 54748"/>
                <a:gd name="csY3" fmla="*/ 85146 h 85145"/>
                <a:gd name="csX4" fmla="*/ 11806 w 54748"/>
                <a:gd name="csY4" fmla="*/ 85146 h 85145"/>
                <a:gd name="csX5" fmla="*/ 40891 w 54748"/>
                <a:gd name="csY5" fmla="*/ 9696 h 85145"/>
                <a:gd name="csX6" fmla="*/ 0 w 54748"/>
                <a:gd name="csY6" fmla="*/ 9696 h 85145"/>
                <a:gd name="csX7" fmla="*/ 0 w 54748"/>
                <a:gd name="csY7" fmla="*/ 0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4748" h="85145">
                  <a:moveTo>
                    <a:pt x="0" y="0"/>
                  </a:moveTo>
                  <a:lnTo>
                    <a:pt x="54749" y="0"/>
                  </a:lnTo>
                  <a:lnTo>
                    <a:pt x="54749" y="4904"/>
                  </a:lnTo>
                  <a:lnTo>
                    <a:pt x="23839" y="85146"/>
                  </a:lnTo>
                  <a:lnTo>
                    <a:pt x="11806" y="85146"/>
                  </a:lnTo>
                  <a:lnTo>
                    <a:pt x="40891" y="9696"/>
                  </a:lnTo>
                  <a:lnTo>
                    <a:pt x="0" y="96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658FEB37-AF55-B991-1F74-0A0CEF404B12}"/>
                </a:ext>
              </a:extLst>
            </p:cNvPr>
            <p:cNvSpPr/>
            <p:nvPr/>
          </p:nvSpPr>
          <p:spPr>
            <a:xfrm>
              <a:off x="685161" y="2503163"/>
              <a:ext cx="50699" cy="85145"/>
            </a:xfrm>
            <a:custGeom>
              <a:avLst/>
              <a:gdLst>
                <a:gd name="csX0" fmla="*/ 1654 w 50699"/>
                <a:gd name="csY0" fmla="*/ 75451 h 85145"/>
                <a:gd name="csX1" fmla="*/ 20475 w 50699"/>
                <a:gd name="csY1" fmla="*/ 75451 h 85145"/>
                <a:gd name="csX2" fmla="*/ 20475 w 50699"/>
                <a:gd name="csY2" fmla="*/ 10494 h 85145"/>
                <a:gd name="csX3" fmla="*/ 0 w 50699"/>
                <a:gd name="csY3" fmla="*/ 14600 h 85145"/>
                <a:gd name="csX4" fmla="*/ 0 w 50699"/>
                <a:gd name="csY4" fmla="*/ 4106 h 85145"/>
                <a:gd name="csX5" fmla="*/ 20360 w 50699"/>
                <a:gd name="csY5" fmla="*/ 0 h 85145"/>
                <a:gd name="csX6" fmla="*/ 31880 w 50699"/>
                <a:gd name="csY6" fmla="*/ 0 h 85145"/>
                <a:gd name="csX7" fmla="*/ 31880 w 50699"/>
                <a:gd name="csY7" fmla="*/ 75451 h 85145"/>
                <a:gd name="csX8" fmla="*/ 50700 w 50699"/>
                <a:gd name="csY8" fmla="*/ 75451 h 85145"/>
                <a:gd name="csX9" fmla="*/ 50700 w 50699"/>
                <a:gd name="csY9" fmla="*/ 85146 h 85145"/>
                <a:gd name="csX10" fmla="*/ 1654 w 50699"/>
                <a:gd name="csY10" fmla="*/ 85146 h 85145"/>
                <a:gd name="csX11" fmla="*/ 1654 w 50699"/>
                <a:gd name="csY11" fmla="*/ 75451 h 85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0699" h="85145">
                  <a:moveTo>
                    <a:pt x="1654" y="75451"/>
                  </a:moveTo>
                  <a:lnTo>
                    <a:pt x="20475" y="75451"/>
                  </a:lnTo>
                  <a:lnTo>
                    <a:pt x="20475" y="10494"/>
                  </a:lnTo>
                  <a:lnTo>
                    <a:pt x="0" y="14600"/>
                  </a:lnTo>
                  <a:lnTo>
                    <a:pt x="0" y="4106"/>
                  </a:lnTo>
                  <a:lnTo>
                    <a:pt x="20360" y="0"/>
                  </a:lnTo>
                  <a:lnTo>
                    <a:pt x="31880" y="0"/>
                  </a:lnTo>
                  <a:lnTo>
                    <a:pt x="31880" y="75451"/>
                  </a:lnTo>
                  <a:lnTo>
                    <a:pt x="50700" y="75451"/>
                  </a:lnTo>
                  <a:lnTo>
                    <a:pt x="50700" y="85146"/>
                  </a:lnTo>
                  <a:lnTo>
                    <a:pt x="1654" y="85146"/>
                  </a:lnTo>
                  <a:lnTo>
                    <a:pt x="1654" y="75451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267">
              <a:extLst>
                <a:ext uri="{FF2B5EF4-FFF2-40B4-BE49-F238E27FC236}">
                  <a16:creationId xmlns:a16="http://schemas.microsoft.com/office/drawing/2014/main" id="{A05FAFAB-6831-7253-93A6-E836F6D4E60E}"/>
                </a:ext>
              </a:extLst>
            </p:cNvPr>
            <p:cNvSpPr/>
            <p:nvPr/>
          </p:nvSpPr>
          <p:spPr>
            <a:xfrm>
              <a:off x="759130" y="2573823"/>
              <a:ext cx="12032" cy="14485"/>
            </a:xfrm>
            <a:custGeom>
              <a:avLst/>
              <a:gdLst>
                <a:gd name="csX0" fmla="*/ 0 w 12032"/>
                <a:gd name="csY0" fmla="*/ 0 h 14485"/>
                <a:gd name="csX1" fmla="*/ 12033 w 12032"/>
                <a:gd name="csY1" fmla="*/ 0 h 14485"/>
                <a:gd name="csX2" fmla="*/ 12033 w 12032"/>
                <a:gd name="csY2" fmla="*/ 14486 h 14485"/>
                <a:gd name="csX3" fmla="*/ 0 w 12032"/>
                <a:gd name="csY3" fmla="*/ 14486 h 14485"/>
                <a:gd name="csX4" fmla="*/ 0 w 12032"/>
                <a:gd name="csY4" fmla="*/ 0 h 14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032" h="14485">
                  <a:moveTo>
                    <a:pt x="0" y="0"/>
                  </a:moveTo>
                  <a:lnTo>
                    <a:pt x="12033" y="0"/>
                  </a:lnTo>
                  <a:lnTo>
                    <a:pt x="12033" y="14486"/>
                  </a:lnTo>
                  <a:lnTo>
                    <a:pt x="0" y="144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Freeform 268">
              <a:extLst>
                <a:ext uri="{FF2B5EF4-FFF2-40B4-BE49-F238E27FC236}">
                  <a16:creationId xmlns:a16="http://schemas.microsoft.com/office/drawing/2014/main" id="{F45774C8-F918-321B-8F7F-A3F93F6DFA8C}"/>
                </a:ext>
              </a:extLst>
            </p:cNvPr>
            <p:cNvSpPr/>
            <p:nvPr/>
          </p:nvSpPr>
          <p:spPr>
            <a:xfrm>
              <a:off x="791465" y="2501624"/>
              <a:ext cx="58854" cy="88339"/>
            </a:xfrm>
            <a:custGeom>
              <a:avLst/>
              <a:gdLst>
                <a:gd name="csX0" fmla="*/ 29428 w 58854"/>
                <a:gd name="csY0" fmla="*/ 9125 h 88339"/>
                <a:gd name="csX1" fmla="*/ 16026 w 58854"/>
                <a:gd name="csY1" fmla="*/ 17908 h 88339"/>
                <a:gd name="csX2" fmla="*/ 11578 w 58854"/>
                <a:gd name="csY2" fmla="*/ 44198 h 88339"/>
                <a:gd name="csX3" fmla="*/ 16026 w 58854"/>
                <a:gd name="csY3" fmla="*/ 70489 h 88339"/>
                <a:gd name="csX4" fmla="*/ 29428 w 58854"/>
                <a:gd name="csY4" fmla="*/ 79215 h 88339"/>
                <a:gd name="csX5" fmla="*/ 42829 w 58854"/>
                <a:gd name="csY5" fmla="*/ 70489 h 88339"/>
                <a:gd name="csX6" fmla="*/ 47334 w 58854"/>
                <a:gd name="csY6" fmla="*/ 44198 h 88339"/>
                <a:gd name="csX7" fmla="*/ 42829 w 58854"/>
                <a:gd name="csY7" fmla="*/ 17908 h 88339"/>
                <a:gd name="csX8" fmla="*/ 29428 w 58854"/>
                <a:gd name="csY8" fmla="*/ 9125 h 88339"/>
                <a:gd name="csX9" fmla="*/ 29428 w 58854"/>
                <a:gd name="csY9" fmla="*/ 0 h 88339"/>
                <a:gd name="csX10" fmla="*/ 51270 w 58854"/>
                <a:gd name="csY10" fmla="*/ 11349 h 88339"/>
                <a:gd name="csX11" fmla="*/ 58855 w 58854"/>
                <a:gd name="csY11" fmla="*/ 44198 h 88339"/>
                <a:gd name="csX12" fmla="*/ 51270 w 58854"/>
                <a:gd name="csY12" fmla="*/ 77048 h 88339"/>
                <a:gd name="csX13" fmla="*/ 29428 w 58854"/>
                <a:gd name="csY13" fmla="*/ 88340 h 88339"/>
                <a:gd name="csX14" fmla="*/ 7527 w 58854"/>
                <a:gd name="csY14" fmla="*/ 77048 h 88339"/>
                <a:gd name="csX15" fmla="*/ 0 w 58854"/>
                <a:gd name="csY15" fmla="*/ 44198 h 88339"/>
                <a:gd name="csX16" fmla="*/ 7527 w 58854"/>
                <a:gd name="csY16" fmla="*/ 11349 h 88339"/>
                <a:gd name="csX17" fmla="*/ 29428 w 58854"/>
                <a:gd name="csY17" fmla="*/ 0 h 88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8854" h="88339">
                  <a:moveTo>
                    <a:pt x="29428" y="9125"/>
                  </a:moveTo>
                  <a:cubicBezTo>
                    <a:pt x="23497" y="9125"/>
                    <a:pt x="19029" y="12052"/>
                    <a:pt x="16026" y="17908"/>
                  </a:cubicBezTo>
                  <a:cubicBezTo>
                    <a:pt x="13060" y="23725"/>
                    <a:pt x="11578" y="32488"/>
                    <a:pt x="11578" y="44198"/>
                  </a:cubicBezTo>
                  <a:cubicBezTo>
                    <a:pt x="11578" y="55870"/>
                    <a:pt x="13060" y="64634"/>
                    <a:pt x="16026" y="70489"/>
                  </a:cubicBezTo>
                  <a:cubicBezTo>
                    <a:pt x="19029" y="76306"/>
                    <a:pt x="23497" y="79215"/>
                    <a:pt x="29428" y="79215"/>
                  </a:cubicBezTo>
                  <a:cubicBezTo>
                    <a:pt x="35397" y="79215"/>
                    <a:pt x="39864" y="76306"/>
                    <a:pt x="42829" y="70489"/>
                  </a:cubicBezTo>
                  <a:cubicBezTo>
                    <a:pt x="45833" y="64634"/>
                    <a:pt x="47334" y="55870"/>
                    <a:pt x="47334" y="44198"/>
                  </a:cubicBezTo>
                  <a:cubicBezTo>
                    <a:pt x="47334" y="32488"/>
                    <a:pt x="45833" y="23725"/>
                    <a:pt x="42829" y="17908"/>
                  </a:cubicBezTo>
                  <a:cubicBezTo>
                    <a:pt x="39864" y="12052"/>
                    <a:pt x="35397" y="9125"/>
                    <a:pt x="29428" y="9125"/>
                  </a:cubicBezTo>
                  <a:moveTo>
                    <a:pt x="29428" y="0"/>
                  </a:moveTo>
                  <a:cubicBezTo>
                    <a:pt x="38971" y="0"/>
                    <a:pt x="46251" y="3783"/>
                    <a:pt x="51270" y="11349"/>
                  </a:cubicBezTo>
                  <a:cubicBezTo>
                    <a:pt x="56326" y="18877"/>
                    <a:pt x="58855" y="29827"/>
                    <a:pt x="58855" y="44198"/>
                  </a:cubicBezTo>
                  <a:cubicBezTo>
                    <a:pt x="58855" y="58532"/>
                    <a:pt x="56326" y="69482"/>
                    <a:pt x="51270" y="77048"/>
                  </a:cubicBezTo>
                  <a:cubicBezTo>
                    <a:pt x="46251" y="84576"/>
                    <a:pt x="38971" y="88340"/>
                    <a:pt x="29428" y="88340"/>
                  </a:cubicBezTo>
                  <a:cubicBezTo>
                    <a:pt x="19885" y="88340"/>
                    <a:pt x="12585" y="84576"/>
                    <a:pt x="7527" y="77048"/>
                  </a:cubicBezTo>
                  <a:cubicBezTo>
                    <a:pt x="2509" y="69482"/>
                    <a:pt x="0" y="58532"/>
                    <a:pt x="0" y="44198"/>
                  </a:cubicBezTo>
                  <a:cubicBezTo>
                    <a:pt x="0" y="29827"/>
                    <a:pt x="2509" y="18877"/>
                    <a:pt x="7527" y="11349"/>
                  </a:cubicBezTo>
                  <a:cubicBezTo>
                    <a:pt x="12585" y="3783"/>
                    <a:pt x="19885" y="0"/>
                    <a:pt x="2942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Freeform 269">
              <a:extLst>
                <a:ext uri="{FF2B5EF4-FFF2-40B4-BE49-F238E27FC236}">
                  <a16:creationId xmlns:a16="http://schemas.microsoft.com/office/drawing/2014/main" id="{002681D5-13F8-194A-7BA5-F4B4307BDE61}"/>
                </a:ext>
              </a:extLst>
            </p:cNvPr>
            <p:cNvSpPr/>
            <p:nvPr/>
          </p:nvSpPr>
          <p:spPr>
            <a:xfrm>
              <a:off x="509729" y="3657988"/>
              <a:ext cx="60995" cy="72912"/>
            </a:xfrm>
            <a:custGeom>
              <a:avLst/>
              <a:gdLst>
                <a:gd name="csX0" fmla="*/ 3299 w 60995"/>
                <a:gd name="csY0" fmla="*/ 0 h 72912"/>
                <a:gd name="csX1" fmla="*/ 8011 w 60995"/>
                <a:gd name="csY1" fmla="*/ 6732 h 72912"/>
                <a:gd name="csX2" fmla="*/ 8011 w 60995"/>
                <a:gd name="csY2" fmla="*/ 21881 h 72912"/>
                <a:gd name="csX3" fmla="*/ 23025 w 60995"/>
                <a:gd name="csY3" fmla="*/ 17639 h 72912"/>
                <a:gd name="csX4" fmla="*/ 37903 w 60995"/>
                <a:gd name="csY4" fmla="*/ 20804 h 72912"/>
                <a:gd name="csX5" fmla="*/ 50021 w 60995"/>
                <a:gd name="csY5" fmla="*/ 28883 h 72912"/>
                <a:gd name="csX6" fmla="*/ 58033 w 60995"/>
                <a:gd name="csY6" fmla="*/ 39991 h 72912"/>
                <a:gd name="csX7" fmla="*/ 60995 w 60995"/>
                <a:gd name="csY7" fmla="*/ 52244 h 72912"/>
                <a:gd name="csX8" fmla="*/ 54734 w 60995"/>
                <a:gd name="csY8" fmla="*/ 67190 h 72912"/>
                <a:gd name="csX9" fmla="*/ 39182 w 60995"/>
                <a:gd name="csY9" fmla="*/ 72913 h 72912"/>
                <a:gd name="csX10" fmla="*/ 28815 w 60995"/>
                <a:gd name="csY10" fmla="*/ 71229 h 72912"/>
                <a:gd name="csX11" fmla="*/ 18312 w 60995"/>
                <a:gd name="csY11" fmla="*/ 66180 h 72912"/>
                <a:gd name="csX12" fmla="*/ 9089 w 60995"/>
                <a:gd name="csY12" fmla="*/ 58572 h 72912"/>
                <a:gd name="csX13" fmla="*/ 2491 w 60995"/>
                <a:gd name="csY13" fmla="*/ 48542 h 72912"/>
                <a:gd name="csX14" fmla="*/ 0 w 60995"/>
                <a:gd name="csY14" fmla="*/ 36826 h 72912"/>
                <a:gd name="csX15" fmla="*/ 0 w 60995"/>
                <a:gd name="csY15" fmla="*/ 5386 h 72912"/>
                <a:gd name="csX16" fmla="*/ 135 w 60995"/>
                <a:gd name="csY16" fmla="*/ 2828 h 72912"/>
                <a:gd name="csX17" fmla="*/ 1010 w 60995"/>
                <a:gd name="csY17" fmla="*/ 943 h 72912"/>
                <a:gd name="csX18" fmla="*/ 3299 w 60995"/>
                <a:gd name="csY18" fmla="*/ 0 h 72912"/>
                <a:gd name="csX19" fmla="*/ 21409 w 60995"/>
                <a:gd name="csY19" fmla="*/ 26459 h 72912"/>
                <a:gd name="csX20" fmla="*/ 18379 w 60995"/>
                <a:gd name="csY20" fmla="*/ 26661 h 72912"/>
                <a:gd name="csX21" fmla="*/ 14946 w 60995"/>
                <a:gd name="csY21" fmla="*/ 27603 h 72912"/>
                <a:gd name="csX22" fmla="*/ 11512 w 60995"/>
                <a:gd name="csY22" fmla="*/ 29624 h 72912"/>
                <a:gd name="csX23" fmla="*/ 9021 w 60995"/>
                <a:gd name="csY23" fmla="*/ 33393 h 72912"/>
                <a:gd name="csX24" fmla="*/ 8011 w 60995"/>
                <a:gd name="csY24" fmla="*/ 39115 h 72912"/>
                <a:gd name="csX25" fmla="*/ 10570 w 60995"/>
                <a:gd name="csY25" fmla="*/ 48877 h 72912"/>
                <a:gd name="csX26" fmla="*/ 19457 w 60995"/>
                <a:gd name="csY26" fmla="*/ 57899 h 72912"/>
                <a:gd name="csX27" fmla="*/ 31844 w 60995"/>
                <a:gd name="csY27" fmla="*/ 62746 h 72912"/>
                <a:gd name="csX28" fmla="*/ 43020 w 60995"/>
                <a:gd name="csY28" fmla="*/ 64362 h 72912"/>
                <a:gd name="csX29" fmla="*/ 54061 w 60995"/>
                <a:gd name="csY29" fmla="*/ 60929 h 72912"/>
                <a:gd name="csX30" fmla="*/ 57898 w 60995"/>
                <a:gd name="csY30" fmla="*/ 52109 h 72912"/>
                <a:gd name="csX31" fmla="*/ 54936 w 60995"/>
                <a:gd name="csY31" fmla="*/ 42750 h 72912"/>
                <a:gd name="csX32" fmla="*/ 46184 w 60995"/>
                <a:gd name="csY32" fmla="*/ 33932 h 72912"/>
                <a:gd name="csX33" fmla="*/ 33931 w 60995"/>
                <a:gd name="csY33" fmla="*/ 28546 h 72912"/>
                <a:gd name="csX34" fmla="*/ 21409 w 60995"/>
                <a:gd name="csY34" fmla="*/ 26459 h 72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0995" h="72912">
                  <a:moveTo>
                    <a:pt x="3299" y="0"/>
                  </a:moveTo>
                  <a:cubicBezTo>
                    <a:pt x="6441" y="0"/>
                    <a:pt x="8011" y="2244"/>
                    <a:pt x="8011" y="6732"/>
                  </a:cubicBezTo>
                  <a:lnTo>
                    <a:pt x="8011" y="21881"/>
                  </a:lnTo>
                  <a:cubicBezTo>
                    <a:pt x="12051" y="19053"/>
                    <a:pt x="17055" y="17639"/>
                    <a:pt x="23025" y="17639"/>
                  </a:cubicBezTo>
                  <a:cubicBezTo>
                    <a:pt x="28141" y="17639"/>
                    <a:pt x="33101" y="18694"/>
                    <a:pt x="37903" y="20804"/>
                  </a:cubicBezTo>
                  <a:cubicBezTo>
                    <a:pt x="42661" y="22868"/>
                    <a:pt x="46700" y="25561"/>
                    <a:pt x="50021" y="28883"/>
                  </a:cubicBezTo>
                  <a:cubicBezTo>
                    <a:pt x="53343" y="32159"/>
                    <a:pt x="56013" y="35862"/>
                    <a:pt x="58033" y="39991"/>
                  </a:cubicBezTo>
                  <a:cubicBezTo>
                    <a:pt x="60008" y="44120"/>
                    <a:pt x="60995" y="48204"/>
                    <a:pt x="60995" y="52244"/>
                  </a:cubicBezTo>
                  <a:cubicBezTo>
                    <a:pt x="60995" y="58392"/>
                    <a:pt x="58908" y="63374"/>
                    <a:pt x="54734" y="67190"/>
                  </a:cubicBezTo>
                  <a:cubicBezTo>
                    <a:pt x="50560" y="71005"/>
                    <a:pt x="45376" y="72913"/>
                    <a:pt x="39182" y="72913"/>
                  </a:cubicBezTo>
                  <a:cubicBezTo>
                    <a:pt x="35906" y="72913"/>
                    <a:pt x="32450" y="72351"/>
                    <a:pt x="28815" y="71229"/>
                  </a:cubicBezTo>
                  <a:cubicBezTo>
                    <a:pt x="25179" y="70062"/>
                    <a:pt x="21678" y="68379"/>
                    <a:pt x="18312" y="66180"/>
                  </a:cubicBezTo>
                  <a:cubicBezTo>
                    <a:pt x="14901" y="63980"/>
                    <a:pt x="11827" y="61444"/>
                    <a:pt x="9089" y="58572"/>
                  </a:cubicBezTo>
                  <a:cubicBezTo>
                    <a:pt x="6351" y="55655"/>
                    <a:pt x="4152" y="52312"/>
                    <a:pt x="2491" y="48542"/>
                  </a:cubicBezTo>
                  <a:cubicBezTo>
                    <a:pt x="830" y="44726"/>
                    <a:pt x="0" y="40820"/>
                    <a:pt x="0" y="36826"/>
                  </a:cubicBezTo>
                  <a:lnTo>
                    <a:pt x="0" y="5386"/>
                  </a:lnTo>
                  <a:cubicBezTo>
                    <a:pt x="0" y="4264"/>
                    <a:pt x="45" y="3412"/>
                    <a:pt x="135" y="2828"/>
                  </a:cubicBezTo>
                  <a:cubicBezTo>
                    <a:pt x="180" y="2200"/>
                    <a:pt x="471" y="1571"/>
                    <a:pt x="1010" y="943"/>
                  </a:cubicBezTo>
                  <a:cubicBezTo>
                    <a:pt x="1504" y="314"/>
                    <a:pt x="2267" y="0"/>
                    <a:pt x="3299" y="0"/>
                  </a:cubicBezTo>
                  <a:moveTo>
                    <a:pt x="21409" y="26459"/>
                  </a:moveTo>
                  <a:cubicBezTo>
                    <a:pt x="20332" y="26459"/>
                    <a:pt x="19322" y="26526"/>
                    <a:pt x="18379" y="26661"/>
                  </a:cubicBezTo>
                  <a:cubicBezTo>
                    <a:pt x="17392" y="26795"/>
                    <a:pt x="16247" y="27110"/>
                    <a:pt x="14946" y="27603"/>
                  </a:cubicBezTo>
                  <a:cubicBezTo>
                    <a:pt x="13599" y="28097"/>
                    <a:pt x="12455" y="28771"/>
                    <a:pt x="11512" y="29624"/>
                  </a:cubicBezTo>
                  <a:cubicBezTo>
                    <a:pt x="10525" y="30476"/>
                    <a:pt x="9695" y="31732"/>
                    <a:pt x="9021" y="33393"/>
                  </a:cubicBezTo>
                  <a:cubicBezTo>
                    <a:pt x="8348" y="35009"/>
                    <a:pt x="8011" y="36917"/>
                    <a:pt x="8011" y="39115"/>
                  </a:cubicBezTo>
                  <a:cubicBezTo>
                    <a:pt x="8011" y="42212"/>
                    <a:pt x="8864" y="45466"/>
                    <a:pt x="10570" y="48877"/>
                  </a:cubicBezTo>
                  <a:cubicBezTo>
                    <a:pt x="12275" y="52289"/>
                    <a:pt x="15238" y="55296"/>
                    <a:pt x="19457" y="57899"/>
                  </a:cubicBezTo>
                  <a:cubicBezTo>
                    <a:pt x="23047" y="60054"/>
                    <a:pt x="27176" y="61669"/>
                    <a:pt x="31844" y="62746"/>
                  </a:cubicBezTo>
                  <a:cubicBezTo>
                    <a:pt x="36512" y="63823"/>
                    <a:pt x="40237" y="64362"/>
                    <a:pt x="43020" y="64362"/>
                  </a:cubicBezTo>
                  <a:cubicBezTo>
                    <a:pt x="47777" y="64362"/>
                    <a:pt x="51458" y="63218"/>
                    <a:pt x="54061" y="60929"/>
                  </a:cubicBezTo>
                  <a:cubicBezTo>
                    <a:pt x="56619" y="58595"/>
                    <a:pt x="57898" y="55655"/>
                    <a:pt x="57898" y="52109"/>
                  </a:cubicBezTo>
                  <a:cubicBezTo>
                    <a:pt x="57898" y="49192"/>
                    <a:pt x="56911" y="46072"/>
                    <a:pt x="54936" y="42750"/>
                  </a:cubicBezTo>
                  <a:cubicBezTo>
                    <a:pt x="52916" y="39429"/>
                    <a:pt x="49999" y="36490"/>
                    <a:pt x="46184" y="33932"/>
                  </a:cubicBezTo>
                  <a:cubicBezTo>
                    <a:pt x="42863" y="31687"/>
                    <a:pt x="38778" y="29892"/>
                    <a:pt x="33931" y="28546"/>
                  </a:cubicBezTo>
                  <a:cubicBezTo>
                    <a:pt x="29084" y="27154"/>
                    <a:pt x="24910" y="26459"/>
                    <a:pt x="21409" y="26459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345C7199-243D-014F-7E33-D0584A0E7E01}"/>
                </a:ext>
              </a:extLst>
            </p:cNvPr>
            <p:cNvSpPr/>
            <p:nvPr/>
          </p:nvSpPr>
          <p:spPr>
            <a:xfrm>
              <a:off x="543966" y="3573820"/>
              <a:ext cx="65930" cy="70172"/>
            </a:xfrm>
            <a:custGeom>
              <a:avLst/>
              <a:gdLst>
                <a:gd name="csX0" fmla="*/ 1178 w 65930"/>
                <a:gd name="csY0" fmla="*/ 0 h 70172"/>
                <a:gd name="csX1" fmla="*/ 2168 w 65930"/>
                <a:gd name="csY1" fmla="*/ 141 h 70172"/>
                <a:gd name="csX2" fmla="*/ 2733 w 65930"/>
                <a:gd name="csY2" fmla="*/ 613 h 70172"/>
                <a:gd name="csX3" fmla="*/ 2922 w 65930"/>
                <a:gd name="csY3" fmla="*/ 1179 h 70172"/>
                <a:gd name="csX4" fmla="*/ 3016 w 65930"/>
                <a:gd name="csY4" fmla="*/ 1933 h 70172"/>
                <a:gd name="csX5" fmla="*/ 3817 w 65930"/>
                <a:gd name="csY5" fmla="*/ 6174 h 70172"/>
                <a:gd name="csX6" fmla="*/ 5514 w 65930"/>
                <a:gd name="csY6" fmla="*/ 9756 h 70172"/>
                <a:gd name="csX7" fmla="*/ 7399 w 65930"/>
                <a:gd name="csY7" fmla="*/ 12253 h 70172"/>
                <a:gd name="csX8" fmla="*/ 9661 w 65930"/>
                <a:gd name="csY8" fmla="*/ 14610 h 70172"/>
                <a:gd name="csX9" fmla="*/ 11028 w 65930"/>
                <a:gd name="csY9" fmla="*/ 15929 h 70172"/>
                <a:gd name="csX10" fmla="*/ 38503 w 65930"/>
                <a:gd name="csY10" fmla="*/ 39869 h 70172"/>
                <a:gd name="csX11" fmla="*/ 41519 w 65930"/>
                <a:gd name="csY11" fmla="*/ 41236 h 70172"/>
                <a:gd name="csX12" fmla="*/ 55138 w 65930"/>
                <a:gd name="csY12" fmla="*/ 44629 h 70172"/>
                <a:gd name="csX13" fmla="*/ 61218 w 65930"/>
                <a:gd name="csY13" fmla="*/ 45950 h 70172"/>
                <a:gd name="csX14" fmla="*/ 62349 w 65930"/>
                <a:gd name="csY14" fmla="*/ 45478 h 70172"/>
                <a:gd name="csX15" fmla="*/ 62726 w 65930"/>
                <a:gd name="csY15" fmla="*/ 43358 h 70172"/>
                <a:gd name="csX16" fmla="*/ 62961 w 65930"/>
                <a:gd name="csY16" fmla="*/ 39680 h 70172"/>
                <a:gd name="csX17" fmla="*/ 63338 w 65930"/>
                <a:gd name="csY17" fmla="*/ 37184 h 70172"/>
                <a:gd name="csX18" fmla="*/ 63998 w 65930"/>
                <a:gd name="csY18" fmla="*/ 36995 h 70172"/>
                <a:gd name="csX19" fmla="*/ 65365 w 65930"/>
                <a:gd name="csY19" fmla="*/ 37373 h 70172"/>
                <a:gd name="csX20" fmla="*/ 65883 w 65930"/>
                <a:gd name="csY20" fmla="*/ 38031 h 70172"/>
                <a:gd name="csX21" fmla="*/ 65930 w 65930"/>
                <a:gd name="csY21" fmla="*/ 38833 h 70172"/>
                <a:gd name="csX22" fmla="*/ 65648 w 65930"/>
                <a:gd name="csY22" fmla="*/ 51179 h 70172"/>
                <a:gd name="csX23" fmla="*/ 65930 w 65930"/>
                <a:gd name="csY23" fmla="*/ 63339 h 70172"/>
                <a:gd name="csX24" fmla="*/ 64846 w 65930"/>
                <a:gd name="csY24" fmla="*/ 64705 h 70172"/>
                <a:gd name="csX25" fmla="*/ 63762 w 65930"/>
                <a:gd name="csY25" fmla="*/ 64612 h 70172"/>
                <a:gd name="csX26" fmla="*/ 63197 w 65930"/>
                <a:gd name="csY26" fmla="*/ 64047 h 70172"/>
                <a:gd name="csX27" fmla="*/ 63008 w 65930"/>
                <a:gd name="csY27" fmla="*/ 63291 h 70172"/>
                <a:gd name="csX28" fmla="*/ 62961 w 65930"/>
                <a:gd name="csY28" fmla="*/ 62066 h 70172"/>
                <a:gd name="csX29" fmla="*/ 62914 w 65930"/>
                <a:gd name="csY29" fmla="*/ 58815 h 70172"/>
                <a:gd name="csX30" fmla="*/ 62584 w 65930"/>
                <a:gd name="csY30" fmla="*/ 56600 h 70172"/>
                <a:gd name="csX31" fmla="*/ 62113 w 65930"/>
                <a:gd name="csY31" fmla="*/ 55139 h 70172"/>
                <a:gd name="csX32" fmla="*/ 61076 w 65930"/>
                <a:gd name="csY32" fmla="*/ 54243 h 70172"/>
                <a:gd name="csX33" fmla="*/ 59568 w 65930"/>
                <a:gd name="csY33" fmla="*/ 53584 h 70172"/>
                <a:gd name="csX34" fmla="*/ 57259 w 65930"/>
                <a:gd name="csY34" fmla="*/ 53017 h 70172"/>
                <a:gd name="csX35" fmla="*/ 47834 w 65930"/>
                <a:gd name="csY35" fmla="*/ 50662 h 70172"/>
                <a:gd name="csX36" fmla="*/ 39681 w 65930"/>
                <a:gd name="csY36" fmla="*/ 48683 h 70172"/>
                <a:gd name="csX37" fmla="*/ 38031 w 65930"/>
                <a:gd name="csY37" fmla="*/ 49059 h 70172"/>
                <a:gd name="csX38" fmla="*/ 6268 w 65930"/>
                <a:gd name="csY38" fmla="*/ 60936 h 70172"/>
                <a:gd name="csX39" fmla="*/ 4288 w 65930"/>
                <a:gd name="csY39" fmla="*/ 61879 h 70172"/>
                <a:gd name="csX40" fmla="*/ 3393 w 65930"/>
                <a:gd name="csY40" fmla="*/ 63716 h 70172"/>
                <a:gd name="csX41" fmla="*/ 3016 w 65930"/>
                <a:gd name="csY41" fmla="*/ 67957 h 70172"/>
                <a:gd name="csX42" fmla="*/ 2969 w 65930"/>
                <a:gd name="csY42" fmla="*/ 69135 h 70172"/>
                <a:gd name="csX43" fmla="*/ 2686 w 65930"/>
                <a:gd name="csY43" fmla="*/ 69843 h 70172"/>
                <a:gd name="csX44" fmla="*/ 1932 w 65930"/>
                <a:gd name="csY44" fmla="*/ 70173 h 70172"/>
                <a:gd name="csX45" fmla="*/ 613 w 65930"/>
                <a:gd name="csY45" fmla="*/ 69795 h 70172"/>
                <a:gd name="csX46" fmla="*/ 94 w 65930"/>
                <a:gd name="csY46" fmla="*/ 69135 h 70172"/>
                <a:gd name="csX47" fmla="*/ 0 w 65930"/>
                <a:gd name="csY47" fmla="*/ 68335 h 70172"/>
                <a:gd name="csX48" fmla="*/ 141 w 65930"/>
                <a:gd name="csY48" fmla="*/ 62963 h 70172"/>
                <a:gd name="csX49" fmla="*/ 283 w 65930"/>
                <a:gd name="csY49" fmla="*/ 57542 h 70172"/>
                <a:gd name="csX50" fmla="*/ 0 w 65930"/>
                <a:gd name="csY50" fmla="*/ 45383 h 70172"/>
                <a:gd name="csX51" fmla="*/ 1084 w 65930"/>
                <a:gd name="csY51" fmla="*/ 43923 h 70172"/>
                <a:gd name="csX52" fmla="*/ 2733 w 65930"/>
                <a:gd name="csY52" fmla="*/ 44440 h 70172"/>
                <a:gd name="csX53" fmla="*/ 3016 w 65930"/>
                <a:gd name="csY53" fmla="*/ 46232 h 70172"/>
                <a:gd name="csX54" fmla="*/ 5325 w 65930"/>
                <a:gd name="csY54" fmla="*/ 51935 h 70172"/>
                <a:gd name="csX55" fmla="*/ 6975 w 65930"/>
                <a:gd name="csY55" fmla="*/ 51368 h 70172"/>
                <a:gd name="csX56" fmla="*/ 35628 w 65930"/>
                <a:gd name="csY56" fmla="*/ 40765 h 70172"/>
                <a:gd name="csX57" fmla="*/ 9850 w 65930"/>
                <a:gd name="csY57" fmla="*/ 18379 h 70172"/>
                <a:gd name="csX58" fmla="*/ 9472 w 65930"/>
                <a:gd name="csY58" fmla="*/ 18051 h 70172"/>
                <a:gd name="csX59" fmla="*/ 8813 w 65930"/>
                <a:gd name="csY59" fmla="*/ 17532 h 70172"/>
                <a:gd name="csX60" fmla="*/ 8012 w 65930"/>
                <a:gd name="csY60" fmla="*/ 16919 h 70172"/>
                <a:gd name="csX61" fmla="*/ 7069 w 65930"/>
                <a:gd name="csY61" fmla="*/ 16354 h 70172"/>
                <a:gd name="csX62" fmla="*/ 6127 w 65930"/>
                <a:gd name="csY62" fmla="*/ 15929 h 70172"/>
                <a:gd name="csX63" fmla="*/ 5231 w 65930"/>
                <a:gd name="csY63" fmla="*/ 15742 h 70172"/>
                <a:gd name="csX64" fmla="*/ 4053 w 65930"/>
                <a:gd name="csY64" fmla="*/ 16165 h 70172"/>
                <a:gd name="csX65" fmla="*/ 3346 w 65930"/>
                <a:gd name="csY65" fmla="*/ 17249 h 70172"/>
                <a:gd name="csX66" fmla="*/ 3110 w 65930"/>
                <a:gd name="csY66" fmla="*/ 18379 h 70172"/>
                <a:gd name="csX67" fmla="*/ 3016 w 65930"/>
                <a:gd name="csY67" fmla="*/ 19228 h 70172"/>
                <a:gd name="csX68" fmla="*/ 1838 w 65930"/>
                <a:gd name="csY68" fmla="*/ 20689 h 70172"/>
                <a:gd name="csX69" fmla="*/ 566 w 65930"/>
                <a:gd name="csY69" fmla="*/ 20312 h 70172"/>
                <a:gd name="csX70" fmla="*/ 47 w 65930"/>
                <a:gd name="csY70" fmla="*/ 19652 h 70172"/>
                <a:gd name="csX71" fmla="*/ 0 w 65930"/>
                <a:gd name="csY71" fmla="*/ 18851 h 70172"/>
                <a:gd name="csX72" fmla="*/ 141 w 65930"/>
                <a:gd name="csY72" fmla="*/ 14045 h 70172"/>
                <a:gd name="csX73" fmla="*/ 283 w 65930"/>
                <a:gd name="csY73" fmla="*/ 9190 h 70172"/>
                <a:gd name="csX74" fmla="*/ 141 w 65930"/>
                <a:gd name="csY74" fmla="*/ 5185 h 70172"/>
                <a:gd name="csX75" fmla="*/ 0 w 65930"/>
                <a:gd name="csY75" fmla="*/ 1273 h 70172"/>
                <a:gd name="csX76" fmla="*/ 1178 w 65930"/>
                <a:gd name="csY76" fmla="*/ 0 h 70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65930" h="70172">
                  <a:moveTo>
                    <a:pt x="1178" y="0"/>
                  </a:moveTo>
                  <a:cubicBezTo>
                    <a:pt x="1587" y="0"/>
                    <a:pt x="1916" y="47"/>
                    <a:pt x="2168" y="141"/>
                  </a:cubicBezTo>
                  <a:cubicBezTo>
                    <a:pt x="2419" y="205"/>
                    <a:pt x="2608" y="362"/>
                    <a:pt x="2733" y="613"/>
                  </a:cubicBezTo>
                  <a:cubicBezTo>
                    <a:pt x="2828" y="833"/>
                    <a:pt x="2891" y="1022"/>
                    <a:pt x="2922" y="1179"/>
                  </a:cubicBezTo>
                  <a:cubicBezTo>
                    <a:pt x="2953" y="1304"/>
                    <a:pt x="2985" y="1555"/>
                    <a:pt x="3016" y="1933"/>
                  </a:cubicBezTo>
                  <a:cubicBezTo>
                    <a:pt x="3142" y="3473"/>
                    <a:pt x="3409" y="4886"/>
                    <a:pt x="3817" y="6174"/>
                  </a:cubicBezTo>
                  <a:cubicBezTo>
                    <a:pt x="4194" y="7463"/>
                    <a:pt x="4760" y="8657"/>
                    <a:pt x="5514" y="9756"/>
                  </a:cubicBezTo>
                  <a:cubicBezTo>
                    <a:pt x="6268" y="10824"/>
                    <a:pt x="6896" y="11656"/>
                    <a:pt x="7399" y="12253"/>
                  </a:cubicBezTo>
                  <a:cubicBezTo>
                    <a:pt x="7902" y="12819"/>
                    <a:pt x="8656" y="13605"/>
                    <a:pt x="9661" y="14610"/>
                  </a:cubicBezTo>
                  <a:lnTo>
                    <a:pt x="11028" y="15929"/>
                  </a:lnTo>
                  <a:lnTo>
                    <a:pt x="38503" y="39869"/>
                  </a:lnTo>
                  <a:cubicBezTo>
                    <a:pt x="39131" y="40435"/>
                    <a:pt x="40136" y="40891"/>
                    <a:pt x="41519" y="41236"/>
                  </a:cubicBezTo>
                  <a:lnTo>
                    <a:pt x="55138" y="44629"/>
                  </a:lnTo>
                  <a:cubicBezTo>
                    <a:pt x="58908" y="45510"/>
                    <a:pt x="60935" y="45950"/>
                    <a:pt x="61218" y="45950"/>
                  </a:cubicBezTo>
                  <a:cubicBezTo>
                    <a:pt x="61783" y="45950"/>
                    <a:pt x="62160" y="45793"/>
                    <a:pt x="62349" y="45478"/>
                  </a:cubicBezTo>
                  <a:cubicBezTo>
                    <a:pt x="62506" y="45132"/>
                    <a:pt x="62631" y="44426"/>
                    <a:pt x="62726" y="43358"/>
                  </a:cubicBezTo>
                  <a:lnTo>
                    <a:pt x="62961" y="39680"/>
                  </a:lnTo>
                  <a:cubicBezTo>
                    <a:pt x="62961" y="38236"/>
                    <a:pt x="63087" y="37404"/>
                    <a:pt x="63338" y="37184"/>
                  </a:cubicBezTo>
                  <a:cubicBezTo>
                    <a:pt x="63495" y="37058"/>
                    <a:pt x="63715" y="36995"/>
                    <a:pt x="63998" y="36995"/>
                  </a:cubicBezTo>
                  <a:cubicBezTo>
                    <a:pt x="64595" y="36995"/>
                    <a:pt x="65051" y="37121"/>
                    <a:pt x="65365" y="37373"/>
                  </a:cubicBezTo>
                  <a:cubicBezTo>
                    <a:pt x="65647" y="37592"/>
                    <a:pt x="65820" y="37811"/>
                    <a:pt x="65883" y="38031"/>
                  </a:cubicBezTo>
                  <a:cubicBezTo>
                    <a:pt x="65914" y="38220"/>
                    <a:pt x="65930" y="38487"/>
                    <a:pt x="65930" y="38833"/>
                  </a:cubicBezTo>
                  <a:lnTo>
                    <a:pt x="65648" y="51179"/>
                  </a:lnTo>
                  <a:lnTo>
                    <a:pt x="65930" y="63339"/>
                  </a:lnTo>
                  <a:cubicBezTo>
                    <a:pt x="65930" y="64250"/>
                    <a:pt x="65569" y="64705"/>
                    <a:pt x="64846" y="64705"/>
                  </a:cubicBezTo>
                  <a:cubicBezTo>
                    <a:pt x="64375" y="64705"/>
                    <a:pt x="64014" y="64674"/>
                    <a:pt x="63762" y="64612"/>
                  </a:cubicBezTo>
                  <a:cubicBezTo>
                    <a:pt x="63480" y="64517"/>
                    <a:pt x="63291" y="64329"/>
                    <a:pt x="63197" y="64047"/>
                  </a:cubicBezTo>
                  <a:cubicBezTo>
                    <a:pt x="63071" y="63763"/>
                    <a:pt x="63008" y="63511"/>
                    <a:pt x="63008" y="63291"/>
                  </a:cubicBezTo>
                  <a:cubicBezTo>
                    <a:pt x="62977" y="63072"/>
                    <a:pt x="62961" y="62664"/>
                    <a:pt x="62961" y="62066"/>
                  </a:cubicBezTo>
                  <a:cubicBezTo>
                    <a:pt x="62930" y="60621"/>
                    <a:pt x="62914" y="59538"/>
                    <a:pt x="62914" y="58815"/>
                  </a:cubicBezTo>
                  <a:cubicBezTo>
                    <a:pt x="62883" y="58061"/>
                    <a:pt x="62773" y="57322"/>
                    <a:pt x="62584" y="56600"/>
                  </a:cubicBezTo>
                  <a:cubicBezTo>
                    <a:pt x="62396" y="55877"/>
                    <a:pt x="62239" y="55390"/>
                    <a:pt x="62113" y="55139"/>
                  </a:cubicBezTo>
                  <a:cubicBezTo>
                    <a:pt x="61956" y="54856"/>
                    <a:pt x="61610" y="54557"/>
                    <a:pt x="61076" y="54243"/>
                  </a:cubicBezTo>
                  <a:cubicBezTo>
                    <a:pt x="60511" y="53898"/>
                    <a:pt x="60008" y="53678"/>
                    <a:pt x="59568" y="53584"/>
                  </a:cubicBezTo>
                  <a:cubicBezTo>
                    <a:pt x="59128" y="53458"/>
                    <a:pt x="58358" y="53269"/>
                    <a:pt x="57259" y="53017"/>
                  </a:cubicBezTo>
                  <a:cubicBezTo>
                    <a:pt x="56285" y="52767"/>
                    <a:pt x="53143" y="51982"/>
                    <a:pt x="47834" y="50662"/>
                  </a:cubicBezTo>
                  <a:cubicBezTo>
                    <a:pt x="42524" y="49343"/>
                    <a:pt x="39806" y="48683"/>
                    <a:pt x="39681" y="48683"/>
                  </a:cubicBezTo>
                  <a:cubicBezTo>
                    <a:pt x="39335" y="48683"/>
                    <a:pt x="38785" y="48808"/>
                    <a:pt x="38031" y="49059"/>
                  </a:cubicBezTo>
                  <a:lnTo>
                    <a:pt x="6268" y="60936"/>
                  </a:lnTo>
                  <a:cubicBezTo>
                    <a:pt x="5325" y="61281"/>
                    <a:pt x="4666" y="61595"/>
                    <a:pt x="4288" y="61879"/>
                  </a:cubicBezTo>
                  <a:cubicBezTo>
                    <a:pt x="3911" y="62161"/>
                    <a:pt x="3613" y="62774"/>
                    <a:pt x="3393" y="63716"/>
                  </a:cubicBezTo>
                  <a:cubicBezTo>
                    <a:pt x="3142" y="64658"/>
                    <a:pt x="3016" y="66072"/>
                    <a:pt x="3016" y="67957"/>
                  </a:cubicBezTo>
                  <a:cubicBezTo>
                    <a:pt x="3016" y="68492"/>
                    <a:pt x="3000" y="68884"/>
                    <a:pt x="2969" y="69135"/>
                  </a:cubicBezTo>
                  <a:cubicBezTo>
                    <a:pt x="2938" y="69387"/>
                    <a:pt x="2843" y="69623"/>
                    <a:pt x="2686" y="69843"/>
                  </a:cubicBezTo>
                  <a:cubicBezTo>
                    <a:pt x="2529" y="70063"/>
                    <a:pt x="2278" y="70173"/>
                    <a:pt x="1932" y="70173"/>
                  </a:cubicBezTo>
                  <a:cubicBezTo>
                    <a:pt x="1335" y="70173"/>
                    <a:pt x="895" y="70047"/>
                    <a:pt x="613" y="69795"/>
                  </a:cubicBezTo>
                  <a:cubicBezTo>
                    <a:pt x="298" y="69543"/>
                    <a:pt x="126" y="69323"/>
                    <a:pt x="94" y="69135"/>
                  </a:cubicBezTo>
                  <a:cubicBezTo>
                    <a:pt x="31" y="68915"/>
                    <a:pt x="0" y="68648"/>
                    <a:pt x="0" y="68335"/>
                  </a:cubicBezTo>
                  <a:cubicBezTo>
                    <a:pt x="0" y="67549"/>
                    <a:pt x="47" y="65758"/>
                    <a:pt x="141" y="62963"/>
                  </a:cubicBezTo>
                  <a:cubicBezTo>
                    <a:pt x="236" y="60166"/>
                    <a:pt x="283" y="58359"/>
                    <a:pt x="283" y="57542"/>
                  </a:cubicBezTo>
                  <a:lnTo>
                    <a:pt x="0" y="45383"/>
                  </a:lnTo>
                  <a:cubicBezTo>
                    <a:pt x="0" y="44410"/>
                    <a:pt x="361" y="43923"/>
                    <a:pt x="1084" y="43923"/>
                  </a:cubicBezTo>
                  <a:cubicBezTo>
                    <a:pt x="1964" y="43923"/>
                    <a:pt x="2513" y="44096"/>
                    <a:pt x="2733" y="44440"/>
                  </a:cubicBezTo>
                  <a:cubicBezTo>
                    <a:pt x="2922" y="44786"/>
                    <a:pt x="3016" y="45384"/>
                    <a:pt x="3016" y="46232"/>
                  </a:cubicBezTo>
                  <a:cubicBezTo>
                    <a:pt x="3016" y="50034"/>
                    <a:pt x="3786" y="51935"/>
                    <a:pt x="5325" y="51935"/>
                  </a:cubicBezTo>
                  <a:cubicBezTo>
                    <a:pt x="5514" y="51935"/>
                    <a:pt x="6064" y="51746"/>
                    <a:pt x="6975" y="51368"/>
                  </a:cubicBezTo>
                  <a:lnTo>
                    <a:pt x="35628" y="40765"/>
                  </a:lnTo>
                  <a:lnTo>
                    <a:pt x="9850" y="18379"/>
                  </a:lnTo>
                  <a:lnTo>
                    <a:pt x="9472" y="18051"/>
                  </a:lnTo>
                  <a:cubicBezTo>
                    <a:pt x="9221" y="17861"/>
                    <a:pt x="9001" y="17688"/>
                    <a:pt x="8813" y="17532"/>
                  </a:cubicBezTo>
                  <a:cubicBezTo>
                    <a:pt x="8624" y="17375"/>
                    <a:pt x="8357" y="17171"/>
                    <a:pt x="8012" y="16919"/>
                  </a:cubicBezTo>
                  <a:cubicBezTo>
                    <a:pt x="7666" y="16667"/>
                    <a:pt x="7352" y="16479"/>
                    <a:pt x="7069" y="16354"/>
                  </a:cubicBezTo>
                  <a:cubicBezTo>
                    <a:pt x="6786" y="16196"/>
                    <a:pt x="6472" y="16055"/>
                    <a:pt x="6127" y="15929"/>
                  </a:cubicBezTo>
                  <a:cubicBezTo>
                    <a:pt x="5781" y="15804"/>
                    <a:pt x="5482" y="15742"/>
                    <a:pt x="5231" y="15742"/>
                  </a:cubicBezTo>
                  <a:cubicBezTo>
                    <a:pt x="4760" y="15742"/>
                    <a:pt x="4367" y="15883"/>
                    <a:pt x="4053" y="16165"/>
                  </a:cubicBezTo>
                  <a:cubicBezTo>
                    <a:pt x="3707" y="16448"/>
                    <a:pt x="3472" y="16809"/>
                    <a:pt x="3346" y="17249"/>
                  </a:cubicBezTo>
                  <a:cubicBezTo>
                    <a:pt x="3220" y="17689"/>
                    <a:pt x="3142" y="18066"/>
                    <a:pt x="3110" y="18379"/>
                  </a:cubicBezTo>
                  <a:cubicBezTo>
                    <a:pt x="3048" y="18694"/>
                    <a:pt x="3016" y="18977"/>
                    <a:pt x="3016" y="19228"/>
                  </a:cubicBezTo>
                  <a:cubicBezTo>
                    <a:pt x="3016" y="20202"/>
                    <a:pt x="2623" y="20689"/>
                    <a:pt x="1838" y="20689"/>
                  </a:cubicBezTo>
                  <a:cubicBezTo>
                    <a:pt x="1272" y="20689"/>
                    <a:pt x="848" y="20563"/>
                    <a:pt x="566" y="20312"/>
                  </a:cubicBezTo>
                  <a:cubicBezTo>
                    <a:pt x="251" y="20061"/>
                    <a:pt x="79" y="19841"/>
                    <a:pt x="47" y="19652"/>
                  </a:cubicBezTo>
                  <a:cubicBezTo>
                    <a:pt x="16" y="19432"/>
                    <a:pt x="0" y="19165"/>
                    <a:pt x="0" y="18851"/>
                  </a:cubicBezTo>
                  <a:cubicBezTo>
                    <a:pt x="0" y="17815"/>
                    <a:pt x="47" y="16213"/>
                    <a:pt x="141" y="14045"/>
                  </a:cubicBezTo>
                  <a:cubicBezTo>
                    <a:pt x="236" y="11877"/>
                    <a:pt x="283" y="10258"/>
                    <a:pt x="283" y="9190"/>
                  </a:cubicBezTo>
                  <a:cubicBezTo>
                    <a:pt x="283" y="8310"/>
                    <a:pt x="236" y="6976"/>
                    <a:pt x="141" y="5185"/>
                  </a:cubicBezTo>
                  <a:cubicBezTo>
                    <a:pt x="47" y="3394"/>
                    <a:pt x="0" y="2090"/>
                    <a:pt x="0" y="1273"/>
                  </a:cubicBezTo>
                  <a:cubicBezTo>
                    <a:pt x="0" y="424"/>
                    <a:pt x="393" y="0"/>
                    <a:pt x="1178" y="0"/>
                  </a:cubicBezTo>
                  <a:close/>
                </a:path>
              </a:pathLst>
            </a:custGeom>
            <a:solidFill>
              <a:srgbClr val="000000"/>
            </a:solidFill>
            <a:ln w="1639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72" name="Picture 271">
            <a:extLst>
              <a:ext uri="{FF2B5EF4-FFF2-40B4-BE49-F238E27FC236}">
                <a16:creationId xmlns:a16="http://schemas.microsoft.com/office/drawing/2014/main" id="{F2E27064-CC36-E8AC-F134-252B0D9CDC06}"/>
              </a:ext>
            </a:extLst>
          </p:cNvPr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10058" y="2539810"/>
            <a:ext cx="3030361" cy="2210767"/>
          </a:xfrm>
          <a:custGeom>
            <a:avLst/>
            <a:gdLst>
              <a:gd name="csX0" fmla="*/ 268 w 3030361"/>
              <a:gd name="csY0" fmla="*/ 47 h 2210767"/>
              <a:gd name="csX1" fmla="*/ 3030630 w 3030361"/>
              <a:gd name="csY1" fmla="*/ 47 h 2210767"/>
              <a:gd name="csX2" fmla="*/ 3030630 w 3030361"/>
              <a:gd name="csY2" fmla="*/ 2210814 h 2210767"/>
              <a:gd name="csX3" fmla="*/ 268 w 3030361"/>
              <a:gd name="csY3" fmla="*/ 2210814 h 22107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030361" h="2210767">
                <a:moveTo>
                  <a:pt x="268" y="47"/>
                </a:moveTo>
                <a:lnTo>
                  <a:pt x="3030630" y="47"/>
                </a:lnTo>
                <a:lnTo>
                  <a:pt x="3030630" y="2210814"/>
                </a:lnTo>
                <a:lnTo>
                  <a:pt x="268" y="2210814"/>
                </a:lnTo>
                <a:close/>
              </a:path>
            </a:pathLst>
          </a:cu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C9130AD0-B5EB-DAEA-A433-343F8024B703}"/>
              </a:ext>
            </a:extLst>
          </p:cNvPr>
          <p:cNvGrpSpPr/>
          <p:nvPr/>
        </p:nvGrpSpPr>
        <p:grpSpPr>
          <a:xfrm>
            <a:off x="917026" y="4490803"/>
            <a:ext cx="3220096" cy="192531"/>
            <a:chOff x="917026" y="4490803"/>
            <a:chExt cx="3220096" cy="192531"/>
          </a:xfrm>
        </p:grpSpPr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F67C6669-A9A2-F157-0D23-D7F9E372A4D1}"/>
                </a:ext>
              </a:extLst>
            </p:cNvPr>
            <p:cNvSpPr/>
            <p:nvPr/>
          </p:nvSpPr>
          <p:spPr>
            <a:xfrm>
              <a:off x="917026" y="4490803"/>
              <a:ext cx="3015411" cy="1642"/>
            </a:xfrm>
            <a:custGeom>
              <a:avLst/>
              <a:gdLst>
                <a:gd name="csX0" fmla="*/ 0 w 3015411"/>
                <a:gd name="csY0" fmla="*/ 0 h 1642"/>
                <a:gd name="csX1" fmla="*/ 15153 w 3015411"/>
                <a:gd name="csY1" fmla="*/ 0 h 1642"/>
                <a:gd name="csX2" fmla="*/ 30305 w 3015411"/>
                <a:gd name="csY2" fmla="*/ 0 h 1642"/>
                <a:gd name="csX3" fmla="*/ 45459 w 3015411"/>
                <a:gd name="csY3" fmla="*/ 0 h 1642"/>
                <a:gd name="csX4" fmla="*/ 60612 w 3015411"/>
                <a:gd name="csY4" fmla="*/ 0 h 1642"/>
                <a:gd name="csX5" fmla="*/ 75764 w 3015411"/>
                <a:gd name="csY5" fmla="*/ 0 h 1642"/>
                <a:gd name="csX6" fmla="*/ 90917 w 3015411"/>
                <a:gd name="csY6" fmla="*/ 0 h 1642"/>
                <a:gd name="csX7" fmla="*/ 106071 w 3015411"/>
                <a:gd name="csY7" fmla="*/ 0 h 1642"/>
                <a:gd name="csX8" fmla="*/ 121223 w 3015411"/>
                <a:gd name="csY8" fmla="*/ 0 h 1642"/>
                <a:gd name="csX9" fmla="*/ 136376 w 3015411"/>
                <a:gd name="csY9" fmla="*/ 0 h 1642"/>
                <a:gd name="csX10" fmla="*/ 151528 w 3015411"/>
                <a:gd name="csY10" fmla="*/ 0 h 1642"/>
                <a:gd name="csX11" fmla="*/ 166681 w 3015411"/>
                <a:gd name="csY11" fmla="*/ 0 h 1642"/>
                <a:gd name="csX12" fmla="*/ 181835 w 3015411"/>
                <a:gd name="csY12" fmla="*/ 0 h 1642"/>
                <a:gd name="csX13" fmla="*/ 196987 w 3015411"/>
                <a:gd name="csY13" fmla="*/ 0 h 1642"/>
                <a:gd name="csX14" fmla="*/ 212140 w 3015411"/>
                <a:gd name="csY14" fmla="*/ 0 h 1642"/>
                <a:gd name="csX15" fmla="*/ 227294 w 3015411"/>
                <a:gd name="csY15" fmla="*/ 0 h 1642"/>
                <a:gd name="csX16" fmla="*/ 242445 w 3015411"/>
                <a:gd name="csY16" fmla="*/ 0 h 1642"/>
                <a:gd name="csX17" fmla="*/ 257599 w 3015411"/>
                <a:gd name="csY17" fmla="*/ 0 h 1642"/>
                <a:gd name="csX18" fmla="*/ 272752 w 3015411"/>
                <a:gd name="csY18" fmla="*/ 0 h 1642"/>
                <a:gd name="csX19" fmla="*/ 287904 w 3015411"/>
                <a:gd name="csY19" fmla="*/ 0 h 1642"/>
                <a:gd name="csX20" fmla="*/ 303058 w 3015411"/>
                <a:gd name="csY20" fmla="*/ 0 h 1642"/>
                <a:gd name="csX21" fmla="*/ 318209 w 3015411"/>
                <a:gd name="csY21" fmla="*/ 0 h 1642"/>
                <a:gd name="csX22" fmla="*/ 333363 w 3015411"/>
                <a:gd name="csY22" fmla="*/ 0 h 1642"/>
                <a:gd name="csX23" fmla="*/ 348516 w 3015411"/>
                <a:gd name="csY23" fmla="*/ 0 h 1642"/>
                <a:gd name="csX24" fmla="*/ 363668 w 3015411"/>
                <a:gd name="csY24" fmla="*/ 0 h 1642"/>
                <a:gd name="csX25" fmla="*/ 378822 w 3015411"/>
                <a:gd name="csY25" fmla="*/ 0 h 1642"/>
                <a:gd name="csX26" fmla="*/ 393975 w 3015411"/>
                <a:gd name="csY26" fmla="*/ 0 h 1642"/>
                <a:gd name="csX27" fmla="*/ 409127 w 3015411"/>
                <a:gd name="csY27" fmla="*/ 0 h 1642"/>
                <a:gd name="csX28" fmla="*/ 424280 w 3015411"/>
                <a:gd name="csY28" fmla="*/ 0 h 1642"/>
                <a:gd name="csX29" fmla="*/ 439432 w 3015411"/>
                <a:gd name="csY29" fmla="*/ 0 h 1642"/>
                <a:gd name="csX30" fmla="*/ 454585 w 3015411"/>
                <a:gd name="csY30" fmla="*/ 0 h 1642"/>
                <a:gd name="csX31" fmla="*/ 469739 w 3015411"/>
                <a:gd name="csY31" fmla="*/ 0 h 1642"/>
                <a:gd name="csX32" fmla="*/ 484891 w 3015411"/>
                <a:gd name="csY32" fmla="*/ 0 h 1642"/>
                <a:gd name="csX33" fmla="*/ 500044 w 3015411"/>
                <a:gd name="csY33" fmla="*/ 0 h 1642"/>
                <a:gd name="csX34" fmla="*/ 515198 w 3015411"/>
                <a:gd name="csY34" fmla="*/ 0 h 1642"/>
                <a:gd name="csX35" fmla="*/ 530349 w 3015411"/>
                <a:gd name="csY35" fmla="*/ 0 h 1642"/>
                <a:gd name="csX36" fmla="*/ 545503 w 3015411"/>
                <a:gd name="csY36" fmla="*/ 0 h 1642"/>
                <a:gd name="csX37" fmla="*/ 560656 w 3015411"/>
                <a:gd name="csY37" fmla="*/ 0 h 1642"/>
                <a:gd name="csX38" fmla="*/ 575808 w 3015411"/>
                <a:gd name="csY38" fmla="*/ 0 h 1642"/>
                <a:gd name="csX39" fmla="*/ 590962 w 3015411"/>
                <a:gd name="csY39" fmla="*/ 0 h 1642"/>
                <a:gd name="csX40" fmla="*/ 606113 w 3015411"/>
                <a:gd name="csY40" fmla="*/ 0 h 1642"/>
                <a:gd name="csX41" fmla="*/ 621267 w 3015411"/>
                <a:gd name="csY41" fmla="*/ 0 h 1642"/>
                <a:gd name="csX42" fmla="*/ 636420 w 3015411"/>
                <a:gd name="csY42" fmla="*/ 0 h 1642"/>
                <a:gd name="csX43" fmla="*/ 651572 w 3015411"/>
                <a:gd name="csY43" fmla="*/ 0 h 1642"/>
                <a:gd name="csX44" fmla="*/ 666726 w 3015411"/>
                <a:gd name="csY44" fmla="*/ 0 h 1642"/>
                <a:gd name="csX45" fmla="*/ 681879 w 3015411"/>
                <a:gd name="csY45" fmla="*/ 0 h 1642"/>
                <a:gd name="csX46" fmla="*/ 697031 w 3015411"/>
                <a:gd name="csY46" fmla="*/ 0 h 1642"/>
                <a:gd name="csX47" fmla="*/ 712184 w 3015411"/>
                <a:gd name="csY47" fmla="*/ 0 h 1642"/>
                <a:gd name="csX48" fmla="*/ 727338 w 3015411"/>
                <a:gd name="csY48" fmla="*/ 0 h 1642"/>
                <a:gd name="csX49" fmla="*/ 742490 w 3015411"/>
                <a:gd name="csY49" fmla="*/ 0 h 1642"/>
                <a:gd name="csX50" fmla="*/ 757643 w 3015411"/>
                <a:gd name="csY50" fmla="*/ 0 h 1642"/>
                <a:gd name="csX51" fmla="*/ 772795 w 3015411"/>
                <a:gd name="csY51" fmla="*/ 0 h 1642"/>
                <a:gd name="csX52" fmla="*/ 787948 w 3015411"/>
                <a:gd name="csY52" fmla="*/ 0 h 1642"/>
                <a:gd name="csX53" fmla="*/ 803102 w 3015411"/>
                <a:gd name="csY53" fmla="*/ 0 h 1642"/>
                <a:gd name="csX54" fmla="*/ 818254 w 3015411"/>
                <a:gd name="csY54" fmla="*/ 0 h 1642"/>
                <a:gd name="csX55" fmla="*/ 833407 w 3015411"/>
                <a:gd name="csY55" fmla="*/ 0 h 1642"/>
                <a:gd name="csX56" fmla="*/ 848560 w 3015411"/>
                <a:gd name="csY56" fmla="*/ 0 h 1642"/>
                <a:gd name="csX57" fmla="*/ 863712 w 3015411"/>
                <a:gd name="csY57" fmla="*/ 0 h 1642"/>
                <a:gd name="csX58" fmla="*/ 878866 w 3015411"/>
                <a:gd name="csY58" fmla="*/ 0 h 1642"/>
                <a:gd name="csX59" fmla="*/ 894018 w 3015411"/>
                <a:gd name="csY59" fmla="*/ 0 h 1642"/>
                <a:gd name="csX60" fmla="*/ 909171 w 3015411"/>
                <a:gd name="csY60" fmla="*/ 0 h 1642"/>
                <a:gd name="csX61" fmla="*/ 924324 w 3015411"/>
                <a:gd name="csY61" fmla="*/ 0 h 1642"/>
                <a:gd name="csX62" fmla="*/ 939476 w 3015411"/>
                <a:gd name="csY62" fmla="*/ 0 h 1642"/>
                <a:gd name="csX63" fmla="*/ 954630 w 3015411"/>
                <a:gd name="csY63" fmla="*/ 0 h 1642"/>
                <a:gd name="csX64" fmla="*/ 969783 w 3015411"/>
                <a:gd name="csY64" fmla="*/ 0 h 1642"/>
                <a:gd name="csX65" fmla="*/ 984935 w 3015411"/>
                <a:gd name="csY65" fmla="*/ 0 h 1642"/>
                <a:gd name="csX66" fmla="*/ 1000088 w 3015411"/>
                <a:gd name="csY66" fmla="*/ 0 h 1642"/>
                <a:gd name="csX67" fmla="*/ 1015242 w 3015411"/>
                <a:gd name="csY67" fmla="*/ 0 h 1642"/>
                <a:gd name="csX68" fmla="*/ 1030394 w 3015411"/>
                <a:gd name="csY68" fmla="*/ 0 h 1642"/>
                <a:gd name="csX69" fmla="*/ 1045547 w 3015411"/>
                <a:gd name="csY69" fmla="*/ 0 h 1642"/>
                <a:gd name="csX70" fmla="*/ 1060699 w 3015411"/>
                <a:gd name="csY70" fmla="*/ 0 h 1642"/>
                <a:gd name="csX71" fmla="*/ 1075852 w 3015411"/>
                <a:gd name="csY71" fmla="*/ 0 h 1642"/>
                <a:gd name="csX72" fmla="*/ 1091006 w 3015411"/>
                <a:gd name="csY72" fmla="*/ 0 h 1642"/>
                <a:gd name="csX73" fmla="*/ 1106158 w 3015411"/>
                <a:gd name="csY73" fmla="*/ 0 h 1642"/>
                <a:gd name="csX74" fmla="*/ 1121311 w 3015411"/>
                <a:gd name="csY74" fmla="*/ 0 h 1642"/>
                <a:gd name="csX75" fmla="*/ 1136465 w 3015411"/>
                <a:gd name="csY75" fmla="*/ 0 h 1642"/>
                <a:gd name="csX76" fmla="*/ 1151616 w 3015411"/>
                <a:gd name="csY76" fmla="*/ 0 h 1642"/>
                <a:gd name="csX77" fmla="*/ 1166770 w 3015411"/>
                <a:gd name="csY77" fmla="*/ 0 h 1642"/>
                <a:gd name="csX78" fmla="*/ 1181923 w 3015411"/>
                <a:gd name="csY78" fmla="*/ 0 h 1642"/>
                <a:gd name="csX79" fmla="*/ 1197080 w 3015411"/>
                <a:gd name="csY79" fmla="*/ 0 h 1642"/>
                <a:gd name="csX80" fmla="*/ 1212224 w 3015411"/>
                <a:gd name="csY80" fmla="*/ 0 h 1642"/>
                <a:gd name="csX81" fmla="*/ 1227384 w 3015411"/>
                <a:gd name="csY81" fmla="*/ 0 h 1642"/>
                <a:gd name="csX82" fmla="*/ 1242527 w 3015411"/>
                <a:gd name="csY82" fmla="*/ 0 h 1642"/>
                <a:gd name="csX83" fmla="*/ 1257687 w 3015411"/>
                <a:gd name="csY83" fmla="*/ 0 h 1642"/>
                <a:gd name="csX84" fmla="*/ 1272847 w 3015411"/>
                <a:gd name="csY84" fmla="*/ 0 h 1642"/>
                <a:gd name="csX85" fmla="*/ 1287991 w 3015411"/>
                <a:gd name="csY85" fmla="*/ 0 h 1642"/>
                <a:gd name="csX86" fmla="*/ 1303151 w 3015411"/>
                <a:gd name="csY86" fmla="*/ 0 h 1642"/>
                <a:gd name="csX87" fmla="*/ 1318294 w 3015411"/>
                <a:gd name="csY87" fmla="*/ 0 h 1642"/>
                <a:gd name="csX88" fmla="*/ 1333454 w 3015411"/>
                <a:gd name="csY88" fmla="*/ 0 h 1642"/>
                <a:gd name="csX89" fmla="*/ 1348598 w 3015411"/>
                <a:gd name="csY89" fmla="*/ 0 h 1642"/>
                <a:gd name="csX90" fmla="*/ 1363758 w 3015411"/>
                <a:gd name="csY90" fmla="*/ 0 h 1642"/>
                <a:gd name="csX91" fmla="*/ 1378902 w 3015411"/>
                <a:gd name="csY91" fmla="*/ 0 h 1642"/>
                <a:gd name="csX92" fmla="*/ 1394062 w 3015411"/>
                <a:gd name="csY92" fmla="*/ 0 h 1642"/>
                <a:gd name="csX93" fmla="*/ 1409222 w 3015411"/>
                <a:gd name="csY93" fmla="*/ 0 h 1642"/>
                <a:gd name="csX94" fmla="*/ 1424365 w 3015411"/>
                <a:gd name="csY94" fmla="*/ 0 h 1642"/>
                <a:gd name="csX95" fmla="*/ 1439525 w 3015411"/>
                <a:gd name="csY95" fmla="*/ 0 h 1642"/>
                <a:gd name="csX96" fmla="*/ 1454669 w 3015411"/>
                <a:gd name="csY96" fmla="*/ 0 h 1642"/>
                <a:gd name="csX97" fmla="*/ 1469829 w 3015411"/>
                <a:gd name="csY97" fmla="*/ 0 h 1642"/>
                <a:gd name="csX98" fmla="*/ 1484973 w 3015411"/>
                <a:gd name="csY98" fmla="*/ 0 h 1642"/>
                <a:gd name="csX99" fmla="*/ 1500133 w 3015411"/>
                <a:gd name="csY99" fmla="*/ 0 h 1642"/>
                <a:gd name="csX100" fmla="*/ 1515293 w 3015411"/>
                <a:gd name="csY100" fmla="*/ 0 h 1642"/>
                <a:gd name="csX101" fmla="*/ 1530436 w 3015411"/>
                <a:gd name="csY101" fmla="*/ 0 h 1642"/>
                <a:gd name="csX102" fmla="*/ 1545596 w 3015411"/>
                <a:gd name="csY102" fmla="*/ 0 h 1642"/>
                <a:gd name="csX103" fmla="*/ 1560740 w 3015411"/>
                <a:gd name="csY103" fmla="*/ 0 h 1642"/>
                <a:gd name="csX104" fmla="*/ 1575900 w 3015411"/>
                <a:gd name="csY104" fmla="*/ 0 h 1642"/>
                <a:gd name="csX105" fmla="*/ 1591044 w 3015411"/>
                <a:gd name="csY105" fmla="*/ 0 h 1642"/>
                <a:gd name="csX106" fmla="*/ 1606204 w 3015411"/>
                <a:gd name="csY106" fmla="*/ 0 h 1642"/>
                <a:gd name="csX107" fmla="*/ 1621347 w 3015411"/>
                <a:gd name="csY107" fmla="*/ 0 h 1642"/>
                <a:gd name="csX108" fmla="*/ 1636507 w 3015411"/>
                <a:gd name="csY108" fmla="*/ 0 h 1642"/>
                <a:gd name="csX109" fmla="*/ 1651667 w 3015411"/>
                <a:gd name="csY109" fmla="*/ 0 h 1642"/>
                <a:gd name="csX110" fmla="*/ 1666811 w 3015411"/>
                <a:gd name="csY110" fmla="*/ 0 h 1642"/>
                <a:gd name="csX111" fmla="*/ 1681971 w 3015411"/>
                <a:gd name="csY111" fmla="*/ 0 h 1642"/>
                <a:gd name="csX112" fmla="*/ 1697114 w 3015411"/>
                <a:gd name="csY112" fmla="*/ 0 h 1642"/>
                <a:gd name="csX113" fmla="*/ 1712274 w 3015411"/>
                <a:gd name="csY113" fmla="*/ 0 h 1642"/>
                <a:gd name="csX114" fmla="*/ 1727418 w 3015411"/>
                <a:gd name="csY114" fmla="*/ 0 h 1642"/>
                <a:gd name="csX115" fmla="*/ 1742578 w 3015411"/>
                <a:gd name="csY115" fmla="*/ 0 h 1642"/>
                <a:gd name="csX116" fmla="*/ 1757738 w 3015411"/>
                <a:gd name="csY116" fmla="*/ 0 h 1642"/>
                <a:gd name="csX117" fmla="*/ 1772882 w 3015411"/>
                <a:gd name="csY117" fmla="*/ 0 h 1642"/>
                <a:gd name="csX118" fmla="*/ 1788042 w 3015411"/>
                <a:gd name="csY118" fmla="*/ 0 h 1642"/>
                <a:gd name="csX119" fmla="*/ 1803185 w 3015411"/>
                <a:gd name="csY119" fmla="*/ 0 h 1642"/>
                <a:gd name="csX120" fmla="*/ 1818345 w 3015411"/>
                <a:gd name="csY120" fmla="*/ 0 h 1642"/>
                <a:gd name="csX121" fmla="*/ 1833489 w 3015411"/>
                <a:gd name="csY121" fmla="*/ 0 h 1642"/>
                <a:gd name="csX122" fmla="*/ 1848649 w 3015411"/>
                <a:gd name="csY122" fmla="*/ 0 h 1642"/>
                <a:gd name="csX123" fmla="*/ 1863792 w 3015411"/>
                <a:gd name="csY123" fmla="*/ 0 h 1642"/>
                <a:gd name="csX124" fmla="*/ 1878952 w 3015411"/>
                <a:gd name="csY124" fmla="*/ 0 h 1642"/>
                <a:gd name="csX125" fmla="*/ 1894112 w 3015411"/>
                <a:gd name="csY125" fmla="*/ 0 h 1642"/>
                <a:gd name="csX126" fmla="*/ 1909256 w 3015411"/>
                <a:gd name="csY126" fmla="*/ 0 h 1642"/>
                <a:gd name="csX127" fmla="*/ 1924416 w 3015411"/>
                <a:gd name="csY127" fmla="*/ 0 h 1642"/>
                <a:gd name="csX128" fmla="*/ 1939560 w 3015411"/>
                <a:gd name="csY128" fmla="*/ 0 h 1642"/>
                <a:gd name="csX129" fmla="*/ 1954720 w 3015411"/>
                <a:gd name="csY129" fmla="*/ 0 h 1642"/>
                <a:gd name="csX130" fmla="*/ 1969863 w 3015411"/>
                <a:gd name="csY130" fmla="*/ 0 h 1642"/>
                <a:gd name="csX131" fmla="*/ 1985023 w 3015411"/>
                <a:gd name="csY131" fmla="*/ 0 h 1642"/>
                <a:gd name="csX132" fmla="*/ 2000183 w 3015411"/>
                <a:gd name="csY132" fmla="*/ 0 h 1642"/>
                <a:gd name="csX133" fmla="*/ 2015327 w 3015411"/>
                <a:gd name="csY133" fmla="*/ 0 h 1642"/>
                <a:gd name="csX134" fmla="*/ 2030487 w 3015411"/>
                <a:gd name="csY134" fmla="*/ 0 h 1642"/>
                <a:gd name="csX135" fmla="*/ 2045630 w 3015411"/>
                <a:gd name="csY135" fmla="*/ 0 h 1642"/>
                <a:gd name="csX136" fmla="*/ 2060791 w 3015411"/>
                <a:gd name="csY136" fmla="*/ 0 h 1642"/>
                <a:gd name="csX137" fmla="*/ 2075934 w 3015411"/>
                <a:gd name="csY137" fmla="*/ 0 h 1642"/>
                <a:gd name="csX138" fmla="*/ 2091094 w 3015411"/>
                <a:gd name="csY138" fmla="*/ 0 h 1642"/>
                <a:gd name="csX139" fmla="*/ 2106254 w 3015411"/>
                <a:gd name="csY139" fmla="*/ 0 h 1642"/>
                <a:gd name="csX140" fmla="*/ 2121398 w 3015411"/>
                <a:gd name="csY140" fmla="*/ 0 h 1642"/>
                <a:gd name="csX141" fmla="*/ 2136558 w 3015411"/>
                <a:gd name="csY141" fmla="*/ 0 h 1642"/>
                <a:gd name="csX142" fmla="*/ 2151702 w 3015411"/>
                <a:gd name="csY142" fmla="*/ 0 h 1642"/>
                <a:gd name="csX143" fmla="*/ 2166862 w 3015411"/>
                <a:gd name="csY143" fmla="*/ 0 h 1642"/>
                <a:gd name="csX144" fmla="*/ 2182005 w 3015411"/>
                <a:gd name="csY144" fmla="*/ 0 h 1642"/>
                <a:gd name="csX145" fmla="*/ 2197165 w 3015411"/>
                <a:gd name="csY145" fmla="*/ 0 h 1642"/>
                <a:gd name="csX146" fmla="*/ 2212309 w 3015411"/>
                <a:gd name="csY146" fmla="*/ 0 h 1642"/>
                <a:gd name="csX147" fmla="*/ 2227469 w 3015411"/>
                <a:gd name="csY147" fmla="*/ 0 h 1642"/>
                <a:gd name="csX148" fmla="*/ 2242629 w 3015411"/>
                <a:gd name="csY148" fmla="*/ 0 h 1642"/>
                <a:gd name="csX149" fmla="*/ 2257772 w 3015411"/>
                <a:gd name="csY149" fmla="*/ 0 h 1642"/>
                <a:gd name="csX150" fmla="*/ 2272932 w 3015411"/>
                <a:gd name="csY150" fmla="*/ 0 h 1642"/>
                <a:gd name="csX151" fmla="*/ 2288076 w 3015411"/>
                <a:gd name="csY151" fmla="*/ 0 h 1642"/>
                <a:gd name="csX152" fmla="*/ 2303236 w 3015411"/>
                <a:gd name="csY152" fmla="*/ 0 h 1642"/>
                <a:gd name="csX153" fmla="*/ 2318380 w 3015411"/>
                <a:gd name="csY153" fmla="*/ 0 h 1642"/>
                <a:gd name="csX154" fmla="*/ 2333540 w 3015411"/>
                <a:gd name="csY154" fmla="*/ 0 h 1642"/>
                <a:gd name="csX155" fmla="*/ 2348700 w 3015411"/>
                <a:gd name="csY155" fmla="*/ 0 h 1642"/>
                <a:gd name="csX156" fmla="*/ 2363843 w 3015411"/>
                <a:gd name="csY156" fmla="*/ 0 h 1642"/>
                <a:gd name="csX157" fmla="*/ 2379003 w 3015411"/>
                <a:gd name="csY157" fmla="*/ 0 h 1642"/>
                <a:gd name="csX158" fmla="*/ 2394147 w 3015411"/>
                <a:gd name="csY158" fmla="*/ 0 h 1642"/>
                <a:gd name="csX159" fmla="*/ 2409307 w 3015411"/>
                <a:gd name="csY159" fmla="*/ 0 h 1642"/>
                <a:gd name="csX160" fmla="*/ 2424450 w 3015411"/>
                <a:gd name="csY160" fmla="*/ 0 h 1642"/>
                <a:gd name="csX161" fmla="*/ 2439610 w 3015411"/>
                <a:gd name="csY161" fmla="*/ 0 h 1642"/>
                <a:gd name="csX162" fmla="*/ 2454754 w 3015411"/>
                <a:gd name="csY162" fmla="*/ 0 h 1642"/>
                <a:gd name="csX163" fmla="*/ 2469914 w 3015411"/>
                <a:gd name="csY163" fmla="*/ 0 h 1642"/>
                <a:gd name="csX164" fmla="*/ 2485074 w 3015411"/>
                <a:gd name="csY164" fmla="*/ 0 h 1642"/>
                <a:gd name="csX165" fmla="*/ 2500218 w 3015411"/>
                <a:gd name="csY165" fmla="*/ 0 h 1642"/>
                <a:gd name="csX166" fmla="*/ 2515378 w 3015411"/>
                <a:gd name="csY166" fmla="*/ 0 h 1642"/>
                <a:gd name="csX167" fmla="*/ 2530521 w 3015411"/>
                <a:gd name="csY167" fmla="*/ 0 h 1642"/>
                <a:gd name="csX168" fmla="*/ 2545681 w 3015411"/>
                <a:gd name="csY168" fmla="*/ 0 h 1642"/>
                <a:gd name="csX169" fmla="*/ 2560825 w 3015411"/>
                <a:gd name="csY169" fmla="*/ 0 h 1642"/>
                <a:gd name="csX170" fmla="*/ 2575985 w 3015411"/>
                <a:gd name="csY170" fmla="*/ 0 h 1642"/>
                <a:gd name="csX171" fmla="*/ 2591145 w 3015411"/>
                <a:gd name="csY171" fmla="*/ 0 h 1642"/>
                <a:gd name="csX172" fmla="*/ 2606289 w 3015411"/>
                <a:gd name="csY172" fmla="*/ 0 h 1642"/>
                <a:gd name="csX173" fmla="*/ 2621449 w 3015411"/>
                <a:gd name="csY173" fmla="*/ 0 h 1642"/>
                <a:gd name="csX174" fmla="*/ 2636592 w 3015411"/>
                <a:gd name="csY174" fmla="*/ 0 h 1642"/>
                <a:gd name="csX175" fmla="*/ 2651752 w 3015411"/>
                <a:gd name="csY175" fmla="*/ 0 h 1642"/>
                <a:gd name="csX176" fmla="*/ 2666896 w 3015411"/>
                <a:gd name="csY176" fmla="*/ 0 h 1642"/>
                <a:gd name="csX177" fmla="*/ 2682056 w 3015411"/>
                <a:gd name="csY177" fmla="*/ 0 h 1642"/>
                <a:gd name="csX178" fmla="*/ 2697200 w 3015411"/>
                <a:gd name="csY178" fmla="*/ 0 h 1642"/>
                <a:gd name="csX179" fmla="*/ 2712360 w 3015411"/>
                <a:gd name="csY179" fmla="*/ 0 h 1642"/>
                <a:gd name="csX180" fmla="*/ 2727519 w 3015411"/>
                <a:gd name="csY180" fmla="*/ 0 h 1642"/>
                <a:gd name="csX181" fmla="*/ 2742663 w 3015411"/>
                <a:gd name="csY181" fmla="*/ 0 h 1642"/>
                <a:gd name="csX182" fmla="*/ 2757823 w 3015411"/>
                <a:gd name="csY182" fmla="*/ 0 h 1642"/>
                <a:gd name="csX183" fmla="*/ 2772967 w 3015411"/>
                <a:gd name="csY183" fmla="*/ 0 h 1642"/>
                <a:gd name="csX184" fmla="*/ 2788127 w 3015411"/>
                <a:gd name="csY184" fmla="*/ 0 h 1642"/>
                <a:gd name="csX185" fmla="*/ 2803270 w 3015411"/>
                <a:gd name="csY185" fmla="*/ 0 h 1642"/>
                <a:gd name="csX186" fmla="*/ 2818430 w 3015411"/>
                <a:gd name="csY186" fmla="*/ 0 h 1642"/>
                <a:gd name="csX187" fmla="*/ 2833590 w 3015411"/>
                <a:gd name="csY187" fmla="*/ 0 h 1642"/>
                <a:gd name="csX188" fmla="*/ 2848734 w 3015411"/>
                <a:gd name="csY188" fmla="*/ 0 h 1642"/>
                <a:gd name="csX189" fmla="*/ 2863894 w 3015411"/>
                <a:gd name="csY189" fmla="*/ 0 h 1642"/>
                <a:gd name="csX190" fmla="*/ 2879038 w 3015411"/>
                <a:gd name="csY190" fmla="*/ 0 h 1642"/>
                <a:gd name="csX191" fmla="*/ 2894198 w 3015411"/>
                <a:gd name="csY191" fmla="*/ 0 h 1642"/>
                <a:gd name="csX192" fmla="*/ 2909341 w 3015411"/>
                <a:gd name="csY192" fmla="*/ 0 h 1642"/>
                <a:gd name="csX193" fmla="*/ 2924501 w 3015411"/>
                <a:gd name="csY193" fmla="*/ 0 h 1642"/>
                <a:gd name="csX194" fmla="*/ 2939645 w 3015411"/>
                <a:gd name="csY194" fmla="*/ 0 h 1642"/>
                <a:gd name="csX195" fmla="*/ 2954805 w 3015411"/>
                <a:gd name="csY195" fmla="*/ 0 h 1642"/>
                <a:gd name="csX196" fmla="*/ 2969965 w 3015411"/>
                <a:gd name="csY196" fmla="*/ 0 h 1642"/>
                <a:gd name="csX197" fmla="*/ 2985108 w 3015411"/>
                <a:gd name="csY197" fmla="*/ 0 h 1642"/>
                <a:gd name="csX198" fmla="*/ 3000268 w 3015411"/>
                <a:gd name="csY198" fmla="*/ 0 h 1642"/>
                <a:gd name="csX199" fmla="*/ 3015412 w 3015411"/>
                <a:gd name="csY199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</a:cxnLst>
              <a:rect l="l" t="t" r="r" b="b"/>
              <a:pathLst>
                <a:path w="3015411" h="1642">
                  <a:moveTo>
                    <a:pt x="0" y="0"/>
                  </a:moveTo>
                  <a:lnTo>
                    <a:pt x="15153" y="0"/>
                  </a:lnTo>
                  <a:lnTo>
                    <a:pt x="30305" y="0"/>
                  </a:lnTo>
                  <a:lnTo>
                    <a:pt x="45459" y="0"/>
                  </a:lnTo>
                  <a:lnTo>
                    <a:pt x="60612" y="0"/>
                  </a:lnTo>
                  <a:lnTo>
                    <a:pt x="75764" y="0"/>
                  </a:lnTo>
                  <a:lnTo>
                    <a:pt x="90917" y="0"/>
                  </a:lnTo>
                  <a:lnTo>
                    <a:pt x="106071" y="0"/>
                  </a:lnTo>
                  <a:lnTo>
                    <a:pt x="121223" y="0"/>
                  </a:lnTo>
                  <a:lnTo>
                    <a:pt x="136376" y="0"/>
                  </a:lnTo>
                  <a:lnTo>
                    <a:pt x="151528" y="0"/>
                  </a:lnTo>
                  <a:lnTo>
                    <a:pt x="166681" y="0"/>
                  </a:lnTo>
                  <a:lnTo>
                    <a:pt x="181835" y="0"/>
                  </a:lnTo>
                  <a:lnTo>
                    <a:pt x="196987" y="0"/>
                  </a:lnTo>
                  <a:lnTo>
                    <a:pt x="212140" y="0"/>
                  </a:lnTo>
                  <a:lnTo>
                    <a:pt x="227294" y="0"/>
                  </a:lnTo>
                  <a:lnTo>
                    <a:pt x="242445" y="0"/>
                  </a:lnTo>
                  <a:lnTo>
                    <a:pt x="257599" y="0"/>
                  </a:lnTo>
                  <a:lnTo>
                    <a:pt x="272752" y="0"/>
                  </a:lnTo>
                  <a:lnTo>
                    <a:pt x="287904" y="0"/>
                  </a:lnTo>
                  <a:lnTo>
                    <a:pt x="303058" y="0"/>
                  </a:lnTo>
                  <a:lnTo>
                    <a:pt x="318209" y="0"/>
                  </a:lnTo>
                  <a:lnTo>
                    <a:pt x="333363" y="0"/>
                  </a:lnTo>
                  <a:lnTo>
                    <a:pt x="348516" y="0"/>
                  </a:lnTo>
                  <a:lnTo>
                    <a:pt x="363668" y="0"/>
                  </a:lnTo>
                  <a:lnTo>
                    <a:pt x="378822" y="0"/>
                  </a:lnTo>
                  <a:lnTo>
                    <a:pt x="393975" y="0"/>
                  </a:lnTo>
                  <a:lnTo>
                    <a:pt x="409127" y="0"/>
                  </a:lnTo>
                  <a:lnTo>
                    <a:pt x="424280" y="0"/>
                  </a:lnTo>
                  <a:lnTo>
                    <a:pt x="439432" y="0"/>
                  </a:lnTo>
                  <a:lnTo>
                    <a:pt x="454585" y="0"/>
                  </a:lnTo>
                  <a:lnTo>
                    <a:pt x="469739" y="0"/>
                  </a:lnTo>
                  <a:lnTo>
                    <a:pt x="484891" y="0"/>
                  </a:lnTo>
                  <a:lnTo>
                    <a:pt x="500044" y="0"/>
                  </a:lnTo>
                  <a:lnTo>
                    <a:pt x="515198" y="0"/>
                  </a:lnTo>
                  <a:lnTo>
                    <a:pt x="530349" y="0"/>
                  </a:lnTo>
                  <a:lnTo>
                    <a:pt x="545503" y="0"/>
                  </a:lnTo>
                  <a:lnTo>
                    <a:pt x="560656" y="0"/>
                  </a:lnTo>
                  <a:lnTo>
                    <a:pt x="575808" y="0"/>
                  </a:lnTo>
                  <a:lnTo>
                    <a:pt x="590962" y="0"/>
                  </a:lnTo>
                  <a:lnTo>
                    <a:pt x="606113" y="0"/>
                  </a:lnTo>
                  <a:lnTo>
                    <a:pt x="621267" y="0"/>
                  </a:lnTo>
                  <a:lnTo>
                    <a:pt x="636420" y="0"/>
                  </a:lnTo>
                  <a:lnTo>
                    <a:pt x="651572" y="0"/>
                  </a:lnTo>
                  <a:lnTo>
                    <a:pt x="666726" y="0"/>
                  </a:lnTo>
                  <a:lnTo>
                    <a:pt x="681879" y="0"/>
                  </a:lnTo>
                  <a:lnTo>
                    <a:pt x="697031" y="0"/>
                  </a:lnTo>
                  <a:lnTo>
                    <a:pt x="712184" y="0"/>
                  </a:lnTo>
                  <a:lnTo>
                    <a:pt x="727338" y="0"/>
                  </a:lnTo>
                  <a:lnTo>
                    <a:pt x="742490" y="0"/>
                  </a:lnTo>
                  <a:lnTo>
                    <a:pt x="757643" y="0"/>
                  </a:lnTo>
                  <a:lnTo>
                    <a:pt x="772795" y="0"/>
                  </a:lnTo>
                  <a:lnTo>
                    <a:pt x="787948" y="0"/>
                  </a:lnTo>
                  <a:lnTo>
                    <a:pt x="803102" y="0"/>
                  </a:lnTo>
                  <a:lnTo>
                    <a:pt x="818254" y="0"/>
                  </a:lnTo>
                  <a:lnTo>
                    <a:pt x="833407" y="0"/>
                  </a:lnTo>
                  <a:lnTo>
                    <a:pt x="848560" y="0"/>
                  </a:lnTo>
                  <a:lnTo>
                    <a:pt x="863712" y="0"/>
                  </a:lnTo>
                  <a:lnTo>
                    <a:pt x="878866" y="0"/>
                  </a:lnTo>
                  <a:lnTo>
                    <a:pt x="894018" y="0"/>
                  </a:lnTo>
                  <a:lnTo>
                    <a:pt x="909171" y="0"/>
                  </a:lnTo>
                  <a:lnTo>
                    <a:pt x="924324" y="0"/>
                  </a:lnTo>
                  <a:lnTo>
                    <a:pt x="939476" y="0"/>
                  </a:lnTo>
                  <a:lnTo>
                    <a:pt x="954630" y="0"/>
                  </a:lnTo>
                  <a:lnTo>
                    <a:pt x="969783" y="0"/>
                  </a:lnTo>
                  <a:lnTo>
                    <a:pt x="984935" y="0"/>
                  </a:lnTo>
                  <a:lnTo>
                    <a:pt x="1000088" y="0"/>
                  </a:lnTo>
                  <a:lnTo>
                    <a:pt x="1015242" y="0"/>
                  </a:lnTo>
                  <a:lnTo>
                    <a:pt x="1030394" y="0"/>
                  </a:lnTo>
                  <a:lnTo>
                    <a:pt x="1045547" y="0"/>
                  </a:lnTo>
                  <a:lnTo>
                    <a:pt x="1060699" y="0"/>
                  </a:lnTo>
                  <a:lnTo>
                    <a:pt x="1075852" y="0"/>
                  </a:lnTo>
                  <a:lnTo>
                    <a:pt x="1091006" y="0"/>
                  </a:lnTo>
                  <a:lnTo>
                    <a:pt x="1106158" y="0"/>
                  </a:lnTo>
                  <a:lnTo>
                    <a:pt x="1121311" y="0"/>
                  </a:lnTo>
                  <a:lnTo>
                    <a:pt x="1136465" y="0"/>
                  </a:lnTo>
                  <a:lnTo>
                    <a:pt x="1151616" y="0"/>
                  </a:lnTo>
                  <a:lnTo>
                    <a:pt x="1166770" y="0"/>
                  </a:lnTo>
                  <a:lnTo>
                    <a:pt x="1181923" y="0"/>
                  </a:lnTo>
                  <a:lnTo>
                    <a:pt x="1197080" y="0"/>
                  </a:lnTo>
                  <a:lnTo>
                    <a:pt x="1212224" y="0"/>
                  </a:lnTo>
                  <a:lnTo>
                    <a:pt x="1227384" y="0"/>
                  </a:lnTo>
                  <a:lnTo>
                    <a:pt x="1242527" y="0"/>
                  </a:lnTo>
                  <a:lnTo>
                    <a:pt x="1257687" y="0"/>
                  </a:lnTo>
                  <a:lnTo>
                    <a:pt x="1272847" y="0"/>
                  </a:lnTo>
                  <a:lnTo>
                    <a:pt x="1287991" y="0"/>
                  </a:lnTo>
                  <a:lnTo>
                    <a:pt x="1303151" y="0"/>
                  </a:lnTo>
                  <a:lnTo>
                    <a:pt x="1318294" y="0"/>
                  </a:lnTo>
                  <a:lnTo>
                    <a:pt x="1333454" y="0"/>
                  </a:lnTo>
                  <a:lnTo>
                    <a:pt x="1348598" y="0"/>
                  </a:lnTo>
                  <a:lnTo>
                    <a:pt x="1363758" y="0"/>
                  </a:lnTo>
                  <a:lnTo>
                    <a:pt x="1378902" y="0"/>
                  </a:lnTo>
                  <a:lnTo>
                    <a:pt x="1394062" y="0"/>
                  </a:lnTo>
                  <a:lnTo>
                    <a:pt x="1409222" y="0"/>
                  </a:lnTo>
                  <a:lnTo>
                    <a:pt x="1424365" y="0"/>
                  </a:lnTo>
                  <a:lnTo>
                    <a:pt x="1439525" y="0"/>
                  </a:lnTo>
                  <a:lnTo>
                    <a:pt x="1454669" y="0"/>
                  </a:lnTo>
                  <a:lnTo>
                    <a:pt x="1469829" y="0"/>
                  </a:lnTo>
                  <a:lnTo>
                    <a:pt x="1484973" y="0"/>
                  </a:lnTo>
                  <a:lnTo>
                    <a:pt x="1500133" y="0"/>
                  </a:lnTo>
                  <a:lnTo>
                    <a:pt x="1515293" y="0"/>
                  </a:lnTo>
                  <a:lnTo>
                    <a:pt x="1530436" y="0"/>
                  </a:lnTo>
                  <a:lnTo>
                    <a:pt x="1545596" y="0"/>
                  </a:lnTo>
                  <a:lnTo>
                    <a:pt x="1560740" y="0"/>
                  </a:lnTo>
                  <a:lnTo>
                    <a:pt x="1575900" y="0"/>
                  </a:lnTo>
                  <a:lnTo>
                    <a:pt x="1591044" y="0"/>
                  </a:lnTo>
                  <a:lnTo>
                    <a:pt x="1606204" y="0"/>
                  </a:lnTo>
                  <a:lnTo>
                    <a:pt x="1621347" y="0"/>
                  </a:lnTo>
                  <a:lnTo>
                    <a:pt x="1636507" y="0"/>
                  </a:lnTo>
                  <a:lnTo>
                    <a:pt x="1651667" y="0"/>
                  </a:lnTo>
                  <a:lnTo>
                    <a:pt x="1666811" y="0"/>
                  </a:lnTo>
                  <a:lnTo>
                    <a:pt x="1681971" y="0"/>
                  </a:lnTo>
                  <a:lnTo>
                    <a:pt x="1697114" y="0"/>
                  </a:lnTo>
                  <a:lnTo>
                    <a:pt x="1712274" y="0"/>
                  </a:lnTo>
                  <a:lnTo>
                    <a:pt x="1727418" y="0"/>
                  </a:lnTo>
                  <a:lnTo>
                    <a:pt x="1742578" y="0"/>
                  </a:lnTo>
                  <a:lnTo>
                    <a:pt x="1757738" y="0"/>
                  </a:lnTo>
                  <a:lnTo>
                    <a:pt x="1772882" y="0"/>
                  </a:lnTo>
                  <a:lnTo>
                    <a:pt x="1788042" y="0"/>
                  </a:lnTo>
                  <a:lnTo>
                    <a:pt x="1803185" y="0"/>
                  </a:lnTo>
                  <a:lnTo>
                    <a:pt x="1818345" y="0"/>
                  </a:lnTo>
                  <a:lnTo>
                    <a:pt x="1833489" y="0"/>
                  </a:lnTo>
                  <a:lnTo>
                    <a:pt x="1848649" y="0"/>
                  </a:lnTo>
                  <a:lnTo>
                    <a:pt x="1863792" y="0"/>
                  </a:lnTo>
                  <a:lnTo>
                    <a:pt x="1878952" y="0"/>
                  </a:lnTo>
                  <a:lnTo>
                    <a:pt x="1894112" y="0"/>
                  </a:lnTo>
                  <a:lnTo>
                    <a:pt x="1909256" y="0"/>
                  </a:lnTo>
                  <a:lnTo>
                    <a:pt x="1924416" y="0"/>
                  </a:lnTo>
                  <a:lnTo>
                    <a:pt x="1939560" y="0"/>
                  </a:lnTo>
                  <a:lnTo>
                    <a:pt x="1954720" y="0"/>
                  </a:lnTo>
                  <a:lnTo>
                    <a:pt x="1969863" y="0"/>
                  </a:lnTo>
                  <a:lnTo>
                    <a:pt x="1985023" y="0"/>
                  </a:lnTo>
                  <a:lnTo>
                    <a:pt x="2000183" y="0"/>
                  </a:lnTo>
                  <a:lnTo>
                    <a:pt x="2015327" y="0"/>
                  </a:lnTo>
                  <a:lnTo>
                    <a:pt x="2030487" y="0"/>
                  </a:lnTo>
                  <a:lnTo>
                    <a:pt x="2045630" y="0"/>
                  </a:lnTo>
                  <a:lnTo>
                    <a:pt x="2060791" y="0"/>
                  </a:lnTo>
                  <a:lnTo>
                    <a:pt x="2075934" y="0"/>
                  </a:lnTo>
                  <a:lnTo>
                    <a:pt x="2091094" y="0"/>
                  </a:lnTo>
                  <a:lnTo>
                    <a:pt x="2106254" y="0"/>
                  </a:lnTo>
                  <a:lnTo>
                    <a:pt x="2121398" y="0"/>
                  </a:lnTo>
                  <a:lnTo>
                    <a:pt x="2136558" y="0"/>
                  </a:lnTo>
                  <a:lnTo>
                    <a:pt x="2151702" y="0"/>
                  </a:lnTo>
                  <a:lnTo>
                    <a:pt x="2166862" y="0"/>
                  </a:lnTo>
                  <a:lnTo>
                    <a:pt x="2182005" y="0"/>
                  </a:lnTo>
                  <a:lnTo>
                    <a:pt x="2197165" y="0"/>
                  </a:lnTo>
                  <a:lnTo>
                    <a:pt x="2212309" y="0"/>
                  </a:lnTo>
                  <a:lnTo>
                    <a:pt x="2227469" y="0"/>
                  </a:lnTo>
                  <a:lnTo>
                    <a:pt x="2242629" y="0"/>
                  </a:lnTo>
                  <a:lnTo>
                    <a:pt x="2257772" y="0"/>
                  </a:lnTo>
                  <a:lnTo>
                    <a:pt x="2272932" y="0"/>
                  </a:lnTo>
                  <a:lnTo>
                    <a:pt x="2288076" y="0"/>
                  </a:lnTo>
                  <a:lnTo>
                    <a:pt x="2303236" y="0"/>
                  </a:lnTo>
                  <a:lnTo>
                    <a:pt x="2318380" y="0"/>
                  </a:lnTo>
                  <a:lnTo>
                    <a:pt x="2333540" y="0"/>
                  </a:lnTo>
                  <a:lnTo>
                    <a:pt x="2348700" y="0"/>
                  </a:lnTo>
                  <a:lnTo>
                    <a:pt x="2363843" y="0"/>
                  </a:lnTo>
                  <a:lnTo>
                    <a:pt x="2379003" y="0"/>
                  </a:lnTo>
                  <a:lnTo>
                    <a:pt x="2394147" y="0"/>
                  </a:lnTo>
                  <a:lnTo>
                    <a:pt x="2409307" y="0"/>
                  </a:lnTo>
                  <a:lnTo>
                    <a:pt x="2424450" y="0"/>
                  </a:lnTo>
                  <a:lnTo>
                    <a:pt x="2439610" y="0"/>
                  </a:lnTo>
                  <a:lnTo>
                    <a:pt x="2454754" y="0"/>
                  </a:lnTo>
                  <a:lnTo>
                    <a:pt x="2469914" y="0"/>
                  </a:lnTo>
                  <a:lnTo>
                    <a:pt x="2485074" y="0"/>
                  </a:lnTo>
                  <a:lnTo>
                    <a:pt x="2500218" y="0"/>
                  </a:lnTo>
                  <a:lnTo>
                    <a:pt x="2515378" y="0"/>
                  </a:lnTo>
                  <a:lnTo>
                    <a:pt x="2530521" y="0"/>
                  </a:lnTo>
                  <a:lnTo>
                    <a:pt x="2545681" y="0"/>
                  </a:lnTo>
                  <a:lnTo>
                    <a:pt x="2560825" y="0"/>
                  </a:lnTo>
                  <a:lnTo>
                    <a:pt x="2575985" y="0"/>
                  </a:lnTo>
                  <a:lnTo>
                    <a:pt x="2591145" y="0"/>
                  </a:lnTo>
                  <a:lnTo>
                    <a:pt x="2606289" y="0"/>
                  </a:lnTo>
                  <a:lnTo>
                    <a:pt x="2621449" y="0"/>
                  </a:lnTo>
                  <a:lnTo>
                    <a:pt x="2636592" y="0"/>
                  </a:lnTo>
                  <a:lnTo>
                    <a:pt x="2651752" y="0"/>
                  </a:lnTo>
                  <a:lnTo>
                    <a:pt x="2666896" y="0"/>
                  </a:lnTo>
                  <a:lnTo>
                    <a:pt x="2682056" y="0"/>
                  </a:lnTo>
                  <a:lnTo>
                    <a:pt x="2697200" y="0"/>
                  </a:lnTo>
                  <a:lnTo>
                    <a:pt x="2712360" y="0"/>
                  </a:lnTo>
                  <a:lnTo>
                    <a:pt x="2727519" y="0"/>
                  </a:lnTo>
                  <a:lnTo>
                    <a:pt x="2742663" y="0"/>
                  </a:lnTo>
                  <a:lnTo>
                    <a:pt x="2757823" y="0"/>
                  </a:lnTo>
                  <a:lnTo>
                    <a:pt x="2772967" y="0"/>
                  </a:lnTo>
                  <a:lnTo>
                    <a:pt x="2788127" y="0"/>
                  </a:lnTo>
                  <a:lnTo>
                    <a:pt x="2803270" y="0"/>
                  </a:lnTo>
                  <a:lnTo>
                    <a:pt x="2818430" y="0"/>
                  </a:lnTo>
                  <a:lnTo>
                    <a:pt x="2833590" y="0"/>
                  </a:lnTo>
                  <a:lnTo>
                    <a:pt x="2848734" y="0"/>
                  </a:lnTo>
                  <a:lnTo>
                    <a:pt x="2863894" y="0"/>
                  </a:lnTo>
                  <a:lnTo>
                    <a:pt x="2879038" y="0"/>
                  </a:lnTo>
                  <a:lnTo>
                    <a:pt x="2894198" y="0"/>
                  </a:lnTo>
                  <a:lnTo>
                    <a:pt x="2909341" y="0"/>
                  </a:lnTo>
                  <a:lnTo>
                    <a:pt x="2924501" y="0"/>
                  </a:lnTo>
                  <a:lnTo>
                    <a:pt x="2939645" y="0"/>
                  </a:lnTo>
                  <a:lnTo>
                    <a:pt x="2954805" y="0"/>
                  </a:lnTo>
                  <a:lnTo>
                    <a:pt x="2969965" y="0"/>
                  </a:lnTo>
                  <a:lnTo>
                    <a:pt x="2985108" y="0"/>
                  </a:lnTo>
                  <a:lnTo>
                    <a:pt x="3000268" y="0"/>
                  </a:lnTo>
                  <a:lnTo>
                    <a:pt x="3015412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5D6EF31D-8DDF-661F-F911-6E6E0CA2137A}"/>
                </a:ext>
              </a:extLst>
            </p:cNvPr>
            <p:cNvSpPr/>
            <p:nvPr/>
          </p:nvSpPr>
          <p:spPr>
            <a:xfrm>
              <a:off x="4018864" y="4681692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3C77BAC5-70EA-6CAC-10AD-95CC4868E684}"/>
              </a:ext>
            </a:extLst>
          </p:cNvPr>
          <p:cNvGrpSpPr/>
          <p:nvPr/>
        </p:nvGrpSpPr>
        <p:grpSpPr>
          <a:xfrm>
            <a:off x="917026" y="4284739"/>
            <a:ext cx="3220096" cy="308094"/>
            <a:chOff x="917026" y="4284739"/>
            <a:chExt cx="3220096" cy="308094"/>
          </a:xfrm>
        </p:grpSpPr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C38089E0-998B-55F7-80DE-E537011C6D71}"/>
                </a:ext>
              </a:extLst>
            </p:cNvPr>
            <p:cNvSpPr/>
            <p:nvPr/>
          </p:nvSpPr>
          <p:spPr>
            <a:xfrm>
              <a:off x="917026" y="4284739"/>
              <a:ext cx="3015411" cy="1642"/>
            </a:xfrm>
            <a:custGeom>
              <a:avLst/>
              <a:gdLst>
                <a:gd name="csX0" fmla="*/ 3015412 w 3015411"/>
                <a:gd name="csY0" fmla="*/ 0 h 1642"/>
                <a:gd name="csX1" fmla="*/ 3000268 w 3015411"/>
                <a:gd name="csY1" fmla="*/ 0 h 1642"/>
                <a:gd name="csX2" fmla="*/ 2985108 w 3015411"/>
                <a:gd name="csY2" fmla="*/ 0 h 1642"/>
                <a:gd name="csX3" fmla="*/ 2969965 w 3015411"/>
                <a:gd name="csY3" fmla="*/ 0 h 1642"/>
                <a:gd name="csX4" fmla="*/ 2954805 w 3015411"/>
                <a:gd name="csY4" fmla="*/ 0 h 1642"/>
                <a:gd name="csX5" fmla="*/ 2939645 w 3015411"/>
                <a:gd name="csY5" fmla="*/ 0 h 1642"/>
                <a:gd name="csX6" fmla="*/ 2924501 w 3015411"/>
                <a:gd name="csY6" fmla="*/ 0 h 1642"/>
                <a:gd name="csX7" fmla="*/ 2909341 w 3015411"/>
                <a:gd name="csY7" fmla="*/ 0 h 1642"/>
                <a:gd name="csX8" fmla="*/ 2894198 w 3015411"/>
                <a:gd name="csY8" fmla="*/ 0 h 1642"/>
                <a:gd name="csX9" fmla="*/ 2879038 w 3015411"/>
                <a:gd name="csY9" fmla="*/ 0 h 1642"/>
                <a:gd name="csX10" fmla="*/ 2863894 w 3015411"/>
                <a:gd name="csY10" fmla="*/ 0 h 1642"/>
                <a:gd name="csX11" fmla="*/ 2848734 w 3015411"/>
                <a:gd name="csY11" fmla="*/ 0 h 1642"/>
                <a:gd name="csX12" fmla="*/ 2833590 w 3015411"/>
                <a:gd name="csY12" fmla="*/ 0 h 1642"/>
                <a:gd name="csX13" fmla="*/ 2818430 w 3015411"/>
                <a:gd name="csY13" fmla="*/ 0 h 1642"/>
                <a:gd name="csX14" fmla="*/ 2803270 w 3015411"/>
                <a:gd name="csY14" fmla="*/ 0 h 1642"/>
                <a:gd name="csX15" fmla="*/ 2788127 w 3015411"/>
                <a:gd name="csY15" fmla="*/ 0 h 1642"/>
                <a:gd name="csX16" fmla="*/ 2772967 w 3015411"/>
                <a:gd name="csY16" fmla="*/ 0 h 1642"/>
                <a:gd name="csX17" fmla="*/ 2757823 w 3015411"/>
                <a:gd name="csY17" fmla="*/ 0 h 1642"/>
                <a:gd name="csX18" fmla="*/ 2742663 w 3015411"/>
                <a:gd name="csY18" fmla="*/ 0 h 1642"/>
                <a:gd name="csX19" fmla="*/ 2727519 w 3015411"/>
                <a:gd name="csY19" fmla="*/ 0 h 1642"/>
                <a:gd name="csX20" fmla="*/ 2712360 w 3015411"/>
                <a:gd name="csY20" fmla="*/ 0 h 1642"/>
                <a:gd name="csX21" fmla="*/ 2697200 w 3015411"/>
                <a:gd name="csY21" fmla="*/ 0 h 1642"/>
                <a:gd name="csX22" fmla="*/ 2682056 w 3015411"/>
                <a:gd name="csY22" fmla="*/ 0 h 1642"/>
                <a:gd name="csX23" fmla="*/ 2666896 w 3015411"/>
                <a:gd name="csY23" fmla="*/ 0 h 1642"/>
                <a:gd name="csX24" fmla="*/ 2651752 w 3015411"/>
                <a:gd name="csY24" fmla="*/ 0 h 1642"/>
                <a:gd name="csX25" fmla="*/ 2636592 w 3015411"/>
                <a:gd name="csY25" fmla="*/ 0 h 1642"/>
                <a:gd name="csX26" fmla="*/ 2621449 w 3015411"/>
                <a:gd name="csY26" fmla="*/ 0 h 1642"/>
                <a:gd name="csX27" fmla="*/ 2606289 w 3015411"/>
                <a:gd name="csY27" fmla="*/ 0 h 1642"/>
                <a:gd name="csX28" fmla="*/ 2591145 w 3015411"/>
                <a:gd name="csY28" fmla="*/ 0 h 1642"/>
                <a:gd name="csX29" fmla="*/ 2575985 w 3015411"/>
                <a:gd name="csY29" fmla="*/ 0 h 1642"/>
                <a:gd name="csX30" fmla="*/ 2560825 w 3015411"/>
                <a:gd name="csY30" fmla="*/ 0 h 1642"/>
                <a:gd name="csX31" fmla="*/ 2545681 w 3015411"/>
                <a:gd name="csY31" fmla="*/ 0 h 1642"/>
                <a:gd name="csX32" fmla="*/ 2530521 w 3015411"/>
                <a:gd name="csY32" fmla="*/ 0 h 1642"/>
                <a:gd name="csX33" fmla="*/ 2515378 w 3015411"/>
                <a:gd name="csY33" fmla="*/ 0 h 1642"/>
                <a:gd name="csX34" fmla="*/ 2500218 w 3015411"/>
                <a:gd name="csY34" fmla="*/ 0 h 1642"/>
                <a:gd name="csX35" fmla="*/ 2485074 w 3015411"/>
                <a:gd name="csY35" fmla="*/ 0 h 1642"/>
                <a:gd name="csX36" fmla="*/ 2469914 w 3015411"/>
                <a:gd name="csY36" fmla="*/ 0 h 1642"/>
                <a:gd name="csX37" fmla="*/ 2454754 w 3015411"/>
                <a:gd name="csY37" fmla="*/ 0 h 1642"/>
                <a:gd name="csX38" fmla="*/ 2439610 w 3015411"/>
                <a:gd name="csY38" fmla="*/ 0 h 1642"/>
                <a:gd name="csX39" fmla="*/ 2424450 w 3015411"/>
                <a:gd name="csY39" fmla="*/ 0 h 1642"/>
                <a:gd name="csX40" fmla="*/ 2409307 w 3015411"/>
                <a:gd name="csY40" fmla="*/ 0 h 1642"/>
                <a:gd name="csX41" fmla="*/ 2394147 w 3015411"/>
                <a:gd name="csY41" fmla="*/ 0 h 1642"/>
                <a:gd name="csX42" fmla="*/ 2379003 w 3015411"/>
                <a:gd name="csY42" fmla="*/ 0 h 1642"/>
                <a:gd name="csX43" fmla="*/ 2363843 w 3015411"/>
                <a:gd name="csY43" fmla="*/ 0 h 1642"/>
                <a:gd name="csX44" fmla="*/ 2348700 w 3015411"/>
                <a:gd name="csY44" fmla="*/ 0 h 1642"/>
                <a:gd name="csX45" fmla="*/ 2333540 w 3015411"/>
                <a:gd name="csY45" fmla="*/ 0 h 1642"/>
                <a:gd name="csX46" fmla="*/ 2318380 w 3015411"/>
                <a:gd name="csY46" fmla="*/ 0 h 1642"/>
                <a:gd name="csX47" fmla="*/ 2303236 w 3015411"/>
                <a:gd name="csY47" fmla="*/ 0 h 1642"/>
                <a:gd name="csX48" fmla="*/ 2288076 w 3015411"/>
                <a:gd name="csY48" fmla="*/ 0 h 1642"/>
                <a:gd name="csX49" fmla="*/ 2272932 w 3015411"/>
                <a:gd name="csY49" fmla="*/ 0 h 1642"/>
                <a:gd name="csX50" fmla="*/ 2257772 w 3015411"/>
                <a:gd name="csY50" fmla="*/ 0 h 1642"/>
                <a:gd name="csX51" fmla="*/ 2242629 w 3015411"/>
                <a:gd name="csY51" fmla="*/ 0 h 1642"/>
                <a:gd name="csX52" fmla="*/ 2227469 w 3015411"/>
                <a:gd name="csY52" fmla="*/ 0 h 1642"/>
                <a:gd name="csX53" fmla="*/ 2212309 w 3015411"/>
                <a:gd name="csY53" fmla="*/ 0 h 1642"/>
                <a:gd name="csX54" fmla="*/ 2197165 w 3015411"/>
                <a:gd name="csY54" fmla="*/ 0 h 1642"/>
                <a:gd name="csX55" fmla="*/ 2182005 w 3015411"/>
                <a:gd name="csY55" fmla="*/ 0 h 1642"/>
                <a:gd name="csX56" fmla="*/ 2166862 w 3015411"/>
                <a:gd name="csY56" fmla="*/ 0 h 1642"/>
                <a:gd name="csX57" fmla="*/ 2151702 w 3015411"/>
                <a:gd name="csY57" fmla="*/ 0 h 1642"/>
                <a:gd name="csX58" fmla="*/ 2136558 w 3015411"/>
                <a:gd name="csY58" fmla="*/ 0 h 1642"/>
                <a:gd name="csX59" fmla="*/ 2121398 w 3015411"/>
                <a:gd name="csY59" fmla="*/ 0 h 1642"/>
                <a:gd name="csX60" fmla="*/ 2106254 w 3015411"/>
                <a:gd name="csY60" fmla="*/ 0 h 1642"/>
                <a:gd name="csX61" fmla="*/ 2091094 w 3015411"/>
                <a:gd name="csY61" fmla="*/ 0 h 1642"/>
                <a:gd name="csX62" fmla="*/ 2075934 w 3015411"/>
                <a:gd name="csY62" fmla="*/ 0 h 1642"/>
                <a:gd name="csX63" fmla="*/ 2060791 w 3015411"/>
                <a:gd name="csY63" fmla="*/ 0 h 1642"/>
                <a:gd name="csX64" fmla="*/ 2045630 w 3015411"/>
                <a:gd name="csY64" fmla="*/ 0 h 1642"/>
                <a:gd name="csX65" fmla="*/ 2030487 w 3015411"/>
                <a:gd name="csY65" fmla="*/ 0 h 1642"/>
                <a:gd name="csX66" fmla="*/ 2015327 w 3015411"/>
                <a:gd name="csY66" fmla="*/ 0 h 1642"/>
                <a:gd name="csX67" fmla="*/ 2000183 w 3015411"/>
                <a:gd name="csY67" fmla="*/ 0 h 1642"/>
                <a:gd name="csX68" fmla="*/ 1985023 w 3015411"/>
                <a:gd name="csY68" fmla="*/ 0 h 1642"/>
                <a:gd name="csX69" fmla="*/ 1969863 w 3015411"/>
                <a:gd name="csY69" fmla="*/ 0 h 1642"/>
                <a:gd name="csX70" fmla="*/ 1954720 w 3015411"/>
                <a:gd name="csY70" fmla="*/ 0 h 1642"/>
                <a:gd name="csX71" fmla="*/ 1939560 w 3015411"/>
                <a:gd name="csY71" fmla="*/ 0 h 1642"/>
                <a:gd name="csX72" fmla="*/ 1924416 w 3015411"/>
                <a:gd name="csY72" fmla="*/ 0 h 1642"/>
                <a:gd name="csX73" fmla="*/ 1909256 w 3015411"/>
                <a:gd name="csY73" fmla="*/ 0 h 1642"/>
                <a:gd name="csX74" fmla="*/ 1894112 w 3015411"/>
                <a:gd name="csY74" fmla="*/ 0 h 1642"/>
                <a:gd name="csX75" fmla="*/ 1878952 w 3015411"/>
                <a:gd name="csY75" fmla="*/ 0 h 1642"/>
                <a:gd name="csX76" fmla="*/ 1863792 w 3015411"/>
                <a:gd name="csY76" fmla="*/ 0 h 1642"/>
                <a:gd name="csX77" fmla="*/ 1848649 w 3015411"/>
                <a:gd name="csY77" fmla="*/ 0 h 1642"/>
                <a:gd name="csX78" fmla="*/ 1833489 w 3015411"/>
                <a:gd name="csY78" fmla="*/ 0 h 1642"/>
                <a:gd name="csX79" fmla="*/ 1818345 w 3015411"/>
                <a:gd name="csY79" fmla="*/ 0 h 1642"/>
                <a:gd name="csX80" fmla="*/ 1803185 w 3015411"/>
                <a:gd name="csY80" fmla="*/ 0 h 1642"/>
                <a:gd name="csX81" fmla="*/ 1788042 w 3015411"/>
                <a:gd name="csY81" fmla="*/ 0 h 1642"/>
                <a:gd name="csX82" fmla="*/ 1772882 w 3015411"/>
                <a:gd name="csY82" fmla="*/ 0 h 1642"/>
                <a:gd name="csX83" fmla="*/ 1757738 w 3015411"/>
                <a:gd name="csY83" fmla="*/ 0 h 1642"/>
                <a:gd name="csX84" fmla="*/ 1742578 w 3015411"/>
                <a:gd name="csY84" fmla="*/ 0 h 1642"/>
                <a:gd name="csX85" fmla="*/ 1727418 w 3015411"/>
                <a:gd name="csY85" fmla="*/ 0 h 1642"/>
                <a:gd name="csX86" fmla="*/ 1712274 w 3015411"/>
                <a:gd name="csY86" fmla="*/ 0 h 1642"/>
                <a:gd name="csX87" fmla="*/ 1697114 w 3015411"/>
                <a:gd name="csY87" fmla="*/ 0 h 1642"/>
                <a:gd name="csX88" fmla="*/ 1681971 w 3015411"/>
                <a:gd name="csY88" fmla="*/ 0 h 1642"/>
                <a:gd name="csX89" fmla="*/ 1666811 w 3015411"/>
                <a:gd name="csY89" fmla="*/ 0 h 1642"/>
                <a:gd name="csX90" fmla="*/ 1651667 w 3015411"/>
                <a:gd name="csY90" fmla="*/ 0 h 1642"/>
                <a:gd name="csX91" fmla="*/ 1636507 w 3015411"/>
                <a:gd name="csY91" fmla="*/ 0 h 1642"/>
                <a:gd name="csX92" fmla="*/ 1621347 w 3015411"/>
                <a:gd name="csY92" fmla="*/ 0 h 1642"/>
                <a:gd name="csX93" fmla="*/ 1606204 w 3015411"/>
                <a:gd name="csY93" fmla="*/ 0 h 1642"/>
                <a:gd name="csX94" fmla="*/ 1591044 w 3015411"/>
                <a:gd name="csY94" fmla="*/ 0 h 1642"/>
                <a:gd name="csX95" fmla="*/ 1575900 w 3015411"/>
                <a:gd name="csY95" fmla="*/ 0 h 1642"/>
                <a:gd name="csX96" fmla="*/ 1560740 w 3015411"/>
                <a:gd name="csY96" fmla="*/ 0 h 1642"/>
                <a:gd name="csX97" fmla="*/ 1545596 w 3015411"/>
                <a:gd name="csY97" fmla="*/ 0 h 1642"/>
                <a:gd name="csX98" fmla="*/ 1530436 w 3015411"/>
                <a:gd name="csY98" fmla="*/ 0 h 1642"/>
                <a:gd name="csX99" fmla="*/ 1515293 w 3015411"/>
                <a:gd name="csY99" fmla="*/ 0 h 1642"/>
                <a:gd name="csX100" fmla="*/ 1500133 w 3015411"/>
                <a:gd name="csY100" fmla="*/ 0 h 1642"/>
                <a:gd name="csX101" fmla="*/ 1484973 w 3015411"/>
                <a:gd name="csY101" fmla="*/ 0 h 1642"/>
                <a:gd name="csX102" fmla="*/ 1469829 w 3015411"/>
                <a:gd name="csY102" fmla="*/ 0 h 1642"/>
                <a:gd name="csX103" fmla="*/ 1454669 w 3015411"/>
                <a:gd name="csY103" fmla="*/ 0 h 1642"/>
                <a:gd name="csX104" fmla="*/ 1439525 w 3015411"/>
                <a:gd name="csY104" fmla="*/ 0 h 1642"/>
                <a:gd name="csX105" fmla="*/ 1424365 w 3015411"/>
                <a:gd name="csY105" fmla="*/ 0 h 1642"/>
                <a:gd name="csX106" fmla="*/ 1409222 w 3015411"/>
                <a:gd name="csY106" fmla="*/ 0 h 1642"/>
                <a:gd name="csX107" fmla="*/ 1394062 w 3015411"/>
                <a:gd name="csY107" fmla="*/ 0 h 1642"/>
                <a:gd name="csX108" fmla="*/ 1378902 w 3015411"/>
                <a:gd name="csY108" fmla="*/ 0 h 1642"/>
                <a:gd name="csX109" fmla="*/ 1363758 w 3015411"/>
                <a:gd name="csY109" fmla="*/ 0 h 1642"/>
                <a:gd name="csX110" fmla="*/ 1348598 w 3015411"/>
                <a:gd name="csY110" fmla="*/ 0 h 1642"/>
                <a:gd name="csX111" fmla="*/ 1333454 w 3015411"/>
                <a:gd name="csY111" fmla="*/ 0 h 1642"/>
                <a:gd name="csX112" fmla="*/ 1318294 w 3015411"/>
                <a:gd name="csY112" fmla="*/ 0 h 1642"/>
                <a:gd name="csX113" fmla="*/ 1303151 w 3015411"/>
                <a:gd name="csY113" fmla="*/ 0 h 1642"/>
                <a:gd name="csX114" fmla="*/ 1287991 w 3015411"/>
                <a:gd name="csY114" fmla="*/ 0 h 1642"/>
                <a:gd name="csX115" fmla="*/ 1272847 w 3015411"/>
                <a:gd name="csY115" fmla="*/ 0 h 1642"/>
                <a:gd name="csX116" fmla="*/ 1257687 w 3015411"/>
                <a:gd name="csY116" fmla="*/ 0 h 1642"/>
                <a:gd name="csX117" fmla="*/ 1242527 w 3015411"/>
                <a:gd name="csY117" fmla="*/ 0 h 1642"/>
                <a:gd name="csX118" fmla="*/ 1227384 w 3015411"/>
                <a:gd name="csY118" fmla="*/ 0 h 1642"/>
                <a:gd name="csX119" fmla="*/ 1212224 w 3015411"/>
                <a:gd name="csY119" fmla="*/ 0 h 1642"/>
                <a:gd name="csX120" fmla="*/ 1197080 w 3015411"/>
                <a:gd name="csY120" fmla="*/ 0 h 1642"/>
                <a:gd name="csX121" fmla="*/ 1181923 w 3015411"/>
                <a:gd name="csY121" fmla="*/ 0 h 1642"/>
                <a:gd name="csX122" fmla="*/ 1166770 w 3015411"/>
                <a:gd name="csY122" fmla="*/ 0 h 1642"/>
                <a:gd name="csX123" fmla="*/ 1151616 w 3015411"/>
                <a:gd name="csY123" fmla="*/ 0 h 1642"/>
                <a:gd name="csX124" fmla="*/ 1136465 w 3015411"/>
                <a:gd name="csY124" fmla="*/ 0 h 1642"/>
                <a:gd name="csX125" fmla="*/ 1121311 w 3015411"/>
                <a:gd name="csY125" fmla="*/ 0 h 1642"/>
                <a:gd name="csX126" fmla="*/ 1106158 w 3015411"/>
                <a:gd name="csY126" fmla="*/ 0 h 1642"/>
                <a:gd name="csX127" fmla="*/ 1091006 w 3015411"/>
                <a:gd name="csY127" fmla="*/ 0 h 1642"/>
                <a:gd name="csX128" fmla="*/ 1075852 w 3015411"/>
                <a:gd name="csY128" fmla="*/ 0 h 1642"/>
                <a:gd name="csX129" fmla="*/ 1060699 w 3015411"/>
                <a:gd name="csY129" fmla="*/ 0 h 1642"/>
                <a:gd name="csX130" fmla="*/ 1045547 w 3015411"/>
                <a:gd name="csY130" fmla="*/ 0 h 1642"/>
                <a:gd name="csX131" fmla="*/ 1030394 w 3015411"/>
                <a:gd name="csY131" fmla="*/ 0 h 1642"/>
                <a:gd name="csX132" fmla="*/ 1015242 w 3015411"/>
                <a:gd name="csY132" fmla="*/ 0 h 1642"/>
                <a:gd name="csX133" fmla="*/ 1000088 w 3015411"/>
                <a:gd name="csY133" fmla="*/ 0 h 1642"/>
                <a:gd name="csX134" fmla="*/ 984935 w 3015411"/>
                <a:gd name="csY134" fmla="*/ 0 h 1642"/>
                <a:gd name="csX135" fmla="*/ 969783 w 3015411"/>
                <a:gd name="csY135" fmla="*/ 0 h 1642"/>
                <a:gd name="csX136" fmla="*/ 954630 w 3015411"/>
                <a:gd name="csY136" fmla="*/ 0 h 1642"/>
                <a:gd name="csX137" fmla="*/ 939476 w 3015411"/>
                <a:gd name="csY137" fmla="*/ 0 h 1642"/>
                <a:gd name="csX138" fmla="*/ 924324 w 3015411"/>
                <a:gd name="csY138" fmla="*/ 0 h 1642"/>
                <a:gd name="csX139" fmla="*/ 909171 w 3015411"/>
                <a:gd name="csY139" fmla="*/ 0 h 1642"/>
                <a:gd name="csX140" fmla="*/ 894018 w 3015411"/>
                <a:gd name="csY140" fmla="*/ 0 h 1642"/>
                <a:gd name="csX141" fmla="*/ 878866 w 3015411"/>
                <a:gd name="csY141" fmla="*/ 0 h 1642"/>
                <a:gd name="csX142" fmla="*/ 863712 w 3015411"/>
                <a:gd name="csY142" fmla="*/ 0 h 1642"/>
                <a:gd name="csX143" fmla="*/ 848560 w 3015411"/>
                <a:gd name="csY143" fmla="*/ 0 h 1642"/>
                <a:gd name="csX144" fmla="*/ 833407 w 3015411"/>
                <a:gd name="csY144" fmla="*/ 0 h 1642"/>
                <a:gd name="csX145" fmla="*/ 818254 w 3015411"/>
                <a:gd name="csY145" fmla="*/ 0 h 1642"/>
                <a:gd name="csX146" fmla="*/ 803102 w 3015411"/>
                <a:gd name="csY146" fmla="*/ 0 h 1642"/>
                <a:gd name="csX147" fmla="*/ 787948 w 3015411"/>
                <a:gd name="csY147" fmla="*/ 0 h 1642"/>
                <a:gd name="csX148" fmla="*/ 772795 w 3015411"/>
                <a:gd name="csY148" fmla="*/ 0 h 1642"/>
                <a:gd name="csX149" fmla="*/ 757643 w 3015411"/>
                <a:gd name="csY149" fmla="*/ 0 h 1642"/>
                <a:gd name="csX150" fmla="*/ 742490 w 3015411"/>
                <a:gd name="csY150" fmla="*/ 0 h 1642"/>
                <a:gd name="csX151" fmla="*/ 727338 w 3015411"/>
                <a:gd name="csY151" fmla="*/ 0 h 1642"/>
                <a:gd name="csX152" fmla="*/ 712184 w 3015411"/>
                <a:gd name="csY152" fmla="*/ 0 h 1642"/>
                <a:gd name="csX153" fmla="*/ 697031 w 3015411"/>
                <a:gd name="csY153" fmla="*/ 0 h 1642"/>
                <a:gd name="csX154" fmla="*/ 681879 w 3015411"/>
                <a:gd name="csY154" fmla="*/ 0 h 1642"/>
                <a:gd name="csX155" fmla="*/ 666726 w 3015411"/>
                <a:gd name="csY155" fmla="*/ 0 h 1642"/>
                <a:gd name="csX156" fmla="*/ 651572 w 3015411"/>
                <a:gd name="csY156" fmla="*/ 0 h 1642"/>
                <a:gd name="csX157" fmla="*/ 636420 w 3015411"/>
                <a:gd name="csY157" fmla="*/ 0 h 1642"/>
                <a:gd name="csX158" fmla="*/ 621267 w 3015411"/>
                <a:gd name="csY158" fmla="*/ 0 h 1642"/>
                <a:gd name="csX159" fmla="*/ 606113 w 3015411"/>
                <a:gd name="csY159" fmla="*/ 0 h 1642"/>
                <a:gd name="csX160" fmla="*/ 590962 w 3015411"/>
                <a:gd name="csY160" fmla="*/ 0 h 1642"/>
                <a:gd name="csX161" fmla="*/ 575808 w 3015411"/>
                <a:gd name="csY161" fmla="*/ 0 h 1642"/>
                <a:gd name="csX162" fmla="*/ 560656 w 3015411"/>
                <a:gd name="csY162" fmla="*/ 0 h 1642"/>
                <a:gd name="csX163" fmla="*/ 545503 w 3015411"/>
                <a:gd name="csY163" fmla="*/ 0 h 1642"/>
                <a:gd name="csX164" fmla="*/ 530349 w 3015411"/>
                <a:gd name="csY164" fmla="*/ 0 h 1642"/>
                <a:gd name="csX165" fmla="*/ 515198 w 3015411"/>
                <a:gd name="csY165" fmla="*/ 0 h 1642"/>
                <a:gd name="csX166" fmla="*/ 500044 w 3015411"/>
                <a:gd name="csY166" fmla="*/ 0 h 1642"/>
                <a:gd name="csX167" fmla="*/ 484891 w 3015411"/>
                <a:gd name="csY167" fmla="*/ 0 h 1642"/>
                <a:gd name="csX168" fmla="*/ 469739 w 3015411"/>
                <a:gd name="csY168" fmla="*/ 0 h 1642"/>
                <a:gd name="csX169" fmla="*/ 454585 w 3015411"/>
                <a:gd name="csY169" fmla="*/ 0 h 1642"/>
                <a:gd name="csX170" fmla="*/ 439432 w 3015411"/>
                <a:gd name="csY170" fmla="*/ 0 h 1642"/>
                <a:gd name="csX171" fmla="*/ 424280 w 3015411"/>
                <a:gd name="csY171" fmla="*/ 0 h 1642"/>
                <a:gd name="csX172" fmla="*/ 409127 w 3015411"/>
                <a:gd name="csY172" fmla="*/ 0 h 1642"/>
                <a:gd name="csX173" fmla="*/ 393975 w 3015411"/>
                <a:gd name="csY173" fmla="*/ 0 h 1642"/>
                <a:gd name="csX174" fmla="*/ 378822 w 3015411"/>
                <a:gd name="csY174" fmla="*/ 0 h 1642"/>
                <a:gd name="csX175" fmla="*/ 363668 w 3015411"/>
                <a:gd name="csY175" fmla="*/ 0 h 1642"/>
                <a:gd name="csX176" fmla="*/ 348516 w 3015411"/>
                <a:gd name="csY176" fmla="*/ 0 h 1642"/>
                <a:gd name="csX177" fmla="*/ 333363 w 3015411"/>
                <a:gd name="csY177" fmla="*/ 0 h 1642"/>
                <a:gd name="csX178" fmla="*/ 318209 w 3015411"/>
                <a:gd name="csY178" fmla="*/ 0 h 1642"/>
                <a:gd name="csX179" fmla="*/ 303058 w 3015411"/>
                <a:gd name="csY179" fmla="*/ 0 h 1642"/>
                <a:gd name="csX180" fmla="*/ 287904 w 3015411"/>
                <a:gd name="csY180" fmla="*/ 0 h 1642"/>
                <a:gd name="csX181" fmla="*/ 272752 w 3015411"/>
                <a:gd name="csY181" fmla="*/ 0 h 1642"/>
                <a:gd name="csX182" fmla="*/ 257599 w 3015411"/>
                <a:gd name="csY182" fmla="*/ 0 h 1642"/>
                <a:gd name="csX183" fmla="*/ 242445 w 3015411"/>
                <a:gd name="csY183" fmla="*/ 0 h 1642"/>
                <a:gd name="csX184" fmla="*/ 227294 w 3015411"/>
                <a:gd name="csY184" fmla="*/ 0 h 1642"/>
                <a:gd name="csX185" fmla="*/ 212140 w 3015411"/>
                <a:gd name="csY185" fmla="*/ 0 h 1642"/>
                <a:gd name="csX186" fmla="*/ 196987 w 3015411"/>
                <a:gd name="csY186" fmla="*/ 0 h 1642"/>
                <a:gd name="csX187" fmla="*/ 181835 w 3015411"/>
                <a:gd name="csY187" fmla="*/ 0 h 1642"/>
                <a:gd name="csX188" fmla="*/ 166681 w 3015411"/>
                <a:gd name="csY188" fmla="*/ 0 h 1642"/>
                <a:gd name="csX189" fmla="*/ 151528 w 3015411"/>
                <a:gd name="csY189" fmla="*/ 0 h 1642"/>
                <a:gd name="csX190" fmla="*/ 136376 w 3015411"/>
                <a:gd name="csY190" fmla="*/ 0 h 1642"/>
                <a:gd name="csX191" fmla="*/ 121223 w 3015411"/>
                <a:gd name="csY191" fmla="*/ 0 h 1642"/>
                <a:gd name="csX192" fmla="*/ 106071 w 3015411"/>
                <a:gd name="csY192" fmla="*/ 0 h 1642"/>
                <a:gd name="csX193" fmla="*/ 90917 w 3015411"/>
                <a:gd name="csY193" fmla="*/ 0 h 1642"/>
                <a:gd name="csX194" fmla="*/ 75764 w 3015411"/>
                <a:gd name="csY194" fmla="*/ 0 h 1642"/>
                <a:gd name="csX195" fmla="*/ 60612 w 3015411"/>
                <a:gd name="csY195" fmla="*/ 0 h 1642"/>
                <a:gd name="csX196" fmla="*/ 45459 w 3015411"/>
                <a:gd name="csY196" fmla="*/ 0 h 1642"/>
                <a:gd name="csX197" fmla="*/ 30305 w 3015411"/>
                <a:gd name="csY197" fmla="*/ 0 h 1642"/>
                <a:gd name="csX198" fmla="*/ 15153 w 3015411"/>
                <a:gd name="csY198" fmla="*/ 0 h 1642"/>
                <a:gd name="csX199" fmla="*/ 0 w 3015411"/>
                <a:gd name="csY199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</a:cxnLst>
              <a:rect l="l" t="t" r="r" b="b"/>
              <a:pathLst>
                <a:path w="3015411" h="1642">
                  <a:moveTo>
                    <a:pt x="3015412" y="0"/>
                  </a:moveTo>
                  <a:lnTo>
                    <a:pt x="3000268" y="0"/>
                  </a:lnTo>
                  <a:lnTo>
                    <a:pt x="2985108" y="0"/>
                  </a:lnTo>
                  <a:lnTo>
                    <a:pt x="2969965" y="0"/>
                  </a:lnTo>
                  <a:lnTo>
                    <a:pt x="2954805" y="0"/>
                  </a:lnTo>
                  <a:lnTo>
                    <a:pt x="2939645" y="0"/>
                  </a:lnTo>
                  <a:lnTo>
                    <a:pt x="2924501" y="0"/>
                  </a:lnTo>
                  <a:lnTo>
                    <a:pt x="2909341" y="0"/>
                  </a:lnTo>
                  <a:lnTo>
                    <a:pt x="2894198" y="0"/>
                  </a:lnTo>
                  <a:lnTo>
                    <a:pt x="2879038" y="0"/>
                  </a:lnTo>
                  <a:lnTo>
                    <a:pt x="2863894" y="0"/>
                  </a:lnTo>
                  <a:lnTo>
                    <a:pt x="2848734" y="0"/>
                  </a:lnTo>
                  <a:lnTo>
                    <a:pt x="2833590" y="0"/>
                  </a:lnTo>
                  <a:lnTo>
                    <a:pt x="2818430" y="0"/>
                  </a:lnTo>
                  <a:lnTo>
                    <a:pt x="2803270" y="0"/>
                  </a:lnTo>
                  <a:lnTo>
                    <a:pt x="2788127" y="0"/>
                  </a:lnTo>
                  <a:lnTo>
                    <a:pt x="2772967" y="0"/>
                  </a:lnTo>
                  <a:lnTo>
                    <a:pt x="2757823" y="0"/>
                  </a:lnTo>
                  <a:lnTo>
                    <a:pt x="2742663" y="0"/>
                  </a:lnTo>
                  <a:lnTo>
                    <a:pt x="2727519" y="0"/>
                  </a:lnTo>
                  <a:lnTo>
                    <a:pt x="2712360" y="0"/>
                  </a:lnTo>
                  <a:lnTo>
                    <a:pt x="2697200" y="0"/>
                  </a:lnTo>
                  <a:lnTo>
                    <a:pt x="2682056" y="0"/>
                  </a:lnTo>
                  <a:lnTo>
                    <a:pt x="2666896" y="0"/>
                  </a:lnTo>
                  <a:lnTo>
                    <a:pt x="2651752" y="0"/>
                  </a:lnTo>
                  <a:lnTo>
                    <a:pt x="2636592" y="0"/>
                  </a:lnTo>
                  <a:lnTo>
                    <a:pt x="2621449" y="0"/>
                  </a:lnTo>
                  <a:lnTo>
                    <a:pt x="2606289" y="0"/>
                  </a:lnTo>
                  <a:lnTo>
                    <a:pt x="2591145" y="0"/>
                  </a:lnTo>
                  <a:lnTo>
                    <a:pt x="2575985" y="0"/>
                  </a:lnTo>
                  <a:lnTo>
                    <a:pt x="2560825" y="0"/>
                  </a:lnTo>
                  <a:lnTo>
                    <a:pt x="2545681" y="0"/>
                  </a:lnTo>
                  <a:lnTo>
                    <a:pt x="2530521" y="0"/>
                  </a:lnTo>
                  <a:lnTo>
                    <a:pt x="2515378" y="0"/>
                  </a:lnTo>
                  <a:lnTo>
                    <a:pt x="2500218" y="0"/>
                  </a:lnTo>
                  <a:lnTo>
                    <a:pt x="2485074" y="0"/>
                  </a:lnTo>
                  <a:lnTo>
                    <a:pt x="2469914" y="0"/>
                  </a:lnTo>
                  <a:lnTo>
                    <a:pt x="2454754" y="0"/>
                  </a:lnTo>
                  <a:lnTo>
                    <a:pt x="2439610" y="0"/>
                  </a:lnTo>
                  <a:lnTo>
                    <a:pt x="2424450" y="0"/>
                  </a:lnTo>
                  <a:lnTo>
                    <a:pt x="2409307" y="0"/>
                  </a:lnTo>
                  <a:lnTo>
                    <a:pt x="2394147" y="0"/>
                  </a:lnTo>
                  <a:lnTo>
                    <a:pt x="2379003" y="0"/>
                  </a:lnTo>
                  <a:lnTo>
                    <a:pt x="2363843" y="0"/>
                  </a:lnTo>
                  <a:lnTo>
                    <a:pt x="2348700" y="0"/>
                  </a:lnTo>
                  <a:lnTo>
                    <a:pt x="2333540" y="0"/>
                  </a:lnTo>
                  <a:lnTo>
                    <a:pt x="2318380" y="0"/>
                  </a:lnTo>
                  <a:lnTo>
                    <a:pt x="2303236" y="0"/>
                  </a:lnTo>
                  <a:lnTo>
                    <a:pt x="2288076" y="0"/>
                  </a:lnTo>
                  <a:lnTo>
                    <a:pt x="2272932" y="0"/>
                  </a:lnTo>
                  <a:lnTo>
                    <a:pt x="2257772" y="0"/>
                  </a:lnTo>
                  <a:lnTo>
                    <a:pt x="2242629" y="0"/>
                  </a:lnTo>
                  <a:lnTo>
                    <a:pt x="2227469" y="0"/>
                  </a:lnTo>
                  <a:lnTo>
                    <a:pt x="2212309" y="0"/>
                  </a:lnTo>
                  <a:lnTo>
                    <a:pt x="2197165" y="0"/>
                  </a:lnTo>
                  <a:lnTo>
                    <a:pt x="2182005" y="0"/>
                  </a:lnTo>
                  <a:lnTo>
                    <a:pt x="2166862" y="0"/>
                  </a:lnTo>
                  <a:lnTo>
                    <a:pt x="2151702" y="0"/>
                  </a:lnTo>
                  <a:lnTo>
                    <a:pt x="2136558" y="0"/>
                  </a:lnTo>
                  <a:lnTo>
                    <a:pt x="2121398" y="0"/>
                  </a:lnTo>
                  <a:lnTo>
                    <a:pt x="2106254" y="0"/>
                  </a:lnTo>
                  <a:lnTo>
                    <a:pt x="2091094" y="0"/>
                  </a:lnTo>
                  <a:lnTo>
                    <a:pt x="2075934" y="0"/>
                  </a:lnTo>
                  <a:lnTo>
                    <a:pt x="2060791" y="0"/>
                  </a:lnTo>
                  <a:lnTo>
                    <a:pt x="2045630" y="0"/>
                  </a:lnTo>
                  <a:lnTo>
                    <a:pt x="2030487" y="0"/>
                  </a:lnTo>
                  <a:lnTo>
                    <a:pt x="2015327" y="0"/>
                  </a:lnTo>
                  <a:lnTo>
                    <a:pt x="2000183" y="0"/>
                  </a:lnTo>
                  <a:lnTo>
                    <a:pt x="1985023" y="0"/>
                  </a:lnTo>
                  <a:lnTo>
                    <a:pt x="1969863" y="0"/>
                  </a:lnTo>
                  <a:lnTo>
                    <a:pt x="1954720" y="0"/>
                  </a:lnTo>
                  <a:lnTo>
                    <a:pt x="1939560" y="0"/>
                  </a:lnTo>
                  <a:lnTo>
                    <a:pt x="1924416" y="0"/>
                  </a:lnTo>
                  <a:lnTo>
                    <a:pt x="1909256" y="0"/>
                  </a:lnTo>
                  <a:lnTo>
                    <a:pt x="1894112" y="0"/>
                  </a:lnTo>
                  <a:lnTo>
                    <a:pt x="1878952" y="0"/>
                  </a:lnTo>
                  <a:lnTo>
                    <a:pt x="1863792" y="0"/>
                  </a:lnTo>
                  <a:lnTo>
                    <a:pt x="1848649" y="0"/>
                  </a:lnTo>
                  <a:lnTo>
                    <a:pt x="1833489" y="0"/>
                  </a:lnTo>
                  <a:lnTo>
                    <a:pt x="1818345" y="0"/>
                  </a:lnTo>
                  <a:lnTo>
                    <a:pt x="1803185" y="0"/>
                  </a:lnTo>
                  <a:lnTo>
                    <a:pt x="1788042" y="0"/>
                  </a:lnTo>
                  <a:lnTo>
                    <a:pt x="1772882" y="0"/>
                  </a:lnTo>
                  <a:lnTo>
                    <a:pt x="1757738" y="0"/>
                  </a:lnTo>
                  <a:lnTo>
                    <a:pt x="1742578" y="0"/>
                  </a:lnTo>
                  <a:lnTo>
                    <a:pt x="1727418" y="0"/>
                  </a:lnTo>
                  <a:lnTo>
                    <a:pt x="1712274" y="0"/>
                  </a:lnTo>
                  <a:lnTo>
                    <a:pt x="1697114" y="0"/>
                  </a:lnTo>
                  <a:lnTo>
                    <a:pt x="1681971" y="0"/>
                  </a:lnTo>
                  <a:lnTo>
                    <a:pt x="1666811" y="0"/>
                  </a:lnTo>
                  <a:lnTo>
                    <a:pt x="1651667" y="0"/>
                  </a:lnTo>
                  <a:lnTo>
                    <a:pt x="1636507" y="0"/>
                  </a:lnTo>
                  <a:lnTo>
                    <a:pt x="1621347" y="0"/>
                  </a:lnTo>
                  <a:lnTo>
                    <a:pt x="1606204" y="0"/>
                  </a:lnTo>
                  <a:lnTo>
                    <a:pt x="1591044" y="0"/>
                  </a:lnTo>
                  <a:lnTo>
                    <a:pt x="1575900" y="0"/>
                  </a:lnTo>
                  <a:lnTo>
                    <a:pt x="1560740" y="0"/>
                  </a:lnTo>
                  <a:lnTo>
                    <a:pt x="1545596" y="0"/>
                  </a:lnTo>
                  <a:lnTo>
                    <a:pt x="1530436" y="0"/>
                  </a:lnTo>
                  <a:lnTo>
                    <a:pt x="1515293" y="0"/>
                  </a:lnTo>
                  <a:lnTo>
                    <a:pt x="1500133" y="0"/>
                  </a:lnTo>
                  <a:lnTo>
                    <a:pt x="1484973" y="0"/>
                  </a:lnTo>
                  <a:lnTo>
                    <a:pt x="1469829" y="0"/>
                  </a:lnTo>
                  <a:lnTo>
                    <a:pt x="1454669" y="0"/>
                  </a:lnTo>
                  <a:lnTo>
                    <a:pt x="1439525" y="0"/>
                  </a:lnTo>
                  <a:lnTo>
                    <a:pt x="1424365" y="0"/>
                  </a:lnTo>
                  <a:lnTo>
                    <a:pt x="1409222" y="0"/>
                  </a:lnTo>
                  <a:lnTo>
                    <a:pt x="1394062" y="0"/>
                  </a:lnTo>
                  <a:lnTo>
                    <a:pt x="1378902" y="0"/>
                  </a:lnTo>
                  <a:lnTo>
                    <a:pt x="1363758" y="0"/>
                  </a:lnTo>
                  <a:lnTo>
                    <a:pt x="1348598" y="0"/>
                  </a:lnTo>
                  <a:lnTo>
                    <a:pt x="1333454" y="0"/>
                  </a:lnTo>
                  <a:lnTo>
                    <a:pt x="1318294" y="0"/>
                  </a:lnTo>
                  <a:lnTo>
                    <a:pt x="1303151" y="0"/>
                  </a:lnTo>
                  <a:lnTo>
                    <a:pt x="1287991" y="0"/>
                  </a:lnTo>
                  <a:lnTo>
                    <a:pt x="1272847" y="0"/>
                  </a:lnTo>
                  <a:lnTo>
                    <a:pt x="1257687" y="0"/>
                  </a:lnTo>
                  <a:lnTo>
                    <a:pt x="1242527" y="0"/>
                  </a:lnTo>
                  <a:lnTo>
                    <a:pt x="1227384" y="0"/>
                  </a:lnTo>
                  <a:lnTo>
                    <a:pt x="1212224" y="0"/>
                  </a:lnTo>
                  <a:lnTo>
                    <a:pt x="1197080" y="0"/>
                  </a:lnTo>
                  <a:lnTo>
                    <a:pt x="1181923" y="0"/>
                  </a:lnTo>
                  <a:lnTo>
                    <a:pt x="1166770" y="0"/>
                  </a:lnTo>
                  <a:lnTo>
                    <a:pt x="1151616" y="0"/>
                  </a:lnTo>
                  <a:lnTo>
                    <a:pt x="1136465" y="0"/>
                  </a:lnTo>
                  <a:lnTo>
                    <a:pt x="1121311" y="0"/>
                  </a:lnTo>
                  <a:lnTo>
                    <a:pt x="1106158" y="0"/>
                  </a:lnTo>
                  <a:lnTo>
                    <a:pt x="1091006" y="0"/>
                  </a:lnTo>
                  <a:lnTo>
                    <a:pt x="1075852" y="0"/>
                  </a:lnTo>
                  <a:lnTo>
                    <a:pt x="1060699" y="0"/>
                  </a:lnTo>
                  <a:lnTo>
                    <a:pt x="1045547" y="0"/>
                  </a:lnTo>
                  <a:lnTo>
                    <a:pt x="1030394" y="0"/>
                  </a:lnTo>
                  <a:lnTo>
                    <a:pt x="1015242" y="0"/>
                  </a:lnTo>
                  <a:lnTo>
                    <a:pt x="1000088" y="0"/>
                  </a:lnTo>
                  <a:lnTo>
                    <a:pt x="984935" y="0"/>
                  </a:lnTo>
                  <a:lnTo>
                    <a:pt x="969783" y="0"/>
                  </a:lnTo>
                  <a:lnTo>
                    <a:pt x="954630" y="0"/>
                  </a:lnTo>
                  <a:lnTo>
                    <a:pt x="939476" y="0"/>
                  </a:lnTo>
                  <a:lnTo>
                    <a:pt x="924324" y="0"/>
                  </a:lnTo>
                  <a:lnTo>
                    <a:pt x="909171" y="0"/>
                  </a:lnTo>
                  <a:lnTo>
                    <a:pt x="894018" y="0"/>
                  </a:lnTo>
                  <a:lnTo>
                    <a:pt x="878866" y="0"/>
                  </a:lnTo>
                  <a:lnTo>
                    <a:pt x="863712" y="0"/>
                  </a:lnTo>
                  <a:lnTo>
                    <a:pt x="848560" y="0"/>
                  </a:lnTo>
                  <a:lnTo>
                    <a:pt x="833407" y="0"/>
                  </a:lnTo>
                  <a:lnTo>
                    <a:pt x="818254" y="0"/>
                  </a:lnTo>
                  <a:lnTo>
                    <a:pt x="803102" y="0"/>
                  </a:lnTo>
                  <a:lnTo>
                    <a:pt x="787948" y="0"/>
                  </a:lnTo>
                  <a:lnTo>
                    <a:pt x="772795" y="0"/>
                  </a:lnTo>
                  <a:lnTo>
                    <a:pt x="757643" y="0"/>
                  </a:lnTo>
                  <a:lnTo>
                    <a:pt x="742490" y="0"/>
                  </a:lnTo>
                  <a:lnTo>
                    <a:pt x="727338" y="0"/>
                  </a:lnTo>
                  <a:lnTo>
                    <a:pt x="712184" y="0"/>
                  </a:lnTo>
                  <a:lnTo>
                    <a:pt x="697031" y="0"/>
                  </a:lnTo>
                  <a:lnTo>
                    <a:pt x="681879" y="0"/>
                  </a:lnTo>
                  <a:lnTo>
                    <a:pt x="666726" y="0"/>
                  </a:lnTo>
                  <a:lnTo>
                    <a:pt x="651572" y="0"/>
                  </a:lnTo>
                  <a:lnTo>
                    <a:pt x="636420" y="0"/>
                  </a:lnTo>
                  <a:lnTo>
                    <a:pt x="621267" y="0"/>
                  </a:lnTo>
                  <a:lnTo>
                    <a:pt x="606113" y="0"/>
                  </a:lnTo>
                  <a:lnTo>
                    <a:pt x="590962" y="0"/>
                  </a:lnTo>
                  <a:lnTo>
                    <a:pt x="575808" y="0"/>
                  </a:lnTo>
                  <a:lnTo>
                    <a:pt x="560656" y="0"/>
                  </a:lnTo>
                  <a:lnTo>
                    <a:pt x="545503" y="0"/>
                  </a:lnTo>
                  <a:lnTo>
                    <a:pt x="530349" y="0"/>
                  </a:lnTo>
                  <a:lnTo>
                    <a:pt x="515198" y="0"/>
                  </a:lnTo>
                  <a:lnTo>
                    <a:pt x="500044" y="0"/>
                  </a:lnTo>
                  <a:lnTo>
                    <a:pt x="484891" y="0"/>
                  </a:lnTo>
                  <a:lnTo>
                    <a:pt x="469739" y="0"/>
                  </a:lnTo>
                  <a:lnTo>
                    <a:pt x="454585" y="0"/>
                  </a:lnTo>
                  <a:lnTo>
                    <a:pt x="439432" y="0"/>
                  </a:lnTo>
                  <a:lnTo>
                    <a:pt x="424280" y="0"/>
                  </a:lnTo>
                  <a:lnTo>
                    <a:pt x="409127" y="0"/>
                  </a:lnTo>
                  <a:lnTo>
                    <a:pt x="393975" y="0"/>
                  </a:lnTo>
                  <a:lnTo>
                    <a:pt x="378822" y="0"/>
                  </a:lnTo>
                  <a:lnTo>
                    <a:pt x="363668" y="0"/>
                  </a:lnTo>
                  <a:lnTo>
                    <a:pt x="348516" y="0"/>
                  </a:lnTo>
                  <a:lnTo>
                    <a:pt x="333363" y="0"/>
                  </a:lnTo>
                  <a:lnTo>
                    <a:pt x="318209" y="0"/>
                  </a:lnTo>
                  <a:lnTo>
                    <a:pt x="303058" y="0"/>
                  </a:lnTo>
                  <a:lnTo>
                    <a:pt x="287904" y="0"/>
                  </a:lnTo>
                  <a:lnTo>
                    <a:pt x="272752" y="0"/>
                  </a:lnTo>
                  <a:lnTo>
                    <a:pt x="257599" y="0"/>
                  </a:lnTo>
                  <a:lnTo>
                    <a:pt x="242445" y="0"/>
                  </a:lnTo>
                  <a:lnTo>
                    <a:pt x="227294" y="0"/>
                  </a:lnTo>
                  <a:lnTo>
                    <a:pt x="212140" y="0"/>
                  </a:lnTo>
                  <a:lnTo>
                    <a:pt x="196987" y="0"/>
                  </a:lnTo>
                  <a:lnTo>
                    <a:pt x="181835" y="0"/>
                  </a:lnTo>
                  <a:lnTo>
                    <a:pt x="166681" y="0"/>
                  </a:lnTo>
                  <a:lnTo>
                    <a:pt x="151528" y="0"/>
                  </a:lnTo>
                  <a:lnTo>
                    <a:pt x="136376" y="0"/>
                  </a:lnTo>
                  <a:lnTo>
                    <a:pt x="121223" y="0"/>
                  </a:lnTo>
                  <a:lnTo>
                    <a:pt x="106071" y="0"/>
                  </a:lnTo>
                  <a:lnTo>
                    <a:pt x="90917" y="0"/>
                  </a:lnTo>
                  <a:lnTo>
                    <a:pt x="75764" y="0"/>
                  </a:lnTo>
                  <a:lnTo>
                    <a:pt x="60612" y="0"/>
                  </a:lnTo>
                  <a:lnTo>
                    <a:pt x="45459" y="0"/>
                  </a:lnTo>
                  <a:lnTo>
                    <a:pt x="30305" y="0"/>
                  </a:lnTo>
                  <a:lnTo>
                    <a:pt x="15153" y="0"/>
                  </a:lnTo>
                  <a:lnTo>
                    <a:pt x="0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60579477-A024-2D8A-60BB-DA59B49388A8}"/>
                </a:ext>
              </a:extLst>
            </p:cNvPr>
            <p:cNvSpPr/>
            <p:nvPr/>
          </p:nvSpPr>
          <p:spPr>
            <a:xfrm>
              <a:off x="4018864" y="4591191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91FCED44-799B-034F-FDEF-6FA1FF93CBA8}"/>
              </a:ext>
            </a:extLst>
          </p:cNvPr>
          <p:cNvGrpSpPr/>
          <p:nvPr/>
        </p:nvGrpSpPr>
        <p:grpSpPr>
          <a:xfrm>
            <a:off x="917026" y="3994018"/>
            <a:ext cx="3220096" cy="417799"/>
            <a:chOff x="917026" y="3994018"/>
            <a:chExt cx="3220096" cy="417799"/>
          </a:xfrm>
        </p:grpSpPr>
        <p:sp>
          <p:nvSpPr>
            <p:cNvPr id="275" name="Freeform 274">
              <a:extLst>
                <a:ext uri="{FF2B5EF4-FFF2-40B4-BE49-F238E27FC236}">
                  <a16:creationId xmlns:a16="http://schemas.microsoft.com/office/drawing/2014/main" id="{254BA2A0-B4E8-8122-06B0-437A5AF48E37}"/>
                </a:ext>
              </a:extLst>
            </p:cNvPr>
            <p:cNvSpPr/>
            <p:nvPr/>
          </p:nvSpPr>
          <p:spPr>
            <a:xfrm>
              <a:off x="917026" y="3994018"/>
              <a:ext cx="3015411" cy="1642"/>
            </a:xfrm>
            <a:custGeom>
              <a:avLst/>
              <a:gdLst>
                <a:gd name="csX0" fmla="*/ 0 w 3015411"/>
                <a:gd name="csY0" fmla="*/ 0 h 1642"/>
                <a:gd name="csX1" fmla="*/ 15153 w 3015411"/>
                <a:gd name="csY1" fmla="*/ 0 h 1642"/>
                <a:gd name="csX2" fmla="*/ 30305 w 3015411"/>
                <a:gd name="csY2" fmla="*/ 0 h 1642"/>
                <a:gd name="csX3" fmla="*/ 45459 w 3015411"/>
                <a:gd name="csY3" fmla="*/ 0 h 1642"/>
                <a:gd name="csX4" fmla="*/ 60612 w 3015411"/>
                <a:gd name="csY4" fmla="*/ 0 h 1642"/>
                <a:gd name="csX5" fmla="*/ 75764 w 3015411"/>
                <a:gd name="csY5" fmla="*/ 0 h 1642"/>
                <a:gd name="csX6" fmla="*/ 90917 w 3015411"/>
                <a:gd name="csY6" fmla="*/ 0 h 1642"/>
                <a:gd name="csX7" fmla="*/ 106071 w 3015411"/>
                <a:gd name="csY7" fmla="*/ 0 h 1642"/>
                <a:gd name="csX8" fmla="*/ 121223 w 3015411"/>
                <a:gd name="csY8" fmla="*/ 0 h 1642"/>
                <a:gd name="csX9" fmla="*/ 136376 w 3015411"/>
                <a:gd name="csY9" fmla="*/ 0 h 1642"/>
                <a:gd name="csX10" fmla="*/ 151528 w 3015411"/>
                <a:gd name="csY10" fmla="*/ 0 h 1642"/>
                <a:gd name="csX11" fmla="*/ 166681 w 3015411"/>
                <a:gd name="csY11" fmla="*/ 0 h 1642"/>
                <a:gd name="csX12" fmla="*/ 181835 w 3015411"/>
                <a:gd name="csY12" fmla="*/ 0 h 1642"/>
                <a:gd name="csX13" fmla="*/ 196987 w 3015411"/>
                <a:gd name="csY13" fmla="*/ 0 h 1642"/>
                <a:gd name="csX14" fmla="*/ 212140 w 3015411"/>
                <a:gd name="csY14" fmla="*/ 0 h 1642"/>
                <a:gd name="csX15" fmla="*/ 227294 w 3015411"/>
                <a:gd name="csY15" fmla="*/ 0 h 1642"/>
                <a:gd name="csX16" fmla="*/ 242445 w 3015411"/>
                <a:gd name="csY16" fmla="*/ 0 h 1642"/>
                <a:gd name="csX17" fmla="*/ 257599 w 3015411"/>
                <a:gd name="csY17" fmla="*/ 0 h 1642"/>
                <a:gd name="csX18" fmla="*/ 272752 w 3015411"/>
                <a:gd name="csY18" fmla="*/ 0 h 1642"/>
                <a:gd name="csX19" fmla="*/ 287904 w 3015411"/>
                <a:gd name="csY19" fmla="*/ 0 h 1642"/>
                <a:gd name="csX20" fmla="*/ 303058 w 3015411"/>
                <a:gd name="csY20" fmla="*/ 0 h 1642"/>
                <a:gd name="csX21" fmla="*/ 318209 w 3015411"/>
                <a:gd name="csY21" fmla="*/ 0 h 1642"/>
                <a:gd name="csX22" fmla="*/ 333363 w 3015411"/>
                <a:gd name="csY22" fmla="*/ 0 h 1642"/>
                <a:gd name="csX23" fmla="*/ 348516 w 3015411"/>
                <a:gd name="csY23" fmla="*/ 0 h 1642"/>
                <a:gd name="csX24" fmla="*/ 363668 w 3015411"/>
                <a:gd name="csY24" fmla="*/ 0 h 1642"/>
                <a:gd name="csX25" fmla="*/ 378822 w 3015411"/>
                <a:gd name="csY25" fmla="*/ 0 h 1642"/>
                <a:gd name="csX26" fmla="*/ 393975 w 3015411"/>
                <a:gd name="csY26" fmla="*/ 0 h 1642"/>
                <a:gd name="csX27" fmla="*/ 409127 w 3015411"/>
                <a:gd name="csY27" fmla="*/ 0 h 1642"/>
                <a:gd name="csX28" fmla="*/ 424280 w 3015411"/>
                <a:gd name="csY28" fmla="*/ 0 h 1642"/>
                <a:gd name="csX29" fmla="*/ 439432 w 3015411"/>
                <a:gd name="csY29" fmla="*/ 0 h 1642"/>
                <a:gd name="csX30" fmla="*/ 454585 w 3015411"/>
                <a:gd name="csY30" fmla="*/ 0 h 1642"/>
                <a:gd name="csX31" fmla="*/ 469739 w 3015411"/>
                <a:gd name="csY31" fmla="*/ 0 h 1642"/>
                <a:gd name="csX32" fmla="*/ 484891 w 3015411"/>
                <a:gd name="csY32" fmla="*/ 0 h 1642"/>
                <a:gd name="csX33" fmla="*/ 500044 w 3015411"/>
                <a:gd name="csY33" fmla="*/ 0 h 1642"/>
                <a:gd name="csX34" fmla="*/ 515198 w 3015411"/>
                <a:gd name="csY34" fmla="*/ 0 h 1642"/>
                <a:gd name="csX35" fmla="*/ 530349 w 3015411"/>
                <a:gd name="csY35" fmla="*/ 0 h 1642"/>
                <a:gd name="csX36" fmla="*/ 545503 w 3015411"/>
                <a:gd name="csY36" fmla="*/ 0 h 1642"/>
                <a:gd name="csX37" fmla="*/ 560656 w 3015411"/>
                <a:gd name="csY37" fmla="*/ 0 h 1642"/>
                <a:gd name="csX38" fmla="*/ 575808 w 3015411"/>
                <a:gd name="csY38" fmla="*/ 0 h 1642"/>
                <a:gd name="csX39" fmla="*/ 590962 w 3015411"/>
                <a:gd name="csY39" fmla="*/ 0 h 1642"/>
                <a:gd name="csX40" fmla="*/ 606113 w 3015411"/>
                <a:gd name="csY40" fmla="*/ 0 h 1642"/>
                <a:gd name="csX41" fmla="*/ 621267 w 3015411"/>
                <a:gd name="csY41" fmla="*/ 0 h 1642"/>
                <a:gd name="csX42" fmla="*/ 636420 w 3015411"/>
                <a:gd name="csY42" fmla="*/ 0 h 1642"/>
                <a:gd name="csX43" fmla="*/ 651572 w 3015411"/>
                <a:gd name="csY43" fmla="*/ 0 h 1642"/>
                <a:gd name="csX44" fmla="*/ 666726 w 3015411"/>
                <a:gd name="csY44" fmla="*/ 0 h 1642"/>
                <a:gd name="csX45" fmla="*/ 681879 w 3015411"/>
                <a:gd name="csY45" fmla="*/ 0 h 1642"/>
                <a:gd name="csX46" fmla="*/ 697031 w 3015411"/>
                <a:gd name="csY46" fmla="*/ 0 h 1642"/>
                <a:gd name="csX47" fmla="*/ 712184 w 3015411"/>
                <a:gd name="csY47" fmla="*/ 0 h 1642"/>
                <a:gd name="csX48" fmla="*/ 727338 w 3015411"/>
                <a:gd name="csY48" fmla="*/ 0 h 1642"/>
                <a:gd name="csX49" fmla="*/ 742490 w 3015411"/>
                <a:gd name="csY49" fmla="*/ 0 h 1642"/>
                <a:gd name="csX50" fmla="*/ 757643 w 3015411"/>
                <a:gd name="csY50" fmla="*/ 0 h 1642"/>
                <a:gd name="csX51" fmla="*/ 772795 w 3015411"/>
                <a:gd name="csY51" fmla="*/ 0 h 1642"/>
                <a:gd name="csX52" fmla="*/ 787948 w 3015411"/>
                <a:gd name="csY52" fmla="*/ 0 h 1642"/>
                <a:gd name="csX53" fmla="*/ 803102 w 3015411"/>
                <a:gd name="csY53" fmla="*/ 0 h 1642"/>
                <a:gd name="csX54" fmla="*/ 818254 w 3015411"/>
                <a:gd name="csY54" fmla="*/ 0 h 1642"/>
                <a:gd name="csX55" fmla="*/ 833407 w 3015411"/>
                <a:gd name="csY55" fmla="*/ 0 h 1642"/>
                <a:gd name="csX56" fmla="*/ 848560 w 3015411"/>
                <a:gd name="csY56" fmla="*/ 0 h 1642"/>
                <a:gd name="csX57" fmla="*/ 863712 w 3015411"/>
                <a:gd name="csY57" fmla="*/ 0 h 1642"/>
                <a:gd name="csX58" fmla="*/ 878866 w 3015411"/>
                <a:gd name="csY58" fmla="*/ 0 h 1642"/>
                <a:gd name="csX59" fmla="*/ 894018 w 3015411"/>
                <a:gd name="csY59" fmla="*/ 0 h 1642"/>
                <a:gd name="csX60" fmla="*/ 909171 w 3015411"/>
                <a:gd name="csY60" fmla="*/ 0 h 1642"/>
                <a:gd name="csX61" fmla="*/ 924324 w 3015411"/>
                <a:gd name="csY61" fmla="*/ 0 h 1642"/>
                <a:gd name="csX62" fmla="*/ 939476 w 3015411"/>
                <a:gd name="csY62" fmla="*/ 0 h 1642"/>
                <a:gd name="csX63" fmla="*/ 954630 w 3015411"/>
                <a:gd name="csY63" fmla="*/ 0 h 1642"/>
                <a:gd name="csX64" fmla="*/ 969783 w 3015411"/>
                <a:gd name="csY64" fmla="*/ 0 h 1642"/>
                <a:gd name="csX65" fmla="*/ 984935 w 3015411"/>
                <a:gd name="csY65" fmla="*/ 0 h 1642"/>
                <a:gd name="csX66" fmla="*/ 1000088 w 3015411"/>
                <a:gd name="csY66" fmla="*/ 0 h 1642"/>
                <a:gd name="csX67" fmla="*/ 1015242 w 3015411"/>
                <a:gd name="csY67" fmla="*/ 0 h 1642"/>
                <a:gd name="csX68" fmla="*/ 1030394 w 3015411"/>
                <a:gd name="csY68" fmla="*/ 0 h 1642"/>
                <a:gd name="csX69" fmla="*/ 1045547 w 3015411"/>
                <a:gd name="csY69" fmla="*/ 0 h 1642"/>
                <a:gd name="csX70" fmla="*/ 1060699 w 3015411"/>
                <a:gd name="csY70" fmla="*/ 0 h 1642"/>
                <a:gd name="csX71" fmla="*/ 1075852 w 3015411"/>
                <a:gd name="csY71" fmla="*/ 0 h 1642"/>
                <a:gd name="csX72" fmla="*/ 1091006 w 3015411"/>
                <a:gd name="csY72" fmla="*/ 0 h 1642"/>
                <a:gd name="csX73" fmla="*/ 1106158 w 3015411"/>
                <a:gd name="csY73" fmla="*/ 0 h 1642"/>
                <a:gd name="csX74" fmla="*/ 1121311 w 3015411"/>
                <a:gd name="csY74" fmla="*/ 0 h 1642"/>
                <a:gd name="csX75" fmla="*/ 1136465 w 3015411"/>
                <a:gd name="csY75" fmla="*/ 0 h 1642"/>
                <a:gd name="csX76" fmla="*/ 1151616 w 3015411"/>
                <a:gd name="csY76" fmla="*/ 0 h 1642"/>
                <a:gd name="csX77" fmla="*/ 1166770 w 3015411"/>
                <a:gd name="csY77" fmla="*/ 0 h 1642"/>
                <a:gd name="csX78" fmla="*/ 1181923 w 3015411"/>
                <a:gd name="csY78" fmla="*/ 0 h 1642"/>
                <a:gd name="csX79" fmla="*/ 1197080 w 3015411"/>
                <a:gd name="csY79" fmla="*/ 0 h 1642"/>
                <a:gd name="csX80" fmla="*/ 1212224 w 3015411"/>
                <a:gd name="csY80" fmla="*/ 0 h 1642"/>
                <a:gd name="csX81" fmla="*/ 1227384 w 3015411"/>
                <a:gd name="csY81" fmla="*/ 0 h 1642"/>
                <a:gd name="csX82" fmla="*/ 1242527 w 3015411"/>
                <a:gd name="csY82" fmla="*/ 0 h 1642"/>
                <a:gd name="csX83" fmla="*/ 1257687 w 3015411"/>
                <a:gd name="csY83" fmla="*/ 0 h 1642"/>
                <a:gd name="csX84" fmla="*/ 1272847 w 3015411"/>
                <a:gd name="csY84" fmla="*/ 0 h 1642"/>
                <a:gd name="csX85" fmla="*/ 1287991 w 3015411"/>
                <a:gd name="csY85" fmla="*/ 0 h 1642"/>
                <a:gd name="csX86" fmla="*/ 1303151 w 3015411"/>
                <a:gd name="csY86" fmla="*/ 0 h 1642"/>
                <a:gd name="csX87" fmla="*/ 1318294 w 3015411"/>
                <a:gd name="csY87" fmla="*/ 0 h 1642"/>
                <a:gd name="csX88" fmla="*/ 1333454 w 3015411"/>
                <a:gd name="csY88" fmla="*/ 0 h 1642"/>
                <a:gd name="csX89" fmla="*/ 1348598 w 3015411"/>
                <a:gd name="csY89" fmla="*/ 0 h 1642"/>
                <a:gd name="csX90" fmla="*/ 1363758 w 3015411"/>
                <a:gd name="csY90" fmla="*/ 0 h 1642"/>
                <a:gd name="csX91" fmla="*/ 1378902 w 3015411"/>
                <a:gd name="csY91" fmla="*/ 0 h 1642"/>
                <a:gd name="csX92" fmla="*/ 1394062 w 3015411"/>
                <a:gd name="csY92" fmla="*/ 0 h 1642"/>
                <a:gd name="csX93" fmla="*/ 1409222 w 3015411"/>
                <a:gd name="csY93" fmla="*/ 0 h 1642"/>
                <a:gd name="csX94" fmla="*/ 1424365 w 3015411"/>
                <a:gd name="csY94" fmla="*/ 0 h 1642"/>
                <a:gd name="csX95" fmla="*/ 1439525 w 3015411"/>
                <a:gd name="csY95" fmla="*/ 0 h 1642"/>
                <a:gd name="csX96" fmla="*/ 1454669 w 3015411"/>
                <a:gd name="csY96" fmla="*/ 0 h 1642"/>
                <a:gd name="csX97" fmla="*/ 1469829 w 3015411"/>
                <a:gd name="csY97" fmla="*/ 0 h 1642"/>
                <a:gd name="csX98" fmla="*/ 1484973 w 3015411"/>
                <a:gd name="csY98" fmla="*/ 0 h 1642"/>
                <a:gd name="csX99" fmla="*/ 1500133 w 3015411"/>
                <a:gd name="csY99" fmla="*/ 0 h 1642"/>
                <a:gd name="csX100" fmla="*/ 1515293 w 3015411"/>
                <a:gd name="csY100" fmla="*/ 0 h 1642"/>
                <a:gd name="csX101" fmla="*/ 1530436 w 3015411"/>
                <a:gd name="csY101" fmla="*/ 0 h 1642"/>
                <a:gd name="csX102" fmla="*/ 1545596 w 3015411"/>
                <a:gd name="csY102" fmla="*/ 0 h 1642"/>
                <a:gd name="csX103" fmla="*/ 1560740 w 3015411"/>
                <a:gd name="csY103" fmla="*/ 0 h 1642"/>
                <a:gd name="csX104" fmla="*/ 1575900 w 3015411"/>
                <a:gd name="csY104" fmla="*/ 0 h 1642"/>
                <a:gd name="csX105" fmla="*/ 1591044 w 3015411"/>
                <a:gd name="csY105" fmla="*/ 0 h 1642"/>
                <a:gd name="csX106" fmla="*/ 1606204 w 3015411"/>
                <a:gd name="csY106" fmla="*/ 0 h 1642"/>
                <a:gd name="csX107" fmla="*/ 1621347 w 3015411"/>
                <a:gd name="csY107" fmla="*/ 0 h 1642"/>
                <a:gd name="csX108" fmla="*/ 1636507 w 3015411"/>
                <a:gd name="csY108" fmla="*/ 0 h 1642"/>
                <a:gd name="csX109" fmla="*/ 1651667 w 3015411"/>
                <a:gd name="csY109" fmla="*/ 0 h 1642"/>
                <a:gd name="csX110" fmla="*/ 1666811 w 3015411"/>
                <a:gd name="csY110" fmla="*/ 0 h 1642"/>
                <a:gd name="csX111" fmla="*/ 1681971 w 3015411"/>
                <a:gd name="csY111" fmla="*/ 0 h 1642"/>
                <a:gd name="csX112" fmla="*/ 1697114 w 3015411"/>
                <a:gd name="csY112" fmla="*/ 0 h 1642"/>
                <a:gd name="csX113" fmla="*/ 1712274 w 3015411"/>
                <a:gd name="csY113" fmla="*/ 0 h 1642"/>
                <a:gd name="csX114" fmla="*/ 1727418 w 3015411"/>
                <a:gd name="csY114" fmla="*/ 0 h 1642"/>
                <a:gd name="csX115" fmla="*/ 1742578 w 3015411"/>
                <a:gd name="csY115" fmla="*/ 0 h 1642"/>
                <a:gd name="csX116" fmla="*/ 1757738 w 3015411"/>
                <a:gd name="csY116" fmla="*/ 0 h 1642"/>
                <a:gd name="csX117" fmla="*/ 1772882 w 3015411"/>
                <a:gd name="csY117" fmla="*/ 0 h 1642"/>
                <a:gd name="csX118" fmla="*/ 1788042 w 3015411"/>
                <a:gd name="csY118" fmla="*/ 0 h 1642"/>
                <a:gd name="csX119" fmla="*/ 1803185 w 3015411"/>
                <a:gd name="csY119" fmla="*/ 0 h 1642"/>
                <a:gd name="csX120" fmla="*/ 1818345 w 3015411"/>
                <a:gd name="csY120" fmla="*/ 0 h 1642"/>
                <a:gd name="csX121" fmla="*/ 1833489 w 3015411"/>
                <a:gd name="csY121" fmla="*/ 0 h 1642"/>
                <a:gd name="csX122" fmla="*/ 1848649 w 3015411"/>
                <a:gd name="csY122" fmla="*/ 0 h 1642"/>
                <a:gd name="csX123" fmla="*/ 1863792 w 3015411"/>
                <a:gd name="csY123" fmla="*/ 0 h 1642"/>
                <a:gd name="csX124" fmla="*/ 1878952 w 3015411"/>
                <a:gd name="csY124" fmla="*/ 0 h 1642"/>
                <a:gd name="csX125" fmla="*/ 1894112 w 3015411"/>
                <a:gd name="csY125" fmla="*/ 0 h 1642"/>
                <a:gd name="csX126" fmla="*/ 1909256 w 3015411"/>
                <a:gd name="csY126" fmla="*/ 0 h 1642"/>
                <a:gd name="csX127" fmla="*/ 1924416 w 3015411"/>
                <a:gd name="csY127" fmla="*/ 0 h 1642"/>
                <a:gd name="csX128" fmla="*/ 1939560 w 3015411"/>
                <a:gd name="csY128" fmla="*/ 0 h 1642"/>
                <a:gd name="csX129" fmla="*/ 1954720 w 3015411"/>
                <a:gd name="csY129" fmla="*/ 0 h 1642"/>
                <a:gd name="csX130" fmla="*/ 1969863 w 3015411"/>
                <a:gd name="csY130" fmla="*/ 0 h 1642"/>
                <a:gd name="csX131" fmla="*/ 1985023 w 3015411"/>
                <a:gd name="csY131" fmla="*/ 0 h 1642"/>
                <a:gd name="csX132" fmla="*/ 2000183 w 3015411"/>
                <a:gd name="csY132" fmla="*/ 0 h 1642"/>
                <a:gd name="csX133" fmla="*/ 2015327 w 3015411"/>
                <a:gd name="csY133" fmla="*/ 0 h 1642"/>
                <a:gd name="csX134" fmla="*/ 2030487 w 3015411"/>
                <a:gd name="csY134" fmla="*/ 0 h 1642"/>
                <a:gd name="csX135" fmla="*/ 2045630 w 3015411"/>
                <a:gd name="csY135" fmla="*/ 0 h 1642"/>
                <a:gd name="csX136" fmla="*/ 2060791 w 3015411"/>
                <a:gd name="csY136" fmla="*/ 0 h 1642"/>
                <a:gd name="csX137" fmla="*/ 2075934 w 3015411"/>
                <a:gd name="csY137" fmla="*/ 0 h 1642"/>
                <a:gd name="csX138" fmla="*/ 2091094 w 3015411"/>
                <a:gd name="csY138" fmla="*/ 0 h 1642"/>
                <a:gd name="csX139" fmla="*/ 2106254 w 3015411"/>
                <a:gd name="csY139" fmla="*/ 0 h 1642"/>
                <a:gd name="csX140" fmla="*/ 2121398 w 3015411"/>
                <a:gd name="csY140" fmla="*/ 0 h 1642"/>
                <a:gd name="csX141" fmla="*/ 2136558 w 3015411"/>
                <a:gd name="csY141" fmla="*/ 0 h 1642"/>
                <a:gd name="csX142" fmla="*/ 2151702 w 3015411"/>
                <a:gd name="csY142" fmla="*/ 0 h 1642"/>
                <a:gd name="csX143" fmla="*/ 2166862 w 3015411"/>
                <a:gd name="csY143" fmla="*/ 0 h 1642"/>
                <a:gd name="csX144" fmla="*/ 2182005 w 3015411"/>
                <a:gd name="csY144" fmla="*/ 0 h 1642"/>
                <a:gd name="csX145" fmla="*/ 2197165 w 3015411"/>
                <a:gd name="csY145" fmla="*/ 0 h 1642"/>
                <a:gd name="csX146" fmla="*/ 2212309 w 3015411"/>
                <a:gd name="csY146" fmla="*/ 0 h 1642"/>
                <a:gd name="csX147" fmla="*/ 2227469 w 3015411"/>
                <a:gd name="csY147" fmla="*/ 0 h 1642"/>
                <a:gd name="csX148" fmla="*/ 2242629 w 3015411"/>
                <a:gd name="csY148" fmla="*/ 0 h 1642"/>
                <a:gd name="csX149" fmla="*/ 2257772 w 3015411"/>
                <a:gd name="csY149" fmla="*/ 0 h 1642"/>
                <a:gd name="csX150" fmla="*/ 2272932 w 3015411"/>
                <a:gd name="csY150" fmla="*/ 0 h 1642"/>
                <a:gd name="csX151" fmla="*/ 2288076 w 3015411"/>
                <a:gd name="csY151" fmla="*/ 0 h 1642"/>
                <a:gd name="csX152" fmla="*/ 2303236 w 3015411"/>
                <a:gd name="csY152" fmla="*/ 0 h 1642"/>
                <a:gd name="csX153" fmla="*/ 2318380 w 3015411"/>
                <a:gd name="csY153" fmla="*/ 0 h 1642"/>
                <a:gd name="csX154" fmla="*/ 2333540 w 3015411"/>
                <a:gd name="csY154" fmla="*/ 0 h 1642"/>
                <a:gd name="csX155" fmla="*/ 2348700 w 3015411"/>
                <a:gd name="csY155" fmla="*/ 0 h 1642"/>
                <a:gd name="csX156" fmla="*/ 2363843 w 3015411"/>
                <a:gd name="csY156" fmla="*/ 0 h 1642"/>
                <a:gd name="csX157" fmla="*/ 2379003 w 3015411"/>
                <a:gd name="csY157" fmla="*/ 0 h 1642"/>
                <a:gd name="csX158" fmla="*/ 2394147 w 3015411"/>
                <a:gd name="csY158" fmla="*/ 0 h 1642"/>
                <a:gd name="csX159" fmla="*/ 2409307 w 3015411"/>
                <a:gd name="csY159" fmla="*/ 0 h 1642"/>
                <a:gd name="csX160" fmla="*/ 2424450 w 3015411"/>
                <a:gd name="csY160" fmla="*/ 0 h 1642"/>
                <a:gd name="csX161" fmla="*/ 2439610 w 3015411"/>
                <a:gd name="csY161" fmla="*/ 0 h 1642"/>
                <a:gd name="csX162" fmla="*/ 2454754 w 3015411"/>
                <a:gd name="csY162" fmla="*/ 0 h 1642"/>
                <a:gd name="csX163" fmla="*/ 2469914 w 3015411"/>
                <a:gd name="csY163" fmla="*/ 0 h 1642"/>
                <a:gd name="csX164" fmla="*/ 2485074 w 3015411"/>
                <a:gd name="csY164" fmla="*/ 0 h 1642"/>
                <a:gd name="csX165" fmla="*/ 2500218 w 3015411"/>
                <a:gd name="csY165" fmla="*/ 0 h 1642"/>
                <a:gd name="csX166" fmla="*/ 2515378 w 3015411"/>
                <a:gd name="csY166" fmla="*/ 0 h 1642"/>
                <a:gd name="csX167" fmla="*/ 2530521 w 3015411"/>
                <a:gd name="csY167" fmla="*/ 0 h 1642"/>
                <a:gd name="csX168" fmla="*/ 2545681 w 3015411"/>
                <a:gd name="csY168" fmla="*/ 0 h 1642"/>
                <a:gd name="csX169" fmla="*/ 2560825 w 3015411"/>
                <a:gd name="csY169" fmla="*/ 0 h 1642"/>
                <a:gd name="csX170" fmla="*/ 2575985 w 3015411"/>
                <a:gd name="csY170" fmla="*/ 0 h 1642"/>
                <a:gd name="csX171" fmla="*/ 2591145 w 3015411"/>
                <a:gd name="csY171" fmla="*/ 0 h 1642"/>
                <a:gd name="csX172" fmla="*/ 2606289 w 3015411"/>
                <a:gd name="csY172" fmla="*/ 0 h 1642"/>
                <a:gd name="csX173" fmla="*/ 2621449 w 3015411"/>
                <a:gd name="csY173" fmla="*/ 0 h 1642"/>
                <a:gd name="csX174" fmla="*/ 2636592 w 3015411"/>
                <a:gd name="csY174" fmla="*/ 0 h 1642"/>
                <a:gd name="csX175" fmla="*/ 2651752 w 3015411"/>
                <a:gd name="csY175" fmla="*/ 0 h 1642"/>
                <a:gd name="csX176" fmla="*/ 2666896 w 3015411"/>
                <a:gd name="csY176" fmla="*/ 0 h 1642"/>
                <a:gd name="csX177" fmla="*/ 2682056 w 3015411"/>
                <a:gd name="csY177" fmla="*/ 0 h 1642"/>
                <a:gd name="csX178" fmla="*/ 2697200 w 3015411"/>
                <a:gd name="csY178" fmla="*/ 0 h 1642"/>
                <a:gd name="csX179" fmla="*/ 2712360 w 3015411"/>
                <a:gd name="csY179" fmla="*/ 0 h 1642"/>
                <a:gd name="csX180" fmla="*/ 2727519 w 3015411"/>
                <a:gd name="csY180" fmla="*/ 0 h 1642"/>
                <a:gd name="csX181" fmla="*/ 2742663 w 3015411"/>
                <a:gd name="csY181" fmla="*/ 0 h 1642"/>
                <a:gd name="csX182" fmla="*/ 2757823 w 3015411"/>
                <a:gd name="csY182" fmla="*/ 0 h 1642"/>
                <a:gd name="csX183" fmla="*/ 2772967 w 3015411"/>
                <a:gd name="csY183" fmla="*/ 0 h 1642"/>
                <a:gd name="csX184" fmla="*/ 2788127 w 3015411"/>
                <a:gd name="csY184" fmla="*/ 0 h 1642"/>
                <a:gd name="csX185" fmla="*/ 2803270 w 3015411"/>
                <a:gd name="csY185" fmla="*/ 0 h 1642"/>
                <a:gd name="csX186" fmla="*/ 2818430 w 3015411"/>
                <a:gd name="csY186" fmla="*/ 0 h 1642"/>
                <a:gd name="csX187" fmla="*/ 2833590 w 3015411"/>
                <a:gd name="csY187" fmla="*/ 0 h 1642"/>
                <a:gd name="csX188" fmla="*/ 2848734 w 3015411"/>
                <a:gd name="csY188" fmla="*/ 0 h 1642"/>
                <a:gd name="csX189" fmla="*/ 2863894 w 3015411"/>
                <a:gd name="csY189" fmla="*/ 0 h 1642"/>
                <a:gd name="csX190" fmla="*/ 2879038 w 3015411"/>
                <a:gd name="csY190" fmla="*/ 0 h 1642"/>
                <a:gd name="csX191" fmla="*/ 2894198 w 3015411"/>
                <a:gd name="csY191" fmla="*/ 0 h 1642"/>
                <a:gd name="csX192" fmla="*/ 2909341 w 3015411"/>
                <a:gd name="csY192" fmla="*/ 0 h 1642"/>
                <a:gd name="csX193" fmla="*/ 2924501 w 3015411"/>
                <a:gd name="csY193" fmla="*/ 0 h 1642"/>
                <a:gd name="csX194" fmla="*/ 2939645 w 3015411"/>
                <a:gd name="csY194" fmla="*/ 0 h 1642"/>
                <a:gd name="csX195" fmla="*/ 2954805 w 3015411"/>
                <a:gd name="csY195" fmla="*/ 0 h 1642"/>
                <a:gd name="csX196" fmla="*/ 2969965 w 3015411"/>
                <a:gd name="csY196" fmla="*/ 0 h 1642"/>
                <a:gd name="csX197" fmla="*/ 2985108 w 3015411"/>
                <a:gd name="csY197" fmla="*/ 0 h 1642"/>
                <a:gd name="csX198" fmla="*/ 3000268 w 3015411"/>
                <a:gd name="csY198" fmla="*/ 0 h 1642"/>
                <a:gd name="csX199" fmla="*/ 3015412 w 3015411"/>
                <a:gd name="csY199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</a:cxnLst>
              <a:rect l="l" t="t" r="r" b="b"/>
              <a:pathLst>
                <a:path w="3015411" h="1642">
                  <a:moveTo>
                    <a:pt x="0" y="0"/>
                  </a:moveTo>
                  <a:lnTo>
                    <a:pt x="15153" y="0"/>
                  </a:lnTo>
                  <a:lnTo>
                    <a:pt x="30305" y="0"/>
                  </a:lnTo>
                  <a:lnTo>
                    <a:pt x="45459" y="0"/>
                  </a:lnTo>
                  <a:lnTo>
                    <a:pt x="60612" y="0"/>
                  </a:lnTo>
                  <a:lnTo>
                    <a:pt x="75764" y="0"/>
                  </a:lnTo>
                  <a:lnTo>
                    <a:pt x="90917" y="0"/>
                  </a:lnTo>
                  <a:lnTo>
                    <a:pt x="106071" y="0"/>
                  </a:lnTo>
                  <a:lnTo>
                    <a:pt x="121223" y="0"/>
                  </a:lnTo>
                  <a:lnTo>
                    <a:pt x="136376" y="0"/>
                  </a:lnTo>
                  <a:lnTo>
                    <a:pt x="151528" y="0"/>
                  </a:lnTo>
                  <a:lnTo>
                    <a:pt x="166681" y="0"/>
                  </a:lnTo>
                  <a:lnTo>
                    <a:pt x="181835" y="0"/>
                  </a:lnTo>
                  <a:lnTo>
                    <a:pt x="196987" y="0"/>
                  </a:lnTo>
                  <a:lnTo>
                    <a:pt x="212140" y="0"/>
                  </a:lnTo>
                  <a:lnTo>
                    <a:pt x="227294" y="0"/>
                  </a:lnTo>
                  <a:lnTo>
                    <a:pt x="242445" y="0"/>
                  </a:lnTo>
                  <a:lnTo>
                    <a:pt x="257599" y="0"/>
                  </a:lnTo>
                  <a:lnTo>
                    <a:pt x="272752" y="0"/>
                  </a:lnTo>
                  <a:lnTo>
                    <a:pt x="287904" y="0"/>
                  </a:lnTo>
                  <a:lnTo>
                    <a:pt x="303058" y="0"/>
                  </a:lnTo>
                  <a:lnTo>
                    <a:pt x="318209" y="0"/>
                  </a:lnTo>
                  <a:lnTo>
                    <a:pt x="333363" y="0"/>
                  </a:lnTo>
                  <a:lnTo>
                    <a:pt x="348516" y="0"/>
                  </a:lnTo>
                  <a:lnTo>
                    <a:pt x="363668" y="0"/>
                  </a:lnTo>
                  <a:lnTo>
                    <a:pt x="378822" y="0"/>
                  </a:lnTo>
                  <a:lnTo>
                    <a:pt x="393975" y="0"/>
                  </a:lnTo>
                  <a:lnTo>
                    <a:pt x="409127" y="0"/>
                  </a:lnTo>
                  <a:lnTo>
                    <a:pt x="424280" y="0"/>
                  </a:lnTo>
                  <a:lnTo>
                    <a:pt x="439432" y="0"/>
                  </a:lnTo>
                  <a:lnTo>
                    <a:pt x="454585" y="0"/>
                  </a:lnTo>
                  <a:lnTo>
                    <a:pt x="469739" y="0"/>
                  </a:lnTo>
                  <a:lnTo>
                    <a:pt x="484891" y="0"/>
                  </a:lnTo>
                  <a:lnTo>
                    <a:pt x="500044" y="0"/>
                  </a:lnTo>
                  <a:lnTo>
                    <a:pt x="515198" y="0"/>
                  </a:lnTo>
                  <a:lnTo>
                    <a:pt x="530349" y="0"/>
                  </a:lnTo>
                  <a:lnTo>
                    <a:pt x="545503" y="0"/>
                  </a:lnTo>
                  <a:lnTo>
                    <a:pt x="560656" y="0"/>
                  </a:lnTo>
                  <a:lnTo>
                    <a:pt x="575808" y="0"/>
                  </a:lnTo>
                  <a:lnTo>
                    <a:pt x="590962" y="0"/>
                  </a:lnTo>
                  <a:lnTo>
                    <a:pt x="606113" y="0"/>
                  </a:lnTo>
                  <a:lnTo>
                    <a:pt x="621267" y="0"/>
                  </a:lnTo>
                  <a:lnTo>
                    <a:pt x="636420" y="0"/>
                  </a:lnTo>
                  <a:lnTo>
                    <a:pt x="651572" y="0"/>
                  </a:lnTo>
                  <a:lnTo>
                    <a:pt x="666726" y="0"/>
                  </a:lnTo>
                  <a:lnTo>
                    <a:pt x="681879" y="0"/>
                  </a:lnTo>
                  <a:lnTo>
                    <a:pt x="697031" y="0"/>
                  </a:lnTo>
                  <a:lnTo>
                    <a:pt x="712184" y="0"/>
                  </a:lnTo>
                  <a:lnTo>
                    <a:pt x="727338" y="0"/>
                  </a:lnTo>
                  <a:lnTo>
                    <a:pt x="742490" y="0"/>
                  </a:lnTo>
                  <a:lnTo>
                    <a:pt x="757643" y="0"/>
                  </a:lnTo>
                  <a:lnTo>
                    <a:pt x="772795" y="0"/>
                  </a:lnTo>
                  <a:lnTo>
                    <a:pt x="787948" y="0"/>
                  </a:lnTo>
                  <a:lnTo>
                    <a:pt x="803102" y="0"/>
                  </a:lnTo>
                  <a:lnTo>
                    <a:pt x="818254" y="0"/>
                  </a:lnTo>
                  <a:lnTo>
                    <a:pt x="833407" y="0"/>
                  </a:lnTo>
                  <a:lnTo>
                    <a:pt x="848560" y="0"/>
                  </a:lnTo>
                  <a:lnTo>
                    <a:pt x="863712" y="0"/>
                  </a:lnTo>
                  <a:lnTo>
                    <a:pt x="878866" y="0"/>
                  </a:lnTo>
                  <a:lnTo>
                    <a:pt x="894018" y="0"/>
                  </a:lnTo>
                  <a:lnTo>
                    <a:pt x="909171" y="0"/>
                  </a:lnTo>
                  <a:lnTo>
                    <a:pt x="924324" y="0"/>
                  </a:lnTo>
                  <a:lnTo>
                    <a:pt x="939476" y="0"/>
                  </a:lnTo>
                  <a:lnTo>
                    <a:pt x="954630" y="0"/>
                  </a:lnTo>
                  <a:lnTo>
                    <a:pt x="969783" y="0"/>
                  </a:lnTo>
                  <a:lnTo>
                    <a:pt x="984935" y="0"/>
                  </a:lnTo>
                  <a:lnTo>
                    <a:pt x="1000088" y="0"/>
                  </a:lnTo>
                  <a:lnTo>
                    <a:pt x="1015242" y="0"/>
                  </a:lnTo>
                  <a:lnTo>
                    <a:pt x="1030394" y="0"/>
                  </a:lnTo>
                  <a:lnTo>
                    <a:pt x="1045547" y="0"/>
                  </a:lnTo>
                  <a:lnTo>
                    <a:pt x="1060699" y="0"/>
                  </a:lnTo>
                  <a:lnTo>
                    <a:pt x="1075852" y="0"/>
                  </a:lnTo>
                  <a:lnTo>
                    <a:pt x="1091006" y="0"/>
                  </a:lnTo>
                  <a:lnTo>
                    <a:pt x="1106158" y="0"/>
                  </a:lnTo>
                  <a:lnTo>
                    <a:pt x="1121311" y="0"/>
                  </a:lnTo>
                  <a:lnTo>
                    <a:pt x="1136465" y="0"/>
                  </a:lnTo>
                  <a:lnTo>
                    <a:pt x="1151616" y="0"/>
                  </a:lnTo>
                  <a:lnTo>
                    <a:pt x="1166770" y="0"/>
                  </a:lnTo>
                  <a:lnTo>
                    <a:pt x="1181923" y="0"/>
                  </a:lnTo>
                  <a:lnTo>
                    <a:pt x="1197080" y="0"/>
                  </a:lnTo>
                  <a:lnTo>
                    <a:pt x="1212224" y="0"/>
                  </a:lnTo>
                  <a:lnTo>
                    <a:pt x="1227384" y="0"/>
                  </a:lnTo>
                  <a:lnTo>
                    <a:pt x="1242527" y="0"/>
                  </a:lnTo>
                  <a:lnTo>
                    <a:pt x="1257687" y="0"/>
                  </a:lnTo>
                  <a:lnTo>
                    <a:pt x="1272847" y="0"/>
                  </a:lnTo>
                  <a:lnTo>
                    <a:pt x="1287991" y="0"/>
                  </a:lnTo>
                  <a:lnTo>
                    <a:pt x="1303151" y="0"/>
                  </a:lnTo>
                  <a:lnTo>
                    <a:pt x="1318294" y="0"/>
                  </a:lnTo>
                  <a:lnTo>
                    <a:pt x="1333454" y="0"/>
                  </a:lnTo>
                  <a:lnTo>
                    <a:pt x="1348598" y="0"/>
                  </a:lnTo>
                  <a:lnTo>
                    <a:pt x="1363758" y="0"/>
                  </a:lnTo>
                  <a:lnTo>
                    <a:pt x="1378902" y="0"/>
                  </a:lnTo>
                  <a:lnTo>
                    <a:pt x="1394062" y="0"/>
                  </a:lnTo>
                  <a:lnTo>
                    <a:pt x="1409222" y="0"/>
                  </a:lnTo>
                  <a:lnTo>
                    <a:pt x="1424365" y="0"/>
                  </a:lnTo>
                  <a:lnTo>
                    <a:pt x="1439525" y="0"/>
                  </a:lnTo>
                  <a:lnTo>
                    <a:pt x="1454669" y="0"/>
                  </a:lnTo>
                  <a:lnTo>
                    <a:pt x="1469829" y="0"/>
                  </a:lnTo>
                  <a:lnTo>
                    <a:pt x="1484973" y="0"/>
                  </a:lnTo>
                  <a:lnTo>
                    <a:pt x="1500133" y="0"/>
                  </a:lnTo>
                  <a:lnTo>
                    <a:pt x="1515293" y="0"/>
                  </a:lnTo>
                  <a:lnTo>
                    <a:pt x="1530436" y="0"/>
                  </a:lnTo>
                  <a:lnTo>
                    <a:pt x="1545596" y="0"/>
                  </a:lnTo>
                  <a:lnTo>
                    <a:pt x="1560740" y="0"/>
                  </a:lnTo>
                  <a:lnTo>
                    <a:pt x="1575900" y="0"/>
                  </a:lnTo>
                  <a:lnTo>
                    <a:pt x="1591044" y="0"/>
                  </a:lnTo>
                  <a:lnTo>
                    <a:pt x="1606204" y="0"/>
                  </a:lnTo>
                  <a:lnTo>
                    <a:pt x="1621347" y="0"/>
                  </a:lnTo>
                  <a:lnTo>
                    <a:pt x="1636507" y="0"/>
                  </a:lnTo>
                  <a:lnTo>
                    <a:pt x="1651667" y="0"/>
                  </a:lnTo>
                  <a:lnTo>
                    <a:pt x="1666811" y="0"/>
                  </a:lnTo>
                  <a:lnTo>
                    <a:pt x="1681971" y="0"/>
                  </a:lnTo>
                  <a:lnTo>
                    <a:pt x="1697114" y="0"/>
                  </a:lnTo>
                  <a:lnTo>
                    <a:pt x="1712274" y="0"/>
                  </a:lnTo>
                  <a:lnTo>
                    <a:pt x="1727418" y="0"/>
                  </a:lnTo>
                  <a:lnTo>
                    <a:pt x="1742578" y="0"/>
                  </a:lnTo>
                  <a:lnTo>
                    <a:pt x="1757738" y="0"/>
                  </a:lnTo>
                  <a:lnTo>
                    <a:pt x="1772882" y="0"/>
                  </a:lnTo>
                  <a:lnTo>
                    <a:pt x="1788042" y="0"/>
                  </a:lnTo>
                  <a:lnTo>
                    <a:pt x="1803185" y="0"/>
                  </a:lnTo>
                  <a:lnTo>
                    <a:pt x="1818345" y="0"/>
                  </a:lnTo>
                  <a:lnTo>
                    <a:pt x="1833489" y="0"/>
                  </a:lnTo>
                  <a:lnTo>
                    <a:pt x="1848649" y="0"/>
                  </a:lnTo>
                  <a:lnTo>
                    <a:pt x="1863792" y="0"/>
                  </a:lnTo>
                  <a:lnTo>
                    <a:pt x="1878952" y="0"/>
                  </a:lnTo>
                  <a:lnTo>
                    <a:pt x="1894112" y="0"/>
                  </a:lnTo>
                  <a:lnTo>
                    <a:pt x="1909256" y="0"/>
                  </a:lnTo>
                  <a:lnTo>
                    <a:pt x="1924416" y="0"/>
                  </a:lnTo>
                  <a:lnTo>
                    <a:pt x="1939560" y="0"/>
                  </a:lnTo>
                  <a:lnTo>
                    <a:pt x="1954720" y="0"/>
                  </a:lnTo>
                  <a:lnTo>
                    <a:pt x="1969863" y="0"/>
                  </a:lnTo>
                  <a:lnTo>
                    <a:pt x="1985023" y="0"/>
                  </a:lnTo>
                  <a:lnTo>
                    <a:pt x="2000183" y="0"/>
                  </a:lnTo>
                  <a:lnTo>
                    <a:pt x="2015327" y="0"/>
                  </a:lnTo>
                  <a:lnTo>
                    <a:pt x="2030487" y="0"/>
                  </a:lnTo>
                  <a:lnTo>
                    <a:pt x="2045630" y="0"/>
                  </a:lnTo>
                  <a:lnTo>
                    <a:pt x="2060791" y="0"/>
                  </a:lnTo>
                  <a:lnTo>
                    <a:pt x="2075934" y="0"/>
                  </a:lnTo>
                  <a:lnTo>
                    <a:pt x="2091094" y="0"/>
                  </a:lnTo>
                  <a:lnTo>
                    <a:pt x="2106254" y="0"/>
                  </a:lnTo>
                  <a:lnTo>
                    <a:pt x="2121398" y="0"/>
                  </a:lnTo>
                  <a:lnTo>
                    <a:pt x="2136558" y="0"/>
                  </a:lnTo>
                  <a:lnTo>
                    <a:pt x="2151702" y="0"/>
                  </a:lnTo>
                  <a:lnTo>
                    <a:pt x="2166862" y="0"/>
                  </a:lnTo>
                  <a:lnTo>
                    <a:pt x="2182005" y="0"/>
                  </a:lnTo>
                  <a:lnTo>
                    <a:pt x="2197165" y="0"/>
                  </a:lnTo>
                  <a:lnTo>
                    <a:pt x="2212309" y="0"/>
                  </a:lnTo>
                  <a:lnTo>
                    <a:pt x="2227469" y="0"/>
                  </a:lnTo>
                  <a:lnTo>
                    <a:pt x="2242629" y="0"/>
                  </a:lnTo>
                  <a:lnTo>
                    <a:pt x="2257772" y="0"/>
                  </a:lnTo>
                  <a:lnTo>
                    <a:pt x="2272932" y="0"/>
                  </a:lnTo>
                  <a:lnTo>
                    <a:pt x="2288076" y="0"/>
                  </a:lnTo>
                  <a:lnTo>
                    <a:pt x="2303236" y="0"/>
                  </a:lnTo>
                  <a:lnTo>
                    <a:pt x="2318380" y="0"/>
                  </a:lnTo>
                  <a:lnTo>
                    <a:pt x="2333540" y="0"/>
                  </a:lnTo>
                  <a:lnTo>
                    <a:pt x="2348700" y="0"/>
                  </a:lnTo>
                  <a:lnTo>
                    <a:pt x="2363843" y="0"/>
                  </a:lnTo>
                  <a:lnTo>
                    <a:pt x="2379003" y="0"/>
                  </a:lnTo>
                  <a:lnTo>
                    <a:pt x="2394147" y="0"/>
                  </a:lnTo>
                  <a:lnTo>
                    <a:pt x="2409307" y="0"/>
                  </a:lnTo>
                  <a:lnTo>
                    <a:pt x="2424450" y="0"/>
                  </a:lnTo>
                  <a:lnTo>
                    <a:pt x="2439610" y="0"/>
                  </a:lnTo>
                  <a:lnTo>
                    <a:pt x="2454754" y="0"/>
                  </a:lnTo>
                  <a:lnTo>
                    <a:pt x="2469914" y="0"/>
                  </a:lnTo>
                  <a:lnTo>
                    <a:pt x="2485074" y="0"/>
                  </a:lnTo>
                  <a:lnTo>
                    <a:pt x="2500218" y="0"/>
                  </a:lnTo>
                  <a:lnTo>
                    <a:pt x="2515378" y="0"/>
                  </a:lnTo>
                  <a:lnTo>
                    <a:pt x="2530521" y="0"/>
                  </a:lnTo>
                  <a:lnTo>
                    <a:pt x="2545681" y="0"/>
                  </a:lnTo>
                  <a:lnTo>
                    <a:pt x="2560825" y="0"/>
                  </a:lnTo>
                  <a:lnTo>
                    <a:pt x="2575985" y="0"/>
                  </a:lnTo>
                  <a:lnTo>
                    <a:pt x="2591145" y="0"/>
                  </a:lnTo>
                  <a:lnTo>
                    <a:pt x="2606289" y="0"/>
                  </a:lnTo>
                  <a:lnTo>
                    <a:pt x="2621449" y="0"/>
                  </a:lnTo>
                  <a:lnTo>
                    <a:pt x="2636592" y="0"/>
                  </a:lnTo>
                  <a:lnTo>
                    <a:pt x="2651752" y="0"/>
                  </a:lnTo>
                  <a:lnTo>
                    <a:pt x="2666896" y="0"/>
                  </a:lnTo>
                  <a:lnTo>
                    <a:pt x="2682056" y="0"/>
                  </a:lnTo>
                  <a:lnTo>
                    <a:pt x="2697200" y="0"/>
                  </a:lnTo>
                  <a:lnTo>
                    <a:pt x="2712360" y="0"/>
                  </a:lnTo>
                  <a:lnTo>
                    <a:pt x="2727519" y="0"/>
                  </a:lnTo>
                  <a:lnTo>
                    <a:pt x="2742663" y="0"/>
                  </a:lnTo>
                  <a:lnTo>
                    <a:pt x="2757823" y="0"/>
                  </a:lnTo>
                  <a:lnTo>
                    <a:pt x="2772967" y="0"/>
                  </a:lnTo>
                  <a:lnTo>
                    <a:pt x="2788127" y="0"/>
                  </a:lnTo>
                  <a:lnTo>
                    <a:pt x="2803270" y="0"/>
                  </a:lnTo>
                  <a:lnTo>
                    <a:pt x="2818430" y="0"/>
                  </a:lnTo>
                  <a:lnTo>
                    <a:pt x="2833590" y="0"/>
                  </a:lnTo>
                  <a:lnTo>
                    <a:pt x="2848734" y="0"/>
                  </a:lnTo>
                  <a:lnTo>
                    <a:pt x="2863894" y="0"/>
                  </a:lnTo>
                  <a:lnTo>
                    <a:pt x="2879038" y="0"/>
                  </a:lnTo>
                  <a:lnTo>
                    <a:pt x="2894198" y="0"/>
                  </a:lnTo>
                  <a:lnTo>
                    <a:pt x="2909341" y="0"/>
                  </a:lnTo>
                  <a:lnTo>
                    <a:pt x="2924501" y="0"/>
                  </a:lnTo>
                  <a:lnTo>
                    <a:pt x="2939645" y="0"/>
                  </a:lnTo>
                  <a:lnTo>
                    <a:pt x="2954805" y="0"/>
                  </a:lnTo>
                  <a:lnTo>
                    <a:pt x="2969965" y="0"/>
                  </a:lnTo>
                  <a:lnTo>
                    <a:pt x="2985108" y="0"/>
                  </a:lnTo>
                  <a:lnTo>
                    <a:pt x="3000268" y="0"/>
                  </a:lnTo>
                  <a:lnTo>
                    <a:pt x="3015412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E7D508A8-5D3A-6B11-9736-047DC8BB662F}"/>
                </a:ext>
              </a:extLst>
            </p:cNvPr>
            <p:cNvSpPr/>
            <p:nvPr/>
          </p:nvSpPr>
          <p:spPr>
            <a:xfrm>
              <a:off x="4018864" y="4410175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EB31E976-02C4-B22A-78FD-7A7EAE0ECE6E}"/>
              </a:ext>
            </a:extLst>
          </p:cNvPr>
          <p:cNvGrpSpPr/>
          <p:nvPr/>
        </p:nvGrpSpPr>
        <p:grpSpPr>
          <a:xfrm>
            <a:off x="917026" y="3584936"/>
            <a:ext cx="3220096" cy="464860"/>
            <a:chOff x="917026" y="3584936"/>
            <a:chExt cx="3220096" cy="464860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97785558-3436-DA26-A12A-14CA8A9BBDDA}"/>
                </a:ext>
              </a:extLst>
            </p:cNvPr>
            <p:cNvSpPr/>
            <p:nvPr/>
          </p:nvSpPr>
          <p:spPr>
            <a:xfrm>
              <a:off x="917026" y="3584936"/>
              <a:ext cx="3015411" cy="1642"/>
            </a:xfrm>
            <a:custGeom>
              <a:avLst/>
              <a:gdLst>
                <a:gd name="csX0" fmla="*/ 3015412 w 3015411"/>
                <a:gd name="csY0" fmla="*/ 0 h 1642"/>
                <a:gd name="csX1" fmla="*/ 3000268 w 3015411"/>
                <a:gd name="csY1" fmla="*/ 0 h 1642"/>
                <a:gd name="csX2" fmla="*/ 2985108 w 3015411"/>
                <a:gd name="csY2" fmla="*/ 0 h 1642"/>
                <a:gd name="csX3" fmla="*/ 2969965 w 3015411"/>
                <a:gd name="csY3" fmla="*/ 0 h 1642"/>
                <a:gd name="csX4" fmla="*/ 2954805 w 3015411"/>
                <a:gd name="csY4" fmla="*/ 0 h 1642"/>
                <a:gd name="csX5" fmla="*/ 2939645 w 3015411"/>
                <a:gd name="csY5" fmla="*/ 0 h 1642"/>
                <a:gd name="csX6" fmla="*/ 2924501 w 3015411"/>
                <a:gd name="csY6" fmla="*/ 0 h 1642"/>
                <a:gd name="csX7" fmla="*/ 2909341 w 3015411"/>
                <a:gd name="csY7" fmla="*/ 0 h 1642"/>
                <a:gd name="csX8" fmla="*/ 2894198 w 3015411"/>
                <a:gd name="csY8" fmla="*/ 0 h 1642"/>
                <a:gd name="csX9" fmla="*/ 2879038 w 3015411"/>
                <a:gd name="csY9" fmla="*/ 0 h 1642"/>
                <a:gd name="csX10" fmla="*/ 2863894 w 3015411"/>
                <a:gd name="csY10" fmla="*/ 0 h 1642"/>
                <a:gd name="csX11" fmla="*/ 2848734 w 3015411"/>
                <a:gd name="csY11" fmla="*/ 0 h 1642"/>
                <a:gd name="csX12" fmla="*/ 2833590 w 3015411"/>
                <a:gd name="csY12" fmla="*/ 0 h 1642"/>
                <a:gd name="csX13" fmla="*/ 2818430 w 3015411"/>
                <a:gd name="csY13" fmla="*/ 0 h 1642"/>
                <a:gd name="csX14" fmla="*/ 2803270 w 3015411"/>
                <a:gd name="csY14" fmla="*/ 0 h 1642"/>
                <a:gd name="csX15" fmla="*/ 2788127 w 3015411"/>
                <a:gd name="csY15" fmla="*/ 0 h 1642"/>
                <a:gd name="csX16" fmla="*/ 2772967 w 3015411"/>
                <a:gd name="csY16" fmla="*/ 0 h 1642"/>
                <a:gd name="csX17" fmla="*/ 2757823 w 3015411"/>
                <a:gd name="csY17" fmla="*/ 0 h 1642"/>
                <a:gd name="csX18" fmla="*/ 2742663 w 3015411"/>
                <a:gd name="csY18" fmla="*/ 0 h 1642"/>
                <a:gd name="csX19" fmla="*/ 2727519 w 3015411"/>
                <a:gd name="csY19" fmla="*/ 0 h 1642"/>
                <a:gd name="csX20" fmla="*/ 2712360 w 3015411"/>
                <a:gd name="csY20" fmla="*/ 0 h 1642"/>
                <a:gd name="csX21" fmla="*/ 2697200 w 3015411"/>
                <a:gd name="csY21" fmla="*/ 0 h 1642"/>
                <a:gd name="csX22" fmla="*/ 2682056 w 3015411"/>
                <a:gd name="csY22" fmla="*/ 0 h 1642"/>
                <a:gd name="csX23" fmla="*/ 2666896 w 3015411"/>
                <a:gd name="csY23" fmla="*/ 0 h 1642"/>
                <a:gd name="csX24" fmla="*/ 2651752 w 3015411"/>
                <a:gd name="csY24" fmla="*/ 0 h 1642"/>
                <a:gd name="csX25" fmla="*/ 2636592 w 3015411"/>
                <a:gd name="csY25" fmla="*/ 0 h 1642"/>
                <a:gd name="csX26" fmla="*/ 2621449 w 3015411"/>
                <a:gd name="csY26" fmla="*/ 0 h 1642"/>
                <a:gd name="csX27" fmla="*/ 2606289 w 3015411"/>
                <a:gd name="csY27" fmla="*/ 0 h 1642"/>
                <a:gd name="csX28" fmla="*/ 2591145 w 3015411"/>
                <a:gd name="csY28" fmla="*/ 0 h 1642"/>
                <a:gd name="csX29" fmla="*/ 2575985 w 3015411"/>
                <a:gd name="csY29" fmla="*/ 0 h 1642"/>
                <a:gd name="csX30" fmla="*/ 2560825 w 3015411"/>
                <a:gd name="csY30" fmla="*/ 0 h 1642"/>
                <a:gd name="csX31" fmla="*/ 2545681 w 3015411"/>
                <a:gd name="csY31" fmla="*/ 0 h 1642"/>
                <a:gd name="csX32" fmla="*/ 2530521 w 3015411"/>
                <a:gd name="csY32" fmla="*/ 0 h 1642"/>
                <a:gd name="csX33" fmla="*/ 2515378 w 3015411"/>
                <a:gd name="csY33" fmla="*/ 0 h 1642"/>
                <a:gd name="csX34" fmla="*/ 2500218 w 3015411"/>
                <a:gd name="csY34" fmla="*/ 0 h 1642"/>
                <a:gd name="csX35" fmla="*/ 2485074 w 3015411"/>
                <a:gd name="csY35" fmla="*/ 0 h 1642"/>
                <a:gd name="csX36" fmla="*/ 2469914 w 3015411"/>
                <a:gd name="csY36" fmla="*/ 0 h 1642"/>
                <a:gd name="csX37" fmla="*/ 2454754 w 3015411"/>
                <a:gd name="csY37" fmla="*/ 0 h 1642"/>
                <a:gd name="csX38" fmla="*/ 2439610 w 3015411"/>
                <a:gd name="csY38" fmla="*/ 0 h 1642"/>
                <a:gd name="csX39" fmla="*/ 2424450 w 3015411"/>
                <a:gd name="csY39" fmla="*/ 0 h 1642"/>
                <a:gd name="csX40" fmla="*/ 2409307 w 3015411"/>
                <a:gd name="csY40" fmla="*/ 0 h 1642"/>
                <a:gd name="csX41" fmla="*/ 2394147 w 3015411"/>
                <a:gd name="csY41" fmla="*/ 0 h 1642"/>
                <a:gd name="csX42" fmla="*/ 2379003 w 3015411"/>
                <a:gd name="csY42" fmla="*/ 0 h 1642"/>
                <a:gd name="csX43" fmla="*/ 2363843 w 3015411"/>
                <a:gd name="csY43" fmla="*/ 0 h 1642"/>
                <a:gd name="csX44" fmla="*/ 2348700 w 3015411"/>
                <a:gd name="csY44" fmla="*/ 0 h 1642"/>
                <a:gd name="csX45" fmla="*/ 2333540 w 3015411"/>
                <a:gd name="csY45" fmla="*/ 0 h 1642"/>
                <a:gd name="csX46" fmla="*/ 2318380 w 3015411"/>
                <a:gd name="csY46" fmla="*/ 0 h 1642"/>
                <a:gd name="csX47" fmla="*/ 2303236 w 3015411"/>
                <a:gd name="csY47" fmla="*/ 0 h 1642"/>
                <a:gd name="csX48" fmla="*/ 2288076 w 3015411"/>
                <a:gd name="csY48" fmla="*/ 0 h 1642"/>
                <a:gd name="csX49" fmla="*/ 2272932 w 3015411"/>
                <a:gd name="csY49" fmla="*/ 0 h 1642"/>
                <a:gd name="csX50" fmla="*/ 2257772 w 3015411"/>
                <a:gd name="csY50" fmla="*/ 0 h 1642"/>
                <a:gd name="csX51" fmla="*/ 2242629 w 3015411"/>
                <a:gd name="csY51" fmla="*/ 0 h 1642"/>
                <a:gd name="csX52" fmla="*/ 2227469 w 3015411"/>
                <a:gd name="csY52" fmla="*/ 0 h 1642"/>
                <a:gd name="csX53" fmla="*/ 2212309 w 3015411"/>
                <a:gd name="csY53" fmla="*/ 0 h 1642"/>
                <a:gd name="csX54" fmla="*/ 2197165 w 3015411"/>
                <a:gd name="csY54" fmla="*/ 0 h 1642"/>
                <a:gd name="csX55" fmla="*/ 2182005 w 3015411"/>
                <a:gd name="csY55" fmla="*/ 0 h 1642"/>
                <a:gd name="csX56" fmla="*/ 2166862 w 3015411"/>
                <a:gd name="csY56" fmla="*/ 0 h 1642"/>
                <a:gd name="csX57" fmla="*/ 2151702 w 3015411"/>
                <a:gd name="csY57" fmla="*/ 0 h 1642"/>
                <a:gd name="csX58" fmla="*/ 2136558 w 3015411"/>
                <a:gd name="csY58" fmla="*/ 0 h 1642"/>
                <a:gd name="csX59" fmla="*/ 2121398 w 3015411"/>
                <a:gd name="csY59" fmla="*/ 0 h 1642"/>
                <a:gd name="csX60" fmla="*/ 2106254 w 3015411"/>
                <a:gd name="csY60" fmla="*/ 0 h 1642"/>
                <a:gd name="csX61" fmla="*/ 2091094 w 3015411"/>
                <a:gd name="csY61" fmla="*/ 0 h 1642"/>
                <a:gd name="csX62" fmla="*/ 2075934 w 3015411"/>
                <a:gd name="csY62" fmla="*/ 0 h 1642"/>
                <a:gd name="csX63" fmla="*/ 2060791 w 3015411"/>
                <a:gd name="csY63" fmla="*/ 0 h 1642"/>
                <a:gd name="csX64" fmla="*/ 2045630 w 3015411"/>
                <a:gd name="csY64" fmla="*/ 0 h 1642"/>
                <a:gd name="csX65" fmla="*/ 2030487 w 3015411"/>
                <a:gd name="csY65" fmla="*/ 0 h 1642"/>
                <a:gd name="csX66" fmla="*/ 2015327 w 3015411"/>
                <a:gd name="csY66" fmla="*/ 0 h 1642"/>
                <a:gd name="csX67" fmla="*/ 2000183 w 3015411"/>
                <a:gd name="csY67" fmla="*/ 0 h 1642"/>
                <a:gd name="csX68" fmla="*/ 1985023 w 3015411"/>
                <a:gd name="csY68" fmla="*/ 0 h 1642"/>
                <a:gd name="csX69" fmla="*/ 1969863 w 3015411"/>
                <a:gd name="csY69" fmla="*/ 0 h 1642"/>
                <a:gd name="csX70" fmla="*/ 1954720 w 3015411"/>
                <a:gd name="csY70" fmla="*/ 0 h 1642"/>
                <a:gd name="csX71" fmla="*/ 1939560 w 3015411"/>
                <a:gd name="csY71" fmla="*/ 0 h 1642"/>
                <a:gd name="csX72" fmla="*/ 1924416 w 3015411"/>
                <a:gd name="csY72" fmla="*/ 0 h 1642"/>
                <a:gd name="csX73" fmla="*/ 1909256 w 3015411"/>
                <a:gd name="csY73" fmla="*/ 0 h 1642"/>
                <a:gd name="csX74" fmla="*/ 1894112 w 3015411"/>
                <a:gd name="csY74" fmla="*/ 0 h 1642"/>
                <a:gd name="csX75" fmla="*/ 1878952 w 3015411"/>
                <a:gd name="csY75" fmla="*/ 0 h 1642"/>
                <a:gd name="csX76" fmla="*/ 1863792 w 3015411"/>
                <a:gd name="csY76" fmla="*/ 0 h 1642"/>
                <a:gd name="csX77" fmla="*/ 1848649 w 3015411"/>
                <a:gd name="csY77" fmla="*/ 0 h 1642"/>
                <a:gd name="csX78" fmla="*/ 1833489 w 3015411"/>
                <a:gd name="csY78" fmla="*/ 0 h 1642"/>
                <a:gd name="csX79" fmla="*/ 1818345 w 3015411"/>
                <a:gd name="csY79" fmla="*/ 0 h 1642"/>
                <a:gd name="csX80" fmla="*/ 1803185 w 3015411"/>
                <a:gd name="csY80" fmla="*/ 0 h 1642"/>
                <a:gd name="csX81" fmla="*/ 1788042 w 3015411"/>
                <a:gd name="csY81" fmla="*/ 0 h 1642"/>
                <a:gd name="csX82" fmla="*/ 1772882 w 3015411"/>
                <a:gd name="csY82" fmla="*/ 0 h 1642"/>
                <a:gd name="csX83" fmla="*/ 1757738 w 3015411"/>
                <a:gd name="csY83" fmla="*/ 0 h 1642"/>
                <a:gd name="csX84" fmla="*/ 1742578 w 3015411"/>
                <a:gd name="csY84" fmla="*/ 0 h 1642"/>
                <a:gd name="csX85" fmla="*/ 1727418 w 3015411"/>
                <a:gd name="csY85" fmla="*/ 0 h 1642"/>
                <a:gd name="csX86" fmla="*/ 1712274 w 3015411"/>
                <a:gd name="csY86" fmla="*/ 0 h 1642"/>
                <a:gd name="csX87" fmla="*/ 1697114 w 3015411"/>
                <a:gd name="csY87" fmla="*/ 0 h 1642"/>
                <a:gd name="csX88" fmla="*/ 1681971 w 3015411"/>
                <a:gd name="csY88" fmla="*/ 0 h 1642"/>
                <a:gd name="csX89" fmla="*/ 1666811 w 3015411"/>
                <a:gd name="csY89" fmla="*/ 0 h 1642"/>
                <a:gd name="csX90" fmla="*/ 1651667 w 3015411"/>
                <a:gd name="csY90" fmla="*/ 0 h 1642"/>
                <a:gd name="csX91" fmla="*/ 1636507 w 3015411"/>
                <a:gd name="csY91" fmla="*/ 0 h 1642"/>
                <a:gd name="csX92" fmla="*/ 1621347 w 3015411"/>
                <a:gd name="csY92" fmla="*/ 0 h 1642"/>
                <a:gd name="csX93" fmla="*/ 1606204 w 3015411"/>
                <a:gd name="csY93" fmla="*/ 0 h 1642"/>
                <a:gd name="csX94" fmla="*/ 1591044 w 3015411"/>
                <a:gd name="csY94" fmla="*/ 0 h 1642"/>
                <a:gd name="csX95" fmla="*/ 1575900 w 3015411"/>
                <a:gd name="csY95" fmla="*/ 0 h 1642"/>
                <a:gd name="csX96" fmla="*/ 1560740 w 3015411"/>
                <a:gd name="csY96" fmla="*/ 0 h 1642"/>
                <a:gd name="csX97" fmla="*/ 1545596 w 3015411"/>
                <a:gd name="csY97" fmla="*/ 0 h 1642"/>
                <a:gd name="csX98" fmla="*/ 1530436 w 3015411"/>
                <a:gd name="csY98" fmla="*/ 0 h 1642"/>
                <a:gd name="csX99" fmla="*/ 1515293 w 3015411"/>
                <a:gd name="csY99" fmla="*/ 0 h 1642"/>
                <a:gd name="csX100" fmla="*/ 1500133 w 3015411"/>
                <a:gd name="csY100" fmla="*/ 0 h 1642"/>
                <a:gd name="csX101" fmla="*/ 1484973 w 3015411"/>
                <a:gd name="csY101" fmla="*/ 0 h 1642"/>
                <a:gd name="csX102" fmla="*/ 1469829 w 3015411"/>
                <a:gd name="csY102" fmla="*/ 0 h 1642"/>
                <a:gd name="csX103" fmla="*/ 1454669 w 3015411"/>
                <a:gd name="csY103" fmla="*/ 0 h 1642"/>
                <a:gd name="csX104" fmla="*/ 1439525 w 3015411"/>
                <a:gd name="csY104" fmla="*/ 0 h 1642"/>
                <a:gd name="csX105" fmla="*/ 1424365 w 3015411"/>
                <a:gd name="csY105" fmla="*/ 0 h 1642"/>
                <a:gd name="csX106" fmla="*/ 1409222 w 3015411"/>
                <a:gd name="csY106" fmla="*/ 0 h 1642"/>
                <a:gd name="csX107" fmla="*/ 1394062 w 3015411"/>
                <a:gd name="csY107" fmla="*/ 0 h 1642"/>
                <a:gd name="csX108" fmla="*/ 1378902 w 3015411"/>
                <a:gd name="csY108" fmla="*/ 0 h 1642"/>
                <a:gd name="csX109" fmla="*/ 1363758 w 3015411"/>
                <a:gd name="csY109" fmla="*/ 0 h 1642"/>
                <a:gd name="csX110" fmla="*/ 1348598 w 3015411"/>
                <a:gd name="csY110" fmla="*/ 0 h 1642"/>
                <a:gd name="csX111" fmla="*/ 1333454 w 3015411"/>
                <a:gd name="csY111" fmla="*/ 0 h 1642"/>
                <a:gd name="csX112" fmla="*/ 1318294 w 3015411"/>
                <a:gd name="csY112" fmla="*/ 0 h 1642"/>
                <a:gd name="csX113" fmla="*/ 1303151 w 3015411"/>
                <a:gd name="csY113" fmla="*/ 0 h 1642"/>
                <a:gd name="csX114" fmla="*/ 1287991 w 3015411"/>
                <a:gd name="csY114" fmla="*/ 0 h 1642"/>
                <a:gd name="csX115" fmla="*/ 1272847 w 3015411"/>
                <a:gd name="csY115" fmla="*/ 0 h 1642"/>
                <a:gd name="csX116" fmla="*/ 1257687 w 3015411"/>
                <a:gd name="csY116" fmla="*/ 0 h 1642"/>
                <a:gd name="csX117" fmla="*/ 1242527 w 3015411"/>
                <a:gd name="csY117" fmla="*/ 0 h 1642"/>
                <a:gd name="csX118" fmla="*/ 1227384 w 3015411"/>
                <a:gd name="csY118" fmla="*/ 0 h 1642"/>
                <a:gd name="csX119" fmla="*/ 1212224 w 3015411"/>
                <a:gd name="csY119" fmla="*/ 0 h 1642"/>
                <a:gd name="csX120" fmla="*/ 1197080 w 3015411"/>
                <a:gd name="csY120" fmla="*/ 0 h 1642"/>
                <a:gd name="csX121" fmla="*/ 1181923 w 3015411"/>
                <a:gd name="csY121" fmla="*/ 0 h 1642"/>
                <a:gd name="csX122" fmla="*/ 1166770 w 3015411"/>
                <a:gd name="csY122" fmla="*/ 0 h 1642"/>
                <a:gd name="csX123" fmla="*/ 1151616 w 3015411"/>
                <a:gd name="csY123" fmla="*/ 0 h 1642"/>
                <a:gd name="csX124" fmla="*/ 1136465 w 3015411"/>
                <a:gd name="csY124" fmla="*/ 0 h 1642"/>
                <a:gd name="csX125" fmla="*/ 1121311 w 3015411"/>
                <a:gd name="csY125" fmla="*/ 0 h 1642"/>
                <a:gd name="csX126" fmla="*/ 1106158 w 3015411"/>
                <a:gd name="csY126" fmla="*/ 0 h 1642"/>
                <a:gd name="csX127" fmla="*/ 1091006 w 3015411"/>
                <a:gd name="csY127" fmla="*/ 0 h 1642"/>
                <a:gd name="csX128" fmla="*/ 1075852 w 3015411"/>
                <a:gd name="csY128" fmla="*/ 0 h 1642"/>
                <a:gd name="csX129" fmla="*/ 1060699 w 3015411"/>
                <a:gd name="csY129" fmla="*/ 0 h 1642"/>
                <a:gd name="csX130" fmla="*/ 1045547 w 3015411"/>
                <a:gd name="csY130" fmla="*/ 0 h 1642"/>
                <a:gd name="csX131" fmla="*/ 1030394 w 3015411"/>
                <a:gd name="csY131" fmla="*/ 0 h 1642"/>
                <a:gd name="csX132" fmla="*/ 1015242 w 3015411"/>
                <a:gd name="csY132" fmla="*/ 0 h 1642"/>
                <a:gd name="csX133" fmla="*/ 1000088 w 3015411"/>
                <a:gd name="csY133" fmla="*/ 0 h 1642"/>
                <a:gd name="csX134" fmla="*/ 984935 w 3015411"/>
                <a:gd name="csY134" fmla="*/ 0 h 1642"/>
                <a:gd name="csX135" fmla="*/ 969783 w 3015411"/>
                <a:gd name="csY135" fmla="*/ 0 h 1642"/>
                <a:gd name="csX136" fmla="*/ 954630 w 3015411"/>
                <a:gd name="csY136" fmla="*/ 0 h 1642"/>
                <a:gd name="csX137" fmla="*/ 939476 w 3015411"/>
                <a:gd name="csY137" fmla="*/ 0 h 1642"/>
                <a:gd name="csX138" fmla="*/ 924324 w 3015411"/>
                <a:gd name="csY138" fmla="*/ 0 h 1642"/>
                <a:gd name="csX139" fmla="*/ 909171 w 3015411"/>
                <a:gd name="csY139" fmla="*/ 0 h 1642"/>
                <a:gd name="csX140" fmla="*/ 894018 w 3015411"/>
                <a:gd name="csY140" fmla="*/ 0 h 1642"/>
                <a:gd name="csX141" fmla="*/ 878866 w 3015411"/>
                <a:gd name="csY141" fmla="*/ 0 h 1642"/>
                <a:gd name="csX142" fmla="*/ 863712 w 3015411"/>
                <a:gd name="csY142" fmla="*/ 0 h 1642"/>
                <a:gd name="csX143" fmla="*/ 848560 w 3015411"/>
                <a:gd name="csY143" fmla="*/ 0 h 1642"/>
                <a:gd name="csX144" fmla="*/ 833407 w 3015411"/>
                <a:gd name="csY144" fmla="*/ 0 h 1642"/>
                <a:gd name="csX145" fmla="*/ 818254 w 3015411"/>
                <a:gd name="csY145" fmla="*/ 0 h 1642"/>
                <a:gd name="csX146" fmla="*/ 803102 w 3015411"/>
                <a:gd name="csY146" fmla="*/ 0 h 1642"/>
                <a:gd name="csX147" fmla="*/ 787948 w 3015411"/>
                <a:gd name="csY147" fmla="*/ 0 h 1642"/>
                <a:gd name="csX148" fmla="*/ 772795 w 3015411"/>
                <a:gd name="csY148" fmla="*/ 0 h 1642"/>
                <a:gd name="csX149" fmla="*/ 757643 w 3015411"/>
                <a:gd name="csY149" fmla="*/ 0 h 1642"/>
                <a:gd name="csX150" fmla="*/ 742490 w 3015411"/>
                <a:gd name="csY150" fmla="*/ 0 h 1642"/>
                <a:gd name="csX151" fmla="*/ 727338 w 3015411"/>
                <a:gd name="csY151" fmla="*/ 0 h 1642"/>
                <a:gd name="csX152" fmla="*/ 712184 w 3015411"/>
                <a:gd name="csY152" fmla="*/ 0 h 1642"/>
                <a:gd name="csX153" fmla="*/ 697031 w 3015411"/>
                <a:gd name="csY153" fmla="*/ 0 h 1642"/>
                <a:gd name="csX154" fmla="*/ 681879 w 3015411"/>
                <a:gd name="csY154" fmla="*/ 0 h 1642"/>
                <a:gd name="csX155" fmla="*/ 666726 w 3015411"/>
                <a:gd name="csY155" fmla="*/ 0 h 1642"/>
                <a:gd name="csX156" fmla="*/ 651572 w 3015411"/>
                <a:gd name="csY156" fmla="*/ 0 h 1642"/>
                <a:gd name="csX157" fmla="*/ 636420 w 3015411"/>
                <a:gd name="csY157" fmla="*/ 0 h 1642"/>
                <a:gd name="csX158" fmla="*/ 621267 w 3015411"/>
                <a:gd name="csY158" fmla="*/ 0 h 1642"/>
                <a:gd name="csX159" fmla="*/ 606113 w 3015411"/>
                <a:gd name="csY159" fmla="*/ 0 h 1642"/>
                <a:gd name="csX160" fmla="*/ 590962 w 3015411"/>
                <a:gd name="csY160" fmla="*/ 0 h 1642"/>
                <a:gd name="csX161" fmla="*/ 575808 w 3015411"/>
                <a:gd name="csY161" fmla="*/ 0 h 1642"/>
                <a:gd name="csX162" fmla="*/ 560656 w 3015411"/>
                <a:gd name="csY162" fmla="*/ 0 h 1642"/>
                <a:gd name="csX163" fmla="*/ 545503 w 3015411"/>
                <a:gd name="csY163" fmla="*/ 0 h 1642"/>
                <a:gd name="csX164" fmla="*/ 530349 w 3015411"/>
                <a:gd name="csY164" fmla="*/ 0 h 1642"/>
                <a:gd name="csX165" fmla="*/ 515198 w 3015411"/>
                <a:gd name="csY165" fmla="*/ 0 h 1642"/>
                <a:gd name="csX166" fmla="*/ 500044 w 3015411"/>
                <a:gd name="csY166" fmla="*/ 0 h 1642"/>
                <a:gd name="csX167" fmla="*/ 484891 w 3015411"/>
                <a:gd name="csY167" fmla="*/ 0 h 1642"/>
                <a:gd name="csX168" fmla="*/ 469739 w 3015411"/>
                <a:gd name="csY168" fmla="*/ 0 h 1642"/>
                <a:gd name="csX169" fmla="*/ 454585 w 3015411"/>
                <a:gd name="csY169" fmla="*/ 0 h 1642"/>
                <a:gd name="csX170" fmla="*/ 439432 w 3015411"/>
                <a:gd name="csY170" fmla="*/ 0 h 1642"/>
                <a:gd name="csX171" fmla="*/ 424280 w 3015411"/>
                <a:gd name="csY171" fmla="*/ 0 h 1642"/>
                <a:gd name="csX172" fmla="*/ 409127 w 3015411"/>
                <a:gd name="csY172" fmla="*/ 0 h 1642"/>
                <a:gd name="csX173" fmla="*/ 393975 w 3015411"/>
                <a:gd name="csY173" fmla="*/ 0 h 1642"/>
                <a:gd name="csX174" fmla="*/ 378822 w 3015411"/>
                <a:gd name="csY174" fmla="*/ 0 h 1642"/>
                <a:gd name="csX175" fmla="*/ 363668 w 3015411"/>
                <a:gd name="csY175" fmla="*/ 0 h 1642"/>
                <a:gd name="csX176" fmla="*/ 348516 w 3015411"/>
                <a:gd name="csY176" fmla="*/ 0 h 1642"/>
                <a:gd name="csX177" fmla="*/ 333363 w 3015411"/>
                <a:gd name="csY177" fmla="*/ 0 h 1642"/>
                <a:gd name="csX178" fmla="*/ 318209 w 3015411"/>
                <a:gd name="csY178" fmla="*/ 0 h 1642"/>
                <a:gd name="csX179" fmla="*/ 303058 w 3015411"/>
                <a:gd name="csY179" fmla="*/ 0 h 1642"/>
                <a:gd name="csX180" fmla="*/ 287904 w 3015411"/>
                <a:gd name="csY180" fmla="*/ 0 h 1642"/>
                <a:gd name="csX181" fmla="*/ 272752 w 3015411"/>
                <a:gd name="csY181" fmla="*/ 0 h 1642"/>
                <a:gd name="csX182" fmla="*/ 257599 w 3015411"/>
                <a:gd name="csY182" fmla="*/ 0 h 1642"/>
                <a:gd name="csX183" fmla="*/ 242445 w 3015411"/>
                <a:gd name="csY183" fmla="*/ 0 h 1642"/>
                <a:gd name="csX184" fmla="*/ 227294 w 3015411"/>
                <a:gd name="csY184" fmla="*/ 0 h 1642"/>
                <a:gd name="csX185" fmla="*/ 212140 w 3015411"/>
                <a:gd name="csY185" fmla="*/ 0 h 1642"/>
                <a:gd name="csX186" fmla="*/ 196987 w 3015411"/>
                <a:gd name="csY186" fmla="*/ 0 h 1642"/>
                <a:gd name="csX187" fmla="*/ 181835 w 3015411"/>
                <a:gd name="csY187" fmla="*/ 0 h 1642"/>
                <a:gd name="csX188" fmla="*/ 166681 w 3015411"/>
                <a:gd name="csY188" fmla="*/ 0 h 1642"/>
                <a:gd name="csX189" fmla="*/ 151528 w 3015411"/>
                <a:gd name="csY189" fmla="*/ 0 h 1642"/>
                <a:gd name="csX190" fmla="*/ 136376 w 3015411"/>
                <a:gd name="csY190" fmla="*/ 0 h 1642"/>
                <a:gd name="csX191" fmla="*/ 121223 w 3015411"/>
                <a:gd name="csY191" fmla="*/ 0 h 1642"/>
                <a:gd name="csX192" fmla="*/ 106071 w 3015411"/>
                <a:gd name="csY192" fmla="*/ 0 h 1642"/>
                <a:gd name="csX193" fmla="*/ 90917 w 3015411"/>
                <a:gd name="csY193" fmla="*/ 0 h 1642"/>
                <a:gd name="csX194" fmla="*/ 75764 w 3015411"/>
                <a:gd name="csY194" fmla="*/ 0 h 1642"/>
                <a:gd name="csX195" fmla="*/ 60612 w 3015411"/>
                <a:gd name="csY195" fmla="*/ 0 h 1642"/>
                <a:gd name="csX196" fmla="*/ 45459 w 3015411"/>
                <a:gd name="csY196" fmla="*/ 0 h 1642"/>
                <a:gd name="csX197" fmla="*/ 30305 w 3015411"/>
                <a:gd name="csY197" fmla="*/ 0 h 1642"/>
                <a:gd name="csX198" fmla="*/ 15153 w 3015411"/>
                <a:gd name="csY198" fmla="*/ 0 h 1642"/>
                <a:gd name="csX199" fmla="*/ 0 w 3015411"/>
                <a:gd name="csY199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</a:cxnLst>
              <a:rect l="l" t="t" r="r" b="b"/>
              <a:pathLst>
                <a:path w="3015411" h="1642">
                  <a:moveTo>
                    <a:pt x="3015412" y="0"/>
                  </a:moveTo>
                  <a:lnTo>
                    <a:pt x="3000268" y="0"/>
                  </a:lnTo>
                  <a:lnTo>
                    <a:pt x="2985108" y="0"/>
                  </a:lnTo>
                  <a:lnTo>
                    <a:pt x="2969965" y="0"/>
                  </a:lnTo>
                  <a:lnTo>
                    <a:pt x="2954805" y="0"/>
                  </a:lnTo>
                  <a:lnTo>
                    <a:pt x="2939645" y="0"/>
                  </a:lnTo>
                  <a:lnTo>
                    <a:pt x="2924501" y="0"/>
                  </a:lnTo>
                  <a:lnTo>
                    <a:pt x="2909341" y="0"/>
                  </a:lnTo>
                  <a:lnTo>
                    <a:pt x="2894198" y="0"/>
                  </a:lnTo>
                  <a:lnTo>
                    <a:pt x="2879038" y="0"/>
                  </a:lnTo>
                  <a:lnTo>
                    <a:pt x="2863894" y="0"/>
                  </a:lnTo>
                  <a:lnTo>
                    <a:pt x="2848734" y="0"/>
                  </a:lnTo>
                  <a:lnTo>
                    <a:pt x="2833590" y="0"/>
                  </a:lnTo>
                  <a:lnTo>
                    <a:pt x="2818430" y="0"/>
                  </a:lnTo>
                  <a:lnTo>
                    <a:pt x="2803270" y="0"/>
                  </a:lnTo>
                  <a:lnTo>
                    <a:pt x="2788127" y="0"/>
                  </a:lnTo>
                  <a:lnTo>
                    <a:pt x="2772967" y="0"/>
                  </a:lnTo>
                  <a:lnTo>
                    <a:pt x="2757823" y="0"/>
                  </a:lnTo>
                  <a:lnTo>
                    <a:pt x="2742663" y="0"/>
                  </a:lnTo>
                  <a:lnTo>
                    <a:pt x="2727519" y="0"/>
                  </a:lnTo>
                  <a:lnTo>
                    <a:pt x="2712360" y="0"/>
                  </a:lnTo>
                  <a:lnTo>
                    <a:pt x="2697200" y="0"/>
                  </a:lnTo>
                  <a:lnTo>
                    <a:pt x="2682056" y="0"/>
                  </a:lnTo>
                  <a:lnTo>
                    <a:pt x="2666896" y="0"/>
                  </a:lnTo>
                  <a:lnTo>
                    <a:pt x="2651752" y="0"/>
                  </a:lnTo>
                  <a:lnTo>
                    <a:pt x="2636592" y="0"/>
                  </a:lnTo>
                  <a:lnTo>
                    <a:pt x="2621449" y="0"/>
                  </a:lnTo>
                  <a:lnTo>
                    <a:pt x="2606289" y="0"/>
                  </a:lnTo>
                  <a:lnTo>
                    <a:pt x="2591145" y="0"/>
                  </a:lnTo>
                  <a:lnTo>
                    <a:pt x="2575985" y="0"/>
                  </a:lnTo>
                  <a:lnTo>
                    <a:pt x="2560825" y="0"/>
                  </a:lnTo>
                  <a:lnTo>
                    <a:pt x="2545681" y="0"/>
                  </a:lnTo>
                  <a:lnTo>
                    <a:pt x="2530521" y="0"/>
                  </a:lnTo>
                  <a:lnTo>
                    <a:pt x="2515378" y="0"/>
                  </a:lnTo>
                  <a:lnTo>
                    <a:pt x="2500218" y="0"/>
                  </a:lnTo>
                  <a:lnTo>
                    <a:pt x="2485074" y="0"/>
                  </a:lnTo>
                  <a:lnTo>
                    <a:pt x="2469914" y="0"/>
                  </a:lnTo>
                  <a:lnTo>
                    <a:pt x="2454754" y="0"/>
                  </a:lnTo>
                  <a:lnTo>
                    <a:pt x="2439610" y="0"/>
                  </a:lnTo>
                  <a:lnTo>
                    <a:pt x="2424450" y="0"/>
                  </a:lnTo>
                  <a:lnTo>
                    <a:pt x="2409307" y="0"/>
                  </a:lnTo>
                  <a:lnTo>
                    <a:pt x="2394147" y="0"/>
                  </a:lnTo>
                  <a:lnTo>
                    <a:pt x="2379003" y="0"/>
                  </a:lnTo>
                  <a:lnTo>
                    <a:pt x="2363843" y="0"/>
                  </a:lnTo>
                  <a:lnTo>
                    <a:pt x="2348700" y="0"/>
                  </a:lnTo>
                  <a:lnTo>
                    <a:pt x="2333540" y="0"/>
                  </a:lnTo>
                  <a:lnTo>
                    <a:pt x="2318380" y="0"/>
                  </a:lnTo>
                  <a:lnTo>
                    <a:pt x="2303236" y="0"/>
                  </a:lnTo>
                  <a:lnTo>
                    <a:pt x="2288076" y="0"/>
                  </a:lnTo>
                  <a:lnTo>
                    <a:pt x="2272932" y="0"/>
                  </a:lnTo>
                  <a:lnTo>
                    <a:pt x="2257772" y="0"/>
                  </a:lnTo>
                  <a:lnTo>
                    <a:pt x="2242629" y="0"/>
                  </a:lnTo>
                  <a:lnTo>
                    <a:pt x="2227469" y="0"/>
                  </a:lnTo>
                  <a:lnTo>
                    <a:pt x="2212309" y="0"/>
                  </a:lnTo>
                  <a:lnTo>
                    <a:pt x="2197165" y="0"/>
                  </a:lnTo>
                  <a:lnTo>
                    <a:pt x="2182005" y="0"/>
                  </a:lnTo>
                  <a:lnTo>
                    <a:pt x="2166862" y="0"/>
                  </a:lnTo>
                  <a:lnTo>
                    <a:pt x="2151702" y="0"/>
                  </a:lnTo>
                  <a:lnTo>
                    <a:pt x="2136558" y="0"/>
                  </a:lnTo>
                  <a:lnTo>
                    <a:pt x="2121398" y="0"/>
                  </a:lnTo>
                  <a:lnTo>
                    <a:pt x="2106254" y="0"/>
                  </a:lnTo>
                  <a:lnTo>
                    <a:pt x="2091094" y="0"/>
                  </a:lnTo>
                  <a:lnTo>
                    <a:pt x="2075934" y="0"/>
                  </a:lnTo>
                  <a:lnTo>
                    <a:pt x="2060791" y="0"/>
                  </a:lnTo>
                  <a:lnTo>
                    <a:pt x="2045630" y="0"/>
                  </a:lnTo>
                  <a:lnTo>
                    <a:pt x="2030487" y="0"/>
                  </a:lnTo>
                  <a:lnTo>
                    <a:pt x="2015327" y="0"/>
                  </a:lnTo>
                  <a:lnTo>
                    <a:pt x="2000183" y="0"/>
                  </a:lnTo>
                  <a:lnTo>
                    <a:pt x="1985023" y="0"/>
                  </a:lnTo>
                  <a:lnTo>
                    <a:pt x="1969863" y="0"/>
                  </a:lnTo>
                  <a:lnTo>
                    <a:pt x="1954720" y="0"/>
                  </a:lnTo>
                  <a:lnTo>
                    <a:pt x="1939560" y="0"/>
                  </a:lnTo>
                  <a:lnTo>
                    <a:pt x="1924416" y="0"/>
                  </a:lnTo>
                  <a:lnTo>
                    <a:pt x="1909256" y="0"/>
                  </a:lnTo>
                  <a:lnTo>
                    <a:pt x="1894112" y="0"/>
                  </a:lnTo>
                  <a:lnTo>
                    <a:pt x="1878952" y="0"/>
                  </a:lnTo>
                  <a:lnTo>
                    <a:pt x="1863792" y="0"/>
                  </a:lnTo>
                  <a:lnTo>
                    <a:pt x="1848649" y="0"/>
                  </a:lnTo>
                  <a:lnTo>
                    <a:pt x="1833489" y="0"/>
                  </a:lnTo>
                  <a:lnTo>
                    <a:pt x="1818345" y="0"/>
                  </a:lnTo>
                  <a:lnTo>
                    <a:pt x="1803185" y="0"/>
                  </a:lnTo>
                  <a:lnTo>
                    <a:pt x="1788042" y="0"/>
                  </a:lnTo>
                  <a:lnTo>
                    <a:pt x="1772882" y="0"/>
                  </a:lnTo>
                  <a:lnTo>
                    <a:pt x="1757738" y="0"/>
                  </a:lnTo>
                  <a:lnTo>
                    <a:pt x="1742578" y="0"/>
                  </a:lnTo>
                  <a:lnTo>
                    <a:pt x="1727418" y="0"/>
                  </a:lnTo>
                  <a:lnTo>
                    <a:pt x="1712274" y="0"/>
                  </a:lnTo>
                  <a:lnTo>
                    <a:pt x="1697114" y="0"/>
                  </a:lnTo>
                  <a:lnTo>
                    <a:pt x="1681971" y="0"/>
                  </a:lnTo>
                  <a:lnTo>
                    <a:pt x="1666811" y="0"/>
                  </a:lnTo>
                  <a:lnTo>
                    <a:pt x="1651667" y="0"/>
                  </a:lnTo>
                  <a:lnTo>
                    <a:pt x="1636507" y="0"/>
                  </a:lnTo>
                  <a:lnTo>
                    <a:pt x="1621347" y="0"/>
                  </a:lnTo>
                  <a:lnTo>
                    <a:pt x="1606204" y="0"/>
                  </a:lnTo>
                  <a:lnTo>
                    <a:pt x="1591044" y="0"/>
                  </a:lnTo>
                  <a:lnTo>
                    <a:pt x="1575900" y="0"/>
                  </a:lnTo>
                  <a:lnTo>
                    <a:pt x="1560740" y="0"/>
                  </a:lnTo>
                  <a:lnTo>
                    <a:pt x="1545596" y="0"/>
                  </a:lnTo>
                  <a:lnTo>
                    <a:pt x="1530436" y="0"/>
                  </a:lnTo>
                  <a:lnTo>
                    <a:pt x="1515293" y="0"/>
                  </a:lnTo>
                  <a:lnTo>
                    <a:pt x="1500133" y="0"/>
                  </a:lnTo>
                  <a:lnTo>
                    <a:pt x="1484973" y="0"/>
                  </a:lnTo>
                  <a:lnTo>
                    <a:pt x="1469829" y="0"/>
                  </a:lnTo>
                  <a:lnTo>
                    <a:pt x="1454669" y="0"/>
                  </a:lnTo>
                  <a:lnTo>
                    <a:pt x="1439525" y="0"/>
                  </a:lnTo>
                  <a:lnTo>
                    <a:pt x="1424365" y="0"/>
                  </a:lnTo>
                  <a:lnTo>
                    <a:pt x="1409222" y="0"/>
                  </a:lnTo>
                  <a:lnTo>
                    <a:pt x="1394062" y="0"/>
                  </a:lnTo>
                  <a:lnTo>
                    <a:pt x="1378902" y="0"/>
                  </a:lnTo>
                  <a:lnTo>
                    <a:pt x="1363758" y="0"/>
                  </a:lnTo>
                  <a:lnTo>
                    <a:pt x="1348598" y="0"/>
                  </a:lnTo>
                  <a:lnTo>
                    <a:pt x="1333454" y="0"/>
                  </a:lnTo>
                  <a:lnTo>
                    <a:pt x="1318294" y="0"/>
                  </a:lnTo>
                  <a:lnTo>
                    <a:pt x="1303151" y="0"/>
                  </a:lnTo>
                  <a:lnTo>
                    <a:pt x="1287991" y="0"/>
                  </a:lnTo>
                  <a:lnTo>
                    <a:pt x="1272847" y="0"/>
                  </a:lnTo>
                  <a:lnTo>
                    <a:pt x="1257687" y="0"/>
                  </a:lnTo>
                  <a:lnTo>
                    <a:pt x="1242527" y="0"/>
                  </a:lnTo>
                  <a:lnTo>
                    <a:pt x="1227384" y="0"/>
                  </a:lnTo>
                  <a:lnTo>
                    <a:pt x="1212224" y="0"/>
                  </a:lnTo>
                  <a:lnTo>
                    <a:pt x="1197080" y="0"/>
                  </a:lnTo>
                  <a:lnTo>
                    <a:pt x="1181923" y="0"/>
                  </a:lnTo>
                  <a:lnTo>
                    <a:pt x="1166770" y="0"/>
                  </a:lnTo>
                  <a:lnTo>
                    <a:pt x="1151616" y="0"/>
                  </a:lnTo>
                  <a:lnTo>
                    <a:pt x="1136465" y="0"/>
                  </a:lnTo>
                  <a:lnTo>
                    <a:pt x="1121311" y="0"/>
                  </a:lnTo>
                  <a:lnTo>
                    <a:pt x="1106158" y="0"/>
                  </a:lnTo>
                  <a:lnTo>
                    <a:pt x="1091006" y="0"/>
                  </a:lnTo>
                  <a:lnTo>
                    <a:pt x="1075852" y="0"/>
                  </a:lnTo>
                  <a:lnTo>
                    <a:pt x="1060699" y="0"/>
                  </a:lnTo>
                  <a:lnTo>
                    <a:pt x="1045547" y="0"/>
                  </a:lnTo>
                  <a:lnTo>
                    <a:pt x="1030394" y="0"/>
                  </a:lnTo>
                  <a:lnTo>
                    <a:pt x="1015242" y="0"/>
                  </a:lnTo>
                  <a:lnTo>
                    <a:pt x="1000088" y="0"/>
                  </a:lnTo>
                  <a:lnTo>
                    <a:pt x="984935" y="0"/>
                  </a:lnTo>
                  <a:lnTo>
                    <a:pt x="969783" y="0"/>
                  </a:lnTo>
                  <a:lnTo>
                    <a:pt x="954630" y="0"/>
                  </a:lnTo>
                  <a:lnTo>
                    <a:pt x="939476" y="0"/>
                  </a:lnTo>
                  <a:lnTo>
                    <a:pt x="924324" y="0"/>
                  </a:lnTo>
                  <a:lnTo>
                    <a:pt x="909171" y="0"/>
                  </a:lnTo>
                  <a:lnTo>
                    <a:pt x="894018" y="0"/>
                  </a:lnTo>
                  <a:lnTo>
                    <a:pt x="878866" y="0"/>
                  </a:lnTo>
                  <a:lnTo>
                    <a:pt x="863712" y="0"/>
                  </a:lnTo>
                  <a:lnTo>
                    <a:pt x="848560" y="0"/>
                  </a:lnTo>
                  <a:lnTo>
                    <a:pt x="833407" y="0"/>
                  </a:lnTo>
                  <a:lnTo>
                    <a:pt x="818254" y="0"/>
                  </a:lnTo>
                  <a:lnTo>
                    <a:pt x="803102" y="0"/>
                  </a:lnTo>
                  <a:lnTo>
                    <a:pt x="787948" y="0"/>
                  </a:lnTo>
                  <a:lnTo>
                    <a:pt x="772795" y="0"/>
                  </a:lnTo>
                  <a:lnTo>
                    <a:pt x="757643" y="0"/>
                  </a:lnTo>
                  <a:lnTo>
                    <a:pt x="742490" y="0"/>
                  </a:lnTo>
                  <a:lnTo>
                    <a:pt x="727338" y="0"/>
                  </a:lnTo>
                  <a:lnTo>
                    <a:pt x="712184" y="0"/>
                  </a:lnTo>
                  <a:lnTo>
                    <a:pt x="697031" y="0"/>
                  </a:lnTo>
                  <a:lnTo>
                    <a:pt x="681879" y="0"/>
                  </a:lnTo>
                  <a:lnTo>
                    <a:pt x="666726" y="0"/>
                  </a:lnTo>
                  <a:lnTo>
                    <a:pt x="651572" y="0"/>
                  </a:lnTo>
                  <a:lnTo>
                    <a:pt x="636420" y="0"/>
                  </a:lnTo>
                  <a:lnTo>
                    <a:pt x="621267" y="0"/>
                  </a:lnTo>
                  <a:lnTo>
                    <a:pt x="606113" y="0"/>
                  </a:lnTo>
                  <a:lnTo>
                    <a:pt x="590962" y="0"/>
                  </a:lnTo>
                  <a:lnTo>
                    <a:pt x="575808" y="0"/>
                  </a:lnTo>
                  <a:lnTo>
                    <a:pt x="560656" y="0"/>
                  </a:lnTo>
                  <a:lnTo>
                    <a:pt x="545503" y="0"/>
                  </a:lnTo>
                  <a:lnTo>
                    <a:pt x="530349" y="0"/>
                  </a:lnTo>
                  <a:lnTo>
                    <a:pt x="515198" y="0"/>
                  </a:lnTo>
                  <a:lnTo>
                    <a:pt x="500044" y="0"/>
                  </a:lnTo>
                  <a:lnTo>
                    <a:pt x="484891" y="0"/>
                  </a:lnTo>
                  <a:lnTo>
                    <a:pt x="469739" y="0"/>
                  </a:lnTo>
                  <a:lnTo>
                    <a:pt x="454585" y="0"/>
                  </a:lnTo>
                  <a:lnTo>
                    <a:pt x="439432" y="0"/>
                  </a:lnTo>
                  <a:lnTo>
                    <a:pt x="424280" y="0"/>
                  </a:lnTo>
                  <a:lnTo>
                    <a:pt x="409127" y="0"/>
                  </a:lnTo>
                  <a:lnTo>
                    <a:pt x="393975" y="0"/>
                  </a:lnTo>
                  <a:lnTo>
                    <a:pt x="378822" y="0"/>
                  </a:lnTo>
                  <a:lnTo>
                    <a:pt x="363668" y="0"/>
                  </a:lnTo>
                  <a:lnTo>
                    <a:pt x="348516" y="0"/>
                  </a:lnTo>
                  <a:lnTo>
                    <a:pt x="333363" y="0"/>
                  </a:lnTo>
                  <a:lnTo>
                    <a:pt x="318209" y="0"/>
                  </a:lnTo>
                  <a:lnTo>
                    <a:pt x="303058" y="0"/>
                  </a:lnTo>
                  <a:lnTo>
                    <a:pt x="287904" y="0"/>
                  </a:lnTo>
                  <a:lnTo>
                    <a:pt x="272752" y="0"/>
                  </a:lnTo>
                  <a:lnTo>
                    <a:pt x="257599" y="0"/>
                  </a:lnTo>
                  <a:lnTo>
                    <a:pt x="242445" y="0"/>
                  </a:lnTo>
                  <a:lnTo>
                    <a:pt x="227294" y="0"/>
                  </a:lnTo>
                  <a:lnTo>
                    <a:pt x="212140" y="0"/>
                  </a:lnTo>
                  <a:lnTo>
                    <a:pt x="196987" y="0"/>
                  </a:lnTo>
                  <a:lnTo>
                    <a:pt x="181835" y="0"/>
                  </a:lnTo>
                  <a:lnTo>
                    <a:pt x="166681" y="0"/>
                  </a:lnTo>
                  <a:lnTo>
                    <a:pt x="151528" y="0"/>
                  </a:lnTo>
                  <a:lnTo>
                    <a:pt x="136376" y="0"/>
                  </a:lnTo>
                  <a:lnTo>
                    <a:pt x="121223" y="0"/>
                  </a:lnTo>
                  <a:lnTo>
                    <a:pt x="106071" y="0"/>
                  </a:lnTo>
                  <a:lnTo>
                    <a:pt x="90917" y="0"/>
                  </a:lnTo>
                  <a:lnTo>
                    <a:pt x="75764" y="0"/>
                  </a:lnTo>
                  <a:lnTo>
                    <a:pt x="60612" y="0"/>
                  </a:lnTo>
                  <a:lnTo>
                    <a:pt x="45459" y="0"/>
                  </a:lnTo>
                  <a:lnTo>
                    <a:pt x="30305" y="0"/>
                  </a:lnTo>
                  <a:lnTo>
                    <a:pt x="15153" y="0"/>
                  </a:lnTo>
                  <a:lnTo>
                    <a:pt x="0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E1C76E5-5924-59F9-04D0-CCFD752D54DA}"/>
                </a:ext>
              </a:extLst>
            </p:cNvPr>
            <p:cNvSpPr/>
            <p:nvPr/>
          </p:nvSpPr>
          <p:spPr>
            <a:xfrm>
              <a:off x="4018864" y="4048154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51C849C-D6E3-7E8A-CF2A-AF17B98BF575}"/>
              </a:ext>
            </a:extLst>
          </p:cNvPr>
          <p:cNvGrpSpPr/>
          <p:nvPr/>
        </p:nvGrpSpPr>
        <p:grpSpPr>
          <a:xfrm>
            <a:off x="917026" y="3011984"/>
            <a:ext cx="3220096" cy="313763"/>
            <a:chOff x="917026" y="3011984"/>
            <a:chExt cx="3220096" cy="313763"/>
          </a:xfrm>
        </p:grpSpPr>
        <p:sp>
          <p:nvSpPr>
            <p:cNvPr id="277" name="Freeform 276">
              <a:extLst>
                <a:ext uri="{FF2B5EF4-FFF2-40B4-BE49-F238E27FC236}">
                  <a16:creationId xmlns:a16="http://schemas.microsoft.com/office/drawing/2014/main" id="{C7CB73E8-51A4-FCB6-CDC6-5B3003CC86F7}"/>
                </a:ext>
              </a:extLst>
            </p:cNvPr>
            <p:cNvSpPr/>
            <p:nvPr/>
          </p:nvSpPr>
          <p:spPr>
            <a:xfrm>
              <a:off x="917026" y="3011984"/>
              <a:ext cx="3015411" cy="1642"/>
            </a:xfrm>
            <a:custGeom>
              <a:avLst/>
              <a:gdLst>
                <a:gd name="csX0" fmla="*/ 0 w 3015411"/>
                <a:gd name="csY0" fmla="*/ 0 h 1642"/>
                <a:gd name="csX1" fmla="*/ 15153 w 3015411"/>
                <a:gd name="csY1" fmla="*/ 0 h 1642"/>
                <a:gd name="csX2" fmla="*/ 30305 w 3015411"/>
                <a:gd name="csY2" fmla="*/ 0 h 1642"/>
                <a:gd name="csX3" fmla="*/ 45459 w 3015411"/>
                <a:gd name="csY3" fmla="*/ 0 h 1642"/>
                <a:gd name="csX4" fmla="*/ 60612 w 3015411"/>
                <a:gd name="csY4" fmla="*/ 0 h 1642"/>
                <a:gd name="csX5" fmla="*/ 75764 w 3015411"/>
                <a:gd name="csY5" fmla="*/ 0 h 1642"/>
                <a:gd name="csX6" fmla="*/ 90917 w 3015411"/>
                <a:gd name="csY6" fmla="*/ 0 h 1642"/>
                <a:gd name="csX7" fmla="*/ 106071 w 3015411"/>
                <a:gd name="csY7" fmla="*/ 0 h 1642"/>
                <a:gd name="csX8" fmla="*/ 121223 w 3015411"/>
                <a:gd name="csY8" fmla="*/ 0 h 1642"/>
                <a:gd name="csX9" fmla="*/ 136376 w 3015411"/>
                <a:gd name="csY9" fmla="*/ 0 h 1642"/>
                <a:gd name="csX10" fmla="*/ 151528 w 3015411"/>
                <a:gd name="csY10" fmla="*/ 0 h 1642"/>
                <a:gd name="csX11" fmla="*/ 166681 w 3015411"/>
                <a:gd name="csY11" fmla="*/ 0 h 1642"/>
                <a:gd name="csX12" fmla="*/ 181835 w 3015411"/>
                <a:gd name="csY12" fmla="*/ 0 h 1642"/>
                <a:gd name="csX13" fmla="*/ 196987 w 3015411"/>
                <a:gd name="csY13" fmla="*/ 0 h 1642"/>
                <a:gd name="csX14" fmla="*/ 212140 w 3015411"/>
                <a:gd name="csY14" fmla="*/ 0 h 1642"/>
                <a:gd name="csX15" fmla="*/ 227294 w 3015411"/>
                <a:gd name="csY15" fmla="*/ 0 h 1642"/>
                <a:gd name="csX16" fmla="*/ 242445 w 3015411"/>
                <a:gd name="csY16" fmla="*/ 0 h 1642"/>
                <a:gd name="csX17" fmla="*/ 257599 w 3015411"/>
                <a:gd name="csY17" fmla="*/ 0 h 1642"/>
                <a:gd name="csX18" fmla="*/ 272752 w 3015411"/>
                <a:gd name="csY18" fmla="*/ 0 h 1642"/>
                <a:gd name="csX19" fmla="*/ 287904 w 3015411"/>
                <a:gd name="csY19" fmla="*/ 0 h 1642"/>
                <a:gd name="csX20" fmla="*/ 303058 w 3015411"/>
                <a:gd name="csY20" fmla="*/ 0 h 1642"/>
                <a:gd name="csX21" fmla="*/ 318209 w 3015411"/>
                <a:gd name="csY21" fmla="*/ 0 h 1642"/>
                <a:gd name="csX22" fmla="*/ 333363 w 3015411"/>
                <a:gd name="csY22" fmla="*/ 0 h 1642"/>
                <a:gd name="csX23" fmla="*/ 348516 w 3015411"/>
                <a:gd name="csY23" fmla="*/ 0 h 1642"/>
                <a:gd name="csX24" fmla="*/ 363668 w 3015411"/>
                <a:gd name="csY24" fmla="*/ 0 h 1642"/>
                <a:gd name="csX25" fmla="*/ 378822 w 3015411"/>
                <a:gd name="csY25" fmla="*/ 0 h 1642"/>
                <a:gd name="csX26" fmla="*/ 393975 w 3015411"/>
                <a:gd name="csY26" fmla="*/ 0 h 1642"/>
                <a:gd name="csX27" fmla="*/ 409127 w 3015411"/>
                <a:gd name="csY27" fmla="*/ 0 h 1642"/>
                <a:gd name="csX28" fmla="*/ 424280 w 3015411"/>
                <a:gd name="csY28" fmla="*/ 0 h 1642"/>
                <a:gd name="csX29" fmla="*/ 439432 w 3015411"/>
                <a:gd name="csY29" fmla="*/ 0 h 1642"/>
                <a:gd name="csX30" fmla="*/ 454585 w 3015411"/>
                <a:gd name="csY30" fmla="*/ 0 h 1642"/>
                <a:gd name="csX31" fmla="*/ 469739 w 3015411"/>
                <a:gd name="csY31" fmla="*/ 0 h 1642"/>
                <a:gd name="csX32" fmla="*/ 484891 w 3015411"/>
                <a:gd name="csY32" fmla="*/ 0 h 1642"/>
                <a:gd name="csX33" fmla="*/ 500044 w 3015411"/>
                <a:gd name="csY33" fmla="*/ 0 h 1642"/>
                <a:gd name="csX34" fmla="*/ 515198 w 3015411"/>
                <a:gd name="csY34" fmla="*/ 0 h 1642"/>
                <a:gd name="csX35" fmla="*/ 530349 w 3015411"/>
                <a:gd name="csY35" fmla="*/ 0 h 1642"/>
                <a:gd name="csX36" fmla="*/ 545503 w 3015411"/>
                <a:gd name="csY36" fmla="*/ 0 h 1642"/>
                <a:gd name="csX37" fmla="*/ 560656 w 3015411"/>
                <a:gd name="csY37" fmla="*/ 0 h 1642"/>
                <a:gd name="csX38" fmla="*/ 575808 w 3015411"/>
                <a:gd name="csY38" fmla="*/ 0 h 1642"/>
                <a:gd name="csX39" fmla="*/ 590962 w 3015411"/>
                <a:gd name="csY39" fmla="*/ 0 h 1642"/>
                <a:gd name="csX40" fmla="*/ 606113 w 3015411"/>
                <a:gd name="csY40" fmla="*/ 0 h 1642"/>
                <a:gd name="csX41" fmla="*/ 621267 w 3015411"/>
                <a:gd name="csY41" fmla="*/ 0 h 1642"/>
                <a:gd name="csX42" fmla="*/ 636420 w 3015411"/>
                <a:gd name="csY42" fmla="*/ 0 h 1642"/>
                <a:gd name="csX43" fmla="*/ 651572 w 3015411"/>
                <a:gd name="csY43" fmla="*/ 0 h 1642"/>
                <a:gd name="csX44" fmla="*/ 666726 w 3015411"/>
                <a:gd name="csY44" fmla="*/ 0 h 1642"/>
                <a:gd name="csX45" fmla="*/ 681879 w 3015411"/>
                <a:gd name="csY45" fmla="*/ 0 h 1642"/>
                <a:gd name="csX46" fmla="*/ 697031 w 3015411"/>
                <a:gd name="csY46" fmla="*/ 0 h 1642"/>
                <a:gd name="csX47" fmla="*/ 712184 w 3015411"/>
                <a:gd name="csY47" fmla="*/ 0 h 1642"/>
                <a:gd name="csX48" fmla="*/ 727338 w 3015411"/>
                <a:gd name="csY48" fmla="*/ 0 h 1642"/>
                <a:gd name="csX49" fmla="*/ 742490 w 3015411"/>
                <a:gd name="csY49" fmla="*/ 0 h 1642"/>
                <a:gd name="csX50" fmla="*/ 757643 w 3015411"/>
                <a:gd name="csY50" fmla="*/ 0 h 1642"/>
                <a:gd name="csX51" fmla="*/ 772795 w 3015411"/>
                <a:gd name="csY51" fmla="*/ 0 h 1642"/>
                <a:gd name="csX52" fmla="*/ 787948 w 3015411"/>
                <a:gd name="csY52" fmla="*/ 0 h 1642"/>
                <a:gd name="csX53" fmla="*/ 803102 w 3015411"/>
                <a:gd name="csY53" fmla="*/ 0 h 1642"/>
                <a:gd name="csX54" fmla="*/ 818254 w 3015411"/>
                <a:gd name="csY54" fmla="*/ 0 h 1642"/>
                <a:gd name="csX55" fmla="*/ 833407 w 3015411"/>
                <a:gd name="csY55" fmla="*/ 0 h 1642"/>
                <a:gd name="csX56" fmla="*/ 848560 w 3015411"/>
                <a:gd name="csY56" fmla="*/ 0 h 1642"/>
                <a:gd name="csX57" fmla="*/ 863712 w 3015411"/>
                <a:gd name="csY57" fmla="*/ 0 h 1642"/>
                <a:gd name="csX58" fmla="*/ 878866 w 3015411"/>
                <a:gd name="csY58" fmla="*/ 0 h 1642"/>
                <a:gd name="csX59" fmla="*/ 894018 w 3015411"/>
                <a:gd name="csY59" fmla="*/ 0 h 1642"/>
                <a:gd name="csX60" fmla="*/ 909171 w 3015411"/>
                <a:gd name="csY60" fmla="*/ 0 h 1642"/>
                <a:gd name="csX61" fmla="*/ 924324 w 3015411"/>
                <a:gd name="csY61" fmla="*/ 0 h 1642"/>
                <a:gd name="csX62" fmla="*/ 939476 w 3015411"/>
                <a:gd name="csY62" fmla="*/ 0 h 1642"/>
                <a:gd name="csX63" fmla="*/ 954630 w 3015411"/>
                <a:gd name="csY63" fmla="*/ 0 h 1642"/>
                <a:gd name="csX64" fmla="*/ 969783 w 3015411"/>
                <a:gd name="csY64" fmla="*/ 0 h 1642"/>
                <a:gd name="csX65" fmla="*/ 984935 w 3015411"/>
                <a:gd name="csY65" fmla="*/ 0 h 1642"/>
                <a:gd name="csX66" fmla="*/ 1000088 w 3015411"/>
                <a:gd name="csY66" fmla="*/ 0 h 1642"/>
                <a:gd name="csX67" fmla="*/ 1015242 w 3015411"/>
                <a:gd name="csY67" fmla="*/ 0 h 1642"/>
                <a:gd name="csX68" fmla="*/ 1030394 w 3015411"/>
                <a:gd name="csY68" fmla="*/ 0 h 1642"/>
                <a:gd name="csX69" fmla="*/ 1045547 w 3015411"/>
                <a:gd name="csY69" fmla="*/ 0 h 1642"/>
                <a:gd name="csX70" fmla="*/ 1060699 w 3015411"/>
                <a:gd name="csY70" fmla="*/ 0 h 1642"/>
                <a:gd name="csX71" fmla="*/ 1075852 w 3015411"/>
                <a:gd name="csY71" fmla="*/ 0 h 1642"/>
                <a:gd name="csX72" fmla="*/ 1091006 w 3015411"/>
                <a:gd name="csY72" fmla="*/ 0 h 1642"/>
                <a:gd name="csX73" fmla="*/ 1106158 w 3015411"/>
                <a:gd name="csY73" fmla="*/ 0 h 1642"/>
                <a:gd name="csX74" fmla="*/ 1121311 w 3015411"/>
                <a:gd name="csY74" fmla="*/ 0 h 1642"/>
                <a:gd name="csX75" fmla="*/ 1136465 w 3015411"/>
                <a:gd name="csY75" fmla="*/ 0 h 1642"/>
                <a:gd name="csX76" fmla="*/ 1151616 w 3015411"/>
                <a:gd name="csY76" fmla="*/ 0 h 1642"/>
                <a:gd name="csX77" fmla="*/ 1166770 w 3015411"/>
                <a:gd name="csY77" fmla="*/ 0 h 1642"/>
                <a:gd name="csX78" fmla="*/ 1181923 w 3015411"/>
                <a:gd name="csY78" fmla="*/ 0 h 1642"/>
                <a:gd name="csX79" fmla="*/ 1197080 w 3015411"/>
                <a:gd name="csY79" fmla="*/ 0 h 1642"/>
                <a:gd name="csX80" fmla="*/ 1212224 w 3015411"/>
                <a:gd name="csY80" fmla="*/ 0 h 1642"/>
                <a:gd name="csX81" fmla="*/ 1227384 w 3015411"/>
                <a:gd name="csY81" fmla="*/ 0 h 1642"/>
                <a:gd name="csX82" fmla="*/ 1242527 w 3015411"/>
                <a:gd name="csY82" fmla="*/ 0 h 1642"/>
                <a:gd name="csX83" fmla="*/ 1257687 w 3015411"/>
                <a:gd name="csY83" fmla="*/ 0 h 1642"/>
                <a:gd name="csX84" fmla="*/ 1272847 w 3015411"/>
                <a:gd name="csY84" fmla="*/ 0 h 1642"/>
                <a:gd name="csX85" fmla="*/ 1287991 w 3015411"/>
                <a:gd name="csY85" fmla="*/ 0 h 1642"/>
                <a:gd name="csX86" fmla="*/ 1303151 w 3015411"/>
                <a:gd name="csY86" fmla="*/ 0 h 1642"/>
                <a:gd name="csX87" fmla="*/ 1318294 w 3015411"/>
                <a:gd name="csY87" fmla="*/ 0 h 1642"/>
                <a:gd name="csX88" fmla="*/ 1333454 w 3015411"/>
                <a:gd name="csY88" fmla="*/ 0 h 1642"/>
                <a:gd name="csX89" fmla="*/ 1348598 w 3015411"/>
                <a:gd name="csY89" fmla="*/ 0 h 1642"/>
                <a:gd name="csX90" fmla="*/ 1363758 w 3015411"/>
                <a:gd name="csY90" fmla="*/ 0 h 1642"/>
                <a:gd name="csX91" fmla="*/ 1378902 w 3015411"/>
                <a:gd name="csY91" fmla="*/ 0 h 1642"/>
                <a:gd name="csX92" fmla="*/ 1394062 w 3015411"/>
                <a:gd name="csY92" fmla="*/ 0 h 1642"/>
                <a:gd name="csX93" fmla="*/ 1409222 w 3015411"/>
                <a:gd name="csY93" fmla="*/ 0 h 1642"/>
                <a:gd name="csX94" fmla="*/ 1424365 w 3015411"/>
                <a:gd name="csY94" fmla="*/ 0 h 1642"/>
                <a:gd name="csX95" fmla="*/ 1439525 w 3015411"/>
                <a:gd name="csY95" fmla="*/ 0 h 1642"/>
                <a:gd name="csX96" fmla="*/ 1454669 w 3015411"/>
                <a:gd name="csY96" fmla="*/ 0 h 1642"/>
                <a:gd name="csX97" fmla="*/ 1469829 w 3015411"/>
                <a:gd name="csY97" fmla="*/ 0 h 1642"/>
                <a:gd name="csX98" fmla="*/ 1484973 w 3015411"/>
                <a:gd name="csY98" fmla="*/ 0 h 1642"/>
                <a:gd name="csX99" fmla="*/ 1500133 w 3015411"/>
                <a:gd name="csY99" fmla="*/ 0 h 1642"/>
                <a:gd name="csX100" fmla="*/ 1515293 w 3015411"/>
                <a:gd name="csY100" fmla="*/ 0 h 1642"/>
                <a:gd name="csX101" fmla="*/ 1530436 w 3015411"/>
                <a:gd name="csY101" fmla="*/ 0 h 1642"/>
                <a:gd name="csX102" fmla="*/ 1545596 w 3015411"/>
                <a:gd name="csY102" fmla="*/ 0 h 1642"/>
                <a:gd name="csX103" fmla="*/ 1560740 w 3015411"/>
                <a:gd name="csY103" fmla="*/ 0 h 1642"/>
                <a:gd name="csX104" fmla="*/ 1575900 w 3015411"/>
                <a:gd name="csY104" fmla="*/ 0 h 1642"/>
                <a:gd name="csX105" fmla="*/ 1591044 w 3015411"/>
                <a:gd name="csY105" fmla="*/ 0 h 1642"/>
                <a:gd name="csX106" fmla="*/ 1606204 w 3015411"/>
                <a:gd name="csY106" fmla="*/ 0 h 1642"/>
                <a:gd name="csX107" fmla="*/ 1621347 w 3015411"/>
                <a:gd name="csY107" fmla="*/ 0 h 1642"/>
                <a:gd name="csX108" fmla="*/ 1636507 w 3015411"/>
                <a:gd name="csY108" fmla="*/ 0 h 1642"/>
                <a:gd name="csX109" fmla="*/ 1651667 w 3015411"/>
                <a:gd name="csY109" fmla="*/ 0 h 1642"/>
                <a:gd name="csX110" fmla="*/ 1666811 w 3015411"/>
                <a:gd name="csY110" fmla="*/ 0 h 1642"/>
                <a:gd name="csX111" fmla="*/ 1681971 w 3015411"/>
                <a:gd name="csY111" fmla="*/ 0 h 1642"/>
                <a:gd name="csX112" fmla="*/ 1697114 w 3015411"/>
                <a:gd name="csY112" fmla="*/ 0 h 1642"/>
                <a:gd name="csX113" fmla="*/ 1712274 w 3015411"/>
                <a:gd name="csY113" fmla="*/ 0 h 1642"/>
                <a:gd name="csX114" fmla="*/ 1727418 w 3015411"/>
                <a:gd name="csY114" fmla="*/ 0 h 1642"/>
                <a:gd name="csX115" fmla="*/ 1742578 w 3015411"/>
                <a:gd name="csY115" fmla="*/ 0 h 1642"/>
                <a:gd name="csX116" fmla="*/ 1757738 w 3015411"/>
                <a:gd name="csY116" fmla="*/ 0 h 1642"/>
                <a:gd name="csX117" fmla="*/ 1772882 w 3015411"/>
                <a:gd name="csY117" fmla="*/ 0 h 1642"/>
                <a:gd name="csX118" fmla="*/ 1788042 w 3015411"/>
                <a:gd name="csY118" fmla="*/ 0 h 1642"/>
                <a:gd name="csX119" fmla="*/ 1803185 w 3015411"/>
                <a:gd name="csY119" fmla="*/ 0 h 1642"/>
                <a:gd name="csX120" fmla="*/ 1818345 w 3015411"/>
                <a:gd name="csY120" fmla="*/ 0 h 1642"/>
                <a:gd name="csX121" fmla="*/ 1833489 w 3015411"/>
                <a:gd name="csY121" fmla="*/ 0 h 1642"/>
                <a:gd name="csX122" fmla="*/ 1848649 w 3015411"/>
                <a:gd name="csY122" fmla="*/ 0 h 1642"/>
                <a:gd name="csX123" fmla="*/ 1863792 w 3015411"/>
                <a:gd name="csY123" fmla="*/ 0 h 1642"/>
                <a:gd name="csX124" fmla="*/ 1878952 w 3015411"/>
                <a:gd name="csY124" fmla="*/ 0 h 1642"/>
                <a:gd name="csX125" fmla="*/ 1894112 w 3015411"/>
                <a:gd name="csY125" fmla="*/ 0 h 1642"/>
                <a:gd name="csX126" fmla="*/ 1909256 w 3015411"/>
                <a:gd name="csY126" fmla="*/ 0 h 1642"/>
                <a:gd name="csX127" fmla="*/ 1924416 w 3015411"/>
                <a:gd name="csY127" fmla="*/ 0 h 1642"/>
                <a:gd name="csX128" fmla="*/ 1939560 w 3015411"/>
                <a:gd name="csY128" fmla="*/ 0 h 1642"/>
                <a:gd name="csX129" fmla="*/ 1954720 w 3015411"/>
                <a:gd name="csY129" fmla="*/ 0 h 1642"/>
                <a:gd name="csX130" fmla="*/ 1969863 w 3015411"/>
                <a:gd name="csY130" fmla="*/ 0 h 1642"/>
                <a:gd name="csX131" fmla="*/ 1985023 w 3015411"/>
                <a:gd name="csY131" fmla="*/ 0 h 1642"/>
                <a:gd name="csX132" fmla="*/ 2000183 w 3015411"/>
                <a:gd name="csY132" fmla="*/ 0 h 1642"/>
                <a:gd name="csX133" fmla="*/ 2015327 w 3015411"/>
                <a:gd name="csY133" fmla="*/ 0 h 1642"/>
                <a:gd name="csX134" fmla="*/ 2030487 w 3015411"/>
                <a:gd name="csY134" fmla="*/ 0 h 1642"/>
                <a:gd name="csX135" fmla="*/ 2045630 w 3015411"/>
                <a:gd name="csY135" fmla="*/ 0 h 1642"/>
                <a:gd name="csX136" fmla="*/ 2060791 w 3015411"/>
                <a:gd name="csY136" fmla="*/ 0 h 1642"/>
                <a:gd name="csX137" fmla="*/ 2075934 w 3015411"/>
                <a:gd name="csY137" fmla="*/ 0 h 1642"/>
                <a:gd name="csX138" fmla="*/ 2091094 w 3015411"/>
                <a:gd name="csY138" fmla="*/ 0 h 1642"/>
                <a:gd name="csX139" fmla="*/ 2106254 w 3015411"/>
                <a:gd name="csY139" fmla="*/ 0 h 1642"/>
                <a:gd name="csX140" fmla="*/ 2121398 w 3015411"/>
                <a:gd name="csY140" fmla="*/ 0 h 1642"/>
                <a:gd name="csX141" fmla="*/ 2136558 w 3015411"/>
                <a:gd name="csY141" fmla="*/ 0 h 1642"/>
                <a:gd name="csX142" fmla="*/ 2151702 w 3015411"/>
                <a:gd name="csY142" fmla="*/ 0 h 1642"/>
                <a:gd name="csX143" fmla="*/ 2166862 w 3015411"/>
                <a:gd name="csY143" fmla="*/ 0 h 1642"/>
                <a:gd name="csX144" fmla="*/ 2182005 w 3015411"/>
                <a:gd name="csY144" fmla="*/ 0 h 1642"/>
                <a:gd name="csX145" fmla="*/ 2197165 w 3015411"/>
                <a:gd name="csY145" fmla="*/ 0 h 1642"/>
                <a:gd name="csX146" fmla="*/ 2212309 w 3015411"/>
                <a:gd name="csY146" fmla="*/ 0 h 1642"/>
                <a:gd name="csX147" fmla="*/ 2227469 w 3015411"/>
                <a:gd name="csY147" fmla="*/ 0 h 1642"/>
                <a:gd name="csX148" fmla="*/ 2242629 w 3015411"/>
                <a:gd name="csY148" fmla="*/ 0 h 1642"/>
                <a:gd name="csX149" fmla="*/ 2257772 w 3015411"/>
                <a:gd name="csY149" fmla="*/ 0 h 1642"/>
                <a:gd name="csX150" fmla="*/ 2272932 w 3015411"/>
                <a:gd name="csY150" fmla="*/ 0 h 1642"/>
                <a:gd name="csX151" fmla="*/ 2288076 w 3015411"/>
                <a:gd name="csY151" fmla="*/ 0 h 1642"/>
                <a:gd name="csX152" fmla="*/ 2303236 w 3015411"/>
                <a:gd name="csY152" fmla="*/ 0 h 1642"/>
                <a:gd name="csX153" fmla="*/ 2318380 w 3015411"/>
                <a:gd name="csY153" fmla="*/ 0 h 1642"/>
                <a:gd name="csX154" fmla="*/ 2333540 w 3015411"/>
                <a:gd name="csY154" fmla="*/ 0 h 1642"/>
                <a:gd name="csX155" fmla="*/ 2348700 w 3015411"/>
                <a:gd name="csY155" fmla="*/ 0 h 1642"/>
                <a:gd name="csX156" fmla="*/ 2363843 w 3015411"/>
                <a:gd name="csY156" fmla="*/ 0 h 1642"/>
                <a:gd name="csX157" fmla="*/ 2379003 w 3015411"/>
                <a:gd name="csY157" fmla="*/ 0 h 1642"/>
                <a:gd name="csX158" fmla="*/ 2394147 w 3015411"/>
                <a:gd name="csY158" fmla="*/ 0 h 1642"/>
                <a:gd name="csX159" fmla="*/ 2409307 w 3015411"/>
                <a:gd name="csY159" fmla="*/ 0 h 1642"/>
                <a:gd name="csX160" fmla="*/ 2424450 w 3015411"/>
                <a:gd name="csY160" fmla="*/ 0 h 1642"/>
                <a:gd name="csX161" fmla="*/ 2439610 w 3015411"/>
                <a:gd name="csY161" fmla="*/ 0 h 1642"/>
                <a:gd name="csX162" fmla="*/ 2454754 w 3015411"/>
                <a:gd name="csY162" fmla="*/ 0 h 1642"/>
                <a:gd name="csX163" fmla="*/ 2469914 w 3015411"/>
                <a:gd name="csY163" fmla="*/ 0 h 1642"/>
                <a:gd name="csX164" fmla="*/ 2485074 w 3015411"/>
                <a:gd name="csY164" fmla="*/ 0 h 1642"/>
                <a:gd name="csX165" fmla="*/ 2500218 w 3015411"/>
                <a:gd name="csY165" fmla="*/ 0 h 1642"/>
                <a:gd name="csX166" fmla="*/ 2515378 w 3015411"/>
                <a:gd name="csY166" fmla="*/ 0 h 1642"/>
                <a:gd name="csX167" fmla="*/ 2530521 w 3015411"/>
                <a:gd name="csY167" fmla="*/ 0 h 1642"/>
                <a:gd name="csX168" fmla="*/ 2545681 w 3015411"/>
                <a:gd name="csY168" fmla="*/ 0 h 1642"/>
                <a:gd name="csX169" fmla="*/ 2560825 w 3015411"/>
                <a:gd name="csY169" fmla="*/ 0 h 1642"/>
                <a:gd name="csX170" fmla="*/ 2575985 w 3015411"/>
                <a:gd name="csY170" fmla="*/ 0 h 1642"/>
                <a:gd name="csX171" fmla="*/ 2591145 w 3015411"/>
                <a:gd name="csY171" fmla="*/ 0 h 1642"/>
                <a:gd name="csX172" fmla="*/ 2606289 w 3015411"/>
                <a:gd name="csY172" fmla="*/ 0 h 1642"/>
                <a:gd name="csX173" fmla="*/ 2621449 w 3015411"/>
                <a:gd name="csY173" fmla="*/ 0 h 1642"/>
                <a:gd name="csX174" fmla="*/ 2636592 w 3015411"/>
                <a:gd name="csY174" fmla="*/ 0 h 1642"/>
                <a:gd name="csX175" fmla="*/ 2651752 w 3015411"/>
                <a:gd name="csY175" fmla="*/ 0 h 1642"/>
                <a:gd name="csX176" fmla="*/ 2666896 w 3015411"/>
                <a:gd name="csY176" fmla="*/ 0 h 1642"/>
                <a:gd name="csX177" fmla="*/ 2682056 w 3015411"/>
                <a:gd name="csY177" fmla="*/ 0 h 1642"/>
                <a:gd name="csX178" fmla="*/ 2697200 w 3015411"/>
                <a:gd name="csY178" fmla="*/ 0 h 1642"/>
                <a:gd name="csX179" fmla="*/ 2712360 w 3015411"/>
                <a:gd name="csY179" fmla="*/ 0 h 1642"/>
                <a:gd name="csX180" fmla="*/ 2727519 w 3015411"/>
                <a:gd name="csY180" fmla="*/ 0 h 1642"/>
                <a:gd name="csX181" fmla="*/ 2742663 w 3015411"/>
                <a:gd name="csY181" fmla="*/ 0 h 1642"/>
                <a:gd name="csX182" fmla="*/ 2757823 w 3015411"/>
                <a:gd name="csY182" fmla="*/ 0 h 1642"/>
                <a:gd name="csX183" fmla="*/ 2772967 w 3015411"/>
                <a:gd name="csY183" fmla="*/ 0 h 1642"/>
                <a:gd name="csX184" fmla="*/ 2788127 w 3015411"/>
                <a:gd name="csY184" fmla="*/ 0 h 1642"/>
                <a:gd name="csX185" fmla="*/ 2803270 w 3015411"/>
                <a:gd name="csY185" fmla="*/ 0 h 1642"/>
                <a:gd name="csX186" fmla="*/ 2818430 w 3015411"/>
                <a:gd name="csY186" fmla="*/ 0 h 1642"/>
                <a:gd name="csX187" fmla="*/ 2833590 w 3015411"/>
                <a:gd name="csY187" fmla="*/ 0 h 1642"/>
                <a:gd name="csX188" fmla="*/ 2848734 w 3015411"/>
                <a:gd name="csY188" fmla="*/ 0 h 1642"/>
                <a:gd name="csX189" fmla="*/ 2863894 w 3015411"/>
                <a:gd name="csY189" fmla="*/ 0 h 1642"/>
                <a:gd name="csX190" fmla="*/ 2879038 w 3015411"/>
                <a:gd name="csY190" fmla="*/ 0 h 1642"/>
                <a:gd name="csX191" fmla="*/ 2894198 w 3015411"/>
                <a:gd name="csY191" fmla="*/ 0 h 1642"/>
                <a:gd name="csX192" fmla="*/ 2909341 w 3015411"/>
                <a:gd name="csY192" fmla="*/ 0 h 1642"/>
                <a:gd name="csX193" fmla="*/ 2924501 w 3015411"/>
                <a:gd name="csY193" fmla="*/ 0 h 1642"/>
                <a:gd name="csX194" fmla="*/ 2939645 w 3015411"/>
                <a:gd name="csY194" fmla="*/ 0 h 1642"/>
                <a:gd name="csX195" fmla="*/ 2954805 w 3015411"/>
                <a:gd name="csY195" fmla="*/ 0 h 1642"/>
                <a:gd name="csX196" fmla="*/ 2969965 w 3015411"/>
                <a:gd name="csY196" fmla="*/ 0 h 1642"/>
                <a:gd name="csX197" fmla="*/ 2985108 w 3015411"/>
                <a:gd name="csY197" fmla="*/ 0 h 1642"/>
                <a:gd name="csX198" fmla="*/ 3000268 w 3015411"/>
                <a:gd name="csY198" fmla="*/ 0 h 1642"/>
                <a:gd name="csX199" fmla="*/ 3015412 w 3015411"/>
                <a:gd name="csY199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</a:cxnLst>
              <a:rect l="l" t="t" r="r" b="b"/>
              <a:pathLst>
                <a:path w="3015411" h="1642">
                  <a:moveTo>
                    <a:pt x="0" y="0"/>
                  </a:moveTo>
                  <a:lnTo>
                    <a:pt x="15153" y="0"/>
                  </a:lnTo>
                  <a:lnTo>
                    <a:pt x="30305" y="0"/>
                  </a:lnTo>
                  <a:lnTo>
                    <a:pt x="45459" y="0"/>
                  </a:lnTo>
                  <a:lnTo>
                    <a:pt x="60612" y="0"/>
                  </a:lnTo>
                  <a:lnTo>
                    <a:pt x="75764" y="0"/>
                  </a:lnTo>
                  <a:lnTo>
                    <a:pt x="90917" y="0"/>
                  </a:lnTo>
                  <a:lnTo>
                    <a:pt x="106071" y="0"/>
                  </a:lnTo>
                  <a:lnTo>
                    <a:pt x="121223" y="0"/>
                  </a:lnTo>
                  <a:lnTo>
                    <a:pt x="136376" y="0"/>
                  </a:lnTo>
                  <a:lnTo>
                    <a:pt x="151528" y="0"/>
                  </a:lnTo>
                  <a:lnTo>
                    <a:pt x="166681" y="0"/>
                  </a:lnTo>
                  <a:lnTo>
                    <a:pt x="181835" y="0"/>
                  </a:lnTo>
                  <a:lnTo>
                    <a:pt x="196987" y="0"/>
                  </a:lnTo>
                  <a:lnTo>
                    <a:pt x="212140" y="0"/>
                  </a:lnTo>
                  <a:lnTo>
                    <a:pt x="227294" y="0"/>
                  </a:lnTo>
                  <a:lnTo>
                    <a:pt x="242445" y="0"/>
                  </a:lnTo>
                  <a:lnTo>
                    <a:pt x="257599" y="0"/>
                  </a:lnTo>
                  <a:lnTo>
                    <a:pt x="272752" y="0"/>
                  </a:lnTo>
                  <a:lnTo>
                    <a:pt x="287904" y="0"/>
                  </a:lnTo>
                  <a:lnTo>
                    <a:pt x="303058" y="0"/>
                  </a:lnTo>
                  <a:lnTo>
                    <a:pt x="318209" y="0"/>
                  </a:lnTo>
                  <a:lnTo>
                    <a:pt x="333363" y="0"/>
                  </a:lnTo>
                  <a:lnTo>
                    <a:pt x="348516" y="0"/>
                  </a:lnTo>
                  <a:lnTo>
                    <a:pt x="363668" y="0"/>
                  </a:lnTo>
                  <a:lnTo>
                    <a:pt x="378822" y="0"/>
                  </a:lnTo>
                  <a:lnTo>
                    <a:pt x="393975" y="0"/>
                  </a:lnTo>
                  <a:lnTo>
                    <a:pt x="409127" y="0"/>
                  </a:lnTo>
                  <a:lnTo>
                    <a:pt x="424280" y="0"/>
                  </a:lnTo>
                  <a:lnTo>
                    <a:pt x="439432" y="0"/>
                  </a:lnTo>
                  <a:lnTo>
                    <a:pt x="454585" y="0"/>
                  </a:lnTo>
                  <a:lnTo>
                    <a:pt x="469739" y="0"/>
                  </a:lnTo>
                  <a:lnTo>
                    <a:pt x="484891" y="0"/>
                  </a:lnTo>
                  <a:lnTo>
                    <a:pt x="500044" y="0"/>
                  </a:lnTo>
                  <a:lnTo>
                    <a:pt x="515198" y="0"/>
                  </a:lnTo>
                  <a:lnTo>
                    <a:pt x="530349" y="0"/>
                  </a:lnTo>
                  <a:lnTo>
                    <a:pt x="545503" y="0"/>
                  </a:lnTo>
                  <a:lnTo>
                    <a:pt x="560656" y="0"/>
                  </a:lnTo>
                  <a:lnTo>
                    <a:pt x="575808" y="0"/>
                  </a:lnTo>
                  <a:lnTo>
                    <a:pt x="590962" y="0"/>
                  </a:lnTo>
                  <a:lnTo>
                    <a:pt x="606113" y="0"/>
                  </a:lnTo>
                  <a:lnTo>
                    <a:pt x="621267" y="0"/>
                  </a:lnTo>
                  <a:lnTo>
                    <a:pt x="636420" y="0"/>
                  </a:lnTo>
                  <a:lnTo>
                    <a:pt x="651572" y="0"/>
                  </a:lnTo>
                  <a:lnTo>
                    <a:pt x="666726" y="0"/>
                  </a:lnTo>
                  <a:lnTo>
                    <a:pt x="681879" y="0"/>
                  </a:lnTo>
                  <a:lnTo>
                    <a:pt x="697031" y="0"/>
                  </a:lnTo>
                  <a:lnTo>
                    <a:pt x="712184" y="0"/>
                  </a:lnTo>
                  <a:lnTo>
                    <a:pt x="727338" y="0"/>
                  </a:lnTo>
                  <a:lnTo>
                    <a:pt x="742490" y="0"/>
                  </a:lnTo>
                  <a:lnTo>
                    <a:pt x="757643" y="0"/>
                  </a:lnTo>
                  <a:lnTo>
                    <a:pt x="772795" y="0"/>
                  </a:lnTo>
                  <a:lnTo>
                    <a:pt x="787948" y="0"/>
                  </a:lnTo>
                  <a:lnTo>
                    <a:pt x="803102" y="0"/>
                  </a:lnTo>
                  <a:lnTo>
                    <a:pt x="818254" y="0"/>
                  </a:lnTo>
                  <a:lnTo>
                    <a:pt x="833407" y="0"/>
                  </a:lnTo>
                  <a:lnTo>
                    <a:pt x="848560" y="0"/>
                  </a:lnTo>
                  <a:lnTo>
                    <a:pt x="863712" y="0"/>
                  </a:lnTo>
                  <a:lnTo>
                    <a:pt x="878866" y="0"/>
                  </a:lnTo>
                  <a:lnTo>
                    <a:pt x="894018" y="0"/>
                  </a:lnTo>
                  <a:lnTo>
                    <a:pt x="909171" y="0"/>
                  </a:lnTo>
                  <a:lnTo>
                    <a:pt x="924324" y="0"/>
                  </a:lnTo>
                  <a:lnTo>
                    <a:pt x="939476" y="0"/>
                  </a:lnTo>
                  <a:lnTo>
                    <a:pt x="954630" y="0"/>
                  </a:lnTo>
                  <a:lnTo>
                    <a:pt x="969783" y="0"/>
                  </a:lnTo>
                  <a:lnTo>
                    <a:pt x="984935" y="0"/>
                  </a:lnTo>
                  <a:lnTo>
                    <a:pt x="1000088" y="0"/>
                  </a:lnTo>
                  <a:lnTo>
                    <a:pt x="1015242" y="0"/>
                  </a:lnTo>
                  <a:lnTo>
                    <a:pt x="1030394" y="0"/>
                  </a:lnTo>
                  <a:lnTo>
                    <a:pt x="1045547" y="0"/>
                  </a:lnTo>
                  <a:lnTo>
                    <a:pt x="1060699" y="0"/>
                  </a:lnTo>
                  <a:lnTo>
                    <a:pt x="1075852" y="0"/>
                  </a:lnTo>
                  <a:lnTo>
                    <a:pt x="1091006" y="0"/>
                  </a:lnTo>
                  <a:lnTo>
                    <a:pt x="1106158" y="0"/>
                  </a:lnTo>
                  <a:lnTo>
                    <a:pt x="1121311" y="0"/>
                  </a:lnTo>
                  <a:lnTo>
                    <a:pt x="1136465" y="0"/>
                  </a:lnTo>
                  <a:lnTo>
                    <a:pt x="1151616" y="0"/>
                  </a:lnTo>
                  <a:lnTo>
                    <a:pt x="1166770" y="0"/>
                  </a:lnTo>
                  <a:lnTo>
                    <a:pt x="1181923" y="0"/>
                  </a:lnTo>
                  <a:lnTo>
                    <a:pt x="1197080" y="0"/>
                  </a:lnTo>
                  <a:lnTo>
                    <a:pt x="1212224" y="0"/>
                  </a:lnTo>
                  <a:lnTo>
                    <a:pt x="1227384" y="0"/>
                  </a:lnTo>
                  <a:lnTo>
                    <a:pt x="1242527" y="0"/>
                  </a:lnTo>
                  <a:lnTo>
                    <a:pt x="1257687" y="0"/>
                  </a:lnTo>
                  <a:lnTo>
                    <a:pt x="1272847" y="0"/>
                  </a:lnTo>
                  <a:lnTo>
                    <a:pt x="1287991" y="0"/>
                  </a:lnTo>
                  <a:lnTo>
                    <a:pt x="1303151" y="0"/>
                  </a:lnTo>
                  <a:lnTo>
                    <a:pt x="1318294" y="0"/>
                  </a:lnTo>
                  <a:lnTo>
                    <a:pt x="1333454" y="0"/>
                  </a:lnTo>
                  <a:lnTo>
                    <a:pt x="1348598" y="0"/>
                  </a:lnTo>
                  <a:lnTo>
                    <a:pt x="1363758" y="0"/>
                  </a:lnTo>
                  <a:lnTo>
                    <a:pt x="1378902" y="0"/>
                  </a:lnTo>
                  <a:lnTo>
                    <a:pt x="1394062" y="0"/>
                  </a:lnTo>
                  <a:lnTo>
                    <a:pt x="1409222" y="0"/>
                  </a:lnTo>
                  <a:lnTo>
                    <a:pt x="1424365" y="0"/>
                  </a:lnTo>
                  <a:lnTo>
                    <a:pt x="1439525" y="0"/>
                  </a:lnTo>
                  <a:lnTo>
                    <a:pt x="1454669" y="0"/>
                  </a:lnTo>
                  <a:lnTo>
                    <a:pt x="1469829" y="0"/>
                  </a:lnTo>
                  <a:lnTo>
                    <a:pt x="1484973" y="0"/>
                  </a:lnTo>
                  <a:lnTo>
                    <a:pt x="1500133" y="0"/>
                  </a:lnTo>
                  <a:lnTo>
                    <a:pt x="1515293" y="0"/>
                  </a:lnTo>
                  <a:lnTo>
                    <a:pt x="1530436" y="0"/>
                  </a:lnTo>
                  <a:lnTo>
                    <a:pt x="1545596" y="0"/>
                  </a:lnTo>
                  <a:lnTo>
                    <a:pt x="1560740" y="0"/>
                  </a:lnTo>
                  <a:lnTo>
                    <a:pt x="1575900" y="0"/>
                  </a:lnTo>
                  <a:lnTo>
                    <a:pt x="1591044" y="0"/>
                  </a:lnTo>
                  <a:lnTo>
                    <a:pt x="1606204" y="0"/>
                  </a:lnTo>
                  <a:lnTo>
                    <a:pt x="1621347" y="0"/>
                  </a:lnTo>
                  <a:lnTo>
                    <a:pt x="1636507" y="0"/>
                  </a:lnTo>
                  <a:lnTo>
                    <a:pt x="1651667" y="0"/>
                  </a:lnTo>
                  <a:lnTo>
                    <a:pt x="1666811" y="0"/>
                  </a:lnTo>
                  <a:lnTo>
                    <a:pt x="1681971" y="0"/>
                  </a:lnTo>
                  <a:lnTo>
                    <a:pt x="1697114" y="0"/>
                  </a:lnTo>
                  <a:lnTo>
                    <a:pt x="1712274" y="0"/>
                  </a:lnTo>
                  <a:lnTo>
                    <a:pt x="1727418" y="0"/>
                  </a:lnTo>
                  <a:lnTo>
                    <a:pt x="1742578" y="0"/>
                  </a:lnTo>
                  <a:lnTo>
                    <a:pt x="1757738" y="0"/>
                  </a:lnTo>
                  <a:lnTo>
                    <a:pt x="1772882" y="0"/>
                  </a:lnTo>
                  <a:lnTo>
                    <a:pt x="1788042" y="0"/>
                  </a:lnTo>
                  <a:lnTo>
                    <a:pt x="1803185" y="0"/>
                  </a:lnTo>
                  <a:lnTo>
                    <a:pt x="1818345" y="0"/>
                  </a:lnTo>
                  <a:lnTo>
                    <a:pt x="1833489" y="0"/>
                  </a:lnTo>
                  <a:lnTo>
                    <a:pt x="1848649" y="0"/>
                  </a:lnTo>
                  <a:lnTo>
                    <a:pt x="1863792" y="0"/>
                  </a:lnTo>
                  <a:lnTo>
                    <a:pt x="1878952" y="0"/>
                  </a:lnTo>
                  <a:lnTo>
                    <a:pt x="1894112" y="0"/>
                  </a:lnTo>
                  <a:lnTo>
                    <a:pt x="1909256" y="0"/>
                  </a:lnTo>
                  <a:lnTo>
                    <a:pt x="1924416" y="0"/>
                  </a:lnTo>
                  <a:lnTo>
                    <a:pt x="1939560" y="0"/>
                  </a:lnTo>
                  <a:lnTo>
                    <a:pt x="1954720" y="0"/>
                  </a:lnTo>
                  <a:lnTo>
                    <a:pt x="1969863" y="0"/>
                  </a:lnTo>
                  <a:lnTo>
                    <a:pt x="1985023" y="0"/>
                  </a:lnTo>
                  <a:lnTo>
                    <a:pt x="2000183" y="0"/>
                  </a:lnTo>
                  <a:lnTo>
                    <a:pt x="2015327" y="0"/>
                  </a:lnTo>
                  <a:lnTo>
                    <a:pt x="2030487" y="0"/>
                  </a:lnTo>
                  <a:lnTo>
                    <a:pt x="2045630" y="0"/>
                  </a:lnTo>
                  <a:lnTo>
                    <a:pt x="2060791" y="0"/>
                  </a:lnTo>
                  <a:lnTo>
                    <a:pt x="2075934" y="0"/>
                  </a:lnTo>
                  <a:lnTo>
                    <a:pt x="2091094" y="0"/>
                  </a:lnTo>
                  <a:lnTo>
                    <a:pt x="2106254" y="0"/>
                  </a:lnTo>
                  <a:lnTo>
                    <a:pt x="2121398" y="0"/>
                  </a:lnTo>
                  <a:lnTo>
                    <a:pt x="2136558" y="0"/>
                  </a:lnTo>
                  <a:lnTo>
                    <a:pt x="2151702" y="0"/>
                  </a:lnTo>
                  <a:lnTo>
                    <a:pt x="2166862" y="0"/>
                  </a:lnTo>
                  <a:lnTo>
                    <a:pt x="2182005" y="0"/>
                  </a:lnTo>
                  <a:lnTo>
                    <a:pt x="2197165" y="0"/>
                  </a:lnTo>
                  <a:lnTo>
                    <a:pt x="2212309" y="0"/>
                  </a:lnTo>
                  <a:lnTo>
                    <a:pt x="2227469" y="0"/>
                  </a:lnTo>
                  <a:lnTo>
                    <a:pt x="2242629" y="0"/>
                  </a:lnTo>
                  <a:lnTo>
                    <a:pt x="2257772" y="0"/>
                  </a:lnTo>
                  <a:lnTo>
                    <a:pt x="2272932" y="0"/>
                  </a:lnTo>
                  <a:lnTo>
                    <a:pt x="2288076" y="0"/>
                  </a:lnTo>
                  <a:lnTo>
                    <a:pt x="2303236" y="0"/>
                  </a:lnTo>
                  <a:lnTo>
                    <a:pt x="2318380" y="0"/>
                  </a:lnTo>
                  <a:lnTo>
                    <a:pt x="2333540" y="0"/>
                  </a:lnTo>
                  <a:lnTo>
                    <a:pt x="2348700" y="0"/>
                  </a:lnTo>
                  <a:lnTo>
                    <a:pt x="2363843" y="0"/>
                  </a:lnTo>
                  <a:lnTo>
                    <a:pt x="2379003" y="0"/>
                  </a:lnTo>
                  <a:lnTo>
                    <a:pt x="2394147" y="0"/>
                  </a:lnTo>
                  <a:lnTo>
                    <a:pt x="2409307" y="0"/>
                  </a:lnTo>
                  <a:lnTo>
                    <a:pt x="2424450" y="0"/>
                  </a:lnTo>
                  <a:lnTo>
                    <a:pt x="2439610" y="0"/>
                  </a:lnTo>
                  <a:lnTo>
                    <a:pt x="2454754" y="0"/>
                  </a:lnTo>
                  <a:lnTo>
                    <a:pt x="2469914" y="0"/>
                  </a:lnTo>
                  <a:lnTo>
                    <a:pt x="2485074" y="0"/>
                  </a:lnTo>
                  <a:lnTo>
                    <a:pt x="2500218" y="0"/>
                  </a:lnTo>
                  <a:lnTo>
                    <a:pt x="2515378" y="0"/>
                  </a:lnTo>
                  <a:lnTo>
                    <a:pt x="2530521" y="0"/>
                  </a:lnTo>
                  <a:lnTo>
                    <a:pt x="2545681" y="0"/>
                  </a:lnTo>
                  <a:lnTo>
                    <a:pt x="2560825" y="0"/>
                  </a:lnTo>
                  <a:lnTo>
                    <a:pt x="2575985" y="0"/>
                  </a:lnTo>
                  <a:lnTo>
                    <a:pt x="2591145" y="0"/>
                  </a:lnTo>
                  <a:lnTo>
                    <a:pt x="2606289" y="0"/>
                  </a:lnTo>
                  <a:lnTo>
                    <a:pt x="2621449" y="0"/>
                  </a:lnTo>
                  <a:lnTo>
                    <a:pt x="2636592" y="0"/>
                  </a:lnTo>
                  <a:lnTo>
                    <a:pt x="2651752" y="0"/>
                  </a:lnTo>
                  <a:lnTo>
                    <a:pt x="2666896" y="0"/>
                  </a:lnTo>
                  <a:lnTo>
                    <a:pt x="2682056" y="0"/>
                  </a:lnTo>
                  <a:lnTo>
                    <a:pt x="2697200" y="0"/>
                  </a:lnTo>
                  <a:lnTo>
                    <a:pt x="2712360" y="0"/>
                  </a:lnTo>
                  <a:lnTo>
                    <a:pt x="2727519" y="0"/>
                  </a:lnTo>
                  <a:lnTo>
                    <a:pt x="2742663" y="0"/>
                  </a:lnTo>
                  <a:lnTo>
                    <a:pt x="2757823" y="0"/>
                  </a:lnTo>
                  <a:lnTo>
                    <a:pt x="2772967" y="0"/>
                  </a:lnTo>
                  <a:lnTo>
                    <a:pt x="2788127" y="0"/>
                  </a:lnTo>
                  <a:lnTo>
                    <a:pt x="2803270" y="0"/>
                  </a:lnTo>
                  <a:lnTo>
                    <a:pt x="2818430" y="0"/>
                  </a:lnTo>
                  <a:lnTo>
                    <a:pt x="2833590" y="0"/>
                  </a:lnTo>
                  <a:lnTo>
                    <a:pt x="2848734" y="0"/>
                  </a:lnTo>
                  <a:lnTo>
                    <a:pt x="2863894" y="0"/>
                  </a:lnTo>
                  <a:lnTo>
                    <a:pt x="2879038" y="0"/>
                  </a:lnTo>
                  <a:lnTo>
                    <a:pt x="2894198" y="0"/>
                  </a:lnTo>
                  <a:lnTo>
                    <a:pt x="2909341" y="0"/>
                  </a:lnTo>
                  <a:lnTo>
                    <a:pt x="2924501" y="0"/>
                  </a:lnTo>
                  <a:lnTo>
                    <a:pt x="2939645" y="0"/>
                  </a:lnTo>
                  <a:lnTo>
                    <a:pt x="2954805" y="0"/>
                  </a:lnTo>
                  <a:lnTo>
                    <a:pt x="2969965" y="0"/>
                  </a:lnTo>
                  <a:lnTo>
                    <a:pt x="2985108" y="0"/>
                  </a:lnTo>
                  <a:lnTo>
                    <a:pt x="3000268" y="0"/>
                  </a:lnTo>
                  <a:lnTo>
                    <a:pt x="3015412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89434CFE-1F65-BF19-8EC9-4F0218B8CE5B}"/>
                </a:ext>
              </a:extLst>
            </p:cNvPr>
            <p:cNvSpPr/>
            <p:nvPr/>
          </p:nvSpPr>
          <p:spPr>
            <a:xfrm>
              <a:off x="4018864" y="3324105"/>
              <a:ext cx="118258" cy="1642"/>
            </a:xfrm>
            <a:custGeom>
              <a:avLst/>
              <a:gdLst>
                <a:gd name="csX0" fmla="*/ 0 w 118258"/>
                <a:gd name="csY0" fmla="*/ 0 h 1642"/>
                <a:gd name="csX1" fmla="*/ 118258 w 118258"/>
                <a:gd name="csY1" fmla="*/ 0 h 1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18258" h="1642">
                  <a:moveTo>
                    <a:pt x="0" y="0"/>
                  </a:moveTo>
                  <a:lnTo>
                    <a:pt x="118258" y="0"/>
                  </a:lnTo>
                </a:path>
              </a:pathLst>
            </a:custGeom>
            <a:noFill/>
            <a:ln w="9835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5" name="Freeform 284">
            <a:extLst>
              <a:ext uri="{FF2B5EF4-FFF2-40B4-BE49-F238E27FC236}">
                <a16:creationId xmlns:a16="http://schemas.microsoft.com/office/drawing/2014/main" id="{C3899A07-19A9-30CE-F95E-F3DA7E705FCF}"/>
              </a:ext>
            </a:extLst>
          </p:cNvPr>
          <p:cNvSpPr/>
          <p:nvPr/>
        </p:nvSpPr>
        <p:spPr>
          <a:xfrm>
            <a:off x="4018864" y="-1020198"/>
            <a:ext cx="118258" cy="1642"/>
          </a:xfrm>
          <a:custGeom>
            <a:avLst/>
            <a:gdLst>
              <a:gd name="csX0" fmla="*/ 0 w 118258"/>
              <a:gd name="csY0" fmla="*/ 0 h 1642"/>
              <a:gd name="csX1" fmla="*/ 118258 w 118258"/>
              <a:gd name="csY1" fmla="*/ 0 h 1642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18258" h="1642">
                <a:moveTo>
                  <a:pt x="0" y="0"/>
                </a:moveTo>
                <a:lnTo>
                  <a:pt x="118258" y="0"/>
                </a:lnTo>
              </a:path>
            </a:pathLst>
          </a:custGeom>
          <a:noFill/>
          <a:ln w="9835" cap="rnd">
            <a:solidFill>
              <a:srgbClr val="CEC43A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DFED94A0-2233-E036-E517-AAA80E41ACAC}"/>
              </a:ext>
            </a:extLst>
          </p:cNvPr>
          <p:cNvSpPr/>
          <p:nvPr/>
        </p:nvSpPr>
        <p:spPr>
          <a:xfrm>
            <a:off x="4018864" y="-6812605"/>
            <a:ext cx="118258" cy="1642"/>
          </a:xfrm>
          <a:custGeom>
            <a:avLst/>
            <a:gdLst>
              <a:gd name="csX0" fmla="*/ 0 w 118258"/>
              <a:gd name="csY0" fmla="*/ 0 h 1642"/>
              <a:gd name="csX1" fmla="*/ 118258 w 118258"/>
              <a:gd name="csY1" fmla="*/ 0 h 1642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18258" h="1642">
                <a:moveTo>
                  <a:pt x="0" y="0"/>
                </a:moveTo>
                <a:lnTo>
                  <a:pt x="118258" y="0"/>
                </a:lnTo>
              </a:path>
            </a:pathLst>
          </a:custGeom>
          <a:noFill/>
          <a:ln w="9835" cap="rnd">
            <a:solidFill>
              <a:srgbClr val="A66EB3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362524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8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  <p:bldP spid="9" grpId="0"/>
      <p:bldP spid="10" grpId="0"/>
      <p:bldP spid="11" grpId="0"/>
      <p:bldP spid="11" grpId="1"/>
      <p:bldP spid="16" grpId="0"/>
      <p:bldP spid="16" grpId="1"/>
      <p:bldP spid="20" grpId="0"/>
      <p:bldP spid="2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EC0987-8F69-F477-4C96-785F1E73F6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5C05B92-314D-D3B0-B88F-410D5D4533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A Second Attempt on a Product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2DB5B3B-12DF-C2BD-E8DD-61DB412AAEC2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38050" y="1224422"/>
                <a:ext cx="4643501" cy="3652378"/>
              </a:xfrm>
            </p:spPr>
            <p:txBody>
              <a:bodyPr/>
              <a:lstStyle/>
              <a:p>
                <a:r>
                  <a:rPr lang="en-US" b="1" dirty="0"/>
                  <a:t>Assumption</a:t>
                </a:r>
                <a:r>
                  <a:rPr lang="en-US" dirty="0"/>
                  <a:t>: Both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endParaRPr lang="en-US" dirty="0"/>
              </a:p>
              <a:p>
                <a:r>
                  <a:rPr lang="en-US" b="1" dirty="0"/>
                  <a:t>Copy factor on inputs</a:t>
                </a:r>
                <a:r>
                  <a:rPr lang="en-US" dirty="0"/>
                  <a:t> yields Log-Normals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Exact Log-Normal product factor </a:t>
                </a:r>
                <a:r>
                  <a:rPr lang="en-US" dirty="0"/>
                  <a:t>results in 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Copy factor on output </a:t>
                </a:r>
                <a:r>
                  <a:rPr lang="en-US" dirty="0"/>
                  <a:t>finally gives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⋅;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𝜇</m:t>
                        </m:r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p>
                          <m:sSup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F2DB5B3B-12DF-C2BD-E8DD-61DB412AAEC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38050" y="1224422"/>
                <a:ext cx="4643501" cy="3652378"/>
              </a:xfrm>
              <a:blipFill>
                <a:blip r:embed="rId2"/>
                <a:stretch>
                  <a:fillRect t="-34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47ECE5A-48DE-B8C3-0FB1-04330E250547}"/>
                  </a:ext>
                </a:extLst>
              </p:cNvPr>
              <p:cNvSpPr/>
              <p:nvPr/>
            </p:nvSpPr>
            <p:spPr bwMode="gray">
              <a:xfrm>
                <a:off x="6531764" y="241943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47ECE5A-48DE-B8C3-0FB1-04330E2505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31764" y="2419433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 15">
            <a:extLst>
              <a:ext uri="{FF2B5EF4-FFF2-40B4-BE49-F238E27FC236}">
                <a16:creationId xmlns:a16="http://schemas.microsoft.com/office/drawing/2014/main" id="{5D0476D0-6ED8-675D-B2BF-2D9816D4B8BE}"/>
              </a:ext>
            </a:extLst>
          </p:cNvPr>
          <p:cNvSpPr/>
          <p:nvPr/>
        </p:nvSpPr>
        <p:spPr bwMode="gray">
          <a:xfrm>
            <a:off x="6594764" y="1951352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2FE44444-53A5-C7CF-A728-0278FEA990A7}"/>
              </a:ext>
            </a:extLst>
          </p:cNvPr>
          <p:cNvCxnSpPr>
            <a:cxnSpLocks/>
            <a:stCxn id="16" idx="2"/>
            <a:endCxn id="14" idx="0"/>
          </p:cNvCxnSpPr>
          <p:nvPr/>
        </p:nvCxnSpPr>
        <p:spPr bwMode="gray">
          <a:xfrm>
            <a:off x="6657764" y="2077351"/>
            <a:ext cx="0" cy="34208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E9D531FA-F2E2-C840-FA4B-7918BB37A338}"/>
                  </a:ext>
                </a:extLst>
              </p:cNvPr>
              <p:cNvSpPr/>
              <p:nvPr/>
            </p:nvSpPr>
            <p:spPr bwMode="gray">
              <a:xfrm>
                <a:off x="6148506" y="154061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E9D531FA-F2E2-C840-FA4B-7918BB37A3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148506" y="1540612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F31AB05D-E936-2E84-B65F-C6319005C598}"/>
              </a:ext>
            </a:extLst>
          </p:cNvPr>
          <p:cNvCxnSpPr>
            <a:cxnSpLocks/>
            <a:stCxn id="16" idx="1"/>
            <a:endCxn id="21" idx="4"/>
          </p:cNvCxnSpPr>
          <p:nvPr/>
        </p:nvCxnSpPr>
        <p:spPr bwMode="gray">
          <a:xfrm flipH="1" flipV="1">
            <a:off x="6274506" y="1792611"/>
            <a:ext cx="320258" cy="22174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2EC5E1D4-5C4D-36D9-5B83-C1841930FB57}"/>
                  </a:ext>
                </a:extLst>
              </p:cNvPr>
              <p:cNvSpPr/>
              <p:nvPr/>
            </p:nvSpPr>
            <p:spPr bwMode="gray">
              <a:xfrm>
                <a:off x="7045625" y="154061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acc>
                        <m:accPr>
                          <m:chr m:val="̃"/>
                          <m:ctrlP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0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acc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2EC5E1D4-5C4D-36D9-5B83-C1841930F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45625" y="1540612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6104333D-3104-50A2-9EF7-9AEC68934DFE}"/>
              </a:ext>
            </a:extLst>
          </p:cNvPr>
          <p:cNvCxnSpPr>
            <a:cxnSpLocks/>
            <a:stCxn id="16" idx="3"/>
            <a:endCxn id="27" idx="4"/>
          </p:cNvCxnSpPr>
          <p:nvPr/>
        </p:nvCxnSpPr>
        <p:spPr bwMode="gray">
          <a:xfrm flipV="1">
            <a:off x="6720763" y="1792611"/>
            <a:ext cx="450862" cy="22174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725813BA-7E69-7CD1-B04B-51999FB63E3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6254587" y="1852178"/>
            <a:ext cx="287271" cy="216623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B319FD31-1D01-56AA-539C-E85921B95684}"/>
              </a:ext>
            </a:extLst>
          </p:cNvPr>
          <p:cNvCxnSpPr>
            <a:cxnSpLocks/>
          </p:cNvCxnSpPr>
          <p:nvPr/>
        </p:nvCxnSpPr>
        <p:spPr bwMode="gray">
          <a:xfrm flipV="1">
            <a:off x="6783719" y="1868847"/>
            <a:ext cx="367987" cy="192099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110B6B3-AFA8-55BE-2132-115C1F691238}"/>
                  </a:ext>
                </a:extLst>
              </p:cNvPr>
              <p:cNvSpPr txBox="1"/>
              <p:nvPr/>
            </p:nvSpPr>
            <p:spPr bwMode="gray">
              <a:xfrm>
                <a:off x="5631085" y="1898678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110B6B3-AFA8-55BE-2132-115C1F6912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31085" y="1898678"/>
                <a:ext cx="796824" cy="26828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60CC341-7A0A-96AF-1D85-A500F1FA0B01}"/>
                  </a:ext>
                </a:extLst>
              </p:cNvPr>
              <p:cNvSpPr txBox="1"/>
              <p:nvPr/>
            </p:nvSpPr>
            <p:spPr bwMode="gray">
              <a:xfrm>
                <a:off x="6859957" y="1875828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60CC341-7A0A-96AF-1D85-A500F1FA0B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59957" y="1875828"/>
                <a:ext cx="796824" cy="26828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0" name="Straight Arrow Connector 49">
            <a:extLst>
              <a:ext uri="{FF2B5EF4-FFF2-40B4-BE49-F238E27FC236}">
                <a16:creationId xmlns:a16="http://schemas.microsoft.com/office/drawing/2014/main" id="{D13DB4A3-0990-9B37-AC36-321020628520}"/>
              </a:ext>
            </a:extLst>
          </p:cNvPr>
          <p:cNvCxnSpPr>
            <a:cxnSpLocks/>
          </p:cNvCxnSpPr>
          <p:nvPr/>
        </p:nvCxnSpPr>
        <p:spPr bwMode="gray">
          <a:xfrm flipV="1">
            <a:off x="6723206" y="2143243"/>
            <a:ext cx="0" cy="27619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F58778-95DC-1793-B338-554F7CA6987B}"/>
                  </a:ext>
                </a:extLst>
              </p:cNvPr>
              <p:cNvSpPr txBox="1"/>
              <p:nvPr/>
            </p:nvSpPr>
            <p:spPr bwMode="gray">
              <a:xfrm>
                <a:off x="6783719" y="2127494"/>
                <a:ext cx="1060641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F58778-95DC-1793-B338-554F7CA698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83719" y="2127494"/>
                <a:ext cx="1060641" cy="268289"/>
              </a:xfrm>
              <a:prstGeom prst="rect">
                <a:avLst/>
              </a:prstGeom>
              <a:blipFill>
                <a:blip r:embed="rId8"/>
                <a:stretch>
                  <a:fillRect l="-119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ectangle 66">
            <a:extLst>
              <a:ext uri="{FF2B5EF4-FFF2-40B4-BE49-F238E27FC236}">
                <a16:creationId xmlns:a16="http://schemas.microsoft.com/office/drawing/2014/main" id="{05897503-61A2-73C8-5AA5-69C392F4E794}"/>
              </a:ext>
            </a:extLst>
          </p:cNvPr>
          <p:cNvSpPr/>
          <p:nvPr/>
        </p:nvSpPr>
        <p:spPr bwMode="gray">
          <a:xfrm>
            <a:off x="5377387" y="160361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E8461E27-0E04-DD57-CC13-3BD7F5EBC4E8}"/>
                  </a:ext>
                </a:extLst>
              </p:cNvPr>
              <p:cNvSpPr/>
              <p:nvPr/>
            </p:nvSpPr>
            <p:spPr bwMode="gray">
              <a:xfrm>
                <a:off x="4480268" y="154061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E8461E27-0E04-DD57-CC13-3BD7F5EBC4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80268" y="1540612"/>
                <a:ext cx="251999" cy="251999"/>
              </a:xfrm>
              <a:prstGeom prst="ellipse">
                <a:avLst/>
              </a:prstGeom>
              <a:blipFill>
                <a:blip r:embed="rId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EDECDEFC-A4D2-BAF8-285B-02F999E66783}"/>
              </a:ext>
            </a:extLst>
          </p:cNvPr>
          <p:cNvCxnSpPr>
            <a:cxnSpLocks/>
            <a:stCxn id="67" idx="1"/>
            <a:endCxn id="69" idx="6"/>
          </p:cNvCxnSpPr>
          <p:nvPr/>
        </p:nvCxnSpPr>
        <p:spPr bwMode="gray">
          <a:xfrm flipH="1">
            <a:off x="4732267" y="1666612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4ECB922-F51F-9140-0A8B-F501443470E9}"/>
                  </a:ext>
                </a:extLst>
              </p:cNvPr>
              <p:cNvSpPr txBox="1"/>
              <p:nvPr/>
            </p:nvSpPr>
            <p:spPr bwMode="gray">
              <a:xfrm>
                <a:off x="4635044" y="134711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4ECB922-F51F-9140-0A8B-F501443470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35044" y="1347119"/>
                <a:ext cx="796824" cy="184133"/>
              </a:xfrm>
              <a:prstGeom prst="rect">
                <a:avLst/>
              </a:prstGeom>
              <a:blipFill>
                <a:blip r:embed="rId10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FACFB053-80C2-CA5E-40FE-365FB9AE418E}"/>
              </a:ext>
            </a:extLst>
          </p:cNvPr>
          <p:cNvCxnSpPr>
            <a:cxnSpLocks/>
          </p:cNvCxnSpPr>
          <p:nvPr/>
        </p:nvCxnSpPr>
        <p:spPr bwMode="gray">
          <a:xfrm flipH="1">
            <a:off x="4786972" y="1590276"/>
            <a:ext cx="522871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5090A773-5B57-E2F0-4156-9F8FAD674607}"/>
              </a:ext>
            </a:extLst>
          </p:cNvPr>
          <p:cNvCxnSpPr>
            <a:cxnSpLocks/>
            <a:stCxn id="67" idx="3"/>
            <a:endCxn id="21" idx="2"/>
          </p:cNvCxnSpPr>
          <p:nvPr/>
        </p:nvCxnSpPr>
        <p:spPr bwMode="gray">
          <a:xfrm>
            <a:off x="5503386" y="1666612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CA33E75D-04A6-1F14-8ABD-EE4D61312CBE}"/>
                  </a:ext>
                </a:extLst>
              </p:cNvPr>
              <p:cNvSpPr txBox="1"/>
              <p:nvPr/>
            </p:nvSpPr>
            <p:spPr bwMode="gray">
              <a:xfrm>
                <a:off x="5420330" y="1361790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CA33E75D-04A6-1F14-8ABD-EE4D61312C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420330" y="1361790"/>
                <a:ext cx="741711" cy="184133"/>
              </a:xfrm>
              <a:prstGeom prst="rect">
                <a:avLst/>
              </a:prstGeom>
              <a:blipFill>
                <a:blip r:embed="rId11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09796FB8-FE01-2796-2A75-EF556C7A7BF4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5612969" y="1589441"/>
            <a:ext cx="436784" cy="1671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8E33DF4-3491-5569-A779-1BFD2A9A26AF}"/>
                  </a:ext>
                </a:extLst>
              </p:cNvPr>
              <p:cNvSpPr/>
              <p:nvPr/>
            </p:nvSpPr>
            <p:spPr bwMode="gray">
              <a:xfrm>
                <a:off x="8713865" y="154061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8E33DF4-3491-5569-A779-1BFD2A9A26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13865" y="1540612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5" name="Rectangle 124">
            <a:extLst>
              <a:ext uri="{FF2B5EF4-FFF2-40B4-BE49-F238E27FC236}">
                <a16:creationId xmlns:a16="http://schemas.microsoft.com/office/drawing/2014/main" id="{D47D85AC-8020-A240-28BB-0ADFF7406D82}"/>
              </a:ext>
            </a:extLst>
          </p:cNvPr>
          <p:cNvSpPr/>
          <p:nvPr/>
        </p:nvSpPr>
        <p:spPr bwMode="gray">
          <a:xfrm>
            <a:off x="7942744" y="1603612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3A7B9C7E-D52B-AABA-36FE-F33B75623C51}"/>
              </a:ext>
            </a:extLst>
          </p:cNvPr>
          <p:cNvCxnSpPr>
            <a:cxnSpLocks/>
            <a:stCxn id="125" idx="3"/>
            <a:endCxn id="124" idx="2"/>
          </p:cNvCxnSpPr>
          <p:nvPr/>
        </p:nvCxnSpPr>
        <p:spPr bwMode="gray">
          <a:xfrm>
            <a:off x="8068743" y="1666612"/>
            <a:ext cx="64512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A7D6795D-5B85-C12F-3D96-12B79699E2A1}"/>
              </a:ext>
            </a:extLst>
          </p:cNvPr>
          <p:cNvCxnSpPr>
            <a:cxnSpLocks/>
            <a:stCxn id="125" idx="1"/>
            <a:endCxn id="27" idx="6"/>
          </p:cNvCxnSpPr>
          <p:nvPr/>
        </p:nvCxnSpPr>
        <p:spPr bwMode="gray">
          <a:xfrm flipH="1">
            <a:off x="7297624" y="1666612"/>
            <a:ext cx="645120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7B8908C-2420-21E6-F8A0-5432D30B3090}"/>
                  </a:ext>
                </a:extLst>
              </p:cNvPr>
              <p:cNvSpPr txBox="1"/>
              <p:nvPr/>
            </p:nvSpPr>
            <p:spPr bwMode="gray">
              <a:xfrm>
                <a:off x="7982231" y="1352473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7B8908C-2420-21E6-F8A0-5432D30B3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82231" y="1352473"/>
                <a:ext cx="796824" cy="184133"/>
              </a:xfrm>
              <a:prstGeom prst="rect">
                <a:avLst/>
              </a:prstGeom>
              <a:blipFill>
                <a:blip r:embed="rId13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67564A63-1FBC-0935-C767-FEAE8099B7B0}"/>
                  </a:ext>
                </a:extLst>
              </p:cNvPr>
              <p:cNvSpPr txBox="1"/>
              <p:nvPr/>
            </p:nvSpPr>
            <p:spPr bwMode="gray">
              <a:xfrm>
                <a:off x="7266054" y="1334837"/>
                <a:ext cx="685627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67564A63-1FBC-0935-C767-FEAE8099B7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66054" y="1334837"/>
                <a:ext cx="685627" cy="23096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34034189-F7AD-1B62-4265-03F207C3EE19}"/>
              </a:ext>
            </a:extLst>
          </p:cNvPr>
          <p:cNvCxnSpPr>
            <a:cxnSpLocks/>
          </p:cNvCxnSpPr>
          <p:nvPr/>
        </p:nvCxnSpPr>
        <p:spPr bwMode="gray">
          <a:xfrm flipH="1">
            <a:off x="7356028" y="1590276"/>
            <a:ext cx="455876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Arrow Connector 131">
            <a:extLst>
              <a:ext uri="{FF2B5EF4-FFF2-40B4-BE49-F238E27FC236}">
                <a16:creationId xmlns:a16="http://schemas.microsoft.com/office/drawing/2014/main" id="{A5A21B99-0F4E-D088-2475-7C2E79C8D40D}"/>
              </a:ext>
            </a:extLst>
          </p:cNvPr>
          <p:cNvCxnSpPr>
            <a:cxnSpLocks/>
          </p:cNvCxnSpPr>
          <p:nvPr/>
        </p:nvCxnSpPr>
        <p:spPr bwMode="gray">
          <a:xfrm flipH="1">
            <a:off x="8143609" y="1590276"/>
            <a:ext cx="518572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FF998619-4F0F-D64F-FDDC-AFD66E3B9CB7}"/>
                  </a:ext>
                </a:extLst>
              </p:cNvPr>
              <p:cNvSpPr/>
              <p:nvPr/>
            </p:nvSpPr>
            <p:spPr bwMode="gray">
              <a:xfrm>
                <a:off x="8720357" y="241543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FF998619-4F0F-D64F-FDDC-AFD66E3B9C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0357" y="2415436"/>
                <a:ext cx="251999" cy="251999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6" name="Rectangle 145">
            <a:extLst>
              <a:ext uri="{FF2B5EF4-FFF2-40B4-BE49-F238E27FC236}">
                <a16:creationId xmlns:a16="http://schemas.microsoft.com/office/drawing/2014/main" id="{395254BA-58C6-7543-290D-539DE9446267}"/>
              </a:ext>
            </a:extLst>
          </p:cNvPr>
          <p:cNvSpPr/>
          <p:nvPr/>
        </p:nvSpPr>
        <p:spPr bwMode="gray">
          <a:xfrm>
            <a:off x="7689061" y="2478436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7" name="Straight Arrow Connector 146">
            <a:extLst>
              <a:ext uri="{FF2B5EF4-FFF2-40B4-BE49-F238E27FC236}">
                <a16:creationId xmlns:a16="http://schemas.microsoft.com/office/drawing/2014/main" id="{5F2DE7F9-C270-AAA4-BF2C-663A9BB78A54}"/>
              </a:ext>
            </a:extLst>
          </p:cNvPr>
          <p:cNvCxnSpPr>
            <a:cxnSpLocks/>
            <a:stCxn id="146" idx="3"/>
            <a:endCxn id="145" idx="2"/>
          </p:cNvCxnSpPr>
          <p:nvPr/>
        </p:nvCxnSpPr>
        <p:spPr bwMode="gray">
          <a:xfrm>
            <a:off x="7815060" y="2541436"/>
            <a:ext cx="90529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Straight Arrow Connector 147">
            <a:extLst>
              <a:ext uri="{FF2B5EF4-FFF2-40B4-BE49-F238E27FC236}">
                <a16:creationId xmlns:a16="http://schemas.microsoft.com/office/drawing/2014/main" id="{732924A3-E6BE-B3B1-3EC3-97602BF8FEDC}"/>
              </a:ext>
            </a:extLst>
          </p:cNvPr>
          <p:cNvCxnSpPr>
            <a:cxnSpLocks/>
            <a:stCxn id="146" idx="1"/>
            <a:endCxn id="14" idx="6"/>
          </p:cNvCxnSpPr>
          <p:nvPr/>
        </p:nvCxnSpPr>
        <p:spPr bwMode="gray">
          <a:xfrm flipH="1">
            <a:off x="6783763" y="2541436"/>
            <a:ext cx="905298" cy="399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C50889FB-E6DD-5FF4-53D7-EB8F56DF3A00}"/>
                  </a:ext>
                </a:extLst>
              </p:cNvPr>
              <p:cNvSpPr txBox="1"/>
              <p:nvPr/>
            </p:nvSpPr>
            <p:spPr bwMode="gray">
              <a:xfrm>
                <a:off x="7639921" y="2640678"/>
                <a:ext cx="1274220" cy="19613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8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p>
                              <m:r>
                                <a:rPr lang="en-US" sz="8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C50889FB-E6DD-5FF4-53D7-EB8F56DF3A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39921" y="2640678"/>
                <a:ext cx="1274220" cy="196136"/>
              </a:xfrm>
              <a:prstGeom prst="rect">
                <a:avLst/>
              </a:prstGeom>
              <a:blipFill>
                <a:blip r:embed="rId16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1" name="Straight Arrow Connector 150">
            <a:extLst>
              <a:ext uri="{FF2B5EF4-FFF2-40B4-BE49-F238E27FC236}">
                <a16:creationId xmlns:a16="http://schemas.microsoft.com/office/drawing/2014/main" id="{5A53DFA7-BD11-528B-5A32-09157F2A2E98}"/>
              </a:ext>
            </a:extLst>
          </p:cNvPr>
          <p:cNvCxnSpPr>
            <a:cxnSpLocks/>
          </p:cNvCxnSpPr>
          <p:nvPr/>
        </p:nvCxnSpPr>
        <p:spPr bwMode="gray">
          <a:xfrm flipH="1">
            <a:off x="6859957" y="2601879"/>
            <a:ext cx="796824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Arrow Connector 152">
            <a:extLst>
              <a:ext uri="{FF2B5EF4-FFF2-40B4-BE49-F238E27FC236}">
                <a16:creationId xmlns:a16="http://schemas.microsoft.com/office/drawing/2014/main" id="{4C11445C-836A-DBC8-9507-8E7122E4998C}"/>
              </a:ext>
            </a:extLst>
          </p:cNvPr>
          <p:cNvCxnSpPr>
            <a:cxnSpLocks/>
          </p:cNvCxnSpPr>
          <p:nvPr/>
        </p:nvCxnSpPr>
        <p:spPr bwMode="gray">
          <a:xfrm flipH="1">
            <a:off x="7859305" y="2611177"/>
            <a:ext cx="854560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C630485E-4D17-5336-2021-716BDBB18BF3}"/>
                  </a:ext>
                </a:extLst>
              </p:cNvPr>
              <p:cNvSpPr txBox="1"/>
              <p:nvPr/>
            </p:nvSpPr>
            <p:spPr bwMode="gray">
              <a:xfrm>
                <a:off x="6641303" y="2604602"/>
                <a:ext cx="1060641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800" b="0" i="0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LN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C630485E-4D17-5336-2021-716BDBB18BF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41303" y="2604602"/>
                <a:ext cx="1060641" cy="26828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E3EDA194-8DAA-B35B-79A9-2B3859910F1D}"/>
                  </a:ext>
                </a:extLst>
              </p:cNvPr>
              <p:cNvSpPr txBox="1"/>
              <p:nvPr/>
            </p:nvSpPr>
            <p:spPr bwMode="gray">
              <a:xfrm>
                <a:off x="7605666" y="1737447"/>
                <a:ext cx="800154" cy="21390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E3EDA194-8DAA-B35B-79A9-2B3859910F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05666" y="1737447"/>
                <a:ext cx="800154" cy="213905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4D0AB758-DF37-8630-FF1A-16A38F06F44D}"/>
                  </a:ext>
                </a:extLst>
              </p:cNvPr>
              <p:cNvSpPr txBox="1"/>
              <p:nvPr/>
            </p:nvSpPr>
            <p:spPr bwMode="gray">
              <a:xfrm>
                <a:off x="5048407" y="1755056"/>
                <a:ext cx="800154" cy="21390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4D0AB758-DF37-8630-FF1A-16A38F06F4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48407" y="1755056"/>
                <a:ext cx="800154" cy="21390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36C8718-EC65-D108-D0EA-AC1930C27135}"/>
                  </a:ext>
                </a:extLst>
              </p:cNvPr>
              <p:cNvSpPr txBox="1"/>
              <p:nvPr/>
            </p:nvSpPr>
            <p:spPr bwMode="gray">
              <a:xfrm>
                <a:off x="7704782" y="2283228"/>
                <a:ext cx="800154" cy="2587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acc>
                                <m:accPr>
                                  <m:chr m:val="̃"/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F36C8718-EC65-D108-D0EA-AC1930C271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04782" y="2283228"/>
                <a:ext cx="800154" cy="25872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70034EC4-38AE-A23A-E04B-98007273D3C6}"/>
                  </a:ext>
                </a:extLst>
              </p:cNvPr>
              <p:cNvSpPr txBox="1"/>
              <p:nvPr/>
            </p:nvSpPr>
            <p:spPr bwMode="gray">
              <a:xfrm rot="16200000">
                <a:off x="6255805" y="1513975"/>
                <a:ext cx="800154" cy="2535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acc>
                                <m:accPr>
                                  <m:chr m:val="̃"/>
                                  <m:ctrlP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7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acc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acc>
                            <m:accPr>
                              <m:chr m:val="̃"/>
                              <m:ctrlP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7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acc>
                        </m:e>
                      </m:d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70034EC4-38AE-A23A-E04B-98007273D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6255805" y="1513975"/>
                <a:ext cx="800154" cy="25353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D831C1A-C352-2E6B-3B07-A20A60C41481}"/>
                  </a:ext>
                </a:extLst>
              </p:cNvPr>
              <p:cNvSpPr txBox="1"/>
              <p:nvPr/>
            </p:nvSpPr>
            <p:spPr bwMode="gray">
              <a:xfrm>
                <a:off x="738180" y="1842873"/>
                <a:ext cx="1595830" cy="5433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rad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7D831C1A-C352-2E6B-3B07-A20A60C414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180" y="1842873"/>
                <a:ext cx="1595830" cy="54335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4D72C2C-DD34-7A16-0F25-5CB7B8E31762}"/>
                  </a:ext>
                </a:extLst>
              </p:cNvPr>
              <p:cNvSpPr txBox="1"/>
              <p:nvPr/>
            </p:nvSpPr>
            <p:spPr bwMode="gray">
              <a:xfrm>
                <a:off x="2428317" y="1857589"/>
                <a:ext cx="1595830" cy="5139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4D72C2C-DD34-7A16-0F25-5CB7B8E317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428317" y="1857589"/>
                <a:ext cx="1595830" cy="51392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3D0E0F2-57BB-B971-D30E-4E90FDF99948}"/>
                  </a:ext>
                </a:extLst>
              </p:cNvPr>
              <p:cNvSpPr txBox="1"/>
              <p:nvPr/>
            </p:nvSpPr>
            <p:spPr bwMode="gray">
              <a:xfrm>
                <a:off x="731819" y="2318273"/>
                <a:ext cx="1595830" cy="5433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rad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3D0E0F2-57BB-B971-D30E-4E90FDF999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1819" y="2318273"/>
                <a:ext cx="1595830" cy="543354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064EDF8-39FF-E17E-E640-15A1C8D933B1}"/>
                  </a:ext>
                </a:extLst>
              </p:cNvPr>
              <p:cNvSpPr txBox="1"/>
              <p:nvPr/>
            </p:nvSpPr>
            <p:spPr bwMode="gray">
              <a:xfrm>
                <a:off x="2421956" y="2332989"/>
                <a:ext cx="1595830" cy="5139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064EDF8-39FF-E17E-E640-15A1C8D933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421956" y="2332989"/>
                <a:ext cx="1595830" cy="51392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04BDC23-D770-85DA-7BF9-DEF2E785303C}"/>
                  </a:ext>
                </a:extLst>
              </p:cNvPr>
              <p:cNvSpPr txBox="1"/>
              <p:nvPr/>
            </p:nvSpPr>
            <p:spPr bwMode="gray">
              <a:xfrm>
                <a:off x="738180" y="3259601"/>
                <a:ext cx="2693278" cy="5433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̃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rad>
                                    <m:radPr>
                                      <m:degHide m:val="on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rad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rad>
                                    <m:radPr>
                                      <m:degHide m:val="on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rad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04BDC23-D770-85DA-7BF9-DEF2E7853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8180" y="3259601"/>
                <a:ext cx="2693278" cy="54335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A338A9C-6325-E86D-70A0-6A366ADD6551}"/>
                  </a:ext>
                </a:extLst>
              </p:cNvPr>
              <p:cNvSpPr txBox="1"/>
              <p:nvPr/>
            </p:nvSpPr>
            <p:spPr bwMode="gray">
              <a:xfrm>
                <a:off x="3559029" y="3274317"/>
                <a:ext cx="2841476" cy="5139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sSubSup>
                            <m:sSub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acc>
                            <m:accPr>
                              <m:chr m:val="̃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</m:acc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d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+</m:t>
                                      </m:r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d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⋅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2A338A9C-6325-E86D-70A0-6A366ADD65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59029" y="3274317"/>
                <a:ext cx="2841476" cy="51392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0319FBB-9859-E3C5-AC82-04DEE8FE4E5F}"/>
                  </a:ext>
                </a:extLst>
              </p:cNvPr>
              <p:cNvSpPr txBox="1"/>
              <p:nvPr/>
            </p:nvSpPr>
            <p:spPr bwMode="gray">
              <a:xfrm>
                <a:off x="376854" y="4083176"/>
                <a:ext cx="3182176" cy="5139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𝜇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acc>
                                            <m:accPr>
                                              <m:chr m:val="̃"/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acc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𝜎</m:t>
                                              </m:r>
                                            </m:e>
                                          </m:acc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0319FBB-9859-E3C5-AC82-04DEE8FE4E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6854" y="4083176"/>
                <a:ext cx="3182176" cy="51392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2700AA6B-7A80-DEC2-6A90-8F2F00BB4A1A}"/>
                  </a:ext>
                </a:extLst>
              </p:cNvPr>
              <p:cNvSpPr txBox="1"/>
              <p:nvPr/>
            </p:nvSpPr>
            <p:spPr bwMode="gray">
              <a:xfrm>
                <a:off x="376853" y="4602818"/>
                <a:ext cx="2776121" cy="3687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=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𝜇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Sup>
                                        <m:sSubSup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sSubSup>
                                            <m:sSub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acc>
                                                <m:accPr>
                                                  <m:chr m:val="̃"/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accPr>
                                                <m:e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𝜎</m:t>
                                                  </m:r>
                                                </m:e>
                                              </m:acc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+</m:t>
                                          </m:r>
                                          <m:acc>
                                            <m:accPr>
                                              <m:chr m:val="̃"/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acc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𝜎</m:t>
                                              </m:r>
                                            </m:e>
                                          </m:acc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e>
                                  </m:d>
                                </m:e>
                              </m:d>
                            </m:e>
                          </m:func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2700AA6B-7A80-DEC2-6A90-8F2F00BB4A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6853" y="4602818"/>
                <a:ext cx="2776121" cy="368755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3D2277EB-365D-069D-EEDA-3A55851EA214}"/>
                  </a:ext>
                </a:extLst>
              </p:cNvPr>
              <p:cNvSpPr txBox="1"/>
              <p:nvPr/>
            </p:nvSpPr>
            <p:spPr bwMode="gray">
              <a:xfrm>
                <a:off x="3152974" y="4078079"/>
                <a:ext cx="1579293" cy="5139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sSubSup>
                                            <m:sSub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  <m:sSubSup>
                                            <m:sSubSup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𝑌</m:t>
                                              </m:r>
                                            </m:sub>
                                            <m:sup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num>
                                        <m:den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𝑋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⋅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𝜇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  <a:ea typeface="Cambria Math" panose="02040503050406030204" pitchFamily="18" charset="0"/>
                                                </a:rPr>
                                                <m:t>𝑌</m:t>
                                              </m:r>
                                            </m:sub>
                                          </m:sSub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3D2277EB-365D-069D-EEDA-3A55851EA2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52974" y="4078079"/>
                <a:ext cx="1579293" cy="51392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537D2EF-C7FA-E84C-D76D-A40E70B048F4}"/>
                  </a:ext>
                </a:extLst>
              </p:cNvPr>
              <p:cNvSpPr txBox="1"/>
              <p:nvPr/>
            </p:nvSpPr>
            <p:spPr bwMode="gray">
              <a:xfrm>
                <a:off x="4592935" y="4200631"/>
                <a:ext cx="891288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537D2EF-C7FA-E84C-D76D-A40E70B048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92935" y="4200631"/>
                <a:ext cx="891288" cy="276999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9EF33-2E48-9EFA-18C8-6CB1087BE710}"/>
                  </a:ext>
                </a:extLst>
              </p:cNvPr>
              <p:cNvSpPr txBox="1"/>
              <p:nvPr/>
            </p:nvSpPr>
            <p:spPr bwMode="gray">
              <a:xfrm>
                <a:off x="2766690" y="4531228"/>
                <a:ext cx="2776121" cy="51193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</m:num>
                            <m:den>
                              <m:sSubSup>
                                <m:sSub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sSubSup>
                                <m:sSubSup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−1</m:t>
                          </m:r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9EF33-2E48-9EFA-18C8-6CB1087BE7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66690" y="4531228"/>
                <a:ext cx="2776121" cy="51193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B3D86E1-527D-D31B-A9B2-52449106890C}"/>
                  </a:ext>
                </a:extLst>
              </p:cNvPr>
              <p:cNvSpPr txBox="1"/>
              <p:nvPr/>
            </p:nvSpPr>
            <p:spPr bwMode="gray">
              <a:xfrm>
                <a:off x="5377387" y="4647349"/>
                <a:ext cx="2154663" cy="27969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𝜇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sSubSup>
                        <m:sSubSupPr>
                          <m:ctrlP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  <m:sup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B3D86E1-527D-D31B-A9B2-524491068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77387" y="4647349"/>
                <a:ext cx="2154663" cy="27969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Rounded Rectangle 75">
            <a:extLst>
              <a:ext uri="{FF2B5EF4-FFF2-40B4-BE49-F238E27FC236}">
                <a16:creationId xmlns:a16="http://schemas.microsoft.com/office/drawing/2014/main" id="{0B3C9EA4-4E42-39DD-7E1C-47C9E731254B}"/>
              </a:ext>
            </a:extLst>
          </p:cNvPr>
          <p:cNvSpPr/>
          <p:nvPr/>
        </p:nvSpPr>
        <p:spPr bwMode="gray">
          <a:xfrm>
            <a:off x="4878752" y="4236292"/>
            <a:ext cx="498635" cy="213051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78" name="Rounded Rectangle 77">
            <a:extLst>
              <a:ext uri="{FF2B5EF4-FFF2-40B4-BE49-F238E27FC236}">
                <a16:creationId xmlns:a16="http://schemas.microsoft.com/office/drawing/2014/main" id="{9AB75B04-0A41-DDBA-947C-09C241DC65DB}"/>
              </a:ext>
            </a:extLst>
          </p:cNvPr>
          <p:cNvSpPr/>
          <p:nvPr/>
        </p:nvSpPr>
        <p:spPr bwMode="gray">
          <a:xfrm>
            <a:off x="5660127" y="4676659"/>
            <a:ext cx="1750064" cy="246127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70B07883-3EFA-4F6A-2A00-8556020C60AE}"/>
              </a:ext>
            </a:extLst>
          </p:cNvPr>
          <p:cNvCxnSpPr>
            <a:cxnSpLocks/>
            <a:stCxn id="150" idx="2"/>
            <a:endCxn id="76" idx="3"/>
          </p:cNvCxnSpPr>
          <p:nvPr/>
        </p:nvCxnSpPr>
        <p:spPr bwMode="gray">
          <a:xfrm flipH="1">
            <a:off x="5377387" y="2836814"/>
            <a:ext cx="2899644" cy="1506004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A6D58F2B-1B60-D28D-D1CA-4F53E342E29C}"/>
              </a:ext>
            </a:extLst>
          </p:cNvPr>
          <p:cNvCxnSpPr>
            <a:cxnSpLocks/>
            <a:endCxn id="78" idx="0"/>
          </p:cNvCxnSpPr>
          <p:nvPr/>
        </p:nvCxnSpPr>
        <p:spPr bwMode="gray">
          <a:xfrm flipH="1">
            <a:off x="6535159" y="2807314"/>
            <a:ext cx="1856145" cy="1869345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373151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6" grpId="0" animBg="1"/>
      <p:bldP spid="21" grpId="0" animBg="1"/>
      <p:bldP spid="27" grpId="0" animBg="1"/>
      <p:bldP spid="48" grpId="0"/>
      <p:bldP spid="49" grpId="0"/>
      <p:bldP spid="55" grpId="0"/>
      <p:bldP spid="67" grpId="0" animBg="1"/>
      <p:bldP spid="69" grpId="0" animBg="1"/>
      <p:bldP spid="74" grpId="0"/>
      <p:bldP spid="112" grpId="0"/>
      <p:bldP spid="124" grpId="0" animBg="1"/>
      <p:bldP spid="125" grpId="0" animBg="1"/>
      <p:bldP spid="129" grpId="0"/>
      <p:bldP spid="130" grpId="0"/>
      <p:bldP spid="145" grpId="0" animBg="1"/>
      <p:bldP spid="146" grpId="0" animBg="1"/>
      <p:bldP spid="150" grpId="0"/>
      <p:bldP spid="162" grpId="0"/>
      <p:bldP spid="167" grpId="0"/>
      <p:bldP spid="168" grpId="0"/>
      <p:bldP spid="169" grpId="0"/>
      <p:bldP spid="170" grpId="0"/>
      <p:bldP spid="11" grpId="0"/>
      <p:bldP spid="23" grpId="0"/>
      <p:bldP spid="30" grpId="0"/>
      <p:bldP spid="31" grpId="0"/>
      <p:bldP spid="34" grpId="0"/>
      <p:bldP spid="35" grpId="0"/>
      <p:bldP spid="42" grpId="0"/>
      <p:bldP spid="56" grpId="0"/>
      <p:bldP spid="57" grpId="0"/>
      <p:bldP spid="58" grpId="0"/>
      <p:bldP spid="60" grpId="0"/>
      <p:bldP spid="62" grpId="0"/>
      <p:bldP spid="76" grpId="0" animBg="1"/>
      <p:bldP spid="7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14ADF-3FDF-7992-C0CF-127CA2E72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9D321C17-7384-A5F2-EFFF-D62BB21E9484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5034A89-E1B2-FE51-A806-7D8D947404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DE" dirty="0"/>
              <a:t>Final Approximate Product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21E2D24A-C6F7-9DED-2DC7-257399D554F9}"/>
                  </a:ext>
                </a:extLst>
              </p:cNvPr>
              <p:cNvSpPr/>
              <p:nvPr/>
            </p:nvSpPr>
            <p:spPr bwMode="gray">
              <a:xfrm>
                <a:off x="7295524" y="250895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𝑍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21E2D24A-C6F7-9DED-2DC7-257399D554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95524" y="2508951"/>
                <a:ext cx="251999" cy="251999"/>
              </a:xfrm>
              <a:prstGeom prst="ellipse">
                <a:avLst/>
              </a:prstGeom>
              <a:blipFill>
                <a:blip r:embed="rId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 24">
            <a:extLst>
              <a:ext uri="{FF2B5EF4-FFF2-40B4-BE49-F238E27FC236}">
                <a16:creationId xmlns:a16="http://schemas.microsoft.com/office/drawing/2014/main" id="{6853FAA8-DA6E-FD24-C3C4-772166C0878F}"/>
              </a:ext>
            </a:extLst>
          </p:cNvPr>
          <p:cNvSpPr/>
          <p:nvPr/>
        </p:nvSpPr>
        <p:spPr bwMode="gray">
          <a:xfrm>
            <a:off x="7358524" y="2040870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A50F55E0-500D-3960-0E5F-81B97E29157D}"/>
              </a:ext>
            </a:extLst>
          </p:cNvPr>
          <p:cNvCxnSpPr>
            <a:cxnSpLocks/>
            <a:stCxn id="25" idx="2"/>
            <a:endCxn id="24" idx="0"/>
          </p:cNvCxnSpPr>
          <p:nvPr/>
        </p:nvCxnSpPr>
        <p:spPr bwMode="gray">
          <a:xfrm>
            <a:off x="7421524" y="2166869"/>
            <a:ext cx="0" cy="34208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4251722A-047B-CE93-BB79-DAA5E9D0E183}"/>
                  </a:ext>
                </a:extLst>
              </p:cNvPr>
              <p:cNvSpPr/>
              <p:nvPr/>
            </p:nvSpPr>
            <p:spPr bwMode="gray">
              <a:xfrm>
                <a:off x="6831629" y="164243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4251722A-047B-CE93-BB79-DAA5E9D0E1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31629" y="1642437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B6331AEB-E0B5-0F0E-D021-AB5A01BA486A}"/>
              </a:ext>
            </a:extLst>
          </p:cNvPr>
          <p:cNvCxnSpPr>
            <a:cxnSpLocks/>
            <a:stCxn id="25" idx="1"/>
            <a:endCxn id="28" idx="4"/>
          </p:cNvCxnSpPr>
          <p:nvPr/>
        </p:nvCxnSpPr>
        <p:spPr bwMode="gray">
          <a:xfrm flipH="1" flipV="1">
            <a:off x="6957629" y="1894436"/>
            <a:ext cx="400895" cy="20943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41035A01-9C88-938A-A95C-3F9B51B1BACA}"/>
                  </a:ext>
                </a:extLst>
              </p:cNvPr>
              <p:cNvSpPr/>
              <p:nvPr/>
            </p:nvSpPr>
            <p:spPr bwMode="gray">
              <a:xfrm>
                <a:off x="7759418" y="164243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41035A01-9C88-938A-A95C-3F9B51B1BA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59418" y="1642437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56A1E2D8-9460-47BD-121C-056ADB6073A3}"/>
              </a:ext>
            </a:extLst>
          </p:cNvPr>
          <p:cNvCxnSpPr>
            <a:cxnSpLocks/>
            <a:stCxn id="25" idx="3"/>
            <a:endCxn id="32" idx="4"/>
          </p:cNvCxnSpPr>
          <p:nvPr/>
        </p:nvCxnSpPr>
        <p:spPr bwMode="gray">
          <a:xfrm flipV="1">
            <a:off x="7484523" y="1894436"/>
            <a:ext cx="400895" cy="20943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59FBCDBA-3C26-B662-B48E-34C10D93FF12}"/>
                  </a:ext>
                </a:extLst>
              </p:cNvPr>
              <p:cNvSpPr txBox="1"/>
              <p:nvPr/>
            </p:nvSpPr>
            <p:spPr bwMode="gray">
              <a:xfrm>
                <a:off x="6413308" y="1192152"/>
                <a:ext cx="2040858" cy="42278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200" b="1" dirty="0"/>
                  <a:t>Product Factor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𝑋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𝑍</m:t>
                        </m:r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59FBCDBA-3C26-B662-B48E-34C10D93FF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13308" y="1192152"/>
                <a:ext cx="2040858" cy="422788"/>
              </a:xfrm>
              <a:prstGeom prst="rect">
                <a:avLst/>
              </a:prstGeom>
              <a:blipFill>
                <a:blip r:embed="rId5"/>
                <a:stretch>
                  <a:fillRect l="-185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D0C5F975-077E-38EE-C747-2C3EDB43C504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025253" y="2012315"/>
            <a:ext cx="270271" cy="161617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DD39895D-3EC1-C6AD-368C-A4D2CE3A77E2}"/>
              </a:ext>
            </a:extLst>
          </p:cNvPr>
          <p:cNvCxnSpPr>
            <a:cxnSpLocks/>
          </p:cNvCxnSpPr>
          <p:nvPr/>
        </p:nvCxnSpPr>
        <p:spPr bwMode="gray">
          <a:xfrm flipV="1">
            <a:off x="7562540" y="2009535"/>
            <a:ext cx="227417" cy="13494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0170C7A1-A9AA-D320-9AB4-5974BE5615E1}"/>
                  </a:ext>
                </a:extLst>
              </p:cNvPr>
              <p:cNvSpPr txBox="1"/>
              <p:nvPr/>
            </p:nvSpPr>
            <p:spPr bwMode="gray">
              <a:xfrm>
                <a:off x="6394845" y="1988196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0170C7A1-A9AA-D320-9AB4-5974BE5615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394845" y="1988196"/>
                <a:ext cx="796824" cy="26828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42FA171C-8051-92B9-49C3-D5ED18712CC1}"/>
                  </a:ext>
                </a:extLst>
              </p:cNvPr>
              <p:cNvSpPr txBox="1"/>
              <p:nvPr/>
            </p:nvSpPr>
            <p:spPr bwMode="gray">
              <a:xfrm>
                <a:off x="7623717" y="1965346"/>
                <a:ext cx="7968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42FA171C-8051-92B9-49C3-D5ED18712C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623717" y="1965346"/>
                <a:ext cx="796824" cy="26828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642411D4-DF3B-FDDF-840B-BFDCACD86028}"/>
              </a:ext>
            </a:extLst>
          </p:cNvPr>
          <p:cNvCxnSpPr>
            <a:cxnSpLocks/>
          </p:cNvCxnSpPr>
          <p:nvPr/>
        </p:nvCxnSpPr>
        <p:spPr bwMode="gray">
          <a:xfrm flipV="1">
            <a:off x="7486966" y="2232761"/>
            <a:ext cx="0" cy="27619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5ED1FCCD-916F-06D2-E43E-399443079310}"/>
                  </a:ext>
                </a:extLst>
              </p:cNvPr>
              <p:cNvSpPr txBox="1"/>
              <p:nvPr/>
            </p:nvSpPr>
            <p:spPr bwMode="gray">
              <a:xfrm>
                <a:off x="7479701" y="2284454"/>
                <a:ext cx="506704" cy="19899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5ED1FCCD-916F-06D2-E43E-3994430793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79701" y="2284454"/>
                <a:ext cx="506704" cy="19899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TextBox 90">
            <a:extLst>
              <a:ext uri="{FF2B5EF4-FFF2-40B4-BE49-F238E27FC236}">
                <a16:creationId xmlns:a16="http://schemas.microsoft.com/office/drawing/2014/main" id="{8C93FA92-3315-EFCD-2B10-F14BD5BBAF6E}"/>
              </a:ext>
            </a:extLst>
          </p:cNvPr>
          <p:cNvSpPr txBox="1"/>
          <p:nvPr/>
        </p:nvSpPr>
        <p:spPr bwMode="gray">
          <a:xfrm>
            <a:off x="4430661" y="2825705"/>
            <a:ext cx="4536030" cy="1410373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0" rtlCol="0" anchor="ctr">
            <a:noAutofit/>
          </a:bodyPr>
          <a:lstStyle/>
          <a:p>
            <a:endParaRPr lang="en-US" sz="1100" dirty="0">
              <a:solidFill>
                <a:schemeClr val="tx1"/>
              </a:solidFill>
            </a:endParaRPr>
          </a:p>
          <a:p>
            <a:endParaRPr lang="en-US" sz="1100" dirty="0">
              <a:solidFill>
                <a:schemeClr val="tx1"/>
              </a:solidFill>
            </a:endParaRPr>
          </a:p>
        </p:txBody>
      </p: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3812D051-6AC5-4CB8-9F21-F0EE65AA0B89}"/>
              </a:ext>
            </a:extLst>
          </p:cNvPr>
          <p:cNvCxnSpPr>
            <a:cxnSpLocks/>
          </p:cNvCxnSpPr>
          <p:nvPr/>
        </p:nvCxnSpPr>
        <p:spPr bwMode="gray">
          <a:xfrm flipV="1">
            <a:off x="7358524" y="2207416"/>
            <a:ext cx="0" cy="263645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CEC64A1-53FA-3263-A699-690931238B8F}"/>
                  </a:ext>
                </a:extLst>
              </p:cNvPr>
              <p:cNvSpPr txBox="1"/>
              <p:nvPr/>
            </p:nvSpPr>
            <p:spPr bwMode="gray">
              <a:xfrm>
                <a:off x="6745261" y="2260444"/>
                <a:ext cx="590424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𝑍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CEC64A1-53FA-3263-A699-690931238B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45261" y="2260444"/>
                <a:ext cx="590424" cy="26828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CE8207B1-4A6D-05CE-F6E7-351F3ED07D2E}"/>
              </a:ext>
            </a:extLst>
          </p:cNvPr>
          <p:cNvCxnSpPr>
            <a:cxnSpLocks/>
          </p:cNvCxnSpPr>
          <p:nvPr/>
        </p:nvCxnSpPr>
        <p:spPr bwMode="gray">
          <a:xfrm flipV="1">
            <a:off x="7516247" y="1859586"/>
            <a:ext cx="252661" cy="146142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AC348AA-20B3-C61B-482E-162A71BBE97A}"/>
                  </a:ext>
                </a:extLst>
              </p:cNvPr>
              <p:cNvSpPr txBox="1"/>
              <p:nvPr/>
            </p:nvSpPr>
            <p:spPr bwMode="gray">
              <a:xfrm rot="19791552">
                <a:off x="7356286" y="1617726"/>
                <a:ext cx="551053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AC348AA-20B3-C61B-482E-162A71BBE9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9791552">
                <a:off x="7356286" y="1617726"/>
                <a:ext cx="551053" cy="26828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7815879B-0117-FC8E-0BC5-7D5611F324E9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7095076" y="1866939"/>
            <a:ext cx="233239" cy="134345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6611D90-BE83-CD7B-78E6-D4BD443DC7A9}"/>
                  </a:ext>
                </a:extLst>
              </p:cNvPr>
              <p:cNvSpPr txBox="1"/>
              <p:nvPr/>
            </p:nvSpPr>
            <p:spPr bwMode="gray">
              <a:xfrm rot="1837155">
                <a:off x="6995591" y="1652862"/>
                <a:ext cx="551053" cy="26828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6611D90-BE83-CD7B-78E6-D4BD443DC7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837155">
                <a:off x="6995591" y="1652862"/>
                <a:ext cx="551053" cy="26828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A653C132-0666-6743-BCC3-04E52DAA784F}"/>
                  </a:ext>
                </a:extLst>
              </p:cNvPr>
              <p:cNvSpPr txBox="1"/>
              <p:nvPr/>
            </p:nvSpPr>
            <p:spPr bwMode="gray">
              <a:xfrm>
                <a:off x="4272596" y="2851357"/>
                <a:ext cx="3755418" cy="28129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</m:sub>
                      </m:sSub>
                      <m:d>
                        <m:dPr>
                          <m:ctrlP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11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1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r>
                            <a:rPr lang="en-US" sz="11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sSubSup>
                            <m:sSub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A653C132-0666-6743-BCC3-04E52DAA78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72596" y="2851357"/>
                <a:ext cx="3755418" cy="281295"/>
              </a:xfrm>
              <a:prstGeom prst="rect">
                <a:avLst/>
              </a:prstGeom>
              <a:blipFill>
                <a:blip r:embed="rId12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4BFCA42E-AF17-5E7C-1086-CEAEA04BD053}"/>
                  </a:ext>
                </a:extLst>
              </p:cNvPr>
              <p:cNvSpPr txBox="1"/>
              <p:nvPr/>
            </p:nvSpPr>
            <p:spPr bwMode="gray">
              <a:xfrm>
                <a:off x="4430661" y="2999447"/>
                <a:ext cx="4528622" cy="63729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1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  <m:r>
                            <a:rPr lang="en-US" sz="11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1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den>
                          </m:f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1+</m:t>
                                  </m:r>
                                  <m:f>
                                    <m:f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Sup>
                                        <m:sSubSupPr>
                                          <m:ctrlP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sSubSup>
                                        <m:sSubSupPr>
                                          <m:ctrlP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𝑋</m:t>
                                          </m:r>
                                        </m:sub>
                                        <m:sup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d>
                            <m:dPr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f>
                                <m:f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f>
                                <m:f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</m:d>
                    </m:oMath>
                  </m:oMathPara>
                </a14:m>
                <a:endParaRPr lang="de-DE" sz="1100" dirty="0"/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4BFCA42E-AF17-5E7C-1086-CEAEA04BD0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30661" y="2999447"/>
                <a:ext cx="4528622" cy="63729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422309A-8D00-F296-A53C-4A0FFAC61C49}"/>
                  </a:ext>
                </a:extLst>
              </p:cNvPr>
              <p:cNvSpPr txBox="1"/>
              <p:nvPr/>
            </p:nvSpPr>
            <p:spPr bwMode="gray">
              <a:xfrm>
                <a:off x="4428055" y="3579814"/>
                <a:ext cx="4531228" cy="63729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1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11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1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1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1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d>
                            <m:d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𝑌</m:t>
                                  </m:r>
                                </m:sub>
                              </m:sSub>
                            </m:den>
                          </m:f>
                          <m:r>
                            <a:rPr lang="en-US" sz="11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1+</m:t>
                                  </m:r>
                                  <m:f>
                                    <m:f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bSup>
                                        <m:sSubSupPr>
                                          <m:ctrlP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𝜎</m:t>
                                          </m:r>
                                        </m:e>
                                        <m:sub>
                                          <m:r>
                                            <a:rPr lang="en-US" sz="11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sSubSup>
                                        <m:sSubSupPr>
                                          <m:ctrlP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sz="1100" b="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𝑌</m:t>
                                          </m:r>
                                        </m:sub>
                                        <m:sup>
                                          <m:r>
                                            <a:rPr lang="en-US" sz="11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d>
                            <m:dPr>
                              <m:ctrlP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  <m:r>
                                <a:rPr lang="en-US" sz="11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⋅</m:t>
                              </m:r>
                              <m:f>
                                <m:f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1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𝑌</m:t>
                                      </m:r>
                                    </m:sub>
                                    <m:sup>
                                      <m:r>
                                        <a:rPr lang="en-US" sz="11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</m:d>
                    </m:oMath>
                  </m:oMathPara>
                </a14:m>
                <a:endParaRPr lang="en-US" sz="11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422309A-8D00-F296-A53C-4A0FFAC61C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28055" y="3579814"/>
                <a:ext cx="4531228" cy="63729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 Placeholder 10">
                <a:extLst>
                  <a:ext uri="{FF2B5EF4-FFF2-40B4-BE49-F238E27FC236}">
                    <a16:creationId xmlns:a16="http://schemas.microsoft.com/office/drawing/2014/main" id="{B76ED541-1099-8FEC-EC93-F2F353EFA50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8095390" cy="3599200"/>
              </a:xfrm>
            </p:spPr>
            <p:txBody>
              <a:bodyPr/>
              <a:lstStyle/>
              <a:p>
                <a:r>
                  <a:rPr lang="en-US" b="1" dirty="0"/>
                  <a:t>Main Idea</a:t>
                </a:r>
                <a:r>
                  <a:rPr lang="en-US" dirty="0"/>
                  <a:t>: The Copy factor to the Log-Normal distribution</a:t>
                </a:r>
                <a:br>
                  <a:rPr lang="en-US" dirty="0"/>
                </a:br>
                <a:r>
                  <a:rPr lang="en-US" dirty="0"/>
                  <a:t>(which has mass on the positive axis only!) ensures that the</a:t>
                </a:r>
                <a:br>
                  <a:rPr lang="en-US" dirty="0"/>
                </a:br>
                <a:r>
                  <a:rPr lang="en-US" dirty="0"/>
                  <a:t>product is </a:t>
                </a:r>
                <a:r>
                  <a:rPr lang="en-US" i="1" dirty="0" err="1"/>
                  <a:t>uni</a:t>
                </a:r>
                <a:r>
                  <a:rPr lang="en-US" i="1" dirty="0"/>
                  <a:t>-modal</a:t>
                </a:r>
                <a:r>
                  <a:rPr lang="en-US" dirty="0"/>
                  <a:t>!</a:t>
                </a:r>
              </a:p>
              <a:p>
                <a:pPr lvl="1"/>
                <a:r>
                  <a:rPr lang="en-US" sz="1200" dirty="0"/>
                  <a:t>The closer the means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</m:oMath>
                </a14:m>
                <a:r>
                  <a:rPr lang="en-US" sz="1200" dirty="0"/>
                  <a:t>, 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𝑍</m:t>
                        </m:r>
                      </m:sub>
                    </m:sSub>
                  </m:oMath>
                </a14:m>
                <a:r>
                  <a:rPr lang="en-US" sz="1200" dirty="0"/>
                  <a:t> are to zero, the worst the </a:t>
                </a:r>
                <a:br>
                  <a:rPr lang="en-US" sz="1200" dirty="0"/>
                </a:br>
                <a:r>
                  <a:rPr lang="en-US" sz="1200" dirty="0"/>
                  <a:t>approximation!</a:t>
                </a:r>
              </a:p>
              <a:p>
                <a:r>
                  <a:rPr lang="en-US" b="1" dirty="0"/>
                  <a:t>Separating signs and values</a:t>
                </a:r>
                <a:r>
                  <a:rPr lang="en-US" dirty="0"/>
                  <a:t>: So far, we made the simplifying </a:t>
                </a:r>
                <a:br>
                  <a:rPr lang="en-US" dirty="0"/>
                </a:br>
                <a:r>
                  <a:rPr lang="en-US" dirty="0"/>
                  <a:t>assumption that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𝑍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endParaRPr lang="en-US" dirty="0"/>
              </a:p>
              <a:p>
                <a:pPr lvl="1"/>
                <a:r>
                  <a:rPr lang="en-US" sz="1200" dirty="0"/>
                  <a:t>We deal with the sign by using </a:t>
                </a:r>
              </a:p>
              <a:p>
                <a:pPr lvl="1"/>
                <a:endParaRPr lang="en-US" sz="1200" dirty="0"/>
              </a:p>
              <a:p>
                <a:pPr lvl="1"/>
                <a:endParaRPr lang="en-US" sz="1200" dirty="0"/>
              </a:p>
              <a:p>
                <a:pPr lvl="1"/>
                <a:endParaRPr lang="en-US" sz="1200" dirty="0"/>
              </a:p>
              <a:p>
                <a:pPr lvl="1"/>
                <a:endParaRPr lang="en-US" sz="1200" dirty="0"/>
              </a:p>
              <a:p>
                <a:pPr lvl="1"/>
                <a:endParaRPr lang="en-US" sz="1200" dirty="0"/>
              </a:p>
              <a:p>
                <a:endParaRPr lang="en-US" b="1" dirty="0"/>
              </a:p>
              <a:p>
                <a:r>
                  <a:rPr lang="en-US" b="1" dirty="0"/>
                  <a:t>Caveat</a:t>
                </a:r>
                <a:r>
                  <a:rPr lang="en-US" dirty="0"/>
                  <a:t>: We must make sure that none of the two factors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dirty="0"/>
                  <a:t> has a mean </a:t>
                </a:r>
                <a:r>
                  <a:rPr lang="en-US" i="1" dirty="0"/>
                  <a:t>exactly</a:t>
                </a:r>
                <a:r>
                  <a:rPr lang="en-US" dirty="0"/>
                  <a:t> at zero!</a:t>
                </a:r>
              </a:p>
            </p:txBody>
          </p:sp>
        </mc:Choice>
        <mc:Fallback xmlns="">
          <p:sp>
            <p:nvSpPr>
              <p:cNvPr id="11" name="Text Placeholder 10">
                <a:extLst>
                  <a:ext uri="{FF2B5EF4-FFF2-40B4-BE49-F238E27FC236}">
                    <a16:creationId xmlns:a16="http://schemas.microsoft.com/office/drawing/2014/main" id="{B76ED541-1099-8FEC-EC93-F2F353EFA50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8095390" cy="3599200"/>
              </a:xfrm>
              <a:blipFill>
                <a:blip r:embed="rId15"/>
                <a:stretch>
                  <a:fillRect t="-351" r="-157" b="-77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9DB4D4A-BFE5-3429-E343-C9C971560DE0}"/>
                  </a:ext>
                </a:extLst>
              </p:cNvPr>
              <p:cNvSpPr txBox="1"/>
              <p:nvPr/>
            </p:nvSpPr>
            <p:spPr bwMode="gray">
              <a:xfrm>
                <a:off x="-113288" y="3198400"/>
                <a:ext cx="4685288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𝑌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sgn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|"/>
                              <m:endChr m:val="|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func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×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sgn</m:t>
                          </m:r>
                        </m:fName>
                        <m:e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</m:e>
                      </m:func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begChr m:val="|"/>
                          <m:endChr m:val="|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unc>
                            <m:funcPr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sgn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𝑋</m:t>
                                  </m:r>
                                </m:e>
                              </m:d>
                            </m:e>
                          </m:func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func>
                            <m:func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>
                                  <a:latin typeface="Cambria Math" panose="02040503050406030204" pitchFamily="18" charset="0"/>
                                </a:rPr>
                                <m:t>sgn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𝑌</m:t>
                                  </m:r>
                                </m:e>
                              </m:d>
                            </m:e>
                          </m:func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×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begChr m:val="|"/>
                              <m:endChr m:val="|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9DB4D4A-BFE5-3429-E343-C9C971560D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-113288" y="3198400"/>
                <a:ext cx="4685288" cy="276999"/>
              </a:xfrm>
              <a:prstGeom prst="rect">
                <a:avLst/>
              </a:prstGeom>
              <a:blipFill>
                <a:blip r:embed="rId16"/>
                <a:stretch>
                  <a:fillRect b="-454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Rounded Rectangle 34">
            <a:extLst>
              <a:ext uri="{FF2B5EF4-FFF2-40B4-BE49-F238E27FC236}">
                <a16:creationId xmlns:a16="http://schemas.microsoft.com/office/drawing/2014/main" id="{FBA26B50-4DE9-C5A2-CCCE-3E14CC9F61EB}"/>
              </a:ext>
            </a:extLst>
          </p:cNvPr>
          <p:cNvSpPr/>
          <p:nvPr/>
        </p:nvSpPr>
        <p:spPr bwMode="gray">
          <a:xfrm>
            <a:off x="2473994" y="3245342"/>
            <a:ext cx="1125465" cy="23005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B9A7F9F-C3B6-F7FB-922C-4AE6B72F54D8}"/>
              </a:ext>
            </a:extLst>
          </p:cNvPr>
          <p:cNvSpPr txBox="1"/>
          <p:nvPr/>
        </p:nvSpPr>
        <p:spPr bwMode="gray">
          <a:xfrm>
            <a:off x="1266111" y="3824609"/>
            <a:ext cx="1543996" cy="782625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Four cases only which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determine if we flip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the sign of the mean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of the outgoing message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6345509B-C159-1463-357B-562B640741CB}"/>
              </a:ext>
            </a:extLst>
          </p:cNvPr>
          <p:cNvCxnSpPr>
            <a:cxnSpLocks/>
            <a:stCxn id="42" idx="0"/>
            <a:endCxn id="35" idx="2"/>
          </p:cNvCxnSpPr>
          <p:nvPr/>
        </p:nvCxnSpPr>
        <p:spPr bwMode="gray">
          <a:xfrm flipV="1">
            <a:off x="2038109" y="3475399"/>
            <a:ext cx="998618" cy="34921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Rounded Rectangle 77">
            <a:extLst>
              <a:ext uri="{FF2B5EF4-FFF2-40B4-BE49-F238E27FC236}">
                <a16:creationId xmlns:a16="http://schemas.microsoft.com/office/drawing/2014/main" id="{EECF4D3A-47BB-06DA-38A0-0E0C0BC0B45A}"/>
              </a:ext>
            </a:extLst>
          </p:cNvPr>
          <p:cNvSpPr/>
          <p:nvPr/>
        </p:nvSpPr>
        <p:spPr bwMode="gray">
          <a:xfrm>
            <a:off x="3757524" y="3241960"/>
            <a:ext cx="598145" cy="23005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A0C4F11-37DC-93F6-2FD6-D78C9C03CC01}"/>
              </a:ext>
            </a:extLst>
          </p:cNvPr>
          <p:cNvSpPr txBox="1"/>
          <p:nvPr/>
        </p:nvSpPr>
        <p:spPr bwMode="gray">
          <a:xfrm>
            <a:off x="2815177" y="3821228"/>
            <a:ext cx="1485267" cy="88516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C00000"/>
                </a:solidFill>
              </a:rPr>
              <a:t>Guaranteed to be 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well modelled by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Log-Normal and flipping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means of incoming</a:t>
            </a:r>
            <a:br>
              <a:rPr lang="en-US" sz="1000" dirty="0">
                <a:solidFill>
                  <a:srgbClr val="C00000"/>
                </a:solidFill>
              </a:rPr>
            </a:br>
            <a:r>
              <a:rPr lang="en-US" sz="1000" dirty="0">
                <a:solidFill>
                  <a:srgbClr val="C00000"/>
                </a:solidFill>
              </a:rPr>
              <a:t>message</a:t>
            </a:r>
            <a:endParaRPr lang="en-DE" sz="1000" dirty="0" err="1">
              <a:solidFill>
                <a:srgbClr val="C00000"/>
              </a:solidFill>
            </a:endParaRPr>
          </a:p>
        </p:txBody>
      </p: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B83F41CD-4BC7-6D79-32A1-3F5A71AA53D4}"/>
              </a:ext>
            </a:extLst>
          </p:cNvPr>
          <p:cNvCxnSpPr>
            <a:cxnSpLocks/>
            <a:stCxn id="82" idx="0"/>
            <a:endCxn id="78" idx="2"/>
          </p:cNvCxnSpPr>
          <p:nvPr/>
        </p:nvCxnSpPr>
        <p:spPr bwMode="gray">
          <a:xfrm flipV="1">
            <a:off x="3557811" y="3472017"/>
            <a:ext cx="498786" cy="349211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937243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8" grpId="0" animBg="1"/>
      <p:bldP spid="32" grpId="0" animBg="1"/>
      <p:bldP spid="38" grpId="0"/>
      <p:bldP spid="83" grpId="0"/>
      <p:bldP spid="84" grpId="0"/>
      <p:bldP spid="90" grpId="0"/>
      <p:bldP spid="91" grpId="0" animBg="1"/>
      <p:bldP spid="43" grpId="0"/>
      <p:bldP spid="51" grpId="0"/>
      <p:bldP spid="59" grpId="0"/>
      <p:bldP spid="72" grpId="0"/>
      <p:bldP spid="77" grpId="0"/>
      <p:bldP spid="80" grpId="0"/>
      <p:bldP spid="34" grpId="0"/>
      <p:bldP spid="35" grpId="0" animBg="1"/>
      <p:bldP spid="42" grpId="0"/>
      <p:bldP spid="78" grpId="0" animBg="1"/>
      <p:bldP spid="8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F166D88-3F94-3BE6-08A9-B807146EAB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Product Factor: Examples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67BAA53-BAAB-CEA5-3008-0E58535DD862}"/>
                  </a:ext>
                </a:extLst>
              </p:cNvPr>
              <p:cNvSpPr txBox="1"/>
              <p:nvPr/>
            </p:nvSpPr>
            <p:spPr bwMode="gray">
              <a:xfrm>
                <a:off x="1172610" y="1147802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1.5,0.3</m:t>
                              </m:r>
                            </m:e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67BAA53-BAAB-CEA5-3008-0E58535DD8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72610" y="1147802"/>
                <a:ext cx="1224136" cy="21431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E81F741-8F00-AD50-D8EE-98D5D4C80D42}"/>
                  </a:ext>
                </a:extLst>
              </p:cNvPr>
              <p:cNvSpPr txBox="1"/>
              <p:nvPr/>
            </p:nvSpPr>
            <p:spPr bwMode="gray">
              <a:xfrm>
                <a:off x="3898184" y="114780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p>
                            <m:sSupPr>
                              <m:ctrlP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3,0.2</m:t>
                              </m:r>
                            </m:e>
                            <m:sup>
                              <m:r>
                                <a:rPr lang="en-US" sz="8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E81F741-8F00-AD50-D8EE-98D5D4C80D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98184" y="1147803"/>
                <a:ext cx="1224136" cy="21431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0D06592-1E6C-04D5-8B68-A7C5DF12C436}"/>
                  </a:ext>
                </a:extLst>
              </p:cNvPr>
              <p:cNvSpPr txBox="1"/>
              <p:nvPr/>
            </p:nvSpPr>
            <p:spPr bwMode="gray">
              <a:xfrm>
                <a:off x="6623758" y="1147804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;4,1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0D06592-1E6C-04D5-8B68-A7C5DF12C4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23758" y="1147804"/>
                <a:ext cx="1224136" cy="21431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B9C213E-0CD7-0289-E6AD-ED0117717179}"/>
                  </a:ext>
                </a:extLst>
              </p:cNvPr>
              <p:cNvSpPr txBox="1"/>
              <p:nvPr/>
            </p:nvSpPr>
            <p:spPr bwMode="gray">
              <a:xfrm>
                <a:off x="1172611" y="3177491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;−6.5,1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BB9C213E-0CD7-0289-E6AD-ED01177171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72611" y="3177491"/>
                <a:ext cx="1224136" cy="21431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0705491-BD13-F5DB-7D93-3ACACBCF3437}"/>
                  </a:ext>
                </a:extLst>
              </p:cNvPr>
              <p:cNvSpPr txBox="1"/>
              <p:nvPr/>
            </p:nvSpPr>
            <p:spPr bwMode="gray">
              <a:xfrm>
                <a:off x="3898185" y="3177492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;−8.5,1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0705491-BD13-F5DB-7D93-3ACACBCF34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98185" y="3177492"/>
                <a:ext cx="1224136" cy="21431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DC92550-5FA1-DB17-A97D-FE8D53F1EC5C}"/>
                  </a:ext>
                </a:extLst>
              </p:cNvPr>
              <p:cNvSpPr txBox="1"/>
              <p:nvPr/>
            </p:nvSpPr>
            <p:spPr bwMode="gray">
              <a:xfrm>
                <a:off x="6623759" y="317749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𝑍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𝑧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;4,1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DC92550-5FA1-DB17-A97D-FE8D53F1E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23759" y="3177493"/>
                <a:ext cx="1224136" cy="21431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46" name="Group 2845">
            <a:extLst>
              <a:ext uri="{FF2B5EF4-FFF2-40B4-BE49-F238E27FC236}">
                <a16:creationId xmlns:a16="http://schemas.microsoft.com/office/drawing/2014/main" id="{F6116AF5-3454-40A6-EAA8-A0AB2E5244E5}"/>
              </a:ext>
            </a:extLst>
          </p:cNvPr>
          <p:cNvGrpSpPr/>
          <p:nvPr/>
        </p:nvGrpSpPr>
        <p:grpSpPr>
          <a:xfrm>
            <a:off x="5993826" y="1428470"/>
            <a:ext cx="2483999" cy="1655999"/>
            <a:chOff x="5993826" y="1428470"/>
            <a:chExt cx="2483999" cy="1655999"/>
          </a:xfrm>
        </p:grpSpPr>
        <p:sp>
          <p:nvSpPr>
            <p:cNvPr id="2675" name="Freeform 2674">
              <a:extLst>
                <a:ext uri="{FF2B5EF4-FFF2-40B4-BE49-F238E27FC236}">
                  <a16:creationId xmlns:a16="http://schemas.microsoft.com/office/drawing/2014/main" id="{8FC34C45-3750-F46B-4FAD-BF248A75D8E6}"/>
                </a:ext>
              </a:extLst>
            </p:cNvPr>
            <p:cNvSpPr/>
            <p:nvPr/>
          </p:nvSpPr>
          <p:spPr>
            <a:xfrm>
              <a:off x="5993826" y="1428470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6" name="Freeform 2675">
              <a:extLst>
                <a:ext uri="{FF2B5EF4-FFF2-40B4-BE49-F238E27FC236}">
                  <a16:creationId xmlns:a16="http://schemas.microsoft.com/office/drawing/2014/main" id="{55C8C7AF-B60F-A6E6-41D9-A486292AE609}"/>
                </a:ext>
              </a:extLst>
            </p:cNvPr>
            <p:cNvSpPr/>
            <p:nvPr/>
          </p:nvSpPr>
          <p:spPr>
            <a:xfrm>
              <a:off x="6297775" y="1477367"/>
              <a:ext cx="2131156" cy="1374909"/>
            </a:xfrm>
            <a:custGeom>
              <a:avLst/>
              <a:gdLst>
                <a:gd name="csX0" fmla="*/ 0 w 2131156"/>
                <a:gd name="csY0" fmla="*/ 1374910 h 1374909"/>
                <a:gd name="csX1" fmla="*/ 2131156 w 2131156"/>
                <a:gd name="csY1" fmla="*/ 1374910 h 1374909"/>
                <a:gd name="csX2" fmla="*/ 2131156 w 2131156"/>
                <a:gd name="csY2" fmla="*/ 0 h 1374909"/>
                <a:gd name="csX3" fmla="*/ 0 w 2131156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1156" h="1374909">
                  <a:moveTo>
                    <a:pt x="0" y="1374910"/>
                  </a:moveTo>
                  <a:lnTo>
                    <a:pt x="2131156" y="1374910"/>
                  </a:lnTo>
                  <a:lnTo>
                    <a:pt x="21311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7" name="Freeform 2676">
              <a:extLst>
                <a:ext uri="{FF2B5EF4-FFF2-40B4-BE49-F238E27FC236}">
                  <a16:creationId xmlns:a16="http://schemas.microsoft.com/office/drawing/2014/main" id="{A585160C-C831-9B34-5000-65A70DEB29CD}"/>
                </a:ext>
              </a:extLst>
            </p:cNvPr>
            <p:cNvSpPr/>
            <p:nvPr/>
          </p:nvSpPr>
          <p:spPr>
            <a:xfrm>
              <a:off x="6397112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8" name="Freeform 2677">
              <a:extLst>
                <a:ext uri="{FF2B5EF4-FFF2-40B4-BE49-F238E27FC236}">
                  <a16:creationId xmlns:a16="http://schemas.microsoft.com/office/drawing/2014/main" id="{423F51A0-5EBA-6B13-F3FA-E94D51E8A3E1}"/>
                </a:ext>
              </a:extLst>
            </p:cNvPr>
            <p:cNvSpPr/>
            <p:nvPr/>
          </p:nvSpPr>
          <p:spPr>
            <a:xfrm>
              <a:off x="6760950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9" name="Freeform 2678">
              <a:extLst>
                <a:ext uri="{FF2B5EF4-FFF2-40B4-BE49-F238E27FC236}">
                  <a16:creationId xmlns:a16="http://schemas.microsoft.com/office/drawing/2014/main" id="{5138D51C-A0A9-3051-C407-0C329C1AC84D}"/>
                </a:ext>
              </a:extLst>
            </p:cNvPr>
            <p:cNvSpPr/>
            <p:nvPr/>
          </p:nvSpPr>
          <p:spPr>
            <a:xfrm>
              <a:off x="7124790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0" name="Freeform 2679">
              <a:extLst>
                <a:ext uri="{FF2B5EF4-FFF2-40B4-BE49-F238E27FC236}">
                  <a16:creationId xmlns:a16="http://schemas.microsoft.com/office/drawing/2014/main" id="{99D5B32B-9BA8-794B-29CD-4A4034A36C80}"/>
                </a:ext>
              </a:extLst>
            </p:cNvPr>
            <p:cNvSpPr/>
            <p:nvPr/>
          </p:nvSpPr>
          <p:spPr>
            <a:xfrm>
              <a:off x="7488624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1" name="Freeform 2680">
              <a:extLst>
                <a:ext uri="{FF2B5EF4-FFF2-40B4-BE49-F238E27FC236}">
                  <a16:creationId xmlns:a16="http://schemas.microsoft.com/office/drawing/2014/main" id="{1730375A-2D0C-40C6-D34D-167CA63DB33B}"/>
                </a:ext>
              </a:extLst>
            </p:cNvPr>
            <p:cNvSpPr/>
            <p:nvPr/>
          </p:nvSpPr>
          <p:spPr>
            <a:xfrm>
              <a:off x="7852467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2" name="Freeform 2681">
              <a:extLst>
                <a:ext uri="{FF2B5EF4-FFF2-40B4-BE49-F238E27FC236}">
                  <a16:creationId xmlns:a16="http://schemas.microsoft.com/office/drawing/2014/main" id="{226FFFE3-7C2F-9B56-1E3B-245BDCB23B2F}"/>
                </a:ext>
              </a:extLst>
            </p:cNvPr>
            <p:cNvSpPr/>
            <p:nvPr/>
          </p:nvSpPr>
          <p:spPr>
            <a:xfrm>
              <a:off x="8216301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3" name="Freeform 2682">
              <a:extLst>
                <a:ext uri="{FF2B5EF4-FFF2-40B4-BE49-F238E27FC236}">
                  <a16:creationId xmlns:a16="http://schemas.microsoft.com/office/drawing/2014/main" id="{593D11DD-07D1-69F2-4A4A-592E424341BD}"/>
                </a:ext>
              </a:extLst>
            </p:cNvPr>
            <p:cNvSpPr/>
            <p:nvPr/>
          </p:nvSpPr>
          <p:spPr>
            <a:xfrm>
              <a:off x="6297775" y="2852277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4" name="Freeform 2683">
              <a:extLst>
                <a:ext uri="{FF2B5EF4-FFF2-40B4-BE49-F238E27FC236}">
                  <a16:creationId xmlns:a16="http://schemas.microsoft.com/office/drawing/2014/main" id="{686C0343-C448-C1F6-3D44-3A9191C519B0}"/>
                </a:ext>
              </a:extLst>
            </p:cNvPr>
            <p:cNvSpPr/>
            <p:nvPr/>
          </p:nvSpPr>
          <p:spPr>
            <a:xfrm>
              <a:off x="6297775" y="2524948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5" name="Freeform 2684">
              <a:extLst>
                <a:ext uri="{FF2B5EF4-FFF2-40B4-BE49-F238E27FC236}">
                  <a16:creationId xmlns:a16="http://schemas.microsoft.com/office/drawing/2014/main" id="{19B511D2-D463-5275-1BC1-16D0C31D28A9}"/>
                </a:ext>
              </a:extLst>
            </p:cNvPr>
            <p:cNvSpPr/>
            <p:nvPr/>
          </p:nvSpPr>
          <p:spPr>
            <a:xfrm>
              <a:off x="6297775" y="2197620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6" name="Freeform 2685">
              <a:extLst>
                <a:ext uri="{FF2B5EF4-FFF2-40B4-BE49-F238E27FC236}">
                  <a16:creationId xmlns:a16="http://schemas.microsoft.com/office/drawing/2014/main" id="{513D4619-2971-67CA-1F8E-83AB68A050FE}"/>
                </a:ext>
              </a:extLst>
            </p:cNvPr>
            <p:cNvSpPr/>
            <p:nvPr/>
          </p:nvSpPr>
          <p:spPr>
            <a:xfrm>
              <a:off x="6297775" y="1870292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7" name="Freeform 2686">
              <a:extLst>
                <a:ext uri="{FF2B5EF4-FFF2-40B4-BE49-F238E27FC236}">
                  <a16:creationId xmlns:a16="http://schemas.microsoft.com/office/drawing/2014/main" id="{09B8081E-3583-7068-6D53-752B5007A9CF}"/>
                </a:ext>
              </a:extLst>
            </p:cNvPr>
            <p:cNvSpPr/>
            <p:nvPr/>
          </p:nvSpPr>
          <p:spPr>
            <a:xfrm>
              <a:off x="6297775" y="1542964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8" name="Freeform 2687">
              <a:extLst>
                <a:ext uri="{FF2B5EF4-FFF2-40B4-BE49-F238E27FC236}">
                  <a16:creationId xmlns:a16="http://schemas.microsoft.com/office/drawing/2014/main" id="{B697FCD6-0611-6BCA-F4ED-B2F63FC3924F}"/>
                </a:ext>
              </a:extLst>
            </p:cNvPr>
            <p:cNvSpPr/>
            <p:nvPr/>
          </p:nvSpPr>
          <p:spPr>
            <a:xfrm>
              <a:off x="6297775" y="2852277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9" name="Freeform 2688">
              <a:extLst>
                <a:ext uri="{FF2B5EF4-FFF2-40B4-BE49-F238E27FC236}">
                  <a16:creationId xmlns:a16="http://schemas.microsoft.com/office/drawing/2014/main" id="{CEB940A0-7A3A-7ACB-96B4-35D155425A10}"/>
                </a:ext>
              </a:extLst>
            </p:cNvPr>
            <p:cNvSpPr/>
            <p:nvPr/>
          </p:nvSpPr>
          <p:spPr>
            <a:xfrm>
              <a:off x="6397112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0" name="Freeform 2689">
              <a:extLst>
                <a:ext uri="{FF2B5EF4-FFF2-40B4-BE49-F238E27FC236}">
                  <a16:creationId xmlns:a16="http://schemas.microsoft.com/office/drawing/2014/main" id="{7EC0B8F6-BBF3-1686-CC76-7A5FDDB09189}"/>
                </a:ext>
              </a:extLst>
            </p:cNvPr>
            <p:cNvSpPr/>
            <p:nvPr/>
          </p:nvSpPr>
          <p:spPr>
            <a:xfrm>
              <a:off x="6760950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1" name="Freeform 2690">
              <a:extLst>
                <a:ext uri="{FF2B5EF4-FFF2-40B4-BE49-F238E27FC236}">
                  <a16:creationId xmlns:a16="http://schemas.microsoft.com/office/drawing/2014/main" id="{C1F4D769-3498-71FF-682D-54E4AD36B2D2}"/>
                </a:ext>
              </a:extLst>
            </p:cNvPr>
            <p:cNvSpPr/>
            <p:nvPr/>
          </p:nvSpPr>
          <p:spPr>
            <a:xfrm>
              <a:off x="7124790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2" name="Freeform 2691">
              <a:extLst>
                <a:ext uri="{FF2B5EF4-FFF2-40B4-BE49-F238E27FC236}">
                  <a16:creationId xmlns:a16="http://schemas.microsoft.com/office/drawing/2014/main" id="{CB784AB8-8428-F1BB-3221-E1D1391FE267}"/>
                </a:ext>
              </a:extLst>
            </p:cNvPr>
            <p:cNvSpPr/>
            <p:nvPr/>
          </p:nvSpPr>
          <p:spPr>
            <a:xfrm>
              <a:off x="7488624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3" name="Freeform 2692">
              <a:extLst>
                <a:ext uri="{FF2B5EF4-FFF2-40B4-BE49-F238E27FC236}">
                  <a16:creationId xmlns:a16="http://schemas.microsoft.com/office/drawing/2014/main" id="{3691E239-740E-FEDB-65F1-4AE5CEA20DA5}"/>
                </a:ext>
              </a:extLst>
            </p:cNvPr>
            <p:cNvSpPr/>
            <p:nvPr/>
          </p:nvSpPr>
          <p:spPr>
            <a:xfrm>
              <a:off x="7852467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4" name="Freeform 2693">
              <a:extLst>
                <a:ext uri="{FF2B5EF4-FFF2-40B4-BE49-F238E27FC236}">
                  <a16:creationId xmlns:a16="http://schemas.microsoft.com/office/drawing/2014/main" id="{12B7AFF8-718C-9183-47DD-AB384B7E32D1}"/>
                </a:ext>
              </a:extLst>
            </p:cNvPr>
            <p:cNvSpPr/>
            <p:nvPr/>
          </p:nvSpPr>
          <p:spPr>
            <a:xfrm>
              <a:off x="8216301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5" name="Freeform 2694">
              <a:extLst>
                <a:ext uri="{FF2B5EF4-FFF2-40B4-BE49-F238E27FC236}">
                  <a16:creationId xmlns:a16="http://schemas.microsoft.com/office/drawing/2014/main" id="{E0801636-55D0-0CDD-0567-EF2A9E2B737F}"/>
                </a:ext>
              </a:extLst>
            </p:cNvPr>
            <p:cNvSpPr/>
            <p:nvPr/>
          </p:nvSpPr>
          <p:spPr>
            <a:xfrm>
              <a:off x="6377238" y="2886670"/>
              <a:ext cx="39747" cy="63724"/>
            </a:xfrm>
            <a:custGeom>
              <a:avLst/>
              <a:gdLst>
                <a:gd name="csX0" fmla="*/ 10189 w 39747"/>
                <a:gd name="csY0" fmla="*/ 56594 h 63724"/>
                <a:gd name="csX1" fmla="*/ 39747 w 39747"/>
                <a:gd name="csY1" fmla="*/ 56594 h 63724"/>
                <a:gd name="csX2" fmla="*/ 39747 w 39747"/>
                <a:gd name="csY2" fmla="*/ 63725 h 63724"/>
                <a:gd name="csX3" fmla="*/ 0 w 39747"/>
                <a:gd name="csY3" fmla="*/ 63725 h 63724"/>
                <a:gd name="csX4" fmla="*/ 0 w 39747"/>
                <a:gd name="csY4" fmla="*/ 56594 h 63724"/>
                <a:gd name="csX5" fmla="*/ 13124 w 39747"/>
                <a:gd name="csY5" fmla="*/ 43222 h 63724"/>
                <a:gd name="csX6" fmla="*/ 23605 w 39747"/>
                <a:gd name="csY6" fmla="*/ 32364 h 63724"/>
                <a:gd name="csX7" fmla="*/ 29266 w 39747"/>
                <a:gd name="csY7" fmla="*/ 24654 h 63724"/>
                <a:gd name="csX8" fmla="*/ 30900 w 39747"/>
                <a:gd name="csY8" fmla="*/ 18402 h 63724"/>
                <a:gd name="csX9" fmla="*/ 27379 w 39747"/>
                <a:gd name="csY9" fmla="*/ 10267 h 63724"/>
                <a:gd name="csX10" fmla="*/ 18280 w 39747"/>
                <a:gd name="csY10" fmla="*/ 7121 h 63724"/>
                <a:gd name="csX11" fmla="*/ 9853 w 39747"/>
                <a:gd name="csY11" fmla="*/ 8508 h 63724"/>
                <a:gd name="csX12" fmla="*/ 419 w 39747"/>
                <a:gd name="csY12" fmla="*/ 12699 h 63724"/>
                <a:gd name="csX13" fmla="*/ 419 w 39747"/>
                <a:gd name="csY13" fmla="*/ 4150 h 63724"/>
                <a:gd name="csX14" fmla="*/ 9978 w 39747"/>
                <a:gd name="csY14" fmla="*/ 1045 h 63724"/>
                <a:gd name="csX15" fmla="*/ 18112 w 39747"/>
                <a:gd name="csY15" fmla="*/ 0 h 63724"/>
                <a:gd name="csX16" fmla="*/ 33626 w 39747"/>
                <a:gd name="csY16" fmla="*/ 4864 h 63724"/>
                <a:gd name="csX17" fmla="*/ 39412 w 39747"/>
                <a:gd name="csY17" fmla="*/ 17854 h 63724"/>
                <a:gd name="csX18" fmla="*/ 37944 w 39747"/>
                <a:gd name="csY18" fmla="*/ 25192 h 63724"/>
                <a:gd name="csX19" fmla="*/ 32703 w 39747"/>
                <a:gd name="csY19" fmla="*/ 33327 h 63724"/>
                <a:gd name="csX20" fmla="*/ 26036 w 39747"/>
                <a:gd name="csY20" fmla="*/ 40375 h 63724"/>
                <a:gd name="csX21" fmla="*/ 10189 w 39747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7" h="63724">
                  <a:moveTo>
                    <a:pt x="10189" y="56594"/>
                  </a:moveTo>
                  <a:lnTo>
                    <a:pt x="39747" y="56594"/>
                  </a:lnTo>
                  <a:lnTo>
                    <a:pt x="39747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5" y="53268"/>
                    <a:pt x="7589" y="48811"/>
                    <a:pt x="13124" y="43222"/>
                  </a:cubicBezTo>
                  <a:cubicBezTo>
                    <a:pt x="18686" y="37605"/>
                    <a:pt x="22180" y="33986"/>
                    <a:pt x="23605" y="32364"/>
                  </a:cubicBezTo>
                  <a:cubicBezTo>
                    <a:pt x="26316" y="29315"/>
                    <a:pt x="28203" y="26744"/>
                    <a:pt x="29266" y="24654"/>
                  </a:cubicBezTo>
                  <a:cubicBezTo>
                    <a:pt x="30355" y="22528"/>
                    <a:pt x="30900" y="20445"/>
                    <a:pt x="30900" y="18402"/>
                  </a:cubicBezTo>
                  <a:cubicBezTo>
                    <a:pt x="30900" y="15076"/>
                    <a:pt x="29726" y="12365"/>
                    <a:pt x="27379" y="10267"/>
                  </a:cubicBezTo>
                  <a:cubicBezTo>
                    <a:pt x="25058" y="8170"/>
                    <a:pt x="22025" y="7121"/>
                    <a:pt x="18280" y="7121"/>
                  </a:cubicBezTo>
                  <a:cubicBezTo>
                    <a:pt x="15625" y="7121"/>
                    <a:pt x="12816" y="7583"/>
                    <a:pt x="9853" y="8508"/>
                  </a:cubicBezTo>
                  <a:cubicBezTo>
                    <a:pt x="6918" y="9432"/>
                    <a:pt x="3773" y="10830"/>
                    <a:pt x="419" y="12699"/>
                  </a:cubicBezTo>
                  <a:lnTo>
                    <a:pt x="419" y="4150"/>
                  </a:lnTo>
                  <a:cubicBezTo>
                    <a:pt x="3829" y="2777"/>
                    <a:pt x="7016" y="1742"/>
                    <a:pt x="9978" y="1045"/>
                  </a:cubicBezTo>
                  <a:cubicBezTo>
                    <a:pt x="12941" y="348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6" y="4864"/>
                  </a:cubicBezTo>
                  <a:cubicBezTo>
                    <a:pt x="37483" y="8101"/>
                    <a:pt x="39412" y="12430"/>
                    <a:pt x="39412" y="17854"/>
                  </a:cubicBezTo>
                  <a:cubicBezTo>
                    <a:pt x="39412" y="20427"/>
                    <a:pt x="38923" y="22873"/>
                    <a:pt x="37944" y="25192"/>
                  </a:cubicBezTo>
                  <a:cubicBezTo>
                    <a:pt x="36994" y="27483"/>
                    <a:pt x="35247" y="30194"/>
                    <a:pt x="32703" y="33327"/>
                  </a:cubicBezTo>
                  <a:cubicBezTo>
                    <a:pt x="32005" y="34141"/>
                    <a:pt x="29782" y="36491"/>
                    <a:pt x="26036" y="40375"/>
                  </a:cubicBezTo>
                  <a:cubicBezTo>
                    <a:pt x="22291" y="44232"/>
                    <a:pt x="17009" y="49639"/>
                    <a:pt x="10189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6" name="Freeform 2695">
              <a:extLst>
                <a:ext uri="{FF2B5EF4-FFF2-40B4-BE49-F238E27FC236}">
                  <a16:creationId xmlns:a16="http://schemas.microsoft.com/office/drawing/2014/main" id="{6E4B67AD-0583-7EBD-9BE6-42A80784834C}"/>
                </a:ext>
              </a:extLst>
            </p:cNvPr>
            <p:cNvSpPr/>
            <p:nvPr/>
          </p:nvSpPr>
          <p:spPr>
            <a:xfrm>
              <a:off x="6740343" y="2886670"/>
              <a:ext cx="41213" cy="64935"/>
            </a:xfrm>
            <a:custGeom>
              <a:avLst/>
              <a:gdLst>
                <a:gd name="csX0" fmla="*/ 28301 w 41213"/>
                <a:gd name="csY0" fmla="*/ 29974 h 64935"/>
                <a:gd name="csX1" fmla="*/ 37776 w 41213"/>
                <a:gd name="csY1" fmla="*/ 35387 h 64935"/>
                <a:gd name="csX2" fmla="*/ 41214 w 41213"/>
                <a:gd name="csY2" fmla="*/ 45530 h 64935"/>
                <a:gd name="csX3" fmla="*/ 34841 w 41213"/>
                <a:gd name="csY3" fmla="*/ 59864 h 64935"/>
                <a:gd name="csX4" fmla="*/ 16729 w 41213"/>
                <a:gd name="csY4" fmla="*/ 64936 h 64935"/>
                <a:gd name="csX5" fmla="*/ 8595 w 41213"/>
                <a:gd name="csY5" fmla="*/ 64139 h 64935"/>
                <a:gd name="csX6" fmla="*/ 0 w 41213"/>
                <a:gd name="csY6" fmla="*/ 61841 h 64935"/>
                <a:gd name="csX7" fmla="*/ 0 w 41213"/>
                <a:gd name="csY7" fmla="*/ 53665 h 64935"/>
                <a:gd name="csX8" fmla="*/ 7715 w 41213"/>
                <a:gd name="csY8" fmla="*/ 56770 h 64935"/>
                <a:gd name="csX9" fmla="*/ 16477 w 41213"/>
                <a:gd name="csY9" fmla="*/ 57815 h 64935"/>
                <a:gd name="csX10" fmla="*/ 28594 w 41213"/>
                <a:gd name="csY10" fmla="*/ 54669 h 64935"/>
                <a:gd name="csX11" fmla="*/ 32787 w 41213"/>
                <a:gd name="csY11" fmla="*/ 45530 h 64935"/>
                <a:gd name="csX12" fmla="*/ 28888 w 41213"/>
                <a:gd name="csY12" fmla="*/ 36887 h 64935"/>
                <a:gd name="csX13" fmla="*/ 18112 w 41213"/>
                <a:gd name="csY13" fmla="*/ 33751 h 64935"/>
                <a:gd name="csX14" fmla="*/ 10817 w 41213"/>
                <a:gd name="csY14" fmla="*/ 33751 h 64935"/>
                <a:gd name="csX15" fmla="*/ 10817 w 41213"/>
                <a:gd name="csY15" fmla="*/ 26786 h 64935"/>
                <a:gd name="csX16" fmla="*/ 18448 w 41213"/>
                <a:gd name="csY16" fmla="*/ 26786 h 64935"/>
                <a:gd name="csX17" fmla="*/ 28007 w 41213"/>
                <a:gd name="csY17" fmla="*/ 24312 h 64935"/>
                <a:gd name="csX18" fmla="*/ 31319 w 41213"/>
                <a:gd name="csY18" fmla="*/ 17098 h 64935"/>
                <a:gd name="csX19" fmla="*/ 27882 w 41213"/>
                <a:gd name="csY19" fmla="*/ 9719 h 64935"/>
                <a:gd name="csX20" fmla="*/ 18112 w 41213"/>
                <a:gd name="csY20" fmla="*/ 7121 h 64935"/>
                <a:gd name="csX21" fmla="*/ 10649 w 41213"/>
                <a:gd name="csY21" fmla="*/ 7876 h 64935"/>
                <a:gd name="csX22" fmla="*/ 1887 w 41213"/>
                <a:gd name="csY22" fmla="*/ 10226 h 64935"/>
                <a:gd name="csX23" fmla="*/ 1887 w 41213"/>
                <a:gd name="csY23" fmla="*/ 2681 h 64935"/>
                <a:gd name="csX24" fmla="*/ 10901 w 41213"/>
                <a:gd name="csY24" fmla="*/ 662 h 64935"/>
                <a:gd name="csX25" fmla="*/ 18867 w 41213"/>
                <a:gd name="csY25" fmla="*/ 0 h 64935"/>
                <a:gd name="csX26" fmla="*/ 34128 w 41213"/>
                <a:gd name="csY26" fmla="*/ 4399 h 64935"/>
                <a:gd name="csX27" fmla="*/ 39747 w 41213"/>
                <a:gd name="csY27" fmla="*/ 16218 h 64935"/>
                <a:gd name="csX28" fmla="*/ 36770 w 41213"/>
                <a:gd name="csY28" fmla="*/ 25026 h 64935"/>
                <a:gd name="csX29" fmla="*/ 28301 w 41213"/>
                <a:gd name="csY29" fmla="*/ 29974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41213" h="64935">
                  <a:moveTo>
                    <a:pt x="28301" y="29974"/>
                  </a:moveTo>
                  <a:cubicBezTo>
                    <a:pt x="32354" y="30843"/>
                    <a:pt x="35513" y="32647"/>
                    <a:pt x="37776" y="35387"/>
                  </a:cubicBezTo>
                  <a:cubicBezTo>
                    <a:pt x="40068" y="38126"/>
                    <a:pt x="41214" y="41507"/>
                    <a:pt x="41214" y="45530"/>
                  </a:cubicBezTo>
                  <a:cubicBezTo>
                    <a:pt x="41214" y="51705"/>
                    <a:pt x="39089" y="56483"/>
                    <a:pt x="34841" y="59864"/>
                  </a:cubicBezTo>
                  <a:cubicBezTo>
                    <a:pt x="30593" y="63245"/>
                    <a:pt x="24555" y="64936"/>
                    <a:pt x="16729" y="64936"/>
                  </a:cubicBezTo>
                  <a:cubicBezTo>
                    <a:pt x="14101" y="64936"/>
                    <a:pt x="11390" y="64670"/>
                    <a:pt x="8595" y="64139"/>
                  </a:cubicBezTo>
                  <a:cubicBezTo>
                    <a:pt x="5828" y="63642"/>
                    <a:pt x="2963" y="62876"/>
                    <a:pt x="0" y="61841"/>
                  </a:cubicBezTo>
                  <a:lnTo>
                    <a:pt x="0" y="53665"/>
                  </a:lnTo>
                  <a:cubicBezTo>
                    <a:pt x="2348" y="55031"/>
                    <a:pt x="4920" y="56066"/>
                    <a:pt x="7715" y="56770"/>
                  </a:cubicBezTo>
                  <a:cubicBezTo>
                    <a:pt x="10510" y="57467"/>
                    <a:pt x="13431" y="57815"/>
                    <a:pt x="16477" y="57815"/>
                  </a:cubicBezTo>
                  <a:cubicBezTo>
                    <a:pt x="21788" y="57815"/>
                    <a:pt x="25827" y="56766"/>
                    <a:pt x="28594" y="54669"/>
                  </a:cubicBezTo>
                  <a:cubicBezTo>
                    <a:pt x="31389" y="52571"/>
                    <a:pt x="32787" y="49525"/>
                    <a:pt x="32787" y="45530"/>
                  </a:cubicBezTo>
                  <a:cubicBezTo>
                    <a:pt x="32787" y="41838"/>
                    <a:pt x="31487" y="38957"/>
                    <a:pt x="28888" y="36887"/>
                  </a:cubicBezTo>
                  <a:cubicBezTo>
                    <a:pt x="26316" y="34797"/>
                    <a:pt x="22724" y="33751"/>
                    <a:pt x="18112" y="33751"/>
                  </a:cubicBezTo>
                  <a:lnTo>
                    <a:pt x="10817" y="33751"/>
                  </a:lnTo>
                  <a:lnTo>
                    <a:pt x="10817" y="26786"/>
                  </a:lnTo>
                  <a:lnTo>
                    <a:pt x="18448" y="26786"/>
                  </a:lnTo>
                  <a:cubicBezTo>
                    <a:pt x="22613" y="26786"/>
                    <a:pt x="25799" y="25961"/>
                    <a:pt x="28007" y="24312"/>
                  </a:cubicBezTo>
                  <a:cubicBezTo>
                    <a:pt x="30215" y="22635"/>
                    <a:pt x="31319" y="20231"/>
                    <a:pt x="31319" y="17098"/>
                  </a:cubicBezTo>
                  <a:cubicBezTo>
                    <a:pt x="31319" y="13890"/>
                    <a:pt x="30173" y="11430"/>
                    <a:pt x="27882" y="9719"/>
                  </a:cubicBezTo>
                  <a:cubicBezTo>
                    <a:pt x="25617" y="7987"/>
                    <a:pt x="22361" y="7121"/>
                    <a:pt x="18112" y="7121"/>
                  </a:cubicBezTo>
                  <a:cubicBezTo>
                    <a:pt x="15793" y="7121"/>
                    <a:pt x="13305" y="7373"/>
                    <a:pt x="10649" y="7876"/>
                  </a:cubicBezTo>
                  <a:cubicBezTo>
                    <a:pt x="7994" y="8380"/>
                    <a:pt x="5073" y="9163"/>
                    <a:pt x="1887" y="10226"/>
                  </a:cubicBezTo>
                  <a:lnTo>
                    <a:pt x="1887" y="2681"/>
                  </a:lnTo>
                  <a:cubicBezTo>
                    <a:pt x="5102" y="1784"/>
                    <a:pt x="8106" y="1111"/>
                    <a:pt x="10901" y="662"/>
                  </a:cubicBezTo>
                  <a:cubicBezTo>
                    <a:pt x="13724" y="221"/>
                    <a:pt x="16380" y="0"/>
                    <a:pt x="18867" y="0"/>
                  </a:cubicBezTo>
                  <a:cubicBezTo>
                    <a:pt x="25296" y="0"/>
                    <a:pt x="30383" y="1466"/>
                    <a:pt x="34128" y="4399"/>
                  </a:cubicBezTo>
                  <a:cubicBezTo>
                    <a:pt x="37874" y="7304"/>
                    <a:pt x="39747" y="11243"/>
                    <a:pt x="39747" y="16218"/>
                  </a:cubicBezTo>
                  <a:cubicBezTo>
                    <a:pt x="39747" y="19689"/>
                    <a:pt x="38755" y="22625"/>
                    <a:pt x="36770" y="25026"/>
                  </a:cubicBezTo>
                  <a:cubicBezTo>
                    <a:pt x="34785" y="27400"/>
                    <a:pt x="31962" y="29049"/>
                    <a:pt x="28301" y="2997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7" name="Freeform 2696">
              <a:extLst>
                <a:ext uri="{FF2B5EF4-FFF2-40B4-BE49-F238E27FC236}">
                  <a16:creationId xmlns:a16="http://schemas.microsoft.com/office/drawing/2014/main" id="{68E8C411-984D-A80A-ACE9-BA2775AEAD82}"/>
                </a:ext>
              </a:extLst>
            </p:cNvPr>
            <p:cNvSpPr/>
            <p:nvPr/>
          </p:nvSpPr>
          <p:spPr>
            <a:xfrm>
              <a:off x="7101979" y="2887798"/>
              <a:ext cx="45612" cy="62596"/>
            </a:xfrm>
            <a:custGeom>
              <a:avLst/>
              <a:gdLst>
                <a:gd name="csX0" fmla="*/ 28255 w 45612"/>
                <a:gd name="csY0" fmla="*/ 7380 h 62596"/>
                <a:gd name="csX1" fmla="*/ 6872 w 45612"/>
                <a:gd name="csY1" fmla="*/ 40800 h 62596"/>
                <a:gd name="csX2" fmla="*/ 28255 w 45612"/>
                <a:gd name="csY2" fmla="*/ 40800 h 62596"/>
                <a:gd name="csX3" fmla="*/ 28255 w 45612"/>
                <a:gd name="csY3" fmla="*/ 7380 h 62596"/>
                <a:gd name="csX4" fmla="*/ 26040 w 45612"/>
                <a:gd name="csY4" fmla="*/ 0 h 62596"/>
                <a:gd name="csX5" fmla="*/ 36691 w 45612"/>
                <a:gd name="csY5" fmla="*/ 0 h 62596"/>
                <a:gd name="csX6" fmla="*/ 36691 w 45612"/>
                <a:gd name="csY6" fmla="*/ 40800 h 62596"/>
                <a:gd name="csX7" fmla="*/ 45612 w 45612"/>
                <a:gd name="csY7" fmla="*/ 40800 h 62596"/>
                <a:gd name="csX8" fmla="*/ 45612 w 45612"/>
                <a:gd name="csY8" fmla="*/ 47838 h 62596"/>
                <a:gd name="csX9" fmla="*/ 36691 w 45612"/>
                <a:gd name="csY9" fmla="*/ 47838 h 62596"/>
                <a:gd name="csX10" fmla="*/ 36691 w 45612"/>
                <a:gd name="csY10" fmla="*/ 62597 h 62596"/>
                <a:gd name="csX11" fmla="*/ 28255 w 45612"/>
                <a:gd name="csY11" fmla="*/ 62597 h 62596"/>
                <a:gd name="csX12" fmla="*/ 28255 w 45612"/>
                <a:gd name="csY12" fmla="*/ 47838 h 62596"/>
                <a:gd name="csX13" fmla="*/ 0 w 45612"/>
                <a:gd name="csY13" fmla="*/ 47838 h 62596"/>
                <a:gd name="csX14" fmla="*/ 0 w 45612"/>
                <a:gd name="csY14" fmla="*/ 39661 h 62596"/>
                <a:gd name="csX15" fmla="*/ 26040 w 45612"/>
                <a:gd name="csY15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2" h="62596">
                  <a:moveTo>
                    <a:pt x="28255" y="7380"/>
                  </a:moveTo>
                  <a:lnTo>
                    <a:pt x="6872" y="40800"/>
                  </a:lnTo>
                  <a:lnTo>
                    <a:pt x="28255" y="40800"/>
                  </a:lnTo>
                  <a:lnTo>
                    <a:pt x="28255" y="7380"/>
                  </a:lnTo>
                  <a:moveTo>
                    <a:pt x="26040" y="0"/>
                  </a:moveTo>
                  <a:lnTo>
                    <a:pt x="36691" y="0"/>
                  </a:lnTo>
                  <a:lnTo>
                    <a:pt x="36691" y="40800"/>
                  </a:lnTo>
                  <a:lnTo>
                    <a:pt x="45612" y="40800"/>
                  </a:lnTo>
                  <a:lnTo>
                    <a:pt x="45612" y="47838"/>
                  </a:lnTo>
                  <a:lnTo>
                    <a:pt x="36691" y="47838"/>
                  </a:lnTo>
                  <a:lnTo>
                    <a:pt x="36691" y="62597"/>
                  </a:lnTo>
                  <a:lnTo>
                    <a:pt x="28255" y="62597"/>
                  </a:lnTo>
                  <a:lnTo>
                    <a:pt x="28255" y="47838"/>
                  </a:lnTo>
                  <a:lnTo>
                    <a:pt x="0" y="47838"/>
                  </a:lnTo>
                  <a:lnTo>
                    <a:pt x="0" y="39661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8" name="Freeform 2697">
              <a:extLst>
                <a:ext uri="{FF2B5EF4-FFF2-40B4-BE49-F238E27FC236}">
                  <a16:creationId xmlns:a16="http://schemas.microsoft.com/office/drawing/2014/main" id="{E94273C0-54A1-4C59-546F-ABADAE3DD07C}"/>
                </a:ext>
              </a:extLst>
            </p:cNvPr>
            <p:cNvSpPr/>
            <p:nvPr/>
          </p:nvSpPr>
          <p:spPr>
            <a:xfrm>
              <a:off x="7468379" y="2887798"/>
              <a:ext cx="40499" cy="63807"/>
            </a:xfrm>
            <a:custGeom>
              <a:avLst/>
              <a:gdLst>
                <a:gd name="csX0" fmla="*/ 2639 w 40499"/>
                <a:gd name="csY0" fmla="*/ 0 h 63807"/>
                <a:gd name="csX1" fmla="*/ 35883 w 40499"/>
                <a:gd name="csY1" fmla="*/ 0 h 63807"/>
                <a:gd name="csX2" fmla="*/ 35883 w 40499"/>
                <a:gd name="csY2" fmla="*/ 7131 h 63807"/>
                <a:gd name="csX3" fmla="*/ 10391 w 40499"/>
                <a:gd name="csY3" fmla="*/ 7131 h 63807"/>
                <a:gd name="csX4" fmla="*/ 10391 w 40499"/>
                <a:gd name="csY4" fmla="*/ 22470 h 63807"/>
                <a:gd name="csX5" fmla="*/ 14086 w 40499"/>
                <a:gd name="csY5" fmla="*/ 21549 h 63807"/>
                <a:gd name="csX6" fmla="*/ 17771 w 40499"/>
                <a:gd name="csY6" fmla="*/ 21217 h 63807"/>
                <a:gd name="csX7" fmla="*/ 34372 w 40499"/>
                <a:gd name="csY7" fmla="*/ 26962 h 63807"/>
                <a:gd name="csX8" fmla="*/ 40500 w 40499"/>
                <a:gd name="csY8" fmla="*/ 42518 h 63807"/>
                <a:gd name="csX9" fmla="*/ 34207 w 40499"/>
                <a:gd name="csY9" fmla="*/ 58239 h 63807"/>
                <a:gd name="csX10" fmla="*/ 16477 w 40499"/>
                <a:gd name="csY10" fmla="*/ 63808 h 63807"/>
                <a:gd name="csX11" fmla="*/ 8425 w 40499"/>
                <a:gd name="csY11" fmla="*/ 63145 h 63807"/>
                <a:gd name="csX12" fmla="*/ 0 w 40499"/>
                <a:gd name="csY12" fmla="*/ 61127 h 63807"/>
                <a:gd name="csX13" fmla="*/ 0 w 40499"/>
                <a:gd name="csY13" fmla="*/ 52619 h 63807"/>
                <a:gd name="csX14" fmla="*/ 7794 w 40499"/>
                <a:gd name="csY14" fmla="*/ 55683 h 63807"/>
                <a:gd name="csX15" fmla="*/ 16301 w 40499"/>
                <a:gd name="csY15" fmla="*/ 56687 h 63807"/>
                <a:gd name="csX16" fmla="*/ 27790 w 40499"/>
                <a:gd name="csY16" fmla="*/ 52868 h 63807"/>
                <a:gd name="csX17" fmla="*/ 32033 w 40499"/>
                <a:gd name="csY17" fmla="*/ 42518 h 63807"/>
                <a:gd name="csX18" fmla="*/ 27790 w 40499"/>
                <a:gd name="csY18" fmla="*/ 32158 h 63807"/>
                <a:gd name="csX19" fmla="*/ 16301 w 40499"/>
                <a:gd name="csY19" fmla="*/ 28338 h 63807"/>
                <a:gd name="csX20" fmla="*/ 9512 w 40499"/>
                <a:gd name="csY20" fmla="*/ 29094 h 63807"/>
                <a:gd name="csX21" fmla="*/ 2639 w 40499"/>
                <a:gd name="csY21" fmla="*/ 31443 h 63807"/>
                <a:gd name="csX22" fmla="*/ 2639 w 40499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499" h="63807">
                  <a:moveTo>
                    <a:pt x="2639" y="0"/>
                  </a:moveTo>
                  <a:lnTo>
                    <a:pt x="35883" y="0"/>
                  </a:lnTo>
                  <a:lnTo>
                    <a:pt x="35883" y="7131"/>
                  </a:lnTo>
                  <a:lnTo>
                    <a:pt x="10391" y="7131"/>
                  </a:lnTo>
                  <a:lnTo>
                    <a:pt x="10391" y="22470"/>
                  </a:lnTo>
                  <a:cubicBezTo>
                    <a:pt x="11627" y="22056"/>
                    <a:pt x="12858" y="21749"/>
                    <a:pt x="14086" y="21549"/>
                  </a:cubicBezTo>
                  <a:cubicBezTo>
                    <a:pt x="15315" y="21328"/>
                    <a:pt x="16543" y="21217"/>
                    <a:pt x="17771" y="21217"/>
                  </a:cubicBezTo>
                  <a:cubicBezTo>
                    <a:pt x="24761" y="21217"/>
                    <a:pt x="30294" y="23132"/>
                    <a:pt x="34372" y="26962"/>
                  </a:cubicBezTo>
                  <a:cubicBezTo>
                    <a:pt x="38457" y="30791"/>
                    <a:pt x="40500" y="35977"/>
                    <a:pt x="40500" y="42518"/>
                  </a:cubicBezTo>
                  <a:cubicBezTo>
                    <a:pt x="40500" y="49252"/>
                    <a:pt x="38402" y="54493"/>
                    <a:pt x="34207" y="58239"/>
                  </a:cubicBezTo>
                  <a:cubicBezTo>
                    <a:pt x="30019" y="61952"/>
                    <a:pt x="24109" y="63808"/>
                    <a:pt x="16477" y="63808"/>
                  </a:cubicBezTo>
                  <a:cubicBezTo>
                    <a:pt x="13848" y="63808"/>
                    <a:pt x="11164" y="63587"/>
                    <a:pt x="8425" y="63145"/>
                  </a:cubicBezTo>
                  <a:cubicBezTo>
                    <a:pt x="5713" y="62697"/>
                    <a:pt x="2905" y="62024"/>
                    <a:pt x="0" y="61127"/>
                  </a:cubicBezTo>
                  <a:lnTo>
                    <a:pt x="0" y="52619"/>
                  </a:lnTo>
                  <a:cubicBezTo>
                    <a:pt x="2512" y="53986"/>
                    <a:pt x="5110" y="55007"/>
                    <a:pt x="7794" y="55683"/>
                  </a:cubicBezTo>
                  <a:cubicBezTo>
                    <a:pt x="10478" y="56352"/>
                    <a:pt x="13314" y="56687"/>
                    <a:pt x="16301" y="56687"/>
                  </a:cubicBezTo>
                  <a:cubicBezTo>
                    <a:pt x="21138" y="56687"/>
                    <a:pt x="24968" y="55414"/>
                    <a:pt x="27790" y="52868"/>
                  </a:cubicBezTo>
                  <a:cubicBezTo>
                    <a:pt x="30619" y="50329"/>
                    <a:pt x="32033" y="46879"/>
                    <a:pt x="32033" y="42518"/>
                  </a:cubicBezTo>
                  <a:cubicBezTo>
                    <a:pt x="32033" y="38157"/>
                    <a:pt x="30619" y="34704"/>
                    <a:pt x="27790" y="32158"/>
                  </a:cubicBezTo>
                  <a:cubicBezTo>
                    <a:pt x="24968" y="29611"/>
                    <a:pt x="21138" y="28338"/>
                    <a:pt x="16301" y="28338"/>
                  </a:cubicBezTo>
                  <a:cubicBezTo>
                    <a:pt x="14038" y="28338"/>
                    <a:pt x="11775" y="28590"/>
                    <a:pt x="9512" y="29094"/>
                  </a:cubicBezTo>
                  <a:cubicBezTo>
                    <a:pt x="7276" y="29598"/>
                    <a:pt x="4985" y="30381"/>
                    <a:pt x="2639" y="31443"/>
                  </a:cubicBezTo>
                  <a:lnTo>
                    <a:pt x="2639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9" name="Freeform 2698">
              <a:extLst>
                <a:ext uri="{FF2B5EF4-FFF2-40B4-BE49-F238E27FC236}">
                  <a16:creationId xmlns:a16="http://schemas.microsoft.com/office/drawing/2014/main" id="{562E09D2-E7FE-B0B8-70A4-B0B0909C987F}"/>
                </a:ext>
              </a:extLst>
            </p:cNvPr>
            <p:cNvSpPr/>
            <p:nvPr/>
          </p:nvSpPr>
          <p:spPr>
            <a:xfrm>
              <a:off x="7830857" y="2886670"/>
              <a:ext cx="43221" cy="64935"/>
            </a:xfrm>
            <a:custGeom>
              <a:avLst/>
              <a:gdLst>
                <a:gd name="csX0" fmla="*/ 22346 w 43221"/>
                <a:gd name="csY0" fmla="*/ 29052 h 64935"/>
                <a:gd name="csX1" fmla="*/ 13289 w 43221"/>
                <a:gd name="csY1" fmla="*/ 32954 h 64935"/>
                <a:gd name="csX2" fmla="*/ 9977 w 43221"/>
                <a:gd name="csY2" fmla="*/ 43646 h 64935"/>
                <a:gd name="csX3" fmla="*/ 13289 w 43221"/>
                <a:gd name="csY3" fmla="*/ 54337 h 64935"/>
                <a:gd name="csX4" fmla="*/ 22346 w 43221"/>
                <a:gd name="csY4" fmla="*/ 58229 h 64935"/>
                <a:gd name="csX5" fmla="*/ 31360 w 43221"/>
                <a:gd name="csY5" fmla="*/ 54337 h 64935"/>
                <a:gd name="csX6" fmla="*/ 34714 w 43221"/>
                <a:gd name="csY6" fmla="*/ 43646 h 64935"/>
                <a:gd name="csX7" fmla="*/ 31360 w 43221"/>
                <a:gd name="csY7" fmla="*/ 32954 h 64935"/>
                <a:gd name="csX8" fmla="*/ 22346 w 43221"/>
                <a:gd name="csY8" fmla="*/ 29052 h 64935"/>
                <a:gd name="csX9" fmla="*/ 39154 w 43221"/>
                <a:gd name="csY9" fmla="*/ 2515 h 64935"/>
                <a:gd name="csX10" fmla="*/ 39154 w 43221"/>
                <a:gd name="csY10" fmla="*/ 10226 h 64935"/>
                <a:gd name="csX11" fmla="*/ 32696 w 43221"/>
                <a:gd name="csY11" fmla="*/ 7918 h 64935"/>
                <a:gd name="csX12" fmla="*/ 26279 w 43221"/>
                <a:gd name="csY12" fmla="*/ 7121 h 64935"/>
                <a:gd name="csX13" fmla="*/ 13455 w 43221"/>
                <a:gd name="csY13" fmla="*/ 12782 h 64935"/>
                <a:gd name="csX14" fmla="*/ 8425 w 43221"/>
                <a:gd name="csY14" fmla="*/ 29891 h 64935"/>
                <a:gd name="csX15" fmla="*/ 14625 w 43221"/>
                <a:gd name="csY15" fmla="*/ 24312 h 64935"/>
                <a:gd name="csX16" fmla="*/ 22842 w 43221"/>
                <a:gd name="csY16" fmla="*/ 22346 h 64935"/>
                <a:gd name="csX17" fmla="*/ 37726 w 43221"/>
                <a:gd name="csY17" fmla="*/ 28090 h 64935"/>
                <a:gd name="csX18" fmla="*/ 43222 w 43221"/>
                <a:gd name="csY18" fmla="*/ 43646 h 64935"/>
                <a:gd name="csX19" fmla="*/ 37519 w 43221"/>
                <a:gd name="csY19" fmla="*/ 59109 h 64935"/>
                <a:gd name="csX20" fmla="*/ 22346 w 43221"/>
                <a:gd name="csY20" fmla="*/ 64936 h 64935"/>
                <a:gd name="csX21" fmla="*/ 5734 w 43221"/>
                <a:gd name="csY21" fmla="*/ 56635 h 64935"/>
                <a:gd name="csX22" fmla="*/ 0 w 43221"/>
                <a:gd name="csY22" fmla="*/ 32489 h 64935"/>
                <a:gd name="csX23" fmla="*/ 7038 w 43221"/>
                <a:gd name="csY23" fmla="*/ 8839 h 64935"/>
                <a:gd name="csX24" fmla="*/ 25947 w 43221"/>
                <a:gd name="csY24" fmla="*/ 0 h 64935"/>
                <a:gd name="csX25" fmla="*/ 32364 w 43221"/>
                <a:gd name="csY25" fmla="*/ 621 h 64935"/>
                <a:gd name="csX26" fmla="*/ 39154 w 43221"/>
                <a:gd name="csY26" fmla="*/ 25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221" h="64935">
                  <a:moveTo>
                    <a:pt x="22346" y="29052"/>
                  </a:moveTo>
                  <a:cubicBezTo>
                    <a:pt x="18544" y="29052"/>
                    <a:pt x="15525" y="30353"/>
                    <a:pt x="13289" y="32954"/>
                  </a:cubicBezTo>
                  <a:cubicBezTo>
                    <a:pt x="11081" y="35549"/>
                    <a:pt x="9977" y="39113"/>
                    <a:pt x="9977" y="43646"/>
                  </a:cubicBezTo>
                  <a:cubicBezTo>
                    <a:pt x="9977" y="48145"/>
                    <a:pt x="11081" y="51709"/>
                    <a:pt x="13289" y="54337"/>
                  </a:cubicBezTo>
                  <a:cubicBezTo>
                    <a:pt x="15525" y="56932"/>
                    <a:pt x="18544" y="58229"/>
                    <a:pt x="22346" y="58229"/>
                  </a:cubicBezTo>
                  <a:cubicBezTo>
                    <a:pt x="26148" y="58229"/>
                    <a:pt x="29152" y="56932"/>
                    <a:pt x="31360" y="54337"/>
                  </a:cubicBezTo>
                  <a:cubicBezTo>
                    <a:pt x="33596" y="51709"/>
                    <a:pt x="34714" y="48145"/>
                    <a:pt x="34714" y="43646"/>
                  </a:cubicBezTo>
                  <a:cubicBezTo>
                    <a:pt x="34714" y="39113"/>
                    <a:pt x="33596" y="35549"/>
                    <a:pt x="31360" y="32954"/>
                  </a:cubicBezTo>
                  <a:cubicBezTo>
                    <a:pt x="29152" y="30353"/>
                    <a:pt x="26148" y="29052"/>
                    <a:pt x="22346" y="29052"/>
                  </a:cubicBezTo>
                  <a:moveTo>
                    <a:pt x="39154" y="2515"/>
                  </a:moveTo>
                  <a:lnTo>
                    <a:pt x="39154" y="10226"/>
                  </a:lnTo>
                  <a:cubicBezTo>
                    <a:pt x="37029" y="9218"/>
                    <a:pt x="34876" y="8449"/>
                    <a:pt x="32696" y="7918"/>
                  </a:cubicBezTo>
                  <a:cubicBezTo>
                    <a:pt x="30543" y="7386"/>
                    <a:pt x="28404" y="7121"/>
                    <a:pt x="26279" y="7121"/>
                  </a:cubicBezTo>
                  <a:cubicBezTo>
                    <a:pt x="20690" y="7121"/>
                    <a:pt x="16415" y="9008"/>
                    <a:pt x="13455" y="12782"/>
                  </a:cubicBezTo>
                  <a:cubicBezTo>
                    <a:pt x="10516" y="16557"/>
                    <a:pt x="8839" y="22259"/>
                    <a:pt x="8425" y="29891"/>
                  </a:cubicBezTo>
                  <a:cubicBezTo>
                    <a:pt x="10074" y="27455"/>
                    <a:pt x="12141" y="25596"/>
                    <a:pt x="14625" y="24312"/>
                  </a:cubicBezTo>
                  <a:cubicBezTo>
                    <a:pt x="17115" y="23001"/>
                    <a:pt x="19855" y="22346"/>
                    <a:pt x="22842" y="22346"/>
                  </a:cubicBezTo>
                  <a:cubicBezTo>
                    <a:pt x="29135" y="22346"/>
                    <a:pt x="34096" y="24260"/>
                    <a:pt x="37726" y="28090"/>
                  </a:cubicBezTo>
                  <a:cubicBezTo>
                    <a:pt x="41390" y="31892"/>
                    <a:pt x="43222" y="37077"/>
                    <a:pt x="43222" y="43646"/>
                  </a:cubicBezTo>
                  <a:cubicBezTo>
                    <a:pt x="43222" y="50070"/>
                    <a:pt x="41321" y="55224"/>
                    <a:pt x="37519" y="59109"/>
                  </a:cubicBezTo>
                  <a:cubicBezTo>
                    <a:pt x="33717" y="62993"/>
                    <a:pt x="28659" y="64936"/>
                    <a:pt x="22346" y="64936"/>
                  </a:cubicBezTo>
                  <a:cubicBezTo>
                    <a:pt x="15101" y="64936"/>
                    <a:pt x="9563" y="62169"/>
                    <a:pt x="5734" y="56635"/>
                  </a:cubicBezTo>
                  <a:cubicBezTo>
                    <a:pt x="1911" y="51074"/>
                    <a:pt x="0" y="43025"/>
                    <a:pt x="0" y="32489"/>
                  </a:cubicBezTo>
                  <a:cubicBezTo>
                    <a:pt x="0" y="22594"/>
                    <a:pt x="2346" y="14711"/>
                    <a:pt x="7038" y="8839"/>
                  </a:cubicBezTo>
                  <a:cubicBezTo>
                    <a:pt x="11737" y="2946"/>
                    <a:pt x="18040" y="0"/>
                    <a:pt x="25947" y="0"/>
                  </a:cubicBezTo>
                  <a:cubicBezTo>
                    <a:pt x="28073" y="0"/>
                    <a:pt x="30212" y="207"/>
                    <a:pt x="32364" y="621"/>
                  </a:cubicBezTo>
                  <a:cubicBezTo>
                    <a:pt x="34545" y="1042"/>
                    <a:pt x="36808" y="1673"/>
                    <a:pt x="39154" y="25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0" name="Freeform 2699">
              <a:extLst>
                <a:ext uri="{FF2B5EF4-FFF2-40B4-BE49-F238E27FC236}">
                  <a16:creationId xmlns:a16="http://schemas.microsoft.com/office/drawing/2014/main" id="{F99252D3-81E1-A888-7059-81F25B47C2DF}"/>
                </a:ext>
              </a:extLst>
            </p:cNvPr>
            <p:cNvSpPr/>
            <p:nvPr/>
          </p:nvSpPr>
          <p:spPr>
            <a:xfrm>
              <a:off x="8196180" y="2887798"/>
              <a:ext cx="40251" cy="62596"/>
            </a:xfrm>
            <a:custGeom>
              <a:avLst/>
              <a:gdLst>
                <a:gd name="csX0" fmla="*/ 0 w 40251"/>
                <a:gd name="csY0" fmla="*/ 0 h 62596"/>
                <a:gd name="csX1" fmla="*/ 40251 w 40251"/>
                <a:gd name="csY1" fmla="*/ 0 h 62596"/>
                <a:gd name="csX2" fmla="*/ 40251 w 40251"/>
                <a:gd name="csY2" fmla="*/ 3602 h 62596"/>
                <a:gd name="csX3" fmla="*/ 17523 w 40251"/>
                <a:gd name="csY3" fmla="*/ 62597 h 62596"/>
                <a:gd name="csX4" fmla="*/ 8673 w 40251"/>
                <a:gd name="csY4" fmla="*/ 62597 h 62596"/>
                <a:gd name="csX5" fmla="*/ 30056 w 40251"/>
                <a:gd name="csY5" fmla="*/ 7131 h 62596"/>
                <a:gd name="csX6" fmla="*/ 0 w 40251"/>
                <a:gd name="csY6" fmla="*/ 7131 h 62596"/>
                <a:gd name="csX7" fmla="*/ 0 w 40251"/>
                <a:gd name="csY7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0251" h="62596">
                  <a:moveTo>
                    <a:pt x="0" y="0"/>
                  </a:moveTo>
                  <a:lnTo>
                    <a:pt x="40251" y="0"/>
                  </a:lnTo>
                  <a:lnTo>
                    <a:pt x="40251" y="3602"/>
                  </a:lnTo>
                  <a:lnTo>
                    <a:pt x="17523" y="62597"/>
                  </a:lnTo>
                  <a:lnTo>
                    <a:pt x="8673" y="62597"/>
                  </a:lnTo>
                  <a:lnTo>
                    <a:pt x="30056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1" name="Freeform 2700">
              <a:extLst>
                <a:ext uri="{FF2B5EF4-FFF2-40B4-BE49-F238E27FC236}">
                  <a16:creationId xmlns:a16="http://schemas.microsoft.com/office/drawing/2014/main" id="{A31D691F-7E59-58BC-563A-254C743FB67D}"/>
                </a:ext>
              </a:extLst>
            </p:cNvPr>
            <p:cNvSpPr/>
            <p:nvPr/>
          </p:nvSpPr>
          <p:spPr>
            <a:xfrm>
              <a:off x="7340495" y="3003656"/>
              <a:ext cx="42083" cy="44991"/>
            </a:xfrm>
            <a:custGeom>
              <a:avLst/>
              <a:gdLst>
                <a:gd name="csX0" fmla="*/ 42083 w 42083"/>
                <a:gd name="csY0" fmla="*/ 973 h 44991"/>
                <a:gd name="csX1" fmla="*/ 41255 w 42083"/>
                <a:gd name="csY1" fmla="*/ 2763 h 44991"/>
                <a:gd name="csX2" fmla="*/ 37622 w 42083"/>
                <a:gd name="csY2" fmla="*/ 7711 h 44991"/>
                <a:gd name="csX3" fmla="*/ 30501 w 42083"/>
                <a:gd name="csY3" fmla="*/ 15370 h 44991"/>
                <a:gd name="csX4" fmla="*/ 26475 w 42083"/>
                <a:gd name="csY4" fmla="*/ 19199 h 44991"/>
                <a:gd name="csX5" fmla="*/ 22397 w 42083"/>
                <a:gd name="csY5" fmla="*/ 22884 h 44991"/>
                <a:gd name="csX6" fmla="*/ 20752 w 42083"/>
                <a:gd name="csY6" fmla="*/ 24333 h 44991"/>
                <a:gd name="csX7" fmla="*/ 8922 w 42083"/>
                <a:gd name="csY7" fmla="*/ 35635 h 44991"/>
                <a:gd name="csX8" fmla="*/ 9988 w 42083"/>
                <a:gd name="csY8" fmla="*/ 35438 h 44991"/>
                <a:gd name="csX9" fmla="*/ 11147 w 42083"/>
                <a:gd name="csY9" fmla="*/ 35345 h 44991"/>
                <a:gd name="csX10" fmla="*/ 11633 w 42083"/>
                <a:gd name="csY10" fmla="*/ 35345 h 44991"/>
                <a:gd name="csX11" fmla="*/ 18568 w 42083"/>
                <a:gd name="csY11" fmla="*/ 37043 h 44991"/>
                <a:gd name="csX12" fmla="*/ 24436 w 42083"/>
                <a:gd name="csY12" fmla="*/ 38305 h 44991"/>
                <a:gd name="csX13" fmla="*/ 28504 w 42083"/>
                <a:gd name="csY13" fmla="*/ 37622 h 44991"/>
                <a:gd name="csX14" fmla="*/ 32965 w 42083"/>
                <a:gd name="csY14" fmla="*/ 34952 h 44991"/>
                <a:gd name="csX15" fmla="*/ 36360 w 42083"/>
                <a:gd name="csY15" fmla="*/ 29963 h 44991"/>
                <a:gd name="csX16" fmla="*/ 36649 w 42083"/>
                <a:gd name="csY16" fmla="*/ 29332 h 44991"/>
                <a:gd name="csX17" fmla="*/ 37043 w 42083"/>
                <a:gd name="csY17" fmla="*/ 28939 h 44991"/>
                <a:gd name="csX18" fmla="*/ 37715 w 42083"/>
                <a:gd name="csY18" fmla="*/ 28701 h 44991"/>
                <a:gd name="csX19" fmla="*/ 38595 w 42083"/>
                <a:gd name="csY19" fmla="*/ 28990 h 44991"/>
                <a:gd name="csX20" fmla="*/ 38937 w 42083"/>
                <a:gd name="csY20" fmla="*/ 29673 h 44991"/>
                <a:gd name="csX21" fmla="*/ 38254 w 42083"/>
                <a:gd name="csY21" fmla="*/ 32292 h 44991"/>
                <a:gd name="csX22" fmla="*/ 36215 w 42083"/>
                <a:gd name="csY22" fmla="*/ 36215 h 44991"/>
                <a:gd name="csX23" fmla="*/ 33068 w 42083"/>
                <a:gd name="csY23" fmla="*/ 40386 h 44991"/>
                <a:gd name="csX24" fmla="*/ 28701 w 42083"/>
                <a:gd name="csY24" fmla="*/ 43687 h 44991"/>
                <a:gd name="csX25" fmla="*/ 23319 w 42083"/>
                <a:gd name="csY25" fmla="*/ 44991 h 44991"/>
                <a:gd name="csX26" fmla="*/ 19882 w 42083"/>
                <a:gd name="csY26" fmla="*/ 44018 h 44991"/>
                <a:gd name="csX27" fmla="*/ 16974 w 42083"/>
                <a:gd name="csY27" fmla="*/ 41307 h 44991"/>
                <a:gd name="csX28" fmla="*/ 13910 w 42083"/>
                <a:gd name="csY28" fmla="*/ 38305 h 44991"/>
                <a:gd name="csX29" fmla="*/ 11199 w 42083"/>
                <a:gd name="csY29" fmla="*/ 37529 h 44991"/>
                <a:gd name="csX30" fmla="*/ 2763 w 42083"/>
                <a:gd name="csY30" fmla="*/ 43687 h 44991"/>
                <a:gd name="csX31" fmla="*/ 2039 w 42083"/>
                <a:gd name="csY31" fmla="*/ 44753 h 44991"/>
                <a:gd name="csX32" fmla="*/ 1211 w 42083"/>
                <a:gd name="csY32" fmla="*/ 44991 h 44991"/>
                <a:gd name="csX33" fmla="*/ 0 w 42083"/>
                <a:gd name="csY33" fmla="*/ 43977 h 44991"/>
                <a:gd name="csX34" fmla="*/ 1066 w 42083"/>
                <a:gd name="csY34" fmla="*/ 41886 h 44991"/>
                <a:gd name="csX35" fmla="*/ 4657 w 42083"/>
                <a:gd name="csY35" fmla="*/ 37084 h 44991"/>
                <a:gd name="csX36" fmla="*/ 10226 w 42083"/>
                <a:gd name="csY36" fmla="*/ 30977 h 44991"/>
                <a:gd name="csX37" fmla="*/ 19147 w 42083"/>
                <a:gd name="csY37" fmla="*/ 22635 h 44991"/>
                <a:gd name="csX38" fmla="*/ 32965 w 42083"/>
                <a:gd name="csY38" fmla="*/ 9594 h 44991"/>
                <a:gd name="csX39" fmla="*/ 30595 w 42083"/>
                <a:gd name="csY39" fmla="*/ 9553 h 44991"/>
                <a:gd name="csX40" fmla="*/ 28556 w 42083"/>
                <a:gd name="csY40" fmla="*/ 9211 h 44991"/>
                <a:gd name="csX41" fmla="*/ 25306 w 42083"/>
                <a:gd name="csY41" fmla="*/ 8145 h 44991"/>
                <a:gd name="csX42" fmla="*/ 19054 w 42083"/>
                <a:gd name="csY42" fmla="*/ 6645 h 44991"/>
                <a:gd name="csX43" fmla="*/ 18040 w 42083"/>
                <a:gd name="csY43" fmla="*/ 6686 h 44991"/>
                <a:gd name="csX44" fmla="*/ 16291 w 42083"/>
                <a:gd name="csY44" fmla="*/ 6976 h 44991"/>
                <a:gd name="csX45" fmla="*/ 14159 w 42083"/>
                <a:gd name="csY45" fmla="*/ 7711 h 44991"/>
                <a:gd name="csX46" fmla="*/ 12172 w 42083"/>
                <a:gd name="csY46" fmla="*/ 9108 h 44991"/>
                <a:gd name="csX47" fmla="*/ 10619 w 42083"/>
                <a:gd name="csY47" fmla="*/ 11292 h 44991"/>
                <a:gd name="csX48" fmla="*/ 10371 w 42083"/>
                <a:gd name="csY48" fmla="*/ 11882 h 44991"/>
                <a:gd name="csX49" fmla="*/ 9988 w 42083"/>
                <a:gd name="csY49" fmla="*/ 12265 h 44991"/>
                <a:gd name="csX50" fmla="*/ 9356 w 42083"/>
                <a:gd name="csY50" fmla="*/ 12410 h 44991"/>
                <a:gd name="csX51" fmla="*/ 8435 w 42083"/>
                <a:gd name="csY51" fmla="*/ 12068 h 44991"/>
                <a:gd name="csX52" fmla="*/ 8145 w 42083"/>
                <a:gd name="csY52" fmla="*/ 11292 h 44991"/>
                <a:gd name="csX53" fmla="*/ 9015 w 42083"/>
                <a:gd name="csY53" fmla="*/ 8632 h 44991"/>
                <a:gd name="csX54" fmla="*/ 11344 w 42083"/>
                <a:gd name="csY54" fmla="*/ 4896 h 44991"/>
                <a:gd name="csX55" fmla="*/ 15173 w 42083"/>
                <a:gd name="csY55" fmla="*/ 1449 h 44991"/>
                <a:gd name="csX56" fmla="*/ 20172 w 42083"/>
                <a:gd name="csY56" fmla="*/ 0 h 44991"/>
                <a:gd name="csX57" fmla="*/ 23029 w 42083"/>
                <a:gd name="csY57" fmla="*/ 673 h 44991"/>
                <a:gd name="csX58" fmla="*/ 25068 w 42083"/>
                <a:gd name="csY58" fmla="*/ 2080 h 44991"/>
                <a:gd name="csX59" fmla="*/ 27003 w 42083"/>
                <a:gd name="csY59" fmla="*/ 4264 h 44991"/>
                <a:gd name="csX60" fmla="*/ 28504 w 42083"/>
                <a:gd name="csY60" fmla="*/ 5910 h 44991"/>
                <a:gd name="csX61" fmla="*/ 29963 w 42083"/>
                <a:gd name="csY61" fmla="*/ 6934 h 44991"/>
                <a:gd name="csX62" fmla="*/ 32095 w 42083"/>
                <a:gd name="csY62" fmla="*/ 7421 h 44991"/>
                <a:gd name="csX63" fmla="*/ 35635 w 42083"/>
                <a:gd name="csY63" fmla="*/ 6013 h 44991"/>
                <a:gd name="csX64" fmla="*/ 39516 w 42083"/>
                <a:gd name="csY64" fmla="*/ 1066 h 44991"/>
                <a:gd name="csX65" fmla="*/ 41017 w 42083"/>
                <a:gd name="csY65" fmla="*/ 0 h 44991"/>
                <a:gd name="csX66" fmla="*/ 42083 w 42083"/>
                <a:gd name="csY66" fmla="*/ 973 h 4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42083" h="44991">
                  <a:moveTo>
                    <a:pt x="42083" y="973"/>
                  </a:moveTo>
                  <a:cubicBezTo>
                    <a:pt x="42083" y="1194"/>
                    <a:pt x="41807" y="1791"/>
                    <a:pt x="41255" y="2763"/>
                  </a:cubicBezTo>
                  <a:cubicBezTo>
                    <a:pt x="40745" y="3702"/>
                    <a:pt x="39534" y="5351"/>
                    <a:pt x="37622" y="7711"/>
                  </a:cubicBezTo>
                  <a:cubicBezTo>
                    <a:pt x="35718" y="10071"/>
                    <a:pt x="33344" y="12624"/>
                    <a:pt x="30501" y="15370"/>
                  </a:cubicBezTo>
                  <a:cubicBezTo>
                    <a:pt x="29432" y="16432"/>
                    <a:pt x="28090" y="17709"/>
                    <a:pt x="26475" y="19199"/>
                  </a:cubicBezTo>
                  <a:cubicBezTo>
                    <a:pt x="24854" y="20683"/>
                    <a:pt x="23494" y="21911"/>
                    <a:pt x="22397" y="22884"/>
                  </a:cubicBezTo>
                  <a:lnTo>
                    <a:pt x="20752" y="24333"/>
                  </a:lnTo>
                  <a:cubicBezTo>
                    <a:pt x="16550" y="27893"/>
                    <a:pt x="12606" y="31661"/>
                    <a:pt x="8922" y="35635"/>
                  </a:cubicBezTo>
                  <a:cubicBezTo>
                    <a:pt x="9177" y="35538"/>
                    <a:pt x="9532" y="35473"/>
                    <a:pt x="9988" y="35438"/>
                  </a:cubicBezTo>
                  <a:cubicBezTo>
                    <a:pt x="10443" y="35376"/>
                    <a:pt x="10830" y="35345"/>
                    <a:pt x="11147" y="35345"/>
                  </a:cubicBezTo>
                  <a:lnTo>
                    <a:pt x="11633" y="35345"/>
                  </a:lnTo>
                  <a:cubicBezTo>
                    <a:pt x="13317" y="35345"/>
                    <a:pt x="15628" y="35911"/>
                    <a:pt x="18568" y="37043"/>
                  </a:cubicBezTo>
                  <a:cubicBezTo>
                    <a:pt x="21155" y="37884"/>
                    <a:pt x="23111" y="38305"/>
                    <a:pt x="24436" y="38305"/>
                  </a:cubicBezTo>
                  <a:cubicBezTo>
                    <a:pt x="25727" y="38305"/>
                    <a:pt x="27082" y="38078"/>
                    <a:pt x="28504" y="37622"/>
                  </a:cubicBezTo>
                  <a:cubicBezTo>
                    <a:pt x="29932" y="37167"/>
                    <a:pt x="31419" y="36277"/>
                    <a:pt x="32965" y="34952"/>
                  </a:cubicBezTo>
                  <a:cubicBezTo>
                    <a:pt x="34517" y="33627"/>
                    <a:pt x="35649" y="31964"/>
                    <a:pt x="36360" y="29963"/>
                  </a:cubicBezTo>
                  <a:cubicBezTo>
                    <a:pt x="36491" y="29639"/>
                    <a:pt x="36587" y="29429"/>
                    <a:pt x="36649" y="29332"/>
                  </a:cubicBezTo>
                  <a:cubicBezTo>
                    <a:pt x="36718" y="29201"/>
                    <a:pt x="36849" y="29070"/>
                    <a:pt x="37043" y="28939"/>
                  </a:cubicBezTo>
                  <a:cubicBezTo>
                    <a:pt x="37236" y="28780"/>
                    <a:pt x="37460" y="28701"/>
                    <a:pt x="37715" y="28701"/>
                  </a:cubicBezTo>
                  <a:cubicBezTo>
                    <a:pt x="38074" y="28701"/>
                    <a:pt x="38367" y="28797"/>
                    <a:pt x="38595" y="28990"/>
                  </a:cubicBezTo>
                  <a:cubicBezTo>
                    <a:pt x="38823" y="29184"/>
                    <a:pt x="38937" y="29411"/>
                    <a:pt x="38937" y="29673"/>
                  </a:cubicBezTo>
                  <a:cubicBezTo>
                    <a:pt x="38937" y="30253"/>
                    <a:pt x="38709" y="31126"/>
                    <a:pt x="38254" y="32292"/>
                  </a:cubicBezTo>
                  <a:cubicBezTo>
                    <a:pt x="37833" y="33451"/>
                    <a:pt x="37153" y="34759"/>
                    <a:pt x="36215" y="36215"/>
                  </a:cubicBezTo>
                  <a:cubicBezTo>
                    <a:pt x="35311" y="37670"/>
                    <a:pt x="34262" y="39061"/>
                    <a:pt x="33068" y="40386"/>
                  </a:cubicBezTo>
                  <a:cubicBezTo>
                    <a:pt x="31902" y="41676"/>
                    <a:pt x="30446" y="42776"/>
                    <a:pt x="28701" y="43687"/>
                  </a:cubicBezTo>
                  <a:cubicBezTo>
                    <a:pt x="26955" y="44557"/>
                    <a:pt x="25161" y="44991"/>
                    <a:pt x="23319" y="44991"/>
                  </a:cubicBezTo>
                  <a:cubicBezTo>
                    <a:pt x="21994" y="44991"/>
                    <a:pt x="20848" y="44667"/>
                    <a:pt x="19882" y="44018"/>
                  </a:cubicBezTo>
                  <a:cubicBezTo>
                    <a:pt x="18909" y="43404"/>
                    <a:pt x="17940" y="42500"/>
                    <a:pt x="16974" y="41307"/>
                  </a:cubicBezTo>
                  <a:cubicBezTo>
                    <a:pt x="15642" y="39789"/>
                    <a:pt x="14621" y="38788"/>
                    <a:pt x="13910" y="38305"/>
                  </a:cubicBezTo>
                  <a:cubicBezTo>
                    <a:pt x="13200" y="37788"/>
                    <a:pt x="12296" y="37529"/>
                    <a:pt x="11199" y="37529"/>
                  </a:cubicBezTo>
                  <a:cubicBezTo>
                    <a:pt x="8259" y="37529"/>
                    <a:pt x="5448" y="39582"/>
                    <a:pt x="2763" y="43687"/>
                  </a:cubicBezTo>
                  <a:cubicBezTo>
                    <a:pt x="2474" y="44267"/>
                    <a:pt x="2232" y="44622"/>
                    <a:pt x="2039" y="44753"/>
                  </a:cubicBezTo>
                  <a:cubicBezTo>
                    <a:pt x="1873" y="44912"/>
                    <a:pt x="1597" y="44991"/>
                    <a:pt x="1211" y="44991"/>
                  </a:cubicBezTo>
                  <a:cubicBezTo>
                    <a:pt x="404" y="44957"/>
                    <a:pt x="0" y="44619"/>
                    <a:pt x="0" y="43977"/>
                  </a:cubicBezTo>
                  <a:cubicBezTo>
                    <a:pt x="0" y="43715"/>
                    <a:pt x="355" y="43018"/>
                    <a:pt x="1066" y="41886"/>
                  </a:cubicBezTo>
                  <a:cubicBezTo>
                    <a:pt x="1811" y="40727"/>
                    <a:pt x="3008" y="39126"/>
                    <a:pt x="4657" y="37084"/>
                  </a:cubicBezTo>
                  <a:cubicBezTo>
                    <a:pt x="6334" y="35048"/>
                    <a:pt x="8190" y="33013"/>
                    <a:pt x="10226" y="30977"/>
                  </a:cubicBezTo>
                  <a:lnTo>
                    <a:pt x="19147" y="22635"/>
                  </a:lnTo>
                  <a:cubicBezTo>
                    <a:pt x="25744" y="17081"/>
                    <a:pt x="30350" y="12734"/>
                    <a:pt x="32965" y="9594"/>
                  </a:cubicBezTo>
                  <a:cubicBezTo>
                    <a:pt x="31868" y="9594"/>
                    <a:pt x="31078" y="9581"/>
                    <a:pt x="30595" y="9553"/>
                  </a:cubicBezTo>
                  <a:cubicBezTo>
                    <a:pt x="30139" y="9519"/>
                    <a:pt x="29460" y="9405"/>
                    <a:pt x="28556" y="9211"/>
                  </a:cubicBezTo>
                  <a:cubicBezTo>
                    <a:pt x="27652" y="8984"/>
                    <a:pt x="26568" y="8628"/>
                    <a:pt x="25306" y="8145"/>
                  </a:cubicBezTo>
                  <a:cubicBezTo>
                    <a:pt x="22366" y="7145"/>
                    <a:pt x="20283" y="6645"/>
                    <a:pt x="19054" y="6645"/>
                  </a:cubicBezTo>
                  <a:cubicBezTo>
                    <a:pt x="18730" y="6645"/>
                    <a:pt x="18392" y="6659"/>
                    <a:pt x="18040" y="6686"/>
                  </a:cubicBezTo>
                  <a:cubicBezTo>
                    <a:pt x="17681" y="6721"/>
                    <a:pt x="17098" y="6817"/>
                    <a:pt x="16291" y="6976"/>
                  </a:cubicBezTo>
                  <a:cubicBezTo>
                    <a:pt x="15518" y="7142"/>
                    <a:pt x="14807" y="7386"/>
                    <a:pt x="14159" y="7711"/>
                  </a:cubicBezTo>
                  <a:cubicBezTo>
                    <a:pt x="13510" y="8001"/>
                    <a:pt x="12848" y="8466"/>
                    <a:pt x="12172" y="9108"/>
                  </a:cubicBezTo>
                  <a:cubicBezTo>
                    <a:pt x="11488" y="9729"/>
                    <a:pt x="10971" y="10457"/>
                    <a:pt x="10619" y="11292"/>
                  </a:cubicBezTo>
                  <a:cubicBezTo>
                    <a:pt x="10522" y="11554"/>
                    <a:pt x="10440" y="11751"/>
                    <a:pt x="10371" y="11882"/>
                  </a:cubicBezTo>
                  <a:cubicBezTo>
                    <a:pt x="10309" y="12006"/>
                    <a:pt x="10181" y="12134"/>
                    <a:pt x="9988" y="12265"/>
                  </a:cubicBezTo>
                  <a:cubicBezTo>
                    <a:pt x="9829" y="12361"/>
                    <a:pt x="9619" y="12410"/>
                    <a:pt x="9356" y="12410"/>
                  </a:cubicBezTo>
                  <a:cubicBezTo>
                    <a:pt x="8970" y="12410"/>
                    <a:pt x="8663" y="12296"/>
                    <a:pt x="8435" y="12068"/>
                  </a:cubicBezTo>
                  <a:cubicBezTo>
                    <a:pt x="8242" y="11840"/>
                    <a:pt x="8145" y="11582"/>
                    <a:pt x="8145" y="11292"/>
                  </a:cubicBezTo>
                  <a:cubicBezTo>
                    <a:pt x="8145" y="10712"/>
                    <a:pt x="8435" y="9826"/>
                    <a:pt x="9015" y="8632"/>
                  </a:cubicBezTo>
                  <a:cubicBezTo>
                    <a:pt x="9601" y="7431"/>
                    <a:pt x="10378" y="6186"/>
                    <a:pt x="11344" y="4896"/>
                  </a:cubicBezTo>
                  <a:cubicBezTo>
                    <a:pt x="12317" y="3571"/>
                    <a:pt x="13593" y="2422"/>
                    <a:pt x="15173" y="1449"/>
                  </a:cubicBezTo>
                  <a:cubicBezTo>
                    <a:pt x="16760" y="483"/>
                    <a:pt x="18426" y="0"/>
                    <a:pt x="20172" y="0"/>
                  </a:cubicBezTo>
                  <a:cubicBezTo>
                    <a:pt x="21207" y="0"/>
                    <a:pt x="22159" y="224"/>
                    <a:pt x="23029" y="673"/>
                  </a:cubicBezTo>
                  <a:cubicBezTo>
                    <a:pt x="23933" y="1128"/>
                    <a:pt x="24612" y="1597"/>
                    <a:pt x="25068" y="2080"/>
                  </a:cubicBezTo>
                  <a:cubicBezTo>
                    <a:pt x="25551" y="2536"/>
                    <a:pt x="26196" y="3264"/>
                    <a:pt x="27003" y="4264"/>
                  </a:cubicBezTo>
                  <a:cubicBezTo>
                    <a:pt x="27686" y="5037"/>
                    <a:pt x="28186" y="5585"/>
                    <a:pt x="28504" y="5910"/>
                  </a:cubicBezTo>
                  <a:cubicBezTo>
                    <a:pt x="28828" y="6234"/>
                    <a:pt x="29315" y="6576"/>
                    <a:pt x="29963" y="6934"/>
                  </a:cubicBezTo>
                  <a:cubicBezTo>
                    <a:pt x="30639" y="7259"/>
                    <a:pt x="31350" y="7421"/>
                    <a:pt x="32095" y="7421"/>
                  </a:cubicBezTo>
                  <a:cubicBezTo>
                    <a:pt x="33324" y="7421"/>
                    <a:pt x="34503" y="6952"/>
                    <a:pt x="35635" y="6013"/>
                  </a:cubicBezTo>
                  <a:cubicBezTo>
                    <a:pt x="36767" y="5040"/>
                    <a:pt x="38060" y="3391"/>
                    <a:pt x="39516" y="1066"/>
                  </a:cubicBezTo>
                  <a:cubicBezTo>
                    <a:pt x="39903" y="355"/>
                    <a:pt x="40403" y="0"/>
                    <a:pt x="41017" y="0"/>
                  </a:cubicBezTo>
                  <a:cubicBezTo>
                    <a:pt x="41728" y="0"/>
                    <a:pt x="42083" y="324"/>
                    <a:pt x="42083" y="97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2" name="Freeform 2701">
              <a:extLst>
                <a:ext uri="{FF2B5EF4-FFF2-40B4-BE49-F238E27FC236}">
                  <a16:creationId xmlns:a16="http://schemas.microsoft.com/office/drawing/2014/main" id="{2BA6D910-FD2F-B4F2-B863-5B6C13506510}"/>
                </a:ext>
              </a:extLst>
            </p:cNvPr>
            <p:cNvSpPr/>
            <p:nvPr/>
          </p:nvSpPr>
          <p:spPr>
            <a:xfrm>
              <a:off x="6297775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3" name="Freeform 2702">
              <a:extLst>
                <a:ext uri="{FF2B5EF4-FFF2-40B4-BE49-F238E27FC236}">
                  <a16:creationId xmlns:a16="http://schemas.microsoft.com/office/drawing/2014/main" id="{55A07E74-338E-248B-F3DA-8333A384E9E7}"/>
                </a:ext>
              </a:extLst>
            </p:cNvPr>
            <p:cNvSpPr/>
            <p:nvPr/>
          </p:nvSpPr>
          <p:spPr>
            <a:xfrm>
              <a:off x="6297775" y="2852277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4" name="Freeform 2703">
              <a:extLst>
                <a:ext uri="{FF2B5EF4-FFF2-40B4-BE49-F238E27FC236}">
                  <a16:creationId xmlns:a16="http://schemas.microsoft.com/office/drawing/2014/main" id="{E62CF147-FC64-45C4-5E97-6410CF8E9DFD}"/>
                </a:ext>
              </a:extLst>
            </p:cNvPr>
            <p:cNvSpPr/>
            <p:nvPr/>
          </p:nvSpPr>
          <p:spPr>
            <a:xfrm>
              <a:off x="6297775" y="2524948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5" name="Freeform 2704">
              <a:extLst>
                <a:ext uri="{FF2B5EF4-FFF2-40B4-BE49-F238E27FC236}">
                  <a16:creationId xmlns:a16="http://schemas.microsoft.com/office/drawing/2014/main" id="{707C5B7E-356E-A074-D4D5-0C012E538704}"/>
                </a:ext>
              </a:extLst>
            </p:cNvPr>
            <p:cNvSpPr/>
            <p:nvPr/>
          </p:nvSpPr>
          <p:spPr>
            <a:xfrm>
              <a:off x="6297775" y="2197620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6" name="Freeform 2705">
              <a:extLst>
                <a:ext uri="{FF2B5EF4-FFF2-40B4-BE49-F238E27FC236}">
                  <a16:creationId xmlns:a16="http://schemas.microsoft.com/office/drawing/2014/main" id="{C13B12CE-7666-E4D9-2A19-83D25D64532D}"/>
                </a:ext>
              </a:extLst>
            </p:cNvPr>
            <p:cNvSpPr/>
            <p:nvPr/>
          </p:nvSpPr>
          <p:spPr>
            <a:xfrm>
              <a:off x="6297775" y="1870292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7" name="Freeform 2706">
              <a:extLst>
                <a:ext uri="{FF2B5EF4-FFF2-40B4-BE49-F238E27FC236}">
                  <a16:creationId xmlns:a16="http://schemas.microsoft.com/office/drawing/2014/main" id="{A0C24CEA-DF70-1CAA-2E9C-60E65FCA41BF}"/>
                </a:ext>
              </a:extLst>
            </p:cNvPr>
            <p:cNvSpPr/>
            <p:nvPr/>
          </p:nvSpPr>
          <p:spPr>
            <a:xfrm>
              <a:off x="6297775" y="1542964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8" name="Freeform 2707">
              <a:extLst>
                <a:ext uri="{FF2B5EF4-FFF2-40B4-BE49-F238E27FC236}">
                  <a16:creationId xmlns:a16="http://schemas.microsoft.com/office/drawing/2014/main" id="{93C16A7F-F4A3-ADF4-5BCA-8B40A0CC7EB5}"/>
                </a:ext>
              </a:extLst>
            </p:cNvPr>
            <p:cNvSpPr/>
            <p:nvPr/>
          </p:nvSpPr>
          <p:spPr>
            <a:xfrm>
              <a:off x="6135321" y="2819850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50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9" name="Freeform 2708">
              <a:extLst>
                <a:ext uri="{FF2B5EF4-FFF2-40B4-BE49-F238E27FC236}">
                  <a16:creationId xmlns:a16="http://schemas.microsoft.com/office/drawing/2014/main" id="{AF49AE31-A608-DE60-9D4C-AB618B156F1B}"/>
                </a:ext>
              </a:extLst>
            </p:cNvPr>
            <p:cNvSpPr/>
            <p:nvPr/>
          </p:nvSpPr>
          <p:spPr>
            <a:xfrm>
              <a:off x="6193474" y="2872925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0" name="Freeform 2709">
              <a:extLst>
                <a:ext uri="{FF2B5EF4-FFF2-40B4-BE49-F238E27FC236}">
                  <a16:creationId xmlns:a16="http://schemas.microsoft.com/office/drawing/2014/main" id="{BA8A03D4-6328-0882-BF28-2B2779DBBF83}"/>
                </a:ext>
              </a:extLst>
            </p:cNvPr>
            <p:cNvSpPr/>
            <p:nvPr/>
          </p:nvSpPr>
          <p:spPr>
            <a:xfrm>
              <a:off x="6217247" y="2819850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1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1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1" name="Freeform 2710">
              <a:extLst>
                <a:ext uri="{FF2B5EF4-FFF2-40B4-BE49-F238E27FC236}">
                  <a16:creationId xmlns:a16="http://schemas.microsoft.com/office/drawing/2014/main" id="{9FA978E8-A278-67ED-DCA8-B55C07661642}"/>
                </a:ext>
              </a:extLst>
            </p:cNvPr>
            <p:cNvSpPr/>
            <p:nvPr/>
          </p:nvSpPr>
          <p:spPr>
            <a:xfrm>
              <a:off x="6137543" y="2492521"/>
              <a:ext cx="43268" cy="64946"/>
            </a:xfrm>
            <a:custGeom>
              <a:avLst/>
              <a:gdLst>
                <a:gd name="csX0" fmla="*/ 21634 w 43268"/>
                <a:gd name="csY0" fmla="*/ 6707 h 64946"/>
                <a:gd name="csX1" fmla="*/ 11781 w 43268"/>
                <a:gd name="csY1" fmla="*/ 13165 h 64946"/>
                <a:gd name="csX2" fmla="*/ 8511 w 43268"/>
                <a:gd name="csY2" fmla="*/ 32489 h 64946"/>
                <a:gd name="csX3" fmla="*/ 11781 w 43268"/>
                <a:gd name="csY3" fmla="*/ 51822 h 64946"/>
                <a:gd name="csX4" fmla="*/ 21634 w 43268"/>
                <a:gd name="csY4" fmla="*/ 58229 h 64946"/>
                <a:gd name="csX5" fmla="*/ 31487 w 43268"/>
                <a:gd name="csY5" fmla="*/ 51822 h 64946"/>
                <a:gd name="csX6" fmla="*/ 34799 w 43268"/>
                <a:gd name="csY6" fmla="*/ 32489 h 64946"/>
                <a:gd name="csX7" fmla="*/ 31487 w 43268"/>
                <a:gd name="csY7" fmla="*/ 13165 h 64946"/>
                <a:gd name="csX8" fmla="*/ 21634 w 43268"/>
                <a:gd name="csY8" fmla="*/ 6707 h 64946"/>
                <a:gd name="csX9" fmla="*/ 21634 w 43268"/>
                <a:gd name="csY9" fmla="*/ 0 h 64946"/>
                <a:gd name="csX10" fmla="*/ 37692 w 43268"/>
                <a:gd name="csY10" fmla="*/ 8342 h 64946"/>
                <a:gd name="csX11" fmla="*/ 43268 w 43268"/>
                <a:gd name="csY11" fmla="*/ 32489 h 64946"/>
                <a:gd name="csX12" fmla="*/ 37692 w 43268"/>
                <a:gd name="csY12" fmla="*/ 56635 h 64946"/>
                <a:gd name="csX13" fmla="*/ 21634 w 43268"/>
                <a:gd name="csY13" fmla="*/ 64946 h 64946"/>
                <a:gd name="csX14" fmla="*/ 5534 w 43268"/>
                <a:gd name="csY14" fmla="*/ 56635 h 64946"/>
                <a:gd name="csX15" fmla="*/ 0 w 43268"/>
                <a:gd name="csY15" fmla="*/ 32489 h 64946"/>
                <a:gd name="csX16" fmla="*/ 5534 w 43268"/>
                <a:gd name="csY16" fmla="*/ 8342 h 64946"/>
                <a:gd name="csX17" fmla="*/ 21634 w 43268"/>
                <a:gd name="csY17" fmla="*/ 0 h 64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6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76"/>
                    <a:pt x="28649" y="64946"/>
                    <a:pt x="21634" y="64946"/>
                  </a:cubicBezTo>
                  <a:cubicBezTo>
                    <a:pt x="14618" y="64946"/>
                    <a:pt x="9252" y="62176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2" name="Freeform 2711">
              <a:extLst>
                <a:ext uri="{FF2B5EF4-FFF2-40B4-BE49-F238E27FC236}">
                  <a16:creationId xmlns:a16="http://schemas.microsoft.com/office/drawing/2014/main" id="{2C57D421-3313-23BE-1B5F-A76125677F2D}"/>
                </a:ext>
              </a:extLst>
            </p:cNvPr>
            <p:cNvSpPr/>
            <p:nvPr/>
          </p:nvSpPr>
          <p:spPr>
            <a:xfrm>
              <a:off x="6195696" y="2545596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3" name="Freeform 2712">
              <a:extLst>
                <a:ext uri="{FF2B5EF4-FFF2-40B4-BE49-F238E27FC236}">
                  <a16:creationId xmlns:a16="http://schemas.microsoft.com/office/drawing/2014/main" id="{9DC63D79-B986-4A26-1119-7AFBBFBD7E44}"/>
                </a:ext>
              </a:extLst>
            </p:cNvPr>
            <p:cNvSpPr/>
            <p:nvPr/>
          </p:nvSpPr>
          <p:spPr>
            <a:xfrm>
              <a:off x="6223241" y="2493649"/>
              <a:ext cx="37273" cy="62596"/>
            </a:xfrm>
            <a:custGeom>
              <a:avLst/>
              <a:gdLst>
                <a:gd name="csX0" fmla="*/ 1216 w 37273"/>
                <a:gd name="csY0" fmla="*/ 55466 h 62596"/>
                <a:gd name="csX1" fmla="*/ 15052 w 37273"/>
                <a:gd name="csY1" fmla="*/ 55466 h 62596"/>
                <a:gd name="csX2" fmla="*/ 15052 w 37273"/>
                <a:gd name="csY2" fmla="*/ 7711 h 62596"/>
                <a:gd name="csX3" fmla="*/ 0 w 37273"/>
                <a:gd name="csY3" fmla="*/ 10733 h 62596"/>
                <a:gd name="csX4" fmla="*/ 0 w 37273"/>
                <a:gd name="csY4" fmla="*/ 3022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6 h 62596"/>
                <a:gd name="csX8" fmla="*/ 37273 w 37273"/>
                <a:gd name="csY8" fmla="*/ 55466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6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6"/>
                  </a:moveTo>
                  <a:lnTo>
                    <a:pt x="15052" y="55466"/>
                  </a:lnTo>
                  <a:lnTo>
                    <a:pt x="15052" y="7711"/>
                  </a:lnTo>
                  <a:lnTo>
                    <a:pt x="0" y="10733"/>
                  </a:lnTo>
                  <a:lnTo>
                    <a:pt x="0" y="3022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6"/>
                  </a:lnTo>
                  <a:lnTo>
                    <a:pt x="37273" y="55466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4" name="Freeform 2713">
              <a:extLst>
                <a:ext uri="{FF2B5EF4-FFF2-40B4-BE49-F238E27FC236}">
                  <a16:creationId xmlns:a16="http://schemas.microsoft.com/office/drawing/2014/main" id="{781DC0F6-0237-FD86-8844-2B3A0264B851}"/>
                </a:ext>
              </a:extLst>
            </p:cNvPr>
            <p:cNvSpPr/>
            <p:nvPr/>
          </p:nvSpPr>
          <p:spPr>
            <a:xfrm>
              <a:off x="6138214" y="2165190"/>
              <a:ext cx="43268" cy="64944"/>
            </a:xfrm>
            <a:custGeom>
              <a:avLst/>
              <a:gdLst>
                <a:gd name="csX0" fmla="*/ 21635 w 43268"/>
                <a:gd name="csY0" fmla="*/ 6708 h 64944"/>
                <a:gd name="csX1" fmla="*/ 11781 w 43268"/>
                <a:gd name="csY1" fmla="*/ 13164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5 w 43268"/>
                <a:gd name="csY4" fmla="*/ 58236 h 64944"/>
                <a:gd name="csX5" fmla="*/ 31487 w 43268"/>
                <a:gd name="csY5" fmla="*/ 51821 h 64944"/>
                <a:gd name="csX6" fmla="*/ 34799 w 43268"/>
                <a:gd name="csY6" fmla="*/ 32493 h 64944"/>
                <a:gd name="csX7" fmla="*/ 31487 w 43268"/>
                <a:gd name="csY7" fmla="*/ 13164 h 64944"/>
                <a:gd name="csX8" fmla="*/ 21635 w 43268"/>
                <a:gd name="csY8" fmla="*/ 6708 h 64944"/>
                <a:gd name="csX9" fmla="*/ 21635 w 43268"/>
                <a:gd name="csY9" fmla="*/ 0 h 64944"/>
                <a:gd name="csX10" fmla="*/ 37693 w 43268"/>
                <a:gd name="csY10" fmla="*/ 8343 h 64944"/>
                <a:gd name="csX11" fmla="*/ 43268 w 43268"/>
                <a:gd name="csY11" fmla="*/ 32493 h 64944"/>
                <a:gd name="csX12" fmla="*/ 37693 w 43268"/>
                <a:gd name="csY12" fmla="*/ 56642 h 64944"/>
                <a:gd name="csX13" fmla="*/ 21635 w 43268"/>
                <a:gd name="csY13" fmla="*/ 64944 h 64944"/>
                <a:gd name="csX14" fmla="*/ 5534 w 43268"/>
                <a:gd name="csY14" fmla="*/ 56642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5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5" y="6708"/>
                  </a:moveTo>
                  <a:cubicBezTo>
                    <a:pt x="17274" y="6708"/>
                    <a:pt x="13989" y="8860"/>
                    <a:pt x="11781" y="13164"/>
                  </a:cubicBezTo>
                  <a:cubicBezTo>
                    <a:pt x="9601" y="17441"/>
                    <a:pt x="8511" y="23884"/>
                    <a:pt x="8511" y="32493"/>
                  </a:cubicBezTo>
                  <a:cubicBezTo>
                    <a:pt x="8511" y="41074"/>
                    <a:pt x="9601" y="47516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6"/>
                    <a:pt x="34799" y="41074"/>
                    <a:pt x="34799" y="32493"/>
                  </a:cubicBezTo>
                  <a:cubicBezTo>
                    <a:pt x="34799" y="23884"/>
                    <a:pt x="33695" y="17441"/>
                    <a:pt x="31487" y="13164"/>
                  </a:cubicBezTo>
                  <a:cubicBezTo>
                    <a:pt x="29307" y="8860"/>
                    <a:pt x="26023" y="6708"/>
                    <a:pt x="21635" y="6708"/>
                  </a:cubicBezTo>
                  <a:moveTo>
                    <a:pt x="21635" y="0"/>
                  </a:moveTo>
                  <a:cubicBezTo>
                    <a:pt x="28650" y="0"/>
                    <a:pt x="34003" y="2781"/>
                    <a:pt x="37693" y="8343"/>
                  </a:cubicBezTo>
                  <a:cubicBezTo>
                    <a:pt x="41410" y="13878"/>
                    <a:pt x="43268" y="21928"/>
                    <a:pt x="43268" y="32493"/>
                  </a:cubicBezTo>
                  <a:cubicBezTo>
                    <a:pt x="43268" y="43030"/>
                    <a:pt x="41410" y="51080"/>
                    <a:pt x="37693" y="56642"/>
                  </a:cubicBezTo>
                  <a:cubicBezTo>
                    <a:pt x="34002" y="62177"/>
                    <a:pt x="28650" y="64944"/>
                    <a:pt x="21635" y="64944"/>
                  </a:cubicBezTo>
                  <a:cubicBezTo>
                    <a:pt x="14619" y="64944"/>
                    <a:pt x="9252" y="62177"/>
                    <a:pt x="5534" y="56642"/>
                  </a:cubicBezTo>
                  <a:cubicBezTo>
                    <a:pt x="1845" y="51080"/>
                    <a:pt x="0" y="43030"/>
                    <a:pt x="0" y="32493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5" name="Freeform 2714">
              <a:extLst>
                <a:ext uri="{FF2B5EF4-FFF2-40B4-BE49-F238E27FC236}">
                  <a16:creationId xmlns:a16="http://schemas.microsoft.com/office/drawing/2014/main" id="{463E660D-FEBD-F765-94B8-648D7EC1612E}"/>
                </a:ext>
              </a:extLst>
            </p:cNvPr>
            <p:cNvSpPr/>
            <p:nvPr/>
          </p:nvSpPr>
          <p:spPr>
            <a:xfrm>
              <a:off x="6196367" y="2218269"/>
              <a:ext cx="8846" cy="10649"/>
            </a:xfrm>
            <a:custGeom>
              <a:avLst/>
              <a:gdLst>
                <a:gd name="csX0" fmla="*/ 0 w 8846"/>
                <a:gd name="csY0" fmla="*/ 0 h 10649"/>
                <a:gd name="csX1" fmla="*/ 8846 w 8846"/>
                <a:gd name="csY1" fmla="*/ 0 h 10649"/>
                <a:gd name="csX2" fmla="*/ 8846 w 8846"/>
                <a:gd name="csY2" fmla="*/ 10649 h 10649"/>
                <a:gd name="csX3" fmla="*/ 0 w 8846"/>
                <a:gd name="csY3" fmla="*/ 10649 h 10649"/>
                <a:gd name="csX4" fmla="*/ 0 w 8846"/>
                <a:gd name="csY4" fmla="*/ 0 h 10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49">
                  <a:moveTo>
                    <a:pt x="0" y="0"/>
                  </a:moveTo>
                  <a:lnTo>
                    <a:pt x="8846" y="0"/>
                  </a:lnTo>
                  <a:lnTo>
                    <a:pt x="8846" y="10649"/>
                  </a:lnTo>
                  <a:lnTo>
                    <a:pt x="0" y="10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6" name="Freeform 2715">
              <a:extLst>
                <a:ext uri="{FF2B5EF4-FFF2-40B4-BE49-F238E27FC236}">
                  <a16:creationId xmlns:a16="http://schemas.microsoft.com/office/drawing/2014/main" id="{9901CD10-5710-5E3E-39C4-0C54B59123D1}"/>
                </a:ext>
              </a:extLst>
            </p:cNvPr>
            <p:cNvSpPr/>
            <p:nvPr/>
          </p:nvSpPr>
          <p:spPr>
            <a:xfrm>
              <a:off x="6220768" y="2165190"/>
              <a:ext cx="39747" cy="63728"/>
            </a:xfrm>
            <a:custGeom>
              <a:avLst/>
              <a:gdLst>
                <a:gd name="csX0" fmla="*/ 10189 w 39747"/>
                <a:gd name="csY0" fmla="*/ 56601 h 63728"/>
                <a:gd name="csX1" fmla="*/ 39747 w 39747"/>
                <a:gd name="csY1" fmla="*/ 56601 h 63728"/>
                <a:gd name="csX2" fmla="*/ 39747 w 39747"/>
                <a:gd name="csY2" fmla="*/ 63728 h 63728"/>
                <a:gd name="csX3" fmla="*/ 0 w 39747"/>
                <a:gd name="csY3" fmla="*/ 63728 h 63728"/>
                <a:gd name="csX4" fmla="*/ 0 w 39747"/>
                <a:gd name="csY4" fmla="*/ 56601 h 63728"/>
                <a:gd name="csX5" fmla="*/ 13124 w 39747"/>
                <a:gd name="csY5" fmla="*/ 43226 h 63728"/>
                <a:gd name="csX6" fmla="*/ 23605 w 39747"/>
                <a:gd name="csY6" fmla="*/ 32368 h 63728"/>
                <a:gd name="csX7" fmla="*/ 29266 w 39747"/>
                <a:gd name="csY7" fmla="*/ 24653 h 63728"/>
                <a:gd name="csX8" fmla="*/ 30900 w 39747"/>
                <a:gd name="csY8" fmla="*/ 18405 h 63728"/>
                <a:gd name="csX9" fmla="*/ 27379 w 39747"/>
                <a:gd name="csY9" fmla="*/ 10271 h 63728"/>
                <a:gd name="csX10" fmla="*/ 18280 w 39747"/>
                <a:gd name="csY10" fmla="*/ 7127 h 63728"/>
                <a:gd name="csX11" fmla="*/ 9853 w 39747"/>
                <a:gd name="csY11" fmla="*/ 8511 h 63728"/>
                <a:gd name="csX12" fmla="*/ 419 w 39747"/>
                <a:gd name="csY12" fmla="*/ 12704 h 63728"/>
                <a:gd name="csX13" fmla="*/ 419 w 39747"/>
                <a:gd name="csY13" fmla="*/ 4150 h 63728"/>
                <a:gd name="csX14" fmla="*/ 9978 w 39747"/>
                <a:gd name="csY14" fmla="*/ 1047 h 63728"/>
                <a:gd name="csX15" fmla="*/ 18112 w 39747"/>
                <a:gd name="csY15" fmla="*/ 0 h 63728"/>
                <a:gd name="csX16" fmla="*/ 33626 w 39747"/>
                <a:gd name="csY16" fmla="*/ 4863 h 63728"/>
                <a:gd name="csX17" fmla="*/ 39412 w 39747"/>
                <a:gd name="csY17" fmla="*/ 17860 h 63728"/>
                <a:gd name="csX18" fmla="*/ 37944 w 39747"/>
                <a:gd name="csY18" fmla="*/ 25197 h 63728"/>
                <a:gd name="csX19" fmla="*/ 32703 w 39747"/>
                <a:gd name="csY19" fmla="*/ 33331 h 63728"/>
                <a:gd name="csX20" fmla="*/ 26036 w 39747"/>
                <a:gd name="csY20" fmla="*/ 40375 h 63728"/>
                <a:gd name="csX21" fmla="*/ 10189 w 39747"/>
                <a:gd name="csY21" fmla="*/ 56601 h 63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7" h="63728">
                  <a:moveTo>
                    <a:pt x="10189" y="56601"/>
                  </a:moveTo>
                  <a:lnTo>
                    <a:pt x="39747" y="56601"/>
                  </a:lnTo>
                  <a:lnTo>
                    <a:pt x="39747" y="63728"/>
                  </a:lnTo>
                  <a:lnTo>
                    <a:pt x="0" y="63728"/>
                  </a:lnTo>
                  <a:lnTo>
                    <a:pt x="0" y="56601"/>
                  </a:lnTo>
                  <a:cubicBezTo>
                    <a:pt x="3215" y="53275"/>
                    <a:pt x="7589" y="48816"/>
                    <a:pt x="13124" y="43226"/>
                  </a:cubicBezTo>
                  <a:cubicBezTo>
                    <a:pt x="18686" y="37608"/>
                    <a:pt x="22180" y="33988"/>
                    <a:pt x="23605" y="32368"/>
                  </a:cubicBezTo>
                  <a:cubicBezTo>
                    <a:pt x="26316" y="29321"/>
                    <a:pt x="28203" y="26749"/>
                    <a:pt x="29266" y="24653"/>
                  </a:cubicBezTo>
                  <a:cubicBezTo>
                    <a:pt x="30355" y="22528"/>
                    <a:pt x="30900" y="20446"/>
                    <a:pt x="30900" y="18405"/>
                  </a:cubicBezTo>
                  <a:cubicBezTo>
                    <a:pt x="30900" y="15079"/>
                    <a:pt x="29726" y="12368"/>
                    <a:pt x="27379" y="10271"/>
                  </a:cubicBezTo>
                  <a:cubicBezTo>
                    <a:pt x="25058" y="8175"/>
                    <a:pt x="22025" y="7127"/>
                    <a:pt x="18280" y="7127"/>
                  </a:cubicBezTo>
                  <a:cubicBezTo>
                    <a:pt x="15625" y="7127"/>
                    <a:pt x="12816" y="7588"/>
                    <a:pt x="9853" y="8511"/>
                  </a:cubicBezTo>
                  <a:cubicBezTo>
                    <a:pt x="6918" y="9433"/>
                    <a:pt x="3773" y="10831"/>
                    <a:pt x="419" y="12704"/>
                  </a:cubicBezTo>
                  <a:lnTo>
                    <a:pt x="419" y="4150"/>
                  </a:lnTo>
                  <a:cubicBezTo>
                    <a:pt x="3829" y="2781"/>
                    <a:pt x="7016" y="1746"/>
                    <a:pt x="9978" y="1047"/>
                  </a:cubicBezTo>
                  <a:cubicBezTo>
                    <a:pt x="12941" y="349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6" y="4863"/>
                  </a:cubicBezTo>
                  <a:cubicBezTo>
                    <a:pt x="37483" y="8106"/>
                    <a:pt x="39412" y="12438"/>
                    <a:pt x="39412" y="17860"/>
                  </a:cubicBezTo>
                  <a:cubicBezTo>
                    <a:pt x="39412" y="20432"/>
                    <a:pt x="38923" y="22877"/>
                    <a:pt x="37944" y="25197"/>
                  </a:cubicBezTo>
                  <a:cubicBezTo>
                    <a:pt x="36994" y="27489"/>
                    <a:pt x="35247" y="30201"/>
                    <a:pt x="32703" y="33331"/>
                  </a:cubicBezTo>
                  <a:cubicBezTo>
                    <a:pt x="32005" y="34142"/>
                    <a:pt x="29782" y="36490"/>
                    <a:pt x="26036" y="40375"/>
                  </a:cubicBezTo>
                  <a:cubicBezTo>
                    <a:pt x="22291" y="44232"/>
                    <a:pt x="17008" y="49641"/>
                    <a:pt x="10189" y="5660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7" name="Freeform 2716">
              <a:extLst>
                <a:ext uri="{FF2B5EF4-FFF2-40B4-BE49-F238E27FC236}">
                  <a16:creationId xmlns:a16="http://schemas.microsoft.com/office/drawing/2014/main" id="{2E6364FC-C344-563C-CEEE-5C33871C8EB8}"/>
                </a:ext>
              </a:extLst>
            </p:cNvPr>
            <p:cNvSpPr/>
            <p:nvPr/>
          </p:nvSpPr>
          <p:spPr>
            <a:xfrm>
              <a:off x="6136495" y="1837861"/>
              <a:ext cx="43268" cy="64945"/>
            </a:xfrm>
            <a:custGeom>
              <a:avLst/>
              <a:gdLst>
                <a:gd name="csX0" fmla="*/ 21635 w 43268"/>
                <a:gd name="csY0" fmla="*/ 6709 h 64945"/>
                <a:gd name="csX1" fmla="*/ 11781 w 43268"/>
                <a:gd name="csY1" fmla="*/ 13165 h 64945"/>
                <a:gd name="csX2" fmla="*/ 8511 w 43268"/>
                <a:gd name="csY2" fmla="*/ 32494 h 64945"/>
                <a:gd name="csX3" fmla="*/ 11781 w 43268"/>
                <a:gd name="csY3" fmla="*/ 51821 h 64945"/>
                <a:gd name="csX4" fmla="*/ 21635 w 43268"/>
                <a:gd name="csY4" fmla="*/ 58236 h 64945"/>
                <a:gd name="csX5" fmla="*/ 31487 w 43268"/>
                <a:gd name="csY5" fmla="*/ 51821 h 64945"/>
                <a:gd name="csX6" fmla="*/ 34800 w 43268"/>
                <a:gd name="csY6" fmla="*/ 32494 h 64945"/>
                <a:gd name="csX7" fmla="*/ 31487 w 43268"/>
                <a:gd name="csY7" fmla="*/ 13165 h 64945"/>
                <a:gd name="csX8" fmla="*/ 21635 w 43268"/>
                <a:gd name="csY8" fmla="*/ 6709 h 64945"/>
                <a:gd name="csX9" fmla="*/ 21635 w 43268"/>
                <a:gd name="csY9" fmla="*/ 0 h 64945"/>
                <a:gd name="csX10" fmla="*/ 37693 w 43268"/>
                <a:gd name="csY10" fmla="*/ 8344 h 64945"/>
                <a:gd name="csX11" fmla="*/ 43268 w 43268"/>
                <a:gd name="csY11" fmla="*/ 32494 h 64945"/>
                <a:gd name="csX12" fmla="*/ 37693 w 43268"/>
                <a:gd name="csY12" fmla="*/ 56643 h 64945"/>
                <a:gd name="csX13" fmla="*/ 21635 w 43268"/>
                <a:gd name="csY13" fmla="*/ 64945 h 64945"/>
                <a:gd name="csX14" fmla="*/ 5534 w 43268"/>
                <a:gd name="csY14" fmla="*/ 56643 h 64945"/>
                <a:gd name="csX15" fmla="*/ 0 w 43268"/>
                <a:gd name="csY15" fmla="*/ 32494 h 64945"/>
                <a:gd name="csX16" fmla="*/ 5534 w 43268"/>
                <a:gd name="csY16" fmla="*/ 8344 h 64945"/>
                <a:gd name="csX17" fmla="*/ 21635 w 43268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5">
                  <a:moveTo>
                    <a:pt x="21635" y="6709"/>
                  </a:moveTo>
                  <a:cubicBezTo>
                    <a:pt x="17274" y="6709"/>
                    <a:pt x="13989" y="8861"/>
                    <a:pt x="11781" y="13165"/>
                  </a:cubicBezTo>
                  <a:cubicBezTo>
                    <a:pt x="9601" y="17442"/>
                    <a:pt x="8511" y="23885"/>
                    <a:pt x="8511" y="32494"/>
                  </a:cubicBezTo>
                  <a:cubicBezTo>
                    <a:pt x="8511" y="41075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7"/>
                    <a:pt x="34800" y="41075"/>
                    <a:pt x="34800" y="32494"/>
                  </a:cubicBezTo>
                  <a:cubicBezTo>
                    <a:pt x="34800" y="23885"/>
                    <a:pt x="33695" y="17442"/>
                    <a:pt x="31487" y="13165"/>
                  </a:cubicBezTo>
                  <a:cubicBezTo>
                    <a:pt x="29307" y="8861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4"/>
                  </a:cubicBezTo>
                  <a:cubicBezTo>
                    <a:pt x="41410" y="13878"/>
                    <a:pt x="43268" y="21928"/>
                    <a:pt x="43268" y="32494"/>
                  </a:cubicBezTo>
                  <a:cubicBezTo>
                    <a:pt x="43268" y="43031"/>
                    <a:pt x="41410" y="51081"/>
                    <a:pt x="37693" y="56643"/>
                  </a:cubicBezTo>
                  <a:cubicBezTo>
                    <a:pt x="34003" y="62178"/>
                    <a:pt x="28651" y="64945"/>
                    <a:pt x="21635" y="64945"/>
                  </a:cubicBezTo>
                  <a:cubicBezTo>
                    <a:pt x="14619" y="64945"/>
                    <a:pt x="9252" y="62178"/>
                    <a:pt x="5534" y="56643"/>
                  </a:cubicBezTo>
                  <a:cubicBezTo>
                    <a:pt x="1845" y="51081"/>
                    <a:pt x="0" y="43031"/>
                    <a:pt x="0" y="32494"/>
                  </a:cubicBezTo>
                  <a:cubicBezTo>
                    <a:pt x="0" y="21928"/>
                    <a:pt x="1845" y="13878"/>
                    <a:pt x="5534" y="8344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8" name="Freeform 2717">
              <a:extLst>
                <a:ext uri="{FF2B5EF4-FFF2-40B4-BE49-F238E27FC236}">
                  <a16:creationId xmlns:a16="http://schemas.microsoft.com/office/drawing/2014/main" id="{83D6E067-DF3B-F06E-FEA7-62F875128C1A}"/>
                </a:ext>
              </a:extLst>
            </p:cNvPr>
            <p:cNvSpPr/>
            <p:nvPr/>
          </p:nvSpPr>
          <p:spPr>
            <a:xfrm>
              <a:off x="6194648" y="1890941"/>
              <a:ext cx="8847" cy="10649"/>
            </a:xfrm>
            <a:custGeom>
              <a:avLst/>
              <a:gdLst>
                <a:gd name="csX0" fmla="*/ 0 w 8847"/>
                <a:gd name="csY0" fmla="*/ 0 h 10649"/>
                <a:gd name="csX1" fmla="*/ 8847 w 8847"/>
                <a:gd name="csY1" fmla="*/ 0 h 10649"/>
                <a:gd name="csX2" fmla="*/ 8847 w 8847"/>
                <a:gd name="csY2" fmla="*/ 10649 h 10649"/>
                <a:gd name="csX3" fmla="*/ 0 w 8847"/>
                <a:gd name="csY3" fmla="*/ 10649 h 10649"/>
                <a:gd name="csX4" fmla="*/ 0 w 8847"/>
                <a:gd name="csY4" fmla="*/ 0 h 10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49">
                  <a:moveTo>
                    <a:pt x="0" y="0"/>
                  </a:moveTo>
                  <a:lnTo>
                    <a:pt x="8847" y="0"/>
                  </a:lnTo>
                  <a:lnTo>
                    <a:pt x="8847" y="10649"/>
                  </a:lnTo>
                  <a:lnTo>
                    <a:pt x="0" y="10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9" name="Freeform 2718">
              <a:extLst>
                <a:ext uri="{FF2B5EF4-FFF2-40B4-BE49-F238E27FC236}">
                  <a16:creationId xmlns:a16="http://schemas.microsoft.com/office/drawing/2014/main" id="{7E88C08B-8551-6FB2-487A-D180A6983261}"/>
                </a:ext>
              </a:extLst>
            </p:cNvPr>
            <p:cNvSpPr/>
            <p:nvPr/>
          </p:nvSpPr>
          <p:spPr>
            <a:xfrm>
              <a:off x="6219300" y="1837861"/>
              <a:ext cx="41214" cy="64945"/>
            </a:xfrm>
            <a:custGeom>
              <a:avLst/>
              <a:gdLst>
                <a:gd name="csX0" fmla="*/ 28301 w 41214"/>
                <a:gd name="csY0" fmla="*/ 29978 h 64945"/>
                <a:gd name="csX1" fmla="*/ 37776 w 41214"/>
                <a:gd name="csY1" fmla="*/ 35387 h 64945"/>
                <a:gd name="csX2" fmla="*/ 41215 w 41214"/>
                <a:gd name="csY2" fmla="*/ 45533 h 64945"/>
                <a:gd name="csX3" fmla="*/ 34841 w 41214"/>
                <a:gd name="csY3" fmla="*/ 59872 h 64945"/>
                <a:gd name="csX4" fmla="*/ 16730 w 41214"/>
                <a:gd name="csY4" fmla="*/ 64945 h 64945"/>
                <a:gd name="csX5" fmla="*/ 8596 w 41214"/>
                <a:gd name="csY5" fmla="*/ 64148 h 64945"/>
                <a:gd name="csX6" fmla="*/ 0 w 41214"/>
                <a:gd name="csY6" fmla="*/ 61842 h 64945"/>
                <a:gd name="csX7" fmla="*/ 0 w 41214"/>
                <a:gd name="csY7" fmla="*/ 53667 h 64945"/>
                <a:gd name="csX8" fmla="*/ 7715 w 41214"/>
                <a:gd name="csY8" fmla="*/ 56769 h 64945"/>
                <a:gd name="csX9" fmla="*/ 16478 w 41214"/>
                <a:gd name="csY9" fmla="*/ 57817 h 64945"/>
                <a:gd name="csX10" fmla="*/ 28595 w 41214"/>
                <a:gd name="csY10" fmla="*/ 54673 h 64945"/>
                <a:gd name="csX11" fmla="*/ 32788 w 41214"/>
                <a:gd name="csY11" fmla="*/ 45533 h 64945"/>
                <a:gd name="csX12" fmla="*/ 28888 w 41214"/>
                <a:gd name="csY12" fmla="*/ 36896 h 64945"/>
                <a:gd name="csX13" fmla="*/ 18112 w 41214"/>
                <a:gd name="csY13" fmla="*/ 33751 h 64945"/>
                <a:gd name="csX14" fmla="*/ 10818 w 41214"/>
                <a:gd name="csY14" fmla="*/ 33751 h 64945"/>
                <a:gd name="csX15" fmla="*/ 10818 w 41214"/>
                <a:gd name="csY15" fmla="*/ 26792 h 64945"/>
                <a:gd name="csX16" fmla="*/ 18448 w 41214"/>
                <a:gd name="csY16" fmla="*/ 26792 h 64945"/>
                <a:gd name="csX17" fmla="*/ 28007 w 41214"/>
                <a:gd name="csY17" fmla="*/ 24317 h 64945"/>
                <a:gd name="csX18" fmla="*/ 31320 w 41214"/>
                <a:gd name="csY18" fmla="*/ 17106 h 64945"/>
                <a:gd name="csX19" fmla="*/ 27882 w 41214"/>
                <a:gd name="csY19" fmla="*/ 9727 h 64945"/>
                <a:gd name="csX20" fmla="*/ 18112 w 41214"/>
                <a:gd name="csY20" fmla="*/ 7128 h 64945"/>
                <a:gd name="csX21" fmla="*/ 10650 w 41214"/>
                <a:gd name="csY21" fmla="*/ 7883 h 64945"/>
                <a:gd name="csX22" fmla="*/ 1887 w 41214"/>
                <a:gd name="csY22" fmla="*/ 10230 h 64945"/>
                <a:gd name="csX23" fmla="*/ 1887 w 41214"/>
                <a:gd name="csY23" fmla="*/ 2684 h 64945"/>
                <a:gd name="csX24" fmla="*/ 10902 w 41214"/>
                <a:gd name="csY24" fmla="*/ 671 h 64945"/>
                <a:gd name="csX25" fmla="*/ 18868 w 41214"/>
                <a:gd name="csY25" fmla="*/ 0 h 64945"/>
                <a:gd name="csX26" fmla="*/ 34129 w 41214"/>
                <a:gd name="csY26" fmla="*/ 4403 h 64945"/>
                <a:gd name="csX27" fmla="*/ 39747 w 41214"/>
                <a:gd name="csY27" fmla="*/ 16226 h 64945"/>
                <a:gd name="csX28" fmla="*/ 36770 w 41214"/>
                <a:gd name="csY28" fmla="*/ 25030 h 64945"/>
                <a:gd name="csX29" fmla="*/ 28301 w 41214"/>
                <a:gd name="csY29" fmla="*/ 29978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41214" h="64945">
                  <a:moveTo>
                    <a:pt x="28301" y="29978"/>
                  </a:moveTo>
                  <a:cubicBezTo>
                    <a:pt x="32354" y="30844"/>
                    <a:pt x="35513" y="32647"/>
                    <a:pt x="37776" y="35387"/>
                  </a:cubicBezTo>
                  <a:cubicBezTo>
                    <a:pt x="40069" y="38126"/>
                    <a:pt x="41215" y="41508"/>
                    <a:pt x="41215" y="45533"/>
                  </a:cubicBezTo>
                  <a:cubicBezTo>
                    <a:pt x="41215" y="51710"/>
                    <a:pt x="39090" y="56490"/>
                    <a:pt x="34841" y="59872"/>
                  </a:cubicBezTo>
                  <a:cubicBezTo>
                    <a:pt x="30593" y="63254"/>
                    <a:pt x="24556" y="64945"/>
                    <a:pt x="16730" y="64945"/>
                  </a:cubicBezTo>
                  <a:cubicBezTo>
                    <a:pt x="14102" y="64945"/>
                    <a:pt x="11391" y="64680"/>
                    <a:pt x="8596" y="64148"/>
                  </a:cubicBezTo>
                  <a:cubicBezTo>
                    <a:pt x="5828" y="63645"/>
                    <a:pt x="2963" y="62877"/>
                    <a:pt x="0" y="61842"/>
                  </a:cubicBezTo>
                  <a:lnTo>
                    <a:pt x="0" y="53667"/>
                  </a:lnTo>
                  <a:cubicBezTo>
                    <a:pt x="2348" y="55036"/>
                    <a:pt x="4920" y="56070"/>
                    <a:pt x="7715" y="56769"/>
                  </a:cubicBezTo>
                  <a:cubicBezTo>
                    <a:pt x="10510" y="57468"/>
                    <a:pt x="13431" y="57817"/>
                    <a:pt x="16478" y="57817"/>
                  </a:cubicBezTo>
                  <a:cubicBezTo>
                    <a:pt x="21788" y="57817"/>
                    <a:pt x="25827" y="56769"/>
                    <a:pt x="28595" y="54673"/>
                  </a:cubicBezTo>
                  <a:cubicBezTo>
                    <a:pt x="31390" y="52577"/>
                    <a:pt x="32788" y="49530"/>
                    <a:pt x="32788" y="45533"/>
                  </a:cubicBezTo>
                  <a:cubicBezTo>
                    <a:pt x="32788" y="41843"/>
                    <a:pt x="31488" y="38964"/>
                    <a:pt x="28888" y="36896"/>
                  </a:cubicBezTo>
                  <a:cubicBezTo>
                    <a:pt x="26316" y="34799"/>
                    <a:pt x="22724" y="33751"/>
                    <a:pt x="18112" y="33751"/>
                  </a:cubicBezTo>
                  <a:lnTo>
                    <a:pt x="10818" y="33751"/>
                  </a:lnTo>
                  <a:lnTo>
                    <a:pt x="10818" y="26792"/>
                  </a:lnTo>
                  <a:lnTo>
                    <a:pt x="18448" y="26792"/>
                  </a:lnTo>
                  <a:cubicBezTo>
                    <a:pt x="22613" y="26792"/>
                    <a:pt x="25799" y="25967"/>
                    <a:pt x="28007" y="24317"/>
                  </a:cubicBezTo>
                  <a:cubicBezTo>
                    <a:pt x="30216" y="22641"/>
                    <a:pt x="31320" y="20237"/>
                    <a:pt x="31320" y="17106"/>
                  </a:cubicBezTo>
                  <a:cubicBezTo>
                    <a:pt x="31320" y="13892"/>
                    <a:pt x="30174" y="11432"/>
                    <a:pt x="27882" y="9727"/>
                  </a:cubicBezTo>
                  <a:cubicBezTo>
                    <a:pt x="25618" y="7994"/>
                    <a:pt x="22362" y="7128"/>
                    <a:pt x="18112" y="7128"/>
                  </a:cubicBezTo>
                  <a:cubicBezTo>
                    <a:pt x="15793" y="7128"/>
                    <a:pt x="13305" y="7380"/>
                    <a:pt x="10650" y="7883"/>
                  </a:cubicBezTo>
                  <a:cubicBezTo>
                    <a:pt x="7994" y="8386"/>
                    <a:pt x="5073" y="9168"/>
                    <a:pt x="1887" y="10230"/>
                  </a:cubicBezTo>
                  <a:lnTo>
                    <a:pt x="1887" y="2684"/>
                  </a:lnTo>
                  <a:cubicBezTo>
                    <a:pt x="5102" y="1790"/>
                    <a:pt x="8106" y="1118"/>
                    <a:pt x="10902" y="671"/>
                  </a:cubicBezTo>
                  <a:cubicBezTo>
                    <a:pt x="13724" y="224"/>
                    <a:pt x="16380" y="0"/>
                    <a:pt x="18868" y="0"/>
                  </a:cubicBezTo>
                  <a:cubicBezTo>
                    <a:pt x="25297" y="0"/>
                    <a:pt x="30384" y="1468"/>
                    <a:pt x="34129" y="4403"/>
                  </a:cubicBezTo>
                  <a:cubicBezTo>
                    <a:pt x="37874" y="7310"/>
                    <a:pt x="39747" y="11251"/>
                    <a:pt x="39747" y="16226"/>
                  </a:cubicBezTo>
                  <a:cubicBezTo>
                    <a:pt x="39747" y="19692"/>
                    <a:pt x="38755" y="22626"/>
                    <a:pt x="36770" y="25030"/>
                  </a:cubicBezTo>
                  <a:cubicBezTo>
                    <a:pt x="34786" y="27406"/>
                    <a:pt x="31963" y="29055"/>
                    <a:pt x="28301" y="2997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0" name="Freeform 2719">
              <a:extLst>
                <a:ext uri="{FF2B5EF4-FFF2-40B4-BE49-F238E27FC236}">
                  <a16:creationId xmlns:a16="http://schemas.microsoft.com/office/drawing/2014/main" id="{3278FA5D-4B25-5154-02C8-200C2BB59BA0}"/>
                </a:ext>
              </a:extLst>
            </p:cNvPr>
            <p:cNvSpPr/>
            <p:nvPr/>
          </p:nvSpPr>
          <p:spPr>
            <a:xfrm>
              <a:off x="6134441" y="1510534"/>
              <a:ext cx="43268" cy="64944"/>
            </a:xfrm>
            <a:custGeom>
              <a:avLst/>
              <a:gdLst>
                <a:gd name="csX0" fmla="*/ 21635 w 43268"/>
                <a:gd name="csY0" fmla="*/ 6708 h 64944"/>
                <a:gd name="csX1" fmla="*/ 11781 w 43268"/>
                <a:gd name="csY1" fmla="*/ 13165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5 w 43268"/>
                <a:gd name="csY4" fmla="*/ 58236 h 64944"/>
                <a:gd name="csX5" fmla="*/ 31487 w 43268"/>
                <a:gd name="csY5" fmla="*/ 51821 h 64944"/>
                <a:gd name="csX6" fmla="*/ 34800 w 43268"/>
                <a:gd name="csY6" fmla="*/ 32493 h 64944"/>
                <a:gd name="csX7" fmla="*/ 31487 w 43268"/>
                <a:gd name="csY7" fmla="*/ 13165 h 64944"/>
                <a:gd name="csX8" fmla="*/ 21635 w 43268"/>
                <a:gd name="csY8" fmla="*/ 6708 h 64944"/>
                <a:gd name="csX9" fmla="*/ 21635 w 43268"/>
                <a:gd name="csY9" fmla="*/ 0 h 64944"/>
                <a:gd name="csX10" fmla="*/ 37693 w 43268"/>
                <a:gd name="csY10" fmla="*/ 8343 h 64944"/>
                <a:gd name="csX11" fmla="*/ 43268 w 43268"/>
                <a:gd name="csY11" fmla="*/ 32493 h 64944"/>
                <a:gd name="csX12" fmla="*/ 37693 w 43268"/>
                <a:gd name="csY12" fmla="*/ 56643 h 64944"/>
                <a:gd name="csX13" fmla="*/ 21635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5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5" y="6708"/>
                  </a:moveTo>
                  <a:cubicBezTo>
                    <a:pt x="17274" y="6708"/>
                    <a:pt x="13989" y="8860"/>
                    <a:pt x="11781" y="13165"/>
                  </a:cubicBezTo>
                  <a:cubicBezTo>
                    <a:pt x="9601" y="17442"/>
                    <a:pt x="8511" y="23884"/>
                    <a:pt x="8511" y="32493"/>
                  </a:cubicBezTo>
                  <a:cubicBezTo>
                    <a:pt x="8511" y="41074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7"/>
                    <a:pt x="34800" y="41074"/>
                    <a:pt x="34800" y="32493"/>
                  </a:cubicBezTo>
                  <a:cubicBezTo>
                    <a:pt x="34800" y="23884"/>
                    <a:pt x="33695" y="17442"/>
                    <a:pt x="31487" y="13165"/>
                  </a:cubicBezTo>
                  <a:cubicBezTo>
                    <a:pt x="29307" y="8860"/>
                    <a:pt x="26023" y="6708"/>
                    <a:pt x="21635" y="6708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8" y="21928"/>
                    <a:pt x="43268" y="32493"/>
                  </a:cubicBezTo>
                  <a:cubicBezTo>
                    <a:pt x="43268" y="43030"/>
                    <a:pt x="41410" y="51081"/>
                    <a:pt x="37693" y="56643"/>
                  </a:cubicBezTo>
                  <a:cubicBezTo>
                    <a:pt x="34003" y="62177"/>
                    <a:pt x="28651" y="64944"/>
                    <a:pt x="21635" y="64944"/>
                  </a:cubicBezTo>
                  <a:cubicBezTo>
                    <a:pt x="14619" y="64944"/>
                    <a:pt x="9252" y="62177"/>
                    <a:pt x="5534" y="56643"/>
                  </a:cubicBezTo>
                  <a:cubicBezTo>
                    <a:pt x="1845" y="51081"/>
                    <a:pt x="0" y="43030"/>
                    <a:pt x="0" y="32493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1" name="Freeform 2720">
              <a:extLst>
                <a:ext uri="{FF2B5EF4-FFF2-40B4-BE49-F238E27FC236}">
                  <a16:creationId xmlns:a16="http://schemas.microsoft.com/office/drawing/2014/main" id="{6C8EFC7B-920E-3402-6F25-54D5FE5101DE}"/>
                </a:ext>
              </a:extLst>
            </p:cNvPr>
            <p:cNvSpPr/>
            <p:nvPr/>
          </p:nvSpPr>
          <p:spPr>
            <a:xfrm>
              <a:off x="6192593" y="1563612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2" name="Freeform 2721">
              <a:extLst>
                <a:ext uri="{FF2B5EF4-FFF2-40B4-BE49-F238E27FC236}">
                  <a16:creationId xmlns:a16="http://schemas.microsoft.com/office/drawing/2014/main" id="{D82E3CCC-CB9C-411B-A826-4D2357B40CE9}"/>
                </a:ext>
              </a:extLst>
            </p:cNvPr>
            <p:cNvSpPr/>
            <p:nvPr/>
          </p:nvSpPr>
          <p:spPr>
            <a:xfrm>
              <a:off x="6214898" y="1511666"/>
              <a:ext cx="45616" cy="62597"/>
            </a:xfrm>
            <a:custGeom>
              <a:avLst/>
              <a:gdLst>
                <a:gd name="csX0" fmla="*/ 28259 w 45616"/>
                <a:gd name="csY0" fmla="*/ 7379 h 62597"/>
                <a:gd name="csX1" fmla="*/ 6876 w 45616"/>
                <a:gd name="csY1" fmla="*/ 40795 h 62597"/>
                <a:gd name="csX2" fmla="*/ 28259 w 45616"/>
                <a:gd name="csY2" fmla="*/ 40795 h 62597"/>
                <a:gd name="csX3" fmla="*/ 28259 w 45616"/>
                <a:gd name="csY3" fmla="*/ 7379 h 62597"/>
                <a:gd name="csX4" fmla="*/ 26036 w 45616"/>
                <a:gd name="csY4" fmla="*/ 0 h 62597"/>
                <a:gd name="csX5" fmla="*/ 36686 w 45616"/>
                <a:gd name="csY5" fmla="*/ 0 h 62597"/>
                <a:gd name="csX6" fmla="*/ 36686 w 45616"/>
                <a:gd name="csY6" fmla="*/ 40795 h 62597"/>
                <a:gd name="csX7" fmla="*/ 45617 w 45616"/>
                <a:gd name="csY7" fmla="*/ 40795 h 62597"/>
                <a:gd name="csX8" fmla="*/ 45617 w 45616"/>
                <a:gd name="csY8" fmla="*/ 47839 h 62597"/>
                <a:gd name="csX9" fmla="*/ 36686 w 45616"/>
                <a:gd name="csY9" fmla="*/ 47839 h 62597"/>
                <a:gd name="csX10" fmla="*/ 36686 w 45616"/>
                <a:gd name="csY10" fmla="*/ 62597 h 62597"/>
                <a:gd name="csX11" fmla="*/ 28259 w 45616"/>
                <a:gd name="csY11" fmla="*/ 62597 h 62597"/>
                <a:gd name="csX12" fmla="*/ 28259 w 45616"/>
                <a:gd name="csY12" fmla="*/ 47839 h 62597"/>
                <a:gd name="csX13" fmla="*/ 0 w 45616"/>
                <a:gd name="csY13" fmla="*/ 47839 h 62597"/>
                <a:gd name="csX14" fmla="*/ 0 w 45616"/>
                <a:gd name="csY14" fmla="*/ 39663 h 62597"/>
                <a:gd name="csX15" fmla="*/ 26036 w 45616"/>
                <a:gd name="csY15" fmla="*/ 0 h 62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6" h="62597">
                  <a:moveTo>
                    <a:pt x="28259" y="7379"/>
                  </a:moveTo>
                  <a:lnTo>
                    <a:pt x="6876" y="40795"/>
                  </a:lnTo>
                  <a:lnTo>
                    <a:pt x="28259" y="40795"/>
                  </a:lnTo>
                  <a:lnTo>
                    <a:pt x="28259" y="7379"/>
                  </a:lnTo>
                  <a:moveTo>
                    <a:pt x="26036" y="0"/>
                  </a:moveTo>
                  <a:lnTo>
                    <a:pt x="36686" y="0"/>
                  </a:lnTo>
                  <a:lnTo>
                    <a:pt x="36686" y="40795"/>
                  </a:lnTo>
                  <a:lnTo>
                    <a:pt x="45617" y="40795"/>
                  </a:lnTo>
                  <a:lnTo>
                    <a:pt x="45617" y="47839"/>
                  </a:lnTo>
                  <a:lnTo>
                    <a:pt x="36686" y="47839"/>
                  </a:lnTo>
                  <a:lnTo>
                    <a:pt x="36686" y="62597"/>
                  </a:lnTo>
                  <a:lnTo>
                    <a:pt x="28259" y="62597"/>
                  </a:lnTo>
                  <a:lnTo>
                    <a:pt x="28259" y="47839"/>
                  </a:lnTo>
                  <a:lnTo>
                    <a:pt x="0" y="47839"/>
                  </a:lnTo>
                  <a:lnTo>
                    <a:pt x="0" y="39663"/>
                  </a:lnTo>
                  <a:lnTo>
                    <a:pt x="26036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5" name="Group 2844">
            <a:extLst>
              <a:ext uri="{FF2B5EF4-FFF2-40B4-BE49-F238E27FC236}">
                <a16:creationId xmlns:a16="http://schemas.microsoft.com/office/drawing/2014/main" id="{CD25A8EE-063D-52AD-F494-D84D56916316}"/>
              </a:ext>
            </a:extLst>
          </p:cNvPr>
          <p:cNvGrpSpPr/>
          <p:nvPr/>
        </p:nvGrpSpPr>
        <p:grpSpPr>
          <a:xfrm>
            <a:off x="6251577" y="1475297"/>
            <a:ext cx="2183025" cy="1376980"/>
            <a:chOff x="6251577" y="1475297"/>
            <a:chExt cx="2183025" cy="1376980"/>
          </a:xfrm>
        </p:grpSpPr>
        <p:sp>
          <p:nvSpPr>
            <p:cNvPr id="2727" name="Freeform 2726">
              <a:extLst>
                <a:ext uri="{FF2B5EF4-FFF2-40B4-BE49-F238E27FC236}">
                  <a16:creationId xmlns:a16="http://schemas.microsoft.com/office/drawing/2014/main" id="{A124DFB2-A10E-4489-219F-3E0D3C950376}"/>
                </a:ext>
              </a:extLst>
            </p:cNvPr>
            <p:cNvSpPr/>
            <p:nvPr/>
          </p:nvSpPr>
          <p:spPr>
            <a:xfrm>
              <a:off x="6251577" y="2846377"/>
              <a:ext cx="72767" cy="5899"/>
            </a:xfrm>
            <a:custGeom>
              <a:avLst/>
              <a:gdLst>
                <a:gd name="csX0" fmla="*/ 0 w 72767"/>
                <a:gd name="csY0" fmla="*/ 0 h 5899"/>
                <a:gd name="csX1" fmla="*/ 0 w 72767"/>
                <a:gd name="csY1" fmla="*/ 5900 h 5899"/>
                <a:gd name="csX2" fmla="*/ 72768 w 72767"/>
                <a:gd name="csY2" fmla="*/ 5900 h 5899"/>
                <a:gd name="csX3" fmla="*/ 72768 w 72767"/>
                <a:gd name="csY3" fmla="*/ 0 h 5899"/>
                <a:gd name="csX4" fmla="*/ 0 w 72767"/>
                <a:gd name="csY4" fmla="*/ 0 h 5899"/>
                <a:gd name="csX5" fmla="*/ 0 w 72767"/>
                <a:gd name="csY5" fmla="*/ 0 h 5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5899">
                  <a:moveTo>
                    <a:pt x="0" y="0"/>
                  </a:moveTo>
                  <a:lnTo>
                    <a:pt x="0" y="5900"/>
                  </a:lnTo>
                  <a:lnTo>
                    <a:pt x="72768" y="5900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8" name="Freeform 2727">
              <a:extLst>
                <a:ext uri="{FF2B5EF4-FFF2-40B4-BE49-F238E27FC236}">
                  <a16:creationId xmlns:a16="http://schemas.microsoft.com/office/drawing/2014/main" id="{5553569C-07BA-E70A-23E1-F5A0B4355FBE}"/>
                </a:ext>
              </a:extLst>
            </p:cNvPr>
            <p:cNvSpPr/>
            <p:nvPr/>
          </p:nvSpPr>
          <p:spPr>
            <a:xfrm>
              <a:off x="6251577" y="2846377"/>
              <a:ext cx="72767" cy="5899"/>
            </a:xfrm>
            <a:custGeom>
              <a:avLst/>
              <a:gdLst>
                <a:gd name="csX0" fmla="*/ 0 w 72767"/>
                <a:gd name="csY0" fmla="*/ 0 h 5899"/>
                <a:gd name="csX1" fmla="*/ 0 w 72767"/>
                <a:gd name="csY1" fmla="*/ 5900 h 5899"/>
                <a:gd name="csX2" fmla="*/ 72768 w 72767"/>
                <a:gd name="csY2" fmla="*/ 5900 h 5899"/>
                <a:gd name="csX3" fmla="*/ 72768 w 72767"/>
                <a:gd name="csY3" fmla="*/ 0 h 5899"/>
                <a:gd name="csX4" fmla="*/ 0 w 72767"/>
                <a:gd name="csY4" fmla="*/ 0 h 5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5899">
                  <a:moveTo>
                    <a:pt x="0" y="0"/>
                  </a:moveTo>
                  <a:lnTo>
                    <a:pt x="0" y="5900"/>
                  </a:lnTo>
                  <a:lnTo>
                    <a:pt x="72768" y="5900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9" name="Freeform 2728">
              <a:extLst>
                <a:ext uri="{FF2B5EF4-FFF2-40B4-BE49-F238E27FC236}">
                  <a16:creationId xmlns:a16="http://schemas.microsoft.com/office/drawing/2014/main" id="{D7DF3349-9E66-63EE-C380-05CDF4C2A08D}"/>
                </a:ext>
              </a:extLst>
            </p:cNvPr>
            <p:cNvSpPr/>
            <p:nvPr/>
          </p:nvSpPr>
          <p:spPr>
            <a:xfrm>
              <a:off x="6324344" y="2824239"/>
              <a:ext cx="72767" cy="28038"/>
            </a:xfrm>
            <a:custGeom>
              <a:avLst/>
              <a:gdLst>
                <a:gd name="csX0" fmla="*/ 0 w 72767"/>
                <a:gd name="csY0" fmla="*/ 0 h 28038"/>
                <a:gd name="csX1" fmla="*/ 0 w 72767"/>
                <a:gd name="csY1" fmla="*/ 28038 h 28038"/>
                <a:gd name="csX2" fmla="*/ 72768 w 72767"/>
                <a:gd name="csY2" fmla="*/ 28038 h 28038"/>
                <a:gd name="csX3" fmla="*/ 72768 w 72767"/>
                <a:gd name="csY3" fmla="*/ 0 h 28038"/>
                <a:gd name="csX4" fmla="*/ 0 w 72767"/>
                <a:gd name="csY4" fmla="*/ 0 h 28038"/>
                <a:gd name="csX5" fmla="*/ 0 w 72767"/>
                <a:gd name="csY5" fmla="*/ 0 h 2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28038">
                  <a:moveTo>
                    <a:pt x="0" y="0"/>
                  </a:moveTo>
                  <a:lnTo>
                    <a:pt x="0" y="28038"/>
                  </a:lnTo>
                  <a:lnTo>
                    <a:pt x="72768" y="28038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0" name="Freeform 2729">
              <a:extLst>
                <a:ext uri="{FF2B5EF4-FFF2-40B4-BE49-F238E27FC236}">
                  <a16:creationId xmlns:a16="http://schemas.microsoft.com/office/drawing/2014/main" id="{52DFFF39-E3C7-600B-70E9-A243B0ACCED3}"/>
                </a:ext>
              </a:extLst>
            </p:cNvPr>
            <p:cNvSpPr/>
            <p:nvPr/>
          </p:nvSpPr>
          <p:spPr>
            <a:xfrm>
              <a:off x="6324344" y="2824239"/>
              <a:ext cx="72767" cy="28038"/>
            </a:xfrm>
            <a:custGeom>
              <a:avLst/>
              <a:gdLst>
                <a:gd name="csX0" fmla="*/ 0 w 72767"/>
                <a:gd name="csY0" fmla="*/ 0 h 28038"/>
                <a:gd name="csX1" fmla="*/ 0 w 72767"/>
                <a:gd name="csY1" fmla="*/ 28038 h 28038"/>
                <a:gd name="csX2" fmla="*/ 72768 w 72767"/>
                <a:gd name="csY2" fmla="*/ 28038 h 28038"/>
                <a:gd name="csX3" fmla="*/ 72768 w 72767"/>
                <a:gd name="csY3" fmla="*/ 0 h 28038"/>
                <a:gd name="csX4" fmla="*/ 0 w 72767"/>
                <a:gd name="csY4" fmla="*/ 0 h 28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28038">
                  <a:moveTo>
                    <a:pt x="0" y="0"/>
                  </a:moveTo>
                  <a:lnTo>
                    <a:pt x="0" y="28038"/>
                  </a:lnTo>
                  <a:lnTo>
                    <a:pt x="72768" y="28038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1" name="Freeform 2730">
              <a:extLst>
                <a:ext uri="{FF2B5EF4-FFF2-40B4-BE49-F238E27FC236}">
                  <a16:creationId xmlns:a16="http://schemas.microsoft.com/office/drawing/2014/main" id="{D7B23E91-B83E-22B2-9EB3-5F5E43423E2E}"/>
                </a:ext>
              </a:extLst>
            </p:cNvPr>
            <p:cNvSpPr/>
            <p:nvPr/>
          </p:nvSpPr>
          <p:spPr>
            <a:xfrm>
              <a:off x="6397112" y="2808486"/>
              <a:ext cx="72767" cy="43790"/>
            </a:xfrm>
            <a:custGeom>
              <a:avLst/>
              <a:gdLst>
                <a:gd name="csX0" fmla="*/ 0 w 72767"/>
                <a:gd name="csY0" fmla="*/ 0 h 43790"/>
                <a:gd name="csX1" fmla="*/ 0 w 72767"/>
                <a:gd name="csY1" fmla="*/ 43791 h 43790"/>
                <a:gd name="csX2" fmla="*/ 72768 w 72767"/>
                <a:gd name="csY2" fmla="*/ 43791 h 43790"/>
                <a:gd name="csX3" fmla="*/ 72768 w 72767"/>
                <a:gd name="csY3" fmla="*/ 0 h 43790"/>
                <a:gd name="csX4" fmla="*/ 0 w 72767"/>
                <a:gd name="csY4" fmla="*/ 0 h 43790"/>
                <a:gd name="csX5" fmla="*/ 0 w 72767"/>
                <a:gd name="csY5" fmla="*/ 0 h 43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43790">
                  <a:moveTo>
                    <a:pt x="0" y="0"/>
                  </a:moveTo>
                  <a:lnTo>
                    <a:pt x="0" y="43791"/>
                  </a:lnTo>
                  <a:lnTo>
                    <a:pt x="72768" y="43791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2" name="Freeform 2731">
              <a:extLst>
                <a:ext uri="{FF2B5EF4-FFF2-40B4-BE49-F238E27FC236}">
                  <a16:creationId xmlns:a16="http://schemas.microsoft.com/office/drawing/2014/main" id="{E7BE6EB0-9B5F-8DF5-8C0C-8EAE3B5612DB}"/>
                </a:ext>
              </a:extLst>
            </p:cNvPr>
            <p:cNvSpPr/>
            <p:nvPr/>
          </p:nvSpPr>
          <p:spPr>
            <a:xfrm>
              <a:off x="6397112" y="2808486"/>
              <a:ext cx="72767" cy="43790"/>
            </a:xfrm>
            <a:custGeom>
              <a:avLst/>
              <a:gdLst>
                <a:gd name="csX0" fmla="*/ 0 w 72767"/>
                <a:gd name="csY0" fmla="*/ 0 h 43790"/>
                <a:gd name="csX1" fmla="*/ 0 w 72767"/>
                <a:gd name="csY1" fmla="*/ 43791 h 43790"/>
                <a:gd name="csX2" fmla="*/ 72768 w 72767"/>
                <a:gd name="csY2" fmla="*/ 43791 h 43790"/>
                <a:gd name="csX3" fmla="*/ 72768 w 72767"/>
                <a:gd name="csY3" fmla="*/ 0 h 43790"/>
                <a:gd name="csX4" fmla="*/ 0 w 72767"/>
                <a:gd name="csY4" fmla="*/ 0 h 43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43790">
                  <a:moveTo>
                    <a:pt x="0" y="0"/>
                  </a:moveTo>
                  <a:lnTo>
                    <a:pt x="0" y="43791"/>
                  </a:lnTo>
                  <a:lnTo>
                    <a:pt x="72768" y="43791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3" name="Freeform 2732">
              <a:extLst>
                <a:ext uri="{FF2B5EF4-FFF2-40B4-BE49-F238E27FC236}">
                  <a16:creationId xmlns:a16="http://schemas.microsoft.com/office/drawing/2014/main" id="{42504EC4-9FA8-876C-5B5E-FE79010F79B1}"/>
                </a:ext>
              </a:extLst>
            </p:cNvPr>
            <p:cNvSpPr/>
            <p:nvPr/>
          </p:nvSpPr>
          <p:spPr>
            <a:xfrm>
              <a:off x="6469880" y="2766341"/>
              <a:ext cx="72766" cy="85936"/>
            </a:xfrm>
            <a:custGeom>
              <a:avLst/>
              <a:gdLst>
                <a:gd name="csX0" fmla="*/ 0 w 72766"/>
                <a:gd name="csY0" fmla="*/ 0 h 85936"/>
                <a:gd name="csX1" fmla="*/ 0 w 72766"/>
                <a:gd name="csY1" fmla="*/ 85936 h 85936"/>
                <a:gd name="csX2" fmla="*/ 72767 w 72766"/>
                <a:gd name="csY2" fmla="*/ 85936 h 85936"/>
                <a:gd name="csX3" fmla="*/ 72767 w 72766"/>
                <a:gd name="csY3" fmla="*/ 0 h 85936"/>
                <a:gd name="csX4" fmla="*/ 0 w 72766"/>
                <a:gd name="csY4" fmla="*/ 0 h 85936"/>
                <a:gd name="csX5" fmla="*/ 0 w 72766"/>
                <a:gd name="csY5" fmla="*/ 0 h 85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6" h="85936">
                  <a:moveTo>
                    <a:pt x="0" y="0"/>
                  </a:moveTo>
                  <a:lnTo>
                    <a:pt x="0" y="85936"/>
                  </a:lnTo>
                  <a:lnTo>
                    <a:pt x="72767" y="85936"/>
                  </a:lnTo>
                  <a:lnTo>
                    <a:pt x="727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4" name="Freeform 2733">
              <a:extLst>
                <a:ext uri="{FF2B5EF4-FFF2-40B4-BE49-F238E27FC236}">
                  <a16:creationId xmlns:a16="http://schemas.microsoft.com/office/drawing/2014/main" id="{2885B66E-3B90-C45E-CB92-DE2645361125}"/>
                </a:ext>
              </a:extLst>
            </p:cNvPr>
            <p:cNvSpPr/>
            <p:nvPr/>
          </p:nvSpPr>
          <p:spPr>
            <a:xfrm>
              <a:off x="6469880" y="2766341"/>
              <a:ext cx="72766" cy="85936"/>
            </a:xfrm>
            <a:custGeom>
              <a:avLst/>
              <a:gdLst>
                <a:gd name="csX0" fmla="*/ 0 w 72766"/>
                <a:gd name="csY0" fmla="*/ 0 h 85936"/>
                <a:gd name="csX1" fmla="*/ 0 w 72766"/>
                <a:gd name="csY1" fmla="*/ 85936 h 85936"/>
                <a:gd name="csX2" fmla="*/ 72767 w 72766"/>
                <a:gd name="csY2" fmla="*/ 85936 h 85936"/>
                <a:gd name="csX3" fmla="*/ 72767 w 72766"/>
                <a:gd name="csY3" fmla="*/ 0 h 85936"/>
                <a:gd name="csX4" fmla="*/ 0 w 72766"/>
                <a:gd name="csY4" fmla="*/ 0 h 85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6" h="85936">
                  <a:moveTo>
                    <a:pt x="0" y="0"/>
                  </a:moveTo>
                  <a:lnTo>
                    <a:pt x="0" y="85936"/>
                  </a:lnTo>
                  <a:lnTo>
                    <a:pt x="72767" y="85936"/>
                  </a:lnTo>
                  <a:lnTo>
                    <a:pt x="7276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5" name="Freeform 2734">
              <a:extLst>
                <a:ext uri="{FF2B5EF4-FFF2-40B4-BE49-F238E27FC236}">
                  <a16:creationId xmlns:a16="http://schemas.microsoft.com/office/drawing/2014/main" id="{CF2D2E0C-0C6C-A84B-5435-DB2188F7640F}"/>
                </a:ext>
              </a:extLst>
            </p:cNvPr>
            <p:cNvSpPr/>
            <p:nvPr/>
          </p:nvSpPr>
          <p:spPr>
            <a:xfrm>
              <a:off x="6542646" y="2713535"/>
              <a:ext cx="72767" cy="138741"/>
            </a:xfrm>
            <a:custGeom>
              <a:avLst/>
              <a:gdLst>
                <a:gd name="csX0" fmla="*/ 0 w 72767"/>
                <a:gd name="csY0" fmla="*/ 0 h 138741"/>
                <a:gd name="csX1" fmla="*/ 0 w 72767"/>
                <a:gd name="csY1" fmla="*/ 138742 h 138741"/>
                <a:gd name="csX2" fmla="*/ 72768 w 72767"/>
                <a:gd name="csY2" fmla="*/ 138742 h 138741"/>
                <a:gd name="csX3" fmla="*/ 72768 w 72767"/>
                <a:gd name="csY3" fmla="*/ 0 h 138741"/>
                <a:gd name="csX4" fmla="*/ 0 w 72767"/>
                <a:gd name="csY4" fmla="*/ 0 h 138741"/>
                <a:gd name="csX5" fmla="*/ 0 w 72767"/>
                <a:gd name="csY5" fmla="*/ 0 h 138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138741">
                  <a:moveTo>
                    <a:pt x="0" y="0"/>
                  </a:moveTo>
                  <a:lnTo>
                    <a:pt x="0" y="138742"/>
                  </a:lnTo>
                  <a:lnTo>
                    <a:pt x="72768" y="138742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6" name="Freeform 2735">
              <a:extLst>
                <a:ext uri="{FF2B5EF4-FFF2-40B4-BE49-F238E27FC236}">
                  <a16:creationId xmlns:a16="http://schemas.microsoft.com/office/drawing/2014/main" id="{EB387989-C65F-1E37-F0E0-6A47F8227F23}"/>
                </a:ext>
              </a:extLst>
            </p:cNvPr>
            <p:cNvSpPr/>
            <p:nvPr/>
          </p:nvSpPr>
          <p:spPr>
            <a:xfrm>
              <a:off x="6542646" y="2713535"/>
              <a:ext cx="72767" cy="138741"/>
            </a:xfrm>
            <a:custGeom>
              <a:avLst/>
              <a:gdLst>
                <a:gd name="csX0" fmla="*/ 0 w 72767"/>
                <a:gd name="csY0" fmla="*/ 0 h 138741"/>
                <a:gd name="csX1" fmla="*/ 0 w 72767"/>
                <a:gd name="csY1" fmla="*/ 138742 h 138741"/>
                <a:gd name="csX2" fmla="*/ 72768 w 72767"/>
                <a:gd name="csY2" fmla="*/ 138742 h 138741"/>
                <a:gd name="csX3" fmla="*/ 72768 w 72767"/>
                <a:gd name="csY3" fmla="*/ 0 h 138741"/>
                <a:gd name="csX4" fmla="*/ 0 w 72767"/>
                <a:gd name="csY4" fmla="*/ 0 h 138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138741">
                  <a:moveTo>
                    <a:pt x="0" y="0"/>
                  </a:moveTo>
                  <a:lnTo>
                    <a:pt x="0" y="138742"/>
                  </a:lnTo>
                  <a:lnTo>
                    <a:pt x="72768" y="138742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7" name="Freeform 2736">
              <a:extLst>
                <a:ext uri="{FF2B5EF4-FFF2-40B4-BE49-F238E27FC236}">
                  <a16:creationId xmlns:a16="http://schemas.microsoft.com/office/drawing/2014/main" id="{0117864A-7C3D-B357-DBD8-7A8319F9340F}"/>
                </a:ext>
              </a:extLst>
            </p:cNvPr>
            <p:cNvSpPr/>
            <p:nvPr/>
          </p:nvSpPr>
          <p:spPr>
            <a:xfrm>
              <a:off x="6615414" y="2628924"/>
              <a:ext cx="72767" cy="223352"/>
            </a:xfrm>
            <a:custGeom>
              <a:avLst/>
              <a:gdLst>
                <a:gd name="csX0" fmla="*/ 0 w 72767"/>
                <a:gd name="csY0" fmla="*/ 0 h 223352"/>
                <a:gd name="csX1" fmla="*/ 0 w 72767"/>
                <a:gd name="csY1" fmla="*/ 223353 h 223352"/>
                <a:gd name="csX2" fmla="*/ 72768 w 72767"/>
                <a:gd name="csY2" fmla="*/ 223353 h 223352"/>
                <a:gd name="csX3" fmla="*/ 72768 w 72767"/>
                <a:gd name="csY3" fmla="*/ 0 h 223352"/>
                <a:gd name="csX4" fmla="*/ 0 w 72767"/>
                <a:gd name="csY4" fmla="*/ 0 h 223352"/>
                <a:gd name="csX5" fmla="*/ 0 w 72767"/>
                <a:gd name="csY5" fmla="*/ 0 h 223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223352">
                  <a:moveTo>
                    <a:pt x="0" y="0"/>
                  </a:moveTo>
                  <a:lnTo>
                    <a:pt x="0" y="223353"/>
                  </a:lnTo>
                  <a:lnTo>
                    <a:pt x="72768" y="223353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8" name="Freeform 2737">
              <a:extLst>
                <a:ext uri="{FF2B5EF4-FFF2-40B4-BE49-F238E27FC236}">
                  <a16:creationId xmlns:a16="http://schemas.microsoft.com/office/drawing/2014/main" id="{D43A0366-DFF6-1814-1B79-06E6605EF7B9}"/>
                </a:ext>
              </a:extLst>
            </p:cNvPr>
            <p:cNvSpPr/>
            <p:nvPr/>
          </p:nvSpPr>
          <p:spPr>
            <a:xfrm>
              <a:off x="6615414" y="2628924"/>
              <a:ext cx="72767" cy="223352"/>
            </a:xfrm>
            <a:custGeom>
              <a:avLst/>
              <a:gdLst>
                <a:gd name="csX0" fmla="*/ 0 w 72767"/>
                <a:gd name="csY0" fmla="*/ 0 h 223352"/>
                <a:gd name="csX1" fmla="*/ 0 w 72767"/>
                <a:gd name="csY1" fmla="*/ 223353 h 223352"/>
                <a:gd name="csX2" fmla="*/ 72768 w 72767"/>
                <a:gd name="csY2" fmla="*/ 223353 h 223352"/>
                <a:gd name="csX3" fmla="*/ 72768 w 72767"/>
                <a:gd name="csY3" fmla="*/ 0 h 223352"/>
                <a:gd name="csX4" fmla="*/ 0 w 72767"/>
                <a:gd name="csY4" fmla="*/ 0 h 223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223352">
                  <a:moveTo>
                    <a:pt x="0" y="0"/>
                  </a:moveTo>
                  <a:lnTo>
                    <a:pt x="0" y="223353"/>
                  </a:lnTo>
                  <a:lnTo>
                    <a:pt x="72768" y="223353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9" name="Freeform 2738">
              <a:extLst>
                <a:ext uri="{FF2B5EF4-FFF2-40B4-BE49-F238E27FC236}">
                  <a16:creationId xmlns:a16="http://schemas.microsoft.com/office/drawing/2014/main" id="{2D82C672-BEE7-27C5-33A5-2C63CFAB512A}"/>
                </a:ext>
              </a:extLst>
            </p:cNvPr>
            <p:cNvSpPr/>
            <p:nvPr/>
          </p:nvSpPr>
          <p:spPr>
            <a:xfrm>
              <a:off x="6688182" y="2523633"/>
              <a:ext cx="72767" cy="328643"/>
            </a:xfrm>
            <a:custGeom>
              <a:avLst/>
              <a:gdLst>
                <a:gd name="csX0" fmla="*/ 0 w 72767"/>
                <a:gd name="csY0" fmla="*/ 0 h 328643"/>
                <a:gd name="csX1" fmla="*/ 0 w 72767"/>
                <a:gd name="csY1" fmla="*/ 328643 h 328643"/>
                <a:gd name="csX2" fmla="*/ 72768 w 72767"/>
                <a:gd name="csY2" fmla="*/ 328643 h 328643"/>
                <a:gd name="csX3" fmla="*/ 72768 w 72767"/>
                <a:gd name="csY3" fmla="*/ 0 h 328643"/>
                <a:gd name="csX4" fmla="*/ 0 w 72767"/>
                <a:gd name="csY4" fmla="*/ 0 h 328643"/>
                <a:gd name="csX5" fmla="*/ 0 w 72767"/>
                <a:gd name="csY5" fmla="*/ 0 h 328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328643">
                  <a:moveTo>
                    <a:pt x="0" y="0"/>
                  </a:moveTo>
                  <a:lnTo>
                    <a:pt x="0" y="328643"/>
                  </a:lnTo>
                  <a:lnTo>
                    <a:pt x="72768" y="328643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0" name="Freeform 2739">
              <a:extLst>
                <a:ext uri="{FF2B5EF4-FFF2-40B4-BE49-F238E27FC236}">
                  <a16:creationId xmlns:a16="http://schemas.microsoft.com/office/drawing/2014/main" id="{632A36AD-0D5C-48AB-FB26-D2F032FCCE55}"/>
                </a:ext>
              </a:extLst>
            </p:cNvPr>
            <p:cNvSpPr/>
            <p:nvPr/>
          </p:nvSpPr>
          <p:spPr>
            <a:xfrm>
              <a:off x="6688182" y="2523633"/>
              <a:ext cx="72767" cy="328643"/>
            </a:xfrm>
            <a:custGeom>
              <a:avLst/>
              <a:gdLst>
                <a:gd name="csX0" fmla="*/ 0 w 72767"/>
                <a:gd name="csY0" fmla="*/ 0 h 328643"/>
                <a:gd name="csX1" fmla="*/ 0 w 72767"/>
                <a:gd name="csY1" fmla="*/ 328643 h 328643"/>
                <a:gd name="csX2" fmla="*/ 72768 w 72767"/>
                <a:gd name="csY2" fmla="*/ 328643 h 328643"/>
                <a:gd name="csX3" fmla="*/ 72768 w 72767"/>
                <a:gd name="csY3" fmla="*/ 0 h 328643"/>
                <a:gd name="csX4" fmla="*/ 0 w 72767"/>
                <a:gd name="csY4" fmla="*/ 0 h 328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328643">
                  <a:moveTo>
                    <a:pt x="0" y="0"/>
                  </a:moveTo>
                  <a:lnTo>
                    <a:pt x="0" y="328643"/>
                  </a:lnTo>
                  <a:lnTo>
                    <a:pt x="72768" y="328643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1" name="Freeform 2740">
              <a:extLst>
                <a:ext uri="{FF2B5EF4-FFF2-40B4-BE49-F238E27FC236}">
                  <a16:creationId xmlns:a16="http://schemas.microsoft.com/office/drawing/2014/main" id="{966267D8-DC15-3C9A-F90B-658BD5503FEA}"/>
                </a:ext>
              </a:extLst>
            </p:cNvPr>
            <p:cNvSpPr/>
            <p:nvPr/>
          </p:nvSpPr>
          <p:spPr>
            <a:xfrm>
              <a:off x="6760950" y="2385227"/>
              <a:ext cx="72767" cy="467049"/>
            </a:xfrm>
            <a:custGeom>
              <a:avLst/>
              <a:gdLst>
                <a:gd name="csX0" fmla="*/ 0 w 72767"/>
                <a:gd name="csY0" fmla="*/ 0 h 467049"/>
                <a:gd name="csX1" fmla="*/ 0 w 72767"/>
                <a:gd name="csY1" fmla="*/ 467050 h 467049"/>
                <a:gd name="csX2" fmla="*/ 72768 w 72767"/>
                <a:gd name="csY2" fmla="*/ 467050 h 467049"/>
                <a:gd name="csX3" fmla="*/ 72768 w 72767"/>
                <a:gd name="csY3" fmla="*/ 0 h 467049"/>
                <a:gd name="csX4" fmla="*/ 0 w 72767"/>
                <a:gd name="csY4" fmla="*/ 0 h 467049"/>
                <a:gd name="csX5" fmla="*/ 0 w 72767"/>
                <a:gd name="csY5" fmla="*/ 0 h 467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467049">
                  <a:moveTo>
                    <a:pt x="0" y="0"/>
                  </a:moveTo>
                  <a:lnTo>
                    <a:pt x="0" y="467050"/>
                  </a:lnTo>
                  <a:lnTo>
                    <a:pt x="72768" y="467050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2" name="Freeform 2741">
              <a:extLst>
                <a:ext uri="{FF2B5EF4-FFF2-40B4-BE49-F238E27FC236}">
                  <a16:creationId xmlns:a16="http://schemas.microsoft.com/office/drawing/2014/main" id="{80914324-23C5-F511-6095-5D7F26B82159}"/>
                </a:ext>
              </a:extLst>
            </p:cNvPr>
            <p:cNvSpPr/>
            <p:nvPr/>
          </p:nvSpPr>
          <p:spPr>
            <a:xfrm>
              <a:off x="6760950" y="2385227"/>
              <a:ext cx="72767" cy="467049"/>
            </a:xfrm>
            <a:custGeom>
              <a:avLst/>
              <a:gdLst>
                <a:gd name="csX0" fmla="*/ 0 w 72767"/>
                <a:gd name="csY0" fmla="*/ 0 h 467049"/>
                <a:gd name="csX1" fmla="*/ 0 w 72767"/>
                <a:gd name="csY1" fmla="*/ 467050 h 467049"/>
                <a:gd name="csX2" fmla="*/ 72768 w 72767"/>
                <a:gd name="csY2" fmla="*/ 467050 h 467049"/>
                <a:gd name="csX3" fmla="*/ 72768 w 72767"/>
                <a:gd name="csY3" fmla="*/ 0 h 467049"/>
                <a:gd name="csX4" fmla="*/ 0 w 72767"/>
                <a:gd name="csY4" fmla="*/ 0 h 467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467049">
                  <a:moveTo>
                    <a:pt x="0" y="0"/>
                  </a:moveTo>
                  <a:lnTo>
                    <a:pt x="0" y="467050"/>
                  </a:lnTo>
                  <a:lnTo>
                    <a:pt x="72768" y="467050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3" name="Freeform 2742">
              <a:extLst>
                <a:ext uri="{FF2B5EF4-FFF2-40B4-BE49-F238E27FC236}">
                  <a16:creationId xmlns:a16="http://schemas.microsoft.com/office/drawing/2014/main" id="{339B6046-561F-1355-CFC0-82651D44B94E}"/>
                </a:ext>
              </a:extLst>
            </p:cNvPr>
            <p:cNvSpPr/>
            <p:nvPr/>
          </p:nvSpPr>
          <p:spPr>
            <a:xfrm>
              <a:off x="6833717" y="2219267"/>
              <a:ext cx="72767" cy="633009"/>
            </a:xfrm>
            <a:custGeom>
              <a:avLst/>
              <a:gdLst>
                <a:gd name="csX0" fmla="*/ 0 w 72767"/>
                <a:gd name="csY0" fmla="*/ 0 h 633009"/>
                <a:gd name="csX1" fmla="*/ 0 w 72767"/>
                <a:gd name="csY1" fmla="*/ 633010 h 633009"/>
                <a:gd name="csX2" fmla="*/ 72768 w 72767"/>
                <a:gd name="csY2" fmla="*/ 633010 h 633009"/>
                <a:gd name="csX3" fmla="*/ 72768 w 72767"/>
                <a:gd name="csY3" fmla="*/ 0 h 633009"/>
                <a:gd name="csX4" fmla="*/ 0 w 72767"/>
                <a:gd name="csY4" fmla="*/ 0 h 633009"/>
                <a:gd name="csX5" fmla="*/ 0 w 72767"/>
                <a:gd name="csY5" fmla="*/ 0 h 633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633009">
                  <a:moveTo>
                    <a:pt x="0" y="0"/>
                  </a:moveTo>
                  <a:lnTo>
                    <a:pt x="0" y="633010"/>
                  </a:lnTo>
                  <a:lnTo>
                    <a:pt x="72768" y="633010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4" name="Freeform 2743">
              <a:extLst>
                <a:ext uri="{FF2B5EF4-FFF2-40B4-BE49-F238E27FC236}">
                  <a16:creationId xmlns:a16="http://schemas.microsoft.com/office/drawing/2014/main" id="{83661075-A006-7EA3-3D2E-9781DB5E4E66}"/>
                </a:ext>
              </a:extLst>
            </p:cNvPr>
            <p:cNvSpPr/>
            <p:nvPr/>
          </p:nvSpPr>
          <p:spPr>
            <a:xfrm>
              <a:off x="6833717" y="2219267"/>
              <a:ext cx="72767" cy="633009"/>
            </a:xfrm>
            <a:custGeom>
              <a:avLst/>
              <a:gdLst>
                <a:gd name="csX0" fmla="*/ 0 w 72767"/>
                <a:gd name="csY0" fmla="*/ 0 h 633009"/>
                <a:gd name="csX1" fmla="*/ 0 w 72767"/>
                <a:gd name="csY1" fmla="*/ 633010 h 633009"/>
                <a:gd name="csX2" fmla="*/ 72768 w 72767"/>
                <a:gd name="csY2" fmla="*/ 633010 h 633009"/>
                <a:gd name="csX3" fmla="*/ 72768 w 72767"/>
                <a:gd name="csY3" fmla="*/ 0 h 633009"/>
                <a:gd name="csX4" fmla="*/ 0 w 72767"/>
                <a:gd name="csY4" fmla="*/ 0 h 633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633009">
                  <a:moveTo>
                    <a:pt x="0" y="0"/>
                  </a:moveTo>
                  <a:lnTo>
                    <a:pt x="0" y="633010"/>
                  </a:lnTo>
                  <a:lnTo>
                    <a:pt x="72768" y="633010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5" name="Freeform 2744">
              <a:extLst>
                <a:ext uri="{FF2B5EF4-FFF2-40B4-BE49-F238E27FC236}">
                  <a16:creationId xmlns:a16="http://schemas.microsoft.com/office/drawing/2014/main" id="{1988014A-E63A-EC25-AB22-C8CD02956981}"/>
                </a:ext>
              </a:extLst>
            </p:cNvPr>
            <p:cNvSpPr/>
            <p:nvPr/>
          </p:nvSpPr>
          <p:spPr>
            <a:xfrm>
              <a:off x="6906485" y="2008045"/>
              <a:ext cx="72767" cy="844231"/>
            </a:xfrm>
            <a:custGeom>
              <a:avLst/>
              <a:gdLst>
                <a:gd name="csX0" fmla="*/ 0 w 72767"/>
                <a:gd name="csY0" fmla="*/ 0 h 844231"/>
                <a:gd name="csX1" fmla="*/ 0 w 72767"/>
                <a:gd name="csY1" fmla="*/ 844231 h 844231"/>
                <a:gd name="csX2" fmla="*/ 72768 w 72767"/>
                <a:gd name="csY2" fmla="*/ 844231 h 844231"/>
                <a:gd name="csX3" fmla="*/ 72768 w 72767"/>
                <a:gd name="csY3" fmla="*/ 0 h 844231"/>
                <a:gd name="csX4" fmla="*/ 0 w 72767"/>
                <a:gd name="csY4" fmla="*/ 0 h 844231"/>
                <a:gd name="csX5" fmla="*/ 0 w 72767"/>
                <a:gd name="csY5" fmla="*/ 0 h 844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7" h="844231">
                  <a:moveTo>
                    <a:pt x="0" y="0"/>
                  </a:moveTo>
                  <a:lnTo>
                    <a:pt x="0" y="844231"/>
                  </a:lnTo>
                  <a:lnTo>
                    <a:pt x="72768" y="844231"/>
                  </a:lnTo>
                  <a:lnTo>
                    <a:pt x="727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6" name="Freeform 2745">
              <a:extLst>
                <a:ext uri="{FF2B5EF4-FFF2-40B4-BE49-F238E27FC236}">
                  <a16:creationId xmlns:a16="http://schemas.microsoft.com/office/drawing/2014/main" id="{54A5DE2B-F04B-EDCF-3ECA-5D2052137C17}"/>
                </a:ext>
              </a:extLst>
            </p:cNvPr>
            <p:cNvSpPr/>
            <p:nvPr/>
          </p:nvSpPr>
          <p:spPr>
            <a:xfrm>
              <a:off x="6906485" y="2008045"/>
              <a:ext cx="72767" cy="844231"/>
            </a:xfrm>
            <a:custGeom>
              <a:avLst/>
              <a:gdLst>
                <a:gd name="csX0" fmla="*/ 0 w 72767"/>
                <a:gd name="csY0" fmla="*/ 0 h 844231"/>
                <a:gd name="csX1" fmla="*/ 0 w 72767"/>
                <a:gd name="csY1" fmla="*/ 844231 h 844231"/>
                <a:gd name="csX2" fmla="*/ 72768 w 72767"/>
                <a:gd name="csY2" fmla="*/ 844231 h 844231"/>
                <a:gd name="csX3" fmla="*/ 72768 w 72767"/>
                <a:gd name="csY3" fmla="*/ 0 h 844231"/>
                <a:gd name="csX4" fmla="*/ 0 w 72767"/>
                <a:gd name="csY4" fmla="*/ 0 h 844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7" h="844231">
                  <a:moveTo>
                    <a:pt x="0" y="0"/>
                  </a:moveTo>
                  <a:lnTo>
                    <a:pt x="0" y="844231"/>
                  </a:lnTo>
                  <a:lnTo>
                    <a:pt x="72768" y="844231"/>
                  </a:lnTo>
                  <a:lnTo>
                    <a:pt x="727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7" name="Freeform 2746">
              <a:extLst>
                <a:ext uri="{FF2B5EF4-FFF2-40B4-BE49-F238E27FC236}">
                  <a16:creationId xmlns:a16="http://schemas.microsoft.com/office/drawing/2014/main" id="{5D8507C1-41FA-6E4A-7BD5-141FAF321794}"/>
                </a:ext>
              </a:extLst>
            </p:cNvPr>
            <p:cNvSpPr/>
            <p:nvPr/>
          </p:nvSpPr>
          <p:spPr>
            <a:xfrm>
              <a:off x="6979253" y="1858648"/>
              <a:ext cx="72766" cy="993628"/>
            </a:xfrm>
            <a:custGeom>
              <a:avLst/>
              <a:gdLst>
                <a:gd name="csX0" fmla="*/ 0 w 72766"/>
                <a:gd name="csY0" fmla="*/ 0 h 993628"/>
                <a:gd name="csX1" fmla="*/ 0 w 72766"/>
                <a:gd name="csY1" fmla="*/ 993628 h 993628"/>
                <a:gd name="csX2" fmla="*/ 72767 w 72766"/>
                <a:gd name="csY2" fmla="*/ 993628 h 993628"/>
                <a:gd name="csX3" fmla="*/ 72767 w 72766"/>
                <a:gd name="csY3" fmla="*/ 0 h 993628"/>
                <a:gd name="csX4" fmla="*/ 0 w 72766"/>
                <a:gd name="csY4" fmla="*/ 0 h 993628"/>
                <a:gd name="csX5" fmla="*/ 0 w 72766"/>
                <a:gd name="csY5" fmla="*/ 0 h 993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6" h="993628">
                  <a:moveTo>
                    <a:pt x="0" y="0"/>
                  </a:moveTo>
                  <a:lnTo>
                    <a:pt x="0" y="993628"/>
                  </a:lnTo>
                  <a:lnTo>
                    <a:pt x="72767" y="993628"/>
                  </a:lnTo>
                  <a:lnTo>
                    <a:pt x="7276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8" name="Freeform 2747">
              <a:extLst>
                <a:ext uri="{FF2B5EF4-FFF2-40B4-BE49-F238E27FC236}">
                  <a16:creationId xmlns:a16="http://schemas.microsoft.com/office/drawing/2014/main" id="{C01EC6FA-1D87-FDB9-D80C-18F5346B69A7}"/>
                </a:ext>
              </a:extLst>
            </p:cNvPr>
            <p:cNvSpPr/>
            <p:nvPr/>
          </p:nvSpPr>
          <p:spPr>
            <a:xfrm>
              <a:off x="6979253" y="1858648"/>
              <a:ext cx="72766" cy="993628"/>
            </a:xfrm>
            <a:custGeom>
              <a:avLst/>
              <a:gdLst>
                <a:gd name="csX0" fmla="*/ 0 w 72766"/>
                <a:gd name="csY0" fmla="*/ 0 h 993628"/>
                <a:gd name="csX1" fmla="*/ 0 w 72766"/>
                <a:gd name="csY1" fmla="*/ 993628 h 993628"/>
                <a:gd name="csX2" fmla="*/ 72767 w 72766"/>
                <a:gd name="csY2" fmla="*/ 993628 h 993628"/>
                <a:gd name="csX3" fmla="*/ 72767 w 72766"/>
                <a:gd name="csY3" fmla="*/ 0 h 993628"/>
                <a:gd name="csX4" fmla="*/ 0 w 72766"/>
                <a:gd name="csY4" fmla="*/ 0 h 993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6" h="993628">
                  <a:moveTo>
                    <a:pt x="0" y="0"/>
                  </a:moveTo>
                  <a:lnTo>
                    <a:pt x="0" y="993628"/>
                  </a:lnTo>
                  <a:lnTo>
                    <a:pt x="72767" y="993628"/>
                  </a:lnTo>
                  <a:lnTo>
                    <a:pt x="7276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9" name="Freeform 2748">
              <a:extLst>
                <a:ext uri="{FF2B5EF4-FFF2-40B4-BE49-F238E27FC236}">
                  <a16:creationId xmlns:a16="http://schemas.microsoft.com/office/drawing/2014/main" id="{340F2872-4FAC-9EA7-B594-53FF64F79421}"/>
                </a:ext>
              </a:extLst>
            </p:cNvPr>
            <p:cNvSpPr/>
            <p:nvPr/>
          </p:nvSpPr>
          <p:spPr>
            <a:xfrm>
              <a:off x="7052019" y="1701380"/>
              <a:ext cx="72770" cy="1150896"/>
            </a:xfrm>
            <a:custGeom>
              <a:avLst/>
              <a:gdLst>
                <a:gd name="csX0" fmla="*/ 0 w 72770"/>
                <a:gd name="csY0" fmla="*/ 0 h 1150896"/>
                <a:gd name="csX1" fmla="*/ 0 w 72770"/>
                <a:gd name="csY1" fmla="*/ 1150897 h 1150896"/>
                <a:gd name="csX2" fmla="*/ 72771 w 72770"/>
                <a:gd name="csY2" fmla="*/ 1150897 h 1150896"/>
                <a:gd name="csX3" fmla="*/ 72771 w 72770"/>
                <a:gd name="csY3" fmla="*/ 0 h 1150896"/>
                <a:gd name="csX4" fmla="*/ 0 w 72770"/>
                <a:gd name="csY4" fmla="*/ 0 h 1150896"/>
                <a:gd name="csX5" fmla="*/ 0 w 72770"/>
                <a:gd name="csY5" fmla="*/ 0 h 1150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150896">
                  <a:moveTo>
                    <a:pt x="0" y="0"/>
                  </a:moveTo>
                  <a:lnTo>
                    <a:pt x="0" y="1150897"/>
                  </a:lnTo>
                  <a:lnTo>
                    <a:pt x="72771" y="1150897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0" name="Freeform 2749">
              <a:extLst>
                <a:ext uri="{FF2B5EF4-FFF2-40B4-BE49-F238E27FC236}">
                  <a16:creationId xmlns:a16="http://schemas.microsoft.com/office/drawing/2014/main" id="{33C884FA-8999-7F76-0078-DA0B6C4A6B1F}"/>
                </a:ext>
              </a:extLst>
            </p:cNvPr>
            <p:cNvSpPr/>
            <p:nvPr/>
          </p:nvSpPr>
          <p:spPr>
            <a:xfrm>
              <a:off x="7052019" y="1701380"/>
              <a:ext cx="72770" cy="1150896"/>
            </a:xfrm>
            <a:custGeom>
              <a:avLst/>
              <a:gdLst>
                <a:gd name="csX0" fmla="*/ 0 w 72770"/>
                <a:gd name="csY0" fmla="*/ 0 h 1150896"/>
                <a:gd name="csX1" fmla="*/ 0 w 72770"/>
                <a:gd name="csY1" fmla="*/ 1150897 h 1150896"/>
                <a:gd name="csX2" fmla="*/ 72771 w 72770"/>
                <a:gd name="csY2" fmla="*/ 1150897 h 1150896"/>
                <a:gd name="csX3" fmla="*/ 72771 w 72770"/>
                <a:gd name="csY3" fmla="*/ 0 h 1150896"/>
                <a:gd name="csX4" fmla="*/ 0 w 72770"/>
                <a:gd name="csY4" fmla="*/ 0 h 1150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150896">
                  <a:moveTo>
                    <a:pt x="0" y="0"/>
                  </a:moveTo>
                  <a:lnTo>
                    <a:pt x="0" y="1150897"/>
                  </a:lnTo>
                  <a:lnTo>
                    <a:pt x="72771" y="1150897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1" name="Freeform 2750">
              <a:extLst>
                <a:ext uri="{FF2B5EF4-FFF2-40B4-BE49-F238E27FC236}">
                  <a16:creationId xmlns:a16="http://schemas.microsoft.com/office/drawing/2014/main" id="{D88853BF-0145-D05F-61C2-0942FF776FD8}"/>
                </a:ext>
              </a:extLst>
            </p:cNvPr>
            <p:cNvSpPr/>
            <p:nvPr/>
          </p:nvSpPr>
          <p:spPr>
            <a:xfrm>
              <a:off x="7124790" y="1559691"/>
              <a:ext cx="72760" cy="1292585"/>
            </a:xfrm>
            <a:custGeom>
              <a:avLst/>
              <a:gdLst>
                <a:gd name="csX0" fmla="*/ 0 w 72760"/>
                <a:gd name="csY0" fmla="*/ 0 h 1292585"/>
                <a:gd name="csX1" fmla="*/ 0 w 72760"/>
                <a:gd name="csY1" fmla="*/ 1292586 h 1292585"/>
                <a:gd name="csX2" fmla="*/ 72761 w 72760"/>
                <a:gd name="csY2" fmla="*/ 1292586 h 1292585"/>
                <a:gd name="csX3" fmla="*/ 72761 w 72760"/>
                <a:gd name="csY3" fmla="*/ 0 h 1292585"/>
                <a:gd name="csX4" fmla="*/ 0 w 72760"/>
                <a:gd name="csY4" fmla="*/ 0 h 1292585"/>
                <a:gd name="csX5" fmla="*/ 0 w 72760"/>
                <a:gd name="csY5" fmla="*/ 0 h 1292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1292585">
                  <a:moveTo>
                    <a:pt x="0" y="0"/>
                  </a:moveTo>
                  <a:lnTo>
                    <a:pt x="0" y="1292586"/>
                  </a:lnTo>
                  <a:lnTo>
                    <a:pt x="72761" y="1292586"/>
                  </a:lnTo>
                  <a:lnTo>
                    <a:pt x="727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2" name="Freeform 2751">
              <a:extLst>
                <a:ext uri="{FF2B5EF4-FFF2-40B4-BE49-F238E27FC236}">
                  <a16:creationId xmlns:a16="http://schemas.microsoft.com/office/drawing/2014/main" id="{AA50CF92-00AA-D887-F40A-01FABA8F73A2}"/>
                </a:ext>
              </a:extLst>
            </p:cNvPr>
            <p:cNvSpPr/>
            <p:nvPr/>
          </p:nvSpPr>
          <p:spPr>
            <a:xfrm>
              <a:off x="7124790" y="1559691"/>
              <a:ext cx="72760" cy="1292585"/>
            </a:xfrm>
            <a:custGeom>
              <a:avLst/>
              <a:gdLst>
                <a:gd name="csX0" fmla="*/ 0 w 72760"/>
                <a:gd name="csY0" fmla="*/ 0 h 1292585"/>
                <a:gd name="csX1" fmla="*/ 0 w 72760"/>
                <a:gd name="csY1" fmla="*/ 1292586 h 1292585"/>
                <a:gd name="csX2" fmla="*/ 72761 w 72760"/>
                <a:gd name="csY2" fmla="*/ 1292586 h 1292585"/>
                <a:gd name="csX3" fmla="*/ 72761 w 72760"/>
                <a:gd name="csY3" fmla="*/ 0 h 1292585"/>
                <a:gd name="csX4" fmla="*/ 0 w 72760"/>
                <a:gd name="csY4" fmla="*/ 0 h 1292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1292585">
                  <a:moveTo>
                    <a:pt x="0" y="0"/>
                  </a:moveTo>
                  <a:lnTo>
                    <a:pt x="0" y="1292586"/>
                  </a:lnTo>
                  <a:lnTo>
                    <a:pt x="72761" y="1292586"/>
                  </a:lnTo>
                  <a:lnTo>
                    <a:pt x="7276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3" name="Freeform 2752">
              <a:extLst>
                <a:ext uri="{FF2B5EF4-FFF2-40B4-BE49-F238E27FC236}">
                  <a16:creationId xmlns:a16="http://schemas.microsoft.com/office/drawing/2014/main" id="{BE763251-33C7-0DF0-2DE1-28409A13C748}"/>
                </a:ext>
              </a:extLst>
            </p:cNvPr>
            <p:cNvSpPr/>
            <p:nvPr/>
          </p:nvSpPr>
          <p:spPr>
            <a:xfrm>
              <a:off x="7197551" y="1501966"/>
              <a:ext cx="72770" cy="1350310"/>
            </a:xfrm>
            <a:custGeom>
              <a:avLst/>
              <a:gdLst>
                <a:gd name="csX0" fmla="*/ 0 w 72770"/>
                <a:gd name="csY0" fmla="*/ 0 h 1350310"/>
                <a:gd name="csX1" fmla="*/ 0 w 72770"/>
                <a:gd name="csY1" fmla="*/ 1350311 h 1350310"/>
                <a:gd name="csX2" fmla="*/ 72771 w 72770"/>
                <a:gd name="csY2" fmla="*/ 1350311 h 1350310"/>
                <a:gd name="csX3" fmla="*/ 72771 w 72770"/>
                <a:gd name="csY3" fmla="*/ 0 h 1350310"/>
                <a:gd name="csX4" fmla="*/ 0 w 72770"/>
                <a:gd name="csY4" fmla="*/ 0 h 1350310"/>
                <a:gd name="csX5" fmla="*/ 0 w 72770"/>
                <a:gd name="csY5" fmla="*/ 0 h 135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350310">
                  <a:moveTo>
                    <a:pt x="0" y="0"/>
                  </a:moveTo>
                  <a:lnTo>
                    <a:pt x="0" y="1350311"/>
                  </a:lnTo>
                  <a:lnTo>
                    <a:pt x="72771" y="1350311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4" name="Freeform 2753">
              <a:extLst>
                <a:ext uri="{FF2B5EF4-FFF2-40B4-BE49-F238E27FC236}">
                  <a16:creationId xmlns:a16="http://schemas.microsoft.com/office/drawing/2014/main" id="{0963E185-446D-A0A7-A1A2-A7BA0380DE70}"/>
                </a:ext>
              </a:extLst>
            </p:cNvPr>
            <p:cNvSpPr/>
            <p:nvPr/>
          </p:nvSpPr>
          <p:spPr>
            <a:xfrm>
              <a:off x="7197551" y="1501966"/>
              <a:ext cx="72770" cy="1350310"/>
            </a:xfrm>
            <a:custGeom>
              <a:avLst/>
              <a:gdLst>
                <a:gd name="csX0" fmla="*/ 0 w 72770"/>
                <a:gd name="csY0" fmla="*/ 0 h 1350310"/>
                <a:gd name="csX1" fmla="*/ 0 w 72770"/>
                <a:gd name="csY1" fmla="*/ 1350311 h 1350310"/>
                <a:gd name="csX2" fmla="*/ 72771 w 72770"/>
                <a:gd name="csY2" fmla="*/ 1350311 h 1350310"/>
                <a:gd name="csX3" fmla="*/ 72771 w 72770"/>
                <a:gd name="csY3" fmla="*/ 0 h 1350310"/>
                <a:gd name="csX4" fmla="*/ 0 w 72770"/>
                <a:gd name="csY4" fmla="*/ 0 h 1350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350310">
                  <a:moveTo>
                    <a:pt x="0" y="0"/>
                  </a:moveTo>
                  <a:lnTo>
                    <a:pt x="0" y="1350311"/>
                  </a:lnTo>
                  <a:lnTo>
                    <a:pt x="72771" y="1350311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5" name="Freeform 2754">
              <a:extLst>
                <a:ext uri="{FF2B5EF4-FFF2-40B4-BE49-F238E27FC236}">
                  <a16:creationId xmlns:a16="http://schemas.microsoft.com/office/drawing/2014/main" id="{CC44C3C8-2B6E-AA2F-AEB4-8C8BC10F6943}"/>
                </a:ext>
              </a:extLst>
            </p:cNvPr>
            <p:cNvSpPr/>
            <p:nvPr/>
          </p:nvSpPr>
          <p:spPr>
            <a:xfrm>
              <a:off x="7270321" y="1477367"/>
              <a:ext cx="72770" cy="1374909"/>
            </a:xfrm>
            <a:custGeom>
              <a:avLst/>
              <a:gdLst>
                <a:gd name="csX0" fmla="*/ 0 w 72770"/>
                <a:gd name="csY0" fmla="*/ 0 h 1374909"/>
                <a:gd name="csX1" fmla="*/ 0 w 72770"/>
                <a:gd name="csY1" fmla="*/ 1374910 h 1374909"/>
                <a:gd name="csX2" fmla="*/ 72771 w 72770"/>
                <a:gd name="csY2" fmla="*/ 1374910 h 1374909"/>
                <a:gd name="csX3" fmla="*/ 72771 w 72770"/>
                <a:gd name="csY3" fmla="*/ 0 h 1374909"/>
                <a:gd name="csX4" fmla="*/ 0 w 72770"/>
                <a:gd name="csY4" fmla="*/ 0 h 1374909"/>
                <a:gd name="csX5" fmla="*/ 0 w 72770"/>
                <a:gd name="csY5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374909">
                  <a:moveTo>
                    <a:pt x="0" y="0"/>
                  </a:moveTo>
                  <a:lnTo>
                    <a:pt x="0" y="1374910"/>
                  </a:lnTo>
                  <a:lnTo>
                    <a:pt x="72771" y="1374910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6" name="Freeform 2755">
              <a:extLst>
                <a:ext uri="{FF2B5EF4-FFF2-40B4-BE49-F238E27FC236}">
                  <a16:creationId xmlns:a16="http://schemas.microsoft.com/office/drawing/2014/main" id="{B1D1C14D-33D2-0058-7192-53EE66D2B887}"/>
                </a:ext>
              </a:extLst>
            </p:cNvPr>
            <p:cNvSpPr/>
            <p:nvPr/>
          </p:nvSpPr>
          <p:spPr>
            <a:xfrm>
              <a:off x="7270321" y="1477367"/>
              <a:ext cx="72770" cy="1374909"/>
            </a:xfrm>
            <a:custGeom>
              <a:avLst/>
              <a:gdLst>
                <a:gd name="csX0" fmla="*/ 0 w 72770"/>
                <a:gd name="csY0" fmla="*/ 0 h 1374909"/>
                <a:gd name="csX1" fmla="*/ 0 w 72770"/>
                <a:gd name="csY1" fmla="*/ 1374910 h 1374909"/>
                <a:gd name="csX2" fmla="*/ 72771 w 72770"/>
                <a:gd name="csY2" fmla="*/ 1374910 h 1374909"/>
                <a:gd name="csX3" fmla="*/ 72771 w 72770"/>
                <a:gd name="csY3" fmla="*/ 0 h 1374909"/>
                <a:gd name="csX4" fmla="*/ 0 w 72770"/>
                <a:gd name="csY4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374909">
                  <a:moveTo>
                    <a:pt x="0" y="0"/>
                  </a:moveTo>
                  <a:lnTo>
                    <a:pt x="0" y="1374910"/>
                  </a:lnTo>
                  <a:lnTo>
                    <a:pt x="72771" y="1374910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7" name="Freeform 2756">
              <a:extLst>
                <a:ext uri="{FF2B5EF4-FFF2-40B4-BE49-F238E27FC236}">
                  <a16:creationId xmlns:a16="http://schemas.microsoft.com/office/drawing/2014/main" id="{3FE1A282-F3FE-9E4D-6F70-1DC11635B832}"/>
                </a:ext>
              </a:extLst>
            </p:cNvPr>
            <p:cNvSpPr/>
            <p:nvPr/>
          </p:nvSpPr>
          <p:spPr>
            <a:xfrm>
              <a:off x="7343092" y="1487207"/>
              <a:ext cx="72770" cy="1365070"/>
            </a:xfrm>
            <a:custGeom>
              <a:avLst/>
              <a:gdLst>
                <a:gd name="csX0" fmla="*/ 0 w 72770"/>
                <a:gd name="csY0" fmla="*/ 0 h 1365070"/>
                <a:gd name="csX1" fmla="*/ 0 w 72770"/>
                <a:gd name="csY1" fmla="*/ 1365070 h 1365070"/>
                <a:gd name="csX2" fmla="*/ 72771 w 72770"/>
                <a:gd name="csY2" fmla="*/ 1365070 h 1365070"/>
                <a:gd name="csX3" fmla="*/ 72771 w 72770"/>
                <a:gd name="csY3" fmla="*/ 0 h 1365070"/>
                <a:gd name="csX4" fmla="*/ 0 w 72770"/>
                <a:gd name="csY4" fmla="*/ 0 h 1365070"/>
                <a:gd name="csX5" fmla="*/ 0 w 72770"/>
                <a:gd name="csY5" fmla="*/ 0 h 136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365070">
                  <a:moveTo>
                    <a:pt x="0" y="0"/>
                  </a:moveTo>
                  <a:lnTo>
                    <a:pt x="0" y="1365070"/>
                  </a:lnTo>
                  <a:lnTo>
                    <a:pt x="72771" y="1365070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8" name="Freeform 2757">
              <a:extLst>
                <a:ext uri="{FF2B5EF4-FFF2-40B4-BE49-F238E27FC236}">
                  <a16:creationId xmlns:a16="http://schemas.microsoft.com/office/drawing/2014/main" id="{1393DC3D-E928-F0A6-6478-6859719CC5A0}"/>
                </a:ext>
              </a:extLst>
            </p:cNvPr>
            <p:cNvSpPr/>
            <p:nvPr/>
          </p:nvSpPr>
          <p:spPr>
            <a:xfrm>
              <a:off x="7343092" y="1487207"/>
              <a:ext cx="72770" cy="1365070"/>
            </a:xfrm>
            <a:custGeom>
              <a:avLst/>
              <a:gdLst>
                <a:gd name="csX0" fmla="*/ 0 w 72770"/>
                <a:gd name="csY0" fmla="*/ 0 h 1365070"/>
                <a:gd name="csX1" fmla="*/ 0 w 72770"/>
                <a:gd name="csY1" fmla="*/ 1365070 h 1365070"/>
                <a:gd name="csX2" fmla="*/ 72771 w 72770"/>
                <a:gd name="csY2" fmla="*/ 1365070 h 1365070"/>
                <a:gd name="csX3" fmla="*/ 72771 w 72770"/>
                <a:gd name="csY3" fmla="*/ 0 h 1365070"/>
                <a:gd name="csX4" fmla="*/ 0 w 72770"/>
                <a:gd name="csY4" fmla="*/ 0 h 1365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365070">
                  <a:moveTo>
                    <a:pt x="0" y="0"/>
                  </a:moveTo>
                  <a:lnTo>
                    <a:pt x="0" y="1365070"/>
                  </a:lnTo>
                  <a:lnTo>
                    <a:pt x="72771" y="1365070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9" name="Freeform 2758">
              <a:extLst>
                <a:ext uri="{FF2B5EF4-FFF2-40B4-BE49-F238E27FC236}">
                  <a16:creationId xmlns:a16="http://schemas.microsoft.com/office/drawing/2014/main" id="{1B1BB9F9-BD6B-4AAF-E609-FC616BD3ACB9}"/>
                </a:ext>
              </a:extLst>
            </p:cNvPr>
            <p:cNvSpPr/>
            <p:nvPr/>
          </p:nvSpPr>
          <p:spPr>
            <a:xfrm>
              <a:off x="7415863" y="1615285"/>
              <a:ext cx="72760" cy="1236991"/>
            </a:xfrm>
            <a:custGeom>
              <a:avLst/>
              <a:gdLst>
                <a:gd name="csX0" fmla="*/ 0 w 72760"/>
                <a:gd name="csY0" fmla="*/ 0 h 1236991"/>
                <a:gd name="csX1" fmla="*/ 0 w 72760"/>
                <a:gd name="csY1" fmla="*/ 1236992 h 1236991"/>
                <a:gd name="csX2" fmla="*/ 72761 w 72760"/>
                <a:gd name="csY2" fmla="*/ 1236992 h 1236991"/>
                <a:gd name="csX3" fmla="*/ 72761 w 72760"/>
                <a:gd name="csY3" fmla="*/ 0 h 1236991"/>
                <a:gd name="csX4" fmla="*/ 0 w 72760"/>
                <a:gd name="csY4" fmla="*/ 0 h 1236991"/>
                <a:gd name="csX5" fmla="*/ 0 w 72760"/>
                <a:gd name="csY5" fmla="*/ 0 h 1236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1236991">
                  <a:moveTo>
                    <a:pt x="0" y="0"/>
                  </a:moveTo>
                  <a:lnTo>
                    <a:pt x="0" y="1236992"/>
                  </a:lnTo>
                  <a:lnTo>
                    <a:pt x="72761" y="1236992"/>
                  </a:lnTo>
                  <a:lnTo>
                    <a:pt x="727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0" name="Freeform 2759">
              <a:extLst>
                <a:ext uri="{FF2B5EF4-FFF2-40B4-BE49-F238E27FC236}">
                  <a16:creationId xmlns:a16="http://schemas.microsoft.com/office/drawing/2014/main" id="{1C818651-40F5-A297-AC94-F20A941A4F39}"/>
                </a:ext>
              </a:extLst>
            </p:cNvPr>
            <p:cNvSpPr/>
            <p:nvPr/>
          </p:nvSpPr>
          <p:spPr>
            <a:xfrm>
              <a:off x="7415863" y="1615285"/>
              <a:ext cx="72760" cy="1236991"/>
            </a:xfrm>
            <a:custGeom>
              <a:avLst/>
              <a:gdLst>
                <a:gd name="csX0" fmla="*/ 0 w 72760"/>
                <a:gd name="csY0" fmla="*/ 0 h 1236991"/>
                <a:gd name="csX1" fmla="*/ 0 w 72760"/>
                <a:gd name="csY1" fmla="*/ 1236992 h 1236991"/>
                <a:gd name="csX2" fmla="*/ 72761 w 72760"/>
                <a:gd name="csY2" fmla="*/ 1236992 h 1236991"/>
                <a:gd name="csX3" fmla="*/ 72761 w 72760"/>
                <a:gd name="csY3" fmla="*/ 0 h 1236991"/>
                <a:gd name="csX4" fmla="*/ 0 w 72760"/>
                <a:gd name="csY4" fmla="*/ 0 h 1236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1236991">
                  <a:moveTo>
                    <a:pt x="0" y="0"/>
                  </a:moveTo>
                  <a:lnTo>
                    <a:pt x="0" y="1236992"/>
                  </a:lnTo>
                  <a:lnTo>
                    <a:pt x="72761" y="1236992"/>
                  </a:lnTo>
                  <a:lnTo>
                    <a:pt x="7276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1" name="Freeform 2760">
              <a:extLst>
                <a:ext uri="{FF2B5EF4-FFF2-40B4-BE49-F238E27FC236}">
                  <a16:creationId xmlns:a16="http://schemas.microsoft.com/office/drawing/2014/main" id="{296DCE41-9A7F-8D6A-0CED-EB7CD2409C64}"/>
                </a:ext>
              </a:extLst>
            </p:cNvPr>
            <p:cNvSpPr/>
            <p:nvPr/>
          </p:nvSpPr>
          <p:spPr>
            <a:xfrm>
              <a:off x="7488624" y="1759105"/>
              <a:ext cx="72770" cy="1093171"/>
            </a:xfrm>
            <a:custGeom>
              <a:avLst/>
              <a:gdLst>
                <a:gd name="csX0" fmla="*/ 0 w 72770"/>
                <a:gd name="csY0" fmla="*/ 0 h 1093171"/>
                <a:gd name="csX1" fmla="*/ 0 w 72770"/>
                <a:gd name="csY1" fmla="*/ 1093172 h 1093171"/>
                <a:gd name="csX2" fmla="*/ 72771 w 72770"/>
                <a:gd name="csY2" fmla="*/ 1093172 h 1093171"/>
                <a:gd name="csX3" fmla="*/ 72771 w 72770"/>
                <a:gd name="csY3" fmla="*/ 0 h 1093171"/>
                <a:gd name="csX4" fmla="*/ 0 w 72770"/>
                <a:gd name="csY4" fmla="*/ 0 h 1093171"/>
                <a:gd name="csX5" fmla="*/ 0 w 72770"/>
                <a:gd name="csY5" fmla="*/ 0 h 1093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093171">
                  <a:moveTo>
                    <a:pt x="0" y="0"/>
                  </a:moveTo>
                  <a:lnTo>
                    <a:pt x="0" y="1093172"/>
                  </a:lnTo>
                  <a:lnTo>
                    <a:pt x="72771" y="1093172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2" name="Freeform 2761">
              <a:extLst>
                <a:ext uri="{FF2B5EF4-FFF2-40B4-BE49-F238E27FC236}">
                  <a16:creationId xmlns:a16="http://schemas.microsoft.com/office/drawing/2014/main" id="{40095A1B-D4A3-586E-2CA8-0876558B77A0}"/>
                </a:ext>
              </a:extLst>
            </p:cNvPr>
            <p:cNvSpPr/>
            <p:nvPr/>
          </p:nvSpPr>
          <p:spPr>
            <a:xfrm>
              <a:off x="7488624" y="1759105"/>
              <a:ext cx="72770" cy="1093171"/>
            </a:xfrm>
            <a:custGeom>
              <a:avLst/>
              <a:gdLst>
                <a:gd name="csX0" fmla="*/ 0 w 72770"/>
                <a:gd name="csY0" fmla="*/ 0 h 1093171"/>
                <a:gd name="csX1" fmla="*/ 0 w 72770"/>
                <a:gd name="csY1" fmla="*/ 1093172 h 1093171"/>
                <a:gd name="csX2" fmla="*/ 72771 w 72770"/>
                <a:gd name="csY2" fmla="*/ 1093172 h 1093171"/>
                <a:gd name="csX3" fmla="*/ 72771 w 72770"/>
                <a:gd name="csY3" fmla="*/ 0 h 1093171"/>
                <a:gd name="csX4" fmla="*/ 0 w 72770"/>
                <a:gd name="csY4" fmla="*/ 0 h 1093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093171">
                  <a:moveTo>
                    <a:pt x="0" y="0"/>
                  </a:moveTo>
                  <a:lnTo>
                    <a:pt x="0" y="1093172"/>
                  </a:lnTo>
                  <a:lnTo>
                    <a:pt x="72771" y="1093172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3" name="Freeform 2762">
              <a:extLst>
                <a:ext uri="{FF2B5EF4-FFF2-40B4-BE49-F238E27FC236}">
                  <a16:creationId xmlns:a16="http://schemas.microsoft.com/office/drawing/2014/main" id="{BB8ABB14-D032-7C4A-DC17-F5D84709BFBF}"/>
                </a:ext>
              </a:extLst>
            </p:cNvPr>
            <p:cNvSpPr/>
            <p:nvPr/>
          </p:nvSpPr>
          <p:spPr>
            <a:xfrm>
              <a:off x="7561395" y="1931625"/>
              <a:ext cx="72770" cy="920651"/>
            </a:xfrm>
            <a:custGeom>
              <a:avLst/>
              <a:gdLst>
                <a:gd name="csX0" fmla="*/ 0 w 72770"/>
                <a:gd name="csY0" fmla="*/ 0 h 920651"/>
                <a:gd name="csX1" fmla="*/ 0 w 72770"/>
                <a:gd name="csY1" fmla="*/ 920652 h 920651"/>
                <a:gd name="csX2" fmla="*/ 72771 w 72770"/>
                <a:gd name="csY2" fmla="*/ 920652 h 920651"/>
                <a:gd name="csX3" fmla="*/ 72771 w 72770"/>
                <a:gd name="csY3" fmla="*/ 0 h 920651"/>
                <a:gd name="csX4" fmla="*/ 0 w 72770"/>
                <a:gd name="csY4" fmla="*/ 0 h 920651"/>
                <a:gd name="csX5" fmla="*/ 0 w 72770"/>
                <a:gd name="csY5" fmla="*/ 0 h 920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920651">
                  <a:moveTo>
                    <a:pt x="0" y="0"/>
                  </a:moveTo>
                  <a:lnTo>
                    <a:pt x="0" y="920652"/>
                  </a:lnTo>
                  <a:lnTo>
                    <a:pt x="72771" y="920652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4" name="Freeform 2763">
              <a:extLst>
                <a:ext uri="{FF2B5EF4-FFF2-40B4-BE49-F238E27FC236}">
                  <a16:creationId xmlns:a16="http://schemas.microsoft.com/office/drawing/2014/main" id="{F99783B0-6F2A-9924-BD5C-C91AEB310050}"/>
                </a:ext>
              </a:extLst>
            </p:cNvPr>
            <p:cNvSpPr/>
            <p:nvPr/>
          </p:nvSpPr>
          <p:spPr>
            <a:xfrm>
              <a:off x="7561395" y="1931625"/>
              <a:ext cx="72770" cy="920651"/>
            </a:xfrm>
            <a:custGeom>
              <a:avLst/>
              <a:gdLst>
                <a:gd name="csX0" fmla="*/ 0 w 72770"/>
                <a:gd name="csY0" fmla="*/ 0 h 920651"/>
                <a:gd name="csX1" fmla="*/ 0 w 72770"/>
                <a:gd name="csY1" fmla="*/ 920652 h 920651"/>
                <a:gd name="csX2" fmla="*/ 72771 w 72770"/>
                <a:gd name="csY2" fmla="*/ 920652 h 920651"/>
                <a:gd name="csX3" fmla="*/ 72771 w 72770"/>
                <a:gd name="csY3" fmla="*/ 0 h 920651"/>
                <a:gd name="csX4" fmla="*/ 0 w 72770"/>
                <a:gd name="csY4" fmla="*/ 0 h 920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920651">
                  <a:moveTo>
                    <a:pt x="0" y="0"/>
                  </a:moveTo>
                  <a:lnTo>
                    <a:pt x="0" y="920652"/>
                  </a:lnTo>
                  <a:lnTo>
                    <a:pt x="72771" y="920652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5" name="Freeform 2764">
              <a:extLst>
                <a:ext uri="{FF2B5EF4-FFF2-40B4-BE49-F238E27FC236}">
                  <a16:creationId xmlns:a16="http://schemas.microsoft.com/office/drawing/2014/main" id="{44515CE3-A386-BBCC-D124-9E7D767A26E9}"/>
                </a:ext>
              </a:extLst>
            </p:cNvPr>
            <p:cNvSpPr/>
            <p:nvPr/>
          </p:nvSpPr>
          <p:spPr>
            <a:xfrm>
              <a:off x="7634165" y="2081842"/>
              <a:ext cx="72760" cy="770434"/>
            </a:xfrm>
            <a:custGeom>
              <a:avLst/>
              <a:gdLst>
                <a:gd name="csX0" fmla="*/ 0 w 72760"/>
                <a:gd name="csY0" fmla="*/ 0 h 770434"/>
                <a:gd name="csX1" fmla="*/ 0 w 72760"/>
                <a:gd name="csY1" fmla="*/ 770435 h 770434"/>
                <a:gd name="csX2" fmla="*/ 72761 w 72760"/>
                <a:gd name="csY2" fmla="*/ 770435 h 770434"/>
                <a:gd name="csX3" fmla="*/ 72761 w 72760"/>
                <a:gd name="csY3" fmla="*/ 0 h 770434"/>
                <a:gd name="csX4" fmla="*/ 0 w 72760"/>
                <a:gd name="csY4" fmla="*/ 0 h 770434"/>
                <a:gd name="csX5" fmla="*/ 0 w 72760"/>
                <a:gd name="csY5" fmla="*/ 0 h 770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770434">
                  <a:moveTo>
                    <a:pt x="0" y="0"/>
                  </a:moveTo>
                  <a:lnTo>
                    <a:pt x="0" y="770435"/>
                  </a:lnTo>
                  <a:lnTo>
                    <a:pt x="72761" y="770435"/>
                  </a:lnTo>
                  <a:lnTo>
                    <a:pt x="727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6" name="Freeform 2765">
              <a:extLst>
                <a:ext uri="{FF2B5EF4-FFF2-40B4-BE49-F238E27FC236}">
                  <a16:creationId xmlns:a16="http://schemas.microsoft.com/office/drawing/2014/main" id="{2DB69BB8-91AF-4F01-ED5B-875309078CDC}"/>
                </a:ext>
              </a:extLst>
            </p:cNvPr>
            <p:cNvSpPr/>
            <p:nvPr/>
          </p:nvSpPr>
          <p:spPr>
            <a:xfrm>
              <a:off x="7634165" y="2081842"/>
              <a:ext cx="72760" cy="770434"/>
            </a:xfrm>
            <a:custGeom>
              <a:avLst/>
              <a:gdLst>
                <a:gd name="csX0" fmla="*/ 0 w 72760"/>
                <a:gd name="csY0" fmla="*/ 0 h 770434"/>
                <a:gd name="csX1" fmla="*/ 0 w 72760"/>
                <a:gd name="csY1" fmla="*/ 770435 h 770434"/>
                <a:gd name="csX2" fmla="*/ 72761 w 72760"/>
                <a:gd name="csY2" fmla="*/ 770435 h 770434"/>
                <a:gd name="csX3" fmla="*/ 72761 w 72760"/>
                <a:gd name="csY3" fmla="*/ 0 h 770434"/>
                <a:gd name="csX4" fmla="*/ 0 w 72760"/>
                <a:gd name="csY4" fmla="*/ 0 h 770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770434">
                  <a:moveTo>
                    <a:pt x="0" y="0"/>
                  </a:moveTo>
                  <a:lnTo>
                    <a:pt x="0" y="770435"/>
                  </a:lnTo>
                  <a:lnTo>
                    <a:pt x="72761" y="770435"/>
                  </a:lnTo>
                  <a:lnTo>
                    <a:pt x="7276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7" name="Freeform 2766">
              <a:extLst>
                <a:ext uri="{FF2B5EF4-FFF2-40B4-BE49-F238E27FC236}">
                  <a16:creationId xmlns:a16="http://schemas.microsoft.com/office/drawing/2014/main" id="{9C7B6FD8-898E-ECA9-F68F-07EA58C4E39E}"/>
                </a:ext>
              </a:extLst>
            </p:cNvPr>
            <p:cNvSpPr/>
            <p:nvPr/>
          </p:nvSpPr>
          <p:spPr>
            <a:xfrm>
              <a:off x="7706926" y="2262726"/>
              <a:ext cx="72770" cy="589551"/>
            </a:xfrm>
            <a:custGeom>
              <a:avLst/>
              <a:gdLst>
                <a:gd name="csX0" fmla="*/ 0 w 72770"/>
                <a:gd name="csY0" fmla="*/ 0 h 589551"/>
                <a:gd name="csX1" fmla="*/ 0 w 72770"/>
                <a:gd name="csY1" fmla="*/ 589551 h 589551"/>
                <a:gd name="csX2" fmla="*/ 72771 w 72770"/>
                <a:gd name="csY2" fmla="*/ 589551 h 589551"/>
                <a:gd name="csX3" fmla="*/ 72771 w 72770"/>
                <a:gd name="csY3" fmla="*/ 0 h 589551"/>
                <a:gd name="csX4" fmla="*/ 0 w 72770"/>
                <a:gd name="csY4" fmla="*/ 0 h 589551"/>
                <a:gd name="csX5" fmla="*/ 0 w 72770"/>
                <a:gd name="csY5" fmla="*/ 0 h 589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589551">
                  <a:moveTo>
                    <a:pt x="0" y="0"/>
                  </a:moveTo>
                  <a:lnTo>
                    <a:pt x="0" y="589551"/>
                  </a:lnTo>
                  <a:lnTo>
                    <a:pt x="72771" y="589551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8" name="Freeform 2767">
              <a:extLst>
                <a:ext uri="{FF2B5EF4-FFF2-40B4-BE49-F238E27FC236}">
                  <a16:creationId xmlns:a16="http://schemas.microsoft.com/office/drawing/2014/main" id="{FC0C225C-1D46-B020-51B6-8E04764040CB}"/>
                </a:ext>
              </a:extLst>
            </p:cNvPr>
            <p:cNvSpPr/>
            <p:nvPr/>
          </p:nvSpPr>
          <p:spPr>
            <a:xfrm>
              <a:off x="7706926" y="2262726"/>
              <a:ext cx="72770" cy="589551"/>
            </a:xfrm>
            <a:custGeom>
              <a:avLst/>
              <a:gdLst>
                <a:gd name="csX0" fmla="*/ 0 w 72770"/>
                <a:gd name="csY0" fmla="*/ 0 h 589551"/>
                <a:gd name="csX1" fmla="*/ 0 w 72770"/>
                <a:gd name="csY1" fmla="*/ 589551 h 589551"/>
                <a:gd name="csX2" fmla="*/ 72771 w 72770"/>
                <a:gd name="csY2" fmla="*/ 589551 h 589551"/>
                <a:gd name="csX3" fmla="*/ 72771 w 72770"/>
                <a:gd name="csY3" fmla="*/ 0 h 589551"/>
                <a:gd name="csX4" fmla="*/ 0 w 72770"/>
                <a:gd name="csY4" fmla="*/ 0 h 589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589551">
                  <a:moveTo>
                    <a:pt x="0" y="0"/>
                  </a:moveTo>
                  <a:lnTo>
                    <a:pt x="0" y="589551"/>
                  </a:lnTo>
                  <a:lnTo>
                    <a:pt x="72771" y="589551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9" name="Freeform 2768">
              <a:extLst>
                <a:ext uri="{FF2B5EF4-FFF2-40B4-BE49-F238E27FC236}">
                  <a16:creationId xmlns:a16="http://schemas.microsoft.com/office/drawing/2014/main" id="{66CC5D49-A1A0-C433-648E-FFCD1867BD6E}"/>
                </a:ext>
              </a:extLst>
            </p:cNvPr>
            <p:cNvSpPr/>
            <p:nvPr/>
          </p:nvSpPr>
          <p:spPr>
            <a:xfrm>
              <a:off x="7779697" y="2398019"/>
              <a:ext cx="72770" cy="454258"/>
            </a:xfrm>
            <a:custGeom>
              <a:avLst/>
              <a:gdLst>
                <a:gd name="csX0" fmla="*/ 0 w 72770"/>
                <a:gd name="csY0" fmla="*/ 0 h 454258"/>
                <a:gd name="csX1" fmla="*/ 0 w 72770"/>
                <a:gd name="csY1" fmla="*/ 454258 h 454258"/>
                <a:gd name="csX2" fmla="*/ 72771 w 72770"/>
                <a:gd name="csY2" fmla="*/ 454258 h 454258"/>
                <a:gd name="csX3" fmla="*/ 72771 w 72770"/>
                <a:gd name="csY3" fmla="*/ 0 h 454258"/>
                <a:gd name="csX4" fmla="*/ 0 w 72770"/>
                <a:gd name="csY4" fmla="*/ 0 h 454258"/>
                <a:gd name="csX5" fmla="*/ 0 w 72770"/>
                <a:gd name="csY5" fmla="*/ 0 h 454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454258">
                  <a:moveTo>
                    <a:pt x="0" y="0"/>
                  </a:moveTo>
                  <a:lnTo>
                    <a:pt x="0" y="454258"/>
                  </a:lnTo>
                  <a:lnTo>
                    <a:pt x="72771" y="454258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" name="Freeform 2769">
              <a:extLst>
                <a:ext uri="{FF2B5EF4-FFF2-40B4-BE49-F238E27FC236}">
                  <a16:creationId xmlns:a16="http://schemas.microsoft.com/office/drawing/2014/main" id="{B60227BD-5D57-7861-B55F-39CCFFFC5409}"/>
                </a:ext>
              </a:extLst>
            </p:cNvPr>
            <p:cNvSpPr/>
            <p:nvPr/>
          </p:nvSpPr>
          <p:spPr>
            <a:xfrm>
              <a:off x="7779697" y="2398019"/>
              <a:ext cx="72770" cy="454258"/>
            </a:xfrm>
            <a:custGeom>
              <a:avLst/>
              <a:gdLst>
                <a:gd name="csX0" fmla="*/ 0 w 72770"/>
                <a:gd name="csY0" fmla="*/ 0 h 454258"/>
                <a:gd name="csX1" fmla="*/ 0 w 72770"/>
                <a:gd name="csY1" fmla="*/ 454258 h 454258"/>
                <a:gd name="csX2" fmla="*/ 72771 w 72770"/>
                <a:gd name="csY2" fmla="*/ 454258 h 454258"/>
                <a:gd name="csX3" fmla="*/ 72771 w 72770"/>
                <a:gd name="csY3" fmla="*/ 0 h 454258"/>
                <a:gd name="csX4" fmla="*/ 0 w 72770"/>
                <a:gd name="csY4" fmla="*/ 0 h 454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454258">
                  <a:moveTo>
                    <a:pt x="0" y="0"/>
                  </a:moveTo>
                  <a:lnTo>
                    <a:pt x="0" y="454258"/>
                  </a:lnTo>
                  <a:lnTo>
                    <a:pt x="72771" y="454258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1" name="Freeform 2770">
              <a:extLst>
                <a:ext uri="{FF2B5EF4-FFF2-40B4-BE49-F238E27FC236}">
                  <a16:creationId xmlns:a16="http://schemas.microsoft.com/office/drawing/2014/main" id="{A7FB9421-0D76-910E-FB1A-B9DAEDCDDBAF}"/>
                </a:ext>
              </a:extLst>
            </p:cNvPr>
            <p:cNvSpPr/>
            <p:nvPr/>
          </p:nvSpPr>
          <p:spPr>
            <a:xfrm>
              <a:off x="7852467" y="2526749"/>
              <a:ext cx="72760" cy="325528"/>
            </a:xfrm>
            <a:custGeom>
              <a:avLst/>
              <a:gdLst>
                <a:gd name="csX0" fmla="*/ 0 w 72760"/>
                <a:gd name="csY0" fmla="*/ 0 h 325528"/>
                <a:gd name="csX1" fmla="*/ 0 w 72760"/>
                <a:gd name="csY1" fmla="*/ 325528 h 325528"/>
                <a:gd name="csX2" fmla="*/ 72760 w 72760"/>
                <a:gd name="csY2" fmla="*/ 325528 h 325528"/>
                <a:gd name="csX3" fmla="*/ 72760 w 72760"/>
                <a:gd name="csY3" fmla="*/ 0 h 325528"/>
                <a:gd name="csX4" fmla="*/ 0 w 72760"/>
                <a:gd name="csY4" fmla="*/ 0 h 325528"/>
                <a:gd name="csX5" fmla="*/ 0 w 72760"/>
                <a:gd name="csY5" fmla="*/ 0 h 325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325528">
                  <a:moveTo>
                    <a:pt x="0" y="0"/>
                  </a:moveTo>
                  <a:lnTo>
                    <a:pt x="0" y="325528"/>
                  </a:lnTo>
                  <a:lnTo>
                    <a:pt x="72760" y="325528"/>
                  </a:lnTo>
                  <a:lnTo>
                    <a:pt x="7276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2" name="Freeform 2771">
              <a:extLst>
                <a:ext uri="{FF2B5EF4-FFF2-40B4-BE49-F238E27FC236}">
                  <a16:creationId xmlns:a16="http://schemas.microsoft.com/office/drawing/2014/main" id="{E26B93F4-AE02-8314-CD94-7D49B2614F0E}"/>
                </a:ext>
              </a:extLst>
            </p:cNvPr>
            <p:cNvSpPr/>
            <p:nvPr/>
          </p:nvSpPr>
          <p:spPr>
            <a:xfrm>
              <a:off x="7852467" y="2526749"/>
              <a:ext cx="72760" cy="325528"/>
            </a:xfrm>
            <a:custGeom>
              <a:avLst/>
              <a:gdLst>
                <a:gd name="csX0" fmla="*/ 0 w 72760"/>
                <a:gd name="csY0" fmla="*/ 0 h 325528"/>
                <a:gd name="csX1" fmla="*/ 0 w 72760"/>
                <a:gd name="csY1" fmla="*/ 325528 h 325528"/>
                <a:gd name="csX2" fmla="*/ 72760 w 72760"/>
                <a:gd name="csY2" fmla="*/ 325528 h 325528"/>
                <a:gd name="csX3" fmla="*/ 72760 w 72760"/>
                <a:gd name="csY3" fmla="*/ 0 h 325528"/>
                <a:gd name="csX4" fmla="*/ 0 w 72760"/>
                <a:gd name="csY4" fmla="*/ 0 h 325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325528">
                  <a:moveTo>
                    <a:pt x="0" y="0"/>
                  </a:moveTo>
                  <a:lnTo>
                    <a:pt x="0" y="325528"/>
                  </a:lnTo>
                  <a:lnTo>
                    <a:pt x="72760" y="325528"/>
                  </a:lnTo>
                  <a:lnTo>
                    <a:pt x="7276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3" name="Freeform 2772">
              <a:extLst>
                <a:ext uri="{FF2B5EF4-FFF2-40B4-BE49-F238E27FC236}">
                  <a16:creationId xmlns:a16="http://schemas.microsoft.com/office/drawing/2014/main" id="{F72584E3-A00D-09E8-FA1D-E610BE87EEC8}"/>
                </a:ext>
              </a:extLst>
            </p:cNvPr>
            <p:cNvSpPr/>
            <p:nvPr/>
          </p:nvSpPr>
          <p:spPr>
            <a:xfrm>
              <a:off x="7925228" y="2609073"/>
              <a:ext cx="72770" cy="243204"/>
            </a:xfrm>
            <a:custGeom>
              <a:avLst/>
              <a:gdLst>
                <a:gd name="csX0" fmla="*/ 0 w 72770"/>
                <a:gd name="csY0" fmla="*/ 0 h 243204"/>
                <a:gd name="csX1" fmla="*/ 0 w 72770"/>
                <a:gd name="csY1" fmla="*/ 243204 h 243204"/>
                <a:gd name="csX2" fmla="*/ 72771 w 72770"/>
                <a:gd name="csY2" fmla="*/ 243204 h 243204"/>
                <a:gd name="csX3" fmla="*/ 72771 w 72770"/>
                <a:gd name="csY3" fmla="*/ 0 h 243204"/>
                <a:gd name="csX4" fmla="*/ 0 w 72770"/>
                <a:gd name="csY4" fmla="*/ 0 h 243204"/>
                <a:gd name="csX5" fmla="*/ 0 w 72770"/>
                <a:gd name="csY5" fmla="*/ 0 h 243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243204">
                  <a:moveTo>
                    <a:pt x="0" y="0"/>
                  </a:moveTo>
                  <a:lnTo>
                    <a:pt x="0" y="243204"/>
                  </a:lnTo>
                  <a:lnTo>
                    <a:pt x="72771" y="243204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4" name="Freeform 2773">
              <a:extLst>
                <a:ext uri="{FF2B5EF4-FFF2-40B4-BE49-F238E27FC236}">
                  <a16:creationId xmlns:a16="http://schemas.microsoft.com/office/drawing/2014/main" id="{58D22ECA-32DA-4524-73DC-868022905CC4}"/>
                </a:ext>
              </a:extLst>
            </p:cNvPr>
            <p:cNvSpPr/>
            <p:nvPr/>
          </p:nvSpPr>
          <p:spPr>
            <a:xfrm>
              <a:off x="7925228" y="2609073"/>
              <a:ext cx="72770" cy="243204"/>
            </a:xfrm>
            <a:custGeom>
              <a:avLst/>
              <a:gdLst>
                <a:gd name="csX0" fmla="*/ 0 w 72770"/>
                <a:gd name="csY0" fmla="*/ 0 h 243204"/>
                <a:gd name="csX1" fmla="*/ 0 w 72770"/>
                <a:gd name="csY1" fmla="*/ 243204 h 243204"/>
                <a:gd name="csX2" fmla="*/ 72771 w 72770"/>
                <a:gd name="csY2" fmla="*/ 243204 h 243204"/>
                <a:gd name="csX3" fmla="*/ 72771 w 72770"/>
                <a:gd name="csY3" fmla="*/ 0 h 243204"/>
                <a:gd name="csX4" fmla="*/ 0 w 72770"/>
                <a:gd name="csY4" fmla="*/ 0 h 243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243204">
                  <a:moveTo>
                    <a:pt x="0" y="0"/>
                  </a:moveTo>
                  <a:lnTo>
                    <a:pt x="0" y="243204"/>
                  </a:lnTo>
                  <a:lnTo>
                    <a:pt x="72771" y="243204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5" name="Freeform 2774">
              <a:extLst>
                <a:ext uri="{FF2B5EF4-FFF2-40B4-BE49-F238E27FC236}">
                  <a16:creationId xmlns:a16="http://schemas.microsoft.com/office/drawing/2014/main" id="{24DBE5F8-4FE5-6E60-BA4C-BB7DB4D42C01}"/>
                </a:ext>
              </a:extLst>
            </p:cNvPr>
            <p:cNvSpPr/>
            <p:nvPr/>
          </p:nvSpPr>
          <p:spPr>
            <a:xfrm>
              <a:off x="7997999" y="2689761"/>
              <a:ext cx="72770" cy="162515"/>
            </a:xfrm>
            <a:custGeom>
              <a:avLst/>
              <a:gdLst>
                <a:gd name="csX0" fmla="*/ 0 w 72770"/>
                <a:gd name="csY0" fmla="*/ 0 h 162515"/>
                <a:gd name="csX1" fmla="*/ 0 w 72770"/>
                <a:gd name="csY1" fmla="*/ 162516 h 162515"/>
                <a:gd name="csX2" fmla="*/ 72771 w 72770"/>
                <a:gd name="csY2" fmla="*/ 162516 h 162515"/>
                <a:gd name="csX3" fmla="*/ 72771 w 72770"/>
                <a:gd name="csY3" fmla="*/ 0 h 162515"/>
                <a:gd name="csX4" fmla="*/ 0 w 72770"/>
                <a:gd name="csY4" fmla="*/ 0 h 162515"/>
                <a:gd name="csX5" fmla="*/ 0 w 72770"/>
                <a:gd name="csY5" fmla="*/ 0 h 162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162515">
                  <a:moveTo>
                    <a:pt x="0" y="0"/>
                  </a:moveTo>
                  <a:lnTo>
                    <a:pt x="0" y="162516"/>
                  </a:lnTo>
                  <a:lnTo>
                    <a:pt x="72771" y="162516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6" name="Freeform 2775">
              <a:extLst>
                <a:ext uri="{FF2B5EF4-FFF2-40B4-BE49-F238E27FC236}">
                  <a16:creationId xmlns:a16="http://schemas.microsoft.com/office/drawing/2014/main" id="{17D4E9F4-37CE-6479-D8CB-C6D8F94AFF51}"/>
                </a:ext>
              </a:extLst>
            </p:cNvPr>
            <p:cNvSpPr/>
            <p:nvPr/>
          </p:nvSpPr>
          <p:spPr>
            <a:xfrm>
              <a:off x="7997999" y="2689761"/>
              <a:ext cx="72770" cy="162515"/>
            </a:xfrm>
            <a:custGeom>
              <a:avLst/>
              <a:gdLst>
                <a:gd name="csX0" fmla="*/ 0 w 72770"/>
                <a:gd name="csY0" fmla="*/ 0 h 162515"/>
                <a:gd name="csX1" fmla="*/ 0 w 72770"/>
                <a:gd name="csY1" fmla="*/ 162516 h 162515"/>
                <a:gd name="csX2" fmla="*/ 72771 w 72770"/>
                <a:gd name="csY2" fmla="*/ 162516 h 162515"/>
                <a:gd name="csX3" fmla="*/ 72771 w 72770"/>
                <a:gd name="csY3" fmla="*/ 0 h 162515"/>
                <a:gd name="csX4" fmla="*/ 0 w 72770"/>
                <a:gd name="csY4" fmla="*/ 0 h 162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162515">
                  <a:moveTo>
                    <a:pt x="0" y="0"/>
                  </a:moveTo>
                  <a:lnTo>
                    <a:pt x="0" y="162516"/>
                  </a:lnTo>
                  <a:lnTo>
                    <a:pt x="72771" y="162516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7" name="Freeform 2776">
              <a:extLst>
                <a:ext uri="{FF2B5EF4-FFF2-40B4-BE49-F238E27FC236}">
                  <a16:creationId xmlns:a16="http://schemas.microsoft.com/office/drawing/2014/main" id="{C100F04A-7849-962A-DC1F-B2448B1D8C7C}"/>
                </a:ext>
              </a:extLst>
            </p:cNvPr>
            <p:cNvSpPr/>
            <p:nvPr/>
          </p:nvSpPr>
          <p:spPr>
            <a:xfrm>
              <a:off x="8070769" y="2755680"/>
              <a:ext cx="72770" cy="96596"/>
            </a:xfrm>
            <a:custGeom>
              <a:avLst/>
              <a:gdLst>
                <a:gd name="csX0" fmla="*/ 0 w 72770"/>
                <a:gd name="csY0" fmla="*/ 0 h 96596"/>
                <a:gd name="csX1" fmla="*/ 0 w 72770"/>
                <a:gd name="csY1" fmla="*/ 96597 h 96596"/>
                <a:gd name="csX2" fmla="*/ 72771 w 72770"/>
                <a:gd name="csY2" fmla="*/ 96597 h 96596"/>
                <a:gd name="csX3" fmla="*/ 72771 w 72770"/>
                <a:gd name="csY3" fmla="*/ 0 h 96596"/>
                <a:gd name="csX4" fmla="*/ 0 w 72770"/>
                <a:gd name="csY4" fmla="*/ 0 h 96596"/>
                <a:gd name="csX5" fmla="*/ 0 w 72770"/>
                <a:gd name="csY5" fmla="*/ 0 h 96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96596">
                  <a:moveTo>
                    <a:pt x="0" y="0"/>
                  </a:moveTo>
                  <a:lnTo>
                    <a:pt x="0" y="96597"/>
                  </a:lnTo>
                  <a:lnTo>
                    <a:pt x="72771" y="96597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8" name="Freeform 2777">
              <a:extLst>
                <a:ext uri="{FF2B5EF4-FFF2-40B4-BE49-F238E27FC236}">
                  <a16:creationId xmlns:a16="http://schemas.microsoft.com/office/drawing/2014/main" id="{449A78BB-48D0-99F4-ADF1-E6C177AC3537}"/>
                </a:ext>
              </a:extLst>
            </p:cNvPr>
            <p:cNvSpPr/>
            <p:nvPr/>
          </p:nvSpPr>
          <p:spPr>
            <a:xfrm>
              <a:off x="8070769" y="2755680"/>
              <a:ext cx="72770" cy="96596"/>
            </a:xfrm>
            <a:custGeom>
              <a:avLst/>
              <a:gdLst>
                <a:gd name="csX0" fmla="*/ 0 w 72770"/>
                <a:gd name="csY0" fmla="*/ 0 h 96596"/>
                <a:gd name="csX1" fmla="*/ 0 w 72770"/>
                <a:gd name="csY1" fmla="*/ 96597 h 96596"/>
                <a:gd name="csX2" fmla="*/ 72771 w 72770"/>
                <a:gd name="csY2" fmla="*/ 96597 h 96596"/>
                <a:gd name="csX3" fmla="*/ 72771 w 72770"/>
                <a:gd name="csY3" fmla="*/ 0 h 96596"/>
                <a:gd name="csX4" fmla="*/ 0 w 72770"/>
                <a:gd name="csY4" fmla="*/ 0 h 96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96596">
                  <a:moveTo>
                    <a:pt x="0" y="0"/>
                  </a:moveTo>
                  <a:lnTo>
                    <a:pt x="0" y="96597"/>
                  </a:lnTo>
                  <a:lnTo>
                    <a:pt x="72771" y="96597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9" name="Freeform 2778">
              <a:extLst>
                <a:ext uri="{FF2B5EF4-FFF2-40B4-BE49-F238E27FC236}">
                  <a16:creationId xmlns:a16="http://schemas.microsoft.com/office/drawing/2014/main" id="{5CCCB1A4-791E-031E-ED12-23C6BE4B98BF}"/>
                </a:ext>
              </a:extLst>
            </p:cNvPr>
            <p:cNvSpPr/>
            <p:nvPr/>
          </p:nvSpPr>
          <p:spPr>
            <a:xfrm>
              <a:off x="8143540" y="2784712"/>
              <a:ext cx="72760" cy="67564"/>
            </a:xfrm>
            <a:custGeom>
              <a:avLst/>
              <a:gdLst>
                <a:gd name="csX0" fmla="*/ 0 w 72760"/>
                <a:gd name="csY0" fmla="*/ 0 h 67564"/>
                <a:gd name="csX1" fmla="*/ 0 w 72760"/>
                <a:gd name="csY1" fmla="*/ 67565 h 67564"/>
                <a:gd name="csX2" fmla="*/ 72761 w 72760"/>
                <a:gd name="csY2" fmla="*/ 67565 h 67564"/>
                <a:gd name="csX3" fmla="*/ 72761 w 72760"/>
                <a:gd name="csY3" fmla="*/ 0 h 67564"/>
                <a:gd name="csX4" fmla="*/ 0 w 72760"/>
                <a:gd name="csY4" fmla="*/ 0 h 67564"/>
                <a:gd name="csX5" fmla="*/ 0 w 72760"/>
                <a:gd name="csY5" fmla="*/ 0 h 67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67564">
                  <a:moveTo>
                    <a:pt x="0" y="0"/>
                  </a:moveTo>
                  <a:lnTo>
                    <a:pt x="0" y="67565"/>
                  </a:lnTo>
                  <a:lnTo>
                    <a:pt x="72761" y="67565"/>
                  </a:lnTo>
                  <a:lnTo>
                    <a:pt x="727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" name="Freeform 2779">
              <a:extLst>
                <a:ext uri="{FF2B5EF4-FFF2-40B4-BE49-F238E27FC236}">
                  <a16:creationId xmlns:a16="http://schemas.microsoft.com/office/drawing/2014/main" id="{04B8E7C2-5C70-FBB3-3590-6E3C5903F264}"/>
                </a:ext>
              </a:extLst>
            </p:cNvPr>
            <p:cNvSpPr/>
            <p:nvPr/>
          </p:nvSpPr>
          <p:spPr>
            <a:xfrm>
              <a:off x="8143540" y="2784712"/>
              <a:ext cx="72760" cy="67564"/>
            </a:xfrm>
            <a:custGeom>
              <a:avLst/>
              <a:gdLst>
                <a:gd name="csX0" fmla="*/ 0 w 72760"/>
                <a:gd name="csY0" fmla="*/ 0 h 67564"/>
                <a:gd name="csX1" fmla="*/ 0 w 72760"/>
                <a:gd name="csY1" fmla="*/ 67565 h 67564"/>
                <a:gd name="csX2" fmla="*/ 72761 w 72760"/>
                <a:gd name="csY2" fmla="*/ 67565 h 67564"/>
                <a:gd name="csX3" fmla="*/ 72761 w 72760"/>
                <a:gd name="csY3" fmla="*/ 0 h 67564"/>
                <a:gd name="csX4" fmla="*/ 0 w 72760"/>
                <a:gd name="csY4" fmla="*/ 0 h 67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67564">
                  <a:moveTo>
                    <a:pt x="0" y="0"/>
                  </a:moveTo>
                  <a:lnTo>
                    <a:pt x="0" y="67565"/>
                  </a:lnTo>
                  <a:lnTo>
                    <a:pt x="72761" y="67565"/>
                  </a:lnTo>
                  <a:lnTo>
                    <a:pt x="7276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1" name="Freeform 2780">
              <a:extLst>
                <a:ext uri="{FF2B5EF4-FFF2-40B4-BE49-F238E27FC236}">
                  <a16:creationId xmlns:a16="http://schemas.microsoft.com/office/drawing/2014/main" id="{278E05A8-8022-81A2-4B6A-71CE840D8DB8}"/>
                </a:ext>
              </a:extLst>
            </p:cNvPr>
            <p:cNvSpPr/>
            <p:nvPr/>
          </p:nvSpPr>
          <p:spPr>
            <a:xfrm>
              <a:off x="8216301" y="2810784"/>
              <a:ext cx="72770" cy="41493"/>
            </a:xfrm>
            <a:custGeom>
              <a:avLst/>
              <a:gdLst>
                <a:gd name="csX0" fmla="*/ 0 w 72770"/>
                <a:gd name="csY0" fmla="*/ 0 h 41493"/>
                <a:gd name="csX1" fmla="*/ 0 w 72770"/>
                <a:gd name="csY1" fmla="*/ 41493 h 41493"/>
                <a:gd name="csX2" fmla="*/ 72771 w 72770"/>
                <a:gd name="csY2" fmla="*/ 41493 h 41493"/>
                <a:gd name="csX3" fmla="*/ 72771 w 72770"/>
                <a:gd name="csY3" fmla="*/ 0 h 41493"/>
                <a:gd name="csX4" fmla="*/ 0 w 72770"/>
                <a:gd name="csY4" fmla="*/ 0 h 41493"/>
                <a:gd name="csX5" fmla="*/ 0 w 72770"/>
                <a:gd name="csY5" fmla="*/ 0 h 41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41493">
                  <a:moveTo>
                    <a:pt x="0" y="0"/>
                  </a:moveTo>
                  <a:lnTo>
                    <a:pt x="0" y="41493"/>
                  </a:lnTo>
                  <a:lnTo>
                    <a:pt x="72771" y="41493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" name="Freeform 2781">
              <a:extLst>
                <a:ext uri="{FF2B5EF4-FFF2-40B4-BE49-F238E27FC236}">
                  <a16:creationId xmlns:a16="http://schemas.microsoft.com/office/drawing/2014/main" id="{86F5C860-59EB-9DFE-80D5-2796E53FA4FE}"/>
                </a:ext>
              </a:extLst>
            </p:cNvPr>
            <p:cNvSpPr/>
            <p:nvPr/>
          </p:nvSpPr>
          <p:spPr>
            <a:xfrm>
              <a:off x="8216301" y="2810784"/>
              <a:ext cx="72770" cy="41493"/>
            </a:xfrm>
            <a:custGeom>
              <a:avLst/>
              <a:gdLst>
                <a:gd name="csX0" fmla="*/ 0 w 72770"/>
                <a:gd name="csY0" fmla="*/ 0 h 41493"/>
                <a:gd name="csX1" fmla="*/ 0 w 72770"/>
                <a:gd name="csY1" fmla="*/ 41493 h 41493"/>
                <a:gd name="csX2" fmla="*/ 72771 w 72770"/>
                <a:gd name="csY2" fmla="*/ 41493 h 41493"/>
                <a:gd name="csX3" fmla="*/ 72771 w 72770"/>
                <a:gd name="csY3" fmla="*/ 0 h 41493"/>
                <a:gd name="csX4" fmla="*/ 0 w 72770"/>
                <a:gd name="csY4" fmla="*/ 0 h 41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41493">
                  <a:moveTo>
                    <a:pt x="0" y="0"/>
                  </a:moveTo>
                  <a:lnTo>
                    <a:pt x="0" y="41493"/>
                  </a:lnTo>
                  <a:lnTo>
                    <a:pt x="72771" y="41493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3" name="Freeform 2782">
              <a:extLst>
                <a:ext uri="{FF2B5EF4-FFF2-40B4-BE49-F238E27FC236}">
                  <a16:creationId xmlns:a16="http://schemas.microsoft.com/office/drawing/2014/main" id="{08274346-63D7-39F1-4A05-AAFB925C04D1}"/>
                </a:ext>
              </a:extLst>
            </p:cNvPr>
            <p:cNvSpPr/>
            <p:nvPr/>
          </p:nvSpPr>
          <p:spPr>
            <a:xfrm>
              <a:off x="8289072" y="2828658"/>
              <a:ext cx="72770" cy="23618"/>
            </a:xfrm>
            <a:custGeom>
              <a:avLst/>
              <a:gdLst>
                <a:gd name="csX0" fmla="*/ 0 w 72770"/>
                <a:gd name="csY0" fmla="*/ 0 h 23618"/>
                <a:gd name="csX1" fmla="*/ 0 w 72770"/>
                <a:gd name="csY1" fmla="*/ 23619 h 23618"/>
                <a:gd name="csX2" fmla="*/ 72771 w 72770"/>
                <a:gd name="csY2" fmla="*/ 23619 h 23618"/>
                <a:gd name="csX3" fmla="*/ 72771 w 72770"/>
                <a:gd name="csY3" fmla="*/ 0 h 23618"/>
                <a:gd name="csX4" fmla="*/ 0 w 72770"/>
                <a:gd name="csY4" fmla="*/ 0 h 23618"/>
                <a:gd name="csX5" fmla="*/ 0 w 72770"/>
                <a:gd name="csY5" fmla="*/ 0 h 23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70" h="23618">
                  <a:moveTo>
                    <a:pt x="0" y="0"/>
                  </a:moveTo>
                  <a:lnTo>
                    <a:pt x="0" y="23619"/>
                  </a:lnTo>
                  <a:lnTo>
                    <a:pt x="72771" y="23619"/>
                  </a:lnTo>
                  <a:lnTo>
                    <a:pt x="7277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4" name="Freeform 2783">
              <a:extLst>
                <a:ext uri="{FF2B5EF4-FFF2-40B4-BE49-F238E27FC236}">
                  <a16:creationId xmlns:a16="http://schemas.microsoft.com/office/drawing/2014/main" id="{F60C67E5-C5A9-AF25-B25C-092DD2CFF488}"/>
                </a:ext>
              </a:extLst>
            </p:cNvPr>
            <p:cNvSpPr/>
            <p:nvPr/>
          </p:nvSpPr>
          <p:spPr>
            <a:xfrm>
              <a:off x="8289072" y="2828658"/>
              <a:ext cx="72770" cy="23618"/>
            </a:xfrm>
            <a:custGeom>
              <a:avLst/>
              <a:gdLst>
                <a:gd name="csX0" fmla="*/ 0 w 72770"/>
                <a:gd name="csY0" fmla="*/ 0 h 23618"/>
                <a:gd name="csX1" fmla="*/ 0 w 72770"/>
                <a:gd name="csY1" fmla="*/ 23619 h 23618"/>
                <a:gd name="csX2" fmla="*/ 72771 w 72770"/>
                <a:gd name="csY2" fmla="*/ 23619 h 23618"/>
                <a:gd name="csX3" fmla="*/ 72771 w 72770"/>
                <a:gd name="csY3" fmla="*/ 0 h 23618"/>
                <a:gd name="csX4" fmla="*/ 0 w 72770"/>
                <a:gd name="csY4" fmla="*/ 0 h 23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70" h="23618">
                  <a:moveTo>
                    <a:pt x="0" y="0"/>
                  </a:moveTo>
                  <a:lnTo>
                    <a:pt x="0" y="23619"/>
                  </a:lnTo>
                  <a:lnTo>
                    <a:pt x="72771" y="23619"/>
                  </a:lnTo>
                  <a:lnTo>
                    <a:pt x="7277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5" name="Freeform 2784">
              <a:extLst>
                <a:ext uri="{FF2B5EF4-FFF2-40B4-BE49-F238E27FC236}">
                  <a16:creationId xmlns:a16="http://schemas.microsoft.com/office/drawing/2014/main" id="{9E7A056E-C96A-39B5-DDFD-25D8BAF31F63}"/>
                </a:ext>
              </a:extLst>
            </p:cNvPr>
            <p:cNvSpPr/>
            <p:nvPr/>
          </p:nvSpPr>
          <p:spPr>
            <a:xfrm>
              <a:off x="8361842" y="2837518"/>
              <a:ext cx="72760" cy="14759"/>
            </a:xfrm>
            <a:custGeom>
              <a:avLst/>
              <a:gdLst>
                <a:gd name="csX0" fmla="*/ 0 w 72760"/>
                <a:gd name="csY0" fmla="*/ 0 h 14759"/>
                <a:gd name="csX1" fmla="*/ 0 w 72760"/>
                <a:gd name="csY1" fmla="*/ 14759 h 14759"/>
                <a:gd name="csX2" fmla="*/ 72761 w 72760"/>
                <a:gd name="csY2" fmla="*/ 14759 h 14759"/>
                <a:gd name="csX3" fmla="*/ 72761 w 72760"/>
                <a:gd name="csY3" fmla="*/ 0 h 14759"/>
                <a:gd name="csX4" fmla="*/ 0 w 72760"/>
                <a:gd name="csY4" fmla="*/ 0 h 14759"/>
                <a:gd name="csX5" fmla="*/ 0 w 72760"/>
                <a:gd name="csY5" fmla="*/ 0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2760" h="14759">
                  <a:moveTo>
                    <a:pt x="0" y="0"/>
                  </a:moveTo>
                  <a:lnTo>
                    <a:pt x="0" y="14759"/>
                  </a:lnTo>
                  <a:lnTo>
                    <a:pt x="72761" y="14759"/>
                  </a:lnTo>
                  <a:lnTo>
                    <a:pt x="7276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6" name="Freeform 2785">
              <a:extLst>
                <a:ext uri="{FF2B5EF4-FFF2-40B4-BE49-F238E27FC236}">
                  <a16:creationId xmlns:a16="http://schemas.microsoft.com/office/drawing/2014/main" id="{8383158A-957A-B70E-8114-DAEB8D0E90A8}"/>
                </a:ext>
              </a:extLst>
            </p:cNvPr>
            <p:cNvSpPr/>
            <p:nvPr/>
          </p:nvSpPr>
          <p:spPr>
            <a:xfrm>
              <a:off x="8361842" y="2837518"/>
              <a:ext cx="72760" cy="14759"/>
            </a:xfrm>
            <a:custGeom>
              <a:avLst/>
              <a:gdLst>
                <a:gd name="csX0" fmla="*/ 0 w 72760"/>
                <a:gd name="csY0" fmla="*/ 0 h 14759"/>
                <a:gd name="csX1" fmla="*/ 0 w 72760"/>
                <a:gd name="csY1" fmla="*/ 14759 h 14759"/>
                <a:gd name="csX2" fmla="*/ 72761 w 72760"/>
                <a:gd name="csY2" fmla="*/ 14759 h 14759"/>
                <a:gd name="csX3" fmla="*/ 72761 w 72760"/>
                <a:gd name="csY3" fmla="*/ 0 h 14759"/>
                <a:gd name="csX4" fmla="*/ 0 w 72760"/>
                <a:gd name="csY4" fmla="*/ 0 h 147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2760" h="14759">
                  <a:moveTo>
                    <a:pt x="0" y="0"/>
                  </a:moveTo>
                  <a:lnTo>
                    <a:pt x="0" y="14759"/>
                  </a:lnTo>
                  <a:lnTo>
                    <a:pt x="72761" y="14759"/>
                  </a:lnTo>
                  <a:lnTo>
                    <a:pt x="7276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7" name="Oval 2786">
              <a:extLst>
                <a:ext uri="{FF2B5EF4-FFF2-40B4-BE49-F238E27FC236}">
                  <a16:creationId xmlns:a16="http://schemas.microsoft.com/office/drawing/2014/main" id="{5FD146C7-7E2E-B219-5EF7-DD49BAFD08A7}"/>
                </a:ext>
              </a:extLst>
            </p:cNvPr>
            <p:cNvSpPr/>
            <p:nvPr/>
          </p:nvSpPr>
          <p:spPr>
            <a:xfrm>
              <a:off x="6358658" y="282216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8" name="Oval 2787">
              <a:extLst>
                <a:ext uri="{FF2B5EF4-FFF2-40B4-BE49-F238E27FC236}">
                  <a16:creationId xmlns:a16="http://schemas.microsoft.com/office/drawing/2014/main" id="{D7054797-B837-1F17-FADB-0C88C808A26E}"/>
                </a:ext>
              </a:extLst>
            </p:cNvPr>
            <p:cNvSpPr/>
            <p:nvPr/>
          </p:nvSpPr>
          <p:spPr>
            <a:xfrm>
              <a:off x="6431425" y="280641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9" name="Oval 2788">
              <a:extLst>
                <a:ext uri="{FF2B5EF4-FFF2-40B4-BE49-F238E27FC236}">
                  <a16:creationId xmlns:a16="http://schemas.microsoft.com/office/drawing/2014/main" id="{C321FA5B-78E7-B900-C518-D617E7B8E04A}"/>
                </a:ext>
              </a:extLst>
            </p:cNvPr>
            <p:cNvSpPr/>
            <p:nvPr/>
          </p:nvSpPr>
          <p:spPr>
            <a:xfrm>
              <a:off x="6504193" y="276427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0" name="Oval 2789">
              <a:extLst>
                <a:ext uri="{FF2B5EF4-FFF2-40B4-BE49-F238E27FC236}">
                  <a16:creationId xmlns:a16="http://schemas.microsoft.com/office/drawing/2014/main" id="{00CE0D26-C79B-DA00-013F-2C586422F6F7}"/>
                </a:ext>
              </a:extLst>
            </p:cNvPr>
            <p:cNvSpPr/>
            <p:nvPr/>
          </p:nvSpPr>
          <p:spPr>
            <a:xfrm>
              <a:off x="6576961" y="271146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1" name="Oval 2790">
              <a:extLst>
                <a:ext uri="{FF2B5EF4-FFF2-40B4-BE49-F238E27FC236}">
                  <a16:creationId xmlns:a16="http://schemas.microsoft.com/office/drawing/2014/main" id="{8AA978F6-9654-2CE0-4C54-9987156DB4B8}"/>
                </a:ext>
              </a:extLst>
            </p:cNvPr>
            <p:cNvSpPr/>
            <p:nvPr/>
          </p:nvSpPr>
          <p:spPr>
            <a:xfrm>
              <a:off x="6649729" y="262685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2" name="Oval 2791">
              <a:extLst>
                <a:ext uri="{FF2B5EF4-FFF2-40B4-BE49-F238E27FC236}">
                  <a16:creationId xmlns:a16="http://schemas.microsoft.com/office/drawing/2014/main" id="{0F05285C-29EA-3A52-BAEB-17889ABB7B82}"/>
                </a:ext>
              </a:extLst>
            </p:cNvPr>
            <p:cNvSpPr/>
            <p:nvPr/>
          </p:nvSpPr>
          <p:spPr>
            <a:xfrm>
              <a:off x="6722496" y="252156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3" name="Oval 2792">
              <a:extLst>
                <a:ext uri="{FF2B5EF4-FFF2-40B4-BE49-F238E27FC236}">
                  <a16:creationId xmlns:a16="http://schemas.microsoft.com/office/drawing/2014/main" id="{A30A787C-6136-E1AC-9159-541558735790}"/>
                </a:ext>
              </a:extLst>
            </p:cNvPr>
            <p:cNvSpPr/>
            <p:nvPr/>
          </p:nvSpPr>
          <p:spPr>
            <a:xfrm>
              <a:off x="6795264" y="238315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4" name="Oval 2793">
              <a:extLst>
                <a:ext uri="{FF2B5EF4-FFF2-40B4-BE49-F238E27FC236}">
                  <a16:creationId xmlns:a16="http://schemas.microsoft.com/office/drawing/2014/main" id="{F373F88F-2BC0-3D01-3EF3-B478DB87EE43}"/>
                </a:ext>
              </a:extLst>
            </p:cNvPr>
            <p:cNvSpPr/>
            <p:nvPr/>
          </p:nvSpPr>
          <p:spPr>
            <a:xfrm>
              <a:off x="6868032" y="221719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5" name="Oval 2794">
              <a:extLst>
                <a:ext uri="{FF2B5EF4-FFF2-40B4-BE49-F238E27FC236}">
                  <a16:creationId xmlns:a16="http://schemas.microsoft.com/office/drawing/2014/main" id="{BD35B45A-F47C-464B-33F2-124722DA674F}"/>
                </a:ext>
              </a:extLst>
            </p:cNvPr>
            <p:cNvSpPr/>
            <p:nvPr/>
          </p:nvSpPr>
          <p:spPr>
            <a:xfrm>
              <a:off x="6940799" y="200597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6" name="Oval 2795">
              <a:extLst>
                <a:ext uri="{FF2B5EF4-FFF2-40B4-BE49-F238E27FC236}">
                  <a16:creationId xmlns:a16="http://schemas.microsoft.com/office/drawing/2014/main" id="{D0205048-E213-0907-9EDA-42D5DD15828B}"/>
                </a:ext>
              </a:extLst>
            </p:cNvPr>
            <p:cNvSpPr/>
            <p:nvPr/>
          </p:nvSpPr>
          <p:spPr>
            <a:xfrm>
              <a:off x="7013567" y="185657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7" name="Oval 2796">
              <a:extLst>
                <a:ext uri="{FF2B5EF4-FFF2-40B4-BE49-F238E27FC236}">
                  <a16:creationId xmlns:a16="http://schemas.microsoft.com/office/drawing/2014/main" id="{A0E8FB5A-E93A-4374-CA5B-E2639BB8967B}"/>
                </a:ext>
              </a:extLst>
            </p:cNvPr>
            <p:cNvSpPr/>
            <p:nvPr/>
          </p:nvSpPr>
          <p:spPr>
            <a:xfrm>
              <a:off x="7086330" y="169931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8" name="Oval 2797">
              <a:extLst>
                <a:ext uri="{FF2B5EF4-FFF2-40B4-BE49-F238E27FC236}">
                  <a16:creationId xmlns:a16="http://schemas.microsoft.com/office/drawing/2014/main" id="{01399437-B635-4C1C-0513-C51BC9810C66}"/>
                </a:ext>
              </a:extLst>
            </p:cNvPr>
            <p:cNvSpPr/>
            <p:nvPr/>
          </p:nvSpPr>
          <p:spPr>
            <a:xfrm>
              <a:off x="7159100" y="155762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9" name="Oval 2798">
              <a:extLst>
                <a:ext uri="{FF2B5EF4-FFF2-40B4-BE49-F238E27FC236}">
                  <a16:creationId xmlns:a16="http://schemas.microsoft.com/office/drawing/2014/main" id="{68309337-C562-3362-29C5-61C375F025F5}"/>
                </a:ext>
              </a:extLst>
            </p:cNvPr>
            <p:cNvSpPr/>
            <p:nvPr/>
          </p:nvSpPr>
          <p:spPr>
            <a:xfrm>
              <a:off x="7231871" y="149989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0" name="Oval 2799">
              <a:extLst>
                <a:ext uri="{FF2B5EF4-FFF2-40B4-BE49-F238E27FC236}">
                  <a16:creationId xmlns:a16="http://schemas.microsoft.com/office/drawing/2014/main" id="{201C222A-09B5-C6EA-5D21-FDC614A179EA}"/>
                </a:ext>
              </a:extLst>
            </p:cNvPr>
            <p:cNvSpPr/>
            <p:nvPr/>
          </p:nvSpPr>
          <p:spPr>
            <a:xfrm>
              <a:off x="7304642" y="147529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1" name="Oval 2800">
              <a:extLst>
                <a:ext uri="{FF2B5EF4-FFF2-40B4-BE49-F238E27FC236}">
                  <a16:creationId xmlns:a16="http://schemas.microsoft.com/office/drawing/2014/main" id="{EA42F160-B6EF-9881-A6C0-D41FB3FF445E}"/>
                </a:ext>
              </a:extLst>
            </p:cNvPr>
            <p:cNvSpPr/>
            <p:nvPr/>
          </p:nvSpPr>
          <p:spPr>
            <a:xfrm>
              <a:off x="7377403" y="148513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2" name="Oval 2801">
              <a:extLst>
                <a:ext uri="{FF2B5EF4-FFF2-40B4-BE49-F238E27FC236}">
                  <a16:creationId xmlns:a16="http://schemas.microsoft.com/office/drawing/2014/main" id="{42281464-7843-07FC-60EF-6637C64A6128}"/>
                </a:ext>
              </a:extLst>
            </p:cNvPr>
            <p:cNvSpPr/>
            <p:nvPr/>
          </p:nvSpPr>
          <p:spPr>
            <a:xfrm>
              <a:off x="7450173" y="161321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3" name="Oval 2802">
              <a:extLst>
                <a:ext uri="{FF2B5EF4-FFF2-40B4-BE49-F238E27FC236}">
                  <a16:creationId xmlns:a16="http://schemas.microsoft.com/office/drawing/2014/main" id="{87615EAF-AA7C-936F-5151-688ACD67753D}"/>
                </a:ext>
              </a:extLst>
            </p:cNvPr>
            <p:cNvSpPr/>
            <p:nvPr/>
          </p:nvSpPr>
          <p:spPr>
            <a:xfrm>
              <a:off x="7522944" y="175703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4" name="Oval 2803">
              <a:extLst>
                <a:ext uri="{FF2B5EF4-FFF2-40B4-BE49-F238E27FC236}">
                  <a16:creationId xmlns:a16="http://schemas.microsoft.com/office/drawing/2014/main" id="{5B4839C9-279B-BE5D-8979-370E18BF92B3}"/>
                </a:ext>
              </a:extLst>
            </p:cNvPr>
            <p:cNvSpPr/>
            <p:nvPr/>
          </p:nvSpPr>
          <p:spPr>
            <a:xfrm>
              <a:off x="7595705" y="192955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5" name="Oval 2804">
              <a:extLst>
                <a:ext uri="{FF2B5EF4-FFF2-40B4-BE49-F238E27FC236}">
                  <a16:creationId xmlns:a16="http://schemas.microsoft.com/office/drawing/2014/main" id="{E277E789-B843-7AA4-416B-98E64E4B5322}"/>
                </a:ext>
              </a:extLst>
            </p:cNvPr>
            <p:cNvSpPr/>
            <p:nvPr/>
          </p:nvSpPr>
          <p:spPr>
            <a:xfrm>
              <a:off x="7668476" y="207977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6" name="Oval 2805">
              <a:extLst>
                <a:ext uri="{FF2B5EF4-FFF2-40B4-BE49-F238E27FC236}">
                  <a16:creationId xmlns:a16="http://schemas.microsoft.com/office/drawing/2014/main" id="{6353C055-3FA8-2421-B101-81DA4C2DA5FD}"/>
                </a:ext>
              </a:extLst>
            </p:cNvPr>
            <p:cNvSpPr/>
            <p:nvPr/>
          </p:nvSpPr>
          <p:spPr>
            <a:xfrm>
              <a:off x="7741246" y="226065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7" name="Oval 2806">
              <a:extLst>
                <a:ext uri="{FF2B5EF4-FFF2-40B4-BE49-F238E27FC236}">
                  <a16:creationId xmlns:a16="http://schemas.microsoft.com/office/drawing/2014/main" id="{6DD5FF5A-9DA1-C13C-BE24-942DD3831D03}"/>
                </a:ext>
              </a:extLst>
            </p:cNvPr>
            <p:cNvSpPr/>
            <p:nvPr/>
          </p:nvSpPr>
          <p:spPr>
            <a:xfrm>
              <a:off x="7814007" y="239594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8" name="Oval 2807">
              <a:extLst>
                <a:ext uri="{FF2B5EF4-FFF2-40B4-BE49-F238E27FC236}">
                  <a16:creationId xmlns:a16="http://schemas.microsoft.com/office/drawing/2014/main" id="{10F5AFE7-6E08-E357-D964-7EFC9EB1A575}"/>
                </a:ext>
              </a:extLst>
            </p:cNvPr>
            <p:cNvSpPr/>
            <p:nvPr/>
          </p:nvSpPr>
          <p:spPr>
            <a:xfrm>
              <a:off x="7886778" y="252467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9" name="Oval 2808">
              <a:extLst>
                <a:ext uri="{FF2B5EF4-FFF2-40B4-BE49-F238E27FC236}">
                  <a16:creationId xmlns:a16="http://schemas.microsoft.com/office/drawing/2014/main" id="{62690DCE-EAA1-111E-E22D-B7390271A447}"/>
                </a:ext>
              </a:extLst>
            </p:cNvPr>
            <p:cNvSpPr/>
            <p:nvPr/>
          </p:nvSpPr>
          <p:spPr>
            <a:xfrm>
              <a:off x="7959548" y="260700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0" name="Oval 2809">
              <a:extLst>
                <a:ext uri="{FF2B5EF4-FFF2-40B4-BE49-F238E27FC236}">
                  <a16:creationId xmlns:a16="http://schemas.microsoft.com/office/drawing/2014/main" id="{A3F8B651-0F12-82CD-60DA-67D5C59438E7}"/>
                </a:ext>
              </a:extLst>
            </p:cNvPr>
            <p:cNvSpPr/>
            <p:nvPr/>
          </p:nvSpPr>
          <p:spPr>
            <a:xfrm>
              <a:off x="8032309" y="268769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1" name="Oval 2810">
              <a:extLst>
                <a:ext uri="{FF2B5EF4-FFF2-40B4-BE49-F238E27FC236}">
                  <a16:creationId xmlns:a16="http://schemas.microsoft.com/office/drawing/2014/main" id="{3F992BB8-C086-2DB5-F17B-143775451CDC}"/>
                </a:ext>
              </a:extLst>
            </p:cNvPr>
            <p:cNvSpPr/>
            <p:nvPr/>
          </p:nvSpPr>
          <p:spPr>
            <a:xfrm>
              <a:off x="8105080" y="275361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2" name="Oval 2811">
              <a:extLst>
                <a:ext uri="{FF2B5EF4-FFF2-40B4-BE49-F238E27FC236}">
                  <a16:creationId xmlns:a16="http://schemas.microsoft.com/office/drawing/2014/main" id="{A3DC8D84-1EEB-054A-2B24-FB0725847C1E}"/>
                </a:ext>
              </a:extLst>
            </p:cNvPr>
            <p:cNvSpPr/>
            <p:nvPr/>
          </p:nvSpPr>
          <p:spPr>
            <a:xfrm>
              <a:off x="8177851" y="278264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3" name="Oval 2812">
              <a:extLst>
                <a:ext uri="{FF2B5EF4-FFF2-40B4-BE49-F238E27FC236}">
                  <a16:creationId xmlns:a16="http://schemas.microsoft.com/office/drawing/2014/main" id="{E3692140-E0C4-C017-4616-A8815492125A}"/>
                </a:ext>
              </a:extLst>
            </p:cNvPr>
            <p:cNvSpPr/>
            <p:nvPr/>
          </p:nvSpPr>
          <p:spPr>
            <a:xfrm>
              <a:off x="8250621" y="280871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4" name="Oval 2813">
              <a:extLst>
                <a:ext uri="{FF2B5EF4-FFF2-40B4-BE49-F238E27FC236}">
                  <a16:creationId xmlns:a16="http://schemas.microsoft.com/office/drawing/2014/main" id="{2DF569EE-7508-8044-DF63-8419F24F168A}"/>
                </a:ext>
              </a:extLst>
            </p:cNvPr>
            <p:cNvSpPr/>
            <p:nvPr/>
          </p:nvSpPr>
          <p:spPr>
            <a:xfrm>
              <a:off x="8323382" y="282658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5" name="Oval 2814">
              <a:extLst>
                <a:ext uri="{FF2B5EF4-FFF2-40B4-BE49-F238E27FC236}">
                  <a16:creationId xmlns:a16="http://schemas.microsoft.com/office/drawing/2014/main" id="{58164E7E-7F5C-7EB2-6314-9C5403E45EB6}"/>
                </a:ext>
              </a:extLst>
            </p:cNvPr>
            <p:cNvSpPr/>
            <p:nvPr/>
          </p:nvSpPr>
          <p:spPr>
            <a:xfrm>
              <a:off x="8396153" y="283544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16" name="Freeform 2815">
            <a:extLst>
              <a:ext uri="{FF2B5EF4-FFF2-40B4-BE49-F238E27FC236}">
                <a16:creationId xmlns:a16="http://schemas.microsoft.com/office/drawing/2014/main" id="{A6B16C1E-3788-59EA-67A7-929FC94E16F1}"/>
              </a:ext>
            </a:extLst>
          </p:cNvPr>
          <p:cNvSpPr/>
          <p:nvPr/>
        </p:nvSpPr>
        <p:spPr>
          <a:xfrm>
            <a:off x="6297775" y="1478534"/>
            <a:ext cx="2131156" cy="1366632"/>
          </a:xfrm>
          <a:custGeom>
            <a:avLst/>
            <a:gdLst>
              <a:gd name="csX0" fmla="*/ 0 w 2131156"/>
              <a:gd name="csY0" fmla="*/ 1354243 h 1366632"/>
              <a:gd name="csX1" fmla="*/ 2133 w 2131156"/>
              <a:gd name="csY1" fmla="*/ 1353891 h 1366632"/>
              <a:gd name="csX2" fmla="*/ 4266 w 2131156"/>
              <a:gd name="csY2" fmla="*/ 1353529 h 1366632"/>
              <a:gd name="csX3" fmla="*/ 6399 w 2131156"/>
              <a:gd name="csY3" fmla="*/ 1353167 h 1366632"/>
              <a:gd name="csX4" fmla="*/ 8533 w 2131156"/>
              <a:gd name="csY4" fmla="*/ 1352794 h 1366632"/>
              <a:gd name="csX5" fmla="*/ 10667 w 2131156"/>
              <a:gd name="csY5" fmla="*/ 1352422 h 1366632"/>
              <a:gd name="csX6" fmla="*/ 12800 w 2131156"/>
              <a:gd name="csY6" fmla="*/ 1352039 h 1366632"/>
              <a:gd name="csX7" fmla="*/ 14933 w 2131156"/>
              <a:gd name="csY7" fmla="*/ 1351645 h 1366632"/>
              <a:gd name="csX8" fmla="*/ 17066 w 2131156"/>
              <a:gd name="csY8" fmla="*/ 1351252 h 1366632"/>
              <a:gd name="csX9" fmla="*/ 19199 w 2131156"/>
              <a:gd name="csY9" fmla="*/ 1350848 h 1366632"/>
              <a:gd name="csX10" fmla="*/ 21332 w 2131156"/>
              <a:gd name="csY10" fmla="*/ 1350445 h 1366632"/>
              <a:gd name="csX11" fmla="*/ 23466 w 2131156"/>
              <a:gd name="csY11" fmla="*/ 1350031 h 1366632"/>
              <a:gd name="csX12" fmla="*/ 25600 w 2131156"/>
              <a:gd name="csY12" fmla="*/ 1349617 h 1366632"/>
              <a:gd name="csX13" fmla="*/ 27733 w 2131156"/>
              <a:gd name="csY13" fmla="*/ 1349182 h 1366632"/>
              <a:gd name="csX14" fmla="*/ 29866 w 2131156"/>
              <a:gd name="csY14" fmla="*/ 1348758 h 1366632"/>
              <a:gd name="csX15" fmla="*/ 31999 w 2131156"/>
              <a:gd name="csY15" fmla="*/ 1348313 h 1366632"/>
              <a:gd name="csX16" fmla="*/ 34132 w 2131156"/>
              <a:gd name="csY16" fmla="*/ 1347868 h 1366632"/>
              <a:gd name="csX17" fmla="*/ 36265 w 2131156"/>
              <a:gd name="csY17" fmla="*/ 1347412 h 1366632"/>
              <a:gd name="csX18" fmla="*/ 38398 w 2131156"/>
              <a:gd name="csY18" fmla="*/ 1346957 h 1366632"/>
              <a:gd name="csX19" fmla="*/ 40533 w 2131156"/>
              <a:gd name="csY19" fmla="*/ 1346491 h 1366632"/>
              <a:gd name="csX20" fmla="*/ 42666 w 2131156"/>
              <a:gd name="csY20" fmla="*/ 1346015 h 1366632"/>
              <a:gd name="csX21" fmla="*/ 44799 w 2131156"/>
              <a:gd name="csY21" fmla="*/ 1345529 h 1366632"/>
              <a:gd name="csX22" fmla="*/ 46932 w 2131156"/>
              <a:gd name="csY22" fmla="*/ 1345042 h 1366632"/>
              <a:gd name="csX23" fmla="*/ 49065 w 2131156"/>
              <a:gd name="csY23" fmla="*/ 1344545 h 1366632"/>
              <a:gd name="csX24" fmla="*/ 51198 w 2131156"/>
              <a:gd name="csY24" fmla="*/ 1344038 h 1366632"/>
              <a:gd name="csX25" fmla="*/ 53333 w 2131156"/>
              <a:gd name="csY25" fmla="*/ 1343531 h 1366632"/>
              <a:gd name="csX26" fmla="*/ 55466 w 2131156"/>
              <a:gd name="csY26" fmla="*/ 1343013 h 1366632"/>
              <a:gd name="csX27" fmla="*/ 57599 w 2131156"/>
              <a:gd name="csY27" fmla="*/ 1342486 h 1366632"/>
              <a:gd name="csX28" fmla="*/ 59732 w 2131156"/>
              <a:gd name="csY28" fmla="*/ 1341947 h 1366632"/>
              <a:gd name="csX29" fmla="*/ 61865 w 2131156"/>
              <a:gd name="csY29" fmla="*/ 1341409 h 1366632"/>
              <a:gd name="csX30" fmla="*/ 63998 w 2131156"/>
              <a:gd name="csY30" fmla="*/ 1340861 h 1366632"/>
              <a:gd name="csX31" fmla="*/ 66131 w 2131156"/>
              <a:gd name="csY31" fmla="*/ 1340302 h 1366632"/>
              <a:gd name="csX32" fmla="*/ 68265 w 2131156"/>
              <a:gd name="csY32" fmla="*/ 1339733 h 1366632"/>
              <a:gd name="csX33" fmla="*/ 70399 w 2131156"/>
              <a:gd name="csY33" fmla="*/ 1339163 h 1366632"/>
              <a:gd name="csX34" fmla="*/ 72532 w 2131156"/>
              <a:gd name="csY34" fmla="*/ 1338573 h 1366632"/>
              <a:gd name="csX35" fmla="*/ 74665 w 2131156"/>
              <a:gd name="csY35" fmla="*/ 1337983 h 1366632"/>
              <a:gd name="csX36" fmla="*/ 76798 w 2131156"/>
              <a:gd name="csY36" fmla="*/ 1337383 h 1366632"/>
              <a:gd name="csX37" fmla="*/ 78931 w 2131156"/>
              <a:gd name="csY37" fmla="*/ 1336772 h 1366632"/>
              <a:gd name="csX38" fmla="*/ 81064 w 2131156"/>
              <a:gd name="csY38" fmla="*/ 1336162 h 1366632"/>
              <a:gd name="csX39" fmla="*/ 83198 w 2131156"/>
              <a:gd name="csY39" fmla="*/ 1335530 h 1366632"/>
              <a:gd name="csX40" fmla="*/ 85332 w 2131156"/>
              <a:gd name="csY40" fmla="*/ 1334899 h 1366632"/>
              <a:gd name="csX41" fmla="*/ 87465 w 2131156"/>
              <a:gd name="csY41" fmla="*/ 1334257 h 1366632"/>
              <a:gd name="csX42" fmla="*/ 89598 w 2131156"/>
              <a:gd name="csY42" fmla="*/ 1333595 h 1366632"/>
              <a:gd name="csX43" fmla="*/ 91731 w 2131156"/>
              <a:gd name="csY43" fmla="*/ 1332933 h 1366632"/>
              <a:gd name="csX44" fmla="*/ 93864 w 2131156"/>
              <a:gd name="csY44" fmla="*/ 1332260 h 1366632"/>
              <a:gd name="csX45" fmla="*/ 95997 w 2131156"/>
              <a:gd name="csY45" fmla="*/ 1331587 h 1366632"/>
              <a:gd name="csX46" fmla="*/ 98131 w 2131156"/>
              <a:gd name="csY46" fmla="*/ 1330894 h 1366632"/>
              <a:gd name="csX47" fmla="*/ 100265 w 2131156"/>
              <a:gd name="csY47" fmla="*/ 1330190 h 1366632"/>
              <a:gd name="csX48" fmla="*/ 102398 w 2131156"/>
              <a:gd name="csY48" fmla="*/ 1329476 h 1366632"/>
              <a:gd name="csX49" fmla="*/ 104531 w 2131156"/>
              <a:gd name="csY49" fmla="*/ 1328761 h 1366632"/>
              <a:gd name="csX50" fmla="*/ 106664 w 2131156"/>
              <a:gd name="csY50" fmla="*/ 1328027 h 1366632"/>
              <a:gd name="csX51" fmla="*/ 108797 w 2131156"/>
              <a:gd name="csY51" fmla="*/ 1327292 h 1366632"/>
              <a:gd name="csX52" fmla="*/ 110930 w 2131156"/>
              <a:gd name="csY52" fmla="*/ 1326536 h 1366632"/>
              <a:gd name="csX53" fmla="*/ 113064 w 2131156"/>
              <a:gd name="csY53" fmla="*/ 1325781 h 1366632"/>
              <a:gd name="csX54" fmla="*/ 115198 w 2131156"/>
              <a:gd name="csY54" fmla="*/ 1325004 h 1366632"/>
              <a:gd name="csX55" fmla="*/ 117331 w 2131156"/>
              <a:gd name="csY55" fmla="*/ 1324218 h 1366632"/>
              <a:gd name="csX56" fmla="*/ 119464 w 2131156"/>
              <a:gd name="csY56" fmla="*/ 1323431 h 1366632"/>
              <a:gd name="csX57" fmla="*/ 121597 w 2131156"/>
              <a:gd name="csY57" fmla="*/ 1322624 h 1366632"/>
              <a:gd name="csX58" fmla="*/ 123730 w 2131156"/>
              <a:gd name="csY58" fmla="*/ 1321817 h 1366632"/>
              <a:gd name="csX59" fmla="*/ 125863 w 2131156"/>
              <a:gd name="csY59" fmla="*/ 1320989 h 1366632"/>
              <a:gd name="csX60" fmla="*/ 127997 w 2131156"/>
              <a:gd name="csY60" fmla="*/ 1320150 h 1366632"/>
              <a:gd name="csX61" fmla="*/ 130131 w 2131156"/>
              <a:gd name="csY61" fmla="*/ 1319302 h 1366632"/>
              <a:gd name="csX62" fmla="*/ 132264 w 2131156"/>
              <a:gd name="csY62" fmla="*/ 1318443 h 1366632"/>
              <a:gd name="csX63" fmla="*/ 134397 w 2131156"/>
              <a:gd name="csY63" fmla="*/ 1317573 h 1366632"/>
              <a:gd name="csX64" fmla="*/ 136530 w 2131156"/>
              <a:gd name="csY64" fmla="*/ 1316693 h 1366632"/>
              <a:gd name="csX65" fmla="*/ 138663 w 2131156"/>
              <a:gd name="csY65" fmla="*/ 1315793 h 1366632"/>
              <a:gd name="csX66" fmla="*/ 140796 w 2131156"/>
              <a:gd name="csY66" fmla="*/ 1314893 h 1366632"/>
              <a:gd name="csX67" fmla="*/ 142930 w 2131156"/>
              <a:gd name="csY67" fmla="*/ 1313971 h 1366632"/>
              <a:gd name="csX68" fmla="*/ 145064 w 2131156"/>
              <a:gd name="csY68" fmla="*/ 1313050 h 1366632"/>
              <a:gd name="csX69" fmla="*/ 147197 w 2131156"/>
              <a:gd name="csY69" fmla="*/ 1312108 h 1366632"/>
              <a:gd name="csX70" fmla="*/ 149330 w 2131156"/>
              <a:gd name="csY70" fmla="*/ 1311156 h 1366632"/>
              <a:gd name="csX71" fmla="*/ 151463 w 2131156"/>
              <a:gd name="csY71" fmla="*/ 1310183 h 1366632"/>
              <a:gd name="csX72" fmla="*/ 153596 w 2131156"/>
              <a:gd name="csY72" fmla="*/ 1309210 h 1366632"/>
              <a:gd name="csX73" fmla="*/ 155730 w 2131156"/>
              <a:gd name="csY73" fmla="*/ 1308217 h 1366632"/>
              <a:gd name="csX74" fmla="*/ 157863 w 2131156"/>
              <a:gd name="csY74" fmla="*/ 1307213 h 1366632"/>
              <a:gd name="csX75" fmla="*/ 159996 w 2131156"/>
              <a:gd name="csY75" fmla="*/ 1306199 h 1366632"/>
              <a:gd name="csX76" fmla="*/ 162130 w 2131156"/>
              <a:gd name="csY76" fmla="*/ 1305164 h 1366632"/>
              <a:gd name="csX77" fmla="*/ 164263 w 2131156"/>
              <a:gd name="csY77" fmla="*/ 1304129 h 1366632"/>
              <a:gd name="csX78" fmla="*/ 166396 w 2131156"/>
              <a:gd name="csY78" fmla="*/ 1303073 h 1366632"/>
              <a:gd name="csX79" fmla="*/ 168529 w 2131156"/>
              <a:gd name="csY79" fmla="*/ 1302007 h 1366632"/>
              <a:gd name="csX80" fmla="*/ 170663 w 2131156"/>
              <a:gd name="csY80" fmla="*/ 1300920 h 1366632"/>
              <a:gd name="csX81" fmla="*/ 172796 w 2131156"/>
              <a:gd name="csY81" fmla="*/ 1299823 h 1366632"/>
              <a:gd name="csX82" fmla="*/ 174929 w 2131156"/>
              <a:gd name="csY82" fmla="*/ 1298716 h 1366632"/>
              <a:gd name="csX83" fmla="*/ 177063 w 2131156"/>
              <a:gd name="csY83" fmla="*/ 1297598 h 1366632"/>
              <a:gd name="csX84" fmla="*/ 179196 w 2131156"/>
              <a:gd name="csY84" fmla="*/ 1296459 h 1366632"/>
              <a:gd name="csX85" fmla="*/ 181329 w 2131156"/>
              <a:gd name="csY85" fmla="*/ 1295310 h 1366632"/>
              <a:gd name="csX86" fmla="*/ 183462 w 2131156"/>
              <a:gd name="csY86" fmla="*/ 1294141 h 1366632"/>
              <a:gd name="csX87" fmla="*/ 185596 w 2131156"/>
              <a:gd name="csY87" fmla="*/ 1292961 h 1366632"/>
              <a:gd name="csX88" fmla="*/ 187729 w 2131156"/>
              <a:gd name="csY88" fmla="*/ 1291771 h 1366632"/>
              <a:gd name="csX89" fmla="*/ 189862 w 2131156"/>
              <a:gd name="csY89" fmla="*/ 1290560 h 1366632"/>
              <a:gd name="csX90" fmla="*/ 191996 w 2131156"/>
              <a:gd name="csY90" fmla="*/ 1289338 h 1366632"/>
              <a:gd name="csX91" fmla="*/ 194129 w 2131156"/>
              <a:gd name="csY91" fmla="*/ 1288096 h 1366632"/>
              <a:gd name="csX92" fmla="*/ 196262 w 2131156"/>
              <a:gd name="csY92" fmla="*/ 1286854 h 1366632"/>
              <a:gd name="csX93" fmla="*/ 198395 w 2131156"/>
              <a:gd name="csY93" fmla="*/ 1285581 h 1366632"/>
              <a:gd name="csX94" fmla="*/ 200529 w 2131156"/>
              <a:gd name="csY94" fmla="*/ 1284298 h 1366632"/>
              <a:gd name="csX95" fmla="*/ 202662 w 2131156"/>
              <a:gd name="csY95" fmla="*/ 1283004 h 1366632"/>
              <a:gd name="csX96" fmla="*/ 204795 w 2131156"/>
              <a:gd name="csY96" fmla="*/ 1281690 h 1366632"/>
              <a:gd name="csX97" fmla="*/ 206929 w 2131156"/>
              <a:gd name="csY97" fmla="*/ 1280365 h 1366632"/>
              <a:gd name="csX98" fmla="*/ 209062 w 2131156"/>
              <a:gd name="csY98" fmla="*/ 1279019 h 1366632"/>
              <a:gd name="csX99" fmla="*/ 211195 w 2131156"/>
              <a:gd name="csY99" fmla="*/ 1277664 h 1366632"/>
              <a:gd name="csX100" fmla="*/ 213328 w 2131156"/>
              <a:gd name="csY100" fmla="*/ 1276287 h 1366632"/>
              <a:gd name="csX101" fmla="*/ 215462 w 2131156"/>
              <a:gd name="csY101" fmla="*/ 1274890 h 1366632"/>
              <a:gd name="csX102" fmla="*/ 217595 w 2131156"/>
              <a:gd name="csY102" fmla="*/ 1273493 h 1366632"/>
              <a:gd name="csX103" fmla="*/ 219728 w 2131156"/>
              <a:gd name="csY103" fmla="*/ 1272064 h 1366632"/>
              <a:gd name="csX104" fmla="*/ 221861 w 2131156"/>
              <a:gd name="csY104" fmla="*/ 1270626 h 1366632"/>
              <a:gd name="csX105" fmla="*/ 223995 w 2131156"/>
              <a:gd name="csY105" fmla="*/ 1269166 h 1366632"/>
              <a:gd name="csX106" fmla="*/ 226128 w 2131156"/>
              <a:gd name="csY106" fmla="*/ 1267697 h 1366632"/>
              <a:gd name="csX107" fmla="*/ 228261 w 2131156"/>
              <a:gd name="csY107" fmla="*/ 1266206 h 1366632"/>
              <a:gd name="csX108" fmla="*/ 230395 w 2131156"/>
              <a:gd name="csY108" fmla="*/ 1264705 h 1366632"/>
              <a:gd name="csX109" fmla="*/ 232528 w 2131156"/>
              <a:gd name="csY109" fmla="*/ 1263184 h 1366632"/>
              <a:gd name="csX110" fmla="*/ 234661 w 2131156"/>
              <a:gd name="csY110" fmla="*/ 1261642 h 1366632"/>
              <a:gd name="csX111" fmla="*/ 236794 w 2131156"/>
              <a:gd name="csY111" fmla="*/ 1260089 h 1366632"/>
              <a:gd name="csX112" fmla="*/ 238928 w 2131156"/>
              <a:gd name="csY112" fmla="*/ 1258516 h 1366632"/>
              <a:gd name="csX113" fmla="*/ 241061 w 2131156"/>
              <a:gd name="csY113" fmla="*/ 1256922 h 1366632"/>
              <a:gd name="csX114" fmla="*/ 243195 w 2131156"/>
              <a:gd name="csY114" fmla="*/ 1255308 h 1366632"/>
              <a:gd name="csX115" fmla="*/ 245328 w 2131156"/>
              <a:gd name="csY115" fmla="*/ 1253683 h 1366632"/>
              <a:gd name="csX116" fmla="*/ 247461 w 2131156"/>
              <a:gd name="csY116" fmla="*/ 1252037 h 1366632"/>
              <a:gd name="csX117" fmla="*/ 249594 w 2131156"/>
              <a:gd name="csY117" fmla="*/ 1250381 h 1366632"/>
              <a:gd name="csX118" fmla="*/ 251727 w 2131156"/>
              <a:gd name="csY118" fmla="*/ 1248704 h 1366632"/>
              <a:gd name="csX119" fmla="*/ 253861 w 2131156"/>
              <a:gd name="csY119" fmla="*/ 1247007 h 1366632"/>
              <a:gd name="csX120" fmla="*/ 255994 w 2131156"/>
              <a:gd name="csY120" fmla="*/ 1245289 h 1366632"/>
              <a:gd name="csX121" fmla="*/ 258128 w 2131156"/>
              <a:gd name="csY121" fmla="*/ 1243550 h 1366632"/>
              <a:gd name="csX122" fmla="*/ 260261 w 2131156"/>
              <a:gd name="csY122" fmla="*/ 1241801 h 1366632"/>
              <a:gd name="csX123" fmla="*/ 262394 w 2131156"/>
              <a:gd name="csY123" fmla="*/ 1240031 h 1366632"/>
              <a:gd name="csX124" fmla="*/ 264527 w 2131156"/>
              <a:gd name="csY124" fmla="*/ 1238240 h 1366632"/>
              <a:gd name="csX125" fmla="*/ 266660 w 2131156"/>
              <a:gd name="csY125" fmla="*/ 1236429 h 1366632"/>
              <a:gd name="csX126" fmla="*/ 268794 w 2131156"/>
              <a:gd name="csY126" fmla="*/ 1234608 h 1366632"/>
              <a:gd name="csX127" fmla="*/ 270927 w 2131156"/>
              <a:gd name="csY127" fmla="*/ 1232755 h 1366632"/>
              <a:gd name="csX128" fmla="*/ 273061 w 2131156"/>
              <a:gd name="csY128" fmla="*/ 1230892 h 1366632"/>
              <a:gd name="csX129" fmla="*/ 275194 w 2131156"/>
              <a:gd name="csY129" fmla="*/ 1229008 h 1366632"/>
              <a:gd name="csX130" fmla="*/ 277327 w 2131156"/>
              <a:gd name="csY130" fmla="*/ 1227104 h 1366632"/>
              <a:gd name="csX131" fmla="*/ 279460 w 2131156"/>
              <a:gd name="csY131" fmla="*/ 1225179 h 1366632"/>
              <a:gd name="csX132" fmla="*/ 281593 w 2131156"/>
              <a:gd name="csY132" fmla="*/ 1223243 h 1366632"/>
              <a:gd name="csX133" fmla="*/ 283727 w 2131156"/>
              <a:gd name="csY133" fmla="*/ 1221277 h 1366632"/>
              <a:gd name="csX134" fmla="*/ 285860 w 2131156"/>
              <a:gd name="csY134" fmla="*/ 1219300 h 1366632"/>
              <a:gd name="csX135" fmla="*/ 287994 w 2131156"/>
              <a:gd name="csY135" fmla="*/ 1217292 h 1366632"/>
              <a:gd name="csX136" fmla="*/ 290127 w 2131156"/>
              <a:gd name="csY136" fmla="*/ 1215274 h 1366632"/>
              <a:gd name="csX137" fmla="*/ 292260 w 2131156"/>
              <a:gd name="csY137" fmla="*/ 1213235 h 1366632"/>
              <a:gd name="csX138" fmla="*/ 294393 w 2131156"/>
              <a:gd name="csY138" fmla="*/ 1211165 h 1366632"/>
              <a:gd name="csX139" fmla="*/ 296526 w 2131156"/>
              <a:gd name="csY139" fmla="*/ 1209085 h 1366632"/>
              <a:gd name="csX140" fmla="*/ 298660 w 2131156"/>
              <a:gd name="csY140" fmla="*/ 1206984 h 1366632"/>
              <a:gd name="csX141" fmla="*/ 300793 w 2131156"/>
              <a:gd name="csY141" fmla="*/ 1204862 h 1366632"/>
              <a:gd name="csX142" fmla="*/ 302927 w 2131156"/>
              <a:gd name="csY142" fmla="*/ 1202719 h 1366632"/>
              <a:gd name="csX143" fmla="*/ 305060 w 2131156"/>
              <a:gd name="csY143" fmla="*/ 1200556 h 1366632"/>
              <a:gd name="csX144" fmla="*/ 307193 w 2131156"/>
              <a:gd name="csY144" fmla="*/ 1198372 h 1366632"/>
              <a:gd name="csX145" fmla="*/ 309326 w 2131156"/>
              <a:gd name="csY145" fmla="*/ 1196168 h 1366632"/>
              <a:gd name="csX146" fmla="*/ 311459 w 2131156"/>
              <a:gd name="csY146" fmla="*/ 1193942 h 1366632"/>
              <a:gd name="csX147" fmla="*/ 313592 w 2131156"/>
              <a:gd name="csY147" fmla="*/ 1191697 h 1366632"/>
              <a:gd name="csX148" fmla="*/ 315726 w 2131156"/>
              <a:gd name="csY148" fmla="*/ 1189430 h 1366632"/>
              <a:gd name="csX149" fmla="*/ 317860 w 2131156"/>
              <a:gd name="csY149" fmla="*/ 1187132 h 1366632"/>
              <a:gd name="csX150" fmla="*/ 319993 w 2131156"/>
              <a:gd name="csY150" fmla="*/ 1184824 h 1366632"/>
              <a:gd name="csX151" fmla="*/ 322126 w 2131156"/>
              <a:gd name="csY151" fmla="*/ 1182495 h 1366632"/>
              <a:gd name="csX152" fmla="*/ 324259 w 2131156"/>
              <a:gd name="csY152" fmla="*/ 1180146 h 1366632"/>
              <a:gd name="csX153" fmla="*/ 326392 w 2131156"/>
              <a:gd name="csY153" fmla="*/ 1177766 h 1366632"/>
              <a:gd name="csX154" fmla="*/ 328525 w 2131156"/>
              <a:gd name="csY154" fmla="*/ 1175375 h 1366632"/>
              <a:gd name="csX155" fmla="*/ 330660 w 2131156"/>
              <a:gd name="csY155" fmla="*/ 1172953 h 1366632"/>
              <a:gd name="csX156" fmla="*/ 332793 w 2131156"/>
              <a:gd name="csY156" fmla="*/ 1170510 h 1366632"/>
              <a:gd name="csX157" fmla="*/ 334926 w 2131156"/>
              <a:gd name="csY157" fmla="*/ 1168047 h 1366632"/>
              <a:gd name="csX158" fmla="*/ 337059 w 2131156"/>
              <a:gd name="csY158" fmla="*/ 1165563 h 1366632"/>
              <a:gd name="csX159" fmla="*/ 339192 w 2131156"/>
              <a:gd name="csY159" fmla="*/ 1163058 h 1366632"/>
              <a:gd name="csX160" fmla="*/ 341325 w 2131156"/>
              <a:gd name="csY160" fmla="*/ 1160533 h 1366632"/>
              <a:gd name="csX161" fmla="*/ 343458 w 2131156"/>
              <a:gd name="csY161" fmla="*/ 1157987 h 1366632"/>
              <a:gd name="csX162" fmla="*/ 345593 w 2131156"/>
              <a:gd name="csY162" fmla="*/ 1155409 h 1366632"/>
              <a:gd name="csX163" fmla="*/ 347726 w 2131156"/>
              <a:gd name="csY163" fmla="*/ 1152822 h 1366632"/>
              <a:gd name="csX164" fmla="*/ 349859 w 2131156"/>
              <a:gd name="csY164" fmla="*/ 1150204 h 1366632"/>
              <a:gd name="csX165" fmla="*/ 351992 w 2131156"/>
              <a:gd name="csY165" fmla="*/ 1147564 h 1366632"/>
              <a:gd name="csX166" fmla="*/ 354125 w 2131156"/>
              <a:gd name="csY166" fmla="*/ 1144904 h 1366632"/>
              <a:gd name="csX167" fmla="*/ 356258 w 2131156"/>
              <a:gd name="csY167" fmla="*/ 1142224 h 1366632"/>
              <a:gd name="csX168" fmla="*/ 358391 w 2131156"/>
              <a:gd name="csY168" fmla="*/ 1139512 h 1366632"/>
              <a:gd name="csX169" fmla="*/ 360526 w 2131156"/>
              <a:gd name="csY169" fmla="*/ 1136779 h 1366632"/>
              <a:gd name="csX170" fmla="*/ 362659 w 2131156"/>
              <a:gd name="csY170" fmla="*/ 1134037 h 1366632"/>
              <a:gd name="csX171" fmla="*/ 364792 w 2131156"/>
              <a:gd name="csY171" fmla="*/ 1131263 h 1366632"/>
              <a:gd name="csX172" fmla="*/ 366925 w 2131156"/>
              <a:gd name="csY172" fmla="*/ 1128458 h 1366632"/>
              <a:gd name="csX173" fmla="*/ 369058 w 2131156"/>
              <a:gd name="csY173" fmla="*/ 1125643 h 1366632"/>
              <a:gd name="csX174" fmla="*/ 371191 w 2131156"/>
              <a:gd name="csY174" fmla="*/ 1122797 h 1366632"/>
              <a:gd name="csX175" fmla="*/ 373324 w 2131156"/>
              <a:gd name="csY175" fmla="*/ 1119930 h 1366632"/>
              <a:gd name="csX176" fmla="*/ 375459 w 2131156"/>
              <a:gd name="csY176" fmla="*/ 1117042 h 1366632"/>
              <a:gd name="csX177" fmla="*/ 377592 w 2131156"/>
              <a:gd name="csY177" fmla="*/ 1114134 h 1366632"/>
              <a:gd name="csX178" fmla="*/ 379725 w 2131156"/>
              <a:gd name="csY178" fmla="*/ 1111194 h 1366632"/>
              <a:gd name="csX179" fmla="*/ 381858 w 2131156"/>
              <a:gd name="csY179" fmla="*/ 1108245 h 1366632"/>
              <a:gd name="csX180" fmla="*/ 383991 w 2131156"/>
              <a:gd name="csY180" fmla="*/ 1105264 h 1366632"/>
              <a:gd name="csX181" fmla="*/ 386124 w 2131156"/>
              <a:gd name="csY181" fmla="*/ 1102252 h 1366632"/>
              <a:gd name="csX182" fmla="*/ 388257 w 2131156"/>
              <a:gd name="csY182" fmla="*/ 1099230 h 1366632"/>
              <a:gd name="csX183" fmla="*/ 390392 w 2131156"/>
              <a:gd name="csY183" fmla="*/ 1096176 h 1366632"/>
              <a:gd name="csX184" fmla="*/ 392525 w 2131156"/>
              <a:gd name="csY184" fmla="*/ 1093103 h 1366632"/>
              <a:gd name="csX185" fmla="*/ 394658 w 2131156"/>
              <a:gd name="csY185" fmla="*/ 1090008 h 1366632"/>
              <a:gd name="csX186" fmla="*/ 396791 w 2131156"/>
              <a:gd name="csY186" fmla="*/ 1086893 h 1366632"/>
              <a:gd name="csX187" fmla="*/ 398924 w 2131156"/>
              <a:gd name="csY187" fmla="*/ 1083746 h 1366632"/>
              <a:gd name="csX188" fmla="*/ 401057 w 2131156"/>
              <a:gd name="csY188" fmla="*/ 1080579 h 1366632"/>
              <a:gd name="csX189" fmla="*/ 403190 w 2131156"/>
              <a:gd name="csY189" fmla="*/ 1077391 h 1366632"/>
              <a:gd name="csX190" fmla="*/ 405324 w 2131156"/>
              <a:gd name="csY190" fmla="*/ 1074172 h 1366632"/>
              <a:gd name="csX191" fmla="*/ 407458 w 2131156"/>
              <a:gd name="csY191" fmla="*/ 1070943 h 1366632"/>
              <a:gd name="csX192" fmla="*/ 409591 w 2131156"/>
              <a:gd name="csY192" fmla="*/ 1067683 h 1366632"/>
              <a:gd name="csX193" fmla="*/ 411724 w 2131156"/>
              <a:gd name="csY193" fmla="*/ 1064392 h 1366632"/>
              <a:gd name="csX194" fmla="*/ 413857 w 2131156"/>
              <a:gd name="csY194" fmla="*/ 1061090 h 1366632"/>
              <a:gd name="csX195" fmla="*/ 415990 w 2131156"/>
              <a:gd name="csY195" fmla="*/ 1057757 h 1366632"/>
              <a:gd name="csX196" fmla="*/ 418124 w 2131156"/>
              <a:gd name="csY196" fmla="*/ 1054404 h 1366632"/>
              <a:gd name="csX197" fmla="*/ 420257 w 2131156"/>
              <a:gd name="csY197" fmla="*/ 1051030 h 1366632"/>
              <a:gd name="csX198" fmla="*/ 422391 w 2131156"/>
              <a:gd name="csY198" fmla="*/ 1047635 h 1366632"/>
              <a:gd name="csX199" fmla="*/ 424524 w 2131156"/>
              <a:gd name="csY199" fmla="*/ 1044209 h 1366632"/>
              <a:gd name="csX200" fmla="*/ 426657 w 2131156"/>
              <a:gd name="csY200" fmla="*/ 1040763 h 1366632"/>
              <a:gd name="csX201" fmla="*/ 428790 w 2131156"/>
              <a:gd name="csY201" fmla="*/ 1037295 h 1366632"/>
              <a:gd name="csX202" fmla="*/ 430923 w 2131156"/>
              <a:gd name="csY202" fmla="*/ 1033797 h 1366632"/>
              <a:gd name="csX203" fmla="*/ 433057 w 2131156"/>
              <a:gd name="csY203" fmla="*/ 1030288 h 1366632"/>
              <a:gd name="csX204" fmla="*/ 435190 w 2131156"/>
              <a:gd name="csY204" fmla="*/ 1026749 h 1366632"/>
              <a:gd name="csX205" fmla="*/ 437324 w 2131156"/>
              <a:gd name="csY205" fmla="*/ 1023178 h 1366632"/>
              <a:gd name="csX206" fmla="*/ 439457 w 2131156"/>
              <a:gd name="csY206" fmla="*/ 1019597 h 1366632"/>
              <a:gd name="csX207" fmla="*/ 441590 w 2131156"/>
              <a:gd name="csY207" fmla="*/ 1015985 h 1366632"/>
              <a:gd name="csX208" fmla="*/ 443723 w 2131156"/>
              <a:gd name="csY208" fmla="*/ 1012362 h 1366632"/>
              <a:gd name="csX209" fmla="*/ 445856 w 2131156"/>
              <a:gd name="csY209" fmla="*/ 1008709 h 1366632"/>
              <a:gd name="csX210" fmla="*/ 447990 w 2131156"/>
              <a:gd name="csY210" fmla="*/ 1005024 h 1366632"/>
              <a:gd name="csX211" fmla="*/ 450123 w 2131156"/>
              <a:gd name="csY211" fmla="*/ 1001329 h 1366632"/>
              <a:gd name="csX212" fmla="*/ 452257 w 2131156"/>
              <a:gd name="csY212" fmla="*/ 997603 h 1366632"/>
              <a:gd name="csX213" fmla="*/ 454390 w 2131156"/>
              <a:gd name="csY213" fmla="*/ 993856 h 1366632"/>
              <a:gd name="csX214" fmla="*/ 456523 w 2131156"/>
              <a:gd name="csY214" fmla="*/ 990089 h 1366632"/>
              <a:gd name="csX215" fmla="*/ 458656 w 2131156"/>
              <a:gd name="csY215" fmla="*/ 986301 h 1366632"/>
              <a:gd name="csX216" fmla="*/ 460789 w 2131156"/>
              <a:gd name="csY216" fmla="*/ 982485 h 1366632"/>
              <a:gd name="csX217" fmla="*/ 462923 w 2131156"/>
              <a:gd name="csY217" fmla="*/ 978649 h 1366632"/>
              <a:gd name="csX218" fmla="*/ 465056 w 2131156"/>
              <a:gd name="csY218" fmla="*/ 974791 h 1366632"/>
              <a:gd name="csX219" fmla="*/ 467190 w 2131156"/>
              <a:gd name="csY219" fmla="*/ 970909 h 1366632"/>
              <a:gd name="csX220" fmla="*/ 469323 w 2131156"/>
              <a:gd name="csY220" fmla="*/ 967006 h 1366632"/>
              <a:gd name="csX221" fmla="*/ 471456 w 2131156"/>
              <a:gd name="csY221" fmla="*/ 963081 h 1366632"/>
              <a:gd name="csX222" fmla="*/ 473589 w 2131156"/>
              <a:gd name="csY222" fmla="*/ 959133 h 1366632"/>
              <a:gd name="csX223" fmla="*/ 475722 w 2131156"/>
              <a:gd name="csY223" fmla="*/ 955164 h 1366632"/>
              <a:gd name="csX224" fmla="*/ 477856 w 2131156"/>
              <a:gd name="csY224" fmla="*/ 951173 h 1366632"/>
              <a:gd name="csX225" fmla="*/ 479989 w 2131156"/>
              <a:gd name="csY225" fmla="*/ 947159 h 1366632"/>
              <a:gd name="csX226" fmla="*/ 482122 w 2131156"/>
              <a:gd name="csY226" fmla="*/ 943125 h 1366632"/>
              <a:gd name="csX227" fmla="*/ 484256 w 2131156"/>
              <a:gd name="csY227" fmla="*/ 939068 h 1366632"/>
              <a:gd name="csX228" fmla="*/ 486389 w 2131156"/>
              <a:gd name="csY228" fmla="*/ 934990 h 1366632"/>
              <a:gd name="csX229" fmla="*/ 488522 w 2131156"/>
              <a:gd name="csY229" fmla="*/ 930890 h 1366632"/>
              <a:gd name="csX230" fmla="*/ 490655 w 2131156"/>
              <a:gd name="csY230" fmla="*/ 926770 h 1366632"/>
              <a:gd name="csX231" fmla="*/ 492789 w 2131156"/>
              <a:gd name="csY231" fmla="*/ 922628 h 1366632"/>
              <a:gd name="csX232" fmla="*/ 494922 w 2131156"/>
              <a:gd name="csY232" fmla="*/ 918464 h 1366632"/>
              <a:gd name="csX233" fmla="*/ 497056 w 2131156"/>
              <a:gd name="csY233" fmla="*/ 914280 h 1366632"/>
              <a:gd name="csX234" fmla="*/ 499189 w 2131156"/>
              <a:gd name="csY234" fmla="*/ 910075 h 1366632"/>
              <a:gd name="csX235" fmla="*/ 501322 w 2131156"/>
              <a:gd name="csY235" fmla="*/ 905850 h 1366632"/>
              <a:gd name="csX236" fmla="*/ 503455 w 2131156"/>
              <a:gd name="csY236" fmla="*/ 901604 h 1366632"/>
              <a:gd name="csX237" fmla="*/ 505588 w 2131156"/>
              <a:gd name="csY237" fmla="*/ 897338 h 1366632"/>
              <a:gd name="csX238" fmla="*/ 507722 w 2131156"/>
              <a:gd name="csY238" fmla="*/ 893051 h 1366632"/>
              <a:gd name="csX239" fmla="*/ 509855 w 2131156"/>
              <a:gd name="csY239" fmla="*/ 888744 h 1366632"/>
              <a:gd name="csX240" fmla="*/ 511988 w 2131156"/>
              <a:gd name="csY240" fmla="*/ 884418 h 1366632"/>
              <a:gd name="csX241" fmla="*/ 514122 w 2131156"/>
              <a:gd name="csY241" fmla="*/ 880071 h 1366632"/>
              <a:gd name="csX242" fmla="*/ 516255 w 2131156"/>
              <a:gd name="csY242" fmla="*/ 875705 h 1366632"/>
              <a:gd name="csX243" fmla="*/ 518388 w 2131156"/>
              <a:gd name="csY243" fmla="*/ 871319 h 1366632"/>
              <a:gd name="csX244" fmla="*/ 520522 w 2131156"/>
              <a:gd name="csY244" fmla="*/ 866914 h 1366632"/>
              <a:gd name="csX245" fmla="*/ 522655 w 2131156"/>
              <a:gd name="csY245" fmla="*/ 862489 h 1366632"/>
              <a:gd name="csX246" fmla="*/ 524788 w 2131156"/>
              <a:gd name="csY246" fmla="*/ 858046 h 1366632"/>
              <a:gd name="csX247" fmla="*/ 526921 w 2131156"/>
              <a:gd name="csY247" fmla="*/ 853584 h 1366632"/>
              <a:gd name="csX248" fmla="*/ 529055 w 2131156"/>
              <a:gd name="csY248" fmla="*/ 849104 h 1366632"/>
              <a:gd name="csX249" fmla="*/ 531188 w 2131156"/>
              <a:gd name="csY249" fmla="*/ 844604 h 1366632"/>
              <a:gd name="csX250" fmla="*/ 533321 w 2131156"/>
              <a:gd name="csY250" fmla="*/ 840087 h 1366632"/>
              <a:gd name="csX251" fmla="*/ 535455 w 2131156"/>
              <a:gd name="csY251" fmla="*/ 835551 h 1366632"/>
              <a:gd name="csX252" fmla="*/ 537588 w 2131156"/>
              <a:gd name="csY252" fmla="*/ 830997 h 1366632"/>
              <a:gd name="csX253" fmla="*/ 539721 w 2131156"/>
              <a:gd name="csY253" fmla="*/ 826427 h 1366632"/>
              <a:gd name="csX254" fmla="*/ 541854 w 2131156"/>
              <a:gd name="csY254" fmla="*/ 821837 h 1366632"/>
              <a:gd name="csX255" fmla="*/ 543988 w 2131156"/>
              <a:gd name="csY255" fmla="*/ 817232 h 1366632"/>
              <a:gd name="csX256" fmla="*/ 546121 w 2131156"/>
              <a:gd name="csY256" fmla="*/ 812608 h 1366632"/>
              <a:gd name="csX257" fmla="*/ 548254 w 2131156"/>
              <a:gd name="csY257" fmla="*/ 807968 h 1366632"/>
              <a:gd name="csX258" fmla="*/ 550388 w 2131156"/>
              <a:gd name="csY258" fmla="*/ 803312 h 1366632"/>
              <a:gd name="csX259" fmla="*/ 552521 w 2131156"/>
              <a:gd name="csY259" fmla="*/ 798639 h 1366632"/>
              <a:gd name="csX260" fmla="*/ 554654 w 2131156"/>
              <a:gd name="csY260" fmla="*/ 793949 h 1366632"/>
              <a:gd name="csX261" fmla="*/ 556787 w 2131156"/>
              <a:gd name="csY261" fmla="*/ 789244 h 1366632"/>
              <a:gd name="csX262" fmla="*/ 558920 w 2131156"/>
              <a:gd name="csY262" fmla="*/ 784524 h 1366632"/>
              <a:gd name="csX263" fmla="*/ 561054 w 2131156"/>
              <a:gd name="csY263" fmla="*/ 779786 h 1366632"/>
              <a:gd name="csX264" fmla="*/ 563187 w 2131156"/>
              <a:gd name="csY264" fmla="*/ 775035 h 1366632"/>
              <a:gd name="csX265" fmla="*/ 565321 w 2131156"/>
              <a:gd name="csY265" fmla="*/ 770268 h 1366632"/>
              <a:gd name="csX266" fmla="*/ 567454 w 2131156"/>
              <a:gd name="csY266" fmla="*/ 765486 h 1366632"/>
              <a:gd name="csX267" fmla="*/ 569587 w 2131156"/>
              <a:gd name="csY267" fmla="*/ 760690 h 1366632"/>
              <a:gd name="csX268" fmla="*/ 571720 w 2131156"/>
              <a:gd name="csY268" fmla="*/ 755879 h 1366632"/>
              <a:gd name="csX269" fmla="*/ 573854 w 2131156"/>
              <a:gd name="csY269" fmla="*/ 751055 h 1366632"/>
              <a:gd name="csX270" fmla="*/ 575987 w 2131156"/>
              <a:gd name="csY270" fmla="*/ 746216 h 1366632"/>
              <a:gd name="csX271" fmla="*/ 578120 w 2131156"/>
              <a:gd name="csY271" fmla="*/ 741364 h 1366632"/>
              <a:gd name="csX272" fmla="*/ 580254 w 2131156"/>
              <a:gd name="csY272" fmla="*/ 736499 h 1366632"/>
              <a:gd name="csX273" fmla="*/ 582387 w 2131156"/>
              <a:gd name="csY273" fmla="*/ 731621 h 1366632"/>
              <a:gd name="csX274" fmla="*/ 584520 w 2131156"/>
              <a:gd name="csY274" fmla="*/ 726729 h 1366632"/>
              <a:gd name="csX275" fmla="*/ 586653 w 2131156"/>
              <a:gd name="csY275" fmla="*/ 721825 h 1366632"/>
              <a:gd name="csX276" fmla="*/ 588786 w 2131156"/>
              <a:gd name="csY276" fmla="*/ 716910 h 1366632"/>
              <a:gd name="csX277" fmla="*/ 590920 w 2131156"/>
              <a:gd name="csY277" fmla="*/ 711983 h 1366632"/>
              <a:gd name="csX278" fmla="*/ 593053 w 2131156"/>
              <a:gd name="csY278" fmla="*/ 707044 h 1366632"/>
              <a:gd name="csX279" fmla="*/ 595187 w 2131156"/>
              <a:gd name="csY279" fmla="*/ 702093 h 1366632"/>
              <a:gd name="csX280" fmla="*/ 597320 w 2131156"/>
              <a:gd name="csY280" fmla="*/ 697131 h 1366632"/>
              <a:gd name="csX281" fmla="*/ 599453 w 2131156"/>
              <a:gd name="csY281" fmla="*/ 692159 h 1366632"/>
              <a:gd name="csX282" fmla="*/ 601586 w 2131156"/>
              <a:gd name="csY282" fmla="*/ 687177 h 1366632"/>
              <a:gd name="csX283" fmla="*/ 603719 w 2131156"/>
              <a:gd name="csY283" fmla="*/ 682184 h 1366632"/>
              <a:gd name="csX284" fmla="*/ 605853 w 2131156"/>
              <a:gd name="csY284" fmla="*/ 677182 h 1366632"/>
              <a:gd name="csX285" fmla="*/ 607987 w 2131156"/>
              <a:gd name="csY285" fmla="*/ 672169 h 1366632"/>
              <a:gd name="csX286" fmla="*/ 610120 w 2131156"/>
              <a:gd name="csY286" fmla="*/ 667149 h 1366632"/>
              <a:gd name="csX287" fmla="*/ 612253 w 2131156"/>
              <a:gd name="csY287" fmla="*/ 662118 h 1366632"/>
              <a:gd name="csX288" fmla="*/ 614386 w 2131156"/>
              <a:gd name="csY288" fmla="*/ 657080 h 1366632"/>
              <a:gd name="csX289" fmla="*/ 616519 w 2131156"/>
              <a:gd name="csY289" fmla="*/ 652032 h 1366632"/>
              <a:gd name="csX290" fmla="*/ 618652 w 2131156"/>
              <a:gd name="csY290" fmla="*/ 646978 h 1366632"/>
              <a:gd name="csX291" fmla="*/ 620786 w 2131156"/>
              <a:gd name="csY291" fmla="*/ 641916 h 1366632"/>
              <a:gd name="csX292" fmla="*/ 622920 w 2131156"/>
              <a:gd name="csY292" fmla="*/ 636847 h 1366632"/>
              <a:gd name="csX293" fmla="*/ 625053 w 2131156"/>
              <a:gd name="csY293" fmla="*/ 631770 h 1366632"/>
              <a:gd name="csX294" fmla="*/ 627186 w 2131156"/>
              <a:gd name="csY294" fmla="*/ 626687 h 1366632"/>
              <a:gd name="csX295" fmla="*/ 629319 w 2131156"/>
              <a:gd name="csY295" fmla="*/ 621598 h 1366632"/>
              <a:gd name="csX296" fmla="*/ 631452 w 2131156"/>
              <a:gd name="csY296" fmla="*/ 616503 h 1366632"/>
              <a:gd name="csX297" fmla="*/ 633585 w 2131156"/>
              <a:gd name="csY297" fmla="*/ 611402 h 1366632"/>
              <a:gd name="csX298" fmla="*/ 635719 w 2131156"/>
              <a:gd name="csY298" fmla="*/ 606297 h 1366632"/>
              <a:gd name="csX299" fmla="*/ 637853 w 2131156"/>
              <a:gd name="csY299" fmla="*/ 601186 h 1366632"/>
              <a:gd name="csX300" fmla="*/ 639986 w 2131156"/>
              <a:gd name="csY300" fmla="*/ 596071 h 1366632"/>
              <a:gd name="csX301" fmla="*/ 642119 w 2131156"/>
              <a:gd name="csY301" fmla="*/ 590953 h 1366632"/>
              <a:gd name="csX302" fmla="*/ 644252 w 2131156"/>
              <a:gd name="csY302" fmla="*/ 585830 h 1366632"/>
              <a:gd name="csX303" fmla="*/ 646385 w 2131156"/>
              <a:gd name="csY303" fmla="*/ 580703 h 1366632"/>
              <a:gd name="csX304" fmla="*/ 648518 w 2131156"/>
              <a:gd name="csY304" fmla="*/ 575575 h 1366632"/>
              <a:gd name="csX305" fmla="*/ 650652 w 2131156"/>
              <a:gd name="csY305" fmla="*/ 570443 h 1366632"/>
              <a:gd name="csX306" fmla="*/ 652786 w 2131156"/>
              <a:gd name="csY306" fmla="*/ 565309 h 1366632"/>
              <a:gd name="csX307" fmla="*/ 654919 w 2131156"/>
              <a:gd name="csY307" fmla="*/ 560173 h 1366632"/>
              <a:gd name="csX308" fmla="*/ 657052 w 2131156"/>
              <a:gd name="csY308" fmla="*/ 555036 h 1366632"/>
              <a:gd name="csX309" fmla="*/ 659185 w 2131156"/>
              <a:gd name="csY309" fmla="*/ 549898 h 1366632"/>
              <a:gd name="csX310" fmla="*/ 661318 w 2131156"/>
              <a:gd name="csY310" fmla="*/ 544759 h 1366632"/>
              <a:gd name="csX311" fmla="*/ 663451 w 2131156"/>
              <a:gd name="csY311" fmla="*/ 539619 h 1366632"/>
              <a:gd name="csX312" fmla="*/ 665584 w 2131156"/>
              <a:gd name="csY312" fmla="*/ 534480 h 1366632"/>
              <a:gd name="csX313" fmla="*/ 667719 w 2131156"/>
              <a:gd name="csY313" fmla="*/ 529341 h 1366632"/>
              <a:gd name="csX314" fmla="*/ 669852 w 2131156"/>
              <a:gd name="csY314" fmla="*/ 524204 h 1366632"/>
              <a:gd name="csX315" fmla="*/ 671985 w 2131156"/>
              <a:gd name="csY315" fmla="*/ 519067 h 1366632"/>
              <a:gd name="csX316" fmla="*/ 674118 w 2131156"/>
              <a:gd name="csY316" fmla="*/ 513931 h 1366632"/>
              <a:gd name="csX317" fmla="*/ 676251 w 2131156"/>
              <a:gd name="csY317" fmla="*/ 508799 h 1366632"/>
              <a:gd name="csX318" fmla="*/ 678384 w 2131156"/>
              <a:gd name="csY318" fmla="*/ 503668 h 1366632"/>
              <a:gd name="csX319" fmla="*/ 680517 w 2131156"/>
              <a:gd name="csY319" fmla="*/ 498541 h 1366632"/>
              <a:gd name="csX320" fmla="*/ 682652 w 2131156"/>
              <a:gd name="csY320" fmla="*/ 493416 h 1366632"/>
              <a:gd name="csX321" fmla="*/ 684785 w 2131156"/>
              <a:gd name="csY321" fmla="*/ 488295 h 1366632"/>
              <a:gd name="csX322" fmla="*/ 686918 w 2131156"/>
              <a:gd name="csY322" fmla="*/ 483178 h 1366632"/>
              <a:gd name="csX323" fmla="*/ 689051 w 2131156"/>
              <a:gd name="csY323" fmla="*/ 478067 h 1366632"/>
              <a:gd name="csX324" fmla="*/ 691184 w 2131156"/>
              <a:gd name="csY324" fmla="*/ 472960 h 1366632"/>
              <a:gd name="csX325" fmla="*/ 693317 w 2131156"/>
              <a:gd name="csY325" fmla="*/ 467857 h 1366632"/>
              <a:gd name="csX326" fmla="*/ 695451 w 2131156"/>
              <a:gd name="csY326" fmla="*/ 462762 h 1366632"/>
              <a:gd name="csX327" fmla="*/ 697585 w 2131156"/>
              <a:gd name="csY327" fmla="*/ 457672 h 1366632"/>
              <a:gd name="csX328" fmla="*/ 699718 w 2131156"/>
              <a:gd name="csY328" fmla="*/ 452588 h 1366632"/>
              <a:gd name="csX329" fmla="*/ 701851 w 2131156"/>
              <a:gd name="csY329" fmla="*/ 447512 h 1366632"/>
              <a:gd name="csX330" fmla="*/ 703984 w 2131156"/>
              <a:gd name="csY330" fmla="*/ 442444 h 1366632"/>
              <a:gd name="csX331" fmla="*/ 706117 w 2131156"/>
              <a:gd name="csY331" fmla="*/ 437383 h 1366632"/>
              <a:gd name="csX332" fmla="*/ 708250 w 2131156"/>
              <a:gd name="csY332" fmla="*/ 432330 h 1366632"/>
              <a:gd name="csX333" fmla="*/ 710384 w 2131156"/>
              <a:gd name="csY333" fmla="*/ 427286 h 1366632"/>
              <a:gd name="csX334" fmla="*/ 712518 w 2131156"/>
              <a:gd name="csY334" fmla="*/ 422251 h 1366632"/>
              <a:gd name="csX335" fmla="*/ 714651 w 2131156"/>
              <a:gd name="csY335" fmla="*/ 417226 h 1366632"/>
              <a:gd name="csX336" fmla="*/ 716784 w 2131156"/>
              <a:gd name="csY336" fmla="*/ 412212 h 1366632"/>
              <a:gd name="csX337" fmla="*/ 718917 w 2131156"/>
              <a:gd name="csY337" fmla="*/ 407207 h 1366632"/>
              <a:gd name="csX338" fmla="*/ 721050 w 2131156"/>
              <a:gd name="csY338" fmla="*/ 402214 h 1366632"/>
              <a:gd name="csX339" fmla="*/ 723183 w 2131156"/>
              <a:gd name="csY339" fmla="*/ 397231 h 1366632"/>
              <a:gd name="csX340" fmla="*/ 725317 w 2131156"/>
              <a:gd name="csY340" fmla="*/ 392261 h 1366632"/>
              <a:gd name="csX341" fmla="*/ 727451 w 2131156"/>
              <a:gd name="csY341" fmla="*/ 387302 h 1366632"/>
              <a:gd name="csX342" fmla="*/ 729584 w 2131156"/>
              <a:gd name="csY342" fmla="*/ 382357 h 1366632"/>
              <a:gd name="csX343" fmla="*/ 731713 w 2131156"/>
              <a:gd name="csY343" fmla="*/ 377424 h 1366632"/>
              <a:gd name="csX344" fmla="*/ 733855 w 2131156"/>
              <a:gd name="csY344" fmla="*/ 372506 h 1366632"/>
              <a:gd name="csX345" fmla="*/ 735987 w 2131156"/>
              <a:gd name="csY345" fmla="*/ 367601 h 1366632"/>
              <a:gd name="csX346" fmla="*/ 738119 w 2131156"/>
              <a:gd name="csY346" fmla="*/ 362710 h 1366632"/>
              <a:gd name="csX347" fmla="*/ 740251 w 2131156"/>
              <a:gd name="csY347" fmla="*/ 357835 h 1366632"/>
              <a:gd name="csX348" fmla="*/ 742384 w 2131156"/>
              <a:gd name="csY348" fmla="*/ 352974 h 1366632"/>
              <a:gd name="csX349" fmla="*/ 744516 w 2131156"/>
              <a:gd name="csY349" fmla="*/ 348130 h 1366632"/>
              <a:gd name="csX350" fmla="*/ 746648 w 2131156"/>
              <a:gd name="csY350" fmla="*/ 343301 h 1366632"/>
              <a:gd name="csX351" fmla="*/ 748780 w 2131156"/>
              <a:gd name="csY351" fmla="*/ 338490 h 1366632"/>
              <a:gd name="csX352" fmla="*/ 750912 w 2131156"/>
              <a:gd name="csY352" fmla="*/ 333695 h 1366632"/>
              <a:gd name="csX353" fmla="*/ 753054 w 2131156"/>
              <a:gd name="csY353" fmla="*/ 328918 h 1366632"/>
              <a:gd name="csX354" fmla="*/ 755186 w 2131156"/>
              <a:gd name="csY354" fmla="*/ 324159 h 1366632"/>
              <a:gd name="csX355" fmla="*/ 757319 w 2131156"/>
              <a:gd name="csY355" fmla="*/ 319419 h 1366632"/>
              <a:gd name="csX356" fmla="*/ 759451 w 2131156"/>
              <a:gd name="csY356" fmla="*/ 314697 h 1366632"/>
              <a:gd name="csX357" fmla="*/ 761583 w 2131156"/>
              <a:gd name="csY357" fmla="*/ 309995 h 1366632"/>
              <a:gd name="csX358" fmla="*/ 763715 w 2131156"/>
              <a:gd name="csY358" fmla="*/ 305313 h 1366632"/>
              <a:gd name="csX359" fmla="*/ 765847 w 2131156"/>
              <a:gd name="csY359" fmla="*/ 300650 h 1366632"/>
              <a:gd name="csX360" fmla="*/ 767979 w 2131156"/>
              <a:gd name="csY360" fmla="*/ 296008 h 1366632"/>
              <a:gd name="csX361" fmla="*/ 770111 w 2131156"/>
              <a:gd name="csY361" fmla="*/ 291388 h 1366632"/>
              <a:gd name="csX362" fmla="*/ 772254 w 2131156"/>
              <a:gd name="csY362" fmla="*/ 286788 h 1366632"/>
              <a:gd name="csX363" fmla="*/ 774386 w 2131156"/>
              <a:gd name="csY363" fmla="*/ 282212 h 1366632"/>
              <a:gd name="csX364" fmla="*/ 776518 w 2131156"/>
              <a:gd name="csY364" fmla="*/ 277658 h 1366632"/>
              <a:gd name="csX365" fmla="*/ 778650 w 2131156"/>
              <a:gd name="csY365" fmla="*/ 273125 h 1366632"/>
              <a:gd name="csX366" fmla="*/ 780782 w 2131156"/>
              <a:gd name="csY366" fmla="*/ 268617 h 1366632"/>
              <a:gd name="csX367" fmla="*/ 782914 w 2131156"/>
              <a:gd name="csY367" fmla="*/ 264132 h 1366632"/>
              <a:gd name="csX368" fmla="*/ 785046 w 2131156"/>
              <a:gd name="csY368" fmla="*/ 259671 h 1366632"/>
              <a:gd name="csX369" fmla="*/ 787178 w 2131156"/>
              <a:gd name="csY369" fmla="*/ 255235 h 1366632"/>
              <a:gd name="csX370" fmla="*/ 789310 w 2131156"/>
              <a:gd name="csY370" fmla="*/ 250825 h 1366632"/>
              <a:gd name="csX371" fmla="*/ 791453 w 2131156"/>
              <a:gd name="csY371" fmla="*/ 246440 h 1366632"/>
              <a:gd name="csX372" fmla="*/ 793585 w 2131156"/>
              <a:gd name="csY372" fmla="*/ 242080 h 1366632"/>
              <a:gd name="csX373" fmla="*/ 795717 w 2131156"/>
              <a:gd name="csY373" fmla="*/ 237747 h 1366632"/>
              <a:gd name="csX374" fmla="*/ 797849 w 2131156"/>
              <a:gd name="csY374" fmla="*/ 233441 h 1366632"/>
              <a:gd name="csX375" fmla="*/ 799981 w 2131156"/>
              <a:gd name="csY375" fmla="*/ 229162 h 1366632"/>
              <a:gd name="csX376" fmla="*/ 802113 w 2131156"/>
              <a:gd name="csY376" fmla="*/ 224911 h 1366632"/>
              <a:gd name="csX377" fmla="*/ 804245 w 2131156"/>
              <a:gd name="csY377" fmla="*/ 220687 h 1366632"/>
              <a:gd name="csX378" fmla="*/ 806378 w 2131156"/>
              <a:gd name="csY378" fmla="*/ 216492 h 1366632"/>
              <a:gd name="csX379" fmla="*/ 808520 w 2131156"/>
              <a:gd name="csY379" fmla="*/ 212326 h 1366632"/>
              <a:gd name="csX380" fmla="*/ 810652 w 2131156"/>
              <a:gd name="csY380" fmla="*/ 208190 h 1366632"/>
              <a:gd name="csX381" fmla="*/ 812784 w 2131156"/>
              <a:gd name="csY381" fmla="*/ 204084 h 1366632"/>
              <a:gd name="csX382" fmla="*/ 814916 w 2131156"/>
              <a:gd name="csY382" fmla="*/ 200007 h 1366632"/>
              <a:gd name="csX383" fmla="*/ 817048 w 2131156"/>
              <a:gd name="csY383" fmla="*/ 195961 h 1366632"/>
              <a:gd name="csX384" fmla="*/ 819181 w 2131156"/>
              <a:gd name="csY384" fmla="*/ 191946 h 1366632"/>
              <a:gd name="csX385" fmla="*/ 821313 w 2131156"/>
              <a:gd name="csY385" fmla="*/ 187962 h 1366632"/>
              <a:gd name="csX386" fmla="*/ 823445 w 2131156"/>
              <a:gd name="csY386" fmla="*/ 184011 h 1366632"/>
              <a:gd name="csX387" fmla="*/ 825577 w 2131156"/>
              <a:gd name="csY387" fmla="*/ 180091 h 1366632"/>
              <a:gd name="csX388" fmla="*/ 827719 w 2131156"/>
              <a:gd name="csY388" fmla="*/ 176205 h 1366632"/>
              <a:gd name="csX389" fmla="*/ 829851 w 2131156"/>
              <a:gd name="csY389" fmla="*/ 172350 h 1366632"/>
              <a:gd name="csX390" fmla="*/ 831983 w 2131156"/>
              <a:gd name="csY390" fmla="*/ 168530 h 1366632"/>
              <a:gd name="csX391" fmla="*/ 834115 w 2131156"/>
              <a:gd name="csY391" fmla="*/ 164744 h 1366632"/>
              <a:gd name="csX392" fmla="*/ 836248 w 2131156"/>
              <a:gd name="csY392" fmla="*/ 160992 h 1366632"/>
              <a:gd name="csX393" fmla="*/ 838380 w 2131156"/>
              <a:gd name="csY393" fmla="*/ 157275 h 1366632"/>
              <a:gd name="csX394" fmla="*/ 840512 w 2131156"/>
              <a:gd name="csY394" fmla="*/ 153592 h 1366632"/>
              <a:gd name="csX395" fmla="*/ 842644 w 2131156"/>
              <a:gd name="csY395" fmla="*/ 149945 h 1366632"/>
              <a:gd name="csX396" fmla="*/ 844776 w 2131156"/>
              <a:gd name="csY396" fmla="*/ 146334 h 1366632"/>
              <a:gd name="csX397" fmla="*/ 846918 w 2131156"/>
              <a:gd name="csY397" fmla="*/ 142759 h 1366632"/>
              <a:gd name="csX398" fmla="*/ 849051 w 2131156"/>
              <a:gd name="csY398" fmla="*/ 139220 h 1366632"/>
              <a:gd name="csX399" fmla="*/ 851183 w 2131156"/>
              <a:gd name="csY399" fmla="*/ 135718 h 1366632"/>
              <a:gd name="csX400" fmla="*/ 853315 w 2131156"/>
              <a:gd name="csY400" fmla="*/ 132254 h 1366632"/>
              <a:gd name="csX401" fmla="*/ 855447 w 2131156"/>
              <a:gd name="csY401" fmla="*/ 128827 h 1366632"/>
              <a:gd name="csX402" fmla="*/ 857579 w 2131156"/>
              <a:gd name="csY402" fmla="*/ 125438 h 1366632"/>
              <a:gd name="csX403" fmla="*/ 859711 w 2131156"/>
              <a:gd name="csY403" fmla="*/ 122089 h 1366632"/>
              <a:gd name="csX404" fmla="*/ 861843 w 2131156"/>
              <a:gd name="csY404" fmla="*/ 118777 h 1366632"/>
              <a:gd name="csX405" fmla="*/ 863986 w 2131156"/>
              <a:gd name="csY405" fmla="*/ 115504 h 1366632"/>
              <a:gd name="csX406" fmla="*/ 866118 w 2131156"/>
              <a:gd name="csY406" fmla="*/ 112272 h 1366632"/>
              <a:gd name="csX407" fmla="*/ 868250 w 2131156"/>
              <a:gd name="csY407" fmla="*/ 109079 h 1366632"/>
              <a:gd name="csX408" fmla="*/ 870382 w 2131156"/>
              <a:gd name="csY408" fmla="*/ 105925 h 1366632"/>
              <a:gd name="csX409" fmla="*/ 872514 w 2131156"/>
              <a:gd name="csY409" fmla="*/ 102813 h 1366632"/>
              <a:gd name="csX410" fmla="*/ 874646 w 2131156"/>
              <a:gd name="csY410" fmla="*/ 99741 h 1366632"/>
              <a:gd name="csX411" fmla="*/ 876778 w 2131156"/>
              <a:gd name="csY411" fmla="*/ 96711 h 1366632"/>
              <a:gd name="csX412" fmla="*/ 878910 w 2131156"/>
              <a:gd name="csY412" fmla="*/ 93722 h 1366632"/>
              <a:gd name="csX413" fmla="*/ 881042 w 2131156"/>
              <a:gd name="csY413" fmla="*/ 90775 h 1366632"/>
              <a:gd name="csX414" fmla="*/ 883185 w 2131156"/>
              <a:gd name="csY414" fmla="*/ 87870 h 1366632"/>
              <a:gd name="csX415" fmla="*/ 885317 w 2131156"/>
              <a:gd name="csY415" fmla="*/ 85007 h 1366632"/>
              <a:gd name="csX416" fmla="*/ 887449 w 2131156"/>
              <a:gd name="csY416" fmla="*/ 82188 h 1366632"/>
              <a:gd name="csX417" fmla="*/ 889581 w 2131156"/>
              <a:gd name="csY417" fmla="*/ 79411 h 1366632"/>
              <a:gd name="csX418" fmla="*/ 891713 w 2131156"/>
              <a:gd name="csY418" fmla="*/ 76677 h 1366632"/>
              <a:gd name="csX419" fmla="*/ 893845 w 2131156"/>
              <a:gd name="csY419" fmla="*/ 73988 h 1366632"/>
              <a:gd name="csX420" fmla="*/ 895977 w 2131156"/>
              <a:gd name="csY420" fmla="*/ 71342 h 1366632"/>
              <a:gd name="csX421" fmla="*/ 898110 w 2131156"/>
              <a:gd name="csY421" fmla="*/ 68741 h 1366632"/>
              <a:gd name="csX422" fmla="*/ 900242 w 2131156"/>
              <a:gd name="csY422" fmla="*/ 66184 h 1366632"/>
              <a:gd name="csX423" fmla="*/ 902384 w 2131156"/>
              <a:gd name="csY423" fmla="*/ 63671 h 1366632"/>
              <a:gd name="csX424" fmla="*/ 904516 w 2131156"/>
              <a:gd name="csY424" fmla="*/ 61205 h 1366632"/>
              <a:gd name="csX425" fmla="*/ 906648 w 2131156"/>
              <a:gd name="csY425" fmla="*/ 58783 h 1366632"/>
              <a:gd name="csX426" fmla="*/ 908780 w 2131156"/>
              <a:gd name="csY426" fmla="*/ 56408 h 1366632"/>
              <a:gd name="csX427" fmla="*/ 910913 w 2131156"/>
              <a:gd name="csY427" fmla="*/ 54078 h 1366632"/>
              <a:gd name="csX428" fmla="*/ 913045 w 2131156"/>
              <a:gd name="csY428" fmla="*/ 51794 h 1366632"/>
              <a:gd name="csX429" fmla="*/ 915177 w 2131156"/>
              <a:gd name="csY429" fmla="*/ 49556 h 1366632"/>
              <a:gd name="csX430" fmla="*/ 917309 w 2131156"/>
              <a:gd name="csY430" fmla="*/ 47366 h 1366632"/>
              <a:gd name="csX431" fmla="*/ 919441 w 2131156"/>
              <a:gd name="csY431" fmla="*/ 45222 h 1366632"/>
              <a:gd name="csX432" fmla="*/ 921583 w 2131156"/>
              <a:gd name="csY432" fmla="*/ 43125 h 1366632"/>
              <a:gd name="csX433" fmla="*/ 923715 w 2131156"/>
              <a:gd name="csY433" fmla="*/ 41076 h 1366632"/>
              <a:gd name="csX434" fmla="*/ 925847 w 2131156"/>
              <a:gd name="csY434" fmla="*/ 39075 h 1366632"/>
              <a:gd name="csX435" fmla="*/ 927980 w 2131156"/>
              <a:gd name="csY435" fmla="*/ 37121 h 1366632"/>
              <a:gd name="csX436" fmla="*/ 930112 w 2131156"/>
              <a:gd name="csY436" fmla="*/ 35215 h 1366632"/>
              <a:gd name="csX437" fmla="*/ 932244 w 2131156"/>
              <a:gd name="csY437" fmla="*/ 33358 h 1366632"/>
              <a:gd name="csX438" fmla="*/ 934376 w 2131156"/>
              <a:gd name="csY438" fmla="*/ 31549 h 1366632"/>
              <a:gd name="csX439" fmla="*/ 936508 w 2131156"/>
              <a:gd name="csY439" fmla="*/ 29789 h 1366632"/>
              <a:gd name="csX440" fmla="*/ 938650 w 2131156"/>
              <a:gd name="csY440" fmla="*/ 28077 h 1366632"/>
              <a:gd name="csX441" fmla="*/ 940783 w 2131156"/>
              <a:gd name="csY441" fmla="*/ 26415 h 1366632"/>
              <a:gd name="csX442" fmla="*/ 942915 w 2131156"/>
              <a:gd name="csY442" fmla="*/ 24802 h 1366632"/>
              <a:gd name="csX443" fmla="*/ 945047 w 2131156"/>
              <a:gd name="csY443" fmla="*/ 23239 h 1366632"/>
              <a:gd name="csX444" fmla="*/ 947179 w 2131156"/>
              <a:gd name="csY444" fmla="*/ 21725 h 1366632"/>
              <a:gd name="csX445" fmla="*/ 949311 w 2131156"/>
              <a:gd name="csY445" fmla="*/ 20261 h 1366632"/>
              <a:gd name="csX446" fmla="*/ 951443 w 2131156"/>
              <a:gd name="csY446" fmla="*/ 18846 h 1366632"/>
              <a:gd name="csX447" fmla="*/ 953575 w 2131156"/>
              <a:gd name="csY447" fmla="*/ 17482 h 1366632"/>
              <a:gd name="csX448" fmla="*/ 955707 w 2131156"/>
              <a:gd name="csY448" fmla="*/ 16169 h 1366632"/>
              <a:gd name="csX449" fmla="*/ 957850 w 2131156"/>
              <a:gd name="csY449" fmla="*/ 14905 h 1366632"/>
              <a:gd name="csX450" fmla="*/ 959982 w 2131156"/>
              <a:gd name="csY450" fmla="*/ 13693 h 1366632"/>
              <a:gd name="csX451" fmla="*/ 962114 w 2131156"/>
              <a:gd name="csY451" fmla="*/ 12531 h 1366632"/>
              <a:gd name="csX452" fmla="*/ 964246 w 2131156"/>
              <a:gd name="csY452" fmla="*/ 11419 h 1366632"/>
              <a:gd name="csX453" fmla="*/ 966378 w 2131156"/>
              <a:gd name="csY453" fmla="*/ 10359 h 1366632"/>
              <a:gd name="csX454" fmla="*/ 968510 w 2131156"/>
              <a:gd name="csY454" fmla="*/ 9350 h 1366632"/>
              <a:gd name="csX455" fmla="*/ 970642 w 2131156"/>
              <a:gd name="csY455" fmla="*/ 8392 h 1366632"/>
              <a:gd name="csX456" fmla="*/ 972774 w 2131156"/>
              <a:gd name="csY456" fmla="*/ 7485 h 1366632"/>
              <a:gd name="csX457" fmla="*/ 974906 w 2131156"/>
              <a:gd name="csY457" fmla="*/ 6630 h 1366632"/>
              <a:gd name="csX458" fmla="*/ 977049 w 2131156"/>
              <a:gd name="csY458" fmla="*/ 5826 h 1366632"/>
              <a:gd name="csX459" fmla="*/ 979181 w 2131156"/>
              <a:gd name="csY459" fmla="*/ 5074 h 1366632"/>
              <a:gd name="csX460" fmla="*/ 981313 w 2131156"/>
              <a:gd name="csY460" fmla="*/ 4374 h 1366632"/>
              <a:gd name="csX461" fmla="*/ 983445 w 2131156"/>
              <a:gd name="csY461" fmla="*/ 3725 h 1366632"/>
              <a:gd name="csX462" fmla="*/ 985577 w 2131156"/>
              <a:gd name="csY462" fmla="*/ 3128 h 1366632"/>
              <a:gd name="csX463" fmla="*/ 987709 w 2131156"/>
              <a:gd name="csY463" fmla="*/ 2584 h 1366632"/>
              <a:gd name="csX464" fmla="*/ 989842 w 2131156"/>
              <a:gd name="csY464" fmla="*/ 2091 h 1366632"/>
              <a:gd name="csX465" fmla="*/ 991974 w 2131156"/>
              <a:gd name="csY465" fmla="*/ 1650 h 1366632"/>
              <a:gd name="csX466" fmla="*/ 994106 w 2131156"/>
              <a:gd name="csY466" fmla="*/ 1261 h 1366632"/>
              <a:gd name="csX467" fmla="*/ 996248 w 2131156"/>
              <a:gd name="csY467" fmla="*/ 924 h 1366632"/>
              <a:gd name="csX468" fmla="*/ 998380 w 2131156"/>
              <a:gd name="csY468" fmla="*/ 640 h 1366632"/>
              <a:gd name="csX469" fmla="*/ 1000512 w 2131156"/>
              <a:gd name="csY469" fmla="*/ 407 h 1366632"/>
              <a:gd name="csX470" fmla="*/ 1002645 w 2131156"/>
              <a:gd name="csY470" fmla="*/ 227 h 1366632"/>
              <a:gd name="csX471" fmla="*/ 1004777 w 2131156"/>
              <a:gd name="csY471" fmla="*/ 99 h 1366632"/>
              <a:gd name="csX472" fmla="*/ 1006909 w 2131156"/>
              <a:gd name="csY472" fmla="*/ 23 h 1366632"/>
              <a:gd name="csX473" fmla="*/ 1009041 w 2131156"/>
              <a:gd name="csY473" fmla="*/ 0 h 1366632"/>
              <a:gd name="csX474" fmla="*/ 1011173 w 2131156"/>
              <a:gd name="csY474" fmla="*/ 29 h 1366632"/>
              <a:gd name="csX475" fmla="*/ 1013315 w 2131156"/>
              <a:gd name="csY475" fmla="*/ 110 h 1366632"/>
              <a:gd name="csX476" fmla="*/ 1015447 w 2131156"/>
              <a:gd name="csY476" fmla="*/ 243 h 1366632"/>
              <a:gd name="csX477" fmla="*/ 1017580 w 2131156"/>
              <a:gd name="csY477" fmla="*/ 429 h 1366632"/>
              <a:gd name="csX478" fmla="*/ 1019712 w 2131156"/>
              <a:gd name="csY478" fmla="*/ 667 h 1366632"/>
              <a:gd name="csX479" fmla="*/ 1021844 w 2131156"/>
              <a:gd name="csY479" fmla="*/ 957 h 1366632"/>
              <a:gd name="csX480" fmla="*/ 1023976 w 2131156"/>
              <a:gd name="csY480" fmla="*/ 1299 h 1366632"/>
              <a:gd name="csX481" fmla="*/ 1026108 w 2131156"/>
              <a:gd name="csY481" fmla="*/ 1693 h 1366632"/>
              <a:gd name="csX482" fmla="*/ 1028240 w 2131156"/>
              <a:gd name="csY482" fmla="*/ 2140 h 1366632"/>
              <a:gd name="csX483" fmla="*/ 1030372 w 2131156"/>
              <a:gd name="csY483" fmla="*/ 2638 h 1366632"/>
              <a:gd name="csX484" fmla="*/ 1032515 w 2131156"/>
              <a:gd name="csY484" fmla="*/ 3188 h 1366632"/>
              <a:gd name="csX485" fmla="*/ 1034647 w 2131156"/>
              <a:gd name="csY485" fmla="*/ 3791 h 1366632"/>
              <a:gd name="csX486" fmla="*/ 1036779 w 2131156"/>
              <a:gd name="csY486" fmla="*/ 4445 h 1366632"/>
              <a:gd name="csX487" fmla="*/ 1038911 w 2131156"/>
              <a:gd name="csY487" fmla="*/ 5150 h 1366632"/>
              <a:gd name="csX488" fmla="*/ 1041043 w 2131156"/>
              <a:gd name="csY488" fmla="*/ 5908 h 1366632"/>
              <a:gd name="csX489" fmla="*/ 1043175 w 2131156"/>
              <a:gd name="csY489" fmla="*/ 6717 h 1366632"/>
              <a:gd name="csX490" fmla="*/ 1045307 w 2131156"/>
              <a:gd name="csY490" fmla="*/ 7578 h 1366632"/>
              <a:gd name="csX491" fmla="*/ 1047439 w 2131156"/>
              <a:gd name="csY491" fmla="*/ 8490 h 1366632"/>
              <a:gd name="csX492" fmla="*/ 1049571 w 2131156"/>
              <a:gd name="csY492" fmla="*/ 9453 h 1366632"/>
              <a:gd name="csX493" fmla="*/ 1051714 w 2131156"/>
              <a:gd name="csY493" fmla="*/ 10467 h 1366632"/>
              <a:gd name="csX494" fmla="*/ 1053846 w 2131156"/>
              <a:gd name="csY494" fmla="*/ 11533 h 1366632"/>
              <a:gd name="csX495" fmla="*/ 1055978 w 2131156"/>
              <a:gd name="csY495" fmla="*/ 12650 h 1366632"/>
              <a:gd name="csX496" fmla="*/ 1058110 w 2131156"/>
              <a:gd name="csY496" fmla="*/ 13817 h 1366632"/>
              <a:gd name="csX497" fmla="*/ 1060242 w 2131156"/>
              <a:gd name="csY497" fmla="*/ 15035 h 1366632"/>
              <a:gd name="csX498" fmla="*/ 1062374 w 2131156"/>
              <a:gd name="csY498" fmla="*/ 16304 h 1366632"/>
              <a:gd name="csX499" fmla="*/ 1064507 w 2131156"/>
              <a:gd name="csY499" fmla="*/ 17623 h 1366632"/>
              <a:gd name="csX500" fmla="*/ 1066639 w 2131156"/>
              <a:gd name="csY500" fmla="*/ 18992 h 1366632"/>
              <a:gd name="csX501" fmla="*/ 1068781 w 2131156"/>
              <a:gd name="csY501" fmla="*/ 20411 h 1366632"/>
              <a:gd name="csX502" fmla="*/ 1070913 w 2131156"/>
              <a:gd name="csY502" fmla="*/ 21880 h 1366632"/>
              <a:gd name="csX503" fmla="*/ 1073045 w 2131156"/>
              <a:gd name="csY503" fmla="*/ 23399 h 1366632"/>
              <a:gd name="csX504" fmla="*/ 1075177 w 2131156"/>
              <a:gd name="csY504" fmla="*/ 24968 h 1366632"/>
              <a:gd name="csX505" fmla="*/ 1077309 w 2131156"/>
              <a:gd name="csY505" fmla="*/ 26586 h 1366632"/>
              <a:gd name="csX506" fmla="*/ 1079441 w 2131156"/>
              <a:gd name="csY506" fmla="*/ 28254 h 1366632"/>
              <a:gd name="csX507" fmla="*/ 1081574 w 2131156"/>
              <a:gd name="csY507" fmla="*/ 29970 h 1366632"/>
              <a:gd name="csX508" fmla="*/ 1083706 w 2131156"/>
              <a:gd name="csY508" fmla="*/ 31735 h 1366632"/>
              <a:gd name="csX509" fmla="*/ 1085838 w 2131156"/>
              <a:gd name="csY509" fmla="*/ 33549 h 1366632"/>
              <a:gd name="csX510" fmla="*/ 1087980 w 2131156"/>
              <a:gd name="csY510" fmla="*/ 35412 h 1366632"/>
              <a:gd name="csX511" fmla="*/ 1090112 w 2131156"/>
              <a:gd name="csY511" fmla="*/ 37323 h 1366632"/>
              <a:gd name="csX512" fmla="*/ 1092244 w 2131156"/>
              <a:gd name="csY512" fmla="*/ 39281 h 1366632"/>
              <a:gd name="csX513" fmla="*/ 1094377 w 2131156"/>
              <a:gd name="csY513" fmla="*/ 41288 h 1366632"/>
              <a:gd name="csX514" fmla="*/ 1096509 w 2131156"/>
              <a:gd name="csY514" fmla="*/ 43342 h 1366632"/>
              <a:gd name="csX515" fmla="*/ 1098641 w 2131156"/>
              <a:gd name="csY515" fmla="*/ 45444 h 1366632"/>
              <a:gd name="csX516" fmla="*/ 1100773 w 2131156"/>
              <a:gd name="csY516" fmla="*/ 47592 h 1366632"/>
              <a:gd name="csX517" fmla="*/ 1102905 w 2131156"/>
              <a:gd name="csY517" fmla="*/ 49788 h 1366632"/>
              <a:gd name="csX518" fmla="*/ 1105037 w 2131156"/>
              <a:gd name="csY518" fmla="*/ 52030 h 1366632"/>
              <a:gd name="csX519" fmla="*/ 1107180 w 2131156"/>
              <a:gd name="csY519" fmla="*/ 54319 h 1366632"/>
              <a:gd name="csX520" fmla="*/ 1109312 w 2131156"/>
              <a:gd name="csY520" fmla="*/ 56653 h 1366632"/>
              <a:gd name="csX521" fmla="*/ 1111444 w 2131156"/>
              <a:gd name="csY521" fmla="*/ 59035 h 1366632"/>
              <a:gd name="csX522" fmla="*/ 1113576 w 2131156"/>
              <a:gd name="csY522" fmla="*/ 61461 h 1366632"/>
              <a:gd name="csX523" fmla="*/ 1115708 w 2131156"/>
              <a:gd name="csY523" fmla="*/ 63932 h 1366632"/>
              <a:gd name="csX524" fmla="*/ 1117840 w 2131156"/>
              <a:gd name="csY524" fmla="*/ 66449 h 1366632"/>
              <a:gd name="csX525" fmla="*/ 1119972 w 2131156"/>
              <a:gd name="csY525" fmla="*/ 69010 h 1366632"/>
              <a:gd name="csX526" fmla="*/ 1122104 w 2131156"/>
              <a:gd name="csY526" fmla="*/ 71616 h 1366632"/>
              <a:gd name="csX527" fmla="*/ 1124236 w 2131156"/>
              <a:gd name="csY527" fmla="*/ 74267 h 1366632"/>
              <a:gd name="csX528" fmla="*/ 1126379 w 2131156"/>
              <a:gd name="csY528" fmla="*/ 76961 h 1366632"/>
              <a:gd name="csX529" fmla="*/ 1128511 w 2131156"/>
              <a:gd name="csY529" fmla="*/ 79698 h 1366632"/>
              <a:gd name="csX530" fmla="*/ 1130643 w 2131156"/>
              <a:gd name="csY530" fmla="*/ 82480 h 1366632"/>
              <a:gd name="csX531" fmla="*/ 1132775 w 2131156"/>
              <a:gd name="csY531" fmla="*/ 85304 h 1366632"/>
              <a:gd name="csX532" fmla="*/ 1134907 w 2131156"/>
              <a:gd name="csY532" fmla="*/ 88171 h 1366632"/>
              <a:gd name="csX533" fmla="*/ 1137039 w 2131156"/>
              <a:gd name="csY533" fmla="*/ 91080 h 1366632"/>
              <a:gd name="csX534" fmla="*/ 1139171 w 2131156"/>
              <a:gd name="csY534" fmla="*/ 94032 h 1366632"/>
              <a:gd name="csX535" fmla="*/ 1141303 w 2131156"/>
              <a:gd name="csY535" fmla="*/ 97025 h 1366632"/>
              <a:gd name="csX536" fmla="*/ 1143446 w 2131156"/>
              <a:gd name="csY536" fmla="*/ 100060 h 1366632"/>
              <a:gd name="csX537" fmla="*/ 1145578 w 2131156"/>
              <a:gd name="csY537" fmla="*/ 103136 h 1366632"/>
              <a:gd name="csX538" fmla="*/ 1147710 w 2131156"/>
              <a:gd name="csY538" fmla="*/ 106253 h 1366632"/>
              <a:gd name="csX539" fmla="*/ 1149842 w 2131156"/>
              <a:gd name="csY539" fmla="*/ 109410 h 1366632"/>
              <a:gd name="csX540" fmla="*/ 1151974 w 2131156"/>
              <a:gd name="csY540" fmla="*/ 112607 h 1366632"/>
              <a:gd name="csX541" fmla="*/ 1154106 w 2131156"/>
              <a:gd name="csY541" fmla="*/ 115845 h 1366632"/>
              <a:gd name="csX542" fmla="*/ 1156239 w 2131156"/>
              <a:gd name="csY542" fmla="*/ 119120 h 1366632"/>
              <a:gd name="csX543" fmla="*/ 1158371 w 2131156"/>
              <a:gd name="csY543" fmla="*/ 122437 h 1366632"/>
              <a:gd name="csX544" fmla="*/ 1160503 w 2131156"/>
              <a:gd name="csY544" fmla="*/ 125791 h 1366632"/>
              <a:gd name="csX545" fmla="*/ 1162645 w 2131156"/>
              <a:gd name="csY545" fmla="*/ 129184 h 1366632"/>
              <a:gd name="csX546" fmla="*/ 1164777 w 2131156"/>
              <a:gd name="csY546" fmla="*/ 132614 h 1366632"/>
              <a:gd name="csX547" fmla="*/ 1166909 w 2131156"/>
              <a:gd name="csY547" fmla="*/ 136082 h 1366632"/>
              <a:gd name="csX548" fmla="*/ 1169041 w 2131156"/>
              <a:gd name="csY548" fmla="*/ 139588 h 1366632"/>
              <a:gd name="csX549" fmla="*/ 1171174 w 2131156"/>
              <a:gd name="csY549" fmla="*/ 143130 h 1366632"/>
              <a:gd name="csX550" fmla="*/ 1173306 w 2131156"/>
              <a:gd name="csY550" fmla="*/ 146709 h 1366632"/>
              <a:gd name="csX551" fmla="*/ 1175438 w 2131156"/>
              <a:gd name="csY551" fmla="*/ 150324 h 1366632"/>
              <a:gd name="csX552" fmla="*/ 1177570 w 2131156"/>
              <a:gd name="csY552" fmla="*/ 153975 h 1366632"/>
              <a:gd name="csX553" fmla="*/ 1179702 w 2131156"/>
              <a:gd name="csY553" fmla="*/ 157661 h 1366632"/>
              <a:gd name="csX554" fmla="*/ 1181844 w 2131156"/>
              <a:gd name="csY554" fmla="*/ 161383 h 1366632"/>
              <a:gd name="csX555" fmla="*/ 1183976 w 2131156"/>
              <a:gd name="csY555" fmla="*/ 165138 h 1366632"/>
              <a:gd name="csX556" fmla="*/ 1186109 w 2131156"/>
              <a:gd name="csY556" fmla="*/ 168928 h 1366632"/>
              <a:gd name="csX557" fmla="*/ 1188241 w 2131156"/>
              <a:gd name="csY557" fmla="*/ 172752 h 1366632"/>
              <a:gd name="csX558" fmla="*/ 1190373 w 2131156"/>
              <a:gd name="csY558" fmla="*/ 176608 h 1366632"/>
              <a:gd name="csX559" fmla="*/ 1192505 w 2131156"/>
              <a:gd name="csY559" fmla="*/ 180499 h 1366632"/>
              <a:gd name="csX560" fmla="*/ 1194637 w 2131156"/>
              <a:gd name="csY560" fmla="*/ 184422 h 1366632"/>
              <a:gd name="csX561" fmla="*/ 1196769 w 2131156"/>
              <a:gd name="csY561" fmla="*/ 188377 h 1366632"/>
              <a:gd name="csX562" fmla="*/ 1198912 w 2131156"/>
              <a:gd name="csY562" fmla="*/ 192363 h 1366632"/>
              <a:gd name="csX563" fmla="*/ 1201044 w 2131156"/>
              <a:gd name="csY563" fmla="*/ 196382 h 1366632"/>
              <a:gd name="csX564" fmla="*/ 1203176 w 2131156"/>
              <a:gd name="csY564" fmla="*/ 200431 h 1366632"/>
              <a:gd name="csX565" fmla="*/ 1205308 w 2131156"/>
              <a:gd name="csY565" fmla="*/ 204511 h 1366632"/>
              <a:gd name="csX566" fmla="*/ 1207440 w 2131156"/>
              <a:gd name="csY566" fmla="*/ 208621 h 1366632"/>
              <a:gd name="csX567" fmla="*/ 1209572 w 2131156"/>
              <a:gd name="csY567" fmla="*/ 212760 h 1366632"/>
              <a:gd name="csX568" fmla="*/ 1211704 w 2131156"/>
              <a:gd name="csY568" fmla="*/ 216929 h 1366632"/>
              <a:gd name="csX569" fmla="*/ 1213836 w 2131156"/>
              <a:gd name="csY569" fmla="*/ 221127 h 1366632"/>
              <a:gd name="csX570" fmla="*/ 1215968 w 2131156"/>
              <a:gd name="csY570" fmla="*/ 225353 h 1366632"/>
              <a:gd name="csX571" fmla="*/ 1218111 w 2131156"/>
              <a:gd name="csY571" fmla="*/ 229608 h 1366632"/>
              <a:gd name="csX572" fmla="*/ 1220243 w 2131156"/>
              <a:gd name="csY572" fmla="*/ 233889 h 1366632"/>
              <a:gd name="csX573" fmla="*/ 1222375 w 2131156"/>
              <a:gd name="csY573" fmla="*/ 238198 h 1366632"/>
              <a:gd name="csX574" fmla="*/ 1224507 w 2131156"/>
              <a:gd name="csY574" fmla="*/ 242534 h 1366632"/>
              <a:gd name="csX575" fmla="*/ 1226639 w 2131156"/>
              <a:gd name="csY575" fmla="*/ 246896 h 1366632"/>
              <a:gd name="csX576" fmla="*/ 1228771 w 2131156"/>
              <a:gd name="csY576" fmla="*/ 251285 h 1366632"/>
              <a:gd name="csX577" fmla="*/ 1230903 w 2131156"/>
              <a:gd name="csY577" fmla="*/ 255698 h 1366632"/>
              <a:gd name="csX578" fmla="*/ 1233035 w 2131156"/>
              <a:gd name="csY578" fmla="*/ 260136 h 1366632"/>
              <a:gd name="csX579" fmla="*/ 1235167 w 2131156"/>
              <a:gd name="csY579" fmla="*/ 264599 h 1366632"/>
              <a:gd name="csX580" fmla="*/ 1237310 w 2131156"/>
              <a:gd name="csY580" fmla="*/ 269087 h 1366632"/>
              <a:gd name="csX581" fmla="*/ 1239442 w 2131156"/>
              <a:gd name="csY581" fmla="*/ 273597 h 1366632"/>
              <a:gd name="csX582" fmla="*/ 1241574 w 2131156"/>
              <a:gd name="csY582" fmla="*/ 278132 h 1366632"/>
              <a:gd name="csX583" fmla="*/ 1243706 w 2131156"/>
              <a:gd name="csY583" fmla="*/ 282689 h 1366632"/>
              <a:gd name="csX584" fmla="*/ 1245838 w 2131156"/>
              <a:gd name="csY584" fmla="*/ 287267 h 1366632"/>
              <a:gd name="csX585" fmla="*/ 1247970 w 2131156"/>
              <a:gd name="csY585" fmla="*/ 291869 h 1366632"/>
              <a:gd name="csX586" fmla="*/ 1250103 w 2131156"/>
              <a:gd name="csY586" fmla="*/ 296492 h 1366632"/>
              <a:gd name="csX587" fmla="*/ 1252235 w 2131156"/>
              <a:gd name="csY587" fmla="*/ 301135 h 1366632"/>
              <a:gd name="csX588" fmla="*/ 1254367 w 2131156"/>
              <a:gd name="csY588" fmla="*/ 305800 h 1366632"/>
              <a:gd name="csX589" fmla="*/ 1256509 w 2131156"/>
              <a:gd name="csY589" fmla="*/ 310485 h 1366632"/>
              <a:gd name="csX590" fmla="*/ 1258641 w 2131156"/>
              <a:gd name="csY590" fmla="*/ 315190 h 1366632"/>
              <a:gd name="csX591" fmla="*/ 1260773 w 2131156"/>
              <a:gd name="csY591" fmla="*/ 319913 h 1366632"/>
              <a:gd name="csX592" fmla="*/ 1262906 w 2131156"/>
              <a:gd name="csY592" fmla="*/ 324656 h 1366632"/>
              <a:gd name="csX593" fmla="*/ 1265038 w 2131156"/>
              <a:gd name="csY593" fmla="*/ 329417 h 1366632"/>
              <a:gd name="csX594" fmla="*/ 1267170 w 2131156"/>
              <a:gd name="csY594" fmla="*/ 334195 h 1366632"/>
              <a:gd name="csX595" fmla="*/ 1269302 w 2131156"/>
              <a:gd name="csY595" fmla="*/ 338992 h 1366632"/>
              <a:gd name="csX596" fmla="*/ 1271434 w 2131156"/>
              <a:gd name="csY596" fmla="*/ 343805 h 1366632"/>
              <a:gd name="csX597" fmla="*/ 1273576 w 2131156"/>
              <a:gd name="csY597" fmla="*/ 348635 h 1366632"/>
              <a:gd name="csX598" fmla="*/ 1275708 w 2131156"/>
              <a:gd name="csY598" fmla="*/ 353482 h 1366632"/>
              <a:gd name="csX599" fmla="*/ 1277841 w 2131156"/>
              <a:gd name="csY599" fmla="*/ 358343 h 1366632"/>
              <a:gd name="csX600" fmla="*/ 1279973 w 2131156"/>
              <a:gd name="csY600" fmla="*/ 363220 h 1366632"/>
              <a:gd name="csX601" fmla="*/ 1282105 w 2131156"/>
              <a:gd name="csY601" fmla="*/ 368112 h 1366632"/>
              <a:gd name="csX602" fmla="*/ 1284237 w 2131156"/>
              <a:gd name="csY602" fmla="*/ 373018 h 1366632"/>
              <a:gd name="csX603" fmla="*/ 1286369 w 2131156"/>
              <a:gd name="csY603" fmla="*/ 377939 h 1366632"/>
              <a:gd name="csX604" fmla="*/ 1288501 w 2131156"/>
              <a:gd name="csY604" fmla="*/ 382872 h 1366632"/>
              <a:gd name="csX605" fmla="*/ 1290633 w 2131156"/>
              <a:gd name="csY605" fmla="*/ 387820 h 1366632"/>
              <a:gd name="csX606" fmla="*/ 1292776 w 2131156"/>
              <a:gd name="csY606" fmla="*/ 392779 h 1366632"/>
              <a:gd name="csX607" fmla="*/ 1294908 w 2131156"/>
              <a:gd name="csY607" fmla="*/ 397751 h 1366632"/>
              <a:gd name="csX608" fmla="*/ 1297040 w 2131156"/>
              <a:gd name="csY608" fmla="*/ 402734 h 1366632"/>
              <a:gd name="csX609" fmla="*/ 1299172 w 2131156"/>
              <a:gd name="csY609" fmla="*/ 407729 h 1366632"/>
              <a:gd name="csX610" fmla="*/ 1301304 w 2131156"/>
              <a:gd name="csY610" fmla="*/ 412734 h 1366632"/>
              <a:gd name="csX611" fmla="*/ 1303436 w 2131156"/>
              <a:gd name="csY611" fmla="*/ 417751 h 1366632"/>
              <a:gd name="csX612" fmla="*/ 1305568 w 2131156"/>
              <a:gd name="csY612" fmla="*/ 422777 h 1366632"/>
              <a:gd name="csX613" fmla="*/ 1307700 w 2131156"/>
              <a:gd name="csY613" fmla="*/ 427812 h 1366632"/>
              <a:gd name="csX614" fmla="*/ 1309832 w 2131156"/>
              <a:gd name="csY614" fmla="*/ 432857 h 1366632"/>
              <a:gd name="csX615" fmla="*/ 1311975 w 2131156"/>
              <a:gd name="csY615" fmla="*/ 437911 h 1366632"/>
              <a:gd name="csX616" fmla="*/ 1314107 w 2131156"/>
              <a:gd name="csY616" fmla="*/ 442973 h 1366632"/>
              <a:gd name="csX617" fmla="*/ 1316239 w 2131156"/>
              <a:gd name="csY617" fmla="*/ 448042 h 1366632"/>
              <a:gd name="csX618" fmla="*/ 1318371 w 2131156"/>
              <a:gd name="csY618" fmla="*/ 453119 h 1366632"/>
              <a:gd name="csX619" fmla="*/ 1320503 w 2131156"/>
              <a:gd name="csY619" fmla="*/ 458203 h 1366632"/>
              <a:gd name="csX620" fmla="*/ 1322635 w 2131156"/>
              <a:gd name="csY620" fmla="*/ 463294 h 1366632"/>
              <a:gd name="csX621" fmla="*/ 1324767 w 2131156"/>
              <a:gd name="csY621" fmla="*/ 468390 h 1366632"/>
              <a:gd name="csX622" fmla="*/ 1326900 w 2131156"/>
              <a:gd name="csY622" fmla="*/ 473493 h 1366632"/>
              <a:gd name="csX623" fmla="*/ 1329032 w 2131156"/>
              <a:gd name="csY623" fmla="*/ 478601 h 1366632"/>
              <a:gd name="csX624" fmla="*/ 1331174 w 2131156"/>
              <a:gd name="csY624" fmla="*/ 483712 h 1366632"/>
              <a:gd name="csX625" fmla="*/ 1333306 w 2131156"/>
              <a:gd name="csY625" fmla="*/ 488830 h 1366632"/>
              <a:gd name="csX626" fmla="*/ 1335438 w 2131156"/>
              <a:gd name="csY626" fmla="*/ 493951 h 1366632"/>
              <a:gd name="csX627" fmla="*/ 1337570 w 2131156"/>
              <a:gd name="csY627" fmla="*/ 499076 h 1366632"/>
              <a:gd name="csX628" fmla="*/ 1339702 w 2131156"/>
              <a:gd name="csY628" fmla="*/ 504203 h 1366632"/>
              <a:gd name="csX629" fmla="*/ 1341835 w 2131156"/>
              <a:gd name="csY629" fmla="*/ 509335 h 1366632"/>
              <a:gd name="csX630" fmla="*/ 1343967 w 2131156"/>
              <a:gd name="csY630" fmla="*/ 514467 h 1366632"/>
              <a:gd name="csX631" fmla="*/ 1346099 w 2131156"/>
              <a:gd name="csY631" fmla="*/ 519603 h 1366632"/>
              <a:gd name="csX632" fmla="*/ 1348241 w 2131156"/>
              <a:gd name="csY632" fmla="*/ 524740 h 1366632"/>
              <a:gd name="csX633" fmla="*/ 1350373 w 2131156"/>
              <a:gd name="csY633" fmla="*/ 529878 h 1366632"/>
              <a:gd name="csX634" fmla="*/ 1352505 w 2131156"/>
              <a:gd name="csY634" fmla="*/ 535016 h 1366632"/>
              <a:gd name="csX635" fmla="*/ 1354638 w 2131156"/>
              <a:gd name="csY635" fmla="*/ 540156 h 1366632"/>
              <a:gd name="csX636" fmla="*/ 1356770 w 2131156"/>
              <a:gd name="csY636" fmla="*/ 545296 h 1366632"/>
              <a:gd name="csX637" fmla="*/ 1358902 w 2131156"/>
              <a:gd name="csY637" fmla="*/ 550435 h 1366632"/>
              <a:gd name="csX638" fmla="*/ 1361034 w 2131156"/>
              <a:gd name="csY638" fmla="*/ 555572 h 1366632"/>
              <a:gd name="csX639" fmla="*/ 1363166 w 2131156"/>
              <a:gd name="csY639" fmla="*/ 560710 h 1366632"/>
              <a:gd name="csX640" fmla="*/ 1365298 w 2131156"/>
              <a:gd name="csY640" fmla="*/ 565845 h 1366632"/>
              <a:gd name="csX641" fmla="*/ 1367440 w 2131156"/>
              <a:gd name="csY641" fmla="*/ 570978 h 1366632"/>
              <a:gd name="csX642" fmla="*/ 1369573 w 2131156"/>
              <a:gd name="csY642" fmla="*/ 576110 h 1366632"/>
              <a:gd name="csX643" fmla="*/ 1371705 w 2131156"/>
              <a:gd name="csY643" fmla="*/ 581239 h 1366632"/>
              <a:gd name="csX644" fmla="*/ 1373837 w 2131156"/>
              <a:gd name="csY644" fmla="*/ 586365 h 1366632"/>
              <a:gd name="csX645" fmla="*/ 1375969 w 2131156"/>
              <a:gd name="csY645" fmla="*/ 591487 h 1366632"/>
              <a:gd name="csX646" fmla="*/ 1378101 w 2131156"/>
              <a:gd name="csY646" fmla="*/ 596606 h 1366632"/>
              <a:gd name="csX647" fmla="*/ 1380233 w 2131156"/>
              <a:gd name="csY647" fmla="*/ 601720 h 1366632"/>
              <a:gd name="csX648" fmla="*/ 1382365 w 2131156"/>
              <a:gd name="csY648" fmla="*/ 606830 h 1366632"/>
              <a:gd name="csX649" fmla="*/ 1384497 w 2131156"/>
              <a:gd name="csY649" fmla="*/ 611935 h 1366632"/>
              <a:gd name="csX650" fmla="*/ 1386640 w 2131156"/>
              <a:gd name="csY650" fmla="*/ 617035 h 1366632"/>
              <a:gd name="csX651" fmla="*/ 1388772 w 2131156"/>
              <a:gd name="csY651" fmla="*/ 622129 h 1366632"/>
              <a:gd name="csX652" fmla="*/ 1390904 w 2131156"/>
              <a:gd name="csY652" fmla="*/ 627218 h 1366632"/>
              <a:gd name="csX653" fmla="*/ 1393036 w 2131156"/>
              <a:gd name="csY653" fmla="*/ 632300 h 1366632"/>
              <a:gd name="csX654" fmla="*/ 1395168 w 2131156"/>
              <a:gd name="csY654" fmla="*/ 637376 h 1366632"/>
              <a:gd name="csX655" fmla="*/ 1397300 w 2131156"/>
              <a:gd name="csY655" fmla="*/ 642445 h 1366632"/>
              <a:gd name="csX656" fmla="*/ 1399432 w 2131156"/>
              <a:gd name="csY656" fmla="*/ 647506 h 1366632"/>
              <a:gd name="csX657" fmla="*/ 1401564 w 2131156"/>
              <a:gd name="csY657" fmla="*/ 652560 h 1366632"/>
              <a:gd name="csX658" fmla="*/ 1403707 w 2131156"/>
              <a:gd name="csY658" fmla="*/ 657606 h 1366632"/>
              <a:gd name="csX659" fmla="*/ 1405839 w 2131156"/>
              <a:gd name="csY659" fmla="*/ 662644 h 1366632"/>
              <a:gd name="csX660" fmla="*/ 1407971 w 2131156"/>
              <a:gd name="csY660" fmla="*/ 667673 h 1366632"/>
              <a:gd name="csX661" fmla="*/ 1410103 w 2131156"/>
              <a:gd name="csY661" fmla="*/ 672693 h 1366632"/>
              <a:gd name="csX662" fmla="*/ 1412235 w 2131156"/>
              <a:gd name="csY662" fmla="*/ 677704 h 1366632"/>
              <a:gd name="csX663" fmla="*/ 1414367 w 2131156"/>
              <a:gd name="csY663" fmla="*/ 682706 h 1366632"/>
              <a:gd name="csX664" fmla="*/ 1416499 w 2131156"/>
              <a:gd name="csY664" fmla="*/ 687697 h 1366632"/>
              <a:gd name="csX665" fmla="*/ 1418632 w 2131156"/>
              <a:gd name="csY665" fmla="*/ 692679 h 1366632"/>
              <a:gd name="csX666" fmla="*/ 1420764 w 2131156"/>
              <a:gd name="csY666" fmla="*/ 697650 h 1366632"/>
              <a:gd name="csX667" fmla="*/ 1422906 w 2131156"/>
              <a:gd name="csY667" fmla="*/ 702611 h 1366632"/>
              <a:gd name="csX668" fmla="*/ 1425038 w 2131156"/>
              <a:gd name="csY668" fmla="*/ 707560 h 1366632"/>
              <a:gd name="csX669" fmla="*/ 1427170 w 2131156"/>
              <a:gd name="csY669" fmla="*/ 712498 h 1366632"/>
              <a:gd name="csX670" fmla="*/ 1429302 w 2131156"/>
              <a:gd name="csY670" fmla="*/ 717424 h 1366632"/>
              <a:gd name="csX671" fmla="*/ 1431434 w 2131156"/>
              <a:gd name="csY671" fmla="*/ 722339 h 1366632"/>
              <a:gd name="csX672" fmla="*/ 1433567 w 2131156"/>
              <a:gd name="csY672" fmla="*/ 727241 h 1366632"/>
              <a:gd name="csX673" fmla="*/ 1435699 w 2131156"/>
              <a:gd name="csY673" fmla="*/ 732130 h 1366632"/>
              <a:gd name="csX674" fmla="*/ 1437831 w 2131156"/>
              <a:gd name="csY674" fmla="*/ 737008 h 1366632"/>
              <a:gd name="csX675" fmla="*/ 1439963 w 2131156"/>
              <a:gd name="csY675" fmla="*/ 741871 h 1366632"/>
              <a:gd name="csX676" fmla="*/ 1442105 w 2131156"/>
              <a:gd name="csY676" fmla="*/ 746722 h 1366632"/>
              <a:gd name="csX677" fmla="*/ 1444237 w 2131156"/>
              <a:gd name="csY677" fmla="*/ 751559 h 1366632"/>
              <a:gd name="csX678" fmla="*/ 1446370 w 2131156"/>
              <a:gd name="csY678" fmla="*/ 756382 h 1366632"/>
              <a:gd name="csX679" fmla="*/ 1448502 w 2131156"/>
              <a:gd name="csY679" fmla="*/ 761192 h 1366632"/>
              <a:gd name="csX680" fmla="*/ 1450634 w 2131156"/>
              <a:gd name="csY680" fmla="*/ 765986 h 1366632"/>
              <a:gd name="csX681" fmla="*/ 1452766 w 2131156"/>
              <a:gd name="csY681" fmla="*/ 770766 h 1366632"/>
              <a:gd name="csX682" fmla="*/ 1454898 w 2131156"/>
              <a:gd name="csY682" fmla="*/ 775532 h 1366632"/>
              <a:gd name="csX683" fmla="*/ 1457030 w 2131156"/>
              <a:gd name="csY683" fmla="*/ 780282 h 1366632"/>
              <a:gd name="csX684" fmla="*/ 1459162 w 2131156"/>
              <a:gd name="csY684" fmla="*/ 785017 h 1366632"/>
              <a:gd name="csX685" fmla="*/ 1461305 w 2131156"/>
              <a:gd name="csY685" fmla="*/ 789737 h 1366632"/>
              <a:gd name="csX686" fmla="*/ 1463437 w 2131156"/>
              <a:gd name="csY686" fmla="*/ 794440 h 1366632"/>
              <a:gd name="csX687" fmla="*/ 1465569 w 2131156"/>
              <a:gd name="csY687" fmla="*/ 799128 h 1366632"/>
              <a:gd name="csX688" fmla="*/ 1467701 w 2131156"/>
              <a:gd name="csY688" fmla="*/ 803799 h 1366632"/>
              <a:gd name="csX689" fmla="*/ 1469833 w 2131156"/>
              <a:gd name="csY689" fmla="*/ 808454 h 1366632"/>
              <a:gd name="csX690" fmla="*/ 1471965 w 2131156"/>
              <a:gd name="csY690" fmla="*/ 813092 h 1366632"/>
              <a:gd name="csX691" fmla="*/ 1474097 w 2131156"/>
              <a:gd name="csY691" fmla="*/ 817714 h 1366632"/>
              <a:gd name="csX692" fmla="*/ 1476229 w 2131156"/>
              <a:gd name="csY692" fmla="*/ 822318 h 1366632"/>
              <a:gd name="csX693" fmla="*/ 1478372 w 2131156"/>
              <a:gd name="csY693" fmla="*/ 826905 h 1366632"/>
              <a:gd name="csX694" fmla="*/ 1480504 w 2131156"/>
              <a:gd name="csY694" fmla="*/ 831474 h 1366632"/>
              <a:gd name="csX695" fmla="*/ 1482636 w 2131156"/>
              <a:gd name="csY695" fmla="*/ 836025 h 1366632"/>
              <a:gd name="csX696" fmla="*/ 1484768 w 2131156"/>
              <a:gd name="csY696" fmla="*/ 840560 h 1366632"/>
              <a:gd name="csX697" fmla="*/ 1486900 w 2131156"/>
              <a:gd name="csY697" fmla="*/ 845075 h 1366632"/>
              <a:gd name="csX698" fmla="*/ 1489032 w 2131156"/>
              <a:gd name="csY698" fmla="*/ 849572 h 1366632"/>
              <a:gd name="csX699" fmla="*/ 1491164 w 2131156"/>
              <a:gd name="csY699" fmla="*/ 854051 h 1366632"/>
              <a:gd name="csX700" fmla="*/ 1493296 w 2131156"/>
              <a:gd name="csY700" fmla="*/ 858511 h 1366632"/>
              <a:gd name="csX701" fmla="*/ 1495429 w 2131156"/>
              <a:gd name="csY701" fmla="*/ 862953 h 1366632"/>
              <a:gd name="csX702" fmla="*/ 1497571 w 2131156"/>
              <a:gd name="csY702" fmla="*/ 867374 h 1366632"/>
              <a:gd name="csX703" fmla="*/ 1499703 w 2131156"/>
              <a:gd name="csY703" fmla="*/ 871778 h 1366632"/>
              <a:gd name="csX704" fmla="*/ 1501835 w 2131156"/>
              <a:gd name="csY704" fmla="*/ 876161 h 1366632"/>
              <a:gd name="csX705" fmla="*/ 1503967 w 2131156"/>
              <a:gd name="csY705" fmla="*/ 880526 h 1366632"/>
              <a:gd name="csX706" fmla="*/ 1506099 w 2131156"/>
              <a:gd name="csY706" fmla="*/ 884870 h 1366632"/>
              <a:gd name="csX707" fmla="*/ 1508232 w 2131156"/>
              <a:gd name="csY707" fmla="*/ 889195 h 1366632"/>
              <a:gd name="csX708" fmla="*/ 1510364 w 2131156"/>
              <a:gd name="csY708" fmla="*/ 893500 h 1366632"/>
              <a:gd name="csX709" fmla="*/ 1512496 w 2131156"/>
              <a:gd name="csY709" fmla="*/ 897785 h 1366632"/>
              <a:gd name="csX710" fmla="*/ 1514628 w 2131156"/>
              <a:gd name="csY710" fmla="*/ 902049 h 1366632"/>
              <a:gd name="csX711" fmla="*/ 1516770 w 2131156"/>
              <a:gd name="csY711" fmla="*/ 906292 h 1366632"/>
              <a:gd name="csX712" fmla="*/ 1518902 w 2131156"/>
              <a:gd name="csY712" fmla="*/ 910516 h 1366632"/>
              <a:gd name="csX713" fmla="*/ 1521034 w 2131156"/>
              <a:gd name="csY713" fmla="*/ 914718 h 1366632"/>
              <a:gd name="csX714" fmla="*/ 1523166 w 2131156"/>
              <a:gd name="csY714" fmla="*/ 918900 h 1366632"/>
              <a:gd name="csX715" fmla="*/ 1525299 w 2131156"/>
              <a:gd name="csY715" fmla="*/ 923061 h 1366632"/>
              <a:gd name="csX716" fmla="*/ 1527431 w 2131156"/>
              <a:gd name="csY716" fmla="*/ 927200 h 1366632"/>
              <a:gd name="csX717" fmla="*/ 1529563 w 2131156"/>
              <a:gd name="csY717" fmla="*/ 931320 h 1366632"/>
              <a:gd name="csX718" fmla="*/ 1531695 w 2131156"/>
              <a:gd name="csY718" fmla="*/ 935416 h 1366632"/>
              <a:gd name="csX719" fmla="*/ 1533827 w 2131156"/>
              <a:gd name="csY719" fmla="*/ 939492 h 1366632"/>
              <a:gd name="csX720" fmla="*/ 1535969 w 2131156"/>
              <a:gd name="csY720" fmla="*/ 943547 h 1366632"/>
              <a:gd name="csX721" fmla="*/ 1538102 w 2131156"/>
              <a:gd name="csY721" fmla="*/ 947580 h 1366632"/>
              <a:gd name="csX722" fmla="*/ 1540234 w 2131156"/>
              <a:gd name="csY722" fmla="*/ 951590 h 1366632"/>
              <a:gd name="csX723" fmla="*/ 1542366 w 2131156"/>
              <a:gd name="csY723" fmla="*/ 955580 h 1366632"/>
              <a:gd name="csX724" fmla="*/ 1544498 w 2131156"/>
              <a:gd name="csY724" fmla="*/ 959547 h 1366632"/>
              <a:gd name="csX725" fmla="*/ 1546630 w 2131156"/>
              <a:gd name="csY725" fmla="*/ 963492 h 1366632"/>
              <a:gd name="csX726" fmla="*/ 1548762 w 2131156"/>
              <a:gd name="csY726" fmla="*/ 967415 h 1366632"/>
              <a:gd name="csX727" fmla="*/ 1550894 w 2131156"/>
              <a:gd name="csY727" fmla="*/ 971316 h 1366632"/>
              <a:gd name="csX728" fmla="*/ 1553037 w 2131156"/>
              <a:gd name="csY728" fmla="*/ 975194 h 1366632"/>
              <a:gd name="csX729" fmla="*/ 1555169 w 2131156"/>
              <a:gd name="csY729" fmla="*/ 979051 h 1366632"/>
              <a:gd name="csX730" fmla="*/ 1557301 w 2131156"/>
              <a:gd name="csY730" fmla="*/ 982884 h 1366632"/>
              <a:gd name="csX731" fmla="*/ 1559433 w 2131156"/>
              <a:gd name="csY731" fmla="*/ 986694 h 1366632"/>
              <a:gd name="csX732" fmla="*/ 1561565 w 2131156"/>
              <a:gd name="csY732" fmla="*/ 990482 h 1366632"/>
              <a:gd name="csX733" fmla="*/ 1563697 w 2131156"/>
              <a:gd name="csY733" fmla="*/ 994250 h 1366632"/>
              <a:gd name="csX734" fmla="*/ 1565829 w 2131156"/>
              <a:gd name="csY734" fmla="*/ 997996 h 1366632"/>
              <a:gd name="csX735" fmla="*/ 1567961 w 2131156"/>
              <a:gd name="csY735" fmla="*/ 1001712 h 1366632"/>
              <a:gd name="csX736" fmla="*/ 1570093 w 2131156"/>
              <a:gd name="csY736" fmla="*/ 1005407 h 1366632"/>
              <a:gd name="csX737" fmla="*/ 1572236 w 2131156"/>
              <a:gd name="csY737" fmla="*/ 1009081 h 1366632"/>
              <a:gd name="csX738" fmla="*/ 1574368 w 2131156"/>
              <a:gd name="csY738" fmla="*/ 1012735 h 1366632"/>
              <a:gd name="csX739" fmla="*/ 1576500 w 2131156"/>
              <a:gd name="csY739" fmla="*/ 1016368 h 1366632"/>
              <a:gd name="csX740" fmla="*/ 1578632 w 2131156"/>
              <a:gd name="csY740" fmla="*/ 1019969 h 1366632"/>
              <a:gd name="csX741" fmla="*/ 1580764 w 2131156"/>
              <a:gd name="csY741" fmla="*/ 1023561 h 1366632"/>
              <a:gd name="csX742" fmla="*/ 1582896 w 2131156"/>
              <a:gd name="csY742" fmla="*/ 1027111 h 1366632"/>
              <a:gd name="csX743" fmla="*/ 1585028 w 2131156"/>
              <a:gd name="csY743" fmla="*/ 1030651 h 1366632"/>
              <a:gd name="csX744" fmla="*/ 1587161 w 2131156"/>
              <a:gd name="csY744" fmla="*/ 1034170 h 1366632"/>
              <a:gd name="csX745" fmla="*/ 1589293 w 2131156"/>
              <a:gd name="csY745" fmla="*/ 1037658 h 1366632"/>
              <a:gd name="csX746" fmla="*/ 1591435 w 2131156"/>
              <a:gd name="csY746" fmla="*/ 1041125 h 1366632"/>
              <a:gd name="csX747" fmla="*/ 1593567 w 2131156"/>
              <a:gd name="csY747" fmla="*/ 1044571 h 1366632"/>
              <a:gd name="csX748" fmla="*/ 1595699 w 2131156"/>
              <a:gd name="csY748" fmla="*/ 1047987 h 1366632"/>
              <a:gd name="csX749" fmla="*/ 1597831 w 2131156"/>
              <a:gd name="csY749" fmla="*/ 1051382 h 1366632"/>
              <a:gd name="csX750" fmla="*/ 1599964 w 2131156"/>
              <a:gd name="csY750" fmla="*/ 1054756 h 1366632"/>
              <a:gd name="csX751" fmla="*/ 1602096 w 2131156"/>
              <a:gd name="csY751" fmla="*/ 1058109 h 1366632"/>
              <a:gd name="csX752" fmla="*/ 1604228 w 2131156"/>
              <a:gd name="csY752" fmla="*/ 1061432 h 1366632"/>
              <a:gd name="csX753" fmla="*/ 1606360 w 2131156"/>
              <a:gd name="csY753" fmla="*/ 1064744 h 1366632"/>
              <a:gd name="csX754" fmla="*/ 1608502 w 2131156"/>
              <a:gd name="csY754" fmla="*/ 1068025 h 1366632"/>
              <a:gd name="csX755" fmla="*/ 1610634 w 2131156"/>
              <a:gd name="csY755" fmla="*/ 1071274 h 1366632"/>
              <a:gd name="csX756" fmla="*/ 1612766 w 2131156"/>
              <a:gd name="csY756" fmla="*/ 1074514 h 1366632"/>
              <a:gd name="csX757" fmla="*/ 1614898 w 2131156"/>
              <a:gd name="csY757" fmla="*/ 1077722 h 1366632"/>
              <a:gd name="csX758" fmla="*/ 1617031 w 2131156"/>
              <a:gd name="csY758" fmla="*/ 1080910 h 1366632"/>
              <a:gd name="csX759" fmla="*/ 1619163 w 2131156"/>
              <a:gd name="csY759" fmla="*/ 1084077 h 1366632"/>
              <a:gd name="csX760" fmla="*/ 1621295 w 2131156"/>
              <a:gd name="csY760" fmla="*/ 1087213 h 1366632"/>
              <a:gd name="csX761" fmla="*/ 1623427 w 2131156"/>
              <a:gd name="csY761" fmla="*/ 1090329 h 1366632"/>
              <a:gd name="csX762" fmla="*/ 1625559 w 2131156"/>
              <a:gd name="csY762" fmla="*/ 1093423 h 1366632"/>
              <a:gd name="csX763" fmla="*/ 1627701 w 2131156"/>
              <a:gd name="csY763" fmla="*/ 1096497 h 1366632"/>
              <a:gd name="csX764" fmla="*/ 1629834 w 2131156"/>
              <a:gd name="csY764" fmla="*/ 1099551 h 1366632"/>
              <a:gd name="csX765" fmla="*/ 1631966 w 2131156"/>
              <a:gd name="csY765" fmla="*/ 1102573 h 1366632"/>
              <a:gd name="csX766" fmla="*/ 1634098 w 2131156"/>
              <a:gd name="csY766" fmla="*/ 1105574 h 1366632"/>
              <a:gd name="csX767" fmla="*/ 1636230 w 2131156"/>
              <a:gd name="csY767" fmla="*/ 1108555 h 1366632"/>
              <a:gd name="csX768" fmla="*/ 1638362 w 2131156"/>
              <a:gd name="csY768" fmla="*/ 1111505 h 1366632"/>
              <a:gd name="csX769" fmla="*/ 1640494 w 2131156"/>
              <a:gd name="csY769" fmla="*/ 1114434 h 1366632"/>
              <a:gd name="csX770" fmla="*/ 1642626 w 2131156"/>
              <a:gd name="csY770" fmla="*/ 1117342 h 1366632"/>
              <a:gd name="csX771" fmla="*/ 1644758 w 2131156"/>
              <a:gd name="csY771" fmla="*/ 1120230 h 1366632"/>
              <a:gd name="csX772" fmla="*/ 1646901 w 2131156"/>
              <a:gd name="csY772" fmla="*/ 1123097 h 1366632"/>
              <a:gd name="csX773" fmla="*/ 1649033 w 2131156"/>
              <a:gd name="csY773" fmla="*/ 1125933 h 1366632"/>
              <a:gd name="csX774" fmla="*/ 1651165 w 2131156"/>
              <a:gd name="csY774" fmla="*/ 1128758 h 1366632"/>
              <a:gd name="csX775" fmla="*/ 1653297 w 2131156"/>
              <a:gd name="csY775" fmla="*/ 1131553 h 1366632"/>
              <a:gd name="csX776" fmla="*/ 1655429 w 2131156"/>
              <a:gd name="csY776" fmla="*/ 1134316 h 1366632"/>
              <a:gd name="csX777" fmla="*/ 1657561 w 2131156"/>
              <a:gd name="csY777" fmla="*/ 1137069 h 1366632"/>
              <a:gd name="csX778" fmla="*/ 1659693 w 2131156"/>
              <a:gd name="csY778" fmla="*/ 1139791 h 1366632"/>
              <a:gd name="csX779" fmla="*/ 1661825 w 2131156"/>
              <a:gd name="csY779" fmla="*/ 1142503 h 1366632"/>
              <a:gd name="csX780" fmla="*/ 1663958 w 2131156"/>
              <a:gd name="csY780" fmla="*/ 1145184 h 1366632"/>
              <a:gd name="csX781" fmla="*/ 1666100 w 2131156"/>
              <a:gd name="csY781" fmla="*/ 1147844 h 1366632"/>
              <a:gd name="csX782" fmla="*/ 1668232 w 2131156"/>
              <a:gd name="csY782" fmla="*/ 1150472 h 1366632"/>
              <a:gd name="csX783" fmla="*/ 1670364 w 2131156"/>
              <a:gd name="csY783" fmla="*/ 1153091 h 1366632"/>
              <a:gd name="csX784" fmla="*/ 1672496 w 2131156"/>
              <a:gd name="csY784" fmla="*/ 1155679 h 1366632"/>
              <a:gd name="csX785" fmla="*/ 1674628 w 2131156"/>
              <a:gd name="csY785" fmla="*/ 1158256 h 1366632"/>
              <a:gd name="csX786" fmla="*/ 1676760 w 2131156"/>
              <a:gd name="csY786" fmla="*/ 1160802 h 1366632"/>
              <a:gd name="csX787" fmla="*/ 1678893 w 2131156"/>
              <a:gd name="csY787" fmla="*/ 1163327 h 1366632"/>
              <a:gd name="csX788" fmla="*/ 1681025 w 2131156"/>
              <a:gd name="csY788" fmla="*/ 1165832 h 1366632"/>
              <a:gd name="csX789" fmla="*/ 1683167 w 2131156"/>
              <a:gd name="csY789" fmla="*/ 1168306 h 1366632"/>
              <a:gd name="csX790" fmla="*/ 1685299 w 2131156"/>
              <a:gd name="csY790" fmla="*/ 1170769 h 1366632"/>
              <a:gd name="csX791" fmla="*/ 1687431 w 2131156"/>
              <a:gd name="csY791" fmla="*/ 1173201 h 1366632"/>
              <a:gd name="csX792" fmla="*/ 1689563 w 2131156"/>
              <a:gd name="csY792" fmla="*/ 1175623 h 1366632"/>
              <a:gd name="csX793" fmla="*/ 1691696 w 2131156"/>
              <a:gd name="csY793" fmla="*/ 1178014 h 1366632"/>
              <a:gd name="csX794" fmla="*/ 1693828 w 2131156"/>
              <a:gd name="csY794" fmla="*/ 1180384 h 1366632"/>
              <a:gd name="csX795" fmla="*/ 1695960 w 2131156"/>
              <a:gd name="csY795" fmla="*/ 1182744 h 1366632"/>
              <a:gd name="csX796" fmla="*/ 1698092 w 2131156"/>
              <a:gd name="csY796" fmla="*/ 1185073 h 1366632"/>
              <a:gd name="csX797" fmla="*/ 1700224 w 2131156"/>
              <a:gd name="csY797" fmla="*/ 1187381 h 1366632"/>
              <a:gd name="csX798" fmla="*/ 1702366 w 2131156"/>
              <a:gd name="csY798" fmla="*/ 1189668 h 1366632"/>
              <a:gd name="csX799" fmla="*/ 1704498 w 2131156"/>
              <a:gd name="csY799" fmla="*/ 1191935 h 1366632"/>
              <a:gd name="csX800" fmla="*/ 1706631 w 2131156"/>
              <a:gd name="csY800" fmla="*/ 1194170 h 1366632"/>
              <a:gd name="csX801" fmla="*/ 1708763 w 2131156"/>
              <a:gd name="csY801" fmla="*/ 1196396 h 1366632"/>
              <a:gd name="csX802" fmla="*/ 1710895 w 2131156"/>
              <a:gd name="csY802" fmla="*/ 1198600 h 1366632"/>
              <a:gd name="csX803" fmla="*/ 1713027 w 2131156"/>
              <a:gd name="csY803" fmla="*/ 1200784 h 1366632"/>
              <a:gd name="csX804" fmla="*/ 1715159 w 2131156"/>
              <a:gd name="csY804" fmla="*/ 1202947 h 1366632"/>
              <a:gd name="csX805" fmla="*/ 1717291 w 2131156"/>
              <a:gd name="csY805" fmla="*/ 1205089 h 1366632"/>
              <a:gd name="csX806" fmla="*/ 1719423 w 2131156"/>
              <a:gd name="csY806" fmla="*/ 1207211 h 1366632"/>
              <a:gd name="csX807" fmla="*/ 1721566 w 2131156"/>
              <a:gd name="csY807" fmla="*/ 1209302 h 1366632"/>
              <a:gd name="csX808" fmla="*/ 1723698 w 2131156"/>
              <a:gd name="csY808" fmla="*/ 1211382 h 1366632"/>
              <a:gd name="csX809" fmla="*/ 1725830 w 2131156"/>
              <a:gd name="csY809" fmla="*/ 1213442 h 1366632"/>
              <a:gd name="csX810" fmla="*/ 1727962 w 2131156"/>
              <a:gd name="csY810" fmla="*/ 1215481 h 1366632"/>
              <a:gd name="csX811" fmla="*/ 1730094 w 2131156"/>
              <a:gd name="csY811" fmla="*/ 1217509 h 1366632"/>
              <a:gd name="csX812" fmla="*/ 1732226 w 2131156"/>
              <a:gd name="csY812" fmla="*/ 1219507 h 1366632"/>
              <a:gd name="csX813" fmla="*/ 1734358 w 2131156"/>
              <a:gd name="csY813" fmla="*/ 1221484 h 1366632"/>
              <a:gd name="csX814" fmla="*/ 1736490 w 2131156"/>
              <a:gd name="csY814" fmla="*/ 1223440 h 1366632"/>
              <a:gd name="csX815" fmla="*/ 1738633 w 2131156"/>
              <a:gd name="csY815" fmla="*/ 1225386 h 1366632"/>
              <a:gd name="csX816" fmla="*/ 1740765 w 2131156"/>
              <a:gd name="csY816" fmla="*/ 1227301 h 1366632"/>
              <a:gd name="csX817" fmla="*/ 1742897 w 2131156"/>
              <a:gd name="csY817" fmla="*/ 1229205 h 1366632"/>
              <a:gd name="csX818" fmla="*/ 1745029 w 2131156"/>
              <a:gd name="csY818" fmla="*/ 1231089 h 1366632"/>
              <a:gd name="csX819" fmla="*/ 1747161 w 2131156"/>
              <a:gd name="csY819" fmla="*/ 1232952 h 1366632"/>
              <a:gd name="csX820" fmla="*/ 1749293 w 2131156"/>
              <a:gd name="csY820" fmla="*/ 1234794 h 1366632"/>
              <a:gd name="csX821" fmla="*/ 1751425 w 2131156"/>
              <a:gd name="csY821" fmla="*/ 1236626 h 1366632"/>
              <a:gd name="csX822" fmla="*/ 1753557 w 2131156"/>
              <a:gd name="csY822" fmla="*/ 1238427 h 1366632"/>
              <a:gd name="csX823" fmla="*/ 1755690 w 2131156"/>
              <a:gd name="csY823" fmla="*/ 1240217 h 1366632"/>
              <a:gd name="csX824" fmla="*/ 1757832 w 2131156"/>
              <a:gd name="csY824" fmla="*/ 1241987 h 1366632"/>
              <a:gd name="csX825" fmla="*/ 1759964 w 2131156"/>
              <a:gd name="csY825" fmla="*/ 1243736 h 1366632"/>
              <a:gd name="csX826" fmla="*/ 1762096 w 2131156"/>
              <a:gd name="csY826" fmla="*/ 1245465 h 1366632"/>
              <a:gd name="csX827" fmla="*/ 1764228 w 2131156"/>
              <a:gd name="csY827" fmla="*/ 1247183 h 1366632"/>
              <a:gd name="csX828" fmla="*/ 1766360 w 2131156"/>
              <a:gd name="csY828" fmla="*/ 1248880 h 1366632"/>
              <a:gd name="csX829" fmla="*/ 1768492 w 2131156"/>
              <a:gd name="csY829" fmla="*/ 1250557 h 1366632"/>
              <a:gd name="csX830" fmla="*/ 1770625 w 2131156"/>
              <a:gd name="csY830" fmla="*/ 1252213 h 1366632"/>
              <a:gd name="csX831" fmla="*/ 1772757 w 2131156"/>
              <a:gd name="csY831" fmla="*/ 1253859 h 1366632"/>
              <a:gd name="csX832" fmla="*/ 1774889 w 2131156"/>
              <a:gd name="csY832" fmla="*/ 1255484 h 1366632"/>
              <a:gd name="csX833" fmla="*/ 1777031 w 2131156"/>
              <a:gd name="csY833" fmla="*/ 1257088 h 1366632"/>
              <a:gd name="csX834" fmla="*/ 1779163 w 2131156"/>
              <a:gd name="csY834" fmla="*/ 1258682 h 1366632"/>
              <a:gd name="csX835" fmla="*/ 1781295 w 2131156"/>
              <a:gd name="csY835" fmla="*/ 1260245 h 1366632"/>
              <a:gd name="csX836" fmla="*/ 1783428 w 2131156"/>
              <a:gd name="csY836" fmla="*/ 1261807 h 1366632"/>
              <a:gd name="csX837" fmla="*/ 1785560 w 2131156"/>
              <a:gd name="csY837" fmla="*/ 1263339 h 1366632"/>
              <a:gd name="csX838" fmla="*/ 1787692 w 2131156"/>
              <a:gd name="csY838" fmla="*/ 1264861 h 1366632"/>
              <a:gd name="csX839" fmla="*/ 1789824 w 2131156"/>
              <a:gd name="csY839" fmla="*/ 1266361 h 1366632"/>
              <a:gd name="csX840" fmla="*/ 1791956 w 2131156"/>
              <a:gd name="csY840" fmla="*/ 1267852 h 1366632"/>
              <a:gd name="csX841" fmla="*/ 1794088 w 2131156"/>
              <a:gd name="csY841" fmla="*/ 1269322 h 1366632"/>
              <a:gd name="csX842" fmla="*/ 1796231 w 2131156"/>
              <a:gd name="csY842" fmla="*/ 1270781 h 1366632"/>
              <a:gd name="csX843" fmla="*/ 1798363 w 2131156"/>
              <a:gd name="csY843" fmla="*/ 1272219 h 1366632"/>
              <a:gd name="csX844" fmla="*/ 1800495 w 2131156"/>
              <a:gd name="csY844" fmla="*/ 1273637 h 1366632"/>
              <a:gd name="csX845" fmla="*/ 1802627 w 2131156"/>
              <a:gd name="csY845" fmla="*/ 1275045 h 1366632"/>
              <a:gd name="csX846" fmla="*/ 1804759 w 2131156"/>
              <a:gd name="csY846" fmla="*/ 1276432 h 1366632"/>
              <a:gd name="csX847" fmla="*/ 1806891 w 2131156"/>
              <a:gd name="csY847" fmla="*/ 1277798 h 1366632"/>
              <a:gd name="csX848" fmla="*/ 1809023 w 2131156"/>
              <a:gd name="csY848" fmla="*/ 1279164 h 1366632"/>
              <a:gd name="csX849" fmla="*/ 1811155 w 2131156"/>
              <a:gd name="csY849" fmla="*/ 1280499 h 1366632"/>
              <a:gd name="csX850" fmla="*/ 1813298 w 2131156"/>
              <a:gd name="csY850" fmla="*/ 1281824 h 1366632"/>
              <a:gd name="csX851" fmla="*/ 1815430 w 2131156"/>
              <a:gd name="csY851" fmla="*/ 1283139 h 1366632"/>
              <a:gd name="csX852" fmla="*/ 1817562 w 2131156"/>
              <a:gd name="csY852" fmla="*/ 1284433 h 1366632"/>
              <a:gd name="csX853" fmla="*/ 1819694 w 2131156"/>
              <a:gd name="csY853" fmla="*/ 1285716 h 1366632"/>
              <a:gd name="csX854" fmla="*/ 1821826 w 2131156"/>
              <a:gd name="csY854" fmla="*/ 1286979 h 1366632"/>
              <a:gd name="csX855" fmla="*/ 1823958 w 2131156"/>
              <a:gd name="csY855" fmla="*/ 1288231 h 1366632"/>
              <a:gd name="csX856" fmla="*/ 1826090 w 2131156"/>
              <a:gd name="csY856" fmla="*/ 1289463 h 1366632"/>
              <a:gd name="csX857" fmla="*/ 1828222 w 2131156"/>
              <a:gd name="csY857" fmla="*/ 1290684 h 1366632"/>
              <a:gd name="csX858" fmla="*/ 1830354 w 2131156"/>
              <a:gd name="csY858" fmla="*/ 1291895 h 1366632"/>
              <a:gd name="csX859" fmla="*/ 1832497 w 2131156"/>
              <a:gd name="csY859" fmla="*/ 1293085 h 1366632"/>
              <a:gd name="csX860" fmla="*/ 1834629 w 2131156"/>
              <a:gd name="csY860" fmla="*/ 1294265 h 1366632"/>
              <a:gd name="csX861" fmla="*/ 1836761 w 2131156"/>
              <a:gd name="csY861" fmla="*/ 1295424 h 1366632"/>
              <a:gd name="csX862" fmla="*/ 1838893 w 2131156"/>
              <a:gd name="csY862" fmla="*/ 1296573 h 1366632"/>
              <a:gd name="csX863" fmla="*/ 1841025 w 2131156"/>
              <a:gd name="csY863" fmla="*/ 1297712 h 1366632"/>
              <a:gd name="csX864" fmla="*/ 1843157 w 2131156"/>
              <a:gd name="csY864" fmla="*/ 1298829 h 1366632"/>
              <a:gd name="csX865" fmla="*/ 1845290 w 2131156"/>
              <a:gd name="csY865" fmla="*/ 1299937 h 1366632"/>
              <a:gd name="csX866" fmla="*/ 1847422 w 2131156"/>
              <a:gd name="csY866" fmla="*/ 1301034 h 1366632"/>
              <a:gd name="csX867" fmla="*/ 1849554 w 2131156"/>
              <a:gd name="csY867" fmla="*/ 1302110 h 1366632"/>
              <a:gd name="csX868" fmla="*/ 1851696 w 2131156"/>
              <a:gd name="csY868" fmla="*/ 1303187 h 1366632"/>
              <a:gd name="csX869" fmla="*/ 1853828 w 2131156"/>
              <a:gd name="csY869" fmla="*/ 1304232 h 1366632"/>
              <a:gd name="csX870" fmla="*/ 1855960 w 2131156"/>
              <a:gd name="csY870" fmla="*/ 1305277 h 1366632"/>
              <a:gd name="csX871" fmla="*/ 1858092 w 2131156"/>
              <a:gd name="csY871" fmla="*/ 1306302 h 1366632"/>
              <a:gd name="csX872" fmla="*/ 1860224 w 2131156"/>
              <a:gd name="csY872" fmla="*/ 1307316 h 1366632"/>
              <a:gd name="csX873" fmla="*/ 1862357 w 2131156"/>
              <a:gd name="csY873" fmla="*/ 1308320 h 1366632"/>
              <a:gd name="csX874" fmla="*/ 1864489 w 2131156"/>
              <a:gd name="csY874" fmla="*/ 1309314 h 1366632"/>
              <a:gd name="csX875" fmla="*/ 1866621 w 2131156"/>
              <a:gd name="csY875" fmla="*/ 1310287 h 1366632"/>
              <a:gd name="csX876" fmla="*/ 1868753 w 2131156"/>
              <a:gd name="csY876" fmla="*/ 1311249 h 1366632"/>
              <a:gd name="csX877" fmla="*/ 1870895 w 2131156"/>
              <a:gd name="csY877" fmla="*/ 1312202 h 1366632"/>
              <a:gd name="csX878" fmla="*/ 1873028 w 2131156"/>
              <a:gd name="csY878" fmla="*/ 1313143 h 1366632"/>
              <a:gd name="csX879" fmla="*/ 1875159 w 2131156"/>
              <a:gd name="csY879" fmla="*/ 1314075 h 1366632"/>
              <a:gd name="csX880" fmla="*/ 1877292 w 2131156"/>
              <a:gd name="csY880" fmla="*/ 1314986 h 1366632"/>
              <a:gd name="csX881" fmla="*/ 1879424 w 2131156"/>
              <a:gd name="csY881" fmla="*/ 1315897 h 1366632"/>
              <a:gd name="csX882" fmla="*/ 1881556 w 2131156"/>
              <a:gd name="csY882" fmla="*/ 1316787 h 1366632"/>
              <a:gd name="csX883" fmla="*/ 1883688 w 2131156"/>
              <a:gd name="csY883" fmla="*/ 1317666 h 1366632"/>
              <a:gd name="csX884" fmla="*/ 1885820 w 2131156"/>
              <a:gd name="csY884" fmla="*/ 1318536 h 1366632"/>
              <a:gd name="csX885" fmla="*/ 1887963 w 2131156"/>
              <a:gd name="csY885" fmla="*/ 1319395 h 1366632"/>
              <a:gd name="csX886" fmla="*/ 1890095 w 2131156"/>
              <a:gd name="csY886" fmla="*/ 1320233 h 1366632"/>
              <a:gd name="csX887" fmla="*/ 1892227 w 2131156"/>
              <a:gd name="csY887" fmla="*/ 1321072 h 1366632"/>
              <a:gd name="csX888" fmla="*/ 1894359 w 2131156"/>
              <a:gd name="csY888" fmla="*/ 1321899 h 1366632"/>
              <a:gd name="csX889" fmla="*/ 1896491 w 2131156"/>
              <a:gd name="csY889" fmla="*/ 1322707 h 1366632"/>
              <a:gd name="csX890" fmla="*/ 1898623 w 2131156"/>
              <a:gd name="csY890" fmla="*/ 1323514 h 1366632"/>
              <a:gd name="csX891" fmla="*/ 1900755 w 2131156"/>
              <a:gd name="csY891" fmla="*/ 1324301 h 1366632"/>
              <a:gd name="csX892" fmla="*/ 1902887 w 2131156"/>
              <a:gd name="csY892" fmla="*/ 1325087 h 1366632"/>
              <a:gd name="csX893" fmla="*/ 1905019 w 2131156"/>
              <a:gd name="csY893" fmla="*/ 1325853 h 1366632"/>
              <a:gd name="csX894" fmla="*/ 1907162 w 2131156"/>
              <a:gd name="csY894" fmla="*/ 1326619 h 1366632"/>
              <a:gd name="csX895" fmla="*/ 1909294 w 2131156"/>
              <a:gd name="csY895" fmla="*/ 1327364 h 1366632"/>
              <a:gd name="csX896" fmla="*/ 1911426 w 2131156"/>
              <a:gd name="csY896" fmla="*/ 1328109 h 1366632"/>
              <a:gd name="csX897" fmla="*/ 1913558 w 2131156"/>
              <a:gd name="csY897" fmla="*/ 1328834 h 1366632"/>
              <a:gd name="csX898" fmla="*/ 1915690 w 2131156"/>
              <a:gd name="csY898" fmla="*/ 1329558 h 1366632"/>
              <a:gd name="csX899" fmla="*/ 1917822 w 2131156"/>
              <a:gd name="csY899" fmla="*/ 1330262 h 1366632"/>
              <a:gd name="csX900" fmla="*/ 1919954 w 2131156"/>
              <a:gd name="csY900" fmla="*/ 1330966 h 1366632"/>
              <a:gd name="csX901" fmla="*/ 1922086 w 2131156"/>
              <a:gd name="csY901" fmla="*/ 1331649 h 1366632"/>
              <a:gd name="csX902" fmla="*/ 1924219 w 2131156"/>
              <a:gd name="csY902" fmla="*/ 1332332 h 1366632"/>
              <a:gd name="csX903" fmla="*/ 1926361 w 2131156"/>
              <a:gd name="csY903" fmla="*/ 1333005 h 1366632"/>
              <a:gd name="csX904" fmla="*/ 1928493 w 2131156"/>
              <a:gd name="csY904" fmla="*/ 1333667 h 1366632"/>
              <a:gd name="csX905" fmla="*/ 1930625 w 2131156"/>
              <a:gd name="csY905" fmla="*/ 1334319 h 1366632"/>
              <a:gd name="csX906" fmla="*/ 1932757 w 2131156"/>
              <a:gd name="csY906" fmla="*/ 1334961 h 1366632"/>
              <a:gd name="csX907" fmla="*/ 1934889 w 2131156"/>
              <a:gd name="csY907" fmla="*/ 1335603 h 1366632"/>
              <a:gd name="csX908" fmla="*/ 1937021 w 2131156"/>
              <a:gd name="csY908" fmla="*/ 1336224 h 1366632"/>
              <a:gd name="csX909" fmla="*/ 1939154 w 2131156"/>
              <a:gd name="csY909" fmla="*/ 1336845 h 1366632"/>
              <a:gd name="csX910" fmla="*/ 1941286 w 2131156"/>
              <a:gd name="csY910" fmla="*/ 1337445 h 1366632"/>
              <a:gd name="csX911" fmla="*/ 1943428 w 2131156"/>
              <a:gd name="csY911" fmla="*/ 1338046 h 1366632"/>
              <a:gd name="csX912" fmla="*/ 1945560 w 2131156"/>
              <a:gd name="csY912" fmla="*/ 1338635 h 1366632"/>
              <a:gd name="csX913" fmla="*/ 1947692 w 2131156"/>
              <a:gd name="csY913" fmla="*/ 1339225 h 1366632"/>
              <a:gd name="csX914" fmla="*/ 1949824 w 2131156"/>
              <a:gd name="csY914" fmla="*/ 1339795 h 1366632"/>
              <a:gd name="csX915" fmla="*/ 1951957 w 2131156"/>
              <a:gd name="csY915" fmla="*/ 1340364 h 1366632"/>
              <a:gd name="csX916" fmla="*/ 1954089 w 2131156"/>
              <a:gd name="csY916" fmla="*/ 1340912 h 1366632"/>
              <a:gd name="csX917" fmla="*/ 1956221 w 2131156"/>
              <a:gd name="csY917" fmla="*/ 1341471 h 1366632"/>
              <a:gd name="csX918" fmla="*/ 1958353 w 2131156"/>
              <a:gd name="csY918" fmla="*/ 1342010 h 1366632"/>
              <a:gd name="csX919" fmla="*/ 1960485 w 2131156"/>
              <a:gd name="csY919" fmla="*/ 1342537 h 1366632"/>
              <a:gd name="csX920" fmla="*/ 1962627 w 2131156"/>
              <a:gd name="csY920" fmla="*/ 1343065 h 1366632"/>
              <a:gd name="csX921" fmla="*/ 1964759 w 2131156"/>
              <a:gd name="csY921" fmla="*/ 1343583 h 1366632"/>
              <a:gd name="csX922" fmla="*/ 1966892 w 2131156"/>
              <a:gd name="csY922" fmla="*/ 1344090 h 1366632"/>
              <a:gd name="csX923" fmla="*/ 1969024 w 2131156"/>
              <a:gd name="csY923" fmla="*/ 1344597 h 1366632"/>
              <a:gd name="csX924" fmla="*/ 1971156 w 2131156"/>
              <a:gd name="csY924" fmla="*/ 1345094 h 1366632"/>
              <a:gd name="csX925" fmla="*/ 1973288 w 2131156"/>
              <a:gd name="csY925" fmla="*/ 1345580 h 1366632"/>
              <a:gd name="csX926" fmla="*/ 1975420 w 2131156"/>
              <a:gd name="csY926" fmla="*/ 1346067 h 1366632"/>
              <a:gd name="csX927" fmla="*/ 1977552 w 2131156"/>
              <a:gd name="csY927" fmla="*/ 1346532 h 1366632"/>
              <a:gd name="csX928" fmla="*/ 1979684 w 2131156"/>
              <a:gd name="csY928" fmla="*/ 1346998 h 1366632"/>
              <a:gd name="csX929" fmla="*/ 1981827 w 2131156"/>
              <a:gd name="csY929" fmla="*/ 1347464 h 1366632"/>
              <a:gd name="csX930" fmla="*/ 1983959 w 2131156"/>
              <a:gd name="csY930" fmla="*/ 1347909 h 1366632"/>
              <a:gd name="csX931" fmla="*/ 1986091 w 2131156"/>
              <a:gd name="csY931" fmla="*/ 1348364 h 1366632"/>
              <a:gd name="csX932" fmla="*/ 1988223 w 2131156"/>
              <a:gd name="csY932" fmla="*/ 1348799 h 1366632"/>
              <a:gd name="csX933" fmla="*/ 1990355 w 2131156"/>
              <a:gd name="csY933" fmla="*/ 1349234 h 1366632"/>
              <a:gd name="csX934" fmla="*/ 1992487 w 2131156"/>
              <a:gd name="csY934" fmla="*/ 1349658 h 1366632"/>
              <a:gd name="csX935" fmla="*/ 1994619 w 2131156"/>
              <a:gd name="csY935" fmla="*/ 1350072 h 1366632"/>
              <a:gd name="csX936" fmla="*/ 1996751 w 2131156"/>
              <a:gd name="csY936" fmla="*/ 1350486 h 1366632"/>
              <a:gd name="csX937" fmla="*/ 1998883 w 2131156"/>
              <a:gd name="csY937" fmla="*/ 1350900 h 1366632"/>
              <a:gd name="csX938" fmla="*/ 2001026 w 2131156"/>
              <a:gd name="csY938" fmla="*/ 1351293 h 1366632"/>
              <a:gd name="csX939" fmla="*/ 2003158 w 2131156"/>
              <a:gd name="csY939" fmla="*/ 1351687 h 1366632"/>
              <a:gd name="csX940" fmla="*/ 2005290 w 2131156"/>
              <a:gd name="csY940" fmla="*/ 1352080 h 1366632"/>
              <a:gd name="csX941" fmla="*/ 2007422 w 2131156"/>
              <a:gd name="csY941" fmla="*/ 1352463 h 1366632"/>
              <a:gd name="csX942" fmla="*/ 2009554 w 2131156"/>
              <a:gd name="csY942" fmla="*/ 1352836 h 1366632"/>
              <a:gd name="csX943" fmla="*/ 2011686 w 2131156"/>
              <a:gd name="csY943" fmla="*/ 1353208 h 1366632"/>
              <a:gd name="csX944" fmla="*/ 2013818 w 2131156"/>
              <a:gd name="csY944" fmla="*/ 1353571 h 1366632"/>
              <a:gd name="csX945" fmla="*/ 2015950 w 2131156"/>
              <a:gd name="csY945" fmla="*/ 1353933 h 1366632"/>
              <a:gd name="csX946" fmla="*/ 2018093 w 2131156"/>
              <a:gd name="csY946" fmla="*/ 1354285 h 1366632"/>
              <a:gd name="csX947" fmla="*/ 2020225 w 2131156"/>
              <a:gd name="csY947" fmla="*/ 1354626 h 1366632"/>
              <a:gd name="csX948" fmla="*/ 2022357 w 2131156"/>
              <a:gd name="csY948" fmla="*/ 1354968 h 1366632"/>
              <a:gd name="csX949" fmla="*/ 2024489 w 2131156"/>
              <a:gd name="csY949" fmla="*/ 1355309 h 1366632"/>
              <a:gd name="csX950" fmla="*/ 2026621 w 2131156"/>
              <a:gd name="csY950" fmla="*/ 1355641 h 1366632"/>
              <a:gd name="csX951" fmla="*/ 2028754 w 2131156"/>
              <a:gd name="csY951" fmla="*/ 1355961 h 1366632"/>
              <a:gd name="csX952" fmla="*/ 2030885 w 2131156"/>
              <a:gd name="csY952" fmla="*/ 1356282 h 1366632"/>
              <a:gd name="csX953" fmla="*/ 2033018 w 2131156"/>
              <a:gd name="csY953" fmla="*/ 1356603 h 1366632"/>
              <a:gd name="csX954" fmla="*/ 2035150 w 2131156"/>
              <a:gd name="csY954" fmla="*/ 1356914 h 1366632"/>
              <a:gd name="csX955" fmla="*/ 2037292 w 2131156"/>
              <a:gd name="csY955" fmla="*/ 1357214 h 1366632"/>
              <a:gd name="csX956" fmla="*/ 2039424 w 2131156"/>
              <a:gd name="csY956" fmla="*/ 1357514 h 1366632"/>
              <a:gd name="csX957" fmla="*/ 2041556 w 2131156"/>
              <a:gd name="csY957" fmla="*/ 1357814 h 1366632"/>
              <a:gd name="csX958" fmla="*/ 2043689 w 2131156"/>
              <a:gd name="csY958" fmla="*/ 1358104 h 1366632"/>
              <a:gd name="csX959" fmla="*/ 2045821 w 2131156"/>
              <a:gd name="csY959" fmla="*/ 1358394 h 1366632"/>
              <a:gd name="csX960" fmla="*/ 2047953 w 2131156"/>
              <a:gd name="csY960" fmla="*/ 1358673 h 1366632"/>
              <a:gd name="csX961" fmla="*/ 2050085 w 2131156"/>
              <a:gd name="csY961" fmla="*/ 1358952 h 1366632"/>
              <a:gd name="csX962" fmla="*/ 2052217 w 2131156"/>
              <a:gd name="csY962" fmla="*/ 1359222 h 1366632"/>
              <a:gd name="csX963" fmla="*/ 2054349 w 2131156"/>
              <a:gd name="csY963" fmla="*/ 1359491 h 1366632"/>
              <a:gd name="csX964" fmla="*/ 2056492 w 2131156"/>
              <a:gd name="csY964" fmla="*/ 1359749 h 1366632"/>
              <a:gd name="csX965" fmla="*/ 2058623 w 2131156"/>
              <a:gd name="csY965" fmla="*/ 1360008 h 1366632"/>
              <a:gd name="csX966" fmla="*/ 2060756 w 2131156"/>
              <a:gd name="csY966" fmla="*/ 1360267 h 1366632"/>
              <a:gd name="csX967" fmla="*/ 2062888 w 2131156"/>
              <a:gd name="csY967" fmla="*/ 1360515 h 1366632"/>
              <a:gd name="csX968" fmla="*/ 2065020 w 2131156"/>
              <a:gd name="csY968" fmla="*/ 1360764 h 1366632"/>
              <a:gd name="csX969" fmla="*/ 2067152 w 2131156"/>
              <a:gd name="csY969" fmla="*/ 1361012 h 1366632"/>
              <a:gd name="csX970" fmla="*/ 2069284 w 2131156"/>
              <a:gd name="csY970" fmla="*/ 1361250 h 1366632"/>
              <a:gd name="csX971" fmla="*/ 2071416 w 2131156"/>
              <a:gd name="csY971" fmla="*/ 1361478 h 1366632"/>
              <a:gd name="csX972" fmla="*/ 2073548 w 2131156"/>
              <a:gd name="csY972" fmla="*/ 1361706 h 1366632"/>
              <a:gd name="csX973" fmla="*/ 2075691 w 2131156"/>
              <a:gd name="csY973" fmla="*/ 1361933 h 1366632"/>
              <a:gd name="csX974" fmla="*/ 2077823 w 2131156"/>
              <a:gd name="csY974" fmla="*/ 1362161 h 1366632"/>
              <a:gd name="csX975" fmla="*/ 2079955 w 2131156"/>
              <a:gd name="csY975" fmla="*/ 1362378 h 1366632"/>
              <a:gd name="csX976" fmla="*/ 2082087 w 2131156"/>
              <a:gd name="csY976" fmla="*/ 1362596 h 1366632"/>
              <a:gd name="csX977" fmla="*/ 2084219 w 2131156"/>
              <a:gd name="csY977" fmla="*/ 1362803 h 1366632"/>
              <a:gd name="csX978" fmla="*/ 2086351 w 2131156"/>
              <a:gd name="csY978" fmla="*/ 1363010 h 1366632"/>
              <a:gd name="csX979" fmla="*/ 2088483 w 2131156"/>
              <a:gd name="csY979" fmla="*/ 1363217 h 1366632"/>
              <a:gd name="csX980" fmla="*/ 2090615 w 2131156"/>
              <a:gd name="csY980" fmla="*/ 1363413 h 1366632"/>
              <a:gd name="csX981" fmla="*/ 2092758 w 2131156"/>
              <a:gd name="csY981" fmla="*/ 1363620 h 1366632"/>
              <a:gd name="csX982" fmla="*/ 2094890 w 2131156"/>
              <a:gd name="csY982" fmla="*/ 1363807 h 1366632"/>
              <a:gd name="csX983" fmla="*/ 2097022 w 2131156"/>
              <a:gd name="csY983" fmla="*/ 1364003 h 1366632"/>
              <a:gd name="csX984" fmla="*/ 2099154 w 2131156"/>
              <a:gd name="csY984" fmla="*/ 1364190 h 1366632"/>
              <a:gd name="csX985" fmla="*/ 2101286 w 2131156"/>
              <a:gd name="csY985" fmla="*/ 1364376 h 1366632"/>
              <a:gd name="csX986" fmla="*/ 2103418 w 2131156"/>
              <a:gd name="csY986" fmla="*/ 1364552 h 1366632"/>
              <a:gd name="csX987" fmla="*/ 2105551 w 2131156"/>
              <a:gd name="csY987" fmla="*/ 1364728 h 1366632"/>
              <a:gd name="csX988" fmla="*/ 2107683 w 2131156"/>
              <a:gd name="csY988" fmla="*/ 1364904 h 1366632"/>
              <a:gd name="csX989" fmla="*/ 2109815 w 2131156"/>
              <a:gd name="csY989" fmla="*/ 1365080 h 1366632"/>
              <a:gd name="csX990" fmla="*/ 2111957 w 2131156"/>
              <a:gd name="csY990" fmla="*/ 1365245 h 1366632"/>
              <a:gd name="csX991" fmla="*/ 2114089 w 2131156"/>
              <a:gd name="csY991" fmla="*/ 1365411 h 1366632"/>
              <a:gd name="csX992" fmla="*/ 2116221 w 2131156"/>
              <a:gd name="csY992" fmla="*/ 1365576 h 1366632"/>
              <a:gd name="csX993" fmla="*/ 2118353 w 2131156"/>
              <a:gd name="csY993" fmla="*/ 1365732 h 1366632"/>
              <a:gd name="csX994" fmla="*/ 2120485 w 2131156"/>
              <a:gd name="csY994" fmla="*/ 1365887 h 1366632"/>
              <a:gd name="csX995" fmla="*/ 2122618 w 2131156"/>
              <a:gd name="csY995" fmla="*/ 1366042 h 1366632"/>
              <a:gd name="csX996" fmla="*/ 2124750 w 2131156"/>
              <a:gd name="csY996" fmla="*/ 1366197 h 1366632"/>
              <a:gd name="csX997" fmla="*/ 2126882 w 2131156"/>
              <a:gd name="csY997" fmla="*/ 1366342 h 1366632"/>
              <a:gd name="csX998" fmla="*/ 2129014 w 2131156"/>
              <a:gd name="csY998" fmla="*/ 1366487 h 1366632"/>
              <a:gd name="csX999" fmla="*/ 2131156 w 2131156"/>
              <a:gd name="csY999" fmla="*/ 1366632 h 136663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31156" h="1366632">
                <a:moveTo>
                  <a:pt x="0" y="1354243"/>
                </a:moveTo>
                <a:lnTo>
                  <a:pt x="2133" y="1353891"/>
                </a:lnTo>
                <a:lnTo>
                  <a:pt x="4266" y="1353529"/>
                </a:lnTo>
                <a:lnTo>
                  <a:pt x="6399" y="1353167"/>
                </a:lnTo>
                <a:lnTo>
                  <a:pt x="8533" y="1352794"/>
                </a:lnTo>
                <a:lnTo>
                  <a:pt x="10667" y="1352422"/>
                </a:lnTo>
                <a:lnTo>
                  <a:pt x="12800" y="1352039"/>
                </a:lnTo>
                <a:lnTo>
                  <a:pt x="14933" y="1351645"/>
                </a:lnTo>
                <a:lnTo>
                  <a:pt x="17066" y="1351252"/>
                </a:lnTo>
                <a:lnTo>
                  <a:pt x="19199" y="1350848"/>
                </a:lnTo>
                <a:lnTo>
                  <a:pt x="21332" y="1350445"/>
                </a:lnTo>
                <a:lnTo>
                  <a:pt x="23466" y="1350031"/>
                </a:lnTo>
                <a:lnTo>
                  <a:pt x="25600" y="1349617"/>
                </a:lnTo>
                <a:lnTo>
                  <a:pt x="27733" y="1349182"/>
                </a:lnTo>
                <a:lnTo>
                  <a:pt x="29866" y="1348758"/>
                </a:lnTo>
                <a:lnTo>
                  <a:pt x="31999" y="1348313"/>
                </a:lnTo>
                <a:lnTo>
                  <a:pt x="34132" y="1347868"/>
                </a:lnTo>
                <a:lnTo>
                  <a:pt x="36265" y="1347412"/>
                </a:lnTo>
                <a:lnTo>
                  <a:pt x="38398" y="1346957"/>
                </a:lnTo>
                <a:lnTo>
                  <a:pt x="40533" y="1346491"/>
                </a:lnTo>
                <a:lnTo>
                  <a:pt x="42666" y="1346015"/>
                </a:lnTo>
                <a:lnTo>
                  <a:pt x="44799" y="1345529"/>
                </a:lnTo>
                <a:lnTo>
                  <a:pt x="46932" y="1345042"/>
                </a:lnTo>
                <a:lnTo>
                  <a:pt x="49065" y="1344545"/>
                </a:lnTo>
                <a:lnTo>
                  <a:pt x="51198" y="1344038"/>
                </a:lnTo>
                <a:lnTo>
                  <a:pt x="53333" y="1343531"/>
                </a:lnTo>
                <a:lnTo>
                  <a:pt x="55466" y="1343013"/>
                </a:lnTo>
                <a:lnTo>
                  <a:pt x="57599" y="1342486"/>
                </a:lnTo>
                <a:lnTo>
                  <a:pt x="59732" y="1341947"/>
                </a:lnTo>
                <a:lnTo>
                  <a:pt x="61865" y="1341409"/>
                </a:lnTo>
                <a:lnTo>
                  <a:pt x="63998" y="1340861"/>
                </a:lnTo>
                <a:lnTo>
                  <a:pt x="66131" y="1340302"/>
                </a:lnTo>
                <a:lnTo>
                  <a:pt x="68265" y="1339733"/>
                </a:lnTo>
                <a:lnTo>
                  <a:pt x="70399" y="1339163"/>
                </a:lnTo>
                <a:lnTo>
                  <a:pt x="72532" y="1338573"/>
                </a:lnTo>
                <a:lnTo>
                  <a:pt x="74665" y="1337983"/>
                </a:lnTo>
                <a:lnTo>
                  <a:pt x="76798" y="1337383"/>
                </a:lnTo>
                <a:lnTo>
                  <a:pt x="78931" y="1336772"/>
                </a:lnTo>
                <a:lnTo>
                  <a:pt x="81064" y="1336162"/>
                </a:lnTo>
                <a:lnTo>
                  <a:pt x="83198" y="1335530"/>
                </a:lnTo>
                <a:lnTo>
                  <a:pt x="85332" y="1334899"/>
                </a:lnTo>
                <a:lnTo>
                  <a:pt x="87465" y="1334257"/>
                </a:lnTo>
                <a:lnTo>
                  <a:pt x="89598" y="1333595"/>
                </a:lnTo>
                <a:lnTo>
                  <a:pt x="91731" y="1332933"/>
                </a:lnTo>
                <a:lnTo>
                  <a:pt x="93864" y="1332260"/>
                </a:lnTo>
                <a:lnTo>
                  <a:pt x="95997" y="1331587"/>
                </a:lnTo>
                <a:lnTo>
                  <a:pt x="98131" y="1330894"/>
                </a:lnTo>
                <a:lnTo>
                  <a:pt x="100265" y="1330190"/>
                </a:lnTo>
                <a:lnTo>
                  <a:pt x="102398" y="1329476"/>
                </a:lnTo>
                <a:lnTo>
                  <a:pt x="104531" y="1328761"/>
                </a:lnTo>
                <a:lnTo>
                  <a:pt x="106664" y="1328027"/>
                </a:lnTo>
                <a:lnTo>
                  <a:pt x="108797" y="1327292"/>
                </a:lnTo>
                <a:lnTo>
                  <a:pt x="110930" y="1326536"/>
                </a:lnTo>
                <a:lnTo>
                  <a:pt x="113064" y="1325781"/>
                </a:lnTo>
                <a:lnTo>
                  <a:pt x="115198" y="1325004"/>
                </a:lnTo>
                <a:lnTo>
                  <a:pt x="117331" y="1324218"/>
                </a:lnTo>
                <a:lnTo>
                  <a:pt x="119464" y="1323431"/>
                </a:lnTo>
                <a:lnTo>
                  <a:pt x="121597" y="1322624"/>
                </a:lnTo>
                <a:lnTo>
                  <a:pt x="123730" y="1321817"/>
                </a:lnTo>
                <a:lnTo>
                  <a:pt x="125863" y="1320989"/>
                </a:lnTo>
                <a:lnTo>
                  <a:pt x="127997" y="1320150"/>
                </a:lnTo>
                <a:lnTo>
                  <a:pt x="130131" y="1319302"/>
                </a:lnTo>
                <a:lnTo>
                  <a:pt x="132264" y="1318443"/>
                </a:lnTo>
                <a:lnTo>
                  <a:pt x="134397" y="1317573"/>
                </a:lnTo>
                <a:lnTo>
                  <a:pt x="136530" y="1316693"/>
                </a:lnTo>
                <a:lnTo>
                  <a:pt x="138663" y="1315793"/>
                </a:lnTo>
                <a:lnTo>
                  <a:pt x="140796" y="1314893"/>
                </a:lnTo>
                <a:lnTo>
                  <a:pt x="142930" y="1313971"/>
                </a:lnTo>
                <a:lnTo>
                  <a:pt x="145064" y="1313050"/>
                </a:lnTo>
                <a:lnTo>
                  <a:pt x="147197" y="1312108"/>
                </a:lnTo>
                <a:lnTo>
                  <a:pt x="149330" y="1311156"/>
                </a:lnTo>
                <a:lnTo>
                  <a:pt x="151463" y="1310183"/>
                </a:lnTo>
                <a:lnTo>
                  <a:pt x="153596" y="1309210"/>
                </a:lnTo>
                <a:lnTo>
                  <a:pt x="155730" y="1308217"/>
                </a:lnTo>
                <a:lnTo>
                  <a:pt x="157863" y="1307213"/>
                </a:lnTo>
                <a:lnTo>
                  <a:pt x="159996" y="1306199"/>
                </a:lnTo>
                <a:lnTo>
                  <a:pt x="162130" y="1305164"/>
                </a:lnTo>
                <a:lnTo>
                  <a:pt x="164263" y="1304129"/>
                </a:lnTo>
                <a:lnTo>
                  <a:pt x="166396" y="1303073"/>
                </a:lnTo>
                <a:lnTo>
                  <a:pt x="168529" y="1302007"/>
                </a:lnTo>
                <a:lnTo>
                  <a:pt x="170663" y="1300920"/>
                </a:lnTo>
                <a:lnTo>
                  <a:pt x="172796" y="1299823"/>
                </a:lnTo>
                <a:lnTo>
                  <a:pt x="174929" y="1298716"/>
                </a:lnTo>
                <a:lnTo>
                  <a:pt x="177063" y="1297598"/>
                </a:lnTo>
                <a:lnTo>
                  <a:pt x="179196" y="1296459"/>
                </a:lnTo>
                <a:lnTo>
                  <a:pt x="181329" y="1295310"/>
                </a:lnTo>
                <a:lnTo>
                  <a:pt x="183462" y="1294141"/>
                </a:lnTo>
                <a:lnTo>
                  <a:pt x="185596" y="1292961"/>
                </a:lnTo>
                <a:lnTo>
                  <a:pt x="187729" y="1291771"/>
                </a:lnTo>
                <a:lnTo>
                  <a:pt x="189862" y="1290560"/>
                </a:lnTo>
                <a:lnTo>
                  <a:pt x="191996" y="1289338"/>
                </a:lnTo>
                <a:lnTo>
                  <a:pt x="194129" y="1288096"/>
                </a:lnTo>
                <a:lnTo>
                  <a:pt x="196262" y="1286854"/>
                </a:lnTo>
                <a:lnTo>
                  <a:pt x="198395" y="1285581"/>
                </a:lnTo>
                <a:lnTo>
                  <a:pt x="200529" y="1284298"/>
                </a:lnTo>
                <a:lnTo>
                  <a:pt x="202662" y="1283004"/>
                </a:lnTo>
                <a:lnTo>
                  <a:pt x="204795" y="1281690"/>
                </a:lnTo>
                <a:lnTo>
                  <a:pt x="206929" y="1280365"/>
                </a:lnTo>
                <a:lnTo>
                  <a:pt x="209062" y="1279019"/>
                </a:lnTo>
                <a:lnTo>
                  <a:pt x="211195" y="1277664"/>
                </a:lnTo>
                <a:lnTo>
                  <a:pt x="213328" y="1276287"/>
                </a:lnTo>
                <a:lnTo>
                  <a:pt x="215462" y="1274890"/>
                </a:lnTo>
                <a:lnTo>
                  <a:pt x="217595" y="1273493"/>
                </a:lnTo>
                <a:lnTo>
                  <a:pt x="219728" y="1272064"/>
                </a:lnTo>
                <a:lnTo>
                  <a:pt x="221861" y="1270626"/>
                </a:lnTo>
                <a:lnTo>
                  <a:pt x="223995" y="1269166"/>
                </a:lnTo>
                <a:lnTo>
                  <a:pt x="226128" y="1267697"/>
                </a:lnTo>
                <a:lnTo>
                  <a:pt x="228261" y="1266206"/>
                </a:lnTo>
                <a:lnTo>
                  <a:pt x="230395" y="1264705"/>
                </a:lnTo>
                <a:lnTo>
                  <a:pt x="232528" y="1263184"/>
                </a:lnTo>
                <a:lnTo>
                  <a:pt x="234661" y="1261642"/>
                </a:lnTo>
                <a:lnTo>
                  <a:pt x="236794" y="1260089"/>
                </a:lnTo>
                <a:lnTo>
                  <a:pt x="238928" y="1258516"/>
                </a:lnTo>
                <a:lnTo>
                  <a:pt x="241061" y="1256922"/>
                </a:lnTo>
                <a:lnTo>
                  <a:pt x="243195" y="1255308"/>
                </a:lnTo>
                <a:lnTo>
                  <a:pt x="245328" y="1253683"/>
                </a:lnTo>
                <a:lnTo>
                  <a:pt x="247461" y="1252037"/>
                </a:lnTo>
                <a:lnTo>
                  <a:pt x="249594" y="1250381"/>
                </a:lnTo>
                <a:lnTo>
                  <a:pt x="251727" y="1248704"/>
                </a:lnTo>
                <a:lnTo>
                  <a:pt x="253861" y="1247007"/>
                </a:lnTo>
                <a:lnTo>
                  <a:pt x="255994" y="1245289"/>
                </a:lnTo>
                <a:lnTo>
                  <a:pt x="258128" y="1243550"/>
                </a:lnTo>
                <a:lnTo>
                  <a:pt x="260261" y="1241801"/>
                </a:lnTo>
                <a:lnTo>
                  <a:pt x="262394" y="1240031"/>
                </a:lnTo>
                <a:lnTo>
                  <a:pt x="264527" y="1238240"/>
                </a:lnTo>
                <a:lnTo>
                  <a:pt x="266660" y="1236429"/>
                </a:lnTo>
                <a:lnTo>
                  <a:pt x="268794" y="1234608"/>
                </a:lnTo>
                <a:lnTo>
                  <a:pt x="270927" y="1232755"/>
                </a:lnTo>
                <a:lnTo>
                  <a:pt x="273061" y="1230892"/>
                </a:lnTo>
                <a:lnTo>
                  <a:pt x="275194" y="1229008"/>
                </a:lnTo>
                <a:lnTo>
                  <a:pt x="277327" y="1227104"/>
                </a:lnTo>
                <a:lnTo>
                  <a:pt x="279460" y="1225179"/>
                </a:lnTo>
                <a:lnTo>
                  <a:pt x="281593" y="1223243"/>
                </a:lnTo>
                <a:lnTo>
                  <a:pt x="283727" y="1221277"/>
                </a:lnTo>
                <a:lnTo>
                  <a:pt x="285860" y="1219300"/>
                </a:lnTo>
                <a:lnTo>
                  <a:pt x="287994" y="1217292"/>
                </a:lnTo>
                <a:lnTo>
                  <a:pt x="290127" y="1215274"/>
                </a:lnTo>
                <a:lnTo>
                  <a:pt x="292260" y="1213235"/>
                </a:lnTo>
                <a:lnTo>
                  <a:pt x="294393" y="1211165"/>
                </a:lnTo>
                <a:lnTo>
                  <a:pt x="296526" y="1209085"/>
                </a:lnTo>
                <a:lnTo>
                  <a:pt x="298660" y="1206984"/>
                </a:lnTo>
                <a:lnTo>
                  <a:pt x="300793" y="1204862"/>
                </a:lnTo>
                <a:lnTo>
                  <a:pt x="302927" y="1202719"/>
                </a:lnTo>
                <a:lnTo>
                  <a:pt x="305060" y="1200556"/>
                </a:lnTo>
                <a:lnTo>
                  <a:pt x="307193" y="1198372"/>
                </a:lnTo>
                <a:lnTo>
                  <a:pt x="309326" y="1196168"/>
                </a:lnTo>
                <a:lnTo>
                  <a:pt x="311459" y="1193942"/>
                </a:lnTo>
                <a:lnTo>
                  <a:pt x="313592" y="1191697"/>
                </a:lnTo>
                <a:lnTo>
                  <a:pt x="315726" y="1189430"/>
                </a:lnTo>
                <a:lnTo>
                  <a:pt x="317860" y="1187132"/>
                </a:lnTo>
                <a:lnTo>
                  <a:pt x="319993" y="1184824"/>
                </a:lnTo>
                <a:lnTo>
                  <a:pt x="322126" y="1182495"/>
                </a:lnTo>
                <a:lnTo>
                  <a:pt x="324259" y="1180146"/>
                </a:lnTo>
                <a:lnTo>
                  <a:pt x="326392" y="1177766"/>
                </a:lnTo>
                <a:lnTo>
                  <a:pt x="328525" y="1175375"/>
                </a:lnTo>
                <a:lnTo>
                  <a:pt x="330660" y="1172953"/>
                </a:lnTo>
                <a:lnTo>
                  <a:pt x="332793" y="1170510"/>
                </a:lnTo>
                <a:lnTo>
                  <a:pt x="334926" y="1168047"/>
                </a:lnTo>
                <a:lnTo>
                  <a:pt x="337059" y="1165563"/>
                </a:lnTo>
                <a:lnTo>
                  <a:pt x="339192" y="1163058"/>
                </a:lnTo>
                <a:lnTo>
                  <a:pt x="341325" y="1160533"/>
                </a:lnTo>
                <a:lnTo>
                  <a:pt x="343458" y="1157987"/>
                </a:lnTo>
                <a:lnTo>
                  <a:pt x="345593" y="1155409"/>
                </a:lnTo>
                <a:lnTo>
                  <a:pt x="347726" y="1152822"/>
                </a:lnTo>
                <a:lnTo>
                  <a:pt x="349859" y="1150204"/>
                </a:lnTo>
                <a:lnTo>
                  <a:pt x="351992" y="1147564"/>
                </a:lnTo>
                <a:lnTo>
                  <a:pt x="354125" y="1144904"/>
                </a:lnTo>
                <a:lnTo>
                  <a:pt x="356258" y="1142224"/>
                </a:lnTo>
                <a:lnTo>
                  <a:pt x="358391" y="1139512"/>
                </a:lnTo>
                <a:lnTo>
                  <a:pt x="360526" y="1136779"/>
                </a:lnTo>
                <a:lnTo>
                  <a:pt x="362659" y="1134037"/>
                </a:lnTo>
                <a:lnTo>
                  <a:pt x="364792" y="1131263"/>
                </a:lnTo>
                <a:lnTo>
                  <a:pt x="366925" y="1128458"/>
                </a:lnTo>
                <a:lnTo>
                  <a:pt x="369058" y="1125643"/>
                </a:lnTo>
                <a:lnTo>
                  <a:pt x="371191" y="1122797"/>
                </a:lnTo>
                <a:lnTo>
                  <a:pt x="373324" y="1119930"/>
                </a:lnTo>
                <a:lnTo>
                  <a:pt x="375459" y="1117042"/>
                </a:lnTo>
                <a:lnTo>
                  <a:pt x="377592" y="1114134"/>
                </a:lnTo>
                <a:lnTo>
                  <a:pt x="379725" y="1111194"/>
                </a:lnTo>
                <a:lnTo>
                  <a:pt x="381858" y="1108245"/>
                </a:lnTo>
                <a:lnTo>
                  <a:pt x="383991" y="1105264"/>
                </a:lnTo>
                <a:lnTo>
                  <a:pt x="386124" y="1102252"/>
                </a:lnTo>
                <a:lnTo>
                  <a:pt x="388257" y="1099230"/>
                </a:lnTo>
                <a:lnTo>
                  <a:pt x="390392" y="1096176"/>
                </a:lnTo>
                <a:lnTo>
                  <a:pt x="392525" y="1093103"/>
                </a:lnTo>
                <a:lnTo>
                  <a:pt x="394658" y="1090008"/>
                </a:lnTo>
                <a:lnTo>
                  <a:pt x="396791" y="1086893"/>
                </a:lnTo>
                <a:lnTo>
                  <a:pt x="398924" y="1083746"/>
                </a:lnTo>
                <a:lnTo>
                  <a:pt x="401057" y="1080579"/>
                </a:lnTo>
                <a:lnTo>
                  <a:pt x="403190" y="1077391"/>
                </a:lnTo>
                <a:lnTo>
                  <a:pt x="405324" y="1074172"/>
                </a:lnTo>
                <a:lnTo>
                  <a:pt x="407458" y="1070943"/>
                </a:lnTo>
                <a:lnTo>
                  <a:pt x="409591" y="1067683"/>
                </a:lnTo>
                <a:lnTo>
                  <a:pt x="411724" y="1064392"/>
                </a:lnTo>
                <a:lnTo>
                  <a:pt x="413857" y="1061090"/>
                </a:lnTo>
                <a:lnTo>
                  <a:pt x="415990" y="1057757"/>
                </a:lnTo>
                <a:lnTo>
                  <a:pt x="418124" y="1054404"/>
                </a:lnTo>
                <a:lnTo>
                  <a:pt x="420257" y="1051030"/>
                </a:lnTo>
                <a:lnTo>
                  <a:pt x="422391" y="1047635"/>
                </a:lnTo>
                <a:lnTo>
                  <a:pt x="424524" y="1044209"/>
                </a:lnTo>
                <a:lnTo>
                  <a:pt x="426657" y="1040763"/>
                </a:lnTo>
                <a:lnTo>
                  <a:pt x="428790" y="1037295"/>
                </a:lnTo>
                <a:lnTo>
                  <a:pt x="430923" y="1033797"/>
                </a:lnTo>
                <a:lnTo>
                  <a:pt x="433057" y="1030288"/>
                </a:lnTo>
                <a:lnTo>
                  <a:pt x="435190" y="1026749"/>
                </a:lnTo>
                <a:lnTo>
                  <a:pt x="437324" y="1023178"/>
                </a:lnTo>
                <a:lnTo>
                  <a:pt x="439457" y="1019597"/>
                </a:lnTo>
                <a:lnTo>
                  <a:pt x="441590" y="1015985"/>
                </a:lnTo>
                <a:lnTo>
                  <a:pt x="443723" y="1012362"/>
                </a:lnTo>
                <a:lnTo>
                  <a:pt x="445856" y="1008709"/>
                </a:lnTo>
                <a:lnTo>
                  <a:pt x="447990" y="1005024"/>
                </a:lnTo>
                <a:lnTo>
                  <a:pt x="450123" y="1001329"/>
                </a:lnTo>
                <a:lnTo>
                  <a:pt x="452257" y="997603"/>
                </a:lnTo>
                <a:lnTo>
                  <a:pt x="454390" y="993856"/>
                </a:lnTo>
                <a:lnTo>
                  <a:pt x="456523" y="990089"/>
                </a:lnTo>
                <a:lnTo>
                  <a:pt x="458656" y="986301"/>
                </a:lnTo>
                <a:lnTo>
                  <a:pt x="460789" y="982485"/>
                </a:lnTo>
                <a:lnTo>
                  <a:pt x="462923" y="978649"/>
                </a:lnTo>
                <a:lnTo>
                  <a:pt x="465056" y="974791"/>
                </a:lnTo>
                <a:lnTo>
                  <a:pt x="467190" y="970909"/>
                </a:lnTo>
                <a:lnTo>
                  <a:pt x="469323" y="967006"/>
                </a:lnTo>
                <a:lnTo>
                  <a:pt x="471456" y="963081"/>
                </a:lnTo>
                <a:lnTo>
                  <a:pt x="473589" y="959133"/>
                </a:lnTo>
                <a:lnTo>
                  <a:pt x="475722" y="955164"/>
                </a:lnTo>
                <a:lnTo>
                  <a:pt x="477856" y="951173"/>
                </a:lnTo>
                <a:lnTo>
                  <a:pt x="479989" y="947159"/>
                </a:lnTo>
                <a:lnTo>
                  <a:pt x="482122" y="943125"/>
                </a:lnTo>
                <a:lnTo>
                  <a:pt x="484256" y="939068"/>
                </a:lnTo>
                <a:lnTo>
                  <a:pt x="486389" y="934990"/>
                </a:lnTo>
                <a:lnTo>
                  <a:pt x="488522" y="930890"/>
                </a:lnTo>
                <a:lnTo>
                  <a:pt x="490655" y="926770"/>
                </a:lnTo>
                <a:lnTo>
                  <a:pt x="492789" y="922628"/>
                </a:lnTo>
                <a:lnTo>
                  <a:pt x="494922" y="918464"/>
                </a:lnTo>
                <a:lnTo>
                  <a:pt x="497056" y="914280"/>
                </a:lnTo>
                <a:lnTo>
                  <a:pt x="499189" y="910075"/>
                </a:lnTo>
                <a:lnTo>
                  <a:pt x="501322" y="905850"/>
                </a:lnTo>
                <a:lnTo>
                  <a:pt x="503455" y="901604"/>
                </a:lnTo>
                <a:lnTo>
                  <a:pt x="505588" y="897338"/>
                </a:lnTo>
                <a:lnTo>
                  <a:pt x="507722" y="893051"/>
                </a:lnTo>
                <a:lnTo>
                  <a:pt x="509855" y="888744"/>
                </a:lnTo>
                <a:lnTo>
                  <a:pt x="511988" y="884418"/>
                </a:lnTo>
                <a:lnTo>
                  <a:pt x="514122" y="880071"/>
                </a:lnTo>
                <a:lnTo>
                  <a:pt x="516255" y="875705"/>
                </a:lnTo>
                <a:lnTo>
                  <a:pt x="518388" y="871319"/>
                </a:lnTo>
                <a:lnTo>
                  <a:pt x="520522" y="866914"/>
                </a:lnTo>
                <a:lnTo>
                  <a:pt x="522655" y="862489"/>
                </a:lnTo>
                <a:lnTo>
                  <a:pt x="524788" y="858046"/>
                </a:lnTo>
                <a:lnTo>
                  <a:pt x="526921" y="853584"/>
                </a:lnTo>
                <a:lnTo>
                  <a:pt x="529055" y="849104"/>
                </a:lnTo>
                <a:lnTo>
                  <a:pt x="531188" y="844604"/>
                </a:lnTo>
                <a:lnTo>
                  <a:pt x="533321" y="840087"/>
                </a:lnTo>
                <a:lnTo>
                  <a:pt x="535455" y="835551"/>
                </a:lnTo>
                <a:lnTo>
                  <a:pt x="537588" y="830997"/>
                </a:lnTo>
                <a:lnTo>
                  <a:pt x="539721" y="826427"/>
                </a:lnTo>
                <a:lnTo>
                  <a:pt x="541854" y="821837"/>
                </a:lnTo>
                <a:lnTo>
                  <a:pt x="543988" y="817232"/>
                </a:lnTo>
                <a:lnTo>
                  <a:pt x="546121" y="812608"/>
                </a:lnTo>
                <a:lnTo>
                  <a:pt x="548254" y="807968"/>
                </a:lnTo>
                <a:lnTo>
                  <a:pt x="550388" y="803312"/>
                </a:lnTo>
                <a:lnTo>
                  <a:pt x="552521" y="798639"/>
                </a:lnTo>
                <a:lnTo>
                  <a:pt x="554654" y="793949"/>
                </a:lnTo>
                <a:lnTo>
                  <a:pt x="556787" y="789244"/>
                </a:lnTo>
                <a:lnTo>
                  <a:pt x="558920" y="784524"/>
                </a:lnTo>
                <a:lnTo>
                  <a:pt x="561054" y="779786"/>
                </a:lnTo>
                <a:lnTo>
                  <a:pt x="563187" y="775035"/>
                </a:lnTo>
                <a:lnTo>
                  <a:pt x="565321" y="770268"/>
                </a:lnTo>
                <a:lnTo>
                  <a:pt x="567454" y="765486"/>
                </a:lnTo>
                <a:lnTo>
                  <a:pt x="569587" y="760690"/>
                </a:lnTo>
                <a:lnTo>
                  <a:pt x="571720" y="755879"/>
                </a:lnTo>
                <a:lnTo>
                  <a:pt x="573854" y="751055"/>
                </a:lnTo>
                <a:lnTo>
                  <a:pt x="575987" y="746216"/>
                </a:lnTo>
                <a:lnTo>
                  <a:pt x="578120" y="741364"/>
                </a:lnTo>
                <a:lnTo>
                  <a:pt x="580254" y="736499"/>
                </a:lnTo>
                <a:lnTo>
                  <a:pt x="582387" y="731621"/>
                </a:lnTo>
                <a:lnTo>
                  <a:pt x="584520" y="726729"/>
                </a:lnTo>
                <a:lnTo>
                  <a:pt x="586653" y="721825"/>
                </a:lnTo>
                <a:lnTo>
                  <a:pt x="588786" y="716910"/>
                </a:lnTo>
                <a:lnTo>
                  <a:pt x="590920" y="711983"/>
                </a:lnTo>
                <a:lnTo>
                  <a:pt x="593053" y="707044"/>
                </a:lnTo>
                <a:lnTo>
                  <a:pt x="595187" y="702093"/>
                </a:lnTo>
                <a:lnTo>
                  <a:pt x="597320" y="697131"/>
                </a:lnTo>
                <a:lnTo>
                  <a:pt x="599453" y="692159"/>
                </a:lnTo>
                <a:lnTo>
                  <a:pt x="601586" y="687177"/>
                </a:lnTo>
                <a:lnTo>
                  <a:pt x="603719" y="682184"/>
                </a:lnTo>
                <a:lnTo>
                  <a:pt x="605853" y="677182"/>
                </a:lnTo>
                <a:lnTo>
                  <a:pt x="607987" y="672169"/>
                </a:lnTo>
                <a:lnTo>
                  <a:pt x="610120" y="667149"/>
                </a:lnTo>
                <a:lnTo>
                  <a:pt x="612253" y="662118"/>
                </a:lnTo>
                <a:lnTo>
                  <a:pt x="614386" y="657080"/>
                </a:lnTo>
                <a:lnTo>
                  <a:pt x="616519" y="652032"/>
                </a:lnTo>
                <a:lnTo>
                  <a:pt x="618652" y="646978"/>
                </a:lnTo>
                <a:lnTo>
                  <a:pt x="620786" y="641916"/>
                </a:lnTo>
                <a:lnTo>
                  <a:pt x="622920" y="636847"/>
                </a:lnTo>
                <a:lnTo>
                  <a:pt x="625053" y="631770"/>
                </a:lnTo>
                <a:lnTo>
                  <a:pt x="627186" y="626687"/>
                </a:lnTo>
                <a:lnTo>
                  <a:pt x="629319" y="621598"/>
                </a:lnTo>
                <a:lnTo>
                  <a:pt x="631452" y="616503"/>
                </a:lnTo>
                <a:lnTo>
                  <a:pt x="633585" y="611402"/>
                </a:lnTo>
                <a:lnTo>
                  <a:pt x="635719" y="606297"/>
                </a:lnTo>
                <a:lnTo>
                  <a:pt x="637853" y="601186"/>
                </a:lnTo>
                <a:lnTo>
                  <a:pt x="639986" y="596071"/>
                </a:lnTo>
                <a:lnTo>
                  <a:pt x="642119" y="590953"/>
                </a:lnTo>
                <a:lnTo>
                  <a:pt x="644252" y="585830"/>
                </a:lnTo>
                <a:lnTo>
                  <a:pt x="646385" y="580703"/>
                </a:lnTo>
                <a:lnTo>
                  <a:pt x="648518" y="575575"/>
                </a:lnTo>
                <a:lnTo>
                  <a:pt x="650652" y="570443"/>
                </a:lnTo>
                <a:lnTo>
                  <a:pt x="652786" y="565309"/>
                </a:lnTo>
                <a:lnTo>
                  <a:pt x="654919" y="560173"/>
                </a:lnTo>
                <a:lnTo>
                  <a:pt x="657052" y="555036"/>
                </a:lnTo>
                <a:lnTo>
                  <a:pt x="659185" y="549898"/>
                </a:lnTo>
                <a:lnTo>
                  <a:pt x="661318" y="544759"/>
                </a:lnTo>
                <a:lnTo>
                  <a:pt x="663451" y="539619"/>
                </a:lnTo>
                <a:lnTo>
                  <a:pt x="665584" y="534480"/>
                </a:lnTo>
                <a:lnTo>
                  <a:pt x="667719" y="529341"/>
                </a:lnTo>
                <a:lnTo>
                  <a:pt x="669852" y="524204"/>
                </a:lnTo>
                <a:lnTo>
                  <a:pt x="671985" y="519067"/>
                </a:lnTo>
                <a:lnTo>
                  <a:pt x="674118" y="513931"/>
                </a:lnTo>
                <a:lnTo>
                  <a:pt x="676251" y="508799"/>
                </a:lnTo>
                <a:lnTo>
                  <a:pt x="678384" y="503668"/>
                </a:lnTo>
                <a:lnTo>
                  <a:pt x="680517" y="498541"/>
                </a:lnTo>
                <a:lnTo>
                  <a:pt x="682652" y="493416"/>
                </a:lnTo>
                <a:lnTo>
                  <a:pt x="684785" y="488295"/>
                </a:lnTo>
                <a:lnTo>
                  <a:pt x="686918" y="483178"/>
                </a:lnTo>
                <a:lnTo>
                  <a:pt x="689051" y="478067"/>
                </a:lnTo>
                <a:lnTo>
                  <a:pt x="691184" y="472960"/>
                </a:lnTo>
                <a:lnTo>
                  <a:pt x="693317" y="467857"/>
                </a:lnTo>
                <a:lnTo>
                  <a:pt x="695451" y="462762"/>
                </a:lnTo>
                <a:lnTo>
                  <a:pt x="697585" y="457672"/>
                </a:lnTo>
                <a:lnTo>
                  <a:pt x="699718" y="452588"/>
                </a:lnTo>
                <a:lnTo>
                  <a:pt x="701851" y="447512"/>
                </a:lnTo>
                <a:lnTo>
                  <a:pt x="703984" y="442444"/>
                </a:lnTo>
                <a:lnTo>
                  <a:pt x="706117" y="437383"/>
                </a:lnTo>
                <a:lnTo>
                  <a:pt x="708250" y="432330"/>
                </a:lnTo>
                <a:lnTo>
                  <a:pt x="710384" y="427286"/>
                </a:lnTo>
                <a:lnTo>
                  <a:pt x="712518" y="422251"/>
                </a:lnTo>
                <a:lnTo>
                  <a:pt x="714651" y="417226"/>
                </a:lnTo>
                <a:lnTo>
                  <a:pt x="716784" y="412212"/>
                </a:lnTo>
                <a:lnTo>
                  <a:pt x="718917" y="407207"/>
                </a:lnTo>
                <a:lnTo>
                  <a:pt x="721050" y="402214"/>
                </a:lnTo>
                <a:lnTo>
                  <a:pt x="723183" y="397231"/>
                </a:lnTo>
                <a:lnTo>
                  <a:pt x="725317" y="392261"/>
                </a:lnTo>
                <a:lnTo>
                  <a:pt x="727451" y="387302"/>
                </a:lnTo>
                <a:lnTo>
                  <a:pt x="729584" y="382357"/>
                </a:lnTo>
                <a:lnTo>
                  <a:pt x="731713" y="377424"/>
                </a:lnTo>
                <a:lnTo>
                  <a:pt x="733855" y="372506"/>
                </a:lnTo>
                <a:lnTo>
                  <a:pt x="735987" y="367601"/>
                </a:lnTo>
                <a:lnTo>
                  <a:pt x="738119" y="362710"/>
                </a:lnTo>
                <a:lnTo>
                  <a:pt x="740251" y="357835"/>
                </a:lnTo>
                <a:lnTo>
                  <a:pt x="742384" y="352974"/>
                </a:lnTo>
                <a:lnTo>
                  <a:pt x="744516" y="348130"/>
                </a:lnTo>
                <a:lnTo>
                  <a:pt x="746648" y="343301"/>
                </a:lnTo>
                <a:lnTo>
                  <a:pt x="748780" y="338490"/>
                </a:lnTo>
                <a:lnTo>
                  <a:pt x="750912" y="333695"/>
                </a:lnTo>
                <a:lnTo>
                  <a:pt x="753054" y="328918"/>
                </a:lnTo>
                <a:lnTo>
                  <a:pt x="755186" y="324159"/>
                </a:lnTo>
                <a:lnTo>
                  <a:pt x="757319" y="319419"/>
                </a:lnTo>
                <a:lnTo>
                  <a:pt x="759451" y="314697"/>
                </a:lnTo>
                <a:lnTo>
                  <a:pt x="761583" y="309995"/>
                </a:lnTo>
                <a:lnTo>
                  <a:pt x="763715" y="305313"/>
                </a:lnTo>
                <a:lnTo>
                  <a:pt x="765847" y="300650"/>
                </a:lnTo>
                <a:lnTo>
                  <a:pt x="767979" y="296008"/>
                </a:lnTo>
                <a:lnTo>
                  <a:pt x="770111" y="291388"/>
                </a:lnTo>
                <a:lnTo>
                  <a:pt x="772254" y="286788"/>
                </a:lnTo>
                <a:lnTo>
                  <a:pt x="774386" y="282212"/>
                </a:lnTo>
                <a:lnTo>
                  <a:pt x="776518" y="277658"/>
                </a:lnTo>
                <a:lnTo>
                  <a:pt x="778650" y="273125"/>
                </a:lnTo>
                <a:lnTo>
                  <a:pt x="780782" y="268617"/>
                </a:lnTo>
                <a:lnTo>
                  <a:pt x="782914" y="264132"/>
                </a:lnTo>
                <a:lnTo>
                  <a:pt x="785046" y="259671"/>
                </a:lnTo>
                <a:lnTo>
                  <a:pt x="787178" y="255235"/>
                </a:lnTo>
                <a:lnTo>
                  <a:pt x="789310" y="250825"/>
                </a:lnTo>
                <a:lnTo>
                  <a:pt x="791453" y="246440"/>
                </a:lnTo>
                <a:lnTo>
                  <a:pt x="793585" y="242080"/>
                </a:lnTo>
                <a:lnTo>
                  <a:pt x="795717" y="237747"/>
                </a:lnTo>
                <a:lnTo>
                  <a:pt x="797849" y="233441"/>
                </a:lnTo>
                <a:lnTo>
                  <a:pt x="799981" y="229162"/>
                </a:lnTo>
                <a:lnTo>
                  <a:pt x="802113" y="224911"/>
                </a:lnTo>
                <a:lnTo>
                  <a:pt x="804245" y="220687"/>
                </a:lnTo>
                <a:lnTo>
                  <a:pt x="806378" y="216492"/>
                </a:lnTo>
                <a:lnTo>
                  <a:pt x="808520" y="212326"/>
                </a:lnTo>
                <a:lnTo>
                  <a:pt x="810652" y="208190"/>
                </a:lnTo>
                <a:lnTo>
                  <a:pt x="812784" y="204084"/>
                </a:lnTo>
                <a:lnTo>
                  <a:pt x="814916" y="200007"/>
                </a:lnTo>
                <a:lnTo>
                  <a:pt x="817048" y="195961"/>
                </a:lnTo>
                <a:lnTo>
                  <a:pt x="819181" y="191946"/>
                </a:lnTo>
                <a:lnTo>
                  <a:pt x="821313" y="187962"/>
                </a:lnTo>
                <a:lnTo>
                  <a:pt x="823445" y="184011"/>
                </a:lnTo>
                <a:lnTo>
                  <a:pt x="825577" y="180091"/>
                </a:lnTo>
                <a:lnTo>
                  <a:pt x="827719" y="176205"/>
                </a:lnTo>
                <a:lnTo>
                  <a:pt x="829851" y="172350"/>
                </a:lnTo>
                <a:lnTo>
                  <a:pt x="831983" y="168530"/>
                </a:lnTo>
                <a:lnTo>
                  <a:pt x="834115" y="164744"/>
                </a:lnTo>
                <a:lnTo>
                  <a:pt x="836248" y="160992"/>
                </a:lnTo>
                <a:lnTo>
                  <a:pt x="838380" y="157275"/>
                </a:lnTo>
                <a:lnTo>
                  <a:pt x="840512" y="153592"/>
                </a:lnTo>
                <a:lnTo>
                  <a:pt x="842644" y="149945"/>
                </a:lnTo>
                <a:lnTo>
                  <a:pt x="844776" y="146334"/>
                </a:lnTo>
                <a:lnTo>
                  <a:pt x="846918" y="142759"/>
                </a:lnTo>
                <a:lnTo>
                  <a:pt x="849051" y="139220"/>
                </a:lnTo>
                <a:lnTo>
                  <a:pt x="851183" y="135718"/>
                </a:lnTo>
                <a:lnTo>
                  <a:pt x="853315" y="132254"/>
                </a:lnTo>
                <a:lnTo>
                  <a:pt x="855447" y="128827"/>
                </a:lnTo>
                <a:lnTo>
                  <a:pt x="857579" y="125438"/>
                </a:lnTo>
                <a:lnTo>
                  <a:pt x="859711" y="122089"/>
                </a:lnTo>
                <a:lnTo>
                  <a:pt x="861843" y="118777"/>
                </a:lnTo>
                <a:lnTo>
                  <a:pt x="863986" y="115504"/>
                </a:lnTo>
                <a:lnTo>
                  <a:pt x="866118" y="112272"/>
                </a:lnTo>
                <a:lnTo>
                  <a:pt x="868250" y="109079"/>
                </a:lnTo>
                <a:lnTo>
                  <a:pt x="870382" y="105925"/>
                </a:lnTo>
                <a:lnTo>
                  <a:pt x="872514" y="102813"/>
                </a:lnTo>
                <a:lnTo>
                  <a:pt x="874646" y="99741"/>
                </a:lnTo>
                <a:lnTo>
                  <a:pt x="876778" y="96711"/>
                </a:lnTo>
                <a:lnTo>
                  <a:pt x="878910" y="93722"/>
                </a:lnTo>
                <a:lnTo>
                  <a:pt x="881042" y="90775"/>
                </a:lnTo>
                <a:lnTo>
                  <a:pt x="883185" y="87870"/>
                </a:lnTo>
                <a:lnTo>
                  <a:pt x="885317" y="85007"/>
                </a:lnTo>
                <a:lnTo>
                  <a:pt x="887449" y="82188"/>
                </a:lnTo>
                <a:lnTo>
                  <a:pt x="889581" y="79411"/>
                </a:lnTo>
                <a:lnTo>
                  <a:pt x="891713" y="76677"/>
                </a:lnTo>
                <a:lnTo>
                  <a:pt x="893845" y="73988"/>
                </a:lnTo>
                <a:lnTo>
                  <a:pt x="895977" y="71342"/>
                </a:lnTo>
                <a:lnTo>
                  <a:pt x="898110" y="68741"/>
                </a:lnTo>
                <a:lnTo>
                  <a:pt x="900242" y="66184"/>
                </a:lnTo>
                <a:lnTo>
                  <a:pt x="902384" y="63671"/>
                </a:lnTo>
                <a:lnTo>
                  <a:pt x="904516" y="61205"/>
                </a:lnTo>
                <a:lnTo>
                  <a:pt x="906648" y="58783"/>
                </a:lnTo>
                <a:lnTo>
                  <a:pt x="908780" y="56408"/>
                </a:lnTo>
                <a:lnTo>
                  <a:pt x="910913" y="54078"/>
                </a:lnTo>
                <a:lnTo>
                  <a:pt x="913045" y="51794"/>
                </a:lnTo>
                <a:lnTo>
                  <a:pt x="915177" y="49556"/>
                </a:lnTo>
                <a:lnTo>
                  <a:pt x="917309" y="47366"/>
                </a:lnTo>
                <a:lnTo>
                  <a:pt x="919441" y="45222"/>
                </a:lnTo>
                <a:lnTo>
                  <a:pt x="921583" y="43125"/>
                </a:lnTo>
                <a:lnTo>
                  <a:pt x="923715" y="41076"/>
                </a:lnTo>
                <a:lnTo>
                  <a:pt x="925847" y="39075"/>
                </a:lnTo>
                <a:lnTo>
                  <a:pt x="927980" y="37121"/>
                </a:lnTo>
                <a:lnTo>
                  <a:pt x="930112" y="35215"/>
                </a:lnTo>
                <a:lnTo>
                  <a:pt x="932244" y="33358"/>
                </a:lnTo>
                <a:lnTo>
                  <a:pt x="934376" y="31549"/>
                </a:lnTo>
                <a:lnTo>
                  <a:pt x="936508" y="29789"/>
                </a:lnTo>
                <a:lnTo>
                  <a:pt x="938650" y="28077"/>
                </a:lnTo>
                <a:lnTo>
                  <a:pt x="940783" y="26415"/>
                </a:lnTo>
                <a:lnTo>
                  <a:pt x="942915" y="24802"/>
                </a:lnTo>
                <a:lnTo>
                  <a:pt x="945047" y="23239"/>
                </a:lnTo>
                <a:lnTo>
                  <a:pt x="947179" y="21725"/>
                </a:lnTo>
                <a:lnTo>
                  <a:pt x="949311" y="20261"/>
                </a:lnTo>
                <a:lnTo>
                  <a:pt x="951443" y="18846"/>
                </a:lnTo>
                <a:lnTo>
                  <a:pt x="953575" y="17482"/>
                </a:lnTo>
                <a:lnTo>
                  <a:pt x="955707" y="16169"/>
                </a:lnTo>
                <a:lnTo>
                  <a:pt x="957850" y="14905"/>
                </a:lnTo>
                <a:lnTo>
                  <a:pt x="959982" y="13693"/>
                </a:lnTo>
                <a:lnTo>
                  <a:pt x="962114" y="12531"/>
                </a:lnTo>
                <a:lnTo>
                  <a:pt x="964246" y="11419"/>
                </a:lnTo>
                <a:lnTo>
                  <a:pt x="966378" y="10359"/>
                </a:lnTo>
                <a:lnTo>
                  <a:pt x="968510" y="9350"/>
                </a:lnTo>
                <a:lnTo>
                  <a:pt x="970642" y="8392"/>
                </a:lnTo>
                <a:lnTo>
                  <a:pt x="972774" y="7485"/>
                </a:lnTo>
                <a:lnTo>
                  <a:pt x="974906" y="6630"/>
                </a:lnTo>
                <a:lnTo>
                  <a:pt x="977049" y="5826"/>
                </a:lnTo>
                <a:lnTo>
                  <a:pt x="979181" y="5074"/>
                </a:lnTo>
                <a:lnTo>
                  <a:pt x="981313" y="4374"/>
                </a:lnTo>
                <a:lnTo>
                  <a:pt x="983445" y="3725"/>
                </a:lnTo>
                <a:lnTo>
                  <a:pt x="985577" y="3128"/>
                </a:lnTo>
                <a:lnTo>
                  <a:pt x="987709" y="2584"/>
                </a:lnTo>
                <a:lnTo>
                  <a:pt x="989842" y="2091"/>
                </a:lnTo>
                <a:lnTo>
                  <a:pt x="991974" y="1650"/>
                </a:lnTo>
                <a:lnTo>
                  <a:pt x="994106" y="1261"/>
                </a:lnTo>
                <a:lnTo>
                  <a:pt x="996248" y="924"/>
                </a:lnTo>
                <a:lnTo>
                  <a:pt x="998380" y="640"/>
                </a:lnTo>
                <a:lnTo>
                  <a:pt x="1000512" y="407"/>
                </a:lnTo>
                <a:lnTo>
                  <a:pt x="1002645" y="227"/>
                </a:lnTo>
                <a:lnTo>
                  <a:pt x="1004777" y="99"/>
                </a:lnTo>
                <a:lnTo>
                  <a:pt x="1006909" y="23"/>
                </a:lnTo>
                <a:lnTo>
                  <a:pt x="1009041" y="0"/>
                </a:lnTo>
                <a:lnTo>
                  <a:pt x="1011173" y="29"/>
                </a:lnTo>
                <a:lnTo>
                  <a:pt x="1013315" y="110"/>
                </a:lnTo>
                <a:lnTo>
                  <a:pt x="1015447" y="243"/>
                </a:lnTo>
                <a:lnTo>
                  <a:pt x="1017580" y="429"/>
                </a:lnTo>
                <a:lnTo>
                  <a:pt x="1019712" y="667"/>
                </a:lnTo>
                <a:lnTo>
                  <a:pt x="1021844" y="957"/>
                </a:lnTo>
                <a:lnTo>
                  <a:pt x="1023976" y="1299"/>
                </a:lnTo>
                <a:lnTo>
                  <a:pt x="1026108" y="1693"/>
                </a:lnTo>
                <a:lnTo>
                  <a:pt x="1028240" y="2140"/>
                </a:lnTo>
                <a:lnTo>
                  <a:pt x="1030372" y="2638"/>
                </a:lnTo>
                <a:lnTo>
                  <a:pt x="1032515" y="3188"/>
                </a:lnTo>
                <a:lnTo>
                  <a:pt x="1034647" y="3791"/>
                </a:lnTo>
                <a:lnTo>
                  <a:pt x="1036779" y="4445"/>
                </a:lnTo>
                <a:lnTo>
                  <a:pt x="1038911" y="5150"/>
                </a:lnTo>
                <a:lnTo>
                  <a:pt x="1041043" y="5908"/>
                </a:lnTo>
                <a:lnTo>
                  <a:pt x="1043175" y="6717"/>
                </a:lnTo>
                <a:lnTo>
                  <a:pt x="1045307" y="7578"/>
                </a:lnTo>
                <a:lnTo>
                  <a:pt x="1047439" y="8490"/>
                </a:lnTo>
                <a:lnTo>
                  <a:pt x="1049571" y="9453"/>
                </a:lnTo>
                <a:lnTo>
                  <a:pt x="1051714" y="10467"/>
                </a:lnTo>
                <a:lnTo>
                  <a:pt x="1053846" y="11533"/>
                </a:lnTo>
                <a:lnTo>
                  <a:pt x="1055978" y="12650"/>
                </a:lnTo>
                <a:lnTo>
                  <a:pt x="1058110" y="13817"/>
                </a:lnTo>
                <a:lnTo>
                  <a:pt x="1060242" y="15035"/>
                </a:lnTo>
                <a:lnTo>
                  <a:pt x="1062374" y="16304"/>
                </a:lnTo>
                <a:lnTo>
                  <a:pt x="1064507" y="17623"/>
                </a:lnTo>
                <a:lnTo>
                  <a:pt x="1066639" y="18992"/>
                </a:lnTo>
                <a:lnTo>
                  <a:pt x="1068781" y="20411"/>
                </a:lnTo>
                <a:lnTo>
                  <a:pt x="1070913" y="21880"/>
                </a:lnTo>
                <a:lnTo>
                  <a:pt x="1073045" y="23399"/>
                </a:lnTo>
                <a:lnTo>
                  <a:pt x="1075177" y="24968"/>
                </a:lnTo>
                <a:lnTo>
                  <a:pt x="1077309" y="26586"/>
                </a:lnTo>
                <a:lnTo>
                  <a:pt x="1079441" y="28254"/>
                </a:lnTo>
                <a:lnTo>
                  <a:pt x="1081574" y="29970"/>
                </a:lnTo>
                <a:lnTo>
                  <a:pt x="1083706" y="31735"/>
                </a:lnTo>
                <a:lnTo>
                  <a:pt x="1085838" y="33549"/>
                </a:lnTo>
                <a:lnTo>
                  <a:pt x="1087980" y="35412"/>
                </a:lnTo>
                <a:lnTo>
                  <a:pt x="1090112" y="37323"/>
                </a:lnTo>
                <a:lnTo>
                  <a:pt x="1092244" y="39281"/>
                </a:lnTo>
                <a:lnTo>
                  <a:pt x="1094377" y="41288"/>
                </a:lnTo>
                <a:lnTo>
                  <a:pt x="1096509" y="43342"/>
                </a:lnTo>
                <a:lnTo>
                  <a:pt x="1098641" y="45444"/>
                </a:lnTo>
                <a:lnTo>
                  <a:pt x="1100773" y="47592"/>
                </a:lnTo>
                <a:lnTo>
                  <a:pt x="1102905" y="49788"/>
                </a:lnTo>
                <a:lnTo>
                  <a:pt x="1105037" y="52030"/>
                </a:lnTo>
                <a:lnTo>
                  <a:pt x="1107180" y="54319"/>
                </a:lnTo>
                <a:lnTo>
                  <a:pt x="1109312" y="56653"/>
                </a:lnTo>
                <a:lnTo>
                  <a:pt x="1111444" y="59035"/>
                </a:lnTo>
                <a:lnTo>
                  <a:pt x="1113576" y="61461"/>
                </a:lnTo>
                <a:lnTo>
                  <a:pt x="1115708" y="63932"/>
                </a:lnTo>
                <a:lnTo>
                  <a:pt x="1117840" y="66449"/>
                </a:lnTo>
                <a:lnTo>
                  <a:pt x="1119972" y="69010"/>
                </a:lnTo>
                <a:lnTo>
                  <a:pt x="1122104" y="71616"/>
                </a:lnTo>
                <a:lnTo>
                  <a:pt x="1124236" y="74267"/>
                </a:lnTo>
                <a:lnTo>
                  <a:pt x="1126379" y="76961"/>
                </a:lnTo>
                <a:lnTo>
                  <a:pt x="1128511" y="79698"/>
                </a:lnTo>
                <a:lnTo>
                  <a:pt x="1130643" y="82480"/>
                </a:lnTo>
                <a:lnTo>
                  <a:pt x="1132775" y="85304"/>
                </a:lnTo>
                <a:lnTo>
                  <a:pt x="1134907" y="88171"/>
                </a:lnTo>
                <a:lnTo>
                  <a:pt x="1137039" y="91080"/>
                </a:lnTo>
                <a:lnTo>
                  <a:pt x="1139171" y="94032"/>
                </a:lnTo>
                <a:lnTo>
                  <a:pt x="1141303" y="97025"/>
                </a:lnTo>
                <a:lnTo>
                  <a:pt x="1143446" y="100060"/>
                </a:lnTo>
                <a:lnTo>
                  <a:pt x="1145578" y="103136"/>
                </a:lnTo>
                <a:lnTo>
                  <a:pt x="1147710" y="106253"/>
                </a:lnTo>
                <a:lnTo>
                  <a:pt x="1149842" y="109410"/>
                </a:lnTo>
                <a:lnTo>
                  <a:pt x="1151974" y="112607"/>
                </a:lnTo>
                <a:lnTo>
                  <a:pt x="1154106" y="115845"/>
                </a:lnTo>
                <a:lnTo>
                  <a:pt x="1156239" y="119120"/>
                </a:lnTo>
                <a:lnTo>
                  <a:pt x="1158371" y="122437"/>
                </a:lnTo>
                <a:lnTo>
                  <a:pt x="1160503" y="125791"/>
                </a:lnTo>
                <a:lnTo>
                  <a:pt x="1162645" y="129184"/>
                </a:lnTo>
                <a:lnTo>
                  <a:pt x="1164777" y="132614"/>
                </a:lnTo>
                <a:lnTo>
                  <a:pt x="1166909" y="136082"/>
                </a:lnTo>
                <a:lnTo>
                  <a:pt x="1169041" y="139588"/>
                </a:lnTo>
                <a:lnTo>
                  <a:pt x="1171174" y="143130"/>
                </a:lnTo>
                <a:lnTo>
                  <a:pt x="1173306" y="146709"/>
                </a:lnTo>
                <a:lnTo>
                  <a:pt x="1175438" y="150324"/>
                </a:lnTo>
                <a:lnTo>
                  <a:pt x="1177570" y="153975"/>
                </a:lnTo>
                <a:lnTo>
                  <a:pt x="1179702" y="157661"/>
                </a:lnTo>
                <a:lnTo>
                  <a:pt x="1181844" y="161383"/>
                </a:lnTo>
                <a:lnTo>
                  <a:pt x="1183976" y="165138"/>
                </a:lnTo>
                <a:lnTo>
                  <a:pt x="1186109" y="168928"/>
                </a:lnTo>
                <a:lnTo>
                  <a:pt x="1188241" y="172752"/>
                </a:lnTo>
                <a:lnTo>
                  <a:pt x="1190373" y="176608"/>
                </a:lnTo>
                <a:lnTo>
                  <a:pt x="1192505" y="180499"/>
                </a:lnTo>
                <a:lnTo>
                  <a:pt x="1194637" y="184422"/>
                </a:lnTo>
                <a:lnTo>
                  <a:pt x="1196769" y="188377"/>
                </a:lnTo>
                <a:lnTo>
                  <a:pt x="1198912" y="192363"/>
                </a:lnTo>
                <a:lnTo>
                  <a:pt x="1201044" y="196382"/>
                </a:lnTo>
                <a:lnTo>
                  <a:pt x="1203176" y="200431"/>
                </a:lnTo>
                <a:lnTo>
                  <a:pt x="1205308" y="204511"/>
                </a:lnTo>
                <a:lnTo>
                  <a:pt x="1207440" y="208621"/>
                </a:lnTo>
                <a:lnTo>
                  <a:pt x="1209572" y="212760"/>
                </a:lnTo>
                <a:lnTo>
                  <a:pt x="1211704" y="216929"/>
                </a:lnTo>
                <a:lnTo>
                  <a:pt x="1213836" y="221127"/>
                </a:lnTo>
                <a:lnTo>
                  <a:pt x="1215968" y="225353"/>
                </a:lnTo>
                <a:lnTo>
                  <a:pt x="1218111" y="229608"/>
                </a:lnTo>
                <a:lnTo>
                  <a:pt x="1220243" y="233889"/>
                </a:lnTo>
                <a:lnTo>
                  <a:pt x="1222375" y="238198"/>
                </a:lnTo>
                <a:lnTo>
                  <a:pt x="1224507" y="242534"/>
                </a:lnTo>
                <a:lnTo>
                  <a:pt x="1226639" y="246896"/>
                </a:lnTo>
                <a:lnTo>
                  <a:pt x="1228771" y="251285"/>
                </a:lnTo>
                <a:lnTo>
                  <a:pt x="1230903" y="255698"/>
                </a:lnTo>
                <a:lnTo>
                  <a:pt x="1233035" y="260136"/>
                </a:lnTo>
                <a:lnTo>
                  <a:pt x="1235167" y="264599"/>
                </a:lnTo>
                <a:lnTo>
                  <a:pt x="1237310" y="269087"/>
                </a:lnTo>
                <a:lnTo>
                  <a:pt x="1239442" y="273597"/>
                </a:lnTo>
                <a:lnTo>
                  <a:pt x="1241574" y="278132"/>
                </a:lnTo>
                <a:lnTo>
                  <a:pt x="1243706" y="282689"/>
                </a:lnTo>
                <a:lnTo>
                  <a:pt x="1245838" y="287267"/>
                </a:lnTo>
                <a:lnTo>
                  <a:pt x="1247970" y="291869"/>
                </a:lnTo>
                <a:lnTo>
                  <a:pt x="1250103" y="296492"/>
                </a:lnTo>
                <a:lnTo>
                  <a:pt x="1252235" y="301135"/>
                </a:lnTo>
                <a:lnTo>
                  <a:pt x="1254367" y="305800"/>
                </a:lnTo>
                <a:lnTo>
                  <a:pt x="1256509" y="310485"/>
                </a:lnTo>
                <a:lnTo>
                  <a:pt x="1258641" y="315190"/>
                </a:lnTo>
                <a:lnTo>
                  <a:pt x="1260773" y="319913"/>
                </a:lnTo>
                <a:lnTo>
                  <a:pt x="1262906" y="324656"/>
                </a:lnTo>
                <a:lnTo>
                  <a:pt x="1265038" y="329417"/>
                </a:lnTo>
                <a:lnTo>
                  <a:pt x="1267170" y="334195"/>
                </a:lnTo>
                <a:lnTo>
                  <a:pt x="1269302" y="338992"/>
                </a:lnTo>
                <a:lnTo>
                  <a:pt x="1271434" y="343805"/>
                </a:lnTo>
                <a:lnTo>
                  <a:pt x="1273576" y="348635"/>
                </a:lnTo>
                <a:lnTo>
                  <a:pt x="1275708" y="353482"/>
                </a:lnTo>
                <a:lnTo>
                  <a:pt x="1277841" y="358343"/>
                </a:lnTo>
                <a:lnTo>
                  <a:pt x="1279973" y="363220"/>
                </a:lnTo>
                <a:lnTo>
                  <a:pt x="1282105" y="368112"/>
                </a:lnTo>
                <a:lnTo>
                  <a:pt x="1284237" y="373018"/>
                </a:lnTo>
                <a:lnTo>
                  <a:pt x="1286369" y="377939"/>
                </a:lnTo>
                <a:lnTo>
                  <a:pt x="1288501" y="382872"/>
                </a:lnTo>
                <a:lnTo>
                  <a:pt x="1290633" y="387820"/>
                </a:lnTo>
                <a:lnTo>
                  <a:pt x="1292776" y="392779"/>
                </a:lnTo>
                <a:lnTo>
                  <a:pt x="1294908" y="397751"/>
                </a:lnTo>
                <a:lnTo>
                  <a:pt x="1297040" y="402734"/>
                </a:lnTo>
                <a:lnTo>
                  <a:pt x="1299172" y="407729"/>
                </a:lnTo>
                <a:lnTo>
                  <a:pt x="1301304" y="412734"/>
                </a:lnTo>
                <a:lnTo>
                  <a:pt x="1303436" y="417751"/>
                </a:lnTo>
                <a:lnTo>
                  <a:pt x="1305568" y="422777"/>
                </a:lnTo>
                <a:lnTo>
                  <a:pt x="1307700" y="427812"/>
                </a:lnTo>
                <a:lnTo>
                  <a:pt x="1309832" y="432857"/>
                </a:lnTo>
                <a:lnTo>
                  <a:pt x="1311975" y="437911"/>
                </a:lnTo>
                <a:lnTo>
                  <a:pt x="1314107" y="442973"/>
                </a:lnTo>
                <a:lnTo>
                  <a:pt x="1316239" y="448042"/>
                </a:lnTo>
                <a:lnTo>
                  <a:pt x="1318371" y="453119"/>
                </a:lnTo>
                <a:lnTo>
                  <a:pt x="1320503" y="458203"/>
                </a:lnTo>
                <a:lnTo>
                  <a:pt x="1322635" y="463294"/>
                </a:lnTo>
                <a:lnTo>
                  <a:pt x="1324767" y="468390"/>
                </a:lnTo>
                <a:lnTo>
                  <a:pt x="1326900" y="473493"/>
                </a:lnTo>
                <a:lnTo>
                  <a:pt x="1329032" y="478601"/>
                </a:lnTo>
                <a:lnTo>
                  <a:pt x="1331174" y="483712"/>
                </a:lnTo>
                <a:lnTo>
                  <a:pt x="1333306" y="488830"/>
                </a:lnTo>
                <a:lnTo>
                  <a:pt x="1335438" y="493951"/>
                </a:lnTo>
                <a:lnTo>
                  <a:pt x="1337570" y="499076"/>
                </a:lnTo>
                <a:lnTo>
                  <a:pt x="1339702" y="504203"/>
                </a:lnTo>
                <a:lnTo>
                  <a:pt x="1341835" y="509335"/>
                </a:lnTo>
                <a:lnTo>
                  <a:pt x="1343967" y="514467"/>
                </a:lnTo>
                <a:lnTo>
                  <a:pt x="1346099" y="519603"/>
                </a:lnTo>
                <a:lnTo>
                  <a:pt x="1348241" y="524740"/>
                </a:lnTo>
                <a:lnTo>
                  <a:pt x="1350373" y="529878"/>
                </a:lnTo>
                <a:lnTo>
                  <a:pt x="1352505" y="535016"/>
                </a:lnTo>
                <a:lnTo>
                  <a:pt x="1354638" y="540156"/>
                </a:lnTo>
                <a:lnTo>
                  <a:pt x="1356770" y="545296"/>
                </a:lnTo>
                <a:lnTo>
                  <a:pt x="1358902" y="550435"/>
                </a:lnTo>
                <a:lnTo>
                  <a:pt x="1361034" y="555572"/>
                </a:lnTo>
                <a:lnTo>
                  <a:pt x="1363166" y="560710"/>
                </a:lnTo>
                <a:lnTo>
                  <a:pt x="1365298" y="565845"/>
                </a:lnTo>
                <a:lnTo>
                  <a:pt x="1367440" y="570978"/>
                </a:lnTo>
                <a:lnTo>
                  <a:pt x="1369573" y="576110"/>
                </a:lnTo>
                <a:lnTo>
                  <a:pt x="1371705" y="581239"/>
                </a:lnTo>
                <a:lnTo>
                  <a:pt x="1373837" y="586365"/>
                </a:lnTo>
                <a:lnTo>
                  <a:pt x="1375969" y="591487"/>
                </a:lnTo>
                <a:lnTo>
                  <a:pt x="1378101" y="596606"/>
                </a:lnTo>
                <a:lnTo>
                  <a:pt x="1380233" y="601720"/>
                </a:lnTo>
                <a:lnTo>
                  <a:pt x="1382365" y="606830"/>
                </a:lnTo>
                <a:lnTo>
                  <a:pt x="1384497" y="611935"/>
                </a:lnTo>
                <a:lnTo>
                  <a:pt x="1386640" y="617035"/>
                </a:lnTo>
                <a:lnTo>
                  <a:pt x="1388772" y="622129"/>
                </a:lnTo>
                <a:lnTo>
                  <a:pt x="1390904" y="627218"/>
                </a:lnTo>
                <a:lnTo>
                  <a:pt x="1393036" y="632300"/>
                </a:lnTo>
                <a:lnTo>
                  <a:pt x="1395168" y="637376"/>
                </a:lnTo>
                <a:lnTo>
                  <a:pt x="1397300" y="642445"/>
                </a:lnTo>
                <a:lnTo>
                  <a:pt x="1399432" y="647506"/>
                </a:lnTo>
                <a:lnTo>
                  <a:pt x="1401564" y="652560"/>
                </a:lnTo>
                <a:lnTo>
                  <a:pt x="1403707" y="657606"/>
                </a:lnTo>
                <a:lnTo>
                  <a:pt x="1405839" y="662644"/>
                </a:lnTo>
                <a:lnTo>
                  <a:pt x="1407971" y="667673"/>
                </a:lnTo>
                <a:lnTo>
                  <a:pt x="1410103" y="672693"/>
                </a:lnTo>
                <a:lnTo>
                  <a:pt x="1412235" y="677704"/>
                </a:lnTo>
                <a:lnTo>
                  <a:pt x="1414367" y="682706"/>
                </a:lnTo>
                <a:lnTo>
                  <a:pt x="1416499" y="687697"/>
                </a:lnTo>
                <a:lnTo>
                  <a:pt x="1418632" y="692679"/>
                </a:lnTo>
                <a:lnTo>
                  <a:pt x="1420764" y="697650"/>
                </a:lnTo>
                <a:lnTo>
                  <a:pt x="1422906" y="702611"/>
                </a:lnTo>
                <a:lnTo>
                  <a:pt x="1425038" y="707560"/>
                </a:lnTo>
                <a:lnTo>
                  <a:pt x="1427170" y="712498"/>
                </a:lnTo>
                <a:lnTo>
                  <a:pt x="1429302" y="717424"/>
                </a:lnTo>
                <a:lnTo>
                  <a:pt x="1431434" y="722339"/>
                </a:lnTo>
                <a:lnTo>
                  <a:pt x="1433567" y="727241"/>
                </a:lnTo>
                <a:lnTo>
                  <a:pt x="1435699" y="732130"/>
                </a:lnTo>
                <a:lnTo>
                  <a:pt x="1437831" y="737008"/>
                </a:lnTo>
                <a:lnTo>
                  <a:pt x="1439963" y="741871"/>
                </a:lnTo>
                <a:lnTo>
                  <a:pt x="1442105" y="746722"/>
                </a:lnTo>
                <a:lnTo>
                  <a:pt x="1444237" y="751559"/>
                </a:lnTo>
                <a:lnTo>
                  <a:pt x="1446370" y="756382"/>
                </a:lnTo>
                <a:lnTo>
                  <a:pt x="1448502" y="761192"/>
                </a:lnTo>
                <a:lnTo>
                  <a:pt x="1450634" y="765986"/>
                </a:lnTo>
                <a:lnTo>
                  <a:pt x="1452766" y="770766"/>
                </a:lnTo>
                <a:lnTo>
                  <a:pt x="1454898" y="775532"/>
                </a:lnTo>
                <a:lnTo>
                  <a:pt x="1457030" y="780282"/>
                </a:lnTo>
                <a:lnTo>
                  <a:pt x="1459162" y="785017"/>
                </a:lnTo>
                <a:lnTo>
                  <a:pt x="1461305" y="789737"/>
                </a:lnTo>
                <a:lnTo>
                  <a:pt x="1463437" y="794440"/>
                </a:lnTo>
                <a:lnTo>
                  <a:pt x="1465569" y="799128"/>
                </a:lnTo>
                <a:lnTo>
                  <a:pt x="1467701" y="803799"/>
                </a:lnTo>
                <a:lnTo>
                  <a:pt x="1469833" y="808454"/>
                </a:lnTo>
                <a:lnTo>
                  <a:pt x="1471965" y="813092"/>
                </a:lnTo>
                <a:lnTo>
                  <a:pt x="1474097" y="817714"/>
                </a:lnTo>
                <a:lnTo>
                  <a:pt x="1476229" y="822318"/>
                </a:lnTo>
                <a:lnTo>
                  <a:pt x="1478372" y="826905"/>
                </a:lnTo>
                <a:lnTo>
                  <a:pt x="1480504" y="831474"/>
                </a:lnTo>
                <a:lnTo>
                  <a:pt x="1482636" y="836025"/>
                </a:lnTo>
                <a:lnTo>
                  <a:pt x="1484768" y="840560"/>
                </a:lnTo>
                <a:lnTo>
                  <a:pt x="1486900" y="845075"/>
                </a:lnTo>
                <a:lnTo>
                  <a:pt x="1489032" y="849572"/>
                </a:lnTo>
                <a:lnTo>
                  <a:pt x="1491164" y="854051"/>
                </a:lnTo>
                <a:lnTo>
                  <a:pt x="1493296" y="858511"/>
                </a:lnTo>
                <a:lnTo>
                  <a:pt x="1495429" y="862953"/>
                </a:lnTo>
                <a:lnTo>
                  <a:pt x="1497571" y="867374"/>
                </a:lnTo>
                <a:lnTo>
                  <a:pt x="1499703" y="871778"/>
                </a:lnTo>
                <a:lnTo>
                  <a:pt x="1501835" y="876161"/>
                </a:lnTo>
                <a:lnTo>
                  <a:pt x="1503967" y="880526"/>
                </a:lnTo>
                <a:lnTo>
                  <a:pt x="1506099" y="884870"/>
                </a:lnTo>
                <a:lnTo>
                  <a:pt x="1508232" y="889195"/>
                </a:lnTo>
                <a:lnTo>
                  <a:pt x="1510364" y="893500"/>
                </a:lnTo>
                <a:lnTo>
                  <a:pt x="1512496" y="897785"/>
                </a:lnTo>
                <a:lnTo>
                  <a:pt x="1514628" y="902049"/>
                </a:lnTo>
                <a:lnTo>
                  <a:pt x="1516770" y="906292"/>
                </a:lnTo>
                <a:lnTo>
                  <a:pt x="1518902" y="910516"/>
                </a:lnTo>
                <a:lnTo>
                  <a:pt x="1521034" y="914718"/>
                </a:lnTo>
                <a:lnTo>
                  <a:pt x="1523166" y="918900"/>
                </a:lnTo>
                <a:lnTo>
                  <a:pt x="1525299" y="923061"/>
                </a:lnTo>
                <a:lnTo>
                  <a:pt x="1527431" y="927200"/>
                </a:lnTo>
                <a:lnTo>
                  <a:pt x="1529563" y="931320"/>
                </a:lnTo>
                <a:lnTo>
                  <a:pt x="1531695" y="935416"/>
                </a:lnTo>
                <a:lnTo>
                  <a:pt x="1533827" y="939492"/>
                </a:lnTo>
                <a:lnTo>
                  <a:pt x="1535969" y="943547"/>
                </a:lnTo>
                <a:lnTo>
                  <a:pt x="1538102" y="947580"/>
                </a:lnTo>
                <a:lnTo>
                  <a:pt x="1540234" y="951590"/>
                </a:lnTo>
                <a:lnTo>
                  <a:pt x="1542366" y="955580"/>
                </a:lnTo>
                <a:lnTo>
                  <a:pt x="1544498" y="959547"/>
                </a:lnTo>
                <a:lnTo>
                  <a:pt x="1546630" y="963492"/>
                </a:lnTo>
                <a:lnTo>
                  <a:pt x="1548762" y="967415"/>
                </a:lnTo>
                <a:lnTo>
                  <a:pt x="1550894" y="971316"/>
                </a:lnTo>
                <a:lnTo>
                  <a:pt x="1553037" y="975194"/>
                </a:lnTo>
                <a:lnTo>
                  <a:pt x="1555169" y="979051"/>
                </a:lnTo>
                <a:lnTo>
                  <a:pt x="1557301" y="982884"/>
                </a:lnTo>
                <a:lnTo>
                  <a:pt x="1559433" y="986694"/>
                </a:lnTo>
                <a:lnTo>
                  <a:pt x="1561565" y="990482"/>
                </a:lnTo>
                <a:lnTo>
                  <a:pt x="1563697" y="994250"/>
                </a:lnTo>
                <a:lnTo>
                  <a:pt x="1565829" y="997996"/>
                </a:lnTo>
                <a:lnTo>
                  <a:pt x="1567961" y="1001712"/>
                </a:lnTo>
                <a:lnTo>
                  <a:pt x="1570093" y="1005407"/>
                </a:lnTo>
                <a:lnTo>
                  <a:pt x="1572236" y="1009081"/>
                </a:lnTo>
                <a:lnTo>
                  <a:pt x="1574368" y="1012735"/>
                </a:lnTo>
                <a:lnTo>
                  <a:pt x="1576500" y="1016368"/>
                </a:lnTo>
                <a:lnTo>
                  <a:pt x="1578632" y="1019969"/>
                </a:lnTo>
                <a:lnTo>
                  <a:pt x="1580764" y="1023561"/>
                </a:lnTo>
                <a:lnTo>
                  <a:pt x="1582896" y="1027111"/>
                </a:lnTo>
                <a:lnTo>
                  <a:pt x="1585028" y="1030651"/>
                </a:lnTo>
                <a:lnTo>
                  <a:pt x="1587161" y="1034170"/>
                </a:lnTo>
                <a:lnTo>
                  <a:pt x="1589293" y="1037658"/>
                </a:lnTo>
                <a:lnTo>
                  <a:pt x="1591435" y="1041125"/>
                </a:lnTo>
                <a:lnTo>
                  <a:pt x="1593567" y="1044571"/>
                </a:lnTo>
                <a:lnTo>
                  <a:pt x="1595699" y="1047987"/>
                </a:lnTo>
                <a:lnTo>
                  <a:pt x="1597831" y="1051382"/>
                </a:lnTo>
                <a:lnTo>
                  <a:pt x="1599964" y="1054756"/>
                </a:lnTo>
                <a:lnTo>
                  <a:pt x="1602096" y="1058109"/>
                </a:lnTo>
                <a:lnTo>
                  <a:pt x="1604228" y="1061432"/>
                </a:lnTo>
                <a:lnTo>
                  <a:pt x="1606360" y="1064744"/>
                </a:lnTo>
                <a:lnTo>
                  <a:pt x="1608502" y="1068025"/>
                </a:lnTo>
                <a:lnTo>
                  <a:pt x="1610634" y="1071274"/>
                </a:lnTo>
                <a:lnTo>
                  <a:pt x="1612766" y="1074514"/>
                </a:lnTo>
                <a:lnTo>
                  <a:pt x="1614898" y="1077722"/>
                </a:lnTo>
                <a:lnTo>
                  <a:pt x="1617031" y="1080910"/>
                </a:lnTo>
                <a:lnTo>
                  <a:pt x="1619163" y="1084077"/>
                </a:lnTo>
                <a:lnTo>
                  <a:pt x="1621295" y="1087213"/>
                </a:lnTo>
                <a:lnTo>
                  <a:pt x="1623427" y="1090329"/>
                </a:lnTo>
                <a:lnTo>
                  <a:pt x="1625559" y="1093423"/>
                </a:lnTo>
                <a:lnTo>
                  <a:pt x="1627701" y="1096497"/>
                </a:lnTo>
                <a:lnTo>
                  <a:pt x="1629834" y="1099551"/>
                </a:lnTo>
                <a:lnTo>
                  <a:pt x="1631966" y="1102573"/>
                </a:lnTo>
                <a:lnTo>
                  <a:pt x="1634098" y="1105574"/>
                </a:lnTo>
                <a:lnTo>
                  <a:pt x="1636230" y="1108555"/>
                </a:lnTo>
                <a:lnTo>
                  <a:pt x="1638362" y="1111505"/>
                </a:lnTo>
                <a:lnTo>
                  <a:pt x="1640494" y="1114434"/>
                </a:lnTo>
                <a:lnTo>
                  <a:pt x="1642626" y="1117342"/>
                </a:lnTo>
                <a:lnTo>
                  <a:pt x="1644758" y="1120230"/>
                </a:lnTo>
                <a:lnTo>
                  <a:pt x="1646901" y="1123097"/>
                </a:lnTo>
                <a:lnTo>
                  <a:pt x="1649033" y="1125933"/>
                </a:lnTo>
                <a:lnTo>
                  <a:pt x="1651165" y="1128758"/>
                </a:lnTo>
                <a:lnTo>
                  <a:pt x="1653297" y="1131553"/>
                </a:lnTo>
                <a:lnTo>
                  <a:pt x="1655429" y="1134316"/>
                </a:lnTo>
                <a:lnTo>
                  <a:pt x="1657561" y="1137069"/>
                </a:lnTo>
                <a:lnTo>
                  <a:pt x="1659693" y="1139791"/>
                </a:lnTo>
                <a:lnTo>
                  <a:pt x="1661825" y="1142503"/>
                </a:lnTo>
                <a:lnTo>
                  <a:pt x="1663958" y="1145184"/>
                </a:lnTo>
                <a:lnTo>
                  <a:pt x="1666100" y="1147844"/>
                </a:lnTo>
                <a:lnTo>
                  <a:pt x="1668232" y="1150472"/>
                </a:lnTo>
                <a:lnTo>
                  <a:pt x="1670364" y="1153091"/>
                </a:lnTo>
                <a:lnTo>
                  <a:pt x="1672496" y="1155679"/>
                </a:lnTo>
                <a:lnTo>
                  <a:pt x="1674628" y="1158256"/>
                </a:lnTo>
                <a:lnTo>
                  <a:pt x="1676760" y="1160802"/>
                </a:lnTo>
                <a:lnTo>
                  <a:pt x="1678893" y="1163327"/>
                </a:lnTo>
                <a:lnTo>
                  <a:pt x="1681025" y="1165832"/>
                </a:lnTo>
                <a:lnTo>
                  <a:pt x="1683167" y="1168306"/>
                </a:lnTo>
                <a:lnTo>
                  <a:pt x="1685299" y="1170769"/>
                </a:lnTo>
                <a:lnTo>
                  <a:pt x="1687431" y="1173201"/>
                </a:lnTo>
                <a:lnTo>
                  <a:pt x="1689563" y="1175623"/>
                </a:lnTo>
                <a:lnTo>
                  <a:pt x="1691696" y="1178014"/>
                </a:lnTo>
                <a:lnTo>
                  <a:pt x="1693828" y="1180384"/>
                </a:lnTo>
                <a:lnTo>
                  <a:pt x="1695960" y="1182744"/>
                </a:lnTo>
                <a:lnTo>
                  <a:pt x="1698092" y="1185073"/>
                </a:lnTo>
                <a:lnTo>
                  <a:pt x="1700224" y="1187381"/>
                </a:lnTo>
                <a:lnTo>
                  <a:pt x="1702366" y="1189668"/>
                </a:lnTo>
                <a:lnTo>
                  <a:pt x="1704498" y="1191935"/>
                </a:lnTo>
                <a:lnTo>
                  <a:pt x="1706631" y="1194170"/>
                </a:lnTo>
                <a:lnTo>
                  <a:pt x="1708763" y="1196396"/>
                </a:lnTo>
                <a:lnTo>
                  <a:pt x="1710895" y="1198600"/>
                </a:lnTo>
                <a:lnTo>
                  <a:pt x="1713027" y="1200784"/>
                </a:lnTo>
                <a:lnTo>
                  <a:pt x="1715159" y="1202947"/>
                </a:lnTo>
                <a:lnTo>
                  <a:pt x="1717291" y="1205089"/>
                </a:lnTo>
                <a:lnTo>
                  <a:pt x="1719423" y="1207211"/>
                </a:lnTo>
                <a:lnTo>
                  <a:pt x="1721566" y="1209302"/>
                </a:lnTo>
                <a:lnTo>
                  <a:pt x="1723698" y="1211382"/>
                </a:lnTo>
                <a:lnTo>
                  <a:pt x="1725830" y="1213442"/>
                </a:lnTo>
                <a:lnTo>
                  <a:pt x="1727962" y="1215481"/>
                </a:lnTo>
                <a:lnTo>
                  <a:pt x="1730094" y="1217509"/>
                </a:lnTo>
                <a:lnTo>
                  <a:pt x="1732226" y="1219507"/>
                </a:lnTo>
                <a:lnTo>
                  <a:pt x="1734358" y="1221484"/>
                </a:lnTo>
                <a:lnTo>
                  <a:pt x="1736490" y="1223440"/>
                </a:lnTo>
                <a:lnTo>
                  <a:pt x="1738633" y="1225386"/>
                </a:lnTo>
                <a:lnTo>
                  <a:pt x="1740765" y="1227301"/>
                </a:lnTo>
                <a:lnTo>
                  <a:pt x="1742897" y="1229205"/>
                </a:lnTo>
                <a:lnTo>
                  <a:pt x="1745029" y="1231089"/>
                </a:lnTo>
                <a:lnTo>
                  <a:pt x="1747161" y="1232952"/>
                </a:lnTo>
                <a:lnTo>
                  <a:pt x="1749293" y="1234794"/>
                </a:lnTo>
                <a:lnTo>
                  <a:pt x="1751425" y="1236626"/>
                </a:lnTo>
                <a:lnTo>
                  <a:pt x="1753557" y="1238427"/>
                </a:lnTo>
                <a:lnTo>
                  <a:pt x="1755690" y="1240217"/>
                </a:lnTo>
                <a:lnTo>
                  <a:pt x="1757832" y="1241987"/>
                </a:lnTo>
                <a:lnTo>
                  <a:pt x="1759964" y="1243736"/>
                </a:lnTo>
                <a:lnTo>
                  <a:pt x="1762096" y="1245465"/>
                </a:lnTo>
                <a:lnTo>
                  <a:pt x="1764228" y="1247183"/>
                </a:lnTo>
                <a:lnTo>
                  <a:pt x="1766360" y="1248880"/>
                </a:lnTo>
                <a:lnTo>
                  <a:pt x="1768492" y="1250557"/>
                </a:lnTo>
                <a:lnTo>
                  <a:pt x="1770625" y="1252213"/>
                </a:lnTo>
                <a:lnTo>
                  <a:pt x="1772757" y="1253859"/>
                </a:lnTo>
                <a:lnTo>
                  <a:pt x="1774889" y="1255484"/>
                </a:lnTo>
                <a:lnTo>
                  <a:pt x="1777031" y="1257088"/>
                </a:lnTo>
                <a:lnTo>
                  <a:pt x="1779163" y="1258682"/>
                </a:lnTo>
                <a:lnTo>
                  <a:pt x="1781295" y="1260245"/>
                </a:lnTo>
                <a:lnTo>
                  <a:pt x="1783428" y="1261807"/>
                </a:lnTo>
                <a:lnTo>
                  <a:pt x="1785560" y="1263339"/>
                </a:lnTo>
                <a:lnTo>
                  <a:pt x="1787692" y="1264861"/>
                </a:lnTo>
                <a:lnTo>
                  <a:pt x="1789824" y="1266361"/>
                </a:lnTo>
                <a:lnTo>
                  <a:pt x="1791956" y="1267852"/>
                </a:lnTo>
                <a:lnTo>
                  <a:pt x="1794088" y="1269322"/>
                </a:lnTo>
                <a:lnTo>
                  <a:pt x="1796231" y="1270781"/>
                </a:lnTo>
                <a:lnTo>
                  <a:pt x="1798363" y="1272219"/>
                </a:lnTo>
                <a:lnTo>
                  <a:pt x="1800495" y="1273637"/>
                </a:lnTo>
                <a:lnTo>
                  <a:pt x="1802627" y="1275045"/>
                </a:lnTo>
                <a:lnTo>
                  <a:pt x="1804759" y="1276432"/>
                </a:lnTo>
                <a:lnTo>
                  <a:pt x="1806891" y="1277798"/>
                </a:lnTo>
                <a:lnTo>
                  <a:pt x="1809023" y="1279164"/>
                </a:lnTo>
                <a:lnTo>
                  <a:pt x="1811155" y="1280499"/>
                </a:lnTo>
                <a:lnTo>
                  <a:pt x="1813298" y="1281824"/>
                </a:lnTo>
                <a:lnTo>
                  <a:pt x="1815430" y="1283139"/>
                </a:lnTo>
                <a:lnTo>
                  <a:pt x="1817562" y="1284433"/>
                </a:lnTo>
                <a:lnTo>
                  <a:pt x="1819694" y="1285716"/>
                </a:lnTo>
                <a:lnTo>
                  <a:pt x="1821826" y="1286979"/>
                </a:lnTo>
                <a:lnTo>
                  <a:pt x="1823958" y="1288231"/>
                </a:lnTo>
                <a:lnTo>
                  <a:pt x="1826090" y="1289463"/>
                </a:lnTo>
                <a:lnTo>
                  <a:pt x="1828222" y="1290684"/>
                </a:lnTo>
                <a:lnTo>
                  <a:pt x="1830354" y="1291895"/>
                </a:lnTo>
                <a:lnTo>
                  <a:pt x="1832497" y="1293085"/>
                </a:lnTo>
                <a:lnTo>
                  <a:pt x="1834629" y="1294265"/>
                </a:lnTo>
                <a:lnTo>
                  <a:pt x="1836761" y="1295424"/>
                </a:lnTo>
                <a:lnTo>
                  <a:pt x="1838893" y="1296573"/>
                </a:lnTo>
                <a:lnTo>
                  <a:pt x="1841025" y="1297712"/>
                </a:lnTo>
                <a:lnTo>
                  <a:pt x="1843157" y="1298829"/>
                </a:lnTo>
                <a:lnTo>
                  <a:pt x="1845290" y="1299937"/>
                </a:lnTo>
                <a:lnTo>
                  <a:pt x="1847422" y="1301034"/>
                </a:lnTo>
                <a:lnTo>
                  <a:pt x="1849554" y="1302110"/>
                </a:lnTo>
                <a:lnTo>
                  <a:pt x="1851696" y="1303187"/>
                </a:lnTo>
                <a:lnTo>
                  <a:pt x="1853828" y="1304232"/>
                </a:lnTo>
                <a:lnTo>
                  <a:pt x="1855960" y="1305277"/>
                </a:lnTo>
                <a:lnTo>
                  <a:pt x="1858092" y="1306302"/>
                </a:lnTo>
                <a:lnTo>
                  <a:pt x="1860224" y="1307316"/>
                </a:lnTo>
                <a:lnTo>
                  <a:pt x="1862357" y="1308320"/>
                </a:lnTo>
                <a:lnTo>
                  <a:pt x="1864489" y="1309314"/>
                </a:lnTo>
                <a:lnTo>
                  <a:pt x="1866621" y="1310287"/>
                </a:lnTo>
                <a:lnTo>
                  <a:pt x="1868753" y="1311249"/>
                </a:lnTo>
                <a:lnTo>
                  <a:pt x="1870895" y="1312202"/>
                </a:lnTo>
                <a:lnTo>
                  <a:pt x="1873028" y="1313143"/>
                </a:lnTo>
                <a:lnTo>
                  <a:pt x="1875159" y="1314075"/>
                </a:lnTo>
                <a:lnTo>
                  <a:pt x="1877292" y="1314986"/>
                </a:lnTo>
                <a:lnTo>
                  <a:pt x="1879424" y="1315897"/>
                </a:lnTo>
                <a:lnTo>
                  <a:pt x="1881556" y="1316787"/>
                </a:lnTo>
                <a:lnTo>
                  <a:pt x="1883688" y="1317666"/>
                </a:lnTo>
                <a:lnTo>
                  <a:pt x="1885820" y="1318536"/>
                </a:lnTo>
                <a:lnTo>
                  <a:pt x="1887963" y="1319395"/>
                </a:lnTo>
                <a:lnTo>
                  <a:pt x="1890095" y="1320233"/>
                </a:lnTo>
                <a:lnTo>
                  <a:pt x="1892227" y="1321072"/>
                </a:lnTo>
                <a:lnTo>
                  <a:pt x="1894359" y="1321899"/>
                </a:lnTo>
                <a:lnTo>
                  <a:pt x="1896491" y="1322707"/>
                </a:lnTo>
                <a:lnTo>
                  <a:pt x="1898623" y="1323514"/>
                </a:lnTo>
                <a:lnTo>
                  <a:pt x="1900755" y="1324301"/>
                </a:lnTo>
                <a:lnTo>
                  <a:pt x="1902887" y="1325087"/>
                </a:lnTo>
                <a:lnTo>
                  <a:pt x="1905019" y="1325853"/>
                </a:lnTo>
                <a:lnTo>
                  <a:pt x="1907162" y="1326619"/>
                </a:lnTo>
                <a:lnTo>
                  <a:pt x="1909294" y="1327364"/>
                </a:lnTo>
                <a:lnTo>
                  <a:pt x="1911426" y="1328109"/>
                </a:lnTo>
                <a:lnTo>
                  <a:pt x="1913558" y="1328834"/>
                </a:lnTo>
                <a:lnTo>
                  <a:pt x="1915690" y="1329558"/>
                </a:lnTo>
                <a:lnTo>
                  <a:pt x="1917822" y="1330262"/>
                </a:lnTo>
                <a:lnTo>
                  <a:pt x="1919954" y="1330966"/>
                </a:lnTo>
                <a:lnTo>
                  <a:pt x="1922086" y="1331649"/>
                </a:lnTo>
                <a:lnTo>
                  <a:pt x="1924219" y="1332332"/>
                </a:lnTo>
                <a:lnTo>
                  <a:pt x="1926361" y="1333005"/>
                </a:lnTo>
                <a:lnTo>
                  <a:pt x="1928493" y="1333667"/>
                </a:lnTo>
                <a:lnTo>
                  <a:pt x="1930625" y="1334319"/>
                </a:lnTo>
                <a:lnTo>
                  <a:pt x="1932757" y="1334961"/>
                </a:lnTo>
                <a:lnTo>
                  <a:pt x="1934889" y="1335603"/>
                </a:lnTo>
                <a:lnTo>
                  <a:pt x="1937021" y="1336224"/>
                </a:lnTo>
                <a:lnTo>
                  <a:pt x="1939154" y="1336845"/>
                </a:lnTo>
                <a:lnTo>
                  <a:pt x="1941286" y="1337445"/>
                </a:lnTo>
                <a:lnTo>
                  <a:pt x="1943428" y="1338046"/>
                </a:lnTo>
                <a:lnTo>
                  <a:pt x="1945560" y="1338635"/>
                </a:lnTo>
                <a:lnTo>
                  <a:pt x="1947692" y="1339225"/>
                </a:lnTo>
                <a:lnTo>
                  <a:pt x="1949824" y="1339795"/>
                </a:lnTo>
                <a:lnTo>
                  <a:pt x="1951957" y="1340364"/>
                </a:lnTo>
                <a:lnTo>
                  <a:pt x="1954089" y="1340912"/>
                </a:lnTo>
                <a:lnTo>
                  <a:pt x="1956221" y="1341471"/>
                </a:lnTo>
                <a:lnTo>
                  <a:pt x="1958353" y="1342010"/>
                </a:lnTo>
                <a:lnTo>
                  <a:pt x="1960485" y="1342537"/>
                </a:lnTo>
                <a:lnTo>
                  <a:pt x="1962627" y="1343065"/>
                </a:lnTo>
                <a:lnTo>
                  <a:pt x="1964759" y="1343583"/>
                </a:lnTo>
                <a:lnTo>
                  <a:pt x="1966892" y="1344090"/>
                </a:lnTo>
                <a:lnTo>
                  <a:pt x="1969024" y="1344597"/>
                </a:lnTo>
                <a:lnTo>
                  <a:pt x="1971156" y="1345094"/>
                </a:lnTo>
                <a:lnTo>
                  <a:pt x="1973288" y="1345580"/>
                </a:lnTo>
                <a:lnTo>
                  <a:pt x="1975420" y="1346067"/>
                </a:lnTo>
                <a:lnTo>
                  <a:pt x="1977552" y="1346532"/>
                </a:lnTo>
                <a:lnTo>
                  <a:pt x="1979684" y="1346998"/>
                </a:lnTo>
                <a:lnTo>
                  <a:pt x="1981827" y="1347464"/>
                </a:lnTo>
                <a:lnTo>
                  <a:pt x="1983959" y="1347909"/>
                </a:lnTo>
                <a:lnTo>
                  <a:pt x="1986091" y="1348364"/>
                </a:lnTo>
                <a:lnTo>
                  <a:pt x="1988223" y="1348799"/>
                </a:lnTo>
                <a:lnTo>
                  <a:pt x="1990355" y="1349234"/>
                </a:lnTo>
                <a:lnTo>
                  <a:pt x="1992487" y="1349658"/>
                </a:lnTo>
                <a:lnTo>
                  <a:pt x="1994619" y="1350072"/>
                </a:lnTo>
                <a:lnTo>
                  <a:pt x="1996751" y="1350486"/>
                </a:lnTo>
                <a:lnTo>
                  <a:pt x="1998883" y="1350900"/>
                </a:lnTo>
                <a:lnTo>
                  <a:pt x="2001026" y="1351293"/>
                </a:lnTo>
                <a:lnTo>
                  <a:pt x="2003158" y="1351687"/>
                </a:lnTo>
                <a:lnTo>
                  <a:pt x="2005290" y="1352080"/>
                </a:lnTo>
                <a:lnTo>
                  <a:pt x="2007422" y="1352463"/>
                </a:lnTo>
                <a:lnTo>
                  <a:pt x="2009554" y="1352836"/>
                </a:lnTo>
                <a:lnTo>
                  <a:pt x="2011686" y="1353208"/>
                </a:lnTo>
                <a:lnTo>
                  <a:pt x="2013818" y="1353571"/>
                </a:lnTo>
                <a:lnTo>
                  <a:pt x="2015950" y="1353933"/>
                </a:lnTo>
                <a:lnTo>
                  <a:pt x="2018093" y="1354285"/>
                </a:lnTo>
                <a:lnTo>
                  <a:pt x="2020225" y="1354626"/>
                </a:lnTo>
                <a:lnTo>
                  <a:pt x="2022357" y="1354968"/>
                </a:lnTo>
                <a:lnTo>
                  <a:pt x="2024489" y="1355309"/>
                </a:lnTo>
                <a:lnTo>
                  <a:pt x="2026621" y="1355641"/>
                </a:lnTo>
                <a:lnTo>
                  <a:pt x="2028754" y="1355961"/>
                </a:lnTo>
                <a:lnTo>
                  <a:pt x="2030885" y="1356282"/>
                </a:lnTo>
                <a:lnTo>
                  <a:pt x="2033018" y="1356603"/>
                </a:lnTo>
                <a:lnTo>
                  <a:pt x="2035150" y="1356914"/>
                </a:lnTo>
                <a:lnTo>
                  <a:pt x="2037292" y="1357214"/>
                </a:lnTo>
                <a:lnTo>
                  <a:pt x="2039424" y="1357514"/>
                </a:lnTo>
                <a:lnTo>
                  <a:pt x="2041556" y="1357814"/>
                </a:lnTo>
                <a:lnTo>
                  <a:pt x="2043689" y="1358104"/>
                </a:lnTo>
                <a:lnTo>
                  <a:pt x="2045821" y="1358394"/>
                </a:lnTo>
                <a:lnTo>
                  <a:pt x="2047953" y="1358673"/>
                </a:lnTo>
                <a:lnTo>
                  <a:pt x="2050085" y="1358952"/>
                </a:lnTo>
                <a:lnTo>
                  <a:pt x="2052217" y="1359222"/>
                </a:lnTo>
                <a:lnTo>
                  <a:pt x="2054349" y="1359491"/>
                </a:lnTo>
                <a:lnTo>
                  <a:pt x="2056492" y="1359749"/>
                </a:lnTo>
                <a:lnTo>
                  <a:pt x="2058623" y="1360008"/>
                </a:lnTo>
                <a:lnTo>
                  <a:pt x="2060756" y="1360267"/>
                </a:lnTo>
                <a:lnTo>
                  <a:pt x="2062888" y="1360515"/>
                </a:lnTo>
                <a:lnTo>
                  <a:pt x="2065020" y="1360764"/>
                </a:lnTo>
                <a:lnTo>
                  <a:pt x="2067152" y="1361012"/>
                </a:lnTo>
                <a:lnTo>
                  <a:pt x="2069284" y="1361250"/>
                </a:lnTo>
                <a:lnTo>
                  <a:pt x="2071416" y="1361478"/>
                </a:lnTo>
                <a:lnTo>
                  <a:pt x="2073548" y="1361706"/>
                </a:lnTo>
                <a:lnTo>
                  <a:pt x="2075691" y="1361933"/>
                </a:lnTo>
                <a:lnTo>
                  <a:pt x="2077823" y="1362161"/>
                </a:lnTo>
                <a:lnTo>
                  <a:pt x="2079955" y="1362378"/>
                </a:lnTo>
                <a:lnTo>
                  <a:pt x="2082087" y="1362596"/>
                </a:lnTo>
                <a:lnTo>
                  <a:pt x="2084219" y="1362803"/>
                </a:lnTo>
                <a:lnTo>
                  <a:pt x="2086351" y="1363010"/>
                </a:lnTo>
                <a:lnTo>
                  <a:pt x="2088483" y="1363217"/>
                </a:lnTo>
                <a:lnTo>
                  <a:pt x="2090615" y="1363413"/>
                </a:lnTo>
                <a:lnTo>
                  <a:pt x="2092758" y="1363620"/>
                </a:lnTo>
                <a:lnTo>
                  <a:pt x="2094890" y="1363807"/>
                </a:lnTo>
                <a:lnTo>
                  <a:pt x="2097022" y="1364003"/>
                </a:lnTo>
                <a:lnTo>
                  <a:pt x="2099154" y="1364190"/>
                </a:lnTo>
                <a:lnTo>
                  <a:pt x="2101286" y="1364376"/>
                </a:lnTo>
                <a:lnTo>
                  <a:pt x="2103418" y="1364552"/>
                </a:lnTo>
                <a:lnTo>
                  <a:pt x="2105551" y="1364728"/>
                </a:lnTo>
                <a:lnTo>
                  <a:pt x="2107683" y="1364904"/>
                </a:lnTo>
                <a:lnTo>
                  <a:pt x="2109815" y="1365080"/>
                </a:lnTo>
                <a:lnTo>
                  <a:pt x="2111957" y="1365245"/>
                </a:lnTo>
                <a:lnTo>
                  <a:pt x="2114089" y="1365411"/>
                </a:lnTo>
                <a:lnTo>
                  <a:pt x="2116221" y="1365576"/>
                </a:lnTo>
                <a:lnTo>
                  <a:pt x="2118353" y="1365732"/>
                </a:lnTo>
                <a:lnTo>
                  <a:pt x="2120485" y="1365887"/>
                </a:lnTo>
                <a:lnTo>
                  <a:pt x="2122618" y="1366042"/>
                </a:lnTo>
                <a:lnTo>
                  <a:pt x="2124750" y="1366197"/>
                </a:lnTo>
                <a:lnTo>
                  <a:pt x="2126882" y="1366342"/>
                </a:lnTo>
                <a:lnTo>
                  <a:pt x="2129014" y="1366487"/>
                </a:lnTo>
                <a:lnTo>
                  <a:pt x="2131156" y="1366632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817" name="Freeform 2816">
            <a:extLst>
              <a:ext uri="{FF2B5EF4-FFF2-40B4-BE49-F238E27FC236}">
                <a16:creationId xmlns:a16="http://schemas.microsoft.com/office/drawing/2014/main" id="{5E0BFDE8-4CCA-053D-D442-34E76D364783}"/>
              </a:ext>
            </a:extLst>
          </p:cNvPr>
          <p:cNvSpPr/>
          <p:nvPr/>
        </p:nvSpPr>
        <p:spPr>
          <a:xfrm>
            <a:off x="6297775" y="1478534"/>
            <a:ext cx="2131156" cy="1366632"/>
          </a:xfrm>
          <a:custGeom>
            <a:avLst/>
            <a:gdLst>
              <a:gd name="csX0" fmla="*/ 0 w 2131156"/>
              <a:gd name="csY0" fmla="*/ 1354243 h 1366632"/>
              <a:gd name="csX1" fmla="*/ 2133 w 2131156"/>
              <a:gd name="csY1" fmla="*/ 1353891 h 1366632"/>
              <a:gd name="csX2" fmla="*/ 4266 w 2131156"/>
              <a:gd name="csY2" fmla="*/ 1353529 h 1366632"/>
              <a:gd name="csX3" fmla="*/ 6399 w 2131156"/>
              <a:gd name="csY3" fmla="*/ 1353167 h 1366632"/>
              <a:gd name="csX4" fmla="*/ 8533 w 2131156"/>
              <a:gd name="csY4" fmla="*/ 1352794 h 1366632"/>
              <a:gd name="csX5" fmla="*/ 10667 w 2131156"/>
              <a:gd name="csY5" fmla="*/ 1352422 h 1366632"/>
              <a:gd name="csX6" fmla="*/ 12800 w 2131156"/>
              <a:gd name="csY6" fmla="*/ 1352039 h 1366632"/>
              <a:gd name="csX7" fmla="*/ 14933 w 2131156"/>
              <a:gd name="csY7" fmla="*/ 1351645 h 1366632"/>
              <a:gd name="csX8" fmla="*/ 17066 w 2131156"/>
              <a:gd name="csY8" fmla="*/ 1351252 h 1366632"/>
              <a:gd name="csX9" fmla="*/ 19199 w 2131156"/>
              <a:gd name="csY9" fmla="*/ 1350848 h 1366632"/>
              <a:gd name="csX10" fmla="*/ 21332 w 2131156"/>
              <a:gd name="csY10" fmla="*/ 1350445 h 1366632"/>
              <a:gd name="csX11" fmla="*/ 23466 w 2131156"/>
              <a:gd name="csY11" fmla="*/ 1350031 h 1366632"/>
              <a:gd name="csX12" fmla="*/ 25600 w 2131156"/>
              <a:gd name="csY12" fmla="*/ 1349617 h 1366632"/>
              <a:gd name="csX13" fmla="*/ 27733 w 2131156"/>
              <a:gd name="csY13" fmla="*/ 1349182 h 1366632"/>
              <a:gd name="csX14" fmla="*/ 29866 w 2131156"/>
              <a:gd name="csY14" fmla="*/ 1348758 h 1366632"/>
              <a:gd name="csX15" fmla="*/ 31999 w 2131156"/>
              <a:gd name="csY15" fmla="*/ 1348313 h 1366632"/>
              <a:gd name="csX16" fmla="*/ 34132 w 2131156"/>
              <a:gd name="csY16" fmla="*/ 1347868 h 1366632"/>
              <a:gd name="csX17" fmla="*/ 36265 w 2131156"/>
              <a:gd name="csY17" fmla="*/ 1347412 h 1366632"/>
              <a:gd name="csX18" fmla="*/ 38398 w 2131156"/>
              <a:gd name="csY18" fmla="*/ 1346957 h 1366632"/>
              <a:gd name="csX19" fmla="*/ 40533 w 2131156"/>
              <a:gd name="csY19" fmla="*/ 1346491 h 1366632"/>
              <a:gd name="csX20" fmla="*/ 42666 w 2131156"/>
              <a:gd name="csY20" fmla="*/ 1346015 h 1366632"/>
              <a:gd name="csX21" fmla="*/ 44799 w 2131156"/>
              <a:gd name="csY21" fmla="*/ 1345529 h 1366632"/>
              <a:gd name="csX22" fmla="*/ 46932 w 2131156"/>
              <a:gd name="csY22" fmla="*/ 1345042 h 1366632"/>
              <a:gd name="csX23" fmla="*/ 49065 w 2131156"/>
              <a:gd name="csY23" fmla="*/ 1344545 h 1366632"/>
              <a:gd name="csX24" fmla="*/ 51198 w 2131156"/>
              <a:gd name="csY24" fmla="*/ 1344038 h 1366632"/>
              <a:gd name="csX25" fmla="*/ 53333 w 2131156"/>
              <a:gd name="csY25" fmla="*/ 1343531 h 1366632"/>
              <a:gd name="csX26" fmla="*/ 55466 w 2131156"/>
              <a:gd name="csY26" fmla="*/ 1343013 h 1366632"/>
              <a:gd name="csX27" fmla="*/ 57599 w 2131156"/>
              <a:gd name="csY27" fmla="*/ 1342486 h 1366632"/>
              <a:gd name="csX28" fmla="*/ 59732 w 2131156"/>
              <a:gd name="csY28" fmla="*/ 1341947 h 1366632"/>
              <a:gd name="csX29" fmla="*/ 61865 w 2131156"/>
              <a:gd name="csY29" fmla="*/ 1341409 h 1366632"/>
              <a:gd name="csX30" fmla="*/ 63998 w 2131156"/>
              <a:gd name="csY30" fmla="*/ 1340861 h 1366632"/>
              <a:gd name="csX31" fmla="*/ 66131 w 2131156"/>
              <a:gd name="csY31" fmla="*/ 1340302 h 1366632"/>
              <a:gd name="csX32" fmla="*/ 68265 w 2131156"/>
              <a:gd name="csY32" fmla="*/ 1339733 h 1366632"/>
              <a:gd name="csX33" fmla="*/ 70399 w 2131156"/>
              <a:gd name="csY33" fmla="*/ 1339163 h 1366632"/>
              <a:gd name="csX34" fmla="*/ 72532 w 2131156"/>
              <a:gd name="csY34" fmla="*/ 1338573 h 1366632"/>
              <a:gd name="csX35" fmla="*/ 74665 w 2131156"/>
              <a:gd name="csY35" fmla="*/ 1337983 h 1366632"/>
              <a:gd name="csX36" fmla="*/ 76798 w 2131156"/>
              <a:gd name="csY36" fmla="*/ 1337383 h 1366632"/>
              <a:gd name="csX37" fmla="*/ 78931 w 2131156"/>
              <a:gd name="csY37" fmla="*/ 1336772 h 1366632"/>
              <a:gd name="csX38" fmla="*/ 81064 w 2131156"/>
              <a:gd name="csY38" fmla="*/ 1336162 h 1366632"/>
              <a:gd name="csX39" fmla="*/ 83198 w 2131156"/>
              <a:gd name="csY39" fmla="*/ 1335530 h 1366632"/>
              <a:gd name="csX40" fmla="*/ 85332 w 2131156"/>
              <a:gd name="csY40" fmla="*/ 1334899 h 1366632"/>
              <a:gd name="csX41" fmla="*/ 87465 w 2131156"/>
              <a:gd name="csY41" fmla="*/ 1334257 h 1366632"/>
              <a:gd name="csX42" fmla="*/ 89598 w 2131156"/>
              <a:gd name="csY42" fmla="*/ 1333595 h 1366632"/>
              <a:gd name="csX43" fmla="*/ 91731 w 2131156"/>
              <a:gd name="csY43" fmla="*/ 1332933 h 1366632"/>
              <a:gd name="csX44" fmla="*/ 93864 w 2131156"/>
              <a:gd name="csY44" fmla="*/ 1332260 h 1366632"/>
              <a:gd name="csX45" fmla="*/ 95997 w 2131156"/>
              <a:gd name="csY45" fmla="*/ 1331587 h 1366632"/>
              <a:gd name="csX46" fmla="*/ 98131 w 2131156"/>
              <a:gd name="csY46" fmla="*/ 1330894 h 1366632"/>
              <a:gd name="csX47" fmla="*/ 100265 w 2131156"/>
              <a:gd name="csY47" fmla="*/ 1330190 h 1366632"/>
              <a:gd name="csX48" fmla="*/ 102398 w 2131156"/>
              <a:gd name="csY48" fmla="*/ 1329476 h 1366632"/>
              <a:gd name="csX49" fmla="*/ 104531 w 2131156"/>
              <a:gd name="csY49" fmla="*/ 1328761 h 1366632"/>
              <a:gd name="csX50" fmla="*/ 106664 w 2131156"/>
              <a:gd name="csY50" fmla="*/ 1328027 h 1366632"/>
              <a:gd name="csX51" fmla="*/ 108797 w 2131156"/>
              <a:gd name="csY51" fmla="*/ 1327292 h 1366632"/>
              <a:gd name="csX52" fmla="*/ 110930 w 2131156"/>
              <a:gd name="csY52" fmla="*/ 1326536 h 1366632"/>
              <a:gd name="csX53" fmla="*/ 113064 w 2131156"/>
              <a:gd name="csY53" fmla="*/ 1325781 h 1366632"/>
              <a:gd name="csX54" fmla="*/ 115198 w 2131156"/>
              <a:gd name="csY54" fmla="*/ 1325004 h 1366632"/>
              <a:gd name="csX55" fmla="*/ 117331 w 2131156"/>
              <a:gd name="csY55" fmla="*/ 1324218 h 1366632"/>
              <a:gd name="csX56" fmla="*/ 119464 w 2131156"/>
              <a:gd name="csY56" fmla="*/ 1323431 h 1366632"/>
              <a:gd name="csX57" fmla="*/ 121597 w 2131156"/>
              <a:gd name="csY57" fmla="*/ 1322624 h 1366632"/>
              <a:gd name="csX58" fmla="*/ 123730 w 2131156"/>
              <a:gd name="csY58" fmla="*/ 1321817 h 1366632"/>
              <a:gd name="csX59" fmla="*/ 125863 w 2131156"/>
              <a:gd name="csY59" fmla="*/ 1320989 h 1366632"/>
              <a:gd name="csX60" fmla="*/ 127997 w 2131156"/>
              <a:gd name="csY60" fmla="*/ 1320150 h 1366632"/>
              <a:gd name="csX61" fmla="*/ 130131 w 2131156"/>
              <a:gd name="csY61" fmla="*/ 1319302 h 1366632"/>
              <a:gd name="csX62" fmla="*/ 132264 w 2131156"/>
              <a:gd name="csY62" fmla="*/ 1318443 h 1366632"/>
              <a:gd name="csX63" fmla="*/ 134397 w 2131156"/>
              <a:gd name="csY63" fmla="*/ 1317573 h 1366632"/>
              <a:gd name="csX64" fmla="*/ 136530 w 2131156"/>
              <a:gd name="csY64" fmla="*/ 1316693 h 1366632"/>
              <a:gd name="csX65" fmla="*/ 138663 w 2131156"/>
              <a:gd name="csY65" fmla="*/ 1315793 h 1366632"/>
              <a:gd name="csX66" fmla="*/ 140796 w 2131156"/>
              <a:gd name="csY66" fmla="*/ 1314893 h 1366632"/>
              <a:gd name="csX67" fmla="*/ 142930 w 2131156"/>
              <a:gd name="csY67" fmla="*/ 1313971 h 1366632"/>
              <a:gd name="csX68" fmla="*/ 145064 w 2131156"/>
              <a:gd name="csY68" fmla="*/ 1313050 h 1366632"/>
              <a:gd name="csX69" fmla="*/ 147197 w 2131156"/>
              <a:gd name="csY69" fmla="*/ 1312108 h 1366632"/>
              <a:gd name="csX70" fmla="*/ 149330 w 2131156"/>
              <a:gd name="csY70" fmla="*/ 1311156 h 1366632"/>
              <a:gd name="csX71" fmla="*/ 151463 w 2131156"/>
              <a:gd name="csY71" fmla="*/ 1310183 h 1366632"/>
              <a:gd name="csX72" fmla="*/ 153596 w 2131156"/>
              <a:gd name="csY72" fmla="*/ 1309210 h 1366632"/>
              <a:gd name="csX73" fmla="*/ 155730 w 2131156"/>
              <a:gd name="csY73" fmla="*/ 1308217 h 1366632"/>
              <a:gd name="csX74" fmla="*/ 157863 w 2131156"/>
              <a:gd name="csY74" fmla="*/ 1307213 h 1366632"/>
              <a:gd name="csX75" fmla="*/ 159996 w 2131156"/>
              <a:gd name="csY75" fmla="*/ 1306199 h 1366632"/>
              <a:gd name="csX76" fmla="*/ 162130 w 2131156"/>
              <a:gd name="csY76" fmla="*/ 1305164 h 1366632"/>
              <a:gd name="csX77" fmla="*/ 164263 w 2131156"/>
              <a:gd name="csY77" fmla="*/ 1304129 h 1366632"/>
              <a:gd name="csX78" fmla="*/ 166396 w 2131156"/>
              <a:gd name="csY78" fmla="*/ 1303073 h 1366632"/>
              <a:gd name="csX79" fmla="*/ 168529 w 2131156"/>
              <a:gd name="csY79" fmla="*/ 1302007 h 1366632"/>
              <a:gd name="csX80" fmla="*/ 170663 w 2131156"/>
              <a:gd name="csY80" fmla="*/ 1300920 h 1366632"/>
              <a:gd name="csX81" fmla="*/ 172796 w 2131156"/>
              <a:gd name="csY81" fmla="*/ 1299823 h 1366632"/>
              <a:gd name="csX82" fmla="*/ 174929 w 2131156"/>
              <a:gd name="csY82" fmla="*/ 1298716 h 1366632"/>
              <a:gd name="csX83" fmla="*/ 177063 w 2131156"/>
              <a:gd name="csY83" fmla="*/ 1297598 h 1366632"/>
              <a:gd name="csX84" fmla="*/ 179196 w 2131156"/>
              <a:gd name="csY84" fmla="*/ 1296459 h 1366632"/>
              <a:gd name="csX85" fmla="*/ 181329 w 2131156"/>
              <a:gd name="csY85" fmla="*/ 1295310 h 1366632"/>
              <a:gd name="csX86" fmla="*/ 183462 w 2131156"/>
              <a:gd name="csY86" fmla="*/ 1294141 h 1366632"/>
              <a:gd name="csX87" fmla="*/ 185596 w 2131156"/>
              <a:gd name="csY87" fmla="*/ 1292961 h 1366632"/>
              <a:gd name="csX88" fmla="*/ 187729 w 2131156"/>
              <a:gd name="csY88" fmla="*/ 1291771 h 1366632"/>
              <a:gd name="csX89" fmla="*/ 189862 w 2131156"/>
              <a:gd name="csY89" fmla="*/ 1290560 h 1366632"/>
              <a:gd name="csX90" fmla="*/ 191996 w 2131156"/>
              <a:gd name="csY90" fmla="*/ 1289338 h 1366632"/>
              <a:gd name="csX91" fmla="*/ 194129 w 2131156"/>
              <a:gd name="csY91" fmla="*/ 1288096 h 1366632"/>
              <a:gd name="csX92" fmla="*/ 196262 w 2131156"/>
              <a:gd name="csY92" fmla="*/ 1286854 h 1366632"/>
              <a:gd name="csX93" fmla="*/ 198395 w 2131156"/>
              <a:gd name="csY93" fmla="*/ 1285581 h 1366632"/>
              <a:gd name="csX94" fmla="*/ 200529 w 2131156"/>
              <a:gd name="csY94" fmla="*/ 1284298 h 1366632"/>
              <a:gd name="csX95" fmla="*/ 202662 w 2131156"/>
              <a:gd name="csY95" fmla="*/ 1283004 h 1366632"/>
              <a:gd name="csX96" fmla="*/ 204795 w 2131156"/>
              <a:gd name="csY96" fmla="*/ 1281690 h 1366632"/>
              <a:gd name="csX97" fmla="*/ 206929 w 2131156"/>
              <a:gd name="csY97" fmla="*/ 1280365 h 1366632"/>
              <a:gd name="csX98" fmla="*/ 209062 w 2131156"/>
              <a:gd name="csY98" fmla="*/ 1279019 h 1366632"/>
              <a:gd name="csX99" fmla="*/ 211195 w 2131156"/>
              <a:gd name="csY99" fmla="*/ 1277664 h 1366632"/>
              <a:gd name="csX100" fmla="*/ 213328 w 2131156"/>
              <a:gd name="csY100" fmla="*/ 1276287 h 1366632"/>
              <a:gd name="csX101" fmla="*/ 215462 w 2131156"/>
              <a:gd name="csY101" fmla="*/ 1274890 h 1366632"/>
              <a:gd name="csX102" fmla="*/ 217595 w 2131156"/>
              <a:gd name="csY102" fmla="*/ 1273493 h 1366632"/>
              <a:gd name="csX103" fmla="*/ 219728 w 2131156"/>
              <a:gd name="csY103" fmla="*/ 1272064 h 1366632"/>
              <a:gd name="csX104" fmla="*/ 221861 w 2131156"/>
              <a:gd name="csY104" fmla="*/ 1270626 h 1366632"/>
              <a:gd name="csX105" fmla="*/ 223995 w 2131156"/>
              <a:gd name="csY105" fmla="*/ 1269166 h 1366632"/>
              <a:gd name="csX106" fmla="*/ 226128 w 2131156"/>
              <a:gd name="csY106" fmla="*/ 1267697 h 1366632"/>
              <a:gd name="csX107" fmla="*/ 228261 w 2131156"/>
              <a:gd name="csY107" fmla="*/ 1266206 h 1366632"/>
              <a:gd name="csX108" fmla="*/ 230395 w 2131156"/>
              <a:gd name="csY108" fmla="*/ 1264705 h 1366632"/>
              <a:gd name="csX109" fmla="*/ 232528 w 2131156"/>
              <a:gd name="csY109" fmla="*/ 1263184 h 1366632"/>
              <a:gd name="csX110" fmla="*/ 234661 w 2131156"/>
              <a:gd name="csY110" fmla="*/ 1261642 h 1366632"/>
              <a:gd name="csX111" fmla="*/ 236794 w 2131156"/>
              <a:gd name="csY111" fmla="*/ 1260089 h 1366632"/>
              <a:gd name="csX112" fmla="*/ 238928 w 2131156"/>
              <a:gd name="csY112" fmla="*/ 1258516 h 1366632"/>
              <a:gd name="csX113" fmla="*/ 241061 w 2131156"/>
              <a:gd name="csY113" fmla="*/ 1256922 h 1366632"/>
              <a:gd name="csX114" fmla="*/ 243195 w 2131156"/>
              <a:gd name="csY114" fmla="*/ 1255308 h 1366632"/>
              <a:gd name="csX115" fmla="*/ 245328 w 2131156"/>
              <a:gd name="csY115" fmla="*/ 1253683 h 1366632"/>
              <a:gd name="csX116" fmla="*/ 247461 w 2131156"/>
              <a:gd name="csY116" fmla="*/ 1252037 h 1366632"/>
              <a:gd name="csX117" fmla="*/ 249594 w 2131156"/>
              <a:gd name="csY117" fmla="*/ 1250381 h 1366632"/>
              <a:gd name="csX118" fmla="*/ 251727 w 2131156"/>
              <a:gd name="csY118" fmla="*/ 1248704 h 1366632"/>
              <a:gd name="csX119" fmla="*/ 253861 w 2131156"/>
              <a:gd name="csY119" fmla="*/ 1247007 h 1366632"/>
              <a:gd name="csX120" fmla="*/ 255994 w 2131156"/>
              <a:gd name="csY120" fmla="*/ 1245289 h 1366632"/>
              <a:gd name="csX121" fmla="*/ 258128 w 2131156"/>
              <a:gd name="csY121" fmla="*/ 1243550 h 1366632"/>
              <a:gd name="csX122" fmla="*/ 260261 w 2131156"/>
              <a:gd name="csY122" fmla="*/ 1241801 h 1366632"/>
              <a:gd name="csX123" fmla="*/ 262394 w 2131156"/>
              <a:gd name="csY123" fmla="*/ 1240031 h 1366632"/>
              <a:gd name="csX124" fmla="*/ 264527 w 2131156"/>
              <a:gd name="csY124" fmla="*/ 1238240 h 1366632"/>
              <a:gd name="csX125" fmla="*/ 266660 w 2131156"/>
              <a:gd name="csY125" fmla="*/ 1236429 h 1366632"/>
              <a:gd name="csX126" fmla="*/ 268794 w 2131156"/>
              <a:gd name="csY126" fmla="*/ 1234608 h 1366632"/>
              <a:gd name="csX127" fmla="*/ 270927 w 2131156"/>
              <a:gd name="csY127" fmla="*/ 1232755 h 1366632"/>
              <a:gd name="csX128" fmla="*/ 273061 w 2131156"/>
              <a:gd name="csY128" fmla="*/ 1230892 h 1366632"/>
              <a:gd name="csX129" fmla="*/ 275194 w 2131156"/>
              <a:gd name="csY129" fmla="*/ 1229008 h 1366632"/>
              <a:gd name="csX130" fmla="*/ 277327 w 2131156"/>
              <a:gd name="csY130" fmla="*/ 1227104 h 1366632"/>
              <a:gd name="csX131" fmla="*/ 279460 w 2131156"/>
              <a:gd name="csY131" fmla="*/ 1225179 h 1366632"/>
              <a:gd name="csX132" fmla="*/ 281593 w 2131156"/>
              <a:gd name="csY132" fmla="*/ 1223243 h 1366632"/>
              <a:gd name="csX133" fmla="*/ 283727 w 2131156"/>
              <a:gd name="csY133" fmla="*/ 1221277 h 1366632"/>
              <a:gd name="csX134" fmla="*/ 285860 w 2131156"/>
              <a:gd name="csY134" fmla="*/ 1219300 h 1366632"/>
              <a:gd name="csX135" fmla="*/ 287994 w 2131156"/>
              <a:gd name="csY135" fmla="*/ 1217292 h 1366632"/>
              <a:gd name="csX136" fmla="*/ 290127 w 2131156"/>
              <a:gd name="csY136" fmla="*/ 1215274 h 1366632"/>
              <a:gd name="csX137" fmla="*/ 292260 w 2131156"/>
              <a:gd name="csY137" fmla="*/ 1213235 h 1366632"/>
              <a:gd name="csX138" fmla="*/ 294393 w 2131156"/>
              <a:gd name="csY138" fmla="*/ 1211165 h 1366632"/>
              <a:gd name="csX139" fmla="*/ 296526 w 2131156"/>
              <a:gd name="csY139" fmla="*/ 1209085 h 1366632"/>
              <a:gd name="csX140" fmla="*/ 298660 w 2131156"/>
              <a:gd name="csY140" fmla="*/ 1206984 h 1366632"/>
              <a:gd name="csX141" fmla="*/ 300793 w 2131156"/>
              <a:gd name="csY141" fmla="*/ 1204862 h 1366632"/>
              <a:gd name="csX142" fmla="*/ 302927 w 2131156"/>
              <a:gd name="csY142" fmla="*/ 1202719 h 1366632"/>
              <a:gd name="csX143" fmla="*/ 305060 w 2131156"/>
              <a:gd name="csY143" fmla="*/ 1200556 h 1366632"/>
              <a:gd name="csX144" fmla="*/ 307193 w 2131156"/>
              <a:gd name="csY144" fmla="*/ 1198372 h 1366632"/>
              <a:gd name="csX145" fmla="*/ 309326 w 2131156"/>
              <a:gd name="csY145" fmla="*/ 1196168 h 1366632"/>
              <a:gd name="csX146" fmla="*/ 311459 w 2131156"/>
              <a:gd name="csY146" fmla="*/ 1193942 h 1366632"/>
              <a:gd name="csX147" fmla="*/ 313592 w 2131156"/>
              <a:gd name="csY147" fmla="*/ 1191697 h 1366632"/>
              <a:gd name="csX148" fmla="*/ 315726 w 2131156"/>
              <a:gd name="csY148" fmla="*/ 1189430 h 1366632"/>
              <a:gd name="csX149" fmla="*/ 317860 w 2131156"/>
              <a:gd name="csY149" fmla="*/ 1187132 h 1366632"/>
              <a:gd name="csX150" fmla="*/ 319993 w 2131156"/>
              <a:gd name="csY150" fmla="*/ 1184824 h 1366632"/>
              <a:gd name="csX151" fmla="*/ 322126 w 2131156"/>
              <a:gd name="csY151" fmla="*/ 1182495 h 1366632"/>
              <a:gd name="csX152" fmla="*/ 324259 w 2131156"/>
              <a:gd name="csY152" fmla="*/ 1180146 h 1366632"/>
              <a:gd name="csX153" fmla="*/ 326392 w 2131156"/>
              <a:gd name="csY153" fmla="*/ 1177766 h 1366632"/>
              <a:gd name="csX154" fmla="*/ 328525 w 2131156"/>
              <a:gd name="csY154" fmla="*/ 1175375 h 1366632"/>
              <a:gd name="csX155" fmla="*/ 330660 w 2131156"/>
              <a:gd name="csY155" fmla="*/ 1172953 h 1366632"/>
              <a:gd name="csX156" fmla="*/ 332793 w 2131156"/>
              <a:gd name="csY156" fmla="*/ 1170510 h 1366632"/>
              <a:gd name="csX157" fmla="*/ 334926 w 2131156"/>
              <a:gd name="csY157" fmla="*/ 1168047 h 1366632"/>
              <a:gd name="csX158" fmla="*/ 337059 w 2131156"/>
              <a:gd name="csY158" fmla="*/ 1165563 h 1366632"/>
              <a:gd name="csX159" fmla="*/ 339192 w 2131156"/>
              <a:gd name="csY159" fmla="*/ 1163058 h 1366632"/>
              <a:gd name="csX160" fmla="*/ 341325 w 2131156"/>
              <a:gd name="csY160" fmla="*/ 1160533 h 1366632"/>
              <a:gd name="csX161" fmla="*/ 343458 w 2131156"/>
              <a:gd name="csY161" fmla="*/ 1157987 h 1366632"/>
              <a:gd name="csX162" fmla="*/ 345593 w 2131156"/>
              <a:gd name="csY162" fmla="*/ 1155409 h 1366632"/>
              <a:gd name="csX163" fmla="*/ 347726 w 2131156"/>
              <a:gd name="csY163" fmla="*/ 1152822 h 1366632"/>
              <a:gd name="csX164" fmla="*/ 349859 w 2131156"/>
              <a:gd name="csY164" fmla="*/ 1150204 h 1366632"/>
              <a:gd name="csX165" fmla="*/ 351992 w 2131156"/>
              <a:gd name="csY165" fmla="*/ 1147564 h 1366632"/>
              <a:gd name="csX166" fmla="*/ 354125 w 2131156"/>
              <a:gd name="csY166" fmla="*/ 1144904 h 1366632"/>
              <a:gd name="csX167" fmla="*/ 356258 w 2131156"/>
              <a:gd name="csY167" fmla="*/ 1142224 h 1366632"/>
              <a:gd name="csX168" fmla="*/ 358391 w 2131156"/>
              <a:gd name="csY168" fmla="*/ 1139512 h 1366632"/>
              <a:gd name="csX169" fmla="*/ 360526 w 2131156"/>
              <a:gd name="csY169" fmla="*/ 1136779 h 1366632"/>
              <a:gd name="csX170" fmla="*/ 362659 w 2131156"/>
              <a:gd name="csY170" fmla="*/ 1134037 h 1366632"/>
              <a:gd name="csX171" fmla="*/ 364792 w 2131156"/>
              <a:gd name="csY171" fmla="*/ 1131263 h 1366632"/>
              <a:gd name="csX172" fmla="*/ 366925 w 2131156"/>
              <a:gd name="csY172" fmla="*/ 1128458 h 1366632"/>
              <a:gd name="csX173" fmla="*/ 369058 w 2131156"/>
              <a:gd name="csY173" fmla="*/ 1125643 h 1366632"/>
              <a:gd name="csX174" fmla="*/ 371191 w 2131156"/>
              <a:gd name="csY174" fmla="*/ 1122797 h 1366632"/>
              <a:gd name="csX175" fmla="*/ 373324 w 2131156"/>
              <a:gd name="csY175" fmla="*/ 1119930 h 1366632"/>
              <a:gd name="csX176" fmla="*/ 375459 w 2131156"/>
              <a:gd name="csY176" fmla="*/ 1117042 h 1366632"/>
              <a:gd name="csX177" fmla="*/ 377592 w 2131156"/>
              <a:gd name="csY177" fmla="*/ 1114134 h 1366632"/>
              <a:gd name="csX178" fmla="*/ 379725 w 2131156"/>
              <a:gd name="csY178" fmla="*/ 1111194 h 1366632"/>
              <a:gd name="csX179" fmla="*/ 381858 w 2131156"/>
              <a:gd name="csY179" fmla="*/ 1108245 h 1366632"/>
              <a:gd name="csX180" fmla="*/ 383991 w 2131156"/>
              <a:gd name="csY180" fmla="*/ 1105264 h 1366632"/>
              <a:gd name="csX181" fmla="*/ 386124 w 2131156"/>
              <a:gd name="csY181" fmla="*/ 1102252 h 1366632"/>
              <a:gd name="csX182" fmla="*/ 388257 w 2131156"/>
              <a:gd name="csY182" fmla="*/ 1099230 h 1366632"/>
              <a:gd name="csX183" fmla="*/ 390392 w 2131156"/>
              <a:gd name="csY183" fmla="*/ 1096176 h 1366632"/>
              <a:gd name="csX184" fmla="*/ 392525 w 2131156"/>
              <a:gd name="csY184" fmla="*/ 1093103 h 1366632"/>
              <a:gd name="csX185" fmla="*/ 394658 w 2131156"/>
              <a:gd name="csY185" fmla="*/ 1090008 h 1366632"/>
              <a:gd name="csX186" fmla="*/ 396791 w 2131156"/>
              <a:gd name="csY186" fmla="*/ 1086893 h 1366632"/>
              <a:gd name="csX187" fmla="*/ 398924 w 2131156"/>
              <a:gd name="csY187" fmla="*/ 1083746 h 1366632"/>
              <a:gd name="csX188" fmla="*/ 401057 w 2131156"/>
              <a:gd name="csY188" fmla="*/ 1080579 h 1366632"/>
              <a:gd name="csX189" fmla="*/ 403190 w 2131156"/>
              <a:gd name="csY189" fmla="*/ 1077391 h 1366632"/>
              <a:gd name="csX190" fmla="*/ 405324 w 2131156"/>
              <a:gd name="csY190" fmla="*/ 1074172 h 1366632"/>
              <a:gd name="csX191" fmla="*/ 407458 w 2131156"/>
              <a:gd name="csY191" fmla="*/ 1070943 h 1366632"/>
              <a:gd name="csX192" fmla="*/ 409591 w 2131156"/>
              <a:gd name="csY192" fmla="*/ 1067683 h 1366632"/>
              <a:gd name="csX193" fmla="*/ 411724 w 2131156"/>
              <a:gd name="csY193" fmla="*/ 1064392 h 1366632"/>
              <a:gd name="csX194" fmla="*/ 413857 w 2131156"/>
              <a:gd name="csY194" fmla="*/ 1061090 h 1366632"/>
              <a:gd name="csX195" fmla="*/ 415990 w 2131156"/>
              <a:gd name="csY195" fmla="*/ 1057757 h 1366632"/>
              <a:gd name="csX196" fmla="*/ 418124 w 2131156"/>
              <a:gd name="csY196" fmla="*/ 1054404 h 1366632"/>
              <a:gd name="csX197" fmla="*/ 420257 w 2131156"/>
              <a:gd name="csY197" fmla="*/ 1051030 h 1366632"/>
              <a:gd name="csX198" fmla="*/ 422391 w 2131156"/>
              <a:gd name="csY198" fmla="*/ 1047635 h 1366632"/>
              <a:gd name="csX199" fmla="*/ 424524 w 2131156"/>
              <a:gd name="csY199" fmla="*/ 1044209 h 1366632"/>
              <a:gd name="csX200" fmla="*/ 426657 w 2131156"/>
              <a:gd name="csY200" fmla="*/ 1040763 h 1366632"/>
              <a:gd name="csX201" fmla="*/ 428790 w 2131156"/>
              <a:gd name="csY201" fmla="*/ 1037295 h 1366632"/>
              <a:gd name="csX202" fmla="*/ 430923 w 2131156"/>
              <a:gd name="csY202" fmla="*/ 1033797 h 1366632"/>
              <a:gd name="csX203" fmla="*/ 433057 w 2131156"/>
              <a:gd name="csY203" fmla="*/ 1030288 h 1366632"/>
              <a:gd name="csX204" fmla="*/ 435190 w 2131156"/>
              <a:gd name="csY204" fmla="*/ 1026749 h 1366632"/>
              <a:gd name="csX205" fmla="*/ 437324 w 2131156"/>
              <a:gd name="csY205" fmla="*/ 1023178 h 1366632"/>
              <a:gd name="csX206" fmla="*/ 439457 w 2131156"/>
              <a:gd name="csY206" fmla="*/ 1019597 h 1366632"/>
              <a:gd name="csX207" fmla="*/ 441590 w 2131156"/>
              <a:gd name="csY207" fmla="*/ 1015985 h 1366632"/>
              <a:gd name="csX208" fmla="*/ 443723 w 2131156"/>
              <a:gd name="csY208" fmla="*/ 1012362 h 1366632"/>
              <a:gd name="csX209" fmla="*/ 445856 w 2131156"/>
              <a:gd name="csY209" fmla="*/ 1008709 h 1366632"/>
              <a:gd name="csX210" fmla="*/ 447990 w 2131156"/>
              <a:gd name="csY210" fmla="*/ 1005024 h 1366632"/>
              <a:gd name="csX211" fmla="*/ 450123 w 2131156"/>
              <a:gd name="csY211" fmla="*/ 1001329 h 1366632"/>
              <a:gd name="csX212" fmla="*/ 452257 w 2131156"/>
              <a:gd name="csY212" fmla="*/ 997603 h 1366632"/>
              <a:gd name="csX213" fmla="*/ 454390 w 2131156"/>
              <a:gd name="csY213" fmla="*/ 993856 h 1366632"/>
              <a:gd name="csX214" fmla="*/ 456523 w 2131156"/>
              <a:gd name="csY214" fmla="*/ 990089 h 1366632"/>
              <a:gd name="csX215" fmla="*/ 458656 w 2131156"/>
              <a:gd name="csY215" fmla="*/ 986301 h 1366632"/>
              <a:gd name="csX216" fmla="*/ 460789 w 2131156"/>
              <a:gd name="csY216" fmla="*/ 982485 h 1366632"/>
              <a:gd name="csX217" fmla="*/ 462923 w 2131156"/>
              <a:gd name="csY217" fmla="*/ 978649 h 1366632"/>
              <a:gd name="csX218" fmla="*/ 465056 w 2131156"/>
              <a:gd name="csY218" fmla="*/ 974791 h 1366632"/>
              <a:gd name="csX219" fmla="*/ 467190 w 2131156"/>
              <a:gd name="csY219" fmla="*/ 970909 h 1366632"/>
              <a:gd name="csX220" fmla="*/ 469323 w 2131156"/>
              <a:gd name="csY220" fmla="*/ 967006 h 1366632"/>
              <a:gd name="csX221" fmla="*/ 471456 w 2131156"/>
              <a:gd name="csY221" fmla="*/ 963081 h 1366632"/>
              <a:gd name="csX222" fmla="*/ 473589 w 2131156"/>
              <a:gd name="csY222" fmla="*/ 959133 h 1366632"/>
              <a:gd name="csX223" fmla="*/ 475722 w 2131156"/>
              <a:gd name="csY223" fmla="*/ 955164 h 1366632"/>
              <a:gd name="csX224" fmla="*/ 477856 w 2131156"/>
              <a:gd name="csY224" fmla="*/ 951173 h 1366632"/>
              <a:gd name="csX225" fmla="*/ 479989 w 2131156"/>
              <a:gd name="csY225" fmla="*/ 947159 h 1366632"/>
              <a:gd name="csX226" fmla="*/ 482122 w 2131156"/>
              <a:gd name="csY226" fmla="*/ 943125 h 1366632"/>
              <a:gd name="csX227" fmla="*/ 484256 w 2131156"/>
              <a:gd name="csY227" fmla="*/ 939068 h 1366632"/>
              <a:gd name="csX228" fmla="*/ 486389 w 2131156"/>
              <a:gd name="csY228" fmla="*/ 934990 h 1366632"/>
              <a:gd name="csX229" fmla="*/ 488522 w 2131156"/>
              <a:gd name="csY229" fmla="*/ 930890 h 1366632"/>
              <a:gd name="csX230" fmla="*/ 490655 w 2131156"/>
              <a:gd name="csY230" fmla="*/ 926770 h 1366632"/>
              <a:gd name="csX231" fmla="*/ 492789 w 2131156"/>
              <a:gd name="csY231" fmla="*/ 922628 h 1366632"/>
              <a:gd name="csX232" fmla="*/ 494922 w 2131156"/>
              <a:gd name="csY232" fmla="*/ 918464 h 1366632"/>
              <a:gd name="csX233" fmla="*/ 497056 w 2131156"/>
              <a:gd name="csY233" fmla="*/ 914280 h 1366632"/>
              <a:gd name="csX234" fmla="*/ 499189 w 2131156"/>
              <a:gd name="csY234" fmla="*/ 910075 h 1366632"/>
              <a:gd name="csX235" fmla="*/ 501322 w 2131156"/>
              <a:gd name="csY235" fmla="*/ 905850 h 1366632"/>
              <a:gd name="csX236" fmla="*/ 503455 w 2131156"/>
              <a:gd name="csY236" fmla="*/ 901604 h 1366632"/>
              <a:gd name="csX237" fmla="*/ 505588 w 2131156"/>
              <a:gd name="csY237" fmla="*/ 897338 h 1366632"/>
              <a:gd name="csX238" fmla="*/ 507722 w 2131156"/>
              <a:gd name="csY238" fmla="*/ 893051 h 1366632"/>
              <a:gd name="csX239" fmla="*/ 509855 w 2131156"/>
              <a:gd name="csY239" fmla="*/ 888744 h 1366632"/>
              <a:gd name="csX240" fmla="*/ 511988 w 2131156"/>
              <a:gd name="csY240" fmla="*/ 884418 h 1366632"/>
              <a:gd name="csX241" fmla="*/ 514122 w 2131156"/>
              <a:gd name="csY241" fmla="*/ 880071 h 1366632"/>
              <a:gd name="csX242" fmla="*/ 516255 w 2131156"/>
              <a:gd name="csY242" fmla="*/ 875705 h 1366632"/>
              <a:gd name="csX243" fmla="*/ 518388 w 2131156"/>
              <a:gd name="csY243" fmla="*/ 871319 h 1366632"/>
              <a:gd name="csX244" fmla="*/ 520522 w 2131156"/>
              <a:gd name="csY244" fmla="*/ 866914 h 1366632"/>
              <a:gd name="csX245" fmla="*/ 522655 w 2131156"/>
              <a:gd name="csY245" fmla="*/ 862489 h 1366632"/>
              <a:gd name="csX246" fmla="*/ 524788 w 2131156"/>
              <a:gd name="csY246" fmla="*/ 858046 h 1366632"/>
              <a:gd name="csX247" fmla="*/ 526921 w 2131156"/>
              <a:gd name="csY247" fmla="*/ 853584 h 1366632"/>
              <a:gd name="csX248" fmla="*/ 529055 w 2131156"/>
              <a:gd name="csY248" fmla="*/ 849104 h 1366632"/>
              <a:gd name="csX249" fmla="*/ 531188 w 2131156"/>
              <a:gd name="csY249" fmla="*/ 844604 h 1366632"/>
              <a:gd name="csX250" fmla="*/ 533321 w 2131156"/>
              <a:gd name="csY250" fmla="*/ 840087 h 1366632"/>
              <a:gd name="csX251" fmla="*/ 535455 w 2131156"/>
              <a:gd name="csY251" fmla="*/ 835551 h 1366632"/>
              <a:gd name="csX252" fmla="*/ 537588 w 2131156"/>
              <a:gd name="csY252" fmla="*/ 830997 h 1366632"/>
              <a:gd name="csX253" fmla="*/ 539721 w 2131156"/>
              <a:gd name="csY253" fmla="*/ 826427 h 1366632"/>
              <a:gd name="csX254" fmla="*/ 541854 w 2131156"/>
              <a:gd name="csY254" fmla="*/ 821837 h 1366632"/>
              <a:gd name="csX255" fmla="*/ 543988 w 2131156"/>
              <a:gd name="csY255" fmla="*/ 817232 h 1366632"/>
              <a:gd name="csX256" fmla="*/ 546121 w 2131156"/>
              <a:gd name="csY256" fmla="*/ 812608 h 1366632"/>
              <a:gd name="csX257" fmla="*/ 548254 w 2131156"/>
              <a:gd name="csY257" fmla="*/ 807968 h 1366632"/>
              <a:gd name="csX258" fmla="*/ 550388 w 2131156"/>
              <a:gd name="csY258" fmla="*/ 803312 h 1366632"/>
              <a:gd name="csX259" fmla="*/ 552521 w 2131156"/>
              <a:gd name="csY259" fmla="*/ 798639 h 1366632"/>
              <a:gd name="csX260" fmla="*/ 554654 w 2131156"/>
              <a:gd name="csY260" fmla="*/ 793949 h 1366632"/>
              <a:gd name="csX261" fmla="*/ 556787 w 2131156"/>
              <a:gd name="csY261" fmla="*/ 789244 h 1366632"/>
              <a:gd name="csX262" fmla="*/ 558920 w 2131156"/>
              <a:gd name="csY262" fmla="*/ 784524 h 1366632"/>
              <a:gd name="csX263" fmla="*/ 561054 w 2131156"/>
              <a:gd name="csY263" fmla="*/ 779786 h 1366632"/>
              <a:gd name="csX264" fmla="*/ 563187 w 2131156"/>
              <a:gd name="csY264" fmla="*/ 775035 h 1366632"/>
              <a:gd name="csX265" fmla="*/ 565321 w 2131156"/>
              <a:gd name="csY265" fmla="*/ 770268 h 1366632"/>
              <a:gd name="csX266" fmla="*/ 567454 w 2131156"/>
              <a:gd name="csY266" fmla="*/ 765486 h 1366632"/>
              <a:gd name="csX267" fmla="*/ 569587 w 2131156"/>
              <a:gd name="csY267" fmla="*/ 760690 h 1366632"/>
              <a:gd name="csX268" fmla="*/ 571720 w 2131156"/>
              <a:gd name="csY268" fmla="*/ 755879 h 1366632"/>
              <a:gd name="csX269" fmla="*/ 573854 w 2131156"/>
              <a:gd name="csY269" fmla="*/ 751055 h 1366632"/>
              <a:gd name="csX270" fmla="*/ 575987 w 2131156"/>
              <a:gd name="csY270" fmla="*/ 746216 h 1366632"/>
              <a:gd name="csX271" fmla="*/ 578120 w 2131156"/>
              <a:gd name="csY271" fmla="*/ 741364 h 1366632"/>
              <a:gd name="csX272" fmla="*/ 580254 w 2131156"/>
              <a:gd name="csY272" fmla="*/ 736499 h 1366632"/>
              <a:gd name="csX273" fmla="*/ 582387 w 2131156"/>
              <a:gd name="csY273" fmla="*/ 731621 h 1366632"/>
              <a:gd name="csX274" fmla="*/ 584520 w 2131156"/>
              <a:gd name="csY274" fmla="*/ 726729 h 1366632"/>
              <a:gd name="csX275" fmla="*/ 586653 w 2131156"/>
              <a:gd name="csY275" fmla="*/ 721825 h 1366632"/>
              <a:gd name="csX276" fmla="*/ 588786 w 2131156"/>
              <a:gd name="csY276" fmla="*/ 716910 h 1366632"/>
              <a:gd name="csX277" fmla="*/ 590920 w 2131156"/>
              <a:gd name="csY277" fmla="*/ 711983 h 1366632"/>
              <a:gd name="csX278" fmla="*/ 593053 w 2131156"/>
              <a:gd name="csY278" fmla="*/ 707044 h 1366632"/>
              <a:gd name="csX279" fmla="*/ 595187 w 2131156"/>
              <a:gd name="csY279" fmla="*/ 702093 h 1366632"/>
              <a:gd name="csX280" fmla="*/ 597320 w 2131156"/>
              <a:gd name="csY280" fmla="*/ 697131 h 1366632"/>
              <a:gd name="csX281" fmla="*/ 599453 w 2131156"/>
              <a:gd name="csY281" fmla="*/ 692159 h 1366632"/>
              <a:gd name="csX282" fmla="*/ 601586 w 2131156"/>
              <a:gd name="csY282" fmla="*/ 687177 h 1366632"/>
              <a:gd name="csX283" fmla="*/ 603719 w 2131156"/>
              <a:gd name="csY283" fmla="*/ 682184 h 1366632"/>
              <a:gd name="csX284" fmla="*/ 605853 w 2131156"/>
              <a:gd name="csY284" fmla="*/ 677182 h 1366632"/>
              <a:gd name="csX285" fmla="*/ 607987 w 2131156"/>
              <a:gd name="csY285" fmla="*/ 672169 h 1366632"/>
              <a:gd name="csX286" fmla="*/ 610120 w 2131156"/>
              <a:gd name="csY286" fmla="*/ 667149 h 1366632"/>
              <a:gd name="csX287" fmla="*/ 612253 w 2131156"/>
              <a:gd name="csY287" fmla="*/ 662118 h 1366632"/>
              <a:gd name="csX288" fmla="*/ 614386 w 2131156"/>
              <a:gd name="csY288" fmla="*/ 657080 h 1366632"/>
              <a:gd name="csX289" fmla="*/ 616519 w 2131156"/>
              <a:gd name="csY289" fmla="*/ 652032 h 1366632"/>
              <a:gd name="csX290" fmla="*/ 618652 w 2131156"/>
              <a:gd name="csY290" fmla="*/ 646978 h 1366632"/>
              <a:gd name="csX291" fmla="*/ 620786 w 2131156"/>
              <a:gd name="csY291" fmla="*/ 641916 h 1366632"/>
              <a:gd name="csX292" fmla="*/ 622920 w 2131156"/>
              <a:gd name="csY292" fmla="*/ 636847 h 1366632"/>
              <a:gd name="csX293" fmla="*/ 625053 w 2131156"/>
              <a:gd name="csY293" fmla="*/ 631770 h 1366632"/>
              <a:gd name="csX294" fmla="*/ 627186 w 2131156"/>
              <a:gd name="csY294" fmla="*/ 626687 h 1366632"/>
              <a:gd name="csX295" fmla="*/ 629319 w 2131156"/>
              <a:gd name="csY295" fmla="*/ 621598 h 1366632"/>
              <a:gd name="csX296" fmla="*/ 631452 w 2131156"/>
              <a:gd name="csY296" fmla="*/ 616503 h 1366632"/>
              <a:gd name="csX297" fmla="*/ 633585 w 2131156"/>
              <a:gd name="csY297" fmla="*/ 611402 h 1366632"/>
              <a:gd name="csX298" fmla="*/ 635719 w 2131156"/>
              <a:gd name="csY298" fmla="*/ 606297 h 1366632"/>
              <a:gd name="csX299" fmla="*/ 637853 w 2131156"/>
              <a:gd name="csY299" fmla="*/ 601186 h 1366632"/>
              <a:gd name="csX300" fmla="*/ 639986 w 2131156"/>
              <a:gd name="csY300" fmla="*/ 596071 h 1366632"/>
              <a:gd name="csX301" fmla="*/ 642119 w 2131156"/>
              <a:gd name="csY301" fmla="*/ 590953 h 1366632"/>
              <a:gd name="csX302" fmla="*/ 644252 w 2131156"/>
              <a:gd name="csY302" fmla="*/ 585830 h 1366632"/>
              <a:gd name="csX303" fmla="*/ 646385 w 2131156"/>
              <a:gd name="csY303" fmla="*/ 580703 h 1366632"/>
              <a:gd name="csX304" fmla="*/ 648518 w 2131156"/>
              <a:gd name="csY304" fmla="*/ 575575 h 1366632"/>
              <a:gd name="csX305" fmla="*/ 650652 w 2131156"/>
              <a:gd name="csY305" fmla="*/ 570443 h 1366632"/>
              <a:gd name="csX306" fmla="*/ 652786 w 2131156"/>
              <a:gd name="csY306" fmla="*/ 565309 h 1366632"/>
              <a:gd name="csX307" fmla="*/ 654919 w 2131156"/>
              <a:gd name="csY307" fmla="*/ 560173 h 1366632"/>
              <a:gd name="csX308" fmla="*/ 657052 w 2131156"/>
              <a:gd name="csY308" fmla="*/ 555036 h 1366632"/>
              <a:gd name="csX309" fmla="*/ 659185 w 2131156"/>
              <a:gd name="csY309" fmla="*/ 549898 h 1366632"/>
              <a:gd name="csX310" fmla="*/ 661318 w 2131156"/>
              <a:gd name="csY310" fmla="*/ 544759 h 1366632"/>
              <a:gd name="csX311" fmla="*/ 663451 w 2131156"/>
              <a:gd name="csY311" fmla="*/ 539619 h 1366632"/>
              <a:gd name="csX312" fmla="*/ 665584 w 2131156"/>
              <a:gd name="csY312" fmla="*/ 534480 h 1366632"/>
              <a:gd name="csX313" fmla="*/ 667719 w 2131156"/>
              <a:gd name="csY313" fmla="*/ 529341 h 1366632"/>
              <a:gd name="csX314" fmla="*/ 669852 w 2131156"/>
              <a:gd name="csY314" fmla="*/ 524204 h 1366632"/>
              <a:gd name="csX315" fmla="*/ 671985 w 2131156"/>
              <a:gd name="csY315" fmla="*/ 519067 h 1366632"/>
              <a:gd name="csX316" fmla="*/ 674118 w 2131156"/>
              <a:gd name="csY316" fmla="*/ 513931 h 1366632"/>
              <a:gd name="csX317" fmla="*/ 676251 w 2131156"/>
              <a:gd name="csY317" fmla="*/ 508799 h 1366632"/>
              <a:gd name="csX318" fmla="*/ 678384 w 2131156"/>
              <a:gd name="csY318" fmla="*/ 503668 h 1366632"/>
              <a:gd name="csX319" fmla="*/ 680517 w 2131156"/>
              <a:gd name="csY319" fmla="*/ 498541 h 1366632"/>
              <a:gd name="csX320" fmla="*/ 682652 w 2131156"/>
              <a:gd name="csY320" fmla="*/ 493416 h 1366632"/>
              <a:gd name="csX321" fmla="*/ 684785 w 2131156"/>
              <a:gd name="csY321" fmla="*/ 488295 h 1366632"/>
              <a:gd name="csX322" fmla="*/ 686918 w 2131156"/>
              <a:gd name="csY322" fmla="*/ 483178 h 1366632"/>
              <a:gd name="csX323" fmla="*/ 689051 w 2131156"/>
              <a:gd name="csY323" fmla="*/ 478067 h 1366632"/>
              <a:gd name="csX324" fmla="*/ 691184 w 2131156"/>
              <a:gd name="csY324" fmla="*/ 472960 h 1366632"/>
              <a:gd name="csX325" fmla="*/ 693317 w 2131156"/>
              <a:gd name="csY325" fmla="*/ 467857 h 1366632"/>
              <a:gd name="csX326" fmla="*/ 695451 w 2131156"/>
              <a:gd name="csY326" fmla="*/ 462762 h 1366632"/>
              <a:gd name="csX327" fmla="*/ 697585 w 2131156"/>
              <a:gd name="csY327" fmla="*/ 457672 h 1366632"/>
              <a:gd name="csX328" fmla="*/ 699718 w 2131156"/>
              <a:gd name="csY328" fmla="*/ 452588 h 1366632"/>
              <a:gd name="csX329" fmla="*/ 701851 w 2131156"/>
              <a:gd name="csY329" fmla="*/ 447512 h 1366632"/>
              <a:gd name="csX330" fmla="*/ 703984 w 2131156"/>
              <a:gd name="csY330" fmla="*/ 442444 h 1366632"/>
              <a:gd name="csX331" fmla="*/ 706117 w 2131156"/>
              <a:gd name="csY331" fmla="*/ 437383 h 1366632"/>
              <a:gd name="csX332" fmla="*/ 708250 w 2131156"/>
              <a:gd name="csY332" fmla="*/ 432330 h 1366632"/>
              <a:gd name="csX333" fmla="*/ 710384 w 2131156"/>
              <a:gd name="csY333" fmla="*/ 427286 h 1366632"/>
              <a:gd name="csX334" fmla="*/ 712518 w 2131156"/>
              <a:gd name="csY334" fmla="*/ 422251 h 1366632"/>
              <a:gd name="csX335" fmla="*/ 714651 w 2131156"/>
              <a:gd name="csY335" fmla="*/ 417226 h 1366632"/>
              <a:gd name="csX336" fmla="*/ 716784 w 2131156"/>
              <a:gd name="csY336" fmla="*/ 412212 h 1366632"/>
              <a:gd name="csX337" fmla="*/ 718917 w 2131156"/>
              <a:gd name="csY337" fmla="*/ 407207 h 1366632"/>
              <a:gd name="csX338" fmla="*/ 721050 w 2131156"/>
              <a:gd name="csY338" fmla="*/ 402214 h 1366632"/>
              <a:gd name="csX339" fmla="*/ 723183 w 2131156"/>
              <a:gd name="csY339" fmla="*/ 397231 h 1366632"/>
              <a:gd name="csX340" fmla="*/ 725317 w 2131156"/>
              <a:gd name="csY340" fmla="*/ 392261 h 1366632"/>
              <a:gd name="csX341" fmla="*/ 727451 w 2131156"/>
              <a:gd name="csY341" fmla="*/ 387302 h 1366632"/>
              <a:gd name="csX342" fmla="*/ 729584 w 2131156"/>
              <a:gd name="csY342" fmla="*/ 382357 h 1366632"/>
              <a:gd name="csX343" fmla="*/ 731713 w 2131156"/>
              <a:gd name="csY343" fmla="*/ 377424 h 1366632"/>
              <a:gd name="csX344" fmla="*/ 733855 w 2131156"/>
              <a:gd name="csY344" fmla="*/ 372506 h 1366632"/>
              <a:gd name="csX345" fmla="*/ 735987 w 2131156"/>
              <a:gd name="csY345" fmla="*/ 367601 h 1366632"/>
              <a:gd name="csX346" fmla="*/ 738119 w 2131156"/>
              <a:gd name="csY346" fmla="*/ 362710 h 1366632"/>
              <a:gd name="csX347" fmla="*/ 740251 w 2131156"/>
              <a:gd name="csY347" fmla="*/ 357835 h 1366632"/>
              <a:gd name="csX348" fmla="*/ 742384 w 2131156"/>
              <a:gd name="csY348" fmla="*/ 352974 h 1366632"/>
              <a:gd name="csX349" fmla="*/ 744516 w 2131156"/>
              <a:gd name="csY349" fmla="*/ 348130 h 1366632"/>
              <a:gd name="csX350" fmla="*/ 746648 w 2131156"/>
              <a:gd name="csY350" fmla="*/ 343301 h 1366632"/>
              <a:gd name="csX351" fmla="*/ 748780 w 2131156"/>
              <a:gd name="csY351" fmla="*/ 338490 h 1366632"/>
              <a:gd name="csX352" fmla="*/ 750912 w 2131156"/>
              <a:gd name="csY352" fmla="*/ 333695 h 1366632"/>
              <a:gd name="csX353" fmla="*/ 753054 w 2131156"/>
              <a:gd name="csY353" fmla="*/ 328918 h 1366632"/>
              <a:gd name="csX354" fmla="*/ 755186 w 2131156"/>
              <a:gd name="csY354" fmla="*/ 324159 h 1366632"/>
              <a:gd name="csX355" fmla="*/ 757319 w 2131156"/>
              <a:gd name="csY355" fmla="*/ 319419 h 1366632"/>
              <a:gd name="csX356" fmla="*/ 759451 w 2131156"/>
              <a:gd name="csY356" fmla="*/ 314697 h 1366632"/>
              <a:gd name="csX357" fmla="*/ 761583 w 2131156"/>
              <a:gd name="csY357" fmla="*/ 309995 h 1366632"/>
              <a:gd name="csX358" fmla="*/ 763715 w 2131156"/>
              <a:gd name="csY358" fmla="*/ 305313 h 1366632"/>
              <a:gd name="csX359" fmla="*/ 765847 w 2131156"/>
              <a:gd name="csY359" fmla="*/ 300650 h 1366632"/>
              <a:gd name="csX360" fmla="*/ 767979 w 2131156"/>
              <a:gd name="csY360" fmla="*/ 296008 h 1366632"/>
              <a:gd name="csX361" fmla="*/ 770111 w 2131156"/>
              <a:gd name="csY361" fmla="*/ 291388 h 1366632"/>
              <a:gd name="csX362" fmla="*/ 772254 w 2131156"/>
              <a:gd name="csY362" fmla="*/ 286788 h 1366632"/>
              <a:gd name="csX363" fmla="*/ 774386 w 2131156"/>
              <a:gd name="csY363" fmla="*/ 282212 h 1366632"/>
              <a:gd name="csX364" fmla="*/ 776518 w 2131156"/>
              <a:gd name="csY364" fmla="*/ 277658 h 1366632"/>
              <a:gd name="csX365" fmla="*/ 778650 w 2131156"/>
              <a:gd name="csY365" fmla="*/ 273125 h 1366632"/>
              <a:gd name="csX366" fmla="*/ 780782 w 2131156"/>
              <a:gd name="csY366" fmla="*/ 268617 h 1366632"/>
              <a:gd name="csX367" fmla="*/ 782914 w 2131156"/>
              <a:gd name="csY367" fmla="*/ 264132 h 1366632"/>
              <a:gd name="csX368" fmla="*/ 785046 w 2131156"/>
              <a:gd name="csY368" fmla="*/ 259671 h 1366632"/>
              <a:gd name="csX369" fmla="*/ 787178 w 2131156"/>
              <a:gd name="csY369" fmla="*/ 255235 h 1366632"/>
              <a:gd name="csX370" fmla="*/ 789310 w 2131156"/>
              <a:gd name="csY370" fmla="*/ 250825 h 1366632"/>
              <a:gd name="csX371" fmla="*/ 791453 w 2131156"/>
              <a:gd name="csY371" fmla="*/ 246440 h 1366632"/>
              <a:gd name="csX372" fmla="*/ 793585 w 2131156"/>
              <a:gd name="csY372" fmla="*/ 242080 h 1366632"/>
              <a:gd name="csX373" fmla="*/ 795717 w 2131156"/>
              <a:gd name="csY373" fmla="*/ 237747 h 1366632"/>
              <a:gd name="csX374" fmla="*/ 797849 w 2131156"/>
              <a:gd name="csY374" fmla="*/ 233441 h 1366632"/>
              <a:gd name="csX375" fmla="*/ 799981 w 2131156"/>
              <a:gd name="csY375" fmla="*/ 229162 h 1366632"/>
              <a:gd name="csX376" fmla="*/ 802113 w 2131156"/>
              <a:gd name="csY376" fmla="*/ 224911 h 1366632"/>
              <a:gd name="csX377" fmla="*/ 804245 w 2131156"/>
              <a:gd name="csY377" fmla="*/ 220687 h 1366632"/>
              <a:gd name="csX378" fmla="*/ 806378 w 2131156"/>
              <a:gd name="csY378" fmla="*/ 216492 h 1366632"/>
              <a:gd name="csX379" fmla="*/ 808520 w 2131156"/>
              <a:gd name="csY379" fmla="*/ 212326 h 1366632"/>
              <a:gd name="csX380" fmla="*/ 810652 w 2131156"/>
              <a:gd name="csY380" fmla="*/ 208190 h 1366632"/>
              <a:gd name="csX381" fmla="*/ 812784 w 2131156"/>
              <a:gd name="csY381" fmla="*/ 204084 h 1366632"/>
              <a:gd name="csX382" fmla="*/ 814916 w 2131156"/>
              <a:gd name="csY382" fmla="*/ 200007 h 1366632"/>
              <a:gd name="csX383" fmla="*/ 817048 w 2131156"/>
              <a:gd name="csY383" fmla="*/ 195961 h 1366632"/>
              <a:gd name="csX384" fmla="*/ 819181 w 2131156"/>
              <a:gd name="csY384" fmla="*/ 191946 h 1366632"/>
              <a:gd name="csX385" fmla="*/ 821313 w 2131156"/>
              <a:gd name="csY385" fmla="*/ 187962 h 1366632"/>
              <a:gd name="csX386" fmla="*/ 823445 w 2131156"/>
              <a:gd name="csY386" fmla="*/ 184011 h 1366632"/>
              <a:gd name="csX387" fmla="*/ 825577 w 2131156"/>
              <a:gd name="csY387" fmla="*/ 180091 h 1366632"/>
              <a:gd name="csX388" fmla="*/ 827719 w 2131156"/>
              <a:gd name="csY388" fmla="*/ 176205 h 1366632"/>
              <a:gd name="csX389" fmla="*/ 829851 w 2131156"/>
              <a:gd name="csY389" fmla="*/ 172350 h 1366632"/>
              <a:gd name="csX390" fmla="*/ 831983 w 2131156"/>
              <a:gd name="csY390" fmla="*/ 168530 h 1366632"/>
              <a:gd name="csX391" fmla="*/ 834115 w 2131156"/>
              <a:gd name="csY391" fmla="*/ 164744 h 1366632"/>
              <a:gd name="csX392" fmla="*/ 836248 w 2131156"/>
              <a:gd name="csY392" fmla="*/ 160992 h 1366632"/>
              <a:gd name="csX393" fmla="*/ 838380 w 2131156"/>
              <a:gd name="csY393" fmla="*/ 157275 h 1366632"/>
              <a:gd name="csX394" fmla="*/ 840512 w 2131156"/>
              <a:gd name="csY394" fmla="*/ 153592 h 1366632"/>
              <a:gd name="csX395" fmla="*/ 842644 w 2131156"/>
              <a:gd name="csY395" fmla="*/ 149945 h 1366632"/>
              <a:gd name="csX396" fmla="*/ 844776 w 2131156"/>
              <a:gd name="csY396" fmla="*/ 146334 h 1366632"/>
              <a:gd name="csX397" fmla="*/ 846918 w 2131156"/>
              <a:gd name="csY397" fmla="*/ 142759 h 1366632"/>
              <a:gd name="csX398" fmla="*/ 849051 w 2131156"/>
              <a:gd name="csY398" fmla="*/ 139220 h 1366632"/>
              <a:gd name="csX399" fmla="*/ 851183 w 2131156"/>
              <a:gd name="csY399" fmla="*/ 135718 h 1366632"/>
              <a:gd name="csX400" fmla="*/ 853315 w 2131156"/>
              <a:gd name="csY400" fmla="*/ 132254 h 1366632"/>
              <a:gd name="csX401" fmla="*/ 855447 w 2131156"/>
              <a:gd name="csY401" fmla="*/ 128827 h 1366632"/>
              <a:gd name="csX402" fmla="*/ 857579 w 2131156"/>
              <a:gd name="csY402" fmla="*/ 125438 h 1366632"/>
              <a:gd name="csX403" fmla="*/ 859711 w 2131156"/>
              <a:gd name="csY403" fmla="*/ 122089 h 1366632"/>
              <a:gd name="csX404" fmla="*/ 861843 w 2131156"/>
              <a:gd name="csY404" fmla="*/ 118777 h 1366632"/>
              <a:gd name="csX405" fmla="*/ 863986 w 2131156"/>
              <a:gd name="csY405" fmla="*/ 115504 h 1366632"/>
              <a:gd name="csX406" fmla="*/ 866118 w 2131156"/>
              <a:gd name="csY406" fmla="*/ 112272 h 1366632"/>
              <a:gd name="csX407" fmla="*/ 868250 w 2131156"/>
              <a:gd name="csY407" fmla="*/ 109079 h 1366632"/>
              <a:gd name="csX408" fmla="*/ 870382 w 2131156"/>
              <a:gd name="csY408" fmla="*/ 105925 h 1366632"/>
              <a:gd name="csX409" fmla="*/ 872514 w 2131156"/>
              <a:gd name="csY409" fmla="*/ 102813 h 1366632"/>
              <a:gd name="csX410" fmla="*/ 874646 w 2131156"/>
              <a:gd name="csY410" fmla="*/ 99741 h 1366632"/>
              <a:gd name="csX411" fmla="*/ 876778 w 2131156"/>
              <a:gd name="csY411" fmla="*/ 96711 h 1366632"/>
              <a:gd name="csX412" fmla="*/ 878910 w 2131156"/>
              <a:gd name="csY412" fmla="*/ 93722 h 1366632"/>
              <a:gd name="csX413" fmla="*/ 881042 w 2131156"/>
              <a:gd name="csY413" fmla="*/ 90775 h 1366632"/>
              <a:gd name="csX414" fmla="*/ 883185 w 2131156"/>
              <a:gd name="csY414" fmla="*/ 87870 h 1366632"/>
              <a:gd name="csX415" fmla="*/ 885317 w 2131156"/>
              <a:gd name="csY415" fmla="*/ 85007 h 1366632"/>
              <a:gd name="csX416" fmla="*/ 887449 w 2131156"/>
              <a:gd name="csY416" fmla="*/ 82188 h 1366632"/>
              <a:gd name="csX417" fmla="*/ 889581 w 2131156"/>
              <a:gd name="csY417" fmla="*/ 79411 h 1366632"/>
              <a:gd name="csX418" fmla="*/ 891713 w 2131156"/>
              <a:gd name="csY418" fmla="*/ 76677 h 1366632"/>
              <a:gd name="csX419" fmla="*/ 893845 w 2131156"/>
              <a:gd name="csY419" fmla="*/ 73988 h 1366632"/>
              <a:gd name="csX420" fmla="*/ 895977 w 2131156"/>
              <a:gd name="csY420" fmla="*/ 71342 h 1366632"/>
              <a:gd name="csX421" fmla="*/ 898110 w 2131156"/>
              <a:gd name="csY421" fmla="*/ 68741 h 1366632"/>
              <a:gd name="csX422" fmla="*/ 900242 w 2131156"/>
              <a:gd name="csY422" fmla="*/ 66184 h 1366632"/>
              <a:gd name="csX423" fmla="*/ 902384 w 2131156"/>
              <a:gd name="csY423" fmla="*/ 63671 h 1366632"/>
              <a:gd name="csX424" fmla="*/ 904516 w 2131156"/>
              <a:gd name="csY424" fmla="*/ 61205 h 1366632"/>
              <a:gd name="csX425" fmla="*/ 906648 w 2131156"/>
              <a:gd name="csY425" fmla="*/ 58783 h 1366632"/>
              <a:gd name="csX426" fmla="*/ 908780 w 2131156"/>
              <a:gd name="csY426" fmla="*/ 56408 h 1366632"/>
              <a:gd name="csX427" fmla="*/ 910913 w 2131156"/>
              <a:gd name="csY427" fmla="*/ 54078 h 1366632"/>
              <a:gd name="csX428" fmla="*/ 913045 w 2131156"/>
              <a:gd name="csY428" fmla="*/ 51794 h 1366632"/>
              <a:gd name="csX429" fmla="*/ 915177 w 2131156"/>
              <a:gd name="csY429" fmla="*/ 49556 h 1366632"/>
              <a:gd name="csX430" fmla="*/ 917309 w 2131156"/>
              <a:gd name="csY430" fmla="*/ 47366 h 1366632"/>
              <a:gd name="csX431" fmla="*/ 919441 w 2131156"/>
              <a:gd name="csY431" fmla="*/ 45222 h 1366632"/>
              <a:gd name="csX432" fmla="*/ 921583 w 2131156"/>
              <a:gd name="csY432" fmla="*/ 43125 h 1366632"/>
              <a:gd name="csX433" fmla="*/ 923715 w 2131156"/>
              <a:gd name="csY433" fmla="*/ 41076 h 1366632"/>
              <a:gd name="csX434" fmla="*/ 925847 w 2131156"/>
              <a:gd name="csY434" fmla="*/ 39075 h 1366632"/>
              <a:gd name="csX435" fmla="*/ 927980 w 2131156"/>
              <a:gd name="csY435" fmla="*/ 37121 h 1366632"/>
              <a:gd name="csX436" fmla="*/ 930112 w 2131156"/>
              <a:gd name="csY436" fmla="*/ 35215 h 1366632"/>
              <a:gd name="csX437" fmla="*/ 932244 w 2131156"/>
              <a:gd name="csY437" fmla="*/ 33358 h 1366632"/>
              <a:gd name="csX438" fmla="*/ 934376 w 2131156"/>
              <a:gd name="csY438" fmla="*/ 31549 h 1366632"/>
              <a:gd name="csX439" fmla="*/ 936508 w 2131156"/>
              <a:gd name="csY439" fmla="*/ 29789 h 1366632"/>
              <a:gd name="csX440" fmla="*/ 938650 w 2131156"/>
              <a:gd name="csY440" fmla="*/ 28077 h 1366632"/>
              <a:gd name="csX441" fmla="*/ 940783 w 2131156"/>
              <a:gd name="csY441" fmla="*/ 26415 h 1366632"/>
              <a:gd name="csX442" fmla="*/ 942915 w 2131156"/>
              <a:gd name="csY442" fmla="*/ 24802 h 1366632"/>
              <a:gd name="csX443" fmla="*/ 945047 w 2131156"/>
              <a:gd name="csY443" fmla="*/ 23239 h 1366632"/>
              <a:gd name="csX444" fmla="*/ 947179 w 2131156"/>
              <a:gd name="csY444" fmla="*/ 21725 h 1366632"/>
              <a:gd name="csX445" fmla="*/ 949311 w 2131156"/>
              <a:gd name="csY445" fmla="*/ 20261 h 1366632"/>
              <a:gd name="csX446" fmla="*/ 951443 w 2131156"/>
              <a:gd name="csY446" fmla="*/ 18846 h 1366632"/>
              <a:gd name="csX447" fmla="*/ 953575 w 2131156"/>
              <a:gd name="csY447" fmla="*/ 17482 h 1366632"/>
              <a:gd name="csX448" fmla="*/ 955707 w 2131156"/>
              <a:gd name="csY448" fmla="*/ 16169 h 1366632"/>
              <a:gd name="csX449" fmla="*/ 957850 w 2131156"/>
              <a:gd name="csY449" fmla="*/ 14905 h 1366632"/>
              <a:gd name="csX450" fmla="*/ 959982 w 2131156"/>
              <a:gd name="csY450" fmla="*/ 13693 h 1366632"/>
              <a:gd name="csX451" fmla="*/ 962114 w 2131156"/>
              <a:gd name="csY451" fmla="*/ 12531 h 1366632"/>
              <a:gd name="csX452" fmla="*/ 964246 w 2131156"/>
              <a:gd name="csY452" fmla="*/ 11419 h 1366632"/>
              <a:gd name="csX453" fmla="*/ 966378 w 2131156"/>
              <a:gd name="csY453" fmla="*/ 10359 h 1366632"/>
              <a:gd name="csX454" fmla="*/ 968510 w 2131156"/>
              <a:gd name="csY454" fmla="*/ 9350 h 1366632"/>
              <a:gd name="csX455" fmla="*/ 970642 w 2131156"/>
              <a:gd name="csY455" fmla="*/ 8392 h 1366632"/>
              <a:gd name="csX456" fmla="*/ 972774 w 2131156"/>
              <a:gd name="csY456" fmla="*/ 7485 h 1366632"/>
              <a:gd name="csX457" fmla="*/ 974906 w 2131156"/>
              <a:gd name="csY457" fmla="*/ 6630 h 1366632"/>
              <a:gd name="csX458" fmla="*/ 977049 w 2131156"/>
              <a:gd name="csY458" fmla="*/ 5826 h 1366632"/>
              <a:gd name="csX459" fmla="*/ 979181 w 2131156"/>
              <a:gd name="csY459" fmla="*/ 5074 h 1366632"/>
              <a:gd name="csX460" fmla="*/ 981313 w 2131156"/>
              <a:gd name="csY460" fmla="*/ 4374 h 1366632"/>
              <a:gd name="csX461" fmla="*/ 983445 w 2131156"/>
              <a:gd name="csY461" fmla="*/ 3725 h 1366632"/>
              <a:gd name="csX462" fmla="*/ 985577 w 2131156"/>
              <a:gd name="csY462" fmla="*/ 3128 h 1366632"/>
              <a:gd name="csX463" fmla="*/ 987709 w 2131156"/>
              <a:gd name="csY463" fmla="*/ 2584 h 1366632"/>
              <a:gd name="csX464" fmla="*/ 989842 w 2131156"/>
              <a:gd name="csY464" fmla="*/ 2091 h 1366632"/>
              <a:gd name="csX465" fmla="*/ 991974 w 2131156"/>
              <a:gd name="csY465" fmla="*/ 1650 h 1366632"/>
              <a:gd name="csX466" fmla="*/ 994106 w 2131156"/>
              <a:gd name="csY466" fmla="*/ 1261 h 1366632"/>
              <a:gd name="csX467" fmla="*/ 996248 w 2131156"/>
              <a:gd name="csY467" fmla="*/ 924 h 1366632"/>
              <a:gd name="csX468" fmla="*/ 998380 w 2131156"/>
              <a:gd name="csY468" fmla="*/ 640 h 1366632"/>
              <a:gd name="csX469" fmla="*/ 1000512 w 2131156"/>
              <a:gd name="csY469" fmla="*/ 407 h 1366632"/>
              <a:gd name="csX470" fmla="*/ 1002645 w 2131156"/>
              <a:gd name="csY470" fmla="*/ 227 h 1366632"/>
              <a:gd name="csX471" fmla="*/ 1004777 w 2131156"/>
              <a:gd name="csY471" fmla="*/ 99 h 1366632"/>
              <a:gd name="csX472" fmla="*/ 1006909 w 2131156"/>
              <a:gd name="csY472" fmla="*/ 23 h 1366632"/>
              <a:gd name="csX473" fmla="*/ 1009041 w 2131156"/>
              <a:gd name="csY473" fmla="*/ 0 h 1366632"/>
              <a:gd name="csX474" fmla="*/ 1011173 w 2131156"/>
              <a:gd name="csY474" fmla="*/ 29 h 1366632"/>
              <a:gd name="csX475" fmla="*/ 1013315 w 2131156"/>
              <a:gd name="csY475" fmla="*/ 110 h 1366632"/>
              <a:gd name="csX476" fmla="*/ 1015447 w 2131156"/>
              <a:gd name="csY476" fmla="*/ 243 h 1366632"/>
              <a:gd name="csX477" fmla="*/ 1017580 w 2131156"/>
              <a:gd name="csY477" fmla="*/ 429 h 1366632"/>
              <a:gd name="csX478" fmla="*/ 1019712 w 2131156"/>
              <a:gd name="csY478" fmla="*/ 667 h 1366632"/>
              <a:gd name="csX479" fmla="*/ 1021844 w 2131156"/>
              <a:gd name="csY479" fmla="*/ 957 h 1366632"/>
              <a:gd name="csX480" fmla="*/ 1023976 w 2131156"/>
              <a:gd name="csY480" fmla="*/ 1299 h 1366632"/>
              <a:gd name="csX481" fmla="*/ 1026108 w 2131156"/>
              <a:gd name="csY481" fmla="*/ 1693 h 1366632"/>
              <a:gd name="csX482" fmla="*/ 1028240 w 2131156"/>
              <a:gd name="csY482" fmla="*/ 2140 h 1366632"/>
              <a:gd name="csX483" fmla="*/ 1030372 w 2131156"/>
              <a:gd name="csY483" fmla="*/ 2638 h 1366632"/>
              <a:gd name="csX484" fmla="*/ 1032515 w 2131156"/>
              <a:gd name="csY484" fmla="*/ 3188 h 1366632"/>
              <a:gd name="csX485" fmla="*/ 1034647 w 2131156"/>
              <a:gd name="csY485" fmla="*/ 3791 h 1366632"/>
              <a:gd name="csX486" fmla="*/ 1036779 w 2131156"/>
              <a:gd name="csY486" fmla="*/ 4445 h 1366632"/>
              <a:gd name="csX487" fmla="*/ 1038911 w 2131156"/>
              <a:gd name="csY487" fmla="*/ 5150 h 1366632"/>
              <a:gd name="csX488" fmla="*/ 1041043 w 2131156"/>
              <a:gd name="csY488" fmla="*/ 5908 h 1366632"/>
              <a:gd name="csX489" fmla="*/ 1043175 w 2131156"/>
              <a:gd name="csY489" fmla="*/ 6717 h 1366632"/>
              <a:gd name="csX490" fmla="*/ 1045307 w 2131156"/>
              <a:gd name="csY490" fmla="*/ 7578 h 1366632"/>
              <a:gd name="csX491" fmla="*/ 1047439 w 2131156"/>
              <a:gd name="csY491" fmla="*/ 8490 h 1366632"/>
              <a:gd name="csX492" fmla="*/ 1049571 w 2131156"/>
              <a:gd name="csY492" fmla="*/ 9453 h 1366632"/>
              <a:gd name="csX493" fmla="*/ 1051714 w 2131156"/>
              <a:gd name="csY493" fmla="*/ 10467 h 1366632"/>
              <a:gd name="csX494" fmla="*/ 1053846 w 2131156"/>
              <a:gd name="csY494" fmla="*/ 11533 h 1366632"/>
              <a:gd name="csX495" fmla="*/ 1055978 w 2131156"/>
              <a:gd name="csY495" fmla="*/ 12650 h 1366632"/>
              <a:gd name="csX496" fmla="*/ 1058110 w 2131156"/>
              <a:gd name="csY496" fmla="*/ 13817 h 1366632"/>
              <a:gd name="csX497" fmla="*/ 1060242 w 2131156"/>
              <a:gd name="csY497" fmla="*/ 15035 h 1366632"/>
              <a:gd name="csX498" fmla="*/ 1062374 w 2131156"/>
              <a:gd name="csY498" fmla="*/ 16304 h 1366632"/>
              <a:gd name="csX499" fmla="*/ 1064507 w 2131156"/>
              <a:gd name="csY499" fmla="*/ 17623 h 1366632"/>
              <a:gd name="csX500" fmla="*/ 1066639 w 2131156"/>
              <a:gd name="csY500" fmla="*/ 18992 h 1366632"/>
              <a:gd name="csX501" fmla="*/ 1068781 w 2131156"/>
              <a:gd name="csY501" fmla="*/ 20411 h 1366632"/>
              <a:gd name="csX502" fmla="*/ 1070913 w 2131156"/>
              <a:gd name="csY502" fmla="*/ 21880 h 1366632"/>
              <a:gd name="csX503" fmla="*/ 1073045 w 2131156"/>
              <a:gd name="csY503" fmla="*/ 23399 h 1366632"/>
              <a:gd name="csX504" fmla="*/ 1075177 w 2131156"/>
              <a:gd name="csY504" fmla="*/ 24968 h 1366632"/>
              <a:gd name="csX505" fmla="*/ 1077309 w 2131156"/>
              <a:gd name="csY505" fmla="*/ 26586 h 1366632"/>
              <a:gd name="csX506" fmla="*/ 1079441 w 2131156"/>
              <a:gd name="csY506" fmla="*/ 28254 h 1366632"/>
              <a:gd name="csX507" fmla="*/ 1081574 w 2131156"/>
              <a:gd name="csY507" fmla="*/ 29970 h 1366632"/>
              <a:gd name="csX508" fmla="*/ 1083706 w 2131156"/>
              <a:gd name="csY508" fmla="*/ 31735 h 1366632"/>
              <a:gd name="csX509" fmla="*/ 1085838 w 2131156"/>
              <a:gd name="csY509" fmla="*/ 33549 h 1366632"/>
              <a:gd name="csX510" fmla="*/ 1087980 w 2131156"/>
              <a:gd name="csY510" fmla="*/ 35412 h 1366632"/>
              <a:gd name="csX511" fmla="*/ 1090112 w 2131156"/>
              <a:gd name="csY511" fmla="*/ 37323 h 1366632"/>
              <a:gd name="csX512" fmla="*/ 1092244 w 2131156"/>
              <a:gd name="csY512" fmla="*/ 39281 h 1366632"/>
              <a:gd name="csX513" fmla="*/ 1094377 w 2131156"/>
              <a:gd name="csY513" fmla="*/ 41288 h 1366632"/>
              <a:gd name="csX514" fmla="*/ 1096509 w 2131156"/>
              <a:gd name="csY514" fmla="*/ 43342 h 1366632"/>
              <a:gd name="csX515" fmla="*/ 1098641 w 2131156"/>
              <a:gd name="csY515" fmla="*/ 45444 h 1366632"/>
              <a:gd name="csX516" fmla="*/ 1100773 w 2131156"/>
              <a:gd name="csY516" fmla="*/ 47592 h 1366632"/>
              <a:gd name="csX517" fmla="*/ 1102905 w 2131156"/>
              <a:gd name="csY517" fmla="*/ 49788 h 1366632"/>
              <a:gd name="csX518" fmla="*/ 1105037 w 2131156"/>
              <a:gd name="csY518" fmla="*/ 52030 h 1366632"/>
              <a:gd name="csX519" fmla="*/ 1107180 w 2131156"/>
              <a:gd name="csY519" fmla="*/ 54319 h 1366632"/>
              <a:gd name="csX520" fmla="*/ 1109312 w 2131156"/>
              <a:gd name="csY520" fmla="*/ 56653 h 1366632"/>
              <a:gd name="csX521" fmla="*/ 1111444 w 2131156"/>
              <a:gd name="csY521" fmla="*/ 59035 h 1366632"/>
              <a:gd name="csX522" fmla="*/ 1113576 w 2131156"/>
              <a:gd name="csY522" fmla="*/ 61461 h 1366632"/>
              <a:gd name="csX523" fmla="*/ 1115708 w 2131156"/>
              <a:gd name="csY523" fmla="*/ 63932 h 1366632"/>
              <a:gd name="csX524" fmla="*/ 1117840 w 2131156"/>
              <a:gd name="csY524" fmla="*/ 66449 h 1366632"/>
              <a:gd name="csX525" fmla="*/ 1119972 w 2131156"/>
              <a:gd name="csY525" fmla="*/ 69010 h 1366632"/>
              <a:gd name="csX526" fmla="*/ 1122104 w 2131156"/>
              <a:gd name="csY526" fmla="*/ 71616 h 1366632"/>
              <a:gd name="csX527" fmla="*/ 1124236 w 2131156"/>
              <a:gd name="csY527" fmla="*/ 74267 h 1366632"/>
              <a:gd name="csX528" fmla="*/ 1126379 w 2131156"/>
              <a:gd name="csY528" fmla="*/ 76961 h 1366632"/>
              <a:gd name="csX529" fmla="*/ 1128511 w 2131156"/>
              <a:gd name="csY529" fmla="*/ 79698 h 1366632"/>
              <a:gd name="csX530" fmla="*/ 1130643 w 2131156"/>
              <a:gd name="csY530" fmla="*/ 82480 h 1366632"/>
              <a:gd name="csX531" fmla="*/ 1132775 w 2131156"/>
              <a:gd name="csY531" fmla="*/ 85304 h 1366632"/>
              <a:gd name="csX532" fmla="*/ 1134907 w 2131156"/>
              <a:gd name="csY532" fmla="*/ 88171 h 1366632"/>
              <a:gd name="csX533" fmla="*/ 1137039 w 2131156"/>
              <a:gd name="csY533" fmla="*/ 91080 h 1366632"/>
              <a:gd name="csX534" fmla="*/ 1139171 w 2131156"/>
              <a:gd name="csY534" fmla="*/ 94032 h 1366632"/>
              <a:gd name="csX535" fmla="*/ 1141303 w 2131156"/>
              <a:gd name="csY535" fmla="*/ 97025 h 1366632"/>
              <a:gd name="csX536" fmla="*/ 1143446 w 2131156"/>
              <a:gd name="csY536" fmla="*/ 100060 h 1366632"/>
              <a:gd name="csX537" fmla="*/ 1145578 w 2131156"/>
              <a:gd name="csY537" fmla="*/ 103136 h 1366632"/>
              <a:gd name="csX538" fmla="*/ 1147710 w 2131156"/>
              <a:gd name="csY538" fmla="*/ 106253 h 1366632"/>
              <a:gd name="csX539" fmla="*/ 1149842 w 2131156"/>
              <a:gd name="csY539" fmla="*/ 109410 h 1366632"/>
              <a:gd name="csX540" fmla="*/ 1151974 w 2131156"/>
              <a:gd name="csY540" fmla="*/ 112607 h 1366632"/>
              <a:gd name="csX541" fmla="*/ 1154106 w 2131156"/>
              <a:gd name="csY541" fmla="*/ 115845 h 1366632"/>
              <a:gd name="csX542" fmla="*/ 1156239 w 2131156"/>
              <a:gd name="csY542" fmla="*/ 119120 h 1366632"/>
              <a:gd name="csX543" fmla="*/ 1158371 w 2131156"/>
              <a:gd name="csY543" fmla="*/ 122437 h 1366632"/>
              <a:gd name="csX544" fmla="*/ 1160503 w 2131156"/>
              <a:gd name="csY544" fmla="*/ 125791 h 1366632"/>
              <a:gd name="csX545" fmla="*/ 1162645 w 2131156"/>
              <a:gd name="csY545" fmla="*/ 129184 h 1366632"/>
              <a:gd name="csX546" fmla="*/ 1164777 w 2131156"/>
              <a:gd name="csY546" fmla="*/ 132614 h 1366632"/>
              <a:gd name="csX547" fmla="*/ 1166909 w 2131156"/>
              <a:gd name="csY547" fmla="*/ 136082 h 1366632"/>
              <a:gd name="csX548" fmla="*/ 1169041 w 2131156"/>
              <a:gd name="csY548" fmla="*/ 139588 h 1366632"/>
              <a:gd name="csX549" fmla="*/ 1171174 w 2131156"/>
              <a:gd name="csY549" fmla="*/ 143130 h 1366632"/>
              <a:gd name="csX550" fmla="*/ 1173306 w 2131156"/>
              <a:gd name="csY550" fmla="*/ 146709 h 1366632"/>
              <a:gd name="csX551" fmla="*/ 1175438 w 2131156"/>
              <a:gd name="csY551" fmla="*/ 150324 h 1366632"/>
              <a:gd name="csX552" fmla="*/ 1177570 w 2131156"/>
              <a:gd name="csY552" fmla="*/ 153975 h 1366632"/>
              <a:gd name="csX553" fmla="*/ 1179702 w 2131156"/>
              <a:gd name="csY553" fmla="*/ 157661 h 1366632"/>
              <a:gd name="csX554" fmla="*/ 1181844 w 2131156"/>
              <a:gd name="csY554" fmla="*/ 161383 h 1366632"/>
              <a:gd name="csX555" fmla="*/ 1183976 w 2131156"/>
              <a:gd name="csY555" fmla="*/ 165138 h 1366632"/>
              <a:gd name="csX556" fmla="*/ 1186109 w 2131156"/>
              <a:gd name="csY556" fmla="*/ 168928 h 1366632"/>
              <a:gd name="csX557" fmla="*/ 1188241 w 2131156"/>
              <a:gd name="csY557" fmla="*/ 172752 h 1366632"/>
              <a:gd name="csX558" fmla="*/ 1190373 w 2131156"/>
              <a:gd name="csY558" fmla="*/ 176608 h 1366632"/>
              <a:gd name="csX559" fmla="*/ 1192505 w 2131156"/>
              <a:gd name="csY559" fmla="*/ 180499 h 1366632"/>
              <a:gd name="csX560" fmla="*/ 1194637 w 2131156"/>
              <a:gd name="csY560" fmla="*/ 184422 h 1366632"/>
              <a:gd name="csX561" fmla="*/ 1196769 w 2131156"/>
              <a:gd name="csY561" fmla="*/ 188377 h 1366632"/>
              <a:gd name="csX562" fmla="*/ 1198912 w 2131156"/>
              <a:gd name="csY562" fmla="*/ 192363 h 1366632"/>
              <a:gd name="csX563" fmla="*/ 1201044 w 2131156"/>
              <a:gd name="csY563" fmla="*/ 196382 h 1366632"/>
              <a:gd name="csX564" fmla="*/ 1203176 w 2131156"/>
              <a:gd name="csY564" fmla="*/ 200431 h 1366632"/>
              <a:gd name="csX565" fmla="*/ 1205308 w 2131156"/>
              <a:gd name="csY565" fmla="*/ 204511 h 1366632"/>
              <a:gd name="csX566" fmla="*/ 1207440 w 2131156"/>
              <a:gd name="csY566" fmla="*/ 208621 h 1366632"/>
              <a:gd name="csX567" fmla="*/ 1209572 w 2131156"/>
              <a:gd name="csY567" fmla="*/ 212760 h 1366632"/>
              <a:gd name="csX568" fmla="*/ 1211704 w 2131156"/>
              <a:gd name="csY568" fmla="*/ 216929 h 1366632"/>
              <a:gd name="csX569" fmla="*/ 1213836 w 2131156"/>
              <a:gd name="csY569" fmla="*/ 221127 h 1366632"/>
              <a:gd name="csX570" fmla="*/ 1215968 w 2131156"/>
              <a:gd name="csY570" fmla="*/ 225353 h 1366632"/>
              <a:gd name="csX571" fmla="*/ 1218111 w 2131156"/>
              <a:gd name="csY571" fmla="*/ 229608 h 1366632"/>
              <a:gd name="csX572" fmla="*/ 1220243 w 2131156"/>
              <a:gd name="csY572" fmla="*/ 233889 h 1366632"/>
              <a:gd name="csX573" fmla="*/ 1222375 w 2131156"/>
              <a:gd name="csY573" fmla="*/ 238198 h 1366632"/>
              <a:gd name="csX574" fmla="*/ 1224507 w 2131156"/>
              <a:gd name="csY574" fmla="*/ 242534 h 1366632"/>
              <a:gd name="csX575" fmla="*/ 1226639 w 2131156"/>
              <a:gd name="csY575" fmla="*/ 246896 h 1366632"/>
              <a:gd name="csX576" fmla="*/ 1228771 w 2131156"/>
              <a:gd name="csY576" fmla="*/ 251285 h 1366632"/>
              <a:gd name="csX577" fmla="*/ 1230903 w 2131156"/>
              <a:gd name="csY577" fmla="*/ 255698 h 1366632"/>
              <a:gd name="csX578" fmla="*/ 1233035 w 2131156"/>
              <a:gd name="csY578" fmla="*/ 260136 h 1366632"/>
              <a:gd name="csX579" fmla="*/ 1235167 w 2131156"/>
              <a:gd name="csY579" fmla="*/ 264599 h 1366632"/>
              <a:gd name="csX580" fmla="*/ 1237310 w 2131156"/>
              <a:gd name="csY580" fmla="*/ 269087 h 1366632"/>
              <a:gd name="csX581" fmla="*/ 1239442 w 2131156"/>
              <a:gd name="csY581" fmla="*/ 273597 h 1366632"/>
              <a:gd name="csX582" fmla="*/ 1241574 w 2131156"/>
              <a:gd name="csY582" fmla="*/ 278132 h 1366632"/>
              <a:gd name="csX583" fmla="*/ 1243706 w 2131156"/>
              <a:gd name="csY583" fmla="*/ 282689 h 1366632"/>
              <a:gd name="csX584" fmla="*/ 1245838 w 2131156"/>
              <a:gd name="csY584" fmla="*/ 287267 h 1366632"/>
              <a:gd name="csX585" fmla="*/ 1247970 w 2131156"/>
              <a:gd name="csY585" fmla="*/ 291869 h 1366632"/>
              <a:gd name="csX586" fmla="*/ 1250103 w 2131156"/>
              <a:gd name="csY586" fmla="*/ 296492 h 1366632"/>
              <a:gd name="csX587" fmla="*/ 1252235 w 2131156"/>
              <a:gd name="csY587" fmla="*/ 301135 h 1366632"/>
              <a:gd name="csX588" fmla="*/ 1254367 w 2131156"/>
              <a:gd name="csY588" fmla="*/ 305800 h 1366632"/>
              <a:gd name="csX589" fmla="*/ 1256509 w 2131156"/>
              <a:gd name="csY589" fmla="*/ 310485 h 1366632"/>
              <a:gd name="csX590" fmla="*/ 1258641 w 2131156"/>
              <a:gd name="csY590" fmla="*/ 315190 h 1366632"/>
              <a:gd name="csX591" fmla="*/ 1260773 w 2131156"/>
              <a:gd name="csY591" fmla="*/ 319913 h 1366632"/>
              <a:gd name="csX592" fmla="*/ 1262906 w 2131156"/>
              <a:gd name="csY592" fmla="*/ 324656 h 1366632"/>
              <a:gd name="csX593" fmla="*/ 1265038 w 2131156"/>
              <a:gd name="csY593" fmla="*/ 329417 h 1366632"/>
              <a:gd name="csX594" fmla="*/ 1267170 w 2131156"/>
              <a:gd name="csY594" fmla="*/ 334195 h 1366632"/>
              <a:gd name="csX595" fmla="*/ 1269302 w 2131156"/>
              <a:gd name="csY595" fmla="*/ 338992 h 1366632"/>
              <a:gd name="csX596" fmla="*/ 1271434 w 2131156"/>
              <a:gd name="csY596" fmla="*/ 343805 h 1366632"/>
              <a:gd name="csX597" fmla="*/ 1273576 w 2131156"/>
              <a:gd name="csY597" fmla="*/ 348635 h 1366632"/>
              <a:gd name="csX598" fmla="*/ 1275708 w 2131156"/>
              <a:gd name="csY598" fmla="*/ 353482 h 1366632"/>
              <a:gd name="csX599" fmla="*/ 1277841 w 2131156"/>
              <a:gd name="csY599" fmla="*/ 358343 h 1366632"/>
              <a:gd name="csX600" fmla="*/ 1279973 w 2131156"/>
              <a:gd name="csY600" fmla="*/ 363220 h 1366632"/>
              <a:gd name="csX601" fmla="*/ 1282105 w 2131156"/>
              <a:gd name="csY601" fmla="*/ 368112 h 1366632"/>
              <a:gd name="csX602" fmla="*/ 1284237 w 2131156"/>
              <a:gd name="csY602" fmla="*/ 373018 h 1366632"/>
              <a:gd name="csX603" fmla="*/ 1286369 w 2131156"/>
              <a:gd name="csY603" fmla="*/ 377939 h 1366632"/>
              <a:gd name="csX604" fmla="*/ 1288501 w 2131156"/>
              <a:gd name="csY604" fmla="*/ 382872 h 1366632"/>
              <a:gd name="csX605" fmla="*/ 1290633 w 2131156"/>
              <a:gd name="csY605" fmla="*/ 387820 h 1366632"/>
              <a:gd name="csX606" fmla="*/ 1292776 w 2131156"/>
              <a:gd name="csY606" fmla="*/ 392779 h 1366632"/>
              <a:gd name="csX607" fmla="*/ 1294908 w 2131156"/>
              <a:gd name="csY607" fmla="*/ 397751 h 1366632"/>
              <a:gd name="csX608" fmla="*/ 1297040 w 2131156"/>
              <a:gd name="csY608" fmla="*/ 402734 h 1366632"/>
              <a:gd name="csX609" fmla="*/ 1299172 w 2131156"/>
              <a:gd name="csY609" fmla="*/ 407729 h 1366632"/>
              <a:gd name="csX610" fmla="*/ 1301304 w 2131156"/>
              <a:gd name="csY610" fmla="*/ 412734 h 1366632"/>
              <a:gd name="csX611" fmla="*/ 1303436 w 2131156"/>
              <a:gd name="csY611" fmla="*/ 417751 h 1366632"/>
              <a:gd name="csX612" fmla="*/ 1305568 w 2131156"/>
              <a:gd name="csY612" fmla="*/ 422777 h 1366632"/>
              <a:gd name="csX613" fmla="*/ 1307700 w 2131156"/>
              <a:gd name="csY613" fmla="*/ 427812 h 1366632"/>
              <a:gd name="csX614" fmla="*/ 1309832 w 2131156"/>
              <a:gd name="csY614" fmla="*/ 432857 h 1366632"/>
              <a:gd name="csX615" fmla="*/ 1311975 w 2131156"/>
              <a:gd name="csY615" fmla="*/ 437911 h 1366632"/>
              <a:gd name="csX616" fmla="*/ 1314107 w 2131156"/>
              <a:gd name="csY616" fmla="*/ 442973 h 1366632"/>
              <a:gd name="csX617" fmla="*/ 1316239 w 2131156"/>
              <a:gd name="csY617" fmla="*/ 448042 h 1366632"/>
              <a:gd name="csX618" fmla="*/ 1318371 w 2131156"/>
              <a:gd name="csY618" fmla="*/ 453119 h 1366632"/>
              <a:gd name="csX619" fmla="*/ 1320503 w 2131156"/>
              <a:gd name="csY619" fmla="*/ 458203 h 1366632"/>
              <a:gd name="csX620" fmla="*/ 1322635 w 2131156"/>
              <a:gd name="csY620" fmla="*/ 463294 h 1366632"/>
              <a:gd name="csX621" fmla="*/ 1324767 w 2131156"/>
              <a:gd name="csY621" fmla="*/ 468390 h 1366632"/>
              <a:gd name="csX622" fmla="*/ 1326900 w 2131156"/>
              <a:gd name="csY622" fmla="*/ 473493 h 1366632"/>
              <a:gd name="csX623" fmla="*/ 1329032 w 2131156"/>
              <a:gd name="csY623" fmla="*/ 478601 h 1366632"/>
              <a:gd name="csX624" fmla="*/ 1331174 w 2131156"/>
              <a:gd name="csY624" fmla="*/ 483712 h 1366632"/>
              <a:gd name="csX625" fmla="*/ 1333306 w 2131156"/>
              <a:gd name="csY625" fmla="*/ 488830 h 1366632"/>
              <a:gd name="csX626" fmla="*/ 1335438 w 2131156"/>
              <a:gd name="csY626" fmla="*/ 493951 h 1366632"/>
              <a:gd name="csX627" fmla="*/ 1337570 w 2131156"/>
              <a:gd name="csY627" fmla="*/ 499076 h 1366632"/>
              <a:gd name="csX628" fmla="*/ 1339702 w 2131156"/>
              <a:gd name="csY628" fmla="*/ 504203 h 1366632"/>
              <a:gd name="csX629" fmla="*/ 1341835 w 2131156"/>
              <a:gd name="csY629" fmla="*/ 509335 h 1366632"/>
              <a:gd name="csX630" fmla="*/ 1343967 w 2131156"/>
              <a:gd name="csY630" fmla="*/ 514467 h 1366632"/>
              <a:gd name="csX631" fmla="*/ 1346099 w 2131156"/>
              <a:gd name="csY631" fmla="*/ 519603 h 1366632"/>
              <a:gd name="csX632" fmla="*/ 1348241 w 2131156"/>
              <a:gd name="csY632" fmla="*/ 524740 h 1366632"/>
              <a:gd name="csX633" fmla="*/ 1350373 w 2131156"/>
              <a:gd name="csY633" fmla="*/ 529878 h 1366632"/>
              <a:gd name="csX634" fmla="*/ 1352505 w 2131156"/>
              <a:gd name="csY634" fmla="*/ 535016 h 1366632"/>
              <a:gd name="csX635" fmla="*/ 1354638 w 2131156"/>
              <a:gd name="csY635" fmla="*/ 540156 h 1366632"/>
              <a:gd name="csX636" fmla="*/ 1356770 w 2131156"/>
              <a:gd name="csY636" fmla="*/ 545296 h 1366632"/>
              <a:gd name="csX637" fmla="*/ 1358902 w 2131156"/>
              <a:gd name="csY637" fmla="*/ 550435 h 1366632"/>
              <a:gd name="csX638" fmla="*/ 1361034 w 2131156"/>
              <a:gd name="csY638" fmla="*/ 555572 h 1366632"/>
              <a:gd name="csX639" fmla="*/ 1363166 w 2131156"/>
              <a:gd name="csY639" fmla="*/ 560710 h 1366632"/>
              <a:gd name="csX640" fmla="*/ 1365298 w 2131156"/>
              <a:gd name="csY640" fmla="*/ 565845 h 1366632"/>
              <a:gd name="csX641" fmla="*/ 1367440 w 2131156"/>
              <a:gd name="csY641" fmla="*/ 570978 h 1366632"/>
              <a:gd name="csX642" fmla="*/ 1369573 w 2131156"/>
              <a:gd name="csY642" fmla="*/ 576110 h 1366632"/>
              <a:gd name="csX643" fmla="*/ 1371705 w 2131156"/>
              <a:gd name="csY643" fmla="*/ 581239 h 1366632"/>
              <a:gd name="csX644" fmla="*/ 1373837 w 2131156"/>
              <a:gd name="csY644" fmla="*/ 586365 h 1366632"/>
              <a:gd name="csX645" fmla="*/ 1375969 w 2131156"/>
              <a:gd name="csY645" fmla="*/ 591487 h 1366632"/>
              <a:gd name="csX646" fmla="*/ 1378101 w 2131156"/>
              <a:gd name="csY646" fmla="*/ 596606 h 1366632"/>
              <a:gd name="csX647" fmla="*/ 1380233 w 2131156"/>
              <a:gd name="csY647" fmla="*/ 601720 h 1366632"/>
              <a:gd name="csX648" fmla="*/ 1382365 w 2131156"/>
              <a:gd name="csY648" fmla="*/ 606830 h 1366632"/>
              <a:gd name="csX649" fmla="*/ 1384497 w 2131156"/>
              <a:gd name="csY649" fmla="*/ 611935 h 1366632"/>
              <a:gd name="csX650" fmla="*/ 1386640 w 2131156"/>
              <a:gd name="csY650" fmla="*/ 617035 h 1366632"/>
              <a:gd name="csX651" fmla="*/ 1388772 w 2131156"/>
              <a:gd name="csY651" fmla="*/ 622129 h 1366632"/>
              <a:gd name="csX652" fmla="*/ 1390904 w 2131156"/>
              <a:gd name="csY652" fmla="*/ 627218 h 1366632"/>
              <a:gd name="csX653" fmla="*/ 1393036 w 2131156"/>
              <a:gd name="csY653" fmla="*/ 632300 h 1366632"/>
              <a:gd name="csX654" fmla="*/ 1395168 w 2131156"/>
              <a:gd name="csY654" fmla="*/ 637376 h 1366632"/>
              <a:gd name="csX655" fmla="*/ 1397300 w 2131156"/>
              <a:gd name="csY655" fmla="*/ 642445 h 1366632"/>
              <a:gd name="csX656" fmla="*/ 1399432 w 2131156"/>
              <a:gd name="csY656" fmla="*/ 647506 h 1366632"/>
              <a:gd name="csX657" fmla="*/ 1401564 w 2131156"/>
              <a:gd name="csY657" fmla="*/ 652560 h 1366632"/>
              <a:gd name="csX658" fmla="*/ 1403707 w 2131156"/>
              <a:gd name="csY658" fmla="*/ 657606 h 1366632"/>
              <a:gd name="csX659" fmla="*/ 1405839 w 2131156"/>
              <a:gd name="csY659" fmla="*/ 662644 h 1366632"/>
              <a:gd name="csX660" fmla="*/ 1407971 w 2131156"/>
              <a:gd name="csY660" fmla="*/ 667673 h 1366632"/>
              <a:gd name="csX661" fmla="*/ 1410103 w 2131156"/>
              <a:gd name="csY661" fmla="*/ 672693 h 1366632"/>
              <a:gd name="csX662" fmla="*/ 1412235 w 2131156"/>
              <a:gd name="csY662" fmla="*/ 677704 h 1366632"/>
              <a:gd name="csX663" fmla="*/ 1414367 w 2131156"/>
              <a:gd name="csY663" fmla="*/ 682706 h 1366632"/>
              <a:gd name="csX664" fmla="*/ 1416499 w 2131156"/>
              <a:gd name="csY664" fmla="*/ 687697 h 1366632"/>
              <a:gd name="csX665" fmla="*/ 1418632 w 2131156"/>
              <a:gd name="csY665" fmla="*/ 692679 h 1366632"/>
              <a:gd name="csX666" fmla="*/ 1420764 w 2131156"/>
              <a:gd name="csY666" fmla="*/ 697650 h 1366632"/>
              <a:gd name="csX667" fmla="*/ 1422906 w 2131156"/>
              <a:gd name="csY667" fmla="*/ 702611 h 1366632"/>
              <a:gd name="csX668" fmla="*/ 1425038 w 2131156"/>
              <a:gd name="csY668" fmla="*/ 707560 h 1366632"/>
              <a:gd name="csX669" fmla="*/ 1427170 w 2131156"/>
              <a:gd name="csY669" fmla="*/ 712498 h 1366632"/>
              <a:gd name="csX670" fmla="*/ 1429302 w 2131156"/>
              <a:gd name="csY670" fmla="*/ 717424 h 1366632"/>
              <a:gd name="csX671" fmla="*/ 1431434 w 2131156"/>
              <a:gd name="csY671" fmla="*/ 722339 h 1366632"/>
              <a:gd name="csX672" fmla="*/ 1433567 w 2131156"/>
              <a:gd name="csY672" fmla="*/ 727241 h 1366632"/>
              <a:gd name="csX673" fmla="*/ 1435699 w 2131156"/>
              <a:gd name="csY673" fmla="*/ 732130 h 1366632"/>
              <a:gd name="csX674" fmla="*/ 1437831 w 2131156"/>
              <a:gd name="csY674" fmla="*/ 737008 h 1366632"/>
              <a:gd name="csX675" fmla="*/ 1439963 w 2131156"/>
              <a:gd name="csY675" fmla="*/ 741871 h 1366632"/>
              <a:gd name="csX676" fmla="*/ 1442105 w 2131156"/>
              <a:gd name="csY676" fmla="*/ 746722 h 1366632"/>
              <a:gd name="csX677" fmla="*/ 1444237 w 2131156"/>
              <a:gd name="csY677" fmla="*/ 751559 h 1366632"/>
              <a:gd name="csX678" fmla="*/ 1446370 w 2131156"/>
              <a:gd name="csY678" fmla="*/ 756382 h 1366632"/>
              <a:gd name="csX679" fmla="*/ 1448502 w 2131156"/>
              <a:gd name="csY679" fmla="*/ 761192 h 1366632"/>
              <a:gd name="csX680" fmla="*/ 1450634 w 2131156"/>
              <a:gd name="csY680" fmla="*/ 765986 h 1366632"/>
              <a:gd name="csX681" fmla="*/ 1452766 w 2131156"/>
              <a:gd name="csY681" fmla="*/ 770766 h 1366632"/>
              <a:gd name="csX682" fmla="*/ 1454898 w 2131156"/>
              <a:gd name="csY682" fmla="*/ 775532 h 1366632"/>
              <a:gd name="csX683" fmla="*/ 1457030 w 2131156"/>
              <a:gd name="csY683" fmla="*/ 780282 h 1366632"/>
              <a:gd name="csX684" fmla="*/ 1459162 w 2131156"/>
              <a:gd name="csY684" fmla="*/ 785017 h 1366632"/>
              <a:gd name="csX685" fmla="*/ 1461305 w 2131156"/>
              <a:gd name="csY685" fmla="*/ 789737 h 1366632"/>
              <a:gd name="csX686" fmla="*/ 1463437 w 2131156"/>
              <a:gd name="csY686" fmla="*/ 794440 h 1366632"/>
              <a:gd name="csX687" fmla="*/ 1465569 w 2131156"/>
              <a:gd name="csY687" fmla="*/ 799128 h 1366632"/>
              <a:gd name="csX688" fmla="*/ 1467701 w 2131156"/>
              <a:gd name="csY688" fmla="*/ 803799 h 1366632"/>
              <a:gd name="csX689" fmla="*/ 1469833 w 2131156"/>
              <a:gd name="csY689" fmla="*/ 808454 h 1366632"/>
              <a:gd name="csX690" fmla="*/ 1471965 w 2131156"/>
              <a:gd name="csY690" fmla="*/ 813092 h 1366632"/>
              <a:gd name="csX691" fmla="*/ 1474097 w 2131156"/>
              <a:gd name="csY691" fmla="*/ 817714 h 1366632"/>
              <a:gd name="csX692" fmla="*/ 1476229 w 2131156"/>
              <a:gd name="csY692" fmla="*/ 822318 h 1366632"/>
              <a:gd name="csX693" fmla="*/ 1478372 w 2131156"/>
              <a:gd name="csY693" fmla="*/ 826905 h 1366632"/>
              <a:gd name="csX694" fmla="*/ 1480504 w 2131156"/>
              <a:gd name="csY694" fmla="*/ 831474 h 1366632"/>
              <a:gd name="csX695" fmla="*/ 1482636 w 2131156"/>
              <a:gd name="csY695" fmla="*/ 836025 h 1366632"/>
              <a:gd name="csX696" fmla="*/ 1484768 w 2131156"/>
              <a:gd name="csY696" fmla="*/ 840560 h 1366632"/>
              <a:gd name="csX697" fmla="*/ 1486900 w 2131156"/>
              <a:gd name="csY697" fmla="*/ 845075 h 1366632"/>
              <a:gd name="csX698" fmla="*/ 1489032 w 2131156"/>
              <a:gd name="csY698" fmla="*/ 849572 h 1366632"/>
              <a:gd name="csX699" fmla="*/ 1491164 w 2131156"/>
              <a:gd name="csY699" fmla="*/ 854051 h 1366632"/>
              <a:gd name="csX700" fmla="*/ 1493296 w 2131156"/>
              <a:gd name="csY700" fmla="*/ 858511 h 1366632"/>
              <a:gd name="csX701" fmla="*/ 1495429 w 2131156"/>
              <a:gd name="csY701" fmla="*/ 862953 h 1366632"/>
              <a:gd name="csX702" fmla="*/ 1497571 w 2131156"/>
              <a:gd name="csY702" fmla="*/ 867374 h 1366632"/>
              <a:gd name="csX703" fmla="*/ 1499703 w 2131156"/>
              <a:gd name="csY703" fmla="*/ 871778 h 1366632"/>
              <a:gd name="csX704" fmla="*/ 1501835 w 2131156"/>
              <a:gd name="csY704" fmla="*/ 876161 h 1366632"/>
              <a:gd name="csX705" fmla="*/ 1503967 w 2131156"/>
              <a:gd name="csY705" fmla="*/ 880526 h 1366632"/>
              <a:gd name="csX706" fmla="*/ 1506099 w 2131156"/>
              <a:gd name="csY706" fmla="*/ 884870 h 1366632"/>
              <a:gd name="csX707" fmla="*/ 1508232 w 2131156"/>
              <a:gd name="csY707" fmla="*/ 889195 h 1366632"/>
              <a:gd name="csX708" fmla="*/ 1510364 w 2131156"/>
              <a:gd name="csY708" fmla="*/ 893500 h 1366632"/>
              <a:gd name="csX709" fmla="*/ 1512496 w 2131156"/>
              <a:gd name="csY709" fmla="*/ 897785 h 1366632"/>
              <a:gd name="csX710" fmla="*/ 1514628 w 2131156"/>
              <a:gd name="csY710" fmla="*/ 902049 h 1366632"/>
              <a:gd name="csX711" fmla="*/ 1516770 w 2131156"/>
              <a:gd name="csY711" fmla="*/ 906292 h 1366632"/>
              <a:gd name="csX712" fmla="*/ 1518902 w 2131156"/>
              <a:gd name="csY712" fmla="*/ 910516 h 1366632"/>
              <a:gd name="csX713" fmla="*/ 1521034 w 2131156"/>
              <a:gd name="csY713" fmla="*/ 914718 h 1366632"/>
              <a:gd name="csX714" fmla="*/ 1523166 w 2131156"/>
              <a:gd name="csY714" fmla="*/ 918900 h 1366632"/>
              <a:gd name="csX715" fmla="*/ 1525299 w 2131156"/>
              <a:gd name="csY715" fmla="*/ 923061 h 1366632"/>
              <a:gd name="csX716" fmla="*/ 1527431 w 2131156"/>
              <a:gd name="csY716" fmla="*/ 927200 h 1366632"/>
              <a:gd name="csX717" fmla="*/ 1529563 w 2131156"/>
              <a:gd name="csY717" fmla="*/ 931320 h 1366632"/>
              <a:gd name="csX718" fmla="*/ 1531695 w 2131156"/>
              <a:gd name="csY718" fmla="*/ 935416 h 1366632"/>
              <a:gd name="csX719" fmla="*/ 1533827 w 2131156"/>
              <a:gd name="csY719" fmla="*/ 939492 h 1366632"/>
              <a:gd name="csX720" fmla="*/ 1535969 w 2131156"/>
              <a:gd name="csY720" fmla="*/ 943547 h 1366632"/>
              <a:gd name="csX721" fmla="*/ 1538102 w 2131156"/>
              <a:gd name="csY721" fmla="*/ 947580 h 1366632"/>
              <a:gd name="csX722" fmla="*/ 1540234 w 2131156"/>
              <a:gd name="csY722" fmla="*/ 951590 h 1366632"/>
              <a:gd name="csX723" fmla="*/ 1542366 w 2131156"/>
              <a:gd name="csY723" fmla="*/ 955580 h 1366632"/>
              <a:gd name="csX724" fmla="*/ 1544498 w 2131156"/>
              <a:gd name="csY724" fmla="*/ 959547 h 1366632"/>
              <a:gd name="csX725" fmla="*/ 1546630 w 2131156"/>
              <a:gd name="csY725" fmla="*/ 963492 h 1366632"/>
              <a:gd name="csX726" fmla="*/ 1548762 w 2131156"/>
              <a:gd name="csY726" fmla="*/ 967415 h 1366632"/>
              <a:gd name="csX727" fmla="*/ 1550894 w 2131156"/>
              <a:gd name="csY727" fmla="*/ 971316 h 1366632"/>
              <a:gd name="csX728" fmla="*/ 1553037 w 2131156"/>
              <a:gd name="csY728" fmla="*/ 975194 h 1366632"/>
              <a:gd name="csX729" fmla="*/ 1555169 w 2131156"/>
              <a:gd name="csY729" fmla="*/ 979051 h 1366632"/>
              <a:gd name="csX730" fmla="*/ 1557301 w 2131156"/>
              <a:gd name="csY730" fmla="*/ 982884 h 1366632"/>
              <a:gd name="csX731" fmla="*/ 1559433 w 2131156"/>
              <a:gd name="csY731" fmla="*/ 986694 h 1366632"/>
              <a:gd name="csX732" fmla="*/ 1561565 w 2131156"/>
              <a:gd name="csY732" fmla="*/ 990482 h 1366632"/>
              <a:gd name="csX733" fmla="*/ 1563697 w 2131156"/>
              <a:gd name="csY733" fmla="*/ 994250 h 1366632"/>
              <a:gd name="csX734" fmla="*/ 1565829 w 2131156"/>
              <a:gd name="csY734" fmla="*/ 997996 h 1366632"/>
              <a:gd name="csX735" fmla="*/ 1567961 w 2131156"/>
              <a:gd name="csY735" fmla="*/ 1001712 h 1366632"/>
              <a:gd name="csX736" fmla="*/ 1570093 w 2131156"/>
              <a:gd name="csY736" fmla="*/ 1005407 h 1366632"/>
              <a:gd name="csX737" fmla="*/ 1572236 w 2131156"/>
              <a:gd name="csY737" fmla="*/ 1009081 h 1366632"/>
              <a:gd name="csX738" fmla="*/ 1574368 w 2131156"/>
              <a:gd name="csY738" fmla="*/ 1012735 h 1366632"/>
              <a:gd name="csX739" fmla="*/ 1576500 w 2131156"/>
              <a:gd name="csY739" fmla="*/ 1016368 h 1366632"/>
              <a:gd name="csX740" fmla="*/ 1578632 w 2131156"/>
              <a:gd name="csY740" fmla="*/ 1019969 h 1366632"/>
              <a:gd name="csX741" fmla="*/ 1580764 w 2131156"/>
              <a:gd name="csY741" fmla="*/ 1023561 h 1366632"/>
              <a:gd name="csX742" fmla="*/ 1582896 w 2131156"/>
              <a:gd name="csY742" fmla="*/ 1027111 h 1366632"/>
              <a:gd name="csX743" fmla="*/ 1585028 w 2131156"/>
              <a:gd name="csY743" fmla="*/ 1030651 h 1366632"/>
              <a:gd name="csX744" fmla="*/ 1587161 w 2131156"/>
              <a:gd name="csY744" fmla="*/ 1034170 h 1366632"/>
              <a:gd name="csX745" fmla="*/ 1589293 w 2131156"/>
              <a:gd name="csY745" fmla="*/ 1037658 h 1366632"/>
              <a:gd name="csX746" fmla="*/ 1591435 w 2131156"/>
              <a:gd name="csY746" fmla="*/ 1041125 h 1366632"/>
              <a:gd name="csX747" fmla="*/ 1593567 w 2131156"/>
              <a:gd name="csY747" fmla="*/ 1044571 h 1366632"/>
              <a:gd name="csX748" fmla="*/ 1595699 w 2131156"/>
              <a:gd name="csY748" fmla="*/ 1047987 h 1366632"/>
              <a:gd name="csX749" fmla="*/ 1597831 w 2131156"/>
              <a:gd name="csY749" fmla="*/ 1051382 h 1366632"/>
              <a:gd name="csX750" fmla="*/ 1599964 w 2131156"/>
              <a:gd name="csY750" fmla="*/ 1054756 h 1366632"/>
              <a:gd name="csX751" fmla="*/ 1602096 w 2131156"/>
              <a:gd name="csY751" fmla="*/ 1058109 h 1366632"/>
              <a:gd name="csX752" fmla="*/ 1604228 w 2131156"/>
              <a:gd name="csY752" fmla="*/ 1061432 h 1366632"/>
              <a:gd name="csX753" fmla="*/ 1606360 w 2131156"/>
              <a:gd name="csY753" fmla="*/ 1064744 h 1366632"/>
              <a:gd name="csX754" fmla="*/ 1608502 w 2131156"/>
              <a:gd name="csY754" fmla="*/ 1068025 h 1366632"/>
              <a:gd name="csX755" fmla="*/ 1610634 w 2131156"/>
              <a:gd name="csY755" fmla="*/ 1071274 h 1366632"/>
              <a:gd name="csX756" fmla="*/ 1612766 w 2131156"/>
              <a:gd name="csY756" fmla="*/ 1074514 h 1366632"/>
              <a:gd name="csX757" fmla="*/ 1614898 w 2131156"/>
              <a:gd name="csY757" fmla="*/ 1077722 h 1366632"/>
              <a:gd name="csX758" fmla="*/ 1617031 w 2131156"/>
              <a:gd name="csY758" fmla="*/ 1080910 h 1366632"/>
              <a:gd name="csX759" fmla="*/ 1619163 w 2131156"/>
              <a:gd name="csY759" fmla="*/ 1084077 h 1366632"/>
              <a:gd name="csX760" fmla="*/ 1621295 w 2131156"/>
              <a:gd name="csY760" fmla="*/ 1087213 h 1366632"/>
              <a:gd name="csX761" fmla="*/ 1623427 w 2131156"/>
              <a:gd name="csY761" fmla="*/ 1090329 h 1366632"/>
              <a:gd name="csX762" fmla="*/ 1625559 w 2131156"/>
              <a:gd name="csY762" fmla="*/ 1093423 h 1366632"/>
              <a:gd name="csX763" fmla="*/ 1627701 w 2131156"/>
              <a:gd name="csY763" fmla="*/ 1096497 h 1366632"/>
              <a:gd name="csX764" fmla="*/ 1629834 w 2131156"/>
              <a:gd name="csY764" fmla="*/ 1099551 h 1366632"/>
              <a:gd name="csX765" fmla="*/ 1631966 w 2131156"/>
              <a:gd name="csY765" fmla="*/ 1102573 h 1366632"/>
              <a:gd name="csX766" fmla="*/ 1634098 w 2131156"/>
              <a:gd name="csY766" fmla="*/ 1105574 h 1366632"/>
              <a:gd name="csX767" fmla="*/ 1636230 w 2131156"/>
              <a:gd name="csY767" fmla="*/ 1108555 h 1366632"/>
              <a:gd name="csX768" fmla="*/ 1638362 w 2131156"/>
              <a:gd name="csY768" fmla="*/ 1111505 h 1366632"/>
              <a:gd name="csX769" fmla="*/ 1640494 w 2131156"/>
              <a:gd name="csY769" fmla="*/ 1114434 h 1366632"/>
              <a:gd name="csX770" fmla="*/ 1642626 w 2131156"/>
              <a:gd name="csY770" fmla="*/ 1117342 h 1366632"/>
              <a:gd name="csX771" fmla="*/ 1644758 w 2131156"/>
              <a:gd name="csY771" fmla="*/ 1120230 h 1366632"/>
              <a:gd name="csX772" fmla="*/ 1646901 w 2131156"/>
              <a:gd name="csY772" fmla="*/ 1123097 h 1366632"/>
              <a:gd name="csX773" fmla="*/ 1649033 w 2131156"/>
              <a:gd name="csY773" fmla="*/ 1125933 h 1366632"/>
              <a:gd name="csX774" fmla="*/ 1651165 w 2131156"/>
              <a:gd name="csY774" fmla="*/ 1128758 h 1366632"/>
              <a:gd name="csX775" fmla="*/ 1653297 w 2131156"/>
              <a:gd name="csY775" fmla="*/ 1131553 h 1366632"/>
              <a:gd name="csX776" fmla="*/ 1655429 w 2131156"/>
              <a:gd name="csY776" fmla="*/ 1134316 h 1366632"/>
              <a:gd name="csX777" fmla="*/ 1657561 w 2131156"/>
              <a:gd name="csY777" fmla="*/ 1137069 h 1366632"/>
              <a:gd name="csX778" fmla="*/ 1659693 w 2131156"/>
              <a:gd name="csY778" fmla="*/ 1139791 h 1366632"/>
              <a:gd name="csX779" fmla="*/ 1661825 w 2131156"/>
              <a:gd name="csY779" fmla="*/ 1142503 h 1366632"/>
              <a:gd name="csX780" fmla="*/ 1663958 w 2131156"/>
              <a:gd name="csY780" fmla="*/ 1145184 h 1366632"/>
              <a:gd name="csX781" fmla="*/ 1666100 w 2131156"/>
              <a:gd name="csY781" fmla="*/ 1147844 h 1366632"/>
              <a:gd name="csX782" fmla="*/ 1668232 w 2131156"/>
              <a:gd name="csY782" fmla="*/ 1150472 h 1366632"/>
              <a:gd name="csX783" fmla="*/ 1670364 w 2131156"/>
              <a:gd name="csY783" fmla="*/ 1153091 h 1366632"/>
              <a:gd name="csX784" fmla="*/ 1672496 w 2131156"/>
              <a:gd name="csY784" fmla="*/ 1155679 h 1366632"/>
              <a:gd name="csX785" fmla="*/ 1674628 w 2131156"/>
              <a:gd name="csY785" fmla="*/ 1158256 h 1366632"/>
              <a:gd name="csX786" fmla="*/ 1676760 w 2131156"/>
              <a:gd name="csY786" fmla="*/ 1160802 h 1366632"/>
              <a:gd name="csX787" fmla="*/ 1678893 w 2131156"/>
              <a:gd name="csY787" fmla="*/ 1163327 h 1366632"/>
              <a:gd name="csX788" fmla="*/ 1681025 w 2131156"/>
              <a:gd name="csY788" fmla="*/ 1165832 h 1366632"/>
              <a:gd name="csX789" fmla="*/ 1683167 w 2131156"/>
              <a:gd name="csY789" fmla="*/ 1168306 h 1366632"/>
              <a:gd name="csX790" fmla="*/ 1685299 w 2131156"/>
              <a:gd name="csY790" fmla="*/ 1170769 h 1366632"/>
              <a:gd name="csX791" fmla="*/ 1687431 w 2131156"/>
              <a:gd name="csY791" fmla="*/ 1173201 h 1366632"/>
              <a:gd name="csX792" fmla="*/ 1689563 w 2131156"/>
              <a:gd name="csY792" fmla="*/ 1175623 h 1366632"/>
              <a:gd name="csX793" fmla="*/ 1691696 w 2131156"/>
              <a:gd name="csY793" fmla="*/ 1178014 h 1366632"/>
              <a:gd name="csX794" fmla="*/ 1693828 w 2131156"/>
              <a:gd name="csY794" fmla="*/ 1180384 h 1366632"/>
              <a:gd name="csX795" fmla="*/ 1695960 w 2131156"/>
              <a:gd name="csY795" fmla="*/ 1182744 h 1366632"/>
              <a:gd name="csX796" fmla="*/ 1698092 w 2131156"/>
              <a:gd name="csY796" fmla="*/ 1185073 h 1366632"/>
              <a:gd name="csX797" fmla="*/ 1700224 w 2131156"/>
              <a:gd name="csY797" fmla="*/ 1187381 h 1366632"/>
              <a:gd name="csX798" fmla="*/ 1702366 w 2131156"/>
              <a:gd name="csY798" fmla="*/ 1189668 h 1366632"/>
              <a:gd name="csX799" fmla="*/ 1704498 w 2131156"/>
              <a:gd name="csY799" fmla="*/ 1191935 h 1366632"/>
              <a:gd name="csX800" fmla="*/ 1706631 w 2131156"/>
              <a:gd name="csY800" fmla="*/ 1194170 h 1366632"/>
              <a:gd name="csX801" fmla="*/ 1708763 w 2131156"/>
              <a:gd name="csY801" fmla="*/ 1196396 h 1366632"/>
              <a:gd name="csX802" fmla="*/ 1710895 w 2131156"/>
              <a:gd name="csY802" fmla="*/ 1198600 h 1366632"/>
              <a:gd name="csX803" fmla="*/ 1713027 w 2131156"/>
              <a:gd name="csY803" fmla="*/ 1200784 h 1366632"/>
              <a:gd name="csX804" fmla="*/ 1715159 w 2131156"/>
              <a:gd name="csY804" fmla="*/ 1202947 h 1366632"/>
              <a:gd name="csX805" fmla="*/ 1717291 w 2131156"/>
              <a:gd name="csY805" fmla="*/ 1205089 h 1366632"/>
              <a:gd name="csX806" fmla="*/ 1719423 w 2131156"/>
              <a:gd name="csY806" fmla="*/ 1207211 h 1366632"/>
              <a:gd name="csX807" fmla="*/ 1721566 w 2131156"/>
              <a:gd name="csY807" fmla="*/ 1209302 h 1366632"/>
              <a:gd name="csX808" fmla="*/ 1723698 w 2131156"/>
              <a:gd name="csY808" fmla="*/ 1211382 h 1366632"/>
              <a:gd name="csX809" fmla="*/ 1725830 w 2131156"/>
              <a:gd name="csY809" fmla="*/ 1213442 h 1366632"/>
              <a:gd name="csX810" fmla="*/ 1727962 w 2131156"/>
              <a:gd name="csY810" fmla="*/ 1215481 h 1366632"/>
              <a:gd name="csX811" fmla="*/ 1730094 w 2131156"/>
              <a:gd name="csY811" fmla="*/ 1217509 h 1366632"/>
              <a:gd name="csX812" fmla="*/ 1732226 w 2131156"/>
              <a:gd name="csY812" fmla="*/ 1219507 h 1366632"/>
              <a:gd name="csX813" fmla="*/ 1734358 w 2131156"/>
              <a:gd name="csY813" fmla="*/ 1221484 h 1366632"/>
              <a:gd name="csX814" fmla="*/ 1736490 w 2131156"/>
              <a:gd name="csY814" fmla="*/ 1223440 h 1366632"/>
              <a:gd name="csX815" fmla="*/ 1738633 w 2131156"/>
              <a:gd name="csY815" fmla="*/ 1225386 h 1366632"/>
              <a:gd name="csX816" fmla="*/ 1740765 w 2131156"/>
              <a:gd name="csY816" fmla="*/ 1227301 h 1366632"/>
              <a:gd name="csX817" fmla="*/ 1742897 w 2131156"/>
              <a:gd name="csY817" fmla="*/ 1229205 h 1366632"/>
              <a:gd name="csX818" fmla="*/ 1745029 w 2131156"/>
              <a:gd name="csY818" fmla="*/ 1231089 h 1366632"/>
              <a:gd name="csX819" fmla="*/ 1747161 w 2131156"/>
              <a:gd name="csY819" fmla="*/ 1232952 h 1366632"/>
              <a:gd name="csX820" fmla="*/ 1749293 w 2131156"/>
              <a:gd name="csY820" fmla="*/ 1234794 h 1366632"/>
              <a:gd name="csX821" fmla="*/ 1751425 w 2131156"/>
              <a:gd name="csY821" fmla="*/ 1236626 h 1366632"/>
              <a:gd name="csX822" fmla="*/ 1753557 w 2131156"/>
              <a:gd name="csY822" fmla="*/ 1238427 h 1366632"/>
              <a:gd name="csX823" fmla="*/ 1755690 w 2131156"/>
              <a:gd name="csY823" fmla="*/ 1240217 h 1366632"/>
              <a:gd name="csX824" fmla="*/ 1757832 w 2131156"/>
              <a:gd name="csY824" fmla="*/ 1241987 h 1366632"/>
              <a:gd name="csX825" fmla="*/ 1759964 w 2131156"/>
              <a:gd name="csY825" fmla="*/ 1243736 h 1366632"/>
              <a:gd name="csX826" fmla="*/ 1762096 w 2131156"/>
              <a:gd name="csY826" fmla="*/ 1245465 h 1366632"/>
              <a:gd name="csX827" fmla="*/ 1764228 w 2131156"/>
              <a:gd name="csY827" fmla="*/ 1247183 h 1366632"/>
              <a:gd name="csX828" fmla="*/ 1766360 w 2131156"/>
              <a:gd name="csY828" fmla="*/ 1248880 h 1366632"/>
              <a:gd name="csX829" fmla="*/ 1768492 w 2131156"/>
              <a:gd name="csY829" fmla="*/ 1250557 h 1366632"/>
              <a:gd name="csX830" fmla="*/ 1770625 w 2131156"/>
              <a:gd name="csY830" fmla="*/ 1252213 h 1366632"/>
              <a:gd name="csX831" fmla="*/ 1772757 w 2131156"/>
              <a:gd name="csY831" fmla="*/ 1253859 h 1366632"/>
              <a:gd name="csX832" fmla="*/ 1774889 w 2131156"/>
              <a:gd name="csY832" fmla="*/ 1255484 h 1366632"/>
              <a:gd name="csX833" fmla="*/ 1777031 w 2131156"/>
              <a:gd name="csY833" fmla="*/ 1257088 h 1366632"/>
              <a:gd name="csX834" fmla="*/ 1779163 w 2131156"/>
              <a:gd name="csY834" fmla="*/ 1258682 h 1366632"/>
              <a:gd name="csX835" fmla="*/ 1781295 w 2131156"/>
              <a:gd name="csY835" fmla="*/ 1260245 h 1366632"/>
              <a:gd name="csX836" fmla="*/ 1783428 w 2131156"/>
              <a:gd name="csY836" fmla="*/ 1261807 h 1366632"/>
              <a:gd name="csX837" fmla="*/ 1785560 w 2131156"/>
              <a:gd name="csY837" fmla="*/ 1263339 h 1366632"/>
              <a:gd name="csX838" fmla="*/ 1787692 w 2131156"/>
              <a:gd name="csY838" fmla="*/ 1264861 h 1366632"/>
              <a:gd name="csX839" fmla="*/ 1789824 w 2131156"/>
              <a:gd name="csY839" fmla="*/ 1266361 h 1366632"/>
              <a:gd name="csX840" fmla="*/ 1791956 w 2131156"/>
              <a:gd name="csY840" fmla="*/ 1267852 h 1366632"/>
              <a:gd name="csX841" fmla="*/ 1794088 w 2131156"/>
              <a:gd name="csY841" fmla="*/ 1269322 h 1366632"/>
              <a:gd name="csX842" fmla="*/ 1796231 w 2131156"/>
              <a:gd name="csY842" fmla="*/ 1270781 h 1366632"/>
              <a:gd name="csX843" fmla="*/ 1798363 w 2131156"/>
              <a:gd name="csY843" fmla="*/ 1272219 h 1366632"/>
              <a:gd name="csX844" fmla="*/ 1800495 w 2131156"/>
              <a:gd name="csY844" fmla="*/ 1273637 h 1366632"/>
              <a:gd name="csX845" fmla="*/ 1802627 w 2131156"/>
              <a:gd name="csY845" fmla="*/ 1275045 h 1366632"/>
              <a:gd name="csX846" fmla="*/ 1804759 w 2131156"/>
              <a:gd name="csY846" fmla="*/ 1276432 h 1366632"/>
              <a:gd name="csX847" fmla="*/ 1806891 w 2131156"/>
              <a:gd name="csY847" fmla="*/ 1277798 h 1366632"/>
              <a:gd name="csX848" fmla="*/ 1809023 w 2131156"/>
              <a:gd name="csY848" fmla="*/ 1279164 h 1366632"/>
              <a:gd name="csX849" fmla="*/ 1811155 w 2131156"/>
              <a:gd name="csY849" fmla="*/ 1280499 h 1366632"/>
              <a:gd name="csX850" fmla="*/ 1813298 w 2131156"/>
              <a:gd name="csY850" fmla="*/ 1281824 h 1366632"/>
              <a:gd name="csX851" fmla="*/ 1815430 w 2131156"/>
              <a:gd name="csY851" fmla="*/ 1283139 h 1366632"/>
              <a:gd name="csX852" fmla="*/ 1817562 w 2131156"/>
              <a:gd name="csY852" fmla="*/ 1284433 h 1366632"/>
              <a:gd name="csX853" fmla="*/ 1819694 w 2131156"/>
              <a:gd name="csY853" fmla="*/ 1285716 h 1366632"/>
              <a:gd name="csX854" fmla="*/ 1821826 w 2131156"/>
              <a:gd name="csY854" fmla="*/ 1286979 h 1366632"/>
              <a:gd name="csX855" fmla="*/ 1823958 w 2131156"/>
              <a:gd name="csY855" fmla="*/ 1288231 h 1366632"/>
              <a:gd name="csX856" fmla="*/ 1826090 w 2131156"/>
              <a:gd name="csY856" fmla="*/ 1289463 h 1366632"/>
              <a:gd name="csX857" fmla="*/ 1828222 w 2131156"/>
              <a:gd name="csY857" fmla="*/ 1290684 h 1366632"/>
              <a:gd name="csX858" fmla="*/ 1830354 w 2131156"/>
              <a:gd name="csY858" fmla="*/ 1291895 h 1366632"/>
              <a:gd name="csX859" fmla="*/ 1832497 w 2131156"/>
              <a:gd name="csY859" fmla="*/ 1293085 h 1366632"/>
              <a:gd name="csX860" fmla="*/ 1834629 w 2131156"/>
              <a:gd name="csY860" fmla="*/ 1294265 h 1366632"/>
              <a:gd name="csX861" fmla="*/ 1836761 w 2131156"/>
              <a:gd name="csY861" fmla="*/ 1295424 h 1366632"/>
              <a:gd name="csX862" fmla="*/ 1838893 w 2131156"/>
              <a:gd name="csY862" fmla="*/ 1296573 h 1366632"/>
              <a:gd name="csX863" fmla="*/ 1841025 w 2131156"/>
              <a:gd name="csY863" fmla="*/ 1297712 h 1366632"/>
              <a:gd name="csX864" fmla="*/ 1843157 w 2131156"/>
              <a:gd name="csY864" fmla="*/ 1298829 h 1366632"/>
              <a:gd name="csX865" fmla="*/ 1845290 w 2131156"/>
              <a:gd name="csY865" fmla="*/ 1299937 h 1366632"/>
              <a:gd name="csX866" fmla="*/ 1847422 w 2131156"/>
              <a:gd name="csY866" fmla="*/ 1301034 h 1366632"/>
              <a:gd name="csX867" fmla="*/ 1849554 w 2131156"/>
              <a:gd name="csY867" fmla="*/ 1302110 h 1366632"/>
              <a:gd name="csX868" fmla="*/ 1851696 w 2131156"/>
              <a:gd name="csY868" fmla="*/ 1303187 h 1366632"/>
              <a:gd name="csX869" fmla="*/ 1853828 w 2131156"/>
              <a:gd name="csY869" fmla="*/ 1304232 h 1366632"/>
              <a:gd name="csX870" fmla="*/ 1855960 w 2131156"/>
              <a:gd name="csY870" fmla="*/ 1305277 h 1366632"/>
              <a:gd name="csX871" fmla="*/ 1858092 w 2131156"/>
              <a:gd name="csY871" fmla="*/ 1306302 h 1366632"/>
              <a:gd name="csX872" fmla="*/ 1860224 w 2131156"/>
              <a:gd name="csY872" fmla="*/ 1307316 h 1366632"/>
              <a:gd name="csX873" fmla="*/ 1862357 w 2131156"/>
              <a:gd name="csY873" fmla="*/ 1308320 h 1366632"/>
              <a:gd name="csX874" fmla="*/ 1864489 w 2131156"/>
              <a:gd name="csY874" fmla="*/ 1309314 h 1366632"/>
              <a:gd name="csX875" fmla="*/ 1866621 w 2131156"/>
              <a:gd name="csY875" fmla="*/ 1310287 h 1366632"/>
              <a:gd name="csX876" fmla="*/ 1868753 w 2131156"/>
              <a:gd name="csY876" fmla="*/ 1311249 h 1366632"/>
              <a:gd name="csX877" fmla="*/ 1870895 w 2131156"/>
              <a:gd name="csY877" fmla="*/ 1312202 h 1366632"/>
              <a:gd name="csX878" fmla="*/ 1873028 w 2131156"/>
              <a:gd name="csY878" fmla="*/ 1313143 h 1366632"/>
              <a:gd name="csX879" fmla="*/ 1875159 w 2131156"/>
              <a:gd name="csY879" fmla="*/ 1314075 h 1366632"/>
              <a:gd name="csX880" fmla="*/ 1877292 w 2131156"/>
              <a:gd name="csY880" fmla="*/ 1314986 h 1366632"/>
              <a:gd name="csX881" fmla="*/ 1879424 w 2131156"/>
              <a:gd name="csY881" fmla="*/ 1315897 h 1366632"/>
              <a:gd name="csX882" fmla="*/ 1881556 w 2131156"/>
              <a:gd name="csY882" fmla="*/ 1316787 h 1366632"/>
              <a:gd name="csX883" fmla="*/ 1883688 w 2131156"/>
              <a:gd name="csY883" fmla="*/ 1317666 h 1366632"/>
              <a:gd name="csX884" fmla="*/ 1885820 w 2131156"/>
              <a:gd name="csY884" fmla="*/ 1318536 h 1366632"/>
              <a:gd name="csX885" fmla="*/ 1887963 w 2131156"/>
              <a:gd name="csY885" fmla="*/ 1319395 h 1366632"/>
              <a:gd name="csX886" fmla="*/ 1890095 w 2131156"/>
              <a:gd name="csY886" fmla="*/ 1320233 h 1366632"/>
              <a:gd name="csX887" fmla="*/ 1892227 w 2131156"/>
              <a:gd name="csY887" fmla="*/ 1321072 h 1366632"/>
              <a:gd name="csX888" fmla="*/ 1894359 w 2131156"/>
              <a:gd name="csY888" fmla="*/ 1321899 h 1366632"/>
              <a:gd name="csX889" fmla="*/ 1896491 w 2131156"/>
              <a:gd name="csY889" fmla="*/ 1322707 h 1366632"/>
              <a:gd name="csX890" fmla="*/ 1898623 w 2131156"/>
              <a:gd name="csY890" fmla="*/ 1323514 h 1366632"/>
              <a:gd name="csX891" fmla="*/ 1900755 w 2131156"/>
              <a:gd name="csY891" fmla="*/ 1324301 h 1366632"/>
              <a:gd name="csX892" fmla="*/ 1902887 w 2131156"/>
              <a:gd name="csY892" fmla="*/ 1325087 h 1366632"/>
              <a:gd name="csX893" fmla="*/ 1905019 w 2131156"/>
              <a:gd name="csY893" fmla="*/ 1325853 h 1366632"/>
              <a:gd name="csX894" fmla="*/ 1907162 w 2131156"/>
              <a:gd name="csY894" fmla="*/ 1326619 h 1366632"/>
              <a:gd name="csX895" fmla="*/ 1909294 w 2131156"/>
              <a:gd name="csY895" fmla="*/ 1327364 h 1366632"/>
              <a:gd name="csX896" fmla="*/ 1911426 w 2131156"/>
              <a:gd name="csY896" fmla="*/ 1328109 h 1366632"/>
              <a:gd name="csX897" fmla="*/ 1913558 w 2131156"/>
              <a:gd name="csY897" fmla="*/ 1328834 h 1366632"/>
              <a:gd name="csX898" fmla="*/ 1915690 w 2131156"/>
              <a:gd name="csY898" fmla="*/ 1329558 h 1366632"/>
              <a:gd name="csX899" fmla="*/ 1917822 w 2131156"/>
              <a:gd name="csY899" fmla="*/ 1330262 h 1366632"/>
              <a:gd name="csX900" fmla="*/ 1919954 w 2131156"/>
              <a:gd name="csY900" fmla="*/ 1330966 h 1366632"/>
              <a:gd name="csX901" fmla="*/ 1922086 w 2131156"/>
              <a:gd name="csY901" fmla="*/ 1331649 h 1366632"/>
              <a:gd name="csX902" fmla="*/ 1924219 w 2131156"/>
              <a:gd name="csY902" fmla="*/ 1332332 h 1366632"/>
              <a:gd name="csX903" fmla="*/ 1926361 w 2131156"/>
              <a:gd name="csY903" fmla="*/ 1333005 h 1366632"/>
              <a:gd name="csX904" fmla="*/ 1928493 w 2131156"/>
              <a:gd name="csY904" fmla="*/ 1333667 h 1366632"/>
              <a:gd name="csX905" fmla="*/ 1930625 w 2131156"/>
              <a:gd name="csY905" fmla="*/ 1334319 h 1366632"/>
              <a:gd name="csX906" fmla="*/ 1932757 w 2131156"/>
              <a:gd name="csY906" fmla="*/ 1334961 h 1366632"/>
              <a:gd name="csX907" fmla="*/ 1934889 w 2131156"/>
              <a:gd name="csY907" fmla="*/ 1335603 h 1366632"/>
              <a:gd name="csX908" fmla="*/ 1937021 w 2131156"/>
              <a:gd name="csY908" fmla="*/ 1336224 h 1366632"/>
              <a:gd name="csX909" fmla="*/ 1939154 w 2131156"/>
              <a:gd name="csY909" fmla="*/ 1336845 h 1366632"/>
              <a:gd name="csX910" fmla="*/ 1941286 w 2131156"/>
              <a:gd name="csY910" fmla="*/ 1337445 h 1366632"/>
              <a:gd name="csX911" fmla="*/ 1943428 w 2131156"/>
              <a:gd name="csY911" fmla="*/ 1338046 h 1366632"/>
              <a:gd name="csX912" fmla="*/ 1945560 w 2131156"/>
              <a:gd name="csY912" fmla="*/ 1338635 h 1366632"/>
              <a:gd name="csX913" fmla="*/ 1947692 w 2131156"/>
              <a:gd name="csY913" fmla="*/ 1339225 h 1366632"/>
              <a:gd name="csX914" fmla="*/ 1949824 w 2131156"/>
              <a:gd name="csY914" fmla="*/ 1339795 h 1366632"/>
              <a:gd name="csX915" fmla="*/ 1951957 w 2131156"/>
              <a:gd name="csY915" fmla="*/ 1340364 h 1366632"/>
              <a:gd name="csX916" fmla="*/ 1954089 w 2131156"/>
              <a:gd name="csY916" fmla="*/ 1340912 h 1366632"/>
              <a:gd name="csX917" fmla="*/ 1956221 w 2131156"/>
              <a:gd name="csY917" fmla="*/ 1341471 h 1366632"/>
              <a:gd name="csX918" fmla="*/ 1958353 w 2131156"/>
              <a:gd name="csY918" fmla="*/ 1342010 h 1366632"/>
              <a:gd name="csX919" fmla="*/ 1960485 w 2131156"/>
              <a:gd name="csY919" fmla="*/ 1342537 h 1366632"/>
              <a:gd name="csX920" fmla="*/ 1962627 w 2131156"/>
              <a:gd name="csY920" fmla="*/ 1343065 h 1366632"/>
              <a:gd name="csX921" fmla="*/ 1964759 w 2131156"/>
              <a:gd name="csY921" fmla="*/ 1343583 h 1366632"/>
              <a:gd name="csX922" fmla="*/ 1966892 w 2131156"/>
              <a:gd name="csY922" fmla="*/ 1344090 h 1366632"/>
              <a:gd name="csX923" fmla="*/ 1969024 w 2131156"/>
              <a:gd name="csY923" fmla="*/ 1344597 h 1366632"/>
              <a:gd name="csX924" fmla="*/ 1971156 w 2131156"/>
              <a:gd name="csY924" fmla="*/ 1345094 h 1366632"/>
              <a:gd name="csX925" fmla="*/ 1973288 w 2131156"/>
              <a:gd name="csY925" fmla="*/ 1345580 h 1366632"/>
              <a:gd name="csX926" fmla="*/ 1975420 w 2131156"/>
              <a:gd name="csY926" fmla="*/ 1346067 h 1366632"/>
              <a:gd name="csX927" fmla="*/ 1977552 w 2131156"/>
              <a:gd name="csY927" fmla="*/ 1346532 h 1366632"/>
              <a:gd name="csX928" fmla="*/ 1979684 w 2131156"/>
              <a:gd name="csY928" fmla="*/ 1346998 h 1366632"/>
              <a:gd name="csX929" fmla="*/ 1981827 w 2131156"/>
              <a:gd name="csY929" fmla="*/ 1347464 h 1366632"/>
              <a:gd name="csX930" fmla="*/ 1983959 w 2131156"/>
              <a:gd name="csY930" fmla="*/ 1347909 h 1366632"/>
              <a:gd name="csX931" fmla="*/ 1986091 w 2131156"/>
              <a:gd name="csY931" fmla="*/ 1348364 h 1366632"/>
              <a:gd name="csX932" fmla="*/ 1988223 w 2131156"/>
              <a:gd name="csY932" fmla="*/ 1348799 h 1366632"/>
              <a:gd name="csX933" fmla="*/ 1990355 w 2131156"/>
              <a:gd name="csY933" fmla="*/ 1349234 h 1366632"/>
              <a:gd name="csX934" fmla="*/ 1992487 w 2131156"/>
              <a:gd name="csY934" fmla="*/ 1349658 h 1366632"/>
              <a:gd name="csX935" fmla="*/ 1994619 w 2131156"/>
              <a:gd name="csY935" fmla="*/ 1350072 h 1366632"/>
              <a:gd name="csX936" fmla="*/ 1996751 w 2131156"/>
              <a:gd name="csY936" fmla="*/ 1350486 h 1366632"/>
              <a:gd name="csX937" fmla="*/ 1998883 w 2131156"/>
              <a:gd name="csY937" fmla="*/ 1350900 h 1366632"/>
              <a:gd name="csX938" fmla="*/ 2001026 w 2131156"/>
              <a:gd name="csY938" fmla="*/ 1351293 h 1366632"/>
              <a:gd name="csX939" fmla="*/ 2003158 w 2131156"/>
              <a:gd name="csY939" fmla="*/ 1351687 h 1366632"/>
              <a:gd name="csX940" fmla="*/ 2005290 w 2131156"/>
              <a:gd name="csY940" fmla="*/ 1352080 h 1366632"/>
              <a:gd name="csX941" fmla="*/ 2007422 w 2131156"/>
              <a:gd name="csY941" fmla="*/ 1352463 h 1366632"/>
              <a:gd name="csX942" fmla="*/ 2009554 w 2131156"/>
              <a:gd name="csY942" fmla="*/ 1352836 h 1366632"/>
              <a:gd name="csX943" fmla="*/ 2011686 w 2131156"/>
              <a:gd name="csY943" fmla="*/ 1353208 h 1366632"/>
              <a:gd name="csX944" fmla="*/ 2013818 w 2131156"/>
              <a:gd name="csY944" fmla="*/ 1353571 h 1366632"/>
              <a:gd name="csX945" fmla="*/ 2015950 w 2131156"/>
              <a:gd name="csY945" fmla="*/ 1353933 h 1366632"/>
              <a:gd name="csX946" fmla="*/ 2018093 w 2131156"/>
              <a:gd name="csY946" fmla="*/ 1354285 h 1366632"/>
              <a:gd name="csX947" fmla="*/ 2020225 w 2131156"/>
              <a:gd name="csY947" fmla="*/ 1354626 h 1366632"/>
              <a:gd name="csX948" fmla="*/ 2022357 w 2131156"/>
              <a:gd name="csY948" fmla="*/ 1354968 h 1366632"/>
              <a:gd name="csX949" fmla="*/ 2024489 w 2131156"/>
              <a:gd name="csY949" fmla="*/ 1355309 h 1366632"/>
              <a:gd name="csX950" fmla="*/ 2026621 w 2131156"/>
              <a:gd name="csY950" fmla="*/ 1355641 h 1366632"/>
              <a:gd name="csX951" fmla="*/ 2028754 w 2131156"/>
              <a:gd name="csY951" fmla="*/ 1355961 h 1366632"/>
              <a:gd name="csX952" fmla="*/ 2030885 w 2131156"/>
              <a:gd name="csY952" fmla="*/ 1356282 h 1366632"/>
              <a:gd name="csX953" fmla="*/ 2033018 w 2131156"/>
              <a:gd name="csY953" fmla="*/ 1356603 h 1366632"/>
              <a:gd name="csX954" fmla="*/ 2035150 w 2131156"/>
              <a:gd name="csY954" fmla="*/ 1356914 h 1366632"/>
              <a:gd name="csX955" fmla="*/ 2037292 w 2131156"/>
              <a:gd name="csY955" fmla="*/ 1357214 h 1366632"/>
              <a:gd name="csX956" fmla="*/ 2039424 w 2131156"/>
              <a:gd name="csY956" fmla="*/ 1357514 h 1366632"/>
              <a:gd name="csX957" fmla="*/ 2041556 w 2131156"/>
              <a:gd name="csY957" fmla="*/ 1357814 h 1366632"/>
              <a:gd name="csX958" fmla="*/ 2043689 w 2131156"/>
              <a:gd name="csY958" fmla="*/ 1358104 h 1366632"/>
              <a:gd name="csX959" fmla="*/ 2045821 w 2131156"/>
              <a:gd name="csY959" fmla="*/ 1358394 h 1366632"/>
              <a:gd name="csX960" fmla="*/ 2047953 w 2131156"/>
              <a:gd name="csY960" fmla="*/ 1358673 h 1366632"/>
              <a:gd name="csX961" fmla="*/ 2050085 w 2131156"/>
              <a:gd name="csY961" fmla="*/ 1358952 h 1366632"/>
              <a:gd name="csX962" fmla="*/ 2052217 w 2131156"/>
              <a:gd name="csY962" fmla="*/ 1359222 h 1366632"/>
              <a:gd name="csX963" fmla="*/ 2054349 w 2131156"/>
              <a:gd name="csY963" fmla="*/ 1359491 h 1366632"/>
              <a:gd name="csX964" fmla="*/ 2056492 w 2131156"/>
              <a:gd name="csY964" fmla="*/ 1359749 h 1366632"/>
              <a:gd name="csX965" fmla="*/ 2058623 w 2131156"/>
              <a:gd name="csY965" fmla="*/ 1360008 h 1366632"/>
              <a:gd name="csX966" fmla="*/ 2060756 w 2131156"/>
              <a:gd name="csY966" fmla="*/ 1360267 h 1366632"/>
              <a:gd name="csX967" fmla="*/ 2062888 w 2131156"/>
              <a:gd name="csY967" fmla="*/ 1360515 h 1366632"/>
              <a:gd name="csX968" fmla="*/ 2065020 w 2131156"/>
              <a:gd name="csY968" fmla="*/ 1360764 h 1366632"/>
              <a:gd name="csX969" fmla="*/ 2067152 w 2131156"/>
              <a:gd name="csY969" fmla="*/ 1361012 h 1366632"/>
              <a:gd name="csX970" fmla="*/ 2069284 w 2131156"/>
              <a:gd name="csY970" fmla="*/ 1361250 h 1366632"/>
              <a:gd name="csX971" fmla="*/ 2071416 w 2131156"/>
              <a:gd name="csY971" fmla="*/ 1361478 h 1366632"/>
              <a:gd name="csX972" fmla="*/ 2073548 w 2131156"/>
              <a:gd name="csY972" fmla="*/ 1361706 h 1366632"/>
              <a:gd name="csX973" fmla="*/ 2075691 w 2131156"/>
              <a:gd name="csY973" fmla="*/ 1361933 h 1366632"/>
              <a:gd name="csX974" fmla="*/ 2077823 w 2131156"/>
              <a:gd name="csY974" fmla="*/ 1362161 h 1366632"/>
              <a:gd name="csX975" fmla="*/ 2079955 w 2131156"/>
              <a:gd name="csY975" fmla="*/ 1362378 h 1366632"/>
              <a:gd name="csX976" fmla="*/ 2082087 w 2131156"/>
              <a:gd name="csY976" fmla="*/ 1362596 h 1366632"/>
              <a:gd name="csX977" fmla="*/ 2084219 w 2131156"/>
              <a:gd name="csY977" fmla="*/ 1362803 h 1366632"/>
              <a:gd name="csX978" fmla="*/ 2086351 w 2131156"/>
              <a:gd name="csY978" fmla="*/ 1363010 h 1366632"/>
              <a:gd name="csX979" fmla="*/ 2088483 w 2131156"/>
              <a:gd name="csY979" fmla="*/ 1363217 h 1366632"/>
              <a:gd name="csX980" fmla="*/ 2090615 w 2131156"/>
              <a:gd name="csY980" fmla="*/ 1363413 h 1366632"/>
              <a:gd name="csX981" fmla="*/ 2092758 w 2131156"/>
              <a:gd name="csY981" fmla="*/ 1363620 h 1366632"/>
              <a:gd name="csX982" fmla="*/ 2094890 w 2131156"/>
              <a:gd name="csY982" fmla="*/ 1363807 h 1366632"/>
              <a:gd name="csX983" fmla="*/ 2097022 w 2131156"/>
              <a:gd name="csY983" fmla="*/ 1364003 h 1366632"/>
              <a:gd name="csX984" fmla="*/ 2099154 w 2131156"/>
              <a:gd name="csY984" fmla="*/ 1364190 h 1366632"/>
              <a:gd name="csX985" fmla="*/ 2101286 w 2131156"/>
              <a:gd name="csY985" fmla="*/ 1364376 h 1366632"/>
              <a:gd name="csX986" fmla="*/ 2103418 w 2131156"/>
              <a:gd name="csY986" fmla="*/ 1364552 h 1366632"/>
              <a:gd name="csX987" fmla="*/ 2105551 w 2131156"/>
              <a:gd name="csY987" fmla="*/ 1364728 h 1366632"/>
              <a:gd name="csX988" fmla="*/ 2107683 w 2131156"/>
              <a:gd name="csY988" fmla="*/ 1364904 h 1366632"/>
              <a:gd name="csX989" fmla="*/ 2109815 w 2131156"/>
              <a:gd name="csY989" fmla="*/ 1365080 h 1366632"/>
              <a:gd name="csX990" fmla="*/ 2111957 w 2131156"/>
              <a:gd name="csY990" fmla="*/ 1365245 h 1366632"/>
              <a:gd name="csX991" fmla="*/ 2114089 w 2131156"/>
              <a:gd name="csY991" fmla="*/ 1365411 h 1366632"/>
              <a:gd name="csX992" fmla="*/ 2116221 w 2131156"/>
              <a:gd name="csY992" fmla="*/ 1365576 h 1366632"/>
              <a:gd name="csX993" fmla="*/ 2118353 w 2131156"/>
              <a:gd name="csY993" fmla="*/ 1365732 h 1366632"/>
              <a:gd name="csX994" fmla="*/ 2120485 w 2131156"/>
              <a:gd name="csY994" fmla="*/ 1365887 h 1366632"/>
              <a:gd name="csX995" fmla="*/ 2122618 w 2131156"/>
              <a:gd name="csY995" fmla="*/ 1366042 h 1366632"/>
              <a:gd name="csX996" fmla="*/ 2124750 w 2131156"/>
              <a:gd name="csY996" fmla="*/ 1366197 h 1366632"/>
              <a:gd name="csX997" fmla="*/ 2126882 w 2131156"/>
              <a:gd name="csY997" fmla="*/ 1366342 h 1366632"/>
              <a:gd name="csX998" fmla="*/ 2129014 w 2131156"/>
              <a:gd name="csY998" fmla="*/ 1366487 h 1366632"/>
              <a:gd name="csX999" fmla="*/ 2131156 w 2131156"/>
              <a:gd name="csY999" fmla="*/ 1366632 h 136663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31156" h="1366632">
                <a:moveTo>
                  <a:pt x="0" y="1354243"/>
                </a:moveTo>
                <a:lnTo>
                  <a:pt x="2133" y="1353891"/>
                </a:lnTo>
                <a:lnTo>
                  <a:pt x="4266" y="1353529"/>
                </a:lnTo>
                <a:lnTo>
                  <a:pt x="6399" y="1353167"/>
                </a:lnTo>
                <a:lnTo>
                  <a:pt x="8533" y="1352794"/>
                </a:lnTo>
                <a:lnTo>
                  <a:pt x="10667" y="1352422"/>
                </a:lnTo>
                <a:lnTo>
                  <a:pt x="12800" y="1352039"/>
                </a:lnTo>
                <a:lnTo>
                  <a:pt x="14933" y="1351645"/>
                </a:lnTo>
                <a:lnTo>
                  <a:pt x="17066" y="1351252"/>
                </a:lnTo>
                <a:lnTo>
                  <a:pt x="19199" y="1350848"/>
                </a:lnTo>
                <a:lnTo>
                  <a:pt x="21332" y="1350445"/>
                </a:lnTo>
                <a:lnTo>
                  <a:pt x="23466" y="1350031"/>
                </a:lnTo>
                <a:lnTo>
                  <a:pt x="25600" y="1349617"/>
                </a:lnTo>
                <a:lnTo>
                  <a:pt x="27733" y="1349182"/>
                </a:lnTo>
                <a:lnTo>
                  <a:pt x="29866" y="1348758"/>
                </a:lnTo>
                <a:lnTo>
                  <a:pt x="31999" y="1348313"/>
                </a:lnTo>
                <a:lnTo>
                  <a:pt x="34132" y="1347868"/>
                </a:lnTo>
                <a:lnTo>
                  <a:pt x="36265" y="1347412"/>
                </a:lnTo>
                <a:lnTo>
                  <a:pt x="38398" y="1346957"/>
                </a:lnTo>
                <a:lnTo>
                  <a:pt x="40533" y="1346491"/>
                </a:lnTo>
                <a:lnTo>
                  <a:pt x="42666" y="1346015"/>
                </a:lnTo>
                <a:lnTo>
                  <a:pt x="44799" y="1345529"/>
                </a:lnTo>
                <a:lnTo>
                  <a:pt x="46932" y="1345042"/>
                </a:lnTo>
                <a:lnTo>
                  <a:pt x="49065" y="1344545"/>
                </a:lnTo>
                <a:lnTo>
                  <a:pt x="51198" y="1344038"/>
                </a:lnTo>
                <a:lnTo>
                  <a:pt x="53333" y="1343531"/>
                </a:lnTo>
                <a:lnTo>
                  <a:pt x="55466" y="1343013"/>
                </a:lnTo>
                <a:lnTo>
                  <a:pt x="57599" y="1342486"/>
                </a:lnTo>
                <a:lnTo>
                  <a:pt x="59732" y="1341947"/>
                </a:lnTo>
                <a:lnTo>
                  <a:pt x="61865" y="1341409"/>
                </a:lnTo>
                <a:lnTo>
                  <a:pt x="63998" y="1340861"/>
                </a:lnTo>
                <a:lnTo>
                  <a:pt x="66131" y="1340302"/>
                </a:lnTo>
                <a:lnTo>
                  <a:pt x="68265" y="1339733"/>
                </a:lnTo>
                <a:lnTo>
                  <a:pt x="70399" y="1339163"/>
                </a:lnTo>
                <a:lnTo>
                  <a:pt x="72532" y="1338573"/>
                </a:lnTo>
                <a:lnTo>
                  <a:pt x="74665" y="1337983"/>
                </a:lnTo>
                <a:lnTo>
                  <a:pt x="76798" y="1337383"/>
                </a:lnTo>
                <a:lnTo>
                  <a:pt x="78931" y="1336772"/>
                </a:lnTo>
                <a:lnTo>
                  <a:pt x="81064" y="1336162"/>
                </a:lnTo>
                <a:lnTo>
                  <a:pt x="83198" y="1335530"/>
                </a:lnTo>
                <a:lnTo>
                  <a:pt x="85332" y="1334899"/>
                </a:lnTo>
                <a:lnTo>
                  <a:pt x="87465" y="1334257"/>
                </a:lnTo>
                <a:lnTo>
                  <a:pt x="89598" y="1333595"/>
                </a:lnTo>
                <a:lnTo>
                  <a:pt x="91731" y="1332933"/>
                </a:lnTo>
                <a:lnTo>
                  <a:pt x="93864" y="1332260"/>
                </a:lnTo>
                <a:lnTo>
                  <a:pt x="95997" y="1331587"/>
                </a:lnTo>
                <a:lnTo>
                  <a:pt x="98131" y="1330894"/>
                </a:lnTo>
                <a:lnTo>
                  <a:pt x="100265" y="1330190"/>
                </a:lnTo>
                <a:lnTo>
                  <a:pt x="102398" y="1329476"/>
                </a:lnTo>
                <a:lnTo>
                  <a:pt x="104531" y="1328761"/>
                </a:lnTo>
                <a:lnTo>
                  <a:pt x="106664" y="1328027"/>
                </a:lnTo>
                <a:lnTo>
                  <a:pt x="108797" y="1327292"/>
                </a:lnTo>
                <a:lnTo>
                  <a:pt x="110930" y="1326536"/>
                </a:lnTo>
                <a:lnTo>
                  <a:pt x="113064" y="1325781"/>
                </a:lnTo>
                <a:lnTo>
                  <a:pt x="115198" y="1325004"/>
                </a:lnTo>
                <a:lnTo>
                  <a:pt x="117331" y="1324218"/>
                </a:lnTo>
                <a:lnTo>
                  <a:pt x="119464" y="1323431"/>
                </a:lnTo>
                <a:lnTo>
                  <a:pt x="121597" y="1322624"/>
                </a:lnTo>
                <a:lnTo>
                  <a:pt x="123730" y="1321817"/>
                </a:lnTo>
                <a:lnTo>
                  <a:pt x="125863" y="1320989"/>
                </a:lnTo>
                <a:lnTo>
                  <a:pt x="127997" y="1320150"/>
                </a:lnTo>
                <a:lnTo>
                  <a:pt x="130131" y="1319302"/>
                </a:lnTo>
                <a:lnTo>
                  <a:pt x="132264" y="1318443"/>
                </a:lnTo>
                <a:lnTo>
                  <a:pt x="134397" y="1317573"/>
                </a:lnTo>
                <a:lnTo>
                  <a:pt x="136530" y="1316693"/>
                </a:lnTo>
                <a:lnTo>
                  <a:pt x="138663" y="1315793"/>
                </a:lnTo>
                <a:lnTo>
                  <a:pt x="140796" y="1314893"/>
                </a:lnTo>
                <a:lnTo>
                  <a:pt x="142930" y="1313971"/>
                </a:lnTo>
                <a:lnTo>
                  <a:pt x="145064" y="1313050"/>
                </a:lnTo>
                <a:lnTo>
                  <a:pt x="147197" y="1312108"/>
                </a:lnTo>
                <a:lnTo>
                  <a:pt x="149330" y="1311156"/>
                </a:lnTo>
                <a:lnTo>
                  <a:pt x="151463" y="1310183"/>
                </a:lnTo>
                <a:lnTo>
                  <a:pt x="153596" y="1309210"/>
                </a:lnTo>
                <a:lnTo>
                  <a:pt x="155730" y="1308217"/>
                </a:lnTo>
                <a:lnTo>
                  <a:pt x="157863" y="1307213"/>
                </a:lnTo>
                <a:lnTo>
                  <a:pt x="159996" y="1306199"/>
                </a:lnTo>
                <a:lnTo>
                  <a:pt x="162130" y="1305164"/>
                </a:lnTo>
                <a:lnTo>
                  <a:pt x="164263" y="1304129"/>
                </a:lnTo>
                <a:lnTo>
                  <a:pt x="166396" y="1303073"/>
                </a:lnTo>
                <a:lnTo>
                  <a:pt x="168529" y="1302007"/>
                </a:lnTo>
                <a:lnTo>
                  <a:pt x="170663" y="1300920"/>
                </a:lnTo>
                <a:lnTo>
                  <a:pt x="172796" y="1299823"/>
                </a:lnTo>
                <a:lnTo>
                  <a:pt x="174929" y="1298716"/>
                </a:lnTo>
                <a:lnTo>
                  <a:pt x="177063" y="1297598"/>
                </a:lnTo>
                <a:lnTo>
                  <a:pt x="179196" y="1296459"/>
                </a:lnTo>
                <a:lnTo>
                  <a:pt x="181329" y="1295310"/>
                </a:lnTo>
                <a:lnTo>
                  <a:pt x="183462" y="1294141"/>
                </a:lnTo>
                <a:lnTo>
                  <a:pt x="185596" y="1292961"/>
                </a:lnTo>
                <a:lnTo>
                  <a:pt x="187729" y="1291771"/>
                </a:lnTo>
                <a:lnTo>
                  <a:pt x="189862" y="1290560"/>
                </a:lnTo>
                <a:lnTo>
                  <a:pt x="191996" y="1289338"/>
                </a:lnTo>
                <a:lnTo>
                  <a:pt x="194129" y="1288096"/>
                </a:lnTo>
                <a:lnTo>
                  <a:pt x="196262" y="1286854"/>
                </a:lnTo>
                <a:lnTo>
                  <a:pt x="198395" y="1285581"/>
                </a:lnTo>
                <a:lnTo>
                  <a:pt x="200529" y="1284298"/>
                </a:lnTo>
                <a:lnTo>
                  <a:pt x="202662" y="1283004"/>
                </a:lnTo>
                <a:lnTo>
                  <a:pt x="204795" y="1281690"/>
                </a:lnTo>
                <a:lnTo>
                  <a:pt x="206929" y="1280365"/>
                </a:lnTo>
                <a:lnTo>
                  <a:pt x="209062" y="1279019"/>
                </a:lnTo>
                <a:lnTo>
                  <a:pt x="211195" y="1277664"/>
                </a:lnTo>
                <a:lnTo>
                  <a:pt x="213328" y="1276287"/>
                </a:lnTo>
                <a:lnTo>
                  <a:pt x="215462" y="1274890"/>
                </a:lnTo>
                <a:lnTo>
                  <a:pt x="217595" y="1273493"/>
                </a:lnTo>
                <a:lnTo>
                  <a:pt x="219728" y="1272064"/>
                </a:lnTo>
                <a:lnTo>
                  <a:pt x="221861" y="1270626"/>
                </a:lnTo>
                <a:lnTo>
                  <a:pt x="223995" y="1269166"/>
                </a:lnTo>
                <a:lnTo>
                  <a:pt x="226128" y="1267697"/>
                </a:lnTo>
                <a:lnTo>
                  <a:pt x="228261" y="1266206"/>
                </a:lnTo>
                <a:lnTo>
                  <a:pt x="230395" y="1264705"/>
                </a:lnTo>
                <a:lnTo>
                  <a:pt x="232528" y="1263184"/>
                </a:lnTo>
                <a:lnTo>
                  <a:pt x="234661" y="1261642"/>
                </a:lnTo>
                <a:lnTo>
                  <a:pt x="236794" y="1260089"/>
                </a:lnTo>
                <a:lnTo>
                  <a:pt x="238928" y="1258516"/>
                </a:lnTo>
                <a:lnTo>
                  <a:pt x="241061" y="1256922"/>
                </a:lnTo>
                <a:lnTo>
                  <a:pt x="243195" y="1255308"/>
                </a:lnTo>
                <a:lnTo>
                  <a:pt x="245328" y="1253683"/>
                </a:lnTo>
                <a:lnTo>
                  <a:pt x="247461" y="1252037"/>
                </a:lnTo>
                <a:lnTo>
                  <a:pt x="249594" y="1250381"/>
                </a:lnTo>
                <a:lnTo>
                  <a:pt x="251727" y="1248704"/>
                </a:lnTo>
                <a:lnTo>
                  <a:pt x="253861" y="1247007"/>
                </a:lnTo>
                <a:lnTo>
                  <a:pt x="255994" y="1245289"/>
                </a:lnTo>
                <a:lnTo>
                  <a:pt x="258128" y="1243550"/>
                </a:lnTo>
                <a:lnTo>
                  <a:pt x="260261" y="1241801"/>
                </a:lnTo>
                <a:lnTo>
                  <a:pt x="262394" y="1240031"/>
                </a:lnTo>
                <a:lnTo>
                  <a:pt x="264527" y="1238240"/>
                </a:lnTo>
                <a:lnTo>
                  <a:pt x="266660" y="1236429"/>
                </a:lnTo>
                <a:lnTo>
                  <a:pt x="268794" y="1234608"/>
                </a:lnTo>
                <a:lnTo>
                  <a:pt x="270927" y="1232755"/>
                </a:lnTo>
                <a:lnTo>
                  <a:pt x="273061" y="1230892"/>
                </a:lnTo>
                <a:lnTo>
                  <a:pt x="275194" y="1229008"/>
                </a:lnTo>
                <a:lnTo>
                  <a:pt x="277327" y="1227104"/>
                </a:lnTo>
                <a:lnTo>
                  <a:pt x="279460" y="1225179"/>
                </a:lnTo>
                <a:lnTo>
                  <a:pt x="281593" y="1223243"/>
                </a:lnTo>
                <a:lnTo>
                  <a:pt x="283727" y="1221277"/>
                </a:lnTo>
                <a:lnTo>
                  <a:pt x="285860" y="1219300"/>
                </a:lnTo>
                <a:lnTo>
                  <a:pt x="287994" y="1217292"/>
                </a:lnTo>
                <a:lnTo>
                  <a:pt x="290127" y="1215274"/>
                </a:lnTo>
                <a:lnTo>
                  <a:pt x="292260" y="1213235"/>
                </a:lnTo>
                <a:lnTo>
                  <a:pt x="294393" y="1211165"/>
                </a:lnTo>
                <a:lnTo>
                  <a:pt x="296526" y="1209085"/>
                </a:lnTo>
                <a:lnTo>
                  <a:pt x="298660" y="1206984"/>
                </a:lnTo>
                <a:lnTo>
                  <a:pt x="300793" y="1204862"/>
                </a:lnTo>
                <a:lnTo>
                  <a:pt x="302927" y="1202719"/>
                </a:lnTo>
                <a:lnTo>
                  <a:pt x="305060" y="1200556"/>
                </a:lnTo>
                <a:lnTo>
                  <a:pt x="307193" y="1198372"/>
                </a:lnTo>
                <a:lnTo>
                  <a:pt x="309326" y="1196168"/>
                </a:lnTo>
                <a:lnTo>
                  <a:pt x="311459" y="1193942"/>
                </a:lnTo>
                <a:lnTo>
                  <a:pt x="313592" y="1191697"/>
                </a:lnTo>
                <a:lnTo>
                  <a:pt x="315726" y="1189430"/>
                </a:lnTo>
                <a:lnTo>
                  <a:pt x="317860" y="1187132"/>
                </a:lnTo>
                <a:lnTo>
                  <a:pt x="319993" y="1184824"/>
                </a:lnTo>
                <a:lnTo>
                  <a:pt x="322126" y="1182495"/>
                </a:lnTo>
                <a:lnTo>
                  <a:pt x="324259" y="1180146"/>
                </a:lnTo>
                <a:lnTo>
                  <a:pt x="326392" y="1177766"/>
                </a:lnTo>
                <a:lnTo>
                  <a:pt x="328525" y="1175375"/>
                </a:lnTo>
                <a:lnTo>
                  <a:pt x="330660" y="1172953"/>
                </a:lnTo>
                <a:lnTo>
                  <a:pt x="332793" y="1170510"/>
                </a:lnTo>
                <a:lnTo>
                  <a:pt x="334926" y="1168047"/>
                </a:lnTo>
                <a:lnTo>
                  <a:pt x="337059" y="1165563"/>
                </a:lnTo>
                <a:lnTo>
                  <a:pt x="339192" y="1163058"/>
                </a:lnTo>
                <a:lnTo>
                  <a:pt x="341325" y="1160533"/>
                </a:lnTo>
                <a:lnTo>
                  <a:pt x="343458" y="1157987"/>
                </a:lnTo>
                <a:lnTo>
                  <a:pt x="345593" y="1155409"/>
                </a:lnTo>
                <a:lnTo>
                  <a:pt x="347726" y="1152822"/>
                </a:lnTo>
                <a:lnTo>
                  <a:pt x="349859" y="1150204"/>
                </a:lnTo>
                <a:lnTo>
                  <a:pt x="351992" y="1147564"/>
                </a:lnTo>
                <a:lnTo>
                  <a:pt x="354125" y="1144904"/>
                </a:lnTo>
                <a:lnTo>
                  <a:pt x="356258" y="1142224"/>
                </a:lnTo>
                <a:lnTo>
                  <a:pt x="358391" y="1139512"/>
                </a:lnTo>
                <a:lnTo>
                  <a:pt x="360526" y="1136779"/>
                </a:lnTo>
                <a:lnTo>
                  <a:pt x="362659" y="1134037"/>
                </a:lnTo>
                <a:lnTo>
                  <a:pt x="364792" y="1131263"/>
                </a:lnTo>
                <a:lnTo>
                  <a:pt x="366925" y="1128458"/>
                </a:lnTo>
                <a:lnTo>
                  <a:pt x="369058" y="1125643"/>
                </a:lnTo>
                <a:lnTo>
                  <a:pt x="371191" y="1122797"/>
                </a:lnTo>
                <a:lnTo>
                  <a:pt x="373324" y="1119930"/>
                </a:lnTo>
                <a:lnTo>
                  <a:pt x="375459" y="1117042"/>
                </a:lnTo>
                <a:lnTo>
                  <a:pt x="377592" y="1114134"/>
                </a:lnTo>
                <a:lnTo>
                  <a:pt x="379725" y="1111194"/>
                </a:lnTo>
                <a:lnTo>
                  <a:pt x="381858" y="1108245"/>
                </a:lnTo>
                <a:lnTo>
                  <a:pt x="383991" y="1105264"/>
                </a:lnTo>
                <a:lnTo>
                  <a:pt x="386124" y="1102252"/>
                </a:lnTo>
                <a:lnTo>
                  <a:pt x="388257" y="1099230"/>
                </a:lnTo>
                <a:lnTo>
                  <a:pt x="390392" y="1096176"/>
                </a:lnTo>
                <a:lnTo>
                  <a:pt x="392525" y="1093103"/>
                </a:lnTo>
                <a:lnTo>
                  <a:pt x="394658" y="1090008"/>
                </a:lnTo>
                <a:lnTo>
                  <a:pt x="396791" y="1086893"/>
                </a:lnTo>
                <a:lnTo>
                  <a:pt x="398924" y="1083746"/>
                </a:lnTo>
                <a:lnTo>
                  <a:pt x="401057" y="1080579"/>
                </a:lnTo>
                <a:lnTo>
                  <a:pt x="403190" y="1077391"/>
                </a:lnTo>
                <a:lnTo>
                  <a:pt x="405324" y="1074172"/>
                </a:lnTo>
                <a:lnTo>
                  <a:pt x="407458" y="1070943"/>
                </a:lnTo>
                <a:lnTo>
                  <a:pt x="409591" y="1067683"/>
                </a:lnTo>
                <a:lnTo>
                  <a:pt x="411724" y="1064392"/>
                </a:lnTo>
                <a:lnTo>
                  <a:pt x="413857" y="1061090"/>
                </a:lnTo>
                <a:lnTo>
                  <a:pt x="415990" y="1057757"/>
                </a:lnTo>
                <a:lnTo>
                  <a:pt x="418124" y="1054404"/>
                </a:lnTo>
                <a:lnTo>
                  <a:pt x="420257" y="1051030"/>
                </a:lnTo>
                <a:lnTo>
                  <a:pt x="422391" y="1047635"/>
                </a:lnTo>
                <a:lnTo>
                  <a:pt x="424524" y="1044209"/>
                </a:lnTo>
                <a:lnTo>
                  <a:pt x="426657" y="1040763"/>
                </a:lnTo>
                <a:lnTo>
                  <a:pt x="428790" y="1037295"/>
                </a:lnTo>
                <a:lnTo>
                  <a:pt x="430923" y="1033797"/>
                </a:lnTo>
                <a:lnTo>
                  <a:pt x="433057" y="1030288"/>
                </a:lnTo>
                <a:lnTo>
                  <a:pt x="435190" y="1026749"/>
                </a:lnTo>
                <a:lnTo>
                  <a:pt x="437324" y="1023178"/>
                </a:lnTo>
                <a:lnTo>
                  <a:pt x="439457" y="1019597"/>
                </a:lnTo>
                <a:lnTo>
                  <a:pt x="441590" y="1015985"/>
                </a:lnTo>
                <a:lnTo>
                  <a:pt x="443723" y="1012362"/>
                </a:lnTo>
                <a:lnTo>
                  <a:pt x="445856" y="1008709"/>
                </a:lnTo>
                <a:lnTo>
                  <a:pt x="447990" y="1005024"/>
                </a:lnTo>
                <a:lnTo>
                  <a:pt x="450123" y="1001329"/>
                </a:lnTo>
                <a:lnTo>
                  <a:pt x="452257" y="997603"/>
                </a:lnTo>
                <a:lnTo>
                  <a:pt x="454390" y="993856"/>
                </a:lnTo>
                <a:lnTo>
                  <a:pt x="456523" y="990089"/>
                </a:lnTo>
                <a:lnTo>
                  <a:pt x="458656" y="986301"/>
                </a:lnTo>
                <a:lnTo>
                  <a:pt x="460789" y="982485"/>
                </a:lnTo>
                <a:lnTo>
                  <a:pt x="462923" y="978649"/>
                </a:lnTo>
                <a:lnTo>
                  <a:pt x="465056" y="974791"/>
                </a:lnTo>
                <a:lnTo>
                  <a:pt x="467190" y="970909"/>
                </a:lnTo>
                <a:lnTo>
                  <a:pt x="469323" y="967006"/>
                </a:lnTo>
                <a:lnTo>
                  <a:pt x="471456" y="963081"/>
                </a:lnTo>
                <a:lnTo>
                  <a:pt x="473589" y="959133"/>
                </a:lnTo>
                <a:lnTo>
                  <a:pt x="475722" y="955164"/>
                </a:lnTo>
                <a:lnTo>
                  <a:pt x="477856" y="951173"/>
                </a:lnTo>
                <a:lnTo>
                  <a:pt x="479989" y="947159"/>
                </a:lnTo>
                <a:lnTo>
                  <a:pt x="482122" y="943125"/>
                </a:lnTo>
                <a:lnTo>
                  <a:pt x="484256" y="939068"/>
                </a:lnTo>
                <a:lnTo>
                  <a:pt x="486389" y="934990"/>
                </a:lnTo>
                <a:lnTo>
                  <a:pt x="488522" y="930890"/>
                </a:lnTo>
                <a:lnTo>
                  <a:pt x="490655" y="926770"/>
                </a:lnTo>
                <a:lnTo>
                  <a:pt x="492789" y="922628"/>
                </a:lnTo>
                <a:lnTo>
                  <a:pt x="494922" y="918464"/>
                </a:lnTo>
                <a:lnTo>
                  <a:pt x="497056" y="914280"/>
                </a:lnTo>
                <a:lnTo>
                  <a:pt x="499189" y="910075"/>
                </a:lnTo>
                <a:lnTo>
                  <a:pt x="501322" y="905850"/>
                </a:lnTo>
                <a:lnTo>
                  <a:pt x="503455" y="901604"/>
                </a:lnTo>
                <a:lnTo>
                  <a:pt x="505588" y="897338"/>
                </a:lnTo>
                <a:lnTo>
                  <a:pt x="507722" y="893051"/>
                </a:lnTo>
                <a:lnTo>
                  <a:pt x="509855" y="888744"/>
                </a:lnTo>
                <a:lnTo>
                  <a:pt x="511988" y="884418"/>
                </a:lnTo>
                <a:lnTo>
                  <a:pt x="514122" y="880071"/>
                </a:lnTo>
                <a:lnTo>
                  <a:pt x="516255" y="875705"/>
                </a:lnTo>
                <a:lnTo>
                  <a:pt x="518388" y="871319"/>
                </a:lnTo>
                <a:lnTo>
                  <a:pt x="520522" y="866914"/>
                </a:lnTo>
                <a:lnTo>
                  <a:pt x="522655" y="862489"/>
                </a:lnTo>
                <a:lnTo>
                  <a:pt x="524788" y="858046"/>
                </a:lnTo>
                <a:lnTo>
                  <a:pt x="526921" y="853584"/>
                </a:lnTo>
                <a:lnTo>
                  <a:pt x="529055" y="849104"/>
                </a:lnTo>
                <a:lnTo>
                  <a:pt x="531188" y="844604"/>
                </a:lnTo>
                <a:lnTo>
                  <a:pt x="533321" y="840087"/>
                </a:lnTo>
                <a:lnTo>
                  <a:pt x="535455" y="835551"/>
                </a:lnTo>
                <a:lnTo>
                  <a:pt x="537588" y="830997"/>
                </a:lnTo>
                <a:lnTo>
                  <a:pt x="539721" y="826427"/>
                </a:lnTo>
                <a:lnTo>
                  <a:pt x="541854" y="821837"/>
                </a:lnTo>
                <a:lnTo>
                  <a:pt x="543988" y="817232"/>
                </a:lnTo>
                <a:lnTo>
                  <a:pt x="546121" y="812608"/>
                </a:lnTo>
                <a:lnTo>
                  <a:pt x="548254" y="807968"/>
                </a:lnTo>
                <a:lnTo>
                  <a:pt x="550388" y="803312"/>
                </a:lnTo>
                <a:lnTo>
                  <a:pt x="552521" y="798639"/>
                </a:lnTo>
                <a:lnTo>
                  <a:pt x="554654" y="793949"/>
                </a:lnTo>
                <a:lnTo>
                  <a:pt x="556787" y="789244"/>
                </a:lnTo>
                <a:lnTo>
                  <a:pt x="558920" y="784524"/>
                </a:lnTo>
                <a:lnTo>
                  <a:pt x="561054" y="779786"/>
                </a:lnTo>
                <a:lnTo>
                  <a:pt x="563187" y="775035"/>
                </a:lnTo>
                <a:lnTo>
                  <a:pt x="565321" y="770268"/>
                </a:lnTo>
                <a:lnTo>
                  <a:pt x="567454" y="765486"/>
                </a:lnTo>
                <a:lnTo>
                  <a:pt x="569587" y="760690"/>
                </a:lnTo>
                <a:lnTo>
                  <a:pt x="571720" y="755879"/>
                </a:lnTo>
                <a:lnTo>
                  <a:pt x="573854" y="751055"/>
                </a:lnTo>
                <a:lnTo>
                  <a:pt x="575987" y="746216"/>
                </a:lnTo>
                <a:lnTo>
                  <a:pt x="578120" y="741364"/>
                </a:lnTo>
                <a:lnTo>
                  <a:pt x="580254" y="736499"/>
                </a:lnTo>
                <a:lnTo>
                  <a:pt x="582387" y="731621"/>
                </a:lnTo>
                <a:lnTo>
                  <a:pt x="584520" y="726729"/>
                </a:lnTo>
                <a:lnTo>
                  <a:pt x="586653" y="721825"/>
                </a:lnTo>
                <a:lnTo>
                  <a:pt x="588786" y="716910"/>
                </a:lnTo>
                <a:lnTo>
                  <a:pt x="590920" y="711983"/>
                </a:lnTo>
                <a:lnTo>
                  <a:pt x="593053" y="707044"/>
                </a:lnTo>
                <a:lnTo>
                  <a:pt x="595187" y="702093"/>
                </a:lnTo>
                <a:lnTo>
                  <a:pt x="597320" y="697131"/>
                </a:lnTo>
                <a:lnTo>
                  <a:pt x="599453" y="692159"/>
                </a:lnTo>
                <a:lnTo>
                  <a:pt x="601586" y="687177"/>
                </a:lnTo>
                <a:lnTo>
                  <a:pt x="603719" y="682184"/>
                </a:lnTo>
                <a:lnTo>
                  <a:pt x="605853" y="677182"/>
                </a:lnTo>
                <a:lnTo>
                  <a:pt x="607987" y="672169"/>
                </a:lnTo>
                <a:lnTo>
                  <a:pt x="610120" y="667149"/>
                </a:lnTo>
                <a:lnTo>
                  <a:pt x="612253" y="662118"/>
                </a:lnTo>
                <a:lnTo>
                  <a:pt x="614386" y="657080"/>
                </a:lnTo>
                <a:lnTo>
                  <a:pt x="616519" y="652032"/>
                </a:lnTo>
                <a:lnTo>
                  <a:pt x="618652" y="646978"/>
                </a:lnTo>
                <a:lnTo>
                  <a:pt x="620786" y="641916"/>
                </a:lnTo>
                <a:lnTo>
                  <a:pt x="622920" y="636847"/>
                </a:lnTo>
                <a:lnTo>
                  <a:pt x="625053" y="631770"/>
                </a:lnTo>
                <a:lnTo>
                  <a:pt x="627186" y="626687"/>
                </a:lnTo>
                <a:lnTo>
                  <a:pt x="629319" y="621598"/>
                </a:lnTo>
                <a:lnTo>
                  <a:pt x="631452" y="616503"/>
                </a:lnTo>
                <a:lnTo>
                  <a:pt x="633585" y="611402"/>
                </a:lnTo>
                <a:lnTo>
                  <a:pt x="635719" y="606297"/>
                </a:lnTo>
                <a:lnTo>
                  <a:pt x="637853" y="601186"/>
                </a:lnTo>
                <a:lnTo>
                  <a:pt x="639986" y="596071"/>
                </a:lnTo>
                <a:lnTo>
                  <a:pt x="642119" y="590953"/>
                </a:lnTo>
                <a:lnTo>
                  <a:pt x="644252" y="585830"/>
                </a:lnTo>
                <a:lnTo>
                  <a:pt x="646385" y="580703"/>
                </a:lnTo>
                <a:lnTo>
                  <a:pt x="648518" y="575575"/>
                </a:lnTo>
                <a:lnTo>
                  <a:pt x="650652" y="570443"/>
                </a:lnTo>
                <a:lnTo>
                  <a:pt x="652786" y="565309"/>
                </a:lnTo>
                <a:lnTo>
                  <a:pt x="654919" y="560173"/>
                </a:lnTo>
                <a:lnTo>
                  <a:pt x="657052" y="555036"/>
                </a:lnTo>
                <a:lnTo>
                  <a:pt x="659185" y="549898"/>
                </a:lnTo>
                <a:lnTo>
                  <a:pt x="661318" y="544759"/>
                </a:lnTo>
                <a:lnTo>
                  <a:pt x="663451" y="539619"/>
                </a:lnTo>
                <a:lnTo>
                  <a:pt x="665584" y="534480"/>
                </a:lnTo>
                <a:lnTo>
                  <a:pt x="667719" y="529341"/>
                </a:lnTo>
                <a:lnTo>
                  <a:pt x="669852" y="524204"/>
                </a:lnTo>
                <a:lnTo>
                  <a:pt x="671985" y="519067"/>
                </a:lnTo>
                <a:lnTo>
                  <a:pt x="674118" y="513931"/>
                </a:lnTo>
                <a:lnTo>
                  <a:pt x="676251" y="508799"/>
                </a:lnTo>
                <a:lnTo>
                  <a:pt x="678384" y="503668"/>
                </a:lnTo>
                <a:lnTo>
                  <a:pt x="680517" y="498541"/>
                </a:lnTo>
                <a:lnTo>
                  <a:pt x="682652" y="493416"/>
                </a:lnTo>
                <a:lnTo>
                  <a:pt x="684785" y="488295"/>
                </a:lnTo>
                <a:lnTo>
                  <a:pt x="686918" y="483178"/>
                </a:lnTo>
                <a:lnTo>
                  <a:pt x="689051" y="478067"/>
                </a:lnTo>
                <a:lnTo>
                  <a:pt x="691184" y="472960"/>
                </a:lnTo>
                <a:lnTo>
                  <a:pt x="693317" y="467857"/>
                </a:lnTo>
                <a:lnTo>
                  <a:pt x="695451" y="462762"/>
                </a:lnTo>
                <a:lnTo>
                  <a:pt x="697585" y="457672"/>
                </a:lnTo>
                <a:lnTo>
                  <a:pt x="699718" y="452588"/>
                </a:lnTo>
                <a:lnTo>
                  <a:pt x="701851" y="447512"/>
                </a:lnTo>
                <a:lnTo>
                  <a:pt x="703984" y="442444"/>
                </a:lnTo>
                <a:lnTo>
                  <a:pt x="706117" y="437383"/>
                </a:lnTo>
                <a:lnTo>
                  <a:pt x="708250" y="432330"/>
                </a:lnTo>
                <a:lnTo>
                  <a:pt x="710384" y="427286"/>
                </a:lnTo>
                <a:lnTo>
                  <a:pt x="712518" y="422251"/>
                </a:lnTo>
                <a:lnTo>
                  <a:pt x="714651" y="417226"/>
                </a:lnTo>
                <a:lnTo>
                  <a:pt x="716784" y="412212"/>
                </a:lnTo>
                <a:lnTo>
                  <a:pt x="718917" y="407207"/>
                </a:lnTo>
                <a:lnTo>
                  <a:pt x="721050" y="402214"/>
                </a:lnTo>
                <a:lnTo>
                  <a:pt x="723183" y="397231"/>
                </a:lnTo>
                <a:lnTo>
                  <a:pt x="725317" y="392261"/>
                </a:lnTo>
                <a:lnTo>
                  <a:pt x="727451" y="387302"/>
                </a:lnTo>
                <a:lnTo>
                  <a:pt x="729584" y="382357"/>
                </a:lnTo>
                <a:lnTo>
                  <a:pt x="731713" y="377424"/>
                </a:lnTo>
                <a:lnTo>
                  <a:pt x="733855" y="372506"/>
                </a:lnTo>
                <a:lnTo>
                  <a:pt x="735987" y="367601"/>
                </a:lnTo>
                <a:lnTo>
                  <a:pt x="738119" y="362710"/>
                </a:lnTo>
                <a:lnTo>
                  <a:pt x="740251" y="357835"/>
                </a:lnTo>
                <a:lnTo>
                  <a:pt x="742384" y="352974"/>
                </a:lnTo>
                <a:lnTo>
                  <a:pt x="744516" y="348130"/>
                </a:lnTo>
                <a:lnTo>
                  <a:pt x="746648" y="343301"/>
                </a:lnTo>
                <a:lnTo>
                  <a:pt x="748780" y="338490"/>
                </a:lnTo>
                <a:lnTo>
                  <a:pt x="750912" y="333695"/>
                </a:lnTo>
                <a:lnTo>
                  <a:pt x="753054" y="328918"/>
                </a:lnTo>
                <a:lnTo>
                  <a:pt x="755186" y="324159"/>
                </a:lnTo>
                <a:lnTo>
                  <a:pt x="757319" y="319419"/>
                </a:lnTo>
                <a:lnTo>
                  <a:pt x="759451" y="314697"/>
                </a:lnTo>
                <a:lnTo>
                  <a:pt x="761583" y="309995"/>
                </a:lnTo>
                <a:lnTo>
                  <a:pt x="763715" y="305313"/>
                </a:lnTo>
                <a:lnTo>
                  <a:pt x="765847" y="300650"/>
                </a:lnTo>
                <a:lnTo>
                  <a:pt x="767979" y="296008"/>
                </a:lnTo>
                <a:lnTo>
                  <a:pt x="770111" y="291388"/>
                </a:lnTo>
                <a:lnTo>
                  <a:pt x="772254" y="286788"/>
                </a:lnTo>
                <a:lnTo>
                  <a:pt x="774386" y="282212"/>
                </a:lnTo>
                <a:lnTo>
                  <a:pt x="776518" y="277658"/>
                </a:lnTo>
                <a:lnTo>
                  <a:pt x="778650" y="273125"/>
                </a:lnTo>
                <a:lnTo>
                  <a:pt x="780782" y="268617"/>
                </a:lnTo>
                <a:lnTo>
                  <a:pt x="782914" y="264132"/>
                </a:lnTo>
                <a:lnTo>
                  <a:pt x="785046" y="259671"/>
                </a:lnTo>
                <a:lnTo>
                  <a:pt x="787178" y="255235"/>
                </a:lnTo>
                <a:lnTo>
                  <a:pt x="789310" y="250825"/>
                </a:lnTo>
                <a:lnTo>
                  <a:pt x="791453" y="246440"/>
                </a:lnTo>
                <a:lnTo>
                  <a:pt x="793585" y="242080"/>
                </a:lnTo>
                <a:lnTo>
                  <a:pt x="795717" y="237747"/>
                </a:lnTo>
                <a:lnTo>
                  <a:pt x="797849" y="233441"/>
                </a:lnTo>
                <a:lnTo>
                  <a:pt x="799981" y="229162"/>
                </a:lnTo>
                <a:lnTo>
                  <a:pt x="802113" y="224911"/>
                </a:lnTo>
                <a:lnTo>
                  <a:pt x="804245" y="220687"/>
                </a:lnTo>
                <a:lnTo>
                  <a:pt x="806378" y="216492"/>
                </a:lnTo>
                <a:lnTo>
                  <a:pt x="808520" y="212326"/>
                </a:lnTo>
                <a:lnTo>
                  <a:pt x="810652" y="208190"/>
                </a:lnTo>
                <a:lnTo>
                  <a:pt x="812784" y="204084"/>
                </a:lnTo>
                <a:lnTo>
                  <a:pt x="814916" y="200007"/>
                </a:lnTo>
                <a:lnTo>
                  <a:pt x="817048" y="195961"/>
                </a:lnTo>
                <a:lnTo>
                  <a:pt x="819181" y="191946"/>
                </a:lnTo>
                <a:lnTo>
                  <a:pt x="821313" y="187962"/>
                </a:lnTo>
                <a:lnTo>
                  <a:pt x="823445" y="184011"/>
                </a:lnTo>
                <a:lnTo>
                  <a:pt x="825577" y="180091"/>
                </a:lnTo>
                <a:lnTo>
                  <a:pt x="827719" y="176205"/>
                </a:lnTo>
                <a:lnTo>
                  <a:pt x="829851" y="172350"/>
                </a:lnTo>
                <a:lnTo>
                  <a:pt x="831983" y="168530"/>
                </a:lnTo>
                <a:lnTo>
                  <a:pt x="834115" y="164744"/>
                </a:lnTo>
                <a:lnTo>
                  <a:pt x="836248" y="160992"/>
                </a:lnTo>
                <a:lnTo>
                  <a:pt x="838380" y="157275"/>
                </a:lnTo>
                <a:lnTo>
                  <a:pt x="840512" y="153592"/>
                </a:lnTo>
                <a:lnTo>
                  <a:pt x="842644" y="149945"/>
                </a:lnTo>
                <a:lnTo>
                  <a:pt x="844776" y="146334"/>
                </a:lnTo>
                <a:lnTo>
                  <a:pt x="846918" y="142759"/>
                </a:lnTo>
                <a:lnTo>
                  <a:pt x="849051" y="139220"/>
                </a:lnTo>
                <a:lnTo>
                  <a:pt x="851183" y="135718"/>
                </a:lnTo>
                <a:lnTo>
                  <a:pt x="853315" y="132254"/>
                </a:lnTo>
                <a:lnTo>
                  <a:pt x="855447" y="128827"/>
                </a:lnTo>
                <a:lnTo>
                  <a:pt x="857579" y="125438"/>
                </a:lnTo>
                <a:lnTo>
                  <a:pt x="859711" y="122089"/>
                </a:lnTo>
                <a:lnTo>
                  <a:pt x="861843" y="118777"/>
                </a:lnTo>
                <a:lnTo>
                  <a:pt x="863986" y="115504"/>
                </a:lnTo>
                <a:lnTo>
                  <a:pt x="866118" y="112272"/>
                </a:lnTo>
                <a:lnTo>
                  <a:pt x="868250" y="109079"/>
                </a:lnTo>
                <a:lnTo>
                  <a:pt x="870382" y="105925"/>
                </a:lnTo>
                <a:lnTo>
                  <a:pt x="872514" y="102813"/>
                </a:lnTo>
                <a:lnTo>
                  <a:pt x="874646" y="99741"/>
                </a:lnTo>
                <a:lnTo>
                  <a:pt x="876778" y="96711"/>
                </a:lnTo>
                <a:lnTo>
                  <a:pt x="878910" y="93722"/>
                </a:lnTo>
                <a:lnTo>
                  <a:pt x="881042" y="90775"/>
                </a:lnTo>
                <a:lnTo>
                  <a:pt x="883185" y="87870"/>
                </a:lnTo>
                <a:lnTo>
                  <a:pt x="885317" y="85007"/>
                </a:lnTo>
                <a:lnTo>
                  <a:pt x="887449" y="82188"/>
                </a:lnTo>
                <a:lnTo>
                  <a:pt x="889581" y="79411"/>
                </a:lnTo>
                <a:lnTo>
                  <a:pt x="891713" y="76677"/>
                </a:lnTo>
                <a:lnTo>
                  <a:pt x="893845" y="73988"/>
                </a:lnTo>
                <a:lnTo>
                  <a:pt x="895977" y="71342"/>
                </a:lnTo>
                <a:lnTo>
                  <a:pt x="898110" y="68741"/>
                </a:lnTo>
                <a:lnTo>
                  <a:pt x="900242" y="66184"/>
                </a:lnTo>
                <a:lnTo>
                  <a:pt x="902384" y="63671"/>
                </a:lnTo>
                <a:lnTo>
                  <a:pt x="904516" y="61205"/>
                </a:lnTo>
                <a:lnTo>
                  <a:pt x="906648" y="58783"/>
                </a:lnTo>
                <a:lnTo>
                  <a:pt x="908780" y="56408"/>
                </a:lnTo>
                <a:lnTo>
                  <a:pt x="910913" y="54078"/>
                </a:lnTo>
                <a:lnTo>
                  <a:pt x="913045" y="51794"/>
                </a:lnTo>
                <a:lnTo>
                  <a:pt x="915177" y="49556"/>
                </a:lnTo>
                <a:lnTo>
                  <a:pt x="917309" y="47366"/>
                </a:lnTo>
                <a:lnTo>
                  <a:pt x="919441" y="45222"/>
                </a:lnTo>
                <a:lnTo>
                  <a:pt x="921583" y="43125"/>
                </a:lnTo>
                <a:lnTo>
                  <a:pt x="923715" y="41076"/>
                </a:lnTo>
                <a:lnTo>
                  <a:pt x="925847" y="39075"/>
                </a:lnTo>
                <a:lnTo>
                  <a:pt x="927980" y="37121"/>
                </a:lnTo>
                <a:lnTo>
                  <a:pt x="930112" y="35215"/>
                </a:lnTo>
                <a:lnTo>
                  <a:pt x="932244" y="33358"/>
                </a:lnTo>
                <a:lnTo>
                  <a:pt x="934376" y="31549"/>
                </a:lnTo>
                <a:lnTo>
                  <a:pt x="936508" y="29789"/>
                </a:lnTo>
                <a:lnTo>
                  <a:pt x="938650" y="28077"/>
                </a:lnTo>
                <a:lnTo>
                  <a:pt x="940783" y="26415"/>
                </a:lnTo>
                <a:lnTo>
                  <a:pt x="942915" y="24802"/>
                </a:lnTo>
                <a:lnTo>
                  <a:pt x="945047" y="23239"/>
                </a:lnTo>
                <a:lnTo>
                  <a:pt x="947179" y="21725"/>
                </a:lnTo>
                <a:lnTo>
                  <a:pt x="949311" y="20261"/>
                </a:lnTo>
                <a:lnTo>
                  <a:pt x="951443" y="18846"/>
                </a:lnTo>
                <a:lnTo>
                  <a:pt x="953575" y="17482"/>
                </a:lnTo>
                <a:lnTo>
                  <a:pt x="955707" y="16169"/>
                </a:lnTo>
                <a:lnTo>
                  <a:pt x="957850" y="14905"/>
                </a:lnTo>
                <a:lnTo>
                  <a:pt x="959982" y="13693"/>
                </a:lnTo>
                <a:lnTo>
                  <a:pt x="962114" y="12531"/>
                </a:lnTo>
                <a:lnTo>
                  <a:pt x="964246" y="11419"/>
                </a:lnTo>
                <a:lnTo>
                  <a:pt x="966378" y="10359"/>
                </a:lnTo>
                <a:lnTo>
                  <a:pt x="968510" y="9350"/>
                </a:lnTo>
                <a:lnTo>
                  <a:pt x="970642" y="8392"/>
                </a:lnTo>
                <a:lnTo>
                  <a:pt x="972774" y="7485"/>
                </a:lnTo>
                <a:lnTo>
                  <a:pt x="974906" y="6630"/>
                </a:lnTo>
                <a:lnTo>
                  <a:pt x="977049" y="5826"/>
                </a:lnTo>
                <a:lnTo>
                  <a:pt x="979181" y="5074"/>
                </a:lnTo>
                <a:lnTo>
                  <a:pt x="981313" y="4374"/>
                </a:lnTo>
                <a:lnTo>
                  <a:pt x="983445" y="3725"/>
                </a:lnTo>
                <a:lnTo>
                  <a:pt x="985577" y="3128"/>
                </a:lnTo>
                <a:lnTo>
                  <a:pt x="987709" y="2584"/>
                </a:lnTo>
                <a:lnTo>
                  <a:pt x="989842" y="2091"/>
                </a:lnTo>
                <a:lnTo>
                  <a:pt x="991974" y="1650"/>
                </a:lnTo>
                <a:lnTo>
                  <a:pt x="994106" y="1261"/>
                </a:lnTo>
                <a:lnTo>
                  <a:pt x="996248" y="924"/>
                </a:lnTo>
                <a:lnTo>
                  <a:pt x="998380" y="640"/>
                </a:lnTo>
                <a:lnTo>
                  <a:pt x="1000512" y="407"/>
                </a:lnTo>
                <a:lnTo>
                  <a:pt x="1002645" y="227"/>
                </a:lnTo>
                <a:lnTo>
                  <a:pt x="1004777" y="99"/>
                </a:lnTo>
                <a:lnTo>
                  <a:pt x="1006909" y="23"/>
                </a:lnTo>
                <a:lnTo>
                  <a:pt x="1009041" y="0"/>
                </a:lnTo>
                <a:lnTo>
                  <a:pt x="1011173" y="29"/>
                </a:lnTo>
                <a:lnTo>
                  <a:pt x="1013315" y="110"/>
                </a:lnTo>
                <a:lnTo>
                  <a:pt x="1015447" y="243"/>
                </a:lnTo>
                <a:lnTo>
                  <a:pt x="1017580" y="429"/>
                </a:lnTo>
                <a:lnTo>
                  <a:pt x="1019712" y="667"/>
                </a:lnTo>
                <a:lnTo>
                  <a:pt x="1021844" y="957"/>
                </a:lnTo>
                <a:lnTo>
                  <a:pt x="1023976" y="1299"/>
                </a:lnTo>
                <a:lnTo>
                  <a:pt x="1026108" y="1693"/>
                </a:lnTo>
                <a:lnTo>
                  <a:pt x="1028240" y="2140"/>
                </a:lnTo>
                <a:lnTo>
                  <a:pt x="1030372" y="2638"/>
                </a:lnTo>
                <a:lnTo>
                  <a:pt x="1032515" y="3188"/>
                </a:lnTo>
                <a:lnTo>
                  <a:pt x="1034647" y="3791"/>
                </a:lnTo>
                <a:lnTo>
                  <a:pt x="1036779" y="4445"/>
                </a:lnTo>
                <a:lnTo>
                  <a:pt x="1038911" y="5150"/>
                </a:lnTo>
                <a:lnTo>
                  <a:pt x="1041043" y="5908"/>
                </a:lnTo>
                <a:lnTo>
                  <a:pt x="1043175" y="6717"/>
                </a:lnTo>
                <a:lnTo>
                  <a:pt x="1045307" y="7578"/>
                </a:lnTo>
                <a:lnTo>
                  <a:pt x="1047439" y="8490"/>
                </a:lnTo>
                <a:lnTo>
                  <a:pt x="1049571" y="9453"/>
                </a:lnTo>
                <a:lnTo>
                  <a:pt x="1051714" y="10467"/>
                </a:lnTo>
                <a:lnTo>
                  <a:pt x="1053846" y="11533"/>
                </a:lnTo>
                <a:lnTo>
                  <a:pt x="1055978" y="12650"/>
                </a:lnTo>
                <a:lnTo>
                  <a:pt x="1058110" y="13817"/>
                </a:lnTo>
                <a:lnTo>
                  <a:pt x="1060242" y="15035"/>
                </a:lnTo>
                <a:lnTo>
                  <a:pt x="1062374" y="16304"/>
                </a:lnTo>
                <a:lnTo>
                  <a:pt x="1064507" y="17623"/>
                </a:lnTo>
                <a:lnTo>
                  <a:pt x="1066639" y="18992"/>
                </a:lnTo>
                <a:lnTo>
                  <a:pt x="1068781" y="20411"/>
                </a:lnTo>
                <a:lnTo>
                  <a:pt x="1070913" y="21880"/>
                </a:lnTo>
                <a:lnTo>
                  <a:pt x="1073045" y="23399"/>
                </a:lnTo>
                <a:lnTo>
                  <a:pt x="1075177" y="24968"/>
                </a:lnTo>
                <a:lnTo>
                  <a:pt x="1077309" y="26586"/>
                </a:lnTo>
                <a:lnTo>
                  <a:pt x="1079441" y="28254"/>
                </a:lnTo>
                <a:lnTo>
                  <a:pt x="1081574" y="29970"/>
                </a:lnTo>
                <a:lnTo>
                  <a:pt x="1083706" y="31735"/>
                </a:lnTo>
                <a:lnTo>
                  <a:pt x="1085838" y="33549"/>
                </a:lnTo>
                <a:lnTo>
                  <a:pt x="1087980" y="35412"/>
                </a:lnTo>
                <a:lnTo>
                  <a:pt x="1090112" y="37323"/>
                </a:lnTo>
                <a:lnTo>
                  <a:pt x="1092244" y="39281"/>
                </a:lnTo>
                <a:lnTo>
                  <a:pt x="1094377" y="41288"/>
                </a:lnTo>
                <a:lnTo>
                  <a:pt x="1096509" y="43342"/>
                </a:lnTo>
                <a:lnTo>
                  <a:pt x="1098641" y="45444"/>
                </a:lnTo>
                <a:lnTo>
                  <a:pt x="1100773" y="47592"/>
                </a:lnTo>
                <a:lnTo>
                  <a:pt x="1102905" y="49788"/>
                </a:lnTo>
                <a:lnTo>
                  <a:pt x="1105037" y="52030"/>
                </a:lnTo>
                <a:lnTo>
                  <a:pt x="1107180" y="54319"/>
                </a:lnTo>
                <a:lnTo>
                  <a:pt x="1109312" y="56653"/>
                </a:lnTo>
                <a:lnTo>
                  <a:pt x="1111444" y="59035"/>
                </a:lnTo>
                <a:lnTo>
                  <a:pt x="1113576" y="61461"/>
                </a:lnTo>
                <a:lnTo>
                  <a:pt x="1115708" y="63932"/>
                </a:lnTo>
                <a:lnTo>
                  <a:pt x="1117840" y="66449"/>
                </a:lnTo>
                <a:lnTo>
                  <a:pt x="1119972" y="69010"/>
                </a:lnTo>
                <a:lnTo>
                  <a:pt x="1122104" y="71616"/>
                </a:lnTo>
                <a:lnTo>
                  <a:pt x="1124236" y="74267"/>
                </a:lnTo>
                <a:lnTo>
                  <a:pt x="1126379" y="76961"/>
                </a:lnTo>
                <a:lnTo>
                  <a:pt x="1128511" y="79698"/>
                </a:lnTo>
                <a:lnTo>
                  <a:pt x="1130643" y="82480"/>
                </a:lnTo>
                <a:lnTo>
                  <a:pt x="1132775" y="85304"/>
                </a:lnTo>
                <a:lnTo>
                  <a:pt x="1134907" y="88171"/>
                </a:lnTo>
                <a:lnTo>
                  <a:pt x="1137039" y="91080"/>
                </a:lnTo>
                <a:lnTo>
                  <a:pt x="1139171" y="94032"/>
                </a:lnTo>
                <a:lnTo>
                  <a:pt x="1141303" y="97025"/>
                </a:lnTo>
                <a:lnTo>
                  <a:pt x="1143446" y="100060"/>
                </a:lnTo>
                <a:lnTo>
                  <a:pt x="1145578" y="103136"/>
                </a:lnTo>
                <a:lnTo>
                  <a:pt x="1147710" y="106253"/>
                </a:lnTo>
                <a:lnTo>
                  <a:pt x="1149842" y="109410"/>
                </a:lnTo>
                <a:lnTo>
                  <a:pt x="1151974" y="112607"/>
                </a:lnTo>
                <a:lnTo>
                  <a:pt x="1154106" y="115845"/>
                </a:lnTo>
                <a:lnTo>
                  <a:pt x="1156239" y="119120"/>
                </a:lnTo>
                <a:lnTo>
                  <a:pt x="1158371" y="122437"/>
                </a:lnTo>
                <a:lnTo>
                  <a:pt x="1160503" y="125791"/>
                </a:lnTo>
                <a:lnTo>
                  <a:pt x="1162645" y="129184"/>
                </a:lnTo>
                <a:lnTo>
                  <a:pt x="1164777" y="132614"/>
                </a:lnTo>
                <a:lnTo>
                  <a:pt x="1166909" y="136082"/>
                </a:lnTo>
                <a:lnTo>
                  <a:pt x="1169041" y="139588"/>
                </a:lnTo>
                <a:lnTo>
                  <a:pt x="1171174" y="143130"/>
                </a:lnTo>
                <a:lnTo>
                  <a:pt x="1173306" y="146709"/>
                </a:lnTo>
                <a:lnTo>
                  <a:pt x="1175438" y="150324"/>
                </a:lnTo>
                <a:lnTo>
                  <a:pt x="1177570" y="153975"/>
                </a:lnTo>
                <a:lnTo>
                  <a:pt x="1179702" y="157661"/>
                </a:lnTo>
                <a:lnTo>
                  <a:pt x="1181844" y="161383"/>
                </a:lnTo>
                <a:lnTo>
                  <a:pt x="1183976" y="165138"/>
                </a:lnTo>
                <a:lnTo>
                  <a:pt x="1186109" y="168928"/>
                </a:lnTo>
                <a:lnTo>
                  <a:pt x="1188241" y="172752"/>
                </a:lnTo>
                <a:lnTo>
                  <a:pt x="1190373" y="176608"/>
                </a:lnTo>
                <a:lnTo>
                  <a:pt x="1192505" y="180499"/>
                </a:lnTo>
                <a:lnTo>
                  <a:pt x="1194637" y="184422"/>
                </a:lnTo>
                <a:lnTo>
                  <a:pt x="1196769" y="188377"/>
                </a:lnTo>
                <a:lnTo>
                  <a:pt x="1198912" y="192363"/>
                </a:lnTo>
                <a:lnTo>
                  <a:pt x="1201044" y="196382"/>
                </a:lnTo>
                <a:lnTo>
                  <a:pt x="1203176" y="200431"/>
                </a:lnTo>
                <a:lnTo>
                  <a:pt x="1205308" y="204511"/>
                </a:lnTo>
                <a:lnTo>
                  <a:pt x="1207440" y="208621"/>
                </a:lnTo>
                <a:lnTo>
                  <a:pt x="1209572" y="212760"/>
                </a:lnTo>
                <a:lnTo>
                  <a:pt x="1211704" y="216929"/>
                </a:lnTo>
                <a:lnTo>
                  <a:pt x="1213836" y="221127"/>
                </a:lnTo>
                <a:lnTo>
                  <a:pt x="1215968" y="225353"/>
                </a:lnTo>
                <a:lnTo>
                  <a:pt x="1218111" y="229608"/>
                </a:lnTo>
                <a:lnTo>
                  <a:pt x="1220243" y="233889"/>
                </a:lnTo>
                <a:lnTo>
                  <a:pt x="1222375" y="238198"/>
                </a:lnTo>
                <a:lnTo>
                  <a:pt x="1224507" y="242534"/>
                </a:lnTo>
                <a:lnTo>
                  <a:pt x="1226639" y="246896"/>
                </a:lnTo>
                <a:lnTo>
                  <a:pt x="1228771" y="251285"/>
                </a:lnTo>
                <a:lnTo>
                  <a:pt x="1230903" y="255698"/>
                </a:lnTo>
                <a:lnTo>
                  <a:pt x="1233035" y="260136"/>
                </a:lnTo>
                <a:lnTo>
                  <a:pt x="1235167" y="264599"/>
                </a:lnTo>
                <a:lnTo>
                  <a:pt x="1237310" y="269087"/>
                </a:lnTo>
                <a:lnTo>
                  <a:pt x="1239442" y="273597"/>
                </a:lnTo>
                <a:lnTo>
                  <a:pt x="1241574" y="278132"/>
                </a:lnTo>
                <a:lnTo>
                  <a:pt x="1243706" y="282689"/>
                </a:lnTo>
                <a:lnTo>
                  <a:pt x="1245838" y="287267"/>
                </a:lnTo>
                <a:lnTo>
                  <a:pt x="1247970" y="291869"/>
                </a:lnTo>
                <a:lnTo>
                  <a:pt x="1250103" y="296492"/>
                </a:lnTo>
                <a:lnTo>
                  <a:pt x="1252235" y="301135"/>
                </a:lnTo>
                <a:lnTo>
                  <a:pt x="1254367" y="305800"/>
                </a:lnTo>
                <a:lnTo>
                  <a:pt x="1256509" y="310485"/>
                </a:lnTo>
                <a:lnTo>
                  <a:pt x="1258641" y="315190"/>
                </a:lnTo>
                <a:lnTo>
                  <a:pt x="1260773" y="319913"/>
                </a:lnTo>
                <a:lnTo>
                  <a:pt x="1262906" y="324656"/>
                </a:lnTo>
                <a:lnTo>
                  <a:pt x="1265038" y="329417"/>
                </a:lnTo>
                <a:lnTo>
                  <a:pt x="1267170" y="334195"/>
                </a:lnTo>
                <a:lnTo>
                  <a:pt x="1269302" y="338992"/>
                </a:lnTo>
                <a:lnTo>
                  <a:pt x="1271434" y="343805"/>
                </a:lnTo>
                <a:lnTo>
                  <a:pt x="1273576" y="348635"/>
                </a:lnTo>
                <a:lnTo>
                  <a:pt x="1275708" y="353482"/>
                </a:lnTo>
                <a:lnTo>
                  <a:pt x="1277841" y="358343"/>
                </a:lnTo>
                <a:lnTo>
                  <a:pt x="1279973" y="363220"/>
                </a:lnTo>
                <a:lnTo>
                  <a:pt x="1282105" y="368112"/>
                </a:lnTo>
                <a:lnTo>
                  <a:pt x="1284237" y="373018"/>
                </a:lnTo>
                <a:lnTo>
                  <a:pt x="1286369" y="377939"/>
                </a:lnTo>
                <a:lnTo>
                  <a:pt x="1288501" y="382872"/>
                </a:lnTo>
                <a:lnTo>
                  <a:pt x="1290633" y="387820"/>
                </a:lnTo>
                <a:lnTo>
                  <a:pt x="1292776" y="392779"/>
                </a:lnTo>
                <a:lnTo>
                  <a:pt x="1294908" y="397751"/>
                </a:lnTo>
                <a:lnTo>
                  <a:pt x="1297040" y="402734"/>
                </a:lnTo>
                <a:lnTo>
                  <a:pt x="1299172" y="407729"/>
                </a:lnTo>
                <a:lnTo>
                  <a:pt x="1301304" y="412734"/>
                </a:lnTo>
                <a:lnTo>
                  <a:pt x="1303436" y="417751"/>
                </a:lnTo>
                <a:lnTo>
                  <a:pt x="1305568" y="422777"/>
                </a:lnTo>
                <a:lnTo>
                  <a:pt x="1307700" y="427812"/>
                </a:lnTo>
                <a:lnTo>
                  <a:pt x="1309832" y="432857"/>
                </a:lnTo>
                <a:lnTo>
                  <a:pt x="1311975" y="437911"/>
                </a:lnTo>
                <a:lnTo>
                  <a:pt x="1314107" y="442973"/>
                </a:lnTo>
                <a:lnTo>
                  <a:pt x="1316239" y="448042"/>
                </a:lnTo>
                <a:lnTo>
                  <a:pt x="1318371" y="453119"/>
                </a:lnTo>
                <a:lnTo>
                  <a:pt x="1320503" y="458203"/>
                </a:lnTo>
                <a:lnTo>
                  <a:pt x="1322635" y="463294"/>
                </a:lnTo>
                <a:lnTo>
                  <a:pt x="1324767" y="468390"/>
                </a:lnTo>
                <a:lnTo>
                  <a:pt x="1326900" y="473493"/>
                </a:lnTo>
                <a:lnTo>
                  <a:pt x="1329032" y="478601"/>
                </a:lnTo>
                <a:lnTo>
                  <a:pt x="1331174" y="483712"/>
                </a:lnTo>
                <a:lnTo>
                  <a:pt x="1333306" y="488830"/>
                </a:lnTo>
                <a:lnTo>
                  <a:pt x="1335438" y="493951"/>
                </a:lnTo>
                <a:lnTo>
                  <a:pt x="1337570" y="499076"/>
                </a:lnTo>
                <a:lnTo>
                  <a:pt x="1339702" y="504203"/>
                </a:lnTo>
                <a:lnTo>
                  <a:pt x="1341835" y="509335"/>
                </a:lnTo>
                <a:lnTo>
                  <a:pt x="1343967" y="514467"/>
                </a:lnTo>
                <a:lnTo>
                  <a:pt x="1346099" y="519603"/>
                </a:lnTo>
                <a:lnTo>
                  <a:pt x="1348241" y="524740"/>
                </a:lnTo>
                <a:lnTo>
                  <a:pt x="1350373" y="529878"/>
                </a:lnTo>
                <a:lnTo>
                  <a:pt x="1352505" y="535016"/>
                </a:lnTo>
                <a:lnTo>
                  <a:pt x="1354638" y="540156"/>
                </a:lnTo>
                <a:lnTo>
                  <a:pt x="1356770" y="545296"/>
                </a:lnTo>
                <a:lnTo>
                  <a:pt x="1358902" y="550435"/>
                </a:lnTo>
                <a:lnTo>
                  <a:pt x="1361034" y="555572"/>
                </a:lnTo>
                <a:lnTo>
                  <a:pt x="1363166" y="560710"/>
                </a:lnTo>
                <a:lnTo>
                  <a:pt x="1365298" y="565845"/>
                </a:lnTo>
                <a:lnTo>
                  <a:pt x="1367440" y="570978"/>
                </a:lnTo>
                <a:lnTo>
                  <a:pt x="1369573" y="576110"/>
                </a:lnTo>
                <a:lnTo>
                  <a:pt x="1371705" y="581239"/>
                </a:lnTo>
                <a:lnTo>
                  <a:pt x="1373837" y="586365"/>
                </a:lnTo>
                <a:lnTo>
                  <a:pt x="1375969" y="591487"/>
                </a:lnTo>
                <a:lnTo>
                  <a:pt x="1378101" y="596606"/>
                </a:lnTo>
                <a:lnTo>
                  <a:pt x="1380233" y="601720"/>
                </a:lnTo>
                <a:lnTo>
                  <a:pt x="1382365" y="606830"/>
                </a:lnTo>
                <a:lnTo>
                  <a:pt x="1384497" y="611935"/>
                </a:lnTo>
                <a:lnTo>
                  <a:pt x="1386640" y="617035"/>
                </a:lnTo>
                <a:lnTo>
                  <a:pt x="1388772" y="622129"/>
                </a:lnTo>
                <a:lnTo>
                  <a:pt x="1390904" y="627218"/>
                </a:lnTo>
                <a:lnTo>
                  <a:pt x="1393036" y="632300"/>
                </a:lnTo>
                <a:lnTo>
                  <a:pt x="1395168" y="637376"/>
                </a:lnTo>
                <a:lnTo>
                  <a:pt x="1397300" y="642445"/>
                </a:lnTo>
                <a:lnTo>
                  <a:pt x="1399432" y="647506"/>
                </a:lnTo>
                <a:lnTo>
                  <a:pt x="1401564" y="652560"/>
                </a:lnTo>
                <a:lnTo>
                  <a:pt x="1403707" y="657606"/>
                </a:lnTo>
                <a:lnTo>
                  <a:pt x="1405839" y="662644"/>
                </a:lnTo>
                <a:lnTo>
                  <a:pt x="1407971" y="667673"/>
                </a:lnTo>
                <a:lnTo>
                  <a:pt x="1410103" y="672693"/>
                </a:lnTo>
                <a:lnTo>
                  <a:pt x="1412235" y="677704"/>
                </a:lnTo>
                <a:lnTo>
                  <a:pt x="1414367" y="682706"/>
                </a:lnTo>
                <a:lnTo>
                  <a:pt x="1416499" y="687697"/>
                </a:lnTo>
                <a:lnTo>
                  <a:pt x="1418632" y="692679"/>
                </a:lnTo>
                <a:lnTo>
                  <a:pt x="1420764" y="697650"/>
                </a:lnTo>
                <a:lnTo>
                  <a:pt x="1422906" y="702611"/>
                </a:lnTo>
                <a:lnTo>
                  <a:pt x="1425038" y="707560"/>
                </a:lnTo>
                <a:lnTo>
                  <a:pt x="1427170" y="712498"/>
                </a:lnTo>
                <a:lnTo>
                  <a:pt x="1429302" y="717424"/>
                </a:lnTo>
                <a:lnTo>
                  <a:pt x="1431434" y="722339"/>
                </a:lnTo>
                <a:lnTo>
                  <a:pt x="1433567" y="727241"/>
                </a:lnTo>
                <a:lnTo>
                  <a:pt x="1435699" y="732130"/>
                </a:lnTo>
                <a:lnTo>
                  <a:pt x="1437831" y="737008"/>
                </a:lnTo>
                <a:lnTo>
                  <a:pt x="1439963" y="741871"/>
                </a:lnTo>
                <a:lnTo>
                  <a:pt x="1442105" y="746722"/>
                </a:lnTo>
                <a:lnTo>
                  <a:pt x="1444237" y="751559"/>
                </a:lnTo>
                <a:lnTo>
                  <a:pt x="1446370" y="756382"/>
                </a:lnTo>
                <a:lnTo>
                  <a:pt x="1448502" y="761192"/>
                </a:lnTo>
                <a:lnTo>
                  <a:pt x="1450634" y="765986"/>
                </a:lnTo>
                <a:lnTo>
                  <a:pt x="1452766" y="770766"/>
                </a:lnTo>
                <a:lnTo>
                  <a:pt x="1454898" y="775532"/>
                </a:lnTo>
                <a:lnTo>
                  <a:pt x="1457030" y="780282"/>
                </a:lnTo>
                <a:lnTo>
                  <a:pt x="1459162" y="785017"/>
                </a:lnTo>
                <a:lnTo>
                  <a:pt x="1461305" y="789737"/>
                </a:lnTo>
                <a:lnTo>
                  <a:pt x="1463437" y="794440"/>
                </a:lnTo>
                <a:lnTo>
                  <a:pt x="1465569" y="799128"/>
                </a:lnTo>
                <a:lnTo>
                  <a:pt x="1467701" y="803799"/>
                </a:lnTo>
                <a:lnTo>
                  <a:pt x="1469833" y="808454"/>
                </a:lnTo>
                <a:lnTo>
                  <a:pt x="1471965" y="813092"/>
                </a:lnTo>
                <a:lnTo>
                  <a:pt x="1474097" y="817714"/>
                </a:lnTo>
                <a:lnTo>
                  <a:pt x="1476229" y="822318"/>
                </a:lnTo>
                <a:lnTo>
                  <a:pt x="1478372" y="826905"/>
                </a:lnTo>
                <a:lnTo>
                  <a:pt x="1480504" y="831474"/>
                </a:lnTo>
                <a:lnTo>
                  <a:pt x="1482636" y="836025"/>
                </a:lnTo>
                <a:lnTo>
                  <a:pt x="1484768" y="840560"/>
                </a:lnTo>
                <a:lnTo>
                  <a:pt x="1486900" y="845075"/>
                </a:lnTo>
                <a:lnTo>
                  <a:pt x="1489032" y="849572"/>
                </a:lnTo>
                <a:lnTo>
                  <a:pt x="1491164" y="854051"/>
                </a:lnTo>
                <a:lnTo>
                  <a:pt x="1493296" y="858511"/>
                </a:lnTo>
                <a:lnTo>
                  <a:pt x="1495429" y="862953"/>
                </a:lnTo>
                <a:lnTo>
                  <a:pt x="1497571" y="867374"/>
                </a:lnTo>
                <a:lnTo>
                  <a:pt x="1499703" y="871778"/>
                </a:lnTo>
                <a:lnTo>
                  <a:pt x="1501835" y="876161"/>
                </a:lnTo>
                <a:lnTo>
                  <a:pt x="1503967" y="880526"/>
                </a:lnTo>
                <a:lnTo>
                  <a:pt x="1506099" y="884870"/>
                </a:lnTo>
                <a:lnTo>
                  <a:pt x="1508232" y="889195"/>
                </a:lnTo>
                <a:lnTo>
                  <a:pt x="1510364" y="893500"/>
                </a:lnTo>
                <a:lnTo>
                  <a:pt x="1512496" y="897785"/>
                </a:lnTo>
                <a:lnTo>
                  <a:pt x="1514628" y="902049"/>
                </a:lnTo>
                <a:lnTo>
                  <a:pt x="1516770" y="906292"/>
                </a:lnTo>
                <a:lnTo>
                  <a:pt x="1518902" y="910516"/>
                </a:lnTo>
                <a:lnTo>
                  <a:pt x="1521034" y="914718"/>
                </a:lnTo>
                <a:lnTo>
                  <a:pt x="1523166" y="918900"/>
                </a:lnTo>
                <a:lnTo>
                  <a:pt x="1525299" y="923061"/>
                </a:lnTo>
                <a:lnTo>
                  <a:pt x="1527431" y="927200"/>
                </a:lnTo>
                <a:lnTo>
                  <a:pt x="1529563" y="931320"/>
                </a:lnTo>
                <a:lnTo>
                  <a:pt x="1531695" y="935416"/>
                </a:lnTo>
                <a:lnTo>
                  <a:pt x="1533827" y="939492"/>
                </a:lnTo>
                <a:lnTo>
                  <a:pt x="1535969" y="943547"/>
                </a:lnTo>
                <a:lnTo>
                  <a:pt x="1538102" y="947580"/>
                </a:lnTo>
                <a:lnTo>
                  <a:pt x="1540234" y="951590"/>
                </a:lnTo>
                <a:lnTo>
                  <a:pt x="1542366" y="955580"/>
                </a:lnTo>
                <a:lnTo>
                  <a:pt x="1544498" y="959547"/>
                </a:lnTo>
                <a:lnTo>
                  <a:pt x="1546630" y="963492"/>
                </a:lnTo>
                <a:lnTo>
                  <a:pt x="1548762" y="967415"/>
                </a:lnTo>
                <a:lnTo>
                  <a:pt x="1550894" y="971316"/>
                </a:lnTo>
                <a:lnTo>
                  <a:pt x="1553037" y="975194"/>
                </a:lnTo>
                <a:lnTo>
                  <a:pt x="1555169" y="979051"/>
                </a:lnTo>
                <a:lnTo>
                  <a:pt x="1557301" y="982884"/>
                </a:lnTo>
                <a:lnTo>
                  <a:pt x="1559433" y="986694"/>
                </a:lnTo>
                <a:lnTo>
                  <a:pt x="1561565" y="990482"/>
                </a:lnTo>
                <a:lnTo>
                  <a:pt x="1563697" y="994250"/>
                </a:lnTo>
                <a:lnTo>
                  <a:pt x="1565829" y="997996"/>
                </a:lnTo>
                <a:lnTo>
                  <a:pt x="1567961" y="1001712"/>
                </a:lnTo>
                <a:lnTo>
                  <a:pt x="1570093" y="1005407"/>
                </a:lnTo>
                <a:lnTo>
                  <a:pt x="1572236" y="1009081"/>
                </a:lnTo>
                <a:lnTo>
                  <a:pt x="1574368" y="1012735"/>
                </a:lnTo>
                <a:lnTo>
                  <a:pt x="1576500" y="1016368"/>
                </a:lnTo>
                <a:lnTo>
                  <a:pt x="1578632" y="1019969"/>
                </a:lnTo>
                <a:lnTo>
                  <a:pt x="1580764" y="1023561"/>
                </a:lnTo>
                <a:lnTo>
                  <a:pt x="1582896" y="1027111"/>
                </a:lnTo>
                <a:lnTo>
                  <a:pt x="1585028" y="1030651"/>
                </a:lnTo>
                <a:lnTo>
                  <a:pt x="1587161" y="1034170"/>
                </a:lnTo>
                <a:lnTo>
                  <a:pt x="1589293" y="1037658"/>
                </a:lnTo>
                <a:lnTo>
                  <a:pt x="1591435" y="1041125"/>
                </a:lnTo>
                <a:lnTo>
                  <a:pt x="1593567" y="1044571"/>
                </a:lnTo>
                <a:lnTo>
                  <a:pt x="1595699" y="1047987"/>
                </a:lnTo>
                <a:lnTo>
                  <a:pt x="1597831" y="1051382"/>
                </a:lnTo>
                <a:lnTo>
                  <a:pt x="1599964" y="1054756"/>
                </a:lnTo>
                <a:lnTo>
                  <a:pt x="1602096" y="1058109"/>
                </a:lnTo>
                <a:lnTo>
                  <a:pt x="1604228" y="1061432"/>
                </a:lnTo>
                <a:lnTo>
                  <a:pt x="1606360" y="1064744"/>
                </a:lnTo>
                <a:lnTo>
                  <a:pt x="1608502" y="1068025"/>
                </a:lnTo>
                <a:lnTo>
                  <a:pt x="1610634" y="1071274"/>
                </a:lnTo>
                <a:lnTo>
                  <a:pt x="1612766" y="1074514"/>
                </a:lnTo>
                <a:lnTo>
                  <a:pt x="1614898" y="1077722"/>
                </a:lnTo>
                <a:lnTo>
                  <a:pt x="1617031" y="1080910"/>
                </a:lnTo>
                <a:lnTo>
                  <a:pt x="1619163" y="1084077"/>
                </a:lnTo>
                <a:lnTo>
                  <a:pt x="1621295" y="1087213"/>
                </a:lnTo>
                <a:lnTo>
                  <a:pt x="1623427" y="1090329"/>
                </a:lnTo>
                <a:lnTo>
                  <a:pt x="1625559" y="1093423"/>
                </a:lnTo>
                <a:lnTo>
                  <a:pt x="1627701" y="1096497"/>
                </a:lnTo>
                <a:lnTo>
                  <a:pt x="1629834" y="1099551"/>
                </a:lnTo>
                <a:lnTo>
                  <a:pt x="1631966" y="1102573"/>
                </a:lnTo>
                <a:lnTo>
                  <a:pt x="1634098" y="1105574"/>
                </a:lnTo>
                <a:lnTo>
                  <a:pt x="1636230" y="1108555"/>
                </a:lnTo>
                <a:lnTo>
                  <a:pt x="1638362" y="1111505"/>
                </a:lnTo>
                <a:lnTo>
                  <a:pt x="1640494" y="1114434"/>
                </a:lnTo>
                <a:lnTo>
                  <a:pt x="1642626" y="1117342"/>
                </a:lnTo>
                <a:lnTo>
                  <a:pt x="1644758" y="1120230"/>
                </a:lnTo>
                <a:lnTo>
                  <a:pt x="1646901" y="1123097"/>
                </a:lnTo>
                <a:lnTo>
                  <a:pt x="1649033" y="1125933"/>
                </a:lnTo>
                <a:lnTo>
                  <a:pt x="1651165" y="1128758"/>
                </a:lnTo>
                <a:lnTo>
                  <a:pt x="1653297" y="1131553"/>
                </a:lnTo>
                <a:lnTo>
                  <a:pt x="1655429" y="1134316"/>
                </a:lnTo>
                <a:lnTo>
                  <a:pt x="1657561" y="1137069"/>
                </a:lnTo>
                <a:lnTo>
                  <a:pt x="1659693" y="1139791"/>
                </a:lnTo>
                <a:lnTo>
                  <a:pt x="1661825" y="1142503"/>
                </a:lnTo>
                <a:lnTo>
                  <a:pt x="1663958" y="1145184"/>
                </a:lnTo>
                <a:lnTo>
                  <a:pt x="1666100" y="1147844"/>
                </a:lnTo>
                <a:lnTo>
                  <a:pt x="1668232" y="1150472"/>
                </a:lnTo>
                <a:lnTo>
                  <a:pt x="1670364" y="1153091"/>
                </a:lnTo>
                <a:lnTo>
                  <a:pt x="1672496" y="1155679"/>
                </a:lnTo>
                <a:lnTo>
                  <a:pt x="1674628" y="1158256"/>
                </a:lnTo>
                <a:lnTo>
                  <a:pt x="1676760" y="1160802"/>
                </a:lnTo>
                <a:lnTo>
                  <a:pt x="1678893" y="1163327"/>
                </a:lnTo>
                <a:lnTo>
                  <a:pt x="1681025" y="1165832"/>
                </a:lnTo>
                <a:lnTo>
                  <a:pt x="1683167" y="1168306"/>
                </a:lnTo>
                <a:lnTo>
                  <a:pt x="1685299" y="1170769"/>
                </a:lnTo>
                <a:lnTo>
                  <a:pt x="1687431" y="1173201"/>
                </a:lnTo>
                <a:lnTo>
                  <a:pt x="1689563" y="1175623"/>
                </a:lnTo>
                <a:lnTo>
                  <a:pt x="1691696" y="1178014"/>
                </a:lnTo>
                <a:lnTo>
                  <a:pt x="1693828" y="1180384"/>
                </a:lnTo>
                <a:lnTo>
                  <a:pt x="1695960" y="1182744"/>
                </a:lnTo>
                <a:lnTo>
                  <a:pt x="1698092" y="1185073"/>
                </a:lnTo>
                <a:lnTo>
                  <a:pt x="1700224" y="1187381"/>
                </a:lnTo>
                <a:lnTo>
                  <a:pt x="1702366" y="1189668"/>
                </a:lnTo>
                <a:lnTo>
                  <a:pt x="1704498" y="1191935"/>
                </a:lnTo>
                <a:lnTo>
                  <a:pt x="1706631" y="1194170"/>
                </a:lnTo>
                <a:lnTo>
                  <a:pt x="1708763" y="1196396"/>
                </a:lnTo>
                <a:lnTo>
                  <a:pt x="1710895" y="1198600"/>
                </a:lnTo>
                <a:lnTo>
                  <a:pt x="1713027" y="1200784"/>
                </a:lnTo>
                <a:lnTo>
                  <a:pt x="1715159" y="1202947"/>
                </a:lnTo>
                <a:lnTo>
                  <a:pt x="1717291" y="1205089"/>
                </a:lnTo>
                <a:lnTo>
                  <a:pt x="1719423" y="1207211"/>
                </a:lnTo>
                <a:lnTo>
                  <a:pt x="1721566" y="1209302"/>
                </a:lnTo>
                <a:lnTo>
                  <a:pt x="1723698" y="1211382"/>
                </a:lnTo>
                <a:lnTo>
                  <a:pt x="1725830" y="1213442"/>
                </a:lnTo>
                <a:lnTo>
                  <a:pt x="1727962" y="1215481"/>
                </a:lnTo>
                <a:lnTo>
                  <a:pt x="1730094" y="1217509"/>
                </a:lnTo>
                <a:lnTo>
                  <a:pt x="1732226" y="1219507"/>
                </a:lnTo>
                <a:lnTo>
                  <a:pt x="1734358" y="1221484"/>
                </a:lnTo>
                <a:lnTo>
                  <a:pt x="1736490" y="1223440"/>
                </a:lnTo>
                <a:lnTo>
                  <a:pt x="1738633" y="1225386"/>
                </a:lnTo>
                <a:lnTo>
                  <a:pt x="1740765" y="1227301"/>
                </a:lnTo>
                <a:lnTo>
                  <a:pt x="1742897" y="1229205"/>
                </a:lnTo>
                <a:lnTo>
                  <a:pt x="1745029" y="1231089"/>
                </a:lnTo>
                <a:lnTo>
                  <a:pt x="1747161" y="1232952"/>
                </a:lnTo>
                <a:lnTo>
                  <a:pt x="1749293" y="1234794"/>
                </a:lnTo>
                <a:lnTo>
                  <a:pt x="1751425" y="1236626"/>
                </a:lnTo>
                <a:lnTo>
                  <a:pt x="1753557" y="1238427"/>
                </a:lnTo>
                <a:lnTo>
                  <a:pt x="1755690" y="1240217"/>
                </a:lnTo>
                <a:lnTo>
                  <a:pt x="1757832" y="1241987"/>
                </a:lnTo>
                <a:lnTo>
                  <a:pt x="1759964" y="1243736"/>
                </a:lnTo>
                <a:lnTo>
                  <a:pt x="1762096" y="1245465"/>
                </a:lnTo>
                <a:lnTo>
                  <a:pt x="1764228" y="1247183"/>
                </a:lnTo>
                <a:lnTo>
                  <a:pt x="1766360" y="1248880"/>
                </a:lnTo>
                <a:lnTo>
                  <a:pt x="1768492" y="1250557"/>
                </a:lnTo>
                <a:lnTo>
                  <a:pt x="1770625" y="1252213"/>
                </a:lnTo>
                <a:lnTo>
                  <a:pt x="1772757" y="1253859"/>
                </a:lnTo>
                <a:lnTo>
                  <a:pt x="1774889" y="1255484"/>
                </a:lnTo>
                <a:lnTo>
                  <a:pt x="1777031" y="1257088"/>
                </a:lnTo>
                <a:lnTo>
                  <a:pt x="1779163" y="1258682"/>
                </a:lnTo>
                <a:lnTo>
                  <a:pt x="1781295" y="1260245"/>
                </a:lnTo>
                <a:lnTo>
                  <a:pt x="1783428" y="1261807"/>
                </a:lnTo>
                <a:lnTo>
                  <a:pt x="1785560" y="1263339"/>
                </a:lnTo>
                <a:lnTo>
                  <a:pt x="1787692" y="1264861"/>
                </a:lnTo>
                <a:lnTo>
                  <a:pt x="1789824" y="1266361"/>
                </a:lnTo>
                <a:lnTo>
                  <a:pt x="1791956" y="1267852"/>
                </a:lnTo>
                <a:lnTo>
                  <a:pt x="1794088" y="1269322"/>
                </a:lnTo>
                <a:lnTo>
                  <a:pt x="1796231" y="1270781"/>
                </a:lnTo>
                <a:lnTo>
                  <a:pt x="1798363" y="1272219"/>
                </a:lnTo>
                <a:lnTo>
                  <a:pt x="1800495" y="1273637"/>
                </a:lnTo>
                <a:lnTo>
                  <a:pt x="1802627" y="1275045"/>
                </a:lnTo>
                <a:lnTo>
                  <a:pt x="1804759" y="1276432"/>
                </a:lnTo>
                <a:lnTo>
                  <a:pt x="1806891" y="1277798"/>
                </a:lnTo>
                <a:lnTo>
                  <a:pt x="1809023" y="1279164"/>
                </a:lnTo>
                <a:lnTo>
                  <a:pt x="1811155" y="1280499"/>
                </a:lnTo>
                <a:lnTo>
                  <a:pt x="1813298" y="1281824"/>
                </a:lnTo>
                <a:lnTo>
                  <a:pt x="1815430" y="1283139"/>
                </a:lnTo>
                <a:lnTo>
                  <a:pt x="1817562" y="1284433"/>
                </a:lnTo>
                <a:lnTo>
                  <a:pt x="1819694" y="1285716"/>
                </a:lnTo>
                <a:lnTo>
                  <a:pt x="1821826" y="1286979"/>
                </a:lnTo>
                <a:lnTo>
                  <a:pt x="1823958" y="1288231"/>
                </a:lnTo>
                <a:lnTo>
                  <a:pt x="1826090" y="1289463"/>
                </a:lnTo>
                <a:lnTo>
                  <a:pt x="1828222" y="1290684"/>
                </a:lnTo>
                <a:lnTo>
                  <a:pt x="1830354" y="1291895"/>
                </a:lnTo>
                <a:lnTo>
                  <a:pt x="1832497" y="1293085"/>
                </a:lnTo>
                <a:lnTo>
                  <a:pt x="1834629" y="1294265"/>
                </a:lnTo>
                <a:lnTo>
                  <a:pt x="1836761" y="1295424"/>
                </a:lnTo>
                <a:lnTo>
                  <a:pt x="1838893" y="1296573"/>
                </a:lnTo>
                <a:lnTo>
                  <a:pt x="1841025" y="1297712"/>
                </a:lnTo>
                <a:lnTo>
                  <a:pt x="1843157" y="1298829"/>
                </a:lnTo>
                <a:lnTo>
                  <a:pt x="1845290" y="1299937"/>
                </a:lnTo>
                <a:lnTo>
                  <a:pt x="1847422" y="1301034"/>
                </a:lnTo>
                <a:lnTo>
                  <a:pt x="1849554" y="1302110"/>
                </a:lnTo>
                <a:lnTo>
                  <a:pt x="1851696" y="1303187"/>
                </a:lnTo>
                <a:lnTo>
                  <a:pt x="1853828" y="1304232"/>
                </a:lnTo>
                <a:lnTo>
                  <a:pt x="1855960" y="1305277"/>
                </a:lnTo>
                <a:lnTo>
                  <a:pt x="1858092" y="1306302"/>
                </a:lnTo>
                <a:lnTo>
                  <a:pt x="1860224" y="1307316"/>
                </a:lnTo>
                <a:lnTo>
                  <a:pt x="1862357" y="1308320"/>
                </a:lnTo>
                <a:lnTo>
                  <a:pt x="1864489" y="1309314"/>
                </a:lnTo>
                <a:lnTo>
                  <a:pt x="1866621" y="1310287"/>
                </a:lnTo>
                <a:lnTo>
                  <a:pt x="1868753" y="1311249"/>
                </a:lnTo>
                <a:lnTo>
                  <a:pt x="1870895" y="1312202"/>
                </a:lnTo>
                <a:lnTo>
                  <a:pt x="1873028" y="1313143"/>
                </a:lnTo>
                <a:lnTo>
                  <a:pt x="1875159" y="1314075"/>
                </a:lnTo>
                <a:lnTo>
                  <a:pt x="1877292" y="1314986"/>
                </a:lnTo>
                <a:lnTo>
                  <a:pt x="1879424" y="1315897"/>
                </a:lnTo>
                <a:lnTo>
                  <a:pt x="1881556" y="1316787"/>
                </a:lnTo>
                <a:lnTo>
                  <a:pt x="1883688" y="1317666"/>
                </a:lnTo>
                <a:lnTo>
                  <a:pt x="1885820" y="1318536"/>
                </a:lnTo>
                <a:lnTo>
                  <a:pt x="1887963" y="1319395"/>
                </a:lnTo>
                <a:lnTo>
                  <a:pt x="1890095" y="1320233"/>
                </a:lnTo>
                <a:lnTo>
                  <a:pt x="1892227" y="1321072"/>
                </a:lnTo>
                <a:lnTo>
                  <a:pt x="1894359" y="1321899"/>
                </a:lnTo>
                <a:lnTo>
                  <a:pt x="1896491" y="1322707"/>
                </a:lnTo>
                <a:lnTo>
                  <a:pt x="1898623" y="1323514"/>
                </a:lnTo>
                <a:lnTo>
                  <a:pt x="1900755" y="1324301"/>
                </a:lnTo>
                <a:lnTo>
                  <a:pt x="1902887" y="1325087"/>
                </a:lnTo>
                <a:lnTo>
                  <a:pt x="1905019" y="1325853"/>
                </a:lnTo>
                <a:lnTo>
                  <a:pt x="1907162" y="1326619"/>
                </a:lnTo>
                <a:lnTo>
                  <a:pt x="1909294" y="1327364"/>
                </a:lnTo>
                <a:lnTo>
                  <a:pt x="1911426" y="1328109"/>
                </a:lnTo>
                <a:lnTo>
                  <a:pt x="1913558" y="1328834"/>
                </a:lnTo>
                <a:lnTo>
                  <a:pt x="1915690" y="1329558"/>
                </a:lnTo>
                <a:lnTo>
                  <a:pt x="1917822" y="1330262"/>
                </a:lnTo>
                <a:lnTo>
                  <a:pt x="1919954" y="1330966"/>
                </a:lnTo>
                <a:lnTo>
                  <a:pt x="1922086" y="1331649"/>
                </a:lnTo>
                <a:lnTo>
                  <a:pt x="1924219" y="1332332"/>
                </a:lnTo>
                <a:lnTo>
                  <a:pt x="1926361" y="1333005"/>
                </a:lnTo>
                <a:lnTo>
                  <a:pt x="1928493" y="1333667"/>
                </a:lnTo>
                <a:lnTo>
                  <a:pt x="1930625" y="1334319"/>
                </a:lnTo>
                <a:lnTo>
                  <a:pt x="1932757" y="1334961"/>
                </a:lnTo>
                <a:lnTo>
                  <a:pt x="1934889" y="1335603"/>
                </a:lnTo>
                <a:lnTo>
                  <a:pt x="1937021" y="1336224"/>
                </a:lnTo>
                <a:lnTo>
                  <a:pt x="1939154" y="1336845"/>
                </a:lnTo>
                <a:lnTo>
                  <a:pt x="1941286" y="1337445"/>
                </a:lnTo>
                <a:lnTo>
                  <a:pt x="1943428" y="1338046"/>
                </a:lnTo>
                <a:lnTo>
                  <a:pt x="1945560" y="1338635"/>
                </a:lnTo>
                <a:lnTo>
                  <a:pt x="1947692" y="1339225"/>
                </a:lnTo>
                <a:lnTo>
                  <a:pt x="1949824" y="1339795"/>
                </a:lnTo>
                <a:lnTo>
                  <a:pt x="1951957" y="1340364"/>
                </a:lnTo>
                <a:lnTo>
                  <a:pt x="1954089" y="1340912"/>
                </a:lnTo>
                <a:lnTo>
                  <a:pt x="1956221" y="1341471"/>
                </a:lnTo>
                <a:lnTo>
                  <a:pt x="1958353" y="1342010"/>
                </a:lnTo>
                <a:lnTo>
                  <a:pt x="1960485" y="1342537"/>
                </a:lnTo>
                <a:lnTo>
                  <a:pt x="1962627" y="1343065"/>
                </a:lnTo>
                <a:lnTo>
                  <a:pt x="1964759" y="1343583"/>
                </a:lnTo>
                <a:lnTo>
                  <a:pt x="1966892" y="1344090"/>
                </a:lnTo>
                <a:lnTo>
                  <a:pt x="1969024" y="1344597"/>
                </a:lnTo>
                <a:lnTo>
                  <a:pt x="1971156" y="1345094"/>
                </a:lnTo>
                <a:lnTo>
                  <a:pt x="1973288" y="1345580"/>
                </a:lnTo>
                <a:lnTo>
                  <a:pt x="1975420" y="1346067"/>
                </a:lnTo>
                <a:lnTo>
                  <a:pt x="1977552" y="1346532"/>
                </a:lnTo>
                <a:lnTo>
                  <a:pt x="1979684" y="1346998"/>
                </a:lnTo>
                <a:lnTo>
                  <a:pt x="1981827" y="1347464"/>
                </a:lnTo>
                <a:lnTo>
                  <a:pt x="1983959" y="1347909"/>
                </a:lnTo>
                <a:lnTo>
                  <a:pt x="1986091" y="1348364"/>
                </a:lnTo>
                <a:lnTo>
                  <a:pt x="1988223" y="1348799"/>
                </a:lnTo>
                <a:lnTo>
                  <a:pt x="1990355" y="1349234"/>
                </a:lnTo>
                <a:lnTo>
                  <a:pt x="1992487" y="1349658"/>
                </a:lnTo>
                <a:lnTo>
                  <a:pt x="1994619" y="1350072"/>
                </a:lnTo>
                <a:lnTo>
                  <a:pt x="1996751" y="1350486"/>
                </a:lnTo>
                <a:lnTo>
                  <a:pt x="1998883" y="1350900"/>
                </a:lnTo>
                <a:lnTo>
                  <a:pt x="2001026" y="1351293"/>
                </a:lnTo>
                <a:lnTo>
                  <a:pt x="2003158" y="1351687"/>
                </a:lnTo>
                <a:lnTo>
                  <a:pt x="2005290" y="1352080"/>
                </a:lnTo>
                <a:lnTo>
                  <a:pt x="2007422" y="1352463"/>
                </a:lnTo>
                <a:lnTo>
                  <a:pt x="2009554" y="1352836"/>
                </a:lnTo>
                <a:lnTo>
                  <a:pt x="2011686" y="1353208"/>
                </a:lnTo>
                <a:lnTo>
                  <a:pt x="2013818" y="1353571"/>
                </a:lnTo>
                <a:lnTo>
                  <a:pt x="2015950" y="1353933"/>
                </a:lnTo>
                <a:lnTo>
                  <a:pt x="2018093" y="1354285"/>
                </a:lnTo>
                <a:lnTo>
                  <a:pt x="2020225" y="1354626"/>
                </a:lnTo>
                <a:lnTo>
                  <a:pt x="2022357" y="1354968"/>
                </a:lnTo>
                <a:lnTo>
                  <a:pt x="2024489" y="1355309"/>
                </a:lnTo>
                <a:lnTo>
                  <a:pt x="2026621" y="1355641"/>
                </a:lnTo>
                <a:lnTo>
                  <a:pt x="2028754" y="1355961"/>
                </a:lnTo>
                <a:lnTo>
                  <a:pt x="2030885" y="1356282"/>
                </a:lnTo>
                <a:lnTo>
                  <a:pt x="2033018" y="1356603"/>
                </a:lnTo>
                <a:lnTo>
                  <a:pt x="2035150" y="1356914"/>
                </a:lnTo>
                <a:lnTo>
                  <a:pt x="2037292" y="1357214"/>
                </a:lnTo>
                <a:lnTo>
                  <a:pt x="2039424" y="1357514"/>
                </a:lnTo>
                <a:lnTo>
                  <a:pt x="2041556" y="1357814"/>
                </a:lnTo>
                <a:lnTo>
                  <a:pt x="2043689" y="1358104"/>
                </a:lnTo>
                <a:lnTo>
                  <a:pt x="2045821" y="1358394"/>
                </a:lnTo>
                <a:lnTo>
                  <a:pt x="2047953" y="1358673"/>
                </a:lnTo>
                <a:lnTo>
                  <a:pt x="2050085" y="1358952"/>
                </a:lnTo>
                <a:lnTo>
                  <a:pt x="2052217" y="1359222"/>
                </a:lnTo>
                <a:lnTo>
                  <a:pt x="2054349" y="1359491"/>
                </a:lnTo>
                <a:lnTo>
                  <a:pt x="2056492" y="1359749"/>
                </a:lnTo>
                <a:lnTo>
                  <a:pt x="2058623" y="1360008"/>
                </a:lnTo>
                <a:lnTo>
                  <a:pt x="2060756" y="1360267"/>
                </a:lnTo>
                <a:lnTo>
                  <a:pt x="2062888" y="1360515"/>
                </a:lnTo>
                <a:lnTo>
                  <a:pt x="2065020" y="1360764"/>
                </a:lnTo>
                <a:lnTo>
                  <a:pt x="2067152" y="1361012"/>
                </a:lnTo>
                <a:lnTo>
                  <a:pt x="2069284" y="1361250"/>
                </a:lnTo>
                <a:lnTo>
                  <a:pt x="2071416" y="1361478"/>
                </a:lnTo>
                <a:lnTo>
                  <a:pt x="2073548" y="1361706"/>
                </a:lnTo>
                <a:lnTo>
                  <a:pt x="2075691" y="1361933"/>
                </a:lnTo>
                <a:lnTo>
                  <a:pt x="2077823" y="1362161"/>
                </a:lnTo>
                <a:lnTo>
                  <a:pt x="2079955" y="1362378"/>
                </a:lnTo>
                <a:lnTo>
                  <a:pt x="2082087" y="1362596"/>
                </a:lnTo>
                <a:lnTo>
                  <a:pt x="2084219" y="1362803"/>
                </a:lnTo>
                <a:lnTo>
                  <a:pt x="2086351" y="1363010"/>
                </a:lnTo>
                <a:lnTo>
                  <a:pt x="2088483" y="1363217"/>
                </a:lnTo>
                <a:lnTo>
                  <a:pt x="2090615" y="1363413"/>
                </a:lnTo>
                <a:lnTo>
                  <a:pt x="2092758" y="1363620"/>
                </a:lnTo>
                <a:lnTo>
                  <a:pt x="2094890" y="1363807"/>
                </a:lnTo>
                <a:lnTo>
                  <a:pt x="2097022" y="1364003"/>
                </a:lnTo>
                <a:lnTo>
                  <a:pt x="2099154" y="1364190"/>
                </a:lnTo>
                <a:lnTo>
                  <a:pt x="2101286" y="1364376"/>
                </a:lnTo>
                <a:lnTo>
                  <a:pt x="2103418" y="1364552"/>
                </a:lnTo>
                <a:lnTo>
                  <a:pt x="2105551" y="1364728"/>
                </a:lnTo>
                <a:lnTo>
                  <a:pt x="2107683" y="1364904"/>
                </a:lnTo>
                <a:lnTo>
                  <a:pt x="2109815" y="1365080"/>
                </a:lnTo>
                <a:lnTo>
                  <a:pt x="2111957" y="1365245"/>
                </a:lnTo>
                <a:lnTo>
                  <a:pt x="2114089" y="1365411"/>
                </a:lnTo>
                <a:lnTo>
                  <a:pt x="2116221" y="1365576"/>
                </a:lnTo>
                <a:lnTo>
                  <a:pt x="2118353" y="1365732"/>
                </a:lnTo>
                <a:lnTo>
                  <a:pt x="2120485" y="1365887"/>
                </a:lnTo>
                <a:lnTo>
                  <a:pt x="2122618" y="1366042"/>
                </a:lnTo>
                <a:lnTo>
                  <a:pt x="2124750" y="1366197"/>
                </a:lnTo>
                <a:lnTo>
                  <a:pt x="2126882" y="1366342"/>
                </a:lnTo>
                <a:lnTo>
                  <a:pt x="2129014" y="1366487"/>
                </a:lnTo>
                <a:lnTo>
                  <a:pt x="2131156" y="1366632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844" name="Group 2843">
            <a:extLst>
              <a:ext uri="{FF2B5EF4-FFF2-40B4-BE49-F238E27FC236}">
                <a16:creationId xmlns:a16="http://schemas.microsoft.com/office/drawing/2014/main" id="{24B2D68A-D8D2-9BEC-8684-159BD9D0BCD9}"/>
              </a:ext>
            </a:extLst>
          </p:cNvPr>
          <p:cNvGrpSpPr/>
          <p:nvPr/>
        </p:nvGrpSpPr>
        <p:grpSpPr>
          <a:xfrm>
            <a:off x="7862258" y="1523197"/>
            <a:ext cx="495630" cy="386361"/>
            <a:chOff x="7862258" y="1523197"/>
            <a:chExt cx="495630" cy="386361"/>
          </a:xfrm>
        </p:grpSpPr>
        <p:sp>
          <p:nvSpPr>
            <p:cNvPr id="2818" name="Freeform 2817">
              <a:extLst>
                <a:ext uri="{FF2B5EF4-FFF2-40B4-BE49-F238E27FC236}">
                  <a16:creationId xmlns:a16="http://schemas.microsoft.com/office/drawing/2014/main" id="{4FB7590E-909C-A144-CA12-F71067CEEEF6}"/>
                </a:ext>
              </a:extLst>
            </p:cNvPr>
            <p:cNvSpPr/>
            <p:nvPr/>
          </p:nvSpPr>
          <p:spPr>
            <a:xfrm>
              <a:off x="7862258" y="1523197"/>
              <a:ext cx="495630" cy="386361"/>
            </a:xfrm>
            <a:custGeom>
              <a:avLst/>
              <a:gdLst>
                <a:gd name="csX0" fmla="*/ 0 w 495630"/>
                <a:gd name="csY0" fmla="*/ 386362 h 386361"/>
                <a:gd name="csX1" fmla="*/ 495630 w 495630"/>
                <a:gd name="csY1" fmla="*/ 386362 h 386361"/>
                <a:gd name="csX2" fmla="*/ 495630 w 495630"/>
                <a:gd name="csY2" fmla="*/ 0 h 386361"/>
                <a:gd name="csX3" fmla="*/ 0 w 495630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5630" h="386361">
                  <a:moveTo>
                    <a:pt x="0" y="386362"/>
                  </a:moveTo>
                  <a:lnTo>
                    <a:pt x="495630" y="386362"/>
                  </a:lnTo>
                  <a:lnTo>
                    <a:pt x="495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9" name="Freeform 2818">
              <a:extLst>
                <a:ext uri="{FF2B5EF4-FFF2-40B4-BE49-F238E27FC236}">
                  <a16:creationId xmlns:a16="http://schemas.microsoft.com/office/drawing/2014/main" id="{E4F060D5-EEB0-5B99-FA04-8AD8C3732331}"/>
                </a:ext>
              </a:extLst>
            </p:cNvPr>
            <p:cNvSpPr/>
            <p:nvPr/>
          </p:nvSpPr>
          <p:spPr>
            <a:xfrm>
              <a:off x="7862258" y="1523197"/>
              <a:ext cx="495630" cy="386361"/>
            </a:xfrm>
            <a:custGeom>
              <a:avLst/>
              <a:gdLst>
                <a:gd name="csX0" fmla="*/ 0 w 495630"/>
                <a:gd name="csY0" fmla="*/ 386362 h 386361"/>
                <a:gd name="csX1" fmla="*/ 495630 w 495630"/>
                <a:gd name="csY1" fmla="*/ 386362 h 386361"/>
                <a:gd name="csX2" fmla="*/ 495630 w 495630"/>
                <a:gd name="csY2" fmla="*/ 0 h 386361"/>
                <a:gd name="csX3" fmla="*/ 0 w 495630"/>
                <a:gd name="csY3" fmla="*/ 0 h 386361"/>
                <a:gd name="csX4" fmla="*/ 0 w 495630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5630" h="386361">
                  <a:moveTo>
                    <a:pt x="0" y="386362"/>
                  </a:moveTo>
                  <a:lnTo>
                    <a:pt x="495630" y="386362"/>
                  </a:lnTo>
                  <a:lnTo>
                    <a:pt x="495630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0" name="Freeform 2819">
              <a:extLst>
                <a:ext uri="{FF2B5EF4-FFF2-40B4-BE49-F238E27FC236}">
                  <a16:creationId xmlns:a16="http://schemas.microsoft.com/office/drawing/2014/main" id="{0828ADF4-08AF-8AC6-2100-68694B8C5D88}"/>
                </a:ext>
              </a:extLst>
            </p:cNvPr>
            <p:cNvSpPr/>
            <p:nvPr/>
          </p:nvSpPr>
          <p:spPr>
            <a:xfrm>
              <a:off x="7885939" y="1581152"/>
              <a:ext cx="142074" cy="77272"/>
            </a:xfrm>
            <a:custGeom>
              <a:avLst/>
              <a:gdLst>
                <a:gd name="csX0" fmla="*/ 0 w 142074"/>
                <a:gd name="csY0" fmla="*/ 77272 h 77272"/>
                <a:gd name="csX1" fmla="*/ 142074 w 142074"/>
                <a:gd name="csY1" fmla="*/ 77272 h 77272"/>
                <a:gd name="csX2" fmla="*/ 142074 w 142074"/>
                <a:gd name="csY2" fmla="*/ 0 h 77272"/>
                <a:gd name="csX3" fmla="*/ 0 w 142074"/>
                <a:gd name="csY3" fmla="*/ 0 h 77272"/>
                <a:gd name="csX4" fmla="*/ 0 w 142074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074" h="77272">
                  <a:moveTo>
                    <a:pt x="0" y="77272"/>
                  </a:moveTo>
                  <a:lnTo>
                    <a:pt x="142074" y="77272"/>
                  </a:lnTo>
                  <a:lnTo>
                    <a:pt x="142074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1" name="Freeform 2820">
              <a:extLst>
                <a:ext uri="{FF2B5EF4-FFF2-40B4-BE49-F238E27FC236}">
                  <a16:creationId xmlns:a16="http://schemas.microsoft.com/office/drawing/2014/main" id="{D62340A6-51D5-4F29-A22B-13438824D31D}"/>
                </a:ext>
              </a:extLst>
            </p:cNvPr>
            <p:cNvSpPr/>
            <p:nvPr/>
          </p:nvSpPr>
          <p:spPr>
            <a:xfrm>
              <a:off x="7885939" y="1581152"/>
              <a:ext cx="142074" cy="77272"/>
            </a:xfrm>
            <a:custGeom>
              <a:avLst/>
              <a:gdLst>
                <a:gd name="csX0" fmla="*/ 0 w 142074"/>
                <a:gd name="csY0" fmla="*/ 77272 h 77272"/>
                <a:gd name="csX1" fmla="*/ 142074 w 142074"/>
                <a:gd name="csY1" fmla="*/ 77272 h 77272"/>
                <a:gd name="csX2" fmla="*/ 142074 w 142074"/>
                <a:gd name="csY2" fmla="*/ 0 h 77272"/>
                <a:gd name="csX3" fmla="*/ 0 w 142074"/>
                <a:gd name="csY3" fmla="*/ 0 h 77272"/>
                <a:gd name="csX4" fmla="*/ 0 w 142074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074" h="77272">
                  <a:moveTo>
                    <a:pt x="0" y="77272"/>
                  </a:moveTo>
                  <a:lnTo>
                    <a:pt x="142074" y="77272"/>
                  </a:lnTo>
                  <a:lnTo>
                    <a:pt x="142074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2" name="Freeform 2821">
              <a:extLst>
                <a:ext uri="{FF2B5EF4-FFF2-40B4-BE49-F238E27FC236}">
                  <a16:creationId xmlns:a16="http://schemas.microsoft.com/office/drawing/2014/main" id="{33B223DB-27E7-0AF4-40E0-6BCCD3BCF36A}"/>
                </a:ext>
              </a:extLst>
            </p:cNvPr>
            <p:cNvSpPr/>
            <p:nvPr/>
          </p:nvSpPr>
          <p:spPr>
            <a:xfrm>
              <a:off x="8051695" y="1579778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4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4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61 w 58146"/>
                <a:gd name="csY46" fmla="*/ 30144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4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4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4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3" name="Freeform 2822">
              <a:extLst>
                <a:ext uri="{FF2B5EF4-FFF2-40B4-BE49-F238E27FC236}">
                  <a16:creationId xmlns:a16="http://schemas.microsoft.com/office/drawing/2014/main" id="{F25EC365-D992-25FF-2378-3CC0ED779B6F}"/>
                </a:ext>
              </a:extLst>
            </p:cNvPr>
            <p:cNvSpPr/>
            <p:nvPr/>
          </p:nvSpPr>
          <p:spPr>
            <a:xfrm>
              <a:off x="8114291" y="1579305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7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4 h 34218"/>
                <a:gd name="csX34" fmla="*/ 12731 w 24332"/>
                <a:gd name="csY34" fmla="*/ 13199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7"/>
                  </a:cubicBezTo>
                  <a:cubicBezTo>
                    <a:pt x="4223" y="4242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4"/>
                  </a:cubicBezTo>
                  <a:cubicBezTo>
                    <a:pt x="10719" y="12775"/>
                    <a:pt x="11592" y="12957"/>
                    <a:pt x="12731" y="13199"/>
                  </a:cubicBezTo>
                  <a:cubicBezTo>
                    <a:pt x="16705" y="13951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70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4" name="Freeform 2823">
              <a:extLst>
                <a:ext uri="{FF2B5EF4-FFF2-40B4-BE49-F238E27FC236}">
                  <a16:creationId xmlns:a16="http://schemas.microsoft.com/office/drawing/2014/main" id="{D413FAC2-9812-4C61-E555-DD0D2BEECE15}"/>
                </a:ext>
              </a:extLst>
            </p:cNvPr>
            <p:cNvSpPr/>
            <p:nvPr/>
          </p:nvSpPr>
          <p:spPr>
            <a:xfrm>
              <a:off x="8140342" y="1578942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16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3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1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5" y="2024"/>
                    <a:pt x="30916" y="1709"/>
                  </a:cubicBezTo>
                  <a:cubicBezTo>
                    <a:pt x="30764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10" y="30351"/>
                    <a:pt x="28152" y="30981"/>
                  </a:cubicBezTo>
                  <a:cubicBezTo>
                    <a:pt x="31374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36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5" name="Freeform 2824">
              <a:extLst>
                <a:ext uri="{FF2B5EF4-FFF2-40B4-BE49-F238E27FC236}">
                  <a16:creationId xmlns:a16="http://schemas.microsoft.com/office/drawing/2014/main" id="{735CC82C-3E57-1BB4-C9E3-C192BA1C384E}"/>
                </a:ext>
              </a:extLst>
            </p:cNvPr>
            <p:cNvSpPr/>
            <p:nvPr/>
          </p:nvSpPr>
          <p:spPr>
            <a:xfrm>
              <a:off x="8181990" y="1612976"/>
              <a:ext cx="25988" cy="47446"/>
            </a:xfrm>
            <a:custGeom>
              <a:avLst/>
              <a:gdLst>
                <a:gd name="csX0" fmla="*/ 25989 w 25988"/>
                <a:gd name="csY0" fmla="*/ 3589 h 47446"/>
                <a:gd name="csX1" fmla="*/ 25099 w 25988"/>
                <a:gd name="csY1" fmla="*/ 5854 h 47446"/>
                <a:gd name="csX2" fmla="*/ 23143 w 25988"/>
                <a:gd name="csY2" fmla="*/ 6720 h 47446"/>
                <a:gd name="csX3" fmla="*/ 21766 w 25988"/>
                <a:gd name="csY3" fmla="*/ 6236 h 47446"/>
                <a:gd name="csX4" fmla="*/ 21207 w 25988"/>
                <a:gd name="csY4" fmla="*/ 4913 h 47446"/>
                <a:gd name="csX5" fmla="*/ 21870 w 25988"/>
                <a:gd name="csY5" fmla="*/ 3131 h 47446"/>
                <a:gd name="csX6" fmla="*/ 24033 w 25988"/>
                <a:gd name="csY6" fmla="*/ 2088 h 47446"/>
                <a:gd name="csX7" fmla="*/ 21466 w 25988"/>
                <a:gd name="csY7" fmla="*/ 1146 h 47446"/>
                <a:gd name="csX8" fmla="*/ 20007 w 25988"/>
                <a:gd name="csY8" fmla="*/ 1655 h 47446"/>
                <a:gd name="csX9" fmla="*/ 19023 w 25988"/>
                <a:gd name="csY9" fmla="*/ 2927 h 47446"/>
                <a:gd name="csX10" fmla="*/ 17771 w 25988"/>
                <a:gd name="csY10" fmla="*/ 8349 h 47446"/>
                <a:gd name="csX11" fmla="*/ 17233 w 25988"/>
                <a:gd name="csY11" fmla="*/ 11302 h 47446"/>
                <a:gd name="csX12" fmla="*/ 16674 w 25988"/>
                <a:gd name="csY12" fmla="*/ 14280 h 47446"/>
                <a:gd name="csX13" fmla="*/ 21000 w 25988"/>
                <a:gd name="csY13" fmla="*/ 14280 h 47446"/>
                <a:gd name="csX14" fmla="*/ 21797 w 25988"/>
                <a:gd name="csY14" fmla="*/ 14306 h 47446"/>
                <a:gd name="csX15" fmla="*/ 22201 w 25988"/>
                <a:gd name="csY15" fmla="*/ 14458 h 47446"/>
                <a:gd name="csX16" fmla="*/ 22408 w 25988"/>
                <a:gd name="csY16" fmla="*/ 14866 h 47446"/>
                <a:gd name="csX17" fmla="*/ 22077 w 25988"/>
                <a:gd name="csY17" fmla="*/ 15756 h 47446"/>
                <a:gd name="csX18" fmla="*/ 20855 w 25988"/>
                <a:gd name="csY18" fmla="*/ 15909 h 47446"/>
                <a:gd name="csX19" fmla="*/ 16374 w 25988"/>
                <a:gd name="csY19" fmla="*/ 15909 h 47446"/>
                <a:gd name="csX20" fmla="*/ 13238 w 25988"/>
                <a:gd name="csY20" fmla="*/ 32429 h 47446"/>
                <a:gd name="csX21" fmla="*/ 12834 w 25988"/>
                <a:gd name="csY21" fmla="*/ 34440 h 47446"/>
                <a:gd name="csX22" fmla="*/ 11789 w 25988"/>
                <a:gd name="csY22" fmla="*/ 38411 h 47446"/>
                <a:gd name="csX23" fmla="*/ 10309 w 25988"/>
                <a:gd name="csY23" fmla="*/ 42381 h 47446"/>
                <a:gd name="csX24" fmla="*/ 9367 w 25988"/>
                <a:gd name="csY24" fmla="*/ 44010 h 47446"/>
                <a:gd name="csX25" fmla="*/ 8125 w 25988"/>
                <a:gd name="csY25" fmla="*/ 45639 h 47446"/>
                <a:gd name="csX26" fmla="*/ 6417 w 25988"/>
                <a:gd name="csY26" fmla="*/ 46938 h 47446"/>
                <a:gd name="csX27" fmla="*/ 4430 w 25988"/>
                <a:gd name="csY27" fmla="*/ 47446 h 47446"/>
                <a:gd name="csX28" fmla="*/ 1356 w 25988"/>
                <a:gd name="csY28" fmla="*/ 46480 h 47446"/>
                <a:gd name="csX29" fmla="*/ 0 w 25988"/>
                <a:gd name="csY29" fmla="*/ 43858 h 47446"/>
                <a:gd name="csX30" fmla="*/ 869 w 25988"/>
                <a:gd name="csY30" fmla="*/ 41592 h 47446"/>
                <a:gd name="csX31" fmla="*/ 2857 w 25988"/>
                <a:gd name="csY31" fmla="*/ 40727 h 47446"/>
                <a:gd name="csX32" fmla="*/ 4202 w 25988"/>
                <a:gd name="csY32" fmla="*/ 41211 h 47446"/>
                <a:gd name="csX33" fmla="*/ 4792 w 25988"/>
                <a:gd name="csY33" fmla="*/ 42534 h 47446"/>
                <a:gd name="csX34" fmla="*/ 4657 w 25988"/>
                <a:gd name="csY34" fmla="*/ 43298 h 47446"/>
                <a:gd name="csX35" fmla="*/ 4254 w 25988"/>
                <a:gd name="csY35" fmla="*/ 44163 h 47446"/>
                <a:gd name="csX36" fmla="*/ 3364 w 25988"/>
                <a:gd name="csY36" fmla="*/ 44978 h 47446"/>
                <a:gd name="csX37" fmla="*/ 1915 w 25988"/>
                <a:gd name="csY37" fmla="*/ 45360 h 47446"/>
                <a:gd name="csX38" fmla="*/ 4430 w 25988"/>
                <a:gd name="csY38" fmla="*/ 46302 h 47446"/>
                <a:gd name="csX39" fmla="*/ 5351 w 25988"/>
                <a:gd name="csY39" fmla="*/ 46098 h 47446"/>
                <a:gd name="csX40" fmla="*/ 6138 w 25988"/>
                <a:gd name="csY40" fmla="*/ 45461 h 47446"/>
                <a:gd name="csX41" fmla="*/ 6800 w 25988"/>
                <a:gd name="csY41" fmla="*/ 44545 h 47446"/>
                <a:gd name="csX42" fmla="*/ 7359 w 25988"/>
                <a:gd name="csY42" fmla="*/ 43272 h 47446"/>
                <a:gd name="csX43" fmla="*/ 7814 w 25988"/>
                <a:gd name="csY43" fmla="*/ 41847 h 47446"/>
                <a:gd name="csX44" fmla="*/ 8228 w 25988"/>
                <a:gd name="csY44" fmla="*/ 40141 h 47446"/>
                <a:gd name="csX45" fmla="*/ 8611 w 25988"/>
                <a:gd name="csY45" fmla="*/ 38385 h 47446"/>
                <a:gd name="csX46" fmla="*/ 8963 w 25988"/>
                <a:gd name="csY46" fmla="*/ 36501 h 47446"/>
                <a:gd name="csX47" fmla="*/ 12855 w 25988"/>
                <a:gd name="csY47" fmla="*/ 15909 h 47446"/>
                <a:gd name="csX48" fmla="*/ 9419 w 25988"/>
                <a:gd name="csY48" fmla="*/ 15909 h 47446"/>
                <a:gd name="csX49" fmla="*/ 8559 w 25988"/>
                <a:gd name="csY49" fmla="*/ 15883 h 47446"/>
                <a:gd name="csX50" fmla="*/ 8146 w 25988"/>
                <a:gd name="csY50" fmla="*/ 15731 h 47446"/>
                <a:gd name="csX51" fmla="*/ 7970 w 25988"/>
                <a:gd name="csY51" fmla="*/ 15272 h 47446"/>
                <a:gd name="csX52" fmla="*/ 8177 w 25988"/>
                <a:gd name="csY52" fmla="*/ 14585 h 47446"/>
                <a:gd name="csX53" fmla="*/ 8663 w 25988"/>
                <a:gd name="csY53" fmla="*/ 14331 h 47446"/>
                <a:gd name="csX54" fmla="*/ 9522 w 25988"/>
                <a:gd name="csY54" fmla="*/ 14280 h 47446"/>
                <a:gd name="csX55" fmla="*/ 13134 w 25988"/>
                <a:gd name="csY55" fmla="*/ 14280 h 47446"/>
                <a:gd name="csX56" fmla="*/ 14842 w 25988"/>
                <a:gd name="csY56" fmla="*/ 6109 h 47446"/>
                <a:gd name="csX57" fmla="*/ 16270 w 25988"/>
                <a:gd name="csY57" fmla="*/ 3004 h 47446"/>
                <a:gd name="csX58" fmla="*/ 18102 w 25988"/>
                <a:gd name="csY58" fmla="*/ 1095 h 47446"/>
                <a:gd name="csX59" fmla="*/ 19862 w 25988"/>
                <a:gd name="csY59" fmla="*/ 255 h 47446"/>
                <a:gd name="csX60" fmla="*/ 21466 w 25988"/>
                <a:gd name="csY60" fmla="*/ 0 h 47446"/>
                <a:gd name="csX61" fmla="*/ 24623 w 25988"/>
                <a:gd name="csY61" fmla="*/ 968 h 47446"/>
                <a:gd name="csX62" fmla="*/ 25989 w 25988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6">
                  <a:moveTo>
                    <a:pt x="25989" y="3589"/>
                  </a:moveTo>
                  <a:cubicBezTo>
                    <a:pt x="25989" y="4522"/>
                    <a:pt x="25692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6"/>
                  </a:cubicBezTo>
                  <a:cubicBezTo>
                    <a:pt x="21394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6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27" y="35441"/>
                    <a:pt x="12279" y="36765"/>
                    <a:pt x="11789" y="38411"/>
                  </a:cubicBezTo>
                  <a:cubicBezTo>
                    <a:pt x="11299" y="40074"/>
                    <a:pt x="10806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30" y="40888"/>
                    <a:pt x="4202" y="41211"/>
                  </a:cubicBezTo>
                  <a:cubicBezTo>
                    <a:pt x="4596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8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3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70" y="15476"/>
                    <a:pt x="7970" y="15272"/>
                  </a:cubicBezTo>
                  <a:cubicBezTo>
                    <a:pt x="7970" y="14950"/>
                    <a:pt x="8039" y="14721"/>
                    <a:pt x="8177" y="14585"/>
                  </a:cubicBezTo>
                  <a:cubicBezTo>
                    <a:pt x="8329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09"/>
                  </a:cubicBezTo>
                  <a:cubicBezTo>
                    <a:pt x="15215" y="4887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4" y="1595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6" name="Freeform 2825">
              <a:extLst>
                <a:ext uri="{FF2B5EF4-FFF2-40B4-BE49-F238E27FC236}">
                  <a16:creationId xmlns:a16="http://schemas.microsoft.com/office/drawing/2014/main" id="{96A8D2C0-776E-77B4-E0EC-D4A5837BE18D}"/>
                </a:ext>
              </a:extLst>
            </p:cNvPr>
            <p:cNvSpPr/>
            <p:nvPr/>
          </p:nvSpPr>
          <p:spPr>
            <a:xfrm>
              <a:off x="8221745" y="1623157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19 w 46119"/>
                <a:gd name="csY1" fmla="*/ 13542 h 27083"/>
                <a:gd name="csX2" fmla="*/ 45664 w 46119"/>
                <a:gd name="csY2" fmla="*/ 14229 h 27083"/>
                <a:gd name="csX3" fmla="*/ 38512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5 w 46119"/>
                <a:gd name="csY6" fmla="*/ 27084 h 27083"/>
                <a:gd name="csX7" fmla="*/ 33730 w 46119"/>
                <a:gd name="csY7" fmla="*/ 26779 h 27083"/>
                <a:gd name="csX8" fmla="*/ 33420 w 46119"/>
                <a:gd name="csY8" fmla="*/ 26065 h 27083"/>
                <a:gd name="csX9" fmla="*/ 3344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75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75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41 w 46119"/>
                <a:gd name="csY21" fmla="*/ 1146 h 27083"/>
                <a:gd name="csX22" fmla="*/ 33420 w 46119"/>
                <a:gd name="csY22" fmla="*/ 1018 h 27083"/>
                <a:gd name="csX23" fmla="*/ 33730 w 46119"/>
                <a:gd name="csY23" fmla="*/ 306 h 27083"/>
                <a:gd name="csX24" fmla="*/ 34465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2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19" y="13202"/>
                    <a:pt x="46119" y="13542"/>
                  </a:cubicBezTo>
                  <a:cubicBezTo>
                    <a:pt x="46119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2" y="19652"/>
                  </a:cubicBezTo>
                  <a:cubicBezTo>
                    <a:pt x="36932" y="21704"/>
                    <a:pt x="35921" y="23910"/>
                    <a:pt x="35480" y="26269"/>
                  </a:cubicBezTo>
                  <a:cubicBezTo>
                    <a:pt x="35432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5" y="27084"/>
                  </a:cubicBezTo>
                  <a:cubicBezTo>
                    <a:pt x="34175" y="27084"/>
                    <a:pt x="33931" y="26982"/>
                    <a:pt x="33730" y="26779"/>
                  </a:cubicBezTo>
                  <a:cubicBezTo>
                    <a:pt x="33524" y="26592"/>
                    <a:pt x="33420" y="26354"/>
                    <a:pt x="33420" y="26065"/>
                  </a:cubicBezTo>
                  <a:cubicBezTo>
                    <a:pt x="33420" y="26049"/>
                    <a:pt x="33427" y="26015"/>
                    <a:pt x="33441" y="25964"/>
                  </a:cubicBezTo>
                  <a:cubicBezTo>
                    <a:pt x="33461" y="25896"/>
                    <a:pt x="33472" y="25853"/>
                    <a:pt x="33472" y="25837"/>
                  </a:cubicBezTo>
                  <a:cubicBezTo>
                    <a:pt x="33982" y="23088"/>
                    <a:pt x="35128" y="20585"/>
                    <a:pt x="36908" y="18328"/>
                  </a:cubicBezTo>
                  <a:cubicBezTo>
                    <a:pt x="38026" y="16902"/>
                    <a:pt x="39382" y="15655"/>
                    <a:pt x="40975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75" y="12499"/>
                  </a:lnTo>
                  <a:cubicBezTo>
                    <a:pt x="39382" y="11429"/>
                    <a:pt x="38026" y="10182"/>
                    <a:pt x="36908" y="8757"/>
                  </a:cubicBezTo>
                  <a:cubicBezTo>
                    <a:pt x="35128" y="6500"/>
                    <a:pt x="33982" y="3997"/>
                    <a:pt x="33472" y="1247"/>
                  </a:cubicBezTo>
                  <a:cubicBezTo>
                    <a:pt x="33472" y="1231"/>
                    <a:pt x="33461" y="1197"/>
                    <a:pt x="33441" y="1146"/>
                  </a:cubicBezTo>
                  <a:cubicBezTo>
                    <a:pt x="33427" y="1078"/>
                    <a:pt x="33420" y="1036"/>
                    <a:pt x="33420" y="1018"/>
                  </a:cubicBezTo>
                  <a:cubicBezTo>
                    <a:pt x="33420" y="730"/>
                    <a:pt x="33524" y="493"/>
                    <a:pt x="33730" y="306"/>
                  </a:cubicBezTo>
                  <a:cubicBezTo>
                    <a:pt x="33931" y="102"/>
                    <a:pt x="34176" y="0"/>
                    <a:pt x="34465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1" y="577"/>
                    <a:pt x="35480" y="815"/>
                  </a:cubicBezTo>
                  <a:cubicBezTo>
                    <a:pt x="35921" y="3174"/>
                    <a:pt x="36932" y="5380"/>
                    <a:pt x="38512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7" name="Freeform 2826">
              <a:extLst>
                <a:ext uri="{FF2B5EF4-FFF2-40B4-BE49-F238E27FC236}">
                  <a16:creationId xmlns:a16="http://schemas.microsoft.com/office/drawing/2014/main" id="{C9B594D4-D594-3E3B-A424-B654C703B7A3}"/>
                </a:ext>
              </a:extLst>
            </p:cNvPr>
            <p:cNvSpPr/>
            <p:nvPr/>
          </p:nvSpPr>
          <p:spPr>
            <a:xfrm>
              <a:off x="8287840" y="1614121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17 w 34662"/>
                <a:gd name="csY1" fmla="*/ 1247 h 35610"/>
                <a:gd name="csX2" fmla="*/ 5372 w 34662"/>
                <a:gd name="csY2" fmla="*/ 33829 h 35610"/>
                <a:gd name="csX3" fmla="*/ 14273 w 34662"/>
                <a:gd name="csY3" fmla="*/ 33829 h 35610"/>
                <a:gd name="csX4" fmla="*/ 18889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79 h 35610"/>
                <a:gd name="csX8" fmla="*/ 27945 w 34662"/>
                <a:gd name="csY8" fmla="*/ 22985 h 35610"/>
                <a:gd name="csX9" fmla="*/ 28349 w 34662"/>
                <a:gd name="csY9" fmla="*/ 21890 h 35610"/>
                <a:gd name="csX10" fmla="*/ 28814 w 34662"/>
                <a:gd name="csY10" fmla="*/ 21686 h 35610"/>
                <a:gd name="csX11" fmla="*/ 29322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29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7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2 h 35610"/>
                <a:gd name="csX22" fmla="*/ 197 w 34662"/>
                <a:gd name="csY22" fmla="*/ 34210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3 w 34662"/>
                <a:gd name="csY26" fmla="*/ 3232 h 35610"/>
                <a:gd name="csX27" fmla="*/ 11044 w 34662"/>
                <a:gd name="csY27" fmla="*/ 5217 h 35610"/>
                <a:gd name="csX28" fmla="*/ 9336 w 34662"/>
                <a:gd name="csY28" fmla="*/ 7865 h 35610"/>
                <a:gd name="csX29" fmla="*/ 8011 w 34662"/>
                <a:gd name="csY29" fmla="*/ 11225 h 35610"/>
                <a:gd name="csX30" fmla="*/ 7939 w 34662"/>
                <a:gd name="csY30" fmla="*/ 11352 h 35610"/>
                <a:gd name="csX31" fmla="*/ 7814 w 34662"/>
                <a:gd name="csY31" fmla="*/ 11556 h 35610"/>
                <a:gd name="csX32" fmla="*/ 7638 w 34662"/>
                <a:gd name="csY32" fmla="*/ 11683 h 35610"/>
                <a:gd name="csX33" fmla="*/ 7359 w 34662"/>
                <a:gd name="csY33" fmla="*/ 11734 h 35610"/>
                <a:gd name="csX34" fmla="*/ 6893 w 34662"/>
                <a:gd name="csY34" fmla="*/ 11582 h 35610"/>
                <a:gd name="csX35" fmla="*/ 6738 w 34662"/>
                <a:gd name="csY35" fmla="*/ 11276 h 35610"/>
                <a:gd name="csX36" fmla="*/ 6717 w 34662"/>
                <a:gd name="csY36" fmla="*/ 11149 h 35610"/>
                <a:gd name="csX37" fmla="*/ 6873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5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6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4" y="840"/>
                    <a:pt x="34517" y="1247"/>
                  </a:cubicBezTo>
                  <a:lnTo>
                    <a:pt x="5372" y="33829"/>
                  </a:lnTo>
                  <a:lnTo>
                    <a:pt x="14273" y="33829"/>
                  </a:lnTo>
                  <a:cubicBezTo>
                    <a:pt x="16025" y="33829"/>
                    <a:pt x="17564" y="33676"/>
                    <a:pt x="18889" y="33370"/>
                  </a:cubicBezTo>
                  <a:cubicBezTo>
                    <a:pt x="20207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79"/>
                  </a:cubicBezTo>
                  <a:cubicBezTo>
                    <a:pt x="26972" y="25827"/>
                    <a:pt x="27455" y="24529"/>
                    <a:pt x="27945" y="22985"/>
                  </a:cubicBezTo>
                  <a:cubicBezTo>
                    <a:pt x="28131" y="22391"/>
                    <a:pt x="28266" y="22026"/>
                    <a:pt x="28349" y="21890"/>
                  </a:cubicBezTo>
                  <a:cubicBezTo>
                    <a:pt x="28438" y="21754"/>
                    <a:pt x="28594" y="21686"/>
                    <a:pt x="28814" y="21686"/>
                  </a:cubicBezTo>
                  <a:cubicBezTo>
                    <a:pt x="29035" y="21686"/>
                    <a:pt x="29204" y="21754"/>
                    <a:pt x="29322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1" y="22985"/>
                    <a:pt x="2929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5" y="35610"/>
                    <a:pt x="2397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2"/>
                    <a:pt x="0" y="35152"/>
                  </a:cubicBezTo>
                  <a:lnTo>
                    <a:pt x="197" y="34210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3" y="3232"/>
                  </a:cubicBezTo>
                  <a:cubicBezTo>
                    <a:pt x="12506" y="3724"/>
                    <a:pt x="11727" y="4386"/>
                    <a:pt x="11044" y="5217"/>
                  </a:cubicBezTo>
                  <a:cubicBezTo>
                    <a:pt x="10367" y="6032"/>
                    <a:pt x="9798" y="6915"/>
                    <a:pt x="9336" y="7865"/>
                  </a:cubicBezTo>
                  <a:cubicBezTo>
                    <a:pt x="8880" y="8799"/>
                    <a:pt x="8439" y="9918"/>
                    <a:pt x="8011" y="11225"/>
                  </a:cubicBezTo>
                  <a:lnTo>
                    <a:pt x="7939" y="11352"/>
                  </a:lnTo>
                  <a:cubicBezTo>
                    <a:pt x="7890" y="11437"/>
                    <a:pt x="7849" y="11505"/>
                    <a:pt x="7814" y="11556"/>
                  </a:cubicBezTo>
                  <a:cubicBezTo>
                    <a:pt x="7780" y="11590"/>
                    <a:pt x="7721" y="11632"/>
                    <a:pt x="7638" y="11683"/>
                  </a:cubicBezTo>
                  <a:cubicBezTo>
                    <a:pt x="7549" y="11717"/>
                    <a:pt x="7455" y="11734"/>
                    <a:pt x="7359" y="11734"/>
                  </a:cubicBezTo>
                  <a:cubicBezTo>
                    <a:pt x="7166" y="11734"/>
                    <a:pt x="7011" y="11683"/>
                    <a:pt x="6893" y="11582"/>
                  </a:cubicBezTo>
                  <a:cubicBezTo>
                    <a:pt x="6790" y="11480"/>
                    <a:pt x="6738" y="11378"/>
                    <a:pt x="6738" y="11276"/>
                  </a:cubicBezTo>
                  <a:lnTo>
                    <a:pt x="6717" y="11149"/>
                  </a:lnTo>
                  <a:cubicBezTo>
                    <a:pt x="6752" y="10843"/>
                    <a:pt x="6804" y="10606"/>
                    <a:pt x="6873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40" y="0"/>
                    <a:pt x="11354" y="0"/>
                  </a:cubicBezTo>
                  <a:lnTo>
                    <a:pt x="33368" y="0"/>
                  </a:lnTo>
                  <a:cubicBezTo>
                    <a:pt x="33913" y="0"/>
                    <a:pt x="34262" y="25"/>
                    <a:pt x="34414" y="76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8" name="Freeform 2827">
              <a:extLst>
                <a:ext uri="{FF2B5EF4-FFF2-40B4-BE49-F238E27FC236}">
                  <a16:creationId xmlns:a16="http://schemas.microsoft.com/office/drawing/2014/main" id="{8EA19CD0-2A13-99E4-8465-244A99B1E47F}"/>
                </a:ext>
              </a:extLst>
            </p:cNvPr>
            <p:cNvSpPr/>
            <p:nvPr/>
          </p:nvSpPr>
          <p:spPr>
            <a:xfrm>
              <a:off x="7885939" y="1716378"/>
              <a:ext cx="142074" cy="1034"/>
            </a:xfrm>
            <a:custGeom>
              <a:avLst/>
              <a:gdLst>
                <a:gd name="csX0" fmla="*/ 0 w 142074"/>
                <a:gd name="csY0" fmla="*/ 0 h 1034"/>
                <a:gd name="csX1" fmla="*/ 142074 w 14207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074" h="1034">
                  <a:moveTo>
                    <a:pt x="0" y="0"/>
                  </a:moveTo>
                  <a:lnTo>
                    <a:pt x="142074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9" name="Freeform 2828">
              <a:extLst>
                <a:ext uri="{FF2B5EF4-FFF2-40B4-BE49-F238E27FC236}">
                  <a16:creationId xmlns:a16="http://schemas.microsoft.com/office/drawing/2014/main" id="{4A8D443A-565A-8254-D221-CFF13EA4EEC1}"/>
                </a:ext>
              </a:extLst>
            </p:cNvPr>
            <p:cNvSpPr/>
            <p:nvPr/>
          </p:nvSpPr>
          <p:spPr>
            <a:xfrm>
              <a:off x="8109717" y="1667714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2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0" name="Freeform 2829">
              <a:extLst>
                <a:ext uri="{FF2B5EF4-FFF2-40B4-BE49-F238E27FC236}">
                  <a16:creationId xmlns:a16="http://schemas.microsoft.com/office/drawing/2014/main" id="{1C272D04-57EC-6C08-E343-6FB4620E88B5}"/>
                </a:ext>
              </a:extLst>
            </p:cNvPr>
            <p:cNvSpPr/>
            <p:nvPr/>
          </p:nvSpPr>
          <p:spPr>
            <a:xfrm>
              <a:off x="8051695" y="1684135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1" name="Freeform 2830">
              <a:extLst>
                <a:ext uri="{FF2B5EF4-FFF2-40B4-BE49-F238E27FC236}">
                  <a16:creationId xmlns:a16="http://schemas.microsoft.com/office/drawing/2014/main" id="{2D48A76B-45D9-3F55-FD0D-801C9FB06DA0}"/>
                </a:ext>
              </a:extLst>
            </p:cNvPr>
            <p:cNvSpPr/>
            <p:nvPr/>
          </p:nvSpPr>
          <p:spPr>
            <a:xfrm>
              <a:off x="8114291" y="1683662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4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4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70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2" name="Freeform 2831">
              <a:extLst>
                <a:ext uri="{FF2B5EF4-FFF2-40B4-BE49-F238E27FC236}">
                  <a16:creationId xmlns:a16="http://schemas.microsoft.com/office/drawing/2014/main" id="{4FA1B7F2-8664-74AE-08D8-37B569BAE762}"/>
                </a:ext>
              </a:extLst>
            </p:cNvPr>
            <p:cNvSpPr/>
            <p:nvPr/>
          </p:nvSpPr>
          <p:spPr>
            <a:xfrm>
              <a:off x="8140342" y="1683299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16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5" y="2024"/>
                    <a:pt x="30916" y="1709"/>
                  </a:cubicBezTo>
                  <a:cubicBezTo>
                    <a:pt x="30764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10" y="30351"/>
                    <a:pt x="28152" y="30982"/>
                  </a:cubicBezTo>
                  <a:cubicBezTo>
                    <a:pt x="31374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36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3" name="Freeform 2832">
              <a:extLst>
                <a:ext uri="{FF2B5EF4-FFF2-40B4-BE49-F238E27FC236}">
                  <a16:creationId xmlns:a16="http://schemas.microsoft.com/office/drawing/2014/main" id="{2ACBD9B6-B27B-BB7A-EE10-038D6752C344}"/>
                </a:ext>
              </a:extLst>
            </p:cNvPr>
            <p:cNvSpPr/>
            <p:nvPr/>
          </p:nvSpPr>
          <p:spPr>
            <a:xfrm>
              <a:off x="8185168" y="1717333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2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68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3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92" y="5277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4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80" y="14280"/>
                    <a:pt x="21645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2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51" y="43026"/>
                    <a:pt x="4668" y="43298"/>
                  </a:cubicBezTo>
                  <a:cubicBezTo>
                    <a:pt x="4578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6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55" y="9987"/>
                    <a:pt x="14525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4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4" name="Freeform 2833">
              <a:extLst>
                <a:ext uri="{FF2B5EF4-FFF2-40B4-BE49-F238E27FC236}">
                  <a16:creationId xmlns:a16="http://schemas.microsoft.com/office/drawing/2014/main" id="{4AF9EF90-94D8-8590-DD62-EDFCCB745102}"/>
                </a:ext>
              </a:extLst>
            </p:cNvPr>
            <p:cNvSpPr/>
            <p:nvPr/>
          </p:nvSpPr>
          <p:spPr>
            <a:xfrm>
              <a:off x="8224922" y="1727515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3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31 w 46119"/>
                <a:gd name="csY7" fmla="*/ 26777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31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3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3" y="19650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31" y="26981"/>
                    <a:pt x="33731" y="26777"/>
                  </a:cubicBezTo>
                  <a:cubicBezTo>
                    <a:pt x="33524" y="26590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3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1" y="305"/>
                  </a:cubicBezTo>
                  <a:cubicBezTo>
                    <a:pt x="33931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6"/>
                    <a:pt x="35480" y="815"/>
                  </a:cubicBezTo>
                  <a:cubicBezTo>
                    <a:pt x="35922" y="3173"/>
                    <a:pt x="36932" y="5379"/>
                    <a:pt x="38513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5" name="Freeform 2834">
              <a:extLst>
                <a:ext uri="{FF2B5EF4-FFF2-40B4-BE49-F238E27FC236}">
                  <a16:creationId xmlns:a16="http://schemas.microsoft.com/office/drawing/2014/main" id="{FF6768ED-764B-A742-C9B9-B3914351127A}"/>
                </a:ext>
              </a:extLst>
            </p:cNvPr>
            <p:cNvSpPr/>
            <p:nvPr/>
          </p:nvSpPr>
          <p:spPr>
            <a:xfrm>
              <a:off x="8291017" y="1718478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17 w 34662"/>
                <a:gd name="csY1" fmla="*/ 1247 h 35610"/>
                <a:gd name="csX2" fmla="*/ 5372 w 34662"/>
                <a:gd name="csY2" fmla="*/ 33829 h 35610"/>
                <a:gd name="csX3" fmla="*/ 14283 w 34662"/>
                <a:gd name="csY3" fmla="*/ 33829 h 35610"/>
                <a:gd name="csX4" fmla="*/ 18889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80 h 35610"/>
                <a:gd name="csX8" fmla="*/ 27945 w 34662"/>
                <a:gd name="csY8" fmla="*/ 22985 h 35610"/>
                <a:gd name="csX9" fmla="*/ 28359 w 34662"/>
                <a:gd name="csY9" fmla="*/ 21890 h 35610"/>
                <a:gd name="csX10" fmla="*/ 28814 w 34662"/>
                <a:gd name="csY10" fmla="*/ 21687 h 35610"/>
                <a:gd name="csX11" fmla="*/ 29322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30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8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3 h 35610"/>
                <a:gd name="csX22" fmla="*/ 197 w 34662"/>
                <a:gd name="csY22" fmla="*/ 34211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2 w 34662"/>
                <a:gd name="csY26" fmla="*/ 3232 h 35610"/>
                <a:gd name="csX27" fmla="*/ 11043 w 34662"/>
                <a:gd name="csY27" fmla="*/ 5217 h 35610"/>
                <a:gd name="csX28" fmla="*/ 9336 w 34662"/>
                <a:gd name="csY28" fmla="*/ 7865 h 35610"/>
                <a:gd name="csX29" fmla="*/ 8011 w 34662"/>
                <a:gd name="csY29" fmla="*/ 11226 h 35610"/>
                <a:gd name="csX30" fmla="*/ 7938 w 34662"/>
                <a:gd name="csY30" fmla="*/ 11353 h 35610"/>
                <a:gd name="csX31" fmla="*/ 7814 w 34662"/>
                <a:gd name="csY31" fmla="*/ 11556 h 35610"/>
                <a:gd name="csX32" fmla="*/ 7638 w 34662"/>
                <a:gd name="csY32" fmla="*/ 11683 h 35610"/>
                <a:gd name="csX33" fmla="*/ 7359 w 34662"/>
                <a:gd name="csY33" fmla="*/ 11734 h 35610"/>
                <a:gd name="csX34" fmla="*/ 6893 w 34662"/>
                <a:gd name="csY34" fmla="*/ 11582 h 35610"/>
                <a:gd name="csX35" fmla="*/ 6748 w 34662"/>
                <a:gd name="csY35" fmla="*/ 11276 h 35610"/>
                <a:gd name="csX36" fmla="*/ 6717 w 34662"/>
                <a:gd name="csY36" fmla="*/ 11149 h 35610"/>
                <a:gd name="csX37" fmla="*/ 6872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5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7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4" y="840"/>
                    <a:pt x="34517" y="1247"/>
                  </a:cubicBezTo>
                  <a:lnTo>
                    <a:pt x="5372" y="33829"/>
                  </a:lnTo>
                  <a:lnTo>
                    <a:pt x="14283" y="33829"/>
                  </a:lnTo>
                  <a:cubicBezTo>
                    <a:pt x="16029" y="33829"/>
                    <a:pt x="17564" y="33676"/>
                    <a:pt x="18889" y="33370"/>
                  </a:cubicBezTo>
                  <a:cubicBezTo>
                    <a:pt x="20207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80"/>
                  </a:cubicBezTo>
                  <a:cubicBezTo>
                    <a:pt x="26972" y="25828"/>
                    <a:pt x="27455" y="24529"/>
                    <a:pt x="27945" y="22985"/>
                  </a:cubicBezTo>
                  <a:cubicBezTo>
                    <a:pt x="28131" y="22391"/>
                    <a:pt x="28269" y="22026"/>
                    <a:pt x="28359" y="21890"/>
                  </a:cubicBezTo>
                  <a:cubicBezTo>
                    <a:pt x="28442" y="21755"/>
                    <a:pt x="28594" y="21687"/>
                    <a:pt x="28814" y="21687"/>
                  </a:cubicBezTo>
                  <a:cubicBezTo>
                    <a:pt x="29035" y="21687"/>
                    <a:pt x="29204" y="21755"/>
                    <a:pt x="29322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5" y="22985"/>
                    <a:pt x="2930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8" y="35610"/>
                    <a:pt x="2398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3"/>
                    <a:pt x="0" y="35153"/>
                  </a:cubicBezTo>
                  <a:lnTo>
                    <a:pt x="197" y="34211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2" y="3232"/>
                  </a:cubicBezTo>
                  <a:cubicBezTo>
                    <a:pt x="12506" y="3724"/>
                    <a:pt x="11727" y="4386"/>
                    <a:pt x="11043" y="5217"/>
                  </a:cubicBezTo>
                  <a:cubicBezTo>
                    <a:pt x="10367" y="6032"/>
                    <a:pt x="9798" y="6915"/>
                    <a:pt x="9336" y="7865"/>
                  </a:cubicBezTo>
                  <a:cubicBezTo>
                    <a:pt x="8880" y="8799"/>
                    <a:pt x="8439" y="9919"/>
                    <a:pt x="8011" y="11226"/>
                  </a:cubicBezTo>
                  <a:lnTo>
                    <a:pt x="7938" y="11353"/>
                  </a:lnTo>
                  <a:cubicBezTo>
                    <a:pt x="7890" y="11438"/>
                    <a:pt x="7849" y="11505"/>
                    <a:pt x="7814" y="11556"/>
                  </a:cubicBezTo>
                  <a:cubicBezTo>
                    <a:pt x="7780" y="11590"/>
                    <a:pt x="7721" y="11632"/>
                    <a:pt x="7638" y="11683"/>
                  </a:cubicBezTo>
                  <a:cubicBezTo>
                    <a:pt x="7548" y="11717"/>
                    <a:pt x="7455" y="11734"/>
                    <a:pt x="7359" y="11734"/>
                  </a:cubicBezTo>
                  <a:cubicBezTo>
                    <a:pt x="7172" y="11734"/>
                    <a:pt x="7017" y="11683"/>
                    <a:pt x="6893" y="11582"/>
                  </a:cubicBezTo>
                  <a:cubicBezTo>
                    <a:pt x="6796" y="11480"/>
                    <a:pt x="6748" y="11378"/>
                    <a:pt x="6748" y="11276"/>
                  </a:cubicBezTo>
                  <a:lnTo>
                    <a:pt x="6717" y="11149"/>
                  </a:lnTo>
                  <a:cubicBezTo>
                    <a:pt x="6752" y="10843"/>
                    <a:pt x="6803" y="10606"/>
                    <a:pt x="6872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40" y="0"/>
                    <a:pt x="11354" y="0"/>
                  </a:cubicBezTo>
                  <a:lnTo>
                    <a:pt x="33368" y="0"/>
                  </a:lnTo>
                  <a:cubicBezTo>
                    <a:pt x="33913" y="0"/>
                    <a:pt x="34262" y="26"/>
                    <a:pt x="34414" y="77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6" name="Freeform 2835">
              <a:extLst>
                <a:ext uri="{FF2B5EF4-FFF2-40B4-BE49-F238E27FC236}">
                  <a16:creationId xmlns:a16="http://schemas.microsoft.com/office/drawing/2014/main" id="{7F76B902-6C33-5363-9F9B-A43B938932A5}"/>
                </a:ext>
              </a:extLst>
            </p:cNvPr>
            <p:cNvSpPr/>
            <p:nvPr/>
          </p:nvSpPr>
          <p:spPr>
            <a:xfrm>
              <a:off x="7885939" y="1812969"/>
              <a:ext cx="142074" cy="1034"/>
            </a:xfrm>
            <a:custGeom>
              <a:avLst/>
              <a:gdLst>
                <a:gd name="csX0" fmla="*/ 0 w 142074"/>
                <a:gd name="csY0" fmla="*/ 0 h 1034"/>
                <a:gd name="csX1" fmla="*/ 142074 w 14207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074" h="1034">
                  <a:moveTo>
                    <a:pt x="0" y="0"/>
                  </a:moveTo>
                  <a:lnTo>
                    <a:pt x="142074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7" name="Freeform 2836">
              <a:extLst>
                <a:ext uri="{FF2B5EF4-FFF2-40B4-BE49-F238E27FC236}">
                  <a16:creationId xmlns:a16="http://schemas.microsoft.com/office/drawing/2014/main" id="{DC6D3B5F-80DE-EC61-08A0-37B15DFC8FF6}"/>
                </a:ext>
              </a:extLst>
            </p:cNvPr>
            <p:cNvSpPr/>
            <p:nvPr/>
          </p:nvSpPr>
          <p:spPr>
            <a:xfrm>
              <a:off x="8109717" y="1764304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2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8" name="Freeform 2837">
              <a:extLst>
                <a:ext uri="{FF2B5EF4-FFF2-40B4-BE49-F238E27FC236}">
                  <a16:creationId xmlns:a16="http://schemas.microsoft.com/office/drawing/2014/main" id="{D8D97C9A-9793-6593-5D65-C3F1A53A592A}"/>
                </a:ext>
              </a:extLst>
            </p:cNvPr>
            <p:cNvSpPr/>
            <p:nvPr/>
          </p:nvSpPr>
          <p:spPr>
            <a:xfrm>
              <a:off x="8051695" y="1780725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9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9" name="Freeform 2838">
              <a:extLst>
                <a:ext uri="{FF2B5EF4-FFF2-40B4-BE49-F238E27FC236}">
                  <a16:creationId xmlns:a16="http://schemas.microsoft.com/office/drawing/2014/main" id="{2E584CF9-5E1B-357D-F8D4-5850707AAAE4}"/>
                </a:ext>
              </a:extLst>
            </p:cNvPr>
            <p:cNvSpPr/>
            <p:nvPr/>
          </p:nvSpPr>
          <p:spPr>
            <a:xfrm>
              <a:off x="8114291" y="1780252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1 h 34218"/>
                <a:gd name="csX21" fmla="*/ 22480 w 24332"/>
                <a:gd name="csY21" fmla="*/ 1819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4"/>
                    <a:pt x="22366" y="401"/>
                  </a:cubicBezTo>
                  <a:cubicBezTo>
                    <a:pt x="22442" y="643"/>
                    <a:pt x="22480" y="1115"/>
                    <a:pt x="22480" y="1819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40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4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3"/>
                    <a:pt x="3605" y="31552"/>
                    <a:pt x="3384" y="31818"/>
                  </a:cubicBezTo>
                  <a:cubicBezTo>
                    <a:pt x="3170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0" name="Freeform 2839">
              <a:extLst>
                <a:ext uri="{FF2B5EF4-FFF2-40B4-BE49-F238E27FC236}">
                  <a16:creationId xmlns:a16="http://schemas.microsoft.com/office/drawing/2014/main" id="{0A717DD6-4721-0907-FBE3-9DB1A8E4382E}"/>
                </a:ext>
              </a:extLst>
            </p:cNvPr>
            <p:cNvSpPr/>
            <p:nvPr/>
          </p:nvSpPr>
          <p:spPr>
            <a:xfrm>
              <a:off x="8140342" y="1779889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6 h 49090"/>
                <a:gd name="csX16" fmla="*/ 30916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5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2000"/>
                    <a:pt x="34041" y="2824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6"/>
                    <a:pt x="29715" y="3746"/>
                  </a:cubicBezTo>
                  <a:cubicBezTo>
                    <a:pt x="29715" y="2703"/>
                    <a:pt x="30115" y="2024"/>
                    <a:pt x="30916" y="1709"/>
                  </a:cubicBezTo>
                  <a:cubicBezTo>
                    <a:pt x="30764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30"/>
                    <a:pt x="22377" y="29224"/>
                    <a:pt x="23929" y="29563"/>
                  </a:cubicBezTo>
                  <a:cubicBezTo>
                    <a:pt x="25503" y="29878"/>
                    <a:pt x="26910" y="30351"/>
                    <a:pt x="28152" y="30982"/>
                  </a:cubicBezTo>
                  <a:cubicBezTo>
                    <a:pt x="31374" y="32776"/>
                    <a:pt x="32996" y="35612"/>
                    <a:pt x="33017" y="39490"/>
                  </a:cubicBezTo>
                  <a:cubicBezTo>
                    <a:pt x="33017" y="42327"/>
                    <a:pt x="31381" y="44630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36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1" name="Freeform 2840">
              <a:extLst>
                <a:ext uri="{FF2B5EF4-FFF2-40B4-BE49-F238E27FC236}">
                  <a16:creationId xmlns:a16="http://schemas.microsoft.com/office/drawing/2014/main" id="{88EB642F-FC65-E5AA-9A98-E82A29AC76E2}"/>
                </a:ext>
              </a:extLst>
            </p:cNvPr>
            <p:cNvSpPr/>
            <p:nvPr/>
          </p:nvSpPr>
          <p:spPr>
            <a:xfrm>
              <a:off x="8185168" y="1813923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2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68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4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92" y="5278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4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70"/>
                    <a:pt x="16881" y="13262"/>
                    <a:pt x="16674" y="14280"/>
                  </a:cubicBezTo>
                  <a:lnTo>
                    <a:pt x="21000" y="14280"/>
                  </a:lnTo>
                  <a:cubicBezTo>
                    <a:pt x="21380" y="14280"/>
                    <a:pt x="21645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2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51" y="43026"/>
                    <a:pt x="4668" y="43298"/>
                  </a:cubicBezTo>
                  <a:cubicBezTo>
                    <a:pt x="4578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6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1"/>
                    <a:pt x="8559" y="15884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55" y="9987"/>
                    <a:pt x="14525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4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2" name="Freeform 2841">
              <a:extLst>
                <a:ext uri="{FF2B5EF4-FFF2-40B4-BE49-F238E27FC236}">
                  <a16:creationId xmlns:a16="http://schemas.microsoft.com/office/drawing/2014/main" id="{9432BFFE-5A1D-242A-4C43-2ABDE94CB359}"/>
                </a:ext>
              </a:extLst>
            </p:cNvPr>
            <p:cNvSpPr/>
            <p:nvPr/>
          </p:nvSpPr>
          <p:spPr>
            <a:xfrm>
              <a:off x="8224922" y="1824105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3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31 w 46119"/>
                <a:gd name="csY7" fmla="*/ 26778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31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3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3" y="19651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31" y="26981"/>
                    <a:pt x="33731" y="26778"/>
                  </a:cubicBezTo>
                  <a:cubicBezTo>
                    <a:pt x="33524" y="26591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3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1" y="305"/>
                  </a:cubicBezTo>
                  <a:cubicBezTo>
                    <a:pt x="33931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7"/>
                    <a:pt x="35480" y="815"/>
                  </a:cubicBezTo>
                  <a:cubicBezTo>
                    <a:pt x="35922" y="3173"/>
                    <a:pt x="36932" y="5379"/>
                    <a:pt x="38513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3" name="Freeform 2842">
              <a:extLst>
                <a:ext uri="{FF2B5EF4-FFF2-40B4-BE49-F238E27FC236}">
                  <a16:creationId xmlns:a16="http://schemas.microsoft.com/office/drawing/2014/main" id="{9CABE3B4-22A3-5C6D-176D-B81E87299DA7}"/>
                </a:ext>
              </a:extLst>
            </p:cNvPr>
            <p:cNvSpPr/>
            <p:nvPr/>
          </p:nvSpPr>
          <p:spPr>
            <a:xfrm>
              <a:off x="8291017" y="1815069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17 w 34662"/>
                <a:gd name="csY1" fmla="*/ 1247 h 35610"/>
                <a:gd name="csX2" fmla="*/ 5372 w 34662"/>
                <a:gd name="csY2" fmla="*/ 33829 h 35610"/>
                <a:gd name="csX3" fmla="*/ 14283 w 34662"/>
                <a:gd name="csY3" fmla="*/ 33829 h 35610"/>
                <a:gd name="csX4" fmla="*/ 18889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80 h 35610"/>
                <a:gd name="csX8" fmla="*/ 27945 w 34662"/>
                <a:gd name="csY8" fmla="*/ 22985 h 35610"/>
                <a:gd name="csX9" fmla="*/ 28359 w 34662"/>
                <a:gd name="csY9" fmla="*/ 21890 h 35610"/>
                <a:gd name="csX10" fmla="*/ 28814 w 34662"/>
                <a:gd name="csY10" fmla="*/ 21687 h 35610"/>
                <a:gd name="csX11" fmla="*/ 29322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30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8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3 h 35610"/>
                <a:gd name="csX22" fmla="*/ 197 w 34662"/>
                <a:gd name="csY22" fmla="*/ 34211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2 w 34662"/>
                <a:gd name="csY26" fmla="*/ 3232 h 35610"/>
                <a:gd name="csX27" fmla="*/ 11043 w 34662"/>
                <a:gd name="csY27" fmla="*/ 5218 h 35610"/>
                <a:gd name="csX28" fmla="*/ 9336 w 34662"/>
                <a:gd name="csY28" fmla="*/ 7865 h 35610"/>
                <a:gd name="csX29" fmla="*/ 8011 w 34662"/>
                <a:gd name="csY29" fmla="*/ 11226 h 35610"/>
                <a:gd name="csX30" fmla="*/ 7938 w 34662"/>
                <a:gd name="csY30" fmla="*/ 11353 h 35610"/>
                <a:gd name="csX31" fmla="*/ 7814 w 34662"/>
                <a:gd name="csY31" fmla="*/ 11556 h 35610"/>
                <a:gd name="csX32" fmla="*/ 7638 w 34662"/>
                <a:gd name="csY32" fmla="*/ 11683 h 35610"/>
                <a:gd name="csX33" fmla="*/ 7359 w 34662"/>
                <a:gd name="csY33" fmla="*/ 11735 h 35610"/>
                <a:gd name="csX34" fmla="*/ 6893 w 34662"/>
                <a:gd name="csY34" fmla="*/ 11582 h 35610"/>
                <a:gd name="csX35" fmla="*/ 6748 w 34662"/>
                <a:gd name="csY35" fmla="*/ 11276 h 35610"/>
                <a:gd name="csX36" fmla="*/ 6717 w 34662"/>
                <a:gd name="csY36" fmla="*/ 11149 h 35610"/>
                <a:gd name="csX37" fmla="*/ 6872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5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7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4" y="840"/>
                    <a:pt x="34517" y="1247"/>
                  </a:cubicBezTo>
                  <a:lnTo>
                    <a:pt x="5372" y="33829"/>
                  </a:lnTo>
                  <a:lnTo>
                    <a:pt x="14283" y="33829"/>
                  </a:lnTo>
                  <a:cubicBezTo>
                    <a:pt x="16029" y="33829"/>
                    <a:pt x="17564" y="33676"/>
                    <a:pt x="18889" y="33370"/>
                  </a:cubicBezTo>
                  <a:cubicBezTo>
                    <a:pt x="20207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80"/>
                  </a:cubicBezTo>
                  <a:cubicBezTo>
                    <a:pt x="26972" y="25828"/>
                    <a:pt x="27455" y="24529"/>
                    <a:pt x="27945" y="22985"/>
                  </a:cubicBezTo>
                  <a:cubicBezTo>
                    <a:pt x="28131" y="22391"/>
                    <a:pt x="28269" y="22026"/>
                    <a:pt x="28359" y="21890"/>
                  </a:cubicBezTo>
                  <a:cubicBezTo>
                    <a:pt x="28442" y="21755"/>
                    <a:pt x="28594" y="21687"/>
                    <a:pt x="28814" y="21687"/>
                  </a:cubicBezTo>
                  <a:cubicBezTo>
                    <a:pt x="29035" y="21687"/>
                    <a:pt x="29204" y="21755"/>
                    <a:pt x="29322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5" y="22985"/>
                    <a:pt x="2930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8" y="35610"/>
                    <a:pt x="2398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3"/>
                    <a:pt x="0" y="35153"/>
                  </a:cubicBezTo>
                  <a:lnTo>
                    <a:pt x="197" y="34211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2" y="3232"/>
                  </a:cubicBezTo>
                  <a:cubicBezTo>
                    <a:pt x="12506" y="3724"/>
                    <a:pt x="11727" y="4386"/>
                    <a:pt x="11043" y="5218"/>
                  </a:cubicBezTo>
                  <a:cubicBezTo>
                    <a:pt x="10367" y="6033"/>
                    <a:pt x="9798" y="6915"/>
                    <a:pt x="9336" y="7865"/>
                  </a:cubicBezTo>
                  <a:cubicBezTo>
                    <a:pt x="8880" y="8799"/>
                    <a:pt x="8439" y="9919"/>
                    <a:pt x="8011" y="11226"/>
                  </a:cubicBezTo>
                  <a:lnTo>
                    <a:pt x="7938" y="11353"/>
                  </a:lnTo>
                  <a:cubicBezTo>
                    <a:pt x="7890" y="11438"/>
                    <a:pt x="7849" y="11505"/>
                    <a:pt x="7814" y="11556"/>
                  </a:cubicBezTo>
                  <a:cubicBezTo>
                    <a:pt x="7780" y="11590"/>
                    <a:pt x="7721" y="11633"/>
                    <a:pt x="7638" y="11683"/>
                  </a:cubicBezTo>
                  <a:cubicBezTo>
                    <a:pt x="7548" y="11718"/>
                    <a:pt x="7455" y="11735"/>
                    <a:pt x="7359" y="11735"/>
                  </a:cubicBezTo>
                  <a:cubicBezTo>
                    <a:pt x="7172" y="11735"/>
                    <a:pt x="7017" y="11684"/>
                    <a:pt x="6893" y="11582"/>
                  </a:cubicBezTo>
                  <a:cubicBezTo>
                    <a:pt x="6796" y="11480"/>
                    <a:pt x="6748" y="11378"/>
                    <a:pt x="6748" y="11276"/>
                  </a:cubicBezTo>
                  <a:lnTo>
                    <a:pt x="6717" y="11149"/>
                  </a:lnTo>
                  <a:cubicBezTo>
                    <a:pt x="6752" y="10843"/>
                    <a:pt x="6803" y="10606"/>
                    <a:pt x="6872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40" y="0"/>
                    <a:pt x="11354" y="0"/>
                  </a:cubicBezTo>
                  <a:lnTo>
                    <a:pt x="33368" y="0"/>
                  </a:lnTo>
                  <a:cubicBezTo>
                    <a:pt x="33913" y="0"/>
                    <a:pt x="34262" y="26"/>
                    <a:pt x="34414" y="77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73" name="Group 2672">
            <a:extLst>
              <a:ext uri="{FF2B5EF4-FFF2-40B4-BE49-F238E27FC236}">
                <a16:creationId xmlns:a16="http://schemas.microsoft.com/office/drawing/2014/main" id="{420C1602-576E-919C-0B8A-9C08777EB963}"/>
              </a:ext>
            </a:extLst>
          </p:cNvPr>
          <p:cNvGrpSpPr/>
          <p:nvPr/>
        </p:nvGrpSpPr>
        <p:grpSpPr>
          <a:xfrm>
            <a:off x="3330000" y="1441806"/>
            <a:ext cx="2483999" cy="1655999"/>
            <a:chOff x="3330000" y="1441806"/>
            <a:chExt cx="2483999" cy="1655999"/>
          </a:xfrm>
        </p:grpSpPr>
        <p:sp>
          <p:nvSpPr>
            <p:cNvPr id="2480" name="Freeform 2479">
              <a:extLst>
                <a:ext uri="{FF2B5EF4-FFF2-40B4-BE49-F238E27FC236}">
                  <a16:creationId xmlns:a16="http://schemas.microsoft.com/office/drawing/2014/main" id="{9AF4FE6C-2F42-1712-3264-F1AAD44F0339}"/>
                </a:ext>
              </a:extLst>
            </p:cNvPr>
            <p:cNvSpPr/>
            <p:nvPr/>
          </p:nvSpPr>
          <p:spPr>
            <a:xfrm>
              <a:off x="3330000" y="1441806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1" name="Freeform 2480">
              <a:extLst>
                <a:ext uri="{FF2B5EF4-FFF2-40B4-BE49-F238E27FC236}">
                  <a16:creationId xmlns:a16="http://schemas.microsoft.com/office/drawing/2014/main" id="{68E4B82C-30B2-F70A-6405-80A95014A72A}"/>
                </a:ext>
              </a:extLst>
            </p:cNvPr>
            <p:cNvSpPr/>
            <p:nvPr/>
          </p:nvSpPr>
          <p:spPr>
            <a:xfrm>
              <a:off x="3633949" y="1490703"/>
              <a:ext cx="2131156" cy="1374909"/>
            </a:xfrm>
            <a:custGeom>
              <a:avLst/>
              <a:gdLst>
                <a:gd name="csX0" fmla="*/ 0 w 2131156"/>
                <a:gd name="csY0" fmla="*/ 1374910 h 1374909"/>
                <a:gd name="csX1" fmla="*/ 2131156 w 2131156"/>
                <a:gd name="csY1" fmla="*/ 1374910 h 1374909"/>
                <a:gd name="csX2" fmla="*/ 2131156 w 2131156"/>
                <a:gd name="csY2" fmla="*/ 0 h 1374909"/>
                <a:gd name="csX3" fmla="*/ 0 w 2131156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31156" h="1374909">
                  <a:moveTo>
                    <a:pt x="0" y="1374910"/>
                  </a:moveTo>
                  <a:lnTo>
                    <a:pt x="2131156" y="1374910"/>
                  </a:lnTo>
                  <a:lnTo>
                    <a:pt x="21311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2" name="Freeform 2481">
              <a:extLst>
                <a:ext uri="{FF2B5EF4-FFF2-40B4-BE49-F238E27FC236}">
                  <a16:creationId xmlns:a16="http://schemas.microsoft.com/office/drawing/2014/main" id="{96B17936-D05B-3993-2408-09EB8F7D4D32}"/>
                </a:ext>
              </a:extLst>
            </p:cNvPr>
            <p:cNvSpPr/>
            <p:nvPr/>
          </p:nvSpPr>
          <p:spPr>
            <a:xfrm>
              <a:off x="4032279" y="1490703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3" name="Freeform 2482">
              <a:extLst>
                <a:ext uri="{FF2B5EF4-FFF2-40B4-BE49-F238E27FC236}">
                  <a16:creationId xmlns:a16="http://schemas.microsoft.com/office/drawing/2014/main" id="{4367518B-7D0E-217A-F1ED-C7A9BF1832FA}"/>
                </a:ext>
              </a:extLst>
            </p:cNvPr>
            <p:cNvSpPr/>
            <p:nvPr/>
          </p:nvSpPr>
          <p:spPr>
            <a:xfrm>
              <a:off x="4598547" y="1490703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4" name="Freeform 2483">
              <a:extLst>
                <a:ext uri="{FF2B5EF4-FFF2-40B4-BE49-F238E27FC236}">
                  <a16:creationId xmlns:a16="http://schemas.microsoft.com/office/drawing/2014/main" id="{CDC12345-1BB4-6C52-BB22-0D19AAB3FF7B}"/>
                </a:ext>
              </a:extLst>
            </p:cNvPr>
            <p:cNvSpPr/>
            <p:nvPr/>
          </p:nvSpPr>
          <p:spPr>
            <a:xfrm>
              <a:off x="5164805" y="1490703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5" name="Freeform 2484">
              <a:extLst>
                <a:ext uri="{FF2B5EF4-FFF2-40B4-BE49-F238E27FC236}">
                  <a16:creationId xmlns:a16="http://schemas.microsoft.com/office/drawing/2014/main" id="{263DDFE8-1EDB-967F-DCB0-0FCA765C19E9}"/>
                </a:ext>
              </a:extLst>
            </p:cNvPr>
            <p:cNvSpPr/>
            <p:nvPr/>
          </p:nvSpPr>
          <p:spPr>
            <a:xfrm>
              <a:off x="5731074" y="1490703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6" name="Freeform 2485">
              <a:extLst>
                <a:ext uri="{FF2B5EF4-FFF2-40B4-BE49-F238E27FC236}">
                  <a16:creationId xmlns:a16="http://schemas.microsoft.com/office/drawing/2014/main" id="{3AFDA2F6-0B3E-2A72-CE4A-A7AE45A95C97}"/>
                </a:ext>
              </a:extLst>
            </p:cNvPr>
            <p:cNvSpPr/>
            <p:nvPr/>
          </p:nvSpPr>
          <p:spPr>
            <a:xfrm>
              <a:off x="3633949" y="2865613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7" name="Freeform 2486">
              <a:extLst>
                <a:ext uri="{FF2B5EF4-FFF2-40B4-BE49-F238E27FC236}">
                  <a16:creationId xmlns:a16="http://schemas.microsoft.com/office/drawing/2014/main" id="{75EC1559-8D6B-C06B-EB0A-5807EBEAF153}"/>
                </a:ext>
              </a:extLst>
            </p:cNvPr>
            <p:cNvSpPr/>
            <p:nvPr/>
          </p:nvSpPr>
          <p:spPr>
            <a:xfrm>
              <a:off x="3633949" y="2571042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8" name="Freeform 2487">
              <a:extLst>
                <a:ext uri="{FF2B5EF4-FFF2-40B4-BE49-F238E27FC236}">
                  <a16:creationId xmlns:a16="http://schemas.microsoft.com/office/drawing/2014/main" id="{9446DC9E-7684-8440-8F1B-AAEBFF319760}"/>
                </a:ext>
              </a:extLst>
            </p:cNvPr>
            <p:cNvSpPr/>
            <p:nvPr/>
          </p:nvSpPr>
          <p:spPr>
            <a:xfrm>
              <a:off x="3633949" y="2276471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9" name="Freeform 2488">
              <a:extLst>
                <a:ext uri="{FF2B5EF4-FFF2-40B4-BE49-F238E27FC236}">
                  <a16:creationId xmlns:a16="http://schemas.microsoft.com/office/drawing/2014/main" id="{B9B8B46F-E22E-3452-5EA3-2C42CF55B499}"/>
                </a:ext>
              </a:extLst>
            </p:cNvPr>
            <p:cNvSpPr/>
            <p:nvPr/>
          </p:nvSpPr>
          <p:spPr>
            <a:xfrm>
              <a:off x="3633949" y="1981900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0" name="Freeform 2489">
              <a:extLst>
                <a:ext uri="{FF2B5EF4-FFF2-40B4-BE49-F238E27FC236}">
                  <a16:creationId xmlns:a16="http://schemas.microsoft.com/office/drawing/2014/main" id="{AE9099EE-F9CD-E488-F122-0B2831568F05}"/>
                </a:ext>
              </a:extLst>
            </p:cNvPr>
            <p:cNvSpPr/>
            <p:nvPr/>
          </p:nvSpPr>
          <p:spPr>
            <a:xfrm>
              <a:off x="3633949" y="1687330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1" name="Freeform 2490">
              <a:extLst>
                <a:ext uri="{FF2B5EF4-FFF2-40B4-BE49-F238E27FC236}">
                  <a16:creationId xmlns:a16="http://schemas.microsoft.com/office/drawing/2014/main" id="{4F274F26-A23F-38D2-B1AB-C0FB27C688ED}"/>
                </a:ext>
              </a:extLst>
            </p:cNvPr>
            <p:cNvSpPr/>
            <p:nvPr/>
          </p:nvSpPr>
          <p:spPr>
            <a:xfrm>
              <a:off x="3633949" y="2865613"/>
              <a:ext cx="2131156" cy="1034"/>
            </a:xfrm>
            <a:custGeom>
              <a:avLst/>
              <a:gdLst>
                <a:gd name="csX0" fmla="*/ 0 w 2131156"/>
                <a:gd name="csY0" fmla="*/ 0 h 1034"/>
                <a:gd name="csX1" fmla="*/ 2131156 w 213115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31156" h="1034">
                  <a:moveTo>
                    <a:pt x="0" y="0"/>
                  </a:moveTo>
                  <a:lnTo>
                    <a:pt x="2131156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2" name="Freeform 2491">
              <a:extLst>
                <a:ext uri="{FF2B5EF4-FFF2-40B4-BE49-F238E27FC236}">
                  <a16:creationId xmlns:a16="http://schemas.microsoft.com/office/drawing/2014/main" id="{060BAFAD-685A-9233-AAF1-106F582AA815}"/>
                </a:ext>
              </a:extLst>
            </p:cNvPr>
            <p:cNvSpPr/>
            <p:nvPr/>
          </p:nvSpPr>
          <p:spPr>
            <a:xfrm>
              <a:off x="4032279" y="2846051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3" name="Freeform 2492">
              <a:extLst>
                <a:ext uri="{FF2B5EF4-FFF2-40B4-BE49-F238E27FC236}">
                  <a16:creationId xmlns:a16="http://schemas.microsoft.com/office/drawing/2014/main" id="{93C9C75E-1D31-A93F-8711-97B105A64050}"/>
                </a:ext>
              </a:extLst>
            </p:cNvPr>
            <p:cNvSpPr/>
            <p:nvPr/>
          </p:nvSpPr>
          <p:spPr>
            <a:xfrm>
              <a:off x="4598547" y="2846051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4" name="Freeform 2493">
              <a:extLst>
                <a:ext uri="{FF2B5EF4-FFF2-40B4-BE49-F238E27FC236}">
                  <a16:creationId xmlns:a16="http://schemas.microsoft.com/office/drawing/2014/main" id="{CF2E02F1-D441-E063-A30B-21706D2079CF}"/>
                </a:ext>
              </a:extLst>
            </p:cNvPr>
            <p:cNvSpPr/>
            <p:nvPr/>
          </p:nvSpPr>
          <p:spPr>
            <a:xfrm>
              <a:off x="5164805" y="2846051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5" name="Freeform 2494">
              <a:extLst>
                <a:ext uri="{FF2B5EF4-FFF2-40B4-BE49-F238E27FC236}">
                  <a16:creationId xmlns:a16="http://schemas.microsoft.com/office/drawing/2014/main" id="{67779E11-B4AF-8983-0A2F-EE3A6CEFD87F}"/>
                </a:ext>
              </a:extLst>
            </p:cNvPr>
            <p:cNvSpPr/>
            <p:nvPr/>
          </p:nvSpPr>
          <p:spPr>
            <a:xfrm>
              <a:off x="5731074" y="2846051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6" name="Freeform 2495">
              <a:extLst>
                <a:ext uri="{FF2B5EF4-FFF2-40B4-BE49-F238E27FC236}">
                  <a16:creationId xmlns:a16="http://schemas.microsoft.com/office/drawing/2014/main" id="{1765AEF2-8809-F833-2769-7CB514195EFE}"/>
                </a:ext>
              </a:extLst>
            </p:cNvPr>
            <p:cNvSpPr/>
            <p:nvPr/>
          </p:nvSpPr>
          <p:spPr>
            <a:xfrm>
              <a:off x="4012406" y="2900006"/>
              <a:ext cx="39746" cy="63724"/>
            </a:xfrm>
            <a:custGeom>
              <a:avLst/>
              <a:gdLst>
                <a:gd name="csX0" fmla="*/ 10187 w 39746"/>
                <a:gd name="csY0" fmla="*/ 56594 h 63724"/>
                <a:gd name="csX1" fmla="*/ 39746 w 39746"/>
                <a:gd name="csY1" fmla="*/ 56594 h 63724"/>
                <a:gd name="csX2" fmla="*/ 39746 w 39746"/>
                <a:gd name="csY2" fmla="*/ 63725 h 63724"/>
                <a:gd name="csX3" fmla="*/ 0 w 39746"/>
                <a:gd name="csY3" fmla="*/ 63725 h 63724"/>
                <a:gd name="csX4" fmla="*/ 0 w 39746"/>
                <a:gd name="csY4" fmla="*/ 56594 h 63724"/>
                <a:gd name="csX5" fmla="*/ 13123 w 39746"/>
                <a:gd name="csY5" fmla="*/ 43222 h 63724"/>
                <a:gd name="csX6" fmla="*/ 23604 w 39746"/>
                <a:gd name="csY6" fmla="*/ 32364 h 63724"/>
                <a:gd name="csX7" fmla="*/ 29265 w 39746"/>
                <a:gd name="csY7" fmla="*/ 24654 h 63724"/>
                <a:gd name="csX8" fmla="*/ 30900 w 39746"/>
                <a:gd name="csY8" fmla="*/ 18402 h 63724"/>
                <a:gd name="csX9" fmla="*/ 27378 w 39746"/>
                <a:gd name="csY9" fmla="*/ 10267 h 63724"/>
                <a:gd name="csX10" fmla="*/ 18279 w 39746"/>
                <a:gd name="csY10" fmla="*/ 7121 h 63724"/>
                <a:gd name="csX11" fmla="*/ 9852 w 39746"/>
                <a:gd name="csY11" fmla="*/ 8508 h 63724"/>
                <a:gd name="csX12" fmla="*/ 419 w 39746"/>
                <a:gd name="csY12" fmla="*/ 12699 h 63724"/>
                <a:gd name="csX13" fmla="*/ 419 w 39746"/>
                <a:gd name="csY13" fmla="*/ 4150 h 63724"/>
                <a:gd name="csX14" fmla="*/ 9978 w 39746"/>
                <a:gd name="csY14" fmla="*/ 1045 h 63724"/>
                <a:gd name="csX15" fmla="*/ 18111 w 39746"/>
                <a:gd name="csY15" fmla="*/ 0 h 63724"/>
                <a:gd name="csX16" fmla="*/ 33625 w 39746"/>
                <a:gd name="csY16" fmla="*/ 4864 h 63724"/>
                <a:gd name="csX17" fmla="*/ 39411 w 39746"/>
                <a:gd name="csY17" fmla="*/ 17854 h 63724"/>
                <a:gd name="csX18" fmla="*/ 37943 w 39746"/>
                <a:gd name="csY18" fmla="*/ 25192 h 63724"/>
                <a:gd name="csX19" fmla="*/ 32703 w 39746"/>
                <a:gd name="csY19" fmla="*/ 33327 h 63724"/>
                <a:gd name="csX20" fmla="*/ 26036 w 39746"/>
                <a:gd name="csY20" fmla="*/ 40375 h 63724"/>
                <a:gd name="csX21" fmla="*/ 10187 w 39746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6" h="63724">
                  <a:moveTo>
                    <a:pt x="10187" y="56594"/>
                  </a:moveTo>
                  <a:lnTo>
                    <a:pt x="39746" y="56594"/>
                  </a:lnTo>
                  <a:lnTo>
                    <a:pt x="39746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4" y="53268"/>
                    <a:pt x="7588" y="48811"/>
                    <a:pt x="13123" y="43222"/>
                  </a:cubicBezTo>
                  <a:cubicBezTo>
                    <a:pt x="18685" y="37605"/>
                    <a:pt x="22179" y="33986"/>
                    <a:pt x="23604" y="32364"/>
                  </a:cubicBezTo>
                  <a:cubicBezTo>
                    <a:pt x="26315" y="29315"/>
                    <a:pt x="28202" y="26744"/>
                    <a:pt x="29265" y="24654"/>
                  </a:cubicBezTo>
                  <a:cubicBezTo>
                    <a:pt x="30355" y="22528"/>
                    <a:pt x="30900" y="20445"/>
                    <a:pt x="30900" y="18402"/>
                  </a:cubicBezTo>
                  <a:cubicBezTo>
                    <a:pt x="30900" y="15076"/>
                    <a:pt x="29726" y="12365"/>
                    <a:pt x="27378" y="10267"/>
                  </a:cubicBezTo>
                  <a:cubicBezTo>
                    <a:pt x="25058" y="8170"/>
                    <a:pt x="22025" y="7121"/>
                    <a:pt x="18279" y="7121"/>
                  </a:cubicBezTo>
                  <a:cubicBezTo>
                    <a:pt x="15624" y="7121"/>
                    <a:pt x="12815" y="7583"/>
                    <a:pt x="9852" y="8508"/>
                  </a:cubicBezTo>
                  <a:cubicBezTo>
                    <a:pt x="6918" y="9432"/>
                    <a:pt x="3773" y="10830"/>
                    <a:pt x="419" y="12699"/>
                  </a:cubicBezTo>
                  <a:lnTo>
                    <a:pt x="419" y="4150"/>
                  </a:lnTo>
                  <a:cubicBezTo>
                    <a:pt x="3829" y="2777"/>
                    <a:pt x="7016" y="1742"/>
                    <a:pt x="9978" y="1045"/>
                  </a:cubicBezTo>
                  <a:cubicBezTo>
                    <a:pt x="12941" y="348"/>
                    <a:pt x="15652" y="0"/>
                    <a:pt x="18111" y="0"/>
                  </a:cubicBezTo>
                  <a:cubicBezTo>
                    <a:pt x="24597" y="0"/>
                    <a:pt x="29768" y="1621"/>
                    <a:pt x="33625" y="4864"/>
                  </a:cubicBezTo>
                  <a:cubicBezTo>
                    <a:pt x="37482" y="8101"/>
                    <a:pt x="39411" y="12430"/>
                    <a:pt x="39411" y="17854"/>
                  </a:cubicBezTo>
                  <a:cubicBezTo>
                    <a:pt x="39411" y="20427"/>
                    <a:pt x="38922" y="22873"/>
                    <a:pt x="37943" y="25192"/>
                  </a:cubicBezTo>
                  <a:cubicBezTo>
                    <a:pt x="36993" y="27483"/>
                    <a:pt x="35246" y="30194"/>
                    <a:pt x="32703" y="33327"/>
                  </a:cubicBezTo>
                  <a:cubicBezTo>
                    <a:pt x="32004" y="34141"/>
                    <a:pt x="29782" y="36491"/>
                    <a:pt x="26036" y="40375"/>
                  </a:cubicBezTo>
                  <a:cubicBezTo>
                    <a:pt x="22290" y="44232"/>
                    <a:pt x="17007" y="49639"/>
                    <a:pt x="10187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7" name="Freeform 2496">
              <a:extLst>
                <a:ext uri="{FF2B5EF4-FFF2-40B4-BE49-F238E27FC236}">
                  <a16:creationId xmlns:a16="http://schemas.microsoft.com/office/drawing/2014/main" id="{D1891664-2D1A-D041-21F1-C9750A403902}"/>
                </a:ext>
              </a:extLst>
            </p:cNvPr>
            <p:cNvSpPr/>
            <p:nvPr/>
          </p:nvSpPr>
          <p:spPr>
            <a:xfrm>
              <a:off x="4575735" y="2901134"/>
              <a:ext cx="45612" cy="62596"/>
            </a:xfrm>
            <a:custGeom>
              <a:avLst/>
              <a:gdLst>
                <a:gd name="csX0" fmla="*/ 28256 w 45612"/>
                <a:gd name="csY0" fmla="*/ 7380 h 62596"/>
                <a:gd name="csX1" fmla="*/ 6872 w 45612"/>
                <a:gd name="csY1" fmla="*/ 40800 h 62596"/>
                <a:gd name="csX2" fmla="*/ 28256 w 45612"/>
                <a:gd name="csY2" fmla="*/ 40800 h 62596"/>
                <a:gd name="csX3" fmla="*/ 28256 w 45612"/>
                <a:gd name="csY3" fmla="*/ 7380 h 62596"/>
                <a:gd name="csX4" fmla="*/ 26041 w 45612"/>
                <a:gd name="csY4" fmla="*/ 0 h 62596"/>
                <a:gd name="csX5" fmla="*/ 36691 w 45612"/>
                <a:gd name="csY5" fmla="*/ 0 h 62596"/>
                <a:gd name="csX6" fmla="*/ 36691 w 45612"/>
                <a:gd name="csY6" fmla="*/ 40800 h 62596"/>
                <a:gd name="csX7" fmla="*/ 45613 w 45612"/>
                <a:gd name="csY7" fmla="*/ 40800 h 62596"/>
                <a:gd name="csX8" fmla="*/ 45613 w 45612"/>
                <a:gd name="csY8" fmla="*/ 47838 h 62596"/>
                <a:gd name="csX9" fmla="*/ 36691 w 45612"/>
                <a:gd name="csY9" fmla="*/ 47838 h 62596"/>
                <a:gd name="csX10" fmla="*/ 36691 w 45612"/>
                <a:gd name="csY10" fmla="*/ 62597 h 62596"/>
                <a:gd name="csX11" fmla="*/ 28256 w 45612"/>
                <a:gd name="csY11" fmla="*/ 62597 h 62596"/>
                <a:gd name="csX12" fmla="*/ 28256 w 45612"/>
                <a:gd name="csY12" fmla="*/ 47838 h 62596"/>
                <a:gd name="csX13" fmla="*/ 0 w 45612"/>
                <a:gd name="csY13" fmla="*/ 47838 h 62596"/>
                <a:gd name="csX14" fmla="*/ 0 w 45612"/>
                <a:gd name="csY14" fmla="*/ 39661 h 62596"/>
                <a:gd name="csX15" fmla="*/ 26041 w 45612"/>
                <a:gd name="csY15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2" h="62596">
                  <a:moveTo>
                    <a:pt x="28256" y="7380"/>
                  </a:moveTo>
                  <a:lnTo>
                    <a:pt x="6872" y="40800"/>
                  </a:lnTo>
                  <a:lnTo>
                    <a:pt x="28256" y="40800"/>
                  </a:lnTo>
                  <a:lnTo>
                    <a:pt x="28256" y="7380"/>
                  </a:lnTo>
                  <a:moveTo>
                    <a:pt x="26041" y="0"/>
                  </a:moveTo>
                  <a:lnTo>
                    <a:pt x="36691" y="0"/>
                  </a:lnTo>
                  <a:lnTo>
                    <a:pt x="36691" y="40800"/>
                  </a:lnTo>
                  <a:lnTo>
                    <a:pt x="45613" y="40800"/>
                  </a:lnTo>
                  <a:lnTo>
                    <a:pt x="45613" y="47838"/>
                  </a:lnTo>
                  <a:lnTo>
                    <a:pt x="36691" y="47838"/>
                  </a:lnTo>
                  <a:lnTo>
                    <a:pt x="36691" y="62597"/>
                  </a:lnTo>
                  <a:lnTo>
                    <a:pt x="28256" y="62597"/>
                  </a:lnTo>
                  <a:lnTo>
                    <a:pt x="28256" y="47838"/>
                  </a:lnTo>
                  <a:lnTo>
                    <a:pt x="0" y="47838"/>
                  </a:lnTo>
                  <a:lnTo>
                    <a:pt x="0" y="39661"/>
                  </a:lnTo>
                  <a:lnTo>
                    <a:pt x="260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8" name="Freeform 2497">
              <a:extLst>
                <a:ext uri="{FF2B5EF4-FFF2-40B4-BE49-F238E27FC236}">
                  <a16:creationId xmlns:a16="http://schemas.microsoft.com/office/drawing/2014/main" id="{4F7CE6E0-651C-6348-3E3C-C6B919B54463}"/>
                </a:ext>
              </a:extLst>
            </p:cNvPr>
            <p:cNvSpPr/>
            <p:nvPr/>
          </p:nvSpPr>
          <p:spPr>
            <a:xfrm>
              <a:off x="5143195" y="2900006"/>
              <a:ext cx="43231" cy="64935"/>
            </a:xfrm>
            <a:custGeom>
              <a:avLst/>
              <a:gdLst>
                <a:gd name="csX0" fmla="*/ 22346 w 43231"/>
                <a:gd name="csY0" fmla="*/ 29052 h 64935"/>
                <a:gd name="csX1" fmla="*/ 13289 w 43231"/>
                <a:gd name="csY1" fmla="*/ 32954 h 64935"/>
                <a:gd name="csX2" fmla="*/ 9977 w 43231"/>
                <a:gd name="csY2" fmla="*/ 43646 h 64935"/>
                <a:gd name="csX3" fmla="*/ 13289 w 43231"/>
                <a:gd name="csY3" fmla="*/ 54337 h 64935"/>
                <a:gd name="csX4" fmla="*/ 22346 w 43231"/>
                <a:gd name="csY4" fmla="*/ 58229 h 64935"/>
                <a:gd name="csX5" fmla="*/ 31361 w 43231"/>
                <a:gd name="csY5" fmla="*/ 54337 h 64935"/>
                <a:gd name="csX6" fmla="*/ 34714 w 43231"/>
                <a:gd name="csY6" fmla="*/ 43646 h 64935"/>
                <a:gd name="csX7" fmla="*/ 31361 w 43231"/>
                <a:gd name="csY7" fmla="*/ 32954 h 64935"/>
                <a:gd name="csX8" fmla="*/ 22346 w 43231"/>
                <a:gd name="csY8" fmla="*/ 29052 h 64935"/>
                <a:gd name="csX9" fmla="*/ 39164 w 43231"/>
                <a:gd name="csY9" fmla="*/ 2515 h 64935"/>
                <a:gd name="csX10" fmla="*/ 39164 w 43231"/>
                <a:gd name="csY10" fmla="*/ 10226 h 64935"/>
                <a:gd name="csX11" fmla="*/ 32706 w 43231"/>
                <a:gd name="csY11" fmla="*/ 7918 h 64935"/>
                <a:gd name="csX12" fmla="*/ 26289 w 43231"/>
                <a:gd name="csY12" fmla="*/ 7121 h 64935"/>
                <a:gd name="csX13" fmla="*/ 13465 w 43231"/>
                <a:gd name="csY13" fmla="*/ 12782 h 64935"/>
                <a:gd name="csX14" fmla="*/ 8425 w 43231"/>
                <a:gd name="csY14" fmla="*/ 29891 h 64935"/>
                <a:gd name="csX15" fmla="*/ 14635 w 43231"/>
                <a:gd name="csY15" fmla="*/ 24312 h 64935"/>
                <a:gd name="csX16" fmla="*/ 22853 w 43231"/>
                <a:gd name="csY16" fmla="*/ 22346 h 64935"/>
                <a:gd name="csX17" fmla="*/ 37736 w 43231"/>
                <a:gd name="csY17" fmla="*/ 28090 h 64935"/>
                <a:gd name="csX18" fmla="*/ 43232 w 43231"/>
                <a:gd name="csY18" fmla="*/ 43646 h 64935"/>
                <a:gd name="csX19" fmla="*/ 37529 w 43231"/>
                <a:gd name="csY19" fmla="*/ 59109 h 64935"/>
                <a:gd name="csX20" fmla="*/ 22346 w 43231"/>
                <a:gd name="csY20" fmla="*/ 64936 h 64935"/>
                <a:gd name="csX21" fmla="*/ 5744 w 43231"/>
                <a:gd name="csY21" fmla="*/ 56635 h 64935"/>
                <a:gd name="csX22" fmla="*/ 0 w 43231"/>
                <a:gd name="csY22" fmla="*/ 32489 h 64935"/>
                <a:gd name="csX23" fmla="*/ 7048 w 43231"/>
                <a:gd name="csY23" fmla="*/ 8839 h 64935"/>
                <a:gd name="csX24" fmla="*/ 25958 w 43231"/>
                <a:gd name="csY24" fmla="*/ 0 h 64935"/>
                <a:gd name="csX25" fmla="*/ 32375 w 43231"/>
                <a:gd name="csY25" fmla="*/ 621 h 64935"/>
                <a:gd name="csX26" fmla="*/ 39164 w 43231"/>
                <a:gd name="csY26" fmla="*/ 25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231" h="64935">
                  <a:moveTo>
                    <a:pt x="22346" y="29052"/>
                  </a:moveTo>
                  <a:cubicBezTo>
                    <a:pt x="18544" y="29052"/>
                    <a:pt x="15525" y="30353"/>
                    <a:pt x="13289" y="32954"/>
                  </a:cubicBezTo>
                  <a:cubicBezTo>
                    <a:pt x="11081" y="35549"/>
                    <a:pt x="9977" y="39113"/>
                    <a:pt x="9977" y="43646"/>
                  </a:cubicBezTo>
                  <a:cubicBezTo>
                    <a:pt x="9977" y="48145"/>
                    <a:pt x="11081" y="51709"/>
                    <a:pt x="13289" y="54337"/>
                  </a:cubicBezTo>
                  <a:cubicBezTo>
                    <a:pt x="15525" y="56932"/>
                    <a:pt x="18544" y="58229"/>
                    <a:pt x="22346" y="58229"/>
                  </a:cubicBezTo>
                  <a:cubicBezTo>
                    <a:pt x="26148" y="58229"/>
                    <a:pt x="29152" y="56932"/>
                    <a:pt x="31361" y="54337"/>
                  </a:cubicBezTo>
                  <a:cubicBezTo>
                    <a:pt x="33596" y="51709"/>
                    <a:pt x="34714" y="48145"/>
                    <a:pt x="34714" y="43646"/>
                  </a:cubicBezTo>
                  <a:cubicBezTo>
                    <a:pt x="34714" y="39113"/>
                    <a:pt x="33596" y="35549"/>
                    <a:pt x="31361" y="32954"/>
                  </a:cubicBezTo>
                  <a:cubicBezTo>
                    <a:pt x="29152" y="30353"/>
                    <a:pt x="26148" y="29052"/>
                    <a:pt x="22346" y="29052"/>
                  </a:cubicBezTo>
                  <a:moveTo>
                    <a:pt x="39164" y="2515"/>
                  </a:moveTo>
                  <a:lnTo>
                    <a:pt x="39164" y="10226"/>
                  </a:lnTo>
                  <a:cubicBezTo>
                    <a:pt x="37039" y="9218"/>
                    <a:pt x="34886" y="8449"/>
                    <a:pt x="32706" y="7918"/>
                  </a:cubicBezTo>
                  <a:cubicBezTo>
                    <a:pt x="30553" y="7386"/>
                    <a:pt x="28414" y="7121"/>
                    <a:pt x="26289" y="7121"/>
                  </a:cubicBezTo>
                  <a:cubicBezTo>
                    <a:pt x="20700" y="7121"/>
                    <a:pt x="16425" y="9008"/>
                    <a:pt x="13465" y="12782"/>
                  </a:cubicBezTo>
                  <a:cubicBezTo>
                    <a:pt x="10526" y="16557"/>
                    <a:pt x="8846" y="22259"/>
                    <a:pt x="8425" y="29891"/>
                  </a:cubicBezTo>
                  <a:cubicBezTo>
                    <a:pt x="10074" y="27455"/>
                    <a:pt x="12144" y="25596"/>
                    <a:pt x="14635" y="24312"/>
                  </a:cubicBezTo>
                  <a:cubicBezTo>
                    <a:pt x="17126" y="23001"/>
                    <a:pt x="19865" y="22346"/>
                    <a:pt x="22853" y="22346"/>
                  </a:cubicBezTo>
                  <a:cubicBezTo>
                    <a:pt x="29139" y="22346"/>
                    <a:pt x="34100" y="24260"/>
                    <a:pt x="37736" y="28090"/>
                  </a:cubicBezTo>
                  <a:cubicBezTo>
                    <a:pt x="41400" y="31892"/>
                    <a:pt x="43232" y="37077"/>
                    <a:pt x="43232" y="43646"/>
                  </a:cubicBezTo>
                  <a:cubicBezTo>
                    <a:pt x="43232" y="50070"/>
                    <a:pt x="41331" y="55224"/>
                    <a:pt x="37529" y="59109"/>
                  </a:cubicBezTo>
                  <a:cubicBezTo>
                    <a:pt x="33727" y="62993"/>
                    <a:pt x="28666" y="64936"/>
                    <a:pt x="22346" y="64936"/>
                  </a:cubicBezTo>
                  <a:cubicBezTo>
                    <a:pt x="15108" y="64936"/>
                    <a:pt x="9574" y="62169"/>
                    <a:pt x="5744" y="56635"/>
                  </a:cubicBezTo>
                  <a:cubicBezTo>
                    <a:pt x="1915" y="51074"/>
                    <a:pt x="0" y="43025"/>
                    <a:pt x="0" y="32489"/>
                  </a:cubicBezTo>
                  <a:cubicBezTo>
                    <a:pt x="0" y="22594"/>
                    <a:pt x="2349" y="14711"/>
                    <a:pt x="7048" y="8839"/>
                  </a:cubicBezTo>
                  <a:cubicBezTo>
                    <a:pt x="11740" y="2946"/>
                    <a:pt x="18044" y="0"/>
                    <a:pt x="25958" y="0"/>
                  </a:cubicBezTo>
                  <a:cubicBezTo>
                    <a:pt x="28083" y="0"/>
                    <a:pt x="30222" y="207"/>
                    <a:pt x="32375" y="621"/>
                  </a:cubicBezTo>
                  <a:cubicBezTo>
                    <a:pt x="34548" y="1042"/>
                    <a:pt x="36811" y="1673"/>
                    <a:pt x="39164" y="25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9" name="Freeform 2498">
              <a:extLst>
                <a:ext uri="{FF2B5EF4-FFF2-40B4-BE49-F238E27FC236}">
                  <a16:creationId xmlns:a16="http://schemas.microsoft.com/office/drawing/2014/main" id="{CA205869-61EC-31BC-B5C9-F7E61FC10ECC}"/>
                </a:ext>
              </a:extLst>
            </p:cNvPr>
            <p:cNvSpPr/>
            <p:nvPr/>
          </p:nvSpPr>
          <p:spPr>
            <a:xfrm>
              <a:off x="5709608" y="2900006"/>
              <a:ext cx="42932" cy="64935"/>
            </a:xfrm>
            <a:custGeom>
              <a:avLst/>
              <a:gdLst>
                <a:gd name="csX0" fmla="*/ 21466 w 42932"/>
                <a:gd name="csY0" fmla="*/ 34000 h 64935"/>
                <a:gd name="csX1" fmla="*/ 11954 w 42932"/>
                <a:gd name="csY1" fmla="*/ 37229 h 64935"/>
                <a:gd name="csX2" fmla="*/ 8508 w 42932"/>
                <a:gd name="csY2" fmla="*/ 46120 h 64935"/>
                <a:gd name="csX3" fmla="*/ 11954 w 42932"/>
                <a:gd name="csY3" fmla="*/ 55000 h 64935"/>
                <a:gd name="csX4" fmla="*/ 21466 w 42932"/>
                <a:gd name="csY4" fmla="*/ 58229 h 64935"/>
                <a:gd name="csX5" fmla="*/ 30988 w 42932"/>
                <a:gd name="csY5" fmla="*/ 55000 h 64935"/>
                <a:gd name="csX6" fmla="*/ 34466 w 42932"/>
                <a:gd name="csY6" fmla="*/ 46120 h 64935"/>
                <a:gd name="csX7" fmla="*/ 30988 w 42932"/>
                <a:gd name="csY7" fmla="*/ 37229 h 64935"/>
                <a:gd name="csX8" fmla="*/ 21466 w 42932"/>
                <a:gd name="csY8" fmla="*/ 34000 h 64935"/>
                <a:gd name="csX9" fmla="*/ 13000 w 42932"/>
                <a:gd name="csY9" fmla="*/ 30398 h 64935"/>
                <a:gd name="csX10" fmla="*/ 4492 w 42932"/>
                <a:gd name="csY10" fmla="*/ 25316 h 64935"/>
                <a:gd name="csX11" fmla="*/ 1470 w 42932"/>
                <a:gd name="csY11" fmla="*/ 16218 h 64935"/>
                <a:gd name="csX12" fmla="*/ 6790 w 42932"/>
                <a:gd name="csY12" fmla="*/ 4357 h 64935"/>
                <a:gd name="csX13" fmla="*/ 21466 w 42932"/>
                <a:gd name="csY13" fmla="*/ 0 h 64935"/>
                <a:gd name="csX14" fmla="*/ 36142 w 42932"/>
                <a:gd name="csY14" fmla="*/ 4357 h 64935"/>
                <a:gd name="csX15" fmla="*/ 41462 w 42932"/>
                <a:gd name="csY15" fmla="*/ 16218 h 64935"/>
                <a:gd name="csX16" fmla="*/ 38409 w 42932"/>
                <a:gd name="csY16" fmla="*/ 25316 h 64935"/>
                <a:gd name="csX17" fmla="*/ 29974 w 42932"/>
                <a:gd name="csY17" fmla="*/ 30398 h 64935"/>
                <a:gd name="csX18" fmla="*/ 39496 w 42932"/>
                <a:gd name="csY18" fmla="*/ 35966 h 64935"/>
                <a:gd name="csX19" fmla="*/ 42932 w 42932"/>
                <a:gd name="csY19" fmla="*/ 46120 h 64935"/>
                <a:gd name="csX20" fmla="*/ 37353 w 42932"/>
                <a:gd name="csY20" fmla="*/ 60082 h 64935"/>
                <a:gd name="csX21" fmla="*/ 21466 w 42932"/>
                <a:gd name="csY21" fmla="*/ 64936 h 64935"/>
                <a:gd name="csX22" fmla="*/ 5537 w 42932"/>
                <a:gd name="csY22" fmla="*/ 60082 h 64935"/>
                <a:gd name="csX23" fmla="*/ 0 w 42932"/>
                <a:gd name="csY23" fmla="*/ 46120 h 64935"/>
                <a:gd name="csX24" fmla="*/ 3436 w 42932"/>
                <a:gd name="csY24" fmla="*/ 35966 h 64935"/>
                <a:gd name="csX25" fmla="*/ 13000 w 42932"/>
                <a:gd name="csY25" fmla="*/ 30398 h 64935"/>
                <a:gd name="csX26" fmla="*/ 9895 w 42932"/>
                <a:gd name="csY26" fmla="*/ 17015 h 64935"/>
                <a:gd name="csX27" fmla="*/ 12917 w 42932"/>
                <a:gd name="csY27" fmla="*/ 24602 h 64935"/>
                <a:gd name="csX28" fmla="*/ 21466 w 42932"/>
                <a:gd name="csY28" fmla="*/ 27334 h 64935"/>
                <a:gd name="csX29" fmla="*/ 29974 w 42932"/>
                <a:gd name="csY29" fmla="*/ 24602 h 64935"/>
                <a:gd name="csX30" fmla="*/ 33079 w 42932"/>
                <a:gd name="csY30" fmla="*/ 17015 h 64935"/>
                <a:gd name="csX31" fmla="*/ 29974 w 42932"/>
                <a:gd name="csY31" fmla="*/ 9429 h 64935"/>
                <a:gd name="csX32" fmla="*/ 21466 w 42932"/>
                <a:gd name="csY32" fmla="*/ 6707 h 64935"/>
                <a:gd name="csX33" fmla="*/ 12917 w 42932"/>
                <a:gd name="csY33" fmla="*/ 9429 h 64935"/>
                <a:gd name="csX34" fmla="*/ 9895 w 42932"/>
                <a:gd name="csY34" fmla="*/ 170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2932" h="64935">
                  <a:moveTo>
                    <a:pt x="21466" y="34000"/>
                  </a:moveTo>
                  <a:cubicBezTo>
                    <a:pt x="17443" y="34000"/>
                    <a:pt x="14273" y="35076"/>
                    <a:pt x="11954" y="37229"/>
                  </a:cubicBezTo>
                  <a:cubicBezTo>
                    <a:pt x="9657" y="39382"/>
                    <a:pt x="8508" y="42345"/>
                    <a:pt x="8508" y="46120"/>
                  </a:cubicBezTo>
                  <a:cubicBezTo>
                    <a:pt x="8508" y="49887"/>
                    <a:pt x="9657" y="52847"/>
                    <a:pt x="11954" y="55000"/>
                  </a:cubicBezTo>
                  <a:cubicBezTo>
                    <a:pt x="14273" y="57153"/>
                    <a:pt x="17443" y="58229"/>
                    <a:pt x="21466" y="58229"/>
                  </a:cubicBezTo>
                  <a:cubicBezTo>
                    <a:pt x="25489" y="58229"/>
                    <a:pt x="28663" y="57153"/>
                    <a:pt x="30988" y="55000"/>
                  </a:cubicBezTo>
                  <a:cubicBezTo>
                    <a:pt x="33306" y="52819"/>
                    <a:pt x="34466" y="49859"/>
                    <a:pt x="34466" y="46120"/>
                  </a:cubicBezTo>
                  <a:cubicBezTo>
                    <a:pt x="34466" y="42345"/>
                    <a:pt x="33306" y="39382"/>
                    <a:pt x="30988" y="37229"/>
                  </a:cubicBezTo>
                  <a:cubicBezTo>
                    <a:pt x="28697" y="35076"/>
                    <a:pt x="25523" y="34000"/>
                    <a:pt x="21466" y="34000"/>
                  </a:cubicBezTo>
                  <a:moveTo>
                    <a:pt x="13000" y="30398"/>
                  </a:moveTo>
                  <a:cubicBezTo>
                    <a:pt x="9364" y="29501"/>
                    <a:pt x="6528" y="27807"/>
                    <a:pt x="4492" y="25316"/>
                  </a:cubicBezTo>
                  <a:cubicBezTo>
                    <a:pt x="2477" y="22832"/>
                    <a:pt x="1470" y="19800"/>
                    <a:pt x="1470" y="16218"/>
                  </a:cubicBezTo>
                  <a:cubicBezTo>
                    <a:pt x="1470" y="11216"/>
                    <a:pt x="3243" y="7262"/>
                    <a:pt x="6790" y="4357"/>
                  </a:cubicBezTo>
                  <a:cubicBezTo>
                    <a:pt x="10371" y="1452"/>
                    <a:pt x="15263" y="0"/>
                    <a:pt x="21466" y="0"/>
                  </a:cubicBezTo>
                  <a:cubicBezTo>
                    <a:pt x="27704" y="0"/>
                    <a:pt x="32596" y="1452"/>
                    <a:pt x="36142" y="4357"/>
                  </a:cubicBezTo>
                  <a:cubicBezTo>
                    <a:pt x="39689" y="7262"/>
                    <a:pt x="41462" y="11216"/>
                    <a:pt x="41462" y="16218"/>
                  </a:cubicBezTo>
                  <a:cubicBezTo>
                    <a:pt x="41462" y="19800"/>
                    <a:pt x="40444" y="22832"/>
                    <a:pt x="38409" y="25316"/>
                  </a:cubicBezTo>
                  <a:cubicBezTo>
                    <a:pt x="36394" y="27807"/>
                    <a:pt x="33582" y="29501"/>
                    <a:pt x="29974" y="30398"/>
                  </a:cubicBezTo>
                  <a:cubicBezTo>
                    <a:pt x="34058" y="31343"/>
                    <a:pt x="37232" y="33199"/>
                    <a:pt x="39496" y="35966"/>
                  </a:cubicBezTo>
                  <a:cubicBezTo>
                    <a:pt x="41787" y="38733"/>
                    <a:pt x="42932" y="42118"/>
                    <a:pt x="42932" y="46120"/>
                  </a:cubicBezTo>
                  <a:cubicBezTo>
                    <a:pt x="42932" y="52185"/>
                    <a:pt x="41072" y="56839"/>
                    <a:pt x="37353" y="60082"/>
                  </a:cubicBezTo>
                  <a:cubicBezTo>
                    <a:pt x="33669" y="63318"/>
                    <a:pt x="28373" y="64936"/>
                    <a:pt x="21466" y="64936"/>
                  </a:cubicBezTo>
                  <a:cubicBezTo>
                    <a:pt x="14566" y="64936"/>
                    <a:pt x="9256" y="63318"/>
                    <a:pt x="5537" y="60082"/>
                  </a:cubicBezTo>
                  <a:cubicBezTo>
                    <a:pt x="1846" y="56839"/>
                    <a:pt x="0" y="52185"/>
                    <a:pt x="0" y="46120"/>
                  </a:cubicBezTo>
                  <a:cubicBezTo>
                    <a:pt x="0" y="42118"/>
                    <a:pt x="1145" y="38733"/>
                    <a:pt x="3436" y="35966"/>
                  </a:cubicBezTo>
                  <a:cubicBezTo>
                    <a:pt x="5727" y="33199"/>
                    <a:pt x="8915" y="31343"/>
                    <a:pt x="13000" y="30398"/>
                  </a:cubicBezTo>
                  <a:moveTo>
                    <a:pt x="9895" y="17015"/>
                  </a:moveTo>
                  <a:cubicBezTo>
                    <a:pt x="9895" y="20258"/>
                    <a:pt x="10902" y="22787"/>
                    <a:pt x="12917" y="24602"/>
                  </a:cubicBezTo>
                  <a:cubicBezTo>
                    <a:pt x="14952" y="26424"/>
                    <a:pt x="17802" y="27334"/>
                    <a:pt x="21466" y="27334"/>
                  </a:cubicBezTo>
                  <a:cubicBezTo>
                    <a:pt x="25102" y="27334"/>
                    <a:pt x="27938" y="26424"/>
                    <a:pt x="29974" y="24602"/>
                  </a:cubicBezTo>
                  <a:cubicBezTo>
                    <a:pt x="32044" y="22787"/>
                    <a:pt x="33079" y="20258"/>
                    <a:pt x="33079" y="17015"/>
                  </a:cubicBezTo>
                  <a:cubicBezTo>
                    <a:pt x="33079" y="13772"/>
                    <a:pt x="32044" y="11243"/>
                    <a:pt x="29974" y="9429"/>
                  </a:cubicBezTo>
                  <a:cubicBezTo>
                    <a:pt x="27938" y="7614"/>
                    <a:pt x="25102" y="6707"/>
                    <a:pt x="21466" y="6707"/>
                  </a:cubicBezTo>
                  <a:cubicBezTo>
                    <a:pt x="17802" y="6707"/>
                    <a:pt x="14952" y="7614"/>
                    <a:pt x="12917" y="9429"/>
                  </a:cubicBezTo>
                  <a:cubicBezTo>
                    <a:pt x="10902" y="11243"/>
                    <a:pt x="9895" y="13772"/>
                    <a:pt x="9895" y="170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0" name="Freeform 2499">
              <a:extLst>
                <a:ext uri="{FF2B5EF4-FFF2-40B4-BE49-F238E27FC236}">
                  <a16:creationId xmlns:a16="http://schemas.microsoft.com/office/drawing/2014/main" id="{52110703-1CBB-E2E0-C082-FA294BCA0D99}"/>
                </a:ext>
              </a:extLst>
            </p:cNvPr>
            <p:cNvSpPr/>
            <p:nvPr/>
          </p:nvSpPr>
          <p:spPr>
            <a:xfrm>
              <a:off x="4675447" y="3007459"/>
              <a:ext cx="45819" cy="64242"/>
            </a:xfrm>
            <a:custGeom>
              <a:avLst/>
              <a:gdLst>
                <a:gd name="csX0" fmla="*/ 45819 w 45819"/>
                <a:gd name="csY0" fmla="*/ 3778 h 64242"/>
                <a:gd name="csX1" fmla="*/ 45374 w 45819"/>
                <a:gd name="csY1" fmla="*/ 6055 h 64242"/>
                <a:gd name="csX2" fmla="*/ 35873 w 45819"/>
                <a:gd name="csY2" fmla="*/ 43977 h 64242"/>
                <a:gd name="csX3" fmla="*/ 27003 w 45819"/>
                <a:gd name="csY3" fmla="*/ 58322 h 64242"/>
                <a:gd name="csX4" fmla="*/ 12606 w 45819"/>
                <a:gd name="csY4" fmla="*/ 64242 h 64242"/>
                <a:gd name="csX5" fmla="*/ 5040 w 45819"/>
                <a:gd name="csY5" fmla="*/ 61769 h 64242"/>
                <a:gd name="csX6" fmla="*/ 2080 w 45819"/>
                <a:gd name="csY6" fmla="*/ 55610 h 64242"/>
                <a:gd name="csX7" fmla="*/ 3830 w 45819"/>
                <a:gd name="csY7" fmla="*/ 50715 h 64242"/>
                <a:gd name="csX8" fmla="*/ 7659 w 45819"/>
                <a:gd name="csY8" fmla="*/ 49162 h 64242"/>
                <a:gd name="csX9" fmla="*/ 9067 w 45819"/>
                <a:gd name="csY9" fmla="*/ 49359 h 64242"/>
                <a:gd name="csX10" fmla="*/ 10567 w 45819"/>
                <a:gd name="csY10" fmla="*/ 50373 h 64242"/>
                <a:gd name="csX11" fmla="*/ 11344 w 45819"/>
                <a:gd name="csY11" fmla="*/ 52599 h 64242"/>
                <a:gd name="csX12" fmla="*/ 9356 w 45819"/>
                <a:gd name="csY12" fmla="*/ 56677 h 64242"/>
                <a:gd name="csX13" fmla="*/ 7462 w 45819"/>
                <a:gd name="csY13" fmla="*/ 57691 h 64242"/>
                <a:gd name="csX14" fmla="*/ 5092 w 45819"/>
                <a:gd name="csY14" fmla="*/ 57888 h 64242"/>
                <a:gd name="csX15" fmla="*/ 6738 w 45819"/>
                <a:gd name="csY15" fmla="*/ 60165 h 64242"/>
                <a:gd name="csX16" fmla="*/ 9015 w 45819"/>
                <a:gd name="csY16" fmla="*/ 61427 h 64242"/>
                <a:gd name="csX17" fmla="*/ 11002 w 45819"/>
                <a:gd name="csY17" fmla="*/ 61914 h 64242"/>
                <a:gd name="csX18" fmla="*/ 12606 w 45819"/>
                <a:gd name="csY18" fmla="*/ 62059 h 64242"/>
                <a:gd name="csX19" fmla="*/ 23557 w 45819"/>
                <a:gd name="csY19" fmla="*/ 55807 h 64242"/>
                <a:gd name="csX20" fmla="*/ 25989 w 45819"/>
                <a:gd name="csY20" fmla="*/ 52019 h 64242"/>
                <a:gd name="csX21" fmla="*/ 27831 w 45819"/>
                <a:gd name="csY21" fmla="*/ 47900 h 64242"/>
                <a:gd name="csX22" fmla="*/ 28939 w 45819"/>
                <a:gd name="csY22" fmla="*/ 44453 h 64242"/>
                <a:gd name="csX23" fmla="*/ 30005 w 45819"/>
                <a:gd name="csY23" fmla="*/ 40479 h 64242"/>
                <a:gd name="csX24" fmla="*/ 19976 w 45819"/>
                <a:gd name="csY24" fmla="*/ 44992 h 64242"/>
                <a:gd name="csX25" fmla="*/ 15556 w 45819"/>
                <a:gd name="csY25" fmla="*/ 44360 h 64242"/>
                <a:gd name="csX26" fmla="*/ 11727 w 45819"/>
                <a:gd name="csY26" fmla="*/ 42425 h 64242"/>
                <a:gd name="csX27" fmla="*/ 8870 w 45819"/>
                <a:gd name="csY27" fmla="*/ 38688 h 64242"/>
                <a:gd name="csX28" fmla="*/ 7856 w 45819"/>
                <a:gd name="csY28" fmla="*/ 33161 h 64242"/>
                <a:gd name="csX29" fmla="*/ 9160 w 45819"/>
                <a:gd name="csY29" fmla="*/ 25254 h 64242"/>
                <a:gd name="csX30" fmla="*/ 13621 w 45819"/>
                <a:gd name="csY30" fmla="*/ 12317 h 64242"/>
                <a:gd name="csX31" fmla="*/ 15318 w 45819"/>
                <a:gd name="csY31" fmla="*/ 5330 h 64242"/>
                <a:gd name="csX32" fmla="*/ 15080 w 45819"/>
                <a:gd name="csY32" fmla="*/ 3540 h 64242"/>
                <a:gd name="csX33" fmla="*/ 14345 w 45819"/>
                <a:gd name="csY33" fmla="*/ 2567 h 64242"/>
                <a:gd name="csX34" fmla="*/ 13569 w 45819"/>
                <a:gd name="csY34" fmla="*/ 2225 h 64242"/>
                <a:gd name="csX35" fmla="*/ 12844 w 45819"/>
                <a:gd name="csY35" fmla="*/ 2184 h 64242"/>
                <a:gd name="csX36" fmla="*/ 7318 w 45819"/>
                <a:gd name="csY36" fmla="*/ 5092 h 64242"/>
                <a:gd name="csX37" fmla="*/ 2805 w 45819"/>
                <a:gd name="csY37" fmla="*/ 14490 h 64242"/>
                <a:gd name="csX38" fmla="*/ 2174 w 45819"/>
                <a:gd name="csY38" fmla="*/ 16001 h 64242"/>
                <a:gd name="csX39" fmla="*/ 1211 w 45819"/>
                <a:gd name="csY39" fmla="*/ 16291 h 64242"/>
                <a:gd name="csX40" fmla="*/ 0 w 45819"/>
                <a:gd name="csY40" fmla="*/ 15266 h 64242"/>
                <a:gd name="csX41" fmla="*/ 435 w 45819"/>
                <a:gd name="csY41" fmla="*/ 13383 h 64242"/>
                <a:gd name="csX42" fmla="*/ 1884 w 45819"/>
                <a:gd name="csY42" fmla="*/ 9553 h 64242"/>
                <a:gd name="csX43" fmla="*/ 4409 w 45819"/>
                <a:gd name="csY43" fmla="*/ 5134 h 64242"/>
                <a:gd name="csX44" fmla="*/ 8145 w 45819"/>
                <a:gd name="csY44" fmla="*/ 1501 h 64242"/>
                <a:gd name="csX45" fmla="*/ 13134 w 45819"/>
                <a:gd name="csY45" fmla="*/ 0 h 64242"/>
                <a:gd name="csX46" fmla="*/ 19003 w 45819"/>
                <a:gd name="csY46" fmla="*/ 2370 h 64242"/>
                <a:gd name="csX47" fmla="*/ 21280 w 45819"/>
                <a:gd name="csY47" fmla="*/ 8145 h 64242"/>
                <a:gd name="csX48" fmla="*/ 20897 w 45819"/>
                <a:gd name="csY48" fmla="*/ 10805 h 64242"/>
                <a:gd name="csX49" fmla="*/ 19292 w 45819"/>
                <a:gd name="csY49" fmla="*/ 15266 h 64242"/>
                <a:gd name="csX50" fmla="*/ 14200 w 45819"/>
                <a:gd name="csY50" fmla="*/ 34766 h 64242"/>
                <a:gd name="csX51" fmla="*/ 14449 w 45819"/>
                <a:gd name="csY51" fmla="*/ 37622 h 64242"/>
                <a:gd name="csX52" fmla="*/ 15370 w 45819"/>
                <a:gd name="csY52" fmla="*/ 40137 h 64242"/>
                <a:gd name="csX53" fmla="*/ 17253 w 45819"/>
                <a:gd name="csY53" fmla="*/ 42083 h 64242"/>
                <a:gd name="csX54" fmla="*/ 20358 w 45819"/>
                <a:gd name="csY54" fmla="*/ 42756 h 64242"/>
                <a:gd name="csX55" fmla="*/ 24768 w 45819"/>
                <a:gd name="csY55" fmla="*/ 41690 h 64242"/>
                <a:gd name="csX56" fmla="*/ 28307 w 45819"/>
                <a:gd name="csY56" fmla="*/ 39071 h 64242"/>
                <a:gd name="csX57" fmla="*/ 30543 w 45819"/>
                <a:gd name="csY57" fmla="*/ 36308 h 64242"/>
                <a:gd name="csX58" fmla="*/ 31609 w 45819"/>
                <a:gd name="csY58" fmla="*/ 34321 h 64242"/>
                <a:gd name="csX59" fmla="*/ 36070 w 45819"/>
                <a:gd name="csY59" fmla="*/ 16477 h 64242"/>
                <a:gd name="csX60" fmla="*/ 38057 w 45819"/>
                <a:gd name="csY60" fmla="*/ 8528 h 64242"/>
                <a:gd name="csX61" fmla="*/ 39413 w 45819"/>
                <a:gd name="csY61" fmla="*/ 3146 h 64242"/>
                <a:gd name="csX62" fmla="*/ 41017 w 45819"/>
                <a:gd name="csY62" fmla="*/ 1594 h 64242"/>
                <a:gd name="csX63" fmla="*/ 42901 w 45819"/>
                <a:gd name="csY63" fmla="*/ 1066 h 64242"/>
                <a:gd name="csX64" fmla="*/ 44940 w 45819"/>
                <a:gd name="csY64" fmla="*/ 1791 h 64242"/>
                <a:gd name="csX65" fmla="*/ 45819 w 45819"/>
                <a:gd name="csY65" fmla="*/ 3778 h 64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5819" h="64242">
                  <a:moveTo>
                    <a:pt x="45819" y="3778"/>
                  </a:moveTo>
                  <a:cubicBezTo>
                    <a:pt x="45819" y="4233"/>
                    <a:pt x="45671" y="4992"/>
                    <a:pt x="45374" y="6055"/>
                  </a:cubicBezTo>
                  <a:lnTo>
                    <a:pt x="35873" y="43977"/>
                  </a:lnTo>
                  <a:cubicBezTo>
                    <a:pt x="34486" y="49601"/>
                    <a:pt x="31530" y="54382"/>
                    <a:pt x="27003" y="58322"/>
                  </a:cubicBezTo>
                  <a:cubicBezTo>
                    <a:pt x="22511" y="62269"/>
                    <a:pt x="17712" y="64242"/>
                    <a:pt x="12606" y="64242"/>
                  </a:cubicBezTo>
                  <a:cubicBezTo>
                    <a:pt x="9536" y="64242"/>
                    <a:pt x="7014" y="63418"/>
                    <a:pt x="5040" y="61769"/>
                  </a:cubicBezTo>
                  <a:cubicBezTo>
                    <a:pt x="3067" y="60154"/>
                    <a:pt x="2080" y="58101"/>
                    <a:pt x="2080" y="55610"/>
                  </a:cubicBezTo>
                  <a:cubicBezTo>
                    <a:pt x="2080" y="53409"/>
                    <a:pt x="2663" y="51778"/>
                    <a:pt x="3830" y="50715"/>
                  </a:cubicBezTo>
                  <a:cubicBezTo>
                    <a:pt x="4989" y="49680"/>
                    <a:pt x="6265" y="49162"/>
                    <a:pt x="7659" y="49162"/>
                  </a:cubicBezTo>
                  <a:cubicBezTo>
                    <a:pt x="8108" y="49162"/>
                    <a:pt x="8577" y="49228"/>
                    <a:pt x="9067" y="49359"/>
                  </a:cubicBezTo>
                  <a:cubicBezTo>
                    <a:pt x="9550" y="49483"/>
                    <a:pt x="10050" y="49821"/>
                    <a:pt x="10567" y="50373"/>
                  </a:cubicBezTo>
                  <a:cubicBezTo>
                    <a:pt x="11085" y="50925"/>
                    <a:pt x="11344" y="51667"/>
                    <a:pt x="11344" y="52599"/>
                  </a:cubicBezTo>
                  <a:cubicBezTo>
                    <a:pt x="11344" y="54124"/>
                    <a:pt x="10681" y="55483"/>
                    <a:pt x="9356" y="56677"/>
                  </a:cubicBezTo>
                  <a:cubicBezTo>
                    <a:pt x="8708" y="57229"/>
                    <a:pt x="8076" y="57567"/>
                    <a:pt x="7462" y="57691"/>
                  </a:cubicBezTo>
                  <a:cubicBezTo>
                    <a:pt x="6883" y="57822"/>
                    <a:pt x="6093" y="57888"/>
                    <a:pt x="5092" y="57888"/>
                  </a:cubicBezTo>
                  <a:cubicBezTo>
                    <a:pt x="5479" y="58791"/>
                    <a:pt x="6027" y="59550"/>
                    <a:pt x="6738" y="60165"/>
                  </a:cubicBezTo>
                  <a:cubicBezTo>
                    <a:pt x="7449" y="60779"/>
                    <a:pt x="8208" y="61200"/>
                    <a:pt x="9015" y="61427"/>
                  </a:cubicBezTo>
                  <a:cubicBezTo>
                    <a:pt x="9822" y="61683"/>
                    <a:pt x="10485" y="61845"/>
                    <a:pt x="11002" y="61914"/>
                  </a:cubicBezTo>
                  <a:cubicBezTo>
                    <a:pt x="11554" y="62010"/>
                    <a:pt x="12089" y="62059"/>
                    <a:pt x="12606" y="62059"/>
                  </a:cubicBezTo>
                  <a:cubicBezTo>
                    <a:pt x="16739" y="62059"/>
                    <a:pt x="20390" y="59975"/>
                    <a:pt x="23557" y="55807"/>
                  </a:cubicBezTo>
                  <a:cubicBezTo>
                    <a:pt x="24495" y="54545"/>
                    <a:pt x="25306" y="53282"/>
                    <a:pt x="25989" y="52019"/>
                  </a:cubicBezTo>
                  <a:cubicBezTo>
                    <a:pt x="26700" y="50791"/>
                    <a:pt x="27314" y="49418"/>
                    <a:pt x="27831" y="47900"/>
                  </a:cubicBezTo>
                  <a:cubicBezTo>
                    <a:pt x="28349" y="46416"/>
                    <a:pt x="28718" y="45267"/>
                    <a:pt x="28939" y="44453"/>
                  </a:cubicBezTo>
                  <a:cubicBezTo>
                    <a:pt x="29201" y="43646"/>
                    <a:pt x="29556" y="42321"/>
                    <a:pt x="30005" y="40479"/>
                  </a:cubicBezTo>
                  <a:cubicBezTo>
                    <a:pt x="27003" y="43487"/>
                    <a:pt x="23660" y="44992"/>
                    <a:pt x="19976" y="44992"/>
                  </a:cubicBezTo>
                  <a:cubicBezTo>
                    <a:pt x="18423" y="44992"/>
                    <a:pt x="16950" y="44781"/>
                    <a:pt x="15556" y="44360"/>
                  </a:cubicBezTo>
                  <a:cubicBezTo>
                    <a:pt x="14204" y="43939"/>
                    <a:pt x="12927" y="43294"/>
                    <a:pt x="11727" y="42425"/>
                  </a:cubicBezTo>
                  <a:cubicBezTo>
                    <a:pt x="10533" y="41514"/>
                    <a:pt x="9581" y="40268"/>
                    <a:pt x="8870" y="38688"/>
                  </a:cubicBezTo>
                  <a:cubicBezTo>
                    <a:pt x="8194" y="37101"/>
                    <a:pt x="7856" y="35259"/>
                    <a:pt x="7856" y="33161"/>
                  </a:cubicBezTo>
                  <a:cubicBezTo>
                    <a:pt x="7856" y="30933"/>
                    <a:pt x="8290" y="28297"/>
                    <a:pt x="9160" y="25254"/>
                  </a:cubicBezTo>
                  <a:cubicBezTo>
                    <a:pt x="10036" y="22218"/>
                    <a:pt x="11523" y="17906"/>
                    <a:pt x="13621" y="12317"/>
                  </a:cubicBezTo>
                  <a:cubicBezTo>
                    <a:pt x="14752" y="9177"/>
                    <a:pt x="15318" y="6848"/>
                    <a:pt x="15318" y="5330"/>
                  </a:cubicBezTo>
                  <a:cubicBezTo>
                    <a:pt x="15318" y="4585"/>
                    <a:pt x="15239" y="3988"/>
                    <a:pt x="15080" y="3540"/>
                  </a:cubicBezTo>
                  <a:cubicBezTo>
                    <a:pt x="14914" y="3050"/>
                    <a:pt x="14669" y="2726"/>
                    <a:pt x="14345" y="2567"/>
                  </a:cubicBezTo>
                  <a:cubicBezTo>
                    <a:pt x="14021" y="2374"/>
                    <a:pt x="13762" y="2260"/>
                    <a:pt x="13569" y="2225"/>
                  </a:cubicBezTo>
                  <a:cubicBezTo>
                    <a:pt x="13410" y="2198"/>
                    <a:pt x="13169" y="2184"/>
                    <a:pt x="12844" y="2184"/>
                  </a:cubicBezTo>
                  <a:cubicBezTo>
                    <a:pt x="10940" y="2184"/>
                    <a:pt x="9098" y="3153"/>
                    <a:pt x="7318" y="5092"/>
                  </a:cubicBezTo>
                  <a:cubicBezTo>
                    <a:pt x="5537" y="7031"/>
                    <a:pt x="4033" y="10164"/>
                    <a:pt x="2805" y="14490"/>
                  </a:cubicBezTo>
                  <a:cubicBezTo>
                    <a:pt x="2550" y="15297"/>
                    <a:pt x="2339" y="15801"/>
                    <a:pt x="2174" y="16001"/>
                  </a:cubicBezTo>
                  <a:cubicBezTo>
                    <a:pt x="2015" y="16194"/>
                    <a:pt x="1694" y="16291"/>
                    <a:pt x="1211" y="16291"/>
                  </a:cubicBezTo>
                  <a:cubicBezTo>
                    <a:pt x="404" y="16256"/>
                    <a:pt x="0" y="15915"/>
                    <a:pt x="0" y="15266"/>
                  </a:cubicBezTo>
                  <a:cubicBezTo>
                    <a:pt x="0" y="15011"/>
                    <a:pt x="145" y="14383"/>
                    <a:pt x="435" y="13383"/>
                  </a:cubicBezTo>
                  <a:cubicBezTo>
                    <a:pt x="725" y="12348"/>
                    <a:pt x="1208" y="11071"/>
                    <a:pt x="1884" y="9553"/>
                  </a:cubicBezTo>
                  <a:cubicBezTo>
                    <a:pt x="2594" y="8001"/>
                    <a:pt x="3436" y="6527"/>
                    <a:pt x="4409" y="5134"/>
                  </a:cubicBezTo>
                  <a:cubicBezTo>
                    <a:pt x="5375" y="3712"/>
                    <a:pt x="6621" y="2501"/>
                    <a:pt x="8145" y="1501"/>
                  </a:cubicBezTo>
                  <a:cubicBezTo>
                    <a:pt x="9698" y="500"/>
                    <a:pt x="11361" y="0"/>
                    <a:pt x="13134" y="0"/>
                  </a:cubicBezTo>
                  <a:cubicBezTo>
                    <a:pt x="15556" y="0"/>
                    <a:pt x="17512" y="790"/>
                    <a:pt x="19003" y="2370"/>
                  </a:cubicBezTo>
                  <a:cubicBezTo>
                    <a:pt x="20521" y="3923"/>
                    <a:pt x="21280" y="5848"/>
                    <a:pt x="21280" y="8145"/>
                  </a:cubicBezTo>
                  <a:cubicBezTo>
                    <a:pt x="21280" y="9084"/>
                    <a:pt x="21152" y="9971"/>
                    <a:pt x="20897" y="10805"/>
                  </a:cubicBezTo>
                  <a:cubicBezTo>
                    <a:pt x="20669" y="11613"/>
                    <a:pt x="20134" y="13100"/>
                    <a:pt x="19292" y="15266"/>
                  </a:cubicBezTo>
                  <a:cubicBezTo>
                    <a:pt x="15898" y="23995"/>
                    <a:pt x="14200" y="30495"/>
                    <a:pt x="14200" y="34766"/>
                  </a:cubicBezTo>
                  <a:cubicBezTo>
                    <a:pt x="14200" y="35794"/>
                    <a:pt x="14283" y="36746"/>
                    <a:pt x="14449" y="37622"/>
                  </a:cubicBezTo>
                  <a:cubicBezTo>
                    <a:pt x="14642" y="38464"/>
                    <a:pt x="14949" y="39302"/>
                    <a:pt x="15370" y="40137"/>
                  </a:cubicBezTo>
                  <a:cubicBezTo>
                    <a:pt x="15791" y="40951"/>
                    <a:pt x="16419" y="41600"/>
                    <a:pt x="17253" y="42083"/>
                  </a:cubicBezTo>
                  <a:cubicBezTo>
                    <a:pt x="18130" y="42532"/>
                    <a:pt x="19165" y="42756"/>
                    <a:pt x="20358" y="42756"/>
                  </a:cubicBezTo>
                  <a:cubicBezTo>
                    <a:pt x="21876" y="42756"/>
                    <a:pt x="23346" y="42400"/>
                    <a:pt x="24768" y="41690"/>
                  </a:cubicBezTo>
                  <a:cubicBezTo>
                    <a:pt x="26223" y="40951"/>
                    <a:pt x="27403" y="40079"/>
                    <a:pt x="28307" y="39071"/>
                  </a:cubicBezTo>
                  <a:cubicBezTo>
                    <a:pt x="29246" y="38071"/>
                    <a:pt x="29991" y="37150"/>
                    <a:pt x="30543" y="36308"/>
                  </a:cubicBezTo>
                  <a:cubicBezTo>
                    <a:pt x="31123" y="35438"/>
                    <a:pt x="31478" y="34776"/>
                    <a:pt x="31609" y="34321"/>
                  </a:cubicBezTo>
                  <a:lnTo>
                    <a:pt x="36070" y="16477"/>
                  </a:lnTo>
                  <a:lnTo>
                    <a:pt x="38057" y="8528"/>
                  </a:lnTo>
                  <a:cubicBezTo>
                    <a:pt x="38671" y="5651"/>
                    <a:pt x="39123" y="3857"/>
                    <a:pt x="39413" y="3146"/>
                  </a:cubicBezTo>
                  <a:cubicBezTo>
                    <a:pt x="39799" y="2470"/>
                    <a:pt x="40334" y="1953"/>
                    <a:pt x="41017" y="1594"/>
                  </a:cubicBezTo>
                  <a:cubicBezTo>
                    <a:pt x="41693" y="1242"/>
                    <a:pt x="42321" y="1066"/>
                    <a:pt x="42901" y="1066"/>
                  </a:cubicBezTo>
                  <a:cubicBezTo>
                    <a:pt x="43715" y="1066"/>
                    <a:pt x="44395" y="1308"/>
                    <a:pt x="44940" y="1791"/>
                  </a:cubicBezTo>
                  <a:cubicBezTo>
                    <a:pt x="45526" y="2274"/>
                    <a:pt x="45819" y="2936"/>
                    <a:pt x="45819" y="377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1" name="Freeform 2500">
              <a:extLst>
                <a:ext uri="{FF2B5EF4-FFF2-40B4-BE49-F238E27FC236}">
                  <a16:creationId xmlns:a16="http://schemas.microsoft.com/office/drawing/2014/main" id="{7DADF0E2-DF4E-3801-B80F-D22575C157DF}"/>
                </a:ext>
              </a:extLst>
            </p:cNvPr>
            <p:cNvSpPr/>
            <p:nvPr/>
          </p:nvSpPr>
          <p:spPr>
            <a:xfrm>
              <a:off x="3633949" y="1490703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2" name="Freeform 2501">
              <a:extLst>
                <a:ext uri="{FF2B5EF4-FFF2-40B4-BE49-F238E27FC236}">
                  <a16:creationId xmlns:a16="http://schemas.microsoft.com/office/drawing/2014/main" id="{6396BC61-18D4-6BC9-00AA-758BDD0D70FE}"/>
                </a:ext>
              </a:extLst>
            </p:cNvPr>
            <p:cNvSpPr/>
            <p:nvPr/>
          </p:nvSpPr>
          <p:spPr>
            <a:xfrm>
              <a:off x="3633949" y="2865613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3" name="Freeform 2502">
              <a:extLst>
                <a:ext uri="{FF2B5EF4-FFF2-40B4-BE49-F238E27FC236}">
                  <a16:creationId xmlns:a16="http://schemas.microsoft.com/office/drawing/2014/main" id="{A8E6F4B5-4A13-1FC7-2C8A-DFF8F846AEB3}"/>
                </a:ext>
              </a:extLst>
            </p:cNvPr>
            <p:cNvSpPr/>
            <p:nvPr/>
          </p:nvSpPr>
          <p:spPr>
            <a:xfrm>
              <a:off x="3633949" y="2571042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4" name="Freeform 2503">
              <a:extLst>
                <a:ext uri="{FF2B5EF4-FFF2-40B4-BE49-F238E27FC236}">
                  <a16:creationId xmlns:a16="http://schemas.microsoft.com/office/drawing/2014/main" id="{A7105F48-CC7D-D868-B41A-3CE9D7627125}"/>
                </a:ext>
              </a:extLst>
            </p:cNvPr>
            <p:cNvSpPr/>
            <p:nvPr/>
          </p:nvSpPr>
          <p:spPr>
            <a:xfrm>
              <a:off x="3633949" y="2276471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5" name="Freeform 2504">
              <a:extLst>
                <a:ext uri="{FF2B5EF4-FFF2-40B4-BE49-F238E27FC236}">
                  <a16:creationId xmlns:a16="http://schemas.microsoft.com/office/drawing/2014/main" id="{A3178F8F-93D3-B8CE-38E3-A8BADE3FF6D0}"/>
                </a:ext>
              </a:extLst>
            </p:cNvPr>
            <p:cNvSpPr/>
            <p:nvPr/>
          </p:nvSpPr>
          <p:spPr>
            <a:xfrm>
              <a:off x="3633949" y="1981900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6" name="Freeform 2505">
              <a:extLst>
                <a:ext uri="{FF2B5EF4-FFF2-40B4-BE49-F238E27FC236}">
                  <a16:creationId xmlns:a16="http://schemas.microsoft.com/office/drawing/2014/main" id="{66DF96E5-715C-0292-6B15-83B16D9C88F9}"/>
                </a:ext>
              </a:extLst>
            </p:cNvPr>
            <p:cNvSpPr/>
            <p:nvPr/>
          </p:nvSpPr>
          <p:spPr>
            <a:xfrm>
              <a:off x="3633949" y="1687330"/>
              <a:ext cx="19558" cy="1034"/>
            </a:xfrm>
            <a:custGeom>
              <a:avLst/>
              <a:gdLst>
                <a:gd name="csX0" fmla="*/ 0 w 19558"/>
                <a:gd name="csY0" fmla="*/ 0 h 1034"/>
                <a:gd name="csX1" fmla="*/ 19558 w 19558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8" h="1034">
                  <a:moveTo>
                    <a:pt x="0" y="0"/>
                  </a:moveTo>
                  <a:lnTo>
                    <a:pt x="19558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7" name="Freeform 2506">
              <a:extLst>
                <a:ext uri="{FF2B5EF4-FFF2-40B4-BE49-F238E27FC236}">
                  <a16:creationId xmlns:a16="http://schemas.microsoft.com/office/drawing/2014/main" id="{956D280C-329B-A933-0724-BB28DAD9F567}"/>
                </a:ext>
              </a:extLst>
            </p:cNvPr>
            <p:cNvSpPr/>
            <p:nvPr/>
          </p:nvSpPr>
          <p:spPr>
            <a:xfrm>
              <a:off x="3471495" y="2833186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50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8" name="Freeform 2507">
              <a:extLst>
                <a:ext uri="{FF2B5EF4-FFF2-40B4-BE49-F238E27FC236}">
                  <a16:creationId xmlns:a16="http://schemas.microsoft.com/office/drawing/2014/main" id="{84E83727-4927-BCFD-89D1-77CDF9E8C76A}"/>
                </a:ext>
              </a:extLst>
            </p:cNvPr>
            <p:cNvSpPr/>
            <p:nvPr/>
          </p:nvSpPr>
          <p:spPr>
            <a:xfrm>
              <a:off x="3529648" y="2886261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9" name="Freeform 2508">
              <a:extLst>
                <a:ext uri="{FF2B5EF4-FFF2-40B4-BE49-F238E27FC236}">
                  <a16:creationId xmlns:a16="http://schemas.microsoft.com/office/drawing/2014/main" id="{E5B8D417-F497-19E2-A093-6D9CB2B21C9E}"/>
                </a:ext>
              </a:extLst>
            </p:cNvPr>
            <p:cNvSpPr/>
            <p:nvPr/>
          </p:nvSpPr>
          <p:spPr>
            <a:xfrm>
              <a:off x="3553421" y="2833186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1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1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0" name="Freeform 2509">
              <a:extLst>
                <a:ext uri="{FF2B5EF4-FFF2-40B4-BE49-F238E27FC236}">
                  <a16:creationId xmlns:a16="http://schemas.microsoft.com/office/drawing/2014/main" id="{4D24F87B-A55C-98F6-190E-EFB1F5451E8E}"/>
                </a:ext>
              </a:extLst>
            </p:cNvPr>
            <p:cNvSpPr/>
            <p:nvPr/>
          </p:nvSpPr>
          <p:spPr>
            <a:xfrm>
              <a:off x="3474388" y="2538615"/>
              <a:ext cx="43268" cy="64946"/>
            </a:xfrm>
            <a:custGeom>
              <a:avLst/>
              <a:gdLst>
                <a:gd name="csX0" fmla="*/ 21635 w 43268"/>
                <a:gd name="csY0" fmla="*/ 6707 h 64946"/>
                <a:gd name="csX1" fmla="*/ 11781 w 43268"/>
                <a:gd name="csY1" fmla="*/ 13165 h 64946"/>
                <a:gd name="csX2" fmla="*/ 8511 w 43268"/>
                <a:gd name="csY2" fmla="*/ 32489 h 64946"/>
                <a:gd name="csX3" fmla="*/ 11781 w 43268"/>
                <a:gd name="csY3" fmla="*/ 51822 h 64946"/>
                <a:gd name="csX4" fmla="*/ 21635 w 43268"/>
                <a:gd name="csY4" fmla="*/ 58229 h 64946"/>
                <a:gd name="csX5" fmla="*/ 31487 w 43268"/>
                <a:gd name="csY5" fmla="*/ 51822 h 64946"/>
                <a:gd name="csX6" fmla="*/ 34799 w 43268"/>
                <a:gd name="csY6" fmla="*/ 32489 h 64946"/>
                <a:gd name="csX7" fmla="*/ 31487 w 43268"/>
                <a:gd name="csY7" fmla="*/ 13165 h 64946"/>
                <a:gd name="csX8" fmla="*/ 21635 w 43268"/>
                <a:gd name="csY8" fmla="*/ 6707 h 64946"/>
                <a:gd name="csX9" fmla="*/ 21635 w 43268"/>
                <a:gd name="csY9" fmla="*/ 0 h 64946"/>
                <a:gd name="csX10" fmla="*/ 37693 w 43268"/>
                <a:gd name="csY10" fmla="*/ 8342 h 64946"/>
                <a:gd name="csX11" fmla="*/ 43268 w 43268"/>
                <a:gd name="csY11" fmla="*/ 32489 h 64946"/>
                <a:gd name="csX12" fmla="*/ 37693 w 43268"/>
                <a:gd name="csY12" fmla="*/ 56635 h 64946"/>
                <a:gd name="csX13" fmla="*/ 21635 w 43268"/>
                <a:gd name="csY13" fmla="*/ 64946 h 64946"/>
                <a:gd name="csX14" fmla="*/ 5534 w 43268"/>
                <a:gd name="csY14" fmla="*/ 56635 h 64946"/>
                <a:gd name="csX15" fmla="*/ 0 w 43268"/>
                <a:gd name="csY15" fmla="*/ 32489 h 64946"/>
                <a:gd name="csX16" fmla="*/ 5534 w 43268"/>
                <a:gd name="csY16" fmla="*/ 8342 h 64946"/>
                <a:gd name="csX17" fmla="*/ 21635 w 43268"/>
                <a:gd name="csY17" fmla="*/ 0 h 64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6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3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2" y="62176"/>
                    <a:pt x="28650" y="64946"/>
                    <a:pt x="21635" y="64946"/>
                  </a:cubicBezTo>
                  <a:cubicBezTo>
                    <a:pt x="14619" y="64946"/>
                    <a:pt x="9252" y="62176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1" name="Freeform 2510">
              <a:extLst>
                <a:ext uri="{FF2B5EF4-FFF2-40B4-BE49-F238E27FC236}">
                  <a16:creationId xmlns:a16="http://schemas.microsoft.com/office/drawing/2014/main" id="{DDADFD2C-7172-326D-32E7-26C4964B7AA4}"/>
                </a:ext>
              </a:extLst>
            </p:cNvPr>
            <p:cNvSpPr/>
            <p:nvPr/>
          </p:nvSpPr>
          <p:spPr>
            <a:xfrm>
              <a:off x="3532541" y="2591690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2" name="Freeform 2511">
              <a:extLst>
                <a:ext uri="{FF2B5EF4-FFF2-40B4-BE49-F238E27FC236}">
                  <a16:creationId xmlns:a16="http://schemas.microsoft.com/office/drawing/2014/main" id="{0BA92637-EA01-3BBA-03D0-2F70AACF2A81}"/>
                </a:ext>
              </a:extLst>
            </p:cNvPr>
            <p:cNvSpPr/>
            <p:nvPr/>
          </p:nvSpPr>
          <p:spPr>
            <a:xfrm>
              <a:off x="3556942" y="2538615"/>
              <a:ext cx="39747" cy="63724"/>
            </a:xfrm>
            <a:custGeom>
              <a:avLst/>
              <a:gdLst>
                <a:gd name="csX0" fmla="*/ 10189 w 39747"/>
                <a:gd name="csY0" fmla="*/ 56594 h 63724"/>
                <a:gd name="csX1" fmla="*/ 39747 w 39747"/>
                <a:gd name="csY1" fmla="*/ 56594 h 63724"/>
                <a:gd name="csX2" fmla="*/ 39747 w 39747"/>
                <a:gd name="csY2" fmla="*/ 63725 h 63724"/>
                <a:gd name="csX3" fmla="*/ 0 w 39747"/>
                <a:gd name="csY3" fmla="*/ 63725 h 63724"/>
                <a:gd name="csX4" fmla="*/ 0 w 39747"/>
                <a:gd name="csY4" fmla="*/ 56594 h 63724"/>
                <a:gd name="csX5" fmla="*/ 13124 w 39747"/>
                <a:gd name="csY5" fmla="*/ 43222 h 63724"/>
                <a:gd name="csX6" fmla="*/ 23605 w 39747"/>
                <a:gd name="csY6" fmla="*/ 32364 h 63724"/>
                <a:gd name="csX7" fmla="*/ 29266 w 39747"/>
                <a:gd name="csY7" fmla="*/ 24654 h 63724"/>
                <a:gd name="csX8" fmla="*/ 30900 w 39747"/>
                <a:gd name="csY8" fmla="*/ 18402 h 63724"/>
                <a:gd name="csX9" fmla="*/ 27379 w 39747"/>
                <a:gd name="csY9" fmla="*/ 10267 h 63724"/>
                <a:gd name="csX10" fmla="*/ 18280 w 39747"/>
                <a:gd name="csY10" fmla="*/ 7121 h 63724"/>
                <a:gd name="csX11" fmla="*/ 9853 w 39747"/>
                <a:gd name="csY11" fmla="*/ 8508 h 63724"/>
                <a:gd name="csX12" fmla="*/ 419 w 39747"/>
                <a:gd name="csY12" fmla="*/ 12699 h 63724"/>
                <a:gd name="csX13" fmla="*/ 419 w 39747"/>
                <a:gd name="csY13" fmla="*/ 4150 h 63724"/>
                <a:gd name="csX14" fmla="*/ 9978 w 39747"/>
                <a:gd name="csY14" fmla="*/ 1045 h 63724"/>
                <a:gd name="csX15" fmla="*/ 18112 w 39747"/>
                <a:gd name="csY15" fmla="*/ 0 h 63724"/>
                <a:gd name="csX16" fmla="*/ 33626 w 39747"/>
                <a:gd name="csY16" fmla="*/ 4865 h 63724"/>
                <a:gd name="csX17" fmla="*/ 39412 w 39747"/>
                <a:gd name="csY17" fmla="*/ 17854 h 63724"/>
                <a:gd name="csX18" fmla="*/ 37944 w 39747"/>
                <a:gd name="csY18" fmla="*/ 25192 h 63724"/>
                <a:gd name="csX19" fmla="*/ 32703 w 39747"/>
                <a:gd name="csY19" fmla="*/ 33327 h 63724"/>
                <a:gd name="csX20" fmla="*/ 26036 w 39747"/>
                <a:gd name="csY20" fmla="*/ 40375 h 63724"/>
                <a:gd name="csX21" fmla="*/ 10189 w 39747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7" h="63724">
                  <a:moveTo>
                    <a:pt x="10189" y="56594"/>
                  </a:moveTo>
                  <a:lnTo>
                    <a:pt x="39747" y="56594"/>
                  </a:lnTo>
                  <a:lnTo>
                    <a:pt x="39747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5" y="53268"/>
                    <a:pt x="7589" y="48811"/>
                    <a:pt x="13124" y="43222"/>
                  </a:cubicBezTo>
                  <a:cubicBezTo>
                    <a:pt x="18686" y="37605"/>
                    <a:pt x="22180" y="33986"/>
                    <a:pt x="23605" y="32364"/>
                  </a:cubicBezTo>
                  <a:cubicBezTo>
                    <a:pt x="26316" y="29315"/>
                    <a:pt x="28203" y="26744"/>
                    <a:pt x="29266" y="24654"/>
                  </a:cubicBezTo>
                  <a:cubicBezTo>
                    <a:pt x="30355" y="22529"/>
                    <a:pt x="30900" y="20445"/>
                    <a:pt x="30900" y="18402"/>
                  </a:cubicBezTo>
                  <a:cubicBezTo>
                    <a:pt x="30900" y="15076"/>
                    <a:pt x="29726" y="12365"/>
                    <a:pt x="27379" y="10267"/>
                  </a:cubicBezTo>
                  <a:cubicBezTo>
                    <a:pt x="25058" y="8170"/>
                    <a:pt x="22025" y="7121"/>
                    <a:pt x="18280" y="7121"/>
                  </a:cubicBezTo>
                  <a:cubicBezTo>
                    <a:pt x="15625" y="7121"/>
                    <a:pt x="12816" y="7583"/>
                    <a:pt x="9853" y="8508"/>
                  </a:cubicBezTo>
                  <a:cubicBezTo>
                    <a:pt x="6918" y="9432"/>
                    <a:pt x="3773" y="10830"/>
                    <a:pt x="419" y="12699"/>
                  </a:cubicBezTo>
                  <a:lnTo>
                    <a:pt x="419" y="4150"/>
                  </a:lnTo>
                  <a:cubicBezTo>
                    <a:pt x="3829" y="2777"/>
                    <a:pt x="7016" y="1742"/>
                    <a:pt x="9978" y="1045"/>
                  </a:cubicBezTo>
                  <a:cubicBezTo>
                    <a:pt x="12941" y="348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6" y="4865"/>
                  </a:cubicBezTo>
                  <a:cubicBezTo>
                    <a:pt x="37483" y="8101"/>
                    <a:pt x="39412" y="12430"/>
                    <a:pt x="39412" y="17854"/>
                  </a:cubicBezTo>
                  <a:cubicBezTo>
                    <a:pt x="39412" y="20427"/>
                    <a:pt x="38923" y="22873"/>
                    <a:pt x="37944" y="25192"/>
                  </a:cubicBezTo>
                  <a:cubicBezTo>
                    <a:pt x="36994" y="27483"/>
                    <a:pt x="35247" y="30194"/>
                    <a:pt x="32703" y="33327"/>
                  </a:cubicBezTo>
                  <a:cubicBezTo>
                    <a:pt x="32005" y="34141"/>
                    <a:pt x="29782" y="36491"/>
                    <a:pt x="26036" y="40375"/>
                  </a:cubicBezTo>
                  <a:cubicBezTo>
                    <a:pt x="22291" y="44232"/>
                    <a:pt x="17008" y="49639"/>
                    <a:pt x="10189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3" name="Freeform 2512">
              <a:extLst>
                <a:ext uri="{FF2B5EF4-FFF2-40B4-BE49-F238E27FC236}">
                  <a16:creationId xmlns:a16="http://schemas.microsoft.com/office/drawing/2014/main" id="{D69921EF-EAFA-D3B5-4643-DB48E9DC906A}"/>
                </a:ext>
              </a:extLst>
            </p:cNvPr>
            <p:cNvSpPr/>
            <p:nvPr/>
          </p:nvSpPr>
          <p:spPr>
            <a:xfrm>
              <a:off x="3470615" y="2244041"/>
              <a:ext cx="43268" cy="64945"/>
            </a:xfrm>
            <a:custGeom>
              <a:avLst/>
              <a:gdLst>
                <a:gd name="csX0" fmla="*/ 21635 w 43268"/>
                <a:gd name="csY0" fmla="*/ 6708 h 64945"/>
                <a:gd name="csX1" fmla="*/ 11781 w 43268"/>
                <a:gd name="csY1" fmla="*/ 13165 h 64945"/>
                <a:gd name="csX2" fmla="*/ 8511 w 43268"/>
                <a:gd name="csY2" fmla="*/ 32494 h 64945"/>
                <a:gd name="csX3" fmla="*/ 11781 w 43268"/>
                <a:gd name="csY3" fmla="*/ 51821 h 64945"/>
                <a:gd name="csX4" fmla="*/ 21635 w 43268"/>
                <a:gd name="csY4" fmla="*/ 58236 h 64945"/>
                <a:gd name="csX5" fmla="*/ 31487 w 43268"/>
                <a:gd name="csY5" fmla="*/ 51821 h 64945"/>
                <a:gd name="csX6" fmla="*/ 34800 w 43268"/>
                <a:gd name="csY6" fmla="*/ 32494 h 64945"/>
                <a:gd name="csX7" fmla="*/ 31487 w 43268"/>
                <a:gd name="csY7" fmla="*/ 13165 h 64945"/>
                <a:gd name="csX8" fmla="*/ 21635 w 43268"/>
                <a:gd name="csY8" fmla="*/ 6708 h 64945"/>
                <a:gd name="csX9" fmla="*/ 21635 w 43268"/>
                <a:gd name="csY9" fmla="*/ 0 h 64945"/>
                <a:gd name="csX10" fmla="*/ 37693 w 43268"/>
                <a:gd name="csY10" fmla="*/ 8343 h 64945"/>
                <a:gd name="csX11" fmla="*/ 43268 w 43268"/>
                <a:gd name="csY11" fmla="*/ 32494 h 64945"/>
                <a:gd name="csX12" fmla="*/ 37693 w 43268"/>
                <a:gd name="csY12" fmla="*/ 56643 h 64945"/>
                <a:gd name="csX13" fmla="*/ 21635 w 43268"/>
                <a:gd name="csY13" fmla="*/ 64945 h 64945"/>
                <a:gd name="csX14" fmla="*/ 5534 w 43268"/>
                <a:gd name="csY14" fmla="*/ 56643 h 64945"/>
                <a:gd name="csX15" fmla="*/ 0 w 43268"/>
                <a:gd name="csY15" fmla="*/ 32494 h 64945"/>
                <a:gd name="csX16" fmla="*/ 5534 w 43268"/>
                <a:gd name="csY16" fmla="*/ 8343 h 64945"/>
                <a:gd name="csX17" fmla="*/ 21635 w 43268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5">
                  <a:moveTo>
                    <a:pt x="21635" y="6708"/>
                  </a:moveTo>
                  <a:cubicBezTo>
                    <a:pt x="17274" y="6708"/>
                    <a:pt x="13989" y="8860"/>
                    <a:pt x="11781" y="13165"/>
                  </a:cubicBezTo>
                  <a:cubicBezTo>
                    <a:pt x="9601" y="17442"/>
                    <a:pt x="8511" y="23885"/>
                    <a:pt x="8511" y="32494"/>
                  </a:cubicBezTo>
                  <a:cubicBezTo>
                    <a:pt x="8511" y="41075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7"/>
                    <a:pt x="34800" y="41075"/>
                    <a:pt x="34800" y="32494"/>
                  </a:cubicBezTo>
                  <a:cubicBezTo>
                    <a:pt x="34800" y="23885"/>
                    <a:pt x="33695" y="17442"/>
                    <a:pt x="31487" y="13165"/>
                  </a:cubicBezTo>
                  <a:cubicBezTo>
                    <a:pt x="29307" y="8860"/>
                    <a:pt x="26023" y="6708"/>
                    <a:pt x="21635" y="6708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8" y="21928"/>
                    <a:pt x="43268" y="32494"/>
                  </a:cubicBezTo>
                  <a:cubicBezTo>
                    <a:pt x="43268" y="43031"/>
                    <a:pt x="41410" y="51081"/>
                    <a:pt x="37693" y="56643"/>
                  </a:cubicBezTo>
                  <a:cubicBezTo>
                    <a:pt x="34003" y="62178"/>
                    <a:pt x="28651" y="64945"/>
                    <a:pt x="21635" y="64945"/>
                  </a:cubicBezTo>
                  <a:cubicBezTo>
                    <a:pt x="14619" y="64945"/>
                    <a:pt x="9252" y="62178"/>
                    <a:pt x="5534" y="56643"/>
                  </a:cubicBezTo>
                  <a:cubicBezTo>
                    <a:pt x="1845" y="51081"/>
                    <a:pt x="0" y="43031"/>
                    <a:pt x="0" y="32494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4" name="Freeform 2513">
              <a:extLst>
                <a:ext uri="{FF2B5EF4-FFF2-40B4-BE49-F238E27FC236}">
                  <a16:creationId xmlns:a16="http://schemas.microsoft.com/office/drawing/2014/main" id="{0CA0CF7E-E1E4-BD88-77AE-E9522C4F32D3}"/>
                </a:ext>
              </a:extLst>
            </p:cNvPr>
            <p:cNvSpPr/>
            <p:nvPr/>
          </p:nvSpPr>
          <p:spPr>
            <a:xfrm>
              <a:off x="3528767" y="2297120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5" name="Freeform 2514">
              <a:extLst>
                <a:ext uri="{FF2B5EF4-FFF2-40B4-BE49-F238E27FC236}">
                  <a16:creationId xmlns:a16="http://schemas.microsoft.com/office/drawing/2014/main" id="{B85D1023-EBBC-2FC3-EAD7-DB276CEB7CCE}"/>
                </a:ext>
              </a:extLst>
            </p:cNvPr>
            <p:cNvSpPr/>
            <p:nvPr/>
          </p:nvSpPr>
          <p:spPr>
            <a:xfrm>
              <a:off x="3551072" y="2245173"/>
              <a:ext cx="45616" cy="62596"/>
            </a:xfrm>
            <a:custGeom>
              <a:avLst/>
              <a:gdLst>
                <a:gd name="csX0" fmla="*/ 28259 w 45616"/>
                <a:gd name="csY0" fmla="*/ 7379 h 62596"/>
                <a:gd name="csX1" fmla="*/ 6876 w 45616"/>
                <a:gd name="csY1" fmla="*/ 40795 h 62596"/>
                <a:gd name="csX2" fmla="*/ 28259 w 45616"/>
                <a:gd name="csY2" fmla="*/ 40795 h 62596"/>
                <a:gd name="csX3" fmla="*/ 28259 w 45616"/>
                <a:gd name="csY3" fmla="*/ 7379 h 62596"/>
                <a:gd name="csX4" fmla="*/ 26036 w 45616"/>
                <a:gd name="csY4" fmla="*/ 0 h 62596"/>
                <a:gd name="csX5" fmla="*/ 36686 w 45616"/>
                <a:gd name="csY5" fmla="*/ 0 h 62596"/>
                <a:gd name="csX6" fmla="*/ 36686 w 45616"/>
                <a:gd name="csY6" fmla="*/ 40795 h 62596"/>
                <a:gd name="csX7" fmla="*/ 45617 w 45616"/>
                <a:gd name="csY7" fmla="*/ 40795 h 62596"/>
                <a:gd name="csX8" fmla="*/ 45617 w 45616"/>
                <a:gd name="csY8" fmla="*/ 47839 h 62596"/>
                <a:gd name="csX9" fmla="*/ 36686 w 45616"/>
                <a:gd name="csY9" fmla="*/ 47839 h 62596"/>
                <a:gd name="csX10" fmla="*/ 36686 w 45616"/>
                <a:gd name="csY10" fmla="*/ 62597 h 62596"/>
                <a:gd name="csX11" fmla="*/ 28259 w 45616"/>
                <a:gd name="csY11" fmla="*/ 62597 h 62596"/>
                <a:gd name="csX12" fmla="*/ 28259 w 45616"/>
                <a:gd name="csY12" fmla="*/ 47839 h 62596"/>
                <a:gd name="csX13" fmla="*/ 0 w 45616"/>
                <a:gd name="csY13" fmla="*/ 47839 h 62596"/>
                <a:gd name="csX14" fmla="*/ 0 w 45616"/>
                <a:gd name="csY14" fmla="*/ 39662 h 62596"/>
                <a:gd name="csX15" fmla="*/ 26036 w 45616"/>
                <a:gd name="csY15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6" h="62596">
                  <a:moveTo>
                    <a:pt x="28259" y="7379"/>
                  </a:moveTo>
                  <a:lnTo>
                    <a:pt x="6876" y="40795"/>
                  </a:lnTo>
                  <a:lnTo>
                    <a:pt x="28259" y="40795"/>
                  </a:lnTo>
                  <a:lnTo>
                    <a:pt x="28259" y="7379"/>
                  </a:lnTo>
                  <a:moveTo>
                    <a:pt x="26036" y="0"/>
                  </a:moveTo>
                  <a:lnTo>
                    <a:pt x="36686" y="0"/>
                  </a:lnTo>
                  <a:lnTo>
                    <a:pt x="36686" y="40795"/>
                  </a:lnTo>
                  <a:lnTo>
                    <a:pt x="45617" y="40795"/>
                  </a:lnTo>
                  <a:lnTo>
                    <a:pt x="45617" y="47839"/>
                  </a:lnTo>
                  <a:lnTo>
                    <a:pt x="36686" y="47839"/>
                  </a:lnTo>
                  <a:lnTo>
                    <a:pt x="36686" y="62597"/>
                  </a:lnTo>
                  <a:lnTo>
                    <a:pt x="28259" y="62597"/>
                  </a:lnTo>
                  <a:lnTo>
                    <a:pt x="28259" y="47839"/>
                  </a:lnTo>
                  <a:lnTo>
                    <a:pt x="0" y="47839"/>
                  </a:lnTo>
                  <a:lnTo>
                    <a:pt x="0" y="39662"/>
                  </a:lnTo>
                  <a:lnTo>
                    <a:pt x="26036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6" name="Freeform 2515">
              <a:extLst>
                <a:ext uri="{FF2B5EF4-FFF2-40B4-BE49-F238E27FC236}">
                  <a16:creationId xmlns:a16="http://schemas.microsoft.com/office/drawing/2014/main" id="{72DA4F81-E229-A8D4-64A0-FB4DB11D08E5}"/>
                </a:ext>
              </a:extLst>
            </p:cNvPr>
            <p:cNvSpPr/>
            <p:nvPr/>
          </p:nvSpPr>
          <p:spPr>
            <a:xfrm>
              <a:off x="3471201" y="1949471"/>
              <a:ext cx="43269" cy="64944"/>
            </a:xfrm>
            <a:custGeom>
              <a:avLst/>
              <a:gdLst>
                <a:gd name="csX0" fmla="*/ 21635 w 43269"/>
                <a:gd name="csY0" fmla="*/ 6708 h 64944"/>
                <a:gd name="csX1" fmla="*/ 11781 w 43269"/>
                <a:gd name="csY1" fmla="*/ 13164 h 64944"/>
                <a:gd name="csX2" fmla="*/ 8512 w 43269"/>
                <a:gd name="csY2" fmla="*/ 32493 h 64944"/>
                <a:gd name="csX3" fmla="*/ 11781 w 43269"/>
                <a:gd name="csY3" fmla="*/ 51821 h 64944"/>
                <a:gd name="csX4" fmla="*/ 21635 w 43269"/>
                <a:gd name="csY4" fmla="*/ 58236 h 64944"/>
                <a:gd name="csX5" fmla="*/ 31488 w 43269"/>
                <a:gd name="csY5" fmla="*/ 51821 h 64944"/>
                <a:gd name="csX6" fmla="*/ 34800 w 43269"/>
                <a:gd name="csY6" fmla="*/ 32493 h 64944"/>
                <a:gd name="csX7" fmla="*/ 31488 w 43269"/>
                <a:gd name="csY7" fmla="*/ 13164 h 64944"/>
                <a:gd name="csX8" fmla="*/ 21635 w 43269"/>
                <a:gd name="csY8" fmla="*/ 6708 h 64944"/>
                <a:gd name="csX9" fmla="*/ 21635 w 43269"/>
                <a:gd name="csY9" fmla="*/ 0 h 64944"/>
                <a:gd name="csX10" fmla="*/ 37693 w 43269"/>
                <a:gd name="csY10" fmla="*/ 8343 h 64944"/>
                <a:gd name="csX11" fmla="*/ 43269 w 43269"/>
                <a:gd name="csY11" fmla="*/ 32493 h 64944"/>
                <a:gd name="csX12" fmla="*/ 37693 w 43269"/>
                <a:gd name="csY12" fmla="*/ 56642 h 64944"/>
                <a:gd name="csX13" fmla="*/ 21635 w 43269"/>
                <a:gd name="csY13" fmla="*/ 64944 h 64944"/>
                <a:gd name="csX14" fmla="*/ 5534 w 43269"/>
                <a:gd name="csY14" fmla="*/ 56642 h 64944"/>
                <a:gd name="csX15" fmla="*/ 0 w 43269"/>
                <a:gd name="csY15" fmla="*/ 32493 h 64944"/>
                <a:gd name="csX16" fmla="*/ 5534 w 43269"/>
                <a:gd name="csY16" fmla="*/ 8343 h 64944"/>
                <a:gd name="csX17" fmla="*/ 21635 w 43269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9" h="64944">
                  <a:moveTo>
                    <a:pt x="21635" y="6708"/>
                  </a:moveTo>
                  <a:cubicBezTo>
                    <a:pt x="17274" y="6708"/>
                    <a:pt x="13990" y="8860"/>
                    <a:pt x="11781" y="13164"/>
                  </a:cubicBezTo>
                  <a:cubicBezTo>
                    <a:pt x="9602" y="17441"/>
                    <a:pt x="8512" y="23884"/>
                    <a:pt x="8512" y="32493"/>
                  </a:cubicBezTo>
                  <a:cubicBezTo>
                    <a:pt x="8512" y="41074"/>
                    <a:pt x="9602" y="47516"/>
                    <a:pt x="11781" y="51821"/>
                  </a:cubicBezTo>
                  <a:cubicBezTo>
                    <a:pt x="13990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8" y="51821"/>
                  </a:cubicBezTo>
                  <a:cubicBezTo>
                    <a:pt x="33696" y="47516"/>
                    <a:pt x="34800" y="41074"/>
                    <a:pt x="34800" y="32493"/>
                  </a:cubicBezTo>
                  <a:cubicBezTo>
                    <a:pt x="34800" y="23884"/>
                    <a:pt x="33696" y="17441"/>
                    <a:pt x="31488" y="13164"/>
                  </a:cubicBezTo>
                  <a:cubicBezTo>
                    <a:pt x="29307" y="8860"/>
                    <a:pt x="26023" y="6708"/>
                    <a:pt x="21635" y="6708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9" y="21928"/>
                    <a:pt x="43269" y="32493"/>
                  </a:cubicBezTo>
                  <a:cubicBezTo>
                    <a:pt x="43269" y="43030"/>
                    <a:pt x="41410" y="51080"/>
                    <a:pt x="37693" y="56642"/>
                  </a:cubicBezTo>
                  <a:cubicBezTo>
                    <a:pt x="34003" y="62177"/>
                    <a:pt x="28651" y="64944"/>
                    <a:pt x="21635" y="64944"/>
                  </a:cubicBezTo>
                  <a:cubicBezTo>
                    <a:pt x="14619" y="64944"/>
                    <a:pt x="9252" y="62177"/>
                    <a:pt x="5534" y="56642"/>
                  </a:cubicBezTo>
                  <a:cubicBezTo>
                    <a:pt x="1845" y="51080"/>
                    <a:pt x="0" y="43030"/>
                    <a:pt x="0" y="32493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7" name="Freeform 2516">
              <a:extLst>
                <a:ext uri="{FF2B5EF4-FFF2-40B4-BE49-F238E27FC236}">
                  <a16:creationId xmlns:a16="http://schemas.microsoft.com/office/drawing/2014/main" id="{3CE8B137-FD9C-B5D2-9916-537E841450D5}"/>
                </a:ext>
              </a:extLst>
            </p:cNvPr>
            <p:cNvSpPr/>
            <p:nvPr/>
          </p:nvSpPr>
          <p:spPr>
            <a:xfrm>
              <a:off x="3529354" y="2002550"/>
              <a:ext cx="8847" cy="10649"/>
            </a:xfrm>
            <a:custGeom>
              <a:avLst/>
              <a:gdLst>
                <a:gd name="csX0" fmla="*/ 0 w 8847"/>
                <a:gd name="csY0" fmla="*/ 0 h 10649"/>
                <a:gd name="csX1" fmla="*/ 8847 w 8847"/>
                <a:gd name="csY1" fmla="*/ 0 h 10649"/>
                <a:gd name="csX2" fmla="*/ 8847 w 8847"/>
                <a:gd name="csY2" fmla="*/ 10649 h 10649"/>
                <a:gd name="csX3" fmla="*/ 0 w 8847"/>
                <a:gd name="csY3" fmla="*/ 10649 h 10649"/>
                <a:gd name="csX4" fmla="*/ 0 w 8847"/>
                <a:gd name="csY4" fmla="*/ 0 h 10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49">
                  <a:moveTo>
                    <a:pt x="0" y="0"/>
                  </a:moveTo>
                  <a:lnTo>
                    <a:pt x="8847" y="0"/>
                  </a:lnTo>
                  <a:lnTo>
                    <a:pt x="8847" y="10649"/>
                  </a:lnTo>
                  <a:lnTo>
                    <a:pt x="0" y="10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8" name="Freeform 2517">
              <a:extLst>
                <a:ext uri="{FF2B5EF4-FFF2-40B4-BE49-F238E27FC236}">
                  <a16:creationId xmlns:a16="http://schemas.microsoft.com/office/drawing/2014/main" id="{0E9EE1F1-2264-3E9E-ED36-CAE0947BAEAF}"/>
                </a:ext>
              </a:extLst>
            </p:cNvPr>
            <p:cNvSpPr/>
            <p:nvPr/>
          </p:nvSpPr>
          <p:spPr>
            <a:xfrm>
              <a:off x="3553462" y="1949471"/>
              <a:ext cx="43226" cy="64944"/>
            </a:xfrm>
            <a:custGeom>
              <a:avLst/>
              <a:gdLst>
                <a:gd name="csX0" fmla="*/ 22347 w 43226"/>
                <a:gd name="csY0" fmla="*/ 29055 h 64944"/>
                <a:gd name="csX1" fmla="*/ 13290 w 43226"/>
                <a:gd name="csY1" fmla="*/ 32954 h 64944"/>
                <a:gd name="csX2" fmla="*/ 9978 w 43226"/>
                <a:gd name="csY2" fmla="*/ 43645 h 64944"/>
                <a:gd name="csX3" fmla="*/ 13290 w 43226"/>
                <a:gd name="csY3" fmla="*/ 54336 h 64944"/>
                <a:gd name="csX4" fmla="*/ 22347 w 43226"/>
                <a:gd name="csY4" fmla="*/ 58236 h 64944"/>
                <a:gd name="csX5" fmla="*/ 31362 w 43226"/>
                <a:gd name="csY5" fmla="*/ 54336 h 64944"/>
                <a:gd name="csX6" fmla="*/ 34716 w 43226"/>
                <a:gd name="csY6" fmla="*/ 43645 h 64944"/>
                <a:gd name="csX7" fmla="*/ 31362 w 43226"/>
                <a:gd name="csY7" fmla="*/ 32954 h 64944"/>
                <a:gd name="csX8" fmla="*/ 22347 w 43226"/>
                <a:gd name="csY8" fmla="*/ 29055 h 64944"/>
                <a:gd name="csX9" fmla="*/ 39159 w 43226"/>
                <a:gd name="csY9" fmla="*/ 2515 h 64944"/>
                <a:gd name="csX10" fmla="*/ 39159 w 43226"/>
                <a:gd name="csY10" fmla="*/ 10230 h 64944"/>
                <a:gd name="csX11" fmla="*/ 32703 w 43226"/>
                <a:gd name="csY11" fmla="*/ 7924 h 64944"/>
                <a:gd name="csX12" fmla="*/ 26288 w 43226"/>
                <a:gd name="csY12" fmla="*/ 7127 h 64944"/>
                <a:gd name="csX13" fmla="*/ 13458 w 43226"/>
                <a:gd name="csY13" fmla="*/ 12787 h 64944"/>
                <a:gd name="csX14" fmla="*/ 8427 w 43226"/>
                <a:gd name="csY14" fmla="*/ 29893 h 64944"/>
                <a:gd name="csX15" fmla="*/ 14633 w 43226"/>
                <a:gd name="csY15" fmla="*/ 24317 h 64944"/>
                <a:gd name="csX16" fmla="*/ 22850 w 43226"/>
                <a:gd name="csY16" fmla="*/ 22347 h 64944"/>
                <a:gd name="csX17" fmla="*/ 37734 w 43226"/>
                <a:gd name="csY17" fmla="*/ 28091 h 64944"/>
                <a:gd name="csX18" fmla="*/ 43227 w 43226"/>
                <a:gd name="csY18" fmla="*/ 43645 h 64944"/>
                <a:gd name="csX19" fmla="*/ 37525 w 43226"/>
                <a:gd name="csY19" fmla="*/ 59116 h 64944"/>
                <a:gd name="csX20" fmla="*/ 22347 w 43226"/>
                <a:gd name="csY20" fmla="*/ 64944 h 64944"/>
                <a:gd name="csX21" fmla="*/ 5744 w 43226"/>
                <a:gd name="csY21" fmla="*/ 56642 h 64944"/>
                <a:gd name="csX22" fmla="*/ 0 w 43226"/>
                <a:gd name="csY22" fmla="*/ 32493 h 64944"/>
                <a:gd name="csX23" fmla="*/ 7044 w 43226"/>
                <a:gd name="csY23" fmla="*/ 8846 h 64944"/>
                <a:gd name="csX24" fmla="*/ 25953 w 43226"/>
                <a:gd name="csY24" fmla="*/ 0 h 64944"/>
                <a:gd name="csX25" fmla="*/ 32368 w 43226"/>
                <a:gd name="csY25" fmla="*/ 628 h 64944"/>
                <a:gd name="csX26" fmla="*/ 39159 w 43226"/>
                <a:gd name="csY26" fmla="*/ 2515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226" h="64944">
                  <a:moveTo>
                    <a:pt x="22347" y="29055"/>
                  </a:moveTo>
                  <a:cubicBezTo>
                    <a:pt x="18545" y="29055"/>
                    <a:pt x="15527" y="30354"/>
                    <a:pt x="13290" y="32954"/>
                  </a:cubicBezTo>
                  <a:cubicBezTo>
                    <a:pt x="11082" y="35554"/>
                    <a:pt x="9978" y="39117"/>
                    <a:pt x="9978" y="43645"/>
                  </a:cubicBezTo>
                  <a:cubicBezTo>
                    <a:pt x="9978" y="48145"/>
                    <a:pt x="11082" y="51709"/>
                    <a:pt x="13290" y="54336"/>
                  </a:cubicBezTo>
                  <a:cubicBezTo>
                    <a:pt x="15527" y="56936"/>
                    <a:pt x="18545" y="58236"/>
                    <a:pt x="22347" y="58236"/>
                  </a:cubicBezTo>
                  <a:cubicBezTo>
                    <a:pt x="26149" y="58236"/>
                    <a:pt x="29154" y="56936"/>
                    <a:pt x="31362" y="54336"/>
                  </a:cubicBezTo>
                  <a:cubicBezTo>
                    <a:pt x="33598" y="51709"/>
                    <a:pt x="34716" y="48145"/>
                    <a:pt x="34716" y="43645"/>
                  </a:cubicBezTo>
                  <a:cubicBezTo>
                    <a:pt x="34716" y="39117"/>
                    <a:pt x="33598" y="35554"/>
                    <a:pt x="31362" y="32954"/>
                  </a:cubicBezTo>
                  <a:cubicBezTo>
                    <a:pt x="29154" y="30354"/>
                    <a:pt x="26149" y="29055"/>
                    <a:pt x="22347" y="29055"/>
                  </a:cubicBezTo>
                  <a:moveTo>
                    <a:pt x="39159" y="2515"/>
                  </a:moveTo>
                  <a:lnTo>
                    <a:pt x="39159" y="10230"/>
                  </a:lnTo>
                  <a:cubicBezTo>
                    <a:pt x="37035" y="9223"/>
                    <a:pt x="34883" y="8455"/>
                    <a:pt x="32703" y="7924"/>
                  </a:cubicBezTo>
                  <a:cubicBezTo>
                    <a:pt x="30551" y="7393"/>
                    <a:pt x="28412" y="7127"/>
                    <a:pt x="26288" y="7127"/>
                  </a:cubicBezTo>
                  <a:cubicBezTo>
                    <a:pt x="20698" y="7127"/>
                    <a:pt x="16421" y="9014"/>
                    <a:pt x="13458" y="12787"/>
                  </a:cubicBezTo>
                  <a:cubicBezTo>
                    <a:pt x="10524" y="16560"/>
                    <a:pt x="8846" y="22262"/>
                    <a:pt x="8427" y="29893"/>
                  </a:cubicBezTo>
                  <a:cubicBezTo>
                    <a:pt x="10076" y="27461"/>
                    <a:pt x="12145" y="25603"/>
                    <a:pt x="14633" y="24317"/>
                  </a:cubicBezTo>
                  <a:cubicBezTo>
                    <a:pt x="17120" y="23004"/>
                    <a:pt x="19859" y="22347"/>
                    <a:pt x="22850" y="22347"/>
                  </a:cubicBezTo>
                  <a:cubicBezTo>
                    <a:pt x="29139" y="22347"/>
                    <a:pt x="34100" y="24261"/>
                    <a:pt x="37734" y="28091"/>
                  </a:cubicBezTo>
                  <a:cubicBezTo>
                    <a:pt x="41396" y="31892"/>
                    <a:pt x="43227" y="37077"/>
                    <a:pt x="43227" y="43645"/>
                  </a:cubicBezTo>
                  <a:cubicBezTo>
                    <a:pt x="43227" y="50074"/>
                    <a:pt x="41326" y="55231"/>
                    <a:pt x="37525" y="59116"/>
                  </a:cubicBezTo>
                  <a:cubicBezTo>
                    <a:pt x="33723" y="63001"/>
                    <a:pt x="28664" y="64944"/>
                    <a:pt x="22347" y="64944"/>
                  </a:cubicBezTo>
                  <a:cubicBezTo>
                    <a:pt x="15108" y="64944"/>
                    <a:pt x="9574" y="62177"/>
                    <a:pt x="5744" y="56642"/>
                  </a:cubicBezTo>
                  <a:cubicBezTo>
                    <a:pt x="1915" y="51080"/>
                    <a:pt x="0" y="43030"/>
                    <a:pt x="0" y="32493"/>
                  </a:cubicBezTo>
                  <a:cubicBezTo>
                    <a:pt x="0" y="22598"/>
                    <a:pt x="2348" y="14716"/>
                    <a:pt x="7044" y="8846"/>
                  </a:cubicBezTo>
                  <a:cubicBezTo>
                    <a:pt x="11740" y="2949"/>
                    <a:pt x="18042" y="0"/>
                    <a:pt x="25953" y="0"/>
                  </a:cubicBezTo>
                  <a:cubicBezTo>
                    <a:pt x="28077" y="0"/>
                    <a:pt x="30215" y="209"/>
                    <a:pt x="32368" y="628"/>
                  </a:cubicBezTo>
                  <a:cubicBezTo>
                    <a:pt x="34548" y="1048"/>
                    <a:pt x="36812" y="1677"/>
                    <a:pt x="39159" y="25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9" name="Freeform 2518">
              <a:extLst>
                <a:ext uri="{FF2B5EF4-FFF2-40B4-BE49-F238E27FC236}">
                  <a16:creationId xmlns:a16="http://schemas.microsoft.com/office/drawing/2014/main" id="{1A72B3EF-604D-13C4-A516-AEB4116F9A89}"/>
                </a:ext>
              </a:extLst>
            </p:cNvPr>
            <p:cNvSpPr/>
            <p:nvPr/>
          </p:nvSpPr>
          <p:spPr>
            <a:xfrm>
              <a:off x="3471663" y="1654899"/>
              <a:ext cx="43268" cy="64944"/>
            </a:xfrm>
            <a:custGeom>
              <a:avLst/>
              <a:gdLst>
                <a:gd name="csX0" fmla="*/ 21635 w 43268"/>
                <a:gd name="csY0" fmla="*/ 6708 h 64944"/>
                <a:gd name="csX1" fmla="*/ 11781 w 43268"/>
                <a:gd name="csY1" fmla="*/ 13165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5 w 43268"/>
                <a:gd name="csY4" fmla="*/ 58236 h 64944"/>
                <a:gd name="csX5" fmla="*/ 31487 w 43268"/>
                <a:gd name="csY5" fmla="*/ 51821 h 64944"/>
                <a:gd name="csX6" fmla="*/ 34799 w 43268"/>
                <a:gd name="csY6" fmla="*/ 32493 h 64944"/>
                <a:gd name="csX7" fmla="*/ 31487 w 43268"/>
                <a:gd name="csY7" fmla="*/ 13165 h 64944"/>
                <a:gd name="csX8" fmla="*/ 21635 w 43268"/>
                <a:gd name="csY8" fmla="*/ 6708 h 64944"/>
                <a:gd name="csX9" fmla="*/ 21635 w 43268"/>
                <a:gd name="csY9" fmla="*/ 0 h 64944"/>
                <a:gd name="csX10" fmla="*/ 37693 w 43268"/>
                <a:gd name="csY10" fmla="*/ 8343 h 64944"/>
                <a:gd name="csX11" fmla="*/ 43268 w 43268"/>
                <a:gd name="csY11" fmla="*/ 32493 h 64944"/>
                <a:gd name="csX12" fmla="*/ 37693 w 43268"/>
                <a:gd name="csY12" fmla="*/ 56643 h 64944"/>
                <a:gd name="csX13" fmla="*/ 21635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5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5" y="6708"/>
                  </a:moveTo>
                  <a:cubicBezTo>
                    <a:pt x="17274" y="6708"/>
                    <a:pt x="13989" y="8860"/>
                    <a:pt x="11781" y="13165"/>
                  </a:cubicBezTo>
                  <a:cubicBezTo>
                    <a:pt x="9601" y="17442"/>
                    <a:pt x="8511" y="23884"/>
                    <a:pt x="8511" y="32493"/>
                  </a:cubicBezTo>
                  <a:cubicBezTo>
                    <a:pt x="8511" y="41074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2" y="58236"/>
                    <a:pt x="29306" y="56098"/>
                    <a:pt x="31487" y="51821"/>
                  </a:cubicBezTo>
                  <a:cubicBezTo>
                    <a:pt x="33695" y="47517"/>
                    <a:pt x="34799" y="41074"/>
                    <a:pt x="34799" y="32493"/>
                  </a:cubicBezTo>
                  <a:cubicBezTo>
                    <a:pt x="34799" y="23884"/>
                    <a:pt x="33695" y="17442"/>
                    <a:pt x="31487" y="13165"/>
                  </a:cubicBezTo>
                  <a:cubicBezTo>
                    <a:pt x="29306" y="8860"/>
                    <a:pt x="26022" y="6708"/>
                    <a:pt x="21635" y="6708"/>
                  </a:cubicBezTo>
                  <a:moveTo>
                    <a:pt x="21635" y="0"/>
                  </a:moveTo>
                  <a:cubicBezTo>
                    <a:pt x="28650" y="0"/>
                    <a:pt x="34002" y="2781"/>
                    <a:pt x="37693" y="8343"/>
                  </a:cubicBezTo>
                  <a:cubicBezTo>
                    <a:pt x="41410" y="13878"/>
                    <a:pt x="43268" y="21928"/>
                    <a:pt x="43268" y="32493"/>
                  </a:cubicBezTo>
                  <a:cubicBezTo>
                    <a:pt x="43268" y="43030"/>
                    <a:pt x="41410" y="51081"/>
                    <a:pt x="37693" y="56643"/>
                  </a:cubicBezTo>
                  <a:cubicBezTo>
                    <a:pt x="34002" y="62177"/>
                    <a:pt x="28650" y="64944"/>
                    <a:pt x="21635" y="64944"/>
                  </a:cubicBezTo>
                  <a:cubicBezTo>
                    <a:pt x="14619" y="64944"/>
                    <a:pt x="9252" y="62177"/>
                    <a:pt x="5534" y="56643"/>
                  </a:cubicBezTo>
                  <a:cubicBezTo>
                    <a:pt x="1845" y="51081"/>
                    <a:pt x="0" y="43030"/>
                    <a:pt x="0" y="32493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0" name="Freeform 2519">
              <a:extLst>
                <a:ext uri="{FF2B5EF4-FFF2-40B4-BE49-F238E27FC236}">
                  <a16:creationId xmlns:a16="http://schemas.microsoft.com/office/drawing/2014/main" id="{CB314A67-1332-9105-FCD1-4D18FE2096A7}"/>
                </a:ext>
              </a:extLst>
            </p:cNvPr>
            <p:cNvSpPr/>
            <p:nvPr/>
          </p:nvSpPr>
          <p:spPr>
            <a:xfrm>
              <a:off x="3529815" y="1707978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1" name="Freeform 2520">
              <a:extLst>
                <a:ext uri="{FF2B5EF4-FFF2-40B4-BE49-F238E27FC236}">
                  <a16:creationId xmlns:a16="http://schemas.microsoft.com/office/drawing/2014/main" id="{A7078597-9E74-9D3E-0D7E-E08B49688EA0}"/>
                </a:ext>
              </a:extLst>
            </p:cNvPr>
            <p:cNvSpPr/>
            <p:nvPr/>
          </p:nvSpPr>
          <p:spPr>
            <a:xfrm>
              <a:off x="3553756" y="1654899"/>
              <a:ext cx="42932" cy="64944"/>
            </a:xfrm>
            <a:custGeom>
              <a:avLst/>
              <a:gdLst>
                <a:gd name="csX0" fmla="*/ 21466 w 42932"/>
                <a:gd name="csY0" fmla="*/ 34003 h 64944"/>
                <a:gd name="csX1" fmla="*/ 11949 w 42932"/>
                <a:gd name="csY1" fmla="*/ 37231 h 64944"/>
                <a:gd name="csX2" fmla="*/ 8511 w 42932"/>
                <a:gd name="csY2" fmla="*/ 46120 h 64944"/>
                <a:gd name="csX3" fmla="*/ 11949 w 42932"/>
                <a:gd name="csY3" fmla="*/ 55008 h 64944"/>
                <a:gd name="csX4" fmla="*/ 21466 w 42932"/>
                <a:gd name="csY4" fmla="*/ 58236 h 64944"/>
                <a:gd name="csX5" fmla="*/ 30984 w 42932"/>
                <a:gd name="csY5" fmla="*/ 55008 h 64944"/>
                <a:gd name="csX6" fmla="*/ 34463 w 42932"/>
                <a:gd name="csY6" fmla="*/ 46120 h 64944"/>
                <a:gd name="csX7" fmla="*/ 30984 w 42932"/>
                <a:gd name="csY7" fmla="*/ 37231 h 64944"/>
                <a:gd name="csX8" fmla="*/ 21466 w 42932"/>
                <a:gd name="csY8" fmla="*/ 34003 h 64944"/>
                <a:gd name="csX9" fmla="*/ 12996 w 42932"/>
                <a:gd name="csY9" fmla="*/ 30397 h 64944"/>
                <a:gd name="csX10" fmla="*/ 4486 w 42932"/>
                <a:gd name="csY10" fmla="*/ 25323 h 64944"/>
                <a:gd name="csX11" fmla="*/ 1467 w 42932"/>
                <a:gd name="csY11" fmla="*/ 16226 h 64944"/>
                <a:gd name="csX12" fmla="*/ 6792 w 42932"/>
                <a:gd name="csY12" fmla="*/ 4360 h 64944"/>
                <a:gd name="csX13" fmla="*/ 21466 w 42932"/>
                <a:gd name="csY13" fmla="*/ 0 h 64944"/>
                <a:gd name="csX14" fmla="*/ 36140 w 42932"/>
                <a:gd name="csY14" fmla="*/ 4360 h 64944"/>
                <a:gd name="csX15" fmla="*/ 41465 w 42932"/>
                <a:gd name="csY15" fmla="*/ 16226 h 64944"/>
                <a:gd name="csX16" fmla="*/ 38405 w 42932"/>
                <a:gd name="csY16" fmla="*/ 25323 h 64944"/>
                <a:gd name="csX17" fmla="*/ 29978 w 42932"/>
                <a:gd name="csY17" fmla="*/ 30397 h 64944"/>
                <a:gd name="csX18" fmla="*/ 39495 w 42932"/>
                <a:gd name="csY18" fmla="*/ 35973 h 64944"/>
                <a:gd name="csX19" fmla="*/ 42933 w 42932"/>
                <a:gd name="csY19" fmla="*/ 46120 h 64944"/>
                <a:gd name="csX20" fmla="*/ 37356 w 42932"/>
                <a:gd name="csY20" fmla="*/ 60081 h 64944"/>
                <a:gd name="csX21" fmla="*/ 21466 w 42932"/>
                <a:gd name="csY21" fmla="*/ 64944 h 64944"/>
                <a:gd name="csX22" fmla="*/ 5534 w 42932"/>
                <a:gd name="csY22" fmla="*/ 60081 h 64944"/>
                <a:gd name="csX23" fmla="*/ 0 w 42932"/>
                <a:gd name="csY23" fmla="*/ 46120 h 64944"/>
                <a:gd name="csX24" fmla="*/ 3437 w 42932"/>
                <a:gd name="csY24" fmla="*/ 35973 h 64944"/>
                <a:gd name="csX25" fmla="*/ 12996 w 42932"/>
                <a:gd name="csY25" fmla="*/ 30397 h 64944"/>
                <a:gd name="csX26" fmla="*/ 9895 w 42932"/>
                <a:gd name="csY26" fmla="*/ 17023 h 64944"/>
                <a:gd name="csX27" fmla="*/ 12913 w 42932"/>
                <a:gd name="csY27" fmla="*/ 24611 h 64944"/>
                <a:gd name="csX28" fmla="*/ 21466 w 42932"/>
                <a:gd name="csY28" fmla="*/ 27336 h 64944"/>
                <a:gd name="csX29" fmla="*/ 29978 w 42932"/>
                <a:gd name="csY29" fmla="*/ 24611 h 64944"/>
                <a:gd name="csX30" fmla="*/ 33080 w 42932"/>
                <a:gd name="csY30" fmla="*/ 17023 h 64944"/>
                <a:gd name="csX31" fmla="*/ 29978 w 42932"/>
                <a:gd name="csY31" fmla="*/ 9434 h 64944"/>
                <a:gd name="csX32" fmla="*/ 21466 w 42932"/>
                <a:gd name="csY32" fmla="*/ 6708 h 64944"/>
                <a:gd name="csX33" fmla="*/ 12913 w 42932"/>
                <a:gd name="csY33" fmla="*/ 9434 h 64944"/>
                <a:gd name="csX34" fmla="*/ 9895 w 42932"/>
                <a:gd name="csY34" fmla="*/ 17023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2932" h="64944">
                  <a:moveTo>
                    <a:pt x="21466" y="34003"/>
                  </a:moveTo>
                  <a:cubicBezTo>
                    <a:pt x="17441" y="34003"/>
                    <a:pt x="14269" y="35079"/>
                    <a:pt x="11949" y="37231"/>
                  </a:cubicBezTo>
                  <a:cubicBezTo>
                    <a:pt x="9657" y="39383"/>
                    <a:pt x="8511" y="42346"/>
                    <a:pt x="8511" y="46120"/>
                  </a:cubicBezTo>
                  <a:cubicBezTo>
                    <a:pt x="8511" y="49893"/>
                    <a:pt x="9657" y="52856"/>
                    <a:pt x="11949" y="55008"/>
                  </a:cubicBezTo>
                  <a:cubicBezTo>
                    <a:pt x="14269" y="57160"/>
                    <a:pt x="17441" y="58236"/>
                    <a:pt x="21466" y="58236"/>
                  </a:cubicBezTo>
                  <a:cubicBezTo>
                    <a:pt x="25491" y="58236"/>
                    <a:pt x="28664" y="57160"/>
                    <a:pt x="30984" y="55008"/>
                  </a:cubicBezTo>
                  <a:cubicBezTo>
                    <a:pt x="33304" y="52828"/>
                    <a:pt x="34463" y="49865"/>
                    <a:pt x="34463" y="46120"/>
                  </a:cubicBezTo>
                  <a:cubicBezTo>
                    <a:pt x="34463" y="42346"/>
                    <a:pt x="33304" y="39383"/>
                    <a:pt x="30984" y="37231"/>
                  </a:cubicBezTo>
                  <a:cubicBezTo>
                    <a:pt x="28692" y="35079"/>
                    <a:pt x="25519" y="34003"/>
                    <a:pt x="21466" y="34003"/>
                  </a:cubicBezTo>
                  <a:moveTo>
                    <a:pt x="12996" y="30397"/>
                  </a:moveTo>
                  <a:cubicBezTo>
                    <a:pt x="9363" y="29503"/>
                    <a:pt x="6526" y="27811"/>
                    <a:pt x="4486" y="25323"/>
                  </a:cubicBezTo>
                  <a:cubicBezTo>
                    <a:pt x="2473" y="22836"/>
                    <a:pt x="1467" y="19803"/>
                    <a:pt x="1467" y="16226"/>
                  </a:cubicBezTo>
                  <a:cubicBezTo>
                    <a:pt x="1467" y="11223"/>
                    <a:pt x="3242" y="7267"/>
                    <a:pt x="6792" y="4360"/>
                  </a:cubicBezTo>
                  <a:cubicBezTo>
                    <a:pt x="10369" y="1453"/>
                    <a:pt x="15261" y="0"/>
                    <a:pt x="21466" y="0"/>
                  </a:cubicBezTo>
                  <a:cubicBezTo>
                    <a:pt x="27699" y="0"/>
                    <a:pt x="32591" y="1453"/>
                    <a:pt x="36140" y="4360"/>
                  </a:cubicBezTo>
                  <a:cubicBezTo>
                    <a:pt x="39690" y="7267"/>
                    <a:pt x="41465" y="11223"/>
                    <a:pt x="41465" y="16226"/>
                  </a:cubicBezTo>
                  <a:cubicBezTo>
                    <a:pt x="41465" y="19803"/>
                    <a:pt x="40445" y="22836"/>
                    <a:pt x="38405" y="25323"/>
                  </a:cubicBezTo>
                  <a:cubicBezTo>
                    <a:pt x="36392" y="27811"/>
                    <a:pt x="33583" y="29503"/>
                    <a:pt x="29978" y="30397"/>
                  </a:cubicBezTo>
                  <a:cubicBezTo>
                    <a:pt x="34058" y="31347"/>
                    <a:pt x="37231" y="33206"/>
                    <a:pt x="39495" y="35973"/>
                  </a:cubicBezTo>
                  <a:cubicBezTo>
                    <a:pt x="41787" y="38740"/>
                    <a:pt x="42933" y="42122"/>
                    <a:pt x="42933" y="46120"/>
                  </a:cubicBezTo>
                  <a:cubicBezTo>
                    <a:pt x="42933" y="52185"/>
                    <a:pt x="41074" y="56838"/>
                    <a:pt x="37356" y="60081"/>
                  </a:cubicBezTo>
                  <a:cubicBezTo>
                    <a:pt x="33667" y="63323"/>
                    <a:pt x="28370" y="64944"/>
                    <a:pt x="21466" y="64944"/>
                  </a:cubicBezTo>
                  <a:cubicBezTo>
                    <a:pt x="14562" y="64944"/>
                    <a:pt x="9251" y="63323"/>
                    <a:pt x="5534" y="60081"/>
                  </a:cubicBezTo>
                  <a:cubicBezTo>
                    <a:pt x="1845" y="56838"/>
                    <a:pt x="0" y="52185"/>
                    <a:pt x="0" y="46120"/>
                  </a:cubicBezTo>
                  <a:cubicBezTo>
                    <a:pt x="0" y="42122"/>
                    <a:pt x="1146" y="38740"/>
                    <a:pt x="3437" y="35973"/>
                  </a:cubicBezTo>
                  <a:cubicBezTo>
                    <a:pt x="5729" y="33206"/>
                    <a:pt x="8916" y="31347"/>
                    <a:pt x="12996" y="30397"/>
                  </a:cubicBezTo>
                  <a:moveTo>
                    <a:pt x="9895" y="17023"/>
                  </a:moveTo>
                  <a:cubicBezTo>
                    <a:pt x="9895" y="20265"/>
                    <a:pt x="10901" y="22794"/>
                    <a:pt x="12913" y="24611"/>
                  </a:cubicBezTo>
                  <a:cubicBezTo>
                    <a:pt x="14954" y="26428"/>
                    <a:pt x="17805" y="27336"/>
                    <a:pt x="21466" y="27336"/>
                  </a:cubicBezTo>
                  <a:cubicBezTo>
                    <a:pt x="25099" y="27336"/>
                    <a:pt x="27937" y="26428"/>
                    <a:pt x="29978" y="24611"/>
                  </a:cubicBezTo>
                  <a:cubicBezTo>
                    <a:pt x="32046" y="22794"/>
                    <a:pt x="33080" y="20265"/>
                    <a:pt x="33080" y="17023"/>
                  </a:cubicBezTo>
                  <a:cubicBezTo>
                    <a:pt x="33080" y="13780"/>
                    <a:pt x="32046" y="11251"/>
                    <a:pt x="29978" y="9434"/>
                  </a:cubicBezTo>
                  <a:cubicBezTo>
                    <a:pt x="27937" y="7617"/>
                    <a:pt x="25099" y="6708"/>
                    <a:pt x="21466" y="6708"/>
                  </a:cubicBezTo>
                  <a:cubicBezTo>
                    <a:pt x="17805" y="6708"/>
                    <a:pt x="14954" y="7617"/>
                    <a:pt x="12913" y="9434"/>
                  </a:cubicBezTo>
                  <a:cubicBezTo>
                    <a:pt x="10901" y="11251"/>
                    <a:pt x="9895" y="13780"/>
                    <a:pt x="9895" y="1702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72" name="Group 2671">
            <a:extLst>
              <a:ext uri="{FF2B5EF4-FFF2-40B4-BE49-F238E27FC236}">
                <a16:creationId xmlns:a16="http://schemas.microsoft.com/office/drawing/2014/main" id="{84F84C4A-E7DC-690C-741C-A4965B16685C}"/>
              </a:ext>
            </a:extLst>
          </p:cNvPr>
          <p:cNvGrpSpPr/>
          <p:nvPr/>
        </p:nvGrpSpPr>
        <p:grpSpPr>
          <a:xfrm>
            <a:off x="3579266" y="2146818"/>
            <a:ext cx="2208433" cy="720201"/>
            <a:chOff x="3579266" y="2146818"/>
            <a:chExt cx="2208433" cy="720201"/>
          </a:xfrm>
        </p:grpSpPr>
        <p:sp>
          <p:nvSpPr>
            <p:cNvPr id="2526" name="Freeform 2525">
              <a:extLst>
                <a:ext uri="{FF2B5EF4-FFF2-40B4-BE49-F238E27FC236}">
                  <a16:creationId xmlns:a16="http://schemas.microsoft.com/office/drawing/2014/main" id="{36E46C78-20ED-B8A9-4526-EAF3111AC720}"/>
                </a:ext>
              </a:extLst>
            </p:cNvPr>
            <p:cNvSpPr/>
            <p:nvPr/>
          </p:nvSpPr>
          <p:spPr>
            <a:xfrm>
              <a:off x="3579266" y="2865240"/>
              <a:ext cx="56626" cy="372"/>
            </a:xfrm>
            <a:custGeom>
              <a:avLst/>
              <a:gdLst>
                <a:gd name="csX0" fmla="*/ 0 w 56626"/>
                <a:gd name="csY0" fmla="*/ 0 h 372"/>
                <a:gd name="csX1" fmla="*/ 0 w 56626"/>
                <a:gd name="csY1" fmla="*/ 373 h 372"/>
                <a:gd name="csX2" fmla="*/ 56627 w 56626"/>
                <a:gd name="csY2" fmla="*/ 373 h 372"/>
                <a:gd name="csX3" fmla="*/ 56627 w 56626"/>
                <a:gd name="csY3" fmla="*/ 0 h 372"/>
                <a:gd name="csX4" fmla="*/ 0 w 56626"/>
                <a:gd name="csY4" fmla="*/ 0 h 372"/>
                <a:gd name="csX5" fmla="*/ 0 w 56626"/>
                <a:gd name="csY5" fmla="*/ 0 h 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372">
                  <a:moveTo>
                    <a:pt x="0" y="0"/>
                  </a:moveTo>
                  <a:lnTo>
                    <a:pt x="0" y="373"/>
                  </a:lnTo>
                  <a:lnTo>
                    <a:pt x="56627" y="373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7" name="Freeform 2526">
              <a:extLst>
                <a:ext uri="{FF2B5EF4-FFF2-40B4-BE49-F238E27FC236}">
                  <a16:creationId xmlns:a16="http://schemas.microsoft.com/office/drawing/2014/main" id="{2A9A0B63-1B2E-EF28-02A5-B775F95A8CB2}"/>
                </a:ext>
              </a:extLst>
            </p:cNvPr>
            <p:cNvSpPr/>
            <p:nvPr/>
          </p:nvSpPr>
          <p:spPr>
            <a:xfrm>
              <a:off x="3579266" y="2865240"/>
              <a:ext cx="56626" cy="372"/>
            </a:xfrm>
            <a:custGeom>
              <a:avLst/>
              <a:gdLst>
                <a:gd name="csX0" fmla="*/ 0 w 56626"/>
                <a:gd name="csY0" fmla="*/ 0 h 372"/>
                <a:gd name="csX1" fmla="*/ 0 w 56626"/>
                <a:gd name="csY1" fmla="*/ 373 h 372"/>
                <a:gd name="csX2" fmla="*/ 56627 w 56626"/>
                <a:gd name="csY2" fmla="*/ 373 h 372"/>
                <a:gd name="csX3" fmla="*/ 56627 w 56626"/>
                <a:gd name="csY3" fmla="*/ 0 h 372"/>
                <a:gd name="csX4" fmla="*/ 0 w 56626"/>
                <a:gd name="csY4" fmla="*/ 0 h 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372">
                  <a:moveTo>
                    <a:pt x="0" y="0"/>
                  </a:moveTo>
                  <a:lnTo>
                    <a:pt x="0" y="373"/>
                  </a:lnTo>
                  <a:lnTo>
                    <a:pt x="56627" y="373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8" name="Freeform 2527">
              <a:extLst>
                <a:ext uri="{FF2B5EF4-FFF2-40B4-BE49-F238E27FC236}">
                  <a16:creationId xmlns:a16="http://schemas.microsoft.com/office/drawing/2014/main" id="{796B35CD-EA10-AE1F-8D54-3A428A0D94C5}"/>
                </a:ext>
              </a:extLst>
            </p:cNvPr>
            <p:cNvSpPr/>
            <p:nvPr/>
          </p:nvSpPr>
          <p:spPr>
            <a:xfrm>
              <a:off x="3635893" y="2848494"/>
              <a:ext cx="56626" cy="17118"/>
            </a:xfrm>
            <a:custGeom>
              <a:avLst/>
              <a:gdLst>
                <a:gd name="csX0" fmla="*/ 0 w 56626"/>
                <a:gd name="csY0" fmla="*/ 0 h 17118"/>
                <a:gd name="csX1" fmla="*/ 0 w 56626"/>
                <a:gd name="csY1" fmla="*/ 17119 h 17118"/>
                <a:gd name="csX2" fmla="*/ 56627 w 56626"/>
                <a:gd name="csY2" fmla="*/ 17119 h 17118"/>
                <a:gd name="csX3" fmla="*/ 56627 w 56626"/>
                <a:gd name="csY3" fmla="*/ 0 h 17118"/>
                <a:gd name="csX4" fmla="*/ 0 w 56626"/>
                <a:gd name="csY4" fmla="*/ 0 h 17118"/>
                <a:gd name="csX5" fmla="*/ 0 w 56626"/>
                <a:gd name="csY5" fmla="*/ 0 h 17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17118">
                  <a:moveTo>
                    <a:pt x="0" y="0"/>
                  </a:moveTo>
                  <a:lnTo>
                    <a:pt x="0" y="17119"/>
                  </a:lnTo>
                  <a:lnTo>
                    <a:pt x="56627" y="17119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9" name="Freeform 2528">
              <a:extLst>
                <a:ext uri="{FF2B5EF4-FFF2-40B4-BE49-F238E27FC236}">
                  <a16:creationId xmlns:a16="http://schemas.microsoft.com/office/drawing/2014/main" id="{1FD41267-4F60-D70C-808A-2D94CAF68439}"/>
                </a:ext>
              </a:extLst>
            </p:cNvPr>
            <p:cNvSpPr/>
            <p:nvPr/>
          </p:nvSpPr>
          <p:spPr>
            <a:xfrm>
              <a:off x="3635893" y="2848494"/>
              <a:ext cx="56626" cy="17118"/>
            </a:xfrm>
            <a:custGeom>
              <a:avLst/>
              <a:gdLst>
                <a:gd name="csX0" fmla="*/ 0 w 56626"/>
                <a:gd name="csY0" fmla="*/ 0 h 17118"/>
                <a:gd name="csX1" fmla="*/ 0 w 56626"/>
                <a:gd name="csY1" fmla="*/ 17119 h 17118"/>
                <a:gd name="csX2" fmla="*/ 56627 w 56626"/>
                <a:gd name="csY2" fmla="*/ 17119 h 17118"/>
                <a:gd name="csX3" fmla="*/ 56627 w 56626"/>
                <a:gd name="csY3" fmla="*/ 0 h 17118"/>
                <a:gd name="csX4" fmla="*/ 0 w 56626"/>
                <a:gd name="csY4" fmla="*/ 0 h 17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17118">
                  <a:moveTo>
                    <a:pt x="0" y="0"/>
                  </a:moveTo>
                  <a:lnTo>
                    <a:pt x="0" y="17119"/>
                  </a:lnTo>
                  <a:lnTo>
                    <a:pt x="56627" y="17119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0" name="Freeform 2529">
              <a:extLst>
                <a:ext uri="{FF2B5EF4-FFF2-40B4-BE49-F238E27FC236}">
                  <a16:creationId xmlns:a16="http://schemas.microsoft.com/office/drawing/2014/main" id="{13A9D787-07B6-88D6-D5AA-E6370A0ECEF8}"/>
                </a:ext>
              </a:extLst>
            </p:cNvPr>
            <p:cNvSpPr/>
            <p:nvPr/>
          </p:nvSpPr>
          <p:spPr>
            <a:xfrm>
              <a:off x="3692519" y="2829305"/>
              <a:ext cx="56625" cy="36307"/>
            </a:xfrm>
            <a:custGeom>
              <a:avLst/>
              <a:gdLst>
                <a:gd name="csX0" fmla="*/ 0 w 56625"/>
                <a:gd name="csY0" fmla="*/ 0 h 36307"/>
                <a:gd name="csX1" fmla="*/ 0 w 56625"/>
                <a:gd name="csY1" fmla="*/ 36308 h 36307"/>
                <a:gd name="csX2" fmla="*/ 56626 w 56625"/>
                <a:gd name="csY2" fmla="*/ 36308 h 36307"/>
                <a:gd name="csX3" fmla="*/ 56626 w 56625"/>
                <a:gd name="csY3" fmla="*/ 0 h 36307"/>
                <a:gd name="csX4" fmla="*/ 0 w 56625"/>
                <a:gd name="csY4" fmla="*/ 0 h 36307"/>
                <a:gd name="csX5" fmla="*/ 0 w 56625"/>
                <a:gd name="csY5" fmla="*/ 0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36307">
                  <a:moveTo>
                    <a:pt x="0" y="0"/>
                  </a:moveTo>
                  <a:lnTo>
                    <a:pt x="0" y="36308"/>
                  </a:lnTo>
                  <a:lnTo>
                    <a:pt x="56626" y="36308"/>
                  </a:lnTo>
                  <a:lnTo>
                    <a:pt x="56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1" name="Freeform 2530">
              <a:extLst>
                <a:ext uri="{FF2B5EF4-FFF2-40B4-BE49-F238E27FC236}">
                  <a16:creationId xmlns:a16="http://schemas.microsoft.com/office/drawing/2014/main" id="{E54884A7-F7DB-9115-60FF-8881FD0D81C9}"/>
                </a:ext>
              </a:extLst>
            </p:cNvPr>
            <p:cNvSpPr/>
            <p:nvPr/>
          </p:nvSpPr>
          <p:spPr>
            <a:xfrm>
              <a:off x="3692519" y="2829305"/>
              <a:ext cx="56625" cy="36307"/>
            </a:xfrm>
            <a:custGeom>
              <a:avLst/>
              <a:gdLst>
                <a:gd name="csX0" fmla="*/ 0 w 56625"/>
                <a:gd name="csY0" fmla="*/ 0 h 36307"/>
                <a:gd name="csX1" fmla="*/ 0 w 56625"/>
                <a:gd name="csY1" fmla="*/ 36308 h 36307"/>
                <a:gd name="csX2" fmla="*/ 56626 w 56625"/>
                <a:gd name="csY2" fmla="*/ 36308 h 36307"/>
                <a:gd name="csX3" fmla="*/ 56626 w 56625"/>
                <a:gd name="csY3" fmla="*/ 0 h 36307"/>
                <a:gd name="csX4" fmla="*/ 0 w 56625"/>
                <a:gd name="csY4" fmla="*/ 0 h 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36307">
                  <a:moveTo>
                    <a:pt x="0" y="0"/>
                  </a:moveTo>
                  <a:lnTo>
                    <a:pt x="0" y="36308"/>
                  </a:lnTo>
                  <a:lnTo>
                    <a:pt x="56626" y="36308"/>
                  </a:lnTo>
                  <a:lnTo>
                    <a:pt x="56626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2" name="Freeform 2531">
              <a:extLst>
                <a:ext uri="{FF2B5EF4-FFF2-40B4-BE49-F238E27FC236}">
                  <a16:creationId xmlns:a16="http://schemas.microsoft.com/office/drawing/2014/main" id="{701383A0-12B1-12A1-4EA6-3706DC7F33DB}"/>
                </a:ext>
              </a:extLst>
            </p:cNvPr>
            <p:cNvSpPr/>
            <p:nvPr/>
          </p:nvSpPr>
          <p:spPr>
            <a:xfrm>
              <a:off x="3749145" y="2785038"/>
              <a:ext cx="56626" cy="80574"/>
            </a:xfrm>
            <a:custGeom>
              <a:avLst/>
              <a:gdLst>
                <a:gd name="csX0" fmla="*/ 0 w 56626"/>
                <a:gd name="csY0" fmla="*/ 0 h 80574"/>
                <a:gd name="csX1" fmla="*/ 0 w 56626"/>
                <a:gd name="csY1" fmla="*/ 80575 h 80574"/>
                <a:gd name="csX2" fmla="*/ 56627 w 56626"/>
                <a:gd name="csY2" fmla="*/ 80575 h 80574"/>
                <a:gd name="csX3" fmla="*/ 56627 w 56626"/>
                <a:gd name="csY3" fmla="*/ 0 h 80574"/>
                <a:gd name="csX4" fmla="*/ 0 w 56626"/>
                <a:gd name="csY4" fmla="*/ 0 h 80574"/>
                <a:gd name="csX5" fmla="*/ 0 w 56626"/>
                <a:gd name="csY5" fmla="*/ 0 h 8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80574">
                  <a:moveTo>
                    <a:pt x="0" y="0"/>
                  </a:moveTo>
                  <a:lnTo>
                    <a:pt x="0" y="80575"/>
                  </a:lnTo>
                  <a:lnTo>
                    <a:pt x="56627" y="80575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3" name="Freeform 2532">
              <a:extLst>
                <a:ext uri="{FF2B5EF4-FFF2-40B4-BE49-F238E27FC236}">
                  <a16:creationId xmlns:a16="http://schemas.microsoft.com/office/drawing/2014/main" id="{A22B3AD7-3F67-5C55-B952-2AA3AE406DD5}"/>
                </a:ext>
              </a:extLst>
            </p:cNvPr>
            <p:cNvSpPr/>
            <p:nvPr/>
          </p:nvSpPr>
          <p:spPr>
            <a:xfrm>
              <a:off x="3749145" y="2785038"/>
              <a:ext cx="56626" cy="80574"/>
            </a:xfrm>
            <a:custGeom>
              <a:avLst/>
              <a:gdLst>
                <a:gd name="csX0" fmla="*/ 0 w 56626"/>
                <a:gd name="csY0" fmla="*/ 0 h 80574"/>
                <a:gd name="csX1" fmla="*/ 0 w 56626"/>
                <a:gd name="csY1" fmla="*/ 80575 h 80574"/>
                <a:gd name="csX2" fmla="*/ 56627 w 56626"/>
                <a:gd name="csY2" fmla="*/ 80575 h 80574"/>
                <a:gd name="csX3" fmla="*/ 56627 w 56626"/>
                <a:gd name="csY3" fmla="*/ 0 h 80574"/>
                <a:gd name="csX4" fmla="*/ 0 w 56626"/>
                <a:gd name="csY4" fmla="*/ 0 h 80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80574">
                  <a:moveTo>
                    <a:pt x="0" y="0"/>
                  </a:moveTo>
                  <a:lnTo>
                    <a:pt x="0" y="80575"/>
                  </a:lnTo>
                  <a:lnTo>
                    <a:pt x="56627" y="80575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4" name="Freeform 2533">
              <a:extLst>
                <a:ext uri="{FF2B5EF4-FFF2-40B4-BE49-F238E27FC236}">
                  <a16:creationId xmlns:a16="http://schemas.microsoft.com/office/drawing/2014/main" id="{E424810E-96A1-B383-C805-A019A88536ED}"/>
                </a:ext>
              </a:extLst>
            </p:cNvPr>
            <p:cNvSpPr/>
            <p:nvPr/>
          </p:nvSpPr>
          <p:spPr>
            <a:xfrm>
              <a:off x="3805772" y="2713602"/>
              <a:ext cx="56626" cy="152010"/>
            </a:xfrm>
            <a:custGeom>
              <a:avLst/>
              <a:gdLst>
                <a:gd name="csX0" fmla="*/ 0 w 56626"/>
                <a:gd name="csY0" fmla="*/ 0 h 152010"/>
                <a:gd name="csX1" fmla="*/ 0 w 56626"/>
                <a:gd name="csY1" fmla="*/ 152010 h 152010"/>
                <a:gd name="csX2" fmla="*/ 56627 w 56626"/>
                <a:gd name="csY2" fmla="*/ 152010 h 152010"/>
                <a:gd name="csX3" fmla="*/ 56627 w 56626"/>
                <a:gd name="csY3" fmla="*/ 0 h 152010"/>
                <a:gd name="csX4" fmla="*/ 0 w 56626"/>
                <a:gd name="csY4" fmla="*/ 0 h 152010"/>
                <a:gd name="csX5" fmla="*/ 0 w 56626"/>
                <a:gd name="csY5" fmla="*/ 0 h 152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152010">
                  <a:moveTo>
                    <a:pt x="0" y="0"/>
                  </a:moveTo>
                  <a:lnTo>
                    <a:pt x="0" y="152010"/>
                  </a:lnTo>
                  <a:lnTo>
                    <a:pt x="56627" y="152010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5" name="Freeform 2534">
              <a:extLst>
                <a:ext uri="{FF2B5EF4-FFF2-40B4-BE49-F238E27FC236}">
                  <a16:creationId xmlns:a16="http://schemas.microsoft.com/office/drawing/2014/main" id="{342EA6EE-C893-F062-EFC2-B494F4BBA702}"/>
                </a:ext>
              </a:extLst>
            </p:cNvPr>
            <p:cNvSpPr/>
            <p:nvPr/>
          </p:nvSpPr>
          <p:spPr>
            <a:xfrm>
              <a:off x="3805772" y="2713602"/>
              <a:ext cx="56626" cy="152010"/>
            </a:xfrm>
            <a:custGeom>
              <a:avLst/>
              <a:gdLst>
                <a:gd name="csX0" fmla="*/ 0 w 56626"/>
                <a:gd name="csY0" fmla="*/ 0 h 152010"/>
                <a:gd name="csX1" fmla="*/ 0 w 56626"/>
                <a:gd name="csY1" fmla="*/ 152010 h 152010"/>
                <a:gd name="csX2" fmla="*/ 56627 w 56626"/>
                <a:gd name="csY2" fmla="*/ 152010 h 152010"/>
                <a:gd name="csX3" fmla="*/ 56627 w 56626"/>
                <a:gd name="csY3" fmla="*/ 0 h 152010"/>
                <a:gd name="csX4" fmla="*/ 0 w 56626"/>
                <a:gd name="csY4" fmla="*/ 0 h 152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152010">
                  <a:moveTo>
                    <a:pt x="0" y="0"/>
                  </a:moveTo>
                  <a:lnTo>
                    <a:pt x="0" y="152010"/>
                  </a:lnTo>
                  <a:lnTo>
                    <a:pt x="56627" y="152010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6" name="Freeform 2535">
              <a:extLst>
                <a:ext uri="{FF2B5EF4-FFF2-40B4-BE49-F238E27FC236}">
                  <a16:creationId xmlns:a16="http://schemas.microsoft.com/office/drawing/2014/main" id="{ACDE6397-6DB2-177F-DF3A-BDBBC18EC86B}"/>
                </a:ext>
              </a:extLst>
            </p:cNvPr>
            <p:cNvSpPr/>
            <p:nvPr/>
          </p:nvSpPr>
          <p:spPr>
            <a:xfrm>
              <a:off x="3862399" y="2613549"/>
              <a:ext cx="56625" cy="252063"/>
            </a:xfrm>
            <a:custGeom>
              <a:avLst/>
              <a:gdLst>
                <a:gd name="csX0" fmla="*/ 0 w 56625"/>
                <a:gd name="csY0" fmla="*/ 0 h 252063"/>
                <a:gd name="csX1" fmla="*/ 0 w 56625"/>
                <a:gd name="csY1" fmla="*/ 252064 h 252063"/>
                <a:gd name="csX2" fmla="*/ 56626 w 56625"/>
                <a:gd name="csY2" fmla="*/ 252064 h 252063"/>
                <a:gd name="csX3" fmla="*/ 56626 w 56625"/>
                <a:gd name="csY3" fmla="*/ 0 h 252063"/>
                <a:gd name="csX4" fmla="*/ 0 w 56625"/>
                <a:gd name="csY4" fmla="*/ 0 h 252063"/>
                <a:gd name="csX5" fmla="*/ 0 w 56625"/>
                <a:gd name="csY5" fmla="*/ 0 h 252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252063">
                  <a:moveTo>
                    <a:pt x="0" y="0"/>
                  </a:moveTo>
                  <a:lnTo>
                    <a:pt x="0" y="252064"/>
                  </a:lnTo>
                  <a:lnTo>
                    <a:pt x="56626" y="252064"/>
                  </a:lnTo>
                  <a:lnTo>
                    <a:pt x="56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7" name="Freeform 2536">
              <a:extLst>
                <a:ext uri="{FF2B5EF4-FFF2-40B4-BE49-F238E27FC236}">
                  <a16:creationId xmlns:a16="http://schemas.microsoft.com/office/drawing/2014/main" id="{B23958AC-06A2-247F-E7D3-E0AA300243FD}"/>
                </a:ext>
              </a:extLst>
            </p:cNvPr>
            <p:cNvSpPr/>
            <p:nvPr/>
          </p:nvSpPr>
          <p:spPr>
            <a:xfrm>
              <a:off x="3862399" y="2613549"/>
              <a:ext cx="56625" cy="252063"/>
            </a:xfrm>
            <a:custGeom>
              <a:avLst/>
              <a:gdLst>
                <a:gd name="csX0" fmla="*/ 0 w 56625"/>
                <a:gd name="csY0" fmla="*/ 0 h 252063"/>
                <a:gd name="csX1" fmla="*/ 0 w 56625"/>
                <a:gd name="csY1" fmla="*/ 252064 h 252063"/>
                <a:gd name="csX2" fmla="*/ 56626 w 56625"/>
                <a:gd name="csY2" fmla="*/ 252064 h 252063"/>
                <a:gd name="csX3" fmla="*/ 56626 w 56625"/>
                <a:gd name="csY3" fmla="*/ 0 h 252063"/>
                <a:gd name="csX4" fmla="*/ 0 w 56625"/>
                <a:gd name="csY4" fmla="*/ 0 h 2520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252063">
                  <a:moveTo>
                    <a:pt x="0" y="0"/>
                  </a:moveTo>
                  <a:lnTo>
                    <a:pt x="0" y="252064"/>
                  </a:lnTo>
                  <a:lnTo>
                    <a:pt x="56626" y="252064"/>
                  </a:lnTo>
                  <a:lnTo>
                    <a:pt x="56626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8" name="Freeform 2537">
              <a:extLst>
                <a:ext uri="{FF2B5EF4-FFF2-40B4-BE49-F238E27FC236}">
                  <a16:creationId xmlns:a16="http://schemas.microsoft.com/office/drawing/2014/main" id="{6F6FCEC2-6117-F486-0971-C1D407396259}"/>
                </a:ext>
              </a:extLst>
            </p:cNvPr>
            <p:cNvSpPr/>
            <p:nvPr/>
          </p:nvSpPr>
          <p:spPr>
            <a:xfrm>
              <a:off x="3919025" y="2490684"/>
              <a:ext cx="56626" cy="374928"/>
            </a:xfrm>
            <a:custGeom>
              <a:avLst/>
              <a:gdLst>
                <a:gd name="csX0" fmla="*/ 0 w 56626"/>
                <a:gd name="csY0" fmla="*/ 0 h 374928"/>
                <a:gd name="csX1" fmla="*/ 0 w 56626"/>
                <a:gd name="csY1" fmla="*/ 374929 h 374928"/>
                <a:gd name="csX2" fmla="*/ 56627 w 56626"/>
                <a:gd name="csY2" fmla="*/ 374929 h 374928"/>
                <a:gd name="csX3" fmla="*/ 56627 w 56626"/>
                <a:gd name="csY3" fmla="*/ 0 h 374928"/>
                <a:gd name="csX4" fmla="*/ 0 w 56626"/>
                <a:gd name="csY4" fmla="*/ 0 h 374928"/>
                <a:gd name="csX5" fmla="*/ 0 w 56626"/>
                <a:gd name="csY5" fmla="*/ 0 h 374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374928">
                  <a:moveTo>
                    <a:pt x="0" y="0"/>
                  </a:moveTo>
                  <a:lnTo>
                    <a:pt x="0" y="374929"/>
                  </a:lnTo>
                  <a:lnTo>
                    <a:pt x="56627" y="374929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9" name="Freeform 2538">
              <a:extLst>
                <a:ext uri="{FF2B5EF4-FFF2-40B4-BE49-F238E27FC236}">
                  <a16:creationId xmlns:a16="http://schemas.microsoft.com/office/drawing/2014/main" id="{B9839001-2C00-D37B-5DC5-19C316CACA13}"/>
                </a:ext>
              </a:extLst>
            </p:cNvPr>
            <p:cNvSpPr/>
            <p:nvPr/>
          </p:nvSpPr>
          <p:spPr>
            <a:xfrm>
              <a:off x="3919025" y="2490684"/>
              <a:ext cx="56626" cy="374928"/>
            </a:xfrm>
            <a:custGeom>
              <a:avLst/>
              <a:gdLst>
                <a:gd name="csX0" fmla="*/ 0 w 56626"/>
                <a:gd name="csY0" fmla="*/ 0 h 374928"/>
                <a:gd name="csX1" fmla="*/ 0 w 56626"/>
                <a:gd name="csY1" fmla="*/ 374929 h 374928"/>
                <a:gd name="csX2" fmla="*/ 56627 w 56626"/>
                <a:gd name="csY2" fmla="*/ 374929 h 374928"/>
                <a:gd name="csX3" fmla="*/ 56627 w 56626"/>
                <a:gd name="csY3" fmla="*/ 0 h 374928"/>
                <a:gd name="csX4" fmla="*/ 0 w 56626"/>
                <a:gd name="csY4" fmla="*/ 0 h 374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374928">
                  <a:moveTo>
                    <a:pt x="0" y="0"/>
                  </a:moveTo>
                  <a:lnTo>
                    <a:pt x="0" y="374929"/>
                  </a:lnTo>
                  <a:lnTo>
                    <a:pt x="56627" y="374929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0" name="Freeform 2539">
              <a:extLst>
                <a:ext uri="{FF2B5EF4-FFF2-40B4-BE49-F238E27FC236}">
                  <a16:creationId xmlns:a16="http://schemas.microsoft.com/office/drawing/2014/main" id="{3EC5B01D-93AA-6C4B-93F4-5EE1815540C9}"/>
                </a:ext>
              </a:extLst>
            </p:cNvPr>
            <p:cNvSpPr/>
            <p:nvPr/>
          </p:nvSpPr>
          <p:spPr>
            <a:xfrm>
              <a:off x="3975652" y="2349376"/>
              <a:ext cx="56626" cy="516237"/>
            </a:xfrm>
            <a:custGeom>
              <a:avLst/>
              <a:gdLst>
                <a:gd name="csX0" fmla="*/ 0 w 56626"/>
                <a:gd name="csY0" fmla="*/ 0 h 516237"/>
                <a:gd name="csX1" fmla="*/ 0 w 56626"/>
                <a:gd name="csY1" fmla="*/ 516237 h 516237"/>
                <a:gd name="csX2" fmla="*/ 56627 w 56626"/>
                <a:gd name="csY2" fmla="*/ 516237 h 516237"/>
                <a:gd name="csX3" fmla="*/ 56627 w 56626"/>
                <a:gd name="csY3" fmla="*/ 0 h 516237"/>
                <a:gd name="csX4" fmla="*/ 0 w 56626"/>
                <a:gd name="csY4" fmla="*/ 0 h 516237"/>
                <a:gd name="csX5" fmla="*/ 0 w 56626"/>
                <a:gd name="csY5" fmla="*/ 0 h 516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516237">
                  <a:moveTo>
                    <a:pt x="0" y="0"/>
                  </a:moveTo>
                  <a:lnTo>
                    <a:pt x="0" y="516237"/>
                  </a:lnTo>
                  <a:lnTo>
                    <a:pt x="56627" y="516237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1" name="Freeform 2540">
              <a:extLst>
                <a:ext uri="{FF2B5EF4-FFF2-40B4-BE49-F238E27FC236}">
                  <a16:creationId xmlns:a16="http://schemas.microsoft.com/office/drawing/2014/main" id="{D5F7A9C2-7D83-5762-75AB-F9703655A039}"/>
                </a:ext>
              </a:extLst>
            </p:cNvPr>
            <p:cNvSpPr/>
            <p:nvPr/>
          </p:nvSpPr>
          <p:spPr>
            <a:xfrm>
              <a:off x="3975652" y="2349376"/>
              <a:ext cx="56626" cy="516237"/>
            </a:xfrm>
            <a:custGeom>
              <a:avLst/>
              <a:gdLst>
                <a:gd name="csX0" fmla="*/ 0 w 56626"/>
                <a:gd name="csY0" fmla="*/ 0 h 516237"/>
                <a:gd name="csX1" fmla="*/ 0 w 56626"/>
                <a:gd name="csY1" fmla="*/ 516237 h 516237"/>
                <a:gd name="csX2" fmla="*/ 56627 w 56626"/>
                <a:gd name="csY2" fmla="*/ 516237 h 516237"/>
                <a:gd name="csX3" fmla="*/ 56627 w 56626"/>
                <a:gd name="csY3" fmla="*/ 0 h 516237"/>
                <a:gd name="csX4" fmla="*/ 0 w 56626"/>
                <a:gd name="csY4" fmla="*/ 0 h 516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516237">
                  <a:moveTo>
                    <a:pt x="0" y="0"/>
                  </a:moveTo>
                  <a:lnTo>
                    <a:pt x="0" y="516237"/>
                  </a:lnTo>
                  <a:lnTo>
                    <a:pt x="56627" y="516237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2" name="Freeform 2541">
              <a:extLst>
                <a:ext uri="{FF2B5EF4-FFF2-40B4-BE49-F238E27FC236}">
                  <a16:creationId xmlns:a16="http://schemas.microsoft.com/office/drawing/2014/main" id="{424F5690-B3A8-E07D-7674-C6879963E9AC}"/>
                </a:ext>
              </a:extLst>
            </p:cNvPr>
            <p:cNvSpPr/>
            <p:nvPr/>
          </p:nvSpPr>
          <p:spPr>
            <a:xfrm>
              <a:off x="4032279" y="2242676"/>
              <a:ext cx="56625" cy="622937"/>
            </a:xfrm>
            <a:custGeom>
              <a:avLst/>
              <a:gdLst>
                <a:gd name="csX0" fmla="*/ 0 w 56625"/>
                <a:gd name="csY0" fmla="*/ 0 h 622937"/>
                <a:gd name="csX1" fmla="*/ 0 w 56625"/>
                <a:gd name="csY1" fmla="*/ 622937 h 622937"/>
                <a:gd name="csX2" fmla="*/ 56626 w 56625"/>
                <a:gd name="csY2" fmla="*/ 622937 h 622937"/>
                <a:gd name="csX3" fmla="*/ 56626 w 56625"/>
                <a:gd name="csY3" fmla="*/ 0 h 622937"/>
                <a:gd name="csX4" fmla="*/ 0 w 56625"/>
                <a:gd name="csY4" fmla="*/ 0 h 622937"/>
                <a:gd name="csX5" fmla="*/ 0 w 56625"/>
                <a:gd name="csY5" fmla="*/ 0 h 622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622937">
                  <a:moveTo>
                    <a:pt x="0" y="0"/>
                  </a:moveTo>
                  <a:lnTo>
                    <a:pt x="0" y="622937"/>
                  </a:lnTo>
                  <a:lnTo>
                    <a:pt x="56626" y="622937"/>
                  </a:lnTo>
                  <a:lnTo>
                    <a:pt x="56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3" name="Freeform 2542">
              <a:extLst>
                <a:ext uri="{FF2B5EF4-FFF2-40B4-BE49-F238E27FC236}">
                  <a16:creationId xmlns:a16="http://schemas.microsoft.com/office/drawing/2014/main" id="{D9762A0D-4747-5D4D-85C1-F14A643AF0DD}"/>
                </a:ext>
              </a:extLst>
            </p:cNvPr>
            <p:cNvSpPr/>
            <p:nvPr/>
          </p:nvSpPr>
          <p:spPr>
            <a:xfrm>
              <a:off x="4032279" y="2242676"/>
              <a:ext cx="56625" cy="622937"/>
            </a:xfrm>
            <a:custGeom>
              <a:avLst/>
              <a:gdLst>
                <a:gd name="csX0" fmla="*/ 0 w 56625"/>
                <a:gd name="csY0" fmla="*/ 0 h 622937"/>
                <a:gd name="csX1" fmla="*/ 0 w 56625"/>
                <a:gd name="csY1" fmla="*/ 622937 h 622937"/>
                <a:gd name="csX2" fmla="*/ 56626 w 56625"/>
                <a:gd name="csY2" fmla="*/ 622937 h 622937"/>
                <a:gd name="csX3" fmla="*/ 56626 w 56625"/>
                <a:gd name="csY3" fmla="*/ 0 h 622937"/>
                <a:gd name="csX4" fmla="*/ 0 w 56625"/>
                <a:gd name="csY4" fmla="*/ 0 h 622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622937">
                  <a:moveTo>
                    <a:pt x="0" y="0"/>
                  </a:moveTo>
                  <a:lnTo>
                    <a:pt x="0" y="622937"/>
                  </a:lnTo>
                  <a:lnTo>
                    <a:pt x="56626" y="622937"/>
                  </a:lnTo>
                  <a:lnTo>
                    <a:pt x="56626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4" name="Freeform 2543">
              <a:extLst>
                <a:ext uri="{FF2B5EF4-FFF2-40B4-BE49-F238E27FC236}">
                  <a16:creationId xmlns:a16="http://schemas.microsoft.com/office/drawing/2014/main" id="{95F73FD2-0958-A3BB-A20F-1BA910CD13DB}"/>
                </a:ext>
              </a:extLst>
            </p:cNvPr>
            <p:cNvSpPr/>
            <p:nvPr/>
          </p:nvSpPr>
          <p:spPr>
            <a:xfrm>
              <a:off x="4088905" y="2177666"/>
              <a:ext cx="56626" cy="687946"/>
            </a:xfrm>
            <a:custGeom>
              <a:avLst/>
              <a:gdLst>
                <a:gd name="csX0" fmla="*/ 0 w 56626"/>
                <a:gd name="csY0" fmla="*/ 0 h 687946"/>
                <a:gd name="csX1" fmla="*/ 0 w 56626"/>
                <a:gd name="csY1" fmla="*/ 687947 h 687946"/>
                <a:gd name="csX2" fmla="*/ 56627 w 56626"/>
                <a:gd name="csY2" fmla="*/ 687947 h 687946"/>
                <a:gd name="csX3" fmla="*/ 56627 w 56626"/>
                <a:gd name="csY3" fmla="*/ 0 h 687946"/>
                <a:gd name="csX4" fmla="*/ 0 w 56626"/>
                <a:gd name="csY4" fmla="*/ 0 h 687946"/>
                <a:gd name="csX5" fmla="*/ 0 w 56626"/>
                <a:gd name="csY5" fmla="*/ 0 h 687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687946">
                  <a:moveTo>
                    <a:pt x="0" y="0"/>
                  </a:moveTo>
                  <a:lnTo>
                    <a:pt x="0" y="687947"/>
                  </a:lnTo>
                  <a:lnTo>
                    <a:pt x="56627" y="687947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5" name="Freeform 2544">
              <a:extLst>
                <a:ext uri="{FF2B5EF4-FFF2-40B4-BE49-F238E27FC236}">
                  <a16:creationId xmlns:a16="http://schemas.microsoft.com/office/drawing/2014/main" id="{3E4F22CB-A786-1CD5-EF34-F3290431FAC6}"/>
                </a:ext>
              </a:extLst>
            </p:cNvPr>
            <p:cNvSpPr/>
            <p:nvPr/>
          </p:nvSpPr>
          <p:spPr>
            <a:xfrm>
              <a:off x="4088905" y="2177666"/>
              <a:ext cx="56626" cy="687946"/>
            </a:xfrm>
            <a:custGeom>
              <a:avLst/>
              <a:gdLst>
                <a:gd name="csX0" fmla="*/ 0 w 56626"/>
                <a:gd name="csY0" fmla="*/ 0 h 687946"/>
                <a:gd name="csX1" fmla="*/ 0 w 56626"/>
                <a:gd name="csY1" fmla="*/ 687947 h 687946"/>
                <a:gd name="csX2" fmla="*/ 56627 w 56626"/>
                <a:gd name="csY2" fmla="*/ 687947 h 687946"/>
                <a:gd name="csX3" fmla="*/ 56627 w 56626"/>
                <a:gd name="csY3" fmla="*/ 0 h 687946"/>
                <a:gd name="csX4" fmla="*/ 0 w 56626"/>
                <a:gd name="csY4" fmla="*/ 0 h 687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687946">
                  <a:moveTo>
                    <a:pt x="0" y="0"/>
                  </a:moveTo>
                  <a:lnTo>
                    <a:pt x="0" y="687947"/>
                  </a:lnTo>
                  <a:lnTo>
                    <a:pt x="56627" y="687947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6" name="Freeform 2545">
              <a:extLst>
                <a:ext uri="{FF2B5EF4-FFF2-40B4-BE49-F238E27FC236}">
                  <a16:creationId xmlns:a16="http://schemas.microsoft.com/office/drawing/2014/main" id="{998A579D-58F9-CD65-C746-A44ED4930A77}"/>
                </a:ext>
              </a:extLst>
            </p:cNvPr>
            <p:cNvSpPr/>
            <p:nvPr/>
          </p:nvSpPr>
          <p:spPr>
            <a:xfrm>
              <a:off x="4145532" y="2148888"/>
              <a:ext cx="56626" cy="716724"/>
            </a:xfrm>
            <a:custGeom>
              <a:avLst/>
              <a:gdLst>
                <a:gd name="csX0" fmla="*/ 0 w 56626"/>
                <a:gd name="csY0" fmla="*/ 0 h 716724"/>
                <a:gd name="csX1" fmla="*/ 0 w 56626"/>
                <a:gd name="csY1" fmla="*/ 716725 h 716724"/>
                <a:gd name="csX2" fmla="*/ 56627 w 56626"/>
                <a:gd name="csY2" fmla="*/ 716725 h 716724"/>
                <a:gd name="csX3" fmla="*/ 56627 w 56626"/>
                <a:gd name="csY3" fmla="*/ 0 h 716724"/>
                <a:gd name="csX4" fmla="*/ 0 w 56626"/>
                <a:gd name="csY4" fmla="*/ 0 h 716724"/>
                <a:gd name="csX5" fmla="*/ 0 w 56626"/>
                <a:gd name="csY5" fmla="*/ 0 h 71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716724">
                  <a:moveTo>
                    <a:pt x="0" y="0"/>
                  </a:moveTo>
                  <a:lnTo>
                    <a:pt x="0" y="716725"/>
                  </a:lnTo>
                  <a:lnTo>
                    <a:pt x="56627" y="716725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7" name="Freeform 2546">
              <a:extLst>
                <a:ext uri="{FF2B5EF4-FFF2-40B4-BE49-F238E27FC236}">
                  <a16:creationId xmlns:a16="http://schemas.microsoft.com/office/drawing/2014/main" id="{D99B7B17-519B-C143-831A-A7B261DC025A}"/>
                </a:ext>
              </a:extLst>
            </p:cNvPr>
            <p:cNvSpPr/>
            <p:nvPr/>
          </p:nvSpPr>
          <p:spPr>
            <a:xfrm>
              <a:off x="4145532" y="2148888"/>
              <a:ext cx="56626" cy="716724"/>
            </a:xfrm>
            <a:custGeom>
              <a:avLst/>
              <a:gdLst>
                <a:gd name="csX0" fmla="*/ 0 w 56626"/>
                <a:gd name="csY0" fmla="*/ 0 h 716724"/>
                <a:gd name="csX1" fmla="*/ 0 w 56626"/>
                <a:gd name="csY1" fmla="*/ 716725 h 716724"/>
                <a:gd name="csX2" fmla="*/ 56627 w 56626"/>
                <a:gd name="csY2" fmla="*/ 716725 h 716724"/>
                <a:gd name="csX3" fmla="*/ 56627 w 56626"/>
                <a:gd name="csY3" fmla="*/ 0 h 716724"/>
                <a:gd name="csX4" fmla="*/ 0 w 56626"/>
                <a:gd name="csY4" fmla="*/ 0 h 716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716724">
                  <a:moveTo>
                    <a:pt x="0" y="0"/>
                  </a:moveTo>
                  <a:lnTo>
                    <a:pt x="0" y="716725"/>
                  </a:lnTo>
                  <a:lnTo>
                    <a:pt x="56627" y="716725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8" name="Freeform 2547">
              <a:extLst>
                <a:ext uri="{FF2B5EF4-FFF2-40B4-BE49-F238E27FC236}">
                  <a16:creationId xmlns:a16="http://schemas.microsoft.com/office/drawing/2014/main" id="{5C40AFD1-FFF8-F426-A46E-B1E63C3C3C6A}"/>
                </a:ext>
              </a:extLst>
            </p:cNvPr>
            <p:cNvSpPr/>
            <p:nvPr/>
          </p:nvSpPr>
          <p:spPr>
            <a:xfrm>
              <a:off x="4202158" y="2187850"/>
              <a:ext cx="56626" cy="677763"/>
            </a:xfrm>
            <a:custGeom>
              <a:avLst/>
              <a:gdLst>
                <a:gd name="csX0" fmla="*/ 0 w 56626"/>
                <a:gd name="csY0" fmla="*/ 0 h 677763"/>
                <a:gd name="csX1" fmla="*/ 0 w 56626"/>
                <a:gd name="csY1" fmla="*/ 677763 h 677763"/>
                <a:gd name="csX2" fmla="*/ 56627 w 56626"/>
                <a:gd name="csY2" fmla="*/ 677763 h 677763"/>
                <a:gd name="csX3" fmla="*/ 56627 w 56626"/>
                <a:gd name="csY3" fmla="*/ 0 h 677763"/>
                <a:gd name="csX4" fmla="*/ 0 w 56626"/>
                <a:gd name="csY4" fmla="*/ 0 h 677763"/>
                <a:gd name="csX5" fmla="*/ 0 w 56626"/>
                <a:gd name="csY5" fmla="*/ 0 h 677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6" h="677763">
                  <a:moveTo>
                    <a:pt x="0" y="0"/>
                  </a:moveTo>
                  <a:lnTo>
                    <a:pt x="0" y="677763"/>
                  </a:lnTo>
                  <a:lnTo>
                    <a:pt x="56627" y="677763"/>
                  </a:lnTo>
                  <a:lnTo>
                    <a:pt x="5662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9" name="Freeform 2548">
              <a:extLst>
                <a:ext uri="{FF2B5EF4-FFF2-40B4-BE49-F238E27FC236}">
                  <a16:creationId xmlns:a16="http://schemas.microsoft.com/office/drawing/2014/main" id="{336B773B-ADA9-1650-5650-922E52F6E557}"/>
                </a:ext>
              </a:extLst>
            </p:cNvPr>
            <p:cNvSpPr/>
            <p:nvPr/>
          </p:nvSpPr>
          <p:spPr>
            <a:xfrm>
              <a:off x="4202158" y="2187850"/>
              <a:ext cx="56626" cy="677763"/>
            </a:xfrm>
            <a:custGeom>
              <a:avLst/>
              <a:gdLst>
                <a:gd name="csX0" fmla="*/ 0 w 56626"/>
                <a:gd name="csY0" fmla="*/ 0 h 677763"/>
                <a:gd name="csX1" fmla="*/ 0 w 56626"/>
                <a:gd name="csY1" fmla="*/ 677763 h 677763"/>
                <a:gd name="csX2" fmla="*/ 56627 w 56626"/>
                <a:gd name="csY2" fmla="*/ 677763 h 677763"/>
                <a:gd name="csX3" fmla="*/ 56627 w 56626"/>
                <a:gd name="csY3" fmla="*/ 0 h 677763"/>
                <a:gd name="csX4" fmla="*/ 0 w 56626"/>
                <a:gd name="csY4" fmla="*/ 0 h 677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6" h="677763">
                  <a:moveTo>
                    <a:pt x="0" y="0"/>
                  </a:moveTo>
                  <a:lnTo>
                    <a:pt x="0" y="677763"/>
                  </a:lnTo>
                  <a:lnTo>
                    <a:pt x="56627" y="677763"/>
                  </a:lnTo>
                  <a:lnTo>
                    <a:pt x="5662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0" name="Freeform 2549">
              <a:extLst>
                <a:ext uri="{FF2B5EF4-FFF2-40B4-BE49-F238E27FC236}">
                  <a16:creationId xmlns:a16="http://schemas.microsoft.com/office/drawing/2014/main" id="{F26F1A64-5346-FA91-5382-537AF98E672F}"/>
                </a:ext>
              </a:extLst>
            </p:cNvPr>
            <p:cNvSpPr/>
            <p:nvPr/>
          </p:nvSpPr>
          <p:spPr>
            <a:xfrm>
              <a:off x="4258785" y="2244520"/>
              <a:ext cx="56625" cy="621092"/>
            </a:xfrm>
            <a:custGeom>
              <a:avLst/>
              <a:gdLst>
                <a:gd name="csX0" fmla="*/ 0 w 56625"/>
                <a:gd name="csY0" fmla="*/ 0 h 621092"/>
                <a:gd name="csX1" fmla="*/ 0 w 56625"/>
                <a:gd name="csY1" fmla="*/ 621093 h 621092"/>
                <a:gd name="csX2" fmla="*/ 56626 w 56625"/>
                <a:gd name="csY2" fmla="*/ 621093 h 621092"/>
                <a:gd name="csX3" fmla="*/ 56626 w 56625"/>
                <a:gd name="csY3" fmla="*/ 0 h 621092"/>
                <a:gd name="csX4" fmla="*/ 0 w 56625"/>
                <a:gd name="csY4" fmla="*/ 0 h 621092"/>
                <a:gd name="csX5" fmla="*/ 0 w 56625"/>
                <a:gd name="csY5" fmla="*/ 0 h 6210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621092">
                  <a:moveTo>
                    <a:pt x="0" y="0"/>
                  </a:moveTo>
                  <a:lnTo>
                    <a:pt x="0" y="621093"/>
                  </a:lnTo>
                  <a:lnTo>
                    <a:pt x="56626" y="621093"/>
                  </a:lnTo>
                  <a:lnTo>
                    <a:pt x="56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1" name="Freeform 2550">
              <a:extLst>
                <a:ext uri="{FF2B5EF4-FFF2-40B4-BE49-F238E27FC236}">
                  <a16:creationId xmlns:a16="http://schemas.microsoft.com/office/drawing/2014/main" id="{E6A4CC6E-E6F5-78EA-4821-3004B69D72A2}"/>
                </a:ext>
              </a:extLst>
            </p:cNvPr>
            <p:cNvSpPr/>
            <p:nvPr/>
          </p:nvSpPr>
          <p:spPr>
            <a:xfrm>
              <a:off x="4258785" y="2244520"/>
              <a:ext cx="56625" cy="621092"/>
            </a:xfrm>
            <a:custGeom>
              <a:avLst/>
              <a:gdLst>
                <a:gd name="csX0" fmla="*/ 0 w 56625"/>
                <a:gd name="csY0" fmla="*/ 0 h 621092"/>
                <a:gd name="csX1" fmla="*/ 0 w 56625"/>
                <a:gd name="csY1" fmla="*/ 621093 h 621092"/>
                <a:gd name="csX2" fmla="*/ 56626 w 56625"/>
                <a:gd name="csY2" fmla="*/ 621093 h 621092"/>
                <a:gd name="csX3" fmla="*/ 56626 w 56625"/>
                <a:gd name="csY3" fmla="*/ 0 h 621092"/>
                <a:gd name="csX4" fmla="*/ 0 w 56625"/>
                <a:gd name="csY4" fmla="*/ 0 h 6210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621092">
                  <a:moveTo>
                    <a:pt x="0" y="0"/>
                  </a:moveTo>
                  <a:lnTo>
                    <a:pt x="0" y="621093"/>
                  </a:lnTo>
                  <a:lnTo>
                    <a:pt x="56626" y="621093"/>
                  </a:lnTo>
                  <a:lnTo>
                    <a:pt x="56626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2" name="Freeform 2551">
              <a:extLst>
                <a:ext uri="{FF2B5EF4-FFF2-40B4-BE49-F238E27FC236}">
                  <a16:creationId xmlns:a16="http://schemas.microsoft.com/office/drawing/2014/main" id="{01E0C27F-775A-E269-DB45-F8885CFF9BA9}"/>
                </a:ext>
              </a:extLst>
            </p:cNvPr>
            <p:cNvSpPr/>
            <p:nvPr/>
          </p:nvSpPr>
          <p:spPr>
            <a:xfrm>
              <a:off x="4315411" y="2331814"/>
              <a:ext cx="56625" cy="533798"/>
            </a:xfrm>
            <a:custGeom>
              <a:avLst/>
              <a:gdLst>
                <a:gd name="csX0" fmla="*/ 0 w 56625"/>
                <a:gd name="csY0" fmla="*/ 0 h 533798"/>
                <a:gd name="csX1" fmla="*/ 0 w 56625"/>
                <a:gd name="csY1" fmla="*/ 533799 h 533798"/>
                <a:gd name="csX2" fmla="*/ 56626 w 56625"/>
                <a:gd name="csY2" fmla="*/ 533799 h 533798"/>
                <a:gd name="csX3" fmla="*/ 56626 w 56625"/>
                <a:gd name="csY3" fmla="*/ 0 h 533798"/>
                <a:gd name="csX4" fmla="*/ 0 w 56625"/>
                <a:gd name="csY4" fmla="*/ 0 h 533798"/>
                <a:gd name="csX5" fmla="*/ 0 w 56625"/>
                <a:gd name="csY5" fmla="*/ 0 h 533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533798">
                  <a:moveTo>
                    <a:pt x="0" y="0"/>
                  </a:moveTo>
                  <a:lnTo>
                    <a:pt x="0" y="533799"/>
                  </a:lnTo>
                  <a:lnTo>
                    <a:pt x="56626" y="533799"/>
                  </a:lnTo>
                  <a:lnTo>
                    <a:pt x="5662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3" name="Freeform 2552">
              <a:extLst>
                <a:ext uri="{FF2B5EF4-FFF2-40B4-BE49-F238E27FC236}">
                  <a16:creationId xmlns:a16="http://schemas.microsoft.com/office/drawing/2014/main" id="{FF9984FB-7316-D96F-8A6B-2654CC7BF8A0}"/>
                </a:ext>
              </a:extLst>
            </p:cNvPr>
            <p:cNvSpPr/>
            <p:nvPr/>
          </p:nvSpPr>
          <p:spPr>
            <a:xfrm>
              <a:off x="4315411" y="2331814"/>
              <a:ext cx="56625" cy="533798"/>
            </a:xfrm>
            <a:custGeom>
              <a:avLst/>
              <a:gdLst>
                <a:gd name="csX0" fmla="*/ 0 w 56625"/>
                <a:gd name="csY0" fmla="*/ 0 h 533798"/>
                <a:gd name="csX1" fmla="*/ 0 w 56625"/>
                <a:gd name="csY1" fmla="*/ 533799 h 533798"/>
                <a:gd name="csX2" fmla="*/ 56626 w 56625"/>
                <a:gd name="csY2" fmla="*/ 533799 h 533798"/>
                <a:gd name="csX3" fmla="*/ 56626 w 56625"/>
                <a:gd name="csY3" fmla="*/ 0 h 533798"/>
                <a:gd name="csX4" fmla="*/ 0 w 56625"/>
                <a:gd name="csY4" fmla="*/ 0 h 533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533798">
                  <a:moveTo>
                    <a:pt x="0" y="0"/>
                  </a:moveTo>
                  <a:lnTo>
                    <a:pt x="0" y="533799"/>
                  </a:lnTo>
                  <a:lnTo>
                    <a:pt x="56626" y="533799"/>
                  </a:lnTo>
                  <a:lnTo>
                    <a:pt x="56626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4" name="Freeform 2553">
              <a:extLst>
                <a:ext uri="{FF2B5EF4-FFF2-40B4-BE49-F238E27FC236}">
                  <a16:creationId xmlns:a16="http://schemas.microsoft.com/office/drawing/2014/main" id="{FEA1B7AA-EAD0-DD9F-8B63-A904C8022531}"/>
                </a:ext>
              </a:extLst>
            </p:cNvPr>
            <p:cNvSpPr/>
            <p:nvPr/>
          </p:nvSpPr>
          <p:spPr>
            <a:xfrm>
              <a:off x="4372037" y="2413426"/>
              <a:ext cx="56624" cy="452187"/>
            </a:xfrm>
            <a:custGeom>
              <a:avLst/>
              <a:gdLst>
                <a:gd name="csX0" fmla="*/ 0 w 56624"/>
                <a:gd name="csY0" fmla="*/ 0 h 452187"/>
                <a:gd name="csX1" fmla="*/ 0 w 56624"/>
                <a:gd name="csY1" fmla="*/ 452187 h 452187"/>
                <a:gd name="csX2" fmla="*/ 56625 w 56624"/>
                <a:gd name="csY2" fmla="*/ 452187 h 452187"/>
                <a:gd name="csX3" fmla="*/ 56625 w 56624"/>
                <a:gd name="csY3" fmla="*/ 0 h 452187"/>
                <a:gd name="csX4" fmla="*/ 0 w 56624"/>
                <a:gd name="csY4" fmla="*/ 0 h 452187"/>
                <a:gd name="csX5" fmla="*/ 0 w 56624"/>
                <a:gd name="csY5" fmla="*/ 0 h 4521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452187">
                  <a:moveTo>
                    <a:pt x="0" y="0"/>
                  </a:moveTo>
                  <a:lnTo>
                    <a:pt x="0" y="452187"/>
                  </a:lnTo>
                  <a:lnTo>
                    <a:pt x="56625" y="452187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5" name="Freeform 2554">
              <a:extLst>
                <a:ext uri="{FF2B5EF4-FFF2-40B4-BE49-F238E27FC236}">
                  <a16:creationId xmlns:a16="http://schemas.microsoft.com/office/drawing/2014/main" id="{21FDDFA4-0CB2-553F-329F-78408FCF1B80}"/>
                </a:ext>
              </a:extLst>
            </p:cNvPr>
            <p:cNvSpPr/>
            <p:nvPr/>
          </p:nvSpPr>
          <p:spPr>
            <a:xfrm>
              <a:off x="4372037" y="2413426"/>
              <a:ext cx="56624" cy="452187"/>
            </a:xfrm>
            <a:custGeom>
              <a:avLst/>
              <a:gdLst>
                <a:gd name="csX0" fmla="*/ 0 w 56624"/>
                <a:gd name="csY0" fmla="*/ 0 h 452187"/>
                <a:gd name="csX1" fmla="*/ 0 w 56624"/>
                <a:gd name="csY1" fmla="*/ 452187 h 452187"/>
                <a:gd name="csX2" fmla="*/ 56625 w 56624"/>
                <a:gd name="csY2" fmla="*/ 452187 h 452187"/>
                <a:gd name="csX3" fmla="*/ 56625 w 56624"/>
                <a:gd name="csY3" fmla="*/ 0 h 452187"/>
                <a:gd name="csX4" fmla="*/ 0 w 56624"/>
                <a:gd name="csY4" fmla="*/ 0 h 4521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452187">
                  <a:moveTo>
                    <a:pt x="0" y="0"/>
                  </a:moveTo>
                  <a:lnTo>
                    <a:pt x="0" y="452187"/>
                  </a:lnTo>
                  <a:lnTo>
                    <a:pt x="56625" y="452187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6" name="Freeform 2555">
              <a:extLst>
                <a:ext uri="{FF2B5EF4-FFF2-40B4-BE49-F238E27FC236}">
                  <a16:creationId xmlns:a16="http://schemas.microsoft.com/office/drawing/2014/main" id="{848B7B3C-F065-3949-D0F3-EE367BA3219D}"/>
                </a:ext>
              </a:extLst>
            </p:cNvPr>
            <p:cNvSpPr/>
            <p:nvPr/>
          </p:nvSpPr>
          <p:spPr>
            <a:xfrm>
              <a:off x="4428662" y="2497619"/>
              <a:ext cx="56624" cy="367994"/>
            </a:xfrm>
            <a:custGeom>
              <a:avLst/>
              <a:gdLst>
                <a:gd name="csX0" fmla="*/ 0 w 56624"/>
                <a:gd name="csY0" fmla="*/ 0 h 367994"/>
                <a:gd name="csX1" fmla="*/ 0 w 56624"/>
                <a:gd name="csY1" fmla="*/ 367994 h 367994"/>
                <a:gd name="csX2" fmla="*/ 56625 w 56624"/>
                <a:gd name="csY2" fmla="*/ 367994 h 367994"/>
                <a:gd name="csX3" fmla="*/ 56625 w 56624"/>
                <a:gd name="csY3" fmla="*/ 0 h 367994"/>
                <a:gd name="csX4" fmla="*/ 0 w 56624"/>
                <a:gd name="csY4" fmla="*/ 0 h 367994"/>
                <a:gd name="csX5" fmla="*/ 0 w 56624"/>
                <a:gd name="csY5" fmla="*/ 0 h 36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367994">
                  <a:moveTo>
                    <a:pt x="0" y="0"/>
                  </a:moveTo>
                  <a:lnTo>
                    <a:pt x="0" y="367994"/>
                  </a:lnTo>
                  <a:lnTo>
                    <a:pt x="56625" y="367994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7" name="Freeform 2556">
              <a:extLst>
                <a:ext uri="{FF2B5EF4-FFF2-40B4-BE49-F238E27FC236}">
                  <a16:creationId xmlns:a16="http://schemas.microsoft.com/office/drawing/2014/main" id="{140D42CC-6645-309C-CCFD-264A68AD96F8}"/>
                </a:ext>
              </a:extLst>
            </p:cNvPr>
            <p:cNvSpPr/>
            <p:nvPr/>
          </p:nvSpPr>
          <p:spPr>
            <a:xfrm>
              <a:off x="4428662" y="2497619"/>
              <a:ext cx="56624" cy="367994"/>
            </a:xfrm>
            <a:custGeom>
              <a:avLst/>
              <a:gdLst>
                <a:gd name="csX0" fmla="*/ 0 w 56624"/>
                <a:gd name="csY0" fmla="*/ 0 h 367994"/>
                <a:gd name="csX1" fmla="*/ 0 w 56624"/>
                <a:gd name="csY1" fmla="*/ 367994 h 367994"/>
                <a:gd name="csX2" fmla="*/ 56625 w 56624"/>
                <a:gd name="csY2" fmla="*/ 367994 h 367994"/>
                <a:gd name="csX3" fmla="*/ 56625 w 56624"/>
                <a:gd name="csY3" fmla="*/ 0 h 367994"/>
                <a:gd name="csX4" fmla="*/ 0 w 56624"/>
                <a:gd name="csY4" fmla="*/ 0 h 36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367994">
                  <a:moveTo>
                    <a:pt x="0" y="0"/>
                  </a:moveTo>
                  <a:lnTo>
                    <a:pt x="0" y="367994"/>
                  </a:lnTo>
                  <a:lnTo>
                    <a:pt x="56625" y="367994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8" name="Freeform 2557">
              <a:extLst>
                <a:ext uri="{FF2B5EF4-FFF2-40B4-BE49-F238E27FC236}">
                  <a16:creationId xmlns:a16="http://schemas.microsoft.com/office/drawing/2014/main" id="{6D144348-AE48-9703-8EDD-00BD6DDD5863}"/>
                </a:ext>
              </a:extLst>
            </p:cNvPr>
            <p:cNvSpPr/>
            <p:nvPr/>
          </p:nvSpPr>
          <p:spPr>
            <a:xfrm>
              <a:off x="4485287" y="2564697"/>
              <a:ext cx="56635" cy="300915"/>
            </a:xfrm>
            <a:custGeom>
              <a:avLst/>
              <a:gdLst>
                <a:gd name="csX0" fmla="*/ 0 w 56635"/>
                <a:gd name="csY0" fmla="*/ 0 h 300915"/>
                <a:gd name="csX1" fmla="*/ 0 w 56635"/>
                <a:gd name="csY1" fmla="*/ 300916 h 300915"/>
                <a:gd name="csX2" fmla="*/ 56635 w 56635"/>
                <a:gd name="csY2" fmla="*/ 300916 h 300915"/>
                <a:gd name="csX3" fmla="*/ 56635 w 56635"/>
                <a:gd name="csY3" fmla="*/ 0 h 300915"/>
                <a:gd name="csX4" fmla="*/ 0 w 56635"/>
                <a:gd name="csY4" fmla="*/ 0 h 300915"/>
                <a:gd name="csX5" fmla="*/ 0 w 56635"/>
                <a:gd name="csY5" fmla="*/ 0 h 300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35" h="300915">
                  <a:moveTo>
                    <a:pt x="0" y="0"/>
                  </a:moveTo>
                  <a:lnTo>
                    <a:pt x="0" y="300916"/>
                  </a:lnTo>
                  <a:lnTo>
                    <a:pt x="56635" y="300916"/>
                  </a:lnTo>
                  <a:lnTo>
                    <a:pt x="566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9" name="Freeform 2558">
              <a:extLst>
                <a:ext uri="{FF2B5EF4-FFF2-40B4-BE49-F238E27FC236}">
                  <a16:creationId xmlns:a16="http://schemas.microsoft.com/office/drawing/2014/main" id="{4D597224-1DE8-1D9B-6320-5E6879D3A2EB}"/>
                </a:ext>
              </a:extLst>
            </p:cNvPr>
            <p:cNvSpPr/>
            <p:nvPr/>
          </p:nvSpPr>
          <p:spPr>
            <a:xfrm>
              <a:off x="4485287" y="2564697"/>
              <a:ext cx="56635" cy="300915"/>
            </a:xfrm>
            <a:custGeom>
              <a:avLst/>
              <a:gdLst>
                <a:gd name="csX0" fmla="*/ 0 w 56635"/>
                <a:gd name="csY0" fmla="*/ 0 h 300915"/>
                <a:gd name="csX1" fmla="*/ 0 w 56635"/>
                <a:gd name="csY1" fmla="*/ 300916 h 300915"/>
                <a:gd name="csX2" fmla="*/ 56635 w 56635"/>
                <a:gd name="csY2" fmla="*/ 300916 h 300915"/>
                <a:gd name="csX3" fmla="*/ 56635 w 56635"/>
                <a:gd name="csY3" fmla="*/ 0 h 300915"/>
                <a:gd name="csX4" fmla="*/ 0 w 56635"/>
                <a:gd name="csY4" fmla="*/ 0 h 300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35" h="300915">
                  <a:moveTo>
                    <a:pt x="0" y="0"/>
                  </a:moveTo>
                  <a:lnTo>
                    <a:pt x="0" y="300916"/>
                  </a:lnTo>
                  <a:lnTo>
                    <a:pt x="56635" y="300916"/>
                  </a:lnTo>
                  <a:lnTo>
                    <a:pt x="5663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0" name="Freeform 2559">
              <a:extLst>
                <a:ext uri="{FF2B5EF4-FFF2-40B4-BE49-F238E27FC236}">
                  <a16:creationId xmlns:a16="http://schemas.microsoft.com/office/drawing/2014/main" id="{319B1625-EEFA-A198-BCB9-4AA1C36AA252}"/>
                </a:ext>
              </a:extLst>
            </p:cNvPr>
            <p:cNvSpPr/>
            <p:nvPr/>
          </p:nvSpPr>
          <p:spPr>
            <a:xfrm>
              <a:off x="4541922" y="2637230"/>
              <a:ext cx="56624" cy="228382"/>
            </a:xfrm>
            <a:custGeom>
              <a:avLst/>
              <a:gdLst>
                <a:gd name="csX0" fmla="*/ 0 w 56624"/>
                <a:gd name="csY0" fmla="*/ 0 h 228382"/>
                <a:gd name="csX1" fmla="*/ 0 w 56624"/>
                <a:gd name="csY1" fmla="*/ 228383 h 228382"/>
                <a:gd name="csX2" fmla="*/ 56625 w 56624"/>
                <a:gd name="csY2" fmla="*/ 228383 h 228382"/>
                <a:gd name="csX3" fmla="*/ 56625 w 56624"/>
                <a:gd name="csY3" fmla="*/ 0 h 228382"/>
                <a:gd name="csX4" fmla="*/ 0 w 56624"/>
                <a:gd name="csY4" fmla="*/ 0 h 228382"/>
                <a:gd name="csX5" fmla="*/ 0 w 56624"/>
                <a:gd name="csY5" fmla="*/ 0 h 228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228382">
                  <a:moveTo>
                    <a:pt x="0" y="0"/>
                  </a:moveTo>
                  <a:lnTo>
                    <a:pt x="0" y="228383"/>
                  </a:lnTo>
                  <a:lnTo>
                    <a:pt x="56625" y="228383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1" name="Freeform 2560">
              <a:extLst>
                <a:ext uri="{FF2B5EF4-FFF2-40B4-BE49-F238E27FC236}">
                  <a16:creationId xmlns:a16="http://schemas.microsoft.com/office/drawing/2014/main" id="{E8D7F51F-E237-A811-F9C1-3ACB7519770F}"/>
                </a:ext>
              </a:extLst>
            </p:cNvPr>
            <p:cNvSpPr/>
            <p:nvPr/>
          </p:nvSpPr>
          <p:spPr>
            <a:xfrm>
              <a:off x="4541922" y="2637230"/>
              <a:ext cx="56624" cy="228382"/>
            </a:xfrm>
            <a:custGeom>
              <a:avLst/>
              <a:gdLst>
                <a:gd name="csX0" fmla="*/ 0 w 56624"/>
                <a:gd name="csY0" fmla="*/ 0 h 228382"/>
                <a:gd name="csX1" fmla="*/ 0 w 56624"/>
                <a:gd name="csY1" fmla="*/ 228383 h 228382"/>
                <a:gd name="csX2" fmla="*/ 56625 w 56624"/>
                <a:gd name="csY2" fmla="*/ 228383 h 228382"/>
                <a:gd name="csX3" fmla="*/ 56625 w 56624"/>
                <a:gd name="csY3" fmla="*/ 0 h 228382"/>
                <a:gd name="csX4" fmla="*/ 0 w 56624"/>
                <a:gd name="csY4" fmla="*/ 0 h 228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228382">
                  <a:moveTo>
                    <a:pt x="0" y="0"/>
                  </a:moveTo>
                  <a:lnTo>
                    <a:pt x="0" y="228383"/>
                  </a:lnTo>
                  <a:lnTo>
                    <a:pt x="56625" y="228383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2" name="Freeform 2561">
              <a:extLst>
                <a:ext uri="{FF2B5EF4-FFF2-40B4-BE49-F238E27FC236}">
                  <a16:creationId xmlns:a16="http://schemas.microsoft.com/office/drawing/2014/main" id="{9177618F-BB82-C7A9-7046-44139C2A45BD}"/>
                </a:ext>
              </a:extLst>
            </p:cNvPr>
            <p:cNvSpPr/>
            <p:nvPr/>
          </p:nvSpPr>
          <p:spPr>
            <a:xfrm>
              <a:off x="4598547" y="2695749"/>
              <a:ext cx="56624" cy="169864"/>
            </a:xfrm>
            <a:custGeom>
              <a:avLst/>
              <a:gdLst>
                <a:gd name="csX0" fmla="*/ 0 w 56624"/>
                <a:gd name="csY0" fmla="*/ 0 h 169864"/>
                <a:gd name="csX1" fmla="*/ 0 w 56624"/>
                <a:gd name="csY1" fmla="*/ 169864 h 169864"/>
                <a:gd name="csX2" fmla="*/ 56625 w 56624"/>
                <a:gd name="csY2" fmla="*/ 169864 h 169864"/>
                <a:gd name="csX3" fmla="*/ 56625 w 56624"/>
                <a:gd name="csY3" fmla="*/ 0 h 169864"/>
                <a:gd name="csX4" fmla="*/ 0 w 56624"/>
                <a:gd name="csY4" fmla="*/ 0 h 169864"/>
                <a:gd name="csX5" fmla="*/ 0 w 56624"/>
                <a:gd name="csY5" fmla="*/ 0 h 169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69864">
                  <a:moveTo>
                    <a:pt x="0" y="0"/>
                  </a:moveTo>
                  <a:lnTo>
                    <a:pt x="0" y="169864"/>
                  </a:lnTo>
                  <a:lnTo>
                    <a:pt x="56625" y="169864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3" name="Freeform 2562">
              <a:extLst>
                <a:ext uri="{FF2B5EF4-FFF2-40B4-BE49-F238E27FC236}">
                  <a16:creationId xmlns:a16="http://schemas.microsoft.com/office/drawing/2014/main" id="{4DBE9F27-ECAE-C06C-E0C6-7EA095F2B36E}"/>
                </a:ext>
              </a:extLst>
            </p:cNvPr>
            <p:cNvSpPr/>
            <p:nvPr/>
          </p:nvSpPr>
          <p:spPr>
            <a:xfrm>
              <a:off x="4598547" y="2695749"/>
              <a:ext cx="56624" cy="169864"/>
            </a:xfrm>
            <a:custGeom>
              <a:avLst/>
              <a:gdLst>
                <a:gd name="csX0" fmla="*/ 0 w 56624"/>
                <a:gd name="csY0" fmla="*/ 0 h 169864"/>
                <a:gd name="csX1" fmla="*/ 0 w 56624"/>
                <a:gd name="csY1" fmla="*/ 169864 h 169864"/>
                <a:gd name="csX2" fmla="*/ 56625 w 56624"/>
                <a:gd name="csY2" fmla="*/ 169864 h 169864"/>
                <a:gd name="csX3" fmla="*/ 56625 w 56624"/>
                <a:gd name="csY3" fmla="*/ 0 h 169864"/>
                <a:gd name="csX4" fmla="*/ 0 w 56624"/>
                <a:gd name="csY4" fmla="*/ 0 h 169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69864">
                  <a:moveTo>
                    <a:pt x="0" y="0"/>
                  </a:moveTo>
                  <a:lnTo>
                    <a:pt x="0" y="169864"/>
                  </a:lnTo>
                  <a:lnTo>
                    <a:pt x="56625" y="169864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4" name="Freeform 2563">
              <a:extLst>
                <a:ext uri="{FF2B5EF4-FFF2-40B4-BE49-F238E27FC236}">
                  <a16:creationId xmlns:a16="http://schemas.microsoft.com/office/drawing/2014/main" id="{C04CB0C1-8C73-51C6-4EC1-FDCF389F22A0}"/>
                </a:ext>
              </a:extLst>
            </p:cNvPr>
            <p:cNvSpPr/>
            <p:nvPr/>
          </p:nvSpPr>
          <p:spPr>
            <a:xfrm>
              <a:off x="4655172" y="2732201"/>
              <a:ext cx="56624" cy="133411"/>
            </a:xfrm>
            <a:custGeom>
              <a:avLst/>
              <a:gdLst>
                <a:gd name="csX0" fmla="*/ 0 w 56624"/>
                <a:gd name="csY0" fmla="*/ 0 h 133411"/>
                <a:gd name="csX1" fmla="*/ 0 w 56624"/>
                <a:gd name="csY1" fmla="*/ 133411 h 133411"/>
                <a:gd name="csX2" fmla="*/ 56625 w 56624"/>
                <a:gd name="csY2" fmla="*/ 133411 h 133411"/>
                <a:gd name="csX3" fmla="*/ 56625 w 56624"/>
                <a:gd name="csY3" fmla="*/ 0 h 133411"/>
                <a:gd name="csX4" fmla="*/ 0 w 56624"/>
                <a:gd name="csY4" fmla="*/ 0 h 133411"/>
                <a:gd name="csX5" fmla="*/ 0 w 56624"/>
                <a:gd name="csY5" fmla="*/ 0 h 133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33411">
                  <a:moveTo>
                    <a:pt x="0" y="0"/>
                  </a:moveTo>
                  <a:lnTo>
                    <a:pt x="0" y="133411"/>
                  </a:lnTo>
                  <a:lnTo>
                    <a:pt x="56625" y="133411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5" name="Freeform 2564">
              <a:extLst>
                <a:ext uri="{FF2B5EF4-FFF2-40B4-BE49-F238E27FC236}">
                  <a16:creationId xmlns:a16="http://schemas.microsoft.com/office/drawing/2014/main" id="{8C110B29-3E85-0D12-1741-B1390199EB99}"/>
                </a:ext>
              </a:extLst>
            </p:cNvPr>
            <p:cNvSpPr/>
            <p:nvPr/>
          </p:nvSpPr>
          <p:spPr>
            <a:xfrm>
              <a:off x="4655172" y="2732201"/>
              <a:ext cx="56624" cy="133411"/>
            </a:xfrm>
            <a:custGeom>
              <a:avLst/>
              <a:gdLst>
                <a:gd name="csX0" fmla="*/ 0 w 56624"/>
                <a:gd name="csY0" fmla="*/ 0 h 133411"/>
                <a:gd name="csX1" fmla="*/ 0 w 56624"/>
                <a:gd name="csY1" fmla="*/ 133411 h 133411"/>
                <a:gd name="csX2" fmla="*/ 56625 w 56624"/>
                <a:gd name="csY2" fmla="*/ 133411 h 133411"/>
                <a:gd name="csX3" fmla="*/ 56625 w 56624"/>
                <a:gd name="csY3" fmla="*/ 0 h 133411"/>
                <a:gd name="csX4" fmla="*/ 0 w 56624"/>
                <a:gd name="csY4" fmla="*/ 0 h 133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33411">
                  <a:moveTo>
                    <a:pt x="0" y="0"/>
                  </a:moveTo>
                  <a:lnTo>
                    <a:pt x="0" y="133411"/>
                  </a:lnTo>
                  <a:lnTo>
                    <a:pt x="56625" y="133411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6" name="Freeform 2565">
              <a:extLst>
                <a:ext uri="{FF2B5EF4-FFF2-40B4-BE49-F238E27FC236}">
                  <a16:creationId xmlns:a16="http://schemas.microsoft.com/office/drawing/2014/main" id="{2153DA67-6D90-B585-464D-FCB25F3E54E1}"/>
                </a:ext>
              </a:extLst>
            </p:cNvPr>
            <p:cNvSpPr/>
            <p:nvPr/>
          </p:nvSpPr>
          <p:spPr>
            <a:xfrm>
              <a:off x="4711796" y="2769099"/>
              <a:ext cx="56624" cy="96513"/>
            </a:xfrm>
            <a:custGeom>
              <a:avLst/>
              <a:gdLst>
                <a:gd name="csX0" fmla="*/ 0 w 56624"/>
                <a:gd name="csY0" fmla="*/ 0 h 96513"/>
                <a:gd name="csX1" fmla="*/ 0 w 56624"/>
                <a:gd name="csY1" fmla="*/ 96514 h 96513"/>
                <a:gd name="csX2" fmla="*/ 56625 w 56624"/>
                <a:gd name="csY2" fmla="*/ 96514 h 96513"/>
                <a:gd name="csX3" fmla="*/ 56625 w 56624"/>
                <a:gd name="csY3" fmla="*/ 0 h 96513"/>
                <a:gd name="csX4" fmla="*/ 0 w 56624"/>
                <a:gd name="csY4" fmla="*/ 0 h 96513"/>
                <a:gd name="csX5" fmla="*/ 0 w 56624"/>
                <a:gd name="csY5" fmla="*/ 0 h 9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96513">
                  <a:moveTo>
                    <a:pt x="0" y="0"/>
                  </a:moveTo>
                  <a:lnTo>
                    <a:pt x="0" y="96514"/>
                  </a:lnTo>
                  <a:lnTo>
                    <a:pt x="56625" y="96514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7" name="Freeform 2566">
              <a:extLst>
                <a:ext uri="{FF2B5EF4-FFF2-40B4-BE49-F238E27FC236}">
                  <a16:creationId xmlns:a16="http://schemas.microsoft.com/office/drawing/2014/main" id="{1C6EA9C0-31A6-7DC1-CB89-D98DB3ED8404}"/>
                </a:ext>
              </a:extLst>
            </p:cNvPr>
            <p:cNvSpPr/>
            <p:nvPr/>
          </p:nvSpPr>
          <p:spPr>
            <a:xfrm>
              <a:off x="4711796" y="2769099"/>
              <a:ext cx="56624" cy="96513"/>
            </a:xfrm>
            <a:custGeom>
              <a:avLst/>
              <a:gdLst>
                <a:gd name="csX0" fmla="*/ 0 w 56624"/>
                <a:gd name="csY0" fmla="*/ 0 h 96513"/>
                <a:gd name="csX1" fmla="*/ 0 w 56624"/>
                <a:gd name="csY1" fmla="*/ 96514 h 96513"/>
                <a:gd name="csX2" fmla="*/ 56625 w 56624"/>
                <a:gd name="csY2" fmla="*/ 96514 h 96513"/>
                <a:gd name="csX3" fmla="*/ 56625 w 56624"/>
                <a:gd name="csY3" fmla="*/ 0 h 96513"/>
                <a:gd name="csX4" fmla="*/ 0 w 56624"/>
                <a:gd name="csY4" fmla="*/ 0 h 96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96513">
                  <a:moveTo>
                    <a:pt x="0" y="0"/>
                  </a:moveTo>
                  <a:lnTo>
                    <a:pt x="0" y="96514"/>
                  </a:lnTo>
                  <a:lnTo>
                    <a:pt x="56625" y="96514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8" name="Freeform 2567">
              <a:extLst>
                <a:ext uri="{FF2B5EF4-FFF2-40B4-BE49-F238E27FC236}">
                  <a16:creationId xmlns:a16="http://schemas.microsoft.com/office/drawing/2014/main" id="{13582775-01F4-4E82-749B-81597D4CC711}"/>
                </a:ext>
              </a:extLst>
            </p:cNvPr>
            <p:cNvSpPr/>
            <p:nvPr/>
          </p:nvSpPr>
          <p:spPr>
            <a:xfrm>
              <a:off x="4768421" y="2790348"/>
              <a:ext cx="56624" cy="75265"/>
            </a:xfrm>
            <a:custGeom>
              <a:avLst/>
              <a:gdLst>
                <a:gd name="csX0" fmla="*/ 0 w 56624"/>
                <a:gd name="csY0" fmla="*/ 0 h 75265"/>
                <a:gd name="csX1" fmla="*/ 0 w 56624"/>
                <a:gd name="csY1" fmla="*/ 75265 h 75265"/>
                <a:gd name="csX2" fmla="*/ 56625 w 56624"/>
                <a:gd name="csY2" fmla="*/ 75265 h 75265"/>
                <a:gd name="csX3" fmla="*/ 56625 w 56624"/>
                <a:gd name="csY3" fmla="*/ 0 h 75265"/>
                <a:gd name="csX4" fmla="*/ 0 w 56624"/>
                <a:gd name="csY4" fmla="*/ 0 h 75265"/>
                <a:gd name="csX5" fmla="*/ 0 w 56624"/>
                <a:gd name="csY5" fmla="*/ 0 h 75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75265">
                  <a:moveTo>
                    <a:pt x="0" y="0"/>
                  </a:moveTo>
                  <a:lnTo>
                    <a:pt x="0" y="75265"/>
                  </a:lnTo>
                  <a:lnTo>
                    <a:pt x="56625" y="75265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9" name="Freeform 2568">
              <a:extLst>
                <a:ext uri="{FF2B5EF4-FFF2-40B4-BE49-F238E27FC236}">
                  <a16:creationId xmlns:a16="http://schemas.microsoft.com/office/drawing/2014/main" id="{F498BC66-B7E2-683F-6C37-B2338666463F}"/>
                </a:ext>
              </a:extLst>
            </p:cNvPr>
            <p:cNvSpPr/>
            <p:nvPr/>
          </p:nvSpPr>
          <p:spPr>
            <a:xfrm>
              <a:off x="4768421" y="2790348"/>
              <a:ext cx="56624" cy="75265"/>
            </a:xfrm>
            <a:custGeom>
              <a:avLst/>
              <a:gdLst>
                <a:gd name="csX0" fmla="*/ 0 w 56624"/>
                <a:gd name="csY0" fmla="*/ 0 h 75265"/>
                <a:gd name="csX1" fmla="*/ 0 w 56624"/>
                <a:gd name="csY1" fmla="*/ 75265 h 75265"/>
                <a:gd name="csX2" fmla="*/ 56625 w 56624"/>
                <a:gd name="csY2" fmla="*/ 75265 h 75265"/>
                <a:gd name="csX3" fmla="*/ 56625 w 56624"/>
                <a:gd name="csY3" fmla="*/ 0 h 75265"/>
                <a:gd name="csX4" fmla="*/ 0 w 56624"/>
                <a:gd name="csY4" fmla="*/ 0 h 75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75265">
                  <a:moveTo>
                    <a:pt x="0" y="0"/>
                  </a:moveTo>
                  <a:lnTo>
                    <a:pt x="0" y="75265"/>
                  </a:lnTo>
                  <a:lnTo>
                    <a:pt x="56625" y="75265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0" name="Freeform 2569">
              <a:extLst>
                <a:ext uri="{FF2B5EF4-FFF2-40B4-BE49-F238E27FC236}">
                  <a16:creationId xmlns:a16="http://schemas.microsoft.com/office/drawing/2014/main" id="{73C7A273-3A0C-7035-F335-F03FECC650B2}"/>
                </a:ext>
              </a:extLst>
            </p:cNvPr>
            <p:cNvSpPr/>
            <p:nvPr/>
          </p:nvSpPr>
          <p:spPr>
            <a:xfrm>
              <a:off x="4825046" y="2804144"/>
              <a:ext cx="56635" cy="61468"/>
            </a:xfrm>
            <a:custGeom>
              <a:avLst/>
              <a:gdLst>
                <a:gd name="csX0" fmla="*/ 0 w 56635"/>
                <a:gd name="csY0" fmla="*/ 0 h 61468"/>
                <a:gd name="csX1" fmla="*/ 0 w 56635"/>
                <a:gd name="csY1" fmla="*/ 61469 h 61468"/>
                <a:gd name="csX2" fmla="*/ 56635 w 56635"/>
                <a:gd name="csY2" fmla="*/ 61469 h 61468"/>
                <a:gd name="csX3" fmla="*/ 56635 w 56635"/>
                <a:gd name="csY3" fmla="*/ 0 h 61468"/>
                <a:gd name="csX4" fmla="*/ 0 w 56635"/>
                <a:gd name="csY4" fmla="*/ 0 h 61468"/>
                <a:gd name="csX5" fmla="*/ 0 w 56635"/>
                <a:gd name="csY5" fmla="*/ 0 h 6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35" h="61468">
                  <a:moveTo>
                    <a:pt x="0" y="0"/>
                  </a:moveTo>
                  <a:lnTo>
                    <a:pt x="0" y="61469"/>
                  </a:lnTo>
                  <a:lnTo>
                    <a:pt x="56635" y="61469"/>
                  </a:lnTo>
                  <a:lnTo>
                    <a:pt x="566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" name="Freeform 2570">
              <a:extLst>
                <a:ext uri="{FF2B5EF4-FFF2-40B4-BE49-F238E27FC236}">
                  <a16:creationId xmlns:a16="http://schemas.microsoft.com/office/drawing/2014/main" id="{B9EC5AEC-FB68-A6C8-263D-257AA59A34BA}"/>
                </a:ext>
              </a:extLst>
            </p:cNvPr>
            <p:cNvSpPr/>
            <p:nvPr/>
          </p:nvSpPr>
          <p:spPr>
            <a:xfrm>
              <a:off x="4825046" y="2804144"/>
              <a:ext cx="56635" cy="61468"/>
            </a:xfrm>
            <a:custGeom>
              <a:avLst/>
              <a:gdLst>
                <a:gd name="csX0" fmla="*/ 0 w 56635"/>
                <a:gd name="csY0" fmla="*/ 0 h 61468"/>
                <a:gd name="csX1" fmla="*/ 0 w 56635"/>
                <a:gd name="csY1" fmla="*/ 61469 h 61468"/>
                <a:gd name="csX2" fmla="*/ 56635 w 56635"/>
                <a:gd name="csY2" fmla="*/ 61469 h 61468"/>
                <a:gd name="csX3" fmla="*/ 56635 w 56635"/>
                <a:gd name="csY3" fmla="*/ 0 h 61468"/>
                <a:gd name="csX4" fmla="*/ 0 w 56635"/>
                <a:gd name="csY4" fmla="*/ 0 h 61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35" h="61468">
                  <a:moveTo>
                    <a:pt x="0" y="0"/>
                  </a:moveTo>
                  <a:lnTo>
                    <a:pt x="0" y="61469"/>
                  </a:lnTo>
                  <a:lnTo>
                    <a:pt x="56635" y="61469"/>
                  </a:lnTo>
                  <a:lnTo>
                    <a:pt x="5663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2" name="Freeform 2571">
              <a:extLst>
                <a:ext uri="{FF2B5EF4-FFF2-40B4-BE49-F238E27FC236}">
                  <a16:creationId xmlns:a16="http://schemas.microsoft.com/office/drawing/2014/main" id="{621DD7E0-E919-09EE-EFC8-726DA2DA51DD}"/>
                </a:ext>
              </a:extLst>
            </p:cNvPr>
            <p:cNvSpPr/>
            <p:nvPr/>
          </p:nvSpPr>
          <p:spPr>
            <a:xfrm>
              <a:off x="4881681" y="2818903"/>
              <a:ext cx="56624" cy="46709"/>
            </a:xfrm>
            <a:custGeom>
              <a:avLst/>
              <a:gdLst>
                <a:gd name="csX0" fmla="*/ 0 w 56624"/>
                <a:gd name="csY0" fmla="*/ 0 h 46709"/>
                <a:gd name="csX1" fmla="*/ 0 w 56624"/>
                <a:gd name="csY1" fmla="*/ 46710 h 46709"/>
                <a:gd name="csX2" fmla="*/ 56625 w 56624"/>
                <a:gd name="csY2" fmla="*/ 46710 h 46709"/>
                <a:gd name="csX3" fmla="*/ 56625 w 56624"/>
                <a:gd name="csY3" fmla="*/ 0 h 46709"/>
                <a:gd name="csX4" fmla="*/ 0 w 56624"/>
                <a:gd name="csY4" fmla="*/ 0 h 46709"/>
                <a:gd name="csX5" fmla="*/ 0 w 56624"/>
                <a:gd name="csY5" fmla="*/ 0 h 46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46709">
                  <a:moveTo>
                    <a:pt x="0" y="0"/>
                  </a:moveTo>
                  <a:lnTo>
                    <a:pt x="0" y="46710"/>
                  </a:lnTo>
                  <a:lnTo>
                    <a:pt x="56625" y="46710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3" name="Freeform 2572">
              <a:extLst>
                <a:ext uri="{FF2B5EF4-FFF2-40B4-BE49-F238E27FC236}">
                  <a16:creationId xmlns:a16="http://schemas.microsoft.com/office/drawing/2014/main" id="{9683F431-8188-4978-35BB-ED32697704EF}"/>
                </a:ext>
              </a:extLst>
            </p:cNvPr>
            <p:cNvSpPr/>
            <p:nvPr/>
          </p:nvSpPr>
          <p:spPr>
            <a:xfrm>
              <a:off x="4881681" y="2818903"/>
              <a:ext cx="56624" cy="46709"/>
            </a:xfrm>
            <a:custGeom>
              <a:avLst/>
              <a:gdLst>
                <a:gd name="csX0" fmla="*/ 0 w 56624"/>
                <a:gd name="csY0" fmla="*/ 0 h 46709"/>
                <a:gd name="csX1" fmla="*/ 0 w 56624"/>
                <a:gd name="csY1" fmla="*/ 46710 h 46709"/>
                <a:gd name="csX2" fmla="*/ 56625 w 56624"/>
                <a:gd name="csY2" fmla="*/ 46710 h 46709"/>
                <a:gd name="csX3" fmla="*/ 56625 w 56624"/>
                <a:gd name="csY3" fmla="*/ 0 h 46709"/>
                <a:gd name="csX4" fmla="*/ 0 w 56624"/>
                <a:gd name="csY4" fmla="*/ 0 h 467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46709">
                  <a:moveTo>
                    <a:pt x="0" y="0"/>
                  </a:moveTo>
                  <a:lnTo>
                    <a:pt x="0" y="46710"/>
                  </a:lnTo>
                  <a:lnTo>
                    <a:pt x="56625" y="46710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4" name="Freeform 2573">
              <a:extLst>
                <a:ext uri="{FF2B5EF4-FFF2-40B4-BE49-F238E27FC236}">
                  <a16:creationId xmlns:a16="http://schemas.microsoft.com/office/drawing/2014/main" id="{8C22CC1B-7001-1149-9ADB-CFB760C6247E}"/>
                </a:ext>
              </a:extLst>
            </p:cNvPr>
            <p:cNvSpPr/>
            <p:nvPr/>
          </p:nvSpPr>
          <p:spPr>
            <a:xfrm>
              <a:off x="4938306" y="2833590"/>
              <a:ext cx="56624" cy="32022"/>
            </a:xfrm>
            <a:custGeom>
              <a:avLst/>
              <a:gdLst>
                <a:gd name="csX0" fmla="*/ 0 w 56624"/>
                <a:gd name="csY0" fmla="*/ 0 h 32022"/>
                <a:gd name="csX1" fmla="*/ 0 w 56624"/>
                <a:gd name="csY1" fmla="*/ 32023 h 32022"/>
                <a:gd name="csX2" fmla="*/ 56625 w 56624"/>
                <a:gd name="csY2" fmla="*/ 32023 h 32022"/>
                <a:gd name="csX3" fmla="*/ 56625 w 56624"/>
                <a:gd name="csY3" fmla="*/ 0 h 32022"/>
                <a:gd name="csX4" fmla="*/ 0 w 56624"/>
                <a:gd name="csY4" fmla="*/ 0 h 32022"/>
                <a:gd name="csX5" fmla="*/ 0 w 56624"/>
                <a:gd name="csY5" fmla="*/ 0 h 32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32022">
                  <a:moveTo>
                    <a:pt x="0" y="0"/>
                  </a:moveTo>
                  <a:lnTo>
                    <a:pt x="0" y="32023"/>
                  </a:lnTo>
                  <a:lnTo>
                    <a:pt x="56625" y="32023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5" name="Freeform 2574">
              <a:extLst>
                <a:ext uri="{FF2B5EF4-FFF2-40B4-BE49-F238E27FC236}">
                  <a16:creationId xmlns:a16="http://schemas.microsoft.com/office/drawing/2014/main" id="{6810B07D-FA7A-86F0-C9F3-B827097F6E76}"/>
                </a:ext>
              </a:extLst>
            </p:cNvPr>
            <p:cNvSpPr/>
            <p:nvPr/>
          </p:nvSpPr>
          <p:spPr>
            <a:xfrm>
              <a:off x="4938306" y="2833590"/>
              <a:ext cx="56624" cy="32022"/>
            </a:xfrm>
            <a:custGeom>
              <a:avLst/>
              <a:gdLst>
                <a:gd name="csX0" fmla="*/ 0 w 56624"/>
                <a:gd name="csY0" fmla="*/ 0 h 32022"/>
                <a:gd name="csX1" fmla="*/ 0 w 56624"/>
                <a:gd name="csY1" fmla="*/ 32023 h 32022"/>
                <a:gd name="csX2" fmla="*/ 56625 w 56624"/>
                <a:gd name="csY2" fmla="*/ 32023 h 32022"/>
                <a:gd name="csX3" fmla="*/ 56625 w 56624"/>
                <a:gd name="csY3" fmla="*/ 0 h 32022"/>
                <a:gd name="csX4" fmla="*/ 0 w 56624"/>
                <a:gd name="csY4" fmla="*/ 0 h 32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32022">
                  <a:moveTo>
                    <a:pt x="0" y="0"/>
                  </a:moveTo>
                  <a:lnTo>
                    <a:pt x="0" y="32023"/>
                  </a:lnTo>
                  <a:lnTo>
                    <a:pt x="56625" y="32023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6" name="Freeform 2575">
              <a:extLst>
                <a:ext uri="{FF2B5EF4-FFF2-40B4-BE49-F238E27FC236}">
                  <a16:creationId xmlns:a16="http://schemas.microsoft.com/office/drawing/2014/main" id="{FABF0536-45FA-2DD8-9C51-7B792DCD199D}"/>
                </a:ext>
              </a:extLst>
            </p:cNvPr>
            <p:cNvSpPr/>
            <p:nvPr/>
          </p:nvSpPr>
          <p:spPr>
            <a:xfrm>
              <a:off x="4994931" y="2839934"/>
              <a:ext cx="56624" cy="25678"/>
            </a:xfrm>
            <a:custGeom>
              <a:avLst/>
              <a:gdLst>
                <a:gd name="csX0" fmla="*/ 0 w 56624"/>
                <a:gd name="csY0" fmla="*/ 0 h 25678"/>
                <a:gd name="csX1" fmla="*/ 0 w 56624"/>
                <a:gd name="csY1" fmla="*/ 25678 h 25678"/>
                <a:gd name="csX2" fmla="*/ 56625 w 56624"/>
                <a:gd name="csY2" fmla="*/ 25678 h 25678"/>
                <a:gd name="csX3" fmla="*/ 56625 w 56624"/>
                <a:gd name="csY3" fmla="*/ 0 h 25678"/>
                <a:gd name="csX4" fmla="*/ 0 w 56624"/>
                <a:gd name="csY4" fmla="*/ 0 h 25678"/>
                <a:gd name="csX5" fmla="*/ 0 w 56624"/>
                <a:gd name="csY5" fmla="*/ 0 h 2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25678">
                  <a:moveTo>
                    <a:pt x="0" y="0"/>
                  </a:moveTo>
                  <a:lnTo>
                    <a:pt x="0" y="25678"/>
                  </a:lnTo>
                  <a:lnTo>
                    <a:pt x="56625" y="25678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7" name="Freeform 2576">
              <a:extLst>
                <a:ext uri="{FF2B5EF4-FFF2-40B4-BE49-F238E27FC236}">
                  <a16:creationId xmlns:a16="http://schemas.microsoft.com/office/drawing/2014/main" id="{067E648B-5D7C-A8C6-C4D6-96AAC2D3B59F}"/>
                </a:ext>
              </a:extLst>
            </p:cNvPr>
            <p:cNvSpPr/>
            <p:nvPr/>
          </p:nvSpPr>
          <p:spPr>
            <a:xfrm>
              <a:off x="4994931" y="2839934"/>
              <a:ext cx="56624" cy="25678"/>
            </a:xfrm>
            <a:custGeom>
              <a:avLst/>
              <a:gdLst>
                <a:gd name="csX0" fmla="*/ 0 w 56624"/>
                <a:gd name="csY0" fmla="*/ 0 h 25678"/>
                <a:gd name="csX1" fmla="*/ 0 w 56624"/>
                <a:gd name="csY1" fmla="*/ 25678 h 25678"/>
                <a:gd name="csX2" fmla="*/ 56625 w 56624"/>
                <a:gd name="csY2" fmla="*/ 25678 h 25678"/>
                <a:gd name="csX3" fmla="*/ 56625 w 56624"/>
                <a:gd name="csY3" fmla="*/ 0 h 25678"/>
                <a:gd name="csX4" fmla="*/ 0 w 56624"/>
                <a:gd name="csY4" fmla="*/ 0 h 25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25678">
                  <a:moveTo>
                    <a:pt x="0" y="0"/>
                  </a:moveTo>
                  <a:lnTo>
                    <a:pt x="0" y="25678"/>
                  </a:lnTo>
                  <a:lnTo>
                    <a:pt x="56625" y="25678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8" name="Freeform 2577">
              <a:extLst>
                <a:ext uri="{FF2B5EF4-FFF2-40B4-BE49-F238E27FC236}">
                  <a16:creationId xmlns:a16="http://schemas.microsoft.com/office/drawing/2014/main" id="{83781C6E-9BE8-452E-68A9-4EF7405AB0B9}"/>
                </a:ext>
              </a:extLst>
            </p:cNvPr>
            <p:cNvSpPr/>
            <p:nvPr/>
          </p:nvSpPr>
          <p:spPr>
            <a:xfrm>
              <a:off x="5051556" y="2844882"/>
              <a:ext cx="56624" cy="20731"/>
            </a:xfrm>
            <a:custGeom>
              <a:avLst/>
              <a:gdLst>
                <a:gd name="csX0" fmla="*/ 0 w 56624"/>
                <a:gd name="csY0" fmla="*/ 0 h 20731"/>
                <a:gd name="csX1" fmla="*/ 0 w 56624"/>
                <a:gd name="csY1" fmla="*/ 20731 h 20731"/>
                <a:gd name="csX2" fmla="*/ 56625 w 56624"/>
                <a:gd name="csY2" fmla="*/ 20731 h 20731"/>
                <a:gd name="csX3" fmla="*/ 56625 w 56624"/>
                <a:gd name="csY3" fmla="*/ 0 h 20731"/>
                <a:gd name="csX4" fmla="*/ 0 w 56624"/>
                <a:gd name="csY4" fmla="*/ 0 h 20731"/>
                <a:gd name="csX5" fmla="*/ 0 w 56624"/>
                <a:gd name="csY5" fmla="*/ 0 h 20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20731">
                  <a:moveTo>
                    <a:pt x="0" y="0"/>
                  </a:moveTo>
                  <a:lnTo>
                    <a:pt x="0" y="20731"/>
                  </a:lnTo>
                  <a:lnTo>
                    <a:pt x="56625" y="20731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" name="Freeform 2578">
              <a:extLst>
                <a:ext uri="{FF2B5EF4-FFF2-40B4-BE49-F238E27FC236}">
                  <a16:creationId xmlns:a16="http://schemas.microsoft.com/office/drawing/2014/main" id="{ED8DA389-523C-7A5F-DF19-B6C14852EF07}"/>
                </a:ext>
              </a:extLst>
            </p:cNvPr>
            <p:cNvSpPr/>
            <p:nvPr/>
          </p:nvSpPr>
          <p:spPr>
            <a:xfrm>
              <a:off x="5051556" y="2844882"/>
              <a:ext cx="56624" cy="20731"/>
            </a:xfrm>
            <a:custGeom>
              <a:avLst/>
              <a:gdLst>
                <a:gd name="csX0" fmla="*/ 0 w 56624"/>
                <a:gd name="csY0" fmla="*/ 0 h 20731"/>
                <a:gd name="csX1" fmla="*/ 0 w 56624"/>
                <a:gd name="csY1" fmla="*/ 20731 h 20731"/>
                <a:gd name="csX2" fmla="*/ 56625 w 56624"/>
                <a:gd name="csY2" fmla="*/ 20731 h 20731"/>
                <a:gd name="csX3" fmla="*/ 56625 w 56624"/>
                <a:gd name="csY3" fmla="*/ 0 h 20731"/>
                <a:gd name="csX4" fmla="*/ 0 w 56624"/>
                <a:gd name="csY4" fmla="*/ 0 h 20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20731">
                  <a:moveTo>
                    <a:pt x="0" y="0"/>
                  </a:moveTo>
                  <a:lnTo>
                    <a:pt x="0" y="20731"/>
                  </a:lnTo>
                  <a:lnTo>
                    <a:pt x="56625" y="20731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" name="Freeform 2579">
              <a:extLst>
                <a:ext uri="{FF2B5EF4-FFF2-40B4-BE49-F238E27FC236}">
                  <a16:creationId xmlns:a16="http://schemas.microsoft.com/office/drawing/2014/main" id="{726E3762-F572-DD49-1973-C2EA77F53D1F}"/>
                </a:ext>
              </a:extLst>
            </p:cNvPr>
            <p:cNvSpPr/>
            <p:nvPr/>
          </p:nvSpPr>
          <p:spPr>
            <a:xfrm>
              <a:off x="5108181" y="2851071"/>
              <a:ext cx="56624" cy="14541"/>
            </a:xfrm>
            <a:custGeom>
              <a:avLst/>
              <a:gdLst>
                <a:gd name="csX0" fmla="*/ 0 w 56624"/>
                <a:gd name="csY0" fmla="*/ 0 h 14541"/>
                <a:gd name="csX1" fmla="*/ 0 w 56624"/>
                <a:gd name="csY1" fmla="*/ 14542 h 14541"/>
                <a:gd name="csX2" fmla="*/ 56625 w 56624"/>
                <a:gd name="csY2" fmla="*/ 14542 h 14541"/>
                <a:gd name="csX3" fmla="*/ 56625 w 56624"/>
                <a:gd name="csY3" fmla="*/ 0 h 14541"/>
                <a:gd name="csX4" fmla="*/ 0 w 56624"/>
                <a:gd name="csY4" fmla="*/ 0 h 14541"/>
                <a:gd name="csX5" fmla="*/ 0 w 56624"/>
                <a:gd name="csY5" fmla="*/ 0 h 14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4541">
                  <a:moveTo>
                    <a:pt x="0" y="0"/>
                  </a:moveTo>
                  <a:lnTo>
                    <a:pt x="0" y="14542"/>
                  </a:lnTo>
                  <a:lnTo>
                    <a:pt x="56625" y="14542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1" name="Freeform 2580">
              <a:extLst>
                <a:ext uri="{FF2B5EF4-FFF2-40B4-BE49-F238E27FC236}">
                  <a16:creationId xmlns:a16="http://schemas.microsoft.com/office/drawing/2014/main" id="{91D17B6C-EB81-9AB2-D635-56E1A112BEA9}"/>
                </a:ext>
              </a:extLst>
            </p:cNvPr>
            <p:cNvSpPr/>
            <p:nvPr/>
          </p:nvSpPr>
          <p:spPr>
            <a:xfrm>
              <a:off x="5108181" y="2851071"/>
              <a:ext cx="56624" cy="14541"/>
            </a:xfrm>
            <a:custGeom>
              <a:avLst/>
              <a:gdLst>
                <a:gd name="csX0" fmla="*/ 0 w 56624"/>
                <a:gd name="csY0" fmla="*/ 0 h 14541"/>
                <a:gd name="csX1" fmla="*/ 0 w 56624"/>
                <a:gd name="csY1" fmla="*/ 14542 h 14541"/>
                <a:gd name="csX2" fmla="*/ 56625 w 56624"/>
                <a:gd name="csY2" fmla="*/ 14542 h 14541"/>
                <a:gd name="csX3" fmla="*/ 56625 w 56624"/>
                <a:gd name="csY3" fmla="*/ 0 h 14541"/>
                <a:gd name="csX4" fmla="*/ 0 w 56624"/>
                <a:gd name="csY4" fmla="*/ 0 h 14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4541">
                  <a:moveTo>
                    <a:pt x="0" y="0"/>
                  </a:moveTo>
                  <a:lnTo>
                    <a:pt x="0" y="14542"/>
                  </a:lnTo>
                  <a:lnTo>
                    <a:pt x="56625" y="14542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2" name="Freeform 2581">
              <a:extLst>
                <a:ext uri="{FF2B5EF4-FFF2-40B4-BE49-F238E27FC236}">
                  <a16:creationId xmlns:a16="http://schemas.microsoft.com/office/drawing/2014/main" id="{E3857744-CD1D-FE6E-5892-481B95592923}"/>
                </a:ext>
              </a:extLst>
            </p:cNvPr>
            <p:cNvSpPr/>
            <p:nvPr/>
          </p:nvSpPr>
          <p:spPr>
            <a:xfrm>
              <a:off x="5164805" y="2853658"/>
              <a:ext cx="56635" cy="11954"/>
            </a:xfrm>
            <a:custGeom>
              <a:avLst/>
              <a:gdLst>
                <a:gd name="csX0" fmla="*/ 0 w 56635"/>
                <a:gd name="csY0" fmla="*/ 0 h 11954"/>
                <a:gd name="csX1" fmla="*/ 0 w 56635"/>
                <a:gd name="csY1" fmla="*/ 11954 h 11954"/>
                <a:gd name="csX2" fmla="*/ 56635 w 56635"/>
                <a:gd name="csY2" fmla="*/ 11954 h 11954"/>
                <a:gd name="csX3" fmla="*/ 56635 w 56635"/>
                <a:gd name="csY3" fmla="*/ 0 h 11954"/>
                <a:gd name="csX4" fmla="*/ 0 w 56635"/>
                <a:gd name="csY4" fmla="*/ 0 h 11954"/>
                <a:gd name="csX5" fmla="*/ 0 w 56635"/>
                <a:gd name="csY5" fmla="*/ 0 h 11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35" h="11954">
                  <a:moveTo>
                    <a:pt x="0" y="0"/>
                  </a:moveTo>
                  <a:lnTo>
                    <a:pt x="0" y="11954"/>
                  </a:lnTo>
                  <a:lnTo>
                    <a:pt x="56635" y="11954"/>
                  </a:lnTo>
                  <a:lnTo>
                    <a:pt x="566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3" name="Freeform 2582">
              <a:extLst>
                <a:ext uri="{FF2B5EF4-FFF2-40B4-BE49-F238E27FC236}">
                  <a16:creationId xmlns:a16="http://schemas.microsoft.com/office/drawing/2014/main" id="{1D99C664-C908-EA7C-E4BB-9BD1C8A1D041}"/>
                </a:ext>
              </a:extLst>
            </p:cNvPr>
            <p:cNvSpPr/>
            <p:nvPr/>
          </p:nvSpPr>
          <p:spPr>
            <a:xfrm>
              <a:off x="5164805" y="2853658"/>
              <a:ext cx="56635" cy="11954"/>
            </a:xfrm>
            <a:custGeom>
              <a:avLst/>
              <a:gdLst>
                <a:gd name="csX0" fmla="*/ 0 w 56635"/>
                <a:gd name="csY0" fmla="*/ 0 h 11954"/>
                <a:gd name="csX1" fmla="*/ 0 w 56635"/>
                <a:gd name="csY1" fmla="*/ 11954 h 11954"/>
                <a:gd name="csX2" fmla="*/ 56635 w 56635"/>
                <a:gd name="csY2" fmla="*/ 11954 h 11954"/>
                <a:gd name="csX3" fmla="*/ 56635 w 56635"/>
                <a:gd name="csY3" fmla="*/ 0 h 11954"/>
                <a:gd name="csX4" fmla="*/ 0 w 56635"/>
                <a:gd name="csY4" fmla="*/ 0 h 11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35" h="11954">
                  <a:moveTo>
                    <a:pt x="0" y="0"/>
                  </a:moveTo>
                  <a:lnTo>
                    <a:pt x="0" y="11954"/>
                  </a:lnTo>
                  <a:lnTo>
                    <a:pt x="56635" y="11954"/>
                  </a:lnTo>
                  <a:lnTo>
                    <a:pt x="5663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4" name="Freeform 2583">
              <a:extLst>
                <a:ext uri="{FF2B5EF4-FFF2-40B4-BE49-F238E27FC236}">
                  <a16:creationId xmlns:a16="http://schemas.microsoft.com/office/drawing/2014/main" id="{8B468765-644F-1B20-8F22-E72EF908E4FC}"/>
                </a:ext>
              </a:extLst>
            </p:cNvPr>
            <p:cNvSpPr/>
            <p:nvPr/>
          </p:nvSpPr>
          <p:spPr>
            <a:xfrm>
              <a:off x="5221441" y="2857788"/>
              <a:ext cx="56624" cy="7824"/>
            </a:xfrm>
            <a:custGeom>
              <a:avLst/>
              <a:gdLst>
                <a:gd name="csX0" fmla="*/ 0 w 56624"/>
                <a:gd name="csY0" fmla="*/ 0 h 7824"/>
                <a:gd name="csX1" fmla="*/ 0 w 56624"/>
                <a:gd name="csY1" fmla="*/ 7825 h 7824"/>
                <a:gd name="csX2" fmla="*/ 56625 w 56624"/>
                <a:gd name="csY2" fmla="*/ 7825 h 7824"/>
                <a:gd name="csX3" fmla="*/ 56625 w 56624"/>
                <a:gd name="csY3" fmla="*/ 0 h 7824"/>
                <a:gd name="csX4" fmla="*/ 0 w 56624"/>
                <a:gd name="csY4" fmla="*/ 0 h 7824"/>
                <a:gd name="csX5" fmla="*/ 0 w 56624"/>
                <a:gd name="csY5" fmla="*/ 0 h 7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7824">
                  <a:moveTo>
                    <a:pt x="0" y="0"/>
                  </a:moveTo>
                  <a:lnTo>
                    <a:pt x="0" y="7825"/>
                  </a:lnTo>
                  <a:lnTo>
                    <a:pt x="56625" y="7825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5" name="Freeform 2584">
              <a:extLst>
                <a:ext uri="{FF2B5EF4-FFF2-40B4-BE49-F238E27FC236}">
                  <a16:creationId xmlns:a16="http://schemas.microsoft.com/office/drawing/2014/main" id="{044464B7-DAF2-9B57-095F-6CB638F4640F}"/>
                </a:ext>
              </a:extLst>
            </p:cNvPr>
            <p:cNvSpPr/>
            <p:nvPr/>
          </p:nvSpPr>
          <p:spPr>
            <a:xfrm>
              <a:off x="5221441" y="2857788"/>
              <a:ext cx="56624" cy="7824"/>
            </a:xfrm>
            <a:custGeom>
              <a:avLst/>
              <a:gdLst>
                <a:gd name="csX0" fmla="*/ 0 w 56624"/>
                <a:gd name="csY0" fmla="*/ 0 h 7824"/>
                <a:gd name="csX1" fmla="*/ 0 w 56624"/>
                <a:gd name="csY1" fmla="*/ 7825 h 7824"/>
                <a:gd name="csX2" fmla="*/ 56625 w 56624"/>
                <a:gd name="csY2" fmla="*/ 7825 h 7824"/>
                <a:gd name="csX3" fmla="*/ 56625 w 56624"/>
                <a:gd name="csY3" fmla="*/ 0 h 7824"/>
                <a:gd name="csX4" fmla="*/ 0 w 56624"/>
                <a:gd name="csY4" fmla="*/ 0 h 78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7824">
                  <a:moveTo>
                    <a:pt x="0" y="0"/>
                  </a:moveTo>
                  <a:lnTo>
                    <a:pt x="0" y="7825"/>
                  </a:lnTo>
                  <a:lnTo>
                    <a:pt x="56625" y="7825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6" name="Freeform 2585">
              <a:extLst>
                <a:ext uri="{FF2B5EF4-FFF2-40B4-BE49-F238E27FC236}">
                  <a16:creationId xmlns:a16="http://schemas.microsoft.com/office/drawing/2014/main" id="{A69A5614-39EE-B72D-2A68-05D5C8849F49}"/>
                </a:ext>
              </a:extLst>
            </p:cNvPr>
            <p:cNvSpPr/>
            <p:nvPr/>
          </p:nvSpPr>
          <p:spPr>
            <a:xfrm>
              <a:off x="5278065" y="2857426"/>
              <a:ext cx="56624" cy="8186"/>
            </a:xfrm>
            <a:custGeom>
              <a:avLst/>
              <a:gdLst>
                <a:gd name="csX0" fmla="*/ 0 w 56624"/>
                <a:gd name="csY0" fmla="*/ 0 h 8186"/>
                <a:gd name="csX1" fmla="*/ 0 w 56624"/>
                <a:gd name="csY1" fmla="*/ 8187 h 8186"/>
                <a:gd name="csX2" fmla="*/ 56625 w 56624"/>
                <a:gd name="csY2" fmla="*/ 8187 h 8186"/>
                <a:gd name="csX3" fmla="*/ 56625 w 56624"/>
                <a:gd name="csY3" fmla="*/ 0 h 8186"/>
                <a:gd name="csX4" fmla="*/ 0 w 56624"/>
                <a:gd name="csY4" fmla="*/ 0 h 8186"/>
                <a:gd name="csX5" fmla="*/ 0 w 56624"/>
                <a:gd name="csY5" fmla="*/ 0 h 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8186">
                  <a:moveTo>
                    <a:pt x="0" y="0"/>
                  </a:moveTo>
                  <a:lnTo>
                    <a:pt x="0" y="8187"/>
                  </a:lnTo>
                  <a:lnTo>
                    <a:pt x="56625" y="8187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7" name="Freeform 2586">
              <a:extLst>
                <a:ext uri="{FF2B5EF4-FFF2-40B4-BE49-F238E27FC236}">
                  <a16:creationId xmlns:a16="http://schemas.microsoft.com/office/drawing/2014/main" id="{25E05BC5-9FC9-940A-DDC7-5E8A3C5D2D7C}"/>
                </a:ext>
              </a:extLst>
            </p:cNvPr>
            <p:cNvSpPr/>
            <p:nvPr/>
          </p:nvSpPr>
          <p:spPr>
            <a:xfrm>
              <a:off x="5278065" y="2857426"/>
              <a:ext cx="56624" cy="8186"/>
            </a:xfrm>
            <a:custGeom>
              <a:avLst/>
              <a:gdLst>
                <a:gd name="csX0" fmla="*/ 0 w 56624"/>
                <a:gd name="csY0" fmla="*/ 0 h 8186"/>
                <a:gd name="csX1" fmla="*/ 0 w 56624"/>
                <a:gd name="csY1" fmla="*/ 8187 h 8186"/>
                <a:gd name="csX2" fmla="*/ 56625 w 56624"/>
                <a:gd name="csY2" fmla="*/ 8187 h 8186"/>
                <a:gd name="csX3" fmla="*/ 56625 w 56624"/>
                <a:gd name="csY3" fmla="*/ 0 h 8186"/>
                <a:gd name="csX4" fmla="*/ 0 w 56624"/>
                <a:gd name="csY4" fmla="*/ 0 h 8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8186">
                  <a:moveTo>
                    <a:pt x="0" y="0"/>
                  </a:moveTo>
                  <a:lnTo>
                    <a:pt x="0" y="8187"/>
                  </a:lnTo>
                  <a:lnTo>
                    <a:pt x="56625" y="8187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8" name="Freeform 2587">
              <a:extLst>
                <a:ext uri="{FF2B5EF4-FFF2-40B4-BE49-F238E27FC236}">
                  <a16:creationId xmlns:a16="http://schemas.microsoft.com/office/drawing/2014/main" id="{4D10CD5C-6066-182D-1EB7-6036A15E633A}"/>
                </a:ext>
              </a:extLst>
            </p:cNvPr>
            <p:cNvSpPr/>
            <p:nvPr/>
          </p:nvSpPr>
          <p:spPr>
            <a:xfrm>
              <a:off x="5334690" y="2859486"/>
              <a:ext cx="56624" cy="6127"/>
            </a:xfrm>
            <a:custGeom>
              <a:avLst/>
              <a:gdLst>
                <a:gd name="csX0" fmla="*/ 0 w 56624"/>
                <a:gd name="csY0" fmla="*/ 0 h 6127"/>
                <a:gd name="csX1" fmla="*/ 0 w 56624"/>
                <a:gd name="csY1" fmla="*/ 6127 h 6127"/>
                <a:gd name="csX2" fmla="*/ 56625 w 56624"/>
                <a:gd name="csY2" fmla="*/ 6127 h 6127"/>
                <a:gd name="csX3" fmla="*/ 56625 w 56624"/>
                <a:gd name="csY3" fmla="*/ 0 h 6127"/>
                <a:gd name="csX4" fmla="*/ 0 w 56624"/>
                <a:gd name="csY4" fmla="*/ 0 h 6127"/>
                <a:gd name="csX5" fmla="*/ 0 w 56624"/>
                <a:gd name="csY5" fmla="*/ 0 h 6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6127">
                  <a:moveTo>
                    <a:pt x="0" y="0"/>
                  </a:moveTo>
                  <a:lnTo>
                    <a:pt x="0" y="6127"/>
                  </a:lnTo>
                  <a:lnTo>
                    <a:pt x="56625" y="6127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9" name="Freeform 2588">
              <a:extLst>
                <a:ext uri="{FF2B5EF4-FFF2-40B4-BE49-F238E27FC236}">
                  <a16:creationId xmlns:a16="http://schemas.microsoft.com/office/drawing/2014/main" id="{4D458DDF-92C4-FDBF-DB06-BC42179AF989}"/>
                </a:ext>
              </a:extLst>
            </p:cNvPr>
            <p:cNvSpPr/>
            <p:nvPr/>
          </p:nvSpPr>
          <p:spPr>
            <a:xfrm>
              <a:off x="5334690" y="2859486"/>
              <a:ext cx="56624" cy="6127"/>
            </a:xfrm>
            <a:custGeom>
              <a:avLst/>
              <a:gdLst>
                <a:gd name="csX0" fmla="*/ 0 w 56624"/>
                <a:gd name="csY0" fmla="*/ 0 h 6127"/>
                <a:gd name="csX1" fmla="*/ 0 w 56624"/>
                <a:gd name="csY1" fmla="*/ 6127 h 6127"/>
                <a:gd name="csX2" fmla="*/ 56625 w 56624"/>
                <a:gd name="csY2" fmla="*/ 6127 h 6127"/>
                <a:gd name="csX3" fmla="*/ 56625 w 56624"/>
                <a:gd name="csY3" fmla="*/ 0 h 6127"/>
                <a:gd name="csX4" fmla="*/ 0 w 56624"/>
                <a:gd name="csY4" fmla="*/ 0 h 6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6127">
                  <a:moveTo>
                    <a:pt x="0" y="0"/>
                  </a:moveTo>
                  <a:lnTo>
                    <a:pt x="0" y="6127"/>
                  </a:lnTo>
                  <a:lnTo>
                    <a:pt x="56625" y="6127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0" name="Freeform 2589">
              <a:extLst>
                <a:ext uri="{FF2B5EF4-FFF2-40B4-BE49-F238E27FC236}">
                  <a16:creationId xmlns:a16="http://schemas.microsoft.com/office/drawing/2014/main" id="{85244793-7518-1E90-FC35-63B9CDE8E0F3}"/>
                </a:ext>
              </a:extLst>
            </p:cNvPr>
            <p:cNvSpPr/>
            <p:nvPr/>
          </p:nvSpPr>
          <p:spPr>
            <a:xfrm>
              <a:off x="5391315" y="2861556"/>
              <a:ext cx="56624" cy="4057"/>
            </a:xfrm>
            <a:custGeom>
              <a:avLst/>
              <a:gdLst>
                <a:gd name="csX0" fmla="*/ 0 w 56624"/>
                <a:gd name="csY0" fmla="*/ 0 h 4057"/>
                <a:gd name="csX1" fmla="*/ 0 w 56624"/>
                <a:gd name="csY1" fmla="*/ 4057 h 4057"/>
                <a:gd name="csX2" fmla="*/ 56625 w 56624"/>
                <a:gd name="csY2" fmla="*/ 4057 h 4057"/>
                <a:gd name="csX3" fmla="*/ 56625 w 56624"/>
                <a:gd name="csY3" fmla="*/ 0 h 4057"/>
                <a:gd name="csX4" fmla="*/ 0 w 56624"/>
                <a:gd name="csY4" fmla="*/ 0 h 4057"/>
                <a:gd name="csX5" fmla="*/ 0 w 56624"/>
                <a:gd name="csY5" fmla="*/ 0 h 4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4057">
                  <a:moveTo>
                    <a:pt x="0" y="0"/>
                  </a:moveTo>
                  <a:lnTo>
                    <a:pt x="0" y="4057"/>
                  </a:lnTo>
                  <a:lnTo>
                    <a:pt x="56625" y="4057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1" name="Freeform 2590">
              <a:extLst>
                <a:ext uri="{FF2B5EF4-FFF2-40B4-BE49-F238E27FC236}">
                  <a16:creationId xmlns:a16="http://schemas.microsoft.com/office/drawing/2014/main" id="{E440241B-4791-BBAB-F171-999DB85B708A}"/>
                </a:ext>
              </a:extLst>
            </p:cNvPr>
            <p:cNvSpPr/>
            <p:nvPr/>
          </p:nvSpPr>
          <p:spPr>
            <a:xfrm>
              <a:off x="5391315" y="2861556"/>
              <a:ext cx="56624" cy="4057"/>
            </a:xfrm>
            <a:custGeom>
              <a:avLst/>
              <a:gdLst>
                <a:gd name="csX0" fmla="*/ 0 w 56624"/>
                <a:gd name="csY0" fmla="*/ 0 h 4057"/>
                <a:gd name="csX1" fmla="*/ 0 w 56624"/>
                <a:gd name="csY1" fmla="*/ 4057 h 4057"/>
                <a:gd name="csX2" fmla="*/ 56625 w 56624"/>
                <a:gd name="csY2" fmla="*/ 4057 h 4057"/>
                <a:gd name="csX3" fmla="*/ 56625 w 56624"/>
                <a:gd name="csY3" fmla="*/ 0 h 4057"/>
                <a:gd name="csX4" fmla="*/ 0 w 56624"/>
                <a:gd name="csY4" fmla="*/ 0 h 4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4057">
                  <a:moveTo>
                    <a:pt x="0" y="0"/>
                  </a:moveTo>
                  <a:lnTo>
                    <a:pt x="0" y="4057"/>
                  </a:lnTo>
                  <a:lnTo>
                    <a:pt x="56625" y="4057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2" name="Freeform 2591">
              <a:extLst>
                <a:ext uri="{FF2B5EF4-FFF2-40B4-BE49-F238E27FC236}">
                  <a16:creationId xmlns:a16="http://schemas.microsoft.com/office/drawing/2014/main" id="{4FBDD849-16AE-BCAE-04D3-B6F7AEB7CD8B}"/>
                </a:ext>
              </a:extLst>
            </p:cNvPr>
            <p:cNvSpPr/>
            <p:nvPr/>
          </p:nvSpPr>
          <p:spPr>
            <a:xfrm>
              <a:off x="5447940" y="2862808"/>
              <a:ext cx="56624" cy="2804"/>
            </a:xfrm>
            <a:custGeom>
              <a:avLst/>
              <a:gdLst>
                <a:gd name="csX0" fmla="*/ 0 w 56624"/>
                <a:gd name="csY0" fmla="*/ 0 h 2804"/>
                <a:gd name="csX1" fmla="*/ 0 w 56624"/>
                <a:gd name="csY1" fmla="*/ 2805 h 2804"/>
                <a:gd name="csX2" fmla="*/ 56625 w 56624"/>
                <a:gd name="csY2" fmla="*/ 2805 h 2804"/>
                <a:gd name="csX3" fmla="*/ 56625 w 56624"/>
                <a:gd name="csY3" fmla="*/ 0 h 2804"/>
                <a:gd name="csX4" fmla="*/ 0 w 56624"/>
                <a:gd name="csY4" fmla="*/ 0 h 2804"/>
                <a:gd name="csX5" fmla="*/ 0 w 56624"/>
                <a:gd name="csY5" fmla="*/ 0 h 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2804">
                  <a:moveTo>
                    <a:pt x="0" y="0"/>
                  </a:moveTo>
                  <a:lnTo>
                    <a:pt x="0" y="2805"/>
                  </a:lnTo>
                  <a:lnTo>
                    <a:pt x="56625" y="2805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3" name="Freeform 2592">
              <a:extLst>
                <a:ext uri="{FF2B5EF4-FFF2-40B4-BE49-F238E27FC236}">
                  <a16:creationId xmlns:a16="http://schemas.microsoft.com/office/drawing/2014/main" id="{1A4511A6-3BBB-C490-63A9-784882167B9B}"/>
                </a:ext>
              </a:extLst>
            </p:cNvPr>
            <p:cNvSpPr/>
            <p:nvPr/>
          </p:nvSpPr>
          <p:spPr>
            <a:xfrm>
              <a:off x="5447940" y="2862808"/>
              <a:ext cx="56624" cy="2804"/>
            </a:xfrm>
            <a:custGeom>
              <a:avLst/>
              <a:gdLst>
                <a:gd name="csX0" fmla="*/ 0 w 56624"/>
                <a:gd name="csY0" fmla="*/ 0 h 2804"/>
                <a:gd name="csX1" fmla="*/ 0 w 56624"/>
                <a:gd name="csY1" fmla="*/ 2805 h 2804"/>
                <a:gd name="csX2" fmla="*/ 56625 w 56624"/>
                <a:gd name="csY2" fmla="*/ 2805 h 2804"/>
                <a:gd name="csX3" fmla="*/ 56625 w 56624"/>
                <a:gd name="csY3" fmla="*/ 0 h 2804"/>
                <a:gd name="csX4" fmla="*/ 0 w 56624"/>
                <a:gd name="csY4" fmla="*/ 0 h 28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2804">
                  <a:moveTo>
                    <a:pt x="0" y="0"/>
                  </a:moveTo>
                  <a:lnTo>
                    <a:pt x="0" y="2805"/>
                  </a:lnTo>
                  <a:lnTo>
                    <a:pt x="56625" y="2805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4" name="Freeform 2593">
              <a:extLst>
                <a:ext uri="{FF2B5EF4-FFF2-40B4-BE49-F238E27FC236}">
                  <a16:creationId xmlns:a16="http://schemas.microsoft.com/office/drawing/2014/main" id="{B50C3ADC-66E5-08E6-4506-8A97D968C238}"/>
                </a:ext>
              </a:extLst>
            </p:cNvPr>
            <p:cNvSpPr/>
            <p:nvPr/>
          </p:nvSpPr>
          <p:spPr>
            <a:xfrm>
              <a:off x="5504565" y="2862880"/>
              <a:ext cx="56635" cy="2732"/>
            </a:xfrm>
            <a:custGeom>
              <a:avLst/>
              <a:gdLst>
                <a:gd name="csX0" fmla="*/ 0 w 56635"/>
                <a:gd name="csY0" fmla="*/ 0 h 2732"/>
                <a:gd name="csX1" fmla="*/ 0 w 56635"/>
                <a:gd name="csY1" fmla="*/ 2732 h 2732"/>
                <a:gd name="csX2" fmla="*/ 56635 w 56635"/>
                <a:gd name="csY2" fmla="*/ 2732 h 2732"/>
                <a:gd name="csX3" fmla="*/ 56635 w 56635"/>
                <a:gd name="csY3" fmla="*/ 0 h 2732"/>
                <a:gd name="csX4" fmla="*/ 0 w 56635"/>
                <a:gd name="csY4" fmla="*/ 0 h 2732"/>
                <a:gd name="csX5" fmla="*/ 0 w 56635"/>
                <a:gd name="csY5" fmla="*/ 0 h 2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35" h="2732">
                  <a:moveTo>
                    <a:pt x="0" y="0"/>
                  </a:moveTo>
                  <a:lnTo>
                    <a:pt x="0" y="2732"/>
                  </a:lnTo>
                  <a:lnTo>
                    <a:pt x="56635" y="2732"/>
                  </a:lnTo>
                  <a:lnTo>
                    <a:pt x="566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5" name="Freeform 2594">
              <a:extLst>
                <a:ext uri="{FF2B5EF4-FFF2-40B4-BE49-F238E27FC236}">
                  <a16:creationId xmlns:a16="http://schemas.microsoft.com/office/drawing/2014/main" id="{4CD1D63F-541F-7FF6-39AE-3D03F73C3D6A}"/>
                </a:ext>
              </a:extLst>
            </p:cNvPr>
            <p:cNvSpPr/>
            <p:nvPr/>
          </p:nvSpPr>
          <p:spPr>
            <a:xfrm>
              <a:off x="5504565" y="2862880"/>
              <a:ext cx="56635" cy="2732"/>
            </a:xfrm>
            <a:custGeom>
              <a:avLst/>
              <a:gdLst>
                <a:gd name="csX0" fmla="*/ 0 w 56635"/>
                <a:gd name="csY0" fmla="*/ 0 h 2732"/>
                <a:gd name="csX1" fmla="*/ 0 w 56635"/>
                <a:gd name="csY1" fmla="*/ 2732 h 2732"/>
                <a:gd name="csX2" fmla="*/ 56635 w 56635"/>
                <a:gd name="csY2" fmla="*/ 2732 h 2732"/>
                <a:gd name="csX3" fmla="*/ 56635 w 56635"/>
                <a:gd name="csY3" fmla="*/ 0 h 2732"/>
                <a:gd name="csX4" fmla="*/ 0 w 56635"/>
                <a:gd name="csY4" fmla="*/ 0 h 2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35" h="2732">
                  <a:moveTo>
                    <a:pt x="0" y="0"/>
                  </a:moveTo>
                  <a:lnTo>
                    <a:pt x="0" y="2732"/>
                  </a:lnTo>
                  <a:lnTo>
                    <a:pt x="56635" y="2732"/>
                  </a:lnTo>
                  <a:lnTo>
                    <a:pt x="5663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6" name="Freeform 2595">
              <a:extLst>
                <a:ext uri="{FF2B5EF4-FFF2-40B4-BE49-F238E27FC236}">
                  <a16:creationId xmlns:a16="http://schemas.microsoft.com/office/drawing/2014/main" id="{A4575658-AD24-850D-9A67-62840016945C}"/>
                </a:ext>
              </a:extLst>
            </p:cNvPr>
            <p:cNvSpPr/>
            <p:nvPr/>
          </p:nvSpPr>
          <p:spPr>
            <a:xfrm>
              <a:off x="5561200" y="2863770"/>
              <a:ext cx="56624" cy="1842"/>
            </a:xfrm>
            <a:custGeom>
              <a:avLst/>
              <a:gdLst>
                <a:gd name="csX0" fmla="*/ 0 w 56624"/>
                <a:gd name="csY0" fmla="*/ 0 h 1842"/>
                <a:gd name="csX1" fmla="*/ 0 w 56624"/>
                <a:gd name="csY1" fmla="*/ 1842 h 1842"/>
                <a:gd name="csX2" fmla="*/ 56625 w 56624"/>
                <a:gd name="csY2" fmla="*/ 1842 h 1842"/>
                <a:gd name="csX3" fmla="*/ 56625 w 56624"/>
                <a:gd name="csY3" fmla="*/ 0 h 1842"/>
                <a:gd name="csX4" fmla="*/ 0 w 56624"/>
                <a:gd name="csY4" fmla="*/ 0 h 1842"/>
                <a:gd name="csX5" fmla="*/ 0 w 56624"/>
                <a:gd name="csY5" fmla="*/ 0 h 1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842">
                  <a:moveTo>
                    <a:pt x="0" y="0"/>
                  </a:moveTo>
                  <a:lnTo>
                    <a:pt x="0" y="1842"/>
                  </a:lnTo>
                  <a:lnTo>
                    <a:pt x="56625" y="1842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7" name="Freeform 2596">
              <a:extLst>
                <a:ext uri="{FF2B5EF4-FFF2-40B4-BE49-F238E27FC236}">
                  <a16:creationId xmlns:a16="http://schemas.microsoft.com/office/drawing/2014/main" id="{C5F5B0B6-7C6E-BD38-4410-23DB6756A42B}"/>
                </a:ext>
              </a:extLst>
            </p:cNvPr>
            <p:cNvSpPr/>
            <p:nvPr/>
          </p:nvSpPr>
          <p:spPr>
            <a:xfrm>
              <a:off x="5561200" y="2863770"/>
              <a:ext cx="56624" cy="1842"/>
            </a:xfrm>
            <a:custGeom>
              <a:avLst/>
              <a:gdLst>
                <a:gd name="csX0" fmla="*/ 0 w 56624"/>
                <a:gd name="csY0" fmla="*/ 0 h 1842"/>
                <a:gd name="csX1" fmla="*/ 0 w 56624"/>
                <a:gd name="csY1" fmla="*/ 1842 h 1842"/>
                <a:gd name="csX2" fmla="*/ 56625 w 56624"/>
                <a:gd name="csY2" fmla="*/ 1842 h 1842"/>
                <a:gd name="csX3" fmla="*/ 56625 w 56624"/>
                <a:gd name="csY3" fmla="*/ 0 h 1842"/>
                <a:gd name="csX4" fmla="*/ 0 w 56624"/>
                <a:gd name="csY4" fmla="*/ 0 h 1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842">
                  <a:moveTo>
                    <a:pt x="0" y="0"/>
                  </a:moveTo>
                  <a:lnTo>
                    <a:pt x="0" y="1842"/>
                  </a:lnTo>
                  <a:lnTo>
                    <a:pt x="56625" y="1842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8" name="Freeform 2597">
              <a:extLst>
                <a:ext uri="{FF2B5EF4-FFF2-40B4-BE49-F238E27FC236}">
                  <a16:creationId xmlns:a16="http://schemas.microsoft.com/office/drawing/2014/main" id="{2AA71A0F-8436-79B7-803D-5E9BF08560E3}"/>
                </a:ext>
              </a:extLst>
            </p:cNvPr>
            <p:cNvSpPr/>
            <p:nvPr/>
          </p:nvSpPr>
          <p:spPr>
            <a:xfrm>
              <a:off x="5617825" y="2864360"/>
              <a:ext cx="56624" cy="1252"/>
            </a:xfrm>
            <a:custGeom>
              <a:avLst/>
              <a:gdLst>
                <a:gd name="csX0" fmla="*/ 0 w 56624"/>
                <a:gd name="csY0" fmla="*/ 0 h 1252"/>
                <a:gd name="csX1" fmla="*/ 0 w 56624"/>
                <a:gd name="csY1" fmla="*/ 1252 h 1252"/>
                <a:gd name="csX2" fmla="*/ 56625 w 56624"/>
                <a:gd name="csY2" fmla="*/ 1252 h 1252"/>
                <a:gd name="csX3" fmla="*/ 56625 w 56624"/>
                <a:gd name="csY3" fmla="*/ 0 h 1252"/>
                <a:gd name="csX4" fmla="*/ 0 w 56624"/>
                <a:gd name="csY4" fmla="*/ 0 h 1252"/>
                <a:gd name="csX5" fmla="*/ 0 w 56624"/>
                <a:gd name="csY5" fmla="*/ 0 h 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252">
                  <a:moveTo>
                    <a:pt x="0" y="0"/>
                  </a:moveTo>
                  <a:lnTo>
                    <a:pt x="0" y="1252"/>
                  </a:lnTo>
                  <a:lnTo>
                    <a:pt x="56625" y="1252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9" name="Freeform 2598">
              <a:extLst>
                <a:ext uri="{FF2B5EF4-FFF2-40B4-BE49-F238E27FC236}">
                  <a16:creationId xmlns:a16="http://schemas.microsoft.com/office/drawing/2014/main" id="{771B6697-473E-252E-A468-1A33BF7E6835}"/>
                </a:ext>
              </a:extLst>
            </p:cNvPr>
            <p:cNvSpPr/>
            <p:nvPr/>
          </p:nvSpPr>
          <p:spPr>
            <a:xfrm>
              <a:off x="5617825" y="2864360"/>
              <a:ext cx="56624" cy="1252"/>
            </a:xfrm>
            <a:custGeom>
              <a:avLst/>
              <a:gdLst>
                <a:gd name="csX0" fmla="*/ 0 w 56624"/>
                <a:gd name="csY0" fmla="*/ 0 h 1252"/>
                <a:gd name="csX1" fmla="*/ 0 w 56624"/>
                <a:gd name="csY1" fmla="*/ 1252 h 1252"/>
                <a:gd name="csX2" fmla="*/ 56625 w 56624"/>
                <a:gd name="csY2" fmla="*/ 1252 h 1252"/>
                <a:gd name="csX3" fmla="*/ 56625 w 56624"/>
                <a:gd name="csY3" fmla="*/ 0 h 1252"/>
                <a:gd name="csX4" fmla="*/ 0 w 56624"/>
                <a:gd name="csY4" fmla="*/ 0 h 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252">
                  <a:moveTo>
                    <a:pt x="0" y="0"/>
                  </a:moveTo>
                  <a:lnTo>
                    <a:pt x="0" y="1252"/>
                  </a:lnTo>
                  <a:lnTo>
                    <a:pt x="56625" y="1252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0" name="Freeform 2599">
              <a:extLst>
                <a:ext uri="{FF2B5EF4-FFF2-40B4-BE49-F238E27FC236}">
                  <a16:creationId xmlns:a16="http://schemas.microsoft.com/office/drawing/2014/main" id="{29E7DB3E-2BA0-39BC-0711-17B32D56B73B}"/>
                </a:ext>
              </a:extLst>
            </p:cNvPr>
            <p:cNvSpPr/>
            <p:nvPr/>
          </p:nvSpPr>
          <p:spPr>
            <a:xfrm>
              <a:off x="5674449" y="2864360"/>
              <a:ext cx="56624" cy="1252"/>
            </a:xfrm>
            <a:custGeom>
              <a:avLst/>
              <a:gdLst>
                <a:gd name="csX0" fmla="*/ 0 w 56624"/>
                <a:gd name="csY0" fmla="*/ 0 h 1252"/>
                <a:gd name="csX1" fmla="*/ 0 w 56624"/>
                <a:gd name="csY1" fmla="*/ 1252 h 1252"/>
                <a:gd name="csX2" fmla="*/ 56625 w 56624"/>
                <a:gd name="csY2" fmla="*/ 1252 h 1252"/>
                <a:gd name="csX3" fmla="*/ 56625 w 56624"/>
                <a:gd name="csY3" fmla="*/ 0 h 1252"/>
                <a:gd name="csX4" fmla="*/ 0 w 56624"/>
                <a:gd name="csY4" fmla="*/ 0 h 1252"/>
                <a:gd name="csX5" fmla="*/ 0 w 56624"/>
                <a:gd name="csY5" fmla="*/ 0 h 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4" h="1252">
                  <a:moveTo>
                    <a:pt x="0" y="0"/>
                  </a:moveTo>
                  <a:lnTo>
                    <a:pt x="0" y="1252"/>
                  </a:lnTo>
                  <a:lnTo>
                    <a:pt x="56625" y="1252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1" name="Freeform 2600">
              <a:extLst>
                <a:ext uri="{FF2B5EF4-FFF2-40B4-BE49-F238E27FC236}">
                  <a16:creationId xmlns:a16="http://schemas.microsoft.com/office/drawing/2014/main" id="{B5F01C59-BBC1-AD18-E1D1-C02C9E4E3B05}"/>
                </a:ext>
              </a:extLst>
            </p:cNvPr>
            <p:cNvSpPr/>
            <p:nvPr/>
          </p:nvSpPr>
          <p:spPr>
            <a:xfrm>
              <a:off x="5674449" y="2864360"/>
              <a:ext cx="56624" cy="1252"/>
            </a:xfrm>
            <a:custGeom>
              <a:avLst/>
              <a:gdLst>
                <a:gd name="csX0" fmla="*/ 0 w 56624"/>
                <a:gd name="csY0" fmla="*/ 0 h 1252"/>
                <a:gd name="csX1" fmla="*/ 0 w 56624"/>
                <a:gd name="csY1" fmla="*/ 1252 h 1252"/>
                <a:gd name="csX2" fmla="*/ 56625 w 56624"/>
                <a:gd name="csY2" fmla="*/ 1252 h 1252"/>
                <a:gd name="csX3" fmla="*/ 56625 w 56624"/>
                <a:gd name="csY3" fmla="*/ 0 h 1252"/>
                <a:gd name="csX4" fmla="*/ 0 w 56624"/>
                <a:gd name="csY4" fmla="*/ 0 h 1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4" h="1252">
                  <a:moveTo>
                    <a:pt x="0" y="0"/>
                  </a:moveTo>
                  <a:lnTo>
                    <a:pt x="0" y="1252"/>
                  </a:lnTo>
                  <a:lnTo>
                    <a:pt x="56625" y="1252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2" name="Freeform 2601">
              <a:extLst>
                <a:ext uri="{FF2B5EF4-FFF2-40B4-BE49-F238E27FC236}">
                  <a16:creationId xmlns:a16="http://schemas.microsoft.com/office/drawing/2014/main" id="{19A5F64D-A8D5-8E0D-2250-99885BBF8AF9}"/>
                </a:ext>
              </a:extLst>
            </p:cNvPr>
            <p:cNvSpPr/>
            <p:nvPr/>
          </p:nvSpPr>
          <p:spPr>
            <a:xfrm>
              <a:off x="5731074" y="2864950"/>
              <a:ext cx="56625" cy="662"/>
            </a:xfrm>
            <a:custGeom>
              <a:avLst/>
              <a:gdLst>
                <a:gd name="csX0" fmla="*/ 0 w 56625"/>
                <a:gd name="csY0" fmla="*/ 0 h 662"/>
                <a:gd name="csX1" fmla="*/ 0 w 56625"/>
                <a:gd name="csY1" fmla="*/ 662 h 662"/>
                <a:gd name="csX2" fmla="*/ 56625 w 56625"/>
                <a:gd name="csY2" fmla="*/ 662 h 662"/>
                <a:gd name="csX3" fmla="*/ 56625 w 56625"/>
                <a:gd name="csY3" fmla="*/ 0 h 662"/>
                <a:gd name="csX4" fmla="*/ 0 w 56625"/>
                <a:gd name="csY4" fmla="*/ 0 h 662"/>
                <a:gd name="csX5" fmla="*/ 0 w 56625"/>
                <a:gd name="csY5" fmla="*/ 0 h 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6625" h="662">
                  <a:moveTo>
                    <a:pt x="0" y="0"/>
                  </a:moveTo>
                  <a:lnTo>
                    <a:pt x="0" y="662"/>
                  </a:lnTo>
                  <a:lnTo>
                    <a:pt x="56625" y="662"/>
                  </a:lnTo>
                  <a:lnTo>
                    <a:pt x="5662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3" name="Freeform 2602">
              <a:extLst>
                <a:ext uri="{FF2B5EF4-FFF2-40B4-BE49-F238E27FC236}">
                  <a16:creationId xmlns:a16="http://schemas.microsoft.com/office/drawing/2014/main" id="{417D5D24-DAEE-FC1E-3BD0-6ED66A38F16D}"/>
                </a:ext>
              </a:extLst>
            </p:cNvPr>
            <p:cNvSpPr/>
            <p:nvPr/>
          </p:nvSpPr>
          <p:spPr>
            <a:xfrm>
              <a:off x="5731074" y="2864950"/>
              <a:ext cx="56625" cy="662"/>
            </a:xfrm>
            <a:custGeom>
              <a:avLst/>
              <a:gdLst>
                <a:gd name="csX0" fmla="*/ 0 w 56625"/>
                <a:gd name="csY0" fmla="*/ 0 h 662"/>
                <a:gd name="csX1" fmla="*/ 0 w 56625"/>
                <a:gd name="csY1" fmla="*/ 662 h 662"/>
                <a:gd name="csX2" fmla="*/ 56625 w 56625"/>
                <a:gd name="csY2" fmla="*/ 662 h 662"/>
                <a:gd name="csX3" fmla="*/ 56625 w 56625"/>
                <a:gd name="csY3" fmla="*/ 0 h 662"/>
                <a:gd name="csX4" fmla="*/ 0 w 56625"/>
                <a:gd name="csY4" fmla="*/ 0 h 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625" h="662">
                  <a:moveTo>
                    <a:pt x="0" y="0"/>
                  </a:moveTo>
                  <a:lnTo>
                    <a:pt x="0" y="662"/>
                  </a:lnTo>
                  <a:lnTo>
                    <a:pt x="56625" y="662"/>
                  </a:lnTo>
                  <a:lnTo>
                    <a:pt x="56625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4" name="Oval 2603">
              <a:extLst>
                <a:ext uri="{FF2B5EF4-FFF2-40B4-BE49-F238E27FC236}">
                  <a16:creationId xmlns:a16="http://schemas.microsoft.com/office/drawing/2014/main" id="{D11DA75D-CCF4-15D5-DD15-C4185E1E5BA7}"/>
                </a:ext>
              </a:extLst>
            </p:cNvPr>
            <p:cNvSpPr/>
            <p:nvPr/>
          </p:nvSpPr>
          <p:spPr>
            <a:xfrm>
              <a:off x="3662136" y="284642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5" name="Oval 2604">
              <a:extLst>
                <a:ext uri="{FF2B5EF4-FFF2-40B4-BE49-F238E27FC236}">
                  <a16:creationId xmlns:a16="http://schemas.microsoft.com/office/drawing/2014/main" id="{E45A442F-E090-A052-2CE3-910245E341DE}"/>
                </a:ext>
              </a:extLst>
            </p:cNvPr>
            <p:cNvSpPr/>
            <p:nvPr/>
          </p:nvSpPr>
          <p:spPr>
            <a:xfrm>
              <a:off x="3718762" y="282723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6" name="Oval 2605">
              <a:extLst>
                <a:ext uri="{FF2B5EF4-FFF2-40B4-BE49-F238E27FC236}">
                  <a16:creationId xmlns:a16="http://schemas.microsoft.com/office/drawing/2014/main" id="{95C5A351-B055-EAD8-4F68-E77DAC02BB14}"/>
                </a:ext>
              </a:extLst>
            </p:cNvPr>
            <p:cNvSpPr/>
            <p:nvPr/>
          </p:nvSpPr>
          <p:spPr>
            <a:xfrm>
              <a:off x="3775389" y="278296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7" name="Oval 2606">
              <a:extLst>
                <a:ext uri="{FF2B5EF4-FFF2-40B4-BE49-F238E27FC236}">
                  <a16:creationId xmlns:a16="http://schemas.microsoft.com/office/drawing/2014/main" id="{372C0AB6-AF3F-E821-64F1-9216A210FB5C}"/>
                </a:ext>
              </a:extLst>
            </p:cNvPr>
            <p:cNvSpPr/>
            <p:nvPr/>
          </p:nvSpPr>
          <p:spPr>
            <a:xfrm>
              <a:off x="3832016" y="271153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8" name="Oval 2607">
              <a:extLst>
                <a:ext uri="{FF2B5EF4-FFF2-40B4-BE49-F238E27FC236}">
                  <a16:creationId xmlns:a16="http://schemas.microsoft.com/office/drawing/2014/main" id="{277E1A4C-E64B-FE84-98A0-CB6CC75EE50B}"/>
                </a:ext>
              </a:extLst>
            </p:cNvPr>
            <p:cNvSpPr/>
            <p:nvPr/>
          </p:nvSpPr>
          <p:spPr>
            <a:xfrm>
              <a:off x="3888643" y="261147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9" name="Oval 2608">
              <a:extLst>
                <a:ext uri="{FF2B5EF4-FFF2-40B4-BE49-F238E27FC236}">
                  <a16:creationId xmlns:a16="http://schemas.microsoft.com/office/drawing/2014/main" id="{CBB49BE4-EAD8-D95A-D4B2-649F5D6BFC1A}"/>
                </a:ext>
              </a:extLst>
            </p:cNvPr>
            <p:cNvSpPr/>
            <p:nvPr/>
          </p:nvSpPr>
          <p:spPr>
            <a:xfrm>
              <a:off x="3945268" y="248861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0" name="Oval 2609">
              <a:extLst>
                <a:ext uri="{FF2B5EF4-FFF2-40B4-BE49-F238E27FC236}">
                  <a16:creationId xmlns:a16="http://schemas.microsoft.com/office/drawing/2014/main" id="{2E3731E1-5B60-3AF8-DDB5-DEB50A1B6D03}"/>
                </a:ext>
              </a:extLst>
            </p:cNvPr>
            <p:cNvSpPr/>
            <p:nvPr/>
          </p:nvSpPr>
          <p:spPr>
            <a:xfrm>
              <a:off x="4001895" y="234730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1" name="Oval 2610">
              <a:extLst>
                <a:ext uri="{FF2B5EF4-FFF2-40B4-BE49-F238E27FC236}">
                  <a16:creationId xmlns:a16="http://schemas.microsoft.com/office/drawing/2014/main" id="{B7B9C568-C7B2-E1EA-A21C-CFF9AB4A206B}"/>
                </a:ext>
              </a:extLst>
            </p:cNvPr>
            <p:cNvSpPr/>
            <p:nvPr/>
          </p:nvSpPr>
          <p:spPr>
            <a:xfrm>
              <a:off x="4058522" y="224060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2" name="Oval 2611">
              <a:extLst>
                <a:ext uri="{FF2B5EF4-FFF2-40B4-BE49-F238E27FC236}">
                  <a16:creationId xmlns:a16="http://schemas.microsoft.com/office/drawing/2014/main" id="{9CE2F841-61A8-8A0F-86EA-CEB3663F85C9}"/>
                </a:ext>
              </a:extLst>
            </p:cNvPr>
            <p:cNvSpPr/>
            <p:nvPr/>
          </p:nvSpPr>
          <p:spPr>
            <a:xfrm>
              <a:off x="4115148" y="217559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3" name="Oval 2612">
              <a:extLst>
                <a:ext uri="{FF2B5EF4-FFF2-40B4-BE49-F238E27FC236}">
                  <a16:creationId xmlns:a16="http://schemas.microsoft.com/office/drawing/2014/main" id="{B0943030-E00A-6829-74B4-1FE5B9756678}"/>
                </a:ext>
              </a:extLst>
            </p:cNvPr>
            <p:cNvSpPr/>
            <p:nvPr/>
          </p:nvSpPr>
          <p:spPr>
            <a:xfrm>
              <a:off x="4171775" y="214681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4" name="Oval 2613">
              <a:extLst>
                <a:ext uri="{FF2B5EF4-FFF2-40B4-BE49-F238E27FC236}">
                  <a16:creationId xmlns:a16="http://schemas.microsoft.com/office/drawing/2014/main" id="{D3B93F0A-C8CE-16EB-7C82-3AF9C7AEF81D}"/>
                </a:ext>
              </a:extLst>
            </p:cNvPr>
            <p:cNvSpPr/>
            <p:nvPr/>
          </p:nvSpPr>
          <p:spPr>
            <a:xfrm>
              <a:off x="4228402" y="218578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5" name="Oval 2614">
              <a:extLst>
                <a:ext uri="{FF2B5EF4-FFF2-40B4-BE49-F238E27FC236}">
                  <a16:creationId xmlns:a16="http://schemas.microsoft.com/office/drawing/2014/main" id="{9803591C-C3EB-5C24-BDD6-1BE675E38D7B}"/>
                </a:ext>
              </a:extLst>
            </p:cNvPr>
            <p:cNvSpPr/>
            <p:nvPr/>
          </p:nvSpPr>
          <p:spPr>
            <a:xfrm>
              <a:off x="4285028" y="224245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6" name="Oval 2615">
              <a:extLst>
                <a:ext uri="{FF2B5EF4-FFF2-40B4-BE49-F238E27FC236}">
                  <a16:creationId xmlns:a16="http://schemas.microsoft.com/office/drawing/2014/main" id="{E5372D33-A0BF-0E0B-1082-F1F708063B6A}"/>
                </a:ext>
              </a:extLst>
            </p:cNvPr>
            <p:cNvSpPr/>
            <p:nvPr/>
          </p:nvSpPr>
          <p:spPr>
            <a:xfrm>
              <a:off x="4341655" y="232974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7" name="Oval 2616">
              <a:extLst>
                <a:ext uri="{FF2B5EF4-FFF2-40B4-BE49-F238E27FC236}">
                  <a16:creationId xmlns:a16="http://schemas.microsoft.com/office/drawing/2014/main" id="{44CB9E22-F806-A339-92F0-1EBE303C81F7}"/>
                </a:ext>
              </a:extLst>
            </p:cNvPr>
            <p:cNvSpPr/>
            <p:nvPr/>
          </p:nvSpPr>
          <p:spPr>
            <a:xfrm>
              <a:off x="4398285" y="241135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8" name="Oval 2617">
              <a:extLst>
                <a:ext uri="{FF2B5EF4-FFF2-40B4-BE49-F238E27FC236}">
                  <a16:creationId xmlns:a16="http://schemas.microsoft.com/office/drawing/2014/main" id="{ECE2174F-02B5-D62B-44FC-7B76A889E3AF}"/>
                </a:ext>
              </a:extLst>
            </p:cNvPr>
            <p:cNvSpPr/>
            <p:nvPr/>
          </p:nvSpPr>
          <p:spPr>
            <a:xfrm>
              <a:off x="4454909" y="249554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9" name="Oval 2618">
              <a:extLst>
                <a:ext uri="{FF2B5EF4-FFF2-40B4-BE49-F238E27FC236}">
                  <a16:creationId xmlns:a16="http://schemas.microsoft.com/office/drawing/2014/main" id="{E9BD5118-4309-C247-2FD2-AD09159A46B1}"/>
                </a:ext>
              </a:extLst>
            </p:cNvPr>
            <p:cNvSpPr/>
            <p:nvPr/>
          </p:nvSpPr>
          <p:spPr>
            <a:xfrm>
              <a:off x="4511534" y="256262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0" name="Oval 2619">
              <a:extLst>
                <a:ext uri="{FF2B5EF4-FFF2-40B4-BE49-F238E27FC236}">
                  <a16:creationId xmlns:a16="http://schemas.microsoft.com/office/drawing/2014/main" id="{58BD015D-0749-60F6-5CCB-CEA6B9D36D3E}"/>
                </a:ext>
              </a:extLst>
            </p:cNvPr>
            <p:cNvSpPr/>
            <p:nvPr/>
          </p:nvSpPr>
          <p:spPr>
            <a:xfrm>
              <a:off x="4568159" y="263516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1" name="Oval 2620">
              <a:extLst>
                <a:ext uri="{FF2B5EF4-FFF2-40B4-BE49-F238E27FC236}">
                  <a16:creationId xmlns:a16="http://schemas.microsoft.com/office/drawing/2014/main" id="{87DEE882-6135-66A2-5AC4-D72997BF82F2}"/>
                </a:ext>
              </a:extLst>
            </p:cNvPr>
            <p:cNvSpPr/>
            <p:nvPr/>
          </p:nvSpPr>
          <p:spPr>
            <a:xfrm>
              <a:off x="4624784" y="269367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2" name="Oval 2621">
              <a:extLst>
                <a:ext uri="{FF2B5EF4-FFF2-40B4-BE49-F238E27FC236}">
                  <a16:creationId xmlns:a16="http://schemas.microsoft.com/office/drawing/2014/main" id="{A8101283-CCB7-A934-6048-F1FC5EDB0A92}"/>
                </a:ext>
              </a:extLst>
            </p:cNvPr>
            <p:cNvSpPr/>
            <p:nvPr/>
          </p:nvSpPr>
          <p:spPr>
            <a:xfrm>
              <a:off x="4681419" y="273013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3" name="Oval 2622">
              <a:extLst>
                <a:ext uri="{FF2B5EF4-FFF2-40B4-BE49-F238E27FC236}">
                  <a16:creationId xmlns:a16="http://schemas.microsoft.com/office/drawing/2014/main" id="{7D932F1B-9C3B-7DC2-CFFF-DC054831F177}"/>
                </a:ext>
              </a:extLst>
            </p:cNvPr>
            <p:cNvSpPr/>
            <p:nvPr/>
          </p:nvSpPr>
          <p:spPr>
            <a:xfrm>
              <a:off x="4738044" y="276702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4" name="Oval 2623">
              <a:extLst>
                <a:ext uri="{FF2B5EF4-FFF2-40B4-BE49-F238E27FC236}">
                  <a16:creationId xmlns:a16="http://schemas.microsoft.com/office/drawing/2014/main" id="{431DDD2E-D07B-1F3E-C86F-5CF718ED08FC}"/>
                </a:ext>
              </a:extLst>
            </p:cNvPr>
            <p:cNvSpPr/>
            <p:nvPr/>
          </p:nvSpPr>
          <p:spPr>
            <a:xfrm>
              <a:off x="4794669" y="278827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5" name="Oval 2624">
              <a:extLst>
                <a:ext uri="{FF2B5EF4-FFF2-40B4-BE49-F238E27FC236}">
                  <a16:creationId xmlns:a16="http://schemas.microsoft.com/office/drawing/2014/main" id="{FA45A964-BCDA-F45C-CDDA-AEA1115B8137}"/>
                </a:ext>
              </a:extLst>
            </p:cNvPr>
            <p:cNvSpPr/>
            <p:nvPr/>
          </p:nvSpPr>
          <p:spPr>
            <a:xfrm>
              <a:off x="4851294" y="280207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6" name="Oval 2625">
              <a:extLst>
                <a:ext uri="{FF2B5EF4-FFF2-40B4-BE49-F238E27FC236}">
                  <a16:creationId xmlns:a16="http://schemas.microsoft.com/office/drawing/2014/main" id="{8223B9E7-4C9B-4632-EBAD-74387274B519}"/>
                </a:ext>
              </a:extLst>
            </p:cNvPr>
            <p:cNvSpPr/>
            <p:nvPr/>
          </p:nvSpPr>
          <p:spPr>
            <a:xfrm>
              <a:off x="4907918" y="281683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7" name="Oval 2626">
              <a:extLst>
                <a:ext uri="{FF2B5EF4-FFF2-40B4-BE49-F238E27FC236}">
                  <a16:creationId xmlns:a16="http://schemas.microsoft.com/office/drawing/2014/main" id="{8926CAFC-D6DE-E854-8B7A-E0C2A0B2BB46}"/>
                </a:ext>
              </a:extLst>
            </p:cNvPr>
            <p:cNvSpPr/>
            <p:nvPr/>
          </p:nvSpPr>
          <p:spPr>
            <a:xfrm>
              <a:off x="4964543" y="283152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8" name="Oval 2627">
              <a:extLst>
                <a:ext uri="{FF2B5EF4-FFF2-40B4-BE49-F238E27FC236}">
                  <a16:creationId xmlns:a16="http://schemas.microsoft.com/office/drawing/2014/main" id="{825D3925-48C7-F24B-A6F0-7B33BB0EFC78}"/>
                </a:ext>
              </a:extLst>
            </p:cNvPr>
            <p:cNvSpPr/>
            <p:nvPr/>
          </p:nvSpPr>
          <p:spPr>
            <a:xfrm>
              <a:off x="5021178" y="283786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9" name="Oval 2628">
              <a:extLst>
                <a:ext uri="{FF2B5EF4-FFF2-40B4-BE49-F238E27FC236}">
                  <a16:creationId xmlns:a16="http://schemas.microsoft.com/office/drawing/2014/main" id="{779D9DF8-A497-E839-7715-D4319CEEA503}"/>
                </a:ext>
              </a:extLst>
            </p:cNvPr>
            <p:cNvSpPr/>
            <p:nvPr/>
          </p:nvSpPr>
          <p:spPr>
            <a:xfrm>
              <a:off x="5077803" y="284281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0" name="Oval 2629">
              <a:extLst>
                <a:ext uri="{FF2B5EF4-FFF2-40B4-BE49-F238E27FC236}">
                  <a16:creationId xmlns:a16="http://schemas.microsoft.com/office/drawing/2014/main" id="{5CC7D6F7-89FB-A161-EF08-70ED095534A9}"/>
                </a:ext>
              </a:extLst>
            </p:cNvPr>
            <p:cNvSpPr/>
            <p:nvPr/>
          </p:nvSpPr>
          <p:spPr>
            <a:xfrm>
              <a:off x="5134428" y="284900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1" name="Oval 2630">
              <a:extLst>
                <a:ext uri="{FF2B5EF4-FFF2-40B4-BE49-F238E27FC236}">
                  <a16:creationId xmlns:a16="http://schemas.microsoft.com/office/drawing/2014/main" id="{AAEB3634-0FF6-D7F6-551A-69C12AAFA8E0}"/>
                </a:ext>
              </a:extLst>
            </p:cNvPr>
            <p:cNvSpPr/>
            <p:nvPr/>
          </p:nvSpPr>
          <p:spPr>
            <a:xfrm>
              <a:off x="5191053" y="285158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2" name="Oval 2631">
              <a:extLst>
                <a:ext uri="{FF2B5EF4-FFF2-40B4-BE49-F238E27FC236}">
                  <a16:creationId xmlns:a16="http://schemas.microsoft.com/office/drawing/2014/main" id="{936C88BA-4645-2A0B-1AC1-CE43F1075373}"/>
                </a:ext>
              </a:extLst>
            </p:cNvPr>
            <p:cNvSpPr/>
            <p:nvPr/>
          </p:nvSpPr>
          <p:spPr>
            <a:xfrm>
              <a:off x="5247678" y="285571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3" name="Oval 2632">
              <a:extLst>
                <a:ext uri="{FF2B5EF4-FFF2-40B4-BE49-F238E27FC236}">
                  <a16:creationId xmlns:a16="http://schemas.microsoft.com/office/drawing/2014/main" id="{B0525A2D-6E70-898A-D7FD-654B3C543AE2}"/>
                </a:ext>
              </a:extLst>
            </p:cNvPr>
            <p:cNvSpPr/>
            <p:nvPr/>
          </p:nvSpPr>
          <p:spPr>
            <a:xfrm>
              <a:off x="5304303" y="285535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4" name="Oval 2633">
              <a:extLst>
                <a:ext uri="{FF2B5EF4-FFF2-40B4-BE49-F238E27FC236}">
                  <a16:creationId xmlns:a16="http://schemas.microsoft.com/office/drawing/2014/main" id="{B60650FA-ACF9-A10F-E50C-0AC14CD4C852}"/>
                </a:ext>
              </a:extLst>
            </p:cNvPr>
            <p:cNvSpPr/>
            <p:nvPr/>
          </p:nvSpPr>
          <p:spPr>
            <a:xfrm>
              <a:off x="5360938" y="285741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5" name="Oval 2634">
              <a:extLst>
                <a:ext uri="{FF2B5EF4-FFF2-40B4-BE49-F238E27FC236}">
                  <a16:creationId xmlns:a16="http://schemas.microsoft.com/office/drawing/2014/main" id="{0831136F-62FC-B9E8-DDFB-5EDA6508D53D}"/>
                </a:ext>
              </a:extLst>
            </p:cNvPr>
            <p:cNvSpPr/>
            <p:nvPr/>
          </p:nvSpPr>
          <p:spPr>
            <a:xfrm>
              <a:off x="5417563" y="285948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6" name="Oval 2635">
              <a:extLst>
                <a:ext uri="{FF2B5EF4-FFF2-40B4-BE49-F238E27FC236}">
                  <a16:creationId xmlns:a16="http://schemas.microsoft.com/office/drawing/2014/main" id="{98BBD205-8930-1207-8866-3402B8F8EB29}"/>
                </a:ext>
              </a:extLst>
            </p:cNvPr>
            <p:cNvSpPr/>
            <p:nvPr/>
          </p:nvSpPr>
          <p:spPr>
            <a:xfrm>
              <a:off x="5474187" y="286073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7" name="Oval 2636">
              <a:extLst>
                <a:ext uri="{FF2B5EF4-FFF2-40B4-BE49-F238E27FC236}">
                  <a16:creationId xmlns:a16="http://schemas.microsoft.com/office/drawing/2014/main" id="{1E808C10-4868-30AB-9A01-E67EE0883790}"/>
                </a:ext>
              </a:extLst>
            </p:cNvPr>
            <p:cNvSpPr/>
            <p:nvPr/>
          </p:nvSpPr>
          <p:spPr>
            <a:xfrm>
              <a:off x="5530812" y="286081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8" name="Oval 2637">
              <a:extLst>
                <a:ext uri="{FF2B5EF4-FFF2-40B4-BE49-F238E27FC236}">
                  <a16:creationId xmlns:a16="http://schemas.microsoft.com/office/drawing/2014/main" id="{7A663D97-F560-7C10-4658-1FB29E8DACD4}"/>
                </a:ext>
              </a:extLst>
            </p:cNvPr>
            <p:cNvSpPr/>
            <p:nvPr/>
          </p:nvSpPr>
          <p:spPr>
            <a:xfrm>
              <a:off x="5587437" y="286170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9" name="Oval 2638">
              <a:extLst>
                <a:ext uri="{FF2B5EF4-FFF2-40B4-BE49-F238E27FC236}">
                  <a16:creationId xmlns:a16="http://schemas.microsoft.com/office/drawing/2014/main" id="{E55E6DEB-14D6-7500-426E-FB2136C008C4}"/>
                </a:ext>
              </a:extLst>
            </p:cNvPr>
            <p:cNvSpPr/>
            <p:nvPr/>
          </p:nvSpPr>
          <p:spPr>
            <a:xfrm>
              <a:off x="5644062" y="286229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0" name="Oval 2639">
              <a:extLst>
                <a:ext uri="{FF2B5EF4-FFF2-40B4-BE49-F238E27FC236}">
                  <a16:creationId xmlns:a16="http://schemas.microsoft.com/office/drawing/2014/main" id="{D1C156A7-4FA2-99F9-AFAB-38E1882E9854}"/>
                </a:ext>
              </a:extLst>
            </p:cNvPr>
            <p:cNvSpPr/>
            <p:nvPr/>
          </p:nvSpPr>
          <p:spPr>
            <a:xfrm>
              <a:off x="5700697" y="286229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1" name="Oval 2640">
              <a:extLst>
                <a:ext uri="{FF2B5EF4-FFF2-40B4-BE49-F238E27FC236}">
                  <a16:creationId xmlns:a16="http://schemas.microsoft.com/office/drawing/2014/main" id="{038FEF3D-EA59-96A1-3ECE-50703A552134}"/>
                </a:ext>
              </a:extLst>
            </p:cNvPr>
            <p:cNvSpPr/>
            <p:nvPr/>
          </p:nvSpPr>
          <p:spPr>
            <a:xfrm>
              <a:off x="5757322" y="286288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42" name="Freeform 2641">
            <a:extLst>
              <a:ext uri="{FF2B5EF4-FFF2-40B4-BE49-F238E27FC236}">
                <a16:creationId xmlns:a16="http://schemas.microsoft.com/office/drawing/2014/main" id="{000952C9-18AD-ACA3-82A4-9EC8DF24AEC7}"/>
              </a:ext>
            </a:extLst>
          </p:cNvPr>
          <p:cNvSpPr/>
          <p:nvPr/>
        </p:nvSpPr>
        <p:spPr>
          <a:xfrm>
            <a:off x="3633949" y="2211774"/>
            <a:ext cx="2131156" cy="653839"/>
          </a:xfrm>
          <a:custGeom>
            <a:avLst/>
            <a:gdLst>
              <a:gd name="csX0" fmla="*/ 0 w 2131156"/>
              <a:gd name="csY0" fmla="*/ 619374 h 653839"/>
              <a:gd name="csX1" fmla="*/ 2133 w 2131156"/>
              <a:gd name="csY1" fmla="*/ 618660 h 653839"/>
              <a:gd name="csX2" fmla="*/ 4266 w 2131156"/>
              <a:gd name="csY2" fmla="*/ 617945 h 653839"/>
              <a:gd name="csX3" fmla="*/ 6399 w 2131156"/>
              <a:gd name="csY3" fmla="*/ 617211 h 653839"/>
              <a:gd name="csX4" fmla="*/ 8533 w 2131156"/>
              <a:gd name="csY4" fmla="*/ 616476 h 653839"/>
              <a:gd name="csX5" fmla="*/ 10667 w 2131156"/>
              <a:gd name="csY5" fmla="*/ 615720 h 653839"/>
              <a:gd name="csX6" fmla="*/ 12800 w 2131156"/>
              <a:gd name="csY6" fmla="*/ 614944 h 653839"/>
              <a:gd name="csX7" fmla="*/ 14933 w 2131156"/>
              <a:gd name="csY7" fmla="*/ 614168 h 653839"/>
              <a:gd name="csX8" fmla="*/ 17066 w 2131156"/>
              <a:gd name="csY8" fmla="*/ 613371 h 653839"/>
              <a:gd name="csX9" fmla="*/ 19199 w 2131156"/>
              <a:gd name="csY9" fmla="*/ 612563 h 653839"/>
              <a:gd name="csX10" fmla="*/ 21332 w 2131156"/>
              <a:gd name="csY10" fmla="*/ 611746 h 653839"/>
              <a:gd name="csX11" fmla="*/ 23466 w 2131156"/>
              <a:gd name="csY11" fmla="*/ 610907 h 653839"/>
              <a:gd name="csX12" fmla="*/ 25600 w 2131156"/>
              <a:gd name="csY12" fmla="*/ 610069 h 653839"/>
              <a:gd name="csX13" fmla="*/ 27733 w 2131156"/>
              <a:gd name="csY13" fmla="*/ 609210 h 653839"/>
              <a:gd name="csX14" fmla="*/ 29866 w 2131156"/>
              <a:gd name="csY14" fmla="*/ 608330 h 653839"/>
              <a:gd name="csX15" fmla="*/ 31999 w 2131156"/>
              <a:gd name="csY15" fmla="*/ 607440 h 653839"/>
              <a:gd name="csX16" fmla="*/ 34132 w 2131156"/>
              <a:gd name="csY16" fmla="*/ 606540 h 653839"/>
              <a:gd name="csX17" fmla="*/ 36265 w 2131156"/>
              <a:gd name="csY17" fmla="*/ 605629 h 653839"/>
              <a:gd name="csX18" fmla="*/ 38398 w 2131156"/>
              <a:gd name="csY18" fmla="*/ 604697 h 653839"/>
              <a:gd name="csX19" fmla="*/ 40533 w 2131156"/>
              <a:gd name="csY19" fmla="*/ 603756 h 653839"/>
              <a:gd name="csX20" fmla="*/ 42666 w 2131156"/>
              <a:gd name="csY20" fmla="*/ 602793 h 653839"/>
              <a:gd name="csX21" fmla="*/ 44799 w 2131156"/>
              <a:gd name="csY21" fmla="*/ 601820 h 653839"/>
              <a:gd name="csX22" fmla="*/ 46932 w 2131156"/>
              <a:gd name="csY22" fmla="*/ 600826 h 653839"/>
              <a:gd name="csX23" fmla="*/ 49065 w 2131156"/>
              <a:gd name="csY23" fmla="*/ 599822 h 653839"/>
              <a:gd name="csX24" fmla="*/ 51198 w 2131156"/>
              <a:gd name="csY24" fmla="*/ 598808 h 653839"/>
              <a:gd name="csX25" fmla="*/ 53333 w 2131156"/>
              <a:gd name="csY25" fmla="*/ 597773 h 653839"/>
              <a:gd name="csX26" fmla="*/ 55466 w 2131156"/>
              <a:gd name="csY26" fmla="*/ 596717 h 653839"/>
              <a:gd name="csX27" fmla="*/ 57599 w 2131156"/>
              <a:gd name="csY27" fmla="*/ 595651 h 653839"/>
              <a:gd name="csX28" fmla="*/ 59732 w 2131156"/>
              <a:gd name="csY28" fmla="*/ 594575 h 653839"/>
              <a:gd name="csX29" fmla="*/ 61865 w 2131156"/>
              <a:gd name="csY29" fmla="*/ 593478 h 653839"/>
              <a:gd name="csX30" fmla="*/ 63998 w 2131156"/>
              <a:gd name="csY30" fmla="*/ 592371 h 653839"/>
              <a:gd name="csX31" fmla="*/ 66131 w 2131156"/>
              <a:gd name="csY31" fmla="*/ 591242 h 653839"/>
              <a:gd name="csX32" fmla="*/ 68265 w 2131156"/>
              <a:gd name="csY32" fmla="*/ 590093 h 653839"/>
              <a:gd name="csX33" fmla="*/ 70399 w 2131156"/>
              <a:gd name="csY33" fmla="*/ 588934 h 653839"/>
              <a:gd name="csX34" fmla="*/ 72532 w 2131156"/>
              <a:gd name="csY34" fmla="*/ 587754 h 653839"/>
              <a:gd name="csX35" fmla="*/ 74665 w 2131156"/>
              <a:gd name="csY35" fmla="*/ 586554 h 653839"/>
              <a:gd name="csX36" fmla="*/ 76798 w 2131156"/>
              <a:gd name="csY36" fmla="*/ 585343 h 653839"/>
              <a:gd name="csX37" fmla="*/ 78931 w 2131156"/>
              <a:gd name="csY37" fmla="*/ 584122 h 653839"/>
              <a:gd name="csX38" fmla="*/ 81064 w 2131156"/>
              <a:gd name="csY38" fmla="*/ 582869 h 653839"/>
              <a:gd name="csX39" fmla="*/ 83198 w 2131156"/>
              <a:gd name="csY39" fmla="*/ 581607 h 653839"/>
              <a:gd name="csX40" fmla="*/ 85332 w 2131156"/>
              <a:gd name="csY40" fmla="*/ 580333 h 653839"/>
              <a:gd name="csX41" fmla="*/ 87465 w 2131156"/>
              <a:gd name="csY41" fmla="*/ 579029 h 653839"/>
              <a:gd name="csX42" fmla="*/ 89598 w 2131156"/>
              <a:gd name="csY42" fmla="*/ 577715 h 653839"/>
              <a:gd name="csX43" fmla="*/ 91731 w 2131156"/>
              <a:gd name="csY43" fmla="*/ 576390 h 653839"/>
              <a:gd name="csX44" fmla="*/ 93864 w 2131156"/>
              <a:gd name="csY44" fmla="*/ 575034 h 653839"/>
              <a:gd name="csX45" fmla="*/ 95997 w 2131156"/>
              <a:gd name="csY45" fmla="*/ 573668 h 653839"/>
              <a:gd name="csX46" fmla="*/ 98131 w 2131156"/>
              <a:gd name="csY46" fmla="*/ 572281 h 653839"/>
              <a:gd name="csX47" fmla="*/ 100265 w 2131156"/>
              <a:gd name="csY47" fmla="*/ 570874 h 653839"/>
              <a:gd name="csX48" fmla="*/ 102398 w 2131156"/>
              <a:gd name="csY48" fmla="*/ 569456 h 653839"/>
              <a:gd name="csX49" fmla="*/ 104531 w 2131156"/>
              <a:gd name="csY49" fmla="*/ 568017 h 653839"/>
              <a:gd name="csX50" fmla="*/ 106664 w 2131156"/>
              <a:gd name="csY50" fmla="*/ 566558 h 653839"/>
              <a:gd name="csX51" fmla="*/ 108797 w 2131156"/>
              <a:gd name="csY51" fmla="*/ 565078 h 653839"/>
              <a:gd name="csX52" fmla="*/ 110930 w 2131156"/>
              <a:gd name="csY52" fmla="*/ 563577 h 653839"/>
              <a:gd name="csX53" fmla="*/ 113064 w 2131156"/>
              <a:gd name="csY53" fmla="*/ 562066 h 653839"/>
              <a:gd name="csX54" fmla="*/ 115198 w 2131156"/>
              <a:gd name="csY54" fmla="*/ 560534 h 653839"/>
              <a:gd name="csX55" fmla="*/ 117331 w 2131156"/>
              <a:gd name="csY55" fmla="*/ 558981 h 653839"/>
              <a:gd name="csX56" fmla="*/ 119464 w 2131156"/>
              <a:gd name="csY56" fmla="*/ 557408 h 653839"/>
              <a:gd name="csX57" fmla="*/ 121597 w 2131156"/>
              <a:gd name="csY57" fmla="*/ 555814 h 653839"/>
              <a:gd name="csX58" fmla="*/ 123730 w 2131156"/>
              <a:gd name="csY58" fmla="*/ 554200 h 653839"/>
              <a:gd name="csX59" fmla="*/ 125863 w 2131156"/>
              <a:gd name="csY59" fmla="*/ 552575 h 653839"/>
              <a:gd name="csX60" fmla="*/ 127997 w 2131156"/>
              <a:gd name="csY60" fmla="*/ 550919 h 653839"/>
              <a:gd name="csX61" fmla="*/ 130131 w 2131156"/>
              <a:gd name="csY61" fmla="*/ 549252 h 653839"/>
              <a:gd name="csX62" fmla="*/ 132264 w 2131156"/>
              <a:gd name="csY62" fmla="*/ 547565 h 653839"/>
              <a:gd name="csX63" fmla="*/ 134397 w 2131156"/>
              <a:gd name="csY63" fmla="*/ 545858 h 653839"/>
              <a:gd name="csX64" fmla="*/ 136530 w 2131156"/>
              <a:gd name="csY64" fmla="*/ 544129 h 653839"/>
              <a:gd name="csX65" fmla="*/ 138663 w 2131156"/>
              <a:gd name="csY65" fmla="*/ 542380 h 653839"/>
              <a:gd name="csX66" fmla="*/ 140796 w 2131156"/>
              <a:gd name="csY66" fmla="*/ 540610 h 653839"/>
              <a:gd name="csX67" fmla="*/ 142930 w 2131156"/>
              <a:gd name="csY67" fmla="*/ 538830 h 653839"/>
              <a:gd name="csX68" fmla="*/ 145064 w 2131156"/>
              <a:gd name="csY68" fmla="*/ 537019 h 653839"/>
              <a:gd name="csX69" fmla="*/ 147197 w 2131156"/>
              <a:gd name="csY69" fmla="*/ 535187 h 653839"/>
              <a:gd name="csX70" fmla="*/ 149330 w 2131156"/>
              <a:gd name="csY70" fmla="*/ 533344 h 653839"/>
              <a:gd name="csX71" fmla="*/ 151463 w 2131156"/>
              <a:gd name="csY71" fmla="*/ 531471 h 653839"/>
              <a:gd name="csX72" fmla="*/ 153596 w 2131156"/>
              <a:gd name="csY72" fmla="*/ 529587 h 653839"/>
              <a:gd name="csX73" fmla="*/ 155730 w 2131156"/>
              <a:gd name="csY73" fmla="*/ 527673 h 653839"/>
              <a:gd name="csX74" fmla="*/ 157863 w 2131156"/>
              <a:gd name="csY74" fmla="*/ 525748 h 653839"/>
              <a:gd name="csX75" fmla="*/ 159996 w 2131156"/>
              <a:gd name="csY75" fmla="*/ 523802 h 653839"/>
              <a:gd name="csX76" fmla="*/ 162130 w 2131156"/>
              <a:gd name="csY76" fmla="*/ 521825 h 653839"/>
              <a:gd name="csX77" fmla="*/ 164263 w 2131156"/>
              <a:gd name="csY77" fmla="*/ 519838 h 653839"/>
              <a:gd name="csX78" fmla="*/ 166396 w 2131156"/>
              <a:gd name="csY78" fmla="*/ 517830 h 653839"/>
              <a:gd name="csX79" fmla="*/ 168529 w 2131156"/>
              <a:gd name="csY79" fmla="*/ 515801 h 653839"/>
              <a:gd name="csX80" fmla="*/ 170663 w 2131156"/>
              <a:gd name="csY80" fmla="*/ 513742 h 653839"/>
              <a:gd name="csX81" fmla="*/ 172796 w 2131156"/>
              <a:gd name="csY81" fmla="*/ 511672 h 653839"/>
              <a:gd name="csX82" fmla="*/ 174929 w 2131156"/>
              <a:gd name="csY82" fmla="*/ 509581 h 653839"/>
              <a:gd name="csX83" fmla="*/ 177063 w 2131156"/>
              <a:gd name="csY83" fmla="*/ 507469 h 653839"/>
              <a:gd name="csX84" fmla="*/ 179196 w 2131156"/>
              <a:gd name="csY84" fmla="*/ 505337 h 653839"/>
              <a:gd name="csX85" fmla="*/ 181329 w 2131156"/>
              <a:gd name="csY85" fmla="*/ 503185 h 653839"/>
              <a:gd name="csX86" fmla="*/ 183462 w 2131156"/>
              <a:gd name="csY86" fmla="*/ 501011 h 653839"/>
              <a:gd name="csX87" fmla="*/ 185596 w 2131156"/>
              <a:gd name="csY87" fmla="*/ 498807 h 653839"/>
              <a:gd name="csX88" fmla="*/ 187729 w 2131156"/>
              <a:gd name="csY88" fmla="*/ 496592 h 653839"/>
              <a:gd name="csX89" fmla="*/ 189862 w 2131156"/>
              <a:gd name="csY89" fmla="*/ 494356 h 653839"/>
              <a:gd name="csX90" fmla="*/ 191996 w 2131156"/>
              <a:gd name="csY90" fmla="*/ 492100 h 653839"/>
              <a:gd name="csX91" fmla="*/ 194129 w 2131156"/>
              <a:gd name="csY91" fmla="*/ 489823 h 653839"/>
              <a:gd name="csX92" fmla="*/ 196262 w 2131156"/>
              <a:gd name="csY92" fmla="*/ 487525 h 653839"/>
              <a:gd name="csX93" fmla="*/ 198395 w 2131156"/>
              <a:gd name="csY93" fmla="*/ 485217 h 653839"/>
              <a:gd name="csX94" fmla="*/ 200529 w 2131156"/>
              <a:gd name="csY94" fmla="*/ 482878 h 653839"/>
              <a:gd name="csX95" fmla="*/ 202662 w 2131156"/>
              <a:gd name="csY95" fmla="*/ 480518 h 653839"/>
              <a:gd name="csX96" fmla="*/ 204795 w 2131156"/>
              <a:gd name="csY96" fmla="*/ 478138 h 653839"/>
              <a:gd name="csX97" fmla="*/ 206929 w 2131156"/>
              <a:gd name="csY97" fmla="*/ 475736 h 653839"/>
              <a:gd name="csX98" fmla="*/ 209062 w 2131156"/>
              <a:gd name="csY98" fmla="*/ 473325 h 653839"/>
              <a:gd name="csX99" fmla="*/ 211195 w 2131156"/>
              <a:gd name="csY99" fmla="*/ 470882 h 653839"/>
              <a:gd name="csX100" fmla="*/ 213328 w 2131156"/>
              <a:gd name="csY100" fmla="*/ 468429 h 653839"/>
              <a:gd name="csX101" fmla="*/ 215462 w 2131156"/>
              <a:gd name="csY101" fmla="*/ 465945 h 653839"/>
              <a:gd name="csX102" fmla="*/ 217595 w 2131156"/>
              <a:gd name="csY102" fmla="*/ 463451 h 653839"/>
              <a:gd name="csX103" fmla="*/ 219728 w 2131156"/>
              <a:gd name="csY103" fmla="*/ 460936 h 653839"/>
              <a:gd name="csX104" fmla="*/ 221861 w 2131156"/>
              <a:gd name="csY104" fmla="*/ 458400 h 653839"/>
              <a:gd name="csX105" fmla="*/ 223995 w 2131156"/>
              <a:gd name="csY105" fmla="*/ 455844 h 653839"/>
              <a:gd name="csX106" fmla="*/ 226128 w 2131156"/>
              <a:gd name="csY106" fmla="*/ 453267 h 653839"/>
              <a:gd name="csX107" fmla="*/ 228261 w 2131156"/>
              <a:gd name="csY107" fmla="*/ 450669 h 653839"/>
              <a:gd name="csX108" fmla="*/ 230395 w 2131156"/>
              <a:gd name="csY108" fmla="*/ 448060 h 653839"/>
              <a:gd name="csX109" fmla="*/ 232528 w 2131156"/>
              <a:gd name="csY109" fmla="*/ 445421 h 653839"/>
              <a:gd name="csX110" fmla="*/ 234661 w 2131156"/>
              <a:gd name="csY110" fmla="*/ 442772 h 653839"/>
              <a:gd name="csX111" fmla="*/ 236794 w 2131156"/>
              <a:gd name="csY111" fmla="*/ 440101 h 653839"/>
              <a:gd name="csX112" fmla="*/ 238928 w 2131156"/>
              <a:gd name="csY112" fmla="*/ 437410 h 653839"/>
              <a:gd name="csX113" fmla="*/ 241061 w 2131156"/>
              <a:gd name="csY113" fmla="*/ 434699 h 653839"/>
              <a:gd name="csX114" fmla="*/ 243195 w 2131156"/>
              <a:gd name="csY114" fmla="*/ 431977 h 653839"/>
              <a:gd name="csX115" fmla="*/ 245328 w 2131156"/>
              <a:gd name="csY115" fmla="*/ 429234 h 653839"/>
              <a:gd name="csX116" fmla="*/ 247461 w 2131156"/>
              <a:gd name="csY116" fmla="*/ 426470 h 653839"/>
              <a:gd name="csX117" fmla="*/ 249594 w 2131156"/>
              <a:gd name="csY117" fmla="*/ 423697 h 653839"/>
              <a:gd name="csX118" fmla="*/ 251727 w 2131156"/>
              <a:gd name="csY118" fmla="*/ 420892 h 653839"/>
              <a:gd name="csX119" fmla="*/ 253861 w 2131156"/>
              <a:gd name="csY119" fmla="*/ 418077 h 653839"/>
              <a:gd name="csX120" fmla="*/ 255994 w 2131156"/>
              <a:gd name="csY120" fmla="*/ 415251 h 653839"/>
              <a:gd name="csX121" fmla="*/ 258128 w 2131156"/>
              <a:gd name="csY121" fmla="*/ 412405 h 653839"/>
              <a:gd name="csX122" fmla="*/ 260261 w 2131156"/>
              <a:gd name="csY122" fmla="*/ 409538 h 653839"/>
              <a:gd name="csX123" fmla="*/ 262394 w 2131156"/>
              <a:gd name="csY123" fmla="*/ 406650 h 653839"/>
              <a:gd name="csX124" fmla="*/ 264527 w 2131156"/>
              <a:gd name="csY124" fmla="*/ 403752 h 653839"/>
              <a:gd name="csX125" fmla="*/ 266660 w 2131156"/>
              <a:gd name="csY125" fmla="*/ 400833 h 653839"/>
              <a:gd name="csX126" fmla="*/ 268794 w 2131156"/>
              <a:gd name="csY126" fmla="*/ 397904 h 653839"/>
              <a:gd name="csX127" fmla="*/ 270927 w 2131156"/>
              <a:gd name="csY127" fmla="*/ 394965 h 653839"/>
              <a:gd name="csX128" fmla="*/ 273061 w 2131156"/>
              <a:gd name="csY128" fmla="*/ 391995 h 653839"/>
              <a:gd name="csX129" fmla="*/ 275194 w 2131156"/>
              <a:gd name="csY129" fmla="*/ 389024 h 653839"/>
              <a:gd name="csX130" fmla="*/ 277327 w 2131156"/>
              <a:gd name="csY130" fmla="*/ 386023 h 653839"/>
              <a:gd name="csX131" fmla="*/ 279460 w 2131156"/>
              <a:gd name="csY131" fmla="*/ 383021 h 653839"/>
              <a:gd name="csX132" fmla="*/ 281593 w 2131156"/>
              <a:gd name="csY132" fmla="*/ 379999 h 653839"/>
              <a:gd name="csX133" fmla="*/ 283727 w 2131156"/>
              <a:gd name="csY133" fmla="*/ 376966 h 653839"/>
              <a:gd name="csX134" fmla="*/ 285860 w 2131156"/>
              <a:gd name="csY134" fmla="*/ 373913 h 653839"/>
              <a:gd name="csX135" fmla="*/ 287994 w 2131156"/>
              <a:gd name="csY135" fmla="*/ 370850 h 653839"/>
              <a:gd name="csX136" fmla="*/ 290127 w 2131156"/>
              <a:gd name="csY136" fmla="*/ 367776 h 653839"/>
              <a:gd name="csX137" fmla="*/ 292260 w 2131156"/>
              <a:gd name="csY137" fmla="*/ 364681 h 653839"/>
              <a:gd name="csX138" fmla="*/ 294393 w 2131156"/>
              <a:gd name="csY138" fmla="*/ 361576 h 653839"/>
              <a:gd name="csX139" fmla="*/ 296526 w 2131156"/>
              <a:gd name="csY139" fmla="*/ 358461 h 653839"/>
              <a:gd name="csX140" fmla="*/ 298660 w 2131156"/>
              <a:gd name="csY140" fmla="*/ 355335 h 653839"/>
              <a:gd name="csX141" fmla="*/ 300793 w 2131156"/>
              <a:gd name="csY141" fmla="*/ 352188 h 653839"/>
              <a:gd name="csX142" fmla="*/ 302927 w 2131156"/>
              <a:gd name="csY142" fmla="*/ 349042 h 653839"/>
              <a:gd name="csX143" fmla="*/ 305060 w 2131156"/>
              <a:gd name="csY143" fmla="*/ 345875 h 653839"/>
              <a:gd name="csX144" fmla="*/ 307193 w 2131156"/>
              <a:gd name="csY144" fmla="*/ 342708 h 653839"/>
              <a:gd name="csX145" fmla="*/ 309326 w 2131156"/>
              <a:gd name="csY145" fmla="*/ 339520 h 653839"/>
              <a:gd name="csX146" fmla="*/ 311459 w 2131156"/>
              <a:gd name="csY146" fmla="*/ 336322 h 653839"/>
              <a:gd name="csX147" fmla="*/ 313592 w 2131156"/>
              <a:gd name="csY147" fmla="*/ 333124 h 653839"/>
              <a:gd name="csX148" fmla="*/ 315726 w 2131156"/>
              <a:gd name="csY148" fmla="*/ 329905 h 653839"/>
              <a:gd name="csX149" fmla="*/ 317860 w 2131156"/>
              <a:gd name="csY149" fmla="*/ 326686 h 653839"/>
              <a:gd name="csX150" fmla="*/ 319993 w 2131156"/>
              <a:gd name="csY150" fmla="*/ 323447 h 653839"/>
              <a:gd name="csX151" fmla="*/ 322126 w 2131156"/>
              <a:gd name="csY151" fmla="*/ 320207 h 653839"/>
              <a:gd name="csX152" fmla="*/ 324259 w 2131156"/>
              <a:gd name="csY152" fmla="*/ 316957 h 653839"/>
              <a:gd name="csX153" fmla="*/ 326392 w 2131156"/>
              <a:gd name="csY153" fmla="*/ 313707 h 653839"/>
              <a:gd name="csX154" fmla="*/ 328525 w 2131156"/>
              <a:gd name="csY154" fmla="*/ 310437 h 653839"/>
              <a:gd name="csX155" fmla="*/ 330660 w 2131156"/>
              <a:gd name="csY155" fmla="*/ 307166 h 653839"/>
              <a:gd name="csX156" fmla="*/ 332793 w 2131156"/>
              <a:gd name="csY156" fmla="*/ 303896 h 653839"/>
              <a:gd name="csX157" fmla="*/ 334926 w 2131156"/>
              <a:gd name="csY157" fmla="*/ 300615 h 653839"/>
              <a:gd name="csX158" fmla="*/ 337059 w 2131156"/>
              <a:gd name="csY158" fmla="*/ 297323 h 653839"/>
              <a:gd name="csX159" fmla="*/ 339192 w 2131156"/>
              <a:gd name="csY159" fmla="*/ 294022 h 653839"/>
              <a:gd name="csX160" fmla="*/ 341325 w 2131156"/>
              <a:gd name="csY160" fmla="*/ 290730 h 653839"/>
              <a:gd name="csX161" fmla="*/ 343458 w 2131156"/>
              <a:gd name="csY161" fmla="*/ 287418 h 653839"/>
              <a:gd name="csX162" fmla="*/ 345593 w 2131156"/>
              <a:gd name="csY162" fmla="*/ 284117 h 653839"/>
              <a:gd name="csX163" fmla="*/ 347726 w 2131156"/>
              <a:gd name="csY163" fmla="*/ 280805 h 653839"/>
              <a:gd name="csX164" fmla="*/ 349859 w 2131156"/>
              <a:gd name="csY164" fmla="*/ 277482 h 653839"/>
              <a:gd name="csX165" fmla="*/ 351992 w 2131156"/>
              <a:gd name="csY165" fmla="*/ 274170 h 653839"/>
              <a:gd name="csX166" fmla="*/ 354125 w 2131156"/>
              <a:gd name="csY166" fmla="*/ 270848 h 653839"/>
              <a:gd name="csX167" fmla="*/ 356258 w 2131156"/>
              <a:gd name="csY167" fmla="*/ 267526 h 653839"/>
              <a:gd name="csX168" fmla="*/ 358391 w 2131156"/>
              <a:gd name="csY168" fmla="*/ 264203 h 653839"/>
              <a:gd name="csX169" fmla="*/ 360526 w 2131156"/>
              <a:gd name="csY169" fmla="*/ 260879 h 653839"/>
              <a:gd name="csX170" fmla="*/ 362659 w 2131156"/>
              <a:gd name="csY170" fmla="*/ 257554 h 653839"/>
              <a:gd name="csX171" fmla="*/ 364792 w 2131156"/>
              <a:gd name="csY171" fmla="*/ 254229 h 653839"/>
              <a:gd name="csX172" fmla="*/ 366925 w 2131156"/>
              <a:gd name="csY172" fmla="*/ 250905 h 653839"/>
              <a:gd name="csX173" fmla="*/ 369058 w 2131156"/>
              <a:gd name="csY173" fmla="*/ 247581 h 653839"/>
              <a:gd name="csX174" fmla="*/ 371191 w 2131156"/>
              <a:gd name="csY174" fmla="*/ 244259 h 653839"/>
              <a:gd name="csX175" fmla="*/ 373324 w 2131156"/>
              <a:gd name="csY175" fmla="*/ 240939 h 653839"/>
              <a:gd name="csX176" fmla="*/ 375459 w 2131156"/>
              <a:gd name="csY176" fmla="*/ 237620 h 653839"/>
              <a:gd name="csX177" fmla="*/ 377592 w 2131156"/>
              <a:gd name="csY177" fmla="*/ 234305 h 653839"/>
              <a:gd name="csX178" fmla="*/ 379725 w 2131156"/>
              <a:gd name="csY178" fmla="*/ 230994 h 653839"/>
              <a:gd name="csX179" fmla="*/ 381858 w 2131156"/>
              <a:gd name="csY179" fmla="*/ 227685 h 653839"/>
              <a:gd name="csX180" fmla="*/ 383991 w 2131156"/>
              <a:gd name="csY180" fmla="*/ 224382 h 653839"/>
              <a:gd name="csX181" fmla="*/ 386124 w 2131156"/>
              <a:gd name="csY181" fmla="*/ 221083 h 653839"/>
              <a:gd name="csX182" fmla="*/ 388257 w 2131156"/>
              <a:gd name="csY182" fmla="*/ 217790 h 653839"/>
              <a:gd name="csX183" fmla="*/ 390392 w 2131156"/>
              <a:gd name="csY183" fmla="*/ 214502 h 653839"/>
              <a:gd name="csX184" fmla="*/ 392525 w 2131156"/>
              <a:gd name="csY184" fmla="*/ 211221 h 653839"/>
              <a:gd name="csX185" fmla="*/ 394658 w 2131156"/>
              <a:gd name="csY185" fmla="*/ 207946 h 653839"/>
              <a:gd name="csX186" fmla="*/ 396791 w 2131156"/>
              <a:gd name="csY186" fmla="*/ 204678 h 653839"/>
              <a:gd name="csX187" fmla="*/ 398924 w 2131156"/>
              <a:gd name="csY187" fmla="*/ 201419 h 653839"/>
              <a:gd name="csX188" fmla="*/ 401057 w 2131156"/>
              <a:gd name="csY188" fmla="*/ 198168 h 653839"/>
              <a:gd name="csX189" fmla="*/ 403190 w 2131156"/>
              <a:gd name="csY189" fmla="*/ 194926 h 653839"/>
              <a:gd name="csX190" fmla="*/ 405324 w 2131156"/>
              <a:gd name="csY190" fmla="*/ 191693 h 653839"/>
              <a:gd name="csX191" fmla="*/ 407458 w 2131156"/>
              <a:gd name="csY191" fmla="*/ 188470 h 653839"/>
              <a:gd name="csX192" fmla="*/ 409591 w 2131156"/>
              <a:gd name="csY192" fmla="*/ 185258 h 653839"/>
              <a:gd name="csX193" fmla="*/ 411724 w 2131156"/>
              <a:gd name="csY193" fmla="*/ 182056 h 653839"/>
              <a:gd name="csX194" fmla="*/ 413857 w 2131156"/>
              <a:gd name="csY194" fmla="*/ 178867 h 653839"/>
              <a:gd name="csX195" fmla="*/ 415990 w 2131156"/>
              <a:gd name="csY195" fmla="*/ 175689 h 653839"/>
              <a:gd name="csX196" fmla="*/ 418124 w 2131156"/>
              <a:gd name="csY196" fmla="*/ 172524 h 653839"/>
              <a:gd name="csX197" fmla="*/ 420257 w 2131156"/>
              <a:gd name="csY197" fmla="*/ 169371 h 653839"/>
              <a:gd name="csX198" fmla="*/ 422391 w 2131156"/>
              <a:gd name="csY198" fmla="*/ 166233 h 653839"/>
              <a:gd name="csX199" fmla="*/ 424524 w 2131156"/>
              <a:gd name="csY199" fmla="*/ 163109 h 653839"/>
              <a:gd name="csX200" fmla="*/ 426657 w 2131156"/>
              <a:gd name="csY200" fmla="*/ 160000 h 653839"/>
              <a:gd name="csX201" fmla="*/ 428790 w 2131156"/>
              <a:gd name="csY201" fmla="*/ 156905 h 653839"/>
              <a:gd name="csX202" fmla="*/ 430923 w 2131156"/>
              <a:gd name="csY202" fmla="*/ 153827 h 653839"/>
              <a:gd name="csX203" fmla="*/ 433057 w 2131156"/>
              <a:gd name="csY203" fmla="*/ 150764 h 653839"/>
              <a:gd name="csX204" fmla="*/ 435190 w 2131156"/>
              <a:gd name="csY204" fmla="*/ 147719 h 653839"/>
              <a:gd name="csX205" fmla="*/ 437324 w 2131156"/>
              <a:gd name="csY205" fmla="*/ 144691 h 653839"/>
              <a:gd name="csX206" fmla="*/ 439457 w 2131156"/>
              <a:gd name="csY206" fmla="*/ 141680 h 653839"/>
              <a:gd name="csX207" fmla="*/ 441590 w 2131156"/>
              <a:gd name="csY207" fmla="*/ 138689 h 653839"/>
              <a:gd name="csX208" fmla="*/ 443723 w 2131156"/>
              <a:gd name="csY208" fmla="*/ 135715 h 653839"/>
              <a:gd name="csX209" fmla="*/ 445856 w 2131156"/>
              <a:gd name="csY209" fmla="*/ 132762 h 653839"/>
              <a:gd name="csX210" fmla="*/ 447990 w 2131156"/>
              <a:gd name="csY210" fmla="*/ 129829 h 653839"/>
              <a:gd name="csX211" fmla="*/ 450123 w 2131156"/>
              <a:gd name="csY211" fmla="*/ 126916 h 653839"/>
              <a:gd name="csX212" fmla="*/ 452257 w 2131156"/>
              <a:gd name="csY212" fmla="*/ 124024 h 653839"/>
              <a:gd name="csX213" fmla="*/ 454390 w 2131156"/>
              <a:gd name="csY213" fmla="*/ 121154 h 653839"/>
              <a:gd name="csX214" fmla="*/ 456523 w 2131156"/>
              <a:gd name="csY214" fmla="*/ 118306 h 653839"/>
              <a:gd name="csX215" fmla="*/ 458656 w 2131156"/>
              <a:gd name="csY215" fmla="*/ 115480 h 653839"/>
              <a:gd name="csX216" fmla="*/ 460789 w 2131156"/>
              <a:gd name="csY216" fmla="*/ 112678 h 653839"/>
              <a:gd name="csX217" fmla="*/ 462923 w 2131156"/>
              <a:gd name="csY217" fmla="*/ 109899 h 653839"/>
              <a:gd name="csX218" fmla="*/ 465056 w 2131156"/>
              <a:gd name="csY218" fmla="*/ 107144 h 653839"/>
              <a:gd name="csX219" fmla="*/ 467190 w 2131156"/>
              <a:gd name="csY219" fmla="*/ 104415 h 653839"/>
              <a:gd name="csX220" fmla="*/ 469323 w 2131156"/>
              <a:gd name="csY220" fmla="*/ 101710 h 653839"/>
              <a:gd name="csX221" fmla="*/ 471456 w 2131156"/>
              <a:gd name="csY221" fmla="*/ 99031 h 653839"/>
              <a:gd name="csX222" fmla="*/ 473589 w 2131156"/>
              <a:gd name="csY222" fmla="*/ 96378 h 653839"/>
              <a:gd name="csX223" fmla="*/ 475722 w 2131156"/>
              <a:gd name="csY223" fmla="*/ 93752 h 653839"/>
              <a:gd name="csX224" fmla="*/ 477856 w 2131156"/>
              <a:gd name="csY224" fmla="*/ 91153 h 653839"/>
              <a:gd name="csX225" fmla="*/ 479989 w 2131156"/>
              <a:gd name="csY225" fmla="*/ 88581 h 653839"/>
              <a:gd name="csX226" fmla="*/ 482122 w 2131156"/>
              <a:gd name="csY226" fmla="*/ 86038 h 653839"/>
              <a:gd name="csX227" fmla="*/ 484256 w 2131156"/>
              <a:gd name="csY227" fmla="*/ 83524 h 653839"/>
              <a:gd name="csX228" fmla="*/ 486389 w 2131156"/>
              <a:gd name="csY228" fmla="*/ 81038 h 653839"/>
              <a:gd name="csX229" fmla="*/ 488522 w 2131156"/>
              <a:gd name="csY229" fmla="*/ 78583 h 653839"/>
              <a:gd name="csX230" fmla="*/ 490655 w 2131156"/>
              <a:gd name="csY230" fmla="*/ 76157 h 653839"/>
              <a:gd name="csX231" fmla="*/ 492789 w 2131156"/>
              <a:gd name="csY231" fmla="*/ 73762 h 653839"/>
              <a:gd name="csX232" fmla="*/ 494922 w 2131156"/>
              <a:gd name="csY232" fmla="*/ 71398 h 653839"/>
              <a:gd name="csX233" fmla="*/ 497056 w 2131156"/>
              <a:gd name="csY233" fmla="*/ 69065 h 653839"/>
              <a:gd name="csX234" fmla="*/ 499189 w 2131156"/>
              <a:gd name="csY234" fmla="*/ 66765 h 653839"/>
              <a:gd name="csX235" fmla="*/ 501322 w 2131156"/>
              <a:gd name="csY235" fmla="*/ 64496 h 653839"/>
              <a:gd name="csX236" fmla="*/ 503455 w 2131156"/>
              <a:gd name="csY236" fmla="*/ 62261 h 653839"/>
              <a:gd name="csX237" fmla="*/ 505588 w 2131156"/>
              <a:gd name="csY237" fmla="*/ 60059 h 653839"/>
              <a:gd name="csX238" fmla="*/ 507722 w 2131156"/>
              <a:gd name="csY238" fmla="*/ 57891 h 653839"/>
              <a:gd name="csX239" fmla="*/ 509855 w 2131156"/>
              <a:gd name="csY239" fmla="*/ 55755 h 653839"/>
              <a:gd name="csX240" fmla="*/ 511988 w 2131156"/>
              <a:gd name="csY240" fmla="*/ 53655 h 653839"/>
              <a:gd name="csX241" fmla="*/ 514122 w 2131156"/>
              <a:gd name="csY241" fmla="*/ 51591 h 653839"/>
              <a:gd name="csX242" fmla="*/ 516255 w 2131156"/>
              <a:gd name="csY242" fmla="*/ 49561 h 653839"/>
              <a:gd name="csX243" fmla="*/ 518388 w 2131156"/>
              <a:gd name="csY243" fmla="*/ 47568 h 653839"/>
              <a:gd name="csX244" fmla="*/ 520522 w 2131156"/>
              <a:gd name="csY244" fmla="*/ 45610 h 653839"/>
              <a:gd name="csX245" fmla="*/ 522655 w 2131156"/>
              <a:gd name="csY245" fmla="*/ 43689 h 653839"/>
              <a:gd name="csX246" fmla="*/ 524788 w 2131156"/>
              <a:gd name="csY246" fmla="*/ 41805 h 653839"/>
              <a:gd name="csX247" fmla="*/ 526921 w 2131156"/>
              <a:gd name="csY247" fmla="*/ 39958 h 653839"/>
              <a:gd name="csX248" fmla="*/ 529055 w 2131156"/>
              <a:gd name="csY248" fmla="*/ 38149 h 653839"/>
              <a:gd name="csX249" fmla="*/ 531188 w 2131156"/>
              <a:gd name="csY249" fmla="*/ 36378 h 653839"/>
              <a:gd name="csX250" fmla="*/ 533321 w 2131156"/>
              <a:gd name="csY250" fmla="*/ 34646 h 653839"/>
              <a:gd name="csX251" fmla="*/ 535455 w 2131156"/>
              <a:gd name="csY251" fmla="*/ 32952 h 653839"/>
              <a:gd name="csX252" fmla="*/ 537588 w 2131156"/>
              <a:gd name="csY252" fmla="*/ 31297 h 653839"/>
              <a:gd name="csX253" fmla="*/ 539721 w 2131156"/>
              <a:gd name="csY253" fmla="*/ 29683 h 653839"/>
              <a:gd name="csX254" fmla="*/ 541854 w 2131156"/>
              <a:gd name="csY254" fmla="*/ 28107 h 653839"/>
              <a:gd name="csX255" fmla="*/ 543988 w 2131156"/>
              <a:gd name="csY255" fmla="*/ 26572 h 653839"/>
              <a:gd name="csX256" fmla="*/ 546121 w 2131156"/>
              <a:gd name="csY256" fmla="*/ 25077 h 653839"/>
              <a:gd name="csX257" fmla="*/ 548254 w 2131156"/>
              <a:gd name="csY257" fmla="*/ 23623 h 653839"/>
              <a:gd name="csX258" fmla="*/ 550388 w 2131156"/>
              <a:gd name="csY258" fmla="*/ 22210 h 653839"/>
              <a:gd name="csX259" fmla="*/ 552521 w 2131156"/>
              <a:gd name="csY259" fmla="*/ 20839 h 653839"/>
              <a:gd name="csX260" fmla="*/ 554654 w 2131156"/>
              <a:gd name="csY260" fmla="*/ 19509 h 653839"/>
              <a:gd name="csX261" fmla="*/ 556787 w 2131156"/>
              <a:gd name="csY261" fmla="*/ 18220 h 653839"/>
              <a:gd name="csX262" fmla="*/ 558920 w 2131156"/>
              <a:gd name="csY262" fmla="*/ 16974 h 653839"/>
              <a:gd name="csX263" fmla="*/ 561054 w 2131156"/>
              <a:gd name="csY263" fmla="*/ 15771 h 653839"/>
              <a:gd name="csX264" fmla="*/ 563187 w 2131156"/>
              <a:gd name="csY264" fmla="*/ 14610 h 653839"/>
              <a:gd name="csX265" fmla="*/ 565321 w 2131156"/>
              <a:gd name="csY265" fmla="*/ 13492 h 653839"/>
              <a:gd name="csX266" fmla="*/ 567454 w 2131156"/>
              <a:gd name="csY266" fmla="*/ 12417 h 653839"/>
              <a:gd name="csX267" fmla="*/ 569587 w 2131156"/>
              <a:gd name="csY267" fmla="*/ 11386 h 653839"/>
              <a:gd name="csX268" fmla="*/ 571720 w 2131156"/>
              <a:gd name="csY268" fmla="*/ 10398 h 653839"/>
              <a:gd name="csX269" fmla="*/ 573854 w 2131156"/>
              <a:gd name="csY269" fmla="*/ 9454 h 653839"/>
              <a:gd name="csX270" fmla="*/ 575987 w 2131156"/>
              <a:gd name="csY270" fmla="*/ 8553 h 653839"/>
              <a:gd name="csX271" fmla="*/ 578120 w 2131156"/>
              <a:gd name="csY271" fmla="*/ 7697 h 653839"/>
              <a:gd name="csX272" fmla="*/ 580254 w 2131156"/>
              <a:gd name="csY272" fmla="*/ 6886 h 653839"/>
              <a:gd name="csX273" fmla="*/ 582387 w 2131156"/>
              <a:gd name="csY273" fmla="*/ 6118 h 653839"/>
              <a:gd name="csX274" fmla="*/ 584520 w 2131156"/>
              <a:gd name="csY274" fmla="*/ 5395 h 653839"/>
              <a:gd name="csX275" fmla="*/ 586653 w 2131156"/>
              <a:gd name="csY275" fmla="*/ 4719 h 653839"/>
              <a:gd name="csX276" fmla="*/ 588786 w 2131156"/>
              <a:gd name="csY276" fmla="*/ 4085 h 653839"/>
              <a:gd name="csX277" fmla="*/ 590920 w 2131156"/>
              <a:gd name="csY277" fmla="*/ 3498 h 653839"/>
              <a:gd name="csX278" fmla="*/ 593053 w 2131156"/>
              <a:gd name="csY278" fmla="*/ 2956 h 653839"/>
              <a:gd name="csX279" fmla="*/ 595187 w 2131156"/>
              <a:gd name="csY279" fmla="*/ 2458 h 653839"/>
              <a:gd name="csX280" fmla="*/ 597320 w 2131156"/>
              <a:gd name="csY280" fmla="*/ 2007 h 653839"/>
              <a:gd name="csX281" fmla="*/ 599453 w 2131156"/>
              <a:gd name="csY281" fmla="*/ 1601 h 653839"/>
              <a:gd name="csX282" fmla="*/ 601586 w 2131156"/>
              <a:gd name="csY282" fmla="*/ 1240 h 653839"/>
              <a:gd name="csX283" fmla="*/ 603719 w 2131156"/>
              <a:gd name="csY283" fmla="*/ 925 h 653839"/>
              <a:gd name="csX284" fmla="*/ 605853 w 2131156"/>
              <a:gd name="csY284" fmla="*/ 656 h 653839"/>
              <a:gd name="csX285" fmla="*/ 607987 w 2131156"/>
              <a:gd name="csY285" fmla="*/ 434 h 653839"/>
              <a:gd name="csX286" fmla="*/ 610120 w 2131156"/>
              <a:gd name="csY286" fmla="*/ 256 h 653839"/>
              <a:gd name="csX287" fmla="*/ 612253 w 2131156"/>
              <a:gd name="csY287" fmla="*/ 125 h 653839"/>
              <a:gd name="csX288" fmla="*/ 614386 w 2131156"/>
              <a:gd name="csY288" fmla="*/ 39 h 653839"/>
              <a:gd name="csX289" fmla="*/ 616519 w 2131156"/>
              <a:gd name="csY289" fmla="*/ 0 h 653839"/>
              <a:gd name="csX290" fmla="*/ 618652 w 2131156"/>
              <a:gd name="csY290" fmla="*/ 6 h 653839"/>
              <a:gd name="csX291" fmla="*/ 620786 w 2131156"/>
              <a:gd name="csY291" fmla="*/ 59 h 653839"/>
              <a:gd name="csX292" fmla="*/ 622920 w 2131156"/>
              <a:gd name="csY292" fmla="*/ 157 h 653839"/>
              <a:gd name="csX293" fmla="*/ 625053 w 2131156"/>
              <a:gd name="csY293" fmla="*/ 301 h 653839"/>
              <a:gd name="csX294" fmla="*/ 627186 w 2131156"/>
              <a:gd name="csY294" fmla="*/ 492 h 653839"/>
              <a:gd name="csX295" fmla="*/ 629319 w 2131156"/>
              <a:gd name="csY295" fmla="*/ 728 h 653839"/>
              <a:gd name="csX296" fmla="*/ 631452 w 2131156"/>
              <a:gd name="csY296" fmla="*/ 1009 h 653839"/>
              <a:gd name="csX297" fmla="*/ 633585 w 2131156"/>
              <a:gd name="csY297" fmla="*/ 1337 h 653839"/>
              <a:gd name="csX298" fmla="*/ 635719 w 2131156"/>
              <a:gd name="csY298" fmla="*/ 1711 h 653839"/>
              <a:gd name="csX299" fmla="*/ 637853 w 2131156"/>
              <a:gd name="csY299" fmla="*/ 2129 h 653839"/>
              <a:gd name="csX300" fmla="*/ 639986 w 2131156"/>
              <a:gd name="csY300" fmla="*/ 2594 h 653839"/>
              <a:gd name="csX301" fmla="*/ 642119 w 2131156"/>
              <a:gd name="csY301" fmla="*/ 3104 h 653839"/>
              <a:gd name="csX302" fmla="*/ 644252 w 2131156"/>
              <a:gd name="csY302" fmla="*/ 3659 h 653839"/>
              <a:gd name="csX303" fmla="*/ 646385 w 2131156"/>
              <a:gd name="csY303" fmla="*/ 4259 h 653839"/>
              <a:gd name="csX304" fmla="*/ 648518 w 2131156"/>
              <a:gd name="csY304" fmla="*/ 4904 h 653839"/>
              <a:gd name="csX305" fmla="*/ 650652 w 2131156"/>
              <a:gd name="csY305" fmla="*/ 5594 h 653839"/>
              <a:gd name="csX306" fmla="*/ 652786 w 2131156"/>
              <a:gd name="csY306" fmla="*/ 6330 h 653839"/>
              <a:gd name="csX307" fmla="*/ 654919 w 2131156"/>
              <a:gd name="csY307" fmla="*/ 7109 h 653839"/>
              <a:gd name="csX308" fmla="*/ 657052 w 2131156"/>
              <a:gd name="csY308" fmla="*/ 7933 h 653839"/>
              <a:gd name="csX309" fmla="*/ 659185 w 2131156"/>
              <a:gd name="csY309" fmla="*/ 8802 h 653839"/>
              <a:gd name="csX310" fmla="*/ 661318 w 2131156"/>
              <a:gd name="csY310" fmla="*/ 9714 h 653839"/>
              <a:gd name="csX311" fmla="*/ 663451 w 2131156"/>
              <a:gd name="csY311" fmla="*/ 10671 h 653839"/>
              <a:gd name="csX312" fmla="*/ 665584 w 2131156"/>
              <a:gd name="csY312" fmla="*/ 11672 h 653839"/>
              <a:gd name="csX313" fmla="*/ 667719 w 2131156"/>
              <a:gd name="csY313" fmla="*/ 12715 h 653839"/>
              <a:gd name="csX314" fmla="*/ 669852 w 2131156"/>
              <a:gd name="csY314" fmla="*/ 13802 h 653839"/>
              <a:gd name="csX315" fmla="*/ 671985 w 2131156"/>
              <a:gd name="csY315" fmla="*/ 14932 h 653839"/>
              <a:gd name="csX316" fmla="*/ 674118 w 2131156"/>
              <a:gd name="csY316" fmla="*/ 16106 h 653839"/>
              <a:gd name="csX317" fmla="*/ 676251 w 2131156"/>
              <a:gd name="csY317" fmla="*/ 17321 h 653839"/>
              <a:gd name="csX318" fmla="*/ 678384 w 2131156"/>
              <a:gd name="csY318" fmla="*/ 18578 h 653839"/>
              <a:gd name="csX319" fmla="*/ 680517 w 2131156"/>
              <a:gd name="csY319" fmla="*/ 19878 h 653839"/>
              <a:gd name="csX320" fmla="*/ 682652 w 2131156"/>
              <a:gd name="csY320" fmla="*/ 21221 h 653839"/>
              <a:gd name="csX321" fmla="*/ 684785 w 2131156"/>
              <a:gd name="csY321" fmla="*/ 22603 h 653839"/>
              <a:gd name="csX322" fmla="*/ 686918 w 2131156"/>
              <a:gd name="csY322" fmla="*/ 24028 h 653839"/>
              <a:gd name="csX323" fmla="*/ 689051 w 2131156"/>
              <a:gd name="csY323" fmla="*/ 25494 h 653839"/>
              <a:gd name="csX324" fmla="*/ 691184 w 2131156"/>
              <a:gd name="csY324" fmla="*/ 27000 h 653839"/>
              <a:gd name="csX325" fmla="*/ 693317 w 2131156"/>
              <a:gd name="csY325" fmla="*/ 28546 h 653839"/>
              <a:gd name="csX326" fmla="*/ 695451 w 2131156"/>
              <a:gd name="csY326" fmla="*/ 30133 h 653839"/>
              <a:gd name="csX327" fmla="*/ 697585 w 2131156"/>
              <a:gd name="csY327" fmla="*/ 31759 h 653839"/>
              <a:gd name="csX328" fmla="*/ 699718 w 2131156"/>
              <a:gd name="csY328" fmla="*/ 33425 h 653839"/>
              <a:gd name="csX329" fmla="*/ 701851 w 2131156"/>
              <a:gd name="csY329" fmla="*/ 35130 h 653839"/>
              <a:gd name="csX330" fmla="*/ 703984 w 2131156"/>
              <a:gd name="csY330" fmla="*/ 36873 h 653839"/>
              <a:gd name="csX331" fmla="*/ 706117 w 2131156"/>
              <a:gd name="csY331" fmla="*/ 38654 h 653839"/>
              <a:gd name="csX332" fmla="*/ 708250 w 2131156"/>
              <a:gd name="csY332" fmla="*/ 40475 h 653839"/>
              <a:gd name="csX333" fmla="*/ 710384 w 2131156"/>
              <a:gd name="csY333" fmla="*/ 42331 h 653839"/>
              <a:gd name="csX334" fmla="*/ 712518 w 2131156"/>
              <a:gd name="csY334" fmla="*/ 44226 h 653839"/>
              <a:gd name="csX335" fmla="*/ 714651 w 2131156"/>
              <a:gd name="csY335" fmla="*/ 46157 h 653839"/>
              <a:gd name="csX336" fmla="*/ 716784 w 2131156"/>
              <a:gd name="csY336" fmla="*/ 48125 h 653839"/>
              <a:gd name="csX337" fmla="*/ 718917 w 2131156"/>
              <a:gd name="csY337" fmla="*/ 50129 h 653839"/>
              <a:gd name="csX338" fmla="*/ 721050 w 2131156"/>
              <a:gd name="csY338" fmla="*/ 52168 h 653839"/>
              <a:gd name="csX339" fmla="*/ 723183 w 2131156"/>
              <a:gd name="csY339" fmla="*/ 54243 h 653839"/>
              <a:gd name="csX340" fmla="*/ 725317 w 2131156"/>
              <a:gd name="csY340" fmla="*/ 56353 h 653839"/>
              <a:gd name="csX341" fmla="*/ 727451 w 2131156"/>
              <a:gd name="csY341" fmla="*/ 58497 h 653839"/>
              <a:gd name="csX342" fmla="*/ 729584 w 2131156"/>
              <a:gd name="csY342" fmla="*/ 60675 h 653839"/>
              <a:gd name="csX343" fmla="*/ 731713 w 2131156"/>
              <a:gd name="csY343" fmla="*/ 62887 h 653839"/>
              <a:gd name="csX344" fmla="*/ 733855 w 2131156"/>
              <a:gd name="csY344" fmla="*/ 65131 h 653839"/>
              <a:gd name="csX345" fmla="*/ 735987 w 2131156"/>
              <a:gd name="csY345" fmla="*/ 67408 h 653839"/>
              <a:gd name="csX346" fmla="*/ 738119 w 2131156"/>
              <a:gd name="csY346" fmla="*/ 69719 h 653839"/>
              <a:gd name="csX347" fmla="*/ 740251 w 2131156"/>
              <a:gd name="csY347" fmla="*/ 72060 h 653839"/>
              <a:gd name="csX348" fmla="*/ 742384 w 2131156"/>
              <a:gd name="csY348" fmla="*/ 74433 h 653839"/>
              <a:gd name="csX349" fmla="*/ 744516 w 2131156"/>
              <a:gd name="csY349" fmla="*/ 76837 h 653839"/>
              <a:gd name="csX350" fmla="*/ 746648 w 2131156"/>
              <a:gd name="csY350" fmla="*/ 79271 h 653839"/>
              <a:gd name="csX351" fmla="*/ 748780 w 2131156"/>
              <a:gd name="csY351" fmla="*/ 81735 h 653839"/>
              <a:gd name="csX352" fmla="*/ 750912 w 2131156"/>
              <a:gd name="csY352" fmla="*/ 84228 h 653839"/>
              <a:gd name="csX353" fmla="*/ 753054 w 2131156"/>
              <a:gd name="csY353" fmla="*/ 86752 h 653839"/>
              <a:gd name="csX354" fmla="*/ 755186 w 2131156"/>
              <a:gd name="csY354" fmla="*/ 89303 h 653839"/>
              <a:gd name="csX355" fmla="*/ 757319 w 2131156"/>
              <a:gd name="csY355" fmla="*/ 91882 h 653839"/>
              <a:gd name="csX356" fmla="*/ 759451 w 2131156"/>
              <a:gd name="csY356" fmla="*/ 94488 h 653839"/>
              <a:gd name="csX357" fmla="*/ 761583 w 2131156"/>
              <a:gd name="csY357" fmla="*/ 97122 h 653839"/>
              <a:gd name="csX358" fmla="*/ 763715 w 2131156"/>
              <a:gd name="csY358" fmla="*/ 99782 h 653839"/>
              <a:gd name="csX359" fmla="*/ 765847 w 2131156"/>
              <a:gd name="csY359" fmla="*/ 102468 h 653839"/>
              <a:gd name="csX360" fmla="*/ 767979 w 2131156"/>
              <a:gd name="csY360" fmla="*/ 105181 h 653839"/>
              <a:gd name="csX361" fmla="*/ 770111 w 2131156"/>
              <a:gd name="csY361" fmla="*/ 107917 h 653839"/>
              <a:gd name="csX362" fmla="*/ 772254 w 2131156"/>
              <a:gd name="csY362" fmla="*/ 110679 h 653839"/>
              <a:gd name="csX363" fmla="*/ 774386 w 2131156"/>
              <a:gd name="csY363" fmla="*/ 113464 h 653839"/>
              <a:gd name="csX364" fmla="*/ 776518 w 2131156"/>
              <a:gd name="csY364" fmla="*/ 116273 h 653839"/>
              <a:gd name="csX365" fmla="*/ 778650 w 2131156"/>
              <a:gd name="csY365" fmla="*/ 119105 h 653839"/>
              <a:gd name="csX366" fmla="*/ 780782 w 2131156"/>
              <a:gd name="csY366" fmla="*/ 121959 h 653839"/>
              <a:gd name="csX367" fmla="*/ 782914 w 2131156"/>
              <a:gd name="csY367" fmla="*/ 124835 h 653839"/>
              <a:gd name="csX368" fmla="*/ 785046 w 2131156"/>
              <a:gd name="csY368" fmla="*/ 127733 h 653839"/>
              <a:gd name="csX369" fmla="*/ 787178 w 2131156"/>
              <a:gd name="csY369" fmla="*/ 130652 h 653839"/>
              <a:gd name="csX370" fmla="*/ 789310 w 2131156"/>
              <a:gd name="csY370" fmla="*/ 133591 h 653839"/>
              <a:gd name="csX371" fmla="*/ 791453 w 2131156"/>
              <a:gd name="csY371" fmla="*/ 136551 h 653839"/>
              <a:gd name="csX372" fmla="*/ 793585 w 2131156"/>
              <a:gd name="csY372" fmla="*/ 139528 h 653839"/>
              <a:gd name="csX373" fmla="*/ 795717 w 2131156"/>
              <a:gd name="csY373" fmla="*/ 142526 h 653839"/>
              <a:gd name="csX374" fmla="*/ 797849 w 2131156"/>
              <a:gd name="csY374" fmla="*/ 145541 h 653839"/>
              <a:gd name="csX375" fmla="*/ 799981 w 2131156"/>
              <a:gd name="csY375" fmla="*/ 148574 h 653839"/>
              <a:gd name="csX376" fmla="*/ 802113 w 2131156"/>
              <a:gd name="csY376" fmla="*/ 151624 h 653839"/>
              <a:gd name="csX377" fmla="*/ 804245 w 2131156"/>
              <a:gd name="csY377" fmla="*/ 154691 h 653839"/>
              <a:gd name="csX378" fmla="*/ 806378 w 2131156"/>
              <a:gd name="csY378" fmla="*/ 157774 h 653839"/>
              <a:gd name="csX379" fmla="*/ 808520 w 2131156"/>
              <a:gd name="csY379" fmla="*/ 160873 h 653839"/>
              <a:gd name="csX380" fmla="*/ 810652 w 2131156"/>
              <a:gd name="csY380" fmla="*/ 163986 h 653839"/>
              <a:gd name="csX381" fmla="*/ 812784 w 2131156"/>
              <a:gd name="csY381" fmla="*/ 167115 h 653839"/>
              <a:gd name="csX382" fmla="*/ 814916 w 2131156"/>
              <a:gd name="csY382" fmla="*/ 170257 h 653839"/>
              <a:gd name="csX383" fmla="*/ 817048 w 2131156"/>
              <a:gd name="csY383" fmla="*/ 173413 h 653839"/>
              <a:gd name="csX384" fmla="*/ 819181 w 2131156"/>
              <a:gd name="csY384" fmla="*/ 176582 h 653839"/>
              <a:gd name="csX385" fmla="*/ 821313 w 2131156"/>
              <a:gd name="csY385" fmla="*/ 179763 h 653839"/>
              <a:gd name="csX386" fmla="*/ 823445 w 2131156"/>
              <a:gd name="csY386" fmla="*/ 182956 h 653839"/>
              <a:gd name="csX387" fmla="*/ 825577 w 2131156"/>
              <a:gd name="csY387" fmla="*/ 186161 h 653839"/>
              <a:gd name="csX388" fmla="*/ 827719 w 2131156"/>
              <a:gd name="csY388" fmla="*/ 189376 h 653839"/>
              <a:gd name="csX389" fmla="*/ 829851 w 2131156"/>
              <a:gd name="csY389" fmla="*/ 192602 h 653839"/>
              <a:gd name="csX390" fmla="*/ 831983 w 2131156"/>
              <a:gd name="csY390" fmla="*/ 195837 h 653839"/>
              <a:gd name="csX391" fmla="*/ 834115 w 2131156"/>
              <a:gd name="csY391" fmla="*/ 199082 h 653839"/>
              <a:gd name="csX392" fmla="*/ 836248 w 2131156"/>
              <a:gd name="csY392" fmla="*/ 202335 h 653839"/>
              <a:gd name="csX393" fmla="*/ 838380 w 2131156"/>
              <a:gd name="csY393" fmla="*/ 205597 h 653839"/>
              <a:gd name="csX394" fmla="*/ 840512 w 2131156"/>
              <a:gd name="csY394" fmla="*/ 208866 h 653839"/>
              <a:gd name="csX395" fmla="*/ 842644 w 2131156"/>
              <a:gd name="csY395" fmla="*/ 212143 h 653839"/>
              <a:gd name="csX396" fmla="*/ 844776 w 2131156"/>
              <a:gd name="csY396" fmla="*/ 215426 h 653839"/>
              <a:gd name="csX397" fmla="*/ 846918 w 2131156"/>
              <a:gd name="csY397" fmla="*/ 218716 h 653839"/>
              <a:gd name="csX398" fmla="*/ 849051 w 2131156"/>
              <a:gd name="csY398" fmla="*/ 222010 h 653839"/>
              <a:gd name="csX399" fmla="*/ 851183 w 2131156"/>
              <a:gd name="csY399" fmla="*/ 225311 h 653839"/>
              <a:gd name="csX400" fmla="*/ 853315 w 2131156"/>
              <a:gd name="csY400" fmla="*/ 228616 h 653839"/>
              <a:gd name="csX401" fmla="*/ 855447 w 2131156"/>
              <a:gd name="csY401" fmla="*/ 231926 h 653839"/>
              <a:gd name="csX402" fmla="*/ 857579 w 2131156"/>
              <a:gd name="csY402" fmla="*/ 235238 h 653839"/>
              <a:gd name="csX403" fmla="*/ 859711 w 2131156"/>
              <a:gd name="csY403" fmla="*/ 238554 h 653839"/>
              <a:gd name="csX404" fmla="*/ 861843 w 2131156"/>
              <a:gd name="csY404" fmla="*/ 241873 h 653839"/>
              <a:gd name="csX405" fmla="*/ 863986 w 2131156"/>
              <a:gd name="csY405" fmla="*/ 245193 h 653839"/>
              <a:gd name="csX406" fmla="*/ 866118 w 2131156"/>
              <a:gd name="csY406" fmla="*/ 248517 h 653839"/>
              <a:gd name="csX407" fmla="*/ 868250 w 2131156"/>
              <a:gd name="csY407" fmla="*/ 251840 h 653839"/>
              <a:gd name="csX408" fmla="*/ 870382 w 2131156"/>
              <a:gd name="csY408" fmla="*/ 255165 h 653839"/>
              <a:gd name="csX409" fmla="*/ 872514 w 2131156"/>
              <a:gd name="csY409" fmla="*/ 258490 h 653839"/>
              <a:gd name="csX410" fmla="*/ 874646 w 2131156"/>
              <a:gd name="csY410" fmla="*/ 261814 h 653839"/>
              <a:gd name="csX411" fmla="*/ 876778 w 2131156"/>
              <a:gd name="csY411" fmla="*/ 265135 h 653839"/>
              <a:gd name="csX412" fmla="*/ 878910 w 2131156"/>
              <a:gd name="csY412" fmla="*/ 268457 h 653839"/>
              <a:gd name="csX413" fmla="*/ 881042 w 2131156"/>
              <a:gd name="csY413" fmla="*/ 271779 h 653839"/>
              <a:gd name="csX414" fmla="*/ 883185 w 2131156"/>
              <a:gd name="csY414" fmla="*/ 275102 h 653839"/>
              <a:gd name="csX415" fmla="*/ 885317 w 2131156"/>
              <a:gd name="csY415" fmla="*/ 278424 h 653839"/>
              <a:gd name="csX416" fmla="*/ 887449 w 2131156"/>
              <a:gd name="csY416" fmla="*/ 281736 h 653839"/>
              <a:gd name="csX417" fmla="*/ 889581 w 2131156"/>
              <a:gd name="csY417" fmla="*/ 285048 h 653839"/>
              <a:gd name="csX418" fmla="*/ 891713 w 2131156"/>
              <a:gd name="csY418" fmla="*/ 288350 h 653839"/>
              <a:gd name="csX419" fmla="*/ 893845 w 2131156"/>
              <a:gd name="csY419" fmla="*/ 291651 h 653839"/>
              <a:gd name="csX420" fmla="*/ 895977 w 2131156"/>
              <a:gd name="csY420" fmla="*/ 294953 h 653839"/>
              <a:gd name="csX421" fmla="*/ 898110 w 2131156"/>
              <a:gd name="csY421" fmla="*/ 298244 h 653839"/>
              <a:gd name="csX422" fmla="*/ 900242 w 2131156"/>
              <a:gd name="csY422" fmla="*/ 301536 h 653839"/>
              <a:gd name="csX423" fmla="*/ 902384 w 2131156"/>
              <a:gd name="csY423" fmla="*/ 304817 h 653839"/>
              <a:gd name="csX424" fmla="*/ 904516 w 2131156"/>
              <a:gd name="csY424" fmla="*/ 308087 h 653839"/>
              <a:gd name="csX425" fmla="*/ 906648 w 2131156"/>
              <a:gd name="csY425" fmla="*/ 311358 h 653839"/>
              <a:gd name="csX426" fmla="*/ 908780 w 2131156"/>
              <a:gd name="csY426" fmla="*/ 314618 h 653839"/>
              <a:gd name="csX427" fmla="*/ 910913 w 2131156"/>
              <a:gd name="csY427" fmla="*/ 317878 h 653839"/>
              <a:gd name="csX428" fmla="*/ 913045 w 2131156"/>
              <a:gd name="csY428" fmla="*/ 321128 h 653839"/>
              <a:gd name="csX429" fmla="*/ 915177 w 2131156"/>
              <a:gd name="csY429" fmla="*/ 324357 h 653839"/>
              <a:gd name="csX430" fmla="*/ 917309 w 2131156"/>
              <a:gd name="csY430" fmla="*/ 327587 h 653839"/>
              <a:gd name="csX431" fmla="*/ 919441 w 2131156"/>
              <a:gd name="csY431" fmla="*/ 330816 h 653839"/>
              <a:gd name="csX432" fmla="*/ 921583 w 2131156"/>
              <a:gd name="csY432" fmla="*/ 334024 h 653839"/>
              <a:gd name="csX433" fmla="*/ 923715 w 2131156"/>
              <a:gd name="csY433" fmla="*/ 337222 h 653839"/>
              <a:gd name="csX434" fmla="*/ 925847 w 2131156"/>
              <a:gd name="csY434" fmla="*/ 340421 h 653839"/>
              <a:gd name="csX435" fmla="*/ 927980 w 2131156"/>
              <a:gd name="csY435" fmla="*/ 343598 h 653839"/>
              <a:gd name="csX436" fmla="*/ 930112 w 2131156"/>
              <a:gd name="csY436" fmla="*/ 346765 h 653839"/>
              <a:gd name="csX437" fmla="*/ 932244 w 2131156"/>
              <a:gd name="csY437" fmla="*/ 349932 h 653839"/>
              <a:gd name="csX438" fmla="*/ 934376 w 2131156"/>
              <a:gd name="csY438" fmla="*/ 353079 h 653839"/>
              <a:gd name="csX439" fmla="*/ 936508 w 2131156"/>
              <a:gd name="csY439" fmla="*/ 356215 h 653839"/>
              <a:gd name="csX440" fmla="*/ 938650 w 2131156"/>
              <a:gd name="csY440" fmla="*/ 359340 h 653839"/>
              <a:gd name="csX441" fmla="*/ 940783 w 2131156"/>
              <a:gd name="csY441" fmla="*/ 362456 h 653839"/>
              <a:gd name="csX442" fmla="*/ 942915 w 2131156"/>
              <a:gd name="csY442" fmla="*/ 365550 h 653839"/>
              <a:gd name="csX443" fmla="*/ 945047 w 2131156"/>
              <a:gd name="csY443" fmla="*/ 368635 h 653839"/>
              <a:gd name="csX444" fmla="*/ 947179 w 2131156"/>
              <a:gd name="csY444" fmla="*/ 371709 h 653839"/>
              <a:gd name="csX445" fmla="*/ 949311 w 2131156"/>
              <a:gd name="csY445" fmla="*/ 374772 h 653839"/>
              <a:gd name="csX446" fmla="*/ 951443 w 2131156"/>
              <a:gd name="csY446" fmla="*/ 377815 h 653839"/>
              <a:gd name="csX447" fmla="*/ 953575 w 2131156"/>
              <a:gd name="csY447" fmla="*/ 380848 h 653839"/>
              <a:gd name="csX448" fmla="*/ 955707 w 2131156"/>
              <a:gd name="csY448" fmla="*/ 383870 h 653839"/>
              <a:gd name="csX449" fmla="*/ 957850 w 2131156"/>
              <a:gd name="csY449" fmla="*/ 386871 h 653839"/>
              <a:gd name="csX450" fmla="*/ 959982 w 2131156"/>
              <a:gd name="csY450" fmla="*/ 389862 h 653839"/>
              <a:gd name="csX451" fmla="*/ 962114 w 2131156"/>
              <a:gd name="csY451" fmla="*/ 392833 h 653839"/>
              <a:gd name="csX452" fmla="*/ 964246 w 2131156"/>
              <a:gd name="csY452" fmla="*/ 395793 h 653839"/>
              <a:gd name="csX453" fmla="*/ 966378 w 2131156"/>
              <a:gd name="csY453" fmla="*/ 398733 h 653839"/>
              <a:gd name="csX454" fmla="*/ 968510 w 2131156"/>
              <a:gd name="csY454" fmla="*/ 401662 h 653839"/>
              <a:gd name="csX455" fmla="*/ 970642 w 2131156"/>
              <a:gd name="csY455" fmla="*/ 404570 h 653839"/>
              <a:gd name="csX456" fmla="*/ 972774 w 2131156"/>
              <a:gd name="csY456" fmla="*/ 407468 h 653839"/>
              <a:gd name="csX457" fmla="*/ 974906 w 2131156"/>
              <a:gd name="csY457" fmla="*/ 410345 h 653839"/>
              <a:gd name="csX458" fmla="*/ 977049 w 2131156"/>
              <a:gd name="csY458" fmla="*/ 413202 h 653839"/>
              <a:gd name="csX459" fmla="*/ 979181 w 2131156"/>
              <a:gd name="csY459" fmla="*/ 416048 h 653839"/>
              <a:gd name="csX460" fmla="*/ 981313 w 2131156"/>
              <a:gd name="csY460" fmla="*/ 418874 h 653839"/>
              <a:gd name="csX461" fmla="*/ 983445 w 2131156"/>
              <a:gd name="csY461" fmla="*/ 421689 h 653839"/>
              <a:gd name="csX462" fmla="*/ 985577 w 2131156"/>
              <a:gd name="csY462" fmla="*/ 424473 h 653839"/>
              <a:gd name="csX463" fmla="*/ 987709 w 2131156"/>
              <a:gd name="csY463" fmla="*/ 427247 h 653839"/>
              <a:gd name="csX464" fmla="*/ 989842 w 2131156"/>
              <a:gd name="csY464" fmla="*/ 430010 h 653839"/>
              <a:gd name="csX465" fmla="*/ 991974 w 2131156"/>
              <a:gd name="csY465" fmla="*/ 432743 h 653839"/>
              <a:gd name="csX466" fmla="*/ 994106 w 2131156"/>
              <a:gd name="csY466" fmla="*/ 435465 h 653839"/>
              <a:gd name="csX467" fmla="*/ 996248 w 2131156"/>
              <a:gd name="csY467" fmla="*/ 438166 h 653839"/>
              <a:gd name="csX468" fmla="*/ 998380 w 2131156"/>
              <a:gd name="csY468" fmla="*/ 440857 h 653839"/>
              <a:gd name="csX469" fmla="*/ 1000512 w 2131156"/>
              <a:gd name="csY469" fmla="*/ 443517 h 653839"/>
              <a:gd name="csX470" fmla="*/ 1002645 w 2131156"/>
              <a:gd name="csY470" fmla="*/ 446166 h 653839"/>
              <a:gd name="csX471" fmla="*/ 1004777 w 2131156"/>
              <a:gd name="csY471" fmla="*/ 448795 h 653839"/>
              <a:gd name="csX472" fmla="*/ 1006909 w 2131156"/>
              <a:gd name="csY472" fmla="*/ 451404 h 653839"/>
              <a:gd name="csX473" fmla="*/ 1009041 w 2131156"/>
              <a:gd name="csY473" fmla="*/ 453991 h 653839"/>
              <a:gd name="csX474" fmla="*/ 1011173 w 2131156"/>
              <a:gd name="csY474" fmla="*/ 456558 h 653839"/>
              <a:gd name="csX475" fmla="*/ 1013315 w 2131156"/>
              <a:gd name="csY475" fmla="*/ 459114 h 653839"/>
              <a:gd name="csX476" fmla="*/ 1015447 w 2131156"/>
              <a:gd name="csY476" fmla="*/ 461640 h 653839"/>
              <a:gd name="csX477" fmla="*/ 1017580 w 2131156"/>
              <a:gd name="csY477" fmla="*/ 464155 h 653839"/>
              <a:gd name="csX478" fmla="*/ 1019712 w 2131156"/>
              <a:gd name="csY478" fmla="*/ 466649 h 653839"/>
              <a:gd name="csX479" fmla="*/ 1021844 w 2131156"/>
              <a:gd name="csY479" fmla="*/ 469123 h 653839"/>
              <a:gd name="csX480" fmla="*/ 1023976 w 2131156"/>
              <a:gd name="csY480" fmla="*/ 471576 h 653839"/>
              <a:gd name="csX481" fmla="*/ 1026108 w 2131156"/>
              <a:gd name="csY481" fmla="*/ 474008 h 653839"/>
              <a:gd name="csX482" fmla="*/ 1028240 w 2131156"/>
              <a:gd name="csY482" fmla="*/ 476420 h 653839"/>
              <a:gd name="csX483" fmla="*/ 1030372 w 2131156"/>
              <a:gd name="csY483" fmla="*/ 478810 h 653839"/>
              <a:gd name="csX484" fmla="*/ 1032515 w 2131156"/>
              <a:gd name="csY484" fmla="*/ 481180 h 653839"/>
              <a:gd name="csX485" fmla="*/ 1034647 w 2131156"/>
              <a:gd name="csY485" fmla="*/ 483530 h 653839"/>
              <a:gd name="csX486" fmla="*/ 1036779 w 2131156"/>
              <a:gd name="csY486" fmla="*/ 485869 h 653839"/>
              <a:gd name="csX487" fmla="*/ 1038911 w 2131156"/>
              <a:gd name="csY487" fmla="*/ 488177 h 653839"/>
              <a:gd name="csX488" fmla="*/ 1041043 w 2131156"/>
              <a:gd name="csY488" fmla="*/ 490475 h 653839"/>
              <a:gd name="csX489" fmla="*/ 1043175 w 2131156"/>
              <a:gd name="csY489" fmla="*/ 492741 h 653839"/>
              <a:gd name="csX490" fmla="*/ 1045307 w 2131156"/>
              <a:gd name="csY490" fmla="*/ 494987 h 653839"/>
              <a:gd name="csX491" fmla="*/ 1047439 w 2131156"/>
              <a:gd name="csY491" fmla="*/ 497223 h 653839"/>
              <a:gd name="csX492" fmla="*/ 1049571 w 2131156"/>
              <a:gd name="csY492" fmla="*/ 499428 h 653839"/>
              <a:gd name="csX493" fmla="*/ 1051714 w 2131156"/>
              <a:gd name="csY493" fmla="*/ 501622 h 653839"/>
              <a:gd name="csX494" fmla="*/ 1053846 w 2131156"/>
              <a:gd name="csY494" fmla="*/ 503785 h 653839"/>
              <a:gd name="csX495" fmla="*/ 1055978 w 2131156"/>
              <a:gd name="csY495" fmla="*/ 505938 h 653839"/>
              <a:gd name="csX496" fmla="*/ 1058110 w 2131156"/>
              <a:gd name="csY496" fmla="*/ 508070 h 653839"/>
              <a:gd name="csX497" fmla="*/ 1060242 w 2131156"/>
              <a:gd name="csY497" fmla="*/ 510171 h 653839"/>
              <a:gd name="csX498" fmla="*/ 1062374 w 2131156"/>
              <a:gd name="csY498" fmla="*/ 512262 h 653839"/>
              <a:gd name="csX499" fmla="*/ 1064507 w 2131156"/>
              <a:gd name="csY499" fmla="*/ 514321 h 653839"/>
              <a:gd name="csX500" fmla="*/ 1066639 w 2131156"/>
              <a:gd name="csY500" fmla="*/ 516370 h 653839"/>
              <a:gd name="csX501" fmla="*/ 1068781 w 2131156"/>
              <a:gd name="csY501" fmla="*/ 518399 h 653839"/>
              <a:gd name="csX502" fmla="*/ 1070913 w 2131156"/>
              <a:gd name="csY502" fmla="*/ 520397 h 653839"/>
              <a:gd name="csX503" fmla="*/ 1073045 w 2131156"/>
              <a:gd name="csY503" fmla="*/ 522384 h 653839"/>
              <a:gd name="csX504" fmla="*/ 1075177 w 2131156"/>
              <a:gd name="csY504" fmla="*/ 524350 h 653839"/>
              <a:gd name="csX505" fmla="*/ 1077309 w 2131156"/>
              <a:gd name="csY505" fmla="*/ 526296 h 653839"/>
              <a:gd name="csX506" fmla="*/ 1079441 w 2131156"/>
              <a:gd name="csY506" fmla="*/ 528221 h 653839"/>
              <a:gd name="csX507" fmla="*/ 1081574 w 2131156"/>
              <a:gd name="csY507" fmla="*/ 530115 h 653839"/>
              <a:gd name="csX508" fmla="*/ 1083706 w 2131156"/>
              <a:gd name="csY508" fmla="*/ 531999 h 653839"/>
              <a:gd name="csX509" fmla="*/ 1085838 w 2131156"/>
              <a:gd name="csY509" fmla="*/ 533862 h 653839"/>
              <a:gd name="csX510" fmla="*/ 1087980 w 2131156"/>
              <a:gd name="csY510" fmla="*/ 535704 h 653839"/>
              <a:gd name="csX511" fmla="*/ 1090112 w 2131156"/>
              <a:gd name="csY511" fmla="*/ 537526 h 653839"/>
              <a:gd name="csX512" fmla="*/ 1092244 w 2131156"/>
              <a:gd name="csY512" fmla="*/ 539327 h 653839"/>
              <a:gd name="csX513" fmla="*/ 1094377 w 2131156"/>
              <a:gd name="csY513" fmla="*/ 541117 h 653839"/>
              <a:gd name="csX514" fmla="*/ 1096509 w 2131156"/>
              <a:gd name="csY514" fmla="*/ 542877 h 653839"/>
              <a:gd name="csX515" fmla="*/ 1098641 w 2131156"/>
              <a:gd name="csY515" fmla="*/ 544616 h 653839"/>
              <a:gd name="csX516" fmla="*/ 1100773 w 2131156"/>
              <a:gd name="csY516" fmla="*/ 546344 h 653839"/>
              <a:gd name="csX517" fmla="*/ 1102905 w 2131156"/>
              <a:gd name="csY517" fmla="*/ 548041 h 653839"/>
              <a:gd name="csX518" fmla="*/ 1105037 w 2131156"/>
              <a:gd name="csY518" fmla="*/ 549728 h 653839"/>
              <a:gd name="csX519" fmla="*/ 1107180 w 2131156"/>
              <a:gd name="csY519" fmla="*/ 551385 h 653839"/>
              <a:gd name="csX520" fmla="*/ 1109312 w 2131156"/>
              <a:gd name="csY520" fmla="*/ 553030 h 653839"/>
              <a:gd name="csX521" fmla="*/ 1111444 w 2131156"/>
              <a:gd name="csY521" fmla="*/ 554655 h 653839"/>
              <a:gd name="csX522" fmla="*/ 1113576 w 2131156"/>
              <a:gd name="csY522" fmla="*/ 556259 h 653839"/>
              <a:gd name="csX523" fmla="*/ 1115708 w 2131156"/>
              <a:gd name="csY523" fmla="*/ 557853 h 653839"/>
              <a:gd name="csX524" fmla="*/ 1117840 w 2131156"/>
              <a:gd name="csY524" fmla="*/ 559416 h 653839"/>
              <a:gd name="csX525" fmla="*/ 1119972 w 2131156"/>
              <a:gd name="csY525" fmla="*/ 560969 h 653839"/>
              <a:gd name="csX526" fmla="*/ 1122104 w 2131156"/>
              <a:gd name="csY526" fmla="*/ 562490 h 653839"/>
              <a:gd name="csX527" fmla="*/ 1124236 w 2131156"/>
              <a:gd name="csY527" fmla="*/ 564001 h 653839"/>
              <a:gd name="csX528" fmla="*/ 1126379 w 2131156"/>
              <a:gd name="csY528" fmla="*/ 565492 h 653839"/>
              <a:gd name="csX529" fmla="*/ 1128511 w 2131156"/>
              <a:gd name="csY529" fmla="*/ 566972 h 653839"/>
              <a:gd name="csX530" fmla="*/ 1130643 w 2131156"/>
              <a:gd name="csY530" fmla="*/ 568421 h 653839"/>
              <a:gd name="csX531" fmla="*/ 1132775 w 2131156"/>
              <a:gd name="csY531" fmla="*/ 569859 h 653839"/>
              <a:gd name="csX532" fmla="*/ 1134907 w 2131156"/>
              <a:gd name="csY532" fmla="*/ 571277 h 653839"/>
              <a:gd name="csX533" fmla="*/ 1137039 w 2131156"/>
              <a:gd name="csY533" fmla="*/ 572674 h 653839"/>
              <a:gd name="csX534" fmla="*/ 1139171 w 2131156"/>
              <a:gd name="csY534" fmla="*/ 574051 h 653839"/>
              <a:gd name="csX535" fmla="*/ 1141303 w 2131156"/>
              <a:gd name="csY535" fmla="*/ 575417 h 653839"/>
              <a:gd name="csX536" fmla="*/ 1143446 w 2131156"/>
              <a:gd name="csY536" fmla="*/ 576763 h 653839"/>
              <a:gd name="csX537" fmla="*/ 1145578 w 2131156"/>
              <a:gd name="csY537" fmla="*/ 578087 h 653839"/>
              <a:gd name="csX538" fmla="*/ 1147710 w 2131156"/>
              <a:gd name="csY538" fmla="*/ 579402 h 653839"/>
              <a:gd name="csX539" fmla="*/ 1149842 w 2131156"/>
              <a:gd name="csY539" fmla="*/ 580696 h 653839"/>
              <a:gd name="csX540" fmla="*/ 1151974 w 2131156"/>
              <a:gd name="csY540" fmla="*/ 581969 h 653839"/>
              <a:gd name="csX541" fmla="*/ 1154106 w 2131156"/>
              <a:gd name="csY541" fmla="*/ 583221 h 653839"/>
              <a:gd name="csX542" fmla="*/ 1156239 w 2131156"/>
              <a:gd name="csY542" fmla="*/ 584463 h 653839"/>
              <a:gd name="csX543" fmla="*/ 1158371 w 2131156"/>
              <a:gd name="csY543" fmla="*/ 585684 h 653839"/>
              <a:gd name="csX544" fmla="*/ 1160503 w 2131156"/>
              <a:gd name="csY544" fmla="*/ 586895 h 653839"/>
              <a:gd name="csX545" fmla="*/ 1162645 w 2131156"/>
              <a:gd name="csY545" fmla="*/ 588086 h 653839"/>
              <a:gd name="csX546" fmla="*/ 1164777 w 2131156"/>
              <a:gd name="csY546" fmla="*/ 589255 h 653839"/>
              <a:gd name="csX547" fmla="*/ 1166909 w 2131156"/>
              <a:gd name="csY547" fmla="*/ 590414 h 653839"/>
              <a:gd name="csX548" fmla="*/ 1169041 w 2131156"/>
              <a:gd name="csY548" fmla="*/ 591553 h 653839"/>
              <a:gd name="csX549" fmla="*/ 1171174 w 2131156"/>
              <a:gd name="csY549" fmla="*/ 592681 h 653839"/>
              <a:gd name="csX550" fmla="*/ 1173306 w 2131156"/>
              <a:gd name="csY550" fmla="*/ 593788 h 653839"/>
              <a:gd name="csX551" fmla="*/ 1175438 w 2131156"/>
              <a:gd name="csY551" fmla="*/ 594886 h 653839"/>
              <a:gd name="csX552" fmla="*/ 1177570 w 2131156"/>
              <a:gd name="csY552" fmla="*/ 595962 h 653839"/>
              <a:gd name="csX553" fmla="*/ 1179702 w 2131156"/>
              <a:gd name="csY553" fmla="*/ 597018 h 653839"/>
              <a:gd name="csX554" fmla="*/ 1181844 w 2131156"/>
              <a:gd name="csY554" fmla="*/ 598063 h 653839"/>
              <a:gd name="csX555" fmla="*/ 1183976 w 2131156"/>
              <a:gd name="csY555" fmla="*/ 599098 h 653839"/>
              <a:gd name="csX556" fmla="*/ 1186109 w 2131156"/>
              <a:gd name="csY556" fmla="*/ 600112 h 653839"/>
              <a:gd name="csX557" fmla="*/ 1188241 w 2131156"/>
              <a:gd name="csY557" fmla="*/ 601106 h 653839"/>
              <a:gd name="csX558" fmla="*/ 1190373 w 2131156"/>
              <a:gd name="csY558" fmla="*/ 602089 h 653839"/>
              <a:gd name="csX559" fmla="*/ 1192505 w 2131156"/>
              <a:gd name="csY559" fmla="*/ 603062 h 653839"/>
              <a:gd name="csX560" fmla="*/ 1194637 w 2131156"/>
              <a:gd name="csY560" fmla="*/ 604014 h 653839"/>
              <a:gd name="csX561" fmla="*/ 1196769 w 2131156"/>
              <a:gd name="csY561" fmla="*/ 604956 h 653839"/>
              <a:gd name="csX562" fmla="*/ 1198912 w 2131156"/>
              <a:gd name="csY562" fmla="*/ 605888 h 653839"/>
              <a:gd name="csX563" fmla="*/ 1201044 w 2131156"/>
              <a:gd name="csY563" fmla="*/ 606798 h 653839"/>
              <a:gd name="csX564" fmla="*/ 1203176 w 2131156"/>
              <a:gd name="csY564" fmla="*/ 607699 h 653839"/>
              <a:gd name="csX565" fmla="*/ 1205308 w 2131156"/>
              <a:gd name="csY565" fmla="*/ 608579 h 653839"/>
              <a:gd name="csX566" fmla="*/ 1207440 w 2131156"/>
              <a:gd name="csY566" fmla="*/ 609448 h 653839"/>
              <a:gd name="csX567" fmla="*/ 1209572 w 2131156"/>
              <a:gd name="csY567" fmla="*/ 610307 h 653839"/>
              <a:gd name="csX568" fmla="*/ 1211704 w 2131156"/>
              <a:gd name="csY568" fmla="*/ 611145 h 653839"/>
              <a:gd name="csX569" fmla="*/ 1213836 w 2131156"/>
              <a:gd name="csY569" fmla="*/ 611973 h 653839"/>
              <a:gd name="csX570" fmla="*/ 1215968 w 2131156"/>
              <a:gd name="csY570" fmla="*/ 612791 h 653839"/>
              <a:gd name="csX571" fmla="*/ 1218111 w 2131156"/>
              <a:gd name="csY571" fmla="*/ 613598 h 653839"/>
              <a:gd name="csX572" fmla="*/ 1220243 w 2131156"/>
              <a:gd name="csY572" fmla="*/ 614385 h 653839"/>
              <a:gd name="csX573" fmla="*/ 1222375 w 2131156"/>
              <a:gd name="csY573" fmla="*/ 615161 h 653839"/>
              <a:gd name="csX574" fmla="*/ 1224507 w 2131156"/>
              <a:gd name="csY574" fmla="*/ 615927 h 653839"/>
              <a:gd name="csX575" fmla="*/ 1226639 w 2131156"/>
              <a:gd name="csY575" fmla="*/ 616683 h 653839"/>
              <a:gd name="csX576" fmla="*/ 1228771 w 2131156"/>
              <a:gd name="csY576" fmla="*/ 617417 h 653839"/>
              <a:gd name="csX577" fmla="*/ 1230903 w 2131156"/>
              <a:gd name="csY577" fmla="*/ 618152 h 653839"/>
              <a:gd name="csX578" fmla="*/ 1233035 w 2131156"/>
              <a:gd name="csY578" fmla="*/ 618866 h 653839"/>
              <a:gd name="csX579" fmla="*/ 1235167 w 2131156"/>
              <a:gd name="csY579" fmla="*/ 619570 h 653839"/>
              <a:gd name="csX580" fmla="*/ 1237310 w 2131156"/>
              <a:gd name="csY580" fmla="*/ 620264 h 653839"/>
              <a:gd name="csX581" fmla="*/ 1239442 w 2131156"/>
              <a:gd name="csY581" fmla="*/ 620936 h 653839"/>
              <a:gd name="csX582" fmla="*/ 1241574 w 2131156"/>
              <a:gd name="csY582" fmla="*/ 621609 h 653839"/>
              <a:gd name="csX583" fmla="*/ 1243706 w 2131156"/>
              <a:gd name="csY583" fmla="*/ 622272 h 653839"/>
              <a:gd name="csX584" fmla="*/ 1245838 w 2131156"/>
              <a:gd name="csY584" fmla="*/ 622913 h 653839"/>
              <a:gd name="csX585" fmla="*/ 1247970 w 2131156"/>
              <a:gd name="csY585" fmla="*/ 623545 h 653839"/>
              <a:gd name="csX586" fmla="*/ 1250103 w 2131156"/>
              <a:gd name="csY586" fmla="*/ 624176 h 653839"/>
              <a:gd name="csX587" fmla="*/ 1252235 w 2131156"/>
              <a:gd name="csY587" fmla="*/ 624787 h 653839"/>
              <a:gd name="csX588" fmla="*/ 1254367 w 2131156"/>
              <a:gd name="csY588" fmla="*/ 625387 h 653839"/>
              <a:gd name="csX589" fmla="*/ 1256509 w 2131156"/>
              <a:gd name="csY589" fmla="*/ 625977 h 653839"/>
              <a:gd name="csX590" fmla="*/ 1258641 w 2131156"/>
              <a:gd name="csY590" fmla="*/ 626557 h 653839"/>
              <a:gd name="csX591" fmla="*/ 1260773 w 2131156"/>
              <a:gd name="csY591" fmla="*/ 627136 h 653839"/>
              <a:gd name="csX592" fmla="*/ 1262906 w 2131156"/>
              <a:gd name="csY592" fmla="*/ 627695 h 653839"/>
              <a:gd name="csX593" fmla="*/ 1265038 w 2131156"/>
              <a:gd name="csY593" fmla="*/ 628244 h 653839"/>
              <a:gd name="csX594" fmla="*/ 1267170 w 2131156"/>
              <a:gd name="csY594" fmla="*/ 628782 h 653839"/>
              <a:gd name="csX595" fmla="*/ 1269302 w 2131156"/>
              <a:gd name="csY595" fmla="*/ 629320 h 653839"/>
              <a:gd name="csX596" fmla="*/ 1271434 w 2131156"/>
              <a:gd name="csY596" fmla="*/ 629837 h 653839"/>
              <a:gd name="csX597" fmla="*/ 1273576 w 2131156"/>
              <a:gd name="csY597" fmla="*/ 630355 h 653839"/>
              <a:gd name="csX598" fmla="*/ 1275708 w 2131156"/>
              <a:gd name="csY598" fmla="*/ 630852 h 653839"/>
              <a:gd name="csX599" fmla="*/ 1277841 w 2131156"/>
              <a:gd name="csY599" fmla="*/ 631349 h 653839"/>
              <a:gd name="csX600" fmla="*/ 1279973 w 2131156"/>
              <a:gd name="csY600" fmla="*/ 631835 h 653839"/>
              <a:gd name="csX601" fmla="*/ 1282105 w 2131156"/>
              <a:gd name="csY601" fmla="*/ 632311 h 653839"/>
              <a:gd name="csX602" fmla="*/ 1284237 w 2131156"/>
              <a:gd name="csY602" fmla="*/ 632777 h 653839"/>
              <a:gd name="csX603" fmla="*/ 1286369 w 2131156"/>
              <a:gd name="csY603" fmla="*/ 633232 h 653839"/>
              <a:gd name="csX604" fmla="*/ 1288501 w 2131156"/>
              <a:gd name="csY604" fmla="*/ 633688 h 653839"/>
              <a:gd name="csX605" fmla="*/ 1290633 w 2131156"/>
              <a:gd name="csY605" fmla="*/ 634133 h 653839"/>
              <a:gd name="csX606" fmla="*/ 1292776 w 2131156"/>
              <a:gd name="csY606" fmla="*/ 634557 h 653839"/>
              <a:gd name="csX607" fmla="*/ 1294908 w 2131156"/>
              <a:gd name="csY607" fmla="*/ 634981 h 653839"/>
              <a:gd name="csX608" fmla="*/ 1297040 w 2131156"/>
              <a:gd name="csY608" fmla="*/ 635406 h 653839"/>
              <a:gd name="csX609" fmla="*/ 1299172 w 2131156"/>
              <a:gd name="csY609" fmla="*/ 635809 h 653839"/>
              <a:gd name="csX610" fmla="*/ 1301304 w 2131156"/>
              <a:gd name="csY610" fmla="*/ 636213 h 653839"/>
              <a:gd name="csX611" fmla="*/ 1303436 w 2131156"/>
              <a:gd name="csY611" fmla="*/ 636606 h 653839"/>
              <a:gd name="csX612" fmla="*/ 1305568 w 2131156"/>
              <a:gd name="csY612" fmla="*/ 636989 h 653839"/>
              <a:gd name="csX613" fmla="*/ 1307700 w 2131156"/>
              <a:gd name="csY613" fmla="*/ 637372 h 653839"/>
              <a:gd name="csX614" fmla="*/ 1309832 w 2131156"/>
              <a:gd name="csY614" fmla="*/ 637745 h 653839"/>
              <a:gd name="csX615" fmla="*/ 1311975 w 2131156"/>
              <a:gd name="csY615" fmla="*/ 638107 h 653839"/>
              <a:gd name="csX616" fmla="*/ 1314107 w 2131156"/>
              <a:gd name="csY616" fmla="*/ 638459 h 653839"/>
              <a:gd name="csX617" fmla="*/ 1316239 w 2131156"/>
              <a:gd name="csY617" fmla="*/ 638811 h 653839"/>
              <a:gd name="csX618" fmla="*/ 1318371 w 2131156"/>
              <a:gd name="csY618" fmla="*/ 639152 h 653839"/>
              <a:gd name="csX619" fmla="*/ 1320503 w 2131156"/>
              <a:gd name="csY619" fmla="*/ 639494 h 653839"/>
              <a:gd name="csX620" fmla="*/ 1322635 w 2131156"/>
              <a:gd name="csY620" fmla="*/ 639815 h 653839"/>
              <a:gd name="csX621" fmla="*/ 1324767 w 2131156"/>
              <a:gd name="csY621" fmla="*/ 640146 h 653839"/>
              <a:gd name="csX622" fmla="*/ 1326900 w 2131156"/>
              <a:gd name="csY622" fmla="*/ 640457 h 653839"/>
              <a:gd name="csX623" fmla="*/ 1329032 w 2131156"/>
              <a:gd name="csY623" fmla="*/ 640767 h 653839"/>
              <a:gd name="csX624" fmla="*/ 1331174 w 2131156"/>
              <a:gd name="csY624" fmla="*/ 641067 h 653839"/>
              <a:gd name="csX625" fmla="*/ 1333306 w 2131156"/>
              <a:gd name="csY625" fmla="*/ 641367 h 653839"/>
              <a:gd name="csX626" fmla="*/ 1335438 w 2131156"/>
              <a:gd name="csY626" fmla="*/ 641657 h 653839"/>
              <a:gd name="csX627" fmla="*/ 1337570 w 2131156"/>
              <a:gd name="csY627" fmla="*/ 641947 h 653839"/>
              <a:gd name="csX628" fmla="*/ 1339702 w 2131156"/>
              <a:gd name="csY628" fmla="*/ 642226 h 653839"/>
              <a:gd name="csX629" fmla="*/ 1341835 w 2131156"/>
              <a:gd name="csY629" fmla="*/ 642495 h 653839"/>
              <a:gd name="csX630" fmla="*/ 1343967 w 2131156"/>
              <a:gd name="csY630" fmla="*/ 642765 h 653839"/>
              <a:gd name="csX631" fmla="*/ 1346099 w 2131156"/>
              <a:gd name="csY631" fmla="*/ 643023 h 653839"/>
              <a:gd name="csX632" fmla="*/ 1348241 w 2131156"/>
              <a:gd name="csY632" fmla="*/ 643282 h 653839"/>
              <a:gd name="csX633" fmla="*/ 1350373 w 2131156"/>
              <a:gd name="csY633" fmla="*/ 643541 h 653839"/>
              <a:gd name="csX634" fmla="*/ 1352505 w 2131156"/>
              <a:gd name="csY634" fmla="*/ 643779 h 653839"/>
              <a:gd name="csX635" fmla="*/ 1354638 w 2131156"/>
              <a:gd name="csY635" fmla="*/ 644027 h 653839"/>
              <a:gd name="csX636" fmla="*/ 1356770 w 2131156"/>
              <a:gd name="csY636" fmla="*/ 644255 h 653839"/>
              <a:gd name="csX637" fmla="*/ 1358902 w 2131156"/>
              <a:gd name="csY637" fmla="*/ 644493 h 653839"/>
              <a:gd name="csX638" fmla="*/ 1361034 w 2131156"/>
              <a:gd name="csY638" fmla="*/ 644721 h 653839"/>
              <a:gd name="csX639" fmla="*/ 1363166 w 2131156"/>
              <a:gd name="csY639" fmla="*/ 644938 h 653839"/>
              <a:gd name="csX640" fmla="*/ 1365298 w 2131156"/>
              <a:gd name="csY640" fmla="*/ 645155 h 653839"/>
              <a:gd name="csX641" fmla="*/ 1367440 w 2131156"/>
              <a:gd name="csY641" fmla="*/ 645362 h 653839"/>
              <a:gd name="csX642" fmla="*/ 1369573 w 2131156"/>
              <a:gd name="csY642" fmla="*/ 645570 h 653839"/>
              <a:gd name="csX643" fmla="*/ 1371705 w 2131156"/>
              <a:gd name="csY643" fmla="*/ 645776 h 653839"/>
              <a:gd name="csX644" fmla="*/ 1373837 w 2131156"/>
              <a:gd name="csY644" fmla="*/ 645973 h 653839"/>
              <a:gd name="csX645" fmla="*/ 1375969 w 2131156"/>
              <a:gd name="csY645" fmla="*/ 646170 h 653839"/>
              <a:gd name="csX646" fmla="*/ 1378101 w 2131156"/>
              <a:gd name="csY646" fmla="*/ 646356 h 653839"/>
              <a:gd name="csX647" fmla="*/ 1380233 w 2131156"/>
              <a:gd name="csY647" fmla="*/ 646542 h 653839"/>
              <a:gd name="csX648" fmla="*/ 1382365 w 2131156"/>
              <a:gd name="csY648" fmla="*/ 646729 h 653839"/>
              <a:gd name="csX649" fmla="*/ 1384497 w 2131156"/>
              <a:gd name="csY649" fmla="*/ 646905 h 653839"/>
              <a:gd name="csX650" fmla="*/ 1386640 w 2131156"/>
              <a:gd name="csY650" fmla="*/ 647081 h 653839"/>
              <a:gd name="csX651" fmla="*/ 1388772 w 2131156"/>
              <a:gd name="csY651" fmla="*/ 647246 h 653839"/>
              <a:gd name="csX652" fmla="*/ 1390904 w 2131156"/>
              <a:gd name="csY652" fmla="*/ 647412 h 653839"/>
              <a:gd name="csX653" fmla="*/ 1393036 w 2131156"/>
              <a:gd name="csY653" fmla="*/ 647577 h 653839"/>
              <a:gd name="csX654" fmla="*/ 1395168 w 2131156"/>
              <a:gd name="csY654" fmla="*/ 647733 h 653839"/>
              <a:gd name="csX655" fmla="*/ 1397300 w 2131156"/>
              <a:gd name="csY655" fmla="*/ 647888 h 653839"/>
              <a:gd name="csX656" fmla="*/ 1399432 w 2131156"/>
              <a:gd name="csY656" fmla="*/ 648033 h 653839"/>
              <a:gd name="csX657" fmla="*/ 1401564 w 2131156"/>
              <a:gd name="csY657" fmla="*/ 648188 h 653839"/>
              <a:gd name="csX658" fmla="*/ 1403707 w 2131156"/>
              <a:gd name="csY658" fmla="*/ 648333 h 653839"/>
              <a:gd name="csX659" fmla="*/ 1405839 w 2131156"/>
              <a:gd name="csY659" fmla="*/ 648467 h 653839"/>
              <a:gd name="csX660" fmla="*/ 1407971 w 2131156"/>
              <a:gd name="csY660" fmla="*/ 648612 h 653839"/>
              <a:gd name="csX661" fmla="*/ 1410103 w 2131156"/>
              <a:gd name="csY661" fmla="*/ 648747 h 653839"/>
              <a:gd name="csX662" fmla="*/ 1412235 w 2131156"/>
              <a:gd name="csY662" fmla="*/ 648871 h 653839"/>
              <a:gd name="csX663" fmla="*/ 1414367 w 2131156"/>
              <a:gd name="csY663" fmla="*/ 649006 h 653839"/>
              <a:gd name="csX664" fmla="*/ 1416499 w 2131156"/>
              <a:gd name="csY664" fmla="*/ 649130 h 653839"/>
              <a:gd name="csX665" fmla="*/ 1418632 w 2131156"/>
              <a:gd name="csY665" fmla="*/ 649254 h 653839"/>
              <a:gd name="csX666" fmla="*/ 1420764 w 2131156"/>
              <a:gd name="csY666" fmla="*/ 649368 h 653839"/>
              <a:gd name="csX667" fmla="*/ 1422906 w 2131156"/>
              <a:gd name="csY667" fmla="*/ 649492 h 653839"/>
              <a:gd name="csX668" fmla="*/ 1425038 w 2131156"/>
              <a:gd name="csY668" fmla="*/ 649606 h 653839"/>
              <a:gd name="csX669" fmla="*/ 1427170 w 2131156"/>
              <a:gd name="csY669" fmla="*/ 649710 h 653839"/>
              <a:gd name="csX670" fmla="*/ 1429302 w 2131156"/>
              <a:gd name="csY670" fmla="*/ 649823 h 653839"/>
              <a:gd name="csX671" fmla="*/ 1431434 w 2131156"/>
              <a:gd name="csY671" fmla="*/ 649927 h 653839"/>
              <a:gd name="csX672" fmla="*/ 1433567 w 2131156"/>
              <a:gd name="csY672" fmla="*/ 650030 h 653839"/>
              <a:gd name="csX673" fmla="*/ 1435699 w 2131156"/>
              <a:gd name="csY673" fmla="*/ 650134 h 653839"/>
              <a:gd name="csX674" fmla="*/ 1437831 w 2131156"/>
              <a:gd name="csY674" fmla="*/ 650227 h 653839"/>
              <a:gd name="csX675" fmla="*/ 1439963 w 2131156"/>
              <a:gd name="csY675" fmla="*/ 650330 h 653839"/>
              <a:gd name="csX676" fmla="*/ 1442105 w 2131156"/>
              <a:gd name="csY676" fmla="*/ 650424 h 653839"/>
              <a:gd name="csX677" fmla="*/ 1444237 w 2131156"/>
              <a:gd name="csY677" fmla="*/ 650517 h 653839"/>
              <a:gd name="csX678" fmla="*/ 1446370 w 2131156"/>
              <a:gd name="csY678" fmla="*/ 650600 h 653839"/>
              <a:gd name="csX679" fmla="*/ 1448502 w 2131156"/>
              <a:gd name="csY679" fmla="*/ 650693 h 653839"/>
              <a:gd name="csX680" fmla="*/ 1450634 w 2131156"/>
              <a:gd name="csY680" fmla="*/ 650775 h 653839"/>
              <a:gd name="csX681" fmla="*/ 1452766 w 2131156"/>
              <a:gd name="csY681" fmla="*/ 650858 h 653839"/>
              <a:gd name="csX682" fmla="*/ 1454898 w 2131156"/>
              <a:gd name="csY682" fmla="*/ 650941 h 653839"/>
              <a:gd name="csX683" fmla="*/ 1457030 w 2131156"/>
              <a:gd name="csY683" fmla="*/ 651024 h 653839"/>
              <a:gd name="csX684" fmla="*/ 1459162 w 2131156"/>
              <a:gd name="csY684" fmla="*/ 651096 h 653839"/>
              <a:gd name="csX685" fmla="*/ 1461305 w 2131156"/>
              <a:gd name="csY685" fmla="*/ 651169 h 653839"/>
              <a:gd name="csX686" fmla="*/ 1463437 w 2131156"/>
              <a:gd name="csY686" fmla="*/ 651241 h 653839"/>
              <a:gd name="csX687" fmla="*/ 1465569 w 2131156"/>
              <a:gd name="csY687" fmla="*/ 651314 h 653839"/>
              <a:gd name="csX688" fmla="*/ 1467701 w 2131156"/>
              <a:gd name="csY688" fmla="*/ 651386 h 653839"/>
              <a:gd name="csX689" fmla="*/ 1469833 w 2131156"/>
              <a:gd name="csY689" fmla="*/ 651459 h 653839"/>
              <a:gd name="csX690" fmla="*/ 1471965 w 2131156"/>
              <a:gd name="csY690" fmla="*/ 651521 h 653839"/>
              <a:gd name="csX691" fmla="*/ 1474097 w 2131156"/>
              <a:gd name="csY691" fmla="*/ 651583 h 653839"/>
              <a:gd name="csX692" fmla="*/ 1476229 w 2131156"/>
              <a:gd name="csY692" fmla="*/ 651645 h 653839"/>
              <a:gd name="csX693" fmla="*/ 1478372 w 2131156"/>
              <a:gd name="csY693" fmla="*/ 651707 h 653839"/>
              <a:gd name="csX694" fmla="*/ 1480504 w 2131156"/>
              <a:gd name="csY694" fmla="*/ 651769 h 653839"/>
              <a:gd name="csX695" fmla="*/ 1482636 w 2131156"/>
              <a:gd name="csY695" fmla="*/ 651831 h 653839"/>
              <a:gd name="csX696" fmla="*/ 1484768 w 2131156"/>
              <a:gd name="csY696" fmla="*/ 651883 h 653839"/>
              <a:gd name="csX697" fmla="*/ 1486900 w 2131156"/>
              <a:gd name="csY697" fmla="*/ 651935 h 653839"/>
              <a:gd name="csX698" fmla="*/ 1489032 w 2131156"/>
              <a:gd name="csY698" fmla="*/ 651997 h 653839"/>
              <a:gd name="csX699" fmla="*/ 1491164 w 2131156"/>
              <a:gd name="csY699" fmla="*/ 652049 h 653839"/>
              <a:gd name="csX700" fmla="*/ 1493296 w 2131156"/>
              <a:gd name="csY700" fmla="*/ 652090 h 653839"/>
              <a:gd name="csX701" fmla="*/ 1495429 w 2131156"/>
              <a:gd name="csY701" fmla="*/ 652142 h 653839"/>
              <a:gd name="csX702" fmla="*/ 1497571 w 2131156"/>
              <a:gd name="csY702" fmla="*/ 652193 h 653839"/>
              <a:gd name="csX703" fmla="*/ 1499703 w 2131156"/>
              <a:gd name="csY703" fmla="*/ 652245 h 653839"/>
              <a:gd name="csX704" fmla="*/ 1501835 w 2131156"/>
              <a:gd name="csY704" fmla="*/ 652287 h 653839"/>
              <a:gd name="csX705" fmla="*/ 1503967 w 2131156"/>
              <a:gd name="csY705" fmla="*/ 652328 h 653839"/>
              <a:gd name="csX706" fmla="*/ 1506099 w 2131156"/>
              <a:gd name="csY706" fmla="*/ 652369 h 653839"/>
              <a:gd name="csX707" fmla="*/ 1508232 w 2131156"/>
              <a:gd name="csY707" fmla="*/ 652421 h 653839"/>
              <a:gd name="csX708" fmla="*/ 1510364 w 2131156"/>
              <a:gd name="csY708" fmla="*/ 652463 h 653839"/>
              <a:gd name="csX709" fmla="*/ 1512496 w 2131156"/>
              <a:gd name="csY709" fmla="*/ 652494 h 653839"/>
              <a:gd name="csX710" fmla="*/ 1514628 w 2131156"/>
              <a:gd name="csY710" fmla="*/ 652535 h 653839"/>
              <a:gd name="csX711" fmla="*/ 1516770 w 2131156"/>
              <a:gd name="csY711" fmla="*/ 652576 h 653839"/>
              <a:gd name="csX712" fmla="*/ 1518902 w 2131156"/>
              <a:gd name="csY712" fmla="*/ 652607 h 653839"/>
              <a:gd name="csX713" fmla="*/ 1521034 w 2131156"/>
              <a:gd name="csY713" fmla="*/ 652649 h 653839"/>
              <a:gd name="csX714" fmla="*/ 1523166 w 2131156"/>
              <a:gd name="csY714" fmla="*/ 652680 h 653839"/>
              <a:gd name="csX715" fmla="*/ 1525299 w 2131156"/>
              <a:gd name="csY715" fmla="*/ 652721 h 653839"/>
              <a:gd name="csX716" fmla="*/ 1527431 w 2131156"/>
              <a:gd name="csY716" fmla="*/ 652752 h 653839"/>
              <a:gd name="csX717" fmla="*/ 1529563 w 2131156"/>
              <a:gd name="csY717" fmla="*/ 652783 h 653839"/>
              <a:gd name="csX718" fmla="*/ 1531695 w 2131156"/>
              <a:gd name="csY718" fmla="*/ 652815 h 653839"/>
              <a:gd name="csX719" fmla="*/ 1533827 w 2131156"/>
              <a:gd name="csY719" fmla="*/ 652845 h 653839"/>
              <a:gd name="csX720" fmla="*/ 1535969 w 2131156"/>
              <a:gd name="csY720" fmla="*/ 652877 h 653839"/>
              <a:gd name="csX721" fmla="*/ 1538102 w 2131156"/>
              <a:gd name="csY721" fmla="*/ 652897 h 653839"/>
              <a:gd name="csX722" fmla="*/ 1540234 w 2131156"/>
              <a:gd name="csY722" fmla="*/ 652928 h 653839"/>
              <a:gd name="csX723" fmla="*/ 1542366 w 2131156"/>
              <a:gd name="csY723" fmla="*/ 652959 h 653839"/>
              <a:gd name="csX724" fmla="*/ 1544498 w 2131156"/>
              <a:gd name="csY724" fmla="*/ 652980 h 653839"/>
              <a:gd name="csX725" fmla="*/ 1546630 w 2131156"/>
              <a:gd name="csY725" fmla="*/ 653011 h 653839"/>
              <a:gd name="csX726" fmla="*/ 1548762 w 2131156"/>
              <a:gd name="csY726" fmla="*/ 653032 h 653839"/>
              <a:gd name="csX727" fmla="*/ 1550894 w 2131156"/>
              <a:gd name="csY727" fmla="*/ 653063 h 653839"/>
              <a:gd name="csX728" fmla="*/ 1553037 w 2131156"/>
              <a:gd name="csY728" fmla="*/ 653084 h 653839"/>
              <a:gd name="csX729" fmla="*/ 1555169 w 2131156"/>
              <a:gd name="csY729" fmla="*/ 653104 h 653839"/>
              <a:gd name="csX730" fmla="*/ 1557301 w 2131156"/>
              <a:gd name="csY730" fmla="*/ 653125 h 653839"/>
              <a:gd name="csX731" fmla="*/ 1559433 w 2131156"/>
              <a:gd name="csY731" fmla="*/ 653146 h 653839"/>
              <a:gd name="csX732" fmla="*/ 1561565 w 2131156"/>
              <a:gd name="csY732" fmla="*/ 653166 h 653839"/>
              <a:gd name="csX733" fmla="*/ 1563697 w 2131156"/>
              <a:gd name="csY733" fmla="*/ 653187 h 653839"/>
              <a:gd name="csX734" fmla="*/ 1565829 w 2131156"/>
              <a:gd name="csY734" fmla="*/ 653208 h 653839"/>
              <a:gd name="csX735" fmla="*/ 1567961 w 2131156"/>
              <a:gd name="csY735" fmla="*/ 653228 h 653839"/>
              <a:gd name="csX736" fmla="*/ 1570093 w 2131156"/>
              <a:gd name="csY736" fmla="*/ 653249 h 653839"/>
              <a:gd name="csX737" fmla="*/ 1572236 w 2131156"/>
              <a:gd name="csY737" fmla="*/ 653270 h 653839"/>
              <a:gd name="csX738" fmla="*/ 1574368 w 2131156"/>
              <a:gd name="csY738" fmla="*/ 653291 h 653839"/>
              <a:gd name="csX739" fmla="*/ 1576500 w 2131156"/>
              <a:gd name="csY739" fmla="*/ 653301 h 653839"/>
              <a:gd name="csX740" fmla="*/ 1578632 w 2131156"/>
              <a:gd name="csY740" fmla="*/ 653322 h 653839"/>
              <a:gd name="csX741" fmla="*/ 1580764 w 2131156"/>
              <a:gd name="csY741" fmla="*/ 653332 h 653839"/>
              <a:gd name="csX742" fmla="*/ 1582896 w 2131156"/>
              <a:gd name="csY742" fmla="*/ 653353 h 653839"/>
              <a:gd name="csX743" fmla="*/ 1585028 w 2131156"/>
              <a:gd name="csY743" fmla="*/ 653363 h 653839"/>
              <a:gd name="csX744" fmla="*/ 1587161 w 2131156"/>
              <a:gd name="csY744" fmla="*/ 653384 h 653839"/>
              <a:gd name="csX745" fmla="*/ 1589293 w 2131156"/>
              <a:gd name="csY745" fmla="*/ 653394 h 653839"/>
              <a:gd name="csX746" fmla="*/ 1591435 w 2131156"/>
              <a:gd name="csY746" fmla="*/ 653415 h 653839"/>
              <a:gd name="csX747" fmla="*/ 1593567 w 2131156"/>
              <a:gd name="csY747" fmla="*/ 653425 h 653839"/>
              <a:gd name="csX748" fmla="*/ 1595699 w 2131156"/>
              <a:gd name="csY748" fmla="*/ 653435 h 653839"/>
              <a:gd name="csX749" fmla="*/ 1597831 w 2131156"/>
              <a:gd name="csY749" fmla="*/ 653446 h 653839"/>
              <a:gd name="csX750" fmla="*/ 1599964 w 2131156"/>
              <a:gd name="csY750" fmla="*/ 653467 h 653839"/>
              <a:gd name="csX751" fmla="*/ 1602096 w 2131156"/>
              <a:gd name="csY751" fmla="*/ 653477 h 653839"/>
              <a:gd name="csX752" fmla="*/ 1604228 w 2131156"/>
              <a:gd name="csY752" fmla="*/ 653487 h 653839"/>
              <a:gd name="csX753" fmla="*/ 1606360 w 2131156"/>
              <a:gd name="csY753" fmla="*/ 653498 h 653839"/>
              <a:gd name="csX754" fmla="*/ 1608502 w 2131156"/>
              <a:gd name="csY754" fmla="*/ 653508 h 653839"/>
              <a:gd name="csX755" fmla="*/ 1610634 w 2131156"/>
              <a:gd name="csY755" fmla="*/ 653518 h 653839"/>
              <a:gd name="csX756" fmla="*/ 1612766 w 2131156"/>
              <a:gd name="csY756" fmla="*/ 653529 h 653839"/>
              <a:gd name="csX757" fmla="*/ 1614898 w 2131156"/>
              <a:gd name="csY757" fmla="*/ 653539 h 653839"/>
              <a:gd name="csX758" fmla="*/ 1617031 w 2131156"/>
              <a:gd name="csY758" fmla="*/ 653549 h 653839"/>
              <a:gd name="csX759" fmla="*/ 1619163 w 2131156"/>
              <a:gd name="csY759" fmla="*/ 653560 h 653839"/>
              <a:gd name="csX760" fmla="*/ 1621295 w 2131156"/>
              <a:gd name="csY760" fmla="*/ 653570 h 653839"/>
              <a:gd name="csX761" fmla="*/ 1623427 w 2131156"/>
              <a:gd name="csY761" fmla="*/ 653580 h 653839"/>
              <a:gd name="csX762" fmla="*/ 1625559 w 2131156"/>
              <a:gd name="csY762" fmla="*/ 653580 h 653839"/>
              <a:gd name="csX763" fmla="*/ 1627701 w 2131156"/>
              <a:gd name="csY763" fmla="*/ 653591 h 653839"/>
              <a:gd name="csX764" fmla="*/ 1629834 w 2131156"/>
              <a:gd name="csY764" fmla="*/ 653601 h 653839"/>
              <a:gd name="csX765" fmla="*/ 1631966 w 2131156"/>
              <a:gd name="csY765" fmla="*/ 653611 h 653839"/>
              <a:gd name="csX766" fmla="*/ 1634098 w 2131156"/>
              <a:gd name="csY766" fmla="*/ 653611 h 653839"/>
              <a:gd name="csX767" fmla="*/ 1636230 w 2131156"/>
              <a:gd name="csY767" fmla="*/ 653622 h 653839"/>
              <a:gd name="csX768" fmla="*/ 1638362 w 2131156"/>
              <a:gd name="csY768" fmla="*/ 653632 h 653839"/>
              <a:gd name="csX769" fmla="*/ 1640494 w 2131156"/>
              <a:gd name="csY769" fmla="*/ 653642 h 653839"/>
              <a:gd name="csX770" fmla="*/ 1642626 w 2131156"/>
              <a:gd name="csY770" fmla="*/ 653642 h 653839"/>
              <a:gd name="csX771" fmla="*/ 1644758 w 2131156"/>
              <a:gd name="csY771" fmla="*/ 653653 h 653839"/>
              <a:gd name="csX772" fmla="*/ 1646901 w 2131156"/>
              <a:gd name="csY772" fmla="*/ 653653 h 653839"/>
              <a:gd name="csX773" fmla="*/ 1649033 w 2131156"/>
              <a:gd name="csY773" fmla="*/ 653663 h 653839"/>
              <a:gd name="csX774" fmla="*/ 1651165 w 2131156"/>
              <a:gd name="csY774" fmla="*/ 653674 h 653839"/>
              <a:gd name="csX775" fmla="*/ 1653297 w 2131156"/>
              <a:gd name="csY775" fmla="*/ 653674 h 653839"/>
              <a:gd name="csX776" fmla="*/ 1655429 w 2131156"/>
              <a:gd name="csY776" fmla="*/ 653684 h 653839"/>
              <a:gd name="csX777" fmla="*/ 1657561 w 2131156"/>
              <a:gd name="csY777" fmla="*/ 653684 h 653839"/>
              <a:gd name="csX778" fmla="*/ 1659693 w 2131156"/>
              <a:gd name="csY778" fmla="*/ 653694 h 653839"/>
              <a:gd name="csX779" fmla="*/ 1661825 w 2131156"/>
              <a:gd name="csY779" fmla="*/ 653694 h 653839"/>
              <a:gd name="csX780" fmla="*/ 1663958 w 2131156"/>
              <a:gd name="csY780" fmla="*/ 653705 h 653839"/>
              <a:gd name="csX781" fmla="*/ 1666100 w 2131156"/>
              <a:gd name="csY781" fmla="*/ 653705 h 653839"/>
              <a:gd name="csX782" fmla="*/ 1668232 w 2131156"/>
              <a:gd name="csY782" fmla="*/ 653715 h 653839"/>
              <a:gd name="csX783" fmla="*/ 1670364 w 2131156"/>
              <a:gd name="csY783" fmla="*/ 653715 h 653839"/>
              <a:gd name="csX784" fmla="*/ 1672496 w 2131156"/>
              <a:gd name="csY784" fmla="*/ 653715 h 653839"/>
              <a:gd name="csX785" fmla="*/ 1674628 w 2131156"/>
              <a:gd name="csY785" fmla="*/ 653725 h 653839"/>
              <a:gd name="csX786" fmla="*/ 1676760 w 2131156"/>
              <a:gd name="csY786" fmla="*/ 653725 h 653839"/>
              <a:gd name="csX787" fmla="*/ 1678893 w 2131156"/>
              <a:gd name="csY787" fmla="*/ 653736 h 653839"/>
              <a:gd name="csX788" fmla="*/ 1681025 w 2131156"/>
              <a:gd name="csY788" fmla="*/ 653736 h 653839"/>
              <a:gd name="csX789" fmla="*/ 1683167 w 2131156"/>
              <a:gd name="csY789" fmla="*/ 653736 h 653839"/>
              <a:gd name="csX790" fmla="*/ 1685299 w 2131156"/>
              <a:gd name="csY790" fmla="*/ 653746 h 653839"/>
              <a:gd name="csX791" fmla="*/ 1687431 w 2131156"/>
              <a:gd name="csY791" fmla="*/ 653746 h 653839"/>
              <a:gd name="csX792" fmla="*/ 1689563 w 2131156"/>
              <a:gd name="csY792" fmla="*/ 653746 h 653839"/>
              <a:gd name="csX793" fmla="*/ 1691696 w 2131156"/>
              <a:gd name="csY793" fmla="*/ 653746 h 653839"/>
              <a:gd name="csX794" fmla="*/ 1693828 w 2131156"/>
              <a:gd name="csY794" fmla="*/ 653756 h 653839"/>
              <a:gd name="csX795" fmla="*/ 1695960 w 2131156"/>
              <a:gd name="csY795" fmla="*/ 653756 h 653839"/>
              <a:gd name="csX796" fmla="*/ 1698092 w 2131156"/>
              <a:gd name="csY796" fmla="*/ 653756 h 653839"/>
              <a:gd name="csX797" fmla="*/ 1700224 w 2131156"/>
              <a:gd name="csY797" fmla="*/ 653767 h 653839"/>
              <a:gd name="csX798" fmla="*/ 1702366 w 2131156"/>
              <a:gd name="csY798" fmla="*/ 653767 h 653839"/>
              <a:gd name="csX799" fmla="*/ 1704498 w 2131156"/>
              <a:gd name="csY799" fmla="*/ 653767 h 653839"/>
              <a:gd name="csX800" fmla="*/ 1706631 w 2131156"/>
              <a:gd name="csY800" fmla="*/ 653767 h 653839"/>
              <a:gd name="csX801" fmla="*/ 1708763 w 2131156"/>
              <a:gd name="csY801" fmla="*/ 653777 h 653839"/>
              <a:gd name="csX802" fmla="*/ 1710895 w 2131156"/>
              <a:gd name="csY802" fmla="*/ 653777 h 653839"/>
              <a:gd name="csX803" fmla="*/ 1713027 w 2131156"/>
              <a:gd name="csY803" fmla="*/ 653777 h 653839"/>
              <a:gd name="csX804" fmla="*/ 1715159 w 2131156"/>
              <a:gd name="csY804" fmla="*/ 653777 h 653839"/>
              <a:gd name="csX805" fmla="*/ 1717291 w 2131156"/>
              <a:gd name="csY805" fmla="*/ 653777 h 653839"/>
              <a:gd name="csX806" fmla="*/ 1719423 w 2131156"/>
              <a:gd name="csY806" fmla="*/ 653787 h 653839"/>
              <a:gd name="csX807" fmla="*/ 1721566 w 2131156"/>
              <a:gd name="csY807" fmla="*/ 653787 h 653839"/>
              <a:gd name="csX808" fmla="*/ 1723698 w 2131156"/>
              <a:gd name="csY808" fmla="*/ 653787 h 653839"/>
              <a:gd name="csX809" fmla="*/ 1725830 w 2131156"/>
              <a:gd name="csY809" fmla="*/ 653787 h 653839"/>
              <a:gd name="csX810" fmla="*/ 1727962 w 2131156"/>
              <a:gd name="csY810" fmla="*/ 653787 h 653839"/>
              <a:gd name="csX811" fmla="*/ 1730094 w 2131156"/>
              <a:gd name="csY811" fmla="*/ 653798 h 653839"/>
              <a:gd name="csX812" fmla="*/ 1732226 w 2131156"/>
              <a:gd name="csY812" fmla="*/ 653798 h 653839"/>
              <a:gd name="csX813" fmla="*/ 1734358 w 2131156"/>
              <a:gd name="csY813" fmla="*/ 653798 h 653839"/>
              <a:gd name="csX814" fmla="*/ 1736490 w 2131156"/>
              <a:gd name="csY814" fmla="*/ 653798 h 653839"/>
              <a:gd name="csX815" fmla="*/ 1738633 w 2131156"/>
              <a:gd name="csY815" fmla="*/ 653798 h 653839"/>
              <a:gd name="csX816" fmla="*/ 1740765 w 2131156"/>
              <a:gd name="csY816" fmla="*/ 653798 h 653839"/>
              <a:gd name="csX817" fmla="*/ 1742897 w 2131156"/>
              <a:gd name="csY817" fmla="*/ 653798 h 653839"/>
              <a:gd name="csX818" fmla="*/ 1745029 w 2131156"/>
              <a:gd name="csY818" fmla="*/ 653808 h 653839"/>
              <a:gd name="csX819" fmla="*/ 1747161 w 2131156"/>
              <a:gd name="csY819" fmla="*/ 653808 h 653839"/>
              <a:gd name="csX820" fmla="*/ 1749293 w 2131156"/>
              <a:gd name="csY820" fmla="*/ 653808 h 653839"/>
              <a:gd name="csX821" fmla="*/ 1751425 w 2131156"/>
              <a:gd name="csY821" fmla="*/ 653808 h 653839"/>
              <a:gd name="csX822" fmla="*/ 1753557 w 2131156"/>
              <a:gd name="csY822" fmla="*/ 653808 h 653839"/>
              <a:gd name="csX823" fmla="*/ 1755690 w 2131156"/>
              <a:gd name="csY823" fmla="*/ 653808 h 653839"/>
              <a:gd name="csX824" fmla="*/ 1757832 w 2131156"/>
              <a:gd name="csY824" fmla="*/ 653808 h 653839"/>
              <a:gd name="csX825" fmla="*/ 1759964 w 2131156"/>
              <a:gd name="csY825" fmla="*/ 653808 h 653839"/>
              <a:gd name="csX826" fmla="*/ 1762096 w 2131156"/>
              <a:gd name="csY826" fmla="*/ 653808 h 653839"/>
              <a:gd name="csX827" fmla="*/ 1764228 w 2131156"/>
              <a:gd name="csY827" fmla="*/ 653818 h 653839"/>
              <a:gd name="csX828" fmla="*/ 1766360 w 2131156"/>
              <a:gd name="csY828" fmla="*/ 653818 h 653839"/>
              <a:gd name="csX829" fmla="*/ 1768492 w 2131156"/>
              <a:gd name="csY829" fmla="*/ 653818 h 653839"/>
              <a:gd name="csX830" fmla="*/ 1770625 w 2131156"/>
              <a:gd name="csY830" fmla="*/ 653818 h 653839"/>
              <a:gd name="csX831" fmla="*/ 1772757 w 2131156"/>
              <a:gd name="csY831" fmla="*/ 653818 h 653839"/>
              <a:gd name="csX832" fmla="*/ 1774889 w 2131156"/>
              <a:gd name="csY832" fmla="*/ 653818 h 653839"/>
              <a:gd name="csX833" fmla="*/ 1777031 w 2131156"/>
              <a:gd name="csY833" fmla="*/ 653818 h 653839"/>
              <a:gd name="csX834" fmla="*/ 1779163 w 2131156"/>
              <a:gd name="csY834" fmla="*/ 653818 h 653839"/>
              <a:gd name="csX835" fmla="*/ 1781295 w 2131156"/>
              <a:gd name="csY835" fmla="*/ 653818 h 653839"/>
              <a:gd name="csX836" fmla="*/ 1783428 w 2131156"/>
              <a:gd name="csY836" fmla="*/ 653818 h 653839"/>
              <a:gd name="csX837" fmla="*/ 1785560 w 2131156"/>
              <a:gd name="csY837" fmla="*/ 653818 h 653839"/>
              <a:gd name="csX838" fmla="*/ 1787692 w 2131156"/>
              <a:gd name="csY838" fmla="*/ 653818 h 653839"/>
              <a:gd name="csX839" fmla="*/ 1789824 w 2131156"/>
              <a:gd name="csY839" fmla="*/ 653818 h 653839"/>
              <a:gd name="csX840" fmla="*/ 1791956 w 2131156"/>
              <a:gd name="csY840" fmla="*/ 653818 h 653839"/>
              <a:gd name="csX841" fmla="*/ 1794088 w 2131156"/>
              <a:gd name="csY841" fmla="*/ 653829 h 653839"/>
              <a:gd name="csX842" fmla="*/ 1796231 w 2131156"/>
              <a:gd name="csY842" fmla="*/ 653829 h 653839"/>
              <a:gd name="csX843" fmla="*/ 1798363 w 2131156"/>
              <a:gd name="csY843" fmla="*/ 653829 h 653839"/>
              <a:gd name="csX844" fmla="*/ 1800495 w 2131156"/>
              <a:gd name="csY844" fmla="*/ 653829 h 653839"/>
              <a:gd name="csX845" fmla="*/ 1802627 w 2131156"/>
              <a:gd name="csY845" fmla="*/ 653829 h 653839"/>
              <a:gd name="csX846" fmla="*/ 1804759 w 2131156"/>
              <a:gd name="csY846" fmla="*/ 653829 h 653839"/>
              <a:gd name="csX847" fmla="*/ 1806891 w 2131156"/>
              <a:gd name="csY847" fmla="*/ 653829 h 653839"/>
              <a:gd name="csX848" fmla="*/ 1809023 w 2131156"/>
              <a:gd name="csY848" fmla="*/ 653829 h 653839"/>
              <a:gd name="csX849" fmla="*/ 1811155 w 2131156"/>
              <a:gd name="csY849" fmla="*/ 653829 h 653839"/>
              <a:gd name="csX850" fmla="*/ 1813298 w 2131156"/>
              <a:gd name="csY850" fmla="*/ 653829 h 653839"/>
              <a:gd name="csX851" fmla="*/ 1815430 w 2131156"/>
              <a:gd name="csY851" fmla="*/ 653829 h 653839"/>
              <a:gd name="csX852" fmla="*/ 1817562 w 2131156"/>
              <a:gd name="csY852" fmla="*/ 653829 h 653839"/>
              <a:gd name="csX853" fmla="*/ 1819694 w 2131156"/>
              <a:gd name="csY853" fmla="*/ 653829 h 653839"/>
              <a:gd name="csX854" fmla="*/ 1821826 w 2131156"/>
              <a:gd name="csY854" fmla="*/ 653829 h 653839"/>
              <a:gd name="csX855" fmla="*/ 1823958 w 2131156"/>
              <a:gd name="csY855" fmla="*/ 653829 h 653839"/>
              <a:gd name="csX856" fmla="*/ 1826090 w 2131156"/>
              <a:gd name="csY856" fmla="*/ 653829 h 653839"/>
              <a:gd name="csX857" fmla="*/ 1828222 w 2131156"/>
              <a:gd name="csY857" fmla="*/ 653829 h 653839"/>
              <a:gd name="csX858" fmla="*/ 1830354 w 2131156"/>
              <a:gd name="csY858" fmla="*/ 653829 h 653839"/>
              <a:gd name="csX859" fmla="*/ 1832497 w 2131156"/>
              <a:gd name="csY859" fmla="*/ 653829 h 653839"/>
              <a:gd name="csX860" fmla="*/ 1834629 w 2131156"/>
              <a:gd name="csY860" fmla="*/ 653829 h 653839"/>
              <a:gd name="csX861" fmla="*/ 1836761 w 2131156"/>
              <a:gd name="csY861" fmla="*/ 653829 h 653839"/>
              <a:gd name="csX862" fmla="*/ 1838893 w 2131156"/>
              <a:gd name="csY862" fmla="*/ 653829 h 653839"/>
              <a:gd name="csX863" fmla="*/ 1841025 w 2131156"/>
              <a:gd name="csY863" fmla="*/ 653829 h 653839"/>
              <a:gd name="csX864" fmla="*/ 1843157 w 2131156"/>
              <a:gd name="csY864" fmla="*/ 653829 h 653839"/>
              <a:gd name="csX865" fmla="*/ 1845290 w 2131156"/>
              <a:gd name="csY865" fmla="*/ 653829 h 653839"/>
              <a:gd name="csX866" fmla="*/ 1847422 w 2131156"/>
              <a:gd name="csY866" fmla="*/ 653829 h 653839"/>
              <a:gd name="csX867" fmla="*/ 1849554 w 2131156"/>
              <a:gd name="csY867" fmla="*/ 653829 h 653839"/>
              <a:gd name="csX868" fmla="*/ 1851696 w 2131156"/>
              <a:gd name="csY868" fmla="*/ 653829 h 653839"/>
              <a:gd name="csX869" fmla="*/ 1853828 w 2131156"/>
              <a:gd name="csY869" fmla="*/ 653839 h 653839"/>
              <a:gd name="csX870" fmla="*/ 1855960 w 2131156"/>
              <a:gd name="csY870" fmla="*/ 653839 h 653839"/>
              <a:gd name="csX871" fmla="*/ 1858092 w 2131156"/>
              <a:gd name="csY871" fmla="*/ 653839 h 653839"/>
              <a:gd name="csX872" fmla="*/ 1860224 w 2131156"/>
              <a:gd name="csY872" fmla="*/ 653839 h 653839"/>
              <a:gd name="csX873" fmla="*/ 1862357 w 2131156"/>
              <a:gd name="csY873" fmla="*/ 653839 h 653839"/>
              <a:gd name="csX874" fmla="*/ 1864489 w 2131156"/>
              <a:gd name="csY874" fmla="*/ 653839 h 653839"/>
              <a:gd name="csX875" fmla="*/ 1866621 w 2131156"/>
              <a:gd name="csY875" fmla="*/ 653839 h 653839"/>
              <a:gd name="csX876" fmla="*/ 1868753 w 2131156"/>
              <a:gd name="csY876" fmla="*/ 653839 h 653839"/>
              <a:gd name="csX877" fmla="*/ 1870895 w 2131156"/>
              <a:gd name="csY877" fmla="*/ 653839 h 653839"/>
              <a:gd name="csX878" fmla="*/ 1873028 w 2131156"/>
              <a:gd name="csY878" fmla="*/ 653839 h 653839"/>
              <a:gd name="csX879" fmla="*/ 1875159 w 2131156"/>
              <a:gd name="csY879" fmla="*/ 653839 h 653839"/>
              <a:gd name="csX880" fmla="*/ 1877292 w 2131156"/>
              <a:gd name="csY880" fmla="*/ 653839 h 653839"/>
              <a:gd name="csX881" fmla="*/ 1879424 w 2131156"/>
              <a:gd name="csY881" fmla="*/ 653839 h 653839"/>
              <a:gd name="csX882" fmla="*/ 1881556 w 2131156"/>
              <a:gd name="csY882" fmla="*/ 653839 h 653839"/>
              <a:gd name="csX883" fmla="*/ 1883688 w 2131156"/>
              <a:gd name="csY883" fmla="*/ 653839 h 653839"/>
              <a:gd name="csX884" fmla="*/ 1885820 w 2131156"/>
              <a:gd name="csY884" fmla="*/ 653839 h 653839"/>
              <a:gd name="csX885" fmla="*/ 1887963 w 2131156"/>
              <a:gd name="csY885" fmla="*/ 653839 h 653839"/>
              <a:gd name="csX886" fmla="*/ 1890095 w 2131156"/>
              <a:gd name="csY886" fmla="*/ 653839 h 653839"/>
              <a:gd name="csX887" fmla="*/ 1892227 w 2131156"/>
              <a:gd name="csY887" fmla="*/ 653839 h 653839"/>
              <a:gd name="csX888" fmla="*/ 1894359 w 2131156"/>
              <a:gd name="csY888" fmla="*/ 653839 h 653839"/>
              <a:gd name="csX889" fmla="*/ 1896491 w 2131156"/>
              <a:gd name="csY889" fmla="*/ 653839 h 653839"/>
              <a:gd name="csX890" fmla="*/ 1898623 w 2131156"/>
              <a:gd name="csY890" fmla="*/ 653839 h 653839"/>
              <a:gd name="csX891" fmla="*/ 1900755 w 2131156"/>
              <a:gd name="csY891" fmla="*/ 653839 h 653839"/>
              <a:gd name="csX892" fmla="*/ 1902887 w 2131156"/>
              <a:gd name="csY892" fmla="*/ 653839 h 653839"/>
              <a:gd name="csX893" fmla="*/ 1905019 w 2131156"/>
              <a:gd name="csY893" fmla="*/ 653839 h 653839"/>
              <a:gd name="csX894" fmla="*/ 1907162 w 2131156"/>
              <a:gd name="csY894" fmla="*/ 653839 h 653839"/>
              <a:gd name="csX895" fmla="*/ 1909294 w 2131156"/>
              <a:gd name="csY895" fmla="*/ 653839 h 653839"/>
              <a:gd name="csX896" fmla="*/ 1911426 w 2131156"/>
              <a:gd name="csY896" fmla="*/ 653839 h 653839"/>
              <a:gd name="csX897" fmla="*/ 1913558 w 2131156"/>
              <a:gd name="csY897" fmla="*/ 653839 h 653839"/>
              <a:gd name="csX898" fmla="*/ 1915690 w 2131156"/>
              <a:gd name="csY898" fmla="*/ 653839 h 653839"/>
              <a:gd name="csX899" fmla="*/ 1917822 w 2131156"/>
              <a:gd name="csY899" fmla="*/ 653839 h 653839"/>
              <a:gd name="csX900" fmla="*/ 1919954 w 2131156"/>
              <a:gd name="csY900" fmla="*/ 653839 h 653839"/>
              <a:gd name="csX901" fmla="*/ 1922086 w 2131156"/>
              <a:gd name="csY901" fmla="*/ 653839 h 653839"/>
              <a:gd name="csX902" fmla="*/ 1924219 w 2131156"/>
              <a:gd name="csY902" fmla="*/ 653839 h 653839"/>
              <a:gd name="csX903" fmla="*/ 1926361 w 2131156"/>
              <a:gd name="csY903" fmla="*/ 653839 h 653839"/>
              <a:gd name="csX904" fmla="*/ 1928493 w 2131156"/>
              <a:gd name="csY904" fmla="*/ 653839 h 653839"/>
              <a:gd name="csX905" fmla="*/ 1930625 w 2131156"/>
              <a:gd name="csY905" fmla="*/ 653839 h 653839"/>
              <a:gd name="csX906" fmla="*/ 1932757 w 2131156"/>
              <a:gd name="csY906" fmla="*/ 653839 h 653839"/>
              <a:gd name="csX907" fmla="*/ 1934889 w 2131156"/>
              <a:gd name="csY907" fmla="*/ 653839 h 653839"/>
              <a:gd name="csX908" fmla="*/ 1937021 w 2131156"/>
              <a:gd name="csY908" fmla="*/ 653839 h 653839"/>
              <a:gd name="csX909" fmla="*/ 1939154 w 2131156"/>
              <a:gd name="csY909" fmla="*/ 653839 h 653839"/>
              <a:gd name="csX910" fmla="*/ 1941286 w 2131156"/>
              <a:gd name="csY910" fmla="*/ 653839 h 653839"/>
              <a:gd name="csX911" fmla="*/ 1943428 w 2131156"/>
              <a:gd name="csY911" fmla="*/ 653839 h 653839"/>
              <a:gd name="csX912" fmla="*/ 1945560 w 2131156"/>
              <a:gd name="csY912" fmla="*/ 653839 h 653839"/>
              <a:gd name="csX913" fmla="*/ 1947692 w 2131156"/>
              <a:gd name="csY913" fmla="*/ 653839 h 653839"/>
              <a:gd name="csX914" fmla="*/ 1949824 w 2131156"/>
              <a:gd name="csY914" fmla="*/ 653839 h 653839"/>
              <a:gd name="csX915" fmla="*/ 1951957 w 2131156"/>
              <a:gd name="csY915" fmla="*/ 653839 h 653839"/>
              <a:gd name="csX916" fmla="*/ 1954089 w 2131156"/>
              <a:gd name="csY916" fmla="*/ 653839 h 653839"/>
              <a:gd name="csX917" fmla="*/ 1956221 w 2131156"/>
              <a:gd name="csY917" fmla="*/ 653839 h 653839"/>
              <a:gd name="csX918" fmla="*/ 1958353 w 2131156"/>
              <a:gd name="csY918" fmla="*/ 653839 h 653839"/>
              <a:gd name="csX919" fmla="*/ 1960485 w 2131156"/>
              <a:gd name="csY919" fmla="*/ 653839 h 653839"/>
              <a:gd name="csX920" fmla="*/ 1962627 w 2131156"/>
              <a:gd name="csY920" fmla="*/ 653839 h 653839"/>
              <a:gd name="csX921" fmla="*/ 1964759 w 2131156"/>
              <a:gd name="csY921" fmla="*/ 653839 h 653839"/>
              <a:gd name="csX922" fmla="*/ 1966892 w 2131156"/>
              <a:gd name="csY922" fmla="*/ 653839 h 653839"/>
              <a:gd name="csX923" fmla="*/ 1969024 w 2131156"/>
              <a:gd name="csY923" fmla="*/ 653839 h 653839"/>
              <a:gd name="csX924" fmla="*/ 1971156 w 2131156"/>
              <a:gd name="csY924" fmla="*/ 653839 h 653839"/>
              <a:gd name="csX925" fmla="*/ 1973288 w 2131156"/>
              <a:gd name="csY925" fmla="*/ 653839 h 653839"/>
              <a:gd name="csX926" fmla="*/ 1975420 w 2131156"/>
              <a:gd name="csY926" fmla="*/ 653839 h 653839"/>
              <a:gd name="csX927" fmla="*/ 1977552 w 2131156"/>
              <a:gd name="csY927" fmla="*/ 653839 h 653839"/>
              <a:gd name="csX928" fmla="*/ 1979684 w 2131156"/>
              <a:gd name="csY928" fmla="*/ 653839 h 653839"/>
              <a:gd name="csX929" fmla="*/ 1981827 w 2131156"/>
              <a:gd name="csY929" fmla="*/ 653839 h 653839"/>
              <a:gd name="csX930" fmla="*/ 1983959 w 2131156"/>
              <a:gd name="csY930" fmla="*/ 653839 h 653839"/>
              <a:gd name="csX931" fmla="*/ 1986091 w 2131156"/>
              <a:gd name="csY931" fmla="*/ 653839 h 653839"/>
              <a:gd name="csX932" fmla="*/ 1988223 w 2131156"/>
              <a:gd name="csY932" fmla="*/ 653839 h 653839"/>
              <a:gd name="csX933" fmla="*/ 1990355 w 2131156"/>
              <a:gd name="csY933" fmla="*/ 653839 h 653839"/>
              <a:gd name="csX934" fmla="*/ 1992487 w 2131156"/>
              <a:gd name="csY934" fmla="*/ 653839 h 653839"/>
              <a:gd name="csX935" fmla="*/ 1994619 w 2131156"/>
              <a:gd name="csY935" fmla="*/ 653839 h 653839"/>
              <a:gd name="csX936" fmla="*/ 1996751 w 2131156"/>
              <a:gd name="csY936" fmla="*/ 653839 h 653839"/>
              <a:gd name="csX937" fmla="*/ 1998883 w 2131156"/>
              <a:gd name="csY937" fmla="*/ 653839 h 653839"/>
              <a:gd name="csX938" fmla="*/ 2001026 w 2131156"/>
              <a:gd name="csY938" fmla="*/ 653839 h 653839"/>
              <a:gd name="csX939" fmla="*/ 2003158 w 2131156"/>
              <a:gd name="csY939" fmla="*/ 653839 h 653839"/>
              <a:gd name="csX940" fmla="*/ 2005290 w 2131156"/>
              <a:gd name="csY940" fmla="*/ 653839 h 653839"/>
              <a:gd name="csX941" fmla="*/ 2007422 w 2131156"/>
              <a:gd name="csY941" fmla="*/ 653839 h 653839"/>
              <a:gd name="csX942" fmla="*/ 2009554 w 2131156"/>
              <a:gd name="csY942" fmla="*/ 653839 h 653839"/>
              <a:gd name="csX943" fmla="*/ 2011686 w 2131156"/>
              <a:gd name="csY943" fmla="*/ 653839 h 653839"/>
              <a:gd name="csX944" fmla="*/ 2013818 w 2131156"/>
              <a:gd name="csY944" fmla="*/ 653839 h 653839"/>
              <a:gd name="csX945" fmla="*/ 2015950 w 2131156"/>
              <a:gd name="csY945" fmla="*/ 653839 h 653839"/>
              <a:gd name="csX946" fmla="*/ 2018093 w 2131156"/>
              <a:gd name="csY946" fmla="*/ 653839 h 653839"/>
              <a:gd name="csX947" fmla="*/ 2020225 w 2131156"/>
              <a:gd name="csY947" fmla="*/ 653839 h 653839"/>
              <a:gd name="csX948" fmla="*/ 2022357 w 2131156"/>
              <a:gd name="csY948" fmla="*/ 653839 h 653839"/>
              <a:gd name="csX949" fmla="*/ 2024489 w 2131156"/>
              <a:gd name="csY949" fmla="*/ 653839 h 653839"/>
              <a:gd name="csX950" fmla="*/ 2026621 w 2131156"/>
              <a:gd name="csY950" fmla="*/ 653839 h 653839"/>
              <a:gd name="csX951" fmla="*/ 2028754 w 2131156"/>
              <a:gd name="csY951" fmla="*/ 653839 h 653839"/>
              <a:gd name="csX952" fmla="*/ 2030885 w 2131156"/>
              <a:gd name="csY952" fmla="*/ 653839 h 653839"/>
              <a:gd name="csX953" fmla="*/ 2033018 w 2131156"/>
              <a:gd name="csY953" fmla="*/ 653839 h 653839"/>
              <a:gd name="csX954" fmla="*/ 2035150 w 2131156"/>
              <a:gd name="csY954" fmla="*/ 653839 h 653839"/>
              <a:gd name="csX955" fmla="*/ 2037292 w 2131156"/>
              <a:gd name="csY955" fmla="*/ 653839 h 653839"/>
              <a:gd name="csX956" fmla="*/ 2039424 w 2131156"/>
              <a:gd name="csY956" fmla="*/ 653839 h 653839"/>
              <a:gd name="csX957" fmla="*/ 2041556 w 2131156"/>
              <a:gd name="csY957" fmla="*/ 653839 h 653839"/>
              <a:gd name="csX958" fmla="*/ 2043689 w 2131156"/>
              <a:gd name="csY958" fmla="*/ 653839 h 653839"/>
              <a:gd name="csX959" fmla="*/ 2045821 w 2131156"/>
              <a:gd name="csY959" fmla="*/ 653839 h 653839"/>
              <a:gd name="csX960" fmla="*/ 2047953 w 2131156"/>
              <a:gd name="csY960" fmla="*/ 653839 h 653839"/>
              <a:gd name="csX961" fmla="*/ 2050085 w 2131156"/>
              <a:gd name="csY961" fmla="*/ 653839 h 653839"/>
              <a:gd name="csX962" fmla="*/ 2052217 w 2131156"/>
              <a:gd name="csY962" fmla="*/ 653839 h 653839"/>
              <a:gd name="csX963" fmla="*/ 2054349 w 2131156"/>
              <a:gd name="csY963" fmla="*/ 653839 h 653839"/>
              <a:gd name="csX964" fmla="*/ 2056492 w 2131156"/>
              <a:gd name="csY964" fmla="*/ 653839 h 653839"/>
              <a:gd name="csX965" fmla="*/ 2058623 w 2131156"/>
              <a:gd name="csY965" fmla="*/ 653839 h 653839"/>
              <a:gd name="csX966" fmla="*/ 2060756 w 2131156"/>
              <a:gd name="csY966" fmla="*/ 653839 h 653839"/>
              <a:gd name="csX967" fmla="*/ 2062888 w 2131156"/>
              <a:gd name="csY967" fmla="*/ 653839 h 653839"/>
              <a:gd name="csX968" fmla="*/ 2065020 w 2131156"/>
              <a:gd name="csY968" fmla="*/ 653839 h 653839"/>
              <a:gd name="csX969" fmla="*/ 2067152 w 2131156"/>
              <a:gd name="csY969" fmla="*/ 653839 h 653839"/>
              <a:gd name="csX970" fmla="*/ 2069284 w 2131156"/>
              <a:gd name="csY970" fmla="*/ 653839 h 653839"/>
              <a:gd name="csX971" fmla="*/ 2071416 w 2131156"/>
              <a:gd name="csY971" fmla="*/ 653839 h 653839"/>
              <a:gd name="csX972" fmla="*/ 2073548 w 2131156"/>
              <a:gd name="csY972" fmla="*/ 653839 h 653839"/>
              <a:gd name="csX973" fmla="*/ 2075691 w 2131156"/>
              <a:gd name="csY973" fmla="*/ 653839 h 653839"/>
              <a:gd name="csX974" fmla="*/ 2077823 w 2131156"/>
              <a:gd name="csY974" fmla="*/ 653839 h 653839"/>
              <a:gd name="csX975" fmla="*/ 2079955 w 2131156"/>
              <a:gd name="csY975" fmla="*/ 653839 h 653839"/>
              <a:gd name="csX976" fmla="*/ 2082087 w 2131156"/>
              <a:gd name="csY976" fmla="*/ 653839 h 653839"/>
              <a:gd name="csX977" fmla="*/ 2084219 w 2131156"/>
              <a:gd name="csY977" fmla="*/ 653839 h 653839"/>
              <a:gd name="csX978" fmla="*/ 2086351 w 2131156"/>
              <a:gd name="csY978" fmla="*/ 653839 h 653839"/>
              <a:gd name="csX979" fmla="*/ 2088483 w 2131156"/>
              <a:gd name="csY979" fmla="*/ 653839 h 653839"/>
              <a:gd name="csX980" fmla="*/ 2090615 w 2131156"/>
              <a:gd name="csY980" fmla="*/ 653839 h 653839"/>
              <a:gd name="csX981" fmla="*/ 2092758 w 2131156"/>
              <a:gd name="csY981" fmla="*/ 653839 h 653839"/>
              <a:gd name="csX982" fmla="*/ 2094890 w 2131156"/>
              <a:gd name="csY982" fmla="*/ 653839 h 653839"/>
              <a:gd name="csX983" fmla="*/ 2097022 w 2131156"/>
              <a:gd name="csY983" fmla="*/ 653839 h 653839"/>
              <a:gd name="csX984" fmla="*/ 2099154 w 2131156"/>
              <a:gd name="csY984" fmla="*/ 653839 h 653839"/>
              <a:gd name="csX985" fmla="*/ 2101286 w 2131156"/>
              <a:gd name="csY985" fmla="*/ 653839 h 653839"/>
              <a:gd name="csX986" fmla="*/ 2103418 w 2131156"/>
              <a:gd name="csY986" fmla="*/ 653839 h 653839"/>
              <a:gd name="csX987" fmla="*/ 2105551 w 2131156"/>
              <a:gd name="csY987" fmla="*/ 653839 h 653839"/>
              <a:gd name="csX988" fmla="*/ 2107683 w 2131156"/>
              <a:gd name="csY988" fmla="*/ 653839 h 653839"/>
              <a:gd name="csX989" fmla="*/ 2109815 w 2131156"/>
              <a:gd name="csY989" fmla="*/ 653839 h 653839"/>
              <a:gd name="csX990" fmla="*/ 2111957 w 2131156"/>
              <a:gd name="csY990" fmla="*/ 653839 h 653839"/>
              <a:gd name="csX991" fmla="*/ 2114089 w 2131156"/>
              <a:gd name="csY991" fmla="*/ 653839 h 653839"/>
              <a:gd name="csX992" fmla="*/ 2116221 w 2131156"/>
              <a:gd name="csY992" fmla="*/ 653839 h 653839"/>
              <a:gd name="csX993" fmla="*/ 2118353 w 2131156"/>
              <a:gd name="csY993" fmla="*/ 653839 h 653839"/>
              <a:gd name="csX994" fmla="*/ 2120485 w 2131156"/>
              <a:gd name="csY994" fmla="*/ 653839 h 653839"/>
              <a:gd name="csX995" fmla="*/ 2122618 w 2131156"/>
              <a:gd name="csY995" fmla="*/ 653839 h 653839"/>
              <a:gd name="csX996" fmla="*/ 2124750 w 2131156"/>
              <a:gd name="csY996" fmla="*/ 653839 h 653839"/>
              <a:gd name="csX997" fmla="*/ 2126882 w 2131156"/>
              <a:gd name="csY997" fmla="*/ 653839 h 653839"/>
              <a:gd name="csX998" fmla="*/ 2129014 w 2131156"/>
              <a:gd name="csY998" fmla="*/ 653839 h 653839"/>
              <a:gd name="csX999" fmla="*/ 2131156 w 2131156"/>
              <a:gd name="csY999" fmla="*/ 653839 h 6538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31156" h="653839">
                <a:moveTo>
                  <a:pt x="0" y="619374"/>
                </a:moveTo>
                <a:lnTo>
                  <a:pt x="2133" y="618660"/>
                </a:lnTo>
                <a:lnTo>
                  <a:pt x="4266" y="617945"/>
                </a:lnTo>
                <a:lnTo>
                  <a:pt x="6399" y="617211"/>
                </a:lnTo>
                <a:lnTo>
                  <a:pt x="8533" y="616476"/>
                </a:lnTo>
                <a:lnTo>
                  <a:pt x="10667" y="615720"/>
                </a:lnTo>
                <a:lnTo>
                  <a:pt x="12800" y="614944"/>
                </a:lnTo>
                <a:lnTo>
                  <a:pt x="14933" y="614168"/>
                </a:lnTo>
                <a:lnTo>
                  <a:pt x="17066" y="613371"/>
                </a:lnTo>
                <a:lnTo>
                  <a:pt x="19199" y="612563"/>
                </a:lnTo>
                <a:lnTo>
                  <a:pt x="21332" y="611746"/>
                </a:lnTo>
                <a:lnTo>
                  <a:pt x="23466" y="610907"/>
                </a:lnTo>
                <a:lnTo>
                  <a:pt x="25600" y="610069"/>
                </a:lnTo>
                <a:lnTo>
                  <a:pt x="27733" y="609210"/>
                </a:lnTo>
                <a:lnTo>
                  <a:pt x="29866" y="608330"/>
                </a:lnTo>
                <a:lnTo>
                  <a:pt x="31999" y="607440"/>
                </a:lnTo>
                <a:lnTo>
                  <a:pt x="34132" y="606540"/>
                </a:lnTo>
                <a:lnTo>
                  <a:pt x="36265" y="605629"/>
                </a:lnTo>
                <a:lnTo>
                  <a:pt x="38398" y="604697"/>
                </a:lnTo>
                <a:lnTo>
                  <a:pt x="40533" y="603756"/>
                </a:lnTo>
                <a:lnTo>
                  <a:pt x="42666" y="602793"/>
                </a:lnTo>
                <a:lnTo>
                  <a:pt x="44799" y="601820"/>
                </a:lnTo>
                <a:lnTo>
                  <a:pt x="46932" y="600826"/>
                </a:lnTo>
                <a:lnTo>
                  <a:pt x="49065" y="599822"/>
                </a:lnTo>
                <a:lnTo>
                  <a:pt x="51198" y="598808"/>
                </a:lnTo>
                <a:lnTo>
                  <a:pt x="53333" y="597773"/>
                </a:lnTo>
                <a:lnTo>
                  <a:pt x="55466" y="596717"/>
                </a:lnTo>
                <a:lnTo>
                  <a:pt x="57599" y="595651"/>
                </a:lnTo>
                <a:lnTo>
                  <a:pt x="59732" y="594575"/>
                </a:lnTo>
                <a:lnTo>
                  <a:pt x="61865" y="593478"/>
                </a:lnTo>
                <a:lnTo>
                  <a:pt x="63998" y="592371"/>
                </a:lnTo>
                <a:lnTo>
                  <a:pt x="66131" y="591242"/>
                </a:lnTo>
                <a:lnTo>
                  <a:pt x="68265" y="590093"/>
                </a:lnTo>
                <a:lnTo>
                  <a:pt x="70399" y="588934"/>
                </a:lnTo>
                <a:lnTo>
                  <a:pt x="72532" y="587754"/>
                </a:lnTo>
                <a:lnTo>
                  <a:pt x="74665" y="586554"/>
                </a:lnTo>
                <a:lnTo>
                  <a:pt x="76798" y="585343"/>
                </a:lnTo>
                <a:lnTo>
                  <a:pt x="78931" y="584122"/>
                </a:lnTo>
                <a:lnTo>
                  <a:pt x="81064" y="582869"/>
                </a:lnTo>
                <a:lnTo>
                  <a:pt x="83198" y="581607"/>
                </a:lnTo>
                <a:lnTo>
                  <a:pt x="85332" y="580333"/>
                </a:lnTo>
                <a:lnTo>
                  <a:pt x="87465" y="579029"/>
                </a:lnTo>
                <a:lnTo>
                  <a:pt x="89598" y="577715"/>
                </a:lnTo>
                <a:lnTo>
                  <a:pt x="91731" y="576390"/>
                </a:lnTo>
                <a:lnTo>
                  <a:pt x="93864" y="575034"/>
                </a:lnTo>
                <a:lnTo>
                  <a:pt x="95997" y="573668"/>
                </a:lnTo>
                <a:lnTo>
                  <a:pt x="98131" y="572281"/>
                </a:lnTo>
                <a:lnTo>
                  <a:pt x="100265" y="570874"/>
                </a:lnTo>
                <a:lnTo>
                  <a:pt x="102398" y="569456"/>
                </a:lnTo>
                <a:lnTo>
                  <a:pt x="104531" y="568017"/>
                </a:lnTo>
                <a:lnTo>
                  <a:pt x="106664" y="566558"/>
                </a:lnTo>
                <a:lnTo>
                  <a:pt x="108797" y="565078"/>
                </a:lnTo>
                <a:lnTo>
                  <a:pt x="110930" y="563577"/>
                </a:lnTo>
                <a:lnTo>
                  <a:pt x="113064" y="562066"/>
                </a:lnTo>
                <a:lnTo>
                  <a:pt x="115198" y="560534"/>
                </a:lnTo>
                <a:lnTo>
                  <a:pt x="117331" y="558981"/>
                </a:lnTo>
                <a:lnTo>
                  <a:pt x="119464" y="557408"/>
                </a:lnTo>
                <a:lnTo>
                  <a:pt x="121597" y="555814"/>
                </a:lnTo>
                <a:lnTo>
                  <a:pt x="123730" y="554200"/>
                </a:lnTo>
                <a:lnTo>
                  <a:pt x="125863" y="552575"/>
                </a:lnTo>
                <a:lnTo>
                  <a:pt x="127997" y="550919"/>
                </a:lnTo>
                <a:lnTo>
                  <a:pt x="130131" y="549252"/>
                </a:lnTo>
                <a:lnTo>
                  <a:pt x="132264" y="547565"/>
                </a:lnTo>
                <a:lnTo>
                  <a:pt x="134397" y="545858"/>
                </a:lnTo>
                <a:lnTo>
                  <a:pt x="136530" y="544129"/>
                </a:lnTo>
                <a:lnTo>
                  <a:pt x="138663" y="542380"/>
                </a:lnTo>
                <a:lnTo>
                  <a:pt x="140796" y="540610"/>
                </a:lnTo>
                <a:lnTo>
                  <a:pt x="142930" y="538830"/>
                </a:lnTo>
                <a:lnTo>
                  <a:pt x="145064" y="537019"/>
                </a:lnTo>
                <a:lnTo>
                  <a:pt x="147197" y="535187"/>
                </a:lnTo>
                <a:lnTo>
                  <a:pt x="149330" y="533344"/>
                </a:lnTo>
                <a:lnTo>
                  <a:pt x="151463" y="531471"/>
                </a:lnTo>
                <a:lnTo>
                  <a:pt x="153596" y="529587"/>
                </a:lnTo>
                <a:lnTo>
                  <a:pt x="155730" y="527673"/>
                </a:lnTo>
                <a:lnTo>
                  <a:pt x="157863" y="525748"/>
                </a:lnTo>
                <a:lnTo>
                  <a:pt x="159996" y="523802"/>
                </a:lnTo>
                <a:lnTo>
                  <a:pt x="162130" y="521825"/>
                </a:lnTo>
                <a:lnTo>
                  <a:pt x="164263" y="519838"/>
                </a:lnTo>
                <a:lnTo>
                  <a:pt x="166396" y="517830"/>
                </a:lnTo>
                <a:lnTo>
                  <a:pt x="168529" y="515801"/>
                </a:lnTo>
                <a:lnTo>
                  <a:pt x="170663" y="513742"/>
                </a:lnTo>
                <a:lnTo>
                  <a:pt x="172796" y="511672"/>
                </a:lnTo>
                <a:lnTo>
                  <a:pt x="174929" y="509581"/>
                </a:lnTo>
                <a:lnTo>
                  <a:pt x="177063" y="507469"/>
                </a:lnTo>
                <a:lnTo>
                  <a:pt x="179196" y="505337"/>
                </a:lnTo>
                <a:lnTo>
                  <a:pt x="181329" y="503185"/>
                </a:lnTo>
                <a:lnTo>
                  <a:pt x="183462" y="501011"/>
                </a:lnTo>
                <a:lnTo>
                  <a:pt x="185596" y="498807"/>
                </a:lnTo>
                <a:lnTo>
                  <a:pt x="187729" y="496592"/>
                </a:lnTo>
                <a:lnTo>
                  <a:pt x="189862" y="494356"/>
                </a:lnTo>
                <a:lnTo>
                  <a:pt x="191996" y="492100"/>
                </a:lnTo>
                <a:lnTo>
                  <a:pt x="194129" y="489823"/>
                </a:lnTo>
                <a:lnTo>
                  <a:pt x="196262" y="487525"/>
                </a:lnTo>
                <a:lnTo>
                  <a:pt x="198395" y="485217"/>
                </a:lnTo>
                <a:lnTo>
                  <a:pt x="200529" y="482878"/>
                </a:lnTo>
                <a:lnTo>
                  <a:pt x="202662" y="480518"/>
                </a:lnTo>
                <a:lnTo>
                  <a:pt x="204795" y="478138"/>
                </a:lnTo>
                <a:lnTo>
                  <a:pt x="206929" y="475736"/>
                </a:lnTo>
                <a:lnTo>
                  <a:pt x="209062" y="473325"/>
                </a:lnTo>
                <a:lnTo>
                  <a:pt x="211195" y="470882"/>
                </a:lnTo>
                <a:lnTo>
                  <a:pt x="213328" y="468429"/>
                </a:lnTo>
                <a:lnTo>
                  <a:pt x="215462" y="465945"/>
                </a:lnTo>
                <a:lnTo>
                  <a:pt x="217595" y="463451"/>
                </a:lnTo>
                <a:lnTo>
                  <a:pt x="219728" y="460936"/>
                </a:lnTo>
                <a:lnTo>
                  <a:pt x="221861" y="458400"/>
                </a:lnTo>
                <a:lnTo>
                  <a:pt x="223995" y="455844"/>
                </a:lnTo>
                <a:lnTo>
                  <a:pt x="226128" y="453267"/>
                </a:lnTo>
                <a:lnTo>
                  <a:pt x="228261" y="450669"/>
                </a:lnTo>
                <a:lnTo>
                  <a:pt x="230395" y="448060"/>
                </a:lnTo>
                <a:lnTo>
                  <a:pt x="232528" y="445421"/>
                </a:lnTo>
                <a:lnTo>
                  <a:pt x="234661" y="442772"/>
                </a:lnTo>
                <a:lnTo>
                  <a:pt x="236794" y="440101"/>
                </a:lnTo>
                <a:lnTo>
                  <a:pt x="238928" y="437410"/>
                </a:lnTo>
                <a:lnTo>
                  <a:pt x="241061" y="434699"/>
                </a:lnTo>
                <a:lnTo>
                  <a:pt x="243195" y="431977"/>
                </a:lnTo>
                <a:lnTo>
                  <a:pt x="245328" y="429234"/>
                </a:lnTo>
                <a:lnTo>
                  <a:pt x="247461" y="426470"/>
                </a:lnTo>
                <a:lnTo>
                  <a:pt x="249594" y="423697"/>
                </a:lnTo>
                <a:lnTo>
                  <a:pt x="251727" y="420892"/>
                </a:lnTo>
                <a:lnTo>
                  <a:pt x="253861" y="418077"/>
                </a:lnTo>
                <a:lnTo>
                  <a:pt x="255994" y="415251"/>
                </a:lnTo>
                <a:lnTo>
                  <a:pt x="258128" y="412405"/>
                </a:lnTo>
                <a:lnTo>
                  <a:pt x="260261" y="409538"/>
                </a:lnTo>
                <a:lnTo>
                  <a:pt x="262394" y="406650"/>
                </a:lnTo>
                <a:lnTo>
                  <a:pt x="264527" y="403752"/>
                </a:lnTo>
                <a:lnTo>
                  <a:pt x="266660" y="400833"/>
                </a:lnTo>
                <a:lnTo>
                  <a:pt x="268794" y="397904"/>
                </a:lnTo>
                <a:lnTo>
                  <a:pt x="270927" y="394965"/>
                </a:lnTo>
                <a:lnTo>
                  <a:pt x="273061" y="391995"/>
                </a:lnTo>
                <a:lnTo>
                  <a:pt x="275194" y="389024"/>
                </a:lnTo>
                <a:lnTo>
                  <a:pt x="277327" y="386023"/>
                </a:lnTo>
                <a:lnTo>
                  <a:pt x="279460" y="383021"/>
                </a:lnTo>
                <a:lnTo>
                  <a:pt x="281593" y="379999"/>
                </a:lnTo>
                <a:lnTo>
                  <a:pt x="283727" y="376966"/>
                </a:lnTo>
                <a:lnTo>
                  <a:pt x="285860" y="373913"/>
                </a:lnTo>
                <a:lnTo>
                  <a:pt x="287994" y="370850"/>
                </a:lnTo>
                <a:lnTo>
                  <a:pt x="290127" y="367776"/>
                </a:lnTo>
                <a:lnTo>
                  <a:pt x="292260" y="364681"/>
                </a:lnTo>
                <a:lnTo>
                  <a:pt x="294393" y="361576"/>
                </a:lnTo>
                <a:lnTo>
                  <a:pt x="296526" y="358461"/>
                </a:lnTo>
                <a:lnTo>
                  <a:pt x="298660" y="355335"/>
                </a:lnTo>
                <a:lnTo>
                  <a:pt x="300793" y="352188"/>
                </a:lnTo>
                <a:lnTo>
                  <a:pt x="302927" y="349042"/>
                </a:lnTo>
                <a:lnTo>
                  <a:pt x="305060" y="345875"/>
                </a:lnTo>
                <a:lnTo>
                  <a:pt x="307193" y="342708"/>
                </a:lnTo>
                <a:lnTo>
                  <a:pt x="309326" y="339520"/>
                </a:lnTo>
                <a:lnTo>
                  <a:pt x="311459" y="336322"/>
                </a:lnTo>
                <a:lnTo>
                  <a:pt x="313592" y="333124"/>
                </a:lnTo>
                <a:lnTo>
                  <a:pt x="315726" y="329905"/>
                </a:lnTo>
                <a:lnTo>
                  <a:pt x="317860" y="326686"/>
                </a:lnTo>
                <a:lnTo>
                  <a:pt x="319993" y="323447"/>
                </a:lnTo>
                <a:lnTo>
                  <a:pt x="322126" y="320207"/>
                </a:lnTo>
                <a:lnTo>
                  <a:pt x="324259" y="316957"/>
                </a:lnTo>
                <a:lnTo>
                  <a:pt x="326392" y="313707"/>
                </a:lnTo>
                <a:lnTo>
                  <a:pt x="328525" y="310437"/>
                </a:lnTo>
                <a:lnTo>
                  <a:pt x="330660" y="307166"/>
                </a:lnTo>
                <a:lnTo>
                  <a:pt x="332793" y="303896"/>
                </a:lnTo>
                <a:lnTo>
                  <a:pt x="334926" y="300615"/>
                </a:lnTo>
                <a:lnTo>
                  <a:pt x="337059" y="297323"/>
                </a:lnTo>
                <a:lnTo>
                  <a:pt x="339192" y="294022"/>
                </a:lnTo>
                <a:lnTo>
                  <a:pt x="341325" y="290730"/>
                </a:lnTo>
                <a:lnTo>
                  <a:pt x="343458" y="287418"/>
                </a:lnTo>
                <a:lnTo>
                  <a:pt x="345593" y="284117"/>
                </a:lnTo>
                <a:lnTo>
                  <a:pt x="347726" y="280805"/>
                </a:lnTo>
                <a:lnTo>
                  <a:pt x="349859" y="277482"/>
                </a:lnTo>
                <a:lnTo>
                  <a:pt x="351992" y="274170"/>
                </a:lnTo>
                <a:lnTo>
                  <a:pt x="354125" y="270848"/>
                </a:lnTo>
                <a:lnTo>
                  <a:pt x="356258" y="267526"/>
                </a:lnTo>
                <a:lnTo>
                  <a:pt x="358391" y="264203"/>
                </a:lnTo>
                <a:lnTo>
                  <a:pt x="360526" y="260879"/>
                </a:lnTo>
                <a:lnTo>
                  <a:pt x="362659" y="257554"/>
                </a:lnTo>
                <a:lnTo>
                  <a:pt x="364792" y="254229"/>
                </a:lnTo>
                <a:lnTo>
                  <a:pt x="366925" y="250905"/>
                </a:lnTo>
                <a:lnTo>
                  <a:pt x="369058" y="247581"/>
                </a:lnTo>
                <a:lnTo>
                  <a:pt x="371191" y="244259"/>
                </a:lnTo>
                <a:lnTo>
                  <a:pt x="373324" y="240939"/>
                </a:lnTo>
                <a:lnTo>
                  <a:pt x="375459" y="237620"/>
                </a:lnTo>
                <a:lnTo>
                  <a:pt x="377592" y="234305"/>
                </a:lnTo>
                <a:lnTo>
                  <a:pt x="379725" y="230994"/>
                </a:lnTo>
                <a:lnTo>
                  <a:pt x="381858" y="227685"/>
                </a:lnTo>
                <a:lnTo>
                  <a:pt x="383991" y="224382"/>
                </a:lnTo>
                <a:lnTo>
                  <a:pt x="386124" y="221083"/>
                </a:lnTo>
                <a:lnTo>
                  <a:pt x="388257" y="217790"/>
                </a:lnTo>
                <a:lnTo>
                  <a:pt x="390392" y="214502"/>
                </a:lnTo>
                <a:lnTo>
                  <a:pt x="392525" y="211221"/>
                </a:lnTo>
                <a:lnTo>
                  <a:pt x="394658" y="207946"/>
                </a:lnTo>
                <a:lnTo>
                  <a:pt x="396791" y="204678"/>
                </a:lnTo>
                <a:lnTo>
                  <a:pt x="398924" y="201419"/>
                </a:lnTo>
                <a:lnTo>
                  <a:pt x="401057" y="198168"/>
                </a:lnTo>
                <a:lnTo>
                  <a:pt x="403190" y="194926"/>
                </a:lnTo>
                <a:lnTo>
                  <a:pt x="405324" y="191693"/>
                </a:lnTo>
                <a:lnTo>
                  <a:pt x="407458" y="188470"/>
                </a:lnTo>
                <a:lnTo>
                  <a:pt x="409591" y="185258"/>
                </a:lnTo>
                <a:lnTo>
                  <a:pt x="411724" y="182056"/>
                </a:lnTo>
                <a:lnTo>
                  <a:pt x="413857" y="178867"/>
                </a:lnTo>
                <a:lnTo>
                  <a:pt x="415990" y="175689"/>
                </a:lnTo>
                <a:lnTo>
                  <a:pt x="418124" y="172524"/>
                </a:lnTo>
                <a:lnTo>
                  <a:pt x="420257" y="169371"/>
                </a:lnTo>
                <a:lnTo>
                  <a:pt x="422391" y="166233"/>
                </a:lnTo>
                <a:lnTo>
                  <a:pt x="424524" y="163109"/>
                </a:lnTo>
                <a:lnTo>
                  <a:pt x="426657" y="160000"/>
                </a:lnTo>
                <a:lnTo>
                  <a:pt x="428790" y="156905"/>
                </a:lnTo>
                <a:lnTo>
                  <a:pt x="430923" y="153827"/>
                </a:lnTo>
                <a:lnTo>
                  <a:pt x="433057" y="150764"/>
                </a:lnTo>
                <a:lnTo>
                  <a:pt x="435190" y="147719"/>
                </a:lnTo>
                <a:lnTo>
                  <a:pt x="437324" y="144691"/>
                </a:lnTo>
                <a:lnTo>
                  <a:pt x="439457" y="141680"/>
                </a:lnTo>
                <a:lnTo>
                  <a:pt x="441590" y="138689"/>
                </a:lnTo>
                <a:lnTo>
                  <a:pt x="443723" y="135715"/>
                </a:lnTo>
                <a:lnTo>
                  <a:pt x="445856" y="132762"/>
                </a:lnTo>
                <a:lnTo>
                  <a:pt x="447990" y="129829"/>
                </a:lnTo>
                <a:lnTo>
                  <a:pt x="450123" y="126916"/>
                </a:lnTo>
                <a:lnTo>
                  <a:pt x="452257" y="124024"/>
                </a:lnTo>
                <a:lnTo>
                  <a:pt x="454390" y="121154"/>
                </a:lnTo>
                <a:lnTo>
                  <a:pt x="456523" y="118306"/>
                </a:lnTo>
                <a:lnTo>
                  <a:pt x="458656" y="115480"/>
                </a:lnTo>
                <a:lnTo>
                  <a:pt x="460789" y="112678"/>
                </a:lnTo>
                <a:lnTo>
                  <a:pt x="462923" y="109899"/>
                </a:lnTo>
                <a:lnTo>
                  <a:pt x="465056" y="107144"/>
                </a:lnTo>
                <a:lnTo>
                  <a:pt x="467190" y="104415"/>
                </a:lnTo>
                <a:lnTo>
                  <a:pt x="469323" y="101710"/>
                </a:lnTo>
                <a:lnTo>
                  <a:pt x="471456" y="99031"/>
                </a:lnTo>
                <a:lnTo>
                  <a:pt x="473589" y="96378"/>
                </a:lnTo>
                <a:lnTo>
                  <a:pt x="475722" y="93752"/>
                </a:lnTo>
                <a:lnTo>
                  <a:pt x="477856" y="91153"/>
                </a:lnTo>
                <a:lnTo>
                  <a:pt x="479989" y="88581"/>
                </a:lnTo>
                <a:lnTo>
                  <a:pt x="482122" y="86038"/>
                </a:lnTo>
                <a:lnTo>
                  <a:pt x="484256" y="83524"/>
                </a:lnTo>
                <a:lnTo>
                  <a:pt x="486389" y="81038"/>
                </a:lnTo>
                <a:lnTo>
                  <a:pt x="488522" y="78583"/>
                </a:lnTo>
                <a:lnTo>
                  <a:pt x="490655" y="76157"/>
                </a:lnTo>
                <a:lnTo>
                  <a:pt x="492789" y="73762"/>
                </a:lnTo>
                <a:lnTo>
                  <a:pt x="494922" y="71398"/>
                </a:lnTo>
                <a:lnTo>
                  <a:pt x="497056" y="69065"/>
                </a:lnTo>
                <a:lnTo>
                  <a:pt x="499189" y="66765"/>
                </a:lnTo>
                <a:lnTo>
                  <a:pt x="501322" y="64496"/>
                </a:lnTo>
                <a:lnTo>
                  <a:pt x="503455" y="62261"/>
                </a:lnTo>
                <a:lnTo>
                  <a:pt x="505588" y="60059"/>
                </a:lnTo>
                <a:lnTo>
                  <a:pt x="507722" y="57891"/>
                </a:lnTo>
                <a:lnTo>
                  <a:pt x="509855" y="55755"/>
                </a:lnTo>
                <a:lnTo>
                  <a:pt x="511988" y="53655"/>
                </a:lnTo>
                <a:lnTo>
                  <a:pt x="514122" y="51591"/>
                </a:lnTo>
                <a:lnTo>
                  <a:pt x="516255" y="49561"/>
                </a:lnTo>
                <a:lnTo>
                  <a:pt x="518388" y="47568"/>
                </a:lnTo>
                <a:lnTo>
                  <a:pt x="520522" y="45610"/>
                </a:lnTo>
                <a:lnTo>
                  <a:pt x="522655" y="43689"/>
                </a:lnTo>
                <a:lnTo>
                  <a:pt x="524788" y="41805"/>
                </a:lnTo>
                <a:lnTo>
                  <a:pt x="526921" y="39958"/>
                </a:lnTo>
                <a:lnTo>
                  <a:pt x="529055" y="38149"/>
                </a:lnTo>
                <a:lnTo>
                  <a:pt x="531188" y="36378"/>
                </a:lnTo>
                <a:lnTo>
                  <a:pt x="533321" y="34646"/>
                </a:lnTo>
                <a:lnTo>
                  <a:pt x="535455" y="32952"/>
                </a:lnTo>
                <a:lnTo>
                  <a:pt x="537588" y="31297"/>
                </a:lnTo>
                <a:lnTo>
                  <a:pt x="539721" y="29683"/>
                </a:lnTo>
                <a:lnTo>
                  <a:pt x="541854" y="28107"/>
                </a:lnTo>
                <a:lnTo>
                  <a:pt x="543988" y="26572"/>
                </a:lnTo>
                <a:lnTo>
                  <a:pt x="546121" y="25077"/>
                </a:lnTo>
                <a:lnTo>
                  <a:pt x="548254" y="23623"/>
                </a:lnTo>
                <a:lnTo>
                  <a:pt x="550388" y="22210"/>
                </a:lnTo>
                <a:lnTo>
                  <a:pt x="552521" y="20839"/>
                </a:lnTo>
                <a:lnTo>
                  <a:pt x="554654" y="19509"/>
                </a:lnTo>
                <a:lnTo>
                  <a:pt x="556787" y="18220"/>
                </a:lnTo>
                <a:lnTo>
                  <a:pt x="558920" y="16974"/>
                </a:lnTo>
                <a:lnTo>
                  <a:pt x="561054" y="15771"/>
                </a:lnTo>
                <a:lnTo>
                  <a:pt x="563187" y="14610"/>
                </a:lnTo>
                <a:lnTo>
                  <a:pt x="565321" y="13492"/>
                </a:lnTo>
                <a:lnTo>
                  <a:pt x="567454" y="12417"/>
                </a:lnTo>
                <a:lnTo>
                  <a:pt x="569587" y="11386"/>
                </a:lnTo>
                <a:lnTo>
                  <a:pt x="571720" y="10398"/>
                </a:lnTo>
                <a:lnTo>
                  <a:pt x="573854" y="9454"/>
                </a:lnTo>
                <a:lnTo>
                  <a:pt x="575987" y="8553"/>
                </a:lnTo>
                <a:lnTo>
                  <a:pt x="578120" y="7697"/>
                </a:lnTo>
                <a:lnTo>
                  <a:pt x="580254" y="6886"/>
                </a:lnTo>
                <a:lnTo>
                  <a:pt x="582387" y="6118"/>
                </a:lnTo>
                <a:lnTo>
                  <a:pt x="584520" y="5395"/>
                </a:lnTo>
                <a:lnTo>
                  <a:pt x="586653" y="4719"/>
                </a:lnTo>
                <a:lnTo>
                  <a:pt x="588786" y="4085"/>
                </a:lnTo>
                <a:lnTo>
                  <a:pt x="590920" y="3498"/>
                </a:lnTo>
                <a:lnTo>
                  <a:pt x="593053" y="2956"/>
                </a:lnTo>
                <a:lnTo>
                  <a:pt x="595187" y="2458"/>
                </a:lnTo>
                <a:lnTo>
                  <a:pt x="597320" y="2007"/>
                </a:lnTo>
                <a:lnTo>
                  <a:pt x="599453" y="1601"/>
                </a:lnTo>
                <a:lnTo>
                  <a:pt x="601586" y="1240"/>
                </a:lnTo>
                <a:lnTo>
                  <a:pt x="603719" y="925"/>
                </a:lnTo>
                <a:lnTo>
                  <a:pt x="605853" y="656"/>
                </a:lnTo>
                <a:lnTo>
                  <a:pt x="607987" y="434"/>
                </a:lnTo>
                <a:lnTo>
                  <a:pt x="610120" y="256"/>
                </a:lnTo>
                <a:lnTo>
                  <a:pt x="612253" y="125"/>
                </a:lnTo>
                <a:lnTo>
                  <a:pt x="614386" y="39"/>
                </a:lnTo>
                <a:lnTo>
                  <a:pt x="616519" y="0"/>
                </a:lnTo>
                <a:lnTo>
                  <a:pt x="618652" y="6"/>
                </a:lnTo>
                <a:lnTo>
                  <a:pt x="620786" y="59"/>
                </a:lnTo>
                <a:lnTo>
                  <a:pt x="622920" y="157"/>
                </a:lnTo>
                <a:lnTo>
                  <a:pt x="625053" y="301"/>
                </a:lnTo>
                <a:lnTo>
                  <a:pt x="627186" y="492"/>
                </a:lnTo>
                <a:lnTo>
                  <a:pt x="629319" y="728"/>
                </a:lnTo>
                <a:lnTo>
                  <a:pt x="631452" y="1009"/>
                </a:lnTo>
                <a:lnTo>
                  <a:pt x="633585" y="1337"/>
                </a:lnTo>
                <a:lnTo>
                  <a:pt x="635719" y="1711"/>
                </a:lnTo>
                <a:lnTo>
                  <a:pt x="637853" y="2129"/>
                </a:lnTo>
                <a:lnTo>
                  <a:pt x="639986" y="2594"/>
                </a:lnTo>
                <a:lnTo>
                  <a:pt x="642119" y="3104"/>
                </a:lnTo>
                <a:lnTo>
                  <a:pt x="644252" y="3659"/>
                </a:lnTo>
                <a:lnTo>
                  <a:pt x="646385" y="4259"/>
                </a:lnTo>
                <a:lnTo>
                  <a:pt x="648518" y="4904"/>
                </a:lnTo>
                <a:lnTo>
                  <a:pt x="650652" y="5594"/>
                </a:lnTo>
                <a:lnTo>
                  <a:pt x="652786" y="6330"/>
                </a:lnTo>
                <a:lnTo>
                  <a:pt x="654919" y="7109"/>
                </a:lnTo>
                <a:lnTo>
                  <a:pt x="657052" y="7933"/>
                </a:lnTo>
                <a:lnTo>
                  <a:pt x="659185" y="8802"/>
                </a:lnTo>
                <a:lnTo>
                  <a:pt x="661318" y="9714"/>
                </a:lnTo>
                <a:lnTo>
                  <a:pt x="663451" y="10671"/>
                </a:lnTo>
                <a:lnTo>
                  <a:pt x="665584" y="11672"/>
                </a:lnTo>
                <a:lnTo>
                  <a:pt x="667719" y="12715"/>
                </a:lnTo>
                <a:lnTo>
                  <a:pt x="669852" y="13802"/>
                </a:lnTo>
                <a:lnTo>
                  <a:pt x="671985" y="14932"/>
                </a:lnTo>
                <a:lnTo>
                  <a:pt x="674118" y="16106"/>
                </a:lnTo>
                <a:lnTo>
                  <a:pt x="676251" y="17321"/>
                </a:lnTo>
                <a:lnTo>
                  <a:pt x="678384" y="18578"/>
                </a:lnTo>
                <a:lnTo>
                  <a:pt x="680517" y="19878"/>
                </a:lnTo>
                <a:lnTo>
                  <a:pt x="682652" y="21221"/>
                </a:lnTo>
                <a:lnTo>
                  <a:pt x="684785" y="22603"/>
                </a:lnTo>
                <a:lnTo>
                  <a:pt x="686918" y="24028"/>
                </a:lnTo>
                <a:lnTo>
                  <a:pt x="689051" y="25494"/>
                </a:lnTo>
                <a:lnTo>
                  <a:pt x="691184" y="27000"/>
                </a:lnTo>
                <a:lnTo>
                  <a:pt x="693317" y="28546"/>
                </a:lnTo>
                <a:lnTo>
                  <a:pt x="695451" y="30133"/>
                </a:lnTo>
                <a:lnTo>
                  <a:pt x="697585" y="31759"/>
                </a:lnTo>
                <a:lnTo>
                  <a:pt x="699718" y="33425"/>
                </a:lnTo>
                <a:lnTo>
                  <a:pt x="701851" y="35130"/>
                </a:lnTo>
                <a:lnTo>
                  <a:pt x="703984" y="36873"/>
                </a:lnTo>
                <a:lnTo>
                  <a:pt x="706117" y="38654"/>
                </a:lnTo>
                <a:lnTo>
                  <a:pt x="708250" y="40475"/>
                </a:lnTo>
                <a:lnTo>
                  <a:pt x="710384" y="42331"/>
                </a:lnTo>
                <a:lnTo>
                  <a:pt x="712518" y="44226"/>
                </a:lnTo>
                <a:lnTo>
                  <a:pt x="714651" y="46157"/>
                </a:lnTo>
                <a:lnTo>
                  <a:pt x="716784" y="48125"/>
                </a:lnTo>
                <a:lnTo>
                  <a:pt x="718917" y="50129"/>
                </a:lnTo>
                <a:lnTo>
                  <a:pt x="721050" y="52168"/>
                </a:lnTo>
                <a:lnTo>
                  <a:pt x="723183" y="54243"/>
                </a:lnTo>
                <a:lnTo>
                  <a:pt x="725317" y="56353"/>
                </a:lnTo>
                <a:lnTo>
                  <a:pt x="727451" y="58497"/>
                </a:lnTo>
                <a:lnTo>
                  <a:pt x="729584" y="60675"/>
                </a:lnTo>
                <a:lnTo>
                  <a:pt x="731713" y="62887"/>
                </a:lnTo>
                <a:lnTo>
                  <a:pt x="733855" y="65131"/>
                </a:lnTo>
                <a:lnTo>
                  <a:pt x="735987" y="67408"/>
                </a:lnTo>
                <a:lnTo>
                  <a:pt x="738119" y="69719"/>
                </a:lnTo>
                <a:lnTo>
                  <a:pt x="740251" y="72060"/>
                </a:lnTo>
                <a:lnTo>
                  <a:pt x="742384" y="74433"/>
                </a:lnTo>
                <a:lnTo>
                  <a:pt x="744516" y="76837"/>
                </a:lnTo>
                <a:lnTo>
                  <a:pt x="746648" y="79271"/>
                </a:lnTo>
                <a:lnTo>
                  <a:pt x="748780" y="81735"/>
                </a:lnTo>
                <a:lnTo>
                  <a:pt x="750912" y="84228"/>
                </a:lnTo>
                <a:lnTo>
                  <a:pt x="753054" y="86752"/>
                </a:lnTo>
                <a:lnTo>
                  <a:pt x="755186" y="89303"/>
                </a:lnTo>
                <a:lnTo>
                  <a:pt x="757319" y="91882"/>
                </a:lnTo>
                <a:lnTo>
                  <a:pt x="759451" y="94488"/>
                </a:lnTo>
                <a:lnTo>
                  <a:pt x="761583" y="97122"/>
                </a:lnTo>
                <a:lnTo>
                  <a:pt x="763715" y="99782"/>
                </a:lnTo>
                <a:lnTo>
                  <a:pt x="765847" y="102468"/>
                </a:lnTo>
                <a:lnTo>
                  <a:pt x="767979" y="105181"/>
                </a:lnTo>
                <a:lnTo>
                  <a:pt x="770111" y="107917"/>
                </a:lnTo>
                <a:lnTo>
                  <a:pt x="772254" y="110679"/>
                </a:lnTo>
                <a:lnTo>
                  <a:pt x="774386" y="113464"/>
                </a:lnTo>
                <a:lnTo>
                  <a:pt x="776518" y="116273"/>
                </a:lnTo>
                <a:lnTo>
                  <a:pt x="778650" y="119105"/>
                </a:lnTo>
                <a:lnTo>
                  <a:pt x="780782" y="121959"/>
                </a:lnTo>
                <a:lnTo>
                  <a:pt x="782914" y="124835"/>
                </a:lnTo>
                <a:lnTo>
                  <a:pt x="785046" y="127733"/>
                </a:lnTo>
                <a:lnTo>
                  <a:pt x="787178" y="130652"/>
                </a:lnTo>
                <a:lnTo>
                  <a:pt x="789310" y="133591"/>
                </a:lnTo>
                <a:lnTo>
                  <a:pt x="791453" y="136551"/>
                </a:lnTo>
                <a:lnTo>
                  <a:pt x="793585" y="139528"/>
                </a:lnTo>
                <a:lnTo>
                  <a:pt x="795717" y="142526"/>
                </a:lnTo>
                <a:lnTo>
                  <a:pt x="797849" y="145541"/>
                </a:lnTo>
                <a:lnTo>
                  <a:pt x="799981" y="148574"/>
                </a:lnTo>
                <a:lnTo>
                  <a:pt x="802113" y="151624"/>
                </a:lnTo>
                <a:lnTo>
                  <a:pt x="804245" y="154691"/>
                </a:lnTo>
                <a:lnTo>
                  <a:pt x="806378" y="157774"/>
                </a:lnTo>
                <a:lnTo>
                  <a:pt x="808520" y="160873"/>
                </a:lnTo>
                <a:lnTo>
                  <a:pt x="810652" y="163986"/>
                </a:lnTo>
                <a:lnTo>
                  <a:pt x="812784" y="167115"/>
                </a:lnTo>
                <a:lnTo>
                  <a:pt x="814916" y="170257"/>
                </a:lnTo>
                <a:lnTo>
                  <a:pt x="817048" y="173413"/>
                </a:lnTo>
                <a:lnTo>
                  <a:pt x="819181" y="176582"/>
                </a:lnTo>
                <a:lnTo>
                  <a:pt x="821313" y="179763"/>
                </a:lnTo>
                <a:lnTo>
                  <a:pt x="823445" y="182956"/>
                </a:lnTo>
                <a:lnTo>
                  <a:pt x="825577" y="186161"/>
                </a:lnTo>
                <a:lnTo>
                  <a:pt x="827719" y="189376"/>
                </a:lnTo>
                <a:lnTo>
                  <a:pt x="829851" y="192602"/>
                </a:lnTo>
                <a:lnTo>
                  <a:pt x="831983" y="195837"/>
                </a:lnTo>
                <a:lnTo>
                  <a:pt x="834115" y="199082"/>
                </a:lnTo>
                <a:lnTo>
                  <a:pt x="836248" y="202335"/>
                </a:lnTo>
                <a:lnTo>
                  <a:pt x="838380" y="205597"/>
                </a:lnTo>
                <a:lnTo>
                  <a:pt x="840512" y="208866"/>
                </a:lnTo>
                <a:lnTo>
                  <a:pt x="842644" y="212143"/>
                </a:lnTo>
                <a:lnTo>
                  <a:pt x="844776" y="215426"/>
                </a:lnTo>
                <a:lnTo>
                  <a:pt x="846918" y="218716"/>
                </a:lnTo>
                <a:lnTo>
                  <a:pt x="849051" y="222010"/>
                </a:lnTo>
                <a:lnTo>
                  <a:pt x="851183" y="225311"/>
                </a:lnTo>
                <a:lnTo>
                  <a:pt x="853315" y="228616"/>
                </a:lnTo>
                <a:lnTo>
                  <a:pt x="855447" y="231926"/>
                </a:lnTo>
                <a:lnTo>
                  <a:pt x="857579" y="235238"/>
                </a:lnTo>
                <a:lnTo>
                  <a:pt x="859711" y="238554"/>
                </a:lnTo>
                <a:lnTo>
                  <a:pt x="861843" y="241873"/>
                </a:lnTo>
                <a:lnTo>
                  <a:pt x="863986" y="245193"/>
                </a:lnTo>
                <a:lnTo>
                  <a:pt x="866118" y="248517"/>
                </a:lnTo>
                <a:lnTo>
                  <a:pt x="868250" y="251840"/>
                </a:lnTo>
                <a:lnTo>
                  <a:pt x="870382" y="255165"/>
                </a:lnTo>
                <a:lnTo>
                  <a:pt x="872514" y="258490"/>
                </a:lnTo>
                <a:lnTo>
                  <a:pt x="874646" y="261814"/>
                </a:lnTo>
                <a:lnTo>
                  <a:pt x="876778" y="265135"/>
                </a:lnTo>
                <a:lnTo>
                  <a:pt x="878910" y="268457"/>
                </a:lnTo>
                <a:lnTo>
                  <a:pt x="881042" y="271779"/>
                </a:lnTo>
                <a:lnTo>
                  <a:pt x="883185" y="275102"/>
                </a:lnTo>
                <a:lnTo>
                  <a:pt x="885317" y="278424"/>
                </a:lnTo>
                <a:lnTo>
                  <a:pt x="887449" y="281736"/>
                </a:lnTo>
                <a:lnTo>
                  <a:pt x="889581" y="285048"/>
                </a:lnTo>
                <a:lnTo>
                  <a:pt x="891713" y="288350"/>
                </a:lnTo>
                <a:lnTo>
                  <a:pt x="893845" y="291651"/>
                </a:lnTo>
                <a:lnTo>
                  <a:pt x="895977" y="294953"/>
                </a:lnTo>
                <a:lnTo>
                  <a:pt x="898110" y="298244"/>
                </a:lnTo>
                <a:lnTo>
                  <a:pt x="900242" y="301536"/>
                </a:lnTo>
                <a:lnTo>
                  <a:pt x="902384" y="304817"/>
                </a:lnTo>
                <a:lnTo>
                  <a:pt x="904516" y="308087"/>
                </a:lnTo>
                <a:lnTo>
                  <a:pt x="906648" y="311358"/>
                </a:lnTo>
                <a:lnTo>
                  <a:pt x="908780" y="314618"/>
                </a:lnTo>
                <a:lnTo>
                  <a:pt x="910913" y="317878"/>
                </a:lnTo>
                <a:lnTo>
                  <a:pt x="913045" y="321128"/>
                </a:lnTo>
                <a:lnTo>
                  <a:pt x="915177" y="324357"/>
                </a:lnTo>
                <a:lnTo>
                  <a:pt x="917309" y="327587"/>
                </a:lnTo>
                <a:lnTo>
                  <a:pt x="919441" y="330816"/>
                </a:lnTo>
                <a:lnTo>
                  <a:pt x="921583" y="334024"/>
                </a:lnTo>
                <a:lnTo>
                  <a:pt x="923715" y="337222"/>
                </a:lnTo>
                <a:lnTo>
                  <a:pt x="925847" y="340421"/>
                </a:lnTo>
                <a:lnTo>
                  <a:pt x="927980" y="343598"/>
                </a:lnTo>
                <a:lnTo>
                  <a:pt x="930112" y="346765"/>
                </a:lnTo>
                <a:lnTo>
                  <a:pt x="932244" y="349932"/>
                </a:lnTo>
                <a:lnTo>
                  <a:pt x="934376" y="353079"/>
                </a:lnTo>
                <a:lnTo>
                  <a:pt x="936508" y="356215"/>
                </a:lnTo>
                <a:lnTo>
                  <a:pt x="938650" y="359340"/>
                </a:lnTo>
                <a:lnTo>
                  <a:pt x="940783" y="362456"/>
                </a:lnTo>
                <a:lnTo>
                  <a:pt x="942915" y="365550"/>
                </a:lnTo>
                <a:lnTo>
                  <a:pt x="945047" y="368635"/>
                </a:lnTo>
                <a:lnTo>
                  <a:pt x="947179" y="371709"/>
                </a:lnTo>
                <a:lnTo>
                  <a:pt x="949311" y="374772"/>
                </a:lnTo>
                <a:lnTo>
                  <a:pt x="951443" y="377815"/>
                </a:lnTo>
                <a:lnTo>
                  <a:pt x="953575" y="380848"/>
                </a:lnTo>
                <a:lnTo>
                  <a:pt x="955707" y="383870"/>
                </a:lnTo>
                <a:lnTo>
                  <a:pt x="957850" y="386871"/>
                </a:lnTo>
                <a:lnTo>
                  <a:pt x="959982" y="389862"/>
                </a:lnTo>
                <a:lnTo>
                  <a:pt x="962114" y="392833"/>
                </a:lnTo>
                <a:lnTo>
                  <a:pt x="964246" y="395793"/>
                </a:lnTo>
                <a:lnTo>
                  <a:pt x="966378" y="398733"/>
                </a:lnTo>
                <a:lnTo>
                  <a:pt x="968510" y="401662"/>
                </a:lnTo>
                <a:lnTo>
                  <a:pt x="970642" y="404570"/>
                </a:lnTo>
                <a:lnTo>
                  <a:pt x="972774" y="407468"/>
                </a:lnTo>
                <a:lnTo>
                  <a:pt x="974906" y="410345"/>
                </a:lnTo>
                <a:lnTo>
                  <a:pt x="977049" y="413202"/>
                </a:lnTo>
                <a:lnTo>
                  <a:pt x="979181" y="416048"/>
                </a:lnTo>
                <a:lnTo>
                  <a:pt x="981313" y="418874"/>
                </a:lnTo>
                <a:lnTo>
                  <a:pt x="983445" y="421689"/>
                </a:lnTo>
                <a:lnTo>
                  <a:pt x="985577" y="424473"/>
                </a:lnTo>
                <a:lnTo>
                  <a:pt x="987709" y="427247"/>
                </a:lnTo>
                <a:lnTo>
                  <a:pt x="989842" y="430010"/>
                </a:lnTo>
                <a:lnTo>
                  <a:pt x="991974" y="432743"/>
                </a:lnTo>
                <a:lnTo>
                  <a:pt x="994106" y="435465"/>
                </a:lnTo>
                <a:lnTo>
                  <a:pt x="996248" y="438166"/>
                </a:lnTo>
                <a:lnTo>
                  <a:pt x="998380" y="440857"/>
                </a:lnTo>
                <a:lnTo>
                  <a:pt x="1000512" y="443517"/>
                </a:lnTo>
                <a:lnTo>
                  <a:pt x="1002645" y="446166"/>
                </a:lnTo>
                <a:lnTo>
                  <a:pt x="1004777" y="448795"/>
                </a:lnTo>
                <a:lnTo>
                  <a:pt x="1006909" y="451404"/>
                </a:lnTo>
                <a:lnTo>
                  <a:pt x="1009041" y="453991"/>
                </a:lnTo>
                <a:lnTo>
                  <a:pt x="1011173" y="456558"/>
                </a:lnTo>
                <a:lnTo>
                  <a:pt x="1013315" y="459114"/>
                </a:lnTo>
                <a:lnTo>
                  <a:pt x="1015447" y="461640"/>
                </a:lnTo>
                <a:lnTo>
                  <a:pt x="1017580" y="464155"/>
                </a:lnTo>
                <a:lnTo>
                  <a:pt x="1019712" y="466649"/>
                </a:lnTo>
                <a:lnTo>
                  <a:pt x="1021844" y="469123"/>
                </a:lnTo>
                <a:lnTo>
                  <a:pt x="1023976" y="471576"/>
                </a:lnTo>
                <a:lnTo>
                  <a:pt x="1026108" y="474008"/>
                </a:lnTo>
                <a:lnTo>
                  <a:pt x="1028240" y="476420"/>
                </a:lnTo>
                <a:lnTo>
                  <a:pt x="1030372" y="478810"/>
                </a:lnTo>
                <a:lnTo>
                  <a:pt x="1032515" y="481180"/>
                </a:lnTo>
                <a:lnTo>
                  <a:pt x="1034647" y="483530"/>
                </a:lnTo>
                <a:lnTo>
                  <a:pt x="1036779" y="485869"/>
                </a:lnTo>
                <a:lnTo>
                  <a:pt x="1038911" y="488177"/>
                </a:lnTo>
                <a:lnTo>
                  <a:pt x="1041043" y="490475"/>
                </a:lnTo>
                <a:lnTo>
                  <a:pt x="1043175" y="492741"/>
                </a:lnTo>
                <a:lnTo>
                  <a:pt x="1045307" y="494987"/>
                </a:lnTo>
                <a:lnTo>
                  <a:pt x="1047439" y="497223"/>
                </a:lnTo>
                <a:lnTo>
                  <a:pt x="1049571" y="499428"/>
                </a:lnTo>
                <a:lnTo>
                  <a:pt x="1051714" y="501622"/>
                </a:lnTo>
                <a:lnTo>
                  <a:pt x="1053846" y="503785"/>
                </a:lnTo>
                <a:lnTo>
                  <a:pt x="1055978" y="505938"/>
                </a:lnTo>
                <a:lnTo>
                  <a:pt x="1058110" y="508070"/>
                </a:lnTo>
                <a:lnTo>
                  <a:pt x="1060242" y="510171"/>
                </a:lnTo>
                <a:lnTo>
                  <a:pt x="1062374" y="512262"/>
                </a:lnTo>
                <a:lnTo>
                  <a:pt x="1064507" y="514321"/>
                </a:lnTo>
                <a:lnTo>
                  <a:pt x="1066639" y="516370"/>
                </a:lnTo>
                <a:lnTo>
                  <a:pt x="1068781" y="518399"/>
                </a:lnTo>
                <a:lnTo>
                  <a:pt x="1070913" y="520397"/>
                </a:lnTo>
                <a:lnTo>
                  <a:pt x="1073045" y="522384"/>
                </a:lnTo>
                <a:lnTo>
                  <a:pt x="1075177" y="524350"/>
                </a:lnTo>
                <a:lnTo>
                  <a:pt x="1077309" y="526296"/>
                </a:lnTo>
                <a:lnTo>
                  <a:pt x="1079441" y="528221"/>
                </a:lnTo>
                <a:lnTo>
                  <a:pt x="1081574" y="530115"/>
                </a:lnTo>
                <a:lnTo>
                  <a:pt x="1083706" y="531999"/>
                </a:lnTo>
                <a:lnTo>
                  <a:pt x="1085838" y="533862"/>
                </a:lnTo>
                <a:lnTo>
                  <a:pt x="1087980" y="535704"/>
                </a:lnTo>
                <a:lnTo>
                  <a:pt x="1090112" y="537526"/>
                </a:lnTo>
                <a:lnTo>
                  <a:pt x="1092244" y="539327"/>
                </a:lnTo>
                <a:lnTo>
                  <a:pt x="1094377" y="541117"/>
                </a:lnTo>
                <a:lnTo>
                  <a:pt x="1096509" y="542877"/>
                </a:lnTo>
                <a:lnTo>
                  <a:pt x="1098641" y="544616"/>
                </a:lnTo>
                <a:lnTo>
                  <a:pt x="1100773" y="546344"/>
                </a:lnTo>
                <a:lnTo>
                  <a:pt x="1102905" y="548041"/>
                </a:lnTo>
                <a:lnTo>
                  <a:pt x="1105037" y="549728"/>
                </a:lnTo>
                <a:lnTo>
                  <a:pt x="1107180" y="551385"/>
                </a:lnTo>
                <a:lnTo>
                  <a:pt x="1109312" y="553030"/>
                </a:lnTo>
                <a:lnTo>
                  <a:pt x="1111444" y="554655"/>
                </a:lnTo>
                <a:lnTo>
                  <a:pt x="1113576" y="556259"/>
                </a:lnTo>
                <a:lnTo>
                  <a:pt x="1115708" y="557853"/>
                </a:lnTo>
                <a:lnTo>
                  <a:pt x="1117840" y="559416"/>
                </a:lnTo>
                <a:lnTo>
                  <a:pt x="1119972" y="560969"/>
                </a:lnTo>
                <a:lnTo>
                  <a:pt x="1122104" y="562490"/>
                </a:lnTo>
                <a:lnTo>
                  <a:pt x="1124236" y="564001"/>
                </a:lnTo>
                <a:lnTo>
                  <a:pt x="1126379" y="565492"/>
                </a:lnTo>
                <a:lnTo>
                  <a:pt x="1128511" y="566972"/>
                </a:lnTo>
                <a:lnTo>
                  <a:pt x="1130643" y="568421"/>
                </a:lnTo>
                <a:lnTo>
                  <a:pt x="1132775" y="569859"/>
                </a:lnTo>
                <a:lnTo>
                  <a:pt x="1134907" y="571277"/>
                </a:lnTo>
                <a:lnTo>
                  <a:pt x="1137039" y="572674"/>
                </a:lnTo>
                <a:lnTo>
                  <a:pt x="1139171" y="574051"/>
                </a:lnTo>
                <a:lnTo>
                  <a:pt x="1141303" y="575417"/>
                </a:lnTo>
                <a:lnTo>
                  <a:pt x="1143446" y="576763"/>
                </a:lnTo>
                <a:lnTo>
                  <a:pt x="1145578" y="578087"/>
                </a:lnTo>
                <a:lnTo>
                  <a:pt x="1147710" y="579402"/>
                </a:lnTo>
                <a:lnTo>
                  <a:pt x="1149842" y="580696"/>
                </a:lnTo>
                <a:lnTo>
                  <a:pt x="1151974" y="581969"/>
                </a:lnTo>
                <a:lnTo>
                  <a:pt x="1154106" y="583221"/>
                </a:lnTo>
                <a:lnTo>
                  <a:pt x="1156239" y="584463"/>
                </a:lnTo>
                <a:lnTo>
                  <a:pt x="1158371" y="585684"/>
                </a:lnTo>
                <a:lnTo>
                  <a:pt x="1160503" y="586895"/>
                </a:lnTo>
                <a:lnTo>
                  <a:pt x="1162645" y="588086"/>
                </a:lnTo>
                <a:lnTo>
                  <a:pt x="1164777" y="589255"/>
                </a:lnTo>
                <a:lnTo>
                  <a:pt x="1166909" y="590414"/>
                </a:lnTo>
                <a:lnTo>
                  <a:pt x="1169041" y="591553"/>
                </a:lnTo>
                <a:lnTo>
                  <a:pt x="1171174" y="592681"/>
                </a:lnTo>
                <a:lnTo>
                  <a:pt x="1173306" y="593788"/>
                </a:lnTo>
                <a:lnTo>
                  <a:pt x="1175438" y="594886"/>
                </a:lnTo>
                <a:lnTo>
                  <a:pt x="1177570" y="595962"/>
                </a:lnTo>
                <a:lnTo>
                  <a:pt x="1179702" y="597018"/>
                </a:lnTo>
                <a:lnTo>
                  <a:pt x="1181844" y="598063"/>
                </a:lnTo>
                <a:lnTo>
                  <a:pt x="1183976" y="599098"/>
                </a:lnTo>
                <a:lnTo>
                  <a:pt x="1186109" y="600112"/>
                </a:lnTo>
                <a:lnTo>
                  <a:pt x="1188241" y="601106"/>
                </a:lnTo>
                <a:lnTo>
                  <a:pt x="1190373" y="602089"/>
                </a:lnTo>
                <a:lnTo>
                  <a:pt x="1192505" y="603062"/>
                </a:lnTo>
                <a:lnTo>
                  <a:pt x="1194637" y="604014"/>
                </a:lnTo>
                <a:lnTo>
                  <a:pt x="1196769" y="604956"/>
                </a:lnTo>
                <a:lnTo>
                  <a:pt x="1198912" y="605888"/>
                </a:lnTo>
                <a:lnTo>
                  <a:pt x="1201044" y="606798"/>
                </a:lnTo>
                <a:lnTo>
                  <a:pt x="1203176" y="607699"/>
                </a:lnTo>
                <a:lnTo>
                  <a:pt x="1205308" y="608579"/>
                </a:lnTo>
                <a:lnTo>
                  <a:pt x="1207440" y="609448"/>
                </a:lnTo>
                <a:lnTo>
                  <a:pt x="1209572" y="610307"/>
                </a:lnTo>
                <a:lnTo>
                  <a:pt x="1211704" y="611145"/>
                </a:lnTo>
                <a:lnTo>
                  <a:pt x="1213836" y="611973"/>
                </a:lnTo>
                <a:lnTo>
                  <a:pt x="1215968" y="612791"/>
                </a:lnTo>
                <a:lnTo>
                  <a:pt x="1218111" y="613598"/>
                </a:lnTo>
                <a:lnTo>
                  <a:pt x="1220243" y="614385"/>
                </a:lnTo>
                <a:lnTo>
                  <a:pt x="1222375" y="615161"/>
                </a:lnTo>
                <a:lnTo>
                  <a:pt x="1224507" y="615927"/>
                </a:lnTo>
                <a:lnTo>
                  <a:pt x="1226639" y="616683"/>
                </a:lnTo>
                <a:lnTo>
                  <a:pt x="1228771" y="617417"/>
                </a:lnTo>
                <a:lnTo>
                  <a:pt x="1230903" y="618152"/>
                </a:lnTo>
                <a:lnTo>
                  <a:pt x="1233035" y="618866"/>
                </a:lnTo>
                <a:lnTo>
                  <a:pt x="1235167" y="619570"/>
                </a:lnTo>
                <a:lnTo>
                  <a:pt x="1237310" y="620264"/>
                </a:lnTo>
                <a:lnTo>
                  <a:pt x="1239442" y="620936"/>
                </a:lnTo>
                <a:lnTo>
                  <a:pt x="1241574" y="621609"/>
                </a:lnTo>
                <a:lnTo>
                  <a:pt x="1243706" y="622272"/>
                </a:lnTo>
                <a:lnTo>
                  <a:pt x="1245838" y="622913"/>
                </a:lnTo>
                <a:lnTo>
                  <a:pt x="1247970" y="623545"/>
                </a:lnTo>
                <a:lnTo>
                  <a:pt x="1250103" y="624176"/>
                </a:lnTo>
                <a:lnTo>
                  <a:pt x="1252235" y="624787"/>
                </a:lnTo>
                <a:lnTo>
                  <a:pt x="1254367" y="625387"/>
                </a:lnTo>
                <a:lnTo>
                  <a:pt x="1256509" y="625977"/>
                </a:lnTo>
                <a:lnTo>
                  <a:pt x="1258641" y="626557"/>
                </a:lnTo>
                <a:lnTo>
                  <a:pt x="1260773" y="627136"/>
                </a:lnTo>
                <a:lnTo>
                  <a:pt x="1262906" y="627695"/>
                </a:lnTo>
                <a:lnTo>
                  <a:pt x="1265038" y="628244"/>
                </a:lnTo>
                <a:lnTo>
                  <a:pt x="1267170" y="628782"/>
                </a:lnTo>
                <a:lnTo>
                  <a:pt x="1269302" y="629320"/>
                </a:lnTo>
                <a:lnTo>
                  <a:pt x="1271434" y="629837"/>
                </a:lnTo>
                <a:lnTo>
                  <a:pt x="1273576" y="630355"/>
                </a:lnTo>
                <a:lnTo>
                  <a:pt x="1275708" y="630852"/>
                </a:lnTo>
                <a:lnTo>
                  <a:pt x="1277841" y="631349"/>
                </a:lnTo>
                <a:lnTo>
                  <a:pt x="1279973" y="631835"/>
                </a:lnTo>
                <a:lnTo>
                  <a:pt x="1282105" y="632311"/>
                </a:lnTo>
                <a:lnTo>
                  <a:pt x="1284237" y="632777"/>
                </a:lnTo>
                <a:lnTo>
                  <a:pt x="1286369" y="633232"/>
                </a:lnTo>
                <a:lnTo>
                  <a:pt x="1288501" y="633688"/>
                </a:lnTo>
                <a:lnTo>
                  <a:pt x="1290633" y="634133"/>
                </a:lnTo>
                <a:lnTo>
                  <a:pt x="1292776" y="634557"/>
                </a:lnTo>
                <a:lnTo>
                  <a:pt x="1294908" y="634981"/>
                </a:lnTo>
                <a:lnTo>
                  <a:pt x="1297040" y="635406"/>
                </a:lnTo>
                <a:lnTo>
                  <a:pt x="1299172" y="635809"/>
                </a:lnTo>
                <a:lnTo>
                  <a:pt x="1301304" y="636213"/>
                </a:lnTo>
                <a:lnTo>
                  <a:pt x="1303436" y="636606"/>
                </a:lnTo>
                <a:lnTo>
                  <a:pt x="1305568" y="636989"/>
                </a:lnTo>
                <a:lnTo>
                  <a:pt x="1307700" y="637372"/>
                </a:lnTo>
                <a:lnTo>
                  <a:pt x="1309832" y="637745"/>
                </a:lnTo>
                <a:lnTo>
                  <a:pt x="1311975" y="638107"/>
                </a:lnTo>
                <a:lnTo>
                  <a:pt x="1314107" y="638459"/>
                </a:lnTo>
                <a:lnTo>
                  <a:pt x="1316239" y="638811"/>
                </a:lnTo>
                <a:lnTo>
                  <a:pt x="1318371" y="639152"/>
                </a:lnTo>
                <a:lnTo>
                  <a:pt x="1320503" y="639494"/>
                </a:lnTo>
                <a:lnTo>
                  <a:pt x="1322635" y="639815"/>
                </a:lnTo>
                <a:lnTo>
                  <a:pt x="1324767" y="640146"/>
                </a:lnTo>
                <a:lnTo>
                  <a:pt x="1326900" y="640457"/>
                </a:lnTo>
                <a:lnTo>
                  <a:pt x="1329032" y="640767"/>
                </a:lnTo>
                <a:lnTo>
                  <a:pt x="1331174" y="641067"/>
                </a:lnTo>
                <a:lnTo>
                  <a:pt x="1333306" y="641367"/>
                </a:lnTo>
                <a:lnTo>
                  <a:pt x="1335438" y="641657"/>
                </a:lnTo>
                <a:lnTo>
                  <a:pt x="1337570" y="641947"/>
                </a:lnTo>
                <a:lnTo>
                  <a:pt x="1339702" y="642226"/>
                </a:lnTo>
                <a:lnTo>
                  <a:pt x="1341835" y="642495"/>
                </a:lnTo>
                <a:lnTo>
                  <a:pt x="1343967" y="642765"/>
                </a:lnTo>
                <a:lnTo>
                  <a:pt x="1346099" y="643023"/>
                </a:lnTo>
                <a:lnTo>
                  <a:pt x="1348241" y="643282"/>
                </a:lnTo>
                <a:lnTo>
                  <a:pt x="1350373" y="643541"/>
                </a:lnTo>
                <a:lnTo>
                  <a:pt x="1352505" y="643779"/>
                </a:lnTo>
                <a:lnTo>
                  <a:pt x="1354638" y="644027"/>
                </a:lnTo>
                <a:lnTo>
                  <a:pt x="1356770" y="644255"/>
                </a:lnTo>
                <a:lnTo>
                  <a:pt x="1358902" y="644493"/>
                </a:lnTo>
                <a:lnTo>
                  <a:pt x="1361034" y="644721"/>
                </a:lnTo>
                <a:lnTo>
                  <a:pt x="1363166" y="644938"/>
                </a:lnTo>
                <a:lnTo>
                  <a:pt x="1365298" y="645155"/>
                </a:lnTo>
                <a:lnTo>
                  <a:pt x="1367440" y="645362"/>
                </a:lnTo>
                <a:lnTo>
                  <a:pt x="1369573" y="645570"/>
                </a:lnTo>
                <a:lnTo>
                  <a:pt x="1371705" y="645776"/>
                </a:lnTo>
                <a:lnTo>
                  <a:pt x="1373837" y="645973"/>
                </a:lnTo>
                <a:lnTo>
                  <a:pt x="1375969" y="646170"/>
                </a:lnTo>
                <a:lnTo>
                  <a:pt x="1378101" y="646356"/>
                </a:lnTo>
                <a:lnTo>
                  <a:pt x="1380233" y="646542"/>
                </a:lnTo>
                <a:lnTo>
                  <a:pt x="1382365" y="646729"/>
                </a:lnTo>
                <a:lnTo>
                  <a:pt x="1384497" y="646905"/>
                </a:lnTo>
                <a:lnTo>
                  <a:pt x="1386640" y="647081"/>
                </a:lnTo>
                <a:lnTo>
                  <a:pt x="1388772" y="647246"/>
                </a:lnTo>
                <a:lnTo>
                  <a:pt x="1390904" y="647412"/>
                </a:lnTo>
                <a:lnTo>
                  <a:pt x="1393036" y="647577"/>
                </a:lnTo>
                <a:lnTo>
                  <a:pt x="1395168" y="647733"/>
                </a:lnTo>
                <a:lnTo>
                  <a:pt x="1397300" y="647888"/>
                </a:lnTo>
                <a:lnTo>
                  <a:pt x="1399432" y="648033"/>
                </a:lnTo>
                <a:lnTo>
                  <a:pt x="1401564" y="648188"/>
                </a:lnTo>
                <a:lnTo>
                  <a:pt x="1403707" y="648333"/>
                </a:lnTo>
                <a:lnTo>
                  <a:pt x="1405839" y="648467"/>
                </a:lnTo>
                <a:lnTo>
                  <a:pt x="1407971" y="648612"/>
                </a:lnTo>
                <a:lnTo>
                  <a:pt x="1410103" y="648747"/>
                </a:lnTo>
                <a:lnTo>
                  <a:pt x="1412235" y="648871"/>
                </a:lnTo>
                <a:lnTo>
                  <a:pt x="1414367" y="649006"/>
                </a:lnTo>
                <a:lnTo>
                  <a:pt x="1416499" y="649130"/>
                </a:lnTo>
                <a:lnTo>
                  <a:pt x="1418632" y="649254"/>
                </a:lnTo>
                <a:lnTo>
                  <a:pt x="1420764" y="649368"/>
                </a:lnTo>
                <a:lnTo>
                  <a:pt x="1422906" y="649492"/>
                </a:lnTo>
                <a:lnTo>
                  <a:pt x="1425038" y="649606"/>
                </a:lnTo>
                <a:lnTo>
                  <a:pt x="1427170" y="649710"/>
                </a:lnTo>
                <a:lnTo>
                  <a:pt x="1429302" y="649823"/>
                </a:lnTo>
                <a:lnTo>
                  <a:pt x="1431434" y="649927"/>
                </a:lnTo>
                <a:lnTo>
                  <a:pt x="1433567" y="650030"/>
                </a:lnTo>
                <a:lnTo>
                  <a:pt x="1435699" y="650134"/>
                </a:lnTo>
                <a:lnTo>
                  <a:pt x="1437831" y="650227"/>
                </a:lnTo>
                <a:lnTo>
                  <a:pt x="1439963" y="650330"/>
                </a:lnTo>
                <a:lnTo>
                  <a:pt x="1442105" y="650424"/>
                </a:lnTo>
                <a:lnTo>
                  <a:pt x="1444237" y="650517"/>
                </a:lnTo>
                <a:lnTo>
                  <a:pt x="1446370" y="650600"/>
                </a:lnTo>
                <a:lnTo>
                  <a:pt x="1448502" y="650693"/>
                </a:lnTo>
                <a:lnTo>
                  <a:pt x="1450634" y="650775"/>
                </a:lnTo>
                <a:lnTo>
                  <a:pt x="1452766" y="650858"/>
                </a:lnTo>
                <a:lnTo>
                  <a:pt x="1454898" y="650941"/>
                </a:lnTo>
                <a:lnTo>
                  <a:pt x="1457030" y="651024"/>
                </a:lnTo>
                <a:lnTo>
                  <a:pt x="1459162" y="651096"/>
                </a:lnTo>
                <a:lnTo>
                  <a:pt x="1461305" y="651169"/>
                </a:lnTo>
                <a:lnTo>
                  <a:pt x="1463437" y="651241"/>
                </a:lnTo>
                <a:lnTo>
                  <a:pt x="1465569" y="651314"/>
                </a:lnTo>
                <a:lnTo>
                  <a:pt x="1467701" y="651386"/>
                </a:lnTo>
                <a:lnTo>
                  <a:pt x="1469833" y="651459"/>
                </a:lnTo>
                <a:lnTo>
                  <a:pt x="1471965" y="651521"/>
                </a:lnTo>
                <a:lnTo>
                  <a:pt x="1474097" y="651583"/>
                </a:lnTo>
                <a:lnTo>
                  <a:pt x="1476229" y="651645"/>
                </a:lnTo>
                <a:lnTo>
                  <a:pt x="1478372" y="651707"/>
                </a:lnTo>
                <a:lnTo>
                  <a:pt x="1480504" y="651769"/>
                </a:lnTo>
                <a:lnTo>
                  <a:pt x="1482636" y="651831"/>
                </a:lnTo>
                <a:lnTo>
                  <a:pt x="1484768" y="651883"/>
                </a:lnTo>
                <a:lnTo>
                  <a:pt x="1486900" y="651935"/>
                </a:lnTo>
                <a:lnTo>
                  <a:pt x="1489032" y="651997"/>
                </a:lnTo>
                <a:lnTo>
                  <a:pt x="1491164" y="652049"/>
                </a:lnTo>
                <a:lnTo>
                  <a:pt x="1493296" y="652090"/>
                </a:lnTo>
                <a:lnTo>
                  <a:pt x="1495429" y="652142"/>
                </a:lnTo>
                <a:lnTo>
                  <a:pt x="1497571" y="652193"/>
                </a:lnTo>
                <a:lnTo>
                  <a:pt x="1499703" y="652245"/>
                </a:lnTo>
                <a:lnTo>
                  <a:pt x="1501835" y="652287"/>
                </a:lnTo>
                <a:lnTo>
                  <a:pt x="1503967" y="652328"/>
                </a:lnTo>
                <a:lnTo>
                  <a:pt x="1506099" y="652369"/>
                </a:lnTo>
                <a:lnTo>
                  <a:pt x="1508232" y="652421"/>
                </a:lnTo>
                <a:lnTo>
                  <a:pt x="1510364" y="652463"/>
                </a:lnTo>
                <a:lnTo>
                  <a:pt x="1512496" y="652494"/>
                </a:lnTo>
                <a:lnTo>
                  <a:pt x="1514628" y="652535"/>
                </a:lnTo>
                <a:lnTo>
                  <a:pt x="1516770" y="652576"/>
                </a:lnTo>
                <a:lnTo>
                  <a:pt x="1518902" y="652607"/>
                </a:lnTo>
                <a:lnTo>
                  <a:pt x="1521034" y="652649"/>
                </a:lnTo>
                <a:lnTo>
                  <a:pt x="1523166" y="652680"/>
                </a:lnTo>
                <a:lnTo>
                  <a:pt x="1525299" y="652721"/>
                </a:lnTo>
                <a:lnTo>
                  <a:pt x="1527431" y="652752"/>
                </a:lnTo>
                <a:lnTo>
                  <a:pt x="1529563" y="652783"/>
                </a:lnTo>
                <a:lnTo>
                  <a:pt x="1531695" y="652815"/>
                </a:lnTo>
                <a:lnTo>
                  <a:pt x="1533827" y="652845"/>
                </a:lnTo>
                <a:lnTo>
                  <a:pt x="1535969" y="652877"/>
                </a:lnTo>
                <a:lnTo>
                  <a:pt x="1538102" y="652897"/>
                </a:lnTo>
                <a:lnTo>
                  <a:pt x="1540234" y="652928"/>
                </a:lnTo>
                <a:lnTo>
                  <a:pt x="1542366" y="652959"/>
                </a:lnTo>
                <a:lnTo>
                  <a:pt x="1544498" y="652980"/>
                </a:lnTo>
                <a:lnTo>
                  <a:pt x="1546630" y="653011"/>
                </a:lnTo>
                <a:lnTo>
                  <a:pt x="1548762" y="653032"/>
                </a:lnTo>
                <a:lnTo>
                  <a:pt x="1550894" y="653063"/>
                </a:lnTo>
                <a:lnTo>
                  <a:pt x="1553037" y="653084"/>
                </a:lnTo>
                <a:lnTo>
                  <a:pt x="1555169" y="653104"/>
                </a:lnTo>
                <a:lnTo>
                  <a:pt x="1557301" y="653125"/>
                </a:lnTo>
                <a:lnTo>
                  <a:pt x="1559433" y="653146"/>
                </a:lnTo>
                <a:lnTo>
                  <a:pt x="1561565" y="653166"/>
                </a:lnTo>
                <a:lnTo>
                  <a:pt x="1563697" y="653187"/>
                </a:lnTo>
                <a:lnTo>
                  <a:pt x="1565829" y="653208"/>
                </a:lnTo>
                <a:lnTo>
                  <a:pt x="1567961" y="653228"/>
                </a:lnTo>
                <a:lnTo>
                  <a:pt x="1570093" y="653249"/>
                </a:lnTo>
                <a:lnTo>
                  <a:pt x="1572236" y="653270"/>
                </a:lnTo>
                <a:lnTo>
                  <a:pt x="1574368" y="653291"/>
                </a:lnTo>
                <a:lnTo>
                  <a:pt x="1576500" y="653301"/>
                </a:lnTo>
                <a:lnTo>
                  <a:pt x="1578632" y="653322"/>
                </a:lnTo>
                <a:lnTo>
                  <a:pt x="1580764" y="653332"/>
                </a:lnTo>
                <a:lnTo>
                  <a:pt x="1582896" y="653353"/>
                </a:lnTo>
                <a:lnTo>
                  <a:pt x="1585028" y="653363"/>
                </a:lnTo>
                <a:lnTo>
                  <a:pt x="1587161" y="653384"/>
                </a:lnTo>
                <a:lnTo>
                  <a:pt x="1589293" y="653394"/>
                </a:lnTo>
                <a:lnTo>
                  <a:pt x="1591435" y="653415"/>
                </a:lnTo>
                <a:lnTo>
                  <a:pt x="1593567" y="653425"/>
                </a:lnTo>
                <a:lnTo>
                  <a:pt x="1595699" y="653435"/>
                </a:lnTo>
                <a:lnTo>
                  <a:pt x="1597831" y="653446"/>
                </a:lnTo>
                <a:lnTo>
                  <a:pt x="1599964" y="653467"/>
                </a:lnTo>
                <a:lnTo>
                  <a:pt x="1602096" y="653477"/>
                </a:lnTo>
                <a:lnTo>
                  <a:pt x="1604228" y="653487"/>
                </a:lnTo>
                <a:lnTo>
                  <a:pt x="1606360" y="653498"/>
                </a:lnTo>
                <a:lnTo>
                  <a:pt x="1608502" y="653508"/>
                </a:lnTo>
                <a:lnTo>
                  <a:pt x="1610634" y="653518"/>
                </a:lnTo>
                <a:lnTo>
                  <a:pt x="1612766" y="653529"/>
                </a:lnTo>
                <a:lnTo>
                  <a:pt x="1614898" y="653539"/>
                </a:lnTo>
                <a:lnTo>
                  <a:pt x="1617031" y="653549"/>
                </a:lnTo>
                <a:lnTo>
                  <a:pt x="1619163" y="653560"/>
                </a:lnTo>
                <a:lnTo>
                  <a:pt x="1621295" y="653570"/>
                </a:lnTo>
                <a:lnTo>
                  <a:pt x="1623427" y="653580"/>
                </a:lnTo>
                <a:lnTo>
                  <a:pt x="1625559" y="653580"/>
                </a:lnTo>
                <a:lnTo>
                  <a:pt x="1627701" y="653591"/>
                </a:lnTo>
                <a:lnTo>
                  <a:pt x="1629834" y="653601"/>
                </a:lnTo>
                <a:lnTo>
                  <a:pt x="1631966" y="653611"/>
                </a:lnTo>
                <a:lnTo>
                  <a:pt x="1634098" y="653611"/>
                </a:lnTo>
                <a:lnTo>
                  <a:pt x="1636230" y="653622"/>
                </a:lnTo>
                <a:lnTo>
                  <a:pt x="1638362" y="653632"/>
                </a:lnTo>
                <a:lnTo>
                  <a:pt x="1640494" y="653642"/>
                </a:lnTo>
                <a:lnTo>
                  <a:pt x="1642626" y="653642"/>
                </a:lnTo>
                <a:lnTo>
                  <a:pt x="1644758" y="653653"/>
                </a:lnTo>
                <a:lnTo>
                  <a:pt x="1646901" y="653653"/>
                </a:lnTo>
                <a:lnTo>
                  <a:pt x="1649033" y="653663"/>
                </a:lnTo>
                <a:lnTo>
                  <a:pt x="1651165" y="653674"/>
                </a:lnTo>
                <a:lnTo>
                  <a:pt x="1653297" y="653674"/>
                </a:lnTo>
                <a:lnTo>
                  <a:pt x="1655429" y="653684"/>
                </a:lnTo>
                <a:lnTo>
                  <a:pt x="1657561" y="653684"/>
                </a:lnTo>
                <a:lnTo>
                  <a:pt x="1659693" y="653694"/>
                </a:lnTo>
                <a:lnTo>
                  <a:pt x="1661825" y="653694"/>
                </a:lnTo>
                <a:lnTo>
                  <a:pt x="1663958" y="653705"/>
                </a:lnTo>
                <a:lnTo>
                  <a:pt x="1666100" y="653705"/>
                </a:lnTo>
                <a:lnTo>
                  <a:pt x="1668232" y="653715"/>
                </a:lnTo>
                <a:lnTo>
                  <a:pt x="1670364" y="653715"/>
                </a:lnTo>
                <a:lnTo>
                  <a:pt x="1672496" y="653715"/>
                </a:lnTo>
                <a:lnTo>
                  <a:pt x="1674628" y="653725"/>
                </a:lnTo>
                <a:lnTo>
                  <a:pt x="1676760" y="653725"/>
                </a:lnTo>
                <a:lnTo>
                  <a:pt x="1678893" y="653736"/>
                </a:lnTo>
                <a:lnTo>
                  <a:pt x="1681025" y="653736"/>
                </a:lnTo>
                <a:lnTo>
                  <a:pt x="1683167" y="653736"/>
                </a:lnTo>
                <a:lnTo>
                  <a:pt x="1685299" y="653746"/>
                </a:lnTo>
                <a:lnTo>
                  <a:pt x="1687431" y="653746"/>
                </a:lnTo>
                <a:lnTo>
                  <a:pt x="1689563" y="653746"/>
                </a:lnTo>
                <a:lnTo>
                  <a:pt x="1691696" y="653746"/>
                </a:lnTo>
                <a:lnTo>
                  <a:pt x="1693828" y="653756"/>
                </a:lnTo>
                <a:lnTo>
                  <a:pt x="1695960" y="653756"/>
                </a:lnTo>
                <a:lnTo>
                  <a:pt x="1698092" y="653756"/>
                </a:lnTo>
                <a:lnTo>
                  <a:pt x="1700224" y="653767"/>
                </a:lnTo>
                <a:lnTo>
                  <a:pt x="1702366" y="653767"/>
                </a:lnTo>
                <a:lnTo>
                  <a:pt x="1704498" y="653767"/>
                </a:lnTo>
                <a:lnTo>
                  <a:pt x="1706631" y="653767"/>
                </a:lnTo>
                <a:lnTo>
                  <a:pt x="1708763" y="653777"/>
                </a:lnTo>
                <a:lnTo>
                  <a:pt x="1710895" y="653777"/>
                </a:lnTo>
                <a:lnTo>
                  <a:pt x="1713027" y="653777"/>
                </a:lnTo>
                <a:lnTo>
                  <a:pt x="1715159" y="653777"/>
                </a:lnTo>
                <a:lnTo>
                  <a:pt x="1717291" y="653777"/>
                </a:lnTo>
                <a:lnTo>
                  <a:pt x="1719423" y="653787"/>
                </a:lnTo>
                <a:lnTo>
                  <a:pt x="1721566" y="653787"/>
                </a:lnTo>
                <a:lnTo>
                  <a:pt x="1723698" y="653787"/>
                </a:lnTo>
                <a:lnTo>
                  <a:pt x="1725830" y="653787"/>
                </a:lnTo>
                <a:lnTo>
                  <a:pt x="1727962" y="653787"/>
                </a:lnTo>
                <a:lnTo>
                  <a:pt x="1730094" y="653798"/>
                </a:lnTo>
                <a:lnTo>
                  <a:pt x="1732226" y="653798"/>
                </a:lnTo>
                <a:lnTo>
                  <a:pt x="1734358" y="653798"/>
                </a:lnTo>
                <a:lnTo>
                  <a:pt x="1736490" y="653798"/>
                </a:lnTo>
                <a:lnTo>
                  <a:pt x="1738633" y="653798"/>
                </a:lnTo>
                <a:lnTo>
                  <a:pt x="1740765" y="653798"/>
                </a:lnTo>
                <a:lnTo>
                  <a:pt x="1742897" y="653798"/>
                </a:lnTo>
                <a:lnTo>
                  <a:pt x="1745029" y="653808"/>
                </a:lnTo>
                <a:lnTo>
                  <a:pt x="1747161" y="653808"/>
                </a:lnTo>
                <a:lnTo>
                  <a:pt x="1749293" y="653808"/>
                </a:lnTo>
                <a:lnTo>
                  <a:pt x="1751425" y="653808"/>
                </a:lnTo>
                <a:lnTo>
                  <a:pt x="1753557" y="653808"/>
                </a:lnTo>
                <a:lnTo>
                  <a:pt x="1755690" y="653808"/>
                </a:lnTo>
                <a:lnTo>
                  <a:pt x="1757832" y="653808"/>
                </a:lnTo>
                <a:lnTo>
                  <a:pt x="1759964" y="653808"/>
                </a:lnTo>
                <a:lnTo>
                  <a:pt x="1762096" y="653808"/>
                </a:lnTo>
                <a:lnTo>
                  <a:pt x="1764228" y="653818"/>
                </a:lnTo>
                <a:lnTo>
                  <a:pt x="1766360" y="653818"/>
                </a:lnTo>
                <a:lnTo>
                  <a:pt x="1768492" y="653818"/>
                </a:lnTo>
                <a:lnTo>
                  <a:pt x="1770625" y="653818"/>
                </a:lnTo>
                <a:lnTo>
                  <a:pt x="1772757" y="653818"/>
                </a:lnTo>
                <a:lnTo>
                  <a:pt x="1774889" y="653818"/>
                </a:lnTo>
                <a:lnTo>
                  <a:pt x="1777031" y="653818"/>
                </a:lnTo>
                <a:lnTo>
                  <a:pt x="1779163" y="653818"/>
                </a:lnTo>
                <a:lnTo>
                  <a:pt x="1781295" y="653818"/>
                </a:lnTo>
                <a:lnTo>
                  <a:pt x="1783428" y="653818"/>
                </a:lnTo>
                <a:lnTo>
                  <a:pt x="1785560" y="653818"/>
                </a:lnTo>
                <a:lnTo>
                  <a:pt x="1787692" y="653818"/>
                </a:lnTo>
                <a:lnTo>
                  <a:pt x="1789824" y="653818"/>
                </a:lnTo>
                <a:lnTo>
                  <a:pt x="1791956" y="653818"/>
                </a:lnTo>
                <a:lnTo>
                  <a:pt x="1794088" y="653829"/>
                </a:lnTo>
                <a:lnTo>
                  <a:pt x="1796231" y="653829"/>
                </a:lnTo>
                <a:lnTo>
                  <a:pt x="1798363" y="653829"/>
                </a:lnTo>
                <a:lnTo>
                  <a:pt x="1800495" y="653829"/>
                </a:lnTo>
                <a:lnTo>
                  <a:pt x="1802627" y="653829"/>
                </a:lnTo>
                <a:lnTo>
                  <a:pt x="1804759" y="653829"/>
                </a:lnTo>
                <a:lnTo>
                  <a:pt x="1806891" y="653829"/>
                </a:lnTo>
                <a:lnTo>
                  <a:pt x="1809023" y="653829"/>
                </a:lnTo>
                <a:lnTo>
                  <a:pt x="1811155" y="653829"/>
                </a:lnTo>
                <a:lnTo>
                  <a:pt x="1813298" y="653829"/>
                </a:lnTo>
                <a:lnTo>
                  <a:pt x="1815430" y="653829"/>
                </a:lnTo>
                <a:lnTo>
                  <a:pt x="1817562" y="653829"/>
                </a:lnTo>
                <a:lnTo>
                  <a:pt x="1819694" y="653829"/>
                </a:lnTo>
                <a:lnTo>
                  <a:pt x="1821826" y="653829"/>
                </a:lnTo>
                <a:lnTo>
                  <a:pt x="1823958" y="653829"/>
                </a:lnTo>
                <a:lnTo>
                  <a:pt x="1826090" y="653829"/>
                </a:lnTo>
                <a:lnTo>
                  <a:pt x="1828222" y="653829"/>
                </a:lnTo>
                <a:lnTo>
                  <a:pt x="1830354" y="653829"/>
                </a:lnTo>
                <a:lnTo>
                  <a:pt x="1832497" y="653829"/>
                </a:lnTo>
                <a:lnTo>
                  <a:pt x="1834629" y="653829"/>
                </a:lnTo>
                <a:lnTo>
                  <a:pt x="1836761" y="653829"/>
                </a:lnTo>
                <a:lnTo>
                  <a:pt x="1838893" y="653829"/>
                </a:lnTo>
                <a:lnTo>
                  <a:pt x="1841025" y="653829"/>
                </a:lnTo>
                <a:lnTo>
                  <a:pt x="1843157" y="653829"/>
                </a:lnTo>
                <a:lnTo>
                  <a:pt x="1845290" y="653829"/>
                </a:lnTo>
                <a:lnTo>
                  <a:pt x="1847422" y="653829"/>
                </a:lnTo>
                <a:lnTo>
                  <a:pt x="1849554" y="653829"/>
                </a:lnTo>
                <a:lnTo>
                  <a:pt x="1851696" y="653829"/>
                </a:lnTo>
                <a:lnTo>
                  <a:pt x="1853828" y="653839"/>
                </a:lnTo>
                <a:lnTo>
                  <a:pt x="1855960" y="653839"/>
                </a:lnTo>
                <a:lnTo>
                  <a:pt x="1858092" y="653839"/>
                </a:lnTo>
                <a:lnTo>
                  <a:pt x="1860224" y="653839"/>
                </a:lnTo>
                <a:lnTo>
                  <a:pt x="1862357" y="653839"/>
                </a:lnTo>
                <a:lnTo>
                  <a:pt x="1864489" y="653839"/>
                </a:lnTo>
                <a:lnTo>
                  <a:pt x="1866621" y="653839"/>
                </a:lnTo>
                <a:lnTo>
                  <a:pt x="1868753" y="653839"/>
                </a:lnTo>
                <a:lnTo>
                  <a:pt x="1870895" y="653839"/>
                </a:lnTo>
                <a:lnTo>
                  <a:pt x="1873028" y="653839"/>
                </a:lnTo>
                <a:lnTo>
                  <a:pt x="1875159" y="653839"/>
                </a:lnTo>
                <a:lnTo>
                  <a:pt x="1877292" y="653839"/>
                </a:lnTo>
                <a:lnTo>
                  <a:pt x="1879424" y="653839"/>
                </a:lnTo>
                <a:lnTo>
                  <a:pt x="1881556" y="653839"/>
                </a:lnTo>
                <a:lnTo>
                  <a:pt x="1883688" y="653839"/>
                </a:lnTo>
                <a:lnTo>
                  <a:pt x="1885820" y="653839"/>
                </a:lnTo>
                <a:lnTo>
                  <a:pt x="1887963" y="653839"/>
                </a:lnTo>
                <a:lnTo>
                  <a:pt x="1890095" y="653839"/>
                </a:lnTo>
                <a:lnTo>
                  <a:pt x="1892227" y="653839"/>
                </a:lnTo>
                <a:lnTo>
                  <a:pt x="1894359" y="653839"/>
                </a:lnTo>
                <a:lnTo>
                  <a:pt x="1896491" y="653839"/>
                </a:lnTo>
                <a:lnTo>
                  <a:pt x="1898623" y="653839"/>
                </a:lnTo>
                <a:lnTo>
                  <a:pt x="1900755" y="653839"/>
                </a:lnTo>
                <a:lnTo>
                  <a:pt x="1902887" y="653839"/>
                </a:lnTo>
                <a:lnTo>
                  <a:pt x="1905019" y="653839"/>
                </a:lnTo>
                <a:lnTo>
                  <a:pt x="1907162" y="653839"/>
                </a:lnTo>
                <a:lnTo>
                  <a:pt x="1909294" y="653839"/>
                </a:lnTo>
                <a:lnTo>
                  <a:pt x="1911426" y="653839"/>
                </a:lnTo>
                <a:lnTo>
                  <a:pt x="1913558" y="653839"/>
                </a:lnTo>
                <a:lnTo>
                  <a:pt x="1915690" y="653839"/>
                </a:lnTo>
                <a:lnTo>
                  <a:pt x="1917822" y="653839"/>
                </a:lnTo>
                <a:lnTo>
                  <a:pt x="1919954" y="653839"/>
                </a:lnTo>
                <a:lnTo>
                  <a:pt x="1922086" y="653839"/>
                </a:lnTo>
                <a:lnTo>
                  <a:pt x="1924219" y="653839"/>
                </a:lnTo>
                <a:lnTo>
                  <a:pt x="1926361" y="653839"/>
                </a:lnTo>
                <a:lnTo>
                  <a:pt x="1928493" y="653839"/>
                </a:lnTo>
                <a:lnTo>
                  <a:pt x="1930625" y="653839"/>
                </a:lnTo>
                <a:lnTo>
                  <a:pt x="1932757" y="653839"/>
                </a:lnTo>
                <a:lnTo>
                  <a:pt x="1934889" y="653839"/>
                </a:lnTo>
                <a:lnTo>
                  <a:pt x="1937021" y="653839"/>
                </a:lnTo>
                <a:lnTo>
                  <a:pt x="1939154" y="653839"/>
                </a:lnTo>
                <a:lnTo>
                  <a:pt x="1941286" y="653839"/>
                </a:lnTo>
                <a:lnTo>
                  <a:pt x="1943428" y="653839"/>
                </a:lnTo>
                <a:lnTo>
                  <a:pt x="1945560" y="653839"/>
                </a:lnTo>
                <a:lnTo>
                  <a:pt x="1947692" y="653839"/>
                </a:lnTo>
                <a:lnTo>
                  <a:pt x="1949824" y="653839"/>
                </a:lnTo>
                <a:lnTo>
                  <a:pt x="1951957" y="653839"/>
                </a:lnTo>
                <a:lnTo>
                  <a:pt x="1954089" y="653839"/>
                </a:lnTo>
                <a:lnTo>
                  <a:pt x="1956221" y="653839"/>
                </a:lnTo>
                <a:lnTo>
                  <a:pt x="1958353" y="653839"/>
                </a:lnTo>
                <a:lnTo>
                  <a:pt x="1960485" y="653839"/>
                </a:lnTo>
                <a:lnTo>
                  <a:pt x="1962627" y="653839"/>
                </a:lnTo>
                <a:lnTo>
                  <a:pt x="1964759" y="653839"/>
                </a:lnTo>
                <a:lnTo>
                  <a:pt x="1966892" y="653839"/>
                </a:lnTo>
                <a:lnTo>
                  <a:pt x="1969024" y="653839"/>
                </a:lnTo>
                <a:lnTo>
                  <a:pt x="1971156" y="653839"/>
                </a:lnTo>
                <a:lnTo>
                  <a:pt x="1973288" y="653839"/>
                </a:lnTo>
                <a:lnTo>
                  <a:pt x="1975420" y="653839"/>
                </a:lnTo>
                <a:lnTo>
                  <a:pt x="1977552" y="653839"/>
                </a:lnTo>
                <a:lnTo>
                  <a:pt x="1979684" y="653839"/>
                </a:lnTo>
                <a:lnTo>
                  <a:pt x="1981827" y="653839"/>
                </a:lnTo>
                <a:lnTo>
                  <a:pt x="1983959" y="653839"/>
                </a:lnTo>
                <a:lnTo>
                  <a:pt x="1986091" y="653839"/>
                </a:lnTo>
                <a:lnTo>
                  <a:pt x="1988223" y="653839"/>
                </a:lnTo>
                <a:lnTo>
                  <a:pt x="1990355" y="653839"/>
                </a:lnTo>
                <a:lnTo>
                  <a:pt x="1992487" y="653839"/>
                </a:lnTo>
                <a:lnTo>
                  <a:pt x="1994619" y="653839"/>
                </a:lnTo>
                <a:lnTo>
                  <a:pt x="1996751" y="653839"/>
                </a:lnTo>
                <a:lnTo>
                  <a:pt x="1998883" y="653839"/>
                </a:lnTo>
                <a:lnTo>
                  <a:pt x="2001026" y="653839"/>
                </a:lnTo>
                <a:lnTo>
                  <a:pt x="2003158" y="653839"/>
                </a:lnTo>
                <a:lnTo>
                  <a:pt x="2005290" y="653839"/>
                </a:lnTo>
                <a:lnTo>
                  <a:pt x="2007422" y="653839"/>
                </a:lnTo>
                <a:lnTo>
                  <a:pt x="2009554" y="653839"/>
                </a:lnTo>
                <a:lnTo>
                  <a:pt x="2011686" y="653839"/>
                </a:lnTo>
                <a:lnTo>
                  <a:pt x="2013818" y="653839"/>
                </a:lnTo>
                <a:lnTo>
                  <a:pt x="2015950" y="653839"/>
                </a:lnTo>
                <a:lnTo>
                  <a:pt x="2018093" y="653839"/>
                </a:lnTo>
                <a:lnTo>
                  <a:pt x="2020225" y="653839"/>
                </a:lnTo>
                <a:lnTo>
                  <a:pt x="2022357" y="653839"/>
                </a:lnTo>
                <a:lnTo>
                  <a:pt x="2024489" y="653839"/>
                </a:lnTo>
                <a:lnTo>
                  <a:pt x="2026621" y="653839"/>
                </a:lnTo>
                <a:lnTo>
                  <a:pt x="2028754" y="653839"/>
                </a:lnTo>
                <a:lnTo>
                  <a:pt x="2030885" y="653839"/>
                </a:lnTo>
                <a:lnTo>
                  <a:pt x="2033018" y="653839"/>
                </a:lnTo>
                <a:lnTo>
                  <a:pt x="2035150" y="653839"/>
                </a:lnTo>
                <a:lnTo>
                  <a:pt x="2037292" y="653839"/>
                </a:lnTo>
                <a:lnTo>
                  <a:pt x="2039424" y="653839"/>
                </a:lnTo>
                <a:lnTo>
                  <a:pt x="2041556" y="653839"/>
                </a:lnTo>
                <a:lnTo>
                  <a:pt x="2043689" y="653839"/>
                </a:lnTo>
                <a:lnTo>
                  <a:pt x="2045821" y="653839"/>
                </a:lnTo>
                <a:lnTo>
                  <a:pt x="2047953" y="653839"/>
                </a:lnTo>
                <a:lnTo>
                  <a:pt x="2050085" y="653839"/>
                </a:lnTo>
                <a:lnTo>
                  <a:pt x="2052217" y="653839"/>
                </a:lnTo>
                <a:lnTo>
                  <a:pt x="2054349" y="653839"/>
                </a:lnTo>
                <a:lnTo>
                  <a:pt x="2056492" y="653839"/>
                </a:lnTo>
                <a:lnTo>
                  <a:pt x="2058623" y="653839"/>
                </a:lnTo>
                <a:lnTo>
                  <a:pt x="2060756" y="653839"/>
                </a:lnTo>
                <a:lnTo>
                  <a:pt x="2062888" y="653839"/>
                </a:lnTo>
                <a:lnTo>
                  <a:pt x="2065020" y="653839"/>
                </a:lnTo>
                <a:lnTo>
                  <a:pt x="2067152" y="653839"/>
                </a:lnTo>
                <a:lnTo>
                  <a:pt x="2069284" y="653839"/>
                </a:lnTo>
                <a:lnTo>
                  <a:pt x="2071416" y="653839"/>
                </a:lnTo>
                <a:lnTo>
                  <a:pt x="2073548" y="653839"/>
                </a:lnTo>
                <a:lnTo>
                  <a:pt x="2075691" y="653839"/>
                </a:lnTo>
                <a:lnTo>
                  <a:pt x="2077823" y="653839"/>
                </a:lnTo>
                <a:lnTo>
                  <a:pt x="2079955" y="653839"/>
                </a:lnTo>
                <a:lnTo>
                  <a:pt x="2082087" y="653839"/>
                </a:lnTo>
                <a:lnTo>
                  <a:pt x="2084219" y="653839"/>
                </a:lnTo>
                <a:lnTo>
                  <a:pt x="2086351" y="653839"/>
                </a:lnTo>
                <a:lnTo>
                  <a:pt x="2088483" y="653839"/>
                </a:lnTo>
                <a:lnTo>
                  <a:pt x="2090615" y="653839"/>
                </a:lnTo>
                <a:lnTo>
                  <a:pt x="2092758" y="653839"/>
                </a:lnTo>
                <a:lnTo>
                  <a:pt x="2094890" y="653839"/>
                </a:lnTo>
                <a:lnTo>
                  <a:pt x="2097022" y="653839"/>
                </a:lnTo>
                <a:lnTo>
                  <a:pt x="2099154" y="653839"/>
                </a:lnTo>
                <a:lnTo>
                  <a:pt x="2101286" y="653839"/>
                </a:lnTo>
                <a:lnTo>
                  <a:pt x="2103418" y="653839"/>
                </a:lnTo>
                <a:lnTo>
                  <a:pt x="2105551" y="653839"/>
                </a:lnTo>
                <a:lnTo>
                  <a:pt x="2107683" y="653839"/>
                </a:lnTo>
                <a:lnTo>
                  <a:pt x="2109815" y="653839"/>
                </a:lnTo>
                <a:lnTo>
                  <a:pt x="2111957" y="653839"/>
                </a:lnTo>
                <a:lnTo>
                  <a:pt x="2114089" y="653839"/>
                </a:lnTo>
                <a:lnTo>
                  <a:pt x="2116221" y="653839"/>
                </a:lnTo>
                <a:lnTo>
                  <a:pt x="2118353" y="653839"/>
                </a:lnTo>
                <a:lnTo>
                  <a:pt x="2120485" y="653839"/>
                </a:lnTo>
                <a:lnTo>
                  <a:pt x="2122618" y="653839"/>
                </a:lnTo>
                <a:lnTo>
                  <a:pt x="2124750" y="653839"/>
                </a:lnTo>
                <a:lnTo>
                  <a:pt x="2126882" y="653839"/>
                </a:lnTo>
                <a:lnTo>
                  <a:pt x="2129014" y="653839"/>
                </a:lnTo>
                <a:lnTo>
                  <a:pt x="2131156" y="653839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643" name="Freeform 2642">
            <a:extLst>
              <a:ext uri="{FF2B5EF4-FFF2-40B4-BE49-F238E27FC236}">
                <a16:creationId xmlns:a16="http://schemas.microsoft.com/office/drawing/2014/main" id="{95235654-299F-19E6-E095-F56CFF407D95}"/>
              </a:ext>
            </a:extLst>
          </p:cNvPr>
          <p:cNvSpPr/>
          <p:nvPr/>
        </p:nvSpPr>
        <p:spPr>
          <a:xfrm>
            <a:off x="3633949" y="1490703"/>
            <a:ext cx="2131156" cy="1374909"/>
          </a:xfrm>
          <a:custGeom>
            <a:avLst/>
            <a:gdLst>
              <a:gd name="csX0" fmla="*/ 0 w 2131156"/>
              <a:gd name="csY0" fmla="*/ 1374879 h 1374909"/>
              <a:gd name="csX1" fmla="*/ 2133 w 2131156"/>
              <a:gd name="csY1" fmla="*/ 1374879 h 1374909"/>
              <a:gd name="csX2" fmla="*/ 4266 w 2131156"/>
              <a:gd name="csY2" fmla="*/ 1374868 h 1374909"/>
              <a:gd name="csX3" fmla="*/ 6399 w 2131156"/>
              <a:gd name="csY3" fmla="*/ 1374868 h 1374909"/>
              <a:gd name="csX4" fmla="*/ 8533 w 2131156"/>
              <a:gd name="csY4" fmla="*/ 1374868 h 1374909"/>
              <a:gd name="csX5" fmla="*/ 10667 w 2131156"/>
              <a:gd name="csY5" fmla="*/ 1374858 h 1374909"/>
              <a:gd name="csX6" fmla="*/ 12800 w 2131156"/>
              <a:gd name="csY6" fmla="*/ 1374858 h 1374909"/>
              <a:gd name="csX7" fmla="*/ 14933 w 2131156"/>
              <a:gd name="csY7" fmla="*/ 1374848 h 1374909"/>
              <a:gd name="csX8" fmla="*/ 17066 w 2131156"/>
              <a:gd name="csY8" fmla="*/ 1374848 h 1374909"/>
              <a:gd name="csX9" fmla="*/ 19199 w 2131156"/>
              <a:gd name="csY9" fmla="*/ 1374837 h 1374909"/>
              <a:gd name="csX10" fmla="*/ 21332 w 2131156"/>
              <a:gd name="csY10" fmla="*/ 1374837 h 1374909"/>
              <a:gd name="csX11" fmla="*/ 23466 w 2131156"/>
              <a:gd name="csY11" fmla="*/ 1374827 h 1374909"/>
              <a:gd name="csX12" fmla="*/ 25600 w 2131156"/>
              <a:gd name="csY12" fmla="*/ 1374827 h 1374909"/>
              <a:gd name="csX13" fmla="*/ 27733 w 2131156"/>
              <a:gd name="csY13" fmla="*/ 1374816 h 1374909"/>
              <a:gd name="csX14" fmla="*/ 29866 w 2131156"/>
              <a:gd name="csY14" fmla="*/ 1374806 h 1374909"/>
              <a:gd name="csX15" fmla="*/ 31999 w 2131156"/>
              <a:gd name="csY15" fmla="*/ 1374806 h 1374909"/>
              <a:gd name="csX16" fmla="*/ 34132 w 2131156"/>
              <a:gd name="csY16" fmla="*/ 1374796 h 1374909"/>
              <a:gd name="csX17" fmla="*/ 36265 w 2131156"/>
              <a:gd name="csY17" fmla="*/ 1374786 h 1374909"/>
              <a:gd name="csX18" fmla="*/ 38398 w 2131156"/>
              <a:gd name="csY18" fmla="*/ 1374775 h 1374909"/>
              <a:gd name="csX19" fmla="*/ 40533 w 2131156"/>
              <a:gd name="csY19" fmla="*/ 1374765 h 1374909"/>
              <a:gd name="csX20" fmla="*/ 42666 w 2131156"/>
              <a:gd name="csY20" fmla="*/ 1374754 h 1374909"/>
              <a:gd name="csX21" fmla="*/ 44799 w 2131156"/>
              <a:gd name="csY21" fmla="*/ 1374744 h 1374909"/>
              <a:gd name="csX22" fmla="*/ 46932 w 2131156"/>
              <a:gd name="csY22" fmla="*/ 1374723 h 1374909"/>
              <a:gd name="csX23" fmla="*/ 49065 w 2131156"/>
              <a:gd name="csY23" fmla="*/ 1374713 h 1374909"/>
              <a:gd name="csX24" fmla="*/ 51198 w 2131156"/>
              <a:gd name="csY24" fmla="*/ 1374692 h 1374909"/>
              <a:gd name="csX25" fmla="*/ 53333 w 2131156"/>
              <a:gd name="csY25" fmla="*/ 1374682 h 1374909"/>
              <a:gd name="csX26" fmla="*/ 55466 w 2131156"/>
              <a:gd name="csY26" fmla="*/ 1374661 h 1374909"/>
              <a:gd name="csX27" fmla="*/ 57599 w 2131156"/>
              <a:gd name="csY27" fmla="*/ 1374641 h 1374909"/>
              <a:gd name="csX28" fmla="*/ 59732 w 2131156"/>
              <a:gd name="csY28" fmla="*/ 1374620 h 1374909"/>
              <a:gd name="csX29" fmla="*/ 61865 w 2131156"/>
              <a:gd name="csY29" fmla="*/ 1374599 h 1374909"/>
              <a:gd name="csX30" fmla="*/ 63998 w 2131156"/>
              <a:gd name="csY30" fmla="*/ 1374578 h 1374909"/>
              <a:gd name="csX31" fmla="*/ 66131 w 2131156"/>
              <a:gd name="csY31" fmla="*/ 1374558 h 1374909"/>
              <a:gd name="csX32" fmla="*/ 68265 w 2131156"/>
              <a:gd name="csY32" fmla="*/ 1374527 h 1374909"/>
              <a:gd name="csX33" fmla="*/ 70399 w 2131156"/>
              <a:gd name="csY33" fmla="*/ 1374506 h 1374909"/>
              <a:gd name="csX34" fmla="*/ 72532 w 2131156"/>
              <a:gd name="csY34" fmla="*/ 1374475 h 1374909"/>
              <a:gd name="csX35" fmla="*/ 74665 w 2131156"/>
              <a:gd name="csY35" fmla="*/ 1374444 h 1374909"/>
              <a:gd name="csX36" fmla="*/ 76798 w 2131156"/>
              <a:gd name="csY36" fmla="*/ 1374403 h 1374909"/>
              <a:gd name="csX37" fmla="*/ 78931 w 2131156"/>
              <a:gd name="csY37" fmla="*/ 1374372 h 1374909"/>
              <a:gd name="csX38" fmla="*/ 81064 w 2131156"/>
              <a:gd name="csY38" fmla="*/ 1374330 h 1374909"/>
              <a:gd name="csX39" fmla="*/ 83198 w 2131156"/>
              <a:gd name="csY39" fmla="*/ 1374289 h 1374909"/>
              <a:gd name="csX40" fmla="*/ 85332 w 2131156"/>
              <a:gd name="csY40" fmla="*/ 1374247 h 1374909"/>
              <a:gd name="csX41" fmla="*/ 87465 w 2131156"/>
              <a:gd name="csY41" fmla="*/ 1374196 h 1374909"/>
              <a:gd name="csX42" fmla="*/ 89598 w 2131156"/>
              <a:gd name="csY42" fmla="*/ 1374144 h 1374909"/>
              <a:gd name="csX43" fmla="*/ 91731 w 2131156"/>
              <a:gd name="csY43" fmla="*/ 1374092 h 1374909"/>
              <a:gd name="csX44" fmla="*/ 93864 w 2131156"/>
              <a:gd name="csY44" fmla="*/ 1374030 h 1374909"/>
              <a:gd name="csX45" fmla="*/ 95997 w 2131156"/>
              <a:gd name="csY45" fmla="*/ 1373968 h 1374909"/>
              <a:gd name="csX46" fmla="*/ 98131 w 2131156"/>
              <a:gd name="csY46" fmla="*/ 1373906 h 1374909"/>
              <a:gd name="csX47" fmla="*/ 100265 w 2131156"/>
              <a:gd name="csY47" fmla="*/ 1373833 h 1374909"/>
              <a:gd name="csX48" fmla="*/ 102398 w 2131156"/>
              <a:gd name="csY48" fmla="*/ 1373761 h 1374909"/>
              <a:gd name="csX49" fmla="*/ 104531 w 2131156"/>
              <a:gd name="csY49" fmla="*/ 1373688 h 1374909"/>
              <a:gd name="csX50" fmla="*/ 106664 w 2131156"/>
              <a:gd name="csY50" fmla="*/ 1373606 h 1374909"/>
              <a:gd name="csX51" fmla="*/ 108797 w 2131156"/>
              <a:gd name="csY51" fmla="*/ 1373513 h 1374909"/>
              <a:gd name="csX52" fmla="*/ 110930 w 2131156"/>
              <a:gd name="csY52" fmla="*/ 1373419 h 1374909"/>
              <a:gd name="csX53" fmla="*/ 113064 w 2131156"/>
              <a:gd name="csY53" fmla="*/ 1373316 h 1374909"/>
              <a:gd name="csX54" fmla="*/ 115198 w 2131156"/>
              <a:gd name="csY54" fmla="*/ 1373212 h 1374909"/>
              <a:gd name="csX55" fmla="*/ 117331 w 2131156"/>
              <a:gd name="csY55" fmla="*/ 1373098 h 1374909"/>
              <a:gd name="csX56" fmla="*/ 119464 w 2131156"/>
              <a:gd name="csY56" fmla="*/ 1372985 h 1374909"/>
              <a:gd name="csX57" fmla="*/ 121597 w 2131156"/>
              <a:gd name="csY57" fmla="*/ 1372850 h 1374909"/>
              <a:gd name="csX58" fmla="*/ 123730 w 2131156"/>
              <a:gd name="csY58" fmla="*/ 1372716 h 1374909"/>
              <a:gd name="csX59" fmla="*/ 125863 w 2131156"/>
              <a:gd name="csY59" fmla="*/ 1372581 h 1374909"/>
              <a:gd name="csX60" fmla="*/ 127997 w 2131156"/>
              <a:gd name="csY60" fmla="*/ 1372426 h 1374909"/>
              <a:gd name="csX61" fmla="*/ 130131 w 2131156"/>
              <a:gd name="csY61" fmla="*/ 1372260 h 1374909"/>
              <a:gd name="csX62" fmla="*/ 132264 w 2131156"/>
              <a:gd name="csY62" fmla="*/ 1372094 h 1374909"/>
              <a:gd name="csX63" fmla="*/ 134397 w 2131156"/>
              <a:gd name="csY63" fmla="*/ 1371919 h 1374909"/>
              <a:gd name="csX64" fmla="*/ 136530 w 2131156"/>
              <a:gd name="csY64" fmla="*/ 1371722 h 1374909"/>
              <a:gd name="csX65" fmla="*/ 138663 w 2131156"/>
              <a:gd name="csY65" fmla="*/ 1371525 h 1374909"/>
              <a:gd name="csX66" fmla="*/ 140796 w 2131156"/>
              <a:gd name="csY66" fmla="*/ 1371308 h 1374909"/>
              <a:gd name="csX67" fmla="*/ 142930 w 2131156"/>
              <a:gd name="csY67" fmla="*/ 1371091 h 1374909"/>
              <a:gd name="csX68" fmla="*/ 145064 w 2131156"/>
              <a:gd name="csY68" fmla="*/ 1370852 h 1374909"/>
              <a:gd name="csX69" fmla="*/ 147197 w 2131156"/>
              <a:gd name="csY69" fmla="*/ 1370594 h 1374909"/>
              <a:gd name="csX70" fmla="*/ 149330 w 2131156"/>
              <a:gd name="csY70" fmla="*/ 1370335 h 1374909"/>
              <a:gd name="csX71" fmla="*/ 151463 w 2131156"/>
              <a:gd name="csY71" fmla="*/ 1370056 h 1374909"/>
              <a:gd name="csX72" fmla="*/ 153596 w 2131156"/>
              <a:gd name="csY72" fmla="*/ 1369755 h 1374909"/>
              <a:gd name="csX73" fmla="*/ 155730 w 2131156"/>
              <a:gd name="csY73" fmla="*/ 1369445 h 1374909"/>
              <a:gd name="csX74" fmla="*/ 157863 w 2131156"/>
              <a:gd name="csY74" fmla="*/ 1369114 h 1374909"/>
              <a:gd name="csX75" fmla="*/ 159996 w 2131156"/>
              <a:gd name="csY75" fmla="*/ 1368772 h 1374909"/>
              <a:gd name="csX76" fmla="*/ 162130 w 2131156"/>
              <a:gd name="csY76" fmla="*/ 1368400 h 1374909"/>
              <a:gd name="csX77" fmla="*/ 164263 w 2131156"/>
              <a:gd name="csY77" fmla="*/ 1368017 h 1374909"/>
              <a:gd name="csX78" fmla="*/ 166396 w 2131156"/>
              <a:gd name="csY78" fmla="*/ 1367613 h 1374909"/>
              <a:gd name="csX79" fmla="*/ 168529 w 2131156"/>
              <a:gd name="csY79" fmla="*/ 1367189 h 1374909"/>
              <a:gd name="csX80" fmla="*/ 170663 w 2131156"/>
              <a:gd name="csY80" fmla="*/ 1366733 h 1374909"/>
              <a:gd name="csX81" fmla="*/ 172796 w 2131156"/>
              <a:gd name="csY81" fmla="*/ 1366257 h 1374909"/>
              <a:gd name="csX82" fmla="*/ 174929 w 2131156"/>
              <a:gd name="csY82" fmla="*/ 1365760 h 1374909"/>
              <a:gd name="csX83" fmla="*/ 177063 w 2131156"/>
              <a:gd name="csY83" fmla="*/ 1365243 h 1374909"/>
              <a:gd name="csX84" fmla="*/ 179196 w 2131156"/>
              <a:gd name="csY84" fmla="*/ 1364694 h 1374909"/>
              <a:gd name="csX85" fmla="*/ 181329 w 2131156"/>
              <a:gd name="csY85" fmla="*/ 1364115 h 1374909"/>
              <a:gd name="csX86" fmla="*/ 183462 w 2131156"/>
              <a:gd name="csY86" fmla="*/ 1363504 h 1374909"/>
              <a:gd name="csX87" fmla="*/ 185596 w 2131156"/>
              <a:gd name="csY87" fmla="*/ 1362862 h 1374909"/>
              <a:gd name="csX88" fmla="*/ 187729 w 2131156"/>
              <a:gd name="csY88" fmla="*/ 1362200 h 1374909"/>
              <a:gd name="csX89" fmla="*/ 189862 w 2131156"/>
              <a:gd name="csY89" fmla="*/ 1361496 h 1374909"/>
              <a:gd name="csX90" fmla="*/ 191996 w 2131156"/>
              <a:gd name="csY90" fmla="*/ 1360751 h 1374909"/>
              <a:gd name="csX91" fmla="*/ 194129 w 2131156"/>
              <a:gd name="csY91" fmla="*/ 1359985 h 1374909"/>
              <a:gd name="csX92" fmla="*/ 196262 w 2131156"/>
              <a:gd name="csY92" fmla="*/ 1359167 h 1374909"/>
              <a:gd name="csX93" fmla="*/ 198395 w 2131156"/>
              <a:gd name="csY93" fmla="*/ 1358319 h 1374909"/>
              <a:gd name="csX94" fmla="*/ 200529 w 2131156"/>
              <a:gd name="csY94" fmla="*/ 1357429 h 1374909"/>
              <a:gd name="csX95" fmla="*/ 202662 w 2131156"/>
              <a:gd name="csY95" fmla="*/ 1356497 h 1374909"/>
              <a:gd name="csX96" fmla="*/ 204795 w 2131156"/>
              <a:gd name="csY96" fmla="*/ 1355524 h 1374909"/>
              <a:gd name="csX97" fmla="*/ 206929 w 2131156"/>
              <a:gd name="csY97" fmla="*/ 1354510 h 1374909"/>
              <a:gd name="csX98" fmla="*/ 209062 w 2131156"/>
              <a:gd name="csY98" fmla="*/ 1353433 h 1374909"/>
              <a:gd name="csX99" fmla="*/ 211195 w 2131156"/>
              <a:gd name="csY99" fmla="*/ 1352316 h 1374909"/>
              <a:gd name="csX100" fmla="*/ 213328 w 2131156"/>
              <a:gd name="csY100" fmla="*/ 1351156 h 1374909"/>
              <a:gd name="csX101" fmla="*/ 215462 w 2131156"/>
              <a:gd name="csY101" fmla="*/ 1349935 h 1374909"/>
              <a:gd name="csX102" fmla="*/ 217595 w 2131156"/>
              <a:gd name="csY102" fmla="*/ 1348662 h 1374909"/>
              <a:gd name="csX103" fmla="*/ 219728 w 2131156"/>
              <a:gd name="csY103" fmla="*/ 1347327 h 1374909"/>
              <a:gd name="csX104" fmla="*/ 221861 w 2131156"/>
              <a:gd name="csY104" fmla="*/ 1345940 h 1374909"/>
              <a:gd name="csX105" fmla="*/ 223995 w 2131156"/>
              <a:gd name="csY105" fmla="*/ 1344491 h 1374909"/>
              <a:gd name="csX106" fmla="*/ 226128 w 2131156"/>
              <a:gd name="csY106" fmla="*/ 1342980 h 1374909"/>
              <a:gd name="csX107" fmla="*/ 228261 w 2131156"/>
              <a:gd name="csY107" fmla="*/ 1341396 h 1374909"/>
              <a:gd name="csX108" fmla="*/ 230395 w 2131156"/>
              <a:gd name="csY108" fmla="*/ 1339751 h 1374909"/>
              <a:gd name="csX109" fmla="*/ 232528 w 2131156"/>
              <a:gd name="csY109" fmla="*/ 1338043 h 1374909"/>
              <a:gd name="csX110" fmla="*/ 234661 w 2131156"/>
              <a:gd name="csY110" fmla="*/ 1336253 h 1374909"/>
              <a:gd name="csX111" fmla="*/ 236794 w 2131156"/>
              <a:gd name="csY111" fmla="*/ 1334400 h 1374909"/>
              <a:gd name="csX112" fmla="*/ 238928 w 2131156"/>
              <a:gd name="csY112" fmla="*/ 1332464 h 1374909"/>
              <a:gd name="csX113" fmla="*/ 241061 w 2131156"/>
              <a:gd name="csY113" fmla="*/ 1330446 h 1374909"/>
              <a:gd name="csX114" fmla="*/ 243195 w 2131156"/>
              <a:gd name="csY114" fmla="*/ 1328355 h 1374909"/>
              <a:gd name="csX115" fmla="*/ 245328 w 2131156"/>
              <a:gd name="csY115" fmla="*/ 1326182 h 1374909"/>
              <a:gd name="csX116" fmla="*/ 247461 w 2131156"/>
              <a:gd name="csY116" fmla="*/ 1323915 h 1374909"/>
              <a:gd name="csX117" fmla="*/ 249594 w 2131156"/>
              <a:gd name="csY117" fmla="*/ 1321566 h 1374909"/>
              <a:gd name="csX118" fmla="*/ 251727 w 2131156"/>
              <a:gd name="csY118" fmla="*/ 1319113 h 1374909"/>
              <a:gd name="csX119" fmla="*/ 253861 w 2131156"/>
              <a:gd name="csY119" fmla="*/ 1316577 h 1374909"/>
              <a:gd name="csX120" fmla="*/ 255994 w 2131156"/>
              <a:gd name="csY120" fmla="*/ 1313948 h 1374909"/>
              <a:gd name="csX121" fmla="*/ 258128 w 2131156"/>
              <a:gd name="csY121" fmla="*/ 1311216 h 1374909"/>
              <a:gd name="csX122" fmla="*/ 260261 w 2131156"/>
              <a:gd name="csY122" fmla="*/ 1308380 h 1374909"/>
              <a:gd name="csX123" fmla="*/ 262394 w 2131156"/>
              <a:gd name="csY123" fmla="*/ 1305441 h 1374909"/>
              <a:gd name="csX124" fmla="*/ 264527 w 2131156"/>
              <a:gd name="csY124" fmla="*/ 1302387 h 1374909"/>
              <a:gd name="csX125" fmla="*/ 266660 w 2131156"/>
              <a:gd name="csY125" fmla="*/ 1299231 h 1374909"/>
              <a:gd name="csX126" fmla="*/ 268794 w 2131156"/>
              <a:gd name="csY126" fmla="*/ 1295960 h 1374909"/>
              <a:gd name="csX127" fmla="*/ 270927 w 2131156"/>
              <a:gd name="csY127" fmla="*/ 1292575 h 1374909"/>
              <a:gd name="csX128" fmla="*/ 273061 w 2131156"/>
              <a:gd name="csY128" fmla="*/ 1289077 h 1374909"/>
              <a:gd name="csX129" fmla="*/ 275194 w 2131156"/>
              <a:gd name="csY129" fmla="*/ 1285444 h 1374909"/>
              <a:gd name="csX130" fmla="*/ 277327 w 2131156"/>
              <a:gd name="csY130" fmla="*/ 1281698 h 1374909"/>
              <a:gd name="csX131" fmla="*/ 279460 w 2131156"/>
              <a:gd name="csY131" fmla="*/ 1277827 h 1374909"/>
              <a:gd name="csX132" fmla="*/ 281593 w 2131156"/>
              <a:gd name="csY132" fmla="*/ 1273811 h 1374909"/>
              <a:gd name="csX133" fmla="*/ 283727 w 2131156"/>
              <a:gd name="csY133" fmla="*/ 1269681 h 1374909"/>
              <a:gd name="csX134" fmla="*/ 285860 w 2131156"/>
              <a:gd name="csY134" fmla="*/ 1265407 h 1374909"/>
              <a:gd name="csX135" fmla="*/ 287994 w 2131156"/>
              <a:gd name="csY135" fmla="*/ 1260987 h 1374909"/>
              <a:gd name="csX136" fmla="*/ 290127 w 2131156"/>
              <a:gd name="csY136" fmla="*/ 1256433 h 1374909"/>
              <a:gd name="csX137" fmla="*/ 292260 w 2131156"/>
              <a:gd name="csY137" fmla="*/ 1251734 h 1374909"/>
              <a:gd name="csX138" fmla="*/ 294393 w 2131156"/>
              <a:gd name="csY138" fmla="*/ 1246891 h 1374909"/>
              <a:gd name="csX139" fmla="*/ 296526 w 2131156"/>
              <a:gd name="csY139" fmla="*/ 1241902 h 1374909"/>
              <a:gd name="csX140" fmla="*/ 298660 w 2131156"/>
              <a:gd name="csY140" fmla="*/ 1236758 h 1374909"/>
              <a:gd name="csX141" fmla="*/ 300793 w 2131156"/>
              <a:gd name="csY141" fmla="*/ 1231459 h 1374909"/>
              <a:gd name="csX142" fmla="*/ 302927 w 2131156"/>
              <a:gd name="csY142" fmla="*/ 1226004 h 1374909"/>
              <a:gd name="csX143" fmla="*/ 305060 w 2131156"/>
              <a:gd name="csY143" fmla="*/ 1220384 h 1374909"/>
              <a:gd name="csX144" fmla="*/ 307193 w 2131156"/>
              <a:gd name="csY144" fmla="*/ 1214609 h 1374909"/>
              <a:gd name="csX145" fmla="*/ 309326 w 2131156"/>
              <a:gd name="csY145" fmla="*/ 1208668 h 1374909"/>
              <a:gd name="csX146" fmla="*/ 311459 w 2131156"/>
              <a:gd name="csY146" fmla="*/ 1202562 h 1374909"/>
              <a:gd name="csX147" fmla="*/ 313592 w 2131156"/>
              <a:gd name="csY147" fmla="*/ 1196279 h 1374909"/>
              <a:gd name="csX148" fmla="*/ 315726 w 2131156"/>
              <a:gd name="csY148" fmla="*/ 1189831 h 1374909"/>
              <a:gd name="csX149" fmla="*/ 317860 w 2131156"/>
              <a:gd name="csY149" fmla="*/ 1183207 h 1374909"/>
              <a:gd name="csX150" fmla="*/ 319993 w 2131156"/>
              <a:gd name="csY150" fmla="*/ 1176407 h 1374909"/>
              <a:gd name="csX151" fmla="*/ 322126 w 2131156"/>
              <a:gd name="csY151" fmla="*/ 1169442 h 1374909"/>
              <a:gd name="csX152" fmla="*/ 324259 w 2131156"/>
              <a:gd name="csY152" fmla="*/ 1162279 h 1374909"/>
              <a:gd name="csX153" fmla="*/ 326392 w 2131156"/>
              <a:gd name="csY153" fmla="*/ 1154952 h 1374909"/>
              <a:gd name="csX154" fmla="*/ 328525 w 2131156"/>
              <a:gd name="csY154" fmla="*/ 1147438 h 1374909"/>
              <a:gd name="csX155" fmla="*/ 330660 w 2131156"/>
              <a:gd name="csY155" fmla="*/ 1139737 h 1374909"/>
              <a:gd name="csX156" fmla="*/ 332793 w 2131156"/>
              <a:gd name="csY156" fmla="*/ 1131850 h 1374909"/>
              <a:gd name="csX157" fmla="*/ 334926 w 2131156"/>
              <a:gd name="csY157" fmla="*/ 1123777 h 1374909"/>
              <a:gd name="csX158" fmla="*/ 337059 w 2131156"/>
              <a:gd name="csY158" fmla="*/ 1115518 h 1374909"/>
              <a:gd name="csX159" fmla="*/ 339192 w 2131156"/>
              <a:gd name="csY159" fmla="*/ 1107073 h 1374909"/>
              <a:gd name="csX160" fmla="*/ 341325 w 2131156"/>
              <a:gd name="csY160" fmla="*/ 1098441 h 1374909"/>
              <a:gd name="csX161" fmla="*/ 343458 w 2131156"/>
              <a:gd name="csY161" fmla="*/ 1089612 h 1374909"/>
              <a:gd name="csX162" fmla="*/ 345593 w 2131156"/>
              <a:gd name="csY162" fmla="*/ 1080597 h 1374909"/>
              <a:gd name="csX163" fmla="*/ 347726 w 2131156"/>
              <a:gd name="csY163" fmla="*/ 1071386 h 1374909"/>
              <a:gd name="csX164" fmla="*/ 349859 w 2131156"/>
              <a:gd name="csY164" fmla="*/ 1061988 h 1374909"/>
              <a:gd name="csX165" fmla="*/ 351992 w 2131156"/>
              <a:gd name="csY165" fmla="*/ 1052404 h 1374909"/>
              <a:gd name="csX166" fmla="*/ 354125 w 2131156"/>
              <a:gd name="csY166" fmla="*/ 1042623 h 1374909"/>
              <a:gd name="csX167" fmla="*/ 356258 w 2131156"/>
              <a:gd name="csY167" fmla="*/ 1032656 h 1374909"/>
              <a:gd name="csX168" fmla="*/ 358391 w 2131156"/>
              <a:gd name="csY168" fmla="*/ 1022503 h 1374909"/>
              <a:gd name="csX169" fmla="*/ 360526 w 2131156"/>
              <a:gd name="csY169" fmla="*/ 1012153 h 1374909"/>
              <a:gd name="csX170" fmla="*/ 362659 w 2131156"/>
              <a:gd name="csY170" fmla="*/ 1001616 h 1374909"/>
              <a:gd name="csX171" fmla="*/ 364792 w 2131156"/>
              <a:gd name="csY171" fmla="*/ 990894 h 1374909"/>
              <a:gd name="csX172" fmla="*/ 366925 w 2131156"/>
              <a:gd name="csY172" fmla="*/ 979991 h 1374909"/>
              <a:gd name="csX173" fmla="*/ 369058 w 2131156"/>
              <a:gd name="csY173" fmla="*/ 968901 h 1374909"/>
              <a:gd name="csX174" fmla="*/ 371191 w 2131156"/>
              <a:gd name="csY174" fmla="*/ 957630 h 1374909"/>
              <a:gd name="csX175" fmla="*/ 373324 w 2131156"/>
              <a:gd name="csY175" fmla="*/ 946179 h 1374909"/>
              <a:gd name="csX176" fmla="*/ 375459 w 2131156"/>
              <a:gd name="csY176" fmla="*/ 934552 h 1374909"/>
              <a:gd name="csX177" fmla="*/ 377592 w 2131156"/>
              <a:gd name="csY177" fmla="*/ 922748 h 1374909"/>
              <a:gd name="csX178" fmla="*/ 379725 w 2131156"/>
              <a:gd name="csY178" fmla="*/ 910773 h 1374909"/>
              <a:gd name="csX179" fmla="*/ 381858 w 2131156"/>
              <a:gd name="csY179" fmla="*/ 898629 h 1374909"/>
              <a:gd name="csX180" fmla="*/ 383991 w 2131156"/>
              <a:gd name="csY180" fmla="*/ 886320 h 1374909"/>
              <a:gd name="csX181" fmla="*/ 386124 w 2131156"/>
              <a:gd name="csY181" fmla="*/ 873847 h 1374909"/>
              <a:gd name="csX182" fmla="*/ 388257 w 2131156"/>
              <a:gd name="csY182" fmla="*/ 861216 h 1374909"/>
              <a:gd name="csX183" fmla="*/ 390392 w 2131156"/>
              <a:gd name="csY183" fmla="*/ 848430 h 1374909"/>
              <a:gd name="csX184" fmla="*/ 392525 w 2131156"/>
              <a:gd name="csY184" fmla="*/ 835494 h 1374909"/>
              <a:gd name="csX185" fmla="*/ 394658 w 2131156"/>
              <a:gd name="csY185" fmla="*/ 822413 h 1374909"/>
              <a:gd name="csX186" fmla="*/ 396791 w 2131156"/>
              <a:gd name="csY186" fmla="*/ 809188 h 1374909"/>
              <a:gd name="csX187" fmla="*/ 398924 w 2131156"/>
              <a:gd name="csY187" fmla="*/ 795829 h 1374909"/>
              <a:gd name="csX188" fmla="*/ 401057 w 2131156"/>
              <a:gd name="csY188" fmla="*/ 782336 h 1374909"/>
              <a:gd name="csX189" fmla="*/ 403190 w 2131156"/>
              <a:gd name="csY189" fmla="*/ 768720 h 1374909"/>
              <a:gd name="csX190" fmla="*/ 405324 w 2131156"/>
              <a:gd name="csY190" fmla="*/ 754982 h 1374909"/>
              <a:gd name="csX191" fmla="*/ 407458 w 2131156"/>
              <a:gd name="csY191" fmla="*/ 741130 h 1374909"/>
              <a:gd name="csX192" fmla="*/ 409591 w 2131156"/>
              <a:gd name="csY192" fmla="*/ 727171 h 1374909"/>
              <a:gd name="csX193" fmla="*/ 411724 w 2131156"/>
              <a:gd name="csY193" fmla="*/ 713108 h 1374909"/>
              <a:gd name="csX194" fmla="*/ 413857 w 2131156"/>
              <a:gd name="csY194" fmla="*/ 698952 h 1374909"/>
              <a:gd name="csX195" fmla="*/ 415990 w 2131156"/>
              <a:gd name="csY195" fmla="*/ 684707 h 1374909"/>
              <a:gd name="csX196" fmla="*/ 418124 w 2131156"/>
              <a:gd name="csY196" fmla="*/ 670380 h 1374909"/>
              <a:gd name="csX197" fmla="*/ 420257 w 2131156"/>
              <a:gd name="csY197" fmla="*/ 655980 h 1374909"/>
              <a:gd name="csX198" fmla="*/ 422391 w 2131156"/>
              <a:gd name="csY198" fmla="*/ 641514 h 1374909"/>
              <a:gd name="csX199" fmla="*/ 424524 w 2131156"/>
              <a:gd name="csY199" fmla="*/ 626990 h 1374909"/>
              <a:gd name="csX200" fmla="*/ 426657 w 2131156"/>
              <a:gd name="csY200" fmla="*/ 612414 h 1374909"/>
              <a:gd name="csX201" fmla="*/ 428790 w 2131156"/>
              <a:gd name="csY201" fmla="*/ 597796 h 1374909"/>
              <a:gd name="csX202" fmla="*/ 430923 w 2131156"/>
              <a:gd name="csY202" fmla="*/ 583144 h 1374909"/>
              <a:gd name="csX203" fmla="*/ 433057 w 2131156"/>
              <a:gd name="csY203" fmla="*/ 568467 h 1374909"/>
              <a:gd name="csX204" fmla="*/ 435190 w 2131156"/>
              <a:gd name="csY204" fmla="*/ 553772 h 1374909"/>
              <a:gd name="csX205" fmla="*/ 437324 w 2131156"/>
              <a:gd name="csY205" fmla="*/ 539070 h 1374909"/>
              <a:gd name="csX206" fmla="*/ 439457 w 2131156"/>
              <a:gd name="csY206" fmla="*/ 524369 h 1374909"/>
              <a:gd name="csX207" fmla="*/ 441590 w 2131156"/>
              <a:gd name="csY207" fmla="*/ 509678 h 1374909"/>
              <a:gd name="csX208" fmla="*/ 443723 w 2131156"/>
              <a:gd name="csY208" fmla="*/ 495008 h 1374909"/>
              <a:gd name="csX209" fmla="*/ 445856 w 2131156"/>
              <a:gd name="csY209" fmla="*/ 480366 h 1374909"/>
              <a:gd name="csX210" fmla="*/ 447990 w 2131156"/>
              <a:gd name="csY210" fmla="*/ 465764 h 1374909"/>
              <a:gd name="csX211" fmla="*/ 450123 w 2131156"/>
              <a:gd name="csY211" fmla="*/ 451210 h 1374909"/>
              <a:gd name="csX212" fmla="*/ 452257 w 2131156"/>
              <a:gd name="csY212" fmla="*/ 436716 h 1374909"/>
              <a:gd name="csX213" fmla="*/ 454390 w 2131156"/>
              <a:gd name="csY213" fmla="*/ 422289 h 1374909"/>
              <a:gd name="csX214" fmla="*/ 456523 w 2131156"/>
              <a:gd name="csY214" fmla="*/ 407942 h 1374909"/>
              <a:gd name="csX215" fmla="*/ 458656 w 2131156"/>
              <a:gd name="csY215" fmla="*/ 393684 h 1374909"/>
              <a:gd name="csX216" fmla="*/ 460789 w 2131156"/>
              <a:gd name="csY216" fmla="*/ 379525 h 1374909"/>
              <a:gd name="csX217" fmla="*/ 462923 w 2131156"/>
              <a:gd name="csY217" fmla="*/ 365475 h 1374909"/>
              <a:gd name="csX218" fmla="*/ 465056 w 2131156"/>
              <a:gd name="csY218" fmla="*/ 351545 h 1374909"/>
              <a:gd name="csX219" fmla="*/ 467190 w 2131156"/>
              <a:gd name="csY219" fmla="*/ 337745 h 1374909"/>
              <a:gd name="csX220" fmla="*/ 469323 w 2131156"/>
              <a:gd name="csY220" fmla="*/ 324086 h 1374909"/>
              <a:gd name="csX221" fmla="*/ 471456 w 2131156"/>
              <a:gd name="csY221" fmla="*/ 310578 h 1374909"/>
              <a:gd name="csX222" fmla="*/ 473589 w 2131156"/>
              <a:gd name="csY222" fmla="*/ 297232 h 1374909"/>
              <a:gd name="csX223" fmla="*/ 475722 w 2131156"/>
              <a:gd name="csY223" fmla="*/ 284057 h 1374909"/>
              <a:gd name="csX224" fmla="*/ 477856 w 2131156"/>
              <a:gd name="csY224" fmla="*/ 271064 h 1374909"/>
              <a:gd name="csX225" fmla="*/ 479989 w 2131156"/>
              <a:gd name="csY225" fmla="*/ 258264 h 1374909"/>
              <a:gd name="csX226" fmla="*/ 482122 w 2131156"/>
              <a:gd name="csY226" fmla="*/ 245666 h 1374909"/>
              <a:gd name="csX227" fmla="*/ 484256 w 2131156"/>
              <a:gd name="csY227" fmla="*/ 233282 h 1374909"/>
              <a:gd name="csX228" fmla="*/ 486389 w 2131156"/>
              <a:gd name="csY228" fmla="*/ 221119 h 1374909"/>
              <a:gd name="csX229" fmla="*/ 488522 w 2131156"/>
              <a:gd name="csY229" fmla="*/ 209191 h 1374909"/>
              <a:gd name="csX230" fmla="*/ 490655 w 2131156"/>
              <a:gd name="csY230" fmla="*/ 197505 h 1374909"/>
              <a:gd name="csX231" fmla="*/ 492789 w 2131156"/>
              <a:gd name="csY231" fmla="*/ 186070 h 1374909"/>
              <a:gd name="csX232" fmla="*/ 494922 w 2131156"/>
              <a:gd name="csY232" fmla="*/ 174898 h 1374909"/>
              <a:gd name="csX233" fmla="*/ 497056 w 2131156"/>
              <a:gd name="csY233" fmla="*/ 163999 h 1374909"/>
              <a:gd name="csX234" fmla="*/ 499189 w 2131156"/>
              <a:gd name="csY234" fmla="*/ 153379 h 1374909"/>
              <a:gd name="csX235" fmla="*/ 501322 w 2131156"/>
              <a:gd name="csY235" fmla="*/ 143049 h 1374909"/>
              <a:gd name="csX236" fmla="*/ 503455 w 2131156"/>
              <a:gd name="csY236" fmla="*/ 133018 h 1374909"/>
              <a:gd name="csX237" fmla="*/ 505588 w 2131156"/>
              <a:gd name="csY237" fmla="*/ 123294 h 1374909"/>
              <a:gd name="csX238" fmla="*/ 507722 w 2131156"/>
              <a:gd name="csY238" fmla="*/ 113887 h 1374909"/>
              <a:gd name="csX239" fmla="*/ 509855 w 2131156"/>
              <a:gd name="csY239" fmla="*/ 104803 h 1374909"/>
              <a:gd name="csX240" fmla="*/ 511988 w 2131156"/>
              <a:gd name="csY240" fmla="*/ 96052 h 1374909"/>
              <a:gd name="csX241" fmla="*/ 514122 w 2131156"/>
              <a:gd name="csY241" fmla="*/ 87641 h 1374909"/>
              <a:gd name="csX242" fmla="*/ 516255 w 2131156"/>
              <a:gd name="csY242" fmla="*/ 79576 h 1374909"/>
              <a:gd name="csX243" fmla="*/ 518388 w 2131156"/>
              <a:gd name="csY243" fmla="*/ 71867 h 1374909"/>
              <a:gd name="csX244" fmla="*/ 520522 w 2131156"/>
              <a:gd name="csY244" fmla="*/ 64519 h 1374909"/>
              <a:gd name="csX245" fmla="*/ 522655 w 2131156"/>
              <a:gd name="csY245" fmla="*/ 57540 h 1374909"/>
              <a:gd name="csX246" fmla="*/ 524788 w 2131156"/>
              <a:gd name="csY246" fmla="*/ 50934 h 1374909"/>
              <a:gd name="csX247" fmla="*/ 526921 w 2131156"/>
              <a:gd name="csY247" fmla="*/ 44709 h 1374909"/>
              <a:gd name="csX248" fmla="*/ 529055 w 2131156"/>
              <a:gd name="csY248" fmla="*/ 38870 h 1374909"/>
              <a:gd name="csX249" fmla="*/ 531188 w 2131156"/>
              <a:gd name="csY249" fmla="*/ 33423 h 1374909"/>
              <a:gd name="csX250" fmla="*/ 533321 w 2131156"/>
              <a:gd name="csY250" fmla="*/ 28372 h 1374909"/>
              <a:gd name="csX251" fmla="*/ 535455 w 2131156"/>
              <a:gd name="csY251" fmla="*/ 23722 h 1374909"/>
              <a:gd name="csX252" fmla="*/ 537588 w 2131156"/>
              <a:gd name="csY252" fmla="*/ 19477 h 1374909"/>
              <a:gd name="csX253" fmla="*/ 539721 w 2131156"/>
              <a:gd name="csY253" fmla="*/ 15642 h 1374909"/>
              <a:gd name="csX254" fmla="*/ 541854 w 2131156"/>
              <a:gd name="csY254" fmla="*/ 12220 h 1374909"/>
              <a:gd name="csX255" fmla="*/ 543988 w 2131156"/>
              <a:gd name="csY255" fmla="*/ 9213 h 1374909"/>
              <a:gd name="csX256" fmla="*/ 546121 w 2131156"/>
              <a:gd name="csY256" fmla="*/ 6625 h 1374909"/>
              <a:gd name="csX257" fmla="*/ 548254 w 2131156"/>
              <a:gd name="csY257" fmla="*/ 4459 h 1374909"/>
              <a:gd name="csX258" fmla="*/ 550388 w 2131156"/>
              <a:gd name="csY258" fmla="*/ 2715 h 1374909"/>
              <a:gd name="csX259" fmla="*/ 552521 w 2131156"/>
              <a:gd name="csY259" fmla="*/ 1397 h 1374909"/>
              <a:gd name="csX260" fmla="*/ 554654 w 2131156"/>
              <a:gd name="csY260" fmla="*/ 504 h 1374909"/>
              <a:gd name="csX261" fmla="*/ 556787 w 2131156"/>
              <a:gd name="csY261" fmla="*/ 38 h 1374909"/>
              <a:gd name="csX262" fmla="*/ 558920 w 2131156"/>
              <a:gd name="csY262" fmla="*/ 0 h 1374909"/>
              <a:gd name="csX263" fmla="*/ 561054 w 2131156"/>
              <a:gd name="csY263" fmla="*/ 389 h 1374909"/>
              <a:gd name="csX264" fmla="*/ 563187 w 2131156"/>
              <a:gd name="csY264" fmla="*/ 1205 h 1374909"/>
              <a:gd name="csX265" fmla="*/ 565321 w 2131156"/>
              <a:gd name="csY265" fmla="*/ 2447 h 1374909"/>
              <a:gd name="csX266" fmla="*/ 567454 w 2131156"/>
              <a:gd name="csY266" fmla="*/ 4114 h 1374909"/>
              <a:gd name="csX267" fmla="*/ 569587 w 2131156"/>
              <a:gd name="csY267" fmla="*/ 6205 h 1374909"/>
              <a:gd name="csX268" fmla="*/ 571720 w 2131156"/>
              <a:gd name="csY268" fmla="*/ 8717 h 1374909"/>
              <a:gd name="csX269" fmla="*/ 573854 w 2131156"/>
              <a:gd name="csY269" fmla="*/ 11648 h 1374909"/>
              <a:gd name="csX270" fmla="*/ 575987 w 2131156"/>
              <a:gd name="csY270" fmla="*/ 14996 h 1374909"/>
              <a:gd name="csX271" fmla="*/ 578120 w 2131156"/>
              <a:gd name="csY271" fmla="*/ 18758 h 1374909"/>
              <a:gd name="csX272" fmla="*/ 580254 w 2131156"/>
              <a:gd name="csY272" fmla="*/ 22929 h 1374909"/>
              <a:gd name="csX273" fmla="*/ 582387 w 2131156"/>
              <a:gd name="csY273" fmla="*/ 27506 h 1374909"/>
              <a:gd name="csX274" fmla="*/ 584520 w 2131156"/>
              <a:gd name="csY274" fmla="*/ 32485 h 1374909"/>
              <a:gd name="csX275" fmla="*/ 586653 w 2131156"/>
              <a:gd name="csY275" fmla="*/ 37862 h 1374909"/>
              <a:gd name="csX276" fmla="*/ 588786 w 2131156"/>
              <a:gd name="csY276" fmla="*/ 43631 h 1374909"/>
              <a:gd name="csX277" fmla="*/ 590920 w 2131156"/>
              <a:gd name="csY277" fmla="*/ 49787 h 1374909"/>
              <a:gd name="csX278" fmla="*/ 593053 w 2131156"/>
              <a:gd name="csY278" fmla="*/ 56325 h 1374909"/>
              <a:gd name="csX279" fmla="*/ 595187 w 2131156"/>
              <a:gd name="csY279" fmla="*/ 63237 h 1374909"/>
              <a:gd name="csX280" fmla="*/ 597320 w 2131156"/>
              <a:gd name="csY280" fmla="*/ 70520 h 1374909"/>
              <a:gd name="csX281" fmla="*/ 599453 w 2131156"/>
              <a:gd name="csY281" fmla="*/ 78164 h 1374909"/>
              <a:gd name="csX282" fmla="*/ 601586 w 2131156"/>
              <a:gd name="csY282" fmla="*/ 86165 h 1374909"/>
              <a:gd name="csX283" fmla="*/ 603719 w 2131156"/>
              <a:gd name="csY283" fmla="*/ 94515 h 1374909"/>
              <a:gd name="csX284" fmla="*/ 605853 w 2131156"/>
              <a:gd name="csY284" fmla="*/ 103206 h 1374909"/>
              <a:gd name="csX285" fmla="*/ 607987 w 2131156"/>
              <a:gd name="csY285" fmla="*/ 112230 h 1374909"/>
              <a:gd name="csX286" fmla="*/ 610120 w 2131156"/>
              <a:gd name="csY286" fmla="*/ 121580 h 1374909"/>
              <a:gd name="csX287" fmla="*/ 612253 w 2131156"/>
              <a:gd name="csY287" fmla="*/ 131247 h 1374909"/>
              <a:gd name="csX288" fmla="*/ 614386 w 2131156"/>
              <a:gd name="csY288" fmla="*/ 141224 h 1374909"/>
              <a:gd name="csX289" fmla="*/ 616519 w 2131156"/>
              <a:gd name="csY289" fmla="*/ 151500 h 1374909"/>
              <a:gd name="csX290" fmla="*/ 618652 w 2131156"/>
              <a:gd name="csY290" fmla="*/ 162068 h 1374909"/>
              <a:gd name="csX291" fmla="*/ 620786 w 2131156"/>
              <a:gd name="csY291" fmla="*/ 172919 h 1374909"/>
              <a:gd name="csX292" fmla="*/ 622920 w 2131156"/>
              <a:gd name="csY292" fmla="*/ 184042 h 1374909"/>
              <a:gd name="csX293" fmla="*/ 625053 w 2131156"/>
              <a:gd name="csY293" fmla="*/ 195431 h 1374909"/>
              <a:gd name="csX294" fmla="*/ 627186 w 2131156"/>
              <a:gd name="csY294" fmla="*/ 207072 h 1374909"/>
              <a:gd name="csX295" fmla="*/ 629319 w 2131156"/>
              <a:gd name="csY295" fmla="*/ 218958 h 1374909"/>
              <a:gd name="csX296" fmla="*/ 631452 w 2131156"/>
              <a:gd name="csY296" fmla="*/ 231079 h 1374909"/>
              <a:gd name="csX297" fmla="*/ 633585 w 2131156"/>
              <a:gd name="csY297" fmla="*/ 243425 h 1374909"/>
              <a:gd name="csX298" fmla="*/ 635719 w 2131156"/>
              <a:gd name="csY298" fmla="*/ 255984 h 1374909"/>
              <a:gd name="csX299" fmla="*/ 637853 w 2131156"/>
              <a:gd name="csY299" fmla="*/ 268749 h 1374909"/>
              <a:gd name="csX300" fmla="*/ 639986 w 2131156"/>
              <a:gd name="csY300" fmla="*/ 281708 h 1374909"/>
              <a:gd name="csX301" fmla="*/ 642119 w 2131156"/>
              <a:gd name="csY301" fmla="*/ 294851 h 1374909"/>
              <a:gd name="csX302" fmla="*/ 644252 w 2131156"/>
              <a:gd name="csY302" fmla="*/ 308167 h 1374909"/>
              <a:gd name="csX303" fmla="*/ 646385 w 2131156"/>
              <a:gd name="csY303" fmla="*/ 321647 h 1374909"/>
              <a:gd name="csX304" fmla="*/ 648518 w 2131156"/>
              <a:gd name="csY304" fmla="*/ 335280 h 1374909"/>
              <a:gd name="csX305" fmla="*/ 650652 w 2131156"/>
              <a:gd name="csY305" fmla="*/ 349054 h 1374909"/>
              <a:gd name="csX306" fmla="*/ 652786 w 2131156"/>
              <a:gd name="csY306" fmla="*/ 362962 h 1374909"/>
              <a:gd name="csX307" fmla="*/ 654919 w 2131156"/>
              <a:gd name="csY307" fmla="*/ 376990 h 1374909"/>
              <a:gd name="csX308" fmla="*/ 657052 w 2131156"/>
              <a:gd name="csY308" fmla="*/ 391131 h 1374909"/>
              <a:gd name="csX309" fmla="*/ 659185 w 2131156"/>
              <a:gd name="csY309" fmla="*/ 405372 h 1374909"/>
              <a:gd name="csX310" fmla="*/ 661318 w 2131156"/>
              <a:gd name="csY310" fmla="*/ 419705 h 1374909"/>
              <a:gd name="csX311" fmla="*/ 663451 w 2131156"/>
              <a:gd name="csY311" fmla="*/ 434117 h 1374909"/>
              <a:gd name="csX312" fmla="*/ 665584 w 2131156"/>
              <a:gd name="csY312" fmla="*/ 448601 h 1374909"/>
              <a:gd name="csX313" fmla="*/ 667719 w 2131156"/>
              <a:gd name="csY313" fmla="*/ 463145 h 1374909"/>
              <a:gd name="csX314" fmla="*/ 669852 w 2131156"/>
              <a:gd name="csY314" fmla="*/ 477738 h 1374909"/>
              <a:gd name="csX315" fmla="*/ 671985 w 2131156"/>
              <a:gd name="csY315" fmla="*/ 492374 h 1374909"/>
              <a:gd name="csX316" fmla="*/ 674118 w 2131156"/>
              <a:gd name="csY316" fmla="*/ 507040 h 1374909"/>
              <a:gd name="csX317" fmla="*/ 676251 w 2131156"/>
              <a:gd name="csY317" fmla="*/ 521728 h 1374909"/>
              <a:gd name="csX318" fmla="*/ 678384 w 2131156"/>
              <a:gd name="csY318" fmla="*/ 536428 h 1374909"/>
              <a:gd name="csX319" fmla="*/ 680517 w 2131156"/>
              <a:gd name="csY319" fmla="*/ 551130 h 1374909"/>
              <a:gd name="csX320" fmla="*/ 682652 w 2131156"/>
              <a:gd name="csY320" fmla="*/ 565827 h 1374909"/>
              <a:gd name="csX321" fmla="*/ 684785 w 2131156"/>
              <a:gd name="csY321" fmla="*/ 580507 h 1374909"/>
              <a:gd name="csX322" fmla="*/ 686918 w 2131156"/>
              <a:gd name="csY322" fmla="*/ 595165 h 1374909"/>
              <a:gd name="csX323" fmla="*/ 689051 w 2131156"/>
              <a:gd name="csY323" fmla="*/ 609790 h 1374909"/>
              <a:gd name="csX324" fmla="*/ 691184 w 2131156"/>
              <a:gd name="csY324" fmla="*/ 624374 h 1374909"/>
              <a:gd name="csX325" fmla="*/ 693317 w 2131156"/>
              <a:gd name="csY325" fmla="*/ 638908 h 1374909"/>
              <a:gd name="csX326" fmla="*/ 695451 w 2131156"/>
              <a:gd name="csY326" fmla="*/ 653386 h 1374909"/>
              <a:gd name="csX327" fmla="*/ 697585 w 2131156"/>
              <a:gd name="csY327" fmla="*/ 667798 h 1374909"/>
              <a:gd name="csX328" fmla="*/ 699718 w 2131156"/>
              <a:gd name="csY328" fmla="*/ 682138 h 1374909"/>
              <a:gd name="csX329" fmla="*/ 701851 w 2131156"/>
              <a:gd name="csY329" fmla="*/ 696398 h 1374909"/>
              <a:gd name="csX330" fmla="*/ 703984 w 2131156"/>
              <a:gd name="csY330" fmla="*/ 710570 h 1374909"/>
              <a:gd name="csX331" fmla="*/ 706117 w 2131156"/>
              <a:gd name="csY331" fmla="*/ 724651 h 1374909"/>
              <a:gd name="csX332" fmla="*/ 708250 w 2131156"/>
              <a:gd name="csY332" fmla="*/ 738628 h 1374909"/>
              <a:gd name="csX333" fmla="*/ 710384 w 2131156"/>
              <a:gd name="csY333" fmla="*/ 752500 h 1374909"/>
              <a:gd name="csX334" fmla="*/ 712518 w 2131156"/>
              <a:gd name="csY334" fmla="*/ 766259 h 1374909"/>
              <a:gd name="csX335" fmla="*/ 714651 w 2131156"/>
              <a:gd name="csY335" fmla="*/ 779898 h 1374909"/>
              <a:gd name="csX336" fmla="*/ 716784 w 2131156"/>
              <a:gd name="csY336" fmla="*/ 793413 h 1374909"/>
              <a:gd name="csX337" fmla="*/ 718917 w 2131156"/>
              <a:gd name="csY337" fmla="*/ 806796 h 1374909"/>
              <a:gd name="csX338" fmla="*/ 721050 w 2131156"/>
              <a:gd name="csY338" fmla="*/ 820045 h 1374909"/>
              <a:gd name="csX339" fmla="*/ 723183 w 2131156"/>
              <a:gd name="csY339" fmla="*/ 833154 h 1374909"/>
              <a:gd name="csX340" fmla="*/ 725317 w 2131156"/>
              <a:gd name="csY340" fmla="*/ 846116 h 1374909"/>
              <a:gd name="csX341" fmla="*/ 727451 w 2131156"/>
              <a:gd name="csY341" fmla="*/ 858929 h 1374909"/>
              <a:gd name="csX342" fmla="*/ 729584 w 2131156"/>
              <a:gd name="csY342" fmla="*/ 871588 h 1374909"/>
              <a:gd name="csX343" fmla="*/ 731713 w 2131156"/>
              <a:gd name="csY343" fmla="*/ 884089 h 1374909"/>
              <a:gd name="csX344" fmla="*/ 733855 w 2131156"/>
              <a:gd name="csY344" fmla="*/ 896428 h 1374909"/>
              <a:gd name="csX345" fmla="*/ 735987 w 2131156"/>
              <a:gd name="csY345" fmla="*/ 908603 h 1374909"/>
              <a:gd name="csX346" fmla="*/ 738119 w 2131156"/>
              <a:gd name="csY346" fmla="*/ 920608 h 1374909"/>
              <a:gd name="csX347" fmla="*/ 740251 w 2131156"/>
              <a:gd name="csY347" fmla="*/ 932442 h 1374909"/>
              <a:gd name="csX348" fmla="*/ 742384 w 2131156"/>
              <a:gd name="csY348" fmla="*/ 944103 h 1374909"/>
              <a:gd name="csX349" fmla="*/ 744516 w 2131156"/>
              <a:gd name="csY349" fmla="*/ 955585 h 1374909"/>
              <a:gd name="csX350" fmla="*/ 746648 w 2131156"/>
              <a:gd name="csY350" fmla="*/ 966889 h 1374909"/>
              <a:gd name="csX351" fmla="*/ 748780 w 2131156"/>
              <a:gd name="csY351" fmla="*/ 978011 h 1374909"/>
              <a:gd name="csX352" fmla="*/ 750912 w 2131156"/>
              <a:gd name="csY352" fmla="*/ 988948 h 1374909"/>
              <a:gd name="csX353" fmla="*/ 753054 w 2131156"/>
              <a:gd name="csY353" fmla="*/ 999702 h 1374909"/>
              <a:gd name="csX354" fmla="*/ 755186 w 2131156"/>
              <a:gd name="csY354" fmla="*/ 1010269 h 1374909"/>
              <a:gd name="csX355" fmla="*/ 757319 w 2131156"/>
              <a:gd name="csY355" fmla="*/ 1020650 h 1374909"/>
              <a:gd name="csX356" fmla="*/ 759451 w 2131156"/>
              <a:gd name="csY356" fmla="*/ 1030845 h 1374909"/>
              <a:gd name="csX357" fmla="*/ 761583 w 2131156"/>
              <a:gd name="csY357" fmla="*/ 1040843 h 1374909"/>
              <a:gd name="csX358" fmla="*/ 763715 w 2131156"/>
              <a:gd name="csY358" fmla="*/ 1050655 h 1374909"/>
              <a:gd name="csX359" fmla="*/ 765847 w 2131156"/>
              <a:gd name="csY359" fmla="*/ 1060280 h 1374909"/>
              <a:gd name="csX360" fmla="*/ 767979 w 2131156"/>
              <a:gd name="csY360" fmla="*/ 1069709 h 1374909"/>
              <a:gd name="csX361" fmla="*/ 770111 w 2131156"/>
              <a:gd name="csY361" fmla="*/ 1078952 h 1374909"/>
              <a:gd name="csX362" fmla="*/ 772254 w 2131156"/>
              <a:gd name="csY362" fmla="*/ 1088008 h 1374909"/>
              <a:gd name="csX363" fmla="*/ 774386 w 2131156"/>
              <a:gd name="csY363" fmla="*/ 1096867 h 1374909"/>
              <a:gd name="csX364" fmla="*/ 776518 w 2131156"/>
              <a:gd name="csY364" fmla="*/ 1105530 h 1374909"/>
              <a:gd name="csX365" fmla="*/ 778650 w 2131156"/>
              <a:gd name="csY365" fmla="*/ 1114017 h 1374909"/>
              <a:gd name="csX366" fmla="*/ 780782 w 2131156"/>
              <a:gd name="csY366" fmla="*/ 1122308 h 1374909"/>
              <a:gd name="csX367" fmla="*/ 782914 w 2131156"/>
              <a:gd name="csY367" fmla="*/ 1130412 h 1374909"/>
              <a:gd name="csX368" fmla="*/ 785046 w 2131156"/>
              <a:gd name="csY368" fmla="*/ 1138329 h 1374909"/>
              <a:gd name="csX369" fmla="*/ 787178 w 2131156"/>
              <a:gd name="csY369" fmla="*/ 1146061 h 1374909"/>
              <a:gd name="csX370" fmla="*/ 789310 w 2131156"/>
              <a:gd name="csY370" fmla="*/ 1153616 h 1374909"/>
              <a:gd name="csX371" fmla="*/ 791453 w 2131156"/>
              <a:gd name="csY371" fmla="*/ 1160975 h 1374909"/>
              <a:gd name="csX372" fmla="*/ 793585 w 2131156"/>
              <a:gd name="csY372" fmla="*/ 1168169 h 1374909"/>
              <a:gd name="csX373" fmla="*/ 795717 w 2131156"/>
              <a:gd name="csY373" fmla="*/ 1175176 h 1374909"/>
              <a:gd name="csX374" fmla="*/ 797849 w 2131156"/>
              <a:gd name="csY374" fmla="*/ 1181996 h 1374909"/>
              <a:gd name="csX375" fmla="*/ 799981 w 2131156"/>
              <a:gd name="csY375" fmla="*/ 1188651 h 1374909"/>
              <a:gd name="csX376" fmla="*/ 802113 w 2131156"/>
              <a:gd name="csY376" fmla="*/ 1195130 h 1374909"/>
              <a:gd name="csX377" fmla="*/ 804245 w 2131156"/>
              <a:gd name="csY377" fmla="*/ 1201444 h 1374909"/>
              <a:gd name="csX378" fmla="*/ 806378 w 2131156"/>
              <a:gd name="csY378" fmla="*/ 1207581 h 1374909"/>
              <a:gd name="csX379" fmla="*/ 808520 w 2131156"/>
              <a:gd name="csY379" fmla="*/ 1213553 h 1374909"/>
              <a:gd name="csX380" fmla="*/ 810652 w 2131156"/>
              <a:gd name="csY380" fmla="*/ 1219360 h 1374909"/>
              <a:gd name="csX381" fmla="*/ 812784 w 2131156"/>
              <a:gd name="csY381" fmla="*/ 1225000 h 1374909"/>
              <a:gd name="csX382" fmla="*/ 814916 w 2131156"/>
              <a:gd name="csY382" fmla="*/ 1230486 h 1374909"/>
              <a:gd name="csX383" fmla="*/ 817048 w 2131156"/>
              <a:gd name="csY383" fmla="*/ 1235816 h 1374909"/>
              <a:gd name="csX384" fmla="*/ 819181 w 2131156"/>
              <a:gd name="csY384" fmla="*/ 1240991 h 1374909"/>
              <a:gd name="csX385" fmla="*/ 821313 w 2131156"/>
              <a:gd name="csY385" fmla="*/ 1246011 h 1374909"/>
              <a:gd name="csX386" fmla="*/ 823445 w 2131156"/>
              <a:gd name="csY386" fmla="*/ 1250875 h 1374909"/>
              <a:gd name="csX387" fmla="*/ 825577 w 2131156"/>
              <a:gd name="csY387" fmla="*/ 1255605 h 1374909"/>
              <a:gd name="csX388" fmla="*/ 827719 w 2131156"/>
              <a:gd name="csY388" fmla="*/ 1260180 h 1374909"/>
              <a:gd name="csX389" fmla="*/ 829851 w 2131156"/>
              <a:gd name="csY389" fmla="*/ 1264620 h 1374909"/>
              <a:gd name="csX390" fmla="*/ 831983 w 2131156"/>
              <a:gd name="csY390" fmla="*/ 1268915 h 1374909"/>
              <a:gd name="csX391" fmla="*/ 834115 w 2131156"/>
              <a:gd name="csY391" fmla="*/ 1273086 h 1374909"/>
              <a:gd name="csX392" fmla="*/ 836248 w 2131156"/>
              <a:gd name="csY392" fmla="*/ 1277113 h 1374909"/>
              <a:gd name="csX393" fmla="*/ 838380 w 2131156"/>
              <a:gd name="csY393" fmla="*/ 1281014 h 1374909"/>
              <a:gd name="csX394" fmla="*/ 840512 w 2131156"/>
              <a:gd name="csY394" fmla="*/ 1284782 h 1374909"/>
              <a:gd name="csX395" fmla="*/ 842644 w 2131156"/>
              <a:gd name="csY395" fmla="*/ 1288435 h 1374909"/>
              <a:gd name="csX396" fmla="*/ 844776 w 2131156"/>
              <a:gd name="csY396" fmla="*/ 1291955 h 1374909"/>
              <a:gd name="csX397" fmla="*/ 846918 w 2131156"/>
              <a:gd name="csY397" fmla="*/ 1295360 h 1374909"/>
              <a:gd name="csX398" fmla="*/ 849051 w 2131156"/>
              <a:gd name="csY398" fmla="*/ 1298651 h 1374909"/>
              <a:gd name="csX399" fmla="*/ 851183 w 2131156"/>
              <a:gd name="csY399" fmla="*/ 1301828 h 1374909"/>
              <a:gd name="csX400" fmla="*/ 853315 w 2131156"/>
              <a:gd name="csY400" fmla="*/ 1304902 h 1374909"/>
              <a:gd name="csX401" fmla="*/ 855447 w 2131156"/>
              <a:gd name="csY401" fmla="*/ 1307862 h 1374909"/>
              <a:gd name="csX402" fmla="*/ 857579 w 2131156"/>
              <a:gd name="csY402" fmla="*/ 1310709 h 1374909"/>
              <a:gd name="csX403" fmla="*/ 859711 w 2131156"/>
              <a:gd name="csY403" fmla="*/ 1313462 h 1374909"/>
              <a:gd name="csX404" fmla="*/ 861843 w 2131156"/>
              <a:gd name="csY404" fmla="*/ 1316111 h 1374909"/>
              <a:gd name="csX405" fmla="*/ 863986 w 2131156"/>
              <a:gd name="csY405" fmla="*/ 1318668 h 1374909"/>
              <a:gd name="csX406" fmla="*/ 866118 w 2131156"/>
              <a:gd name="csY406" fmla="*/ 1321131 h 1374909"/>
              <a:gd name="csX407" fmla="*/ 868250 w 2131156"/>
              <a:gd name="csY407" fmla="*/ 1323501 h 1374909"/>
              <a:gd name="csX408" fmla="*/ 870382 w 2131156"/>
              <a:gd name="csY408" fmla="*/ 1325778 h 1374909"/>
              <a:gd name="csX409" fmla="*/ 872514 w 2131156"/>
              <a:gd name="csY409" fmla="*/ 1327973 h 1374909"/>
              <a:gd name="csX410" fmla="*/ 874646 w 2131156"/>
              <a:gd name="csY410" fmla="*/ 1330084 h 1374909"/>
              <a:gd name="csX411" fmla="*/ 876778 w 2131156"/>
              <a:gd name="csY411" fmla="*/ 1332113 h 1374909"/>
              <a:gd name="csX412" fmla="*/ 878910 w 2131156"/>
              <a:gd name="csY412" fmla="*/ 1334058 h 1374909"/>
              <a:gd name="csX413" fmla="*/ 881042 w 2131156"/>
              <a:gd name="csY413" fmla="*/ 1335932 h 1374909"/>
              <a:gd name="csX414" fmla="*/ 883185 w 2131156"/>
              <a:gd name="csY414" fmla="*/ 1337722 h 1374909"/>
              <a:gd name="csX415" fmla="*/ 885317 w 2131156"/>
              <a:gd name="csY415" fmla="*/ 1339451 h 1374909"/>
              <a:gd name="csX416" fmla="*/ 887449 w 2131156"/>
              <a:gd name="csY416" fmla="*/ 1341107 h 1374909"/>
              <a:gd name="csX417" fmla="*/ 889581 w 2131156"/>
              <a:gd name="csY417" fmla="*/ 1342701 h 1374909"/>
              <a:gd name="csX418" fmla="*/ 891713 w 2131156"/>
              <a:gd name="csY418" fmla="*/ 1344222 h 1374909"/>
              <a:gd name="csX419" fmla="*/ 893845 w 2131156"/>
              <a:gd name="csY419" fmla="*/ 1345681 h 1374909"/>
              <a:gd name="csX420" fmla="*/ 895977 w 2131156"/>
              <a:gd name="csY420" fmla="*/ 1347079 h 1374909"/>
              <a:gd name="csX421" fmla="*/ 898110 w 2131156"/>
              <a:gd name="csY421" fmla="*/ 1348424 h 1374909"/>
              <a:gd name="csX422" fmla="*/ 900242 w 2131156"/>
              <a:gd name="csY422" fmla="*/ 1349708 h 1374909"/>
              <a:gd name="csX423" fmla="*/ 902384 w 2131156"/>
              <a:gd name="csY423" fmla="*/ 1350939 h 1374909"/>
              <a:gd name="csX424" fmla="*/ 904516 w 2131156"/>
              <a:gd name="csY424" fmla="*/ 1352119 h 1374909"/>
              <a:gd name="csX425" fmla="*/ 906648 w 2131156"/>
              <a:gd name="csY425" fmla="*/ 1353237 h 1374909"/>
              <a:gd name="csX426" fmla="*/ 908780 w 2131156"/>
              <a:gd name="csY426" fmla="*/ 1354313 h 1374909"/>
              <a:gd name="csX427" fmla="*/ 910913 w 2131156"/>
              <a:gd name="csY427" fmla="*/ 1355348 h 1374909"/>
              <a:gd name="csX428" fmla="*/ 913045 w 2131156"/>
              <a:gd name="csY428" fmla="*/ 1356331 h 1374909"/>
              <a:gd name="csX429" fmla="*/ 915177 w 2131156"/>
              <a:gd name="csY429" fmla="*/ 1357273 h 1374909"/>
              <a:gd name="csX430" fmla="*/ 917309 w 2131156"/>
              <a:gd name="csY430" fmla="*/ 1358163 h 1374909"/>
              <a:gd name="csX431" fmla="*/ 919441 w 2131156"/>
              <a:gd name="csY431" fmla="*/ 1359023 h 1374909"/>
              <a:gd name="csX432" fmla="*/ 921583 w 2131156"/>
              <a:gd name="csY432" fmla="*/ 1359840 h 1374909"/>
              <a:gd name="csX433" fmla="*/ 923715 w 2131156"/>
              <a:gd name="csY433" fmla="*/ 1360616 h 1374909"/>
              <a:gd name="csX434" fmla="*/ 925847 w 2131156"/>
              <a:gd name="csY434" fmla="*/ 1361361 h 1374909"/>
              <a:gd name="csX435" fmla="*/ 927980 w 2131156"/>
              <a:gd name="csY435" fmla="*/ 1362076 h 1374909"/>
              <a:gd name="csX436" fmla="*/ 930112 w 2131156"/>
              <a:gd name="csY436" fmla="*/ 1362748 h 1374909"/>
              <a:gd name="csX437" fmla="*/ 932244 w 2131156"/>
              <a:gd name="csY437" fmla="*/ 1363390 h 1374909"/>
              <a:gd name="csX438" fmla="*/ 934376 w 2131156"/>
              <a:gd name="csY438" fmla="*/ 1364001 h 1374909"/>
              <a:gd name="csX439" fmla="*/ 936508 w 2131156"/>
              <a:gd name="csY439" fmla="*/ 1364591 h 1374909"/>
              <a:gd name="csX440" fmla="*/ 938650 w 2131156"/>
              <a:gd name="csY440" fmla="*/ 1365139 h 1374909"/>
              <a:gd name="csX441" fmla="*/ 940783 w 2131156"/>
              <a:gd name="csY441" fmla="*/ 1365667 h 1374909"/>
              <a:gd name="csX442" fmla="*/ 942915 w 2131156"/>
              <a:gd name="csY442" fmla="*/ 1366174 h 1374909"/>
              <a:gd name="csX443" fmla="*/ 945047 w 2131156"/>
              <a:gd name="csY443" fmla="*/ 1366650 h 1374909"/>
              <a:gd name="csX444" fmla="*/ 947179 w 2131156"/>
              <a:gd name="csY444" fmla="*/ 1367106 h 1374909"/>
              <a:gd name="csX445" fmla="*/ 949311 w 2131156"/>
              <a:gd name="csY445" fmla="*/ 1367541 h 1374909"/>
              <a:gd name="csX446" fmla="*/ 951443 w 2131156"/>
              <a:gd name="csY446" fmla="*/ 1367944 h 1374909"/>
              <a:gd name="csX447" fmla="*/ 953575 w 2131156"/>
              <a:gd name="csY447" fmla="*/ 1368338 h 1374909"/>
              <a:gd name="csX448" fmla="*/ 955707 w 2131156"/>
              <a:gd name="csY448" fmla="*/ 1368700 h 1374909"/>
              <a:gd name="csX449" fmla="*/ 957850 w 2131156"/>
              <a:gd name="csY449" fmla="*/ 1369052 h 1374909"/>
              <a:gd name="csX450" fmla="*/ 959982 w 2131156"/>
              <a:gd name="csY450" fmla="*/ 1369383 h 1374909"/>
              <a:gd name="csX451" fmla="*/ 962114 w 2131156"/>
              <a:gd name="csY451" fmla="*/ 1369704 h 1374909"/>
              <a:gd name="csX452" fmla="*/ 964246 w 2131156"/>
              <a:gd name="csY452" fmla="*/ 1370004 h 1374909"/>
              <a:gd name="csX453" fmla="*/ 966378 w 2131156"/>
              <a:gd name="csY453" fmla="*/ 1370283 h 1374909"/>
              <a:gd name="csX454" fmla="*/ 968510 w 2131156"/>
              <a:gd name="csY454" fmla="*/ 1370552 h 1374909"/>
              <a:gd name="csX455" fmla="*/ 970642 w 2131156"/>
              <a:gd name="csY455" fmla="*/ 1370801 h 1374909"/>
              <a:gd name="csX456" fmla="*/ 972774 w 2131156"/>
              <a:gd name="csY456" fmla="*/ 1371049 h 1374909"/>
              <a:gd name="csX457" fmla="*/ 974906 w 2131156"/>
              <a:gd name="csY457" fmla="*/ 1371277 h 1374909"/>
              <a:gd name="csX458" fmla="*/ 977049 w 2131156"/>
              <a:gd name="csY458" fmla="*/ 1371484 h 1374909"/>
              <a:gd name="csX459" fmla="*/ 979181 w 2131156"/>
              <a:gd name="csY459" fmla="*/ 1371691 h 1374909"/>
              <a:gd name="csX460" fmla="*/ 981313 w 2131156"/>
              <a:gd name="csY460" fmla="*/ 1371877 h 1374909"/>
              <a:gd name="csX461" fmla="*/ 983445 w 2131156"/>
              <a:gd name="csY461" fmla="*/ 1372063 h 1374909"/>
              <a:gd name="csX462" fmla="*/ 985577 w 2131156"/>
              <a:gd name="csY462" fmla="*/ 1372239 h 1374909"/>
              <a:gd name="csX463" fmla="*/ 987709 w 2131156"/>
              <a:gd name="csY463" fmla="*/ 1372395 h 1374909"/>
              <a:gd name="csX464" fmla="*/ 989842 w 2131156"/>
              <a:gd name="csY464" fmla="*/ 1372550 h 1374909"/>
              <a:gd name="csX465" fmla="*/ 991974 w 2131156"/>
              <a:gd name="csY465" fmla="*/ 1372695 h 1374909"/>
              <a:gd name="csX466" fmla="*/ 994106 w 2131156"/>
              <a:gd name="csY466" fmla="*/ 1372829 h 1374909"/>
              <a:gd name="csX467" fmla="*/ 996248 w 2131156"/>
              <a:gd name="csY467" fmla="*/ 1372954 h 1374909"/>
              <a:gd name="csX468" fmla="*/ 998380 w 2131156"/>
              <a:gd name="csY468" fmla="*/ 1373078 h 1374909"/>
              <a:gd name="csX469" fmla="*/ 1000512 w 2131156"/>
              <a:gd name="csY469" fmla="*/ 1373192 h 1374909"/>
              <a:gd name="csX470" fmla="*/ 1002645 w 2131156"/>
              <a:gd name="csY470" fmla="*/ 1373305 h 1374909"/>
              <a:gd name="csX471" fmla="*/ 1004777 w 2131156"/>
              <a:gd name="csY471" fmla="*/ 1373399 h 1374909"/>
              <a:gd name="csX472" fmla="*/ 1006909 w 2131156"/>
              <a:gd name="csY472" fmla="*/ 1373502 h 1374909"/>
              <a:gd name="csX473" fmla="*/ 1009041 w 2131156"/>
              <a:gd name="csY473" fmla="*/ 1373585 h 1374909"/>
              <a:gd name="csX474" fmla="*/ 1011173 w 2131156"/>
              <a:gd name="csY474" fmla="*/ 1373668 h 1374909"/>
              <a:gd name="csX475" fmla="*/ 1013315 w 2131156"/>
              <a:gd name="csY475" fmla="*/ 1373751 h 1374909"/>
              <a:gd name="csX476" fmla="*/ 1015447 w 2131156"/>
              <a:gd name="csY476" fmla="*/ 1373823 h 1374909"/>
              <a:gd name="csX477" fmla="*/ 1017580 w 2131156"/>
              <a:gd name="csY477" fmla="*/ 1373895 h 1374909"/>
              <a:gd name="csX478" fmla="*/ 1019712 w 2131156"/>
              <a:gd name="csY478" fmla="*/ 1373957 h 1374909"/>
              <a:gd name="csX479" fmla="*/ 1021844 w 2131156"/>
              <a:gd name="csY479" fmla="*/ 1374020 h 1374909"/>
              <a:gd name="csX480" fmla="*/ 1023976 w 2131156"/>
              <a:gd name="csY480" fmla="*/ 1374082 h 1374909"/>
              <a:gd name="csX481" fmla="*/ 1026108 w 2131156"/>
              <a:gd name="csY481" fmla="*/ 1374133 h 1374909"/>
              <a:gd name="csX482" fmla="*/ 1028240 w 2131156"/>
              <a:gd name="csY482" fmla="*/ 1374185 h 1374909"/>
              <a:gd name="csX483" fmla="*/ 1030372 w 2131156"/>
              <a:gd name="csY483" fmla="*/ 1374237 h 1374909"/>
              <a:gd name="csX484" fmla="*/ 1032515 w 2131156"/>
              <a:gd name="csY484" fmla="*/ 1374278 h 1374909"/>
              <a:gd name="csX485" fmla="*/ 1034647 w 2131156"/>
              <a:gd name="csY485" fmla="*/ 1374320 h 1374909"/>
              <a:gd name="csX486" fmla="*/ 1036779 w 2131156"/>
              <a:gd name="csY486" fmla="*/ 1374361 h 1374909"/>
              <a:gd name="csX487" fmla="*/ 1038911 w 2131156"/>
              <a:gd name="csY487" fmla="*/ 1374403 h 1374909"/>
              <a:gd name="csX488" fmla="*/ 1041043 w 2131156"/>
              <a:gd name="csY488" fmla="*/ 1374434 h 1374909"/>
              <a:gd name="csX489" fmla="*/ 1043175 w 2131156"/>
              <a:gd name="csY489" fmla="*/ 1374465 h 1374909"/>
              <a:gd name="csX490" fmla="*/ 1045307 w 2131156"/>
              <a:gd name="csY490" fmla="*/ 1374496 h 1374909"/>
              <a:gd name="csX491" fmla="*/ 1047439 w 2131156"/>
              <a:gd name="csY491" fmla="*/ 1374527 h 1374909"/>
              <a:gd name="csX492" fmla="*/ 1049571 w 2131156"/>
              <a:gd name="csY492" fmla="*/ 1374548 h 1374909"/>
              <a:gd name="csX493" fmla="*/ 1051714 w 2131156"/>
              <a:gd name="csY493" fmla="*/ 1374578 h 1374909"/>
              <a:gd name="csX494" fmla="*/ 1053846 w 2131156"/>
              <a:gd name="csY494" fmla="*/ 1374599 h 1374909"/>
              <a:gd name="csX495" fmla="*/ 1055978 w 2131156"/>
              <a:gd name="csY495" fmla="*/ 1374620 h 1374909"/>
              <a:gd name="csX496" fmla="*/ 1058110 w 2131156"/>
              <a:gd name="csY496" fmla="*/ 1374641 h 1374909"/>
              <a:gd name="csX497" fmla="*/ 1060242 w 2131156"/>
              <a:gd name="csY497" fmla="*/ 1374661 h 1374909"/>
              <a:gd name="csX498" fmla="*/ 1062374 w 2131156"/>
              <a:gd name="csY498" fmla="*/ 1374682 h 1374909"/>
              <a:gd name="csX499" fmla="*/ 1064507 w 2131156"/>
              <a:gd name="csY499" fmla="*/ 1374692 h 1374909"/>
              <a:gd name="csX500" fmla="*/ 1066639 w 2131156"/>
              <a:gd name="csY500" fmla="*/ 1374713 h 1374909"/>
              <a:gd name="csX501" fmla="*/ 1068781 w 2131156"/>
              <a:gd name="csY501" fmla="*/ 1374723 h 1374909"/>
              <a:gd name="csX502" fmla="*/ 1070913 w 2131156"/>
              <a:gd name="csY502" fmla="*/ 1374734 h 1374909"/>
              <a:gd name="csX503" fmla="*/ 1073045 w 2131156"/>
              <a:gd name="csY503" fmla="*/ 1374754 h 1374909"/>
              <a:gd name="csX504" fmla="*/ 1075177 w 2131156"/>
              <a:gd name="csY504" fmla="*/ 1374765 h 1374909"/>
              <a:gd name="csX505" fmla="*/ 1077309 w 2131156"/>
              <a:gd name="csY505" fmla="*/ 1374775 h 1374909"/>
              <a:gd name="csX506" fmla="*/ 1079441 w 2131156"/>
              <a:gd name="csY506" fmla="*/ 1374786 h 1374909"/>
              <a:gd name="csX507" fmla="*/ 1081574 w 2131156"/>
              <a:gd name="csY507" fmla="*/ 1374796 h 1374909"/>
              <a:gd name="csX508" fmla="*/ 1083706 w 2131156"/>
              <a:gd name="csY508" fmla="*/ 1374796 h 1374909"/>
              <a:gd name="csX509" fmla="*/ 1085838 w 2131156"/>
              <a:gd name="csY509" fmla="*/ 1374806 h 1374909"/>
              <a:gd name="csX510" fmla="*/ 1087980 w 2131156"/>
              <a:gd name="csY510" fmla="*/ 1374816 h 1374909"/>
              <a:gd name="csX511" fmla="*/ 1090112 w 2131156"/>
              <a:gd name="csY511" fmla="*/ 1374827 h 1374909"/>
              <a:gd name="csX512" fmla="*/ 1092244 w 2131156"/>
              <a:gd name="csY512" fmla="*/ 1374827 h 1374909"/>
              <a:gd name="csX513" fmla="*/ 1094377 w 2131156"/>
              <a:gd name="csY513" fmla="*/ 1374837 h 1374909"/>
              <a:gd name="csX514" fmla="*/ 1096509 w 2131156"/>
              <a:gd name="csY514" fmla="*/ 1374837 h 1374909"/>
              <a:gd name="csX515" fmla="*/ 1098641 w 2131156"/>
              <a:gd name="csY515" fmla="*/ 1374848 h 1374909"/>
              <a:gd name="csX516" fmla="*/ 1100773 w 2131156"/>
              <a:gd name="csY516" fmla="*/ 1374848 h 1374909"/>
              <a:gd name="csX517" fmla="*/ 1102905 w 2131156"/>
              <a:gd name="csY517" fmla="*/ 1374858 h 1374909"/>
              <a:gd name="csX518" fmla="*/ 1105037 w 2131156"/>
              <a:gd name="csY518" fmla="*/ 1374858 h 1374909"/>
              <a:gd name="csX519" fmla="*/ 1107180 w 2131156"/>
              <a:gd name="csY519" fmla="*/ 1374868 h 1374909"/>
              <a:gd name="csX520" fmla="*/ 1109312 w 2131156"/>
              <a:gd name="csY520" fmla="*/ 1374868 h 1374909"/>
              <a:gd name="csX521" fmla="*/ 1111444 w 2131156"/>
              <a:gd name="csY521" fmla="*/ 1374868 h 1374909"/>
              <a:gd name="csX522" fmla="*/ 1113576 w 2131156"/>
              <a:gd name="csY522" fmla="*/ 1374868 h 1374909"/>
              <a:gd name="csX523" fmla="*/ 1115708 w 2131156"/>
              <a:gd name="csY523" fmla="*/ 1374879 h 1374909"/>
              <a:gd name="csX524" fmla="*/ 1117840 w 2131156"/>
              <a:gd name="csY524" fmla="*/ 1374879 h 1374909"/>
              <a:gd name="csX525" fmla="*/ 1119972 w 2131156"/>
              <a:gd name="csY525" fmla="*/ 1374879 h 1374909"/>
              <a:gd name="csX526" fmla="*/ 1122104 w 2131156"/>
              <a:gd name="csY526" fmla="*/ 1374879 h 1374909"/>
              <a:gd name="csX527" fmla="*/ 1124236 w 2131156"/>
              <a:gd name="csY527" fmla="*/ 1374889 h 1374909"/>
              <a:gd name="csX528" fmla="*/ 1126379 w 2131156"/>
              <a:gd name="csY528" fmla="*/ 1374889 h 1374909"/>
              <a:gd name="csX529" fmla="*/ 1128511 w 2131156"/>
              <a:gd name="csY529" fmla="*/ 1374889 h 1374909"/>
              <a:gd name="csX530" fmla="*/ 1130643 w 2131156"/>
              <a:gd name="csY530" fmla="*/ 1374889 h 1374909"/>
              <a:gd name="csX531" fmla="*/ 1132775 w 2131156"/>
              <a:gd name="csY531" fmla="*/ 1374889 h 1374909"/>
              <a:gd name="csX532" fmla="*/ 1134907 w 2131156"/>
              <a:gd name="csY532" fmla="*/ 1374889 h 1374909"/>
              <a:gd name="csX533" fmla="*/ 1137039 w 2131156"/>
              <a:gd name="csY533" fmla="*/ 1374899 h 1374909"/>
              <a:gd name="csX534" fmla="*/ 1139171 w 2131156"/>
              <a:gd name="csY534" fmla="*/ 1374899 h 1374909"/>
              <a:gd name="csX535" fmla="*/ 1141303 w 2131156"/>
              <a:gd name="csY535" fmla="*/ 1374899 h 1374909"/>
              <a:gd name="csX536" fmla="*/ 1143446 w 2131156"/>
              <a:gd name="csY536" fmla="*/ 1374899 h 1374909"/>
              <a:gd name="csX537" fmla="*/ 1145578 w 2131156"/>
              <a:gd name="csY537" fmla="*/ 1374899 h 1374909"/>
              <a:gd name="csX538" fmla="*/ 1147710 w 2131156"/>
              <a:gd name="csY538" fmla="*/ 1374899 h 1374909"/>
              <a:gd name="csX539" fmla="*/ 1149842 w 2131156"/>
              <a:gd name="csY539" fmla="*/ 1374899 h 1374909"/>
              <a:gd name="csX540" fmla="*/ 1151974 w 2131156"/>
              <a:gd name="csY540" fmla="*/ 1374899 h 1374909"/>
              <a:gd name="csX541" fmla="*/ 1154106 w 2131156"/>
              <a:gd name="csY541" fmla="*/ 1374899 h 1374909"/>
              <a:gd name="csX542" fmla="*/ 1156239 w 2131156"/>
              <a:gd name="csY542" fmla="*/ 1374899 h 1374909"/>
              <a:gd name="csX543" fmla="*/ 1158371 w 2131156"/>
              <a:gd name="csY543" fmla="*/ 1374899 h 1374909"/>
              <a:gd name="csX544" fmla="*/ 1160503 w 2131156"/>
              <a:gd name="csY544" fmla="*/ 1374899 h 1374909"/>
              <a:gd name="csX545" fmla="*/ 1162645 w 2131156"/>
              <a:gd name="csY545" fmla="*/ 1374899 h 1374909"/>
              <a:gd name="csX546" fmla="*/ 1164777 w 2131156"/>
              <a:gd name="csY546" fmla="*/ 1374910 h 1374909"/>
              <a:gd name="csX547" fmla="*/ 1166909 w 2131156"/>
              <a:gd name="csY547" fmla="*/ 1374910 h 1374909"/>
              <a:gd name="csX548" fmla="*/ 1169041 w 2131156"/>
              <a:gd name="csY548" fmla="*/ 1374910 h 1374909"/>
              <a:gd name="csX549" fmla="*/ 1171174 w 2131156"/>
              <a:gd name="csY549" fmla="*/ 1374910 h 1374909"/>
              <a:gd name="csX550" fmla="*/ 1173306 w 2131156"/>
              <a:gd name="csY550" fmla="*/ 1374910 h 1374909"/>
              <a:gd name="csX551" fmla="*/ 1175438 w 2131156"/>
              <a:gd name="csY551" fmla="*/ 1374910 h 1374909"/>
              <a:gd name="csX552" fmla="*/ 1177570 w 2131156"/>
              <a:gd name="csY552" fmla="*/ 1374910 h 1374909"/>
              <a:gd name="csX553" fmla="*/ 1179702 w 2131156"/>
              <a:gd name="csY553" fmla="*/ 1374910 h 1374909"/>
              <a:gd name="csX554" fmla="*/ 1181844 w 2131156"/>
              <a:gd name="csY554" fmla="*/ 1374910 h 1374909"/>
              <a:gd name="csX555" fmla="*/ 1183976 w 2131156"/>
              <a:gd name="csY555" fmla="*/ 1374910 h 1374909"/>
              <a:gd name="csX556" fmla="*/ 1186109 w 2131156"/>
              <a:gd name="csY556" fmla="*/ 1374910 h 1374909"/>
              <a:gd name="csX557" fmla="*/ 1188241 w 2131156"/>
              <a:gd name="csY557" fmla="*/ 1374910 h 1374909"/>
              <a:gd name="csX558" fmla="*/ 1190373 w 2131156"/>
              <a:gd name="csY558" fmla="*/ 1374910 h 1374909"/>
              <a:gd name="csX559" fmla="*/ 1192505 w 2131156"/>
              <a:gd name="csY559" fmla="*/ 1374910 h 1374909"/>
              <a:gd name="csX560" fmla="*/ 1194637 w 2131156"/>
              <a:gd name="csY560" fmla="*/ 1374910 h 1374909"/>
              <a:gd name="csX561" fmla="*/ 1196769 w 2131156"/>
              <a:gd name="csY561" fmla="*/ 1374910 h 1374909"/>
              <a:gd name="csX562" fmla="*/ 1198912 w 2131156"/>
              <a:gd name="csY562" fmla="*/ 1374910 h 1374909"/>
              <a:gd name="csX563" fmla="*/ 1201044 w 2131156"/>
              <a:gd name="csY563" fmla="*/ 1374910 h 1374909"/>
              <a:gd name="csX564" fmla="*/ 1203176 w 2131156"/>
              <a:gd name="csY564" fmla="*/ 1374910 h 1374909"/>
              <a:gd name="csX565" fmla="*/ 1205308 w 2131156"/>
              <a:gd name="csY565" fmla="*/ 1374910 h 1374909"/>
              <a:gd name="csX566" fmla="*/ 1207440 w 2131156"/>
              <a:gd name="csY566" fmla="*/ 1374910 h 1374909"/>
              <a:gd name="csX567" fmla="*/ 1209572 w 2131156"/>
              <a:gd name="csY567" fmla="*/ 1374910 h 1374909"/>
              <a:gd name="csX568" fmla="*/ 1211704 w 2131156"/>
              <a:gd name="csY568" fmla="*/ 1374910 h 1374909"/>
              <a:gd name="csX569" fmla="*/ 1213836 w 2131156"/>
              <a:gd name="csY569" fmla="*/ 1374910 h 1374909"/>
              <a:gd name="csX570" fmla="*/ 1215968 w 2131156"/>
              <a:gd name="csY570" fmla="*/ 1374910 h 1374909"/>
              <a:gd name="csX571" fmla="*/ 1218111 w 2131156"/>
              <a:gd name="csY571" fmla="*/ 1374910 h 1374909"/>
              <a:gd name="csX572" fmla="*/ 1220243 w 2131156"/>
              <a:gd name="csY572" fmla="*/ 1374910 h 1374909"/>
              <a:gd name="csX573" fmla="*/ 1222375 w 2131156"/>
              <a:gd name="csY573" fmla="*/ 1374910 h 1374909"/>
              <a:gd name="csX574" fmla="*/ 1224507 w 2131156"/>
              <a:gd name="csY574" fmla="*/ 1374910 h 1374909"/>
              <a:gd name="csX575" fmla="*/ 1226639 w 2131156"/>
              <a:gd name="csY575" fmla="*/ 1374910 h 1374909"/>
              <a:gd name="csX576" fmla="*/ 1228771 w 2131156"/>
              <a:gd name="csY576" fmla="*/ 1374910 h 1374909"/>
              <a:gd name="csX577" fmla="*/ 1230903 w 2131156"/>
              <a:gd name="csY577" fmla="*/ 1374910 h 1374909"/>
              <a:gd name="csX578" fmla="*/ 1233035 w 2131156"/>
              <a:gd name="csY578" fmla="*/ 1374910 h 1374909"/>
              <a:gd name="csX579" fmla="*/ 1235167 w 2131156"/>
              <a:gd name="csY579" fmla="*/ 1374910 h 1374909"/>
              <a:gd name="csX580" fmla="*/ 1237310 w 2131156"/>
              <a:gd name="csY580" fmla="*/ 1374910 h 1374909"/>
              <a:gd name="csX581" fmla="*/ 1239442 w 2131156"/>
              <a:gd name="csY581" fmla="*/ 1374910 h 1374909"/>
              <a:gd name="csX582" fmla="*/ 1241574 w 2131156"/>
              <a:gd name="csY582" fmla="*/ 1374910 h 1374909"/>
              <a:gd name="csX583" fmla="*/ 1243706 w 2131156"/>
              <a:gd name="csY583" fmla="*/ 1374910 h 1374909"/>
              <a:gd name="csX584" fmla="*/ 1245838 w 2131156"/>
              <a:gd name="csY584" fmla="*/ 1374910 h 1374909"/>
              <a:gd name="csX585" fmla="*/ 1247970 w 2131156"/>
              <a:gd name="csY585" fmla="*/ 1374910 h 1374909"/>
              <a:gd name="csX586" fmla="*/ 1250103 w 2131156"/>
              <a:gd name="csY586" fmla="*/ 1374910 h 1374909"/>
              <a:gd name="csX587" fmla="*/ 1252235 w 2131156"/>
              <a:gd name="csY587" fmla="*/ 1374910 h 1374909"/>
              <a:gd name="csX588" fmla="*/ 1254367 w 2131156"/>
              <a:gd name="csY588" fmla="*/ 1374910 h 1374909"/>
              <a:gd name="csX589" fmla="*/ 1256509 w 2131156"/>
              <a:gd name="csY589" fmla="*/ 1374910 h 1374909"/>
              <a:gd name="csX590" fmla="*/ 1258641 w 2131156"/>
              <a:gd name="csY590" fmla="*/ 1374910 h 1374909"/>
              <a:gd name="csX591" fmla="*/ 1260773 w 2131156"/>
              <a:gd name="csY591" fmla="*/ 1374910 h 1374909"/>
              <a:gd name="csX592" fmla="*/ 1262906 w 2131156"/>
              <a:gd name="csY592" fmla="*/ 1374910 h 1374909"/>
              <a:gd name="csX593" fmla="*/ 1265038 w 2131156"/>
              <a:gd name="csY593" fmla="*/ 1374910 h 1374909"/>
              <a:gd name="csX594" fmla="*/ 1267170 w 2131156"/>
              <a:gd name="csY594" fmla="*/ 1374910 h 1374909"/>
              <a:gd name="csX595" fmla="*/ 1269302 w 2131156"/>
              <a:gd name="csY595" fmla="*/ 1374910 h 1374909"/>
              <a:gd name="csX596" fmla="*/ 1271434 w 2131156"/>
              <a:gd name="csY596" fmla="*/ 1374910 h 1374909"/>
              <a:gd name="csX597" fmla="*/ 1273576 w 2131156"/>
              <a:gd name="csY597" fmla="*/ 1374910 h 1374909"/>
              <a:gd name="csX598" fmla="*/ 1275708 w 2131156"/>
              <a:gd name="csY598" fmla="*/ 1374910 h 1374909"/>
              <a:gd name="csX599" fmla="*/ 1277841 w 2131156"/>
              <a:gd name="csY599" fmla="*/ 1374910 h 1374909"/>
              <a:gd name="csX600" fmla="*/ 1279973 w 2131156"/>
              <a:gd name="csY600" fmla="*/ 1374910 h 1374909"/>
              <a:gd name="csX601" fmla="*/ 1282105 w 2131156"/>
              <a:gd name="csY601" fmla="*/ 1374910 h 1374909"/>
              <a:gd name="csX602" fmla="*/ 1284237 w 2131156"/>
              <a:gd name="csY602" fmla="*/ 1374910 h 1374909"/>
              <a:gd name="csX603" fmla="*/ 1286369 w 2131156"/>
              <a:gd name="csY603" fmla="*/ 1374910 h 1374909"/>
              <a:gd name="csX604" fmla="*/ 1288501 w 2131156"/>
              <a:gd name="csY604" fmla="*/ 1374910 h 1374909"/>
              <a:gd name="csX605" fmla="*/ 1290633 w 2131156"/>
              <a:gd name="csY605" fmla="*/ 1374910 h 1374909"/>
              <a:gd name="csX606" fmla="*/ 1292776 w 2131156"/>
              <a:gd name="csY606" fmla="*/ 1374910 h 1374909"/>
              <a:gd name="csX607" fmla="*/ 1294908 w 2131156"/>
              <a:gd name="csY607" fmla="*/ 1374910 h 1374909"/>
              <a:gd name="csX608" fmla="*/ 1297040 w 2131156"/>
              <a:gd name="csY608" fmla="*/ 1374910 h 1374909"/>
              <a:gd name="csX609" fmla="*/ 1299172 w 2131156"/>
              <a:gd name="csY609" fmla="*/ 1374910 h 1374909"/>
              <a:gd name="csX610" fmla="*/ 1301304 w 2131156"/>
              <a:gd name="csY610" fmla="*/ 1374910 h 1374909"/>
              <a:gd name="csX611" fmla="*/ 1303436 w 2131156"/>
              <a:gd name="csY611" fmla="*/ 1374910 h 1374909"/>
              <a:gd name="csX612" fmla="*/ 1305568 w 2131156"/>
              <a:gd name="csY612" fmla="*/ 1374910 h 1374909"/>
              <a:gd name="csX613" fmla="*/ 1307700 w 2131156"/>
              <a:gd name="csY613" fmla="*/ 1374910 h 1374909"/>
              <a:gd name="csX614" fmla="*/ 1309832 w 2131156"/>
              <a:gd name="csY614" fmla="*/ 1374910 h 1374909"/>
              <a:gd name="csX615" fmla="*/ 1311975 w 2131156"/>
              <a:gd name="csY615" fmla="*/ 1374910 h 1374909"/>
              <a:gd name="csX616" fmla="*/ 1314107 w 2131156"/>
              <a:gd name="csY616" fmla="*/ 1374910 h 1374909"/>
              <a:gd name="csX617" fmla="*/ 1316239 w 2131156"/>
              <a:gd name="csY617" fmla="*/ 1374910 h 1374909"/>
              <a:gd name="csX618" fmla="*/ 1318371 w 2131156"/>
              <a:gd name="csY618" fmla="*/ 1374910 h 1374909"/>
              <a:gd name="csX619" fmla="*/ 1320503 w 2131156"/>
              <a:gd name="csY619" fmla="*/ 1374910 h 1374909"/>
              <a:gd name="csX620" fmla="*/ 1322635 w 2131156"/>
              <a:gd name="csY620" fmla="*/ 1374910 h 1374909"/>
              <a:gd name="csX621" fmla="*/ 1324767 w 2131156"/>
              <a:gd name="csY621" fmla="*/ 1374910 h 1374909"/>
              <a:gd name="csX622" fmla="*/ 1326900 w 2131156"/>
              <a:gd name="csY622" fmla="*/ 1374910 h 1374909"/>
              <a:gd name="csX623" fmla="*/ 1329032 w 2131156"/>
              <a:gd name="csY623" fmla="*/ 1374910 h 1374909"/>
              <a:gd name="csX624" fmla="*/ 1331174 w 2131156"/>
              <a:gd name="csY624" fmla="*/ 1374910 h 1374909"/>
              <a:gd name="csX625" fmla="*/ 1333306 w 2131156"/>
              <a:gd name="csY625" fmla="*/ 1374910 h 1374909"/>
              <a:gd name="csX626" fmla="*/ 1335438 w 2131156"/>
              <a:gd name="csY626" fmla="*/ 1374910 h 1374909"/>
              <a:gd name="csX627" fmla="*/ 1337570 w 2131156"/>
              <a:gd name="csY627" fmla="*/ 1374910 h 1374909"/>
              <a:gd name="csX628" fmla="*/ 1339702 w 2131156"/>
              <a:gd name="csY628" fmla="*/ 1374910 h 1374909"/>
              <a:gd name="csX629" fmla="*/ 1341835 w 2131156"/>
              <a:gd name="csY629" fmla="*/ 1374910 h 1374909"/>
              <a:gd name="csX630" fmla="*/ 1343967 w 2131156"/>
              <a:gd name="csY630" fmla="*/ 1374910 h 1374909"/>
              <a:gd name="csX631" fmla="*/ 1346099 w 2131156"/>
              <a:gd name="csY631" fmla="*/ 1374910 h 1374909"/>
              <a:gd name="csX632" fmla="*/ 1348241 w 2131156"/>
              <a:gd name="csY632" fmla="*/ 1374910 h 1374909"/>
              <a:gd name="csX633" fmla="*/ 1350373 w 2131156"/>
              <a:gd name="csY633" fmla="*/ 1374910 h 1374909"/>
              <a:gd name="csX634" fmla="*/ 1352505 w 2131156"/>
              <a:gd name="csY634" fmla="*/ 1374910 h 1374909"/>
              <a:gd name="csX635" fmla="*/ 1354638 w 2131156"/>
              <a:gd name="csY635" fmla="*/ 1374910 h 1374909"/>
              <a:gd name="csX636" fmla="*/ 1356770 w 2131156"/>
              <a:gd name="csY636" fmla="*/ 1374910 h 1374909"/>
              <a:gd name="csX637" fmla="*/ 1358902 w 2131156"/>
              <a:gd name="csY637" fmla="*/ 1374910 h 1374909"/>
              <a:gd name="csX638" fmla="*/ 1361034 w 2131156"/>
              <a:gd name="csY638" fmla="*/ 1374910 h 1374909"/>
              <a:gd name="csX639" fmla="*/ 1363166 w 2131156"/>
              <a:gd name="csY639" fmla="*/ 1374910 h 1374909"/>
              <a:gd name="csX640" fmla="*/ 1365298 w 2131156"/>
              <a:gd name="csY640" fmla="*/ 1374910 h 1374909"/>
              <a:gd name="csX641" fmla="*/ 1367440 w 2131156"/>
              <a:gd name="csY641" fmla="*/ 1374910 h 1374909"/>
              <a:gd name="csX642" fmla="*/ 1369573 w 2131156"/>
              <a:gd name="csY642" fmla="*/ 1374910 h 1374909"/>
              <a:gd name="csX643" fmla="*/ 1371705 w 2131156"/>
              <a:gd name="csY643" fmla="*/ 1374910 h 1374909"/>
              <a:gd name="csX644" fmla="*/ 1373837 w 2131156"/>
              <a:gd name="csY644" fmla="*/ 1374910 h 1374909"/>
              <a:gd name="csX645" fmla="*/ 1375969 w 2131156"/>
              <a:gd name="csY645" fmla="*/ 1374910 h 1374909"/>
              <a:gd name="csX646" fmla="*/ 1378101 w 2131156"/>
              <a:gd name="csY646" fmla="*/ 1374910 h 1374909"/>
              <a:gd name="csX647" fmla="*/ 1380233 w 2131156"/>
              <a:gd name="csY647" fmla="*/ 1374910 h 1374909"/>
              <a:gd name="csX648" fmla="*/ 1382365 w 2131156"/>
              <a:gd name="csY648" fmla="*/ 1374910 h 1374909"/>
              <a:gd name="csX649" fmla="*/ 1384497 w 2131156"/>
              <a:gd name="csY649" fmla="*/ 1374910 h 1374909"/>
              <a:gd name="csX650" fmla="*/ 1386640 w 2131156"/>
              <a:gd name="csY650" fmla="*/ 1374910 h 1374909"/>
              <a:gd name="csX651" fmla="*/ 1388772 w 2131156"/>
              <a:gd name="csY651" fmla="*/ 1374910 h 1374909"/>
              <a:gd name="csX652" fmla="*/ 1390904 w 2131156"/>
              <a:gd name="csY652" fmla="*/ 1374910 h 1374909"/>
              <a:gd name="csX653" fmla="*/ 1393036 w 2131156"/>
              <a:gd name="csY653" fmla="*/ 1374910 h 1374909"/>
              <a:gd name="csX654" fmla="*/ 1395168 w 2131156"/>
              <a:gd name="csY654" fmla="*/ 1374910 h 1374909"/>
              <a:gd name="csX655" fmla="*/ 1397300 w 2131156"/>
              <a:gd name="csY655" fmla="*/ 1374910 h 1374909"/>
              <a:gd name="csX656" fmla="*/ 1399432 w 2131156"/>
              <a:gd name="csY656" fmla="*/ 1374910 h 1374909"/>
              <a:gd name="csX657" fmla="*/ 1401564 w 2131156"/>
              <a:gd name="csY657" fmla="*/ 1374910 h 1374909"/>
              <a:gd name="csX658" fmla="*/ 1403707 w 2131156"/>
              <a:gd name="csY658" fmla="*/ 1374910 h 1374909"/>
              <a:gd name="csX659" fmla="*/ 1405839 w 2131156"/>
              <a:gd name="csY659" fmla="*/ 1374910 h 1374909"/>
              <a:gd name="csX660" fmla="*/ 1407971 w 2131156"/>
              <a:gd name="csY660" fmla="*/ 1374910 h 1374909"/>
              <a:gd name="csX661" fmla="*/ 1410103 w 2131156"/>
              <a:gd name="csY661" fmla="*/ 1374910 h 1374909"/>
              <a:gd name="csX662" fmla="*/ 1412235 w 2131156"/>
              <a:gd name="csY662" fmla="*/ 1374910 h 1374909"/>
              <a:gd name="csX663" fmla="*/ 1414367 w 2131156"/>
              <a:gd name="csY663" fmla="*/ 1374910 h 1374909"/>
              <a:gd name="csX664" fmla="*/ 1416499 w 2131156"/>
              <a:gd name="csY664" fmla="*/ 1374910 h 1374909"/>
              <a:gd name="csX665" fmla="*/ 1418632 w 2131156"/>
              <a:gd name="csY665" fmla="*/ 1374910 h 1374909"/>
              <a:gd name="csX666" fmla="*/ 1420764 w 2131156"/>
              <a:gd name="csY666" fmla="*/ 1374910 h 1374909"/>
              <a:gd name="csX667" fmla="*/ 1422906 w 2131156"/>
              <a:gd name="csY667" fmla="*/ 1374910 h 1374909"/>
              <a:gd name="csX668" fmla="*/ 1425038 w 2131156"/>
              <a:gd name="csY668" fmla="*/ 1374910 h 1374909"/>
              <a:gd name="csX669" fmla="*/ 1427170 w 2131156"/>
              <a:gd name="csY669" fmla="*/ 1374910 h 1374909"/>
              <a:gd name="csX670" fmla="*/ 1429302 w 2131156"/>
              <a:gd name="csY670" fmla="*/ 1374910 h 1374909"/>
              <a:gd name="csX671" fmla="*/ 1431434 w 2131156"/>
              <a:gd name="csY671" fmla="*/ 1374910 h 1374909"/>
              <a:gd name="csX672" fmla="*/ 1433567 w 2131156"/>
              <a:gd name="csY672" fmla="*/ 1374910 h 1374909"/>
              <a:gd name="csX673" fmla="*/ 1435699 w 2131156"/>
              <a:gd name="csY673" fmla="*/ 1374910 h 1374909"/>
              <a:gd name="csX674" fmla="*/ 1437831 w 2131156"/>
              <a:gd name="csY674" fmla="*/ 1374910 h 1374909"/>
              <a:gd name="csX675" fmla="*/ 1439963 w 2131156"/>
              <a:gd name="csY675" fmla="*/ 1374910 h 1374909"/>
              <a:gd name="csX676" fmla="*/ 1442105 w 2131156"/>
              <a:gd name="csY676" fmla="*/ 1374910 h 1374909"/>
              <a:gd name="csX677" fmla="*/ 1444237 w 2131156"/>
              <a:gd name="csY677" fmla="*/ 1374910 h 1374909"/>
              <a:gd name="csX678" fmla="*/ 1446370 w 2131156"/>
              <a:gd name="csY678" fmla="*/ 1374910 h 1374909"/>
              <a:gd name="csX679" fmla="*/ 1448502 w 2131156"/>
              <a:gd name="csY679" fmla="*/ 1374910 h 1374909"/>
              <a:gd name="csX680" fmla="*/ 1450634 w 2131156"/>
              <a:gd name="csY680" fmla="*/ 1374910 h 1374909"/>
              <a:gd name="csX681" fmla="*/ 1452766 w 2131156"/>
              <a:gd name="csY681" fmla="*/ 1374910 h 1374909"/>
              <a:gd name="csX682" fmla="*/ 1454898 w 2131156"/>
              <a:gd name="csY682" fmla="*/ 1374910 h 1374909"/>
              <a:gd name="csX683" fmla="*/ 1457030 w 2131156"/>
              <a:gd name="csY683" fmla="*/ 1374910 h 1374909"/>
              <a:gd name="csX684" fmla="*/ 1459162 w 2131156"/>
              <a:gd name="csY684" fmla="*/ 1374910 h 1374909"/>
              <a:gd name="csX685" fmla="*/ 1461305 w 2131156"/>
              <a:gd name="csY685" fmla="*/ 1374910 h 1374909"/>
              <a:gd name="csX686" fmla="*/ 1463437 w 2131156"/>
              <a:gd name="csY686" fmla="*/ 1374910 h 1374909"/>
              <a:gd name="csX687" fmla="*/ 1465569 w 2131156"/>
              <a:gd name="csY687" fmla="*/ 1374910 h 1374909"/>
              <a:gd name="csX688" fmla="*/ 1467701 w 2131156"/>
              <a:gd name="csY688" fmla="*/ 1374910 h 1374909"/>
              <a:gd name="csX689" fmla="*/ 1469833 w 2131156"/>
              <a:gd name="csY689" fmla="*/ 1374910 h 1374909"/>
              <a:gd name="csX690" fmla="*/ 1471965 w 2131156"/>
              <a:gd name="csY690" fmla="*/ 1374910 h 1374909"/>
              <a:gd name="csX691" fmla="*/ 1474097 w 2131156"/>
              <a:gd name="csY691" fmla="*/ 1374910 h 1374909"/>
              <a:gd name="csX692" fmla="*/ 1476229 w 2131156"/>
              <a:gd name="csY692" fmla="*/ 1374910 h 1374909"/>
              <a:gd name="csX693" fmla="*/ 1478372 w 2131156"/>
              <a:gd name="csY693" fmla="*/ 1374910 h 1374909"/>
              <a:gd name="csX694" fmla="*/ 1480504 w 2131156"/>
              <a:gd name="csY694" fmla="*/ 1374910 h 1374909"/>
              <a:gd name="csX695" fmla="*/ 1482636 w 2131156"/>
              <a:gd name="csY695" fmla="*/ 1374910 h 1374909"/>
              <a:gd name="csX696" fmla="*/ 1484768 w 2131156"/>
              <a:gd name="csY696" fmla="*/ 1374910 h 1374909"/>
              <a:gd name="csX697" fmla="*/ 1486900 w 2131156"/>
              <a:gd name="csY697" fmla="*/ 1374910 h 1374909"/>
              <a:gd name="csX698" fmla="*/ 1489032 w 2131156"/>
              <a:gd name="csY698" fmla="*/ 1374910 h 1374909"/>
              <a:gd name="csX699" fmla="*/ 1491164 w 2131156"/>
              <a:gd name="csY699" fmla="*/ 1374910 h 1374909"/>
              <a:gd name="csX700" fmla="*/ 1493296 w 2131156"/>
              <a:gd name="csY700" fmla="*/ 1374910 h 1374909"/>
              <a:gd name="csX701" fmla="*/ 1495429 w 2131156"/>
              <a:gd name="csY701" fmla="*/ 1374910 h 1374909"/>
              <a:gd name="csX702" fmla="*/ 1497571 w 2131156"/>
              <a:gd name="csY702" fmla="*/ 1374910 h 1374909"/>
              <a:gd name="csX703" fmla="*/ 1499703 w 2131156"/>
              <a:gd name="csY703" fmla="*/ 1374910 h 1374909"/>
              <a:gd name="csX704" fmla="*/ 1501835 w 2131156"/>
              <a:gd name="csY704" fmla="*/ 1374910 h 1374909"/>
              <a:gd name="csX705" fmla="*/ 1503967 w 2131156"/>
              <a:gd name="csY705" fmla="*/ 1374910 h 1374909"/>
              <a:gd name="csX706" fmla="*/ 1506099 w 2131156"/>
              <a:gd name="csY706" fmla="*/ 1374910 h 1374909"/>
              <a:gd name="csX707" fmla="*/ 1508232 w 2131156"/>
              <a:gd name="csY707" fmla="*/ 1374910 h 1374909"/>
              <a:gd name="csX708" fmla="*/ 1510364 w 2131156"/>
              <a:gd name="csY708" fmla="*/ 1374910 h 1374909"/>
              <a:gd name="csX709" fmla="*/ 1512496 w 2131156"/>
              <a:gd name="csY709" fmla="*/ 1374910 h 1374909"/>
              <a:gd name="csX710" fmla="*/ 1514628 w 2131156"/>
              <a:gd name="csY710" fmla="*/ 1374910 h 1374909"/>
              <a:gd name="csX711" fmla="*/ 1516770 w 2131156"/>
              <a:gd name="csY711" fmla="*/ 1374910 h 1374909"/>
              <a:gd name="csX712" fmla="*/ 1518902 w 2131156"/>
              <a:gd name="csY712" fmla="*/ 1374910 h 1374909"/>
              <a:gd name="csX713" fmla="*/ 1521034 w 2131156"/>
              <a:gd name="csY713" fmla="*/ 1374910 h 1374909"/>
              <a:gd name="csX714" fmla="*/ 1523166 w 2131156"/>
              <a:gd name="csY714" fmla="*/ 1374910 h 1374909"/>
              <a:gd name="csX715" fmla="*/ 1525299 w 2131156"/>
              <a:gd name="csY715" fmla="*/ 1374910 h 1374909"/>
              <a:gd name="csX716" fmla="*/ 1527431 w 2131156"/>
              <a:gd name="csY716" fmla="*/ 1374910 h 1374909"/>
              <a:gd name="csX717" fmla="*/ 1529563 w 2131156"/>
              <a:gd name="csY717" fmla="*/ 1374910 h 1374909"/>
              <a:gd name="csX718" fmla="*/ 1531695 w 2131156"/>
              <a:gd name="csY718" fmla="*/ 1374910 h 1374909"/>
              <a:gd name="csX719" fmla="*/ 1533827 w 2131156"/>
              <a:gd name="csY719" fmla="*/ 1374910 h 1374909"/>
              <a:gd name="csX720" fmla="*/ 1535969 w 2131156"/>
              <a:gd name="csY720" fmla="*/ 1374910 h 1374909"/>
              <a:gd name="csX721" fmla="*/ 1538102 w 2131156"/>
              <a:gd name="csY721" fmla="*/ 1374910 h 1374909"/>
              <a:gd name="csX722" fmla="*/ 1540234 w 2131156"/>
              <a:gd name="csY722" fmla="*/ 1374910 h 1374909"/>
              <a:gd name="csX723" fmla="*/ 1542366 w 2131156"/>
              <a:gd name="csY723" fmla="*/ 1374910 h 1374909"/>
              <a:gd name="csX724" fmla="*/ 1544498 w 2131156"/>
              <a:gd name="csY724" fmla="*/ 1374910 h 1374909"/>
              <a:gd name="csX725" fmla="*/ 1546630 w 2131156"/>
              <a:gd name="csY725" fmla="*/ 1374910 h 1374909"/>
              <a:gd name="csX726" fmla="*/ 1548762 w 2131156"/>
              <a:gd name="csY726" fmla="*/ 1374910 h 1374909"/>
              <a:gd name="csX727" fmla="*/ 1550894 w 2131156"/>
              <a:gd name="csY727" fmla="*/ 1374910 h 1374909"/>
              <a:gd name="csX728" fmla="*/ 1553037 w 2131156"/>
              <a:gd name="csY728" fmla="*/ 1374910 h 1374909"/>
              <a:gd name="csX729" fmla="*/ 1555169 w 2131156"/>
              <a:gd name="csY729" fmla="*/ 1374910 h 1374909"/>
              <a:gd name="csX730" fmla="*/ 1557301 w 2131156"/>
              <a:gd name="csY730" fmla="*/ 1374910 h 1374909"/>
              <a:gd name="csX731" fmla="*/ 1559433 w 2131156"/>
              <a:gd name="csY731" fmla="*/ 1374910 h 1374909"/>
              <a:gd name="csX732" fmla="*/ 1561565 w 2131156"/>
              <a:gd name="csY732" fmla="*/ 1374910 h 1374909"/>
              <a:gd name="csX733" fmla="*/ 1563697 w 2131156"/>
              <a:gd name="csY733" fmla="*/ 1374910 h 1374909"/>
              <a:gd name="csX734" fmla="*/ 1565829 w 2131156"/>
              <a:gd name="csY734" fmla="*/ 1374910 h 1374909"/>
              <a:gd name="csX735" fmla="*/ 1567961 w 2131156"/>
              <a:gd name="csY735" fmla="*/ 1374910 h 1374909"/>
              <a:gd name="csX736" fmla="*/ 1570093 w 2131156"/>
              <a:gd name="csY736" fmla="*/ 1374910 h 1374909"/>
              <a:gd name="csX737" fmla="*/ 1572236 w 2131156"/>
              <a:gd name="csY737" fmla="*/ 1374910 h 1374909"/>
              <a:gd name="csX738" fmla="*/ 1574368 w 2131156"/>
              <a:gd name="csY738" fmla="*/ 1374910 h 1374909"/>
              <a:gd name="csX739" fmla="*/ 1576500 w 2131156"/>
              <a:gd name="csY739" fmla="*/ 1374910 h 1374909"/>
              <a:gd name="csX740" fmla="*/ 1578632 w 2131156"/>
              <a:gd name="csY740" fmla="*/ 1374910 h 1374909"/>
              <a:gd name="csX741" fmla="*/ 1580764 w 2131156"/>
              <a:gd name="csY741" fmla="*/ 1374910 h 1374909"/>
              <a:gd name="csX742" fmla="*/ 1582896 w 2131156"/>
              <a:gd name="csY742" fmla="*/ 1374910 h 1374909"/>
              <a:gd name="csX743" fmla="*/ 1585028 w 2131156"/>
              <a:gd name="csY743" fmla="*/ 1374910 h 1374909"/>
              <a:gd name="csX744" fmla="*/ 1587161 w 2131156"/>
              <a:gd name="csY744" fmla="*/ 1374910 h 1374909"/>
              <a:gd name="csX745" fmla="*/ 1589293 w 2131156"/>
              <a:gd name="csY745" fmla="*/ 1374910 h 1374909"/>
              <a:gd name="csX746" fmla="*/ 1591435 w 2131156"/>
              <a:gd name="csY746" fmla="*/ 1374910 h 1374909"/>
              <a:gd name="csX747" fmla="*/ 1593567 w 2131156"/>
              <a:gd name="csY747" fmla="*/ 1374910 h 1374909"/>
              <a:gd name="csX748" fmla="*/ 1595699 w 2131156"/>
              <a:gd name="csY748" fmla="*/ 1374910 h 1374909"/>
              <a:gd name="csX749" fmla="*/ 1597831 w 2131156"/>
              <a:gd name="csY749" fmla="*/ 1374910 h 1374909"/>
              <a:gd name="csX750" fmla="*/ 1599964 w 2131156"/>
              <a:gd name="csY750" fmla="*/ 1374910 h 1374909"/>
              <a:gd name="csX751" fmla="*/ 1602096 w 2131156"/>
              <a:gd name="csY751" fmla="*/ 1374910 h 1374909"/>
              <a:gd name="csX752" fmla="*/ 1604228 w 2131156"/>
              <a:gd name="csY752" fmla="*/ 1374910 h 1374909"/>
              <a:gd name="csX753" fmla="*/ 1606360 w 2131156"/>
              <a:gd name="csY753" fmla="*/ 1374910 h 1374909"/>
              <a:gd name="csX754" fmla="*/ 1608502 w 2131156"/>
              <a:gd name="csY754" fmla="*/ 1374910 h 1374909"/>
              <a:gd name="csX755" fmla="*/ 1610634 w 2131156"/>
              <a:gd name="csY755" fmla="*/ 1374910 h 1374909"/>
              <a:gd name="csX756" fmla="*/ 1612766 w 2131156"/>
              <a:gd name="csY756" fmla="*/ 1374910 h 1374909"/>
              <a:gd name="csX757" fmla="*/ 1614898 w 2131156"/>
              <a:gd name="csY757" fmla="*/ 1374910 h 1374909"/>
              <a:gd name="csX758" fmla="*/ 1617031 w 2131156"/>
              <a:gd name="csY758" fmla="*/ 1374910 h 1374909"/>
              <a:gd name="csX759" fmla="*/ 1619163 w 2131156"/>
              <a:gd name="csY759" fmla="*/ 1374910 h 1374909"/>
              <a:gd name="csX760" fmla="*/ 1621295 w 2131156"/>
              <a:gd name="csY760" fmla="*/ 1374910 h 1374909"/>
              <a:gd name="csX761" fmla="*/ 1623427 w 2131156"/>
              <a:gd name="csY761" fmla="*/ 1374910 h 1374909"/>
              <a:gd name="csX762" fmla="*/ 1625559 w 2131156"/>
              <a:gd name="csY762" fmla="*/ 1374910 h 1374909"/>
              <a:gd name="csX763" fmla="*/ 1627701 w 2131156"/>
              <a:gd name="csY763" fmla="*/ 1374910 h 1374909"/>
              <a:gd name="csX764" fmla="*/ 1629834 w 2131156"/>
              <a:gd name="csY764" fmla="*/ 1374910 h 1374909"/>
              <a:gd name="csX765" fmla="*/ 1631966 w 2131156"/>
              <a:gd name="csY765" fmla="*/ 1374910 h 1374909"/>
              <a:gd name="csX766" fmla="*/ 1634098 w 2131156"/>
              <a:gd name="csY766" fmla="*/ 1374910 h 1374909"/>
              <a:gd name="csX767" fmla="*/ 1636230 w 2131156"/>
              <a:gd name="csY767" fmla="*/ 1374910 h 1374909"/>
              <a:gd name="csX768" fmla="*/ 1638362 w 2131156"/>
              <a:gd name="csY768" fmla="*/ 1374910 h 1374909"/>
              <a:gd name="csX769" fmla="*/ 1640494 w 2131156"/>
              <a:gd name="csY769" fmla="*/ 1374910 h 1374909"/>
              <a:gd name="csX770" fmla="*/ 1642626 w 2131156"/>
              <a:gd name="csY770" fmla="*/ 1374910 h 1374909"/>
              <a:gd name="csX771" fmla="*/ 1644758 w 2131156"/>
              <a:gd name="csY771" fmla="*/ 1374910 h 1374909"/>
              <a:gd name="csX772" fmla="*/ 1646901 w 2131156"/>
              <a:gd name="csY772" fmla="*/ 1374910 h 1374909"/>
              <a:gd name="csX773" fmla="*/ 1649033 w 2131156"/>
              <a:gd name="csY773" fmla="*/ 1374910 h 1374909"/>
              <a:gd name="csX774" fmla="*/ 1651165 w 2131156"/>
              <a:gd name="csY774" fmla="*/ 1374910 h 1374909"/>
              <a:gd name="csX775" fmla="*/ 1653297 w 2131156"/>
              <a:gd name="csY775" fmla="*/ 1374910 h 1374909"/>
              <a:gd name="csX776" fmla="*/ 1655429 w 2131156"/>
              <a:gd name="csY776" fmla="*/ 1374910 h 1374909"/>
              <a:gd name="csX777" fmla="*/ 1657561 w 2131156"/>
              <a:gd name="csY777" fmla="*/ 1374910 h 1374909"/>
              <a:gd name="csX778" fmla="*/ 1659693 w 2131156"/>
              <a:gd name="csY778" fmla="*/ 1374910 h 1374909"/>
              <a:gd name="csX779" fmla="*/ 1661825 w 2131156"/>
              <a:gd name="csY779" fmla="*/ 1374910 h 1374909"/>
              <a:gd name="csX780" fmla="*/ 1663958 w 2131156"/>
              <a:gd name="csY780" fmla="*/ 1374910 h 1374909"/>
              <a:gd name="csX781" fmla="*/ 1666100 w 2131156"/>
              <a:gd name="csY781" fmla="*/ 1374910 h 1374909"/>
              <a:gd name="csX782" fmla="*/ 1668232 w 2131156"/>
              <a:gd name="csY782" fmla="*/ 1374910 h 1374909"/>
              <a:gd name="csX783" fmla="*/ 1670364 w 2131156"/>
              <a:gd name="csY783" fmla="*/ 1374910 h 1374909"/>
              <a:gd name="csX784" fmla="*/ 1672496 w 2131156"/>
              <a:gd name="csY784" fmla="*/ 1374910 h 1374909"/>
              <a:gd name="csX785" fmla="*/ 1674628 w 2131156"/>
              <a:gd name="csY785" fmla="*/ 1374910 h 1374909"/>
              <a:gd name="csX786" fmla="*/ 1676760 w 2131156"/>
              <a:gd name="csY786" fmla="*/ 1374910 h 1374909"/>
              <a:gd name="csX787" fmla="*/ 1678893 w 2131156"/>
              <a:gd name="csY787" fmla="*/ 1374910 h 1374909"/>
              <a:gd name="csX788" fmla="*/ 1681025 w 2131156"/>
              <a:gd name="csY788" fmla="*/ 1374910 h 1374909"/>
              <a:gd name="csX789" fmla="*/ 1683167 w 2131156"/>
              <a:gd name="csY789" fmla="*/ 1374910 h 1374909"/>
              <a:gd name="csX790" fmla="*/ 1685299 w 2131156"/>
              <a:gd name="csY790" fmla="*/ 1374910 h 1374909"/>
              <a:gd name="csX791" fmla="*/ 1687431 w 2131156"/>
              <a:gd name="csY791" fmla="*/ 1374910 h 1374909"/>
              <a:gd name="csX792" fmla="*/ 1689563 w 2131156"/>
              <a:gd name="csY792" fmla="*/ 1374910 h 1374909"/>
              <a:gd name="csX793" fmla="*/ 1691696 w 2131156"/>
              <a:gd name="csY793" fmla="*/ 1374910 h 1374909"/>
              <a:gd name="csX794" fmla="*/ 1693828 w 2131156"/>
              <a:gd name="csY794" fmla="*/ 1374910 h 1374909"/>
              <a:gd name="csX795" fmla="*/ 1695960 w 2131156"/>
              <a:gd name="csY795" fmla="*/ 1374910 h 1374909"/>
              <a:gd name="csX796" fmla="*/ 1698092 w 2131156"/>
              <a:gd name="csY796" fmla="*/ 1374910 h 1374909"/>
              <a:gd name="csX797" fmla="*/ 1700224 w 2131156"/>
              <a:gd name="csY797" fmla="*/ 1374910 h 1374909"/>
              <a:gd name="csX798" fmla="*/ 1702366 w 2131156"/>
              <a:gd name="csY798" fmla="*/ 1374910 h 1374909"/>
              <a:gd name="csX799" fmla="*/ 1704498 w 2131156"/>
              <a:gd name="csY799" fmla="*/ 1374910 h 1374909"/>
              <a:gd name="csX800" fmla="*/ 1706631 w 2131156"/>
              <a:gd name="csY800" fmla="*/ 1374910 h 1374909"/>
              <a:gd name="csX801" fmla="*/ 1708763 w 2131156"/>
              <a:gd name="csY801" fmla="*/ 1374910 h 1374909"/>
              <a:gd name="csX802" fmla="*/ 1710895 w 2131156"/>
              <a:gd name="csY802" fmla="*/ 1374910 h 1374909"/>
              <a:gd name="csX803" fmla="*/ 1713027 w 2131156"/>
              <a:gd name="csY803" fmla="*/ 1374910 h 1374909"/>
              <a:gd name="csX804" fmla="*/ 1715159 w 2131156"/>
              <a:gd name="csY804" fmla="*/ 1374910 h 1374909"/>
              <a:gd name="csX805" fmla="*/ 1717291 w 2131156"/>
              <a:gd name="csY805" fmla="*/ 1374910 h 1374909"/>
              <a:gd name="csX806" fmla="*/ 1719423 w 2131156"/>
              <a:gd name="csY806" fmla="*/ 1374910 h 1374909"/>
              <a:gd name="csX807" fmla="*/ 1721566 w 2131156"/>
              <a:gd name="csY807" fmla="*/ 1374910 h 1374909"/>
              <a:gd name="csX808" fmla="*/ 1723698 w 2131156"/>
              <a:gd name="csY808" fmla="*/ 1374910 h 1374909"/>
              <a:gd name="csX809" fmla="*/ 1725830 w 2131156"/>
              <a:gd name="csY809" fmla="*/ 1374910 h 1374909"/>
              <a:gd name="csX810" fmla="*/ 1727962 w 2131156"/>
              <a:gd name="csY810" fmla="*/ 1374910 h 1374909"/>
              <a:gd name="csX811" fmla="*/ 1730094 w 2131156"/>
              <a:gd name="csY811" fmla="*/ 1374910 h 1374909"/>
              <a:gd name="csX812" fmla="*/ 1732226 w 2131156"/>
              <a:gd name="csY812" fmla="*/ 1374910 h 1374909"/>
              <a:gd name="csX813" fmla="*/ 1734358 w 2131156"/>
              <a:gd name="csY813" fmla="*/ 1374910 h 1374909"/>
              <a:gd name="csX814" fmla="*/ 1736490 w 2131156"/>
              <a:gd name="csY814" fmla="*/ 1374910 h 1374909"/>
              <a:gd name="csX815" fmla="*/ 1738633 w 2131156"/>
              <a:gd name="csY815" fmla="*/ 1374910 h 1374909"/>
              <a:gd name="csX816" fmla="*/ 1740765 w 2131156"/>
              <a:gd name="csY816" fmla="*/ 1374910 h 1374909"/>
              <a:gd name="csX817" fmla="*/ 1742897 w 2131156"/>
              <a:gd name="csY817" fmla="*/ 1374910 h 1374909"/>
              <a:gd name="csX818" fmla="*/ 1745029 w 2131156"/>
              <a:gd name="csY818" fmla="*/ 1374910 h 1374909"/>
              <a:gd name="csX819" fmla="*/ 1747161 w 2131156"/>
              <a:gd name="csY819" fmla="*/ 1374910 h 1374909"/>
              <a:gd name="csX820" fmla="*/ 1749293 w 2131156"/>
              <a:gd name="csY820" fmla="*/ 1374910 h 1374909"/>
              <a:gd name="csX821" fmla="*/ 1751425 w 2131156"/>
              <a:gd name="csY821" fmla="*/ 1374910 h 1374909"/>
              <a:gd name="csX822" fmla="*/ 1753557 w 2131156"/>
              <a:gd name="csY822" fmla="*/ 1374910 h 1374909"/>
              <a:gd name="csX823" fmla="*/ 1755690 w 2131156"/>
              <a:gd name="csY823" fmla="*/ 1374910 h 1374909"/>
              <a:gd name="csX824" fmla="*/ 1757832 w 2131156"/>
              <a:gd name="csY824" fmla="*/ 1374910 h 1374909"/>
              <a:gd name="csX825" fmla="*/ 1759964 w 2131156"/>
              <a:gd name="csY825" fmla="*/ 1374910 h 1374909"/>
              <a:gd name="csX826" fmla="*/ 1762096 w 2131156"/>
              <a:gd name="csY826" fmla="*/ 1374910 h 1374909"/>
              <a:gd name="csX827" fmla="*/ 1764228 w 2131156"/>
              <a:gd name="csY827" fmla="*/ 1374910 h 1374909"/>
              <a:gd name="csX828" fmla="*/ 1766360 w 2131156"/>
              <a:gd name="csY828" fmla="*/ 1374910 h 1374909"/>
              <a:gd name="csX829" fmla="*/ 1768492 w 2131156"/>
              <a:gd name="csY829" fmla="*/ 1374910 h 1374909"/>
              <a:gd name="csX830" fmla="*/ 1770625 w 2131156"/>
              <a:gd name="csY830" fmla="*/ 1374910 h 1374909"/>
              <a:gd name="csX831" fmla="*/ 1772757 w 2131156"/>
              <a:gd name="csY831" fmla="*/ 1374910 h 1374909"/>
              <a:gd name="csX832" fmla="*/ 1774889 w 2131156"/>
              <a:gd name="csY832" fmla="*/ 1374910 h 1374909"/>
              <a:gd name="csX833" fmla="*/ 1777031 w 2131156"/>
              <a:gd name="csY833" fmla="*/ 1374910 h 1374909"/>
              <a:gd name="csX834" fmla="*/ 1779163 w 2131156"/>
              <a:gd name="csY834" fmla="*/ 1374910 h 1374909"/>
              <a:gd name="csX835" fmla="*/ 1781295 w 2131156"/>
              <a:gd name="csY835" fmla="*/ 1374910 h 1374909"/>
              <a:gd name="csX836" fmla="*/ 1783428 w 2131156"/>
              <a:gd name="csY836" fmla="*/ 1374910 h 1374909"/>
              <a:gd name="csX837" fmla="*/ 1785560 w 2131156"/>
              <a:gd name="csY837" fmla="*/ 1374910 h 1374909"/>
              <a:gd name="csX838" fmla="*/ 1787692 w 2131156"/>
              <a:gd name="csY838" fmla="*/ 1374910 h 1374909"/>
              <a:gd name="csX839" fmla="*/ 1789824 w 2131156"/>
              <a:gd name="csY839" fmla="*/ 1374910 h 1374909"/>
              <a:gd name="csX840" fmla="*/ 1791956 w 2131156"/>
              <a:gd name="csY840" fmla="*/ 1374910 h 1374909"/>
              <a:gd name="csX841" fmla="*/ 1794088 w 2131156"/>
              <a:gd name="csY841" fmla="*/ 1374910 h 1374909"/>
              <a:gd name="csX842" fmla="*/ 1796231 w 2131156"/>
              <a:gd name="csY842" fmla="*/ 1374910 h 1374909"/>
              <a:gd name="csX843" fmla="*/ 1798363 w 2131156"/>
              <a:gd name="csY843" fmla="*/ 1374910 h 1374909"/>
              <a:gd name="csX844" fmla="*/ 1800495 w 2131156"/>
              <a:gd name="csY844" fmla="*/ 1374910 h 1374909"/>
              <a:gd name="csX845" fmla="*/ 1802627 w 2131156"/>
              <a:gd name="csY845" fmla="*/ 1374910 h 1374909"/>
              <a:gd name="csX846" fmla="*/ 1804759 w 2131156"/>
              <a:gd name="csY846" fmla="*/ 1374910 h 1374909"/>
              <a:gd name="csX847" fmla="*/ 1806891 w 2131156"/>
              <a:gd name="csY847" fmla="*/ 1374910 h 1374909"/>
              <a:gd name="csX848" fmla="*/ 1809023 w 2131156"/>
              <a:gd name="csY848" fmla="*/ 1374910 h 1374909"/>
              <a:gd name="csX849" fmla="*/ 1811155 w 2131156"/>
              <a:gd name="csY849" fmla="*/ 1374910 h 1374909"/>
              <a:gd name="csX850" fmla="*/ 1813298 w 2131156"/>
              <a:gd name="csY850" fmla="*/ 1374910 h 1374909"/>
              <a:gd name="csX851" fmla="*/ 1815430 w 2131156"/>
              <a:gd name="csY851" fmla="*/ 1374910 h 1374909"/>
              <a:gd name="csX852" fmla="*/ 1817562 w 2131156"/>
              <a:gd name="csY852" fmla="*/ 1374910 h 1374909"/>
              <a:gd name="csX853" fmla="*/ 1819694 w 2131156"/>
              <a:gd name="csY853" fmla="*/ 1374910 h 1374909"/>
              <a:gd name="csX854" fmla="*/ 1821826 w 2131156"/>
              <a:gd name="csY854" fmla="*/ 1374910 h 1374909"/>
              <a:gd name="csX855" fmla="*/ 1823958 w 2131156"/>
              <a:gd name="csY855" fmla="*/ 1374910 h 1374909"/>
              <a:gd name="csX856" fmla="*/ 1826090 w 2131156"/>
              <a:gd name="csY856" fmla="*/ 1374910 h 1374909"/>
              <a:gd name="csX857" fmla="*/ 1828222 w 2131156"/>
              <a:gd name="csY857" fmla="*/ 1374910 h 1374909"/>
              <a:gd name="csX858" fmla="*/ 1830354 w 2131156"/>
              <a:gd name="csY858" fmla="*/ 1374910 h 1374909"/>
              <a:gd name="csX859" fmla="*/ 1832497 w 2131156"/>
              <a:gd name="csY859" fmla="*/ 1374910 h 1374909"/>
              <a:gd name="csX860" fmla="*/ 1834629 w 2131156"/>
              <a:gd name="csY860" fmla="*/ 1374910 h 1374909"/>
              <a:gd name="csX861" fmla="*/ 1836761 w 2131156"/>
              <a:gd name="csY861" fmla="*/ 1374910 h 1374909"/>
              <a:gd name="csX862" fmla="*/ 1838893 w 2131156"/>
              <a:gd name="csY862" fmla="*/ 1374910 h 1374909"/>
              <a:gd name="csX863" fmla="*/ 1841025 w 2131156"/>
              <a:gd name="csY863" fmla="*/ 1374910 h 1374909"/>
              <a:gd name="csX864" fmla="*/ 1843157 w 2131156"/>
              <a:gd name="csY864" fmla="*/ 1374910 h 1374909"/>
              <a:gd name="csX865" fmla="*/ 1845290 w 2131156"/>
              <a:gd name="csY865" fmla="*/ 1374910 h 1374909"/>
              <a:gd name="csX866" fmla="*/ 1847422 w 2131156"/>
              <a:gd name="csY866" fmla="*/ 1374910 h 1374909"/>
              <a:gd name="csX867" fmla="*/ 1849554 w 2131156"/>
              <a:gd name="csY867" fmla="*/ 1374910 h 1374909"/>
              <a:gd name="csX868" fmla="*/ 1851696 w 2131156"/>
              <a:gd name="csY868" fmla="*/ 1374910 h 1374909"/>
              <a:gd name="csX869" fmla="*/ 1853828 w 2131156"/>
              <a:gd name="csY869" fmla="*/ 1374910 h 1374909"/>
              <a:gd name="csX870" fmla="*/ 1855960 w 2131156"/>
              <a:gd name="csY870" fmla="*/ 1374910 h 1374909"/>
              <a:gd name="csX871" fmla="*/ 1858092 w 2131156"/>
              <a:gd name="csY871" fmla="*/ 1374910 h 1374909"/>
              <a:gd name="csX872" fmla="*/ 1860224 w 2131156"/>
              <a:gd name="csY872" fmla="*/ 1374910 h 1374909"/>
              <a:gd name="csX873" fmla="*/ 1862357 w 2131156"/>
              <a:gd name="csY873" fmla="*/ 1374910 h 1374909"/>
              <a:gd name="csX874" fmla="*/ 1864489 w 2131156"/>
              <a:gd name="csY874" fmla="*/ 1374910 h 1374909"/>
              <a:gd name="csX875" fmla="*/ 1866621 w 2131156"/>
              <a:gd name="csY875" fmla="*/ 1374910 h 1374909"/>
              <a:gd name="csX876" fmla="*/ 1868753 w 2131156"/>
              <a:gd name="csY876" fmla="*/ 1374910 h 1374909"/>
              <a:gd name="csX877" fmla="*/ 1870895 w 2131156"/>
              <a:gd name="csY877" fmla="*/ 1374910 h 1374909"/>
              <a:gd name="csX878" fmla="*/ 1873028 w 2131156"/>
              <a:gd name="csY878" fmla="*/ 1374910 h 1374909"/>
              <a:gd name="csX879" fmla="*/ 1875159 w 2131156"/>
              <a:gd name="csY879" fmla="*/ 1374910 h 1374909"/>
              <a:gd name="csX880" fmla="*/ 1877292 w 2131156"/>
              <a:gd name="csY880" fmla="*/ 1374910 h 1374909"/>
              <a:gd name="csX881" fmla="*/ 1879424 w 2131156"/>
              <a:gd name="csY881" fmla="*/ 1374910 h 1374909"/>
              <a:gd name="csX882" fmla="*/ 1881556 w 2131156"/>
              <a:gd name="csY882" fmla="*/ 1374910 h 1374909"/>
              <a:gd name="csX883" fmla="*/ 1883688 w 2131156"/>
              <a:gd name="csY883" fmla="*/ 1374910 h 1374909"/>
              <a:gd name="csX884" fmla="*/ 1885820 w 2131156"/>
              <a:gd name="csY884" fmla="*/ 1374910 h 1374909"/>
              <a:gd name="csX885" fmla="*/ 1887963 w 2131156"/>
              <a:gd name="csY885" fmla="*/ 1374910 h 1374909"/>
              <a:gd name="csX886" fmla="*/ 1890095 w 2131156"/>
              <a:gd name="csY886" fmla="*/ 1374910 h 1374909"/>
              <a:gd name="csX887" fmla="*/ 1892227 w 2131156"/>
              <a:gd name="csY887" fmla="*/ 1374910 h 1374909"/>
              <a:gd name="csX888" fmla="*/ 1894359 w 2131156"/>
              <a:gd name="csY888" fmla="*/ 1374910 h 1374909"/>
              <a:gd name="csX889" fmla="*/ 1896491 w 2131156"/>
              <a:gd name="csY889" fmla="*/ 1374910 h 1374909"/>
              <a:gd name="csX890" fmla="*/ 1898623 w 2131156"/>
              <a:gd name="csY890" fmla="*/ 1374910 h 1374909"/>
              <a:gd name="csX891" fmla="*/ 1900755 w 2131156"/>
              <a:gd name="csY891" fmla="*/ 1374910 h 1374909"/>
              <a:gd name="csX892" fmla="*/ 1902887 w 2131156"/>
              <a:gd name="csY892" fmla="*/ 1374910 h 1374909"/>
              <a:gd name="csX893" fmla="*/ 1905019 w 2131156"/>
              <a:gd name="csY893" fmla="*/ 1374910 h 1374909"/>
              <a:gd name="csX894" fmla="*/ 1907162 w 2131156"/>
              <a:gd name="csY894" fmla="*/ 1374910 h 1374909"/>
              <a:gd name="csX895" fmla="*/ 1909294 w 2131156"/>
              <a:gd name="csY895" fmla="*/ 1374910 h 1374909"/>
              <a:gd name="csX896" fmla="*/ 1911426 w 2131156"/>
              <a:gd name="csY896" fmla="*/ 1374910 h 1374909"/>
              <a:gd name="csX897" fmla="*/ 1913558 w 2131156"/>
              <a:gd name="csY897" fmla="*/ 1374910 h 1374909"/>
              <a:gd name="csX898" fmla="*/ 1915690 w 2131156"/>
              <a:gd name="csY898" fmla="*/ 1374910 h 1374909"/>
              <a:gd name="csX899" fmla="*/ 1917822 w 2131156"/>
              <a:gd name="csY899" fmla="*/ 1374910 h 1374909"/>
              <a:gd name="csX900" fmla="*/ 1919954 w 2131156"/>
              <a:gd name="csY900" fmla="*/ 1374910 h 1374909"/>
              <a:gd name="csX901" fmla="*/ 1922086 w 2131156"/>
              <a:gd name="csY901" fmla="*/ 1374910 h 1374909"/>
              <a:gd name="csX902" fmla="*/ 1924219 w 2131156"/>
              <a:gd name="csY902" fmla="*/ 1374910 h 1374909"/>
              <a:gd name="csX903" fmla="*/ 1926361 w 2131156"/>
              <a:gd name="csY903" fmla="*/ 1374910 h 1374909"/>
              <a:gd name="csX904" fmla="*/ 1928493 w 2131156"/>
              <a:gd name="csY904" fmla="*/ 1374910 h 1374909"/>
              <a:gd name="csX905" fmla="*/ 1930625 w 2131156"/>
              <a:gd name="csY905" fmla="*/ 1374910 h 1374909"/>
              <a:gd name="csX906" fmla="*/ 1932757 w 2131156"/>
              <a:gd name="csY906" fmla="*/ 1374910 h 1374909"/>
              <a:gd name="csX907" fmla="*/ 1934889 w 2131156"/>
              <a:gd name="csY907" fmla="*/ 1374910 h 1374909"/>
              <a:gd name="csX908" fmla="*/ 1937021 w 2131156"/>
              <a:gd name="csY908" fmla="*/ 1374910 h 1374909"/>
              <a:gd name="csX909" fmla="*/ 1939154 w 2131156"/>
              <a:gd name="csY909" fmla="*/ 1374910 h 1374909"/>
              <a:gd name="csX910" fmla="*/ 1941286 w 2131156"/>
              <a:gd name="csY910" fmla="*/ 1374910 h 1374909"/>
              <a:gd name="csX911" fmla="*/ 1943428 w 2131156"/>
              <a:gd name="csY911" fmla="*/ 1374910 h 1374909"/>
              <a:gd name="csX912" fmla="*/ 1945560 w 2131156"/>
              <a:gd name="csY912" fmla="*/ 1374910 h 1374909"/>
              <a:gd name="csX913" fmla="*/ 1947692 w 2131156"/>
              <a:gd name="csY913" fmla="*/ 1374910 h 1374909"/>
              <a:gd name="csX914" fmla="*/ 1949824 w 2131156"/>
              <a:gd name="csY914" fmla="*/ 1374910 h 1374909"/>
              <a:gd name="csX915" fmla="*/ 1951957 w 2131156"/>
              <a:gd name="csY915" fmla="*/ 1374910 h 1374909"/>
              <a:gd name="csX916" fmla="*/ 1954089 w 2131156"/>
              <a:gd name="csY916" fmla="*/ 1374910 h 1374909"/>
              <a:gd name="csX917" fmla="*/ 1956221 w 2131156"/>
              <a:gd name="csY917" fmla="*/ 1374910 h 1374909"/>
              <a:gd name="csX918" fmla="*/ 1958353 w 2131156"/>
              <a:gd name="csY918" fmla="*/ 1374910 h 1374909"/>
              <a:gd name="csX919" fmla="*/ 1960485 w 2131156"/>
              <a:gd name="csY919" fmla="*/ 1374910 h 1374909"/>
              <a:gd name="csX920" fmla="*/ 1962627 w 2131156"/>
              <a:gd name="csY920" fmla="*/ 1374910 h 1374909"/>
              <a:gd name="csX921" fmla="*/ 1964759 w 2131156"/>
              <a:gd name="csY921" fmla="*/ 1374910 h 1374909"/>
              <a:gd name="csX922" fmla="*/ 1966892 w 2131156"/>
              <a:gd name="csY922" fmla="*/ 1374910 h 1374909"/>
              <a:gd name="csX923" fmla="*/ 1969024 w 2131156"/>
              <a:gd name="csY923" fmla="*/ 1374910 h 1374909"/>
              <a:gd name="csX924" fmla="*/ 1971156 w 2131156"/>
              <a:gd name="csY924" fmla="*/ 1374910 h 1374909"/>
              <a:gd name="csX925" fmla="*/ 1973288 w 2131156"/>
              <a:gd name="csY925" fmla="*/ 1374910 h 1374909"/>
              <a:gd name="csX926" fmla="*/ 1975420 w 2131156"/>
              <a:gd name="csY926" fmla="*/ 1374910 h 1374909"/>
              <a:gd name="csX927" fmla="*/ 1977552 w 2131156"/>
              <a:gd name="csY927" fmla="*/ 1374910 h 1374909"/>
              <a:gd name="csX928" fmla="*/ 1979684 w 2131156"/>
              <a:gd name="csY928" fmla="*/ 1374910 h 1374909"/>
              <a:gd name="csX929" fmla="*/ 1981827 w 2131156"/>
              <a:gd name="csY929" fmla="*/ 1374910 h 1374909"/>
              <a:gd name="csX930" fmla="*/ 1983959 w 2131156"/>
              <a:gd name="csY930" fmla="*/ 1374910 h 1374909"/>
              <a:gd name="csX931" fmla="*/ 1986091 w 2131156"/>
              <a:gd name="csY931" fmla="*/ 1374910 h 1374909"/>
              <a:gd name="csX932" fmla="*/ 1988223 w 2131156"/>
              <a:gd name="csY932" fmla="*/ 1374910 h 1374909"/>
              <a:gd name="csX933" fmla="*/ 1990355 w 2131156"/>
              <a:gd name="csY933" fmla="*/ 1374910 h 1374909"/>
              <a:gd name="csX934" fmla="*/ 1992487 w 2131156"/>
              <a:gd name="csY934" fmla="*/ 1374910 h 1374909"/>
              <a:gd name="csX935" fmla="*/ 1994619 w 2131156"/>
              <a:gd name="csY935" fmla="*/ 1374910 h 1374909"/>
              <a:gd name="csX936" fmla="*/ 1996751 w 2131156"/>
              <a:gd name="csY936" fmla="*/ 1374910 h 1374909"/>
              <a:gd name="csX937" fmla="*/ 1998883 w 2131156"/>
              <a:gd name="csY937" fmla="*/ 1374910 h 1374909"/>
              <a:gd name="csX938" fmla="*/ 2001026 w 2131156"/>
              <a:gd name="csY938" fmla="*/ 1374910 h 1374909"/>
              <a:gd name="csX939" fmla="*/ 2003158 w 2131156"/>
              <a:gd name="csY939" fmla="*/ 1374910 h 1374909"/>
              <a:gd name="csX940" fmla="*/ 2005290 w 2131156"/>
              <a:gd name="csY940" fmla="*/ 1374910 h 1374909"/>
              <a:gd name="csX941" fmla="*/ 2007422 w 2131156"/>
              <a:gd name="csY941" fmla="*/ 1374910 h 1374909"/>
              <a:gd name="csX942" fmla="*/ 2009554 w 2131156"/>
              <a:gd name="csY942" fmla="*/ 1374910 h 1374909"/>
              <a:gd name="csX943" fmla="*/ 2011686 w 2131156"/>
              <a:gd name="csY943" fmla="*/ 1374910 h 1374909"/>
              <a:gd name="csX944" fmla="*/ 2013818 w 2131156"/>
              <a:gd name="csY944" fmla="*/ 1374910 h 1374909"/>
              <a:gd name="csX945" fmla="*/ 2015950 w 2131156"/>
              <a:gd name="csY945" fmla="*/ 1374910 h 1374909"/>
              <a:gd name="csX946" fmla="*/ 2018093 w 2131156"/>
              <a:gd name="csY946" fmla="*/ 1374910 h 1374909"/>
              <a:gd name="csX947" fmla="*/ 2020225 w 2131156"/>
              <a:gd name="csY947" fmla="*/ 1374910 h 1374909"/>
              <a:gd name="csX948" fmla="*/ 2022357 w 2131156"/>
              <a:gd name="csY948" fmla="*/ 1374910 h 1374909"/>
              <a:gd name="csX949" fmla="*/ 2024489 w 2131156"/>
              <a:gd name="csY949" fmla="*/ 1374910 h 1374909"/>
              <a:gd name="csX950" fmla="*/ 2026621 w 2131156"/>
              <a:gd name="csY950" fmla="*/ 1374910 h 1374909"/>
              <a:gd name="csX951" fmla="*/ 2028754 w 2131156"/>
              <a:gd name="csY951" fmla="*/ 1374910 h 1374909"/>
              <a:gd name="csX952" fmla="*/ 2030885 w 2131156"/>
              <a:gd name="csY952" fmla="*/ 1374910 h 1374909"/>
              <a:gd name="csX953" fmla="*/ 2033018 w 2131156"/>
              <a:gd name="csY953" fmla="*/ 1374910 h 1374909"/>
              <a:gd name="csX954" fmla="*/ 2035150 w 2131156"/>
              <a:gd name="csY954" fmla="*/ 1374910 h 1374909"/>
              <a:gd name="csX955" fmla="*/ 2037292 w 2131156"/>
              <a:gd name="csY955" fmla="*/ 1374910 h 1374909"/>
              <a:gd name="csX956" fmla="*/ 2039424 w 2131156"/>
              <a:gd name="csY956" fmla="*/ 1374910 h 1374909"/>
              <a:gd name="csX957" fmla="*/ 2041556 w 2131156"/>
              <a:gd name="csY957" fmla="*/ 1374910 h 1374909"/>
              <a:gd name="csX958" fmla="*/ 2043689 w 2131156"/>
              <a:gd name="csY958" fmla="*/ 1374910 h 1374909"/>
              <a:gd name="csX959" fmla="*/ 2045821 w 2131156"/>
              <a:gd name="csY959" fmla="*/ 1374910 h 1374909"/>
              <a:gd name="csX960" fmla="*/ 2047953 w 2131156"/>
              <a:gd name="csY960" fmla="*/ 1374910 h 1374909"/>
              <a:gd name="csX961" fmla="*/ 2050085 w 2131156"/>
              <a:gd name="csY961" fmla="*/ 1374910 h 1374909"/>
              <a:gd name="csX962" fmla="*/ 2052217 w 2131156"/>
              <a:gd name="csY962" fmla="*/ 1374910 h 1374909"/>
              <a:gd name="csX963" fmla="*/ 2054349 w 2131156"/>
              <a:gd name="csY963" fmla="*/ 1374910 h 1374909"/>
              <a:gd name="csX964" fmla="*/ 2056492 w 2131156"/>
              <a:gd name="csY964" fmla="*/ 1374910 h 1374909"/>
              <a:gd name="csX965" fmla="*/ 2058623 w 2131156"/>
              <a:gd name="csY965" fmla="*/ 1374910 h 1374909"/>
              <a:gd name="csX966" fmla="*/ 2060756 w 2131156"/>
              <a:gd name="csY966" fmla="*/ 1374910 h 1374909"/>
              <a:gd name="csX967" fmla="*/ 2062888 w 2131156"/>
              <a:gd name="csY967" fmla="*/ 1374910 h 1374909"/>
              <a:gd name="csX968" fmla="*/ 2065020 w 2131156"/>
              <a:gd name="csY968" fmla="*/ 1374910 h 1374909"/>
              <a:gd name="csX969" fmla="*/ 2067152 w 2131156"/>
              <a:gd name="csY969" fmla="*/ 1374910 h 1374909"/>
              <a:gd name="csX970" fmla="*/ 2069284 w 2131156"/>
              <a:gd name="csY970" fmla="*/ 1374910 h 1374909"/>
              <a:gd name="csX971" fmla="*/ 2071416 w 2131156"/>
              <a:gd name="csY971" fmla="*/ 1374910 h 1374909"/>
              <a:gd name="csX972" fmla="*/ 2073548 w 2131156"/>
              <a:gd name="csY972" fmla="*/ 1374910 h 1374909"/>
              <a:gd name="csX973" fmla="*/ 2075691 w 2131156"/>
              <a:gd name="csY973" fmla="*/ 1374910 h 1374909"/>
              <a:gd name="csX974" fmla="*/ 2077823 w 2131156"/>
              <a:gd name="csY974" fmla="*/ 1374910 h 1374909"/>
              <a:gd name="csX975" fmla="*/ 2079955 w 2131156"/>
              <a:gd name="csY975" fmla="*/ 1374910 h 1374909"/>
              <a:gd name="csX976" fmla="*/ 2082087 w 2131156"/>
              <a:gd name="csY976" fmla="*/ 1374910 h 1374909"/>
              <a:gd name="csX977" fmla="*/ 2084219 w 2131156"/>
              <a:gd name="csY977" fmla="*/ 1374910 h 1374909"/>
              <a:gd name="csX978" fmla="*/ 2086351 w 2131156"/>
              <a:gd name="csY978" fmla="*/ 1374910 h 1374909"/>
              <a:gd name="csX979" fmla="*/ 2088483 w 2131156"/>
              <a:gd name="csY979" fmla="*/ 1374910 h 1374909"/>
              <a:gd name="csX980" fmla="*/ 2090615 w 2131156"/>
              <a:gd name="csY980" fmla="*/ 1374910 h 1374909"/>
              <a:gd name="csX981" fmla="*/ 2092758 w 2131156"/>
              <a:gd name="csY981" fmla="*/ 1374910 h 1374909"/>
              <a:gd name="csX982" fmla="*/ 2094890 w 2131156"/>
              <a:gd name="csY982" fmla="*/ 1374910 h 1374909"/>
              <a:gd name="csX983" fmla="*/ 2097022 w 2131156"/>
              <a:gd name="csY983" fmla="*/ 1374910 h 1374909"/>
              <a:gd name="csX984" fmla="*/ 2099154 w 2131156"/>
              <a:gd name="csY984" fmla="*/ 1374910 h 1374909"/>
              <a:gd name="csX985" fmla="*/ 2101286 w 2131156"/>
              <a:gd name="csY985" fmla="*/ 1374910 h 1374909"/>
              <a:gd name="csX986" fmla="*/ 2103418 w 2131156"/>
              <a:gd name="csY986" fmla="*/ 1374910 h 1374909"/>
              <a:gd name="csX987" fmla="*/ 2105551 w 2131156"/>
              <a:gd name="csY987" fmla="*/ 1374910 h 1374909"/>
              <a:gd name="csX988" fmla="*/ 2107683 w 2131156"/>
              <a:gd name="csY988" fmla="*/ 1374910 h 1374909"/>
              <a:gd name="csX989" fmla="*/ 2109815 w 2131156"/>
              <a:gd name="csY989" fmla="*/ 1374910 h 1374909"/>
              <a:gd name="csX990" fmla="*/ 2111957 w 2131156"/>
              <a:gd name="csY990" fmla="*/ 1374910 h 1374909"/>
              <a:gd name="csX991" fmla="*/ 2114089 w 2131156"/>
              <a:gd name="csY991" fmla="*/ 1374910 h 1374909"/>
              <a:gd name="csX992" fmla="*/ 2116221 w 2131156"/>
              <a:gd name="csY992" fmla="*/ 1374910 h 1374909"/>
              <a:gd name="csX993" fmla="*/ 2118353 w 2131156"/>
              <a:gd name="csY993" fmla="*/ 1374910 h 1374909"/>
              <a:gd name="csX994" fmla="*/ 2120485 w 2131156"/>
              <a:gd name="csY994" fmla="*/ 1374910 h 1374909"/>
              <a:gd name="csX995" fmla="*/ 2122618 w 2131156"/>
              <a:gd name="csY995" fmla="*/ 1374910 h 1374909"/>
              <a:gd name="csX996" fmla="*/ 2124750 w 2131156"/>
              <a:gd name="csY996" fmla="*/ 1374910 h 1374909"/>
              <a:gd name="csX997" fmla="*/ 2126882 w 2131156"/>
              <a:gd name="csY997" fmla="*/ 1374910 h 1374909"/>
              <a:gd name="csX998" fmla="*/ 2129014 w 2131156"/>
              <a:gd name="csY998" fmla="*/ 1374910 h 1374909"/>
              <a:gd name="csX999" fmla="*/ 2131156 w 2131156"/>
              <a:gd name="csY999" fmla="*/ 1374910 h 13749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31156" h="1374909">
                <a:moveTo>
                  <a:pt x="0" y="1374879"/>
                </a:moveTo>
                <a:lnTo>
                  <a:pt x="2133" y="1374879"/>
                </a:lnTo>
                <a:lnTo>
                  <a:pt x="4266" y="1374868"/>
                </a:lnTo>
                <a:lnTo>
                  <a:pt x="6399" y="1374868"/>
                </a:lnTo>
                <a:lnTo>
                  <a:pt x="8533" y="1374868"/>
                </a:lnTo>
                <a:lnTo>
                  <a:pt x="10667" y="1374858"/>
                </a:lnTo>
                <a:lnTo>
                  <a:pt x="12800" y="1374858"/>
                </a:lnTo>
                <a:lnTo>
                  <a:pt x="14933" y="1374848"/>
                </a:lnTo>
                <a:lnTo>
                  <a:pt x="17066" y="1374848"/>
                </a:lnTo>
                <a:lnTo>
                  <a:pt x="19199" y="1374837"/>
                </a:lnTo>
                <a:lnTo>
                  <a:pt x="21332" y="1374837"/>
                </a:lnTo>
                <a:lnTo>
                  <a:pt x="23466" y="1374827"/>
                </a:lnTo>
                <a:lnTo>
                  <a:pt x="25600" y="1374827"/>
                </a:lnTo>
                <a:lnTo>
                  <a:pt x="27733" y="1374816"/>
                </a:lnTo>
                <a:lnTo>
                  <a:pt x="29866" y="1374806"/>
                </a:lnTo>
                <a:lnTo>
                  <a:pt x="31999" y="1374806"/>
                </a:lnTo>
                <a:lnTo>
                  <a:pt x="34132" y="1374796"/>
                </a:lnTo>
                <a:lnTo>
                  <a:pt x="36265" y="1374786"/>
                </a:lnTo>
                <a:lnTo>
                  <a:pt x="38398" y="1374775"/>
                </a:lnTo>
                <a:lnTo>
                  <a:pt x="40533" y="1374765"/>
                </a:lnTo>
                <a:lnTo>
                  <a:pt x="42666" y="1374754"/>
                </a:lnTo>
                <a:lnTo>
                  <a:pt x="44799" y="1374744"/>
                </a:lnTo>
                <a:lnTo>
                  <a:pt x="46932" y="1374723"/>
                </a:lnTo>
                <a:lnTo>
                  <a:pt x="49065" y="1374713"/>
                </a:lnTo>
                <a:lnTo>
                  <a:pt x="51198" y="1374692"/>
                </a:lnTo>
                <a:lnTo>
                  <a:pt x="53333" y="1374682"/>
                </a:lnTo>
                <a:lnTo>
                  <a:pt x="55466" y="1374661"/>
                </a:lnTo>
                <a:lnTo>
                  <a:pt x="57599" y="1374641"/>
                </a:lnTo>
                <a:lnTo>
                  <a:pt x="59732" y="1374620"/>
                </a:lnTo>
                <a:lnTo>
                  <a:pt x="61865" y="1374599"/>
                </a:lnTo>
                <a:lnTo>
                  <a:pt x="63998" y="1374578"/>
                </a:lnTo>
                <a:lnTo>
                  <a:pt x="66131" y="1374558"/>
                </a:lnTo>
                <a:lnTo>
                  <a:pt x="68265" y="1374527"/>
                </a:lnTo>
                <a:lnTo>
                  <a:pt x="70399" y="1374506"/>
                </a:lnTo>
                <a:lnTo>
                  <a:pt x="72532" y="1374475"/>
                </a:lnTo>
                <a:lnTo>
                  <a:pt x="74665" y="1374444"/>
                </a:lnTo>
                <a:lnTo>
                  <a:pt x="76798" y="1374403"/>
                </a:lnTo>
                <a:lnTo>
                  <a:pt x="78931" y="1374372"/>
                </a:lnTo>
                <a:lnTo>
                  <a:pt x="81064" y="1374330"/>
                </a:lnTo>
                <a:lnTo>
                  <a:pt x="83198" y="1374289"/>
                </a:lnTo>
                <a:lnTo>
                  <a:pt x="85332" y="1374247"/>
                </a:lnTo>
                <a:lnTo>
                  <a:pt x="87465" y="1374196"/>
                </a:lnTo>
                <a:lnTo>
                  <a:pt x="89598" y="1374144"/>
                </a:lnTo>
                <a:lnTo>
                  <a:pt x="91731" y="1374092"/>
                </a:lnTo>
                <a:lnTo>
                  <a:pt x="93864" y="1374030"/>
                </a:lnTo>
                <a:lnTo>
                  <a:pt x="95997" y="1373968"/>
                </a:lnTo>
                <a:lnTo>
                  <a:pt x="98131" y="1373906"/>
                </a:lnTo>
                <a:lnTo>
                  <a:pt x="100265" y="1373833"/>
                </a:lnTo>
                <a:lnTo>
                  <a:pt x="102398" y="1373761"/>
                </a:lnTo>
                <a:lnTo>
                  <a:pt x="104531" y="1373688"/>
                </a:lnTo>
                <a:lnTo>
                  <a:pt x="106664" y="1373606"/>
                </a:lnTo>
                <a:lnTo>
                  <a:pt x="108797" y="1373513"/>
                </a:lnTo>
                <a:lnTo>
                  <a:pt x="110930" y="1373419"/>
                </a:lnTo>
                <a:lnTo>
                  <a:pt x="113064" y="1373316"/>
                </a:lnTo>
                <a:lnTo>
                  <a:pt x="115198" y="1373212"/>
                </a:lnTo>
                <a:lnTo>
                  <a:pt x="117331" y="1373098"/>
                </a:lnTo>
                <a:lnTo>
                  <a:pt x="119464" y="1372985"/>
                </a:lnTo>
                <a:lnTo>
                  <a:pt x="121597" y="1372850"/>
                </a:lnTo>
                <a:lnTo>
                  <a:pt x="123730" y="1372716"/>
                </a:lnTo>
                <a:lnTo>
                  <a:pt x="125863" y="1372581"/>
                </a:lnTo>
                <a:lnTo>
                  <a:pt x="127997" y="1372426"/>
                </a:lnTo>
                <a:lnTo>
                  <a:pt x="130131" y="1372260"/>
                </a:lnTo>
                <a:lnTo>
                  <a:pt x="132264" y="1372094"/>
                </a:lnTo>
                <a:lnTo>
                  <a:pt x="134397" y="1371919"/>
                </a:lnTo>
                <a:lnTo>
                  <a:pt x="136530" y="1371722"/>
                </a:lnTo>
                <a:lnTo>
                  <a:pt x="138663" y="1371525"/>
                </a:lnTo>
                <a:lnTo>
                  <a:pt x="140796" y="1371308"/>
                </a:lnTo>
                <a:lnTo>
                  <a:pt x="142930" y="1371091"/>
                </a:lnTo>
                <a:lnTo>
                  <a:pt x="145064" y="1370852"/>
                </a:lnTo>
                <a:lnTo>
                  <a:pt x="147197" y="1370594"/>
                </a:lnTo>
                <a:lnTo>
                  <a:pt x="149330" y="1370335"/>
                </a:lnTo>
                <a:lnTo>
                  <a:pt x="151463" y="1370056"/>
                </a:lnTo>
                <a:lnTo>
                  <a:pt x="153596" y="1369755"/>
                </a:lnTo>
                <a:lnTo>
                  <a:pt x="155730" y="1369445"/>
                </a:lnTo>
                <a:lnTo>
                  <a:pt x="157863" y="1369114"/>
                </a:lnTo>
                <a:lnTo>
                  <a:pt x="159996" y="1368772"/>
                </a:lnTo>
                <a:lnTo>
                  <a:pt x="162130" y="1368400"/>
                </a:lnTo>
                <a:lnTo>
                  <a:pt x="164263" y="1368017"/>
                </a:lnTo>
                <a:lnTo>
                  <a:pt x="166396" y="1367613"/>
                </a:lnTo>
                <a:lnTo>
                  <a:pt x="168529" y="1367189"/>
                </a:lnTo>
                <a:lnTo>
                  <a:pt x="170663" y="1366733"/>
                </a:lnTo>
                <a:lnTo>
                  <a:pt x="172796" y="1366257"/>
                </a:lnTo>
                <a:lnTo>
                  <a:pt x="174929" y="1365760"/>
                </a:lnTo>
                <a:lnTo>
                  <a:pt x="177063" y="1365243"/>
                </a:lnTo>
                <a:lnTo>
                  <a:pt x="179196" y="1364694"/>
                </a:lnTo>
                <a:lnTo>
                  <a:pt x="181329" y="1364115"/>
                </a:lnTo>
                <a:lnTo>
                  <a:pt x="183462" y="1363504"/>
                </a:lnTo>
                <a:lnTo>
                  <a:pt x="185596" y="1362862"/>
                </a:lnTo>
                <a:lnTo>
                  <a:pt x="187729" y="1362200"/>
                </a:lnTo>
                <a:lnTo>
                  <a:pt x="189862" y="1361496"/>
                </a:lnTo>
                <a:lnTo>
                  <a:pt x="191996" y="1360751"/>
                </a:lnTo>
                <a:lnTo>
                  <a:pt x="194129" y="1359985"/>
                </a:lnTo>
                <a:lnTo>
                  <a:pt x="196262" y="1359167"/>
                </a:lnTo>
                <a:lnTo>
                  <a:pt x="198395" y="1358319"/>
                </a:lnTo>
                <a:lnTo>
                  <a:pt x="200529" y="1357429"/>
                </a:lnTo>
                <a:lnTo>
                  <a:pt x="202662" y="1356497"/>
                </a:lnTo>
                <a:lnTo>
                  <a:pt x="204795" y="1355524"/>
                </a:lnTo>
                <a:lnTo>
                  <a:pt x="206929" y="1354510"/>
                </a:lnTo>
                <a:lnTo>
                  <a:pt x="209062" y="1353433"/>
                </a:lnTo>
                <a:lnTo>
                  <a:pt x="211195" y="1352316"/>
                </a:lnTo>
                <a:lnTo>
                  <a:pt x="213328" y="1351156"/>
                </a:lnTo>
                <a:lnTo>
                  <a:pt x="215462" y="1349935"/>
                </a:lnTo>
                <a:lnTo>
                  <a:pt x="217595" y="1348662"/>
                </a:lnTo>
                <a:lnTo>
                  <a:pt x="219728" y="1347327"/>
                </a:lnTo>
                <a:lnTo>
                  <a:pt x="221861" y="1345940"/>
                </a:lnTo>
                <a:lnTo>
                  <a:pt x="223995" y="1344491"/>
                </a:lnTo>
                <a:lnTo>
                  <a:pt x="226128" y="1342980"/>
                </a:lnTo>
                <a:lnTo>
                  <a:pt x="228261" y="1341396"/>
                </a:lnTo>
                <a:lnTo>
                  <a:pt x="230395" y="1339751"/>
                </a:lnTo>
                <a:lnTo>
                  <a:pt x="232528" y="1338043"/>
                </a:lnTo>
                <a:lnTo>
                  <a:pt x="234661" y="1336253"/>
                </a:lnTo>
                <a:lnTo>
                  <a:pt x="236794" y="1334400"/>
                </a:lnTo>
                <a:lnTo>
                  <a:pt x="238928" y="1332464"/>
                </a:lnTo>
                <a:lnTo>
                  <a:pt x="241061" y="1330446"/>
                </a:lnTo>
                <a:lnTo>
                  <a:pt x="243195" y="1328355"/>
                </a:lnTo>
                <a:lnTo>
                  <a:pt x="245328" y="1326182"/>
                </a:lnTo>
                <a:lnTo>
                  <a:pt x="247461" y="1323915"/>
                </a:lnTo>
                <a:lnTo>
                  <a:pt x="249594" y="1321566"/>
                </a:lnTo>
                <a:lnTo>
                  <a:pt x="251727" y="1319113"/>
                </a:lnTo>
                <a:lnTo>
                  <a:pt x="253861" y="1316577"/>
                </a:lnTo>
                <a:lnTo>
                  <a:pt x="255994" y="1313948"/>
                </a:lnTo>
                <a:lnTo>
                  <a:pt x="258128" y="1311216"/>
                </a:lnTo>
                <a:lnTo>
                  <a:pt x="260261" y="1308380"/>
                </a:lnTo>
                <a:lnTo>
                  <a:pt x="262394" y="1305441"/>
                </a:lnTo>
                <a:lnTo>
                  <a:pt x="264527" y="1302387"/>
                </a:lnTo>
                <a:lnTo>
                  <a:pt x="266660" y="1299231"/>
                </a:lnTo>
                <a:lnTo>
                  <a:pt x="268794" y="1295960"/>
                </a:lnTo>
                <a:lnTo>
                  <a:pt x="270927" y="1292575"/>
                </a:lnTo>
                <a:lnTo>
                  <a:pt x="273061" y="1289077"/>
                </a:lnTo>
                <a:lnTo>
                  <a:pt x="275194" y="1285444"/>
                </a:lnTo>
                <a:lnTo>
                  <a:pt x="277327" y="1281698"/>
                </a:lnTo>
                <a:lnTo>
                  <a:pt x="279460" y="1277827"/>
                </a:lnTo>
                <a:lnTo>
                  <a:pt x="281593" y="1273811"/>
                </a:lnTo>
                <a:lnTo>
                  <a:pt x="283727" y="1269681"/>
                </a:lnTo>
                <a:lnTo>
                  <a:pt x="285860" y="1265407"/>
                </a:lnTo>
                <a:lnTo>
                  <a:pt x="287994" y="1260987"/>
                </a:lnTo>
                <a:lnTo>
                  <a:pt x="290127" y="1256433"/>
                </a:lnTo>
                <a:lnTo>
                  <a:pt x="292260" y="1251734"/>
                </a:lnTo>
                <a:lnTo>
                  <a:pt x="294393" y="1246891"/>
                </a:lnTo>
                <a:lnTo>
                  <a:pt x="296526" y="1241902"/>
                </a:lnTo>
                <a:lnTo>
                  <a:pt x="298660" y="1236758"/>
                </a:lnTo>
                <a:lnTo>
                  <a:pt x="300793" y="1231459"/>
                </a:lnTo>
                <a:lnTo>
                  <a:pt x="302927" y="1226004"/>
                </a:lnTo>
                <a:lnTo>
                  <a:pt x="305060" y="1220384"/>
                </a:lnTo>
                <a:lnTo>
                  <a:pt x="307193" y="1214609"/>
                </a:lnTo>
                <a:lnTo>
                  <a:pt x="309326" y="1208668"/>
                </a:lnTo>
                <a:lnTo>
                  <a:pt x="311459" y="1202562"/>
                </a:lnTo>
                <a:lnTo>
                  <a:pt x="313592" y="1196279"/>
                </a:lnTo>
                <a:lnTo>
                  <a:pt x="315726" y="1189831"/>
                </a:lnTo>
                <a:lnTo>
                  <a:pt x="317860" y="1183207"/>
                </a:lnTo>
                <a:lnTo>
                  <a:pt x="319993" y="1176407"/>
                </a:lnTo>
                <a:lnTo>
                  <a:pt x="322126" y="1169442"/>
                </a:lnTo>
                <a:lnTo>
                  <a:pt x="324259" y="1162279"/>
                </a:lnTo>
                <a:lnTo>
                  <a:pt x="326392" y="1154952"/>
                </a:lnTo>
                <a:lnTo>
                  <a:pt x="328525" y="1147438"/>
                </a:lnTo>
                <a:lnTo>
                  <a:pt x="330660" y="1139737"/>
                </a:lnTo>
                <a:lnTo>
                  <a:pt x="332793" y="1131850"/>
                </a:lnTo>
                <a:lnTo>
                  <a:pt x="334926" y="1123777"/>
                </a:lnTo>
                <a:lnTo>
                  <a:pt x="337059" y="1115518"/>
                </a:lnTo>
                <a:lnTo>
                  <a:pt x="339192" y="1107073"/>
                </a:lnTo>
                <a:lnTo>
                  <a:pt x="341325" y="1098441"/>
                </a:lnTo>
                <a:lnTo>
                  <a:pt x="343458" y="1089612"/>
                </a:lnTo>
                <a:lnTo>
                  <a:pt x="345593" y="1080597"/>
                </a:lnTo>
                <a:lnTo>
                  <a:pt x="347726" y="1071386"/>
                </a:lnTo>
                <a:lnTo>
                  <a:pt x="349859" y="1061988"/>
                </a:lnTo>
                <a:lnTo>
                  <a:pt x="351992" y="1052404"/>
                </a:lnTo>
                <a:lnTo>
                  <a:pt x="354125" y="1042623"/>
                </a:lnTo>
                <a:lnTo>
                  <a:pt x="356258" y="1032656"/>
                </a:lnTo>
                <a:lnTo>
                  <a:pt x="358391" y="1022503"/>
                </a:lnTo>
                <a:lnTo>
                  <a:pt x="360526" y="1012153"/>
                </a:lnTo>
                <a:lnTo>
                  <a:pt x="362659" y="1001616"/>
                </a:lnTo>
                <a:lnTo>
                  <a:pt x="364792" y="990894"/>
                </a:lnTo>
                <a:lnTo>
                  <a:pt x="366925" y="979991"/>
                </a:lnTo>
                <a:lnTo>
                  <a:pt x="369058" y="968901"/>
                </a:lnTo>
                <a:lnTo>
                  <a:pt x="371191" y="957630"/>
                </a:lnTo>
                <a:lnTo>
                  <a:pt x="373324" y="946179"/>
                </a:lnTo>
                <a:lnTo>
                  <a:pt x="375459" y="934552"/>
                </a:lnTo>
                <a:lnTo>
                  <a:pt x="377592" y="922748"/>
                </a:lnTo>
                <a:lnTo>
                  <a:pt x="379725" y="910773"/>
                </a:lnTo>
                <a:lnTo>
                  <a:pt x="381858" y="898629"/>
                </a:lnTo>
                <a:lnTo>
                  <a:pt x="383991" y="886320"/>
                </a:lnTo>
                <a:lnTo>
                  <a:pt x="386124" y="873847"/>
                </a:lnTo>
                <a:lnTo>
                  <a:pt x="388257" y="861216"/>
                </a:lnTo>
                <a:lnTo>
                  <a:pt x="390392" y="848430"/>
                </a:lnTo>
                <a:lnTo>
                  <a:pt x="392525" y="835494"/>
                </a:lnTo>
                <a:lnTo>
                  <a:pt x="394658" y="822413"/>
                </a:lnTo>
                <a:lnTo>
                  <a:pt x="396791" y="809188"/>
                </a:lnTo>
                <a:lnTo>
                  <a:pt x="398924" y="795829"/>
                </a:lnTo>
                <a:lnTo>
                  <a:pt x="401057" y="782336"/>
                </a:lnTo>
                <a:lnTo>
                  <a:pt x="403190" y="768720"/>
                </a:lnTo>
                <a:lnTo>
                  <a:pt x="405324" y="754982"/>
                </a:lnTo>
                <a:lnTo>
                  <a:pt x="407458" y="741130"/>
                </a:lnTo>
                <a:lnTo>
                  <a:pt x="409591" y="727171"/>
                </a:lnTo>
                <a:lnTo>
                  <a:pt x="411724" y="713108"/>
                </a:lnTo>
                <a:lnTo>
                  <a:pt x="413857" y="698952"/>
                </a:lnTo>
                <a:lnTo>
                  <a:pt x="415990" y="684707"/>
                </a:lnTo>
                <a:lnTo>
                  <a:pt x="418124" y="670380"/>
                </a:lnTo>
                <a:lnTo>
                  <a:pt x="420257" y="655980"/>
                </a:lnTo>
                <a:lnTo>
                  <a:pt x="422391" y="641514"/>
                </a:lnTo>
                <a:lnTo>
                  <a:pt x="424524" y="626990"/>
                </a:lnTo>
                <a:lnTo>
                  <a:pt x="426657" y="612414"/>
                </a:lnTo>
                <a:lnTo>
                  <a:pt x="428790" y="597796"/>
                </a:lnTo>
                <a:lnTo>
                  <a:pt x="430923" y="583144"/>
                </a:lnTo>
                <a:lnTo>
                  <a:pt x="433057" y="568467"/>
                </a:lnTo>
                <a:lnTo>
                  <a:pt x="435190" y="553772"/>
                </a:lnTo>
                <a:lnTo>
                  <a:pt x="437324" y="539070"/>
                </a:lnTo>
                <a:lnTo>
                  <a:pt x="439457" y="524369"/>
                </a:lnTo>
                <a:lnTo>
                  <a:pt x="441590" y="509678"/>
                </a:lnTo>
                <a:lnTo>
                  <a:pt x="443723" y="495008"/>
                </a:lnTo>
                <a:lnTo>
                  <a:pt x="445856" y="480366"/>
                </a:lnTo>
                <a:lnTo>
                  <a:pt x="447990" y="465764"/>
                </a:lnTo>
                <a:lnTo>
                  <a:pt x="450123" y="451210"/>
                </a:lnTo>
                <a:lnTo>
                  <a:pt x="452257" y="436716"/>
                </a:lnTo>
                <a:lnTo>
                  <a:pt x="454390" y="422289"/>
                </a:lnTo>
                <a:lnTo>
                  <a:pt x="456523" y="407942"/>
                </a:lnTo>
                <a:lnTo>
                  <a:pt x="458656" y="393684"/>
                </a:lnTo>
                <a:lnTo>
                  <a:pt x="460789" y="379525"/>
                </a:lnTo>
                <a:lnTo>
                  <a:pt x="462923" y="365475"/>
                </a:lnTo>
                <a:lnTo>
                  <a:pt x="465056" y="351545"/>
                </a:lnTo>
                <a:lnTo>
                  <a:pt x="467190" y="337745"/>
                </a:lnTo>
                <a:lnTo>
                  <a:pt x="469323" y="324086"/>
                </a:lnTo>
                <a:lnTo>
                  <a:pt x="471456" y="310578"/>
                </a:lnTo>
                <a:lnTo>
                  <a:pt x="473589" y="297232"/>
                </a:lnTo>
                <a:lnTo>
                  <a:pt x="475722" y="284057"/>
                </a:lnTo>
                <a:lnTo>
                  <a:pt x="477856" y="271064"/>
                </a:lnTo>
                <a:lnTo>
                  <a:pt x="479989" y="258264"/>
                </a:lnTo>
                <a:lnTo>
                  <a:pt x="482122" y="245666"/>
                </a:lnTo>
                <a:lnTo>
                  <a:pt x="484256" y="233282"/>
                </a:lnTo>
                <a:lnTo>
                  <a:pt x="486389" y="221119"/>
                </a:lnTo>
                <a:lnTo>
                  <a:pt x="488522" y="209191"/>
                </a:lnTo>
                <a:lnTo>
                  <a:pt x="490655" y="197505"/>
                </a:lnTo>
                <a:lnTo>
                  <a:pt x="492789" y="186070"/>
                </a:lnTo>
                <a:lnTo>
                  <a:pt x="494922" y="174898"/>
                </a:lnTo>
                <a:lnTo>
                  <a:pt x="497056" y="163999"/>
                </a:lnTo>
                <a:lnTo>
                  <a:pt x="499189" y="153379"/>
                </a:lnTo>
                <a:lnTo>
                  <a:pt x="501322" y="143049"/>
                </a:lnTo>
                <a:lnTo>
                  <a:pt x="503455" y="133018"/>
                </a:lnTo>
                <a:lnTo>
                  <a:pt x="505588" y="123294"/>
                </a:lnTo>
                <a:lnTo>
                  <a:pt x="507722" y="113887"/>
                </a:lnTo>
                <a:lnTo>
                  <a:pt x="509855" y="104803"/>
                </a:lnTo>
                <a:lnTo>
                  <a:pt x="511988" y="96052"/>
                </a:lnTo>
                <a:lnTo>
                  <a:pt x="514122" y="87641"/>
                </a:lnTo>
                <a:lnTo>
                  <a:pt x="516255" y="79576"/>
                </a:lnTo>
                <a:lnTo>
                  <a:pt x="518388" y="71867"/>
                </a:lnTo>
                <a:lnTo>
                  <a:pt x="520522" y="64519"/>
                </a:lnTo>
                <a:lnTo>
                  <a:pt x="522655" y="57540"/>
                </a:lnTo>
                <a:lnTo>
                  <a:pt x="524788" y="50934"/>
                </a:lnTo>
                <a:lnTo>
                  <a:pt x="526921" y="44709"/>
                </a:lnTo>
                <a:lnTo>
                  <a:pt x="529055" y="38870"/>
                </a:lnTo>
                <a:lnTo>
                  <a:pt x="531188" y="33423"/>
                </a:lnTo>
                <a:lnTo>
                  <a:pt x="533321" y="28372"/>
                </a:lnTo>
                <a:lnTo>
                  <a:pt x="535455" y="23722"/>
                </a:lnTo>
                <a:lnTo>
                  <a:pt x="537588" y="19477"/>
                </a:lnTo>
                <a:lnTo>
                  <a:pt x="539721" y="15642"/>
                </a:lnTo>
                <a:lnTo>
                  <a:pt x="541854" y="12220"/>
                </a:lnTo>
                <a:lnTo>
                  <a:pt x="543988" y="9213"/>
                </a:lnTo>
                <a:lnTo>
                  <a:pt x="546121" y="6625"/>
                </a:lnTo>
                <a:lnTo>
                  <a:pt x="548254" y="4459"/>
                </a:lnTo>
                <a:lnTo>
                  <a:pt x="550388" y="2715"/>
                </a:lnTo>
                <a:lnTo>
                  <a:pt x="552521" y="1397"/>
                </a:lnTo>
                <a:lnTo>
                  <a:pt x="554654" y="504"/>
                </a:lnTo>
                <a:lnTo>
                  <a:pt x="556787" y="38"/>
                </a:lnTo>
                <a:lnTo>
                  <a:pt x="558920" y="0"/>
                </a:lnTo>
                <a:lnTo>
                  <a:pt x="561054" y="389"/>
                </a:lnTo>
                <a:lnTo>
                  <a:pt x="563187" y="1205"/>
                </a:lnTo>
                <a:lnTo>
                  <a:pt x="565321" y="2447"/>
                </a:lnTo>
                <a:lnTo>
                  <a:pt x="567454" y="4114"/>
                </a:lnTo>
                <a:lnTo>
                  <a:pt x="569587" y="6205"/>
                </a:lnTo>
                <a:lnTo>
                  <a:pt x="571720" y="8717"/>
                </a:lnTo>
                <a:lnTo>
                  <a:pt x="573854" y="11648"/>
                </a:lnTo>
                <a:lnTo>
                  <a:pt x="575987" y="14996"/>
                </a:lnTo>
                <a:lnTo>
                  <a:pt x="578120" y="18758"/>
                </a:lnTo>
                <a:lnTo>
                  <a:pt x="580254" y="22929"/>
                </a:lnTo>
                <a:lnTo>
                  <a:pt x="582387" y="27506"/>
                </a:lnTo>
                <a:lnTo>
                  <a:pt x="584520" y="32485"/>
                </a:lnTo>
                <a:lnTo>
                  <a:pt x="586653" y="37862"/>
                </a:lnTo>
                <a:lnTo>
                  <a:pt x="588786" y="43631"/>
                </a:lnTo>
                <a:lnTo>
                  <a:pt x="590920" y="49787"/>
                </a:lnTo>
                <a:lnTo>
                  <a:pt x="593053" y="56325"/>
                </a:lnTo>
                <a:lnTo>
                  <a:pt x="595187" y="63237"/>
                </a:lnTo>
                <a:lnTo>
                  <a:pt x="597320" y="70520"/>
                </a:lnTo>
                <a:lnTo>
                  <a:pt x="599453" y="78164"/>
                </a:lnTo>
                <a:lnTo>
                  <a:pt x="601586" y="86165"/>
                </a:lnTo>
                <a:lnTo>
                  <a:pt x="603719" y="94515"/>
                </a:lnTo>
                <a:lnTo>
                  <a:pt x="605853" y="103206"/>
                </a:lnTo>
                <a:lnTo>
                  <a:pt x="607987" y="112230"/>
                </a:lnTo>
                <a:lnTo>
                  <a:pt x="610120" y="121580"/>
                </a:lnTo>
                <a:lnTo>
                  <a:pt x="612253" y="131247"/>
                </a:lnTo>
                <a:lnTo>
                  <a:pt x="614386" y="141224"/>
                </a:lnTo>
                <a:lnTo>
                  <a:pt x="616519" y="151500"/>
                </a:lnTo>
                <a:lnTo>
                  <a:pt x="618652" y="162068"/>
                </a:lnTo>
                <a:lnTo>
                  <a:pt x="620786" y="172919"/>
                </a:lnTo>
                <a:lnTo>
                  <a:pt x="622920" y="184042"/>
                </a:lnTo>
                <a:lnTo>
                  <a:pt x="625053" y="195431"/>
                </a:lnTo>
                <a:lnTo>
                  <a:pt x="627186" y="207072"/>
                </a:lnTo>
                <a:lnTo>
                  <a:pt x="629319" y="218958"/>
                </a:lnTo>
                <a:lnTo>
                  <a:pt x="631452" y="231079"/>
                </a:lnTo>
                <a:lnTo>
                  <a:pt x="633585" y="243425"/>
                </a:lnTo>
                <a:lnTo>
                  <a:pt x="635719" y="255984"/>
                </a:lnTo>
                <a:lnTo>
                  <a:pt x="637853" y="268749"/>
                </a:lnTo>
                <a:lnTo>
                  <a:pt x="639986" y="281708"/>
                </a:lnTo>
                <a:lnTo>
                  <a:pt x="642119" y="294851"/>
                </a:lnTo>
                <a:lnTo>
                  <a:pt x="644252" y="308167"/>
                </a:lnTo>
                <a:lnTo>
                  <a:pt x="646385" y="321647"/>
                </a:lnTo>
                <a:lnTo>
                  <a:pt x="648518" y="335280"/>
                </a:lnTo>
                <a:lnTo>
                  <a:pt x="650652" y="349054"/>
                </a:lnTo>
                <a:lnTo>
                  <a:pt x="652786" y="362962"/>
                </a:lnTo>
                <a:lnTo>
                  <a:pt x="654919" y="376990"/>
                </a:lnTo>
                <a:lnTo>
                  <a:pt x="657052" y="391131"/>
                </a:lnTo>
                <a:lnTo>
                  <a:pt x="659185" y="405372"/>
                </a:lnTo>
                <a:lnTo>
                  <a:pt x="661318" y="419705"/>
                </a:lnTo>
                <a:lnTo>
                  <a:pt x="663451" y="434117"/>
                </a:lnTo>
                <a:lnTo>
                  <a:pt x="665584" y="448601"/>
                </a:lnTo>
                <a:lnTo>
                  <a:pt x="667719" y="463145"/>
                </a:lnTo>
                <a:lnTo>
                  <a:pt x="669852" y="477738"/>
                </a:lnTo>
                <a:lnTo>
                  <a:pt x="671985" y="492374"/>
                </a:lnTo>
                <a:lnTo>
                  <a:pt x="674118" y="507040"/>
                </a:lnTo>
                <a:lnTo>
                  <a:pt x="676251" y="521728"/>
                </a:lnTo>
                <a:lnTo>
                  <a:pt x="678384" y="536428"/>
                </a:lnTo>
                <a:lnTo>
                  <a:pt x="680517" y="551130"/>
                </a:lnTo>
                <a:lnTo>
                  <a:pt x="682652" y="565827"/>
                </a:lnTo>
                <a:lnTo>
                  <a:pt x="684785" y="580507"/>
                </a:lnTo>
                <a:lnTo>
                  <a:pt x="686918" y="595165"/>
                </a:lnTo>
                <a:lnTo>
                  <a:pt x="689051" y="609790"/>
                </a:lnTo>
                <a:lnTo>
                  <a:pt x="691184" y="624374"/>
                </a:lnTo>
                <a:lnTo>
                  <a:pt x="693317" y="638908"/>
                </a:lnTo>
                <a:lnTo>
                  <a:pt x="695451" y="653386"/>
                </a:lnTo>
                <a:lnTo>
                  <a:pt x="697585" y="667798"/>
                </a:lnTo>
                <a:lnTo>
                  <a:pt x="699718" y="682138"/>
                </a:lnTo>
                <a:lnTo>
                  <a:pt x="701851" y="696398"/>
                </a:lnTo>
                <a:lnTo>
                  <a:pt x="703984" y="710570"/>
                </a:lnTo>
                <a:lnTo>
                  <a:pt x="706117" y="724651"/>
                </a:lnTo>
                <a:lnTo>
                  <a:pt x="708250" y="738628"/>
                </a:lnTo>
                <a:lnTo>
                  <a:pt x="710384" y="752500"/>
                </a:lnTo>
                <a:lnTo>
                  <a:pt x="712518" y="766259"/>
                </a:lnTo>
                <a:lnTo>
                  <a:pt x="714651" y="779898"/>
                </a:lnTo>
                <a:lnTo>
                  <a:pt x="716784" y="793413"/>
                </a:lnTo>
                <a:lnTo>
                  <a:pt x="718917" y="806796"/>
                </a:lnTo>
                <a:lnTo>
                  <a:pt x="721050" y="820045"/>
                </a:lnTo>
                <a:lnTo>
                  <a:pt x="723183" y="833154"/>
                </a:lnTo>
                <a:lnTo>
                  <a:pt x="725317" y="846116"/>
                </a:lnTo>
                <a:lnTo>
                  <a:pt x="727451" y="858929"/>
                </a:lnTo>
                <a:lnTo>
                  <a:pt x="729584" y="871588"/>
                </a:lnTo>
                <a:lnTo>
                  <a:pt x="731713" y="884089"/>
                </a:lnTo>
                <a:lnTo>
                  <a:pt x="733855" y="896428"/>
                </a:lnTo>
                <a:lnTo>
                  <a:pt x="735987" y="908603"/>
                </a:lnTo>
                <a:lnTo>
                  <a:pt x="738119" y="920608"/>
                </a:lnTo>
                <a:lnTo>
                  <a:pt x="740251" y="932442"/>
                </a:lnTo>
                <a:lnTo>
                  <a:pt x="742384" y="944103"/>
                </a:lnTo>
                <a:lnTo>
                  <a:pt x="744516" y="955585"/>
                </a:lnTo>
                <a:lnTo>
                  <a:pt x="746648" y="966889"/>
                </a:lnTo>
                <a:lnTo>
                  <a:pt x="748780" y="978011"/>
                </a:lnTo>
                <a:lnTo>
                  <a:pt x="750912" y="988948"/>
                </a:lnTo>
                <a:lnTo>
                  <a:pt x="753054" y="999702"/>
                </a:lnTo>
                <a:lnTo>
                  <a:pt x="755186" y="1010269"/>
                </a:lnTo>
                <a:lnTo>
                  <a:pt x="757319" y="1020650"/>
                </a:lnTo>
                <a:lnTo>
                  <a:pt x="759451" y="1030845"/>
                </a:lnTo>
                <a:lnTo>
                  <a:pt x="761583" y="1040843"/>
                </a:lnTo>
                <a:lnTo>
                  <a:pt x="763715" y="1050655"/>
                </a:lnTo>
                <a:lnTo>
                  <a:pt x="765847" y="1060280"/>
                </a:lnTo>
                <a:lnTo>
                  <a:pt x="767979" y="1069709"/>
                </a:lnTo>
                <a:lnTo>
                  <a:pt x="770111" y="1078952"/>
                </a:lnTo>
                <a:lnTo>
                  <a:pt x="772254" y="1088008"/>
                </a:lnTo>
                <a:lnTo>
                  <a:pt x="774386" y="1096867"/>
                </a:lnTo>
                <a:lnTo>
                  <a:pt x="776518" y="1105530"/>
                </a:lnTo>
                <a:lnTo>
                  <a:pt x="778650" y="1114017"/>
                </a:lnTo>
                <a:lnTo>
                  <a:pt x="780782" y="1122308"/>
                </a:lnTo>
                <a:lnTo>
                  <a:pt x="782914" y="1130412"/>
                </a:lnTo>
                <a:lnTo>
                  <a:pt x="785046" y="1138329"/>
                </a:lnTo>
                <a:lnTo>
                  <a:pt x="787178" y="1146061"/>
                </a:lnTo>
                <a:lnTo>
                  <a:pt x="789310" y="1153616"/>
                </a:lnTo>
                <a:lnTo>
                  <a:pt x="791453" y="1160975"/>
                </a:lnTo>
                <a:lnTo>
                  <a:pt x="793585" y="1168169"/>
                </a:lnTo>
                <a:lnTo>
                  <a:pt x="795717" y="1175176"/>
                </a:lnTo>
                <a:lnTo>
                  <a:pt x="797849" y="1181996"/>
                </a:lnTo>
                <a:lnTo>
                  <a:pt x="799981" y="1188651"/>
                </a:lnTo>
                <a:lnTo>
                  <a:pt x="802113" y="1195130"/>
                </a:lnTo>
                <a:lnTo>
                  <a:pt x="804245" y="1201444"/>
                </a:lnTo>
                <a:lnTo>
                  <a:pt x="806378" y="1207581"/>
                </a:lnTo>
                <a:lnTo>
                  <a:pt x="808520" y="1213553"/>
                </a:lnTo>
                <a:lnTo>
                  <a:pt x="810652" y="1219360"/>
                </a:lnTo>
                <a:lnTo>
                  <a:pt x="812784" y="1225000"/>
                </a:lnTo>
                <a:lnTo>
                  <a:pt x="814916" y="1230486"/>
                </a:lnTo>
                <a:lnTo>
                  <a:pt x="817048" y="1235816"/>
                </a:lnTo>
                <a:lnTo>
                  <a:pt x="819181" y="1240991"/>
                </a:lnTo>
                <a:lnTo>
                  <a:pt x="821313" y="1246011"/>
                </a:lnTo>
                <a:lnTo>
                  <a:pt x="823445" y="1250875"/>
                </a:lnTo>
                <a:lnTo>
                  <a:pt x="825577" y="1255605"/>
                </a:lnTo>
                <a:lnTo>
                  <a:pt x="827719" y="1260180"/>
                </a:lnTo>
                <a:lnTo>
                  <a:pt x="829851" y="1264620"/>
                </a:lnTo>
                <a:lnTo>
                  <a:pt x="831983" y="1268915"/>
                </a:lnTo>
                <a:lnTo>
                  <a:pt x="834115" y="1273086"/>
                </a:lnTo>
                <a:lnTo>
                  <a:pt x="836248" y="1277113"/>
                </a:lnTo>
                <a:lnTo>
                  <a:pt x="838380" y="1281014"/>
                </a:lnTo>
                <a:lnTo>
                  <a:pt x="840512" y="1284782"/>
                </a:lnTo>
                <a:lnTo>
                  <a:pt x="842644" y="1288435"/>
                </a:lnTo>
                <a:lnTo>
                  <a:pt x="844776" y="1291955"/>
                </a:lnTo>
                <a:lnTo>
                  <a:pt x="846918" y="1295360"/>
                </a:lnTo>
                <a:lnTo>
                  <a:pt x="849051" y="1298651"/>
                </a:lnTo>
                <a:lnTo>
                  <a:pt x="851183" y="1301828"/>
                </a:lnTo>
                <a:lnTo>
                  <a:pt x="853315" y="1304902"/>
                </a:lnTo>
                <a:lnTo>
                  <a:pt x="855447" y="1307862"/>
                </a:lnTo>
                <a:lnTo>
                  <a:pt x="857579" y="1310709"/>
                </a:lnTo>
                <a:lnTo>
                  <a:pt x="859711" y="1313462"/>
                </a:lnTo>
                <a:lnTo>
                  <a:pt x="861843" y="1316111"/>
                </a:lnTo>
                <a:lnTo>
                  <a:pt x="863986" y="1318668"/>
                </a:lnTo>
                <a:lnTo>
                  <a:pt x="866118" y="1321131"/>
                </a:lnTo>
                <a:lnTo>
                  <a:pt x="868250" y="1323501"/>
                </a:lnTo>
                <a:lnTo>
                  <a:pt x="870382" y="1325778"/>
                </a:lnTo>
                <a:lnTo>
                  <a:pt x="872514" y="1327973"/>
                </a:lnTo>
                <a:lnTo>
                  <a:pt x="874646" y="1330084"/>
                </a:lnTo>
                <a:lnTo>
                  <a:pt x="876778" y="1332113"/>
                </a:lnTo>
                <a:lnTo>
                  <a:pt x="878910" y="1334058"/>
                </a:lnTo>
                <a:lnTo>
                  <a:pt x="881042" y="1335932"/>
                </a:lnTo>
                <a:lnTo>
                  <a:pt x="883185" y="1337722"/>
                </a:lnTo>
                <a:lnTo>
                  <a:pt x="885317" y="1339451"/>
                </a:lnTo>
                <a:lnTo>
                  <a:pt x="887449" y="1341107"/>
                </a:lnTo>
                <a:lnTo>
                  <a:pt x="889581" y="1342701"/>
                </a:lnTo>
                <a:lnTo>
                  <a:pt x="891713" y="1344222"/>
                </a:lnTo>
                <a:lnTo>
                  <a:pt x="893845" y="1345681"/>
                </a:lnTo>
                <a:lnTo>
                  <a:pt x="895977" y="1347079"/>
                </a:lnTo>
                <a:lnTo>
                  <a:pt x="898110" y="1348424"/>
                </a:lnTo>
                <a:lnTo>
                  <a:pt x="900242" y="1349708"/>
                </a:lnTo>
                <a:lnTo>
                  <a:pt x="902384" y="1350939"/>
                </a:lnTo>
                <a:lnTo>
                  <a:pt x="904516" y="1352119"/>
                </a:lnTo>
                <a:lnTo>
                  <a:pt x="906648" y="1353237"/>
                </a:lnTo>
                <a:lnTo>
                  <a:pt x="908780" y="1354313"/>
                </a:lnTo>
                <a:lnTo>
                  <a:pt x="910913" y="1355348"/>
                </a:lnTo>
                <a:lnTo>
                  <a:pt x="913045" y="1356331"/>
                </a:lnTo>
                <a:lnTo>
                  <a:pt x="915177" y="1357273"/>
                </a:lnTo>
                <a:lnTo>
                  <a:pt x="917309" y="1358163"/>
                </a:lnTo>
                <a:lnTo>
                  <a:pt x="919441" y="1359023"/>
                </a:lnTo>
                <a:lnTo>
                  <a:pt x="921583" y="1359840"/>
                </a:lnTo>
                <a:lnTo>
                  <a:pt x="923715" y="1360616"/>
                </a:lnTo>
                <a:lnTo>
                  <a:pt x="925847" y="1361361"/>
                </a:lnTo>
                <a:lnTo>
                  <a:pt x="927980" y="1362076"/>
                </a:lnTo>
                <a:lnTo>
                  <a:pt x="930112" y="1362748"/>
                </a:lnTo>
                <a:lnTo>
                  <a:pt x="932244" y="1363390"/>
                </a:lnTo>
                <a:lnTo>
                  <a:pt x="934376" y="1364001"/>
                </a:lnTo>
                <a:lnTo>
                  <a:pt x="936508" y="1364591"/>
                </a:lnTo>
                <a:lnTo>
                  <a:pt x="938650" y="1365139"/>
                </a:lnTo>
                <a:lnTo>
                  <a:pt x="940783" y="1365667"/>
                </a:lnTo>
                <a:lnTo>
                  <a:pt x="942915" y="1366174"/>
                </a:lnTo>
                <a:lnTo>
                  <a:pt x="945047" y="1366650"/>
                </a:lnTo>
                <a:lnTo>
                  <a:pt x="947179" y="1367106"/>
                </a:lnTo>
                <a:lnTo>
                  <a:pt x="949311" y="1367541"/>
                </a:lnTo>
                <a:lnTo>
                  <a:pt x="951443" y="1367944"/>
                </a:lnTo>
                <a:lnTo>
                  <a:pt x="953575" y="1368338"/>
                </a:lnTo>
                <a:lnTo>
                  <a:pt x="955707" y="1368700"/>
                </a:lnTo>
                <a:lnTo>
                  <a:pt x="957850" y="1369052"/>
                </a:lnTo>
                <a:lnTo>
                  <a:pt x="959982" y="1369383"/>
                </a:lnTo>
                <a:lnTo>
                  <a:pt x="962114" y="1369704"/>
                </a:lnTo>
                <a:lnTo>
                  <a:pt x="964246" y="1370004"/>
                </a:lnTo>
                <a:lnTo>
                  <a:pt x="966378" y="1370283"/>
                </a:lnTo>
                <a:lnTo>
                  <a:pt x="968510" y="1370552"/>
                </a:lnTo>
                <a:lnTo>
                  <a:pt x="970642" y="1370801"/>
                </a:lnTo>
                <a:lnTo>
                  <a:pt x="972774" y="1371049"/>
                </a:lnTo>
                <a:lnTo>
                  <a:pt x="974906" y="1371277"/>
                </a:lnTo>
                <a:lnTo>
                  <a:pt x="977049" y="1371484"/>
                </a:lnTo>
                <a:lnTo>
                  <a:pt x="979181" y="1371691"/>
                </a:lnTo>
                <a:lnTo>
                  <a:pt x="981313" y="1371877"/>
                </a:lnTo>
                <a:lnTo>
                  <a:pt x="983445" y="1372063"/>
                </a:lnTo>
                <a:lnTo>
                  <a:pt x="985577" y="1372239"/>
                </a:lnTo>
                <a:lnTo>
                  <a:pt x="987709" y="1372395"/>
                </a:lnTo>
                <a:lnTo>
                  <a:pt x="989842" y="1372550"/>
                </a:lnTo>
                <a:lnTo>
                  <a:pt x="991974" y="1372695"/>
                </a:lnTo>
                <a:lnTo>
                  <a:pt x="994106" y="1372829"/>
                </a:lnTo>
                <a:lnTo>
                  <a:pt x="996248" y="1372954"/>
                </a:lnTo>
                <a:lnTo>
                  <a:pt x="998380" y="1373078"/>
                </a:lnTo>
                <a:lnTo>
                  <a:pt x="1000512" y="1373192"/>
                </a:lnTo>
                <a:lnTo>
                  <a:pt x="1002645" y="1373305"/>
                </a:lnTo>
                <a:lnTo>
                  <a:pt x="1004777" y="1373399"/>
                </a:lnTo>
                <a:lnTo>
                  <a:pt x="1006909" y="1373502"/>
                </a:lnTo>
                <a:lnTo>
                  <a:pt x="1009041" y="1373585"/>
                </a:lnTo>
                <a:lnTo>
                  <a:pt x="1011173" y="1373668"/>
                </a:lnTo>
                <a:lnTo>
                  <a:pt x="1013315" y="1373751"/>
                </a:lnTo>
                <a:lnTo>
                  <a:pt x="1015447" y="1373823"/>
                </a:lnTo>
                <a:lnTo>
                  <a:pt x="1017580" y="1373895"/>
                </a:lnTo>
                <a:lnTo>
                  <a:pt x="1019712" y="1373957"/>
                </a:lnTo>
                <a:lnTo>
                  <a:pt x="1021844" y="1374020"/>
                </a:lnTo>
                <a:lnTo>
                  <a:pt x="1023976" y="1374082"/>
                </a:lnTo>
                <a:lnTo>
                  <a:pt x="1026108" y="1374133"/>
                </a:lnTo>
                <a:lnTo>
                  <a:pt x="1028240" y="1374185"/>
                </a:lnTo>
                <a:lnTo>
                  <a:pt x="1030372" y="1374237"/>
                </a:lnTo>
                <a:lnTo>
                  <a:pt x="1032515" y="1374278"/>
                </a:lnTo>
                <a:lnTo>
                  <a:pt x="1034647" y="1374320"/>
                </a:lnTo>
                <a:lnTo>
                  <a:pt x="1036779" y="1374361"/>
                </a:lnTo>
                <a:lnTo>
                  <a:pt x="1038911" y="1374403"/>
                </a:lnTo>
                <a:lnTo>
                  <a:pt x="1041043" y="1374434"/>
                </a:lnTo>
                <a:lnTo>
                  <a:pt x="1043175" y="1374465"/>
                </a:lnTo>
                <a:lnTo>
                  <a:pt x="1045307" y="1374496"/>
                </a:lnTo>
                <a:lnTo>
                  <a:pt x="1047439" y="1374527"/>
                </a:lnTo>
                <a:lnTo>
                  <a:pt x="1049571" y="1374548"/>
                </a:lnTo>
                <a:lnTo>
                  <a:pt x="1051714" y="1374578"/>
                </a:lnTo>
                <a:lnTo>
                  <a:pt x="1053846" y="1374599"/>
                </a:lnTo>
                <a:lnTo>
                  <a:pt x="1055978" y="1374620"/>
                </a:lnTo>
                <a:lnTo>
                  <a:pt x="1058110" y="1374641"/>
                </a:lnTo>
                <a:lnTo>
                  <a:pt x="1060242" y="1374661"/>
                </a:lnTo>
                <a:lnTo>
                  <a:pt x="1062374" y="1374682"/>
                </a:lnTo>
                <a:lnTo>
                  <a:pt x="1064507" y="1374692"/>
                </a:lnTo>
                <a:lnTo>
                  <a:pt x="1066639" y="1374713"/>
                </a:lnTo>
                <a:lnTo>
                  <a:pt x="1068781" y="1374723"/>
                </a:lnTo>
                <a:lnTo>
                  <a:pt x="1070913" y="1374734"/>
                </a:lnTo>
                <a:lnTo>
                  <a:pt x="1073045" y="1374754"/>
                </a:lnTo>
                <a:lnTo>
                  <a:pt x="1075177" y="1374765"/>
                </a:lnTo>
                <a:lnTo>
                  <a:pt x="1077309" y="1374775"/>
                </a:lnTo>
                <a:lnTo>
                  <a:pt x="1079441" y="1374786"/>
                </a:lnTo>
                <a:lnTo>
                  <a:pt x="1081574" y="1374796"/>
                </a:lnTo>
                <a:lnTo>
                  <a:pt x="1083706" y="1374796"/>
                </a:lnTo>
                <a:lnTo>
                  <a:pt x="1085838" y="1374806"/>
                </a:lnTo>
                <a:lnTo>
                  <a:pt x="1087980" y="1374816"/>
                </a:lnTo>
                <a:lnTo>
                  <a:pt x="1090112" y="1374827"/>
                </a:lnTo>
                <a:lnTo>
                  <a:pt x="1092244" y="1374827"/>
                </a:lnTo>
                <a:lnTo>
                  <a:pt x="1094377" y="1374837"/>
                </a:lnTo>
                <a:lnTo>
                  <a:pt x="1096509" y="1374837"/>
                </a:lnTo>
                <a:lnTo>
                  <a:pt x="1098641" y="1374848"/>
                </a:lnTo>
                <a:lnTo>
                  <a:pt x="1100773" y="1374848"/>
                </a:lnTo>
                <a:lnTo>
                  <a:pt x="1102905" y="1374858"/>
                </a:lnTo>
                <a:lnTo>
                  <a:pt x="1105037" y="1374858"/>
                </a:lnTo>
                <a:lnTo>
                  <a:pt x="1107180" y="1374868"/>
                </a:lnTo>
                <a:lnTo>
                  <a:pt x="1109312" y="1374868"/>
                </a:lnTo>
                <a:lnTo>
                  <a:pt x="1111444" y="1374868"/>
                </a:lnTo>
                <a:lnTo>
                  <a:pt x="1113576" y="1374868"/>
                </a:lnTo>
                <a:lnTo>
                  <a:pt x="1115708" y="1374879"/>
                </a:lnTo>
                <a:lnTo>
                  <a:pt x="1117840" y="1374879"/>
                </a:lnTo>
                <a:lnTo>
                  <a:pt x="1119972" y="1374879"/>
                </a:lnTo>
                <a:lnTo>
                  <a:pt x="1122104" y="1374879"/>
                </a:lnTo>
                <a:lnTo>
                  <a:pt x="1124236" y="1374889"/>
                </a:lnTo>
                <a:lnTo>
                  <a:pt x="1126379" y="1374889"/>
                </a:lnTo>
                <a:lnTo>
                  <a:pt x="1128511" y="1374889"/>
                </a:lnTo>
                <a:lnTo>
                  <a:pt x="1130643" y="1374889"/>
                </a:lnTo>
                <a:lnTo>
                  <a:pt x="1132775" y="1374889"/>
                </a:lnTo>
                <a:lnTo>
                  <a:pt x="1134907" y="1374889"/>
                </a:lnTo>
                <a:lnTo>
                  <a:pt x="1137039" y="1374899"/>
                </a:lnTo>
                <a:lnTo>
                  <a:pt x="1139171" y="1374899"/>
                </a:lnTo>
                <a:lnTo>
                  <a:pt x="1141303" y="1374899"/>
                </a:lnTo>
                <a:lnTo>
                  <a:pt x="1143446" y="1374899"/>
                </a:lnTo>
                <a:lnTo>
                  <a:pt x="1145578" y="1374899"/>
                </a:lnTo>
                <a:lnTo>
                  <a:pt x="1147710" y="1374899"/>
                </a:lnTo>
                <a:lnTo>
                  <a:pt x="1149842" y="1374899"/>
                </a:lnTo>
                <a:lnTo>
                  <a:pt x="1151974" y="1374899"/>
                </a:lnTo>
                <a:lnTo>
                  <a:pt x="1154106" y="1374899"/>
                </a:lnTo>
                <a:lnTo>
                  <a:pt x="1156239" y="1374899"/>
                </a:lnTo>
                <a:lnTo>
                  <a:pt x="1158371" y="1374899"/>
                </a:lnTo>
                <a:lnTo>
                  <a:pt x="1160503" y="1374899"/>
                </a:lnTo>
                <a:lnTo>
                  <a:pt x="1162645" y="1374899"/>
                </a:lnTo>
                <a:lnTo>
                  <a:pt x="1164777" y="1374910"/>
                </a:lnTo>
                <a:lnTo>
                  <a:pt x="1166909" y="1374910"/>
                </a:lnTo>
                <a:lnTo>
                  <a:pt x="1169041" y="1374910"/>
                </a:lnTo>
                <a:lnTo>
                  <a:pt x="1171174" y="1374910"/>
                </a:lnTo>
                <a:lnTo>
                  <a:pt x="1173306" y="1374910"/>
                </a:lnTo>
                <a:lnTo>
                  <a:pt x="1175438" y="1374910"/>
                </a:lnTo>
                <a:lnTo>
                  <a:pt x="1177570" y="1374910"/>
                </a:lnTo>
                <a:lnTo>
                  <a:pt x="1179702" y="1374910"/>
                </a:lnTo>
                <a:lnTo>
                  <a:pt x="1181844" y="1374910"/>
                </a:lnTo>
                <a:lnTo>
                  <a:pt x="1183976" y="1374910"/>
                </a:lnTo>
                <a:lnTo>
                  <a:pt x="1186109" y="1374910"/>
                </a:lnTo>
                <a:lnTo>
                  <a:pt x="1188241" y="1374910"/>
                </a:lnTo>
                <a:lnTo>
                  <a:pt x="1190373" y="1374910"/>
                </a:lnTo>
                <a:lnTo>
                  <a:pt x="1192505" y="1374910"/>
                </a:lnTo>
                <a:lnTo>
                  <a:pt x="1194637" y="1374910"/>
                </a:lnTo>
                <a:lnTo>
                  <a:pt x="1196769" y="1374910"/>
                </a:lnTo>
                <a:lnTo>
                  <a:pt x="1198912" y="1374910"/>
                </a:lnTo>
                <a:lnTo>
                  <a:pt x="1201044" y="1374910"/>
                </a:lnTo>
                <a:lnTo>
                  <a:pt x="1203176" y="1374910"/>
                </a:lnTo>
                <a:lnTo>
                  <a:pt x="1205308" y="1374910"/>
                </a:lnTo>
                <a:lnTo>
                  <a:pt x="1207440" y="1374910"/>
                </a:lnTo>
                <a:lnTo>
                  <a:pt x="1209572" y="1374910"/>
                </a:lnTo>
                <a:lnTo>
                  <a:pt x="1211704" y="1374910"/>
                </a:lnTo>
                <a:lnTo>
                  <a:pt x="1213836" y="1374910"/>
                </a:lnTo>
                <a:lnTo>
                  <a:pt x="1215968" y="1374910"/>
                </a:lnTo>
                <a:lnTo>
                  <a:pt x="1218111" y="1374910"/>
                </a:lnTo>
                <a:lnTo>
                  <a:pt x="1220243" y="1374910"/>
                </a:lnTo>
                <a:lnTo>
                  <a:pt x="1222375" y="1374910"/>
                </a:lnTo>
                <a:lnTo>
                  <a:pt x="1224507" y="1374910"/>
                </a:lnTo>
                <a:lnTo>
                  <a:pt x="1226639" y="1374910"/>
                </a:lnTo>
                <a:lnTo>
                  <a:pt x="1228771" y="1374910"/>
                </a:lnTo>
                <a:lnTo>
                  <a:pt x="1230903" y="1374910"/>
                </a:lnTo>
                <a:lnTo>
                  <a:pt x="1233035" y="1374910"/>
                </a:lnTo>
                <a:lnTo>
                  <a:pt x="1235167" y="1374910"/>
                </a:lnTo>
                <a:lnTo>
                  <a:pt x="1237310" y="1374910"/>
                </a:lnTo>
                <a:lnTo>
                  <a:pt x="1239442" y="1374910"/>
                </a:lnTo>
                <a:lnTo>
                  <a:pt x="1241574" y="1374910"/>
                </a:lnTo>
                <a:lnTo>
                  <a:pt x="1243706" y="1374910"/>
                </a:lnTo>
                <a:lnTo>
                  <a:pt x="1245838" y="1374910"/>
                </a:lnTo>
                <a:lnTo>
                  <a:pt x="1247970" y="1374910"/>
                </a:lnTo>
                <a:lnTo>
                  <a:pt x="1250103" y="1374910"/>
                </a:lnTo>
                <a:lnTo>
                  <a:pt x="1252235" y="1374910"/>
                </a:lnTo>
                <a:lnTo>
                  <a:pt x="1254367" y="1374910"/>
                </a:lnTo>
                <a:lnTo>
                  <a:pt x="1256509" y="1374910"/>
                </a:lnTo>
                <a:lnTo>
                  <a:pt x="1258641" y="1374910"/>
                </a:lnTo>
                <a:lnTo>
                  <a:pt x="1260773" y="1374910"/>
                </a:lnTo>
                <a:lnTo>
                  <a:pt x="1262906" y="1374910"/>
                </a:lnTo>
                <a:lnTo>
                  <a:pt x="1265038" y="1374910"/>
                </a:lnTo>
                <a:lnTo>
                  <a:pt x="1267170" y="1374910"/>
                </a:lnTo>
                <a:lnTo>
                  <a:pt x="1269302" y="1374910"/>
                </a:lnTo>
                <a:lnTo>
                  <a:pt x="1271434" y="1374910"/>
                </a:lnTo>
                <a:lnTo>
                  <a:pt x="1273576" y="1374910"/>
                </a:lnTo>
                <a:lnTo>
                  <a:pt x="1275708" y="1374910"/>
                </a:lnTo>
                <a:lnTo>
                  <a:pt x="1277841" y="1374910"/>
                </a:lnTo>
                <a:lnTo>
                  <a:pt x="1279973" y="1374910"/>
                </a:lnTo>
                <a:lnTo>
                  <a:pt x="1282105" y="1374910"/>
                </a:lnTo>
                <a:lnTo>
                  <a:pt x="1284237" y="1374910"/>
                </a:lnTo>
                <a:lnTo>
                  <a:pt x="1286369" y="1374910"/>
                </a:lnTo>
                <a:lnTo>
                  <a:pt x="1288501" y="1374910"/>
                </a:lnTo>
                <a:lnTo>
                  <a:pt x="1290633" y="1374910"/>
                </a:lnTo>
                <a:lnTo>
                  <a:pt x="1292776" y="1374910"/>
                </a:lnTo>
                <a:lnTo>
                  <a:pt x="1294908" y="1374910"/>
                </a:lnTo>
                <a:lnTo>
                  <a:pt x="1297040" y="1374910"/>
                </a:lnTo>
                <a:lnTo>
                  <a:pt x="1299172" y="1374910"/>
                </a:lnTo>
                <a:lnTo>
                  <a:pt x="1301304" y="1374910"/>
                </a:lnTo>
                <a:lnTo>
                  <a:pt x="1303436" y="1374910"/>
                </a:lnTo>
                <a:lnTo>
                  <a:pt x="1305568" y="1374910"/>
                </a:lnTo>
                <a:lnTo>
                  <a:pt x="1307700" y="1374910"/>
                </a:lnTo>
                <a:lnTo>
                  <a:pt x="1309832" y="1374910"/>
                </a:lnTo>
                <a:lnTo>
                  <a:pt x="1311975" y="1374910"/>
                </a:lnTo>
                <a:lnTo>
                  <a:pt x="1314107" y="1374910"/>
                </a:lnTo>
                <a:lnTo>
                  <a:pt x="1316239" y="1374910"/>
                </a:lnTo>
                <a:lnTo>
                  <a:pt x="1318371" y="1374910"/>
                </a:lnTo>
                <a:lnTo>
                  <a:pt x="1320503" y="1374910"/>
                </a:lnTo>
                <a:lnTo>
                  <a:pt x="1322635" y="1374910"/>
                </a:lnTo>
                <a:lnTo>
                  <a:pt x="1324767" y="1374910"/>
                </a:lnTo>
                <a:lnTo>
                  <a:pt x="1326900" y="1374910"/>
                </a:lnTo>
                <a:lnTo>
                  <a:pt x="1329032" y="1374910"/>
                </a:lnTo>
                <a:lnTo>
                  <a:pt x="1331174" y="1374910"/>
                </a:lnTo>
                <a:lnTo>
                  <a:pt x="1333306" y="1374910"/>
                </a:lnTo>
                <a:lnTo>
                  <a:pt x="1335438" y="1374910"/>
                </a:lnTo>
                <a:lnTo>
                  <a:pt x="1337570" y="1374910"/>
                </a:lnTo>
                <a:lnTo>
                  <a:pt x="1339702" y="1374910"/>
                </a:lnTo>
                <a:lnTo>
                  <a:pt x="1341835" y="1374910"/>
                </a:lnTo>
                <a:lnTo>
                  <a:pt x="1343967" y="1374910"/>
                </a:lnTo>
                <a:lnTo>
                  <a:pt x="1346099" y="1374910"/>
                </a:lnTo>
                <a:lnTo>
                  <a:pt x="1348241" y="1374910"/>
                </a:lnTo>
                <a:lnTo>
                  <a:pt x="1350373" y="1374910"/>
                </a:lnTo>
                <a:lnTo>
                  <a:pt x="1352505" y="1374910"/>
                </a:lnTo>
                <a:lnTo>
                  <a:pt x="1354638" y="1374910"/>
                </a:lnTo>
                <a:lnTo>
                  <a:pt x="1356770" y="1374910"/>
                </a:lnTo>
                <a:lnTo>
                  <a:pt x="1358902" y="1374910"/>
                </a:lnTo>
                <a:lnTo>
                  <a:pt x="1361034" y="1374910"/>
                </a:lnTo>
                <a:lnTo>
                  <a:pt x="1363166" y="1374910"/>
                </a:lnTo>
                <a:lnTo>
                  <a:pt x="1365298" y="1374910"/>
                </a:lnTo>
                <a:lnTo>
                  <a:pt x="1367440" y="1374910"/>
                </a:lnTo>
                <a:lnTo>
                  <a:pt x="1369573" y="1374910"/>
                </a:lnTo>
                <a:lnTo>
                  <a:pt x="1371705" y="1374910"/>
                </a:lnTo>
                <a:lnTo>
                  <a:pt x="1373837" y="1374910"/>
                </a:lnTo>
                <a:lnTo>
                  <a:pt x="1375969" y="1374910"/>
                </a:lnTo>
                <a:lnTo>
                  <a:pt x="1378101" y="1374910"/>
                </a:lnTo>
                <a:lnTo>
                  <a:pt x="1380233" y="1374910"/>
                </a:lnTo>
                <a:lnTo>
                  <a:pt x="1382365" y="1374910"/>
                </a:lnTo>
                <a:lnTo>
                  <a:pt x="1384497" y="1374910"/>
                </a:lnTo>
                <a:lnTo>
                  <a:pt x="1386640" y="1374910"/>
                </a:lnTo>
                <a:lnTo>
                  <a:pt x="1388772" y="1374910"/>
                </a:lnTo>
                <a:lnTo>
                  <a:pt x="1390904" y="1374910"/>
                </a:lnTo>
                <a:lnTo>
                  <a:pt x="1393036" y="1374910"/>
                </a:lnTo>
                <a:lnTo>
                  <a:pt x="1395168" y="1374910"/>
                </a:lnTo>
                <a:lnTo>
                  <a:pt x="1397300" y="1374910"/>
                </a:lnTo>
                <a:lnTo>
                  <a:pt x="1399432" y="1374910"/>
                </a:lnTo>
                <a:lnTo>
                  <a:pt x="1401564" y="1374910"/>
                </a:lnTo>
                <a:lnTo>
                  <a:pt x="1403707" y="1374910"/>
                </a:lnTo>
                <a:lnTo>
                  <a:pt x="1405839" y="1374910"/>
                </a:lnTo>
                <a:lnTo>
                  <a:pt x="1407971" y="1374910"/>
                </a:lnTo>
                <a:lnTo>
                  <a:pt x="1410103" y="1374910"/>
                </a:lnTo>
                <a:lnTo>
                  <a:pt x="1412235" y="1374910"/>
                </a:lnTo>
                <a:lnTo>
                  <a:pt x="1414367" y="1374910"/>
                </a:lnTo>
                <a:lnTo>
                  <a:pt x="1416499" y="1374910"/>
                </a:lnTo>
                <a:lnTo>
                  <a:pt x="1418632" y="1374910"/>
                </a:lnTo>
                <a:lnTo>
                  <a:pt x="1420764" y="1374910"/>
                </a:lnTo>
                <a:lnTo>
                  <a:pt x="1422906" y="1374910"/>
                </a:lnTo>
                <a:lnTo>
                  <a:pt x="1425038" y="1374910"/>
                </a:lnTo>
                <a:lnTo>
                  <a:pt x="1427170" y="1374910"/>
                </a:lnTo>
                <a:lnTo>
                  <a:pt x="1429302" y="1374910"/>
                </a:lnTo>
                <a:lnTo>
                  <a:pt x="1431434" y="1374910"/>
                </a:lnTo>
                <a:lnTo>
                  <a:pt x="1433567" y="1374910"/>
                </a:lnTo>
                <a:lnTo>
                  <a:pt x="1435699" y="1374910"/>
                </a:lnTo>
                <a:lnTo>
                  <a:pt x="1437831" y="1374910"/>
                </a:lnTo>
                <a:lnTo>
                  <a:pt x="1439963" y="1374910"/>
                </a:lnTo>
                <a:lnTo>
                  <a:pt x="1442105" y="1374910"/>
                </a:lnTo>
                <a:lnTo>
                  <a:pt x="1444237" y="1374910"/>
                </a:lnTo>
                <a:lnTo>
                  <a:pt x="1446370" y="1374910"/>
                </a:lnTo>
                <a:lnTo>
                  <a:pt x="1448502" y="1374910"/>
                </a:lnTo>
                <a:lnTo>
                  <a:pt x="1450634" y="1374910"/>
                </a:lnTo>
                <a:lnTo>
                  <a:pt x="1452766" y="1374910"/>
                </a:lnTo>
                <a:lnTo>
                  <a:pt x="1454898" y="1374910"/>
                </a:lnTo>
                <a:lnTo>
                  <a:pt x="1457030" y="1374910"/>
                </a:lnTo>
                <a:lnTo>
                  <a:pt x="1459162" y="1374910"/>
                </a:lnTo>
                <a:lnTo>
                  <a:pt x="1461305" y="1374910"/>
                </a:lnTo>
                <a:lnTo>
                  <a:pt x="1463437" y="1374910"/>
                </a:lnTo>
                <a:lnTo>
                  <a:pt x="1465569" y="1374910"/>
                </a:lnTo>
                <a:lnTo>
                  <a:pt x="1467701" y="1374910"/>
                </a:lnTo>
                <a:lnTo>
                  <a:pt x="1469833" y="1374910"/>
                </a:lnTo>
                <a:lnTo>
                  <a:pt x="1471965" y="1374910"/>
                </a:lnTo>
                <a:lnTo>
                  <a:pt x="1474097" y="1374910"/>
                </a:lnTo>
                <a:lnTo>
                  <a:pt x="1476229" y="1374910"/>
                </a:lnTo>
                <a:lnTo>
                  <a:pt x="1478372" y="1374910"/>
                </a:lnTo>
                <a:lnTo>
                  <a:pt x="1480504" y="1374910"/>
                </a:lnTo>
                <a:lnTo>
                  <a:pt x="1482636" y="1374910"/>
                </a:lnTo>
                <a:lnTo>
                  <a:pt x="1484768" y="1374910"/>
                </a:lnTo>
                <a:lnTo>
                  <a:pt x="1486900" y="1374910"/>
                </a:lnTo>
                <a:lnTo>
                  <a:pt x="1489032" y="1374910"/>
                </a:lnTo>
                <a:lnTo>
                  <a:pt x="1491164" y="1374910"/>
                </a:lnTo>
                <a:lnTo>
                  <a:pt x="1493296" y="1374910"/>
                </a:lnTo>
                <a:lnTo>
                  <a:pt x="1495429" y="1374910"/>
                </a:lnTo>
                <a:lnTo>
                  <a:pt x="1497571" y="1374910"/>
                </a:lnTo>
                <a:lnTo>
                  <a:pt x="1499703" y="1374910"/>
                </a:lnTo>
                <a:lnTo>
                  <a:pt x="1501835" y="1374910"/>
                </a:lnTo>
                <a:lnTo>
                  <a:pt x="1503967" y="1374910"/>
                </a:lnTo>
                <a:lnTo>
                  <a:pt x="1506099" y="1374910"/>
                </a:lnTo>
                <a:lnTo>
                  <a:pt x="1508232" y="1374910"/>
                </a:lnTo>
                <a:lnTo>
                  <a:pt x="1510364" y="1374910"/>
                </a:lnTo>
                <a:lnTo>
                  <a:pt x="1512496" y="1374910"/>
                </a:lnTo>
                <a:lnTo>
                  <a:pt x="1514628" y="1374910"/>
                </a:lnTo>
                <a:lnTo>
                  <a:pt x="1516770" y="1374910"/>
                </a:lnTo>
                <a:lnTo>
                  <a:pt x="1518902" y="1374910"/>
                </a:lnTo>
                <a:lnTo>
                  <a:pt x="1521034" y="1374910"/>
                </a:lnTo>
                <a:lnTo>
                  <a:pt x="1523166" y="1374910"/>
                </a:lnTo>
                <a:lnTo>
                  <a:pt x="1525299" y="1374910"/>
                </a:lnTo>
                <a:lnTo>
                  <a:pt x="1527431" y="1374910"/>
                </a:lnTo>
                <a:lnTo>
                  <a:pt x="1529563" y="1374910"/>
                </a:lnTo>
                <a:lnTo>
                  <a:pt x="1531695" y="1374910"/>
                </a:lnTo>
                <a:lnTo>
                  <a:pt x="1533827" y="1374910"/>
                </a:lnTo>
                <a:lnTo>
                  <a:pt x="1535969" y="1374910"/>
                </a:lnTo>
                <a:lnTo>
                  <a:pt x="1538102" y="1374910"/>
                </a:lnTo>
                <a:lnTo>
                  <a:pt x="1540234" y="1374910"/>
                </a:lnTo>
                <a:lnTo>
                  <a:pt x="1542366" y="1374910"/>
                </a:lnTo>
                <a:lnTo>
                  <a:pt x="1544498" y="1374910"/>
                </a:lnTo>
                <a:lnTo>
                  <a:pt x="1546630" y="1374910"/>
                </a:lnTo>
                <a:lnTo>
                  <a:pt x="1548762" y="1374910"/>
                </a:lnTo>
                <a:lnTo>
                  <a:pt x="1550894" y="1374910"/>
                </a:lnTo>
                <a:lnTo>
                  <a:pt x="1553037" y="1374910"/>
                </a:lnTo>
                <a:lnTo>
                  <a:pt x="1555169" y="1374910"/>
                </a:lnTo>
                <a:lnTo>
                  <a:pt x="1557301" y="1374910"/>
                </a:lnTo>
                <a:lnTo>
                  <a:pt x="1559433" y="1374910"/>
                </a:lnTo>
                <a:lnTo>
                  <a:pt x="1561565" y="1374910"/>
                </a:lnTo>
                <a:lnTo>
                  <a:pt x="1563697" y="1374910"/>
                </a:lnTo>
                <a:lnTo>
                  <a:pt x="1565829" y="1374910"/>
                </a:lnTo>
                <a:lnTo>
                  <a:pt x="1567961" y="1374910"/>
                </a:lnTo>
                <a:lnTo>
                  <a:pt x="1570093" y="1374910"/>
                </a:lnTo>
                <a:lnTo>
                  <a:pt x="1572236" y="1374910"/>
                </a:lnTo>
                <a:lnTo>
                  <a:pt x="1574368" y="1374910"/>
                </a:lnTo>
                <a:lnTo>
                  <a:pt x="1576500" y="1374910"/>
                </a:lnTo>
                <a:lnTo>
                  <a:pt x="1578632" y="1374910"/>
                </a:lnTo>
                <a:lnTo>
                  <a:pt x="1580764" y="1374910"/>
                </a:lnTo>
                <a:lnTo>
                  <a:pt x="1582896" y="1374910"/>
                </a:lnTo>
                <a:lnTo>
                  <a:pt x="1585028" y="1374910"/>
                </a:lnTo>
                <a:lnTo>
                  <a:pt x="1587161" y="1374910"/>
                </a:lnTo>
                <a:lnTo>
                  <a:pt x="1589293" y="1374910"/>
                </a:lnTo>
                <a:lnTo>
                  <a:pt x="1591435" y="1374910"/>
                </a:lnTo>
                <a:lnTo>
                  <a:pt x="1593567" y="1374910"/>
                </a:lnTo>
                <a:lnTo>
                  <a:pt x="1595699" y="1374910"/>
                </a:lnTo>
                <a:lnTo>
                  <a:pt x="1597831" y="1374910"/>
                </a:lnTo>
                <a:lnTo>
                  <a:pt x="1599964" y="1374910"/>
                </a:lnTo>
                <a:lnTo>
                  <a:pt x="1602096" y="1374910"/>
                </a:lnTo>
                <a:lnTo>
                  <a:pt x="1604228" y="1374910"/>
                </a:lnTo>
                <a:lnTo>
                  <a:pt x="1606360" y="1374910"/>
                </a:lnTo>
                <a:lnTo>
                  <a:pt x="1608502" y="1374910"/>
                </a:lnTo>
                <a:lnTo>
                  <a:pt x="1610634" y="1374910"/>
                </a:lnTo>
                <a:lnTo>
                  <a:pt x="1612766" y="1374910"/>
                </a:lnTo>
                <a:lnTo>
                  <a:pt x="1614898" y="1374910"/>
                </a:lnTo>
                <a:lnTo>
                  <a:pt x="1617031" y="1374910"/>
                </a:lnTo>
                <a:lnTo>
                  <a:pt x="1619163" y="1374910"/>
                </a:lnTo>
                <a:lnTo>
                  <a:pt x="1621295" y="1374910"/>
                </a:lnTo>
                <a:lnTo>
                  <a:pt x="1623427" y="1374910"/>
                </a:lnTo>
                <a:lnTo>
                  <a:pt x="1625559" y="1374910"/>
                </a:lnTo>
                <a:lnTo>
                  <a:pt x="1627701" y="1374910"/>
                </a:lnTo>
                <a:lnTo>
                  <a:pt x="1629834" y="1374910"/>
                </a:lnTo>
                <a:lnTo>
                  <a:pt x="1631966" y="1374910"/>
                </a:lnTo>
                <a:lnTo>
                  <a:pt x="1634098" y="1374910"/>
                </a:lnTo>
                <a:lnTo>
                  <a:pt x="1636230" y="1374910"/>
                </a:lnTo>
                <a:lnTo>
                  <a:pt x="1638362" y="1374910"/>
                </a:lnTo>
                <a:lnTo>
                  <a:pt x="1640494" y="1374910"/>
                </a:lnTo>
                <a:lnTo>
                  <a:pt x="1642626" y="1374910"/>
                </a:lnTo>
                <a:lnTo>
                  <a:pt x="1644758" y="1374910"/>
                </a:lnTo>
                <a:lnTo>
                  <a:pt x="1646901" y="1374910"/>
                </a:lnTo>
                <a:lnTo>
                  <a:pt x="1649033" y="1374910"/>
                </a:lnTo>
                <a:lnTo>
                  <a:pt x="1651165" y="1374910"/>
                </a:lnTo>
                <a:lnTo>
                  <a:pt x="1653297" y="1374910"/>
                </a:lnTo>
                <a:lnTo>
                  <a:pt x="1655429" y="1374910"/>
                </a:lnTo>
                <a:lnTo>
                  <a:pt x="1657561" y="1374910"/>
                </a:lnTo>
                <a:lnTo>
                  <a:pt x="1659693" y="1374910"/>
                </a:lnTo>
                <a:lnTo>
                  <a:pt x="1661825" y="1374910"/>
                </a:lnTo>
                <a:lnTo>
                  <a:pt x="1663958" y="1374910"/>
                </a:lnTo>
                <a:lnTo>
                  <a:pt x="1666100" y="1374910"/>
                </a:lnTo>
                <a:lnTo>
                  <a:pt x="1668232" y="1374910"/>
                </a:lnTo>
                <a:lnTo>
                  <a:pt x="1670364" y="1374910"/>
                </a:lnTo>
                <a:lnTo>
                  <a:pt x="1672496" y="1374910"/>
                </a:lnTo>
                <a:lnTo>
                  <a:pt x="1674628" y="1374910"/>
                </a:lnTo>
                <a:lnTo>
                  <a:pt x="1676760" y="1374910"/>
                </a:lnTo>
                <a:lnTo>
                  <a:pt x="1678893" y="1374910"/>
                </a:lnTo>
                <a:lnTo>
                  <a:pt x="1681025" y="1374910"/>
                </a:lnTo>
                <a:lnTo>
                  <a:pt x="1683167" y="1374910"/>
                </a:lnTo>
                <a:lnTo>
                  <a:pt x="1685299" y="1374910"/>
                </a:lnTo>
                <a:lnTo>
                  <a:pt x="1687431" y="1374910"/>
                </a:lnTo>
                <a:lnTo>
                  <a:pt x="1689563" y="1374910"/>
                </a:lnTo>
                <a:lnTo>
                  <a:pt x="1691696" y="1374910"/>
                </a:lnTo>
                <a:lnTo>
                  <a:pt x="1693828" y="1374910"/>
                </a:lnTo>
                <a:lnTo>
                  <a:pt x="1695960" y="1374910"/>
                </a:lnTo>
                <a:lnTo>
                  <a:pt x="1698092" y="1374910"/>
                </a:lnTo>
                <a:lnTo>
                  <a:pt x="1700224" y="1374910"/>
                </a:lnTo>
                <a:lnTo>
                  <a:pt x="1702366" y="1374910"/>
                </a:lnTo>
                <a:lnTo>
                  <a:pt x="1704498" y="1374910"/>
                </a:lnTo>
                <a:lnTo>
                  <a:pt x="1706631" y="1374910"/>
                </a:lnTo>
                <a:lnTo>
                  <a:pt x="1708763" y="1374910"/>
                </a:lnTo>
                <a:lnTo>
                  <a:pt x="1710895" y="1374910"/>
                </a:lnTo>
                <a:lnTo>
                  <a:pt x="1713027" y="1374910"/>
                </a:lnTo>
                <a:lnTo>
                  <a:pt x="1715159" y="1374910"/>
                </a:lnTo>
                <a:lnTo>
                  <a:pt x="1717291" y="1374910"/>
                </a:lnTo>
                <a:lnTo>
                  <a:pt x="1719423" y="1374910"/>
                </a:lnTo>
                <a:lnTo>
                  <a:pt x="1721566" y="1374910"/>
                </a:lnTo>
                <a:lnTo>
                  <a:pt x="1723698" y="1374910"/>
                </a:lnTo>
                <a:lnTo>
                  <a:pt x="1725830" y="1374910"/>
                </a:lnTo>
                <a:lnTo>
                  <a:pt x="1727962" y="1374910"/>
                </a:lnTo>
                <a:lnTo>
                  <a:pt x="1730094" y="1374910"/>
                </a:lnTo>
                <a:lnTo>
                  <a:pt x="1732226" y="1374910"/>
                </a:lnTo>
                <a:lnTo>
                  <a:pt x="1734358" y="1374910"/>
                </a:lnTo>
                <a:lnTo>
                  <a:pt x="1736490" y="1374910"/>
                </a:lnTo>
                <a:lnTo>
                  <a:pt x="1738633" y="1374910"/>
                </a:lnTo>
                <a:lnTo>
                  <a:pt x="1740765" y="1374910"/>
                </a:lnTo>
                <a:lnTo>
                  <a:pt x="1742897" y="1374910"/>
                </a:lnTo>
                <a:lnTo>
                  <a:pt x="1745029" y="1374910"/>
                </a:lnTo>
                <a:lnTo>
                  <a:pt x="1747161" y="1374910"/>
                </a:lnTo>
                <a:lnTo>
                  <a:pt x="1749293" y="1374910"/>
                </a:lnTo>
                <a:lnTo>
                  <a:pt x="1751425" y="1374910"/>
                </a:lnTo>
                <a:lnTo>
                  <a:pt x="1753557" y="1374910"/>
                </a:lnTo>
                <a:lnTo>
                  <a:pt x="1755690" y="1374910"/>
                </a:lnTo>
                <a:lnTo>
                  <a:pt x="1757832" y="1374910"/>
                </a:lnTo>
                <a:lnTo>
                  <a:pt x="1759964" y="1374910"/>
                </a:lnTo>
                <a:lnTo>
                  <a:pt x="1762096" y="1374910"/>
                </a:lnTo>
                <a:lnTo>
                  <a:pt x="1764228" y="1374910"/>
                </a:lnTo>
                <a:lnTo>
                  <a:pt x="1766360" y="1374910"/>
                </a:lnTo>
                <a:lnTo>
                  <a:pt x="1768492" y="1374910"/>
                </a:lnTo>
                <a:lnTo>
                  <a:pt x="1770625" y="1374910"/>
                </a:lnTo>
                <a:lnTo>
                  <a:pt x="1772757" y="1374910"/>
                </a:lnTo>
                <a:lnTo>
                  <a:pt x="1774889" y="1374910"/>
                </a:lnTo>
                <a:lnTo>
                  <a:pt x="1777031" y="1374910"/>
                </a:lnTo>
                <a:lnTo>
                  <a:pt x="1779163" y="1374910"/>
                </a:lnTo>
                <a:lnTo>
                  <a:pt x="1781295" y="1374910"/>
                </a:lnTo>
                <a:lnTo>
                  <a:pt x="1783428" y="1374910"/>
                </a:lnTo>
                <a:lnTo>
                  <a:pt x="1785560" y="1374910"/>
                </a:lnTo>
                <a:lnTo>
                  <a:pt x="1787692" y="1374910"/>
                </a:lnTo>
                <a:lnTo>
                  <a:pt x="1789824" y="1374910"/>
                </a:lnTo>
                <a:lnTo>
                  <a:pt x="1791956" y="1374910"/>
                </a:lnTo>
                <a:lnTo>
                  <a:pt x="1794088" y="1374910"/>
                </a:lnTo>
                <a:lnTo>
                  <a:pt x="1796231" y="1374910"/>
                </a:lnTo>
                <a:lnTo>
                  <a:pt x="1798363" y="1374910"/>
                </a:lnTo>
                <a:lnTo>
                  <a:pt x="1800495" y="1374910"/>
                </a:lnTo>
                <a:lnTo>
                  <a:pt x="1802627" y="1374910"/>
                </a:lnTo>
                <a:lnTo>
                  <a:pt x="1804759" y="1374910"/>
                </a:lnTo>
                <a:lnTo>
                  <a:pt x="1806891" y="1374910"/>
                </a:lnTo>
                <a:lnTo>
                  <a:pt x="1809023" y="1374910"/>
                </a:lnTo>
                <a:lnTo>
                  <a:pt x="1811155" y="1374910"/>
                </a:lnTo>
                <a:lnTo>
                  <a:pt x="1813298" y="1374910"/>
                </a:lnTo>
                <a:lnTo>
                  <a:pt x="1815430" y="1374910"/>
                </a:lnTo>
                <a:lnTo>
                  <a:pt x="1817562" y="1374910"/>
                </a:lnTo>
                <a:lnTo>
                  <a:pt x="1819694" y="1374910"/>
                </a:lnTo>
                <a:lnTo>
                  <a:pt x="1821826" y="1374910"/>
                </a:lnTo>
                <a:lnTo>
                  <a:pt x="1823958" y="1374910"/>
                </a:lnTo>
                <a:lnTo>
                  <a:pt x="1826090" y="1374910"/>
                </a:lnTo>
                <a:lnTo>
                  <a:pt x="1828222" y="1374910"/>
                </a:lnTo>
                <a:lnTo>
                  <a:pt x="1830354" y="1374910"/>
                </a:lnTo>
                <a:lnTo>
                  <a:pt x="1832497" y="1374910"/>
                </a:lnTo>
                <a:lnTo>
                  <a:pt x="1834629" y="1374910"/>
                </a:lnTo>
                <a:lnTo>
                  <a:pt x="1836761" y="1374910"/>
                </a:lnTo>
                <a:lnTo>
                  <a:pt x="1838893" y="1374910"/>
                </a:lnTo>
                <a:lnTo>
                  <a:pt x="1841025" y="1374910"/>
                </a:lnTo>
                <a:lnTo>
                  <a:pt x="1843157" y="1374910"/>
                </a:lnTo>
                <a:lnTo>
                  <a:pt x="1845290" y="1374910"/>
                </a:lnTo>
                <a:lnTo>
                  <a:pt x="1847422" y="1374910"/>
                </a:lnTo>
                <a:lnTo>
                  <a:pt x="1849554" y="1374910"/>
                </a:lnTo>
                <a:lnTo>
                  <a:pt x="1851696" y="1374910"/>
                </a:lnTo>
                <a:lnTo>
                  <a:pt x="1853828" y="1374910"/>
                </a:lnTo>
                <a:lnTo>
                  <a:pt x="1855960" y="1374910"/>
                </a:lnTo>
                <a:lnTo>
                  <a:pt x="1858092" y="1374910"/>
                </a:lnTo>
                <a:lnTo>
                  <a:pt x="1860224" y="1374910"/>
                </a:lnTo>
                <a:lnTo>
                  <a:pt x="1862357" y="1374910"/>
                </a:lnTo>
                <a:lnTo>
                  <a:pt x="1864489" y="1374910"/>
                </a:lnTo>
                <a:lnTo>
                  <a:pt x="1866621" y="1374910"/>
                </a:lnTo>
                <a:lnTo>
                  <a:pt x="1868753" y="1374910"/>
                </a:lnTo>
                <a:lnTo>
                  <a:pt x="1870895" y="1374910"/>
                </a:lnTo>
                <a:lnTo>
                  <a:pt x="1873028" y="1374910"/>
                </a:lnTo>
                <a:lnTo>
                  <a:pt x="1875159" y="1374910"/>
                </a:lnTo>
                <a:lnTo>
                  <a:pt x="1877292" y="1374910"/>
                </a:lnTo>
                <a:lnTo>
                  <a:pt x="1879424" y="1374910"/>
                </a:lnTo>
                <a:lnTo>
                  <a:pt x="1881556" y="1374910"/>
                </a:lnTo>
                <a:lnTo>
                  <a:pt x="1883688" y="1374910"/>
                </a:lnTo>
                <a:lnTo>
                  <a:pt x="1885820" y="1374910"/>
                </a:lnTo>
                <a:lnTo>
                  <a:pt x="1887963" y="1374910"/>
                </a:lnTo>
                <a:lnTo>
                  <a:pt x="1890095" y="1374910"/>
                </a:lnTo>
                <a:lnTo>
                  <a:pt x="1892227" y="1374910"/>
                </a:lnTo>
                <a:lnTo>
                  <a:pt x="1894359" y="1374910"/>
                </a:lnTo>
                <a:lnTo>
                  <a:pt x="1896491" y="1374910"/>
                </a:lnTo>
                <a:lnTo>
                  <a:pt x="1898623" y="1374910"/>
                </a:lnTo>
                <a:lnTo>
                  <a:pt x="1900755" y="1374910"/>
                </a:lnTo>
                <a:lnTo>
                  <a:pt x="1902887" y="1374910"/>
                </a:lnTo>
                <a:lnTo>
                  <a:pt x="1905019" y="1374910"/>
                </a:lnTo>
                <a:lnTo>
                  <a:pt x="1907162" y="1374910"/>
                </a:lnTo>
                <a:lnTo>
                  <a:pt x="1909294" y="1374910"/>
                </a:lnTo>
                <a:lnTo>
                  <a:pt x="1911426" y="1374910"/>
                </a:lnTo>
                <a:lnTo>
                  <a:pt x="1913558" y="1374910"/>
                </a:lnTo>
                <a:lnTo>
                  <a:pt x="1915690" y="1374910"/>
                </a:lnTo>
                <a:lnTo>
                  <a:pt x="1917822" y="1374910"/>
                </a:lnTo>
                <a:lnTo>
                  <a:pt x="1919954" y="1374910"/>
                </a:lnTo>
                <a:lnTo>
                  <a:pt x="1922086" y="1374910"/>
                </a:lnTo>
                <a:lnTo>
                  <a:pt x="1924219" y="1374910"/>
                </a:lnTo>
                <a:lnTo>
                  <a:pt x="1926361" y="1374910"/>
                </a:lnTo>
                <a:lnTo>
                  <a:pt x="1928493" y="1374910"/>
                </a:lnTo>
                <a:lnTo>
                  <a:pt x="1930625" y="1374910"/>
                </a:lnTo>
                <a:lnTo>
                  <a:pt x="1932757" y="1374910"/>
                </a:lnTo>
                <a:lnTo>
                  <a:pt x="1934889" y="1374910"/>
                </a:lnTo>
                <a:lnTo>
                  <a:pt x="1937021" y="1374910"/>
                </a:lnTo>
                <a:lnTo>
                  <a:pt x="1939154" y="1374910"/>
                </a:lnTo>
                <a:lnTo>
                  <a:pt x="1941286" y="1374910"/>
                </a:lnTo>
                <a:lnTo>
                  <a:pt x="1943428" y="1374910"/>
                </a:lnTo>
                <a:lnTo>
                  <a:pt x="1945560" y="1374910"/>
                </a:lnTo>
                <a:lnTo>
                  <a:pt x="1947692" y="1374910"/>
                </a:lnTo>
                <a:lnTo>
                  <a:pt x="1949824" y="1374910"/>
                </a:lnTo>
                <a:lnTo>
                  <a:pt x="1951957" y="1374910"/>
                </a:lnTo>
                <a:lnTo>
                  <a:pt x="1954089" y="1374910"/>
                </a:lnTo>
                <a:lnTo>
                  <a:pt x="1956221" y="1374910"/>
                </a:lnTo>
                <a:lnTo>
                  <a:pt x="1958353" y="1374910"/>
                </a:lnTo>
                <a:lnTo>
                  <a:pt x="1960485" y="1374910"/>
                </a:lnTo>
                <a:lnTo>
                  <a:pt x="1962627" y="1374910"/>
                </a:lnTo>
                <a:lnTo>
                  <a:pt x="1964759" y="1374910"/>
                </a:lnTo>
                <a:lnTo>
                  <a:pt x="1966892" y="1374910"/>
                </a:lnTo>
                <a:lnTo>
                  <a:pt x="1969024" y="1374910"/>
                </a:lnTo>
                <a:lnTo>
                  <a:pt x="1971156" y="1374910"/>
                </a:lnTo>
                <a:lnTo>
                  <a:pt x="1973288" y="1374910"/>
                </a:lnTo>
                <a:lnTo>
                  <a:pt x="1975420" y="1374910"/>
                </a:lnTo>
                <a:lnTo>
                  <a:pt x="1977552" y="1374910"/>
                </a:lnTo>
                <a:lnTo>
                  <a:pt x="1979684" y="1374910"/>
                </a:lnTo>
                <a:lnTo>
                  <a:pt x="1981827" y="1374910"/>
                </a:lnTo>
                <a:lnTo>
                  <a:pt x="1983959" y="1374910"/>
                </a:lnTo>
                <a:lnTo>
                  <a:pt x="1986091" y="1374910"/>
                </a:lnTo>
                <a:lnTo>
                  <a:pt x="1988223" y="1374910"/>
                </a:lnTo>
                <a:lnTo>
                  <a:pt x="1990355" y="1374910"/>
                </a:lnTo>
                <a:lnTo>
                  <a:pt x="1992487" y="1374910"/>
                </a:lnTo>
                <a:lnTo>
                  <a:pt x="1994619" y="1374910"/>
                </a:lnTo>
                <a:lnTo>
                  <a:pt x="1996751" y="1374910"/>
                </a:lnTo>
                <a:lnTo>
                  <a:pt x="1998883" y="1374910"/>
                </a:lnTo>
                <a:lnTo>
                  <a:pt x="2001026" y="1374910"/>
                </a:lnTo>
                <a:lnTo>
                  <a:pt x="2003158" y="1374910"/>
                </a:lnTo>
                <a:lnTo>
                  <a:pt x="2005290" y="1374910"/>
                </a:lnTo>
                <a:lnTo>
                  <a:pt x="2007422" y="1374910"/>
                </a:lnTo>
                <a:lnTo>
                  <a:pt x="2009554" y="1374910"/>
                </a:lnTo>
                <a:lnTo>
                  <a:pt x="2011686" y="1374910"/>
                </a:lnTo>
                <a:lnTo>
                  <a:pt x="2013818" y="1374910"/>
                </a:lnTo>
                <a:lnTo>
                  <a:pt x="2015950" y="1374910"/>
                </a:lnTo>
                <a:lnTo>
                  <a:pt x="2018093" y="1374910"/>
                </a:lnTo>
                <a:lnTo>
                  <a:pt x="2020225" y="1374910"/>
                </a:lnTo>
                <a:lnTo>
                  <a:pt x="2022357" y="1374910"/>
                </a:lnTo>
                <a:lnTo>
                  <a:pt x="2024489" y="1374910"/>
                </a:lnTo>
                <a:lnTo>
                  <a:pt x="2026621" y="1374910"/>
                </a:lnTo>
                <a:lnTo>
                  <a:pt x="2028754" y="1374910"/>
                </a:lnTo>
                <a:lnTo>
                  <a:pt x="2030885" y="1374910"/>
                </a:lnTo>
                <a:lnTo>
                  <a:pt x="2033018" y="1374910"/>
                </a:lnTo>
                <a:lnTo>
                  <a:pt x="2035150" y="1374910"/>
                </a:lnTo>
                <a:lnTo>
                  <a:pt x="2037292" y="1374910"/>
                </a:lnTo>
                <a:lnTo>
                  <a:pt x="2039424" y="1374910"/>
                </a:lnTo>
                <a:lnTo>
                  <a:pt x="2041556" y="1374910"/>
                </a:lnTo>
                <a:lnTo>
                  <a:pt x="2043689" y="1374910"/>
                </a:lnTo>
                <a:lnTo>
                  <a:pt x="2045821" y="1374910"/>
                </a:lnTo>
                <a:lnTo>
                  <a:pt x="2047953" y="1374910"/>
                </a:lnTo>
                <a:lnTo>
                  <a:pt x="2050085" y="1374910"/>
                </a:lnTo>
                <a:lnTo>
                  <a:pt x="2052217" y="1374910"/>
                </a:lnTo>
                <a:lnTo>
                  <a:pt x="2054349" y="1374910"/>
                </a:lnTo>
                <a:lnTo>
                  <a:pt x="2056492" y="1374910"/>
                </a:lnTo>
                <a:lnTo>
                  <a:pt x="2058623" y="1374910"/>
                </a:lnTo>
                <a:lnTo>
                  <a:pt x="2060756" y="1374910"/>
                </a:lnTo>
                <a:lnTo>
                  <a:pt x="2062888" y="1374910"/>
                </a:lnTo>
                <a:lnTo>
                  <a:pt x="2065020" y="1374910"/>
                </a:lnTo>
                <a:lnTo>
                  <a:pt x="2067152" y="1374910"/>
                </a:lnTo>
                <a:lnTo>
                  <a:pt x="2069284" y="1374910"/>
                </a:lnTo>
                <a:lnTo>
                  <a:pt x="2071416" y="1374910"/>
                </a:lnTo>
                <a:lnTo>
                  <a:pt x="2073548" y="1374910"/>
                </a:lnTo>
                <a:lnTo>
                  <a:pt x="2075691" y="1374910"/>
                </a:lnTo>
                <a:lnTo>
                  <a:pt x="2077823" y="1374910"/>
                </a:lnTo>
                <a:lnTo>
                  <a:pt x="2079955" y="1374910"/>
                </a:lnTo>
                <a:lnTo>
                  <a:pt x="2082087" y="1374910"/>
                </a:lnTo>
                <a:lnTo>
                  <a:pt x="2084219" y="1374910"/>
                </a:lnTo>
                <a:lnTo>
                  <a:pt x="2086351" y="1374910"/>
                </a:lnTo>
                <a:lnTo>
                  <a:pt x="2088483" y="1374910"/>
                </a:lnTo>
                <a:lnTo>
                  <a:pt x="2090615" y="1374910"/>
                </a:lnTo>
                <a:lnTo>
                  <a:pt x="2092758" y="1374910"/>
                </a:lnTo>
                <a:lnTo>
                  <a:pt x="2094890" y="1374910"/>
                </a:lnTo>
                <a:lnTo>
                  <a:pt x="2097022" y="1374910"/>
                </a:lnTo>
                <a:lnTo>
                  <a:pt x="2099154" y="1374910"/>
                </a:lnTo>
                <a:lnTo>
                  <a:pt x="2101286" y="1374910"/>
                </a:lnTo>
                <a:lnTo>
                  <a:pt x="2103418" y="1374910"/>
                </a:lnTo>
                <a:lnTo>
                  <a:pt x="2105551" y="1374910"/>
                </a:lnTo>
                <a:lnTo>
                  <a:pt x="2107683" y="1374910"/>
                </a:lnTo>
                <a:lnTo>
                  <a:pt x="2109815" y="1374910"/>
                </a:lnTo>
                <a:lnTo>
                  <a:pt x="2111957" y="1374910"/>
                </a:lnTo>
                <a:lnTo>
                  <a:pt x="2114089" y="1374910"/>
                </a:lnTo>
                <a:lnTo>
                  <a:pt x="2116221" y="1374910"/>
                </a:lnTo>
                <a:lnTo>
                  <a:pt x="2118353" y="1374910"/>
                </a:lnTo>
                <a:lnTo>
                  <a:pt x="2120485" y="1374910"/>
                </a:lnTo>
                <a:lnTo>
                  <a:pt x="2122618" y="1374910"/>
                </a:lnTo>
                <a:lnTo>
                  <a:pt x="2124750" y="1374910"/>
                </a:lnTo>
                <a:lnTo>
                  <a:pt x="2126882" y="1374910"/>
                </a:lnTo>
                <a:lnTo>
                  <a:pt x="2129014" y="1374910"/>
                </a:lnTo>
                <a:lnTo>
                  <a:pt x="2131156" y="1374910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670" name="Group 2669">
            <a:extLst>
              <a:ext uri="{FF2B5EF4-FFF2-40B4-BE49-F238E27FC236}">
                <a16:creationId xmlns:a16="http://schemas.microsoft.com/office/drawing/2014/main" id="{B61FE0C9-195D-86EF-17F2-33621C0A0F02}"/>
              </a:ext>
            </a:extLst>
          </p:cNvPr>
          <p:cNvGrpSpPr/>
          <p:nvPr/>
        </p:nvGrpSpPr>
        <p:grpSpPr>
          <a:xfrm>
            <a:off x="5203701" y="1536533"/>
            <a:ext cx="490362" cy="386361"/>
            <a:chOff x="5203701" y="1536533"/>
            <a:chExt cx="490362" cy="386361"/>
          </a:xfrm>
        </p:grpSpPr>
        <p:sp>
          <p:nvSpPr>
            <p:cNvPr id="2644" name="Freeform 2643">
              <a:extLst>
                <a:ext uri="{FF2B5EF4-FFF2-40B4-BE49-F238E27FC236}">
                  <a16:creationId xmlns:a16="http://schemas.microsoft.com/office/drawing/2014/main" id="{7010A7D6-47F1-84BC-EA9D-24DA838C5A3B}"/>
                </a:ext>
              </a:extLst>
            </p:cNvPr>
            <p:cNvSpPr/>
            <p:nvPr/>
          </p:nvSpPr>
          <p:spPr>
            <a:xfrm>
              <a:off x="5203701" y="1536533"/>
              <a:ext cx="490362" cy="386361"/>
            </a:xfrm>
            <a:custGeom>
              <a:avLst/>
              <a:gdLst>
                <a:gd name="csX0" fmla="*/ 0 w 490362"/>
                <a:gd name="csY0" fmla="*/ 386362 h 386361"/>
                <a:gd name="csX1" fmla="*/ 490362 w 490362"/>
                <a:gd name="csY1" fmla="*/ 386362 h 386361"/>
                <a:gd name="csX2" fmla="*/ 490362 w 490362"/>
                <a:gd name="csY2" fmla="*/ 0 h 386361"/>
                <a:gd name="csX3" fmla="*/ 0 w 490362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0362" h="386361">
                  <a:moveTo>
                    <a:pt x="0" y="386362"/>
                  </a:moveTo>
                  <a:lnTo>
                    <a:pt x="490362" y="386362"/>
                  </a:lnTo>
                  <a:lnTo>
                    <a:pt x="490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5" name="Freeform 2644">
              <a:extLst>
                <a:ext uri="{FF2B5EF4-FFF2-40B4-BE49-F238E27FC236}">
                  <a16:creationId xmlns:a16="http://schemas.microsoft.com/office/drawing/2014/main" id="{2F123591-59AA-C72F-5B99-4C3D91E1A788}"/>
                </a:ext>
              </a:extLst>
            </p:cNvPr>
            <p:cNvSpPr/>
            <p:nvPr/>
          </p:nvSpPr>
          <p:spPr>
            <a:xfrm>
              <a:off x="5203701" y="1536533"/>
              <a:ext cx="490362" cy="386361"/>
            </a:xfrm>
            <a:custGeom>
              <a:avLst/>
              <a:gdLst>
                <a:gd name="csX0" fmla="*/ 0 w 490362"/>
                <a:gd name="csY0" fmla="*/ 386362 h 386361"/>
                <a:gd name="csX1" fmla="*/ 490362 w 490362"/>
                <a:gd name="csY1" fmla="*/ 386362 h 386361"/>
                <a:gd name="csX2" fmla="*/ 490362 w 490362"/>
                <a:gd name="csY2" fmla="*/ 0 h 386361"/>
                <a:gd name="csX3" fmla="*/ 0 w 490362"/>
                <a:gd name="csY3" fmla="*/ 0 h 386361"/>
                <a:gd name="csX4" fmla="*/ 0 w 490362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362" h="386361">
                  <a:moveTo>
                    <a:pt x="0" y="386362"/>
                  </a:moveTo>
                  <a:lnTo>
                    <a:pt x="490362" y="386362"/>
                  </a:lnTo>
                  <a:lnTo>
                    <a:pt x="490362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6" name="Freeform 2645">
              <a:extLst>
                <a:ext uri="{FF2B5EF4-FFF2-40B4-BE49-F238E27FC236}">
                  <a16:creationId xmlns:a16="http://schemas.microsoft.com/office/drawing/2014/main" id="{14389D62-D4A2-F185-7848-37E664CAEBA5}"/>
                </a:ext>
              </a:extLst>
            </p:cNvPr>
            <p:cNvSpPr/>
            <p:nvPr/>
          </p:nvSpPr>
          <p:spPr>
            <a:xfrm>
              <a:off x="5227381" y="1594488"/>
              <a:ext cx="142074" cy="77272"/>
            </a:xfrm>
            <a:custGeom>
              <a:avLst/>
              <a:gdLst>
                <a:gd name="csX0" fmla="*/ 0 w 142074"/>
                <a:gd name="csY0" fmla="*/ 77272 h 77272"/>
                <a:gd name="csX1" fmla="*/ 142074 w 142074"/>
                <a:gd name="csY1" fmla="*/ 77272 h 77272"/>
                <a:gd name="csX2" fmla="*/ 142074 w 142074"/>
                <a:gd name="csY2" fmla="*/ 0 h 77272"/>
                <a:gd name="csX3" fmla="*/ 0 w 142074"/>
                <a:gd name="csY3" fmla="*/ 0 h 77272"/>
                <a:gd name="csX4" fmla="*/ 0 w 142074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074" h="77272">
                  <a:moveTo>
                    <a:pt x="0" y="77272"/>
                  </a:moveTo>
                  <a:lnTo>
                    <a:pt x="142074" y="77272"/>
                  </a:lnTo>
                  <a:lnTo>
                    <a:pt x="142074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7" name="Freeform 2646">
              <a:extLst>
                <a:ext uri="{FF2B5EF4-FFF2-40B4-BE49-F238E27FC236}">
                  <a16:creationId xmlns:a16="http://schemas.microsoft.com/office/drawing/2014/main" id="{075D048B-CBB1-96B3-96AE-5FAF634EA164}"/>
                </a:ext>
              </a:extLst>
            </p:cNvPr>
            <p:cNvSpPr/>
            <p:nvPr/>
          </p:nvSpPr>
          <p:spPr>
            <a:xfrm>
              <a:off x="5227381" y="1594488"/>
              <a:ext cx="142074" cy="77272"/>
            </a:xfrm>
            <a:custGeom>
              <a:avLst/>
              <a:gdLst>
                <a:gd name="csX0" fmla="*/ 0 w 142074"/>
                <a:gd name="csY0" fmla="*/ 77272 h 77272"/>
                <a:gd name="csX1" fmla="*/ 142074 w 142074"/>
                <a:gd name="csY1" fmla="*/ 77272 h 77272"/>
                <a:gd name="csX2" fmla="*/ 142074 w 142074"/>
                <a:gd name="csY2" fmla="*/ 0 h 77272"/>
                <a:gd name="csX3" fmla="*/ 0 w 142074"/>
                <a:gd name="csY3" fmla="*/ 0 h 77272"/>
                <a:gd name="csX4" fmla="*/ 0 w 142074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2074" h="77272">
                  <a:moveTo>
                    <a:pt x="0" y="77272"/>
                  </a:moveTo>
                  <a:lnTo>
                    <a:pt x="142074" y="77272"/>
                  </a:lnTo>
                  <a:lnTo>
                    <a:pt x="142074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8" name="Freeform 2647">
              <a:extLst>
                <a:ext uri="{FF2B5EF4-FFF2-40B4-BE49-F238E27FC236}">
                  <a16:creationId xmlns:a16="http://schemas.microsoft.com/office/drawing/2014/main" id="{C3A1F9CE-C4A3-CEFE-AA08-ABA0B4606BA4}"/>
                </a:ext>
              </a:extLst>
            </p:cNvPr>
            <p:cNvSpPr/>
            <p:nvPr/>
          </p:nvSpPr>
          <p:spPr>
            <a:xfrm>
              <a:off x="5393137" y="1593114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90 w 58146"/>
                <a:gd name="csY22" fmla="*/ 32909 h 32908"/>
                <a:gd name="csX23" fmla="*/ 41390 w 58146"/>
                <a:gd name="csY23" fmla="*/ 30617 h 32908"/>
                <a:gd name="csX24" fmla="*/ 46254 w 58146"/>
                <a:gd name="csY24" fmla="*/ 30144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4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90 w 58146"/>
                <a:gd name="csY42" fmla="*/ 1636 h 32908"/>
                <a:gd name="csX43" fmla="*/ 1404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61 w 58146"/>
                <a:gd name="csY46" fmla="*/ 30144 h 32908"/>
                <a:gd name="csX47" fmla="*/ 16736 w 58146"/>
                <a:gd name="csY47" fmla="*/ 30617 h 32908"/>
                <a:gd name="csX48" fmla="*/ 1673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20" y="32763"/>
                    <a:pt x="41390" y="32909"/>
                  </a:cubicBezTo>
                  <a:lnTo>
                    <a:pt x="41390" y="30617"/>
                  </a:lnTo>
                  <a:cubicBezTo>
                    <a:pt x="44032" y="30617"/>
                    <a:pt x="45654" y="30460"/>
                    <a:pt x="46254" y="30144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4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22" y="1636"/>
                    <a:pt x="20990" y="1636"/>
                  </a:cubicBezTo>
                  <a:cubicBezTo>
                    <a:pt x="18416" y="1636"/>
                    <a:pt x="16101" y="2715"/>
                    <a:pt x="14045" y="4873"/>
                  </a:cubicBezTo>
                  <a:cubicBezTo>
                    <a:pt x="11982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4"/>
                  </a:cubicBezTo>
                  <a:cubicBezTo>
                    <a:pt x="12489" y="30460"/>
                    <a:pt x="14114" y="30617"/>
                    <a:pt x="16736" y="30617"/>
                  </a:cubicBezTo>
                  <a:lnTo>
                    <a:pt x="16736" y="32909"/>
                  </a:lnTo>
                  <a:cubicBezTo>
                    <a:pt x="11664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9" name="Freeform 2648">
              <a:extLst>
                <a:ext uri="{FF2B5EF4-FFF2-40B4-BE49-F238E27FC236}">
                  <a16:creationId xmlns:a16="http://schemas.microsoft.com/office/drawing/2014/main" id="{F6153D78-F25E-2906-E4FD-38B241A0A5A5}"/>
                </a:ext>
              </a:extLst>
            </p:cNvPr>
            <p:cNvSpPr/>
            <p:nvPr/>
          </p:nvSpPr>
          <p:spPr>
            <a:xfrm>
              <a:off x="5455744" y="1592641"/>
              <a:ext cx="24322" cy="34218"/>
            </a:xfrm>
            <a:custGeom>
              <a:avLst/>
              <a:gdLst>
                <a:gd name="csX0" fmla="*/ 0 w 24322"/>
                <a:gd name="csY0" fmla="*/ 32400 h 34218"/>
                <a:gd name="csX1" fmla="*/ 0 w 24322"/>
                <a:gd name="csY1" fmla="*/ 22582 h 34218"/>
                <a:gd name="csX2" fmla="*/ 31 w 24322"/>
                <a:gd name="csY2" fmla="*/ 21455 h 34218"/>
                <a:gd name="csX3" fmla="*/ 290 w 24322"/>
                <a:gd name="csY3" fmla="*/ 20945 h 34218"/>
                <a:gd name="csX4" fmla="*/ 942 w 24322"/>
                <a:gd name="csY4" fmla="*/ 20727 h 34218"/>
                <a:gd name="csX5" fmla="*/ 1635 w 24322"/>
                <a:gd name="csY5" fmla="*/ 20945 h 34218"/>
                <a:gd name="csX6" fmla="*/ 1997 w 24322"/>
                <a:gd name="csY6" fmla="*/ 22000 h 34218"/>
                <a:gd name="csX7" fmla="*/ 5527 w 24322"/>
                <a:gd name="csY7" fmla="*/ 29855 h 34218"/>
                <a:gd name="csX8" fmla="*/ 12358 w 24322"/>
                <a:gd name="csY8" fmla="*/ 32546 h 34218"/>
                <a:gd name="csX9" fmla="*/ 18650 w 24322"/>
                <a:gd name="csY9" fmla="*/ 30691 h 34218"/>
                <a:gd name="csX10" fmla="*/ 20762 w 24322"/>
                <a:gd name="csY10" fmla="*/ 25782 h 34218"/>
                <a:gd name="csX11" fmla="*/ 13010 w 24322"/>
                <a:gd name="csY11" fmla="*/ 18946 h 34218"/>
                <a:gd name="csX12" fmla="*/ 6686 w 24322"/>
                <a:gd name="csY12" fmla="*/ 17454 h 34218"/>
                <a:gd name="csX13" fmla="*/ 3198 w 24322"/>
                <a:gd name="csY13" fmla="*/ 15491 h 34218"/>
                <a:gd name="csX14" fmla="*/ 0 w 24322"/>
                <a:gd name="csY14" fmla="*/ 9164 h 34218"/>
                <a:gd name="csX15" fmla="*/ 2794 w 24322"/>
                <a:gd name="csY15" fmla="*/ 2727 h 34218"/>
                <a:gd name="csX16" fmla="*/ 11882 w 24322"/>
                <a:gd name="csY16" fmla="*/ 0 h 34218"/>
                <a:gd name="csX17" fmla="*/ 18909 w 24322"/>
                <a:gd name="csY17" fmla="*/ 2109 h 34218"/>
                <a:gd name="csX18" fmla="*/ 20172 w 24322"/>
                <a:gd name="csY18" fmla="*/ 909 h 34218"/>
                <a:gd name="csX19" fmla="*/ 21673 w 24322"/>
                <a:gd name="csY19" fmla="*/ 0 h 34218"/>
                <a:gd name="csX20" fmla="*/ 22356 w 24322"/>
                <a:gd name="csY20" fmla="*/ 400 h 34218"/>
                <a:gd name="csX21" fmla="*/ 22470 w 24322"/>
                <a:gd name="csY21" fmla="*/ 1818 h 34218"/>
                <a:gd name="csX22" fmla="*/ 22470 w 24322"/>
                <a:gd name="csY22" fmla="*/ 9309 h 34218"/>
                <a:gd name="csX23" fmla="*/ 22428 w 24322"/>
                <a:gd name="csY23" fmla="*/ 10436 h 34218"/>
                <a:gd name="csX24" fmla="*/ 22180 w 24322"/>
                <a:gd name="csY24" fmla="*/ 10945 h 34218"/>
                <a:gd name="csX25" fmla="*/ 21487 w 24322"/>
                <a:gd name="csY25" fmla="*/ 11127 h 34218"/>
                <a:gd name="csX26" fmla="*/ 20617 w 24322"/>
                <a:gd name="csY26" fmla="*/ 10436 h 34218"/>
                <a:gd name="csX27" fmla="*/ 11882 w 24322"/>
                <a:gd name="csY27" fmla="*/ 1418 h 34218"/>
                <a:gd name="csX28" fmla="*/ 5527 w 24322"/>
                <a:gd name="csY28" fmla="*/ 3127 h 34218"/>
                <a:gd name="csX29" fmla="*/ 3560 w 24322"/>
                <a:gd name="csY29" fmla="*/ 7091 h 34218"/>
                <a:gd name="csX30" fmla="*/ 4140 w 24322"/>
                <a:gd name="csY30" fmla="*/ 9345 h 34218"/>
                <a:gd name="csX31" fmla="*/ 5527 w 24322"/>
                <a:gd name="csY31" fmla="*/ 10873 h 34218"/>
                <a:gd name="csX32" fmla="*/ 7773 w 24322"/>
                <a:gd name="csY32" fmla="*/ 11964 h 34218"/>
                <a:gd name="csX33" fmla="*/ 10102 w 24322"/>
                <a:gd name="csY33" fmla="*/ 12654 h 34218"/>
                <a:gd name="csX34" fmla="*/ 12720 w 24322"/>
                <a:gd name="csY34" fmla="*/ 13199 h 34218"/>
                <a:gd name="csX35" fmla="*/ 21197 w 24322"/>
                <a:gd name="csY35" fmla="*/ 16764 h 34218"/>
                <a:gd name="csX36" fmla="*/ 24322 w 24322"/>
                <a:gd name="csY36" fmla="*/ 23855 h 34218"/>
                <a:gd name="csX37" fmla="*/ 21342 w 24322"/>
                <a:gd name="csY37" fmla="*/ 31236 h 34218"/>
                <a:gd name="csX38" fmla="*/ 12358 w 24322"/>
                <a:gd name="csY38" fmla="*/ 34218 h 34218"/>
                <a:gd name="csX39" fmla="*/ 4140 w 24322"/>
                <a:gd name="csY39" fmla="*/ 30982 h 34218"/>
                <a:gd name="csX40" fmla="*/ 3374 w 24322"/>
                <a:gd name="csY40" fmla="*/ 31818 h 34218"/>
                <a:gd name="csX41" fmla="*/ 2908 w 24322"/>
                <a:gd name="csY41" fmla="*/ 32327 h 34218"/>
                <a:gd name="csX42" fmla="*/ 2763 w 24322"/>
                <a:gd name="csY42" fmla="*/ 32582 h 34218"/>
                <a:gd name="csX43" fmla="*/ 2649 w 24322"/>
                <a:gd name="csY43" fmla="*/ 32727 h 34218"/>
                <a:gd name="csX44" fmla="*/ 797 w 24322"/>
                <a:gd name="csY44" fmla="*/ 34218 h 34218"/>
                <a:gd name="csX45" fmla="*/ 103 w 24322"/>
                <a:gd name="csY45" fmla="*/ 33818 h 34218"/>
                <a:gd name="csX46" fmla="*/ 0 w 2432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2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0" y="21648"/>
                    <a:pt x="31" y="21455"/>
                  </a:cubicBezTo>
                  <a:cubicBezTo>
                    <a:pt x="59" y="21261"/>
                    <a:pt x="145" y="21091"/>
                    <a:pt x="290" y="20945"/>
                  </a:cubicBezTo>
                  <a:cubicBezTo>
                    <a:pt x="435" y="20800"/>
                    <a:pt x="652" y="20727"/>
                    <a:pt x="942" y="20727"/>
                  </a:cubicBezTo>
                  <a:cubicBezTo>
                    <a:pt x="1280" y="20727"/>
                    <a:pt x="1511" y="20800"/>
                    <a:pt x="1635" y="20945"/>
                  </a:cubicBezTo>
                  <a:cubicBezTo>
                    <a:pt x="1780" y="21091"/>
                    <a:pt x="1901" y="21442"/>
                    <a:pt x="1997" y="22000"/>
                  </a:cubicBezTo>
                  <a:cubicBezTo>
                    <a:pt x="2749" y="25418"/>
                    <a:pt x="3926" y="28036"/>
                    <a:pt x="5527" y="29855"/>
                  </a:cubicBezTo>
                  <a:cubicBezTo>
                    <a:pt x="7148" y="31649"/>
                    <a:pt x="9425" y="32546"/>
                    <a:pt x="12358" y="32546"/>
                  </a:cubicBezTo>
                  <a:cubicBezTo>
                    <a:pt x="15145" y="32546"/>
                    <a:pt x="17243" y="31927"/>
                    <a:pt x="18650" y="30691"/>
                  </a:cubicBezTo>
                  <a:cubicBezTo>
                    <a:pt x="20058" y="29454"/>
                    <a:pt x="20762" y="27818"/>
                    <a:pt x="20762" y="25782"/>
                  </a:cubicBezTo>
                  <a:cubicBezTo>
                    <a:pt x="20762" y="22146"/>
                    <a:pt x="18178" y="19867"/>
                    <a:pt x="13010" y="18946"/>
                  </a:cubicBezTo>
                  <a:cubicBezTo>
                    <a:pt x="10029" y="18339"/>
                    <a:pt x="7921" y="17842"/>
                    <a:pt x="6686" y="17454"/>
                  </a:cubicBezTo>
                  <a:cubicBezTo>
                    <a:pt x="5451" y="17042"/>
                    <a:pt x="4288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1" y="4545"/>
                    <a:pt x="2794" y="2727"/>
                  </a:cubicBezTo>
                  <a:cubicBezTo>
                    <a:pt x="4685" y="909"/>
                    <a:pt x="7714" y="0"/>
                    <a:pt x="11882" y="0"/>
                  </a:cubicBezTo>
                  <a:cubicBezTo>
                    <a:pt x="14669" y="0"/>
                    <a:pt x="17012" y="703"/>
                    <a:pt x="18909" y="2109"/>
                  </a:cubicBezTo>
                  <a:cubicBezTo>
                    <a:pt x="19461" y="1673"/>
                    <a:pt x="19882" y="1272"/>
                    <a:pt x="20172" y="909"/>
                  </a:cubicBezTo>
                  <a:cubicBezTo>
                    <a:pt x="20828" y="303"/>
                    <a:pt x="21328" y="0"/>
                    <a:pt x="21673" y="0"/>
                  </a:cubicBezTo>
                  <a:cubicBezTo>
                    <a:pt x="22059" y="0"/>
                    <a:pt x="22287" y="133"/>
                    <a:pt x="22356" y="400"/>
                  </a:cubicBezTo>
                  <a:cubicBezTo>
                    <a:pt x="22432" y="642"/>
                    <a:pt x="22470" y="1115"/>
                    <a:pt x="22470" y="1818"/>
                  </a:cubicBezTo>
                  <a:lnTo>
                    <a:pt x="22470" y="9309"/>
                  </a:lnTo>
                  <a:cubicBezTo>
                    <a:pt x="22470" y="9866"/>
                    <a:pt x="22456" y="10242"/>
                    <a:pt x="22428" y="10436"/>
                  </a:cubicBezTo>
                  <a:cubicBezTo>
                    <a:pt x="22408" y="10630"/>
                    <a:pt x="22325" y="10800"/>
                    <a:pt x="22180" y="10945"/>
                  </a:cubicBezTo>
                  <a:cubicBezTo>
                    <a:pt x="22035" y="11067"/>
                    <a:pt x="21804" y="11127"/>
                    <a:pt x="21487" y="11127"/>
                  </a:cubicBezTo>
                  <a:cubicBezTo>
                    <a:pt x="20928" y="11127"/>
                    <a:pt x="20638" y="10897"/>
                    <a:pt x="20617" y="10436"/>
                  </a:cubicBezTo>
                  <a:cubicBezTo>
                    <a:pt x="20224" y="4424"/>
                    <a:pt x="17312" y="1418"/>
                    <a:pt x="11882" y="1418"/>
                  </a:cubicBezTo>
                  <a:cubicBezTo>
                    <a:pt x="8949" y="1418"/>
                    <a:pt x="6831" y="1988"/>
                    <a:pt x="5527" y="3127"/>
                  </a:cubicBezTo>
                  <a:cubicBezTo>
                    <a:pt x="4216" y="4242"/>
                    <a:pt x="3560" y="5564"/>
                    <a:pt x="3560" y="7091"/>
                  </a:cubicBezTo>
                  <a:cubicBezTo>
                    <a:pt x="3560" y="7939"/>
                    <a:pt x="3753" y="8691"/>
                    <a:pt x="4140" y="9345"/>
                  </a:cubicBezTo>
                  <a:cubicBezTo>
                    <a:pt x="4554" y="9976"/>
                    <a:pt x="5016" y="10485"/>
                    <a:pt x="5527" y="10873"/>
                  </a:cubicBezTo>
                  <a:cubicBezTo>
                    <a:pt x="6058" y="11236"/>
                    <a:pt x="6807" y="11600"/>
                    <a:pt x="7773" y="11964"/>
                  </a:cubicBezTo>
                  <a:cubicBezTo>
                    <a:pt x="8746" y="12303"/>
                    <a:pt x="9522" y="12533"/>
                    <a:pt x="10102" y="12654"/>
                  </a:cubicBezTo>
                  <a:cubicBezTo>
                    <a:pt x="10709" y="12775"/>
                    <a:pt x="11582" y="12957"/>
                    <a:pt x="12720" y="13199"/>
                  </a:cubicBezTo>
                  <a:cubicBezTo>
                    <a:pt x="16694" y="13951"/>
                    <a:pt x="19520" y="15140"/>
                    <a:pt x="21197" y="16764"/>
                  </a:cubicBezTo>
                  <a:cubicBezTo>
                    <a:pt x="23280" y="18848"/>
                    <a:pt x="24322" y="21212"/>
                    <a:pt x="24322" y="23855"/>
                  </a:cubicBezTo>
                  <a:cubicBezTo>
                    <a:pt x="24322" y="26788"/>
                    <a:pt x="23329" y="29248"/>
                    <a:pt x="21342" y="31236"/>
                  </a:cubicBezTo>
                  <a:cubicBezTo>
                    <a:pt x="19354" y="33224"/>
                    <a:pt x="16360" y="34218"/>
                    <a:pt x="12358" y="34218"/>
                  </a:cubicBezTo>
                  <a:cubicBezTo>
                    <a:pt x="9136" y="34218"/>
                    <a:pt x="6396" y="33139"/>
                    <a:pt x="4140" y="30982"/>
                  </a:cubicBezTo>
                  <a:cubicBezTo>
                    <a:pt x="3850" y="31272"/>
                    <a:pt x="3595" y="31551"/>
                    <a:pt x="3374" y="31818"/>
                  </a:cubicBezTo>
                  <a:cubicBezTo>
                    <a:pt x="3160" y="32060"/>
                    <a:pt x="3005" y="32230"/>
                    <a:pt x="2908" y="32327"/>
                  </a:cubicBezTo>
                  <a:cubicBezTo>
                    <a:pt x="2832" y="32424"/>
                    <a:pt x="2784" y="32509"/>
                    <a:pt x="2763" y="32582"/>
                  </a:cubicBezTo>
                  <a:cubicBezTo>
                    <a:pt x="2736" y="32630"/>
                    <a:pt x="2698" y="32678"/>
                    <a:pt x="2649" y="32727"/>
                  </a:cubicBezTo>
                  <a:cubicBezTo>
                    <a:pt x="1656" y="33721"/>
                    <a:pt x="1038" y="34218"/>
                    <a:pt x="797" y="34218"/>
                  </a:cubicBezTo>
                  <a:cubicBezTo>
                    <a:pt x="410" y="34218"/>
                    <a:pt x="179" y="34085"/>
                    <a:pt x="103" y="33818"/>
                  </a:cubicBezTo>
                  <a:cubicBezTo>
                    <a:pt x="34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0" name="Freeform 2649">
              <a:extLst>
                <a:ext uri="{FF2B5EF4-FFF2-40B4-BE49-F238E27FC236}">
                  <a16:creationId xmlns:a16="http://schemas.microsoft.com/office/drawing/2014/main" id="{8BA5325C-3F26-D357-87C1-4251C4F0C156}"/>
                </a:ext>
              </a:extLst>
            </p:cNvPr>
            <p:cNvSpPr/>
            <p:nvPr/>
          </p:nvSpPr>
          <p:spPr>
            <a:xfrm>
              <a:off x="5481784" y="1592278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2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8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15 w 34041"/>
                <a:gd name="csY16" fmla="*/ 1709 h 49090"/>
                <a:gd name="csX17" fmla="*/ 30180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8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3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1 h 49090"/>
                <a:gd name="csX30" fmla="*/ 33016 w 34041"/>
                <a:gd name="csY30" fmla="*/ 39490 h 49090"/>
                <a:gd name="csX31" fmla="*/ 28110 w 34041"/>
                <a:gd name="csY31" fmla="*/ 46399 h 49090"/>
                <a:gd name="csX32" fmla="*/ 16477 w 34041"/>
                <a:gd name="csY32" fmla="*/ 49090 h 49090"/>
                <a:gd name="csX33" fmla="*/ 4802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71 w 34041"/>
                <a:gd name="csY41" fmla="*/ 34000 h 49090"/>
                <a:gd name="csX42" fmla="*/ 19561 w 34041"/>
                <a:gd name="csY42" fmla="*/ 33345 h 49090"/>
                <a:gd name="csX43" fmla="*/ 1440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8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80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21" y="1915"/>
                    <a:pt x="11085" y="836"/>
                    <a:pt x="14480" y="836"/>
                  </a:cubicBezTo>
                  <a:cubicBezTo>
                    <a:pt x="17460" y="836"/>
                    <a:pt x="20089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43" y="0"/>
                    <a:pt x="32489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5" y="2024"/>
                    <a:pt x="30915" y="1709"/>
                  </a:cubicBezTo>
                  <a:cubicBezTo>
                    <a:pt x="30771" y="1660"/>
                    <a:pt x="30526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7" y="22654"/>
                    <a:pt x="14480" y="22654"/>
                  </a:cubicBezTo>
                  <a:cubicBezTo>
                    <a:pt x="11692" y="22654"/>
                    <a:pt x="9229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26" y="28884"/>
                    <a:pt x="11982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2" y="29878"/>
                    <a:pt x="26910" y="30351"/>
                    <a:pt x="28152" y="30981"/>
                  </a:cubicBezTo>
                  <a:cubicBezTo>
                    <a:pt x="31374" y="32775"/>
                    <a:pt x="32996" y="35611"/>
                    <a:pt x="33016" y="39490"/>
                  </a:cubicBezTo>
                  <a:cubicBezTo>
                    <a:pt x="33016" y="42326"/>
                    <a:pt x="31381" y="44629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10" y="35054"/>
                    <a:pt x="25716" y="34388"/>
                    <a:pt x="23971" y="34000"/>
                  </a:cubicBezTo>
                  <a:cubicBezTo>
                    <a:pt x="22246" y="33636"/>
                    <a:pt x="20776" y="33418"/>
                    <a:pt x="19561" y="33345"/>
                  </a:cubicBezTo>
                  <a:cubicBezTo>
                    <a:pt x="18354" y="33272"/>
                    <a:pt x="16636" y="33236"/>
                    <a:pt x="1440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40" y="20945"/>
                    <a:pt x="14480" y="20945"/>
                  </a:cubicBezTo>
                  <a:cubicBezTo>
                    <a:pt x="16660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92" y="2545"/>
                    <a:pt x="14480" y="2545"/>
                  </a:cubicBezTo>
                  <a:cubicBezTo>
                    <a:pt x="12292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1" name="Freeform 2650">
              <a:extLst>
                <a:ext uri="{FF2B5EF4-FFF2-40B4-BE49-F238E27FC236}">
                  <a16:creationId xmlns:a16="http://schemas.microsoft.com/office/drawing/2014/main" id="{C6816AB8-A906-D218-2887-89CF899B235D}"/>
                </a:ext>
              </a:extLst>
            </p:cNvPr>
            <p:cNvSpPr/>
            <p:nvPr/>
          </p:nvSpPr>
          <p:spPr>
            <a:xfrm>
              <a:off x="5523433" y="1626312"/>
              <a:ext cx="25999" cy="47446"/>
            </a:xfrm>
            <a:custGeom>
              <a:avLst/>
              <a:gdLst>
                <a:gd name="csX0" fmla="*/ 25999 w 25999"/>
                <a:gd name="csY0" fmla="*/ 3589 h 47446"/>
                <a:gd name="csX1" fmla="*/ 25099 w 25999"/>
                <a:gd name="csY1" fmla="*/ 5854 h 47446"/>
                <a:gd name="csX2" fmla="*/ 23143 w 25999"/>
                <a:gd name="csY2" fmla="*/ 6720 h 47446"/>
                <a:gd name="csX3" fmla="*/ 21766 w 25999"/>
                <a:gd name="csY3" fmla="*/ 6236 h 47446"/>
                <a:gd name="csX4" fmla="*/ 21207 w 25999"/>
                <a:gd name="csY4" fmla="*/ 4913 h 47446"/>
                <a:gd name="csX5" fmla="*/ 21869 w 25999"/>
                <a:gd name="csY5" fmla="*/ 3131 h 47446"/>
                <a:gd name="csX6" fmla="*/ 24033 w 25999"/>
                <a:gd name="csY6" fmla="*/ 2088 h 47446"/>
                <a:gd name="csX7" fmla="*/ 21466 w 25999"/>
                <a:gd name="csY7" fmla="*/ 1146 h 47446"/>
                <a:gd name="csX8" fmla="*/ 20017 w 25999"/>
                <a:gd name="csY8" fmla="*/ 1655 h 47446"/>
                <a:gd name="csX9" fmla="*/ 19023 w 25999"/>
                <a:gd name="csY9" fmla="*/ 2927 h 47446"/>
                <a:gd name="csX10" fmla="*/ 17771 w 25999"/>
                <a:gd name="csY10" fmla="*/ 8349 h 47446"/>
                <a:gd name="csX11" fmla="*/ 17233 w 25999"/>
                <a:gd name="csY11" fmla="*/ 11302 h 47446"/>
                <a:gd name="csX12" fmla="*/ 16674 w 25999"/>
                <a:gd name="csY12" fmla="*/ 14280 h 47446"/>
                <a:gd name="csX13" fmla="*/ 21000 w 25999"/>
                <a:gd name="csY13" fmla="*/ 14280 h 47446"/>
                <a:gd name="csX14" fmla="*/ 21797 w 25999"/>
                <a:gd name="csY14" fmla="*/ 14306 h 47446"/>
                <a:gd name="csX15" fmla="*/ 22201 w 25999"/>
                <a:gd name="csY15" fmla="*/ 14458 h 47446"/>
                <a:gd name="csX16" fmla="*/ 22408 w 25999"/>
                <a:gd name="csY16" fmla="*/ 14866 h 47446"/>
                <a:gd name="csX17" fmla="*/ 22077 w 25999"/>
                <a:gd name="csY17" fmla="*/ 15756 h 47446"/>
                <a:gd name="csX18" fmla="*/ 20855 w 25999"/>
                <a:gd name="csY18" fmla="*/ 15909 h 47446"/>
                <a:gd name="csX19" fmla="*/ 16374 w 25999"/>
                <a:gd name="csY19" fmla="*/ 15909 h 47446"/>
                <a:gd name="csX20" fmla="*/ 13238 w 25999"/>
                <a:gd name="csY20" fmla="*/ 32429 h 47446"/>
                <a:gd name="csX21" fmla="*/ 12834 w 25999"/>
                <a:gd name="csY21" fmla="*/ 34440 h 47446"/>
                <a:gd name="csX22" fmla="*/ 11789 w 25999"/>
                <a:gd name="csY22" fmla="*/ 38411 h 47446"/>
                <a:gd name="csX23" fmla="*/ 10319 w 25999"/>
                <a:gd name="csY23" fmla="*/ 42381 h 47446"/>
                <a:gd name="csX24" fmla="*/ 9377 w 25999"/>
                <a:gd name="csY24" fmla="*/ 44010 h 47446"/>
                <a:gd name="csX25" fmla="*/ 8125 w 25999"/>
                <a:gd name="csY25" fmla="*/ 45639 h 47446"/>
                <a:gd name="csX26" fmla="*/ 6417 w 25999"/>
                <a:gd name="csY26" fmla="*/ 46938 h 47446"/>
                <a:gd name="csX27" fmla="*/ 4430 w 25999"/>
                <a:gd name="csY27" fmla="*/ 47446 h 47446"/>
                <a:gd name="csX28" fmla="*/ 1356 w 25999"/>
                <a:gd name="csY28" fmla="*/ 46480 h 47446"/>
                <a:gd name="csX29" fmla="*/ 0 w 25999"/>
                <a:gd name="csY29" fmla="*/ 43858 h 47446"/>
                <a:gd name="csX30" fmla="*/ 869 w 25999"/>
                <a:gd name="csY30" fmla="*/ 41592 h 47446"/>
                <a:gd name="csX31" fmla="*/ 2857 w 25999"/>
                <a:gd name="csY31" fmla="*/ 40727 h 47446"/>
                <a:gd name="csX32" fmla="*/ 4202 w 25999"/>
                <a:gd name="csY32" fmla="*/ 41211 h 47446"/>
                <a:gd name="csX33" fmla="*/ 4792 w 25999"/>
                <a:gd name="csY33" fmla="*/ 42534 h 47446"/>
                <a:gd name="csX34" fmla="*/ 4668 w 25999"/>
                <a:gd name="csY34" fmla="*/ 43298 h 47446"/>
                <a:gd name="csX35" fmla="*/ 4254 w 25999"/>
                <a:gd name="csY35" fmla="*/ 44163 h 47446"/>
                <a:gd name="csX36" fmla="*/ 3364 w 25999"/>
                <a:gd name="csY36" fmla="*/ 44978 h 47446"/>
                <a:gd name="csX37" fmla="*/ 1915 w 25999"/>
                <a:gd name="csY37" fmla="*/ 45360 h 47446"/>
                <a:gd name="csX38" fmla="*/ 4430 w 25999"/>
                <a:gd name="csY38" fmla="*/ 46302 h 47446"/>
                <a:gd name="csX39" fmla="*/ 5351 w 25999"/>
                <a:gd name="csY39" fmla="*/ 46098 h 47446"/>
                <a:gd name="csX40" fmla="*/ 6137 w 25999"/>
                <a:gd name="csY40" fmla="*/ 45461 h 47446"/>
                <a:gd name="csX41" fmla="*/ 6800 w 25999"/>
                <a:gd name="csY41" fmla="*/ 44545 h 47446"/>
                <a:gd name="csX42" fmla="*/ 7359 w 25999"/>
                <a:gd name="csY42" fmla="*/ 43272 h 47446"/>
                <a:gd name="csX43" fmla="*/ 7825 w 25999"/>
                <a:gd name="csY43" fmla="*/ 41847 h 47446"/>
                <a:gd name="csX44" fmla="*/ 8228 w 25999"/>
                <a:gd name="csY44" fmla="*/ 40141 h 47446"/>
                <a:gd name="csX45" fmla="*/ 8611 w 25999"/>
                <a:gd name="csY45" fmla="*/ 38385 h 47446"/>
                <a:gd name="csX46" fmla="*/ 8963 w 25999"/>
                <a:gd name="csY46" fmla="*/ 36501 h 47446"/>
                <a:gd name="csX47" fmla="*/ 12855 w 25999"/>
                <a:gd name="csY47" fmla="*/ 15909 h 47446"/>
                <a:gd name="csX48" fmla="*/ 9419 w 25999"/>
                <a:gd name="csY48" fmla="*/ 15909 h 47446"/>
                <a:gd name="csX49" fmla="*/ 8559 w 25999"/>
                <a:gd name="csY49" fmla="*/ 15883 h 47446"/>
                <a:gd name="csX50" fmla="*/ 8145 w 25999"/>
                <a:gd name="csY50" fmla="*/ 15731 h 47446"/>
                <a:gd name="csX51" fmla="*/ 7969 w 25999"/>
                <a:gd name="csY51" fmla="*/ 15272 h 47446"/>
                <a:gd name="csX52" fmla="*/ 8176 w 25999"/>
                <a:gd name="csY52" fmla="*/ 14585 h 47446"/>
                <a:gd name="csX53" fmla="*/ 8663 w 25999"/>
                <a:gd name="csY53" fmla="*/ 14331 h 47446"/>
                <a:gd name="csX54" fmla="*/ 9522 w 25999"/>
                <a:gd name="csY54" fmla="*/ 14280 h 47446"/>
                <a:gd name="csX55" fmla="*/ 13144 w 25999"/>
                <a:gd name="csY55" fmla="*/ 14280 h 47446"/>
                <a:gd name="csX56" fmla="*/ 14842 w 25999"/>
                <a:gd name="csY56" fmla="*/ 6109 h 47446"/>
                <a:gd name="csX57" fmla="*/ 16270 w 25999"/>
                <a:gd name="csY57" fmla="*/ 3004 h 47446"/>
                <a:gd name="csX58" fmla="*/ 18102 w 25999"/>
                <a:gd name="csY58" fmla="*/ 1095 h 47446"/>
                <a:gd name="csX59" fmla="*/ 19862 w 25999"/>
                <a:gd name="csY59" fmla="*/ 255 h 47446"/>
                <a:gd name="csX60" fmla="*/ 21466 w 25999"/>
                <a:gd name="csY60" fmla="*/ 0 h 47446"/>
                <a:gd name="csX61" fmla="*/ 24623 w 25999"/>
                <a:gd name="csY61" fmla="*/ 968 h 47446"/>
                <a:gd name="csX62" fmla="*/ 25999 w 25999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99" h="47446">
                  <a:moveTo>
                    <a:pt x="25999" y="3589"/>
                  </a:moveTo>
                  <a:cubicBezTo>
                    <a:pt x="25999" y="4522"/>
                    <a:pt x="25699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59" y="6559"/>
                    <a:pt x="21766" y="6236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69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4" y="1146"/>
                    <a:pt x="20452" y="1315"/>
                    <a:pt x="20017" y="1655"/>
                  </a:cubicBezTo>
                  <a:cubicBezTo>
                    <a:pt x="19589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80" y="14280"/>
                    <a:pt x="21645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6"/>
                  </a:cubicBezTo>
                  <a:cubicBezTo>
                    <a:pt x="21870" y="15858"/>
                    <a:pt x="21462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34" y="35441"/>
                    <a:pt x="12285" y="36765"/>
                    <a:pt x="11789" y="38411"/>
                  </a:cubicBezTo>
                  <a:cubicBezTo>
                    <a:pt x="11299" y="40074"/>
                    <a:pt x="10809" y="41397"/>
                    <a:pt x="10319" y="42381"/>
                  </a:cubicBezTo>
                  <a:cubicBezTo>
                    <a:pt x="10043" y="42941"/>
                    <a:pt x="9729" y="43484"/>
                    <a:pt x="9377" y="44010"/>
                  </a:cubicBezTo>
                  <a:cubicBezTo>
                    <a:pt x="9032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51" y="43026"/>
                    <a:pt x="4668" y="43298"/>
                  </a:cubicBezTo>
                  <a:cubicBezTo>
                    <a:pt x="4578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700" y="42254"/>
                    <a:pt x="7825" y="41847"/>
                  </a:cubicBezTo>
                  <a:cubicBezTo>
                    <a:pt x="7942" y="41440"/>
                    <a:pt x="8076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5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44" y="14280"/>
                  </a:lnTo>
                  <a:cubicBezTo>
                    <a:pt x="13959" y="9987"/>
                    <a:pt x="14524" y="7263"/>
                    <a:pt x="14842" y="6109"/>
                  </a:cubicBezTo>
                  <a:cubicBezTo>
                    <a:pt x="15214" y="4887"/>
                    <a:pt x="15691" y="3852"/>
                    <a:pt x="16270" y="3004"/>
                  </a:cubicBezTo>
                  <a:cubicBezTo>
                    <a:pt x="16850" y="2138"/>
                    <a:pt x="17460" y="1502"/>
                    <a:pt x="18102" y="1095"/>
                  </a:cubicBezTo>
                  <a:cubicBezTo>
                    <a:pt x="18751" y="687"/>
                    <a:pt x="19337" y="407"/>
                    <a:pt x="19862" y="255"/>
                  </a:cubicBezTo>
                  <a:cubicBezTo>
                    <a:pt x="20400" y="85"/>
                    <a:pt x="20934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40" y="1595"/>
                    <a:pt x="25999" y="2469"/>
                    <a:pt x="2599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2" name="Freeform 2651">
              <a:extLst>
                <a:ext uri="{FF2B5EF4-FFF2-40B4-BE49-F238E27FC236}">
                  <a16:creationId xmlns:a16="http://schemas.microsoft.com/office/drawing/2014/main" id="{F21B9B82-9C3E-85A4-B3EC-C3827E2075C5}"/>
                </a:ext>
              </a:extLst>
            </p:cNvPr>
            <p:cNvSpPr/>
            <p:nvPr/>
          </p:nvSpPr>
          <p:spPr>
            <a:xfrm>
              <a:off x="5563187" y="1636493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20 w 46119"/>
                <a:gd name="csY1" fmla="*/ 13542 h 27083"/>
                <a:gd name="csX2" fmla="*/ 45664 w 46119"/>
                <a:gd name="csY2" fmla="*/ 14229 h 27083"/>
                <a:gd name="csX3" fmla="*/ 38512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6 w 46119"/>
                <a:gd name="csY6" fmla="*/ 27084 h 27083"/>
                <a:gd name="csX7" fmla="*/ 33731 w 46119"/>
                <a:gd name="csY7" fmla="*/ 26779 h 27083"/>
                <a:gd name="csX8" fmla="*/ 33420 w 46119"/>
                <a:gd name="csY8" fmla="*/ 26065 h 27083"/>
                <a:gd name="csX9" fmla="*/ 3345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86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86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51 w 46119"/>
                <a:gd name="csY21" fmla="*/ 1146 h 27083"/>
                <a:gd name="csX22" fmla="*/ 33420 w 46119"/>
                <a:gd name="csY22" fmla="*/ 1018 h 27083"/>
                <a:gd name="csX23" fmla="*/ 33731 w 46119"/>
                <a:gd name="csY23" fmla="*/ 306 h 27083"/>
                <a:gd name="csX24" fmla="*/ 34466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2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20" y="13202"/>
                    <a:pt x="46120" y="13542"/>
                  </a:cubicBezTo>
                  <a:cubicBezTo>
                    <a:pt x="46120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2" y="19652"/>
                  </a:cubicBezTo>
                  <a:cubicBezTo>
                    <a:pt x="36932" y="21704"/>
                    <a:pt x="35922" y="23910"/>
                    <a:pt x="35480" y="26269"/>
                  </a:cubicBezTo>
                  <a:cubicBezTo>
                    <a:pt x="35432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6" y="27084"/>
                  </a:cubicBezTo>
                  <a:cubicBezTo>
                    <a:pt x="34176" y="27084"/>
                    <a:pt x="33931" y="26982"/>
                    <a:pt x="33731" y="26779"/>
                  </a:cubicBezTo>
                  <a:cubicBezTo>
                    <a:pt x="33524" y="26592"/>
                    <a:pt x="33420" y="26354"/>
                    <a:pt x="33420" y="26065"/>
                  </a:cubicBezTo>
                  <a:cubicBezTo>
                    <a:pt x="33420" y="26049"/>
                    <a:pt x="33431" y="26015"/>
                    <a:pt x="33451" y="25964"/>
                  </a:cubicBezTo>
                  <a:cubicBezTo>
                    <a:pt x="33465" y="25896"/>
                    <a:pt x="33472" y="25853"/>
                    <a:pt x="33472" y="25837"/>
                  </a:cubicBezTo>
                  <a:cubicBezTo>
                    <a:pt x="33983" y="23088"/>
                    <a:pt x="35128" y="20585"/>
                    <a:pt x="36908" y="18328"/>
                  </a:cubicBezTo>
                  <a:cubicBezTo>
                    <a:pt x="38026" y="16902"/>
                    <a:pt x="39385" y="15655"/>
                    <a:pt x="40986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86" y="12499"/>
                  </a:lnTo>
                  <a:cubicBezTo>
                    <a:pt x="39385" y="11429"/>
                    <a:pt x="38026" y="10182"/>
                    <a:pt x="36908" y="8757"/>
                  </a:cubicBezTo>
                  <a:cubicBezTo>
                    <a:pt x="35128" y="6500"/>
                    <a:pt x="33983" y="3997"/>
                    <a:pt x="33472" y="1247"/>
                  </a:cubicBezTo>
                  <a:cubicBezTo>
                    <a:pt x="33472" y="1231"/>
                    <a:pt x="33465" y="1197"/>
                    <a:pt x="33451" y="1146"/>
                  </a:cubicBezTo>
                  <a:cubicBezTo>
                    <a:pt x="33431" y="1078"/>
                    <a:pt x="33420" y="1036"/>
                    <a:pt x="33420" y="1018"/>
                  </a:cubicBezTo>
                  <a:cubicBezTo>
                    <a:pt x="33420" y="730"/>
                    <a:pt x="33524" y="493"/>
                    <a:pt x="33731" y="306"/>
                  </a:cubicBezTo>
                  <a:cubicBezTo>
                    <a:pt x="33931" y="102"/>
                    <a:pt x="34176" y="0"/>
                    <a:pt x="34466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2" y="577"/>
                    <a:pt x="35480" y="815"/>
                  </a:cubicBezTo>
                  <a:cubicBezTo>
                    <a:pt x="35922" y="3174"/>
                    <a:pt x="36932" y="5380"/>
                    <a:pt x="38512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3" name="Freeform 2652">
              <a:extLst>
                <a:ext uri="{FF2B5EF4-FFF2-40B4-BE49-F238E27FC236}">
                  <a16:creationId xmlns:a16="http://schemas.microsoft.com/office/drawing/2014/main" id="{EC7CF3A4-CB2D-D80B-3921-4C7BB3746347}"/>
                </a:ext>
              </a:extLst>
            </p:cNvPr>
            <p:cNvSpPr/>
            <p:nvPr/>
          </p:nvSpPr>
          <p:spPr>
            <a:xfrm>
              <a:off x="5629282" y="1627457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1 w 37901"/>
                <a:gd name="csY2" fmla="*/ 1476 h 35610"/>
                <a:gd name="csX3" fmla="*/ 37260 w 37901"/>
                <a:gd name="csY3" fmla="*/ 1577 h 35610"/>
                <a:gd name="csX4" fmla="*/ 36856 w 37901"/>
                <a:gd name="csY4" fmla="*/ 1629 h 35610"/>
                <a:gd name="csX5" fmla="*/ 34569 w 37901"/>
                <a:gd name="csY5" fmla="*/ 2062 h 35610"/>
                <a:gd name="csX6" fmla="*/ 32634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7 h 35610"/>
                <a:gd name="csX9" fmla="*/ 29301 w 37901"/>
                <a:gd name="csY9" fmla="*/ 5956 h 35610"/>
                <a:gd name="csX10" fmla="*/ 16363 w 37901"/>
                <a:gd name="csY10" fmla="*/ 20796 h 35610"/>
                <a:gd name="csX11" fmla="*/ 15628 w 37901"/>
                <a:gd name="csY11" fmla="*/ 22425 h 35610"/>
                <a:gd name="csX12" fmla="*/ 13797 w 37901"/>
                <a:gd name="csY12" fmla="*/ 29781 h 35610"/>
                <a:gd name="csX13" fmla="*/ 13082 w 37901"/>
                <a:gd name="csY13" fmla="*/ 33065 h 35610"/>
                <a:gd name="csX14" fmla="*/ 1334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2 w 37901"/>
                <a:gd name="csY17" fmla="*/ 34210 h 35610"/>
                <a:gd name="csX18" fmla="*/ 17916 w 37901"/>
                <a:gd name="csY18" fmla="*/ 34567 h 35610"/>
                <a:gd name="csX19" fmla="*/ 17719 w 37901"/>
                <a:gd name="csY19" fmla="*/ 35305 h 35610"/>
                <a:gd name="csX20" fmla="*/ 17357 w 37901"/>
                <a:gd name="csY20" fmla="*/ 35584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5 w 37901"/>
                <a:gd name="csY23" fmla="*/ 35610 h 35610"/>
                <a:gd name="csX24" fmla="*/ 2950 w 37901"/>
                <a:gd name="csY24" fmla="*/ 35024 h 35610"/>
                <a:gd name="csX25" fmla="*/ 3001 w 37901"/>
                <a:gd name="csY25" fmla="*/ 34440 h 35610"/>
                <a:gd name="csX26" fmla="*/ 3312 w 37901"/>
                <a:gd name="csY26" fmla="*/ 34134 h 35610"/>
                <a:gd name="csX27" fmla="*/ 3716 w 37901"/>
                <a:gd name="csY27" fmla="*/ 34032 h 35610"/>
                <a:gd name="csX28" fmla="*/ 4378 w 37901"/>
                <a:gd name="csY28" fmla="*/ 34007 h 35610"/>
                <a:gd name="csX29" fmla="*/ 613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6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2 w 37901"/>
                <a:gd name="csY36" fmla="*/ 21432 h 35610"/>
                <a:gd name="csX37" fmla="*/ 11406 w 37901"/>
                <a:gd name="csY37" fmla="*/ 20542 h 35610"/>
                <a:gd name="csX38" fmla="*/ 4989 w 37901"/>
                <a:gd name="csY38" fmla="*/ 3385 h 35610"/>
                <a:gd name="csX39" fmla="*/ 4482 w 37901"/>
                <a:gd name="csY39" fmla="*/ 2316 h 35610"/>
                <a:gd name="csX40" fmla="*/ 3488 w 37901"/>
                <a:gd name="csY40" fmla="*/ 1832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207 w 37901"/>
                <a:gd name="csY45" fmla="*/ 330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6 h 35610"/>
                <a:gd name="csX49" fmla="*/ 6821 w 37901"/>
                <a:gd name="csY49" fmla="*/ 152 h 35610"/>
                <a:gd name="csX50" fmla="*/ 13382 w 37901"/>
                <a:gd name="csY50" fmla="*/ 0 h 35610"/>
                <a:gd name="csX51" fmla="*/ 14179 w 37901"/>
                <a:gd name="csY51" fmla="*/ 585 h 35610"/>
                <a:gd name="csX52" fmla="*/ 13900 w 37901"/>
                <a:gd name="csY52" fmla="*/ 1476 h 35610"/>
                <a:gd name="csX53" fmla="*/ 12927 w 37901"/>
                <a:gd name="csY53" fmla="*/ 1629 h 35610"/>
                <a:gd name="csX54" fmla="*/ 9853 w 37901"/>
                <a:gd name="csY54" fmla="*/ 2876 h 35610"/>
                <a:gd name="csX55" fmla="*/ 10153 w 37901"/>
                <a:gd name="csY55" fmla="*/ 3767 h 35610"/>
                <a:gd name="csX56" fmla="*/ 15877 w 37901"/>
                <a:gd name="csY56" fmla="*/ 19243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3 w 37901"/>
                <a:gd name="csY60" fmla="*/ 4327 h 35610"/>
                <a:gd name="csX61" fmla="*/ 29063 w 37901"/>
                <a:gd name="csY61" fmla="*/ 3818 h 35610"/>
                <a:gd name="csX62" fmla="*/ 2930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2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6 h 35610"/>
                <a:gd name="csX73" fmla="*/ 32934 w 37901"/>
                <a:gd name="csY73" fmla="*/ 152 h 35610"/>
                <a:gd name="csX74" fmla="*/ 35097 w 37901"/>
                <a:gd name="csY74" fmla="*/ 76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91" y="1307"/>
                    <a:pt x="37709" y="1408"/>
                    <a:pt x="37571" y="1476"/>
                  </a:cubicBezTo>
                  <a:cubicBezTo>
                    <a:pt x="37453" y="1527"/>
                    <a:pt x="37350" y="1561"/>
                    <a:pt x="37260" y="1577"/>
                  </a:cubicBezTo>
                  <a:cubicBezTo>
                    <a:pt x="37198" y="1595"/>
                    <a:pt x="37063" y="1612"/>
                    <a:pt x="36856" y="1629"/>
                  </a:cubicBezTo>
                  <a:cubicBezTo>
                    <a:pt x="36028" y="1697"/>
                    <a:pt x="35266" y="1841"/>
                    <a:pt x="34569" y="2062"/>
                  </a:cubicBezTo>
                  <a:cubicBezTo>
                    <a:pt x="33872" y="2265"/>
                    <a:pt x="33227" y="2571"/>
                    <a:pt x="32634" y="2978"/>
                  </a:cubicBezTo>
                  <a:cubicBezTo>
                    <a:pt x="32054" y="3385"/>
                    <a:pt x="31602" y="3724"/>
                    <a:pt x="31278" y="3996"/>
                  </a:cubicBezTo>
                  <a:cubicBezTo>
                    <a:pt x="30974" y="4267"/>
                    <a:pt x="30550" y="4674"/>
                    <a:pt x="30005" y="5217"/>
                  </a:cubicBezTo>
                  <a:lnTo>
                    <a:pt x="2930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8" y="22425"/>
                  </a:cubicBezTo>
                  <a:lnTo>
                    <a:pt x="13797" y="29781"/>
                  </a:lnTo>
                  <a:cubicBezTo>
                    <a:pt x="13321" y="31817"/>
                    <a:pt x="13082" y="32912"/>
                    <a:pt x="13082" y="33065"/>
                  </a:cubicBezTo>
                  <a:cubicBezTo>
                    <a:pt x="13082" y="33370"/>
                    <a:pt x="13169" y="33574"/>
                    <a:pt x="13341" y="33676"/>
                  </a:cubicBezTo>
                  <a:cubicBezTo>
                    <a:pt x="13527" y="33761"/>
                    <a:pt x="13907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2" y="34210"/>
                  </a:cubicBezTo>
                  <a:cubicBezTo>
                    <a:pt x="17881" y="34295"/>
                    <a:pt x="17916" y="34414"/>
                    <a:pt x="17916" y="34567"/>
                  </a:cubicBezTo>
                  <a:cubicBezTo>
                    <a:pt x="17916" y="34889"/>
                    <a:pt x="17850" y="35135"/>
                    <a:pt x="17719" y="35305"/>
                  </a:cubicBezTo>
                  <a:cubicBezTo>
                    <a:pt x="17595" y="35457"/>
                    <a:pt x="17474" y="35551"/>
                    <a:pt x="17357" y="35584"/>
                  </a:cubicBezTo>
                  <a:cubicBezTo>
                    <a:pt x="17253" y="35602"/>
                    <a:pt x="17109" y="35610"/>
                    <a:pt x="16922" y="35610"/>
                  </a:cubicBezTo>
                  <a:lnTo>
                    <a:pt x="10257" y="35458"/>
                  </a:lnTo>
                  <a:lnTo>
                    <a:pt x="3685" y="35610"/>
                  </a:lnTo>
                  <a:cubicBezTo>
                    <a:pt x="3195" y="35610"/>
                    <a:pt x="2950" y="35415"/>
                    <a:pt x="2950" y="35024"/>
                  </a:cubicBezTo>
                  <a:cubicBezTo>
                    <a:pt x="2950" y="34770"/>
                    <a:pt x="2967" y="34576"/>
                    <a:pt x="3001" y="34440"/>
                  </a:cubicBezTo>
                  <a:cubicBezTo>
                    <a:pt x="3050" y="34286"/>
                    <a:pt x="3153" y="34185"/>
                    <a:pt x="3312" y="34134"/>
                  </a:cubicBezTo>
                  <a:cubicBezTo>
                    <a:pt x="3464" y="34066"/>
                    <a:pt x="3598" y="34032"/>
                    <a:pt x="3716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4" y="33981"/>
                    <a:pt x="6137" y="33981"/>
                  </a:cubicBezTo>
                  <a:cubicBezTo>
                    <a:pt x="6545" y="33965"/>
                    <a:pt x="6941" y="33905"/>
                    <a:pt x="7328" y="33803"/>
                  </a:cubicBezTo>
                  <a:cubicBezTo>
                    <a:pt x="7721" y="33701"/>
                    <a:pt x="7983" y="33616"/>
                    <a:pt x="8114" y="33548"/>
                  </a:cubicBezTo>
                  <a:cubicBezTo>
                    <a:pt x="8273" y="33464"/>
                    <a:pt x="8435" y="33277"/>
                    <a:pt x="8601" y="32989"/>
                  </a:cubicBezTo>
                  <a:cubicBezTo>
                    <a:pt x="8787" y="32683"/>
                    <a:pt x="8908" y="32411"/>
                    <a:pt x="8963" y="32174"/>
                  </a:cubicBezTo>
                  <a:cubicBezTo>
                    <a:pt x="9025" y="31937"/>
                    <a:pt x="9125" y="31521"/>
                    <a:pt x="9263" y="30927"/>
                  </a:cubicBezTo>
                  <a:cubicBezTo>
                    <a:pt x="9401" y="30400"/>
                    <a:pt x="9826" y="28703"/>
                    <a:pt x="10536" y="25836"/>
                  </a:cubicBezTo>
                  <a:cubicBezTo>
                    <a:pt x="11247" y="22968"/>
                    <a:pt x="11602" y="21500"/>
                    <a:pt x="11602" y="21432"/>
                  </a:cubicBezTo>
                  <a:cubicBezTo>
                    <a:pt x="11602" y="21245"/>
                    <a:pt x="11537" y="20949"/>
                    <a:pt x="11406" y="20542"/>
                  </a:cubicBezTo>
                  <a:lnTo>
                    <a:pt x="4989" y="3385"/>
                  </a:lnTo>
                  <a:cubicBezTo>
                    <a:pt x="4802" y="2876"/>
                    <a:pt x="4633" y="2520"/>
                    <a:pt x="4482" y="2316"/>
                  </a:cubicBezTo>
                  <a:cubicBezTo>
                    <a:pt x="4330" y="2113"/>
                    <a:pt x="3998" y="1951"/>
                    <a:pt x="3488" y="1832"/>
                  </a:cubicBezTo>
                  <a:cubicBezTo>
                    <a:pt x="2977" y="1697"/>
                    <a:pt x="2212" y="1629"/>
                    <a:pt x="1190" y="1629"/>
                  </a:cubicBezTo>
                  <a:cubicBezTo>
                    <a:pt x="907" y="1629"/>
                    <a:pt x="697" y="1620"/>
                    <a:pt x="559" y="1603"/>
                  </a:cubicBezTo>
                  <a:cubicBezTo>
                    <a:pt x="421" y="1586"/>
                    <a:pt x="293" y="1535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9" y="483"/>
                    <a:pt x="207" y="330"/>
                  </a:cubicBezTo>
                  <a:cubicBezTo>
                    <a:pt x="338" y="160"/>
                    <a:pt x="455" y="67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1" y="25"/>
                    <a:pt x="3892" y="76"/>
                  </a:cubicBezTo>
                  <a:cubicBezTo>
                    <a:pt x="5403" y="127"/>
                    <a:pt x="6379" y="152"/>
                    <a:pt x="6821" y="152"/>
                  </a:cubicBezTo>
                  <a:lnTo>
                    <a:pt x="13382" y="0"/>
                  </a:lnTo>
                  <a:cubicBezTo>
                    <a:pt x="13914" y="0"/>
                    <a:pt x="14179" y="195"/>
                    <a:pt x="14179" y="585"/>
                  </a:cubicBezTo>
                  <a:cubicBezTo>
                    <a:pt x="14179" y="1060"/>
                    <a:pt x="14086" y="1357"/>
                    <a:pt x="13900" y="1476"/>
                  </a:cubicBezTo>
                  <a:cubicBezTo>
                    <a:pt x="13714" y="1578"/>
                    <a:pt x="13389" y="1629"/>
                    <a:pt x="12927" y="1629"/>
                  </a:cubicBezTo>
                  <a:cubicBezTo>
                    <a:pt x="10878" y="1629"/>
                    <a:pt x="9853" y="2045"/>
                    <a:pt x="9853" y="2876"/>
                  </a:cubicBezTo>
                  <a:cubicBezTo>
                    <a:pt x="9853" y="2978"/>
                    <a:pt x="9953" y="3275"/>
                    <a:pt x="10153" y="3767"/>
                  </a:cubicBezTo>
                  <a:lnTo>
                    <a:pt x="15877" y="19243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56" y="4980"/>
                    <a:pt x="28349" y="4861"/>
                    <a:pt x="28431" y="4760"/>
                  </a:cubicBezTo>
                  <a:cubicBezTo>
                    <a:pt x="28514" y="4658"/>
                    <a:pt x="28625" y="4514"/>
                    <a:pt x="28763" y="4327"/>
                  </a:cubicBezTo>
                  <a:cubicBezTo>
                    <a:pt x="28901" y="4140"/>
                    <a:pt x="29001" y="3971"/>
                    <a:pt x="29063" y="3818"/>
                  </a:cubicBezTo>
                  <a:cubicBezTo>
                    <a:pt x="29153" y="3665"/>
                    <a:pt x="29232" y="3495"/>
                    <a:pt x="29301" y="3309"/>
                  </a:cubicBezTo>
                  <a:cubicBezTo>
                    <a:pt x="29363" y="3122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4" y="2002"/>
                    <a:pt x="28821" y="1875"/>
                    <a:pt x="28587" y="1807"/>
                  </a:cubicBezTo>
                  <a:cubicBezTo>
                    <a:pt x="28345" y="1739"/>
                    <a:pt x="28142" y="1696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3" y="458"/>
                    <a:pt x="26931" y="305"/>
                  </a:cubicBezTo>
                  <a:cubicBezTo>
                    <a:pt x="27069" y="136"/>
                    <a:pt x="27186" y="42"/>
                    <a:pt x="27282" y="25"/>
                  </a:cubicBezTo>
                  <a:cubicBezTo>
                    <a:pt x="27407" y="8"/>
                    <a:pt x="27552" y="0"/>
                    <a:pt x="27717" y="0"/>
                  </a:cubicBezTo>
                  <a:cubicBezTo>
                    <a:pt x="28276" y="0"/>
                    <a:pt x="29142" y="25"/>
                    <a:pt x="30315" y="76"/>
                  </a:cubicBezTo>
                  <a:cubicBezTo>
                    <a:pt x="31488" y="127"/>
                    <a:pt x="32361" y="152"/>
                    <a:pt x="32934" y="152"/>
                  </a:cubicBezTo>
                  <a:cubicBezTo>
                    <a:pt x="33410" y="152"/>
                    <a:pt x="34131" y="127"/>
                    <a:pt x="35097" y="76"/>
                  </a:cubicBezTo>
                  <a:cubicBezTo>
                    <a:pt x="36063" y="25"/>
                    <a:pt x="36766" y="0"/>
                    <a:pt x="37208" y="0"/>
                  </a:cubicBezTo>
                  <a:cubicBezTo>
                    <a:pt x="37671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4" name="Freeform 2653">
              <a:extLst>
                <a:ext uri="{FF2B5EF4-FFF2-40B4-BE49-F238E27FC236}">
                  <a16:creationId xmlns:a16="http://schemas.microsoft.com/office/drawing/2014/main" id="{03AF2F44-D767-010C-F641-3CD1C7116A3C}"/>
                </a:ext>
              </a:extLst>
            </p:cNvPr>
            <p:cNvSpPr/>
            <p:nvPr/>
          </p:nvSpPr>
          <p:spPr>
            <a:xfrm>
              <a:off x="5227381" y="1729714"/>
              <a:ext cx="142074" cy="1034"/>
            </a:xfrm>
            <a:custGeom>
              <a:avLst/>
              <a:gdLst>
                <a:gd name="csX0" fmla="*/ 0 w 142074"/>
                <a:gd name="csY0" fmla="*/ 0 h 1034"/>
                <a:gd name="csX1" fmla="*/ 142074 w 14207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074" h="1034">
                  <a:moveTo>
                    <a:pt x="0" y="0"/>
                  </a:moveTo>
                  <a:lnTo>
                    <a:pt x="142074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5" name="Freeform 2654">
              <a:extLst>
                <a:ext uri="{FF2B5EF4-FFF2-40B4-BE49-F238E27FC236}">
                  <a16:creationId xmlns:a16="http://schemas.microsoft.com/office/drawing/2014/main" id="{53FB68BC-3160-585C-2F5F-2BEAF0803E8D}"/>
                </a:ext>
              </a:extLst>
            </p:cNvPr>
            <p:cNvSpPr/>
            <p:nvPr/>
          </p:nvSpPr>
          <p:spPr>
            <a:xfrm>
              <a:off x="5451159" y="1681050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1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6" name="Freeform 2655">
              <a:extLst>
                <a:ext uri="{FF2B5EF4-FFF2-40B4-BE49-F238E27FC236}">
                  <a16:creationId xmlns:a16="http://schemas.microsoft.com/office/drawing/2014/main" id="{2364FC64-214D-2A42-529B-D408D8DB2907}"/>
                </a:ext>
              </a:extLst>
            </p:cNvPr>
            <p:cNvSpPr/>
            <p:nvPr/>
          </p:nvSpPr>
          <p:spPr>
            <a:xfrm>
              <a:off x="5393137" y="1697471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90 w 58146"/>
                <a:gd name="csY22" fmla="*/ 32909 h 32908"/>
                <a:gd name="csX23" fmla="*/ 41390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90 w 58146"/>
                <a:gd name="csY42" fmla="*/ 1636 h 32908"/>
                <a:gd name="csX43" fmla="*/ 1404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36 w 58146"/>
                <a:gd name="csY47" fmla="*/ 30617 h 32908"/>
                <a:gd name="csX48" fmla="*/ 1673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20" y="32763"/>
                    <a:pt x="41390" y="32909"/>
                  </a:cubicBezTo>
                  <a:lnTo>
                    <a:pt x="41390" y="30617"/>
                  </a:lnTo>
                  <a:cubicBezTo>
                    <a:pt x="44032" y="30617"/>
                    <a:pt x="45654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22" y="1636"/>
                    <a:pt x="20990" y="1636"/>
                  </a:cubicBezTo>
                  <a:cubicBezTo>
                    <a:pt x="18416" y="1636"/>
                    <a:pt x="16101" y="2715"/>
                    <a:pt x="14045" y="4873"/>
                  </a:cubicBezTo>
                  <a:cubicBezTo>
                    <a:pt x="11982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4" y="30617"/>
                    <a:pt x="16736" y="30617"/>
                  </a:cubicBezTo>
                  <a:lnTo>
                    <a:pt x="16736" y="32909"/>
                  </a:lnTo>
                  <a:cubicBezTo>
                    <a:pt x="11664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7" name="Freeform 2656">
              <a:extLst>
                <a:ext uri="{FF2B5EF4-FFF2-40B4-BE49-F238E27FC236}">
                  <a16:creationId xmlns:a16="http://schemas.microsoft.com/office/drawing/2014/main" id="{377E98A0-AC02-6426-C615-E753740379A1}"/>
                </a:ext>
              </a:extLst>
            </p:cNvPr>
            <p:cNvSpPr/>
            <p:nvPr/>
          </p:nvSpPr>
          <p:spPr>
            <a:xfrm>
              <a:off x="5455744" y="1696998"/>
              <a:ext cx="24322" cy="34218"/>
            </a:xfrm>
            <a:custGeom>
              <a:avLst/>
              <a:gdLst>
                <a:gd name="csX0" fmla="*/ 0 w 24322"/>
                <a:gd name="csY0" fmla="*/ 32400 h 34218"/>
                <a:gd name="csX1" fmla="*/ 0 w 24322"/>
                <a:gd name="csY1" fmla="*/ 22582 h 34218"/>
                <a:gd name="csX2" fmla="*/ 31 w 24322"/>
                <a:gd name="csY2" fmla="*/ 21454 h 34218"/>
                <a:gd name="csX3" fmla="*/ 290 w 24322"/>
                <a:gd name="csY3" fmla="*/ 20945 h 34218"/>
                <a:gd name="csX4" fmla="*/ 942 w 24322"/>
                <a:gd name="csY4" fmla="*/ 20727 h 34218"/>
                <a:gd name="csX5" fmla="*/ 1635 w 24322"/>
                <a:gd name="csY5" fmla="*/ 20945 h 34218"/>
                <a:gd name="csX6" fmla="*/ 1997 w 24322"/>
                <a:gd name="csY6" fmla="*/ 22000 h 34218"/>
                <a:gd name="csX7" fmla="*/ 5527 w 24322"/>
                <a:gd name="csY7" fmla="*/ 29855 h 34218"/>
                <a:gd name="csX8" fmla="*/ 12358 w 24322"/>
                <a:gd name="csY8" fmla="*/ 32546 h 34218"/>
                <a:gd name="csX9" fmla="*/ 18650 w 24322"/>
                <a:gd name="csY9" fmla="*/ 30691 h 34218"/>
                <a:gd name="csX10" fmla="*/ 20762 w 24322"/>
                <a:gd name="csY10" fmla="*/ 25782 h 34218"/>
                <a:gd name="csX11" fmla="*/ 13010 w 24322"/>
                <a:gd name="csY11" fmla="*/ 18946 h 34218"/>
                <a:gd name="csX12" fmla="*/ 6686 w 24322"/>
                <a:gd name="csY12" fmla="*/ 17454 h 34218"/>
                <a:gd name="csX13" fmla="*/ 3198 w 24322"/>
                <a:gd name="csY13" fmla="*/ 15491 h 34218"/>
                <a:gd name="csX14" fmla="*/ 0 w 24322"/>
                <a:gd name="csY14" fmla="*/ 9164 h 34218"/>
                <a:gd name="csX15" fmla="*/ 2794 w 24322"/>
                <a:gd name="csY15" fmla="*/ 2727 h 34218"/>
                <a:gd name="csX16" fmla="*/ 11882 w 24322"/>
                <a:gd name="csY16" fmla="*/ 0 h 34218"/>
                <a:gd name="csX17" fmla="*/ 18909 w 24322"/>
                <a:gd name="csY17" fmla="*/ 2109 h 34218"/>
                <a:gd name="csX18" fmla="*/ 20172 w 24322"/>
                <a:gd name="csY18" fmla="*/ 909 h 34218"/>
                <a:gd name="csX19" fmla="*/ 21673 w 24322"/>
                <a:gd name="csY19" fmla="*/ 0 h 34218"/>
                <a:gd name="csX20" fmla="*/ 22356 w 24322"/>
                <a:gd name="csY20" fmla="*/ 400 h 34218"/>
                <a:gd name="csX21" fmla="*/ 22470 w 24322"/>
                <a:gd name="csY21" fmla="*/ 1818 h 34218"/>
                <a:gd name="csX22" fmla="*/ 22470 w 24322"/>
                <a:gd name="csY22" fmla="*/ 9309 h 34218"/>
                <a:gd name="csX23" fmla="*/ 22428 w 24322"/>
                <a:gd name="csY23" fmla="*/ 10436 h 34218"/>
                <a:gd name="csX24" fmla="*/ 22180 w 24322"/>
                <a:gd name="csY24" fmla="*/ 10945 h 34218"/>
                <a:gd name="csX25" fmla="*/ 21487 w 24322"/>
                <a:gd name="csY25" fmla="*/ 11127 h 34218"/>
                <a:gd name="csX26" fmla="*/ 20617 w 24322"/>
                <a:gd name="csY26" fmla="*/ 10436 h 34218"/>
                <a:gd name="csX27" fmla="*/ 11882 w 24322"/>
                <a:gd name="csY27" fmla="*/ 1418 h 34218"/>
                <a:gd name="csX28" fmla="*/ 5527 w 24322"/>
                <a:gd name="csY28" fmla="*/ 3128 h 34218"/>
                <a:gd name="csX29" fmla="*/ 3560 w 24322"/>
                <a:gd name="csY29" fmla="*/ 7091 h 34218"/>
                <a:gd name="csX30" fmla="*/ 4140 w 24322"/>
                <a:gd name="csY30" fmla="*/ 9345 h 34218"/>
                <a:gd name="csX31" fmla="*/ 5527 w 24322"/>
                <a:gd name="csY31" fmla="*/ 10873 h 34218"/>
                <a:gd name="csX32" fmla="*/ 7773 w 24322"/>
                <a:gd name="csY32" fmla="*/ 11964 h 34218"/>
                <a:gd name="csX33" fmla="*/ 10102 w 24322"/>
                <a:gd name="csY33" fmla="*/ 12655 h 34218"/>
                <a:gd name="csX34" fmla="*/ 12720 w 24322"/>
                <a:gd name="csY34" fmla="*/ 13200 h 34218"/>
                <a:gd name="csX35" fmla="*/ 21197 w 24322"/>
                <a:gd name="csY35" fmla="*/ 16764 h 34218"/>
                <a:gd name="csX36" fmla="*/ 24322 w 24322"/>
                <a:gd name="csY36" fmla="*/ 23855 h 34218"/>
                <a:gd name="csX37" fmla="*/ 21342 w 24322"/>
                <a:gd name="csY37" fmla="*/ 31236 h 34218"/>
                <a:gd name="csX38" fmla="*/ 12358 w 24322"/>
                <a:gd name="csY38" fmla="*/ 34218 h 34218"/>
                <a:gd name="csX39" fmla="*/ 4140 w 24322"/>
                <a:gd name="csY39" fmla="*/ 30982 h 34218"/>
                <a:gd name="csX40" fmla="*/ 3374 w 24322"/>
                <a:gd name="csY40" fmla="*/ 31818 h 34218"/>
                <a:gd name="csX41" fmla="*/ 2908 w 24322"/>
                <a:gd name="csY41" fmla="*/ 32327 h 34218"/>
                <a:gd name="csX42" fmla="*/ 2763 w 24322"/>
                <a:gd name="csY42" fmla="*/ 32582 h 34218"/>
                <a:gd name="csX43" fmla="*/ 2649 w 24322"/>
                <a:gd name="csY43" fmla="*/ 32727 h 34218"/>
                <a:gd name="csX44" fmla="*/ 797 w 24322"/>
                <a:gd name="csY44" fmla="*/ 34218 h 34218"/>
                <a:gd name="csX45" fmla="*/ 103 w 24322"/>
                <a:gd name="csY45" fmla="*/ 33818 h 34218"/>
                <a:gd name="csX46" fmla="*/ 0 w 2432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2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0" y="21648"/>
                    <a:pt x="31" y="21454"/>
                  </a:cubicBezTo>
                  <a:cubicBezTo>
                    <a:pt x="59" y="21261"/>
                    <a:pt x="145" y="21091"/>
                    <a:pt x="290" y="20945"/>
                  </a:cubicBezTo>
                  <a:cubicBezTo>
                    <a:pt x="435" y="20800"/>
                    <a:pt x="652" y="20727"/>
                    <a:pt x="942" y="20727"/>
                  </a:cubicBezTo>
                  <a:cubicBezTo>
                    <a:pt x="1280" y="20727"/>
                    <a:pt x="1511" y="20800"/>
                    <a:pt x="1635" y="20945"/>
                  </a:cubicBezTo>
                  <a:cubicBezTo>
                    <a:pt x="1780" y="21091"/>
                    <a:pt x="1901" y="21442"/>
                    <a:pt x="1997" y="22000"/>
                  </a:cubicBezTo>
                  <a:cubicBezTo>
                    <a:pt x="2749" y="25418"/>
                    <a:pt x="3926" y="28036"/>
                    <a:pt x="5527" y="29855"/>
                  </a:cubicBezTo>
                  <a:cubicBezTo>
                    <a:pt x="7148" y="31649"/>
                    <a:pt x="9425" y="32546"/>
                    <a:pt x="12358" y="32546"/>
                  </a:cubicBezTo>
                  <a:cubicBezTo>
                    <a:pt x="15145" y="32546"/>
                    <a:pt x="17243" y="31927"/>
                    <a:pt x="18650" y="30691"/>
                  </a:cubicBezTo>
                  <a:cubicBezTo>
                    <a:pt x="20058" y="29454"/>
                    <a:pt x="20762" y="27818"/>
                    <a:pt x="20762" y="25782"/>
                  </a:cubicBezTo>
                  <a:cubicBezTo>
                    <a:pt x="20762" y="22146"/>
                    <a:pt x="18178" y="19867"/>
                    <a:pt x="13010" y="18946"/>
                  </a:cubicBezTo>
                  <a:cubicBezTo>
                    <a:pt x="10029" y="18339"/>
                    <a:pt x="7921" y="17842"/>
                    <a:pt x="6686" y="17454"/>
                  </a:cubicBezTo>
                  <a:cubicBezTo>
                    <a:pt x="5451" y="17042"/>
                    <a:pt x="4288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1" y="4545"/>
                    <a:pt x="2794" y="2727"/>
                  </a:cubicBezTo>
                  <a:cubicBezTo>
                    <a:pt x="4685" y="909"/>
                    <a:pt x="7714" y="0"/>
                    <a:pt x="11882" y="0"/>
                  </a:cubicBezTo>
                  <a:cubicBezTo>
                    <a:pt x="14669" y="0"/>
                    <a:pt x="17012" y="703"/>
                    <a:pt x="18909" y="2109"/>
                  </a:cubicBezTo>
                  <a:cubicBezTo>
                    <a:pt x="19461" y="1673"/>
                    <a:pt x="19882" y="1272"/>
                    <a:pt x="20172" y="909"/>
                  </a:cubicBezTo>
                  <a:cubicBezTo>
                    <a:pt x="20828" y="303"/>
                    <a:pt x="21328" y="0"/>
                    <a:pt x="21673" y="0"/>
                  </a:cubicBezTo>
                  <a:cubicBezTo>
                    <a:pt x="22059" y="0"/>
                    <a:pt x="22287" y="133"/>
                    <a:pt x="22356" y="400"/>
                  </a:cubicBezTo>
                  <a:cubicBezTo>
                    <a:pt x="22432" y="642"/>
                    <a:pt x="22470" y="1115"/>
                    <a:pt x="22470" y="1818"/>
                  </a:cubicBezTo>
                  <a:lnTo>
                    <a:pt x="22470" y="9309"/>
                  </a:lnTo>
                  <a:cubicBezTo>
                    <a:pt x="22470" y="9866"/>
                    <a:pt x="22456" y="10242"/>
                    <a:pt x="22428" y="10436"/>
                  </a:cubicBezTo>
                  <a:cubicBezTo>
                    <a:pt x="22408" y="10630"/>
                    <a:pt x="22325" y="10800"/>
                    <a:pt x="22180" y="10945"/>
                  </a:cubicBezTo>
                  <a:cubicBezTo>
                    <a:pt x="22035" y="11067"/>
                    <a:pt x="21804" y="11127"/>
                    <a:pt x="21487" y="11127"/>
                  </a:cubicBezTo>
                  <a:cubicBezTo>
                    <a:pt x="20928" y="11127"/>
                    <a:pt x="20638" y="10897"/>
                    <a:pt x="20617" y="10436"/>
                  </a:cubicBezTo>
                  <a:cubicBezTo>
                    <a:pt x="20224" y="4424"/>
                    <a:pt x="17312" y="1418"/>
                    <a:pt x="11882" y="1418"/>
                  </a:cubicBezTo>
                  <a:cubicBezTo>
                    <a:pt x="8949" y="1418"/>
                    <a:pt x="6831" y="1988"/>
                    <a:pt x="5527" y="3128"/>
                  </a:cubicBezTo>
                  <a:cubicBezTo>
                    <a:pt x="4216" y="4243"/>
                    <a:pt x="3560" y="5564"/>
                    <a:pt x="3560" y="7091"/>
                  </a:cubicBezTo>
                  <a:cubicBezTo>
                    <a:pt x="3560" y="7939"/>
                    <a:pt x="3753" y="8691"/>
                    <a:pt x="4140" y="9345"/>
                  </a:cubicBezTo>
                  <a:cubicBezTo>
                    <a:pt x="4554" y="9976"/>
                    <a:pt x="5016" y="10485"/>
                    <a:pt x="5527" y="10873"/>
                  </a:cubicBezTo>
                  <a:cubicBezTo>
                    <a:pt x="6058" y="11236"/>
                    <a:pt x="6807" y="11600"/>
                    <a:pt x="7773" y="11964"/>
                  </a:cubicBezTo>
                  <a:cubicBezTo>
                    <a:pt x="8746" y="12303"/>
                    <a:pt x="9522" y="12533"/>
                    <a:pt x="10102" y="12655"/>
                  </a:cubicBezTo>
                  <a:cubicBezTo>
                    <a:pt x="10709" y="12776"/>
                    <a:pt x="11582" y="12958"/>
                    <a:pt x="12720" y="13200"/>
                  </a:cubicBezTo>
                  <a:cubicBezTo>
                    <a:pt x="16694" y="13952"/>
                    <a:pt x="19520" y="15140"/>
                    <a:pt x="21197" y="16764"/>
                  </a:cubicBezTo>
                  <a:cubicBezTo>
                    <a:pt x="23280" y="18848"/>
                    <a:pt x="24322" y="21212"/>
                    <a:pt x="24322" y="23855"/>
                  </a:cubicBezTo>
                  <a:cubicBezTo>
                    <a:pt x="24322" y="26788"/>
                    <a:pt x="23329" y="29248"/>
                    <a:pt x="21342" y="31236"/>
                  </a:cubicBezTo>
                  <a:cubicBezTo>
                    <a:pt x="19354" y="33224"/>
                    <a:pt x="16360" y="34218"/>
                    <a:pt x="12358" y="34218"/>
                  </a:cubicBezTo>
                  <a:cubicBezTo>
                    <a:pt x="9136" y="34218"/>
                    <a:pt x="6396" y="33139"/>
                    <a:pt x="4140" y="30982"/>
                  </a:cubicBezTo>
                  <a:cubicBezTo>
                    <a:pt x="3850" y="31272"/>
                    <a:pt x="3595" y="31551"/>
                    <a:pt x="3374" y="31818"/>
                  </a:cubicBezTo>
                  <a:cubicBezTo>
                    <a:pt x="3160" y="32060"/>
                    <a:pt x="3005" y="32230"/>
                    <a:pt x="2908" y="32327"/>
                  </a:cubicBezTo>
                  <a:cubicBezTo>
                    <a:pt x="2832" y="32424"/>
                    <a:pt x="2784" y="32509"/>
                    <a:pt x="2763" y="32582"/>
                  </a:cubicBezTo>
                  <a:cubicBezTo>
                    <a:pt x="2736" y="32630"/>
                    <a:pt x="2698" y="32678"/>
                    <a:pt x="2649" y="32727"/>
                  </a:cubicBezTo>
                  <a:cubicBezTo>
                    <a:pt x="1656" y="33721"/>
                    <a:pt x="1038" y="34218"/>
                    <a:pt x="797" y="34218"/>
                  </a:cubicBezTo>
                  <a:cubicBezTo>
                    <a:pt x="410" y="34218"/>
                    <a:pt x="179" y="34085"/>
                    <a:pt x="103" y="33818"/>
                  </a:cubicBezTo>
                  <a:cubicBezTo>
                    <a:pt x="34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8" name="Freeform 2657">
              <a:extLst>
                <a:ext uri="{FF2B5EF4-FFF2-40B4-BE49-F238E27FC236}">
                  <a16:creationId xmlns:a16="http://schemas.microsoft.com/office/drawing/2014/main" id="{7AF0EBEC-0EDD-64AB-38BE-581850F77265}"/>
                </a:ext>
              </a:extLst>
            </p:cNvPr>
            <p:cNvSpPr/>
            <p:nvPr/>
          </p:nvSpPr>
          <p:spPr>
            <a:xfrm>
              <a:off x="5481784" y="1696635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2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8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15 w 34041"/>
                <a:gd name="csY16" fmla="*/ 1709 h 49090"/>
                <a:gd name="csX17" fmla="*/ 30180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8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2 h 49090"/>
                <a:gd name="csX30" fmla="*/ 33016 w 34041"/>
                <a:gd name="csY30" fmla="*/ 39490 h 49090"/>
                <a:gd name="csX31" fmla="*/ 28110 w 34041"/>
                <a:gd name="csY31" fmla="*/ 46399 h 49090"/>
                <a:gd name="csX32" fmla="*/ 16477 w 34041"/>
                <a:gd name="csY32" fmla="*/ 49090 h 49090"/>
                <a:gd name="csX33" fmla="*/ 4802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71 w 34041"/>
                <a:gd name="csY41" fmla="*/ 34000 h 49090"/>
                <a:gd name="csX42" fmla="*/ 19561 w 34041"/>
                <a:gd name="csY42" fmla="*/ 33345 h 49090"/>
                <a:gd name="csX43" fmla="*/ 1440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8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80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5" y="836"/>
                    <a:pt x="14480" y="836"/>
                  </a:cubicBezTo>
                  <a:cubicBezTo>
                    <a:pt x="17460" y="836"/>
                    <a:pt x="20089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43" y="0"/>
                    <a:pt x="32489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5" y="2024"/>
                    <a:pt x="30915" y="1709"/>
                  </a:cubicBezTo>
                  <a:cubicBezTo>
                    <a:pt x="30771" y="1660"/>
                    <a:pt x="30526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7" y="22654"/>
                    <a:pt x="14480" y="22654"/>
                  </a:cubicBezTo>
                  <a:cubicBezTo>
                    <a:pt x="11692" y="22654"/>
                    <a:pt x="9229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26" y="28884"/>
                    <a:pt x="11982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2" y="29878"/>
                    <a:pt x="26910" y="30351"/>
                    <a:pt x="28152" y="30982"/>
                  </a:cubicBezTo>
                  <a:cubicBezTo>
                    <a:pt x="31374" y="32775"/>
                    <a:pt x="32996" y="35611"/>
                    <a:pt x="33016" y="39490"/>
                  </a:cubicBezTo>
                  <a:cubicBezTo>
                    <a:pt x="33016" y="42326"/>
                    <a:pt x="31381" y="44629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10" y="35054"/>
                    <a:pt x="25716" y="34388"/>
                    <a:pt x="23971" y="34000"/>
                  </a:cubicBezTo>
                  <a:cubicBezTo>
                    <a:pt x="22246" y="33636"/>
                    <a:pt x="20776" y="33418"/>
                    <a:pt x="19561" y="33345"/>
                  </a:cubicBezTo>
                  <a:cubicBezTo>
                    <a:pt x="18354" y="33272"/>
                    <a:pt x="16636" y="33236"/>
                    <a:pt x="1440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40" y="20945"/>
                    <a:pt x="14480" y="20945"/>
                  </a:cubicBezTo>
                  <a:cubicBezTo>
                    <a:pt x="16660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92" y="2545"/>
                    <a:pt x="14480" y="2545"/>
                  </a:cubicBezTo>
                  <a:cubicBezTo>
                    <a:pt x="12292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9" name="Freeform 2658">
              <a:extLst>
                <a:ext uri="{FF2B5EF4-FFF2-40B4-BE49-F238E27FC236}">
                  <a16:creationId xmlns:a16="http://schemas.microsoft.com/office/drawing/2014/main" id="{842D7F23-CA0C-38E0-299F-17A670AECCDE}"/>
                </a:ext>
              </a:extLst>
            </p:cNvPr>
            <p:cNvSpPr/>
            <p:nvPr/>
          </p:nvSpPr>
          <p:spPr>
            <a:xfrm>
              <a:off x="5526621" y="1730669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88 w 25988"/>
                <a:gd name="csY1" fmla="*/ 5855 h 47447"/>
                <a:gd name="csX2" fmla="*/ 23132 w 25988"/>
                <a:gd name="csY2" fmla="*/ 6720 h 47447"/>
                <a:gd name="csX3" fmla="*/ 21756 w 25988"/>
                <a:gd name="csY3" fmla="*/ 6237 h 47447"/>
                <a:gd name="csX4" fmla="*/ 21197 w 25988"/>
                <a:gd name="csY4" fmla="*/ 4913 h 47447"/>
                <a:gd name="csX5" fmla="*/ 21859 w 25988"/>
                <a:gd name="csY5" fmla="*/ 3131 h 47447"/>
                <a:gd name="csX6" fmla="*/ 24022 w 25988"/>
                <a:gd name="csY6" fmla="*/ 2088 h 47447"/>
                <a:gd name="csX7" fmla="*/ 21456 w 25988"/>
                <a:gd name="csY7" fmla="*/ 1146 h 47447"/>
                <a:gd name="csX8" fmla="*/ 20006 w 25988"/>
                <a:gd name="csY8" fmla="*/ 1655 h 47447"/>
                <a:gd name="csX9" fmla="*/ 19013 w 25988"/>
                <a:gd name="csY9" fmla="*/ 2927 h 47447"/>
                <a:gd name="csX10" fmla="*/ 17761 w 25988"/>
                <a:gd name="csY10" fmla="*/ 8349 h 47447"/>
                <a:gd name="csX11" fmla="*/ 17233 w 25988"/>
                <a:gd name="csY11" fmla="*/ 11302 h 47447"/>
                <a:gd name="csX12" fmla="*/ 16663 w 25988"/>
                <a:gd name="csY12" fmla="*/ 14280 h 47447"/>
                <a:gd name="csX13" fmla="*/ 20990 w 25988"/>
                <a:gd name="csY13" fmla="*/ 14280 h 47447"/>
                <a:gd name="csX14" fmla="*/ 21787 w 25988"/>
                <a:gd name="csY14" fmla="*/ 14306 h 47447"/>
                <a:gd name="csX15" fmla="*/ 22190 w 25988"/>
                <a:gd name="csY15" fmla="*/ 14458 h 47447"/>
                <a:gd name="csX16" fmla="*/ 22397 w 25988"/>
                <a:gd name="csY16" fmla="*/ 14866 h 47447"/>
                <a:gd name="csX17" fmla="*/ 22066 w 25988"/>
                <a:gd name="csY17" fmla="*/ 15757 h 47447"/>
                <a:gd name="csX18" fmla="*/ 20845 w 25988"/>
                <a:gd name="csY18" fmla="*/ 15909 h 47447"/>
                <a:gd name="csX19" fmla="*/ 16363 w 25988"/>
                <a:gd name="csY19" fmla="*/ 15909 h 47447"/>
                <a:gd name="csX20" fmla="*/ 13227 w 25988"/>
                <a:gd name="csY20" fmla="*/ 32429 h 47447"/>
                <a:gd name="csX21" fmla="*/ 12824 w 25988"/>
                <a:gd name="csY21" fmla="*/ 34440 h 47447"/>
                <a:gd name="csX22" fmla="*/ 11778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14 w 25988"/>
                <a:gd name="csY25" fmla="*/ 45639 h 47447"/>
                <a:gd name="csX26" fmla="*/ 6407 w 25988"/>
                <a:gd name="csY26" fmla="*/ 46938 h 47447"/>
                <a:gd name="csX27" fmla="*/ 4419 w 25988"/>
                <a:gd name="csY27" fmla="*/ 47447 h 47447"/>
                <a:gd name="csX28" fmla="*/ 1345 w 25988"/>
                <a:gd name="csY28" fmla="*/ 46480 h 47447"/>
                <a:gd name="csX29" fmla="*/ 0 w 25988"/>
                <a:gd name="csY29" fmla="*/ 43858 h 47447"/>
                <a:gd name="csX30" fmla="*/ 859 w 25988"/>
                <a:gd name="csY30" fmla="*/ 41592 h 47447"/>
                <a:gd name="csX31" fmla="*/ 2846 w 25988"/>
                <a:gd name="csY31" fmla="*/ 40727 h 47447"/>
                <a:gd name="csX32" fmla="*/ 4192 w 25988"/>
                <a:gd name="csY32" fmla="*/ 41211 h 47447"/>
                <a:gd name="csX33" fmla="*/ 4782 w 25988"/>
                <a:gd name="csY33" fmla="*/ 42534 h 47447"/>
                <a:gd name="csX34" fmla="*/ 4657 w 25988"/>
                <a:gd name="csY34" fmla="*/ 43298 h 47447"/>
                <a:gd name="csX35" fmla="*/ 4243 w 25988"/>
                <a:gd name="csY35" fmla="*/ 44163 h 47447"/>
                <a:gd name="csX36" fmla="*/ 3353 w 25988"/>
                <a:gd name="csY36" fmla="*/ 44978 h 47447"/>
                <a:gd name="csX37" fmla="*/ 1904 w 25988"/>
                <a:gd name="csY37" fmla="*/ 45360 h 47447"/>
                <a:gd name="csX38" fmla="*/ 4419 w 25988"/>
                <a:gd name="csY38" fmla="*/ 46302 h 47447"/>
                <a:gd name="csX39" fmla="*/ 5341 w 25988"/>
                <a:gd name="csY39" fmla="*/ 46098 h 47447"/>
                <a:gd name="csX40" fmla="*/ 6127 w 25988"/>
                <a:gd name="csY40" fmla="*/ 45461 h 47447"/>
                <a:gd name="csX41" fmla="*/ 6789 w 25988"/>
                <a:gd name="csY41" fmla="*/ 44545 h 47447"/>
                <a:gd name="csX42" fmla="*/ 7348 w 25988"/>
                <a:gd name="csY42" fmla="*/ 43272 h 47447"/>
                <a:gd name="csX43" fmla="*/ 7814 w 25988"/>
                <a:gd name="csY43" fmla="*/ 41847 h 47447"/>
                <a:gd name="csX44" fmla="*/ 8218 w 25988"/>
                <a:gd name="csY44" fmla="*/ 40141 h 47447"/>
                <a:gd name="csX45" fmla="*/ 8601 w 25988"/>
                <a:gd name="csY45" fmla="*/ 38385 h 47447"/>
                <a:gd name="csX46" fmla="*/ 8953 w 25988"/>
                <a:gd name="csY46" fmla="*/ 36501 h 47447"/>
                <a:gd name="csX47" fmla="*/ 12855 w 25988"/>
                <a:gd name="csY47" fmla="*/ 15909 h 47447"/>
                <a:gd name="csX48" fmla="*/ 9408 w 25988"/>
                <a:gd name="csY48" fmla="*/ 15909 h 47447"/>
                <a:gd name="csX49" fmla="*/ 8549 w 25988"/>
                <a:gd name="csY49" fmla="*/ 15883 h 47447"/>
                <a:gd name="csX50" fmla="*/ 8145 w 25988"/>
                <a:gd name="csY50" fmla="*/ 15731 h 47447"/>
                <a:gd name="csX51" fmla="*/ 7959 w 25988"/>
                <a:gd name="csY51" fmla="*/ 15272 h 47447"/>
                <a:gd name="csX52" fmla="*/ 8166 w 25988"/>
                <a:gd name="csY52" fmla="*/ 14585 h 47447"/>
                <a:gd name="csX53" fmla="*/ 8652 w 25988"/>
                <a:gd name="csY53" fmla="*/ 14331 h 47447"/>
                <a:gd name="csX54" fmla="*/ 9512 w 25988"/>
                <a:gd name="csY54" fmla="*/ 14280 h 47447"/>
                <a:gd name="csX55" fmla="*/ 13134 w 25988"/>
                <a:gd name="csY55" fmla="*/ 14280 h 47447"/>
                <a:gd name="csX56" fmla="*/ 14831 w 25988"/>
                <a:gd name="csY56" fmla="*/ 6110 h 47447"/>
                <a:gd name="csX57" fmla="*/ 16260 w 25988"/>
                <a:gd name="csY57" fmla="*/ 3004 h 47447"/>
                <a:gd name="csX58" fmla="*/ 18092 w 25988"/>
                <a:gd name="csY58" fmla="*/ 1095 h 47447"/>
                <a:gd name="csX59" fmla="*/ 19851 w 25988"/>
                <a:gd name="csY59" fmla="*/ 255 h 47447"/>
                <a:gd name="csX60" fmla="*/ 21456 w 25988"/>
                <a:gd name="csY60" fmla="*/ 0 h 47447"/>
                <a:gd name="csX61" fmla="*/ 24612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89" y="5277"/>
                    <a:pt x="25088" y="5855"/>
                  </a:cubicBezTo>
                  <a:cubicBezTo>
                    <a:pt x="24516" y="6432"/>
                    <a:pt x="23864" y="6720"/>
                    <a:pt x="23132" y="6720"/>
                  </a:cubicBezTo>
                  <a:cubicBezTo>
                    <a:pt x="22608" y="6720"/>
                    <a:pt x="22149" y="6559"/>
                    <a:pt x="21756" y="6237"/>
                  </a:cubicBezTo>
                  <a:cubicBezTo>
                    <a:pt x="21383" y="5914"/>
                    <a:pt x="21197" y="5473"/>
                    <a:pt x="21197" y="4913"/>
                  </a:cubicBezTo>
                  <a:cubicBezTo>
                    <a:pt x="21197" y="4336"/>
                    <a:pt x="21418" y="3742"/>
                    <a:pt x="21859" y="3131"/>
                  </a:cubicBezTo>
                  <a:cubicBezTo>
                    <a:pt x="22301" y="2520"/>
                    <a:pt x="23022" y="2172"/>
                    <a:pt x="24022" y="2088"/>
                  </a:cubicBezTo>
                  <a:cubicBezTo>
                    <a:pt x="23360" y="1460"/>
                    <a:pt x="22504" y="1146"/>
                    <a:pt x="21456" y="1146"/>
                  </a:cubicBezTo>
                  <a:cubicBezTo>
                    <a:pt x="20931" y="1146"/>
                    <a:pt x="20448" y="1315"/>
                    <a:pt x="20006" y="1655"/>
                  </a:cubicBezTo>
                  <a:cubicBezTo>
                    <a:pt x="19579" y="1977"/>
                    <a:pt x="19248" y="2401"/>
                    <a:pt x="19013" y="2927"/>
                  </a:cubicBezTo>
                  <a:cubicBezTo>
                    <a:pt x="18758" y="3470"/>
                    <a:pt x="18340" y="5277"/>
                    <a:pt x="17761" y="8349"/>
                  </a:cubicBezTo>
                  <a:cubicBezTo>
                    <a:pt x="17574" y="9351"/>
                    <a:pt x="17398" y="10335"/>
                    <a:pt x="17233" y="11302"/>
                  </a:cubicBezTo>
                  <a:cubicBezTo>
                    <a:pt x="17060" y="12269"/>
                    <a:pt x="16870" y="13261"/>
                    <a:pt x="16663" y="14280"/>
                  </a:cubicBezTo>
                  <a:lnTo>
                    <a:pt x="20990" y="14280"/>
                  </a:lnTo>
                  <a:cubicBezTo>
                    <a:pt x="21369" y="14280"/>
                    <a:pt x="21635" y="14289"/>
                    <a:pt x="21787" y="14306"/>
                  </a:cubicBezTo>
                  <a:cubicBezTo>
                    <a:pt x="21938" y="14322"/>
                    <a:pt x="22073" y="14373"/>
                    <a:pt x="22190" y="14458"/>
                  </a:cubicBezTo>
                  <a:cubicBezTo>
                    <a:pt x="22328" y="14543"/>
                    <a:pt x="22397" y="14679"/>
                    <a:pt x="22397" y="14866"/>
                  </a:cubicBezTo>
                  <a:cubicBezTo>
                    <a:pt x="22397" y="15340"/>
                    <a:pt x="22287" y="15637"/>
                    <a:pt x="22066" y="15757"/>
                  </a:cubicBezTo>
                  <a:cubicBezTo>
                    <a:pt x="21859" y="15858"/>
                    <a:pt x="21452" y="15909"/>
                    <a:pt x="20845" y="15909"/>
                  </a:cubicBezTo>
                  <a:lnTo>
                    <a:pt x="16363" y="15909"/>
                  </a:lnTo>
                  <a:lnTo>
                    <a:pt x="13227" y="32429"/>
                  </a:lnTo>
                  <a:cubicBezTo>
                    <a:pt x="13179" y="32752"/>
                    <a:pt x="13044" y="33422"/>
                    <a:pt x="12824" y="34440"/>
                  </a:cubicBezTo>
                  <a:cubicBezTo>
                    <a:pt x="12623" y="35441"/>
                    <a:pt x="12275" y="36765"/>
                    <a:pt x="11778" y="38411"/>
                  </a:cubicBezTo>
                  <a:cubicBezTo>
                    <a:pt x="11288" y="40074"/>
                    <a:pt x="10799" y="41397"/>
                    <a:pt x="10309" y="42381"/>
                  </a:cubicBezTo>
                  <a:cubicBezTo>
                    <a:pt x="10033" y="42941"/>
                    <a:pt x="9719" y="43484"/>
                    <a:pt x="9367" y="44010"/>
                  </a:cubicBezTo>
                  <a:cubicBezTo>
                    <a:pt x="9022" y="44553"/>
                    <a:pt x="8604" y="45096"/>
                    <a:pt x="8114" y="45639"/>
                  </a:cubicBezTo>
                  <a:cubicBezTo>
                    <a:pt x="7624" y="46182"/>
                    <a:pt x="7055" y="46615"/>
                    <a:pt x="6407" y="46938"/>
                  </a:cubicBezTo>
                  <a:cubicBezTo>
                    <a:pt x="5765" y="47278"/>
                    <a:pt x="5102" y="47447"/>
                    <a:pt x="4419" y="47447"/>
                  </a:cubicBezTo>
                  <a:cubicBezTo>
                    <a:pt x="3267" y="47447"/>
                    <a:pt x="2242" y="47125"/>
                    <a:pt x="1345" y="46480"/>
                  </a:cubicBezTo>
                  <a:cubicBezTo>
                    <a:pt x="448" y="45835"/>
                    <a:pt x="0" y="44961"/>
                    <a:pt x="0" y="43858"/>
                  </a:cubicBezTo>
                  <a:cubicBezTo>
                    <a:pt x="0" y="42925"/>
                    <a:pt x="286" y="42169"/>
                    <a:pt x="859" y="41592"/>
                  </a:cubicBezTo>
                  <a:cubicBezTo>
                    <a:pt x="1452" y="41016"/>
                    <a:pt x="2115" y="40727"/>
                    <a:pt x="2846" y="40727"/>
                  </a:cubicBezTo>
                  <a:cubicBezTo>
                    <a:pt x="3371" y="40727"/>
                    <a:pt x="3819" y="40888"/>
                    <a:pt x="4192" y="41211"/>
                  </a:cubicBezTo>
                  <a:cubicBezTo>
                    <a:pt x="4585" y="41533"/>
                    <a:pt x="4782" y="41974"/>
                    <a:pt x="4782" y="42534"/>
                  </a:cubicBezTo>
                  <a:cubicBezTo>
                    <a:pt x="4782" y="42772"/>
                    <a:pt x="4740" y="43026"/>
                    <a:pt x="4657" y="43298"/>
                  </a:cubicBezTo>
                  <a:cubicBezTo>
                    <a:pt x="4568" y="43569"/>
                    <a:pt x="4430" y="43858"/>
                    <a:pt x="4243" y="44163"/>
                  </a:cubicBezTo>
                  <a:cubicBezTo>
                    <a:pt x="4057" y="44486"/>
                    <a:pt x="3760" y="44757"/>
                    <a:pt x="3353" y="44978"/>
                  </a:cubicBezTo>
                  <a:cubicBezTo>
                    <a:pt x="2946" y="45199"/>
                    <a:pt x="2463" y="45326"/>
                    <a:pt x="1904" y="45360"/>
                  </a:cubicBezTo>
                  <a:cubicBezTo>
                    <a:pt x="2567" y="45988"/>
                    <a:pt x="3405" y="46302"/>
                    <a:pt x="4419" y="46302"/>
                  </a:cubicBezTo>
                  <a:cubicBezTo>
                    <a:pt x="4744" y="46302"/>
                    <a:pt x="5051" y="46234"/>
                    <a:pt x="5341" y="46098"/>
                  </a:cubicBezTo>
                  <a:cubicBezTo>
                    <a:pt x="5630" y="45979"/>
                    <a:pt x="5893" y="45767"/>
                    <a:pt x="6127" y="45461"/>
                  </a:cubicBezTo>
                  <a:cubicBezTo>
                    <a:pt x="6382" y="45156"/>
                    <a:pt x="6603" y="44851"/>
                    <a:pt x="6789" y="44545"/>
                  </a:cubicBezTo>
                  <a:cubicBezTo>
                    <a:pt x="6976" y="44257"/>
                    <a:pt x="7162" y="43833"/>
                    <a:pt x="7348" y="43272"/>
                  </a:cubicBezTo>
                  <a:cubicBezTo>
                    <a:pt x="7535" y="42729"/>
                    <a:pt x="7690" y="42254"/>
                    <a:pt x="7814" y="41847"/>
                  </a:cubicBezTo>
                  <a:cubicBezTo>
                    <a:pt x="7932" y="41440"/>
                    <a:pt x="8066" y="40871"/>
                    <a:pt x="8218" y="40141"/>
                  </a:cubicBezTo>
                  <a:cubicBezTo>
                    <a:pt x="8383" y="39412"/>
                    <a:pt x="8511" y="38827"/>
                    <a:pt x="8601" y="38385"/>
                  </a:cubicBezTo>
                  <a:cubicBezTo>
                    <a:pt x="8684" y="37961"/>
                    <a:pt x="8801" y="37333"/>
                    <a:pt x="8953" y="36501"/>
                  </a:cubicBezTo>
                  <a:lnTo>
                    <a:pt x="12855" y="15909"/>
                  </a:lnTo>
                  <a:lnTo>
                    <a:pt x="9408" y="15909"/>
                  </a:lnTo>
                  <a:cubicBezTo>
                    <a:pt x="9001" y="15909"/>
                    <a:pt x="8715" y="15900"/>
                    <a:pt x="8549" y="15883"/>
                  </a:cubicBezTo>
                  <a:cubicBezTo>
                    <a:pt x="8397" y="15867"/>
                    <a:pt x="8263" y="15816"/>
                    <a:pt x="8145" y="15731"/>
                  </a:cubicBezTo>
                  <a:cubicBezTo>
                    <a:pt x="8021" y="15629"/>
                    <a:pt x="7959" y="15476"/>
                    <a:pt x="7959" y="15272"/>
                  </a:cubicBezTo>
                  <a:cubicBezTo>
                    <a:pt x="7959" y="14950"/>
                    <a:pt x="8028" y="14721"/>
                    <a:pt x="8166" y="14585"/>
                  </a:cubicBezTo>
                  <a:cubicBezTo>
                    <a:pt x="8318" y="14433"/>
                    <a:pt x="8480" y="14348"/>
                    <a:pt x="8652" y="14331"/>
                  </a:cubicBezTo>
                  <a:cubicBezTo>
                    <a:pt x="8818" y="14297"/>
                    <a:pt x="9105" y="14280"/>
                    <a:pt x="9512" y="14280"/>
                  </a:cubicBezTo>
                  <a:lnTo>
                    <a:pt x="13134" y="14280"/>
                  </a:lnTo>
                  <a:cubicBezTo>
                    <a:pt x="13948" y="9987"/>
                    <a:pt x="14514" y="7263"/>
                    <a:pt x="14831" y="6110"/>
                  </a:cubicBezTo>
                  <a:cubicBezTo>
                    <a:pt x="15204" y="4888"/>
                    <a:pt x="15680" y="3852"/>
                    <a:pt x="16260" y="3004"/>
                  </a:cubicBezTo>
                  <a:cubicBezTo>
                    <a:pt x="16839" y="2138"/>
                    <a:pt x="17450" y="1502"/>
                    <a:pt x="18092" y="1095"/>
                  </a:cubicBezTo>
                  <a:cubicBezTo>
                    <a:pt x="18740" y="687"/>
                    <a:pt x="19327" y="407"/>
                    <a:pt x="19851" y="255"/>
                  </a:cubicBezTo>
                  <a:cubicBezTo>
                    <a:pt x="20396" y="85"/>
                    <a:pt x="20931" y="0"/>
                    <a:pt x="21456" y="0"/>
                  </a:cubicBezTo>
                  <a:cubicBezTo>
                    <a:pt x="22642" y="0"/>
                    <a:pt x="23695" y="323"/>
                    <a:pt x="24612" y="968"/>
                  </a:cubicBezTo>
                  <a:cubicBezTo>
                    <a:pt x="25530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0" name="Freeform 2659">
              <a:extLst>
                <a:ext uri="{FF2B5EF4-FFF2-40B4-BE49-F238E27FC236}">
                  <a16:creationId xmlns:a16="http://schemas.microsoft.com/office/drawing/2014/main" id="{380678B9-21DF-212E-9E8F-D8F8D222AA94}"/>
                </a:ext>
              </a:extLst>
            </p:cNvPr>
            <p:cNvSpPr/>
            <p:nvPr/>
          </p:nvSpPr>
          <p:spPr>
            <a:xfrm>
              <a:off x="5566364" y="1740851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31 w 46119"/>
                <a:gd name="csY7" fmla="*/ 26777 h 27082"/>
                <a:gd name="csX8" fmla="*/ 33420 w 46119"/>
                <a:gd name="csY8" fmla="*/ 26064 h 27082"/>
                <a:gd name="csX9" fmla="*/ 3345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8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8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51 w 46119"/>
                <a:gd name="csY21" fmla="*/ 1145 h 27082"/>
                <a:gd name="csX22" fmla="*/ 33420 w 46119"/>
                <a:gd name="csY22" fmla="*/ 1017 h 27082"/>
                <a:gd name="csX23" fmla="*/ 33731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0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31" y="26981"/>
                    <a:pt x="33731" y="26777"/>
                  </a:cubicBezTo>
                  <a:cubicBezTo>
                    <a:pt x="33524" y="26590"/>
                    <a:pt x="33420" y="26353"/>
                    <a:pt x="33420" y="26064"/>
                  </a:cubicBezTo>
                  <a:cubicBezTo>
                    <a:pt x="33420" y="26048"/>
                    <a:pt x="33431" y="26014"/>
                    <a:pt x="33451" y="25963"/>
                  </a:cubicBezTo>
                  <a:cubicBezTo>
                    <a:pt x="33465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5" y="15654"/>
                    <a:pt x="4098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86" y="12498"/>
                  </a:lnTo>
                  <a:cubicBezTo>
                    <a:pt x="39385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5" y="1196"/>
                    <a:pt x="33451" y="1145"/>
                  </a:cubicBezTo>
                  <a:cubicBezTo>
                    <a:pt x="33431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1" y="305"/>
                  </a:cubicBezTo>
                  <a:cubicBezTo>
                    <a:pt x="33931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6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1" name="Freeform 2660">
              <a:extLst>
                <a:ext uri="{FF2B5EF4-FFF2-40B4-BE49-F238E27FC236}">
                  <a16:creationId xmlns:a16="http://schemas.microsoft.com/office/drawing/2014/main" id="{9F8EDE2D-7D30-08CE-6C90-9CD54EA9A257}"/>
                </a:ext>
              </a:extLst>
            </p:cNvPr>
            <p:cNvSpPr/>
            <p:nvPr/>
          </p:nvSpPr>
          <p:spPr>
            <a:xfrm>
              <a:off x="5632460" y="1731814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0 w 37901"/>
                <a:gd name="csY2" fmla="*/ 1476 h 35610"/>
                <a:gd name="csX3" fmla="*/ 37260 w 37901"/>
                <a:gd name="csY3" fmla="*/ 1578 h 35610"/>
                <a:gd name="csX4" fmla="*/ 36856 w 37901"/>
                <a:gd name="csY4" fmla="*/ 1629 h 35610"/>
                <a:gd name="csX5" fmla="*/ 34569 w 37901"/>
                <a:gd name="csY5" fmla="*/ 2062 h 35610"/>
                <a:gd name="csX6" fmla="*/ 32633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7 h 35610"/>
                <a:gd name="csX9" fmla="*/ 29301 w 37901"/>
                <a:gd name="csY9" fmla="*/ 5956 h 35610"/>
                <a:gd name="csX10" fmla="*/ 16363 w 37901"/>
                <a:gd name="csY10" fmla="*/ 20796 h 35610"/>
                <a:gd name="csX11" fmla="*/ 15628 w 37901"/>
                <a:gd name="csY11" fmla="*/ 22425 h 35610"/>
                <a:gd name="csX12" fmla="*/ 13796 w 37901"/>
                <a:gd name="csY12" fmla="*/ 29781 h 35610"/>
                <a:gd name="csX13" fmla="*/ 13082 w 37901"/>
                <a:gd name="csY13" fmla="*/ 33065 h 35610"/>
                <a:gd name="csX14" fmla="*/ 1334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2 w 37901"/>
                <a:gd name="csY17" fmla="*/ 34211 h 35610"/>
                <a:gd name="csX18" fmla="*/ 17916 w 37901"/>
                <a:gd name="csY18" fmla="*/ 34567 h 35610"/>
                <a:gd name="csX19" fmla="*/ 17719 w 37901"/>
                <a:gd name="csY19" fmla="*/ 35305 h 35610"/>
                <a:gd name="csX20" fmla="*/ 17357 w 37901"/>
                <a:gd name="csY20" fmla="*/ 35585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4 w 37901"/>
                <a:gd name="csY23" fmla="*/ 35610 h 35610"/>
                <a:gd name="csX24" fmla="*/ 2950 w 37901"/>
                <a:gd name="csY24" fmla="*/ 35025 h 35610"/>
                <a:gd name="csX25" fmla="*/ 3001 w 37901"/>
                <a:gd name="csY25" fmla="*/ 34440 h 35610"/>
                <a:gd name="csX26" fmla="*/ 3312 w 37901"/>
                <a:gd name="csY26" fmla="*/ 34134 h 35610"/>
                <a:gd name="csX27" fmla="*/ 3715 w 37901"/>
                <a:gd name="csY27" fmla="*/ 34032 h 35610"/>
                <a:gd name="csX28" fmla="*/ 4378 w 37901"/>
                <a:gd name="csY28" fmla="*/ 34007 h 35610"/>
                <a:gd name="csX29" fmla="*/ 613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6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2 w 37901"/>
                <a:gd name="csY36" fmla="*/ 21433 h 35610"/>
                <a:gd name="csX37" fmla="*/ 11406 w 37901"/>
                <a:gd name="csY37" fmla="*/ 20542 h 35610"/>
                <a:gd name="csX38" fmla="*/ 4989 w 37901"/>
                <a:gd name="csY38" fmla="*/ 3385 h 35610"/>
                <a:gd name="csX39" fmla="*/ 4481 w 37901"/>
                <a:gd name="csY39" fmla="*/ 2316 h 35610"/>
                <a:gd name="csX40" fmla="*/ 3488 w 37901"/>
                <a:gd name="csY40" fmla="*/ 1833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207 w 37901"/>
                <a:gd name="csY45" fmla="*/ 331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7 h 35610"/>
                <a:gd name="csX49" fmla="*/ 6820 w 37901"/>
                <a:gd name="csY49" fmla="*/ 152 h 35610"/>
                <a:gd name="csX50" fmla="*/ 13393 w 37901"/>
                <a:gd name="csY50" fmla="*/ 0 h 35610"/>
                <a:gd name="csX51" fmla="*/ 14179 w 37901"/>
                <a:gd name="csY51" fmla="*/ 585 h 35610"/>
                <a:gd name="csX52" fmla="*/ 13900 w 37901"/>
                <a:gd name="csY52" fmla="*/ 1476 h 35610"/>
                <a:gd name="csX53" fmla="*/ 12927 w 37901"/>
                <a:gd name="csY53" fmla="*/ 1629 h 35610"/>
                <a:gd name="csX54" fmla="*/ 9853 w 37901"/>
                <a:gd name="csY54" fmla="*/ 2876 h 35610"/>
                <a:gd name="csX55" fmla="*/ 10153 w 37901"/>
                <a:gd name="csY55" fmla="*/ 3767 h 35610"/>
                <a:gd name="csX56" fmla="*/ 15887 w 37901"/>
                <a:gd name="csY56" fmla="*/ 19244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2 w 37901"/>
                <a:gd name="csY60" fmla="*/ 4327 h 35610"/>
                <a:gd name="csX61" fmla="*/ 29063 w 37901"/>
                <a:gd name="csY61" fmla="*/ 3818 h 35610"/>
                <a:gd name="csX62" fmla="*/ 2930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2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7 h 35610"/>
                <a:gd name="csX73" fmla="*/ 32934 w 37901"/>
                <a:gd name="csY73" fmla="*/ 152 h 35610"/>
                <a:gd name="csX74" fmla="*/ 35097 w 37901"/>
                <a:gd name="csY74" fmla="*/ 77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91" y="1307"/>
                    <a:pt x="37709" y="1408"/>
                    <a:pt x="37570" y="1476"/>
                  </a:cubicBezTo>
                  <a:cubicBezTo>
                    <a:pt x="37453" y="1527"/>
                    <a:pt x="37350" y="1561"/>
                    <a:pt x="37260" y="1578"/>
                  </a:cubicBezTo>
                  <a:cubicBezTo>
                    <a:pt x="37198" y="1595"/>
                    <a:pt x="37063" y="1612"/>
                    <a:pt x="36856" y="1629"/>
                  </a:cubicBezTo>
                  <a:cubicBezTo>
                    <a:pt x="36028" y="1697"/>
                    <a:pt x="35266" y="1841"/>
                    <a:pt x="34569" y="2062"/>
                  </a:cubicBezTo>
                  <a:cubicBezTo>
                    <a:pt x="33872" y="2265"/>
                    <a:pt x="33227" y="2571"/>
                    <a:pt x="32633" y="2978"/>
                  </a:cubicBezTo>
                  <a:cubicBezTo>
                    <a:pt x="32054" y="3385"/>
                    <a:pt x="31602" y="3725"/>
                    <a:pt x="31278" y="3996"/>
                  </a:cubicBezTo>
                  <a:cubicBezTo>
                    <a:pt x="30974" y="4268"/>
                    <a:pt x="30550" y="4675"/>
                    <a:pt x="30005" y="5217"/>
                  </a:cubicBezTo>
                  <a:lnTo>
                    <a:pt x="2930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8" y="22425"/>
                  </a:cubicBezTo>
                  <a:lnTo>
                    <a:pt x="13796" y="29781"/>
                  </a:lnTo>
                  <a:cubicBezTo>
                    <a:pt x="13320" y="31818"/>
                    <a:pt x="13082" y="32913"/>
                    <a:pt x="13082" y="33065"/>
                  </a:cubicBezTo>
                  <a:cubicBezTo>
                    <a:pt x="13082" y="33371"/>
                    <a:pt x="13168" y="33574"/>
                    <a:pt x="13341" y="33676"/>
                  </a:cubicBezTo>
                  <a:cubicBezTo>
                    <a:pt x="13527" y="33761"/>
                    <a:pt x="13907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2" y="34211"/>
                  </a:cubicBezTo>
                  <a:cubicBezTo>
                    <a:pt x="17881" y="34296"/>
                    <a:pt x="17916" y="34414"/>
                    <a:pt x="17916" y="34567"/>
                  </a:cubicBezTo>
                  <a:cubicBezTo>
                    <a:pt x="17916" y="34889"/>
                    <a:pt x="17850" y="35135"/>
                    <a:pt x="17719" y="35305"/>
                  </a:cubicBezTo>
                  <a:cubicBezTo>
                    <a:pt x="17595" y="35457"/>
                    <a:pt x="17474" y="35551"/>
                    <a:pt x="17357" y="35585"/>
                  </a:cubicBezTo>
                  <a:cubicBezTo>
                    <a:pt x="17253" y="35602"/>
                    <a:pt x="17108" y="35610"/>
                    <a:pt x="16922" y="35610"/>
                  </a:cubicBezTo>
                  <a:lnTo>
                    <a:pt x="10257" y="35458"/>
                  </a:lnTo>
                  <a:lnTo>
                    <a:pt x="3684" y="35610"/>
                  </a:lnTo>
                  <a:cubicBezTo>
                    <a:pt x="3194" y="35610"/>
                    <a:pt x="2950" y="35415"/>
                    <a:pt x="2950" y="35025"/>
                  </a:cubicBezTo>
                  <a:cubicBezTo>
                    <a:pt x="2950" y="34771"/>
                    <a:pt x="2967" y="34576"/>
                    <a:pt x="3001" y="34440"/>
                  </a:cubicBezTo>
                  <a:cubicBezTo>
                    <a:pt x="3050" y="34287"/>
                    <a:pt x="3153" y="34185"/>
                    <a:pt x="3312" y="34134"/>
                  </a:cubicBezTo>
                  <a:cubicBezTo>
                    <a:pt x="3464" y="34066"/>
                    <a:pt x="3598" y="34032"/>
                    <a:pt x="3715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4" y="33981"/>
                    <a:pt x="6137" y="33981"/>
                  </a:cubicBezTo>
                  <a:cubicBezTo>
                    <a:pt x="6545" y="33965"/>
                    <a:pt x="6941" y="33905"/>
                    <a:pt x="7328" y="33803"/>
                  </a:cubicBezTo>
                  <a:cubicBezTo>
                    <a:pt x="7721" y="33702"/>
                    <a:pt x="7983" y="33617"/>
                    <a:pt x="8114" y="33548"/>
                  </a:cubicBezTo>
                  <a:cubicBezTo>
                    <a:pt x="8273" y="33464"/>
                    <a:pt x="8435" y="33277"/>
                    <a:pt x="8601" y="32989"/>
                  </a:cubicBezTo>
                  <a:cubicBezTo>
                    <a:pt x="8787" y="32683"/>
                    <a:pt x="8908" y="32411"/>
                    <a:pt x="8963" y="32174"/>
                  </a:cubicBezTo>
                  <a:cubicBezTo>
                    <a:pt x="9025" y="31937"/>
                    <a:pt x="9125" y="31521"/>
                    <a:pt x="9263" y="30927"/>
                  </a:cubicBezTo>
                  <a:cubicBezTo>
                    <a:pt x="9401" y="30401"/>
                    <a:pt x="9825" y="28704"/>
                    <a:pt x="10536" y="25836"/>
                  </a:cubicBezTo>
                  <a:cubicBezTo>
                    <a:pt x="11247" y="22968"/>
                    <a:pt x="11602" y="21500"/>
                    <a:pt x="11602" y="21433"/>
                  </a:cubicBezTo>
                  <a:cubicBezTo>
                    <a:pt x="11602" y="21246"/>
                    <a:pt x="11537" y="20949"/>
                    <a:pt x="11406" y="20542"/>
                  </a:cubicBezTo>
                  <a:lnTo>
                    <a:pt x="4989" y="3385"/>
                  </a:lnTo>
                  <a:cubicBezTo>
                    <a:pt x="4802" y="2876"/>
                    <a:pt x="4633" y="2520"/>
                    <a:pt x="4481" y="2316"/>
                  </a:cubicBezTo>
                  <a:cubicBezTo>
                    <a:pt x="4330" y="2113"/>
                    <a:pt x="3998" y="1952"/>
                    <a:pt x="3488" y="1833"/>
                  </a:cubicBezTo>
                  <a:cubicBezTo>
                    <a:pt x="2977" y="1697"/>
                    <a:pt x="2211" y="1629"/>
                    <a:pt x="1190" y="1629"/>
                  </a:cubicBezTo>
                  <a:cubicBezTo>
                    <a:pt x="907" y="1629"/>
                    <a:pt x="697" y="1620"/>
                    <a:pt x="559" y="1603"/>
                  </a:cubicBezTo>
                  <a:cubicBezTo>
                    <a:pt x="421" y="1587"/>
                    <a:pt x="293" y="1536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9" y="484"/>
                    <a:pt x="207" y="331"/>
                  </a:cubicBezTo>
                  <a:cubicBezTo>
                    <a:pt x="338" y="161"/>
                    <a:pt x="455" y="68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0" y="26"/>
                    <a:pt x="3892" y="77"/>
                  </a:cubicBezTo>
                  <a:cubicBezTo>
                    <a:pt x="5403" y="127"/>
                    <a:pt x="6379" y="152"/>
                    <a:pt x="6820" y="152"/>
                  </a:cubicBezTo>
                  <a:lnTo>
                    <a:pt x="13393" y="0"/>
                  </a:lnTo>
                  <a:cubicBezTo>
                    <a:pt x="13917" y="0"/>
                    <a:pt x="14179" y="195"/>
                    <a:pt x="14179" y="585"/>
                  </a:cubicBezTo>
                  <a:cubicBezTo>
                    <a:pt x="14179" y="1060"/>
                    <a:pt x="14086" y="1357"/>
                    <a:pt x="13900" y="1476"/>
                  </a:cubicBezTo>
                  <a:cubicBezTo>
                    <a:pt x="13714" y="1578"/>
                    <a:pt x="13389" y="1629"/>
                    <a:pt x="12927" y="1629"/>
                  </a:cubicBezTo>
                  <a:cubicBezTo>
                    <a:pt x="10878" y="1629"/>
                    <a:pt x="9853" y="2045"/>
                    <a:pt x="9853" y="2876"/>
                  </a:cubicBezTo>
                  <a:cubicBezTo>
                    <a:pt x="9853" y="2978"/>
                    <a:pt x="9953" y="3275"/>
                    <a:pt x="10153" y="3767"/>
                  </a:cubicBezTo>
                  <a:lnTo>
                    <a:pt x="15887" y="19244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55" y="4980"/>
                    <a:pt x="28349" y="4861"/>
                    <a:pt x="28431" y="4760"/>
                  </a:cubicBezTo>
                  <a:cubicBezTo>
                    <a:pt x="28514" y="4658"/>
                    <a:pt x="28624" y="4514"/>
                    <a:pt x="28762" y="4327"/>
                  </a:cubicBezTo>
                  <a:cubicBezTo>
                    <a:pt x="28900" y="4140"/>
                    <a:pt x="29001" y="3971"/>
                    <a:pt x="29063" y="3818"/>
                  </a:cubicBezTo>
                  <a:cubicBezTo>
                    <a:pt x="29152" y="3666"/>
                    <a:pt x="29232" y="3496"/>
                    <a:pt x="29301" y="3309"/>
                  </a:cubicBezTo>
                  <a:cubicBezTo>
                    <a:pt x="29363" y="3122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4" y="2002"/>
                    <a:pt x="28821" y="1875"/>
                    <a:pt x="28587" y="1807"/>
                  </a:cubicBezTo>
                  <a:cubicBezTo>
                    <a:pt x="28345" y="1739"/>
                    <a:pt x="28142" y="1697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2" y="458"/>
                    <a:pt x="26931" y="305"/>
                  </a:cubicBezTo>
                  <a:cubicBezTo>
                    <a:pt x="27069" y="136"/>
                    <a:pt x="27186" y="42"/>
                    <a:pt x="27282" y="25"/>
                  </a:cubicBezTo>
                  <a:cubicBezTo>
                    <a:pt x="27407" y="8"/>
                    <a:pt x="27552" y="0"/>
                    <a:pt x="27717" y="0"/>
                  </a:cubicBezTo>
                  <a:cubicBezTo>
                    <a:pt x="28276" y="0"/>
                    <a:pt x="29142" y="26"/>
                    <a:pt x="30315" y="77"/>
                  </a:cubicBezTo>
                  <a:cubicBezTo>
                    <a:pt x="31488" y="127"/>
                    <a:pt x="32361" y="152"/>
                    <a:pt x="32934" y="152"/>
                  </a:cubicBezTo>
                  <a:cubicBezTo>
                    <a:pt x="33410" y="152"/>
                    <a:pt x="34131" y="127"/>
                    <a:pt x="35097" y="77"/>
                  </a:cubicBezTo>
                  <a:cubicBezTo>
                    <a:pt x="36070" y="26"/>
                    <a:pt x="36773" y="0"/>
                    <a:pt x="37208" y="0"/>
                  </a:cubicBezTo>
                  <a:cubicBezTo>
                    <a:pt x="37670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2" name="Freeform 2661">
              <a:extLst>
                <a:ext uri="{FF2B5EF4-FFF2-40B4-BE49-F238E27FC236}">
                  <a16:creationId xmlns:a16="http://schemas.microsoft.com/office/drawing/2014/main" id="{8716EBDA-9880-5900-E4EF-A070C5768C51}"/>
                </a:ext>
              </a:extLst>
            </p:cNvPr>
            <p:cNvSpPr/>
            <p:nvPr/>
          </p:nvSpPr>
          <p:spPr>
            <a:xfrm>
              <a:off x="5227381" y="1826305"/>
              <a:ext cx="142074" cy="1034"/>
            </a:xfrm>
            <a:custGeom>
              <a:avLst/>
              <a:gdLst>
                <a:gd name="csX0" fmla="*/ 0 w 142074"/>
                <a:gd name="csY0" fmla="*/ 0 h 1034"/>
                <a:gd name="csX1" fmla="*/ 142074 w 14207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2074" h="1034">
                  <a:moveTo>
                    <a:pt x="0" y="0"/>
                  </a:moveTo>
                  <a:lnTo>
                    <a:pt x="142074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3" name="Freeform 2662">
              <a:extLst>
                <a:ext uri="{FF2B5EF4-FFF2-40B4-BE49-F238E27FC236}">
                  <a16:creationId xmlns:a16="http://schemas.microsoft.com/office/drawing/2014/main" id="{CDE7D278-5917-8529-46FF-250DB31FF1F2}"/>
                </a:ext>
              </a:extLst>
            </p:cNvPr>
            <p:cNvSpPr/>
            <p:nvPr/>
          </p:nvSpPr>
          <p:spPr>
            <a:xfrm>
              <a:off x="5451159" y="1777640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1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4" name="Freeform 2663">
              <a:extLst>
                <a:ext uri="{FF2B5EF4-FFF2-40B4-BE49-F238E27FC236}">
                  <a16:creationId xmlns:a16="http://schemas.microsoft.com/office/drawing/2014/main" id="{E68FB25C-3297-33C9-FE57-89740543B733}"/>
                </a:ext>
              </a:extLst>
            </p:cNvPr>
            <p:cNvSpPr/>
            <p:nvPr/>
          </p:nvSpPr>
          <p:spPr>
            <a:xfrm>
              <a:off x="5393137" y="1794061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9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90 w 58146"/>
                <a:gd name="csY22" fmla="*/ 32909 h 32908"/>
                <a:gd name="csX23" fmla="*/ 41390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17 w 58146"/>
                <a:gd name="csY39" fmla="*/ 27236 h 32908"/>
                <a:gd name="csX40" fmla="*/ 26517 w 58146"/>
                <a:gd name="csY40" fmla="*/ 9890 h 32908"/>
                <a:gd name="csX41" fmla="*/ 25347 w 58146"/>
                <a:gd name="csY41" fmla="*/ 3891 h 32908"/>
                <a:gd name="csX42" fmla="*/ 20990 w 58146"/>
                <a:gd name="csY42" fmla="*/ 1636 h 32908"/>
                <a:gd name="csX43" fmla="*/ 1404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36 w 58146"/>
                <a:gd name="csY47" fmla="*/ 30617 h 32908"/>
                <a:gd name="csX48" fmla="*/ 1673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20" y="32763"/>
                    <a:pt x="41390" y="32909"/>
                  </a:cubicBezTo>
                  <a:lnTo>
                    <a:pt x="41390" y="30617"/>
                  </a:lnTo>
                  <a:cubicBezTo>
                    <a:pt x="44032" y="30617"/>
                    <a:pt x="45654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9" y="29806"/>
                    <a:pt x="26517" y="28836"/>
                    <a:pt x="26517" y="27236"/>
                  </a:cubicBezTo>
                  <a:lnTo>
                    <a:pt x="26517" y="9890"/>
                  </a:lnTo>
                  <a:cubicBezTo>
                    <a:pt x="26517" y="7369"/>
                    <a:pt x="26127" y="5369"/>
                    <a:pt x="25347" y="3891"/>
                  </a:cubicBezTo>
                  <a:cubicBezTo>
                    <a:pt x="24574" y="2388"/>
                    <a:pt x="23122" y="1636"/>
                    <a:pt x="20990" y="1636"/>
                  </a:cubicBezTo>
                  <a:cubicBezTo>
                    <a:pt x="18416" y="1636"/>
                    <a:pt x="16101" y="2715"/>
                    <a:pt x="14045" y="4873"/>
                  </a:cubicBezTo>
                  <a:cubicBezTo>
                    <a:pt x="11982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4" y="30617"/>
                    <a:pt x="16736" y="30617"/>
                  </a:cubicBezTo>
                  <a:lnTo>
                    <a:pt x="16736" y="32909"/>
                  </a:lnTo>
                  <a:cubicBezTo>
                    <a:pt x="11664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5" name="Freeform 2664">
              <a:extLst>
                <a:ext uri="{FF2B5EF4-FFF2-40B4-BE49-F238E27FC236}">
                  <a16:creationId xmlns:a16="http://schemas.microsoft.com/office/drawing/2014/main" id="{7CB51EAA-75C2-9C83-74C0-6E2F17B721AD}"/>
                </a:ext>
              </a:extLst>
            </p:cNvPr>
            <p:cNvSpPr/>
            <p:nvPr/>
          </p:nvSpPr>
          <p:spPr>
            <a:xfrm>
              <a:off x="5455744" y="1793588"/>
              <a:ext cx="24322" cy="34218"/>
            </a:xfrm>
            <a:custGeom>
              <a:avLst/>
              <a:gdLst>
                <a:gd name="csX0" fmla="*/ 0 w 24322"/>
                <a:gd name="csY0" fmla="*/ 32400 h 34218"/>
                <a:gd name="csX1" fmla="*/ 0 w 24322"/>
                <a:gd name="csY1" fmla="*/ 22582 h 34218"/>
                <a:gd name="csX2" fmla="*/ 31 w 24322"/>
                <a:gd name="csY2" fmla="*/ 21455 h 34218"/>
                <a:gd name="csX3" fmla="*/ 290 w 24322"/>
                <a:gd name="csY3" fmla="*/ 20945 h 34218"/>
                <a:gd name="csX4" fmla="*/ 942 w 24322"/>
                <a:gd name="csY4" fmla="*/ 20727 h 34218"/>
                <a:gd name="csX5" fmla="*/ 1635 w 24322"/>
                <a:gd name="csY5" fmla="*/ 20945 h 34218"/>
                <a:gd name="csX6" fmla="*/ 1997 w 24322"/>
                <a:gd name="csY6" fmla="*/ 22000 h 34218"/>
                <a:gd name="csX7" fmla="*/ 5527 w 24322"/>
                <a:gd name="csY7" fmla="*/ 29855 h 34218"/>
                <a:gd name="csX8" fmla="*/ 12358 w 24322"/>
                <a:gd name="csY8" fmla="*/ 32546 h 34218"/>
                <a:gd name="csX9" fmla="*/ 18650 w 24322"/>
                <a:gd name="csY9" fmla="*/ 30691 h 34218"/>
                <a:gd name="csX10" fmla="*/ 20762 w 24322"/>
                <a:gd name="csY10" fmla="*/ 25782 h 34218"/>
                <a:gd name="csX11" fmla="*/ 13010 w 24322"/>
                <a:gd name="csY11" fmla="*/ 18946 h 34218"/>
                <a:gd name="csX12" fmla="*/ 6686 w 24322"/>
                <a:gd name="csY12" fmla="*/ 17454 h 34218"/>
                <a:gd name="csX13" fmla="*/ 3198 w 24322"/>
                <a:gd name="csY13" fmla="*/ 15491 h 34218"/>
                <a:gd name="csX14" fmla="*/ 0 w 24322"/>
                <a:gd name="csY14" fmla="*/ 9164 h 34218"/>
                <a:gd name="csX15" fmla="*/ 2794 w 24322"/>
                <a:gd name="csY15" fmla="*/ 2727 h 34218"/>
                <a:gd name="csX16" fmla="*/ 11882 w 24322"/>
                <a:gd name="csY16" fmla="*/ 0 h 34218"/>
                <a:gd name="csX17" fmla="*/ 18909 w 24322"/>
                <a:gd name="csY17" fmla="*/ 2109 h 34218"/>
                <a:gd name="csX18" fmla="*/ 20172 w 24322"/>
                <a:gd name="csY18" fmla="*/ 909 h 34218"/>
                <a:gd name="csX19" fmla="*/ 21673 w 24322"/>
                <a:gd name="csY19" fmla="*/ 0 h 34218"/>
                <a:gd name="csX20" fmla="*/ 22356 w 24322"/>
                <a:gd name="csY20" fmla="*/ 401 h 34218"/>
                <a:gd name="csX21" fmla="*/ 22470 w 24322"/>
                <a:gd name="csY21" fmla="*/ 1819 h 34218"/>
                <a:gd name="csX22" fmla="*/ 22470 w 24322"/>
                <a:gd name="csY22" fmla="*/ 9309 h 34218"/>
                <a:gd name="csX23" fmla="*/ 22428 w 24322"/>
                <a:gd name="csY23" fmla="*/ 10436 h 34218"/>
                <a:gd name="csX24" fmla="*/ 22180 w 24322"/>
                <a:gd name="csY24" fmla="*/ 10945 h 34218"/>
                <a:gd name="csX25" fmla="*/ 21487 w 24322"/>
                <a:gd name="csY25" fmla="*/ 11127 h 34218"/>
                <a:gd name="csX26" fmla="*/ 20617 w 24322"/>
                <a:gd name="csY26" fmla="*/ 10436 h 34218"/>
                <a:gd name="csX27" fmla="*/ 11882 w 24322"/>
                <a:gd name="csY27" fmla="*/ 1418 h 34218"/>
                <a:gd name="csX28" fmla="*/ 5527 w 24322"/>
                <a:gd name="csY28" fmla="*/ 3128 h 34218"/>
                <a:gd name="csX29" fmla="*/ 3560 w 24322"/>
                <a:gd name="csY29" fmla="*/ 7091 h 34218"/>
                <a:gd name="csX30" fmla="*/ 4140 w 24322"/>
                <a:gd name="csY30" fmla="*/ 9345 h 34218"/>
                <a:gd name="csX31" fmla="*/ 5527 w 24322"/>
                <a:gd name="csY31" fmla="*/ 10873 h 34218"/>
                <a:gd name="csX32" fmla="*/ 7773 w 24322"/>
                <a:gd name="csY32" fmla="*/ 11964 h 34218"/>
                <a:gd name="csX33" fmla="*/ 10102 w 24322"/>
                <a:gd name="csY33" fmla="*/ 12655 h 34218"/>
                <a:gd name="csX34" fmla="*/ 12720 w 24322"/>
                <a:gd name="csY34" fmla="*/ 13200 h 34218"/>
                <a:gd name="csX35" fmla="*/ 21197 w 24322"/>
                <a:gd name="csY35" fmla="*/ 16764 h 34218"/>
                <a:gd name="csX36" fmla="*/ 24322 w 24322"/>
                <a:gd name="csY36" fmla="*/ 23855 h 34218"/>
                <a:gd name="csX37" fmla="*/ 21342 w 24322"/>
                <a:gd name="csY37" fmla="*/ 31236 h 34218"/>
                <a:gd name="csX38" fmla="*/ 12358 w 24322"/>
                <a:gd name="csY38" fmla="*/ 34218 h 34218"/>
                <a:gd name="csX39" fmla="*/ 4140 w 24322"/>
                <a:gd name="csY39" fmla="*/ 30982 h 34218"/>
                <a:gd name="csX40" fmla="*/ 3374 w 24322"/>
                <a:gd name="csY40" fmla="*/ 31818 h 34218"/>
                <a:gd name="csX41" fmla="*/ 2908 w 24322"/>
                <a:gd name="csY41" fmla="*/ 32327 h 34218"/>
                <a:gd name="csX42" fmla="*/ 2763 w 24322"/>
                <a:gd name="csY42" fmla="*/ 32582 h 34218"/>
                <a:gd name="csX43" fmla="*/ 2649 w 24322"/>
                <a:gd name="csY43" fmla="*/ 32727 h 34218"/>
                <a:gd name="csX44" fmla="*/ 797 w 24322"/>
                <a:gd name="csY44" fmla="*/ 34218 h 34218"/>
                <a:gd name="csX45" fmla="*/ 103 w 24322"/>
                <a:gd name="csY45" fmla="*/ 33818 h 34218"/>
                <a:gd name="csX46" fmla="*/ 0 w 2432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2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0" y="21648"/>
                    <a:pt x="31" y="21455"/>
                  </a:cubicBezTo>
                  <a:cubicBezTo>
                    <a:pt x="59" y="21261"/>
                    <a:pt x="145" y="21091"/>
                    <a:pt x="290" y="20945"/>
                  </a:cubicBezTo>
                  <a:cubicBezTo>
                    <a:pt x="435" y="20800"/>
                    <a:pt x="652" y="20727"/>
                    <a:pt x="942" y="20727"/>
                  </a:cubicBezTo>
                  <a:cubicBezTo>
                    <a:pt x="1280" y="20727"/>
                    <a:pt x="1511" y="20800"/>
                    <a:pt x="1635" y="20945"/>
                  </a:cubicBezTo>
                  <a:cubicBezTo>
                    <a:pt x="1780" y="21091"/>
                    <a:pt x="1901" y="21442"/>
                    <a:pt x="1997" y="22000"/>
                  </a:cubicBezTo>
                  <a:cubicBezTo>
                    <a:pt x="2749" y="25418"/>
                    <a:pt x="3926" y="28036"/>
                    <a:pt x="5527" y="29855"/>
                  </a:cubicBezTo>
                  <a:cubicBezTo>
                    <a:pt x="7148" y="31649"/>
                    <a:pt x="9425" y="32546"/>
                    <a:pt x="12358" y="32546"/>
                  </a:cubicBezTo>
                  <a:cubicBezTo>
                    <a:pt x="15145" y="32546"/>
                    <a:pt x="17243" y="31927"/>
                    <a:pt x="18650" y="30691"/>
                  </a:cubicBezTo>
                  <a:cubicBezTo>
                    <a:pt x="20058" y="29454"/>
                    <a:pt x="20762" y="27818"/>
                    <a:pt x="20762" y="25782"/>
                  </a:cubicBezTo>
                  <a:cubicBezTo>
                    <a:pt x="20762" y="22146"/>
                    <a:pt x="18178" y="19867"/>
                    <a:pt x="13010" y="18946"/>
                  </a:cubicBezTo>
                  <a:cubicBezTo>
                    <a:pt x="10029" y="18339"/>
                    <a:pt x="7921" y="17842"/>
                    <a:pt x="6686" y="17454"/>
                  </a:cubicBezTo>
                  <a:cubicBezTo>
                    <a:pt x="5451" y="17042"/>
                    <a:pt x="4288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1" y="4545"/>
                    <a:pt x="2794" y="2727"/>
                  </a:cubicBezTo>
                  <a:cubicBezTo>
                    <a:pt x="4685" y="909"/>
                    <a:pt x="7714" y="0"/>
                    <a:pt x="11882" y="0"/>
                  </a:cubicBezTo>
                  <a:cubicBezTo>
                    <a:pt x="14669" y="0"/>
                    <a:pt x="17012" y="703"/>
                    <a:pt x="18909" y="2109"/>
                  </a:cubicBezTo>
                  <a:cubicBezTo>
                    <a:pt x="19461" y="1673"/>
                    <a:pt x="19882" y="1272"/>
                    <a:pt x="20172" y="909"/>
                  </a:cubicBezTo>
                  <a:cubicBezTo>
                    <a:pt x="20828" y="303"/>
                    <a:pt x="21328" y="0"/>
                    <a:pt x="21673" y="0"/>
                  </a:cubicBezTo>
                  <a:cubicBezTo>
                    <a:pt x="22059" y="0"/>
                    <a:pt x="22287" y="134"/>
                    <a:pt x="22356" y="401"/>
                  </a:cubicBezTo>
                  <a:cubicBezTo>
                    <a:pt x="22432" y="643"/>
                    <a:pt x="22470" y="1115"/>
                    <a:pt x="22470" y="1819"/>
                  </a:cubicBezTo>
                  <a:lnTo>
                    <a:pt x="22470" y="9309"/>
                  </a:lnTo>
                  <a:cubicBezTo>
                    <a:pt x="22470" y="9866"/>
                    <a:pt x="22456" y="10242"/>
                    <a:pt x="22428" y="10436"/>
                  </a:cubicBezTo>
                  <a:cubicBezTo>
                    <a:pt x="22408" y="10630"/>
                    <a:pt x="22325" y="10800"/>
                    <a:pt x="22180" y="10945"/>
                  </a:cubicBezTo>
                  <a:cubicBezTo>
                    <a:pt x="22035" y="11067"/>
                    <a:pt x="21804" y="11127"/>
                    <a:pt x="21487" y="11127"/>
                  </a:cubicBezTo>
                  <a:cubicBezTo>
                    <a:pt x="20928" y="11127"/>
                    <a:pt x="20638" y="10897"/>
                    <a:pt x="20617" y="10436"/>
                  </a:cubicBezTo>
                  <a:cubicBezTo>
                    <a:pt x="20224" y="4424"/>
                    <a:pt x="17312" y="1418"/>
                    <a:pt x="11882" y="1418"/>
                  </a:cubicBezTo>
                  <a:cubicBezTo>
                    <a:pt x="8949" y="1418"/>
                    <a:pt x="6831" y="1988"/>
                    <a:pt x="5527" y="3128"/>
                  </a:cubicBezTo>
                  <a:cubicBezTo>
                    <a:pt x="4216" y="4243"/>
                    <a:pt x="3560" y="5564"/>
                    <a:pt x="3560" y="7091"/>
                  </a:cubicBezTo>
                  <a:cubicBezTo>
                    <a:pt x="3560" y="7940"/>
                    <a:pt x="3753" y="8691"/>
                    <a:pt x="4140" y="9345"/>
                  </a:cubicBezTo>
                  <a:cubicBezTo>
                    <a:pt x="4554" y="9976"/>
                    <a:pt x="5016" y="10485"/>
                    <a:pt x="5527" y="10873"/>
                  </a:cubicBezTo>
                  <a:cubicBezTo>
                    <a:pt x="6058" y="11236"/>
                    <a:pt x="6807" y="11600"/>
                    <a:pt x="7773" y="11964"/>
                  </a:cubicBezTo>
                  <a:cubicBezTo>
                    <a:pt x="8746" y="12303"/>
                    <a:pt x="9522" y="12534"/>
                    <a:pt x="10102" y="12655"/>
                  </a:cubicBezTo>
                  <a:cubicBezTo>
                    <a:pt x="10709" y="12776"/>
                    <a:pt x="11582" y="12958"/>
                    <a:pt x="12720" y="13200"/>
                  </a:cubicBezTo>
                  <a:cubicBezTo>
                    <a:pt x="16694" y="13952"/>
                    <a:pt x="19520" y="15140"/>
                    <a:pt x="21197" y="16764"/>
                  </a:cubicBezTo>
                  <a:cubicBezTo>
                    <a:pt x="23280" y="18848"/>
                    <a:pt x="24322" y="21212"/>
                    <a:pt x="24322" y="23855"/>
                  </a:cubicBezTo>
                  <a:cubicBezTo>
                    <a:pt x="24322" y="26788"/>
                    <a:pt x="23329" y="29248"/>
                    <a:pt x="21342" y="31236"/>
                  </a:cubicBezTo>
                  <a:cubicBezTo>
                    <a:pt x="19354" y="33224"/>
                    <a:pt x="16360" y="34218"/>
                    <a:pt x="12358" y="34218"/>
                  </a:cubicBezTo>
                  <a:cubicBezTo>
                    <a:pt x="9136" y="34218"/>
                    <a:pt x="6396" y="33139"/>
                    <a:pt x="4140" y="30982"/>
                  </a:cubicBezTo>
                  <a:cubicBezTo>
                    <a:pt x="3850" y="31273"/>
                    <a:pt x="3595" y="31552"/>
                    <a:pt x="3374" y="31818"/>
                  </a:cubicBezTo>
                  <a:cubicBezTo>
                    <a:pt x="3160" y="32060"/>
                    <a:pt x="3005" y="32230"/>
                    <a:pt x="2908" y="32327"/>
                  </a:cubicBezTo>
                  <a:cubicBezTo>
                    <a:pt x="2832" y="32424"/>
                    <a:pt x="2784" y="32509"/>
                    <a:pt x="2763" y="32582"/>
                  </a:cubicBezTo>
                  <a:cubicBezTo>
                    <a:pt x="2736" y="32630"/>
                    <a:pt x="2698" y="32678"/>
                    <a:pt x="2649" y="32727"/>
                  </a:cubicBezTo>
                  <a:cubicBezTo>
                    <a:pt x="1656" y="33721"/>
                    <a:pt x="1038" y="34218"/>
                    <a:pt x="797" y="34218"/>
                  </a:cubicBezTo>
                  <a:cubicBezTo>
                    <a:pt x="410" y="34218"/>
                    <a:pt x="179" y="34085"/>
                    <a:pt x="103" y="33818"/>
                  </a:cubicBezTo>
                  <a:cubicBezTo>
                    <a:pt x="34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6" name="Freeform 2665">
              <a:extLst>
                <a:ext uri="{FF2B5EF4-FFF2-40B4-BE49-F238E27FC236}">
                  <a16:creationId xmlns:a16="http://schemas.microsoft.com/office/drawing/2014/main" id="{BF93612B-80C3-C217-A2AA-3CC9F9732762}"/>
                </a:ext>
              </a:extLst>
            </p:cNvPr>
            <p:cNvSpPr/>
            <p:nvPr/>
          </p:nvSpPr>
          <p:spPr>
            <a:xfrm>
              <a:off x="5481784" y="1793225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2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8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6 h 49090"/>
                <a:gd name="csX16" fmla="*/ 30915 w 34041"/>
                <a:gd name="csY16" fmla="*/ 1709 h 49090"/>
                <a:gd name="csX17" fmla="*/ 30180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8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52 w 34041"/>
                <a:gd name="csY29" fmla="*/ 30982 h 49090"/>
                <a:gd name="csX30" fmla="*/ 33016 w 34041"/>
                <a:gd name="csY30" fmla="*/ 39490 h 49090"/>
                <a:gd name="csX31" fmla="*/ 28110 w 34041"/>
                <a:gd name="csY31" fmla="*/ 46399 h 49090"/>
                <a:gd name="csX32" fmla="*/ 16477 w 34041"/>
                <a:gd name="csY32" fmla="*/ 49090 h 49090"/>
                <a:gd name="csX33" fmla="*/ 4802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71 w 34041"/>
                <a:gd name="csY41" fmla="*/ 34000 h 49090"/>
                <a:gd name="csX42" fmla="*/ 19561 w 34041"/>
                <a:gd name="csY42" fmla="*/ 33345 h 49090"/>
                <a:gd name="csX43" fmla="*/ 1440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5 h 49090"/>
                <a:gd name="csX46" fmla="*/ 3892 w 34041"/>
                <a:gd name="csY46" fmla="*/ 39635 h 49090"/>
                <a:gd name="csX47" fmla="*/ 7969 w 34041"/>
                <a:gd name="csY47" fmla="*/ 11781 h 49090"/>
                <a:gd name="csX48" fmla="*/ 1448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80 w 34041"/>
                <a:gd name="csY51" fmla="*/ 2545 h 49090"/>
                <a:gd name="csX52" fmla="*/ 9170 w 34041"/>
                <a:gd name="csY52" fmla="*/ 5527 h 49090"/>
                <a:gd name="csX53" fmla="*/ 796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5" y="836"/>
                    <a:pt x="14480" y="836"/>
                  </a:cubicBezTo>
                  <a:cubicBezTo>
                    <a:pt x="17460" y="836"/>
                    <a:pt x="20089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43" y="0"/>
                    <a:pt x="32489" y="400"/>
                    <a:pt x="33089" y="1200"/>
                  </a:cubicBezTo>
                  <a:cubicBezTo>
                    <a:pt x="33724" y="2000"/>
                    <a:pt x="34041" y="2824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6"/>
                    <a:pt x="29715" y="3746"/>
                  </a:cubicBezTo>
                  <a:cubicBezTo>
                    <a:pt x="29715" y="2703"/>
                    <a:pt x="30115" y="2024"/>
                    <a:pt x="30915" y="1709"/>
                  </a:cubicBezTo>
                  <a:cubicBezTo>
                    <a:pt x="30771" y="1660"/>
                    <a:pt x="30526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7" y="22654"/>
                    <a:pt x="14480" y="22654"/>
                  </a:cubicBezTo>
                  <a:cubicBezTo>
                    <a:pt x="11692" y="22654"/>
                    <a:pt x="9229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26" y="28884"/>
                    <a:pt x="11982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30"/>
                    <a:pt x="22377" y="29224"/>
                    <a:pt x="23929" y="29563"/>
                  </a:cubicBezTo>
                  <a:cubicBezTo>
                    <a:pt x="25502" y="29878"/>
                    <a:pt x="26910" y="30351"/>
                    <a:pt x="28152" y="30982"/>
                  </a:cubicBezTo>
                  <a:cubicBezTo>
                    <a:pt x="31374" y="32776"/>
                    <a:pt x="32996" y="35612"/>
                    <a:pt x="33016" y="39490"/>
                  </a:cubicBezTo>
                  <a:cubicBezTo>
                    <a:pt x="33016" y="42327"/>
                    <a:pt x="31381" y="44630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10" y="35054"/>
                    <a:pt x="25716" y="34388"/>
                    <a:pt x="23971" y="34000"/>
                  </a:cubicBezTo>
                  <a:cubicBezTo>
                    <a:pt x="22246" y="33636"/>
                    <a:pt x="20776" y="33418"/>
                    <a:pt x="19561" y="33345"/>
                  </a:cubicBezTo>
                  <a:cubicBezTo>
                    <a:pt x="18354" y="33272"/>
                    <a:pt x="16636" y="33236"/>
                    <a:pt x="1440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69" y="11781"/>
                  </a:moveTo>
                  <a:cubicBezTo>
                    <a:pt x="7969" y="17891"/>
                    <a:pt x="10140" y="20945"/>
                    <a:pt x="14480" y="20945"/>
                  </a:cubicBezTo>
                  <a:cubicBezTo>
                    <a:pt x="16660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92" y="2545"/>
                    <a:pt x="14480" y="2545"/>
                  </a:cubicBezTo>
                  <a:cubicBezTo>
                    <a:pt x="12292" y="2545"/>
                    <a:pt x="10523" y="3539"/>
                    <a:pt x="9170" y="5527"/>
                  </a:cubicBezTo>
                  <a:cubicBezTo>
                    <a:pt x="8370" y="6860"/>
                    <a:pt x="7969" y="8945"/>
                    <a:pt x="796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7" name="Freeform 2666">
              <a:extLst>
                <a:ext uri="{FF2B5EF4-FFF2-40B4-BE49-F238E27FC236}">
                  <a16:creationId xmlns:a16="http://schemas.microsoft.com/office/drawing/2014/main" id="{26F54BB8-A3C8-A3B0-C7CC-A27081A938E7}"/>
                </a:ext>
              </a:extLst>
            </p:cNvPr>
            <p:cNvSpPr/>
            <p:nvPr/>
          </p:nvSpPr>
          <p:spPr>
            <a:xfrm>
              <a:off x="5526621" y="1827259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88 w 25988"/>
                <a:gd name="csY1" fmla="*/ 5855 h 47447"/>
                <a:gd name="csX2" fmla="*/ 23132 w 25988"/>
                <a:gd name="csY2" fmla="*/ 6720 h 47447"/>
                <a:gd name="csX3" fmla="*/ 21756 w 25988"/>
                <a:gd name="csY3" fmla="*/ 6237 h 47447"/>
                <a:gd name="csX4" fmla="*/ 21197 w 25988"/>
                <a:gd name="csY4" fmla="*/ 4913 h 47447"/>
                <a:gd name="csX5" fmla="*/ 21859 w 25988"/>
                <a:gd name="csY5" fmla="*/ 3131 h 47447"/>
                <a:gd name="csX6" fmla="*/ 24022 w 25988"/>
                <a:gd name="csY6" fmla="*/ 2088 h 47447"/>
                <a:gd name="csX7" fmla="*/ 21456 w 25988"/>
                <a:gd name="csY7" fmla="*/ 1146 h 47447"/>
                <a:gd name="csX8" fmla="*/ 20006 w 25988"/>
                <a:gd name="csY8" fmla="*/ 1655 h 47447"/>
                <a:gd name="csX9" fmla="*/ 19013 w 25988"/>
                <a:gd name="csY9" fmla="*/ 2927 h 47447"/>
                <a:gd name="csX10" fmla="*/ 17761 w 25988"/>
                <a:gd name="csY10" fmla="*/ 8349 h 47447"/>
                <a:gd name="csX11" fmla="*/ 17233 w 25988"/>
                <a:gd name="csY11" fmla="*/ 11302 h 47447"/>
                <a:gd name="csX12" fmla="*/ 16663 w 25988"/>
                <a:gd name="csY12" fmla="*/ 14280 h 47447"/>
                <a:gd name="csX13" fmla="*/ 20990 w 25988"/>
                <a:gd name="csY13" fmla="*/ 14280 h 47447"/>
                <a:gd name="csX14" fmla="*/ 21787 w 25988"/>
                <a:gd name="csY14" fmla="*/ 14306 h 47447"/>
                <a:gd name="csX15" fmla="*/ 22190 w 25988"/>
                <a:gd name="csY15" fmla="*/ 14458 h 47447"/>
                <a:gd name="csX16" fmla="*/ 22397 w 25988"/>
                <a:gd name="csY16" fmla="*/ 14866 h 47447"/>
                <a:gd name="csX17" fmla="*/ 22066 w 25988"/>
                <a:gd name="csY17" fmla="*/ 15757 h 47447"/>
                <a:gd name="csX18" fmla="*/ 20845 w 25988"/>
                <a:gd name="csY18" fmla="*/ 15909 h 47447"/>
                <a:gd name="csX19" fmla="*/ 16363 w 25988"/>
                <a:gd name="csY19" fmla="*/ 15909 h 47447"/>
                <a:gd name="csX20" fmla="*/ 13227 w 25988"/>
                <a:gd name="csY20" fmla="*/ 32429 h 47447"/>
                <a:gd name="csX21" fmla="*/ 12824 w 25988"/>
                <a:gd name="csY21" fmla="*/ 34440 h 47447"/>
                <a:gd name="csX22" fmla="*/ 11778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14 w 25988"/>
                <a:gd name="csY25" fmla="*/ 45639 h 47447"/>
                <a:gd name="csX26" fmla="*/ 6407 w 25988"/>
                <a:gd name="csY26" fmla="*/ 46938 h 47447"/>
                <a:gd name="csX27" fmla="*/ 4419 w 25988"/>
                <a:gd name="csY27" fmla="*/ 47447 h 47447"/>
                <a:gd name="csX28" fmla="*/ 1345 w 25988"/>
                <a:gd name="csY28" fmla="*/ 46480 h 47447"/>
                <a:gd name="csX29" fmla="*/ 0 w 25988"/>
                <a:gd name="csY29" fmla="*/ 43858 h 47447"/>
                <a:gd name="csX30" fmla="*/ 859 w 25988"/>
                <a:gd name="csY30" fmla="*/ 41592 h 47447"/>
                <a:gd name="csX31" fmla="*/ 2846 w 25988"/>
                <a:gd name="csY31" fmla="*/ 40727 h 47447"/>
                <a:gd name="csX32" fmla="*/ 4192 w 25988"/>
                <a:gd name="csY32" fmla="*/ 41211 h 47447"/>
                <a:gd name="csX33" fmla="*/ 4782 w 25988"/>
                <a:gd name="csY33" fmla="*/ 42534 h 47447"/>
                <a:gd name="csX34" fmla="*/ 4657 w 25988"/>
                <a:gd name="csY34" fmla="*/ 43298 h 47447"/>
                <a:gd name="csX35" fmla="*/ 4243 w 25988"/>
                <a:gd name="csY35" fmla="*/ 44163 h 47447"/>
                <a:gd name="csX36" fmla="*/ 3353 w 25988"/>
                <a:gd name="csY36" fmla="*/ 44978 h 47447"/>
                <a:gd name="csX37" fmla="*/ 1904 w 25988"/>
                <a:gd name="csY37" fmla="*/ 45360 h 47447"/>
                <a:gd name="csX38" fmla="*/ 4419 w 25988"/>
                <a:gd name="csY38" fmla="*/ 46302 h 47447"/>
                <a:gd name="csX39" fmla="*/ 5341 w 25988"/>
                <a:gd name="csY39" fmla="*/ 46098 h 47447"/>
                <a:gd name="csX40" fmla="*/ 6127 w 25988"/>
                <a:gd name="csY40" fmla="*/ 45461 h 47447"/>
                <a:gd name="csX41" fmla="*/ 6789 w 25988"/>
                <a:gd name="csY41" fmla="*/ 44545 h 47447"/>
                <a:gd name="csX42" fmla="*/ 7348 w 25988"/>
                <a:gd name="csY42" fmla="*/ 43272 h 47447"/>
                <a:gd name="csX43" fmla="*/ 7814 w 25988"/>
                <a:gd name="csY43" fmla="*/ 41847 h 47447"/>
                <a:gd name="csX44" fmla="*/ 8218 w 25988"/>
                <a:gd name="csY44" fmla="*/ 40141 h 47447"/>
                <a:gd name="csX45" fmla="*/ 8601 w 25988"/>
                <a:gd name="csY45" fmla="*/ 38385 h 47447"/>
                <a:gd name="csX46" fmla="*/ 8953 w 25988"/>
                <a:gd name="csY46" fmla="*/ 36501 h 47447"/>
                <a:gd name="csX47" fmla="*/ 12855 w 25988"/>
                <a:gd name="csY47" fmla="*/ 15909 h 47447"/>
                <a:gd name="csX48" fmla="*/ 9408 w 25988"/>
                <a:gd name="csY48" fmla="*/ 15909 h 47447"/>
                <a:gd name="csX49" fmla="*/ 8549 w 25988"/>
                <a:gd name="csY49" fmla="*/ 15884 h 47447"/>
                <a:gd name="csX50" fmla="*/ 8145 w 25988"/>
                <a:gd name="csY50" fmla="*/ 15731 h 47447"/>
                <a:gd name="csX51" fmla="*/ 7959 w 25988"/>
                <a:gd name="csY51" fmla="*/ 15272 h 47447"/>
                <a:gd name="csX52" fmla="*/ 8166 w 25988"/>
                <a:gd name="csY52" fmla="*/ 14585 h 47447"/>
                <a:gd name="csX53" fmla="*/ 8652 w 25988"/>
                <a:gd name="csY53" fmla="*/ 14331 h 47447"/>
                <a:gd name="csX54" fmla="*/ 9512 w 25988"/>
                <a:gd name="csY54" fmla="*/ 14280 h 47447"/>
                <a:gd name="csX55" fmla="*/ 13134 w 25988"/>
                <a:gd name="csY55" fmla="*/ 14280 h 47447"/>
                <a:gd name="csX56" fmla="*/ 14831 w 25988"/>
                <a:gd name="csY56" fmla="*/ 6110 h 47447"/>
                <a:gd name="csX57" fmla="*/ 16260 w 25988"/>
                <a:gd name="csY57" fmla="*/ 3004 h 47447"/>
                <a:gd name="csX58" fmla="*/ 18092 w 25988"/>
                <a:gd name="csY58" fmla="*/ 1095 h 47447"/>
                <a:gd name="csX59" fmla="*/ 19851 w 25988"/>
                <a:gd name="csY59" fmla="*/ 255 h 47447"/>
                <a:gd name="csX60" fmla="*/ 21456 w 25988"/>
                <a:gd name="csY60" fmla="*/ 0 h 47447"/>
                <a:gd name="csX61" fmla="*/ 24612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89" y="5278"/>
                    <a:pt x="25088" y="5855"/>
                  </a:cubicBezTo>
                  <a:cubicBezTo>
                    <a:pt x="24516" y="6432"/>
                    <a:pt x="23864" y="6720"/>
                    <a:pt x="23132" y="6720"/>
                  </a:cubicBezTo>
                  <a:cubicBezTo>
                    <a:pt x="22608" y="6720"/>
                    <a:pt x="22149" y="6559"/>
                    <a:pt x="21756" y="6237"/>
                  </a:cubicBezTo>
                  <a:cubicBezTo>
                    <a:pt x="21383" y="5914"/>
                    <a:pt x="21197" y="5473"/>
                    <a:pt x="21197" y="4913"/>
                  </a:cubicBezTo>
                  <a:cubicBezTo>
                    <a:pt x="21197" y="4336"/>
                    <a:pt x="21418" y="3742"/>
                    <a:pt x="21859" y="3131"/>
                  </a:cubicBezTo>
                  <a:cubicBezTo>
                    <a:pt x="22301" y="2520"/>
                    <a:pt x="23022" y="2172"/>
                    <a:pt x="24022" y="2088"/>
                  </a:cubicBezTo>
                  <a:cubicBezTo>
                    <a:pt x="23360" y="1460"/>
                    <a:pt x="22504" y="1146"/>
                    <a:pt x="21456" y="1146"/>
                  </a:cubicBezTo>
                  <a:cubicBezTo>
                    <a:pt x="20931" y="1146"/>
                    <a:pt x="20448" y="1315"/>
                    <a:pt x="20006" y="1655"/>
                  </a:cubicBezTo>
                  <a:cubicBezTo>
                    <a:pt x="19579" y="1977"/>
                    <a:pt x="19248" y="2401"/>
                    <a:pt x="19013" y="2927"/>
                  </a:cubicBezTo>
                  <a:cubicBezTo>
                    <a:pt x="18758" y="3470"/>
                    <a:pt x="18340" y="5277"/>
                    <a:pt x="17761" y="8349"/>
                  </a:cubicBezTo>
                  <a:cubicBezTo>
                    <a:pt x="17574" y="9351"/>
                    <a:pt x="17398" y="10335"/>
                    <a:pt x="17233" y="11302"/>
                  </a:cubicBezTo>
                  <a:cubicBezTo>
                    <a:pt x="17060" y="12270"/>
                    <a:pt x="16870" y="13262"/>
                    <a:pt x="16663" y="14280"/>
                  </a:cubicBezTo>
                  <a:lnTo>
                    <a:pt x="20990" y="14280"/>
                  </a:lnTo>
                  <a:cubicBezTo>
                    <a:pt x="21369" y="14280"/>
                    <a:pt x="21635" y="14289"/>
                    <a:pt x="21787" y="14306"/>
                  </a:cubicBezTo>
                  <a:cubicBezTo>
                    <a:pt x="21938" y="14322"/>
                    <a:pt x="22073" y="14373"/>
                    <a:pt x="22190" y="14458"/>
                  </a:cubicBezTo>
                  <a:cubicBezTo>
                    <a:pt x="22328" y="14543"/>
                    <a:pt x="22397" y="14679"/>
                    <a:pt x="22397" y="14866"/>
                  </a:cubicBezTo>
                  <a:cubicBezTo>
                    <a:pt x="22397" y="15340"/>
                    <a:pt x="22287" y="15637"/>
                    <a:pt x="22066" y="15757"/>
                  </a:cubicBezTo>
                  <a:cubicBezTo>
                    <a:pt x="21859" y="15858"/>
                    <a:pt x="21452" y="15909"/>
                    <a:pt x="20845" y="15909"/>
                  </a:cubicBezTo>
                  <a:lnTo>
                    <a:pt x="16363" y="15909"/>
                  </a:lnTo>
                  <a:lnTo>
                    <a:pt x="13227" y="32429"/>
                  </a:lnTo>
                  <a:cubicBezTo>
                    <a:pt x="13179" y="32752"/>
                    <a:pt x="13044" y="33422"/>
                    <a:pt x="12824" y="34440"/>
                  </a:cubicBezTo>
                  <a:cubicBezTo>
                    <a:pt x="12623" y="35441"/>
                    <a:pt x="12275" y="36765"/>
                    <a:pt x="11778" y="38411"/>
                  </a:cubicBezTo>
                  <a:cubicBezTo>
                    <a:pt x="11288" y="40074"/>
                    <a:pt x="10799" y="41397"/>
                    <a:pt x="10309" y="42381"/>
                  </a:cubicBezTo>
                  <a:cubicBezTo>
                    <a:pt x="10033" y="42941"/>
                    <a:pt x="9719" y="43484"/>
                    <a:pt x="9367" y="44010"/>
                  </a:cubicBezTo>
                  <a:cubicBezTo>
                    <a:pt x="9022" y="44553"/>
                    <a:pt x="8604" y="45096"/>
                    <a:pt x="8114" y="45639"/>
                  </a:cubicBezTo>
                  <a:cubicBezTo>
                    <a:pt x="7624" y="46182"/>
                    <a:pt x="7055" y="46615"/>
                    <a:pt x="6407" y="46938"/>
                  </a:cubicBezTo>
                  <a:cubicBezTo>
                    <a:pt x="5765" y="47278"/>
                    <a:pt x="5102" y="47447"/>
                    <a:pt x="4419" y="47447"/>
                  </a:cubicBezTo>
                  <a:cubicBezTo>
                    <a:pt x="3267" y="47447"/>
                    <a:pt x="2242" y="47125"/>
                    <a:pt x="1345" y="46480"/>
                  </a:cubicBezTo>
                  <a:cubicBezTo>
                    <a:pt x="448" y="45835"/>
                    <a:pt x="0" y="44961"/>
                    <a:pt x="0" y="43858"/>
                  </a:cubicBezTo>
                  <a:cubicBezTo>
                    <a:pt x="0" y="42925"/>
                    <a:pt x="286" y="42169"/>
                    <a:pt x="859" y="41592"/>
                  </a:cubicBezTo>
                  <a:cubicBezTo>
                    <a:pt x="1452" y="41016"/>
                    <a:pt x="2115" y="40727"/>
                    <a:pt x="2846" y="40727"/>
                  </a:cubicBezTo>
                  <a:cubicBezTo>
                    <a:pt x="3371" y="40727"/>
                    <a:pt x="3819" y="40888"/>
                    <a:pt x="4192" y="41211"/>
                  </a:cubicBezTo>
                  <a:cubicBezTo>
                    <a:pt x="4585" y="41533"/>
                    <a:pt x="4782" y="41974"/>
                    <a:pt x="4782" y="42534"/>
                  </a:cubicBezTo>
                  <a:cubicBezTo>
                    <a:pt x="4782" y="42772"/>
                    <a:pt x="4740" y="43026"/>
                    <a:pt x="4657" y="43298"/>
                  </a:cubicBezTo>
                  <a:cubicBezTo>
                    <a:pt x="4568" y="43569"/>
                    <a:pt x="4430" y="43858"/>
                    <a:pt x="4243" y="44163"/>
                  </a:cubicBezTo>
                  <a:cubicBezTo>
                    <a:pt x="4057" y="44486"/>
                    <a:pt x="3760" y="44757"/>
                    <a:pt x="3353" y="44978"/>
                  </a:cubicBezTo>
                  <a:cubicBezTo>
                    <a:pt x="2946" y="45199"/>
                    <a:pt x="2463" y="45326"/>
                    <a:pt x="1904" y="45360"/>
                  </a:cubicBezTo>
                  <a:cubicBezTo>
                    <a:pt x="2567" y="45988"/>
                    <a:pt x="3405" y="46302"/>
                    <a:pt x="4419" y="46302"/>
                  </a:cubicBezTo>
                  <a:cubicBezTo>
                    <a:pt x="4744" y="46302"/>
                    <a:pt x="5051" y="46234"/>
                    <a:pt x="5341" y="46098"/>
                  </a:cubicBezTo>
                  <a:cubicBezTo>
                    <a:pt x="5630" y="45979"/>
                    <a:pt x="5893" y="45767"/>
                    <a:pt x="6127" y="45461"/>
                  </a:cubicBezTo>
                  <a:cubicBezTo>
                    <a:pt x="6382" y="45156"/>
                    <a:pt x="6603" y="44851"/>
                    <a:pt x="6789" y="44545"/>
                  </a:cubicBezTo>
                  <a:cubicBezTo>
                    <a:pt x="6976" y="44257"/>
                    <a:pt x="7162" y="43833"/>
                    <a:pt x="7348" y="43272"/>
                  </a:cubicBezTo>
                  <a:cubicBezTo>
                    <a:pt x="7535" y="42729"/>
                    <a:pt x="7690" y="42254"/>
                    <a:pt x="7814" y="41847"/>
                  </a:cubicBezTo>
                  <a:cubicBezTo>
                    <a:pt x="7932" y="41440"/>
                    <a:pt x="8066" y="40871"/>
                    <a:pt x="8218" y="40141"/>
                  </a:cubicBezTo>
                  <a:cubicBezTo>
                    <a:pt x="8383" y="39412"/>
                    <a:pt x="8511" y="38827"/>
                    <a:pt x="8601" y="38385"/>
                  </a:cubicBezTo>
                  <a:cubicBezTo>
                    <a:pt x="8684" y="37961"/>
                    <a:pt x="8801" y="37333"/>
                    <a:pt x="8953" y="36501"/>
                  </a:cubicBezTo>
                  <a:lnTo>
                    <a:pt x="12855" y="15909"/>
                  </a:lnTo>
                  <a:lnTo>
                    <a:pt x="9408" y="15909"/>
                  </a:lnTo>
                  <a:cubicBezTo>
                    <a:pt x="9001" y="15909"/>
                    <a:pt x="8715" y="15901"/>
                    <a:pt x="8549" y="15884"/>
                  </a:cubicBezTo>
                  <a:cubicBezTo>
                    <a:pt x="8397" y="15867"/>
                    <a:pt x="8263" y="15816"/>
                    <a:pt x="8145" y="15731"/>
                  </a:cubicBezTo>
                  <a:cubicBezTo>
                    <a:pt x="8021" y="15629"/>
                    <a:pt x="7959" y="15476"/>
                    <a:pt x="7959" y="15272"/>
                  </a:cubicBezTo>
                  <a:cubicBezTo>
                    <a:pt x="7959" y="14950"/>
                    <a:pt x="8028" y="14721"/>
                    <a:pt x="8166" y="14585"/>
                  </a:cubicBezTo>
                  <a:cubicBezTo>
                    <a:pt x="8318" y="14433"/>
                    <a:pt x="8480" y="14348"/>
                    <a:pt x="8652" y="14331"/>
                  </a:cubicBezTo>
                  <a:cubicBezTo>
                    <a:pt x="8818" y="14297"/>
                    <a:pt x="9105" y="14280"/>
                    <a:pt x="9512" y="14280"/>
                  </a:cubicBezTo>
                  <a:lnTo>
                    <a:pt x="13134" y="14280"/>
                  </a:lnTo>
                  <a:cubicBezTo>
                    <a:pt x="13948" y="9987"/>
                    <a:pt x="14514" y="7263"/>
                    <a:pt x="14831" y="6110"/>
                  </a:cubicBezTo>
                  <a:cubicBezTo>
                    <a:pt x="15204" y="4888"/>
                    <a:pt x="15680" y="3852"/>
                    <a:pt x="16260" y="3004"/>
                  </a:cubicBezTo>
                  <a:cubicBezTo>
                    <a:pt x="16839" y="2138"/>
                    <a:pt x="17450" y="1502"/>
                    <a:pt x="18092" y="1095"/>
                  </a:cubicBezTo>
                  <a:cubicBezTo>
                    <a:pt x="18740" y="687"/>
                    <a:pt x="19327" y="407"/>
                    <a:pt x="19851" y="255"/>
                  </a:cubicBezTo>
                  <a:cubicBezTo>
                    <a:pt x="20396" y="85"/>
                    <a:pt x="20931" y="0"/>
                    <a:pt x="21456" y="0"/>
                  </a:cubicBezTo>
                  <a:cubicBezTo>
                    <a:pt x="22642" y="0"/>
                    <a:pt x="23695" y="323"/>
                    <a:pt x="24612" y="968"/>
                  </a:cubicBezTo>
                  <a:cubicBezTo>
                    <a:pt x="25530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8" name="Freeform 2667">
              <a:extLst>
                <a:ext uri="{FF2B5EF4-FFF2-40B4-BE49-F238E27FC236}">
                  <a16:creationId xmlns:a16="http://schemas.microsoft.com/office/drawing/2014/main" id="{12B1B37A-9661-4C03-5CD0-51DEF7BF428D}"/>
                </a:ext>
              </a:extLst>
            </p:cNvPr>
            <p:cNvSpPr/>
            <p:nvPr/>
          </p:nvSpPr>
          <p:spPr>
            <a:xfrm>
              <a:off x="5566364" y="1837441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31 w 46119"/>
                <a:gd name="csY7" fmla="*/ 26778 h 27082"/>
                <a:gd name="csX8" fmla="*/ 33420 w 46119"/>
                <a:gd name="csY8" fmla="*/ 26064 h 27082"/>
                <a:gd name="csX9" fmla="*/ 3345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8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8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51 w 46119"/>
                <a:gd name="csY21" fmla="*/ 1145 h 27082"/>
                <a:gd name="csX22" fmla="*/ 33420 w 46119"/>
                <a:gd name="csY22" fmla="*/ 1017 h 27082"/>
                <a:gd name="csX23" fmla="*/ 33731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1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31" y="26981"/>
                    <a:pt x="33731" y="26778"/>
                  </a:cubicBezTo>
                  <a:cubicBezTo>
                    <a:pt x="33524" y="26591"/>
                    <a:pt x="33420" y="26353"/>
                    <a:pt x="33420" y="26064"/>
                  </a:cubicBezTo>
                  <a:cubicBezTo>
                    <a:pt x="33420" y="26048"/>
                    <a:pt x="33431" y="26014"/>
                    <a:pt x="33451" y="25963"/>
                  </a:cubicBezTo>
                  <a:cubicBezTo>
                    <a:pt x="33465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5" y="15654"/>
                    <a:pt x="4098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86" y="12498"/>
                  </a:lnTo>
                  <a:cubicBezTo>
                    <a:pt x="39385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5" y="1196"/>
                    <a:pt x="33451" y="1145"/>
                  </a:cubicBezTo>
                  <a:cubicBezTo>
                    <a:pt x="33431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1" y="305"/>
                  </a:cubicBezTo>
                  <a:cubicBezTo>
                    <a:pt x="33931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7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9" name="Freeform 2668">
              <a:extLst>
                <a:ext uri="{FF2B5EF4-FFF2-40B4-BE49-F238E27FC236}">
                  <a16:creationId xmlns:a16="http://schemas.microsoft.com/office/drawing/2014/main" id="{AD74F0C0-F2D3-D1D2-B192-6C59680DFBC3}"/>
                </a:ext>
              </a:extLst>
            </p:cNvPr>
            <p:cNvSpPr/>
            <p:nvPr/>
          </p:nvSpPr>
          <p:spPr>
            <a:xfrm>
              <a:off x="5632460" y="1828405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0 w 37901"/>
                <a:gd name="csY2" fmla="*/ 1476 h 35610"/>
                <a:gd name="csX3" fmla="*/ 37260 w 37901"/>
                <a:gd name="csY3" fmla="*/ 1578 h 35610"/>
                <a:gd name="csX4" fmla="*/ 36856 w 37901"/>
                <a:gd name="csY4" fmla="*/ 1629 h 35610"/>
                <a:gd name="csX5" fmla="*/ 34569 w 37901"/>
                <a:gd name="csY5" fmla="*/ 2062 h 35610"/>
                <a:gd name="csX6" fmla="*/ 32633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8 h 35610"/>
                <a:gd name="csX9" fmla="*/ 29301 w 37901"/>
                <a:gd name="csY9" fmla="*/ 5956 h 35610"/>
                <a:gd name="csX10" fmla="*/ 16363 w 37901"/>
                <a:gd name="csY10" fmla="*/ 20796 h 35610"/>
                <a:gd name="csX11" fmla="*/ 15628 w 37901"/>
                <a:gd name="csY11" fmla="*/ 22425 h 35610"/>
                <a:gd name="csX12" fmla="*/ 13796 w 37901"/>
                <a:gd name="csY12" fmla="*/ 29781 h 35610"/>
                <a:gd name="csX13" fmla="*/ 13082 w 37901"/>
                <a:gd name="csY13" fmla="*/ 33065 h 35610"/>
                <a:gd name="csX14" fmla="*/ 1334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2 w 37901"/>
                <a:gd name="csY17" fmla="*/ 34211 h 35610"/>
                <a:gd name="csX18" fmla="*/ 17916 w 37901"/>
                <a:gd name="csY18" fmla="*/ 34567 h 35610"/>
                <a:gd name="csX19" fmla="*/ 17719 w 37901"/>
                <a:gd name="csY19" fmla="*/ 35305 h 35610"/>
                <a:gd name="csX20" fmla="*/ 17357 w 37901"/>
                <a:gd name="csY20" fmla="*/ 35585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4 w 37901"/>
                <a:gd name="csY23" fmla="*/ 35610 h 35610"/>
                <a:gd name="csX24" fmla="*/ 2950 w 37901"/>
                <a:gd name="csY24" fmla="*/ 35025 h 35610"/>
                <a:gd name="csX25" fmla="*/ 3001 w 37901"/>
                <a:gd name="csY25" fmla="*/ 34440 h 35610"/>
                <a:gd name="csX26" fmla="*/ 3312 w 37901"/>
                <a:gd name="csY26" fmla="*/ 34134 h 35610"/>
                <a:gd name="csX27" fmla="*/ 3715 w 37901"/>
                <a:gd name="csY27" fmla="*/ 34032 h 35610"/>
                <a:gd name="csX28" fmla="*/ 4378 w 37901"/>
                <a:gd name="csY28" fmla="*/ 34007 h 35610"/>
                <a:gd name="csX29" fmla="*/ 613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6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2 w 37901"/>
                <a:gd name="csY36" fmla="*/ 21433 h 35610"/>
                <a:gd name="csX37" fmla="*/ 11406 w 37901"/>
                <a:gd name="csY37" fmla="*/ 20542 h 35610"/>
                <a:gd name="csX38" fmla="*/ 4989 w 37901"/>
                <a:gd name="csY38" fmla="*/ 3385 h 35610"/>
                <a:gd name="csX39" fmla="*/ 4481 w 37901"/>
                <a:gd name="csY39" fmla="*/ 2316 h 35610"/>
                <a:gd name="csX40" fmla="*/ 3488 w 37901"/>
                <a:gd name="csY40" fmla="*/ 1833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207 w 37901"/>
                <a:gd name="csY45" fmla="*/ 331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7 h 35610"/>
                <a:gd name="csX49" fmla="*/ 6820 w 37901"/>
                <a:gd name="csY49" fmla="*/ 152 h 35610"/>
                <a:gd name="csX50" fmla="*/ 13393 w 37901"/>
                <a:gd name="csY50" fmla="*/ 0 h 35610"/>
                <a:gd name="csX51" fmla="*/ 14179 w 37901"/>
                <a:gd name="csY51" fmla="*/ 586 h 35610"/>
                <a:gd name="csX52" fmla="*/ 13900 w 37901"/>
                <a:gd name="csY52" fmla="*/ 1476 h 35610"/>
                <a:gd name="csX53" fmla="*/ 12927 w 37901"/>
                <a:gd name="csY53" fmla="*/ 1629 h 35610"/>
                <a:gd name="csX54" fmla="*/ 9853 w 37901"/>
                <a:gd name="csY54" fmla="*/ 2876 h 35610"/>
                <a:gd name="csX55" fmla="*/ 10153 w 37901"/>
                <a:gd name="csY55" fmla="*/ 3767 h 35610"/>
                <a:gd name="csX56" fmla="*/ 15887 w 37901"/>
                <a:gd name="csY56" fmla="*/ 19244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2 w 37901"/>
                <a:gd name="csY60" fmla="*/ 4327 h 35610"/>
                <a:gd name="csX61" fmla="*/ 29063 w 37901"/>
                <a:gd name="csY61" fmla="*/ 3818 h 35610"/>
                <a:gd name="csX62" fmla="*/ 2930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2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7 h 35610"/>
                <a:gd name="csX73" fmla="*/ 32934 w 37901"/>
                <a:gd name="csY73" fmla="*/ 152 h 35610"/>
                <a:gd name="csX74" fmla="*/ 35097 w 37901"/>
                <a:gd name="csY74" fmla="*/ 77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91" y="1307"/>
                    <a:pt x="37709" y="1408"/>
                    <a:pt x="37570" y="1476"/>
                  </a:cubicBezTo>
                  <a:cubicBezTo>
                    <a:pt x="37453" y="1527"/>
                    <a:pt x="37350" y="1561"/>
                    <a:pt x="37260" y="1578"/>
                  </a:cubicBezTo>
                  <a:cubicBezTo>
                    <a:pt x="37198" y="1595"/>
                    <a:pt x="37063" y="1612"/>
                    <a:pt x="36856" y="1629"/>
                  </a:cubicBezTo>
                  <a:cubicBezTo>
                    <a:pt x="36028" y="1697"/>
                    <a:pt x="35266" y="1841"/>
                    <a:pt x="34569" y="2062"/>
                  </a:cubicBezTo>
                  <a:cubicBezTo>
                    <a:pt x="33872" y="2265"/>
                    <a:pt x="33227" y="2571"/>
                    <a:pt x="32633" y="2978"/>
                  </a:cubicBezTo>
                  <a:cubicBezTo>
                    <a:pt x="32054" y="3385"/>
                    <a:pt x="31602" y="3725"/>
                    <a:pt x="31278" y="3996"/>
                  </a:cubicBezTo>
                  <a:cubicBezTo>
                    <a:pt x="30974" y="4268"/>
                    <a:pt x="30550" y="4675"/>
                    <a:pt x="30005" y="5218"/>
                  </a:cubicBezTo>
                  <a:lnTo>
                    <a:pt x="2930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8" y="22425"/>
                  </a:cubicBezTo>
                  <a:lnTo>
                    <a:pt x="13796" y="29781"/>
                  </a:lnTo>
                  <a:cubicBezTo>
                    <a:pt x="13320" y="31818"/>
                    <a:pt x="13082" y="32913"/>
                    <a:pt x="13082" y="33065"/>
                  </a:cubicBezTo>
                  <a:cubicBezTo>
                    <a:pt x="13082" y="33371"/>
                    <a:pt x="13168" y="33574"/>
                    <a:pt x="13341" y="33676"/>
                  </a:cubicBezTo>
                  <a:cubicBezTo>
                    <a:pt x="13527" y="33761"/>
                    <a:pt x="13907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2" y="34211"/>
                  </a:cubicBezTo>
                  <a:cubicBezTo>
                    <a:pt x="17881" y="34296"/>
                    <a:pt x="17916" y="34414"/>
                    <a:pt x="17916" y="34567"/>
                  </a:cubicBezTo>
                  <a:cubicBezTo>
                    <a:pt x="17916" y="34889"/>
                    <a:pt x="17850" y="35135"/>
                    <a:pt x="17719" y="35305"/>
                  </a:cubicBezTo>
                  <a:cubicBezTo>
                    <a:pt x="17595" y="35457"/>
                    <a:pt x="17474" y="35551"/>
                    <a:pt x="17357" y="35585"/>
                  </a:cubicBezTo>
                  <a:cubicBezTo>
                    <a:pt x="17253" y="35602"/>
                    <a:pt x="17108" y="35610"/>
                    <a:pt x="16922" y="35610"/>
                  </a:cubicBezTo>
                  <a:lnTo>
                    <a:pt x="10257" y="35458"/>
                  </a:lnTo>
                  <a:lnTo>
                    <a:pt x="3684" y="35610"/>
                  </a:lnTo>
                  <a:cubicBezTo>
                    <a:pt x="3194" y="35610"/>
                    <a:pt x="2950" y="35415"/>
                    <a:pt x="2950" y="35025"/>
                  </a:cubicBezTo>
                  <a:cubicBezTo>
                    <a:pt x="2950" y="34771"/>
                    <a:pt x="2967" y="34576"/>
                    <a:pt x="3001" y="34440"/>
                  </a:cubicBezTo>
                  <a:cubicBezTo>
                    <a:pt x="3050" y="34287"/>
                    <a:pt x="3153" y="34185"/>
                    <a:pt x="3312" y="34134"/>
                  </a:cubicBezTo>
                  <a:cubicBezTo>
                    <a:pt x="3464" y="34066"/>
                    <a:pt x="3598" y="34032"/>
                    <a:pt x="3715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4" y="33981"/>
                    <a:pt x="6137" y="33981"/>
                  </a:cubicBezTo>
                  <a:cubicBezTo>
                    <a:pt x="6545" y="33965"/>
                    <a:pt x="6941" y="33905"/>
                    <a:pt x="7328" y="33803"/>
                  </a:cubicBezTo>
                  <a:cubicBezTo>
                    <a:pt x="7721" y="33702"/>
                    <a:pt x="7983" y="33617"/>
                    <a:pt x="8114" y="33548"/>
                  </a:cubicBezTo>
                  <a:cubicBezTo>
                    <a:pt x="8273" y="33464"/>
                    <a:pt x="8435" y="33277"/>
                    <a:pt x="8601" y="32989"/>
                  </a:cubicBezTo>
                  <a:cubicBezTo>
                    <a:pt x="8787" y="32683"/>
                    <a:pt x="8908" y="32411"/>
                    <a:pt x="8963" y="32174"/>
                  </a:cubicBezTo>
                  <a:cubicBezTo>
                    <a:pt x="9025" y="31937"/>
                    <a:pt x="9125" y="31521"/>
                    <a:pt x="9263" y="30927"/>
                  </a:cubicBezTo>
                  <a:cubicBezTo>
                    <a:pt x="9401" y="30401"/>
                    <a:pt x="9825" y="28704"/>
                    <a:pt x="10536" y="25836"/>
                  </a:cubicBezTo>
                  <a:cubicBezTo>
                    <a:pt x="11247" y="22968"/>
                    <a:pt x="11602" y="21500"/>
                    <a:pt x="11602" y="21433"/>
                  </a:cubicBezTo>
                  <a:cubicBezTo>
                    <a:pt x="11602" y="21246"/>
                    <a:pt x="11537" y="20949"/>
                    <a:pt x="11406" y="20542"/>
                  </a:cubicBezTo>
                  <a:lnTo>
                    <a:pt x="4989" y="3385"/>
                  </a:lnTo>
                  <a:cubicBezTo>
                    <a:pt x="4802" y="2876"/>
                    <a:pt x="4633" y="2520"/>
                    <a:pt x="4481" y="2316"/>
                  </a:cubicBezTo>
                  <a:cubicBezTo>
                    <a:pt x="4330" y="2113"/>
                    <a:pt x="3998" y="1952"/>
                    <a:pt x="3488" y="1833"/>
                  </a:cubicBezTo>
                  <a:cubicBezTo>
                    <a:pt x="2977" y="1697"/>
                    <a:pt x="2211" y="1629"/>
                    <a:pt x="1190" y="1629"/>
                  </a:cubicBezTo>
                  <a:cubicBezTo>
                    <a:pt x="907" y="1629"/>
                    <a:pt x="697" y="1620"/>
                    <a:pt x="559" y="1603"/>
                  </a:cubicBezTo>
                  <a:cubicBezTo>
                    <a:pt x="421" y="1587"/>
                    <a:pt x="293" y="1536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9" y="484"/>
                    <a:pt x="207" y="331"/>
                  </a:cubicBezTo>
                  <a:cubicBezTo>
                    <a:pt x="338" y="161"/>
                    <a:pt x="455" y="68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0" y="26"/>
                    <a:pt x="3892" y="77"/>
                  </a:cubicBezTo>
                  <a:cubicBezTo>
                    <a:pt x="5403" y="127"/>
                    <a:pt x="6379" y="152"/>
                    <a:pt x="6820" y="152"/>
                  </a:cubicBezTo>
                  <a:lnTo>
                    <a:pt x="13393" y="0"/>
                  </a:lnTo>
                  <a:cubicBezTo>
                    <a:pt x="13917" y="0"/>
                    <a:pt x="14179" y="195"/>
                    <a:pt x="14179" y="586"/>
                  </a:cubicBezTo>
                  <a:cubicBezTo>
                    <a:pt x="14179" y="1061"/>
                    <a:pt x="14086" y="1357"/>
                    <a:pt x="13900" y="1476"/>
                  </a:cubicBezTo>
                  <a:cubicBezTo>
                    <a:pt x="13714" y="1578"/>
                    <a:pt x="13389" y="1629"/>
                    <a:pt x="12927" y="1629"/>
                  </a:cubicBezTo>
                  <a:cubicBezTo>
                    <a:pt x="10878" y="1629"/>
                    <a:pt x="9853" y="2045"/>
                    <a:pt x="9853" y="2876"/>
                  </a:cubicBezTo>
                  <a:cubicBezTo>
                    <a:pt x="9853" y="2978"/>
                    <a:pt x="9953" y="3275"/>
                    <a:pt x="10153" y="3767"/>
                  </a:cubicBezTo>
                  <a:lnTo>
                    <a:pt x="15887" y="19244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55" y="4980"/>
                    <a:pt x="28349" y="4861"/>
                    <a:pt x="28431" y="4760"/>
                  </a:cubicBezTo>
                  <a:cubicBezTo>
                    <a:pt x="28514" y="4658"/>
                    <a:pt x="28624" y="4514"/>
                    <a:pt x="28762" y="4327"/>
                  </a:cubicBezTo>
                  <a:cubicBezTo>
                    <a:pt x="28900" y="4140"/>
                    <a:pt x="29001" y="3971"/>
                    <a:pt x="29063" y="3818"/>
                  </a:cubicBezTo>
                  <a:cubicBezTo>
                    <a:pt x="29152" y="3666"/>
                    <a:pt x="29232" y="3496"/>
                    <a:pt x="29301" y="3309"/>
                  </a:cubicBezTo>
                  <a:cubicBezTo>
                    <a:pt x="29363" y="3123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4" y="2002"/>
                    <a:pt x="28821" y="1875"/>
                    <a:pt x="28587" y="1807"/>
                  </a:cubicBezTo>
                  <a:cubicBezTo>
                    <a:pt x="28345" y="1739"/>
                    <a:pt x="28142" y="1697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2" y="458"/>
                    <a:pt x="26931" y="305"/>
                  </a:cubicBezTo>
                  <a:cubicBezTo>
                    <a:pt x="27069" y="136"/>
                    <a:pt x="27186" y="42"/>
                    <a:pt x="27282" y="25"/>
                  </a:cubicBezTo>
                  <a:cubicBezTo>
                    <a:pt x="27407" y="8"/>
                    <a:pt x="27552" y="0"/>
                    <a:pt x="27717" y="0"/>
                  </a:cubicBezTo>
                  <a:cubicBezTo>
                    <a:pt x="28276" y="0"/>
                    <a:pt x="29142" y="26"/>
                    <a:pt x="30315" y="77"/>
                  </a:cubicBezTo>
                  <a:cubicBezTo>
                    <a:pt x="31488" y="127"/>
                    <a:pt x="32361" y="152"/>
                    <a:pt x="32934" y="152"/>
                  </a:cubicBezTo>
                  <a:cubicBezTo>
                    <a:pt x="33410" y="152"/>
                    <a:pt x="34131" y="127"/>
                    <a:pt x="35097" y="77"/>
                  </a:cubicBezTo>
                  <a:cubicBezTo>
                    <a:pt x="36070" y="26"/>
                    <a:pt x="36773" y="0"/>
                    <a:pt x="37208" y="0"/>
                  </a:cubicBezTo>
                  <a:cubicBezTo>
                    <a:pt x="37670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78" name="Group 2477">
            <a:extLst>
              <a:ext uri="{FF2B5EF4-FFF2-40B4-BE49-F238E27FC236}">
                <a16:creationId xmlns:a16="http://schemas.microsoft.com/office/drawing/2014/main" id="{6799365E-B6F9-C19F-40BC-8CEE2BD968A8}"/>
              </a:ext>
            </a:extLst>
          </p:cNvPr>
          <p:cNvGrpSpPr/>
          <p:nvPr/>
        </p:nvGrpSpPr>
        <p:grpSpPr>
          <a:xfrm>
            <a:off x="542678" y="1428470"/>
            <a:ext cx="2483999" cy="1655999"/>
            <a:chOff x="542678" y="1428470"/>
            <a:chExt cx="2483999" cy="1655999"/>
          </a:xfrm>
        </p:grpSpPr>
        <p:sp>
          <p:nvSpPr>
            <p:cNvPr id="2274" name="Freeform 2273">
              <a:extLst>
                <a:ext uri="{FF2B5EF4-FFF2-40B4-BE49-F238E27FC236}">
                  <a16:creationId xmlns:a16="http://schemas.microsoft.com/office/drawing/2014/main" id="{F31BF721-1EE7-9951-D1B2-DA70769F33DA}"/>
                </a:ext>
              </a:extLst>
            </p:cNvPr>
            <p:cNvSpPr/>
            <p:nvPr/>
          </p:nvSpPr>
          <p:spPr>
            <a:xfrm>
              <a:off x="542678" y="1428470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75" name="Freeform 2274">
              <a:extLst>
                <a:ext uri="{FF2B5EF4-FFF2-40B4-BE49-F238E27FC236}">
                  <a16:creationId xmlns:a16="http://schemas.microsoft.com/office/drawing/2014/main" id="{8E105BBB-A20E-8685-FF18-7FACD0666DDC}"/>
                </a:ext>
              </a:extLst>
            </p:cNvPr>
            <p:cNvSpPr/>
            <p:nvPr/>
          </p:nvSpPr>
          <p:spPr>
            <a:xfrm>
              <a:off x="763821" y="1477367"/>
              <a:ext cx="2213962" cy="1374909"/>
            </a:xfrm>
            <a:custGeom>
              <a:avLst/>
              <a:gdLst>
                <a:gd name="csX0" fmla="*/ 0 w 2213962"/>
                <a:gd name="csY0" fmla="*/ 1374910 h 1374909"/>
                <a:gd name="csX1" fmla="*/ 2213963 w 2213962"/>
                <a:gd name="csY1" fmla="*/ 1374910 h 1374909"/>
                <a:gd name="csX2" fmla="*/ 2213963 w 2213962"/>
                <a:gd name="csY2" fmla="*/ 0 h 1374909"/>
                <a:gd name="csX3" fmla="*/ 0 w 2213962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13962" h="1374909">
                  <a:moveTo>
                    <a:pt x="0" y="1374910"/>
                  </a:moveTo>
                  <a:lnTo>
                    <a:pt x="2213963" y="1374910"/>
                  </a:lnTo>
                  <a:lnTo>
                    <a:pt x="2213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6" name="Freeform 2275">
              <a:extLst>
                <a:ext uri="{FF2B5EF4-FFF2-40B4-BE49-F238E27FC236}">
                  <a16:creationId xmlns:a16="http://schemas.microsoft.com/office/drawing/2014/main" id="{A92CBFC8-201E-6485-C17C-6D6FC0A47A1D}"/>
                </a:ext>
              </a:extLst>
            </p:cNvPr>
            <p:cNvSpPr/>
            <p:nvPr/>
          </p:nvSpPr>
          <p:spPr>
            <a:xfrm>
              <a:off x="958925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7" name="Freeform 2276">
              <a:extLst>
                <a:ext uri="{FF2B5EF4-FFF2-40B4-BE49-F238E27FC236}">
                  <a16:creationId xmlns:a16="http://schemas.microsoft.com/office/drawing/2014/main" id="{29E44D33-DD19-959E-2C05-3A72D532FD21}"/>
                </a:ext>
              </a:extLst>
            </p:cNvPr>
            <p:cNvSpPr/>
            <p:nvPr/>
          </p:nvSpPr>
          <p:spPr>
            <a:xfrm>
              <a:off x="1464908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8" name="Freeform 2277">
              <a:extLst>
                <a:ext uri="{FF2B5EF4-FFF2-40B4-BE49-F238E27FC236}">
                  <a16:creationId xmlns:a16="http://schemas.microsoft.com/office/drawing/2014/main" id="{723E3E6D-B766-6746-49BB-5BA12C3F4F1B}"/>
                </a:ext>
              </a:extLst>
            </p:cNvPr>
            <p:cNvSpPr/>
            <p:nvPr/>
          </p:nvSpPr>
          <p:spPr>
            <a:xfrm>
              <a:off x="1970894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9" name="Freeform 2278">
              <a:extLst>
                <a:ext uri="{FF2B5EF4-FFF2-40B4-BE49-F238E27FC236}">
                  <a16:creationId xmlns:a16="http://schemas.microsoft.com/office/drawing/2014/main" id="{B9B942ED-4005-FD72-2971-BED110BF266E}"/>
                </a:ext>
              </a:extLst>
            </p:cNvPr>
            <p:cNvSpPr/>
            <p:nvPr/>
          </p:nvSpPr>
          <p:spPr>
            <a:xfrm>
              <a:off x="2476874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1" name="Freeform 2280">
              <a:extLst>
                <a:ext uri="{FF2B5EF4-FFF2-40B4-BE49-F238E27FC236}">
                  <a16:creationId xmlns:a16="http://schemas.microsoft.com/office/drawing/2014/main" id="{41956831-2F46-08D2-5A74-1ADE802A5F22}"/>
                </a:ext>
              </a:extLst>
            </p:cNvPr>
            <p:cNvSpPr/>
            <p:nvPr/>
          </p:nvSpPr>
          <p:spPr>
            <a:xfrm>
              <a:off x="763821" y="2471035"/>
              <a:ext cx="2213962" cy="1034"/>
            </a:xfrm>
            <a:custGeom>
              <a:avLst/>
              <a:gdLst>
                <a:gd name="csX0" fmla="*/ 0 w 2213962"/>
                <a:gd name="csY0" fmla="*/ 0 h 1034"/>
                <a:gd name="csX1" fmla="*/ 2213963 w 2213962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3962" h="1034">
                  <a:moveTo>
                    <a:pt x="0" y="0"/>
                  </a:moveTo>
                  <a:lnTo>
                    <a:pt x="2213963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2" name="Freeform 2281">
              <a:extLst>
                <a:ext uri="{FF2B5EF4-FFF2-40B4-BE49-F238E27FC236}">
                  <a16:creationId xmlns:a16="http://schemas.microsoft.com/office/drawing/2014/main" id="{AFDE4D0D-8022-CB3F-B392-EA9464ADA4CB}"/>
                </a:ext>
              </a:extLst>
            </p:cNvPr>
            <p:cNvSpPr/>
            <p:nvPr/>
          </p:nvSpPr>
          <p:spPr>
            <a:xfrm>
              <a:off x="763821" y="2089799"/>
              <a:ext cx="2213962" cy="1034"/>
            </a:xfrm>
            <a:custGeom>
              <a:avLst/>
              <a:gdLst>
                <a:gd name="csX0" fmla="*/ 0 w 2213962"/>
                <a:gd name="csY0" fmla="*/ 0 h 1034"/>
                <a:gd name="csX1" fmla="*/ 2213963 w 2213962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3962" h="1034">
                  <a:moveTo>
                    <a:pt x="0" y="0"/>
                  </a:moveTo>
                  <a:lnTo>
                    <a:pt x="2213963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" name="Freeform 2282">
              <a:extLst>
                <a:ext uri="{FF2B5EF4-FFF2-40B4-BE49-F238E27FC236}">
                  <a16:creationId xmlns:a16="http://schemas.microsoft.com/office/drawing/2014/main" id="{A030D587-4F88-CA64-1411-78DE29C6BD57}"/>
                </a:ext>
              </a:extLst>
            </p:cNvPr>
            <p:cNvSpPr/>
            <p:nvPr/>
          </p:nvSpPr>
          <p:spPr>
            <a:xfrm>
              <a:off x="763821" y="1708560"/>
              <a:ext cx="2213962" cy="1034"/>
            </a:xfrm>
            <a:custGeom>
              <a:avLst/>
              <a:gdLst>
                <a:gd name="csX0" fmla="*/ 0 w 2213962"/>
                <a:gd name="csY0" fmla="*/ 0 h 1034"/>
                <a:gd name="csX1" fmla="*/ 2213963 w 2213962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3962" h="1034">
                  <a:moveTo>
                    <a:pt x="0" y="0"/>
                  </a:moveTo>
                  <a:lnTo>
                    <a:pt x="2213963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9" name="Freeform 2288">
              <a:extLst>
                <a:ext uri="{FF2B5EF4-FFF2-40B4-BE49-F238E27FC236}">
                  <a16:creationId xmlns:a16="http://schemas.microsoft.com/office/drawing/2014/main" id="{E15FDEB1-6FA5-C6C2-8C88-0636F8A1C0DD}"/>
                </a:ext>
              </a:extLst>
            </p:cNvPr>
            <p:cNvSpPr/>
            <p:nvPr/>
          </p:nvSpPr>
          <p:spPr>
            <a:xfrm>
              <a:off x="897230" y="2886670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800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3 w 43268"/>
                <a:gd name="csY10" fmla="*/ 8342 h 64935"/>
                <a:gd name="csX11" fmla="*/ 43268 w 43268"/>
                <a:gd name="csY11" fmla="*/ 32489 h 64935"/>
                <a:gd name="csX12" fmla="*/ 37693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7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800" y="41072"/>
                    <a:pt x="34800" y="32489"/>
                  </a:cubicBezTo>
                  <a:cubicBezTo>
                    <a:pt x="34800" y="23877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3" y="62169"/>
                    <a:pt x="28651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0" name="Freeform 2289">
              <a:extLst>
                <a:ext uri="{FF2B5EF4-FFF2-40B4-BE49-F238E27FC236}">
                  <a16:creationId xmlns:a16="http://schemas.microsoft.com/office/drawing/2014/main" id="{9FB69C8E-CA3D-9AC5-6626-56F73A34DE1B}"/>
                </a:ext>
              </a:extLst>
            </p:cNvPr>
            <p:cNvSpPr/>
            <p:nvPr/>
          </p:nvSpPr>
          <p:spPr>
            <a:xfrm>
              <a:off x="955383" y="2939745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1" name="Freeform 2290">
              <a:extLst>
                <a:ext uri="{FF2B5EF4-FFF2-40B4-BE49-F238E27FC236}">
                  <a16:creationId xmlns:a16="http://schemas.microsoft.com/office/drawing/2014/main" id="{E479EEAC-98C0-1E31-E4EC-BAD34BCF70EB}"/>
                </a:ext>
              </a:extLst>
            </p:cNvPr>
            <p:cNvSpPr/>
            <p:nvPr/>
          </p:nvSpPr>
          <p:spPr>
            <a:xfrm>
              <a:off x="980119" y="2887798"/>
              <a:ext cx="40501" cy="63807"/>
            </a:xfrm>
            <a:custGeom>
              <a:avLst/>
              <a:gdLst>
                <a:gd name="csX0" fmla="*/ 2642 w 40501"/>
                <a:gd name="csY0" fmla="*/ 0 h 63807"/>
                <a:gd name="csX1" fmla="*/ 35890 w 40501"/>
                <a:gd name="csY1" fmla="*/ 0 h 63807"/>
                <a:gd name="csX2" fmla="*/ 35890 w 40501"/>
                <a:gd name="csY2" fmla="*/ 7131 h 63807"/>
                <a:gd name="csX3" fmla="*/ 10399 w 40501"/>
                <a:gd name="csY3" fmla="*/ 7131 h 63807"/>
                <a:gd name="csX4" fmla="*/ 10399 w 40501"/>
                <a:gd name="csY4" fmla="*/ 22470 h 63807"/>
                <a:gd name="csX5" fmla="*/ 14088 w 40501"/>
                <a:gd name="csY5" fmla="*/ 21549 h 63807"/>
                <a:gd name="csX6" fmla="*/ 17777 w 40501"/>
                <a:gd name="csY6" fmla="*/ 21217 h 63807"/>
                <a:gd name="csX7" fmla="*/ 34381 w 40501"/>
                <a:gd name="csY7" fmla="*/ 26962 h 63807"/>
                <a:gd name="csX8" fmla="*/ 40502 w 40501"/>
                <a:gd name="csY8" fmla="*/ 42518 h 63807"/>
                <a:gd name="csX9" fmla="*/ 34213 w 40501"/>
                <a:gd name="csY9" fmla="*/ 58239 h 63807"/>
                <a:gd name="csX10" fmla="*/ 16478 w 40501"/>
                <a:gd name="csY10" fmla="*/ 63808 h 63807"/>
                <a:gd name="csX11" fmla="*/ 8428 w 40501"/>
                <a:gd name="csY11" fmla="*/ 63145 h 63807"/>
                <a:gd name="csX12" fmla="*/ 0 w 40501"/>
                <a:gd name="csY12" fmla="*/ 61127 h 63807"/>
                <a:gd name="csX13" fmla="*/ 0 w 40501"/>
                <a:gd name="csY13" fmla="*/ 52619 h 63807"/>
                <a:gd name="csX14" fmla="*/ 7799 w 40501"/>
                <a:gd name="csY14" fmla="*/ 55683 h 63807"/>
                <a:gd name="csX15" fmla="*/ 16310 w 40501"/>
                <a:gd name="csY15" fmla="*/ 56687 h 63807"/>
                <a:gd name="csX16" fmla="*/ 27798 w 40501"/>
                <a:gd name="csY16" fmla="*/ 52868 h 63807"/>
                <a:gd name="csX17" fmla="*/ 32032 w 40501"/>
                <a:gd name="csY17" fmla="*/ 42518 h 63807"/>
                <a:gd name="csX18" fmla="*/ 27798 w 40501"/>
                <a:gd name="csY18" fmla="*/ 32158 h 63807"/>
                <a:gd name="csX19" fmla="*/ 16310 w 40501"/>
                <a:gd name="csY19" fmla="*/ 28338 h 63807"/>
                <a:gd name="csX20" fmla="*/ 9518 w 40501"/>
                <a:gd name="csY20" fmla="*/ 29094 h 63807"/>
                <a:gd name="csX21" fmla="*/ 2642 w 40501"/>
                <a:gd name="csY21" fmla="*/ 31443 h 63807"/>
                <a:gd name="csX22" fmla="*/ 2642 w 40501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07">
                  <a:moveTo>
                    <a:pt x="2642" y="0"/>
                  </a:moveTo>
                  <a:lnTo>
                    <a:pt x="35890" y="0"/>
                  </a:lnTo>
                  <a:lnTo>
                    <a:pt x="35890" y="7131"/>
                  </a:lnTo>
                  <a:lnTo>
                    <a:pt x="10399" y="7131"/>
                  </a:lnTo>
                  <a:lnTo>
                    <a:pt x="10399" y="22470"/>
                  </a:lnTo>
                  <a:cubicBezTo>
                    <a:pt x="11628" y="22056"/>
                    <a:pt x="12858" y="21749"/>
                    <a:pt x="14088" y="21549"/>
                  </a:cubicBezTo>
                  <a:cubicBezTo>
                    <a:pt x="15318" y="21328"/>
                    <a:pt x="16548" y="21217"/>
                    <a:pt x="17777" y="21217"/>
                  </a:cubicBezTo>
                  <a:cubicBezTo>
                    <a:pt x="24765" y="21217"/>
                    <a:pt x="30300" y="23132"/>
                    <a:pt x="34381" y="26962"/>
                  </a:cubicBezTo>
                  <a:cubicBezTo>
                    <a:pt x="38461" y="30791"/>
                    <a:pt x="40502" y="35977"/>
                    <a:pt x="40502" y="42518"/>
                  </a:cubicBezTo>
                  <a:cubicBezTo>
                    <a:pt x="40502" y="49252"/>
                    <a:pt x="38405" y="54493"/>
                    <a:pt x="34213" y="58239"/>
                  </a:cubicBezTo>
                  <a:cubicBezTo>
                    <a:pt x="30020" y="61952"/>
                    <a:pt x="24108" y="63808"/>
                    <a:pt x="16478" y="63808"/>
                  </a:cubicBezTo>
                  <a:cubicBezTo>
                    <a:pt x="13851" y="63808"/>
                    <a:pt x="11167" y="63587"/>
                    <a:pt x="8428" y="63145"/>
                  </a:cubicBezTo>
                  <a:cubicBezTo>
                    <a:pt x="5716" y="62697"/>
                    <a:pt x="2907" y="62024"/>
                    <a:pt x="0" y="61127"/>
                  </a:cubicBezTo>
                  <a:lnTo>
                    <a:pt x="0" y="52619"/>
                  </a:lnTo>
                  <a:cubicBezTo>
                    <a:pt x="2516" y="53986"/>
                    <a:pt x="5115" y="55007"/>
                    <a:pt x="7799" y="55683"/>
                  </a:cubicBezTo>
                  <a:cubicBezTo>
                    <a:pt x="10482" y="56352"/>
                    <a:pt x="13319" y="56687"/>
                    <a:pt x="16310" y="56687"/>
                  </a:cubicBezTo>
                  <a:cubicBezTo>
                    <a:pt x="21146" y="56687"/>
                    <a:pt x="24975" y="55414"/>
                    <a:pt x="27798" y="52868"/>
                  </a:cubicBezTo>
                  <a:cubicBezTo>
                    <a:pt x="30621" y="50329"/>
                    <a:pt x="32032" y="46879"/>
                    <a:pt x="32032" y="42518"/>
                  </a:cubicBezTo>
                  <a:cubicBezTo>
                    <a:pt x="32032" y="38157"/>
                    <a:pt x="30621" y="34704"/>
                    <a:pt x="27798" y="32158"/>
                  </a:cubicBezTo>
                  <a:cubicBezTo>
                    <a:pt x="24975" y="29611"/>
                    <a:pt x="21146" y="28338"/>
                    <a:pt x="16310" y="28338"/>
                  </a:cubicBezTo>
                  <a:cubicBezTo>
                    <a:pt x="14046" y="28338"/>
                    <a:pt x="11782" y="28590"/>
                    <a:pt x="9518" y="29094"/>
                  </a:cubicBezTo>
                  <a:cubicBezTo>
                    <a:pt x="7282" y="29598"/>
                    <a:pt x="4990" y="30381"/>
                    <a:pt x="2642" y="31443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2" name="Freeform 2291">
              <a:extLst>
                <a:ext uri="{FF2B5EF4-FFF2-40B4-BE49-F238E27FC236}">
                  <a16:creationId xmlns:a16="http://schemas.microsoft.com/office/drawing/2014/main" id="{7F5CE8AA-7A30-7FC5-1172-ED063A766290}"/>
                </a:ext>
              </a:extLst>
            </p:cNvPr>
            <p:cNvSpPr/>
            <p:nvPr/>
          </p:nvSpPr>
          <p:spPr>
            <a:xfrm>
              <a:off x="1404198" y="2887798"/>
              <a:ext cx="37272" cy="62596"/>
            </a:xfrm>
            <a:custGeom>
              <a:avLst/>
              <a:gdLst>
                <a:gd name="csX0" fmla="*/ 1215 w 37272"/>
                <a:gd name="csY0" fmla="*/ 55466 h 62596"/>
                <a:gd name="csX1" fmla="*/ 15051 w 37272"/>
                <a:gd name="csY1" fmla="*/ 55466 h 62596"/>
                <a:gd name="csX2" fmla="*/ 15051 w 37272"/>
                <a:gd name="csY2" fmla="*/ 7711 h 62596"/>
                <a:gd name="csX3" fmla="*/ 0 w 37272"/>
                <a:gd name="csY3" fmla="*/ 10733 h 62596"/>
                <a:gd name="csX4" fmla="*/ 0 w 37272"/>
                <a:gd name="csY4" fmla="*/ 3022 h 62596"/>
                <a:gd name="csX5" fmla="*/ 14967 w 37272"/>
                <a:gd name="csY5" fmla="*/ 0 h 62596"/>
                <a:gd name="csX6" fmla="*/ 23437 w 37272"/>
                <a:gd name="csY6" fmla="*/ 0 h 62596"/>
                <a:gd name="csX7" fmla="*/ 23437 w 37272"/>
                <a:gd name="csY7" fmla="*/ 55466 h 62596"/>
                <a:gd name="csX8" fmla="*/ 37272 w 37272"/>
                <a:gd name="csY8" fmla="*/ 55466 h 62596"/>
                <a:gd name="csX9" fmla="*/ 37272 w 37272"/>
                <a:gd name="csY9" fmla="*/ 62597 h 62596"/>
                <a:gd name="csX10" fmla="*/ 1215 w 37272"/>
                <a:gd name="csY10" fmla="*/ 62597 h 62596"/>
                <a:gd name="csX11" fmla="*/ 1215 w 37272"/>
                <a:gd name="csY11" fmla="*/ 55466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2" h="62596">
                  <a:moveTo>
                    <a:pt x="1215" y="55466"/>
                  </a:moveTo>
                  <a:lnTo>
                    <a:pt x="15051" y="55466"/>
                  </a:lnTo>
                  <a:lnTo>
                    <a:pt x="15051" y="7711"/>
                  </a:lnTo>
                  <a:lnTo>
                    <a:pt x="0" y="10733"/>
                  </a:lnTo>
                  <a:lnTo>
                    <a:pt x="0" y="3022"/>
                  </a:lnTo>
                  <a:lnTo>
                    <a:pt x="14967" y="0"/>
                  </a:lnTo>
                  <a:lnTo>
                    <a:pt x="23437" y="0"/>
                  </a:lnTo>
                  <a:lnTo>
                    <a:pt x="23437" y="55466"/>
                  </a:lnTo>
                  <a:lnTo>
                    <a:pt x="37272" y="55466"/>
                  </a:lnTo>
                  <a:lnTo>
                    <a:pt x="37272" y="62597"/>
                  </a:lnTo>
                  <a:lnTo>
                    <a:pt x="1215" y="62597"/>
                  </a:lnTo>
                  <a:lnTo>
                    <a:pt x="1215" y="5546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" name="Freeform 2292">
              <a:extLst>
                <a:ext uri="{FF2B5EF4-FFF2-40B4-BE49-F238E27FC236}">
                  <a16:creationId xmlns:a16="http://schemas.microsoft.com/office/drawing/2014/main" id="{D078228E-7F45-BC83-1F68-DC5FA4FA32E5}"/>
                </a:ext>
              </a:extLst>
            </p:cNvPr>
            <p:cNvSpPr/>
            <p:nvPr/>
          </p:nvSpPr>
          <p:spPr>
            <a:xfrm>
              <a:off x="1458577" y="2939745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4" name="Freeform 2293">
              <a:extLst>
                <a:ext uri="{FF2B5EF4-FFF2-40B4-BE49-F238E27FC236}">
                  <a16:creationId xmlns:a16="http://schemas.microsoft.com/office/drawing/2014/main" id="{E4BAEBB6-F5EA-59B1-66A8-68FB10F36AED}"/>
                </a:ext>
              </a:extLst>
            </p:cNvPr>
            <p:cNvSpPr/>
            <p:nvPr/>
          </p:nvSpPr>
          <p:spPr>
            <a:xfrm>
              <a:off x="1482348" y="2886670"/>
              <a:ext cx="43269" cy="64935"/>
            </a:xfrm>
            <a:custGeom>
              <a:avLst/>
              <a:gdLst>
                <a:gd name="csX0" fmla="*/ 21635 w 43269"/>
                <a:gd name="csY0" fmla="*/ 6707 h 64935"/>
                <a:gd name="csX1" fmla="*/ 11781 w 43269"/>
                <a:gd name="csY1" fmla="*/ 13165 h 64935"/>
                <a:gd name="csX2" fmla="*/ 8512 w 43269"/>
                <a:gd name="csY2" fmla="*/ 32489 h 64935"/>
                <a:gd name="csX3" fmla="*/ 11781 w 43269"/>
                <a:gd name="csY3" fmla="*/ 51822 h 64935"/>
                <a:gd name="csX4" fmla="*/ 21635 w 43269"/>
                <a:gd name="csY4" fmla="*/ 58229 h 64935"/>
                <a:gd name="csX5" fmla="*/ 31488 w 43269"/>
                <a:gd name="csY5" fmla="*/ 51822 h 64935"/>
                <a:gd name="csX6" fmla="*/ 34800 w 43269"/>
                <a:gd name="csY6" fmla="*/ 32489 h 64935"/>
                <a:gd name="csX7" fmla="*/ 31488 w 43269"/>
                <a:gd name="csY7" fmla="*/ 13165 h 64935"/>
                <a:gd name="csX8" fmla="*/ 21635 w 43269"/>
                <a:gd name="csY8" fmla="*/ 6707 h 64935"/>
                <a:gd name="csX9" fmla="*/ 21635 w 43269"/>
                <a:gd name="csY9" fmla="*/ 0 h 64935"/>
                <a:gd name="csX10" fmla="*/ 37693 w 43269"/>
                <a:gd name="csY10" fmla="*/ 8342 h 64935"/>
                <a:gd name="csX11" fmla="*/ 43269 w 43269"/>
                <a:gd name="csY11" fmla="*/ 32489 h 64935"/>
                <a:gd name="csX12" fmla="*/ 37693 w 43269"/>
                <a:gd name="csY12" fmla="*/ 56635 h 64935"/>
                <a:gd name="csX13" fmla="*/ 21635 w 43269"/>
                <a:gd name="csY13" fmla="*/ 64936 h 64935"/>
                <a:gd name="csX14" fmla="*/ 5535 w 43269"/>
                <a:gd name="csY14" fmla="*/ 56635 h 64935"/>
                <a:gd name="csX15" fmla="*/ 0 w 43269"/>
                <a:gd name="csY15" fmla="*/ 32489 h 64935"/>
                <a:gd name="csX16" fmla="*/ 5535 w 43269"/>
                <a:gd name="csY16" fmla="*/ 8342 h 64935"/>
                <a:gd name="csX17" fmla="*/ 21635 w 43269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9" h="64935">
                  <a:moveTo>
                    <a:pt x="21635" y="6707"/>
                  </a:moveTo>
                  <a:cubicBezTo>
                    <a:pt x="17274" y="6707"/>
                    <a:pt x="13990" y="8860"/>
                    <a:pt x="11781" y="13165"/>
                  </a:cubicBezTo>
                  <a:cubicBezTo>
                    <a:pt x="9602" y="17436"/>
                    <a:pt x="8512" y="23877"/>
                    <a:pt x="8512" y="32489"/>
                  </a:cubicBezTo>
                  <a:cubicBezTo>
                    <a:pt x="8512" y="41072"/>
                    <a:pt x="9602" y="47517"/>
                    <a:pt x="11781" y="51822"/>
                  </a:cubicBezTo>
                  <a:cubicBezTo>
                    <a:pt x="13990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8" y="51822"/>
                  </a:cubicBezTo>
                  <a:cubicBezTo>
                    <a:pt x="33696" y="47517"/>
                    <a:pt x="34800" y="41072"/>
                    <a:pt x="34800" y="32489"/>
                  </a:cubicBezTo>
                  <a:cubicBezTo>
                    <a:pt x="34800" y="23877"/>
                    <a:pt x="33696" y="17436"/>
                    <a:pt x="31488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3" y="2781"/>
                    <a:pt x="37693" y="8342"/>
                  </a:cubicBezTo>
                  <a:cubicBezTo>
                    <a:pt x="41410" y="13876"/>
                    <a:pt x="43269" y="21925"/>
                    <a:pt x="43269" y="32489"/>
                  </a:cubicBezTo>
                  <a:cubicBezTo>
                    <a:pt x="43269" y="43025"/>
                    <a:pt x="41410" y="51074"/>
                    <a:pt x="37693" y="56635"/>
                  </a:cubicBezTo>
                  <a:cubicBezTo>
                    <a:pt x="34003" y="62169"/>
                    <a:pt x="28650" y="64936"/>
                    <a:pt x="21635" y="64936"/>
                  </a:cubicBezTo>
                  <a:cubicBezTo>
                    <a:pt x="14619" y="64936"/>
                    <a:pt x="9252" y="62169"/>
                    <a:pt x="5535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5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5" name="Freeform 2294">
              <a:extLst>
                <a:ext uri="{FF2B5EF4-FFF2-40B4-BE49-F238E27FC236}">
                  <a16:creationId xmlns:a16="http://schemas.microsoft.com/office/drawing/2014/main" id="{A74B27F2-C86C-2187-88F8-14F653056997}"/>
                </a:ext>
              </a:extLst>
            </p:cNvPr>
            <p:cNvSpPr/>
            <p:nvPr/>
          </p:nvSpPr>
          <p:spPr>
            <a:xfrm>
              <a:off x="1911082" y="2887798"/>
              <a:ext cx="37270" cy="62596"/>
            </a:xfrm>
            <a:custGeom>
              <a:avLst/>
              <a:gdLst>
                <a:gd name="csX0" fmla="*/ 1211 w 37270"/>
                <a:gd name="csY0" fmla="*/ 55466 h 62596"/>
                <a:gd name="csX1" fmla="*/ 15049 w 37270"/>
                <a:gd name="csY1" fmla="*/ 55466 h 62596"/>
                <a:gd name="csX2" fmla="*/ 15049 w 37270"/>
                <a:gd name="csY2" fmla="*/ 7711 h 62596"/>
                <a:gd name="csX3" fmla="*/ 0 w 37270"/>
                <a:gd name="csY3" fmla="*/ 10733 h 62596"/>
                <a:gd name="csX4" fmla="*/ 0 w 37270"/>
                <a:gd name="csY4" fmla="*/ 3022 h 62596"/>
                <a:gd name="csX5" fmla="*/ 14966 w 37270"/>
                <a:gd name="csY5" fmla="*/ 0 h 62596"/>
                <a:gd name="csX6" fmla="*/ 23432 w 37270"/>
                <a:gd name="csY6" fmla="*/ 0 h 62596"/>
                <a:gd name="csX7" fmla="*/ 23432 w 37270"/>
                <a:gd name="csY7" fmla="*/ 55466 h 62596"/>
                <a:gd name="csX8" fmla="*/ 37270 w 37270"/>
                <a:gd name="csY8" fmla="*/ 55466 h 62596"/>
                <a:gd name="csX9" fmla="*/ 37270 w 37270"/>
                <a:gd name="csY9" fmla="*/ 62597 h 62596"/>
                <a:gd name="csX10" fmla="*/ 1211 w 37270"/>
                <a:gd name="csY10" fmla="*/ 62597 h 62596"/>
                <a:gd name="csX11" fmla="*/ 1211 w 37270"/>
                <a:gd name="csY11" fmla="*/ 55466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0" h="62596">
                  <a:moveTo>
                    <a:pt x="1211" y="55466"/>
                  </a:moveTo>
                  <a:lnTo>
                    <a:pt x="15049" y="55466"/>
                  </a:lnTo>
                  <a:lnTo>
                    <a:pt x="15049" y="7711"/>
                  </a:lnTo>
                  <a:lnTo>
                    <a:pt x="0" y="10733"/>
                  </a:lnTo>
                  <a:lnTo>
                    <a:pt x="0" y="3022"/>
                  </a:lnTo>
                  <a:lnTo>
                    <a:pt x="14966" y="0"/>
                  </a:lnTo>
                  <a:lnTo>
                    <a:pt x="23432" y="0"/>
                  </a:lnTo>
                  <a:lnTo>
                    <a:pt x="23432" y="55466"/>
                  </a:lnTo>
                  <a:lnTo>
                    <a:pt x="37270" y="55466"/>
                  </a:lnTo>
                  <a:lnTo>
                    <a:pt x="37270" y="62597"/>
                  </a:lnTo>
                  <a:lnTo>
                    <a:pt x="1211" y="62597"/>
                  </a:lnTo>
                  <a:lnTo>
                    <a:pt x="1211" y="5546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6" name="Freeform 2295">
              <a:extLst>
                <a:ext uri="{FF2B5EF4-FFF2-40B4-BE49-F238E27FC236}">
                  <a16:creationId xmlns:a16="http://schemas.microsoft.com/office/drawing/2014/main" id="{E7D4E724-B0AD-A572-4161-12BDF220D571}"/>
                </a:ext>
              </a:extLst>
            </p:cNvPr>
            <p:cNvSpPr/>
            <p:nvPr/>
          </p:nvSpPr>
          <p:spPr>
            <a:xfrm>
              <a:off x="1965460" y="2939745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7" name="Freeform 2296">
              <a:extLst>
                <a:ext uri="{FF2B5EF4-FFF2-40B4-BE49-F238E27FC236}">
                  <a16:creationId xmlns:a16="http://schemas.microsoft.com/office/drawing/2014/main" id="{B758D4DE-A3C9-10B1-A915-04C9BE0F0980}"/>
                </a:ext>
              </a:extLst>
            </p:cNvPr>
            <p:cNvSpPr/>
            <p:nvPr/>
          </p:nvSpPr>
          <p:spPr>
            <a:xfrm>
              <a:off x="1990197" y="2887798"/>
              <a:ext cx="40499" cy="63807"/>
            </a:xfrm>
            <a:custGeom>
              <a:avLst/>
              <a:gdLst>
                <a:gd name="csX0" fmla="*/ 2639 w 40499"/>
                <a:gd name="csY0" fmla="*/ 0 h 63807"/>
                <a:gd name="csX1" fmla="*/ 35894 w 40499"/>
                <a:gd name="csY1" fmla="*/ 0 h 63807"/>
                <a:gd name="csX2" fmla="*/ 35894 w 40499"/>
                <a:gd name="csY2" fmla="*/ 7131 h 63807"/>
                <a:gd name="csX3" fmla="*/ 10402 w 40499"/>
                <a:gd name="csY3" fmla="*/ 7131 h 63807"/>
                <a:gd name="csX4" fmla="*/ 10402 w 40499"/>
                <a:gd name="csY4" fmla="*/ 22470 h 63807"/>
                <a:gd name="csX5" fmla="*/ 14086 w 40499"/>
                <a:gd name="csY5" fmla="*/ 21549 h 63807"/>
                <a:gd name="csX6" fmla="*/ 17781 w 40499"/>
                <a:gd name="csY6" fmla="*/ 21217 h 63807"/>
                <a:gd name="csX7" fmla="*/ 34383 w 40499"/>
                <a:gd name="csY7" fmla="*/ 26962 h 63807"/>
                <a:gd name="csX8" fmla="*/ 40500 w 40499"/>
                <a:gd name="csY8" fmla="*/ 42518 h 63807"/>
                <a:gd name="csX9" fmla="*/ 34207 w 40499"/>
                <a:gd name="csY9" fmla="*/ 58239 h 63807"/>
                <a:gd name="csX10" fmla="*/ 16477 w 40499"/>
                <a:gd name="csY10" fmla="*/ 63808 h 63807"/>
                <a:gd name="csX11" fmla="*/ 8425 w 40499"/>
                <a:gd name="csY11" fmla="*/ 63145 h 63807"/>
                <a:gd name="csX12" fmla="*/ 0 w 40499"/>
                <a:gd name="csY12" fmla="*/ 61127 h 63807"/>
                <a:gd name="csX13" fmla="*/ 0 w 40499"/>
                <a:gd name="csY13" fmla="*/ 52619 h 63807"/>
                <a:gd name="csX14" fmla="*/ 7794 w 40499"/>
                <a:gd name="csY14" fmla="*/ 55683 h 63807"/>
                <a:gd name="csX15" fmla="*/ 16312 w 40499"/>
                <a:gd name="csY15" fmla="*/ 56687 h 63807"/>
                <a:gd name="csX16" fmla="*/ 27800 w 40499"/>
                <a:gd name="csY16" fmla="*/ 52868 h 63807"/>
                <a:gd name="csX17" fmla="*/ 32033 w 40499"/>
                <a:gd name="csY17" fmla="*/ 42518 h 63807"/>
                <a:gd name="csX18" fmla="*/ 27800 w 40499"/>
                <a:gd name="csY18" fmla="*/ 32158 h 63807"/>
                <a:gd name="csX19" fmla="*/ 16312 w 40499"/>
                <a:gd name="csY19" fmla="*/ 28338 h 63807"/>
                <a:gd name="csX20" fmla="*/ 9522 w 40499"/>
                <a:gd name="csY20" fmla="*/ 29094 h 63807"/>
                <a:gd name="csX21" fmla="*/ 2639 w 40499"/>
                <a:gd name="csY21" fmla="*/ 31443 h 63807"/>
                <a:gd name="csX22" fmla="*/ 2639 w 40499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499" h="63807">
                  <a:moveTo>
                    <a:pt x="2639" y="0"/>
                  </a:moveTo>
                  <a:lnTo>
                    <a:pt x="35894" y="0"/>
                  </a:lnTo>
                  <a:lnTo>
                    <a:pt x="35894" y="7131"/>
                  </a:lnTo>
                  <a:lnTo>
                    <a:pt x="10402" y="7131"/>
                  </a:lnTo>
                  <a:lnTo>
                    <a:pt x="10402" y="22470"/>
                  </a:lnTo>
                  <a:cubicBezTo>
                    <a:pt x="11630" y="22056"/>
                    <a:pt x="12858" y="21749"/>
                    <a:pt x="14086" y="21549"/>
                  </a:cubicBezTo>
                  <a:cubicBezTo>
                    <a:pt x="15315" y="21328"/>
                    <a:pt x="16546" y="21217"/>
                    <a:pt x="17781" y="21217"/>
                  </a:cubicBezTo>
                  <a:cubicBezTo>
                    <a:pt x="24764" y="21217"/>
                    <a:pt x="30298" y="23132"/>
                    <a:pt x="34383" y="26962"/>
                  </a:cubicBezTo>
                  <a:cubicBezTo>
                    <a:pt x="38461" y="30791"/>
                    <a:pt x="40500" y="35977"/>
                    <a:pt x="40500" y="42518"/>
                  </a:cubicBezTo>
                  <a:cubicBezTo>
                    <a:pt x="40500" y="49252"/>
                    <a:pt x="38402" y="54493"/>
                    <a:pt x="34207" y="58239"/>
                  </a:cubicBezTo>
                  <a:cubicBezTo>
                    <a:pt x="30019" y="61952"/>
                    <a:pt x="24109" y="63808"/>
                    <a:pt x="16477" y="63808"/>
                  </a:cubicBezTo>
                  <a:cubicBezTo>
                    <a:pt x="13848" y="63808"/>
                    <a:pt x="11164" y="63587"/>
                    <a:pt x="8425" y="63145"/>
                  </a:cubicBezTo>
                  <a:cubicBezTo>
                    <a:pt x="5713" y="62697"/>
                    <a:pt x="2905" y="62024"/>
                    <a:pt x="0" y="61127"/>
                  </a:cubicBezTo>
                  <a:lnTo>
                    <a:pt x="0" y="52619"/>
                  </a:lnTo>
                  <a:cubicBezTo>
                    <a:pt x="2519" y="53986"/>
                    <a:pt x="5116" y="55007"/>
                    <a:pt x="7794" y="55683"/>
                  </a:cubicBezTo>
                  <a:cubicBezTo>
                    <a:pt x="10478" y="56352"/>
                    <a:pt x="13317" y="56687"/>
                    <a:pt x="16312" y="56687"/>
                  </a:cubicBezTo>
                  <a:cubicBezTo>
                    <a:pt x="21149" y="56687"/>
                    <a:pt x="24978" y="55414"/>
                    <a:pt x="27800" y="52868"/>
                  </a:cubicBezTo>
                  <a:cubicBezTo>
                    <a:pt x="30622" y="50329"/>
                    <a:pt x="32033" y="46879"/>
                    <a:pt x="32033" y="42518"/>
                  </a:cubicBezTo>
                  <a:cubicBezTo>
                    <a:pt x="32033" y="38157"/>
                    <a:pt x="30622" y="34704"/>
                    <a:pt x="27800" y="32158"/>
                  </a:cubicBezTo>
                  <a:cubicBezTo>
                    <a:pt x="24978" y="29611"/>
                    <a:pt x="21149" y="28338"/>
                    <a:pt x="16312" y="28338"/>
                  </a:cubicBezTo>
                  <a:cubicBezTo>
                    <a:pt x="14048" y="28338"/>
                    <a:pt x="11785" y="28590"/>
                    <a:pt x="9522" y="29094"/>
                  </a:cubicBezTo>
                  <a:cubicBezTo>
                    <a:pt x="7280" y="29598"/>
                    <a:pt x="4985" y="30381"/>
                    <a:pt x="2639" y="31443"/>
                  </a:cubicBezTo>
                  <a:lnTo>
                    <a:pt x="2639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8" name="Freeform 2297">
              <a:extLst>
                <a:ext uri="{FF2B5EF4-FFF2-40B4-BE49-F238E27FC236}">
                  <a16:creationId xmlns:a16="http://schemas.microsoft.com/office/drawing/2014/main" id="{AF7D8144-5A70-7CF0-E5D0-0098F3E71B58}"/>
                </a:ext>
              </a:extLst>
            </p:cNvPr>
            <p:cNvSpPr/>
            <p:nvPr/>
          </p:nvSpPr>
          <p:spPr>
            <a:xfrm>
              <a:off x="2414588" y="2886670"/>
              <a:ext cx="39744" cy="63724"/>
            </a:xfrm>
            <a:custGeom>
              <a:avLst/>
              <a:gdLst>
                <a:gd name="csX0" fmla="*/ 10184 w 39744"/>
                <a:gd name="csY0" fmla="*/ 56594 h 63724"/>
                <a:gd name="csX1" fmla="*/ 39744 w 39744"/>
                <a:gd name="csY1" fmla="*/ 56594 h 63724"/>
                <a:gd name="csX2" fmla="*/ 39744 w 39744"/>
                <a:gd name="csY2" fmla="*/ 63725 h 63724"/>
                <a:gd name="csX3" fmla="*/ 0 w 39744"/>
                <a:gd name="csY3" fmla="*/ 63725 h 63724"/>
                <a:gd name="csX4" fmla="*/ 0 w 39744"/>
                <a:gd name="csY4" fmla="*/ 56594 h 63724"/>
                <a:gd name="csX5" fmla="*/ 13124 w 39744"/>
                <a:gd name="csY5" fmla="*/ 43222 h 63724"/>
                <a:gd name="csX6" fmla="*/ 23608 w 39744"/>
                <a:gd name="csY6" fmla="*/ 32364 h 63724"/>
                <a:gd name="csX7" fmla="*/ 29270 w 39744"/>
                <a:gd name="csY7" fmla="*/ 24654 h 63724"/>
                <a:gd name="csX8" fmla="*/ 30905 w 39744"/>
                <a:gd name="csY8" fmla="*/ 18402 h 63724"/>
                <a:gd name="csX9" fmla="*/ 27376 w 39744"/>
                <a:gd name="csY9" fmla="*/ 10267 h 63724"/>
                <a:gd name="csX10" fmla="*/ 18278 w 39744"/>
                <a:gd name="csY10" fmla="*/ 7121 h 63724"/>
                <a:gd name="csX11" fmla="*/ 9853 w 39744"/>
                <a:gd name="csY11" fmla="*/ 8508 h 63724"/>
                <a:gd name="csX12" fmla="*/ 424 w 39744"/>
                <a:gd name="csY12" fmla="*/ 12699 h 63724"/>
                <a:gd name="csX13" fmla="*/ 424 w 39744"/>
                <a:gd name="csY13" fmla="*/ 4150 h 63724"/>
                <a:gd name="csX14" fmla="*/ 9977 w 39744"/>
                <a:gd name="csY14" fmla="*/ 1045 h 63724"/>
                <a:gd name="csX15" fmla="*/ 18112 w 39744"/>
                <a:gd name="csY15" fmla="*/ 0 h 63724"/>
                <a:gd name="csX16" fmla="*/ 33627 w 39744"/>
                <a:gd name="csY16" fmla="*/ 4864 h 63724"/>
                <a:gd name="csX17" fmla="*/ 39413 w 39744"/>
                <a:gd name="csY17" fmla="*/ 17854 h 63724"/>
                <a:gd name="csX18" fmla="*/ 37943 w 39744"/>
                <a:gd name="csY18" fmla="*/ 25192 h 63724"/>
                <a:gd name="csX19" fmla="*/ 32706 w 39744"/>
                <a:gd name="csY19" fmla="*/ 33327 h 63724"/>
                <a:gd name="csX20" fmla="*/ 26041 w 39744"/>
                <a:gd name="csY20" fmla="*/ 40375 h 63724"/>
                <a:gd name="csX21" fmla="*/ 10184 w 39744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4" h="63724">
                  <a:moveTo>
                    <a:pt x="10184" y="56594"/>
                  </a:moveTo>
                  <a:lnTo>
                    <a:pt x="39744" y="56594"/>
                  </a:lnTo>
                  <a:lnTo>
                    <a:pt x="39744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5" y="53268"/>
                    <a:pt x="7590" y="48811"/>
                    <a:pt x="13124" y="43222"/>
                  </a:cubicBezTo>
                  <a:cubicBezTo>
                    <a:pt x="18685" y="37605"/>
                    <a:pt x="22180" y="33986"/>
                    <a:pt x="23608" y="32364"/>
                  </a:cubicBezTo>
                  <a:cubicBezTo>
                    <a:pt x="26320" y="29315"/>
                    <a:pt x="28207" y="26744"/>
                    <a:pt x="29270" y="24654"/>
                  </a:cubicBezTo>
                  <a:cubicBezTo>
                    <a:pt x="30360" y="22528"/>
                    <a:pt x="30905" y="20445"/>
                    <a:pt x="30905" y="18402"/>
                  </a:cubicBezTo>
                  <a:cubicBezTo>
                    <a:pt x="30905" y="15076"/>
                    <a:pt x="29729" y="12365"/>
                    <a:pt x="27376" y="10267"/>
                  </a:cubicBezTo>
                  <a:cubicBezTo>
                    <a:pt x="25057" y="8170"/>
                    <a:pt x="22025" y="7121"/>
                    <a:pt x="18278" y="7121"/>
                  </a:cubicBezTo>
                  <a:cubicBezTo>
                    <a:pt x="15622" y="7121"/>
                    <a:pt x="12813" y="7583"/>
                    <a:pt x="9853" y="8508"/>
                  </a:cubicBezTo>
                  <a:cubicBezTo>
                    <a:pt x="6921" y="9432"/>
                    <a:pt x="3778" y="10830"/>
                    <a:pt x="424" y="12699"/>
                  </a:cubicBezTo>
                  <a:lnTo>
                    <a:pt x="424" y="4150"/>
                  </a:lnTo>
                  <a:cubicBezTo>
                    <a:pt x="3833" y="2777"/>
                    <a:pt x="7017" y="1742"/>
                    <a:pt x="9977" y="1045"/>
                  </a:cubicBezTo>
                  <a:cubicBezTo>
                    <a:pt x="12944" y="348"/>
                    <a:pt x="15656" y="0"/>
                    <a:pt x="18112" y="0"/>
                  </a:cubicBezTo>
                  <a:cubicBezTo>
                    <a:pt x="24599" y="0"/>
                    <a:pt x="29770" y="1621"/>
                    <a:pt x="33627" y="4864"/>
                  </a:cubicBezTo>
                  <a:cubicBezTo>
                    <a:pt x="37484" y="8101"/>
                    <a:pt x="39413" y="12430"/>
                    <a:pt x="39413" y="17854"/>
                  </a:cubicBezTo>
                  <a:cubicBezTo>
                    <a:pt x="39413" y="20427"/>
                    <a:pt x="38923" y="22873"/>
                    <a:pt x="37943" y="25192"/>
                  </a:cubicBezTo>
                  <a:cubicBezTo>
                    <a:pt x="36991" y="27483"/>
                    <a:pt x="35245" y="30194"/>
                    <a:pt x="32706" y="33327"/>
                  </a:cubicBezTo>
                  <a:cubicBezTo>
                    <a:pt x="32002" y="34141"/>
                    <a:pt x="29780" y="36491"/>
                    <a:pt x="26041" y="40375"/>
                  </a:cubicBezTo>
                  <a:cubicBezTo>
                    <a:pt x="22294" y="44232"/>
                    <a:pt x="17009" y="49639"/>
                    <a:pt x="10184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9" name="Freeform 2298">
              <a:extLst>
                <a:ext uri="{FF2B5EF4-FFF2-40B4-BE49-F238E27FC236}">
                  <a16:creationId xmlns:a16="http://schemas.microsoft.com/office/drawing/2014/main" id="{312B3892-1DDD-B739-A873-F287ED0D5A1A}"/>
                </a:ext>
              </a:extLst>
            </p:cNvPr>
            <p:cNvSpPr/>
            <p:nvPr/>
          </p:nvSpPr>
          <p:spPr>
            <a:xfrm>
              <a:off x="2472113" y="2939745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0" name="Freeform 2299">
              <a:extLst>
                <a:ext uri="{FF2B5EF4-FFF2-40B4-BE49-F238E27FC236}">
                  <a16:creationId xmlns:a16="http://schemas.microsoft.com/office/drawing/2014/main" id="{D820DC82-2D4B-48B2-DE36-7567B0258894}"/>
                </a:ext>
              </a:extLst>
            </p:cNvPr>
            <p:cNvSpPr/>
            <p:nvPr/>
          </p:nvSpPr>
          <p:spPr>
            <a:xfrm>
              <a:off x="2495887" y="2886670"/>
              <a:ext cx="43262" cy="64935"/>
            </a:xfrm>
            <a:custGeom>
              <a:avLst/>
              <a:gdLst>
                <a:gd name="csX0" fmla="*/ 21632 w 43262"/>
                <a:gd name="csY0" fmla="*/ 6707 h 64935"/>
                <a:gd name="csX1" fmla="*/ 11778 w 43262"/>
                <a:gd name="csY1" fmla="*/ 13165 h 64935"/>
                <a:gd name="csX2" fmla="*/ 8508 w 43262"/>
                <a:gd name="csY2" fmla="*/ 32489 h 64935"/>
                <a:gd name="csX3" fmla="*/ 11778 w 43262"/>
                <a:gd name="csY3" fmla="*/ 51822 h 64935"/>
                <a:gd name="csX4" fmla="*/ 21632 w 43262"/>
                <a:gd name="csY4" fmla="*/ 58229 h 64935"/>
                <a:gd name="csX5" fmla="*/ 31485 w 43262"/>
                <a:gd name="csY5" fmla="*/ 51822 h 64935"/>
                <a:gd name="csX6" fmla="*/ 34797 w 43262"/>
                <a:gd name="csY6" fmla="*/ 32489 h 64935"/>
                <a:gd name="csX7" fmla="*/ 31485 w 43262"/>
                <a:gd name="csY7" fmla="*/ 13165 h 64935"/>
                <a:gd name="csX8" fmla="*/ 21632 w 43262"/>
                <a:gd name="csY8" fmla="*/ 6707 h 64935"/>
                <a:gd name="csX9" fmla="*/ 21632 w 43262"/>
                <a:gd name="csY9" fmla="*/ 0 h 64935"/>
                <a:gd name="csX10" fmla="*/ 37695 w 43262"/>
                <a:gd name="csY10" fmla="*/ 8342 h 64935"/>
                <a:gd name="csX11" fmla="*/ 43263 w 43262"/>
                <a:gd name="csY11" fmla="*/ 32489 h 64935"/>
                <a:gd name="csX12" fmla="*/ 37695 w 43262"/>
                <a:gd name="csY12" fmla="*/ 56635 h 64935"/>
                <a:gd name="csX13" fmla="*/ 21632 w 43262"/>
                <a:gd name="csY13" fmla="*/ 64936 h 64935"/>
                <a:gd name="csX14" fmla="*/ 5527 w 43262"/>
                <a:gd name="csY14" fmla="*/ 56635 h 64935"/>
                <a:gd name="csX15" fmla="*/ 0 w 43262"/>
                <a:gd name="csY15" fmla="*/ 32489 h 64935"/>
                <a:gd name="csX16" fmla="*/ 5527 w 43262"/>
                <a:gd name="csY16" fmla="*/ 8342 h 64935"/>
                <a:gd name="csX17" fmla="*/ 21632 w 43262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2" h="64935">
                  <a:moveTo>
                    <a:pt x="21632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2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2" y="6707"/>
                  </a:cubicBezTo>
                  <a:moveTo>
                    <a:pt x="21632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07" y="13876"/>
                    <a:pt x="43263" y="21925"/>
                    <a:pt x="43263" y="32489"/>
                  </a:cubicBezTo>
                  <a:cubicBezTo>
                    <a:pt x="43263" y="43025"/>
                    <a:pt x="41407" y="51074"/>
                    <a:pt x="37695" y="56635"/>
                  </a:cubicBezTo>
                  <a:cubicBezTo>
                    <a:pt x="34003" y="62169"/>
                    <a:pt x="28649" y="64936"/>
                    <a:pt x="21632" y="64936"/>
                  </a:cubicBezTo>
                  <a:cubicBezTo>
                    <a:pt x="14614" y="64936"/>
                    <a:pt x="9246" y="62169"/>
                    <a:pt x="5527" y="56635"/>
                  </a:cubicBezTo>
                  <a:cubicBezTo>
                    <a:pt x="1842" y="51074"/>
                    <a:pt x="0" y="43025"/>
                    <a:pt x="0" y="32489"/>
                  </a:cubicBezTo>
                  <a:cubicBezTo>
                    <a:pt x="0" y="21925"/>
                    <a:pt x="1842" y="13876"/>
                    <a:pt x="5527" y="8342"/>
                  </a:cubicBezTo>
                  <a:cubicBezTo>
                    <a:pt x="9246" y="2781"/>
                    <a:pt x="14614" y="0"/>
                    <a:pt x="2163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1" name="Freeform 2300">
              <a:extLst>
                <a:ext uri="{FF2B5EF4-FFF2-40B4-BE49-F238E27FC236}">
                  <a16:creationId xmlns:a16="http://schemas.microsoft.com/office/drawing/2014/main" id="{54ED4696-57FF-4C52-117D-533A7611A2E7}"/>
                </a:ext>
              </a:extLst>
            </p:cNvPr>
            <p:cNvSpPr/>
            <p:nvPr/>
          </p:nvSpPr>
          <p:spPr>
            <a:xfrm>
              <a:off x="1842689" y="3003656"/>
              <a:ext cx="49452" cy="44991"/>
            </a:xfrm>
            <a:custGeom>
              <a:avLst/>
              <a:gdLst>
                <a:gd name="csX0" fmla="*/ 49452 w 49452"/>
                <a:gd name="csY0" fmla="*/ 6541 h 44991"/>
                <a:gd name="csX1" fmla="*/ 47755 w 49452"/>
                <a:gd name="csY1" fmla="*/ 10805 h 44991"/>
                <a:gd name="csX2" fmla="*/ 44122 w 49452"/>
                <a:gd name="csY2" fmla="*/ 12316 h 44991"/>
                <a:gd name="csX3" fmla="*/ 41307 w 49452"/>
                <a:gd name="csY3" fmla="*/ 11250 h 44991"/>
                <a:gd name="csX4" fmla="*/ 40334 w 49452"/>
                <a:gd name="csY4" fmla="*/ 8818 h 44991"/>
                <a:gd name="csX5" fmla="*/ 41690 w 49452"/>
                <a:gd name="csY5" fmla="*/ 5382 h 44991"/>
                <a:gd name="csX6" fmla="*/ 45085 w 49452"/>
                <a:gd name="csY6" fmla="*/ 3436 h 44991"/>
                <a:gd name="csX7" fmla="*/ 40137 w 49452"/>
                <a:gd name="csY7" fmla="*/ 2184 h 44991"/>
                <a:gd name="csX8" fmla="*/ 36504 w 49452"/>
                <a:gd name="csY8" fmla="*/ 3198 h 44991"/>
                <a:gd name="csX9" fmla="*/ 33834 w 49452"/>
                <a:gd name="csY9" fmla="*/ 5527 h 44991"/>
                <a:gd name="csX10" fmla="*/ 31992 w 49452"/>
                <a:gd name="csY10" fmla="*/ 8725 h 44991"/>
                <a:gd name="csX11" fmla="*/ 30833 w 49452"/>
                <a:gd name="csY11" fmla="*/ 11685 h 44991"/>
                <a:gd name="csX12" fmla="*/ 30294 w 49452"/>
                <a:gd name="csY12" fmla="*/ 13910 h 44991"/>
                <a:gd name="csX13" fmla="*/ 26910 w 49452"/>
                <a:gd name="csY13" fmla="*/ 27490 h 44991"/>
                <a:gd name="csX14" fmla="*/ 25254 w 49452"/>
                <a:gd name="csY14" fmla="*/ 36215 h 44991"/>
                <a:gd name="csX15" fmla="*/ 26610 w 49452"/>
                <a:gd name="csY15" fmla="*/ 40924 h 44991"/>
                <a:gd name="csX16" fmla="*/ 30688 w 49452"/>
                <a:gd name="csY16" fmla="*/ 42766 h 44991"/>
                <a:gd name="csX17" fmla="*/ 32965 w 49452"/>
                <a:gd name="csY17" fmla="*/ 42466 h 44991"/>
                <a:gd name="csX18" fmla="*/ 35728 w 49452"/>
                <a:gd name="csY18" fmla="*/ 41255 h 44991"/>
                <a:gd name="csX19" fmla="*/ 38740 w 49452"/>
                <a:gd name="csY19" fmla="*/ 38978 h 44991"/>
                <a:gd name="csX20" fmla="*/ 41597 w 49452"/>
                <a:gd name="csY20" fmla="*/ 35200 h 44991"/>
                <a:gd name="csX21" fmla="*/ 43925 w 49452"/>
                <a:gd name="csY21" fmla="*/ 29767 h 44991"/>
                <a:gd name="csX22" fmla="*/ 45188 w 49452"/>
                <a:gd name="csY22" fmla="*/ 28701 h 44991"/>
                <a:gd name="csX23" fmla="*/ 46399 w 49452"/>
                <a:gd name="csY23" fmla="*/ 29673 h 44991"/>
                <a:gd name="csX24" fmla="*/ 45716 w 49452"/>
                <a:gd name="csY24" fmla="*/ 32240 h 44991"/>
                <a:gd name="csX25" fmla="*/ 43677 w 49452"/>
                <a:gd name="csY25" fmla="*/ 36163 h 44991"/>
                <a:gd name="csX26" fmla="*/ 40530 w 49452"/>
                <a:gd name="csY26" fmla="*/ 40334 h 44991"/>
                <a:gd name="csX27" fmla="*/ 36070 w 49452"/>
                <a:gd name="csY27" fmla="*/ 43635 h 44991"/>
                <a:gd name="csX28" fmla="*/ 30491 w 49452"/>
                <a:gd name="csY28" fmla="*/ 44991 h 44991"/>
                <a:gd name="csX29" fmla="*/ 23557 w 49452"/>
                <a:gd name="csY29" fmla="*/ 42766 h 44991"/>
                <a:gd name="csX30" fmla="*/ 19779 w 49452"/>
                <a:gd name="csY30" fmla="*/ 37425 h 44991"/>
                <a:gd name="csX31" fmla="*/ 19199 w 49452"/>
                <a:gd name="csY31" fmla="*/ 38450 h 44991"/>
                <a:gd name="csX32" fmla="*/ 17843 w 49452"/>
                <a:gd name="csY32" fmla="*/ 40334 h 44991"/>
                <a:gd name="csX33" fmla="*/ 15753 w 49452"/>
                <a:gd name="csY33" fmla="*/ 42570 h 44991"/>
                <a:gd name="csX34" fmla="*/ 12896 w 49452"/>
                <a:gd name="csY34" fmla="*/ 44215 h 44991"/>
                <a:gd name="csX35" fmla="*/ 9356 w 49452"/>
                <a:gd name="csY35" fmla="*/ 44991 h 44991"/>
                <a:gd name="csX36" fmla="*/ 4937 w 49452"/>
                <a:gd name="csY36" fmla="*/ 44308 h 44991"/>
                <a:gd name="csX37" fmla="*/ 1449 w 49452"/>
                <a:gd name="csY37" fmla="*/ 42083 h 44991"/>
                <a:gd name="csX38" fmla="*/ 0 w 49452"/>
                <a:gd name="csY38" fmla="*/ 38398 h 44991"/>
                <a:gd name="csX39" fmla="*/ 1594 w 49452"/>
                <a:gd name="csY39" fmla="*/ 34372 h 44991"/>
                <a:gd name="csX40" fmla="*/ 5475 w 49452"/>
                <a:gd name="csY40" fmla="*/ 32675 h 44991"/>
                <a:gd name="csX41" fmla="*/ 8001 w 49452"/>
                <a:gd name="csY41" fmla="*/ 33503 h 44991"/>
                <a:gd name="csX42" fmla="*/ 9160 w 49452"/>
                <a:gd name="csY42" fmla="*/ 36121 h 44991"/>
                <a:gd name="csX43" fmla="*/ 7804 w 49452"/>
                <a:gd name="csY43" fmla="*/ 39609 h 44991"/>
                <a:gd name="csX44" fmla="*/ 4502 w 49452"/>
                <a:gd name="csY44" fmla="*/ 41503 h 44991"/>
                <a:gd name="csX45" fmla="*/ 9450 w 49452"/>
                <a:gd name="csY45" fmla="*/ 42766 h 44991"/>
                <a:gd name="csX46" fmla="*/ 15173 w 49452"/>
                <a:gd name="csY46" fmla="*/ 39951 h 44991"/>
                <a:gd name="csX47" fmla="*/ 18909 w 49452"/>
                <a:gd name="csY47" fmla="*/ 32437 h 44991"/>
                <a:gd name="csX48" fmla="*/ 23070 w 49452"/>
                <a:gd name="csY48" fmla="*/ 16094 h 44991"/>
                <a:gd name="csX49" fmla="*/ 24240 w 49452"/>
                <a:gd name="csY49" fmla="*/ 8818 h 44991"/>
                <a:gd name="csX50" fmla="*/ 23701 w 49452"/>
                <a:gd name="csY50" fmla="*/ 5382 h 44991"/>
                <a:gd name="csX51" fmla="*/ 22252 w 49452"/>
                <a:gd name="csY51" fmla="*/ 3343 h 44991"/>
                <a:gd name="csX52" fmla="*/ 20555 w 49452"/>
                <a:gd name="csY52" fmla="*/ 2422 h 44991"/>
                <a:gd name="csX53" fmla="*/ 18909 w 49452"/>
                <a:gd name="csY53" fmla="*/ 2184 h 44991"/>
                <a:gd name="csX54" fmla="*/ 15804 w 49452"/>
                <a:gd name="csY54" fmla="*/ 2763 h 44991"/>
                <a:gd name="csX55" fmla="*/ 12265 w 49452"/>
                <a:gd name="csY55" fmla="*/ 4699 h 44991"/>
                <a:gd name="csX56" fmla="*/ 8580 w 49452"/>
                <a:gd name="csY56" fmla="*/ 8725 h 44991"/>
                <a:gd name="csX57" fmla="*/ 5568 w 49452"/>
                <a:gd name="csY57" fmla="*/ 15173 h 44991"/>
                <a:gd name="csX58" fmla="*/ 4264 w 49452"/>
                <a:gd name="csY58" fmla="*/ 16291 h 44991"/>
                <a:gd name="csX59" fmla="*/ 3095 w 49452"/>
                <a:gd name="csY59" fmla="*/ 15266 h 44991"/>
                <a:gd name="csX60" fmla="*/ 3726 w 49452"/>
                <a:gd name="csY60" fmla="*/ 12751 h 44991"/>
                <a:gd name="csX61" fmla="*/ 5765 w 49452"/>
                <a:gd name="csY61" fmla="*/ 8818 h 44991"/>
                <a:gd name="csX62" fmla="*/ 8963 w 49452"/>
                <a:gd name="csY62" fmla="*/ 4699 h 44991"/>
                <a:gd name="csX63" fmla="*/ 13476 w 49452"/>
                <a:gd name="csY63" fmla="*/ 1356 h 44991"/>
                <a:gd name="csX64" fmla="*/ 19096 w 49452"/>
                <a:gd name="csY64" fmla="*/ 0 h 44991"/>
                <a:gd name="csX65" fmla="*/ 21673 w 49452"/>
                <a:gd name="csY65" fmla="*/ 290 h 44991"/>
                <a:gd name="csX66" fmla="*/ 24529 w 49452"/>
                <a:gd name="csY66" fmla="*/ 1263 h 44991"/>
                <a:gd name="csX67" fmla="*/ 27531 w 49452"/>
                <a:gd name="csY67" fmla="*/ 3581 h 44991"/>
                <a:gd name="csX68" fmla="*/ 29818 w 49452"/>
                <a:gd name="csY68" fmla="*/ 7514 h 44991"/>
                <a:gd name="csX69" fmla="*/ 31174 w 49452"/>
                <a:gd name="csY69" fmla="*/ 5330 h 44991"/>
                <a:gd name="csX70" fmla="*/ 33255 w 49452"/>
                <a:gd name="csY70" fmla="*/ 2960 h 44991"/>
                <a:gd name="csX71" fmla="*/ 36360 w 49452"/>
                <a:gd name="csY71" fmla="*/ 818 h 44991"/>
                <a:gd name="csX72" fmla="*/ 40241 w 49452"/>
                <a:gd name="csY72" fmla="*/ 0 h 44991"/>
                <a:gd name="csX73" fmla="*/ 44163 w 49452"/>
                <a:gd name="csY73" fmla="*/ 528 h 44991"/>
                <a:gd name="csX74" fmla="*/ 47755 w 49452"/>
                <a:gd name="csY74" fmla="*/ 2618 h 44991"/>
                <a:gd name="csX75" fmla="*/ 49452 w 49452"/>
                <a:gd name="csY75" fmla="*/ 6541 h 4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9452" h="44991">
                  <a:moveTo>
                    <a:pt x="49452" y="6541"/>
                  </a:moveTo>
                  <a:cubicBezTo>
                    <a:pt x="49452" y="8356"/>
                    <a:pt x="48886" y="9777"/>
                    <a:pt x="47755" y="10805"/>
                  </a:cubicBezTo>
                  <a:cubicBezTo>
                    <a:pt x="46623" y="11813"/>
                    <a:pt x="45412" y="12316"/>
                    <a:pt x="44122" y="12316"/>
                  </a:cubicBezTo>
                  <a:cubicBezTo>
                    <a:pt x="42894" y="12316"/>
                    <a:pt x="41955" y="11961"/>
                    <a:pt x="41307" y="11250"/>
                  </a:cubicBezTo>
                  <a:cubicBezTo>
                    <a:pt x="40658" y="10540"/>
                    <a:pt x="40334" y="9729"/>
                    <a:pt x="40334" y="8818"/>
                  </a:cubicBezTo>
                  <a:cubicBezTo>
                    <a:pt x="40334" y="7590"/>
                    <a:pt x="40786" y="6444"/>
                    <a:pt x="41690" y="5382"/>
                  </a:cubicBezTo>
                  <a:cubicBezTo>
                    <a:pt x="42600" y="4312"/>
                    <a:pt x="43732" y="3664"/>
                    <a:pt x="45085" y="3436"/>
                  </a:cubicBezTo>
                  <a:cubicBezTo>
                    <a:pt x="43760" y="2601"/>
                    <a:pt x="42111" y="2184"/>
                    <a:pt x="40137" y="2184"/>
                  </a:cubicBezTo>
                  <a:cubicBezTo>
                    <a:pt x="38847" y="2184"/>
                    <a:pt x="37636" y="2522"/>
                    <a:pt x="36504" y="3198"/>
                  </a:cubicBezTo>
                  <a:cubicBezTo>
                    <a:pt x="35407" y="3874"/>
                    <a:pt x="34517" y="4651"/>
                    <a:pt x="33834" y="5527"/>
                  </a:cubicBezTo>
                  <a:cubicBezTo>
                    <a:pt x="33192" y="6396"/>
                    <a:pt x="32578" y="7462"/>
                    <a:pt x="31992" y="8725"/>
                  </a:cubicBezTo>
                  <a:cubicBezTo>
                    <a:pt x="31447" y="9953"/>
                    <a:pt x="31060" y="10940"/>
                    <a:pt x="30833" y="11685"/>
                  </a:cubicBezTo>
                  <a:cubicBezTo>
                    <a:pt x="30639" y="12396"/>
                    <a:pt x="30460" y="13137"/>
                    <a:pt x="30294" y="13910"/>
                  </a:cubicBezTo>
                  <a:lnTo>
                    <a:pt x="26910" y="27490"/>
                  </a:lnTo>
                  <a:cubicBezTo>
                    <a:pt x="25806" y="31788"/>
                    <a:pt x="25254" y="34697"/>
                    <a:pt x="25254" y="36215"/>
                  </a:cubicBezTo>
                  <a:cubicBezTo>
                    <a:pt x="25254" y="38091"/>
                    <a:pt x="25706" y="39661"/>
                    <a:pt x="26610" y="40924"/>
                  </a:cubicBezTo>
                  <a:cubicBezTo>
                    <a:pt x="27521" y="42152"/>
                    <a:pt x="28880" y="42766"/>
                    <a:pt x="30688" y="42766"/>
                  </a:cubicBezTo>
                  <a:cubicBezTo>
                    <a:pt x="31398" y="42766"/>
                    <a:pt x="32157" y="42666"/>
                    <a:pt x="32965" y="42466"/>
                  </a:cubicBezTo>
                  <a:cubicBezTo>
                    <a:pt x="33772" y="42245"/>
                    <a:pt x="34693" y="41842"/>
                    <a:pt x="35728" y="41255"/>
                  </a:cubicBezTo>
                  <a:cubicBezTo>
                    <a:pt x="36798" y="40641"/>
                    <a:pt x="37802" y="39882"/>
                    <a:pt x="38740" y="38978"/>
                  </a:cubicBezTo>
                  <a:cubicBezTo>
                    <a:pt x="39706" y="38040"/>
                    <a:pt x="40658" y="36780"/>
                    <a:pt x="41597" y="35200"/>
                  </a:cubicBezTo>
                  <a:cubicBezTo>
                    <a:pt x="42535" y="33613"/>
                    <a:pt x="43311" y="31802"/>
                    <a:pt x="43925" y="29767"/>
                  </a:cubicBezTo>
                  <a:cubicBezTo>
                    <a:pt x="44119" y="29056"/>
                    <a:pt x="44539" y="28701"/>
                    <a:pt x="45188" y="28701"/>
                  </a:cubicBezTo>
                  <a:cubicBezTo>
                    <a:pt x="45995" y="28701"/>
                    <a:pt x="46399" y="29025"/>
                    <a:pt x="46399" y="29673"/>
                  </a:cubicBezTo>
                  <a:cubicBezTo>
                    <a:pt x="46399" y="30219"/>
                    <a:pt x="46171" y="31074"/>
                    <a:pt x="45716" y="32240"/>
                  </a:cubicBezTo>
                  <a:cubicBezTo>
                    <a:pt x="45295" y="33372"/>
                    <a:pt x="44615" y="34679"/>
                    <a:pt x="43677" y="36163"/>
                  </a:cubicBezTo>
                  <a:cubicBezTo>
                    <a:pt x="42773" y="37619"/>
                    <a:pt x="41724" y="39009"/>
                    <a:pt x="40530" y="40334"/>
                  </a:cubicBezTo>
                  <a:cubicBezTo>
                    <a:pt x="39337" y="41631"/>
                    <a:pt x="37850" y="42732"/>
                    <a:pt x="36070" y="43635"/>
                  </a:cubicBezTo>
                  <a:cubicBezTo>
                    <a:pt x="34290" y="44539"/>
                    <a:pt x="32430" y="44991"/>
                    <a:pt x="30491" y="44991"/>
                  </a:cubicBezTo>
                  <a:cubicBezTo>
                    <a:pt x="27710" y="44991"/>
                    <a:pt x="25399" y="44250"/>
                    <a:pt x="23557" y="42766"/>
                  </a:cubicBezTo>
                  <a:cubicBezTo>
                    <a:pt x="21714" y="41276"/>
                    <a:pt x="20455" y="39495"/>
                    <a:pt x="19779" y="37425"/>
                  </a:cubicBezTo>
                  <a:cubicBezTo>
                    <a:pt x="19620" y="37715"/>
                    <a:pt x="19427" y="38057"/>
                    <a:pt x="19199" y="38450"/>
                  </a:cubicBezTo>
                  <a:cubicBezTo>
                    <a:pt x="18971" y="38837"/>
                    <a:pt x="18520" y="39465"/>
                    <a:pt x="17843" y="40334"/>
                  </a:cubicBezTo>
                  <a:cubicBezTo>
                    <a:pt x="17195" y="41176"/>
                    <a:pt x="16498" y="41921"/>
                    <a:pt x="15753" y="42570"/>
                  </a:cubicBezTo>
                  <a:cubicBezTo>
                    <a:pt x="15007" y="43184"/>
                    <a:pt x="14055" y="43732"/>
                    <a:pt x="12896" y="44215"/>
                  </a:cubicBezTo>
                  <a:cubicBezTo>
                    <a:pt x="11764" y="44733"/>
                    <a:pt x="10584" y="44991"/>
                    <a:pt x="9356" y="44991"/>
                  </a:cubicBezTo>
                  <a:cubicBezTo>
                    <a:pt x="7804" y="44991"/>
                    <a:pt x="6331" y="44764"/>
                    <a:pt x="4937" y="44308"/>
                  </a:cubicBezTo>
                  <a:cubicBezTo>
                    <a:pt x="3584" y="43860"/>
                    <a:pt x="2422" y="43118"/>
                    <a:pt x="1449" y="42083"/>
                  </a:cubicBezTo>
                  <a:cubicBezTo>
                    <a:pt x="483" y="41048"/>
                    <a:pt x="0" y="39820"/>
                    <a:pt x="0" y="38398"/>
                  </a:cubicBezTo>
                  <a:cubicBezTo>
                    <a:pt x="0" y="36811"/>
                    <a:pt x="531" y="35469"/>
                    <a:pt x="1594" y="34372"/>
                  </a:cubicBezTo>
                  <a:cubicBezTo>
                    <a:pt x="2698" y="33241"/>
                    <a:pt x="3992" y="32675"/>
                    <a:pt x="5475" y="32675"/>
                  </a:cubicBezTo>
                  <a:cubicBezTo>
                    <a:pt x="6414" y="32675"/>
                    <a:pt x="7255" y="32951"/>
                    <a:pt x="8001" y="33503"/>
                  </a:cubicBezTo>
                  <a:cubicBezTo>
                    <a:pt x="8773" y="34048"/>
                    <a:pt x="9160" y="34921"/>
                    <a:pt x="9160" y="36121"/>
                  </a:cubicBezTo>
                  <a:cubicBezTo>
                    <a:pt x="9160" y="37446"/>
                    <a:pt x="8708" y="38609"/>
                    <a:pt x="7804" y="39609"/>
                  </a:cubicBezTo>
                  <a:cubicBezTo>
                    <a:pt x="6900" y="40610"/>
                    <a:pt x="5799" y="41241"/>
                    <a:pt x="4502" y="41503"/>
                  </a:cubicBezTo>
                  <a:cubicBezTo>
                    <a:pt x="5827" y="42345"/>
                    <a:pt x="7476" y="42766"/>
                    <a:pt x="9450" y="42766"/>
                  </a:cubicBezTo>
                  <a:cubicBezTo>
                    <a:pt x="11582" y="42766"/>
                    <a:pt x="13489" y="41828"/>
                    <a:pt x="15173" y="39951"/>
                  </a:cubicBezTo>
                  <a:cubicBezTo>
                    <a:pt x="16857" y="38074"/>
                    <a:pt x="18102" y="35569"/>
                    <a:pt x="18909" y="32437"/>
                  </a:cubicBezTo>
                  <a:cubicBezTo>
                    <a:pt x="20910" y="24902"/>
                    <a:pt x="22297" y="19455"/>
                    <a:pt x="23070" y="16094"/>
                  </a:cubicBezTo>
                  <a:cubicBezTo>
                    <a:pt x="23850" y="12699"/>
                    <a:pt x="24240" y="10274"/>
                    <a:pt x="24240" y="8818"/>
                  </a:cubicBezTo>
                  <a:cubicBezTo>
                    <a:pt x="24240" y="7466"/>
                    <a:pt x="24060" y="6320"/>
                    <a:pt x="23701" y="5382"/>
                  </a:cubicBezTo>
                  <a:cubicBezTo>
                    <a:pt x="23350" y="4444"/>
                    <a:pt x="22867" y="3764"/>
                    <a:pt x="22252" y="3343"/>
                  </a:cubicBezTo>
                  <a:cubicBezTo>
                    <a:pt x="21673" y="2888"/>
                    <a:pt x="21107" y="2581"/>
                    <a:pt x="20555" y="2422"/>
                  </a:cubicBezTo>
                  <a:cubicBezTo>
                    <a:pt x="20038" y="2263"/>
                    <a:pt x="19489" y="2184"/>
                    <a:pt x="18909" y="2184"/>
                  </a:cubicBezTo>
                  <a:cubicBezTo>
                    <a:pt x="17936" y="2184"/>
                    <a:pt x="16901" y="2377"/>
                    <a:pt x="15804" y="2763"/>
                  </a:cubicBezTo>
                  <a:cubicBezTo>
                    <a:pt x="14735" y="3150"/>
                    <a:pt x="13555" y="3795"/>
                    <a:pt x="12265" y="4699"/>
                  </a:cubicBezTo>
                  <a:cubicBezTo>
                    <a:pt x="11002" y="5575"/>
                    <a:pt x="9774" y="6917"/>
                    <a:pt x="8580" y="8725"/>
                  </a:cubicBezTo>
                  <a:cubicBezTo>
                    <a:pt x="7386" y="10533"/>
                    <a:pt x="6382" y="12682"/>
                    <a:pt x="5568" y="15173"/>
                  </a:cubicBezTo>
                  <a:cubicBezTo>
                    <a:pt x="5410" y="15918"/>
                    <a:pt x="4975" y="16291"/>
                    <a:pt x="4264" y="16291"/>
                  </a:cubicBezTo>
                  <a:cubicBezTo>
                    <a:pt x="3484" y="16256"/>
                    <a:pt x="3095" y="15915"/>
                    <a:pt x="3095" y="15266"/>
                  </a:cubicBezTo>
                  <a:cubicBezTo>
                    <a:pt x="3095" y="14721"/>
                    <a:pt x="3305" y="13883"/>
                    <a:pt x="3726" y="12751"/>
                  </a:cubicBezTo>
                  <a:cubicBezTo>
                    <a:pt x="4181" y="11585"/>
                    <a:pt x="4861" y="10274"/>
                    <a:pt x="5765" y="8818"/>
                  </a:cubicBezTo>
                  <a:cubicBezTo>
                    <a:pt x="6703" y="7369"/>
                    <a:pt x="7769" y="5996"/>
                    <a:pt x="8963" y="4699"/>
                  </a:cubicBezTo>
                  <a:cubicBezTo>
                    <a:pt x="10191" y="3374"/>
                    <a:pt x="11695" y="2260"/>
                    <a:pt x="13476" y="1356"/>
                  </a:cubicBezTo>
                  <a:cubicBezTo>
                    <a:pt x="15283" y="452"/>
                    <a:pt x="17157" y="0"/>
                    <a:pt x="19096" y="0"/>
                  </a:cubicBezTo>
                  <a:cubicBezTo>
                    <a:pt x="19972" y="0"/>
                    <a:pt x="20831" y="97"/>
                    <a:pt x="21673" y="290"/>
                  </a:cubicBezTo>
                  <a:cubicBezTo>
                    <a:pt x="22542" y="448"/>
                    <a:pt x="23494" y="773"/>
                    <a:pt x="24529" y="1263"/>
                  </a:cubicBezTo>
                  <a:cubicBezTo>
                    <a:pt x="25599" y="1746"/>
                    <a:pt x="26599" y="2519"/>
                    <a:pt x="27531" y="3581"/>
                  </a:cubicBezTo>
                  <a:cubicBezTo>
                    <a:pt x="28469" y="4651"/>
                    <a:pt x="29232" y="5962"/>
                    <a:pt x="29818" y="7514"/>
                  </a:cubicBezTo>
                  <a:cubicBezTo>
                    <a:pt x="30205" y="6769"/>
                    <a:pt x="30657" y="6041"/>
                    <a:pt x="31174" y="5330"/>
                  </a:cubicBezTo>
                  <a:cubicBezTo>
                    <a:pt x="31719" y="4619"/>
                    <a:pt x="32413" y="3829"/>
                    <a:pt x="33255" y="2960"/>
                  </a:cubicBezTo>
                  <a:cubicBezTo>
                    <a:pt x="34131" y="2049"/>
                    <a:pt x="35166" y="1335"/>
                    <a:pt x="36360" y="818"/>
                  </a:cubicBezTo>
                  <a:cubicBezTo>
                    <a:pt x="37588" y="273"/>
                    <a:pt x="38881" y="0"/>
                    <a:pt x="40241" y="0"/>
                  </a:cubicBezTo>
                  <a:cubicBezTo>
                    <a:pt x="41565" y="0"/>
                    <a:pt x="42873" y="176"/>
                    <a:pt x="44163" y="528"/>
                  </a:cubicBezTo>
                  <a:cubicBezTo>
                    <a:pt x="45461" y="852"/>
                    <a:pt x="46658" y="1549"/>
                    <a:pt x="47755" y="2618"/>
                  </a:cubicBezTo>
                  <a:cubicBezTo>
                    <a:pt x="48886" y="3653"/>
                    <a:pt x="49452" y="4961"/>
                    <a:pt x="49452" y="654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2" name="Freeform 2301">
              <a:extLst>
                <a:ext uri="{FF2B5EF4-FFF2-40B4-BE49-F238E27FC236}">
                  <a16:creationId xmlns:a16="http://schemas.microsoft.com/office/drawing/2014/main" id="{693744FA-64C3-81C3-3DBC-5FC446EA6735}"/>
                </a:ext>
              </a:extLst>
            </p:cNvPr>
            <p:cNvSpPr/>
            <p:nvPr/>
          </p:nvSpPr>
          <p:spPr>
            <a:xfrm>
              <a:off x="763821" y="1477367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" name="Freeform 2303">
              <a:extLst>
                <a:ext uri="{FF2B5EF4-FFF2-40B4-BE49-F238E27FC236}">
                  <a16:creationId xmlns:a16="http://schemas.microsoft.com/office/drawing/2014/main" id="{DC314871-EA8E-2C9C-F657-6655587F1217}"/>
                </a:ext>
              </a:extLst>
            </p:cNvPr>
            <p:cNvSpPr/>
            <p:nvPr/>
          </p:nvSpPr>
          <p:spPr>
            <a:xfrm>
              <a:off x="763821" y="2471035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5" name="Freeform 2304">
              <a:extLst>
                <a:ext uri="{FF2B5EF4-FFF2-40B4-BE49-F238E27FC236}">
                  <a16:creationId xmlns:a16="http://schemas.microsoft.com/office/drawing/2014/main" id="{4D257743-6126-B02F-FC61-C119C5B62C52}"/>
                </a:ext>
              </a:extLst>
            </p:cNvPr>
            <p:cNvSpPr/>
            <p:nvPr/>
          </p:nvSpPr>
          <p:spPr>
            <a:xfrm>
              <a:off x="763821" y="2089799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6" name="Freeform 2305">
              <a:extLst>
                <a:ext uri="{FF2B5EF4-FFF2-40B4-BE49-F238E27FC236}">
                  <a16:creationId xmlns:a16="http://schemas.microsoft.com/office/drawing/2014/main" id="{916075CB-E173-342D-BCEB-0CE8FAB602E9}"/>
                </a:ext>
              </a:extLst>
            </p:cNvPr>
            <p:cNvSpPr/>
            <p:nvPr/>
          </p:nvSpPr>
          <p:spPr>
            <a:xfrm>
              <a:off x="763821" y="1708560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7" name="Freeform 2306">
              <a:extLst>
                <a:ext uri="{FF2B5EF4-FFF2-40B4-BE49-F238E27FC236}">
                  <a16:creationId xmlns:a16="http://schemas.microsoft.com/office/drawing/2014/main" id="{6EA1BA70-E70D-A955-B1A0-CABD4622CD8C}"/>
                </a:ext>
              </a:extLst>
            </p:cNvPr>
            <p:cNvSpPr/>
            <p:nvPr/>
          </p:nvSpPr>
          <p:spPr>
            <a:xfrm>
              <a:off x="683293" y="2819850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800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3 w 43268"/>
                <a:gd name="csY10" fmla="*/ 8342 h 64935"/>
                <a:gd name="csX11" fmla="*/ 43268 w 43268"/>
                <a:gd name="csY11" fmla="*/ 32489 h 64935"/>
                <a:gd name="csX12" fmla="*/ 37693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800" y="41072"/>
                    <a:pt x="34800" y="32489"/>
                  </a:cubicBezTo>
                  <a:cubicBezTo>
                    <a:pt x="34800" y="23878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3" y="62169"/>
                    <a:pt x="28651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8" name="Freeform 2307">
              <a:extLst>
                <a:ext uri="{FF2B5EF4-FFF2-40B4-BE49-F238E27FC236}">
                  <a16:creationId xmlns:a16="http://schemas.microsoft.com/office/drawing/2014/main" id="{F265A0A0-175D-5099-77B3-3F3E5DF3ECFA}"/>
                </a:ext>
              </a:extLst>
            </p:cNvPr>
            <p:cNvSpPr/>
            <p:nvPr/>
          </p:nvSpPr>
          <p:spPr>
            <a:xfrm>
              <a:off x="689288" y="2439739"/>
              <a:ext cx="37272" cy="62593"/>
            </a:xfrm>
            <a:custGeom>
              <a:avLst/>
              <a:gdLst>
                <a:gd name="csX0" fmla="*/ 1216 w 37272"/>
                <a:gd name="csY0" fmla="*/ 55473 h 62593"/>
                <a:gd name="csX1" fmla="*/ 15052 w 37272"/>
                <a:gd name="csY1" fmla="*/ 55473 h 62593"/>
                <a:gd name="csX2" fmla="*/ 15052 w 37272"/>
                <a:gd name="csY2" fmla="*/ 7715 h 62593"/>
                <a:gd name="csX3" fmla="*/ 0 w 37272"/>
                <a:gd name="csY3" fmla="*/ 10733 h 62593"/>
                <a:gd name="csX4" fmla="*/ 0 w 37272"/>
                <a:gd name="csY4" fmla="*/ 3019 h 62593"/>
                <a:gd name="csX5" fmla="*/ 14968 w 37272"/>
                <a:gd name="csY5" fmla="*/ 0 h 62593"/>
                <a:gd name="csX6" fmla="*/ 23438 w 37272"/>
                <a:gd name="csY6" fmla="*/ 0 h 62593"/>
                <a:gd name="csX7" fmla="*/ 23438 w 37272"/>
                <a:gd name="csY7" fmla="*/ 55473 h 62593"/>
                <a:gd name="csX8" fmla="*/ 37272 w 37272"/>
                <a:gd name="csY8" fmla="*/ 55473 h 62593"/>
                <a:gd name="csX9" fmla="*/ 37272 w 37272"/>
                <a:gd name="csY9" fmla="*/ 62594 h 62593"/>
                <a:gd name="csX10" fmla="*/ 1216 w 37272"/>
                <a:gd name="csY10" fmla="*/ 62594 h 62593"/>
                <a:gd name="csX11" fmla="*/ 1216 w 37272"/>
                <a:gd name="csY11" fmla="*/ 55473 h 62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2" h="62593">
                  <a:moveTo>
                    <a:pt x="1216" y="55473"/>
                  </a:moveTo>
                  <a:lnTo>
                    <a:pt x="15052" y="55473"/>
                  </a:lnTo>
                  <a:lnTo>
                    <a:pt x="15052" y="7715"/>
                  </a:lnTo>
                  <a:lnTo>
                    <a:pt x="0" y="10733"/>
                  </a:lnTo>
                  <a:lnTo>
                    <a:pt x="0" y="3019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73"/>
                  </a:lnTo>
                  <a:lnTo>
                    <a:pt x="37272" y="55473"/>
                  </a:lnTo>
                  <a:lnTo>
                    <a:pt x="37272" y="62594"/>
                  </a:lnTo>
                  <a:lnTo>
                    <a:pt x="1216" y="62594"/>
                  </a:lnTo>
                  <a:lnTo>
                    <a:pt x="1216" y="55473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9" name="Freeform 2308">
              <a:extLst>
                <a:ext uri="{FF2B5EF4-FFF2-40B4-BE49-F238E27FC236}">
                  <a16:creationId xmlns:a16="http://schemas.microsoft.com/office/drawing/2014/main" id="{90CE16A9-73F8-25D6-9A56-25BCA37F3EE9}"/>
                </a:ext>
              </a:extLst>
            </p:cNvPr>
            <p:cNvSpPr/>
            <p:nvPr/>
          </p:nvSpPr>
          <p:spPr>
            <a:xfrm>
              <a:off x="686815" y="2057368"/>
              <a:ext cx="39746" cy="63729"/>
            </a:xfrm>
            <a:custGeom>
              <a:avLst/>
              <a:gdLst>
                <a:gd name="csX0" fmla="*/ 10189 w 39746"/>
                <a:gd name="csY0" fmla="*/ 56601 h 63729"/>
                <a:gd name="csX1" fmla="*/ 39746 w 39746"/>
                <a:gd name="csY1" fmla="*/ 56601 h 63729"/>
                <a:gd name="csX2" fmla="*/ 39746 w 39746"/>
                <a:gd name="csY2" fmla="*/ 63729 h 63729"/>
                <a:gd name="csX3" fmla="*/ 0 w 39746"/>
                <a:gd name="csY3" fmla="*/ 63729 h 63729"/>
                <a:gd name="csX4" fmla="*/ 0 w 39746"/>
                <a:gd name="csY4" fmla="*/ 56601 h 63729"/>
                <a:gd name="csX5" fmla="*/ 13123 w 39746"/>
                <a:gd name="csY5" fmla="*/ 43227 h 63729"/>
                <a:gd name="csX6" fmla="*/ 23605 w 39746"/>
                <a:gd name="csY6" fmla="*/ 32368 h 63729"/>
                <a:gd name="csX7" fmla="*/ 29265 w 39746"/>
                <a:gd name="csY7" fmla="*/ 24654 h 63729"/>
                <a:gd name="csX8" fmla="*/ 30900 w 39746"/>
                <a:gd name="csY8" fmla="*/ 18406 h 63729"/>
                <a:gd name="csX9" fmla="*/ 27378 w 39746"/>
                <a:gd name="csY9" fmla="*/ 10272 h 63729"/>
                <a:gd name="csX10" fmla="*/ 18280 w 39746"/>
                <a:gd name="csY10" fmla="*/ 7128 h 63729"/>
                <a:gd name="csX11" fmla="*/ 9853 w 39746"/>
                <a:gd name="csY11" fmla="*/ 8512 h 63729"/>
                <a:gd name="csX12" fmla="*/ 419 w 39746"/>
                <a:gd name="csY12" fmla="*/ 12704 h 63729"/>
                <a:gd name="csX13" fmla="*/ 419 w 39746"/>
                <a:gd name="csY13" fmla="*/ 4151 h 63729"/>
                <a:gd name="csX14" fmla="*/ 9978 w 39746"/>
                <a:gd name="csY14" fmla="*/ 1048 h 63729"/>
                <a:gd name="csX15" fmla="*/ 18112 w 39746"/>
                <a:gd name="csY15" fmla="*/ 0 h 63729"/>
                <a:gd name="csX16" fmla="*/ 33625 w 39746"/>
                <a:gd name="csY16" fmla="*/ 4863 h 63729"/>
                <a:gd name="csX17" fmla="*/ 39411 w 39746"/>
                <a:gd name="csY17" fmla="*/ 17861 h 63729"/>
                <a:gd name="csX18" fmla="*/ 37944 w 39746"/>
                <a:gd name="csY18" fmla="*/ 25198 h 63729"/>
                <a:gd name="csX19" fmla="*/ 32703 w 39746"/>
                <a:gd name="csY19" fmla="*/ 33332 h 63729"/>
                <a:gd name="csX20" fmla="*/ 26036 w 39746"/>
                <a:gd name="csY20" fmla="*/ 40375 h 63729"/>
                <a:gd name="csX21" fmla="*/ 10189 w 39746"/>
                <a:gd name="csY21" fmla="*/ 56601 h 63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6" h="63729">
                  <a:moveTo>
                    <a:pt x="10189" y="56601"/>
                  </a:moveTo>
                  <a:lnTo>
                    <a:pt x="39746" y="56601"/>
                  </a:lnTo>
                  <a:lnTo>
                    <a:pt x="39746" y="63729"/>
                  </a:lnTo>
                  <a:lnTo>
                    <a:pt x="0" y="63729"/>
                  </a:lnTo>
                  <a:lnTo>
                    <a:pt x="0" y="56601"/>
                  </a:lnTo>
                  <a:cubicBezTo>
                    <a:pt x="3214" y="53275"/>
                    <a:pt x="7588" y="48817"/>
                    <a:pt x="13123" y="43227"/>
                  </a:cubicBezTo>
                  <a:cubicBezTo>
                    <a:pt x="18686" y="37609"/>
                    <a:pt x="22180" y="33989"/>
                    <a:pt x="23605" y="32368"/>
                  </a:cubicBezTo>
                  <a:cubicBezTo>
                    <a:pt x="26316" y="29321"/>
                    <a:pt x="28203" y="26750"/>
                    <a:pt x="29265" y="24654"/>
                  </a:cubicBezTo>
                  <a:cubicBezTo>
                    <a:pt x="30355" y="22529"/>
                    <a:pt x="30900" y="20447"/>
                    <a:pt x="30900" y="18406"/>
                  </a:cubicBezTo>
                  <a:cubicBezTo>
                    <a:pt x="30900" y="15080"/>
                    <a:pt x="29726" y="12369"/>
                    <a:pt x="27378" y="10272"/>
                  </a:cubicBezTo>
                  <a:cubicBezTo>
                    <a:pt x="25058" y="8176"/>
                    <a:pt x="22025" y="7128"/>
                    <a:pt x="18280" y="7128"/>
                  </a:cubicBezTo>
                  <a:cubicBezTo>
                    <a:pt x="15625" y="7128"/>
                    <a:pt x="12816" y="7589"/>
                    <a:pt x="9853" y="8512"/>
                  </a:cubicBezTo>
                  <a:cubicBezTo>
                    <a:pt x="6918" y="9434"/>
                    <a:pt x="3773" y="10831"/>
                    <a:pt x="419" y="12704"/>
                  </a:cubicBezTo>
                  <a:lnTo>
                    <a:pt x="419" y="4151"/>
                  </a:lnTo>
                  <a:cubicBezTo>
                    <a:pt x="3829" y="2782"/>
                    <a:pt x="7016" y="1747"/>
                    <a:pt x="9978" y="1048"/>
                  </a:cubicBezTo>
                  <a:cubicBezTo>
                    <a:pt x="12941" y="349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5" y="4863"/>
                  </a:cubicBezTo>
                  <a:cubicBezTo>
                    <a:pt x="37482" y="8106"/>
                    <a:pt x="39411" y="12438"/>
                    <a:pt x="39411" y="17861"/>
                  </a:cubicBezTo>
                  <a:cubicBezTo>
                    <a:pt x="39411" y="20433"/>
                    <a:pt x="38922" y="22878"/>
                    <a:pt x="37944" y="25198"/>
                  </a:cubicBezTo>
                  <a:cubicBezTo>
                    <a:pt x="36993" y="27490"/>
                    <a:pt x="35246" y="30202"/>
                    <a:pt x="32703" y="33332"/>
                  </a:cubicBezTo>
                  <a:cubicBezTo>
                    <a:pt x="32004" y="34143"/>
                    <a:pt x="29782" y="36491"/>
                    <a:pt x="26036" y="40375"/>
                  </a:cubicBezTo>
                  <a:cubicBezTo>
                    <a:pt x="22291" y="44233"/>
                    <a:pt x="17008" y="49642"/>
                    <a:pt x="10189" y="5660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0" name="Freeform 2309">
              <a:extLst>
                <a:ext uri="{FF2B5EF4-FFF2-40B4-BE49-F238E27FC236}">
                  <a16:creationId xmlns:a16="http://schemas.microsoft.com/office/drawing/2014/main" id="{0F5A09F4-6E0C-19FB-BDD6-8B1FB3E5EBD9}"/>
                </a:ext>
              </a:extLst>
            </p:cNvPr>
            <p:cNvSpPr/>
            <p:nvPr/>
          </p:nvSpPr>
          <p:spPr>
            <a:xfrm>
              <a:off x="685347" y="1676129"/>
              <a:ext cx="41213" cy="64945"/>
            </a:xfrm>
            <a:custGeom>
              <a:avLst/>
              <a:gdLst>
                <a:gd name="csX0" fmla="*/ 28301 w 41213"/>
                <a:gd name="csY0" fmla="*/ 29978 h 64945"/>
                <a:gd name="csX1" fmla="*/ 37776 w 41213"/>
                <a:gd name="csY1" fmla="*/ 35387 h 64945"/>
                <a:gd name="csX2" fmla="*/ 41214 w 41213"/>
                <a:gd name="csY2" fmla="*/ 45533 h 64945"/>
                <a:gd name="csX3" fmla="*/ 34841 w 41213"/>
                <a:gd name="csY3" fmla="*/ 59872 h 64945"/>
                <a:gd name="csX4" fmla="*/ 16729 w 41213"/>
                <a:gd name="csY4" fmla="*/ 64945 h 64945"/>
                <a:gd name="csX5" fmla="*/ 8595 w 41213"/>
                <a:gd name="csY5" fmla="*/ 64148 h 64945"/>
                <a:gd name="csX6" fmla="*/ 0 w 41213"/>
                <a:gd name="csY6" fmla="*/ 61842 h 64945"/>
                <a:gd name="csX7" fmla="*/ 0 w 41213"/>
                <a:gd name="csY7" fmla="*/ 53667 h 64945"/>
                <a:gd name="csX8" fmla="*/ 7715 w 41213"/>
                <a:gd name="csY8" fmla="*/ 56769 h 64945"/>
                <a:gd name="csX9" fmla="*/ 16477 w 41213"/>
                <a:gd name="csY9" fmla="*/ 57817 h 64945"/>
                <a:gd name="csX10" fmla="*/ 28594 w 41213"/>
                <a:gd name="csY10" fmla="*/ 54673 h 64945"/>
                <a:gd name="csX11" fmla="*/ 32787 w 41213"/>
                <a:gd name="csY11" fmla="*/ 45533 h 64945"/>
                <a:gd name="csX12" fmla="*/ 28888 w 41213"/>
                <a:gd name="csY12" fmla="*/ 36896 h 64945"/>
                <a:gd name="csX13" fmla="*/ 18112 w 41213"/>
                <a:gd name="csY13" fmla="*/ 33751 h 64945"/>
                <a:gd name="csX14" fmla="*/ 10817 w 41213"/>
                <a:gd name="csY14" fmla="*/ 33751 h 64945"/>
                <a:gd name="csX15" fmla="*/ 10817 w 41213"/>
                <a:gd name="csY15" fmla="*/ 26792 h 64945"/>
                <a:gd name="csX16" fmla="*/ 18448 w 41213"/>
                <a:gd name="csY16" fmla="*/ 26792 h 64945"/>
                <a:gd name="csX17" fmla="*/ 28007 w 41213"/>
                <a:gd name="csY17" fmla="*/ 24317 h 64945"/>
                <a:gd name="csX18" fmla="*/ 31319 w 41213"/>
                <a:gd name="csY18" fmla="*/ 17106 h 64945"/>
                <a:gd name="csX19" fmla="*/ 27882 w 41213"/>
                <a:gd name="csY19" fmla="*/ 9727 h 64945"/>
                <a:gd name="csX20" fmla="*/ 18112 w 41213"/>
                <a:gd name="csY20" fmla="*/ 7128 h 64945"/>
                <a:gd name="csX21" fmla="*/ 10649 w 41213"/>
                <a:gd name="csY21" fmla="*/ 7883 h 64945"/>
                <a:gd name="csX22" fmla="*/ 1887 w 41213"/>
                <a:gd name="csY22" fmla="*/ 10230 h 64945"/>
                <a:gd name="csX23" fmla="*/ 1887 w 41213"/>
                <a:gd name="csY23" fmla="*/ 2684 h 64945"/>
                <a:gd name="csX24" fmla="*/ 10901 w 41213"/>
                <a:gd name="csY24" fmla="*/ 671 h 64945"/>
                <a:gd name="csX25" fmla="*/ 18867 w 41213"/>
                <a:gd name="csY25" fmla="*/ 0 h 64945"/>
                <a:gd name="csX26" fmla="*/ 34128 w 41213"/>
                <a:gd name="csY26" fmla="*/ 4403 h 64945"/>
                <a:gd name="csX27" fmla="*/ 39747 w 41213"/>
                <a:gd name="csY27" fmla="*/ 16226 h 64945"/>
                <a:gd name="csX28" fmla="*/ 36770 w 41213"/>
                <a:gd name="csY28" fmla="*/ 25030 h 64945"/>
                <a:gd name="csX29" fmla="*/ 28301 w 41213"/>
                <a:gd name="csY29" fmla="*/ 29978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41213" h="64945">
                  <a:moveTo>
                    <a:pt x="28301" y="29978"/>
                  </a:moveTo>
                  <a:cubicBezTo>
                    <a:pt x="32354" y="30844"/>
                    <a:pt x="35513" y="32647"/>
                    <a:pt x="37776" y="35387"/>
                  </a:cubicBezTo>
                  <a:cubicBezTo>
                    <a:pt x="40068" y="38126"/>
                    <a:pt x="41214" y="41508"/>
                    <a:pt x="41214" y="45533"/>
                  </a:cubicBezTo>
                  <a:cubicBezTo>
                    <a:pt x="41214" y="51710"/>
                    <a:pt x="39090" y="56490"/>
                    <a:pt x="34841" y="59872"/>
                  </a:cubicBezTo>
                  <a:cubicBezTo>
                    <a:pt x="30593" y="63254"/>
                    <a:pt x="24555" y="64945"/>
                    <a:pt x="16729" y="64945"/>
                  </a:cubicBezTo>
                  <a:cubicBezTo>
                    <a:pt x="14101" y="64945"/>
                    <a:pt x="11390" y="64680"/>
                    <a:pt x="8595" y="64148"/>
                  </a:cubicBezTo>
                  <a:cubicBezTo>
                    <a:pt x="5828" y="63645"/>
                    <a:pt x="2963" y="62877"/>
                    <a:pt x="0" y="61842"/>
                  </a:cubicBezTo>
                  <a:lnTo>
                    <a:pt x="0" y="53667"/>
                  </a:lnTo>
                  <a:cubicBezTo>
                    <a:pt x="2348" y="55036"/>
                    <a:pt x="4920" y="56070"/>
                    <a:pt x="7715" y="56769"/>
                  </a:cubicBezTo>
                  <a:cubicBezTo>
                    <a:pt x="10510" y="57468"/>
                    <a:pt x="13431" y="57817"/>
                    <a:pt x="16477" y="57817"/>
                  </a:cubicBezTo>
                  <a:cubicBezTo>
                    <a:pt x="21788" y="57817"/>
                    <a:pt x="25827" y="56769"/>
                    <a:pt x="28594" y="54673"/>
                  </a:cubicBezTo>
                  <a:cubicBezTo>
                    <a:pt x="31389" y="52577"/>
                    <a:pt x="32787" y="49530"/>
                    <a:pt x="32787" y="45533"/>
                  </a:cubicBezTo>
                  <a:cubicBezTo>
                    <a:pt x="32787" y="41843"/>
                    <a:pt x="31487" y="38964"/>
                    <a:pt x="28888" y="36896"/>
                  </a:cubicBezTo>
                  <a:cubicBezTo>
                    <a:pt x="26316" y="34799"/>
                    <a:pt x="22724" y="33751"/>
                    <a:pt x="18112" y="33751"/>
                  </a:cubicBezTo>
                  <a:lnTo>
                    <a:pt x="10817" y="33751"/>
                  </a:lnTo>
                  <a:lnTo>
                    <a:pt x="10817" y="26792"/>
                  </a:lnTo>
                  <a:lnTo>
                    <a:pt x="18448" y="26792"/>
                  </a:lnTo>
                  <a:cubicBezTo>
                    <a:pt x="22613" y="26792"/>
                    <a:pt x="25799" y="25967"/>
                    <a:pt x="28007" y="24317"/>
                  </a:cubicBezTo>
                  <a:cubicBezTo>
                    <a:pt x="30215" y="22641"/>
                    <a:pt x="31319" y="20237"/>
                    <a:pt x="31319" y="17106"/>
                  </a:cubicBezTo>
                  <a:cubicBezTo>
                    <a:pt x="31319" y="13892"/>
                    <a:pt x="30173" y="11432"/>
                    <a:pt x="27882" y="9727"/>
                  </a:cubicBezTo>
                  <a:cubicBezTo>
                    <a:pt x="25617" y="7994"/>
                    <a:pt x="22361" y="7128"/>
                    <a:pt x="18112" y="7128"/>
                  </a:cubicBezTo>
                  <a:cubicBezTo>
                    <a:pt x="15793" y="7128"/>
                    <a:pt x="13305" y="7380"/>
                    <a:pt x="10649" y="7883"/>
                  </a:cubicBezTo>
                  <a:cubicBezTo>
                    <a:pt x="7994" y="8386"/>
                    <a:pt x="5073" y="9168"/>
                    <a:pt x="1887" y="10230"/>
                  </a:cubicBezTo>
                  <a:lnTo>
                    <a:pt x="1887" y="2684"/>
                  </a:lnTo>
                  <a:cubicBezTo>
                    <a:pt x="5102" y="1790"/>
                    <a:pt x="8106" y="1118"/>
                    <a:pt x="10901" y="671"/>
                  </a:cubicBezTo>
                  <a:cubicBezTo>
                    <a:pt x="13724" y="224"/>
                    <a:pt x="16380" y="0"/>
                    <a:pt x="18867" y="0"/>
                  </a:cubicBezTo>
                  <a:cubicBezTo>
                    <a:pt x="25296" y="0"/>
                    <a:pt x="30383" y="1468"/>
                    <a:pt x="34128" y="4403"/>
                  </a:cubicBezTo>
                  <a:cubicBezTo>
                    <a:pt x="37874" y="7310"/>
                    <a:pt x="39747" y="11251"/>
                    <a:pt x="39747" y="16226"/>
                  </a:cubicBezTo>
                  <a:cubicBezTo>
                    <a:pt x="39747" y="19692"/>
                    <a:pt x="38755" y="22626"/>
                    <a:pt x="36770" y="25030"/>
                  </a:cubicBezTo>
                  <a:cubicBezTo>
                    <a:pt x="34785" y="27406"/>
                    <a:pt x="31962" y="29055"/>
                    <a:pt x="28301" y="2997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0" name="Freeform 2279">
              <a:extLst>
                <a:ext uri="{FF2B5EF4-FFF2-40B4-BE49-F238E27FC236}">
                  <a16:creationId xmlns:a16="http://schemas.microsoft.com/office/drawing/2014/main" id="{A1B7DC1F-8F3F-D0D5-ACA8-976B1910F850}"/>
                </a:ext>
              </a:extLst>
            </p:cNvPr>
            <p:cNvSpPr/>
            <p:nvPr/>
          </p:nvSpPr>
          <p:spPr>
            <a:xfrm>
              <a:off x="763821" y="2852277"/>
              <a:ext cx="2213962" cy="1034"/>
            </a:xfrm>
            <a:custGeom>
              <a:avLst/>
              <a:gdLst>
                <a:gd name="csX0" fmla="*/ 0 w 2213962"/>
                <a:gd name="csY0" fmla="*/ 0 h 1034"/>
                <a:gd name="csX1" fmla="*/ 2213963 w 2213962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3962" h="1034">
                  <a:moveTo>
                    <a:pt x="0" y="0"/>
                  </a:moveTo>
                  <a:lnTo>
                    <a:pt x="2213963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" name="Freeform 2283">
              <a:extLst>
                <a:ext uri="{FF2B5EF4-FFF2-40B4-BE49-F238E27FC236}">
                  <a16:creationId xmlns:a16="http://schemas.microsoft.com/office/drawing/2014/main" id="{EF060C37-73DD-918F-95B0-D2026614F71F}"/>
                </a:ext>
              </a:extLst>
            </p:cNvPr>
            <p:cNvSpPr/>
            <p:nvPr/>
          </p:nvSpPr>
          <p:spPr>
            <a:xfrm>
              <a:off x="763821" y="2852277"/>
              <a:ext cx="2213962" cy="1034"/>
            </a:xfrm>
            <a:custGeom>
              <a:avLst/>
              <a:gdLst>
                <a:gd name="csX0" fmla="*/ 0 w 2213962"/>
                <a:gd name="csY0" fmla="*/ 0 h 1034"/>
                <a:gd name="csX1" fmla="*/ 2213963 w 2213962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13962" h="1034">
                  <a:moveTo>
                    <a:pt x="0" y="0"/>
                  </a:moveTo>
                  <a:lnTo>
                    <a:pt x="2213963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77" name="Group 2476">
            <a:extLst>
              <a:ext uri="{FF2B5EF4-FFF2-40B4-BE49-F238E27FC236}">
                <a16:creationId xmlns:a16="http://schemas.microsoft.com/office/drawing/2014/main" id="{165741BE-AAD2-0BCD-4B70-E999BFD8D154}"/>
              </a:ext>
            </a:extLst>
          </p:cNvPr>
          <p:cNvGrpSpPr/>
          <p:nvPr/>
        </p:nvGrpSpPr>
        <p:grpSpPr>
          <a:xfrm>
            <a:off x="756533" y="2412737"/>
            <a:ext cx="2226322" cy="440574"/>
            <a:chOff x="756533" y="2412737"/>
            <a:chExt cx="2226322" cy="440574"/>
          </a:xfrm>
        </p:grpSpPr>
        <p:sp>
          <p:nvSpPr>
            <p:cNvPr id="2285" name="Freeform 2284">
              <a:extLst>
                <a:ext uri="{FF2B5EF4-FFF2-40B4-BE49-F238E27FC236}">
                  <a16:creationId xmlns:a16="http://schemas.microsoft.com/office/drawing/2014/main" id="{D5CD9851-9960-C2C4-24FE-7B43BBBF07FA}"/>
                </a:ext>
              </a:extLst>
            </p:cNvPr>
            <p:cNvSpPr/>
            <p:nvPr/>
          </p:nvSpPr>
          <p:spPr>
            <a:xfrm>
              <a:off x="958925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6" name="Freeform 2285">
              <a:extLst>
                <a:ext uri="{FF2B5EF4-FFF2-40B4-BE49-F238E27FC236}">
                  <a16:creationId xmlns:a16="http://schemas.microsoft.com/office/drawing/2014/main" id="{42FB93E8-92FA-1D3C-E6F5-E645CE2F3951}"/>
                </a:ext>
              </a:extLst>
            </p:cNvPr>
            <p:cNvSpPr/>
            <p:nvPr/>
          </p:nvSpPr>
          <p:spPr>
            <a:xfrm>
              <a:off x="1464908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7" name="Freeform 2286">
              <a:extLst>
                <a:ext uri="{FF2B5EF4-FFF2-40B4-BE49-F238E27FC236}">
                  <a16:creationId xmlns:a16="http://schemas.microsoft.com/office/drawing/2014/main" id="{FAD9BEC2-5808-FB6E-CD43-5B963BD0F346}"/>
                </a:ext>
              </a:extLst>
            </p:cNvPr>
            <p:cNvSpPr/>
            <p:nvPr/>
          </p:nvSpPr>
          <p:spPr>
            <a:xfrm>
              <a:off x="1970894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8" name="Freeform 2287">
              <a:extLst>
                <a:ext uri="{FF2B5EF4-FFF2-40B4-BE49-F238E27FC236}">
                  <a16:creationId xmlns:a16="http://schemas.microsoft.com/office/drawing/2014/main" id="{624861C6-F233-E968-E297-8E4E55E10749}"/>
                </a:ext>
              </a:extLst>
            </p:cNvPr>
            <p:cNvSpPr/>
            <p:nvPr/>
          </p:nvSpPr>
          <p:spPr>
            <a:xfrm>
              <a:off x="2476874" y="2832715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3" name="Freeform 2302">
              <a:extLst>
                <a:ext uri="{FF2B5EF4-FFF2-40B4-BE49-F238E27FC236}">
                  <a16:creationId xmlns:a16="http://schemas.microsoft.com/office/drawing/2014/main" id="{EF45B563-3F1A-3137-C9ED-80F4A7761A9F}"/>
                </a:ext>
              </a:extLst>
            </p:cNvPr>
            <p:cNvSpPr/>
            <p:nvPr/>
          </p:nvSpPr>
          <p:spPr>
            <a:xfrm>
              <a:off x="763821" y="2852277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5" name="Freeform 2314">
              <a:extLst>
                <a:ext uri="{FF2B5EF4-FFF2-40B4-BE49-F238E27FC236}">
                  <a16:creationId xmlns:a16="http://schemas.microsoft.com/office/drawing/2014/main" id="{13C2606E-C944-8662-948C-90B188C315F1}"/>
                </a:ext>
              </a:extLst>
            </p:cNvPr>
            <p:cNvSpPr/>
            <p:nvPr/>
          </p:nvSpPr>
          <p:spPr>
            <a:xfrm>
              <a:off x="756533" y="2848075"/>
              <a:ext cx="50598" cy="4202"/>
            </a:xfrm>
            <a:custGeom>
              <a:avLst/>
              <a:gdLst>
                <a:gd name="csX0" fmla="*/ 0 w 50598"/>
                <a:gd name="csY0" fmla="*/ 0 h 4202"/>
                <a:gd name="csX1" fmla="*/ 0 w 50598"/>
                <a:gd name="csY1" fmla="*/ 4202 h 4202"/>
                <a:gd name="csX2" fmla="*/ 50598 w 50598"/>
                <a:gd name="csY2" fmla="*/ 4202 h 4202"/>
                <a:gd name="csX3" fmla="*/ 50598 w 50598"/>
                <a:gd name="csY3" fmla="*/ 0 h 4202"/>
                <a:gd name="csX4" fmla="*/ 0 w 50598"/>
                <a:gd name="csY4" fmla="*/ 0 h 4202"/>
                <a:gd name="csX5" fmla="*/ 0 w 50598"/>
                <a:gd name="csY5" fmla="*/ 0 h 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4202">
                  <a:moveTo>
                    <a:pt x="0" y="0"/>
                  </a:moveTo>
                  <a:lnTo>
                    <a:pt x="0" y="4202"/>
                  </a:lnTo>
                  <a:lnTo>
                    <a:pt x="50598" y="4202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6" name="Freeform 2315">
              <a:extLst>
                <a:ext uri="{FF2B5EF4-FFF2-40B4-BE49-F238E27FC236}">
                  <a16:creationId xmlns:a16="http://schemas.microsoft.com/office/drawing/2014/main" id="{C03342CE-36C0-0129-E973-C59A1657315E}"/>
                </a:ext>
              </a:extLst>
            </p:cNvPr>
            <p:cNvSpPr/>
            <p:nvPr/>
          </p:nvSpPr>
          <p:spPr>
            <a:xfrm>
              <a:off x="756533" y="2848075"/>
              <a:ext cx="50598" cy="4202"/>
            </a:xfrm>
            <a:custGeom>
              <a:avLst/>
              <a:gdLst>
                <a:gd name="csX0" fmla="*/ 0 w 50598"/>
                <a:gd name="csY0" fmla="*/ 0 h 4202"/>
                <a:gd name="csX1" fmla="*/ 0 w 50598"/>
                <a:gd name="csY1" fmla="*/ 4202 h 4202"/>
                <a:gd name="csX2" fmla="*/ 50598 w 50598"/>
                <a:gd name="csY2" fmla="*/ 4202 h 4202"/>
                <a:gd name="csX3" fmla="*/ 50598 w 50598"/>
                <a:gd name="csY3" fmla="*/ 0 h 4202"/>
                <a:gd name="csX4" fmla="*/ 0 w 50598"/>
                <a:gd name="csY4" fmla="*/ 0 h 4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4202">
                  <a:moveTo>
                    <a:pt x="0" y="0"/>
                  </a:moveTo>
                  <a:lnTo>
                    <a:pt x="0" y="4202"/>
                  </a:lnTo>
                  <a:lnTo>
                    <a:pt x="50598" y="4202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7" name="Freeform 2316">
              <a:extLst>
                <a:ext uri="{FF2B5EF4-FFF2-40B4-BE49-F238E27FC236}">
                  <a16:creationId xmlns:a16="http://schemas.microsoft.com/office/drawing/2014/main" id="{3094C061-843F-4DE6-CB08-1F34CF8D5C69}"/>
                </a:ext>
              </a:extLst>
            </p:cNvPr>
            <p:cNvSpPr/>
            <p:nvPr/>
          </p:nvSpPr>
          <p:spPr>
            <a:xfrm>
              <a:off x="807131" y="2844256"/>
              <a:ext cx="50598" cy="8021"/>
            </a:xfrm>
            <a:custGeom>
              <a:avLst/>
              <a:gdLst>
                <a:gd name="csX0" fmla="*/ 0 w 50598"/>
                <a:gd name="csY0" fmla="*/ 0 h 8021"/>
                <a:gd name="csX1" fmla="*/ 0 w 50598"/>
                <a:gd name="csY1" fmla="*/ 8021 h 8021"/>
                <a:gd name="csX2" fmla="*/ 50598 w 50598"/>
                <a:gd name="csY2" fmla="*/ 8021 h 8021"/>
                <a:gd name="csX3" fmla="*/ 50598 w 50598"/>
                <a:gd name="csY3" fmla="*/ 0 h 8021"/>
                <a:gd name="csX4" fmla="*/ 0 w 50598"/>
                <a:gd name="csY4" fmla="*/ 0 h 8021"/>
                <a:gd name="csX5" fmla="*/ 0 w 50598"/>
                <a:gd name="csY5" fmla="*/ 0 h 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8021">
                  <a:moveTo>
                    <a:pt x="0" y="0"/>
                  </a:moveTo>
                  <a:lnTo>
                    <a:pt x="0" y="8021"/>
                  </a:lnTo>
                  <a:lnTo>
                    <a:pt x="50598" y="8021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8" name="Freeform 2317">
              <a:extLst>
                <a:ext uri="{FF2B5EF4-FFF2-40B4-BE49-F238E27FC236}">
                  <a16:creationId xmlns:a16="http://schemas.microsoft.com/office/drawing/2014/main" id="{DF890882-C959-26CC-8FE4-7266E110FFED}"/>
                </a:ext>
              </a:extLst>
            </p:cNvPr>
            <p:cNvSpPr/>
            <p:nvPr/>
          </p:nvSpPr>
          <p:spPr>
            <a:xfrm>
              <a:off x="807131" y="2844256"/>
              <a:ext cx="50598" cy="8021"/>
            </a:xfrm>
            <a:custGeom>
              <a:avLst/>
              <a:gdLst>
                <a:gd name="csX0" fmla="*/ 0 w 50598"/>
                <a:gd name="csY0" fmla="*/ 0 h 8021"/>
                <a:gd name="csX1" fmla="*/ 0 w 50598"/>
                <a:gd name="csY1" fmla="*/ 8021 h 8021"/>
                <a:gd name="csX2" fmla="*/ 50598 w 50598"/>
                <a:gd name="csY2" fmla="*/ 8021 h 8021"/>
                <a:gd name="csX3" fmla="*/ 50598 w 50598"/>
                <a:gd name="csY3" fmla="*/ 0 h 8021"/>
                <a:gd name="csX4" fmla="*/ 0 w 50598"/>
                <a:gd name="csY4" fmla="*/ 0 h 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8021">
                  <a:moveTo>
                    <a:pt x="0" y="0"/>
                  </a:moveTo>
                  <a:lnTo>
                    <a:pt x="0" y="8021"/>
                  </a:lnTo>
                  <a:lnTo>
                    <a:pt x="50598" y="8021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9" name="Freeform 2318">
              <a:extLst>
                <a:ext uri="{FF2B5EF4-FFF2-40B4-BE49-F238E27FC236}">
                  <a16:creationId xmlns:a16="http://schemas.microsoft.com/office/drawing/2014/main" id="{EE3E5A69-9E61-A769-B25A-01BD108285E3}"/>
                </a:ext>
              </a:extLst>
            </p:cNvPr>
            <p:cNvSpPr/>
            <p:nvPr/>
          </p:nvSpPr>
          <p:spPr>
            <a:xfrm>
              <a:off x="857729" y="2839670"/>
              <a:ext cx="50598" cy="12606"/>
            </a:xfrm>
            <a:custGeom>
              <a:avLst/>
              <a:gdLst>
                <a:gd name="csX0" fmla="*/ 0 w 50598"/>
                <a:gd name="csY0" fmla="*/ 0 h 12606"/>
                <a:gd name="csX1" fmla="*/ 0 w 50598"/>
                <a:gd name="csY1" fmla="*/ 12606 h 12606"/>
                <a:gd name="csX2" fmla="*/ 50598 w 50598"/>
                <a:gd name="csY2" fmla="*/ 12606 h 12606"/>
                <a:gd name="csX3" fmla="*/ 50598 w 50598"/>
                <a:gd name="csY3" fmla="*/ 0 h 12606"/>
                <a:gd name="csX4" fmla="*/ 0 w 50598"/>
                <a:gd name="csY4" fmla="*/ 0 h 12606"/>
                <a:gd name="csX5" fmla="*/ 0 w 50598"/>
                <a:gd name="csY5" fmla="*/ 0 h 12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12606">
                  <a:moveTo>
                    <a:pt x="0" y="0"/>
                  </a:moveTo>
                  <a:lnTo>
                    <a:pt x="0" y="12606"/>
                  </a:lnTo>
                  <a:lnTo>
                    <a:pt x="50598" y="12606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0" name="Freeform 2319">
              <a:extLst>
                <a:ext uri="{FF2B5EF4-FFF2-40B4-BE49-F238E27FC236}">
                  <a16:creationId xmlns:a16="http://schemas.microsoft.com/office/drawing/2014/main" id="{3E9F234C-A86B-DCAF-3078-C7E0B5A6B201}"/>
                </a:ext>
              </a:extLst>
            </p:cNvPr>
            <p:cNvSpPr/>
            <p:nvPr/>
          </p:nvSpPr>
          <p:spPr>
            <a:xfrm>
              <a:off x="857729" y="2839670"/>
              <a:ext cx="50598" cy="12606"/>
            </a:xfrm>
            <a:custGeom>
              <a:avLst/>
              <a:gdLst>
                <a:gd name="csX0" fmla="*/ 0 w 50598"/>
                <a:gd name="csY0" fmla="*/ 0 h 12606"/>
                <a:gd name="csX1" fmla="*/ 0 w 50598"/>
                <a:gd name="csY1" fmla="*/ 12606 h 12606"/>
                <a:gd name="csX2" fmla="*/ 50598 w 50598"/>
                <a:gd name="csY2" fmla="*/ 12606 h 12606"/>
                <a:gd name="csX3" fmla="*/ 50598 w 50598"/>
                <a:gd name="csY3" fmla="*/ 0 h 12606"/>
                <a:gd name="csX4" fmla="*/ 0 w 50598"/>
                <a:gd name="csY4" fmla="*/ 0 h 12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12606">
                  <a:moveTo>
                    <a:pt x="0" y="0"/>
                  </a:moveTo>
                  <a:lnTo>
                    <a:pt x="0" y="12606"/>
                  </a:lnTo>
                  <a:lnTo>
                    <a:pt x="50598" y="12606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1" name="Freeform 2320">
              <a:extLst>
                <a:ext uri="{FF2B5EF4-FFF2-40B4-BE49-F238E27FC236}">
                  <a16:creationId xmlns:a16="http://schemas.microsoft.com/office/drawing/2014/main" id="{59421102-2E41-A44D-4330-3047D0F9D696}"/>
                </a:ext>
              </a:extLst>
            </p:cNvPr>
            <p:cNvSpPr/>
            <p:nvPr/>
          </p:nvSpPr>
          <p:spPr>
            <a:xfrm>
              <a:off x="908327" y="2835158"/>
              <a:ext cx="50598" cy="17118"/>
            </a:xfrm>
            <a:custGeom>
              <a:avLst/>
              <a:gdLst>
                <a:gd name="csX0" fmla="*/ 0 w 50598"/>
                <a:gd name="csY0" fmla="*/ 0 h 17118"/>
                <a:gd name="csX1" fmla="*/ 0 w 50598"/>
                <a:gd name="csY1" fmla="*/ 17119 h 17118"/>
                <a:gd name="csX2" fmla="*/ 50598 w 50598"/>
                <a:gd name="csY2" fmla="*/ 17119 h 17118"/>
                <a:gd name="csX3" fmla="*/ 50598 w 50598"/>
                <a:gd name="csY3" fmla="*/ 0 h 17118"/>
                <a:gd name="csX4" fmla="*/ 0 w 50598"/>
                <a:gd name="csY4" fmla="*/ 0 h 17118"/>
                <a:gd name="csX5" fmla="*/ 0 w 50598"/>
                <a:gd name="csY5" fmla="*/ 0 h 17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17118">
                  <a:moveTo>
                    <a:pt x="0" y="0"/>
                  </a:moveTo>
                  <a:lnTo>
                    <a:pt x="0" y="17119"/>
                  </a:lnTo>
                  <a:lnTo>
                    <a:pt x="50598" y="17119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2" name="Freeform 2321">
              <a:extLst>
                <a:ext uri="{FF2B5EF4-FFF2-40B4-BE49-F238E27FC236}">
                  <a16:creationId xmlns:a16="http://schemas.microsoft.com/office/drawing/2014/main" id="{19A38FD4-01BD-F2FE-E31C-C85F4ECE0881}"/>
                </a:ext>
              </a:extLst>
            </p:cNvPr>
            <p:cNvSpPr/>
            <p:nvPr/>
          </p:nvSpPr>
          <p:spPr>
            <a:xfrm>
              <a:off x="908327" y="2835158"/>
              <a:ext cx="50598" cy="17118"/>
            </a:xfrm>
            <a:custGeom>
              <a:avLst/>
              <a:gdLst>
                <a:gd name="csX0" fmla="*/ 0 w 50598"/>
                <a:gd name="csY0" fmla="*/ 0 h 17118"/>
                <a:gd name="csX1" fmla="*/ 0 w 50598"/>
                <a:gd name="csY1" fmla="*/ 17119 h 17118"/>
                <a:gd name="csX2" fmla="*/ 50598 w 50598"/>
                <a:gd name="csY2" fmla="*/ 17119 h 17118"/>
                <a:gd name="csX3" fmla="*/ 50598 w 50598"/>
                <a:gd name="csY3" fmla="*/ 0 h 17118"/>
                <a:gd name="csX4" fmla="*/ 0 w 50598"/>
                <a:gd name="csY4" fmla="*/ 0 h 171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17118">
                  <a:moveTo>
                    <a:pt x="0" y="0"/>
                  </a:moveTo>
                  <a:lnTo>
                    <a:pt x="0" y="17119"/>
                  </a:lnTo>
                  <a:lnTo>
                    <a:pt x="50598" y="17119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3" name="Freeform 2322">
              <a:extLst>
                <a:ext uri="{FF2B5EF4-FFF2-40B4-BE49-F238E27FC236}">
                  <a16:creationId xmlns:a16="http://schemas.microsoft.com/office/drawing/2014/main" id="{640CC402-73F9-4F39-366F-0B28990EE3FD}"/>
                </a:ext>
              </a:extLst>
            </p:cNvPr>
            <p:cNvSpPr/>
            <p:nvPr/>
          </p:nvSpPr>
          <p:spPr>
            <a:xfrm>
              <a:off x="958925" y="2826226"/>
              <a:ext cx="50598" cy="26050"/>
            </a:xfrm>
            <a:custGeom>
              <a:avLst/>
              <a:gdLst>
                <a:gd name="csX0" fmla="*/ 0 w 50598"/>
                <a:gd name="csY0" fmla="*/ 0 h 26050"/>
                <a:gd name="csX1" fmla="*/ 0 w 50598"/>
                <a:gd name="csY1" fmla="*/ 26051 h 26050"/>
                <a:gd name="csX2" fmla="*/ 50598 w 50598"/>
                <a:gd name="csY2" fmla="*/ 26051 h 26050"/>
                <a:gd name="csX3" fmla="*/ 50598 w 50598"/>
                <a:gd name="csY3" fmla="*/ 0 h 26050"/>
                <a:gd name="csX4" fmla="*/ 0 w 50598"/>
                <a:gd name="csY4" fmla="*/ 0 h 26050"/>
                <a:gd name="csX5" fmla="*/ 0 w 50598"/>
                <a:gd name="csY5" fmla="*/ 0 h 26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26050">
                  <a:moveTo>
                    <a:pt x="0" y="0"/>
                  </a:moveTo>
                  <a:lnTo>
                    <a:pt x="0" y="26051"/>
                  </a:lnTo>
                  <a:lnTo>
                    <a:pt x="50598" y="26051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4" name="Freeform 2323">
              <a:extLst>
                <a:ext uri="{FF2B5EF4-FFF2-40B4-BE49-F238E27FC236}">
                  <a16:creationId xmlns:a16="http://schemas.microsoft.com/office/drawing/2014/main" id="{D4B16E34-7BCC-CF23-2A70-E521724B6D9A}"/>
                </a:ext>
              </a:extLst>
            </p:cNvPr>
            <p:cNvSpPr/>
            <p:nvPr/>
          </p:nvSpPr>
          <p:spPr>
            <a:xfrm>
              <a:off x="958925" y="2826226"/>
              <a:ext cx="50598" cy="26050"/>
            </a:xfrm>
            <a:custGeom>
              <a:avLst/>
              <a:gdLst>
                <a:gd name="csX0" fmla="*/ 0 w 50598"/>
                <a:gd name="csY0" fmla="*/ 0 h 26050"/>
                <a:gd name="csX1" fmla="*/ 0 w 50598"/>
                <a:gd name="csY1" fmla="*/ 26051 h 26050"/>
                <a:gd name="csX2" fmla="*/ 50598 w 50598"/>
                <a:gd name="csY2" fmla="*/ 26051 h 26050"/>
                <a:gd name="csX3" fmla="*/ 50598 w 50598"/>
                <a:gd name="csY3" fmla="*/ 0 h 26050"/>
                <a:gd name="csX4" fmla="*/ 0 w 50598"/>
                <a:gd name="csY4" fmla="*/ 0 h 26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26050">
                  <a:moveTo>
                    <a:pt x="0" y="0"/>
                  </a:moveTo>
                  <a:lnTo>
                    <a:pt x="0" y="26051"/>
                  </a:lnTo>
                  <a:lnTo>
                    <a:pt x="50598" y="26051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5" name="Freeform 2324">
              <a:extLst>
                <a:ext uri="{FF2B5EF4-FFF2-40B4-BE49-F238E27FC236}">
                  <a16:creationId xmlns:a16="http://schemas.microsoft.com/office/drawing/2014/main" id="{E2A7C368-324A-8A9E-1EA4-331A163F4BA6}"/>
                </a:ext>
              </a:extLst>
            </p:cNvPr>
            <p:cNvSpPr/>
            <p:nvPr/>
          </p:nvSpPr>
          <p:spPr>
            <a:xfrm>
              <a:off x="1009523" y="2817366"/>
              <a:ext cx="50598" cy="34910"/>
            </a:xfrm>
            <a:custGeom>
              <a:avLst/>
              <a:gdLst>
                <a:gd name="csX0" fmla="*/ 0 w 50598"/>
                <a:gd name="csY0" fmla="*/ 0 h 34910"/>
                <a:gd name="csX1" fmla="*/ 0 w 50598"/>
                <a:gd name="csY1" fmla="*/ 34911 h 34910"/>
                <a:gd name="csX2" fmla="*/ 50598 w 50598"/>
                <a:gd name="csY2" fmla="*/ 34911 h 34910"/>
                <a:gd name="csX3" fmla="*/ 50598 w 50598"/>
                <a:gd name="csY3" fmla="*/ 0 h 34910"/>
                <a:gd name="csX4" fmla="*/ 0 w 50598"/>
                <a:gd name="csY4" fmla="*/ 0 h 34910"/>
                <a:gd name="csX5" fmla="*/ 0 w 50598"/>
                <a:gd name="csY5" fmla="*/ 0 h 34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34910">
                  <a:moveTo>
                    <a:pt x="0" y="0"/>
                  </a:moveTo>
                  <a:lnTo>
                    <a:pt x="0" y="34911"/>
                  </a:lnTo>
                  <a:lnTo>
                    <a:pt x="50598" y="34911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6" name="Freeform 2325">
              <a:extLst>
                <a:ext uri="{FF2B5EF4-FFF2-40B4-BE49-F238E27FC236}">
                  <a16:creationId xmlns:a16="http://schemas.microsoft.com/office/drawing/2014/main" id="{C60C7D07-AB08-AAC0-B3B1-D48F64BE19FE}"/>
                </a:ext>
              </a:extLst>
            </p:cNvPr>
            <p:cNvSpPr/>
            <p:nvPr/>
          </p:nvSpPr>
          <p:spPr>
            <a:xfrm>
              <a:off x="1009523" y="2817366"/>
              <a:ext cx="50598" cy="34910"/>
            </a:xfrm>
            <a:custGeom>
              <a:avLst/>
              <a:gdLst>
                <a:gd name="csX0" fmla="*/ 0 w 50598"/>
                <a:gd name="csY0" fmla="*/ 0 h 34910"/>
                <a:gd name="csX1" fmla="*/ 0 w 50598"/>
                <a:gd name="csY1" fmla="*/ 34911 h 34910"/>
                <a:gd name="csX2" fmla="*/ 50598 w 50598"/>
                <a:gd name="csY2" fmla="*/ 34911 h 34910"/>
                <a:gd name="csX3" fmla="*/ 50598 w 50598"/>
                <a:gd name="csY3" fmla="*/ 0 h 34910"/>
                <a:gd name="csX4" fmla="*/ 0 w 50598"/>
                <a:gd name="csY4" fmla="*/ 0 h 349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34910">
                  <a:moveTo>
                    <a:pt x="0" y="0"/>
                  </a:moveTo>
                  <a:lnTo>
                    <a:pt x="0" y="34911"/>
                  </a:lnTo>
                  <a:lnTo>
                    <a:pt x="50598" y="34911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7" name="Freeform 2326">
              <a:extLst>
                <a:ext uri="{FF2B5EF4-FFF2-40B4-BE49-F238E27FC236}">
                  <a16:creationId xmlns:a16="http://schemas.microsoft.com/office/drawing/2014/main" id="{6F935DDF-22DA-1183-35A7-E6AEE87055D5}"/>
                </a:ext>
              </a:extLst>
            </p:cNvPr>
            <p:cNvSpPr/>
            <p:nvPr/>
          </p:nvSpPr>
          <p:spPr>
            <a:xfrm>
              <a:off x="1060121" y="2798716"/>
              <a:ext cx="50599" cy="53561"/>
            </a:xfrm>
            <a:custGeom>
              <a:avLst/>
              <a:gdLst>
                <a:gd name="csX0" fmla="*/ 0 w 50599"/>
                <a:gd name="csY0" fmla="*/ 0 h 53561"/>
                <a:gd name="csX1" fmla="*/ 0 w 50599"/>
                <a:gd name="csY1" fmla="*/ 53561 h 53561"/>
                <a:gd name="csX2" fmla="*/ 50599 w 50599"/>
                <a:gd name="csY2" fmla="*/ 53561 h 53561"/>
                <a:gd name="csX3" fmla="*/ 50599 w 50599"/>
                <a:gd name="csY3" fmla="*/ 0 h 53561"/>
                <a:gd name="csX4" fmla="*/ 0 w 50599"/>
                <a:gd name="csY4" fmla="*/ 0 h 53561"/>
                <a:gd name="csX5" fmla="*/ 0 w 50599"/>
                <a:gd name="csY5" fmla="*/ 0 h 5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9" h="53561">
                  <a:moveTo>
                    <a:pt x="0" y="0"/>
                  </a:moveTo>
                  <a:lnTo>
                    <a:pt x="0" y="53561"/>
                  </a:lnTo>
                  <a:lnTo>
                    <a:pt x="50599" y="53561"/>
                  </a:lnTo>
                  <a:lnTo>
                    <a:pt x="505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8" name="Freeform 2327">
              <a:extLst>
                <a:ext uri="{FF2B5EF4-FFF2-40B4-BE49-F238E27FC236}">
                  <a16:creationId xmlns:a16="http://schemas.microsoft.com/office/drawing/2014/main" id="{5D9962D2-4410-AD58-DED0-83BEECD7B226}"/>
                </a:ext>
              </a:extLst>
            </p:cNvPr>
            <p:cNvSpPr/>
            <p:nvPr/>
          </p:nvSpPr>
          <p:spPr>
            <a:xfrm>
              <a:off x="1060121" y="2798716"/>
              <a:ext cx="50599" cy="53561"/>
            </a:xfrm>
            <a:custGeom>
              <a:avLst/>
              <a:gdLst>
                <a:gd name="csX0" fmla="*/ 0 w 50599"/>
                <a:gd name="csY0" fmla="*/ 0 h 53561"/>
                <a:gd name="csX1" fmla="*/ 0 w 50599"/>
                <a:gd name="csY1" fmla="*/ 53561 h 53561"/>
                <a:gd name="csX2" fmla="*/ 50599 w 50599"/>
                <a:gd name="csY2" fmla="*/ 53561 h 53561"/>
                <a:gd name="csX3" fmla="*/ 50599 w 50599"/>
                <a:gd name="csY3" fmla="*/ 0 h 53561"/>
                <a:gd name="csX4" fmla="*/ 0 w 50599"/>
                <a:gd name="csY4" fmla="*/ 0 h 5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9" h="53561">
                  <a:moveTo>
                    <a:pt x="0" y="0"/>
                  </a:moveTo>
                  <a:lnTo>
                    <a:pt x="0" y="53561"/>
                  </a:lnTo>
                  <a:lnTo>
                    <a:pt x="50599" y="53561"/>
                  </a:lnTo>
                  <a:lnTo>
                    <a:pt x="50599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9" name="Freeform 2328">
              <a:extLst>
                <a:ext uri="{FF2B5EF4-FFF2-40B4-BE49-F238E27FC236}">
                  <a16:creationId xmlns:a16="http://schemas.microsoft.com/office/drawing/2014/main" id="{0D45A6A9-7578-73A0-9A3B-710670B1BDB6}"/>
                </a:ext>
              </a:extLst>
            </p:cNvPr>
            <p:cNvSpPr/>
            <p:nvPr/>
          </p:nvSpPr>
          <p:spPr>
            <a:xfrm>
              <a:off x="1110720" y="2783056"/>
              <a:ext cx="50598" cy="69220"/>
            </a:xfrm>
            <a:custGeom>
              <a:avLst/>
              <a:gdLst>
                <a:gd name="csX0" fmla="*/ 0 w 50598"/>
                <a:gd name="csY0" fmla="*/ 0 h 69220"/>
                <a:gd name="csX1" fmla="*/ 0 w 50598"/>
                <a:gd name="csY1" fmla="*/ 69221 h 69220"/>
                <a:gd name="csX2" fmla="*/ 50598 w 50598"/>
                <a:gd name="csY2" fmla="*/ 69221 h 69220"/>
                <a:gd name="csX3" fmla="*/ 50598 w 50598"/>
                <a:gd name="csY3" fmla="*/ 0 h 69220"/>
                <a:gd name="csX4" fmla="*/ 0 w 50598"/>
                <a:gd name="csY4" fmla="*/ 0 h 69220"/>
                <a:gd name="csX5" fmla="*/ 0 w 50598"/>
                <a:gd name="csY5" fmla="*/ 0 h 6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69220">
                  <a:moveTo>
                    <a:pt x="0" y="0"/>
                  </a:moveTo>
                  <a:lnTo>
                    <a:pt x="0" y="69221"/>
                  </a:lnTo>
                  <a:lnTo>
                    <a:pt x="50598" y="69221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0" name="Freeform 2329">
              <a:extLst>
                <a:ext uri="{FF2B5EF4-FFF2-40B4-BE49-F238E27FC236}">
                  <a16:creationId xmlns:a16="http://schemas.microsoft.com/office/drawing/2014/main" id="{AAEC6AAE-E8C4-3F85-A28A-BEB428F17042}"/>
                </a:ext>
              </a:extLst>
            </p:cNvPr>
            <p:cNvSpPr/>
            <p:nvPr/>
          </p:nvSpPr>
          <p:spPr>
            <a:xfrm>
              <a:off x="1110720" y="2783056"/>
              <a:ext cx="50598" cy="69220"/>
            </a:xfrm>
            <a:custGeom>
              <a:avLst/>
              <a:gdLst>
                <a:gd name="csX0" fmla="*/ 0 w 50598"/>
                <a:gd name="csY0" fmla="*/ 0 h 69220"/>
                <a:gd name="csX1" fmla="*/ 0 w 50598"/>
                <a:gd name="csY1" fmla="*/ 69221 h 69220"/>
                <a:gd name="csX2" fmla="*/ 50598 w 50598"/>
                <a:gd name="csY2" fmla="*/ 69221 h 69220"/>
                <a:gd name="csX3" fmla="*/ 50598 w 50598"/>
                <a:gd name="csY3" fmla="*/ 0 h 69220"/>
                <a:gd name="csX4" fmla="*/ 0 w 50598"/>
                <a:gd name="csY4" fmla="*/ 0 h 69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69220">
                  <a:moveTo>
                    <a:pt x="0" y="0"/>
                  </a:moveTo>
                  <a:lnTo>
                    <a:pt x="0" y="69221"/>
                  </a:lnTo>
                  <a:lnTo>
                    <a:pt x="50598" y="69221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1" name="Freeform 2330">
              <a:extLst>
                <a:ext uri="{FF2B5EF4-FFF2-40B4-BE49-F238E27FC236}">
                  <a16:creationId xmlns:a16="http://schemas.microsoft.com/office/drawing/2014/main" id="{91B888C9-1445-F24E-B65B-B6C40EB6260A}"/>
                </a:ext>
              </a:extLst>
            </p:cNvPr>
            <p:cNvSpPr/>
            <p:nvPr/>
          </p:nvSpPr>
          <p:spPr>
            <a:xfrm>
              <a:off x="1161318" y="2763122"/>
              <a:ext cx="50597" cy="89154"/>
            </a:xfrm>
            <a:custGeom>
              <a:avLst/>
              <a:gdLst>
                <a:gd name="csX0" fmla="*/ 0 w 50597"/>
                <a:gd name="csY0" fmla="*/ 0 h 89154"/>
                <a:gd name="csX1" fmla="*/ 0 w 50597"/>
                <a:gd name="csY1" fmla="*/ 89155 h 89154"/>
                <a:gd name="csX2" fmla="*/ 50598 w 50597"/>
                <a:gd name="csY2" fmla="*/ 89155 h 89154"/>
                <a:gd name="csX3" fmla="*/ 50598 w 50597"/>
                <a:gd name="csY3" fmla="*/ 0 h 89154"/>
                <a:gd name="csX4" fmla="*/ 0 w 50597"/>
                <a:gd name="csY4" fmla="*/ 0 h 89154"/>
                <a:gd name="csX5" fmla="*/ 0 w 50597"/>
                <a:gd name="csY5" fmla="*/ 0 h 8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7" h="89154">
                  <a:moveTo>
                    <a:pt x="0" y="0"/>
                  </a:moveTo>
                  <a:lnTo>
                    <a:pt x="0" y="89155"/>
                  </a:lnTo>
                  <a:lnTo>
                    <a:pt x="50598" y="89155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2" name="Freeform 2331">
              <a:extLst>
                <a:ext uri="{FF2B5EF4-FFF2-40B4-BE49-F238E27FC236}">
                  <a16:creationId xmlns:a16="http://schemas.microsoft.com/office/drawing/2014/main" id="{EB2352CE-B54D-EDBE-8437-29FE19753385}"/>
                </a:ext>
              </a:extLst>
            </p:cNvPr>
            <p:cNvSpPr/>
            <p:nvPr/>
          </p:nvSpPr>
          <p:spPr>
            <a:xfrm>
              <a:off x="1161318" y="2763122"/>
              <a:ext cx="50597" cy="89154"/>
            </a:xfrm>
            <a:custGeom>
              <a:avLst/>
              <a:gdLst>
                <a:gd name="csX0" fmla="*/ 0 w 50597"/>
                <a:gd name="csY0" fmla="*/ 0 h 89154"/>
                <a:gd name="csX1" fmla="*/ 0 w 50597"/>
                <a:gd name="csY1" fmla="*/ 89155 h 89154"/>
                <a:gd name="csX2" fmla="*/ 50598 w 50597"/>
                <a:gd name="csY2" fmla="*/ 89155 h 89154"/>
                <a:gd name="csX3" fmla="*/ 50598 w 50597"/>
                <a:gd name="csY3" fmla="*/ 0 h 89154"/>
                <a:gd name="csX4" fmla="*/ 0 w 50597"/>
                <a:gd name="csY4" fmla="*/ 0 h 89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7" h="89154">
                  <a:moveTo>
                    <a:pt x="0" y="0"/>
                  </a:moveTo>
                  <a:lnTo>
                    <a:pt x="0" y="89155"/>
                  </a:lnTo>
                  <a:lnTo>
                    <a:pt x="50598" y="89155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3" name="Freeform 2332">
              <a:extLst>
                <a:ext uri="{FF2B5EF4-FFF2-40B4-BE49-F238E27FC236}">
                  <a16:creationId xmlns:a16="http://schemas.microsoft.com/office/drawing/2014/main" id="{F6612FC5-261B-36EC-791E-33376F70C607}"/>
                </a:ext>
              </a:extLst>
            </p:cNvPr>
            <p:cNvSpPr/>
            <p:nvPr/>
          </p:nvSpPr>
          <p:spPr>
            <a:xfrm>
              <a:off x="1211916" y="2740041"/>
              <a:ext cx="50598" cy="112235"/>
            </a:xfrm>
            <a:custGeom>
              <a:avLst/>
              <a:gdLst>
                <a:gd name="csX0" fmla="*/ 0 w 50598"/>
                <a:gd name="csY0" fmla="*/ 0 h 112235"/>
                <a:gd name="csX1" fmla="*/ 0 w 50598"/>
                <a:gd name="csY1" fmla="*/ 112235 h 112235"/>
                <a:gd name="csX2" fmla="*/ 50598 w 50598"/>
                <a:gd name="csY2" fmla="*/ 112235 h 112235"/>
                <a:gd name="csX3" fmla="*/ 50598 w 50598"/>
                <a:gd name="csY3" fmla="*/ 0 h 112235"/>
                <a:gd name="csX4" fmla="*/ 0 w 50598"/>
                <a:gd name="csY4" fmla="*/ 0 h 112235"/>
                <a:gd name="csX5" fmla="*/ 0 w 50598"/>
                <a:gd name="csY5" fmla="*/ 0 h 112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112235">
                  <a:moveTo>
                    <a:pt x="0" y="0"/>
                  </a:moveTo>
                  <a:lnTo>
                    <a:pt x="0" y="112235"/>
                  </a:lnTo>
                  <a:lnTo>
                    <a:pt x="50598" y="112235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4" name="Freeform 2333">
              <a:extLst>
                <a:ext uri="{FF2B5EF4-FFF2-40B4-BE49-F238E27FC236}">
                  <a16:creationId xmlns:a16="http://schemas.microsoft.com/office/drawing/2014/main" id="{B8F4C4BD-3B97-B01F-6663-84841270CD81}"/>
                </a:ext>
              </a:extLst>
            </p:cNvPr>
            <p:cNvSpPr/>
            <p:nvPr/>
          </p:nvSpPr>
          <p:spPr>
            <a:xfrm>
              <a:off x="1211916" y="2740041"/>
              <a:ext cx="50598" cy="112235"/>
            </a:xfrm>
            <a:custGeom>
              <a:avLst/>
              <a:gdLst>
                <a:gd name="csX0" fmla="*/ 0 w 50598"/>
                <a:gd name="csY0" fmla="*/ 0 h 112235"/>
                <a:gd name="csX1" fmla="*/ 0 w 50598"/>
                <a:gd name="csY1" fmla="*/ 112235 h 112235"/>
                <a:gd name="csX2" fmla="*/ 50598 w 50598"/>
                <a:gd name="csY2" fmla="*/ 112235 h 112235"/>
                <a:gd name="csX3" fmla="*/ 50598 w 50598"/>
                <a:gd name="csY3" fmla="*/ 0 h 112235"/>
                <a:gd name="csX4" fmla="*/ 0 w 50598"/>
                <a:gd name="csY4" fmla="*/ 0 h 112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112235">
                  <a:moveTo>
                    <a:pt x="0" y="0"/>
                  </a:moveTo>
                  <a:lnTo>
                    <a:pt x="0" y="112235"/>
                  </a:lnTo>
                  <a:lnTo>
                    <a:pt x="50598" y="112235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5" name="Freeform 2334">
              <a:extLst>
                <a:ext uri="{FF2B5EF4-FFF2-40B4-BE49-F238E27FC236}">
                  <a16:creationId xmlns:a16="http://schemas.microsoft.com/office/drawing/2014/main" id="{F4DB2140-BDB4-373D-791C-1C1B28A35E09}"/>
                </a:ext>
              </a:extLst>
            </p:cNvPr>
            <p:cNvSpPr/>
            <p:nvPr/>
          </p:nvSpPr>
          <p:spPr>
            <a:xfrm>
              <a:off x="1262515" y="2696499"/>
              <a:ext cx="50598" cy="155777"/>
            </a:xfrm>
            <a:custGeom>
              <a:avLst/>
              <a:gdLst>
                <a:gd name="csX0" fmla="*/ 0 w 50598"/>
                <a:gd name="csY0" fmla="*/ 0 h 155777"/>
                <a:gd name="csX1" fmla="*/ 0 w 50598"/>
                <a:gd name="csY1" fmla="*/ 155778 h 155777"/>
                <a:gd name="csX2" fmla="*/ 50598 w 50598"/>
                <a:gd name="csY2" fmla="*/ 155778 h 155777"/>
                <a:gd name="csX3" fmla="*/ 50598 w 50598"/>
                <a:gd name="csY3" fmla="*/ 0 h 155777"/>
                <a:gd name="csX4" fmla="*/ 0 w 50598"/>
                <a:gd name="csY4" fmla="*/ 0 h 155777"/>
                <a:gd name="csX5" fmla="*/ 0 w 50598"/>
                <a:gd name="csY5" fmla="*/ 0 h 155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155777">
                  <a:moveTo>
                    <a:pt x="0" y="0"/>
                  </a:moveTo>
                  <a:lnTo>
                    <a:pt x="0" y="155778"/>
                  </a:lnTo>
                  <a:lnTo>
                    <a:pt x="50598" y="155778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6" name="Freeform 2335">
              <a:extLst>
                <a:ext uri="{FF2B5EF4-FFF2-40B4-BE49-F238E27FC236}">
                  <a16:creationId xmlns:a16="http://schemas.microsoft.com/office/drawing/2014/main" id="{CF1010E2-C28E-D86E-1C10-F60DFDCB7D2A}"/>
                </a:ext>
              </a:extLst>
            </p:cNvPr>
            <p:cNvSpPr/>
            <p:nvPr/>
          </p:nvSpPr>
          <p:spPr>
            <a:xfrm>
              <a:off x="1262515" y="2696499"/>
              <a:ext cx="50598" cy="155777"/>
            </a:xfrm>
            <a:custGeom>
              <a:avLst/>
              <a:gdLst>
                <a:gd name="csX0" fmla="*/ 0 w 50598"/>
                <a:gd name="csY0" fmla="*/ 0 h 155777"/>
                <a:gd name="csX1" fmla="*/ 0 w 50598"/>
                <a:gd name="csY1" fmla="*/ 155778 h 155777"/>
                <a:gd name="csX2" fmla="*/ 50598 w 50598"/>
                <a:gd name="csY2" fmla="*/ 155778 h 155777"/>
                <a:gd name="csX3" fmla="*/ 50598 w 50598"/>
                <a:gd name="csY3" fmla="*/ 0 h 155777"/>
                <a:gd name="csX4" fmla="*/ 0 w 50598"/>
                <a:gd name="csY4" fmla="*/ 0 h 155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155777">
                  <a:moveTo>
                    <a:pt x="0" y="0"/>
                  </a:moveTo>
                  <a:lnTo>
                    <a:pt x="0" y="155778"/>
                  </a:lnTo>
                  <a:lnTo>
                    <a:pt x="50598" y="155778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7" name="Freeform 2336">
              <a:extLst>
                <a:ext uri="{FF2B5EF4-FFF2-40B4-BE49-F238E27FC236}">
                  <a16:creationId xmlns:a16="http://schemas.microsoft.com/office/drawing/2014/main" id="{8E8FF965-9132-E7DC-A988-D99D153F3312}"/>
                </a:ext>
              </a:extLst>
            </p:cNvPr>
            <p:cNvSpPr/>
            <p:nvPr/>
          </p:nvSpPr>
          <p:spPr>
            <a:xfrm>
              <a:off x="1313113" y="2676482"/>
              <a:ext cx="50597" cy="175794"/>
            </a:xfrm>
            <a:custGeom>
              <a:avLst/>
              <a:gdLst>
                <a:gd name="csX0" fmla="*/ 0 w 50597"/>
                <a:gd name="csY0" fmla="*/ 0 h 175794"/>
                <a:gd name="csX1" fmla="*/ 0 w 50597"/>
                <a:gd name="csY1" fmla="*/ 175795 h 175794"/>
                <a:gd name="csX2" fmla="*/ 50598 w 50597"/>
                <a:gd name="csY2" fmla="*/ 175795 h 175794"/>
                <a:gd name="csX3" fmla="*/ 50598 w 50597"/>
                <a:gd name="csY3" fmla="*/ 0 h 175794"/>
                <a:gd name="csX4" fmla="*/ 0 w 50597"/>
                <a:gd name="csY4" fmla="*/ 0 h 175794"/>
                <a:gd name="csX5" fmla="*/ 0 w 50597"/>
                <a:gd name="csY5" fmla="*/ 0 h 175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7" h="175794">
                  <a:moveTo>
                    <a:pt x="0" y="0"/>
                  </a:moveTo>
                  <a:lnTo>
                    <a:pt x="0" y="175795"/>
                  </a:lnTo>
                  <a:lnTo>
                    <a:pt x="50598" y="175795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8" name="Freeform 2337">
              <a:extLst>
                <a:ext uri="{FF2B5EF4-FFF2-40B4-BE49-F238E27FC236}">
                  <a16:creationId xmlns:a16="http://schemas.microsoft.com/office/drawing/2014/main" id="{92A8066A-33AA-64C3-FE73-538E8D905DD7}"/>
                </a:ext>
              </a:extLst>
            </p:cNvPr>
            <p:cNvSpPr/>
            <p:nvPr/>
          </p:nvSpPr>
          <p:spPr>
            <a:xfrm>
              <a:off x="1313113" y="2676482"/>
              <a:ext cx="50597" cy="175794"/>
            </a:xfrm>
            <a:custGeom>
              <a:avLst/>
              <a:gdLst>
                <a:gd name="csX0" fmla="*/ 0 w 50597"/>
                <a:gd name="csY0" fmla="*/ 0 h 175794"/>
                <a:gd name="csX1" fmla="*/ 0 w 50597"/>
                <a:gd name="csY1" fmla="*/ 175795 h 175794"/>
                <a:gd name="csX2" fmla="*/ 50598 w 50597"/>
                <a:gd name="csY2" fmla="*/ 175795 h 175794"/>
                <a:gd name="csX3" fmla="*/ 50598 w 50597"/>
                <a:gd name="csY3" fmla="*/ 0 h 175794"/>
                <a:gd name="csX4" fmla="*/ 0 w 50597"/>
                <a:gd name="csY4" fmla="*/ 0 h 175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7" h="175794">
                  <a:moveTo>
                    <a:pt x="0" y="0"/>
                  </a:moveTo>
                  <a:lnTo>
                    <a:pt x="0" y="175795"/>
                  </a:lnTo>
                  <a:lnTo>
                    <a:pt x="50598" y="175795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9" name="Freeform 2338">
              <a:extLst>
                <a:ext uri="{FF2B5EF4-FFF2-40B4-BE49-F238E27FC236}">
                  <a16:creationId xmlns:a16="http://schemas.microsoft.com/office/drawing/2014/main" id="{011CF7D9-51A9-8295-1F56-3FA380B1C8AC}"/>
                </a:ext>
              </a:extLst>
            </p:cNvPr>
            <p:cNvSpPr/>
            <p:nvPr/>
          </p:nvSpPr>
          <p:spPr>
            <a:xfrm>
              <a:off x="1363711" y="2626357"/>
              <a:ext cx="50598" cy="225919"/>
            </a:xfrm>
            <a:custGeom>
              <a:avLst/>
              <a:gdLst>
                <a:gd name="csX0" fmla="*/ 0 w 50598"/>
                <a:gd name="csY0" fmla="*/ 0 h 225919"/>
                <a:gd name="csX1" fmla="*/ 0 w 50598"/>
                <a:gd name="csY1" fmla="*/ 225920 h 225919"/>
                <a:gd name="csX2" fmla="*/ 50598 w 50598"/>
                <a:gd name="csY2" fmla="*/ 225920 h 225919"/>
                <a:gd name="csX3" fmla="*/ 50598 w 50598"/>
                <a:gd name="csY3" fmla="*/ 0 h 225919"/>
                <a:gd name="csX4" fmla="*/ 0 w 50598"/>
                <a:gd name="csY4" fmla="*/ 0 h 225919"/>
                <a:gd name="csX5" fmla="*/ 0 w 50598"/>
                <a:gd name="csY5" fmla="*/ 0 h 225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225919">
                  <a:moveTo>
                    <a:pt x="0" y="0"/>
                  </a:moveTo>
                  <a:lnTo>
                    <a:pt x="0" y="225920"/>
                  </a:lnTo>
                  <a:lnTo>
                    <a:pt x="50598" y="225920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0" name="Freeform 2339">
              <a:extLst>
                <a:ext uri="{FF2B5EF4-FFF2-40B4-BE49-F238E27FC236}">
                  <a16:creationId xmlns:a16="http://schemas.microsoft.com/office/drawing/2014/main" id="{5B7BE10E-DE03-930A-6F3E-D3001484DCFF}"/>
                </a:ext>
              </a:extLst>
            </p:cNvPr>
            <p:cNvSpPr/>
            <p:nvPr/>
          </p:nvSpPr>
          <p:spPr>
            <a:xfrm>
              <a:off x="1363711" y="2626357"/>
              <a:ext cx="50598" cy="225919"/>
            </a:xfrm>
            <a:custGeom>
              <a:avLst/>
              <a:gdLst>
                <a:gd name="csX0" fmla="*/ 0 w 50598"/>
                <a:gd name="csY0" fmla="*/ 0 h 225919"/>
                <a:gd name="csX1" fmla="*/ 0 w 50598"/>
                <a:gd name="csY1" fmla="*/ 225920 h 225919"/>
                <a:gd name="csX2" fmla="*/ 50598 w 50598"/>
                <a:gd name="csY2" fmla="*/ 225920 h 225919"/>
                <a:gd name="csX3" fmla="*/ 50598 w 50598"/>
                <a:gd name="csY3" fmla="*/ 0 h 225919"/>
                <a:gd name="csX4" fmla="*/ 0 w 50598"/>
                <a:gd name="csY4" fmla="*/ 0 h 225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225919">
                  <a:moveTo>
                    <a:pt x="0" y="0"/>
                  </a:moveTo>
                  <a:lnTo>
                    <a:pt x="0" y="225920"/>
                  </a:lnTo>
                  <a:lnTo>
                    <a:pt x="50598" y="225920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1" name="Freeform 2340">
              <a:extLst>
                <a:ext uri="{FF2B5EF4-FFF2-40B4-BE49-F238E27FC236}">
                  <a16:creationId xmlns:a16="http://schemas.microsoft.com/office/drawing/2014/main" id="{B49F88D2-0DE2-8AB6-E06C-B20E9031792D}"/>
                </a:ext>
              </a:extLst>
            </p:cNvPr>
            <p:cNvSpPr/>
            <p:nvPr/>
          </p:nvSpPr>
          <p:spPr>
            <a:xfrm>
              <a:off x="1414309" y="2583342"/>
              <a:ext cx="50599" cy="268934"/>
            </a:xfrm>
            <a:custGeom>
              <a:avLst/>
              <a:gdLst>
                <a:gd name="csX0" fmla="*/ 0 w 50599"/>
                <a:gd name="csY0" fmla="*/ 0 h 268934"/>
                <a:gd name="csX1" fmla="*/ 0 w 50599"/>
                <a:gd name="csY1" fmla="*/ 268934 h 268934"/>
                <a:gd name="csX2" fmla="*/ 50599 w 50599"/>
                <a:gd name="csY2" fmla="*/ 268934 h 268934"/>
                <a:gd name="csX3" fmla="*/ 50599 w 50599"/>
                <a:gd name="csY3" fmla="*/ 0 h 268934"/>
                <a:gd name="csX4" fmla="*/ 0 w 50599"/>
                <a:gd name="csY4" fmla="*/ 0 h 268934"/>
                <a:gd name="csX5" fmla="*/ 0 w 50599"/>
                <a:gd name="csY5" fmla="*/ 0 h 268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9" h="268934">
                  <a:moveTo>
                    <a:pt x="0" y="0"/>
                  </a:moveTo>
                  <a:lnTo>
                    <a:pt x="0" y="268934"/>
                  </a:lnTo>
                  <a:lnTo>
                    <a:pt x="50599" y="268934"/>
                  </a:lnTo>
                  <a:lnTo>
                    <a:pt x="5059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2" name="Freeform 2341">
              <a:extLst>
                <a:ext uri="{FF2B5EF4-FFF2-40B4-BE49-F238E27FC236}">
                  <a16:creationId xmlns:a16="http://schemas.microsoft.com/office/drawing/2014/main" id="{4617A171-F9F7-7D2C-39CE-EB57C2969574}"/>
                </a:ext>
              </a:extLst>
            </p:cNvPr>
            <p:cNvSpPr/>
            <p:nvPr/>
          </p:nvSpPr>
          <p:spPr>
            <a:xfrm>
              <a:off x="1414309" y="2583342"/>
              <a:ext cx="50599" cy="268934"/>
            </a:xfrm>
            <a:custGeom>
              <a:avLst/>
              <a:gdLst>
                <a:gd name="csX0" fmla="*/ 0 w 50599"/>
                <a:gd name="csY0" fmla="*/ 0 h 268934"/>
                <a:gd name="csX1" fmla="*/ 0 w 50599"/>
                <a:gd name="csY1" fmla="*/ 268934 h 268934"/>
                <a:gd name="csX2" fmla="*/ 50599 w 50599"/>
                <a:gd name="csY2" fmla="*/ 268934 h 268934"/>
                <a:gd name="csX3" fmla="*/ 50599 w 50599"/>
                <a:gd name="csY3" fmla="*/ 0 h 268934"/>
                <a:gd name="csX4" fmla="*/ 0 w 50599"/>
                <a:gd name="csY4" fmla="*/ 0 h 268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9" h="268934">
                  <a:moveTo>
                    <a:pt x="0" y="0"/>
                  </a:moveTo>
                  <a:lnTo>
                    <a:pt x="0" y="268934"/>
                  </a:lnTo>
                  <a:lnTo>
                    <a:pt x="50599" y="268934"/>
                  </a:lnTo>
                  <a:lnTo>
                    <a:pt x="50599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3" name="Freeform 2342">
              <a:extLst>
                <a:ext uri="{FF2B5EF4-FFF2-40B4-BE49-F238E27FC236}">
                  <a16:creationId xmlns:a16="http://schemas.microsoft.com/office/drawing/2014/main" id="{32C10423-AB4D-38EF-F2AA-7400A70484B8}"/>
                </a:ext>
              </a:extLst>
            </p:cNvPr>
            <p:cNvSpPr/>
            <p:nvPr/>
          </p:nvSpPr>
          <p:spPr>
            <a:xfrm>
              <a:off x="1464908" y="2551102"/>
              <a:ext cx="50598" cy="301174"/>
            </a:xfrm>
            <a:custGeom>
              <a:avLst/>
              <a:gdLst>
                <a:gd name="csX0" fmla="*/ 0 w 50598"/>
                <a:gd name="csY0" fmla="*/ 0 h 301174"/>
                <a:gd name="csX1" fmla="*/ 0 w 50598"/>
                <a:gd name="csY1" fmla="*/ 301174 h 301174"/>
                <a:gd name="csX2" fmla="*/ 50598 w 50598"/>
                <a:gd name="csY2" fmla="*/ 301174 h 301174"/>
                <a:gd name="csX3" fmla="*/ 50598 w 50598"/>
                <a:gd name="csY3" fmla="*/ 0 h 301174"/>
                <a:gd name="csX4" fmla="*/ 0 w 50598"/>
                <a:gd name="csY4" fmla="*/ 0 h 301174"/>
                <a:gd name="csX5" fmla="*/ 0 w 50598"/>
                <a:gd name="csY5" fmla="*/ 0 h 301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8" h="301174">
                  <a:moveTo>
                    <a:pt x="0" y="0"/>
                  </a:moveTo>
                  <a:lnTo>
                    <a:pt x="0" y="301174"/>
                  </a:lnTo>
                  <a:lnTo>
                    <a:pt x="50598" y="301174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4" name="Freeform 2343">
              <a:extLst>
                <a:ext uri="{FF2B5EF4-FFF2-40B4-BE49-F238E27FC236}">
                  <a16:creationId xmlns:a16="http://schemas.microsoft.com/office/drawing/2014/main" id="{A7F3AB02-E590-D5FA-98A5-6176E660D25A}"/>
                </a:ext>
              </a:extLst>
            </p:cNvPr>
            <p:cNvSpPr/>
            <p:nvPr/>
          </p:nvSpPr>
          <p:spPr>
            <a:xfrm>
              <a:off x="1464908" y="2551102"/>
              <a:ext cx="50598" cy="301174"/>
            </a:xfrm>
            <a:custGeom>
              <a:avLst/>
              <a:gdLst>
                <a:gd name="csX0" fmla="*/ 0 w 50598"/>
                <a:gd name="csY0" fmla="*/ 0 h 301174"/>
                <a:gd name="csX1" fmla="*/ 0 w 50598"/>
                <a:gd name="csY1" fmla="*/ 301174 h 301174"/>
                <a:gd name="csX2" fmla="*/ 50598 w 50598"/>
                <a:gd name="csY2" fmla="*/ 301174 h 301174"/>
                <a:gd name="csX3" fmla="*/ 50598 w 50598"/>
                <a:gd name="csY3" fmla="*/ 0 h 301174"/>
                <a:gd name="csX4" fmla="*/ 0 w 50598"/>
                <a:gd name="csY4" fmla="*/ 0 h 301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8" h="301174">
                  <a:moveTo>
                    <a:pt x="0" y="0"/>
                  </a:moveTo>
                  <a:lnTo>
                    <a:pt x="0" y="301174"/>
                  </a:lnTo>
                  <a:lnTo>
                    <a:pt x="50598" y="301174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5" name="Freeform 2344">
              <a:extLst>
                <a:ext uri="{FF2B5EF4-FFF2-40B4-BE49-F238E27FC236}">
                  <a16:creationId xmlns:a16="http://schemas.microsoft.com/office/drawing/2014/main" id="{72802AC0-49BA-1117-EA49-9F1196363371}"/>
                </a:ext>
              </a:extLst>
            </p:cNvPr>
            <p:cNvSpPr/>
            <p:nvPr/>
          </p:nvSpPr>
          <p:spPr>
            <a:xfrm>
              <a:off x="1515506" y="2510002"/>
              <a:ext cx="50597" cy="342274"/>
            </a:xfrm>
            <a:custGeom>
              <a:avLst/>
              <a:gdLst>
                <a:gd name="csX0" fmla="*/ 0 w 50597"/>
                <a:gd name="csY0" fmla="*/ 0 h 342274"/>
                <a:gd name="csX1" fmla="*/ 0 w 50597"/>
                <a:gd name="csY1" fmla="*/ 342274 h 342274"/>
                <a:gd name="csX2" fmla="*/ 50598 w 50597"/>
                <a:gd name="csY2" fmla="*/ 342274 h 342274"/>
                <a:gd name="csX3" fmla="*/ 50598 w 50597"/>
                <a:gd name="csY3" fmla="*/ 0 h 342274"/>
                <a:gd name="csX4" fmla="*/ 0 w 50597"/>
                <a:gd name="csY4" fmla="*/ 0 h 342274"/>
                <a:gd name="csX5" fmla="*/ 0 w 50597"/>
                <a:gd name="csY5" fmla="*/ 0 h 342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7" h="342274">
                  <a:moveTo>
                    <a:pt x="0" y="0"/>
                  </a:moveTo>
                  <a:lnTo>
                    <a:pt x="0" y="342274"/>
                  </a:lnTo>
                  <a:lnTo>
                    <a:pt x="50598" y="342274"/>
                  </a:lnTo>
                  <a:lnTo>
                    <a:pt x="505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6" name="Freeform 2345">
              <a:extLst>
                <a:ext uri="{FF2B5EF4-FFF2-40B4-BE49-F238E27FC236}">
                  <a16:creationId xmlns:a16="http://schemas.microsoft.com/office/drawing/2014/main" id="{A33C235D-A4E2-F2C7-A54A-3D6D6C34808E}"/>
                </a:ext>
              </a:extLst>
            </p:cNvPr>
            <p:cNvSpPr/>
            <p:nvPr/>
          </p:nvSpPr>
          <p:spPr>
            <a:xfrm>
              <a:off x="1515506" y="2510002"/>
              <a:ext cx="50597" cy="342274"/>
            </a:xfrm>
            <a:custGeom>
              <a:avLst/>
              <a:gdLst>
                <a:gd name="csX0" fmla="*/ 0 w 50597"/>
                <a:gd name="csY0" fmla="*/ 0 h 342274"/>
                <a:gd name="csX1" fmla="*/ 0 w 50597"/>
                <a:gd name="csY1" fmla="*/ 342274 h 342274"/>
                <a:gd name="csX2" fmla="*/ 50598 w 50597"/>
                <a:gd name="csY2" fmla="*/ 342274 h 342274"/>
                <a:gd name="csX3" fmla="*/ 50598 w 50597"/>
                <a:gd name="csY3" fmla="*/ 0 h 342274"/>
                <a:gd name="csX4" fmla="*/ 0 w 50597"/>
                <a:gd name="csY4" fmla="*/ 0 h 342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7" h="342274">
                  <a:moveTo>
                    <a:pt x="0" y="0"/>
                  </a:moveTo>
                  <a:lnTo>
                    <a:pt x="0" y="342274"/>
                  </a:lnTo>
                  <a:lnTo>
                    <a:pt x="50598" y="342274"/>
                  </a:lnTo>
                  <a:lnTo>
                    <a:pt x="505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7" name="Freeform 2346">
              <a:extLst>
                <a:ext uri="{FF2B5EF4-FFF2-40B4-BE49-F238E27FC236}">
                  <a16:creationId xmlns:a16="http://schemas.microsoft.com/office/drawing/2014/main" id="{9CAF45C8-43DD-B26D-2FAA-7DE85C27AFB0}"/>
                </a:ext>
              </a:extLst>
            </p:cNvPr>
            <p:cNvSpPr/>
            <p:nvPr/>
          </p:nvSpPr>
          <p:spPr>
            <a:xfrm>
              <a:off x="1566104" y="2478300"/>
              <a:ext cx="50603" cy="373976"/>
            </a:xfrm>
            <a:custGeom>
              <a:avLst/>
              <a:gdLst>
                <a:gd name="csX0" fmla="*/ 0 w 50603"/>
                <a:gd name="csY0" fmla="*/ 0 h 373976"/>
                <a:gd name="csX1" fmla="*/ 0 w 50603"/>
                <a:gd name="csY1" fmla="*/ 373976 h 373976"/>
                <a:gd name="csX2" fmla="*/ 50603 w 50603"/>
                <a:gd name="csY2" fmla="*/ 373976 h 373976"/>
                <a:gd name="csX3" fmla="*/ 50603 w 50603"/>
                <a:gd name="csY3" fmla="*/ 0 h 373976"/>
                <a:gd name="csX4" fmla="*/ 0 w 50603"/>
                <a:gd name="csY4" fmla="*/ 0 h 373976"/>
                <a:gd name="csX5" fmla="*/ 0 w 50603"/>
                <a:gd name="csY5" fmla="*/ 0 h 373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3" h="373976">
                  <a:moveTo>
                    <a:pt x="0" y="0"/>
                  </a:moveTo>
                  <a:lnTo>
                    <a:pt x="0" y="373976"/>
                  </a:lnTo>
                  <a:lnTo>
                    <a:pt x="50603" y="373976"/>
                  </a:lnTo>
                  <a:lnTo>
                    <a:pt x="506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8" name="Freeform 2347">
              <a:extLst>
                <a:ext uri="{FF2B5EF4-FFF2-40B4-BE49-F238E27FC236}">
                  <a16:creationId xmlns:a16="http://schemas.microsoft.com/office/drawing/2014/main" id="{E79A363C-CFB4-9539-9FA1-6E720062DB9F}"/>
                </a:ext>
              </a:extLst>
            </p:cNvPr>
            <p:cNvSpPr/>
            <p:nvPr/>
          </p:nvSpPr>
          <p:spPr>
            <a:xfrm>
              <a:off x="1566104" y="2478300"/>
              <a:ext cx="50603" cy="373976"/>
            </a:xfrm>
            <a:custGeom>
              <a:avLst/>
              <a:gdLst>
                <a:gd name="csX0" fmla="*/ 0 w 50603"/>
                <a:gd name="csY0" fmla="*/ 0 h 373976"/>
                <a:gd name="csX1" fmla="*/ 0 w 50603"/>
                <a:gd name="csY1" fmla="*/ 373976 h 373976"/>
                <a:gd name="csX2" fmla="*/ 50603 w 50603"/>
                <a:gd name="csY2" fmla="*/ 373976 h 373976"/>
                <a:gd name="csX3" fmla="*/ 50603 w 50603"/>
                <a:gd name="csY3" fmla="*/ 0 h 373976"/>
                <a:gd name="csX4" fmla="*/ 0 w 50603"/>
                <a:gd name="csY4" fmla="*/ 0 h 373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3" h="373976">
                  <a:moveTo>
                    <a:pt x="0" y="0"/>
                  </a:moveTo>
                  <a:lnTo>
                    <a:pt x="0" y="373976"/>
                  </a:lnTo>
                  <a:lnTo>
                    <a:pt x="50603" y="373976"/>
                  </a:lnTo>
                  <a:lnTo>
                    <a:pt x="5060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9" name="Freeform 2348">
              <a:extLst>
                <a:ext uri="{FF2B5EF4-FFF2-40B4-BE49-F238E27FC236}">
                  <a16:creationId xmlns:a16="http://schemas.microsoft.com/office/drawing/2014/main" id="{FD8C27D5-AF61-BA1D-F33D-F87AB69ADAFF}"/>
                </a:ext>
              </a:extLst>
            </p:cNvPr>
            <p:cNvSpPr/>
            <p:nvPr/>
          </p:nvSpPr>
          <p:spPr>
            <a:xfrm>
              <a:off x="1616707" y="2448423"/>
              <a:ext cx="50590" cy="403853"/>
            </a:xfrm>
            <a:custGeom>
              <a:avLst/>
              <a:gdLst>
                <a:gd name="csX0" fmla="*/ 0 w 50590"/>
                <a:gd name="csY0" fmla="*/ 0 h 403853"/>
                <a:gd name="csX1" fmla="*/ 0 w 50590"/>
                <a:gd name="csY1" fmla="*/ 403854 h 403853"/>
                <a:gd name="csX2" fmla="*/ 50591 w 50590"/>
                <a:gd name="csY2" fmla="*/ 403854 h 403853"/>
                <a:gd name="csX3" fmla="*/ 50591 w 50590"/>
                <a:gd name="csY3" fmla="*/ 0 h 403853"/>
                <a:gd name="csX4" fmla="*/ 0 w 50590"/>
                <a:gd name="csY4" fmla="*/ 0 h 403853"/>
                <a:gd name="csX5" fmla="*/ 0 w 50590"/>
                <a:gd name="csY5" fmla="*/ 0 h 40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403853">
                  <a:moveTo>
                    <a:pt x="0" y="0"/>
                  </a:moveTo>
                  <a:lnTo>
                    <a:pt x="0" y="403854"/>
                  </a:lnTo>
                  <a:lnTo>
                    <a:pt x="50591" y="403854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0" name="Freeform 2349">
              <a:extLst>
                <a:ext uri="{FF2B5EF4-FFF2-40B4-BE49-F238E27FC236}">
                  <a16:creationId xmlns:a16="http://schemas.microsoft.com/office/drawing/2014/main" id="{A1863E00-8907-7132-2911-517797E1DEFF}"/>
                </a:ext>
              </a:extLst>
            </p:cNvPr>
            <p:cNvSpPr/>
            <p:nvPr/>
          </p:nvSpPr>
          <p:spPr>
            <a:xfrm>
              <a:off x="1616707" y="2448423"/>
              <a:ext cx="50590" cy="403853"/>
            </a:xfrm>
            <a:custGeom>
              <a:avLst/>
              <a:gdLst>
                <a:gd name="csX0" fmla="*/ 0 w 50590"/>
                <a:gd name="csY0" fmla="*/ 0 h 403853"/>
                <a:gd name="csX1" fmla="*/ 0 w 50590"/>
                <a:gd name="csY1" fmla="*/ 403854 h 403853"/>
                <a:gd name="csX2" fmla="*/ 50591 w 50590"/>
                <a:gd name="csY2" fmla="*/ 403854 h 403853"/>
                <a:gd name="csX3" fmla="*/ 50591 w 50590"/>
                <a:gd name="csY3" fmla="*/ 0 h 403853"/>
                <a:gd name="csX4" fmla="*/ 0 w 50590"/>
                <a:gd name="csY4" fmla="*/ 0 h 403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403853">
                  <a:moveTo>
                    <a:pt x="0" y="0"/>
                  </a:moveTo>
                  <a:lnTo>
                    <a:pt x="0" y="403854"/>
                  </a:lnTo>
                  <a:lnTo>
                    <a:pt x="50591" y="403854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1" name="Freeform 2350">
              <a:extLst>
                <a:ext uri="{FF2B5EF4-FFF2-40B4-BE49-F238E27FC236}">
                  <a16:creationId xmlns:a16="http://schemas.microsoft.com/office/drawing/2014/main" id="{C27BC1FA-DB78-F916-16EA-1D6ED3FBD3F6}"/>
                </a:ext>
              </a:extLst>
            </p:cNvPr>
            <p:cNvSpPr/>
            <p:nvPr/>
          </p:nvSpPr>
          <p:spPr>
            <a:xfrm>
              <a:off x="1667298" y="2428406"/>
              <a:ext cx="50601" cy="423870"/>
            </a:xfrm>
            <a:custGeom>
              <a:avLst/>
              <a:gdLst>
                <a:gd name="csX0" fmla="*/ 0 w 50601"/>
                <a:gd name="csY0" fmla="*/ 0 h 423870"/>
                <a:gd name="csX1" fmla="*/ 0 w 50601"/>
                <a:gd name="csY1" fmla="*/ 423871 h 423870"/>
                <a:gd name="csX2" fmla="*/ 50601 w 50601"/>
                <a:gd name="csY2" fmla="*/ 423871 h 423870"/>
                <a:gd name="csX3" fmla="*/ 50601 w 50601"/>
                <a:gd name="csY3" fmla="*/ 0 h 423870"/>
                <a:gd name="csX4" fmla="*/ 0 w 50601"/>
                <a:gd name="csY4" fmla="*/ 0 h 423870"/>
                <a:gd name="csX5" fmla="*/ 0 w 50601"/>
                <a:gd name="csY5" fmla="*/ 0 h 423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423870">
                  <a:moveTo>
                    <a:pt x="0" y="0"/>
                  </a:moveTo>
                  <a:lnTo>
                    <a:pt x="0" y="423871"/>
                  </a:lnTo>
                  <a:lnTo>
                    <a:pt x="50601" y="423871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2" name="Freeform 2351">
              <a:extLst>
                <a:ext uri="{FF2B5EF4-FFF2-40B4-BE49-F238E27FC236}">
                  <a16:creationId xmlns:a16="http://schemas.microsoft.com/office/drawing/2014/main" id="{B18D0672-A8DA-627F-B3C9-3E2F9C6C9B3A}"/>
                </a:ext>
              </a:extLst>
            </p:cNvPr>
            <p:cNvSpPr/>
            <p:nvPr/>
          </p:nvSpPr>
          <p:spPr>
            <a:xfrm>
              <a:off x="1667298" y="2428406"/>
              <a:ext cx="50601" cy="423870"/>
            </a:xfrm>
            <a:custGeom>
              <a:avLst/>
              <a:gdLst>
                <a:gd name="csX0" fmla="*/ 0 w 50601"/>
                <a:gd name="csY0" fmla="*/ 0 h 423870"/>
                <a:gd name="csX1" fmla="*/ 0 w 50601"/>
                <a:gd name="csY1" fmla="*/ 423871 h 423870"/>
                <a:gd name="csX2" fmla="*/ 50601 w 50601"/>
                <a:gd name="csY2" fmla="*/ 423871 h 423870"/>
                <a:gd name="csX3" fmla="*/ 50601 w 50601"/>
                <a:gd name="csY3" fmla="*/ 0 h 423870"/>
                <a:gd name="csX4" fmla="*/ 0 w 50601"/>
                <a:gd name="csY4" fmla="*/ 0 h 423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423870">
                  <a:moveTo>
                    <a:pt x="0" y="0"/>
                  </a:moveTo>
                  <a:lnTo>
                    <a:pt x="0" y="423871"/>
                  </a:lnTo>
                  <a:lnTo>
                    <a:pt x="50601" y="423871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3" name="Freeform 2352">
              <a:extLst>
                <a:ext uri="{FF2B5EF4-FFF2-40B4-BE49-F238E27FC236}">
                  <a16:creationId xmlns:a16="http://schemas.microsoft.com/office/drawing/2014/main" id="{DC227EEC-73F5-D1E5-F975-74B445C12EFB}"/>
                </a:ext>
              </a:extLst>
            </p:cNvPr>
            <p:cNvSpPr/>
            <p:nvPr/>
          </p:nvSpPr>
          <p:spPr>
            <a:xfrm>
              <a:off x="1717899" y="2428101"/>
              <a:ext cx="50601" cy="424175"/>
            </a:xfrm>
            <a:custGeom>
              <a:avLst/>
              <a:gdLst>
                <a:gd name="csX0" fmla="*/ 0 w 50601"/>
                <a:gd name="csY0" fmla="*/ 0 h 424175"/>
                <a:gd name="csX1" fmla="*/ 0 w 50601"/>
                <a:gd name="csY1" fmla="*/ 424176 h 424175"/>
                <a:gd name="csX2" fmla="*/ 50601 w 50601"/>
                <a:gd name="csY2" fmla="*/ 424176 h 424175"/>
                <a:gd name="csX3" fmla="*/ 50601 w 50601"/>
                <a:gd name="csY3" fmla="*/ 0 h 424175"/>
                <a:gd name="csX4" fmla="*/ 0 w 50601"/>
                <a:gd name="csY4" fmla="*/ 0 h 424175"/>
                <a:gd name="csX5" fmla="*/ 0 w 50601"/>
                <a:gd name="csY5" fmla="*/ 0 h 424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424175">
                  <a:moveTo>
                    <a:pt x="0" y="0"/>
                  </a:moveTo>
                  <a:lnTo>
                    <a:pt x="0" y="424176"/>
                  </a:lnTo>
                  <a:lnTo>
                    <a:pt x="50601" y="424176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4" name="Freeform 2353">
              <a:extLst>
                <a:ext uri="{FF2B5EF4-FFF2-40B4-BE49-F238E27FC236}">
                  <a16:creationId xmlns:a16="http://schemas.microsoft.com/office/drawing/2014/main" id="{254E2C17-3371-DDE0-5A3F-475196F661F7}"/>
                </a:ext>
              </a:extLst>
            </p:cNvPr>
            <p:cNvSpPr/>
            <p:nvPr/>
          </p:nvSpPr>
          <p:spPr>
            <a:xfrm>
              <a:off x="1717899" y="2428101"/>
              <a:ext cx="50601" cy="424175"/>
            </a:xfrm>
            <a:custGeom>
              <a:avLst/>
              <a:gdLst>
                <a:gd name="csX0" fmla="*/ 0 w 50601"/>
                <a:gd name="csY0" fmla="*/ 0 h 424175"/>
                <a:gd name="csX1" fmla="*/ 0 w 50601"/>
                <a:gd name="csY1" fmla="*/ 424176 h 424175"/>
                <a:gd name="csX2" fmla="*/ 50601 w 50601"/>
                <a:gd name="csY2" fmla="*/ 424176 h 424175"/>
                <a:gd name="csX3" fmla="*/ 50601 w 50601"/>
                <a:gd name="csY3" fmla="*/ 0 h 424175"/>
                <a:gd name="csX4" fmla="*/ 0 w 50601"/>
                <a:gd name="csY4" fmla="*/ 0 h 424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424175">
                  <a:moveTo>
                    <a:pt x="0" y="0"/>
                  </a:moveTo>
                  <a:lnTo>
                    <a:pt x="0" y="424176"/>
                  </a:lnTo>
                  <a:lnTo>
                    <a:pt x="50601" y="424176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5" name="Freeform 2354">
              <a:extLst>
                <a:ext uri="{FF2B5EF4-FFF2-40B4-BE49-F238E27FC236}">
                  <a16:creationId xmlns:a16="http://schemas.microsoft.com/office/drawing/2014/main" id="{0968EA7F-2DE7-EE2B-B5E1-77F7C6B7DEEB}"/>
                </a:ext>
              </a:extLst>
            </p:cNvPr>
            <p:cNvSpPr/>
            <p:nvPr/>
          </p:nvSpPr>
          <p:spPr>
            <a:xfrm>
              <a:off x="1768500" y="2414807"/>
              <a:ext cx="50590" cy="437469"/>
            </a:xfrm>
            <a:custGeom>
              <a:avLst/>
              <a:gdLst>
                <a:gd name="csX0" fmla="*/ 0 w 50590"/>
                <a:gd name="csY0" fmla="*/ 0 h 437469"/>
                <a:gd name="csX1" fmla="*/ 0 w 50590"/>
                <a:gd name="csY1" fmla="*/ 437469 h 437469"/>
                <a:gd name="csX2" fmla="*/ 50591 w 50590"/>
                <a:gd name="csY2" fmla="*/ 437469 h 437469"/>
                <a:gd name="csX3" fmla="*/ 50591 w 50590"/>
                <a:gd name="csY3" fmla="*/ 0 h 437469"/>
                <a:gd name="csX4" fmla="*/ 0 w 50590"/>
                <a:gd name="csY4" fmla="*/ 0 h 437469"/>
                <a:gd name="csX5" fmla="*/ 0 w 50590"/>
                <a:gd name="csY5" fmla="*/ 0 h 437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437469">
                  <a:moveTo>
                    <a:pt x="0" y="0"/>
                  </a:moveTo>
                  <a:lnTo>
                    <a:pt x="0" y="437469"/>
                  </a:lnTo>
                  <a:lnTo>
                    <a:pt x="50591" y="437469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" name="Freeform 2355">
              <a:extLst>
                <a:ext uri="{FF2B5EF4-FFF2-40B4-BE49-F238E27FC236}">
                  <a16:creationId xmlns:a16="http://schemas.microsoft.com/office/drawing/2014/main" id="{316AF62E-2BBE-5A6B-6025-B6C86AC66542}"/>
                </a:ext>
              </a:extLst>
            </p:cNvPr>
            <p:cNvSpPr/>
            <p:nvPr/>
          </p:nvSpPr>
          <p:spPr>
            <a:xfrm>
              <a:off x="1768500" y="2414807"/>
              <a:ext cx="50590" cy="437469"/>
            </a:xfrm>
            <a:custGeom>
              <a:avLst/>
              <a:gdLst>
                <a:gd name="csX0" fmla="*/ 0 w 50590"/>
                <a:gd name="csY0" fmla="*/ 0 h 437469"/>
                <a:gd name="csX1" fmla="*/ 0 w 50590"/>
                <a:gd name="csY1" fmla="*/ 437469 h 437469"/>
                <a:gd name="csX2" fmla="*/ 50591 w 50590"/>
                <a:gd name="csY2" fmla="*/ 437469 h 437469"/>
                <a:gd name="csX3" fmla="*/ 50591 w 50590"/>
                <a:gd name="csY3" fmla="*/ 0 h 437469"/>
                <a:gd name="csX4" fmla="*/ 0 w 50590"/>
                <a:gd name="csY4" fmla="*/ 0 h 437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437469">
                  <a:moveTo>
                    <a:pt x="0" y="0"/>
                  </a:moveTo>
                  <a:lnTo>
                    <a:pt x="0" y="437469"/>
                  </a:lnTo>
                  <a:lnTo>
                    <a:pt x="50591" y="437469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7" name="Freeform 2356">
              <a:extLst>
                <a:ext uri="{FF2B5EF4-FFF2-40B4-BE49-F238E27FC236}">
                  <a16:creationId xmlns:a16="http://schemas.microsoft.com/office/drawing/2014/main" id="{5CF54802-37E2-CEA0-1946-208DC6E7E173}"/>
                </a:ext>
              </a:extLst>
            </p:cNvPr>
            <p:cNvSpPr/>
            <p:nvPr/>
          </p:nvSpPr>
          <p:spPr>
            <a:xfrm>
              <a:off x="1819091" y="2418169"/>
              <a:ext cx="50601" cy="434107"/>
            </a:xfrm>
            <a:custGeom>
              <a:avLst/>
              <a:gdLst>
                <a:gd name="csX0" fmla="*/ 0 w 50601"/>
                <a:gd name="csY0" fmla="*/ 0 h 434107"/>
                <a:gd name="csX1" fmla="*/ 0 w 50601"/>
                <a:gd name="csY1" fmla="*/ 434108 h 434107"/>
                <a:gd name="csX2" fmla="*/ 50601 w 50601"/>
                <a:gd name="csY2" fmla="*/ 434108 h 434107"/>
                <a:gd name="csX3" fmla="*/ 50601 w 50601"/>
                <a:gd name="csY3" fmla="*/ 0 h 434107"/>
                <a:gd name="csX4" fmla="*/ 0 w 50601"/>
                <a:gd name="csY4" fmla="*/ 0 h 434107"/>
                <a:gd name="csX5" fmla="*/ 0 w 50601"/>
                <a:gd name="csY5" fmla="*/ 0 h 434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434107">
                  <a:moveTo>
                    <a:pt x="0" y="0"/>
                  </a:moveTo>
                  <a:lnTo>
                    <a:pt x="0" y="434108"/>
                  </a:lnTo>
                  <a:lnTo>
                    <a:pt x="50601" y="434108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8" name="Freeform 2357">
              <a:extLst>
                <a:ext uri="{FF2B5EF4-FFF2-40B4-BE49-F238E27FC236}">
                  <a16:creationId xmlns:a16="http://schemas.microsoft.com/office/drawing/2014/main" id="{06974F47-2665-7BD0-9781-8E7E6C91216F}"/>
                </a:ext>
              </a:extLst>
            </p:cNvPr>
            <p:cNvSpPr/>
            <p:nvPr/>
          </p:nvSpPr>
          <p:spPr>
            <a:xfrm>
              <a:off x="1819091" y="2418169"/>
              <a:ext cx="50601" cy="434107"/>
            </a:xfrm>
            <a:custGeom>
              <a:avLst/>
              <a:gdLst>
                <a:gd name="csX0" fmla="*/ 0 w 50601"/>
                <a:gd name="csY0" fmla="*/ 0 h 434107"/>
                <a:gd name="csX1" fmla="*/ 0 w 50601"/>
                <a:gd name="csY1" fmla="*/ 434108 h 434107"/>
                <a:gd name="csX2" fmla="*/ 50601 w 50601"/>
                <a:gd name="csY2" fmla="*/ 434108 h 434107"/>
                <a:gd name="csX3" fmla="*/ 50601 w 50601"/>
                <a:gd name="csY3" fmla="*/ 0 h 434107"/>
                <a:gd name="csX4" fmla="*/ 0 w 50601"/>
                <a:gd name="csY4" fmla="*/ 0 h 4341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434107">
                  <a:moveTo>
                    <a:pt x="0" y="0"/>
                  </a:moveTo>
                  <a:lnTo>
                    <a:pt x="0" y="434108"/>
                  </a:lnTo>
                  <a:lnTo>
                    <a:pt x="50601" y="434108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9" name="Freeform 2358">
              <a:extLst>
                <a:ext uri="{FF2B5EF4-FFF2-40B4-BE49-F238E27FC236}">
                  <a16:creationId xmlns:a16="http://schemas.microsoft.com/office/drawing/2014/main" id="{1EDC8AB0-CF69-B0B1-3913-E7DAC365BAC2}"/>
                </a:ext>
              </a:extLst>
            </p:cNvPr>
            <p:cNvSpPr/>
            <p:nvPr/>
          </p:nvSpPr>
          <p:spPr>
            <a:xfrm>
              <a:off x="1869692" y="2429552"/>
              <a:ext cx="50601" cy="422724"/>
            </a:xfrm>
            <a:custGeom>
              <a:avLst/>
              <a:gdLst>
                <a:gd name="csX0" fmla="*/ 0 w 50601"/>
                <a:gd name="csY0" fmla="*/ 0 h 422724"/>
                <a:gd name="csX1" fmla="*/ 0 w 50601"/>
                <a:gd name="csY1" fmla="*/ 422725 h 422724"/>
                <a:gd name="csX2" fmla="*/ 50601 w 50601"/>
                <a:gd name="csY2" fmla="*/ 422725 h 422724"/>
                <a:gd name="csX3" fmla="*/ 50601 w 50601"/>
                <a:gd name="csY3" fmla="*/ 0 h 422724"/>
                <a:gd name="csX4" fmla="*/ 0 w 50601"/>
                <a:gd name="csY4" fmla="*/ 0 h 422724"/>
                <a:gd name="csX5" fmla="*/ 0 w 50601"/>
                <a:gd name="csY5" fmla="*/ 0 h 422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422724">
                  <a:moveTo>
                    <a:pt x="0" y="0"/>
                  </a:moveTo>
                  <a:lnTo>
                    <a:pt x="0" y="422725"/>
                  </a:lnTo>
                  <a:lnTo>
                    <a:pt x="50601" y="422725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0" name="Freeform 2359">
              <a:extLst>
                <a:ext uri="{FF2B5EF4-FFF2-40B4-BE49-F238E27FC236}">
                  <a16:creationId xmlns:a16="http://schemas.microsoft.com/office/drawing/2014/main" id="{D544EA23-3308-078D-7322-C775058C30A8}"/>
                </a:ext>
              </a:extLst>
            </p:cNvPr>
            <p:cNvSpPr/>
            <p:nvPr/>
          </p:nvSpPr>
          <p:spPr>
            <a:xfrm>
              <a:off x="1869692" y="2429552"/>
              <a:ext cx="50601" cy="422724"/>
            </a:xfrm>
            <a:custGeom>
              <a:avLst/>
              <a:gdLst>
                <a:gd name="csX0" fmla="*/ 0 w 50601"/>
                <a:gd name="csY0" fmla="*/ 0 h 422724"/>
                <a:gd name="csX1" fmla="*/ 0 w 50601"/>
                <a:gd name="csY1" fmla="*/ 422725 h 422724"/>
                <a:gd name="csX2" fmla="*/ 50601 w 50601"/>
                <a:gd name="csY2" fmla="*/ 422725 h 422724"/>
                <a:gd name="csX3" fmla="*/ 50601 w 50601"/>
                <a:gd name="csY3" fmla="*/ 0 h 422724"/>
                <a:gd name="csX4" fmla="*/ 0 w 50601"/>
                <a:gd name="csY4" fmla="*/ 0 h 422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422724">
                  <a:moveTo>
                    <a:pt x="0" y="0"/>
                  </a:moveTo>
                  <a:lnTo>
                    <a:pt x="0" y="422725"/>
                  </a:lnTo>
                  <a:lnTo>
                    <a:pt x="50601" y="422725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1" name="Freeform 2360">
              <a:extLst>
                <a:ext uri="{FF2B5EF4-FFF2-40B4-BE49-F238E27FC236}">
                  <a16:creationId xmlns:a16="http://schemas.microsoft.com/office/drawing/2014/main" id="{64190C8F-3CC6-FFFA-4276-F522AC8CB8C2}"/>
                </a:ext>
              </a:extLst>
            </p:cNvPr>
            <p:cNvSpPr/>
            <p:nvPr/>
          </p:nvSpPr>
          <p:spPr>
            <a:xfrm>
              <a:off x="1920293" y="2453694"/>
              <a:ext cx="50601" cy="398582"/>
            </a:xfrm>
            <a:custGeom>
              <a:avLst/>
              <a:gdLst>
                <a:gd name="csX0" fmla="*/ 0 w 50601"/>
                <a:gd name="csY0" fmla="*/ 0 h 398582"/>
                <a:gd name="csX1" fmla="*/ 0 w 50601"/>
                <a:gd name="csY1" fmla="*/ 398582 h 398582"/>
                <a:gd name="csX2" fmla="*/ 50601 w 50601"/>
                <a:gd name="csY2" fmla="*/ 398582 h 398582"/>
                <a:gd name="csX3" fmla="*/ 50601 w 50601"/>
                <a:gd name="csY3" fmla="*/ 0 h 398582"/>
                <a:gd name="csX4" fmla="*/ 0 w 50601"/>
                <a:gd name="csY4" fmla="*/ 0 h 398582"/>
                <a:gd name="csX5" fmla="*/ 0 w 50601"/>
                <a:gd name="csY5" fmla="*/ 0 h 398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398582">
                  <a:moveTo>
                    <a:pt x="0" y="0"/>
                  </a:moveTo>
                  <a:lnTo>
                    <a:pt x="0" y="398582"/>
                  </a:lnTo>
                  <a:lnTo>
                    <a:pt x="50601" y="398582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2" name="Freeform 2361">
              <a:extLst>
                <a:ext uri="{FF2B5EF4-FFF2-40B4-BE49-F238E27FC236}">
                  <a16:creationId xmlns:a16="http://schemas.microsoft.com/office/drawing/2014/main" id="{A9CA721C-1349-ADC4-E48E-35ABF44D39BC}"/>
                </a:ext>
              </a:extLst>
            </p:cNvPr>
            <p:cNvSpPr/>
            <p:nvPr/>
          </p:nvSpPr>
          <p:spPr>
            <a:xfrm>
              <a:off x="1920293" y="2453694"/>
              <a:ext cx="50601" cy="398582"/>
            </a:xfrm>
            <a:custGeom>
              <a:avLst/>
              <a:gdLst>
                <a:gd name="csX0" fmla="*/ 0 w 50601"/>
                <a:gd name="csY0" fmla="*/ 0 h 398582"/>
                <a:gd name="csX1" fmla="*/ 0 w 50601"/>
                <a:gd name="csY1" fmla="*/ 398582 h 398582"/>
                <a:gd name="csX2" fmla="*/ 50601 w 50601"/>
                <a:gd name="csY2" fmla="*/ 398582 h 398582"/>
                <a:gd name="csX3" fmla="*/ 50601 w 50601"/>
                <a:gd name="csY3" fmla="*/ 0 h 398582"/>
                <a:gd name="csX4" fmla="*/ 0 w 50601"/>
                <a:gd name="csY4" fmla="*/ 0 h 398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398582">
                  <a:moveTo>
                    <a:pt x="0" y="0"/>
                  </a:moveTo>
                  <a:lnTo>
                    <a:pt x="0" y="398582"/>
                  </a:lnTo>
                  <a:lnTo>
                    <a:pt x="50601" y="398582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3" name="Freeform 2362">
              <a:extLst>
                <a:ext uri="{FF2B5EF4-FFF2-40B4-BE49-F238E27FC236}">
                  <a16:creationId xmlns:a16="http://schemas.microsoft.com/office/drawing/2014/main" id="{F3CD06FB-A9A8-787E-BD89-BC014031B6AD}"/>
                </a:ext>
              </a:extLst>
            </p:cNvPr>
            <p:cNvSpPr/>
            <p:nvPr/>
          </p:nvSpPr>
          <p:spPr>
            <a:xfrm>
              <a:off x="1970894" y="2481509"/>
              <a:ext cx="50590" cy="370767"/>
            </a:xfrm>
            <a:custGeom>
              <a:avLst/>
              <a:gdLst>
                <a:gd name="csX0" fmla="*/ 0 w 50590"/>
                <a:gd name="csY0" fmla="*/ 0 h 370767"/>
                <a:gd name="csX1" fmla="*/ 0 w 50590"/>
                <a:gd name="csY1" fmla="*/ 370768 h 370767"/>
                <a:gd name="csX2" fmla="*/ 50591 w 50590"/>
                <a:gd name="csY2" fmla="*/ 370768 h 370767"/>
                <a:gd name="csX3" fmla="*/ 50591 w 50590"/>
                <a:gd name="csY3" fmla="*/ 0 h 370767"/>
                <a:gd name="csX4" fmla="*/ 0 w 50590"/>
                <a:gd name="csY4" fmla="*/ 0 h 370767"/>
                <a:gd name="csX5" fmla="*/ 0 w 50590"/>
                <a:gd name="csY5" fmla="*/ 0 h 37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370767">
                  <a:moveTo>
                    <a:pt x="0" y="0"/>
                  </a:moveTo>
                  <a:lnTo>
                    <a:pt x="0" y="370768"/>
                  </a:lnTo>
                  <a:lnTo>
                    <a:pt x="50591" y="370768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4" name="Freeform 2363">
              <a:extLst>
                <a:ext uri="{FF2B5EF4-FFF2-40B4-BE49-F238E27FC236}">
                  <a16:creationId xmlns:a16="http://schemas.microsoft.com/office/drawing/2014/main" id="{73974FFF-F30B-2424-44F6-8553C54EDD0D}"/>
                </a:ext>
              </a:extLst>
            </p:cNvPr>
            <p:cNvSpPr/>
            <p:nvPr/>
          </p:nvSpPr>
          <p:spPr>
            <a:xfrm>
              <a:off x="1970894" y="2481509"/>
              <a:ext cx="50590" cy="370767"/>
            </a:xfrm>
            <a:custGeom>
              <a:avLst/>
              <a:gdLst>
                <a:gd name="csX0" fmla="*/ 0 w 50590"/>
                <a:gd name="csY0" fmla="*/ 0 h 370767"/>
                <a:gd name="csX1" fmla="*/ 0 w 50590"/>
                <a:gd name="csY1" fmla="*/ 370768 h 370767"/>
                <a:gd name="csX2" fmla="*/ 50591 w 50590"/>
                <a:gd name="csY2" fmla="*/ 370768 h 370767"/>
                <a:gd name="csX3" fmla="*/ 50591 w 50590"/>
                <a:gd name="csY3" fmla="*/ 0 h 370767"/>
                <a:gd name="csX4" fmla="*/ 0 w 50590"/>
                <a:gd name="csY4" fmla="*/ 0 h 37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370767">
                  <a:moveTo>
                    <a:pt x="0" y="0"/>
                  </a:moveTo>
                  <a:lnTo>
                    <a:pt x="0" y="370768"/>
                  </a:lnTo>
                  <a:lnTo>
                    <a:pt x="50591" y="370768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5" name="Freeform 2364">
              <a:extLst>
                <a:ext uri="{FF2B5EF4-FFF2-40B4-BE49-F238E27FC236}">
                  <a16:creationId xmlns:a16="http://schemas.microsoft.com/office/drawing/2014/main" id="{40BB960B-5F4B-441F-FA53-AFA91F80EEDF}"/>
                </a:ext>
              </a:extLst>
            </p:cNvPr>
            <p:cNvSpPr/>
            <p:nvPr/>
          </p:nvSpPr>
          <p:spPr>
            <a:xfrm>
              <a:off x="2021485" y="2516730"/>
              <a:ext cx="50601" cy="335546"/>
            </a:xfrm>
            <a:custGeom>
              <a:avLst/>
              <a:gdLst>
                <a:gd name="csX0" fmla="*/ 0 w 50601"/>
                <a:gd name="csY0" fmla="*/ 0 h 335546"/>
                <a:gd name="csX1" fmla="*/ 0 w 50601"/>
                <a:gd name="csY1" fmla="*/ 335547 h 335546"/>
                <a:gd name="csX2" fmla="*/ 50601 w 50601"/>
                <a:gd name="csY2" fmla="*/ 335547 h 335546"/>
                <a:gd name="csX3" fmla="*/ 50601 w 50601"/>
                <a:gd name="csY3" fmla="*/ 0 h 335546"/>
                <a:gd name="csX4" fmla="*/ 0 w 50601"/>
                <a:gd name="csY4" fmla="*/ 0 h 335546"/>
                <a:gd name="csX5" fmla="*/ 0 w 50601"/>
                <a:gd name="csY5" fmla="*/ 0 h 335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335546">
                  <a:moveTo>
                    <a:pt x="0" y="0"/>
                  </a:moveTo>
                  <a:lnTo>
                    <a:pt x="0" y="335547"/>
                  </a:lnTo>
                  <a:lnTo>
                    <a:pt x="50601" y="335547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6" name="Freeform 2365">
              <a:extLst>
                <a:ext uri="{FF2B5EF4-FFF2-40B4-BE49-F238E27FC236}">
                  <a16:creationId xmlns:a16="http://schemas.microsoft.com/office/drawing/2014/main" id="{EEBE7A08-C24B-0033-BC23-8AEE9B11E9D0}"/>
                </a:ext>
              </a:extLst>
            </p:cNvPr>
            <p:cNvSpPr/>
            <p:nvPr/>
          </p:nvSpPr>
          <p:spPr>
            <a:xfrm>
              <a:off x="2021485" y="2516730"/>
              <a:ext cx="50601" cy="335546"/>
            </a:xfrm>
            <a:custGeom>
              <a:avLst/>
              <a:gdLst>
                <a:gd name="csX0" fmla="*/ 0 w 50601"/>
                <a:gd name="csY0" fmla="*/ 0 h 335546"/>
                <a:gd name="csX1" fmla="*/ 0 w 50601"/>
                <a:gd name="csY1" fmla="*/ 335547 h 335546"/>
                <a:gd name="csX2" fmla="*/ 50601 w 50601"/>
                <a:gd name="csY2" fmla="*/ 335547 h 335546"/>
                <a:gd name="csX3" fmla="*/ 50601 w 50601"/>
                <a:gd name="csY3" fmla="*/ 0 h 335546"/>
                <a:gd name="csX4" fmla="*/ 0 w 50601"/>
                <a:gd name="csY4" fmla="*/ 0 h 3355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335546">
                  <a:moveTo>
                    <a:pt x="0" y="0"/>
                  </a:moveTo>
                  <a:lnTo>
                    <a:pt x="0" y="335547"/>
                  </a:lnTo>
                  <a:lnTo>
                    <a:pt x="50601" y="335547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7" name="Freeform 2366">
              <a:extLst>
                <a:ext uri="{FF2B5EF4-FFF2-40B4-BE49-F238E27FC236}">
                  <a16:creationId xmlns:a16="http://schemas.microsoft.com/office/drawing/2014/main" id="{C4B19EF8-F66D-14E2-CE1B-3F82331AA8F6}"/>
                </a:ext>
              </a:extLst>
            </p:cNvPr>
            <p:cNvSpPr/>
            <p:nvPr/>
          </p:nvSpPr>
          <p:spPr>
            <a:xfrm>
              <a:off x="2072086" y="2554921"/>
              <a:ext cx="50601" cy="297355"/>
            </a:xfrm>
            <a:custGeom>
              <a:avLst/>
              <a:gdLst>
                <a:gd name="csX0" fmla="*/ 0 w 50601"/>
                <a:gd name="csY0" fmla="*/ 0 h 297355"/>
                <a:gd name="csX1" fmla="*/ 0 w 50601"/>
                <a:gd name="csY1" fmla="*/ 297355 h 297355"/>
                <a:gd name="csX2" fmla="*/ 50601 w 50601"/>
                <a:gd name="csY2" fmla="*/ 297355 h 297355"/>
                <a:gd name="csX3" fmla="*/ 50601 w 50601"/>
                <a:gd name="csY3" fmla="*/ 0 h 297355"/>
                <a:gd name="csX4" fmla="*/ 0 w 50601"/>
                <a:gd name="csY4" fmla="*/ 0 h 297355"/>
                <a:gd name="csX5" fmla="*/ 0 w 50601"/>
                <a:gd name="csY5" fmla="*/ 0 h 297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297355">
                  <a:moveTo>
                    <a:pt x="0" y="0"/>
                  </a:moveTo>
                  <a:lnTo>
                    <a:pt x="0" y="297355"/>
                  </a:lnTo>
                  <a:lnTo>
                    <a:pt x="50601" y="297355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8" name="Freeform 2367">
              <a:extLst>
                <a:ext uri="{FF2B5EF4-FFF2-40B4-BE49-F238E27FC236}">
                  <a16:creationId xmlns:a16="http://schemas.microsoft.com/office/drawing/2014/main" id="{D4318600-F5F0-1144-2100-224D0D4DC265}"/>
                </a:ext>
              </a:extLst>
            </p:cNvPr>
            <p:cNvSpPr/>
            <p:nvPr/>
          </p:nvSpPr>
          <p:spPr>
            <a:xfrm>
              <a:off x="2072086" y="2554921"/>
              <a:ext cx="50601" cy="297355"/>
            </a:xfrm>
            <a:custGeom>
              <a:avLst/>
              <a:gdLst>
                <a:gd name="csX0" fmla="*/ 0 w 50601"/>
                <a:gd name="csY0" fmla="*/ 0 h 297355"/>
                <a:gd name="csX1" fmla="*/ 0 w 50601"/>
                <a:gd name="csY1" fmla="*/ 297355 h 297355"/>
                <a:gd name="csX2" fmla="*/ 50601 w 50601"/>
                <a:gd name="csY2" fmla="*/ 297355 h 297355"/>
                <a:gd name="csX3" fmla="*/ 50601 w 50601"/>
                <a:gd name="csY3" fmla="*/ 0 h 297355"/>
                <a:gd name="csX4" fmla="*/ 0 w 50601"/>
                <a:gd name="csY4" fmla="*/ 0 h 2973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297355">
                  <a:moveTo>
                    <a:pt x="0" y="0"/>
                  </a:moveTo>
                  <a:lnTo>
                    <a:pt x="0" y="297355"/>
                  </a:lnTo>
                  <a:lnTo>
                    <a:pt x="50601" y="297355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9" name="Freeform 2368">
              <a:extLst>
                <a:ext uri="{FF2B5EF4-FFF2-40B4-BE49-F238E27FC236}">
                  <a16:creationId xmlns:a16="http://schemas.microsoft.com/office/drawing/2014/main" id="{DAF5B9B6-0ED6-1985-6861-8C87F9DFDC32}"/>
                </a:ext>
              </a:extLst>
            </p:cNvPr>
            <p:cNvSpPr/>
            <p:nvPr/>
          </p:nvSpPr>
          <p:spPr>
            <a:xfrm>
              <a:off x="2122687" y="2593351"/>
              <a:ext cx="50590" cy="258925"/>
            </a:xfrm>
            <a:custGeom>
              <a:avLst/>
              <a:gdLst>
                <a:gd name="csX0" fmla="*/ 0 w 50590"/>
                <a:gd name="csY0" fmla="*/ 0 h 258925"/>
                <a:gd name="csX1" fmla="*/ 0 w 50590"/>
                <a:gd name="csY1" fmla="*/ 258926 h 258925"/>
                <a:gd name="csX2" fmla="*/ 50591 w 50590"/>
                <a:gd name="csY2" fmla="*/ 258926 h 258925"/>
                <a:gd name="csX3" fmla="*/ 50591 w 50590"/>
                <a:gd name="csY3" fmla="*/ 0 h 258925"/>
                <a:gd name="csX4" fmla="*/ 0 w 50590"/>
                <a:gd name="csY4" fmla="*/ 0 h 258925"/>
                <a:gd name="csX5" fmla="*/ 0 w 50590"/>
                <a:gd name="csY5" fmla="*/ 0 h 258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258925">
                  <a:moveTo>
                    <a:pt x="0" y="0"/>
                  </a:moveTo>
                  <a:lnTo>
                    <a:pt x="0" y="258926"/>
                  </a:lnTo>
                  <a:lnTo>
                    <a:pt x="50591" y="258926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0" name="Freeform 2369">
              <a:extLst>
                <a:ext uri="{FF2B5EF4-FFF2-40B4-BE49-F238E27FC236}">
                  <a16:creationId xmlns:a16="http://schemas.microsoft.com/office/drawing/2014/main" id="{D43E354E-2CED-C626-1175-AE6EE94522D3}"/>
                </a:ext>
              </a:extLst>
            </p:cNvPr>
            <p:cNvSpPr/>
            <p:nvPr/>
          </p:nvSpPr>
          <p:spPr>
            <a:xfrm>
              <a:off x="2122687" y="2593351"/>
              <a:ext cx="50590" cy="258925"/>
            </a:xfrm>
            <a:custGeom>
              <a:avLst/>
              <a:gdLst>
                <a:gd name="csX0" fmla="*/ 0 w 50590"/>
                <a:gd name="csY0" fmla="*/ 0 h 258925"/>
                <a:gd name="csX1" fmla="*/ 0 w 50590"/>
                <a:gd name="csY1" fmla="*/ 258926 h 258925"/>
                <a:gd name="csX2" fmla="*/ 50591 w 50590"/>
                <a:gd name="csY2" fmla="*/ 258926 h 258925"/>
                <a:gd name="csX3" fmla="*/ 50591 w 50590"/>
                <a:gd name="csY3" fmla="*/ 0 h 258925"/>
                <a:gd name="csX4" fmla="*/ 0 w 50590"/>
                <a:gd name="csY4" fmla="*/ 0 h 258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258925">
                  <a:moveTo>
                    <a:pt x="0" y="0"/>
                  </a:moveTo>
                  <a:lnTo>
                    <a:pt x="0" y="258926"/>
                  </a:lnTo>
                  <a:lnTo>
                    <a:pt x="50591" y="258926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1" name="Freeform 2370">
              <a:extLst>
                <a:ext uri="{FF2B5EF4-FFF2-40B4-BE49-F238E27FC236}">
                  <a16:creationId xmlns:a16="http://schemas.microsoft.com/office/drawing/2014/main" id="{3249B7CC-613B-A53B-6C04-FDE03819FA64}"/>
                </a:ext>
              </a:extLst>
            </p:cNvPr>
            <p:cNvSpPr/>
            <p:nvPr/>
          </p:nvSpPr>
          <p:spPr>
            <a:xfrm>
              <a:off x="2173278" y="2620251"/>
              <a:ext cx="50601" cy="232026"/>
            </a:xfrm>
            <a:custGeom>
              <a:avLst/>
              <a:gdLst>
                <a:gd name="csX0" fmla="*/ 0 w 50601"/>
                <a:gd name="csY0" fmla="*/ 0 h 232026"/>
                <a:gd name="csX1" fmla="*/ 0 w 50601"/>
                <a:gd name="csY1" fmla="*/ 232026 h 232026"/>
                <a:gd name="csX2" fmla="*/ 50601 w 50601"/>
                <a:gd name="csY2" fmla="*/ 232026 h 232026"/>
                <a:gd name="csX3" fmla="*/ 50601 w 50601"/>
                <a:gd name="csY3" fmla="*/ 0 h 232026"/>
                <a:gd name="csX4" fmla="*/ 0 w 50601"/>
                <a:gd name="csY4" fmla="*/ 0 h 232026"/>
                <a:gd name="csX5" fmla="*/ 0 w 50601"/>
                <a:gd name="csY5" fmla="*/ 0 h 232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232026">
                  <a:moveTo>
                    <a:pt x="0" y="0"/>
                  </a:moveTo>
                  <a:lnTo>
                    <a:pt x="0" y="232026"/>
                  </a:lnTo>
                  <a:lnTo>
                    <a:pt x="50601" y="232026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2" name="Freeform 2371">
              <a:extLst>
                <a:ext uri="{FF2B5EF4-FFF2-40B4-BE49-F238E27FC236}">
                  <a16:creationId xmlns:a16="http://schemas.microsoft.com/office/drawing/2014/main" id="{A5C80D32-B6CB-9858-DD68-C497062D6C4A}"/>
                </a:ext>
              </a:extLst>
            </p:cNvPr>
            <p:cNvSpPr/>
            <p:nvPr/>
          </p:nvSpPr>
          <p:spPr>
            <a:xfrm>
              <a:off x="2173278" y="2620251"/>
              <a:ext cx="50601" cy="232026"/>
            </a:xfrm>
            <a:custGeom>
              <a:avLst/>
              <a:gdLst>
                <a:gd name="csX0" fmla="*/ 0 w 50601"/>
                <a:gd name="csY0" fmla="*/ 0 h 232026"/>
                <a:gd name="csX1" fmla="*/ 0 w 50601"/>
                <a:gd name="csY1" fmla="*/ 232026 h 232026"/>
                <a:gd name="csX2" fmla="*/ 50601 w 50601"/>
                <a:gd name="csY2" fmla="*/ 232026 h 232026"/>
                <a:gd name="csX3" fmla="*/ 50601 w 50601"/>
                <a:gd name="csY3" fmla="*/ 0 h 232026"/>
                <a:gd name="csX4" fmla="*/ 0 w 50601"/>
                <a:gd name="csY4" fmla="*/ 0 h 232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232026">
                  <a:moveTo>
                    <a:pt x="0" y="0"/>
                  </a:moveTo>
                  <a:lnTo>
                    <a:pt x="0" y="232026"/>
                  </a:lnTo>
                  <a:lnTo>
                    <a:pt x="50601" y="232026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3" name="Freeform 2372">
              <a:extLst>
                <a:ext uri="{FF2B5EF4-FFF2-40B4-BE49-F238E27FC236}">
                  <a16:creationId xmlns:a16="http://schemas.microsoft.com/office/drawing/2014/main" id="{8B6AE80E-463B-524C-68C5-B87B418C00F8}"/>
                </a:ext>
              </a:extLst>
            </p:cNvPr>
            <p:cNvSpPr/>
            <p:nvPr/>
          </p:nvSpPr>
          <p:spPr>
            <a:xfrm>
              <a:off x="2223879" y="2659063"/>
              <a:ext cx="50601" cy="193213"/>
            </a:xfrm>
            <a:custGeom>
              <a:avLst/>
              <a:gdLst>
                <a:gd name="csX0" fmla="*/ 0 w 50601"/>
                <a:gd name="csY0" fmla="*/ 0 h 193213"/>
                <a:gd name="csX1" fmla="*/ 0 w 50601"/>
                <a:gd name="csY1" fmla="*/ 193214 h 193213"/>
                <a:gd name="csX2" fmla="*/ 50601 w 50601"/>
                <a:gd name="csY2" fmla="*/ 193214 h 193213"/>
                <a:gd name="csX3" fmla="*/ 50601 w 50601"/>
                <a:gd name="csY3" fmla="*/ 0 h 193213"/>
                <a:gd name="csX4" fmla="*/ 0 w 50601"/>
                <a:gd name="csY4" fmla="*/ 0 h 193213"/>
                <a:gd name="csX5" fmla="*/ 0 w 50601"/>
                <a:gd name="csY5" fmla="*/ 0 h 193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193213">
                  <a:moveTo>
                    <a:pt x="0" y="0"/>
                  </a:moveTo>
                  <a:lnTo>
                    <a:pt x="0" y="193214"/>
                  </a:lnTo>
                  <a:lnTo>
                    <a:pt x="50601" y="193214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4" name="Freeform 2373">
              <a:extLst>
                <a:ext uri="{FF2B5EF4-FFF2-40B4-BE49-F238E27FC236}">
                  <a16:creationId xmlns:a16="http://schemas.microsoft.com/office/drawing/2014/main" id="{A2C8F39B-F39A-73EA-5277-E1A3A7E6EA78}"/>
                </a:ext>
              </a:extLst>
            </p:cNvPr>
            <p:cNvSpPr/>
            <p:nvPr/>
          </p:nvSpPr>
          <p:spPr>
            <a:xfrm>
              <a:off x="2223879" y="2659063"/>
              <a:ext cx="50601" cy="193213"/>
            </a:xfrm>
            <a:custGeom>
              <a:avLst/>
              <a:gdLst>
                <a:gd name="csX0" fmla="*/ 0 w 50601"/>
                <a:gd name="csY0" fmla="*/ 0 h 193213"/>
                <a:gd name="csX1" fmla="*/ 0 w 50601"/>
                <a:gd name="csY1" fmla="*/ 193214 h 193213"/>
                <a:gd name="csX2" fmla="*/ 50601 w 50601"/>
                <a:gd name="csY2" fmla="*/ 193214 h 193213"/>
                <a:gd name="csX3" fmla="*/ 50601 w 50601"/>
                <a:gd name="csY3" fmla="*/ 0 h 193213"/>
                <a:gd name="csX4" fmla="*/ 0 w 50601"/>
                <a:gd name="csY4" fmla="*/ 0 h 193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193213">
                  <a:moveTo>
                    <a:pt x="0" y="0"/>
                  </a:moveTo>
                  <a:lnTo>
                    <a:pt x="0" y="193214"/>
                  </a:lnTo>
                  <a:lnTo>
                    <a:pt x="50601" y="193214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5" name="Freeform 2374">
              <a:extLst>
                <a:ext uri="{FF2B5EF4-FFF2-40B4-BE49-F238E27FC236}">
                  <a16:creationId xmlns:a16="http://schemas.microsoft.com/office/drawing/2014/main" id="{76F8239C-E370-2F1A-5046-D14902BD6EA3}"/>
                </a:ext>
              </a:extLst>
            </p:cNvPr>
            <p:cNvSpPr/>
            <p:nvPr/>
          </p:nvSpPr>
          <p:spPr>
            <a:xfrm>
              <a:off x="2274480" y="2687712"/>
              <a:ext cx="50601" cy="164564"/>
            </a:xfrm>
            <a:custGeom>
              <a:avLst/>
              <a:gdLst>
                <a:gd name="csX0" fmla="*/ 0 w 50601"/>
                <a:gd name="csY0" fmla="*/ 0 h 164564"/>
                <a:gd name="csX1" fmla="*/ 0 w 50601"/>
                <a:gd name="csY1" fmla="*/ 164565 h 164564"/>
                <a:gd name="csX2" fmla="*/ 50601 w 50601"/>
                <a:gd name="csY2" fmla="*/ 164565 h 164564"/>
                <a:gd name="csX3" fmla="*/ 50601 w 50601"/>
                <a:gd name="csY3" fmla="*/ 0 h 164564"/>
                <a:gd name="csX4" fmla="*/ 0 w 50601"/>
                <a:gd name="csY4" fmla="*/ 0 h 164564"/>
                <a:gd name="csX5" fmla="*/ 0 w 50601"/>
                <a:gd name="csY5" fmla="*/ 0 h 164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164564">
                  <a:moveTo>
                    <a:pt x="0" y="0"/>
                  </a:moveTo>
                  <a:lnTo>
                    <a:pt x="0" y="164565"/>
                  </a:lnTo>
                  <a:lnTo>
                    <a:pt x="50601" y="164565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6" name="Freeform 2375">
              <a:extLst>
                <a:ext uri="{FF2B5EF4-FFF2-40B4-BE49-F238E27FC236}">
                  <a16:creationId xmlns:a16="http://schemas.microsoft.com/office/drawing/2014/main" id="{72241BB7-9508-8FF4-51A5-74EACF9DDE3A}"/>
                </a:ext>
              </a:extLst>
            </p:cNvPr>
            <p:cNvSpPr/>
            <p:nvPr/>
          </p:nvSpPr>
          <p:spPr>
            <a:xfrm>
              <a:off x="2274480" y="2687712"/>
              <a:ext cx="50601" cy="164564"/>
            </a:xfrm>
            <a:custGeom>
              <a:avLst/>
              <a:gdLst>
                <a:gd name="csX0" fmla="*/ 0 w 50601"/>
                <a:gd name="csY0" fmla="*/ 0 h 164564"/>
                <a:gd name="csX1" fmla="*/ 0 w 50601"/>
                <a:gd name="csY1" fmla="*/ 164565 h 164564"/>
                <a:gd name="csX2" fmla="*/ 50601 w 50601"/>
                <a:gd name="csY2" fmla="*/ 164565 h 164564"/>
                <a:gd name="csX3" fmla="*/ 50601 w 50601"/>
                <a:gd name="csY3" fmla="*/ 0 h 164564"/>
                <a:gd name="csX4" fmla="*/ 0 w 50601"/>
                <a:gd name="csY4" fmla="*/ 0 h 164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164564">
                  <a:moveTo>
                    <a:pt x="0" y="0"/>
                  </a:moveTo>
                  <a:lnTo>
                    <a:pt x="0" y="164565"/>
                  </a:lnTo>
                  <a:lnTo>
                    <a:pt x="50601" y="164565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7" name="Freeform 2376">
              <a:extLst>
                <a:ext uri="{FF2B5EF4-FFF2-40B4-BE49-F238E27FC236}">
                  <a16:creationId xmlns:a16="http://schemas.microsoft.com/office/drawing/2014/main" id="{C9E9E029-F7AA-0055-5615-C47CC8513DB9}"/>
                </a:ext>
              </a:extLst>
            </p:cNvPr>
            <p:cNvSpPr/>
            <p:nvPr/>
          </p:nvSpPr>
          <p:spPr>
            <a:xfrm>
              <a:off x="2325081" y="2720946"/>
              <a:ext cx="50590" cy="131331"/>
            </a:xfrm>
            <a:custGeom>
              <a:avLst/>
              <a:gdLst>
                <a:gd name="csX0" fmla="*/ 0 w 50590"/>
                <a:gd name="csY0" fmla="*/ 0 h 131331"/>
                <a:gd name="csX1" fmla="*/ 0 w 50590"/>
                <a:gd name="csY1" fmla="*/ 131331 h 131331"/>
                <a:gd name="csX2" fmla="*/ 50591 w 50590"/>
                <a:gd name="csY2" fmla="*/ 131331 h 131331"/>
                <a:gd name="csX3" fmla="*/ 50591 w 50590"/>
                <a:gd name="csY3" fmla="*/ 0 h 131331"/>
                <a:gd name="csX4" fmla="*/ 0 w 50590"/>
                <a:gd name="csY4" fmla="*/ 0 h 131331"/>
                <a:gd name="csX5" fmla="*/ 0 w 50590"/>
                <a:gd name="csY5" fmla="*/ 0 h 13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131331">
                  <a:moveTo>
                    <a:pt x="0" y="0"/>
                  </a:moveTo>
                  <a:lnTo>
                    <a:pt x="0" y="131331"/>
                  </a:lnTo>
                  <a:lnTo>
                    <a:pt x="50591" y="131331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8" name="Freeform 2377">
              <a:extLst>
                <a:ext uri="{FF2B5EF4-FFF2-40B4-BE49-F238E27FC236}">
                  <a16:creationId xmlns:a16="http://schemas.microsoft.com/office/drawing/2014/main" id="{09D6E72E-55BA-871A-9CFF-F5191CED2A2B}"/>
                </a:ext>
              </a:extLst>
            </p:cNvPr>
            <p:cNvSpPr/>
            <p:nvPr/>
          </p:nvSpPr>
          <p:spPr>
            <a:xfrm>
              <a:off x="2325081" y="2720946"/>
              <a:ext cx="50590" cy="131331"/>
            </a:xfrm>
            <a:custGeom>
              <a:avLst/>
              <a:gdLst>
                <a:gd name="csX0" fmla="*/ 0 w 50590"/>
                <a:gd name="csY0" fmla="*/ 0 h 131331"/>
                <a:gd name="csX1" fmla="*/ 0 w 50590"/>
                <a:gd name="csY1" fmla="*/ 131331 h 131331"/>
                <a:gd name="csX2" fmla="*/ 50591 w 50590"/>
                <a:gd name="csY2" fmla="*/ 131331 h 131331"/>
                <a:gd name="csX3" fmla="*/ 50591 w 50590"/>
                <a:gd name="csY3" fmla="*/ 0 h 131331"/>
                <a:gd name="csX4" fmla="*/ 0 w 50590"/>
                <a:gd name="csY4" fmla="*/ 0 h 131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131331">
                  <a:moveTo>
                    <a:pt x="0" y="0"/>
                  </a:moveTo>
                  <a:lnTo>
                    <a:pt x="0" y="131331"/>
                  </a:lnTo>
                  <a:lnTo>
                    <a:pt x="50591" y="131331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9" name="Freeform 2378">
              <a:extLst>
                <a:ext uri="{FF2B5EF4-FFF2-40B4-BE49-F238E27FC236}">
                  <a16:creationId xmlns:a16="http://schemas.microsoft.com/office/drawing/2014/main" id="{41E1461A-1C2C-5DFE-16D7-188E66656087}"/>
                </a:ext>
              </a:extLst>
            </p:cNvPr>
            <p:cNvSpPr/>
            <p:nvPr/>
          </p:nvSpPr>
          <p:spPr>
            <a:xfrm>
              <a:off x="2375672" y="2745009"/>
              <a:ext cx="50601" cy="107267"/>
            </a:xfrm>
            <a:custGeom>
              <a:avLst/>
              <a:gdLst>
                <a:gd name="csX0" fmla="*/ 0 w 50601"/>
                <a:gd name="csY0" fmla="*/ 0 h 107267"/>
                <a:gd name="csX1" fmla="*/ 0 w 50601"/>
                <a:gd name="csY1" fmla="*/ 107267 h 107267"/>
                <a:gd name="csX2" fmla="*/ 50601 w 50601"/>
                <a:gd name="csY2" fmla="*/ 107267 h 107267"/>
                <a:gd name="csX3" fmla="*/ 50601 w 50601"/>
                <a:gd name="csY3" fmla="*/ 0 h 107267"/>
                <a:gd name="csX4" fmla="*/ 0 w 50601"/>
                <a:gd name="csY4" fmla="*/ 0 h 107267"/>
                <a:gd name="csX5" fmla="*/ 0 w 50601"/>
                <a:gd name="csY5" fmla="*/ 0 h 107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107267">
                  <a:moveTo>
                    <a:pt x="0" y="0"/>
                  </a:moveTo>
                  <a:lnTo>
                    <a:pt x="0" y="107267"/>
                  </a:lnTo>
                  <a:lnTo>
                    <a:pt x="50601" y="107267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0" name="Freeform 2379">
              <a:extLst>
                <a:ext uri="{FF2B5EF4-FFF2-40B4-BE49-F238E27FC236}">
                  <a16:creationId xmlns:a16="http://schemas.microsoft.com/office/drawing/2014/main" id="{C7F27683-400B-7A89-54B6-7291D7A1A478}"/>
                </a:ext>
              </a:extLst>
            </p:cNvPr>
            <p:cNvSpPr/>
            <p:nvPr/>
          </p:nvSpPr>
          <p:spPr>
            <a:xfrm>
              <a:off x="2375672" y="2745009"/>
              <a:ext cx="50601" cy="107267"/>
            </a:xfrm>
            <a:custGeom>
              <a:avLst/>
              <a:gdLst>
                <a:gd name="csX0" fmla="*/ 0 w 50601"/>
                <a:gd name="csY0" fmla="*/ 0 h 107267"/>
                <a:gd name="csX1" fmla="*/ 0 w 50601"/>
                <a:gd name="csY1" fmla="*/ 107267 h 107267"/>
                <a:gd name="csX2" fmla="*/ 50601 w 50601"/>
                <a:gd name="csY2" fmla="*/ 107267 h 107267"/>
                <a:gd name="csX3" fmla="*/ 50601 w 50601"/>
                <a:gd name="csY3" fmla="*/ 0 h 107267"/>
                <a:gd name="csX4" fmla="*/ 0 w 50601"/>
                <a:gd name="csY4" fmla="*/ 0 h 107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107267">
                  <a:moveTo>
                    <a:pt x="0" y="0"/>
                  </a:moveTo>
                  <a:lnTo>
                    <a:pt x="0" y="107267"/>
                  </a:lnTo>
                  <a:lnTo>
                    <a:pt x="50601" y="107267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1" name="Freeform 2380">
              <a:extLst>
                <a:ext uri="{FF2B5EF4-FFF2-40B4-BE49-F238E27FC236}">
                  <a16:creationId xmlns:a16="http://schemas.microsoft.com/office/drawing/2014/main" id="{DBB58B51-6706-93F9-B6FA-C103FC1DD357}"/>
                </a:ext>
              </a:extLst>
            </p:cNvPr>
            <p:cNvSpPr/>
            <p:nvPr/>
          </p:nvSpPr>
          <p:spPr>
            <a:xfrm>
              <a:off x="2426273" y="2768545"/>
              <a:ext cx="50601" cy="83731"/>
            </a:xfrm>
            <a:custGeom>
              <a:avLst/>
              <a:gdLst>
                <a:gd name="csX0" fmla="*/ 0 w 50601"/>
                <a:gd name="csY0" fmla="*/ 0 h 83731"/>
                <a:gd name="csX1" fmla="*/ 0 w 50601"/>
                <a:gd name="csY1" fmla="*/ 83731 h 83731"/>
                <a:gd name="csX2" fmla="*/ 50601 w 50601"/>
                <a:gd name="csY2" fmla="*/ 83731 h 83731"/>
                <a:gd name="csX3" fmla="*/ 50601 w 50601"/>
                <a:gd name="csY3" fmla="*/ 0 h 83731"/>
                <a:gd name="csX4" fmla="*/ 0 w 50601"/>
                <a:gd name="csY4" fmla="*/ 0 h 83731"/>
                <a:gd name="csX5" fmla="*/ 0 w 50601"/>
                <a:gd name="csY5" fmla="*/ 0 h 83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83731">
                  <a:moveTo>
                    <a:pt x="0" y="0"/>
                  </a:moveTo>
                  <a:lnTo>
                    <a:pt x="0" y="83731"/>
                  </a:lnTo>
                  <a:lnTo>
                    <a:pt x="50601" y="83731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2" name="Freeform 2381">
              <a:extLst>
                <a:ext uri="{FF2B5EF4-FFF2-40B4-BE49-F238E27FC236}">
                  <a16:creationId xmlns:a16="http://schemas.microsoft.com/office/drawing/2014/main" id="{066580FB-F2B4-DED4-80F6-A443F56929ED}"/>
                </a:ext>
              </a:extLst>
            </p:cNvPr>
            <p:cNvSpPr/>
            <p:nvPr/>
          </p:nvSpPr>
          <p:spPr>
            <a:xfrm>
              <a:off x="2426273" y="2768545"/>
              <a:ext cx="50601" cy="83731"/>
            </a:xfrm>
            <a:custGeom>
              <a:avLst/>
              <a:gdLst>
                <a:gd name="csX0" fmla="*/ 0 w 50601"/>
                <a:gd name="csY0" fmla="*/ 0 h 83731"/>
                <a:gd name="csX1" fmla="*/ 0 w 50601"/>
                <a:gd name="csY1" fmla="*/ 83731 h 83731"/>
                <a:gd name="csX2" fmla="*/ 50601 w 50601"/>
                <a:gd name="csY2" fmla="*/ 83731 h 83731"/>
                <a:gd name="csX3" fmla="*/ 50601 w 50601"/>
                <a:gd name="csY3" fmla="*/ 0 h 83731"/>
                <a:gd name="csX4" fmla="*/ 0 w 50601"/>
                <a:gd name="csY4" fmla="*/ 0 h 83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83731">
                  <a:moveTo>
                    <a:pt x="0" y="0"/>
                  </a:moveTo>
                  <a:lnTo>
                    <a:pt x="0" y="83731"/>
                  </a:lnTo>
                  <a:lnTo>
                    <a:pt x="50601" y="83731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3" name="Freeform 2382">
              <a:extLst>
                <a:ext uri="{FF2B5EF4-FFF2-40B4-BE49-F238E27FC236}">
                  <a16:creationId xmlns:a16="http://schemas.microsoft.com/office/drawing/2014/main" id="{8B4EE656-4DD7-3CCA-432F-09F9B06F998E}"/>
                </a:ext>
              </a:extLst>
            </p:cNvPr>
            <p:cNvSpPr/>
            <p:nvPr/>
          </p:nvSpPr>
          <p:spPr>
            <a:xfrm>
              <a:off x="2476874" y="2792226"/>
              <a:ext cx="50590" cy="60050"/>
            </a:xfrm>
            <a:custGeom>
              <a:avLst/>
              <a:gdLst>
                <a:gd name="csX0" fmla="*/ 0 w 50590"/>
                <a:gd name="csY0" fmla="*/ 0 h 60050"/>
                <a:gd name="csX1" fmla="*/ 0 w 50590"/>
                <a:gd name="csY1" fmla="*/ 60051 h 60050"/>
                <a:gd name="csX2" fmla="*/ 50591 w 50590"/>
                <a:gd name="csY2" fmla="*/ 60051 h 60050"/>
                <a:gd name="csX3" fmla="*/ 50591 w 50590"/>
                <a:gd name="csY3" fmla="*/ 0 h 60050"/>
                <a:gd name="csX4" fmla="*/ 0 w 50590"/>
                <a:gd name="csY4" fmla="*/ 0 h 60050"/>
                <a:gd name="csX5" fmla="*/ 0 w 50590"/>
                <a:gd name="csY5" fmla="*/ 0 h 60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60050">
                  <a:moveTo>
                    <a:pt x="0" y="0"/>
                  </a:moveTo>
                  <a:lnTo>
                    <a:pt x="0" y="60051"/>
                  </a:lnTo>
                  <a:lnTo>
                    <a:pt x="50591" y="60051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4" name="Freeform 2383">
              <a:extLst>
                <a:ext uri="{FF2B5EF4-FFF2-40B4-BE49-F238E27FC236}">
                  <a16:creationId xmlns:a16="http://schemas.microsoft.com/office/drawing/2014/main" id="{15962BF2-6B44-F05B-70A2-476C74F8821F}"/>
                </a:ext>
              </a:extLst>
            </p:cNvPr>
            <p:cNvSpPr/>
            <p:nvPr/>
          </p:nvSpPr>
          <p:spPr>
            <a:xfrm>
              <a:off x="2476874" y="2792226"/>
              <a:ext cx="50590" cy="60050"/>
            </a:xfrm>
            <a:custGeom>
              <a:avLst/>
              <a:gdLst>
                <a:gd name="csX0" fmla="*/ 0 w 50590"/>
                <a:gd name="csY0" fmla="*/ 0 h 60050"/>
                <a:gd name="csX1" fmla="*/ 0 w 50590"/>
                <a:gd name="csY1" fmla="*/ 60051 h 60050"/>
                <a:gd name="csX2" fmla="*/ 50591 w 50590"/>
                <a:gd name="csY2" fmla="*/ 60051 h 60050"/>
                <a:gd name="csX3" fmla="*/ 50591 w 50590"/>
                <a:gd name="csY3" fmla="*/ 0 h 60050"/>
                <a:gd name="csX4" fmla="*/ 0 w 50590"/>
                <a:gd name="csY4" fmla="*/ 0 h 60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60050">
                  <a:moveTo>
                    <a:pt x="0" y="0"/>
                  </a:moveTo>
                  <a:lnTo>
                    <a:pt x="0" y="60051"/>
                  </a:lnTo>
                  <a:lnTo>
                    <a:pt x="50591" y="60051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5" name="Freeform 2384">
              <a:extLst>
                <a:ext uri="{FF2B5EF4-FFF2-40B4-BE49-F238E27FC236}">
                  <a16:creationId xmlns:a16="http://schemas.microsoft.com/office/drawing/2014/main" id="{88F6F857-BC33-8A2E-0DBF-840752EFDC08}"/>
                </a:ext>
              </a:extLst>
            </p:cNvPr>
            <p:cNvSpPr/>
            <p:nvPr/>
          </p:nvSpPr>
          <p:spPr>
            <a:xfrm>
              <a:off x="2527465" y="2802007"/>
              <a:ext cx="50601" cy="50269"/>
            </a:xfrm>
            <a:custGeom>
              <a:avLst/>
              <a:gdLst>
                <a:gd name="csX0" fmla="*/ 0 w 50601"/>
                <a:gd name="csY0" fmla="*/ 0 h 50269"/>
                <a:gd name="csX1" fmla="*/ 0 w 50601"/>
                <a:gd name="csY1" fmla="*/ 50270 h 50269"/>
                <a:gd name="csX2" fmla="*/ 50601 w 50601"/>
                <a:gd name="csY2" fmla="*/ 50270 h 50269"/>
                <a:gd name="csX3" fmla="*/ 50601 w 50601"/>
                <a:gd name="csY3" fmla="*/ 0 h 50269"/>
                <a:gd name="csX4" fmla="*/ 0 w 50601"/>
                <a:gd name="csY4" fmla="*/ 0 h 50269"/>
                <a:gd name="csX5" fmla="*/ 0 w 50601"/>
                <a:gd name="csY5" fmla="*/ 0 h 5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50269">
                  <a:moveTo>
                    <a:pt x="0" y="0"/>
                  </a:moveTo>
                  <a:lnTo>
                    <a:pt x="0" y="50270"/>
                  </a:lnTo>
                  <a:lnTo>
                    <a:pt x="50601" y="50270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6" name="Freeform 2385">
              <a:extLst>
                <a:ext uri="{FF2B5EF4-FFF2-40B4-BE49-F238E27FC236}">
                  <a16:creationId xmlns:a16="http://schemas.microsoft.com/office/drawing/2014/main" id="{FC9A07EF-90E2-C549-DB94-DBB4449658B2}"/>
                </a:ext>
              </a:extLst>
            </p:cNvPr>
            <p:cNvSpPr/>
            <p:nvPr/>
          </p:nvSpPr>
          <p:spPr>
            <a:xfrm>
              <a:off x="2527465" y="2802007"/>
              <a:ext cx="50601" cy="50269"/>
            </a:xfrm>
            <a:custGeom>
              <a:avLst/>
              <a:gdLst>
                <a:gd name="csX0" fmla="*/ 0 w 50601"/>
                <a:gd name="csY0" fmla="*/ 0 h 50269"/>
                <a:gd name="csX1" fmla="*/ 0 w 50601"/>
                <a:gd name="csY1" fmla="*/ 50270 h 50269"/>
                <a:gd name="csX2" fmla="*/ 50601 w 50601"/>
                <a:gd name="csY2" fmla="*/ 50270 h 50269"/>
                <a:gd name="csX3" fmla="*/ 50601 w 50601"/>
                <a:gd name="csY3" fmla="*/ 0 h 50269"/>
                <a:gd name="csX4" fmla="*/ 0 w 50601"/>
                <a:gd name="csY4" fmla="*/ 0 h 5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50269">
                  <a:moveTo>
                    <a:pt x="0" y="0"/>
                  </a:moveTo>
                  <a:lnTo>
                    <a:pt x="0" y="50270"/>
                  </a:lnTo>
                  <a:lnTo>
                    <a:pt x="50601" y="50270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7" name="Freeform 2386">
              <a:extLst>
                <a:ext uri="{FF2B5EF4-FFF2-40B4-BE49-F238E27FC236}">
                  <a16:creationId xmlns:a16="http://schemas.microsoft.com/office/drawing/2014/main" id="{98C1C3F8-DBEA-9A8C-5769-AB945647D01A}"/>
                </a:ext>
              </a:extLst>
            </p:cNvPr>
            <p:cNvSpPr/>
            <p:nvPr/>
          </p:nvSpPr>
          <p:spPr>
            <a:xfrm>
              <a:off x="2578066" y="2816290"/>
              <a:ext cx="50601" cy="35986"/>
            </a:xfrm>
            <a:custGeom>
              <a:avLst/>
              <a:gdLst>
                <a:gd name="csX0" fmla="*/ 0 w 50601"/>
                <a:gd name="csY0" fmla="*/ 0 h 35986"/>
                <a:gd name="csX1" fmla="*/ 0 w 50601"/>
                <a:gd name="csY1" fmla="*/ 35987 h 35986"/>
                <a:gd name="csX2" fmla="*/ 50601 w 50601"/>
                <a:gd name="csY2" fmla="*/ 35987 h 35986"/>
                <a:gd name="csX3" fmla="*/ 50601 w 50601"/>
                <a:gd name="csY3" fmla="*/ 0 h 35986"/>
                <a:gd name="csX4" fmla="*/ 0 w 50601"/>
                <a:gd name="csY4" fmla="*/ 0 h 35986"/>
                <a:gd name="csX5" fmla="*/ 0 w 50601"/>
                <a:gd name="csY5" fmla="*/ 0 h 3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35986">
                  <a:moveTo>
                    <a:pt x="0" y="0"/>
                  </a:moveTo>
                  <a:lnTo>
                    <a:pt x="0" y="35987"/>
                  </a:lnTo>
                  <a:lnTo>
                    <a:pt x="50601" y="35987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8" name="Freeform 2387">
              <a:extLst>
                <a:ext uri="{FF2B5EF4-FFF2-40B4-BE49-F238E27FC236}">
                  <a16:creationId xmlns:a16="http://schemas.microsoft.com/office/drawing/2014/main" id="{ABA00E67-38FE-ACA6-9D4E-5D6A9D249F83}"/>
                </a:ext>
              </a:extLst>
            </p:cNvPr>
            <p:cNvSpPr/>
            <p:nvPr/>
          </p:nvSpPr>
          <p:spPr>
            <a:xfrm>
              <a:off x="2578066" y="2816290"/>
              <a:ext cx="50601" cy="35986"/>
            </a:xfrm>
            <a:custGeom>
              <a:avLst/>
              <a:gdLst>
                <a:gd name="csX0" fmla="*/ 0 w 50601"/>
                <a:gd name="csY0" fmla="*/ 0 h 35986"/>
                <a:gd name="csX1" fmla="*/ 0 w 50601"/>
                <a:gd name="csY1" fmla="*/ 35987 h 35986"/>
                <a:gd name="csX2" fmla="*/ 50601 w 50601"/>
                <a:gd name="csY2" fmla="*/ 35987 h 35986"/>
                <a:gd name="csX3" fmla="*/ 50601 w 50601"/>
                <a:gd name="csY3" fmla="*/ 0 h 35986"/>
                <a:gd name="csX4" fmla="*/ 0 w 50601"/>
                <a:gd name="csY4" fmla="*/ 0 h 35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35986">
                  <a:moveTo>
                    <a:pt x="0" y="0"/>
                  </a:moveTo>
                  <a:lnTo>
                    <a:pt x="0" y="35987"/>
                  </a:lnTo>
                  <a:lnTo>
                    <a:pt x="50601" y="35987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9" name="Freeform 2388">
              <a:extLst>
                <a:ext uri="{FF2B5EF4-FFF2-40B4-BE49-F238E27FC236}">
                  <a16:creationId xmlns:a16="http://schemas.microsoft.com/office/drawing/2014/main" id="{A799BB37-E182-BB8E-72E7-E9FD795BC2FF}"/>
                </a:ext>
              </a:extLst>
            </p:cNvPr>
            <p:cNvSpPr/>
            <p:nvPr/>
          </p:nvSpPr>
          <p:spPr>
            <a:xfrm>
              <a:off x="2628667" y="2824311"/>
              <a:ext cx="50601" cy="27965"/>
            </a:xfrm>
            <a:custGeom>
              <a:avLst/>
              <a:gdLst>
                <a:gd name="csX0" fmla="*/ 0 w 50601"/>
                <a:gd name="csY0" fmla="*/ 0 h 27965"/>
                <a:gd name="csX1" fmla="*/ 0 w 50601"/>
                <a:gd name="csY1" fmla="*/ 27966 h 27965"/>
                <a:gd name="csX2" fmla="*/ 50601 w 50601"/>
                <a:gd name="csY2" fmla="*/ 27966 h 27965"/>
                <a:gd name="csX3" fmla="*/ 50601 w 50601"/>
                <a:gd name="csY3" fmla="*/ 0 h 27965"/>
                <a:gd name="csX4" fmla="*/ 0 w 50601"/>
                <a:gd name="csY4" fmla="*/ 0 h 27965"/>
                <a:gd name="csX5" fmla="*/ 0 w 50601"/>
                <a:gd name="csY5" fmla="*/ 0 h 27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27965">
                  <a:moveTo>
                    <a:pt x="0" y="0"/>
                  </a:moveTo>
                  <a:lnTo>
                    <a:pt x="0" y="27966"/>
                  </a:lnTo>
                  <a:lnTo>
                    <a:pt x="50601" y="27966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0" name="Freeform 2389">
              <a:extLst>
                <a:ext uri="{FF2B5EF4-FFF2-40B4-BE49-F238E27FC236}">
                  <a16:creationId xmlns:a16="http://schemas.microsoft.com/office/drawing/2014/main" id="{13C7A285-F205-7BF2-C972-F2ADF2B07530}"/>
                </a:ext>
              </a:extLst>
            </p:cNvPr>
            <p:cNvSpPr/>
            <p:nvPr/>
          </p:nvSpPr>
          <p:spPr>
            <a:xfrm>
              <a:off x="2628667" y="2824311"/>
              <a:ext cx="50601" cy="27965"/>
            </a:xfrm>
            <a:custGeom>
              <a:avLst/>
              <a:gdLst>
                <a:gd name="csX0" fmla="*/ 0 w 50601"/>
                <a:gd name="csY0" fmla="*/ 0 h 27965"/>
                <a:gd name="csX1" fmla="*/ 0 w 50601"/>
                <a:gd name="csY1" fmla="*/ 27966 h 27965"/>
                <a:gd name="csX2" fmla="*/ 50601 w 50601"/>
                <a:gd name="csY2" fmla="*/ 27966 h 27965"/>
                <a:gd name="csX3" fmla="*/ 50601 w 50601"/>
                <a:gd name="csY3" fmla="*/ 0 h 27965"/>
                <a:gd name="csX4" fmla="*/ 0 w 50601"/>
                <a:gd name="csY4" fmla="*/ 0 h 27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27965">
                  <a:moveTo>
                    <a:pt x="0" y="0"/>
                  </a:moveTo>
                  <a:lnTo>
                    <a:pt x="0" y="27966"/>
                  </a:lnTo>
                  <a:lnTo>
                    <a:pt x="50601" y="27966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1" name="Freeform 2390">
              <a:extLst>
                <a:ext uri="{FF2B5EF4-FFF2-40B4-BE49-F238E27FC236}">
                  <a16:creationId xmlns:a16="http://schemas.microsoft.com/office/drawing/2014/main" id="{FF973E7C-412C-75F9-28EB-6E4C2157A7F1}"/>
                </a:ext>
              </a:extLst>
            </p:cNvPr>
            <p:cNvSpPr/>
            <p:nvPr/>
          </p:nvSpPr>
          <p:spPr>
            <a:xfrm>
              <a:off x="2679269" y="2831722"/>
              <a:ext cx="50590" cy="20555"/>
            </a:xfrm>
            <a:custGeom>
              <a:avLst/>
              <a:gdLst>
                <a:gd name="csX0" fmla="*/ 0 w 50590"/>
                <a:gd name="csY0" fmla="*/ 0 h 20555"/>
                <a:gd name="csX1" fmla="*/ 0 w 50590"/>
                <a:gd name="csY1" fmla="*/ 20555 h 20555"/>
                <a:gd name="csX2" fmla="*/ 50591 w 50590"/>
                <a:gd name="csY2" fmla="*/ 20555 h 20555"/>
                <a:gd name="csX3" fmla="*/ 50591 w 50590"/>
                <a:gd name="csY3" fmla="*/ 0 h 20555"/>
                <a:gd name="csX4" fmla="*/ 0 w 50590"/>
                <a:gd name="csY4" fmla="*/ 0 h 20555"/>
                <a:gd name="csX5" fmla="*/ 0 w 50590"/>
                <a:gd name="csY5" fmla="*/ 0 h 20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20555">
                  <a:moveTo>
                    <a:pt x="0" y="0"/>
                  </a:moveTo>
                  <a:lnTo>
                    <a:pt x="0" y="20555"/>
                  </a:lnTo>
                  <a:lnTo>
                    <a:pt x="50591" y="20555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2" name="Freeform 2391">
              <a:extLst>
                <a:ext uri="{FF2B5EF4-FFF2-40B4-BE49-F238E27FC236}">
                  <a16:creationId xmlns:a16="http://schemas.microsoft.com/office/drawing/2014/main" id="{0B8E3185-2AF3-1B7C-A1C7-22CF44EA2490}"/>
                </a:ext>
              </a:extLst>
            </p:cNvPr>
            <p:cNvSpPr/>
            <p:nvPr/>
          </p:nvSpPr>
          <p:spPr>
            <a:xfrm>
              <a:off x="2679269" y="2831722"/>
              <a:ext cx="50590" cy="20555"/>
            </a:xfrm>
            <a:custGeom>
              <a:avLst/>
              <a:gdLst>
                <a:gd name="csX0" fmla="*/ 0 w 50590"/>
                <a:gd name="csY0" fmla="*/ 0 h 20555"/>
                <a:gd name="csX1" fmla="*/ 0 w 50590"/>
                <a:gd name="csY1" fmla="*/ 20555 h 20555"/>
                <a:gd name="csX2" fmla="*/ 50591 w 50590"/>
                <a:gd name="csY2" fmla="*/ 20555 h 20555"/>
                <a:gd name="csX3" fmla="*/ 50591 w 50590"/>
                <a:gd name="csY3" fmla="*/ 0 h 20555"/>
                <a:gd name="csX4" fmla="*/ 0 w 50590"/>
                <a:gd name="csY4" fmla="*/ 0 h 20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20555">
                  <a:moveTo>
                    <a:pt x="0" y="0"/>
                  </a:moveTo>
                  <a:lnTo>
                    <a:pt x="0" y="20555"/>
                  </a:lnTo>
                  <a:lnTo>
                    <a:pt x="50591" y="20555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3" name="Freeform 2392">
              <a:extLst>
                <a:ext uri="{FF2B5EF4-FFF2-40B4-BE49-F238E27FC236}">
                  <a16:creationId xmlns:a16="http://schemas.microsoft.com/office/drawing/2014/main" id="{DCA5FEBA-12DB-7C2C-CDC6-4DE62398D955}"/>
                </a:ext>
              </a:extLst>
            </p:cNvPr>
            <p:cNvSpPr/>
            <p:nvPr/>
          </p:nvSpPr>
          <p:spPr>
            <a:xfrm>
              <a:off x="2729859" y="2837994"/>
              <a:ext cx="50601" cy="14283"/>
            </a:xfrm>
            <a:custGeom>
              <a:avLst/>
              <a:gdLst>
                <a:gd name="csX0" fmla="*/ 0 w 50601"/>
                <a:gd name="csY0" fmla="*/ 0 h 14283"/>
                <a:gd name="csX1" fmla="*/ 0 w 50601"/>
                <a:gd name="csY1" fmla="*/ 14283 h 14283"/>
                <a:gd name="csX2" fmla="*/ 50601 w 50601"/>
                <a:gd name="csY2" fmla="*/ 14283 h 14283"/>
                <a:gd name="csX3" fmla="*/ 50601 w 50601"/>
                <a:gd name="csY3" fmla="*/ 0 h 14283"/>
                <a:gd name="csX4" fmla="*/ 0 w 50601"/>
                <a:gd name="csY4" fmla="*/ 0 h 14283"/>
                <a:gd name="csX5" fmla="*/ 0 w 50601"/>
                <a:gd name="csY5" fmla="*/ 0 h 1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14283">
                  <a:moveTo>
                    <a:pt x="0" y="0"/>
                  </a:moveTo>
                  <a:lnTo>
                    <a:pt x="0" y="14283"/>
                  </a:lnTo>
                  <a:lnTo>
                    <a:pt x="50601" y="14283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4" name="Freeform 2393">
              <a:extLst>
                <a:ext uri="{FF2B5EF4-FFF2-40B4-BE49-F238E27FC236}">
                  <a16:creationId xmlns:a16="http://schemas.microsoft.com/office/drawing/2014/main" id="{763815D7-5217-239C-3548-2C34C761FF97}"/>
                </a:ext>
              </a:extLst>
            </p:cNvPr>
            <p:cNvSpPr/>
            <p:nvPr/>
          </p:nvSpPr>
          <p:spPr>
            <a:xfrm>
              <a:off x="2729859" y="2837994"/>
              <a:ext cx="50601" cy="14283"/>
            </a:xfrm>
            <a:custGeom>
              <a:avLst/>
              <a:gdLst>
                <a:gd name="csX0" fmla="*/ 0 w 50601"/>
                <a:gd name="csY0" fmla="*/ 0 h 14283"/>
                <a:gd name="csX1" fmla="*/ 0 w 50601"/>
                <a:gd name="csY1" fmla="*/ 14283 h 14283"/>
                <a:gd name="csX2" fmla="*/ 50601 w 50601"/>
                <a:gd name="csY2" fmla="*/ 14283 h 14283"/>
                <a:gd name="csX3" fmla="*/ 50601 w 50601"/>
                <a:gd name="csY3" fmla="*/ 0 h 14283"/>
                <a:gd name="csX4" fmla="*/ 0 w 50601"/>
                <a:gd name="csY4" fmla="*/ 0 h 14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14283">
                  <a:moveTo>
                    <a:pt x="0" y="0"/>
                  </a:moveTo>
                  <a:lnTo>
                    <a:pt x="0" y="14283"/>
                  </a:lnTo>
                  <a:lnTo>
                    <a:pt x="50601" y="14283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5" name="Freeform 2394">
              <a:extLst>
                <a:ext uri="{FF2B5EF4-FFF2-40B4-BE49-F238E27FC236}">
                  <a16:creationId xmlns:a16="http://schemas.microsoft.com/office/drawing/2014/main" id="{372BE0DC-CDA1-1796-715C-8CBBD5685218}"/>
                </a:ext>
              </a:extLst>
            </p:cNvPr>
            <p:cNvSpPr/>
            <p:nvPr/>
          </p:nvSpPr>
          <p:spPr>
            <a:xfrm>
              <a:off x="2780461" y="2841813"/>
              <a:ext cx="50601" cy="10463"/>
            </a:xfrm>
            <a:custGeom>
              <a:avLst/>
              <a:gdLst>
                <a:gd name="csX0" fmla="*/ 0 w 50601"/>
                <a:gd name="csY0" fmla="*/ 0 h 10463"/>
                <a:gd name="csX1" fmla="*/ 0 w 50601"/>
                <a:gd name="csY1" fmla="*/ 10464 h 10463"/>
                <a:gd name="csX2" fmla="*/ 50601 w 50601"/>
                <a:gd name="csY2" fmla="*/ 10464 h 10463"/>
                <a:gd name="csX3" fmla="*/ 50601 w 50601"/>
                <a:gd name="csY3" fmla="*/ 0 h 10463"/>
                <a:gd name="csX4" fmla="*/ 0 w 50601"/>
                <a:gd name="csY4" fmla="*/ 0 h 10463"/>
                <a:gd name="csX5" fmla="*/ 0 w 50601"/>
                <a:gd name="csY5" fmla="*/ 0 h 10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10463">
                  <a:moveTo>
                    <a:pt x="0" y="0"/>
                  </a:moveTo>
                  <a:lnTo>
                    <a:pt x="0" y="10464"/>
                  </a:lnTo>
                  <a:lnTo>
                    <a:pt x="50601" y="10464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6" name="Freeform 2395">
              <a:extLst>
                <a:ext uri="{FF2B5EF4-FFF2-40B4-BE49-F238E27FC236}">
                  <a16:creationId xmlns:a16="http://schemas.microsoft.com/office/drawing/2014/main" id="{C23FB62B-1B70-0EA5-7847-9B274FA95D49}"/>
                </a:ext>
              </a:extLst>
            </p:cNvPr>
            <p:cNvSpPr/>
            <p:nvPr/>
          </p:nvSpPr>
          <p:spPr>
            <a:xfrm>
              <a:off x="2780461" y="2841813"/>
              <a:ext cx="50601" cy="10463"/>
            </a:xfrm>
            <a:custGeom>
              <a:avLst/>
              <a:gdLst>
                <a:gd name="csX0" fmla="*/ 0 w 50601"/>
                <a:gd name="csY0" fmla="*/ 0 h 10463"/>
                <a:gd name="csX1" fmla="*/ 0 w 50601"/>
                <a:gd name="csY1" fmla="*/ 10464 h 10463"/>
                <a:gd name="csX2" fmla="*/ 50601 w 50601"/>
                <a:gd name="csY2" fmla="*/ 10464 h 10463"/>
                <a:gd name="csX3" fmla="*/ 50601 w 50601"/>
                <a:gd name="csY3" fmla="*/ 0 h 10463"/>
                <a:gd name="csX4" fmla="*/ 0 w 50601"/>
                <a:gd name="csY4" fmla="*/ 0 h 10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10463">
                  <a:moveTo>
                    <a:pt x="0" y="0"/>
                  </a:moveTo>
                  <a:lnTo>
                    <a:pt x="0" y="10464"/>
                  </a:lnTo>
                  <a:lnTo>
                    <a:pt x="50601" y="10464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7" name="Freeform 2396">
              <a:extLst>
                <a:ext uri="{FF2B5EF4-FFF2-40B4-BE49-F238E27FC236}">
                  <a16:creationId xmlns:a16="http://schemas.microsoft.com/office/drawing/2014/main" id="{2B80675B-56FE-FF79-7EC9-C8B9C27AD58C}"/>
                </a:ext>
              </a:extLst>
            </p:cNvPr>
            <p:cNvSpPr/>
            <p:nvPr/>
          </p:nvSpPr>
          <p:spPr>
            <a:xfrm>
              <a:off x="2831062" y="2845166"/>
              <a:ext cx="50590" cy="7110"/>
            </a:xfrm>
            <a:custGeom>
              <a:avLst/>
              <a:gdLst>
                <a:gd name="csX0" fmla="*/ 0 w 50590"/>
                <a:gd name="csY0" fmla="*/ 0 h 7110"/>
                <a:gd name="csX1" fmla="*/ 0 w 50590"/>
                <a:gd name="csY1" fmla="*/ 7110 h 7110"/>
                <a:gd name="csX2" fmla="*/ 50591 w 50590"/>
                <a:gd name="csY2" fmla="*/ 7110 h 7110"/>
                <a:gd name="csX3" fmla="*/ 50591 w 50590"/>
                <a:gd name="csY3" fmla="*/ 0 h 7110"/>
                <a:gd name="csX4" fmla="*/ 0 w 50590"/>
                <a:gd name="csY4" fmla="*/ 0 h 7110"/>
                <a:gd name="csX5" fmla="*/ 0 w 50590"/>
                <a:gd name="csY5" fmla="*/ 0 h 7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590" h="7110">
                  <a:moveTo>
                    <a:pt x="0" y="0"/>
                  </a:moveTo>
                  <a:lnTo>
                    <a:pt x="0" y="7110"/>
                  </a:lnTo>
                  <a:lnTo>
                    <a:pt x="50591" y="7110"/>
                  </a:lnTo>
                  <a:lnTo>
                    <a:pt x="505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8" name="Freeform 2397">
              <a:extLst>
                <a:ext uri="{FF2B5EF4-FFF2-40B4-BE49-F238E27FC236}">
                  <a16:creationId xmlns:a16="http://schemas.microsoft.com/office/drawing/2014/main" id="{E61F00B7-BB1A-0161-75D0-BDE2BC1B887C}"/>
                </a:ext>
              </a:extLst>
            </p:cNvPr>
            <p:cNvSpPr/>
            <p:nvPr/>
          </p:nvSpPr>
          <p:spPr>
            <a:xfrm>
              <a:off x="2831062" y="2845166"/>
              <a:ext cx="50590" cy="7110"/>
            </a:xfrm>
            <a:custGeom>
              <a:avLst/>
              <a:gdLst>
                <a:gd name="csX0" fmla="*/ 0 w 50590"/>
                <a:gd name="csY0" fmla="*/ 0 h 7110"/>
                <a:gd name="csX1" fmla="*/ 0 w 50590"/>
                <a:gd name="csY1" fmla="*/ 7110 h 7110"/>
                <a:gd name="csX2" fmla="*/ 50591 w 50590"/>
                <a:gd name="csY2" fmla="*/ 7110 h 7110"/>
                <a:gd name="csX3" fmla="*/ 50591 w 50590"/>
                <a:gd name="csY3" fmla="*/ 0 h 7110"/>
                <a:gd name="csX4" fmla="*/ 0 w 50590"/>
                <a:gd name="csY4" fmla="*/ 0 h 7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0" h="7110">
                  <a:moveTo>
                    <a:pt x="0" y="0"/>
                  </a:moveTo>
                  <a:lnTo>
                    <a:pt x="0" y="7110"/>
                  </a:lnTo>
                  <a:lnTo>
                    <a:pt x="50591" y="7110"/>
                  </a:lnTo>
                  <a:lnTo>
                    <a:pt x="505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9" name="Freeform 2398">
              <a:extLst>
                <a:ext uri="{FF2B5EF4-FFF2-40B4-BE49-F238E27FC236}">
                  <a16:creationId xmlns:a16="http://schemas.microsoft.com/office/drawing/2014/main" id="{1FF09E6A-1197-A5FA-8251-10970EE38F51}"/>
                </a:ext>
              </a:extLst>
            </p:cNvPr>
            <p:cNvSpPr/>
            <p:nvPr/>
          </p:nvSpPr>
          <p:spPr>
            <a:xfrm>
              <a:off x="2881652" y="2847692"/>
              <a:ext cx="50601" cy="4585"/>
            </a:xfrm>
            <a:custGeom>
              <a:avLst/>
              <a:gdLst>
                <a:gd name="csX0" fmla="*/ 0 w 50601"/>
                <a:gd name="csY0" fmla="*/ 0 h 4585"/>
                <a:gd name="csX1" fmla="*/ 0 w 50601"/>
                <a:gd name="csY1" fmla="*/ 4585 h 4585"/>
                <a:gd name="csX2" fmla="*/ 50601 w 50601"/>
                <a:gd name="csY2" fmla="*/ 4585 h 4585"/>
                <a:gd name="csX3" fmla="*/ 50601 w 50601"/>
                <a:gd name="csY3" fmla="*/ 0 h 4585"/>
                <a:gd name="csX4" fmla="*/ 0 w 50601"/>
                <a:gd name="csY4" fmla="*/ 0 h 4585"/>
                <a:gd name="csX5" fmla="*/ 0 w 50601"/>
                <a:gd name="csY5" fmla="*/ 0 h 4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4585">
                  <a:moveTo>
                    <a:pt x="0" y="0"/>
                  </a:moveTo>
                  <a:lnTo>
                    <a:pt x="0" y="4585"/>
                  </a:lnTo>
                  <a:lnTo>
                    <a:pt x="50601" y="4585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0" name="Freeform 2399">
              <a:extLst>
                <a:ext uri="{FF2B5EF4-FFF2-40B4-BE49-F238E27FC236}">
                  <a16:creationId xmlns:a16="http://schemas.microsoft.com/office/drawing/2014/main" id="{6AE0D70A-CEED-4967-BB16-2C212D7229BF}"/>
                </a:ext>
              </a:extLst>
            </p:cNvPr>
            <p:cNvSpPr/>
            <p:nvPr/>
          </p:nvSpPr>
          <p:spPr>
            <a:xfrm>
              <a:off x="2881652" y="2847692"/>
              <a:ext cx="50601" cy="4585"/>
            </a:xfrm>
            <a:custGeom>
              <a:avLst/>
              <a:gdLst>
                <a:gd name="csX0" fmla="*/ 0 w 50601"/>
                <a:gd name="csY0" fmla="*/ 0 h 4585"/>
                <a:gd name="csX1" fmla="*/ 0 w 50601"/>
                <a:gd name="csY1" fmla="*/ 4585 h 4585"/>
                <a:gd name="csX2" fmla="*/ 50601 w 50601"/>
                <a:gd name="csY2" fmla="*/ 4585 h 4585"/>
                <a:gd name="csX3" fmla="*/ 50601 w 50601"/>
                <a:gd name="csY3" fmla="*/ 0 h 4585"/>
                <a:gd name="csX4" fmla="*/ 0 w 50601"/>
                <a:gd name="csY4" fmla="*/ 0 h 4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4585">
                  <a:moveTo>
                    <a:pt x="0" y="0"/>
                  </a:moveTo>
                  <a:lnTo>
                    <a:pt x="0" y="4585"/>
                  </a:lnTo>
                  <a:lnTo>
                    <a:pt x="50601" y="4585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1" name="Freeform 2400">
              <a:extLst>
                <a:ext uri="{FF2B5EF4-FFF2-40B4-BE49-F238E27FC236}">
                  <a16:creationId xmlns:a16="http://schemas.microsoft.com/office/drawing/2014/main" id="{4DCB0610-0F12-AA78-C5DE-69F81A9404F5}"/>
                </a:ext>
              </a:extLst>
            </p:cNvPr>
            <p:cNvSpPr/>
            <p:nvPr/>
          </p:nvSpPr>
          <p:spPr>
            <a:xfrm>
              <a:off x="2932254" y="2849223"/>
              <a:ext cx="50601" cy="3053"/>
            </a:xfrm>
            <a:custGeom>
              <a:avLst/>
              <a:gdLst>
                <a:gd name="csX0" fmla="*/ 0 w 50601"/>
                <a:gd name="csY0" fmla="*/ 0 h 3053"/>
                <a:gd name="csX1" fmla="*/ 0 w 50601"/>
                <a:gd name="csY1" fmla="*/ 3053 h 3053"/>
                <a:gd name="csX2" fmla="*/ 50601 w 50601"/>
                <a:gd name="csY2" fmla="*/ 3053 h 3053"/>
                <a:gd name="csX3" fmla="*/ 50601 w 50601"/>
                <a:gd name="csY3" fmla="*/ 0 h 3053"/>
                <a:gd name="csX4" fmla="*/ 0 w 50601"/>
                <a:gd name="csY4" fmla="*/ 0 h 3053"/>
                <a:gd name="csX5" fmla="*/ 0 w 50601"/>
                <a:gd name="csY5" fmla="*/ 0 h 3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0601" h="3053">
                  <a:moveTo>
                    <a:pt x="0" y="0"/>
                  </a:moveTo>
                  <a:lnTo>
                    <a:pt x="0" y="3053"/>
                  </a:lnTo>
                  <a:lnTo>
                    <a:pt x="50601" y="3053"/>
                  </a:lnTo>
                  <a:lnTo>
                    <a:pt x="506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2" name="Freeform 2401">
              <a:extLst>
                <a:ext uri="{FF2B5EF4-FFF2-40B4-BE49-F238E27FC236}">
                  <a16:creationId xmlns:a16="http://schemas.microsoft.com/office/drawing/2014/main" id="{570CFD5D-D426-574A-9C49-939DA08A1964}"/>
                </a:ext>
              </a:extLst>
            </p:cNvPr>
            <p:cNvSpPr/>
            <p:nvPr/>
          </p:nvSpPr>
          <p:spPr>
            <a:xfrm>
              <a:off x="2932254" y="2849223"/>
              <a:ext cx="50601" cy="3053"/>
            </a:xfrm>
            <a:custGeom>
              <a:avLst/>
              <a:gdLst>
                <a:gd name="csX0" fmla="*/ 0 w 50601"/>
                <a:gd name="csY0" fmla="*/ 0 h 3053"/>
                <a:gd name="csX1" fmla="*/ 0 w 50601"/>
                <a:gd name="csY1" fmla="*/ 3053 h 3053"/>
                <a:gd name="csX2" fmla="*/ 50601 w 50601"/>
                <a:gd name="csY2" fmla="*/ 3053 h 3053"/>
                <a:gd name="csX3" fmla="*/ 50601 w 50601"/>
                <a:gd name="csY3" fmla="*/ 0 h 3053"/>
                <a:gd name="csX4" fmla="*/ 0 w 50601"/>
                <a:gd name="csY4" fmla="*/ 0 h 3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601" h="3053">
                  <a:moveTo>
                    <a:pt x="0" y="0"/>
                  </a:moveTo>
                  <a:lnTo>
                    <a:pt x="0" y="3053"/>
                  </a:lnTo>
                  <a:lnTo>
                    <a:pt x="50601" y="3053"/>
                  </a:lnTo>
                  <a:lnTo>
                    <a:pt x="506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3" name="Oval 2402">
              <a:extLst>
                <a:ext uri="{FF2B5EF4-FFF2-40B4-BE49-F238E27FC236}">
                  <a16:creationId xmlns:a16="http://schemas.microsoft.com/office/drawing/2014/main" id="{0806BBD7-8866-FABA-42D9-740EFF3C15E7}"/>
                </a:ext>
              </a:extLst>
            </p:cNvPr>
            <p:cNvSpPr/>
            <p:nvPr/>
          </p:nvSpPr>
          <p:spPr>
            <a:xfrm>
              <a:off x="779762" y="284600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4" name="Oval 2403">
              <a:extLst>
                <a:ext uri="{FF2B5EF4-FFF2-40B4-BE49-F238E27FC236}">
                  <a16:creationId xmlns:a16="http://schemas.microsoft.com/office/drawing/2014/main" id="{5E98CCD8-BDEC-D162-E16A-3BC2F9783A45}"/>
                </a:ext>
              </a:extLst>
            </p:cNvPr>
            <p:cNvSpPr/>
            <p:nvPr/>
          </p:nvSpPr>
          <p:spPr>
            <a:xfrm>
              <a:off x="830360" y="284218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5" name="Oval 2404">
              <a:extLst>
                <a:ext uri="{FF2B5EF4-FFF2-40B4-BE49-F238E27FC236}">
                  <a16:creationId xmlns:a16="http://schemas.microsoft.com/office/drawing/2014/main" id="{BD5884B8-7072-0806-F9F5-CE42F35643CC}"/>
                </a:ext>
              </a:extLst>
            </p:cNvPr>
            <p:cNvSpPr/>
            <p:nvPr/>
          </p:nvSpPr>
          <p:spPr>
            <a:xfrm>
              <a:off x="880958" y="283760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6" name="Oval 2405">
              <a:extLst>
                <a:ext uri="{FF2B5EF4-FFF2-40B4-BE49-F238E27FC236}">
                  <a16:creationId xmlns:a16="http://schemas.microsoft.com/office/drawing/2014/main" id="{A7971E93-59ED-F7F5-C76F-063436689032}"/>
                </a:ext>
              </a:extLst>
            </p:cNvPr>
            <p:cNvSpPr/>
            <p:nvPr/>
          </p:nvSpPr>
          <p:spPr>
            <a:xfrm>
              <a:off x="931557" y="283308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7" name="Oval 2406">
              <a:extLst>
                <a:ext uri="{FF2B5EF4-FFF2-40B4-BE49-F238E27FC236}">
                  <a16:creationId xmlns:a16="http://schemas.microsoft.com/office/drawing/2014/main" id="{793BD323-C269-5F1F-3633-CB39A6975950}"/>
                </a:ext>
              </a:extLst>
            </p:cNvPr>
            <p:cNvSpPr/>
            <p:nvPr/>
          </p:nvSpPr>
          <p:spPr>
            <a:xfrm>
              <a:off x="982155" y="282415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8" name="Oval 2407">
              <a:extLst>
                <a:ext uri="{FF2B5EF4-FFF2-40B4-BE49-F238E27FC236}">
                  <a16:creationId xmlns:a16="http://schemas.microsoft.com/office/drawing/2014/main" id="{70BC64CA-E365-C9CA-91FA-2A926B1507CA}"/>
                </a:ext>
              </a:extLst>
            </p:cNvPr>
            <p:cNvSpPr/>
            <p:nvPr/>
          </p:nvSpPr>
          <p:spPr>
            <a:xfrm>
              <a:off x="1032753" y="281529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9" name="Oval 2408">
              <a:extLst>
                <a:ext uri="{FF2B5EF4-FFF2-40B4-BE49-F238E27FC236}">
                  <a16:creationId xmlns:a16="http://schemas.microsoft.com/office/drawing/2014/main" id="{67D3B8A5-0914-F413-8352-95F8D64C5A48}"/>
                </a:ext>
              </a:extLst>
            </p:cNvPr>
            <p:cNvSpPr/>
            <p:nvPr/>
          </p:nvSpPr>
          <p:spPr>
            <a:xfrm>
              <a:off x="1083351" y="279664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0" name="Oval 2409">
              <a:extLst>
                <a:ext uri="{FF2B5EF4-FFF2-40B4-BE49-F238E27FC236}">
                  <a16:creationId xmlns:a16="http://schemas.microsoft.com/office/drawing/2014/main" id="{A150581C-4B20-825B-8EF0-106DE594E369}"/>
                </a:ext>
              </a:extLst>
            </p:cNvPr>
            <p:cNvSpPr/>
            <p:nvPr/>
          </p:nvSpPr>
          <p:spPr>
            <a:xfrm>
              <a:off x="1133949" y="278098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1" name="Oval 2410">
              <a:extLst>
                <a:ext uri="{FF2B5EF4-FFF2-40B4-BE49-F238E27FC236}">
                  <a16:creationId xmlns:a16="http://schemas.microsoft.com/office/drawing/2014/main" id="{22859C90-5B2D-B2EF-4588-36A9BE65587D}"/>
                </a:ext>
              </a:extLst>
            </p:cNvPr>
            <p:cNvSpPr/>
            <p:nvPr/>
          </p:nvSpPr>
          <p:spPr>
            <a:xfrm>
              <a:off x="1184547" y="276105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2" name="Oval 2411">
              <a:extLst>
                <a:ext uri="{FF2B5EF4-FFF2-40B4-BE49-F238E27FC236}">
                  <a16:creationId xmlns:a16="http://schemas.microsoft.com/office/drawing/2014/main" id="{FE4F90A8-DC8E-6DA4-FEC4-ADB2164936B1}"/>
                </a:ext>
              </a:extLst>
            </p:cNvPr>
            <p:cNvSpPr/>
            <p:nvPr/>
          </p:nvSpPr>
          <p:spPr>
            <a:xfrm>
              <a:off x="1235145" y="273797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3" name="Oval 2412">
              <a:extLst>
                <a:ext uri="{FF2B5EF4-FFF2-40B4-BE49-F238E27FC236}">
                  <a16:creationId xmlns:a16="http://schemas.microsoft.com/office/drawing/2014/main" id="{852BDD93-E089-742D-7FCE-4382FC75E9AD}"/>
                </a:ext>
              </a:extLst>
            </p:cNvPr>
            <p:cNvSpPr/>
            <p:nvPr/>
          </p:nvSpPr>
          <p:spPr>
            <a:xfrm>
              <a:off x="1285744" y="269442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4" name="Oval 2413">
              <a:extLst>
                <a:ext uri="{FF2B5EF4-FFF2-40B4-BE49-F238E27FC236}">
                  <a16:creationId xmlns:a16="http://schemas.microsoft.com/office/drawing/2014/main" id="{66B7B831-0FD7-5612-46F0-BD79137EE28B}"/>
                </a:ext>
              </a:extLst>
            </p:cNvPr>
            <p:cNvSpPr/>
            <p:nvPr/>
          </p:nvSpPr>
          <p:spPr>
            <a:xfrm>
              <a:off x="1336342" y="267441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5" name="Oval 2414">
              <a:extLst>
                <a:ext uri="{FF2B5EF4-FFF2-40B4-BE49-F238E27FC236}">
                  <a16:creationId xmlns:a16="http://schemas.microsoft.com/office/drawing/2014/main" id="{75055842-0A36-8FBA-0594-3685EE7D1C75}"/>
                </a:ext>
              </a:extLst>
            </p:cNvPr>
            <p:cNvSpPr/>
            <p:nvPr/>
          </p:nvSpPr>
          <p:spPr>
            <a:xfrm>
              <a:off x="1386940" y="262428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6" name="Oval 2415">
              <a:extLst>
                <a:ext uri="{FF2B5EF4-FFF2-40B4-BE49-F238E27FC236}">
                  <a16:creationId xmlns:a16="http://schemas.microsoft.com/office/drawing/2014/main" id="{496EDFEB-AF9F-0276-DB25-167F3398D86A}"/>
                </a:ext>
              </a:extLst>
            </p:cNvPr>
            <p:cNvSpPr/>
            <p:nvPr/>
          </p:nvSpPr>
          <p:spPr>
            <a:xfrm>
              <a:off x="1437538" y="258127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7" name="Oval 2416">
              <a:extLst>
                <a:ext uri="{FF2B5EF4-FFF2-40B4-BE49-F238E27FC236}">
                  <a16:creationId xmlns:a16="http://schemas.microsoft.com/office/drawing/2014/main" id="{ADBD550B-367B-96B0-F934-F212FB5B8374}"/>
                </a:ext>
              </a:extLst>
            </p:cNvPr>
            <p:cNvSpPr/>
            <p:nvPr/>
          </p:nvSpPr>
          <p:spPr>
            <a:xfrm>
              <a:off x="1488136" y="254903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8" name="Oval 2417">
              <a:extLst>
                <a:ext uri="{FF2B5EF4-FFF2-40B4-BE49-F238E27FC236}">
                  <a16:creationId xmlns:a16="http://schemas.microsoft.com/office/drawing/2014/main" id="{A6DFEE26-2009-FFAE-9D92-5DC8E2E87293}"/>
                </a:ext>
              </a:extLst>
            </p:cNvPr>
            <p:cNvSpPr/>
            <p:nvPr/>
          </p:nvSpPr>
          <p:spPr>
            <a:xfrm>
              <a:off x="1538734" y="250793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9" name="Oval 2418">
              <a:extLst>
                <a:ext uri="{FF2B5EF4-FFF2-40B4-BE49-F238E27FC236}">
                  <a16:creationId xmlns:a16="http://schemas.microsoft.com/office/drawing/2014/main" id="{2E3CC42A-7D45-322A-87C3-8E4BECF2956A}"/>
                </a:ext>
              </a:extLst>
            </p:cNvPr>
            <p:cNvSpPr/>
            <p:nvPr/>
          </p:nvSpPr>
          <p:spPr>
            <a:xfrm>
              <a:off x="1589331" y="247623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0" name="Oval 2419">
              <a:extLst>
                <a:ext uri="{FF2B5EF4-FFF2-40B4-BE49-F238E27FC236}">
                  <a16:creationId xmlns:a16="http://schemas.microsoft.com/office/drawing/2014/main" id="{1267A894-BD03-4A42-B143-E2F45FC07B17}"/>
                </a:ext>
              </a:extLst>
            </p:cNvPr>
            <p:cNvSpPr/>
            <p:nvPr/>
          </p:nvSpPr>
          <p:spPr>
            <a:xfrm>
              <a:off x="1639932" y="244635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1" name="Oval 2420">
              <a:extLst>
                <a:ext uri="{FF2B5EF4-FFF2-40B4-BE49-F238E27FC236}">
                  <a16:creationId xmlns:a16="http://schemas.microsoft.com/office/drawing/2014/main" id="{E4EFB0FA-32A7-11C9-25E5-ED36B46FDB41}"/>
                </a:ext>
              </a:extLst>
            </p:cNvPr>
            <p:cNvSpPr/>
            <p:nvPr/>
          </p:nvSpPr>
          <p:spPr>
            <a:xfrm>
              <a:off x="1690533" y="242633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2" name="Oval 2421">
              <a:extLst>
                <a:ext uri="{FF2B5EF4-FFF2-40B4-BE49-F238E27FC236}">
                  <a16:creationId xmlns:a16="http://schemas.microsoft.com/office/drawing/2014/main" id="{C5F69AA6-6604-B3F1-DC9C-BE936DE30BED}"/>
                </a:ext>
              </a:extLst>
            </p:cNvPr>
            <p:cNvSpPr/>
            <p:nvPr/>
          </p:nvSpPr>
          <p:spPr>
            <a:xfrm>
              <a:off x="1741124" y="242603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3" name="Oval 2422">
              <a:extLst>
                <a:ext uri="{FF2B5EF4-FFF2-40B4-BE49-F238E27FC236}">
                  <a16:creationId xmlns:a16="http://schemas.microsoft.com/office/drawing/2014/main" id="{2459FDF8-0C11-7606-47B9-73501307FA94}"/>
                </a:ext>
              </a:extLst>
            </p:cNvPr>
            <p:cNvSpPr/>
            <p:nvPr/>
          </p:nvSpPr>
          <p:spPr>
            <a:xfrm>
              <a:off x="1791725" y="241273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4" name="Oval 2423">
              <a:extLst>
                <a:ext uri="{FF2B5EF4-FFF2-40B4-BE49-F238E27FC236}">
                  <a16:creationId xmlns:a16="http://schemas.microsoft.com/office/drawing/2014/main" id="{A660904B-EC4D-C562-977E-C66EEEAE5A97}"/>
                </a:ext>
              </a:extLst>
            </p:cNvPr>
            <p:cNvSpPr/>
            <p:nvPr/>
          </p:nvSpPr>
          <p:spPr>
            <a:xfrm>
              <a:off x="1842326" y="241609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5" name="Oval 2424">
              <a:extLst>
                <a:ext uri="{FF2B5EF4-FFF2-40B4-BE49-F238E27FC236}">
                  <a16:creationId xmlns:a16="http://schemas.microsoft.com/office/drawing/2014/main" id="{86DF8BFA-DDD6-E0AB-7024-A350CACE5A20}"/>
                </a:ext>
              </a:extLst>
            </p:cNvPr>
            <p:cNvSpPr/>
            <p:nvPr/>
          </p:nvSpPr>
          <p:spPr>
            <a:xfrm>
              <a:off x="1892917" y="242748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6" name="Oval 2425">
              <a:extLst>
                <a:ext uri="{FF2B5EF4-FFF2-40B4-BE49-F238E27FC236}">
                  <a16:creationId xmlns:a16="http://schemas.microsoft.com/office/drawing/2014/main" id="{7B281CC4-8BB8-FAB1-258C-CDFDA2E43BCE}"/>
                </a:ext>
              </a:extLst>
            </p:cNvPr>
            <p:cNvSpPr/>
            <p:nvPr/>
          </p:nvSpPr>
          <p:spPr>
            <a:xfrm>
              <a:off x="1943518" y="245162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7" name="Oval 2426">
              <a:extLst>
                <a:ext uri="{FF2B5EF4-FFF2-40B4-BE49-F238E27FC236}">
                  <a16:creationId xmlns:a16="http://schemas.microsoft.com/office/drawing/2014/main" id="{4AD0534E-05EB-3495-12B6-0E4BE45ACEFD}"/>
                </a:ext>
              </a:extLst>
            </p:cNvPr>
            <p:cNvSpPr/>
            <p:nvPr/>
          </p:nvSpPr>
          <p:spPr>
            <a:xfrm>
              <a:off x="1994120" y="247943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8" name="Oval 2427">
              <a:extLst>
                <a:ext uri="{FF2B5EF4-FFF2-40B4-BE49-F238E27FC236}">
                  <a16:creationId xmlns:a16="http://schemas.microsoft.com/office/drawing/2014/main" id="{B9E7F83E-9AFA-1446-A635-EACC17719540}"/>
                </a:ext>
              </a:extLst>
            </p:cNvPr>
            <p:cNvSpPr/>
            <p:nvPr/>
          </p:nvSpPr>
          <p:spPr>
            <a:xfrm>
              <a:off x="2044721" y="251466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9" name="Oval 2428">
              <a:extLst>
                <a:ext uri="{FF2B5EF4-FFF2-40B4-BE49-F238E27FC236}">
                  <a16:creationId xmlns:a16="http://schemas.microsoft.com/office/drawing/2014/main" id="{4D053B9B-99E4-D375-D40E-CE698581C8DF}"/>
                </a:ext>
              </a:extLst>
            </p:cNvPr>
            <p:cNvSpPr/>
            <p:nvPr/>
          </p:nvSpPr>
          <p:spPr>
            <a:xfrm>
              <a:off x="2095311" y="255285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0" name="Oval 2429">
              <a:extLst>
                <a:ext uri="{FF2B5EF4-FFF2-40B4-BE49-F238E27FC236}">
                  <a16:creationId xmlns:a16="http://schemas.microsoft.com/office/drawing/2014/main" id="{766A2ACD-140A-023D-39F1-C6A886687AC1}"/>
                </a:ext>
              </a:extLst>
            </p:cNvPr>
            <p:cNvSpPr/>
            <p:nvPr/>
          </p:nvSpPr>
          <p:spPr>
            <a:xfrm>
              <a:off x="2145913" y="259128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1" name="Oval 2430">
              <a:extLst>
                <a:ext uri="{FF2B5EF4-FFF2-40B4-BE49-F238E27FC236}">
                  <a16:creationId xmlns:a16="http://schemas.microsoft.com/office/drawing/2014/main" id="{11313237-EA36-6900-553F-1DEF7B72C1DA}"/>
                </a:ext>
              </a:extLst>
            </p:cNvPr>
            <p:cNvSpPr/>
            <p:nvPr/>
          </p:nvSpPr>
          <p:spPr>
            <a:xfrm>
              <a:off x="2196514" y="261818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2" name="Oval 2431">
              <a:extLst>
                <a:ext uri="{FF2B5EF4-FFF2-40B4-BE49-F238E27FC236}">
                  <a16:creationId xmlns:a16="http://schemas.microsoft.com/office/drawing/2014/main" id="{359512C7-660B-4479-6EDC-F60879456564}"/>
                </a:ext>
              </a:extLst>
            </p:cNvPr>
            <p:cNvSpPr/>
            <p:nvPr/>
          </p:nvSpPr>
          <p:spPr>
            <a:xfrm>
              <a:off x="2247104" y="265699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3" name="Oval 2432">
              <a:extLst>
                <a:ext uri="{FF2B5EF4-FFF2-40B4-BE49-F238E27FC236}">
                  <a16:creationId xmlns:a16="http://schemas.microsoft.com/office/drawing/2014/main" id="{FF8EDC97-6106-17E0-60E4-B13017232BB8}"/>
                </a:ext>
              </a:extLst>
            </p:cNvPr>
            <p:cNvSpPr/>
            <p:nvPr/>
          </p:nvSpPr>
          <p:spPr>
            <a:xfrm>
              <a:off x="2297706" y="268564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4" name="Oval 2433">
              <a:extLst>
                <a:ext uri="{FF2B5EF4-FFF2-40B4-BE49-F238E27FC236}">
                  <a16:creationId xmlns:a16="http://schemas.microsoft.com/office/drawing/2014/main" id="{58D58550-BFC0-0B13-D0CC-418354838302}"/>
                </a:ext>
              </a:extLst>
            </p:cNvPr>
            <p:cNvSpPr/>
            <p:nvPr/>
          </p:nvSpPr>
          <p:spPr>
            <a:xfrm>
              <a:off x="2348307" y="271887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5" name="Oval 2434">
              <a:extLst>
                <a:ext uri="{FF2B5EF4-FFF2-40B4-BE49-F238E27FC236}">
                  <a16:creationId xmlns:a16="http://schemas.microsoft.com/office/drawing/2014/main" id="{ADD53BF6-FAF2-3593-931F-36EBD6000ACF}"/>
                </a:ext>
              </a:extLst>
            </p:cNvPr>
            <p:cNvSpPr/>
            <p:nvPr/>
          </p:nvSpPr>
          <p:spPr>
            <a:xfrm>
              <a:off x="2398908" y="274293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6" name="Oval 2435">
              <a:extLst>
                <a:ext uri="{FF2B5EF4-FFF2-40B4-BE49-F238E27FC236}">
                  <a16:creationId xmlns:a16="http://schemas.microsoft.com/office/drawing/2014/main" id="{0E71715D-B540-0080-69D5-9D2C05C6A8E6}"/>
                </a:ext>
              </a:extLst>
            </p:cNvPr>
            <p:cNvSpPr/>
            <p:nvPr/>
          </p:nvSpPr>
          <p:spPr>
            <a:xfrm>
              <a:off x="2449499" y="276647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7" name="Oval 2436">
              <a:extLst>
                <a:ext uri="{FF2B5EF4-FFF2-40B4-BE49-F238E27FC236}">
                  <a16:creationId xmlns:a16="http://schemas.microsoft.com/office/drawing/2014/main" id="{8A99858C-9D1B-9007-3C00-4B17C0A15D5E}"/>
                </a:ext>
              </a:extLst>
            </p:cNvPr>
            <p:cNvSpPr/>
            <p:nvPr/>
          </p:nvSpPr>
          <p:spPr>
            <a:xfrm>
              <a:off x="2500100" y="279015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8" name="Oval 2437">
              <a:extLst>
                <a:ext uri="{FF2B5EF4-FFF2-40B4-BE49-F238E27FC236}">
                  <a16:creationId xmlns:a16="http://schemas.microsoft.com/office/drawing/2014/main" id="{A5739F15-1CE8-53A7-1E84-E187B8036527}"/>
                </a:ext>
              </a:extLst>
            </p:cNvPr>
            <p:cNvSpPr/>
            <p:nvPr/>
          </p:nvSpPr>
          <p:spPr>
            <a:xfrm>
              <a:off x="2550701" y="279993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9" name="Oval 2438">
              <a:extLst>
                <a:ext uri="{FF2B5EF4-FFF2-40B4-BE49-F238E27FC236}">
                  <a16:creationId xmlns:a16="http://schemas.microsoft.com/office/drawing/2014/main" id="{FC1A83CB-3E7B-F95E-D88C-3596C19CE382}"/>
                </a:ext>
              </a:extLst>
            </p:cNvPr>
            <p:cNvSpPr/>
            <p:nvPr/>
          </p:nvSpPr>
          <p:spPr>
            <a:xfrm>
              <a:off x="2601292" y="281422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0" name="Oval 2439">
              <a:extLst>
                <a:ext uri="{FF2B5EF4-FFF2-40B4-BE49-F238E27FC236}">
                  <a16:creationId xmlns:a16="http://schemas.microsoft.com/office/drawing/2014/main" id="{E04F793C-30CF-4B28-CE78-8A324FFC5412}"/>
                </a:ext>
              </a:extLst>
            </p:cNvPr>
            <p:cNvSpPr/>
            <p:nvPr/>
          </p:nvSpPr>
          <p:spPr>
            <a:xfrm>
              <a:off x="2651893" y="282224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1" name="Oval 2440">
              <a:extLst>
                <a:ext uri="{FF2B5EF4-FFF2-40B4-BE49-F238E27FC236}">
                  <a16:creationId xmlns:a16="http://schemas.microsoft.com/office/drawing/2014/main" id="{0CC50A9D-FE56-E121-CAA6-1E380F85EDE5}"/>
                </a:ext>
              </a:extLst>
            </p:cNvPr>
            <p:cNvSpPr/>
            <p:nvPr/>
          </p:nvSpPr>
          <p:spPr>
            <a:xfrm>
              <a:off x="2702494" y="282965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2" name="Oval 2441">
              <a:extLst>
                <a:ext uri="{FF2B5EF4-FFF2-40B4-BE49-F238E27FC236}">
                  <a16:creationId xmlns:a16="http://schemas.microsoft.com/office/drawing/2014/main" id="{26CA9542-E0FA-303E-D3A2-4A07616F8AA2}"/>
                </a:ext>
              </a:extLst>
            </p:cNvPr>
            <p:cNvSpPr/>
            <p:nvPr/>
          </p:nvSpPr>
          <p:spPr>
            <a:xfrm>
              <a:off x="2753095" y="283592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3" name="Oval 2442">
              <a:extLst>
                <a:ext uri="{FF2B5EF4-FFF2-40B4-BE49-F238E27FC236}">
                  <a16:creationId xmlns:a16="http://schemas.microsoft.com/office/drawing/2014/main" id="{F799D21C-5EDD-D864-94A2-E9E678F129CB}"/>
                </a:ext>
              </a:extLst>
            </p:cNvPr>
            <p:cNvSpPr/>
            <p:nvPr/>
          </p:nvSpPr>
          <p:spPr>
            <a:xfrm>
              <a:off x="2803686" y="283974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4" name="Oval 2443">
              <a:extLst>
                <a:ext uri="{FF2B5EF4-FFF2-40B4-BE49-F238E27FC236}">
                  <a16:creationId xmlns:a16="http://schemas.microsoft.com/office/drawing/2014/main" id="{430F8215-26C7-5CC3-1DCD-879CCF52BAF6}"/>
                </a:ext>
              </a:extLst>
            </p:cNvPr>
            <p:cNvSpPr/>
            <p:nvPr/>
          </p:nvSpPr>
          <p:spPr>
            <a:xfrm>
              <a:off x="2854287" y="284309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5" name="Oval 2444">
              <a:extLst>
                <a:ext uri="{FF2B5EF4-FFF2-40B4-BE49-F238E27FC236}">
                  <a16:creationId xmlns:a16="http://schemas.microsoft.com/office/drawing/2014/main" id="{AE55DE9F-0D4B-A9A9-4151-143C30F7F386}"/>
                </a:ext>
              </a:extLst>
            </p:cNvPr>
            <p:cNvSpPr/>
            <p:nvPr/>
          </p:nvSpPr>
          <p:spPr>
            <a:xfrm>
              <a:off x="2904888" y="284562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6" name="Oval 2445">
              <a:extLst>
                <a:ext uri="{FF2B5EF4-FFF2-40B4-BE49-F238E27FC236}">
                  <a16:creationId xmlns:a16="http://schemas.microsoft.com/office/drawing/2014/main" id="{326DE656-24E1-DA21-4751-35B4E37D62D1}"/>
                </a:ext>
              </a:extLst>
            </p:cNvPr>
            <p:cNvSpPr/>
            <p:nvPr/>
          </p:nvSpPr>
          <p:spPr>
            <a:xfrm>
              <a:off x="2955479" y="284715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47" name="Freeform 2446">
            <a:extLst>
              <a:ext uri="{FF2B5EF4-FFF2-40B4-BE49-F238E27FC236}">
                <a16:creationId xmlns:a16="http://schemas.microsoft.com/office/drawing/2014/main" id="{AAFDCFFC-D09E-4E8D-4AC6-C3035B58EC8F}"/>
              </a:ext>
            </a:extLst>
          </p:cNvPr>
          <p:cNvSpPr/>
          <p:nvPr/>
        </p:nvSpPr>
        <p:spPr>
          <a:xfrm>
            <a:off x="763821" y="2414265"/>
            <a:ext cx="2213962" cy="436293"/>
          </a:xfrm>
          <a:custGeom>
            <a:avLst/>
            <a:gdLst>
              <a:gd name="csX0" fmla="*/ 0 w 2213962"/>
              <a:gd name="csY0" fmla="*/ 432723 h 436293"/>
              <a:gd name="csX1" fmla="*/ 2217 w 2213962"/>
              <a:gd name="csY1" fmla="*/ 432630 h 436293"/>
              <a:gd name="csX2" fmla="*/ 4433 w 2213962"/>
              <a:gd name="csY2" fmla="*/ 432526 h 436293"/>
              <a:gd name="csX3" fmla="*/ 6649 w 2213962"/>
              <a:gd name="csY3" fmla="*/ 432423 h 436293"/>
              <a:gd name="csX4" fmla="*/ 8865 w 2213962"/>
              <a:gd name="csY4" fmla="*/ 432319 h 436293"/>
              <a:gd name="csX5" fmla="*/ 11082 w 2213962"/>
              <a:gd name="csY5" fmla="*/ 432205 h 436293"/>
              <a:gd name="csX6" fmla="*/ 13298 w 2213962"/>
              <a:gd name="csY6" fmla="*/ 432102 h 436293"/>
              <a:gd name="csX7" fmla="*/ 15514 w 2213962"/>
              <a:gd name="csY7" fmla="*/ 431988 h 436293"/>
              <a:gd name="csX8" fmla="*/ 17730 w 2213962"/>
              <a:gd name="csY8" fmla="*/ 431874 h 436293"/>
              <a:gd name="csX9" fmla="*/ 19947 w 2213962"/>
              <a:gd name="csY9" fmla="*/ 431760 h 436293"/>
              <a:gd name="csX10" fmla="*/ 22162 w 2213962"/>
              <a:gd name="csY10" fmla="*/ 431646 h 436293"/>
              <a:gd name="csX11" fmla="*/ 24378 w 2213962"/>
              <a:gd name="csY11" fmla="*/ 431533 h 436293"/>
              <a:gd name="csX12" fmla="*/ 26594 w 2213962"/>
              <a:gd name="csY12" fmla="*/ 431408 h 436293"/>
              <a:gd name="csX13" fmla="*/ 28811 w 2213962"/>
              <a:gd name="csY13" fmla="*/ 431284 h 436293"/>
              <a:gd name="csX14" fmla="*/ 31027 w 2213962"/>
              <a:gd name="csY14" fmla="*/ 431170 h 436293"/>
              <a:gd name="csX15" fmla="*/ 33243 w 2213962"/>
              <a:gd name="csY15" fmla="*/ 431036 h 436293"/>
              <a:gd name="csX16" fmla="*/ 35459 w 2213962"/>
              <a:gd name="csY16" fmla="*/ 430912 h 436293"/>
              <a:gd name="csX17" fmla="*/ 37675 w 2213962"/>
              <a:gd name="csY17" fmla="*/ 430787 h 436293"/>
              <a:gd name="csX18" fmla="*/ 39892 w 2213962"/>
              <a:gd name="csY18" fmla="*/ 430653 h 436293"/>
              <a:gd name="csX19" fmla="*/ 42108 w 2213962"/>
              <a:gd name="csY19" fmla="*/ 430518 h 436293"/>
              <a:gd name="csX20" fmla="*/ 44324 w 2213962"/>
              <a:gd name="csY20" fmla="*/ 430384 h 436293"/>
              <a:gd name="csX21" fmla="*/ 46540 w 2213962"/>
              <a:gd name="csY21" fmla="*/ 430239 h 436293"/>
              <a:gd name="csX22" fmla="*/ 48757 w 2213962"/>
              <a:gd name="csY22" fmla="*/ 430104 h 436293"/>
              <a:gd name="csX23" fmla="*/ 50973 w 2213962"/>
              <a:gd name="csY23" fmla="*/ 429959 h 436293"/>
              <a:gd name="csX24" fmla="*/ 53189 w 2213962"/>
              <a:gd name="csY24" fmla="*/ 429815 h 436293"/>
              <a:gd name="csX25" fmla="*/ 55405 w 2213962"/>
              <a:gd name="csY25" fmla="*/ 429670 h 436293"/>
              <a:gd name="csX26" fmla="*/ 57622 w 2213962"/>
              <a:gd name="csY26" fmla="*/ 429525 h 436293"/>
              <a:gd name="csX27" fmla="*/ 59837 w 2213962"/>
              <a:gd name="csY27" fmla="*/ 429370 h 436293"/>
              <a:gd name="csX28" fmla="*/ 62053 w 2213962"/>
              <a:gd name="csY28" fmla="*/ 429214 h 436293"/>
              <a:gd name="csX29" fmla="*/ 64269 w 2213962"/>
              <a:gd name="csY29" fmla="*/ 429059 h 436293"/>
              <a:gd name="csX30" fmla="*/ 66485 w 2213962"/>
              <a:gd name="csY30" fmla="*/ 428904 h 436293"/>
              <a:gd name="csX31" fmla="*/ 68702 w 2213962"/>
              <a:gd name="csY31" fmla="*/ 428738 h 436293"/>
              <a:gd name="csX32" fmla="*/ 70918 w 2213962"/>
              <a:gd name="csY32" fmla="*/ 428573 h 436293"/>
              <a:gd name="csX33" fmla="*/ 73134 w 2213962"/>
              <a:gd name="csY33" fmla="*/ 428407 h 436293"/>
              <a:gd name="csX34" fmla="*/ 75350 w 2213962"/>
              <a:gd name="csY34" fmla="*/ 428241 h 436293"/>
              <a:gd name="csX35" fmla="*/ 77567 w 2213962"/>
              <a:gd name="csY35" fmla="*/ 428065 h 436293"/>
              <a:gd name="csX36" fmla="*/ 79783 w 2213962"/>
              <a:gd name="csY36" fmla="*/ 427889 h 436293"/>
              <a:gd name="csX37" fmla="*/ 81999 w 2213962"/>
              <a:gd name="csY37" fmla="*/ 427713 h 436293"/>
              <a:gd name="csX38" fmla="*/ 84215 w 2213962"/>
              <a:gd name="csY38" fmla="*/ 427538 h 436293"/>
              <a:gd name="csX39" fmla="*/ 86432 w 2213962"/>
              <a:gd name="csY39" fmla="*/ 427362 h 436293"/>
              <a:gd name="csX40" fmla="*/ 88648 w 2213962"/>
              <a:gd name="csY40" fmla="*/ 427175 h 436293"/>
              <a:gd name="csX41" fmla="*/ 90864 w 2213962"/>
              <a:gd name="csY41" fmla="*/ 426989 h 436293"/>
              <a:gd name="csX42" fmla="*/ 93080 w 2213962"/>
              <a:gd name="csY42" fmla="*/ 426792 h 436293"/>
              <a:gd name="csX43" fmla="*/ 95296 w 2213962"/>
              <a:gd name="csY43" fmla="*/ 426606 h 436293"/>
              <a:gd name="csX44" fmla="*/ 97513 w 2213962"/>
              <a:gd name="csY44" fmla="*/ 426409 h 436293"/>
              <a:gd name="csX45" fmla="*/ 99728 w 2213962"/>
              <a:gd name="csY45" fmla="*/ 426202 h 436293"/>
              <a:gd name="csX46" fmla="*/ 101944 w 2213962"/>
              <a:gd name="csY46" fmla="*/ 426006 h 436293"/>
              <a:gd name="csX47" fmla="*/ 104160 w 2213962"/>
              <a:gd name="csY47" fmla="*/ 425799 h 436293"/>
              <a:gd name="csX48" fmla="*/ 106377 w 2213962"/>
              <a:gd name="csY48" fmla="*/ 425592 h 436293"/>
              <a:gd name="csX49" fmla="*/ 108593 w 2213962"/>
              <a:gd name="csY49" fmla="*/ 425385 h 436293"/>
              <a:gd name="csX50" fmla="*/ 110809 w 2213962"/>
              <a:gd name="csY50" fmla="*/ 425167 h 436293"/>
              <a:gd name="csX51" fmla="*/ 113025 w 2213962"/>
              <a:gd name="csY51" fmla="*/ 424950 h 436293"/>
              <a:gd name="csX52" fmla="*/ 115242 w 2213962"/>
              <a:gd name="csY52" fmla="*/ 424733 h 436293"/>
              <a:gd name="csX53" fmla="*/ 117458 w 2213962"/>
              <a:gd name="csY53" fmla="*/ 424505 h 436293"/>
              <a:gd name="csX54" fmla="*/ 119674 w 2213962"/>
              <a:gd name="csY54" fmla="*/ 424288 h 436293"/>
              <a:gd name="csX55" fmla="*/ 121890 w 2213962"/>
              <a:gd name="csY55" fmla="*/ 424050 h 436293"/>
              <a:gd name="csX56" fmla="*/ 124106 w 2213962"/>
              <a:gd name="csY56" fmla="*/ 423822 h 436293"/>
              <a:gd name="csX57" fmla="*/ 126323 w 2213962"/>
              <a:gd name="csY57" fmla="*/ 423584 h 436293"/>
              <a:gd name="csX58" fmla="*/ 128539 w 2213962"/>
              <a:gd name="csY58" fmla="*/ 423346 h 436293"/>
              <a:gd name="csX59" fmla="*/ 130755 w 2213962"/>
              <a:gd name="csY59" fmla="*/ 423108 h 436293"/>
              <a:gd name="csX60" fmla="*/ 132971 w 2213962"/>
              <a:gd name="csY60" fmla="*/ 422859 h 436293"/>
              <a:gd name="csX61" fmla="*/ 135188 w 2213962"/>
              <a:gd name="csY61" fmla="*/ 422611 h 436293"/>
              <a:gd name="csX62" fmla="*/ 137403 w 2213962"/>
              <a:gd name="csY62" fmla="*/ 422352 h 436293"/>
              <a:gd name="csX63" fmla="*/ 139619 w 2213962"/>
              <a:gd name="csY63" fmla="*/ 422093 h 436293"/>
              <a:gd name="csX64" fmla="*/ 141835 w 2213962"/>
              <a:gd name="csY64" fmla="*/ 421835 h 436293"/>
              <a:gd name="csX65" fmla="*/ 144052 w 2213962"/>
              <a:gd name="csY65" fmla="*/ 421576 h 436293"/>
              <a:gd name="csX66" fmla="*/ 146268 w 2213962"/>
              <a:gd name="csY66" fmla="*/ 421307 h 436293"/>
              <a:gd name="csX67" fmla="*/ 148484 w 2213962"/>
              <a:gd name="csY67" fmla="*/ 421038 h 436293"/>
              <a:gd name="csX68" fmla="*/ 150700 w 2213962"/>
              <a:gd name="csY68" fmla="*/ 420758 h 436293"/>
              <a:gd name="csX69" fmla="*/ 152916 w 2213962"/>
              <a:gd name="csY69" fmla="*/ 420479 h 436293"/>
              <a:gd name="csX70" fmla="*/ 155133 w 2213962"/>
              <a:gd name="csY70" fmla="*/ 420199 h 436293"/>
              <a:gd name="csX71" fmla="*/ 157349 w 2213962"/>
              <a:gd name="csY71" fmla="*/ 419910 h 436293"/>
              <a:gd name="csX72" fmla="*/ 159565 w 2213962"/>
              <a:gd name="csY72" fmla="*/ 419620 h 436293"/>
              <a:gd name="csX73" fmla="*/ 161781 w 2213962"/>
              <a:gd name="csY73" fmla="*/ 419330 h 436293"/>
              <a:gd name="csX74" fmla="*/ 163998 w 2213962"/>
              <a:gd name="csY74" fmla="*/ 419030 h 436293"/>
              <a:gd name="csX75" fmla="*/ 166214 w 2213962"/>
              <a:gd name="csY75" fmla="*/ 418730 h 436293"/>
              <a:gd name="csX76" fmla="*/ 168430 w 2213962"/>
              <a:gd name="csY76" fmla="*/ 418419 h 436293"/>
              <a:gd name="csX77" fmla="*/ 170646 w 2213962"/>
              <a:gd name="csY77" fmla="*/ 418109 h 436293"/>
              <a:gd name="csX78" fmla="*/ 172863 w 2213962"/>
              <a:gd name="csY78" fmla="*/ 417798 h 436293"/>
              <a:gd name="csX79" fmla="*/ 175078 w 2213962"/>
              <a:gd name="csY79" fmla="*/ 417477 h 436293"/>
              <a:gd name="csX80" fmla="*/ 177294 w 2213962"/>
              <a:gd name="csY80" fmla="*/ 417157 h 436293"/>
              <a:gd name="csX81" fmla="*/ 179510 w 2213962"/>
              <a:gd name="csY81" fmla="*/ 416836 h 436293"/>
              <a:gd name="csX82" fmla="*/ 181726 w 2213962"/>
              <a:gd name="csY82" fmla="*/ 416504 h 436293"/>
              <a:gd name="csX83" fmla="*/ 183943 w 2213962"/>
              <a:gd name="csY83" fmla="*/ 416163 h 436293"/>
              <a:gd name="csX84" fmla="*/ 186159 w 2213962"/>
              <a:gd name="csY84" fmla="*/ 415821 h 436293"/>
              <a:gd name="csX85" fmla="*/ 188375 w 2213962"/>
              <a:gd name="csY85" fmla="*/ 415480 h 436293"/>
              <a:gd name="csX86" fmla="*/ 190591 w 2213962"/>
              <a:gd name="csY86" fmla="*/ 415138 h 436293"/>
              <a:gd name="csX87" fmla="*/ 192808 w 2213962"/>
              <a:gd name="csY87" fmla="*/ 414776 h 436293"/>
              <a:gd name="csX88" fmla="*/ 195024 w 2213962"/>
              <a:gd name="csY88" fmla="*/ 414424 h 436293"/>
              <a:gd name="csX89" fmla="*/ 197240 w 2213962"/>
              <a:gd name="csY89" fmla="*/ 414062 h 436293"/>
              <a:gd name="csX90" fmla="*/ 199456 w 2213962"/>
              <a:gd name="csY90" fmla="*/ 413700 h 436293"/>
              <a:gd name="csX91" fmla="*/ 201673 w 2213962"/>
              <a:gd name="csY91" fmla="*/ 413327 h 436293"/>
              <a:gd name="csX92" fmla="*/ 203889 w 2213962"/>
              <a:gd name="csY92" fmla="*/ 412944 h 436293"/>
              <a:gd name="csX93" fmla="*/ 206105 w 2213962"/>
              <a:gd name="csY93" fmla="*/ 412571 h 436293"/>
              <a:gd name="csX94" fmla="*/ 208321 w 2213962"/>
              <a:gd name="csY94" fmla="*/ 412178 h 436293"/>
              <a:gd name="csX95" fmla="*/ 210537 w 2213962"/>
              <a:gd name="csY95" fmla="*/ 411795 h 436293"/>
              <a:gd name="csX96" fmla="*/ 212753 w 2213962"/>
              <a:gd name="csY96" fmla="*/ 411402 h 436293"/>
              <a:gd name="csX97" fmla="*/ 214969 w 2213962"/>
              <a:gd name="csY97" fmla="*/ 410998 h 436293"/>
              <a:gd name="csX98" fmla="*/ 217185 w 2213962"/>
              <a:gd name="csY98" fmla="*/ 410595 h 436293"/>
              <a:gd name="csX99" fmla="*/ 219401 w 2213962"/>
              <a:gd name="csY99" fmla="*/ 410181 h 436293"/>
              <a:gd name="csX100" fmla="*/ 221618 w 2213962"/>
              <a:gd name="csY100" fmla="*/ 409767 h 436293"/>
              <a:gd name="csX101" fmla="*/ 223834 w 2213962"/>
              <a:gd name="csY101" fmla="*/ 409353 h 436293"/>
              <a:gd name="csX102" fmla="*/ 226050 w 2213962"/>
              <a:gd name="csY102" fmla="*/ 408928 h 436293"/>
              <a:gd name="csX103" fmla="*/ 228266 w 2213962"/>
              <a:gd name="csY103" fmla="*/ 408494 h 436293"/>
              <a:gd name="csX104" fmla="*/ 230483 w 2213962"/>
              <a:gd name="csY104" fmla="*/ 408059 h 436293"/>
              <a:gd name="csX105" fmla="*/ 232699 w 2213962"/>
              <a:gd name="csY105" fmla="*/ 407624 h 436293"/>
              <a:gd name="csX106" fmla="*/ 234915 w 2213962"/>
              <a:gd name="csY106" fmla="*/ 407169 h 436293"/>
              <a:gd name="csX107" fmla="*/ 237131 w 2213962"/>
              <a:gd name="csY107" fmla="*/ 406724 h 436293"/>
              <a:gd name="csX108" fmla="*/ 239348 w 2213962"/>
              <a:gd name="csY108" fmla="*/ 406268 h 436293"/>
              <a:gd name="csX109" fmla="*/ 241564 w 2213962"/>
              <a:gd name="csY109" fmla="*/ 405803 h 436293"/>
              <a:gd name="csX110" fmla="*/ 243780 w 2213962"/>
              <a:gd name="csY110" fmla="*/ 405337 h 436293"/>
              <a:gd name="csX111" fmla="*/ 245996 w 2213962"/>
              <a:gd name="csY111" fmla="*/ 404871 h 436293"/>
              <a:gd name="csX112" fmla="*/ 248212 w 2213962"/>
              <a:gd name="csY112" fmla="*/ 404385 h 436293"/>
              <a:gd name="csX113" fmla="*/ 250429 w 2213962"/>
              <a:gd name="csY113" fmla="*/ 403908 h 436293"/>
              <a:gd name="csX114" fmla="*/ 252644 w 2213962"/>
              <a:gd name="csY114" fmla="*/ 403422 h 436293"/>
              <a:gd name="csX115" fmla="*/ 254860 w 2213962"/>
              <a:gd name="csY115" fmla="*/ 402925 h 436293"/>
              <a:gd name="csX116" fmla="*/ 257076 w 2213962"/>
              <a:gd name="csY116" fmla="*/ 402418 h 436293"/>
              <a:gd name="csX117" fmla="*/ 259293 w 2213962"/>
              <a:gd name="csY117" fmla="*/ 401921 h 436293"/>
              <a:gd name="csX118" fmla="*/ 261509 w 2213962"/>
              <a:gd name="csY118" fmla="*/ 401404 h 436293"/>
              <a:gd name="csX119" fmla="*/ 263725 w 2213962"/>
              <a:gd name="csY119" fmla="*/ 400886 h 436293"/>
              <a:gd name="csX120" fmla="*/ 265941 w 2213962"/>
              <a:gd name="csY120" fmla="*/ 400369 h 436293"/>
              <a:gd name="csX121" fmla="*/ 268158 w 2213962"/>
              <a:gd name="csY121" fmla="*/ 399841 h 436293"/>
              <a:gd name="csX122" fmla="*/ 270374 w 2213962"/>
              <a:gd name="csY122" fmla="*/ 399303 h 436293"/>
              <a:gd name="csX123" fmla="*/ 272590 w 2213962"/>
              <a:gd name="csY123" fmla="*/ 398765 h 436293"/>
              <a:gd name="csX124" fmla="*/ 274806 w 2213962"/>
              <a:gd name="csY124" fmla="*/ 398216 h 436293"/>
              <a:gd name="csX125" fmla="*/ 277022 w 2213962"/>
              <a:gd name="csY125" fmla="*/ 397657 h 436293"/>
              <a:gd name="csX126" fmla="*/ 279239 w 2213962"/>
              <a:gd name="csY126" fmla="*/ 397098 h 436293"/>
              <a:gd name="csX127" fmla="*/ 281455 w 2213962"/>
              <a:gd name="csY127" fmla="*/ 396539 h 436293"/>
              <a:gd name="csX128" fmla="*/ 283671 w 2213962"/>
              <a:gd name="csY128" fmla="*/ 395970 h 436293"/>
              <a:gd name="csX129" fmla="*/ 285887 w 2213962"/>
              <a:gd name="csY129" fmla="*/ 395390 h 436293"/>
              <a:gd name="csX130" fmla="*/ 288104 w 2213962"/>
              <a:gd name="csY130" fmla="*/ 394801 h 436293"/>
              <a:gd name="csX131" fmla="*/ 290319 w 2213962"/>
              <a:gd name="csY131" fmla="*/ 394221 h 436293"/>
              <a:gd name="csX132" fmla="*/ 292535 w 2213962"/>
              <a:gd name="csY132" fmla="*/ 393621 h 436293"/>
              <a:gd name="csX133" fmla="*/ 294751 w 2213962"/>
              <a:gd name="csY133" fmla="*/ 393020 h 436293"/>
              <a:gd name="csX134" fmla="*/ 296968 w 2213962"/>
              <a:gd name="csY134" fmla="*/ 392410 h 436293"/>
              <a:gd name="csX135" fmla="*/ 299184 w 2213962"/>
              <a:gd name="csY135" fmla="*/ 391799 h 436293"/>
              <a:gd name="csX136" fmla="*/ 301400 w 2213962"/>
              <a:gd name="csY136" fmla="*/ 391168 h 436293"/>
              <a:gd name="csX137" fmla="*/ 303616 w 2213962"/>
              <a:gd name="csY137" fmla="*/ 390547 h 436293"/>
              <a:gd name="csX138" fmla="*/ 305832 w 2213962"/>
              <a:gd name="csY138" fmla="*/ 389915 h 436293"/>
              <a:gd name="csX139" fmla="*/ 308049 w 2213962"/>
              <a:gd name="csY139" fmla="*/ 389274 h 436293"/>
              <a:gd name="csX140" fmla="*/ 310265 w 2213962"/>
              <a:gd name="csY140" fmla="*/ 388621 h 436293"/>
              <a:gd name="csX141" fmla="*/ 312481 w 2213962"/>
              <a:gd name="csY141" fmla="*/ 387970 h 436293"/>
              <a:gd name="csX142" fmla="*/ 314697 w 2213962"/>
              <a:gd name="csY142" fmla="*/ 387307 h 436293"/>
              <a:gd name="csX143" fmla="*/ 316914 w 2213962"/>
              <a:gd name="csY143" fmla="*/ 386645 h 436293"/>
              <a:gd name="csX144" fmla="*/ 319130 w 2213962"/>
              <a:gd name="csY144" fmla="*/ 385962 h 436293"/>
              <a:gd name="csX145" fmla="*/ 321346 w 2213962"/>
              <a:gd name="csY145" fmla="*/ 385289 h 436293"/>
              <a:gd name="csX146" fmla="*/ 323562 w 2213962"/>
              <a:gd name="csY146" fmla="*/ 384595 h 436293"/>
              <a:gd name="csX147" fmla="*/ 325779 w 2213962"/>
              <a:gd name="csY147" fmla="*/ 383902 h 436293"/>
              <a:gd name="csX148" fmla="*/ 327994 w 2213962"/>
              <a:gd name="csY148" fmla="*/ 383198 h 436293"/>
              <a:gd name="csX149" fmla="*/ 330210 w 2213962"/>
              <a:gd name="csY149" fmla="*/ 382494 h 436293"/>
              <a:gd name="csX150" fmla="*/ 332426 w 2213962"/>
              <a:gd name="csY150" fmla="*/ 381780 h 436293"/>
              <a:gd name="csX151" fmla="*/ 334642 w 2213962"/>
              <a:gd name="csY151" fmla="*/ 381056 h 436293"/>
              <a:gd name="csX152" fmla="*/ 336859 w 2213962"/>
              <a:gd name="csY152" fmla="*/ 380331 h 436293"/>
              <a:gd name="csX153" fmla="*/ 339075 w 2213962"/>
              <a:gd name="csY153" fmla="*/ 379586 h 436293"/>
              <a:gd name="csX154" fmla="*/ 341291 w 2213962"/>
              <a:gd name="csY154" fmla="*/ 378851 h 436293"/>
              <a:gd name="csX155" fmla="*/ 343507 w 2213962"/>
              <a:gd name="csY155" fmla="*/ 378096 h 436293"/>
              <a:gd name="csX156" fmla="*/ 345724 w 2213962"/>
              <a:gd name="csY156" fmla="*/ 377340 h 436293"/>
              <a:gd name="csX157" fmla="*/ 347940 w 2213962"/>
              <a:gd name="csY157" fmla="*/ 376574 h 436293"/>
              <a:gd name="csX158" fmla="*/ 350156 w 2213962"/>
              <a:gd name="csY158" fmla="*/ 375808 h 436293"/>
              <a:gd name="csX159" fmla="*/ 352372 w 2213962"/>
              <a:gd name="csY159" fmla="*/ 375022 h 436293"/>
              <a:gd name="csX160" fmla="*/ 354589 w 2213962"/>
              <a:gd name="csY160" fmla="*/ 374235 h 436293"/>
              <a:gd name="csX161" fmla="*/ 356805 w 2213962"/>
              <a:gd name="csY161" fmla="*/ 373448 h 436293"/>
              <a:gd name="csX162" fmla="*/ 359021 w 2213962"/>
              <a:gd name="csY162" fmla="*/ 372641 h 436293"/>
              <a:gd name="csX163" fmla="*/ 361237 w 2213962"/>
              <a:gd name="csY163" fmla="*/ 371834 h 436293"/>
              <a:gd name="csX164" fmla="*/ 363453 w 2213962"/>
              <a:gd name="csY164" fmla="*/ 371027 h 436293"/>
              <a:gd name="csX165" fmla="*/ 365670 w 2213962"/>
              <a:gd name="csY165" fmla="*/ 370199 h 436293"/>
              <a:gd name="csX166" fmla="*/ 367885 w 2213962"/>
              <a:gd name="csY166" fmla="*/ 369371 h 436293"/>
              <a:gd name="csX167" fmla="*/ 370101 w 2213962"/>
              <a:gd name="csY167" fmla="*/ 368532 h 436293"/>
              <a:gd name="csX168" fmla="*/ 372317 w 2213962"/>
              <a:gd name="csY168" fmla="*/ 367683 h 436293"/>
              <a:gd name="csX169" fmla="*/ 374534 w 2213962"/>
              <a:gd name="csY169" fmla="*/ 366835 h 436293"/>
              <a:gd name="csX170" fmla="*/ 376750 w 2213962"/>
              <a:gd name="csY170" fmla="*/ 365976 h 436293"/>
              <a:gd name="csX171" fmla="*/ 378966 w 2213962"/>
              <a:gd name="csY171" fmla="*/ 365106 h 436293"/>
              <a:gd name="csX172" fmla="*/ 381182 w 2213962"/>
              <a:gd name="csY172" fmla="*/ 364237 h 436293"/>
              <a:gd name="csX173" fmla="*/ 383399 w 2213962"/>
              <a:gd name="csY173" fmla="*/ 363357 h 436293"/>
              <a:gd name="csX174" fmla="*/ 385615 w 2213962"/>
              <a:gd name="csY174" fmla="*/ 362467 h 436293"/>
              <a:gd name="csX175" fmla="*/ 387831 w 2213962"/>
              <a:gd name="csY175" fmla="*/ 361567 h 436293"/>
              <a:gd name="csX176" fmla="*/ 390047 w 2213962"/>
              <a:gd name="csY176" fmla="*/ 360666 h 436293"/>
              <a:gd name="csX177" fmla="*/ 392263 w 2213962"/>
              <a:gd name="csY177" fmla="*/ 359745 h 436293"/>
              <a:gd name="csX178" fmla="*/ 394480 w 2213962"/>
              <a:gd name="csY178" fmla="*/ 358834 h 436293"/>
              <a:gd name="csX179" fmla="*/ 396696 w 2213962"/>
              <a:gd name="csY179" fmla="*/ 357903 h 436293"/>
              <a:gd name="csX180" fmla="*/ 398912 w 2213962"/>
              <a:gd name="csY180" fmla="*/ 356971 h 436293"/>
              <a:gd name="csX181" fmla="*/ 401128 w 2213962"/>
              <a:gd name="csY181" fmla="*/ 356029 h 436293"/>
              <a:gd name="csX182" fmla="*/ 403345 w 2213962"/>
              <a:gd name="csY182" fmla="*/ 355077 h 436293"/>
              <a:gd name="csX183" fmla="*/ 405560 w 2213962"/>
              <a:gd name="csY183" fmla="*/ 354115 h 436293"/>
              <a:gd name="csX184" fmla="*/ 407776 w 2213962"/>
              <a:gd name="csY184" fmla="*/ 353152 h 436293"/>
              <a:gd name="csX185" fmla="*/ 409992 w 2213962"/>
              <a:gd name="csY185" fmla="*/ 352179 h 436293"/>
              <a:gd name="csX186" fmla="*/ 412209 w 2213962"/>
              <a:gd name="csY186" fmla="*/ 351196 h 436293"/>
              <a:gd name="csX187" fmla="*/ 414425 w 2213962"/>
              <a:gd name="csY187" fmla="*/ 350202 h 436293"/>
              <a:gd name="csX188" fmla="*/ 416641 w 2213962"/>
              <a:gd name="csY188" fmla="*/ 349209 h 436293"/>
              <a:gd name="csX189" fmla="*/ 418857 w 2213962"/>
              <a:gd name="csY189" fmla="*/ 348205 h 436293"/>
              <a:gd name="csX190" fmla="*/ 421074 w 2213962"/>
              <a:gd name="csY190" fmla="*/ 347191 h 436293"/>
              <a:gd name="csX191" fmla="*/ 423290 w 2213962"/>
              <a:gd name="csY191" fmla="*/ 346176 h 436293"/>
              <a:gd name="csX192" fmla="*/ 425506 w 2213962"/>
              <a:gd name="csY192" fmla="*/ 345141 h 436293"/>
              <a:gd name="csX193" fmla="*/ 427722 w 2213962"/>
              <a:gd name="csY193" fmla="*/ 344106 h 436293"/>
              <a:gd name="csX194" fmla="*/ 429938 w 2213962"/>
              <a:gd name="csY194" fmla="*/ 343071 h 436293"/>
              <a:gd name="csX195" fmla="*/ 432155 w 2213962"/>
              <a:gd name="csY195" fmla="*/ 342016 h 436293"/>
              <a:gd name="csX196" fmla="*/ 434371 w 2213962"/>
              <a:gd name="csY196" fmla="*/ 340960 h 436293"/>
              <a:gd name="csX197" fmla="*/ 436587 w 2213962"/>
              <a:gd name="csY197" fmla="*/ 339894 h 436293"/>
              <a:gd name="csX198" fmla="*/ 438803 w 2213962"/>
              <a:gd name="csY198" fmla="*/ 338817 h 436293"/>
              <a:gd name="csX199" fmla="*/ 441020 w 2213962"/>
              <a:gd name="csY199" fmla="*/ 337731 h 436293"/>
              <a:gd name="csX200" fmla="*/ 443235 w 2213962"/>
              <a:gd name="csY200" fmla="*/ 336644 h 436293"/>
              <a:gd name="csX201" fmla="*/ 445451 w 2213962"/>
              <a:gd name="csY201" fmla="*/ 335547 h 436293"/>
              <a:gd name="csX202" fmla="*/ 447667 w 2213962"/>
              <a:gd name="csY202" fmla="*/ 334439 h 436293"/>
              <a:gd name="csX203" fmla="*/ 449884 w 2213962"/>
              <a:gd name="csY203" fmla="*/ 333332 h 436293"/>
              <a:gd name="csX204" fmla="*/ 452100 w 2213962"/>
              <a:gd name="csY204" fmla="*/ 332204 h 436293"/>
              <a:gd name="csX205" fmla="*/ 454316 w 2213962"/>
              <a:gd name="csY205" fmla="*/ 331076 h 436293"/>
              <a:gd name="csX206" fmla="*/ 456532 w 2213962"/>
              <a:gd name="csY206" fmla="*/ 329937 h 436293"/>
              <a:gd name="csX207" fmla="*/ 458748 w 2213962"/>
              <a:gd name="csY207" fmla="*/ 328799 h 436293"/>
              <a:gd name="csX208" fmla="*/ 460965 w 2213962"/>
              <a:gd name="csY208" fmla="*/ 327650 h 436293"/>
              <a:gd name="csX209" fmla="*/ 463181 w 2213962"/>
              <a:gd name="csY209" fmla="*/ 326491 h 436293"/>
              <a:gd name="csX210" fmla="*/ 465397 w 2213962"/>
              <a:gd name="csY210" fmla="*/ 325321 h 436293"/>
              <a:gd name="csX211" fmla="*/ 467613 w 2213962"/>
              <a:gd name="csY211" fmla="*/ 324141 h 436293"/>
              <a:gd name="csX212" fmla="*/ 469830 w 2213962"/>
              <a:gd name="csY212" fmla="*/ 322961 h 436293"/>
              <a:gd name="csX213" fmla="*/ 472046 w 2213962"/>
              <a:gd name="csY213" fmla="*/ 321771 h 436293"/>
              <a:gd name="csX214" fmla="*/ 474262 w 2213962"/>
              <a:gd name="csY214" fmla="*/ 320570 h 436293"/>
              <a:gd name="csX215" fmla="*/ 476478 w 2213962"/>
              <a:gd name="csY215" fmla="*/ 319370 h 436293"/>
              <a:gd name="csX216" fmla="*/ 478695 w 2213962"/>
              <a:gd name="csY216" fmla="*/ 318159 h 436293"/>
              <a:gd name="csX217" fmla="*/ 480910 w 2213962"/>
              <a:gd name="csY217" fmla="*/ 316938 h 436293"/>
              <a:gd name="csX218" fmla="*/ 483126 w 2213962"/>
              <a:gd name="csY218" fmla="*/ 315706 h 436293"/>
              <a:gd name="csX219" fmla="*/ 485342 w 2213962"/>
              <a:gd name="csY219" fmla="*/ 314474 h 436293"/>
              <a:gd name="csX220" fmla="*/ 487558 w 2213962"/>
              <a:gd name="csY220" fmla="*/ 313222 h 436293"/>
              <a:gd name="csX221" fmla="*/ 489775 w 2213962"/>
              <a:gd name="csY221" fmla="*/ 311980 h 436293"/>
              <a:gd name="csX222" fmla="*/ 491991 w 2213962"/>
              <a:gd name="csY222" fmla="*/ 310717 h 436293"/>
              <a:gd name="csX223" fmla="*/ 494207 w 2213962"/>
              <a:gd name="csY223" fmla="*/ 309454 h 436293"/>
              <a:gd name="csX224" fmla="*/ 496423 w 2213962"/>
              <a:gd name="csY224" fmla="*/ 308181 h 436293"/>
              <a:gd name="csX225" fmla="*/ 498640 w 2213962"/>
              <a:gd name="csY225" fmla="*/ 306898 h 436293"/>
              <a:gd name="csX226" fmla="*/ 500856 w 2213962"/>
              <a:gd name="csY226" fmla="*/ 305604 h 436293"/>
              <a:gd name="csX227" fmla="*/ 503072 w 2213962"/>
              <a:gd name="csY227" fmla="*/ 304310 h 436293"/>
              <a:gd name="csX228" fmla="*/ 505288 w 2213962"/>
              <a:gd name="csY228" fmla="*/ 303006 h 436293"/>
              <a:gd name="csX229" fmla="*/ 507505 w 2213962"/>
              <a:gd name="csY229" fmla="*/ 301702 h 436293"/>
              <a:gd name="csX230" fmla="*/ 509721 w 2213962"/>
              <a:gd name="csY230" fmla="*/ 300388 h 436293"/>
              <a:gd name="csX231" fmla="*/ 511937 w 2213962"/>
              <a:gd name="csY231" fmla="*/ 299063 h 436293"/>
              <a:gd name="csX232" fmla="*/ 514153 w 2213962"/>
              <a:gd name="csY232" fmla="*/ 297728 h 436293"/>
              <a:gd name="csX233" fmla="*/ 516369 w 2213962"/>
              <a:gd name="csY233" fmla="*/ 296393 h 436293"/>
              <a:gd name="csX234" fmla="*/ 518586 w 2213962"/>
              <a:gd name="csY234" fmla="*/ 295047 h 436293"/>
              <a:gd name="csX235" fmla="*/ 520801 w 2213962"/>
              <a:gd name="csY235" fmla="*/ 293691 h 436293"/>
              <a:gd name="csX236" fmla="*/ 523017 w 2213962"/>
              <a:gd name="csY236" fmla="*/ 292325 h 436293"/>
              <a:gd name="csX237" fmla="*/ 525233 w 2213962"/>
              <a:gd name="csY237" fmla="*/ 290959 h 436293"/>
              <a:gd name="csX238" fmla="*/ 527450 w 2213962"/>
              <a:gd name="csY238" fmla="*/ 289593 h 436293"/>
              <a:gd name="csX239" fmla="*/ 529666 w 2213962"/>
              <a:gd name="csY239" fmla="*/ 288206 h 436293"/>
              <a:gd name="csX240" fmla="*/ 531882 w 2213962"/>
              <a:gd name="csY240" fmla="*/ 286819 h 436293"/>
              <a:gd name="csX241" fmla="*/ 534098 w 2213962"/>
              <a:gd name="csY241" fmla="*/ 285432 h 436293"/>
              <a:gd name="csX242" fmla="*/ 536315 w 2213962"/>
              <a:gd name="csY242" fmla="*/ 284025 h 436293"/>
              <a:gd name="csX243" fmla="*/ 538531 w 2213962"/>
              <a:gd name="csY243" fmla="*/ 282617 h 436293"/>
              <a:gd name="csX244" fmla="*/ 540747 w 2213962"/>
              <a:gd name="csY244" fmla="*/ 281209 h 436293"/>
              <a:gd name="csX245" fmla="*/ 542963 w 2213962"/>
              <a:gd name="csY245" fmla="*/ 279781 h 436293"/>
              <a:gd name="csX246" fmla="*/ 545179 w 2213962"/>
              <a:gd name="csY246" fmla="*/ 278353 h 436293"/>
              <a:gd name="csX247" fmla="*/ 547396 w 2213962"/>
              <a:gd name="csY247" fmla="*/ 276924 h 436293"/>
              <a:gd name="csX248" fmla="*/ 549612 w 2213962"/>
              <a:gd name="csY248" fmla="*/ 275486 h 436293"/>
              <a:gd name="csX249" fmla="*/ 551828 w 2213962"/>
              <a:gd name="csY249" fmla="*/ 274037 h 436293"/>
              <a:gd name="csX250" fmla="*/ 554044 w 2213962"/>
              <a:gd name="csY250" fmla="*/ 272588 h 436293"/>
              <a:gd name="csX251" fmla="*/ 556261 w 2213962"/>
              <a:gd name="csY251" fmla="*/ 271128 h 436293"/>
              <a:gd name="csX252" fmla="*/ 558476 w 2213962"/>
              <a:gd name="csY252" fmla="*/ 269659 h 436293"/>
              <a:gd name="csX253" fmla="*/ 560692 w 2213962"/>
              <a:gd name="csY253" fmla="*/ 268189 h 436293"/>
              <a:gd name="csX254" fmla="*/ 562908 w 2213962"/>
              <a:gd name="csY254" fmla="*/ 266709 h 436293"/>
              <a:gd name="csX255" fmla="*/ 565125 w 2213962"/>
              <a:gd name="csY255" fmla="*/ 265229 h 436293"/>
              <a:gd name="csX256" fmla="*/ 567341 w 2213962"/>
              <a:gd name="csY256" fmla="*/ 263739 h 436293"/>
              <a:gd name="csX257" fmla="*/ 569557 w 2213962"/>
              <a:gd name="csY257" fmla="*/ 262238 h 436293"/>
              <a:gd name="csX258" fmla="*/ 571773 w 2213962"/>
              <a:gd name="csY258" fmla="*/ 260737 h 436293"/>
              <a:gd name="csX259" fmla="*/ 573989 w 2213962"/>
              <a:gd name="csY259" fmla="*/ 259236 h 436293"/>
              <a:gd name="csX260" fmla="*/ 576206 w 2213962"/>
              <a:gd name="csY260" fmla="*/ 257725 h 436293"/>
              <a:gd name="csX261" fmla="*/ 578422 w 2213962"/>
              <a:gd name="csY261" fmla="*/ 256204 h 436293"/>
              <a:gd name="csX262" fmla="*/ 580638 w 2213962"/>
              <a:gd name="csY262" fmla="*/ 254682 h 436293"/>
              <a:gd name="csX263" fmla="*/ 582854 w 2213962"/>
              <a:gd name="csY263" fmla="*/ 253151 h 436293"/>
              <a:gd name="csX264" fmla="*/ 585071 w 2213962"/>
              <a:gd name="csY264" fmla="*/ 251619 h 436293"/>
              <a:gd name="csX265" fmla="*/ 587287 w 2213962"/>
              <a:gd name="csY265" fmla="*/ 250076 h 436293"/>
              <a:gd name="csX266" fmla="*/ 589503 w 2213962"/>
              <a:gd name="csY266" fmla="*/ 248534 h 436293"/>
              <a:gd name="csX267" fmla="*/ 591719 w 2213962"/>
              <a:gd name="csY267" fmla="*/ 246982 h 436293"/>
              <a:gd name="csX268" fmla="*/ 593936 w 2213962"/>
              <a:gd name="csY268" fmla="*/ 245429 h 436293"/>
              <a:gd name="csX269" fmla="*/ 596152 w 2213962"/>
              <a:gd name="csY269" fmla="*/ 243866 h 436293"/>
              <a:gd name="csX270" fmla="*/ 598367 w 2213962"/>
              <a:gd name="csY270" fmla="*/ 242304 h 436293"/>
              <a:gd name="csX271" fmla="*/ 600583 w 2213962"/>
              <a:gd name="csY271" fmla="*/ 240741 h 436293"/>
              <a:gd name="csX272" fmla="*/ 602799 w 2213962"/>
              <a:gd name="csY272" fmla="*/ 239168 h 436293"/>
              <a:gd name="csX273" fmla="*/ 605016 w 2213962"/>
              <a:gd name="csY273" fmla="*/ 237584 h 436293"/>
              <a:gd name="csX274" fmla="*/ 607232 w 2213962"/>
              <a:gd name="csY274" fmla="*/ 236001 h 436293"/>
              <a:gd name="csX275" fmla="*/ 609448 w 2213962"/>
              <a:gd name="csY275" fmla="*/ 234417 h 436293"/>
              <a:gd name="csX276" fmla="*/ 611664 w 2213962"/>
              <a:gd name="csY276" fmla="*/ 232823 h 436293"/>
              <a:gd name="csX277" fmla="*/ 613881 w 2213962"/>
              <a:gd name="csY277" fmla="*/ 231229 h 436293"/>
              <a:gd name="csX278" fmla="*/ 616097 w 2213962"/>
              <a:gd name="csY278" fmla="*/ 229625 h 436293"/>
              <a:gd name="csX279" fmla="*/ 618313 w 2213962"/>
              <a:gd name="csY279" fmla="*/ 228021 h 436293"/>
              <a:gd name="csX280" fmla="*/ 620529 w 2213962"/>
              <a:gd name="csY280" fmla="*/ 226416 h 436293"/>
              <a:gd name="csX281" fmla="*/ 622746 w 2213962"/>
              <a:gd name="csY281" fmla="*/ 224802 h 436293"/>
              <a:gd name="csX282" fmla="*/ 624962 w 2213962"/>
              <a:gd name="csY282" fmla="*/ 223187 h 436293"/>
              <a:gd name="csX283" fmla="*/ 627178 w 2213962"/>
              <a:gd name="csY283" fmla="*/ 221573 h 436293"/>
              <a:gd name="csX284" fmla="*/ 629394 w 2213962"/>
              <a:gd name="csY284" fmla="*/ 219948 h 436293"/>
              <a:gd name="csX285" fmla="*/ 631611 w 2213962"/>
              <a:gd name="csY285" fmla="*/ 218323 h 436293"/>
              <a:gd name="csX286" fmla="*/ 633827 w 2213962"/>
              <a:gd name="csY286" fmla="*/ 216687 h 436293"/>
              <a:gd name="csX287" fmla="*/ 636042 w 2213962"/>
              <a:gd name="csY287" fmla="*/ 215063 h 436293"/>
              <a:gd name="csX288" fmla="*/ 638258 w 2213962"/>
              <a:gd name="csY288" fmla="*/ 213427 h 436293"/>
              <a:gd name="csX289" fmla="*/ 640474 w 2213962"/>
              <a:gd name="csY289" fmla="*/ 211782 h 436293"/>
              <a:gd name="csX290" fmla="*/ 642691 w 2213962"/>
              <a:gd name="csY290" fmla="*/ 210146 h 436293"/>
              <a:gd name="csX291" fmla="*/ 644907 w 2213962"/>
              <a:gd name="csY291" fmla="*/ 208501 h 436293"/>
              <a:gd name="csX292" fmla="*/ 647123 w 2213962"/>
              <a:gd name="csY292" fmla="*/ 206855 h 436293"/>
              <a:gd name="csX293" fmla="*/ 649339 w 2213962"/>
              <a:gd name="csY293" fmla="*/ 205199 h 436293"/>
              <a:gd name="csX294" fmla="*/ 651556 w 2213962"/>
              <a:gd name="csY294" fmla="*/ 203553 h 436293"/>
              <a:gd name="csX295" fmla="*/ 653772 w 2213962"/>
              <a:gd name="csY295" fmla="*/ 201897 h 436293"/>
              <a:gd name="csX296" fmla="*/ 655988 w 2213962"/>
              <a:gd name="csY296" fmla="*/ 200241 h 436293"/>
              <a:gd name="csX297" fmla="*/ 658204 w 2213962"/>
              <a:gd name="csY297" fmla="*/ 198585 h 436293"/>
              <a:gd name="csX298" fmla="*/ 660421 w 2213962"/>
              <a:gd name="csY298" fmla="*/ 196919 h 436293"/>
              <a:gd name="csX299" fmla="*/ 662637 w 2213962"/>
              <a:gd name="csY299" fmla="*/ 195253 h 436293"/>
              <a:gd name="csX300" fmla="*/ 664853 w 2213962"/>
              <a:gd name="csY300" fmla="*/ 193597 h 436293"/>
              <a:gd name="csX301" fmla="*/ 667069 w 2213962"/>
              <a:gd name="csY301" fmla="*/ 191930 h 436293"/>
              <a:gd name="csX302" fmla="*/ 669285 w 2213962"/>
              <a:gd name="csY302" fmla="*/ 190264 h 436293"/>
              <a:gd name="csX303" fmla="*/ 671502 w 2213962"/>
              <a:gd name="csY303" fmla="*/ 188587 h 436293"/>
              <a:gd name="csX304" fmla="*/ 673717 w 2213962"/>
              <a:gd name="csY304" fmla="*/ 186921 h 436293"/>
              <a:gd name="csX305" fmla="*/ 675933 w 2213962"/>
              <a:gd name="csY305" fmla="*/ 185254 h 436293"/>
              <a:gd name="csX306" fmla="*/ 678149 w 2213962"/>
              <a:gd name="csY306" fmla="*/ 183578 h 436293"/>
              <a:gd name="csX307" fmla="*/ 680366 w 2213962"/>
              <a:gd name="csY307" fmla="*/ 181901 h 436293"/>
              <a:gd name="csX308" fmla="*/ 682582 w 2213962"/>
              <a:gd name="csY308" fmla="*/ 180235 h 436293"/>
              <a:gd name="csX309" fmla="*/ 684798 w 2213962"/>
              <a:gd name="csY309" fmla="*/ 178558 h 436293"/>
              <a:gd name="csX310" fmla="*/ 687014 w 2213962"/>
              <a:gd name="csY310" fmla="*/ 176881 h 436293"/>
              <a:gd name="csX311" fmla="*/ 689231 w 2213962"/>
              <a:gd name="csY311" fmla="*/ 175205 h 436293"/>
              <a:gd name="csX312" fmla="*/ 691447 w 2213962"/>
              <a:gd name="csY312" fmla="*/ 173528 h 436293"/>
              <a:gd name="csX313" fmla="*/ 693663 w 2213962"/>
              <a:gd name="csY313" fmla="*/ 171851 h 436293"/>
              <a:gd name="csX314" fmla="*/ 695879 w 2213962"/>
              <a:gd name="csY314" fmla="*/ 170185 h 436293"/>
              <a:gd name="csX315" fmla="*/ 698095 w 2213962"/>
              <a:gd name="csY315" fmla="*/ 168508 h 436293"/>
              <a:gd name="csX316" fmla="*/ 700312 w 2213962"/>
              <a:gd name="csY316" fmla="*/ 166832 h 436293"/>
              <a:gd name="csX317" fmla="*/ 702528 w 2213962"/>
              <a:gd name="csY317" fmla="*/ 165155 h 436293"/>
              <a:gd name="csX318" fmla="*/ 704744 w 2213962"/>
              <a:gd name="csY318" fmla="*/ 163478 h 436293"/>
              <a:gd name="csX319" fmla="*/ 706960 w 2213962"/>
              <a:gd name="csY319" fmla="*/ 161812 h 436293"/>
              <a:gd name="csX320" fmla="*/ 709177 w 2213962"/>
              <a:gd name="csY320" fmla="*/ 160135 h 436293"/>
              <a:gd name="csX321" fmla="*/ 711392 w 2213962"/>
              <a:gd name="csY321" fmla="*/ 158469 h 436293"/>
              <a:gd name="csX322" fmla="*/ 713608 w 2213962"/>
              <a:gd name="csY322" fmla="*/ 156792 h 436293"/>
              <a:gd name="csX323" fmla="*/ 715824 w 2213962"/>
              <a:gd name="csY323" fmla="*/ 155126 h 436293"/>
              <a:gd name="csX324" fmla="*/ 718041 w 2213962"/>
              <a:gd name="csY324" fmla="*/ 153459 h 436293"/>
              <a:gd name="csX325" fmla="*/ 720257 w 2213962"/>
              <a:gd name="csY325" fmla="*/ 151793 h 436293"/>
              <a:gd name="csX326" fmla="*/ 722473 w 2213962"/>
              <a:gd name="csY326" fmla="*/ 150127 h 436293"/>
              <a:gd name="csX327" fmla="*/ 724689 w 2213962"/>
              <a:gd name="csY327" fmla="*/ 148460 h 436293"/>
              <a:gd name="csX328" fmla="*/ 726905 w 2213962"/>
              <a:gd name="csY328" fmla="*/ 146804 h 436293"/>
              <a:gd name="csX329" fmla="*/ 729122 w 2213962"/>
              <a:gd name="csY329" fmla="*/ 145148 h 436293"/>
              <a:gd name="csX330" fmla="*/ 731338 w 2213962"/>
              <a:gd name="csY330" fmla="*/ 143492 h 436293"/>
              <a:gd name="csX331" fmla="*/ 733554 w 2213962"/>
              <a:gd name="csY331" fmla="*/ 141836 h 436293"/>
              <a:gd name="csX332" fmla="*/ 735770 w 2213962"/>
              <a:gd name="csY332" fmla="*/ 140180 h 436293"/>
              <a:gd name="csX333" fmla="*/ 737987 w 2213962"/>
              <a:gd name="csY333" fmla="*/ 138535 h 436293"/>
              <a:gd name="csX334" fmla="*/ 740203 w 2213962"/>
              <a:gd name="csY334" fmla="*/ 136889 h 436293"/>
              <a:gd name="csX335" fmla="*/ 742419 w 2213962"/>
              <a:gd name="csY335" fmla="*/ 135243 h 436293"/>
              <a:gd name="csX336" fmla="*/ 744635 w 2213962"/>
              <a:gd name="csY336" fmla="*/ 133608 h 436293"/>
              <a:gd name="csX337" fmla="*/ 746852 w 2213962"/>
              <a:gd name="csY337" fmla="*/ 131973 h 436293"/>
              <a:gd name="csX338" fmla="*/ 749068 w 2213962"/>
              <a:gd name="csY338" fmla="*/ 130337 h 436293"/>
              <a:gd name="csX339" fmla="*/ 751283 w 2213962"/>
              <a:gd name="csY339" fmla="*/ 128712 h 436293"/>
              <a:gd name="csX340" fmla="*/ 753499 w 2213962"/>
              <a:gd name="csY340" fmla="*/ 127088 h 436293"/>
              <a:gd name="csX341" fmla="*/ 755715 w 2213962"/>
              <a:gd name="csY341" fmla="*/ 125463 h 436293"/>
              <a:gd name="csX342" fmla="*/ 757932 w 2213962"/>
              <a:gd name="csY342" fmla="*/ 123848 h 436293"/>
              <a:gd name="csX343" fmla="*/ 760148 w 2213962"/>
              <a:gd name="csY343" fmla="*/ 122233 h 436293"/>
              <a:gd name="csX344" fmla="*/ 762364 w 2213962"/>
              <a:gd name="csY344" fmla="*/ 120619 h 436293"/>
              <a:gd name="csX345" fmla="*/ 764580 w 2213962"/>
              <a:gd name="csY345" fmla="*/ 119015 h 436293"/>
              <a:gd name="csX346" fmla="*/ 766797 w 2213962"/>
              <a:gd name="csY346" fmla="*/ 117421 h 436293"/>
              <a:gd name="csX347" fmla="*/ 769013 w 2213962"/>
              <a:gd name="csY347" fmla="*/ 115827 h 436293"/>
              <a:gd name="csX348" fmla="*/ 771229 w 2213962"/>
              <a:gd name="csY348" fmla="*/ 114233 h 436293"/>
              <a:gd name="csX349" fmla="*/ 773445 w 2213962"/>
              <a:gd name="csY349" fmla="*/ 112649 h 436293"/>
              <a:gd name="csX350" fmla="*/ 775662 w 2213962"/>
              <a:gd name="csY350" fmla="*/ 111066 h 436293"/>
              <a:gd name="csX351" fmla="*/ 777878 w 2213962"/>
              <a:gd name="csY351" fmla="*/ 109493 h 436293"/>
              <a:gd name="csX352" fmla="*/ 780094 w 2213962"/>
              <a:gd name="csY352" fmla="*/ 107930 h 436293"/>
              <a:gd name="csX353" fmla="*/ 782310 w 2213962"/>
              <a:gd name="csY353" fmla="*/ 106367 h 436293"/>
              <a:gd name="csX354" fmla="*/ 784526 w 2213962"/>
              <a:gd name="csY354" fmla="*/ 104804 h 436293"/>
              <a:gd name="csX355" fmla="*/ 786743 w 2213962"/>
              <a:gd name="csY355" fmla="*/ 103251 h 436293"/>
              <a:gd name="csX356" fmla="*/ 788958 w 2213962"/>
              <a:gd name="csY356" fmla="*/ 101709 h 436293"/>
              <a:gd name="csX357" fmla="*/ 791174 w 2213962"/>
              <a:gd name="csY357" fmla="*/ 100167 h 436293"/>
              <a:gd name="csX358" fmla="*/ 793390 w 2213962"/>
              <a:gd name="csY358" fmla="*/ 98635 h 436293"/>
              <a:gd name="csX359" fmla="*/ 795607 w 2213962"/>
              <a:gd name="csY359" fmla="*/ 97114 h 436293"/>
              <a:gd name="csX360" fmla="*/ 797823 w 2213962"/>
              <a:gd name="csY360" fmla="*/ 95592 h 436293"/>
              <a:gd name="csX361" fmla="*/ 800039 w 2213962"/>
              <a:gd name="csY361" fmla="*/ 94081 h 436293"/>
              <a:gd name="csX362" fmla="*/ 802255 w 2213962"/>
              <a:gd name="csY362" fmla="*/ 92581 h 436293"/>
              <a:gd name="csX363" fmla="*/ 804472 w 2213962"/>
              <a:gd name="csY363" fmla="*/ 91080 h 436293"/>
              <a:gd name="csX364" fmla="*/ 806688 w 2213962"/>
              <a:gd name="csY364" fmla="*/ 89590 h 436293"/>
              <a:gd name="csX365" fmla="*/ 808904 w 2213962"/>
              <a:gd name="csY365" fmla="*/ 88109 h 436293"/>
              <a:gd name="csX366" fmla="*/ 811120 w 2213962"/>
              <a:gd name="csY366" fmla="*/ 86629 h 436293"/>
              <a:gd name="csX367" fmla="*/ 813337 w 2213962"/>
              <a:gd name="csY367" fmla="*/ 85160 h 436293"/>
              <a:gd name="csX368" fmla="*/ 815554 w 2213962"/>
              <a:gd name="csY368" fmla="*/ 83700 h 436293"/>
              <a:gd name="csX369" fmla="*/ 817769 w 2213962"/>
              <a:gd name="csY369" fmla="*/ 82251 h 436293"/>
              <a:gd name="csX370" fmla="*/ 819984 w 2213962"/>
              <a:gd name="csY370" fmla="*/ 80813 h 436293"/>
              <a:gd name="csX371" fmla="*/ 822199 w 2213962"/>
              <a:gd name="csY371" fmla="*/ 79374 h 436293"/>
              <a:gd name="csX372" fmla="*/ 824413 w 2213962"/>
              <a:gd name="csY372" fmla="*/ 77946 h 436293"/>
              <a:gd name="csX373" fmla="*/ 826628 w 2213962"/>
              <a:gd name="csY373" fmla="*/ 76528 h 436293"/>
              <a:gd name="csX374" fmla="*/ 828854 w 2213962"/>
              <a:gd name="csY374" fmla="*/ 75120 h 436293"/>
              <a:gd name="csX375" fmla="*/ 831068 w 2213962"/>
              <a:gd name="csY375" fmla="*/ 73723 h 436293"/>
              <a:gd name="csX376" fmla="*/ 833283 w 2213962"/>
              <a:gd name="csY376" fmla="*/ 72336 h 436293"/>
              <a:gd name="csX377" fmla="*/ 835498 w 2213962"/>
              <a:gd name="csY377" fmla="*/ 70949 h 436293"/>
              <a:gd name="csX378" fmla="*/ 837713 w 2213962"/>
              <a:gd name="csY378" fmla="*/ 69583 h 436293"/>
              <a:gd name="csX379" fmla="*/ 839928 w 2213962"/>
              <a:gd name="csY379" fmla="*/ 68217 h 436293"/>
              <a:gd name="csX380" fmla="*/ 842143 w 2213962"/>
              <a:gd name="csY380" fmla="*/ 66871 h 436293"/>
              <a:gd name="csX381" fmla="*/ 844358 w 2213962"/>
              <a:gd name="csY381" fmla="*/ 65526 h 436293"/>
              <a:gd name="csX382" fmla="*/ 846583 w 2213962"/>
              <a:gd name="csY382" fmla="*/ 64191 h 436293"/>
              <a:gd name="csX383" fmla="*/ 848798 w 2213962"/>
              <a:gd name="csY383" fmla="*/ 62866 h 436293"/>
              <a:gd name="csX384" fmla="*/ 851013 w 2213962"/>
              <a:gd name="csY384" fmla="*/ 61562 h 436293"/>
              <a:gd name="csX385" fmla="*/ 853228 w 2213962"/>
              <a:gd name="csY385" fmla="*/ 60258 h 436293"/>
              <a:gd name="csX386" fmla="*/ 855443 w 2213962"/>
              <a:gd name="csY386" fmla="*/ 58964 h 436293"/>
              <a:gd name="csX387" fmla="*/ 857658 w 2213962"/>
              <a:gd name="csY387" fmla="*/ 57691 h 436293"/>
              <a:gd name="csX388" fmla="*/ 859872 w 2213962"/>
              <a:gd name="csY388" fmla="*/ 56418 h 436293"/>
              <a:gd name="csX389" fmla="*/ 862087 w 2213962"/>
              <a:gd name="csY389" fmla="*/ 55155 h 436293"/>
              <a:gd name="csX390" fmla="*/ 864313 w 2213962"/>
              <a:gd name="csY390" fmla="*/ 53913 h 436293"/>
              <a:gd name="csX391" fmla="*/ 866528 w 2213962"/>
              <a:gd name="csY391" fmla="*/ 52671 h 436293"/>
              <a:gd name="csX392" fmla="*/ 868742 w 2213962"/>
              <a:gd name="csY392" fmla="*/ 51450 h 436293"/>
              <a:gd name="csX393" fmla="*/ 870957 w 2213962"/>
              <a:gd name="csY393" fmla="*/ 50239 h 436293"/>
              <a:gd name="csX394" fmla="*/ 873172 w 2213962"/>
              <a:gd name="csY394" fmla="*/ 49036 h 436293"/>
              <a:gd name="csX395" fmla="*/ 875387 w 2213962"/>
              <a:gd name="csY395" fmla="*/ 47847 h 436293"/>
              <a:gd name="csX396" fmla="*/ 877602 w 2213962"/>
              <a:gd name="csY396" fmla="*/ 46669 h 436293"/>
              <a:gd name="csX397" fmla="*/ 879817 w 2213962"/>
              <a:gd name="csY397" fmla="*/ 45504 h 436293"/>
              <a:gd name="csX398" fmla="*/ 882042 w 2213962"/>
              <a:gd name="csY398" fmla="*/ 44351 h 436293"/>
              <a:gd name="csX399" fmla="*/ 884257 w 2213962"/>
              <a:gd name="csY399" fmla="*/ 43209 h 436293"/>
              <a:gd name="csX400" fmla="*/ 886472 w 2213962"/>
              <a:gd name="csY400" fmla="*/ 42081 h 436293"/>
              <a:gd name="csX401" fmla="*/ 888687 w 2213962"/>
              <a:gd name="csY401" fmla="*/ 40964 h 436293"/>
              <a:gd name="csX402" fmla="*/ 890902 w 2213962"/>
              <a:gd name="csY402" fmla="*/ 39861 h 436293"/>
              <a:gd name="csX403" fmla="*/ 893117 w 2213962"/>
              <a:gd name="csY403" fmla="*/ 38771 h 436293"/>
              <a:gd name="csX404" fmla="*/ 895332 w 2213962"/>
              <a:gd name="csY404" fmla="*/ 37694 h 436293"/>
              <a:gd name="csX405" fmla="*/ 897546 w 2213962"/>
              <a:gd name="csY405" fmla="*/ 36629 h 436293"/>
              <a:gd name="csX406" fmla="*/ 899772 w 2213962"/>
              <a:gd name="csY406" fmla="*/ 35577 h 436293"/>
              <a:gd name="csX407" fmla="*/ 901987 w 2213962"/>
              <a:gd name="csY407" fmla="*/ 34539 h 436293"/>
              <a:gd name="csX408" fmla="*/ 904202 w 2213962"/>
              <a:gd name="csY408" fmla="*/ 33514 h 436293"/>
              <a:gd name="csX409" fmla="*/ 906417 w 2213962"/>
              <a:gd name="csY409" fmla="*/ 32503 h 436293"/>
              <a:gd name="csX410" fmla="*/ 908631 w 2213962"/>
              <a:gd name="csY410" fmla="*/ 31506 h 436293"/>
              <a:gd name="csX411" fmla="*/ 910846 w 2213962"/>
              <a:gd name="csY411" fmla="*/ 30522 h 436293"/>
              <a:gd name="csX412" fmla="*/ 913061 w 2213962"/>
              <a:gd name="csY412" fmla="*/ 29552 h 436293"/>
              <a:gd name="csX413" fmla="*/ 915276 w 2213962"/>
              <a:gd name="csY413" fmla="*/ 28596 h 436293"/>
              <a:gd name="csX414" fmla="*/ 917501 w 2213962"/>
              <a:gd name="csY414" fmla="*/ 27655 h 436293"/>
              <a:gd name="csX415" fmla="*/ 919716 w 2213962"/>
              <a:gd name="csY415" fmla="*/ 26727 h 436293"/>
              <a:gd name="csX416" fmla="*/ 921931 w 2213962"/>
              <a:gd name="csY416" fmla="*/ 25814 h 436293"/>
              <a:gd name="csX417" fmla="*/ 924146 w 2213962"/>
              <a:gd name="csY417" fmla="*/ 24914 h 436293"/>
              <a:gd name="csX418" fmla="*/ 926361 w 2213962"/>
              <a:gd name="csY418" fmla="*/ 24031 h 436293"/>
              <a:gd name="csX419" fmla="*/ 928576 w 2213962"/>
              <a:gd name="csY419" fmla="*/ 23160 h 436293"/>
              <a:gd name="csX420" fmla="*/ 930791 w 2213962"/>
              <a:gd name="csY420" fmla="*/ 22305 h 436293"/>
              <a:gd name="csX421" fmla="*/ 933006 w 2213962"/>
              <a:gd name="csY421" fmla="*/ 21465 h 436293"/>
              <a:gd name="csX422" fmla="*/ 935231 w 2213962"/>
              <a:gd name="csY422" fmla="*/ 20640 h 436293"/>
              <a:gd name="csX423" fmla="*/ 937446 w 2213962"/>
              <a:gd name="csY423" fmla="*/ 19830 h 436293"/>
              <a:gd name="csX424" fmla="*/ 939661 w 2213962"/>
              <a:gd name="csY424" fmla="*/ 19035 h 436293"/>
              <a:gd name="csX425" fmla="*/ 941875 w 2213962"/>
              <a:gd name="csY425" fmla="*/ 18254 h 436293"/>
              <a:gd name="csX426" fmla="*/ 944090 w 2213962"/>
              <a:gd name="csY426" fmla="*/ 17489 h 436293"/>
              <a:gd name="csX427" fmla="*/ 946305 w 2213962"/>
              <a:gd name="csY427" fmla="*/ 16740 h 436293"/>
              <a:gd name="csX428" fmla="*/ 948520 w 2213962"/>
              <a:gd name="csY428" fmla="*/ 16006 h 436293"/>
              <a:gd name="csX429" fmla="*/ 950735 w 2213962"/>
              <a:gd name="csY429" fmla="*/ 15288 h 436293"/>
              <a:gd name="csX430" fmla="*/ 952960 w 2213962"/>
              <a:gd name="csY430" fmla="*/ 14584 h 436293"/>
              <a:gd name="csX431" fmla="*/ 955175 w 2213962"/>
              <a:gd name="csY431" fmla="*/ 13898 h 436293"/>
              <a:gd name="csX432" fmla="*/ 957390 w 2213962"/>
              <a:gd name="csY432" fmla="*/ 13226 h 436293"/>
              <a:gd name="csX433" fmla="*/ 959605 w 2213962"/>
              <a:gd name="csY433" fmla="*/ 12571 h 436293"/>
              <a:gd name="csX434" fmla="*/ 961820 w 2213962"/>
              <a:gd name="csY434" fmla="*/ 11931 h 436293"/>
              <a:gd name="csX435" fmla="*/ 964035 w 2213962"/>
              <a:gd name="csY435" fmla="*/ 11307 h 436293"/>
              <a:gd name="csX436" fmla="*/ 966250 w 2213962"/>
              <a:gd name="csY436" fmla="*/ 10700 h 436293"/>
              <a:gd name="csX437" fmla="*/ 968465 w 2213962"/>
              <a:gd name="csY437" fmla="*/ 10109 h 436293"/>
              <a:gd name="csX438" fmla="*/ 970680 w 2213962"/>
              <a:gd name="csY438" fmla="*/ 9533 h 436293"/>
              <a:gd name="csX439" fmla="*/ 972905 w 2213962"/>
              <a:gd name="csY439" fmla="*/ 8974 h 436293"/>
              <a:gd name="csX440" fmla="*/ 975120 w 2213962"/>
              <a:gd name="csY440" fmla="*/ 8432 h 436293"/>
              <a:gd name="csX441" fmla="*/ 977335 w 2213962"/>
              <a:gd name="csY441" fmla="*/ 7906 h 436293"/>
              <a:gd name="csX442" fmla="*/ 979549 w 2213962"/>
              <a:gd name="csY442" fmla="*/ 7397 h 436293"/>
              <a:gd name="csX443" fmla="*/ 981764 w 2213962"/>
              <a:gd name="csY443" fmla="*/ 6903 h 436293"/>
              <a:gd name="csX444" fmla="*/ 983979 w 2213962"/>
              <a:gd name="csY444" fmla="*/ 6427 h 436293"/>
              <a:gd name="csX445" fmla="*/ 986194 w 2213962"/>
              <a:gd name="csY445" fmla="*/ 5968 h 436293"/>
              <a:gd name="csX446" fmla="*/ 988409 w 2213962"/>
              <a:gd name="csY446" fmla="*/ 5525 h 436293"/>
              <a:gd name="csX447" fmla="*/ 990634 w 2213962"/>
              <a:gd name="csY447" fmla="*/ 5098 h 436293"/>
              <a:gd name="csX448" fmla="*/ 992849 w 2213962"/>
              <a:gd name="csY448" fmla="*/ 4690 h 436293"/>
              <a:gd name="csX449" fmla="*/ 995064 w 2213962"/>
              <a:gd name="csY449" fmla="*/ 4296 h 436293"/>
              <a:gd name="csX450" fmla="*/ 997279 w 2213962"/>
              <a:gd name="csY450" fmla="*/ 3921 h 436293"/>
              <a:gd name="csX451" fmla="*/ 999494 w 2213962"/>
              <a:gd name="csY451" fmla="*/ 3562 h 436293"/>
              <a:gd name="csX452" fmla="*/ 1001709 w 2213962"/>
              <a:gd name="csY452" fmla="*/ 3221 h 436293"/>
              <a:gd name="csX453" fmla="*/ 1003924 w 2213962"/>
              <a:gd name="csY453" fmla="*/ 2896 h 436293"/>
              <a:gd name="csX454" fmla="*/ 1006139 w 2213962"/>
              <a:gd name="csY454" fmla="*/ 2589 h 436293"/>
              <a:gd name="csX455" fmla="*/ 1008364 w 2213962"/>
              <a:gd name="csY455" fmla="*/ 2298 h 436293"/>
              <a:gd name="csX456" fmla="*/ 1010579 w 2213962"/>
              <a:gd name="csY456" fmla="*/ 2024 h 436293"/>
              <a:gd name="csX457" fmla="*/ 1012794 w 2213962"/>
              <a:gd name="csY457" fmla="*/ 1769 h 436293"/>
              <a:gd name="csX458" fmla="*/ 1015009 w 2213962"/>
              <a:gd name="csY458" fmla="*/ 1530 h 436293"/>
              <a:gd name="csX459" fmla="*/ 1017223 w 2213962"/>
              <a:gd name="csY459" fmla="*/ 1308 h 436293"/>
              <a:gd name="csX460" fmla="*/ 1019438 w 2213962"/>
              <a:gd name="csY460" fmla="*/ 1103 h 436293"/>
              <a:gd name="csX461" fmla="*/ 1021653 w 2213962"/>
              <a:gd name="csY461" fmla="*/ 916 h 436293"/>
              <a:gd name="csX462" fmla="*/ 1023868 w 2213962"/>
              <a:gd name="csY462" fmla="*/ 746 h 436293"/>
              <a:gd name="csX463" fmla="*/ 1026094 w 2213962"/>
              <a:gd name="csY463" fmla="*/ 594 h 436293"/>
              <a:gd name="csX464" fmla="*/ 1028308 w 2213962"/>
              <a:gd name="csY464" fmla="*/ 458 h 436293"/>
              <a:gd name="csX465" fmla="*/ 1030523 w 2213962"/>
              <a:gd name="csY465" fmla="*/ 342 h 436293"/>
              <a:gd name="csX466" fmla="*/ 1032738 w 2213962"/>
              <a:gd name="csY466" fmla="*/ 241 h 436293"/>
              <a:gd name="csX467" fmla="*/ 1034953 w 2213962"/>
              <a:gd name="csY467" fmla="*/ 157 h 436293"/>
              <a:gd name="csX468" fmla="*/ 1037168 w 2213962"/>
              <a:gd name="csY468" fmla="*/ 92 h 436293"/>
              <a:gd name="csX469" fmla="*/ 1039383 w 2213962"/>
              <a:gd name="csY469" fmla="*/ 44 h 436293"/>
              <a:gd name="csX470" fmla="*/ 1041598 w 2213962"/>
              <a:gd name="csY470" fmla="*/ 13 h 436293"/>
              <a:gd name="csX471" fmla="*/ 1043823 w 2213962"/>
              <a:gd name="csY471" fmla="*/ 0 h 436293"/>
              <a:gd name="csX472" fmla="*/ 1046038 w 2213962"/>
              <a:gd name="csY472" fmla="*/ 4 h 436293"/>
              <a:gd name="csX473" fmla="*/ 1048253 w 2213962"/>
              <a:gd name="csY473" fmla="*/ 26 h 436293"/>
              <a:gd name="csX474" fmla="*/ 1050468 w 2213962"/>
              <a:gd name="csY474" fmla="*/ 64 h 436293"/>
              <a:gd name="csX475" fmla="*/ 1052683 w 2213962"/>
              <a:gd name="csY475" fmla="*/ 121 h 436293"/>
              <a:gd name="csX476" fmla="*/ 1054898 w 2213962"/>
              <a:gd name="csY476" fmla="*/ 195 h 436293"/>
              <a:gd name="csX477" fmla="*/ 1057112 w 2213962"/>
              <a:gd name="csY477" fmla="*/ 286 h 436293"/>
              <a:gd name="csX478" fmla="*/ 1059327 w 2213962"/>
              <a:gd name="csY478" fmla="*/ 394 h 436293"/>
              <a:gd name="csX479" fmla="*/ 1061553 w 2213962"/>
              <a:gd name="csY479" fmla="*/ 521 h 436293"/>
              <a:gd name="csX480" fmla="*/ 1063767 w 2213962"/>
              <a:gd name="csY480" fmla="*/ 663 h 436293"/>
              <a:gd name="csX481" fmla="*/ 1065982 w 2213962"/>
              <a:gd name="csY481" fmla="*/ 824 h 436293"/>
              <a:gd name="csX482" fmla="*/ 1068197 w 2213962"/>
              <a:gd name="csY482" fmla="*/ 1002 h 436293"/>
              <a:gd name="csX483" fmla="*/ 1070412 w 2213962"/>
              <a:gd name="csY483" fmla="*/ 1197 h 436293"/>
              <a:gd name="csX484" fmla="*/ 1072627 w 2213962"/>
              <a:gd name="csY484" fmla="*/ 1410 h 436293"/>
              <a:gd name="csX485" fmla="*/ 1074842 w 2213962"/>
              <a:gd name="csY485" fmla="*/ 1639 h 436293"/>
              <a:gd name="csX486" fmla="*/ 1077057 w 2213962"/>
              <a:gd name="csY486" fmla="*/ 1887 h 436293"/>
              <a:gd name="csX487" fmla="*/ 1079282 w 2213962"/>
              <a:gd name="csY487" fmla="*/ 2151 h 436293"/>
              <a:gd name="csX488" fmla="*/ 1081497 w 2213962"/>
              <a:gd name="csY488" fmla="*/ 2432 h 436293"/>
              <a:gd name="csX489" fmla="*/ 1083712 w 2213962"/>
              <a:gd name="csY489" fmla="*/ 2731 h 436293"/>
              <a:gd name="csX490" fmla="*/ 1085927 w 2213962"/>
              <a:gd name="csY490" fmla="*/ 3047 h 436293"/>
              <a:gd name="csX491" fmla="*/ 1088142 w 2213962"/>
              <a:gd name="csY491" fmla="*/ 3379 h 436293"/>
              <a:gd name="csX492" fmla="*/ 1090357 w 2213962"/>
              <a:gd name="csY492" fmla="*/ 3729 h 436293"/>
              <a:gd name="csX493" fmla="*/ 1092572 w 2213962"/>
              <a:gd name="csY493" fmla="*/ 4095 h 436293"/>
              <a:gd name="csX494" fmla="*/ 1094786 w 2213962"/>
              <a:gd name="csY494" fmla="*/ 4479 h 436293"/>
              <a:gd name="csX495" fmla="*/ 1097012 w 2213962"/>
              <a:gd name="csY495" fmla="*/ 4880 h 436293"/>
              <a:gd name="csX496" fmla="*/ 1099227 w 2213962"/>
              <a:gd name="csY496" fmla="*/ 5297 h 436293"/>
              <a:gd name="csX497" fmla="*/ 1101441 w 2213962"/>
              <a:gd name="csY497" fmla="*/ 5732 h 436293"/>
              <a:gd name="csX498" fmla="*/ 1103656 w 2213962"/>
              <a:gd name="csY498" fmla="*/ 6182 h 436293"/>
              <a:gd name="csX499" fmla="*/ 1105871 w 2213962"/>
              <a:gd name="csY499" fmla="*/ 6650 h 436293"/>
              <a:gd name="csX500" fmla="*/ 1108086 w 2213962"/>
              <a:gd name="csY500" fmla="*/ 7134 h 436293"/>
              <a:gd name="csX501" fmla="*/ 1110301 w 2213962"/>
              <a:gd name="csY501" fmla="*/ 7635 h 436293"/>
              <a:gd name="csX502" fmla="*/ 1112516 w 2213962"/>
              <a:gd name="csY502" fmla="*/ 8152 h 436293"/>
              <a:gd name="csX503" fmla="*/ 1114741 w 2213962"/>
              <a:gd name="csY503" fmla="*/ 8686 h 436293"/>
              <a:gd name="csX504" fmla="*/ 1116956 w 2213962"/>
              <a:gd name="csY504" fmla="*/ 9236 h 436293"/>
              <a:gd name="csX505" fmla="*/ 1119171 w 2213962"/>
              <a:gd name="csY505" fmla="*/ 9802 h 436293"/>
              <a:gd name="csX506" fmla="*/ 1121386 w 2213962"/>
              <a:gd name="csY506" fmla="*/ 10385 h 436293"/>
              <a:gd name="csX507" fmla="*/ 1123601 w 2213962"/>
              <a:gd name="csY507" fmla="*/ 10984 h 436293"/>
              <a:gd name="csX508" fmla="*/ 1125816 w 2213962"/>
              <a:gd name="csY508" fmla="*/ 11599 h 436293"/>
              <a:gd name="csX509" fmla="*/ 1128031 w 2213962"/>
              <a:gd name="csY509" fmla="*/ 12231 h 436293"/>
              <a:gd name="csX510" fmla="*/ 1130245 w 2213962"/>
              <a:gd name="csY510" fmla="*/ 12877 h 436293"/>
              <a:gd name="csX511" fmla="*/ 1132460 w 2213962"/>
              <a:gd name="csY511" fmla="*/ 13540 h 436293"/>
              <a:gd name="csX512" fmla="*/ 1134686 w 2213962"/>
              <a:gd name="csY512" fmla="*/ 14219 h 436293"/>
              <a:gd name="csX513" fmla="*/ 1136901 w 2213962"/>
              <a:gd name="csY513" fmla="*/ 14913 h 436293"/>
              <a:gd name="csX514" fmla="*/ 1139115 w 2213962"/>
              <a:gd name="csY514" fmla="*/ 15624 h 436293"/>
              <a:gd name="csX515" fmla="*/ 1141330 w 2213962"/>
              <a:gd name="csY515" fmla="*/ 16350 h 436293"/>
              <a:gd name="csX516" fmla="*/ 1143545 w 2213962"/>
              <a:gd name="csY516" fmla="*/ 17091 h 436293"/>
              <a:gd name="csX517" fmla="*/ 1145760 w 2213962"/>
              <a:gd name="csY517" fmla="*/ 17847 h 436293"/>
              <a:gd name="csX518" fmla="*/ 1147975 w 2213962"/>
              <a:gd name="csY518" fmla="*/ 18620 h 436293"/>
              <a:gd name="csX519" fmla="*/ 1150190 w 2213962"/>
              <a:gd name="csY519" fmla="*/ 19407 h 436293"/>
              <a:gd name="csX520" fmla="*/ 1152415 w 2213962"/>
              <a:gd name="csY520" fmla="*/ 20209 h 436293"/>
              <a:gd name="csX521" fmla="*/ 1154630 w 2213962"/>
              <a:gd name="csY521" fmla="*/ 21027 h 436293"/>
              <a:gd name="csX522" fmla="*/ 1156845 w 2213962"/>
              <a:gd name="csY522" fmla="*/ 21859 h 436293"/>
              <a:gd name="csX523" fmla="*/ 1159060 w 2213962"/>
              <a:gd name="csY523" fmla="*/ 22707 h 436293"/>
              <a:gd name="csX524" fmla="*/ 1161275 w 2213962"/>
              <a:gd name="csY524" fmla="*/ 23569 h 436293"/>
              <a:gd name="csX525" fmla="*/ 1163490 w 2213962"/>
              <a:gd name="csY525" fmla="*/ 24446 h 436293"/>
              <a:gd name="csX526" fmla="*/ 1165705 w 2213962"/>
              <a:gd name="csY526" fmla="*/ 25337 h 436293"/>
              <a:gd name="csX527" fmla="*/ 1167919 w 2213962"/>
              <a:gd name="csY527" fmla="*/ 26242 h 436293"/>
              <a:gd name="csX528" fmla="*/ 1170145 w 2213962"/>
              <a:gd name="csY528" fmla="*/ 27162 h 436293"/>
              <a:gd name="csX529" fmla="*/ 1172360 w 2213962"/>
              <a:gd name="csY529" fmla="*/ 28096 h 436293"/>
              <a:gd name="csX530" fmla="*/ 1174575 w 2213962"/>
              <a:gd name="csY530" fmla="*/ 29045 h 436293"/>
              <a:gd name="csX531" fmla="*/ 1176789 w 2213962"/>
              <a:gd name="csY531" fmla="*/ 30008 h 436293"/>
              <a:gd name="csX532" fmla="*/ 1179004 w 2213962"/>
              <a:gd name="csY532" fmla="*/ 30984 h 436293"/>
              <a:gd name="csX533" fmla="*/ 1181219 w 2213962"/>
              <a:gd name="csY533" fmla="*/ 31974 h 436293"/>
              <a:gd name="csX534" fmla="*/ 1183434 w 2213962"/>
              <a:gd name="csY534" fmla="*/ 32978 h 436293"/>
              <a:gd name="csX535" fmla="*/ 1185649 w 2213962"/>
              <a:gd name="csY535" fmla="*/ 33996 h 436293"/>
              <a:gd name="csX536" fmla="*/ 1187874 w 2213962"/>
              <a:gd name="csY536" fmla="*/ 35026 h 436293"/>
              <a:gd name="csX537" fmla="*/ 1190089 w 2213962"/>
              <a:gd name="csY537" fmla="*/ 36071 h 436293"/>
              <a:gd name="csX538" fmla="*/ 1192304 w 2213962"/>
              <a:gd name="csY538" fmla="*/ 37129 h 436293"/>
              <a:gd name="csX539" fmla="*/ 1194519 w 2213962"/>
              <a:gd name="csY539" fmla="*/ 38199 h 436293"/>
              <a:gd name="csX540" fmla="*/ 1196734 w 2213962"/>
              <a:gd name="csY540" fmla="*/ 39282 h 436293"/>
              <a:gd name="csX541" fmla="*/ 1198949 w 2213962"/>
              <a:gd name="csY541" fmla="*/ 40379 h 436293"/>
              <a:gd name="csX542" fmla="*/ 1201164 w 2213962"/>
              <a:gd name="csY542" fmla="*/ 41489 h 436293"/>
              <a:gd name="csX543" fmla="*/ 1203379 w 2213962"/>
              <a:gd name="csY543" fmla="*/ 42611 h 436293"/>
              <a:gd name="csX544" fmla="*/ 1205604 w 2213962"/>
              <a:gd name="csY544" fmla="*/ 43745 h 436293"/>
              <a:gd name="csX545" fmla="*/ 1207819 w 2213962"/>
              <a:gd name="csY545" fmla="*/ 44892 h 436293"/>
              <a:gd name="csX546" fmla="*/ 1210034 w 2213962"/>
              <a:gd name="csY546" fmla="*/ 46051 h 436293"/>
              <a:gd name="csX547" fmla="*/ 1212249 w 2213962"/>
              <a:gd name="csY547" fmla="*/ 47223 h 436293"/>
              <a:gd name="csX548" fmla="*/ 1214463 w 2213962"/>
              <a:gd name="csY548" fmla="*/ 48406 h 436293"/>
              <a:gd name="csX549" fmla="*/ 1216678 w 2213962"/>
              <a:gd name="csY549" fmla="*/ 49597 h 436293"/>
              <a:gd name="csX550" fmla="*/ 1218893 w 2213962"/>
              <a:gd name="csY550" fmla="*/ 50808 h 436293"/>
              <a:gd name="csX551" fmla="*/ 1221108 w 2213962"/>
              <a:gd name="csY551" fmla="*/ 52029 h 436293"/>
              <a:gd name="csX552" fmla="*/ 1223333 w 2213962"/>
              <a:gd name="csY552" fmla="*/ 53261 h 436293"/>
              <a:gd name="csX553" fmla="*/ 1225548 w 2213962"/>
              <a:gd name="csY553" fmla="*/ 54493 h 436293"/>
              <a:gd name="csX554" fmla="*/ 1227763 w 2213962"/>
              <a:gd name="csY554" fmla="*/ 55745 h 436293"/>
              <a:gd name="csX555" fmla="*/ 1229978 w 2213962"/>
              <a:gd name="csY555" fmla="*/ 57018 h 436293"/>
              <a:gd name="csX556" fmla="*/ 1232193 w 2213962"/>
              <a:gd name="csY556" fmla="*/ 58291 h 436293"/>
              <a:gd name="csX557" fmla="*/ 1234408 w 2213962"/>
              <a:gd name="csY557" fmla="*/ 59575 h 436293"/>
              <a:gd name="csX558" fmla="*/ 1236623 w 2213962"/>
              <a:gd name="csY558" fmla="*/ 60868 h 436293"/>
              <a:gd name="csX559" fmla="*/ 1238838 w 2213962"/>
              <a:gd name="csY559" fmla="*/ 62172 h 436293"/>
              <a:gd name="csX560" fmla="*/ 1241063 w 2213962"/>
              <a:gd name="csY560" fmla="*/ 63497 h 436293"/>
              <a:gd name="csX561" fmla="*/ 1243278 w 2213962"/>
              <a:gd name="csY561" fmla="*/ 64822 h 436293"/>
              <a:gd name="csX562" fmla="*/ 1245493 w 2213962"/>
              <a:gd name="csY562" fmla="*/ 66157 h 436293"/>
              <a:gd name="csX563" fmla="*/ 1247708 w 2213962"/>
              <a:gd name="csY563" fmla="*/ 67503 h 436293"/>
              <a:gd name="csX564" fmla="*/ 1249922 w 2213962"/>
              <a:gd name="csY564" fmla="*/ 68858 h 436293"/>
              <a:gd name="csX565" fmla="*/ 1252137 w 2213962"/>
              <a:gd name="csY565" fmla="*/ 70225 h 436293"/>
              <a:gd name="csX566" fmla="*/ 1254352 w 2213962"/>
              <a:gd name="csY566" fmla="*/ 71601 h 436293"/>
              <a:gd name="csX567" fmla="*/ 1256567 w 2213962"/>
              <a:gd name="csY567" fmla="*/ 72988 h 436293"/>
              <a:gd name="csX568" fmla="*/ 1258792 w 2213962"/>
              <a:gd name="csY568" fmla="*/ 74385 h 436293"/>
              <a:gd name="csX569" fmla="*/ 1261007 w 2213962"/>
              <a:gd name="csY569" fmla="*/ 75783 h 436293"/>
              <a:gd name="csX570" fmla="*/ 1263222 w 2213962"/>
              <a:gd name="csY570" fmla="*/ 77201 h 436293"/>
              <a:gd name="csX571" fmla="*/ 1265437 w 2213962"/>
              <a:gd name="csY571" fmla="*/ 78619 h 436293"/>
              <a:gd name="csX572" fmla="*/ 1267652 w 2213962"/>
              <a:gd name="csY572" fmla="*/ 80047 h 436293"/>
              <a:gd name="csX573" fmla="*/ 1269867 w 2213962"/>
              <a:gd name="csY573" fmla="*/ 81485 h 436293"/>
              <a:gd name="csX574" fmla="*/ 1272082 w 2213962"/>
              <a:gd name="csY574" fmla="*/ 82934 h 436293"/>
              <a:gd name="csX575" fmla="*/ 1274297 w 2213962"/>
              <a:gd name="csY575" fmla="*/ 84394 h 436293"/>
              <a:gd name="csX576" fmla="*/ 1276512 w 2213962"/>
              <a:gd name="csY576" fmla="*/ 85853 h 436293"/>
              <a:gd name="csX577" fmla="*/ 1278737 w 2213962"/>
              <a:gd name="csY577" fmla="*/ 87323 h 436293"/>
              <a:gd name="csX578" fmla="*/ 1280952 w 2213962"/>
              <a:gd name="csY578" fmla="*/ 88803 h 436293"/>
              <a:gd name="csX579" fmla="*/ 1283167 w 2213962"/>
              <a:gd name="csY579" fmla="*/ 90293 h 436293"/>
              <a:gd name="csX580" fmla="*/ 1285382 w 2213962"/>
              <a:gd name="csY580" fmla="*/ 91784 h 436293"/>
              <a:gd name="csX581" fmla="*/ 1287596 w 2213962"/>
              <a:gd name="csY581" fmla="*/ 93284 h 436293"/>
              <a:gd name="csX582" fmla="*/ 1289811 w 2213962"/>
              <a:gd name="csY582" fmla="*/ 94796 h 436293"/>
              <a:gd name="csX583" fmla="*/ 1292026 w 2213962"/>
              <a:gd name="csY583" fmla="*/ 96307 h 436293"/>
              <a:gd name="csX584" fmla="*/ 1294241 w 2213962"/>
              <a:gd name="csY584" fmla="*/ 97828 h 436293"/>
              <a:gd name="csX585" fmla="*/ 1296466 w 2213962"/>
              <a:gd name="csY585" fmla="*/ 99360 h 436293"/>
              <a:gd name="csX586" fmla="*/ 1298681 w 2213962"/>
              <a:gd name="csY586" fmla="*/ 100892 h 436293"/>
              <a:gd name="csX587" fmla="*/ 1300896 w 2213962"/>
              <a:gd name="csY587" fmla="*/ 102434 h 436293"/>
              <a:gd name="csX588" fmla="*/ 1303111 w 2213962"/>
              <a:gd name="csY588" fmla="*/ 103986 h 436293"/>
              <a:gd name="csX589" fmla="*/ 1305326 w 2213962"/>
              <a:gd name="csY589" fmla="*/ 105539 h 436293"/>
              <a:gd name="csX590" fmla="*/ 1307541 w 2213962"/>
              <a:gd name="csY590" fmla="*/ 107102 h 436293"/>
              <a:gd name="csX591" fmla="*/ 1309756 w 2213962"/>
              <a:gd name="csY591" fmla="*/ 108665 h 436293"/>
              <a:gd name="csX592" fmla="*/ 1311971 w 2213962"/>
              <a:gd name="csY592" fmla="*/ 110238 h 436293"/>
              <a:gd name="csX593" fmla="*/ 1314196 w 2213962"/>
              <a:gd name="csY593" fmla="*/ 111811 h 436293"/>
              <a:gd name="csX594" fmla="*/ 1316411 w 2213962"/>
              <a:gd name="csY594" fmla="*/ 113395 h 436293"/>
              <a:gd name="csX595" fmla="*/ 1318626 w 2213962"/>
              <a:gd name="csY595" fmla="*/ 114978 h 436293"/>
              <a:gd name="csX596" fmla="*/ 1320841 w 2213962"/>
              <a:gd name="csY596" fmla="*/ 116572 h 436293"/>
              <a:gd name="csX597" fmla="*/ 1323056 w 2213962"/>
              <a:gd name="csY597" fmla="*/ 118176 h 436293"/>
              <a:gd name="csX598" fmla="*/ 1325270 w 2213962"/>
              <a:gd name="csY598" fmla="*/ 119770 h 436293"/>
              <a:gd name="csX599" fmla="*/ 1327485 w 2213962"/>
              <a:gd name="csY599" fmla="*/ 121385 h 436293"/>
              <a:gd name="csX600" fmla="*/ 1329700 w 2213962"/>
              <a:gd name="csY600" fmla="*/ 122989 h 436293"/>
              <a:gd name="csX601" fmla="*/ 1331926 w 2213962"/>
              <a:gd name="csY601" fmla="*/ 124604 h 436293"/>
              <a:gd name="csX602" fmla="*/ 1334140 w 2213962"/>
              <a:gd name="csY602" fmla="*/ 126229 h 436293"/>
              <a:gd name="csX603" fmla="*/ 1336355 w 2213962"/>
              <a:gd name="csY603" fmla="*/ 127853 h 436293"/>
              <a:gd name="csX604" fmla="*/ 1338570 w 2213962"/>
              <a:gd name="csY604" fmla="*/ 129478 h 436293"/>
              <a:gd name="csX605" fmla="*/ 1340785 w 2213962"/>
              <a:gd name="csY605" fmla="*/ 131103 h 436293"/>
              <a:gd name="csX606" fmla="*/ 1343000 w 2213962"/>
              <a:gd name="csY606" fmla="*/ 132739 h 436293"/>
              <a:gd name="csX607" fmla="*/ 1345215 w 2213962"/>
              <a:gd name="csY607" fmla="*/ 134384 h 436293"/>
              <a:gd name="csX608" fmla="*/ 1347430 w 2213962"/>
              <a:gd name="csY608" fmla="*/ 136020 h 436293"/>
              <a:gd name="csX609" fmla="*/ 1349655 w 2213962"/>
              <a:gd name="csY609" fmla="*/ 137665 h 436293"/>
              <a:gd name="csX610" fmla="*/ 1351870 w 2213962"/>
              <a:gd name="csY610" fmla="*/ 139311 h 436293"/>
              <a:gd name="csX611" fmla="*/ 1354085 w 2213962"/>
              <a:gd name="csY611" fmla="*/ 140957 h 436293"/>
              <a:gd name="csX612" fmla="*/ 1356300 w 2213962"/>
              <a:gd name="csY612" fmla="*/ 142613 h 436293"/>
              <a:gd name="csX613" fmla="*/ 1358515 w 2213962"/>
              <a:gd name="csY613" fmla="*/ 144269 h 436293"/>
              <a:gd name="csX614" fmla="*/ 1360730 w 2213962"/>
              <a:gd name="csY614" fmla="*/ 145924 h 436293"/>
              <a:gd name="csX615" fmla="*/ 1362944 w 2213962"/>
              <a:gd name="csY615" fmla="*/ 147581 h 436293"/>
              <a:gd name="csX616" fmla="*/ 1365159 w 2213962"/>
              <a:gd name="csY616" fmla="*/ 149247 h 436293"/>
              <a:gd name="csX617" fmla="*/ 1367385 w 2213962"/>
              <a:gd name="csY617" fmla="*/ 150913 h 436293"/>
              <a:gd name="csX618" fmla="*/ 1369599 w 2213962"/>
              <a:gd name="csY618" fmla="*/ 152580 h 436293"/>
              <a:gd name="csX619" fmla="*/ 1371814 w 2213962"/>
              <a:gd name="csY619" fmla="*/ 154246 h 436293"/>
              <a:gd name="csX620" fmla="*/ 1374029 w 2213962"/>
              <a:gd name="csY620" fmla="*/ 155912 h 436293"/>
              <a:gd name="csX621" fmla="*/ 1376244 w 2213962"/>
              <a:gd name="csY621" fmla="*/ 157579 h 436293"/>
              <a:gd name="csX622" fmla="*/ 1378459 w 2213962"/>
              <a:gd name="csY622" fmla="*/ 159255 h 436293"/>
              <a:gd name="csX623" fmla="*/ 1380674 w 2213962"/>
              <a:gd name="csY623" fmla="*/ 160922 h 436293"/>
              <a:gd name="csX624" fmla="*/ 1382889 w 2213962"/>
              <a:gd name="csY624" fmla="*/ 162598 h 436293"/>
              <a:gd name="csX625" fmla="*/ 1385114 w 2213962"/>
              <a:gd name="csY625" fmla="*/ 164265 h 436293"/>
              <a:gd name="csX626" fmla="*/ 1387329 w 2213962"/>
              <a:gd name="csY626" fmla="*/ 165941 h 436293"/>
              <a:gd name="csX627" fmla="*/ 1389544 w 2213962"/>
              <a:gd name="csY627" fmla="*/ 167618 h 436293"/>
              <a:gd name="csX628" fmla="*/ 1391759 w 2213962"/>
              <a:gd name="csY628" fmla="*/ 169295 h 436293"/>
              <a:gd name="csX629" fmla="*/ 1393974 w 2213962"/>
              <a:gd name="csY629" fmla="*/ 170972 h 436293"/>
              <a:gd name="csX630" fmla="*/ 1396189 w 2213962"/>
              <a:gd name="csY630" fmla="*/ 172648 h 436293"/>
              <a:gd name="csX631" fmla="*/ 1398404 w 2213962"/>
              <a:gd name="csY631" fmla="*/ 174325 h 436293"/>
              <a:gd name="csX632" fmla="*/ 1400618 w 2213962"/>
              <a:gd name="csY632" fmla="*/ 175991 h 436293"/>
              <a:gd name="csX633" fmla="*/ 1402844 w 2213962"/>
              <a:gd name="csY633" fmla="*/ 177668 h 436293"/>
              <a:gd name="csX634" fmla="*/ 1405059 w 2213962"/>
              <a:gd name="csY634" fmla="*/ 179345 h 436293"/>
              <a:gd name="csX635" fmla="*/ 1407273 w 2213962"/>
              <a:gd name="csY635" fmla="*/ 181021 h 436293"/>
              <a:gd name="csX636" fmla="*/ 1409488 w 2213962"/>
              <a:gd name="csY636" fmla="*/ 182698 h 436293"/>
              <a:gd name="csX637" fmla="*/ 1411703 w 2213962"/>
              <a:gd name="csY637" fmla="*/ 184364 h 436293"/>
              <a:gd name="csX638" fmla="*/ 1413918 w 2213962"/>
              <a:gd name="csY638" fmla="*/ 186041 h 436293"/>
              <a:gd name="csX639" fmla="*/ 1416133 w 2213962"/>
              <a:gd name="csY639" fmla="*/ 187707 h 436293"/>
              <a:gd name="csX640" fmla="*/ 1418348 w 2213962"/>
              <a:gd name="csY640" fmla="*/ 189374 h 436293"/>
              <a:gd name="csX641" fmla="*/ 1420563 w 2213962"/>
              <a:gd name="csY641" fmla="*/ 191051 h 436293"/>
              <a:gd name="csX642" fmla="*/ 1422788 w 2213962"/>
              <a:gd name="csY642" fmla="*/ 192717 h 436293"/>
              <a:gd name="csX643" fmla="*/ 1425003 w 2213962"/>
              <a:gd name="csY643" fmla="*/ 194373 h 436293"/>
              <a:gd name="csX644" fmla="*/ 1427218 w 2213962"/>
              <a:gd name="csY644" fmla="*/ 196039 h 436293"/>
              <a:gd name="csX645" fmla="*/ 1429433 w 2213962"/>
              <a:gd name="csY645" fmla="*/ 197706 h 436293"/>
              <a:gd name="csX646" fmla="*/ 1431648 w 2213962"/>
              <a:gd name="csY646" fmla="*/ 199362 h 436293"/>
              <a:gd name="csX647" fmla="*/ 1433863 w 2213962"/>
              <a:gd name="csY647" fmla="*/ 201018 h 436293"/>
              <a:gd name="csX648" fmla="*/ 1436078 w 2213962"/>
              <a:gd name="csY648" fmla="*/ 202674 h 436293"/>
              <a:gd name="csX649" fmla="*/ 1438292 w 2213962"/>
              <a:gd name="csY649" fmla="*/ 204330 h 436293"/>
              <a:gd name="csX650" fmla="*/ 1440518 w 2213962"/>
              <a:gd name="csY650" fmla="*/ 205975 h 436293"/>
              <a:gd name="csX651" fmla="*/ 1442733 w 2213962"/>
              <a:gd name="csY651" fmla="*/ 207631 h 436293"/>
              <a:gd name="csX652" fmla="*/ 1444947 w 2213962"/>
              <a:gd name="csY652" fmla="*/ 209277 h 436293"/>
              <a:gd name="csX653" fmla="*/ 1447162 w 2213962"/>
              <a:gd name="csY653" fmla="*/ 210912 h 436293"/>
              <a:gd name="csX654" fmla="*/ 1449377 w 2213962"/>
              <a:gd name="csY654" fmla="*/ 212558 h 436293"/>
              <a:gd name="csX655" fmla="*/ 1451592 w 2213962"/>
              <a:gd name="csY655" fmla="*/ 214193 h 436293"/>
              <a:gd name="csX656" fmla="*/ 1453807 w 2213962"/>
              <a:gd name="csY656" fmla="*/ 215828 h 436293"/>
              <a:gd name="csX657" fmla="*/ 1456022 w 2213962"/>
              <a:gd name="csY657" fmla="*/ 217464 h 436293"/>
              <a:gd name="csX658" fmla="*/ 1458247 w 2213962"/>
              <a:gd name="csY658" fmla="*/ 219089 h 436293"/>
              <a:gd name="csX659" fmla="*/ 1460462 w 2213962"/>
              <a:gd name="csY659" fmla="*/ 220714 h 436293"/>
              <a:gd name="csX660" fmla="*/ 1462677 w 2213962"/>
              <a:gd name="csY660" fmla="*/ 222328 h 436293"/>
              <a:gd name="csX661" fmla="*/ 1464892 w 2213962"/>
              <a:gd name="csY661" fmla="*/ 223953 h 436293"/>
              <a:gd name="csX662" fmla="*/ 1467107 w 2213962"/>
              <a:gd name="csY662" fmla="*/ 225568 h 436293"/>
              <a:gd name="csX663" fmla="*/ 1469322 w 2213962"/>
              <a:gd name="csY663" fmla="*/ 227172 h 436293"/>
              <a:gd name="csX664" fmla="*/ 1471537 w 2213962"/>
              <a:gd name="csY664" fmla="*/ 228776 h 436293"/>
              <a:gd name="csX665" fmla="*/ 1473751 w 2213962"/>
              <a:gd name="csY665" fmla="*/ 230381 h 436293"/>
              <a:gd name="csX666" fmla="*/ 1475977 w 2213962"/>
              <a:gd name="csY666" fmla="*/ 231985 h 436293"/>
              <a:gd name="csX667" fmla="*/ 1478192 w 2213962"/>
              <a:gd name="csY667" fmla="*/ 233579 h 436293"/>
              <a:gd name="csX668" fmla="*/ 1480407 w 2213962"/>
              <a:gd name="csY668" fmla="*/ 235162 h 436293"/>
              <a:gd name="csX669" fmla="*/ 1482621 w 2213962"/>
              <a:gd name="csY669" fmla="*/ 236746 h 436293"/>
              <a:gd name="csX670" fmla="*/ 1484836 w 2213962"/>
              <a:gd name="csY670" fmla="*/ 238329 h 436293"/>
              <a:gd name="csX671" fmla="*/ 1487051 w 2213962"/>
              <a:gd name="csY671" fmla="*/ 239902 h 436293"/>
              <a:gd name="csX672" fmla="*/ 1489266 w 2213962"/>
              <a:gd name="csY672" fmla="*/ 241476 h 436293"/>
              <a:gd name="csX673" fmla="*/ 1491481 w 2213962"/>
              <a:gd name="csY673" fmla="*/ 243049 h 436293"/>
              <a:gd name="csX674" fmla="*/ 1493706 w 2213962"/>
              <a:gd name="csY674" fmla="*/ 244601 h 436293"/>
              <a:gd name="csX675" fmla="*/ 1495921 w 2213962"/>
              <a:gd name="csY675" fmla="*/ 246164 h 436293"/>
              <a:gd name="csX676" fmla="*/ 1498136 w 2213962"/>
              <a:gd name="csY676" fmla="*/ 247717 h 436293"/>
              <a:gd name="csX677" fmla="*/ 1500351 w 2213962"/>
              <a:gd name="csY677" fmla="*/ 249259 h 436293"/>
              <a:gd name="csX678" fmla="*/ 1502566 w 2213962"/>
              <a:gd name="csY678" fmla="*/ 250801 h 436293"/>
              <a:gd name="csX679" fmla="*/ 1504781 w 2213962"/>
              <a:gd name="csY679" fmla="*/ 252343 h 436293"/>
              <a:gd name="csX680" fmla="*/ 1506996 w 2213962"/>
              <a:gd name="csY680" fmla="*/ 253875 h 436293"/>
              <a:gd name="csX681" fmla="*/ 1509211 w 2213962"/>
              <a:gd name="csY681" fmla="*/ 255396 h 436293"/>
              <a:gd name="csX682" fmla="*/ 1511436 w 2213962"/>
              <a:gd name="csY682" fmla="*/ 256918 h 436293"/>
              <a:gd name="csX683" fmla="*/ 1513651 w 2213962"/>
              <a:gd name="csY683" fmla="*/ 258439 h 436293"/>
              <a:gd name="csX684" fmla="*/ 1515866 w 2213962"/>
              <a:gd name="csY684" fmla="*/ 259940 h 436293"/>
              <a:gd name="csX685" fmla="*/ 1518081 w 2213962"/>
              <a:gd name="csY685" fmla="*/ 261451 h 436293"/>
              <a:gd name="csX686" fmla="*/ 1520295 w 2213962"/>
              <a:gd name="csY686" fmla="*/ 262952 h 436293"/>
              <a:gd name="csX687" fmla="*/ 1522510 w 2213962"/>
              <a:gd name="csY687" fmla="*/ 264442 h 436293"/>
              <a:gd name="csX688" fmla="*/ 1524725 w 2213962"/>
              <a:gd name="csY688" fmla="*/ 265922 h 436293"/>
              <a:gd name="csX689" fmla="*/ 1526940 w 2213962"/>
              <a:gd name="csY689" fmla="*/ 267402 h 436293"/>
              <a:gd name="csX690" fmla="*/ 1529165 w 2213962"/>
              <a:gd name="csY690" fmla="*/ 268882 h 436293"/>
              <a:gd name="csX691" fmla="*/ 1531380 w 2213962"/>
              <a:gd name="csY691" fmla="*/ 270352 h 436293"/>
              <a:gd name="csX692" fmla="*/ 1533595 w 2213962"/>
              <a:gd name="csY692" fmla="*/ 271811 h 436293"/>
              <a:gd name="csX693" fmla="*/ 1535810 w 2213962"/>
              <a:gd name="csY693" fmla="*/ 273271 h 436293"/>
              <a:gd name="csX694" fmla="*/ 1538025 w 2213962"/>
              <a:gd name="csY694" fmla="*/ 274720 h 436293"/>
              <a:gd name="csX695" fmla="*/ 1540240 w 2213962"/>
              <a:gd name="csY695" fmla="*/ 276159 h 436293"/>
              <a:gd name="csX696" fmla="*/ 1542455 w 2213962"/>
              <a:gd name="csY696" fmla="*/ 277597 h 436293"/>
              <a:gd name="csX697" fmla="*/ 1544670 w 2213962"/>
              <a:gd name="csY697" fmla="*/ 279026 h 436293"/>
              <a:gd name="csX698" fmla="*/ 1546895 w 2213962"/>
              <a:gd name="csY698" fmla="*/ 280454 h 436293"/>
              <a:gd name="csX699" fmla="*/ 1549110 w 2213962"/>
              <a:gd name="csY699" fmla="*/ 281872 h 436293"/>
              <a:gd name="csX700" fmla="*/ 1551325 w 2213962"/>
              <a:gd name="csY700" fmla="*/ 283279 h 436293"/>
              <a:gd name="csX701" fmla="*/ 1553540 w 2213962"/>
              <a:gd name="csY701" fmla="*/ 284687 h 436293"/>
              <a:gd name="csX702" fmla="*/ 1555755 w 2213962"/>
              <a:gd name="csY702" fmla="*/ 286084 h 436293"/>
              <a:gd name="csX703" fmla="*/ 1557969 w 2213962"/>
              <a:gd name="csY703" fmla="*/ 287471 h 436293"/>
              <a:gd name="csX704" fmla="*/ 1560184 w 2213962"/>
              <a:gd name="csY704" fmla="*/ 288858 h 436293"/>
              <a:gd name="csX705" fmla="*/ 1562399 w 2213962"/>
              <a:gd name="csY705" fmla="*/ 290235 h 436293"/>
              <a:gd name="csX706" fmla="*/ 1564624 w 2213962"/>
              <a:gd name="csY706" fmla="*/ 291611 h 436293"/>
              <a:gd name="csX707" fmla="*/ 1566839 w 2213962"/>
              <a:gd name="csY707" fmla="*/ 292967 h 436293"/>
              <a:gd name="csX708" fmla="*/ 1569054 w 2213962"/>
              <a:gd name="csY708" fmla="*/ 294333 h 436293"/>
              <a:gd name="csX709" fmla="*/ 1571269 w 2213962"/>
              <a:gd name="csY709" fmla="*/ 295679 h 436293"/>
              <a:gd name="csX710" fmla="*/ 1573484 w 2213962"/>
              <a:gd name="csY710" fmla="*/ 297024 h 436293"/>
              <a:gd name="csX711" fmla="*/ 1575699 w 2213962"/>
              <a:gd name="csY711" fmla="*/ 298359 h 436293"/>
              <a:gd name="csX712" fmla="*/ 1577914 w 2213962"/>
              <a:gd name="csY712" fmla="*/ 299684 h 436293"/>
              <a:gd name="csX713" fmla="*/ 1580129 w 2213962"/>
              <a:gd name="csY713" fmla="*/ 301009 h 436293"/>
              <a:gd name="csX714" fmla="*/ 1582344 w 2213962"/>
              <a:gd name="csY714" fmla="*/ 302323 h 436293"/>
              <a:gd name="csX715" fmla="*/ 1584569 w 2213962"/>
              <a:gd name="csY715" fmla="*/ 303627 h 436293"/>
              <a:gd name="csX716" fmla="*/ 1586784 w 2213962"/>
              <a:gd name="csY716" fmla="*/ 304921 h 436293"/>
              <a:gd name="csX717" fmla="*/ 1588999 w 2213962"/>
              <a:gd name="csY717" fmla="*/ 306215 h 436293"/>
              <a:gd name="csX718" fmla="*/ 1591214 w 2213962"/>
              <a:gd name="csY718" fmla="*/ 307498 h 436293"/>
              <a:gd name="csX719" fmla="*/ 1593428 w 2213962"/>
              <a:gd name="csY719" fmla="*/ 308782 h 436293"/>
              <a:gd name="csX720" fmla="*/ 1595643 w 2213962"/>
              <a:gd name="csY720" fmla="*/ 310044 h 436293"/>
              <a:gd name="csX721" fmla="*/ 1597858 w 2213962"/>
              <a:gd name="csY721" fmla="*/ 311307 h 436293"/>
              <a:gd name="csX722" fmla="*/ 1600073 w 2213962"/>
              <a:gd name="csY722" fmla="*/ 312570 h 436293"/>
              <a:gd name="csX723" fmla="*/ 1602298 w 2213962"/>
              <a:gd name="csY723" fmla="*/ 313812 h 436293"/>
              <a:gd name="csX724" fmla="*/ 1604513 w 2213962"/>
              <a:gd name="csY724" fmla="*/ 315054 h 436293"/>
              <a:gd name="csX725" fmla="*/ 1606728 w 2213962"/>
              <a:gd name="csY725" fmla="*/ 316286 h 436293"/>
              <a:gd name="csX726" fmla="*/ 1608943 w 2213962"/>
              <a:gd name="csY726" fmla="*/ 317507 h 436293"/>
              <a:gd name="csX727" fmla="*/ 1611158 w 2213962"/>
              <a:gd name="csY727" fmla="*/ 318728 h 436293"/>
              <a:gd name="csX728" fmla="*/ 1613373 w 2213962"/>
              <a:gd name="csY728" fmla="*/ 319939 h 436293"/>
              <a:gd name="csX729" fmla="*/ 1615588 w 2213962"/>
              <a:gd name="csY729" fmla="*/ 321140 h 436293"/>
              <a:gd name="csX730" fmla="*/ 1617803 w 2213962"/>
              <a:gd name="csY730" fmla="*/ 322330 h 436293"/>
              <a:gd name="csX731" fmla="*/ 1620028 w 2213962"/>
              <a:gd name="csY731" fmla="*/ 323520 h 436293"/>
              <a:gd name="csX732" fmla="*/ 1622243 w 2213962"/>
              <a:gd name="csY732" fmla="*/ 324700 h 436293"/>
              <a:gd name="csX733" fmla="*/ 1624458 w 2213962"/>
              <a:gd name="csY733" fmla="*/ 325870 h 436293"/>
              <a:gd name="csX734" fmla="*/ 1626673 w 2213962"/>
              <a:gd name="csY734" fmla="*/ 327029 h 436293"/>
              <a:gd name="csX735" fmla="*/ 1628888 w 2213962"/>
              <a:gd name="csY735" fmla="*/ 328188 h 436293"/>
              <a:gd name="csX736" fmla="*/ 1631102 w 2213962"/>
              <a:gd name="csY736" fmla="*/ 329337 h 436293"/>
              <a:gd name="csX737" fmla="*/ 1633317 w 2213962"/>
              <a:gd name="csY737" fmla="*/ 330475 h 436293"/>
              <a:gd name="csX738" fmla="*/ 1635532 w 2213962"/>
              <a:gd name="csY738" fmla="*/ 331614 h 436293"/>
              <a:gd name="csX739" fmla="*/ 1637758 w 2213962"/>
              <a:gd name="csY739" fmla="*/ 332732 h 436293"/>
              <a:gd name="csX740" fmla="*/ 1639972 w 2213962"/>
              <a:gd name="csY740" fmla="*/ 333849 h 436293"/>
              <a:gd name="csX741" fmla="*/ 1642187 w 2213962"/>
              <a:gd name="csY741" fmla="*/ 334967 h 436293"/>
              <a:gd name="csX742" fmla="*/ 1644402 w 2213962"/>
              <a:gd name="csY742" fmla="*/ 336064 h 436293"/>
              <a:gd name="csX743" fmla="*/ 1646617 w 2213962"/>
              <a:gd name="csY743" fmla="*/ 337161 h 436293"/>
              <a:gd name="csX744" fmla="*/ 1648832 w 2213962"/>
              <a:gd name="csY744" fmla="*/ 338248 h 436293"/>
              <a:gd name="csX745" fmla="*/ 1651047 w 2213962"/>
              <a:gd name="csY745" fmla="*/ 339325 h 436293"/>
              <a:gd name="csX746" fmla="*/ 1653262 w 2213962"/>
              <a:gd name="csY746" fmla="*/ 340391 h 436293"/>
              <a:gd name="csX747" fmla="*/ 1655487 w 2213962"/>
              <a:gd name="csY747" fmla="*/ 341457 h 436293"/>
              <a:gd name="csX748" fmla="*/ 1657702 w 2213962"/>
              <a:gd name="csY748" fmla="*/ 342512 h 436293"/>
              <a:gd name="csX749" fmla="*/ 1659917 w 2213962"/>
              <a:gd name="csY749" fmla="*/ 343558 h 436293"/>
              <a:gd name="csX750" fmla="*/ 1662132 w 2213962"/>
              <a:gd name="csY750" fmla="*/ 344603 h 436293"/>
              <a:gd name="csX751" fmla="*/ 1664347 w 2213962"/>
              <a:gd name="csY751" fmla="*/ 345628 h 436293"/>
              <a:gd name="csX752" fmla="*/ 1666562 w 2213962"/>
              <a:gd name="csY752" fmla="*/ 346652 h 436293"/>
              <a:gd name="csX753" fmla="*/ 1668776 w 2213962"/>
              <a:gd name="csY753" fmla="*/ 347667 h 436293"/>
              <a:gd name="csX754" fmla="*/ 1670991 w 2213962"/>
              <a:gd name="csY754" fmla="*/ 348681 h 436293"/>
              <a:gd name="csX755" fmla="*/ 1673217 w 2213962"/>
              <a:gd name="csY755" fmla="*/ 349685 h 436293"/>
              <a:gd name="csX756" fmla="*/ 1675431 w 2213962"/>
              <a:gd name="csY756" fmla="*/ 350679 h 436293"/>
              <a:gd name="csX757" fmla="*/ 1677646 w 2213962"/>
              <a:gd name="csY757" fmla="*/ 351662 h 436293"/>
              <a:gd name="csX758" fmla="*/ 1679861 w 2213962"/>
              <a:gd name="csY758" fmla="*/ 352635 h 436293"/>
              <a:gd name="csX759" fmla="*/ 1682076 w 2213962"/>
              <a:gd name="csY759" fmla="*/ 353608 h 436293"/>
              <a:gd name="csX760" fmla="*/ 1684291 w 2213962"/>
              <a:gd name="csY760" fmla="*/ 354570 h 436293"/>
              <a:gd name="csX761" fmla="*/ 1686506 w 2213962"/>
              <a:gd name="csY761" fmla="*/ 355522 h 436293"/>
              <a:gd name="csX762" fmla="*/ 1688721 w 2213962"/>
              <a:gd name="csY762" fmla="*/ 356474 h 436293"/>
              <a:gd name="csX763" fmla="*/ 1690946 w 2213962"/>
              <a:gd name="csY763" fmla="*/ 357406 h 436293"/>
              <a:gd name="csX764" fmla="*/ 1693161 w 2213962"/>
              <a:gd name="csY764" fmla="*/ 358338 h 436293"/>
              <a:gd name="csX765" fmla="*/ 1695376 w 2213962"/>
              <a:gd name="csY765" fmla="*/ 359269 h 436293"/>
              <a:gd name="csX766" fmla="*/ 1697591 w 2213962"/>
              <a:gd name="csY766" fmla="*/ 360180 h 436293"/>
              <a:gd name="csX767" fmla="*/ 1699806 w 2213962"/>
              <a:gd name="csY767" fmla="*/ 361091 h 436293"/>
              <a:gd name="csX768" fmla="*/ 1702021 w 2213962"/>
              <a:gd name="csY768" fmla="*/ 361991 h 436293"/>
              <a:gd name="csX769" fmla="*/ 1704236 w 2213962"/>
              <a:gd name="csY769" fmla="*/ 362881 h 436293"/>
              <a:gd name="csX770" fmla="*/ 1706450 w 2213962"/>
              <a:gd name="csY770" fmla="*/ 363771 h 436293"/>
              <a:gd name="csX771" fmla="*/ 1708676 w 2213962"/>
              <a:gd name="csY771" fmla="*/ 364651 h 436293"/>
              <a:gd name="csX772" fmla="*/ 1710891 w 2213962"/>
              <a:gd name="csY772" fmla="*/ 365520 h 436293"/>
              <a:gd name="csX773" fmla="*/ 1713105 w 2213962"/>
              <a:gd name="csY773" fmla="*/ 366379 h 436293"/>
              <a:gd name="csX774" fmla="*/ 1715320 w 2213962"/>
              <a:gd name="csY774" fmla="*/ 367239 h 436293"/>
              <a:gd name="csX775" fmla="*/ 1717535 w 2213962"/>
              <a:gd name="csY775" fmla="*/ 368087 h 436293"/>
              <a:gd name="csX776" fmla="*/ 1719750 w 2213962"/>
              <a:gd name="csY776" fmla="*/ 368926 h 436293"/>
              <a:gd name="csX777" fmla="*/ 1721965 w 2213962"/>
              <a:gd name="csY777" fmla="*/ 369764 h 436293"/>
              <a:gd name="csX778" fmla="*/ 1724180 w 2213962"/>
              <a:gd name="csY778" fmla="*/ 370592 h 436293"/>
              <a:gd name="csX779" fmla="*/ 1726395 w 2213962"/>
              <a:gd name="csY779" fmla="*/ 371410 h 436293"/>
              <a:gd name="csX780" fmla="*/ 1728620 w 2213962"/>
              <a:gd name="csY780" fmla="*/ 372217 h 436293"/>
              <a:gd name="csX781" fmla="*/ 1730835 w 2213962"/>
              <a:gd name="csY781" fmla="*/ 373024 h 436293"/>
              <a:gd name="csX782" fmla="*/ 1733050 w 2213962"/>
              <a:gd name="csY782" fmla="*/ 373821 h 436293"/>
              <a:gd name="csX783" fmla="*/ 1735265 w 2213962"/>
              <a:gd name="csY783" fmla="*/ 374608 h 436293"/>
              <a:gd name="csX784" fmla="*/ 1737480 w 2213962"/>
              <a:gd name="csY784" fmla="*/ 375394 h 436293"/>
              <a:gd name="csX785" fmla="*/ 1739695 w 2213962"/>
              <a:gd name="csY785" fmla="*/ 376171 h 436293"/>
              <a:gd name="csX786" fmla="*/ 1741910 w 2213962"/>
              <a:gd name="csY786" fmla="*/ 376936 h 436293"/>
              <a:gd name="csX787" fmla="*/ 1744125 w 2213962"/>
              <a:gd name="csY787" fmla="*/ 377702 h 436293"/>
              <a:gd name="csX788" fmla="*/ 1746350 w 2213962"/>
              <a:gd name="csY788" fmla="*/ 378447 h 436293"/>
              <a:gd name="csX789" fmla="*/ 1748565 w 2213962"/>
              <a:gd name="csY789" fmla="*/ 379203 h 436293"/>
              <a:gd name="csX790" fmla="*/ 1750779 w 2213962"/>
              <a:gd name="csY790" fmla="*/ 379938 h 436293"/>
              <a:gd name="csX791" fmla="*/ 1752994 w 2213962"/>
              <a:gd name="csY791" fmla="*/ 380673 h 436293"/>
              <a:gd name="csX792" fmla="*/ 1755209 w 2213962"/>
              <a:gd name="csY792" fmla="*/ 381397 h 436293"/>
              <a:gd name="csX793" fmla="*/ 1757424 w 2213962"/>
              <a:gd name="csY793" fmla="*/ 382111 h 436293"/>
              <a:gd name="csX794" fmla="*/ 1759639 w 2213962"/>
              <a:gd name="csY794" fmla="*/ 382826 h 436293"/>
              <a:gd name="csX795" fmla="*/ 1761854 w 2213962"/>
              <a:gd name="csY795" fmla="*/ 383529 h 436293"/>
              <a:gd name="csX796" fmla="*/ 1764079 w 2213962"/>
              <a:gd name="csY796" fmla="*/ 384233 h 436293"/>
              <a:gd name="csX797" fmla="*/ 1766294 w 2213962"/>
              <a:gd name="csY797" fmla="*/ 384927 h 436293"/>
              <a:gd name="csX798" fmla="*/ 1768509 w 2213962"/>
              <a:gd name="csY798" fmla="*/ 385610 h 436293"/>
              <a:gd name="csX799" fmla="*/ 1770724 w 2213962"/>
              <a:gd name="csY799" fmla="*/ 386283 h 436293"/>
              <a:gd name="csX800" fmla="*/ 1772939 w 2213962"/>
              <a:gd name="csY800" fmla="*/ 386955 h 436293"/>
              <a:gd name="csX801" fmla="*/ 1775154 w 2213962"/>
              <a:gd name="csY801" fmla="*/ 387618 h 436293"/>
              <a:gd name="csX802" fmla="*/ 1777369 w 2213962"/>
              <a:gd name="csY802" fmla="*/ 388280 h 436293"/>
              <a:gd name="csX803" fmla="*/ 1779583 w 2213962"/>
              <a:gd name="csY803" fmla="*/ 388932 h 436293"/>
              <a:gd name="csX804" fmla="*/ 1781809 w 2213962"/>
              <a:gd name="csY804" fmla="*/ 389574 h 436293"/>
              <a:gd name="csX805" fmla="*/ 1784024 w 2213962"/>
              <a:gd name="csY805" fmla="*/ 390205 h 436293"/>
              <a:gd name="csX806" fmla="*/ 1786239 w 2213962"/>
              <a:gd name="csY806" fmla="*/ 390836 h 436293"/>
              <a:gd name="csX807" fmla="*/ 1788453 w 2213962"/>
              <a:gd name="csY807" fmla="*/ 391468 h 436293"/>
              <a:gd name="csX808" fmla="*/ 1790668 w 2213962"/>
              <a:gd name="csY808" fmla="*/ 392089 h 436293"/>
              <a:gd name="csX809" fmla="*/ 1792883 w 2213962"/>
              <a:gd name="csY809" fmla="*/ 392699 h 436293"/>
              <a:gd name="csX810" fmla="*/ 1795098 w 2213962"/>
              <a:gd name="csY810" fmla="*/ 393300 h 436293"/>
              <a:gd name="csX811" fmla="*/ 1797313 w 2213962"/>
              <a:gd name="csY811" fmla="*/ 393900 h 436293"/>
              <a:gd name="csX812" fmla="*/ 1799538 w 2213962"/>
              <a:gd name="csY812" fmla="*/ 394490 h 436293"/>
              <a:gd name="csX813" fmla="*/ 1801753 w 2213962"/>
              <a:gd name="csY813" fmla="*/ 395080 h 436293"/>
              <a:gd name="csX814" fmla="*/ 1803968 w 2213962"/>
              <a:gd name="csY814" fmla="*/ 395660 h 436293"/>
              <a:gd name="csX815" fmla="*/ 1806183 w 2213962"/>
              <a:gd name="csY815" fmla="*/ 396239 h 436293"/>
              <a:gd name="csX816" fmla="*/ 1808398 w 2213962"/>
              <a:gd name="csY816" fmla="*/ 396808 h 436293"/>
              <a:gd name="csX817" fmla="*/ 1810613 w 2213962"/>
              <a:gd name="csY817" fmla="*/ 397367 h 436293"/>
              <a:gd name="csX818" fmla="*/ 1812828 w 2213962"/>
              <a:gd name="csY818" fmla="*/ 397926 h 436293"/>
              <a:gd name="csX819" fmla="*/ 1815043 w 2213962"/>
              <a:gd name="csY819" fmla="*/ 398475 h 436293"/>
              <a:gd name="csX820" fmla="*/ 1817268 w 2213962"/>
              <a:gd name="csY820" fmla="*/ 399013 h 436293"/>
              <a:gd name="csX821" fmla="*/ 1819483 w 2213962"/>
              <a:gd name="csY821" fmla="*/ 399551 h 436293"/>
              <a:gd name="csX822" fmla="*/ 1821698 w 2213962"/>
              <a:gd name="csY822" fmla="*/ 400089 h 436293"/>
              <a:gd name="csX823" fmla="*/ 1823913 w 2213962"/>
              <a:gd name="csY823" fmla="*/ 400607 h 436293"/>
              <a:gd name="csX824" fmla="*/ 1826127 w 2213962"/>
              <a:gd name="csY824" fmla="*/ 401135 h 436293"/>
              <a:gd name="csX825" fmla="*/ 1828342 w 2213962"/>
              <a:gd name="csY825" fmla="*/ 401642 h 436293"/>
              <a:gd name="csX826" fmla="*/ 1830557 w 2213962"/>
              <a:gd name="csY826" fmla="*/ 402159 h 436293"/>
              <a:gd name="csX827" fmla="*/ 1832772 w 2213962"/>
              <a:gd name="csY827" fmla="*/ 402656 h 436293"/>
              <a:gd name="csX828" fmla="*/ 1834997 w 2213962"/>
              <a:gd name="csY828" fmla="*/ 403153 h 436293"/>
              <a:gd name="csX829" fmla="*/ 1837212 w 2213962"/>
              <a:gd name="csY829" fmla="*/ 403650 h 436293"/>
              <a:gd name="csX830" fmla="*/ 1839427 w 2213962"/>
              <a:gd name="csY830" fmla="*/ 404136 h 436293"/>
              <a:gd name="csX831" fmla="*/ 1841642 w 2213962"/>
              <a:gd name="csY831" fmla="*/ 404612 h 436293"/>
              <a:gd name="csX832" fmla="*/ 1843857 w 2213962"/>
              <a:gd name="csY832" fmla="*/ 405088 h 436293"/>
              <a:gd name="csX833" fmla="*/ 1846072 w 2213962"/>
              <a:gd name="csY833" fmla="*/ 405565 h 436293"/>
              <a:gd name="csX834" fmla="*/ 1848287 w 2213962"/>
              <a:gd name="csY834" fmla="*/ 406020 h 436293"/>
              <a:gd name="csX835" fmla="*/ 1850502 w 2213962"/>
              <a:gd name="csY835" fmla="*/ 406486 h 436293"/>
              <a:gd name="csX836" fmla="*/ 1852727 w 2213962"/>
              <a:gd name="csY836" fmla="*/ 406941 h 436293"/>
              <a:gd name="csX837" fmla="*/ 1854942 w 2213962"/>
              <a:gd name="csY837" fmla="*/ 407386 h 436293"/>
              <a:gd name="csX838" fmla="*/ 1857157 w 2213962"/>
              <a:gd name="csY838" fmla="*/ 407831 h 436293"/>
              <a:gd name="csX839" fmla="*/ 1859372 w 2213962"/>
              <a:gd name="csY839" fmla="*/ 408266 h 436293"/>
              <a:gd name="csX840" fmla="*/ 1861587 w 2213962"/>
              <a:gd name="csY840" fmla="*/ 408701 h 436293"/>
              <a:gd name="csX841" fmla="*/ 1863801 w 2213962"/>
              <a:gd name="csY841" fmla="*/ 409125 h 436293"/>
              <a:gd name="csX842" fmla="*/ 1866016 w 2213962"/>
              <a:gd name="csY842" fmla="*/ 409549 h 436293"/>
              <a:gd name="csX843" fmla="*/ 1868231 w 2213962"/>
              <a:gd name="csY843" fmla="*/ 409963 h 436293"/>
              <a:gd name="csX844" fmla="*/ 1870456 w 2213962"/>
              <a:gd name="csY844" fmla="*/ 410377 h 436293"/>
              <a:gd name="csX845" fmla="*/ 1872671 w 2213962"/>
              <a:gd name="csY845" fmla="*/ 410781 h 436293"/>
              <a:gd name="csX846" fmla="*/ 1874886 w 2213962"/>
              <a:gd name="csY846" fmla="*/ 411185 h 436293"/>
              <a:gd name="csX847" fmla="*/ 1877101 w 2213962"/>
              <a:gd name="csY847" fmla="*/ 411588 h 436293"/>
              <a:gd name="csX848" fmla="*/ 1879316 w 2213962"/>
              <a:gd name="csY848" fmla="*/ 411971 h 436293"/>
              <a:gd name="csX849" fmla="*/ 1881531 w 2213962"/>
              <a:gd name="csY849" fmla="*/ 412364 h 436293"/>
              <a:gd name="csX850" fmla="*/ 1883746 w 2213962"/>
              <a:gd name="csY850" fmla="*/ 412747 h 436293"/>
              <a:gd name="csX851" fmla="*/ 1885961 w 2213962"/>
              <a:gd name="csY851" fmla="*/ 413130 h 436293"/>
              <a:gd name="csX852" fmla="*/ 1888176 w 2213962"/>
              <a:gd name="csY852" fmla="*/ 413503 h 436293"/>
              <a:gd name="csX853" fmla="*/ 1890401 w 2213962"/>
              <a:gd name="csY853" fmla="*/ 413865 h 436293"/>
              <a:gd name="csX854" fmla="*/ 1892616 w 2213962"/>
              <a:gd name="csY854" fmla="*/ 414227 h 436293"/>
              <a:gd name="csX855" fmla="*/ 1894831 w 2213962"/>
              <a:gd name="csY855" fmla="*/ 414590 h 436293"/>
              <a:gd name="csX856" fmla="*/ 1897046 w 2213962"/>
              <a:gd name="csY856" fmla="*/ 414952 h 436293"/>
              <a:gd name="csX857" fmla="*/ 1899260 w 2213962"/>
              <a:gd name="csY857" fmla="*/ 415293 h 436293"/>
              <a:gd name="csX858" fmla="*/ 1901476 w 2213962"/>
              <a:gd name="csY858" fmla="*/ 415645 h 436293"/>
              <a:gd name="csX859" fmla="*/ 1903690 w 2213962"/>
              <a:gd name="csY859" fmla="*/ 415987 h 436293"/>
              <a:gd name="csX860" fmla="*/ 1905905 w 2213962"/>
              <a:gd name="csY860" fmla="*/ 416328 h 436293"/>
              <a:gd name="csX861" fmla="*/ 1908130 w 2213962"/>
              <a:gd name="csY861" fmla="*/ 416660 h 436293"/>
              <a:gd name="csX862" fmla="*/ 1910345 w 2213962"/>
              <a:gd name="csY862" fmla="*/ 416981 h 436293"/>
              <a:gd name="csX863" fmla="*/ 1912560 w 2213962"/>
              <a:gd name="csY863" fmla="*/ 417312 h 436293"/>
              <a:gd name="csX864" fmla="*/ 1914775 w 2213962"/>
              <a:gd name="csY864" fmla="*/ 417633 h 436293"/>
              <a:gd name="csX865" fmla="*/ 1916990 w 2213962"/>
              <a:gd name="csY865" fmla="*/ 417943 h 436293"/>
              <a:gd name="csX866" fmla="*/ 1919205 w 2213962"/>
              <a:gd name="csY866" fmla="*/ 418264 h 436293"/>
              <a:gd name="csX867" fmla="*/ 1921420 w 2213962"/>
              <a:gd name="csY867" fmla="*/ 418564 h 436293"/>
              <a:gd name="csX868" fmla="*/ 1923635 w 2213962"/>
              <a:gd name="csY868" fmla="*/ 418875 h 436293"/>
              <a:gd name="csX869" fmla="*/ 1925860 w 2213962"/>
              <a:gd name="csY869" fmla="*/ 419175 h 436293"/>
              <a:gd name="csX870" fmla="*/ 1928075 w 2213962"/>
              <a:gd name="csY870" fmla="*/ 419465 h 436293"/>
              <a:gd name="csX871" fmla="*/ 1930290 w 2213962"/>
              <a:gd name="csY871" fmla="*/ 419765 h 436293"/>
              <a:gd name="csX872" fmla="*/ 1932505 w 2213962"/>
              <a:gd name="csY872" fmla="*/ 420044 h 436293"/>
              <a:gd name="csX873" fmla="*/ 1934720 w 2213962"/>
              <a:gd name="csY873" fmla="*/ 420334 h 436293"/>
              <a:gd name="csX874" fmla="*/ 1936935 w 2213962"/>
              <a:gd name="csY874" fmla="*/ 420613 h 436293"/>
              <a:gd name="csX875" fmla="*/ 1939149 w 2213962"/>
              <a:gd name="csY875" fmla="*/ 420893 h 436293"/>
              <a:gd name="csX876" fmla="*/ 1941364 w 2213962"/>
              <a:gd name="csY876" fmla="*/ 421162 h 436293"/>
              <a:gd name="csX877" fmla="*/ 1943590 w 2213962"/>
              <a:gd name="csY877" fmla="*/ 421431 h 436293"/>
              <a:gd name="csX878" fmla="*/ 1945804 w 2213962"/>
              <a:gd name="csY878" fmla="*/ 421700 h 436293"/>
              <a:gd name="csX879" fmla="*/ 1948019 w 2213962"/>
              <a:gd name="csY879" fmla="*/ 421959 h 436293"/>
              <a:gd name="csX880" fmla="*/ 1950234 w 2213962"/>
              <a:gd name="csY880" fmla="*/ 422218 h 436293"/>
              <a:gd name="csX881" fmla="*/ 1952449 w 2213962"/>
              <a:gd name="csY881" fmla="*/ 422476 h 436293"/>
              <a:gd name="csX882" fmla="*/ 1954664 w 2213962"/>
              <a:gd name="csY882" fmla="*/ 422725 h 436293"/>
              <a:gd name="csX883" fmla="*/ 1956879 w 2213962"/>
              <a:gd name="csY883" fmla="*/ 422973 h 436293"/>
              <a:gd name="csX884" fmla="*/ 1959094 w 2213962"/>
              <a:gd name="csY884" fmla="*/ 423222 h 436293"/>
              <a:gd name="csX885" fmla="*/ 1961319 w 2213962"/>
              <a:gd name="csY885" fmla="*/ 423460 h 436293"/>
              <a:gd name="csX886" fmla="*/ 1963534 w 2213962"/>
              <a:gd name="csY886" fmla="*/ 423698 h 436293"/>
              <a:gd name="csX887" fmla="*/ 1965749 w 2213962"/>
              <a:gd name="csY887" fmla="*/ 423936 h 436293"/>
              <a:gd name="csX888" fmla="*/ 1967964 w 2213962"/>
              <a:gd name="csY888" fmla="*/ 424163 h 436293"/>
              <a:gd name="csX889" fmla="*/ 1970179 w 2213962"/>
              <a:gd name="csY889" fmla="*/ 424391 h 436293"/>
              <a:gd name="csX890" fmla="*/ 1972394 w 2213962"/>
              <a:gd name="csY890" fmla="*/ 424619 h 436293"/>
              <a:gd name="csX891" fmla="*/ 1974608 w 2213962"/>
              <a:gd name="csY891" fmla="*/ 424836 h 436293"/>
              <a:gd name="csX892" fmla="*/ 1976823 w 2213962"/>
              <a:gd name="csY892" fmla="*/ 425054 h 436293"/>
              <a:gd name="csX893" fmla="*/ 1979049 w 2213962"/>
              <a:gd name="csY893" fmla="*/ 425271 h 436293"/>
              <a:gd name="csX894" fmla="*/ 1981263 w 2213962"/>
              <a:gd name="csY894" fmla="*/ 425478 h 436293"/>
              <a:gd name="csX895" fmla="*/ 1983479 w 2213962"/>
              <a:gd name="csY895" fmla="*/ 425695 h 436293"/>
              <a:gd name="csX896" fmla="*/ 1985693 w 2213962"/>
              <a:gd name="csY896" fmla="*/ 425902 h 436293"/>
              <a:gd name="csX897" fmla="*/ 1987908 w 2213962"/>
              <a:gd name="csY897" fmla="*/ 426099 h 436293"/>
              <a:gd name="csX898" fmla="*/ 1990123 w 2213962"/>
              <a:gd name="csY898" fmla="*/ 426306 h 436293"/>
              <a:gd name="csX899" fmla="*/ 1992338 w 2213962"/>
              <a:gd name="csY899" fmla="*/ 426503 h 436293"/>
              <a:gd name="csX900" fmla="*/ 1994553 w 2213962"/>
              <a:gd name="csY900" fmla="*/ 426689 h 436293"/>
              <a:gd name="csX901" fmla="*/ 1996778 w 2213962"/>
              <a:gd name="csY901" fmla="*/ 426886 h 436293"/>
              <a:gd name="csX902" fmla="*/ 1998993 w 2213962"/>
              <a:gd name="csY902" fmla="*/ 427072 h 436293"/>
              <a:gd name="csX903" fmla="*/ 2001208 w 2213962"/>
              <a:gd name="csY903" fmla="*/ 427258 h 436293"/>
              <a:gd name="csX904" fmla="*/ 2003423 w 2213962"/>
              <a:gd name="csY904" fmla="*/ 427444 h 436293"/>
              <a:gd name="csX905" fmla="*/ 2005638 w 2213962"/>
              <a:gd name="csY905" fmla="*/ 427620 h 436293"/>
              <a:gd name="csX906" fmla="*/ 2007853 w 2213962"/>
              <a:gd name="csY906" fmla="*/ 427796 h 436293"/>
              <a:gd name="csX907" fmla="*/ 2010068 w 2213962"/>
              <a:gd name="csY907" fmla="*/ 427972 h 436293"/>
              <a:gd name="csX908" fmla="*/ 2012282 w 2213962"/>
              <a:gd name="csY908" fmla="*/ 428148 h 436293"/>
              <a:gd name="csX909" fmla="*/ 2014508 w 2213962"/>
              <a:gd name="csY909" fmla="*/ 428324 h 436293"/>
              <a:gd name="csX910" fmla="*/ 2016723 w 2213962"/>
              <a:gd name="csY910" fmla="*/ 428490 h 436293"/>
              <a:gd name="csX911" fmla="*/ 2018938 w 2213962"/>
              <a:gd name="csY911" fmla="*/ 428655 h 436293"/>
              <a:gd name="csX912" fmla="*/ 2021152 w 2213962"/>
              <a:gd name="csY912" fmla="*/ 428811 h 436293"/>
              <a:gd name="csX913" fmla="*/ 2023367 w 2213962"/>
              <a:gd name="csY913" fmla="*/ 428976 h 436293"/>
              <a:gd name="csX914" fmla="*/ 2025582 w 2213962"/>
              <a:gd name="csY914" fmla="*/ 429131 h 436293"/>
              <a:gd name="csX915" fmla="*/ 2027797 w 2213962"/>
              <a:gd name="csY915" fmla="*/ 429287 h 436293"/>
              <a:gd name="csX916" fmla="*/ 2030012 w 2213962"/>
              <a:gd name="csY916" fmla="*/ 429442 h 436293"/>
              <a:gd name="csX917" fmla="*/ 2032227 w 2213962"/>
              <a:gd name="csY917" fmla="*/ 429587 h 436293"/>
              <a:gd name="csX918" fmla="*/ 2034452 w 2213962"/>
              <a:gd name="csY918" fmla="*/ 429742 h 436293"/>
              <a:gd name="csX919" fmla="*/ 2036667 w 2213962"/>
              <a:gd name="csY919" fmla="*/ 429887 h 436293"/>
              <a:gd name="csX920" fmla="*/ 2038882 w 2213962"/>
              <a:gd name="csY920" fmla="*/ 430032 h 436293"/>
              <a:gd name="csX921" fmla="*/ 2041097 w 2213962"/>
              <a:gd name="csY921" fmla="*/ 430166 h 436293"/>
              <a:gd name="csX922" fmla="*/ 2043312 w 2213962"/>
              <a:gd name="csY922" fmla="*/ 430311 h 436293"/>
              <a:gd name="csX923" fmla="*/ 2045527 w 2213962"/>
              <a:gd name="csY923" fmla="*/ 430446 h 436293"/>
              <a:gd name="csX924" fmla="*/ 2047741 w 2213962"/>
              <a:gd name="csY924" fmla="*/ 430580 h 436293"/>
              <a:gd name="csX925" fmla="*/ 2049957 w 2213962"/>
              <a:gd name="csY925" fmla="*/ 430715 h 436293"/>
              <a:gd name="csX926" fmla="*/ 2052182 w 2213962"/>
              <a:gd name="csY926" fmla="*/ 430839 h 436293"/>
              <a:gd name="csX927" fmla="*/ 2054397 w 2213962"/>
              <a:gd name="csY927" fmla="*/ 430974 h 436293"/>
              <a:gd name="csX928" fmla="*/ 2056611 w 2213962"/>
              <a:gd name="csY928" fmla="*/ 431098 h 436293"/>
              <a:gd name="csX929" fmla="*/ 2058827 w 2213962"/>
              <a:gd name="csY929" fmla="*/ 431222 h 436293"/>
              <a:gd name="csX930" fmla="*/ 2061041 w 2213962"/>
              <a:gd name="csY930" fmla="*/ 431346 h 436293"/>
              <a:gd name="csX931" fmla="*/ 2063256 w 2213962"/>
              <a:gd name="csY931" fmla="*/ 431470 h 436293"/>
              <a:gd name="csX932" fmla="*/ 2065471 w 2213962"/>
              <a:gd name="csY932" fmla="*/ 431584 h 436293"/>
              <a:gd name="csX933" fmla="*/ 2067686 w 2213962"/>
              <a:gd name="csY933" fmla="*/ 431698 h 436293"/>
              <a:gd name="csX934" fmla="*/ 2069911 w 2213962"/>
              <a:gd name="csY934" fmla="*/ 431822 h 436293"/>
              <a:gd name="csX935" fmla="*/ 2072126 w 2213962"/>
              <a:gd name="csY935" fmla="*/ 431926 h 436293"/>
              <a:gd name="csX936" fmla="*/ 2074341 w 2213962"/>
              <a:gd name="csY936" fmla="*/ 432040 h 436293"/>
              <a:gd name="csX937" fmla="*/ 2076556 w 2213962"/>
              <a:gd name="csY937" fmla="*/ 432154 h 436293"/>
              <a:gd name="csX938" fmla="*/ 2078771 w 2213962"/>
              <a:gd name="csY938" fmla="*/ 432257 h 436293"/>
              <a:gd name="csX939" fmla="*/ 2080986 w 2213962"/>
              <a:gd name="csY939" fmla="*/ 432361 h 436293"/>
              <a:gd name="csX940" fmla="*/ 2083201 w 2213962"/>
              <a:gd name="csY940" fmla="*/ 432464 h 436293"/>
              <a:gd name="csX941" fmla="*/ 2085416 w 2213962"/>
              <a:gd name="csY941" fmla="*/ 432568 h 436293"/>
              <a:gd name="csX942" fmla="*/ 2087641 w 2213962"/>
              <a:gd name="csY942" fmla="*/ 432671 h 436293"/>
              <a:gd name="csX943" fmla="*/ 2089856 w 2213962"/>
              <a:gd name="csY943" fmla="*/ 432775 h 436293"/>
              <a:gd name="csX944" fmla="*/ 2092071 w 2213962"/>
              <a:gd name="csY944" fmla="*/ 432868 h 436293"/>
              <a:gd name="csX945" fmla="*/ 2094285 w 2213962"/>
              <a:gd name="csY945" fmla="*/ 432961 h 436293"/>
              <a:gd name="csX946" fmla="*/ 2096500 w 2213962"/>
              <a:gd name="csY946" fmla="*/ 433054 h 436293"/>
              <a:gd name="csX947" fmla="*/ 2098715 w 2213962"/>
              <a:gd name="csY947" fmla="*/ 433147 h 436293"/>
              <a:gd name="csX948" fmla="*/ 2100930 w 2213962"/>
              <a:gd name="csY948" fmla="*/ 433240 h 436293"/>
              <a:gd name="csX949" fmla="*/ 2103145 w 2213962"/>
              <a:gd name="csY949" fmla="*/ 433334 h 436293"/>
              <a:gd name="csX950" fmla="*/ 2105371 w 2213962"/>
              <a:gd name="csY950" fmla="*/ 433416 h 436293"/>
              <a:gd name="csX951" fmla="*/ 2107585 w 2213962"/>
              <a:gd name="csY951" fmla="*/ 433510 h 436293"/>
              <a:gd name="csX952" fmla="*/ 2109800 w 2213962"/>
              <a:gd name="csY952" fmla="*/ 433592 h 436293"/>
              <a:gd name="csX953" fmla="*/ 2112015 w 2213962"/>
              <a:gd name="csY953" fmla="*/ 433675 h 436293"/>
              <a:gd name="csX954" fmla="*/ 2114230 w 2213962"/>
              <a:gd name="csY954" fmla="*/ 433758 h 436293"/>
              <a:gd name="csX955" fmla="*/ 2116445 w 2213962"/>
              <a:gd name="csY955" fmla="*/ 433841 h 436293"/>
              <a:gd name="csX956" fmla="*/ 2118660 w 2213962"/>
              <a:gd name="csY956" fmla="*/ 433923 h 436293"/>
              <a:gd name="csX957" fmla="*/ 2120875 w 2213962"/>
              <a:gd name="csY957" fmla="*/ 433996 h 436293"/>
              <a:gd name="csX958" fmla="*/ 2123100 w 2213962"/>
              <a:gd name="csY958" fmla="*/ 434079 h 436293"/>
              <a:gd name="csX959" fmla="*/ 2125315 w 2213962"/>
              <a:gd name="csY959" fmla="*/ 434151 h 436293"/>
              <a:gd name="csX960" fmla="*/ 2127530 w 2213962"/>
              <a:gd name="csY960" fmla="*/ 434224 h 436293"/>
              <a:gd name="csX961" fmla="*/ 2129745 w 2213962"/>
              <a:gd name="csY961" fmla="*/ 434296 h 436293"/>
              <a:gd name="csX962" fmla="*/ 2131960 w 2213962"/>
              <a:gd name="csY962" fmla="*/ 434369 h 436293"/>
              <a:gd name="csX963" fmla="*/ 2134174 w 2213962"/>
              <a:gd name="csY963" fmla="*/ 434441 h 436293"/>
              <a:gd name="csX964" fmla="*/ 2136389 w 2213962"/>
              <a:gd name="csY964" fmla="*/ 434513 h 436293"/>
              <a:gd name="csX965" fmla="*/ 2138604 w 2213962"/>
              <a:gd name="csY965" fmla="*/ 434575 h 436293"/>
              <a:gd name="csX966" fmla="*/ 2140830 w 2213962"/>
              <a:gd name="csY966" fmla="*/ 434648 h 436293"/>
              <a:gd name="csX967" fmla="*/ 2143044 w 2213962"/>
              <a:gd name="csY967" fmla="*/ 434710 h 436293"/>
              <a:gd name="csX968" fmla="*/ 2145259 w 2213962"/>
              <a:gd name="csY968" fmla="*/ 434772 h 436293"/>
              <a:gd name="csX969" fmla="*/ 2147474 w 2213962"/>
              <a:gd name="csY969" fmla="*/ 434834 h 436293"/>
              <a:gd name="csX970" fmla="*/ 2149689 w 2213962"/>
              <a:gd name="csY970" fmla="*/ 434896 h 436293"/>
              <a:gd name="csX971" fmla="*/ 2151904 w 2213962"/>
              <a:gd name="csY971" fmla="*/ 434958 h 436293"/>
              <a:gd name="csX972" fmla="*/ 2154119 w 2213962"/>
              <a:gd name="csY972" fmla="*/ 435021 h 436293"/>
              <a:gd name="csX973" fmla="*/ 2156334 w 2213962"/>
              <a:gd name="csY973" fmla="*/ 435083 h 436293"/>
              <a:gd name="csX974" fmla="*/ 2158559 w 2213962"/>
              <a:gd name="csY974" fmla="*/ 435134 h 436293"/>
              <a:gd name="csX975" fmla="*/ 2160774 w 2213962"/>
              <a:gd name="csY975" fmla="*/ 435196 h 436293"/>
              <a:gd name="csX976" fmla="*/ 2162989 w 2213962"/>
              <a:gd name="csY976" fmla="*/ 435248 h 436293"/>
              <a:gd name="csX977" fmla="*/ 2165204 w 2213962"/>
              <a:gd name="csY977" fmla="*/ 435310 h 436293"/>
              <a:gd name="csX978" fmla="*/ 2167419 w 2213962"/>
              <a:gd name="csY978" fmla="*/ 435362 h 436293"/>
              <a:gd name="csX979" fmla="*/ 2169633 w 2213962"/>
              <a:gd name="csY979" fmla="*/ 435414 h 436293"/>
              <a:gd name="csX980" fmla="*/ 2171849 w 2213962"/>
              <a:gd name="csY980" fmla="*/ 435466 h 436293"/>
              <a:gd name="csX981" fmla="*/ 2174063 w 2213962"/>
              <a:gd name="csY981" fmla="*/ 435517 h 436293"/>
              <a:gd name="csX982" fmla="*/ 2176278 w 2213962"/>
              <a:gd name="csY982" fmla="*/ 435569 h 436293"/>
              <a:gd name="csX983" fmla="*/ 2178503 w 2213962"/>
              <a:gd name="csY983" fmla="*/ 435610 h 436293"/>
              <a:gd name="csX984" fmla="*/ 2180718 w 2213962"/>
              <a:gd name="csY984" fmla="*/ 435662 h 436293"/>
              <a:gd name="csX985" fmla="*/ 2182933 w 2213962"/>
              <a:gd name="csY985" fmla="*/ 435714 h 436293"/>
              <a:gd name="csX986" fmla="*/ 2185148 w 2213962"/>
              <a:gd name="csY986" fmla="*/ 435755 h 436293"/>
              <a:gd name="csX987" fmla="*/ 2187363 w 2213962"/>
              <a:gd name="csY987" fmla="*/ 435807 h 436293"/>
              <a:gd name="csX988" fmla="*/ 2189578 w 2213962"/>
              <a:gd name="csY988" fmla="*/ 435849 h 436293"/>
              <a:gd name="csX989" fmla="*/ 2191793 w 2213962"/>
              <a:gd name="csY989" fmla="*/ 435890 h 436293"/>
              <a:gd name="csX990" fmla="*/ 2194008 w 2213962"/>
              <a:gd name="csY990" fmla="*/ 435931 h 436293"/>
              <a:gd name="csX991" fmla="*/ 2196233 w 2213962"/>
              <a:gd name="csY991" fmla="*/ 435973 h 436293"/>
              <a:gd name="csX992" fmla="*/ 2198448 w 2213962"/>
              <a:gd name="csY992" fmla="*/ 436025 h 436293"/>
              <a:gd name="csX993" fmla="*/ 2200663 w 2213962"/>
              <a:gd name="csY993" fmla="*/ 436056 h 436293"/>
              <a:gd name="csX994" fmla="*/ 2202878 w 2213962"/>
              <a:gd name="csY994" fmla="*/ 436097 h 436293"/>
              <a:gd name="csX995" fmla="*/ 2205093 w 2213962"/>
              <a:gd name="csY995" fmla="*/ 436138 h 436293"/>
              <a:gd name="csX996" fmla="*/ 2207308 w 2213962"/>
              <a:gd name="csY996" fmla="*/ 436180 h 436293"/>
              <a:gd name="csX997" fmla="*/ 2209522 w 2213962"/>
              <a:gd name="csY997" fmla="*/ 436221 h 436293"/>
              <a:gd name="csX998" fmla="*/ 2211737 w 2213962"/>
              <a:gd name="csY998" fmla="*/ 436252 h 436293"/>
              <a:gd name="csX999" fmla="*/ 2213963 w 2213962"/>
              <a:gd name="csY999" fmla="*/ 436294 h 4362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213962" h="436293">
                <a:moveTo>
                  <a:pt x="0" y="432723"/>
                </a:moveTo>
                <a:lnTo>
                  <a:pt x="2217" y="432630"/>
                </a:lnTo>
                <a:lnTo>
                  <a:pt x="4433" y="432526"/>
                </a:lnTo>
                <a:lnTo>
                  <a:pt x="6649" y="432423"/>
                </a:lnTo>
                <a:lnTo>
                  <a:pt x="8865" y="432319"/>
                </a:lnTo>
                <a:lnTo>
                  <a:pt x="11082" y="432205"/>
                </a:lnTo>
                <a:lnTo>
                  <a:pt x="13298" y="432102"/>
                </a:lnTo>
                <a:lnTo>
                  <a:pt x="15514" y="431988"/>
                </a:lnTo>
                <a:lnTo>
                  <a:pt x="17730" y="431874"/>
                </a:lnTo>
                <a:lnTo>
                  <a:pt x="19947" y="431760"/>
                </a:lnTo>
                <a:lnTo>
                  <a:pt x="22162" y="431646"/>
                </a:lnTo>
                <a:lnTo>
                  <a:pt x="24378" y="431533"/>
                </a:lnTo>
                <a:lnTo>
                  <a:pt x="26594" y="431408"/>
                </a:lnTo>
                <a:lnTo>
                  <a:pt x="28811" y="431284"/>
                </a:lnTo>
                <a:lnTo>
                  <a:pt x="31027" y="431170"/>
                </a:lnTo>
                <a:lnTo>
                  <a:pt x="33243" y="431036"/>
                </a:lnTo>
                <a:lnTo>
                  <a:pt x="35459" y="430912"/>
                </a:lnTo>
                <a:lnTo>
                  <a:pt x="37675" y="430787"/>
                </a:lnTo>
                <a:lnTo>
                  <a:pt x="39892" y="430653"/>
                </a:lnTo>
                <a:lnTo>
                  <a:pt x="42108" y="430518"/>
                </a:lnTo>
                <a:lnTo>
                  <a:pt x="44324" y="430384"/>
                </a:lnTo>
                <a:lnTo>
                  <a:pt x="46540" y="430239"/>
                </a:lnTo>
                <a:lnTo>
                  <a:pt x="48757" y="430104"/>
                </a:lnTo>
                <a:lnTo>
                  <a:pt x="50973" y="429959"/>
                </a:lnTo>
                <a:lnTo>
                  <a:pt x="53189" y="429815"/>
                </a:lnTo>
                <a:lnTo>
                  <a:pt x="55405" y="429670"/>
                </a:lnTo>
                <a:lnTo>
                  <a:pt x="57622" y="429525"/>
                </a:lnTo>
                <a:lnTo>
                  <a:pt x="59837" y="429370"/>
                </a:lnTo>
                <a:lnTo>
                  <a:pt x="62053" y="429214"/>
                </a:lnTo>
                <a:lnTo>
                  <a:pt x="64269" y="429059"/>
                </a:lnTo>
                <a:lnTo>
                  <a:pt x="66485" y="428904"/>
                </a:lnTo>
                <a:lnTo>
                  <a:pt x="68702" y="428738"/>
                </a:lnTo>
                <a:lnTo>
                  <a:pt x="70918" y="428573"/>
                </a:lnTo>
                <a:lnTo>
                  <a:pt x="73134" y="428407"/>
                </a:lnTo>
                <a:lnTo>
                  <a:pt x="75350" y="428241"/>
                </a:lnTo>
                <a:lnTo>
                  <a:pt x="77567" y="428065"/>
                </a:lnTo>
                <a:lnTo>
                  <a:pt x="79783" y="427889"/>
                </a:lnTo>
                <a:lnTo>
                  <a:pt x="81999" y="427713"/>
                </a:lnTo>
                <a:lnTo>
                  <a:pt x="84215" y="427538"/>
                </a:lnTo>
                <a:lnTo>
                  <a:pt x="86432" y="427362"/>
                </a:lnTo>
                <a:lnTo>
                  <a:pt x="88648" y="427175"/>
                </a:lnTo>
                <a:lnTo>
                  <a:pt x="90864" y="426989"/>
                </a:lnTo>
                <a:lnTo>
                  <a:pt x="93080" y="426792"/>
                </a:lnTo>
                <a:lnTo>
                  <a:pt x="95296" y="426606"/>
                </a:lnTo>
                <a:lnTo>
                  <a:pt x="97513" y="426409"/>
                </a:lnTo>
                <a:lnTo>
                  <a:pt x="99728" y="426202"/>
                </a:lnTo>
                <a:lnTo>
                  <a:pt x="101944" y="426006"/>
                </a:lnTo>
                <a:lnTo>
                  <a:pt x="104160" y="425799"/>
                </a:lnTo>
                <a:lnTo>
                  <a:pt x="106377" y="425592"/>
                </a:lnTo>
                <a:lnTo>
                  <a:pt x="108593" y="425385"/>
                </a:lnTo>
                <a:lnTo>
                  <a:pt x="110809" y="425167"/>
                </a:lnTo>
                <a:lnTo>
                  <a:pt x="113025" y="424950"/>
                </a:lnTo>
                <a:lnTo>
                  <a:pt x="115242" y="424733"/>
                </a:lnTo>
                <a:lnTo>
                  <a:pt x="117458" y="424505"/>
                </a:lnTo>
                <a:lnTo>
                  <a:pt x="119674" y="424288"/>
                </a:lnTo>
                <a:lnTo>
                  <a:pt x="121890" y="424050"/>
                </a:lnTo>
                <a:lnTo>
                  <a:pt x="124106" y="423822"/>
                </a:lnTo>
                <a:lnTo>
                  <a:pt x="126323" y="423584"/>
                </a:lnTo>
                <a:lnTo>
                  <a:pt x="128539" y="423346"/>
                </a:lnTo>
                <a:lnTo>
                  <a:pt x="130755" y="423108"/>
                </a:lnTo>
                <a:lnTo>
                  <a:pt x="132971" y="422859"/>
                </a:lnTo>
                <a:lnTo>
                  <a:pt x="135188" y="422611"/>
                </a:lnTo>
                <a:lnTo>
                  <a:pt x="137403" y="422352"/>
                </a:lnTo>
                <a:lnTo>
                  <a:pt x="139619" y="422093"/>
                </a:lnTo>
                <a:lnTo>
                  <a:pt x="141835" y="421835"/>
                </a:lnTo>
                <a:lnTo>
                  <a:pt x="144052" y="421576"/>
                </a:lnTo>
                <a:lnTo>
                  <a:pt x="146268" y="421307"/>
                </a:lnTo>
                <a:lnTo>
                  <a:pt x="148484" y="421038"/>
                </a:lnTo>
                <a:lnTo>
                  <a:pt x="150700" y="420758"/>
                </a:lnTo>
                <a:lnTo>
                  <a:pt x="152916" y="420479"/>
                </a:lnTo>
                <a:lnTo>
                  <a:pt x="155133" y="420199"/>
                </a:lnTo>
                <a:lnTo>
                  <a:pt x="157349" y="419910"/>
                </a:lnTo>
                <a:lnTo>
                  <a:pt x="159565" y="419620"/>
                </a:lnTo>
                <a:lnTo>
                  <a:pt x="161781" y="419330"/>
                </a:lnTo>
                <a:lnTo>
                  <a:pt x="163998" y="419030"/>
                </a:lnTo>
                <a:lnTo>
                  <a:pt x="166214" y="418730"/>
                </a:lnTo>
                <a:lnTo>
                  <a:pt x="168430" y="418419"/>
                </a:lnTo>
                <a:lnTo>
                  <a:pt x="170646" y="418109"/>
                </a:lnTo>
                <a:lnTo>
                  <a:pt x="172863" y="417798"/>
                </a:lnTo>
                <a:lnTo>
                  <a:pt x="175078" y="417477"/>
                </a:lnTo>
                <a:lnTo>
                  <a:pt x="177294" y="417157"/>
                </a:lnTo>
                <a:lnTo>
                  <a:pt x="179510" y="416836"/>
                </a:lnTo>
                <a:lnTo>
                  <a:pt x="181726" y="416504"/>
                </a:lnTo>
                <a:lnTo>
                  <a:pt x="183943" y="416163"/>
                </a:lnTo>
                <a:lnTo>
                  <a:pt x="186159" y="415821"/>
                </a:lnTo>
                <a:lnTo>
                  <a:pt x="188375" y="415480"/>
                </a:lnTo>
                <a:lnTo>
                  <a:pt x="190591" y="415138"/>
                </a:lnTo>
                <a:lnTo>
                  <a:pt x="192808" y="414776"/>
                </a:lnTo>
                <a:lnTo>
                  <a:pt x="195024" y="414424"/>
                </a:lnTo>
                <a:lnTo>
                  <a:pt x="197240" y="414062"/>
                </a:lnTo>
                <a:lnTo>
                  <a:pt x="199456" y="413700"/>
                </a:lnTo>
                <a:lnTo>
                  <a:pt x="201673" y="413327"/>
                </a:lnTo>
                <a:lnTo>
                  <a:pt x="203889" y="412944"/>
                </a:lnTo>
                <a:lnTo>
                  <a:pt x="206105" y="412571"/>
                </a:lnTo>
                <a:lnTo>
                  <a:pt x="208321" y="412178"/>
                </a:lnTo>
                <a:lnTo>
                  <a:pt x="210537" y="411795"/>
                </a:lnTo>
                <a:lnTo>
                  <a:pt x="212753" y="411402"/>
                </a:lnTo>
                <a:lnTo>
                  <a:pt x="214969" y="410998"/>
                </a:lnTo>
                <a:lnTo>
                  <a:pt x="217185" y="410595"/>
                </a:lnTo>
                <a:lnTo>
                  <a:pt x="219401" y="410181"/>
                </a:lnTo>
                <a:lnTo>
                  <a:pt x="221618" y="409767"/>
                </a:lnTo>
                <a:lnTo>
                  <a:pt x="223834" y="409353"/>
                </a:lnTo>
                <a:lnTo>
                  <a:pt x="226050" y="408928"/>
                </a:lnTo>
                <a:lnTo>
                  <a:pt x="228266" y="408494"/>
                </a:lnTo>
                <a:lnTo>
                  <a:pt x="230483" y="408059"/>
                </a:lnTo>
                <a:lnTo>
                  <a:pt x="232699" y="407624"/>
                </a:lnTo>
                <a:lnTo>
                  <a:pt x="234915" y="407169"/>
                </a:lnTo>
                <a:lnTo>
                  <a:pt x="237131" y="406724"/>
                </a:lnTo>
                <a:lnTo>
                  <a:pt x="239348" y="406268"/>
                </a:lnTo>
                <a:lnTo>
                  <a:pt x="241564" y="405803"/>
                </a:lnTo>
                <a:lnTo>
                  <a:pt x="243780" y="405337"/>
                </a:lnTo>
                <a:lnTo>
                  <a:pt x="245996" y="404871"/>
                </a:lnTo>
                <a:lnTo>
                  <a:pt x="248212" y="404385"/>
                </a:lnTo>
                <a:lnTo>
                  <a:pt x="250429" y="403908"/>
                </a:lnTo>
                <a:lnTo>
                  <a:pt x="252644" y="403422"/>
                </a:lnTo>
                <a:lnTo>
                  <a:pt x="254860" y="402925"/>
                </a:lnTo>
                <a:lnTo>
                  <a:pt x="257076" y="402418"/>
                </a:lnTo>
                <a:lnTo>
                  <a:pt x="259293" y="401921"/>
                </a:lnTo>
                <a:lnTo>
                  <a:pt x="261509" y="401404"/>
                </a:lnTo>
                <a:lnTo>
                  <a:pt x="263725" y="400886"/>
                </a:lnTo>
                <a:lnTo>
                  <a:pt x="265941" y="400369"/>
                </a:lnTo>
                <a:lnTo>
                  <a:pt x="268158" y="399841"/>
                </a:lnTo>
                <a:lnTo>
                  <a:pt x="270374" y="399303"/>
                </a:lnTo>
                <a:lnTo>
                  <a:pt x="272590" y="398765"/>
                </a:lnTo>
                <a:lnTo>
                  <a:pt x="274806" y="398216"/>
                </a:lnTo>
                <a:lnTo>
                  <a:pt x="277022" y="397657"/>
                </a:lnTo>
                <a:lnTo>
                  <a:pt x="279239" y="397098"/>
                </a:lnTo>
                <a:lnTo>
                  <a:pt x="281455" y="396539"/>
                </a:lnTo>
                <a:lnTo>
                  <a:pt x="283671" y="395970"/>
                </a:lnTo>
                <a:lnTo>
                  <a:pt x="285887" y="395390"/>
                </a:lnTo>
                <a:lnTo>
                  <a:pt x="288104" y="394801"/>
                </a:lnTo>
                <a:lnTo>
                  <a:pt x="290319" y="394221"/>
                </a:lnTo>
                <a:lnTo>
                  <a:pt x="292535" y="393621"/>
                </a:lnTo>
                <a:lnTo>
                  <a:pt x="294751" y="393020"/>
                </a:lnTo>
                <a:lnTo>
                  <a:pt x="296968" y="392410"/>
                </a:lnTo>
                <a:lnTo>
                  <a:pt x="299184" y="391799"/>
                </a:lnTo>
                <a:lnTo>
                  <a:pt x="301400" y="391168"/>
                </a:lnTo>
                <a:lnTo>
                  <a:pt x="303616" y="390547"/>
                </a:lnTo>
                <a:lnTo>
                  <a:pt x="305832" y="389915"/>
                </a:lnTo>
                <a:lnTo>
                  <a:pt x="308049" y="389274"/>
                </a:lnTo>
                <a:lnTo>
                  <a:pt x="310265" y="388621"/>
                </a:lnTo>
                <a:lnTo>
                  <a:pt x="312481" y="387970"/>
                </a:lnTo>
                <a:lnTo>
                  <a:pt x="314697" y="387307"/>
                </a:lnTo>
                <a:lnTo>
                  <a:pt x="316914" y="386645"/>
                </a:lnTo>
                <a:lnTo>
                  <a:pt x="319130" y="385962"/>
                </a:lnTo>
                <a:lnTo>
                  <a:pt x="321346" y="385289"/>
                </a:lnTo>
                <a:lnTo>
                  <a:pt x="323562" y="384595"/>
                </a:lnTo>
                <a:lnTo>
                  <a:pt x="325779" y="383902"/>
                </a:lnTo>
                <a:lnTo>
                  <a:pt x="327994" y="383198"/>
                </a:lnTo>
                <a:lnTo>
                  <a:pt x="330210" y="382494"/>
                </a:lnTo>
                <a:lnTo>
                  <a:pt x="332426" y="381780"/>
                </a:lnTo>
                <a:lnTo>
                  <a:pt x="334642" y="381056"/>
                </a:lnTo>
                <a:lnTo>
                  <a:pt x="336859" y="380331"/>
                </a:lnTo>
                <a:lnTo>
                  <a:pt x="339075" y="379586"/>
                </a:lnTo>
                <a:lnTo>
                  <a:pt x="341291" y="378851"/>
                </a:lnTo>
                <a:lnTo>
                  <a:pt x="343507" y="378096"/>
                </a:lnTo>
                <a:lnTo>
                  <a:pt x="345724" y="377340"/>
                </a:lnTo>
                <a:lnTo>
                  <a:pt x="347940" y="376574"/>
                </a:lnTo>
                <a:lnTo>
                  <a:pt x="350156" y="375808"/>
                </a:lnTo>
                <a:lnTo>
                  <a:pt x="352372" y="375022"/>
                </a:lnTo>
                <a:lnTo>
                  <a:pt x="354589" y="374235"/>
                </a:lnTo>
                <a:lnTo>
                  <a:pt x="356805" y="373448"/>
                </a:lnTo>
                <a:lnTo>
                  <a:pt x="359021" y="372641"/>
                </a:lnTo>
                <a:lnTo>
                  <a:pt x="361237" y="371834"/>
                </a:lnTo>
                <a:lnTo>
                  <a:pt x="363453" y="371027"/>
                </a:lnTo>
                <a:lnTo>
                  <a:pt x="365670" y="370199"/>
                </a:lnTo>
                <a:lnTo>
                  <a:pt x="367885" y="369371"/>
                </a:lnTo>
                <a:lnTo>
                  <a:pt x="370101" y="368532"/>
                </a:lnTo>
                <a:lnTo>
                  <a:pt x="372317" y="367683"/>
                </a:lnTo>
                <a:lnTo>
                  <a:pt x="374534" y="366835"/>
                </a:lnTo>
                <a:lnTo>
                  <a:pt x="376750" y="365976"/>
                </a:lnTo>
                <a:lnTo>
                  <a:pt x="378966" y="365106"/>
                </a:lnTo>
                <a:lnTo>
                  <a:pt x="381182" y="364237"/>
                </a:lnTo>
                <a:lnTo>
                  <a:pt x="383399" y="363357"/>
                </a:lnTo>
                <a:lnTo>
                  <a:pt x="385615" y="362467"/>
                </a:lnTo>
                <a:lnTo>
                  <a:pt x="387831" y="361567"/>
                </a:lnTo>
                <a:lnTo>
                  <a:pt x="390047" y="360666"/>
                </a:lnTo>
                <a:lnTo>
                  <a:pt x="392263" y="359745"/>
                </a:lnTo>
                <a:lnTo>
                  <a:pt x="394480" y="358834"/>
                </a:lnTo>
                <a:lnTo>
                  <a:pt x="396696" y="357903"/>
                </a:lnTo>
                <a:lnTo>
                  <a:pt x="398912" y="356971"/>
                </a:lnTo>
                <a:lnTo>
                  <a:pt x="401128" y="356029"/>
                </a:lnTo>
                <a:lnTo>
                  <a:pt x="403345" y="355077"/>
                </a:lnTo>
                <a:lnTo>
                  <a:pt x="405560" y="354115"/>
                </a:lnTo>
                <a:lnTo>
                  <a:pt x="407776" y="353152"/>
                </a:lnTo>
                <a:lnTo>
                  <a:pt x="409992" y="352179"/>
                </a:lnTo>
                <a:lnTo>
                  <a:pt x="412209" y="351196"/>
                </a:lnTo>
                <a:lnTo>
                  <a:pt x="414425" y="350202"/>
                </a:lnTo>
                <a:lnTo>
                  <a:pt x="416641" y="349209"/>
                </a:lnTo>
                <a:lnTo>
                  <a:pt x="418857" y="348205"/>
                </a:lnTo>
                <a:lnTo>
                  <a:pt x="421074" y="347191"/>
                </a:lnTo>
                <a:lnTo>
                  <a:pt x="423290" y="346176"/>
                </a:lnTo>
                <a:lnTo>
                  <a:pt x="425506" y="345141"/>
                </a:lnTo>
                <a:lnTo>
                  <a:pt x="427722" y="344106"/>
                </a:lnTo>
                <a:lnTo>
                  <a:pt x="429938" y="343071"/>
                </a:lnTo>
                <a:lnTo>
                  <a:pt x="432155" y="342016"/>
                </a:lnTo>
                <a:lnTo>
                  <a:pt x="434371" y="340960"/>
                </a:lnTo>
                <a:lnTo>
                  <a:pt x="436587" y="339894"/>
                </a:lnTo>
                <a:lnTo>
                  <a:pt x="438803" y="338817"/>
                </a:lnTo>
                <a:lnTo>
                  <a:pt x="441020" y="337731"/>
                </a:lnTo>
                <a:lnTo>
                  <a:pt x="443235" y="336644"/>
                </a:lnTo>
                <a:lnTo>
                  <a:pt x="445451" y="335547"/>
                </a:lnTo>
                <a:lnTo>
                  <a:pt x="447667" y="334439"/>
                </a:lnTo>
                <a:lnTo>
                  <a:pt x="449884" y="333332"/>
                </a:lnTo>
                <a:lnTo>
                  <a:pt x="452100" y="332204"/>
                </a:lnTo>
                <a:lnTo>
                  <a:pt x="454316" y="331076"/>
                </a:lnTo>
                <a:lnTo>
                  <a:pt x="456532" y="329937"/>
                </a:lnTo>
                <a:lnTo>
                  <a:pt x="458748" y="328799"/>
                </a:lnTo>
                <a:lnTo>
                  <a:pt x="460965" y="327650"/>
                </a:lnTo>
                <a:lnTo>
                  <a:pt x="463181" y="326491"/>
                </a:lnTo>
                <a:lnTo>
                  <a:pt x="465397" y="325321"/>
                </a:lnTo>
                <a:lnTo>
                  <a:pt x="467613" y="324141"/>
                </a:lnTo>
                <a:lnTo>
                  <a:pt x="469830" y="322961"/>
                </a:lnTo>
                <a:lnTo>
                  <a:pt x="472046" y="321771"/>
                </a:lnTo>
                <a:lnTo>
                  <a:pt x="474262" y="320570"/>
                </a:lnTo>
                <a:lnTo>
                  <a:pt x="476478" y="319370"/>
                </a:lnTo>
                <a:lnTo>
                  <a:pt x="478695" y="318159"/>
                </a:lnTo>
                <a:lnTo>
                  <a:pt x="480910" y="316938"/>
                </a:lnTo>
                <a:lnTo>
                  <a:pt x="483126" y="315706"/>
                </a:lnTo>
                <a:lnTo>
                  <a:pt x="485342" y="314474"/>
                </a:lnTo>
                <a:lnTo>
                  <a:pt x="487558" y="313222"/>
                </a:lnTo>
                <a:lnTo>
                  <a:pt x="489775" y="311980"/>
                </a:lnTo>
                <a:lnTo>
                  <a:pt x="491991" y="310717"/>
                </a:lnTo>
                <a:lnTo>
                  <a:pt x="494207" y="309454"/>
                </a:lnTo>
                <a:lnTo>
                  <a:pt x="496423" y="308181"/>
                </a:lnTo>
                <a:lnTo>
                  <a:pt x="498640" y="306898"/>
                </a:lnTo>
                <a:lnTo>
                  <a:pt x="500856" y="305604"/>
                </a:lnTo>
                <a:lnTo>
                  <a:pt x="503072" y="304310"/>
                </a:lnTo>
                <a:lnTo>
                  <a:pt x="505288" y="303006"/>
                </a:lnTo>
                <a:lnTo>
                  <a:pt x="507505" y="301702"/>
                </a:lnTo>
                <a:lnTo>
                  <a:pt x="509721" y="300388"/>
                </a:lnTo>
                <a:lnTo>
                  <a:pt x="511937" y="299063"/>
                </a:lnTo>
                <a:lnTo>
                  <a:pt x="514153" y="297728"/>
                </a:lnTo>
                <a:lnTo>
                  <a:pt x="516369" y="296393"/>
                </a:lnTo>
                <a:lnTo>
                  <a:pt x="518586" y="295047"/>
                </a:lnTo>
                <a:lnTo>
                  <a:pt x="520801" y="293691"/>
                </a:lnTo>
                <a:lnTo>
                  <a:pt x="523017" y="292325"/>
                </a:lnTo>
                <a:lnTo>
                  <a:pt x="525233" y="290959"/>
                </a:lnTo>
                <a:lnTo>
                  <a:pt x="527450" y="289593"/>
                </a:lnTo>
                <a:lnTo>
                  <a:pt x="529666" y="288206"/>
                </a:lnTo>
                <a:lnTo>
                  <a:pt x="531882" y="286819"/>
                </a:lnTo>
                <a:lnTo>
                  <a:pt x="534098" y="285432"/>
                </a:lnTo>
                <a:lnTo>
                  <a:pt x="536315" y="284025"/>
                </a:lnTo>
                <a:lnTo>
                  <a:pt x="538531" y="282617"/>
                </a:lnTo>
                <a:lnTo>
                  <a:pt x="540747" y="281209"/>
                </a:lnTo>
                <a:lnTo>
                  <a:pt x="542963" y="279781"/>
                </a:lnTo>
                <a:lnTo>
                  <a:pt x="545179" y="278353"/>
                </a:lnTo>
                <a:lnTo>
                  <a:pt x="547396" y="276924"/>
                </a:lnTo>
                <a:lnTo>
                  <a:pt x="549612" y="275486"/>
                </a:lnTo>
                <a:lnTo>
                  <a:pt x="551828" y="274037"/>
                </a:lnTo>
                <a:lnTo>
                  <a:pt x="554044" y="272588"/>
                </a:lnTo>
                <a:lnTo>
                  <a:pt x="556261" y="271128"/>
                </a:lnTo>
                <a:lnTo>
                  <a:pt x="558476" y="269659"/>
                </a:lnTo>
                <a:lnTo>
                  <a:pt x="560692" y="268189"/>
                </a:lnTo>
                <a:lnTo>
                  <a:pt x="562908" y="266709"/>
                </a:lnTo>
                <a:lnTo>
                  <a:pt x="565125" y="265229"/>
                </a:lnTo>
                <a:lnTo>
                  <a:pt x="567341" y="263739"/>
                </a:lnTo>
                <a:lnTo>
                  <a:pt x="569557" y="262238"/>
                </a:lnTo>
                <a:lnTo>
                  <a:pt x="571773" y="260737"/>
                </a:lnTo>
                <a:lnTo>
                  <a:pt x="573989" y="259236"/>
                </a:lnTo>
                <a:lnTo>
                  <a:pt x="576206" y="257725"/>
                </a:lnTo>
                <a:lnTo>
                  <a:pt x="578422" y="256204"/>
                </a:lnTo>
                <a:lnTo>
                  <a:pt x="580638" y="254682"/>
                </a:lnTo>
                <a:lnTo>
                  <a:pt x="582854" y="253151"/>
                </a:lnTo>
                <a:lnTo>
                  <a:pt x="585071" y="251619"/>
                </a:lnTo>
                <a:lnTo>
                  <a:pt x="587287" y="250076"/>
                </a:lnTo>
                <a:lnTo>
                  <a:pt x="589503" y="248534"/>
                </a:lnTo>
                <a:lnTo>
                  <a:pt x="591719" y="246982"/>
                </a:lnTo>
                <a:lnTo>
                  <a:pt x="593936" y="245429"/>
                </a:lnTo>
                <a:lnTo>
                  <a:pt x="596152" y="243866"/>
                </a:lnTo>
                <a:lnTo>
                  <a:pt x="598367" y="242304"/>
                </a:lnTo>
                <a:lnTo>
                  <a:pt x="600583" y="240741"/>
                </a:lnTo>
                <a:lnTo>
                  <a:pt x="602799" y="239168"/>
                </a:lnTo>
                <a:lnTo>
                  <a:pt x="605016" y="237584"/>
                </a:lnTo>
                <a:lnTo>
                  <a:pt x="607232" y="236001"/>
                </a:lnTo>
                <a:lnTo>
                  <a:pt x="609448" y="234417"/>
                </a:lnTo>
                <a:lnTo>
                  <a:pt x="611664" y="232823"/>
                </a:lnTo>
                <a:lnTo>
                  <a:pt x="613881" y="231229"/>
                </a:lnTo>
                <a:lnTo>
                  <a:pt x="616097" y="229625"/>
                </a:lnTo>
                <a:lnTo>
                  <a:pt x="618313" y="228021"/>
                </a:lnTo>
                <a:lnTo>
                  <a:pt x="620529" y="226416"/>
                </a:lnTo>
                <a:lnTo>
                  <a:pt x="622746" y="224802"/>
                </a:lnTo>
                <a:lnTo>
                  <a:pt x="624962" y="223187"/>
                </a:lnTo>
                <a:lnTo>
                  <a:pt x="627178" y="221573"/>
                </a:lnTo>
                <a:lnTo>
                  <a:pt x="629394" y="219948"/>
                </a:lnTo>
                <a:lnTo>
                  <a:pt x="631611" y="218323"/>
                </a:lnTo>
                <a:lnTo>
                  <a:pt x="633827" y="216687"/>
                </a:lnTo>
                <a:lnTo>
                  <a:pt x="636042" y="215063"/>
                </a:lnTo>
                <a:lnTo>
                  <a:pt x="638258" y="213427"/>
                </a:lnTo>
                <a:lnTo>
                  <a:pt x="640474" y="211782"/>
                </a:lnTo>
                <a:lnTo>
                  <a:pt x="642691" y="210146"/>
                </a:lnTo>
                <a:lnTo>
                  <a:pt x="644907" y="208501"/>
                </a:lnTo>
                <a:lnTo>
                  <a:pt x="647123" y="206855"/>
                </a:lnTo>
                <a:lnTo>
                  <a:pt x="649339" y="205199"/>
                </a:lnTo>
                <a:lnTo>
                  <a:pt x="651556" y="203553"/>
                </a:lnTo>
                <a:lnTo>
                  <a:pt x="653772" y="201897"/>
                </a:lnTo>
                <a:lnTo>
                  <a:pt x="655988" y="200241"/>
                </a:lnTo>
                <a:lnTo>
                  <a:pt x="658204" y="198585"/>
                </a:lnTo>
                <a:lnTo>
                  <a:pt x="660421" y="196919"/>
                </a:lnTo>
                <a:lnTo>
                  <a:pt x="662637" y="195253"/>
                </a:lnTo>
                <a:lnTo>
                  <a:pt x="664853" y="193597"/>
                </a:lnTo>
                <a:lnTo>
                  <a:pt x="667069" y="191930"/>
                </a:lnTo>
                <a:lnTo>
                  <a:pt x="669285" y="190264"/>
                </a:lnTo>
                <a:lnTo>
                  <a:pt x="671502" y="188587"/>
                </a:lnTo>
                <a:lnTo>
                  <a:pt x="673717" y="186921"/>
                </a:lnTo>
                <a:lnTo>
                  <a:pt x="675933" y="185254"/>
                </a:lnTo>
                <a:lnTo>
                  <a:pt x="678149" y="183578"/>
                </a:lnTo>
                <a:lnTo>
                  <a:pt x="680366" y="181901"/>
                </a:lnTo>
                <a:lnTo>
                  <a:pt x="682582" y="180235"/>
                </a:lnTo>
                <a:lnTo>
                  <a:pt x="684798" y="178558"/>
                </a:lnTo>
                <a:lnTo>
                  <a:pt x="687014" y="176881"/>
                </a:lnTo>
                <a:lnTo>
                  <a:pt x="689231" y="175205"/>
                </a:lnTo>
                <a:lnTo>
                  <a:pt x="691447" y="173528"/>
                </a:lnTo>
                <a:lnTo>
                  <a:pt x="693663" y="171851"/>
                </a:lnTo>
                <a:lnTo>
                  <a:pt x="695879" y="170185"/>
                </a:lnTo>
                <a:lnTo>
                  <a:pt x="698095" y="168508"/>
                </a:lnTo>
                <a:lnTo>
                  <a:pt x="700312" y="166832"/>
                </a:lnTo>
                <a:lnTo>
                  <a:pt x="702528" y="165155"/>
                </a:lnTo>
                <a:lnTo>
                  <a:pt x="704744" y="163478"/>
                </a:lnTo>
                <a:lnTo>
                  <a:pt x="706960" y="161812"/>
                </a:lnTo>
                <a:lnTo>
                  <a:pt x="709177" y="160135"/>
                </a:lnTo>
                <a:lnTo>
                  <a:pt x="711392" y="158469"/>
                </a:lnTo>
                <a:lnTo>
                  <a:pt x="713608" y="156792"/>
                </a:lnTo>
                <a:lnTo>
                  <a:pt x="715824" y="155126"/>
                </a:lnTo>
                <a:lnTo>
                  <a:pt x="718041" y="153459"/>
                </a:lnTo>
                <a:lnTo>
                  <a:pt x="720257" y="151793"/>
                </a:lnTo>
                <a:lnTo>
                  <a:pt x="722473" y="150127"/>
                </a:lnTo>
                <a:lnTo>
                  <a:pt x="724689" y="148460"/>
                </a:lnTo>
                <a:lnTo>
                  <a:pt x="726905" y="146804"/>
                </a:lnTo>
                <a:lnTo>
                  <a:pt x="729122" y="145148"/>
                </a:lnTo>
                <a:lnTo>
                  <a:pt x="731338" y="143492"/>
                </a:lnTo>
                <a:lnTo>
                  <a:pt x="733554" y="141836"/>
                </a:lnTo>
                <a:lnTo>
                  <a:pt x="735770" y="140180"/>
                </a:lnTo>
                <a:lnTo>
                  <a:pt x="737987" y="138535"/>
                </a:lnTo>
                <a:lnTo>
                  <a:pt x="740203" y="136889"/>
                </a:lnTo>
                <a:lnTo>
                  <a:pt x="742419" y="135243"/>
                </a:lnTo>
                <a:lnTo>
                  <a:pt x="744635" y="133608"/>
                </a:lnTo>
                <a:lnTo>
                  <a:pt x="746852" y="131973"/>
                </a:lnTo>
                <a:lnTo>
                  <a:pt x="749068" y="130337"/>
                </a:lnTo>
                <a:lnTo>
                  <a:pt x="751283" y="128712"/>
                </a:lnTo>
                <a:lnTo>
                  <a:pt x="753499" y="127088"/>
                </a:lnTo>
                <a:lnTo>
                  <a:pt x="755715" y="125463"/>
                </a:lnTo>
                <a:lnTo>
                  <a:pt x="757932" y="123848"/>
                </a:lnTo>
                <a:lnTo>
                  <a:pt x="760148" y="122233"/>
                </a:lnTo>
                <a:lnTo>
                  <a:pt x="762364" y="120619"/>
                </a:lnTo>
                <a:lnTo>
                  <a:pt x="764580" y="119015"/>
                </a:lnTo>
                <a:lnTo>
                  <a:pt x="766797" y="117421"/>
                </a:lnTo>
                <a:lnTo>
                  <a:pt x="769013" y="115827"/>
                </a:lnTo>
                <a:lnTo>
                  <a:pt x="771229" y="114233"/>
                </a:lnTo>
                <a:lnTo>
                  <a:pt x="773445" y="112649"/>
                </a:lnTo>
                <a:lnTo>
                  <a:pt x="775662" y="111066"/>
                </a:lnTo>
                <a:lnTo>
                  <a:pt x="777878" y="109493"/>
                </a:lnTo>
                <a:lnTo>
                  <a:pt x="780094" y="107930"/>
                </a:lnTo>
                <a:lnTo>
                  <a:pt x="782310" y="106367"/>
                </a:lnTo>
                <a:lnTo>
                  <a:pt x="784526" y="104804"/>
                </a:lnTo>
                <a:lnTo>
                  <a:pt x="786743" y="103251"/>
                </a:lnTo>
                <a:lnTo>
                  <a:pt x="788958" y="101709"/>
                </a:lnTo>
                <a:lnTo>
                  <a:pt x="791174" y="100167"/>
                </a:lnTo>
                <a:lnTo>
                  <a:pt x="793390" y="98635"/>
                </a:lnTo>
                <a:lnTo>
                  <a:pt x="795607" y="97114"/>
                </a:lnTo>
                <a:lnTo>
                  <a:pt x="797823" y="95592"/>
                </a:lnTo>
                <a:lnTo>
                  <a:pt x="800039" y="94081"/>
                </a:lnTo>
                <a:lnTo>
                  <a:pt x="802255" y="92581"/>
                </a:lnTo>
                <a:lnTo>
                  <a:pt x="804472" y="91080"/>
                </a:lnTo>
                <a:lnTo>
                  <a:pt x="806688" y="89590"/>
                </a:lnTo>
                <a:lnTo>
                  <a:pt x="808904" y="88109"/>
                </a:lnTo>
                <a:lnTo>
                  <a:pt x="811120" y="86629"/>
                </a:lnTo>
                <a:lnTo>
                  <a:pt x="813337" y="85160"/>
                </a:lnTo>
                <a:lnTo>
                  <a:pt x="815554" y="83700"/>
                </a:lnTo>
                <a:lnTo>
                  <a:pt x="817769" y="82251"/>
                </a:lnTo>
                <a:lnTo>
                  <a:pt x="819984" y="80813"/>
                </a:lnTo>
                <a:lnTo>
                  <a:pt x="822199" y="79374"/>
                </a:lnTo>
                <a:lnTo>
                  <a:pt x="824413" y="77946"/>
                </a:lnTo>
                <a:lnTo>
                  <a:pt x="826628" y="76528"/>
                </a:lnTo>
                <a:lnTo>
                  <a:pt x="828854" y="75120"/>
                </a:lnTo>
                <a:lnTo>
                  <a:pt x="831068" y="73723"/>
                </a:lnTo>
                <a:lnTo>
                  <a:pt x="833283" y="72336"/>
                </a:lnTo>
                <a:lnTo>
                  <a:pt x="835498" y="70949"/>
                </a:lnTo>
                <a:lnTo>
                  <a:pt x="837713" y="69583"/>
                </a:lnTo>
                <a:lnTo>
                  <a:pt x="839928" y="68217"/>
                </a:lnTo>
                <a:lnTo>
                  <a:pt x="842143" y="66871"/>
                </a:lnTo>
                <a:lnTo>
                  <a:pt x="844358" y="65526"/>
                </a:lnTo>
                <a:lnTo>
                  <a:pt x="846583" y="64191"/>
                </a:lnTo>
                <a:lnTo>
                  <a:pt x="848798" y="62866"/>
                </a:lnTo>
                <a:lnTo>
                  <a:pt x="851013" y="61562"/>
                </a:lnTo>
                <a:lnTo>
                  <a:pt x="853228" y="60258"/>
                </a:lnTo>
                <a:lnTo>
                  <a:pt x="855443" y="58964"/>
                </a:lnTo>
                <a:lnTo>
                  <a:pt x="857658" y="57691"/>
                </a:lnTo>
                <a:lnTo>
                  <a:pt x="859872" y="56418"/>
                </a:lnTo>
                <a:lnTo>
                  <a:pt x="862087" y="55155"/>
                </a:lnTo>
                <a:lnTo>
                  <a:pt x="864313" y="53913"/>
                </a:lnTo>
                <a:lnTo>
                  <a:pt x="866528" y="52671"/>
                </a:lnTo>
                <a:lnTo>
                  <a:pt x="868742" y="51450"/>
                </a:lnTo>
                <a:lnTo>
                  <a:pt x="870957" y="50239"/>
                </a:lnTo>
                <a:lnTo>
                  <a:pt x="873172" y="49036"/>
                </a:lnTo>
                <a:lnTo>
                  <a:pt x="875387" y="47847"/>
                </a:lnTo>
                <a:lnTo>
                  <a:pt x="877602" y="46669"/>
                </a:lnTo>
                <a:lnTo>
                  <a:pt x="879817" y="45504"/>
                </a:lnTo>
                <a:lnTo>
                  <a:pt x="882042" y="44351"/>
                </a:lnTo>
                <a:lnTo>
                  <a:pt x="884257" y="43209"/>
                </a:lnTo>
                <a:lnTo>
                  <a:pt x="886472" y="42081"/>
                </a:lnTo>
                <a:lnTo>
                  <a:pt x="888687" y="40964"/>
                </a:lnTo>
                <a:lnTo>
                  <a:pt x="890902" y="39861"/>
                </a:lnTo>
                <a:lnTo>
                  <a:pt x="893117" y="38771"/>
                </a:lnTo>
                <a:lnTo>
                  <a:pt x="895332" y="37694"/>
                </a:lnTo>
                <a:lnTo>
                  <a:pt x="897546" y="36629"/>
                </a:lnTo>
                <a:lnTo>
                  <a:pt x="899772" y="35577"/>
                </a:lnTo>
                <a:lnTo>
                  <a:pt x="901987" y="34539"/>
                </a:lnTo>
                <a:lnTo>
                  <a:pt x="904202" y="33514"/>
                </a:lnTo>
                <a:lnTo>
                  <a:pt x="906417" y="32503"/>
                </a:lnTo>
                <a:lnTo>
                  <a:pt x="908631" y="31506"/>
                </a:lnTo>
                <a:lnTo>
                  <a:pt x="910846" y="30522"/>
                </a:lnTo>
                <a:lnTo>
                  <a:pt x="913061" y="29552"/>
                </a:lnTo>
                <a:lnTo>
                  <a:pt x="915276" y="28596"/>
                </a:lnTo>
                <a:lnTo>
                  <a:pt x="917501" y="27655"/>
                </a:lnTo>
                <a:lnTo>
                  <a:pt x="919716" y="26727"/>
                </a:lnTo>
                <a:lnTo>
                  <a:pt x="921931" y="25814"/>
                </a:lnTo>
                <a:lnTo>
                  <a:pt x="924146" y="24914"/>
                </a:lnTo>
                <a:lnTo>
                  <a:pt x="926361" y="24031"/>
                </a:lnTo>
                <a:lnTo>
                  <a:pt x="928576" y="23160"/>
                </a:lnTo>
                <a:lnTo>
                  <a:pt x="930791" y="22305"/>
                </a:lnTo>
                <a:lnTo>
                  <a:pt x="933006" y="21465"/>
                </a:lnTo>
                <a:lnTo>
                  <a:pt x="935231" y="20640"/>
                </a:lnTo>
                <a:lnTo>
                  <a:pt x="937446" y="19830"/>
                </a:lnTo>
                <a:lnTo>
                  <a:pt x="939661" y="19035"/>
                </a:lnTo>
                <a:lnTo>
                  <a:pt x="941875" y="18254"/>
                </a:lnTo>
                <a:lnTo>
                  <a:pt x="944090" y="17489"/>
                </a:lnTo>
                <a:lnTo>
                  <a:pt x="946305" y="16740"/>
                </a:lnTo>
                <a:lnTo>
                  <a:pt x="948520" y="16006"/>
                </a:lnTo>
                <a:lnTo>
                  <a:pt x="950735" y="15288"/>
                </a:lnTo>
                <a:lnTo>
                  <a:pt x="952960" y="14584"/>
                </a:lnTo>
                <a:lnTo>
                  <a:pt x="955175" y="13898"/>
                </a:lnTo>
                <a:lnTo>
                  <a:pt x="957390" y="13226"/>
                </a:lnTo>
                <a:lnTo>
                  <a:pt x="959605" y="12571"/>
                </a:lnTo>
                <a:lnTo>
                  <a:pt x="961820" y="11931"/>
                </a:lnTo>
                <a:lnTo>
                  <a:pt x="964035" y="11307"/>
                </a:lnTo>
                <a:lnTo>
                  <a:pt x="966250" y="10700"/>
                </a:lnTo>
                <a:lnTo>
                  <a:pt x="968465" y="10109"/>
                </a:lnTo>
                <a:lnTo>
                  <a:pt x="970680" y="9533"/>
                </a:lnTo>
                <a:lnTo>
                  <a:pt x="972905" y="8974"/>
                </a:lnTo>
                <a:lnTo>
                  <a:pt x="975120" y="8432"/>
                </a:lnTo>
                <a:lnTo>
                  <a:pt x="977335" y="7906"/>
                </a:lnTo>
                <a:lnTo>
                  <a:pt x="979549" y="7397"/>
                </a:lnTo>
                <a:lnTo>
                  <a:pt x="981764" y="6903"/>
                </a:lnTo>
                <a:lnTo>
                  <a:pt x="983979" y="6427"/>
                </a:lnTo>
                <a:lnTo>
                  <a:pt x="986194" y="5968"/>
                </a:lnTo>
                <a:lnTo>
                  <a:pt x="988409" y="5525"/>
                </a:lnTo>
                <a:lnTo>
                  <a:pt x="990634" y="5098"/>
                </a:lnTo>
                <a:lnTo>
                  <a:pt x="992849" y="4690"/>
                </a:lnTo>
                <a:lnTo>
                  <a:pt x="995064" y="4296"/>
                </a:lnTo>
                <a:lnTo>
                  <a:pt x="997279" y="3921"/>
                </a:lnTo>
                <a:lnTo>
                  <a:pt x="999494" y="3562"/>
                </a:lnTo>
                <a:lnTo>
                  <a:pt x="1001709" y="3221"/>
                </a:lnTo>
                <a:lnTo>
                  <a:pt x="1003924" y="2896"/>
                </a:lnTo>
                <a:lnTo>
                  <a:pt x="1006139" y="2589"/>
                </a:lnTo>
                <a:lnTo>
                  <a:pt x="1008364" y="2298"/>
                </a:lnTo>
                <a:lnTo>
                  <a:pt x="1010579" y="2024"/>
                </a:lnTo>
                <a:lnTo>
                  <a:pt x="1012794" y="1769"/>
                </a:lnTo>
                <a:lnTo>
                  <a:pt x="1015009" y="1530"/>
                </a:lnTo>
                <a:lnTo>
                  <a:pt x="1017223" y="1308"/>
                </a:lnTo>
                <a:lnTo>
                  <a:pt x="1019438" y="1103"/>
                </a:lnTo>
                <a:lnTo>
                  <a:pt x="1021653" y="916"/>
                </a:lnTo>
                <a:lnTo>
                  <a:pt x="1023868" y="746"/>
                </a:lnTo>
                <a:lnTo>
                  <a:pt x="1026094" y="594"/>
                </a:lnTo>
                <a:lnTo>
                  <a:pt x="1028308" y="458"/>
                </a:lnTo>
                <a:lnTo>
                  <a:pt x="1030523" y="342"/>
                </a:lnTo>
                <a:lnTo>
                  <a:pt x="1032738" y="241"/>
                </a:lnTo>
                <a:lnTo>
                  <a:pt x="1034953" y="157"/>
                </a:lnTo>
                <a:lnTo>
                  <a:pt x="1037168" y="92"/>
                </a:lnTo>
                <a:lnTo>
                  <a:pt x="1039383" y="44"/>
                </a:lnTo>
                <a:lnTo>
                  <a:pt x="1041598" y="13"/>
                </a:lnTo>
                <a:lnTo>
                  <a:pt x="1043823" y="0"/>
                </a:lnTo>
                <a:lnTo>
                  <a:pt x="1046038" y="4"/>
                </a:lnTo>
                <a:lnTo>
                  <a:pt x="1048253" y="26"/>
                </a:lnTo>
                <a:lnTo>
                  <a:pt x="1050468" y="64"/>
                </a:lnTo>
                <a:lnTo>
                  <a:pt x="1052683" y="121"/>
                </a:lnTo>
                <a:lnTo>
                  <a:pt x="1054898" y="195"/>
                </a:lnTo>
                <a:lnTo>
                  <a:pt x="1057112" y="286"/>
                </a:lnTo>
                <a:lnTo>
                  <a:pt x="1059327" y="394"/>
                </a:lnTo>
                <a:lnTo>
                  <a:pt x="1061553" y="521"/>
                </a:lnTo>
                <a:lnTo>
                  <a:pt x="1063767" y="663"/>
                </a:lnTo>
                <a:lnTo>
                  <a:pt x="1065982" y="824"/>
                </a:lnTo>
                <a:lnTo>
                  <a:pt x="1068197" y="1002"/>
                </a:lnTo>
                <a:lnTo>
                  <a:pt x="1070412" y="1197"/>
                </a:lnTo>
                <a:lnTo>
                  <a:pt x="1072627" y="1410"/>
                </a:lnTo>
                <a:lnTo>
                  <a:pt x="1074842" y="1639"/>
                </a:lnTo>
                <a:lnTo>
                  <a:pt x="1077057" y="1887"/>
                </a:lnTo>
                <a:lnTo>
                  <a:pt x="1079282" y="2151"/>
                </a:lnTo>
                <a:lnTo>
                  <a:pt x="1081497" y="2432"/>
                </a:lnTo>
                <a:lnTo>
                  <a:pt x="1083712" y="2731"/>
                </a:lnTo>
                <a:lnTo>
                  <a:pt x="1085927" y="3047"/>
                </a:lnTo>
                <a:lnTo>
                  <a:pt x="1088142" y="3379"/>
                </a:lnTo>
                <a:lnTo>
                  <a:pt x="1090357" y="3729"/>
                </a:lnTo>
                <a:lnTo>
                  <a:pt x="1092572" y="4095"/>
                </a:lnTo>
                <a:lnTo>
                  <a:pt x="1094786" y="4479"/>
                </a:lnTo>
                <a:lnTo>
                  <a:pt x="1097012" y="4880"/>
                </a:lnTo>
                <a:lnTo>
                  <a:pt x="1099227" y="5297"/>
                </a:lnTo>
                <a:lnTo>
                  <a:pt x="1101441" y="5732"/>
                </a:lnTo>
                <a:lnTo>
                  <a:pt x="1103656" y="6182"/>
                </a:lnTo>
                <a:lnTo>
                  <a:pt x="1105871" y="6650"/>
                </a:lnTo>
                <a:lnTo>
                  <a:pt x="1108086" y="7134"/>
                </a:lnTo>
                <a:lnTo>
                  <a:pt x="1110301" y="7635"/>
                </a:lnTo>
                <a:lnTo>
                  <a:pt x="1112516" y="8152"/>
                </a:lnTo>
                <a:lnTo>
                  <a:pt x="1114741" y="8686"/>
                </a:lnTo>
                <a:lnTo>
                  <a:pt x="1116956" y="9236"/>
                </a:lnTo>
                <a:lnTo>
                  <a:pt x="1119171" y="9802"/>
                </a:lnTo>
                <a:lnTo>
                  <a:pt x="1121386" y="10385"/>
                </a:lnTo>
                <a:lnTo>
                  <a:pt x="1123601" y="10984"/>
                </a:lnTo>
                <a:lnTo>
                  <a:pt x="1125816" y="11599"/>
                </a:lnTo>
                <a:lnTo>
                  <a:pt x="1128031" y="12231"/>
                </a:lnTo>
                <a:lnTo>
                  <a:pt x="1130245" y="12877"/>
                </a:lnTo>
                <a:lnTo>
                  <a:pt x="1132460" y="13540"/>
                </a:lnTo>
                <a:lnTo>
                  <a:pt x="1134686" y="14219"/>
                </a:lnTo>
                <a:lnTo>
                  <a:pt x="1136901" y="14913"/>
                </a:lnTo>
                <a:lnTo>
                  <a:pt x="1139115" y="15624"/>
                </a:lnTo>
                <a:lnTo>
                  <a:pt x="1141330" y="16350"/>
                </a:lnTo>
                <a:lnTo>
                  <a:pt x="1143545" y="17091"/>
                </a:lnTo>
                <a:lnTo>
                  <a:pt x="1145760" y="17847"/>
                </a:lnTo>
                <a:lnTo>
                  <a:pt x="1147975" y="18620"/>
                </a:lnTo>
                <a:lnTo>
                  <a:pt x="1150190" y="19407"/>
                </a:lnTo>
                <a:lnTo>
                  <a:pt x="1152415" y="20209"/>
                </a:lnTo>
                <a:lnTo>
                  <a:pt x="1154630" y="21027"/>
                </a:lnTo>
                <a:lnTo>
                  <a:pt x="1156845" y="21859"/>
                </a:lnTo>
                <a:lnTo>
                  <a:pt x="1159060" y="22707"/>
                </a:lnTo>
                <a:lnTo>
                  <a:pt x="1161275" y="23569"/>
                </a:lnTo>
                <a:lnTo>
                  <a:pt x="1163490" y="24446"/>
                </a:lnTo>
                <a:lnTo>
                  <a:pt x="1165705" y="25337"/>
                </a:lnTo>
                <a:lnTo>
                  <a:pt x="1167919" y="26242"/>
                </a:lnTo>
                <a:lnTo>
                  <a:pt x="1170145" y="27162"/>
                </a:lnTo>
                <a:lnTo>
                  <a:pt x="1172360" y="28096"/>
                </a:lnTo>
                <a:lnTo>
                  <a:pt x="1174575" y="29045"/>
                </a:lnTo>
                <a:lnTo>
                  <a:pt x="1176789" y="30008"/>
                </a:lnTo>
                <a:lnTo>
                  <a:pt x="1179004" y="30984"/>
                </a:lnTo>
                <a:lnTo>
                  <a:pt x="1181219" y="31974"/>
                </a:lnTo>
                <a:lnTo>
                  <a:pt x="1183434" y="32978"/>
                </a:lnTo>
                <a:lnTo>
                  <a:pt x="1185649" y="33996"/>
                </a:lnTo>
                <a:lnTo>
                  <a:pt x="1187874" y="35026"/>
                </a:lnTo>
                <a:lnTo>
                  <a:pt x="1190089" y="36071"/>
                </a:lnTo>
                <a:lnTo>
                  <a:pt x="1192304" y="37129"/>
                </a:lnTo>
                <a:lnTo>
                  <a:pt x="1194519" y="38199"/>
                </a:lnTo>
                <a:lnTo>
                  <a:pt x="1196734" y="39282"/>
                </a:lnTo>
                <a:lnTo>
                  <a:pt x="1198949" y="40379"/>
                </a:lnTo>
                <a:lnTo>
                  <a:pt x="1201164" y="41489"/>
                </a:lnTo>
                <a:lnTo>
                  <a:pt x="1203379" y="42611"/>
                </a:lnTo>
                <a:lnTo>
                  <a:pt x="1205604" y="43745"/>
                </a:lnTo>
                <a:lnTo>
                  <a:pt x="1207819" y="44892"/>
                </a:lnTo>
                <a:lnTo>
                  <a:pt x="1210034" y="46051"/>
                </a:lnTo>
                <a:lnTo>
                  <a:pt x="1212249" y="47223"/>
                </a:lnTo>
                <a:lnTo>
                  <a:pt x="1214463" y="48406"/>
                </a:lnTo>
                <a:lnTo>
                  <a:pt x="1216678" y="49597"/>
                </a:lnTo>
                <a:lnTo>
                  <a:pt x="1218893" y="50808"/>
                </a:lnTo>
                <a:lnTo>
                  <a:pt x="1221108" y="52029"/>
                </a:lnTo>
                <a:lnTo>
                  <a:pt x="1223333" y="53261"/>
                </a:lnTo>
                <a:lnTo>
                  <a:pt x="1225548" y="54493"/>
                </a:lnTo>
                <a:lnTo>
                  <a:pt x="1227763" y="55745"/>
                </a:lnTo>
                <a:lnTo>
                  <a:pt x="1229978" y="57018"/>
                </a:lnTo>
                <a:lnTo>
                  <a:pt x="1232193" y="58291"/>
                </a:lnTo>
                <a:lnTo>
                  <a:pt x="1234408" y="59575"/>
                </a:lnTo>
                <a:lnTo>
                  <a:pt x="1236623" y="60868"/>
                </a:lnTo>
                <a:lnTo>
                  <a:pt x="1238838" y="62172"/>
                </a:lnTo>
                <a:lnTo>
                  <a:pt x="1241063" y="63497"/>
                </a:lnTo>
                <a:lnTo>
                  <a:pt x="1243278" y="64822"/>
                </a:lnTo>
                <a:lnTo>
                  <a:pt x="1245493" y="66157"/>
                </a:lnTo>
                <a:lnTo>
                  <a:pt x="1247708" y="67503"/>
                </a:lnTo>
                <a:lnTo>
                  <a:pt x="1249922" y="68858"/>
                </a:lnTo>
                <a:lnTo>
                  <a:pt x="1252137" y="70225"/>
                </a:lnTo>
                <a:lnTo>
                  <a:pt x="1254352" y="71601"/>
                </a:lnTo>
                <a:lnTo>
                  <a:pt x="1256567" y="72988"/>
                </a:lnTo>
                <a:lnTo>
                  <a:pt x="1258792" y="74385"/>
                </a:lnTo>
                <a:lnTo>
                  <a:pt x="1261007" y="75783"/>
                </a:lnTo>
                <a:lnTo>
                  <a:pt x="1263222" y="77201"/>
                </a:lnTo>
                <a:lnTo>
                  <a:pt x="1265437" y="78619"/>
                </a:lnTo>
                <a:lnTo>
                  <a:pt x="1267652" y="80047"/>
                </a:lnTo>
                <a:lnTo>
                  <a:pt x="1269867" y="81485"/>
                </a:lnTo>
                <a:lnTo>
                  <a:pt x="1272082" y="82934"/>
                </a:lnTo>
                <a:lnTo>
                  <a:pt x="1274297" y="84394"/>
                </a:lnTo>
                <a:lnTo>
                  <a:pt x="1276512" y="85853"/>
                </a:lnTo>
                <a:lnTo>
                  <a:pt x="1278737" y="87323"/>
                </a:lnTo>
                <a:lnTo>
                  <a:pt x="1280952" y="88803"/>
                </a:lnTo>
                <a:lnTo>
                  <a:pt x="1283167" y="90293"/>
                </a:lnTo>
                <a:lnTo>
                  <a:pt x="1285382" y="91784"/>
                </a:lnTo>
                <a:lnTo>
                  <a:pt x="1287596" y="93284"/>
                </a:lnTo>
                <a:lnTo>
                  <a:pt x="1289811" y="94796"/>
                </a:lnTo>
                <a:lnTo>
                  <a:pt x="1292026" y="96307"/>
                </a:lnTo>
                <a:lnTo>
                  <a:pt x="1294241" y="97828"/>
                </a:lnTo>
                <a:lnTo>
                  <a:pt x="1296466" y="99360"/>
                </a:lnTo>
                <a:lnTo>
                  <a:pt x="1298681" y="100892"/>
                </a:lnTo>
                <a:lnTo>
                  <a:pt x="1300896" y="102434"/>
                </a:lnTo>
                <a:lnTo>
                  <a:pt x="1303111" y="103986"/>
                </a:lnTo>
                <a:lnTo>
                  <a:pt x="1305326" y="105539"/>
                </a:lnTo>
                <a:lnTo>
                  <a:pt x="1307541" y="107102"/>
                </a:lnTo>
                <a:lnTo>
                  <a:pt x="1309756" y="108665"/>
                </a:lnTo>
                <a:lnTo>
                  <a:pt x="1311971" y="110238"/>
                </a:lnTo>
                <a:lnTo>
                  <a:pt x="1314196" y="111811"/>
                </a:lnTo>
                <a:lnTo>
                  <a:pt x="1316411" y="113395"/>
                </a:lnTo>
                <a:lnTo>
                  <a:pt x="1318626" y="114978"/>
                </a:lnTo>
                <a:lnTo>
                  <a:pt x="1320841" y="116572"/>
                </a:lnTo>
                <a:lnTo>
                  <a:pt x="1323056" y="118176"/>
                </a:lnTo>
                <a:lnTo>
                  <a:pt x="1325270" y="119770"/>
                </a:lnTo>
                <a:lnTo>
                  <a:pt x="1327485" y="121385"/>
                </a:lnTo>
                <a:lnTo>
                  <a:pt x="1329700" y="122989"/>
                </a:lnTo>
                <a:lnTo>
                  <a:pt x="1331926" y="124604"/>
                </a:lnTo>
                <a:lnTo>
                  <a:pt x="1334140" y="126229"/>
                </a:lnTo>
                <a:lnTo>
                  <a:pt x="1336355" y="127853"/>
                </a:lnTo>
                <a:lnTo>
                  <a:pt x="1338570" y="129478"/>
                </a:lnTo>
                <a:lnTo>
                  <a:pt x="1340785" y="131103"/>
                </a:lnTo>
                <a:lnTo>
                  <a:pt x="1343000" y="132739"/>
                </a:lnTo>
                <a:lnTo>
                  <a:pt x="1345215" y="134384"/>
                </a:lnTo>
                <a:lnTo>
                  <a:pt x="1347430" y="136020"/>
                </a:lnTo>
                <a:lnTo>
                  <a:pt x="1349655" y="137665"/>
                </a:lnTo>
                <a:lnTo>
                  <a:pt x="1351870" y="139311"/>
                </a:lnTo>
                <a:lnTo>
                  <a:pt x="1354085" y="140957"/>
                </a:lnTo>
                <a:lnTo>
                  <a:pt x="1356300" y="142613"/>
                </a:lnTo>
                <a:lnTo>
                  <a:pt x="1358515" y="144269"/>
                </a:lnTo>
                <a:lnTo>
                  <a:pt x="1360730" y="145924"/>
                </a:lnTo>
                <a:lnTo>
                  <a:pt x="1362944" y="147581"/>
                </a:lnTo>
                <a:lnTo>
                  <a:pt x="1365159" y="149247"/>
                </a:lnTo>
                <a:lnTo>
                  <a:pt x="1367385" y="150913"/>
                </a:lnTo>
                <a:lnTo>
                  <a:pt x="1369599" y="152580"/>
                </a:lnTo>
                <a:lnTo>
                  <a:pt x="1371814" y="154246"/>
                </a:lnTo>
                <a:lnTo>
                  <a:pt x="1374029" y="155912"/>
                </a:lnTo>
                <a:lnTo>
                  <a:pt x="1376244" y="157579"/>
                </a:lnTo>
                <a:lnTo>
                  <a:pt x="1378459" y="159255"/>
                </a:lnTo>
                <a:lnTo>
                  <a:pt x="1380674" y="160922"/>
                </a:lnTo>
                <a:lnTo>
                  <a:pt x="1382889" y="162598"/>
                </a:lnTo>
                <a:lnTo>
                  <a:pt x="1385114" y="164265"/>
                </a:lnTo>
                <a:lnTo>
                  <a:pt x="1387329" y="165941"/>
                </a:lnTo>
                <a:lnTo>
                  <a:pt x="1389544" y="167618"/>
                </a:lnTo>
                <a:lnTo>
                  <a:pt x="1391759" y="169295"/>
                </a:lnTo>
                <a:lnTo>
                  <a:pt x="1393974" y="170972"/>
                </a:lnTo>
                <a:lnTo>
                  <a:pt x="1396189" y="172648"/>
                </a:lnTo>
                <a:lnTo>
                  <a:pt x="1398404" y="174325"/>
                </a:lnTo>
                <a:lnTo>
                  <a:pt x="1400618" y="175991"/>
                </a:lnTo>
                <a:lnTo>
                  <a:pt x="1402844" y="177668"/>
                </a:lnTo>
                <a:lnTo>
                  <a:pt x="1405059" y="179345"/>
                </a:lnTo>
                <a:lnTo>
                  <a:pt x="1407273" y="181021"/>
                </a:lnTo>
                <a:lnTo>
                  <a:pt x="1409488" y="182698"/>
                </a:lnTo>
                <a:lnTo>
                  <a:pt x="1411703" y="184364"/>
                </a:lnTo>
                <a:lnTo>
                  <a:pt x="1413918" y="186041"/>
                </a:lnTo>
                <a:lnTo>
                  <a:pt x="1416133" y="187707"/>
                </a:lnTo>
                <a:lnTo>
                  <a:pt x="1418348" y="189374"/>
                </a:lnTo>
                <a:lnTo>
                  <a:pt x="1420563" y="191051"/>
                </a:lnTo>
                <a:lnTo>
                  <a:pt x="1422788" y="192717"/>
                </a:lnTo>
                <a:lnTo>
                  <a:pt x="1425003" y="194373"/>
                </a:lnTo>
                <a:lnTo>
                  <a:pt x="1427218" y="196039"/>
                </a:lnTo>
                <a:lnTo>
                  <a:pt x="1429433" y="197706"/>
                </a:lnTo>
                <a:lnTo>
                  <a:pt x="1431648" y="199362"/>
                </a:lnTo>
                <a:lnTo>
                  <a:pt x="1433863" y="201018"/>
                </a:lnTo>
                <a:lnTo>
                  <a:pt x="1436078" y="202674"/>
                </a:lnTo>
                <a:lnTo>
                  <a:pt x="1438292" y="204330"/>
                </a:lnTo>
                <a:lnTo>
                  <a:pt x="1440518" y="205975"/>
                </a:lnTo>
                <a:lnTo>
                  <a:pt x="1442733" y="207631"/>
                </a:lnTo>
                <a:lnTo>
                  <a:pt x="1444947" y="209277"/>
                </a:lnTo>
                <a:lnTo>
                  <a:pt x="1447162" y="210912"/>
                </a:lnTo>
                <a:lnTo>
                  <a:pt x="1449377" y="212558"/>
                </a:lnTo>
                <a:lnTo>
                  <a:pt x="1451592" y="214193"/>
                </a:lnTo>
                <a:lnTo>
                  <a:pt x="1453807" y="215828"/>
                </a:lnTo>
                <a:lnTo>
                  <a:pt x="1456022" y="217464"/>
                </a:lnTo>
                <a:lnTo>
                  <a:pt x="1458247" y="219089"/>
                </a:lnTo>
                <a:lnTo>
                  <a:pt x="1460462" y="220714"/>
                </a:lnTo>
                <a:lnTo>
                  <a:pt x="1462677" y="222328"/>
                </a:lnTo>
                <a:lnTo>
                  <a:pt x="1464892" y="223953"/>
                </a:lnTo>
                <a:lnTo>
                  <a:pt x="1467107" y="225568"/>
                </a:lnTo>
                <a:lnTo>
                  <a:pt x="1469322" y="227172"/>
                </a:lnTo>
                <a:lnTo>
                  <a:pt x="1471537" y="228776"/>
                </a:lnTo>
                <a:lnTo>
                  <a:pt x="1473751" y="230381"/>
                </a:lnTo>
                <a:lnTo>
                  <a:pt x="1475977" y="231985"/>
                </a:lnTo>
                <a:lnTo>
                  <a:pt x="1478192" y="233579"/>
                </a:lnTo>
                <a:lnTo>
                  <a:pt x="1480407" y="235162"/>
                </a:lnTo>
                <a:lnTo>
                  <a:pt x="1482621" y="236746"/>
                </a:lnTo>
                <a:lnTo>
                  <a:pt x="1484836" y="238329"/>
                </a:lnTo>
                <a:lnTo>
                  <a:pt x="1487051" y="239902"/>
                </a:lnTo>
                <a:lnTo>
                  <a:pt x="1489266" y="241476"/>
                </a:lnTo>
                <a:lnTo>
                  <a:pt x="1491481" y="243049"/>
                </a:lnTo>
                <a:lnTo>
                  <a:pt x="1493706" y="244601"/>
                </a:lnTo>
                <a:lnTo>
                  <a:pt x="1495921" y="246164"/>
                </a:lnTo>
                <a:lnTo>
                  <a:pt x="1498136" y="247717"/>
                </a:lnTo>
                <a:lnTo>
                  <a:pt x="1500351" y="249259"/>
                </a:lnTo>
                <a:lnTo>
                  <a:pt x="1502566" y="250801"/>
                </a:lnTo>
                <a:lnTo>
                  <a:pt x="1504781" y="252343"/>
                </a:lnTo>
                <a:lnTo>
                  <a:pt x="1506996" y="253875"/>
                </a:lnTo>
                <a:lnTo>
                  <a:pt x="1509211" y="255396"/>
                </a:lnTo>
                <a:lnTo>
                  <a:pt x="1511436" y="256918"/>
                </a:lnTo>
                <a:lnTo>
                  <a:pt x="1513651" y="258439"/>
                </a:lnTo>
                <a:lnTo>
                  <a:pt x="1515866" y="259940"/>
                </a:lnTo>
                <a:lnTo>
                  <a:pt x="1518081" y="261451"/>
                </a:lnTo>
                <a:lnTo>
                  <a:pt x="1520295" y="262952"/>
                </a:lnTo>
                <a:lnTo>
                  <a:pt x="1522510" y="264442"/>
                </a:lnTo>
                <a:lnTo>
                  <a:pt x="1524725" y="265922"/>
                </a:lnTo>
                <a:lnTo>
                  <a:pt x="1526940" y="267402"/>
                </a:lnTo>
                <a:lnTo>
                  <a:pt x="1529165" y="268882"/>
                </a:lnTo>
                <a:lnTo>
                  <a:pt x="1531380" y="270352"/>
                </a:lnTo>
                <a:lnTo>
                  <a:pt x="1533595" y="271811"/>
                </a:lnTo>
                <a:lnTo>
                  <a:pt x="1535810" y="273271"/>
                </a:lnTo>
                <a:lnTo>
                  <a:pt x="1538025" y="274720"/>
                </a:lnTo>
                <a:lnTo>
                  <a:pt x="1540240" y="276159"/>
                </a:lnTo>
                <a:lnTo>
                  <a:pt x="1542455" y="277597"/>
                </a:lnTo>
                <a:lnTo>
                  <a:pt x="1544670" y="279026"/>
                </a:lnTo>
                <a:lnTo>
                  <a:pt x="1546895" y="280454"/>
                </a:lnTo>
                <a:lnTo>
                  <a:pt x="1549110" y="281872"/>
                </a:lnTo>
                <a:lnTo>
                  <a:pt x="1551325" y="283279"/>
                </a:lnTo>
                <a:lnTo>
                  <a:pt x="1553540" y="284687"/>
                </a:lnTo>
                <a:lnTo>
                  <a:pt x="1555755" y="286084"/>
                </a:lnTo>
                <a:lnTo>
                  <a:pt x="1557969" y="287471"/>
                </a:lnTo>
                <a:lnTo>
                  <a:pt x="1560184" y="288858"/>
                </a:lnTo>
                <a:lnTo>
                  <a:pt x="1562399" y="290235"/>
                </a:lnTo>
                <a:lnTo>
                  <a:pt x="1564624" y="291611"/>
                </a:lnTo>
                <a:lnTo>
                  <a:pt x="1566839" y="292967"/>
                </a:lnTo>
                <a:lnTo>
                  <a:pt x="1569054" y="294333"/>
                </a:lnTo>
                <a:lnTo>
                  <a:pt x="1571269" y="295679"/>
                </a:lnTo>
                <a:lnTo>
                  <a:pt x="1573484" y="297024"/>
                </a:lnTo>
                <a:lnTo>
                  <a:pt x="1575699" y="298359"/>
                </a:lnTo>
                <a:lnTo>
                  <a:pt x="1577914" y="299684"/>
                </a:lnTo>
                <a:lnTo>
                  <a:pt x="1580129" y="301009"/>
                </a:lnTo>
                <a:lnTo>
                  <a:pt x="1582344" y="302323"/>
                </a:lnTo>
                <a:lnTo>
                  <a:pt x="1584569" y="303627"/>
                </a:lnTo>
                <a:lnTo>
                  <a:pt x="1586784" y="304921"/>
                </a:lnTo>
                <a:lnTo>
                  <a:pt x="1588999" y="306215"/>
                </a:lnTo>
                <a:lnTo>
                  <a:pt x="1591214" y="307498"/>
                </a:lnTo>
                <a:lnTo>
                  <a:pt x="1593428" y="308782"/>
                </a:lnTo>
                <a:lnTo>
                  <a:pt x="1595643" y="310044"/>
                </a:lnTo>
                <a:lnTo>
                  <a:pt x="1597858" y="311307"/>
                </a:lnTo>
                <a:lnTo>
                  <a:pt x="1600073" y="312570"/>
                </a:lnTo>
                <a:lnTo>
                  <a:pt x="1602298" y="313812"/>
                </a:lnTo>
                <a:lnTo>
                  <a:pt x="1604513" y="315054"/>
                </a:lnTo>
                <a:lnTo>
                  <a:pt x="1606728" y="316286"/>
                </a:lnTo>
                <a:lnTo>
                  <a:pt x="1608943" y="317507"/>
                </a:lnTo>
                <a:lnTo>
                  <a:pt x="1611158" y="318728"/>
                </a:lnTo>
                <a:lnTo>
                  <a:pt x="1613373" y="319939"/>
                </a:lnTo>
                <a:lnTo>
                  <a:pt x="1615588" y="321140"/>
                </a:lnTo>
                <a:lnTo>
                  <a:pt x="1617803" y="322330"/>
                </a:lnTo>
                <a:lnTo>
                  <a:pt x="1620028" y="323520"/>
                </a:lnTo>
                <a:lnTo>
                  <a:pt x="1622243" y="324700"/>
                </a:lnTo>
                <a:lnTo>
                  <a:pt x="1624458" y="325870"/>
                </a:lnTo>
                <a:lnTo>
                  <a:pt x="1626673" y="327029"/>
                </a:lnTo>
                <a:lnTo>
                  <a:pt x="1628888" y="328188"/>
                </a:lnTo>
                <a:lnTo>
                  <a:pt x="1631102" y="329337"/>
                </a:lnTo>
                <a:lnTo>
                  <a:pt x="1633317" y="330475"/>
                </a:lnTo>
                <a:lnTo>
                  <a:pt x="1635532" y="331614"/>
                </a:lnTo>
                <a:lnTo>
                  <a:pt x="1637758" y="332732"/>
                </a:lnTo>
                <a:lnTo>
                  <a:pt x="1639972" y="333849"/>
                </a:lnTo>
                <a:lnTo>
                  <a:pt x="1642187" y="334967"/>
                </a:lnTo>
                <a:lnTo>
                  <a:pt x="1644402" y="336064"/>
                </a:lnTo>
                <a:lnTo>
                  <a:pt x="1646617" y="337161"/>
                </a:lnTo>
                <a:lnTo>
                  <a:pt x="1648832" y="338248"/>
                </a:lnTo>
                <a:lnTo>
                  <a:pt x="1651047" y="339325"/>
                </a:lnTo>
                <a:lnTo>
                  <a:pt x="1653262" y="340391"/>
                </a:lnTo>
                <a:lnTo>
                  <a:pt x="1655487" y="341457"/>
                </a:lnTo>
                <a:lnTo>
                  <a:pt x="1657702" y="342512"/>
                </a:lnTo>
                <a:lnTo>
                  <a:pt x="1659917" y="343558"/>
                </a:lnTo>
                <a:lnTo>
                  <a:pt x="1662132" y="344603"/>
                </a:lnTo>
                <a:lnTo>
                  <a:pt x="1664347" y="345628"/>
                </a:lnTo>
                <a:lnTo>
                  <a:pt x="1666562" y="346652"/>
                </a:lnTo>
                <a:lnTo>
                  <a:pt x="1668776" y="347667"/>
                </a:lnTo>
                <a:lnTo>
                  <a:pt x="1670991" y="348681"/>
                </a:lnTo>
                <a:lnTo>
                  <a:pt x="1673217" y="349685"/>
                </a:lnTo>
                <a:lnTo>
                  <a:pt x="1675431" y="350679"/>
                </a:lnTo>
                <a:lnTo>
                  <a:pt x="1677646" y="351662"/>
                </a:lnTo>
                <a:lnTo>
                  <a:pt x="1679861" y="352635"/>
                </a:lnTo>
                <a:lnTo>
                  <a:pt x="1682076" y="353608"/>
                </a:lnTo>
                <a:lnTo>
                  <a:pt x="1684291" y="354570"/>
                </a:lnTo>
                <a:lnTo>
                  <a:pt x="1686506" y="355522"/>
                </a:lnTo>
                <a:lnTo>
                  <a:pt x="1688721" y="356474"/>
                </a:lnTo>
                <a:lnTo>
                  <a:pt x="1690946" y="357406"/>
                </a:lnTo>
                <a:lnTo>
                  <a:pt x="1693161" y="358338"/>
                </a:lnTo>
                <a:lnTo>
                  <a:pt x="1695376" y="359269"/>
                </a:lnTo>
                <a:lnTo>
                  <a:pt x="1697591" y="360180"/>
                </a:lnTo>
                <a:lnTo>
                  <a:pt x="1699806" y="361091"/>
                </a:lnTo>
                <a:lnTo>
                  <a:pt x="1702021" y="361991"/>
                </a:lnTo>
                <a:lnTo>
                  <a:pt x="1704236" y="362881"/>
                </a:lnTo>
                <a:lnTo>
                  <a:pt x="1706450" y="363771"/>
                </a:lnTo>
                <a:lnTo>
                  <a:pt x="1708676" y="364651"/>
                </a:lnTo>
                <a:lnTo>
                  <a:pt x="1710891" y="365520"/>
                </a:lnTo>
                <a:lnTo>
                  <a:pt x="1713105" y="366379"/>
                </a:lnTo>
                <a:lnTo>
                  <a:pt x="1715320" y="367239"/>
                </a:lnTo>
                <a:lnTo>
                  <a:pt x="1717535" y="368087"/>
                </a:lnTo>
                <a:lnTo>
                  <a:pt x="1719750" y="368926"/>
                </a:lnTo>
                <a:lnTo>
                  <a:pt x="1721965" y="369764"/>
                </a:lnTo>
                <a:lnTo>
                  <a:pt x="1724180" y="370592"/>
                </a:lnTo>
                <a:lnTo>
                  <a:pt x="1726395" y="371410"/>
                </a:lnTo>
                <a:lnTo>
                  <a:pt x="1728620" y="372217"/>
                </a:lnTo>
                <a:lnTo>
                  <a:pt x="1730835" y="373024"/>
                </a:lnTo>
                <a:lnTo>
                  <a:pt x="1733050" y="373821"/>
                </a:lnTo>
                <a:lnTo>
                  <a:pt x="1735265" y="374608"/>
                </a:lnTo>
                <a:lnTo>
                  <a:pt x="1737480" y="375394"/>
                </a:lnTo>
                <a:lnTo>
                  <a:pt x="1739695" y="376171"/>
                </a:lnTo>
                <a:lnTo>
                  <a:pt x="1741910" y="376936"/>
                </a:lnTo>
                <a:lnTo>
                  <a:pt x="1744125" y="377702"/>
                </a:lnTo>
                <a:lnTo>
                  <a:pt x="1746350" y="378447"/>
                </a:lnTo>
                <a:lnTo>
                  <a:pt x="1748565" y="379203"/>
                </a:lnTo>
                <a:lnTo>
                  <a:pt x="1750779" y="379938"/>
                </a:lnTo>
                <a:lnTo>
                  <a:pt x="1752994" y="380673"/>
                </a:lnTo>
                <a:lnTo>
                  <a:pt x="1755209" y="381397"/>
                </a:lnTo>
                <a:lnTo>
                  <a:pt x="1757424" y="382111"/>
                </a:lnTo>
                <a:lnTo>
                  <a:pt x="1759639" y="382826"/>
                </a:lnTo>
                <a:lnTo>
                  <a:pt x="1761854" y="383529"/>
                </a:lnTo>
                <a:lnTo>
                  <a:pt x="1764079" y="384233"/>
                </a:lnTo>
                <a:lnTo>
                  <a:pt x="1766294" y="384927"/>
                </a:lnTo>
                <a:lnTo>
                  <a:pt x="1768509" y="385610"/>
                </a:lnTo>
                <a:lnTo>
                  <a:pt x="1770724" y="386283"/>
                </a:lnTo>
                <a:lnTo>
                  <a:pt x="1772939" y="386955"/>
                </a:lnTo>
                <a:lnTo>
                  <a:pt x="1775154" y="387618"/>
                </a:lnTo>
                <a:lnTo>
                  <a:pt x="1777369" y="388280"/>
                </a:lnTo>
                <a:lnTo>
                  <a:pt x="1779583" y="388932"/>
                </a:lnTo>
                <a:lnTo>
                  <a:pt x="1781809" y="389574"/>
                </a:lnTo>
                <a:lnTo>
                  <a:pt x="1784024" y="390205"/>
                </a:lnTo>
                <a:lnTo>
                  <a:pt x="1786239" y="390836"/>
                </a:lnTo>
                <a:lnTo>
                  <a:pt x="1788453" y="391468"/>
                </a:lnTo>
                <a:lnTo>
                  <a:pt x="1790668" y="392089"/>
                </a:lnTo>
                <a:lnTo>
                  <a:pt x="1792883" y="392699"/>
                </a:lnTo>
                <a:lnTo>
                  <a:pt x="1795098" y="393300"/>
                </a:lnTo>
                <a:lnTo>
                  <a:pt x="1797313" y="393900"/>
                </a:lnTo>
                <a:lnTo>
                  <a:pt x="1799538" y="394490"/>
                </a:lnTo>
                <a:lnTo>
                  <a:pt x="1801753" y="395080"/>
                </a:lnTo>
                <a:lnTo>
                  <a:pt x="1803968" y="395660"/>
                </a:lnTo>
                <a:lnTo>
                  <a:pt x="1806183" y="396239"/>
                </a:lnTo>
                <a:lnTo>
                  <a:pt x="1808398" y="396808"/>
                </a:lnTo>
                <a:lnTo>
                  <a:pt x="1810613" y="397367"/>
                </a:lnTo>
                <a:lnTo>
                  <a:pt x="1812828" y="397926"/>
                </a:lnTo>
                <a:lnTo>
                  <a:pt x="1815043" y="398475"/>
                </a:lnTo>
                <a:lnTo>
                  <a:pt x="1817268" y="399013"/>
                </a:lnTo>
                <a:lnTo>
                  <a:pt x="1819483" y="399551"/>
                </a:lnTo>
                <a:lnTo>
                  <a:pt x="1821698" y="400089"/>
                </a:lnTo>
                <a:lnTo>
                  <a:pt x="1823913" y="400607"/>
                </a:lnTo>
                <a:lnTo>
                  <a:pt x="1826127" y="401135"/>
                </a:lnTo>
                <a:lnTo>
                  <a:pt x="1828342" y="401642"/>
                </a:lnTo>
                <a:lnTo>
                  <a:pt x="1830557" y="402159"/>
                </a:lnTo>
                <a:lnTo>
                  <a:pt x="1832772" y="402656"/>
                </a:lnTo>
                <a:lnTo>
                  <a:pt x="1834997" y="403153"/>
                </a:lnTo>
                <a:lnTo>
                  <a:pt x="1837212" y="403650"/>
                </a:lnTo>
                <a:lnTo>
                  <a:pt x="1839427" y="404136"/>
                </a:lnTo>
                <a:lnTo>
                  <a:pt x="1841642" y="404612"/>
                </a:lnTo>
                <a:lnTo>
                  <a:pt x="1843857" y="405088"/>
                </a:lnTo>
                <a:lnTo>
                  <a:pt x="1846072" y="405565"/>
                </a:lnTo>
                <a:lnTo>
                  <a:pt x="1848287" y="406020"/>
                </a:lnTo>
                <a:lnTo>
                  <a:pt x="1850502" y="406486"/>
                </a:lnTo>
                <a:lnTo>
                  <a:pt x="1852727" y="406941"/>
                </a:lnTo>
                <a:lnTo>
                  <a:pt x="1854942" y="407386"/>
                </a:lnTo>
                <a:lnTo>
                  <a:pt x="1857157" y="407831"/>
                </a:lnTo>
                <a:lnTo>
                  <a:pt x="1859372" y="408266"/>
                </a:lnTo>
                <a:lnTo>
                  <a:pt x="1861587" y="408701"/>
                </a:lnTo>
                <a:lnTo>
                  <a:pt x="1863801" y="409125"/>
                </a:lnTo>
                <a:lnTo>
                  <a:pt x="1866016" y="409549"/>
                </a:lnTo>
                <a:lnTo>
                  <a:pt x="1868231" y="409963"/>
                </a:lnTo>
                <a:lnTo>
                  <a:pt x="1870456" y="410377"/>
                </a:lnTo>
                <a:lnTo>
                  <a:pt x="1872671" y="410781"/>
                </a:lnTo>
                <a:lnTo>
                  <a:pt x="1874886" y="411185"/>
                </a:lnTo>
                <a:lnTo>
                  <a:pt x="1877101" y="411588"/>
                </a:lnTo>
                <a:lnTo>
                  <a:pt x="1879316" y="411971"/>
                </a:lnTo>
                <a:lnTo>
                  <a:pt x="1881531" y="412364"/>
                </a:lnTo>
                <a:lnTo>
                  <a:pt x="1883746" y="412747"/>
                </a:lnTo>
                <a:lnTo>
                  <a:pt x="1885961" y="413130"/>
                </a:lnTo>
                <a:lnTo>
                  <a:pt x="1888176" y="413503"/>
                </a:lnTo>
                <a:lnTo>
                  <a:pt x="1890401" y="413865"/>
                </a:lnTo>
                <a:lnTo>
                  <a:pt x="1892616" y="414227"/>
                </a:lnTo>
                <a:lnTo>
                  <a:pt x="1894831" y="414590"/>
                </a:lnTo>
                <a:lnTo>
                  <a:pt x="1897046" y="414952"/>
                </a:lnTo>
                <a:lnTo>
                  <a:pt x="1899260" y="415293"/>
                </a:lnTo>
                <a:lnTo>
                  <a:pt x="1901476" y="415645"/>
                </a:lnTo>
                <a:lnTo>
                  <a:pt x="1903690" y="415987"/>
                </a:lnTo>
                <a:lnTo>
                  <a:pt x="1905905" y="416328"/>
                </a:lnTo>
                <a:lnTo>
                  <a:pt x="1908130" y="416660"/>
                </a:lnTo>
                <a:lnTo>
                  <a:pt x="1910345" y="416981"/>
                </a:lnTo>
                <a:lnTo>
                  <a:pt x="1912560" y="417312"/>
                </a:lnTo>
                <a:lnTo>
                  <a:pt x="1914775" y="417633"/>
                </a:lnTo>
                <a:lnTo>
                  <a:pt x="1916990" y="417943"/>
                </a:lnTo>
                <a:lnTo>
                  <a:pt x="1919205" y="418264"/>
                </a:lnTo>
                <a:lnTo>
                  <a:pt x="1921420" y="418564"/>
                </a:lnTo>
                <a:lnTo>
                  <a:pt x="1923635" y="418875"/>
                </a:lnTo>
                <a:lnTo>
                  <a:pt x="1925860" y="419175"/>
                </a:lnTo>
                <a:lnTo>
                  <a:pt x="1928075" y="419465"/>
                </a:lnTo>
                <a:lnTo>
                  <a:pt x="1930290" y="419765"/>
                </a:lnTo>
                <a:lnTo>
                  <a:pt x="1932505" y="420044"/>
                </a:lnTo>
                <a:lnTo>
                  <a:pt x="1934720" y="420334"/>
                </a:lnTo>
                <a:lnTo>
                  <a:pt x="1936935" y="420613"/>
                </a:lnTo>
                <a:lnTo>
                  <a:pt x="1939149" y="420893"/>
                </a:lnTo>
                <a:lnTo>
                  <a:pt x="1941364" y="421162"/>
                </a:lnTo>
                <a:lnTo>
                  <a:pt x="1943590" y="421431"/>
                </a:lnTo>
                <a:lnTo>
                  <a:pt x="1945804" y="421700"/>
                </a:lnTo>
                <a:lnTo>
                  <a:pt x="1948019" y="421959"/>
                </a:lnTo>
                <a:lnTo>
                  <a:pt x="1950234" y="422218"/>
                </a:lnTo>
                <a:lnTo>
                  <a:pt x="1952449" y="422476"/>
                </a:lnTo>
                <a:lnTo>
                  <a:pt x="1954664" y="422725"/>
                </a:lnTo>
                <a:lnTo>
                  <a:pt x="1956879" y="422973"/>
                </a:lnTo>
                <a:lnTo>
                  <a:pt x="1959094" y="423222"/>
                </a:lnTo>
                <a:lnTo>
                  <a:pt x="1961319" y="423460"/>
                </a:lnTo>
                <a:lnTo>
                  <a:pt x="1963534" y="423698"/>
                </a:lnTo>
                <a:lnTo>
                  <a:pt x="1965749" y="423936"/>
                </a:lnTo>
                <a:lnTo>
                  <a:pt x="1967964" y="424163"/>
                </a:lnTo>
                <a:lnTo>
                  <a:pt x="1970179" y="424391"/>
                </a:lnTo>
                <a:lnTo>
                  <a:pt x="1972394" y="424619"/>
                </a:lnTo>
                <a:lnTo>
                  <a:pt x="1974608" y="424836"/>
                </a:lnTo>
                <a:lnTo>
                  <a:pt x="1976823" y="425054"/>
                </a:lnTo>
                <a:lnTo>
                  <a:pt x="1979049" y="425271"/>
                </a:lnTo>
                <a:lnTo>
                  <a:pt x="1981263" y="425478"/>
                </a:lnTo>
                <a:lnTo>
                  <a:pt x="1983479" y="425695"/>
                </a:lnTo>
                <a:lnTo>
                  <a:pt x="1985693" y="425902"/>
                </a:lnTo>
                <a:lnTo>
                  <a:pt x="1987908" y="426099"/>
                </a:lnTo>
                <a:lnTo>
                  <a:pt x="1990123" y="426306"/>
                </a:lnTo>
                <a:lnTo>
                  <a:pt x="1992338" y="426503"/>
                </a:lnTo>
                <a:lnTo>
                  <a:pt x="1994553" y="426689"/>
                </a:lnTo>
                <a:lnTo>
                  <a:pt x="1996778" y="426886"/>
                </a:lnTo>
                <a:lnTo>
                  <a:pt x="1998993" y="427072"/>
                </a:lnTo>
                <a:lnTo>
                  <a:pt x="2001208" y="427258"/>
                </a:lnTo>
                <a:lnTo>
                  <a:pt x="2003423" y="427444"/>
                </a:lnTo>
                <a:lnTo>
                  <a:pt x="2005638" y="427620"/>
                </a:lnTo>
                <a:lnTo>
                  <a:pt x="2007853" y="427796"/>
                </a:lnTo>
                <a:lnTo>
                  <a:pt x="2010068" y="427972"/>
                </a:lnTo>
                <a:lnTo>
                  <a:pt x="2012282" y="428148"/>
                </a:lnTo>
                <a:lnTo>
                  <a:pt x="2014508" y="428324"/>
                </a:lnTo>
                <a:lnTo>
                  <a:pt x="2016723" y="428490"/>
                </a:lnTo>
                <a:lnTo>
                  <a:pt x="2018938" y="428655"/>
                </a:lnTo>
                <a:lnTo>
                  <a:pt x="2021152" y="428811"/>
                </a:lnTo>
                <a:lnTo>
                  <a:pt x="2023367" y="428976"/>
                </a:lnTo>
                <a:lnTo>
                  <a:pt x="2025582" y="429131"/>
                </a:lnTo>
                <a:lnTo>
                  <a:pt x="2027797" y="429287"/>
                </a:lnTo>
                <a:lnTo>
                  <a:pt x="2030012" y="429442"/>
                </a:lnTo>
                <a:lnTo>
                  <a:pt x="2032227" y="429587"/>
                </a:lnTo>
                <a:lnTo>
                  <a:pt x="2034452" y="429742"/>
                </a:lnTo>
                <a:lnTo>
                  <a:pt x="2036667" y="429887"/>
                </a:lnTo>
                <a:lnTo>
                  <a:pt x="2038882" y="430032"/>
                </a:lnTo>
                <a:lnTo>
                  <a:pt x="2041097" y="430166"/>
                </a:lnTo>
                <a:lnTo>
                  <a:pt x="2043312" y="430311"/>
                </a:lnTo>
                <a:lnTo>
                  <a:pt x="2045527" y="430446"/>
                </a:lnTo>
                <a:lnTo>
                  <a:pt x="2047741" y="430580"/>
                </a:lnTo>
                <a:lnTo>
                  <a:pt x="2049957" y="430715"/>
                </a:lnTo>
                <a:lnTo>
                  <a:pt x="2052182" y="430839"/>
                </a:lnTo>
                <a:lnTo>
                  <a:pt x="2054397" y="430974"/>
                </a:lnTo>
                <a:lnTo>
                  <a:pt x="2056611" y="431098"/>
                </a:lnTo>
                <a:lnTo>
                  <a:pt x="2058827" y="431222"/>
                </a:lnTo>
                <a:lnTo>
                  <a:pt x="2061041" y="431346"/>
                </a:lnTo>
                <a:lnTo>
                  <a:pt x="2063256" y="431470"/>
                </a:lnTo>
                <a:lnTo>
                  <a:pt x="2065471" y="431584"/>
                </a:lnTo>
                <a:lnTo>
                  <a:pt x="2067686" y="431698"/>
                </a:lnTo>
                <a:lnTo>
                  <a:pt x="2069911" y="431822"/>
                </a:lnTo>
                <a:lnTo>
                  <a:pt x="2072126" y="431926"/>
                </a:lnTo>
                <a:lnTo>
                  <a:pt x="2074341" y="432040"/>
                </a:lnTo>
                <a:lnTo>
                  <a:pt x="2076556" y="432154"/>
                </a:lnTo>
                <a:lnTo>
                  <a:pt x="2078771" y="432257"/>
                </a:lnTo>
                <a:lnTo>
                  <a:pt x="2080986" y="432361"/>
                </a:lnTo>
                <a:lnTo>
                  <a:pt x="2083201" y="432464"/>
                </a:lnTo>
                <a:lnTo>
                  <a:pt x="2085416" y="432568"/>
                </a:lnTo>
                <a:lnTo>
                  <a:pt x="2087641" y="432671"/>
                </a:lnTo>
                <a:lnTo>
                  <a:pt x="2089856" y="432775"/>
                </a:lnTo>
                <a:lnTo>
                  <a:pt x="2092071" y="432868"/>
                </a:lnTo>
                <a:lnTo>
                  <a:pt x="2094285" y="432961"/>
                </a:lnTo>
                <a:lnTo>
                  <a:pt x="2096500" y="433054"/>
                </a:lnTo>
                <a:lnTo>
                  <a:pt x="2098715" y="433147"/>
                </a:lnTo>
                <a:lnTo>
                  <a:pt x="2100930" y="433240"/>
                </a:lnTo>
                <a:lnTo>
                  <a:pt x="2103145" y="433334"/>
                </a:lnTo>
                <a:lnTo>
                  <a:pt x="2105371" y="433416"/>
                </a:lnTo>
                <a:lnTo>
                  <a:pt x="2107585" y="433510"/>
                </a:lnTo>
                <a:lnTo>
                  <a:pt x="2109800" y="433592"/>
                </a:lnTo>
                <a:lnTo>
                  <a:pt x="2112015" y="433675"/>
                </a:lnTo>
                <a:lnTo>
                  <a:pt x="2114230" y="433758"/>
                </a:lnTo>
                <a:lnTo>
                  <a:pt x="2116445" y="433841"/>
                </a:lnTo>
                <a:lnTo>
                  <a:pt x="2118660" y="433923"/>
                </a:lnTo>
                <a:lnTo>
                  <a:pt x="2120875" y="433996"/>
                </a:lnTo>
                <a:lnTo>
                  <a:pt x="2123100" y="434079"/>
                </a:lnTo>
                <a:lnTo>
                  <a:pt x="2125315" y="434151"/>
                </a:lnTo>
                <a:lnTo>
                  <a:pt x="2127530" y="434224"/>
                </a:lnTo>
                <a:lnTo>
                  <a:pt x="2129745" y="434296"/>
                </a:lnTo>
                <a:lnTo>
                  <a:pt x="2131960" y="434369"/>
                </a:lnTo>
                <a:lnTo>
                  <a:pt x="2134174" y="434441"/>
                </a:lnTo>
                <a:lnTo>
                  <a:pt x="2136389" y="434513"/>
                </a:lnTo>
                <a:lnTo>
                  <a:pt x="2138604" y="434575"/>
                </a:lnTo>
                <a:lnTo>
                  <a:pt x="2140830" y="434648"/>
                </a:lnTo>
                <a:lnTo>
                  <a:pt x="2143044" y="434710"/>
                </a:lnTo>
                <a:lnTo>
                  <a:pt x="2145259" y="434772"/>
                </a:lnTo>
                <a:lnTo>
                  <a:pt x="2147474" y="434834"/>
                </a:lnTo>
                <a:lnTo>
                  <a:pt x="2149689" y="434896"/>
                </a:lnTo>
                <a:lnTo>
                  <a:pt x="2151904" y="434958"/>
                </a:lnTo>
                <a:lnTo>
                  <a:pt x="2154119" y="435021"/>
                </a:lnTo>
                <a:lnTo>
                  <a:pt x="2156334" y="435083"/>
                </a:lnTo>
                <a:lnTo>
                  <a:pt x="2158559" y="435134"/>
                </a:lnTo>
                <a:lnTo>
                  <a:pt x="2160774" y="435196"/>
                </a:lnTo>
                <a:lnTo>
                  <a:pt x="2162989" y="435248"/>
                </a:lnTo>
                <a:lnTo>
                  <a:pt x="2165204" y="435310"/>
                </a:lnTo>
                <a:lnTo>
                  <a:pt x="2167419" y="435362"/>
                </a:lnTo>
                <a:lnTo>
                  <a:pt x="2169633" y="435414"/>
                </a:lnTo>
                <a:lnTo>
                  <a:pt x="2171849" y="435466"/>
                </a:lnTo>
                <a:lnTo>
                  <a:pt x="2174063" y="435517"/>
                </a:lnTo>
                <a:lnTo>
                  <a:pt x="2176278" y="435569"/>
                </a:lnTo>
                <a:lnTo>
                  <a:pt x="2178503" y="435610"/>
                </a:lnTo>
                <a:lnTo>
                  <a:pt x="2180718" y="435662"/>
                </a:lnTo>
                <a:lnTo>
                  <a:pt x="2182933" y="435714"/>
                </a:lnTo>
                <a:lnTo>
                  <a:pt x="2185148" y="435755"/>
                </a:lnTo>
                <a:lnTo>
                  <a:pt x="2187363" y="435807"/>
                </a:lnTo>
                <a:lnTo>
                  <a:pt x="2189578" y="435849"/>
                </a:lnTo>
                <a:lnTo>
                  <a:pt x="2191793" y="435890"/>
                </a:lnTo>
                <a:lnTo>
                  <a:pt x="2194008" y="435931"/>
                </a:lnTo>
                <a:lnTo>
                  <a:pt x="2196233" y="435973"/>
                </a:lnTo>
                <a:lnTo>
                  <a:pt x="2198448" y="436025"/>
                </a:lnTo>
                <a:lnTo>
                  <a:pt x="2200663" y="436056"/>
                </a:lnTo>
                <a:lnTo>
                  <a:pt x="2202878" y="436097"/>
                </a:lnTo>
                <a:lnTo>
                  <a:pt x="2205093" y="436138"/>
                </a:lnTo>
                <a:lnTo>
                  <a:pt x="2207308" y="436180"/>
                </a:lnTo>
                <a:lnTo>
                  <a:pt x="2209522" y="436221"/>
                </a:lnTo>
                <a:lnTo>
                  <a:pt x="2211737" y="436252"/>
                </a:lnTo>
                <a:lnTo>
                  <a:pt x="2213963" y="436294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448" name="Freeform 2447">
            <a:extLst>
              <a:ext uri="{FF2B5EF4-FFF2-40B4-BE49-F238E27FC236}">
                <a16:creationId xmlns:a16="http://schemas.microsoft.com/office/drawing/2014/main" id="{E3120195-18AC-79BA-EF9F-7230AC72ED87}"/>
              </a:ext>
            </a:extLst>
          </p:cNvPr>
          <p:cNvSpPr/>
          <p:nvPr/>
        </p:nvSpPr>
        <p:spPr>
          <a:xfrm>
            <a:off x="763821" y="1477367"/>
            <a:ext cx="2213962" cy="1374909"/>
          </a:xfrm>
          <a:custGeom>
            <a:avLst/>
            <a:gdLst>
              <a:gd name="csX0" fmla="*/ 0 w 2213962"/>
              <a:gd name="csY0" fmla="*/ 1374910 h 1374909"/>
              <a:gd name="csX1" fmla="*/ 2217 w 2213962"/>
              <a:gd name="csY1" fmla="*/ 1374910 h 1374909"/>
              <a:gd name="csX2" fmla="*/ 4433 w 2213962"/>
              <a:gd name="csY2" fmla="*/ 1374910 h 1374909"/>
              <a:gd name="csX3" fmla="*/ 6649 w 2213962"/>
              <a:gd name="csY3" fmla="*/ 1374910 h 1374909"/>
              <a:gd name="csX4" fmla="*/ 8865 w 2213962"/>
              <a:gd name="csY4" fmla="*/ 1374910 h 1374909"/>
              <a:gd name="csX5" fmla="*/ 11082 w 2213962"/>
              <a:gd name="csY5" fmla="*/ 1374910 h 1374909"/>
              <a:gd name="csX6" fmla="*/ 13298 w 2213962"/>
              <a:gd name="csY6" fmla="*/ 1374910 h 1374909"/>
              <a:gd name="csX7" fmla="*/ 15514 w 2213962"/>
              <a:gd name="csY7" fmla="*/ 1374910 h 1374909"/>
              <a:gd name="csX8" fmla="*/ 17730 w 2213962"/>
              <a:gd name="csY8" fmla="*/ 1374910 h 1374909"/>
              <a:gd name="csX9" fmla="*/ 19947 w 2213962"/>
              <a:gd name="csY9" fmla="*/ 1374910 h 1374909"/>
              <a:gd name="csX10" fmla="*/ 22162 w 2213962"/>
              <a:gd name="csY10" fmla="*/ 1374910 h 1374909"/>
              <a:gd name="csX11" fmla="*/ 24378 w 2213962"/>
              <a:gd name="csY11" fmla="*/ 1374910 h 1374909"/>
              <a:gd name="csX12" fmla="*/ 26594 w 2213962"/>
              <a:gd name="csY12" fmla="*/ 1374910 h 1374909"/>
              <a:gd name="csX13" fmla="*/ 28811 w 2213962"/>
              <a:gd name="csY13" fmla="*/ 1374910 h 1374909"/>
              <a:gd name="csX14" fmla="*/ 31027 w 2213962"/>
              <a:gd name="csY14" fmla="*/ 1374910 h 1374909"/>
              <a:gd name="csX15" fmla="*/ 33243 w 2213962"/>
              <a:gd name="csY15" fmla="*/ 1374910 h 1374909"/>
              <a:gd name="csX16" fmla="*/ 35459 w 2213962"/>
              <a:gd name="csY16" fmla="*/ 1374910 h 1374909"/>
              <a:gd name="csX17" fmla="*/ 37675 w 2213962"/>
              <a:gd name="csY17" fmla="*/ 1374910 h 1374909"/>
              <a:gd name="csX18" fmla="*/ 39892 w 2213962"/>
              <a:gd name="csY18" fmla="*/ 1374910 h 1374909"/>
              <a:gd name="csX19" fmla="*/ 42108 w 2213962"/>
              <a:gd name="csY19" fmla="*/ 1374910 h 1374909"/>
              <a:gd name="csX20" fmla="*/ 44324 w 2213962"/>
              <a:gd name="csY20" fmla="*/ 1374910 h 1374909"/>
              <a:gd name="csX21" fmla="*/ 46540 w 2213962"/>
              <a:gd name="csY21" fmla="*/ 1374910 h 1374909"/>
              <a:gd name="csX22" fmla="*/ 48757 w 2213962"/>
              <a:gd name="csY22" fmla="*/ 1374910 h 1374909"/>
              <a:gd name="csX23" fmla="*/ 50973 w 2213962"/>
              <a:gd name="csY23" fmla="*/ 1374910 h 1374909"/>
              <a:gd name="csX24" fmla="*/ 53189 w 2213962"/>
              <a:gd name="csY24" fmla="*/ 1374910 h 1374909"/>
              <a:gd name="csX25" fmla="*/ 55405 w 2213962"/>
              <a:gd name="csY25" fmla="*/ 1374910 h 1374909"/>
              <a:gd name="csX26" fmla="*/ 57622 w 2213962"/>
              <a:gd name="csY26" fmla="*/ 1374910 h 1374909"/>
              <a:gd name="csX27" fmla="*/ 59837 w 2213962"/>
              <a:gd name="csY27" fmla="*/ 1374910 h 1374909"/>
              <a:gd name="csX28" fmla="*/ 62053 w 2213962"/>
              <a:gd name="csY28" fmla="*/ 1374910 h 1374909"/>
              <a:gd name="csX29" fmla="*/ 64269 w 2213962"/>
              <a:gd name="csY29" fmla="*/ 1374910 h 1374909"/>
              <a:gd name="csX30" fmla="*/ 66485 w 2213962"/>
              <a:gd name="csY30" fmla="*/ 1374910 h 1374909"/>
              <a:gd name="csX31" fmla="*/ 68702 w 2213962"/>
              <a:gd name="csY31" fmla="*/ 1374910 h 1374909"/>
              <a:gd name="csX32" fmla="*/ 70918 w 2213962"/>
              <a:gd name="csY32" fmla="*/ 1374910 h 1374909"/>
              <a:gd name="csX33" fmla="*/ 73134 w 2213962"/>
              <a:gd name="csY33" fmla="*/ 1374910 h 1374909"/>
              <a:gd name="csX34" fmla="*/ 75350 w 2213962"/>
              <a:gd name="csY34" fmla="*/ 1374910 h 1374909"/>
              <a:gd name="csX35" fmla="*/ 77567 w 2213962"/>
              <a:gd name="csY35" fmla="*/ 1374910 h 1374909"/>
              <a:gd name="csX36" fmla="*/ 79783 w 2213962"/>
              <a:gd name="csY36" fmla="*/ 1374910 h 1374909"/>
              <a:gd name="csX37" fmla="*/ 81999 w 2213962"/>
              <a:gd name="csY37" fmla="*/ 1374910 h 1374909"/>
              <a:gd name="csX38" fmla="*/ 84215 w 2213962"/>
              <a:gd name="csY38" fmla="*/ 1374910 h 1374909"/>
              <a:gd name="csX39" fmla="*/ 86432 w 2213962"/>
              <a:gd name="csY39" fmla="*/ 1374910 h 1374909"/>
              <a:gd name="csX40" fmla="*/ 88648 w 2213962"/>
              <a:gd name="csY40" fmla="*/ 1374910 h 1374909"/>
              <a:gd name="csX41" fmla="*/ 90864 w 2213962"/>
              <a:gd name="csY41" fmla="*/ 1374910 h 1374909"/>
              <a:gd name="csX42" fmla="*/ 93080 w 2213962"/>
              <a:gd name="csY42" fmla="*/ 1374910 h 1374909"/>
              <a:gd name="csX43" fmla="*/ 95296 w 2213962"/>
              <a:gd name="csY43" fmla="*/ 1374910 h 1374909"/>
              <a:gd name="csX44" fmla="*/ 97513 w 2213962"/>
              <a:gd name="csY44" fmla="*/ 1374910 h 1374909"/>
              <a:gd name="csX45" fmla="*/ 99728 w 2213962"/>
              <a:gd name="csY45" fmla="*/ 1374910 h 1374909"/>
              <a:gd name="csX46" fmla="*/ 101944 w 2213962"/>
              <a:gd name="csY46" fmla="*/ 1374910 h 1374909"/>
              <a:gd name="csX47" fmla="*/ 104160 w 2213962"/>
              <a:gd name="csY47" fmla="*/ 1374910 h 1374909"/>
              <a:gd name="csX48" fmla="*/ 106377 w 2213962"/>
              <a:gd name="csY48" fmla="*/ 1374910 h 1374909"/>
              <a:gd name="csX49" fmla="*/ 108593 w 2213962"/>
              <a:gd name="csY49" fmla="*/ 1374910 h 1374909"/>
              <a:gd name="csX50" fmla="*/ 110809 w 2213962"/>
              <a:gd name="csY50" fmla="*/ 1374910 h 1374909"/>
              <a:gd name="csX51" fmla="*/ 113025 w 2213962"/>
              <a:gd name="csY51" fmla="*/ 1374910 h 1374909"/>
              <a:gd name="csX52" fmla="*/ 115242 w 2213962"/>
              <a:gd name="csY52" fmla="*/ 1374910 h 1374909"/>
              <a:gd name="csX53" fmla="*/ 117458 w 2213962"/>
              <a:gd name="csY53" fmla="*/ 1374910 h 1374909"/>
              <a:gd name="csX54" fmla="*/ 119674 w 2213962"/>
              <a:gd name="csY54" fmla="*/ 1374910 h 1374909"/>
              <a:gd name="csX55" fmla="*/ 121890 w 2213962"/>
              <a:gd name="csY55" fmla="*/ 1374910 h 1374909"/>
              <a:gd name="csX56" fmla="*/ 124106 w 2213962"/>
              <a:gd name="csY56" fmla="*/ 1374910 h 1374909"/>
              <a:gd name="csX57" fmla="*/ 126323 w 2213962"/>
              <a:gd name="csY57" fmla="*/ 1374910 h 1374909"/>
              <a:gd name="csX58" fmla="*/ 128539 w 2213962"/>
              <a:gd name="csY58" fmla="*/ 1374910 h 1374909"/>
              <a:gd name="csX59" fmla="*/ 130755 w 2213962"/>
              <a:gd name="csY59" fmla="*/ 1374910 h 1374909"/>
              <a:gd name="csX60" fmla="*/ 132971 w 2213962"/>
              <a:gd name="csY60" fmla="*/ 1374910 h 1374909"/>
              <a:gd name="csX61" fmla="*/ 135188 w 2213962"/>
              <a:gd name="csY61" fmla="*/ 1374910 h 1374909"/>
              <a:gd name="csX62" fmla="*/ 137403 w 2213962"/>
              <a:gd name="csY62" fmla="*/ 1374910 h 1374909"/>
              <a:gd name="csX63" fmla="*/ 139619 w 2213962"/>
              <a:gd name="csY63" fmla="*/ 1374910 h 1374909"/>
              <a:gd name="csX64" fmla="*/ 141835 w 2213962"/>
              <a:gd name="csY64" fmla="*/ 1374910 h 1374909"/>
              <a:gd name="csX65" fmla="*/ 144052 w 2213962"/>
              <a:gd name="csY65" fmla="*/ 1374910 h 1374909"/>
              <a:gd name="csX66" fmla="*/ 146268 w 2213962"/>
              <a:gd name="csY66" fmla="*/ 1374910 h 1374909"/>
              <a:gd name="csX67" fmla="*/ 148484 w 2213962"/>
              <a:gd name="csY67" fmla="*/ 1374910 h 1374909"/>
              <a:gd name="csX68" fmla="*/ 150700 w 2213962"/>
              <a:gd name="csY68" fmla="*/ 1374910 h 1374909"/>
              <a:gd name="csX69" fmla="*/ 152916 w 2213962"/>
              <a:gd name="csY69" fmla="*/ 1374910 h 1374909"/>
              <a:gd name="csX70" fmla="*/ 155133 w 2213962"/>
              <a:gd name="csY70" fmla="*/ 1374910 h 1374909"/>
              <a:gd name="csX71" fmla="*/ 157349 w 2213962"/>
              <a:gd name="csY71" fmla="*/ 1374910 h 1374909"/>
              <a:gd name="csX72" fmla="*/ 159565 w 2213962"/>
              <a:gd name="csY72" fmla="*/ 1374910 h 1374909"/>
              <a:gd name="csX73" fmla="*/ 161781 w 2213962"/>
              <a:gd name="csY73" fmla="*/ 1374910 h 1374909"/>
              <a:gd name="csX74" fmla="*/ 163998 w 2213962"/>
              <a:gd name="csY74" fmla="*/ 1374910 h 1374909"/>
              <a:gd name="csX75" fmla="*/ 166214 w 2213962"/>
              <a:gd name="csY75" fmla="*/ 1374910 h 1374909"/>
              <a:gd name="csX76" fmla="*/ 168430 w 2213962"/>
              <a:gd name="csY76" fmla="*/ 1374910 h 1374909"/>
              <a:gd name="csX77" fmla="*/ 170646 w 2213962"/>
              <a:gd name="csY77" fmla="*/ 1374910 h 1374909"/>
              <a:gd name="csX78" fmla="*/ 172863 w 2213962"/>
              <a:gd name="csY78" fmla="*/ 1374910 h 1374909"/>
              <a:gd name="csX79" fmla="*/ 175078 w 2213962"/>
              <a:gd name="csY79" fmla="*/ 1374910 h 1374909"/>
              <a:gd name="csX80" fmla="*/ 177294 w 2213962"/>
              <a:gd name="csY80" fmla="*/ 1374910 h 1374909"/>
              <a:gd name="csX81" fmla="*/ 179510 w 2213962"/>
              <a:gd name="csY81" fmla="*/ 1374910 h 1374909"/>
              <a:gd name="csX82" fmla="*/ 181726 w 2213962"/>
              <a:gd name="csY82" fmla="*/ 1374910 h 1374909"/>
              <a:gd name="csX83" fmla="*/ 183943 w 2213962"/>
              <a:gd name="csY83" fmla="*/ 1374910 h 1374909"/>
              <a:gd name="csX84" fmla="*/ 186159 w 2213962"/>
              <a:gd name="csY84" fmla="*/ 1374910 h 1374909"/>
              <a:gd name="csX85" fmla="*/ 188375 w 2213962"/>
              <a:gd name="csY85" fmla="*/ 1374910 h 1374909"/>
              <a:gd name="csX86" fmla="*/ 190591 w 2213962"/>
              <a:gd name="csY86" fmla="*/ 1374910 h 1374909"/>
              <a:gd name="csX87" fmla="*/ 192808 w 2213962"/>
              <a:gd name="csY87" fmla="*/ 1374910 h 1374909"/>
              <a:gd name="csX88" fmla="*/ 195024 w 2213962"/>
              <a:gd name="csY88" fmla="*/ 1374910 h 1374909"/>
              <a:gd name="csX89" fmla="*/ 197240 w 2213962"/>
              <a:gd name="csY89" fmla="*/ 1374910 h 1374909"/>
              <a:gd name="csX90" fmla="*/ 199456 w 2213962"/>
              <a:gd name="csY90" fmla="*/ 1374910 h 1374909"/>
              <a:gd name="csX91" fmla="*/ 201673 w 2213962"/>
              <a:gd name="csY91" fmla="*/ 1374910 h 1374909"/>
              <a:gd name="csX92" fmla="*/ 203889 w 2213962"/>
              <a:gd name="csY92" fmla="*/ 1374910 h 1374909"/>
              <a:gd name="csX93" fmla="*/ 206105 w 2213962"/>
              <a:gd name="csY93" fmla="*/ 1374910 h 1374909"/>
              <a:gd name="csX94" fmla="*/ 208321 w 2213962"/>
              <a:gd name="csY94" fmla="*/ 1374910 h 1374909"/>
              <a:gd name="csX95" fmla="*/ 210537 w 2213962"/>
              <a:gd name="csY95" fmla="*/ 1374910 h 1374909"/>
              <a:gd name="csX96" fmla="*/ 212753 w 2213962"/>
              <a:gd name="csY96" fmla="*/ 1374910 h 1374909"/>
              <a:gd name="csX97" fmla="*/ 214969 w 2213962"/>
              <a:gd name="csY97" fmla="*/ 1374910 h 1374909"/>
              <a:gd name="csX98" fmla="*/ 217185 w 2213962"/>
              <a:gd name="csY98" fmla="*/ 1374910 h 1374909"/>
              <a:gd name="csX99" fmla="*/ 219401 w 2213962"/>
              <a:gd name="csY99" fmla="*/ 1374910 h 1374909"/>
              <a:gd name="csX100" fmla="*/ 221618 w 2213962"/>
              <a:gd name="csY100" fmla="*/ 1374910 h 1374909"/>
              <a:gd name="csX101" fmla="*/ 223834 w 2213962"/>
              <a:gd name="csY101" fmla="*/ 1374910 h 1374909"/>
              <a:gd name="csX102" fmla="*/ 226050 w 2213962"/>
              <a:gd name="csY102" fmla="*/ 1374910 h 1374909"/>
              <a:gd name="csX103" fmla="*/ 228266 w 2213962"/>
              <a:gd name="csY103" fmla="*/ 1374910 h 1374909"/>
              <a:gd name="csX104" fmla="*/ 230483 w 2213962"/>
              <a:gd name="csY104" fmla="*/ 1374910 h 1374909"/>
              <a:gd name="csX105" fmla="*/ 232699 w 2213962"/>
              <a:gd name="csY105" fmla="*/ 1374910 h 1374909"/>
              <a:gd name="csX106" fmla="*/ 234915 w 2213962"/>
              <a:gd name="csY106" fmla="*/ 1374910 h 1374909"/>
              <a:gd name="csX107" fmla="*/ 237131 w 2213962"/>
              <a:gd name="csY107" fmla="*/ 1374910 h 1374909"/>
              <a:gd name="csX108" fmla="*/ 239348 w 2213962"/>
              <a:gd name="csY108" fmla="*/ 1374910 h 1374909"/>
              <a:gd name="csX109" fmla="*/ 241564 w 2213962"/>
              <a:gd name="csY109" fmla="*/ 1374910 h 1374909"/>
              <a:gd name="csX110" fmla="*/ 243780 w 2213962"/>
              <a:gd name="csY110" fmla="*/ 1374910 h 1374909"/>
              <a:gd name="csX111" fmla="*/ 245996 w 2213962"/>
              <a:gd name="csY111" fmla="*/ 1374910 h 1374909"/>
              <a:gd name="csX112" fmla="*/ 248212 w 2213962"/>
              <a:gd name="csY112" fmla="*/ 1374910 h 1374909"/>
              <a:gd name="csX113" fmla="*/ 250429 w 2213962"/>
              <a:gd name="csY113" fmla="*/ 1374910 h 1374909"/>
              <a:gd name="csX114" fmla="*/ 252644 w 2213962"/>
              <a:gd name="csY114" fmla="*/ 1374910 h 1374909"/>
              <a:gd name="csX115" fmla="*/ 254860 w 2213962"/>
              <a:gd name="csY115" fmla="*/ 1374910 h 1374909"/>
              <a:gd name="csX116" fmla="*/ 257076 w 2213962"/>
              <a:gd name="csY116" fmla="*/ 1374910 h 1374909"/>
              <a:gd name="csX117" fmla="*/ 259293 w 2213962"/>
              <a:gd name="csY117" fmla="*/ 1374910 h 1374909"/>
              <a:gd name="csX118" fmla="*/ 261509 w 2213962"/>
              <a:gd name="csY118" fmla="*/ 1374910 h 1374909"/>
              <a:gd name="csX119" fmla="*/ 263725 w 2213962"/>
              <a:gd name="csY119" fmla="*/ 1374910 h 1374909"/>
              <a:gd name="csX120" fmla="*/ 265941 w 2213962"/>
              <a:gd name="csY120" fmla="*/ 1374910 h 1374909"/>
              <a:gd name="csX121" fmla="*/ 268158 w 2213962"/>
              <a:gd name="csY121" fmla="*/ 1374910 h 1374909"/>
              <a:gd name="csX122" fmla="*/ 270374 w 2213962"/>
              <a:gd name="csY122" fmla="*/ 1374910 h 1374909"/>
              <a:gd name="csX123" fmla="*/ 272590 w 2213962"/>
              <a:gd name="csY123" fmla="*/ 1374910 h 1374909"/>
              <a:gd name="csX124" fmla="*/ 274806 w 2213962"/>
              <a:gd name="csY124" fmla="*/ 1374910 h 1374909"/>
              <a:gd name="csX125" fmla="*/ 277022 w 2213962"/>
              <a:gd name="csY125" fmla="*/ 1374910 h 1374909"/>
              <a:gd name="csX126" fmla="*/ 279239 w 2213962"/>
              <a:gd name="csY126" fmla="*/ 1374910 h 1374909"/>
              <a:gd name="csX127" fmla="*/ 281455 w 2213962"/>
              <a:gd name="csY127" fmla="*/ 1374910 h 1374909"/>
              <a:gd name="csX128" fmla="*/ 283671 w 2213962"/>
              <a:gd name="csY128" fmla="*/ 1374910 h 1374909"/>
              <a:gd name="csX129" fmla="*/ 285887 w 2213962"/>
              <a:gd name="csY129" fmla="*/ 1374910 h 1374909"/>
              <a:gd name="csX130" fmla="*/ 288104 w 2213962"/>
              <a:gd name="csY130" fmla="*/ 1374910 h 1374909"/>
              <a:gd name="csX131" fmla="*/ 290319 w 2213962"/>
              <a:gd name="csY131" fmla="*/ 1374910 h 1374909"/>
              <a:gd name="csX132" fmla="*/ 292535 w 2213962"/>
              <a:gd name="csY132" fmla="*/ 1374910 h 1374909"/>
              <a:gd name="csX133" fmla="*/ 294751 w 2213962"/>
              <a:gd name="csY133" fmla="*/ 1374910 h 1374909"/>
              <a:gd name="csX134" fmla="*/ 296968 w 2213962"/>
              <a:gd name="csY134" fmla="*/ 1374910 h 1374909"/>
              <a:gd name="csX135" fmla="*/ 299184 w 2213962"/>
              <a:gd name="csY135" fmla="*/ 1374910 h 1374909"/>
              <a:gd name="csX136" fmla="*/ 301400 w 2213962"/>
              <a:gd name="csY136" fmla="*/ 1374910 h 1374909"/>
              <a:gd name="csX137" fmla="*/ 303616 w 2213962"/>
              <a:gd name="csY137" fmla="*/ 1374910 h 1374909"/>
              <a:gd name="csX138" fmla="*/ 305832 w 2213962"/>
              <a:gd name="csY138" fmla="*/ 1374910 h 1374909"/>
              <a:gd name="csX139" fmla="*/ 308049 w 2213962"/>
              <a:gd name="csY139" fmla="*/ 1374910 h 1374909"/>
              <a:gd name="csX140" fmla="*/ 310265 w 2213962"/>
              <a:gd name="csY140" fmla="*/ 1374910 h 1374909"/>
              <a:gd name="csX141" fmla="*/ 312481 w 2213962"/>
              <a:gd name="csY141" fmla="*/ 1374910 h 1374909"/>
              <a:gd name="csX142" fmla="*/ 314697 w 2213962"/>
              <a:gd name="csY142" fmla="*/ 1374910 h 1374909"/>
              <a:gd name="csX143" fmla="*/ 316914 w 2213962"/>
              <a:gd name="csY143" fmla="*/ 1374910 h 1374909"/>
              <a:gd name="csX144" fmla="*/ 319130 w 2213962"/>
              <a:gd name="csY144" fmla="*/ 1374910 h 1374909"/>
              <a:gd name="csX145" fmla="*/ 321346 w 2213962"/>
              <a:gd name="csY145" fmla="*/ 1374910 h 1374909"/>
              <a:gd name="csX146" fmla="*/ 323562 w 2213962"/>
              <a:gd name="csY146" fmla="*/ 1374910 h 1374909"/>
              <a:gd name="csX147" fmla="*/ 325779 w 2213962"/>
              <a:gd name="csY147" fmla="*/ 1374910 h 1374909"/>
              <a:gd name="csX148" fmla="*/ 327994 w 2213962"/>
              <a:gd name="csY148" fmla="*/ 1374910 h 1374909"/>
              <a:gd name="csX149" fmla="*/ 330210 w 2213962"/>
              <a:gd name="csY149" fmla="*/ 1374910 h 1374909"/>
              <a:gd name="csX150" fmla="*/ 332426 w 2213962"/>
              <a:gd name="csY150" fmla="*/ 1374910 h 1374909"/>
              <a:gd name="csX151" fmla="*/ 334642 w 2213962"/>
              <a:gd name="csY151" fmla="*/ 1374910 h 1374909"/>
              <a:gd name="csX152" fmla="*/ 336859 w 2213962"/>
              <a:gd name="csY152" fmla="*/ 1374910 h 1374909"/>
              <a:gd name="csX153" fmla="*/ 339075 w 2213962"/>
              <a:gd name="csY153" fmla="*/ 1374910 h 1374909"/>
              <a:gd name="csX154" fmla="*/ 341291 w 2213962"/>
              <a:gd name="csY154" fmla="*/ 1374910 h 1374909"/>
              <a:gd name="csX155" fmla="*/ 343507 w 2213962"/>
              <a:gd name="csY155" fmla="*/ 1374910 h 1374909"/>
              <a:gd name="csX156" fmla="*/ 345724 w 2213962"/>
              <a:gd name="csY156" fmla="*/ 1374910 h 1374909"/>
              <a:gd name="csX157" fmla="*/ 347940 w 2213962"/>
              <a:gd name="csY157" fmla="*/ 1374910 h 1374909"/>
              <a:gd name="csX158" fmla="*/ 350156 w 2213962"/>
              <a:gd name="csY158" fmla="*/ 1374910 h 1374909"/>
              <a:gd name="csX159" fmla="*/ 352372 w 2213962"/>
              <a:gd name="csY159" fmla="*/ 1374910 h 1374909"/>
              <a:gd name="csX160" fmla="*/ 354589 w 2213962"/>
              <a:gd name="csY160" fmla="*/ 1374910 h 1374909"/>
              <a:gd name="csX161" fmla="*/ 356805 w 2213962"/>
              <a:gd name="csY161" fmla="*/ 1374910 h 1374909"/>
              <a:gd name="csX162" fmla="*/ 359021 w 2213962"/>
              <a:gd name="csY162" fmla="*/ 1374910 h 1374909"/>
              <a:gd name="csX163" fmla="*/ 361237 w 2213962"/>
              <a:gd name="csY163" fmla="*/ 1374910 h 1374909"/>
              <a:gd name="csX164" fmla="*/ 363453 w 2213962"/>
              <a:gd name="csY164" fmla="*/ 1374910 h 1374909"/>
              <a:gd name="csX165" fmla="*/ 365670 w 2213962"/>
              <a:gd name="csY165" fmla="*/ 1374910 h 1374909"/>
              <a:gd name="csX166" fmla="*/ 367885 w 2213962"/>
              <a:gd name="csY166" fmla="*/ 1374910 h 1374909"/>
              <a:gd name="csX167" fmla="*/ 370101 w 2213962"/>
              <a:gd name="csY167" fmla="*/ 1374910 h 1374909"/>
              <a:gd name="csX168" fmla="*/ 372317 w 2213962"/>
              <a:gd name="csY168" fmla="*/ 1374910 h 1374909"/>
              <a:gd name="csX169" fmla="*/ 374534 w 2213962"/>
              <a:gd name="csY169" fmla="*/ 1374910 h 1374909"/>
              <a:gd name="csX170" fmla="*/ 376750 w 2213962"/>
              <a:gd name="csY170" fmla="*/ 1374910 h 1374909"/>
              <a:gd name="csX171" fmla="*/ 378966 w 2213962"/>
              <a:gd name="csY171" fmla="*/ 1374910 h 1374909"/>
              <a:gd name="csX172" fmla="*/ 381182 w 2213962"/>
              <a:gd name="csY172" fmla="*/ 1374910 h 1374909"/>
              <a:gd name="csX173" fmla="*/ 383399 w 2213962"/>
              <a:gd name="csY173" fmla="*/ 1374910 h 1374909"/>
              <a:gd name="csX174" fmla="*/ 385615 w 2213962"/>
              <a:gd name="csY174" fmla="*/ 1374910 h 1374909"/>
              <a:gd name="csX175" fmla="*/ 387831 w 2213962"/>
              <a:gd name="csY175" fmla="*/ 1374910 h 1374909"/>
              <a:gd name="csX176" fmla="*/ 390047 w 2213962"/>
              <a:gd name="csY176" fmla="*/ 1374910 h 1374909"/>
              <a:gd name="csX177" fmla="*/ 392263 w 2213962"/>
              <a:gd name="csY177" fmla="*/ 1374910 h 1374909"/>
              <a:gd name="csX178" fmla="*/ 394480 w 2213962"/>
              <a:gd name="csY178" fmla="*/ 1374910 h 1374909"/>
              <a:gd name="csX179" fmla="*/ 396696 w 2213962"/>
              <a:gd name="csY179" fmla="*/ 1374910 h 1374909"/>
              <a:gd name="csX180" fmla="*/ 398912 w 2213962"/>
              <a:gd name="csY180" fmla="*/ 1374910 h 1374909"/>
              <a:gd name="csX181" fmla="*/ 401128 w 2213962"/>
              <a:gd name="csY181" fmla="*/ 1374910 h 1374909"/>
              <a:gd name="csX182" fmla="*/ 403345 w 2213962"/>
              <a:gd name="csY182" fmla="*/ 1374910 h 1374909"/>
              <a:gd name="csX183" fmla="*/ 405560 w 2213962"/>
              <a:gd name="csY183" fmla="*/ 1374910 h 1374909"/>
              <a:gd name="csX184" fmla="*/ 407776 w 2213962"/>
              <a:gd name="csY184" fmla="*/ 1374910 h 1374909"/>
              <a:gd name="csX185" fmla="*/ 409992 w 2213962"/>
              <a:gd name="csY185" fmla="*/ 1374910 h 1374909"/>
              <a:gd name="csX186" fmla="*/ 412209 w 2213962"/>
              <a:gd name="csY186" fmla="*/ 1374910 h 1374909"/>
              <a:gd name="csX187" fmla="*/ 414425 w 2213962"/>
              <a:gd name="csY187" fmla="*/ 1374910 h 1374909"/>
              <a:gd name="csX188" fmla="*/ 416641 w 2213962"/>
              <a:gd name="csY188" fmla="*/ 1374910 h 1374909"/>
              <a:gd name="csX189" fmla="*/ 418857 w 2213962"/>
              <a:gd name="csY189" fmla="*/ 1374910 h 1374909"/>
              <a:gd name="csX190" fmla="*/ 421074 w 2213962"/>
              <a:gd name="csY190" fmla="*/ 1374910 h 1374909"/>
              <a:gd name="csX191" fmla="*/ 423290 w 2213962"/>
              <a:gd name="csY191" fmla="*/ 1374910 h 1374909"/>
              <a:gd name="csX192" fmla="*/ 425506 w 2213962"/>
              <a:gd name="csY192" fmla="*/ 1374910 h 1374909"/>
              <a:gd name="csX193" fmla="*/ 427722 w 2213962"/>
              <a:gd name="csY193" fmla="*/ 1374910 h 1374909"/>
              <a:gd name="csX194" fmla="*/ 429938 w 2213962"/>
              <a:gd name="csY194" fmla="*/ 1374910 h 1374909"/>
              <a:gd name="csX195" fmla="*/ 432155 w 2213962"/>
              <a:gd name="csY195" fmla="*/ 1374910 h 1374909"/>
              <a:gd name="csX196" fmla="*/ 434371 w 2213962"/>
              <a:gd name="csY196" fmla="*/ 1374910 h 1374909"/>
              <a:gd name="csX197" fmla="*/ 436587 w 2213962"/>
              <a:gd name="csY197" fmla="*/ 1374910 h 1374909"/>
              <a:gd name="csX198" fmla="*/ 438803 w 2213962"/>
              <a:gd name="csY198" fmla="*/ 1374910 h 1374909"/>
              <a:gd name="csX199" fmla="*/ 441020 w 2213962"/>
              <a:gd name="csY199" fmla="*/ 1374910 h 1374909"/>
              <a:gd name="csX200" fmla="*/ 443235 w 2213962"/>
              <a:gd name="csY200" fmla="*/ 1374910 h 1374909"/>
              <a:gd name="csX201" fmla="*/ 445451 w 2213962"/>
              <a:gd name="csY201" fmla="*/ 1374910 h 1374909"/>
              <a:gd name="csX202" fmla="*/ 447667 w 2213962"/>
              <a:gd name="csY202" fmla="*/ 1374910 h 1374909"/>
              <a:gd name="csX203" fmla="*/ 449884 w 2213962"/>
              <a:gd name="csY203" fmla="*/ 1374910 h 1374909"/>
              <a:gd name="csX204" fmla="*/ 452100 w 2213962"/>
              <a:gd name="csY204" fmla="*/ 1374910 h 1374909"/>
              <a:gd name="csX205" fmla="*/ 454316 w 2213962"/>
              <a:gd name="csY205" fmla="*/ 1374910 h 1374909"/>
              <a:gd name="csX206" fmla="*/ 456532 w 2213962"/>
              <a:gd name="csY206" fmla="*/ 1374910 h 1374909"/>
              <a:gd name="csX207" fmla="*/ 458748 w 2213962"/>
              <a:gd name="csY207" fmla="*/ 1374910 h 1374909"/>
              <a:gd name="csX208" fmla="*/ 460965 w 2213962"/>
              <a:gd name="csY208" fmla="*/ 1374910 h 1374909"/>
              <a:gd name="csX209" fmla="*/ 463181 w 2213962"/>
              <a:gd name="csY209" fmla="*/ 1374910 h 1374909"/>
              <a:gd name="csX210" fmla="*/ 465397 w 2213962"/>
              <a:gd name="csY210" fmla="*/ 1374910 h 1374909"/>
              <a:gd name="csX211" fmla="*/ 467613 w 2213962"/>
              <a:gd name="csY211" fmla="*/ 1374910 h 1374909"/>
              <a:gd name="csX212" fmla="*/ 469830 w 2213962"/>
              <a:gd name="csY212" fmla="*/ 1374910 h 1374909"/>
              <a:gd name="csX213" fmla="*/ 472046 w 2213962"/>
              <a:gd name="csY213" fmla="*/ 1374910 h 1374909"/>
              <a:gd name="csX214" fmla="*/ 474262 w 2213962"/>
              <a:gd name="csY214" fmla="*/ 1374899 h 1374909"/>
              <a:gd name="csX215" fmla="*/ 476478 w 2213962"/>
              <a:gd name="csY215" fmla="*/ 1374899 h 1374909"/>
              <a:gd name="csX216" fmla="*/ 478695 w 2213962"/>
              <a:gd name="csY216" fmla="*/ 1374899 h 1374909"/>
              <a:gd name="csX217" fmla="*/ 480910 w 2213962"/>
              <a:gd name="csY217" fmla="*/ 1374899 h 1374909"/>
              <a:gd name="csX218" fmla="*/ 483126 w 2213962"/>
              <a:gd name="csY218" fmla="*/ 1374899 h 1374909"/>
              <a:gd name="csX219" fmla="*/ 485342 w 2213962"/>
              <a:gd name="csY219" fmla="*/ 1374899 h 1374909"/>
              <a:gd name="csX220" fmla="*/ 487558 w 2213962"/>
              <a:gd name="csY220" fmla="*/ 1374899 h 1374909"/>
              <a:gd name="csX221" fmla="*/ 489775 w 2213962"/>
              <a:gd name="csY221" fmla="*/ 1374899 h 1374909"/>
              <a:gd name="csX222" fmla="*/ 491991 w 2213962"/>
              <a:gd name="csY222" fmla="*/ 1374899 h 1374909"/>
              <a:gd name="csX223" fmla="*/ 494207 w 2213962"/>
              <a:gd name="csY223" fmla="*/ 1374899 h 1374909"/>
              <a:gd name="csX224" fmla="*/ 496423 w 2213962"/>
              <a:gd name="csY224" fmla="*/ 1374899 h 1374909"/>
              <a:gd name="csX225" fmla="*/ 498640 w 2213962"/>
              <a:gd name="csY225" fmla="*/ 1374889 h 1374909"/>
              <a:gd name="csX226" fmla="*/ 500856 w 2213962"/>
              <a:gd name="csY226" fmla="*/ 1374889 h 1374909"/>
              <a:gd name="csX227" fmla="*/ 503072 w 2213962"/>
              <a:gd name="csY227" fmla="*/ 1374889 h 1374909"/>
              <a:gd name="csX228" fmla="*/ 505288 w 2213962"/>
              <a:gd name="csY228" fmla="*/ 1374889 h 1374909"/>
              <a:gd name="csX229" fmla="*/ 507505 w 2213962"/>
              <a:gd name="csY229" fmla="*/ 1374889 h 1374909"/>
              <a:gd name="csX230" fmla="*/ 509721 w 2213962"/>
              <a:gd name="csY230" fmla="*/ 1374889 h 1374909"/>
              <a:gd name="csX231" fmla="*/ 511937 w 2213962"/>
              <a:gd name="csY231" fmla="*/ 1374879 h 1374909"/>
              <a:gd name="csX232" fmla="*/ 514153 w 2213962"/>
              <a:gd name="csY232" fmla="*/ 1374879 h 1374909"/>
              <a:gd name="csX233" fmla="*/ 516369 w 2213962"/>
              <a:gd name="csY233" fmla="*/ 1374879 h 1374909"/>
              <a:gd name="csX234" fmla="*/ 518586 w 2213962"/>
              <a:gd name="csY234" fmla="*/ 1374868 h 1374909"/>
              <a:gd name="csX235" fmla="*/ 520801 w 2213962"/>
              <a:gd name="csY235" fmla="*/ 1374868 h 1374909"/>
              <a:gd name="csX236" fmla="*/ 523017 w 2213962"/>
              <a:gd name="csY236" fmla="*/ 1374868 h 1374909"/>
              <a:gd name="csX237" fmla="*/ 525233 w 2213962"/>
              <a:gd name="csY237" fmla="*/ 1374858 h 1374909"/>
              <a:gd name="csX238" fmla="*/ 527450 w 2213962"/>
              <a:gd name="csY238" fmla="*/ 1374858 h 1374909"/>
              <a:gd name="csX239" fmla="*/ 529666 w 2213962"/>
              <a:gd name="csY239" fmla="*/ 1374848 h 1374909"/>
              <a:gd name="csX240" fmla="*/ 531882 w 2213962"/>
              <a:gd name="csY240" fmla="*/ 1374848 h 1374909"/>
              <a:gd name="csX241" fmla="*/ 534098 w 2213962"/>
              <a:gd name="csY241" fmla="*/ 1374837 h 1374909"/>
              <a:gd name="csX242" fmla="*/ 536315 w 2213962"/>
              <a:gd name="csY242" fmla="*/ 1374837 h 1374909"/>
              <a:gd name="csX243" fmla="*/ 538531 w 2213962"/>
              <a:gd name="csY243" fmla="*/ 1374827 h 1374909"/>
              <a:gd name="csX244" fmla="*/ 540747 w 2213962"/>
              <a:gd name="csY244" fmla="*/ 1374816 h 1374909"/>
              <a:gd name="csX245" fmla="*/ 542963 w 2213962"/>
              <a:gd name="csY245" fmla="*/ 1374816 h 1374909"/>
              <a:gd name="csX246" fmla="*/ 545179 w 2213962"/>
              <a:gd name="csY246" fmla="*/ 1374806 h 1374909"/>
              <a:gd name="csX247" fmla="*/ 547396 w 2213962"/>
              <a:gd name="csY247" fmla="*/ 1374796 h 1374909"/>
              <a:gd name="csX248" fmla="*/ 549612 w 2213962"/>
              <a:gd name="csY248" fmla="*/ 1374786 h 1374909"/>
              <a:gd name="csX249" fmla="*/ 551828 w 2213962"/>
              <a:gd name="csY249" fmla="*/ 1374775 h 1374909"/>
              <a:gd name="csX250" fmla="*/ 554044 w 2213962"/>
              <a:gd name="csY250" fmla="*/ 1374765 h 1374909"/>
              <a:gd name="csX251" fmla="*/ 556261 w 2213962"/>
              <a:gd name="csY251" fmla="*/ 1374744 h 1374909"/>
              <a:gd name="csX252" fmla="*/ 558476 w 2213962"/>
              <a:gd name="csY252" fmla="*/ 1374734 h 1374909"/>
              <a:gd name="csX253" fmla="*/ 560692 w 2213962"/>
              <a:gd name="csY253" fmla="*/ 1374713 h 1374909"/>
              <a:gd name="csX254" fmla="*/ 562908 w 2213962"/>
              <a:gd name="csY254" fmla="*/ 1374703 h 1374909"/>
              <a:gd name="csX255" fmla="*/ 565125 w 2213962"/>
              <a:gd name="csY255" fmla="*/ 1374682 h 1374909"/>
              <a:gd name="csX256" fmla="*/ 567341 w 2213962"/>
              <a:gd name="csY256" fmla="*/ 1374661 h 1374909"/>
              <a:gd name="csX257" fmla="*/ 569557 w 2213962"/>
              <a:gd name="csY257" fmla="*/ 1374641 h 1374909"/>
              <a:gd name="csX258" fmla="*/ 571773 w 2213962"/>
              <a:gd name="csY258" fmla="*/ 1374620 h 1374909"/>
              <a:gd name="csX259" fmla="*/ 573989 w 2213962"/>
              <a:gd name="csY259" fmla="*/ 1374599 h 1374909"/>
              <a:gd name="csX260" fmla="*/ 576206 w 2213962"/>
              <a:gd name="csY260" fmla="*/ 1374568 h 1374909"/>
              <a:gd name="csX261" fmla="*/ 578422 w 2213962"/>
              <a:gd name="csY261" fmla="*/ 1374537 h 1374909"/>
              <a:gd name="csX262" fmla="*/ 580638 w 2213962"/>
              <a:gd name="csY262" fmla="*/ 1374506 h 1374909"/>
              <a:gd name="csX263" fmla="*/ 582854 w 2213962"/>
              <a:gd name="csY263" fmla="*/ 1374475 h 1374909"/>
              <a:gd name="csX264" fmla="*/ 585071 w 2213962"/>
              <a:gd name="csY264" fmla="*/ 1374444 h 1374909"/>
              <a:gd name="csX265" fmla="*/ 587287 w 2213962"/>
              <a:gd name="csY265" fmla="*/ 1374403 h 1374909"/>
              <a:gd name="csX266" fmla="*/ 589503 w 2213962"/>
              <a:gd name="csY266" fmla="*/ 1374361 h 1374909"/>
              <a:gd name="csX267" fmla="*/ 591719 w 2213962"/>
              <a:gd name="csY267" fmla="*/ 1374320 h 1374909"/>
              <a:gd name="csX268" fmla="*/ 593936 w 2213962"/>
              <a:gd name="csY268" fmla="*/ 1374268 h 1374909"/>
              <a:gd name="csX269" fmla="*/ 596152 w 2213962"/>
              <a:gd name="csY269" fmla="*/ 1374216 h 1374909"/>
              <a:gd name="csX270" fmla="*/ 598367 w 2213962"/>
              <a:gd name="csY270" fmla="*/ 1374164 h 1374909"/>
              <a:gd name="csX271" fmla="*/ 600583 w 2213962"/>
              <a:gd name="csY271" fmla="*/ 1374102 h 1374909"/>
              <a:gd name="csX272" fmla="*/ 602799 w 2213962"/>
              <a:gd name="csY272" fmla="*/ 1374040 h 1374909"/>
              <a:gd name="csX273" fmla="*/ 605016 w 2213962"/>
              <a:gd name="csY273" fmla="*/ 1373968 h 1374909"/>
              <a:gd name="csX274" fmla="*/ 607232 w 2213962"/>
              <a:gd name="csY274" fmla="*/ 1373895 h 1374909"/>
              <a:gd name="csX275" fmla="*/ 609448 w 2213962"/>
              <a:gd name="csY275" fmla="*/ 1373823 h 1374909"/>
              <a:gd name="csX276" fmla="*/ 611664 w 2213962"/>
              <a:gd name="csY276" fmla="*/ 1373730 h 1374909"/>
              <a:gd name="csX277" fmla="*/ 613881 w 2213962"/>
              <a:gd name="csY277" fmla="*/ 1373647 h 1374909"/>
              <a:gd name="csX278" fmla="*/ 616097 w 2213962"/>
              <a:gd name="csY278" fmla="*/ 1373543 h 1374909"/>
              <a:gd name="csX279" fmla="*/ 618313 w 2213962"/>
              <a:gd name="csY279" fmla="*/ 1373440 h 1374909"/>
              <a:gd name="csX280" fmla="*/ 620529 w 2213962"/>
              <a:gd name="csY280" fmla="*/ 1373326 h 1374909"/>
              <a:gd name="csX281" fmla="*/ 622746 w 2213962"/>
              <a:gd name="csY281" fmla="*/ 1373212 h 1374909"/>
              <a:gd name="csX282" fmla="*/ 624962 w 2213962"/>
              <a:gd name="csY282" fmla="*/ 1373088 h 1374909"/>
              <a:gd name="csX283" fmla="*/ 627178 w 2213962"/>
              <a:gd name="csY283" fmla="*/ 1372954 h 1374909"/>
              <a:gd name="csX284" fmla="*/ 629394 w 2213962"/>
              <a:gd name="csY284" fmla="*/ 1372809 h 1374909"/>
              <a:gd name="csX285" fmla="*/ 631611 w 2213962"/>
              <a:gd name="csY285" fmla="*/ 1372653 h 1374909"/>
              <a:gd name="csX286" fmla="*/ 633827 w 2213962"/>
              <a:gd name="csY286" fmla="*/ 1372488 h 1374909"/>
              <a:gd name="csX287" fmla="*/ 636042 w 2213962"/>
              <a:gd name="csY287" fmla="*/ 1372302 h 1374909"/>
              <a:gd name="csX288" fmla="*/ 638258 w 2213962"/>
              <a:gd name="csY288" fmla="*/ 1372115 h 1374909"/>
              <a:gd name="csX289" fmla="*/ 640474 w 2213962"/>
              <a:gd name="csY289" fmla="*/ 1371919 h 1374909"/>
              <a:gd name="csX290" fmla="*/ 642691 w 2213962"/>
              <a:gd name="csY290" fmla="*/ 1371701 h 1374909"/>
              <a:gd name="csX291" fmla="*/ 644907 w 2213962"/>
              <a:gd name="csY291" fmla="*/ 1371473 h 1374909"/>
              <a:gd name="csX292" fmla="*/ 647123 w 2213962"/>
              <a:gd name="csY292" fmla="*/ 1371235 h 1374909"/>
              <a:gd name="csX293" fmla="*/ 649339 w 2213962"/>
              <a:gd name="csY293" fmla="*/ 1370977 h 1374909"/>
              <a:gd name="csX294" fmla="*/ 651556 w 2213962"/>
              <a:gd name="csY294" fmla="*/ 1370697 h 1374909"/>
              <a:gd name="csX295" fmla="*/ 653772 w 2213962"/>
              <a:gd name="csY295" fmla="*/ 1370408 h 1374909"/>
              <a:gd name="csX296" fmla="*/ 655988 w 2213962"/>
              <a:gd name="csY296" fmla="*/ 1370097 h 1374909"/>
              <a:gd name="csX297" fmla="*/ 658204 w 2213962"/>
              <a:gd name="csY297" fmla="*/ 1369766 h 1374909"/>
              <a:gd name="csX298" fmla="*/ 660421 w 2213962"/>
              <a:gd name="csY298" fmla="*/ 1369414 h 1374909"/>
              <a:gd name="csX299" fmla="*/ 662637 w 2213962"/>
              <a:gd name="csY299" fmla="*/ 1369041 h 1374909"/>
              <a:gd name="csX300" fmla="*/ 664853 w 2213962"/>
              <a:gd name="csY300" fmla="*/ 1368648 h 1374909"/>
              <a:gd name="csX301" fmla="*/ 667069 w 2213962"/>
              <a:gd name="csY301" fmla="*/ 1368224 h 1374909"/>
              <a:gd name="csX302" fmla="*/ 669285 w 2213962"/>
              <a:gd name="csY302" fmla="*/ 1367779 h 1374909"/>
              <a:gd name="csX303" fmla="*/ 671502 w 2213962"/>
              <a:gd name="csY303" fmla="*/ 1367313 h 1374909"/>
              <a:gd name="csX304" fmla="*/ 673717 w 2213962"/>
              <a:gd name="csY304" fmla="*/ 1366806 h 1374909"/>
              <a:gd name="csX305" fmla="*/ 675933 w 2213962"/>
              <a:gd name="csY305" fmla="*/ 1366278 h 1374909"/>
              <a:gd name="csX306" fmla="*/ 678149 w 2213962"/>
              <a:gd name="csY306" fmla="*/ 1365719 h 1374909"/>
              <a:gd name="csX307" fmla="*/ 680366 w 2213962"/>
              <a:gd name="csY307" fmla="*/ 1365129 h 1374909"/>
              <a:gd name="csX308" fmla="*/ 682582 w 2213962"/>
              <a:gd name="csY308" fmla="*/ 1364508 h 1374909"/>
              <a:gd name="csX309" fmla="*/ 684798 w 2213962"/>
              <a:gd name="csY309" fmla="*/ 1363846 h 1374909"/>
              <a:gd name="csX310" fmla="*/ 687014 w 2213962"/>
              <a:gd name="csY310" fmla="*/ 1363142 h 1374909"/>
              <a:gd name="csX311" fmla="*/ 689231 w 2213962"/>
              <a:gd name="csY311" fmla="*/ 1362407 h 1374909"/>
              <a:gd name="csX312" fmla="*/ 691447 w 2213962"/>
              <a:gd name="csY312" fmla="*/ 1361620 h 1374909"/>
              <a:gd name="csX313" fmla="*/ 693663 w 2213962"/>
              <a:gd name="csY313" fmla="*/ 1360803 h 1374909"/>
              <a:gd name="csX314" fmla="*/ 695879 w 2213962"/>
              <a:gd name="csY314" fmla="*/ 1359933 h 1374909"/>
              <a:gd name="csX315" fmla="*/ 698095 w 2213962"/>
              <a:gd name="csY315" fmla="*/ 1359012 h 1374909"/>
              <a:gd name="csX316" fmla="*/ 700312 w 2213962"/>
              <a:gd name="csY316" fmla="*/ 1358050 h 1374909"/>
              <a:gd name="csX317" fmla="*/ 702528 w 2213962"/>
              <a:gd name="csY317" fmla="*/ 1357035 h 1374909"/>
              <a:gd name="csX318" fmla="*/ 704744 w 2213962"/>
              <a:gd name="csY318" fmla="*/ 1355969 h 1374909"/>
              <a:gd name="csX319" fmla="*/ 706960 w 2213962"/>
              <a:gd name="csY319" fmla="*/ 1354841 h 1374909"/>
              <a:gd name="csX320" fmla="*/ 709177 w 2213962"/>
              <a:gd name="csY320" fmla="*/ 1353651 h 1374909"/>
              <a:gd name="csX321" fmla="*/ 711392 w 2213962"/>
              <a:gd name="csY321" fmla="*/ 1352409 h 1374909"/>
              <a:gd name="csX322" fmla="*/ 713608 w 2213962"/>
              <a:gd name="csY322" fmla="*/ 1351094 h 1374909"/>
              <a:gd name="csX323" fmla="*/ 715824 w 2213962"/>
              <a:gd name="csY323" fmla="*/ 1349718 h 1374909"/>
              <a:gd name="csX324" fmla="*/ 718041 w 2213962"/>
              <a:gd name="csY324" fmla="*/ 1348279 h 1374909"/>
              <a:gd name="csX325" fmla="*/ 720257 w 2213962"/>
              <a:gd name="csY325" fmla="*/ 1346758 h 1374909"/>
              <a:gd name="csX326" fmla="*/ 722473 w 2213962"/>
              <a:gd name="csY326" fmla="*/ 1345164 h 1374909"/>
              <a:gd name="csX327" fmla="*/ 724689 w 2213962"/>
              <a:gd name="csY327" fmla="*/ 1343498 h 1374909"/>
              <a:gd name="csX328" fmla="*/ 726905 w 2213962"/>
              <a:gd name="csY328" fmla="*/ 1341748 h 1374909"/>
              <a:gd name="csX329" fmla="*/ 729122 w 2213962"/>
              <a:gd name="csY329" fmla="*/ 1339916 h 1374909"/>
              <a:gd name="csX330" fmla="*/ 731338 w 2213962"/>
              <a:gd name="csY330" fmla="*/ 1337991 h 1374909"/>
              <a:gd name="csX331" fmla="*/ 733554 w 2213962"/>
              <a:gd name="csY331" fmla="*/ 1335983 h 1374909"/>
              <a:gd name="csX332" fmla="*/ 735770 w 2213962"/>
              <a:gd name="csY332" fmla="*/ 1333872 h 1374909"/>
              <a:gd name="csX333" fmla="*/ 737987 w 2213962"/>
              <a:gd name="csY333" fmla="*/ 1331667 h 1374909"/>
              <a:gd name="csX334" fmla="*/ 740203 w 2213962"/>
              <a:gd name="csY334" fmla="*/ 1329370 h 1374909"/>
              <a:gd name="csX335" fmla="*/ 742419 w 2213962"/>
              <a:gd name="csY335" fmla="*/ 1326958 h 1374909"/>
              <a:gd name="csX336" fmla="*/ 744635 w 2213962"/>
              <a:gd name="csY336" fmla="*/ 1324454 h 1374909"/>
              <a:gd name="csX337" fmla="*/ 746852 w 2213962"/>
              <a:gd name="csY337" fmla="*/ 1321825 h 1374909"/>
              <a:gd name="csX338" fmla="*/ 749068 w 2213962"/>
              <a:gd name="csY338" fmla="*/ 1319082 h 1374909"/>
              <a:gd name="csX339" fmla="*/ 751283 w 2213962"/>
              <a:gd name="csY339" fmla="*/ 1316225 h 1374909"/>
              <a:gd name="csX340" fmla="*/ 753499 w 2213962"/>
              <a:gd name="csY340" fmla="*/ 1313244 h 1374909"/>
              <a:gd name="csX341" fmla="*/ 755715 w 2213962"/>
              <a:gd name="csY341" fmla="*/ 1310139 h 1374909"/>
              <a:gd name="csX342" fmla="*/ 757932 w 2213962"/>
              <a:gd name="csY342" fmla="*/ 1306910 h 1374909"/>
              <a:gd name="csX343" fmla="*/ 760148 w 2213962"/>
              <a:gd name="csY343" fmla="*/ 1303536 h 1374909"/>
              <a:gd name="csX344" fmla="*/ 762364 w 2213962"/>
              <a:gd name="csY344" fmla="*/ 1300038 h 1374909"/>
              <a:gd name="csX345" fmla="*/ 764580 w 2213962"/>
              <a:gd name="csY345" fmla="*/ 1296384 h 1374909"/>
              <a:gd name="csX346" fmla="*/ 766797 w 2213962"/>
              <a:gd name="csY346" fmla="*/ 1292596 h 1374909"/>
              <a:gd name="csX347" fmla="*/ 769013 w 2213962"/>
              <a:gd name="csY347" fmla="*/ 1288653 h 1374909"/>
              <a:gd name="csX348" fmla="*/ 771229 w 2213962"/>
              <a:gd name="csY348" fmla="*/ 1284554 h 1374909"/>
              <a:gd name="csX349" fmla="*/ 773445 w 2213962"/>
              <a:gd name="csY349" fmla="*/ 1280300 h 1374909"/>
              <a:gd name="csX350" fmla="*/ 775662 w 2213962"/>
              <a:gd name="csY350" fmla="*/ 1275891 h 1374909"/>
              <a:gd name="csX351" fmla="*/ 777878 w 2213962"/>
              <a:gd name="csY351" fmla="*/ 1271306 h 1374909"/>
              <a:gd name="csX352" fmla="*/ 780094 w 2213962"/>
              <a:gd name="csY352" fmla="*/ 1266556 h 1374909"/>
              <a:gd name="csX353" fmla="*/ 782310 w 2213962"/>
              <a:gd name="csY353" fmla="*/ 1261629 h 1374909"/>
              <a:gd name="csX354" fmla="*/ 784526 w 2213962"/>
              <a:gd name="csY354" fmla="*/ 1256537 h 1374909"/>
              <a:gd name="csX355" fmla="*/ 786743 w 2213962"/>
              <a:gd name="csY355" fmla="*/ 1251248 h 1374909"/>
              <a:gd name="csX356" fmla="*/ 788958 w 2213962"/>
              <a:gd name="csY356" fmla="*/ 1245783 h 1374909"/>
              <a:gd name="csX357" fmla="*/ 791174 w 2213962"/>
              <a:gd name="csY357" fmla="*/ 1240132 h 1374909"/>
              <a:gd name="csX358" fmla="*/ 793390 w 2213962"/>
              <a:gd name="csY358" fmla="*/ 1234284 h 1374909"/>
              <a:gd name="csX359" fmla="*/ 795607 w 2213962"/>
              <a:gd name="csY359" fmla="*/ 1228240 h 1374909"/>
              <a:gd name="csX360" fmla="*/ 797823 w 2213962"/>
              <a:gd name="csY360" fmla="*/ 1221999 h 1374909"/>
              <a:gd name="csX361" fmla="*/ 800039 w 2213962"/>
              <a:gd name="csY361" fmla="*/ 1215551 h 1374909"/>
              <a:gd name="csX362" fmla="*/ 802255 w 2213962"/>
              <a:gd name="csY362" fmla="*/ 1208896 h 1374909"/>
              <a:gd name="csX363" fmla="*/ 804472 w 2213962"/>
              <a:gd name="csY363" fmla="*/ 1202034 h 1374909"/>
              <a:gd name="csX364" fmla="*/ 806688 w 2213962"/>
              <a:gd name="csY364" fmla="*/ 1194954 h 1374909"/>
              <a:gd name="csX365" fmla="*/ 808904 w 2213962"/>
              <a:gd name="csY365" fmla="*/ 1187658 h 1374909"/>
              <a:gd name="csX366" fmla="*/ 811120 w 2213962"/>
              <a:gd name="csY366" fmla="*/ 1180154 h 1374909"/>
              <a:gd name="csX367" fmla="*/ 813337 w 2213962"/>
              <a:gd name="csY367" fmla="*/ 1172412 h 1374909"/>
              <a:gd name="csX368" fmla="*/ 815554 w 2213962"/>
              <a:gd name="csY368" fmla="*/ 1164453 h 1374909"/>
              <a:gd name="csX369" fmla="*/ 817769 w 2213962"/>
              <a:gd name="csY369" fmla="*/ 1156266 h 1374909"/>
              <a:gd name="csX370" fmla="*/ 819984 w 2213962"/>
              <a:gd name="csY370" fmla="*/ 1147852 h 1374909"/>
              <a:gd name="csX371" fmla="*/ 822199 w 2213962"/>
              <a:gd name="csY371" fmla="*/ 1139209 h 1374909"/>
              <a:gd name="csX372" fmla="*/ 824413 w 2213962"/>
              <a:gd name="csY372" fmla="*/ 1130329 h 1374909"/>
              <a:gd name="csX373" fmla="*/ 826628 w 2213962"/>
              <a:gd name="csY373" fmla="*/ 1121211 h 1374909"/>
              <a:gd name="csX374" fmla="*/ 828854 w 2213962"/>
              <a:gd name="csY374" fmla="*/ 1111854 h 1374909"/>
              <a:gd name="csX375" fmla="*/ 831068 w 2213962"/>
              <a:gd name="csY375" fmla="*/ 1102270 h 1374909"/>
              <a:gd name="csX376" fmla="*/ 833283 w 2213962"/>
              <a:gd name="csY376" fmla="*/ 1092438 h 1374909"/>
              <a:gd name="csX377" fmla="*/ 835498 w 2213962"/>
              <a:gd name="csY377" fmla="*/ 1082367 h 1374909"/>
              <a:gd name="csX378" fmla="*/ 837713 w 2213962"/>
              <a:gd name="csY378" fmla="*/ 1072059 h 1374909"/>
              <a:gd name="csX379" fmla="*/ 839928 w 2213962"/>
              <a:gd name="csY379" fmla="*/ 1061512 h 1374909"/>
              <a:gd name="csX380" fmla="*/ 842143 w 2213962"/>
              <a:gd name="csY380" fmla="*/ 1050717 h 1374909"/>
              <a:gd name="csX381" fmla="*/ 844358 w 2213962"/>
              <a:gd name="csY381" fmla="*/ 1039694 h 1374909"/>
              <a:gd name="csX382" fmla="*/ 846583 w 2213962"/>
              <a:gd name="csY382" fmla="*/ 1028423 h 1374909"/>
              <a:gd name="csX383" fmla="*/ 848798 w 2213962"/>
              <a:gd name="csY383" fmla="*/ 1016914 h 1374909"/>
              <a:gd name="csX384" fmla="*/ 851013 w 2213962"/>
              <a:gd name="csY384" fmla="*/ 1005166 h 1374909"/>
              <a:gd name="csX385" fmla="*/ 853228 w 2213962"/>
              <a:gd name="csY385" fmla="*/ 993181 h 1374909"/>
              <a:gd name="csX386" fmla="*/ 855443 w 2213962"/>
              <a:gd name="csY386" fmla="*/ 980971 h 1374909"/>
              <a:gd name="csX387" fmla="*/ 857658 w 2213962"/>
              <a:gd name="csY387" fmla="*/ 968524 h 1374909"/>
              <a:gd name="csX388" fmla="*/ 859872 w 2213962"/>
              <a:gd name="csY388" fmla="*/ 955850 h 1374909"/>
              <a:gd name="csX389" fmla="*/ 862087 w 2213962"/>
              <a:gd name="csY389" fmla="*/ 942949 h 1374909"/>
              <a:gd name="csX390" fmla="*/ 864313 w 2213962"/>
              <a:gd name="csY390" fmla="*/ 929824 h 1374909"/>
              <a:gd name="csX391" fmla="*/ 866528 w 2213962"/>
              <a:gd name="csY391" fmla="*/ 916482 h 1374909"/>
              <a:gd name="csX392" fmla="*/ 868742 w 2213962"/>
              <a:gd name="csY392" fmla="*/ 902923 h 1374909"/>
              <a:gd name="csX393" fmla="*/ 870957 w 2213962"/>
              <a:gd name="csY393" fmla="*/ 889154 h 1374909"/>
              <a:gd name="csX394" fmla="*/ 873172 w 2213962"/>
              <a:gd name="csY394" fmla="*/ 875180 h 1374909"/>
              <a:gd name="csX395" fmla="*/ 875387 w 2213962"/>
              <a:gd name="csY395" fmla="*/ 861006 h 1374909"/>
              <a:gd name="csX396" fmla="*/ 877602 w 2213962"/>
              <a:gd name="csY396" fmla="*/ 846636 h 1374909"/>
              <a:gd name="csX397" fmla="*/ 879817 w 2213962"/>
              <a:gd name="csY397" fmla="*/ 832076 h 1374909"/>
              <a:gd name="csX398" fmla="*/ 882042 w 2213962"/>
              <a:gd name="csY398" fmla="*/ 817335 h 1374909"/>
              <a:gd name="csX399" fmla="*/ 884257 w 2213962"/>
              <a:gd name="csY399" fmla="*/ 802417 h 1374909"/>
              <a:gd name="csX400" fmla="*/ 886472 w 2213962"/>
              <a:gd name="csY400" fmla="*/ 787331 h 1374909"/>
              <a:gd name="csX401" fmla="*/ 888687 w 2213962"/>
              <a:gd name="csY401" fmla="*/ 772084 h 1374909"/>
              <a:gd name="csX402" fmla="*/ 890902 w 2213962"/>
              <a:gd name="csY402" fmla="*/ 756683 h 1374909"/>
              <a:gd name="csX403" fmla="*/ 893117 w 2213962"/>
              <a:gd name="csY403" fmla="*/ 741137 h 1374909"/>
              <a:gd name="csX404" fmla="*/ 895332 w 2213962"/>
              <a:gd name="csY404" fmla="*/ 725455 h 1374909"/>
              <a:gd name="csX405" fmla="*/ 897546 w 2213962"/>
              <a:gd name="csY405" fmla="*/ 709645 h 1374909"/>
              <a:gd name="csX406" fmla="*/ 899772 w 2213962"/>
              <a:gd name="csY406" fmla="*/ 693719 h 1374909"/>
              <a:gd name="csX407" fmla="*/ 901987 w 2213962"/>
              <a:gd name="csY407" fmla="*/ 677683 h 1374909"/>
              <a:gd name="csX408" fmla="*/ 904202 w 2213962"/>
              <a:gd name="csY408" fmla="*/ 661550 h 1374909"/>
              <a:gd name="csX409" fmla="*/ 906417 w 2213962"/>
              <a:gd name="csY409" fmla="*/ 645330 h 1374909"/>
              <a:gd name="csX410" fmla="*/ 908631 w 2213962"/>
              <a:gd name="csY410" fmla="*/ 629033 h 1374909"/>
              <a:gd name="csX411" fmla="*/ 910846 w 2213962"/>
              <a:gd name="csY411" fmla="*/ 612671 h 1374909"/>
              <a:gd name="csX412" fmla="*/ 913061 w 2213962"/>
              <a:gd name="csY412" fmla="*/ 596256 h 1374909"/>
              <a:gd name="csX413" fmla="*/ 915276 w 2213962"/>
              <a:gd name="csY413" fmla="*/ 579798 h 1374909"/>
              <a:gd name="csX414" fmla="*/ 917501 w 2213962"/>
              <a:gd name="csY414" fmla="*/ 563311 h 1374909"/>
              <a:gd name="csX415" fmla="*/ 919716 w 2213962"/>
              <a:gd name="csY415" fmla="*/ 546807 h 1374909"/>
              <a:gd name="csX416" fmla="*/ 921931 w 2213962"/>
              <a:gd name="csY416" fmla="*/ 530298 h 1374909"/>
              <a:gd name="csX417" fmla="*/ 924146 w 2213962"/>
              <a:gd name="csY417" fmla="*/ 513797 h 1374909"/>
              <a:gd name="csX418" fmla="*/ 926361 w 2213962"/>
              <a:gd name="csY418" fmla="*/ 497319 h 1374909"/>
              <a:gd name="csX419" fmla="*/ 928576 w 2213962"/>
              <a:gd name="csY419" fmla="*/ 480875 h 1374909"/>
              <a:gd name="csX420" fmla="*/ 930791 w 2213962"/>
              <a:gd name="csY420" fmla="*/ 464480 h 1374909"/>
              <a:gd name="csX421" fmla="*/ 933006 w 2213962"/>
              <a:gd name="csY421" fmla="*/ 448148 h 1374909"/>
              <a:gd name="csX422" fmla="*/ 935231 w 2213962"/>
              <a:gd name="csY422" fmla="*/ 431893 h 1374909"/>
              <a:gd name="csX423" fmla="*/ 937446 w 2213962"/>
              <a:gd name="csY423" fmla="*/ 415728 h 1374909"/>
              <a:gd name="csX424" fmla="*/ 939661 w 2213962"/>
              <a:gd name="csY424" fmla="*/ 399668 h 1374909"/>
              <a:gd name="csX425" fmla="*/ 941875 w 2213962"/>
              <a:gd name="csY425" fmla="*/ 383729 h 1374909"/>
              <a:gd name="csX426" fmla="*/ 944090 w 2213962"/>
              <a:gd name="csY426" fmla="*/ 367924 h 1374909"/>
              <a:gd name="csX427" fmla="*/ 946305 w 2213962"/>
              <a:gd name="csY427" fmla="*/ 352266 h 1374909"/>
              <a:gd name="csX428" fmla="*/ 948520 w 2213962"/>
              <a:gd name="csY428" fmla="*/ 336773 h 1374909"/>
              <a:gd name="csX429" fmla="*/ 950735 w 2213962"/>
              <a:gd name="csY429" fmla="*/ 321458 h 1374909"/>
              <a:gd name="csX430" fmla="*/ 952960 w 2213962"/>
              <a:gd name="csY430" fmla="*/ 306337 h 1374909"/>
              <a:gd name="csX431" fmla="*/ 955175 w 2213962"/>
              <a:gd name="csY431" fmla="*/ 291423 h 1374909"/>
              <a:gd name="csX432" fmla="*/ 957390 w 2213962"/>
              <a:gd name="csY432" fmla="*/ 276731 h 1374909"/>
              <a:gd name="csX433" fmla="*/ 959605 w 2213962"/>
              <a:gd name="csY433" fmla="*/ 262276 h 1374909"/>
              <a:gd name="csX434" fmla="*/ 961820 w 2213962"/>
              <a:gd name="csY434" fmla="*/ 248072 h 1374909"/>
              <a:gd name="csX435" fmla="*/ 964035 w 2213962"/>
              <a:gd name="csY435" fmla="*/ 234134 h 1374909"/>
              <a:gd name="csX436" fmla="*/ 966250 w 2213962"/>
              <a:gd name="csY436" fmla="*/ 220478 h 1374909"/>
              <a:gd name="csX437" fmla="*/ 968465 w 2213962"/>
              <a:gd name="csY437" fmla="*/ 207114 h 1374909"/>
              <a:gd name="csX438" fmla="*/ 970680 w 2213962"/>
              <a:gd name="csY438" fmla="*/ 194059 h 1374909"/>
              <a:gd name="csX439" fmla="*/ 972905 w 2213962"/>
              <a:gd name="csY439" fmla="*/ 181326 h 1374909"/>
              <a:gd name="csX440" fmla="*/ 975120 w 2213962"/>
              <a:gd name="csY440" fmla="*/ 168928 h 1374909"/>
              <a:gd name="csX441" fmla="*/ 977335 w 2213962"/>
              <a:gd name="csY441" fmla="*/ 156880 h 1374909"/>
              <a:gd name="csX442" fmla="*/ 979549 w 2213962"/>
              <a:gd name="csY442" fmla="*/ 145193 h 1374909"/>
              <a:gd name="csX443" fmla="*/ 981764 w 2213962"/>
              <a:gd name="csY443" fmla="*/ 133880 h 1374909"/>
              <a:gd name="csX444" fmla="*/ 983979 w 2213962"/>
              <a:gd name="csY444" fmla="*/ 122954 h 1374909"/>
              <a:gd name="csX445" fmla="*/ 986194 w 2213962"/>
              <a:gd name="csY445" fmla="*/ 112427 h 1374909"/>
              <a:gd name="csX446" fmla="*/ 988409 w 2213962"/>
              <a:gd name="csY446" fmla="*/ 102310 h 1374909"/>
              <a:gd name="csX447" fmla="*/ 990634 w 2213962"/>
              <a:gd name="csY447" fmla="*/ 92614 h 1374909"/>
              <a:gd name="csX448" fmla="*/ 992849 w 2213962"/>
              <a:gd name="csY448" fmla="*/ 83352 h 1374909"/>
              <a:gd name="csX449" fmla="*/ 995064 w 2213962"/>
              <a:gd name="csY449" fmla="*/ 74531 h 1374909"/>
              <a:gd name="csX450" fmla="*/ 997279 w 2213962"/>
              <a:gd name="csY450" fmla="*/ 66164 h 1374909"/>
              <a:gd name="csX451" fmla="*/ 999494 w 2213962"/>
              <a:gd name="csY451" fmla="*/ 58259 h 1374909"/>
              <a:gd name="csX452" fmla="*/ 1001709 w 2213962"/>
              <a:gd name="csY452" fmla="*/ 50825 h 1374909"/>
              <a:gd name="csX453" fmla="*/ 1003924 w 2213962"/>
              <a:gd name="csY453" fmla="*/ 43871 h 1374909"/>
              <a:gd name="csX454" fmla="*/ 1006139 w 2213962"/>
              <a:gd name="csY454" fmla="*/ 37405 h 1374909"/>
              <a:gd name="csX455" fmla="*/ 1008364 w 2213962"/>
              <a:gd name="csY455" fmla="*/ 31434 h 1374909"/>
              <a:gd name="csX456" fmla="*/ 1010579 w 2213962"/>
              <a:gd name="csY456" fmla="*/ 25966 h 1374909"/>
              <a:gd name="csX457" fmla="*/ 1012794 w 2213962"/>
              <a:gd name="csY457" fmla="*/ 21006 h 1374909"/>
              <a:gd name="csX458" fmla="*/ 1015009 w 2213962"/>
              <a:gd name="csY458" fmla="*/ 16560 h 1374909"/>
              <a:gd name="csX459" fmla="*/ 1017223 w 2213962"/>
              <a:gd name="csY459" fmla="*/ 12633 h 1374909"/>
              <a:gd name="csX460" fmla="*/ 1019438 w 2213962"/>
              <a:gd name="csY460" fmla="*/ 9231 h 1374909"/>
              <a:gd name="csX461" fmla="*/ 1021653 w 2213962"/>
              <a:gd name="csY461" fmla="*/ 6356 h 1374909"/>
              <a:gd name="csX462" fmla="*/ 1023868 w 2213962"/>
              <a:gd name="csY462" fmla="*/ 4013 h 1374909"/>
              <a:gd name="csX463" fmla="*/ 1026094 w 2213962"/>
              <a:gd name="csY463" fmla="*/ 2204 h 1374909"/>
              <a:gd name="csX464" fmla="*/ 1028308 w 2213962"/>
              <a:gd name="csY464" fmla="*/ 932 h 1374909"/>
              <a:gd name="csX465" fmla="*/ 1030523 w 2213962"/>
              <a:gd name="csY465" fmla="*/ 196 h 1374909"/>
              <a:gd name="csX466" fmla="*/ 1032738 w 2213962"/>
              <a:gd name="csY466" fmla="*/ 0 h 1374909"/>
              <a:gd name="csX467" fmla="*/ 1034953 w 2213962"/>
              <a:gd name="csY467" fmla="*/ 342 h 1374909"/>
              <a:gd name="csX468" fmla="*/ 1037168 w 2213962"/>
              <a:gd name="csY468" fmla="*/ 1223 h 1374909"/>
              <a:gd name="csX469" fmla="*/ 1039383 w 2213962"/>
              <a:gd name="csY469" fmla="*/ 2641 h 1374909"/>
              <a:gd name="csX470" fmla="*/ 1041598 w 2213962"/>
              <a:gd name="csY470" fmla="*/ 4595 h 1374909"/>
              <a:gd name="csX471" fmla="*/ 1043823 w 2213962"/>
              <a:gd name="csY471" fmla="*/ 7082 h 1374909"/>
              <a:gd name="csX472" fmla="*/ 1046038 w 2213962"/>
              <a:gd name="csY472" fmla="*/ 10100 h 1374909"/>
              <a:gd name="csX473" fmla="*/ 1048253 w 2213962"/>
              <a:gd name="csY473" fmla="*/ 13645 h 1374909"/>
              <a:gd name="csX474" fmla="*/ 1050468 w 2213962"/>
              <a:gd name="csY474" fmla="*/ 17713 h 1374909"/>
              <a:gd name="csX475" fmla="*/ 1052683 w 2213962"/>
              <a:gd name="csY475" fmla="*/ 22298 h 1374909"/>
              <a:gd name="csX476" fmla="*/ 1054898 w 2213962"/>
              <a:gd name="csY476" fmla="*/ 27397 h 1374909"/>
              <a:gd name="csX477" fmla="*/ 1057112 w 2213962"/>
              <a:gd name="csY477" fmla="*/ 33002 h 1374909"/>
              <a:gd name="csX478" fmla="*/ 1059327 w 2213962"/>
              <a:gd name="csY478" fmla="*/ 39108 h 1374909"/>
              <a:gd name="csX479" fmla="*/ 1061553 w 2213962"/>
              <a:gd name="csY479" fmla="*/ 45707 h 1374909"/>
              <a:gd name="csX480" fmla="*/ 1063767 w 2213962"/>
              <a:gd name="csY480" fmla="*/ 52791 h 1374909"/>
              <a:gd name="csX481" fmla="*/ 1065982 w 2213962"/>
              <a:gd name="csY481" fmla="*/ 60353 h 1374909"/>
              <a:gd name="csX482" fmla="*/ 1068197 w 2213962"/>
              <a:gd name="csY482" fmla="*/ 68384 h 1374909"/>
              <a:gd name="csX483" fmla="*/ 1070412 w 2213962"/>
              <a:gd name="csY483" fmla="*/ 76876 h 1374909"/>
              <a:gd name="csX484" fmla="*/ 1072627 w 2213962"/>
              <a:gd name="csY484" fmla="*/ 85816 h 1374909"/>
              <a:gd name="csX485" fmla="*/ 1074842 w 2213962"/>
              <a:gd name="csY485" fmla="*/ 95197 h 1374909"/>
              <a:gd name="csX486" fmla="*/ 1077057 w 2213962"/>
              <a:gd name="csY486" fmla="*/ 105008 h 1374909"/>
              <a:gd name="csX487" fmla="*/ 1079282 w 2213962"/>
              <a:gd name="csY487" fmla="*/ 115237 h 1374909"/>
              <a:gd name="csX488" fmla="*/ 1081497 w 2213962"/>
              <a:gd name="csY488" fmla="*/ 125873 h 1374909"/>
              <a:gd name="csX489" fmla="*/ 1083712 w 2213962"/>
              <a:gd name="csY489" fmla="*/ 136905 h 1374909"/>
              <a:gd name="csX490" fmla="*/ 1085927 w 2213962"/>
              <a:gd name="csY490" fmla="*/ 148320 h 1374909"/>
              <a:gd name="csX491" fmla="*/ 1088142 w 2213962"/>
              <a:gd name="csY491" fmla="*/ 160107 h 1374909"/>
              <a:gd name="csX492" fmla="*/ 1090357 w 2213962"/>
              <a:gd name="csY492" fmla="*/ 172252 h 1374909"/>
              <a:gd name="csX493" fmla="*/ 1092572 w 2213962"/>
              <a:gd name="csY493" fmla="*/ 184741 h 1374909"/>
              <a:gd name="csX494" fmla="*/ 1094786 w 2213962"/>
              <a:gd name="csY494" fmla="*/ 197563 h 1374909"/>
              <a:gd name="csX495" fmla="*/ 1097012 w 2213962"/>
              <a:gd name="csY495" fmla="*/ 210703 h 1374909"/>
              <a:gd name="csX496" fmla="*/ 1099227 w 2213962"/>
              <a:gd name="csY496" fmla="*/ 224147 h 1374909"/>
              <a:gd name="csX497" fmla="*/ 1101441 w 2213962"/>
              <a:gd name="csY497" fmla="*/ 237881 h 1374909"/>
              <a:gd name="csX498" fmla="*/ 1103656 w 2213962"/>
              <a:gd name="csY498" fmla="*/ 251893 h 1374909"/>
              <a:gd name="csX499" fmla="*/ 1105871 w 2213962"/>
              <a:gd name="csY499" fmla="*/ 266166 h 1374909"/>
              <a:gd name="csX500" fmla="*/ 1108086 w 2213962"/>
              <a:gd name="csY500" fmla="*/ 280687 h 1374909"/>
              <a:gd name="csX501" fmla="*/ 1110301 w 2213962"/>
              <a:gd name="csY501" fmla="*/ 295439 h 1374909"/>
              <a:gd name="csX502" fmla="*/ 1112516 w 2213962"/>
              <a:gd name="csY502" fmla="*/ 310412 h 1374909"/>
              <a:gd name="csX503" fmla="*/ 1114741 w 2213962"/>
              <a:gd name="csY503" fmla="*/ 325587 h 1374909"/>
              <a:gd name="csX504" fmla="*/ 1116956 w 2213962"/>
              <a:gd name="csY504" fmla="*/ 340951 h 1374909"/>
              <a:gd name="csX505" fmla="*/ 1119171 w 2213962"/>
              <a:gd name="csY505" fmla="*/ 356491 h 1374909"/>
              <a:gd name="csX506" fmla="*/ 1121386 w 2213962"/>
              <a:gd name="csY506" fmla="*/ 372189 h 1374909"/>
              <a:gd name="csX507" fmla="*/ 1123601 w 2213962"/>
              <a:gd name="csY507" fmla="*/ 388033 h 1374909"/>
              <a:gd name="csX508" fmla="*/ 1125816 w 2213962"/>
              <a:gd name="csY508" fmla="*/ 404006 h 1374909"/>
              <a:gd name="csX509" fmla="*/ 1128031 w 2213962"/>
              <a:gd name="csY509" fmla="*/ 420095 h 1374909"/>
              <a:gd name="csX510" fmla="*/ 1130245 w 2213962"/>
              <a:gd name="csY510" fmla="*/ 436286 h 1374909"/>
              <a:gd name="csX511" fmla="*/ 1132460 w 2213962"/>
              <a:gd name="csY511" fmla="*/ 452564 h 1374909"/>
              <a:gd name="csX512" fmla="*/ 1134686 w 2213962"/>
              <a:gd name="csY512" fmla="*/ 468914 h 1374909"/>
              <a:gd name="csX513" fmla="*/ 1136901 w 2213962"/>
              <a:gd name="csY513" fmla="*/ 485324 h 1374909"/>
              <a:gd name="csX514" fmla="*/ 1139115 w 2213962"/>
              <a:gd name="csY514" fmla="*/ 501778 h 1374909"/>
              <a:gd name="csX515" fmla="*/ 1141330 w 2213962"/>
              <a:gd name="csY515" fmla="*/ 518264 h 1374909"/>
              <a:gd name="csX516" fmla="*/ 1143545 w 2213962"/>
              <a:gd name="csY516" fmla="*/ 534768 h 1374909"/>
              <a:gd name="csX517" fmla="*/ 1145760 w 2213962"/>
              <a:gd name="csY517" fmla="*/ 551277 h 1374909"/>
              <a:gd name="csX518" fmla="*/ 1147975 w 2213962"/>
              <a:gd name="csY518" fmla="*/ 567778 h 1374909"/>
              <a:gd name="csX519" fmla="*/ 1150190 w 2213962"/>
              <a:gd name="csY519" fmla="*/ 584258 h 1374909"/>
              <a:gd name="csX520" fmla="*/ 1152415 w 2213962"/>
              <a:gd name="csY520" fmla="*/ 600705 h 1374909"/>
              <a:gd name="csX521" fmla="*/ 1154630 w 2213962"/>
              <a:gd name="csY521" fmla="*/ 617108 h 1374909"/>
              <a:gd name="csX522" fmla="*/ 1156845 w 2213962"/>
              <a:gd name="csY522" fmla="*/ 633453 h 1374909"/>
              <a:gd name="csX523" fmla="*/ 1159060 w 2213962"/>
              <a:gd name="csY523" fmla="*/ 649730 h 1374909"/>
              <a:gd name="csX524" fmla="*/ 1161275 w 2213962"/>
              <a:gd name="csY524" fmla="*/ 665928 h 1374909"/>
              <a:gd name="csX525" fmla="*/ 1163490 w 2213962"/>
              <a:gd name="csY525" fmla="*/ 682036 h 1374909"/>
              <a:gd name="csX526" fmla="*/ 1165705 w 2213962"/>
              <a:gd name="csY526" fmla="*/ 698043 h 1374909"/>
              <a:gd name="csX527" fmla="*/ 1167919 w 2213962"/>
              <a:gd name="csY527" fmla="*/ 713938 h 1374909"/>
              <a:gd name="csX528" fmla="*/ 1170145 w 2213962"/>
              <a:gd name="csY528" fmla="*/ 729715 h 1374909"/>
              <a:gd name="csX529" fmla="*/ 1172360 w 2213962"/>
              <a:gd name="csY529" fmla="*/ 745361 h 1374909"/>
              <a:gd name="csX530" fmla="*/ 1174575 w 2213962"/>
              <a:gd name="csY530" fmla="*/ 760868 h 1374909"/>
              <a:gd name="csX531" fmla="*/ 1176789 w 2213962"/>
              <a:gd name="csY531" fmla="*/ 776228 h 1374909"/>
              <a:gd name="csX532" fmla="*/ 1179004 w 2213962"/>
              <a:gd name="csY532" fmla="*/ 791433 h 1374909"/>
              <a:gd name="csX533" fmla="*/ 1181219 w 2213962"/>
              <a:gd name="csY533" fmla="*/ 806473 h 1374909"/>
              <a:gd name="csX534" fmla="*/ 1183434 w 2213962"/>
              <a:gd name="csY534" fmla="*/ 821344 h 1374909"/>
              <a:gd name="csX535" fmla="*/ 1185649 w 2213962"/>
              <a:gd name="csY535" fmla="*/ 836037 h 1374909"/>
              <a:gd name="csX536" fmla="*/ 1187874 w 2213962"/>
              <a:gd name="csY536" fmla="*/ 850546 h 1374909"/>
              <a:gd name="csX537" fmla="*/ 1190089 w 2213962"/>
              <a:gd name="csY537" fmla="*/ 864863 h 1374909"/>
              <a:gd name="csX538" fmla="*/ 1192304 w 2213962"/>
              <a:gd name="csY538" fmla="*/ 878985 h 1374909"/>
              <a:gd name="csX539" fmla="*/ 1194519 w 2213962"/>
              <a:gd name="csY539" fmla="*/ 892903 h 1374909"/>
              <a:gd name="csX540" fmla="*/ 1196734 w 2213962"/>
              <a:gd name="csY540" fmla="*/ 906616 h 1374909"/>
              <a:gd name="csX541" fmla="*/ 1198949 w 2213962"/>
              <a:gd name="csY541" fmla="*/ 920115 h 1374909"/>
              <a:gd name="csX542" fmla="*/ 1201164 w 2213962"/>
              <a:gd name="csY542" fmla="*/ 933400 h 1374909"/>
              <a:gd name="csX543" fmla="*/ 1203379 w 2213962"/>
              <a:gd name="csY543" fmla="*/ 946463 h 1374909"/>
              <a:gd name="csX544" fmla="*/ 1205604 w 2213962"/>
              <a:gd name="csY544" fmla="*/ 959305 h 1374909"/>
              <a:gd name="csX545" fmla="*/ 1207819 w 2213962"/>
              <a:gd name="csY545" fmla="*/ 971918 h 1374909"/>
              <a:gd name="csX546" fmla="*/ 1210034 w 2213962"/>
              <a:gd name="csY546" fmla="*/ 984302 h 1374909"/>
              <a:gd name="csX547" fmla="*/ 1212249 w 2213962"/>
              <a:gd name="csY547" fmla="*/ 996452 h 1374909"/>
              <a:gd name="csX548" fmla="*/ 1214463 w 2213962"/>
              <a:gd name="csY548" fmla="*/ 1008375 h 1374909"/>
              <a:gd name="csX549" fmla="*/ 1216678 w 2213962"/>
              <a:gd name="csY549" fmla="*/ 1020050 h 1374909"/>
              <a:gd name="csX550" fmla="*/ 1218893 w 2213962"/>
              <a:gd name="csY550" fmla="*/ 1031497 h 1374909"/>
              <a:gd name="csX551" fmla="*/ 1221108 w 2213962"/>
              <a:gd name="csY551" fmla="*/ 1042696 h 1374909"/>
              <a:gd name="csX552" fmla="*/ 1223333 w 2213962"/>
              <a:gd name="csY552" fmla="*/ 1053667 h 1374909"/>
              <a:gd name="csX553" fmla="*/ 1225548 w 2213962"/>
              <a:gd name="csY553" fmla="*/ 1064389 h 1374909"/>
              <a:gd name="csX554" fmla="*/ 1227763 w 2213962"/>
              <a:gd name="csY554" fmla="*/ 1074874 h 1374909"/>
              <a:gd name="csX555" fmla="*/ 1229978 w 2213962"/>
              <a:gd name="csY555" fmla="*/ 1085120 h 1374909"/>
              <a:gd name="csX556" fmla="*/ 1232193 w 2213962"/>
              <a:gd name="csY556" fmla="*/ 1095118 h 1374909"/>
              <a:gd name="csX557" fmla="*/ 1234408 w 2213962"/>
              <a:gd name="csY557" fmla="*/ 1104889 h 1374909"/>
              <a:gd name="csX558" fmla="*/ 1236623 w 2213962"/>
              <a:gd name="csY558" fmla="*/ 1114411 h 1374909"/>
              <a:gd name="csX559" fmla="*/ 1238838 w 2213962"/>
              <a:gd name="csY559" fmla="*/ 1123705 h 1374909"/>
              <a:gd name="csX560" fmla="*/ 1241063 w 2213962"/>
              <a:gd name="csY560" fmla="*/ 1132751 h 1374909"/>
              <a:gd name="csX561" fmla="*/ 1243278 w 2213962"/>
              <a:gd name="csY561" fmla="*/ 1141569 h 1374909"/>
              <a:gd name="csX562" fmla="*/ 1245493 w 2213962"/>
              <a:gd name="csY562" fmla="*/ 1150160 h 1374909"/>
              <a:gd name="csX563" fmla="*/ 1247708 w 2213962"/>
              <a:gd name="csY563" fmla="*/ 1158512 h 1374909"/>
              <a:gd name="csX564" fmla="*/ 1249922 w 2213962"/>
              <a:gd name="csY564" fmla="*/ 1166637 h 1374909"/>
              <a:gd name="csX565" fmla="*/ 1252137 w 2213962"/>
              <a:gd name="csY565" fmla="*/ 1174534 h 1374909"/>
              <a:gd name="csX566" fmla="*/ 1254352 w 2213962"/>
              <a:gd name="csY566" fmla="*/ 1182203 h 1374909"/>
              <a:gd name="csX567" fmla="*/ 1256567 w 2213962"/>
              <a:gd name="csY567" fmla="*/ 1189655 h 1374909"/>
              <a:gd name="csX568" fmla="*/ 1258792 w 2213962"/>
              <a:gd name="csY568" fmla="*/ 1196890 h 1374909"/>
              <a:gd name="csX569" fmla="*/ 1261007 w 2213962"/>
              <a:gd name="csY569" fmla="*/ 1203907 h 1374909"/>
              <a:gd name="csX570" fmla="*/ 1263222 w 2213962"/>
              <a:gd name="csY570" fmla="*/ 1210717 h 1374909"/>
              <a:gd name="csX571" fmla="*/ 1265437 w 2213962"/>
              <a:gd name="csY571" fmla="*/ 1217310 h 1374909"/>
              <a:gd name="csX572" fmla="*/ 1267652 w 2213962"/>
              <a:gd name="csY572" fmla="*/ 1223707 h 1374909"/>
              <a:gd name="csX573" fmla="*/ 1269867 w 2213962"/>
              <a:gd name="csY573" fmla="*/ 1229896 h 1374909"/>
              <a:gd name="csX574" fmla="*/ 1272082 w 2213962"/>
              <a:gd name="csY574" fmla="*/ 1235889 h 1374909"/>
              <a:gd name="csX575" fmla="*/ 1274297 w 2213962"/>
              <a:gd name="csY575" fmla="*/ 1241685 h 1374909"/>
              <a:gd name="csX576" fmla="*/ 1276512 w 2213962"/>
              <a:gd name="csY576" fmla="*/ 1247284 h 1374909"/>
              <a:gd name="csX577" fmla="*/ 1278737 w 2213962"/>
              <a:gd name="csY577" fmla="*/ 1252697 h 1374909"/>
              <a:gd name="csX578" fmla="*/ 1280952 w 2213962"/>
              <a:gd name="csY578" fmla="*/ 1257934 h 1374909"/>
              <a:gd name="csX579" fmla="*/ 1283167 w 2213962"/>
              <a:gd name="csY579" fmla="*/ 1262985 h 1374909"/>
              <a:gd name="csX580" fmla="*/ 1285382 w 2213962"/>
              <a:gd name="csY580" fmla="*/ 1267860 h 1374909"/>
              <a:gd name="csX581" fmla="*/ 1287596 w 2213962"/>
              <a:gd name="csY581" fmla="*/ 1272559 h 1374909"/>
              <a:gd name="csX582" fmla="*/ 1289811 w 2213962"/>
              <a:gd name="csY582" fmla="*/ 1277102 h 1374909"/>
              <a:gd name="csX583" fmla="*/ 1292026 w 2213962"/>
              <a:gd name="csY583" fmla="*/ 1281470 h 1374909"/>
              <a:gd name="csX584" fmla="*/ 1294241 w 2213962"/>
              <a:gd name="csY584" fmla="*/ 1285682 h 1374909"/>
              <a:gd name="csX585" fmla="*/ 1296466 w 2213962"/>
              <a:gd name="csY585" fmla="*/ 1289729 h 1374909"/>
              <a:gd name="csX586" fmla="*/ 1298681 w 2213962"/>
              <a:gd name="csY586" fmla="*/ 1293631 h 1374909"/>
              <a:gd name="csX587" fmla="*/ 1300896 w 2213962"/>
              <a:gd name="csY587" fmla="*/ 1297388 h 1374909"/>
              <a:gd name="csX588" fmla="*/ 1303111 w 2213962"/>
              <a:gd name="csY588" fmla="*/ 1301000 h 1374909"/>
              <a:gd name="csX589" fmla="*/ 1305326 w 2213962"/>
              <a:gd name="csY589" fmla="*/ 1304468 h 1374909"/>
              <a:gd name="csX590" fmla="*/ 1307541 w 2213962"/>
              <a:gd name="csY590" fmla="*/ 1307800 h 1374909"/>
              <a:gd name="csX591" fmla="*/ 1309756 w 2213962"/>
              <a:gd name="csY591" fmla="*/ 1310999 h 1374909"/>
              <a:gd name="csX592" fmla="*/ 1311971 w 2213962"/>
              <a:gd name="csY592" fmla="*/ 1314072 h 1374909"/>
              <a:gd name="csX593" fmla="*/ 1314196 w 2213962"/>
              <a:gd name="csY593" fmla="*/ 1317012 h 1374909"/>
              <a:gd name="csX594" fmla="*/ 1316411 w 2213962"/>
              <a:gd name="csY594" fmla="*/ 1319837 h 1374909"/>
              <a:gd name="csX595" fmla="*/ 1318626 w 2213962"/>
              <a:gd name="csY595" fmla="*/ 1322549 h 1374909"/>
              <a:gd name="csX596" fmla="*/ 1320841 w 2213962"/>
              <a:gd name="csY596" fmla="*/ 1325137 h 1374909"/>
              <a:gd name="csX597" fmla="*/ 1323056 w 2213962"/>
              <a:gd name="csY597" fmla="*/ 1327621 h 1374909"/>
              <a:gd name="csX598" fmla="*/ 1325270 w 2213962"/>
              <a:gd name="csY598" fmla="*/ 1330001 h 1374909"/>
              <a:gd name="csX599" fmla="*/ 1327485 w 2213962"/>
              <a:gd name="csY599" fmla="*/ 1332278 h 1374909"/>
              <a:gd name="csX600" fmla="*/ 1329700 w 2213962"/>
              <a:gd name="csY600" fmla="*/ 1334452 h 1374909"/>
              <a:gd name="csX601" fmla="*/ 1331926 w 2213962"/>
              <a:gd name="csY601" fmla="*/ 1336532 h 1374909"/>
              <a:gd name="csX602" fmla="*/ 1334140 w 2213962"/>
              <a:gd name="csY602" fmla="*/ 1338519 h 1374909"/>
              <a:gd name="csX603" fmla="*/ 1336355 w 2213962"/>
              <a:gd name="csY603" fmla="*/ 1340413 h 1374909"/>
              <a:gd name="csX604" fmla="*/ 1338570 w 2213962"/>
              <a:gd name="csY604" fmla="*/ 1342224 h 1374909"/>
              <a:gd name="csX605" fmla="*/ 1340785 w 2213962"/>
              <a:gd name="csY605" fmla="*/ 1343953 h 1374909"/>
              <a:gd name="csX606" fmla="*/ 1343000 w 2213962"/>
              <a:gd name="csY606" fmla="*/ 1345609 h 1374909"/>
              <a:gd name="csX607" fmla="*/ 1345215 w 2213962"/>
              <a:gd name="csY607" fmla="*/ 1347172 h 1374909"/>
              <a:gd name="csX608" fmla="*/ 1347430 w 2213962"/>
              <a:gd name="csY608" fmla="*/ 1348673 h 1374909"/>
              <a:gd name="csX609" fmla="*/ 1349655 w 2213962"/>
              <a:gd name="csY609" fmla="*/ 1350101 h 1374909"/>
              <a:gd name="csX610" fmla="*/ 1351870 w 2213962"/>
              <a:gd name="csY610" fmla="*/ 1351457 h 1374909"/>
              <a:gd name="csX611" fmla="*/ 1354085 w 2213962"/>
              <a:gd name="csY611" fmla="*/ 1352750 h 1374909"/>
              <a:gd name="csX612" fmla="*/ 1356300 w 2213962"/>
              <a:gd name="csY612" fmla="*/ 1353982 h 1374909"/>
              <a:gd name="csX613" fmla="*/ 1358515 w 2213962"/>
              <a:gd name="csY613" fmla="*/ 1355151 h 1374909"/>
              <a:gd name="csX614" fmla="*/ 1360730 w 2213962"/>
              <a:gd name="csY614" fmla="*/ 1356259 h 1374909"/>
              <a:gd name="csX615" fmla="*/ 1362944 w 2213962"/>
              <a:gd name="csY615" fmla="*/ 1357315 h 1374909"/>
              <a:gd name="csX616" fmla="*/ 1365159 w 2213962"/>
              <a:gd name="csY616" fmla="*/ 1358319 h 1374909"/>
              <a:gd name="csX617" fmla="*/ 1367385 w 2213962"/>
              <a:gd name="csY617" fmla="*/ 1359271 h 1374909"/>
              <a:gd name="csX618" fmla="*/ 1369599 w 2213962"/>
              <a:gd name="csY618" fmla="*/ 1360171 h 1374909"/>
              <a:gd name="csX619" fmla="*/ 1371814 w 2213962"/>
              <a:gd name="csY619" fmla="*/ 1361030 h 1374909"/>
              <a:gd name="csX620" fmla="*/ 1374029 w 2213962"/>
              <a:gd name="csY620" fmla="*/ 1361838 h 1374909"/>
              <a:gd name="csX621" fmla="*/ 1376244 w 2213962"/>
              <a:gd name="csY621" fmla="*/ 1362604 h 1374909"/>
              <a:gd name="csX622" fmla="*/ 1378459 w 2213962"/>
              <a:gd name="csY622" fmla="*/ 1363338 h 1374909"/>
              <a:gd name="csX623" fmla="*/ 1380674 w 2213962"/>
              <a:gd name="csY623" fmla="*/ 1364022 h 1374909"/>
              <a:gd name="csX624" fmla="*/ 1382889 w 2213962"/>
              <a:gd name="csY624" fmla="*/ 1364674 h 1374909"/>
              <a:gd name="csX625" fmla="*/ 1385114 w 2213962"/>
              <a:gd name="csY625" fmla="*/ 1365295 h 1374909"/>
              <a:gd name="csX626" fmla="*/ 1387329 w 2213962"/>
              <a:gd name="csY626" fmla="*/ 1365874 h 1374909"/>
              <a:gd name="csX627" fmla="*/ 1389544 w 2213962"/>
              <a:gd name="csY627" fmla="*/ 1366423 h 1374909"/>
              <a:gd name="csX628" fmla="*/ 1391759 w 2213962"/>
              <a:gd name="csY628" fmla="*/ 1366951 h 1374909"/>
              <a:gd name="csX629" fmla="*/ 1393974 w 2213962"/>
              <a:gd name="csY629" fmla="*/ 1367437 h 1374909"/>
              <a:gd name="csX630" fmla="*/ 1396189 w 2213962"/>
              <a:gd name="csY630" fmla="*/ 1367903 h 1374909"/>
              <a:gd name="csX631" fmla="*/ 1398404 w 2213962"/>
              <a:gd name="csY631" fmla="*/ 1368338 h 1374909"/>
              <a:gd name="csX632" fmla="*/ 1400618 w 2213962"/>
              <a:gd name="csY632" fmla="*/ 1368751 h 1374909"/>
              <a:gd name="csX633" fmla="*/ 1402844 w 2213962"/>
              <a:gd name="csY633" fmla="*/ 1369145 h 1374909"/>
              <a:gd name="csX634" fmla="*/ 1405059 w 2213962"/>
              <a:gd name="csY634" fmla="*/ 1369507 h 1374909"/>
              <a:gd name="csX635" fmla="*/ 1407273 w 2213962"/>
              <a:gd name="csY635" fmla="*/ 1369859 h 1374909"/>
              <a:gd name="csX636" fmla="*/ 1409488 w 2213962"/>
              <a:gd name="csY636" fmla="*/ 1370180 h 1374909"/>
              <a:gd name="csX637" fmla="*/ 1411703 w 2213962"/>
              <a:gd name="csY637" fmla="*/ 1370490 h 1374909"/>
              <a:gd name="csX638" fmla="*/ 1413918 w 2213962"/>
              <a:gd name="csY638" fmla="*/ 1370770 h 1374909"/>
              <a:gd name="csX639" fmla="*/ 1416133 w 2213962"/>
              <a:gd name="csY639" fmla="*/ 1371049 h 1374909"/>
              <a:gd name="csX640" fmla="*/ 1418348 w 2213962"/>
              <a:gd name="csY640" fmla="*/ 1371298 h 1374909"/>
              <a:gd name="csX641" fmla="*/ 1420563 w 2213962"/>
              <a:gd name="csY641" fmla="*/ 1371536 h 1374909"/>
              <a:gd name="csX642" fmla="*/ 1422788 w 2213962"/>
              <a:gd name="csY642" fmla="*/ 1371763 h 1374909"/>
              <a:gd name="csX643" fmla="*/ 1425003 w 2213962"/>
              <a:gd name="csY643" fmla="*/ 1371970 h 1374909"/>
              <a:gd name="csX644" fmla="*/ 1427218 w 2213962"/>
              <a:gd name="csY644" fmla="*/ 1372167 h 1374909"/>
              <a:gd name="csX645" fmla="*/ 1429433 w 2213962"/>
              <a:gd name="csY645" fmla="*/ 1372353 h 1374909"/>
              <a:gd name="csX646" fmla="*/ 1431648 w 2213962"/>
              <a:gd name="csY646" fmla="*/ 1372529 h 1374909"/>
              <a:gd name="csX647" fmla="*/ 1433863 w 2213962"/>
              <a:gd name="csY647" fmla="*/ 1372695 h 1374909"/>
              <a:gd name="csX648" fmla="*/ 1436078 w 2213962"/>
              <a:gd name="csY648" fmla="*/ 1372840 h 1374909"/>
              <a:gd name="csX649" fmla="*/ 1438292 w 2213962"/>
              <a:gd name="csY649" fmla="*/ 1372985 h 1374909"/>
              <a:gd name="csX650" fmla="*/ 1440518 w 2213962"/>
              <a:gd name="csY650" fmla="*/ 1373119 h 1374909"/>
              <a:gd name="csX651" fmla="*/ 1442733 w 2213962"/>
              <a:gd name="csY651" fmla="*/ 1373243 h 1374909"/>
              <a:gd name="csX652" fmla="*/ 1444947 w 2213962"/>
              <a:gd name="csY652" fmla="*/ 1373357 h 1374909"/>
              <a:gd name="csX653" fmla="*/ 1447162 w 2213962"/>
              <a:gd name="csY653" fmla="*/ 1373471 h 1374909"/>
              <a:gd name="csX654" fmla="*/ 1449377 w 2213962"/>
              <a:gd name="csY654" fmla="*/ 1373575 h 1374909"/>
              <a:gd name="csX655" fmla="*/ 1451592 w 2213962"/>
              <a:gd name="csY655" fmla="*/ 1373668 h 1374909"/>
              <a:gd name="csX656" fmla="*/ 1453807 w 2213962"/>
              <a:gd name="csY656" fmla="*/ 1373761 h 1374909"/>
              <a:gd name="csX657" fmla="*/ 1456022 w 2213962"/>
              <a:gd name="csY657" fmla="*/ 1373844 h 1374909"/>
              <a:gd name="csX658" fmla="*/ 1458247 w 2213962"/>
              <a:gd name="csY658" fmla="*/ 1373916 h 1374909"/>
              <a:gd name="csX659" fmla="*/ 1460462 w 2213962"/>
              <a:gd name="csY659" fmla="*/ 1373989 h 1374909"/>
              <a:gd name="csX660" fmla="*/ 1462677 w 2213962"/>
              <a:gd name="csY660" fmla="*/ 1374061 h 1374909"/>
              <a:gd name="csX661" fmla="*/ 1464892 w 2213962"/>
              <a:gd name="csY661" fmla="*/ 1374123 h 1374909"/>
              <a:gd name="csX662" fmla="*/ 1467107 w 2213962"/>
              <a:gd name="csY662" fmla="*/ 1374175 h 1374909"/>
              <a:gd name="csX663" fmla="*/ 1469322 w 2213962"/>
              <a:gd name="csY663" fmla="*/ 1374237 h 1374909"/>
              <a:gd name="csX664" fmla="*/ 1471537 w 2213962"/>
              <a:gd name="csY664" fmla="*/ 1374278 h 1374909"/>
              <a:gd name="csX665" fmla="*/ 1473751 w 2213962"/>
              <a:gd name="csY665" fmla="*/ 1374330 h 1374909"/>
              <a:gd name="csX666" fmla="*/ 1475977 w 2213962"/>
              <a:gd name="csY666" fmla="*/ 1374372 h 1374909"/>
              <a:gd name="csX667" fmla="*/ 1478192 w 2213962"/>
              <a:gd name="csY667" fmla="*/ 1374413 h 1374909"/>
              <a:gd name="csX668" fmla="*/ 1480407 w 2213962"/>
              <a:gd name="csY668" fmla="*/ 1374454 h 1374909"/>
              <a:gd name="csX669" fmla="*/ 1482621 w 2213962"/>
              <a:gd name="csY669" fmla="*/ 1374485 h 1374909"/>
              <a:gd name="csX670" fmla="*/ 1484836 w 2213962"/>
              <a:gd name="csY670" fmla="*/ 1374516 h 1374909"/>
              <a:gd name="csX671" fmla="*/ 1487051 w 2213962"/>
              <a:gd name="csY671" fmla="*/ 1374548 h 1374909"/>
              <a:gd name="csX672" fmla="*/ 1489266 w 2213962"/>
              <a:gd name="csY672" fmla="*/ 1374578 h 1374909"/>
              <a:gd name="csX673" fmla="*/ 1491481 w 2213962"/>
              <a:gd name="csY673" fmla="*/ 1374599 h 1374909"/>
              <a:gd name="csX674" fmla="*/ 1493706 w 2213962"/>
              <a:gd name="csY674" fmla="*/ 1374630 h 1374909"/>
              <a:gd name="csX675" fmla="*/ 1495921 w 2213962"/>
              <a:gd name="csY675" fmla="*/ 1374651 h 1374909"/>
              <a:gd name="csX676" fmla="*/ 1498136 w 2213962"/>
              <a:gd name="csY676" fmla="*/ 1374672 h 1374909"/>
              <a:gd name="csX677" fmla="*/ 1500351 w 2213962"/>
              <a:gd name="csY677" fmla="*/ 1374692 h 1374909"/>
              <a:gd name="csX678" fmla="*/ 1502566 w 2213962"/>
              <a:gd name="csY678" fmla="*/ 1374703 h 1374909"/>
              <a:gd name="csX679" fmla="*/ 1504781 w 2213962"/>
              <a:gd name="csY679" fmla="*/ 1374723 h 1374909"/>
              <a:gd name="csX680" fmla="*/ 1506996 w 2213962"/>
              <a:gd name="csY680" fmla="*/ 1374734 h 1374909"/>
              <a:gd name="csX681" fmla="*/ 1509211 w 2213962"/>
              <a:gd name="csY681" fmla="*/ 1374754 h 1374909"/>
              <a:gd name="csX682" fmla="*/ 1511436 w 2213962"/>
              <a:gd name="csY682" fmla="*/ 1374765 h 1374909"/>
              <a:gd name="csX683" fmla="*/ 1513651 w 2213962"/>
              <a:gd name="csY683" fmla="*/ 1374775 h 1374909"/>
              <a:gd name="csX684" fmla="*/ 1515866 w 2213962"/>
              <a:gd name="csY684" fmla="*/ 1374786 h 1374909"/>
              <a:gd name="csX685" fmla="*/ 1518081 w 2213962"/>
              <a:gd name="csY685" fmla="*/ 1374796 h 1374909"/>
              <a:gd name="csX686" fmla="*/ 1520295 w 2213962"/>
              <a:gd name="csY686" fmla="*/ 1374806 h 1374909"/>
              <a:gd name="csX687" fmla="*/ 1522510 w 2213962"/>
              <a:gd name="csY687" fmla="*/ 1374816 h 1374909"/>
              <a:gd name="csX688" fmla="*/ 1524725 w 2213962"/>
              <a:gd name="csY688" fmla="*/ 1374827 h 1374909"/>
              <a:gd name="csX689" fmla="*/ 1526940 w 2213962"/>
              <a:gd name="csY689" fmla="*/ 1374827 h 1374909"/>
              <a:gd name="csX690" fmla="*/ 1529165 w 2213962"/>
              <a:gd name="csY690" fmla="*/ 1374837 h 1374909"/>
              <a:gd name="csX691" fmla="*/ 1531380 w 2213962"/>
              <a:gd name="csY691" fmla="*/ 1374848 h 1374909"/>
              <a:gd name="csX692" fmla="*/ 1533595 w 2213962"/>
              <a:gd name="csY692" fmla="*/ 1374848 h 1374909"/>
              <a:gd name="csX693" fmla="*/ 1535810 w 2213962"/>
              <a:gd name="csY693" fmla="*/ 1374858 h 1374909"/>
              <a:gd name="csX694" fmla="*/ 1538025 w 2213962"/>
              <a:gd name="csY694" fmla="*/ 1374858 h 1374909"/>
              <a:gd name="csX695" fmla="*/ 1540240 w 2213962"/>
              <a:gd name="csY695" fmla="*/ 1374858 h 1374909"/>
              <a:gd name="csX696" fmla="*/ 1542455 w 2213962"/>
              <a:gd name="csY696" fmla="*/ 1374868 h 1374909"/>
              <a:gd name="csX697" fmla="*/ 1544670 w 2213962"/>
              <a:gd name="csY697" fmla="*/ 1374868 h 1374909"/>
              <a:gd name="csX698" fmla="*/ 1546895 w 2213962"/>
              <a:gd name="csY698" fmla="*/ 1374879 h 1374909"/>
              <a:gd name="csX699" fmla="*/ 1549110 w 2213962"/>
              <a:gd name="csY699" fmla="*/ 1374879 h 1374909"/>
              <a:gd name="csX700" fmla="*/ 1551325 w 2213962"/>
              <a:gd name="csY700" fmla="*/ 1374879 h 1374909"/>
              <a:gd name="csX701" fmla="*/ 1553540 w 2213962"/>
              <a:gd name="csY701" fmla="*/ 1374879 h 1374909"/>
              <a:gd name="csX702" fmla="*/ 1555755 w 2213962"/>
              <a:gd name="csY702" fmla="*/ 1374889 h 1374909"/>
              <a:gd name="csX703" fmla="*/ 1557969 w 2213962"/>
              <a:gd name="csY703" fmla="*/ 1374889 h 1374909"/>
              <a:gd name="csX704" fmla="*/ 1560184 w 2213962"/>
              <a:gd name="csY704" fmla="*/ 1374889 h 1374909"/>
              <a:gd name="csX705" fmla="*/ 1562399 w 2213962"/>
              <a:gd name="csY705" fmla="*/ 1374889 h 1374909"/>
              <a:gd name="csX706" fmla="*/ 1564624 w 2213962"/>
              <a:gd name="csY706" fmla="*/ 1374889 h 1374909"/>
              <a:gd name="csX707" fmla="*/ 1566839 w 2213962"/>
              <a:gd name="csY707" fmla="*/ 1374889 h 1374909"/>
              <a:gd name="csX708" fmla="*/ 1569054 w 2213962"/>
              <a:gd name="csY708" fmla="*/ 1374899 h 1374909"/>
              <a:gd name="csX709" fmla="*/ 1571269 w 2213962"/>
              <a:gd name="csY709" fmla="*/ 1374899 h 1374909"/>
              <a:gd name="csX710" fmla="*/ 1573484 w 2213962"/>
              <a:gd name="csY710" fmla="*/ 1374899 h 1374909"/>
              <a:gd name="csX711" fmla="*/ 1575699 w 2213962"/>
              <a:gd name="csY711" fmla="*/ 1374899 h 1374909"/>
              <a:gd name="csX712" fmla="*/ 1577914 w 2213962"/>
              <a:gd name="csY712" fmla="*/ 1374899 h 1374909"/>
              <a:gd name="csX713" fmla="*/ 1580129 w 2213962"/>
              <a:gd name="csY713" fmla="*/ 1374899 h 1374909"/>
              <a:gd name="csX714" fmla="*/ 1582344 w 2213962"/>
              <a:gd name="csY714" fmla="*/ 1374899 h 1374909"/>
              <a:gd name="csX715" fmla="*/ 1584569 w 2213962"/>
              <a:gd name="csY715" fmla="*/ 1374899 h 1374909"/>
              <a:gd name="csX716" fmla="*/ 1586784 w 2213962"/>
              <a:gd name="csY716" fmla="*/ 1374899 h 1374909"/>
              <a:gd name="csX717" fmla="*/ 1588999 w 2213962"/>
              <a:gd name="csY717" fmla="*/ 1374899 h 1374909"/>
              <a:gd name="csX718" fmla="*/ 1591214 w 2213962"/>
              <a:gd name="csY718" fmla="*/ 1374899 h 1374909"/>
              <a:gd name="csX719" fmla="*/ 1593428 w 2213962"/>
              <a:gd name="csY719" fmla="*/ 1374910 h 1374909"/>
              <a:gd name="csX720" fmla="*/ 1595643 w 2213962"/>
              <a:gd name="csY720" fmla="*/ 1374910 h 1374909"/>
              <a:gd name="csX721" fmla="*/ 1597858 w 2213962"/>
              <a:gd name="csY721" fmla="*/ 1374910 h 1374909"/>
              <a:gd name="csX722" fmla="*/ 1600073 w 2213962"/>
              <a:gd name="csY722" fmla="*/ 1374910 h 1374909"/>
              <a:gd name="csX723" fmla="*/ 1602298 w 2213962"/>
              <a:gd name="csY723" fmla="*/ 1374910 h 1374909"/>
              <a:gd name="csX724" fmla="*/ 1604513 w 2213962"/>
              <a:gd name="csY724" fmla="*/ 1374910 h 1374909"/>
              <a:gd name="csX725" fmla="*/ 1606728 w 2213962"/>
              <a:gd name="csY725" fmla="*/ 1374910 h 1374909"/>
              <a:gd name="csX726" fmla="*/ 1608943 w 2213962"/>
              <a:gd name="csY726" fmla="*/ 1374910 h 1374909"/>
              <a:gd name="csX727" fmla="*/ 1611158 w 2213962"/>
              <a:gd name="csY727" fmla="*/ 1374910 h 1374909"/>
              <a:gd name="csX728" fmla="*/ 1613373 w 2213962"/>
              <a:gd name="csY728" fmla="*/ 1374910 h 1374909"/>
              <a:gd name="csX729" fmla="*/ 1615588 w 2213962"/>
              <a:gd name="csY729" fmla="*/ 1374910 h 1374909"/>
              <a:gd name="csX730" fmla="*/ 1617803 w 2213962"/>
              <a:gd name="csY730" fmla="*/ 1374910 h 1374909"/>
              <a:gd name="csX731" fmla="*/ 1620028 w 2213962"/>
              <a:gd name="csY731" fmla="*/ 1374910 h 1374909"/>
              <a:gd name="csX732" fmla="*/ 1622243 w 2213962"/>
              <a:gd name="csY732" fmla="*/ 1374910 h 1374909"/>
              <a:gd name="csX733" fmla="*/ 1624458 w 2213962"/>
              <a:gd name="csY733" fmla="*/ 1374910 h 1374909"/>
              <a:gd name="csX734" fmla="*/ 1626673 w 2213962"/>
              <a:gd name="csY734" fmla="*/ 1374910 h 1374909"/>
              <a:gd name="csX735" fmla="*/ 1628888 w 2213962"/>
              <a:gd name="csY735" fmla="*/ 1374910 h 1374909"/>
              <a:gd name="csX736" fmla="*/ 1631102 w 2213962"/>
              <a:gd name="csY736" fmla="*/ 1374910 h 1374909"/>
              <a:gd name="csX737" fmla="*/ 1633317 w 2213962"/>
              <a:gd name="csY737" fmla="*/ 1374910 h 1374909"/>
              <a:gd name="csX738" fmla="*/ 1635532 w 2213962"/>
              <a:gd name="csY738" fmla="*/ 1374910 h 1374909"/>
              <a:gd name="csX739" fmla="*/ 1637758 w 2213962"/>
              <a:gd name="csY739" fmla="*/ 1374910 h 1374909"/>
              <a:gd name="csX740" fmla="*/ 1639972 w 2213962"/>
              <a:gd name="csY740" fmla="*/ 1374910 h 1374909"/>
              <a:gd name="csX741" fmla="*/ 1642187 w 2213962"/>
              <a:gd name="csY741" fmla="*/ 1374910 h 1374909"/>
              <a:gd name="csX742" fmla="*/ 1644402 w 2213962"/>
              <a:gd name="csY742" fmla="*/ 1374910 h 1374909"/>
              <a:gd name="csX743" fmla="*/ 1646617 w 2213962"/>
              <a:gd name="csY743" fmla="*/ 1374910 h 1374909"/>
              <a:gd name="csX744" fmla="*/ 1648832 w 2213962"/>
              <a:gd name="csY744" fmla="*/ 1374910 h 1374909"/>
              <a:gd name="csX745" fmla="*/ 1651047 w 2213962"/>
              <a:gd name="csY745" fmla="*/ 1374910 h 1374909"/>
              <a:gd name="csX746" fmla="*/ 1653262 w 2213962"/>
              <a:gd name="csY746" fmla="*/ 1374910 h 1374909"/>
              <a:gd name="csX747" fmla="*/ 1655487 w 2213962"/>
              <a:gd name="csY747" fmla="*/ 1374910 h 1374909"/>
              <a:gd name="csX748" fmla="*/ 1657702 w 2213962"/>
              <a:gd name="csY748" fmla="*/ 1374910 h 1374909"/>
              <a:gd name="csX749" fmla="*/ 1659917 w 2213962"/>
              <a:gd name="csY749" fmla="*/ 1374910 h 1374909"/>
              <a:gd name="csX750" fmla="*/ 1662132 w 2213962"/>
              <a:gd name="csY750" fmla="*/ 1374910 h 1374909"/>
              <a:gd name="csX751" fmla="*/ 1664347 w 2213962"/>
              <a:gd name="csY751" fmla="*/ 1374910 h 1374909"/>
              <a:gd name="csX752" fmla="*/ 1666562 w 2213962"/>
              <a:gd name="csY752" fmla="*/ 1374910 h 1374909"/>
              <a:gd name="csX753" fmla="*/ 1668776 w 2213962"/>
              <a:gd name="csY753" fmla="*/ 1374910 h 1374909"/>
              <a:gd name="csX754" fmla="*/ 1670991 w 2213962"/>
              <a:gd name="csY754" fmla="*/ 1374910 h 1374909"/>
              <a:gd name="csX755" fmla="*/ 1673217 w 2213962"/>
              <a:gd name="csY755" fmla="*/ 1374910 h 1374909"/>
              <a:gd name="csX756" fmla="*/ 1675431 w 2213962"/>
              <a:gd name="csY756" fmla="*/ 1374910 h 1374909"/>
              <a:gd name="csX757" fmla="*/ 1677646 w 2213962"/>
              <a:gd name="csY757" fmla="*/ 1374910 h 1374909"/>
              <a:gd name="csX758" fmla="*/ 1679861 w 2213962"/>
              <a:gd name="csY758" fmla="*/ 1374910 h 1374909"/>
              <a:gd name="csX759" fmla="*/ 1682076 w 2213962"/>
              <a:gd name="csY759" fmla="*/ 1374910 h 1374909"/>
              <a:gd name="csX760" fmla="*/ 1684291 w 2213962"/>
              <a:gd name="csY760" fmla="*/ 1374910 h 1374909"/>
              <a:gd name="csX761" fmla="*/ 1686506 w 2213962"/>
              <a:gd name="csY761" fmla="*/ 1374910 h 1374909"/>
              <a:gd name="csX762" fmla="*/ 1688721 w 2213962"/>
              <a:gd name="csY762" fmla="*/ 1374910 h 1374909"/>
              <a:gd name="csX763" fmla="*/ 1690946 w 2213962"/>
              <a:gd name="csY763" fmla="*/ 1374910 h 1374909"/>
              <a:gd name="csX764" fmla="*/ 1693161 w 2213962"/>
              <a:gd name="csY764" fmla="*/ 1374910 h 1374909"/>
              <a:gd name="csX765" fmla="*/ 1695376 w 2213962"/>
              <a:gd name="csY765" fmla="*/ 1374910 h 1374909"/>
              <a:gd name="csX766" fmla="*/ 1697591 w 2213962"/>
              <a:gd name="csY766" fmla="*/ 1374910 h 1374909"/>
              <a:gd name="csX767" fmla="*/ 1699806 w 2213962"/>
              <a:gd name="csY767" fmla="*/ 1374910 h 1374909"/>
              <a:gd name="csX768" fmla="*/ 1702021 w 2213962"/>
              <a:gd name="csY768" fmla="*/ 1374910 h 1374909"/>
              <a:gd name="csX769" fmla="*/ 1704236 w 2213962"/>
              <a:gd name="csY769" fmla="*/ 1374910 h 1374909"/>
              <a:gd name="csX770" fmla="*/ 1706450 w 2213962"/>
              <a:gd name="csY770" fmla="*/ 1374910 h 1374909"/>
              <a:gd name="csX771" fmla="*/ 1708676 w 2213962"/>
              <a:gd name="csY771" fmla="*/ 1374910 h 1374909"/>
              <a:gd name="csX772" fmla="*/ 1710891 w 2213962"/>
              <a:gd name="csY772" fmla="*/ 1374910 h 1374909"/>
              <a:gd name="csX773" fmla="*/ 1713105 w 2213962"/>
              <a:gd name="csY773" fmla="*/ 1374910 h 1374909"/>
              <a:gd name="csX774" fmla="*/ 1715320 w 2213962"/>
              <a:gd name="csY774" fmla="*/ 1374910 h 1374909"/>
              <a:gd name="csX775" fmla="*/ 1717535 w 2213962"/>
              <a:gd name="csY775" fmla="*/ 1374910 h 1374909"/>
              <a:gd name="csX776" fmla="*/ 1719750 w 2213962"/>
              <a:gd name="csY776" fmla="*/ 1374910 h 1374909"/>
              <a:gd name="csX777" fmla="*/ 1721965 w 2213962"/>
              <a:gd name="csY777" fmla="*/ 1374910 h 1374909"/>
              <a:gd name="csX778" fmla="*/ 1724180 w 2213962"/>
              <a:gd name="csY778" fmla="*/ 1374910 h 1374909"/>
              <a:gd name="csX779" fmla="*/ 1726395 w 2213962"/>
              <a:gd name="csY779" fmla="*/ 1374910 h 1374909"/>
              <a:gd name="csX780" fmla="*/ 1728620 w 2213962"/>
              <a:gd name="csY780" fmla="*/ 1374910 h 1374909"/>
              <a:gd name="csX781" fmla="*/ 1730835 w 2213962"/>
              <a:gd name="csY781" fmla="*/ 1374910 h 1374909"/>
              <a:gd name="csX782" fmla="*/ 1733050 w 2213962"/>
              <a:gd name="csY782" fmla="*/ 1374910 h 1374909"/>
              <a:gd name="csX783" fmla="*/ 1735265 w 2213962"/>
              <a:gd name="csY783" fmla="*/ 1374910 h 1374909"/>
              <a:gd name="csX784" fmla="*/ 1737480 w 2213962"/>
              <a:gd name="csY784" fmla="*/ 1374910 h 1374909"/>
              <a:gd name="csX785" fmla="*/ 1739695 w 2213962"/>
              <a:gd name="csY785" fmla="*/ 1374910 h 1374909"/>
              <a:gd name="csX786" fmla="*/ 1741910 w 2213962"/>
              <a:gd name="csY786" fmla="*/ 1374910 h 1374909"/>
              <a:gd name="csX787" fmla="*/ 1744125 w 2213962"/>
              <a:gd name="csY787" fmla="*/ 1374910 h 1374909"/>
              <a:gd name="csX788" fmla="*/ 1746350 w 2213962"/>
              <a:gd name="csY788" fmla="*/ 1374910 h 1374909"/>
              <a:gd name="csX789" fmla="*/ 1748565 w 2213962"/>
              <a:gd name="csY789" fmla="*/ 1374910 h 1374909"/>
              <a:gd name="csX790" fmla="*/ 1750779 w 2213962"/>
              <a:gd name="csY790" fmla="*/ 1374910 h 1374909"/>
              <a:gd name="csX791" fmla="*/ 1752994 w 2213962"/>
              <a:gd name="csY791" fmla="*/ 1374910 h 1374909"/>
              <a:gd name="csX792" fmla="*/ 1755209 w 2213962"/>
              <a:gd name="csY792" fmla="*/ 1374910 h 1374909"/>
              <a:gd name="csX793" fmla="*/ 1757424 w 2213962"/>
              <a:gd name="csY793" fmla="*/ 1374910 h 1374909"/>
              <a:gd name="csX794" fmla="*/ 1759639 w 2213962"/>
              <a:gd name="csY794" fmla="*/ 1374910 h 1374909"/>
              <a:gd name="csX795" fmla="*/ 1761854 w 2213962"/>
              <a:gd name="csY795" fmla="*/ 1374910 h 1374909"/>
              <a:gd name="csX796" fmla="*/ 1764079 w 2213962"/>
              <a:gd name="csY796" fmla="*/ 1374910 h 1374909"/>
              <a:gd name="csX797" fmla="*/ 1766294 w 2213962"/>
              <a:gd name="csY797" fmla="*/ 1374910 h 1374909"/>
              <a:gd name="csX798" fmla="*/ 1768509 w 2213962"/>
              <a:gd name="csY798" fmla="*/ 1374910 h 1374909"/>
              <a:gd name="csX799" fmla="*/ 1770724 w 2213962"/>
              <a:gd name="csY799" fmla="*/ 1374910 h 1374909"/>
              <a:gd name="csX800" fmla="*/ 1772939 w 2213962"/>
              <a:gd name="csY800" fmla="*/ 1374910 h 1374909"/>
              <a:gd name="csX801" fmla="*/ 1775154 w 2213962"/>
              <a:gd name="csY801" fmla="*/ 1374910 h 1374909"/>
              <a:gd name="csX802" fmla="*/ 1777369 w 2213962"/>
              <a:gd name="csY802" fmla="*/ 1374910 h 1374909"/>
              <a:gd name="csX803" fmla="*/ 1779583 w 2213962"/>
              <a:gd name="csY803" fmla="*/ 1374910 h 1374909"/>
              <a:gd name="csX804" fmla="*/ 1781809 w 2213962"/>
              <a:gd name="csY804" fmla="*/ 1374910 h 1374909"/>
              <a:gd name="csX805" fmla="*/ 1784024 w 2213962"/>
              <a:gd name="csY805" fmla="*/ 1374910 h 1374909"/>
              <a:gd name="csX806" fmla="*/ 1786239 w 2213962"/>
              <a:gd name="csY806" fmla="*/ 1374910 h 1374909"/>
              <a:gd name="csX807" fmla="*/ 1788453 w 2213962"/>
              <a:gd name="csY807" fmla="*/ 1374910 h 1374909"/>
              <a:gd name="csX808" fmla="*/ 1790668 w 2213962"/>
              <a:gd name="csY808" fmla="*/ 1374910 h 1374909"/>
              <a:gd name="csX809" fmla="*/ 1792883 w 2213962"/>
              <a:gd name="csY809" fmla="*/ 1374910 h 1374909"/>
              <a:gd name="csX810" fmla="*/ 1795098 w 2213962"/>
              <a:gd name="csY810" fmla="*/ 1374910 h 1374909"/>
              <a:gd name="csX811" fmla="*/ 1797313 w 2213962"/>
              <a:gd name="csY811" fmla="*/ 1374910 h 1374909"/>
              <a:gd name="csX812" fmla="*/ 1799538 w 2213962"/>
              <a:gd name="csY812" fmla="*/ 1374910 h 1374909"/>
              <a:gd name="csX813" fmla="*/ 1801753 w 2213962"/>
              <a:gd name="csY813" fmla="*/ 1374910 h 1374909"/>
              <a:gd name="csX814" fmla="*/ 1803968 w 2213962"/>
              <a:gd name="csY814" fmla="*/ 1374910 h 1374909"/>
              <a:gd name="csX815" fmla="*/ 1806183 w 2213962"/>
              <a:gd name="csY815" fmla="*/ 1374910 h 1374909"/>
              <a:gd name="csX816" fmla="*/ 1808398 w 2213962"/>
              <a:gd name="csY816" fmla="*/ 1374910 h 1374909"/>
              <a:gd name="csX817" fmla="*/ 1810613 w 2213962"/>
              <a:gd name="csY817" fmla="*/ 1374910 h 1374909"/>
              <a:gd name="csX818" fmla="*/ 1812828 w 2213962"/>
              <a:gd name="csY818" fmla="*/ 1374910 h 1374909"/>
              <a:gd name="csX819" fmla="*/ 1815043 w 2213962"/>
              <a:gd name="csY819" fmla="*/ 1374910 h 1374909"/>
              <a:gd name="csX820" fmla="*/ 1817268 w 2213962"/>
              <a:gd name="csY820" fmla="*/ 1374910 h 1374909"/>
              <a:gd name="csX821" fmla="*/ 1819483 w 2213962"/>
              <a:gd name="csY821" fmla="*/ 1374910 h 1374909"/>
              <a:gd name="csX822" fmla="*/ 1821698 w 2213962"/>
              <a:gd name="csY822" fmla="*/ 1374910 h 1374909"/>
              <a:gd name="csX823" fmla="*/ 1823913 w 2213962"/>
              <a:gd name="csY823" fmla="*/ 1374910 h 1374909"/>
              <a:gd name="csX824" fmla="*/ 1826127 w 2213962"/>
              <a:gd name="csY824" fmla="*/ 1374910 h 1374909"/>
              <a:gd name="csX825" fmla="*/ 1828342 w 2213962"/>
              <a:gd name="csY825" fmla="*/ 1374910 h 1374909"/>
              <a:gd name="csX826" fmla="*/ 1830557 w 2213962"/>
              <a:gd name="csY826" fmla="*/ 1374910 h 1374909"/>
              <a:gd name="csX827" fmla="*/ 1832772 w 2213962"/>
              <a:gd name="csY827" fmla="*/ 1374910 h 1374909"/>
              <a:gd name="csX828" fmla="*/ 1834997 w 2213962"/>
              <a:gd name="csY828" fmla="*/ 1374910 h 1374909"/>
              <a:gd name="csX829" fmla="*/ 1837212 w 2213962"/>
              <a:gd name="csY829" fmla="*/ 1374910 h 1374909"/>
              <a:gd name="csX830" fmla="*/ 1839427 w 2213962"/>
              <a:gd name="csY830" fmla="*/ 1374910 h 1374909"/>
              <a:gd name="csX831" fmla="*/ 1841642 w 2213962"/>
              <a:gd name="csY831" fmla="*/ 1374910 h 1374909"/>
              <a:gd name="csX832" fmla="*/ 1843857 w 2213962"/>
              <a:gd name="csY832" fmla="*/ 1374910 h 1374909"/>
              <a:gd name="csX833" fmla="*/ 1846072 w 2213962"/>
              <a:gd name="csY833" fmla="*/ 1374910 h 1374909"/>
              <a:gd name="csX834" fmla="*/ 1848287 w 2213962"/>
              <a:gd name="csY834" fmla="*/ 1374910 h 1374909"/>
              <a:gd name="csX835" fmla="*/ 1850502 w 2213962"/>
              <a:gd name="csY835" fmla="*/ 1374910 h 1374909"/>
              <a:gd name="csX836" fmla="*/ 1852727 w 2213962"/>
              <a:gd name="csY836" fmla="*/ 1374910 h 1374909"/>
              <a:gd name="csX837" fmla="*/ 1854942 w 2213962"/>
              <a:gd name="csY837" fmla="*/ 1374910 h 1374909"/>
              <a:gd name="csX838" fmla="*/ 1857157 w 2213962"/>
              <a:gd name="csY838" fmla="*/ 1374910 h 1374909"/>
              <a:gd name="csX839" fmla="*/ 1859372 w 2213962"/>
              <a:gd name="csY839" fmla="*/ 1374910 h 1374909"/>
              <a:gd name="csX840" fmla="*/ 1861587 w 2213962"/>
              <a:gd name="csY840" fmla="*/ 1374910 h 1374909"/>
              <a:gd name="csX841" fmla="*/ 1863801 w 2213962"/>
              <a:gd name="csY841" fmla="*/ 1374910 h 1374909"/>
              <a:gd name="csX842" fmla="*/ 1866016 w 2213962"/>
              <a:gd name="csY842" fmla="*/ 1374910 h 1374909"/>
              <a:gd name="csX843" fmla="*/ 1868231 w 2213962"/>
              <a:gd name="csY843" fmla="*/ 1374910 h 1374909"/>
              <a:gd name="csX844" fmla="*/ 1870456 w 2213962"/>
              <a:gd name="csY844" fmla="*/ 1374910 h 1374909"/>
              <a:gd name="csX845" fmla="*/ 1872671 w 2213962"/>
              <a:gd name="csY845" fmla="*/ 1374910 h 1374909"/>
              <a:gd name="csX846" fmla="*/ 1874886 w 2213962"/>
              <a:gd name="csY846" fmla="*/ 1374910 h 1374909"/>
              <a:gd name="csX847" fmla="*/ 1877101 w 2213962"/>
              <a:gd name="csY847" fmla="*/ 1374910 h 1374909"/>
              <a:gd name="csX848" fmla="*/ 1879316 w 2213962"/>
              <a:gd name="csY848" fmla="*/ 1374910 h 1374909"/>
              <a:gd name="csX849" fmla="*/ 1881531 w 2213962"/>
              <a:gd name="csY849" fmla="*/ 1374910 h 1374909"/>
              <a:gd name="csX850" fmla="*/ 1883746 w 2213962"/>
              <a:gd name="csY850" fmla="*/ 1374910 h 1374909"/>
              <a:gd name="csX851" fmla="*/ 1885961 w 2213962"/>
              <a:gd name="csY851" fmla="*/ 1374910 h 1374909"/>
              <a:gd name="csX852" fmla="*/ 1888176 w 2213962"/>
              <a:gd name="csY852" fmla="*/ 1374910 h 1374909"/>
              <a:gd name="csX853" fmla="*/ 1890401 w 2213962"/>
              <a:gd name="csY853" fmla="*/ 1374910 h 1374909"/>
              <a:gd name="csX854" fmla="*/ 1892616 w 2213962"/>
              <a:gd name="csY854" fmla="*/ 1374910 h 1374909"/>
              <a:gd name="csX855" fmla="*/ 1894831 w 2213962"/>
              <a:gd name="csY855" fmla="*/ 1374910 h 1374909"/>
              <a:gd name="csX856" fmla="*/ 1897046 w 2213962"/>
              <a:gd name="csY856" fmla="*/ 1374910 h 1374909"/>
              <a:gd name="csX857" fmla="*/ 1899260 w 2213962"/>
              <a:gd name="csY857" fmla="*/ 1374910 h 1374909"/>
              <a:gd name="csX858" fmla="*/ 1901476 w 2213962"/>
              <a:gd name="csY858" fmla="*/ 1374910 h 1374909"/>
              <a:gd name="csX859" fmla="*/ 1903690 w 2213962"/>
              <a:gd name="csY859" fmla="*/ 1374910 h 1374909"/>
              <a:gd name="csX860" fmla="*/ 1905905 w 2213962"/>
              <a:gd name="csY860" fmla="*/ 1374910 h 1374909"/>
              <a:gd name="csX861" fmla="*/ 1908130 w 2213962"/>
              <a:gd name="csY861" fmla="*/ 1374910 h 1374909"/>
              <a:gd name="csX862" fmla="*/ 1910345 w 2213962"/>
              <a:gd name="csY862" fmla="*/ 1374910 h 1374909"/>
              <a:gd name="csX863" fmla="*/ 1912560 w 2213962"/>
              <a:gd name="csY863" fmla="*/ 1374910 h 1374909"/>
              <a:gd name="csX864" fmla="*/ 1914775 w 2213962"/>
              <a:gd name="csY864" fmla="*/ 1374910 h 1374909"/>
              <a:gd name="csX865" fmla="*/ 1916990 w 2213962"/>
              <a:gd name="csY865" fmla="*/ 1374910 h 1374909"/>
              <a:gd name="csX866" fmla="*/ 1919205 w 2213962"/>
              <a:gd name="csY866" fmla="*/ 1374910 h 1374909"/>
              <a:gd name="csX867" fmla="*/ 1921420 w 2213962"/>
              <a:gd name="csY867" fmla="*/ 1374910 h 1374909"/>
              <a:gd name="csX868" fmla="*/ 1923635 w 2213962"/>
              <a:gd name="csY868" fmla="*/ 1374910 h 1374909"/>
              <a:gd name="csX869" fmla="*/ 1925860 w 2213962"/>
              <a:gd name="csY869" fmla="*/ 1374910 h 1374909"/>
              <a:gd name="csX870" fmla="*/ 1928075 w 2213962"/>
              <a:gd name="csY870" fmla="*/ 1374910 h 1374909"/>
              <a:gd name="csX871" fmla="*/ 1930290 w 2213962"/>
              <a:gd name="csY871" fmla="*/ 1374910 h 1374909"/>
              <a:gd name="csX872" fmla="*/ 1932505 w 2213962"/>
              <a:gd name="csY872" fmla="*/ 1374910 h 1374909"/>
              <a:gd name="csX873" fmla="*/ 1934720 w 2213962"/>
              <a:gd name="csY873" fmla="*/ 1374910 h 1374909"/>
              <a:gd name="csX874" fmla="*/ 1936935 w 2213962"/>
              <a:gd name="csY874" fmla="*/ 1374910 h 1374909"/>
              <a:gd name="csX875" fmla="*/ 1939149 w 2213962"/>
              <a:gd name="csY875" fmla="*/ 1374910 h 1374909"/>
              <a:gd name="csX876" fmla="*/ 1941364 w 2213962"/>
              <a:gd name="csY876" fmla="*/ 1374910 h 1374909"/>
              <a:gd name="csX877" fmla="*/ 1943590 w 2213962"/>
              <a:gd name="csY877" fmla="*/ 1374910 h 1374909"/>
              <a:gd name="csX878" fmla="*/ 1945804 w 2213962"/>
              <a:gd name="csY878" fmla="*/ 1374910 h 1374909"/>
              <a:gd name="csX879" fmla="*/ 1948019 w 2213962"/>
              <a:gd name="csY879" fmla="*/ 1374910 h 1374909"/>
              <a:gd name="csX880" fmla="*/ 1950234 w 2213962"/>
              <a:gd name="csY880" fmla="*/ 1374910 h 1374909"/>
              <a:gd name="csX881" fmla="*/ 1952449 w 2213962"/>
              <a:gd name="csY881" fmla="*/ 1374910 h 1374909"/>
              <a:gd name="csX882" fmla="*/ 1954664 w 2213962"/>
              <a:gd name="csY882" fmla="*/ 1374910 h 1374909"/>
              <a:gd name="csX883" fmla="*/ 1956879 w 2213962"/>
              <a:gd name="csY883" fmla="*/ 1374910 h 1374909"/>
              <a:gd name="csX884" fmla="*/ 1959094 w 2213962"/>
              <a:gd name="csY884" fmla="*/ 1374910 h 1374909"/>
              <a:gd name="csX885" fmla="*/ 1961319 w 2213962"/>
              <a:gd name="csY885" fmla="*/ 1374910 h 1374909"/>
              <a:gd name="csX886" fmla="*/ 1963534 w 2213962"/>
              <a:gd name="csY886" fmla="*/ 1374910 h 1374909"/>
              <a:gd name="csX887" fmla="*/ 1965749 w 2213962"/>
              <a:gd name="csY887" fmla="*/ 1374910 h 1374909"/>
              <a:gd name="csX888" fmla="*/ 1967964 w 2213962"/>
              <a:gd name="csY888" fmla="*/ 1374910 h 1374909"/>
              <a:gd name="csX889" fmla="*/ 1970179 w 2213962"/>
              <a:gd name="csY889" fmla="*/ 1374910 h 1374909"/>
              <a:gd name="csX890" fmla="*/ 1972394 w 2213962"/>
              <a:gd name="csY890" fmla="*/ 1374910 h 1374909"/>
              <a:gd name="csX891" fmla="*/ 1974608 w 2213962"/>
              <a:gd name="csY891" fmla="*/ 1374910 h 1374909"/>
              <a:gd name="csX892" fmla="*/ 1976823 w 2213962"/>
              <a:gd name="csY892" fmla="*/ 1374910 h 1374909"/>
              <a:gd name="csX893" fmla="*/ 1979049 w 2213962"/>
              <a:gd name="csY893" fmla="*/ 1374910 h 1374909"/>
              <a:gd name="csX894" fmla="*/ 1981263 w 2213962"/>
              <a:gd name="csY894" fmla="*/ 1374910 h 1374909"/>
              <a:gd name="csX895" fmla="*/ 1983479 w 2213962"/>
              <a:gd name="csY895" fmla="*/ 1374910 h 1374909"/>
              <a:gd name="csX896" fmla="*/ 1985693 w 2213962"/>
              <a:gd name="csY896" fmla="*/ 1374910 h 1374909"/>
              <a:gd name="csX897" fmla="*/ 1987908 w 2213962"/>
              <a:gd name="csY897" fmla="*/ 1374910 h 1374909"/>
              <a:gd name="csX898" fmla="*/ 1990123 w 2213962"/>
              <a:gd name="csY898" fmla="*/ 1374910 h 1374909"/>
              <a:gd name="csX899" fmla="*/ 1992338 w 2213962"/>
              <a:gd name="csY899" fmla="*/ 1374910 h 1374909"/>
              <a:gd name="csX900" fmla="*/ 1994553 w 2213962"/>
              <a:gd name="csY900" fmla="*/ 1374910 h 1374909"/>
              <a:gd name="csX901" fmla="*/ 1996778 w 2213962"/>
              <a:gd name="csY901" fmla="*/ 1374910 h 1374909"/>
              <a:gd name="csX902" fmla="*/ 1998993 w 2213962"/>
              <a:gd name="csY902" fmla="*/ 1374910 h 1374909"/>
              <a:gd name="csX903" fmla="*/ 2001208 w 2213962"/>
              <a:gd name="csY903" fmla="*/ 1374910 h 1374909"/>
              <a:gd name="csX904" fmla="*/ 2003423 w 2213962"/>
              <a:gd name="csY904" fmla="*/ 1374910 h 1374909"/>
              <a:gd name="csX905" fmla="*/ 2005638 w 2213962"/>
              <a:gd name="csY905" fmla="*/ 1374910 h 1374909"/>
              <a:gd name="csX906" fmla="*/ 2007853 w 2213962"/>
              <a:gd name="csY906" fmla="*/ 1374910 h 1374909"/>
              <a:gd name="csX907" fmla="*/ 2010068 w 2213962"/>
              <a:gd name="csY907" fmla="*/ 1374910 h 1374909"/>
              <a:gd name="csX908" fmla="*/ 2012282 w 2213962"/>
              <a:gd name="csY908" fmla="*/ 1374910 h 1374909"/>
              <a:gd name="csX909" fmla="*/ 2014508 w 2213962"/>
              <a:gd name="csY909" fmla="*/ 1374910 h 1374909"/>
              <a:gd name="csX910" fmla="*/ 2016723 w 2213962"/>
              <a:gd name="csY910" fmla="*/ 1374910 h 1374909"/>
              <a:gd name="csX911" fmla="*/ 2018938 w 2213962"/>
              <a:gd name="csY911" fmla="*/ 1374910 h 1374909"/>
              <a:gd name="csX912" fmla="*/ 2021152 w 2213962"/>
              <a:gd name="csY912" fmla="*/ 1374910 h 1374909"/>
              <a:gd name="csX913" fmla="*/ 2023367 w 2213962"/>
              <a:gd name="csY913" fmla="*/ 1374910 h 1374909"/>
              <a:gd name="csX914" fmla="*/ 2025582 w 2213962"/>
              <a:gd name="csY914" fmla="*/ 1374910 h 1374909"/>
              <a:gd name="csX915" fmla="*/ 2027797 w 2213962"/>
              <a:gd name="csY915" fmla="*/ 1374910 h 1374909"/>
              <a:gd name="csX916" fmla="*/ 2030012 w 2213962"/>
              <a:gd name="csY916" fmla="*/ 1374910 h 1374909"/>
              <a:gd name="csX917" fmla="*/ 2032227 w 2213962"/>
              <a:gd name="csY917" fmla="*/ 1374910 h 1374909"/>
              <a:gd name="csX918" fmla="*/ 2034452 w 2213962"/>
              <a:gd name="csY918" fmla="*/ 1374910 h 1374909"/>
              <a:gd name="csX919" fmla="*/ 2036667 w 2213962"/>
              <a:gd name="csY919" fmla="*/ 1374910 h 1374909"/>
              <a:gd name="csX920" fmla="*/ 2038882 w 2213962"/>
              <a:gd name="csY920" fmla="*/ 1374910 h 1374909"/>
              <a:gd name="csX921" fmla="*/ 2041097 w 2213962"/>
              <a:gd name="csY921" fmla="*/ 1374910 h 1374909"/>
              <a:gd name="csX922" fmla="*/ 2043312 w 2213962"/>
              <a:gd name="csY922" fmla="*/ 1374910 h 1374909"/>
              <a:gd name="csX923" fmla="*/ 2045527 w 2213962"/>
              <a:gd name="csY923" fmla="*/ 1374910 h 1374909"/>
              <a:gd name="csX924" fmla="*/ 2047741 w 2213962"/>
              <a:gd name="csY924" fmla="*/ 1374910 h 1374909"/>
              <a:gd name="csX925" fmla="*/ 2049957 w 2213962"/>
              <a:gd name="csY925" fmla="*/ 1374910 h 1374909"/>
              <a:gd name="csX926" fmla="*/ 2052182 w 2213962"/>
              <a:gd name="csY926" fmla="*/ 1374910 h 1374909"/>
              <a:gd name="csX927" fmla="*/ 2054397 w 2213962"/>
              <a:gd name="csY927" fmla="*/ 1374910 h 1374909"/>
              <a:gd name="csX928" fmla="*/ 2056611 w 2213962"/>
              <a:gd name="csY928" fmla="*/ 1374910 h 1374909"/>
              <a:gd name="csX929" fmla="*/ 2058827 w 2213962"/>
              <a:gd name="csY929" fmla="*/ 1374910 h 1374909"/>
              <a:gd name="csX930" fmla="*/ 2061041 w 2213962"/>
              <a:gd name="csY930" fmla="*/ 1374910 h 1374909"/>
              <a:gd name="csX931" fmla="*/ 2063256 w 2213962"/>
              <a:gd name="csY931" fmla="*/ 1374910 h 1374909"/>
              <a:gd name="csX932" fmla="*/ 2065471 w 2213962"/>
              <a:gd name="csY932" fmla="*/ 1374910 h 1374909"/>
              <a:gd name="csX933" fmla="*/ 2067686 w 2213962"/>
              <a:gd name="csY933" fmla="*/ 1374910 h 1374909"/>
              <a:gd name="csX934" fmla="*/ 2069911 w 2213962"/>
              <a:gd name="csY934" fmla="*/ 1374910 h 1374909"/>
              <a:gd name="csX935" fmla="*/ 2072126 w 2213962"/>
              <a:gd name="csY935" fmla="*/ 1374910 h 1374909"/>
              <a:gd name="csX936" fmla="*/ 2074341 w 2213962"/>
              <a:gd name="csY936" fmla="*/ 1374910 h 1374909"/>
              <a:gd name="csX937" fmla="*/ 2076556 w 2213962"/>
              <a:gd name="csY937" fmla="*/ 1374910 h 1374909"/>
              <a:gd name="csX938" fmla="*/ 2078771 w 2213962"/>
              <a:gd name="csY938" fmla="*/ 1374910 h 1374909"/>
              <a:gd name="csX939" fmla="*/ 2080986 w 2213962"/>
              <a:gd name="csY939" fmla="*/ 1374910 h 1374909"/>
              <a:gd name="csX940" fmla="*/ 2083201 w 2213962"/>
              <a:gd name="csY940" fmla="*/ 1374910 h 1374909"/>
              <a:gd name="csX941" fmla="*/ 2085416 w 2213962"/>
              <a:gd name="csY941" fmla="*/ 1374910 h 1374909"/>
              <a:gd name="csX942" fmla="*/ 2087641 w 2213962"/>
              <a:gd name="csY942" fmla="*/ 1374910 h 1374909"/>
              <a:gd name="csX943" fmla="*/ 2089856 w 2213962"/>
              <a:gd name="csY943" fmla="*/ 1374910 h 1374909"/>
              <a:gd name="csX944" fmla="*/ 2092071 w 2213962"/>
              <a:gd name="csY944" fmla="*/ 1374910 h 1374909"/>
              <a:gd name="csX945" fmla="*/ 2094285 w 2213962"/>
              <a:gd name="csY945" fmla="*/ 1374910 h 1374909"/>
              <a:gd name="csX946" fmla="*/ 2096500 w 2213962"/>
              <a:gd name="csY946" fmla="*/ 1374910 h 1374909"/>
              <a:gd name="csX947" fmla="*/ 2098715 w 2213962"/>
              <a:gd name="csY947" fmla="*/ 1374910 h 1374909"/>
              <a:gd name="csX948" fmla="*/ 2100930 w 2213962"/>
              <a:gd name="csY948" fmla="*/ 1374910 h 1374909"/>
              <a:gd name="csX949" fmla="*/ 2103145 w 2213962"/>
              <a:gd name="csY949" fmla="*/ 1374910 h 1374909"/>
              <a:gd name="csX950" fmla="*/ 2105371 w 2213962"/>
              <a:gd name="csY950" fmla="*/ 1374910 h 1374909"/>
              <a:gd name="csX951" fmla="*/ 2107585 w 2213962"/>
              <a:gd name="csY951" fmla="*/ 1374910 h 1374909"/>
              <a:gd name="csX952" fmla="*/ 2109800 w 2213962"/>
              <a:gd name="csY952" fmla="*/ 1374910 h 1374909"/>
              <a:gd name="csX953" fmla="*/ 2112015 w 2213962"/>
              <a:gd name="csY953" fmla="*/ 1374910 h 1374909"/>
              <a:gd name="csX954" fmla="*/ 2114230 w 2213962"/>
              <a:gd name="csY954" fmla="*/ 1374910 h 1374909"/>
              <a:gd name="csX955" fmla="*/ 2116445 w 2213962"/>
              <a:gd name="csY955" fmla="*/ 1374910 h 1374909"/>
              <a:gd name="csX956" fmla="*/ 2118660 w 2213962"/>
              <a:gd name="csY956" fmla="*/ 1374910 h 1374909"/>
              <a:gd name="csX957" fmla="*/ 2120875 w 2213962"/>
              <a:gd name="csY957" fmla="*/ 1374910 h 1374909"/>
              <a:gd name="csX958" fmla="*/ 2123100 w 2213962"/>
              <a:gd name="csY958" fmla="*/ 1374910 h 1374909"/>
              <a:gd name="csX959" fmla="*/ 2125315 w 2213962"/>
              <a:gd name="csY959" fmla="*/ 1374910 h 1374909"/>
              <a:gd name="csX960" fmla="*/ 2127530 w 2213962"/>
              <a:gd name="csY960" fmla="*/ 1374910 h 1374909"/>
              <a:gd name="csX961" fmla="*/ 2129745 w 2213962"/>
              <a:gd name="csY961" fmla="*/ 1374910 h 1374909"/>
              <a:gd name="csX962" fmla="*/ 2131960 w 2213962"/>
              <a:gd name="csY962" fmla="*/ 1374910 h 1374909"/>
              <a:gd name="csX963" fmla="*/ 2134174 w 2213962"/>
              <a:gd name="csY963" fmla="*/ 1374910 h 1374909"/>
              <a:gd name="csX964" fmla="*/ 2136389 w 2213962"/>
              <a:gd name="csY964" fmla="*/ 1374910 h 1374909"/>
              <a:gd name="csX965" fmla="*/ 2138604 w 2213962"/>
              <a:gd name="csY965" fmla="*/ 1374910 h 1374909"/>
              <a:gd name="csX966" fmla="*/ 2140830 w 2213962"/>
              <a:gd name="csY966" fmla="*/ 1374910 h 1374909"/>
              <a:gd name="csX967" fmla="*/ 2143044 w 2213962"/>
              <a:gd name="csY967" fmla="*/ 1374910 h 1374909"/>
              <a:gd name="csX968" fmla="*/ 2145259 w 2213962"/>
              <a:gd name="csY968" fmla="*/ 1374910 h 1374909"/>
              <a:gd name="csX969" fmla="*/ 2147474 w 2213962"/>
              <a:gd name="csY969" fmla="*/ 1374910 h 1374909"/>
              <a:gd name="csX970" fmla="*/ 2149689 w 2213962"/>
              <a:gd name="csY970" fmla="*/ 1374910 h 1374909"/>
              <a:gd name="csX971" fmla="*/ 2151904 w 2213962"/>
              <a:gd name="csY971" fmla="*/ 1374910 h 1374909"/>
              <a:gd name="csX972" fmla="*/ 2154119 w 2213962"/>
              <a:gd name="csY972" fmla="*/ 1374910 h 1374909"/>
              <a:gd name="csX973" fmla="*/ 2156334 w 2213962"/>
              <a:gd name="csY973" fmla="*/ 1374910 h 1374909"/>
              <a:gd name="csX974" fmla="*/ 2158559 w 2213962"/>
              <a:gd name="csY974" fmla="*/ 1374910 h 1374909"/>
              <a:gd name="csX975" fmla="*/ 2160774 w 2213962"/>
              <a:gd name="csY975" fmla="*/ 1374910 h 1374909"/>
              <a:gd name="csX976" fmla="*/ 2162989 w 2213962"/>
              <a:gd name="csY976" fmla="*/ 1374910 h 1374909"/>
              <a:gd name="csX977" fmla="*/ 2165204 w 2213962"/>
              <a:gd name="csY977" fmla="*/ 1374910 h 1374909"/>
              <a:gd name="csX978" fmla="*/ 2167419 w 2213962"/>
              <a:gd name="csY978" fmla="*/ 1374910 h 1374909"/>
              <a:gd name="csX979" fmla="*/ 2169633 w 2213962"/>
              <a:gd name="csY979" fmla="*/ 1374910 h 1374909"/>
              <a:gd name="csX980" fmla="*/ 2171849 w 2213962"/>
              <a:gd name="csY980" fmla="*/ 1374910 h 1374909"/>
              <a:gd name="csX981" fmla="*/ 2174063 w 2213962"/>
              <a:gd name="csY981" fmla="*/ 1374910 h 1374909"/>
              <a:gd name="csX982" fmla="*/ 2176278 w 2213962"/>
              <a:gd name="csY982" fmla="*/ 1374910 h 1374909"/>
              <a:gd name="csX983" fmla="*/ 2178503 w 2213962"/>
              <a:gd name="csY983" fmla="*/ 1374910 h 1374909"/>
              <a:gd name="csX984" fmla="*/ 2180718 w 2213962"/>
              <a:gd name="csY984" fmla="*/ 1374910 h 1374909"/>
              <a:gd name="csX985" fmla="*/ 2182933 w 2213962"/>
              <a:gd name="csY985" fmla="*/ 1374910 h 1374909"/>
              <a:gd name="csX986" fmla="*/ 2185148 w 2213962"/>
              <a:gd name="csY986" fmla="*/ 1374910 h 1374909"/>
              <a:gd name="csX987" fmla="*/ 2187363 w 2213962"/>
              <a:gd name="csY987" fmla="*/ 1374910 h 1374909"/>
              <a:gd name="csX988" fmla="*/ 2189578 w 2213962"/>
              <a:gd name="csY988" fmla="*/ 1374910 h 1374909"/>
              <a:gd name="csX989" fmla="*/ 2191793 w 2213962"/>
              <a:gd name="csY989" fmla="*/ 1374910 h 1374909"/>
              <a:gd name="csX990" fmla="*/ 2194008 w 2213962"/>
              <a:gd name="csY990" fmla="*/ 1374910 h 1374909"/>
              <a:gd name="csX991" fmla="*/ 2196233 w 2213962"/>
              <a:gd name="csY991" fmla="*/ 1374910 h 1374909"/>
              <a:gd name="csX992" fmla="*/ 2198448 w 2213962"/>
              <a:gd name="csY992" fmla="*/ 1374910 h 1374909"/>
              <a:gd name="csX993" fmla="*/ 2200663 w 2213962"/>
              <a:gd name="csY993" fmla="*/ 1374910 h 1374909"/>
              <a:gd name="csX994" fmla="*/ 2202878 w 2213962"/>
              <a:gd name="csY994" fmla="*/ 1374910 h 1374909"/>
              <a:gd name="csX995" fmla="*/ 2205093 w 2213962"/>
              <a:gd name="csY995" fmla="*/ 1374910 h 1374909"/>
              <a:gd name="csX996" fmla="*/ 2207308 w 2213962"/>
              <a:gd name="csY996" fmla="*/ 1374910 h 1374909"/>
              <a:gd name="csX997" fmla="*/ 2209522 w 2213962"/>
              <a:gd name="csY997" fmla="*/ 1374910 h 1374909"/>
              <a:gd name="csX998" fmla="*/ 2211737 w 2213962"/>
              <a:gd name="csY998" fmla="*/ 1374910 h 1374909"/>
              <a:gd name="csX999" fmla="*/ 2213963 w 2213962"/>
              <a:gd name="csY999" fmla="*/ 1374910 h 13749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213962" h="1374909">
                <a:moveTo>
                  <a:pt x="0" y="1374910"/>
                </a:moveTo>
                <a:lnTo>
                  <a:pt x="2217" y="1374910"/>
                </a:lnTo>
                <a:lnTo>
                  <a:pt x="4433" y="1374910"/>
                </a:lnTo>
                <a:lnTo>
                  <a:pt x="6649" y="1374910"/>
                </a:lnTo>
                <a:lnTo>
                  <a:pt x="8865" y="1374910"/>
                </a:lnTo>
                <a:lnTo>
                  <a:pt x="11082" y="1374910"/>
                </a:lnTo>
                <a:lnTo>
                  <a:pt x="13298" y="1374910"/>
                </a:lnTo>
                <a:lnTo>
                  <a:pt x="15514" y="1374910"/>
                </a:lnTo>
                <a:lnTo>
                  <a:pt x="17730" y="1374910"/>
                </a:lnTo>
                <a:lnTo>
                  <a:pt x="19947" y="1374910"/>
                </a:lnTo>
                <a:lnTo>
                  <a:pt x="22162" y="1374910"/>
                </a:lnTo>
                <a:lnTo>
                  <a:pt x="24378" y="1374910"/>
                </a:lnTo>
                <a:lnTo>
                  <a:pt x="26594" y="1374910"/>
                </a:lnTo>
                <a:lnTo>
                  <a:pt x="28811" y="1374910"/>
                </a:lnTo>
                <a:lnTo>
                  <a:pt x="31027" y="1374910"/>
                </a:lnTo>
                <a:lnTo>
                  <a:pt x="33243" y="1374910"/>
                </a:lnTo>
                <a:lnTo>
                  <a:pt x="35459" y="1374910"/>
                </a:lnTo>
                <a:lnTo>
                  <a:pt x="37675" y="1374910"/>
                </a:lnTo>
                <a:lnTo>
                  <a:pt x="39892" y="1374910"/>
                </a:lnTo>
                <a:lnTo>
                  <a:pt x="42108" y="1374910"/>
                </a:lnTo>
                <a:lnTo>
                  <a:pt x="44324" y="1374910"/>
                </a:lnTo>
                <a:lnTo>
                  <a:pt x="46540" y="1374910"/>
                </a:lnTo>
                <a:lnTo>
                  <a:pt x="48757" y="1374910"/>
                </a:lnTo>
                <a:lnTo>
                  <a:pt x="50973" y="1374910"/>
                </a:lnTo>
                <a:lnTo>
                  <a:pt x="53189" y="1374910"/>
                </a:lnTo>
                <a:lnTo>
                  <a:pt x="55405" y="1374910"/>
                </a:lnTo>
                <a:lnTo>
                  <a:pt x="57622" y="1374910"/>
                </a:lnTo>
                <a:lnTo>
                  <a:pt x="59837" y="1374910"/>
                </a:lnTo>
                <a:lnTo>
                  <a:pt x="62053" y="1374910"/>
                </a:lnTo>
                <a:lnTo>
                  <a:pt x="64269" y="1374910"/>
                </a:lnTo>
                <a:lnTo>
                  <a:pt x="66485" y="1374910"/>
                </a:lnTo>
                <a:lnTo>
                  <a:pt x="68702" y="1374910"/>
                </a:lnTo>
                <a:lnTo>
                  <a:pt x="70918" y="1374910"/>
                </a:lnTo>
                <a:lnTo>
                  <a:pt x="73134" y="1374910"/>
                </a:lnTo>
                <a:lnTo>
                  <a:pt x="75350" y="1374910"/>
                </a:lnTo>
                <a:lnTo>
                  <a:pt x="77567" y="1374910"/>
                </a:lnTo>
                <a:lnTo>
                  <a:pt x="79783" y="1374910"/>
                </a:lnTo>
                <a:lnTo>
                  <a:pt x="81999" y="1374910"/>
                </a:lnTo>
                <a:lnTo>
                  <a:pt x="84215" y="1374910"/>
                </a:lnTo>
                <a:lnTo>
                  <a:pt x="86432" y="1374910"/>
                </a:lnTo>
                <a:lnTo>
                  <a:pt x="88648" y="1374910"/>
                </a:lnTo>
                <a:lnTo>
                  <a:pt x="90864" y="1374910"/>
                </a:lnTo>
                <a:lnTo>
                  <a:pt x="93080" y="1374910"/>
                </a:lnTo>
                <a:lnTo>
                  <a:pt x="95296" y="1374910"/>
                </a:lnTo>
                <a:lnTo>
                  <a:pt x="97513" y="1374910"/>
                </a:lnTo>
                <a:lnTo>
                  <a:pt x="99728" y="1374910"/>
                </a:lnTo>
                <a:lnTo>
                  <a:pt x="101944" y="1374910"/>
                </a:lnTo>
                <a:lnTo>
                  <a:pt x="104160" y="1374910"/>
                </a:lnTo>
                <a:lnTo>
                  <a:pt x="106377" y="1374910"/>
                </a:lnTo>
                <a:lnTo>
                  <a:pt x="108593" y="1374910"/>
                </a:lnTo>
                <a:lnTo>
                  <a:pt x="110809" y="1374910"/>
                </a:lnTo>
                <a:lnTo>
                  <a:pt x="113025" y="1374910"/>
                </a:lnTo>
                <a:lnTo>
                  <a:pt x="115242" y="1374910"/>
                </a:lnTo>
                <a:lnTo>
                  <a:pt x="117458" y="1374910"/>
                </a:lnTo>
                <a:lnTo>
                  <a:pt x="119674" y="1374910"/>
                </a:lnTo>
                <a:lnTo>
                  <a:pt x="121890" y="1374910"/>
                </a:lnTo>
                <a:lnTo>
                  <a:pt x="124106" y="1374910"/>
                </a:lnTo>
                <a:lnTo>
                  <a:pt x="126323" y="1374910"/>
                </a:lnTo>
                <a:lnTo>
                  <a:pt x="128539" y="1374910"/>
                </a:lnTo>
                <a:lnTo>
                  <a:pt x="130755" y="1374910"/>
                </a:lnTo>
                <a:lnTo>
                  <a:pt x="132971" y="1374910"/>
                </a:lnTo>
                <a:lnTo>
                  <a:pt x="135188" y="1374910"/>
                </a:lnTo>
                <a:lnTo>
                  <a:pt x="137403" y="1374910"/>
                </a:lnTo>
                <a:lnTo>
                  <a:pt x="139619" y="1374910"/>
                </a:lnTo>
                <a:lnTo>
                  <a:pt x="141835" y="1374910"/>
                </a:lnTo>
                <a:lnTo>
                  <a:pt x="144052" y="1374910"/>
                </a:lnTo>
                <a:lnTo>
                  <a:pt x="146268" y="1374910"/>
                </a:lnTo>
                <a:lnTo>
                  <a:pt x="148484" y="1374910"/>
                </a:lnTo>
                <a:lnTo>
                  <a:pt x="150700" y="1374910"/>
                </a:lnTo>
                <a:lnTo>
                  <a:pt x="152916" y="1374910"/>
                </a:lnTo>
                <a:lnTo>
                  <a:pt x="155133" y="1374910"/>
                </a:lnTo>
                <a:lnTo>
                  <a:pt x="157349" y="1374910"/>
                </a:lnTo>
                <a:lnTo>
                  <a:pt x="159565" y="1374910"/>
                </a:lnTo>
                <a:lnTo>
                  <a:pt x="161781" y="1374910"/>
                </a:lnTo>
                <a:lnTo>
                  <a:pt x="163998" y="1374910"/>
                </a:lnTo>
                <a:lnTo>
                  <a:pt x="166214" y="1374910"/>
                </a:lnTo>
                <a:lnTo>
                  <a:pt x="168430" y="1374910"/>
                </a:lnTo>
                <a:lnTo>
                  <a:pt x="170646" y="1374910"/>
                </a:lnTo>
                <a:lnTo>
                  <a:pt x="172863" y="1374910"/>
                </a:lnTo>
                <a:lnTo>
                  <a:pt x="175078" y="1374910"/>
                </a:lnTo>
                <a:lnTo>
                  <a:pt x="177294" y="1374910"/>
                </a:lnTo>
                <a:lnTo>
                  <a:pt x="179510" y="1374910"/>
                </a:lnTo>
                <a:lnTo>
                  <a:pt x="181726" y="1374910"/>
                </a:lnTo>
                <a:lnTo>
                  <a:pt x="183943" y="1374910"/>
                </a:lnTo>
                <a:lnTo>
                  <a:pt x="186159" y="1374910"/>
                </a:lnTo>
                <a:lnTo>
                  <a:pt x="188375" y="1374910"/>
                </a:lnTo>
                <a:lnTo>
                  <a:pt x="190591" y="1374910"/>
                </a:lnTo>
                <a:lnTo>
                  <a:pt x="192808" y="1374910"/>
                </a:lnTo>
                <a:lnTo>
                  <a:pt x="195024" y="1374910"/>
                </a:lnTo>
                <a:lnTo>
                  <a:pt x="197240" y="1374910"/>
                </a:lnTo>
                <a:lnTo>
                  <a:pt x="199456" y="1374910"/>
                </a:lnTo>
                <a:lnTo>
                  <a:pt x="201673" y="1374910"/>
                </a:lnTo>
                <a:lnTo>
                  <a:pt x="203889" y="1374910"/>
                </a:lnTo>
                <a:lnTo>
                  <a:pt x="206105" y="1374910"/>
                </a:lnTo>
                <a:lnTo>
                  <a:pt x="208321" y="1374910"/>
                </a:lnTo>
                <a:lnTo>
                  <a:pt x="210537" y="1374910"/>
                </a:lnTo>
                <a:lnTo>
                  <a:pt x="212753" y="1374910"/>
                </a:lnTo>
                <a:lnTo>
                  <a:pt x="214969" y="1374910"/>
                </a:lnTo>
                <a:lnTo>
                  <a:pt x="217185" y="1374910"/>
                </a:lnTo>
                <a:lnTo>
                  <a:pt x="219401" y="1374910"/>
                </a:lnTo>
                <a:lnTo>
                  <a:pt x="221618" y="1374910"/>
                </a:lnTo>
                <a:lnTo>
                  <a:pt x="223834" y="1374910"/>
                </a:lnTo>
                <a:lnTo>
                  <a:pt x="226050" y="1374910"/>
                </a:lnTo>
                <a:lnTo>
                  <a:pt x="228266" y="1374910"/>
                </a:lnTo>
                <a:lnTo>
                  <a:pt x="230483" y="1374910"/>
                </a:lnTo>
                <a:lnTo>
                  <a:pt x="232699" y="1374910"/>
                </a:lnTo>
                <a:lnTo>
                  <a:pt x="234915" y="1374910"/>
                </a:lnTo>
                <a:lnTo>
                  <a:pt x="237131" y="1374910"/>
                </a:lnTo>
                <a:lnTo>
                  <a:pt x="239348" y="1374910"/>
                </a:lnTo>
                <a:lnTo>
                  <a:pt x="241564" y="1374910"/>
                </a:lnTo>
                <a:lnTo>
                  <a:pt x="243780" y="1374910"/>
                </a:lnTo>
                <a:lnTo>
                  <a:pt x="245996" y="1374910"/>
                </a:lnTo>
                <a:lnTo>
                  <a:pt x="248212" y="1374910"/>
                </a:lnTo>
                <a:lnTo>
                  <a:pt x="250429" y="1374910"/>
                </a:lnTo>
                <a:lnTo>
                  <a:pt x="252644" y="1374910"/>
                </a:lnTo>
                <a:lnTo>
                  <a:pt x="254860" y="1374910"/>
                </a:lnTo>
                <a:lnTo>
                  <a:pt x="257076" y="1374910"/>
                </a:lnTo>
                <a:lnTo>
                  <a:pt x="259293" y="1374910"/>
                </a:lnTo>
                <a:lnTo>
                  <a:pt x="261509" y="1374910"/>
                </a:lnTo>
                <a:lnTo>
                  <a:pt x="263725" y="1374910"/>
                </a:lnTo>
                <a:lnTo>
                  <a:pt x="265941" y="1374910"/>
                </a:lnTo>
                <a:lnTo>
                  <a:pt x="268158" y="1374910"/>
                </a:lnTo>
                <a:lnTo>
                  <a:pt x="270374" y="1374910"/>
                </a:lnTo>
                <a:lnTo>
                  <a:pt x="272590" y="1374910"/>
                </a:lnTo>
                <a:lnTo>
                  <a:pt x="274806" y="1374910"/>
                </a:lnTo>
                <a:lnTo>
                  <a:pt x="277022" y="1374910"/>
                </a:lnTo>
                <a:lnTo>
                  <a:pt x="279239" y="1374910"/>
                </a:lnTo>
                <a:lnTo>
                  <a:pt x="281455" y="1374910"/>
                </a:lnTo>
                <a:lnTo>
                  <a:pt x="283671" y="1374910"/>
                </a:lnTo>
                <a:lnTo>
                  <a:pt x="285887" y="1374910"/>
                </a:lnTo>
                <a:lnTo>
                  <a:pt x="288104" y="1374910"/>
                </a:lnTo>
                <a:lnTo>
                  <a:pt x="290319" y="1374910"/>
                </a:lnTo>
                <a:lnTo>
                  <a:pt x="292535" y="1374910"/>
                </a:lnTo>
                <a:lnTo>
                  <a:pt x="294751" y="1374910"/>
                </a:lnTo>
                <a:lnTo>
                  <a:pt x="296968" y="1374910"/>
                </a:lnTo>
                <a:lnTo>
                  <a:pt x="299184" y="1374910"/>
                </a:lnTo>
                <a:lnTo>
                  <a:pt x="301400" y="1374910"/>
                </a:lnTo>
                <a:lnTo>
                  <a:pt x="303616" y="1374910"/>
                </a:lnTo>
                <a:lnTo>
                  <a:pt x="305832" y="1374910"/>
                </a:lnTo>
                <a:lnTo>
                  <a:pt x="308049" y="1374910"/>
                </a:lnTo>
                <a:lnTo>
                  <a:pt x="310265" y="1374910"/>
                </a:lnTo>
                <a:lnTo>
                  <a:pt x="312481" y="1374910"/>
                </a:lnTo>
                <a:lnTo>
                  <a:pt x="314697" y="1374910"/>
                </a:lnTo>
                <a:lnTo>
                  <a:pt x="316914" y="1374910"/>
                </a:lnTo>
                <a:lnTo>
                  <a:pt x="319130" y="1374910"/>
                </a:lnTo>
                <a:lnTo>
                  <a:pt x="321346" y="1374910"/>
                </a:lnTo>
                <a:lnTo>
                  <a:pt x="323562" y="1374910"/>
                </a:lnTo>
                <a:lnTo>
                  <a:pt x="325779" y="1374910"/>
                </a:lnTo>
                <a:lnTo>
                  <a:pt x="327994" y="1374910"/>
                </a:lnTo>
                <a:lnTo>
                  <a:pt x="330210" y="1374910"/>
                </a:lnTo>
                <a:lnTo>
                  <a:pt x="332426" y="1374910"/>
                </a:lnTo>
                <a:lnTo>
                  <a:pt x="334642" y="1374910"/>
                </a:lnTo>
                <a:lnTo>
                  <a:pt x="336859" y="1374910"/>
                </a:lnTo>
                <a:lnTo>
                  <a:pt x="339075" y="1374910"/>
                </a:lnTo>
                <a:lnTo>
                  <a:pt x="341291" y="1374910"/>
                </a:lnTo>
                <a:lnTo>
                  <a:pt x="343507" y="1374910"/>
                </a:lnTo>
                <a:lnTo>
                  <a:pt x="345724" y="1374910"/>
                </a:lnTo>
                <a:lnTo>
                  <a:pt x="347940" y="1374910"/>
                </a:lnTo>
                <a:lnTo>
                  <a:pt x="350156" y="1374910"/>
                </a:lnTo>
                <a:lnTo>
                  <a:pt x="352372" y="1374910"/>
                </a:lnTo>
                <a:lnTo>
                  <a:pt x="354589" y="1374910"/>
                </a:lnTo>
                <a:lnTo>
                  <a:pt x="356805" y="1374910"/>
                </a:lnTo>
                <a:lnTo>
                  <a:pt x="359021" y="1374910"/>
                </a:lnTo>
                <a:lnTo>
                  <a:pt x="361237" y="1374910"/>
                </a:lnTo>
                <a:lnTo>
                  <a:pt x="363453" y="1374910"/>
                </a:lnTo>
                <a:lnTo>
                  <a:pt x="365670" y="1374910"/>
                </a:lnTo>
                <a:lnTo>
                  <a:pt x="367885" y="1374910"/>
                </a:lnTo>
                <a:lnTo>
                  <a:pt x="370101" y="1374910"/>
                </a:lnTo>
                <a:lnTo>
                  <a:pt x="372317" y="1374910"/>
                </a:lnTo>
                <a:lnTo>
                  <a:pt x="374534" y="1374910"/>
                </a:lnTo>
                <a:lnTo>
                  <a:pt x="376750" y="1374910"/>
                </a:lnTo>
                <a:lnTo>
                  <a:pt x="378966" y="1374910"/>
                </a:lnTo>
                <a:lnTo>
                  <a:pt x="381182" y="1374910"/>
                </a:lnTo>
                <a:lnTo>
                  <a:pt x="383399" y="1374910"/>
                </a:lnTo>
                <a:lnTo>
                  <a:pt x="385615" y="1374910"/>
                </a:lnTo>
                <a:lnTo>
                  <a:pt x="387831" y="1374910"/>
                </a:lnTo>
                <a:lnTo>
                  <a:pt x="390047" y="1374910"/>
                </a:lnTo>
                <a:lnTo>
                  <a:pt x="392263" y="1374910"/>
                </a:lnTo>
                <a:lnTo>
                  <a:pt x="394480" y="1374910"/>
                </a:lnTo>
                <a:lnTo>
                  <a:pt x="396696" y="1374910"/>
                </a:lnTo>
                <a:lnTo>
                  <a:pt x="398912" y="1374910"/>
                </a:lnTo>
                <a:lnTo>
                  <a:pt x="401128" y="1374910"/>
                </a:lnTo>
                <a:lnTo>
                  <a:pt x="403345" y="1374910"/>
                </a:lnTo>
                <a:lnTo>
                  <a:pt x="405560" y="1374910"/>
                </a:lnTo>
                <a:lnTo>
                  <a:pt x="407776" y="1374910"/>
                </a:lnTo>
                <a:lnTo>
                  <a:pt x="409992" y="1374910"/>
                </a:lnTo>
                <a:lnTo>
                  <a:pt x="412209" y="1374910"/>
                </a:lnTo>
                <a:lnTo>
                  <a:pt x="414425" y="1374910"/>
                </a:lnTo>
                <a:lnTo>
                  <a:pt x="416641" y="1374910"/>
                </a:lnTo>
                <a:lnTo>
                  <a:pt x="418857" y="1374910"/>
                </a:lnTo>
                <a:lnTo>
                  <a:pt x="421074" y="1374910"/>
                </a:lnTo>
                <a:lnTo>
                  <a:pt x="423290" y="1374910"/>
                </a:lnTo>
                <a:lnTo>
                  <a:pt x="425506" y="1374910"/>
                </a:lnTo>
                <a:lnTo>
                  <a:pt x="427722" y="1374910"/>
                </a:lnTo>
                <a:lnTo>
                  <a:pt x="429938" y="1374910"/>
                </a:lnTo>
                <a:lnTo>
                  <a:pt x="432155" y="1374910"/>
                </a:lnTo>
                <a:lnTo>
                  <a:pt x="434371" y="1374910"/>
                </a:lnTo>
                <a:lnTo>
                  <a:pt x="436587" y="1374910"/>
                </a:lnTo>
                <a:lnTo>
                  <a:pt x="438803" y="1374910"/>
                </a:lnTo>
                <a:lnTo>
                  <a:pt x="441020" y="1374910"/>
                </a:lnTo>
                <a:lnTo>
                  <a:pt x="443235" y="1374910"/>
                </a:lnTo>
                <a:lnTo>
                  <a:pt x="445451" y="1374910"/>
                </a:lnTo>
                <a:lnTo>
                  <a:pt x="447667" y="1374910"/>
                </a:lnTo>
                <a:lnTo>
                  <a:pt x="449884" y="1374910"/>
                </a:lnTo>
                <a:lnTo>
                  <a:pt x="452100" y="1374910"/>
                </a:lnTo>
                <a:lnTo>
                  <a:pt x="454316" y="1374910"/>
                </a:lnTo>
                <a:lnTo>
                  <a:pt x="456532" y="1374910"/>
                </a:lnTo>
                <a:lnTo>
                  <a:pt x="458748" y="1374910"/>
                </a:lnTo>
                <a:lnTo>
                  <a:pt x="460965" y="1374910"/>
                </a:lnTo>
                <a:lnTo>
                  <a:pt x="463181" y="1374910"/>
                </a:lnTo>
                <a:lnTo>
                  <a:pt x="465397" y="1374910"/>
                </a:lnTo>
                <a:lnTo>
                  <a:pt x="467613" y="1374910"/>
                </a:lnTo>
                <a:lnTo>
                  <a:pt x="469830" y="1374910"/>
                </a:lnTo>
                <a:lnTo>
                  <a:pt x="472046" y="1374910"/>
                </a:lnTo>
                <a:lnTo>
                  <a:pt x="474262" y="1374899"/>
                </a:lnTo>
                <a:lnTo>
                  <a:pt x="476478" y="1374899"/>
                </a:lnTo>
                <a:lnTo>
                  <a:pt x="478695" y="1374899"/>
                </a:lnTo>
                <a:lnTo>
                  <a:pt x="480910" y="1374899"/>
                </a:lnTo>
                <a:lnTo>
                  <a:pt x="483126" y="1374899"/>
                </a:lnTo>
                <a:lnTo>
                  <a:pt x="485342" y="1374899"/>
                </a:lnTo>
                <a:lnTo>
                  <a:pt x="487558" y="1374899"/>
                </a:lnTo>
                <a:lnTo>
                  <a:pt x="489775" y="1374899"/>
                </a:lnTo>
                <a:lnTo>
                  <a:pt x="491991" y="1374899"/>
                </a:lnTo>
                <a:lnTo>
                  <a:pt x="494207" y="1374899"/>
                </a:lnTo>
                <a:lnTo>
                  <a:pt x="496423" y="1374899"/>
                </a:lnTo>
                <a:lnTo>
                  <a:pt x="498640" y="1374889"/>
                </a:lnTo>
                <a:lnTo>
                  <a:pt x="500856" y="1374889"/>
                </a:lnTo>
                <a:lnTo>
                  <a:pt x="503072" y="1374889"/>
                </a:lnTo>
                <a:lnTo>
                  <a:pt x="505288" y="1374889"/>
                </a:lnTo>
                <a:lnTo>
                  <a:pt x="507505" y="1374889"/>
                </a:lnTo>
                <a:lnTo>
                  <a:pt x="509721" y="1374889"/>
                </a:lnTo>
                <a:lnTo>
                  <a:pt x="511937" y="1374879"/>
                </a:lnTo>
                <a:lnTo>
                  <a:pt x="514153" y="1374879"/>
                </a:lnTo>
                <a:lnTo>
                  <a:pt x="516369" y="1374879"/>
                </a:lnTo>
                <a:lnTo>
                  <a:pt x="518586" y="1374868"/>
                </a:lnTo>
                <a:lnTo>
                  <a:pt x="520801" y="1374868"/>
                </a:lnTo>
                <a:lnTo>
                  <a:pt x="523017" y="1374868"/>
                </a:lnTo>
                <a:lnTo>
                  <a:pt x="525233" y="1374858"/>
                </a:lnTo>
                <a:lnTo>
                  <a:pt x="527450" y="1374858"/>
                </a:lnTo>
                <a:lnTo>
                  <a:pt x="529666" y="1374848"/>
                </a:lnTo>
                <a:lnTo>
                  <a:pt x="531882" y="1374848"/>
                </a:lnTo>
                <a:lnTo>
                  <a:pt x="534098" y="1374837"/>
                </a:lnTo>
                <a:lnTo>
                  <a:pt x="536315" y="1374837"/>
                </a:lnTo>
                <a:lnTo>
                  <a:pt x="538531" y="1374827"/>
                </a:lnTo>
                <a:lnTo>
                  <a:pt x="540747" y="1374816"/>
                </a:lnTo>
                <a:lnTo>
                  <a:pt x="542963" y="1374816"/>
                </a:lnTo>
                <a:lnTo>
                  <a:pt x="545179" y="1374806"/>
                </a:lnTo>
                <a:lnTo>
                  <a:pt x="547396" y="1374796"/>
                </a:lnTo>
                <a:lnTo>
                  <a:pt x="549612" y="1374786"/>
                </a:lnTo>
                <a:lnTo>
                  <a:pt x="551828" y="1374775"/>
                </a:lnTo>
                <a:lnTo>
                  <a:pt x="554044" y="1374765"/>
                </a:lnTo>
                <a:lnTo>
                  <a:pt x="556261" y="1374744"/>
                </a:lnTo>
                <a:lnTo>
                  <a:pt x="558476" y="1374734"/>
                </a:lnTo>
                <a:lnTo>
                  <a:pt x="560692" y="1374713"/>
                </a:lnTo>
                <a:lnTo>
                  <a:pt x="562908" y="1374703"/>
                </a:lnTo>
                <a:lnTo>
                  <a:pt x="565125" y="1374682"/>
                </a:lnTo>
                <a:lnTo>
                  <a:pt x="567341" y="1374661"/>
                </a:lnTo>
                <a:lnTo>
                  <a:pt x="569557" y="1374641"/>
                </a:lnTo>
                <a:lnTo>
                  <a:pt x="571773" y="1374620"/>
                </a:lnTo>
                <a:lnTo>
                  <a:pt x="573989" y="1374599"/>
                </a:lnTo>
                <a:lnTo>
                  <a:pt x="576206" y="1374568"/>
                </a:lnTo>
                <a:lnTo>
                  <a:pt x="578422" y="1374537"/>
                </a:lnTo>
                <a:lnTo>
                  <a:pt x="580638" y="1374506"/>
                </a:lnTo>
                <a:lnTo>
                  <a:pt x="582854" y="1374475"/>
                </a:lnTo>
                <a:lnTo>
                  <a:pt x="585071" y="1374444"/>
                </a:lnTo>
                <a:lnTo>
                  <a:pt x="587287" y="1374403"/>
                </a:lnTo>
                <a:lnTo>
                  <a:pt x="589503" y="1374361"/>
                </a:lnTo>
                <a:lnTo>
                  <a:pt x="591719" y="1374320"/>
                </a:lnTo>
                <a:lnTo>
                  <a:pt x="593936" y="1374268"/>
                </a:lnTo>
                <a:lnTo>
                  <a:pt x="596152" y="1374216"/>
                </a:lnTo>
                <a:lnTo>
                  <a:pt x="598367" y="1374164"/>
                </a:lnTo>
                <a:lnTo>
                  <a:pt x="600583" y="1374102"/>
                </a:lnTo>
                <a:lnTo>
                  <a:pt x="602799" y="1374040"/>
                </a:lnTo>
                <a:lnTo>
                  <a:pt x="605016" y="1373968"/>
                </a:lnTo>
                <a:lnTo>
                  <a:pt x="607232" y="1373895"/>
                </a:lnTo>
                <a:lnTo>
                  <a:pt x="609448" y="1373823"/>
                </a:lnTo>
                <a:lnTo>
                  <a:pt x="611664" y="1373730"/>
                </a:lnTo>
                <a:lnTo>
                  <a:pt x="613881" y="1373647"/>
                </a:lnTo>
                <a:lnTo>
                  <a:pt x="616097" y="1373543"/>
                </a:lnTo>
                <a:lnTo>
                  <a:pt x="618313" y="1373440"/>
                </a:lnTo>
                <a:lnTo>
                  <a:pt x="620529" y="1373326"/>
                </a:lnTo>
                <a:lnTo>
                  <a:pt x="622746" y="1373212"/>
                </a:lnTo>
                <a:lnTo>
                  <a:pt x="624962" y="1373088"/>
                </a:lnTo>
                <a:lnTo>
                  <a:pt x="627178" y="1372954"/>
                </a:lnTo>
                <a:lnTo>
                  <a:pt x="629394" y="1372809"/>
                </a:lnTo>
                <a:lnTo>
                  <a:pt x="631611" y="1372653"/>
                </a:lnTo>
                <a:lnTo>
                  <a:pt x="633827" y="1372488"/>
                </a:lnTo>
                <a:lnTo>
                  <a:pt x="636042" y="1372302"/>
                </a:lnTo>
                <a:lnTo>
                  <a:pt x="638258" y="1372115"/>
                </a:lnTo>
                <a:lnTo>
                  <a:pt x="640474" y="1371919"/>
                </a:lnTo>
                <a:lnTo>
                  <a:pt x="642691" y="1371701"/>
                </a:lnTo>
                <a:lnTo>
                  <a:pt x="644907" y="1371473"/>
                </a:lnTo>
                <a:lnTo>
                  <a:pt x="647123" y="1371235"/>
                </a:lnTo>
                <a:lnTo>
                  <a:pt x="649339" y="1370977"/>
                </a:lnTo>
                <a:lnTo>
                  <a:pt x="651556" y="1370697"/>
                </a:lnTo>
                <a:lnTo>
                  <a:pt x="653772" y="1370408"/>
                </a:lnTo>
                <a:lnTo>
                  <a:pt x="655988" y="1370097"/>
                </a:lnTo>
                <a:lnTo>
                  <a:pt x="658204" y="1369766"/>
                </a:lnTo>
                <a:lnTo>
                  <a:pt x="660421" y="1369414"/>
                </a:lnTo>
                <a:lnTo>
                  <a:pt x="662637" y="1369041"/>
                </a:lnTo>
                <a:lnTo>
                  <a:pt x="664853" y="1368648"/>
                </a:lnTo>
                <a:lnTo>
                  <a:pt x="667069" y="1368224"/>
                </a:lnTo>
                <a:lnTo>
                  <a:pt x="669285" y="1367779"/>
                </a:lnTo>
                <a:lnTo>
                  <a:pt x="671502" y="1367313"/>
                </a:lnTo>
                <a:lnTo>
                  <a:pt x="673717" y="1366806"/>
                </a:lnTo>
                <a:lnTo>
                  <a:pt x="675933" y="1366278"/>
                </a:lnTo>
                <a:lnTo>
                  <a:pt x="678149" y="1365719"/>
                </a:lnTo>
                <a:lnTo>
                  <a:pt x="680366" y="1365129"/>
                </a:lnTo>
                <a:lnTo>
                  <a:pt x="682582" y="1364508"/>
                </a:lnTo>
                <a:lnTo>
                  <a:pt x="684798" y="1363846"/>
                </a:lnTo>
                <a:lnTo>
                  <a:pt x="687014" y="1363142"/>
                </a:lnTo>
                <a:lnTo>
                  <a:pt x="689231" y="1362407"/>
                </a:lnTo>
                <a:lnTo>
                  <a:pt x="691447" y="1361620"/>
                </a:lnTo>
                <a:lnTo>
                  <a:pt x="693663" y="1360803"/>
                </a:lnTo>
                <a:lnTo>
                  <a:pt x="695879" y="1359933"/>
                </a:lnTo>
                <a:lnTo>
                  <a:pt x="698095" y="1359012"/>
                </a:lnTo>
                <a:lnTo>
                  <a:pt x="700312" y="1358050"/>
                </a:lnTo>
                <a:lnTo>
                  <a:pt x="702528" y="1357035"/>
                </a:lnTo>
                <a:lnTo>
                  <a:pt x="704744" y="1355969"/>
                </a:lnTo>
                <a:lnTo>
                  <a:pt x="706960" y="1354841"/>
                </a:lnTo>
                <a:lnTo>
                  <a:pt x="709177" y="1353651"/>
                </a:lnTo>
                <a:lnTo>
                  <a:pt x="711392" y="1352409"/>
                </a:lnTo>
                <a:lnTo>
                  <a:pt x="713608" y="1351094"/>
                </a:lnTo>
                <a:lnTo>
                  <a:pt x="715824" y="1349718"/>
                </a:lnTo>
                <a:lnTo>
                  <a:pt x="718041" y="1348279"/>
                </a:lnTo>
                <a:lnTo>
                  <a:pt x="720257" y="1346758"/>
                </a:lnTo>
                <a:lnTo>
                  <a:pt x="722473" y="1345164"/>
                </a:lnTo>
                <a:lnTo>
                  <a:pt x="724689" y="1343498"/>
                </a:lnTo>
                <a:lnTo>
                  <a:pt x="726905" y="1341748"/>
                </a:lnTo>
                <a:lnTo>
                  <a:pt x="729122" y="1339916"/>
                </a:lnTo>
                <a:lnTo>
                  <a:pt x="731338" y="1337991"/>
                </a:lnTo>
                <a:lnTo>
                  <a:pt x="733554" y="1335983"/>
                </a:lnTo>
                <a:lnTo>
                  <a:pt x="735770" y="1333872"/>
                </a:lnTo>
                <a:lnTo>
                  <a:pt x="737987" y="1331667"/>
                </a:lnTo>
                <a:lnTo>
                  <a:pt x="740203" y="1329370"/>
                </a:lnTo>
                <a:lnTo>
                  <a:pt x="742419" y="1326958"/>
                </a:lnTo>
                <a:lnTo>
                  <a:pt x="744635" y="1324454"/>
                </a:lnTo>
                <a:lnTo>
                  <a:pt x="746852" y="1321825"/>
                </a:lnTo>
                <a:lnTo>
                  <a:pt x="749068" y="1319082"/>
                </a:lnTo>
                <a:lnTo>
                  <a:pt x="751283" y="1316225"/>
                </a:lnTo>
                <a:lnTo>
                  <a:pt x="753499" y="1313244"/>
                </a:lnTo>
                <a:lnTo>
                  <a:pt x="755715" y="1310139"/>
                </a:lnTo>
                <a:lnTo>
                  <a:pt x="757932" y="1306910"/>
                </a:lnTo>
                <a:lnTo>
                  <a:pt x="760148" y="1303536"/>
                </a:lnTo>
                <a:lnTo>
                  <a:pt x="762364" y="1300038"/>
                </a:lnTo>
                <a:lnTo>
                  <a:pt x="764580" y="1296384"/>
                </a:lnTo>
                <a:lnTo>
                  <a:pt x="766797" y="1292596"/>
                </a:lnTo>
                <a:lnTo>
                  <a:pt x="769013" y="1288653"/>
                </a:lnTo>
                <a:lnTo>
                  <a:pt x="771229" y="1284554"/>
                </a:lnTo>
                <a:lnTo>
                  <a:pt x="773445" y="1280300"/>
                </a:lnTo>
                <a:lnTo>
                  <a:pt x="775662" y="1275891"/>
                </a:lnTo>
                <a:lnTo>
                  <a:pt x="777878" y="1271306"/>
                </a:lnTo>
                <a:lnTo>
                  <a:pt x="780094" y="1266556"/>
                </a:lnTo>
                <a:lnTo>
                  <a:pt x="782310" y="1261629"/>
                </a:lnTo>
                <a:lnTo>
                  <a:pt x="784526" y="1256537"/>
                </a:lnTo>
                <a:lnTo>
                  <a:pt x="786743" y="1251248"/>
                </a:lnTo>
                <a:lnTo>
                  <a:pt x="788958" y="1245783"/>
                </a:lnTo>
                <a:lnTo>
                  <a:pt x="791174" y="1240132"/>
                </a:lnTo>
                <a:lnTo>
                  <a:pt x="793390" y="1234284"/>
                </a:lnTo>
                <a:lnTo>
                  <a:pt x="795607" y="1228240"/>
                </a:lnTo>
                <a:lnTo>
                  <a:pt x="797823" y="1221999"/>
                </a:lnTo>
                <a:lnTo>
                  <a:pt x="800039" y="1215551"/>
                </a:lnTo>
                <a:lnTo>
                  <a:pt x="802255" y="1208896"/>
                </a:lnTo>
                <a:lnTo>
                  <a:pt x="804472" y="1202034"/>
                </a:lnTo>
                <a:lnTo>
                  <a:pt x="806688" y="1194954"/>
                </a:lnTo>
                <a:lnTo>
                  <a:pt x="808904" y="1187658"/>
                </a:lnTo>
                <a:lnTo>
                  <a:pt x="811120" y="1180154"/>
                </a:lnTo>
                <a:lnTo>
                  <a:pt x="813337" y="1172412"/>
                </a:lnTo>
                <a:lnTo>
                  <a:pt x="815554" y="1164453"/>
                </a:lnTo>
                <a:lnTo>
                  <a:pt x="817769" y="1156266"/>
                </a:lnTo>
                <a:lnTo>
                  <a:pt x="819984" y="1147852"/>
                </a:lnTo>
                <a:lnTo>
                  <a:pt x="822199" y="1139209"/>
                </a:lnTo>
                <a:lnTo>
                  <a:pt x="824413" y="1130329"/>
                </a:lnTo>
                <a:lnTo>
                  <a:pt x="826628" y="1121211"/>
                </a:lnTo>
                <a:lnTo>
                  <a:pt x="828854" y="1111854"/>
                </a:lnTo>
                <a:lnTo>
                  <a:pt x="831068" y="1102270"/>
                </a:lnTo>
                <a:lnTo>
                  <a:pt x="833283" y="1092438"/>
                </a:lnTo>
                <a:lnTo>
                  <a:pt x="835498" y="1082367"/>
                </a:lnTo>
                <a:lnTo>
                  <a:pt x="837713" y="1072059"/>
                </a:lnTo>
                <a:lnTo>
                  <a:pt x="839928" y="1061512"/>
                </a:lnTo>
                <a:lnTo>
                  <a:pt x="842143" y="1050717"/>
                </a:lnTo>
                <a:lnTo>
                  <a:pt x="844358" y="1039694"/>
                </a:lnTo>
                <a:lnTo>
                  <a:pt x="846583" y="1028423"/>
                </a:lnTo>
                <a:lnTo>
                  <a:pt x="848798" y="1016914"/>
                </a:lnTo>
                <a:lnTo>
                  <a:pt x="851013" y="1005166"/>
                </a:lnTo>
                <a:lnTo>
                  <a:pt x="853228" y="993181"/>
                </a:lnTo>
                <a:lnTo>
                  <a:pt x="855443" y="980971"/>
                </a:lnTo>
                <a:lnTo>
                  <a:pt x="857658" y="968524"/>
                </a:lnTo>
                <a:lnTo>
                  <a:pt x="859872" y="955850"/>
                </a:lnTo>
                <a:lnTo>
                  <a:pt x="862087" y="942949"/>
                </a:lnTo>
                <a:lnTo>
                  <a:pt x="864313" y="929824"/>
                </a:lnTo>
                <a:lnTo>
                  <a:pt x="866528" y="916482"/>
                </a:lnTo>
                <a:lnTo>
                  <a:pt x="868742" y="902923"/>
                </a:lnTo>
                <a:lnTo>
                  <a:pt x="870957" y="889154"/>
                </a:lnTo>
                <a:lnTo>
                  <a:pt x="873172" y="875180"/>
                </a:lnTo>
                <a:lnTo>
                  <a:pt x="875387" y="861006"/>
                </a:lnTo>
                <a:lnTo>
                  <a:pt x="877602" y="846636"/>
                </a:lnTo>
                <a:lnTo>
                  <a:pt x="879817" y="832076"/>
                </a:lnTo>
                <a:lnTo>
                  <a:pt x="882042" y="817335"/>
                </a:lnTo>
                <a:lnTo>
                  <a:pt x="884257" y="802417"/>
                </a:lnTo>
                <a:lnTo>
                  <a:pt x="886472" y="787331"/>
                </a:lnTo>
                <a:lnTo>
                  <a:pt x="888687" y="772084"/>
                </a:lnTo>
                <a:lnTo>
                  <a:pt x="890902" y="756683"/>
                </a:lnTo>
                <a:lnTo>
                  <a:pt x="893117" y="741137"/>
                </a:lnTo>
                <a:lnTo>
                  <a:pt x="895332" y="725455"/>
                </a:lnTo>
                <a:lnTo>
                  <a:pt x="897546" y="709645"/>
                </a:lnTo>
                <a:lnTo>
                  <a:pt x="899772" y="693719"/>
                </a:lnTo>
                <a:lnTo>
                  <a:pt x="901987" y="677683"/>
                </a:lnTo>
                <a:lnTo>
                  <a:pt x="904202" y="661550"/>
                </a:lnTo>
                <a:lnTo>
                  <a:pt x="906417" y="645330"/>
                </a:lnTo>
                <a:lnTo>
                  <a:pt x="908631" y="629033"/>
                </a:lnTo>
                <a:lnTo>
                  <a:pt x="910846" y="612671"/>
                </a:lnTo>
                <a:lnTo>
                  <a:pt x="913061" y="596256"/>
                </a:lnTo>
                <a:lnTo>
                  <a:pt x="915276" y="579798"/>
                </a:lnTo>
                <a:lnTo>
                  <a:pt x="917501" y="563311"/>
                </a:lnTo>
                <a:lnTo>
                  <a:pt x="919716" y="546807"/>
                </a:lnTo>
                <a:lnTo>
                  <a:pt x="921931" y="530298"/>
                </a:lnTo>
                <a:lnTo>
                  <a:pt x="924146" y="513797"/>
                </a:lnTo>
                <a:lnTo>
                  <a:pt x="926361" y="497319"/>
                </a:lnTo>
                <a:lnTo>
                  <a:pt x="928576" y="480875"/>
                </a:lnTo>
                <a:lnTo>
                  <a:pt x="930791" y="464480"/>
                </a:lnTo>
                <a:lnTo>
                  <a:pt x="933006" y="448148"/>
                </a:lnTo>
                <a:lnTo>
                  <a:pt x="935231" y="431893"/>
                </a:lnTo>
                <a:lnTo>
                  <a:pt x="937446" y="415728"/>
                </a:lnTo>
                <a:lnTo>
                  <a:pt x="939661" y="399668"/>
                </a:lnTo>
                <a:lnTo>
                  <a:pt x="941875" y="383729"/>
                </a:lnTo>
                <a:lnTo>
                  <a:pt x="944090" y="367924"/>
                </a:lnTo>
                <a:lnTo>
                  <a:pt x="946305" y="352266"/>
                </a:lnTo>
                <a:lnTo>
                  <a:pt x="948520" y="336773"/>
                </a:lnTo>
                <a:lnTo>
                  <a:pt x="950735" y="321458"/>
                </a:lnTo>
                <a:lnTo>
                  <a:pt x="952960" y="306337"/>
                </a:lnTo>
                <a:lnTo>
                  <a:pt x="955175" y="291423"/>
                </a:lnTo>
                <a:lnTo>
                  <a:pt x="957390" y="276731"/>
                </a:lnTo>
                <a:lnTo>
                  <a:pt x="959605" y="262276"/>
                </a:lnTo>
                <a:lnTo>
                  <a:pt x="961820" y="248072"/>
                </a:lnTo>
                <a:lnTo>
                  <a:pt x="964035" y="234134"/>
                </a:lnTo>
                <a:lnTo>
                  <a:pt x="966250" y="220478"/>
                </a:lnTo>
                <a:lnTo>
                  <a:pt x="968465" y="207114"/>
                </a:lnTo>
                <a:lnTo>
                  <a:pt x="970680" y="194059"/>
                </a:lnTo>
                <a:lnTo>
                  <a:pt x="972905" y="181326"/>
                </a:lnTo>
                <a:lnTo>
                  <a:pt x="975120" y="168928"/>
                </a:lnTo>
                <a:lnTo>
                  <a:pt x="977335" y="156880"/>
                </a:lnTo>
                <a:lnTo>
                  <a:pt x="979549" y="145193"/>
                </a:lnTo>
                <a:lnTo>
                  <a:pt x="981764" y="133880"/>
                </a:lnTo>
                <a:lnTo>
                  <a:pt x="983979" y="122954"/>
                </a:lnTo>
                <a:lnTo>
                  <a:pt x="986194" y="112427"/>
                </a:lnTo>
                <a:lnTo>
                  <a:pt x="988409" y="102310"/>
                </a:lnTo>
                <a:lnTo>
                  <a:pt x="990634" y="92614"/>
                </a:lnTo>
                <a:lnTo>
                  <a:pt x="992849" y="83352"/>
                </a:lnTo>
                <a:lnTo>
                  <a:pt x="995064" y="74531"/>
                </a:lnTo>
                <a:lnTo>
                  <a:pt x="997279" y="66164"/>
                </a:lnTo>
                <a:lnTo>
                  <a:pt x="999494" y="58259"/>
                </a:lnTo>
                <a:lnTo>
                  <a:pt x="1001709" y="50825"/>
                </a:lnTo>
                <a:lnTo>
                  <a:pt x="1003924" y="43871"/>
                </a:lnTo>
                <a:lnTo>
                  <a:pt x="1006139" y="37405"/>
                </a:lnTo>
                <a:lnTo>
                  <a:pt x="1008364" y="31434"/>
                </a:lnTo>
                <a:lnTo>
                  <a:pt x="1010579" y="25966"/>
                </a:lnTo>
                <a:lnTo>
                  <a:pt x="1012794" y="21006"/>
                </a:lnTo>
                <a:lnTo>
                  <a:pt x="1015009" y="16560"/>
                </a:lnTo>
                <a:lnTo>
                  <a:pt x="1017223" y="12633"/>
                </a:lnTo>
                <a:lnTo>
                  <a:pt x="1019438" y="9231"/>
                </a:lnTo>
                <a:lnTo>
                  <a:pt x="1021653" y="6356"/>
                </a:lnTo>
                <a:lnTo>
                  <a:pt x="1023868" y="4013"/>
                </a:lnTo>
                <a:lnTo>
                  <a:pt x="1026094" y="2204"/>
                </a:lnTo>
                <a:lnTo>
                  <a:pt x="1028308" y="932"/>
                </a:lnTo>
                <a:lnTo>
                  <a:pt x="1030523" y="196"/>
                </a:lnTo>
                <a:lnTo>
                  <a:pt x="1032738" y="0"/>
                </a:lnTo>
                <a:lnTo>
                  <a:pt x="1034953" y="342"/>
                </a:lnTo>
                <a:lnTo>
                  <a:pt x="1037168" y="1223"/>
                </a:lnTo>
                <a:lnTo>
                  <a:pt x="1039383" y="2641"/>
                </a:lnTo>
                <a:lnTo>
                  <a:pt x="1041598" y="4595"/>
                </a:lnTo>
                <a:lnTo>
                  <a:pt x="1043823" y="7082"/>
                </a:lnTo>
                <a:lnTo>
                  <a:pt x="1046038" y="10100"/>
                </a:lnTo>
                <a:lnTo>
                  <a:pt x="1048253" y="13645"/>
                </a:lnTo>
                <a:lnTo>
                  <a:pt x="1050468" y="17713"/>
                </a:lnTo>
                <a:lnTo>
                  <a:pt x="1052683" y="22298"/>
                </a:lnTo>
                <a:lnTo>
                  <a:pt x="1054898" y="27397"/>
                </a:lnTo>
                <a:lnTo>
                  <a:pt x="1057112" y="33002"/>
                </a:lnTo>
                <a:lnTo>
                  <a:pt x="1059327" y="39108"/>
                </a:lnTo>
                <a:lnTo>
                  <a:pt x="1061553" y="45707"/>
                </a:lnTo>
                <a:lnTo>
                  <a:pt x="1063767" y="52791"/>
                </a:lnTo>
                <a:lnTo>
                  <a:pt x="1065982" y="60353"/>
                </a:lnTo>
                <a:lnTo>
                  <a:pt x="1068197" y="68384"/>
                </a:lnTo>
                <a:lnTo>
                  <a:pt x="1070412" y="76876"/>
                </a:lnTo>
                <a:lnTo>
                  <a:pt x="1072627" y="85816"/>
                </a:lnTo>
                <a:lnTo>
                  <a:pt x="1074842" y="95197"/>
                </a:lnTo>
                <a:lnTo>
                  <a:pt x="1077057" y="105008"/>
                </a:lnTo>
                <a:lnTo>
                  <a:pt x="1079282" y="115237"/>
                </a:lnTo>
                <a:lnTo>
                  <a:pt x="1081497" y="125873"/>
                </a:lnTo>
                <a:lnTo>
                  <a:pt x="1083712" y="136905"/>
                </a:lnTo>
                <a:lnTo>
                  <a:pt x="1085927" y="148320"/>
                </a:lnTo>
                <a:lnTo>
                  <a:pt x="1088142" y="160107"/>
                </a:lnTo>
                <a:lnTo>
                  <a:pt x="1090357" y="172252"/>
                </a:lnTo>
                <a:lnTo>
                  <a:pt x="1092572" y="184741"/>
                </a:lnTo>
                <a:lnTo>
                  <a:pt x="1094786" y="197563"/>
                </a:lnTo>
                <a:lnTo>
                  <a:pt x="1097012" y="210703"/>
                </a:lnTo>
                <a:lnTo>
                  <a:pt x="1099227" y="224147"/>
                </a:lnTo>
                <a:lnTo>
                  <a:pt x="1101441" y="237881"/>
                </a:lnTo>
                <a:lnTo>
                  <a:pt x="1103656" y="251893"/>
                </a:lnTo>
                <a:lnTo>
                  <a:pt x="1105871" y="266166"/>
                </a:lnTo>
                <a:lnTo>
                  <a:pt x="1108086" y="280687"/>
                </a:lnTo>
                <a:lnTo>
                  <a:pt x="1110301" y="295439"/>
                </a:lnTo>
                <a:lnTo>
                  <a:pt x="1112516" y="310412"/>
                </a:lnTo>
                <a:lnTo>
                  <a:pt x="1114741" y="325587"/>
                </a:lnTo>
                <a:lnTo>
                  <a:pt x="1116956" y="340951"/>
                </a:lnTo>
                <a:lnTo>
                  <a:pt x="1119171" y="356491"/>
                </a:lnTo>
                <a:lnTo>
                  <a:pt x="1121386" y="372189"/>
                </a:lnTo>
                <a:lnTo>
                  <a:pt x="1123601" y="388033"/>
                </a:lnTo>
                <a:lnTo>
                  <a:pt x="1125816" y="404006"/>
                </a:lnTo>
                <a:lnTo>
                  <a:pt x="1128031" y="420095"/>
                </a:lnTo>
                <a:lnTo>
                  <a:pt x="1130245" y="436286"/>
                </a:lnTo>
                <a:lnTo>
                  <a:pt x="1132460" y="452564"/>
                </a:lnTo>
                <a:lnTo>
                  <a:pt x="1134686" y="468914"/>
                </a:lnTo>
                <a:lnTo>
                  <a:pt x="1136901" y="485324"/>
                </a:lnTo>
                <a:lnTo>
                  <a:pt x="1139115" y="501778"/>
                </a:lnTo>
                <a:lnTo>
                  <a:pt x="1141330" y="518264"/>
                </a:lnTo>
                <a:lnTo>
                  <a:pt x="1143545" y="534768"/>
                </a:lnTo>
                <a:lnTo>
                  <a:pt x="1145760" y="551277"/>
                </a:lnTo>
                <a:lnTo>
                  <a:pt x="1147975" y="567778"/>
                </a:lnTo>
                <a:lnTo>
                  <a:pt x="1150190" y="584258"/>
                </a:lnTo>
                <a:lnTo>
                  <a:pt x="1152415" y="600705"/>
                </a:lnTo>
                <a:lnTo>
                  <a:pt x="1154630" y="617108"/>
                </a:lnTo>
                <a:lnTo>
                  <a:pt x="1156845" y="633453"/>
                </a:lnTo>
                <a:lnTo>
                  <a:pt x="1159060" y="649730"/>
                </a:lnTo>
                <a:lnTo>
                  <a:pt x="1161275" y="665928"/>
                </a:lnTo>
                <a:lnTo>
                  <a:pt x="1163490" y="682036"/>
                </a:lnTo>
                <a:lnTo>
                  <a:pt x="1165705" y="698043"/>
                </a:lnTo>
                <a:lnTo>
                  <a:pt x="1167919" y="713938"/>
                </a:lnTo>
                <a:lnTo>
                  <a:pt x="1170145" y="729715"/>
                </a:lnTo>
                <a:lnTo>
                  <a:pt x="1172360" y="745361"/>
                </a:lnTo>
                <a:lnTo>
                  <a:pt x="1174575" y="760868"/>
                </a:lnTo>
                <a:lnTo>
                  <a:pt x="1176789" y="776228"/>
                </a:lnTo>
                <a:lnTo>
                  <a:pt x="1179004" y="791433"/>
                </a:lnTo>
                <a:lnTo>
                  <a:pt x="1181219" y="806473"/>
                </a:lnTo>
                <a:lnTo>
                  <a:pt x="1183434" y="821344"/>
                </a:lnTo>
                <a:lnTo>
                  <a:pt x="1185649" y="836037"/>
                </a:lnTo>
                <a:lnTo>
                  <a:pt x="1187874" y="850546"/>
                </a:lnTo>
                <a:lnTo>
                  <a:pt x="1190089" y="864863"/>
                </a:lnTo>
                <a:lnTo>
                  <a:pt x="1192304" y="878985"/>
                </a:lnTo>
                <a:lnTo>
                  <a:pt x="1194519" y="892903"/>
                </a:lnTo>
                <a:lnTo>
                  <a:pt x="1196734" y="906616"/>
                </a:lnTo>
                <a:lnTo>
                  <a:pt x="1198949" y="920115"/>
                </a:lnTo>
                <a:lnTo>
                  <a:pt x="1201164" y="933400"/>
                </a:lnTo>
                <a:lnTo>
                  <a:pt x="1203379" y="946463"/>
                </a:lnTo>
                <a:lnTo>
                  <a:pt x="1205604" y="959305"/>
                </a:lnTo>
                <a:lnTo>
                  <a:pt x="1207819" y="971918"/>
                </a:lnTo>
                <a:lnTo>
                  <a:pt x="1210034" y="984302"/>
                </a:lnTo>
                <a:lnTo>
                  <a:pt x="1212249" y="996452"/>
                </a:lnTo>
                <a:lnTo>
                  <a:pt x="1214463" y="1008375"/>
                </a:lnTo>
                <a:lnTo>
                  <a:pt x="1216678" y="1020050"/>
                </a:lnTo>
                <a:lnTo>
                  <a:pt x="1218893" y="1031497"/>
                </a:lnTo>
                <a:lnTo>
                  <a:pt x="1221108" y="1042696"/>
                </a:lnTo>
                <a:lnTo>
                  <a:pt x="1223333" y="1053667"/>
                </a:lnTo>
                <a:lnTo>
                  <a:pt x="1225548" y="1064389"/>
                </a:lnTo>
                <a:lnTo>
                  <a:pt x="1227763" y="1074874"/>
                </a:lnTo>
                <a:lnTo>
                  <a:pt x="1229978" y="1085120"/>
                </a:lnTo>
                <a:lnTo>
                  <a:pt x="1232193" y="1095118"/>
                </a:lnTo>
                <a:lnTo>
                  <a:pt x="1234408" y="1104889"/>
                </a:lnTo>
                <a:lnTo>
                  <a:pt x="1236623" y="1114411"/>
                </a:lnTo>
                <a:lnTo>
                  <a:pt x="1238838" y="1123705"/>
                </a:lnTo>
                <a:lnTo>
                  <a:pt x="1241063" y="1132751"/>
                </a:lnTo>
                <a:lnTo>
                  <a:pt x="1243278" y="1141569"/>
                </a:lnTo>
                <a:lnTo>
                  <a:pt x="1245493" y="1150160"/>
                </a:lnTo>
                <a:lnTo>
                  <a:pt x="1247708" y="1158512"/>
                </a:lnTo>
                <a:lnTo>
                  <a:pt x="1249922" y="1166637"/>
                </a:lnTo>
                <a:lnTo>
                  <a:pt x="1252137" y="1174534"/>
                </a:lnTo>
                <a:lnTo>
                  <a:pt x="1254352" y="1182203"/>
                </a:lnTo>
                <a:lnTo>
                  <a:pt x="1256567" y="1189655"/>
                </a:lnTo>
                <a:lnTo>
                  <a:pt x="1258792" y="1196890"/>
                </a:lnTo>
                <a:lnTo>
                  <a:pt x="1261007" y="1203907"/>
                </a:lnTo>
                <a:lnTo>
                  <a:pt x="1263222" y="1210717"/>
                </a:lnTo>
                <a:lnTo>
                  <a:pt x="1265437" y="1217310"/>
                </a:lnTo>
                <a:lnTo>
                  <a:pt x="1267652" y="1223707"/>
                </a:lnTo>
                <a:lnTo>
                  <a:pt x="1269867" y="1229896"/>
                </a:lnTo>
                <a:lnTo>
                  <a:pt x="1272082" y="1235889"/>
                </a:lnTo>
                <a:lnTo>
                  <a:pt x="1274297" y="1241685"/>
                </a:lnTo>
                <a:lnTo>
                  <a:pt x="1276512" y="1247284"/>
                </a:lnTo>
                <a:lnTo>
                  <a:pt x="1278737" y="1252697"/>
                </a:lnTo>
                <a:lnTo>
                  <a:pt x="1280952" y="1257934"/>
                </a:lnTo>
                <a:lnTo>
                  <a:pt x="1283167" y="1262985"/>
                </a:lnTo>
                <a:lnTo>
                  <a:pt x="1285382" y="1267860"/>
                </a:lnTo>
                <a:lnTo>
                  <a:pt x="1287596" y="1272559"/>
                </a:lnTo>
                <a:lnTo>
                  <a:pt x="1289811" y="1277102"/>
                </a:lnTo>
                <a:lnTo>
                  <a:pt x="1292026" y="1281470"/>
                </a:lnTo>
                <a:lnTo>
                  <a:pt x="1294241" y="1285682"/>
                </a:lnTo>
                <a:lnTo>
                  <a:pt x="1296466" y="1289729"/>
                </a:lnTo>
                <a:lnTo>
                  <a:pt x="1298681" y="1293631"/>
                </a:lnTo>
                <a:lnTo>
                  <a:pt x="1300896" y="1297388"/>
                </a:lnTo>
                <a:lnTo>
                  <a:pt x="1303111" y="1301000"/>
                </a:lnTo>
                <a:lnTo>
                  <a:pt x="1305326" y="1304468"/>
                </a:lnTo>
                <a:lnTo>
                  <a:pt x="1307541" y="1307800"/>
                </a:lnTo>
                <a:lnTo>
                  <a:pt x="1309756" y="1310999"/>
                </a:lnTo>
                <a:lnTo>
                  <a:pt x="1311971" y="1314072"/>
                </a:lnTo>
                <a:lnTo>
                  <a:pt x="1314196" y="1317012"/>
                </a:lnTo>
                <a:lnTo>
                  <a:pt x="1316411" y="1319837"/>
                </a:lnTo>
                <a:lnTo>
                  <a:pt x="1318626" y="1322549"/>
                </a:lnTo>
                <a:lnTo>
                  <a:pt x="1320841" y="1325137"/>
                </a:lnTo>
                <a:lnTo>
                  <a:pt x="1323056" y="1327621"/>
                </a:lnTo>
                <a:lnTo>
                  <a:pt x="1325270" y="1330001"/>
                </a:lnTo>
                <a:lnTo>
                  <a:pt x="1327485" y="1332278"/>
                </a:lnTo>
                <a:lnTo>
                  <a:pt x="1329700" y="1334452"/>
                </a:lnTo>
                <a:lnTo>
                  <a:pt x="1331926" y="1336532"/>
                </a:lnTo>
                <a:lnTo>
                  <a:pt x="1334140" y="1338519"/>
                </a:lnTo>
                <a:lnTo>
                  <a:pt x="1336355" y="1340413"/>
                </a:lnTo>
                <a:lnTo>
                  <a:pt x="1338570" y="1342224"/>
                </a:lnTo>
                <a:lnTo>
                  <a:pt x="1340785" y="1343953"/>
                </a:lnTo>
                <a:lnTo>
                  <a:pt x="1343000" y="1345609"/>
                </a:lnTo>
                <a:lnTo>
                  <a:pt x="1345215" y="1347172"/>
                </a:lnTo>
                <a:lnTo>
                  <a:pt x="1347430" y="1348673"/>
                </a:lnTo>
                <a:lnTo>
                  <a:pt x="1349655" y="1350101"/>
                </a:lnTo>
                <a:lnTo>
                  <a:pt x="1351870" y="1351457"/>
                </a:lnTo>
                <a:lnTo>
                  <a:pt x="1354085" y="1352750"/>
                </a:lnTo>
                <a:lnTo>
                  <a:pt x="1356300" y="1353982"/>
                </a:lnTo>
                <a:lnTo>
                  <a:pt x="1358515" y="1355151"/>
                </a:lnTo>
                <a:lnTo>
                  <a:pt x="1360730" y="1356259"/>
                </a:lnTo>
                <a:lnTo>
                  <a:pt x="1362944" y="1357315"/>
                </a:lnTo>
                <a:lnTo>
                  <a:pt x="1365159" y="1358319"/>
                </a:lnTo>
                <a:lnTo>
                  <a:pt x="1367385" y="1359271"/>
                </a:lnTo>
                <a:lnTo>
                  <a:pt x="1369599" y="1360171"/>
                </a:lnTo>
                <a:lnTo>
                  <a:pt x="1371814" y="1361030"/>
                </a:lnTo>
                <a:lnTo>
                  <a:pt x="1374029" y="1361838"/>
                </a:lnTo>
                <a:lnTo>
                  <a:pt x="1376244" y="1362604"/>
                </a:lnTo>
                <a:lnTo>
                  <a:pt x="1378459" y="1363338"/>
                </a:lnTo>
                <a:lnTo>
                  <a:pt x="1380674" y="1364022"/>
                </a:lnTo>
                <a:lnTo>
                  <a:pt x="1382889" y="1364674"/>
                </a:lnTo>
                <a:lnTo>
                  <a:pt x="1385114" y="1365295"/>
                </a:lnTo>
                <a:lnTo>
                  <a:pt x="1387329" y="1365874"/>
                </a:lnTo>
                <a:lnTo>
                  <a:pt x="1389544" y="1366423"/>
                </a:lnTo>
                <a:lnTo>
                  <a:pt x="1391759" y="1366951"/>
                </a:lnTo>
                <a:lnTo>
                  <a:pt x="1393974" y="1367437"/>
                </a:lnTo>
                <a:lnTo>
                  <a:pt x="1396189" y="1367903"/>
                </a:lnTo>
                <a:lnTo>
                  <a:pt x="1398404" y="1368338"/>
                </a:lnTo>
                <a:lnTo>
                  <a:pt x="1400618" y="1368751"/>
                </a:lnTo>
                <a:lnTo>
                  <a:pt x="1402844" y="1369145"/>
                </a:lnTo>
                <a:lnTo>
                  <a:pt x="1405059" y="1369507"/>
                </a:lnTo>
                <a:lnTo>
                  <a:pt x="1407273" y="1369859"/>
                </a:lnTo>
                <a:lnTo>
                  <a:pt x="1409488" y="1370180"/>
                </a:lnTo>
                <a:lnTo>
                  <a:pt x="1411703" y="1370490"/>
                </a:lnTo>
                <a:lnTo>
                  <a:pt x="1413918" y="1370770"/>
                </a:lnTo>
                <a:lnTo>
                  <a:pt x="1416133" y="1371049"/>
                </a:lnTo>
                <a:lnTo>
                  <a:pt x="1418348" y="1371298"/>
                </a:lnTo>
                <a:lnTo>
                  <a:pt x="1420563" y="1371536"/>
                </a:lnTo>
                <a:lnTo>
                  <a:pt x="1422788" y="1371763"/>
                </a:lnTo>
                <a:lnTo>
                  <a:pt x="1425003" y="1371970"/>
                </a:lnTo>
                <a:lnTo>
                  <a:pt x="1427218" y="1372167"/>
                </a:lnTo>
                <a:lnTo>
                  <a:pt x="1429433" y="1372353"/>
                </a:lnTo>
                <a:lnTo>
                  <a:pt x="1431648" y="1372529"/>
                </a:lnTo>
                <a:lnTo>
                  <a:pt x="1433863" y="1372695"/>
                </a:lnTo>
                <a:lnTo>
                  <a:pt x="1436078" y="1372840"/>
                </a:lnTo>
                <a:lnTo>
                  <a:pt x="1438292" y="1372985"/>
                </a:lnTo>
                <a:lnTo>
                  <a:pt x="1440518" y="1373119"/>
                </a:lnTo>
                <a:lnTo>
                  <a:pt x="1442733" y="1373243"/>
                </a:lnTo>
                <a:lnTo>
                  <a:pt x="1444947" y="1373357"/>
                </a:lnTo>
                <a:lnTo>
                  <a:pt x="1447162" y="1373471"/>
                </a:lnTo>
                <a:lnTo>
                  <a:pt x="1449377" y="1373575"/>
                </a:lnTo>
                <a:lnTo>
                  <a:pt x="1451592" y="1373668"/>
                </a:lnTo>
                <a:lnTo>
                  <a:pt x="1453807" y="1373761"/>
                </a:lnTo>
                <a:lnTo>
                  <a:pt x="1456022" y="1373844"/>
                </a:lnTo>
                <a:lnTo>
                  <a:pt x="1458247" y="1373916"/>
                </a:lnTo>
                <a:lnTo>
                  <a:pt x="1460462" y="1373989"/>
                </a:lnTo>
                <a:lnTo>
                  <a:pt x="1462677" y="1374061"/>
                </a:lnTo>
                <a:lnTo>
                  <a:pt x="1464892" y="1374123"/>
                </a:lnTo>
                <a:lnTo>
                  <a:pt x="1467107" y="1374175"/>
                </a:lnTo>
                <a:lnTo>
                  <a:pt x="1469322" y="1374237"/>
                </a:lnTo>
                <a:lnTo>
                  <a:pt x="1471537" y="1374278"/>
                </a:lnTo>
                <a:lnTo>
                  <a:pt x="1473751" y="1374330"/>
                </a:lnTo>
                <a:lnTo>
                  <a:pt x="1475977" y="1374372"/>
                </a:lnTo>
                <a:lnTo>
                  <a:pt x="1478192" y="1374413"/>
                </a:lnTo>
                <a:lnTo>
                  <a:pt x="1480407" y="1374454"/>
                </a:lnTo>
                <a:lnTo>
                  <a:pt x="1482621" y="1374485"/>
                </a:lnTo>
                <a:lnTo>
                  <a:pt x="1484836" y="1374516"/>
                </a:lnTo>
                <a:lnTo>
                  <a:pt x="1487051" y="1374548"/>
                </a:lnTo>
                <a:lnTo>
                  <a:pt x="1489266" y="1374578"/>
                </a:lnTo>
                <a:lnTo>
                  <a:pt x="1491481" y="1374599"/>
                </a:lnTo>
                <a:lnTo>
                  <a:pt x="1493706" y="1374630"/>
                </a:lnTo>
                <a:lnTo>
                  <a:pt x="1495921" y="1374651"/>
                </a:lnTo>
                <a:lnTo>
                  <a:pt x="1498136" y="1374672"/>
                </a:lnTo>
                <a:lnTo>
                  <a:pt x="1500351" y="1374692"/>
                </a:lnTo>
                <a:lnTo>
                  <a:pt x="1502566" y="1374703"/>
                </a:lnTo>
                <a:lnTo>
                  <a:pt x="1504781" y="1374723"/>
                </a:lnTo>
                <a:lnTo>
                  <a:pt x="1506996" y="1374734"/>
                </a:lnTo>
                <a:lnTo>
                  <a:pt x="1509211" y="1374754"/>
                </a:lnTo>
                <a:lnTo>
                  <a:pt x="1511436" y="1374765"/>
                </a:lnTo>
                <a:lnTo>
                  <a:pt x="1513651" y="1374775"/>
                </a:lnTo>
                <a:lnTo>
                  <a:pt x="1515866" y="1374786"/>
                </a:lnTo>
                <a:lnTo>
                  <a:pt x="1518081" y="1374796"/>
                </a:lnTo>
                <a:lnTo>
                  <a:pt x="1520295" y="1374806"/>
                </a:lnTo>
                <a:lnTo>
                  <a:pt x="1522510" y="1374816"/>
                </a:lnTo>
                <a:lnTo>
                  <a:pt x="1524725" y="1374827"/>
                </a:lnTo>
                <a:lnTo>
                  <a:pt x="1526940" y="1374827"/>
                </a:lnTo>
                <a:lnTo>
                  <a:pt x="1529165" y="1374837"/>
                </a:lnTo>
                <a:lnTo>
                  <a:pt x="1531380" y="1374848"/>
                </a:lnTo>
                <a:lnTo>
                  <a:pt x="1533595" y="1374848"/>
                </a:lnTo>
                <a:lnTo>
                  <a:pt x="1535810" y="1374858"/>
                </a:lnTo>
                <a:lnTo>
                  <a:pt x="1538025" y="1374858"/>
                </a:lnTo>
                <a:lnTo>
                  <a:pt x="1540240" y="1374858"/>
                </a:lnTo>
                <a:lnTo>
                  <a:pt x="1542455" y="1374868"/>
                </a:lnTo>
                <a:lnTo>
                  <a:pt x="1544670" y="1374868"/>
                </a:lnTo>
                <a:lnTo>
                  <a:pt x="1546895" y="1374879"/>
                </a:lnTo>
                <a:lnTo>
                  <a:pt x="1549110" y="1374879"/>
                </a:lnTo>
                <a:lnTo>
                  <a:pt x="1551325" y="1374879"/>
                </a:lnTo>
                <a:lnTo>
                  <a:pt x="1553540" y="1374879"/>
                </a:lnTo>
                <a:lnTo>
                  <a:pt x="1555755" y="1374889"/>
                </a:lnTo>
                <a:lnTo>
                  <a:pt x="1557969" y="1374889"/>
                </a:lnTo>
                <a:lnTo>
                  <a:pt x="1560184" y="1374889"/>
                </a:lnTo>
                <a:lnTo>
                  <a:pt x="1562399" y="1374889"/>
                </a:lnTo>
                <a:lnTo>
                  <a:pt x="1564624" y="1374889"/>
                </a:lnTo>
                <a:lnTo>
                  <a:pt x="1566839" y="1374889"/>
                </a:lnTo>
                <a:lnTo>
                  <a:pt x="1569054" y="1374899"/>
                </a:lnTo>
                <a:lnTo>
                  <a:pt x="1571269" y="1374899"/>
                </a:lnTo>
                <a:lnTo>
                  <a:pt x="1573484" y="1374899"/>
                </a:lnTo>
                <a:lnTo>
                  <a:pt x="1575699" y="1374899"/>
                </a:lnTo>
                <a:lnTo>
                  <a:pt x="1577914" y="1374899"/>
                </a:lnTo>
                <a:lnTo>
                  <a:pt x="1580129" y="1374899"/>
                </a:lnTo>
                <a:lnTo>
                  <a:pt x="1582344" y="1374899"/>
                </a:lnTo>
                <a:lnTo>
                  <a:pt x="1584569" y="1374899"/>
                </a:lnTo>
                <a:lnTo>
                  <a:pt x="1586784" y="1374899"/>
                </a:lnTo>
                <a:lnTo>
                  <a:pt x="1588999" y="1374899"/>
                </a:lnTo>
                <a:lnTo>
                  <a:pt x="1591214" y="1374899"/>
                </a:lnTo>
                <a:lnTo>
                  <a:pt x="1593428" y="1374910"/>
                </a:lnTo>
                <a:lnTo>
                  <a:pt x="1595643" y="1374910"/>
                </a:lnTo>
                <a:lnTo>
                  <a:pt x="1597858" y="1374910"/>
                </a:lnTo>
                <a:lnTo>
                  <a:pt x="1600073" y="1374910"/>
                </a:lnTo>
                <a:lnTo>
                  <a:pt x="1602298" y="1374910"/>
                </a:lnTo>
                <a:lnTo>
                  <a:pt x="1604513" y="1374910"/>
                </a:lnTo>
                <a:lnTo>
                  <a:pt x="1606728" y="1374910"/>
                </a:lnTo>
                <a:lnTo>
                  <a:pt x="1608943" y="1374910"/>
                </a:lnTo>
                <a:lnTo>
                  <a:pt x="1611158" y="1374910"/>
                </a:lnTo>
                <a:lnTo>
                  <a:pt x="1613373" y="1374910"/>
                </a:lnTo>
                <a:lnTo>
                  <a:pt x="1615588" y="1374910"/>
                </a:lnTo>
                <a:lnTo>
                  <a:pt x="1617803" y="1374910"/>
                </a:lnTo>
                <a:lnTo>
                  <a:pt x="1620028" y="1374910"/>
                </a:lnTo>
                <a:lnTo>
                  <a:pt x="1622243" y="1374910"/>
                </a:lnTo>
                <a:lnTo>
                  <a:pt x="1624458" y="1374910"/>
                </a:lnTo>
                <a:lnTo>
                  <a:pt x="1626673" y="1374910"/>
                </a:lnTo>
                <a:lnTo>
                  <a:pt x="1628888" y="1374910"/>
                </a:lnTo>
                <a:lnTo>
                  <a:pt x="1631102" y="1374910"/>
                </a:lnTo>
                <a:lnTo>
                  <a:pt x="1633317" y="1374910"/>
                </a:lnTo>
                <a:lnTo>
                  <a:pt x="1635532" y="1374910"/>
                </a:lnTo>
                <a:lnTo>
                  <a:pt x="1637758" y="1374910"/>
                </a:lnTo>
                <a:lnTo>
                  <a:pt x="1639972" y="1374910"/>
                </a:lnTo>
                <a:lnTo>
                  <a:pt x="1642187" y="1374910"/>
                </a:lnTo>
                <a:lnTo>
                  <a:pt x="1644402" y="1374910"/>
                </a:lnTo>
                <a:lnTo>
                  <a:pt x="1646617" y="1374910"/>
                </a:lnTo>
                <a:lnTo>
                  <a:pt x="1648832" y="1374910"/>
                </a:lnTo>
                <a:lnTo>
                  <a:pt x="1651047" y="1374910"/>
                </a:lnTo>
                <a:lnTo>
                  <a:pt x="1653262" y="1374910"/>
                </a:lnTo>
                <a:lnTo>
                  <a:pt x="1655487" y="1374910"/>
                </a:lnTo>
                <a:lnTo>
                  <a:pt x="1657702" y="1374910"/>
                </a:lnTo>
                <a:lnTo>
                  <a:pt x="1659917" y="1374910"/>
                </a:lnTo>
                <a:lnTo>
                  <a:pt x="1662132" y="1374910"/>
                </a:lnTo>
                <a:lnTo>
                  <a:pt x="1664347" y="1374910"/>
                </a:lnTo>
                <a:lnTo>
                  <a:pt x="1666562" y="1374910"/>
                </a:lnTo>
                <a:lnTo>
                  <a:pt x="1668776" y="1374910"/>
                </a:lnTo>
                <a:lnTo>
                  <a:pt x="1670991" y="1374910"/>
                </a:lnTo>
                <a:lnTo>
                  <a:pt x="1673217" y="1374910"/>
                </a:lnTo>
                <a:lnTo>
                  <a:pt x="1675431" y="1374910"/>
                </a:lnTo>
                <a:lnTo>
                  <a:pt x="1677646" y="1374910"/>
                </a:lnTo>
                <a:lnTo>
                  <a:pt x="1679861" y="1374910"/>
                </a:lnTo>
                <a:lnTo>
                  <a:pt x="1682076" y="1374910"/>
                </a:lnTo>
                <a:lnTo>
                  <a:pt x="1684291" y="1374910"/>
                </a:lnTo>
                <a:lnTo>
                  <a:pt x="1686506" y="1374910"/>
                </a:lnTo>
                <a:lnTo>
                  <a:pt x="1688721" y="1374910"/>
                </a:lnTo>
                <a:lnTo>
                  <a:pt x="1690946" y="1374910"/>
                </a:lnTo>
                <a:lnTo>
                  <a:pt x="1693161" y="1374910"/>
                </a:lnTo>
                <a:lnTo>
                  <a:pt x="1695376" y="1374910"/>
                </a:lnTo>
                <a:lnTo>
                  <a:pt x="1697591" y="1374910"/>
                </a:lnTo>
                <a:lnTo>
                  <a:pt x="1699806" y="1374910"/>
                </a:lnTo>
                <a:lnTo>
                  <a:pt x="1702021" y="1374910"/>
                </a:lnTo>
                <a:lnTo>
                  <a:pt x="1704236" y="1374910"/>
                </a:lnTo>
                <a:lnTo>
                  <a:pt x="1706450" y="1374910"/>
                </a:lnTo>
                <a:lnTo>
                  <a:pt x="1708676" y="1374910"/>
                </a:lnTo>
                <a:lnTo>
                  <a:pt x="1710891" y="1374910"/>
                </a:lnTo>
                <a:lnTo>
                  <a:pt x="1713105" y="1374910"/>
                </a:lnTo>
                <a:lnTo>
                  <a:pt x="1715320" y="1374910"/>
                </a:lnTo>
                <a:lnTo>
                  <a:pt x="1717535" y="1374910"/>
                </a:lnTo>
                <a:lnTo>
                  <a:pt x="1719750" y="1374910"/>
                </a:lnTo>
                <a:lnTo>
                  <a:pt x="1721965" y="1374910"/>
                </a:lnTo>
                <a:lnTo>
                  <a:pt x="1724180" y="1374910"/>
                </a:lnTo>
                <a:lnTo>
                  <a:pt x="1726395" y="1374910"/>
                </a:lnTo>
                <a:lnTo>
                  <a:pt x="1728620" y="1374910"/>
                </a:lnTo>
                <a:lnTo>
                  <a:pt x="1730835" y="1374910"/>
                </a:lnTo>
                <a:lnTo>
                  <a:pt x="1733050" y="1374910"/>
                </a:lnTo>
                <a:lnTo>
                  <a:pt x="1735265" y="1374910"/>
                </a:lnTo>
                <a:lnTo>
                  <a:pt x="1737480" y="1374910"/>
                </a:lnTo>
                <a:lnTo>
                  <a:pt x="1739695" y="1374910"/>
                </a:lnTo>
                <a:lnTo>
                  <a:pt x="1741910" y="1374910"/>
                </a:lnTo>
                <a:lnTo>
                  <a:pt x="1744125" y="1374910"/>
                </a:lnTo>
                <a:lnTo>
                  <a:pt x="1746350" y="1374910"/>
                </a:lnTo>
                <a:lnTo>
                  <a:pt x="1748565" y="1374910"/>
                </a:lnTo>
                <a:lnTo>
                  <a:pt x="1750779" y="1374910"/>
                </a:lnTo>
                <a:lnTo>
                  <a:pt x="1752994" y="1374910"/>
                </a:lnTo>
                <a:lnTo>
                  <a:pt x="1755209" y="1374910"/>
                </a:lnTo>
                <a:lnTo>
                  <a:pt x="1757424" y="1374910"/>
                </a:lnTo>
                <a:lnTo>
                  <a:pt x="1759639" y="1374910"/>
                </a:lnTo>
                <a:lnTo>
                  <a:pt x="1761854" y="1374910"/>
                </a:lnTo>
                <a:lnTo>
                  <a:pt x="1764079" y="1374910"/>
                </a:lnTo>
                <a:lnTo>
                  <a:pt x="1766294" y="1374910"/>
                </a:lnTo>
                <a:lnTo>
                  <a:pt x="1768509" y="1374910"/>
                </a:lnTo>
                <a:lnTo>
                  <a:pt x="1770724" y="1374910"/>
                </a:lnTo>
                <a:lnTo>
                  <a:pt x="1772939" y="1374910"/>
                </a:lnTo>
                <a:lnTo>
                  <a:pt x="1775154" y="1374910"/>
                </a:lnTo>
                <a:lnTo>
                  <a:pt x="1777369" y="1374910"/>
                </a:lnTo>
                <a:lnTo>
                  <a:pt x="1779583" y="1374910"/>
                </a:lnTo>
                <a:lnTo>
                  <a:pt x="1781809" y="1374910"/>
                </a:lnTo>
                <a:lnTo>
                  <a:pt x="1784024" y="1374910"/>
                </a:lnTo>
                <a:lnTo>
                  <a:pt x="1786239" y="1374910"/>
                </a:lnTo>
                <a:lnTo>
                  <a:pt x="1788453" y="1374910"/>
                </a:lnTo>
                <a:lnTo>
                  <a:pt x="1790668" y="1374910"/>
                </a:lnTo>
                <a:lnTo>
                  <a:pt x="1792883" y="1374910"/>
                </a:lnTo>
                <a:lnTo>
                  <a:pt x="1795098" y="1374910"/>
                </a:lnTo>
                <a:lnTo>
                  <a:pt x="1797313" y="1374910"/>
                </a:lnTo>
                <a:lnTo>
                  <a:pt x="1799538" y="1374910"/>
                </a:lnTo>
                <a:lnTo>
                  <a:pt x="1801753" y="1374910"/>
                </a:lnTo>
                <a:lnTo>
                  <a:pt x="1803968" y="1374910"/>
                </a:lnTo>
                <a:lnTo>
                  <a:pt x="1806183" y="1374910"/>
                </a:lnTo>
                <a:lnTo>
                  <a:pt x="1808398" y="1374910"/>
                </a:lnTo>
                <a:lnTo>
                  <a:pt x="1810613" y="1374910"/>
                </a:lnTo>
                <a:lnTo>
                  <a:pt x="1812828" y="1374910"/>
                </a:lnTo>
                <a:lnTo>
                  <a:pt x="1815043" y="1374910"/>
                </a:lnTo>
                <a:lnTo>
                  <a:pt x="1817268" y="1374910"/>
                </a:lnTo>
                <a:lnTo>
                  <a:pt x="1819483" y="1374910"/>
                </a:lnTo>
                <a:lnTo>
                  <a:pt x="1821698" y="1374910"/>
                </a:lnTo>
                <a:lnTo>
                  <a:pt x="1823913" y="1374910"/>
                </a:lnTo>
                <a:lnTo>
                  <a:pt x="1826127" y="1374910"/>
                </a:lnTo>
                <a:lnTo>
                  <a:pt x="1828342" y="1374910"/>
                </a:lnTo>
                <a:lnTo>
                  <a:pt x="1830557" y="1374910"/>
                </a:lnTo>
                <a:lnTo>
                  <a:pt x="1832772" y="1374910"/>
                </a:lnTo>
                <a:lnTo>
                  <a:pt x="1834997" y="1374910"/>
                </a:lnTo>
                <a:lnTo>
                  <a:pt x="1837212" y="1374910"/>
                </a:lnTo>
                <a:lnTo>
                  <a:pt x="1839427" y="1374910"/>
                </a:lnTo>
                <a:lnTo>
                  <a:pt x="1841642" y="1374910"/>
                </a:lnTo>
                <a:lnTo>
                  <a:pt x="1843857" y="1374910"/>
                </a:lnTo>
                <a:lnTo>
                  <a:pt x="1846072" y="1374910"/>
                </a:lnTo>
                <a:lnTo>
                  <a:pt x="1848287" y="1374910"/>
                </a:lnTo>
                <a:lnTo>
                  <a:pt x="1850502" y="1374910"/>
                </a:lnTo>
                <a:lnTo>
                  <a:pt x="1852727" y="1374910"/>
                </a:lnTo>
                <a:lnTo>
                  <a:pt x="1854942" y="1374910"/>
                </a:lnTo>
                <a:lnTo>
                  <a:pt x="1857157" y="1374910"/>
                </a:lnTo>
                <a:lnTo>
                  <a:pt x="1859372" y="1374910"/>
                </a:lnTo>
                <a:lnTo>
                  <a:pt x="1861587" y="1374910"/>
                </a:lnTo>
                <a:lnTo>
                  <a:pt x="1863801" y="1374910"/>
                </a:lnTo>
                <a:lnTo>
                  <a:pt x="1866016" y="1374910"/>
                </a:lnTo>
                <a:lnTo>
                  <a:pt x="1868231" y="1374910"/>
                </a:lnTo>
                <a:lnTo>
                  <a:pt x="1870456" y="1374910"/>
                </a:lnTo>
                <a:lnTo>
                  <a:pt x="1872671" y="1374910"/>
                </a:lnTo>
                <a:lnTo>
                  <a:pt x="1874886" y="1374910"/>
                </a:lnTo>
                <a:lnTo>
                  <a:pt x="1877101" y="1374910"/>
                </a:lnTo>
                <a:lnTo>
                  <a:pt x="1879316" y="1374910"/>
                </a:lnTo>
                <a:lnTo>
                  <a:pt x="1881531" y="1374910"/>
                </a:lnTo>
                <a:lnTo>
                  <a:pt x="1883746" y="1374910"/>
                </a:lnTo>
                <a:lnTo>
                  <a:pt x="1885961" y="1374910"/>
                </a:lnTo>
                <a:lnTo>
                  <a:pt x="1888176" y="1374910"/>
                </a:lnTo>
                <a:lnTo>
                  <a:pt x="1890401" y="1374910"/>
                </a:lnTo>
                <a:lnTo>
                  <a:pt x="1892616" y="1374910"/>
                </a:lnTo>
                <a:lnTo>
                  <a:pt x="1894831" y="1374910"/>
                </a:lnTo>
                <a:lnTo>
                  <a:pt x="1897046" y="1374910"/>
                </a:lnTo>
                <a:lnTo>
                  <a:pt x="1899260" y="1374910"/>
                </a:lnTo>
                <a:lnTo>
                  <a:pt x="1901476" y="1374910"/>
                </a:lnTo>
                <a:lnTo>
                  <a:pt x="1903690" y="1374910"/>
                </a:lnTo>
                <a:lnTo>
                  <a:pt x="1905905" y="1374910"/>
                </a:lnTo>
                <a:lnTo>
                  <a:pt x="1908130" y="1374910"/>
                </a:lnTo>
                <a:lnTo>
                  <a:pt x="1910345" y="1374910"/>
                </a:lnTo>
                <a:lnTo>
                  <a:pt x="1912560" y="1374910"/>
                </a:lnTo>
                <a:lnTo>
                  <a:pt x="1914775" y="1374910"/>
                </a:lnTo>
                <a:lnTo>
                  <a:pt x="1916990" y="1374910"/>
                </a:lnTo>
                <a:lnTo>
                  <a:pt x="1919205" y="1374910"/>
                </a:lnTo>
                <a:lnTo>
                  <a:pt x="1921420" y="1374910"/>
                </a:lnTo>
                <a:lnTo>
                  <a:pt x="1923635" y="1374910"/>
                </a:lnTo>
                <a:lnTo>
                  <a:pt x="1925860" y="1374910"/>
                </a:lnTo>
                <a:lnTo>
                  <a:pt x="1928075" y="1374910"/>
                </a:lnTo>
                <a:lnTo>
                  <a:pt x="1930290" y="1374910"/>
                </a:lnTo>
                <a:lnTo>
                  <a:pt x="1932505" y="1374910"/>
                </a:lnTo>
                <a:lnTo>
                  <a:pt x="1934720" y="1374910"/>
                </a:lnTo>
                <a:lnTo>
                  <a:pt x="1936935" y="1374910"/>
                </a:lnTo>
                <a:lnTo>
                  <a:pt x="1939149" y="1374910"/>
                </a:lnTo>
                <a:lnTo>
                  <a:pt x="1941364" y="1374910"/>
                </a:lnTo>
                <a:lnTo>
                  <a:pt x="1943590" y="1374910"/>
                </a:lnTo>
                <a:lnTo>
                  <a:pt x="1945804" y="1374910"/>
                </a:lnTo>
                <a:lnTo>
                  <a:pt x="1948019" y="1374910"/>
                </a:lnTo>
                <a:lnTo>
                  <a:pt x="1950234" y="1374910"/>
                </a:lnTo>
                <a:lnTo>
                  <a:pt x="1952449" y="1374910"/>
                </a:lnTo>
                <a:lnTo>
                  <a:pt x="1954664" y="1374910"/>
                </a:lnTo>
                <a:lnTo>
                  <a:pt x="1956879" y="1374910"/>
                </a:lnTo>
                <a:lnTo>
                  <a:pt x="1959094" y="1374910"/>
                </a:lnTo>
                <a:lnTo>
                  <a:pt x="1961319" y="1374910"/>
                </a:lnTo>
                <a:lnTo>
                  <a:pt x="1963534" y="1374910"/>
                </a:lnTo>
                <a:lnTo>
                  <a:pt x="1965749" y="1374910"/>
                </a:lnTo>
                <a:lnTo>
                  <a:pt x="1967964" y="1374910"/>
                </a:lnTo>
                <a:lnTo>
                  <a:pt x="1970179" y="1374910"/>
                </a:lnTo>
                <a:lnTo>
                  <a:pt x="1972394" y="1374910"/>
                </a:lnTo>
                <a:lnTo>
                  <a:pt x="1974608" y="1374910"/>
                </a:lnTo>
                <a:lnTo>
                  <a:pt x="1976823" y="1374910"/>
                </a:lnTo>
                <a:lnTo>
                  <a:pt x="1979049" y="1374910"/>
                </a:lnTo>
                <a:lnTo>
                  <a:pt x="1981263" y="1374910"/>
                </a:lnTo>
                <a:lnTo>
                  <a:pt x="1983479" y="1374910"/>
                </a:lnTo>
                <a:lnTo>
                  <a:pt x="1985693" y="1374910"/>
                </a:lnTo>
                <a:lnTo>
                  <a:pt x="1987908" y="1374910"/>
                </a:lnTo>
                <a:lnTo>
                  <a:pt x="1990123" y="1374910"/>
                </a:lnTo>
                <a:lnTo>
                  <a:pt x="1992338" y="1374910"/>
                </a:lnTo>
                <a:lnTo>
                  <a:pt x="1994553" y="1374910"/>
                </a:lnTo>
                <a:lnTo>
                  <a:pt x="1996778" y="1374910"/>
                </a:lnTo>
                <a:lnTo>
                  <a:pt x="1998993" y="1374910"/>
                </a:lnTo>
                <a:lnTo>
                  <a:pt x="2001208" y="1374910"/>
                </a:lnTo>
                <a:lnTo>
                  <a:pt x="2003423" y="1374910"/>
                </a:lnTo>
                <a:lnTo>
                  <a:pt x="2005638" y="1374910"/>
                </a:lnTo>
                <a:lnTo>
                  <a:pt x="2007853" y="1374910"/>
                </a:lnTo>
                <a:lnTo>
                  <a:pt x="2010068" y="1374910"/>
                </a:lnTo>
                <a:lnTo>
                  <a:pt x="2012282" y="1374910"/>
                </a:lnTo>
                <a:lnTo>
                  <a:pt x="2014508" y="1374910"/>
                </a:lnTo>
                <a:lnTo>
                  <a:pt x="2016723" y="1374910"/>
                </a:lnTo>
                <a:lnTo>
                  <a:pt x="2018938" y="1374910"/>
                </a:lnTo>
                <a:lnTo>
                  <a:pt x="2021152" y="1374910"/>
                </a:lnTo>
                <a:lnTo>
                  <a:pt x="2023367" y="1374910"/>
                </a:lnTo>
                <a:lnTo>
                  <a:pt x="2025582" y="1374910"/>
                </a:lnTo>
                <a:lnTo>
                  <a:pt x="2027797" y="1374910"/>
                </a:lnTo>
                <a:lnTo>
                  <a:pt x="2030012" y="1374910"/>
                </a:lnTo>
                <a:lnTo>
                  <a:pt x="2032227" y="1374910"/>
                </a:lnTo>
                <a:lnTo>
                  <a:pt x="2034452" y="1374910"/>
                </a:lnTo>
                <a:lnTo>
                  <a:pt x="2036667" y="1374910"/>
                </a:lnTo>
                <a:lnTo>
                  <a:pt x="2038882" y="1374910"/>
                </a:lnTo>
                <a:lnTo>
                  <a:pt x="2041097" y="1374910"/>
                </a:lnTo>
                <a:lnTo>
                  <a:pt x="2043312" y="1374910"/>
                </a:lnTo>
                <a:lnTo>
                  <a:pt x="2045527" y="1374910"/>
                </a:lnTo>
                <a:lnTo>
                  <a:pt x="2047741" y="1374910"/>
                </a:lnTo>
                <a:lnTo>
                  <a:pt x="2049957" y="1374910"/>
                </a:lnTo>
                <a:lnTo>
                  <a:pt x="2052182" y="1374910"/>
                </a:lnTo>
                <a:lnTo>
                  <a:pt x="2054397" y="1374910"/>
                </a:lnTo>
                <a:lnTo>
                  <a:pt x="2056611" y="1374910"/>
                </a:lnTo>
                <a:lnTo>
                  <a:pt x="2058827" y="1374910"/>
                </a:lnTo>
                <a:lnTo>
                  <a:pt x="2061041" y="1374910"/>
                </a:lnTo>
                <a:lnTo>
                  <a:pt x="2063256" y="1374910"/>
                </a:lnTo>
                <a:lnTo>
                  <a:pt x="2065471" y="1374910"/>
                </a:lnTo>
                <a:lnTo>
                  <a:pt x="2067686" y="1374910"/>
                </a:lnTo>
                <a:lnTo>
                  <a:pt x="2069911" y="1374910"/>
                </a:lnTo>
                <a:lnTo>
                  <a:pt x="2072126" y="1374910"/>
                </a:lnTo>
                <a:lnTo>
                  <a:pt x="2074341" y="1374910"/>
                </a:lnTo>
                <a:lnTo>
                  <a:pt x="2076556" y="1374910"/>
                </a:lnTo>
                <a:lnTo>
                  <a:pt x="2078771" y="1374910"/>
                </a:lnTo>
                <a:lnTo>
                  <a:pt x="2080986" y="1374910"/>
                </a:lnTo>
                <a:lnTo>
                  <a:pt x="2083201" y="1374910"/>
                </a:lnTo>
                <a:lnTo>
                  <a:pt x="2085416" y="1374910"/>
                </a:lnTo>
                <a:lnTo>
                  <a:pt x="2087641" y="1374910"/>
                </a:lnTo>
                <a:lnTo>
                  <a:pt x="2089856" y="1374910"/>
                </a:lnTo>
                <a:lnTo>
                  <a:pt x="2092071" y="1374910"/>
                </a:lnTo>
                <a:lnTo>
                  <a:pt x="2094285" y="1374910"/>
                </a:lnTo>
                <a:lnTo>
                  <a:pt x="2096500" y="1374910"/>
                </a:lnTo>
                <a:lnTo>
                  <a:pt x="2098715" y="1374910"/>
                </a:lnTo>
                <a:lnTo>
                  <a:pt x="2100930" y="1374910"/>
                </a:lnTo>
                <a:lnTo>
                  <a:pt x="2103145" y="1374910"/>
                </a:lnTo>
                <a:lnTo>
                  <a:pt x="2105371" y="1374910"/>
                </a:lnTo>
                <a:lnTo>
                  <a:pt x="2107585" y="1374910"/>
                </a:lnTo>
                <a:lnTo>
                  <a:pt x="2109800" y="1374910"/>
                </a:lnTo>
                <a:lnTo>
                  <a:pt x="2112015" y="1374910"/>
                </a:lnTo>
                <a:lnTo>
                  <a:pt x="2114230" y="1374910"/>
                </a:lnTo>
                <a:lnTo>
                  <a:pt x="2116445" y="1374910"/>
                </a:lnTo>
                <a:lnTo>
                  <a:pt x="2118660" y="1374910"/>
                </a:lnTo>
                <a:lnTo>
                  <a:pt x="2120875" y="1374910"/>
                </a:lnTo>
                <a:lnTo>
                  <a:pt x="2123100" y="1374910"/>
                </a:lnTo>
                <a:lnTo>
                  <a:pt x="2125315" y="1374910"/>
                </a:lnTo>
                <a:lnTo>
                  <a:pt x="2127530" y="1374910"/>
                </a:lnTo>
                <a:lnTo>
                  <a:pt x="2129745" y="1374910"/>
                </a:lnTo>
                <a:lnTo>
                  <a:pt x="2131960" y="1374910"/>
                </a:lnTo>
                <a:lnTo>
                  <a:pt x="2134174" y="1374910"/>
                </a:lnTo>
                <a:lnTo>
                  <a:pt x="2136389" y="1374910"/>
                </a:lnTo>
                <a:lnTo>
                  <a:pt x="2138604" y="1374910"/>
                </a:lnTo>
                <a:lnTo>
                  <a:pt x="2140830" y="1374910"/>
                </a:lnTo>
                <a:lnTo>
                  <a:pt x="2143044" y="1374910"/>
                </a:lnTo>
                <a:lnTo>
                  <a:pt x="2145259" y="1374910"/>
                </a:lnTo>
                <a:lnTo>
                  <a:pt x="2147474" y="1374910"/>
                </a:lnTo>
                <a:lnTo>
                  <a:pt x="2149689" y="1374910"/>
                </a:lnTo>
                <a:lnTo>
                  <a:pt x="2151904" y="1374910"/>
                </a:lnTo>
                <a:lnTo>
                  <a:pt x="2154119" y="1374910"/>
                </a:lnTo>
                <a:lnTo>
                  <a:pt x="2156334" y="1374910"/>
                </a:lnTo>
                <a:lnTo>
                  <a:pt x="2158559" y="1374910"/>
                </a:lnTo>
                <a:lnTo>
                  <a:pt x="2160774" y="1374910"/>
                </a:lnTo>
                <a:lnTo>
                  <a:pt x="2162989" y="1374910"/>
                </a:lnTo>
                <a:lnTo>
                  <a:pt x="2165204" y="1374910"/>
                </a:lnTo>
                <a:lnTo>
                  <a:pt x="2167419" y="1374910"/>
                </a:lnTo>
                <a:lnTo>
                  <a:pt x="2169633" y="1374910"/>
                </a:lnTo>
                <a:lnTo>
                  <a:pt x="2171849" y="1374910"/>
                </a:lnTo>
                <a:lnTo>
                  <a:pt x="2174063" y="1374910"/>
                </a:lnTo>
                <a:lnTo>
                  <a:pt x="2176278" y="1374910"/>
                </a:lnTo>
                <a:lnTo>
                  <a:pt x="2178503" y="1374910"/>
                </a:lnTo>
                <a:lnTo>
                  <a:pt x="2180718" y="1374910"/>
                </a:lnTo>
                <a:lnTo>
                  <a:pt x="2182933" y="1374910"/>
                </a:lnTo>
                <a:lnTo>
                  <a:pt x="2185148" y="1374910"/>
                </a:lnTo>
                <a:lnTo>
                  <a:pt x="2187363" y="1374910"/>
                </a:lnTo>
                <a:lnTo>
                  <a:pt x="2189578" y="1374910"/>
                </a:lnTo>
                <a:lnTo>
                  <a:pt x="2191793" y="1374910"/>
                </a:lnTo>
                <a:lnTo>
                  <a:pt x="2194008" y="1374910"/>
                </a:lnTo>
                <a:lnTo>
                  <a:pt x="2196233" y="1374910"/>
                </a:lnTo>
                <a:lnTo>
                  <a:pt x="2198448" y="1374910"/>
                </a:lnTo>
                <a:lnTo>
                  <a:pt x="2200663" y="1374910"/>
                </a:lnTo>
                <a:lnTo>
                  <a:pt x="2202878" y="1374910"/>
                </a:lnTo>
                <a:lnTo>
                  <a:pt x="2205093" y="1374910"/>
                </a:lnTo>
                <a:lnTo>
                  <a:pt x="2207308" y="1374910"/>
                </a:lnTo>
                <a:lnTo>
                  <a:pt x="2209522" y="1374910"/>
                </a:lnTo>
                <a:lnTo>
                  <a:pt x="2211737" y="1374910"/>
                </a:lnTo>
                <a:lnTo>
                  <a:pt x="2213963" y="1374910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475" name="Group 2474">
            <a:extLst>
              <a:ext uri="{FF2B5EF4-FFF2-40B4-BE49-F238E27FC236}">
                <a16:creationId xmlns:a16="http://schemas.microsoft.com/office/drawing/2014/main" id="{3FF3DAA5-92B7-D078-2067-50C43A585EA9}"/>
              </a:ext>
            </a:extLst>
          </p:cNvPr>
          <p:cNvGrpSpPr/>
          <p:nvPr/>
        </p:nvGrpSpPr>
        <p:grpSpPr>
          <a:xfrm>
            <a:off x="2392584" y="1523197"/>
            <a:ext cx="511393" cy="386361"/>
            <a:chOff x="2392584" y="1523197"/>
            <a:chExt cx="511393" cy="386361"/>
          </a:xfrm>
        </p:grpSpPr>
        <p:sp>
          <p:nvSpPr>
            <p:cNvPr id="2449" name="Freeform 2448">
              <a:extLst>
                <a:ext uri="{FF2B5EF4-FFF2-40B4-BE49-F238E27FC236}">
                  <a16:creationId xmlns:a16="http://schemas.microsoft.com/office/drawing/2014/main" id="{4D92BF14-EB59-270E-7E48-C20CB6930AE0}"/>
                </a:ext>
              </a:extLst>
            </p:cNvPr>
            <p:cNvSpPr/>
            <p:nvPr/>
          </p:nvSpPr>
          <p:spPr>
            <a:xfrm>
              <a:off x="2392584" y="1523197"/>
              <a:ext cx="511393" cy="386361"/>
            </a:xfrm>
            <a:custGeom>
              <a:avLst/>
              <a:gdLst>
                <a:gd name="csX0" fmla="*/ 0 w 511393"/>
                <a:gd name="csY0" fmla="*/ 386362 h 386361"/>
                <a:gd name="csX1" fmla="*/ 511393 w 511393"/>
                <a:gd name="csY1" fmla="*/ 386362 h 386361"/>
                <a:gd name="csX2" fmla="*/ 511393 w 511393"/>
                <a:gd name="csY2" fmla="*/ 0 h 386361"/>
                <a:gd name="csX3" fmla="*/ 0 w 511393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11393" h="386361">
                  <a:moveTo>
                    <a:pt x="0" y="386362"/>
                  </a:moveTo>
                  <a:lnTo>
                    <a:pt x="511393" y="386362"/>
                  </a:lnTo>
                  <a:lnTo>
                    <a:pt x="511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0" name="Freeform 2449">
              <a:extLst>
                <a:ext uri="{FF2B5EF4-FFF2-40B4-BE49-F238E27FC236}">
                  <a16:creationId xmlns:a16="http://schemas.microsoft.com/office/drawing/2014/main" id="{744D2BFC-2409-58B0-CE7F-AD9ADD4F920B}"/>
                </a:ext>
              </a:extLst>
            </p:cNvPr>
            <p:cNvSpPr/>
            <p:nvPr/>
          </p:nvSpPr>
          <p:spPr>
            <a:xfrm>
              <a:off x="2392584" y="1523197"/>
              <a:ext cx="511393" cy="386361"/>
            </a:xfrm>
            <a:custGeom>
              <a:avLst/>
              <a:gdLst>
                <a:gd name="csX0" fmla="*/ 0 w 511393"/>
                <a:gd name="csY0" fmla="*/ 386362 h 386361"/>
                <a:gd name="csX1" fmla="*/ 511393 w 511393"/>
                <a:gd name="csY1" fmla="*/ 386362 h 386361"/>
                <a:gd name="csX2" fmla="*/ 511393 w 511393"/>
                <a:gd name="csY2" fmla="*/ 0 h 386361"/>
                <a:gd name="csX3" fmla="*/ 0 w 511393"/>
                <a:gd name="csY3" fmla="*/ 0 h 386361"/>
                <a:gd name="csX4" fmla="*/ 0 w 511393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1393" h="386361">
                  <a:moveTo>
                    <a:pt x="0" y="386362"/>
                  </a:moveTo>
                  <a:lnTo>
                    <a:pt x="511393" y="386362"/>
                  </a:lnTo>
                  <a:lnTo>
                    <a:pt x="511393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1" name="Freeform 2450">
              <a:extLst>
                <a:ext uri="{FF2B5EF4-FFF2-40B4-BE49-F238E27FC236}">
                  <a16:creationId xmlns:a16="http://schemas.microsoft.com/office/drawing/2014/main" id="{A3B7ADB6-08EF-FDC9-D10F-6BDB0806A252}"/>
                </a:ext>
              </a:extLst>
            </p:cNvPr>
            <p:cNvSpPr/>
            <p:nvPr/>
          </p:nvSpPr>
          <p:spPr>
            <a:xfrm>
              <a:off x="2417186" y="1581152"/>
              <a:ext cx="147590" cy="77272"/>
            </a:xfrm>
            <a:custGeom>
              <a:avLst/>
              <a:gdLst>
                <a:gd name="csX0" fmla="*/ 0 w 147590"/>
                <a:gd name="csY0" fmla="*/ 77272 h 77272"/>
                <a:gd name="csX1" fmla="*/ 147591 w 147590"/>
                <a:gd name="csY1" fmla="*/ 77272 h 77272"/>
                <a:gd name="csX2" fmla="*/ 147591 w 147590"/>
                <a:gd name="csY2" fmla="*/ 0 h 77272"/>
                <a:gd name="csX3" fmla="*/ 0 w 147590"/>
                <a:gd name="csY3" fmla="*/ 0 h 77272"/>
                <a:gd name="csX4" fmla="*/ 0 w 147590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7590" h="77272">
                  <a:moveTo>
                    <a:pt x="0" y="77272"/>
                  </a:moveTo>
                  <a:lnTo>
                    <a:pt x="147591" y="77272"/>
                  </a:lnTo>
                  <a:lnTo>
                    <a:pt x="147591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2" name="Freeform 2451">
              <a:extLst>
                <a:ext uri="{FF2B5EF4-FFF2-40B4-BE49-F238E27FC236}">
                  <a16:creationId xmlns:a16="http://schemas.microsoft.com/office/drawing/2014/main" id="{54DF5459-51AD-5824-BF23-7F3004E89D9B}"/>
                </a:ext>
              </a:extLst>
            </p:cNvPr>
            <p:cNvSpPr/>
            <p:nvPr/>
          </p:nvSpPr>
          <p:spPr>
            <a:xfrm>
              <a:off x="2417186" y="1581152"/>
              <a:ext cx="147590" cy="77272"/>
            </a:xfrm>
            <a:custGeom>
              <a:avLst/>
              <a:gdLst>
                <a:gd name="csX0" fmla="*/ 0 w 147590"/>
                <a:gd name="csY0" fmla="*/ 77272 h 77272"/>
                <a:gd name="csX1" fmla="*/ 147591 w 147590"/>
                <a:gd name="csY1" fmla="*/ 77272 h 77272"/>
                <a:gd name="csX2" fmla="*/ 147591 w 147590"/>
                <a:gd name="csY2" fmla="*/ 0 h 77272"/>
                <a:gd name="csX3" fmla="*/ 0 w 147590"/>
                <a:gd name="csY3" fmla="*/ 0 h 77272"/>
                <a:gd name="csX4" fmla="*/ 0 w 147590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7590" h="77272">
                  <a:moveTo>
                    <a:pt x="0" y="77272"/>
                  </a:moveTo>
                  <a:lnTo>
                    <a:pt x="147591" y="77272"/>
                  </a:lnTo>
                  <a:lnTo>
                    <a:pt x="147591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3" name="Freeform 2452">
              <a:extLst>
                <a:ext uri="{FF2B5EF4-FFF2-40B4-BE49-F238E27FC236}">
                  <a16:creationId xmlns:a16="http://schemas.microsoft.com/office/drawing/2014/main" id="{81568EB9-8CBD-A1D5-C615-466B9CFF83B3}"/>
                </a:ext>
              </a:extLst>
            </p:cNvPr>
            <p:cNvSpPr/>
            <p:nvPr/>
          </p:nvSpPr>
          <p:spPr>
            <a:xfrm>
              <a:off x="2589379" y="1579778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4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4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61 w 58146"/>
                <a:gd name="csY46" fmla="*/ 30144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4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4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4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4" name="Freeform 2453">
              <a:extLst>
                <a:ext uri="{FF2B5EF4-FFF2-40B4-BE49-F238E27FC236}">
                  <a16:creationId xmlns:a16="http://schemas.microsoft.com/office/drawing/2014/main" id="{93F74D9A-2515-5DF8-D7F7-91971F2F42C1}"/>
                </a:ext>
              </a:extLst>
            </p:cNvPr>
            <p:cNvSpPr/>
            <p:nvPr/>
          </p:nvSpPr>
          <p:spPr>
            <a:xfrm>
              <a:off x="2651976" y="1579305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7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4 h 34218"/>
                <a:gd name="csX34" fmla="*/ 12731 w 24332"/>
                <a:gd name="csY34" fmla="*/ 13199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40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6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3" y="1418"/>
                    <a:pt x="11892" y="1418"/>
                  </a:cubicBezTo>
                  <a:cubicBezTo>
                    <a:pt x="8960" y="1418"/>
                    <a:pt x="6838" y="1988"/>
                    <a:pt x="5527" y="3127"/>
                  </a:cubicBezTo>
                  <a:cubicBezTo>
                    <a:pt x="4223" y="4242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4"/>
                  </a:cubicBezTo>
                  <a:cubicBezTo>
                    <a:pt x="10719" y="12775"/>
                    <a:pt x="11592" y="12957"/>
                    <a:pt x="12731" y="13199"/>
                  </a:cubicBezTo>
                  <a:cubicBezTo>
                    <a:pt x="16705" y="13951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71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5" name="Freeform 2454">
              <a:extLst>
                <a:ext uri="{FF2B5EF4-FFF2-40B4-BE49-F238E27FC236}">
                  <a16:creationId xmlns:a16="http://schemas.microsoft.com/office/drawing/2014/main" id="{D2E2FB16-1C19-B461-90AA-422218C8CA46}"/>
                </a:ext>
              </a:extLst>
            </p:cNvPr>
            <p:cNvSpPr/>
            <p:nvPr/>
          </p:nvSpPr>
          <p:spPr>
            <a:xfrm>
              <a:off x="2678026" y="1578942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7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7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3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1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70 w 34041"/>
                <a:gd name="csY47" fmla="*/ 11781 h 49090"/>
                <a:gd name="csX48" fmla="*/ 1447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70 w 34041"/>
                <a:gd name="csY51" fmla="*/ 2545 h 49090"/>
                <a:gd name="csX52" fmla="*/ 9170 w 34041"/>
                <a:gd name="csY52" fmla="*/ 5527 h 49090"/>
                <a:gd name="csX53" fmla="*/ 7970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70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7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2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70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1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70" y="11781"/>
                  </a:moveTo>
                  <a:cubicBezTo>
                    <a:pt x="7970" y="17891"/>
                    <a:pt x="10136" y="20945"/>
                    <a:pt x="14470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70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70" y="8945"/>
                    <a:pt x="7970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6" name="Freeform 2455">
              <a:extLst>
                <a:ext uri="{FF2B5EF4-FFF2-40B4-BE49-F238E27FC236}">
                  <a16:creationId xmlns:a16="http://schemas.microsoft.com/office/drawing/2014/main" id="{9BFA8CE1-EB06-C54C-D973-7EF24BF87619}"/>
                </a:ext>
              </a:extLst>
            </p:cNvPr>
            <p:cNvSpPr/>
            <p:nvPr/>
          </p:nvSpPr>
          <p:spPr>
            <a:xfrm>
              <a:off x="2719675" y="1612976"/>
              <a:ext cx="25988" cy="47446"/>
            </a:xfrm>
            <a:custGeom>
              <a:avLst/>
              <a:gdLst>
                <a:gd name="csX0" fmla="*/ 25989 w 25988"/>
                <a:gd name="csY0" fmla="*/ 3589 h 47446"/>
                <a:gd name="csX1" fmla="*/ 25099 w 25988"/>
                <a:gd name="csY1" fmla="*/ 5854 h 47446"/>
                <a:gd name="csX2" fmla="*/ 23143 w 25988"/>
                <a:gd name="csY2" fmla="*/ 6720 h 47446"/>
                <a:gd name="csX3" fmla="*/ 21766 w 25988"/>
                <a:gd name="csY3" fmla="*/ 6236 h 47446"/>
                <a:gd name="csX4" fmla="*/ 21207 w 25988"/>
                <a:gd name="csY4" fmla="*/ 4913 h 47446"/>
                <a:gd name="csX5" fmla="*/ 21870 w 25988"/>
                <a:gd name="csY5" fmla="*/ 3131 h 47446"/>
                <a:gd name="csX6" fmla="*/ 24033 w 25988"/>
                <a:gd name="csY6" fmla="*/ 2088 h 47446"/>
                <a:gd name="csX7" fmla="*/ 21466 w 25988"/>
                <a:gd name="csY7" fmla="*/ 1146 h 47446"/>
                <a:gd name="csX8" fmla="*/ 20007 w 25988"/>
                <a:gd name="csY8" fmla="*/ 1655 h 47446"/>
                <a:gd name="csX9" fmla="*/ 19023 w 25988"/>
                <a:gd name="csY9" fmla="*/ 2927 h 47446"/>
                <a:gd name="csX10" fmla="*/ 17771 w 25988"/>
                <a:gd name="csY10" fmla="*/ 8349 h 47446"/>
                <a:gd name="csX11" fmla="*/ 17233 w 25988"/>
                <a:gd name="csY11" fmla="*/ 11302 h 47446"/>
                <a:gd name="csX12" fmla="*/ 16674 w 25988"/>
                <a:gd name="csY12" fmla="*/ 14280 h 47446"/>
                <a:gd name="csX13" fmla="*/ 21000 w 25988"/>
                <a:gd name="csY13" fmla="*/ 14280 h 47446"/>
                <a:gd name="csX14" fmla="*/ 21797 w 25988"/>
                <a:gd name="csY14" fmla="*/ 14306 h 47446"/>
                <a:gd name="csX15" fmla="*/ 22201 w 25988"/>
                <a:gd name="csY15" fmla="*/ 14458 h 47446"/>
                <a:gd name="csX16" fmla="*/ 22408 w 25988"/>
                <a:gd name="csY16" fmla="*/ 14866 h 47446"/>
                <a:gd name="csX17" fmla="*/ 22077 w 25988"/>
                <a:gd name="csY17" fmla="*/ 15756 h 47446"/>
                <a:gd name="csX18" fmla="*/ 20855 w 25988"/>
                <a:gd name="csY18" fmla="*/ 15909 h 47446"/>
                <a:gd name="csX19" fmla="*/ 16374 w 25988"/>
                <a:gd name="csY19" fmla="*/ 15909 h 47446"/>
                <a:gd name="csX20" fmla="*/ 13238 w 25988"/>
                <a:gd name="csY20" fmla="*/ 32429 h 47446"/>
                <a:gd name="csX21" fmla="*/ 12834 w 25988"/>
                <a:gd name="csY21" fmla="*/ 34440 h 47446"/>
                <a:gd name="csX22" fmla="*/ 11789 w 25988"/>
                <a:gd name="csY22" fmla="*/ 38411 h 47446"/>
                <a:gd name="csX23" fmla="*/ 10309 w 25988"/>
                <a:gd name="csY23" fmla="*/ 42381 h 47446"/>
                <a:gd name="csX24" fmla="*/ 9367 w 25988"/>
                <a:gd name="csY24" fmla="*/ 44010 h 47446"/>
                <a:gd name="csX25" fmla="*/ 8125 w 25988"/>
                <a:gd name="csY25" fmla="*/ 45639 h 47446"/>
                <a:gd name="csX26" fmla="*/ 6417 w 25988"/>
                <a:gd name="csY26" fmla="*/ 46938 h 47446"/>
                <a:gd name="csX27" fmla="*/ 4430 w 25988"/>
                <a:gd name="csY27" fmla="*/ 47446 h 47446"/>
                <a:gd name="csX28" fmla="*/ 1356 w 25988"/>
                <a:gd name="csY28" fmla="*/ 46480 h 47446"/>
                <a:gd name="csX29" fmla="*/ 0 w 25988"/>
                <a:gd name="csY29" fmla="*/ 43858 h 47446"/>
                <a:gd name="csX30" fmla="*/ 869 w 25988"/>
                <a:gd name="csY30" fmla="*/ 41592 h 47446"/>
                <a:gd name="csX31" fmla="*/ 2857 w 25988"/>
                <a:gd name="csY31" fmla="*/ 40727 h 47446"/>
                <a:gd name="csX32" fmla="*/ 4202 w 25988"/>
                <a:gd name="csY32" fmla="*/ 41211 h 47446"/>
                <a:gd name="csX33" fmla="*/ 4792 w 25988"/>
                <a:gd name="csY33" fmla="*/ 42534 h 47446"/>
                <a:gd name="csX34" fmla="*/ 4657 w 25988"/>
                <a:gd name="csY34" fmla="*/ 43298 h 47446"/>
                <a:gd name="csX35" fmla="*/ 4254 w 25988"/>
                <a:gd name="csY35" fmla="*/ 44163 h 47446"/>
                <a:gd name="csX36" fmla="*/ 3364 w 25988"/>
                <a:gd name="csY36" fmla="*/ 44978 h 47446"/>
                <a:gd name="csX37" fmla="*/ 1915 w 25988"/>
                <a:gd name="csY37" fmla="*/ 45360 h 47446"/>
                <a:gd name="csX38" fmla="*/ 4430 w 25988"/>
                <a:gd name="csY38" fmla="*/ 46302 h 47446"/>
                <a:gd name="csX39" fmla="*/ 5351 w 25988"/>
                <a:gd name="csY39" fmla="*/ 46098 h 47446"/>
                <a:gd name="csX40" fmla="*/ 6138 w 25988"/>
                <a:gd name="csY40" fmla="*/ 45461 h 47446"/>
                <a:gd name="csX41" fmla="*/ 6800 w 25988"/>
                <a:gd name="csY41" fmla="*/ 44545 h 47446"/>
                <a:gd name="csX42" fmla="*/ 7359 w 25988"/>
                <a:gd name="csY42" fmla="*/ 43272 h 47446"/>
                <a:gd name="csX43" fmla="*/ 7814 w 25988"/>
                <a:gd name="csY43" fmla="*/ 41847 h 47446"/>
                <a:gd name="csX44" fmla="*/ 8228 w 25988"/>
                <a:gd name="csY44" fmla="*/ 40141 h 47446"/>
                <a:gd name="csX45" fmla="*/ 8611 w 25988"/>
                <a:gd name="csY45" fmla="*/ 38385 h 47446"/>
                <a:gd name="csX46" fmla="*/ 8963 w 25988"/>
                <a:gd name="csY46" fmla="*/ 36501 h 47446"/>
                <a:gd name="csX47" fmla="*/ 12855 w 25988"/>
                <a:gd name="csY47" fmla="*/ 15909 h 47446"/>
                <a:gd name="csX48" fmla="*/ 9419 w 25988"/>
                <a:gd name="csY48" fmla="*/ 15909 h 47446"/>
                <a:gd name="csX49" fmla="*/ 8559 w 25988"/>
                <a:gd name="csY49" fmla="*/ 15883 h 47446"/>
                <a:gd name="csX50" fmla="*/ 8146 w 25988"/>
                <a:gd name="csY50" fmla="*/ 15731 h 47446"/>
                <a:gd name="csX51" fmla="*/ 7970 w 25988"/>
                <a:gd name="csY51" fmla="*/ 15272 h 47446"/>
                <a:gd name="csX52" fmla="*/ 8177 w 25988"/>
                <a:gd name="csY52" fmla="*/ 14585 h 47446"/>
                <a:gd name="csX53" fmla="*/ 8663 w 25988"/>
                <a:gd name="csY53" fmla="*/ 14331 h 47446"/>
                <a:gd name="csX54" fmla="*/ 9522 w 25988"/>
                <a:gd name="csY54" fmla="*/ 14280 h 47446"/>
                <a:gd name="csX55" fmla="*/ 13134 w 25988"/>
                <a:gd name="csY55" fmla="*/ 14280 h 47446"/>
                <a:gd name="csX56" fmla="*/ 14842 w 25988"/>
                <a:gd name="csY56" fmla="*/ 6109 h 47446"/>
                <a:gd name="csX57" fmla="*/ 16270 w 25988"/>
                <a:gd name="csY57" fmla="*/ 3004 h 47446"/>
                <a:gd name="csX58" fmla="*/ 18102 w 25988"/>
                <a:gd name="csY58" fmla="*/ 1095 h 47446"/>
                <a:gd name="csX59" fmla="*/ 19862 w 25988"/>
                <a:gd name="csY59" fmla="*/ 255 h 47446"/>
                <a:gd name="csX60" fmla="*/ 21466 w 25988"/>
                <a:gd name="csY60" fmla="*/ 0 h 47446"/>
                <a:gd name="csX61" fmla="*/ 24623 w 25988"/>
                <a:gd name="csY61" fmla="*/ 968 h 47446"/>
                <a:gd name="csX62" fmla="*/ 25989 w 25988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6">
                  <a:moveTo>
                    <a:pt x="25989" y="3589"/>
                  </a:moveTo>
                  <a:cubicBezTo>
                    <a:pt x="25989" y="4522"/>
                    <a:pt x="25692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6"/>
                  </a:cubicBezTo>
                  <a:cubicBezTo>
                    <a:pt x="21394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6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27" y="35441"/>
                    <a:pt x="12279" y="36765"/>
                    <a:pt x="11789" y="38411"/>
                  </a:cubicBezTo>
                  <a:cubicBezTo>
                    <a:pt x="11299" y="40074"/>
                    <a:pt x="10806" y="41397"/>
                    <a:pt x="10309" y="42381"/>
                  </a:cubicBezTo>
                  <a:cubicBezTo>
                    <a:pt x="10040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30" y="40888"/>
                    <a:pt x="4202" y="41211"/>
                  </a:cubicBezTo>
                  <a:cubicBezTo>
                    <a:pt x="4596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8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3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70" y="15476"/>
                    <a:pt x="7970" y="15272"/>
                  </a:cubicBezTo>
                  <a:cubicBezTo>
                    <a:pt x="7970" y="14950"/>
                    <a:pt x="8039" y="14721"/>
                    <a:pt x="8177" y="14585"/>
                  </a:cubicBezTo>
                  <a:cubicBezTo>
                    <a:pt x="8329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09"/>
                  </a:cubicBezTo>
                  <a:cubicBezTo>
                    <a:pt x="15215" y="4887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4" y="1595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7" name="Freeform 2456">
              <a:extLst>
                <a:ext uri="{FF2B5EF4-FFF2-40B4-BE49-F238E27FC236}">
                  <a16:creationId xmlns:a16="http://schemas.microsoft.com/office/drawing/2014/main" id="{833A0DCC-D24F-E3C8-F372-4CF635BFBD87}"/>
                </a:ext>
              </a:extLst>
            </p:cNvPr>
            <p:cNvSpPr/>
            <p:nvPr/>
          </p:nvSpPr>
          <p:spPr>
            <a:xfrm>
              <a:off x="2759429" y="1623157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20 w 46119"/>
                <a:gd name="csY1" fmla="*/ 13542 h 27083"/>
                <a:gd name="csX2" fmla="*/ 45664 w 46119"/>
                <a:gd name="csY2" fmla="*/ 14229 h 27083"/>
                <a:gd name="csX3" fmla="*/ 38512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6 w 46119"/>
                <a:gd name="csY6" fmla="*/ 27084 h 27083"/>
                <a:gd name="csX7" fmla="*/ 33720 w 46119"/>
                <a:gd name="csY7" fmla="*/ 26779 h 27083"/>
                <a:gd name="csX8" fmla="*/ 33420 w 46119"/>
                <a:gd name="csY8" fmla="*/ 26065 h 27083"/>
                <a:gd name="csX9" fmla="*/ 3344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75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75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41 w 46119"/>
                <a:gd name="csY21" fmla="*/ 1146 h 27083"/>
                <a:gd name="csX22" fmla="*/ 33420 w 46119"/>
                <a:gd name="csY22" fmla="*/ 1018 h 27083"/>
                <a:gd name="csX23" fmla="*/ 33720 w 46119"/>
                <a:gd name="csY23" fmla="*/ 306 h 27083"/>
                <a:gd name="csX24" fmla="*/ 34466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2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20" y="13202"/>
                    <a:pt x="46120" y="13542"/>
                  </a:cubicBezTo>
                  <a:cubicBezTo>
                    <a:pt x="46120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2" y="19652"/>
                  </a:cubicBezTo>
                  <a:cubicBezTo>
                    <a:pt x="36932" y="21704"/>
                    <a:pt x="35921" y="23910"/>
                    <a:pt x="35480" y="26269"/>
                  </a:cubicBezTo>
                  <a:cubicBezTo>
                    <a:pt x="35432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6" y="27084"/>
                  </a:cubicBezTo>
                  <a:cubicBezTo>
                    <a:pt x="34176" y="27084"/>
                    <a:pt x="33927" y="26982"/>
                    <a:pt x="33720" y="26779"/>
                  </a:cubicBezTo>
                  <a:cubicBezTo>
                    <a:pt x="33520" y="26592"/>
                    <a:pt x="33420" y="26354"/>
                    <a:pt x="33420" y="26065"/>
                  </a:cubicBezTo>
                  <a:cubicBezTo>
                    <a:pt x="33420" y="26049"/>
                    <a:pt x="33427" y="26015"/>
                    <a:pt x="33441" y="25964"/>
                  </a:cubicBezTo>
                  <a:cubicBezTo>
                    <a:pt x="33462" y="25896"/>
                    <a:pt x="33472" y="25853"/>
                    <a:pt x="33472" y="25837"/>
                  </a:cubicBezTo>
                  <a:cubicBezTo>
                    <a:pt x="33982" y="23088"/>
                    <a:pt x="35128" y="20585"/>
                    <a:pt x="36908" y="18328"/>
                  </a:cubicBezTo>
                  <a:cubicBezTo>
                    <a:pt x="38026" y="16902"/>
                    <a:pt x="39382" y="15655"/>
                    <a:pt x="40975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75" y="12499"/>
                  </a:lnTo>
                  <a:cubicBezTo>
                    <a:pt x="39382" y="11429"/>
                    <a:pt x="38026" y="10182"/>
                    <a:pt x="36908" y="8757"/>
                  </a:cubicBezTo>
                  <a:cubicBezTo>
                    <a:pt x="35128" y="6500"/>
                    <a:pt x="33982" y="3997"/>
                    <a:pt x="33472" y="1247"/>
                  </a:cubicBezTo>
                  <a:cubicBezTo>
                    <a:pt x="33472" y="1231"/>
                    <a:pt x="33462" y="1197"/>
                    <a:pt x="33441" y="1146"/>
                  </a:cubicBezTo>
                  <a:cubicBezTo>
                    <a:pt x="33427" y="1078"/>
                    <a:pt x="33420" y="1036"/>
                    <a:pt x="33420" y="1018"/>
                  </a:cubicBezTo>
                  <a:cubicBezTo>
                    <a:pt x="33420" y="730"/>
                    <a:pt x="33520" y="493"/>
                    <a:pt x="33720" y="306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2" y="577"/>
                    <a:pt x="35480" y="815"/>
                  </a:cubicBezTo>
                  <a:cubicBezTo>
                    <a:pt x="35921" y="3174"/>
                    <a:pt x="36932" y="5380"/>
                    <a:pt x="38512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" name="Freeform 2457">
              <a:extLst>
                <a:ext uri="{FF2B5EF4-FFF2-40B4-BE49-F238E27FC236}">
                  <a16:creationId xmlns:a16="http://schemas.microsoft.com/office/drawing/2014/main" id="{CB80E78A-EDA3-4663-9BDA-762F79639367}"/>
                </a:ext>
              </a:extLst>
            </p:cNvPr>
            <p:cNvSpPr/>
            <p:nvPr/>
          </p:nvSpPr>
          <p:spPr>
            <a:xfrm>
              <a:off x="2825524" y="1614121"/>
              <a:ext cx="42962" cy="35610"/>
            </a:xfrm>
            <a:custGeom>
              <a:avLst/>
              <a:gdLst>
                <a:gd name="csX0" fmla="*/ 42963 w 42962"/>
                <a:gd name="csY0" fmla="*/ 585 h 35610"/>
                <a:gd name="csX1" fmla="*/ 42787 w 42962"/>
                <a:gd name="csY1" fmla="*/ 1298 h 35610"/>
                <a:gd name="csX2" fmla="*/ 42456 w 42962"/>
                <a:gd name="csY2" fmla="*/ 1577 h 35610"/>
                <a:gd name="csX3" fmla="*/ 41814 w 42962"/>
                <a:gd name="csY3" fmla="*/ 1629 h 35610"/>
                <a:gd name="csX4" fmla="*/ 35200 w 42962"/>
                <a:gd name="csY4" fmla="*/ 4276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53 w 42962"/>
                <a:gd name="csY18" fmla="*/ 35331 h 35610"/>
                <a:gd name="csX19" fmla="*/ 36091 w 42962"/>
                <a:gd name="csY19" fmla="*/ 35584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1 w 42962"/>
                <a:gd name="csY22" fmla="*/ 35458 h 35610"/>
                <a:gd name="csX23" fmla="*/ 23319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4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600 w 42962"/>
                <a:gd name="csY31" fmla="*/ 32479 h 35610"/>
                <a:gd name="csX32" fmla="*/ 26341 w 42962"/>
                <a:gd name="csY32" fmla="*/ 31741 h 35610"/>
                <a:gd name="csX33" fmla="*/ 21073 w 42962"/>
                <a:gd name="csY33" fmla="*/ 19294 h 35610"/>
                <a:gd name="csX34" fmla="*/ 16363 w 42962"/>
                <a:gd name="csY34" fmla="*/ 24410 h 35610"/>
                <a:gd name="csX35" fmla="*/ 11044 w 42962"/>
                <a:gd name="csY35" fmla="*/ 30036 h 35610"/>
                <a:gd name="csX36" fmla="*/ 9646 w 42962"/>
                <a:gd name="csY36" fmla="*/ 32378 h 35610"/>
                <a:gd name="csX37" fmla="*/ 1173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10 w 42962"/>
                <a:gd name="csY40" fmla="*/ 35584 h 35610"/>
                <a:gd name="csX41" fmla="*/ 11426 w 42962"/>
                <a:gd name="csY41" fmla="*/ 35610 h 35610"/>
                <a:gd name="csX42" fmla="*/ 8498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2 h 35610"/>
                <a:gd name="csX48" fmla="*/ 0 w 42962"/>
                <a:gd name="csY48" fmla="*/ 35024 h 35610"/>
                <a:gd name="csX49" fmla="*/ 52 w 42962"/>
                <a:gd name="csY49" fmla="*/ 34464 h 35610"/>
                <a:gd name="csX50" fmla="*/ 331 w 42962"/>
                <a:gd name="csY50" fmla="*/ 34159 h 35610"/>
                <a:gd name="csX51" fmla="*/ 663 w 42962"/>
                <a:gd name="csY51" fmla="*/ 34058 h 35610"/>
                <a:gd name="csX52" fmla="*/ 1139 w 42962"/>
                <a:gd name="csY52" fmla="*/ 34007 h 35610"/>
                <a:gd name="csX53" fmla="*/ 514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59 h 35610"/>
                <a:gd name="csX56" fmla="*/ 9491 w 42962"/>
                <a:gd name="csY56" fmla="*/ 29680 h 35610"/>
                <a:gd name="csX57" fmla="*/ 2049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2 h 35610"/>
                <a:gd name="csX61" fmla="*/ 10433 w 42962"/>
                <a:gd name="csY61" fmla="*/ 1629 h 35610"/>
                <a:gd name="csX62" fmla="*/ 9802 w 42962"/>
                <a:gd name="csY62" fmla="*/ 1603 h 35610"/>
                <a:gd name="csX63" fmla="*/ 9419 w 42962"/>
                <a:gd name="csY63" fmla="*/ 1451 h 35610"/>
                <a:gd name="csX64" fmla="*/ 9232 w 42962"/>
                <a:gd name="csY64" fmla="*/ 1043 h 35610"/>
                <a:gd name="csX65" fmla="*/ 9419 w 42962"/>
                <a:gd name="csY65" fmla="*/ 330 h 35610"/>
                <a:gd name="csX66" fmla="*/ 9771 w 42962"/>
                <a:gd name="csY66" fmla="*/ 51 h 35610"/>
                <a:gd name="csX67" fmla="*/ 10174 w 42962"/>
                <a:gd name="csY67" fmla="*/ 0 h 35610"/>
                <a:gd name="csX68" fmla="*/ 13083 w 42962"/>
                <a:gd name="csY68" fmla="*/ 76 h 35610"/>
                <a:gd name="csX69" fmla="*/ 16012 w 42962"/>
                <a:gd name="csY69" fmla="*/ 152 h 35610"/>
                <a:gd name="csX70" fmla="*/ 19293 w 42962"/>
                <a:gd name="csY70" fmla="*/ 76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2 h 35610"/>
                <a:gd name="csX74" fmla="*/ 22832 w 42962"/>
                <a:gd name="csY74" fmla="*/ 1552 h 35610"/>
                <a:gd name="csX75" fmla="*/ 22325 w 42962"/>
                <a:gd name="csY75" fmla="*/ 1629 h 35610"/>
                <a:gd name="csX76" fmla="*/ 20566 w 42962"/>
                <a:gd name="csY76" fmla="*/ 2062 h 35610"/>
                <a:gd name="csX77" fmla="*/ 19520 w 42962"/>
                <a:gd name="csY77" fmla="*/ 2672 h 35610"/>
                <a:gd name="csX78" fmla="*/ 19241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802 w 42962"/>
                <a:gd name="csY85" fmla="*/ 330 h 35610"/>
                <a:gd name="csX86" fmla="*/ 31154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6 h 35610"/>
                <a:gd name="csX89" fmla="*/ 37395 w 42962"/>
                <a:gd name="csY89" fmla="*/ 152 h 35610"/>
                <a:gd name="csX90" fmla="*/ 39858 w 42962"/>
                <a:gd name="csY90" fmla="*/ 76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5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5"/>
                  </a:moveTo>
                  <a:cubicBezTo>
                    <a:pt x="42963" y="890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7"/>
                  </a:cubicBezTo>
                  <a:cubicBezTo>
                    <a:pt x="42338" y="1595"/>
                    <a:pt x="42125" y="1612"/>
                    <a:pt x="41814" y="1629"/>
                  </a:cubicBezTo>
                  <a:cubicBezTo>
                    <a:pt x="39392" y="1748"/>
                    <a:pt x="37188" y="2630"/>
                    <a:pt x="35200" y="4276"/>
                  </a:cubicBezTo>
                  <a:cubicBezTo>
                    <a:pt x="34710" y="4700"/>
                    <a:pt x="33845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9" y="32776"/>
                    <a:pt x="31826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4" y="35161"/>
                    <a:pt x="36453" y="35331"/>
                  </a:cubicBezTo>
                  <a:cubicBezTo>
                    <a:pt x="36329" y="35483"/>
                    <a:pt x="36208" y="35568"/>
                    <a:pt x="36091" y="35584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8" y="35483"/>
                    <a:pt x="30308" y="35458"/>
                    <a:pt x="29881" y="35458"/>
                  </a:cubicBezTo>
                  <a:lnTo>
                    <a:pt x="23319" y="35610"/>
                  </a:lnTo>
                  <a:cubicBezTo>
                    <a:pt x="22787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4"/>
                  </a:cubicBezTo>
                  <a:cubicBezTo>
                    <a:pt x="22629" y="34329"/>
                    <a:pt x="22715" y="34236"/>
                    <a:pt x="22832" y="34185"/>
                  </a:cubicBezTo>
                  <a:cubicBezTo>
                    <a:pt x="22949" y="34117"/>
                    <a:pt x="23049" y="34074"/>
                    <a:pt x="23132" y="34058"/>
                  </a:cubicBezTo>
                  <a:cubicBezTo>
                    <a:pt x="23222" y="34040"/>
                    <a:pt x="23367" y="34024"/>
                    <a:pt x="23567" y="34007"/>
                  </a:cubicBezTo>
                  <a:cubicBezTo>
                    <a:pt x="24195" y="33939"/>
                    <a:pt x="24747" y="33811"/>
                    <a:pt x="25223" y="33625"/>
                  </a:cubicBezTo>
                  <a:cubicBezTo>
                    <a:pt x="25713" y="33422"/>
                    <a:pt x="26061" y="33218"/>
                    <a:pt x="26268" y="33014"/>
                  </a:cubicBezTo>
                  <a:cubicBezTo>
                    <a:pt x="26489" y="32810"/>
                    <a:pt x="26600" y="32632"/>
                    <a:pt x="26600" y="32479"/>
                  </a:cubicBezTo>
                  <a:lnTo>
                    <a:pt x="26341" y="31741"/>
                  </a:lnTo>
                  <a:lnTo>
                    <a:pt x="21073" y="19294"/>
                  </a:lnTo>
                  <a:lnTo>
                    <a:pt x="16363" y="24410"/>
                  </a:lnTo>
                  <a:lnTo>
                    <a:pt x="11044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3" y="33854"/>
                    <a:pt x="11737" y="34007"/>
                  </a:cubicBezTo>
                  <a:cubicBezTo>
                    <a:pt x="12158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10" y="35584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8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80" y="35356"/>
                    <a:pt x="21" y="35254"/>
                    <a:pt x="21" y="35152"/>
                  </a:cubicBezTo>
                  <a:lnTo>
                    <a:pt x="0" y="35024"/>
                  </a:lnTo>
                  <a:cubicBezTo>
                    <a:pt x="0" y="34787"/>
                    <a:pt x="17" y="34600"/>
                    <a:pt x="52" y="34464"/>
                  </a:cubicBezTo>
                  <a:cubicBezTo>
                    <a:pt x="100" y="34329"/>
                    <a:pt x="193" y="34227"/>
                    <a:pt x="331" y="34159"/>
                  </a:cubicBezTo>
                  <a:cubicBezTo>
                    <a:pt x="483" y="34092"/>
                    <a:pt x="594" y="34058"/>
                    <a:pt x="663" y="34058"/>
                  </a:cubicBezTo>
                  <a:cubicBezTo>
                    <a:pt x="732" y="34040"/>
                    <a:pt x="890" y="34024"/>
                    <a:pt x="1139" y="34007"/>
                  </a:cubicBezTo>
                  <a:cubicBezTo>
                    <a:pt x="2581" y="33922"/>
                    <a:pt x="3916" y="33600"/>
                    <a:pt x="5144" y="33039"/>
                  </a:cubicBezTo>
                  <a:cubicBezTo>
                    <a:pt x="6379" y="32480"/>
                    <a:pt x="7601" y="31546"/>
                    <a:pt x="8808" y="30240"/>
                  </a:cubicBezTo>
                  <a:cubicBezTo>
                    <a:pt x="8905" y="30155"/>
                    <a:pt x="9015" y="30061"/>
                    <a:pt x="9139" y="29959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9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2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33" y="1620"/>
                    <a:pt x="9802" y="1603"/>
                  </a:cubicBezTo>
                  <a:cubicBezTo>
                    <a:pt x="9664" y="1586"/>
                    <a:pt x="9536" y="1535"/>
                    <a:pt x="9419" y="1451"/>
                  </a:cubicBezTo>
                  <a:cubicBezTo>
                    <a:pt x="9294" y="1366"/>
                    <a:pt x="9232" y="1230"/>
                    <a:pt x="9232" y="1043"/>
                  </a:cubicBezTo>
                  <a:cubicBezTo>
                    <a:pt x="9232" y="721"/>
                    <a:pt x="9294" y="483"/>
                    <a:pt x="9419" y="330"/>
                  </a:cubicBezTo>
                  <a:cubicBezTo>
                    <a:pt x="9550" y="160"/>
                    <a:pt x="9667" y="67"/>
                    <a:pt x="9771" y="51"/>
                  </a:cubicBezTo>
                  <a:cubicBezTo>
                    <a:pt x="9888" y="17"/>
                    <a:pt x="10022" y="0"/>
                    <a:pt x="10174" y="0"/>
                  </a:cubicBezTo>
                  <a:cubicBezTo>
                    <a:pt x="10602" y="0"/>
                    <a:pt x="11571" y="25"/>
                    <a:pt x="13083" y="76"/>
                  </a:cubicBezTo>
                  <a:cubicBezTo>
                    <a:pt x="14594" y="127"/>
                    <a:pt x="15570" y="152"/>
                    <a:pt x="16012" y="152"/>
                  </a:cubicBezTo>
                  <a:cubicBezTo>
                    <a:pt x="16736" y="152"/>
                    <a:pt x="17830" y="127"/>
                    <a:pt x="19293" y="76"/>
                  </a:cubicBezTo>
                  <a:cubicBezTo>
                    <a:pt x="20769" y="25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2"/>
                  </a:cubicBezTo>
                  <a:cubicBezTo>
                    <a:pt x="23067" y="1425"/>
                    <a:pt x="22949" y="1519"/>
                    <a:pt x="22832" y="1552"/>
                  </a:cubicBezTo>
                  <a:cubicBezTo>
                    <a:pt x="22715" y="1586"/>
                    <a:pt x="22546" y="1612"/>
                    <a:pt x="22325" y="1629"/>
                  </a:cubicBezTo>
                  <a:cubicBezTo>
                    <a:pt x="21663" y="1697"/>
                    <a:pt x="21076" y="1841"/>
                    <a:pt x="20566" y="2062"/>
                  </a:cubicBezTo>
                  <a:cubicBezTo>
                    <a:pt x="20076" y="2265"/>
                    <a:pt x="19727" y="2469"/>
                    <a:pt x="19520" y="2672"/>
                  </a:cubicBezTo>
                  <a:cubicBezTo>
                    <a:pt x="19334" y="2859"/>
                    <a:pt x="19241" y="3012"/>
                    <a:pt x="19241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6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4" y="483"/>
                    <a:pt x="30802" y="330"/>
                  </a:cubicBezTo>
                  <a:cubicBezTo>
                    <a:pt x="30933" y="160"/>
                    <a:pt x="31050" y="67"/>
                    <a:pt x="31154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5"/>
                    <a:pt x="34466" y="76"/>
                  </a:cubicBezTo>
                  <a:cubicBezTo>
                    <a:pt x="35770" y="127"/>
                    <a:pt x="36746" y="152"/>
                    <a:pt x="37395" y="152"/>
                  </a:cubicBezTo>
                  <a:cubicBezTo>
                    <a:pt x="37933" y="152"/>
                    <a:pt x="38754" y="127"/>
                    <a:pt x="39858" y="76"/>
                  </a:cubicBezTo>
                  <a:cubicBezTo>
                    <a:pt x="40962" y="25"/>
                    <a:pt x="41769" y="0"/>
                    <a:pt x="42280" y="0"/>
                  </a:cubicBezTo>
                  <a:cubicBezTo>
                    <a:pt x="42480" y="0"/>
                    <a:pt x="42639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9" name="Freeform 2458">
              <a:extLst>
                <a:ext uri="{FF2B5EF4-FFF2-40B4-BE49-F238E27FC236}">
                  <a16:creationId xmlns:a16="http://schemas.microsoft.com/office/drawing/2014/main" id="{04356D4F-E572-52EC-AFD8-06B5F67F60F8}"/>
                </a:ext>
              </a:extLst>
            </p:cNvPr>
            <p:cNvSpPr/>
            <p:nvPr/>
          </p:nvSpPr>
          <p:spPr>
            <a:xfrm>
              <a:off x="2417186" y="1716378"/>
              <a:ext cx="147590" cy="1034"/>
            </a:xfrm>
            <a:custGeom>
              <a:avLst/>
              <a:gdLst>
                <a:gd name="csX0" fmla="*/ 0 w 147590"/>
                <a:gd name="csY0" fmla="*/ 0 h 1034"/>
                <a:gd name="csX1" fmla="*/ 147591 w 14759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590" h="1034">
                  <a:moveTo>
                    <a:pt x="0" y="0"/>
                  </a:moveTo>
                  <a:lnTo>
                    <a:pt x="147591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" name="Freeform 2459">
              <a:extLst>
                <a:ext uri="{FF2B5EF4-FFF2-40B4-BE49-F238E27FC236}">
                  <a16:creationId xmlns:a16="http://schemas.microsoft.com/office/drawing/2014/main" id="{D287011A-AA88-A1C3-B60E-6FEFF06DF67D}"/>
                </a:ext>
              </a:extLst>
            </p:cNvPr>
            <p:cNvSpPr/>
            <p:nvPr/>
          </p:nvSpPr>
          <p:spPr>
            <a:xfrm>
              <a:off x="2647401" y="1667714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" name="Freeform 2460">
              <a:extLst>
                <a:ext uri="{FF2B5EF4-FFF2-40B4-BE49-F238E27FC236}">
                  <a16:creationId xmlns:a16="http://schemas.microsoft.com/office/drawing/2014/main" id="{2533EFAB-765C-F6E9-FA53-3D64FCC8E07A}"/>
                </a:ext>
              </a:extLst>
            </p:cNvPr>
            <p:cNvSpPr/>
            <p:nvPr/>
          </p:nvSpPr>
          <p:spPr>
            <a:xfrm>
              <a:off x="2589379" y="1684135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" name="Freeform 2461">
              <a:extLst>
                <a:ext uri="{FF2B5EF4-FFF2-40B4-BE49-F238E27FC236}">
                  <a16:creationId xmlns:a16="http://schemas.microsoft.com/office/drawing/2014/main" id="{5BCDCDF1-50ED-A370-01E1-BB92E0DA8B0A}"/>
                </a:ext>
              </a:extLst>
            </p:cNvPr>
            <p:cNvSpPr/>
            <p:nvPr/>
          </p:nvSpPr>
          <p:spPr>
            <a:xfrm>
              <a:off x="2651976" y="1683662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4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4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40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6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3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71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" name="Freeform 2462">
              <a:extLst>
                <a:ext uri="{FF2B5EF4-FFF2-40B4-BE49-F238E27FC236}">
                  <a16:creationId xmlns:a16="http://schemas.microsoft.com/office/drawing/2014/main" id="{09F86C23-3AE2-5F72-5CFE-7236C64D3070}"/>
                </a:ext>
              </a:extLst>
            </p:cNvPr>
            <p:cNvSpPr/>
            <p:nvPr/>
          </p:nvSpPr>
          <p:spPr>
            <a:xfrm>
              <a:off x="2678026" y="1683299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7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7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70 w 34041"/>
                <a:gd name="csY47" fmla="*/ 11781 h 49090"/>
                <a:gd name="csX48" fmla="*/ 1447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70 w 34041"/>
                <a:gd name="csY51" fmla="*/ 2545 h 49090"/>
                <a:gd name="csX52" fmla="*/ 9170 w 34041"/>
                <a:gd name="csY52" fmla="*/ 5527 h 49090"/>
                <a:gd name="csX53" fmla="*/ 7970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70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7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5"/>
                    <a:pt x="29715" y="3745"/>
                  </a:cubicBezTo>
                  <a:cubicBezTo>
                    <a:pt x="29715" y="2703"/>
                    <a:pt x="30112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70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70" y="11781"/>
                  </a:moveTo>
                  <a:cubicBezTo>
                    <a:pt x="7970" y="17891"/>
                    <a:pt x="10136" y="20945"/>
                    <a:pt x="14470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70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70" y="8945"/>
                    <a:pt x="7970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" name="Freeform 2463">
              <a:extLst>
                <a:ext uri="{FF2B5EF4-FFF2-40B4-BE49-F238E27FC236}">
                  <a16:creationId xmlns:a16="http://schemas.microsoft.com/office/drawing/2014/main" id="{DA0F5CD3-FE9A-D4C2-156D-0BC1A83991B3}"/>
                </a:ext>
              </a:extLst>
            </p:cNvPr>
            <p:cNvSpPr/>
            <p:nvPr/>
          </p:nvSpPr>
          <p:spPr>
            <a:xfrm>
              <a:off x="2722852" y="1717333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2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3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7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92" y="5277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7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4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" name="Freeform 2464">
              <a:extLst>
                <a:ext uri="{FF2B5EF4-FFF2-40B4-BE49-F238E27FC236}">
                  <a16:creationId xmlns:a16="http://schemas.microsoft.com/office/drawing/2014/main" id="{73B960BF-0C8C-969B-1114-CF3648E70DF1}"/>
                </a:ext>
              </a:extLst>
            </p:cNvPr>
            <p:cNvSpPr/>
            <p:nvPr/>
          </p:nvSpPr>
          <p:spPr>
            <a:xfrm>
              <a:off x="2762607" y="1727515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19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5 w 46119"/>
                <a:gd name="csY6" fmla="*/ 27083 h 27082"/>
                <a:gd name="csX7" fmla="*/ 33730 w 46119"/>
                <a:gd name="csY7" fmla="*/ 26777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5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5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30 w 46119"/>
                <a:gd name="csY23" fmla="*/ 305 h 27082"/>
                <a:gd name="csX24" fmla="*/ 34465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19" y="13201"/>
                    <a:pt x="46119" y="13541"/>
                  </a:cubicBezTo>
                  <a:cubicBezTo>
                    <a:pt x="46119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0"/>
                  </a:cubicBezTo>
                  <a:cubicBezTo>
                    <a:pt x="36932" y="21704"/>
                    <a:pt x="35921" y="23910"/>
                    <a:pt x="35480" y="26268"/>
                  </a:cubicBezTo>
                  <a:cubicBezTo>
                    <a:pt x="35431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5" y="27083"/>
                  </a:cubicBezTo>
                  <a:cubicBezTo>
                    <a:pt x="34175" y="27083"/>
                    <a:pt x="33931" y="26981"/>
                    <a:pt x="33730" y="26777"/>
                  </a:cubicBezTo>
                  <a:cubicBezTo>
                    <a:pt x="33524" y="26590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1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5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5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1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0" y="305"/>
                  </a:cubicBezTo>
                  <a:cubicBezTo>
                    <a:pt x="33931" y="102"/>
                    <a:pt x="34175" y="0"/>
                    <a:pt x="34465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1" y="576"/>
                    <a:pt x="35480" y="815"/>
                  </a:cubicBezTo>
                  <a:cubicBezTo>
                    <a:pt x="35921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" name="Freeform 2465">
              <a:extLst>
                <a:ext uri="{FF2B5EF4-FFF2-40B4-BE49-F238E27FC236}">
                  <a16:creationId xmlns:a16="http://schemas.microsoft.com/office/drawing/2014/main" id="{70855C06-FC2D-671B-84C4-5839B00FF520}"/>
                </a:ext>
              </a:extLst>
            </p:cNvPr>
            <p:cNvSpPr/>
            <p:nvPr/>
          </p:nvSpPr>
          <p:spPr>
            <a:xfrm>
              <a:off x="2828702" y="1718478"/>
              <a:ext cx="42962" cy="35610"/>
            </a:xfrm>
            <a:custGeom>
              <a:avLst/>
              <a:gdLst>
                <a:gd name="csX0" fmla="*/ 42963 w 42962"/>
                <a:gd name="csY0" fmla="*/ 585 h 35610"/>
                <a:gd name="csX1" fmla="*/ 42787 w 42962"/>
                <a:gd name="csY1" fmla="*/ 1298 h 35610"/>
                <a:gd name="csX2" fmla="*/ 42456 w 42962"/>
                <a:gd name="csY2" fmla="*/ 1578 h 35610"/>
                <a:gd name="csX3" fmla="*/ 41824 w 42962"/>
                <a:gd name="csY3" fmla="*/ 1629 h 35610"/>
                <a:gd name="csX4" fmla="*/ 35200 w 42962"/>
                <a:gd name="csY4" fmla="*/ 4277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53 w 42962"/>
                <a:gd name="csY18" fmla="*/ 35331 h 35610"/>
                <a:gd name="csX19" fmla="*/ 36091 w 42962"/>
                <a:gd name="csY19" fmla="*/ 35585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1 w 42962"/>
                <a:gd name="csY22" fmla="*/ 35458 h 35610"/>
                <a:gd name="csX23" fmla="*/ 23319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6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599 w 42962"/>
                <a:gd name="csY31" fmla="*/ 32479 h 35610"/>
                <a:gd name="csX32" fmla="*/ 26341 w 42962"/>
                <a:gd name="csY32" fmla="*/ 31741 h 35610"/>
                <a:gd name="csX33" fmla="*/ 21073 w 42962"/>
                <a:gd name="csY33" fmla="*/ 19294 h 35610"/>
                <a:gd name="csX34" fmla="*/ 16363 w 42962"/>
                <a:gd name="csY34" fmla="*/ 24410 h 35610"/>
                <a:gd name="csX35" fmla="*/ 11043 w 42962"/>
                <a:gd name="csY35" fmla="*/ 30036 h 35610"/>
                <a:gd name="csX36" fmla="*/ 9646 w 42962"/>
                <a:gd name="csY36" fmla="*/ 32378 h 35610"/>
                <a:gd name="csX37" fmla="*/ 1173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09 w 42962"/>
                <a:gd name="csY40" fmla="*/ 35585 h 35610"/>
                <a:gd name="csX41" fmla="*/ 11426 w 42962"/>
                <a:gd name="csY41" fmla="*/ 35610 h 35610"/>
                <a:gd name="csX42" fmla="*/ 8497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3 h 35610"/>
                <a:gd name="csX48" fmla="*/ 0 w 42962"/>
                <a:gd name="csY48" fmla="*/ 35025 h 35610"/>
                <a:gd name="csX49" fmla="*/ 52 w 42962"/>
                <a:gd name="csY49" fmla="*/ 34466 h 35610"/>
                <a:gd name="csX50" fmla="*/ 331 w 42962"/>
                <a:gd name="csY50" fmla="*/ 34159 h 35610"/>
                <a:gd name="csX51" fmla="*/ 663 w 42962"/>
                <a:gd name="csY51" fmla="*/ 34058 h 35610"/>
                <a:gd name="csX52" fmla="*/ 1139 w 42962"/>
                <a:gd name="csY52" fmla="*/ 34007 h 35610"/>
                <a:gd name="csX53" fmla="*/ 514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59 h 35610"/>
                <a:gd name="csX56" fmla="*/ 9491 w 42962"/>
                <a:gd name="csY56" fmla="*/ 29680 h 35610"/>
                <a:gd name="csX57" fmla="*/ 2049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3 h 35610"/>
                <a:gd name="csX61" fmla="*/ 10433 w 42962"/>
                <a:gd name="csY61" fmla="*/ 1629 h 35610"/>
                <a:gd name="csX62" fmla="*/ 9801 w 42962"/>
                <a:gd name="csY62" fmla="*/ 1603 h 35610"/>
                <a:gd name="csX63" fmla="*/ 9419 w 42962"/>
                <a:gd name="csY63" fmla="*/ 1451 h 35610"/>
                <a:gd name="csX64" fmla="*/ 9242 w 42962"/>
                <a:gd name="csY64" fmla="*/ 1043 h 35610"/>
                <a:gd name="csX65" fmla="*/ 9419 w 42962"/>
                <a:gd name="csY65" fmla="*/ 331 h 35610"/>
                <a:gd name="csX66" fmla="*/ 9770 w 42962"/>
                <a:gd name="csY66" fmla="*/ 51 h 35610"/>
                <a:gd name="csX67" fmla="*/ 10184 w 42962"/>
                <a:gd name="csY67" fmla="*/ 0 h 35610"/>
                <a:gd name="csX68" fmla="*/ 13083 w 42962"/>
                <a:gd name="csY68" fmla="*/ 77 h 35610"/>
                <a:gd name="csX69" fmla="*/ 16011 w 42962"/>
                <a:gd name="csY69" fmla="*/ 152 h 35610"/>
                <a:gd name="csX70" fmla="*/ 19293 w 42962"/>
                <a:gd name="csY70" fmla="*/ 77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2 h 35610"/>
                <a:gd name="csX74" fmla="*/ 22832 w 42962"/>
                <a:gd name="csY74" fmla="*/ 1552 h 35610"/>
                <a:gd name="csX75" fmla="*/ 22325 w 42962"/>
                <a:gd name="csY75" fmla="*/ 1629 h 35610"/>
                <a:gd name="csX76" fmla="*/ 20566 w 42962"/>
                <a:gd name="csY76" fmla="*/ 2062 h 35610"/>
                <a:gd name="csX77" fmla="*/ 19520 w 42962"/>
                <a:gd name="csY77" fmla="*/ 2672 h 35610"/>
                <a:gd name="csX78" fmla="*/ 19241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802 w 42962"/>
                <a:gd name="csY85" fmla="*/ 331 h 35610"/>
                <a:gd name="csX86" fmla="*/ 31154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7 h 35610"/>
                <a:gd name="csX89" fmla="*/ 37395 w 42962"/>
                <a:gd name="csY89" fmla="*/ 152 h 35610"/>
                <a:gd name="csX90" fmla="*/ 39858 w 42962"/>
                <a:gd name="csY90" fmla="*/ 77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5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5"/>
                  </a:moveTo>
                  <a:cubicBezTo>
                    <a:pt x="42963" y="890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8"/>
                  </a:cubicBezTo>
                  <a:cubicBezTo>
                    <a:pt x="42338" y="1595"/>
                    <a:pt x="42128" y="1612"/>
                    <a:pt x="41824" y="1629"/>
                  </a:cubicBezTo>
                  <a:cubicBezTo>
                    <a:pt x="39395" y="1748"/>
                    <a:pt x="37187" y="2630"/>
                    <a:pt x="35200" y="4277"/>
                  </a:cubicBezTo>
                  <a:cubicBezTo>
                    <a:pt x="34710" y="4700"/>
                    <a:pt x="33844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9" y="32776"/>
                    <a:pt x="31826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4" y="35161"/>
                    <a:pt x="36453" y="35331"/>
                  </a:cubicBezTo>
                  <a:cubicBezTo>
                    <a:pt x="36329" y="35483"/>
                    <a:pt x="36208" y="35568"/>
                    <a:pt x="36091" y="35585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7" y="35483"/>
                    <a:pt x="30308" y="35458"/>
                    <a:pt x="29881" y="35458"/>
                  </a:cubicBezTo>
                  <a:lnTo>
                    <a:pt x="23319" y="35610"/>
                  </a:lnTo>
                  <a:cubicBezTo>
                    <a:pt x="22787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6"/>
                  </a:cubicBezTo>
                  <a:cubicBezTo>
                    <a:pt x="22628" y="34330"/>
                    <a:pt x="22715" y="34236"/>
                    <a:pt x="22832" y="34185"/>
                  </a:cubicBezTo>
                  <a:cubicBezTo>
                    <a:pt x="22949" y="34117"/>
                    <a:pt x="23049" y="34075"/>
                    <a:pt x="23132" y="34058"/>
                  </a:cubicBezTo>
                  <a:cubicBezTo>
                    <a:pt x="23222" y="34040"/>
                    <a:pt x="23367" y="34024"/>
                    <a:pt x="23567" y="34007"/>
                  </a:cubicBezTo>
                  <a:cubicBezTo>
                    <a:pt x="24195" y="33939"/>
                    <a:pt x="24747" y="33811"/>
                    <a:pt x="25223" y="33625"/>
                  </a:cubicBezTo>
                  <a:cubicBezTo>
                    <a:pt x="25713" y="33422"/>
                    <a:pt x="26061" y="33218"/>
                    <a:pt x="26268" y="33014"/>
                  </a:cubicBezTo>
                  <a:cubicBezTo>
                    <a:pt x="26489" y="32811"/>
                    <a:pt x="26599" y="32632"/>
                    <a:pt x="26599" y="32479"/>
                  </a:cubicBezTo>
                  <a:lnTo>
                    <a:pt x="26341" y="31741"/>
                  </a:lnTo>
                  <a:lnTo>
                    <a:pt x="21073" y="19294"/>
                  </a:lnTo>
                  <a:lnTo>
                    <a:pt x="16363" y="24410"/>
                  </a:lnTo>
                  <a:lnTo>
                    <a:pt x="11043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3" y="33854"/>
                    <a:pt x="11737" y="34007"/>
                  </a:cubicBezTo>
                  <a:cubicBezTo>
                    <a:pt x="12158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09" y="35585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7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79" y="35356"/>
                    <a:pt x="21" y="35254"/>
                    <a:pt x="21" y="35153"/>
                  </a:cubicBezTo>
                  <a:lnTo>
                    <a:pt x="0" y="35025"/>
                  </a:lnTo>
                  <a:cubicBezTo>
                    <a:pt x="0" y="34787"/>
                    <a:pt x="17" y="34601"/>
                    <a:pt x="52" y="34466"/>
                  </a:cubicBezTo>
                  <a:cubicBezTo>
                    <a:pt x="100" y="34330"/>
                    <a:pt x="193" y="34227"/>
                    <a:pt x="331" y="34159"/>
                  </a:cubicBezTo>
                  <a:cubicBezTo>
                    <a:pt x="483" y="34091"/>
                    <a:pt x="593" y="34058"/>
                    <a:pt x="663" y="34058"/>
                  </a:cubicBezTo>
                  <a:cubicBezTo>
                    <a:pt x="732" y="34040"/>
                    <a:pt x="890" y="34024"/>
                    <a:pt x="1139" y="34007"/>
                  </a:cubicBezTo>
                  <a:cubicBezTo>
                    <a:pt x="2581" y="33922"/>
                    <a:pt x="3916" y="33600"/>
                    <a:pt x="5144" y="33039"/>
                  </a:cubicBezTo>
                  <a:cubicBezTo>
                    <a:pt x="6379" y="32480"/>
                    <a:pt x="7600" y="31546"/>
                    <a:pt x="8808" y="30240"/>
                  </a:cubicBezTo>
                  <a:cubicBezTo>
                    <a:pt x="8904" y="30155"/>
                    <a:pt x="9015" y="30061"/>
                    <a:pt x="9139" y="29959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9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3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33" y="1620"/>
                    <a:pt x="9801" y="1603"/>
                  </a:cubicBezTo>
                  <a:cubicBezTo>
                    <a:pt x="9663" y="1587"/>
                    <a:pt x="9536" y="1536"/>
                    <a:pt x="9419" y="1451"/>
                  </a:cubicBezTo>
                  <a:cubicBezTo>
                    <a:pt x="9301" y="1366"/>
                    <a:pt x="9242" y="1230"/>
                    <a:pt x="9242" y="1043"/>
                  </a:cubicBezTo>
                  <a:cubicBezTo>
                    <a:pt x="9242" y="721"/>
                    <a:pt x="9301" y="484"/>
                    <a:pt x="9419" y="331"/>
                  </a:cubicBezTo>
                  <a:cubicBezTo>
                    <a:pt x="9550" y="161"/>
                    <a:pt x="9667" y="68"/>
                    <a:pt x="9770" y="51"/>
                  </a:cubicBezTo>
                  <a:cubicBezTo>
                    <a:pt x="9888" y="17"/>
                    <a:pt x="10026" y="0"/>
                    <a:pt x="10184" y="0"/>
                  </a:cubicBezTo>
                  <a:cubicBezTo>
                    <a:pt x="10605" y="0"/>
                    <a:pt x="11571" y="26"/>
                    <a:pt x="13083" y="77"/>
                  </a:cubicBezTo>
                  <a:cubicBezTo>
                    <a:pt x="14594" y="127"/>
                    <a:pt x="15570" y="152"/>
                    <a:pt x="16011" y="152"/>
                  </a:cubicBezTo>
                  <a:cubicBezTo>
                    <a:pt x="16736" y="152"/>
                    <a:pt x="17830" y="127"/>
                    <a:pt x="19293" y="77"/>
                  </a:cubicBezTo>
                  <a:cubicBezTo>
                    <a:pt x="20769" y="26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2"/>
                  </a:cubicBezTo>
                  <a:cubicBezTo>
                    <a:pt x="23067" y="1425"/>
                    <a:pt x="22949" y="1519"/>
                    <a:pt x="22832" y="1552"/>
                  </a:cubicBezTo>
                  <a:cubicBezTo>
                    <a:pt x="22715" y="1586"/>
                    <a:pt x="22546" y="1612"/>
                    <a:pt x="22325" y="1629"/>
                  </a:cubicBezTo>
                  <a:cubicBezTo>
                    <a:pt x="21662" y="1697"/>
                    <a:pt x="21076" y="1841"/>
                    <a:pt x="20566" y="2062"/>
                  </a:cubicBezTo>
                  <a:cubicBezTo>
                    <a:pt x="20076" y="2265"/>
                    <a:pt x="19727" y="2469"/>
                    <a:pt x="19520" y="2672"/>
                  </a:cubicBezTo>
                  <a:cubicBezTo>
                    <a:pt x="19334" y="2859"/>
                    <a:pt x="19241" y="3012"/>
                    <a:pt x="19241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6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4" y="484"/>
                    <a:pt x="30802" y="331"/>
                  </a:cubicBezTo>
                  <a:cubicBezTo>
                    <a:pt x="30933" y="161"/>
                    <a:pt x="31050" y="68"/>
                    <a:pt x="31154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6"/>
                    <a:pt x="34466" y="77"/>
                  </a:cubicBezTo>
                  <a:cubicBezTo>
                    <a:pt x="35770" y="127"/>
                    <a:pt x="36746" y="152"/>
                    <a:pt x="37395" y="152"/>
                  </a:cubicBezTo>
                  <a:cubicBezTo>
                    <a:pt x="37933" y="152"/>
                    <a:pt x="38754" y="127"/>
                    <a:pt x="39858" y="77"/>
                  </a:cubicBezTo>
                  <a:cubicBezTo>
                    <a:pt x="40962" y="26"/>
                    <a:pt x="41769" y="0"/>
                    <a:pt x="42280" y="0"/>
                  </a:cubicBezTo>
                  <a:cubicBezTo>
                    <a:pt x="42480" y="0"/>
                    <a:pt x="42639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" name="Freeform 2466">
              <a:extLst>
                <a:ext uri="{FF2B5EF4-FFF2-40B4-BE49-F238E27FC236}">
                  <a16:creationId xmlns:a16="http://schemas.microsoft.com/office/drawing/2014/main" id="{5E2243B8-6AAF-58C9-F0CE-EEF0798BBDE9}"/>
                </a:ext>
              </a:extLst>
            </p:cNvPr>
            <p:cNvSpPr/>
            <p:nvPr/>
          </p:nvSpPr>
          <p:spPr>
            <a:xfrm>
              <a:off x="2417186" y="1812969"/>
              <a:ext cx="147590" cy="1034"/>
            </a:xfrm>
            <a:custGeom>
              <a:avLst/>
              <a:gdLst>
                <a:gd name="csX0" fmla="*/ 0 w 147590"/>
                <a:gd name="csY0" fmla="*/ 0 h 1034"/>
                <a:gd name="csX1" fmla="*/ 147591 w 14759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7590" h="1034">
                  <a:moveTo>
                    <a:pt x="0" y="0"/>
                  </a:moveTo>
                  <a:lnTo>
                    <a:pt x="147591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" name="Freeform 2467">
              <a:extLst>
                <a:ext uri="{FF2B5EF4-FFF2-40B4-BE49-F238E27FC236}">
                  <a16:creationId xmlns:a16="http://schemas.microsoft.com/office/drawing/2014/main" id="{F0877DEC-BDB7-48CA-7986-7ED5D58BC5D5}"/>
                </a:ext>
              </a:extLst>
            </p:cNvPr>
            <p:cNvSpPr/>
            <p:nvPr/>
          </p:nvSpPr>
          <p:spPr>
            <a:xfrm>
              <a:off x="2647401" y="1764304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701" y="6525"/>
                    <a:pt x="12748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" name="Freeform 2468">
              <a:extLst>
                <a:ext uri="{FF2B5EF4-FFF2-40B4-BE49-F238E27FC236}">
                  <a16:creationId xmlns:a16="http://schemas.microsoft.com/office/drawing/2014/main" id="{F47C9F46-EF36-55FD-358E-9B8DB6B2E985}"/>
                </a:ext>
              </a:extLst>
            </p:cNvPr>
            <p:cNvSpPr/>
            <p:nvPr/>
          </p:nvSpPr>
          <p:spPr>
            <a:xfrm>
              <a:off x="2589379" y="1780725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9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2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79 w 58146"/>
                <a:gd name="csY28" fmla="*/ 1636 h 32908"/>
                <a:gd name="csX29" fmla="*/ 34735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8" y="32690"/>
                    <a:pt x="49825" y="32690"/>
                  </a:cubicBezTo>
                  <a:cubicBezTo>
                    <a:pt x="49432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7" y="5369"/>
                    <a:pt x="46037" y="3891"/>
                  </a:cubicBezTo>
                  <a:cubicBezTo>
                    <a:pt x="45264" y="2388"/>
                    <a:pt x="43811" y="1636"/>
                    <a:pt x="41679" y="1636"/>
                  </a:cubicBezTo>
                  <a:cubicBezTo>
                    <a:pt x="39106" y="1636"/>
                    <a:pt x="36791" y="2715"/>
                    <a:pt x="34735" y="4873"/>
                  </a:cubicBezTo>
                  <a:cubicBezTo>
                    <a:pt x="32671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" name="Freeform 2469">
              <a:extLst>
                <a:ext uri="{FF2B5EF4-FFF2-40B4-BE49-F238E27FC236}">
                  <a16:creationId xmlns:a16="http://schemas.microsoft.com/office/drawing/2014/main" id="{98BE8374-C097-6C9B-A9EB-6502E5C5C063}"/>
                </a:ext>
              </a:extLst>
            </p:cNvPr>
            <p:cNvSpPr/>
            <p:nvPr/>
          </p:nvSpPr>
          <p:spPr>
            <a:xfrm>
              <a:off x="2651976" y="1780252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300 w 24332"/>
                <a:gd name="csY3" fmla="*/ 20945 h 34218"/>
                <a:gd name="csX4" fmla="*/ 952 w 24332"/>
                <a:gd name="csY4" fmla="*/ 20727 h 34218"/>
                <a:gd name="csX5" fmla="*/ 1646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73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1 h 34218"/>
                <a:gd name="csX21" fmla="*/ 22480 w 24332"/>
                <a:gd name="csY21" fmla="*/ 1819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2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19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8" y="21091"/>
                    <a:pt x="300" y="20945"/>
                  </a:cubicBezTo>
                  <a:cubicBezTo>
                    <a:pt x="445" y="20800"/>
                    <a:pt x="662" y="20727"/>
                    <a:pt x="952" y="20727"/>
                  </a:cubicBezTo>
                  <a:cubicBezTo>
                    <a:pt x="1290" y="20727"/>
                    <a:pt x="1521" y="20800"/>
                    <a:pt x="1646" y="20945"/>
                  </a:cubicBezTo>
                  <a:cubicBezTo>
                    <a:pt x="1791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9" y="29454"/>
                    <a:pt x="20773" y="27818"/>
                    <a:pt x="20773" y="25782"/>
                  </a:cubicBezTo>
                  <a:cubicBezTo>
                    <a:pt x="20773" y="22146"/>
                    <a:pt x="18188" y="19867"/>
                    <a:pt x="13020" y="18946"/>
                  </a:cubicBezTo>
                  <a:cubicBezTo>
                    <a:pt x="10040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6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4"/>
                    <a:pt x="22366" y="401"/>
                  </a:cubicBezTo>
                  <a:cubicBezTo>
                    <a:pt x="22442" y="643"/>
                    <a:pt x="22480" y="1115"/>
                    <a:pt x="22480" y="1819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46" y="11067"/>
                    <a:pt x="21814" y="11127"/>
                    <a:pt x="21497" y="11127"/>
                  </a:cubicBezTo>
                  <a:cubicBezTo>
                    <a:pt x="20938" y="11127"/>
                    <a:pt x="20648" y="10897"/>
                    <a:pt x="20627" y="10436"/>
                  </a:cubicBezTo>
                  <a:cubicBezTo>
                    <a:pt x="20234" y="4424"/>
                    <a:pt x="17323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40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4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3"/>
                    <a:pt x="3605" y="31552"/>
                    <a:pt x="3384" y="31818"/>
                  </a:cubicBezTo>
                  <a:cubicBezTo>
                    <a:pt x="3171" y="32060"/>
                    <a:pt x="3015" y="32230"/>
                    <a:pt x="2919" y="32327"/>
                  </a:cubicBezTo>
                  <a:cubicBezTo>
                    <a:pt x="2843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21" y="34218"/>
                    <a:pt x="190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" name="Freeform 2470">
              <a:extLst>
                <a:ext uri="{FF2B5EF4-FFF2-40B4-BE49-F238E27FC236}">
                  <a16:creationId xmlns:a16="http://schemas.microsoft.com/office/drawing/2014/main" id="{1466D213-02FE-EE7D-BFFE-7D53BE7C8F31}"/>
                </a:ext>
              </a:extLst>
            </p:cNvPr>
            <p:cNvSpPr/>
            <p:nvPr/>
          </p:nvSpPr>
          <p:spPr>
            <a:xfrm>
              <a:off x="2678026" y="1779889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70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15 w 34041"/>
                <a:gd name="csY15" fmla="*/ 3746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70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5 h 49090"/>
                <a:gd name="csX46" fmla="*/ 3892 w 34041"/>
                <a:gd name="csY46" fmla="*/ 39635 h 49090"/>
                <a:gd name="csX47" fmla="*/ 7970 w 34041"/>
                <a:gd name="csY47" fmla="*/ 11781 h 49090"/>
                <a:gd name="csX48" fmla="*/ 14470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70 w 34041"/>
                <a:gd name="csY51" fmla="*/ 2545 h 49090"/>
                <a:gd name="csX52" fmla="*/ 9170 w 34041"/>
                <a:gd name="csY52" fmla="*/ 5527 h 49090"/>
                <a:gd name="csX53" fmla="*/ 7970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70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7" y="0"/>
                    <a:pt x="32482" y="400"/>
                    <a:pt x="33089" y="1200"/>
                  </a:cubicBezTo>
                  <a:cubicBezTo>
                    <a:pt x="33724" y="2000"/>
                    <a:pt x="34041" y="2824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8" y="5890"/>
                    <a:pt x="30767" y="5696"/>
                    <a:pt x="30326" y="5309"/>
                  </a:cubicBezTo>
                  <a:cubicBezTo>
                    <a:pt x="29918" y="4897"/>
                    <a:pt x="29715" y="4376"/>
                    <a:pt x="29715" y="3746"/>
                  </a:cubicBezTo>
                  <a:cubicBezTo>
                    <a:pt x="29715" y="2703"/>
                    <a:pt x="30112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70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30"/>
                    <a:pt x="22377" y="29224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6"/>
                    <a:pt x="32996" y="35612"/>
                    <a:pt x="33017" y="39490"/>
                  </a:cubicBezTo>
                  <a:cubicBezTo>
                    <a:pt x="33017" y="42327"/>
                    <a:pt x="31381" y="44630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70" y="11781"/>
                  </a:moveTo>
                  <a:cubicBezTo>
                    <a:pt x="7970" y="17891"/>
                    <a:pt x="10136" y="20945"/>
                    <a:pt x="14470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70" y="2545"/>
                  </a:cubicBezTo>
                  <a:cubicBezTo>
                    <a:pt x="12289" y="2545"/>
                    <a:pt x="10523" y="3539"/>
                    <a:pt x="9170" y="5527"/>
                  </a:cubicBezTo>
                  <a:cubicBezTo>
                    <a:pt x="8370" y="6860"/>
                    <a:pt x="7970" y="8945"/>
                    <a:pt x="7970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" name="Freeform 2471">
              <a:extLst>
                <a:ext uri="{FF2B5EF4-FFF2-40B4-BE49-F238E27FC236}">
                  <a16:creationId xmlns:a16="http://schemas.microsoft.com/office/drawing/2014/main" id="{BADCE04F-C40A-ABFF-16BA-2350CEB1B705}"/>
                </a:ext>
              </a:extLst>
            </p:cNvPr>
            <p:cNvSpPr/>
            <p:nvPr/>
          </p:nvSpPr>
          <p:spPr>
            <a:xfrm>
              <a:off x="2722852" y="1813923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2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4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7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92" y="5278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8" y="2401"/>
                    <a:pt x="19023" y="2927"/>
                  </a:cubicBezTo>
                  <a:cubicBezTo>
                    <a:pt x="18768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70"/>
                    <a:pt x="16881" y="13262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1"/>
                    <a:pt x="8559" y="15884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7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50" y="2138"/>
                    <a:pt x="17461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4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" name="Freeform 2472">
              <a:extLst>
                <a:ext uri="{FF2B5EF4-FFF2-40B4-BE49-F238E27FC236}">
                  <a16:creationId xmlns:a16="http://schemas.microsoft.com/office/drawing/2014/main" id="{C0D05476-8584-74CC-5532-6904312A7F24}"/>
                </a:ext>
              </a:extLst>
            </p:cNvPr>
            <p:cNvSpPr/>
            <p:nvPr/>
          </p:nvSpPr>
          <p:spPr>
            <a:xfrm>
              <a:off x="2762607" y="1824105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19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5 w 46119"/>
                <a:gd name="csY6" fmla="*/ 27083 h 27082"/>
                <a:gd name="csX7" fmla="*/ 33730 w 46119"/>
                <a:gd name="csY7" fmla="*/ 26778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5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5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30 w 46119"/>
                <a:gd name="csY23" fmla="*/ 305 h 27082"/>
                <a:gd name="csX24" fmla="*/ 34465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19" y="13201"/>
                    <a:pt x="46119" y="13541"/>
                  </a:cubicBezTo>
                  <a:cubicBezTo>
                    <a:pt x="46119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1"/>
                  </a:cubicBezTo>
                  <a:cubicBezTo>
                    <a:pt x="36932" y="21704"/>
                    <a:pt x="35921" y="23910"/>
                    <a:pt x="35480" y="26268"/>
                  </a:cubicBezTo>
                  <a:cubicBezTo>
                    <a:pt x="35431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5" y="27083"/>
                  </a:cubicBezTo>
                  <a:cubicBezTo>
                    <a:pt x="34175" y="27083"/>
                    <a:pt x="33931" y="26981"/>
                    <a:pt x="33730" y="26778"/>
                  </a:cubicBezTo>
                  <a:cubicBezTo>
                    <a:pt x="33524" y="26591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1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5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5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1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4" y="492"/>
                    <a:pt x="33730" y="305"/>
                  </a:cubicBezTo>
                  <a:cubicBezTo>
                    <a:pt x="33931" y="102"/>
                    <a:pt x="34175" y="0"/>
                    <a:pt x="34465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1" y="577"/>
                    <a:pt x="35480" y="815"/>
                  </a:cubicBezTo>
                  <a:cubicBezTo>
                    <a:pt x="35921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" name="Freeform 2473">
              <a:extLst>
                <a:ext uri="{FF2B5EF4-FFF2-40B4-BE49-F238E27FC236}">
                  <a16:creationId xmlns:a16="http://schemas.microsoft.com/office/drawing/2014/main" id="{F252E4D4-3796-7997-0F0C-39616078FC22}"/>
                </a:ext>
              </a:extLst>
            </p:cNvPr>
            <p:cNvSpPr/>
            <p:nvPr/>
          </p:nvSpPr>
          <p:spPr>
            <a:xfrm>
              <a:off x="2828702" y="1815069"/>
              <a:ext cx="42962" cy="35610"/>
            </a:xfrm>
            <a:custGeom>
              <a:avLst/>
              <a:gdLst>
                <a:gd name="csX0" fmla="*/ 42963 w 42962"/>
                <a:gd name="csY0" fmla="*/ 586 h 35610"/>
                <a:gd name="csX1" fmla="*/ 42787 w 42962"/>
                <a:gd name="csY1" fmla="*/ 1298 h 35610"/>
                <a:gd name="csX2" fmla="*/ 42456 w 42962"/>
                <a:gd name="csY2" fmla="*/ 1578 h 35610"/>
                <a:gd name="csX3" fmla="*/ 41824 w 42962"/>
                <a:gd name="csY3" fmla="*/ 1629 h 35610"/>
                <a:gd name="csX4" fmla="*/ 35200 w 42962"/>
                <a:gd name="csY4" fmla="*/ 4277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53 w 42962"/>
                <a:gd name="csY18" fmla="*/ 35331 h 35610"/>
                <a:gd name="csX19" fmla="*/ 36091 w 42962"/>
                <a:gd name="csY19" fmla="*/ 35585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1 w 42962"/>
                <a:gd name="csY22" fmla="*/ 35458 h 35610"/>
                <a:gd name="csX23" fmla="*/ 23319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5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599 w 42962"/>
                <a:gd name="csY31" fmla="*/ 32479 h 35610"/>
                <a:gd name="csX32" fmla="*/ 26341 w 42962"/>
                <a:gd name="csY32" fmla="*/ 31741 h 35610"/>
                <a:gd name="csX33" fmla="*/ 21073 w 42962"/>
                <a:gd name="csY33" fmla="*/ 19294 h 35610"/>
                <a:gd name="csX34" fmla="*/ 16363 w 42962"/>
                <a:gd name="csY34" fmla="*/ 24410 h 35610"/>
                <a:gd name="csX35" fmla="*/ 11043 w 42962"/>
                <a:gd name="csY35" fmla="*/ 30036 h 35610"/>
                <a:gd name="csX36" fmla="*/ 9646 w 42962"/>
                <a:gd name="csY36" fmla="*/ 32378 h 35610"/>
                <a:gd name="csX37" fmla="*/ 1173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09 w 42962"/>
                <a:gd name="csY40" fmla="*/ 35585 h 35610"/>
                <a:gd name="csX41" fmla="*/ 11426 w 42962"/>
                <a:gd name="csY41" fmla="*/ 35610 h 35610"/>
                <a:gd name="csX42" fmla="*/ 8497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3 h 35610"/>
                <a:gd name="csX48" fmla="*/ 0 w 42962"/>
                <a:gd name="csY48" fmla="*/ 35025 h 35610"/>
                <a:gd name="csX49" fmla="*/ 52 w 42962"/>
                <a:gd name="csY49" fmla="*/ 34465 h 35610"/>
                <a:gd name="csX50" fmla="*/ 331 w 42962"/>
                <a:gd name="csY50" fmla="*/ 34159 h 35610"/>
                <a:gd name="csX51" fmla="*/ 663 w 42962"/>
                <a:gd name="csY51" fmla="*/ 34058 h 35610"/>
                <a:gd name="csX52" fmla="*/ 1139 w 42962"/>
                <a:gd name="csY52" fmla="*/ 34007 h 35610"/>
                <a:gd name="csX53" fmla="*/ 514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60 h 35610"/>
                <a:gd name="csX56" fmla="*/ 9491 w 42962"/>
                <a:gd name="csY56" fmla="*/ 29680 h 35610"/>
                <a:gd name="csX57" fmla="*/ 2049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3 h 35610"/>
                <a:gd name="csX61" fmla="*/ 10433 w 42962"/>
                <a:gd name="csY61" fmla="*/ 1629 h 35610"/>
                <a:gd name="csX62" fmla="*/ 9801 w 42962"/>
                <a:gd name="csY62" fmla="*/ 1603 h 35610"/>
                <a:gd name="csX63" fmla="*/ 9419 w 42962"/>
                <a:gd name="csY63" fmla="*/ 1451 h 35610"/>
                <a:gd name="csX64" fmla="*/ 9242 w 42962"/>
                <a:gd name="csY64" fmla="*/ 1043 h 35610"/>
                <a:gd name="csX65" fmla="*/ 9419 w 42962"/>
                <a:gd name="csY65" fmla="*/ 331 h 35610"/>
                <a:gd name="csX66" fmla="*/ 9770 w 42962"/>
                <a:gd name="csY66" fmla="*/ 51 h 35610"/>
                <a:gd name="csX67" fmla="*/ 10184 w 42962"/>
                <a:gd name="csY67" fmla="*/ 0 h 35610"/>
                <a:gd name="csX68" fmla="*/ 13083 w 42962"/>
                <a:gd name="csY68" fmla="*/ 77 h 35610"/>
                <a:gd name="csX69" fmla="*/ 16011 w 42962"/>
                <a:gd name="csY69" fmla="*/ 152 h 35610"/>
                <a:gd name="csX70" fmla="*/ 19293 w 42962"/>
                <a:gd name="csY70" fmla="*/ 77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3 h 35610"/>
                <a:gd name="csX74" fmla="*/ 22832 w 42962"/>
                <a:gd name="csY74" fmla="*/ 1552 h 35610"/>
                <a:gd name="csX75" fmla="*/ 22325 w 42962"/>
                <a:gd name="csY75" fmla="*/ 1629 h 35610"/>
                <a:gd name="csX76" fmla="*/ 20566 w 42962"/>
                <a:gd name="csY76" fmla="*/ 2062 h 35610"/>
                <a:gd name="csX77" fmla="*/ 19520 w 42962"/>
                <a:gd name="csY77" fmla="*/ 2672 h 35610"/>
                <a:gd name="csX78" fmla="*/ 19241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802 w 42962"/>
                <a:gd name="csY85" fmla="*/ 331 h 35610"/>
                <a:gd name="csX86" fmla="*/ 31154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7 h 35610"/>
                <a:gd name="csX89" fmla="*/ 37395 w 42962"/>
                <a:gd name="csY89" fmla="*/ 152 h 35610"/>
                <a:gd name="csX90" fmla="*/ 39858 w 42962"/>
                <a:gd name="csY90" fmla="*/ 77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6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6"/>
                  </a:moveTo>
                  <a:cubicBezTo>
                    <a:pt x="42963" y="891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8"/>
                  </a:cubicBezTo>
                  <a:cubicBezTo>
                    <a:pt x="42338" y="1595"/>
                    <a:pt x="42128" y="1612"/>
                    <a:pt x="41824" y="1629"/>
                  </a:cubicBezTo>
                  <a:cubicBezTo>
                    <a:pt x="39395" y="1748"/>
                    <a:pt x="37187" y="2630"/>
                    <a:pt x="35200" y="4277"/>
                  </a:cubicBezTo>
                  <a:cubicBezTo>
                    <a:pt x="34710" y="4700"/>
                    <a:pt x="33844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9" y="32776"/>
                    <a:pt x="31826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4" y="35161"/>
                    <a:pt x="36453" y="35331"/>
                  </a:cubicBezTo>
                  <a:cubicBezTo>
                    <a:pt x="36329" y="35483"/>
                    <a:pt x="36208" y="35568"/>
                    <a:pt x="36091" y="35585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7" y="35483"/>
                    <a:pt x="30308" y="35458"/>
                    <a:pt x="29881" y="35458"/>
                  </a:cubicBezTo>
                  <a:lnTo>
                    <a:pt x="23319" y="35610"/>
                  </a:lnTo>
                  <a:cubicBezTo>
                    <a:pt x="22787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5"/>
                  </a:cubicBezTo>
                  <a:cubicBezTo>
                    <a:pt x="22628" y="34330"/>
                    <a:pt x="22715" y="34236"/>
                    <a:pt x="22832" y="34185"/>
                  </a:cubicBezTo>
                  <a:cubicBezTo>
                    <a:pt x="22949" y="34117"/>
                    <a:pt x="23049" y="34075"/>
                    <a:pt x="23132" y="34058"/>
                  </a:cubicBezTo>
                  <a:cubicBezTo>
                    <a:pt x="23222" y="34040"/>
                    <a:pt x="23367" y="34024"/>
                    <a:pt x="23567" y="34007"/>
                  </a:cubicBezTo>
                  <a:cubicBezTo>
                    <a:pt x="24195" y="33939"/>
                    <a:pt x="24747" y="33812"/>
                    <a:pt x="25223" y="33625"/>
                  </a:cubicBezTo>
                  <a:cubicBezTo>
                    <a:pt x="25713" y="33421"/>
                    <a:pt x="26061" y="33218"/>
                    <a:pt x="26268" y="33014"/>
                  </a:cubicBezTo>
                  <a:cubicBezTo>
                    <a:pt x="26489" y="32811"/>
                    <a:pt x="26599" y="32632"/>
                    <a:pt x="26599" y="32479"/>
                  </a:cubicBezTo>
                  <a:lnTo>
                    <a:pt x="26341" y="31741"/>
                  </a:lnTo>
                  <a:lnTo>
                    <a:pt x="21073" y="19294"/>
                  </a:lnTo>
                  <a:lnTo>
                    <a:pt x="16363" y="24410"/>
                  </a:lnTo>
                  <a:lnTo>
                    <a:pt x="11043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3" y="33854"/>
                    <a:pt x="11737" y="34007"/>
                  </a:cubicBezTo>
                  <a:cubicBezTo>
                    <a:pt x="12158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09" y="35585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7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79" y="35356"/>
                    <a:pt x="21" y="35254"/>
                    <a:pt x="21" y="35153"/>
                  </a:cubicBezTo>
                  <a:lnTo>
                    <a:pt x="0" y="35025"/>
                  </a:lnTo>
                  <a:cubicBezTo>
                    <a:pt x="0" y="34787"/>
                    <a:pt x="17" y="34601"/>
                    <a:pt x="52" y="34465"/>
                  </a:cubicBezTo>
                  <a:cubicBezTo>
                    <a:pt x="100" y="34330"/>
                    <a:pt x="193" y="34227"/>
                    <a:pt x="331" y="34159"/>
                  </a:cubicBezTo>
                  <a:cubicBezTo>
                    <a:pt x="483" y="34091"/>
                    <a:pt x="593" y="34058"/>
                    <a:pt x="663" y="34058"/>
                  </a:cubicBezTo>
                  <a:cubicBezTo>
                    <a:pt x="732" y="34040"/>
                    <a:pt x="890" y="34024"/>
                    <a:pt x="1139" y="34007"/>
                  </a:cubicBezTo>
                  <a:cubicBezTo>
                    <a:pt x="2581" y="33922"/>
                    <a:pt x="3916" y="33600"/>
                    <a:pt x="5144" y="33039"/>
                  </a:cubicBezTo>
                  <a:cubicBezTo>
                    <a:pt x="6379" y="32480"/>
                    <a:pt x="7600" y="31546"/>
                    <a:pt x="8808" y="30240"/>
                  </a:cubicBezTo>
                  <a:cubicBezTo>
                    <a:pt x="8904" y="30155"/>
                    <a:pt x="9015" y="30062"/>
                    <a:pt x="9139" y="29960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9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3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33" y="1620"/>
                    <a:pt x="9801" y="1603"/>
                  </a:cubicBezTo>
                  <a:cubicBezTo>
                    <a:pt x="9663" y="1587"/>
                    <a:pt x="9536" y="1536"/>
                    <a:pt x="9419" y="1451"/>
                  </a:cubicBezTo>
                  <a:cubicBezTo>
                    <a:pt x="9301" y="1366"/>
                    <a:pt x="9242" y="1230"/>
                    <a:pt x="9242" y="1043"/>
                  </a:cubicBezTo>
                  <a:cubicBezTo>
                    <a:pt x="9242" y="721"/>
                    <a:pt x="9301" y="484"/>
                    <a:pt x="9419" y="331"/>
                  </a:cubicBezTo>
                  <a:cubicBezTo>
                    <a:pt x="9550" y="161"/>
                    <a:pt x="9667" y="68"/>
                    <a:pt x="9770" y="51"/>
                  </a:cubicBezTo>
                  <a:cubicBezTo>
                    <a:pt x="9888" y="17"/>
                    <a:pt x="10026" y="0"/>
                    <a:pt x="10184" y="0"/>
                  </a:cubicBezTo>
                  <a:cubicBezTo>
                    <a:pt x="10605" y="0"/>
                    <a:pt x="11571" y="26"/>
                    <a:pt x="13083" y="77"/>
                  </a:cubicBezTo>
                  <a:cubicBezTo>
                    <a:pt x="14594" y="127"/>
                    <a:pt x="15570" y="152"/>
                    <a:pt x="16011" y="152"/>
                  </a:cubicBezTo>
                  <a:cubicBezTo>
                    <a:pt x="16736" y="152"/>
                    <a:pt x="17830" y="127"/>
                    <a:pt x="19293" y="77"/>
                  </a:cubicBezTo>
                  <a:cubicBezTo>
                    <a:pt x="20769" y="26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3"/>
                  </a:cubicBezTo>
                  <a:cubicBezTo>
                    <a:pt x="23067" y="1426"/>
                    <a:pt x="22949" y="1519"/>
                    <a:pt x="22832" y="1552"/>
                  </a:cubicBezTo>
                  <a:cubicBezTo>
                    <a:pt x="22715" y="1586"/>
                    <a:pt x="22546" y="1612"/>
                    <a:pt x="22325" y="1629"/>
                  </a:cubicBezTo>
                  <a:cubicBezTo>
                    <a:pt x="21662" y="1697"/>
                    <a:pt x="21076" y="1841"/>
                    <a:pt x="20566" y="2062"/>
                  </a:cubicBezTo>
                  <a:cubicBezTo>
                    <a:pt x="20076" y="2265"/>
                    <a:pt x="19727" y="2469"/>
                    <a:pt x="19520" y="2672"/>
                  </a:cubicBezTo>
                  <a:cubicBezTo>
                    <a:pt x="19334" y="2859"/>
                    <a:pt x="19241" y="3012"/>
                    <a:pt x="19241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6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4" y="484"/>
                    <a:pt x="30802" y="331"/>
                  </a:cubicBezTo>
                  <a:cubicBezTo>
                    <a:pt x="30933" y="161"/>
                    <a:pt x="31050" y="68"/>
                    <a:pt x="31154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6"/>
                    <a:pt x="34466" y="77"/>
                  </a:cubicBezTo>
                  <a:cubicBezTo>
                    <a:pt x="35770" y="127"/>
                    <a:pt x="36746" y="152"/>
                    <a:pt x="37395" y="152"/>
                  </a:cubicBezTo>
                  <a:cubicBezTo>
                    <a:pt x="37933" y="152"/>
                    <a:pt x="38754" y="127"/>
                    <a:pt x="39858" y="77"/>
                  </a:cubicBezTo>
                  <a:cubicBezTo>
                    <a:pt x="40962" y="26"/>
                    <a:pt x="41769" y="0"/>
                    <a:pt x="42280" y="0"/>
                  </a:cubicBezTo>
                  <a:cubicBezTo>
                    <a:pt x="42480" y="0"/>
                    <a:pt x="42639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32" name="Group 3431">
            <a:extLst>
              <a:ext uri="{FF2B5EF4-FFF2-40B4-BE49-F238E27FC236}">
                <a16:creationId xmlns:a16="http://schemas.microsoft.com/office/drawing/2014/main" id="{A4F01534-99E5-A561-C1FE-A09BA66239D7}"/>
              </a:ext>
            </a:extLst>
          </p:cNvPr>
          <p:cNvGrpSpPr/>
          <p:nvPr/>
        </p:nvGrpSpPr>
        <p:grpSpPr>
          <a:xfrm>
            <a:off x="5993826" y="3469509"/>
            <a:ext cx="2483999" cy="1655999"/>
            <a:chOff x="5993826" y="3469509"/>
            <a:chExt cx="2483999" cy="1655999"/>
          </a:xfrm>
        </p:grpSpPr>
        <p:sp>
          <p:nvSpPr>
            <p:cNvPr id="3238" name="Freeform 3237">
              <a:extLst>
                <a:ext uri="{FF2B5EF4-FFF2-40B4-BE49-F238E27FC236}">
                  <a16:creationId xmlns:a16="http://schemas.microsoft.com/office/drawing/2014/main" id="{3AD9DA4D-E728-CA08-4FAB-9023D1676446}"/>
                </a:ext>
              </a:extLst>
            </p:cNvPr>
            <p:cNvSpPr/>
            <p:nvPr/>
          </p:nvSpPr>
          <p:spPr>
            <a:xfrm>
              <a:off x="5993826" y="3469509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9" name="Freeform 3238">
              <a:extLst>
                <a:ext uri="{FF2B5EF4-FFF2-40B4-BE49-F238E27FC236}">
                  <a16:creationId xmlns:a16="http://schemas.microsoft.com/office/drawing/2014/main" id="{A85C4DEE-9414-4CF0-4FFC-C9BF25D667F8}"/>
                </a:ext>
              </a:extLst>
            </p:cNvPr>
            <p:cNvSpPr/>
            <p:nvPr/>
          </p:nvSpPr>
          <p:spPr>
            <a:xfrm>
              <a:off x="6351524" y="3518406"/>
              <a:ext cx="2077406" cy="1374909"/>
            </a:xfrm>
            <a:custGeom>
              <a:avLst/>
              <a:gdLst>
                <a:gd name="csX0" fmla="*/ 0 w 2077406"/>
                <a:gd name="csY0" fmla="*/ 1374910 h 1374909"/>
                <a:gd name="csX1" fmla="*/ 2077407 w 2077406"/>
                <a:gd name="csY1" fmla="*/ 1374910 h 1374909"/>
                <a:gd name="csX2" fmla="*/ 2077407 w 2077406"/>
                <a:gd name="csY2" fmla="*/ 0 h 1374909"/>
                <a:gd name="csX3" fmla="*/ 0 w 2077406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077406" h="1374909">
                  <a:moveTo>
                    <a:pt x="0" y="1374910"/>
                  </a:moveTo>
                  <a:lnTo>
                    <a:pt x="2077407" y="1374910"/>
                  </a:lnTo>
                  <a:lnTo>
                    <a:pt x="20774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0" name="Freeform 3239">
              <a:extLst>
                <a:ext uri="{FF2B5EF4-FFF2-40B4-BE49-F238E27FC236}">
                  <a16:creationId xmlns:a16="http://schemas.microsoft.com/office/drawing/2014/main" id="{203DF40E-418F-95B1-FB66-C2F4EA6ADA9C}"/>
                </a:ext>
              </a:extLst>
            </p:cNvPr>
            <p:cNvSpPr/>
            <p:nvPr/>
          </p:nvSpPr>
          <p:spPr>
            <a:xfrm>
              <a:off x="6477287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1" name="Freeform 3240">
              <a:extLst>
                <a:ext uri="{FF2B5EF4-FFF2-40B4-BE49-F238E27FC236}">
                  <a16:creationId xmlns:a16="http://schemas.microsoft.com/office/drawing/2014/main" id="{6D02D329-F7F8-3CF8-B42F-3EC59314BAE4}"/>
                </a:ext>
              </a:extLst>
            </p:cNvPr>
            <p:cNvSpPr/>
            <p:nvPr/>
          </p:nvSpPr>
          <p:spPr>
            <a:xfrm>
              <a:off x="6789291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2" name="Freeform 3241">
              <a:extLst>
                <a:ext uri="{FF2B5EF4-FFF2-40B4-BE49-F238E27FC236}">
                  <a16:creationId xmlns:a16="http://schemas.microsoft.com/office/drawing/2014/main" id="{4D05CB53-7C0B-01F0-67EC-CB9F46FE16F5}"/>
                </a:ext>
              </a:extLst>
            </p:cNvPr>
            <p:cNvSpPr/>
            <p:nvPr/>
          </p:nvSpPr>
          <p:spPr>
            <a:xfrm>
              <a:off x="7101296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3" name="Freeform 3242">
              <a:extLst>
                <a:ext uri="{FF2B5EF4-FFF2-40B4-BE49-F238E27FC236}">
                  <a16:creationId xmlns:a16="http://schemas.microsoft.com/office/drawing/2014/main" id="{1AA74832-F48C-AB07-4CA5-FCA57B95E046}"/>
                </a:ext>
              </a:extLst>
            </p:cNvPr>
            <p:cNvSpPr/>
            <p:nvPr/>
          </p:nvSpPr>
          <p:spPr>
            <a:xfrm>
              <a:off x="7413296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4" name="Freeform 3243">
              <a:extLst>
                <a:ext uri="{FF2B5EF4-FFF2-40B4-BE49-F238E27FC236}">
                  <a16:creationId xmlns:a16="http://schemas.microsoft.com/office/drawing/2014/main" id="{FD28ECC4-3573-D963-77A5-AB1690854C17}"/>
                </a:ext>
              </a:extLst>
            </p:cNvPr>
            <p:cNvSpPr/>
            <p:nvPr/>
          </p:nvSpPr>
          <p:spPr>
            <a:xfrm>
              <a:off x="7725297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5" name="Freeform 3244">
              <a:extLst>
                <a:ext uri="{FF2B5EF4-FFF2-40B4-BE49-F238E27FC236}">
                  <a16:creationId xmlns:a16="http://schemas.microsoft.com/office/drawing/2014/main" id="{7019F26C-37FC-B2BD-5565-6B66FC3DFADE}"/>
                </a:ext>
              </a:extLst>
            </p:cNvPr>
            <p:cNvSpPr/>
            <p:nvPr/>
          </p:nvSpPr>
          <p:spPr>
            <a:xfrm>
              <a:off x="8037308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6" name="Freeform 3245">
              <a:extLst>
                <a:ext uri="{FF2B5EF4-FFF2-40B4-BE49-F238E27FC236}">
                  <a16:creationId xmlns:a16="http://schemas.microsoft.com/office/drawing/2014/main" id="{AF640AFE-CB48-2494-268A-30A22D2AAD71}"/>
                </a:ext>
              </a:extLst>
            </p:cNvPr>
            <p:cNvSpPr/>
            <p:nvPr/>
          </p:nvSpPr>
          <p:spPr>
            <a:xfrm>
              <a:off x="8349309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7" name="Freeform 3246">
              <a:extLst>
                <a:ext uri="{FF2B5EF4-FFF2-40B4-BE49-F238E27FC236}">
                  <a16:creationId xmlns:a16="http://schemas.microsoft.com/office/drawing/2014/main" id="{A9F573EE-96B6-1B73-4AD3-8B9E99C0A33A}"/>
                </a:ext>
              </a:extLst>
            </p:cNvPr>
            <p:cNvSpPr/>
            <p:nvPr/>
          </p:nvSpPr>
          <p:spPr>
            <a:xfrm>
              <a:off x="6351524" y="4893316"/>
              <a:ext cx="2077406" cy="1034"/>
            </a:xfrm>
            <a:custGeom>
              <a:avLst/>
              <a:gdLst>
                <a:gd name="csX0" fmla="*/ 0 w 2077406"/>
                <a:gd name="csY0" fmla="*/ 0 h 1034"/>
                <a:gd name="csX1" fmla="*/ 2077407 w 20774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7406" h="1034">
                  <a:moveTo>
                    <a:pt x="0" y="0"/>
                  </a:moveTo>
                  <a:lnTo>
                    <a:pt x="2077407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8" name="Freeform 3247">
              <a:extLst>
                <a:ext uri="{FF2B5EF4-FFF2-40B4-BE49-F238E27FC236}">
                  <a16:creationId xmlns:a16="http://schemas.microsoft.com/office/drawing/2014/main" id="{4EDD037B-D8A8-9970-5C96-4035721AA86C}"/>
                </a:ext>
              </a:extLst>
            </p:cNvPr>
            <p:cNvSpPr/>
            <p:nvPr/>
          </p:nvSpPr>
          <p:spPr>
            <a:xfrm>
              <a:off x="6351524" y="4528044"/>
              <a:ext cx="2077406" cy="1034"/>
            </a:xfrm>
            <a:custGeom>
              <a:avLst/>
              <a:gdLst>
                <a:gd name="csX0" fmla="*/ 0 w 2077406"/>
                <a:gd name="csY0" fmla="*/ 0 h 1034"/>
                <a:gd name="csX1" fmla="*/ 2077407 w 20774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7406" h="1034">
                  <a:moveTo>
                    <a:pt x="0" y="0"/>
                  </a:moveTo>
                  <a:lnTo>
                    <a:pt x="2077407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9" name="Freeform 3248">
              <a:extLst>
                <a:ext uri="{FF2B5EF4-FFF2-40B4-BE49-F238E27FC236}">
                  <a16:creationId xmlns:a16="http://schemas.microsoft.com/office/drawing/2014/main" id="{7A1F6558-1707-FA62-B5AB-8F8B33CAD472}"/>
                </a:ext>
              </a:extLst>
            </p:cNvPr>
            <p:cNvSpPr/>
            <p:nvPr/>
          </p:nvSpPr>
          <p:spPr>
            <a:xfrm>
              <a:off x="6351524" y="4162764"/>
              <a:ext cx="2077406" cy="1034"/>
            </a:xfrm>
            <a:custGeom>
              <a:avLst/>
              <a:gdLst>
                <a:gd name="csX0" fmla="*/ 0 w 2077406"/>
                <a:gd name="csY0" fmla="*/ 0 h 1034"/>
                <a:gd name="csX1" fmla="*/ 2077407 w 20774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7406" h="1034">
                  <a:moveTo>
                    <a:pt x="0" y="0"/>
                  </a:moveTo>
                  <a:lnTo>
                    <a:pt x="2077407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0" name="Freeform 3249">
              <a:extLst>
                <a:ext uri="{FF2B5EF4-FFF2-40B4-BE49-F238E27FC236}">
                  <a16:creationId xmlns:a16="http://schemas.microsoft.com/office/drawing/2014/main" id="{94BCDD24-7094-BC22-035C-3451D8D7D998}"/>
                </a:ext>
              </a:extLst>
            </p:cNvPr>
            <p:cNvSpPr/>
            <p:nvPr/>
          </p:nvSpPr>
          <p:spPr>
            <a:xfrm>
              <a:off x="6351524" y="3797487"/>
              <a:ext cx="2077406" cy="1034"/>
            </a:xfrm>
            <a:custGeom>
              <a:avLst/>
              <a:gdLst>
                <a:gd name="csX0" fmla="*/ 0 w 2077406"/>
                <a:gd name="csY0" fmla="*/ 0 h 1034"/>
                <a:gd name="csX1" fmla="*/ 2077407 w 20774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7406" h="1034">
                  <a:moveTo>
                    <a:pt x="0" y="0"/>
                  </a:moveTo>
                  <a:lnTo>
                    <a:pt x="2077407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1" name="Freeform 3250">
              <a:extLst>
                <a:ext uri="{FF2B5EF4-FFF2-40B4-BE49-F238E27FC236}">
                  <a16:creationId xmlns:a16="http://schemas.microsoft.com/office/drawing/2014/main" id="{64345ABE-13CA-7111-C0CC-BCCACB51AD61}"/>
                </a:ext>
              </a:extLst>
            </p:cNvPr>
            <p:cNvSpPr/>
            <p:nvPr/>
          </p:nvSpPr>
          <p:spPr>
            <a:xfrm>
              <a:off x="6351524" y="4893316"/>
              <a:ext cx="2077406" cy="1034"/>
            </a:xfrm>
            <a:custGeom>
              <a:avLst/>
              <a:gdLst>
                <a:gd name="csX0" fmla="*/ 0 w 2077406"/>
                <a:gd name="csY0" fmla="*/ 0 h 1034"/>
                <a:gd name="csX1" fmla="*/ 2077407 w 20774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77406" h="1034">
                  <a:moveTo>
                    <a:pt x="0" y="0"/>
                  </a:moveTo>
                  <a:lnTo>
                    <a:pt x="2077407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6C9014B7-A09D-87E4-A00C-2F079E25F177}"/>
                </a:ext>
              </a:extLst>
            </p:cNvPr>
            <p:cNvSpPr/>
            <p:nvPr/>
          </p:nvSpPr>
          <p:spPr>
            <a:xfrm>
              <a:off x="6477287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3" name="Freeform 3252">
              <a:extLst>
                <a:ext uri="{FF2B5EF4-FFF2-40B4-BE49-F238E27FC236}">
                  <a16:creationId xmlns:a16="http://schemas.microsoft.com/office/drawing/2014/main" id="{5F51B425-39C7-F04F-3711-7FAEAA654F0E}"/>
                </a:ext>
              </a:extLst>
            </p:cNvPr>
            <p:cNvSpPr/>
            <p:nvPr/>
          </p:nvSpPr>
          <p:spPr>
            <a:xfrm>
              <a:off x="6789291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4" name="Freeform 3253">
              <a:extLst>
                <a:ext uri="{FF2B5EF4-FFF2-40B4-BE49-F238E27FC236}">
                  <a16:creationId xmlns:a16="http://schemas.microsoft.com/office/drawing/2014/main" id="{A4B43B6E-4F11-8BA7-87CB-EC9864FCA955}"/>
                </a:ext>
              </a:extLst>
            </p:cNvPr>
            <p:cNvSpPr/>
            <p:nvPr/>
          </p:nvSpPr>
          <p:spPr>
            <a:xfrm>
              <a:off x="7101296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5" name="Freeform 3254">
              <a:extLst>
                <a:ext uri="{FF2B5EF4-FFF2-40B4-BE49-F238E27FC236}">
                  <a16:creationId xmlns:a16="http://schemas.microsoft.com/office/drawing/2014/main" id="{32707C31-506C-04CA-F3DC-511ED9B8EA98}"/>
                </a:ext>
              </a:extLst>
            </p:cNvPr>
            <p:cNvSpPr/>
            <p:nvPr/>
          </p:nvSpPr>
          <p:spPr>
            <a:xfrm>
              <a:off x="7413296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6" name="Freeform 3255">
              <a:extLst>
                <a:ext uri="{FF2B5EF4-FFF2-40B4-BE49-F238E27FC236}">
                  <a16:creationId xmlns:a16="http://schemas.microsoft.com/office/drawing/2014/main" id="{CFABD681-023A-16C5-136C-3737D5618F30}"/>
                </a:ext>
              </a:extLst>
            </p:cNvPr>
            <p:cNvSpPr/>
            <p:nvPr/>
          </p:nvSpPr>
          <p:spPr>
            <a:xfrm>
              <a:off x="7725297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7" name="Freeform 3256">
              <a:extLst>
                <a:ext uri="{FF2B5EF4-FFF2-40B4-BE49-F238E27FC236}">
                  <a16:creationId xmlns:a16="http://schemas.microsoft.com/office/drawing/2014/main" id="{23A743EE-E035-6256-0FEA-751E5FD9B2C8}"/>
                </a:ext>
              </a:extLst>
            </p:cNvPr>
            <p:cNvSpPr/>
            <p:nvPr/>
          </p:nvSpPr>
          <p:spPr>
            <a:xfrm>
              <a:off x="8037308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8" name="Freeform 3257">
              <a:extLst>
                <a:ext uri="{FF2B5EF4-FFF2-40B4-BE49-F238E27FC236}">
                  <a16:creationId xmlns:a16="http://schemas.microsoft.com/office/drawing/2014/main" id="{5D98F364-0F80-B605-2BE2-6656710FE07C}"/>
                </a:ext>
              </a:extLst>
            </p:cNvPr>
            <p:cNvSpPr/>
            <p:nvPr/>
          </p:nvSpPr>
          <p:spPr>
            <a:xfrm>
              <a:off x="8349309" y="4873754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9" name="Freeform 3258">
              <a:extLst>
                <a:ext uri="{FF2B5EF4-FFF2-40B4-BE49-F238E27FC236}">
                  <a16:creationId xmlns:a16="http://schemas.microsoft.com/office/drawing/2014/main" id="{B6E31785-2FAC-38F8-C731-67B06654BE96}"/>
                </a:ext>
              </a:extLst>
            </p:cNvPr>
            <p:cNvSpPr/>
            <p:nvPr/>
          </p:nvSpPr>
          <p:spPr>
            <a:xfrm>
              <a:off x="6428778" y="4927709"/>
              <a:ext cx="41214" cy="64935"/>
            </a:xfrm>
            <a:custGeom>
              <a:avLst/>
              <a:gdLst>
                <a:gd name="csX0" fmla="*/ 28301 w 41214"/>
                <a:gd name="csY0" fmla="*/ 29974 h 64935"/>
                <a:gd name="csX1" fmla="*/ 37776 w 41214"/>
                <a:gd name="csY1" fmla="*/ 35387 h 64935"/>
                <a:gd name="csX2" fmla="*/ 41215 w 41214"/>
                <a:gd name="csY2" fmla="*/ 45530 h 64935"/>
                <a:gd name="csX3" fmla="*/ 34841 w 41214"/>
                <a:gd name="csY3" fmla="*/ 59864 h 64935"/>
                <a:gd name="csX4" fmla="*/ 16729 w 41214"/>
                <a:gd name="csY4" fmla="*/ 64936 h 64935"/>
                <a:gd name="csX5" fmla="*/ 8596 w 41214"/>
                <a:gd name="csY5" fmla="*/ 64139 h 64935"/>
                <a:gd name="csX6" fmla="*/ 0 w 41214"/>
                <a:gd name="csY6" fmla="*/ 61841 h 64935"/>
                <a:gd name="csX7" fmla="*/ 0 w 41214"/>
                <a:gd name="csY7" fmla="*/ 53665 h 64935"/>
                <a:gd name="csX8" fmla="*/ 7715 w 41214"/>
                <a:gd name="csY8" fmla="*/ 56770 h 64935"/>
                <a:gd name="csX9" fmla="*/ 16477 w 41214"/>
                <a:gd name="csY9" fmla="*/ 57815 h 64935"/>
                <a:gd name="csX10" fmla="*/ 28594 w 41214"/>
                <a:gd name="csY10" fmla="*/ 54669 h 64935"/>
                <a:gd name="csX11" fmla="*/ 32787 w 41214"/>
                <a:gd name="csY11" fmla="*/ 45530 h 64935"/>
                <a:gd name="csX12" fmla="*/ 28888 w 41214"/>
                <a:gd name="csY12" fmla="*/ 36887 h 64935"/>
                <a:gd name="csX13" fmla="*/ 18112 w 41214"/>
                <a:gd name="csY13" fmla="*/ 33751 h 64935"/>
                <a:gd name="csX14" fmla="*/ 10818 w 41214"/>
                <a:gd name="csY14" fmla="*/ 33751 h 64935"/>
                <a:gd name="csX15" fmla="*/ 10818 w 41214"/>
                <a:gd name="csY15" fmla="*/ 26786 h 64935"/>
                <a:gd name="csX16" fmla="*/ 18448 w 41214"/>
                <a:gd name="csY16" fmla="*/ 26786 h 64935"/>
                <a:gd name="csX17" fmla="*/ 28007 w 41214"/>
                <a:gd name="csY17" fmla="*/ 24312 h 64935"/>
                <a:gd name="csX18" fmla="*/ 31320 w 41214"/>
                <a:gd name="csY18" fmla="*/ 17098 h 64935"/>
                <a:gd name="csX19" fmla="*/ 27882 w 41214"/>
                <a:gd name="csY19" fmla="*/ 9719 h 64935"/>
                <a:gd name="csX20" fmla="*/ 18112 w 41214"/>
                <a:gd name="csY20" fmla="*/ 7121 h 64935"/>
                <a:gd name="csX21" fmla="*/ 10650 w 41214"/>
                <a:gd name="csY21" fmla="*/ 7876 h 64935"/>
                <a:gd name="csX22" fmla="*/ 1887 w 41214"/>
                <a:gd name="csY22" fmla="*/ 10226 h 64935"/>
                <a:gd name="csX23" fmla="*/ 1887 w 41214"/>
                <a:gd name="csY23" fmla="*/ 2681 h 64935"/>
                <a:gd name="csX24" fmla="*/ 10902 w 41214"/>
                <a:gd name="csY24" fmla="*/ 662 h 64935"/>
                <a:gd name="csX25" fmla="*/ 18867 w 41214"/>
                <a:gd name="csY25" fmla="*/ 0 h 64935"/>
                <a:gd name="csX26" fmla="*/ 34129 w 41214"/>
                <a:gd name="csY26" fmla="*/ 4399 h 64935"/>
                <a:gd name="csX27" fmla="*/ 39747 w 41214"/>
                <a:gd name="csY27" fmla="*/ 16218 h 64935"/>
                <a:gd name="csX28" fmla="*/ 36770 w 41214"/>
                <a:gd name="csY28" fmla="*/ 25026 h 64935"/>
                <a:gd name="csX29" fmla="*/ 28301 w 41214"/>
                <a:gd name="csY29" fmla="*/ 29974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41214" h="64935">
                  <a:moveTo>
                    <a:pt x="28301" y="29974"/>
                  </a:moveTo>
                  <a:cubicBezTo>
                    <a:pt x="32354" y="30843"/>
                    <a:pt x="35513" y="32647"/>
                    <a:pt x="37776" y="35387"/>
                  </a:cubicBezTo>
                  <a:cubicBezTo>
                    <a:pt x="40069" y="38126"/>
                    <a:pt x="41215" y="41507"/>
                    <a:pt x="41215" y="45530"/>
                  </a:cubicBezTo>
                  <a:cubicBezTo>
                    <a:pt x="41215" y="51705"/>
                    <a:pt x="39090" y="56483"/>
                    <a:pt x="34841" y="59864"/>
                  </a:cubicBezTo>
                  <a:cubicBezTo>
                    <a:pt x="30593" y="63245"/>
                    <a:pt x="24555" y="64936"/>
                    <a:pt x="16729" y="64936"/>
                  </a:cubicBezTo>
                  <a:cubicBezTo>
                    <a:pt x="14102" y="64936"/>
                    <a:pt x="11391" y="64670"/>
                    <a:pt x="8596" y="64139"/>
                  </a:cubicBezTo>
                  <a:cubicBezTo>
                    <a:pt x="5828" y="63642"/>
                    <a:pt x="2963" y="62876"/>
                    <a:pt x="0" y="61841"/>
                  </a:cubicBezTo>
                  <a:lnTo>
                    <a:pt x="0" y="53665"/>
                  </a:lnTo>
                  <a:cubicBezTo>
                    <a:pt x="2348" y="55031"/>
                    <a:pt x="4920" y="56066"/>
                    <a:pt x="7715" y="56770"/>
                  </a:cubicBezTo>
                  <a:cubicBezTo>
                    <a:pt x="10510" y="57467"/>
                    <a:pt x="13431" y="57815"/>
                    <a:pt x="16477" y="57815"/>
                  </a:cubicBezTo>
                  <a:cubicBezTo>
                    <a:pt x="21788" y="57815"/>
                    <a:pt x="25827" y="56766"/>
                    <a:pt x="28594" y="54669"/>
                  </a:cubicBezTo>
                  <a:cubicBezTo>
                    <a:pt x="31389" y="52571"/>
                    <a:pt x="32787" y="49525"/>
                    <a:pt x="32787" y="45530"/>
                  </a:cubicBezTo>
                  <a:cubicBezTo>
                    <a:pt x="32787" y="41838"/>
                    <a:pt x="31487" y="38957"/>
                    <a:pt x="28888" y="36887"/>
                  </a:cubicBezTo>
                  <a:cubicBezTo>
                    <a:pt x="26316" y="34797"/>
                    <a:pt x="22724" y="33751"/>
                    <a:pt x="18112" y="33751"/>
                  </a:cubicBezTo>
                  <a:lnTo>
                    <a:pt x="10818" y="33751"/>
                  </a:lnTo>
                  <a:lnTo>
                    <a:pt x="10818" y="26786"/>
                  </a:lnTo>
                  <a:lnTo>
                    <a:pt x="18448" y="26786"/>
                  </a:lnTo>
                  <a:cubicBezTo>
                    <a:pt x="22613" y="26786"/>
                    <a:pt x="25799" y="25961"/>
                    <a:pt x="28007" y="24312"/>
                  </a:cubicBezTo>
                  <a:cubicBezTo>
                    <a:pt x="30216" y="22635"/>
                    <a:pt x="31320" y="20231"/>
                    <a:pt x="31320" y="17098"/>
                  </a:cubicBezTo>
                  <a:cubicBezTo>
                    <a:pt x="31320" y="13890"/>
                    <a:pt x="30174" y="11430"/>
                    <a:pt x="27882" y="9719"/>
                  </a:cubicBezTo>
                  <a:cubicBezTo>
                    <a:pt x="25618" y="7987"/>
                    <a:pt x="22362" y="7121"/>
                    <a:pt x="18112" y="7121"/>
                  </a:cubicBezTo>
                  <a:cubicBezTo>
                    <a:pt x="15793" y="7121"/>
                    <a:pt x="13305" y="7373"/>
                    <a:pt x="10650" y="7876"/>
                  </a:cubicBezTo>
                  <a:cubicBezTo>
                    <a:pt x="7994" y="8380"/>
                    <a:pt x="5073" y="9163"/>
                    <a:pt x="1887" y="10226"/>
                  </a:cubicBezTo>
                  <a:lnTo>
                    <a:pt x="1887" y="2681"/>
                  </a:lnTo>
                  <a:cubicBezTo>
                    <a:pt x="5102" y="1784"/>
                    <a:pt x="8106" y="1111"/>
                    <a:pt x="10902" y="662"/>
                  </a:cubicBezTo>
                  <a:cubicBezTo>
                    <a:pt x="13724" y="221"/>
                    <a:pt x="16380" y="0"/>
                    <a:pt x="18867" y="0"/>
                  </a:cubicBezTo>
                  <a:cubicBezTo>
                    <a:pt x="25296" y="0"/>
                    <a:pt x="30383" y="1466"/>
                    <a:pt x="34129" y="4399"/>
                  </a:cubicBezTo>
                  <a:cubicBezTo>
                    <a:pt x="37874" y="7304"/>
                    <a:pt x="39747" y="11243"/>
                    <a:pt x="39747" y="16218"/>
                  </a:cubicBezTo>
                  <a:cubicBezTo>
                    <a:pt x="39747" y="19689"/>
                    <a:pt x="38755" y="22625"/>
                    <a:pt x="36770" y="25026"/>
                  </a:cubicBezTo>
                  <a:cubicBezTo>
                    <a:pt x="34786" y="27400"/>
                    <a:pt x="31963" y="29049"/>
                    <a:pt x="28301" y="2997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0" name="Freeform 3259">
              <a:extLst>
                <a:ext uri="{FF2B5EF4-FFF2-40B4-BE49-F238E27FC236}">
                  <a16:creationId xmlns:a16="http://schemas.microsoft.com/office/drawing/2014/main" id="{C9706CAA-3560-E168-AEB8-2660E6A50CF1}"/>
                </a:ext>
              </a:extLst>
            </p:cNvPr>
            <p:cNvSpPr/>
            <p:nvPr/>
          </p:nvSpPr>
          <p:spPr>
            <a:xfrm>
              <a:off x="6482529" y="4927709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7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7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50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0CA65233-5922-BBA5-7D91-780CAB54C13B}"/>
                </a:ext>
              </a:extLst>
            </p:cNvPr>
            <p:cNvSpPr/>
            <p:nvPr/>
          </p:nvSpPr>
          <p:spPr>
            <a:xfrm>
              <a:off x="6739607" y="4928837"/>
              <a:ext cx="45616" cy="62596"/>
            </a:xfrm>
            <a:custGeom>
              <a:avLst/>
              <a:gdLst>
                <a:gd name="csX0" fmla="*/ 28260 w 45616"/>
                <a:gd name="csY0" fmla="*/ 7380 h 62596"/>
                <a:gd name="csX1" fmla="*/ 6877 w 45616"/>
                <a:gd name="csY1" fmla="*/ 40800 h 62596"/>
                <a:gd name="csX2" fmla="*/ 28260 w 45616"/>
                <a:gd name="csY2" fmla="*/ 40800 h 62596"/>
                <a:gd name="csX3" fmla="*/ 28260 w 45616"/>
                <a:gd name="csY3" fmla="*/ 7380 h 62596"/>
                <a:gd name="csX4" fmla="*/ 26037 w 45616"/>
                <a:gd name="csY4" fmla="*/ 0 h 62596"/>
                <a:gd name="csX5" fmla="*/ 36687 w 45616"/>
                <a:gd name="csY5" fmla="*/ 0 h 62596"/>
                <a:gd name="csX6" fmla="*/ 36687 w 45616"/>
                <a:gd name="csY6" fmla="*/ 40800 h 62596"/>
                <a:gd name="csX7" fmla="*/ 45617 w 45616"/>
                <a:gd name="csY7" fmla="*/ 40800 h 62596"/>
                <a:gd name="csX8" fmla="*/ 45617 w 45616"/>
                <a:gd name="csY8" fmla="*/ 47838 h 62596"/>
                <a:gd name="csX9" fmla="*/ 36687 w 45616"/>
                <a:gd name="csY9" fmla="*/ 47838 h 62596"/>
                <a:gd name="csX10" fmla="*/ 36687 w 45616"/>
                <a:gd name="csY10" fmla="*/ 62597 h 62596"/>
                <a:gd name="csX11" fmla="*/ 28260 w 45616"/>
                <a:gd name="csY11" fmla="*/ 62597 h 62596"/>
                <a:gd name="csX12" fmla="*/ 28260 w 45616"/>
                <a:gd name="csY12" fmla="*/ 47838 h 62596"/>
                <a:gd name="csX13" fmla="*/ 0 w 45616"/>
                <a:gd name="csY13" fmla="*/ 47838 h 62596"/>
                <a:gd name="csX14" fmla="*/ 0 w 45616"/>
                <a:gd name="csY14" fmla="*/ 39661 h 62596"/>
                <a:gd name="csX15" fmla="*/ 26037 w 45616"/>
                <a:gd name="csY15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6" h="62596">
                  <a:moveTo>
                    <a:pt x="28260" y="7380"/>
                  </a:moveTo>
                  <a:lnTo>
                    <a:pt x="6877" y="40800"/>
                  </a:lnTo>
                  <a:lnTo>
                    <a:pt x="28260" y="40800"/>
                  </a:lnTo>
                  <a:lnTo>
                    <a:pt x="28260" y="7380"/>
                  </a:lnTo>
                  <a:moveTo>
                    <a:pt x="26037" y="0"/>
                  </a:moveTo>
                  <a:lnTo>
                    <a:pt x="36687" y="0"/>
                  </a:lnTo>
                  <a:lnTo>
                    <a:pt x="36687" y="40800"/>
                  </a:lnTo>
                  <a:lnTo>
                    <a:pt x="45617" y="40800"/>
                  </a:lnTo>
                  <a:lnTo>
                    <a:pt x="45617" y="47838"/>
                  </a:lnTo>
                  <a:lnTo>
                    <a:pt x="36687" y="47838"/>
                  </a:lnTo>
                  <a:lnTo>
                    <a:pt x="36687" y="62597"/>
                  </a:lnTo>
                  <a:lnTo>
                    <a:pt x="28260" y="62597"/>
                  </a:lnTo>
                  <a:lnTo>
                    <a:pt x="28260" y="47838"/>
                  </a:lnTo>
                  <a:lnTo>
                    <a:pt x="0" y="47838"/>
                  </a:lnTo>
                  <a:lnTo>
                    <a:pt x="0" y="39661"/>
                  </a:lnTo>
                  <a:lnTo>
                    <a:pt x="26037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32B423F7-4B8A-118F-57CF-F584B650039E}"/>
                </a:ext>
              </a:extLst>
            </p:cNvPr>
            <p:cNvSpPr/>
            <p:nvPr/>
          </p:nvSpPr>
          <p:spPr>
            <a:xfrm>
              <a:off x="6795706" y="4927709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7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7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50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1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1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3" name="Freeform 3262">
              <a:extLst>
                <a:ext uri="{FF2B5EF4-FFF2-40B4-BE49-F238E27FC236}">
                  <a16:creationId xmlns:a16="http://schemas.microsoft.com/office/drawing/2014/main" id="{4EE6C51D-99DB-E42A-F14F-335ECEC74E84}"/>
                </a:ext>
              </a:extLst>
            </p:cNvPr>
            <p:cNvSpPr/>
            <p:nvPr/>
          </p:nvSpPr>
          <p:spPr>
            <a:xfrm>
              <a:off x="7052827" y="4928837"/>
              <a:ext cx="40499" cy="63807"/>
            </a:xfrm>
            <a:custGeom>
              <a:avLst/>
              <a:gdLst>
                <a:gd name="csX0" fmla="*/ 2639 w 40499"/>
                <a:gd name="csY0" fmla="*/ 0 h 63807"/>
                <a:gd name="csX1" fmla="*/ 35894 w 40499"/>
                <a:gd name="csY1" fmla="*/ 0 h 63807"/>
                <a:gd name="csX2" fmla="*/ 35894 w 40499"/>
                <a:gd name="csY2" fmla="*/ 7131 h 63807"/>
                <a:gd name="csX3" fmla="*/ 10402 w 40499"/>
                <a:gd name="csY3" fmla="*/ 7131 h 63807"/>
                <a:gd name="csX4" fmla="*/ 10402 w 40499"/>
                <a:gd name="csY4" fmla="*/ 22470 h 63807"/>
                <a:gd name="csX5" fmla="*/ 14086 w 40499"/>
                <a:gd name="csY5" fmla="*/ 21549 h 63807"/>
                <a:gd name="csX6" fmla="*/ 17781 w 40499"/>
                <a:gd name="csY6" fmla="*/ 21217 h 63807"/>
                <a:gd name="csX7" fmla="*/ 34383 w 40499"/>
                <a:gd name="csY7" fmla="*/ 26962 h 63807"/>
                <a:gd name="csX8" fmla="*/ 40499 w 40499"/>
                <a:gd name="csY8" fmla="*/ 42518 h 63807"/>
                <a:gd name="csX9" fmla="*/ 34217 w 40499"/>
                <a:gd name="csY9" fmla="*/ 58239 h 63807"/>
                <a:gd name="csX10" fmla="*/ 16477 w 40499"/>
                <a:gd name="csY10" fmla="*/ 63808 h 63807"/>
                <a:gd name="csX11" fmla="*/ 8425 w 40499"/>
                <a:gd name="csY11" fmla="*/ 63145 h 63807"/>
                <a:gd name="csX12" fmla="*/ 0 w 40499"/>
                <a:gd name="csY12" fmla="*/ 61127 h 63807"/>
                <a:gd name="csX13" fmla="*/ 0 w 40499"/>
                <a:gd name="csY13" fmla="*/ 52619 h 63807"/>
                <a:gd name="csX14" fmla="*/ 7794 w 40499"/>
                <a:gd name="csY14" fmla="*/ 55683 h 63807"/>
                <a:gd name="csX15" fmla="*/ 16312 w 40499"/>
                <a:gd name="csY15" fmla="*/ 56687 h 63807"/>
                <a:gd name="csX16" fmla="*/ 27800 w 40499"/>
                <a:gd name="csY16" fmla="*/ 52868 h 63807"/>
                <a:gd name="csX17" fmla="*/ 32033 w 40499"/>
                <a:gd name="csY17" fmla="*/ 42518 h 63807"/>
                <a:gd name="csX18" fmla="*/ 27800 w 40499"/>
                <a:gd name="csY18" fmla="*/ 32158 h 63807"/>
                <a:gd name="csX19" fmla="*/ 16312 w 40499"/>
                <a:gd name="csY19" fmla="*/ 28338 h 63807"/>
                <a:gd name="csX20" fmla="*/ 9522 w 40499"/>
                <a:gd name="csY20" fmla="*/ 29094 h 63807"/>
                <a:gd name="csX21" fmla="*/ 2639 w 40499"/>
                <a:gd name="csY21" fmla="*/ 31443 h 63807"/>
                <a:gd name="csX22" fmla="*/ 2639 w 40499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499" h="63807">
                  <a:moveTo>
                    <a:pt x="2639" y="0"/>
                  </a:moveTo>
                  <a:lnTo>
                    <a:pt x="35894" y="0"/>
                  </a:lnTo>
                  <a:lnTo>
                    <a:pt x="35894" y="7131"/>
                  </a:lnTo>
                  <a:lnTo>
                    <a:pt x="10402" y="7131"/>
                  </a:lnTo>
                  <a:lnTo>
                    <a:pt x="10402" y="22470"/>
                  </a:lnTo>
                  <a:cubicBezTo>
                    <a:pt x="11630" y="22056"/>
                    <a:pt x="12858" y="21749"/>
                    <a:pt x="14086" y="21549"/>
                  </a:cubicBezTo>
                  <a:cubicBezTo>
                    <a:pt x="15315" y="21328"/>
                    <a:pt x="16546" y="21217"/>
                    <a:pt x="17781" y="21217"/>
                  </a:cubicBezTo>
                  <a:cubicBezTo>
                    <a:pt x="24764" y="21217"/>
                    <a:pt x="30298" y="23132"/>
                    <a:pt x="34383" y="26962"/>
                  </a:cubicBezTo>
                  <a:cubicBezTo>
                    <a:pt x="38461" y="30791"/>
                    <a:pt x="40499" y="35977"/>
                    <a:pt x="40499" y="42518"/>
                  </a:cubicBezTo>
                  <a:cubicBezTo>
                    <a:pt x="40499" y="49252"/>
                    <a:pt x="38405" y="54493"/>
                    <a:pt x="34217" y="58239"/>
                  </a:cubicBezTo>
                  <a:cubicBezTo>
                    <a:pt x="30022" y="61952"/>
                    <a:pt x="24109" y="63808"/>
                    <a:pt x="16477" y="63808"/>
                  </a:cubicBezTo>
                  <a:cubicBezTo>
                    <a:pt x="13848" y="63808"/>
                    <a:pt x="11164" y="63587"/>
                    <a:pt x="8425" y="63145"/>
                  </a:cubicBezTo>
                  <a:cubicBezTo>
                    <a:pt x="5713" y="62697"/>
                    <a:pt x="2905" y="62024"/>
                    <a:pt x="0" y="61127"/>
                  </a:cubicBezTo>
                  <a:lnTo>
                    <a:pt x="0" y="52619"/>
                  </a:lnTo>
                  <a:cubicBezTo>
                    <a:pt x="2518" y="53986"/>
                    <a:pt x="5116" y="55007"/>
                    <a:pt x="7794" y="55683"/>
                  </a:cubicBezTo>
                  <a:cubicBezTo>
                    <a:pt x="10478" y="56352"/>
                    <a:pt x="13317" y="56687"/>
                    <a:pt x="16312" y="56687"/>
                  </a:cubicBezTo>
                  <a:cubicBezTo>
                    <a:pt x="21148" y="56687"/>
                    <a:pt x="24978" y="55414"/>
                    <a:pt x="27800" y="52868"/>
                  </a:cubicBezTo>
                  <a:cubicBezTo>
                    <a:pt x="30622" y="50329"/>
                    <a:pt x="32033" y="46879"/>
                    <a:pt x="32033" y="42518"/>
                  </a:cubicBezTo>
                  <a:cubicBezTo>
                    <a:pt x="32033" y="38157"/>
                    <a:pt x="30622" y="34704"/>
                    <a:pt x="27800" y="32158"/>
                  </a:cubicBezTo>
                  <a:cubicBezTo>
                    <a:pt x="24978" y="29611"/>
                    <a:pt x="21148" y="28338"/>
                    <a:pt x="16312" y="28338"/>
                  </a:cubicBezTo>
                  <a:cubicBezTo>
                    <a:pt x="14048" y="28338"/>
                    <a:pt x="11785" y="28590"/>
                    <a:pt x="9522" y="29094"/>
                  </a:cubicBezTo>
                  <a:cubicBezTo>
                    <a:pt x="7280" y="29598"/>
                    <a:pt x="4985" y="30381"/>
                    <a:pt x="2639" y="31443"/>
                  </a:cubicBezTo>
                  <a:lnTo>
                    <a:pt x="2639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4" name="Freeform 3263">
              <a:extLst>
                <a:ext uri="{FF2B5EF4-FFF2-40B4-BE49-F238E27FC236}">
                  <a16:creationId xmlns:a16="http://schemas.microsoft.com/office/drawing/2014/main" id="{C4C8D6C0-3531-6272-7C58-EB30A391972D}"/>
                </a:ext>
              </a:extLst>
            </p:cNvPr>
            <p:cNvSpPr/>
            <p:nvPr/>
          </p:nvSpPr>
          <p:spPr>
            <a:xfrm>
              <a:off x="7106491" y="4927709"/>
              <a:ext cx="43273" cy="64935"/>
            </a:xfrm>
            <a:custGeom>
              <a:avLst/>
              <a:gdLst>
                <a:gd name="csX0" fmla="*/ 21631 w 43273"/>
                <a:gd name="csY0" fmla="*/ 6707 h 64935"/>
                <a:gd name="csX1" fmla="*/ 11778 w 43273"/>
                <a:gd name="csY1" fmla="*/ 13165 h 64935"/>
                <a:gd name="csX2" fmla="*/ 8508 w 43273"/>
                <a:gd name="csY2" fmla="*/ 32489 h 64935"/>
                <a:gd name="csX3" fmla="*/ 11778 w 43273"/>
                <a:gd name="csY3" fmla="*/ 51822 h 64935"/>
                <a:gd name="csX4" fmla="*/ 21631 w 43273"/>
                <a:gd name="csY4" fmla="*/ 58229 h 64935"/>
                <a:gd name="csX5" fmla="*/ 31485 w 43273"/>
                <a:gd name="csY5" fmla="*/ 51822 h 64935"/>
                <a:gd name="csX6" fmla="*/ 34797 w 43273"/>
                <a:gd name="csY6" fmla="*/ 32489 h 64935"/>
                <a:gd name="csX7" fmla="*/ 31485 w 43273"/>
                <a:gd name="csY7" fmla="*/ 13165 h 64935"/>
                <a:gd name="csX8" fmla="*/ 21631 w 43273"/>
                <a:gd name="csY8" fmla="*/ 6707 h 64935"/>
                <a:gd name="csX9" fmla="*/ 21631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31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31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31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1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1" y="6707"/>
                  </a:cubicBezTo>
                  <a:moveTo>
                    <a:pt x="21631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49" y="64936"/>
                    <a:pt x="21631" y="64936"/>
                  </a:cubicBezTo>
                  <a:cubicBezTo>
                    <a:pt x="14621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1" y="0"/>
                    <a:pt x="21631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5" name="Freeform 3264">
              <a:extLst>
                <a:ext uri="{FF2B5EF4-FFF2-40B4-BE49-F238E27FC236}">
                  <a16:creationId xmlns:a16="http://schemas.microsoft.com/office/drawing/2014/main" id="{9FBE8C33-F188-AECA-5C09-EFA68E57F80F}"/>
                </a:ext>
              </a:extLst>
            </p:cNvPr>
            <p:cNvSpPr/>
            <p:nvPr/>
          </p:nvSpPr>
          <p:spPr>
            <a:xfrm>
              <a:off x="7364517" y="4927709"/>
              <a:ext cx="43221" cy="64935"/>
            </a:xfrm>
            <a:custGeom>
              <a:avLst/>
              <a:gdLst>
                <a:gd name="csX0" fmla="*/ 22346 w 43221"/>
                <a:gd name="csY0" fmla="*/ 29052 h 64935"/>
                <a:gd name="csX1" fmla="*/ 13289 w 43221"/>
                <a:gd name="csY1" fmla="*/ 32954 h 64935"/>
                <a:gd name="csX2" fmla="*/ 9977 w 43221"/>
                <a:gd name="csY2" fmla="*/ 43646 h 64935"/>
                <a:gd name="csX3" fmla="*/ 13289 w 43221"/>
                <a:gd name="csY3" fmla="*/ 54337 h 64935"/>
                <a:gd name="csX4" fmla="*/ 22346 w 43221"/>
                <a:gd name="csY4" fmla="*/ 58229 h 64935"/>
                <a:gd name="csX5" fmla="*/ 31361 w 43221"/>
                <a:gd name="csY5" fmla="*/ 54337 h 64935"/>
                <a:gd name="csX6" fmla="*/ 34714 w 43221"/>
                <a:gd name="csY6" fmla="*/ 43646 h 64935"/>
                <a:gd name="csX7" fmla="*/ 31361 w 43221"/>
                <a:gd name="csY7" fmla="*/ 32954 h 64935"/>
                <a:gd name="csX8" fmla="*/ 22346 w 43221"/>
                <a:gd name="csY8" fmla="*/ 29052 h 64935"/>
                <a:gd name="csX9" fmla="*/ 39154 w 43221"/>
                <a:gd name="csY9" fmla="*/ 2515 h 64935"/>
                <a:gd name="csX10" fmla="*/ 39154 w 43221"/>
                <a:gd name="csY10" fmla="*/ 10226 h 64935"/>
                <a:gd name="csX11" fmla="*/ 32706 w 43221"/>
                <a:gd name="csY11" fmla="*/ 7918 h 64935"/>
                <a:gd name="csX12" fmla="*/ 26289 w 43221"/>
                <a:gd name="csY12" fmla="*/ 7121 h 64935"/>
                <a:gd name="csX13" fmla="*/ 13455 w 43221"/>
                <a:gd name="csY13" fmla="*/ 12782 h 64935"/>
                <a:gd name="csX14" fmla="*/ 8425 w 43221"/>
                <a:gd name="csY14" fmla="*/ 29891 h 64935"/>
                <a:gd name="csX15" fmla="*/ 14635 w 43221"/>
                <a:gd name="csY15" fmla="*/ 24312 h 64935"/>
                <a:gd name="csX16" fmla="*/ 22853 w 43221"/>
                <a:gd name="csY16" fmla="*/ 22346 h 64935"/>
                <a:gd name="csX17" fmla="*/ 37736 w 43221"/>
                <a:gd name="csY17" fmla="*/ 28090 h 64935"/>
                <a:gd name="csX18" fmla="*/ 43222 w 43221"/>
                <a:gd name="csY18" fmla="*/ 43646 h 64935"/>
                <a:gd name="csX19" fmla="*/ 37519 w 43221"/>
                <a:gd name="csY19" fmla="*/ 59109 h 64935"/>
                <a:gd name="csX20" fmla="*/ 22346 w 43221"/>
                <a:gd name="csY20" fmla="*/ 64936 h 64935"/>
                <a:gd name="csX21" fmla="*/ 5744 w 43221"/>
                <a:gd name="csY21" fmla="*/ 56635 h 64935"/>
                <a:gd name="csX22" fmla="*/ 0 w 43221"/>
                <a:gd name="csY22" fmla="*/ 32489 h 64935"/>
                <a:gd name="csX23" fmla="*/ 7038 w 43221"/>
                <a:gd name="csY23" fmla="*/ 8839 h 64935"/>
                <a:gd name="csX24" fmla="*/ 25948 w 43221"/>
                <a:gd name="csY24" fmla="*/ 0 h 64935"/>
                <a:gd name="csX25" fmla="*/ 32364 w 43221"/>
                <a:gd name="csY25" fmla="*/ 621 h 64935"/>
                <a:gd name="csX26" fmla="*/ 39154 w 43221"/>
                <a:gd name="csY26" fmla="*/ 25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221" h="64935">
                  <a:moveTo>
                    <a:pt x="22346" y="29052"/>
                  </a:moveTo>
                  <a:cubicBezTo>
                    <a:pt x="18544" y="29052"/>
                    <a:pt x="15525" y="30353"/>
                    <a:pt x="13289" y="32954"/>
                  </a:cubicBezTo>
                  <a:cubicBezTo>
                    <a:pt x="11081" y="35549"/>
                    <a:pt x="9977" y="39113"/>
                    <a:pt x="9977" y="43646"/>
                  </a:cubicBezTo>
                  <a:cubicBezTo>
                    <a:pt x="9977" y="48145"/>
                    <a:pt x="11081" y="51709"/>
                    <a:pt x="13289" y="54337"/>
                  </a:cubicBezTo>
                  <a:cubicBezTo>
                    <a:pt x="15525" y="56932"/>
                    <a:pt x="18544" y="58229"/>
                    <a:pt x="22346" y="58229"/>
                  </a:cubicBezTo>
                  <a:cubicBezTo>
                    <a:pt x="26148" y="58229"/>
                    <a:pt x="29153" y="56932"/>
                    <a:pt x="31361" y="54337"/>
                  </a:cubicBezTo>
                  <a:cubicBezTo>
                    <a:pt x="33596" y="51709"/>
                    <a:pt x="34714" y="48145"/>
                    <a:pt x="34714" y="43646"/>
                  </a:cubicBezTo>
                  <a:cubicBezTo>
                    <a:pt x="34714" y="39113"/>
                    <a:pt x="33596" y="35549"/>
                    <a:pt x="31361" y="32954"/>
                  </a:cubicBezTo>
                  <a:cubicBezTo>
                    <a:pt x="29153" y="30353"/>
                    <a:pt x="26148" y="29052"/>
                    <a:pt x="22346" y="29052"/>
                  </a:cubicBezTo>
                  <a:moveTo>
                    <a:pt x="39154" y="2515"/>
                  </a:moveTo>
                  <a:lnTo>
                    <a:pt x="39154" y="10226"/>
                  </a:lnTo>
                  <a:cubicBezTo>
                    <a:pt x="37036" y="9218"/>
                    <a:pt x="34886" y="8449"/>
                    <a:pt x="32706" y="7918"/>
                  </a:cubicBezTo>
                  <a:cubicBezTo>
                    <a:pt x="30553" y="7386"/>
                    <a:pt x="28414" y="7121"/>
                    <a:pt x="26289" y="7121"/>
                  </a:cubicBezTo>
                  <a:cubicBezTo>
                    <a:pt x="20700" y="7121"/>
                    <a:pt x="16422" y="9008"/>
                    <a:pt x="13455" y="12782"/>
                  </a:cubicBezTo>
                  <a:cubicBezTo>
                    <a:pt x="10523" y="16557"/>
                    <a:pt x="8846" y="22259"/>
                    <a:pt x="8425" y="29891"/>
                  </a:cubicBezTo>
                  <a:cubicBezTo>
                    <a:pt x="10074" y="27455"/>
                    <a:pt x="12144" y="25596"/>
                    <a:pt x="14635" y="24312"/>
                  </a:cubicBezTo>
                  <a:cubicBezTo>
                    <a:pt x="17119" y="23001"/>
                    <a:pt x="19858" y="22346"/>
                    <a:pt x="22853" y="22346"/>
                  </a:cubicBezTo>
                  <a:cubicBezTo>
                    <a:pt x="29139" y="22346"/>
                    <a:pt x="34100" y="24260"/>
                    <a:pt x="37736" y="28090"/>
                  </a:cubicBezTo>
                  <a:cubicBezTo>
                    <a:pt x="41393" y="31892"/>
                    <a:pt x="43222" y="37077"/>
                    <a:pt x="43222" y="43646"/>
                  </a:cubicBezTo>
                  <a:cubicBezTo>
                    <a:pt x="43222" y="50070"/>
                    <a:pt x="41321" y="55224"/>
                    <a:pt x="37519" y="59109"/>
                  </a:cubicBezTo>
                  <a:cubicBezTo>
                    <a:pt x="33717" y="62993"/>
                    <a:pt x="28659" y="64936"/>
                    <a:pt x="22346" y="64936"/>
                  </a:cubicBezTo>
                  <a:cubicBezTo>
                    <a:pt x="15108" y="64936"/>
                    <a:pt x="9574" y="62169"/>
                    <a:pt x="5744" y="56635"/>
                  </a:cubicBezTo>
                  <a:cubicBezTo>
                    <a:pt x="1915" y="51074"/>
                    <a:pt x="0" y="43025"/>
                    <a:pt x="0" y="32489"/>
                  </a:cubicBezTo>
                  <a:cubicBezTo>
                    <a:pt x="0" y="22594"/>
                    <a:pt x="2346" y="14711"/>
                    <a:pt x="7038" y="8839"/>
                  </a:cubicBezTo>
                  <a:cubicBezTo>
                    <a:pt x="11737" y="2946"/>
                    <a:pt x="18040" y="0"/>
                    <a:pt x="25948" y="0"/>
                  </a:cubicBezTo>
                  <a:cubicBezTo>
                    <a:pt x="28073" y="0"/>
                    <a:pt x="30212" y="207"/>
                    <a:pt x="32364" y="621"/>
                  </a:cubicBezTo>
                  <a:cubicBezTo>
                    <a:pt x="34545" y="1042"/>
                    <a:pt x="36808" y="1673"/>
                    <a:pt x="39154" y="25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6" name="Freeform 3265">
              <a:extLst>
                <a:ext uri="{FF2B5EF4-FFF2-40B4-BE49-F238E27FC236}">
                  <a16:creationId xmlns:a16="http://schemas.microsoft.com/office/drawing/2014/main" id="{954DECBD-1714-6FD2-1089-90B3C1B63EC3}"/>
                </a:ext>
              </a:extLst>
            </p:cNvPr>
            <p:cNvSpPr/>
            <p:nvPr/>
          </p:nvSpPr>
          <p:spPr>
            <a:xfrm>
              <a:off x="7418813" y="4927709"/>
              <a:ext cx="43262" cy="64935"/>
            </a:xfrm>
            <a:custGeom>
              <a:avLst/>
              <a:gdLst>
                <a:gd name="csX0" fmla="*/ 21631 w 43262"/>
                <a:gd name="csY0" fmla="*/ 6707 h 64935"/>
                <a:gd name="csX1" fmla="*/ 11778 w 43262"/>
                <a:gd name="csY1" fmla="*/ 13165 h 64935"/>
                <a:gd name="csX2" fmla="*/ 8508 w 43262"/>
                <a:gd name="csY2" fmla="*/ 32489 h 64935"/>
                <a:gd name="csX3" fmla="*/ 11778 w 43262"/>
                <a:gd name="csY3" fmla="*/ 51822 h 64935"/>
                <a:gd name="csX4" fmla="*/ 21631 w 43262"/>
                <a:gd name="csY4" fmla="*/ 58229 h 64935"/>
                <a:gd name="csX5" fmla="*/ 31485 w 43262"/>
                <a:gd name="csY5" fmla="*/ 51822 h 64935"/>
                <a:gd name="csX6" fmla="*/ 34797 w 43262"/>
                <a:gd name="csY6" fmla="*/ 32489 h 64935"/>
                <a:gd name="csX7" fmla="*/ 31485 w 43262"/>
                <a:gd name="csY7" fmla="*/ 13165 h 64935"/>
                <a:gd name="csX8" fmla="*/ 21631 w 43262"/>
                <a:gd name="csY8" fmla="*/ 6707 h 64935"/>
                <a:gd name="csX9" fmla="*/ 21631 w 43262"/>
                <a:gd name="csY9" fmla="*/ 0 h 64935"/>
                <a:gd name="csX10" fmla="*/ 37695 w 43262"/>
                <a:gd name="csY10" fmla="*/ 8342 h 64935"/>
                <a:gd name="csX11" fmla="*/ 43263 w 43262"/>
                <a:gd name="csY11" fmla="*/ 32489 h 64935"/>
                <a:gd name="csX12" fmla="*/ 37695 w 43262"/>
                <a:gd name="csY12" fmla="*/ 56635 h 64935"/>
                <a:gd name="csX13" fmla="*/ 21631 w 43262"/>
                <a:gd name="csY13" fmla="*/ 64936 h 64935"/>
                <a:gd name="csX14" fmla="*/ 5527 w 43262"/>
                <a:gd name="csY14" fmla="*/ 56635 h 64935"/>
                <a:gd name="csX15" fmla="*/ 0 w 43262"/>
                <a:gd name="csY15" fmla="*/ 32489 h 64935"/>
                <a:gd name="csX16" fmla="*/ 5527 w 43262"/>
                <a:gd name="csY16" fmla="*/ 8342 h 64935"/>
                <a:gd name="csX17" fmla="*/ 21631 w 43262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2" h="64935">
                  <a:moveTo>
                    <a:pt x="21631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1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1" y="6707"/>
                  </a:cubicBezTo>
                  <a:moveTo>
                    <a:pt x="21631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07" y="13876"/>
                    <a:pt x="43263" y="21925"/>
                    <a:pt x="43263" y="32489"/>
                  </a:cubicBezTo>
                  <a:cubicBezTo>
                    <a:pt x="43263" y="43025"/>
                    <a:pt x="41407" y="51074"/>
                    <a:pt x="37695" y="56635"/>
                  </a:cubicBezTo>
                  <a:cubicBezTo>
                    <a:pt x="34003" y="62169"/>
                    <a:pt x="28649" y="64936"/>
                    <a:pt x="21631" y="64936"/>
                  </a:cubicBezTo>
                  <a:cubicBezTo>
                    <a:pt x="14614" y="64936"/>
                    <a:pt x="9246" y="62169"/>
                    <a:pt x="5527" y="56635"/>
                  </a:cubicBezTo>
                  <a:cubicBezTo>
                    <a:pt x="1842" y="51074"/>
                    <a:pt x="0" y="43025"/>
                    <a:pt x="0" y="32489"/>
                  </a:cubicBezTo>
                  <a:cubicBezTo>
                    <a:pt x="0" y="21925"/>
                    <a:pt x="1842" y="13876"/>
                    <a:pt x="5527" y="8342"/>
                  </a:cubicBezTo>
                  <a:cubicBezTo>
                    <a:pt x="9246" y="2781"/>
                    <a:pt x="14614" y="0"/>
                    <a:pt x="21631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7" name="Freeform 3266">
              <a:extLst>
                <a:ext uri="{FF2B5EF4-FFF2-40B4-BE49-F238E27FC236}">
                  <a16:creationId xmlns:a16="http://schemas.microsoft.com/office/drawing/2014/main" id="{F028FF52-C42B-11FB-3A7F-A7F1748FB9B5}"/>
                </a:ext>
              </a:extLst>
            </p:cNvPr>
            <p:cNvSpPr/>
            <p:nvPr/>
          </p:nvSpPr>
          <p:spPr>
            <a:xfrm>
              <a:off x="7677045" y="4928837"/>
              <a:ext cx="40251" cy="62596"/>
            </a:xfrm>
            <a:custGeom>
              <a:avLst/>
              <a:gdLst>
                <a:gd name="csX0" fmla="*/ 0 w 40251"/>
                <a:gd name="csY0" fmla="*/ 0 h 62596"/>
                <a:gd name="csX1" fmla="*/ 40251 w 40251"/>
                <a:gd name="csY1" fmla="*/ 0 h 62596"/>
                <a:gd name="csX2" fmla="*/ 40251 w 40251"/>
                <a:gd name="csY2" fmla="*/ 3602 h 62596"/>
                <a:gd name="csX3" fmla="*/ 17522 w 40251"/>
                <a:gd name="csY3" fmla="*/ 62597 h 62596"/>
                <a:gd name="csX4" fmla="*/ 8673 w 40251"/>
                <a:gd name="csY4" fmla="*/ 62597 h 62596"/>
                <a:gd name="csX5" fmla="*/ 30056 w 40251"/>
                <a:gd name="csY5" fmla="*/ 7131 h 62596"/>
                <a:gd name="csX6" fmla="*/ 0 w 40251"/>
                <a:gd name="csY6" fmla="*/ 7131 h 62596"/>
                <a:gd name="csX7" fmla="*/ 0 w 40251"/>
                <a:gd name="csY7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0251" h="62596">
                  <a:moveTo>
                    <a:pt x="0" y="0"/>
                  </a:moveTo>
                  <a:lnTo>
                    <a:pt x="40251" y="0"/>
                  </a:lnTo>
                  <a:lnTo>
                    <a:pt x="40251" y="3602"/>
                  </a:lnTo>
                  <a:lnTo>
                    <a:pt x="17522" y="62597"/>
                  </a:lnTo>
                  <a:lnTo>
                    <a:pt x="8673" y="62597"/>
                  </a:lnTo>
                  <a:lnTo>
                    <a:pt x="30056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8" name="Freeform 3267">
              <a:extLst>
                <a:ext uri="{FF2B5EF4-FFF2-40B4-BE49-F238E27FC236}">
                  <a16:creationId xmlns:a16="http://schemas.microsoft.com/office/drawing/2014/main" id="{B0F41352-2783-D430-6432-1177B181CB83}"/>
                </a:ext>
              </a:extLst>
            </p:cNvPr>
            <p:cNvSpPr/>
            <p:nvPr/>
          </p:nvSpPr>
          <p:spPr>
            <a:xfrm>
              <a:off x="7730286" y="4927709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2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52" y="64936"/>
                    <a:pt x="21642" y="64936"/>
                  </a:cubicBezTo>
                  <a:cubicBezTo>
                    <a:pt x="14625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9" name="Freeform 3268">
              <a:extLst>
                <a:ext uri="{FF2B5EF4-FFF2-40B4-BE49-F238E27FC236}">
                  <a16:creationId xmlns:a16="http://schemas.microsoft.com/office/drawing/2014/main" id="{C2B999CF-9576-EA61-27F1-EDA1EF8642A6}"/>
                </a:ext>
              </a:extLst>
            </p:cNvPr>
            <p:cNvSpPr/>
            <p:nvPr/>
          </p:nvSpPr>
          <p:spPr>
            <a:xfrm>
              <a:off x="7988435" y="4927709"/>
              <a:ext cx="42931" cy="64935"/>
            </a:xfrm>
            <a:custGeom>
              <a:avLst/>
              <a:gdLst>
                <a:gd name="csX0" fmla="*/ 21466 w 42931"/>
                <a:gd name="csY0" fmla="*/ 34000 h 64935"/>
                <a:gd name="csX1" fmla="*/ 11954 w 42931"/>
                <a:gd name="csY1" fmla="*/ 37229 h 64935"/>
                <a:gd name="csX2" fmla="*/ 8518 w 42931"/>
                <a:gd name="csY2" fmla="*/ 46120 h 64935"/>
                <a:gd name="csX3" fmla="*/ 11954 w 42931"/>
                <a:gd name="csY3" fmla="*/ 55000 h 64935"/>
                <a:gd name="csX4" fmla="*/ 21466 w 42931"/>
                <a:gd name="csY4" fmla="*/ 58229 h 64935"/>
                <a:gd name="csX5" fmla="*/ 30988 w 42931"/>
                <a:gd name="csY5" fmla="*/ 55000 h 64935"/>
                <a:gd name="csX6" fmla="*/ 34465 w 42931"/>
                <a:gd name="csY6" fmla="*/ 46120 h 64935"/>
                <a:gd name="csX7" fmla="*/ 30988 w 42931"/>
                <a:gd name="csY7" fmla="*/ 37229 h 64935"/>
                <a:gd name="csX8" fmla="*/ 21466 w 42931"/>
                <a:gd name="csY8" fmla="*/ 34000 h 64935"/>
                <a:gd name="csX9" fmla="*/ 13000 w 42931"/>
                <a:gd name="csY9" fmla="*/ 30398 h 64935"/>
                <a:gd name="csX10" fmla="*/ 4492 w 42931"/>
                <a:gd name="csY10" fmla="*/ 25316 h 64935"/>
                <a:gd name="csX11" fmla="*/ 1470 w 42931"/>
                <a:gd name="csY11" fmla="*/ 16218 h 64935"/>
                <a:gd name="csX12" fmla="*/ 6790 w 42931"/>
                <a:gd name="csY12" fmla="*/ 4357 h 64935"/>
                <a:gd name="csX13" fmla="*/ 21466 w 42931"/>
                <a:gd name="csY13" fmla="*/ 0 h 64935"/>
                <a:gd name="csX14" fmla="*/ 36142 w 42931"/>
                <a:gd name="csY14" fmla="*/ 4357 h 64935"/>
                <a:gd name="csX15" fmla="*/ 41472 w 42931"/>
                <a:gd name="csY15" fmla="*/ 16218 h 64935"/>
                <a:gd name="csX16" fmla="*/ 38409 w 42931"/>
                <a:gd name="csY16" fmla="*/ 25316 h 64935"/>
                <a:gd name="csX17" fmla="*/ 29984 w 42931"/>
                <a:gd name="csY17" fmla="*/ 30398 h 64935"/>
                <a:gd name="csX18" fmla="*/ 39495 w 42931"/>
                <a:gd name="csY18" fmla="*/ 35966 h 64935"/>
                <a:gd name="csX19" fmla="*/ 42932 w 42931"/>
                <a:gd name="csY19" fmla="*/ 46120 h 64935"/>
                <a:gd name="csX20" fmla="*/ 37363 w 42931"/>
                <a:gd name="csY20" fmla="*/ 60082 h 64935"/>
                <a:gd name="csX21" fmla="*/ 21466 w 42931"/>
                <a:gd name="csY21" fmla="*/ 64936 h 64935"/>
                <a:gd name="csX22" fmla="*/ 5537 w 42931"/>
                <a:gd name="csY22" fmla="*/ 60082 h 64935"/>
                <a:gd name="csX23" fmla="*/ 0 w 42931"/>
                <a:gd name="csY23" fmla="*/ 46120 h 64935"/>
                <a:gd name="csX24" fmla="*/ 3436 w 42931"/>
                <a:gd name="csY24" fmla="*/ 35966 h 64935"/>
                <a:gd name="csX25" fmla="*/ 13000 w 42931"/>
                <a:gd name="csY25" fmla="*/ 30398 h 64935"/>
                <a:gd name="csX26" fmla="*/ 9895 w 42931"/>
                <a:gd name="csY26" fmla="*/ 17015 h 64935"/>
                <a:gd name="csX27" fmla="*/ 12917 w 42931"/>
                <a:gd name="csY27" fmla="*/ 24602 h 64935"/>
                <a:gd name="csX28" fmla="*/ 21466 w 42931"/>
                <a:gd name="csY28" fmla="*/ 27334 h 64935"/>
                <a:gd name="csX29" fmla="*/ 29984 w 42931"/>
                <a:gd name="csY29" fmla="*/ 24602 h 64935"/>
                <a:gd name="csX30" fmla="*/ 33079 w 42931"/>
                <a:gd name="csY30" fmla="*/ 17015 h 64935"/>
                <a:gd name="csX31" fmla="*/ 29984 w 42931"/>
                <a:gd name="csY31" fmla="*/ 9429 h 64935"/>
                <a:gd name="csX32" fmla="*/ 21466 w 42931"/>
                <a:gd name="csY32" fmla="*/ 6707 h 64935"/>
                <a:gd name="csX33" fmla="*/ 12917 w 42931"/>
                <a:gd name="csY33" fmla="*/ 9429 h 64935"/>
                <a:gd name="csX34" fmla="*/ 9895 w 42931"/>
                <a:gd name="csY34" fmla="*/ 170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2931" h="64935">
                  <a:moveTo>
                    <a:pt x="21466" y="34000"/>
                  </a:moveTo>
                  <a:cubicBezTo>
                    <a:pt x="17443" y="34000"/>
                    <a:pt x="14273" y="35076"/>
                    <a:pt x="11954" y="37229"/>
                  </a:cubicBezTo>
                  <a:cubicBezTo>
                    <a:pt x="9663" y="39382"/>
                    <a:pt x="8518" y="42345"/>
                    <a:pt x="8518" y="46120"/>
                  </a:cubicBezTo>
                  <a:cubicBezTo>
                    <a:pt x="8518" y="49887"/>
                    <a:pt x="9663" y="52847"/>
                    <a:pt x="11954" y="55000"/>
                  </a:cubicBezTo>
                  <a:cubicBezTo>
                    <a:pt x="14273" y="57153"/>
                    <a:pt x="17443" y="58229"/>
                    <a:pt x="21466" y="58229"/>
                  </a:cubicBezTo>
                  <a:cubicBezTo>
                    <a:pt x="25495" y="58229"/>
                    <a:pt x="28669" y="57153"/>
                    <a:pt x="30988" y="55000"/>
                  </a:cubicBezTo>
                  <a:cubicBezTo>
                    <a:pt x="33306" y="52819"/>
                    <a:pt x="34465" y="49859"/>
                    <a:pt x="34465" y="46120"/>
                  </a:cubicBezTo>
                  <a:cubicBezTo>
                    <a:pt x="34465" y="42345"/>
                    <a:pt x="33306" y="39382"/>
                    <a:pt x="30988" y="37229"/>
                  </a:cubicBezTo>
                  <a:cubicBezTo>
                    <a:pt x="28697" y="35076"/>
                    <a:pt x="25523" y="34000"/>
                    <a:pt x="21466" y="34000"/>
                  </a:cubicBezTo>
                  <a:moveTo>
                    <a:pt x="13000" y="30398"/>
                  </a:moveTo>
                  <a:cubicBezTo>
                    <a:pt x="9363" y="29501"/>
                    <a:pt x="6527" y="27807"/>
                    <a:pt x="4492" y="25316"/>
                  </a:cubicBezTo>
                  <a:cubicBezTo>
                    <a:pt x="2477" y="22832"/>
                    <a:pt x="1470" y="19800"/>
                    <a:pt x="1470" y="16218"/>
                  </a:cubicBezTo>
                  <a:cubicBezTo>
                    <a:pt x="1470" y="11216"/>
                    <a:pt x="3243" y="7262"/>
                    <a:pt x="6790" y="4357"/>
                  </a:cubicBezTo>
                  <a:cubicBezTo>
                    <a:pt x="10371" y="1452"/>
                    <a:pt x="15263" y="0"/>
                    <a:pt x="21466" y="0"/>
                  </a:cubicBezTo>
                  <a:cubicBezTo>
                    <a:pt x="27703" y="0"/>
                    <a:pt x="32596" y="1452"/>
                    <a:pt x="36142" y="4357"/>
                  </a:cubicBezTo>
                  <a:cubicBezTo>
                    <a:pt x="39696" y="7262"/>
                    <a:pt x="41472" y="11216"/>
                    <a:pt x="41472" y="16218"/>
                  </a:cubicBezTo>
                  <a:cubicBezTo>
                    <a:pt x="41472" y="19800"/>
                    <a:pt x="40451" y="22832"/>
                    <a:pt x="38409" y="25316"/>
                  </a:cubicBezTo>
                  <a:cubicBezTo>
                    <a:pt x="36394" y="27807"/>
                    <a:pt x="33586" y="29501"/>
                    <a:pt x="29984" y="30398"/>
                  </a:cubicBezTo>
                  <a:cubicBezTo>
                    <a:pt x="34062" y="31343"/>
                    <a:pt x="37232" y="33199"/>
                    <a:pt x="39495" y="35966"/>
                  </a:cubicBezTo>
                  <a:cubicBezTo>
                    <a:pt x="41786" y="38733"/>
                    <a:pt x="42932" y="42118"/>
                    <a:pt x="42932" y="46120"/>
                  </a:cubicBezTo>
                  <a:cubicBezTo>
                    <a:pt x="42932" y="52185"/>
                    <a:pt x="41076" y="56839"/>
                    <a:pt x="37363" y="60082"/>
                  </a:cubicBezTo>
                  <a:cubicBezTo>
                    <a:pt x="33672" y="63318"/>
                    <a:pt x="28373" y="64936"/>
                    <a:pt x="21466" y="64936"/>
                  </a:cubicBezTo>
                  <a:cubicBezTo>
                    <a:pt x="14566" y="64936"/>
                    <a:pt x="9256" y="63318"/>
                    <a:pt x="5537" y="60082"/>
                  </a:cubicBezTo>
                  <a:cubicBezTo>
                    <a:pt x="1846" y="56839"/>
                    <a:pt x="0" y="52185"/>
                    <a:pt x="0" y="46120"/>
                  </a:cubicBezTo>
                  <a:cubicBezTo>
                    <a:pt x="0" y="42118"/>
                    <a:pt x="1145" y="38733"/>
                    <a:pt x="3436" y="35966"/>
                  </a:cubicBezTo>
                  <a:cubicBezTo>
                    <a:pt x="5734" y="33199"/>
                    <a:pt x="8922" y="31343"/>
                    <a:pt x="13000" y="30398"/>
                  </a:cubicBezTo>
                  <a:moveTo>
                    <a:pt x="9895" y="17015"/>
                  </a:moveTo>
                  <a:cubicBezTo>
                    <a:pt x="9895" y="20258"/>
                    <a:pt x="10902" y="22787"/>
                    <a:pt x="12917" y="24602"/>
                  </a:cubicBezTo>
                  <a:cubicBezTo>
                    <a:pt x="14959" y="26424"/>
                    <a:pt x="17809" y="27334"/>
                    <a:pt x="21466" y="27334"/>
                  </a:cubicBezTo>
                  <a:cubicBezTo>
                    <a:pt x="25102" y="27334"/>
                    <a:pt x="27941" y="26424"/>
                    <a:pt x="29984" y="24602"/>
                  </a:cubicBezTo>
                  <a:cubicBezTo>
                    <a:pt x="32047" y="22787"/>
                    <a:pt x="33079" y="20258"/>
                    <a:pt x="33079" y="17015"/>
                  </a:cubicBezTo>
                  <a:cubicBezTo>
                    <a:pt x="33079" y="13772"/>
                    <a:pt x="32047" y="11243"/>
                    <a:pt x="29984" y="9429"/>
                  </a:cubicBezTo>
                  <a:cubicBezTo>
                    <a:pt x="27941" y="7614"/>
                    <a:pt x="25102" y="6707"/>
                    <a:pt x="21466" y="6707"/>
                  </a:cubicBezTo>
                  <a:cubicBezTo>
                    <a:pt x="17809" y="6707"/>
                    <a:pt x="14959" y="7614"/>
                    <a:pt x="12917" y="9429"/>
                  </a:cubicBezTo>
                  <a:cubicBezTo>
                    <a:pt x="10902" y="11243"/>
                    <a:pt x="9895" y="13772"/>
                    <a:pt x="9895" y="170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0" name="Freeform 3269">
              <a:extLst>
                <a:ext uri="{FF2B5EF4-FFF2-40B4-BE49-F238E27FC236}">
                  <a16:creationId xmlns:a16="http://schemas.microsoft.com/office/drawing/2014/main" id="{CEDF2A4C-7845-D0BE-870F-DA752879C846}"/>
                </a:ext>
              </a:extLst>
            </p:cNvPr>
            <p:cNvSpPr/>
            <p:nvPr/>
          </p:nvSpPr>
          <p:spPr>
            <a:xfrm>
              <a:off x="8042897" y="4927709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2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52" y="64936"/>
                    <a:pt x="21642" y="64936"/>
                  </a:cubicBezTo>
                  <a:cubicBezTo>
                    <a:pt x="14625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1" name="Freeform 3270">
              <a:extLst>
                <a:ext uri="{FF2B5EF4-FFF2-40B4-BE49-F238E27FC236}">
                  <a16:creationId xmlns:a16="http://schemas.microsoft.com/office/drawing/2014/main" id="{8BA3813C-98FF-1790-E4C9-F9599569915F}"/>
                </a:ext>
              </a:extLst>
            </p:cNvPr>
            <p:cNvSpPr/>
            <p:nvPr/>
          </p:nvSpPr>
          <p:spPr>
            <a:xfrm>
              <a:off x="8300229" y="4927709"/>
              <a:ext cx="43190" cy="64935"/>
            </a:xfrm>
            <a:custGeom>
              <a:avLst/>
              <a:gdLst>
                <a:gd name="csX0" fmla="*/ 4026 w 43190"/>
                <a:gd name="csY0" fmla="*/ 62421 h 64935"/>
                <a:gd name="csX1" fmla="*/ 4026 w 43190"/>
                <a:gd name="csY1" fmla="*/ 54710 h 64935"/>
                <a:gd name="csX2" fmla="*/ 10485 w 43190"/>
                <a:gd name="csY2" fmla="*/ 57018 h 64935"/>
                <a:gd name="csX3" fmla="*/ 16902 w 43190"/>
                <a:gd name="csY3" fmla="*/ 57815 h 64935"/>
                <a:gd name="csX4" fmla="*/ 29684 w 43190"/>
                <a:gd name="csY4" fmla="*/ 52195 h 64935"/>
                <a:gd name="csX5" fmla="*/ 34755 w 43190"/>
                <a:gd name="csY5" fmla="*/ 35045 h 64935"/>
                <a:gd name="csX6" fmla="*/ 28597 w 43190"/>
                <a:gd name="csY6" fmla="*/ 40582 h 64935"/>
                <a:gd name="csX7" fmla="*/ 20338 w 43190"/>
                <a:gd name="csY7" fmla="*/ 42507 h 64935"/>
                <a:gd name="csX8" fmla="*/ 5454 w 43190"/>
                <a:gd name="csY8" fmla="*/ 36846 h 64935"/>
                <a:gd name="csX9" fmla="*/ 0 w 43190"/>
                <a:gd name="csY9" fmla="*/ 21290 h 64935"/>
                <a:gd name="csX10" fmla="*/ 5703 w 43190"/>
                <a:gd name="csY10" fmla="*/ 5827 h 64935"/>
                <a:gd name="csX11" fmla="*/ 20886 w 43190"/>
                <a:gd name="csY11" fmla="*/ 0 h 64935"/>
                <a:gd name="csX12" fmla="*/ 37446 w 43190"/>
                <a:gd name="csY12" fmla="*/ 8342 h 64935"/>
                <a:gd name="csX13" fmla="*/ 43191 w 43190"/>
                <a:gd name="csY13" fmla="*/ 32489 h 64935"/>
                <a:gd name="csX14" fmla="*/ 36142 w 43190"/>
                <a:gd name="csY14" fmla="*/ 56138 h 64935"/>
                <a:gd name="csX15" fmla="*/ 17274 w 43190"/>
                <a:gd name="csY15" fmla="*/ 64936 h 64935"/>
                <a:gd name="csX16" fmla="*/ 10816 w 43190"/>
                <a:gd name="csY16" fmla="*/ 64315 h 64935"/>
                <a:gd name="csX17" fmla="*/ 4026 w 43190"/>
                <a:gd name="csY17" fmla="*/ 62421 h 64935"/>
                <a:gd name="csX18" fmla="*/ 20886 w 43190"/>
                <a:gd name="csY18" fmla="*/ 35883 h 64935"/>
                <a:gd name="csX19" fmla="*/ 29901 w 43190"/>
                <a:gd name="csY19" fmla="*/ 31982 h 64935"/>
                <a:gd name="csX20" fmla="*/ 33255 w 43190"/>
                <a:gd name="csY20" fmla="*/ 21290 h 64935"/>
                <a:gd name="csX21" fmla="*/ 29901 w 43190"/>
                <a:gd name="csY21" fmla="*/ 10650 h 64935"/>
                <a:gd name="csX22" fmla="*/ 20886 w 43190"/>
                <a:gd name="csY22" fmla="*/ 6707 h 64935"/>
                <a:gd name="csX23" fmla="*/ 11830 w 43190"/>
                <a:gd name="csY23" fmla="*/ 10650 h 64935"/>
                <a:gd name="csX24" fmla="*/ 8518 w 43190"/>
                <a:gd name="csY24" fmla="*/ 21290 h 64935"/>
                <a:gd name="csX25" fmla="*/ 11830 w 43190"/>
                <a:gd name="csY25" fmla="*/ 31982 h 64935"/>
                <a:gd name="csX26" fmla="*/ 20886 w 43190"/>
                <a:gd name="csY26" fmla="*/ 35883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190" h="64935">
                  <a:moveTo>
                    <a:pt x="4026" y="62421"/>
                  </a:moveTo>
                  <a:lnTo>
                    <a:pt x="4026" y="54710"/>
                  </a:lnTo>
                  <a:cubicBezTo>
                    <a:pt x="6151" y="55718"/>
                    <a:pt x="8304" y="56487"/>
                    <a:pt x="10485" y="57018"/>
                  </a:cubicBezTo>
                  <a:cubicBezTo>
                    <a:pt x="12665" y="57549"/>
                    <a:pt x="14804" y="57815"/>
                    <a:pt x="16902" y="57815"/>
                  </a:cubicBezTo>
                  <a:cubicBezTo>
                    <a:pt x="22491" y="57815"/>
                    <a:pt x="26751" y="55942"/>
                    <a:pt x="29684" y="52195"/>
                  </a:cubicBezTo>
                  <a:cubicBezTo>
                    <a:pt x="32651" y="48421"/>
                    <a:pt x="34341" y="42704"/>
                    <a:pt x="34755" y="35045"/>
                  </a:cubicBezTo>
                  <a:cubicBezTo>
                    <a:pt x="33134" y="37453"/>
                    <a:pt x="31081" y="39299"/>
                    <a:pt x="28597" y="40582"/>
                  </a:cubicBezTo>
                  <a:cubicBezTo>
                    <a:pt x="26106" y="41866"/>
                    <a:pt x="23353" y="42507"/>
                    <a:pt x="20338" y="42507"/>
                  </a:cubicBezTo>
                  <a:cubicBezTo>
                    <a:pt x="14073" y="42507"/>
                    <a:pt x="9112" y="40620"/>
                    <a:pt x="5454" y="36846"/>
                  </a:cubicBezTo>
                  <a:cubicBezTo>
                    <a:pt x="1818" y="33044"/>
                    <a:pt x="0" y="27859"/>
                    <a:pt x="0" y="21290"/>
                  </a:cubicBezTo>
                  <a:cubicBezTo>
                    <a:pt x="0" y="14866"/>
                    <a:pt x="1901" y="9712"/>
                    <a:pt x="5703" y="5827"/>
                  </a:cubicBezTo>
                  <a:cubicBezTo>
                    <a:pt x="9505" y="1942"/>
                    <a:pt x="14566" y="0"/>
                    <a:pt x="20886" y="0"/>
                  </a:cubicBezTo>
                  <a:cubicBezTo>
                    <a:pt x="28124" y="0"/>
                    <a:pt x="33645" y="2781"/>
                    <a:pt x="37446" y="8342"/>
                  </a:cubicBezTo>
                  <a:cubicBezTo>
                    <a:pt x="41276" y="13876"/>
                    <a:pt x="43191" y="21925"/>
                    <a:pt x="43191" y="32489"/>
                  </a:cubicBezTo>
                  <a:cubicBezTo>
                    <a:pt x="43191" y="42356"/>
                    <a:pt x="40841" y="50239"/>
                    <a:pt x="36142" y="56138"/>
                  </a:cubicBezTo>
                  <a:cubicBezTo>
                    <a:pt x="31478" y="62003"/>
                    <a:pt x="25188" y="64936"/>
                    <a:pt x="17274" y="64936"/>
                  </a:cubicBezTo>
                  <a:cubicBezTo>
                    <a:pt x="15149" y="64936"/>
                    <a:pt x="12996" y="64729"/>
                    <a:pt x="10816" y="64315"/>
                  </a:cubicBezTo>
                  <a:cubicBezTo>
                    <a:pt x="8636" y="63894"/>
                    <a:pt x="6372" y="63263"/>
                    <a:pt x="4026" y="62421"/>
                  </a:cubicBezTo>
                  <a:moveTo>
                    <a:pt x="20886" y="35883"/>
                  </a:moveTo>
                  <a:cubicBezTo>
                    <a:pt x="24681" y="35883"/>
                    <a:pt x="27686" y="34583"/>
                    <a:pt x="29901" y="31982"/>
                  </a:cubicBezTo>
                  <a:cubicBezTo>
                    <a:pt x="32137" y="29387"/>
                    <a:pt x="33255" y="25823"/>
                    <a:pt x="33255" y="21290"/>
                  </a:cubicBezTo>
                  <a:cubicBezTo>
                    <a:pt x="33255" y="16791"/>
                    <a:pt x="32137" y="13245"/>
                    <a:pt x="29901" y="10650"/>
                  </a:cubicBezTo>
                  <a:cubicBezTo>
                    <a:pt x="27686" y="8021"/>
                    <a:pt x="24681" y="6707"/>
                    <a:pt x="20886" y="6707"/>
                  </a:cubicBezTo>
                  <a:cubicBezTo>
                    <a:pt x="17085" y="6707"/>
                    <a:pt x="14066" y="8021"/>
                    <a:pt x="11830" y="10650"/>
                  </a:cubicBezTo>
                  <a:cubicBezTo>
                    <a:pt x="9622" y="13245"/>
                    <a:pt x="8518" y="16791"/>
                    <a:pt x="8518" y="21290"/>
                  </a:cubicBezTo>
                  <a:cubicBezTo>
                    <a:pt x="8518" y="25823"/>
                    <a:pt x="9622" y="29387"/>
                    <a:pt x="11830" y="31982"/>
                  </a:cubicBezTo>
                  <a:cubicBezTo>
                    <a:pt x="14066" y="34583"/>
                    <a:pt x="17085" y="35883"/>
                    <a:pt x="20886" y="358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2" name="Freeform 3271">
              <a:extLst>
                <a:ext uri="{FF2B5EF4-FFF2-40B4-BE49-F238E27FC236}">
                  <a16:creationId xmlns:a16="http://schemas.microsoft.com/office/drawing/2014/main" id="{DC636385-BEED-A8E1-4CB4-6F4A02C4EE61}"/>
                </a:ext>
              </a:extLst>
            </p:cNvPr>
            <p:cNvSpPr/>
            <p:nvPr/>
          </p:nvSpPr>
          <p:spPr>
            <a:xfrm>
              <a:off x="8355115" y="4927709"/>
              <a:ext cx="43263" cy="64935"/>
            </a:xfrm>
            <a:custGeom>
              <a:avLst/>
              <a:gdLst>
                <a:gd name="csX0" fmla="*/ 21632 w 43263"/>
                <a:gd name="csY0" fmla="*/ 6707 h 64935"/>
                <a:gd name="csX1" fmla="*/ 11778 w 43263"/>
                <a:gd name="csY1" fmla="*/ 13165 h 64935"/>
                <a:gd name="csX2" fmla="*/ 8508 w 43263"/>
                <a:gd name="csY2" fmla="*/ 32489 h 64935"/>
                <a:gd name="csX3" fmla="*/ 11778 w 43263"/>
                <a:gd name="csY3" fmla="*/ 51822 h 64935"/>
                <a:gd name="csX4" fmla="*/ 21632 w 43263"/>
                <a:gd name="csY4" fmla="*/ 58229 h 64935"/>
                <a:gd name="csX5" fmla="*/ 31485 w 43263"/>
                <a:gd name="csY5" fmla="*/ 51822 h 64935"/>
                <a:gd name="csX6" fmla="*/ 34797 w 43263"/>
                <a:gd name="csY6" fmla="*/ 32489 h 64935"/>
                <a:gd name="csX7" fmla="*/ 31485 w 43263"/>
                <a:gd name="csY7" fmla="*/ 13165 h 64935"/>
                <a:gd name="csX8" fmla="*/ 21632 w 43263"/>
                <a:gd name="csY8" fmla="*/ 6707 h 64935"/>
                <a:gd name="csX9" fmla="*/ 21632 w 43263"/>
                <a:gd name="csY9" fmla="*/ 0 h 64935"/>
                <a:gd name="csX10" fmla="*/ 37695 w 43263"/>
                <a:gd name="csY10" fmla="*/ 8342 h 64935"/>
                <a:gd name="csX11" fmla="*/ 43263 w 43263"/>
                <a:gd name="csY11" fmla="*/ 32489 h 64935"/>
                <a:gd name="csX12" fmla="*/ 37695 w 43263"/>
                <a:gd name="csY12" fmla="*/ 56635 h 64935"/>
                <a:gd name="csX13" fmla="*/ 21632 w 43263"/>
                <a:gd name="csY13" fmla="*/ 64936 h 64935"/>
                <a:gd name="csX14" fmla="*/ 5537 w 43263"/>
                <a:gd name="csY14" fmla="*/ 56635 h 64935"/>
                <a:gd name="csX15" fmla="*/ 0 w 43263"/>
                <a:gd name="csY15" fmla="*/ 32489 h 64935"/>
                <a:gd name="csX16" fmla="*/ 5537 w 43263"/>
                <a:gd name="csY16" fmla="*/ 8342 h 64935"/>
                <a:gd name="csX17" fmla="*/ 21632 w 4326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3" h="64935">
                  <a:moveTo>
                    <a:pt x="21632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2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2" y="6707"/>
                  </a:cubicBezTo>
                  <a:moveTo>
                    <a:pt x="21632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07" y="13876"/>
                    <a:pt x="43263" y="21925"/>
                    <a:pt x="43263" y="32489"/>
                  </a:cubicBezTo>
                  <a:cubicBezTo>
                    <a:pt x="43263" y="43025"/>
                    <a:pt x="41407" y="51074"/>
                    <a:pt x="37695" y="56635"/>
                  </a:cubicBezTo>
                  <a:cubicBezTo>
                    <a:pt x="34003" y="62169"/>
                    <a:pt x="28649" y="64936"/>
                    <a:pt x="21632" y="64936"/>
                  </a:cubicBezTo>
                  <a:cubicBezTo>
                    <a:pt x="14614" y="64936"/>
                    <a:pt x="9250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0" y="2781"/>
                    <a:pt x="14614" y="0"/>
                    <a:pt x="2163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3" name="Freeform 3272">
              <a:extLst>
                <a:ext uri="{FF2B5EF4-FFF2-40B4-BE49-F238E27FC236}">
                  <a16:creationId xmlns:a16="http://schemas.microsoft.com/office/drawing/2014/main" id="{57B6CA86-890B-BEC7-E62D-2D42E8BD8A17}"/>
                </a:ext>
              </a:extLst>
            </p:cNvPr>
            <p:cNvSpPr/>
            <p:nvPr/>
          </p:nvSpPr>
          <p:spPr>
            <a:xfrm>
              <a:off x="7367373" y="5044695"/>
              <a:ext cx="42083" cy="44991"/>
            </a:xfrm>
            <a:custGeom>
              <a:avLst/>
              <a:gdLst>
                <a:gd name="csX0" fmla="*/ 42083 w 42083"/>
                <a:gd name="csY0" fmla="*/ 973 h 44991"/>
                <a:gd name="csX1" fmla="*/ 41255 w 42083"/>
                <a:gd name="csY1" fmla="*/ 2763 h 44991"/>
                <a:gd name="csX2" fmla="*/ 37622 w 42083"/>
                <a:gd name="csY2" fmla="*/ 7711 h 44991"/>
                <a:gd name="csX3" fmla="*/ 30491 w 42083"/>
                <a:gd name="csY3" fmla="*/ 15370 h 44991"/>
                <a:gd name="csX4" fmla="*/ 26465 w 42083"/>
                <a:gd name="csY4" fmla="*/ 19199 h 44991"/>
                <a:gd name="csX5" fmla="*/ 22397 w 42083"/>
                <a:gd name="csY5" fmla="*/ 22884 h 44991"/>
                <a:gd name="csX6" fmla="*/ 20752 w 42083"/>
                <a:gd name="csY6" fmla="*/ 24333 h 44991"/>
                <a:gd name="csX7" fmla="*/ 8922 w 42083"/>
                <a:gd name="csY7" fmla="*/ 35635 h 44991"/>
                <a:gd name="csX8" fmla="*/ 9988 w 42083"/>
                <a:gd name="csY8" fmla="*/ 35438 h 44991"/>
                <a:gd name="csX9" fmla="*/ 11147 w 42083"/>
                <a:gd name="csY9" fmla="*/ 35345 h 44991"/>
                <a:gd name="csX10" fmla="*/ 11633 w 42083"/>
                <a:gd name="csY10" fmla="*/ 35345 h 44991"/>
                <a:gd name="csX11" fmla="*/ 18568 w 42083"/>
                <a:gd name="csY11" fmla="*/ 37043 h 44991"/>
                <a:gd name="csX12" fmla="*/ 24436 w 42083"/>
                <a:gd name="csY12" fmla="*/ 38305 h 44991"/>
                <a:gd name="csX13" fmla="*/ 28504 w 42083"/>
                <a:gd name="csY13" fmla="*/ 37622 h 44991"/>
                <a:gd name="csX14" fmla="*/ 32965 w 42083"/>
                <a:gd name="csY14" fmla="*/ 34952 h 44991"/>
                <a:gd name="csX15" fmla="*/ 36360 w 42083"/>
                <a:gd name="csY15" fmla="*/ 29963 h 44991"/>
                <a:gd name="csX16" fmla="*/ 36649 w 42083"/>
                <a:gd name="csY16" fmla="*/ 29332 h 44991"/>
                <a:gd name="csX17" fmla="*/ 37043 w 42083"/>
                <a:gd name="csY17" fmla="*/ 28939 h 44991"/>
                <a:gd name="csX18" fmla="*/ 37715 w 42083"/>
                <a:gd name="csY18" fmla="*/ 28701 h 44991"/>
                <a:gd name="csX19" fmla="*/ 38585 w 42083"/>
                <a:gd name="csY19" fmla="*/ 28990 h 44991"/>
                <a:gd name="csX20" fmla="*/ 38926 w 42083"/>
                <a:gd name="csY20" fmla="*/ 29673 h 44991"/>
                <a:gd name="csX21" fmla="*/ 38254 w 42083"/>
                <a:gd name="csY21" fmla="*/ 32292 h 44991"/>
                <a:gd name="csX22" fmla="*/ 36215 w 42083"/>
                <a:gd name="csY22" fmla="*/ 36215 h 44991"/>
                <a:gd name="csX23" fmla="*/ 33058 w 42083"/>
                <a:gd name="csY23" fmla="*/ 40386 h 44991"/>
                <a:gd name="csX24" fmla="*/ 28701 w 42083"/>
                <a:gd name="csY24" fmla="*/ 43687 h 44991"/>
                <a:gd name="csX25" fmla="*/ 23319 w 42083"/>
                <a:gd name="csY25" fmla="*/ 44991 h 44991"/>
                <a:gd name="csX26" fmla="*/ 19872 w 42083"/>
                <a:gd name="csY26" fmla="*/ 44018 h 44991"/>
                <a:gd name="csX27" fmla="*/ 16964 w 42083"/>
                <a:gd name="csY27" fmla="*/ 41307 h 44991"/>
                <a:gd name="csX28" fmla="*/ 13910 w 42083"/>
                <a:gd name="csY28" fmla="*/ 38305 h 44991"/>
                <a:gd name="csX29" fmla="*/ 11199 w 42083"/>
                <a:gd name="csY29" fmla="*/ 37529 h 44991"/>
                <a:gd name="csX30" fmla="*/ 2763 w 42083"/>
                <a:gd name="csY30" fmla="*/ 43687 h 44991"/>
                <a:gd name="csX31" fmla="*/ 2029 w 42083"/>
                <a:gd name="csY31" fmla="*/ 44753 h 44991"/>
                <a:gd name="csX32" fmla="*/ 1211 w 42083"/>
                <a:gd name="csY32" fmla="*/ 44991 h 44991"/>
                <a:gd name="csX33" fmla="*/ 0 w 42083"/>
                <a:gd name="csY33" fmla="*/ 43977 h 44991"/>
                <a:gd name="csX34" fmla="*/ 1066 w 42083"/>
                <a:gd name="csY34" fmla="*/ 41886 h 44991"/>
                <a:gd name="csX35" fmla="*/ 4647 w 42083"/>
                <a:gd name="csY35" fmla="*/ 37084 h 44991"/>
                <a:gd name="csX36" fmla="*/ 10226 w 42083"/>
                <a:gd name="csY36" fmla="*/ 30977 h 44991"/>
                <a:gd name="csX37" fmla="*/ 19147 w 42083"/>
                <a:gd name="csY37" fmla="*/ 22635 h 44991"/>
                <a:gd name="csX38" fmla="*/ 32965 w 42083"/>
                <a:gd name="csY38" fmla="*/ 9594 h 44991"/>
                <a:gd name="csX39" fmla="*/ 30595 w 42083"/>
                <a:gd name="csY39" fmla="*/ 9553 h 44991"/>
                <a:gd name="csX40" fmla="*/ 28556 w 42083"/>
                <a:gd name="csY40" fmla="*/ 9211 h 44991"/>
                <a:gd name="csX41" fmla="*/ 25306 w 42083"/>
                <a:gd name="csY41" fmla="*/ 8145 h 44991"/>
                <a:gd name="csX42" fmla="*/ 19054 w 42083"/>
                <a:gd name="csY42" fmla="*/ 6645 h 44991"/>
                <a:gd name="csX43" fmla="*/ 18030 w 42083"/>
                <a:gd name="csY43" fmla="*/ 6686 h 44991"/>
                <a:gd name="csX44" fmla="*/ 16291 w 42083"/>
                <a:gd name="csY44" fmla="*/ 6976 h 44991"/>
                <a:gd name="csX45" fmla="*/ 14148 w 42083"/>
                <a:gd name="csY45" fmla="*/ 7711 h 44991"/>
                <a:gd name="csX46" fmla="*/ 12161 w 42083"/>
                <a:gd name="csY46" fmla="*/ 9108 h 44991"/>
                <a:gd name="csX47" fmla="*/ 10609 w 42083"/>
                <a:gd name="csY47" fmla="*/ 11292 h 44991"/>
                <a:gd name="csX48" fmla="*/ 10371 w 42083"/>
                <a:gd name="csY48" fmla="*/ 11882 h 44991"/>
                <a:gd name="csX49" fmla="*/ 9988 w 42083"/>
                <a:gd name="csY49" fmla="*/ 12265 h 44991"/>
                <a:gd name="csX50" fmla="*/ 9356 w 42083"/>
                <a:gd name="csY50" fmla="*/ 12410 h 44991"/>
                <a:gd name="csX51" fmla="*/ 8435 w 42083"/>
                <a:gd name="csY51" fmla="*/ 12068 h 44991"/>
                <a:gd name="csX52" fmla="*/ 8145 w 42083"/>
                <a:gd name="csY52" fmla="*/ 11292 h 44991"/>
                <a:gd name="csX53" fmla="*/ 9015 w 42083"/>
                <a:gd name="csY53" fmla="*/ 8632 h 44991"/>
                <a:gd name="csX54" fmla="*/ 11344 w 42083"/>
                <a:gd name="csY54" fmla="*/ 4896 h 44991"/>
                <a:gd name="csX55" fmla="*/ 15173 w 42083"/>
                <a:gd name="csY55" fmla="*/ 1449 h 44991"/>
                <a:gd name="csX56" fmla="*/ 20162 w 42083"/>
                <a:gd name="csY56" fmla="*/ 0 h 44991"/>
                <a:gd name="csX57" fmla="*/ 23029 w 42083"/>
                <a:gd name="csY57" fmla="*/ 673 h 44991"/>
                <a:gd name="csX58" fmla="*/ 25057 w 42083"/>
                <a:gd name="csY58" fmla="*/ 2080 h 44991"/>
                <a:gd name="csX59" fmla="*/ 27003 w 42083"/>
                <a:gd name="csY59" fmla="*/ 4264 h 44991"/>
                <a:gd name="csX60" fmla="*/ 28504 w 42083"/>
                <a:gd name="csY60" fmla="*/ 5910 h 44991"/>
                <a:gd name="csX61" fmla="*/ 29963 w 42083"/>
                <a:gd name="csY61" fmla="*/ 6934 h 44991"/>
                <a:gd name="csX62" fmla="*/ 32095 w 42083"/>
                <a:gd name="csY62" fmla="*/ 7421 h 44991"/>
                <a:gd name="csX63" fmla="*/ 35635 w 42083"/>
                <a:gd name="csY63" fmla="*/ 6013 h 44991"/>
                <a:gd name="csX64" fmla="*/ 39506 w 42083"/>
                <a:gd name="csY64" fmla="*/ 1066 h 44991"/>
                <a:gd name="csX65" fmla="*/ 41017 w 42083"/>
                <a:gd name="csY65" fmla="*/ 0 h 44991"/>
                <a:gd name="csX66" fmla="*/ 42083 w 42083"/>
                <a:gd name="csY66" fmla="*/ 973 h 4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42083" h="44991">
                  <a:moveTo>
                    <a:pt x="42083" y="973"/>
                  </a:moveTo>
                  <a:cubicBezTo>
                    <a:pt x="42083" y="1194"/>
                    <a:pt x="41807" y="1791"/>
                    <a:pt x="41255" y="2763"/>
                  </a:cubicBezTo>
                  <a:cubicBezTo>
                    <a:pt x="40738" y="3702"/>
                    <a:pt x="39527" y="5351"/>
                    <a:pt x="37622" y="7711"/>
                  </a:cubicBezTo>
                  <a:cubicBezTo>
                    <a:pt x="35711" y="10071"/>
                    <a:pt x="33334" y="12624"/>
                    <a:pt x="30491" y="15370"/>
                  </a:cubicBezTo>
                  <a:cubicBezTo>
                    <a:pt x="29429" y="16432"/>
                    <a:pt x="28086" y="17709"/>
                    <a:pt x="26465" y="19199"/>
                  </a:cubicBezTo>
                  <a:cubicBezTo>
                    <a:pt x="24850" y="20683"/>
                    <a:pt x="23495" y="21911"/>
                    <a:pt x="22397" y="22884"/>
                  </a:cubicBezTo>
                  <a:lnTo>
                    <a:pt x="20752" y="24333"/>
                  </a:lnTo>
                  <a:cubicBezTo>
                    <a:pt x="16550" y="27893"/>
                    <a:pt x="12606" y="31661"/>
                    <a:pt x="8922" y="35635"/>
                  </a:cubicBezTo>
                  <a:cubicBezTo>
                    <a:pt x="9177" y="35538"/>
                    <a:pt x="9532" y="35473"/>
                    <a:pt x="9988" y="35438"/>
                  </a:cubicBezTo>
                  <a:cubicBezTo>
                    <a:pt x="10436" y="35376"/>
                    <a:pt x="10823" y="35345"/>
                    <a:pt x="11147" y="35345"/>
                  </a:cubicBezTo>
                  <a:lnTo>
                    <a:pt x="11633" y="35345"/>
                  </a:lnTo>
                  <a:cubicBezTo>
                    <a:pt x="13310" y="35345"/>
                    <a:pt x="15622" y="35911"/>
                    <a:pt x="18568" y="37043"/>
                  </a:cubicBezTo>
                  <a:cubicBezTo>
                    <a:pt x="21155" y="37884"/>
                    <a:pt x="23112" y="38305"/>
                    <a:pt x="24436" y="38305"/>
                  </a:cubicBezTo>
                  <a:cubicBezTo>
                    <a:pt x="25727" y="38305"/>
                    <a:pt x="27083" y="38078"/>
                    <a:pt x="28504" y="37622"/>
                  </a:cubicBezTo>
                  <a:cubicBezTo>
                    <a:pt x="29925" y="37167"/>
                    <a:pt x="31412" y="36277"/>
                    <a:pt x="32965" y="34952"/>
                  </a:cubicBezTo>
                  <a:cubicBezTo>
                    <a:pt x="34517" y="33627"/>
                    <a:pt x="35649" y="31964"/>
                    <a:pt x="36360" y="29963"/>
                  </a:cubicBezTo>
                  <a:cubicBezTo>
                    <a:pt x="36491" y="29639"/>
                    <a:pt x="36587" y="29429"/>
                    <a:pt x="36649" y="29332"/>
                  </a:cubicBezTo>
                  <a:cubicBezTo>
                    <a:pt x="36711" y="29201"/>
                    <a:pt x="36843" y="29070"/>
                    <a:pt x="37043" y="28939"/>
                  </a:cubicBezTo>
                  <a:cubicBezTo>
                    <a:pt x="37236" y="28780"/>
                    <a:pt x="37460" y="28701"/>
                    <a:pt x="37715" y="28701"/>
                  </a:cubicBezTo>
                  <a:cubicBezTo>
                    <a:pt x="38074" y="28701"/>
                    <a:pt x="38364" y="28797"/>
                    <a:pt x="38585" y="28990"/>
                  </a:cubicBezTo>
                  <a:cubicBezTo>
                    <a:pt x="38812" y="29184"/>
                    <a:pt x="38926" y="29411"/>
                    <a:pt x="38926" y="29673"/>
                  </a:cubicBezTo>
                  <a:cubicBezTo>
                    <a:pt x="38926" y="30253"/>
                    <a:pt x="38702" y="31126"/>
                    <a:pt x="38254" y="32292"/>
                  </a:cubicBezTo>
                  <a:cubicBezTo>
                    <a:pt x="37833" y="33451"/>
                    <a:pt x="37153" y="34759"/>
                    <a:pt x="36215" y="36215"/>
                  </a:cubicBezTo>
                  <a:cubicBezTo>
                    <a:pt x="35311" y="37670"/>
                    <a:pt x="34258" y="39061"/>
                    <a:pt x="33058" y="40386"/>
                  </a:cubicBezTo>
                  <a:cubicBezTo>
                    <a:pt x="31899" y="41676"/>
                    <a:pt x="30446" y="42776"/>
                    <a:pt x="28701" y="43687"/>
                  </a:cubicBezTo>
                  <a:cubicBezTo>
                    <a:pt x="26955" y="44557"/>
                    <a:pt x="25161" y="44991"/>
                    <a:pt x="23319" y="44991"/>
                  </a:cubicBezTo>
                  <a:cubicBezTo>
                    <a:pt x="21994" y="44991"/>
                    <a:pt x="20845" y="44667"/>
                    <a:pt x="19872" y="44018"/>
                  </a:cubicBezTo>
                  <a:cubicBezTo>
                    <a:pt x="18906" y="43404"/>
                    <a:pt x="17937" y="42500"/>
                    <a:pt x="16964" y="41307"/>
                  </a:cubicBezTo>
                  <a:cubicBezTo>
                    <a:pt x="15639" y="39789"/>
                    <a:pt x="14621" y="38788"/>
                    <a:pt x="13910" y="38305"/>
                  </a:cubicBezTo>
                  <a:cubicBezTo>
                    <a:pt x="13200" y="37788"/>
                    <a:pt x="12296" y="37529"/>
                    <a:pt x="11199" y="37529"/>
                  </a:cubicBezTo>
                  <a:cubicBezTo>
                    <a:pt x="8252" y="37529"/>
                    <a:pt x="5441" y="39582"/>
                    <a:pt x="2763" y="43687"/>
                  </a:cubicBezTo>
                  <a:cubicBezTo>
                    <a:pt x="2467" y="44267"/>
                    <a:pt x="2222" y="44622"/>
                    <a:pt x="2029" y="44753"/>
                  </a:cubicBezTo>
                  <a:cubicBezTo>
                    <a:pt x="1870" y="44912"/>
                    <a:pt x="1597" y="44991"/>
                    <a:pt x="1211" y="44991"/>
                  </a:cubicBezTo>
                  <a:cubicBezTo>
                    <a:pt x="404" y="44957"/>
                    <a:pt x="0" y="44619"/>
                    <a:pt x="0" y="43977"/>
                  </a:cubicBezTo>
                  <a:cubicBezTo>
                    <a:pt x="0" y="43715"/>
                    <a:pt x="355" y="43018"/>
                    <a:pt x="1066" y="41886"/>
                  </a:cubicBezTo>
                  <a:cubicBezTo>
                    <a:pt x="1804" y="40727"/>
                    <a:pt x="2998" y="39126"/>
                    <a:pt x="4647" y="37084"/>
                  </a:cubicBezTo>
                  <a:cubicBezTo>
                    <a:pt x="6331" y="35048"/>
                    <a:pt x="8190" y="33013"/>
                    <a:pt x="10226" y="30977"/>
                  </a:cubicBezTo>
                  <a:lnTo>
                    <a:pt x="19147" y="22635"/>
                  </a:lnTo>
                  <a:cubicBezTo>
                    <a:pt x="25744" y="17081"/>
                    <a:pt x="30350" y="12734"/>
                    <a:pt x="32965" y="9594"/>
                  </a:cubicBezTo>
                  <a:cubicBezTo>
                    <a:pt x="31868" y="9594"/>
                    <a:pt x="31078" y="9581"/>
                    <a:pt x="30595" y="9553"/>
                  </a:cubicBezTo>
                  <a:cubicBezTo>
                    <a:pt x="30139" y="9519"/>
                    <a:pt x="29460" y="9405"/>
                    <a:pt x="28556" y="9211"/>
                  </a:cubicBezTo>
                  <a:cubicBezTo>
                    <a:pt x="27652" y="8984"/>
                    <a:pt x="26568" y="8628"/>
                    <a:pt x="25306" y="8145"/>
                  </a:cubicBezTo>
                  <a:cubicBezTo>
                    <a:pt x="22366" y="7145"/>
                    <a:pt x="20283" y="6645"/>
                    <a:pt x="19054" y="6645"/>
                  </a:cubicBezTo>
                  <a:cubicBezTo>
                    <a:pt x="18730" y="6645"/>
                    <a:pt x="18389" y="6659"/>
                    <a:pt x="18030" y="6686"/>
                  </a:cubicBezTo>
                  <a:cubicBezTo>
                    <a:pt x="17678" y="6721"/>
                    <a:pt x="17098" y="6817"/>
                    <a:pt x="16291" y="6976"/>
                  </a:cubicBezTo>
                  <a:cubicBezTo>
                    <a:pt x="15511" y="7142"/>
                    <a:pt x="14797" y="7386"/>
                    <a:pt x="14148" y="7711"/>
                  </a:cubicBezTo>
                  <a:cubicBezTo>
                    <a:pt x="13507" y="8001"/>
                    <a:pt x="12844" y="8466"/>
                    <a:pt x="12161" y="9108"/>
                  </a:cubicBezTo>
                  <a:cubicBezTo>
                    <a:pt x="11485" y="9729"/>
                    <a:pt x="10968" y="10457"/>
                    <a:pt x="10609" y="11292"/>
                  </a:cubicBezTo>
                  <a:cubicBezTo>
                    <a:pt x="10512" y="11554"/>
                    <a:pt x="10433" y="11751"/>
                    <a:pt x="10371" y="11882"/>
                  </a:cubicBezTo>
                  <a:cubicBezTo>
                    <a:pt x="10309" y="12006"/>
                    <a:pt x="10181" y="12134"/>
                    <a:pt x="9988" y="12265"/>
                  </a:cubicBezTo>
                  <a:cubicBezTo>
                    <a:pt x="9822" y="12361"/>
                    <a:pt x="9612" y="12410"/>
                    <a:pt x="9356" y="12410"/>
                  </a:cubicBezTo>
                  <a:cubicBezTo>
                    <a:pt x="8963" y="12410"/>
                    <a:pt x="8656" y="12296"/>
                    <a:pt x="8435" y="12068"/>
                  </a:cubicBezTo>
                  <a:cubicBezTo>
                    <a:pt x="8242" y="11840"/>
                    <a:pt x="8145" y="11582"/>
                    <a:pt x="8145" y="11292"/>
                  </a:cubicBezTo>
                  <a:cubicBezTo>
                    <a:pt x="8145" y="10712"/>
                    <a:pt x="8435" y="9826"/>
                    <a:pt x="9015" y="8632"/>
                  </a:cubicBezTo>
                  <a:cubicBezTo>
                    <a:pt x="9594" y="7431"/>
                    <a:pt x="10371" y="6186"/>
                    <a:pt x="11344" y="4896"/>
                  </a:cubicBezTo>
                  <a:cubicBezTo>
                    <a:pt x="12310" y="3571"/>
                    <a:pt x="13586" y="2422"/>
                    <a:pt x="15173" y="1449"/>
                  </a:cubicBezTo>
                  <a:cubicBezTo>
                    <a:pt x="16753" y="483"/>
                    <a:pt x="18416" y="0"/>
                    <a:pt x="20162" y="0"/>
                  </a:cubicBezTo>
                  <a:cubicBezTo>
                    <a:pt x="21197" y="0"/>
                    <a:pt x="22152" y="224"/>
                    <a:pt x="23029" y="673"/>
                  </a:cubicBezTo>
                  <a:cubicBezTo>
                    <a:pt x="23933" y="1128"/>
                    <a:pt x="24609" y="1597"/>
                    <a:pt x="25057" y="2080"/>
                  </a:cubicBezTo>
                  <a:cubicBezTo>
                    <a:pt x="25547" y="2536"/>
                    <a:pt x="26196" y="3264"/>
                    <a:pt x="27003" y="4264"/>
                  </a:cubicBezTo>
                  <a:cubicBezTo>
                    <a:pt x="27679" y="5037"/>
                    <a:pt x="28180" y="5585"/>
                    <a:pt x="28504" y="5910"/>
                  </a:cubicBezTo>
                  <a:cubicBezTo>
                    <a:pt x="28828" y="6234"/>
                    <a:pt x="29315" y="6576"/>
                    <a:pt x="29963" y="6934"/>
                  </a:cubicBezTo>
                  <a:cubicBezTo>
                    <a:pt x="30640" y="7259"/>
                    <a:pt x="31350" y="7421"/>
                    <a:pt x="32095" y="7421"/>
                  </a:cubicBezTo>
                  <a:cubicBezTo>
                    <a:pt x="33324" y="7421"/>
                    <a:pt x="34503" y="6952"/>
                    <a:pt x="35635" y="6013"/>
                  </a:cubicBezTo>
                  <a:cubicBezTo>
                    <a:pt x="36767" y="5040"/>
                    <a:pt x="38057" y="3391"/>
                    <a:pt x="39506" y="1066"/>
                  </a:cubicBezTo>
                  <a:cubicBezTo>
                    <a:pt x="39899" y="355"/>
                    <a:pt x="40403" y="0"/>
                    <a:pt x="41017" y="0"/>
                  </a:cubicBezTo>
                  <a:cubicBezTo>
                    <a:pt x="41728" y="0"/>
                    <a:pt x="42083" y="324"/>
                    <a:pt x="42083" y="97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4" name="Freeform 3273">
              <a:extLst>
                <a:ext uri="{FF2B5EF4-FFF2-40B4-BE49-F238E27FC236}">
                  <a16:creationId xmlns:a16="http://schemas.microsoft.com/office/drawing/2014/main" id="{8C978ABA-376A-70A7-FD14-600A0ACE4DE0}"/>
                </a:ext>
              </a:extLst>
            </p:cNvPr>
            <p:cNvSpPr/>
            <p:nvPr/>
          </p:nvSpPr>
          <p:spPr>
            <a:xfrm>
              <a:off x="6351524" y="3518406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5" name="Freeform 3274">
              <a:extLst>
                <a:ext uri="{FF2B5EF4-FFF2-40B4-BE49-F238E27FC236}">
                  <a16:creationId xmlns:a16="http://schemas.microsoft.com/office/drawing/2014/main" id="{7494E83A-E43A-B671-9861-CBAC0D319AAB}"/>
                </a:ext>
              </a:extLst>
            </p:cNvPr>
            <p:cNvSpPr/>
            <p:nvPr/>
          </p:nvSpPr>
          <p:spPr>
            <a:xfrm>
              <a:off x="6351524" y="4893316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6" name="Freeform 3275">
              <a:extLst>
                <a:ext uri="{FF2B5EF4-FFF2-40B4-BE49-F238E27FC236}">
                  <a16:creationId xmlns:a16="http://schemas.microsoft.com/office/drawing/2014/main" id="{02CC0F79-D234-813B-E389-869E158595C4}"/>
                </a:ext>
              </a:extLst>
            </p:cNvPr>
            <p:cNvSpPr/>
            <p:nvPr/>
          </p:nvSpPr>
          <p:spPr>
            <a:xfrm>
              <a:off x="6351524" y="4528044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7" name="Freeform 3276">
              <a:extLst>
                <a:ext uri="{FF2B5EF4-FFF2-40B4-BE49-F238E27FC236}">
                  <a16:creationId xmlns:a16="http://schemas.microsoft.com/office/drawing/2014/main" id="{8090E141-26E0-0534-F4A8-4E2DAC5A5F32}"/>
                </a:ext>
              </a:extLst>
            </p:cNvPr>
            <p:cNvSpPr/>
            <p:nvPr/>
          </p:nvSpPr>
          <p:spPr>
            <a:xfrm>
              <a:off x="6351524" y="4162764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8" name="Freeform 3277">
              <a:extLst>
                <a:ext uri="{FF2B5EF4-FFF2-40B4-BE49-F238E27FC236}">
                  <a16:creationId xmlns:a16="http://schemas.microsoft.com/office/drawing/2014/main" id="{8A84CAD3-68B3-725B-AF3E-CFB74D2DBC69}"/>
                </a:ext>
              </a:extLst>
            </p:cNvPr>
            <p:cNvSpPr/>
            <p:nvPr/>
          </p:nvSpPr>
          <p:spPr>
            <a:xfrm>
              <a:off x="6351524" y="3797487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" name="Freeform 3278">
              <a:extLst>
                <a:ext uri="{FF2B5EF4-FFF2-40B4-BE49-F238E27FC236}">
                  <a16:creationId xmlns:a16="http://schemas.microsoft.com/office/drawing/2014/main" id="{E25EC50B-D90C-79E9-7C00-41166ACE0BD0}"/>
                </a:ext>
              </a:extLst>
            </p:cNvPr>
            <p:cNvSpPr/>
            <p:nvPr/>
          </p:nvSpPr>
          <p:spPr>
            <a:xfrm>
              <a:off x="6134441" y="4860889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800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3 w 43268"/>
                <a:gd name="csY10" fmla="*/ 8342 h 64935"/>
                <a:gd name="csX11" fmla="*/ 43268 w 43268"/>
                <a:gd name="csY11" fmla="*/ 32489 h 64935"/>
                <a:gd name="csX12" fmla="*/ 37693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800" y="41072"/>
                    <a:pt x="34800" y="32489"/>
                  </a:cubicBezTo>
                  <a:cubicBezTo>
                    <a:pt x="34800" y="23878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3" y="62169"/>
                    <a:pt x="28651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" name="Freeform 3279">
              <a:extLst>
                <a:ext uri="{FF2B5EF4-FFF2-40B4-BE49-F238E27FC236}">
                  <a16:creationId xmlns:a16="http://schemas.microsoft.com/office/drawing/2014/main" id="{ECF02653-8A2B-BB13-7EB3-E471AD0B8728}"/>
                </a:ext>
              </a:extLst>
            </p:cNvPr>
            <p:cNvSpPr/>
            <p:nvPr/>
          </p:nvSpPr>
          <p:spPr>
            <a:xfrm>
              <a:off x="6192593" y="4913964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1" name="Freeform 3280">
              <a:extLst>
                <a:ext uri="{FF2B5EF4-FFF2-40B4-BE49-F238E27FC236}">
                  <a16:creationId xmlns:a16="http://schemas.microsoft.com/office/drawing/2014/main" id="{4219BA08-C6F3-7AE4-8D62-F31F399397A4}"/>
                </a:ext>
              </a:extLst>
            </p:cNvPr>
            <p:cNvSpPr/>
            <p:nvPr/>
          </p:nvSpPr>
          <p:spPr>
            <a:xfrm>
              <a:off x="6216366" y="4860889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2" name="Freeform 3281">
              <a:extLst>
                <a:ext uri="{FF2B5EF4-FFF2-40B4-BE49-F238E27FC236}">
                  <a16:creationId xmlns:a16="http://schemas.microsoft.com/office/drawing/2014/main" id="{11D7B6B5-A20E-89E1-7146-717A83E291D0}"/>
                </a:ext>
              </a:extLst>
            </p:cNvPr>
            <p:cNvSpPr/>
            <p:nvPr/>
          </p:nvSpPr>
          <p:spPr>
            <a:xfrm>
              <a:off x="6270996" y="4860889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800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3 w 43268"/>
                <a:gd name="csY10" fmla="*/ 8342 h 64935"/>
                <a:gd name="csX11" fmla="*/ 43268 w 43268"/>
                <a:gd name="csY11" fmla="*/ 32489 h 64935"/>
                <a:gd name="csX12" fmla="*/ 37693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800" y="41072"/>
                    <a:pt x="34800" y="32489"/>
                  </a:cubicBezTo>
                  <a:cubicBezTo>
                    <a:pt x="34800" y="23878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3" y="62169"/>
                    <a:pt x="28651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" name="Freeform 3282">
              <a:extLst>
                <a:ext uri="{FF2B5EF4-FFF2-40B4-BE49-F238E27FC236}">
                  <a16:creationId xmlns:a16="http://schemas.microsoft.com/office/drawing/2014/main" id="{DCF16088-750A-4F21-CEE0-F2FA244149D9}"/>
                </a:ext>
              </a:extLst>
            </p:cNvPr>
            <p:cNvSpPr/>
            <p:nvPr/>
          </p:nvSpPr>
          <p:spPr>
            <a:xfrm>
              <a:off x="6136663" y="4495609"/>
              <a:ext cx="43268" cy="64944"/>
            </a:xfrm>
            <a:custGeom>
              <a:avLst/>
              <a:gdLst>
                <a:gd name="csX0" fmla="*/ 21635 w 43268"/>
                <a:gd name="csY0" fmla="*/ 6709 h 64944"/>
                <a:gd name="csX1" fmla="*/ 11781 w 43268"/>
                <a:gd name="csY1" fmla="*/ 13163 h 64944"/>
                <a:gd name="csX2" fmla="*/ 8511 w 43268"/>
                <a:gd name="csY2" fmla="*/ 32497 h 64944"/>
                <a:gd name="csX3" fmla="*/ 11781 w 43268"/>
                <a:gd name="csY3" fmla="*/ 51820 h 64944"/>
                <a:gd name="csX4" fmla="*/ 21635 w 43268"/>
                <a:gd name="csY4" fmla="*/ 58237 h 64944"/>
                <a:gd name="csX5" fmla="*/ 31487 w 43268"/>
                <a:gd name="csY5" fmla="*/ 51820 h 64944"/>
                <a:gd name="csX6" fmla="*/ 34800 w 43268"/>
                <a:gd name="csY6" fmla="*/ 32497 h 64944"/>
                <a:gd name="csX7" fmla="*/ 31487 w 43268"/>
                <a:gd name="csY7" fmla="*/ 13163 h 64944"/>
                <a:gd name="csX8" fmla="*/ 21635 w 43268"/>
                <a:gd name="csY8" fmla="*/ 6709 h 64944"/>
                <a:gd name="csX9" fmla="*/ 21635 w 43268"/>
                <a:gd name="csY9" fmla="*/ 0 h 64944"/>
                <a:gd name="csX10" fmla="*/ 37693 w 43268"/>
                <a:gd name="csY10" fmla="*/ 8343 h 64944"/>
                <a:gd name="csX11" fmla="*/ 43268 w 43268"/>
                <a:gd name="csY11" fmla="*/ 32497 h 64944"/>
                <a:gd name="csX12" fmla="*/ 37693 w 43268"/>
                <a:gd name="csY12" fmla="*/ 56643 h 64944"/>
                <a:gd name="csX13" fmla="*/ 21635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7 h 64944"/>
                <a:gd name="csX16" fmla="*/ 5534 w 43268"/>
                <a:gd name="csY16" fmla="*/ 8343 h 64944"/>
                <a:gd name="csX17" fmla="*/ 21635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5" y="6709"/>
                  </a:moveTo>
                  <a:cubicBezTo>
                    <a:pt x="17274" y="6709"/>
                    <a:pt x="13989" y="8860"/>
                    <a:pt x="11781" y="13163"/>
                  </a:cubicBezTo>
                  <a:cubicBezTo>
                    <a:pt x="9601" y="17441"/>
                    <a:pt x="8511" y="23886"/>
                    <a:pt x="8511" y="32497"/>
                  </a:cubicBezTo>
                  <a:cubicBezTo>
                    <a:pt x="8511" y="41074"/>
                    <a:pt x="9601" y="47515"/>
                    <a:pt x="11781" y="51820"/>
                  </a:cubicBezTo>
                  <a:cubicBezTo>
                    <a:pt x="13989" y="56098"/>
                    <a:pt x="17274" y="58237"/>
                    <a:pt x="21635" y="58237"/>
                  </a:cubicBezTo>
                  <a:cubicBezTo>
                    <a:pt x="26023" y="58237"/>
                    <a:pt x="29307" y="56098"/>
                    <a:pt x="31487" y="51820"/>
                  </a:cubicBezTo>
                  <a:cubicBezTo>
                    <a:pt x="33695" y="47515"/>
                    <a:pt x="34800" y="41074"/>
                    <a:pt x="34800" y="32497"/>
                  </a:cubicBezTo>
                  <a:cubicBezTo>
                    <a:pt x="34800" y="23886"/>
                    <a:pt x="33695" y="17441"/>
                    <a:pt x="31487" y="13163"/>
                  </a:cubicBezTo>
                  <a:cubicBezTo>
                    <a:pt x="29307" y="8860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5"/>
                    <a:pt x="43268" y="21926"/>
                    <a:pt x="43268" y="32497"/>
                  </a:cubicBezTo>
                  <a:cubicBezTo>
                    <a:pt x="43268" y="43033"/>
                    <a:pt x="41410" y="51082"/>
                    <a:pt x="37693" y="56643"/>
                  </a:cubicBezTo>
                  <a:cubicBezTo>
                    <a:pt x="34003" y="62177"/>
                    <a:pt x="28651" y="64944"/>
                    <a:pt x="21635" y="64944"/>
                  </a:cubicBezTo>
                  <a:cubicBezTo>
                    <a:pt x="14619" y="64944"/>
                    <a:pt x="9252" y="62177"/>
                    <a:pt x="5534" y="56643"/>
                  </a:cubicBezTo>
                  <a:cubicBezTo>
                    <a:pt x="1845" y="51082"/>
                    <a:pt x="0" y="43033"/>
                    <a:pt x="0" y="32497"/>
                  </a:cubicBezTo>
                  <a:cubicBezTo>
                    <a:pt x="0" y="21926"/>
                    <a:pt x="1845" y="13875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" name="Freeform 3283">
              <a:extLst>
                <a:ext uri="{FF2B5EF4-FFF2-40B4-BE49-F238E27FC236}">
                  <a16:creationId xmlns:a16="http://schemas.microsoft.com/office/drawing/2014/main" id="{E9D198D7-6B57-7433-87A4-5C7D0193E249}"/>
                </a:ext>
              </a:extLst>
            </p:cNvPr>
            <p:cNvSpPr/>
            <p:nvPr/>
          </p:nvSpPr>
          <p:spPr>
            <a:xfrm>
              <a:off x="6194815" y="4548692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5" name="Freeform 3284">
              <a:extLst>
                <a:ext uri="{FF2B5EF4-FFF2-40B4-BE49-F238E27FC236}">
                  <a16:creationId xmlns:a16="http://schemas.microsoft.com/office/drawing/2014/main" id="{3131C3F5-C3C1-27D9-BB43-4777A1E54417}"/>
                </a:ext>
              </a:extLst>
            </p:cNvPr>
            <p:cNvSpPr/>
            <p:nvPr/>
          </p:nvSpPr>
          <p:spPr>
            <a:xfrm>
              <a:off x="6218588" y="4495609"/>
              <a:ext cx="43268" cy="64944"/>
            </a:xfrm>
            <a:custGeom>
              <a:avLst/>
              <a:gdLst>
                <a:gd name="csX0" fmla="*/ 21634 w 43268"/>
                <a:gd name="csY0" fmla="*/ 6709 h 64944"/>
                <a:gd name="csX1" fmla="*/ 11781 w 43268"/>
                <a:gd name="csY1" fmla="*/ 13163 h 64944"/>
                <a:gd name="csX2" fmla="*/ 8511 w 43268"/>
                <a:gd name="csY2" fmla="*/ 32497 h 64944"/>
                <a:gd name="csX3" fmla="*/ 11781 w 43268"/>
                <a:gd name="csY3" fmla="*/ 51820 h 64944"/>
                <a:gd name="csX4" fmla="*/ 21634 w 43268"/>
                <a:gd name="csY4" fmla="*/ 58237 h 64944"/>
                <a:gd name="csX5" fmla="*/ 31487 w 43268"/>
                <a:gd name="csY5" fmla="*/ 51820 h 64944"/>
                <a:gd name="csX6" fmla="*/ 34799 w 43268"/>
                <a:gd name="csY6" fmla="*/ 32497 h 64944"/>
                <a:gd name="csX7" fmla="*/ 31487 w 43268"/>
                <a:gd name="csY7" fmla="*/ 13163 h 64944"/>
                <a:gd name="csX8" fmla="*/ 21634 w 43268"/>
                <a:gd name="csY8" fmla="*/ 6709 h 64944"/>
                <a:gd name="csX9" fmla="*/ 21634 w 43268"/>
                <a:gd name="csY9" fmla="*/ 0 h 64944"/>
                <a:gd name="csX10" fmla="*/ 37692 w 43268"/>
                <a:gd name="csY10" fmla="*/ 8343 h 64944"/>
                <a:gd name="csX11" fmla="*/ 43268 w 43268"/>
                <a:gd name="csY11" fmla="*/ 32497 h 64944"/>
                <a:gd name="csX12" fmla="*/ 37692 w 43268"/>
                <a:gd name="csY12" fmla="*/ 56643 h 64944"/>
                <a:gd name="csX13" fmla="*/ 21634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7 h 64944"/>
                <a:gd name="csX16" fmla="*/ 5534 w 43268"/>
                <a:gd name="csY16" fmla="*/ 8343 h 64944"/>
                <a:gd name="csX17" fmla="*/ 21634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4" y="6709"/>
                  </a:moveTo>
                  <a:cubicBezTo>
                    <a:pt x="17273" y="6709"/>
                    <a:pt x="13989" y="8860"/>
                    <a:pt x="11781" y="13163"/>
                  </a:cubicBezTo>
                  <a:cubicBezTo>
                    <a:pt x="9601" y="17441"/>
                    <a:pt x="8511" y="23886"/>
                    <a:pt x="8511" y="32497"/>
                  </a:cubicBezTo>
                  <a:cubicBezTo>
                    <a:pt x="8511" y="41074"/>
                    <a:pt x="9601" y="47515"/>
                    <a:pt x="11781" y="51820"/>
                  </a:cubicBezTo>
                  <a:cubicBezTo>
                    <a:pt x="13989" y="56098"/>
                    <a:pt x="17273" y="58237"/>
                    <a:pt x="21634" y="58237"/>
                  </a:cubicBezTo>
                  <a:cubicBezTo>
                    <a:pt x="26022" y="58237"/>
                    <a:pt x="29306" y="56098"/>
                    <a:pt x="31487" y="51820"/>
                  </a:cubicBezTo>
                  <a:cubicBezTo>
                    <a:pt x="33695" y="47515"/>
                    <a:pt x="34799" y="41074"/>
                    <a:pt x="34799" y="32497"/>
                  </a:cubicBezTo>
                  <a:cubicBezTo>
                    <a:pt x="34799" y="23886"/>
                    <a:pt x="33695" y="17441"/>
                    <a:pt x="31487" y="13163"/>
                  </a:cubicBezTo>
                  <a:cubicBezTo>
                    <a:pt x="29306" y="8860"/>
                    <a:pt x="26022" y="6709"/>
                    <a:pt x="21634" y="6709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3"/>
                  </a:cubicBezTo>
                  <a:cubicBezTo>
                    <a:pt x="41409" y="13875"/>
                    <a:pt x="43268" y="21926"/>
                    <a:pt x="43268" y="32497"/>
                  </a:cubicBezTo>
                  <a:cubicBezTo>
                    <a:pt x="43268" y="43033"/>
                    <a:pt x="41409" y="51082"/>
                    <a:pt x="37692" y="56643"/>
                  </a:cubicBezTo>
                  <a:cubicBezTo>
                    <a:pt x="34002" y="62177"/>
                    <a:pt x="28649" y="64944"/>
                    <a:pt x="21634" y="64944"/>
                  </a:cubicBezTo>
                  <a:cubicBezTo>
                    <a:pt x="14618" y="64944"/>
                    <a:pt x="9252" y="62177"/>
                    <a:pt x="5534" y="56643"/>
                  </a:cubicBezTo>
                  <a:cubicBezTo>
                    <a:pt x="1845" y="51082"/>
                    <a:pt x="0" y="43033"/>
                    <a:pt x="0" y="32497"/>
                  </a:cubicBezTo>
                  <a:cubicBezTo>
                    <a:pt x="0" y="21926"/>
                    <a:pt x="1845" y="13875"/>
                    <a:pt x="5534" y="8343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6" name="Freeform 3285">
              <a:extLst>
                <a:ext uri="{FF2B5EF4-FFF2-40B4-BE49-F238E27FC236}">
                  <a16:creationId xmlns:a16="http://schemas.microsoft.com/office/drawing/2014/main" id="{1134D047-3331-84C0-207F-10969BF7DE2C}"/>
                </a:ext>
              </a:extLst>
            </p:cNvPr>
            <p:cNvSpPr/>
            <p:nvPr/>
          </p:nvSpPr>
          <p:spPr>
            <a:xfrm>
              <a:off x="6276992" y="4496741"/>
              <a:ext cx="37272" cy="62600"/>
            </a:xfrm>
            <a:custGeom>
              <a:avLst/>
              <a:gdLst>
                <a:gd name="csX0" fmla="*/ 1216 w 37272"/>
                <a:gd name="csY0" fmla="*/ 55470 h 62600"/>
                <a:gd name="csX1" fmla="*/ 15052 w 37272"/>
                <a:gd name="csY1" fmla="*/ 55470 h 62600"/>
                <a:gd name="csX2" fmla="*/ 15052 w 37272"/>
                <a:gd name="csY2" fmla="*/ 7715 h 62600"/>
                <a:gd name="csX3" fmla="*/ 0 w 37272"/>
                <a:gd name="csY3" fmla="*/ 10737 h 62600"/>
                <a:gd name="csX4" fmla="*/ 0 w 37272"/>
                <a:gd name="csY4" fmla="*/ 3019 h 62600"/>
                <a:gd name="csX5" fmla="*/ 14968 w 37272"/>
                <a:gd name="csY5" fmla="*/ 0 h 62600"/>
                <a:gd name="csX6" fmla="*/ 23437 w 37272"/>
                <a:gd name="csY6" fmla="*/ 0 h 62600"/>
                <a:gd name="csX7" fmla="*/ 23437 w 37272"/>
                <a:gd name="csY7" fmla="*/ 55470 h 62600"/>
                <a:gd name="csX8" fmla="*/ 37272 w 37272"/>
                <a:gd name="csY8" fmla="*/ 55470 h 62600"/>
                <a:gd name="csX9" fmla="*/ 37272 w 37272"/>
                <a:gd name="csY9" fmla="*/ 62601 h 62600"/>
                <a:gd name="csX10" fmla="*/ 1216 w 37272"/>
                <a:gd name="csY10" fmla="*/ 62601 h 62600"/>
                <a:gd name="csX11" fmla="*/ 1216 w 37272"/>
                <a:gd name="csY11" fmla="*/ 55470 h 62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2" h="62600">
                  <a:moveTo>
                    <a:pt x="1216" y="55470"/>
                  </a:moveTo>
                  <a:lnTo>
                    <a:pt x="15052" y="55470"/>
                  </a:lnTo>
                  <a:lnTo>
                    <a:pt x="15052" y="7715"/>
                  </a:lnTo>
                  <a:lnTo>
                    <a:pt x="0" y="10737"/>
                  </a:lnTo>
                  <a:lnTo>
                    <a:pt x="0" y="3019"/>
                  </a:lnTo>
                  <a:lnTo>
                    <a:pt x="14968" y="0"/>
                  </a:lnTo>
                  <a:lnTo>
                    <a:pt x="23437" y="0"/>
                  </a:lnTo>
                  <a:lnTo>
                    <a:pt x="23437" y="55470"/>
                  </a:lnTo>
                  <a:lnTo>
                    <a:pt x="37272" y="55470"/>
                  </a:lnTo>
                  <a:lnTo>
                    <a:pt x="37272" y="62601"/>
                  </a:lnTo>
                  <a:lnTo>
                    <a:pt x="1216" y="62601"/>
                  </a:lnTo>
                  <a:lnTo>
                    <a:pt x="1216" y="5547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7" name="Freeform 3286">
              <a:extLst>
                <a:ext uri="{FF2B5EF4-FFF2-40B4-BE49-F238E27FC236}">
                  <a16:creationId xmlns:a16="http://schemas.microsoft.com/office/drawing/2014/main" id="{B41EE8C9-1F65-5672-8CCB-FA2240C87B37}"/>
                </a:ext>
              </a:extLst>
            </p:cNvPr>
            <p:cNvSpPr/>
            <p:nvPr/>
          </p:nvSpPr>
          <p:spPr>
            <a:xfrm>
              <a:off x="6137333" y="4130333"/>
              <a:ext cx="43269" cy="64945"/>
            </a:xfrm>
            <a:custGeom>
              <a:avLst/>
              <a:gdLst>
                <a:gd name="csX0" fmla="*/ 21635 w 43269"/>
                <a:gd name="csY0" fmla="*/ 6709 h 64945"/>
                <a:gd name="csX1" fmla="*/ 11781 w 43269"/>
                <a:gd name="csY1" fmla="*/ 13165 h 64945"/>
                <a:gd name="csX2" fmla="*/ 8512 w 43269"/>
                <a:gd name="csY2" fmla="*/ 32494 h 64945"/>
                <a:gd name="csX3" fmla="*/ 11781 w 43269"/>
                <a:gd name="csY3" fmla="*/ 51821 h 64945"/>
                <a:gd name="csX4" fmla="*/ 21635 w 43269"/>
                <a:gd name="csY4" fmla="*/ 58236 h 64945"/>
                <a:gd name="csX5" fmla="*/ 31488 w 43269"/>
                <a:gd name="csY5" fmla="*/ 51821 h 64945"/>
                <a:gd name="csX6" fmla="*/ 34800 w 43269"/>
                <a:gd name="csY6" fmla="*/ 32494 h 64945"/>
                <a:gd name="csX7" fmla="*/ 31488 w 43269"/>
                <a:gd name="csY7" fmla="*/ 13165 h 64945"/>
                <a:gd name="csX8" fmla="*/ 21635 w 43269"/>
                <a:gd name="csY8" fmla="*/ 6709 h 64945"/>
                <a:gd name="csX9" fmla="*/ 21635 w 43269"/>
                <a:gd name="csY9" fmla="*/ 0 h 64945"/>
                <a:gd name="csX10" fmla="*/ 37693 w 43269"/>
                <a:gd name="csY10" fmla="*/ 8343 h 64945"/>
                <a:gd name="csX11" fmla="*/ 43269 w 43269"/>
                <a:gd name="csY11" fmla="*/ 32494 h 64945"/>
                <a:gd name="csX12" fmla="*/ 37693 w 43269"/>
                <a:gd name="csY12" fmla="*/ 56643 h 64945"/>
                <a:gd name="csX13" fmla="*/ 21635 w 43269"/>
                <a:gd name="csY13" fmla="*/ 64945 h 64945"/>
                <a:gd name="csX14" fmla="*/ 5534 w 43269"/>
                <a:gd name="csY14" fmla="*/ 56643 h 64945"/>
                <a:gd name="csX15" fmla="*/ 0 w 43269"/>
                <a:gd name="csY15" fmla="*/ 32494 h 64945"/>
                <a:gd name="csX16" fmla="*/ 5534 w 43269"/>
                <a:gd name="csY16" fmla="*/ 8343 h 64945"/>
                <a:gd name="csX17" fmla="*/ 21635 w 43269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9" h="64945">
                  <a:moveTo>
                    <a:pt x="21635" y="6709"/>
                  </a:moveTo>
                  <a:cubicBezTo>
                    <a:pt x="17274" y="6709"/>
                    <a:pt x="13990" y="8861"/>
                    <a:pt x="11781" y="13165"/>
                  </a:cubicBezTo>
                  <a:cubicBezTo>
                    <a:pt x="9602" y="17442"/>
                    <a:pt x="8512" y="23885"/>
                    <a:pt x="8512" y="32494"/>
                  </a:cubicBezTo>
                  <a:cubicBezTo>
                    <a:pt x="8512" y="41075"/>
                    <a:pt x="9602" y="47517"/>
                    <a:pt x="11781" y="51821"/>
                  </a:cubicBezTo>
                  <a:cubicBezTo>
                    <a:pt x="13990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8" y="51821"/>
                  </a:cubicBezTo>
                  <a:cubicBezTo>
                    <a:pt x="33696" y="47517"/>
                    <a:pt x="34800" y="41075"/>
                    <a:pt x="34800" y="32494"/>
                  </a:cubicBezTo>
                  <a:cubicBezTo>
                    <a:pt x="34800" y="23885"/>
                    <a:pt x="33696" y="17442"/>
                    <a:pt x="31488" y="13165"/>
                  </a:cubicBezTo>
                  <a:cubicBezTo>
                    <a:pt x="29307" y="8861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9" y="21928"/>
                    <a:pt x="43269" y="32494"/>
                  </a:cubicBezTo>
                  <a:cubicBezTo>
                    <a:pt x="43269" y="43031"/>
                    <a:pt x="41410" y="51081"/>
                    <a:pt x="37693" y="56643"/>
                  </a:cubicBezTo>
                  <a:cubicBezTo>
                    <a:pt x="34003" y="62178"/>
                    <a:pt x="28651" y="64945"/>
                    <a:pt x="21635" y="64945"/>
                  </a:cubicBezTo>
                  <a:cubicBezTo>
                    <a:pt x="14619" y="64945"/>
                    <a:pt x="9252" y="62178"/>
                    <a:pt x="5534" y="56643"/>
                  </a:cubicBezTo>
                  <a:cubicBezTo>
                    <a:pt x="1845" y="51081"/>
                    <a:pt x="0" y="43031"/>
                    <a:pt x="0" y="32494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" name="Freeform 3287">
              <a:extLst>
                <a:ext uri="{FF2B5EF4-FFF2-40B4-BE49-F238E27FC236}">
                  <a16:creationId xmlns:a16="http://schemas.microsoft.com/office/drawing/2014/main" id="{B84CB991-B53D-7A83-D4F1-47BF43CE3803}"/>
                </a:ext>
              </a:extLst>
            </p:cNvPr>
            <p:cNvSpPr/>
            <p:nvPr/>
          </p:nvSpPr>
          <p:spPr>
            <a:xfrm>
              <a:off x="6195486" y="4183413"/>
              <a:ext cx="8847" cy="10649"/>
            </a:xfrm>
            <a:custGeom>
              <a:avLst/>
              <a:gdLst>
                <a:gd name="csX0" fmla="*/ 0 w 8847"/>
                <a:gd name="csY0" fmla="*/ 0 h 10649"/>
                <a:gd name="csX1" fmla="*/ 8847 w 8847"/>
                <a:gd name="csY1" fmla="*/ 0 h 10649"/>
                <a:gd name="csX2" fmla="*/ 8847 w 8847"/>
                <a:gd name="csY2" fmla="*/ 10649 h 10649"/>
                <a:gd name="csX3" fmla="*/ 0 w 8847"/>
                <a:gd name="csY3" fmla="*/ 10649 h 10649"/>
                <a:gd name="csX4" fmla="*/ 0 w 8847"/>
                <a:gd name="csY4" fmla="*/ 0 h 10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49">
                  <a:moveTo>
                    <a:pt x="0" y="0"/>
                  </a:moveTo>
                  <a:lnTo>
                    <a:pt x="8847" y="0"/>
                  </a:lnTo>
                  <a:lnTo>
                    <a:pt x="8847" y="10649"/>
                  </a:lnTo>
                  <a:lnTo>
                    <a:pt x="0" y="10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9" name="Freeform 3288">
              <a:extLst>
                <a:ext uri="{FF2B5EF4-FFF2-40B4-BE49-F238E27FC236}">
                  <a16:creationId xmlns:a16="http://schemas.microsoft.com/office/drawing/2014/main" id="{B474E440-DA5A-5646-D15C-1DC44A722C41}"/>
                </a:ext>
              </a:extLst>
            </p:cNvPr>
            <p:cNvSpPr/>
            <p:nvPr/>
          </p:nvSpPr>
          <p:spPr>
            <a:xfrm>
              <a:off x="6219259" y="4130333"/>
              <a:ext cx="43268" cy="64945"/>
            </a:xfrm>
            <a:custGeom>
              <a:avLst/>
              <a:gdLst>
                <a:gd name="csX0" fmla="*/ 21635 w 43268"/>
                <a:gd name="csY0" fmla="*/ 6709 h 64945"/>
                <a:gd name="csX1" fmla="*/ 11781 w 43268"/>
                <a:gd name="csY1" fmla="*/ 13165 h 64945"/>
                <a:gd name="csX2" fmla="*/ 8511 w 43268"/>
                <a:gd name="csY2" fmla="*/ 32494 h 64945"/>
                <a:gd name="csX3" fmla="*/ 11781 w 43268"/>
                <a:gd name="csY3" fmla="*/ 51821 h 64945"/>
                <a:gd name="csX4" fmla="*/ 21635 w 43268"/>
                <a:gd name="csY4" fmla="*/ 58236 h 64945"/>
                <a:gd name="csX5" fmla="*/ 31487 w 43268"/>
                <a:gd name="csY5" fmla="*/ 51821 h 64945"/>
                <a:gd name="csX6" fmla="*/ 34799 w 43268"/>
                <a:gd name="csY6" fmla="*/ 32494 h 64945"/>
                <a:gd name="csX7" fmla="*/ 31487 w 43268"/>
                <a:gd name="csY7" fmla="*/ 13165 h 64945"/>
                <a:gd name="csX8" fmla="*/ 21635 w 43268"/>
                <a:gd name="csY8" fmla="*/ 6709 h 64945"/>
                <a:gd name="csX9" fmla="*/ 21635 w 43268"/>
                <a:gd name="csY9" fmla="*/ 0 h 64945"/>
                <a:gd name="csX10" fmla="*/ 37693 w 43268"/>
                <a:gd name="csY10" fmla="*/ 8343 h 64945"/>
                <a:gd name="csX11" fmla="*/ 43268 w 43268"/>
                <a:gd name="csY11" fmla="*/ 32494 h 64945"/>
                <a:gd name="csX12" fmla="*/ 37693 w 43268"/>
                <a:gd name="csY12" fmla="*/ 56643 h 64945"/>
                <a:gd name="csX13" fmla="*/ 21635 w 43268"/>
                <a:gd name="csY13" fmla="*/ 64945 h 64945"/>
                <a:gd name="csX14" fmla="*/ 5534 w 43268"/>
                <a:gd name="csY14" fmla="*/ 56643 h 64945"/>
                <a:gd name="csX15" fmla="*/ 0 w 43268"/>
                <a:gd name="csY15" fmla="*/ 32494 h 64945"/>
                <a:gd name="csX16" fmla="*/ 5534 w 43268"/>
                <a:gd name="csY16" fmla="*/ 8343 h 64945"/>
                <a:gd name="csX17" fmla="*/ 21635 w 43268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5">
                  <a:moveTo>
                    <a:pt x="21635" y="6709"/>
                  </a:moveTo>
                  <a:cubicBezTo>
                    <a:pt x="17274" y="6709"/>
                    <a:pt x="13989" y="8861"/>
                    <a:pt x="11781" y="13165"/>
                  </a:cubicBezTo>
                  <a:cubicBezTo>
                    <a:pt x="9601" y="17442"/>
                    <a:pt x="8511" y="23885"/>
                    <a:pt x="8511" y="32494"/>
                  </a:cubicBezTo>
                  <a:cubicBezTo>
                    <a:pt x="8511" y="41075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7"/>
                    <a:pt x="34799" y="41075"/>
                    <a:pt x="34799" y="32494"/>
                  </a:cubicBezTo>
                  <a:cubicBezTo>
                    <a:pt x="34799" y="23885"/>
                    <a:pt x="33695" y="17442"/>
                    <a:pt x="31487" y="13165"/>
                  </a:cubicBezTo>
                  <a:cubicBezTo>
                    <a:pt x="29307" y="8861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0" y="0"/>
                    <a:pt x="34003" y="2781"/>
                    <a:pt x="37693" y="8343"/>
                  </a:cubicBezTo>
                  <a:cubicBezTo>
                    <a:pt x="41410" y="13878"/>
                    <a:pt x="43268" y="21928"/>
                    <a:pt x="43268" y="32494"/>
                  </a:cubicBezTo>
                  <a:cubicBezTo>
                    <a:pt x="43268" y="43031"/>
                    <a:pt x="41410" y="51081"/>
                    <a:pt x="37693" y="56643"/>
                  </a:cubicBezTo>
                  <a:cubicBezTo>
                    <a:pt x="34002" y="62178"/>
                    <a:pt x="28650" y="64945"/>
                    <a:pt x="21635" y="64945"/>
                  </a:cubicBezTo>
                  <a:cubicBezTo>
                    <a:pt x="14619" y="64945"/>
                    <a:pt x="9252" y="62178"/>
                    <a:pt x="5534" y="56643"/>
                  </a:cubicBezTo>
                  <a:cubicBezTo>
                    <a:pt x="1845" y="51081"/>
                    <a:pt x="0" y="43031"/>
                    <a:pt x="0" y="32494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" name="Freeform 3289">
              <a:extLst>
                <a:ext uri="{FF2B5EF4-FFF2-40B4-BE49-F238E27FC236}">
                  <a16:creationId xmlns:a16="http://schemas.microsoft.com/office/drawing/2014/main" id="{E08EF6DE-FED2-1B1B-6CBD-319B7634FED7}"/>
                </a:ext>
              </a:extLst>
            </p:cNvPr>
            <p:cNvSpPr/>
            <p:nvPr/>
          </p:nvSpPr>
          <p:spPr>
            <a:xfrm>
              <a:off x="6274518" y="4130333"/>
              <a:ext cx="39746" cy="63729"/>
            </a:xfrm>
            <a:custGeom>
              <a:avLst/>
              <a:gdLst>
                <a:gd name="csX0" fmla="*/ 10189 w 39746"/>
                <a:gd name="csY0" fmla="*/ 56601 h 63729"/>
                <a:gd name="csX1" fmla="*/ 39746 w 39746"/>
                <a:gd name="csY1" fmla="*/ 56601 h 63729"/>
                <a:gd name="csX2" fmla="*/ 39746 w 39746"/>
                <a:gd name="csY2" fmla="*/ 63729 h 63729"/>
                <a:gd name="csX3" fmla="*/ 0 w 39746"/>
                <a:gd name="csY3" fmla="*/ 63729 h 63729"/>
                <a:gd name="csX4" fmla="*/ 0 w 39746"/>
                <a:gd name="csY4" fmla="*/ 56601 h 63729"/>
                <a:gd name="csX5" fmla="*/ 13123 w 39746"/>
                <a:gd name="csY5" fmla="*/ 43227 h 63729"/>
                <a:gd name="csX6" fmla="*/ 23604 w 39746"/>
                <a:gd name="csY6" fmla="*/ 32367 h 63729"/>
                <a:gd name="csX7" fmla="*/ 29265 w 39746"/>
                <a:gd name="csY7" fmla="*/ 24653 h 63729"/>
                <a:gd name="csX8" fmla="*/ 30900 w 39746"/>
                <a:gd name="csY8" fmla="*/ 18406 h 63729"/>
                <a:gd name="csX9" fmla="*/ 27378 w 39746"/>
                <a:gd name="csY9" fmla="*/ 10272 h 63729"/>
                <a:gd name="csX10" fmla="*/ 18280 w 39746"/>
                <a:gd name="csY10" fmla="*/ 7128 h 63729"/>
                <a:gd name="csX11" fmla="*/ 9852 w 39746"/>
                <a:gd name="csY11" fmla="*/ 8511 h 63729"/>
                <a:gd name="csX12" fmla="*/ 419 w 39746"/>
                <a:gd name="csY12" fmla="*/ 12704 h 63729"/>
                <a:gd name="csX13" fmla="*/ 419 w 39746"/>
                <a:gd name="csY13" fmla="*/ 4151 h 63729"/>
                <a:gd name="csX14" fmla="*/ 9978 w 39746"/>
                <a:gd name="csY14" fmla="*/ 1048 h 63729"/>
                <a:gd name="csX15" fmla="*/ 18112 w 39746"/>
                <a:gd name="csY15" fmla="*/ 0 h 63729"/>
                <a:gd name="csX16" fmla="*/ 33625 w 39746"/>
                <a:gd name="csY16" fmla="*/ 4863 h 63729"/>
                <a:gd name="csX17" fmla="*/ 39411 w 39746"/>
                <a:gd name="csY17" fmla="*/ 17861 h 63729"/>
                <a:gd name="csX18" fmla="*/ 37944 w 39746"/>
                <a:gd name="csY18" fmla="*/ 25198 h 63729"/>
                <a:gd name="csX19" fmla="*/ 32703 w 39746"/>
                <a:gd name="csY19" fmla="*/ 33332 h 63729"/>
                <a:gd name="csX20" fmla="*/ 26036 w 39746"/>
                <a:gd name="csY20" fmla="*/ 40375 h 63729"/>
                <a:gd name="csX21" fmla="*/ 10189 w 39746"/>
                <a:gd name="csY21" fmla="*/ 56601 h 63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6" h="63729">
                  <a:moveTo>
                    <a:pt x="10189" y="56601"/>
                  </a:moveTo>
                  <a:lnTo>
                    <a:pt x="39746" y="56601"/>
                  </a:lnTo>
                  <a:lnTo>
                    <a:pt x="39746" y="63729"/>
                  </a:lnTo>
                  <a:lnTo>
                    <a:pt x="0" y="63729"/>
                  </a:lnTo>
                  <a:lnTo>
                    <a:pt x="0" y="56601"/>
                  </a:lnTo>
                  <a:cubicBezTo>
                    <a:pt x="3214" y="53275"/>
                    <a:pt x="7588" y="48817"/>
                    <a:pt x="13123" y="43227"/>
                  </a:cubicBezTo>
                  <a:cubicBezTo>
                    <a:pt x="18685" y="37609"/>
                    <a:pt x="22179" y="33989"/>
                    <a:pt x="23604" y="32367"/>
                  </a:cubicBezTo>
                  <a:cubicBezTo>
                    <a:pt x="26316" y="29321"/>
                    <a:pt x="28203" y="26750"/>
                    <a:pt x="29265" y="24653"/>
                  </a:cubicBezTo>
                  <a:cubicBezTo>
                    <a:pt x="30355" y="22529"/>
                    <a:pt x="30900" y="20447"/>
                    <a:pt x="30900" y="18406"/>
                  </a:cubicBezTo>
                  <a:cubicBezTo>
                    <a:pt x="30900" y="15080"/>
                    <a:pt x="29726" y="12369"/>
                    <a:pt x="27378" y="10272"/>
                  </a:cubicBezTo>
                  <a:cubicBezTo>
                    <a:pt x="25058" y="8176"/>
                    <a:pt x="22025" y="7128"/>
                    <a:pt x="18280" y="7128"/>
                  </a:cubicBezTo>
                  <a:cubicBezTo>
                    <a:pt x="15624" y="7128"/>
                    <a:pt x="12815" y="7589"/>
                    <a:pt x="9852" y="8511"/>
                  </a:cubicBezTo>
                  <a:cubicBezTo>
                    <a:pt x="6918" y="9433"/>
                    <a:pt x="3773" y="10831"/>
                    <a:pt x="419" y="12704"/>
                  </a:cubicBezTo>
                  <a:lnTo>
                    <a:pt x="419" y="4151"/>
                  </a:lnTo>
                  <a:cubicBezTo>
                    <a:pt x="3829" y="2782"/>
                    <a:pt x="7016" y="1747"/>
                    <a:pt x="9978" y="1048"/>
                  </a:cubicBezTo>
                  <a:cubicBezTo>
                    <a:pt x="12941" y="349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5" y="4863"/>
                  </a:cubicBezTo>
                  <a:cubicBezTo>
                    <a:pt x="37482" y="8106"/>
                    <a:pt x="39411" y="12438"/>
                    <a:pt x="39411" y="17861"/>
                  </a:cubicBezTo>
                  <a:cubicBezTo>
                    <a:pt x="39411" y="20433"/>
                    <a:pt x="38922" y="22878"/>
                    <a:pt x="37944" y="25198"/>
                  </a:cubicBezTo>
                  <a:cubicBezTo>
                    <a:pt x="36993" y="27490"/>
                    <a:pt x="35246" y="30202"/>
                    <a:pt x="32703" y="33332"/>
                  </a:cubicBezTo>
                  <a:cubicBezTo>
                    <a:pt x="32004" y="34143"/>
                    <a:pt x="29782" y="36491"/>
                    <a:pt x="26036" y="40375"/>
                  </a:cubicBezTo>
                  <a:cubicBezTo>
                    <a:pt x="22291" y="44233"/>
                    <a:pt x="17009" y="49642"/>
                    <a:pt x="10189" y="5660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" name="Freeform 3290">
              <a:extLst>
                <a:ext uri="{FF2B5EF4-FFF2-40B4-BE49-F238E27FC236}">
                  <a16:creationId xmlns:a16="http://schemas.microsoft.com/office/drawing/2014/main" id="{4DBF0304-604D-A849-7CC9-7E6609FEA8FB}"/>
                </a:ext>
              </a:extLst>
            </p:cNvPr>
            <p:cNvSpPr/>
            <p:nvPr/>
          </p:nvSpPr>
          <p:spPr>
            <a:xfrm>
              <a:off x="6135614" y="3765057"/>
              <a:ext cx="43269" cy="64945"/>
            </a:xfrm>
            <a:custGeom>
              <a:avLst/>
              <a:gdLst>
                <a:gd name="csX0" fmla="*/ 21635 w 43269"/>
                <a:gd name="csY0" fmla="*/ 6709 h 64945"/>
                <a:gd name="csX1" fmla="*/ 11781 w 43269"/>
                <a:gd name="csY1" fmla="*/ 13165 h 64945"/>
                <a:gd name="csX2" fmla="*/ 8512 w 43269"/>
                <a:gd name="csY2" fmla="*/ 32494 h 64945"/>
                <a:gd name="csX3" fmla="*/ 11781 w 43269"/>
                <a:gd name="csY3" fmla="*/ 51821 h 64945"/>
                <a:gd name="csX4" fmla="*/ 21635 w 43269"/>
                <a:gd name="csY4" fmla="*/ 58236 h 64945"/>
                <a:gd name="csX5" fmla="*/ 31488 w 43269"/>
                <a:gd name="csY5" fmla="*/ 51821 h 64945"/>
                <a:gd name="csX6" fmla="*/ 34800 w 43269"/>
                <a:gd name="csY6" fmla="*/ 32494 h 64945"/>
                <a:gd name="csX7" fmla="*/ 31488 w 43269"/>
                <a:gd name="csY7" fmla="*/ 13165 h 64945"/>
                <a:gd name="csX8" fmla="*/ 21635 w 43269"/>
                <a:gd name="csY8" fmla="*/ 6709 h 64945"/>
                <a:gd name="csX9" fmla="*/ 21635 w 43269"/>
                <a:gd name="csY9" fmla="*/ 0 h 64945"/>
                <a:gd name="csX10" fmla="*/ 37693 w 43269"/>
                <a:gd name="csY10" fmla="*/ 8343 h 64945"/>
                <a:gd name="csX11" fmla="*/ 43269 w 43269"/>
                <a:gd name="csY11" fmla="*/ 32494 h 64945"/>
                <a:gd name="csX12" fmla="*/ 37693 w 43269"/>
                <a:gd name="csY12" fmla="*/ 56643 h 64945"/>
                <a:gd name="csX13" fmla="*/ 21635 w 43269"/>
                <a:gd name="csY13" fmla="*/ 64945 h 64945"/>
                <a:gd name="csX14" fmla="*/ 5535 w 43269"/>
                <a:gd name="csY14" fmla="*/ 56643 h 64945"/>
                <a:gd name="csX15" fmla="*/ 0 w 43269"/>
                <a:gd name="csY15" fmla="*/ 32494 h 64945"/>
                <a:gd name="csX16" fmla="*/ 5535 w 43269"/>
                <a:gd name="csY16" fmla="*/ 8343 h 64945"/>
                <a:gd name="csX17" fmla="*/ 21635 w 43269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9" h="64945">
                  <a:moveTo>
                    <a:pt x="21635" y="6709"/>
                  </a:moveTo>
                  <a:cubicBezTo>
                    <a:pt x="17274" y="6709"/>
                    <a:pt x="13990" y="8861"/>
                    <a:pt x="11781" y="13165"/>
                  </a:cubicBezTo>
                  <a:cubicBezTo>
                    <a:pt x="9602" y="17442"/>
                    <a:pt x="8512" y="23885"/>
                    <a:pt x="8512" y="32494"/>
                  </a:cubicBezTo>
                  <a:cubicBezTo>
                    <a:pt x="8512" y="41075"/>
                    <a:pt x="9602" y="47517"/>
                    <a:pt x="11781" y="51821"/>
                  </a:cubicBezTo>
                  <a:cubicBezTo>
                    <a:pt x="13990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8" y="51821"/>
                  </a:cubicBezTo>
                  <a:cubicBezTo>
                    <a:pt x="33696" y="47517"/>
                    <a:pt x="34800" y="41075"/>
                    <a:pt x="34800" y="32494"/>
                  </a:cubicBezTo>
                  <a:cubicBezTo>
                    <a:pt x="34800" y="23885"/>
                    <a:pt x="33696" y="17442"/>
                    <a:pt x="31488" y="13165"/>
                  </a:cubicBezTo>
                  <a:cubicBezTo>
                    <a:pt x="29307" y="8861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9" y="21928"/>
                    <a:pt x="43269" y="32494"/>
                  </a:cubicBezTo>
                  <a:cubicBezTo>
                    <a:pt x="43269" y="43032"/>
                    <a:pt x="41410" y="51081"/>
                    <a:pt x="37693" y="56643"/>
                  </a:cubicBezTo>
                  <a:cubicBezTo>
                    <a:pt x="34003" y="62178"/>
                    <a:pt x="28651" y="64945"/>
                    <a:pt x="21635" y="64945"/>
                  </a:cubicBezTo>
                  <a:cubicBezTo>
                    <a:pt x="14619" y="64945"/>
                    <a:pt x="9252" y="62178"/>
                    <a:pt x="5535" y="56643"/>
                  </a:cubicBezTo>
                  <a:cubicBezTo>
                    <a:pt x="1845" y="51081"/>
                    <a:pt x="0" y="43032"/>
                    <a:pt x="0" y="32494"/>
                  </a:cubicBezTo>
                  <a:cubicBezTo>
                    <a:pt x="0" y="21928"/>
                    <a:pt x="1845" y="13878"/>
                    <a:pt x="5535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2" name="Freeform 3291">
              <a:extLst>
                <a:ext uri="{FF2B5EF4-FFF2-40B4-BE49-F238E27FC236}">
                  <a16:creationId xmlns:a16="http://schemas.microsoft.com/office/drawing/2014/main" id="{AC0DC6C4-B5CE-2EBB-4BEC-2D6B8D848486}"/>
                </a:ext>
              </a:extLst>
            </p:cNvPr>
            <p:cNvSpPr/>
            <p:nvPr/>
          </p:nvSpPr>
          <p:spPr>
            <a:xfrm>
              <a:off x="6193767" y="3818137"/>
              <a:ext cx="8847" cy="10649"/>
            </a:xfrm>
            <a:custGeom>
              <a:avLst/>
              <a:gdLst>
                <a:gd name="csX0" fmla="*/ 0 w 8847"/>
                <a:gd name="csY0" fmla="*/ 0 h 10649"/>
                <a:gd name="csX1" fmla="*/ 8847 w 8847"/>
                <a:gd name="csY1" fmla="*/ 0 h 10649"/>
                <a:gd name="csX2" fmla="*/ 8847 w 8847"/>
                <a:gd name="csY2" fmla="*/ 10649 h 10649"/>
                <a:gd name="csX3" fmla="*/ 0 w 8847"/>
                <a:gd name="csY3" fmla="*/ 10649 h 10649"/>
                <a:gd name="csX4" fmla="*/ 0 w 8847"/>
                <a:gd name="csY4" fmla="*/ 0 h 10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49">
                  <a:moveTo>
                    <a:pt x="0" y="0"/>
                  </a:moveTo>
                  <a:lnTo>
                    <a:pt x="8847" y="0"/>
                  </a:lnTo>
                  <a:lnTo>
                    <a:pt x="8847" y="10649"/>
                  </a:lnTo>
                  <a:lnTo>
                    <a:pt x="0" y="10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3" name="Freeform 3292">
              <a:extLst>
                <a:ext uri="{FF2B5EF4-FFF2-40B4-BE49-F238E27FC236}">
                  <a16:creationId xmlns:a16="http://schemas.microsoft.com/office/drawing/2014/main" id="{5AF21C3C-0E25-D8CC-4F0E-33E85A2AC1AE}"/>
                </a:ext>
              </a:extLst>
            </p:cNvPr>
            <p:cNvSpPr/>
            <p:nvPr/>
          </p:nvSpPr>
          <p:spPr>
            <a:xfrm>
              <a:off x="6217540" y="3765057"/>
              <a:ext cx="43268" cy="64945"/>
            </a:xfrm>
            <a:custGeom>
              <a:avLst/>
              <a:gdLst>
                <a:gd name="csX0" fmla="*/ 21635 w 43268"/>
                <a:gd name="csY0" fmla="*/ 6709 h 64945"/>
                <a:gd name="csX1" fmla="*/ 11781 w 43268"/>
                <a:gd name="csY1" fmla="*/ 13165 h 64945"/>
                <a:gd name="csX2" fmla="*/ 8511 w 43268"/>
                <a:gd name="csY2" fmla="*/ 32494 h 64945"/>
                <a:gd name="csX3" fmla="*/ 11781 w 43268"/>
                <a:gd name="csY3" fmla="*/ 51821 h 64945"/>
                <a:gd name="csX4" fmla="*/ 21635 w 43268"/>
                <a:gd name="csY4" fmla="*/ 58236 h 64945"/>
                <a:gd name="csX5" fmla="*/ 31487 w 43268"/>
                <a:gd name="csY5" fmla="*/ 51821 h 64945"/>
                <a:gd name="csX6" fmla="*/ 34800 w 43268"/>
                <a:gd name="csY6" fmla="*/ 32494 h 64945"/>
                <a:gd name="csX7" fmla="*/ 31487 w 43268"/>
                <a:gd name="csY7" fmla="*/ 13165 h 64945"/>
                <a:gd name="csX8" fmla="*/ 21635 w 43268"/>
                <a:gd name="csY8" fmla="*/ 6709 h 64945"/>
                <a:gd name="csX9" fmla="*/ 21635 w 43268"/>
                <a:gd name="csY9" fmla="*/ 0 h 64945"/>
                <a:gd name="csX10" fmla="*/ 37693 w 43268"/>
                <a:gd name="csY10" fmla="*/ 8343 h 64945"/>
                <a:gd name="csX11" fmla="*/ 43268 w 43268"/>
                <a:gd name="csY11" fmla="*/ 32494 h 64945"/>
                <a:gd name="csX12" fmla="*/ 37693 w 43268"/>
                <a:gd name="csY12" fmla="*/ 56643 h 64945"/>
                <a:gd name="csX13" fmla="*/ 21635 w 43268"/>
                <a:gd name="csY13" fmla="*/ 64945 h 64945"/>
                <a:gd name="csX14" fmla="*/ 5534 w 43268"/>
                <a:gd name="csY14" fmla="*/ 56643 h 64945"/>
                <a:gd name="csX15" fmla="*/ 0 w 43268"/>
                <a:gd name="csY15" fmla="*/ 32494 h 64945"/>
                <a:gd name="csX16" fmla="*/ 5534 w 43268"/>
                <a:gd name="csY16" fmla="*/ 8343 h 64945"/>
                <a:gd name="csX17" fmla="*/ 21635 w 43268"/>
                <a:gd name="csY17" fmla="*/ 0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5">
                  <a:moveTo>
                    <a:pt x="21635" y="6709"/>
                  </a:moveTo>
                  <a:cubicBezTo>
                    <a:pt x="17274" y="6709"/>
                    <a:pt x="13989" y="8861"/>
                    <a:pt x="11781" y="13165"/>
                  </a:cubicBezTo>
                  <a:cubicBezTo>
                    <a:pt x="9601" y="17442"/>
                    <a:pt x="8511" y="23885"/>
                    <a:pt x="8511" y="32494"/>
                  </a:cubicBezTo>
                  <a:cubicBezTo>
                    <a:pt x="8511" y="41075"/>
                    <a:pt x="9601" y="47517"/>
                    <a:pt x="11781" y="51821"/>
                  </a:cubicBezTo>
                  <a:cubicBezTo>
                    <a:pt x="13989" y="56098"/>
                    <a:pt x="17274" y="58236"/>
                    <a:pt x="21635" y="58236"/>
                  </a:cubicBezTo>
                  <a:cubicBezTo>
                    <a:pt x="26023" y="58236"/>
                    <a:pt x="29307" y="56098"/>
                    <a:pt x="31487" y="51821"/>
                  </a:cubicBezTo>
                  <a:cubicBezTo>
                    <a:pt x="33695" y="47517"/>
                    <a:pt x="34800" y="41075"/>
                    <a:pt x="34800" y="32494"/>
                  </a:cubicBezTo>
                  <a:cubicBezTo>
                    <a:pt x="34800" y="23885"/>
                    <a:pt x="33695" y="17442"/>
                    <a:pt x="31487" y="13165"/>
                  </a:cubicBezTo>
                  <a:cubicBezTo>
                    <a:pt x="29307" y="8861"/>
                    <a:pt x="26023" y="6709"/>
                    <a:pt x="21635" y="6709"/>
                  </a:cubicBezTo>
                  <a:moveTo>
                    <a:pt x="21635" y="0"/>
                  </a:moveTo>
                  <a:cubicBezTo>
                    <a:pt x="28651" y="0"/>
                    <a:pt x="34003" y="2781"/>
                    <a:pt x="37693" y="8343"/>
                  </a:cubicBezTo>
                  <a:cubicBezTo>
                    <a:pt x="41410" y="13878"/>
                    <a:pt x="43268" y="21928"/>
                    <a:pt x="43268" y="32494"/>
                  </a:cubicBezTo>
                  <a:cubicBezTo>
                    <a:pt x="43268" y="43032"/>
                    <a:pt x="41410" y="51081"/>
                    <a:pt x="37693" y="56643"/>
                  </a:cubicBezTo>
                  <a:cubicBezTo>
                    <a:pt x="34003" y="62178"/>
                    <a:pt x="28651" y="64945"/>
                    <a:pt x="21635" y="64945"/>
                  </a:cubicBezTo>
                  <a:cubicBezTo>
                    <a:pt x="14619" y="64945"/>
                    <a:pt x="9252" y="62178"/>
                    <a:pt x="5534" y="56643"/>
                  </a:cubicBezTo>
                  <a:cubicBezTo>
                    <a:pt x="1845" y="51081"/>
                    <a:pt x="0" y="43032"/>
                    <a:pt x="0" y="32494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4" name="Freeform 3293">
              <a:extLst>
                <a:ext uri="{FF2B5EF4-FFF2-40B4-BE49-F238E27FC236}">
                  <a16:creationId xmlns:a16="http://schemas.microsoft.com/office/drawing/2014/main" id="{34548ABF-49F7-79A0-C700-2A980FBF9661}"/>
                </a:ext>
              </a:extLst>
            </p:cNvPr>
            <p:cNvSpPr/>
            <p:nvPr/>
          </p:nvSpPr>
          <p:spPr>
            <a:xfrm>
              <a:off x="6273051" y="3765057"/>
              <a:ext cx="41213" cy="64945"/>
            </a:xfrm>
            <a:custGeom>
              <a:avLst/>
              <a:gdLst>
                <a:gd name="csX0" fmla="*/ 28301 w 41213"/>
                <a:gd name="csY0" fmla="*/ 29978 h 64945"/>
                <a:gd name="csX1" fmla="*/ 37776 w 41213"/>
                <a:gd name="csY1" fmla="*/ 35387 h 64945"/>
                <a:gd name="csX2" fmla="*/ 41214 w 41213"/>
                <a:gd name="csY2" fmla="*/ 45533 h 64945"/>
                <a:gd name="csX3" fmla="*/ 34841 w 41213"/>
                <a:gd name="csY3" fmla="*/ 59872 h 64945"/>
                <a:gd name="csX4" fmla="*/ 16729 w 41213"/>
                <a:gd name="csY4" fmla="*/ 64945 h 64945"/>
                <a:gd name="csX5" fmla="*/ 8595 w 41213"/>
                <a:gd name="csY5" fmla="*/ 64148 h 64945"/>
                <a:gd name="csX6" fmla="*/ 0 w 41213"/>
                <a:gd name="csY6" fmla="*/ 61842 h 64945"/>
                <a:gd name="csX7" fmla="*/ 0 w 41213"/>
                <a:gd name="csY7" fmla="*/ 53667 h 64945"/>
                <a:gd name="csX8" fmla="*/ 7715 w 41213"/>
                <a:gd name="csY8" fmla="*/ 56769 h 64945"/>
                <a:gd name="csX9" fmla="*/ 16477 w 41213"/>
                <a:gd name="csY9" fmla="*/ 57817 h 64945"/>
                <a:gd name="csX10" fmla="*/ 28594 w 41213"/>
                <a:gd name="csY10" fmla="*/ 54673 h 64945"/>
                <a:gd name="csX11" fmla="*/ 32787 w 41213"/>
                <a:gd name="csY11" fmla="*/ 45533 h 64945"/>
                <a:gd name="csX12" fmla="*/ 28888 w 41213"/>
                <a:gd name="csY12" fmla="*/ 36896 h 64945"/>
                <a:gd name="csX13" fmla="*/ 18112 w 41213"/>
                <a:gd name="csY13" fmla="*/ 33751 h 64945"/>
                <a:gd name="csX14" fmla="*/ 10817 w 41213"/>
                <a:gd name="csY14" fmla="*/ 33751 h 64945"/>
                <a:gd name="csX15" fmla="*/ 10817 w 41213"/>
                <a:gd name="csY15" fmla="*/ 26791 h 64945"/>
                <a:gd name="csX16" fmla="*/ 18448 w 41213"/>
                <a:gd name="csY16" fmla="*/ 26791 h 64945"/>
                <a:gd name="csX17" fmla="*/ 28007 w 41213"/>
                <a:gd name="csY17" fmla="*/ 24317 h 64945"/>
                <a:gd name="csX18" fmla="*/ 31319 w 41213"/>
                <a:gd name="csY18" fmla="*/ 17106 h 64945"/>
                <a:gd name="csX19" fmla="*/ 27882 w 41213"/>
                <a:gd name="csY19" fmla="*/ 9727 h 64945"/>
                <a:gd name="csX20" fmla="*/ 18112 w 41213"/>
                <a:gd name="csY20" fmla="*/ 7128 h 64945"/>
                <a:gd name="csX21" fmla="*/ 10649 w 41213"/>
                <a:gd name="csY21" fmla="*/ 7883 h 64945"/>
                <a:gd name="csX22" fmla="*/ 1887 w 41213"/>
                <a:gd name="csY22" fmla="*/ 10230 h 64945"/>
                <a:gd name="csX23" fmla="*/ 1887 w 41213"/>
                <a:gd name="csY23" fmla="*/ 2684 h 64945"/>
                <a:gd name="csX24" fmla="*/ 10901 w 41213"/>
                <a:gd name="csY24" fmla="*/ 671 h 64945"/>
                <a:gd name="csX25" fmla="*/ 18867 w 41213"/>
                <a:gd name="csY25" fmla="*/ 0 h 64945"/>
                <a:gd name="csX26" fmla="*/ 34128 w 41213"/>
                <a:gd name="csY26" fmla="*/ 4403 h 64945"/>
                <a:gd name="csX27" fmla="*/ 39747 w 41213"/>
                <a:gd name="csY27" fmla="*/ 16226 h 64945"/>
                <a:gd name="csX28" fmla="*/ 36769 w 41213"/>
                <a:gd name="csY28" fmla="*/ 25030 h 64945"/>
                <a:gd name="csX29" fmla="*/ 28301 w 41213"/>
                <a:gd name="csY29" fmla="*/ 29978 h 64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41213" h="64945">
                  <a:moveTo>
                    <a:pt x="28301" y="29978"/>
                  </a:moveTo>
                  <a:cubicBezTo>
                    <a:pt x="32353" y="30844"/>
                    <a:pt x="35512" y="32647"/>
                    <a:pt x="37776" y="35387"/>
                  </a:cubicBezTo>
                  <a:cubicBezTo>
                    <a:pt x="40068" y="38126"/>
                    <a:pt x="41214" y="41508"/>
                    <a:pt x="41214" y="45533"/>
                  </a:cubicBezTo>
                  <a:cubicBezTo>
                    <a:pt x="41214" y="51710"/>
                    <a:pt x="39090" y="56489"/>
                    <a:pt x="34841" y="59872"/>
                  </a:cubicBezTo>
                  <a:cubicBezTo>
                    <a:pt x="30593" y="63254"/>
                    <a:pt x="24555" y="64945"/>
                    <a:pt x="16729" y="64945"/>
                  </a:cubicBezTo>
                  <a:cubicBezTo>
                    <a:pt x="14101" y="64945"/>
                    <a:pt x="11390" y="64680"/>
                    <a:pt x="8595" y="64148"/>
                  </a:cubicBezTo>
                  <a:cubicBezTo>
                    <a:pt x="5828" y="63645"/>
                    <a:pt x="2963" y="62877"/>
                    <a:pt x="0" y="61842"/>
                  </a:cubicBezTo>
                  <a:lnTo>
                    <a:pt x="0" y="53667"/>
                  </a:lnTo>
                  <a:cubicBezTo>
                    <a:pt x="2348" y="55036"/>
                    <a:pt x="4920" y="56070"/>
                    <a:pt x="7715" y="56769"/>
                  </a:cubicBezTo>
                  <a:cubicBezTo>
                    <a:pt x="10510" y="57468"/>
                    <a:pt x="13431" y="57817"/>
                    <a:pt x="16477" y="57817"/>
                  </a:cubicBezTo>
                  <a:cubicBezTo>
                    <a:pt x="21788" y="57817"/>
                    <a:pt x="25827" y="56769"/>
                    <a:pt x="28594" y="54673"/>
                  </a:cubicBezTo>
                  <a:cubicBezTo>
                    <a:pt x="31389" y="52577"/>
                    <a:pt x="32787" y="49530"/>
                    <a:pt x="32787" y="45533"/>
                  </a:cubicBezTo>
                  <a:cubicBezTo>
                    <a:pt x="32787" y="41843"/>
                    <a:pt x="31487" y="38964"/>
                    <a:pt x="28888" y="36896"/>
                  </a:cubicBezTo>
                  <a:cubicBezTo>
                    <a:pt x="26316" y="34799"/>
                    <a:pt x="22724" y="33751"/>
                    <a:pt x="18112" y="33751"/>
                  </a:cubicBezTo>
                  <a:lnTo>
                    <a:pt x="10817" y="33751"/>
                  </a:lnTo>
                  <a:lnTo>
                    <a:pt x="10817" y="26791"/>
                  </a:lnTo>
                  <a:lnTo>
                    <a:pt x="18448" y="26791"/>
                  </a:lnTo>
                  <a:cubicBezTo>
                    <a:pt x="22613" y="26791"/>
                    <a:pt x="25799" y="25966"/>
                    <a:pt x="28007" y="24317"/>
                  </a:cubicBezTo>
                  <a:cubicBezTo>
                    <a:pt x="30215" y="22641"/>
                    <a:pt x="31319" y="20237"/>
                    <a:pt x="31319" y="17106"/>
                  </a:cubicBezTo>
                  <a:cubicBezTo>
                    <a:pt x="31319" y="13892"/>
                    <a:pt x="30173" y="11432"/>
                    <a:pt x="27882" y="9727"/>
                  </a:cubicBezTo>
                  <a:cubicBezTo>
                    <a:pt x="25617" y="7994"/>
                    <a:pt x="22361" y="7128"/>
                    <a:pt x="18112" y="7128"/>
                  </a:cubicBezTo>
                  <a:cubicBezTo>
                    <a:pt x="15793" y="7128"/>
                    <a:pt x="13305" y="7380"/>
                    <a:pt x="10649" y="7883"/>
                  </a:cubicBezTo>
                  <a:cubicBezTo>
                    <a:pt x="7994" y="8386"/>
                    <a:pt x="5073" y="9168"/>
                    <a:pt x="1887" y="10230"/>
                  </a:cubicBezTo>
                  <a:lnTo>
                    <a:pt x="1887" y="2684"/>
                  </a:lnTo>
                  <a:cubicBezTo>
                    <a:pt x="5101" y="1789"/>
                    <a:pt x="8105" y="1118"/>
                    <a:pt x="10901" y="671"/>
                  </a:cubicBezTo>
                  <a:cubicBezTo>
                    <a:pt x="13724" y="224"/>
                    <a:pt x="16380" y="0"/>
                    <a:pt x="18867" y="0"/>
                  </a:cubicBezTo>
                  <a:cubicBezTo>
                    <a:pt x="25296" y="0"/>
                    <a:pt x="30383" y="1468"/>
                    <a:pt x="34128" y="4403"/>
                  </a:cubicBezTo>
                  <a:cubicBezTo>
                    <a:pt x="37874" y="7310"/>
                    <a:pt x="39747" y="11251"/>
                    <a:pt x="39747" y="16226"/>
                  </a:cubicBezTo>
                  <a:cubicBezTo>
                    <a:pt x="39747" y="19692"/>
                    <a:pt x="38755" y="22626"/>
                    <a:pt x="36769" y="25030"/>
                  </a:cubicBezTo>
                  <a:cubicBezTo>
                    <a:pt x="34785" y="27406"/>
                    <a:pt x="31962" y="29055"/>
                    <a:pt x="28301" y="2997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31" name="Group 3430">
            <a:extLst>
              <a:ext uri="{FF2B5EF4-FFF2-40B4-BE49-F238E27FC236}">
                <a16:creationId xmlns:a16="http://schemas.microsoft.com/office/drawing/2014/main" id="{DCD26C82-EE0A-A6AC-A325-52EE4F764F27}"/>
              </a:ext>
            </a:extLst>
          </p:cNvPr>
          <p:cNvGrpSpPr/>
          <p:nvPr/>
        </p:nvGrpSpPr>
        <p:grpSpPr>
          <a:xfrm>
            <a:off x="6290086" y="3516336"/>
            <a:ext cx="2184022" cy="1376980"/>
            <a:chOff x="6290086" y="3516336"/>
            <a:chExt cx="2184022" cy="1376980"/>
          </a:xfrm>
        </p:grpSpPr>
        <p:sp>
          <p:nvSpPr>
            <p:cNvPr id="3299" name="Freeform 3298">
              <a:extLst>
                <a:ext uri="{FF2B5EF4-FFF2-40B4-BE49-F238E27FC236}">
                  <a16:creationId xmlns:a16="http://schemas.microsoft.com/office/drawing/2014/main" id="{6EC931DB-78B2-4F47-3BA2-7C56A2352A46}"/>
                </a:ext>
              </a:extLst>
            </p:cNvPr>
            <p:cNvSpPr/>
            <p:nvPr/>
          </p:nvSpPr>
          <p:spPr>
            <a:xfrm>
              <a:off x="6290086" y="4893129"/>
              <a:ext cx="62400" cy="186"/>
            </a:xfrm>
            <a:custGeom>
              <a:avLst/>
              <a:gdLst>
                <a:gd name="csX0" fmla="*/ 0 w 62400"/>
                <a:gd name="csY0" fmla="*/ 0 h 186"/>
                <a:gd name="csX1" fmla="*/ 0 w 62400"/>
                <a:gd name="csY1" fmla="*/ 186 h 186"/>
                <a:gd name="csX2" fmla="*/ 62400 w 62400"/>
                <a:gd name="csY2" fmla="*/ 186 h 186"/>
                <a:gd name="csX3" fmla="*/ 62400 w 62400"/>
                <a:gd name="csY3" fmla="*/ 0 h 186"/>
                <a:gd name="csX4" fmla="*/ 0 w 62400"/>
                <a:gd name="csY4" fmla="*/ 0 h 186"/>
                <a:gd name="csX5" fmla="*/ 0 w 62400"/>
                <a:gd name="csY5" fmla="*/ 0 h 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86">
                  <a:moveTo>
                    <a:pt x="0" y="0"/>
                  </a:moveTo>
                  <a:lnTo>
                    <a:pt x="0" y="186"/>
                  </a:lnTo>
                  <a:lnTo>
                    <a:pt x="62400" y="186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0" name="Freeform 3299">
              <a:extLst>
                <a:ext uri="{FF2B5EF4-FFF2-40B4-BE49-F238E27FC236}">
                  <a16:creationId xmlns:a16="http://schemas.microsoft.com/office/drawing/2014/main" id="{ABAC8F4C-303E-26AC-757B-2CABD2217796}"/>
                </a:ext>
              </a:extLst>
            </p:cNvPr>
            <p:cNvSpPr/>
            <p:nvPr/>
          </p:nvSpPr>
          <p:spPr>
            <a:xfrm>
              <a:off x="6290086" y="4893129"/>
              <a:ext cx="62400" cy="186"/>
            </a:xfrm>
            <a:custGeom>
              <a:avLst/>
              <a:gdLst>
                <a:gd name="csX0" fmla="*/ 0 w 62400"/>
                <a:gd name="csY0" fmla="*/ 0 h 186"/>
                <a:gd name="csX1" fmla="*/ 0 w 62400"/>
                <a:gd name="csY1" fmla="*/ 186 h 186"/>
                <a:gd name="csX2" fmla="*/ 62400 w 62400"/>
                <a:gd name="csY2" fmla="*/ 186 h 186"/>
                <a:gd name="csX3" fmla="*/ 62400 w 62400"/>
                <a:gd name="csY3" fmla="*/ 0 h 186"/>
                <a:gd name="csX4" fmla="*/ 0 w 62400"/>
                <a:gd name="csY4" fmla="*/ 0 h 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86">
                  <a:moveTo>
                    <a:pt x="0" y="0"/>
                  </a:moveTo>
                  <a:lnTo>
                    <a:pt x="0" y="186"/>
                  </a:lnTo>
                  <a:lnTo>
                    <a:pt x="62400" y="186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1" name="Freeform 3300">
              <a:extLst>
                <a:ext uri="{FF2B5EF4-FFF2-40B4-BE49-F238E27FC236}">
                  <a16:creationId xmlns:a16="http://schemas.microsoft.com/office/drawing/2014/main" id="{0F667A32-CD37-2CAD-C2B5-CF6FE9851755}"/>
                </a:ext>
              </a:extLst>
            </p:cNvPr>
            <p:cNvSpPr/>
            <p:nvPr/>
          </p:nvSpPr>
          <p:spPr>
            <a:xfrm>
              <a:off x="6352486" y="4872637"/>
              <a:ext cx="62401" cy="20679"/>
            </a:xfrm>
            <a:custGeom>
              <a:avLst/>
              <a:gdLst>
                <a:gd name="csX0" fmla="*/ 0 w 62401"/>
                <a:gd name="csY0" fmla="*/ 0 h 20679"/>
                <a:gd name="csX1" fmla="*/ 0 w 62401"/>
                <a:gd name="csY1" fmla="*/ 20679 h 20679"/>
                <a:gd name="csX2" fmla="*/ 62401 w 62401"/>
                <a:gd name="csY2" fmla="*/ 20679 h 20679"/>
                <a:gd name="csX3" fmla="*/ 62401 w 62401"/>
                <a:gd name="csY3" fmla="*/ 0 h 20679"/>
                <a:gd name="csX4" fmla="*/ 0 w 62401"/>
                <a:gd name="csY4" fmla="*/ 0 h 20679"/>
                <a:gd name="csX5" fmla="*/ 0 w 62401"/>
                <a:gd name="csY5" fmla="*/ 0 h 20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1" h="20679">
                  <a:moveTo>
                    <a:pt x="0" y="0"/>
                  </a:moveTo>
                  <a:lnTo>
                    <a:pt x="0" y="20679"/>
                  </a:lnTo>
                  <a:lnTo>
                    <a:pt x="62401" y="20679"/>
                  </a:lnTo>
                  <a:lnTo>
                    <a:pt x="62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2" name="Freeform 3301">
              <a:extLst>
                <a:ext uri="{FF2B5EF4-FFF2-40B4-BE49-F238E27FC236}">
                  <a16:creationId xmlns:a16="http://schemas.microsoft.com/office/drawing/2014/main" id="{15603088-C736-C40E-C75D-475B7D55EC78}"/>
                </a:ext>
              </a:extLst>
            </p:cNvPr>
            <p:cNvSpPr/>
            <p:nvPr/>
          </p:nvSpPr>
          <p:spPr>
            <a:xfrm>
              <a:off x="6352486" y="4872637"/>
              <a:ext cx="62401" cy="20679"/>
            </a:xfrm>
            <a:custGeom>
              <a:avLst/>
              <a:gdLst>
                <a:gd name="csX0" fmla="*/ 0 w 62401"/>
                <a:gd name="csY0" fmla="*/ 0 h 20679"/>
                <a:gd name="csX1" fmla="*/ 0 w 62401"/>
                <a:gd name="csY1" fmla="*/ 20679 h 20679"/>
                <a:gd name="csX2" fmla="*/ 62401 w 62401"/>
                <a:gd name="csY2" fmla="*/ 20679 h 20679"/>
                <a:gd name="csX3" fmla="*/ 62401 w 62401"/>
                <a:gd name="csY3" fmla="*/ 0 h 20679"/>
                <a:gd name="csX4" fmla="*/ 0 w 62401"/>
                <a:gd name="csY4" fmla="*/ 0 h 20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1" h="20679">
                  <a:moveTo>
                    <a:pt x="0" y="0"/>
                  </a:moveTo>
                  <a:lnTo>
                    <a:pt x="0" y="20679"/>
                  </a:lnTo>
                  <a:lnTo>
                    <a:pt x="62401" y="20679"/>
                  </a:lnTo>
                  <a:lnTo>
                    <a:pt x="624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3" name="Freeform 3302">
              <a:extLst>
                <a:ext uri="{FF2B5EF4-FFF2-40B4-BE49-F238E27FC236}">
                  <a16:creationId xmlns:a16="http://schemas.microsoft.com/office/drawing/2014/main" id="{C86C629F-FAC9-D53E-79D2-56BA42F0C44E}"/>
                </a:ext>
              </a:extLst>
            </p:cNvPr>
            <p:cNvSpPr/>
            <p:nvPr/>
          </p:nvSpPr>
          <p:spPr>
            <a:xfrm>
              <a:off x="6414887" y="4850487"/>
              <a:ext cx="62400" cy="42828"/>
            </a:xfrm>
            <a:custGeom>
              <a:avLst/>
              <a:gdLst>
                <a:gd name="csX0" fmla="*/ 0 w 62400"/>
                <a:gd name="csY0" fmla="*/ 0 h 42828"/>
                <a:gd name="csX1" fmla="*/ 0 w 62400"/>
                <a:gd name="csY1" fmla="*/ 42828 h 42828"/>
                <a:gd name="csX2" fmla="*/ 62400 w 62400"/>
                <a:gd name="csY2" fmla="*/ 42828 h 42828"/>
                <a:gd name="csX3" fmla="*/ 62400 w 62400"/>
                <a:gd name="csY3" fmla="*/ 0 h 42828"/>
                <a:gd name="csX4" fmla="*/ 0 w 62400"/>
                <a:gd name="csY4" fmla="*/ 0 h 42828"/>
                <a:gd name="csX5" fmla="*/ 0 w 62400"/>
                <a:gd name="csY5" fmla="*/ 0 h 42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42828">
                  <a:moveTo>
                    <a:pt x="0" y="0"/>
                  </a:moveTo>
                  <a:lnTo>
                    <a:pt x="0" y="42828"/>
                  </a:lnTo>
                  <a:lnTo>
                    <a:pt x="62400" y="42828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4" name="Freeform 3303">
              <a:extLst>
                <a:ext uri="{FF2B5EF4-FFF2-40B4-BE49-F238E27FC236}">
                  <a16:creationId xmlns:a16="http://schemas.microsoft.com/office/drawing/2014/main" id="{6D9B5133-6B55-8B75-45D7-39B0CDAEE6CD}"/>
                </a:ext>
              </a:extLst>
            </p:cNvPr>
            <p:cNvSpPr/>
            <p:nvPr/>
          </p:nvSpPr>
          <p:spPr>
            <a:xfrm>
              <a:off x="6414887" y="4850487"/>
              <a:ext cx="62400" cy="42828"/>
            </a:xfrm>
            <a:custGeom>
              <a:avLst/>
              <a:gdLst>
                <a:gd name="csX0" fmla="*/ 0 w 62400"/>
                <a:gd name="csY0" fmla="*/ 0 h 42828"/>
                <a:gd name="csX1" fmla="*/ 0 w 62400"/>
                <a:gd name="csY1" fmla="*/ 42828 h 42828"/>
                <a:gd name="csX2" fmla="*/ 62400 w 62400"/>
                <a:gd name="csY2" fmla="*/ 42828 h 42828"/>
                <a:gd name="csX3" fmla="*/ 62400 w 62400"/>
                <a:gd name="csY3" fmla="*/ 0 h 42828"/>
                <a:gd name="csX4" fmla="*/ 0 w 62400"/>
                <a:gd name="csY4" fmla="*/ 0 h 42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42828">
                  <a:moveTo>
                    <a:pt x="0" y="0"/>
                  </a:moveTo>
                  <a:lnTo>
                    <a:pt x="0" y="42828"/>
                  </a:lnTo>
                  <a:lnTo>
                    <a:pt x="62400" y="42828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5" name="Freeform 3304">
              <a:extLst>
                <a:ext uri="{FF2B5EF4-FFF2-40B4-BE49-F238E27FC236}">
                  <a16:creationId xmlns:a16="http://schemas.microsoft.com/office/drawing/2014/main" id="{1C26F61D-DB57-516C-86F5-A7922CEC0D18}"/>
                </a:ext>
              </a:extLst>
            </p:cNvPr>
            <p:cNvSpPr/>
            <p:nvPr/>
          </p:nvSpPr>
          <p:spPr>
            <a:xfrm>
              <a:off x="6477287" y="4814811"/>
              <a:ext cx="62401" cy="78504"/>
            </a:xfrm>
            <a:custGeom>
              <a:avLst/>
              <a:gdLst>
                <a:gd name="csX0" fmla="*/ 0 w 62401"/>
                <a:gd name="csY0" fmla="*/ 0 h 78504"/>
                <a:gd name="csX1" fmla="*/ 0 w 62401"/>
                <a:gd name="csY1" fmla="*/ 78505 h 78504"/>
                <a:gd name="csX2" fmla="*/ 62401 w 62401"/>
                <a:gd name="csY2" fmla="*/ 78505 h 78504"/>
                <a:gd name="csX3" fmla="*/ 62401 w 62401"/>
                <a:gd name="csY3" fmla="*/ 0 h 78504"/>
                <a:gd name="csX4" fmla="*/ 0 w 62401"/>
                <a:gd name="csY4" fmla="*/ 0 h 78504"/>
                <a:gd name="csX5" fmla="*/ 0 w 62401"/>
                <a:gd name="csY5" fmla="*/ 0 h 78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1" h="78504">
                  <a:moveTo>
                    <a:pt x="0" y="0"/>
                  </a:moveTo>
                  <a:lnTo>
                    <a:pt x="0" y="78505"/>
                  </a:lnTo>
                  <a:lnTo>
                    <a:pt x="62401" y="78505"/>
                  </a:lnTo>
                  <a:lnTo>
                    <a:pt x="62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6" name="Freeform 3305">
              <a:extLst>
                <a:ext uri="{FF2B5EF4-FFF2-40B4-BE49-F238E27FC236}">
                  <a16:creationId xmlns:a16="http://schemas.microsoft.com/office/drawing/2014/main" id="{A7C9940F-CF1A-A687-20EF-A9985BC4EC94}"/>
                </a:ext>
              </a:extLst>
            </p:cNvPr>
            <p:cNvSpPr/>
            <p:nvPr/>
          </p:nvSpPr>
          <p:spPr>
            <a:xfrm>
              <a:off x="6477287" y="4814811"/>
              <a:ext cx="62401" cy="78504"/>
            </a:xfrm>
            <a:custGeom>
              <a:avLst/>
              <a:gdLst>
                <a:gd name="csX0" fmla="*/ 0 w 62401"/>
                <a:gd name="csY0" fmla="*/ 0 h 78504"/>
                <a:gd name="csX1" fmla="*/ 0 w 62401"/>
                <a:gd name="csY1" fmla="*/ 78505 h 78504"/>
                <a:gd name="csX2" fmla="*/ 62401 w 62401"/>
                <a:gd name="csY2" fmla="*/ 78505 h 78504"/>
                <a:gd name="csX3" fmla="*/ 62401 w 62401"/>
                <a:gd name="csY3" fmla="*/ 0 h 78504"/>
                <a:gd name="csX4" fmla="*/ 0 w 62401"/>
                <a:gd name="csY4" fmla="*/ 0 h 78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1" h="78504">
                  <a:moveTo>
                    <a:pt x="0" y="0"/>
                  </a:moveTo>
                  <a:lnTo>
                    <a:pt x="0" y="78505"/>
                  </a:lnTo>
                  <a:lnTo>
                    <a:pt x="62401" y="78505"/>
                  </a:lnTo>
                  <a:lnTo>
                    <a:pt x="624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7" name="Freeform 3306">
              <a:extLst>
                <a:ext uri="{FF2B5EF4-FFF2-40B4-BE49-F238E27FC236}">
                  <a16:creationId xmlns:a16="http://schemas.microsoft.com/office/drawing/2014/main" id="{294A3833-D941-EA7F-31F6-C84F0C758C45}"/>
                </a:ext>
              </a:extLst>
            </p:cNvPr>
            <p:cNvSpPr/>
            <p:nvPr/>
          </p:nvSpPr>
          <p:spPr>
            <a:xfrm>
              <a:off x="6539688" y="4760091"/>
              <a:ext cx="62400" cy="133225"/>
            </a:xfrm>
            <a:custGeom>
              <a:avLst/>
              <a:gdLst>
                <a:gd name="csX0" fmla="*/ 0 w 62400"/>
                <a:gd name="csY0" fmla="*/ 0 h 133225"/>
                <a:gd name="csX1" fmla="*/ 0 w 62400"/>
                <a:gd name="csY1" fmla="*/ 133225 h 133225"/>
                <a:gd name="csX2" fmla="*/ 62400 w 62400"/>
                <a:gd name="csY2" fmla="*/ 133225 h 133225"/>
                <a:gd name="csX3" fmla="*/ 62400 w 62400"/>
                <a:gd name="csY3" fmla="*/ 0 h 133225"/>
                <a:gd name="csX4" fmla="*/ 0 w 62400"/>
                <a:gd name="csY4" fmla="*/ 0 h 133225"/>
                <a:gd name="csX5" fmla="*/ 0 w 62400"/>
                <a:gd name="csY5" fmla="*/ 0 h 133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33225">
                  <a:moveTo>
                    <a:pt x="0" y="0"/>
                  </a:moveTo>
                  <a:lnTo>
                    <a:pt x="0" y="133225"/>
                  </a:lnTo>
                  <a:lnTo>
                    <a:pt x="62400" y="133225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8" name="Freeform 3307">
              <a:extLst>
                <a:ext uri="{FF2B5EF4-FFF2-40B4-BE49-F238E27FC236}">
                  <a16:creationId xmlns:a16="http://schemas.microsoft.com/office/drawing/2014/main" id="{25968B53-C848-3857-5A25-E15F833A60FF}"/>
                </a:ext>
              </a:extLst>
            </p:cNvPr>
            <p:cNvSpPr/>
            <p:nvPr/>
          </p:nvSpPr>
          <p:spPr>
            <a:xfrm>
              <a:off x="6539688" y="4760091"/>
              <a:ext cx="62400" cy="133225"/>
            </a:xfrm>
            <a:custGeom>
              <a:avLst/>
              <a:gdLst>
                <a:gd name="csX0" fmla="*/ 0 w 62400"/>
                <a:gd name="csY0" fmla="*/ 0 h 133225"/>
                <a:gd name="csX1" fmla="*/ 0 w 62400"/>
                <a:gd name="csY1" fmla="*/ 133225 h 133225"/>
                <a:gd name="csX2" fmla="*/ 62400 w 62400"/>
                <a:gd name="csY2" fmla="*/ 133225 h 133225"/>
                <a:gd name="csX3" fmla="*/ 62400 w 62400"/>
                <a:gd name="csY3" fmla="*/ 0 h 133225"/>
                <a:gd name="csX4" fmla="*/ 0 w 62400"/>
                <a:gd name="csY4" fmla="*/ 0 h 133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33225">
                  <a:moveTo>
                    <a:pt x="0" y="0"/>
                  </a:moveTo>
                  <a:lnTo>
                    <a:pt x="0" y="133225"/>
                  </a:lnTo>
                  <a:lnTo>
                    <a:pt x="62400" y="133225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9" name="Freeform 3308">
              <a:extLst>
                <a:ext uri="{FF2B5EF4-FFF2-40B4-BE49-F238E27FC236}">
                  <a16:creationId xmlns:a16="http://schemas.microsoft.com/office/drawing/2014/main" id="{2CB8E143-EF5F-016B-FA22-B97EACC76252}"/>
                </a:ext>
              </a:extLst>
            </p:cNvPr>
            <p:cNvSpPr/>
            <p:nvPr/>
          </p:nvSpPr>
          <p:spPr>
            <a:xfrm>
              <a:off x="6602089" y="4684691"/>
              <a:ext cx="62401" cy="208624"/>
            </a:xfrm>
            <a:custGeom>
              <a:avLst/>
              <a:gdLst>
                <a:gd name="csX0" fmla="*/ 0 w 62401"/>
                <a:gd name="csY0" fmla="*/ 0 h 208624"/>
                <a:gd name="csX1" fmla="*/ 0 w 62401"/>
                <a:gd name="csY1" fmla="*/ 208625 h 208624"/>
                <a:gd name="csX2" fmla="*/ 62401 w 62401"/>
                <a:gd name="csY2" fmla="*/ 208625 h 208624"/>
                <a:gd name="csX3" fmla="*/ 62401 w 62401"/>
                <a:gd name="csY3" fmla="*/ 0 h 208624"/>
                <a:gd name="csX4" fmla="*/ 0 w 62401"/>
                <a:gd name="csY4" fmla="*/ 0 h 208624"/>
                <a:gd name="csX5" fmla="*/ 0 w 62401"/>
                <a:gd name="csY5" fmla="*/ 0 h 208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1" h="208624">
                  <a:moveTo>
                    <a:pt x="0" y="0"/>
                  </a:moveTo>
                  <a:lnTo>
                    <a:pt x="0" y="208625"/>
                  </a:lnTo>
                  <a:lnTo>
                    <a:pt x="62401" y="208625"/>
                  </a:lnTo>
                  <a:lnTo>
                    <a:pt x="62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0" name="Freeform 3309">
              <a:extLst>
                <a:ext uri="{FF2B5EF4-FFF2-40B4-BE49-F238E27FC236}">
                  <a16:creationId xmlns:a16="http://schemas.microsoft.com/office/drawing/2014/main" id="{2A49B0CE-6E71-0C0F-5841-FF09C5DF187B}"/>
                </a:ext>
              </a:extLst>
            </p:cNvPr>
            <p:cNvSpPr/>
            <p:nvPr/>
          </p:nvSpPr>
          <p:spPr>
            <a:xfrm>
              <a:off x="6602089" y="4684691"/>
              <a:ext cx="62401" cy="208624"/>
            </a:xfrm>
            <a:custGeom>
              <a:avLst/>
              <a:gdLst>
                <a:gd name="csX0" fmla="*/ 0 w 62401"/>
                <a:gd name="csY0" fmla="*/ 0 h 208624"/>
                <a:gd name="csX1" fmla="*/ 0 w 62401"/>
                <a:gd name="csY1" fmla="*/ 208625 h 208624"/>
                <a:gd name="csX2" fmla="*/ 62401 w 62401"/>
                <a:gd name="csY2" fmla="*/ 208625 h 208624"/>
                <a:gd name="csX3" fmla="*/ 62401 w 62401"/>
                <a:gd name="csY3" fmla="*/ 0 h 208624"/>
                <a:gd name="csX4" fmla="*/ 0 w 62401"/>
                <a:gd name="csY4" fmla="*/ 0 h 2086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1" h="208624">
                  <a:moveTo>
                    <a:pt x="0" y="0"/>
                  </a:moveTo>
                  <a:lnTo>
                    <a:pt x="0" y="208625"/>
                  </a:lnTo>
                  <a:lnTo>
                    <a:pt x="62401" y="208625"/>
                  </a:lnTo>
                  <a:lnTo>
                    <a:pt x="624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1" name="Freeform 3310">
              <a:extLst>
                <a:ext uri="{FF2B5EF4-FFF2-40B4-BE49-F238E27FC236}">
                  <a16:creationId xmlns:a16="http://schemas.microsoft.com/office/drawing/2014/main" id="{514A9126-BC4F-B504-D580-B4CFED7CF742}"/>
                </a:ext>
              </a:extLst>
            </p:cNvPr>
            <p:cNvSpPr/>
            <p:nvPr/>
          </p:nvSpPr>
          <p:spPr>
            <a:xfrm>
              <a:off x="6664490" y="4572694"/>
              <a:ext cx="62400" cy="320622"/>
            </a:xfrm>
            <a:custGeom>
              <a:avLst/>
              <a:gdLst>
                <a:gd name="csX0" fmla="*/ 0 w 62400"/>
                <a:gd name="csY0" fmla="*/ 0 h 320622"/>
                <a:gd name="csX1" fmla="*/ 0 w 62400"/>
                <a:gd name="csY1" fmla="*/ 320622 h 320622"/>
                <a:gd name="csX2" fmla="*/ 62400 w 62400"/>
                <a:gd name="csY2" fmla="*/ 320622 h 320622"/>
                <a:gd name="csX3" fmla="*/ 62400 w 62400"/>
                <a:gd name="csY3" fmla="*/ 0 h 320622"/>
                <a:gd name="csX4" fmla="*/ 0 w 62400"/>
                <a:gd name="csY4" fmla="*/ 0 h 320622"/>
                <a:gd name="csX5" fmla="*/ 0 w 62400"/>
                <a:gd name="csY5" fmla="*/ 0 h 320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320622">
                  <a:moveTo>
                    <a:pt x="0" y="0"/>
                  </a:moveTo>
                  <a:lnTo>
                    <a:pt x="0" y="320622"/>
                  </a:lnTo>
                  <a:lnTo>
                    <a:pt x="62400" y="320622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2" name="Freeform 3311">
              <a:extLst>
                <a:ext uri="{FF2B5EF4-FFF2-40B4-BE49-F238E27FC236}">
                  <a16:creationId xmlns:a16="http://schemas.microsoft.com/office/drawing/2014/main" id="{1B27C5DD-AFC0-CABF-D78E-91A5191CE2B0}"/>
                </a:ext>
              </a:extLst>
            </p:cNvPr>
            <p:cNvSpPr/>
            <p:nvPr/>
          </p:nvSpPr>
          <p:spPr>
            <a:xfrm>
              <a:off x="6664490" y="4572694"/>
              <a:ext cx="62400" cy="320622"/>
            </a:xfrm>
            <a:custGeom>
              <a:avLst/>
              <a:gdLst>
                <a:gd name="csX0" fmla="*/ 0 w 62400"/>
                <a:gd name="csY0" fmla="*/ 0 h 320622"/>
                <a:gd name="csX1" fmla="*/ 0 w 62400"/>
                <a:gd name="csY1" fmla="*/ 320622 h 320622"/>
                <a:gd name="csX2" fmla="*/ 62400 w 62400"/>
                <a:gd name="csY2" fmla="*/ 320622 h 320622"/>
                <a:gd name="csX3" fmla="*/ 62400 w 62400"/>
                <a:gd name="csY3" fmla="*/ 0 h 320622"/>
                <a:gd name="csX4" fmla="*/ 0 w 62400"/>
                <a:gd name="csY4" fmla="*/ 0 h 320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320622">
                  <a:moveTo>
                    <a:pt x="0" y="0"/>
                  </a:moveTo>
                  <a:lnTo>
                    <a:pt x="0" y="320622"/>
                  </a:lnTo>
                  <a:lnTo>
                    <a:pt x="62400" y="320622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3" name="Freeform 3312">
              <a:extLst>
                <a:ext uri="{FF2B5EF4-FFF2-40B4-BE49-F238E27FC236}">
                  <a16:creationId xmlns:a16="http://schemas.microsoft.com/office/drawing/2014/main" id="{C7D911A8-EBE4-4BA1-339F-856885B7C905}"/>
                </a:ext>
              </a:extLst>
            </p:cNvPr>
            <p:cNvSpPr/>
            <p:nvPr/>
          </p:nvSpPr>
          <p:spPr>
            <a:xfrm>
              <a:off x="6726890" y="4466001"/>
              <a:ext cx="62401" cy="427315"/>
            </a:xfrm>
            <a:custGeom>
              <a:avLst/>
              <a:gdLst>
                <a:gd name="csX0" fmla="*/ 0 w 62401"/>
                <a:gd name="csY0" fmla="*/ 0 h 427315"/>
                <a:gd name="csX1" fmla="*/ 0 w 62401"/>
                <a:gd name="csY1" fmla="*/ 427315 h 427315"/>
                <a:gd name="csX2" fmla="*/ 62401 w 62401"/>
                <a:gd name="csY2" fmla="*/ 427315 h 427315"/>
                <a:gd name="csX3" fmla="*/ 62401 w 62401"/>
                <a:gd name="csY3" fmla="*/ 0 h 427315"/>
                <a:gd name="csX4" fmla="*/ 0 w 62401"/>
                <a:gd name="csY4" fmla="*/ 0 h 427315"/>
                <a:gd name="csX5" fmla="*/ 0 w 62401"/>
                <a:gd name="csY5" fmla="*/ 0 h 427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1" h="427315">
                  <a:moveTo>
                    <a:pt x="0" y="0"/>
                  </a:moveTo>
                  <a:lnTo>
                    <a:pt x="0" y="427315"/>
                  </a:lnTo>
                  <a:lnTo>
                    <a:pt x="62401" y="427315"/>
                  </a:lnTo>
                  <a:lnTo>
                    <a:pt x="62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4" name="Freeform 3313">
              <a:extLst>
                <a:ext uri="{FF2B5EF4-FFF2-40B4-BE49-F238E27FC236}">
                  <a16:creationId xmlns:a16="http://schemas.microsoft.com/office/drawing/2014/main" id="{6D8A2E25-72CF-6B94-5BBB-ABA1B070EB5E}"/>
                </a:ext>
              </a:extLst>
            </p:cNvPr>
            <p:cNvSpPr/>
            <p:nvPr/>
          </p:nvSpPr>
          <p:spPr>
            <a:xfrm>
              <a:off x="6726890" y="4466001"/>
              <a:ext cx="62401" cy="427315"/>
            </a:xfrm>
            <a:custGeom>
              <a:avLst/>
              <a:gdLst>
                <a:gd name="csX0" fmla="*/ 0 w 62401"/>
                <a:gd name="csY0" fmla="*/ 0 h 427315"/>
                <a:gd name="csX1" fmla="*/ 0 w 62401"/>
                <a:gd name="csY1" fmla="*/ 427315 h 427315"/>
                <a:gd name="csX2" fmla="*/ 62401 w 62401"/>
                <a:gd name="csY2" fmla="*/ 427315 h 427315"/>
                <a:gd name="csX3" fmla="*/ 62401 w 62401"/>
                <a:gd name="csY3" fmla="*/ 0 h 427315"/>
                <a:gd name="csX4" fmla="*/ 0 w 62401"/>
                <a:gd name="csY4" fmla="*/ 0 h 427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1" h="427315">
                  <a:moveTo>
                    <a:pt x="0" y="0"/>
                  </a:moveTo>
                  <a:lnTo>
                    <a:pt x="0" y="427315"/>
                  </a:lnTo>
                  <a:lnTo>
                    <a:pt x="62401" y="427315"/>
                  </a:lnTo>
                  <a:lnTo>
                    <a:pt x="624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5" name="Freeform 3314">
              <a:extLst>
                <a:ext uri="{FF2B5EF4-FFF2-40B4-BE49-F238E27FC236}">
                  <a16:creationId xmlns:a16="http://schemas.microsoft.com/office/drawing/2014/main" id="{F40C663F-0A30-E691-E9E4-E21DA5E54097}"/>
                </a:ext>
              </a:extLst>
            </p:cNvPr>
            <p:cNvSpPr/>
            <p:nvPr/>
          </p:nvSpPr>
          <p:spPr>
            <a:xfrm>
              <a:off x="6789291" y="4287389"/>
              <a:ext cx="62400" cy="605926"/>
            </a:xfrm>
            <a:custGeom>
              <a:avLst/>
              <a:gdLst>
                <a:gd name="csX0" fmla="*/ 0 w 62400"/>
                <a:gd name="csY0" fmla="*/ 0 h 605926"/>
                <a:gd name="csX1" fmla="*/ 0 w 62400"/>
                <a:gd name="csY1" fmla="*/ 605927 h 605926"/>
                <a:gd name="csX2" fmla="*/ 62400 w 62400"/>
                <a:gd name="csY2" fmla="*/ 605927 h 605926"/>
                <a:gd name="csX3" fmla="*/ 62400 w 62400"/>
                <a:gd name="csY3" fmla="*/ 0 h 605926"/>
                <a:gd name="csX4" fmla="*/ 0 w 62400"/>
                <a:gd name="csY4" fmla="*/ 0 h 605926"/>
                <a:gd name="csX5" fmla="*/ 0 w 62400"/>
                <a:gd name="csY5" fmla="*/ 0 h 605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605926">
                  <a:moveTo>
                    <a:pt x="0" y="0"/>
                  </a:moveTo>
                  <a:lnTo>
                    <a:pt x="0" y="605927"/>
                  </a:lnTo>
                  <a:lnTo>
                    <a:pt x="62400" y="60592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6" name="Freeform 3315">
              <a:extLst>
                <a:ext uri="{FF2B5EF4-FFF2-40B4-BE49-F238E27FC236}">
                  <a16:creationId xmlns:a16="http://schemas.microsoft.com/office/drawing/2014/main" id="{E8756D14-00F5-756E-DF5C-65E8A5255806}"/>
                </a:ext>
              </a:extLst>
            </p:cNvPr>
            <p:cNvSpPr/>
            <p:nvPr/>
          </p:nvSpPr>
          <p:spPr>
            <a:xfrm>
              <a:off x="6789291" y="4287389"/>
              <a:ext cx="62400" cy="605926"/>
            </a:xfrm>
            <a:custGeom>
              <a:avLst/>
              <a:gdLst>
                <a:gd name="csX0" fmla="*/ 0 w 62400"/>
                <a:gd name="csY0" fmla="*/ 0 h 605926"/>
                <a:gd name="csX1" fmla="*/ 0 w 62400"/>
                <a:gd name="csY1" fmla="*/ 605927 h 605926"/>
                <a:gd name="csX2" fmla="*/ 62400 w 62400"/>
                <a:gd name="csY2" fmla="*/ 605927 h 605926"/>
                <a:gd name="csX3" fmla="*/ 62400 w 62400"/>
                <a:gd name="csY3" fmla="*/ 0 h 605926"/>
                <a:gd name="csX4" fmla="*/ 0 w 62400"/>
                <a:gd name="csY4" fmla="*/ 0 h 605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605926">
                  <a:moveTo>
                    <a:pt x="0" y="0"/>
                  </a:moveTo>
                  <a:lnTo>
                    <a:pt x="0" y="605927"/>
                  </a:lnTo>
                  <a:lnTo>
                    <a:pt x="62400" y="60592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7" name="Freeform 3316">
              <a:extLst>
                <a:ext uri="{FF2B5EF4-FFF2-40B4-BE49-F238E27FC236}">
                  <a16:creationId xmlns:a16="http://schemas.microsoft.com/office/drawing/2014/main" id="{9F0FEC1C-85AC-82B1-527D-AB5B609EF27F}"/>
                </a:ext>
              </a:extLst>
            </p:cNvPr>
            <p:cNvSpPr/>
            <p:nvPr/>
          </p:nvSpPr>
          <p:spPr>
            <a:xfrm>
              <a:off x="6851691" y="4117196"/>
              <a:ext cx="62401" cy="776120"/>
            </a:xfrm>
            <a:custGeom>
              <a:avLst/>
              <a:gdLst>
                <a:gd name="csX0" fmla="*/ 0 w 62401"/>
                <a:gd name="csY0" fmla="*/ 0 h 776120"/>
                <a:gd name="csX1" fmla="*/ 0 w 62401"/>
                <a:gd name="csY1" fmla="*/ 776120 h 776120"/>
                <a:gd name="csX2" fmla="*/ 62401 w 62401"/>
                <a:gd name="csY2" fmla="*/ 776120 h 776120"/>
                <a:gd name="csX3" fmla="*/ 62401 w 62401"/>
                <a:gd name="csY3" fmla="*/ 0 h 776120"/>
                <a:gd name="csX4" fmla="*/ 0 w 62401"/>
                <a:gd name="csY4" fmla="*/ 0 h 776120"/>
                <a:gd name="csX5" fmla="*/ 0 w 62401"/>
                <a:gd name="csY5" fmla="*/ 0 h 776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1" h="776120">
                  <a:moveTo>
                    <a:pt x="0" y="0"/>
                  </a:moveTo>
                  <a:lnTo>
                    <a:pt x="0" y="776120"/>
                  </a:lnTo>
                  <a:lnTo>
                    <a:pt x="62401" y="776120"/>
                  </a:lnTo>
                  <a:lnTo>
                    <a:pt x="6240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8" name="Freeform 3317">
              <a:extLst>
                <a:ext uri="{FF2B5EF4-FFF2-40B4-BE49-F238E27FC236}">
                  <a16:creationId xmlns:a16="http://schemas.microsoft.com/office/drawing/2014/main" id="{5F43BD9C-C6F8-9393-1937-99D44BA74D43}"/>
                </a:ext>
              </a:extLst>
            </p:cNvPr>
            <p:cNvSpPr/>
            <p:nvPr/>
          </p:nvSpPr>
          <p:spPr>
            <a:xfrm>
              <a:off x="6851691" y="4117196"/>
              <a:ext cx="62401" cy="776120"/>
            </a:xfrm>
            <a:custGeom>
              <a:avLst/>
              <a:gdLst>
                <a:gd name="csX0" fmla="*/ 0 w 62401"/>
                <a:gd name="csY0" fmla="*/ 0 h 776120"/>
                <a:gd name="csX1" fmla="*/ 0 w 62401"/>
                <a:gd name="csY1" fmla="*/ 776120 h 776120"/>
                <a:gd name="csX2" fmla="*/ 62401 w 62401"/>
                <a:gd name="csY2" fmla="*/ 776120 h 776120"/>
                <a:gd name="csX3" fmla="*/ 62401 w 62401"/>
                <a:gd name="csY3" fmla="*/ 0 h 776120"/>
                <a:gd name="csX4" fmla="*/ 0 w 62401"/>
                <a:gd name="csY4" fmla="*/ 0 h 776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1" h="776120">
                  <a:moveTo>
                    <a:pt x="0" y="0"/>
                  </a:moveTo>
                  <a:lnTo>
                    <a:pt x="0" y="776120"/>
                  </a:lnTo>
                  <a:lnTo>
                    <a:pt x="62401" y="776120"/>
                  </a:lnTo>
                  <a:lnTo>
                    <a:pt x="6240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9" name="Freeform 3318">
              <a:extLst>
                <a:ext uri="{FF2B5EF4-FFF2-40B4-BE49-F238E27FC236}">
                  <a16:creationId xmlns:a16="http://schemas.microsoft.com/office/drawing/2014/main" id="{472EC181-DD95-B235-840F-9D109EB72866}"/>
                </a:ext>
              </a:extLst>
            </p:cNvPr>
            <p:cNvSpPr/>
            <p:nvPr/>
          </p:nvSpPr>
          <p:spPr>
            <a:xfrm>
              <a:off x="6914092" y="3947185"/>
              <a:ext cx="62400" cy="946131"/>
            </a:xfrm>
            <a:custGeom>
              <a:avLst/>
              <a:gdLst>
                <a:gd name="csX0" fmla="*/ 0 w 62400"/>
                <a:gd name="csY0" fmla="*/ 0 h 946131"/>
                <a:gd name="csX1" fmla="*/ 0 w 62400"/>
                <a:gd name="csY1" fmla="*/ 946131 h 946131"/>
                <a:gd name="csX2" fmla="*/ 62400 w 62400"/>
                <a:gd name="csY2" fmla="*/ 946131 h 946131"/>
                <a:gd name="csX3" fmla="*/ 62400 w 62400"/>
                <a:gd name="csY3" fmla="*/ 0 h 946131"/>
                <a:gd name="csX4" fmla="*/ 0 w 62400"/>
                <a:gd name="csY4" fmla="*/ 0 h 946131"/>
                <a:gd name="csX5" fmla="*/ 0 w 62400"/>
                <a:gd name="csY5" fmla="*/ 0 h 946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946131">
                  <a:moveTo>
                    <a:pt x="0" y="0"/>
                  </a:moveTo>
                  <a:lnTo>
                    <a:pt x="0" y="946131"/>
                  </a:lnTo>
                  <a:lnTo>
                    <a:pt x="62400" y="946131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0" name="Freeform 3319">
              <a:extLst>
                <a:ext uri="{FF2B5EF4-FFF2-40B4-BE49-F238E27FC236}">
                  <a16:creationId xmlns:a16="http://schemas.microsoft.com/office/drawing/2014/main" id="{DEFEFBD9-7EDF-00FB-7543-F88FBCE1BDF4}"/>
                </a:ext>
              </a:extLst>
            </p:cNvPr>
            <p:cNvSpPr/>
            <p:nvPr/>
          </p:nvSpPr>
          <p:spPr>
            <a:xfrm>
              <a:off x="6914092" y="3947185"/>
              <a:ext cx="62400" cy="946131"/>
            </a:xfrm>
            <a:custGeom>
              <a:avLst/>
              <a:gdLst>
                <a:gd name="csX0" fmla="*/ 0 w 62400"/>
                <a:gd name="csY0" fmla="*/ 0 h 946131"/>
                <a:gd name="csX1" fmla="*/ 0 w 62400"/>
                <a:gd name="csY1" fmla="*/ 946131 h 946131"/>
                <a:gd name="csX2" fmla="*/ 62400 w 62400"/>
                <a:gd name="csY2" fmla="*/ 946131 h 946131"/>
                <a:gd name="csX3" fmla="*/ 62400 w 62400"/>
                <a:gd name="csY3" fmla="*/ 0 h 946131"/>
                <a:gd name="csX4" fmla="*/ 0 w 62400"/>
                <a:gd name="csY4" fmla="*/ 0 h 946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946131">
                  <a:moveTo>
                    <a:pt x="0" y="0"/>
                  </a:moveTo>
                  <a:lnTo>
                    <a:pt x="0" y="946131"/>
                  </a:lnTo>
                  <a:lnTo>
                    <a:pt x="62400" y="946131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1" name="Freeform 3320">
              <a:extLst>
                <a:ext uri="{FF2B5EF4-FFF2-40B4-BE49-F238E27FC236}">
                  <a16:creationId xmlns:a16="http://schemas.microsoft.com/office/drawing/2014/main" id="{41078C00-0D2B-EC9B-6561-D52D78D04001}"/>
                </a:ext>
              </a:extLst>
            </p:cNvPr>
            <p:cNvSpPr/>
            <p:nvPr/>
          </p:nvSpPr>
          <p:spPr>
            <a:xfrm>
              <a:off x="6976492" y="3794743"/>
              <a:ext cx="62403" cy="1098573"/>
            </a:xfrm>
            <a:custGeom>
              <a:avLst/>
              <a:gdLst>
                <a:gd name="csX0" fmla="*/ 0 w 62403"/>
                <a:gd name="csY0" fmla="*/ 0 h 1098573"/>
                <a:gd name="csX1" fmla="*/ 0 w 62403"/>
                <a:gd name="csY1" fmla="*/ 1098573 h 1098573"/>
                <a:gd name="csX2" fmla="*/ 62403 w 62403"/>
                <a:gd name="csY2" fmla="*/ 1098573 h 1098573"/>
                <a:gd name="csX3" fmla="*/ 62403 w 62403"/>
                <a:gd name="csY3" fmla="*/ 0 h 1098573"/>
                <a:gd name="csX4" fmla="*/ 0 w 62403"/>
                <a:gd name="csY4" fmla="*/ 0 h 1098573"/>
                <a:gd name="csX5" fmla="*/ 0 w 62403"/>
                <a:gd name="csY5" fmla="*/ 0 h 1098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3" h="1098573">
                  <a:moveTo>
                    <a:pt x="0" y="0"/>
                  </a:moveTo>
                  <a:lnTo>
                    <a:pt x="0" y="1098573"/>
                  </a:lnTo>
                  <a:lnTo>
                    <a:pt x="62403" y="1098573"/>
                  </a:lnTo>
                  <a:lnTo>
                    <a:pt x="6240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2" name="Freeform 3321">
              <a:extLst>
                <a:ext uri="{FF2B5EF4-FFF2-40B4-BE49-F238E27FC236}">
                  <a16:creationId xmlns:a16="http://schemas.microsoft.com/office/drawing/2014/main" id="{415216B1-B381-5C9E-559C-71497CDF4E64}"/>
                </a:ext>
              </a:extLst>
            </p:cNvPr>
            <p:cNvSpPr/>
            <p:nvPr/>
          </p:nvSpPr>
          <p:spPr>
            <a:xfrm>
              <a:off x="6976492" y="3794743"/>
              <a:ext cx="62403" cy="1098573"/>
            </a:xfrm>
            <a:custGeom>
              <a:avLst/>
              <a:gdLst>
                <a:gd name="csX0" fmla="*/ 0 w 62403"/>
                <a:gd name="csY0" fmla="*/ 0 h 1098573"/>
                <a:gd name="csX1" fmla="*/ 0 w 62403"/>
                <a:gd name="csY1" fmla="*/ 1098573 h 1098573"/>
                <a:gd name="csX2" fmla="*/ 62403 w 62403"/>
                <a:gd name="csY2" fmla="*/ 1098573 h 1098573"/>
                <a:gd name="csX3" fmla="*/ 62403 w 62403"/>
                <a:gd name="csY3" fmla="*/ 0 h 1098573"/>
                <a:gd name="csX4" fmla="*/ 0 w 62403"/>
                <a:gd name="csY4" fmla="*/ 0 h 1098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3" h="1098573">
                  <a:moveTo>
                    <a:pt x="0" y="0"/>
                  </a:moveTo>
                  <a:lnTo>
                    <a:pt x="0" y="1098573"/>
                  </a:lnTo>
                  <a:lnTo>
                    <a:pt x="62403" y="1098573"/>
                  </a:lnTo>
                  <a:lnTo>
                    <a:pt x="6240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3" name="Freeform 3322">
              <a:extLst>
                <a:ext uri="{FF2B5EF4-FFF2-40B4-BE49-F238E27FC236}">
                  <a16:creationId xmlns:a16="http://schemas.microsoft.com/office/drawing/2014/main" id="{DAB2ECD8-6EB4-B03E-B117-D920B993748E}"/>
                </a:ext>
              </a:extLst>
            </p:cNvPr>
            <p:cNvSpPr/>
            <p:nvPr/>
          </p:nvSpPr>
          <p:spPr>
            <a:xfrm>
              <a:off x="7038896" y="3646875"/>
              <a:ext cx="62400" cy="1246440"/>
            </a:xfrm>
            <a:custGeom>
              <a:avLst/>
              <a:gdLst>
                <a:gd name="csX0" fmla="*/ 0 w 62400"/>
                <a:gd name="csY0" fmla="*/ 0 h 1246440"/>
                <a:gd name="csX1" fmla="*/ 0 w 62400"/>
                <a:gd name="csY1" fmla="*/ 1246441 h 1246440"/>
                <a:gd name="csX2" fmla="*/ 62400 w 62400"/>
                <a:gd name="csY2" fmla="*/ 1246441 h 1246440"/>
                <a:gd name="csX3" fmla="*/ 62400 w 62400"/>
                <a:gd name="csY3" fmla="*/ 0 h 1246440"/>
                <a:gd name="csX4" fmla="*/ 0 w 62400"/>
                <a:gd name="csY4" fmla="*/ 0 h 1246440"/>
                <a:gd name="csX5" fmla="*/ 0 w 62400"/>
                <a:gd name="csY5" fmla="*/ 0 h 1246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246440">
                  <a:moveTo>
                    <a:pt x="0" y="0"/>
                  </a:moveTo>
                  <a:lnTo>
                    <a:pt x="0" y="1246441"/>
                  </a:lnTo>
                  <a:lnTo>
                    <a:pt x="62400" y="1246441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4" name="Freeform 3323">
              <a:extLst>
                <a:ext uri="{FF2B5EF4-FFF2-40B4-BE49-F238E27FC236}">
                  <a16:creationId xmlns:a16="http://schemas.microsoft.com/office/drawing/2014/main" id="{4D1BC41D-E93C-D251-3428-997B4F069F60}"/>
                </a:ext>
              </a:extLst>
            </p:cNvPr>
            <p:cNvSpPr/>
            <p:nvPr/>
          </p:nvSpPr>
          <p:spPr>
            <a:xfrm>
              <a:off x="7038896" y="3646875"/>
              <a:ext cx="62400" cy="1246440"/>
            </a:xfrm>
            <a:custGeom>
              <a:avLst/>
              <a:gdLst>
                <a:gd name="csX0" fmla="*/ 0 w 62400"/>
                <a:gd name="csY0" fmla="*/ 0 h 1246440"/>
                <a:gd name="csX1" fmla="*/ 0 w 62400"/>
                <a:gd name="csY1" fmla="*/ 1246441 h 1246440"/>
                <a:gd name="csX2" fmla="*/ 62400 w 62400"/>
                <a:gd name="csY2" fmla="*/ 1246441 h 1246440"/>
                <a:gd name="csX3" fmla="*/ 62400 w 62400"/>
                <a:gd name="csY3" fmla="*/ 0 h 1246440"/>
                <a:gd name="csX4" fmla="*/ 0 w 62400"/>
                <a:gd name="csY4" fmla="*/ 0 h 1246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246440">
                  <a:moveTo>
                    <a:pt x="0" y="0"/>
                  </a:moveTo>
                  <a:lnTo>
                    <a:pt x="0" y="1246441"/>
                  </a:lnTo>
                  <a:lnTo>
                    <a:pt x="62400" y="1246441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5" name="Freeform 3324">
              <a:extLst>
                <a:ext uri="{FF2B5EF4-FFF2-40B4-BE49-F238E27FC236}">
                  <a16:creationId xmlns:a16="http://schemas.microsoft.com/office/drawing/2014/main" id="{3C46C301-C3F9-D5E6-9AE4-FB3AEC4ACBDA}"/>
                </a:ext>
              </a:extLst>
            </p:cNvPr>
            <p:cNvSpPr/>
            <p:nvPr/>
          </p:nvSpPr>
          <p:spPr>
            <a:xfrm>
              <a:off x="7101296" y="3568915"/>
              <a:ext cx="62400" cy="1324400"/>
            </a:xfrm>
            <a:custGeom>
              <a:avLst/>
              <a:gdLst>
                <a:gd name="csX0" fmla="*/ 0 w 62400"/>
                <a:gd name="csY0" fmla="*/ 0 h 1324400"/>
                <a:gd name="csX1" fmla="*/ 0 w 62400"/>
                <a:gd name="csY1" fmla="*/ 1324401 h 1324400"/>
                <a:gd name="csX2" fmla="*/ 62400 w 62400"/>
                <a:gd name="csY2" fmla="*/ 1324401 h 1324400"/>
                <a:gd name="csX3" fmla="*/ 62400 w 62400"/>
                <a:gd name="csY3" fmla="*/ 0 h 1324400"/>
                <a:gd name="csX4" fmla="*/ 0 w 62400"/>
                <a:gd name="csY4" fmla="*/ 0 h 1324400"/>
                <a:gd name="csX5" fmla="*/ 0 w 62400"/>
                <a:gd name="csY5" fmla="*/ 0 h 132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324400">
                  <a:moveTo>
                    <a:pt x="0" y="0"/>
                  </a:moveTo>
                  <a:lnTo>
                    <a:pt x="0" y="1324401"/>
                  </a:lnTo>
                  <a:lnTo>
                    <a:pt x="62400" y="1324401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6" name="Freeform 3325">
              <a:extLst>
                <a:ext uri="{FF2B5EF4-FFF2-40B4-BE49-F238E27FC236}">
                  <a16:creationId xmlns:a16="http://schemas.microsoft.com/office/drawing/2014/main" id="{888F07A8-9A63-C276-0395-D4BA615C03C0}"/>
                </a:ext>
              </a:extLst>
            </p:cNvPr>
            <p:cNvSpPr/>
            <p:nvPr/>
          </p:nvSpPr>
          <p:spPr>
            <a:xfrm>
              <a:off x="7101296" y="3568915"/>
              <a:ext cx="62400" cy="1324400"/>
            </a:xfrm>
            <a:custGeom>
              <a:avLst/>
              <a:gdLst>
                <a:gd name="csX0" fmla="*/ 0 w 62400"/>
                <a:gd name="csY0" fmla="*/ 0 h 1324400"/>
                <a:gd name="csX1" fmla="*/ 0 w 62400"/>
                <a:gd name="csY1" fmla="*/ 1324401 h 1324400"/>
                <a:gd name="csX2" fmla="*/ 62400 w 62400"/>
                <a:gd name="csY2" fmla="*/ 1324401 h 1324400"/>
                <a:gd name="csX3" fmla="*/ 62400 w 62400"/>
                <a:gd name="csY3" fmla="*/ 0 h 1324400"/>
                <a:gd name="csX4" fmla="*/ 0 w 62400"/>
                <a:gd name="csY4" fmla="*/ 0 h 1324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324400">
                  <a:moveTo>
                    <a:pt x="0" y="0"/>
                  </a:moveTo>
                  <a:lnTo>
                    <a:pt x="0" y="1324401"/>
                  </a:lnTo>
                  <a:lnTo>
                    <a:pt x="62400" y="1324401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7" name="Freeform 3326">
              <a:extLst>
                <a:ext uri="{FF2B5EF4-FFF2-40B4-BE49-F238E27FC236}">
                  <a16:creationId xmlns:a16="http://schemas.microsoft.com/office/drawing/2014/main" id="{A6622E5F-A008-5083-E963-04F0B3A8999D}"/>
                </a:ext>
              </a:extLst>
            </p:cNvPr>
            <p:cNvSpPr/>
            <p:nvPr/>
          </p:nvSpPr>
          <p:spPr>
            <a:xfrm>
              <a:off x="7163696" y="3518406"/>
              <a:ext cx="62400" cy="1374909"/>
            </a:xfrm>
            <a:custGeom>
              <a:avLst/>
              <a:gdLst>
                <a:gd name="csX0" fmla="*/ 0 w 62400"/>
                <a:gd name="csY0" fmla="*/ 0 h 1374909"/>
                <a:gd name="csX1" fmla="*/ 0 w 62400"/>
                <a:gd name="csY1" fmla="*/ 1374910 h 1374909"/>
                <a:gd name="csX2" fmla="*/ 62400 w 62400"/>
                <a:gd name="csY2" fmla="*/ 1374910 h 1374909"/>
                <a:gd name="csX3" fmla="*/ 62400 w 62400"/>
                <a:gd name="csY3" fmla="*/ 0 h 1374909"/>
                <a:gd name="csX4" fmla="*/ 0 w 62400"/>
                <a:gd name="csY4" fmla="*/ 0 h 1374909"/>
                <a:gd name="csX5" fmla="*/ 0 w 62400"/>
                <a:gd name="csY5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374909">
                  <a:moveTo>
                    <a:pt x="0" y="0"/>
                  </a:moveTo>
                  <a:lnTo>
                    <a:pt x="0" y="1374910"/>
                  </a:lnTo>
                  <a:lnTo>
                    <a:pt x="62400" y="1374910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8" name="Freeform 3327">
              <a:extLst>
                <a:ext uri="{FF2B5EF4-FFF2-40B4-BE49-F238E27FC236}">
                  <a16:creationId xmlns:a16="http://schemas.microsoft.com/office/drawing/2014/main" id="{5AC60C20-65B7-BAAE-CF83-3A3126E99FAA}"/>
                </a:ext>
              </a:extLst>
            </p:cNvPr>
            <p:cNvSpPr/>
            <p:nvPr/>
          </p:nvSpPr>
          <p:spPr>
            <a:xfrm>
              <a:off x="7163696" y="3518406"/>
              <a:ext cx="62400" cy="1374909"/>
            </a:xfrm>
            <a:custGeom>
              <a:avLst/>
              <a:gdLst>
                <a:gd name="csX0" fmla="*/ 0 w 62400"/>
                <a:gd name="csY0" fmla="*/ 0 h 1374909"/>
                <a:gd name="csX1" fmla="*/ 0 w 62400"/>
                <a:gd name="csY1" fmla="*/ 1374910 h 1374909"/>
                <a:gd name="csX2" fmla="*/ 62400 w 62400"/>
                <a:gd name="csY2" fmla="*/ 1374910 h 1374909"/>
                <a:gd name="csX3" fmla="*/ 62400 w 62400"/>
                <a:gd name="csY3" fmla="*/ 0 h 1374909"/>
                <a:gd name="csX4" fmla="*/ 0 w 62400"/>
                <a:gd name="csY4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374909">
                  <a:moveTo>
                    <a:pt x="0" y="0"/>
                  </a:moveTo>
                  <a:lnTo>
                    <a:pt x="0" y="1374910"/>
                  </a:lnTo>
                  <a:lnTo>
                    <a:pt x="62400" y="1374910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9" name="Freeform 3328">
              <a:extLst>
                <a:ext uri="{FF2B5EF4-FFF2-40B4-BE49-F238E27FC236}">
                  <a16:creationId xmlns:a16="http://schemas.microsoft.com/office/drawing/2014/main" id="{1A1801EA-A8D2-8CE3-157D-8525E4439DCC}"/>
                </a:ext>
              </a:extLst>
            </p:cNvPr>
            <p:cNvSpPr/>
            <p:nvPr/>
          </p:nvSpPr>
          <p:spPr>
            <a:xfrm>
              <a:off x="7226096" y="3541831"/>
              <a:ext cx="62400" cy="1351485"/>
            </a:xfrm>
            <a:custGeom>
              <a:avLst/>
              <a:gdLst>
                <a:gd name="csX0" fmla="*/ 0 w 62400"/>
                <a:gd name="csY0" fmla="*/ 0 h 1351485"/>
                <a:gd name="csX1" fmla="*/ 0 w 62400"/>
                <a:gd name="csY1" fmla="*/ 1351485 h 1351485"/>
                <a:gd name="csX2" fmla="*/ 62400 w 62400"/>
                <a:gd name="csY2" fmla="*/ 1351485 h 1351485"/>
                <a:gd name="csX3" fmla="*/ 62400 w 62400"/>
                <a:gd name="csY3" fmla="*/ 0 h 1351485"/>
                <a:gd name="csX4" fmla="*/ 0 w 62400"/>
                <a:gd name="csY4" fmla="*/ 0 h 1351485"/>
                <a:gd name="csX5" fmla="*/ 0 w 62400"/>
                <a:gd name="csY5" fmla="*/ 0 h 1351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351485">
                  <a:moveTo>
                    <a:pt x="0" y="0"/>
                  </a:moveTo>
                  <a:lnTo>
                    <a:pt x="0" y="1351485"/>
                  </a:lnTo>
                  <a:lnTo>
                    <a:pt x="62400" y="1351485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0" name="Freeform 3329">
              <a:extLst>
                <a:ext uri="{FF2B5EF4-FFF2-40B4-BE49-F238E27FC236}">
                  <a16:creationId xmlns:a16="http://schemas.microsoft.com/office/drawing/2014/main" id="{B03F04D2-B588-0C37-54FC-55EDA1471206}"/>
                </a:ext>
              </a:extLst>
            </p:cNvPr>
            <p:cNvSpPr/>
            <p:nvPr/>
          </p:nvSpPr>
          <p:spPr>
            <a:xfrm>
              <a:off x="7226096" y="3541831"/>
              <a:ext cx="62400" cy="1351485"/>
            </a:xfrm>
            <a:custGeom>
              <a:avLst/>
              <a:gdLst>
                <a:gd name="csX0" fmla="*/ 0 w 62400"/>
                <a:gd name="csY0" fmla="*/ 0 h 1351485"/>
                <a:gd name="csX1" fmla="*/ 0 w 62400"/>
                <a:gd name="csY1" fmla="*/ 1351485 h 1351485"/>
                <a:gd name="csX2" fmla="*/ 62400 w 62400"/>
                <a:gd name="csY2" fmla="*/ 1351485 h 1351485"/>
                <a:gd name="csX3" fmla="*/ 62400 w 62400"/>
                <a:gd name="csY3" fmla="*/ 0 h 1351485"/>
                <a:gd name="csX4" fmla="*/ 0 w 62400"/>
                <a:gd name="csY4" fmla="*/ 0 h 1351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351485">
                  <a:moveTo>
                    <a:pt x="0" y="0"/>
                  </a:moveTo>
                  <a:lnTo>
                    <a:pt x="0" y="1351485"/>
                  </a:lnTo>
                  <a:lnTo>
                    <a:pt x="62400" y="1351485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1" name="Freeform 3330">
              <a:extLst>
                <a:ext uri="{FF2B5EF4-FFF2-40B4-BE49-F238E27FC236}">
                  <a16:creationId xmlns:a16="http://schemas.microsoft.com/office/drawing/2014/main" id="{707A3462-954C-0A4B-CBB8-BA34E1995D6C}"/>
                </a:ext>
              </a:extLst>
            </p:cNvPr>
            <p:cNvSpPr/>
            <p:nvPr/>
          </p:nvSpPr>
          <p:spPr>
            <a:xfrm>
              <a:off x="7288496" y="3564157"/>
              <a:ext cx="62400" cy="1329158"/>
            </a:xfrm>
            <a:custGeom>
              <a:avLst/>
              <a:gdLst>
                <a:gd name="csX0" fmla="*/ 0 w 62400"/>
                <a:gd name="csY0" fmla="*/ 0 h 1329158"/>
                <a:gd name="csX1" fmla="*/ 0 w 62400"/>
                <a:gd name="csY1" fmla="*/ 1329159 h 1329158"/>
                <a:gd name="csX2" fmla="*/ 62400 w 62400"/>
                <a:gd name="csY2" fmla="*/ 1329159 h 1329158"/>
                <a:gd name="csX3" fmla="*/ 62400 w 62400"/>
                <a:gd name="csY3" fmla="*/ 0 h 1329158"/>
                <a:gd name="csX4" fmla="*/ 0 w 62400"/>
                <a:gd name="csY4" fmla="*/ 0 h 1329158"/>
                <a:gd name="csX5" fmla="*/ 0 w 62400"/>
                <a:gd name="csY5" fmla="*/ 0 h 13291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329158">
                  <a:moveTo>
                    <a:pt x="0" y="0"/>
                  </a:moveTo>
                  <a:lnTo>
                    <a:pt x="0" y="1329159"/>
                  </a:lnTo>
                  <a:lnTo>
                    <a:pt x="62400" y="1329159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2" name="Freeform 3331">
              <a:extLst>
                <a:ext uri="{FF2B5EF4-FFF2-40B4-BE49-F238E27FC236}">
                  <a16:creationId xmlns:a16="http://schemas.microsoft.com/office/drawing/2014/main" id="{03E22EE2-B424-AEBE-B1CD-39F623E47FF0}"/>
                </a:ext>
              </a:extLst>
            </p:cNvPr>
            <p:cNvSpPr/>
            <p:nvPr/>
          </p:nvSpPr>
          <p:spPr>
            <a:xfrm>
              <a:off x="7288496" y="3564157"/>
              <a:ext cx="62400" cy="1329158"/>
            </a:xfrm>
            <a:custGeom>
              <a:avLst/>
              <a:gdLst>
                <a:gd name="csX0" fmla="*/ 0 w 62400"/>
                <a:gd name="csY0" fmla="*/ 0 h 1329158"/>
                <a:gd name="csX1" fmla="*/ 0 w 62400"/>
                <a:gd name="csY1" fmla="*/ 1329159 h 1329158"/>
                <a:gd name="csX2" fmla="*/ 62400 w 62400"/>
                <a:gd name="csY2" fmla="*/ 1329159 h 1329158"/>
                <a:gd name="csX3" fmla="*/ 62400 w 62400"/>
                <a:gd name="csY3" fmla="*/ 0 h 1329158"/>
                <a:gd name="csX4" fmla="*/ 0 w 62400"/>
                <a:gd name="csY4" fmla="*/ 0 h 13291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329158">
                  <a:moveTo>
                    <a:pt x="0" y="0"/>
                  </a:moveTo>
                  <a:lnTo>
                    <a:pt x="0" y="1329159"/>
                  </a:lnTo>
                  <a:lnTo>
                    <a:pt x="62400" y="1329159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3" name="Freeform 3332">
              <a:extLst>
                <a:ext uri="{FF2B5EF4-FFF2-40B4-BE49-F238E27FC236}">
                  <a16:creationId xmlns:a16="http://schemas.microsoft.com/office/drawing/2014/main" id="{7DAE6D9A-04E4-1ED6-E66E-A56323F458AC}"/>
                </a:ext>
              </a:extLst>
            </p:cNvPr>
            <p:cNvSpPr/>
            <p:nvPr/>
          </p:nvSpPr>
          <p:spPr>
            <a:xfrm>
              <a:off x="7350896" y="3670116"/>
              <a:ext cx="62400" cy="1223199"/>
            </a:xfrm>
            <a:custGeom>
              <a:avLst/>
              <a:gdLst>
                <a:gd name="csX0" fmla="*/ 0 w 62400"/>
                <a:gd name="csY0" fmla="*/ 0 h 1223199"/>
                <a:gd name="csX1" fmla="*/ 0 w 62400"/>
                <a:gd name="csY1" fmla="*/ 1223200 h 1223199"/>
                <a:gd name="csX2" fmla="*/ 62400 w 62400"/>
                <a:gd name="csY2" fmla="*/ 1223200 h 1223199"/>
                <a:gd name="csX3" fmla="*/ 62400 w 62400"/>
                <a:gd name="csY3" fmla="*/ 0 h 1223199"/>
                <a:gd name="csX4" fmla="*/ 0 w 62400"/>
                <a:gd name="csY4" fmla="*/ 0 h 1223199"/>
                <a:gd name="csX5" fmla="*/ 0 w 62400"/>
                <a:gd name="csY5" fmla="*/ 0 h 1223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223199">
                  <a:moveTo>
                    <a:pt x="0" y="0"/>
                  </a:moveTo>
                  <a:lnTo>
                    <a:pt x="0" y="1223200"/>
                  </a:lnTo>
                  <a:lnTo>
                    <a:pt x="62400" y="1223200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4" name="Freeform 3333">
              <a:extLst>
                <a:ext uri="{FF2B5EF4-FFF2-40B4-BE49-F238E27FC236}">
                  <a16:creationId xmlns:a16="http://schemas.microsoft.com/office/drawing/2014/main" id="{5B824F16-5D87-FF50-A420-A194BD543EC3}"/>
                </a:ext>
              </a:extLst>
            </p:cNvPr>
            <p:cNvSpPr/>
            <p:nvPr/>
          </p:nvSpPr>
          <p:spPr>
            <a:xfrm>
              <a:off x="7350896" y="3670116"/>
              <a:ext cx="62400" cy="1223199"/>
            </a:xfrm>
            <a:custGeom>
              <a:avLst/>
              <a:gdLst>
                <a:gd name="csX0" fmla="*/ 0 w 62400"/>
                <a:gd name="csY0" fmla="*/ 0 h 1223199"/>
                <a:gd name="csX1" fmla="*/ 0 w 62400"/>
                <a:gd name="csY1" fmla="*/ 1223200 h 1223199"/>
                <a:gd name="csX2" fmla="*/ 62400 w 62400"/>
                <a:gd name="csY2" fmla="*/ 1223200 h 1223199"/>
                <a:gd name="csX3" fmla="*/ 62400 w 62400"/>
                <a:gd name="csY3" fmla="*/ 0 h 1223199"/>
                <a:gd name="csX4" fmla="*/ 0 w 62400"/>
                <a:gd name="csY4" fmla="*/ 0 h 1223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223199">
                  <a:moveTo>
                    <a:pt x="0" y="0"/>
                  </a:moveTo>
                  <a:lnTo>
                    <a:pt x="0" y="1223200"/>
                  </a:lnTo>
                  <a:lnTo>
                    <a:pt x="62400" y="1223200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5" name="Freeform 3334">
              <a:extLst>
                <a:ext uri="{FF2B5EF4-FFF2-40B4-BE49-F238E27FC236}">
                  <a16:creationId xmlns:a16="http://schemas.microsoft.com/office/drawing/2014/main" id="{776AB1E3-F685-677F-69AE-8AEE8F19BD26}"/>
                </a:ext>
              </a:extLst>
            </p:cNvPr>
            <p:cNvSpPr/>
            <p:nvPr/>
          </p:nvSpPr>
          <p:spPr>
            <a:xfrm>
              <a:off x="7413296" y="3800782"/>
              <a:ext cx="62400" cy="1092533"/>
            </a:xfrm>
            <a:custGeom>
              <a:avLst/>
              <a:gdLst>
                <a:gd name="csX0" fmla="*/ 0 w 62400"/>
                <a:gd name="csY0" fmla="*/ 0 h 1092533"/>
                <a:gd name="csX1" fmla="*/ 0 w 62400"/>
                <a:gd name="csY1" fmla="*/ 1092534 h 1092533"/>
                <a:gd name="csX2" fmla="*/ 62400 w 62400"/>
                <a:gd name="csY2" fmla="*/ 1092534 h 1092533"/>
                <a:gd name="csX3" fmla="*/ 62400 w 62400"/>
                <a:gd name="csY3" fmla="*/ 0 h 1092533"/>
                <a:gd name="csX4" fmla="*/ 0 w 62400"/>
                <a:gd name="csY4" fmla="*/ 0 h 1092533"/>
                <a:gd name="csX5" fmla="*/ 0 w 62400"/>
                <a:gd name="csY5" fmla="*/ 0 h 1092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092533">
                  <a:moveTo>
                    <a:pt x="0" y="0"/>
                  </a:moveTo>
                  <a:lnTo>
                    <a:pt x="0" y="1092534"/>
                  </a:lnTo>
                  <a:lnTo>
                    <a:pt x="62400" y="1092534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6" name="Freeform 3335">
              <a:extLst>
                <a:ext uri="{FF2B5EF4-FFF2-40B4-BE49-F238E27FC236}">
                  <a16:creationId xmlns:a16="http://schemas.microsoft.com/office/drawing/2014/main" id="{32489F88-8D56-CD9B-38EF-7E76DFC076AC}"/>
                </a:ext>
              </a:extLst>
            </p:cNvPr>
            <p:cNvSpPr/>
            <p:nvPr/>
          </p:nvSpPr>
          <p:spPr>
            <a:xfrm>
              <a:off x="7413296" y="3800782"/>
              <a:ext cx="62400" cy="1092533"/>
            </a:xfrm>
            <a:custGeom>
              <a:avLst/>
              <a:gdLst>
                <a:gd name="csX0" fmla="*/ 0 w 62400"/>
                <a:gd name="csY0" fmla="*/ 0 h 1092533"/>
                <a:gd name="csX1" fmla="*/ 0 w 62400"/>
                <a:gd name="csY1" fmla="*/ 1092534 h 1092533"/>
                <a:gd name="csX2" fmla="*/ 62400 w 62400"/>
                <a:gd name="csY2" fmla="*/ 1092534 h 1092533"/>
                <a:gd name="csX3" fmla="*/ 62400 w 62400"/>
                <a:gd name="csY3" fmla="*/ 0 h 1092533"/>
                <a:gd name="csX4" fmla="*/ 0 w 62400"/>
                <a:gd name="csY4" fmla="*/ 0 h 1092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092533">
                  <a:moveTo>
                    <a:pt x="0" y="0"/>
                  </a:moveTo>
                  <a:lnTo>
                    <a:pt x="0" y="1092534"/>
                  </a:lnTo>
                  <a:lnTo>
                    <a:pt x="62400" y="1092534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7" name="Freeform 3336">
              <a:extLst>
                <a:ext uri="{FF2B5EF4-FFF2-40B4-BE49-F238E27FC236}">
                  <a16:creationId xmlns:a16="http://schemas.microsoft.com/office/drawing/2014/main" id="{A49884C4-63CC-BF2D-C1E9-19B16A4FACAD}"/>
                </a:ext>
              </a:extLst>
            </p:cNvPr>
            <p:cNvSpPr/>
            <p:nvPr/>
          </p:nvSpPr>
          <p:spPr>
            <a:xfrm>
              <a:off x="7475697" y="3919917"/>
              <a:ext cx="62400" cy="973398"/>
            </a:xfrm>
            <a:custGeom>
              <a:avLst/>
              <a:gdLst>
                <a:gd name="csX0" fmla="*/ 0 w 62400"/>
                <a:gd name="csY0" fmla="*/ 0 h 973398"/>
                <a:gd name="csX1" fmla="*/ 0 w 62400"/>
                <a:gd name="csY1" fmla="*/ 973398 h 973398"/>
                <a:gd name="csX2" fmla="*/ 62400 w 62400"/>
                <a:gd name="csY2" fmla="*/ 973398 h 973398"/>
                <a:gd name="csX3" fmla="*/ 62400 w 62400"/>
                <a:gd name="csY3" fmla="*/ 0 h 973398"/>
                <a:gd name="csX4" fmla="*/ 0 w 62400"/>
                <a:gd name="csY4" fmla="*/ 0 h 973398"/>
                <a:gd name="csX5" fmla="*/ 0 w 62400"/>
                <a:gd name="csY5" fmla="*/ 0 h 973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973398">
                  <a:moveTo>
                    <a:pt x="0" y="0"/>
                  </a:moveTo>
                  <a:lnTo>
                    <a:pt x="0" y="973398"/>
                  </a:lnTo>
                  <a:lnTo>
                    <a:pt x="62400" y="973398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8" name="Freeform 3337">
              <a:extLst>
                <a:ext uri="{FF2B5EF4-FFF2-40B4-BE49-F238E27FC236}">
                  <a16:creationId xmlns:a16="http://schemas.microsoft.com/office/drawing/2014/main" id="{6D97DFE9-DFCF-DD7E-0454-23D6DF5B8BDC}"/>
                </a:ext>
              </a:extLst>
            </p:cNvPr>
            <p:cNvSpPr/>
            <p:nvPr/>
          </p:nvSpPr>
          <p:spPr>
            <a:xfrm>
              <a:off x="7475697" y="3919917"/>
              <a:ext cx="62400" cy="973398"/>
            </a:xfrm>
            <a:custGeom>
              <a:avLst/>
              <a:gdLst>
                <a:gd name="csX0" fmla="*/ 0 w 62400"/>
                <a:gd name="csY0" fmla="*/ 0 h 973398"/>
                <a:gd name="csX1" fmla="*/ 0 w 62400"/>
                <a:gd name="csY1" fmla="*/ 973398 h 973398"/>
                <a:gd name="csX2" fmla="*/ 62400 w 62400"/>
                <a:gd name="csY2" fmla="*/ 973398 h 973398"/>
                <a:gd name="csX3" fmla="*/ 62400 w 62400"/>
                <a:gd name="csY3" fmla="*/ 0 h 973398"/>
                <a:gd name="csX4" fmla="*/ 0 w 62400"/>
                <a:gd name="csY4" fmla="*/ 0 h 973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973398">
                  <a:moveTo>
                    <a:pt x="0" y="0"/>
                  </a:moveTo>
                  <a:lnTo>
                    <a:pt x="0" y="973398"/>
                  </a:lnTo>
                  <a:lnTo>
                    <a:pt x="62400" y="973398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9" name="Freeform 3338">
              <a:extLst>
                <a:ext uri="{FF2B5EF4-FFF2-40B4-BE49-F238E27FC236}">
                  <a16:creationId xmlns:a16="http://schemas.microsoft.com/office/drawing/2014/main" id="{F20ABCCD-F773-684C-6A32-62109AE482B7}"/>
                </a:ext>
              </a:extLst>
            </p:cNvPr>
            <p:cNvSpPr/>
            <p:nvPr/>
          </p:nvSpPr>
          <p:spPr>
            <a:xfrm>
              <a:off x="7538097" y="4061379"/>
              <a:ext cx="62400" cy="831936"/>
            </a:xfrm>
            <a:custGeom>
              <a:avLst/>
              <a:gdLst>
                <a:gd name="csX0" fmla="*/ 0 w 62400"/>
                <a:gd name="csY0" fmla="*/ 0 h 831936"/>
                <a:gd name="csX1" fmla="*/ 0 w 62400"/>
                <a:gd name="csY1" fmla="*/ 831937 h 831936"/>
                <a:gd name="csX2" fmla="*/ 62400 w 62400"/>
                <a:gd name="csY2" fmla="*/ 831937 h 831936"/>
                <a:gd name="csX3" fmla="*/ 62400 w 62400"/>
                <a:gd name="csY3" fmla="*/ 0 h 831936"/>
                <a:gd name="csX4" fmla="*/ 0 w 62400"/>
                <a:gd name="csY4" fmla="*/ 0 h 831936"/>
                <a:gd name="csX5" fmla="*/ 0 w 62400"/>
                <a:gd name="csY5" fmla="*/ 0 h 831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831936">
                  <a:moveTo>
                    <a:pt x="0" y="0"/>
                  </a:moveTo>
                  <a:lnTo>
                    <a:pt x="0" y="831937"/>
                  </a:lnTo>
                  <a:lnTo>
                    <a:pt x="62400" y="83193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0" name="Freeform 3339">
              <a:extLst>
                <a:ext uri="{FF2B5EF4-FFF2-40B4-BE49-F238E27FC236}">
                  <a16:creationId xmlns:a16="http://schemas.microsoft.com/office/drawing/2014/main" id="{0C36D484-E490-7C21-3D0C-1BD7243A715D}"/>
                </a:ext>
              </a:extLst>
            </p:cNvPr>
            <p:cNvSpPr/>
            <p:nvPr/>
          </p:nvSpPr>
          <p:spPr>
            <a:xfrm>
              <a:off x="7538097" y="4061379"/>
              <a:ext cx="62400" cy="831936"/>
            </a:xfrm>
            <a:custGeom>
              <a:avLst/>
              <a:gdLst>
                <a:gd name="csX0" fmla="*/ 0 w 62400"/>
                <a:gd name="csY0" fmla="*/ 0 h 831936"/>
                <a:gd name="csX1" fmla="*/ 0 w 62400"/>
                <a:gd name="csY1" fmla="*/ 831937 h 831936"/>
                <a:gd name="csX2" fmla="*/ 62400 w 62400"/>
                <a:gd name="csY2" fmla="*/ 831937 h 831936"/>
                <a:gd name="csX3" fmla="*/ 62400 w 62400"/>
                <a:gd name="csY3" fmla="*/ 0 h 831936"/>
                <a:gd name="csX4" fmla="*/ 0 w 62400"/>
                <a:gd name="csY4" fmla="*/ 0 h 831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831936">
                  <a:moveTo>
                    <a:pt x="0" y="0"/>
                  </a:moveTo>
                  <a:lnTo>
                    <a:pt x="0" y="831937"/>
                  </a:lnTo>
                  <a:lnTo>
                    <a:pt x="62400" y="83193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1" name="Freeform 3340">
              <a:extLst>
                <a:ext uri="{FF2B5EF4-FFF2-40B4-BE49-F238E27FC236}">
                  <a16:creationId xmlns:a16="http://schemas.microsoft.com/office/drawing/2014/main" id="{88FF130E-C5A6-5104-85A0-54E37A89A427}"/>
                </a:ext>
              </a:extLst>
            </p:cNvPr>
            <p:cNvSpPr/>
            <p:nvPr/>
          </p:nvSpPr>
          <p:spPr>
            <a:xfrm>
              <a:off x="7600497" y="4220227"/>
              <a:ext cx="62400" cy="673089"/>
            </a:xfrm>
            <a:custGeom>
              <a:avLst/>
              <a:gdLst>
                <a:gd name="csX0" fmla="*/ 0 w 62400"/>
                <a:gd name="csY0" fmla="*/ 0 h 673089"/>
                <a:gd name="csX1" fmla="*/ 0 w 62400"/>
                <a:gd name="csY1" fmla="*/ 673089 h 673089"/>
                <a:gd name="csX2" fmla="*/ 62400 w 62400"/>
                <a:gd name="csY2" fmla="*/ 673089 h 673089"/>
                <a:gd name="csX3" fmla="*/ 62400 w 62400"/>
                <a:gd name="csY3" fmla="*/ 0 h 673089"/>
                <a:gd name="csX4" fmla="*/ 0 w 62400"/>
                <a:gd name="csY4" fmla="*/ 0 h 673089"/>
                <a:gd name="csX5" fmla="*/ 0 w 62400"/>
                <a:gd name="csY5" fmla="*/ 0 h 673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673089">
                  <a:moveTo>
                    <a:pt x="0" y="0"/>
                  </a:moveTo>
                  <a:lnTo>
                    <a:pt x="0" y="673089"/>
                  </a:lnTo>
                  <a:lnTo>
                    <a:pt x="62400" y="673089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2" name="Freeform 3341">
              <a:extLst>
                <a:ext uri="{FF2B5EF4-FFF2-40B4-BE49-F238E27FC236}">
                  <a16:creationId xmlns:a16="http://schemas.microsoft.com/office/drawing/2014/main" id="{85C00F86-9BA8-361A-8F96-BE4BE807E03E}"/>
                </a:ext>
              </a:extLst>
            </p:cNvPr>
            <p:cNvSpPr/>
            <p:nvPr/>
          </p:nvSpPr>
          <p:spPr>
            <a:xfrm>
              <a:off x="7600497" y="4220227"/>
              <a:ext cx="62400" cy="673089"/>
            </a:xfrm>
            <a:custGeom>
              <a:avLst/>
              <a:gdLst>
                <a:gd name="csX0" fmla="*/ 0 w 62400"/>
                <a:gd name="csY0" fmla="*/ 0 h 673089"/>
                <a:gd name="csX1" fmla="*/ 0 w 62400"/>
                <a:gd name="csY1" fmla="*/ 673089 h 673089"/>
                <a:gd name="csX2" fmla="*/ 62400 w 62400"/>
                <a:gd name="csY2" fmla="*/ 673089 h 673089"/>
                <a:gd name="csX3" fmla="*/ 62400 w 62400"/>
                <a:gd name="csY3" fmla="*/ 0 h 673089"/>
                <a:gd name="csX4" fmla="*/ 0 w 62400"/>
                <a:gd name="csY4" fmla="*/ 0 h 673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673089">
                  <a:moveTo>
                    <a:pt x="0" y="0"/>
                  </a:moveTo>
                  <a:lnTo>
                    <a:pt x="0" y="673089"/>
                  </a:lnTo>
                  <a:lnTo>
                    <a:pt x="62400" y="673089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3" name="Freeform 3342">
              <a:extLst>
                <a:ext uri="{FF2B5EF4-FFF2-40B4-BE49-F238E27FC236}">
                  <a16:creationId xmlns:a16="http://schemas.microsoft.com/office/drawing/2014/main" id="{AC33C779-6934-E464-94F7-5BC7B5BBB4DB}"/>
                </a:ext>
              </a:extLst>
            </p:cNvPr>
            <p:cNvSpPr/>
            <p:nvPr/>
          </p:nvSpPr>
          <p:spPr>
            <a:xfrm>
              <a:off x="7662897" y="4337349"/>
              <a:ext cx="62400" cy="555966"/>
            </a:xfrm>
            <a:custGeom>
              <a:avLst/>
              <a:gdLst>
                <a:gd name="csX0" fmla="*/ 0 w 62400"/>
                <a:gd name="csY0" fmla="*/ 0 h 555966"/>
                <a:gd name="csX1" fmla="*/ 0 w 62400"/>
                <a:gd name="csY1" fmla="*/ 555967 h 555966"/>
                <a:gd name="csX2" fmla="*/ 62400 w 62400"/>
                <a:gd name="csY2" fmla="*/ 555967 h 555966"/>
                <a:gd name="csX3" fmla="*/ 62400 w 62400"/>
                <a:gd name="csY3" fmla="*/ 0 h 555966"/>
                <a:gd name="csX4" fmla="*/ 0 w 62400"/>
                <a:gd name="csY4" fmla="*/ 0 h 555966"/>
                <a:gd name="csX5" fmla="*/ 0 w 62400"/>
                <a:gd name="csY5" fmla="*/ 0 h 555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555966">
                  <a:moveTo>
                    <a:pt x="0" y="0"/>
                  </a:moveTo>
                  <a:lnTo>
                    <a:pt x="0" y="555967"/>
                  </a:lnTo>
                  <a:lnTo>
                    <a:pt x="62400" y="55596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4" name="Freeform 3343">
              <a:extLst>
                <a:ext uri="{FF2B5EF4-FFF2-40B4-BE49-F238E27FC236}">
                  <a16:creationId xmlns:a16="http://schemas.microsoft.com/office/drawing/2014/main" id="{6D4F04A8-D975-BFB8-B47E-D23D3AEB9E04}"/>
                </a:ext>
              </a:extLst>
            </p:cNvPr>
            <p:cNvSpPr/>
            <p:nvPr/>
          </p:nvSpPr>
          <p:spPr>
            <a:xfrm>
              <a:off x="7662897" y="4337349"/>
              <a:ext cx="62400" cy="555966"/>
            </a:xfrm>
            <a:custGeom>
              <a:avLst/>
              <a:gdLst>
                <a:gd name="csX0" fmla="*/ 0 w 62400"/>
                <a:gd name="csY0" fmla="*/ 0 h 555966"/>
                <a:gd name="csX1" fmla="*/ 0 w 62400"/>
                <a:gd name="csY1" fmla="*/ 555967 h 555966"/>
                <a:gd name="csX2" fmla="*/ 62400 w 62400"/>
                <a:gd name="csY2" fmla="*/ 555967 h 555966"/>
                <a:gd name="csX3" fmla="*/ 62400 w 62400"/>
                <a:gd name="csY3" fmla="*/ 0 h 555966"/>
                <a:gd name="csX4" fmla="*/ 0 w 62400"/>
                <a:gd name="csY4" fmla="*/ 0 h 5559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555966">
                  <a:moveTo>
                    <a:pt x="0" y="0"/>
                  </a:moveTo>
                  <a:lnTo>
                    <a:pt x="0" y="555967"/>
                  </a:lnTo>
                  <a:lnTo>
                    <a:pt x="62400" y="55596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5" name="Freeform 3344">
              <a:extLst>
                <a:ext uri="{FF2B5EF4-FFF2-40B4-BE49-F238E27FC236}">
                  <a16:creationId xmlns:a16="http://schemas.microsoft.com/office/drawing/2014/main" id="{CC50CE26-DA44-74F6-400F-9916BEEB464E}"/>
                </a:ext>
              </a:extLst>
            </p:cNvPr>
            <p:cNvSpPr/>
            <p:nvPr/>
          </p:nvSpPr>
          <p:spPr>
            <a:xfrm>
              <a:off x="7725297" y="4455570"/>
              <a:ext cx="62400" cy="437745"/>
            </a:xfrm>
            <a:custGeom>
              <a:avLst/>
              <a:gdLst>
                <a:gd name="csX0" fmla="*/ 0 w 62400"/>
                <a:gd name="csY0" fmla="*/ 0 h 437745"/>
                <a:gd name="csX1" fmla="*/ 0 w 62400"/>
                <a:gd name="csY1" fmla="*/ 437746 h 437745"/>
                <a:gd name="csX2" fmla="*/ 62400 w 62400"/>
                <a:gd name="csY2" fmla="*/ 437746 h 437745"/>
                <a:gd name="csX3" fmla="*/ 62400 w 62400"/>
                <a:gd name="csY3" fmla="*/ 0 h 437745"/>
                <a:gd name="csX4" fmla="*/ 0 w 62400"/>
                <a:gd name="csY4" fmla="*/ 0 h 437745"/>
                <a:gd name="csX5" fmla="*/ 0 w 62400"/>
                <a:gd name="csY5" fmla="*/ 0 h 43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437745">
                  <a:moveTo>
                    <a:pt x="0" y="0"/>
                  </a:moveTo>
                  <a:lnTo>
                    <a:pt x="0" y="437746"/>
                  </a:lnTo>
                  <a:lnTo>
                    <a:pt x="62400" y="437746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6" name="Freeform 3345">
              <a:extLst>
                <a:ext uri="{FF2B5EF4-FFF2-40B4-BE49-F238E27FC236}">
                  <a16:creationId xmlns:a16="http://schemas.microsoft.com/office/drawing/2014/main" id="{1CB9DAEC-6B39-12F5-CC8C-A14973A57726}"/>
                </a:ext>
              </a:extLst>
            </p:cNvPr>
            <p:cNvSpPr/>
            <p:nvPr/>
          </p:nvSpPr>
          <p:spPr>
            <a:xfrm>
              <a:off x="7725297" y="4455570"/>
              <a:ext cx="62400" cy="437745"/>
            </a:xfrm>
            <a:custGeom>
              <a:avLst/>
              <a:gdLst>
                <a:gd name="csX0" fmla="*/ 0 w 62400"/>
                <a:gd name="csY0" fmla="*/ 0 h 437745"/>
                <a:gd name="csX1" fmla="*/ 0 w 62400"/>
                <a:gd name="csY1" fmla="*/ 437746 h 437745"/>
                <a:gd name="csX2" fmla="*/ 62400 w 62400"/>
                <a:gd name="csY2" fmla="*/ 437746 h 437745"/>
                <a:gd name="csX3" fmla="*/ 62400 w 62400"/>
                <a:gd name="csY3" fmla="*/ 0 h 437745"/>
                <a:gd name="csX4" fmla="*/ 0 w 62400"/>
                <a:gd name="csY4" fmla="*/ 0 h 43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437745">
                  <a:moveTo>
                    <a:pt x="0" y="0"/>
                  </a:moveTo>
                  <a:lnTo>
                    <a:pt x="0" y="437746"/>
                  </a:lnTo>
                  <a:lnTo>
                    <a:pt x="62400" y="437746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7" name="Freeform 3346">
              <a:extLst>
                <a:ext uri="{FF2B5EF4-FFF2-40B4-BE49-F238E27FC236}">
                  <a16:creationId xmlns:a16="http://schemas.microsoft.com/office/drawing/2014/main" id="{7AE4F4B3-48F2-ABA3-1E91-27260C0923D0}"/>
                </a:ext>
              </a:extLst>
            </p:cNvPr>
            <p:cNvSpPr/>
            <p:nvPr/>
          </p:nvSpPr>
          <p:spPr>
            <a:xfrm>
              <a:off x="7787697" y="4547802"/>
              <a:ext cx="62400" cy="345513"/>
            </a:xfrm>
            <a:custGeom>
              <a:avLst/>
              <a:gdLst>
                <a:gd name="csX0" fmla="*/ 0 w 62400"/>
                <a:gd name="csY0" fmla="*/ 0 h 345513"/>
                <a:gd name="csX1" fmla="*/ 0 w 62400"/>
                <a:gd name="csY1" fmla="*/ 345514 h 345513"/>
                <a:gd name="csX2" fmla="*/ 62400 w 62400"/>
                <a:gd name="csY2" fmla="*/ 345514 h 345513"/>
                <a:gd name="csX3" fmla="*/ 62400 w 62400"/>
                <a:gd name="csY3" fmla="*/ 0 h 345513"/>
                <a:gd name="csX4" fmla="*/ 0 w 62400"/>
                <a:gd name="csY4" fmla="*/ 0 h 345513"/>
                <a:gd name="csX5" fmla="*/ 0 w 62400"/>
                <a:gd name="csY5" fmla="*/ 0 h 34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345513">
                  <a:moveTo>
                    <a:pt x="0" y="0"/>
                  </a:moveTo>
                  <a:lnTo>
                    <a:pt x="0" y="345514"/>
                  </a:lnTo>
                  <a:lnTo>
                    <a:pt x="62400" y="345514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8" name="Freeform 3347">
              <a:extLst>
                <a:ext uri="{FF2B5EF4-FFF2-40B4-BE49-F238E27FC236}">
                  <a16:creationId xmlns:a16="http://schemas.microsoft.com/office/drawing/2014/main" id="{A83CD110-0BA7-BC14-1D9F-BAE4FE4AD561}"/>
                </a:ext>
              </a:extLst>
            </p:cNvPr>
            <p:cNvSpPr/>
            <p:nvPr/>
          </p:nvSpPr>
          <p:spPr>
            <a:xfrm>
              <a:off x="7787697" y="4547802"/>
              <a:ext cx="62400" cy="345513"/>
            </a:xfrm>
            <a:custGeom>
              <a:avLst/>
              <a:gdLst>
                <a:gd name="csX0" fmla="*/ 0 w 62400"/>
                <a:gd name="csY0" fmla="*/ 0 h 345513"/>
                <a:gd name="csX1" fmla="*/ 0 w 62400"/>
                <a:gd name="csY1" fmla="*/ 345514 h 345513"/>
                <a:gd name="csX2" fmla="*/ 62400 w 62400"/>
                <a:gd name="csY2" fmla="*/ 345514 h 345513"/>
                <a:gd name="csX3" fmla="*/ 62400 w 62400"/>
                <a:gd name="csY3" fmla="*/ 0 h 345513"/>
                <a:gd name="csX4" fmla="*/ 0 w 62400"/>
                <a:gd name="csY4" fmla="*/ 0 h 345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345513">
                  <a:moveTo>
                    <a:pt x="0" y="0"/>
                  </a:moveTo>
                  <a:lnTo>
                    <a:pt x="0" y="345514"/>
                  </a:lnTo>
                  <a:lnTo>
                    <a:pt x="62400" y="345514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9" name="Freeform 3348">
              <a:extLst>
                <a:ext uri="{FF2B5EF4-FFF2-40B4-BE49-F238E27FC236}">
                  <a16:creationId xmlns:a16="http://schemas.microsoft.com/office/drawing/2014/main" id="{EF78B0C9-C684-DFCE-9403-DCA97BC76407}"/>
                </a:ext>
              </a:extLst>
            </p:cNvPr>
            <p:cNvSpPr/>
            <p:nvPr/>
          </p:nvSpPr>
          <p:spPr>
            <a:xfrm>
              <a:off x="7850097" y="4638571"/>
              <a:ext cx="62400" cy="254744"/>
            </a:xfrm>
            <a:custGeom>
              <a:avLst/>
              <a:gdLst>
                <a:gd name="csX0" fmla="*/ 0 w 62400"/>
                <a:gd name="csY0" fmla="*/ 0 h 254744"/>
                <a:gd name="csX1" fmla="*/ 0 w 62400"/>
                <a:gd name="csY1" fmla="*/ 254744 h 254744"/>
                <a:gd name="csX2" fmla="*/ 62400 w 62400"/>
                <a:gd name="csY2" fmla="*/ 254744 h 254744"/>
                <a:gd name="csX3" fmla="*/ 62400 w 62400"/>
                <a:gd name="csY3" fmla="*/ 0 h 254744"/>
                <a:gd name="csX4" fmla="*/ 0 w 62400"/>
                <a:gd name="csY4" fmla="*/ 0 h 254744"/>
                <a:gd name="csX5" fmla="*/ 0 w 62400"/>
                <a:gd name="csY5" fmla="*/ 0 h 254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254744">
                  <a:moveTo>
                    <a:pt x="0" y="0"/>
                  </a:moveTo>
                  <a:lnTo>
                    <a:pt x="0" y="254744"/>
                  </a:lnTo>
                  <a:lnTo>
                    <a:pt x="62400" y="254744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0" name="Freeform 3349">
              <a:extLst>
                <a:ext uri="{FF2B5EF4-FFF2-40B4-BE49-F238E27FC236}">
                  <a16:creationId xmlns:a16="http://schemas.microsoft.com/office/drawing/2014/main" id="{23E57054-1033-18F7-50C6-0C31F885FEB0}"/>
                </a:ext>
              </a:extLst>
            </p:cNvPr>
            <p:cNvSpPr/>
            <p:nvPr/>
          </p:nvSpPr>
          <p:spPr>
            <a:xfrm>
              <a:off x="7850097" y="4638571"/>
              <a:ext cx="62400" cy="254744"/>
            </a:xfrm>
            <a:custGeom>
              <a:avLst/>
              <a:gdLst>
                <a:gd name="csX0" fmla="*/ 0 w 62400"/>
                <a:gd name="csY0" fmla="*/ 0 h 254744"/>
                <a:gd name="csX1" fmla="*/ 0 w 62400"/>
                <a:gd name="csY1" fmla="*/ 254744 h 254744"/>
                <a:gd name="csX2" fmla="*/ 62400 w 62400"/>
                <a:gd name="csY2" fmla="*/ 254744 h 254744"/>
                <a:gd name="csX3" fmla="*/ 62400 w 62400"/>
                <a:gd name="csY3" fmla="*/ 0 h 254744"/>
                <a:gd name="csX4" fmla="*/ 0 w 62400"/>
                <a:gd name="csY4" fmla="*/ 0 h 254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254744">
                  <a:moveTo>
                    <a:pt x="0" y="0"/>
                  </a:moveTo>
                  <a:lnTo>
                    <a:pt x="0" y="254744"/>
                  </a:lnTo>
                  <a:lnTo>
                    <a:pt x="62400" y="254744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1" name="Freeform 3350">
              <a:extLst>
                <a:ext uri="{FF2B5EF4-FFF2-40B4-BE49-F238E27FC236}">
                  <a16:creationId xmlns:a16="http://schemas.microsoft.com/office/drawing/2014/main" id="{FC0F3A19-6F13-885B-9A8A-21A55A8EB2B5}"/>
                </a:ext>
              </a:extLst>
            </p:cNvPr>
            <p:cNvSpPr/>
            <p:nvPr/>
          </p:nvSpPr>
          <p:spPr>
            <a:xfrm>
              <a:off x="7912497" y="4699698"/>
              <a:ext cx="62400" cy="193617"/>
            </a:xfrm>
            <a:custGeom>
              <a:avLst/>
              <a:gdLst>
                <a:gd name="csX0" fmla="*/ 0 w 62400"/>
                <a:gd name="csY0" fmla="*/ 0 h 193617"/>
                <a:gd name="csX1" fmla="*/ 0 w 62400"/>
                <a:gd name="csY1" fmla="*/ 193617 h 193617"/>
                <a:gd name="csX2" fmla="*/ 62400 w 62400"/>
                <a:gd name="csY2" fmla="*/ 193617 h 193617"/>
                <a:gd name="csX3" fmla="*/ 62400 w 62400"/>
                <a:gd name="csY3" fmla="*/ 0 h 193617"/>
                <a:gd name="csX4" fmla="*/ 0 w 62400"/>
                <a:gd name="csY4" fmla="*/ 0 h 193617"/>
                <a:gd name="csX5" fmla="*/ 0 w 62400"/>
                <a:gd name="csY5" fmla="*/ 0 h 193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93617">
                  <a:moveTo>
                    <a:pt x="0" y="0"/>
                  </a:moveTo>
                  <a:lnTo>
                    <a:pt x="0" y="193617"/>
                  </a:lnTo>
                  <a:lnTo>
                    <a:pt x="62400" y="19361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2" name="Freeform 3351">
              <a:extLst>
                <a:ext uri="{FF2B5EF4-FFF2-40B4-BE49-F238E27FC236}">
                  <a16:creationId xmlns:a16="http://schemas.microsoft.com/office/drawing/2014/main" id="{7533E9BA-3FAD-7B05-974C-F3DF87BC0986}"/>
                </a:ext>
              </a:extLst>
            </p:cNvPr>
            <p:cNvSpPr/>
            <p:nvPr/>
          </p:nvSpPr>
          <p:spPr>
            <a:xfrm>
              <a:off x="7912497" y="4699698"/>
              <a:ext cx="62400" cy="193617"/>
            </a:xfrm>
            <a:custGeom>
              <a:avLst/>
              <a:gdLst>
                <a:gd name="csX0" fmla="*/ 0 w 62400"/>
                <a:gd name="csY0" fmla="*/ 0 h 193617"/>
                <a:gd name="csX1" fmla="*/ 0 w 62400"/>
                <a:gd name="csY1" fmla="*/ 193617 h 193617"/>
                <a:gd name="csX2" fmla="*/ 62400 w 62400"/>
                <a:gd name="csY2" fmla="*/ 193617 h 193617"/>
                <a:gd name="csX3" fmla="*/ 62400 w 62400"/>
                <a:gd name="csY3" fmla="*/ 0 h 193617"/>
                <a:gd name="csX4" fmla="*/ 0 w 62400"/>
                <a:gd name="csY4" fmla="*/ 0 h 193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93617">
                  <a:moveTo>
                    <a:pt x="0" y="0"/>
                  </a:moveTo>
                  <a:lnTo>
                    <a:pt x="0" y="193617"/>
                  </a:lnTo>
                  <a:lnTo>
                    <a:pt x="62400" y="19361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3" name="Freeform 3352">
              <a:extLst>
                <a:ext uri="{FF2B5EF4-FFF2-40B4-BE49-F238E27FC236}">
                  <a16:creationId xmlns:a16="http://schemas.microsoft.com/office/drawing/2014/main" id="{4393F50F-35C1-908B-A61C-B0D8A5D38516}"/>
                </a:ext>
              </a:extLst>
            </p:cNvPr>
            <p:cNvSpPr/>
            <p:nvPr/>
          </p:nvSpPr>
          <p:spPr>
            <a:xfrm>
              <a:off x="7974897" y="4756065"/>
              <a:ext cx="62410" cy="137251"/>
            </a:xfrm>
            <a:custGeom>
              <a:avLst/>
              <a:gdLst>
                <a:gd name="csX0" fmla="*/ 0 w 62410"/>
                <a:gd name="csY0" fmla="*/ 0 h 137251"/>
                <a:gd name="csX1" fmla="*/ 0 w 62410"/>
                <a:gd name="csY1" fmla="*/ 137251 h 137251"/>
                <a:gd name="csX2" fmla="*/ 62411 w 62410"/>
                <a:gd name="csY2" fmla="*/ 137251 h 137251"/>
                <a:gd name="csX3" fmla="*/ 62411 w 62410"/>
                <a:gd name="csY3" fmla="*/ 0 h 137251"/>
                <a:gd name="csX4" fmla="*/ 0 w 62410"/>
                <a:gd name="csY4" fmla="*/ 0 h 137251"/>
                <a:gd name="csX5" fmla="*/ 0 w 62410"/>
                <a:gd name="csY5" fmla="*/ 0 h 137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10" h="137251">
                  <a:moveTo>
                    <a:pt x="0" y="0"/>
                  </a:moveTo>
                  <a:lnTo>
                    <a:pt x="0" y="137251"/>
                  </a:lnTo>
                  <a:lnTo>
                    <a:pt x="62411" y="137251"/>
                  </a:lnTo>
                  <a:lnTo>
                    <a:pt x="6241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4" name="Freeform 3353">
              <a:extLst>
                <a:ext uri="{FF2B5EF4-FFF2-40B4-BE49-F238E27FC236}">
                  <a16:creationId xmlns:a16="http://schemas.microsoft.com/office/drawing/2014/main" id="{BBBA93EC-B2DA-E472-730F-1ABF85DFAF37}"/>
                </a:ext>
              </a:extLst>
            </p:cNvPr>
            <p:cNvSpPr/>
            <p:nvPr/>
          </p:nvSpPr>
          <p:spPr>
            <a:xfrm>
              <a:off x="7974897" y="4756065"/>
              <a:ext cx="62410" cy="137251"/>
            </a:xfrm>
            <a:custGeom>
              <a:avLst/>
              <a:gdLst>
                <a:gd name="csX0" fmla="*/ 0 w 62410"/>
                <a:gd name="csY0" fmla="*/ 0 h 137251"/>
                <a:gd name="csX1" fmla="*/ 0 w 62410"/>
                <a:gd name="csY1" fmla="*/ 137251 h 137251"/>
                <a:gd name="csX2" fmla="*/ 62411 w 62410"/>
                <a:gd name="csY2" fmla="*/ 137251 h 137251"/>
                <a:gd name="csX3" fmla="*/ 62411 w 62410"/>
                <a:gd name="csY3" fmla="*/ 0 h 137251"/>
                <a:gd name="csX4" fmla="*/ 0 w 62410"/>
                <a:gd name="csY4" fmla="*/ 0 h 137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10" h="137251">
                  <a:moveTo>
                    <a:pt x="0" y="0"/>
                  </a:moveTo>
                  <a:lnTo>
                    <a:pt x="0" y="137251"/>
                  </a:lnTo>
                  <a:lnTo>
                    <a:pt x="62411" y="137251"/>
                  </a:lnTo>
                  <a:lnTo>
                    <a:pt x="6241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5" name="Freeform 3354">
              <a:extLst>
                <a:ext uri="{FF2B5EF4-FFF2-40B4-BE49-F238E27FC236}">
                  <a16:creationId xmlns:a16="http://schemas.microsoft.com/office/drawing/2014/main" id="{13972E55-2CD2-DA58-0BC8-640DD067F5C0}"/>
                </a:ext>
              </a:extLst>
            </p:cNvPr>
            <p:cNvSpPr/>
            <p:nvPr/>
          </p:nvSpPr>
          <p:spPr>
            <a:xfrm>
              <a:off x="8037308" y="4799804"/>
              <a:ext cx="62400" cy="93512"/>
            </a:xfrm>
            <a:custGeom>
              <a:avLst/>
              <a:gdLst>
                <a:gd name="csX0" fmla="*/ 0 w 62400"/>
                <a:gd name="csY0" fmla="*/ 0 h 93512"/>
                <a:gd name="csX1" fmla="*/ 0 w 62400"/>
                <a:gd name="csY1" fmla="*/ 93512 h 93512"/>
                <a:gd name="csX2" fmla="*/ 62400 w 62400"/>
                <a:gd name="csY2" fmla="*/ 93512 h 93512"/>
                <a:gd name="csX3" fmla="*/ 62400 w 62400"/>
                <a:gd name="csY3" fmla="*/ 0 h 93512"/>
                <a:gd name="csX4" fmla="*/ 0 w 62400"/>
                <a:gd name="csY4" fmla="*/ 0 h 93512"/>
                <a:gd name="csX5" fmla="*/ 0 w 62400"/>
                <a:gd name="csY5" fmla="*/ 0 h 93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93512">
                  <a:moveTo>
                    <a:pt x="0" y="0"/>
                  </a:moveTo>
                  <a:lnTo>
                    <a:pt x="0" y="93512"/>
                  </a:lnTo>
                  <a:lnTo>
                    <a:pt x="62400" y="93512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6" name="Freeform 3355">
              <a:extLst>
                <a:ext uri="{FF2B5EF4-FFF2-40B4-BE49-F238E27FC236}">
                  <a16:creationId xmlns:a16="http://schemas.microsoft.com/office/drawing/2014/main" id="{92D825D7-A7D2-3AF1-B679-05F7B09F312F}"/>
                </a:ext>
              </a:extLst>
            </p:cNvPr>
            <p:cNvSpPr/>
            <p:nvPr/>
          </p:nvSpPr>
          <p:spPr>
            <a:xfrm>
              <a:off x="8037308" y="4799804"/>
              <a:ext cx="62400" cy="93512"/>
            </a:xfrm>
            <a:custGeom>
              <a:avLst/>
              <a:gdLst>
                <a:gd name="csX0" fmla="*/ 0 w 62400"/>
                <a:gd name="csY0" fmla="*/ 0 h 93512"/>
                <a:gd name="csX1" fmla="*/ 0 w 62400"/>
                <a:gd name="csY1" fmla="*/ 93512 h 93512"/>
                <a:gd name="csX2" fmla="*/ 62400 w 62400"/>
                <a:gd name="csY2" fmla="*/ 93512 h 93512"/>
                <a:gd name="csX3" fmla="*/ 62400 w 62400"/>
                <a:gd name="csY3" fmla="*/ 0 h 93512"/>
                <a:gd name="csX4" fmla="*/ 0 w 62400"/>
                <a:gd name="csY4" fmla="*/ 0 h 93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93512">
                  <a:moveTo>
                    <a:pt x="0" y="0"/>
                  </a:moveTo>
                  <a:lnTo>
                    <a:pt x="0" y="93512"/>
                  </a:lnTo>
                  <a:lnTo>
                    <a:pt x="62400" y="93512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7" name="Freeform 3356">
              <a:extLst>
                <a:ext uri="{FF2B5EF4-FFF2-40B4-BE49-F238E27FC236}">
                  <a16:creationId xmlns:a16="http://schemas.microsoft.com/office/drawing/2014/main" id="{8B2D8454-3638-E728-9E2F-41418F9130F8}"/>
                </a:ext>
              </a:extLst>
            </p:cNvPr>
            <p:cNvSpPr/>
            <p:nvPr/>
          </p:nvSpPr>
          <p:spPr>
            <a:xfrm>
              <a:off x="8099708" y="4835853"/>
              <a:ext cx="62400" cy="57463"/>
            </a:xfrm>
            <a:custGeom>
              <a:avLst/>
              <a:gdLst>
                <a:gd name="csX0" fmla="*/ 0 w 62400"/>
                <a:gd name="csY0" fmla="*/ 0 h 57463"/>
                <a:gd name="csX1" fmla="*/ 0 w 62400"/>
                <a:gd name="csY1" fmla="*/ 57463 h 57463"/>
                <a:gd name="csX2" fmla="*/ 62400 w 62400"/>
                <a:gd name="csY2" fmla="*/ 57463 h 57463"/>
                <a:gd name="csX3" fmla="*/ 62400 w 62400"/>
                <a:gd name="csY3" fmla="*/ 0 h 57463"/>
                <a:gd name="csX4" fmla="*/ 0 w 62400"/>
                <a:gd name="csY4" fmla="*/ 0 h 57463"/>
                <a:gd name="csX5" fmla="*/ 0 w 62400"/>
                <a:gd name="csY5" fmla="*/ 0 h 5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57463">
                  <a:moveTo>
                    <a:pt x="0" y="0"/>
                  </a:moveTo>
                  <a:lnTo>
                    <a:pt x="0" y="57463"/>
                  </a:lnTo>
                  <a:lnTo>
                    <a:pt x="62400" y="57463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8" name="Freeform 3357">
              <a:extLst>
                <a:ext uri="{FF2B5EF4-FFF2-40B4-BE49-F238E27FC236}">
                  <a16:creationId xmlns:a16="http://schemas.microsoft.com/office/drawing/2014/main" id="{7D2B3CEA-5139-7F21-7CE5-D5010DBFDA24}"/>
                </a:ext>
              </a:extLst>
            </p:cNvPr>
            <p:cNvSpPr/>
            <p:nvPr/>
          </p:nvSpPr>
          <p:spPr>
            <a:xfrm>
              <a:off x="8099708" y="4835853"/>
              <a:ext cx="62400" cy="57463"/>
            </a:xfrm>
            <a:custGeom>
              <a:avLst/>
              <a:gdLst>
                <a:gd name="csX0" fmla="*/ 0 w 62400"/>
                <a:gd name="csY0" fmla="*/ 0 h 57463"/>
                <a:gd name="csX1" fmla="*/ 0 w 62400"/>
                <a:gd name="csY1" fmla="*/ 57463 h 57463"/>
                <a:gd name="csX2" fmla="*/ 62400 w 62400"/>
                <a:gd name="csY2" fmla="*/ 57463 h 57463"/>
                <a:gd name="csX3" fmla="*/ 62400 w 62400"/>
                <a:gd name="csY3" fmla="*/ 0 h 57463"/>
                <a:gd name="csX4" fmla="*/ 0 w 62400"/>
                <a:gd name="csY4" fmla="*/ 0 h 574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57463">
                  <a:moveTo>
                    <a:pt x="0" y="0"/>
                  </a:moveTo>
                  <a:lnTo>
                    <a:pt x="0" y="57463"/>
                  </a:lnTo>
                  <a:lnTo>
                    <a:pt x="62400" y="57463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9" name="Freeform 3358">
              <a:extLst>
                <a:ext uri="{FF2B5EF4-FFF2-40B4-BE49-F238E27FC236}">
                  <a16:creationId xmlns:a16="http://schemas.microsoft.com/office/drawing/2014/main" id="{207701CD-8D2A-A749-BEEB-0FFA7DA8D47C}"/>
                </a:ext>
              </a:extLst>
            </p:cNvPr>
            <p:cNvSpPr/>
            <p:nvPr/>
          </p:nvSpPr>
          <p:spPr>
            <a:xfrm>
              <a:off x="8162108" y="4851409"/>
              <a:ext cx="62400" cy="41907"/>
            </a:xfrm>
            <a:custGeom>
              <a:avLst/>
              <a:gdLst>
                <a:gd name="csX0" fmla="*/ 0 w 62400"/>
                <a:gd name="csY0" fmla="*/ 0 h 41907"/>
                <a:gd name="csX1" fmla="*/ 0 w 62400"/>
                <a:gd name="csY1" fmla="*/ 41907 h 41907"/>
                <a:gd name="csX2" fmla="*/ 62400 w 62400"/>
                <a:gd name="csY2" fmla="*/ 41907 h 41907"/>
                <a:gd name="csX3" fmla="*/ 62400 w 62400"/>
                <a:gd name="csY3" fmla="*/ 0 h 41907"/>
                <a:gd name="csX4" fmla="*/ 0 w 62400"/>
                <a:gd name="csY4" fmla="*/ 0 h 41907"/>
                <a:gd name="csX5" fmla="*/ 0 w 62400"/>
                <a:gd name="csY5" fmla="*/ 0 h 41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41907">
                  <a:moveTo>
                    <a:pt x="0" y="0"/>
                  </a:moveTo>
                  <a:lnTo>
                    <a:pt x="0" y="41907"/>
                  </a:lnTo>
                  <a:lnTo>
                    <a:pt x="62400" y="4190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0" name="Freeform 3359">
              <a:extLst>
                <a:ext uri="{FF2B5EF4-FFF2-40B4-BE49-F238E27FC236}">
                  <a16:creationId xmlns:a16="http://schemas.microsoft.com/office/drawing/2014/main" id="{9443C910-E00F-363C-D56B-4337FF7165B7}"/>
                </a:ext>
              </a:extLst>
            </p:cNvPr>
            <p:cNvSpPr/>
            <p:nvPr/>
          </p:nvSpPr>
          <p:spPr>
            <a:xfrm>
              <a:off x="8162108" y="4851409"/>
              <a:ext cx="62400" cy="41907"/>
            </a:xfrm>
            <a:custGeom>
              <a:avLst/>
              <a:gdLst>
                <a:gd name="csX0" fmla="*/ 0 w 62400"/>
                <a:gd name="csY0" fmla="*/ 0 h 41907"/>
                <a:gd name="csX1" fmla="*/ 0 w 62400"/>
                <a:gd name="csY1" fmla="*/ 41907 h 41907"/>
                <a:gd name="csX2" fmla="*/ 62400 w 62400"/>
                <a:gd name="csY2" fmla="*/ 41907 h 41907"/>
                <a:gd name="csX3" fmla="*/ 62400 w 62400"/>
                <a:gd name="csY3" fmla="*/ 0 h 41907"/>
                <a:gd name="csX4" fmla="*/ 0 w 62400"/>
                <a:gd name="csY4" fmla="*/ 0 h 41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41907">
                  <a:moveTo>
                    <a:pt x="0" y="0"/>
                  </a:moveTo>
                  <a:lnTo>
                    <a:pt x="0" y="41907"/>
                  </a:lnTo>
                  <a:lnTo>
                    <a:pt x="62400" y="4190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1" name="Freeform 3360">
              <a:extLst>
                <a:ext uri="{FF2B5EF4-FFF2-40B4-BE49-F238E27FC236}">
                  <a16:creationId xmlns:a16="http://schemas.microsoft.com/office/drawing/2014/main" id="{0B85BF8A-0ADB-1FC2-B01B-A9B222E389F3}"/>
                </a:ext>
              </a:extLst>
            </p:cNvPr>
            <p:cNvSpPr/>
            <p:nvPr/>
          </p:nvSpPr>
          <p:spPr>
            <a:xfrm>
              <a:off x="8224508" y="4863301"/>
              <a:ext cx="62400" cy="30014"/>
            </a:xfrm>
            <a:custGeom>
              <a:avLst/>
              <a:gdLst>
                <a:gd name="csX0" fmla="*/ 0 w 62400"/>
                <a:gd name="csY0" fmla="*/ 0 h 30014"/>
                <a:gd name="csX1" fmla="*/ 0 w 62400"/>
                <a:gd name="csY1" fmla="*/ 30015 h 30014"/>
                <a:gd name="csX2" fmla="*/ 62400 w 62400"/>
                <a:gd name="csY2" fmla="*/ 30015 h 30014"/>
                <a:gd name="csX3" fmla="*/ 62400 w 62400"/>
                <a:gd name="csY3" fmla="*/ 0 h 30014"/>
                <a:gd name="csX4" fmla="*/ 0 w 62400"/>
                <a:gd name="csY4" fmla="*/ 0 h 30014"/>
                <a:gd name="csX5" fmla="*/ 0 w 62400"/>
                <a:gd name="csY5" fmla="*/ 0 h 30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30014">
                  <a:moveTo>
                    <a:pt x="0" y="0"/>
                  </a:moveTo>
                  <a:lnTo>
                    <a:pt x="0" y="30015"/>
                  </a:lnTo>
                  <a:lnTo>
                    <a:pt x="62400" y="30015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2" name="Freeform 3361">
              <a:extLst>
                <a:ext uri="{FF2B5EF4-FFF2-40B4-BE49-F238E27FC236}">
                  <a16:creationId xmlns:a16="http://schemas.microsoft.com/office/drawing/2014/main" id="{169192EF-C060-5088-E2F3-316FBD57F38D}"/>
                </a:ext>
              </a:extLst>
            </p:cNvPr>
            <p:cNvSpPr/>
            <p:nvPr/>
          </p:nvSpPr>
          <p:spPr>
            <a:xfrm>
              <a:off x="8224508" y="4863301"/>
              <a:ext cx="62400" cy="30014"/>
            </a:xfrm>
            <a:custGeom>
              <a:avLst/>
              <a:gdLst>
                <a:gd name="csX0" fmla="*/ 0 w 62400"/>
                <a:gd name="csY0" fmla="*/ 0 h 30014"/>
                <a:gd name="csX1" fmla="*/ 0 w 62400"/>
                <a:gd name="csY1" fmla="*/ 30015 h 30014"/>
                <a:gd name="csX2" fmla="*/ 62400 w 62400"/>
                <a:gd name="csY2" fmla="*/ 30015 h 30014"/>
                <a:gd name="csX3" fmla="*/ 62400 w 62400"/>
                <a:gd name="csY3" fmla="*/ 0 h 30014"/>
                <a:gd name="csX4" fmla="*/ 0 w 62400"/>
                <a:gd name="csY4" fmla="*/ 0 h 30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30014">
                  <a:moveTo>
                    <a:pt x="0" y="0"/>
                  </a:moveTo>
                  <a:lnTo>
                    <a:pt x="0" y="30015"/>
                  </a:lnTo>
                  <a:lnTo>
                    <a:pt x="62400" y="30015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3" name="Freeform 3362">
              <a:extLst>
                <a:ext uri="{FF2B5EF4-FFF2-40B4-BE49-F238E27FC236}">
                  <a16:creationId xmlns:a16="http://schemas.microsoft.com/office/drawing/2014/main" id="{5678933B-F0CF-E41D-C11F-7CA869330311}"/>
                </a:ext>
              </a:extLst>
            </p:cNvPr>
            <p:cNvSpPr/>
            <p:nvPr/>
          </p:nvSpPr>
          <p:spPr>
            <a:xfrm>
              <a:off x="8286909" y="4869707"/>
              <a:ext cx="62400" cy="23608"/>
            </a:xfrm>
            <a:custGeom>
              <a:avLst/>
              <a:gdLst>
                <a:gd name="csX0" fmla="*/ 0 w 62400"/>
                <a:gd name="csY0" fmla="*/ 0 h 23608"/>
                <a:gd name="csX1" fmla="*/ 0 w 62400"/>
                <a:gd name="csY1" fmla="*/ 23608 h 23608"/>
                <a:gd name="csX2" fmla="*/ 62400 w 62400"/>
                <a:gd name="csY2" fmla="*/ 23608 h 23608"/>
                <a:gd name="csX3" fmla="*/ 62400 w 62400"/>
                <a:gd name="csY3" fmla="*/ 0 h 23608"/>
                <a:gd name="csX4" fmla="*/ 0 w 62400"/>
                <a:gd name="csY4" fmla="*/ 0 h 23608"/>
                <a:gd name="csX5" fmla="*/ 0 w 62400"/>
                <a:gd name="csY5" fmla="*/ 0 h 23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23608">
                  <a:moveTo>
                    <a:pt x="0" y="0"/>
                  </a:moveTo>
                  <a:lnTo>
                    <a:pt x="0" y="23608"/>
                  </a:lnTo>
                  <a:lnTo>
                    <a:pt x="62400" y="23608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4" name="Freeform 3363">
              <a:extLst>
                <a:ext uri="{FF2B5EF4-FFF2-40B4-BE49-F238E27FC236}">
                  <a16:creationId xmlns:a16="http://schemas.microsoft.com/office/drawing/2014/main" id="{4E4A93CD-7BF0-03C7-C4F3-9D42DD956473}"/>
                </a:ext>
              </a:extLst>
            </p:cNvPr>
            <p:cNvSpPr/>
            <p:nvPr/>
          </p:nvSpPr>
          <p:spPr>
            <a:xfrm>
              <a:off x="8286909" y="4869707"/>
              <a:ext cx="62400" cy="23608"/>
            </a:xfrm>
            <a:custGeom>
              <a:avLst/>
              <a:gdLst>
                <a:gd name="csX0" fmla="*/ 0 w 62400"/>
                <a:gd name="csY0" fmla="*/ 0 h 23608"/>
                <a:gd name="csX1" fmla="*/ 0 w 62400"/>
                <a:gd name="csY1" fmla="*/ 23608 h 23608"/>
                <a:gd name="csX2" fmla="*/ 62400 w 62400"/>
                <a:gd name="csY2" fmla="*/ 23608 h 23608"/>
                <a:gd name="csX3" fmla="*/ 62400 w 62400"/>
                <a:gd name="csY3" fmla="*/ 0 h 23608"/>
                <a:gd name="csX4" fmla="*/ 0 w 62400"/>
                <a:gd name="csY4" fmla="*/ 0 h 23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23608">
                  <a:moveTo>
                    <a:pt x="0" y="0"/>
                  </a:moveTo>
                  <a:lnTo>
                    <a:pt x="0" y="23608"/>
                  </a:lnTo>
                  <a:lnTo>
                    <a:pt x="62400" y="23608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5" name="Freeform 3364">
              <a:extLst>
                <a:ext uri="{FF2B5EF4-FFF2-40B4-BE49-F238E27FC236}">
                  <a16:creationId xmlns:a16="http://schemas.microsoft.com/office/drawing/2014/main" id="{513919F6-DC58-0699-264D-2216E25B9F99}"/>
                </a:ext>
              </a:extLst>
            </p:cNvPr>
            <p:cNvSpPr/>
            <p:nvPr/>
          </p:nvSpPr>
          <p:spPr>
            <a:xfrm>
              <a:off x="8349309" y="4882697"/>
              <a:ext cx="62400" cy="10619"/>
            </a:xfrm>
            <a:custGeom>
              <a:avLst/>
              <a:gdLst>
                <a:gd name="csX0" fmla="*/ 0 w 62400"/>
                <a:gd name="csY0" fmla="*/ 0 h 10619"/>
                <a:gd name="csX1" fmla="*/ 0 w 62400"/>
                <a:gd name="csY1" fmla="*/ 10619 h 10619"/>
                <a:gd name="csX2" fmla="*/ 62400 w 62400"/>
                <a:gd name="csY2" fmla="*/ 10619 h 10619"/>
                <a:gd name="csX3" fmla="*/ 62400 w 62400"/>
                <a:gd name="csY3" fmla="*/ 0 h 10619"/>
                <a:gd name="csX4" fmla="*/ 0 w 62400"/>
                <a:gd name="csY4" fmla="*/ 0 h 10619"/>
                <a:gd name="csX5" fmla="*/ 0 w 62400"/>
                <a:gd name="csY5" fmla="*/ 0 h 10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400" h="10619">
                  <a:moveTo>
                    <a:pt x="0" y="0"/>
                  </a:moveTo>
                  <a:lnTo>
                    <a:pt x="0" y="10619"/>
                  </a:lnTo>
                  <a:lnTo>
                    <a:pt x="62400" y="10619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6" name="Freeform 3365">
              <a:extLst>
                <a:ext uri="{FF2B5EF4-FFF2-40B4-BE49-F238E27FC236}">
                  <a16:creationId xmlns:a16="http://schemas.microsoft.com/office/drawing/2014/main" id="{E31E706A-7C91-E496-E1CA-0F6C14D525F4}"/>
                </a:ext>
              </a:extLst>
            </p:cNvPr>
            <p:cNvSpPr/>
            <p:nvPr/>
          </p:nvSpPr>
          <p:spPr>
            <a:xfrm>
              <a:off x="8349309" y="4882697"/>
              <a:ext cx="62400" cy="10619"/>
            </a:xfrm>
            <a:custGeom>
              <a:avLst/>
              <a:gdLst>
                <a:gd name="csX0" fmla="*/ 0 w 62400"/>
                <a:gd name="csY0" fmla="*/ 0 h 10619"/>
                <a:gd name="csX1" fmla="*/ 0 w 62400"/>
                <a:gd name="csY1" fmla="*/ 10619 h 10619"/>
                <a:gd name="csX2" fmla="*/ 62400 w 62400"/>
                <a:gd name="csY2" fmla="*/ 10619 h 10619"/>
                <a:gd name="csX3" fmla="*/ 62400 w 62400"/>
                <a:gd name="csY3" fmla="*/ 0 h 10619"/>
                <a:gd name="csX4" fmla="*/ 0 w 62400"/>
                <a:gd name="csY4" fmla="*/ 0 h 106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400" h="10619">
                  <a:moveTo>
                    <a:pt x="0" y="0"/>
                  </a:moveTo>
                  <a:lnTo>
                    <a:pt x="0" y="10619"/>
                  </a:lnTo>
                  <a:lnTo>
                    <a:pt x="62400" y="10619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7" name="Freeform 3366">
              <a:extLst>
                <a:ext uri="{FF2B5EF4-FFF2-40B4-BE49-F238E27FC236}">
                  <a16:creationId xmlns:a16="http://schemas.microsoft.com/office/drawing/2014/main" id="{739B74E2-FF16-9ECD-085B-60CED794A1BB}"/>
                </a:ext>
              </a:extLst>
            </p:cNvPr>
            <p:cNvSpPr/>
            <p:nvPr/>
          </p:nvSpPr>
          <p:spPr>
            <a:xfrm>
              <a:off x="8411709" y="4890749"/>
              <a:ext cx="62399" cy="2566"/>
            </a:xfrm>
            <a:custGeom>
              <a:avLst/>
              <a:gdLst>
                <a:gd name="csX0" fmla="*/ 0 w 62399"/>
                <a:gd name="csY0" fmla="*/ 0 h 2566"/>
                <a:gd name="csX1" fmla="*/ 0 w 62399"/>
                <a:gd name="csY1" fmla="*/ 2567 h 2566"/>
                <a:gd name="csX2" fmla="*/ 62400 w 62399"/>
                <a:gd name="csY2" fmla="*/ 2567 h 2566"/>
                <a:gd name="csX3" fmla="*/ 62400 w 62399"/>
                <a:gd name="csY3" fmla="*/ 0 h 2566"/>
                <a:gd name="csX4" fmla="*/ 0 w 62399"/>
                <a:gd name="csY4" fmla="*/ 0 h 2566"/>
                <a:gd name="csX5" fmla="*/ 0 w 62399"/>
                <a:gd name="csY5" fmla="*/ 0 h 2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2399" h="2566">
                  <a:moveTo>
                    <a:pt x="0" y="0"/>
                  </a:moveTo>
                  <a:lnTo>
                    <a:pt x="0" y="2567"/>
                  </a:lnTo>
                  <a:lnTo>
                    <a:pt x="62400" y="2567"/>
                  </a:lnTo>
                  <a:lnTo>
                    <a:pt x="624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8" name="Freeform 3367">
              <a:extLst>
                <a:ext uri="{FF2B5EF4-FFF2-40B4-BE49-F238E27FC236}">
                  <a16:creationId xmlns:a16="http://schemas.microsoft.com/office/drawing/2014/main" id="{EF36E796-D1C3-3C71-B24A-22D343803A65}"/>
                </a:ext>
              </a:extLst>
            </p:cNvPr>
            <p:cNvSpPr/>
            <p:nvPr/>
          </p:nvSpPr>
          <p:spPr>
            <a:xfrm>
              <a:off x="8411709" y="4890749"/>
              <a:ext cx="62399" cy="2566"/>
            </a:xfrm>
            <a:custGeom>
              <a:avLst/>
              <a:gdLst>
                <a:gd name="csX0" fmla="*/ 0 w 62399"/>
                <a:gd name="csY0" fmla="*/ 0 h 2566"/>
                <a:gd name="csX1" fmla="*/ 0 w 62399"/>
                <a:gd name="csY1" fmla="*/ 2567 h 2566"/>
                <a:gd name="csX2" fmla="*/ 62400 w 62399"/>
                <a:gd name="csY2" fmla="*/ 2567 h 2566"/>
                <a:gd name="csX3" fmla="*/ 62400 w 62399"/>
                <a:gd name="csY3" fmla="*/ 0 h 2566"/>
                <a:gd name="csX4" fmla="*/ 0 w 62399"/>
                <a:gd name="csY4" fmla="*/ 0 h 2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2399" h="2566">
                  <a:moveTo>
                    <a:pt x="0" y="0"/>
                  </a:moveTo>
                  <a:lnTo>
                    <a:pt x="0" y="2567"/>
                  </a:lnTo>
                  <a:lnTo>
                    <a:pt x="62400" y="2567"/>
                  </a:lnTo>
                  <a:lnTo>
                    <a:pt x="6240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9" name="Oval 3368">
              <a:extLst>
                <a:ext uri="{FF2B5EF4-FFF2-40B4-BE49-F238E27FC236}">
                  <a16:creationId xmlns:a16="http://schemas.microsoft.com/office/drawing/2014/main" id="{FEAAF1A5-6988-ABAA-C5ED-EF27EF09EDAF}"/>
                </a:ext>
              </a:extLst>
            </p:cNvPr>
            <p:cNvSpPr/>
            <p:nvPr/>
          </p:nvSpPr>
          <p:spPr>
            <a:xfrm>
              <a:off x="6381616" y="487056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0" name="Oval 3369">
              <a:extLst>
                <a:ext uri="{FF2B5EF4-FFF2-40B4-BE49-F238E27FC236}">
                  <a16:creationId xmlns:a16="http://schemas.microsoft.com/office/drawing/2014/main" id="{C44FDB06-CF59-D39F-9D53-93738758ADD8}"/>
                </a:ext>
              </a:extLst>
            </p:cNvPr>
            <p:cNvSpPr/>
            <p:nvPr/>
          </p:nvSpPr>
          <p:spPr>
            <a:xfrm>
              <a:off x="6444017" y="484841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1" name="Oval 3370">
              <a:extLst>
                <a:ext uri="{FF2B5EF4-FFF2-40B4-BE49-F238E27FC236}">
                  <a16:creationId xmlns:a16="http://schemas.microsoft.com/office/drawing/2014/main" id="{E1154D31-DE54-CA60-1B7A-F65EA3940E55}"/>
                </a:ext>
              </a:extLst>
            </p:cNvPr>
            <p:cNvSpPr/>
            <p:nvPr/>
          </p:nvSpPr>
          <p:spPr>
            <a:xfrm>
              <a:off x="6506417" y="481274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2" name="Oval 3371">
              <a:extLst>
                <a:ext uri="{FF2B5EF4-FFF2-40B4-BE49-F238E27FC236}">
                  <a16:creationId xmlns:a16="http://schemas.microsoft.com/office/drawing/2014/main" id="{D4538674-F802-2A77-2FEA-5BCD530F1F03}"/>
                </a:ext>
              </a:extLst>
            </p:cNvPr>
            <p:cNvSpPr/>
            <p:nvPr/>
          </p:nvSpPr>
          <p:spPr>
            <a:xfrm>
              <a:off x="6568818" y="475802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3" name="Oval 3372">
              <a:extLst>
                <a:ext uri="{FF2B5EF4-FFF2-40B4-BE49-F238E27FC236}">
                  <a16:creationId xmlns:a16="http://schemas.microsoft.com/office/drawing/2014/main" id="{16FA73B6-EA36-DF3F-7373-978091EDCCEA}"/>
                </a:ext>
              </a:extLst>
            </p:cNvPr>
            <p:cNvSpPr/>
            <p:nvPr/>
          </p:nvSpPr>
          <p:spPr>
            <a:xfrm>
              <a:off x="6631219" y="468262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4" name="Oval 3373">
              <a:extLst>
                <a:ext uri="{FF2B5EF4-FFF2-40B4-BE49-F238E27FC236}">
                  <a16:creationId xmlns:a16="http://schemas.microsoft.com/office/drawing/2014/main" id="{C4B4E7CE-D479-0415-9E41-D9DF972C9A14}"/>
                </a:ext>
              </a:extLst>
            </p:cNvPr>
            <p:cNvSpPr/>
            <p:nvPr/>
          </p:nvSpPr>
          <p:spPr>
            <a:xfrm>
              <a:off x="6693620" y="457062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5" name="Oval 3374">
              <a:extLst>
                <a:ext uri="{FF2B5EF4-FFF2-40B4-BE49-F238E27FC236}">
                  <a16:creationId xmlns:a16="http://schemas.microsoft.com/office/drawing/2014/main" id="{0AABD9C9-99E1-9B82-B755-C0D9EF2A98EF}"/>
                </a:ext>
              </a:extLst>
            </p:cNvPr>
            <p:cNvSpPr/>
            <p:nvPr/>
          </p:nvSpPr>
          <p:spPr>
            <a:xfrm>
              <a:off x="6756020" y="446393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6" name="Oval 3375">
              <a:extLst>
                <a:ext uri="{FF2B5EF4-FFF2-40B4-BE49-F238E27FC236}">
                  <a16:creationId xmlns:a16="http://schemas.microsoft.com/office/drawing/2014/main" id="{FC2975D9-9DFD-DF02-7133-8810E861DF1A}"/>
                </a:ext>
              </a:extLst>
            </p:cNvPr>
            <p:cNvSpPr/>
            <p:nvPr/>
          </p:nvSpPr>
          <p:spPr>
            <a:xfrm>
              <a:off x="6818421" y="428531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7" name="Oval 3376">
              <a:extLst>
                <a:ext uri="{FF2B5EF4-FFF2-40B4-BE49-F238E27FC236}">
                  <a16:creationId xmlns:a16="http://schemas.microsoft.com/office/drawing/2014/main" id="{30036149-CA7A-B06C-C505-C9A885370D67}"/>
                </a:ext>
              </a:extLst>
            </p:cNvPr>
            <p:cNvSpPr/>
            <p:nvPr/>
          </p:nvSpPr>
          <p:spPr>
            <a:xfrm>
              <a:off x="6880821" y="411512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8" name="Oval 3377">
              <a:extLst>
                <a:ext uri="{FF2B5EF4-FFF2-40B4-BE49-F238E27FC236}">
                  <a16:creationId xmlns:a16="http://schemas.microsoft.com/office/drawing/2014/main" id="{1A069409-9DC9-0283-A801-46FED227A99B}"/>
                </a:ext>
              </a:extLst>
            </p:cNvPr>
            <p:cNvSpPr/>
            <p:nvPr/>
          </p:nvSpPr>
          <p:spPr>
            <a:xfrm>
              <a:off x="6943222" y="394511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9" name="Oval 3378">
              <a:extLst>
                <a:ext uri="{FF2B5EF4-FFF2-40B4-BE49-F238E27FC236}">
                  <a16:creationId xmlns:a16="http://schemas.microsoft.com/office/drawing/2014/main" id="{353D12EF-8FF6-BB01-77D7-47934C10F5E8}"/>
                </a:ext>
              </a:extLst>
            </p:cNvPr>
            <p:cNvSpPr/>
            <p:nvPr/>
          </p:nvSpPr>
          <p:spPr>
            <a:xfrm>
              <a:off x="7005622" y="379267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0" name="Oval 3379">
              <a:extLst>
                <a:ext uri="{FF2B5EF4-FFF2-40B4-BE49-F238E27FC236}">
                  <a16:creationId xmlns:a16="http://schemas.microsoft.com/office/drawing/2014/main" id="{D64D32BB-041A-9605-C73D-DFD2A0FB4066}"/>
                </a:ext>
              </a:extLst>
            </p:cNvPr>
            <p:cNvSpPr/>
            <p:nvPr/>
          </p:nvSpPr>
          <p:spPr>
            <a:xfrm>
              <a:off x="7068021" y="364480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1" name="Oval 3380">
              <a:extLst>
                <a:ext uri="{FF2B5EF4-FFF2-40B4-BE49-F238E27FC236}">
                  <a16:creationId xmlns:a16="http://schemas.microsoft.com/office/drawing/2014/main" id="{D6B632AA-1648-B67F-39C7-DE4505C2FD6D}"/>
                </a:ext>
              </a:extLst>
            </p:cNvPr>
            <p:cNvSpPr/>
            <p:nvPr/>
          </p:nvSpPr>
          <p:spPr>
            <a:xfrm>
              <a:off x="7130421" y="356684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" name="Oval 3381">
              <a:extLst>
                <a:ext uri="{FF2B5EF4-FFF2-40B4-BE49-F238E27FC236}">
                  <a16:creationId xmlns:a16="http://schemas.microsoft.com/office/drawing/2014/main" id="{3D1BAB92-FEC4-B591-2DEE-A7C66DDA7FAC}"/>
                </a:ext>
              </a:extLst>
            </p:cNvPr>
            <p:cNvSpPr/>
            <p:nvPr/>
          </p:nvSpPr>
          <p:spPr>
            <a:xfrm>
              <a:off x="7192821" y="351633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3" name="Oval 3382">
              <a:extLst>
                <a:ext uri="{FF2B5EF4-FFF2-40B4-BE49-F238E27FC236}">
                  <a16:creationId xmlns:a16="http://schemas.microsoft.com/office/drawing/2014/main" id="{77B7AD47-3CEF-73DB-C60A-E0CDD940A7E2}"/>
                </a:ext>
              </a:extLst>
            </p:cNvPr>
            <p:cNvSpPr/>
            <p:nvPr/>
          </p:nvSpPr>
          <p:spPr>
            <a:xfrm>
              <a:off x="7255221" y="353976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4" name="Oval 3383">
              <a:extLst>
                <a:ext uri="{FF2B5EF4-FFF2-40B4-BE49-F238E27FC236}">
                  <a16:creationId xmlns:a16="http://schemas.microsoft.com/office/drawing/2014/main" id="{0C9EE160-1203-BDC3-3602-C4FCDD6C1188}"/>
                </a:ext>
              </a:extLst>
            </p:cNvPr>
            <p:cNvSpPr/>
            <p:nvPr/>
          </p:nvSpPr>
          <p:spPr>
            <a:xfrm>
              <a:off x="7317621" y="356208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5" name="Oval 3384">
              <a:extLst>
                <a:ext uri="{FF2B5EF4-FFF2-40B4-BE49-F238E27FC236}">
                  <a16:creationId xmlns:a16="http://schemas.microsoft.com/office/drawing/2014/main" id="{E3356DDB-636F-725C-727B-DA447B12FD27}"/>
                </a:ext>
              </a:extLst>
            </p:cNvPr>
            <p:cNvSpPr/>
            <p:nvPr/>
          </p:nvSpPr>
          <p:spPr>
            <a:xfrm>
              <a:off x="7380031" y="366804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6" name="Oval 3385">
              <a:extLst>
                <a:ext uri="{FF2B5EF4-FFF2-40B4-BE49-F238E27FC236}">
                  <a16:creationId xmlns:a16="http://schemas.microsoft.com/office/drawing/2014/main" id="{7C603BB7-3840-4878-F9AC-E4E188F4EEA5}"/>
                </a:ext>
              </a:extLst>
            </p:cNvPr>
            <p:cNvSpPr/>
            <p:nvPr/>
          </p:nvSpPr>
          <p:spPr>
            <a:xfrm>
              <a:off x="7442432" y="379871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" name="Oval 3386">
              <a:extLst>
                <a:ext uri="{FF2B5EF4-FFF2-40B4-BE49-F238E27FC236}">
                  <a16:creationId xmlns:a16="http://schemas.microsoft.com/office/drawing/2014/main" id="{160EDC22-BA18-561B-0F0D-8E6ECB1926DF}"/>
                </a:ext>
              </a:extLst>
            </p:cNvPr>
            <p:cNvSpPr/>
            <p:nvPr/>
          </p:nvSpPr>
          <p:spPr>
            <a:xfrm>
              <a:off x="7504832" y="391784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" name="Oval 3387">
              <a:extLst>
                <a:ext uri="{FF2B5EF4-FFF2-40B4-BE49-F238E27FC236}">
                  <a16:creationId xmlns:a16="http://schemas.microsoft.com/office/drawing/2014/main" id="{E8056C31-735E-ADE9-E126-E5A9FBF11BDF}"/>
                </a:ext>
              </a:extLst>
            </p:cNvPr>
            <p:cNvSpPr/>
            <p:nvPr/>
          </p:nvSpPr>
          <p:spPr>
            <a:xfrm>
              <a:off x="7567232" y="405930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9" name="Oval 3388">
              <a:extLst>
                <a:ext uri="{FF2B5EF4-FFF2-40B4-BE49-F238E27FC236}">
                  <a16:creationId xmlns:a16="http://schemas.microsoft.com/office/drawing/2014/main" id="{3C417AC9-8A0A-3595-BC08-A71C6FD69B35}"/>
                </a:ext>
              </a:extLst>
            </p:cNvPr>
            <p:cNvSpPr/>
            <p:nvPr/>
          </p:nvSpPr>
          <p:spPr>
            <a:xfrm>
              <a:off x="7629632" y="421815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0" name="Oval 3389">
              <a:extLst>
                <a:ext uri="{FF2B5EF4-FFF2-40B4-BE49-F238E27FC236}">
                  <a16:creationId xmlns:a16="http://schemas.microsoft.com/office/drawing/2014/main" id="{05889462-BDFA-49D7-7098-8F460AD6C963}"/>
                </a:ext>
              </a:extLst>
            </p:cNvPr>
            <p:cNvSpPr/>
            <p:nvPr/>
          </p:nvSpPr>
          <p:spPr>
            <a:xfrm>
              <a:off x="7692032" y="433527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1" name="Oval 3390">
              <a:extLst>
                <a:ext uri="{FF2B5EF4-FFF2-40B4-BE49-F238E27FC236}">
                  <a16:creationId xmlns:a16="http://schemas.microsoft.com/office/drawing/2014/main" id="{18D00391-01A0-4436-4A6D-650671173377}"/>
                </a:ext>
              </a:extLst>
            </p:cNvPr>
            <p:cNvSpPr/>
            <p:nvPr/>
          </p:nvSpPr>
          <p:spPr>
            <a:xfrm>
              <a:off x="7754432" y="445350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" name="Oval 3391">
              <a:extLst>
                <a:ext uri="{FF2B5EF4-FFF2-40B4-BE49-F238E27FC236}">
                  <a16:creationId xmlns:a16="http://schemas.microsoft.com/office/drawing/2014/main" id="{DDEC591D-1148-43F2-3CB6-F288AD772036}"/>
                </a:ext>
              </a:extLst>
            </p:cNvPr>
            <p:cNvSpPr/>
            <p:nvPr/>
          </p:nvSpPr>
          <p:spPr>
            <a:xfrm>
              <a:off x="7816832" y="454573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" name="Oval 3392">
              <a:extLst>
                <a:ext uri="{FF2B5EF4-FFF2-40B4-BE49-F238E27FC236}">
                  <a16:creationId xmlns:a16="http://schemas.microsoft.com/office/drawing/2014/main" id="{82921BB1-B854-204D-F820-54D755568A84}"/>
                </a:ext>
              </a:extLst>
            </p:cNvPr>
            <p:cNvSpPr/>
            <p:nvPr/>
          </p:nvSpPr>
          <p:spPr>
            <a:xfrm>
              <a:off x="7879232" y="463650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4" name="Oval 3393">
              <a:extLst>
                <a:ext uri="{FF2B5EF4-FFF2-40B4-BE49-F238E27FC236}">
                  <a16:creationId xmlns:a16="http://schemas.microsoft.com/office/drawing/2014/main" id="{F9F75E0A-3401-07B7-E68E-BE4D198B8CEC}"/>
                </a:ext>
              </a:extLst>
            </p:cNvPr>
            <p:cNvSpPr/>
            <p:nvPr/>
          </p:nvSpPr>
          <p:spPr>
            <a:xfrm>
              <a:off x="7941633" y="469762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5" name="Oval 3394">
              <a:extLst>
                <a:ext uri="{FF2B5EF4-FFF2-40B4-BE49-F238E27FC236}">
                  <a16:creationId xmlns:a16="http://schemas.microsoft.com/office/drawing/2014/main" id="{7859DD33-E2C1-5B7F-6C9A-CF7E63B2FC1E}"/>
                </a:ext>
              </a:extLst>
            </p:cNvPr>
            <p:cNvSpPr/>
            <p:nvPr/>
          </p:nvSpPr>
          <p:spPr>
            <a:xfrm>
              <a:off x="8004033" y="475399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6" name="Oval 3395">
              <a:extLst>
                <a:ext uri="{FF2B5EF4-FFF2-40B4-BE49-F238E27FC236}">
                  <a16:creationId xmlns:a16="http://schemas.microsoft.com/office/drawing/2014/main" id="{9825EDAB-A032-6771-2C7D-AFA7071A899E}"/>
                </a:ext>
              </a:extLst>
            </p:cNvPr>
            <p:cNvSpPr/>
            <p:nvPr/>
          </p:nvSpPr>
          <p:spPr>
            <a:xfrm>
              <a:off x="8066433" y="479773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7" name="Oval 3396">
              <a:extLst>
                <a:ext uri="{FF2B5EF4-FFF2-40B4-BE49-F238E27FC236}">
                  <a16:creationId xmlns:a16="http://schemas.microsoft.com/office/drawing/2014/main" id="{A08E0B73-E243-D346-9DCC-076320309CA8}"/>
                </a:ext>
              </a:extLst>
            </p:cNvPr>
            <p:cNvSpPr/>
            <p:nvPr/>
          </p:nvSpPr>
          <p:spPr>
            <a:xfrm>
              <a:off x="8128833" y="483378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8" name="Oval 3397">
              <a:extLst>
                <a:ext uri="{FF2B5EF4-FFF2-40B4-BE49-F238E27FC236}">
                  <a16:creationId xmlns:a16="http://schemas.microsoft.com/office/drawing/2014/main" id="{CA61EBE2-40F0-5FB8-09EB-98CEF3EF14A2}"/>
                </a:ext>
              </a:extLst>
            </p:cNvPr>
            <p:cNvSpPr/>
            <p:nvPr/>
          </p:nvSpPr>
          <p:spPr>
            <a:xfrm>
              <a:off x="8191233" y="484933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9" name="Oval 3398">
              <a:extLst>
                <a:ext uri="{FF2B5EF4-FFF2-40B4-BE49-F238E27FC236}">
                  <a16:creationId xmlns:a16="http://schemas.microsoft.com/office/drawing/2014/main" id="{B59344CE-E5AE-9DC0-AC66-01196091E484}"/>
                </a:ext>
              </a:extLst>
            </p:cNvPr>
            <p:cNvSpPr/>
            <p:nvPr/>
          </p:nvSpPr>
          <p:spPr>
            <a:xfrm>
              <a:off x="8253633" y="486123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" name="Oval 3399">
              <a:extLst>
                <a:ext uri="{FF2B5EF4-FFF2-40B4-BE49-F238E27FC236}">
                  <a16:creationId xmlns:a16="http://schemas.microsoft.com/office/drawing/2014/main" id="{A71B6608-46CF-5394-4DD3-BEC97AF359E7}"/>
                </a:ext>
              </a:extLst>
            </p:cNvPr>
            <p:cNvSpPr/>
            <p:nvPr/>
          </p:nvSpPr>
          <p:spPr>
            <a:xfrm>
              <a:off x="8316033" y="486763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1" name="Oval 3400">
              <a:extLst>
                <a:ext uri="{FF2B5EF4-FFF2-40B4-BE49-F238E27FC236}">
                  <a16:creationId xmlns:a16="http://schemas.microsoft.com/office/drawing/2014/main" id="{C1EDCD19-BF20-0102-92A2-D29B658D55E6}"/>
                </a:ext>
              </a:extLst>
            </p:cNvPr>
            <p:cNvSpPr/>
            <p:nvPr/>
          </p:nvSpPr>
          <p:spPr>
            <a:xfrm>
              <a:off x="8378433" y="488062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402" name="Freeform 3401">
            <a:extLst>
              <a:ext uri="{FF2B5EF4-FFF2-40B4-BE49-F238E27FC236}">
                <a16:creationId xmlns:a16="http://schemas.microsoft.com/office/drawing/2014/main" id="{1AD14732-4B31-D5A8-AC12-05B62022D6B0}"/>
              </a:ext>
            </a:extLst>
          </p:cNvPr>
          <p:cNvSpPr/>
          <p:nvPr/>
        </p:nvSpPr>
        <p:spPr>
          <a:xfrm>
            <a:off x="6351524" y="3537379"/>
            <a:ext cx="2077406" cy="1352655"/>
          </a:xfrm>
          <a:custGeom>
            <a:avLst/>
            <a:gdLst>
              <a:gd name="csX0" fmla="*/ 0 w 2077406"/>
              <a:gd name="csY0" fmla="*/ 1322796 h 1352655"/>
              <a:gd name="csX1" fmla="*/ 2080 w 2077406"/>
              <a:gd name="csY1" fmla="*/ 1322237 h 1352655"/>
              <a:gd name="csX2" fmla="*/ 4160 w 2077406"/>
              <a:gd name="csY2" fmla="*/ 1321658 h 1352655"/>
              <a:gd name="csX3" fmla="*/ 6239 w 2077406"/>
              <a:gd name="csY3" fmla="*/ 1321078 h 1352655"/>
              <a:gd name="csX4" fmla="*/ 8318 w 2077406"/>
              <a:gd name="csY4" fmla="*/ 1320488 h 1352655"/>
              <a:gd name="csX5" fmla="*/ 10398 w 2077406"/>
              <a:gd name="csY5" fmla="*/ 1319898 h 1352655"/>
              <a:gd name="csX6" fmla="*/ 12477 w 2077406"/>
              <a:gd name="csY6" fmla="*/ 1319288 h 1352655"/>
              <a:gd name="csX7" fmla="*/ 14557 w 2077406"/>
              <a:gd name="csY7" fmla="*/ 1318677 h 1352655"/>
              <a:gd name="csX8" fmla="*/ 16637 w 2077406"/>
              <a:gd name="csY8" fmla="*/ 1318046 h 1352655"/>
              <a:gd name="csX9" fmla="*/ 18716 w 2077406"/>
              <a:gd name="csY9" fmla="*/ 1317414 h 1352655"/>
              <a:gd name="csX10" fmla="*/ 20795 w 2077406"/>
              <a:gd name="csY10" fmla="*/ 1316773 h 1352655"/>
              <a:gd name="csX11" fmla="*/ 22875 w 2077406"/>
              <a:gd name="csY11" fmla="*/ 1316121 h 1352655"/>
              <a:gd name="csX12" fmla="*/ 24954 w 2077406"/>
              <a:gd name="csY12" fmla="*/ 1315458 h 1352655"/>
              <a:gd name="csX13" fmla="*/ 27034 w 2077406"/>
              <a:gd name="csY13" fmla="*/ 1314796 h 1352655"/>
              <a:gd name="csX14" fmla="*/ 29114 w 2077406"/>
              <a:gd name="csY14" fmla="*/ 1314113 h 1352655"/>
              <a:gd name="csX15" fmla="*/ 31193 w 2077406"/>
              <a:gd name="csY15" fmla="*/ 1313419 h 1352655"/>
              <a:gd name="csX16" fmla="*/ 33272 w 2077406"/>
              <a:gd name="csY16" fmla="*/ 1312726 h 1352655"/>
              <a:gd name="csX17" fmla="*/ 35351 w 2077406"/>
              <a:gd name="csY17" fmla="*/ 1312012 h 1352655"/>
              <a:gd name="csX18" fmla="*/ 37431 w 2077406"/>
              <a:gd name="csY18" fmla="*/ 1311298 h 1352655"/>
              <a:gd name="csX19" fmla="*/ 39511 w 2077406"/>
              <a:gd name="csY19" fmla="*/ 1310573 h 1352655"/>
              <a:gd name="csX20" fmla="*/ 41590 w 2077406"/>
              <a:gd name="csY20" fmla="*/ 1309828 h 1352655"/>
              <a:gd name="csX21" fmla="*/ 43670 w 2077406"/>
              <a:gd name="csY21" fmla="*/ 1309083 h 1352655"/>
              <a:gd name="csX22" fmla="*/ 45749 w 2077406"/>
              <a:gd name="csY22" fmla="*/ 1308327 h 1352655"/>
              <a:gd name="csX23" fmla="*/ 47828 w 2077406"/>
              <a:gd name="csY23" fmla="*/ 1307551 h 1352655"/>
              <a:gd name="csX24" fmla="*/ 49908 w 2077406"/>
              <a:gd name="csY24" fmla="*/ 1306775 h 1352655"/>
              <a:gd name="csX25" fmla="*/ 51987 w 2077406"/>
              <a:gd name="csY25" fmla="*/ 1305988 h 1352655"/>
              <a:gd name="csX26" fmla="*/ 54067 w 2077406"/>
              <a:gd name="csY26" fmla="*/ 1305181 h 1352655"/>
              <a:gd name="csX27" fmla="*/ 56147 w 2077406"/>
              <a:gd name="csY27" fmla="*/ 1304373 h 1352655"/>
              <a:gd name="csX28" fmla="*/ 58226 w 2077406"/>
              <a:gd name="csY28" fmla="*/ 1303545 h 1352655"/>
              <a:gd name="csX29" fmla="*/ 60305 w 2077406"/>
              <a:gd name="csY29" fmla="*/ 1302707 h 1352655"/>
              <a:gd name="csX30" fmla="*/ 62385 w 2077406"/>
              <a:gd name="csY30" fmla="*/ 1301869 h 1352655"/>
              <a:gd name="csX31" fmla="*/ 64464 w 2077406"/>
              <a:gd name="csY31" fmla="*/ 1301010 h 1352655"/>
              <a:gd name="csX32" fmla="*/ 66544 w 2077406"/>
              <a:gd name="csY32" fmla="*/ 1300140 h 1352655"/>
              <a:gd name="csX33" fmla="*/ 68624 w 2077406"/>
              <a:gd name="csY33" fmla="*/ 1299260 h 1352655"/>
              <a:gd name="csX34" fmla="*/ 70703 w 2077406"/>
              <a:gd name="csY34" fmla="*/ 1298370 h 1352655"/>
              <a:gd name="csX35" fmla="*/ 72782 w 2077406"/>
              <a:gd name="csY35" fmla="*/ 1297470 h 1352655"/>
              <a:gd name="csX36" fmla="*/ 74862 w 2077406"/>
              <a:gd name="csY36" fmla="*/ 1296549 h 1352655"/>
              <a:gd name="csX37" fmla="*/ 76941 w 2077406"/>
              <a:gd name="csY37" fmla="*/ 1295628 h 1352655"/>
              <a:gd name="csX38" fmla="*/ 79021 w 2077406"/>
              <a:gd name="csY38" fmla="*/ 1294686 h 1352655"/>
              <a:gd name="csX39" fmla="*/ 81101 w 2077406"/>
              <a:gd name="csY39" fmla="*/ 1293734 h 1352655"/>
              <a:gd name="csX40" fmla="*/ 83180 w 2077406"/>
              <a:gd name="csY40" fmla="*/ 1292771 h 1352655"/>
              <a:gd name="csX41" fmla="*/ 85259 w 2077406"/>
              <a:gd name="csY41" fmla="*/ 1291788 h 1352655"/>
              <a:gd name="csX42" fmla="*/ 87338 w 2077406"/>
              <a:gd name="csY42" fmla="*/ 1290804 h 1352655"/>
              <a:gd name="csX43" fmla="*/ 89418 w 2077406"/>
              <a:gd name="csY43" fmla="*/ 1289801 h 1352655"/>
              <a:gd name="csX44" fmla="*/ 91498 w 2077406"/>
              <a:gd name="csY44" fmla="*/ 1288786 h 1352655"/>
              <a:gd name="csX45" fmla="*/ 93577 w 2077406"/>
              <a:gd name="csY45" fmla="*/ 1287762 h 1352655"/>
              <a:gd name="csX46" fmla="*/ 95657 w 2077406"/>
              <a:gd name="csY46" fmla="*/ 1286716 h 1352655"/>
              <a:gd name="csX47" fmla="*/ 97736 w 2077406"/>
              <a:gd name="csY47" fmla="*/ 1285661 h 1352655"/>
              <a:gd name="csX48" fmla="*/ 99815 w 2077406"/>
              <a:gd name="csY48" fmla="*/ 1284594 h 1352655"/>
              <a:gd name="csX49" fmla="*/ 101895 w 2077406"/>
              <a:gd name="csY49" fmla="*/ 1283518 h 1352655"/>
              <a:gd name="csX50" fmla="*/ 103975 w 2077406"/>
              <a:gd name="csY50" fmla="*/ 1282421 h 1352655"/>
              <a:gd name="csX51" fmla="*/ 106054 w 2077406"/>
              <a:gd name="csY51" fmla="*/ 1281314 h 1352655"/>
              <a:gd name="csX52" fmla="*/ 108134 w 2077406"/>
              <a:gd name="csY52" fmla="*/ 1280196 h 1352655"/>
              <a:gd name="csX53" fmla="*/ 110213 w 2077406"/>
              <a:gd name="csY53" fmla="*/ 1279057 h 1352655"/>
              <a:gd name="csX54" fmla="*/ 112292 w 2077406"/>
              <a:gd name="csY54" fmla="*/ 1277908 h 1352655"/>
              <a:gd name="csX55" fmla="*/ 114372 w 2077406"/>
              <a:gd name="csY55" fmla="*/ 1276749 h 1352655"/>
              <a:gd name="csX56" fmla="*/ 116451 w 2077406"/>
              <a:gd name="csY56" fmla="*/ 1275569 h 1352655"/>
              <a:gd name="csX57" fmla="*/ 118531 w 2077406"/>
              <a:gd name="csY57" fmla="*/ 1274379 h 1352655"/>
              <a:gd name="csX58" fmla="*/ 120611 w 2077406"/>
              <a:gd name="csY58" fmla="*/ 1273168 h 1352655"/>
              <a:gd name="csX59" fmla="*/ 122690 w 2077406"/>
              <a:gd name="csY59" fmla="*/ 1271947 h 1352655"/>
              <a:gd name="csX60" fmla="*/ 124769 w 2077406"/>
              <a:gd name="csY60" fmla="*/ 1270715 h 1352655"/>
              <a:gd name="csX61" fmla="*/ 126849 w 2077406"/>
              <a:gd name="csY61" fmla="*/ 1269463 h 1352655"/>
              <a:gd name="csX62" fmla="*/ 128928 w 2077406"/>
              <a:gd name="csY62" fmla="*/ 1268200 h 1352655"/>
              <a:gd name="csX63" fmla="*/ 131008 w 2077406"/>
              <a:gd name="csY63" fmla="*/ 1266917 h 1352655"/>
              <a:gd name="csX64" fmla="*/ 133088 w 2077406"/>
              <a:gd name="csY64" fmla="*/ 1265623 h 1352655"/>
              <a:gd name="csX65" fmla="*/ 135167 w 2077406"/>
              <a:gd name="csY65" fmla="*/ 1264309 h 1352655"/>
              <a:gd name="csX66" fmla="*/ 137246 w 2077406"/>
              <a:gd name="csY66" fmla="*/ 1262984 h 1352655"/>
              <a:gd name="csX67" fmla="*/ 139325 w 2077406"/>
              <a:gd name="csY67" fmla="*/ 1261638 h 1352655"/>
              <a:gd name="csX68" fmla="*/ 141405 w 2077406"/>
              <a:gd name="csY68" fmla="*/ 1260282 h 1352655"/>
              <a:gd name="csX69" fmla="*/ 143485 w 2077406"/>
              <a:gd name="csY69" fmla="*/ 1258906 h 1352655"/>
              <a:gd name="csX70" fmla="*/ 145564 w 2077406"/>
              <a:gd name="csY70" fmla="*/ 1257519 h 1352655"/>
              <a:gd name="csX71" fmla="*/ 147644 w 2077406"/>
              <a:gd name="csY71" fmla="*/ 1256111 h 1352655"/>
              <a:gd name="csX72" fmla="*/ 149723 w 2077406"/>
              <a:gd name="csY72" fmla="*/ 1254693 h 1352655"/>
              <a:gd name="csX73" fmla="*/ 151802 w 2077406"/>
              <a:gd name="csY73" fmla="*/ 1253255 h 1352655"/>
              <a:gd name="csX74" fmla="*/ 153882 w 2077406"/>
              <a:gd name="csY74" fmla="*/ 1251795 h 1352655"/>
              <a:gd name="csX75" fmla="*/ 155962 w 2077406"/>
              <a:gd name="csY75" fmla="*/ 1250326 h 1352655"/>
              <a:gd name="csX76" fmla="*/ 158041 w 2077406"/>
              <a:gd name="csY76" fmla="*/ 1248835 h 1352655"/>
              <a:gd name="csX77" fmla="*/ 160121 w 2077406"/>
              <a:gd name="csY77" fmla="*/ 1247335 h 1352655"/>
              <a:gd name="csX78" fmla="*/ 162200 w 2077406"/>
              <a:gd name="csY78" fmla="*/ 1245813 h 1352655"/>
              <a:gd name="csX79" fmla="*/ 164279 w 2077406"/>
              <a:gd name="csY79" fmla="*/ 1244271 h 1352655"/>
              <a:gd name="csX80" fmla="*/ 166359 w 2077406"/>
              <a:gd name="csY80" fmla="*/ 1242718 h 1352655"/>
              <a:gd name="csX81" fmla="*/ 168439 w 2077406"/>
              <a:gd name="csY81" fmla="*/ 1241145 h 1352655"/>
              <a:gd name="csX82" fmla="*/ 170518 w 2077406"/>
              <a:gd name="csY82" fmla="*/ 1239551 h 1352655"/>
              <a:gd name="csX83" fmla="*/ 172598 w 2077406"/>
              <a:gd name="csY83" fmla="*/ 1237937 h 1352655"/>
              <a:gd name="csX84" fmla="*/ 174677 w 2077406"/>
              <a:gd name="csY84" fmla="*/ 1236312 h 1352655"/>
              <a:gd name="csX85" fmla="*/ 176756 w 2077406"/>
              <a:gd name="csY85" fmla="*/ 1234676 h 1352655"/>
              <a:gd name="csX86" fmla="*/ 178836 w 2077406"/>
              <a:gd name="csY86" fmla="*/ 1233010 h 1352655"/>
              <a:gd name="csX87" fmla="*/ 180916 w 2077406"/>
              <a:gd name="csY87" fmla="*/ 1231333 h 1352655"/>
              <a:gd name="csX88" fmla="*/ 182995 w 2077406"/>
              <a:gd name="csY88" fmla="*/ 1229636 h 1352655"/>
              <a:gd name="csX89" fmla="*/ 185075 w 2077406"/>
              <a:gd name="csY89" fmla="*/ 1227918 h 1352655"/>
              <a:gd name="csX90" fmla="*/ 187154 w 2077406"/>
              <a:gd name="csY90" fmla="*/ 1226179 h 1352655"/>
              <a:gd name="csX91" fmla="*/ 189233 w 2077406"/>
              <a:gd name="csY91" fmla="*/ 1224430 h 1352655"/>
              <a:gd name="csX92" fmla="*/ 191312 w 2077406"/>
              <a:gd name="csY92" fmla="*/ 1222660 h 1352655"/>
              <a:gd name="csX93" fmla="*/ 193392 w 2077406"/>
              <a:gd name="csY93" fmla="*/ 1220870 h 1352655"/>
              <a:gd name="csX94" fmla="*/ 195472 w 2077406"/>
              <a:gd name="csY94" fmla="*/ 1219058 h 1352655"/>
              <a:gd name="csX95" fmla="*/ 197551 w 2077406"/>
              <a:gd name="csY95" fmla="*/ 1217237 h 1352655"/>
              <a:gd name="csX96" fmla="*/ 199631 w 2077406"/>
              <a:gd name="csY96" fmla="*/ 1215384 h 1352655"/>
              <a:gd name="csX97" fmla="*/ 201710 w 2077406"/>
              <a:gd name="csY97" fmla="*/ 1213521 h 1352655"/>
              <a:gd name="csX98" fmla="*/ 203789 w 2077406"/>
              <a:gd name="csY98" fmla="*/ 1211637 h 1352655"/>
              <a:gd name="csX99" fmla="*/ 205869 w 2077406"/>
              <a:gd name="csY99" fmla="*/ 1209733 h 1352655"/>
              <a:gd name="csX100" fmla="*/ 207949 w 2077406"/>
              <a:gd name="csY100" fmla="*/ 1207808 h 1352655"/>
              <a:gd name="csX101" fmla="*/ 210028 w 2077406"/>
              <a:gd name="csY101" fmla="*/ 1205872 h 1352655"/>
              <a:gd name="csX102" fmla="*/ 212108 w 2077406"/>
              <a:gd name="csY102" fmla="*/ 1203906 h 1352655"/>
              <a:gd name="csX103" fmla="*/ 214187 w 2077406"/>
              <a:gd name="csY103" fmla="*/ 1201919 h 1352655"/>
              <a:gd name="csX104" fmla="*/ 216266 w 2077406"/>
              <a:gd name="csY104" fmla="*/ 1199921 h 1352655"/>
              <a:gd name="csX105" fmla="*/ 218346 w 2077406"/>
              <a:gd name="csY105" fmla="*/ 1197903 h 1352655"/>
              <a:gd name="csX106" fmla="*/ 220426 w 2077406"/>
              <a:gd name="csY106" fmla="*/ 1195854 h 1352655"/>
              <a:gd name="csX107" fmla="*/ 222505 w 2077406"/>
              <a:gd name="csY107" fmla="*/ 1193794 h 1352655"/>
              <a:gd name="csX108" fmla="*/ 224585 w 2077406"/>
              <a:gd name="csY108" fmla="*/ 1191714 h 1352655"/>
              <a:gd name="csX109" fmla="*/ 226664 w 2077406"/>
              <a:gd name="csY109" fmla="*/ 1189613 h 1352655"/>
              <a:gd name="csX110" fmla="*/ 228743 w 2077406"/>
              <a:gd name="csY110" fmla="*/ 1187491 h 1352655"/>
              <a:gd name="csX111" fmla="*/ 230823 w 2077406"/>
              <a:gd name="csY111" fmla="*/ 1185338 h 1352655"/>
              <a:gd name="csX112" fmla="*/ 232903 w 2077406"/>
              <a:gd name="csY112" fmla="*/ 1183175 h 1352655"/>
              <a:gd name="csX113" fmla="*/ 234982 w 2077406"/>
              <a:gd name="csY113" fmla="*/ 1180991 h 1352655"/>
              <a:gd name="csX114" fmla="*/ 237062 w 2077406"/>
              <a:gd name="csY114" fmla="*/ 1178787 h 1352655"/>
              <a:gd name="csX115" fmla="*/ 239141 w 2077406"/>
              <a:gd name="csY115" fmla="*/ 1176561 h 1352655"/>
              <a:gd name="csX116" fmla="*/ 241220 w 2077406"/>
              <a:gd name="csY116" fmla="*/ 1174315 h 1352655"/>
              <a:gd name="csX117" fmla="*/ 243299 w 2077406"/>
              <a:gd name="csY117" fmla="*/ 1172038 h 1352655"/>
              <a:gd name="csX118" fmla="*/ 245380 w 2077406"/>
              <a:gd name="csY118" fmla="*/ 1169751 h 1352655"/>
              <a:gd name="csX119" fmla="*/ 247459 w 2077406"/>
              <a:gd name="csY119" fmla="*/ 1167443 h 1352655"/>
              <a:gd name="csX120" fmla="*/ 249538 w 2077406"/>
              <a:gd name="csY120" fmla="*/ 1165104 h 1352655"/>
              <a:gd name="csX121" fmla="*/ 251618 w 2077406"/>
              <a:gd name="csY121" fmla="*/ 1162754 h 1352655"/>
              <a:gd name="csX122" fmla="*/ 253697 w 2077406"/>
              <a:gd name="csY122" fmla="*/ 1160374 h 1352655"/>
              <a:gd name="csX123" fmla="*/ 255776 w 2077406"/>
              <a:gd name="csY123" fmla="*/ 1157983 h 1352655"/>
              <a:gd name="csX124" fmla="*/ 257856 w 2077406"/>
              <a:gd name="csY124" fmla="*/ 1155561 h 1352655"/>
              <a:gd name="csX125" fmla="*/ 259936 w 2077406"/>
              <a:gd name="csY125" fmla="*/ 1153118 h 1352655"/>
              <a:gd name="csX126" fmla="*/ 262015 w 2077406"/>
              <a:gd name="csY126" fmla="*/ 1150655 h 1352655"/>
              <a:gd name="csX127" fmla="*/ 264095 w 2077406"/>
              <a:gd name="csY127" fmla="*/ 1148171 h 1352655"/>
              <a:gd name="csX128" fmla="*/ 266174 w 2077406"/>
              <a:gd name="csY128" fmla="*/ 1145667 h 1352655"/>
              <a:gd name="csX129" fmla="*/ 268253 w 2077406"/>
              <a:gd name="csY129" fmla="*/ 1143141 h 1352655"/>
              <a:gd name="csX130" fmla="*/ 270333 w 2077406"/>
              <a:gd name="csY130" fmla="*/ 1140585 h 1352655"/>
              <a:gd name="csX131" fmla="*/ 272413 w 2077406"/>
              <a:gd name="csY131" fmla="*/ 1138018 h 1352655"/>
              <a:gd name="csX132" fmla="*/ 274492 w 2077406"/>
              <a:gd name="csY132" fmla="*/ 1135420 h 1352655"/>
              <a:gd name="csX133" fmla="*/ 276572 w 2077406"/>
              <a:gd name="csY133" fmla="*/ 1132801 h 1352655"/>
              <a:gd name="csX134" fmla="*/ 278651 w 2077406"/>
              <a:gd name="csY134" fmla="*/ 1130162 h 1352655"/>
              <a:gd name="csX135" fmla="*/ 280730 w 2077406"/>
              <a:gd name="csY135" fmla="*/ 1127502 h 1352655"/>
              <a:gd name="csX136" fmla="*/ 282810 w 2077406"/>
              <a:gd name="csY136" fmla="*/ 1124811 h 1352655"/>
              <a:gd name="csX137" fmla="*/ 284890 w 2077406"/>
              <a:gd name="csY137" fmla="*/ 1122100 h 1352655"/>
              <a:gd name="csX138" fmla="*/ 286969 w 2077406"/>
              <a:gd name="csY138" fmla="*/ 1119378 h 1352655"/>
              <a:gd name="csX139" fmla="*/ 289049 w 2077406"/>
              <a:gd name="csY139" fmla="*/ 1116624 h 1352655"/>
              <a:gd name="csX140" fmla="*/ 291128 w 2077406"/>
              <a:gd name="csY140" fmla="*/ 1113851 h 1352655"/>
              <a:gd name="csX141" fmla="*/ 293207 w 2077406"/>
              <a:gd name="csY141" fmla="*/ 1111046 h 1352655"/>
              <a:gd name="csX142" fmla="*/ 295286 w 2077406"/>
              <a:gd name="csY142" fmla="*/ 1108231 h 1352655"/>
              <a:gd name="csX143" fmla="*/ 297367 w 2077406"/>
              <a:gd name="csY143" fmla="*/ 1105384 h 1352655"/>
              <a:gd name="csX144" fmla="*/ 299446 w 2077406"/>
              <a:gd name="csY144" fmla="*/ 1102517 h 1352655"/>
              <a:gd name="csX145" fmla="*/ 301525 w 2077406"/>
              <a:gd name="csY145" fmla="*/ 1099630 h 1352655"/>
              <a:gd name="csX146" fmla="*/ 303605 w 2077406"/>
              <a:gd name="csY146" fmla="*/ 1096711 h 1352655"/>
              <a:gd name="csX147" fmla="*/ 305684 w 2077406"/>
              <a:gd name="csY147" fmla="*/ 1093772 h 1352655"/>
              <a:gd name="csX148" fmla="*/ 307763 w 2077406"/>
              <a:gd name="csY148" fmla="*/ 1090822 h 1352655"/>
              <a:gd name="csX149" fmla="*/ 309844 w 2077406"/>
              <a:gd name="csY149" fmla="*/ 1087831 h 1352655"/>
              <a:gd name="csX150" fmla="*/ 311923 w 2077406"/>
              <a:gd name="csY150" fmla="*/ 1084829 h 1352655"/>
              <a:gd name="csX151" fmla="*/ 314002 w 2077406"/>
              <a:gd name="csY151" fmla="*/ 1081807 h 1352655"/>
              <a:gd name="csX152" fmla="*/ 316082 w 2077406"/>
              <a:gd name="csY152" fmla="*/ 1078754 h 1352655"/>
              <a:gd name="csX153" fmla="*/ 318161 w 2077406"/>
              <a:gd name="csY153" fmla="*/ 1075680 h 1352655"/>
              <a:gd name="csX154" fmla="*/ 320240 w 2077406"/>
              <a:gd name="csY154" fmla="*/ 1072575 h 1352655"/>
              <a:gd name="csX155" fmla="*/ 322320 w 2077406"/>
              <a:gd name="csY155" fmla="*/ 1069460 h 1352655"/>
              <a:gd name="csX156" fmla="*/ 324400 w 2077406"/>
              <a:gd name="csY156" fmla="*/ 1066313 h 1352655"/>
              <a:gd name="csX157" fmla="*/ 326479 w 2077406"/>
              <a:gd name="csY157" fmla="*/ 1063146 h 1352655"/>
              <a:gd name="csX158" fmla="*/ 328559 w 2077406"/>
              <a:gd name="csY158" fmla="*/ 1059958 h 1352655"/>
              <a:gd name="csX159" fmla="*/ 330638 w 2077406"/>
              <a:gd name="csY159" fmla="*/ 1056739 h 1352655"/>
              <a:gd name="csX160" fmla="*/ 332717 w 2077406"/>
              <a:gd name="csY160" fmla="*/ 1053500 h 1352655"/>
              <a:gd name="csX161" fmla="*/ 334797 w 2077406"/>
              <a:gd name="csY161" fmla="*/ 1050240 h 1352655"/>
              <a:gd name="csX162" fmla="*/ 336877 w 2077406"/>
              <a:gd name="csY162" fmla="*/ 1046959 h 1352655"/>
              <a:gd name="csX163" fmla="*/ 338956 w 2077406"/>
              <a:gd name="csY163" fmla="*/ 1043647 h 1352655"/>
              <a:gd name="csX164" fmla="*/ 341036 w 2077406"/>
              <a:gd name="csY164" fmla="*/ 1040324 h 1352655"/>
              <a:gd name="csX165" fmla="*/ 343115 w 2077406"/>
              <a:gd name="csY165" fmla="*/ 1036971 h 1352655"/>
              <a:gd name="csX166" fmla="*/ 345194 w 2077406"/>
              <a:gd name="csY166" fmla="*/ 1033586 h 1352655"/>
              <a:gd name="csX167" fmla="*/ 347273 w 2077406"/>
              <a:gd name="csY167" fmla="*/ 1030192 h 1352655"/>
              <a:gd name="csX168" fmla="*/ 349354 w 2077406"/>
              <a:gd name="csY168" fmla="*/ 1026766 h 1352655"/>
              <a:gd name="csX169" fmla="*/ 351433 w 2077406"/>
              <a:gd name="csY169" fmla="*/ 1023319 h 1352655"/>
              <a:gd name="csX170" fmla="*/ 353512 w 2077406"/>
              <a:gd name="csY170" fmla="*/ 1019852 h 1352655"/>
              <a:gd name="csX171" fmla="*/ 355592 w 2077406"/>
              <a:gd name="csY171" fmla="*/ 1016354 h 1352655"/>
              <a:gd name="csX172" fmla="*/ 357671 w 2077406"/>
              <a:gd name="csY172" fmla="*/ 1012845 h 1352655"/>
              <a:gd name="csX173" fmla="*/ 359750 w 2077406"/>
              <a:gd name="csY173" fmla="*/ 1009305 h 1352655"/>
              <a:gd name="csX174" fmla="*/ 361831 w 2077406"/>
              <a:gd name="csY174" fmla="*/ 1005745 h 1352655"/>
              <a:gd name="csX175" fmla="*/ 363910 w 2077406"/>
              <a:gd name="csY175" fmla="*/ 1002153 h 1352655"/>
              <a:gd name="csX176" fmla="*/ 365989 w 2077406"/>
              <a:gd name="csY176" fmla="*/ 998552 h 1352655"/>
              <a:gd name="csX177" fmla="*/ 368069 w 2077406"/>
              <a:gd name="csY177" fmla="*/ 994919 h 1352655"/>
              <a:gd name="csX178" fmla="*/ 370148 w 2077406"/>
              <a:gd name="csY178" fmla="*/ 991265 h 1352655"/>
              <a:gd name="csX179" fmla="*/ 372227 w 2077406"/>
              <a:gd name="csY179" fmla="*/ 987591 h 1352655"/>
              <a:gd name="csX180" fmla="*/ 374308 w 2077406"/>
              <a:gd name="csY180" fmla="*/ 983886 h 1352655"/>
              <a:gd name="csX181" fmla="*/ 376387 w 2077406"/>
              <a:gd name="csY181" fmla="*/ 980160 h 1352655"/>
              <a:gd name="csX182" fmla="*/ 378466 w 2077406"/>
              <a:gd name="csY182" fmla="*/ 976423 h 1352655"/>
              <a:gd name="csX183" fmla="*/ 380546 w 2077406"/>
              <a:gd name="csY183" fmla="*/ 972656 h 1352655"/>
              <a:gd name="csX184" fmla="*/ 382625 w 2077406"/>
              <a:gd name="csY184" fmla="*/ 968858 h 1352655"/>
              <a:gd name="csX185" fmla="*/ 384704 w 2077406"/>
              <a:gd name="csY185" fmla="*/ 965051 h 1352655"/>
              <a:gd name="csX186" fmla="*/ 386785 w 2077406"/>
              <a:gd name="csY186" fmla="*/ 961216 h 1352655"/>
              <a:gd name="csX187" fmla="*/ 388864 w 2077406"/>
              <a:gd name="csY187" fmla="*/ 957359 h 1352655"/>
              <a:gd name="csX188" fmla="*/ 390943 w 2077406"/>
              <a:gd name="csY188" fmla="*/ 953480 h 1352655"/>
              <a:gd name="csX189" fmla="*/ 393023 w 2077406"/>
              <a:gd name="csY189" fmla="*/ 949579 h 1352655"/>
              <a:gd name="csX190" fmla="*/ 395102 w 2077406"/>
              <a:gd name="csY190" fmla="*/ 945656 h 1352655"/>
              <a:gd name="csX191" fmla="*/ 397181 w 2077406"/>
              <a:gd name="csY191" fmla="*/ 941711 h 1352655"/>
              <a:gd name="csX192" fmla="*/ 399260 w 2077406"/>
              <a:gd name="csY192" fmla="*/ 937743 h 1352655"/>
              <a:gd name="csX193" fmla="*/ 401341 w 2077406"/>
              <a:gd name="csY193" fmla="*/ 933755 h 1352655"/>
              <a:gd name="csX194" fmla="*/ 403420 w 2077406"/>
              <a:gd name="csY194" fmla="*/ 929744 h 1352655"/>
              <a:gd name="csX195" fmla="*/ 405499 w 2077406"/>
              <a:gd name="csY195" fmla="*/ 925712 h 1352655"/>
              <a:gd name="csX196" fmla="*/ 407579 w 2077406"/>
              <a:gd name="csY196" fmla="*/ 921659 h 1352655"/>
              <a:gd name="csX197" fmla="*/ 409658 w 2077406"/>
              <a:gd name="csY197" fmla="*/ 917584 h 1352655"/>
              <a:gd name="csX198" fmla="*/ 411737 w 2077406"/>
              <a:gd name="csY198" fmla="*/ 913488 h 1352655"/>
              <a:gd name="csX199" fmla="*/ 413818 w 2077406"/>
              <a:gd name="csY199" fmla="*/ 909371 h 1352655"/>
              <a:gd name="csX200" fmla="*/ 415897 w 2077406"/>
              <a:gd name="csY200" fmla="*/ 905233 h 1352655"/>
              <a:gd name="csX201" fmla="*/ 417976 w 2077406"/>
              <a:gd name="csY201" fmla="*/ 901073 h 1352655"/>
              <a:gd name="csX202" fmla="*/ 420056 w 2077406"/>
              <a:gd name="csY202" fmla="*/ 896894 h 1352655"/>
              <a:gd name="csX203" fmla="*/ 422135 w 2077406"/>
              <a:gd name="csY203" fmla="*/ 892694 h 1352655"/>
              <a:gd name="csX204" fmla="*/ 424214 w 2077406"/>
              <a:gd name="csY204" fmla="*/ 888473 h 1352655"/>
              <a:gd name="csX205" fmla="*/ 426295 w 2077406"/>
              <a:gd name="csY205" fmla="*/ 884232 h 1352655"/>
              <a:gd name="csX206" fmla="*/ 428374 w 2077406"/>
              <a:gd name="csY206" fmla="*/ 879971 h 1352655"/>
              <a:gd name="csX207" fmla="*/ 430453 w 2077406"/>
              <a:gd name="csY207" fmla="*/ 875690 h 1352655"/>
              <a:gd name="csX208" fmla="*/ 432533 w 2077406"/>
              <a:gd name="csY208" fmla="*/ 871389 h 1352655"/>
              <a:gd name="csX209" fmla="*/ 434612 w 2077406"/>
              <a:gd name="csY209" fmla="*/ 867068 h 1352655"/>
              <a:gd name="csX210" fmla="*/ 436691 w 2077406"/>
              <a:gd name="csY210" fmla="*/ 862728 h 1352655"/>
              <a:gd name="csX211" fmla="*/ 438772 w 2077406"/>
              <a:gd name="csY211" fmla="*/ 858368 h 1352655"/>
              <a:gd name="csX212" fmla="*/ 440851 w 2077406"/>
              <a:gd name="csY212" fmla="*/ 853989 h 1352655"/>
              <a:gd name="csX213" fmla="*/ 442930 w 2077406"/>
              <a:gd name="csY213" fmla="*/ 849591 h 1352655"/>
              <a:gd name="csX214" fmla="*/ 445010 w 2077406"/>
              <a:gd name="csY214" fmla="*/ 845174 h 1352655"/>
              <a:gd name="csX215" fmla="*/ 447089 w 2077406"/>
              <a:gd name="csY215" fmla="*/ 840738 h 1352655"/>
              <a:gd name="csX216" fmla="*/ 449168 w 2077406"/>
              <a:gd name="csY216" fmla="*/ 836285 h 1352655"/>
              <a:gd name="csX217" fmla="*/ 451248 w 2077406"/>
              <a:gd name="csY217" fmla="*/ 831812 h 1352655"/>
              <a:gd name="csX218" fmla="*/ 453328 w 2077406"/>
              <a:gd name="csY218" fmla="*/ 827321 h 1352655"/>
              <a:gd name="csX219" fmla="*/ 455407 w 2077406"/>
              <a:gd name="csY219" fmla="*/ 822813 h 1352655"/>
              <a:gd name="csX220" fmla="*/ 457486 w 2077406"/>
              <a:gd name="csY220" fmla="*/ 818286 h 1352655"/>
              <a:gd name="csX221" fmla="*/ 459566 w 2077406"/>
              <a:gd name="csY221" fmla="*/ 813742 h 1352655"/>
              <a:gd name="csX222" fmla="*/ 461645 w 2077406"/>
              <a:gd name="csY222" fmla="*/ 809181 h 1352655"/>
              <a:gd name="csX223" fmla="*/ 463724 w 2077406"/>
              <a:gd name="csY223" fmla="*/ 804602 h 1352655"/>
              <a:gd name="csX224" fmla="*/ 465805 w 2077406"/>
              <a:gd name="csY224" fmla="*/ 800007 h 1352655"/>
              <a:gd name="csX225" fmla="*/ 467884 w 2077406"/>
              <a:gd name="csY225" fmla="*/ 795395 h 1352655"/>
              <a:gd name="csX226" fmla="*/ 469963 w 2077406"/>
              <a:gd name="csY226" fmla="*/ 790765 h 1352655"/>
              <a:gd name="csX227" fmla="*/ 472043 w 2077406"/>
              <a:gd name="csY227" fmla="*/ 786120 h 1352655"/>
              <a:gd name="csX228" fmla="*/ 474122 w 2077406"/>
              <a:gd name="csY228" fmla="*/ 781460 h 1352655"/>
              <a:gd name="csX229" fmla="*/ 476201 w 2077406"/>
              <a:gd name="csY229" fmla="*/ 776782 h 1352655"/>
              <a:gd name="csX230" fmla="*/ 478282 w 2077406"/>
              <a:gd name="csY230" fmla="*/ 772090 h 1352655"/>
              <a:gd name="csX231" fmla="*/ 480361 w 2077406"/>
              <a:gd name="csY231" fmla="*/ 767381 h 1352655"/>
              <a:gd name="csX232" fmla="*/ 482440 w 2077406"/>
              <a:gd name="csY232" fmla="*/ 762659 h 1352655"/>
              <a:gd name="csX233" fmla="*/ 484520 w 2077406"/>
              <a:gd name="csY233" fmla="*/ 757921 h 1352655"/>
              <a:gd name="csX234" fmla="*/ 486599 w 2077406"/>
              <a:gd name="csY234" fmla="*/ 753168 h 1352655"/>
              <a:gd name="csX235" fmla="*/ 488678 w 2077406"/>
              <a:gd name="csY235" fmla="*/ 748401 h 1352655"/>
              <a:gd name="csX236" fmla="*/ 490759 w 2077406"/>
              <a:gd name="csY236" fmla="*/ 743619 h 1352655"/>
              <a:gd name="csX237" fmla="*/ 492838 w 2077406"/>
              <a:gd name="csY237" fmla="*/ 738824 h 1352655"/>
              <a:gd name="csX238" fmla="*/ 494917 w 2077406"/>
              <a:gd name="csY238" fmla="*/ 734015 h 1352655"/>
              <a:gd name="csX239" fmla="*/ 496996 w 2077406"/>
              <a:gd name="csY239" fmla="*/ 729193 h 1352655"/>
              <a:gd name="csX240" fmla="*/ 499076 w 2077406"/>
              <a:gd name="csY240" fmla="*/ 724358 h 1352655"/>
              <a:gd name="csX241" fmla="*/ 501155 w 2077406"/>
              <a:gd name="csY241" fmla="*/ 719510 h 1352655"/>
              <a:gd name="csX242" fmla="*/ 503235 w 2077406"/>
              <a:gd name="csY242" fmla="*/ 714649 h 1352655"/>
              <a:gd name="csX243" fmla="*/ 505315 w 2077406"/>
              <a:gd name="csY243" fmla="*/ 709776 h 1352655"/>
              <a:gd name="csX244" fmla="*/ 507394 w 2077406"/>
              <a:gd name="csY244" fmla="*/ 704891 h 1352655"/>
              <a:gd name="csX245" fmla="*/ 509473 w 2077406"/>
              <a:gd name="csY245" fmla="*/ 699995 h 1352655"/>
              <a:gd name="csX246" fmla="*/ 511553 w 2077406"/>
              <a:gd name="csY246" fmla="*/ 695087 h 1352655"/>
              <a:gd name="csX247" fmla="*/ 513632 w 2077406"/>
              <a:gd name="csY247" fmla="*/ 690167 h 1352655"/>
              <a:gd name="csX248" fmla="*/ 515712 w 2077406"/>
              <a:gd name="csY248" fmla="*/ 685238 h 1352655"/>
              <a:gd name="csX249" fmla="*/ 517792 w 2077406"/>
              <a:gd name="csY249" fmla="*/ 680297 h 1352655"/>
              <a:gd name="csX250" fmla="*/ 519871 w 2077406"/>
              <a:gd name="csY250" fmla="*/ 675346 h 1352655"/>
              <a:gd name="csX251" fmla="*/ 521950 w 2077406"/>
              <a:gd name="csY251" fmla="*/ 670385 h 1352655"/>
              <a:gd name="csX252" fmla="*/ 524030 w 2077406"/>
              <a:gd name="csY252" fmla="*/ 665415 h 1352655"/>
              <a:gd name="csX253" fmla="*/ 526109 w 2077406"/>
              <a:gd name="csY253" fmla="*/ 660436 h 1352655"/>
              <a:gd name="csX254" fmla="*/ 528188 w 2077406"/>
              <a:gd name="csY254" fmla="*/ 655447 h 1352655"/>
              <a:gd name="csX255" fmla="*/ 530269 w 2077406"/>
              <a:gd name="csY255" fmla="*/ 650450 h 1352655"/>
              <a:gd name="csX256" fmla="*/ 532348 w 2077406"/>
              <a:gd name="csY256" fmla="*/ 645445 h 1352655"/>
              <a:gd name="csX257" fmla="*/ 534427 w 2077406"/>
              <a:gd name="csY257" fmla="*/ 640432 h 1352655"/>
              <a:gd name="csX258" fmla="*/ 536507 w 2077406"/>
              <a:gd name="csY258" fmla="*/ 635411 h 1352655"/>
              <a:gd name="csX259" fmla="*/ 538586 w 2077406"/>
              <a:gd name="csY259" fmla="*/ 630382 h 1352655"/>
              <a:gd name="csX260" fmla="*/ 540665 w 2077406"/>
              <a:gd name="csY260" fmla="*/ 625346 h 1352655"/>
              <a:gd name="csX261" fmla="*/ 542746 w 2077406"/>
              <a:gd name="csY261" fmla="*/ 620304 h 1352655"/>
              <a:gd name="csX262" fmla="*/ 544825 w 2077406"/>
              <a:gd name="csY262" fmla="*/ 615256 h 1352655"/>
              <a:gd name="csX263" fmla="*/ 546904 w 2077406"/>
              <a:gd name="csY263" fmla="*/ 610201 h 1352655"/>
              <a:gd name="csX264" fmla="*/ 548983 w 2077406"/>
              <a:gd name="csY264" fmla="*/ 605141 h 1352655"/>
              <a:gd name="csX265" fmla="*/ 551063 w 2077406"/>
              <a:gd name="csY265" fmla="*/ 600077 h 1352655"/>
              <a:gd name="csX266" fmla="*/ 553142 w 2077406"/>
              <a:gd name="csY266" fmla="*/ 595006 h 1352655"/>
              <a:gd name="csX267" fmla="*/ 555222 w 2077406"/>
              <a:gd name="csY267" fmla="*/ 589932 h 1352655"/>
              <a:gd name="csX268" fmla="*/ 557302 w 2077406"/>
              <a:gd name="csY268" fmla="*/ 584853 h 1352655"/>
              <a:gd name="csX269" fmla="*/ 559381 w 2077406"/>
              <a:gd name="csY269" fmla="*/ 579770 h 1352655"/>
              <a:gd name="csX270" fmla="*/ 561460 w 2077406"/>
              <a:gd name="csY270" fmla="*/ 574684 h 1352655"/>
              <a:gd name="csX271" fmla="*/ 563540 w 2077406"/>
              <a:gd name="csY271" fmla="*/ 569595 h 1352655"/>
              <a:gd name="csX272" fmla="*/ 565619 w 2077406"/>
              <a:gd name="csY272" fmla="*/ 564503 h 1352655"/>
              <a:gd name="csX273" fmla="*/ 567699 w 2077406"/>
              <a:gd name="csY273" fmla="*/ 559409 h 1352655"/>
              <a:gd name="csX274" fmla="*/ 569779 w 2077406"/>
              <a:gd name="csY274" fmla="*/ 554312 h 1352655"/>
              <a:gd name="csX275" fmla="*/ 571858 w 2077406"/>
              <a:gd name="csY275" fmla="*/ 549214 h 1352655"/>
              <a:gd name="csX276" fmla="*/ 573937 w 2077406"/>
              <a:gd name="csY276" fmla="*/ 544116 h 1352655"/>
              <a:gd name="csX277" fmla="*/ 576017 w 2077406"/>
              <a:gd name="csY277" fmla="*/ 539015 h 1352655"/>
              <a:gd name="csX278" fmla="*/ 578096 w 2077406"/>
              <a:gd name="csY278" fmla="*/ 533916 h 1352655"/>
              <a:gd name="csX279" fmla="*/ 580176 w 2077406"/>
              <a:gd name="csY279" fmla="*/ 528815 h 1352655"/>
              <a:gd name="csX280" fmla="*/ 582256 w 2077406"/>
              <a:gd name="csY280" fmla="*/ 523715 h 1352655"/>
              <a:gd name="csX281" fmla="*/ 584335 w 2077406"/>
              <a:gd name="csY281" fmla="*/ 518616 h 1352655"/>
              <a:gd name="csX282" fmla="*/ 586414 w 2077406"/>
              <a:gd name="csY282" fmla="*/ 513518 h 1352655"/>
              <a:gd name="csX283" fmla="*/ 588494 w 2077406"/>
              <a:gd name="csY283" fmla="*/ 508422 h 1352655"/>
              <a:gd name="csX284" fmla="*/ 590573 w 2077406"/>
              <a:gd name="csY284" fmla="*/ 503327 h 1352655"/>
              <a:gd name="csX285" fmla="*/ 592653 w 2077406"/>
              <a:gd name="csY285" fmla="*/ 498235 h 1352655"/>
              <a:gd name="csX286" fmla="*/ 594733 w 2077406"/>
              <a:gd name="csY286" fmla="*/ 493146 h 1352655"/>
              <a:gd name="csX287" fmla="*/ 596812 w 2077406"/>
              <a:gd name="csY287" fmla="*/ 488059 h 1352655"/>
              <a:gd name="csX288" fmla="*/ 598891 w 2077406"/>
              <a:gd name="csY288" fmla="*/ 482977 h 1352655"/>
              <a:gd name="csX289" fmla="*/ 600970 w 2077406"/>
              <a:gd name="csY289" fmla="*/ 477898 h 1352655"/>
              <a:gd name="csX290" fmla="*/ 603050 w 2077406"/>
              <a:gd name="csY290" fmla="*/ 472824 h 1352655"/>
              <a:gd name="csX291" fmla="*/ 605129 w 2077406"/>
              <a:gd name="csY291" fmla="*/ 467754 h 1352655"/>
              <a:gd name="csX292" fmla="*/ 607209 w 2077406"/>
              <a:gd name="csY292" fmla="*/ 462691 h 1352655"/>
              <a:gd name="csX293" fmla="*/ 609289 w 2077406"/>
              <a:gd name="csY293" fmla="*/ 457632 h 1352655"/>
              <a:gd name="csX294" fmla="*/ 611368 w 2077406"/>
              <a:gd name="csY294" fmla="*/ 452580 h 1352655"/>
              <a:gd name="csX295" fmla="*/ 613447 w 2077406"/>
              <a:gd name="csY295" fmla="*/ 447535 h 1352655"/>
              <a:gd name="csX296" fmla="*/ 615527 w 2077406"/>
              <a:gd name="csY296" fmla="*/ 442495 h 1352655"/>
              <a:gd name="csX297" fmla="*/ 617606 w 2077406"/>
              <a:gd name="csY297" fmla="*/ 437464 h 1352655"/>
              <a:gd name="csX298" fmla="*/ 619686 w 2077406"/>
              <a:gd name="csY298" fmla="*/ 432440 h 1352655"/>
              <a:gd name="csX299" fmla="*/ 621766 w 2077406"/>
              <a:gd name="csY299" fmla="*/ 427425 h 1352655"/>
              <a:gd name="csX300" fmla="*/ 623845 w 2077406"/>
              <a:gd name="csY300" fmla="*/ 422418 h 1352655"/>
              <a:gd name="csX301" fmla="*/ 625924 w 2077406"/>
              <a:gd name="csY301" fmla="*/ 417420 h 1352655"/>
              <a:gd name="csX302" fmla="*/ 628004 w 2077406"/>
              <a:gd name="csY302" fmla="*/ 412433 h 1352655"/>
              <a:gd name="csX303" fmla="*/ 630083 w 2077406"/>
              <a:gd name="csY303" fmla="*/ 407454 h 1352655"/>
              <a:gd name="csX304" fmla="*/ 632163 w 2077406"/>
              <a:gd name="csY304" fmla="*/ 402486 h 1352655"/>
              <a:gd name="csX305" fmla="*/ 634243 w 2077406"/>
              <a:gd name="csY305" fmla="*/ 397530 h 1352655"/>
              <a:gd name="csX306" fmla="*/ 636322 w 2077406"/>
              <a:gd name="csY306" fmla="*/ 392584 h 1352655"/>
              <a:gd name="csX307" fmla="*/ 638401 w 2077406"/>
              <a:gd name="csY307" fmla="*/ 387651 h 1352655"/>
              <a:gd name="csX308" fmla="*/ 640481 w 2077406"/>
              <a:gd name="csY308" fmla="*/ 382729 h 1352655"/>
              <a:gd name="csX309" fmla="*/ 642560 w 2077406"/>
              <a:gd name="csY309" fmla="*/ 377819 h 1352655"/>
              <a:gd name="csX310" fmla="*/ 644640 w 2077406"/>
              <a:gd name="csY310" fmla="*/ 372924 h 1352655"/>
              <a:gd name="csX311" fmla="*/ 646720 w 2077406"/>
              <a:gd name="csY311" fmla="*/ 368040 h 1352655"/>
              <a:gd name="csX312" fmla="*/ 648799 w 2077406"/>
              <a:gd name="csY312" fmla="*/ 363172 h 1352655"/>
              <a:gd name="csX313" fmla="*/ 650878 w 2077406"/>
              <a:gd name="csY313" fmla="*/ 358318 h 1352655"/>
              <a:gd name="csX314" fmla="*/ 652957 w 2077406"/>
              <a:gd name="csY314" fmla="*/ 353478 h 1352655"/>
              <a:gd name="csX315" fmla="*/ 655037 w 2077406"/>
              <a:gd name="csY315" fmla="*/ 348654 h 1352655"/>
              <a:gd name="csX316" fmla="*/ 657117 w 2077406"/>
              <a:gd name="csY316" fmla="*/ 343846 h 1352655"/>
              <a:gd name="csX317" fmla="*/ 659196 w 2077406"/>
              <a:gd name="csY317" fmla="*/ 339053 h 1352655"/>
              <a:gd name="csX318" fmla="*/ 661276 w 2077406"/>
              <a:gd name="csY318" fmla="*/ 334278 h 1352655"/>
              <a:gd name="csX319" fmla="*/ 663355 w 2077406"/>
              <a:gd name="csY319" fmla="*/ 329519 h 1352655"/>
              <a:gd name="csX320" fmla="*/ 665434 w 2077406"/>
              <a:gd name="csY320" fmla="*/ 324777 h 1352655"/>
              <a:gd name="csX321" fmla="*/ 667514 w 2077406"/>
              <a:gd name="csY321" fmla="*/ 320055 h 1352655"/>
              <a:gd name="csX322" fmla="*/ 669593 w 2077406"/>
              <a:gd name="csY322" fmla="*/ 315350 h 1352655"/>
              <a:gd name="csX323" fmla="*/ 671673 w 2077406"/>
              <a:gd name="csY323" fmla="*/ 310664 h 1352655"/>
              <a:gd name="csX324" fmla="*/ 673753 w 2077406"/>
              <a:gd name="csY324" fmla="*/ 305997 h 1352655"/>
              <a:gd name="csX325" fmla="*/ 675832 w 2077406"/>
              <a:gd name="csY325" fmla="*/ 301350 h 1352655"/>
              <a:gd name="csX326" fmla="*/ 677911 w 2077406"/>
              <a:gd name="csY326" fmla="*/ 296723 h 1352655"/>
              <a:gd name="csX327" fmla="*/ 679992 w 2077406"/>
              <a:gd name="csY327" fmla="*/ 292117 h 1352655"/>
              <a:gd name="csX328" fmla="*/ 682072 w 2077406"/>
              <a:gd name="csY328" fmla="*/ 287532 h 1352655"/>
              <a:gd name="csX329" fmla="*/ 684152 w 2077406"/>
              <a:gd name="csY329" fmla="*/ 282968 h 1352655"/>
              <a:gd name="csX330" fmla="*/ 686233 w 2077406"/>
              <a:gd name="csY330" fmla="*/ 278426 h 1352655"/>
              <a:gd name="csX331" fmla="*/ 688313 w 2077406"/>
              <a:gd name="csY331" fmla="*/ 273907 h 1352655"/>
              <a:gd name="csX332" fmla="*/ 690393 w 2077406"/>
              <a:gd name="csY332" fmla="*/ 269410 h 1352655"/>
              <a:gd name="csX333" fmla="*/ 692463 w 2077406"/>
              <a:gd name="csY333" fmla="*/ 264937 h 1352655"/>
              <a:gd name="csX334" fmla="*/ 694544 w 2077406"/>
              <a:gd name="csY334" fmla="*/ 260487 h 1352655"/>
              <a:gd name="csX335" fmla="*/ 696624 w 2077406"/>
              <a:gd name="csY335" fmla="*/ 256063 h 1352655"/>
              <a:gd name="csX336" fmla="*/ 698704 w 2077406"/>
              <a:gd name="csY336" fmla="*/ 251662 h 1352655"/>
              <a:gd name="csX337" fmla="*/ 700785 w 2077406"/>
              <a:gd name="csY337" fmla="*/ 247286 h 1352655"/>
              <a:gd name="csX338" fmla="*/ 702865 w 2077406"/>
              <a:gd name="csY338" fmla="*/ 242936 h 1352655"/>
              <a:gd name="csX339" fmla="*/ 704945 w 2077406"/>
              <a:gd name="csY339" fmla="*/ 238612 h 1352655"/>
              <a:gd name="csX340" fmla="*/ 707026 w 2077406"/>
              <a:gd name="csY340" fmla="*/ 234313 h 1352655"/>
              <a:gd name="csX341" fmla="*/ 709106 w 2077406"/>
              <a:gd name="csY341" fmla="*/ 230042 h 1352655"/>
              <a:gd name="csX342" fmla="*/ 711187 w 2077406"/>
              <a:gd name="csY342" fmla="*/ 225798 h 1352655"/>
              <a:gd name="csX343" fmla="*/ 713267 w 2077406"/>
              <a:gd name="csY343" fmla="*/ 221582 h 1352655"/>
              <a:gd name="csX344" fmla="*/ 715347 w 2077406"/>
              <a:gd name="csY344" fmla="*/ 217393 h 1352655"/>
              <a:gd name="csX345" fmla="*/ 717417 w 2077406"/>
              <a:gd name="csY345" fmla="*/ 213233 h 1352655"/>
              <a:gd name="csX346" fmla="*/ 719498 w 2077406"/>
              <a:gd name="csY346" fmla="*/ 209103 h 1352655"/>
              <a:gd name="csX347" fmla="*/ 721578 w 2077406"/>
              <a:gd name="csY347" fmla="*/ 205001 h 1352655"/>
              <a:gd name="csX348" fmla="*/ 723658 w 2077406"/>
              <a:gd name="csY348" fmla="*/ 200929 h 1352655"/>
              <a:gd name="csX349" fmla="*/ 725739 w 2077406"/>
              <a:gd name="csY349" fmla="*/ 196887 h 1352655"/>
              <a:gd name="csX350" fmla="*/ 727819 w 2077406"/>
              <a:gd name="csY350" fmla="*/ 192876 h 1352655"/>
              <a:gd name="csX351" fmla="*/ 729899 w 2077406"/>
              <a:gd name="csY351" fmla="*/ 188895 h 1352655"/>
              <a:gd name="csX352" fmla="*/ 731980 w 2077406"/>
              <a:gd name="csY352" fmla="*/ 184947 h 1352655"/>
              <a:gd name="csX353" fmla="*/ 734060 w 2077406"/>
              <a:gd name="csY353" fmla="*/ 181030 h 1352655"/>
              <a:gd name="csX354" fmla="*/ 736140 w 2077406"/>
              <a:gd name="csY354" fmla="*/ 177146 h 1352655"/>
              <a:gd name="csX355" fmla="*/ 738221 w 2077406"/>
              <a:gd name="csY355" fmla="*/ 173294 h 1352655"/>
              <a:gd name="csX356" fmla="*/ 740291 w 2077406"/>
              <a:gd name="csY356" fmla="*/ 169475 h 1352655"/>
              <a:gd name="csX357" fmla="*/ 742371 w 2077406"/>
              <a:gd name="csY357" fmla="*/ 165690 h 1352655"/>
              <a:gd name="csX358" fmla="*/ 744451 w 2077406"/>
              <a:gd name="csY358" fmla="*/ 161938 h 1352655"/>
              <a:gd name="csX359" fmla="*/ 746532 w 2077406"/>
              <a:gd name="csY359" fmla="*/ 158220 h 1352655"/>
              <a:gd name="csX360" fmla="*/ 748612 w 2077406"/>
              <a:gd name="csY360" fmla="*/ 154538 h 1352655"/>
              <a:gd name="csX361" fmla="*/ 750693 w 2077406"/>
              <a:gd name="csY361" fmla="*/ 150889 h 1352655"/>
              <a:gd name="csX362" fmla="*/ 752773 w 2077406"/>
              <a:gd name="csY362" fmla="*/ 147277 h 1352655"/>
              <a:gd name="csX363" fmla="*/ 754853 w 2077406"/>
              <a:gd name="csY363" fmla="*/ 143701 h 1352655"/>
              <a:gd name="csX364" fmla="*/ 756933 w 2077406"/>
              <a:gd name="csY364" fmla="*/ 140160 h 1352655"/>
              <a:gd name="csX365" fmla="*/ 759014 w 2077406"/>
              <a:gd name="csY365" fmla="*/ 136657 h 1352655"/>
              <a:gd name="csX366" fmla="*/ 761094 w 2077406"/>
              <a:gd name="csY366" fmla="*/ 133190 h 1352655"/>
              <a:gd name="csX367" fmla="*/ 763175 w 2077406"/>
              <a:gd name="csY367" fmla="*/ 129760 h 1352655"/>
              <a:gd name="csX368" fmla="*/ 765245 w 2077406"/>
              <a:gd name="csY368" fmla="*/ 126368 h 1352655"/>
              <a:gd name="csX369" fmla="*/ 767325 w 2077406"/>
              <a:gd name="csY369" fmla="*/ 123015 h 1352655"/>
              <a:gd name="csX370" fmla="*/ 769405 w 2077406"/>
              <a:gd name="csY370" fmla="*/ 119699 h 1352655"/>
              <a:gd name="csX371" fmla="*/ 771486 w 2077406"/>
              <a:gd name="csY371" fmla="*/ 116422 h 1352655"/>
              <a:gd name="csX372" fmla="*/ 773566 w 2077406"/>
              <a:gd name="csY372" fmla="*/ 113184 h 1352655"/>
              <a:gd name="csX373" fmla="*/ 775646 w 2077406"/>
              <a:gd name="csY373" fmla="*/ 109986 h 1352655"/>
              <a:gd name="csX374" fmla="*/ 777727 w 2077406"/>
              <a:gd name="csY374" fmla="*/ 106828 h 1352655"/>
              <a:gd name="csX375" fmla="*/ 779807 w 2077406"/>
              <a:gd name="csY375" fmla="*/ 103710 h 1352655"/>
              <a:gd name="csX376" fmla="*/ 781887 w 2077406"/>
              <a:gd name="csY376" fmla="*/ 100632 h 1352655"/>
              <a:gd name="csX377" fmla="*/ 783968 w 2077406"/>
              <a:gd name="csY377" fmla="*/ 97595 h 1352655"/>
              <a:gd name="csX378" fmla="*/ 786048 w 2077406"/>
              <a:gd name="csY378" fmla="*/ 94600 h 1352655"/>
              <a:gd name="csX379" fmla="*/ 788128 w 2077406"/>
              <a:gd name="csY379" fmla="*/ 91646 h 1352655"/>
              <a:gd name="csX380" fmla="*/ 790198 w 2077406"/>
              <a:gd name="csY380" fmla="*/ 88733 h 1352655"/>
              <a:gd name="csX381" fmla="*/ 792279 w 2077406"/>
              <a:gd name="csY381" fmla="*/ 85862 h 1352655"/>
              <a:gd name="csX382" fmla="*/ 794359 w 2077406"/>
              <a:gd name="csY382" fmla="*/ 83035 h 1352655"/>
              <a:gd name="csX383" fmla="*/ 796439 w 2077406"/>
              <a:gd name="csY383" fmla="*/ 80249 h 1352655"/>
              <a:gd name="csX384" fmla="*/ 798520 w 2077406"/>
              <a:gd name="csY384" fmla="*/ 77508 h 1352655"/>
              <a:gd name="csX385" fmla="*/ 800600 w 2077406"/>
              <a:gd name="csY385" fmla="*/ 74810 h 1352655"/>
              <a:gd name="csX386" fmla="*/ 802681 w 2077406"/>
              <a:gd name="csY386" fmla="*/ 72155 h 1352655"/>
              <a:gd name="csX387" fmla="*/ 804761 w 2077406"/>
              <a:gd name="csY387" fmla="*/ 69543 h 1352655"/>
              <a:gd name="csX388" fmla="*/ 806841 w 2077406"/>
              <a:gd name="csY388" fmla="*/ 66977 h 1352655"/>
              <a:gd name="csX389" fmla="*/ 808922 w 2077406"/>
              <a:gd name="csY389" fmla="*/ 64455 h 1352655"/>
              <a:gd name="csX390" fmla="*/ 811002 w 2077406"/>
              <a:gd name="csY390" fmla="*/ 61978 h 1352655"/>
              <a:gd name="csX391" fmla="*/ 813082 w 2077406"/>
              <a:gd name="csY391" fmla="*/ 59545 h 1352655"/>
              <a:gd name="csX392" fmla="*/ 815152 w 2077406"/>
              <a:gd name="csY392" fmla="*/ 57159 h 1352655"/>
              <a:gd name="csX393" fmla="*/ 817233 w 2077406"/>
              <a:gd name="csY393" fmla="*/ 54818 h 1352655"/>
              <a:gd name="csX394" fmla="*/ 819313 w 2077406"/>
              <a:gd name="csY394" fmla="*/ 52522 h 1352655"/>
              <a:gd name="csX395" fmla="*/ 821393 w 2077406"/>
              <a:gd name="csY395" fmla="*/ 50274 h 1352655"/>
              <a:gd name="csX396" fmla="*/ 823474 w 2077406"/>
              <a:gd name="csY396" fmla="*/ 48070 h 1352655"/>
              <a:gd name="csX397" fmla="*/ 825554 w 2077406"/>
              <a:gd name="csY397" fmla="*/ 45914 h 1352655"/>
              <a:gd name="csX398" fmla="*/ 827634 w 2077406"/>
              <a:gd name="csY398" fmla="*/ 43806 h 1352655"/>
              <a:gd name="csX399" fmla="*/ 829715 w 2077406"/>
              <a:gd name="csY399" fmla="*/ 41743 h 1352655"/>
              <a:gd name="csX400" fmla="*/ 831795 w 2077406"/>
              <a:gd name="csY400" fmla="*/ 39729 h 1352655"/>
              <a:gd name="csX401" fmla="*/ 833875 w 2077406"/>
              <a:gd name="csY401" fmla="*/ 37763 h 1352655"/>
              <a:gd name="csX402" fmla="*/ 835956 w 2077406"/>
              <a:gd name="csY402" fmla="*/ 35843 h 1352655"/>
              <a:gd name="csX403" fmla="*/ 838036 w 2077406"/>
              <a:gd name="csY403" fmla="*/ 33972 h 1352655"/>
              <a:gd name="csX404" fmla="*/ 840106 w 2077406"/>
              <a:gd name="csY404" fmla="*/ 32150 h 1352655"/>
              <a:gd name="csX405" fmla="*/ 842187 w 2077406"/>
              <a:gd name="csY405" fmla="*/ 30375 h 1352655"/>
              <a:gd name="csX406" fmla="*/ 844267 w 2077406"/>
              <a:gd name="csY406" fmla="*/ 28650 h 1352655"/>
              <a:gd name="csX407" fmla="*/ 846347 w 2077406"/>
              <a:gd name="csY407" fmla="*/ 26973 h 1352655"/>
              <a:gd name="csX408" fmla="*/ 848427 w 2077406"/>
              <a:gd name="csY408" fmla="*/ 25345 h 1352655"/>
              <a:gd name="csX409" fmla="*/ 850508 w 2077406"/>
              <a:gd name="csY409" fmla="*/ 23767 h 1352655"/>
              <a:gd name="csX410" fmla="*/ 852588 w 2077406"/>
              <a:gd name="csY410" fmla="*/ 22238 h 1352655"/>
              <a:gd name="csX411" fmla="*/ 854669 w 2077406"/>
              <a:gd name="csY411" fmla="*/ 20758 h 1352655"/>
              <a:gd name="csX412" fmla="*/ 856749 w 2077406"/>
              <a:gd name="csY412" fmla="*/ 19329 h 1352655"/>
              <a:gd name="csX413" fmla="*/ 858829 w 2077406"/>
              <a:gd name="csY413" fmla="*/ 17949 h 1352655"/>
              <a:gd name="csX414" fmla="*/ 860910 w 2077406"/>
              <a:gd name="csY414" fmla="*/ 16619 h 1352655"/>
              <a:gd name="csX415" fmla="*/ 862990 w 2077406"/>
              <a:gd name="csY415" fmla="*/ 15340 h 1352655"/>
              <a:gd name="csX416" fmla="*/ 865060 w 2077406"/>
              <a:gd name="csY416" fmla="*/ 14111 h 1352655"/>
              <a:gd name="csX417" fmla="*/ 867140 w 2077406"/>
              <a:gd name="csY417" fmla="*/ 12932 h 1352655"/>
              <a:gd name="csX418" fmla="*/ 869221 w 2077406"/>
              <a:gd name="csY418" fmla="*/ 11804 h 1352655"/>
              <a:gd name="csX419" fmla="*/ 871301 w 2077406"/>
              <a:gd name="csY419" fmla="*/ 10727 h 1352655"/>
              <a:gd name="csX420" fmla="*/ 873381 w 2077406"/>
              <a:gd name="csY420" fmla="*/ 9701 h 1352655"/>
              <a:gd name="csX421" fmla="*/ 875462 w 2077406"/>
              <a:gd name="csY421" fmla="*/ 8726 h 1352655"/>
              <a:gd name="csX422" fmla="*/ 877542 w 2077406"/>
              <a:gd name="csY422" fmla="*/ 7802 h 1352655"/>
              <a:gd name="csX423" fmla="*/ 879622 w 2077406"/>
              <a:gd name="csY423" fmla="*/ 6930 h 1352655"/>
              <a:gd name="csX424" fmla="*/ 881703 w 2077406"/>
              <a:gd name="csY424" fmla="*/ 6108 h 1352655"/>
              <a:gd name="csX425" fmla="*/ 883783 w 2077406"/>
              <a:gd name="csY425" fmla="*/ 5338 h 1352655"/>
              <a:gd name="csX426" fmla="*/ 885863 w 2077406"/>
              <a:gd name="csY426" fmla="*/ 4620 h 1352655"/>
              <a:gd name="csX427" fmla="*/ 887944 w 2077406"/>
              <a:gd name="csY427" fmla="*/ 3953 h 1352655"/>
              <a:gd name="csX428" fmla="*/ 890014 w 2077406"/>
              <a:gd name="csY428" fmla="*/ 3338 h 1352655"/>
              <a:gd name="csX429" fmla="*/ 892094 w 2077406"/>
              <a:gd name="csY429" fmla="*/ 2775 h 1352655"/>
              <a:gd name="csX430" fmla="*/ 894175 w 2077406"/>
              <a:gd name="csY430" fmla="*/ 2263 h 1352655"/>
              <a:gd name="csX431" fmla="*/ 896255 w 2077406"/>
              <a:gd name="csY431" fmla="*/ 1804 h 1352655"/>
              <a:gd name="csX432" fmla="*/ 898335 w 2077406"/>
              <a:gd name="csY432" fmla="*/ 1396 h 1352655"/>
              <a:gd name="csX433" fmla="*/ 900415 w 2077406"/>
              <a:gd name="csY433" fmla="*/ 1040 h 1352655"/>
              <a:gd name="csX434" fmla="*/ 902496 w 2077406"/>
              <a:gd name="csY434" fmla="*/ 737 h 1352655"/>
              <a:gd name="csX435" fmla="*/ 904576 w 2077406"/>
              <a:gd name="csY435" fmla="*/ 485 h 1352655"/>
              <a:gd name="csX436" fmla="*/ 906657 w 2077406"/>
              <a:gd name="csY436" fmla="*/ 286 h 1352655"/>
              <a:gd name="csX437" fmla="*/ 908737 w 2077406"/>
              <a:gd name="csY437" fmla="*/ 138 h 1352655"/>
              <a:gd name="csX438" fmla="*/ 910817 w 2077406"/>
              <a:gd name="csY438" fmla="*/ 43 h 1352655"/>
              <a:gd name="csX439" fmla="*/ 912898 w 2077406"/>
              <a:gd name="csY439" fmla="*/ 0 h 1352655"/>
              <a:gd name="csX440" fmla="*/ 914968 w 2077406"/>
              <a:gd name="csY440" fmla="*/ 9 h 1352655"/>
              <a:gd name="csX441" fmla="*/ 917048 w 2077406"/>
              <a:gd name="csY441" fmla="*/ 70 h 1352655"/>
              <a:gd name="csX442" fmla="*/ 919128 w 2077406"/>
              <a:gd name="csY442" fmla="*/ 184 h 1352655"/>
              <a:gd name="csX443" fmla="*/ 921209 w 2077406"/>
              <a:gd name="csY443" fmla="*/ 349 h 1352655"/>
              <a:gd name="csX444" fmla="*/ 923289 w 2077406"/>
              <a:gd name="csY444" fmla="*/ 567 h 1352655"/>
              <a:gd name="csX445" fmla="*/ 925369 w 2077406"/>
              <a:gd name="csY445" fmla="*/ 836 h 1352655"/>
              <a:gd name="csX446" fmla="*/ 927450 w 2077406"/>
              <a:gd name="csY446" fmla="*/ 1158 h 1352655"/>
              <a:gd name="csX447" fmla="*/ 929530 w 2077406"/>
              <a:gd name="csY447" fmla="*/ 1532 h 1352655"/>
              <a:gd name="csX448" fmla="*/ 931610 w 2077406"/>
              <a:gd name="csY448" fmla="*/ 1958 h 1352655"/>
              <a:gd name="csX449" fmla="*/ 933691 w 2077406"/>
              <a:gd name="csY449" fmla="*/ 2435 h 1352655"/>
              <a:gd name="csX450" fmla="*/ 935771 w 2077406"/>
              <a:gd name="csY450" fmla="*/ 2965 h 1352655"/>
              <a:gd name="csX451" fmla="*/ 937851 w 2077406"/>
              <a:gd name="csY451" fmla="*/ 3546 h 1352655"/>
              <a:gd name="csX452" fmla="*/ 939921 w 2077406"/>
              <a:gd name="csY452" fmla="*/ 4179 h 1352655"/>
              <a:gd name="csX453" fmla="*/ 942002 w 2077406"/>
              <a:gd name="csY453" fmla="*/ 4864 h 1352655"/>
              <a:gd name="csX454" fmla="*/ 944082 w 2077406"/>
              <a:gd name="csY454" fmla="*/ 5600 h 1352655"/>
              <a:gd name="csX455" fmla="*/ 946163 w 2077406"/>
              <a:gd name="csY455" fmla="*/ 6388 h 1352655"/>
              <a:gd name="csX456" fmla="*/ 948243 w 2077406"/>
              <a:gd name="csY456" fmla="*/ 7227 h 1352655"/>
              <a:gd name="csX457" fmla="*/ 950323 w 2077406"/>
              <a:gd name="csY457" fmla="*/ 8118 h 1352655"/>
              <a:gd name="csX458" fmla="*/ 952404 w 2077406"/>
              <a:gd name="csY458" fmla="*/ 9059 h 1352655"/>
              <a:gd name="csX459" fmla="*/ 954484 w 2077406"/>
              <a:gd name="csY459" fmla="*/ 10052 h 1352655"/>
              <a:gd name="csX460" fmla="*/ 956564 w 2077406"/>
              <a:gd name="csY460" fmla="*/ 11096 h 1352655"/>
              <a:gd name="csX461" fmla="*/ 958645 w 2077406"/>
              <a:gd name="csY461" fmla="*/ 12191 h 1352655"/>
              <a:gd name="csX462" fmla="*/ 960725 w 2077406"/>
              <a:gd name="csY462" fmla="*/ 13336 h 1352655"/>
              <a:gd name="csX463" fmla="*/ 962805 w 2077406"/>
              <a:gd name="csY463" fmla="*/ 14532 h 1352655"/>
              <a:gd name="csX464" fmla="*/ 964875 w 2077406"/>
              <a:gd name="csY464" fmla="*/ 15779 h 1352655"/>
              <a:gd name="csX465" fmla="*/ 966956 w 2077406"/>
              <a:gd name="csY465" fmla="*/ 17076 h 1352655"/>
              <a:gd name="csX466" fmla="*/ 969036 w 2077406"/>
              <a:gd name="csY466" fmla="*/ 18423 h 1352655"/>
              <a:gd name="csX467" fmla="*/ 971116 w 2077406"/>
              <a:gd name="csY467" fmla="*/ 19820 h 1352655"/>
              <a:gd name="csX468" fmla="*/ 973197 w 2077406"/>
              <a:gd name="csY468" fmla="*/ 21267 h 1352655"/>
              <a:gd name="csX469" fmla="*/ 975277 w 2077406"/>
              <a:gd name="csY469" fmla="*/ 22764 h 1352655"/>
              <a:gd name="csX470" fmla="*/ 977357 w 2077406"/>
              <a:gd name="csY470" fmla="*/ 24310 h 1352655"/>
              <a:gd name="csX471" fmla="*/ 979438 w 2077406"/>
              <a:gd name="csY471" fmla="*/ 25906 h 1352655"/>
              <a:gd name="csX472" fmla="*/ 981518 w 2077406"/>
              <a:gd name="csY472" fmla="*/ 27550 h 1352655"/>
              <a:gd name="csX473" fmla="*/ 983598 w 2077406"/>
              <a:gd name="csY473" fmla="*/ 29244 h 1352655"/>
              <a:gd name="csX474" fmla="*/ 985679 w 2077406"/>
              <a:gd name="csY474" fmla="*/ 30987 h 1352655"/>
              <a:gd name="csX475" fmla="*/ 987759 w 2077406"/>
              <a:gd name="csY475" fmla="*/ 32778 h 1352655"/>
              <a:gd name="csX476" fmla="*/ 989829 w 2077406"/>
              <a:gd name="csY476" fmla="*/ 34617 h 1352655"/>
              <a:gd name="csX477" fmla="*/ 991909 w 2077406"/>
              <a:gd name="csY477" fmla="*/ 36505 h 1352655"/>
              <a:gd name="csX478" fmla="*/ 993990 w 2077406"/>
              <a:gd name="csY478" fmla="*/ 38441 h 1352655"/>
              <a:gd name="csX479" fmla="*/ 996070 w 2077406"/>
              <a:gd name="csY479" fmla="*/ 40425 h 1352655"/>
              <a:gd name="csX480" fmla="*/ 998151 w 2077406"/>
              <a:gd name="csY480" fmla="*/ 42455 h 1352655"/>
              <a:gd name="csX481" fmla="*/ 1000231 w 2077406"/>
              <a:gd name="csY481" fmla="*/ 44534 h 1352655"/>
              <a:gd name="csX482" fmla="*/ 1002311 w 2077406"/>
              <a:gd name="csY482" fmla="*/ 46660 h 1352655"/>
              <a:gd name="csX483" fmla="*/ 1004392 w 2077406"/>
              <a:gd name="csY483" fmla="*/ 48831 h 1352655"/>
              <a:gd name="csX484" fmla="*/ 1006472 w 2077406"/>
              <a:gd name="csY484" fmla="*/ 51050 h 1352655"/>
              <a:gd name="csX485" fmla="*/ 1008552 w 2077406"/>
              <a:gd name="csY485" fmla="*/ 53316 h 1352655"/>
              <a:gd name="csX486" fmla="*/ 1010633 w 2077406"/>
              <a:gd name="csY486" fmla="*/ 55627 h 1352655"/>
              <a:gd name="csX487" fmla="*/ 1012713 w 2077406"/>
              <a:gd name="csY487" fmla="*/ 57984 h 1352655"/>
              <a:gd name="csX488" fmla="*/ 1014783 w 2077406"/>
              <a:gd name="csY488" fmla="*/ 60386 h 1352655"/>
              <a:gd name="csX489" fmla="*/ 1016863 w 2077406"/>
              <a:gd name="csY489" fmla="*/ 62834 h 1352655"/>
              <a:gd name="csX490" fmla="*/ 1018944 w 2077406"/>
              <a:gd name="csY490" fmla="*/ 65327 h 1352655"/>
              <a:gd name="csX491" fmla="*/ 1021024 w 2077406"/>
              <a:gd name="csY491" fmla="*/ 67865 h 1352655"/>
              <a:gd name="csX492" fmla="*/ 1023104 w 2077406"/>
              <a:gd name="csY492" fmla="*/ 70447 h 1352655"/>
              <a:gd name="csX493" fmla="*/ 1025185 w 2077406"/>
              <a:gd name="csY493" fmla="*/ 73073 h 1352655"/>
              <a:gd name="csX494" fmla="*/ 1027265 w 2077406"/>
              <a:gd name="csY494" fmla="*/ 75743 h 1352655"/>
              <a:gd name="csX495" fmla="*/ 1029345 w 2077406"/>
              <a:gd name="csY495" fmla="*/ 78457 h 1352655"/>
              <a:gd name="csX496" fmla="*/ 1031426 w 2077406"/>
              <a:gd name="csY496" fmla="*/ 81213 h 1352655"/>
              <a:gd name="csX497" fmla="*/ 1033506 w 2077406"/>
              <a:gd name="csY497" fmla="*/ 84014 h 1352655"/>
              <a:gd name="csX498" fmla="*/ 1035587 w 2077406"/>
              <a:gd name="csY498" fmla="*/ 86856 h 1352655"/>
              <a:gd name="csX499" fmla="*/ 1037667 w 2077406"/>
              <a:gd name="csY499" fmla="*/ 89740 h 1352655"/>
              <a:gd name="csX500" fmla="*/ 1039737 w 2077406"/>
              <a:gd name="csY500" fmla="*/ 92667 h 1352655"/>
              <a:gd name="csX501" fmla="*/ 1041817 w 2077406"/>
              <a:gd name="csY501" fmla="*/ 95637 h 1352655"/>
              <a:gd name="csX502" fmla="*/ 1043897 w 2077406"/>
              <a:gd name="csY502" fmla="*/ 98647 h 1352655"/>
              <a:gd name="csX503" fmla="*/ 1045978 w 2077406"/>
              <a:gd name="csY503" fmla="*/ 101698 h 1352655"/>
              <a:gd name="csX504" fmla="*/ 1048058 w 2077406"/>
              <a:gd name="csY504" fmla="*/ 104789 h 1352655"/>
              <a:gd name="csX505" fmla="*/ 1050139 w 2077406"/>
              <a:gd name="csY505" fmla="*/ 107921 h 1352655"/>
              <a:gd name="csX506" fmla="*/ 1052219 w 2077406"/>
              <a:gd name="csY506" fmla="*/ 111094 h 1352655"/>
              <a:gd name="csX507" fmla="*/ 1054299 w 2077406"/>
              <a:gd name="csY507" fmla="*/ 114306 h 1352655"/>
              <a:gd name="csX508" fmla="*/ 1056380 w 2077406"/>
              <a:gd name="csY508" fmla="*/ 117557 h 1352655"/>
              <a:gd name="csX509" fmla="*/ 1058460 w 2077406"/>
              <a:gd name="csY509" fmla="*/ 120847 h 1352655"/>
              <a:gd name="csX510" fmla="*/ 1060540 w 2077406"/>
              <a:gd name="csY510" fmla="*/ 124176 h 1352655"/>
              <a:gd name="csX511" fmla="*/ 1062621 w 2077406"/>
              <a:gd name="csY511" fmla="*/ 127544 h 1352655"/>
              <a:gd name="csX512" fmla="*/ 1064691 w 2077406"/>
              <a:gd name="csY512" fmla="*/ 130948 h 1352655"/>
              <a:gd name="csX513" fmla="*/ 1066771 w 2077406"/>
              <a:gd name="csY513" fmla="*/ 134391 h 1352655"/>
              <a:gd name="csX514" fmla="*/ 1068851 w 2077406"/>
              <a:gd name="csY514" fmla="*/ 137871 h 1352655"/>
              <a:gd name="csX515" fmla="*/ 1070932 w 2077406"/>
              <a:gd name="csY515" fmla="*/ 141387 h 1352655"/>
              <a:gd name="csX516" fmla="*/ 1073012 w 2077406"/>
              <a:gd name="csY516" fmla="*/ 144940 h 1352655"/>
              <a:gd name="csX517" fmla="*/ 1075092 w 2077406"/>
              <a:gd name="csY517" fmla="*/ 148529 h 1352655"/>
              <a:gd name="csX518" fmla="*/ 1077173 w 2077406"/>
              <a:gd name="csY518" fmla="*/ 152154 h 1352655"/>
              <a:gd name="csX519" fmla="*/ 1079253 w 2077406"/>
              <a:gd name="csY519" fmla="*/ 155814 h 1352655"/>
              <a:gd name="csX520" fmla="*/ 1081333 w 2077406"/>
              <a:gd name="csY520" fmla="*/ 159509 h 1352655"/>
              <a:gd name="csX521" fmla="*/ 1083414 w 2077406"/>
              <a:gd name="csY521" fmla="*/ 163239 h 1352655"/>
              <a:gd name="csX522" fmla="*/ 1085494 w 2077406"/>
              <a:gd name="csY522" fmla="*/ 167002 h 1352655"/>
              <a:gd name="csX523" fmla="*/ 1087564 w 2077406"/>
              <a:gd name="csY523" fmla="*/ 170799 h 1352655"/>
              <a:gd name="csX524" fmla="*/ 1089645 w 2077406"/>
              <a:gd name="csY524" fmla="*/ 174629 h 1352655"/>
              <a:gd name="csX525" fmla="*/ 1091725 w 2077406"/>
              <a:gd name="csY525" fmla="*/ 178493 h 1352655"/>
              <a:gd name="csX526" fmla="*/ 1093805 w 2077406"/>
              <a:gd name="csY526" fmla="*/ 182388 h 1352655"/>
              <a:gd name="csX527" fmla="*/ 1095886 w 2077406"/>
              <a:gd name="csY527" fmla="*/ 186316 h 1352655"/>
              <a:gd name="csX528" fmla="*/ 1097966 w 2077406"/>
              <a:gd name="csY528" fmla="*/ 190276 h 1352655"/>
              <a:gd name="csX529" fmla="*/ 1100046 w 2077406"/>
              <a:gd name="csY529" fmla="*/ 194267 h 1352655"/>
              <a:gd name="csX530" fmla="*/ 1102127 w 2077406"/>
              <a:gd name="csY530" fmla="*/ 198289 h 1352655"/>
              <a:gd name="csX531" fmla="*/ 1104207 w 2077406"/>
              <a:gd name="csY531" fmla="*/ 202341 h 1352655"/>
              <a:gd name="csX532" fmla="*/ 1106287 w 2077406"/>
              <a:gd name="csY532" fmla="*/ 206423 h 1352655"/>
              <a:gd name="csX533" fmla="*/ 1108368 w 2077406"/>
              <a:gd name="csY533" fmla="*/ 210535 h 1352655"/>
              <a:gd name="csX534" fmla="*/ 1110448 w 2077406"/>
              <a:gd name="csY534" fmla="*/ 214676 h 1352655"/>
              <a:gd name="csX535" fmla="*/ 1112518 w 2077406"/>
              <a:gd name="csY535" fmla="*/ 218846 h 1352655"/>
              <a:gd name="csX536" fmla="*/ 1114598 w 2077406"/>
              <a:gd name="csY536" fmla="*/ 223044 h 1352655"/>
              <a:gd name="csX537" fmla="*/ 1116679 w 2077406"/>
              <a:gd name="csY537" fmla="*/ 227271 h 1352655"/>
              <a:gd name="csX538" fmla="*/ 1118759 w 2077406"/>
              <a:gd name="csY538" fmla="*/ 231524 h 1352655"/>
              <a:gd name="csX539" fmla="*/ 1120839 w 2077406"/>
              <a:gd name="csY539" fmla="*/ 235805 h 1352655"/>
              <a:gd name="csX540" fmla="*/ 1122920 w 2077406"/>
              <a:gd name="csY540" fmla="*/ 240112 h 1352655"/>
              <a:gd name="csX541" fmla="*/ 1125000 w 2077406"/>
              <a:gd name="csY541" fmla="*/ 244446 h 1352655"/>
              <a:gd name="csX542" fmla="*/ 1127080 w 2077406"/>
              <a:gd name="csY542" fmla="*/ 248804 h 1352655"/>
              <a:gd name="csX543" fmla="*/ 1129161 w 2077406"/>
              <a:gd name="csY543" fmla="*/ 253189 h 1352655"/>
              <a:gd name="csX544" fmla="*/ 1131241 w 2077406"/>
              <a:gd name="csY544" fmla="*/ 257599 h 1352655"/>
              <a:gd name="csX545" fmla="*/ 1133321 w 2077406"/>
              <a:gd name="csY545" fmla="*/ 262033 h 1352655"/>
              <a:gd name="csX546" fmla="*/ 1135402 w 2077406"/>
              <a:gd name="csY546" fmla="*/ 266490 h 1352655"/>
              <a:gd name="csX547" fmla="*/ 1137472 w 2077406"/>
              <a:gd name="csY547" fmla="*/ 270971 h 1352655"/>
              <a:gd name="csX548" fmla="*/ 1139552 w 2077406"/>
              <a:gd name="csY548" fmla="*/ 275476 h 1352655"/>
              <a:gd name="csX549" fmla="*/ 1141633 w 2077406"/>
              <a:gd name="csY549" fmla="*/ 280003 h 1352655"/>
              <a:gd name="csX550" fmla="*/ 1143713 w 2077406"/>
              <a:gd name="csY550" fmla="*/ 284552 h 1352655"/>
              <a:gd name="csX551" fmla="*/ 1145793 w 2077406"/>
              <a:gd name="csY551" fmla="*/ 289124 h 1352655"/>
              <a:gd name="csX552" fmla="*/ 1147874 w 2077406"/>
              <a:gd name="csY552" fmla="*/ 293716 h 1352655"/>
              <a:gd name="csX553" fmla="*/ 1149954 w 2077406"/>
              <a:gd name="csY553" fmla="*/ 298330 h 1352655"/>
              <a:gd name="csX554" fmla="*/ 1152034 w 2077406"/>
              <a:gd name="csY554" fmla="*/ 302964 h 1352655"/>
              <a:gd name="csX555" fmla="*/ 1154115 w 2077406"/>
              <a:gd name="csY555" fmla="*/ 307617 h 1352655"/>
              <a:gd name="csX556" fmla="*/ 1156195 w 2077406"/>
              <a:gd name="csY556" fmla="*/ 312291 h 1352655"/>
              <a:gd name="csX557" fmla="*/ 1158275 w 2077406"/>
              <a:gd name="csY557" fmla="*/ 316984 h 1352655"/>
              <a:gd name="csX558" fmla="*/ 1160356 w 2077406"/>
              <a:gd name="csY558" fmla="*/ 321695 h 1352655"/>
              <a:gd name="csX559" fmla="*/ 1162426 w 2077406"/>
              <a:gd name="csY559" fmla="*/ 326424 h 1352655"/>
              <a:gd name="csX560" fmla="*/ 1164506 w 2077406"/>
              <a:gd name="csY560" fmla="*/ 331172 h 1352655"/>
              <a:gd name="csX561" fmla="*/ 1166586 w 2077406"/>
              <a:gd name="csY561" fmla="*/ 335937 h 1352655"/>
              <a:gd name="csX562" fmla="*/ 1168667 w 2077406"/>
              <a:gd name="csY562" fmla="*/ 340718 h 1352655"/>
              <a:gd name="csX563" fmla="*/ 1170747 w 2077406"/>
              <a:gd name="csY563" fmla="*/ 345516 h 1352655"/>
              <a:gd name="csX564" fmla="*/ 1172827 w 2077406"/>
              <a:gd name="csY564" fmla="*/ 350330 h 1352655"/>
              <a:gd name="csX565" fmla="*/ 1174908 w 2077406"/>
              <a:gd name="csY565" fmla="*/ 355160 h 1352655"/>
              <a:gd name="csX566" fmla="*/ 1176988 w 2077406"/>
              <a:gd name="csY566" fmla="*/ 360005 h 1352655"/>
              <a:gd name="csX567" fmla="*/ 1179069 w 2077406"/>
              <a:gd name="csY567" fmla="*/ 364864 h 1352655"/>
              <a:gd name="csX568" fmla="*/ 1181149 w 2077406"/>
              <a:gd name="csY568" fmla="*/ 369737 h 1352655"/>
              <a:gd name="csX569" fmla="*/ 1183229 w 2077406"/>
              <a:gd name="csY569" fmla="*/ 374624 h 1352655"/>
              <a:gd name="csX570" fmla="*/ 1185309 w 2077406"/>
              <a:gd name="csY570" fmla="*/ 379525 h 1352655"/>
              <a:gd name="csX571" fmla="*/ 1187379 w 2077406"/>
              <a:gd name="csY571" fmla="*/ 384439 h 1352655"/>
              <a:gd name="csX572" fmla="*/ 1189460 w 2077406"/>
              <a:gd name="csY572" fmla="*/ 389365 h 1352655"/>
              <a:gd name="csX573" fmla="*/ 1191540 w 2077406"/>
              <a:gd name="csY573" fmla="*/ 394302 h 1352655"/>
              <a:gd name="csX574" fmla="*/ 1193621 w 2077406"/>
              <a:gd name="csY574" fmla="*/ 399252 h 1352655"/>
              <a:gd name="csX575" fmla="*/ 1195701 w 2077406"/>
              <a:gd name="csY575" fmla="*/ 404213 h 1352655"/>
              <a:gd name="csX576" fmla="*/ 1197781 w 2077406"/>
              <a:gd name="csY576" fmla="*/ 409185 h 1352655"/>
              <a:gd name="csX577" fmla="*/ 1199862 w 2077406"/>
              <a:gd name="csY577" fmla="*/ 414166 h 1352655"/>
              <a:gd name="csX578" fmla="*/ 1201942 w 2077406"/>
              <a:gd name="csY578" fmla="*/ 419157 h 1352655"/>
              <a:gd name="csX579" fmla="*/ 1204022 w 2077406"/>
              <a:gd name="csY579" fmla="*/ 424158 h 1352655"/>
              <a:gd name="csX580" fmla="*/ 1206103 w 2077406"/>
              <a:gd name="csY580" fmla="*/ 429168 h 1352655"/>
              <a:gd name="csX581" fmla="*/ 1208183 w 2077406"/>
              <a:gd name="csY581" fmla="*/ 434186 h 1352655"/>
              <a:gd name="csX582" fmla="*/ 1210263 w 2077406"/>
              <a:gd name="csY582" fmla="*/ 439213 h 1352655"/>
              <a:gd name="csX583" fmla="*/ 1212333 w 2077406"/>
              <a:gd name="csY583" fmla="*/ 444246 h 1352655"/>
              <a:gd name="csX584" fmla="*/ 1214414 w 2077406"/>
              <a:gd name="csY584" fmla="*/ 449288 h 1352655"/>
              <a:gd name="csX585" fmla="*/ 1216494 w 2077406"/>
              <a:gd name="csY585" fmla="*/ 454337 h 1352655"/>
              <a:gd name="csX586" fmla="*/ 1218574 w 2077406"/>
              <a:gd name="csY586" fmla="*/ 459390 h 1352655"/>
              <a:gd name="csX587" fmla="*/ 1220655 w 2077406"/>
              <a:gd name="csY587" fmla="*/ 464451 h 1352655"/>
              <a:gd name="csX588" fmla="*/ 1222735 w 2077406"/>
              <a:gd name="csY588" fmla="*/ 469517 h 1352655"/>
              <a:gd name="csX589" fmla="*/ 1224815 w 2077406"/>
              <a:gd name="csY589" fmla="*/ 474588 h 1352655"/>
              <a:gd name="csX590" fmla="*/ 1226896 w 2077406"/>
              <a:gd name="csY590" fmla="*/ 479664 h 1352655"/>
              <a:gd name="csX591" fmla="*/ 1228976 w 2077406"/>
              <a:gd name="csY591" fmla="*/ 484744 h 1352655"/>
              <a:gd name="csX592" fmla="*/ 1231057 w 2077406"/>
              <a:gd name="csY592" fmla="*/ 489828 h 1352655"/>
              <a:gd name="csX593" fmla="*/ 1233137 w 2077406"/>
              <a:gd name="csY593" fmla="*/ 494915 h 1352655"/>
              <a:gd name="csX594" fmla="*/ 1235217 w 2077406"/>
              <a:gd name="csY594" fmla="*/ 500005 h 1352655"/>
              <a:gd name="csX595" fmla="*/ 1237287 w 2077406"/>
              <a:gd name="csY595" fmla="*/ 505098 h 1352655"/>
              <a:gd name="csX596" fmla="*/ 1239368 w 2077406"/>
              <a:gd name="csY596" fmla="*/ 510193 h 1352655"/>
              <a:gd name="csX597" fmla="*/ 1241448 w 2077406"/>
              <a:gd name="csY597" fmla="*/ 515291 h 1352655"/>
              <a:gd name="csX598" fmla="*/ 1243528 w 2077406"/>
              <a:gd name="csY598" fmla="*/ 520389 h 1352655"/>
              <a:gd name="csX599" fmla="*/ 1245609 w 2077406"/>
              <a:gd name="csY599" fmla="*/ 525489 h 1352655"/>
              <a:gd name="csX600" fmla="*/ 1247689 w 2077406"/>
              <a:gd name="csY600" fmla="*/ 530588 h 1352655"/>
              <a:gd name="csX601" fmla="*/ 1249769 w 2077406"/>
              <a:gd name="csY601" fmla="*/ 535689 h 1352655"/>
              <a:gd name="csX602" fmla="*/ 1251850 w 2077406"/>
              <a:gd name="csY602" fmla="*/ 540789 h 1352655"/>
              <a:gd name="csX603" fmla="*/ 1253930 w 2077406"/>
              <a:gd name="csY603" fmla="*/ 545889 h 1352655"/>
              <a:gd name="csX604" fmla="*/ 1256010 w 2077406"/>
              <a:gd name="csY604" fmla="*/ 550987 h 1352655"/>
              <a:gd name="csX605" fmla="*/ 1258091 w 2077406"/>
              <a:gd name="csY605" fmla="*/ 556084 h 1352655"/>
              <a:gd name="csX606" fmla="*/ 1260171 w 2077406"/>
              <a:gd name="csY606" fmla="*/ 561180 h 1352655"/>
              <a:gd name="csX607" fmla="*/ 1262241 w 2077406"/>
              <a:gd name="csY607" fmla="*/ 566274 h 1352655"/>
              <a:gd name="csX608" fmla="*/ 1264321 w 2077406"/>
              <a:gd name="csY608" fmla="*/ 571365 h 1352655"/>
              <a:gd name="csX609" fmla="*/ 1266402 w 2077406"/>
              <a:gd name="csY609" fmla="*/ 576453 h 1352655"/>
              <a:gd name="csX610" fmla="*/ 1268482 w 2077406"/>
              <a:gd name="csY610" fmla="*/ 581538 h 1352655"/>
              <a:gd name="csX611" fmla="*/ 1270562 w 2077406"/>
              <a:gd name="csY611" fmla="*/ 586619 h 1352655"/>
              <a:gd name="csX612" fmla="*/ 1272643 w 2077406"/>
              <a:gd name="csY612" fmla="*/ 591697 h 1352655"/>
              <a:gd name="csX613" fmla="*/ 1274723 w 2077406"/>
              <a:gd name="csY613" fmla="*/ 596770 h 1352655"/>
              <a:gd name="csX614" fmla="*/ 1276803 w 2077406"/>
              <a:gd name="csY614" fmla="*/ 601839 h 1352655"/>
              <a:gd name="csX615" fmla="*/ 1278884 w 2077406"/>
              <a:gd name="csY615" fmla="*/ 606902 h 1352655"/>
              <a:gd name="csX616" fmla="*/ 1280964 w 2077406"/>
              <a:gd name="csY616" fmla="*/ 611960 h 1352655"/>
              <a:gd name="csX617" fmla="*/ 1283045 w 2077406"/>
              <a:gd name="csY617" fmla="*/ 617012 h 1352655"/>
              <a:gd name="csX618" fmla="*/ 1285125 w 2077406"/>
              <a:gd name="csY618" fmla="*/ 622058 h 1352655"/>
              <a:gd name="csX619" fmla="*/ 1287195 w 2077406"/>
              <a:gd name="csY619" fmla="*/ 627098 h 1352655"/>
              <a:gd name="csX620" fmla="*/ 1289275 w 2077406"/>
              <a:gd name="csY620" fmla="*/ 632131 h 1352655"/>
              <a:gd name="csX621" fmla="*/ 1291356 w 2077406"/>
              <a:gd name="csY621" fmla="*/ 637157 h 1352655"/>
              <a:gd name="csX622" fmla="*/ 1293436 w 2077406"/>
              <a:gd name="csY622" fmla="*/ 642176 h 1352655"/>
              <a:gd name="csX623" fmla="*/ 1295516 w 2077406"/>
              <a:gd name="csY623" fmla="*/ 647186 h 1352655"/>
              <a:gd name="csX624" fmla="*/ 1297597 w 2077406"/>
              <a:gd name="csY624" fmla="*/ 652189 h 1352655"/>
              <a:gd name="csX625" fmla="*/ 1299677 w 2077406"/>
              <a:gd name="csY625" fmla="*/ 657183 h 1352655"/>
              <a:gd name="csX626" fmla="*/ 1301757 w 2077406"/>
              <a:gd name="csY626" fmla="*/ 662169 h 1352655"/>
              <a:gd name="csX627" fmla="*/ 1303838 w 2077406"/>
              <a:gd name="csY627" fmla="*/ 667145 h 1352655"/>
              <a:gd name="csX628" fmla="*/ 1305918 w 2077406"/>
              <a:gd name="csY628" fmla="*/ 672112 h 1352655"/>
              <a:gd name="csX629" fmla="*/ 1307998 w 2077406"/>
              <a:gd name="csY629" fmla="*/ 677068 h 1352655"/>
              <a:gd name="csX630" fmla="*/ 1310079 w 2077406"/>
              <a:gd name="csY630" fmla="*/ 682016 h 1352655"/>
              <a:gd name="csX631" fmla="*/ 1312149 w 2077406"/>
              <a:gd name="csY631" fmla="*/ 686953 h 1352655"/>
              <a:gd name="csX632" fmla="*/ 1314229 w 2077406"/>
              <a:gd name="csY632" fmla="*/ 691879 h 1352655"/>
              <a:gd name="csX633" fmla="*/ 1316309 w 2077406"/>
              <a:gd name="csY633" fmla="*/ 696795 h 1352655"/>
              <a:gd name="csX634" fmla="*/ 1318390 w 2077406"/>
              <a:gd name="csY634" fmla="*/ 701698 h 1352655"/>
              <a:gd name="csX635" fmla="*/ 1320470 w 2077406"/>
              <a:gd name="csY635" fmla="*/ 706591 h 1352655"/>
              <a:gd name="csX636" fmla="*/ 1322551 w 2077406"/>
              <a:gd name="csY636" fmla="*/ 711472 h 1352655"/>
              <a:gd name="csX637" fmla="*/ 1324631 w 2077406"/>
              <a:gd name="csY637" fmla="*/ 716341 h 1352655"/>
              <a:gd name="csX638" fmla="*/ 1326711 w 2077406"/>
              <a:gd name="csY638" fmla="*/ 721197 h 1352655"/>
              <a:gd name="csX639" fmla="*/ 1328791 w 2077406"/>
              <a:gd name="csY639" fmla="*/ 726041 h 1352655"/>
              <a:gd name="csX640" fmla="*/ 1330872 w 2077406"/>
              <a:gd name="csY640" fmla="*/ 730872 h 1352655"/>
              <a:gd name="csX641" fmla="*/ 1332952 w 2077406"/>
              <a:gd name="csY641" fmla="*/ 735689 h 1352655"/>
              <a:gd name="csX642" fmla="*/ 1335033 w 2077406"/>
              <a:gd name="csY642" fmla="*/ 740493 h 1352655"/>
              <a:gd name="csX643" fmla="*/ 1337103 w 2077406"/>
              <a:gd name="csY643" fmla="*/ 745283 h 1352655"/>
              <a:gd name="csX644" fmla="*/ 1339183 w 2077406"/>
              <a:gd name="csY644" fmla="*/ 750060 h 1352655"/>
              <a:gd name="csX645" fmla="*/ 1341263 w 2077406"/>
              <a:gd name="csY645" fmla="*/ 754822 h 1352655"/>
              <a:gd name="csX646" fmla="*/ 1343344 w 2077406"/>
              <a:gd name="csY646" fmla="*/ 759569 h 1352655"/>
              <a:gd name="csX647" fmla="*/ 1345424 w 2077406"/>
              <a:gd name="csY647" fmla="*/ 764302 h 1352655"/>
              <a:gd name="csX648" fmla="*/ 1347504 w 2077406"/>
              <a:gd name="csY648" fmla="*/ 769021 h 1352655"/>
              <a:gd name="csX649" fmla="*/ 1349585 w 2077406"/>
              <a:gd name="csY649" fmla="*/ 773723 h 1352655"/>
              <a:gd name="csX650" fmla="*/ 1351665 w 2077406"/>
              <a:gd name="csY650" fmla="*/ 778410 h 1352655"/>
              <a:gd name="csX651" fmla="*/ 1353745 w 2077406"/>
              <a:gd name="csY651" fmla="*/ 783082 h 1352655"/>
              <a:gd name="csX652" fmla="*/ 1355826 w 2077406"/>
              <a:gd name="csY652" fmla="*/ 787738 h 1352655"/>
              <a:gd name="csX653" fmla="*/ 1357906 w 2077406"/>
              <a:gd name="csY653" fmla="*/ 792377 h 1352655"/>
              <a:gd name="csX654" fmla="*/ 1359986 w 2077406"/>
              <a:gd name="csY654" fmla="*/ 797000 h 1352655"/>
              <a:gd name="csX655" fmla="*/ 1362056 w 2077406"/>
              <a:gd name="csY655" fmla="*/ 801607 h 1352655"/>
              <a:gd name="csX656" fmla="*/ 1364137 w 2077406"/>
              <a:gd name="csY656" fmla="*/ 806196 h 1352655"/>
              <a:gd name="csX657" fmla="*/ 1366217 w 2077406"/>
              <a:gd name="csY657" fmla="*/ 810769 h 1352655"/>
              <a:gd name="csX658" fmla="*/ 1368297 w 2077406"/>
              <a:gd name="csY658" fmla="*/ 815324 h 1352655"/>
              <a:gd name="csX659" fmla="*/ 1370378 w 2077406"/>
              <a:gd name="csY659" fmla="*/ 819862 h 1352655"/>
              <a:gd name="csX660" fmla="*/ 1372458 w 2077406"/>
              <a:gd name="csY660" fmla="*/ 824382 h 1352655"/>
              <a:gd name="csX661" fmla="*/ 1374539 w 2077406"/>
              <a:gd name="csY661" fmla="*/ 828885 h 1352655"/>
              <a:gd name="csX662" fmla="*/ 1376619 w 2077406"/>
              <a:gd name="csY662" fmla="*/ 833369 h 1352655"/>
              <a:gd name="csX663" fmla="*/ 1378699 w 2077406"/>
              <a:gd name="csY663" fmla="*/ 837835 h 1352655"/>
              <a:gd name="csX664" fmla="*/ 1380779 w 2077406"/>
              <a:gd name="csY664" fmla="*/ 842283 h 1352655"/>
              <a:gd name="csX665" fmla="*/ 1382860 w 2077406"/>
              <a:gd name="csY665" fmla="*/ 846712 h 1352655"/>
              <a:gd name="csX666" fmla="*/ 1384940 w 2077406"/>
              <a:gd name="csY666" fmla="*/ 851122 h 1352655"/>
              <a:gd name="csX667" fmla="*/ 1387010 w 2077406"/>
              <a:gd name="csY667" fmla="*/ 855514 h 1352655"/>
              <a:gd name="csX668" fmla="*/ 1389091 w 2077406"/>
              <a:gd name="csY668" fmla="*/ 859887 h 1352655"/>
              <a:gd name="csX669" fmla="*/ 1391171 w 2077406"/>
              <a:gd name="csY669" fmla="*/ 864239 h 1352655"/>
              <a:gd name="csX670" fmla="*/ 1393251 w 2077406"/>
              <a:gd name="csY670" fmla="*/ 868572 h 1352655"/>
              <a:gd name="csX671" fmla="*/ 1395332 w 2077406"/>
              <a:gd name="csY671" fmla="*/ 872887 h 1352655"/>
              <a:gd name="csX672" fmla="*/ 1397412 w 2077406"/>
              <a:gd name="csY672" fmla="*/ 877180 h 1352655"/>
              <a:gd name="csX673" fmla="*/ 1399492 w 2077406"/>
              <a:gd name="csY673" fmla="*/ 881455 h 1352655"/>
              <a:gd name="csX674" fmla="*/ 1401573 w 2077406"/>
              <a:gd name="csY674" fmla="*/ 885709 h 1352655"/>
              <a:gd name="csX675" fmla="*/ 1403653 w 2077406"/>
              <a:gd name="csY675" fmla="*/ 889943 h 1352655"/>
              <a:gd name="csX676" fmla="*/ 1405733 w 2077406"/>
              <a:gd name="csY676" fmla="*/ 894156 h 1352655"/>
              <a:gd name="csX677" fmla="*/ 1407814 w 2077406"/>
              <a:gd name="csY677" fmla="*/ 898350 h 1352655"/>
              <a:gd name="csX678" fmla="*/ 1409894 w 2077406"/>
              <a:gd name="csY678" fmla="*/ 902522 h 1352655"/>
              <a:gd name="csX679" fmla="*/ 1411964 w 2077406"/>
              <a:gd name="csY679" fmla="*/ 906674 h 1352655"/>
              <a:gd name="csX680" fmla="*/ 1414044 w 2077406"/>
              <a:gd name="csY680" fmla="*/ 910804 h 1352655"/>
              <a:gd name="csX681" fmla="*/ 1416125 w 2077406"/>
              <a:gd name="csY681" fmla="*/ 914914 h 1352655"/>
              <a:gd name="csX682" fmla="*/ 1418205 w 2077406"/>
              <a:gd name="csY682" fmla="*/ 919003 h 1352655"/>
              <a:gd name="csX683" fmla="*/ 1420285 w 2077406"/>
              <a:gd name="csY683" fmla="*/ 923070 h 1352655"/>
              <a:gd name="csX684" fmla="*/ 1422366 w 2077406"/>
              <a:gd name="csY684" fmla="*/ 927116 h 1352655"/>
              <a:gd name="csX685" fmla="*/ 1424446 w 2077406"/>
              <a:gd name="csY685" fmla="*/ 931141 h 1352655"/>
              <a:gd name="csX686" fmla="*/ 1426527 w 2077406"/>
              <a:gd name="csY686" fmla="*/ 935144 h 1352655"/>
              <a:gd name="csX687" fmla="*/ 1428607 w 2077406"/>
              <a:gd name="csY687" fmla="*/ 939125 h 1352655"/>
              <a:gd name="csX688" fmla="*/ 1430687 w 2077406"/>
              <a:gd name="csY688" fmla="*/ 943085 h 1352655"/>
              <a:gd name="csX689" fmla="*/ 1432768 w 2077406"/>
              <a:gd name="csY689" fmla="*/ 947022 h 1352655"/>
              <a:gd name="csX690" fmla="*/ 1434838 w 2077406"/>
              <a:gd name="csY690" fmla="*/ 950938 h 1352655"/>
              <a:gd name="csX691" fmla="*/ 1436918 w 2077406"/>
              <a:gd name="csY691" fmla="*/ 954831 h 1352655"/>
              <a:gd name="csX692" fmla="*/ 1438998 w 2077406"/>
              <a:gd name="csY692" fmla="*/ 958703 h 1352655"/>
              <a:gd name="csX693" fmla="*/ 1441079 w 2077406"/>
              <a:gd name="csY693" fmla="*/ 962552 h 1352655"/>
              <a:gd name="csX694" fmla="*/ 1443159 w 2077406"/>
              <a:gd name="csY694" fmla="*/ 966379 h 1352655"/>
              <a:gd name="csX695" fmla="*/ 1445239 w 2077406"/>
              <a:gd name="csY695" fmla="*/ 970182 h 1352655"/>
              <a:gd name="csX696" fmla="*/ 1447320 w 2077406"/>
              <a:gd name="csY696" fmla="*/ 973960 h 1352655"/>
              <a:gd name="csX697" fmla="*/ 1449400 w 2077406"/>
              <a:gd name="csY697" fmla="*/ 977727 h 1352655"/>
              <a:gd name="csX698" fmla="*/ 1451480 w 2077406"/>
              <a:gd name="csY698" fmla="*/ 981464 h 1352655"/>
              <a:gd name="csX699" fmla="*/ 1453561 w 2077406"/>
              <a:gd name="csY699" fmla="*/ 985180 h 1352655"/>
              <a:gd name="csX700" fmla="*/ 1455641 w 2077406"/>
              <a:gd name="csY700" fmla="*/ 988864 h 1352655"/>
              <a:gd name="csX701" fmla="*/ 1457721 w 2077406"/>
              <a:gd name="csY701" fmla="*/ 992538 h 1352655"/>
              <a:gd name="csX702" fmla="*/ 1459791 w 2077406"/>
              <a:gd name="csY702" fmla="*/ 996181 h 1352655"/>
              <a:gd name="csX703" fmla="*/ 1461872 w 2077406"/>
              <a:gd name="csY703" fmla="*/ 999804 h 1352655"/>
              <a:gd name="csX704" fmla="*/ 1463952 w 2077406"/>
              <a:gd name="csY704" fmla="*/ 1003406 h 1352655"/>
              <a:gd name="csX705" fmla="*/ 1466033 w 2077406"/>
              <a:gd name="csY705" fmla="*/ 1006977 h 1352655"/>
              <a:gd name="csX706" fmla="*/ 1468113 w 2077406"/>
              <a:gd name="csY706" fmla="*/ 1010537 h 1352655"/>
              <a:gd name="csX707" fmla="*/ 1470193 w 2077406"/>
              <a:gd name="csY707" fmla="*/ 1014066 h 1352655"/>
              <a:gd name="csX708" fmla="*/ 1472273 w 2077406"/>
              <a:gd name="csY708" fmla="*/ 1017575 h 1352655"/>
              <a:gd name="csX709" fmla="*/ 1474354 w 2077406"/>
              <a:gd name="csY709" fmla="*/ 1021063 h 1352655"/>
              <a:gd name="csX710" fmla="*/ 1476434 w 2077406"/>
              <a:gd name="csY710" fmla="*/ 1024520 h 1352655"/>
              <a:gd name="csX711" fmla="*/ 1478515 w 2077406"/>
              <a:gd name="csY711" fmla="*/ 1027956 h 1352655"/>
              <a:gd name="csX712" fmla="*/ 1480595 w 2077406"/>
              <a:gd name="csY712" fmla="*/ 1031371 h 1352655"/>
              <a:gd name="csX713" fmla="*/ 1482675 w 2077406"/>
              <a:gd name="csY713" fmla="*/ 1034766 h 1352655"/>
              <a:gd name="csX714" fmla="*/ 1484745 w 2077406"/>
              <a:gd name="csY714" fmla="*/ 1038140 h 1352655"/>
              <a:gd name="csX715" fmla="*/ 1486826 w 2077406"/>
              <a:gd name="csY715" fmla="*/ 1041483 h 1352655"/>
              <a:gd name="csX716" fmla="*/ 1488906 w 2077406"/>
              <a:gd name="csY716" fmla="*/ 1044806 h 1352655"/>
              <a:gd name="csX717" fmla="*/ 1490986 w 2077406"/>
              <a:gd name="csY717" fmla="*/ 1048107 h 1352655"/>
              <a:gd name="csX718" fmla="*/ 1493067 w 2077406"/>
              <a:gd name="csY718" fmla="*/ 1051378 h 1352655"/>
              <a:gd name="csX719" fmla="*/ 1495147 w 2077406"/>
              <a:gd name="csY719" fmla="*/ 1054628 h 1352655"/>
              <a:gd name="csX720" fmla="*/ 1497227 w 2077406"/>
              <a:gd name="csY720" fmla="*/ 1057857 h 1352655"/>
              <a:gd name="csX721" fmla="*/ 1499308 w 2077406"/>
              <a:gd name="csY721" fmla="*/ 1061066 h 1352655"/>
              <a:gd name="csX722" fmla="*/ 1501388 w 2077406"/>
              <a:gd name="csY722" fmla="*/ 1064253 h 1352655"/>
              <a:gd name="csX723" fmla="*/ 1503468 w 2077406"/>
              <a:gd name="csY723" fmla="*/ 1067410 h 1352655"/>
              <a:gd name="csX724" fmla="*/ 1505549 w 2077406"/>
              <a:gd name="csY724" fmla="*/ 1070546 h 1352655"/>
              <a:gd name="csX725" fmla="*/ 1507629 w 2077406"/>
              <a:gd name="csY725" fmla="*/ 1073662 h 1352655"/>
              <a:gd name="csX726" fmla="*/ 1509699 w 2077406"/>
              <a:gd name="csY726" fmla="*/ 1076746 h 1352655"/>
              <a:gd name="csX727" fmla="*/ 1511779 w 2077406"/>
              <a:gd name="csY727" fmla="*/ 1079810 h 1352655"/>
              <a:gd name="csX728" fmla="*/ 1513860 w 2077406"/>
              <a:gd name="csY728" fmla="*/ 1082863 h 1352655"/>
              <a:gd name="csX729" fmla="*/ 1515940 w 2077406"/>
              <a:gd name="csY729" fmla="*/ 1085875 h 1352655"/>
              <a:gd name="csX730" fmla="*/ 1518021 w 2077406"/>
              <a:gd name="csY730" fmla="*/ 1088876 h 1352655"/>
              <a:gd name="csX731" fmla="*/ 1520101 w 2077406"/>
              <a:gd name="csY731" fmla="*/ 1091847 h 1352655"/>
              <a:gd name="csX732" fmla="*/ 1522181 w 2077406"/>
              <a:gd name="csY732" fmla="*/ 1094796 h 1352655"/>
              <a:gd name="csX733" fmla="*/ 1524261 w 2077406"/>
              <a:gd name="csY733" fmla="*/ 1097725 h 1352655"/>
              <a:gd name="csX734" fmla="*/ 1526342 w 2077406"/>
              <a:gd name="csY734" fmla="*/ 1100634 h 1352655"/>
              <a:gd name="csX735" fmla="*/ 1528422 w 2077406"/>
              <a:gd name="csY735" fmla="*/ 1103511 h 1352655"/>
              <a:gd name="csX736" fmla="*/ 1530503 w 2077406"/>
              <a:gd name="csY736" fmla="*/ 1106378 h 1352655"/>
              <a:gd name="csX737" fmla="*/ 1532583 w 2077406"/>
              <a:gd name="csY737" fmla="*/ 1109214 h 1352655"/>
              <a:gd name="csX738" fmla="*/ 1534653 w 2077406"/>
              <a:gd name="csY738" fmla="*/ 1112019 h 1352655"/>
              <a:gd name="csX739" fmla="*/ 1536733 w 2077406"/>
              <a:gd name="csY739" fmla="*/ 1114813 h 1352655"/>
              <a:gd name="csX740" fmla="*/ 1538814 w 2077406"/>
              <a:gd name="csY740" fmla="*/ 1117577 h 1352655"/>
              <a:gd name="csX741" fmla="*/ 1540894 w 2077406"/>
              <a:gd name="csY741" fmla="*/ 1120330 h 1352655"/>
              <a:gd name="csX742" fmla="*/ 1542974 w 2077406"/>
              <a:gd name="csY742" fmla="*/ 1123052 h 1352655"/>
              <a:gd name="csX743" fmla="*/ 1545055 w 2077406"/>
              <a:gd name="csY743" fmla="*/ 1125753 h 1352655"/>
              <a:gd name="csX744" fmla="*/ 1547135 w 2077406"/>
              <a:gd name="csY744" fmla="*/ 1128423 h 1352655"/>
              <a:gd name="csX745" fmla="*/ 1549215 w 2077406"/>
              <a:gd name="csY745" fmla="*/ 1131083 h 1352655"/>
              <a:gd name="csX746" fmla="*/ 1551296 w 2077406"/>
              <a:gd name="csY746" fmla="*/ 1133712 h 1352655"/>
              <a:gd name="csX747" fmla="*/ 1553376 w 2077406"/>
              <a:gd name="csY747" fmla="*/ 1136320 h 1352655"/>
              <a:gd name="csX748" fmla="*/ 1555456 w 2077406"/>
              <a:gd name="csY748" fmla="*/ 1138908 h 1352655"/>
              <a:gd name="csX749" fmla="*/ 1557537 w 2077406"/>
              <a:gd name="csY749" fmla="*/ 1141475 h 1352655"/>
              <a:gd name="csX750" fmla="*/ 1559607 w 2077406"/>
              <a:gd name="csY750" fmla="*/ 1144021 h 1352655"/>
              <a:gd name="csX751" fmla="*/ 1561687 w 2077406"/>
              <a:gd name="csY751" fmla="*/ 1146536 h 1352655"/>
              <a:gd name="csX752" fmla="*/ 1563767 w 2077406"/>
              <a:gd name="csY752" fmla="*/ 1149041 h 1352655"/>
              <a:gd name="csX753" fmla="*/ 1565848 w 2077406"/>
              <a:gd name="csY753" fmla="*/ 1151514 h 1352655"/>
              <a:gd name="csX754" fmla="*/ 1567928 w 2077406"/>
              <a:gd name="csY754" fmla="*/ 1153967 h 1352655"/>
              <a:gd name="csX755" fmla="*/ 1570009 w 2077406"/>
              <a:gd name="csY755" fmla="*/ 1156399 h 1352655"/>
              <a:gd name="csX756" fmla="*/ 1572089 w 2077406"/>
              <a:gd name="csY756" fmla="*/ 1158811 h 1352655"/>
              <a:gd name="csX757" fmla="*/ 1574169 w 2077406"/>
              <a:gd name="csY757" fmla="*/ 1161202 h 1352655"/>
              <a:gd name="csX758" fmla="*/ 1576250 w 2077406"/>
              <a:gd name="csY758" fmla="*/ 1163572 h 1352655"/>
              <a:gd name="csX759" fmla="*/ 1578330 w 2077406"/>
              <a:gd name="csY759" fmla="*/ 1165921 h 1352655"/>
              <a:gd name="csX760" fmla="*/ 1580410 w 2077406"/>
              <a:gd name="csY760" fmla="*/ 1168250 h 1352655"/>
              <a:gd name="csX761" fmla="*/ 1582491 w 2077406"/>
              <a:gd name="csY761" fmla="*/ 1170548 h 1352655"/>
              <a:gd name="csX762" fmla="*/ 1584561 w 2077406"/>
              <a:gd name="csY762" fmla="*/ 1172835 h 1352655"/>
              <a:gd name="csX763" fmla="*/ 1586641 w 2077406"/>
              <a:gd name="csY763" fmla="*/ 1175092 h 1352655"/>
              <a:gd name="csX764" fmla="*/ 1588721 w 2077406"/>
              <a:gd name="csY764" fmla="*/ 1177337 h 1352655"/>
              <a:gd name="csX765" fmla="*/ 1590802 w 2077406"/>
              <a:gd name="csY765" fmla="*/ 1179552 h 1352655"/>
              <a:gd name="csX766" fmla="*/ 1592882 w 2077406"/>
              <a:gd name="csY766" fmla="*/ 1181757 h 1352655"/>
              <a:gd name="csX767" fmla="*/ 1594962 w 2077406"/>
              <a:gd name="csY767" fmla="*/ 1183930 h 1352655"/>
              <a:gd name="csX768" fmla="*/ 1597043 w 2077406"/>
              <a:gd name="csY768" fmla="*/ 1186094 h 1352655"/>
              <a:gd name="csX769" fmla="*/ 1599123 w 2077406"/>
              <a:gd name="csY769" fmla="*/ 1188226 h 1352655"/>
              <a:gd name="csX770" fmla="*/ 1601203 w 2077406"/>
              <a:gd name="csY770" fmla="*/ 1190348 h 1352655"/>
              <a:gd name="csX771" fmla="*/ 1603284 w 2077406"/>
              <a:gd name="csY771" fmla="*/ 1192438 h 1352655"/>
              <a:gd name="csX772" fmla="*/ 1605364 w 2077406"/>
              <a:gd name="csY772" fmla="*/ 1194518 h 1352655"/>
              <a:gd name="csX773" fmla="*/ 1607444 w 2077406"/>
              <a:gd name="csY773" fmla="*/ 1196568 h 1352655"/>
              <a:gd name="csX774" fmla="*/ 1609514 w 2077406"/>
              <a:gd name="csY774" fmla="*/ 1198607 h 1352655"/>
              <a:gd name="csX775" fmla="*/ 1611595 w 2077406"/>
              <a:gd name="csY775" fmla="*/ 1200625 h 1352655"/>
              <a:gd name="csX776" fmla="*/ 1613675 w 2077406"/>
              <a:gd name="csY776" fmla="*/ 1202612 h 1352655"/>
              <a:gd name="csX777" fmla="*/ 1615755 w 2077406"/>
              <a:gd name="csY777" fmla="*/ 1204589 h 1352655"/>
              <a:gd name="csX778" fmla="*/ 1617836 w 2077406"/>
              <a:gd name="csY778" fmla="*/ 1206545 h 1352655"/>
              <a:gd name="csX779" fmla="*/ 1619916 w 2077406"/>
              <a:gd name="csY779" fmla="*/ 1208481 h 1352655"/>
              <a:gd name="csX780" fmla="*/ 1621997 w 2077406"/>
              <a:gd name="csY780" fmla="*/ 1210395 h 1352655"/>
              <a:gd name="csX781" fmla="*/ 1624077 w 2077406"/>
              <a:gd name="csY781" fmla="*/ 1212300 h 1352655"/>
              <a:gd name="csX782" fmla="*/ 1626157 w 2077406"/>
              <a:gd name="csY782" fmla="*/ 1214173 h 1352655"/>
              <a:gd name="csX783" fmla="*/ 1628238 w 2077406"/>
              <a:gd name="csY783" fmla="*/ 1216036 h 1352655"/>
              <a:gd name="csX784" fmla="*/ 1630318 w 2077406"/>
              <a:gd name="csY784" fmla="*/ 1217868 h 1352655"/>
              <a:gd name="csX785" fmla="*/ 1632398 w 2077406"/>
              <a:gd name="csY785" fmla="*/ 1219690 h 1352655"/>
              <a:gd name="csX786" fmla="*/ 1634468 w 2077406"/>
              <a:gd name="csY786" fmla="*/ 1221491 h 1352655"/>
              <a:gd name="csX787" fmla="*/ 1636549 w 2077406"/>
              <a:gd name="csY787" fmla="*/ 1223281 h 1352655"/>
              <a:gd name="csX788" fmla="*/ 1638629 w 2077406"/>
              <a:gd name="csY788" fmla="*/ 1225041 h 1352655"/>
              <a:gd name="csX789" fmla="*/ 1640709 w 2077406"/>
              <a:gd name="csY789" fmla="*/ 1226790 h 1352655"/>
              <a:gd name="csX790" fmla="*/ 1642790 w 2077406"/>
              <a:gd name="csY790" fmla="*/ 1228518 h 1352655"/>
              <a:gd name="csX791" fmla="*/ 1644870 w 2077406"/>
              <a:gd name="csY791" fmla="*/ 1230226 h 1352655"/>
              <a:gd name="csX792" fmla="*/ 1646950 w 2077406"/>
              <a:gd name="csY792" fmla="*/ 1231913 h 1352655"/>
              <a:gd name="csX793" fmla="*/ 1649031 w 2077406"/>
              <a:gd name="csY793" fmla="*/ 1233590 h 1352655"/>
              <a:gd name="csX794" fmla="*/ 1651111 w 2077406"/>
              <a:gd name="csY794" fmla="*/ 1235246 h 1352655"/>
              <a:gd name="csX795" fmla="*/ 1653191 w 2077406"/>
              <a:gd name="csY795" fmla="*/ 1236881 h 1352655"/>
              <a:gd name="csX796" fmla="*/ 1655272 w 2077406"/>
              <a:gd name="csY796" fmla="*/ 1238506 h 1352655"/>
              <a:gd name="csX797" fmla="*/ 1657352 w 2077406"/>
              <a:gd name="csY797" fmla="*/ 1240100 h 1352655"/>
              <a:gd name="csX798" fmla="*/ 1659422 w 2077406"/>
              <a:gd name="csY798" fmla="*/ 1241694 h 1352655"/>
              <a:gd name="csX799" fmla="*/ 1661503 w 2077406"/>
              <a:gd name="csY799" fmla="*/ 1243257 h 1352655"/>
              <a:gd name="csX800" fmla="*/ 1663583 w 2077406"/>
              <a:gd name="csY800" fmla="*/ 1244809 h 1352655"/>
              <a:gd name="csX801" fmla="*/ 1665663 w 2077406"/>
              <a:gd name="csY801" fmla="*/ 1246341 h 1352655"/>
              <a:gd name="csX802" fmla="*/ 1667743 w 2077406"/>
              <a:gd name="csY802" fmla="*/ 1247852 h 1352655"/>
              <a:gd name="csX803" fmla="*/ 1669824 w 2077406"/>
              <a:gd name="csY803" fmla="*/ 1249353 h 1352655"/>
              <a:gd name="csX804" fmla="*/ 1671904 w 2077406"/>
              <a:gd name="csY804" fmla="*/ 1250833 h 1352655"/>
              <a:gd name="csX805" fmla="*/ 1673985 w 2077406"/>
              <a:gd name="csY805" fmla="*/ 1252303 h 1352655"/>
              <a:gd name="csX806" fmla="*/ 1676065 w 2077406"/>
              <a:gd name="csY806" fmla="*/ 1253752 h 1352655"/>
              <a:gd name="csX807" fmla="*/ 1678145 w 2077406"/>
              <a:gd name="csY807" fmla="*/ 1255190 h 1352655"/>
              <a:gd name="csX808" fmla="*/ 1680226 w 2077406"/>
              <a:gd name="csY808" fmla="*/ 1256598 h 1352655"/>
              <a:gd name="csX809" fmla="*/ 1682306 w 2077406"/>
              <a:gd name="csY809" fmla="*/ 1258005 h 1352655"/>
              <a:gd name="csX810" fmla="*/ 1684376 w 2077406"/>
              <a:gd name="csY810" fmla="*/ 1259382 h 1352655"/>
              <a:gd name="csX811" fmla="*/ 1686456 w 2077406"/>
              <a:gd name="csY811" fmla="*/ 1260758 h 1352655"/>
              <a:gd name="csX812" fmla="*/ 1688537 w 2077406"/>
              <a:gd name="csY812" fmla="*/ 1262104 h 1352655"/>
              <a:gd name="csX813" fmla="*/ 1690617 w 2077406"/>
              <a:gd name="csY813" fmla="*/ 1263450 h 1352655"/>
              <a:gd name="csX814" fmla="*/ 1692697 w 2077406"/>
              <a:gd name="csY814" fmla="*/ 1264764 h 1352655"/>
              <a:gd name="csX815" fmla="*/ 1694778 w 2077406"/>
              <a:gd name="csY815" fmla="*/ 1266068 h 1352655"/>
              <a:gd name="csX816" fmla="*/ 1696858 w 2077406"/>
              <a:gd name="csY816" fmla="*/ 1267362 h 1352655"/>
              <a:gd name="csX817" fmla="*/ 1698938 w 2077406"/>
              <a:gd name="csY817" fmla="*/ 1268635 h 1352655"/>
              <a:gd name="csX818" fmla="*/ 1701019 w 2077406"/>
              <a:gd name="csY818" fmla="*/ 1269898 h 1352655"/>
              <a:gd name="csX819" fmla="*/ 1703099 w 2077406"/>
              <a:gd name="csY819" fmla="*/ 1271150 h 1352655"/>
              <a:gd name="csX820" fmla="*/ 1705179 w 2077406"/>
              <a:gd name="csY820" fmla="*/ 1272371 h 1352655"/>
              <a:gd name="csX821" fmla="*/ 1707260 w 2077406"/>
              <a:gd name="csY821" fmla="*/ 1273592 h 1352655"/>
              <a:gd name="csX822" fmla="*/ 1709330 w 2077406"/>
              <a:gd name="csY822" fmla="*/ 1274793 h 1352655"/>
              <a:gd name="csX823" fmla="*/ 1711410 w 2077406"/>
              <a:gd name="csY823" fmla="*/ 1275983 h 1352655"/>
              <a:gd name="csX824" fmla="*/ 1713491 w 2077406"/>
              <a:gd name="csY824" fmla="*/ 1277153 h 1352655"/>
              <a:gd name="csX825" fmla="*/ 1715571 w 2077406"/>
              <a:gd name="csY825" fmla="*/ 1278312 h 1352655"/>
              <a:gd name="csX826" fmla="*/ 1717651 w 2077406"/>
              <a:gd name="csY826" fmla="*/ 1279461 h 1352655"/>
              <a:gd name="csX827" fmla="*/ 1719732 w 2077406"/>
              <a:gd name="csY827" fmla="*/ 1280589 h 1352655"/>
              <a:gd name="csX828" fmla="*/ 1721812 w 2077406"/>
              <a:gd name="csY828" fmla="*/ 1281707 h 1352655"/>
              <a:gd name="csX829" fmla="*/ 1723892 w 2077406"/>
              <a:gd name="csY829" fmla="*/ 1282804 h 1352655"/>
              <a:gd name="csX830" fmla="*/ 1725973 w 2077406"/>
              <a:gd name="csY830" fmla="*/ 1283891 h 1352655"/>
              <a:gd name="csX831" fmla="*/ 1728053 w 2077406"/>
              <a:gd name="csY831" fmla="*/ 1284967 h 1352655"/>
              <a:gd name="csX832" fmla="*/ 1730133 w 2077406"/>
              <a:gd name="csY832" fmla="*/ 1286033 h 1352655"/>
              <a:gd name="csX833" fmla="*/ 1732214 w 2077406"/>
              <a:gd name="csY833" fmla="*/ 1287079 h 1352655"/>
              <a:gd name="csX834" fmla="*/ 1734284 w 2077406"/>
              <a:gd name="csY834" fmla="*/ 1288114 h 1352655"/>
              <a:gd name="csX835" fmla="*/ 1736364 w 2077406"/>
              <a:gd name="csY835" fmla="*/ 1289138 h 1352655"/>
              <a:gd name="csX836" fmla="*/ 1738444 w 2077406"/>
              <a:gd name="csY836" fmla="*/ 1290152 h 1352655"/>
              <a:gd name="csX837" fmla="*/ 1740525 w 2077406"/>
              <a:gd name="csY837" fmla="*/ 1291146 h 1352655"/>
              <a:gd name="csX838" fmla="*/ 1742605 w 2077406"/>
              <a:gd name="csY838" fmla="*/ 1292129 h 1352655"/>
              <a:gd name="csX839" fmla="*/ 1744685 w 2077406"/>
              <a:gd name="csY839" fmla="*/ 1293102 h 1352655"/>
              <a:gd name="csX840" fmla="*/ 1746766 w 2077406"/>
              <a:gd name="csY840" fmla="*/ 1294065 h 1352655"/>
              <a:gd name="csX841" fmla="*/ 1748846 w 2077406"/>
              <a:gd name="csY841" fmla="*/ 1295017 h 1352655"/>
              <a:gd name="csX842" fmla="*/ 1750926 w 2077406"/>
              <a:gd name="csY842" fmla="*/ 1295948 h 1352655"/>
              <a:gd name="csX843" fmla="*/ 1753007 w 2077406"/>
              <a:gd name="csY843" fmla="*/ 1296870 h 1352655"/>
              <a:gd name="csX844" fmla="*/ 1755087 w 2077406"/>
              <a:gd name="csY844" fmla="*/ 1297780 h 1352655"/>
              <a:gd name="csX845" fmla="*/ 1757167 w 2077406"/>
              <a:gd name="csY845" fmla="*/ 1298681 h 1352655"/>
              <a:gd name="csX846" fmla="*/ 1759237 w 2077406"/>
              <a:gd name="csY846" fmla="*/ 1299571 h 1352655"/>
              <a:gd name="csX847" fmla="*/ 1761318 w 2077406"/>
              <a:gd name="csY847" fmla="*/ 1300440 h 1352655"/>
              <a:gd name="csX848" fmla="*/ 1763398 w 2077406"/>
              <a:gd name="csY848" fmla="*/ 1301310 h 1352655"/>
              <a:gd name="csX849" fmla="*/ 1765478 w 2077406"/>
              <a:gd name="csY849" fmla="*/ 1302158 h 1352655"/>
              <a:gd name="csX850" fmla="*/ 1767559 w 2077406"/>
              <a:gd name="csY850" fmla="*/ 1303007 h 1352655"/>
              <a:gd name="csX851" fmla="*/ 1769639 w 2077406"/>
              <a:gd name="csY851" fmla="*/ 1303835 h 1352655"/>
              <a:gd name="csX852" fmla="*/ 1771720 w 2077406"/>
              <a:gd name="csY852" fmla="*/ 1304653 h 1352655"/>
              <a:gd name="csX853" fmla="*/ 1773800 w 2077406"/>
              <a:gd name="csY853" fmla="*/ 1305460 h 1352655"/>
              <a:gd name="csX854" fmla="*/ 1775880 w 2077406"/>
              <a:gd name="csY854" fmla="*/ 1306257 h 1352655"/>
              <a:gd name="csX855" fmla="*/ 1777961 w 2077406"/>
              <a:gd name="csY855" fmla="*/ 1307044 h 1352655"/>
              <a:gd name="csX856" fmla="*/ 1780041 w 2077406"/>
              <a:gd name="csY856" fmla="*/ 1307820 h 1352655"/>
              <a:gd name="csX857" fmla="*/ 1782111 w 2077406"/>
              <a:gd name="csY857" fmla="*/ 1308586 h 1352655"/>
              <a:gd name="csX858" fmla="*/ 1784191 w 2077406"/>
              <a:gd name="csY858" fmla="*/ 1309341 h 1352655"/>
              <a:gd name="csX859" fmla="*/ 1786272 w 2077406"/>
              <a:gd name="csY859" fmla="*/ 1310087 h 1352655"/>
              <a:gd name="csX860" fmla="*/ 1788352 w 2077406"/>
              <a:gd name="csY860" fmla="*/ 1310821 h 1352655"/>
              <a:gd name="csX861" fmla="*/ 1790432 w 2077406"/>
              <a:gd name="csY861" fmla="*/ 1311546 h 1352655"/>
              <a:gd name="csX862" fmla="*/ 1792513 w 2077406"/>
              <a:gd name="csY862" fmla="*/ 1312260 h 1352655"/>
              <a:gd name="csX863" fmla="*/ 1794593 w 2077406"/>
              <a:gd name="csY863" fmla="*/ 1312964 h 1352655"/>
              <a:gd name="csX864" fmla="*/ 1796673 w 2077406"/>
              <a:gd name="csY864" fmla="*/ 1313668 h 1352655"/>
              <a:gd name="csX865" fmla="*/ 1798754 w 2077406"/>
              <a:gd name="csY865" fmla="*/ 1314351 h 1352655"/>
              <a:gd name="csX866" fmla="*/ 1800834 w 2077406"/>
              <a:gd name="csY866" fmla="*/ 1315023 h 1352655"/>
              <a:gd name="csX867" fmla="*/ 1802915 w 2077406"/>
              <a:gd name="csY867" fmla="*/ 1315696 h 1352655"/>
              <a:gd name="csX868" fmla="*/ 1804995 w 2077406"/>
              <a:gd name="csY868" fmla="*/ 1316348 h 1352655"/>
              <a:gd name="csX869" fmla="*/ 1807065 w 2077406"/>
              <a:gd name="csY869" fmla="*/ 1317000 h 1352655"/>
              <a:gd name="csX870" fmla="*/ 1809145 w 2077406"/>
              <a:gd name="csY870" fmla="*/ 1317632 h 1352655"/>
              <a:gd name="csX871" fmla="*/ 1811226 w 2077406"/>
              <a:gd name="csY871" fmla="*/ 1318263 h 1352655"/>
              <a:gd name="csX872" fmla="*/ 1813306 w 2077406"/>
              <a:gd name="csY872" fmla="*/ 1318884 h 1352655"/>
              <a:gd name="csX873" fmla="*/ 1815386 w 2077406"/>
              <a:gd name="csY873" fmla="*/ 1319495 h 1352655"/>
              <a:gd name="csX874" fmla="*/ 1817467 w 2077406"/>
              <a:gd name="csY874" fmla="*/ 1320105 h 1352655"/>
              <a:gd name="csX875" fmla="*/ 1819547 w 2077406"/>
              <a:gd name="csY875" fmla="*/ 1320695 h 1352655"/>
              <a:gd name="csX876" fmla="*/ 1821627 w 2077406"/>
              <a:gd name="csY876" fmla="*/ 1321285 h 1352655"/>
              <a:gd name="csX877" fmla="*/ 1823708 w 2077406"/>
              <a:gd name="csY877" fmla="*/ 1321865 h 1352655"/>
              <a:gd name="csX878" fmla="*/ 1825788 w 2077406"/>
              <a:gd name="csY878" fmla="*/ 1322434 h 1352655"/>
              <a:gd name="csX879" fmla="*/ 1827868 w 2077406"/>
              <a:gd name="csY879" fmla="*/ 1322993 h 1352655"/>
              <a:gd name="csX880" fmla="*/ 1829949 w 2077406"/>
              <a:gd name="csY880" fmla="*/ 1323542 h 1352655"/>
              <a:gd name="csX881" fmla="*/ 1832019 w 2077406"/>
              <a:gd name="csY881" fmla="*/ 1324090 h 1352655"/>
              <a:gd name="csX882" fmla="*/ 1834099 w 2077406"/>
              <a:gd name="csY882" fmla="*/ 1324628 h 1352655"/>
              <a:gd name="csX883" fmla="*/ 1836179 w 2077406"/>
              <a:gd name="csY883" fmla="*/ 1325156 h 1352655"/>
              <a:gd name="csX884" fmla="*/ 1838260 w 2077406"/>
              <a:gd name="csY884" fmla="*/ 1325674 h 1352655"/>
              <a:gd name="csX885" fmla="*/ 1840340 w 2077406"/>
              <a:gd name="csY885" fmla="*/ 1326191 h 1352655"/>
              <a:gd name="csX886" fmla="*/ 1842420 w 2077406"/>
              <a:gd name="csY886" fmla="*/ 1326698 h 1352655"/>
              <a:gd name="csX887" fmla="*/ 1844501 w 2077406"/>
              <a:gd name="csY887" fmla="*/ 1327195 h 1352655"/>
              <a:gd name="csX888" fmla="*/ 1846581 w 2077406"/>
              <a:gd name="csY888" fmla="*/ 1327692 h 1352655"/>
              <a:gd name="csX889" fmla="*/ 1848661 w 2077406"/>
              <a:gd name="csY889" fmla="*/ 1328168 h 1352655"/>
              <a:gd name="csX890" fmla="*/ 1850742 w 2077406"/>
              <a:gd name="csY890" fmla="*/ 1328644 h 1352655"/>
              <a:gd name="csX891" fmla="*/ 1852822 w 2077406"/>
              <a:gd name="csY891" fmla="*/ 1329120 h 1352655"/>
              <a:gd name="csX892" fmla="*/ 1854903 w 2077406"/>
              <a:gd name="csY892" fmla="*/ 1329576 h 1352655"/>
              <a:gd name="csX893" fmla="*/ 1856973 w 2077406"/>
              <a:gd name="csY893" fmla="*/ 1330031 h 1352655"/>
              <a:gd name="csX894" fmla="*/ 1859053 w 2077406"/>
              <a:gd name="csY894" fmla="*/ 1330486 h 1352655"/>
              <a:gd name="csX895" fmla="*/ 1861133 w 2077406"/>
              <a:gd name="csY895" fmla="*/ 1330921 h 1352655"/>
              <a:gd name="csX896" fmla="*/ 1863214 w 2077406"/>
              <a:gd name="csY896" fmla="*/ 1331356 h 1352655"/>
              <a:gd name="csX897" fmla="*/ 1865294 w 2077406"/>
              <a:gd name="csY897" fmla="*/ 1331790 h 1352655"/>
              <a:gd name="csX898" fmla="*/ 1867374 w 2077406"/>
              <a:gd name="csY898" fmla="*/ 1332215 h 1352655"/>
              <a:gd name="csX899" fmla="*/ 1869455 w 2077406"/>
              <a:gd name="csY899" fmla="*/ 1332629 h 1352655"/>
              <a:gd name="csX900" fmla="*/ 1871535 w 2077406"/>
              <a:gd name="csY900" fmla="*/ 1333033 h 1352655"/>
              <a:gd name="csX901" fmla="*/ 1873615 w 2077406"/>
              <a:gd name="csY901" fmla="*/ 1333436 h 1352655"/>
              <a:gd name="csX902" fmla="*/ 1875696 w 2077406"/>
              <a:gd name="csY902" fmla="*/ 1333829 h 1352655"/>
              <a:gd name="csX903" fmla="*/ 1877776 w 2077406"/>
              <a:gd name="csY903" fmla="*/ 1334223 h 1352655"/>
              <a:gd name="csX904" fmla="*/ 1879856 w 2077406"/>
              <a:gd name="csY904" fmla="*/ 1334606 h 1352655"/>
              <a:gd name="csX905" fmla="*/ 1881926 w 2077406"/>
              <a:gd name="csY905" fmla="*/ 1334989 h 1352655"/>
              <a:gd name="csX906" fmla="*/ 1884007 w 2077406"/>
              <a:gd name="csY906" fmla="*/ 1335361 h 1352655"/>
              <a:gd name="csX907" fmla="*/ 1886087 w 2077406"/>
              <a:gd name="csY907" fmla="*/ 1335723 h 1352655"/>
              <a:gd name="csX908" fmla="*/ 1888167 w 2077406"/>
              <a:gd name="csY908" fmla="*/ 1336086 h 1352655"/>
              <a:gd name="csX909" fmla="*/ 1890248 w 2077406"/>
              <a:gd name="csY909" fmla="*/ 1336438 h 1352655"/>
              <a:gd name="csX910" fmla="*/ 1892328 w 2077406"/>
              <a:gd name="csY910" fmla="*/ 1336790 h 1352655"/>
              <a:gd name="csX911" fmla="*/ 1894408 w 2077406"/>
              <a:gd name="csY911" fmla="*/ 1337131 h 1352655"/>
              <a:gd name="csX912" fmla="*/ 1896489 w 2077406"/>
              <a:gd name="csY912" fmla="*/ 1337473 h 1352655"/>
              <a:gd name="csX913" fmla="*/ 1898569 w 2077406"/>
              <a:gd name="csY913" fmla="*/ 1337804 h 1352655"/>
              <a:gd name="csX914" fmla="*/ 1900649 w 2077406"/>
              <a:gd name="csY914" fmla="*/ 1338135 h 1352655"/>
              <a:gd name="csX915" fmla="*/ 1902730 w 2077406"/>
              <a:gd name="csY915" fmla="*/ 1338456 h 1352655"/>
              <a:gd name="csX916" fmla="*/ 1904810 w 2077406"/>
              <a:gd name="csY916" fmla="*/ 1338777 h 1352655"/>
              <a:gd name="csX917" fmla="*/ 1906880 w 2077406"/>
              <a:gd name="csY917" fmla="*/ 1339087 h 1352655"/>
              <a:gd name="csX918" fmla="*/ 1908961 w 2077406"/>
              <a:gd name="csY918" fmla="*/ 1339387 h 1352655"/>
              <a:gd name="csX919" fmla="*/ 1911041 w 2077406"/>
              <a:gd name="csY919" fmla="*/ 1339698 h 1352655"/>
              <a:gd name="csX920" fmla="*/ 1913121 w 2077406"/>
              <a:gd name="csY920" fmla="*/ 1339988 h 1352655"/>
              <a:gd name="csX921" fmla="*/ 1915202 w 2077406"/>
              <a:gd name="csY921" fmla="*/ 1340288 h 1352655"/>
              <a:gd name="csX922" fmla="*/ 1917282 w 2077406"/>
              <a:gd name="csY922" fmla="*/ 1340567 h 1352655"/>
              <a:gd name="csX923" fmla="*/ 1919362 w 2077406"/>
              <a:gd name="csY923" fmla="*/ 1340857 h 1352655"/>
              <a:gd name="csX924" fmla="*/ 1921443 w 2077406"/>
              <a:gd name="csY924" fmla="*/ 1341137 h 1352655"/>
              <a:gd name="csX925" fmla="*/ 1923523 w 2077406"/>
              <a:gd name="csY925" fmla="*/ 1341406 h 1352655"/>
              <a:gd name="csX926" fmla="*/ 1925603 w 2077406"/>
              <a:gd name="csY926" fmla="*/ 1341675 h 1352655"/>
              <a:gd name="csX927" fmla="*/ 1927684 w 2077406"/>
              <a:gd name="csY927" fmla="*/ 1341944 h 1352655"/>
              <a:gd name="csX928" fmla="*/ 1929764 w 2077406"/>
              <a:gd name="csY928" fmla="*/ 1342203 h 1352655"/>
              <a:gd name="csX929" fmla="*/ 1931834 w 2077406"/>
              <a:gd name="csY929" fmla="*/ 1342451 h 1352655"/>
              <a:gd name="csX930" fmla="*/ 1933915 w 2077406"/>
              <a:gd name="csY930" fmla="*/ 1342710 h 1352655"/>
              <a:gd name="csX931" fmla="*/ 1935995 w 2077406"/>
              <a:gd name="csY931" fmla="*/ 1342958 h 1352655"/>
              <a:gd name="csX932" fmla="*/ 1938075 w 2077406"/>
              <a:gd name="csY932" fmla="*/ 1343196 h 1352655"/>
              <a:gd name="csX933" fmla="*/ 1940155 w 2077406"/>
              <a:gd name="csY933" fmla="*/ 1343434 h 1352655"/>
              <a:gd name="csX934" fmla="*/ 1942236 w 2077406"/>
              <a:gd name="csY934" fmla="*/ 1343672 h 1352655"/>
              <a:gd name="csX935" fmla="*/ 1944316 w 2077406"/>
              <a:gd name="csY935" fmla="*/ 1343900 h 1352655"/>
              <a:gd name="csX936" fmla="*/ 1946396 w 2077406"/>
              <a:gd name="csY936" fmla="*/ 1344128 h 1352655"/>
              <a:gd name="csX937" fmla="*/ 1948477 w 2077406"/>
              <a:gd name="csY937" fmla="*/ 1344355 h 1352655"/>
              <a:gd name="csX938" fmla="*/ 1950557 w 2077406"/>
              <a:gd name="csY938" fmla="*/ 1344573 h 1352655"/>
              <a:gd name="csX939" fmla="*/ 1952637 w 2077406"/>
              <a:gd name="csY939" fmla="*/ 1344790 h 1352655"/>
              <a:gd name="csX940" fmla="*/ 1954718 w 2077406"/>
              <a:gd name="csY940" fmla="*/ 1345007 h 1352655"/>
              <a:gd name="csX941" fmla="*/ 1956788 w 2077406"/>
              <a:gd name="csY941" fmla="*/ 1345214 h 1352655"/>
              <a:gd name="csX942" fmla="*/ 1958868 w 2077406"/>
              <a:gd name="csY942" fmla="*/ 1345421 h 1352655"/>
              <a:gd name="csX943" fmla="*/ 1960949 w 2077406"/>
              <a:gd name="csY943" fmla="*/ 1345618 h 1352655"/>
              <a:gd name="csX944" fmla="*/ 1963029 w 2077406"/>
              <a:gd name="csY944" fmla="*/ 1345815 h 1352655"/>
              <a:gd name="csX945" fmla="*/ 1965109 w 2077406"/>
              <a:gd name="csY945" fmla="*/ 1346011 h 1352655"/>
              <a:gd name="csX946" fmla="*/ 1967190 w 2077406"/>
              <a:gd name="csY946" fmla="*/ 1346208 h 1352655"/>
              <a:gd name="csX947" fmla="*/ 1969270 w 2077406"/>
              <a:gd name="csY947" fmla="*/ 1346394 h 1352655"/>
              <a:gd name="csX948" fmla="*/ 1971350 w 2077406"/>
              <a:gd name="csY948" fmla="*/ 1346581 h 1352655"/>
              <a:gd name="csX949" fmla="*/ 1973431 w 2077406"/>
              <a:gd name="csY949" fmla="*/ 1346757 h 1352655"/>
              <a:gd name="csX950" fmla="*/ 1975511 w 2077406"/>
              <a:gd name="csY950" fmla="*/ 1346932 h 1352655"/>
              <a:gd name="csX951" fmla="*/ 1977591 w 2077406"/>
              <a:gd name="csY951" fmla="*/ 1347108 h 1352655"/>
              <a:gd name="csX952" fmla="*/ 1979672 w 2077406"/>
              <a:gd name="csY952" fmla="*/ 1347284 h 1352655"/>
              <a:gd name="csX953" fmla="*/ 1981742 w 2077406"/>
              <a:gd name="csY953" fmla="*/ 1347450 h 1352655"/>
              <a:gd name="csX954" fmla="*/ 1983822 w 2077406"/>
              <a:gd name="csY954" fmla="*/ 1347616 h 1352655"/>
              <a:gd name="csX955" fmla="*/ 1985903 w 2077406"/>
              <a:gd name="csY955" fmla="*/ 1347781 h 1352655"/>
              <a:gd name="csX956" fmla="*/ 1987983 w 2077406"/>
              <a:gd name="csY956" fmla="*/ 1347947 h 1352655"/>
              <a:gd name="csX957" fmla="*/ 1990063 w 2077406"/>
              <a:gd name="csY957" fmla="*/ 1348102 h 1352655"/>
              <a:gd name="csX958" fmla="*/ 1992143 w 2077406"/>
              <a:gd name="csY958" fmla="*/ 1348257 h 1352655"/>
              <a:gd name="csX959" fmla="*/ 1994224 w 2077406"/>
              <a:gd name="csY959" fmla="*/ 1348402 h 1352655"/>
              <a:gd name="csX960" fmla="*/ 1996304 w 2077406"/>
              <a:gd name="csY960" fmla="*/ 1348557 h 1352655"/>
              <a:gd name="csX961" fmla="*/ 1998384 w 2077406"/>
              <a:gd name="csY961" fmla="*/ 1348702 h 1352655"/>
              <a:gd name="csX962" fmla="*/ 2000465 w 2077406"/>
              <a:gd name="csY962" fmla="*/ 1348847 h 1352655"/>
              <a:gd name="csX963" fmla="*/ 2002545 w 2077406"/>
              <a:gd name="csY963" fmla="*/ 1348992 h 1352655"/>
              <a:gd name="csX964" fmla="*/ 2004625 w 2077406"/>
              <a:gd name="csY964" fmla="*/ 1349127 h 1352655"/>
              <a:gd name="csX965" fmla="*/ 2006695 w 2077406"/>
              <a:gd name="csY965" fmla="*/ 1349261 h 1352655"/>
              <a:gd name="csX966" fmla="*/ 2008776 w 2077406"/>
              <a:gd name="csY966" fmla="*/ 1349396 h 1352655"/>
              <a:gd name="csX967" fmla="*/ 2010856 w 2077406"/>
              <a:gd name="csY967" fmla="*/ 1349530 h 1352655"/>
              <a:gd name="csX968" fmla="*/ 2012937 w 2077406"/>
              <a:gd name="csY968" fmla="*/ 1349655 h 1352655"/>
              <a:gd name="csX969" fmla="*/ 2015017 w 2077406"/>
              <a:gd name="csY969" fmla="*/ 1349779 h 1352655"/>
              <a:gd name="csX970" fmla="*/ 2017097 w 2077406"/>
              <a:gd name="csY970" fmla="*/ 1349903 h 1352655"/>
              <a:gd name="csX971" fmla="*/ 2019178 w 2077406"/>
              <a:gd name="csY971" fmla="*/ 1350027 h 1352655"/>
              <a:gd name="csX972" fmla="*/ 2021258 w 2077406"/>
              <a:gd name="csY972" fmla="*/ 1350151 h 1352655"/>
              <a:gd name="csX973" fmla="*/ 2023338 w 2077406"/>
              <a:gd name="csY973" fmla="*/ 1350265 h 1352655"/>
              <a:gd name="csX974" fmla="*/ 2025419 w 2077406"/>
              <a:gd name="csY974" fmla="*/ 1350379 h 1352655"/>
              <a:gd name="csX975" fmla="*/ 2027499 w 2077406"/>
              <a:gd name="csY975" fmla="*/ 1350493 h 1352655"/>
              <a:gd name="csX976" fmla="*/ 2029579 w 2077406"/>
              <a:gd name="csY976" fmla="*/ 1350607 h 1352655"/>
              <a:gd name="csX977" fmla="*/ 2031649 w 2077406"/>
              <a:gd name="csY977" fmla="*/ 1350710 h 1352655"/>
              <a:gd name="csX978" fmla="*/ 2033730 w 2077406"/>
              <a:gd name="csY978" fmla="*/ 1350824 h 1352655"/>
              <a:gd name="csX979" fmla="*/ 2035810 w 2077406"/>
              <a:gd name="csY979" fmla="*/ 1350928 h 1352655"/>
              <a:gd name="csX980" fmla="*/ 2037891 w 2077406"/>
              <a:gd name="csY980" fmla="*/ 1351031 h 1352655"/>
              <a:gd name="csX981" fmla="*/ 2039971 w 2077406"/>
              <a:gd name="csY981" fmla="*/ 1351135 h 1352655"/>
              <a:gd name="csX982" fmla="*/ 2042051 w 2077406"/>
              <a:gd name="csY982" fmla="*/ 1351228 h 1352655"/>
              <a:gd name="csX983" fmla="*/ 2044132 w 2077406"/>
              <a:gd name="csY983" fmla="*/ 1351331 h 1352655"/>
              <a:gd name="csX984" fmla="*/ 2046212 w 2077406"/>
              <a:gd name="csY984" fmla="*/ 1351424 h 1352655"/>
              <a:gd name="csX985" fmla="*/ 2048292 w 2077406"/>
              <a:gd name="csY985" fmla="*/ 1351518 h 1352655"/>
              <a:gd name="csX986" fmla="*/ 2050372 w 2077406"/>
              <a:gd name="csY986" fmla="*/ 1351611 h 1352655"/>
              <a:gd name="csX987" fmla="*/ 2052453 w 2077406"/>
              <a:gd name="csY987" fmla="*/ 1351694 h 1352655"/>
              <a:gd name="csX988" fmla="*/ 2054533 w 2077406"/>
              <a:gd name="csY988" fmla="*/ 1351787 h 1352655"/>
              <a:gd name="csX989" fmla="*/ 2056603 w 2077406"/>
              <a:gd name="csY989" fmla="*/ 1351869 h 1352655"/>
              <a:gd name="csX990" fmla="*/ 2058684 w 2077406"/>
              <a:gd name="csY990" fmla="*/ 1351963 h 1352655"/>
              <a:gd name="csX991" fmla="*/ 2060764 w 2077406"/>
              <a:gd name="csY991" fmla="*/ 1352045 h 1352655"/>
              <a:gd name="csX992" fmla="*/ 2062844 w 2077406"/>
              <a:gd name="csY992" fmla="*/ 1352128 h 1352655"/>
              <a:gd name="csX993" fmla="*/ 2064925 w 2077406"/>
              <a:gd name="csY993" fmla="*/ 1352201 h 1352655"/>
              <a:gd name="csX994" fmla="*/ 2067005 w 2077406"/>
              <a:gd name="csY994" fmla="*/ 1352283 h 1352655"/>
              <a:gd name="csX995" fmla="*/ 2069085 w 2077406"/>
              <a:gd name="csY995" fmla="*/ 1352356 h 1352655"/>
              <a:gd name="csX996" fmla="*/ 2071166 w 2077406"/>
              <a:gd name="csY996" fmla="*/ 1352439 h 1352655"/>
              <a:gd name="csX997" fmla="*/ 2073246 w 2077406"/>
              <a:gd name="csY997" fmla="*/ 1352511 h 1352655"/>
              <a:gd name="csX998" fmla="*/ 2075326 w 2077406"/>
              <a:gd name="csY998" fmla="*/ 1352584 h 1352655"/>
              <a:gd name="csX999" fmla="*/ 2077407 w 2077406"/>
              <a:gd name="csY999" fmla="*/ 1352656 h 135265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077406" h="1352655">
                <a:moveTo>
                  <a:pt x="0" y="1322796"/>
                </a:moveTo>
                <a:lnTo>
                  <a:pt x="2080" y="1322237"/>
                </a:lnTo>
                <a:lnTo>
                  <a:pt x="4160" y="1321658"/>
                </a:lnTo>
                <a:lnTo>
                  <a:pt x="6239" y="1321078"/>
                </a:lnTo>
                <a:lnTo>
                  <a:pt x="8318" y="1320488"/>
                </a:lnTo>
                <a:lnTo>
                  <a:pt x="10398" y="1319898"/>
                </a:lnTo>
                <a:lnTo>
                  <a:pt x="12477" y="1319288"/>
                </a:lnTo>
                <a:lnTo>
                  <a:pt x="14557" y="1318677"/>
                </a:lnTo>
                <a:lnTo>
                  <a:pt x="16637" y="1318046"/>
                </a:lnTo>
                <a:lnTo>
                  <a:pt x="18716" y="1317414"/>
                </a:lnTo>
                <a:lnTo>
                  <a:pt x="20795" y="1316773"/>
                </a:lnTo>
                <a:lnTo>
                  <a:pt x="22875" y="1316121"/>
                </a:lnTo>
                <a:lnTo>
                  <a:pt x="24954" y="1315458"/>
                </a:lnTo>
                <a:lnTo>
                  <a:pt x="27034" y="1314796"/>
                </a:lnTo>
                <a:lnTo>
                  <a:pt x="29114" y="1314113"/>
                </a:lnTo>
                <a:lnTo>
                  <a:pt x="31193" y="1313419"/>
                </a:lnTo>
                <a:lnTo>
                  <a:pt x="33272" y="1312726"/>
                </a:lnTo>
                <a:lnTo>
                  <a:pt x="35351" y="1312012"/>
                </a:lnTo>
                <a:lnTo>
                  <a:pt x="37431" y="1311298"/>
                </a:lnTo>
                <a:lnTo>
                  <a:pt x="39511" y="1310573"/>
                </a:lnTo>
                <a:lnTo>
                  <a:pt x="41590" y="1309828"/>
                </a:lnTo>
                <a:lnTo>
                  <a:pt x="43670" y="1309083"/>
                </a:lnTo>
                <a:lnTo>
                  <a:pt x="45749" y="1308327"/>
                </a:lnTo>
                <a:lnTo>
                  <a:pt x="47828" y="1307551"/>
                </a:lnTo>
                <a:lnTo>
                  <a:pt x="49908" y="1306775"/>
                </a:lnTo>
                <a:lnTo>
                  <a:pt x="51987" y="1305988"/>
                </a:lnTo>
                <a:lnTo>
                  <a:pt x="54067" y="1305181"/>
                </a:lnTo>
                <a:lnTo>
                  <a:pt x="56147" y="1304373"/>
                </a:lnTo>
                <a:lnTo>
                  <a:pt x="58226" y="1303545"/>
                </a:lnTo>
                <a:lnTo>
                  <a:pt x="60305" y="1302707"/>
                </a:lnTo>
                <a:lnTo>
                  <a:pt x="62385" y="1301869"/>
                </a:lnTo>
                <a:lnTo>
                  <a:pt x="64464" y="1301010"/>
                </a:lnTo>
                <a:lnTo>
                  <a:pt x="66544" y="1300140"/>
                </a:lnTo>
                <a:lnTo>
                  <a:pt x="68624" y="1299260"/>
                </a:lnTo>
                <a:lnTo>
                  <a:pt x="70703" y="1298370"/>
                </a:lnTo>
                <a:lnTo>
                  <a:pt x="72782" y="1297470"/>
                </a:lnTo>
                <a:lnTo>
                  <a:pt x="74862" y="1296549"/>
                </a:lnTo>
                <a:lnTo>
                  <a:pt x="76941" y="1295628"/>
                </a:lnTo>
                <a:lnTo>
                  <a:pt x="79021" y="1294686"/>
                </a:lnTo>
                <a:lnTo>
                  <a:pt x="81101" y="1293734"/>
                </a:lnTo>
                <a:lnTo>
                  <a:pt x="83180" y="1292771"/>
                </a:lnTo>
                <a:lnTo>
                  <a:pt x="85259" y="1291788"/>
                </a:lnTo>
                <a:lnTo>
                  <a:pt x="87338" y="1290804"/>
                </a:lnTo>
                <a:lnTo>
                  <a:pt x="89418" y="1289801"/>
                </a:lnTo>
                <a:lnTo>
                  <a:pt x="91498" y="1288786"/>
                </a:lnTo>
                <a:lnTo>
                  <a:pt x="93577" y="1287762"/>
                </a:lnTo>
                <a:lnTo>
                  <a:pt x="95657" y="1286716"/>
                </a:lnTo>
                <a:lnTo>
                  <a:pt x="97736" y="1285661"/>
                </a:lnTo>
                <a:lnTo>
                  <a:pt x="99815" y="1284594"/>
                </a:lnTo>
                <a:lnTo>
                  <a:pt x="101895" y="1283518"/>
                </a:lnTo>
                <a:lnTo>
                  <a:pt x="103975" y="1282421"/>
                </a:lnTo>
                <a:lnTo>
                  <a:pt x="106054" y="1281314"/>
                </a:lnTo>
                <a:lnTo>
                  <a:pt x="108134" y="1280196"/>
                </a:lnTo>
                <a:lnTo>
                  <a:pt x="110213" y="1279057"/>
                </a:lnTo>
                <a:lnTo>
                  <a:pt x="112292" y="1277908"/>
                </a:lnTo>
                <a:lnTo>
                  <a:pt x="114372" y="1276749"/>
                </a:lnTo>
                <a:lnTo>
                  <a:pt x="116451" y="1275569"/>
                </a:lnTo>
                <a:lnTo>
                  <a:pt x="118531" y="1274379"/>
                </a:lnTo>
                <a:lnTo>
                  <a:pt x="120611" y="1273168"/>
                </a:lnTo>
                <a:lnTo>
                  <a:pt x="122690" y="1271947"/>
                </a:lnTo>
                <a:lnTo>
                  <a:pt x="124769" y="1270715"/>
                </a:lnTo>
                <a:lnTo>
                  <a:pt x="126849" y="1269463"/>
                </a:lnTo>
                <a:lnTo>
                  <a:pt x="128928" y="1268200"/>
                </a:lnTo>
                <a:lnTo>
                  <a:pt x="131008" y="1266917"/>
                </a:lnTo>
                <a:lnTo>
                  <a:pt x="133088" y="1265623"/>
                </a:lnTo>
                <a:lnTo>
                  <a:pt x="135167" y="1264309"/>
                </a:lnTo>
                <a:lnTo>
                  <a:pt x="137246" y="1262984"/>
                </a:lnTo>
                <a:lnTo>
                  <a:pt x="139325" y="1261638"/>
                </a:lnTo>
                <a:lnTo>
                  <a:pt x="141405" y="1260282"/>
                </a:lnTo>
                <a:lnTo>
                  <a:pt x="143485" y="1258906"/>
                </a:lnTo>
                <a:lnTo>
                  <a:pt x="145564" y="1257519"/>
                </a:lnTo>
                <a:lnTo>
                  <a:pt x="147644" y="1256111"/>
                </a:lnTo>
                <a:lnTo>
                  <a:pt x="149723" y="1254693"/>
                </a:lnTo>
                <a:lnTo>
                  <a:pt x="151802" y="1253255"/>
                </a:lnTo>
                <a:lnTo>
                  <a:pt x="153882" y="1251795"/>
                </a:lnTo>
                <a:lnTo>
                  <a:pt x="155962" y="1250326"/>
                </a:lnTo>
                <a:lnTo>
                  <a:pt x="158041" y="1248835"/>
                </a:lnTo>
                <a:lnTo>
                  <a:pt x="160121" y="1247335"/>
                </a:lnTo>
                <a:lnTo>
                  <a:pt x="162200" y="1245813"/>
                </a:lnTo>
                <a:lnTo>
                  <a:pt x="164279" y="1244271"/>
                </a:lnTo>
                <a:lnTo>
                  <a:pt x="166359" y="1242718"/>
                </a:lnTo>
                <a:lnTo>
                  <a:pt x="168439" y="1241145"/>
                </a:lnTo>
                <a:lnTo>
                  <a:pt x="170518" y="1239551"/>
                </a:lnTo>
                <a:lnTo>
                  <a:pt x="172598" y="1237937"/>
                </a:lnTo>
                <a:lnTo>
                  <a:pt x="174677" y="1236312"/>
                </a:lnTo>
                <a:lnTo>
                  <a:pt x="176756" y="1234676"/>
                </a:lnTo>
                <a:lnTo>
                  <a:pt x="178836" y="1233010"/>
                </a:lnTo>
                <a:lnTo>
                  <a:pt x="180916" y="1231333"/>
                </a:lnTo>
                <a:lnTo>
                  <a:pt x="182995" y="1229636"/>
                </a:lnTo>
                <a:lnTo>
                  <a:pt x="185075" y="1227918"/>
                </a:lnTo>
                <a:lnTo>
                  <a:pt x="187154" y="1226179"/>
                </a:lnTo>
                <a:lnTo>
                  <a:pt x="189233" y="1224430"/>
                </a:lnTo>
                <a:lnTo>
                  <a:pt x="191312" y="1222660"/>
                </a:lnTo>
                <a:lnTo>
                  <a:pt x="193392" y="1220870"/>
                </a:lnTo>
                <a:lnTo>
                  <a:pt x="195472" y="1219058"/>
                </a:lnTo>
                <a:lnTo>
                  <a:pt x="197551" y="1217237"/>
                </a:lnTo>
                <a:lnTo>
                  <a:pt x="199631" y="1215384"/>
                </a:lnTo>
                <a:lnTo>
                  <a:pt x="201710" y="1213521"/>
                </a:lnTo>
                <a:lnTo>
                  <a:pt x="203789" y="1211637"/>
                </a:lnTo>
                <a:lnTo>
                  <a:pt x="205869" y="1209733"/>
                </a:lnTo>
                <a:lnTo>
                  <a:pt x="207949" y="1207808"/>
                </a:lnTo>
                <a:lnTo>
                  <a:pt x="210028" y="1205872"/>
                </a:lnTo>
                <a:lnTo>
                  <a:pt x="212108" y="1203906"/>
                </a:lnTo>
                <a:lnTo>
                  <a:pt x="214187" y="1201919"/>
                </a:lnTo>
                <a:lnTo>
                  <a:pt x="216266" y="1199921"/>
                </a:lnTo>
                <a:lnTo>
                  <a:pt x="218346" y="1197903"/>
                </a:lnTo>
                <a:lnTo>
                  <a:pt x="220426" y="1195854"/>
                </a:lnTo>
                <a:lnTo>
                  <a:pt x="222505" y="1193794"/>
                </a:lnTo>
                <a:lnTo>
                  <a:pt x="224585" y="1191714"/>
                </a:lnTo>
                <a:lnTo>
                  <a:pt x="226664" y="1189613"/>
                </a:lnTo>
                <a:lnTo>
                  <a:pt x="228743" y="1187491"/>
                </a:lnTo>
                <a:lnTo>
                  <a:pt x="230823" y="1185338"/>
                </a:lnTo>
                <a:lnTo>
                  <a:pt x="232903" y="1183175"/>
                </a:lnTo>
                <a:lnTo>
                  <a:pt x="234982" y="1180991"/>
                </a:lnTo>
                <a:lnTo>
                  <a:pt x="237062" y="1178787"/>
                </a:lnTo>
                <a:lnTo>
                  <a:pt x="239141" y="1176561"/>
                </a:lnTo>
                <a:lnTo>
                  <a:pt x="241220" y="1174315"/>
                </a:lnTo>
                <a:lnTo>
                  <a:pt x="243299" y="1172038"/>
                </a:lnTo>
                <a:lnTo>
                  <a:pt x="245380" y="1169751"/>
                </a:lnTo>
                <a:lnTo>
                  <a:pt x="247459" y="1167443"/>
                </a:lnTo>
                <a:lnTo>
                  <a:pt x="249538" y="1165104"/>
                </a:lnTo>
                <a:lnTo>
                  <a:pt x="251618" y="1162754"/>
                </a:lnTo>
                <a:lnTo>
                  <a:pt x="253697" y="1160374"/>
                </a:lnTo>
                <a:lnTo>
                  <a:pt x="255776" y="1157983"/>
                </a:lnTo>
                <a:lnTo>
                  <a:pt x="257856" y="1155561"/>
                </a:lnTo>
                <a:lnTo>
                  <a:pt x="259936" y="1153118"/>
                </a:lnTo>
                <a:lnTo>
                  <a:pt x="262015" y="1150655"/>
                </a:lnTo>
                <a:lnTo>
                  <a:pt x="264095" y="1148171"/>
                </a:lnTo>
                <a:lnTo>
                  <a:pt x="266174" y="1145667"/>
                </a:lnTo>
                <a:lnTo>
                  <a:pt x="268253" y="1143141"/>
                </a:lnTo>
                <a:lnTo>
                  <a:pt x="270333" y="1140585"/>
                </a:lnTo>
                <a:lnTo>
                  <a:pt x="272413" y="1138018"/>
                </a:lnTo>
                <a:lnTo>
                  <a:pt x="274492" y="1135420"/>
                </a:lnTo>
                <a:lnTo>
                  <a:pt x="276572" y="1132801"/>
                </a:lnTo>
                <a:lnTo>
                  <a:pt x="278651" y="1130162"/>
                </a:lnTo>
                <a:lnTo>
                  <a:pt x="280730" y="1127502"/>
                </a:lnTo>
                <a:lnTo>
                  <a:pt x="282810" y="1124811"/>
                </a:lnTo>
                <a:lnTo>
                  <a:pt x="284890" y="1122100"/>
                </a:lnTo>
                <a:lnTo>
                  <a:pt x="286969" y="1119378"/>
                </a:lnTo>
                <a:lnTo>
                  <a:pt x="289049" y="1116624"/>
                </a:lnTo>
                <a:lnTo>
                  <a:pt x="291128" y="1113851"/>
                </a:lnTo>
                <a:lnTo>
                  <a:pt x="293207" y="1111046"/>
                </a:lnTo>
                <a:lnTo>
                  <a:pt x="295286" y="1108231"/>
                </a:lnTo>
                <a:lnTo>
                  <a:pt x="297367" y="1105384"/>
                </a:lnTo>
                <a:lnTo>
                  <a:pt x="299446" y="1102517"/>
                </a:lnTo>
                <a:lnTo>
                  <a:pt x="301525" y="1099630"/>
                </a:lnTo>
                <a:lnTo>
                  <a:pt x="303605" y="1096711"/>
                </a:lnTo>
                <a:lnTo>
                  <a:pt x="305684" y="1093772"/>
                </a:lnTo>
                <a:lnTo>
                  <a:pt x="307763" y="1090822"/>
                </a:lnTo>
                <a:lnTo>
                  <a:pt x="309844" y="1087831"/>
                </a:lnTo>
                <a:lnTo>
                  <a:pt x="311923" y="1084829"/>
                </a:lnTo>
                <a:lnTo>
                  <a:pt x="314002" y="1081807"/>
                </a:lnTo>
                <a:lnTo>
                  <a:pt x="316082" y="1078754"/>
                </a:lnTo>
                <a:lnTo>
                  <a:pt x="318161" y="1075680"/>
                </a:lnTo>
                <a:lnTo>
                  <a:pt x="320240" y="1072575"/>
                </a:lnTo>
                <a:lnTo>
                  <a:pt x="322320" y="1069460"/>
                </a:lnTo>
                <a:lnTo>
                  <a:pt x="324400" y="1066313"/>
                </a:lnTo>
                <a:lnTo>
                  <a:pt x="326479" y="1063146"/>
                </a:lnTo>
                <a:lnTo>
                  <a:pt x="328559" y="1059958"/>
                </a:lnTo>
                <a:lnTo>
                  <a:pt x="330638" y="1056739"/>
                </a:lnTo>
                <a:lnTo>
                  <a:pt x="332717" y="1053500"/>
                </a:lnTo>
                <a:lnTo>
                  <a:pt x="334797" y="1050240"/>
                </a:lnTo>
                <a:lnTo>
                  <a:pt x="336877" y="1046959"/>
                </a:lnTo>
                <a:lnTo>
                  <a:pt x="338956" y="1043647"/>
                </a:lnTo>
                <a:lnTo>
                  <a:pt x="341036" y="1040324"/>
                </a:lnTo>
                <a:lnTo>
                  <a:pt x="343115" y="1036971"/>
                </a:lnTo>
                <a:lnTo>
                  <a:pt x="345194" y="1033586"/>
                </a:lnTo>
                <a:lnTo>
                  <a:pt x="347273" y="1030192"/>
                </a:lnTo>
                <a:lnTo>
                  <a:pt x="349354" y="1026766"/>
                </a:lnTo>
                <a:lnTo>
                  <a:pt x="351433" y="1023319"/>
                </a:lnTo>
                <a:lnTo>
                  <a:pt x="353512" y="1019852"/>
                </a:lnTo>
                <a:lnTo>
                  <a:pt x="355592" y="1016354"/>
                </a:lnTo>
                <a:lnTo>
                  <a:pt x="357671" y="1012845"/>
                </a:lnTo>
                <a:lnTo>
                  <a:pt x="359750" y="1009305"/>
                </a:lnTo>
                <a:lnTo>
                  <a:pt x="361831" y="1005745"/>
                </a:lnTo>
                <a:lnTo>
                  <a:pt x="363910" y="1002153"/>
                </a:lnTo>
                <a:lnTo>
                  <a:pt x="365989" y="998552"/>
                </a:lnTo>
                <a:lnTo>
                  <a:pt x="368069" y="994919"/>
                </a:lnTo>
                <a:lnTo>
                  <a:pt x="370148" y="991265"/>
                </a:lnTo>
                <a:lnTo>
                  <a:pt x="372227" y="987591"/>
                </a:lnTo>
                <a:lnTo>
                  <a:pt x="374308" y="983886"/>
                </a:lnTo>
                <a:lnTo>
                  <a:pt x="376387" y="980160"/>
                </a:lnTo>
                <a:lnTo>
                  <a:pt x="378466" y="976423"/>
                </a:lnTo>
                <a:lnTo>
                  <a:pt x="380546" y="972656"/>
                </a:lnTo>
                <a:lnTo>
                  <a:pt x="382625" y="968858"/>
                </a:lnTo>
                <a:lnTo>
                  <a:pt x="384704" y="965051"/>
                </a:lnTo>
                <a:lnTo>
                  <a:pt x="386785" y="961216"/>
                </a:lnTo>
                <a:lnTo>
                  <a:pt x="388864" y="957359"/>
                </a:lnTo>
                <a:lnTo>
                  <a:pt x="390943" y="953480"/>
                </a:lnTo>
                <a:lnTo>
                  <a:pt x="393023" y="949579"/>
                </a:lnTo>
                <a:lnTo>
                  <a:pt x="395102" y="945656"/>
                </a:lnTo>
                <a:lnTo>
                  <a:pt x="397181" y="941711"/>
                </a:lnTo>
                <a:lnTo>
                  <a:pt x="399260" y="937743"/>
                </a:lnTo>
                <a:lnTo>
                  <a:pt x="401341" y="933755"/>
                </a:lnTo>
                <a:lnTo>
                  <a:pt x="403420" y="929744"/>
                </a:lnTo>
                <a:lnTo>
                  <a:pt x="405499" y="925712"/>
                </a:lnTo>
                <a:lnTo>
                  <a:pt x="407579" y="921659"/>
                </a:lnTo>
                <a:lnTo>
                  <a:pt x="409658" y="917584"/>
                </a:lnTo>
                <a:lnTo>
                  <a:pt x="411737" y="913488"/>
                </a:lnTo>
                <a:lnTo>
                  <a:pt x="413818" y="909371"/>
                </a:lnTo>
                <a:lnTo>
                  <a:pt x="415897" y="905233"/>
                </a:lnTo>
                <a:lnTo>
                  <a:pt x="417976" y="901073"/>
                </a:lnTo>
                <a:lnTo>
                  <a:pt x="420056" y="896894"/>
                </a:lnTo>
                <a:lnTo>
                  <a:pt x="422135" y="892694"/>
                </a:lnTo>
                <a:lnTo>
                  <a:pt x="424214" y="888473"/>
                </a:lnTo>
                <a:lnTo>
                  <a:pt x="426295" y="884232"/>
                </a:lnTo>
                <a:lnTo>
                  <a:pt x="428374" y="879971"/>
                </a:lnTo>
                <a:lnTo>
                  <a:pt x="430453" y="875690"/>
                </a:lnTo>
                <a:lnTo>
                  <a:pt x="432533" y="871389"/>
                </a:lnTo>
                <a:lnTo>
                  <a:pt x="434612" y="867068"/>
                </a:lnTo>
                <a:lnTo>
                  <a:pt x="436691" y="862728"/>
                </a:lnTo>
                <a:lnTo>
                  <a:pt x="438772" y="858368"/>
                </a:lnTo>
                <a:lnTo>
                  <a:pt x="440851" y="853989"/>
                </a:lnTo>
                <a:lnTo>
                  <a:pt x="442930" y="849591"/>
                </a:lnTo>
                <a:lnTo>
                  <a:pt x="445010" y="845174"/>
                </a:lnTo>
                <a:lnTo>
                  <a:pt x="447089" y="840738"/>
                </a:lnTo>
                <a:lnTo>
                  <a:pt x="449168" y="836285"/>
                </a:lnTo>
                <a:lnTo>
                  <a:pt x="451248" y="831812"/>
                </a:lnTo>
                <a:lnTo>
                  <a:pt x="453328" y="827321"/>
                </a:lnTo>
                <a:lnTo>
                  <a:pt x="455407" y="822813"/>
                </a:lnTo>
                <a:lnTo>
                  <a:pt x="457486" y="818286"/>
                </a:lnTo>
                <a:lnTo>
                  <a:pt x="459566" y="813742"/>
                </a:lnTo>
                <a:lnTo>
                  <a:pt x="461645" y="809181"/>
                </a:lnTo>
                <a:lnTo>
                  <a:pt x="463724" y="804602"/>
                </a:lnTo>
                <a:lnTo>
                  <a:pt x="465805" y="800007"/>
                </a:lnTo>
                <a:lnTo>
                  <a:pt x="467884" y="795395"/>
                </a:lnTo>
                <a:lnTo>
                  <a:pt x="469963" y="790765"/>
                </a:lnTo>
                <a:lnTo>
                  <a:pt x="472043" y="786120"/>
                </a:lnTo>
                <a:lnTo>
                  <a:pt x="474122" y="781460"/>
                </a:lnTo>
                <a:lnTo>
                  <a:pt x="476201" y="776782"/>
                </a:lnTo>
                <a:lnTo>
                  <a:pt x="478282" y="772090"/>
                </a:lnTo>
                <a:lnTo>
                  <a:pt x="480361" y="767381"/>
                </a:lnTo>
                <a:lnTo>
                  <a:pt x="482440" y="762659"/>
                </a:lnTo>
                <a:lnTo>
                  <a:pt x="484520" y="757921"/>
                </a:lnTo>
                <a:lnTo>
                  <a:pt x="486599" y="753168"/>
                </a:lnTo>
                <a:lnTo>
                  <a:pt x="488678" y="748401"/>
                </a:lnTo>
                <a:lnTo>
                  <a:pt x="490759" y="743619"/>
                </a:lnTo>
                <a:lnTo>
                  <a:pt x="492838" y="738824"/>
                </a:lnTo>
                <a:lnTo>
                  <a:pt x="494917" y="734015"/>
                </a:lnTo>
                <a:lnTo>
                  <a:pt x="496996" y="729193"/>
                </a:lnTo>
                <a:lnTo>
                  <a:pt x="499076" y="724358"/>
                </a:lnTo>
                <a:lnTo>
                  <a:pt x="501155" y="719510"/>
                </a:lnTo>
                <a:lnTo>
                  <a:pt x="503235" y="714649"/>
                </a:lnTo>
                <a:lnTo>
                  <a:pt x="505315" y="709776"/>
                </a:lnTo>
                <a:lnTo>
                  <a:pt x="507394" y="704891"/>
                </a:lnTo>
                <a:lnTo>
                  <a:pt x="509473" y="699995"/>
                </a:lnTo>
                <a:lnTo>
                  <a:pt x="511553" y="695087"/>
                </a:lnTo>
                <a:lnTo>
                  <a:pt x="513632" y="690167"/>
                </a:lnTo>
                <a:lnTo>
                  <a:pt x="515712" y="685238"/>
                </a:lnTo>
                <a:lnTo>
                  <a:pt x="517792" y="680297"/>
                </a:lnTo>
                <a:lnTo>
                  <a:pt x="519871" y="675346"/>
                </a:lnTo>
                <a:lnTo>
                  <a:pt x="521950" y="670385"/>
                </a:lnTo>
                <a:lnTo>
                  <a:pt x="524030" y="665415"/>
                </a:lnTo>
                <a:lnTo>
                  <a:pt x="526109" y="660436"/>
                </a:lnTo>
                <a:lnTo>
                  <a:pt x="528188" y="655447"/>
                </a:lnTo>
                <a:lnTo>
                  <a:pt x="530269" y="650450"/>
                </a:lnTo>
                <a:lnTo>
                  <a:pt x="532348" y="645445"/>
                </a:lnTo>
                <a:lnTo>
                  <a:pt x="534427" y="640432"/>
                </a:lnTo>
                <a:lnTo>
                  <a:pt x="536507" y="635411"/>
                </a:lnTo>
                <a:lnTo>
                  <a:pt x="538586" y="630382"/>
                </a:lnTo>
                <a:lnTo>
                  <a:pt x="540665" y="625346"/>
                </a:lnTo>
                <a:lnTo>
                  <a:pt x="542746" y="620304"/>
                </a:lnTo>
                <a:lnTo>
                  <a:pt x="544825" y="615256"/>
                </a:lnTo>
                <a:lnTo>
                  <a:pt x="546904" y="610201"/>
                </a:lnTo>
                <a:lnTo>
                  <a:pt x="548983" y="605141"/>
                </a:lnTo>
                <a:lnTo>
                  <a:pt x="551063" y="600077"/>
                </a:lnTo>
                <a:lnTo>
                  <a:pt x="553142" y="595006"/>
                </a:lnTo>
                <a:lnTo>
                  <a:pt x="555222" y="589932"/>
                </a:lnTo>
                <a:lnTo>
                  <a:pt x="557302" y="584853"/>
                </a:lnTo>
                <a:lnTo>
                  <a:pt x="559381" y="579770"/>
                </a:lnTo>
                <a:lnTo>
                  <a:pt x="561460" y="574684"/>
                </a:lnTo>
                <a:lnTo>
                  <a:pt x="563540" y="569595"/>
                </a:lnTo>
                <a:lnTo>
                  <a:pt x="565619" y="564503"/>
                </a:lnTo>
                <a:lnTo>
                  <a:pt x="567699" y="559409"/>
                </a:lnTo>
                <a:lnTo>
                  <a:pt x="569779" y="554312"/>
                </a:lnTo>
                <a:lnTo>
                  <a:pt x="571858" y="549214"/>
                </a:lnTo>
                <a:lnTo>
                  <a:pt x="573937" y="544116"/>
                </a:lnTo>
                <a:lnTo>
                  <a:pt x="576017" y="539015"/>
                </a:lnTo>
                <a:lnTo>
                  <a:pt x="578096" y="533916"/>
                </a:lnTo>
                <a:lnTo>
                  <a:pt x="580176" y="528815"/>
                </a:lnTo>
                <a:lnTo>
                  <a:pt x="582256" y="523715"/>
                </a:lnTo>
                <a:lnTo>
                  <a:pt x="584335" y="518616"/>
                </a:lnTo>
                <a:lnTo>
                  <a:pt x="586414" y="513518"/>
                </a:lnTo>
                <a:lnTo>
                  <a:pt x="588494" y="508422"/>
                </a:lnTo>
                <a:lnTo>
                  <a:pt x="590573" y="503327"/>
                </a:lnTo>
                <a:lnTo>
                  <a:pt x="592653" y="498235"/>
                </a:lnTo>
                <a:lnTo>
                  <a:pt x="594733" y="493146"/>
                </a:lnTo>
                <a:lnTo>
                  <a:pt x="596812" y="488059"/>
                </a:lnTo>
                <a:lnTo>
                  <a:pt x="598891" y="482977"/>
                </a:lnTo>
                <a:lnTo>
                  <a:pt x="600970" y="477898"/>
                </a:lnTo>
                <a:lnTo>
                  <a:pt x="603050" y="472824"/>
                </a:lnTo>
                <a:lnTo>
                  <a:pt x="605129" y="467754"/>
                </a:lnTo>
                <a:lnTo>
                  <a:pt x="607209" y="462691"/>
                </a:lnTo>
                <a:lnTo>
                  <a:pt x="609289" y="457632"/>
                </a:lnTo>
                <a:lnTo>
                  <a:pt x="611368" y="452580"/>
                </a:lnTo>
                <a:lnTo>
                  <a:pt x="613447" y="447535"/>
                </a:lnTo>
                <a:lnTo>
                  <a:pt x="615527" y="442495"/>
                </a:lnTo>
                <a:lnTo>
                  <a:pt x="617606" y="437464"/>
                </a:lnTo>
                <a:lnTo>
                  <a:pt x="619686" y="432440"/>
                </a:lnTo>
                <a:lnTo>
                  <a:pt x="621766" y="427425"/>
                </a:lnTo>
                <a:lnTo>
                  <a:pt x="623845" y="422418"/>
                </a:lnTo>
                <a:lnTo>
                  <a:pt x="625924" y="417420"/>
                </a:lnTo>
                <a:lnTo>
                  <a:pt x="628004" y="412433"/>
                </a:lnTo>
                <a:lnTo>
                  <a:pt x="630083" y="407454"/>
                </a:lnTo>
                <a:lnTo>
                  <a:pt x="632163" y="402486"/>
                </a:lnTo>
                <a:lnTo>
                  <a:pt x="634243" y="397530"/>
                </a:lnTo>
                <a:lnTo>
                  <a:pt x="636322" y="392584"/>
                </a:lnTo>
                <a:lnTo>
                  <a:pt x="638401" y="387651"/>
                </a:lnTo>
                <a:lnTo>
                  <a:pt x="640481" y="382729"/>
                </a:lnTo>
                <a:lnTo>
                  <a:pt x="642560" y="377819"/>
                </a:lnTo>
                <a:lnTo>
                  <a:pt x="644640" y="372924"/>
                </a:lnTo>
                <a:lnTo>
                  <a:pt x="646720" y="368040"/>
                </a:lnTo>
                <a:lnTo>
                  <a:pt x="648799" y="363172"/>
                </a:lnTo>
                <a:lnTo>
                  <a:pt x="650878" y="358318"/>
                </a:lnTo>
                <a:lnTo>
                  <a:pt x="652957" y="353478"/>
                </a:lnTo>
                <a:lnTo>
                  <a:pt x="655037" y="348654"/>
                </a:lnTo>
                <a:lnTo>
                  <a:pt x="657117" y="343846"/>
                </a:lnTo>
                <a:lnTo>
                  <a:pt x="659196" y="339053"/>
                </a:lnTo>
                <a:lnTo>
                  <a:pt x="661276" y="334278"/>
                </a:lnTo>
                <a:lnTo>
                  <a:pt x="663355" y="329519"/>
                </a:lnTo>
                <a:lnTo>
                  <a:pt x="665434" y="324777"/>
                </a:lnTo>
                <a:lnTo>
                  <a:pt x="667514" y="320055"/>
                </a:lnTo>
                <a:lnTo>
                  <a:pt x="669593" y="315350"/>
                </a:lnTo>
                <a:lnTo>
                  <a:pt x="671673" y="310664"/>
                </a:lnTo>
                <a:lnTo>
                  <a:pt x="673753" y="305997"/>
                </a:lnTo>
                <a:lnTo>
                  <a:pt x="675832" y="301350"/>
                </a:lnTo>
                <a:lnTo>
                  <a:pt x="677911" y="296723"/>
                </a:lnTo>
                <a:lnTo>
                  <a:pt x="679992" y="292117"/>
                </a:lnTo>
                <a:lnTo>
                  <a:pt x="682072" y="287532"/>
                </a:lnTo>
                <a:lnTo>
                  <a:pt x="684152" y="282968"/>
                </a:lnTo>
                <a:lnTo>
                  <a:pt x="686233" y="278426"/>
                </a:lnTo>
                <a:lnTo>
                  <a:pt x="688313" y="273907"/>
                </a:lnTo>
                <a:lnTo>
                  <a:pt x="690393" y="269410"/>
                </a:lnTo>
                <a:lnTo>
                  <a:pt x="692463" y="264937"/>
                </a:lnTo>
                <a:lnTo>
                  <a:pt x="694544" y="260487"/>
                </a:lnTo>
                <a:lnTo>
                  <a:pt x="696624" y="256063"/>
                </a:lnTo>
                <a:lnTo>
                  <a:pt x="698704" y="251662"/>
                </a:lnTo>
                <a:lnTo>
                  <a:pt x="700785" y="247286"/>
                </a:lnTo>
                <a:lnTo>
                  <a:pt x="702865" y="242936"/>
                </a:lnTo>
                <a:lnTo>
                  <a:pt x="704945" y="238612"/>
                </a:lnTo>
                <a:lnTo>
                  <a:pt x="707026" y="234313"/>
                </a:lnTo>
                <a:lnTo>
                  <a:pt x="709106" y="230042"/>
                </a:lnTo>
                <a:lnTo>
                  <a:pt x="711187" y="225798"/>
                </a:lnTo>
                <a:lnTo>
                  <a:pt x="713267" y="221582"/>
                </a:lnTo>
                <a:lnTo>
                  <a:pt x="715347" y="217393"/>
                </a:lnTo>
                <a:lnTo>
                  <a:pt x="717417" y="213233"/>
                </a:lnTo>
                <a:lnTo>
                  <a:pt x="719498" y="209103"/>
                </a:lnTo>
                <a:lnTo>
                  <a:pt x="721578" y="205001"/>
                </a:lnTo>
                <a:lnTo>
                  <a:pt x="723658" y="200929"/>
                </a:lnTo>
                <a:lnTo>
                  <a:pt x="725739" y="196887"/>
                </a:lnTo>
                <a:lnTo>
                  <a:pt x="727819" y="192876"/>
                </a:lnTo>
                <a:lnTo>
                  <a:pt x="729899" y="188895"/>
                </a:lnTo>
                <a:lnTo>
                  <a:pt x="731980" y="184947"/>
                </a:lnTo>
                <a:lnTo>
                  <a:pt x="734060" y="181030"/>
                </a:lnTo>
                <a:lnTo>
                  <a:pt x="736140" y="177146"/>
                </a:lnTo>
                <a:lnTo>
                  <a:pt x="738221" y="173294"/>
                </a:lnTo>
                <a:lnTo>
                  <a:pt x="740291" y="169475"/>
                </a:lnTo>
                <a:lnTo>
                  <a:pt x="742371" y="165690"/>
                </a:lnTo>
                <a:lnTo>
                  <a:pt x="744451" y="161938"/>
                </a:lnTo>
                <a:lnTo>
                  <a:pt x="746532" y="158220"/>
                </a:lnTo>
                <a:lnTo>
                  <a:pt x="748612" y="154538"/>
                </a:lnTo>
                <a:lnTo>
                  <a:pt x="750693" y="150889"/>
                </a:lnTo>
                <a:lnTo>
                  <a:pt x="752773" y="147277"/>
                </a:lnTo>
                <a:lnTo>
                  <a:pt x="754853" y="143701"/>
                </a:lnTo>
                <a:lnTo>
                  <a:pt x="756933" y="140160"/>
                </a:lnTo>
                <a:lnTo>
                  <a:pt x="759014" y="136657"/>
                </a:lnTo>
                <a:lnTo>
                  <a:pt x="761094" y="133190"/>
                </a:lnTo>
                <a:lnTo>
                  <a:pt x="763175" y="129760"/>
                </a:lnTo>
                <a:lnTo>
                  <a:pt x="765245" y="126368"/>
                </a:lnTo>
                <a:lnTo>
                  <a:pt x="767325" y="123015"/>
                </a:lnTo>
                <a:lnTo>
                  <a:pt x="769405" y="119699"/>
                </a:lnTo>
                <a:lnTo>
                  <a:pt x="771486" y="116422"/>
                </a:lnTo>
                <a:lnTo>
                  <a:pt x="773566" y="113184"/>
                </a:lnTo>
                <a:lnTo>
                  <a:pt x="775646" y="109986"/>
                </a:lnTo>
                <a:lnTo>
                  <a:pt x="777727" y="106828"/>
                </a:lnTo>
                <a:lnTo>
                  <a:pt x="779807" y="103710"/>
                </a:lnTo>
                <a:lnTo>
                  <a:pt x="781887" y="100632"/>
                </a:lnTo>
                <a:lnTo>
                  <a:pt x="783968" y="97595"/>
                </a:lnTo>
                <a:lnTo>
                  <a:pt x="786048" y="94600"/>
                </a:lnTo>
                <a:lnTo>
                  <a:pt x="788128" y="91646"/>
                </a:lnTo>
                <a:lnTo>
                  <a:pt x="790198" y="88733"/>
                </a:lnTo>
                <a:lnTo>
                  <a:pt x="792279" y="85862"/>
                </a:lnTo>
                <a:lnTo>
                  <a:pt x="794359" y="83035"/>
                </a:lnTo>
                <a:lnTo>
                  <a:pt x="796439" y="80249"/>
                </a:lnTo>
                <a:lnTo>
                  <a:pt x="798520" y="77508"/>
                </a:lnTo>
                <a:lnTo>
                  <a:pt x="800600" y="74810"/>
                </a:lnTo>
                <a:lnTo>
                  <a:pt x="802681" y="72155"/>
                </a:lnTo>
                <a:lnTo>
                  <a:pt x="804761" y="69543"/>
                </a:lnTo>
                <a:lnTo>
                  <a:pt x="806841" y="66977"/>
                </a:lnTo>
                <a:lnTo>
                  <a:pt x="808922" y="64455"/>
                </a:lnTo>
                <a:lnTo>
                  <a:pt x="811002" y="61978"/>
                </a:lnTo>
                <a:lnTo>
                  <a:pt x="813082" y="59545"/>
                </a:lnTo>
                <a:lnTo>
                  <a:pt x="815152" y="57159"/>
                </a:lnTo>
                <a:lnTo>
                  <a:pt x="817233" y="54818"/>
                </a:lnTo>
                <a:lnTo>
                  <a:pt x="819313" y="52522"/>
                </a:lnTo>
                <a:lnTo>
                  <a:pt x="821393" y="50274"/>
                </a:lnTo>
                <a:lnTo>
                  <a:pt x="823474" y="48070"/>
                </a:lnTo>
                <a:lnTo>
                  <a:pt x="825554" y="45914"/>
                </a:lnTo>
                <a:lnTo>
                  <a:pt x="827634" y="43806"/>
                </a:lnTo>
                <a:lnTo>
                  <a:pt x="829715" y="41743"/>
                </a:lnTo>
                <a:lnTo>
                  <a:pt x="831795" y="39729"/>
                </a:lnTo>
                <a:lnTo>
                  <a:pt x="833875" y="37763"/>
                </a:lnTo>
                <a:lnTo>
                  <a:pt x="835956" y="35843"/>
                </a:lnTo>
                <a:lnTo>
                  <a:pt x="838036" y="33972"/>
                </a:lnTo>
                <a:lnTo>
                  <a:pt x="840106" y="32150"/>
                </a:lnTo>
                <a:lnTo>
                  <a:pt x="842187" y="30375"/>
                </a:lnTo>
                <a:lnTo>
                  <a:pt x="844267" y="28650"/>
                </a:lnTo>
                <a:lnTo>
                  <a:pt x="846347" y="26973"/>
                </a:lnTo>
                <a:lnTo>
                  <a:pt x="848427" y="25345"/>
                </a:lnTo>
                <a:lnTo>
                  <a:pt x="850508" y="23767"/>
                </a:lnTo>
                <a:lnTo>
                  <a:pt x="852588" y="22238"/>
                </a:lnTo>
                <a:lnTo>
                  <a:pt x="854669" y="20758"/>
                </a:lnTo>
                <a:lnTo>
                  <a:pt x="856749" y="19329"/>
                </a:lnTo>
                <a:lnTo>
                  <a:pt x="858829" y="17949"/>
                </a:lnTo>
                <a:lnTo>
                  <a:pt x="860910" y="16619"/>
                </a:lnTo>
                <a:lnTo>
                  <a:pt x="862990" y="15340"/>
                </a:lnTo>
                <a:lnTo>
                  <a:pt x="865060" y="14111"/>
                </a:lnTo>
                <a:lnTo>
                  <a:pt x="867140" y="12932"/>
                </a:lnTo>
                <a:lnTo>
                  <a:pt x="869221" y="11804"/>
                </a:lnTo>
                <a:lnTo>
                  <a:pt x="871301" y="10727"/>
                </a:lnTo>
                <a:lnTo>
                  <a:pt x="873381" y="9701"/>
                </a:lnTo>
                <a:lnTo>
                  <a:pt x="875462" y="8726"/>
                </a:lnTo>
                <a:lnTo>
                  <a:pt x="877542" y="7802"/>
                </a:lnTo>
                <a:lnTo>
                  <a:pt x="879622" y="6930"/>
                </a:lnTo>
                <a:lnTo>
                  <a:pt x="881703" y="6108"/>
                </a:lnTo>
                <a:lnTo>
                  <a:pt x="883783" y="5338"/>
                </a:lnTo>
                <a:lnTo>
                  <a:pt x="885863" y="4620"/>
                </a:lnTo>
                <a:lnTo>
                  <a:pt x="887944" y="3953"/>
                </a:lnTo>
                <a:lnTo>
                  <a:pt x="890014" y="3338"/>
                </a:lnTo>
                <a:lnTo>
                  <a:pt x="892094" y="2775"/>
                </a:lnTo>
                <a:lnTo>
                  <a:pt x="894175" y="2263"/>
                </a:lnTo>
                <a:lnTo>
                  <a:pt x="896255" y="1804"/>
                </a:lnTo>
                <a:lnTo>
                  <a:pt x="898335" y="1396"/>
                </a:lnTo>
                <a:lnTo>
                  <a:pt x="900415" y="1040"/>
                </a:lnTo>
                <a:lnTo>
                  <a:pt x="902496" y="737"/>
                </a:lnTo>
                <a:lnTo>
                  <a:pt x="904576" y="485"/>
                </a:lnTo>
                <a:lnTo>
                  <a:pt x="906657" y="286"/>
                </a:lnTo>
                <a:lnTo>
                  <a:pt x="908737" y="138"/>
                </a:lnTo>
                <a:lnTo>
                  <a:pt x="910817" y="43"/>
                </a:lnTo>
                <a:lnTo>
                  <a:pt x="912898" y="0"/>
                </a:lnTo>
                <a:lnTo>
                  <a:pt x="914968" y="9"/>
                </a:lnTo>
                <a:lnTo>
                  <a:pt x="917048" y="70"/>
                </a:lnTo>
                <a:lnTo>
                  <a:pt x="919128" y="184"/>
                </a:lnTo>
                <a:lnTo>
                  <a:pt x="921209" y="349"/>
                </a:lnTo>
                <a:lnTo>
                  <a:pt x="923289" y="567"/>
                </a:lnTo>
                <a:lnTo>
                  <a:pt x="925369" y="836"/>
                </a:lnTo>
                <a:lnTo>
                  <a:pt x="927450" y="1158"/>
                </a:lnTo>
                <a:lnTo>
                  <a:pt x="929530" y="1532"/>
                </a:lnTo>
                <a:lnTo>
                  <a:pt x="931610" y="1958"/>
                </a:lnTo>
                <a:lnTo>
                  <a:pt x="933691" y="2435"/>
                </a:lnTo>
                <a:lnTo>
                  <a:pt x="935771" y="2965"/>
                </a:lnTo>
                <a:lnTo>
                  <a:pt x="937851" y="3546"/>
                </a:lnTo>
                <a:lnTo>
                  <a:pt x="939921" y="4179"/>
                </a:lnTo>
                <a:lnTo>
                  <a:pt x="942002" y="4864"/>
                </a:lnTo>
                <a:lnTo>
                  <a:pt x="944082" y="5600"/>
                </a:lnTo>
                <a:lnTo>
                  <a:pt x="946163" y="6388"/>
                </a:lnTo>
                <a:lnTo>
                  <a:pt x="948243" y="7227"/>
                </a:lnTo>
                <a:lnTo>
                  <a:pt x="950323" y="8118"/>
                </a:lnTo>
                <a:lnTo>
                  <a:pt x="952404" y="9059"/>
                </a:lnTo>
                <a:lnTo>
                  <a:pt x="954484" y="10052"/>
                </a:lnTo>
                <a:lnTo>
                  <a:pt x="956564" y="11096"/>
                </a:lnTo>
                <a:lnTo>
                  <a:pt x="958645" y="12191"/>
                </a:lnTo>
                <a:lnTo>
                  <a:pt x="960725" y="13336"/>
                </a:lnTo>
                <a:lnTo>
                  <a:pt x="962805" y="14532"/>
                </a:lnTo>
                <a:lnTo>
                  <a:pt x="964875" y="15779"/>
                </a:lnTo>
                <a:lnTo>
                  <a:pt x="966956" y="17076"/>
                </a:lnTo>
                <a:lnTo>
                  <a:pt x="969036" y="18423"/>
                </a:lnTo>
                <a:lnTo>
                  <a:pt x="971116" y="19820"/>
                </a:lnTo>
                <a:lnTo>
                  <a:pt x="973197" y="21267"/>
                </a:lnTo>
                <a:lnTo>
                  <a:pt x="975277" y="22764"/>
                </a:lnTo>
                <a:lnTo>
                  <a:pt x="977357" y="24310"/>
                </a:lnTo>
                <a:lnTo>
                  <a:pt x="979438" y="25906"/>
                </a:lnTo>
                <a:lnTo>
                  <a:pt x="981518" y="27550"/>
                </a:lnTo>
                <a:lnTo>
                  <a:pt x="983598" y="29244"/>
                </a:lnTo>
                <a:lnTo>
                  <a:pt x="985679" y="30987"/>
                </a:lnTo>
                <a:lnTo>
                  <a:pt x="987759" y="32778"/>
                </a:lnTo>
                <a:lnTo>
                  <a:pt x="989829" y="34617"/>
                </a:lnTo>
                <a:lnTo>
                  <a:pt x="991909" y="36505"/>
                </a:lnTo>
                <a:lnTo>
                  <a:pt x="993990" y="38441"/>
                </a:lnTo>
                <a:lnTo>
                  <a:pt x="996070" y="40425"/>
                </a:lnTo>
                <a:lnTo>
                  <a:pt x="998151" y="42455"/>
                </a:lnTo>
                <a:lnTo>
                  <a:pt x="1000231" y="44534"/>
                </a:lnTo>
                <a:lnTo>
                  <a:pt x="1002311" y="46660"/>
                </a:lnTo>
                <a:lnTo>
                  <a:pt x="1004392" y="48831"/>
                </a:lnTo>
                <a:lnTo>
                  <a:pt x="1006472" y="51050"/>
                </a:lnTo>
                <a:lnTo>
                  <a:pt x="1008552" y="53316"/>
                </a:lnTo>
                <a:lnTo>
                  <a:pt x="1010633" y="55627"/>
                </a:lnTo>
                <a:lnTo>
                  <a:pt x="1012713" y="57984"/>
                </a:lnTo>
                <a:lnTo>
                  <a:pt x="1014783" y="60386"/>
                </a:lnTo>
                <a:lnTo>
                  <a:pt x="1016863" y="62834"/>
                </a:lnTo>
                <a:lnTo>
                  <a:pt x="1018944" y="65327"/>
                </a:lnTo>
                <a:lnTo>
                  <a:pt x="1021024" y="67865"/>
                </a:lnTo>
                <a:lnTo>
                  <a:pt x="1023104" y="70447"/>
                </a:lnTo>
                <a:lnTo>
                  <a:pt x="1025185" y="73073"/>
                </a:lnTo>
                <a:lnTo>
                  <a:pt x="1027265" y="75743"/>
                </a:lnTo>
                <a:lnTo>
                  <a:pt x="1029345" y="78457"/>
                </a:lnTo>
                <a:lnTo>
                  <a:pt x="1031426" y="81213"/>
                </a:lnTo>
                <a:lnTo>
                  <a:pt x="1033506" y="84014"/>
                </a:lnTo>
                <a:lnTo>
                  <a:pt x="1035587" y="86856"/>
                </a:lnTo>
                <a:lnTo>
                  <a:pt x="1037667" y="89740"/>
                </a:lnTo>
                <a:lnTo>
                  <a:pt x="1039737" y="92667"/>
                </a:lnTo>
                <a:lnTo>
                  <a:pt x="1041817" y="95637"/>
                </a:lnTo>
                <a:lnTo>
                  <a:pt x="1043897" y="98647"/>
                </a:lnTo>
                <a:lnTo>
                  <a:pt x="1045978" y="101698"/>
                </a:lnTo>
                <a:lnTo>
                  <a:pt x="1048058" y="104789"/>
                </a:lnTo>
                <a:lnTo>
                  <a:pt x="1050139" y="107921"/>
                </a:lnTo>
                <a:lnTo>
                  <a:pt x="1052219" y="111094"/>
                </a:lnTo>
                <a:lnTo>
                  <a:pt x="1054299" y="114306"/>
                </a:lnTo>
                <a:lnTo>
                  <a:pt x="1056380" y="117557"/>
                </a:lnTo>
                <a:lnTo>
                  <a:pt x="1058460" y="120847"/>
                </a:lnTo>
                <a:lnTo>
                  <a:pt x="1060540" y="124176"/>
                </a:lnTo>
                <a:lnTo>
                  <a:pt x="1062621" y="127544"/>
                </a:lnTo>
                <a:lnTo>
                  <a:pt x="1064691" y="130948"/>
                </a:lnTo>
                <a:lnTo>
                  <a:pt x="1066771" y="134391"/>
                </a:lnTo>
                <a:lnTo>
                  <a:pt x="1068851" y="137871"/>
                </a:lnTo>
                <a:lnTo>
                  <a:pt x="1070932" y="141387"/>
                </a:lnTo>
                <a:lnTo>
                  <a:pt x="1073012" y="144940"/>
                </a:lnTo>
                <a:lnTo>
                  <a:pt x="1075092" y="148529"/>
                </a:lnTo>
                <a:lnTo>
                  <a:pt x="1077173" y="152154"/>
                </a:lnTo>
                <a:lnTo>
                  <a:pt x="1079253" y="155814"/>
                </a:lnTo>
                <a:lnTo>
                  <a:pt x="1081333" y="159509"/>
                </a:lnTo>
                <a:lnTo>
                  <a:pt x="1083414" y="163239"/>
                </a:lnTo>
                <a:lnTo>
                  <a:pt x="1085494" y="167002"/>
                </a:lnTo>
                <a:lnTo>
                  <a:pt x="1087564" y="170799"/>
                </a:lnTo>
                <a:lnTo>
                  <a:pt x="1089645" y="174629"/>
                </a:lnTo>
                <a:lnTo>
                  <a:pt x="1091725" y="178493"/>
                </a:lnTo>
                <a:lnTo>
                  <a:pt x="1093805" y="182388"/>
                </a:lnTo>
                <a:lnTo>
                  <a:pt x="1095886" y="186316"/>
                </a:lnTo>
                <a:lnTo>
                  <a:pt x="1097966" y="190276"/>
                </a:lnTo>
                <a:lnTo>
                  <a:pt x="1100046" y="194267"/>
                </a:lnTo>
                <a:lnTo>
                  <a:pt x="1102127" y="198289"/>
                </a:lnTo>
                <a:lnTo>
                  <a:pt x="1104207" y="202341"/>
                </a:lnTo>
                <a:lnTo>
                  <a:pt x="1106287" y="206423"/>
                </a:lnTo>
                <a:lnTo>
                  <a:pt x="1108368" y="210535"/>
                </a:lnTo>
                <a:lnTo>
                  <a:pt x="1110448" y="214676"/>
                </a:lnTo>
                <a:lnTo>
                  <a:pt x="1112518" y="218846"/>
                </a:lnTo>
                <a:lnTo>
                  <a:pt x="1114598" y="223044"/>
                </a:lnTo>
                <a:lnTo>
                  <a:pt x="1116679" y="227271"/>
                </a:lnTo>
                <a:lnTo>
                  <a:pt x="1118759" y="231524"/>
                </a:lnTo>
                <a:lnTo>
                  <a:pt x="1120839" y="235805"/>
                </a:lnTo>
                <a:lnTo>
                  <a:pt x="1122920" y="240112"/>
                </a:lnTo>
                <a:lnTo>
                  <a:pt x="1125000" y="244446"/>
                </a:lnTo>
                <a:lnTo>
                  <a:pt x="1127080" y="248804"/>
                </a:lnTo>
                <a:lnTo>
                  <a:pt x="1129161" y="253189"/>
                </a:lnTo>
                <a:lnTo>
                  <a:pt x="1131241" y="257599"/>
                </a:lnTo>
                <a:lnTo>
                  <a:pt x="1133321" y="262033"/>
                </a:lnTo>
                <a:lnTo>
                  <a:pt x="1135402" y="266490"/>
                </a:lnTo>
                <a:lnTo>
                  <a:pt x="1137472" y="270971"/>
                </a:lnTo>
                <a:lnTo>
                  <a:pt x="1139552" y="275476"/>
                </a:lnTo>
                <a:lnTo>
                  <a:pt x="1141633" y="280003"/>
                </a:lnTo>
                <a:lnTo>
                  <a:pt x="1143713" y="284552"/>
                </a:lnTo>
                <a:lnTo>
                  <a:pt x="1145793" y="289124"/>
                </a:lnTo>
                <a:lnTo>
                  <a:pt x="1147874" y="293716"/>
                </a:lnTo>
                <a:lnTo>
                  <a:pt x="1149954" y="298330"/>
                </a:lnTo>
                <a:lnTo>
                  <a:pt x="1152034" y="302964"/>
                </a:lnTo>
                <a:lnTo>
                  <a:pt x="1154115" y="307617"/>
                </a:lnTo>
                <a:lnTo>
                  <a:pt x="1156195" y="312291"/>
                </a:lnTo>
                <a:lnTo>
                  <a:pt x="1158275" y="316984"/>
                </a:lnTo>
                <a:lnTo>
                  <a:pt x="1160356" y="321695"/>
                </a:lnTo>
                <a:lnTo>
                  <a:pt x="1162426" y="326424"/>
                </a:lnTo>
                <a:lnTo>
                  <a:pt x="1164506" y="331172"/>
                </a:lnTo>
                <a:lnTo>
                  <a:pt x="1166586" y="335937"/>
                </a:lnTo>
                <a:lnTo>
                  <a:pt x="1168667" y="340718"/>
                </a:lnTo>
                <a:lnTo>
                  <a:pt x="1170747" y="345516"/>
                </a:lnTo>
                <a:lnTo>
                  <a:pt x="1172827" y="350330"/>
                </a:lnTo>
                <a:lnTo>
                  <a:pt x="1174908" y="355160"/>
                </a:lnTo>
                <a:lnTo>
                  <a:pt x="1176988" y="360005"/>
                </a:lnTo>
                <a:lnTo>
                  <a:pt x="1179069" y="364864"/>
                </a:lnTo>
                <a:lnTo>
                  <a:pt x="1181149" y="369737"/>
                </a:lnTo>
                <a:lnTo>
                  <a:pt x="1183229" y="374624"/>
                </a:lnTo>
                <a:lnTo>
                  <a:pt x="1185309" y="379525"/>
                </a:lnTo>
                <a:lnTo>
                  <a:pt x="1187379" y="384439"/>
                </a:lnTo>
                <a:lnTo>
                  <a:pt x="1189460" y="389365"/>
                </a:lnTo>
                <a:lnTo>
                  <a:pt x="1191540" y="394302"/>
                </a:lnTo>
                <a:lnTo>
                  <a:pt x="1193621" y="399252"/>
                </a:lnTo>
                <a:lnTo>
                  <a:pt x="1195701" y="404213"/>
                </a:lnTo>
                <a:lnTo>
                  <a:pt x="1197781" y="409185"/>
                </a:lnTo>
                <a:lnTo>
                  <a:pt x="1199862" y="414166"/>
                </a:lnTo>
                <a:lnTo>
                  <a:pt x="1201942" y="419157"/>
                </a:lnTo>
                <a:lnTo>
                  <a:pt x="1204022" y="424158"/>
                </a:lnTo>
                <a:lnTo>
                  <a:pt x="1206103" y="429168"/>
                </a:lnTo>
                <a:lnTo>
                  <a:pt x="1208183" y="434186"/>
                </a:lnTo>
                <a:lnTo>
                  <a:pt x="1210263" y="439213"/>
                </a:lnTo>
                <a:lnTo>
                  <a:pt x="1212333" y="444246"/>
                </a:lnTo>
                <a:lnTo>
                  <a:pt x="1214414" y="449288"/>
                </a:lnTo>
                <a:lnTo>
                  <a:pt x="1216494" y="454337"/>
                </a:lnTo>
                <a:lnTo>
                  <a:pt x="1218574" y="459390"/>
                </a:lnTo>
                <a:lnTo>
                  <a:pt x="1220655" y="464451"/>
                </a:lnTo>
                <a:lnTo>
                  <a:pt x="1222735" y="469517"/>
                </a:lnTo>
                <a:lnTo>
                  <a:pt x="1224815" y="474588"/>
                </a:lnTo>
                <a:lnTo>
                  <a:pt x="1226896" y="479664"/>
                </a:lnTo>
                <a:lnTo>
                  <a:pt x="1228976" y="484744"/>
                </a:lnTo>
                <a:lnTo>
                  <a:pt x="1231057" y="489828"/>
                </a:lnTo>
                <a:lnTo>
                  <a:pt x="1233137" y="494915"/>
                </a:lnTo>
                <a:lnTo>
                  <a:pt x="1235217" y="500005"/>
                </a:lnTo>
                <a:lnTo>
                  <a:pt x="1237287" y="505098"/>
                </a:lnTo>
                <a:lnTo>
                  <a:pt x="1239368" y="510193"/>
                </a:lnTo>
                <a:lnTo>
                  <a:pt x="1241448" y="515291"/>
                </a:lnTo>
                <a:lnTo>
                  <a:pt x="1243528" y="520389"/>
                </a:lnTo>
                <a:lnTo>
                  <a:pt x="1245609" y="525489"/>
                </a:lnTo>
                <a:lnTo>
                  <a:pt x="1247689" y="530588"/>
                </a:lnTo>
                <a:lnTo>
                  <a:pt x="1249769" y="535689"/>
                </a:lnTo>
                <a:lnTo>
                  <a:pt x="1251850" y="540789"/>
                </a:lnTo>
                <a:lnTo>
                  <a:pt x="1253930" y="545889"/>
                </a:lnTo>
                <a:lnTo>
                  <a:pt x="1256010" y="550987"/>
                </a:lnTo>
                <a:lnTo>
                  <a:pt x="1258091" y="556084"/>
                </a:lnTo>
                <a:lnTo>
                  <a:pt x="1260171" y="561180"/>
                </a:lnTo>
                <a:lnTo>
                  <a:pt x="1262241" y="566274"/>
                </a:lnTo>
                <a:lnTo>
                  <a:pt x="1264321" y="571365"/>
                </a:lnTo>
                <a:lnTo>
                  <a:pt x="1266402" y="576453"/>
                </a:lnTo>
                <a:lnTo>
                  <a:pt x="1268482" y="581538"/>
                </a:lnTo>
                <a:lnTo>
                  <a:pt x="1270562" y="586619"/>
                </a:lnTo>
                <a:lnTo>
                  <a:pt x="1272643" y="591697"/>
                </a:lnTo>
                <a:lnTo>
                  <a:pt x="1274723" y="596770"/>
                </a:lnTo>
                <a:lnTo>
                  <a:pt x="1276803" y="601839"/>
                </a:lnTo>
                <a:lnTo>
                  <a:pt x="1278884" y="606902"/>
                </a:lnTo>
                <a:lnTo>
                  <a:pt x="1280964" y="611960"/>
                </a:lnTo>
                <a:lnTo>
                  <a:pt x="1283045" y="617012"/>
                </a:lnTo>
                <a:lnTo>
                  <a:pt x="1285125" y="622058"/>
                </a:lnTo>
                <a:lnTo>
                  <a:pt x="1287195" y="627098"/>
                </a:lnTo>
                <a:lnTo>
                  <a:pt x="1289275" y="632131"/>
                </a:lnTo>
                <a:lnTo>
                  <a:pt x="1291356" y="637157"/>
                </a:lnTo>
                <a:lnTo>
                  <a:pt x="1293436" y="642176"/>
                </a:lnTo>
                <a:lnTo>
                  <a:pt x="1295516" y="647186"/>
                </a:lnTo>
                <a:lnTo>
                  <a:pt x="1297597" y="652189"/>
                </a:lnTo>
                <a:lnTo>
                  <a:pt x="1299677" y="657183"/>
                </a:lnTo>
                <a:lnTo>
                  <a:pt x="1301757" y="662169"/>
                </a:lnTo>
                <a:lnTo>
                  <a:pt x="1303838" y="667145"/>
                </a:lnTo>
                <a:lnTo>
                  <a:pt x="1305918" y="672112"/>
                </a:lnTo>
                <a:lnTo>
                  <a:pt x="1307998" y="677068"/>
                </a:lnTo>
                <a:lnTo>
                  <a:pt x="1310079" y="682016"/>
                </a:lnTo>
                <a:lnTo>
                  <a:pt x="1312149" y="686953"/>
                </a:lnTo>
                <a:lnTo>
                  <a:pt x="1314229" y="691879"/>
                </a:lnTo>
                <a:lnTo>
                  <a:pt x="1316309" y="696795"/>
                </a:lnTo>
                <a:lnTo>
                  <a:pt x="1318390" y="701698"/>
                </a:lnTo>
                <a:lnTo>
                  <a:pt x="1320470" y="706591"/>
                </a:lnTo>
                <a:lnTo>
                  <a:pt x="1322551" y="711472"/>
                </a:lnTo>
                <a:lnTo>
                  <a:pt x="1324631" y="716341"/>
                </a:lnTo>
                <a:lnTo>
                  <a:pt x="1326711" y="721197"/>
                </a:lnTo>
                <a:lnTo>
                  <a:pt x="1328791" y="726041"/>
                </a:lnTo>
                <a:lnTo>
                  <a:pt x="1330872" y="730872"/>
                </a:lnTo>
                <a:lnTo>
                  <a:pt x="1332952" y="735689"/>
                </a:lnTo>
                <a:lnTo>
                  <a:pt x="1335033" y="740493"/>
                </a:lnTo>
                <a:lnTo>
                  <a:pt x="1337103" y="745283"/>
                </a:lnTo>
                <a:lnTo>
                  <a:pt x="1339183" y="750060"/>
                </a:lnTo>
                <a:lnTo>
                  <a:pt x="1341263" y="754822"/>
                </a:lnTo>
                <a:lnTo>
                  <a:pt x="1343344" y="759569"/>
                </a:lnTo>
                <a:lnTo>
                  <a:pt x="1345424" y="764302"/>
                </a:lnTo>
                <a:lnTo>
                  <a:pt x="1347504" y="769021"/>
                </a:lnTo>
                <a:lnTo>
                  <a:pt x="1349585" y="773723"/>
                </a:lnTo>
                <a:lnTo>
                  <a:pt x="1351665" y="778410"/>
                </a:lnTo>
                <a:lnTo>
                  <a:pt x="1353745" y="783082"/>
                </a:lnTo>
                <a:lnTo>
                  <a:pt x="1355826" y="787738"/>
                </a:lnTo>
                <a:lnTo>
                  <a:pt x="1357906" y="792377"/>
                </a:lnTo>
                <a:lnTo>
                  <a:pt x="1359986" y="797000"/>
                </a:lnTo>
                <a:lnTo>
                  <a:pt x="1362056" y="801607"/>
                </a:lnTo>
                <a:lnTo>
                  <a:pt x="1364137" y="806196"/>
                </a:lnTo>
                <a:lnTo>
                  <a:pt x="1366217" y="810769"/>
                </a:lnTo>
                <a:lnTo>
                  <a:pt x="1368297" y="815324"/>
                </a:lnTo>
                <a:lnTo>
                  <a:pt x="1370378" y="819862"/>
                </a:lnTo>
                <a:lnTo>
                  <a:pt x="1372458" y="824382"/>
                </a:lnTo>
                <a:lnTo>
                  <a:pt x="1374539" y="828885"/>
                </a:lnTo>
                <a:lnTo>
                  <a:pt x="1376619" y="833369"/>
                </a:lnTo>
                <a:lnTo>
                  <a:pt x="1378699" y="837835"/>
                </a:lnTo>
                <a:lnTo>
                  <a:pt x="1380779" y="842283"/>
                </a:lnTo>
                <a:lnTo>
                  <a:pt x="1382860" y="846712"/>
                </a:lnTo>
                <a:lnTo>
                  <a:pt x="1384940" y="851122"/>
                </a:lnTo>
                <a:lnTo>
                  <a:pt x="1387010" y="855514"/>
                </a:lnTo>
                <a:lnTo>
                  <a:pt x="1389091" y="859887"/>
                </a:lnTo>
                <a:lnTo>
                  <a:pt x="1391171" y="864239"/>
                </a:lnTo>
                <a:lnTo>
                  <a:pt x="1393251" y="868572"/>
                </a:lnTo>
                <a:lnTo>
                  <a:pt x="1395332" y="872887"/>
                </a:lnTo>
                <a:lnTo>
                  <a:pt x="1397412" y="877180"/>
                </a:lnTo>
                <a:lnTo>
                  <a:pt x="1399492" y="881455"/>
                </a:lnTo>
                <a:lnTo>
                  <a:pt x="1401573" y="885709"/>
                </a:lnTo>
                <a:lnTo>
                  <a:pt x="1403653" y="889943"/>
                </a:lnTo>
                <a:lnTo>
                  <a:pt x="1405733" y="894156"/>
                </a:lnTo>
                <a:lnTo>
                  <a:pt x="1407814" y="898350"/>
                </a:lnTo>
                <a:lnTo>
                  <a:pt x="1409894" y="902522"/>
                </a:lnTo>
                <a:lnTo>
                  <a:pt x="1411964" y="906674"/>
                </a:lnTo>
                <a:lnTo>
                  <a:pt x="1414044" y="910804"/>
                </a:lnTo>
                <a:lnTo>
                  <a:pt x="1416125" y="914914"/>
                </a:lnTo>
                <a:lnTo>
                  <a:pt x="1418205" y="919003"/>
                </a:lnTo>
                <a:lnTo>
                  <a:pt x="1420285" y="923070"/>
                </a:lnTo>
                <a:lnTo>
                  <a:pt x="1422366" y="927116"/>
                </a:lnTo>
                <a:lnTo>
                  <a:pt x="1424446" y="931141"/>
                </a:lnTo>
                <a:lnTo>
                  <a:pt x="1426527" y="935144"/>
                </a:lnTo>
                <a:lnTo>
                  <a:pt x="1428607" y="939125"/>
                </a:lnTo>
                <a:lnTo>
                  <a:pt x="1430687" y="943085"/>
                </a:lnTo>
                <a:lnTo>
                  <a:pt x="1432768" y="947022"/>
                </a:lnTo>
                <a:lnTo>
                  <a:pt x="1434838" y="950938"/>
                </a:lnTo>
                <a:lnTo>
                  <a:pt x="1436918" y="954831"/>
                </a:lnTo>
                <a:lnTo>
                  <a:pt x="1438998" y="958703"/>
                </a:lnTo>
                <a:lnTo>
                  <a:pt x="1441079" y="962552"/>
                </a:lnTo>
                <a:lnTo>
                  <a:pt x="1443159" y="966379"/>
                </a:lnTo>
                <a:lnTo>
                  <a:pt x="1445239" y="970182"/>
                </a:lnTo>
                <a:lnTo>
                  <a:pt x="1447320" y="973960"/>
                </a:lnTo>
                <a:lnTo>
                  <a:pt x="1449400" y="977727"/>
                </a:lnTo>
                <a:lnTo>
                  <a:pt x="1451480" y="981464"/>
                </a:lnTo>
                <a:lnTo>
                  <a:pt x="1453561" y="985180"/>
                </a:lnTo>
                <a:lnTo>
                  <a:pt x="1455641" y="988864"/>
                </a:lnTo>
                <a:lnTo>
                  <a:pt x="1457721" y="992538"/>
                </a:lnTo>
                <a:lnTo>
                  <a:pt x="1459791" y="996181"/>
                </a:lnTo>
                <a:lnTo>
                  <a:pt x="1461872" y="999804"/>
                </a:lnTo>
                <a:lnTo>
                  <a:pt x="1463952" y="1003406"/>
                </a:lnTo>
                <a:lnTo>
                  <a:pt x="1466033" y="1006977"/>
                </a:lnTo>
                <a:lnTo>
                  <a:pt x="1468113" y="1010537"/>
                </a:lnTo>
                <a:lnTo>
                  <a:pt x="1470193" y="1014066"/>
                </a:lnTo>
                <a:lnTo>
                  <a:pt x="1472273" y="1017575"/>
                </a:lnTo>
                <a:lnTo>
                  <a:pt x="1474354" y="1021063"/>
                </a:lnTo>
                <a:lnTo>
                  <a:pt x="1476434" y="1024520"/>
                </a:lnTo>
                <a:lnTo>
                  <a:pt x="1478515" y="1027956"/>
                </a:lnTo>
                <a:lnTo>
                  <a:pt x="1480595" y="1031371"/>
                </a:lnTo>
                <a:lnTo>
                  <a:pt x="1482675" y="1034766"/>
                </a:lnTo>
                <a:lnTo>
                  <a:pt x="1484745" y="1038140"/>
                </a:lnTo>
                <a:lnTo>
                  <a:pt x="1486826" y="1041483"/>
                </a:lnTo>
                <a:lnTo>
                  <a:pt x="1488906" y="1044806"/>
                </a:lnTo>
                <a:lnTo>
                  <a:pt x="1490986" y="1048107"/>
                </a:lnTo>
                <a:lnTo>
                  <a:pt x="1493067" y="1051378"/>
                </a:lnTo>
                <a:lnTo>
                  <a:pt x="1495147" y="1054628"/>
                </a:lnTo>
                <a:lnTo>
                  <a:pt x="1497227" y="1057857"/>
                </a:lnTo>
                <a:lnTo>
                  <a:pt x="1499308" y="1061066"/>
                </a:lnTo>
                <a:lnTo>
                  <a:pt x="1501388" y="1064253"/>
                </a:lnTo>
                <a:lnTo>
                  <a:pt x="1503468" y="1067410"/>
                </a:lnTo>
                <a:lnTo>
                  <a:pt x="1505549" y="1070546"/>
                </a:lnTo>
                <a:lnTo>
                  <a:pt x="1507629" y="1073662"/>
                </a:lnTo>
                <a:lnTo>
                  <a:pt x="1509699" y="1076746"/>
                </a:lnTo>
                <a:lnTo>
                  <a:pt x="1511779" y="1079810"/>
                </a:lnTo>
                <a:lnTo>
                  <a:pt x="1513860" y="1082863"/>
                </a:lnTo>
                <a:lnTo>
                  <a:pt x="1515940" y="1085875"/>
                </a:lnTo>
                <a:lnTo>
                  <a:pt x="1518021" y="1088876"/>
                </a:lnTo>
                <a:lnTo>
                  <a:pt x="1520101" y="1091847"/>
                </a:lnTo>
                <a:lnTo>
                  <a:pt x="1522181" y="1094796"/>
                </a:lnTo>
                <a:lnTo>
                  <a:pt x="1524261" y="1097725"/>
                </a:lnTo>
                <a:lnTo>
                  <a:pt x="1526342" y="1100634"/>
                </a:lnTo>
                <a:lnTo>
                  <a:pt x="1528422" y="1103511"/>
                </a:lnTo>
                <a:lnTo>
                  <a:pt x="1530503" y="1106378"/>
                </a:lnTo>
                <a:lnTo>
                  <a:pt x="1532583" y="1109214"/>
                </a:lnTo>
                <a:lnTo>
                  <a:pt x="1534653" y="1112019"/>
                </a:lnTo>
                <a:lnTo>
                  <a:pt x="1536733" y="1114813"/>
                </a:lnTo>
                <a:lnTo>
                  <a:pt x="1538814" y="1117577"/>
                </a:lnTo>
                <a:lnTo>
                  <a:pt x="1540894" y="1120330"/>
                </a:lnTo>
                <a:lnTo>
                  <a:pt x="1542974" y="1123052"/>
                </a:lnTo>
                <a:lnTo>
                  <a:pt x="1545055" y="1125753"/>
                </a:lnTo>
                <a:lnTo>
                  <a:pt x="1547135" y="1128423"/>
                </a:lnTo>
                <a:lnTo>
                  <a:pt x="1549215" y="1131083"/>
                </a:lnTo>
                <a:lnTo>
                  <a:pt x="1551296" y="1133712"/>
                </a:lnTo>
                <a:lnTo>
                  <a:pt x="1553376" y="1136320"/>
                </a:lnTo>
                <a:lnTo>
                  <a:pt x="1555456" y="1138908"/>
                </a:lnTo>
                <a:lnTo>
                  <a:pt x="1557537" y="1141475"/>
                </a:lnTo>
                <a:lnTo>
                  <a:pt x="1559607" y="1144021"/>
                </a:lnTo>
                <a:lnTo>
                  <a:pt x="1561687" y="1146536"/>
                </a:lnTo>
                <a:lnTo>
                  <a:pt x="1563767" y="1149041"/>
                </a:lnTo>
                <a:lnTo>
                  <a:pt x="1565848" y="1151514"/>
                </a:lnTo>
                <a:lnTo>
                  <a:pt x="1567928" y="1153967"/>
                </a:lnTo>
                <a:lnTo>
                  <a:pt x="1570009" y="1156399"/>
                </a:lnTo>
                <a:lnTo>
                  <a:pt x="1572089" y="1158811"/>
                </a:lnTo>
                <a:lnTo>
                  <a:pt x="1574169" y="1161202"/>
                </a:lnTo>
                <a:lnTo>
                  <a:pt x="1576250" y="1163572"/>
                </a:lnTo>
                <a:lnTo>
                  <a:pt x="1578330" y="1165921"/>
                </a:lnTo>
                <a:lnTo>
                  <a:pt x="1580410" y="1168250"/>
                </a:lnTo>
                <a:lnTo>
                  <a:pt x="1582491" y="1170548"/>
                </a:lnTo>
                <a:lnTo>
                  <a:pt x="1584561" y="1172835"/>
                </a:lnTo>
                <a:lnTo>
                  <a:pt x="1586641" y="1175092"/>
                </a:lnTo>
                <a:lnTo>
                  <a:pt x="1588721" y="1177337"/>
                </a:lnTo>
                <a:lnTo>
                  <a:pt x="1590802" y="1179552"/>
                </a:lnTo>
                <a:lnTo>
                  <a:pt x="1592882" y="1181757"/>
                </a:lnTo>
                <a:lnTo>
                  <a:pt x="1594962" y="1183930"/>
                </a:lnTo>
                <a:lnTo>
                  <a:pt x="1597043" y="1186094"/>
                </a:lnTo>
                <a:lnTo>
                  <a:pt x="1599123" y="1188226"/>
                </a:lnTo>
                <a:lnTo>
                  <a:pt x="1601203" y="1190348"/>
                </a:lnTo>
                <a:lnTo>
                  <a:pt x="1603284" y="1192438"/>
                </a:lnTo>
                <a:lnTo>
                  <a:pt x="1605364" y="1194518"/>
                </a:lnTo>
                <a:lnTo>
                  <a:pt x="1607444" y="1196568"/>
                </a:lnTo>
                <a:lnTo>
                  <a:pt x="1609514" y="1198607"/>
                </a:lnTo>
                <a:lnTo>
                  <a:pt x="1611595" y="1200625"/>
                </a:lnTo>
                <a:lnTo>
                  <a:pt x="1613675" y="1202612"/>
                </a:lnTo>
                <a:lnTo>
                  <a:pt x="1615755" y="1204589"/>
                </a:lnTo>
                <a:lnTo>
                  <a:pt x="1617836" y="1206545"/>
                </a:lnTo>
                <a:lnTo>
                  <a:pt x="1619916" y="1208481"/>
                </a:lnTo>
                <a:lnTo>
                  <a:pt x="1621997" y="1210395"/>
                </a:lnTo>
                <a:lnTo>
                  <a:pt x="1624077" y="1212300"/>
                </a:lnTo>
                <a:lnTo>
                  <a:pt x="1626157" y="1214173"/>
                </a:lnTo>
                <a:lnTo>
                  <a:pt x="1628238" y="1216036"/>
                </a:lnTo>
                <a:lnTo>
                  <a:pt x="1630318" y="1217868"/>
                </a:lnTo>
                <a:lnTo>
                  <a:pt x="1632398" y="1219690"/>
                </a:lnTo>
                <a:lnTo>
                  <a:pt x="1634468" y="1221491"/>
                </a:lnTo>
                <a:lnTo>
                  <a:pt x="1636549" y="1223281"/>
                </a:lnTo>
                <a:lnTo>
                  <a:pt x="1638629" y="1225041"/>
                </a:lnTo>
                <a:lnTo>
                  <a:pt x="1640709" y="1226790"/>
                </a:lnTo>
                <a:lnTo>
                  <a:pt x="1642790" y="1228518"/>
                </a:lnTo>
                <a:lnTo>
                  <a:pt x="1644870" y="1230226"/>
                </a:lnTo>
                <a:lnTo>
                  <a:pt x="1646950" y="1231913"/>
                </a:lnTo>
                <a:lnTo>
                  <a:pt x="1649031" y="1233590"/>
                </a:lnTo>
                <a:lnTo>
                  <a:pt x="1651111" y="1235246"/>
                </a:lnTo>
                <a:lnTo>
                  <a:pt x="1653191" y="1236881"/>
                </a:lnTo>
                <a:lnTo>
                  <a:pt x="1655272" y="1238506"/>
                </a:lnTo>
                <a:lnTo>
                  <a:pt x="1657352" y="1240100"/>
                </a:lnTo>
                <a:lnTo>
                  <a:pt x="1659422" y="1241694"/>
                </a:lnTo>
                <a:lnTo>
                  <a:pt x="1661503" y="1243257"/>
                </a:lnTo>
                <a:lnTo>
                  <a:pt x="1663583" y="1244809"/>
                </a:lnTo>
                <a:lnTo>
                  <a:pt x="1665663" y="1246341"/>
                </a:lnTo>
                <a:lnTo>
                  <a:pt x="1667743" y="1247852"/>
                </a:lnTo>
                <a:lnTo>
                  <a:pt x="1669824" y="1249353"/>
                </a:lnTo>
                <a:lnTo>
                  <a:pt x="1671904" y="1250833"/>
                </a:lnTo>
                <a:lnTo>
                  <a:pt x="1673985" y="1252303"/>
                </a:lnTo>
                <a:lnTo>
                  <a:pt x="1676065" y="1253752"/>
                </a:lnTo>
                <a:lnTo>
                  <a:pt x="1678145" y="1255190"/>
                </a:lnTo>
                <a:lnTo>
                  <a:pt x="1680226" y="1256598"/>
                </a:lnTo>
                <a:lnTo>
                  <a:pt x="1682306" y="1258005"/>
                </a:lnTo>
                <a:lnTo>
                  <a:pt x="1684376" y="1259382"/>
                </a:lnTo>
                <a:lnTo>
                  <a:pt x="1686456" y="1260758"/>
                </a:lnTo>
                <a:lnTo>
                  <a:pt x="1688537" y="1262104"/>
                </a:lnTo>
                <a:lnTo>
                  <a:pt x="1690617" y="1263450"/>
                </a:lnTo>
                <a:lnTo>
                  <a:pt x="1692697" y="1264764"/>
                </a:lnTo>
                <a:lnTo>
                  <a:pt x="1694778" y="1266068"/>
                </a:lnTo>
                <a:lnTo>
                  <a:pt x="1696858" y="1267362"/>
                </a:lnTo>
                <a:lnTo>
                  <a:pt x="1698938" y="1268635"/>
                </a:lnTo>
                <a:lnTo>
                  <a:pt x="1701019" y="1269898"/>
                </a:lnTo>
                <a:lnTo>
                  <a:pt x="1703099" y="1271150"/>
                </a:lnTo>
                <a:lnTo>
                  <a:pt x="1705179" y="1272371"/>
                </a:lnTo>
                <a:lnTo>
                  <a:pt x="1707260" y="1273592"/>
                </a:lnTo>
                <a:lnTo>
                  <a:pt x="1709330" y="1274793"/>
                </a:lnTo>
                <a:lnTo>
                  <a:pt x="1711410" y="1275983"/>
                </a:lnTo>
                <a:lnTo>
                  <a:pt x="1713491" y="1277153"/>
                </a:lnTo>
                <a:lnTo>
                  <a:pt x="1715571" y="1278312"/>
                </a:lnTo>
                <a:lnTo>
                  <a:pt x="1717651" y="1279461"/>
                </a:lnTo>
                <a:lnTo>
                  <a:pt x="1719732" y="1280589"/>
                </a:lnTo>
                <a:lnTo>
                  <a:pt x="1721812" y="1281707"/>
                </a:lnTo>
                <a:lnTo>
                  <a:pt x="1723892" y="1282804"/>
                </a:lnTo>
                <a:lnTo>
                  <a:pt x="1725973" y="1283891"/>
                </a:lnTo>
                <a:lnTo>
                  <a:pt x="1728053" y="1284967"/>
                </a:lnTo>
                <a:lnTo>
                  <a:pt x="1730133" y="1286033"/>
                </a:lnTo>
                <a:lnTo>
                  <a:pt x="1732214" y="1287079"/>
                </a:lnTo>
                <a:lnTo>
                  <a:pt x="1734284" y="1288114"/>
                </a:lnTo>
                <a:lnTo>
                  <a:pt x="1736364" y="1289138"/>
                </a:lnTo>
                <a:lnTo>
                  <a:pt x="1738444" y="1290152"/>
                </a:lnTo>
                <a:lnTo>
                  <a:pt x="1740525" y="1291146"/>
                </a:lnTo>
                <a:lnTo>
                  <a:pt x="1742605" y="1292129"/>
                </a:lnTo>
                <a:lnTo>
                  <a:pt x="1744685" y="1293102"/>
                </a:lnTo>
                <a:lnTo>
                  <a:pt x="1746766" y="1294065"/>
                </a:lnTo>
                <a:lnTo>
                  <a:pt x="1748846" y="1295017"/>
                </a:lnTo>
                <a:lnTo>
                  <a:pt x="1750926" y="1295948"/>
                </a:lnTo>
                <a:lnTo>
                  <a:pt x="1753007" y="1296870"/>
                </a:lnTo>
                <a:lnTo>
                  <a:pt x="1755087" y="1297780"/>
                </a:lnTo>
                <a:lnTo>
                  <a:pt x="1757167" y="1298681"/>
                </a:lnTo>
                <a:lnTo>
                  <a:pt x="1759237" y="1299571"/>
                </a:lnTo>
                <a:lnTo>
                  <a:pt x="1761318" y="1300440"/>
                </a:lnTo>
                <a:lnTo>
                  <a:pt x="1763398" y="1301310"/>
                </a:lnTo>
                <a:lnTo>
                  <a:pt x="1765478" y="1302158"/>
                </a:lnTo>
                <a:lnTo>
                  <a:pt x="1767559" y="1303007"/>
                </a:lnTo>
                <a:lnTo>
                  <a:pt x="1769639" y="1303835"/>
                </a:lnTo>
                <a:lnTo>
                  <a:pt x="1771720" y="1304653"/>
                </a:lnTo>
                <a:lnTo>
                  <a:pt x="1773800" y="1305460"/>
                </a:lnTo>
                <a:lnTo>
                  <a:pt x="1775880" y="1306257"/>
                </a:lnTo>
                <a:lnTo>
                  <a:pt x="1777961" y="1307044"/>
                </a:lnTo>
                <a:lnTo>
                  <a:pt x="1780041" y="1307820"/>
                </a:lnTo>
                <a:lnTo>
                  <a:pt x="1782111" y="1308586"/>
                </a:lnTo>
                <a:lnTo>
                  <a:pt x="1784191" y="1309341"/>
                </a:lnTo>
                <a:lnTo>
                  <a:pt x="1786272" y="1310087"/>
                </a:lnTo>
                <a:lnTo>
                  <a:pt x="1788352" y="1310821"/>
                </a:lnTo>
                <a:lnTo>
                  <a:pt x="1790432" y="1311546"/>
                </a:lnTo>
                <a:lnTo>
                  <a:pt x="1792513" y="1312260"/>
                </a:lnTo>
                <a:lnTo>
                  <a:pt x="1794593" y="1312964"/>
                </a:lnTo>
                <a:lnTo>
                  <a:pt x="1796673" y="1313668"/>
                </a:lnTo>
                <a:lnTo>
                  <a:pt x="1798754" y="1314351"/>
                </a:lnTo>
                <a:lnTo>
                  <a:pt x="1800834" y="1315023"/>
                </a:lnTo>
                <a:lnTo>
                  <a:pt x="1802915" y="1315696"/>
                </a:lnTo>
                <a:lnTo>
                  <a:pt x="1804995" y="1316348"/>
                </a:lnTo>
                <a:lnTo>
                  <a:pt x="1807065" y="1317000"/>
                </a:lnTo>
                <a:lnTo>
                  <a:pt x="1809145" y="1317632"/>
                </a:lnTo>
                <a:lnTo>
                  <a:pt x="1811226" y="1318263"/>
                </a:lnTo>
                <a:lnTo>
                  <a:pt x="1813306" y="1318884"/>
                </a:lnTo>
                <a:lnTo>
                  <a:pt x="1815386" y="1319495"/>
                </a:lnTo>
                <a:lnTo>
                  <a:pt x="1817467" y="1320105"/>
                </a:lnTo>
                <a:lnTo>
                  <a:pt x="1819547" y="1320695"/>
                </a:lnTo>
                <a:lnTo>
                  <a:pt x="1821627" y="1321285"/>
                </a:lnTo>
                <a:lnTo>
                  <a:pt x="1823708" y="1321865"/>
                </a:lnTo>
                <a:lnTo>
                  <a:pt x="1825788" y="1322434"/>
                </a:lnTo>
                <a:lnTo>
                  <a:pt x="1827868" y="1322993"/>
                </a:lnTo>
                <a:lnTo>
                  <a:pt x="1829949" y="1323542"/>
                </a:lnTo>
                <a:lnTo>
                  <a:pt x="1832019" y="1324090"/>
                </a:lnTo>
                <a:lnTo>
                  <a:pt x="1834099" y="1324628"/>
                </a:lnTo>
                <a:lnTo>
                  <a:pt x="1836179" y="1325156"/>
                </a:lnTo>
                <a:lnTo>
                  <a:pt x="1838260" y="1325674"/>
                </a:lnTo>
                <a:lnTo>
                  <a:pt x="1840340" y="1326191"/>
                </a:lnTo>
                <a:lnTo>
                  <a:pt x="1842420" y="1326698"/>
                </a:lnTo>
                <a:lnTo>
                  <a:pt x="1844501" y="1327195"/>
                </a:lnTo>
                <a:lnTo>
                  <a:pt x="1846581" y="1327692"/>
                </a:lnTo>
                <a:lnTo>
                  <a:pt x="1848661" y="1328168"/>
                </a:lnTo>
                <a:lnTo>
                  <a:pt x="1850742" y="1328644"/>
                </a:lnTo>
                <a:lnTo>
                  <a:pt x="1852822" y="1329120"/>
                </a:lnTo>
                <a:lnTo>
                  <a:pt x="1854903" y="1329576"/>
                </a:lnTo>
                <a:lnTo>
                  <a:pt x="1856973" y="1330031"/>
                </a:lnTo>
                <a:lnTo>
                  <a:pt x="1859053" y="1330486"/>
                </a:lnTo>
                <a:lnTo>
                  <a:pt x="1861133" y="1330921"/>
                </a:lnTo>
                <a:lnTo>
                  <a:pt x="1863214" y="1331356"/>
                </a:lnTo>
                <a:lnTo>
                  <a:pt x="1865294" y="1331790"/>
                </a:lnTo>
                <a:lnTo>
                  <a:pt x="1867374" y="1332215"/>
                </a:lnTo>
                <a:lnTo>
                  <a:pt x="1869455" y="1332629"/>
                </a:lnTo>
                <a:lnTo>
                  <a:pt x="1871535" y="1333033"/>
                </a:lnTo>
                <a:lnTo>
                  <a:pt x="1873615" y="1333436"/>
                </a:lnTo>
                <a:lnTo>
                  <a:pt x="1875696" y="1333829"/>
                </a:lnTo>
                <a:lnTo>
                  <a:pt x="1877776" y="1334223"/>
                </a:lnTo>
                <a:lnTo>
                  <a:pt x="1879856" y="1334606"/>
                </a:lnTo>
                <a:lnTo>
                  <a:pt x="1881926" y="1334989"/>
                </a:lnTo>
                <a:lnTo>
                  <a:pt x="1884007" y="1335361"/>
                </a:lnTo>
                <a:lnTo>
                  <a:pt x="1886087" y="1335723"/>
                </a:lnTo>
                <a:lnTo>
                  <a:pt x="1888167" y="1336086"/>
                </a:lnTo>
                <a:lnTo>
                  <a:pt x="1890248" y="1336438"/>
                </a:lnTo>
                <a:lnTo>
                  <a:pt x="1892328" y="1336790"/>
                </a:lnTo>
                <a:lnTo>
                  <a:pt x="1894408" y="1337131"/>
                </a:lnTo>
                <a:lnTo>
                  <a:pt x="1896489" y="1337473"/>
                </a:lnTo>
                <a:lnTo>
                  <a:pt x="1898569" y="1337804"/>
                </a:lnTo>
                <a:lnTo>
                  <a:pt x="1900649" y="1338135"/>
                </a:lnTo>
                <a:lnTo>
                  <a:pt x="1902730" y="1338456"/>
                </a:lnTo>
                <a:lnTo>
                  <a:pt x="1904810" y="1338777"/>
                </a:lnTo>
                <a:lnTo>
                  <a:pt x="1906880" y="1339087"/>
                </a:lnTo>
                <a:lnTo>
                  <a:pt x="1908961" y="1339387"/>
                </a:lnTo>
                <a:lnTo>
                  <a:pt x="1911041" y="1339698"/>
                </a:lnTo>
                <a:lnTo>
                  <a:pt x="1913121" y="1339988"/>
                </a:lnTo>
                <a:lnTo>
                  <a:pt x="1915202" y="1340288"/>
                </a:lnTo>
                <a:lnTo>
                  <a:pt x="1917282" y="1340567"/>
                </a:lnTo>
                <a:lnTo>
                  <a:pt x="1919362" y="1340857"/>
                </a:lnTo>
                <a:lnTo>
                  <a:pt x="1921443" y="1341137"/>
                </a:lnTo>
                <a:lnTo>
                  <a:pt x="1923523" y="1341406"/>
                </a:lnTo>
                <a:lnTo>
                  <a:pt x="1925603" y="1341675"/>
                </a:lnTo>
                <a:lnTo>
                  <a:pt x="1927684" y="1341944"/>
                </a:lnTo>
                <a:lnTo>
                  <a:pt x="1929764" y="1342203"/>
                </a:lnTo>
                <a:lnTo>
                  <a:pt x="1931834" y="1342451"/>
                </a:lnTo>
                <a:lnTo>
                  <a:pt x="1933915" y="1342710"/>
                </a:lnTo>
                <a:lnTo>
                  <a:pt x="1935995" y="1342958"/>
                </a:lnTo>
                <a:lnTo>
                  <a:pt x="1938075" y="1343196"/>
                </a:lnTo>
                <a:lnTo>
                  <a:pt x="1940155" y="1343434"/>
                </a:lnTo>
                <a:lnTo>
                  <a:pt x="1942236" y="1343672"/>
                </a:lnTo>
                <a:lnTo>
                  <a:pt x="1944316" y="1343900"/>
                </a:lnTo>
                <a:lnTo>
                  <a:pt x="1946396" y="1344128"/>
                </a:lnTo>
                <a:lnTo>
                  <a:pt x="1948477" y="1344355"/>
                </a:lnTo>
                <a:lnTo>
                  <a:pt x="1950557" y="1344573"/>
                </a:lnTo>
                <a:lnTo>
                  <a:pt x="1952637" y="1344790"/>
                </a:lnTo>
                <a:lnTo>
                  <a:pt x="1954718" y="1345007"/>
                </a:lnTo>
                <a:lnTo>
                  <a:pt x="1956788" y="1345214"/>
                </a:lnTo>
                <a:lnTo>
                  <a:pt x="1958868" y="1345421"/>
                </a:lnTo>
                <a:lnTo>
                  <a:pt x="1960949" y="1345618"/>
                </a:lnTo>
                <a:lnTo>
                  <a:pt x="1963029" y="1345815"/>
                </a:lnTo>
                <a:lnTo>
                  <a:pt x="1965109" y="1346011"/>
                </a:lnTo>
                <a:lnTo>
                  <a:pt x="1967190" y="1346208"/>
                </a:lnTo>
                <a:lnTo>
                  <a:pt x="1969270" y="1346394"/>
                </a:lnTo>
                <a:lnTo>
                  <a:pt x="1971350" y="1346581"/>
                </a:lnTo>
                <a:lnTo>
                  <a:pt x="1973431" y="1346757"/>
                </a:lnTo>
                <a:lnTo>
                  <a:pt x="1975511" y="1346932"/>
                </a:lnTo>
                <a:lnTo>
                  <a:pt x="1977591" y="1347108"/>
                </a:lnTo>
                <a:lnTo>
                  <a:pt x="1979672" y="1347284"/>
                </a:lnTo>
                <a:lnTo>
                  <a:pt x="1981742" y="1347450"/>
                </a:lnTo>
                <a:lnTo>
                  <a:pt x="1983822" y="1347616"/>
                </a:lnTo>
                <a:lnTo>
                  <a:pt x="1985903" y="1347781"/>
                </a:lnTo>
                <a:lnTo>
                  <a:pt x="1987983" y="1347947"/>
                </a:lnTo>
                <a:lnTo>
                  <a:pt x="1990063" y="1348102"/>
                </a:lnTo>
                <a:lnTo>
                  <a:pt x="1992143" y="1348257"/>
                </a:lnTo>
                <a:lnTo>
                  <a:pt x="1994224" y="1348402"/>
                </a:lnTo>
                <a:lnTo>
                  <a:pt x="1996304" y="1348557"/>
                </a:lnTo>
                <a:lnTo>
                  <a:pt x="1998384" y="1348702"/>
                </a:lnTo>
                <a:lnTo>
                  <a:pt x="2000465" y="1348847"/>
                </a:lnTo>
                <a:lnTo>
                  <a:pt x="2002545" y="1348992"/>
                </a:lnTo>
                <a:lnTo>
                  <a:pt x="2004625" y="1349127"/>
                </a:lnTo>
                <a:lnTo>
                  <a:pt x="2006695" y="1349261"/>
                </a:lnTo>
                <a:lnTo>
                  <a:pt x="2008776" y="1349396"/>
                </a:lnTo>
                <a:lnTo>
                  <a:pt x="2010856" y="1349530"/>
                </a:lnTo>
                <a:lnTo>
                  <a:pt x="2012937" y="1349655"/>
                </a:lnTo>
                <a:lnTo>
                  <a:pt x="2015017" y="1349779"/>
                </a:lnTo>
                <a:lnTo>
                  <a:pt x="2017097" y="1349903"/>
                </a:lnTo>
                <a:lnTo>
                  <a:pt x="2019178" y="1350027"/>
                </a:lnTo>
                <a:lnTo>
                  <a:pt x="2021258" y="1350151"/>
                </a:lnTo>
                <a:lnTo>
                  <a:pt x="2023338" y="1350265"/>
                </a:lnTo>
                <a:lnTo>
                  <a:pt x="2025419" y="1350379"/>
                </a:lnTo>
                <a:lnTo>
                  <a:pt x="2027499" y="1350493"/>
                </a:lnTo>
                <a:lnTo>
                  <a:pt x="2029579" y="1350607"/>
                </a:lnTo>
                <a:lnTo>
                  <a:pt x="2031649" y="1350710"/>
                </a:lnTo>
                <a:lnTo>
                  <a:pt x="2033730" y="1350824"/>
                </a:lnTo>
                <a:lnTo>
                  <a:pt x="2035810" y="1350928"/>
                </a:lnTo>
                <a:lnTo>
                  <a:pt x="2037891" y="1351031"/>
                </a:lnTo>
                <a:lnTo>
                  <a:pt x="2039971" y="1351135"/>
                </a:lnTo>
                <a:lnTo>
                  <a:pt x="2042051" y="1351228"/>
                </a:lnTo>
                <a:lnTo>
                  <a:pt x="2044132" y="1351331"/>
                </a:lnTo>
                <a:lnTo>
                  <a:pt x="2046212" y="1351424"/>
                </a:lnTo>
                <a:lnTo>
                  <a:pt x="2048292" y="1351518"/>
                </a:lnTo>
                <a:lnTo>
                  <a:pt x="2050372" y="1351611"/>
                </a:lnTo>
                <a:lnTo>
                  <a:pt x="2052453" y="1351694"/>
                </a:lnTo>
                <a:lnTo>
                  <a:pt x="2054533" y="1351787"/>
                </a:lnTo>
                <a:lnTo>
                  <a:pt x="2056603" y="1351869"/>
                </a:lnTo>
                <a:lnTo>
                  <a:pt x="2058684" y="1351963"/>
                </a:lnTo>
                <a:lnTo>
                  <a:pt x="2060764" y="1352045"/>
                </a:lnTo>
                <a:lnTo>
                  <a:pt x="2062844" y="1352128"/>
                </a:lnTo>
                <a:lnTo>
                  <a:pt x="2064925" y="1352201"/>
                </a:lnTo>
                <a:lnTo>
                  <a:pt x="2067005" y="1352283"/>
                </a:lnTo>
                <a:lnTo>
                  <a:pt x="2069085" y="1352356"/>
                </a:lnTo>
                <a:lnTo>
                  <a:pt x="2071166" y="1352439"/>
                </a:lnTo>
                <a:lnTo>
                  <a:pt x="2073246" y="1352511"/>
                </a:lnTo>
                <a:lnTo>
                  <a:pt x="2075326" y="1352584"/>
                </a:lnTo>
                <a:lnTo>
                  <a:pt x="2077407" y="1352656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403" name="Freeform 3402">
            <a:extLst>
              <a:ext uri="{FF2B5EF4-FFF2-40B4-BE49-F238E27FC236}">
                <a16:creationId xmlns:a16="http://schemas.microsoft.com/office/drawing/2014/main" id="{29A1460F-4C31-D417-5F9A-09F3C7202A8F}"/>
              </a:ext>
            </a:extLst>
          </p:cNvPr>
          <p:cNvSpPr/>
          <p:nvPr/>
        </p:nvSpPr>
        <p:spPr>
          <a:xfrm>
            <a:off x="6351524" y="3537379"/>
            <a:ext cx="2077406" cy="1352655"/>
          </a:xfrm>
          <a:custGeom>
            <a:avLst/>
            <a:gdLst>
              <a:gd name="csX0" fmla="*/ 0 w 2077406"/>
              <a:gd name="csY0" fmla="*/ 1322796 h 1352655"/>
              <a:gd name="csX1" fmla="*/ 2080 w 2077406"/>
              <a:gd name="csY1" fmla="*/ 1322237 h 1352655"/>
              <a:gd name="csX2" fmla="*/ 4160 w 2077406"/>
              <a:gd name="csY2" fmla="*/ 1321658 h 1352655"/>
              <a:gd name="csX3" fmla="*/ 6239 w 2077406"/>
              <a:gd name="csY3" fmla="*/ 1321078 h 1352655"/>
              <a:gd name="csX4" fmla="*/ 8318 w 2077406"/>
              <a:gd name="csY4" fmla="*/ 1320488 h 1352655"/>
              <a:gd name="csX5" fmla="*/ 10398 w 2077406"/>
              <a:gd name="csY5" fmla="*/ 1319898 h 1352655"/>
              <a:gd name="csX6" fmla="*/ 12477 w 2077406"/>
              <a:gd name="csY6" fmla="*/ 1319288 h 1352655"/>
              <a:gd name="csX7" fmla="*/ 14557 w 2077406"/>
              <a:gd name="csY7" fmla="*/ 1318677 h 1352655"/>
              <a:gd name="csX8" fmla="*/ 16637 w 2077406"/>
              <a:gd name="csY8" fmla="*/ 1318046 h 1352655"/>
              <a:gd name="csX9" fmla="*/ 18716 w 2077406"/>
              <a:gd name="csY9" fmla="*/ 1317414 h 1352655"/>
              <a:gd name="csX10" fmla="*/ 20795 w 2077406"/>
              <a:gd name="csY10" fmla="*/ 1316773 h 1352655"/>
              <a:gd name="csX11" fmla="*/ 22875 w 2077406"/>
              <a:gd name="csY11" fmla="*/ 1316121 h 1352655"/>
              <a:gd name="csX12" fmla="*/ 24954 w 2077406"/>
              <a:gd name="csY12" fmla="*/ 1315458 h 1352655"/>
              <a:gd name="csX13" fmla="*/ 27034 w 2077406"/>
              <a:gd name="csY13" fmla="*/ 1314796 h 1352655"/>
              <a:gd name="csX14" fmla="*/ 29114 w 2077406"/>
              <a:gd name="csY14" fmla="*/ 1314113 h 1352655"/>
              <a:gd name="csX15" fmla="*/ 31193 w 2077406"/>
              <a:gd name="csY15" fmla="*/ 1313419 h 1352655"/>
              <a:gd name="csX16" fmla="*/ 33272 w 2077406"/>
              <a:gd name="csY16" fmla="*/ 1312726 h 1352655"/>
              <a:gd name="csX17" fmla="*/ 35351 w 2077406"/>
              <a:gd name="csY17" fmla="*/ 1312012 h 1352655"/>
              <a:gd name="csX18" fmla="*/ 37431 w 2077406"/>
              <a:gd name="csY18" fmla="*/ 1311298 h 1352655"/>
              <a:gd name="csX19" fmla="*/ 39511 w 2077406"/>
              <a:gd name="csY19" fmla="*/ 1310573 h 1352655"/>
              <a:gd name="csX20" fmla="*/ 41590 w 2077406"/>
              <a:gd name="csY20" fmla="*/ 1309828 h 1352655"/>
              <a:gd name="csX21" fmla="*/ 43670 w 2077406"/>
              <a:gd name="csY21" fmla="*/ 1309083 h 1352655"/>
              <a:gd name="csX22" fmla="*/ 45749 w 2077406"/>
              <a:gd name="csY22" fmla="*/ 1308327 h 1352655"/>
              <a:gd name="csX23" fmla="*/ 47828 w 2077406"/>
              <a:gd name="csY23" fmla="*/ 1307551 h 1352655"/>
              <a:gd name="csX24" fmla="*/ 49908 w 2077406"/>
              <a:gd name="csY24" fmla="*/ 1306775 h 1352655"/>
              <a:gd name="csX25" fmla="*/ 51987 w 2077406"/>
              <a:gd name="csY25" fmla="*/ 1305988 h 1352655"/>
              <a:gd name="csX26" fmla="*/ 54067 w 2077406"/>
              <a:gd name="csY26" fmla="*/ 1305181 h 1352655"/>
              <a:gd name="csX27" fmla="*/ 56147 w 2077406"/>
              <a:gd name="csY27" fmla="*/ 1304373 h 1352655"/>
              <a:gd name="csX28" fmla="*/ 58226 w 2077406"/>
              <a:gd name="csY28" fmla="*/ 1303545 h 1352655"/>
              <a:gd name="csX29" fmla="*/ 60305 w 2077406"/>
              <a:gd name="csY29" fmla="*/ 1302707 h 1352655"/>
              <a:gd name="csX30" fmla="*/ 62385 w 2077406"/>
              <a:gd name="csY30" fmla="*/ 1301869 h 1352655"/>
              <a:gd name="csX31" fmla="*/ 64464 w 2077406"/>
              <a:gd name="csY31" fmla="*/ 1301010 h 1352655"/>
              <a:gd name="csX32" fmla="*/ 66544 w 2077406"/>
              <a:gd name="csY32" fmla="*/ 1300140 h 1352655"/>
              <a:gd name="csX33" fmla="*/ 68624 w 2077406"/>
              <a:gd name="csY33" fmla="*/ 1299260 h 1352655"/>
              <a:gd name="csX34" fmla="*/ 70703 w 2077406"/>
              <a:gd name="csY34" fmla="*/ 1298370 h 1352655"/>
              <a:gd name="csX35" fmla="*/ 72782 w 2077406"/>
              <a:gd name="csY35" fmla="*/ 1297470 h 1352655"/>
              <a:gd name="csX36" fmla="*/ 74862 w 2077406"/>
              <a:gd name="csY36" fmla="*/ 1296549 h 1352655"/>
              <a:gd name="csX37" fmla="*/ 76941 w 2077406"/>
              <a:gd name="csY37" fmla="*/ 1295628 h 1352655"/>
              <a:gd name="csX38" fmla="*/ 79021 w 2077406"/>
              <a:gd name="csY38" fmla="*/ 1294686 h 1352655"/>
              <a:gd name="csX39" fmla="*/ 81101 w 2077406"/>
              <a:gd name="csY39" fmla="*/ 1293734 h 1352655"/>
              <a:gd name="csX40" fmla="*/ 83180 w 2077406"/>
              <a:gd name="csY40" fmla="*/ 1292771 h 1352655"/>
              <a:gd name="csX41" fmla="*/ 85259 w 2077406"/>
              <a:gd name="csY41" fmla="*/ 1291788 h 1352655"/>
              <a:gd name="csX42" fmla="*/ 87338 w 2077406"/>
              <a:gd name="csY42" fmla="*/ 1290804 h 1352655"/>
              <a:gd name="csX43" fmla="*/ 89418 w 2077406"/>
              <a:gd name="csY43" fmla="*/ 1289801 h 1352655"/>
              <a:gd name="csX44" fmla="*/ 91498 w 2077406"/>
              <a:gd name="csY44" fmla="*/ 1288786 h 1352655"/>
              <a:gd name="csX45" fmla="*/ 93577 w 2077406"/>
              <a:gd name="csY45" fmla="*/ 1287762 h 1352655"/>
              <a:gd name="csX46" fmla="*/ 95657 w 2077406"/>
              <a:gd name="csY46" fmla="*/ 1286716 h 1352655"/>
              <a:gd name="csX47" fmla="*/ 97736 w 2077406"/>
              <a:gd name="csY47" fmla="*/ 1285661 h 1352655"/>
              <a:gd name="csX48" fmla="*/ 99815 w 2077406"/>
              <a:gd name="csY48" fmla="*/ 1284594 h 1352655"/>
              <a:gd name="csX49" fmla="*/ 101895 w 2077406"/>
              <a:gd name="csY49" fmla="*/ 1283518 h 1352655"/>
              <a:gd name="csX50" fmla="*/ 103975 w 2077406"/>
              <a:gd name="csY50" fmla="*/ 1282421 h 1352655"/>
              <a:gd name="csX51" fmla="*/ 106054 w 2077406"/>
              <a:gd name="csY51" fmla="*/ 1281314 h 1352655"/>
              <a:gd name="csX52" fmla="*/ 108134 w 2077406"/>
              <a:gd name="csY52" fmla="*/ 1280196 h 1352655"/>
              <a:gd name="csX53" fmla="*/ 110213 w 2077406"/>
              <a:gd name="csY53" fmla="*/ 1279057 h 1352655"/>
              <a:gd name="csX54" fmla="*/ 112292 w 2077406"/>
              <a:gd name="csY54" fmla="*/ 1277908 h 1352655"/>
              <a:gd name="csX55" fmla="*/ 114372 w 2077406"/>
              <a:gd name="csY55" fmla="*/ 1276749 h 1352655"/>
              <a:gd name="csX56" fmla="*/ 116451 w 2077406"/>
              <a:gd name="csY56" fmla="*/ 1275569 h 1352655"/>
              <a:gd name="csX57" fmla="*/ 118531 w 2077406"/>
              <a:gd name="csY57" fmla="*/ 1274379 h 1352655"/>
              <a:gd name="csX58" fmla="*/ 120611 w 2077406"/>
              <a:gd name="csY58" fmla="*/ 1273168 h 1352655"/>
              <a:gd name="csX59" fmla="*/ 122690 w 2077406"/>
              <a:gd name="csY59" fmla="*/ 1271947 h 1352655"/>
              <a:gd name="csX60" fmla="*/ 124769 w 2077406"/>
              <a:gd name="csY60" fmla="*/ 1270715 h 1352655"/>
              <a:gd name="csX61" fmla="*/ 126849 w 2077406"/>
              <a:gd name="csY61" fmla="*/ 1269463 h 1352655"/>
              <a:gd name="csX62" fmla="*/ 128928 w 2077406"/>
              <a:gd name="csY62" fmla="*/ 1268200 h 1352655"/>
              <a:gd name="csX63" fmla="*/ 131008 w 2077406"/>
              <a:gd name="csY63" fmla="*/ 1266917 h 1352655"/>
              <a:gd name="csX64" fmla="*/ 133088 w 2077406"/>
              <a:gd name="csY64" fmla="*/ 1265623 h 1352655"/>
              <a:gd name="csX65" fmla="*/ 135167 w 2077406"/>
              <a:gd name="csY65" fmla="*/ 1264309 h 1352655"/>
              <a:gd name="csX66" fmla="*/ 137246 w 2077406"/>
              <a:gd name="csY66" fmla="*/ 1262984 h 1352655"/>
              <a:gd name="csX67" fmla="*/ 139325 w 2077406"/>
              <a:gd name="csY67" fmla="*/ 1261638 h 1352655"/>
              <a:gd name="csX68" fmla="*/ 141405 w 2077406"/>
              <a:gd name="csY68" fmla="*/ 1260282 h 1352655"/>
              <a:gd name="csX69" fmla="*/ 143485 w 2077406"/>
              <a:gd name="csY69" fmla="*/ 1258906 h 1352655"/>
              <a:gd name="csX70" fmla="*/ 145564 w 2077406"/>
              <a:gd name="csY70" fmla="*/ 1257519 h 1352655"/>
              <a:gd name="csX71" fmla="*/ 147644 w 2077406"/>
              <a:gd name="csY71" fmla="*/ 1256111 h 1352655"/>
              <a:gd name="csX72" fmla="*/ 149723 w 2077406"/>
              <a:gd name="csY72" fmla="*/ 1254693 h 1352655"/>
              <a:gd name="csX73" fmla="*/ 151802 w 2077406"/>
              <a:gd name="csY73" fmla="*/ 1253255 h 1352655"/>
              <a:gd name="csX74" fmla="*/ 153882 w 2077406"/>
              <a:gd name="csY74" fmla="*/ 1251795 h 1352655"/>
              <a:gd name="csX75" fmla="*/ 155962 w 2077406"/>
              <a:gd name="csY75" fmla="*/ 1250326 h 1352655"/>
              <a:gd name="csX76" fmla="*/ 158041 w 2077406"/>
              <a:gd name="csY76" fmla="*/ 1248835 h 1352655"/>
              <a:gd name="csX77" fmla="*/ 160121 w 2077406"/>
              <a:gd name="csY77" fmla="*/ 1247335 h 1352655"/>
              <a:gd name="csX78" fmla="*/ 162200 w 2077406"/>
              <a:gd name="csY78" fmla="*/ 1245813 h 1352655"/>
              <a:gd name="csX79" fmla="*/ 164279 w 2077406"/>
              <a:gd name="csY79" fmla="*/ 1244271 h 1352655"/>
              <a:gd name="csX80" fmla="*/ 166359 w 2077406"/>
              <a:gd name="csY80" fmla="*/ 1242718 h 1352655"/>
              <a:gd name="csX81" fmla="*/ 168439 w 2077406"/>
              <a:gd name="csY81" fmla="*/ 1241145 h 1352655"/>
              <a:gd name="csX82" fmla="*/ 170518 w 2077406"/>
              <a:gd name="csY82" fmla="*/ 1239551 h 1352655"/>
              <a:gd name="csX83" fmla="*/ 172598 w 2077406"/>
              <a:gd name="csY83" fmla="*/ 1237937 h 1352655"/>
              <a:gd name="csX84" fmla="*/ 174677 w 2077406"/>
              <a:gd name="csY84" fmla="*/ 1236312 h 1352655"/>
              <a:gd name="csX85" fmla="*/ 176756 w 2077406"/>
              <a:gd name="csY85" fmla="*/ 1234676 h 1352655"/>
              <a:gd name="csX86" fmla="*/ 178836 w 2077406"/>
              <a:gd name="csY86" fmla="*/ 1233010 h 1352655"/>
              <a:gd name="csX87" fmla="*/ 180916 w 2077406"/>
              <a:gd name="csY87" fmla="*/ 1231333 h 1352655"/>
              <a:gd name="csX88" fmla="*/ 182995 w 2077406"/>
              <a:gd name="csY88" fmla="*/ 1229636 h 1352655"/>
              <a:gd name="csX89" fmla="*/ 185075 w 2077406"/>
              <a:gd name="csY89" fmla="*/ 1227918 h 1352655"/>
              <a:gd name="csX90" fmla="*/ 187154 w 2077406"/>
              <a:gd name="csY90" fmla="*/ 1226179 h 1352655"/>
              <a:gd name="csX91" fmla="*/ 189233 w 2077406"/>
              <a:gd name="csY91" fmla="*/ 1224430 h 1352655"/>
              <a:gd name="csX92" fmla="*/ 191312 w 2077406"/>
              <a:gd name="csY92" fmla="*/ 1222660 h 1352655"/>
              <a:gd name="csX93" fmla="*/ 193392 w 2077406"/>
              <a:gd name="csY93" fmla="*/ 1220870 h 1352655"/>
              <a:gd name="csX94" fmla="*/ 195472 w 2077406"/>
              <a:gd name="csY94" fmla="*/ 1219058 h 1352655"/>
              <a:gd name="csX95" fmla="*/ 197551 w 2077406"/>
              <a:gd name="csY95" fmla="*/ 1217237 h 1352655"/>
              <a:gd name="csX96" fmla="*/ 199631 w 2077406"/>
              <a:gd name="csY96" fmla="*/ 1215384 h 1352655"/>
              <a:gd name="csX97" fmla="*/ 201710 w 2077406"/>
              <a:gd name="csY97" fmla="*/ 1213521 h 1352655"/>
              <a:gd name="csX98" fmla="*/ 203789 w 2077406"/>
              <a:gd name="csY98" fmla="*/ 1211637 h 1352655"/>
              <a:gd name="csX99" fmla="*/ 205869 w 2077406"/>
              <a:gd name="csY99" fmla="*/ 1209733 h 1352655"/>
              <a:gd name="csX100" fmla="*/ 207949 w 2077406"/>
              <a:gd name="csY100" fmla="*/ 1207808 h 1352655"/>
              <a:gd name="csX101" fmla="*/ 210028 w 2077406"/>
              <a:gd name="csY101" fmla="*/ 1205872 h 1352655"/>
              <a:gd name="csX102" fmla="*/ 212108 w 2077406"/>
              <a:gd name="csY102" fmla="*/ 1203906 h 1352655"/>
              <a:gd name="csX103" fmla="*/ 214187 w 2077406"/>
              <a:gd name="csY103" fmla="*/ 1201919 h 1352655"/>
              <a:gd name="csX104" fmla="*/ 216266 w 2077406"/>
              <a:gd name="csY104" fmla="*/ 1199921 h 1352655"/>
              <a:gd name="csX105" fmla="*/ 218346 w 2077406"/>
              <a:gd name="csY105" fmla="*/ 1197903 h 1352655"/>
              <a:gd name="csX106" fmla="*/ 220426 w 2077406"/>
              <a:gd name="csY106" fmla="*/ 1195854 h 1352655"/>
              <a:gd name="csX107" fmla="*/ 222505 w 2077406"/>
              <a:gd name="csY107" fmla="*/ 1193794 h 1352655"/>
              <a:gd name="csX108" fmla="*/ 224585 w 2077406"/>
              <a:gd name="csY108" fmla="*/ 1191714 h 1352655"/>
              <a:gd name="csX109" fmla="*/ 226664 w 2077406"/>
              <a:gd name="csY109" fmla="*/ 1189613 h 1352655"/>
              <a:gd name="csX110" fmla="*/ 228743 w 2077406"/>
              <a:gd name="csY110" fmla="*/ 1187491 h 1352655"/>
              <a:gd name="csX111" fmla="*/ 230823 w 2077406"/>
              <a:gd name="csY111" fmla="*/ 1185338 h 1352655"/>
              <a:gd name="csX112" fmla="*/ 232903 w 2077406"/>
              <a:gd name="csY112" fmla="*/ 1183175 h 1352655"/>
              <a:gd name="csX113" fmla="*/ 234982 w 2077406"/>
              <a:gd name="csY113" fmla="*/ 1180991 h 1352655"/>
              <a:gd name="csX114" fmla="*/ 237062 w 2077406"/>
              <a:gd name="csY114" fmla="*/ 1178787 h 1352655"/>
              <a:gd name="csX115" fmla="*/ 239141 w 2077406"/>
              <a:gd name="csY115" fmla="*/ 1176561 h 1352655"/>
              <a:gd name="csX116" fmla="*/ 241220 w 2077406"/>
              <a:gd name="csY116" fmla="*/ 1174315 h 1352655"/>
              <a:gd name="csX117" fmla="*/ 243299 w 2077406"/>
              <a:gd name="csY117" fmla="*/ 1172038 h 1352655"/>
              <a:gd name="csX118" fmla="*/ 245380 w 2077406"/>
              <a:gd name="csY118" fmla="*/ 1169751 h 1352655"/>
              <a:gd name="csX119" fmla="*/ 247459 w 2077406"/>
              <a:gd name="csY119" fmla="*/ 1167443 h 1352655"/>
              <a:gd name="csX120" fmla="*/ 249538 w 2077406"/>
              <a:gd name="csY120" fmla="*/ 1165104 h 1352655"/>
              <a:gd name="csX121" fmla="*/ 251618 w 2077406"/>
              <a:gd name="csY121" fmla="*/ 1162754 h 1352655"/>
              <a:gd name="csX122" fmla="*/ 253697 w 2077406"/>
              <a:gd name="csY122" fmla="*/ 1160374 h 1352655"/>
              <a:gd name="csX123" fmla="*/ 255776 w 2077406"/>
              <a:gd name="csY123" fmla="*/ 1157983 h 1352655"/>
              <a:gd name="csX124" fmla="*/ 257856 w 2077406"/>
              <a:gd name="csY124" fmla="*/ 1155561 h 1352655"/>
              <a:gd name="csX125" fmla="*/ 259936 w 2077406"/>
              <a:gd name="csY125" fmla="*/ 1153118 h 1352655"/>
              <a:gd name="csX126" fmla="*/ 262015 w 2077406"/>
              <a:gd name="csY126" fmla="*/ 1150655 h 1352655"/>
              <a:gd name="csX127" fmla="*/ 264095 w 2077406"/>
              <a:gd name="csY127" fmla="*/ 1148171 h 1352655"/>
              <a:gd name="csX128" fmla="*/ 266174 w 2077406"/>
              <a:gd name="csY128" fmla="*/ 1145667 h 1352655"/>
              <a:gd name="csX129" fmla="*/ 268253 w 2077406"/>
              <a:gd name="csY129" fmla="*/ 1143141 h 1352655"/>
              <a:gd name="csX130" fmla="*/ 270333 w 2077406"/>
              <a:gd name="csY130" fmla="*/ 1140585 h 1352655"/>
              <a:gd name="csX131" fmla="*/ 272413 w 2077406"/>
              <a:gd name="csY131" fmla="*/ 1138018 h 1352655"/>
              <a:gd name="csX132" fmla="*/ 274492 w 2077406"/>
              <a:gd name="csY132" fmla="*/ 1135420 h 1352655"/>
              <a:gd name="csX133" fmla="*/ 276572 w 2077406"/>
              <a:gd name="csY133" fmla="*/ 1132801 h 1352655"/>
              <a:gd name="csX134" fmla="*/ 278651 w 2077406"/>
              <a:gd name="csY134" fmla="*/ 1130162 h 1352655"/>
              <a:gd name="csX135" fmla="*/ 280730 w 2077406"/>
              <a:gd name="csY135" fmla="*/ 1127502 h 1352655"/>
              <a:gd name="csX136" fmla="*/ 282810 w 2077406"/>
              <a:gd name="csY136" fmla="*/ 1124811 h 1352655"/>
              <a:gd name="csX137" fmla="*/ 284890 w 2077406"/>
              <a:gd name="csY137" fmla="*/ 1122100 h 1352655"/>
              <a:gd name="csX138" fmla="*/ 286969 w 2077406"/>
              <a:gd name="csY138" fmla="*/ 1119378 h 1352655"/>
              <a:gd name="csX139" fmla="*/ 289049 w 2077406"/>
              <a:gd name="csY139" fmla="*/ 1116624 h 1352655"/>
              <a:gd name="csX140" fmla="*/ 291128 w 2077406"/>
              <a:gd name="csY140" fmla="*/ 1113851 h 1352655"/>
              <a:gd name="csX141" fmla="*/ 293207 w 2077406"/>
              <a:gd name="csY141" fmla="*/ 1111046 h 1352655"/>
              <a:gd name="csX142" fmla="*/ 295286 w 2077406"/>
              <a:gd name="csY142" fmla="*/ 1108231 h 1352655"/>
              <a:gd name="csX143" fmla="*/ 297367 w 2077406"/>
              <a:gd name="csY143" fmla="*/ 1105384 h 1352655"/>
              <a:gd name="csX144" fmla="*/ 299446 w 2077406"/>
              <a:gd name="csY144" fmla="*/ 1102517 h 1352655"/>
              <a:gd name="csX145" fmla="*/ 301525 w 2077406"/>
              <a:gd name="csY145" fmla="*/ 1099630 h 1352655"/>
              <a:gd name="csX146" fmla="*/ 303605 w 2077406"/>
              <a:gd name="csY146" fmla="*/ 1096711 h 1352655"/>
              <a:gd name="csX147" fmla="*/ 305684 w 2077406"/>
              <a:gd name="csY147" fmla="*/ 1093772 h 1352655"/>
              <a:gd name="csX148" fmla="*/ 307763 w 2077406"/>
              <a:gd name="csY148" fmla="*/ 1090822 h 1352655"/>
              <a:gd name="csX149" fmla="*/ 309844 w 2077406"/>
              <a:gd name="csY149" fmla="*/ 1087831 h 1352655"/>
              <a:gd name="csX150" fmla="*/ 311923 w 2077406"/>
              <a:gd name="csY150" fmla="*/ 1084829 h 1352655"/>
              <a:gd name="csX151" fmla="*/ 314002 w 2077406"/>
              <a:gd name="csY151" fmla="*/ 1081807 h 1352655"/>
              <a:gd name="csX152" fmla="*/ 316082 w 2077406"/>
              <a:gd name="csY152" fmla="*/ 1078754 h 1352655"/>
              <a:gd name="csX153" fmla="*/ 318161 w 2077406"/>
              <a:gd name="csY153" fmla="*/ 1075680 h 1352655"/>
              <a:gd name="csX154" fmla="*/ 320240 w 2077406"/>
              <a:gd name="csY154" fmla="*/ 1072575 h 1352655"/>
              <a:gd name="csX155" fmla="*/ 322320 w 2077406"/>
              <a:gd name="csY155" fmla="*/ 1069460 h 1352655"/>
              <a:gd name="csX156" fmla="*/ 324400 w 2077406"/>
              <a:gd name="csY156" fmla="*/ 1066313 h 1352655"/>
              <a:gd name="csX157" fmla="*/ 326479 w 2077406"/>
              <a:gd name="csY157" fmla="*/ 1063146 h 1352655"/>
              <a:gd name="csX158" fmla="*/ 328559 w 2077406"/>
              <a:gd name="csY158" fmla="*/ 1059958 h 1352655"/>
              <a:gd name="csX159" fmla="*/ 330638 w 2077406"/>
              <a:gd name="csY159" fmla="*/ 1056739 h 1352655"/>
              <a:gd name="csX160" fmla="*/ 332717 w 2077406"/>
              <a:gd name="csY160" fmla="*/ 1053500 h 1352655"/>
              <a:gd name="csX161" fmla="*/ 334797 w 2077406"/>
              <a:gd name="csY161" fmla="*/ 1050240 h 1352655"/>
              <a:gd name="csX162" fmla="*/ 336877 w 2077406"/>
              <a:gd name="csY162" fmla="*/ 1046959 h 1352655"/>
              <a:gd name="csX163" fmla="*/ 338956 w 2077406"/>
              <a:gd name="csY163" fmla="*/ 1043647 h 1352655"/>
              <a:gd name="csX164" fmla="*/ 341036 w 2077406"/>
              <a:gd name="csY164" fmla="*/ 1040324 h 1352655"/>
              <a:gd name="csX165" fmla="*/ 343115 w 2077406"/>
              <a:gd name="csY165" fmla="*/ 1036971 h 1352655"/>
              <a:gd name="csX166" fmla="*/ 345194 w 2077406"/>
              <a:gd name="csY166" fmla="*/ 1033586 h 1352655"/>
              <a:gd name="csX167" fmla="*/ 347273 w 2077406"/>
              <a:gd name="csY167" fmla="*/ 1030192 h 1352655"/>
              <a:gd name="csX168" fmla="*/ 349354 w 2077406"/>
              <a:gd name="csY168" fmla="*/ 1026766 h 1352655"/>
              <a:gd name="csX169" fmla="*/ 351433 w 2077406"/>
              <a:gd name="csY169" fmla="*/ 1023319 h 1352655"/>
              <a:gd name="csX170" fmla="*/ 353512 w 2077406"/>
              <a:gd name="csY170" fmla="*/ 1019852 h 1352655"/>
              <a:gd name="csX171" fmla="*/ 355592 w 2077406"/>
              <a:gd name="csY171" fmla="*/ 1016354 h 1352655"/>
              <a:gd name="csX172" fmla="*/ 357671 w 2077406"/>
              <a:gd name="csY172" fmla="*/ 1012845 h 1352655"/>
              <a:gd name="csX173" fmla="*/ 359750 w 2077406"/>
              <a:gd name="csY173" fmla="*/ 1009305 h 1352655"/>
              <a:gd name="csX174" fmla="*/ 361831 w 2077406"/>
              <a:gd name="csY174" fmla="*/ 1005745 h 1352655"/>
              <a:gd name="csX175" fmla="*/ 363910 w 2077406"/>
              <a:gd name="csY175" fmla="*/ 1002153 h 1352655"/>
              <a:gd name="csX176" fmla="*/ 365989 w 2077406"/>
              <a:gd name="csY176" fmla="*/ 998552 h 1352655"/>
              <a:gd name="csX177" fmla="*/ 368069 w 2077406"/>
              <a:gd name="csY177" fmla="*/ 994919 h 1352655"/>
              <a:gd name="csX178" fmla="*/ 370148 w 2077406"/>
              <a:gd name="csY178" fmla="*/ 991265 h 1352655"/>
              <a:gd name="csX179" fmla="*/ 372227 w 2077406"/>
              <a:gd name="csY179" fmla="*/ 987591 h 1352655"/>
              <a:gd name="csX180" fmla="*/ 374308 w 2077406"/>
              <a:gd name="csY180" fmla="*/ 983886 h 1352655"/>
              <a:gd name="csX181" fmla="*/ 376387 w 2077406"/>
              <a:gd name="csY181" fmla="*/ 980160 h 1352655"/>
              <a:gd name="csX182" fmla="*/ 378466 w 2077406"/>
              <a:gd name="csY182" fmla="*/ 976423 h 1352655"/>
              <a:gd name="csX183" fmla="*/ 380546 w 2077406"/>
              <a:gd name="csY183" fmla="*/ 972656 h 1352655"/>
              <a:gd name="csX184" fmla="*/ 382625 w 2077406"/>
              <a:gd name="csY184" fmla="*/ 968858 h 1352655"/>
              <a:gd name="csX185" fmla="*/ 384704 w 2077406"/>
              <a:gd name="csY185" fmla="*/ 965051 h 1352655"/>
              <a:gd name="csX186" fmla="*/ 386785 w 2077406"/>
              <a:gd name="csY186" fmla="*/ 961216 h 1352655"/>
              <a:gd name="csX187" fmla="*/ 388864 w 2077406"/>
              <a:gd name="csY187" fmla="*/ 957359 h 1352655"/>
              <a:gd name="csX188" fmla="*/ 390943 w 2077406"/>
              <a:gd name="csY188" fmla="*/ 953480 h 1352655"/>
              <a:gd name="csX189" fmla="*/ 393023 w 2077406"/>
              <a:gd name="csY189" fmla="*/ 949579 h 1352655"/>
              <a:gd name="csX190" fmla="*/ 395102 w 2077406"/>
              <a:gd name="csY190" fmla="*/ 945656 h 1352655"/>
              <a:gd name="csX191" fmla="*/ 397181 w 2077406"/>
              <a:gd name="csY191" fmla="*/ 941711 h 1352655"/>
              <a:gd name="csX192" fmla="*/ 399260 w 2077406"/>
              <a:gd name="csY192" fmla="*/ 937743 h 1352655"/>
              <a:gd name="csX193" fmla="*/ 401341 w 2077406"/>
              <a:gd name="csY193" fmla="*/ 933755 h 1352655"/>
              <a:gd name="csX194" fmla="*/ 403420 w 2077406"/>
              <a:gd name="csY194" fmla="*/ 929744 h 1352655"/>
              <a:gd name="csX195" fmla="*/ 405499 w 2077406"/>
              <a:gd name="csY195" fmla="*/ 925712 h 1352655"/>
              <a:gd name="csX196" fmla="*/ 407579 w 2077406"/>
              <a:gd name="csY196" fmla="*/ 921659 h 1352655"/>
              <a:gd name="csX197" fmla="*/ 409658 w 2077406"/>
              <a:gd name="csY197" fmla="*/ 917584 h 1352655"/>
              <a:gd name="csX198" fmla="*/ 411737 w 2077406"/>
              <a:gd name="csY198" fmla="*/ 913488 h 1352655"/>
              <a:gd name="csX199" fmla="*/ 413818 w 2077406"/>
              <a:gd name="csY199" fmla="*/ 909371 h 1352655"/>
              <a:gd name="csX200" fmla="*/ 415897 w 2077406"/>
              <a:gd name="csY200" fmla="*/ 905233 h 1352655"/>
              <a:gd name="csX201" fmla="*/ 417976 w 2077406"/>
              <a:gd name="csY201" fmla="*/ 901073 h 1352655"/>
              <a:gd name="csX202" fmla="*/ 420056 w 2077406"/>
              <a:gd name="csY202" fmla="*/ 896894 h 1352655"/>
              <a:gd name="csX203" fmla="*/ 422135 w 2077406"/>
              <a:gd name="csY203" fmla="*/ 892694 h 1352655"/>
              <a:gd name="csX204" fmla="*/ 424214 w 2077406"/>
              <a:gd name="csY204" fmla="*/ 888473 h 1352655"/>
              <a:gd name="csX205" fmla="*/ 426295 w 2077406"/>
              <a:gd name="csY205" fmla="*/ 884232 h 1352655"/>
              <a:gd name="csX206" fmla="*/ 428374 w 2077406"/>
              <a:gd name="csY206" fmla="*/ 879971 h 1352655"/>
              <a:gd name="csX207" fmla="*/ 430453 w 2077406"/>
              <a:gd name="csY207" fmla="*/ 875690 h 1352655"/>
              <a:gd name="csX208" fmla="*/ 432533 w 2077406"/>
              <a:gd name="csY208" fmla="*/ 871389 h 1352655"/>
              <a:gd name="csX209" fmla="*/ 434612 w 2077406"/>
              <a:gd name="csY209" fmla="*/ 867068 h 1352655"/>
              <a:gd name="csX210" fmla="*/ 436691 w 2077406"/>
              <a:gd name="csY210" fmla="*/ 862728 h 1352655"/>
              <a:gd name="csX211" fmla="*/ 438772 w 2077406"/>
              <a:gd name="csY211" fmla="*/ 858368 h 1352655"/>
              <a:gd name="csX212" fmla="*/ 440851 w 2077406"/>
              <a:gd name="csY212" fmla="*/ 853989 h 1352655"/>
              <a:gd name="csX213" fmla="*/ 442930 w 2077406"/>
              <a:gd name="csY213" fmla="*/ 849591 h 1352655"/>
              <a:gd name="csX214" fmla="*/ 445010 w 2077406"/>
              <a:gd name="csY214" fmla="*/ 845174 h 1352655"/>
              <a:gd name="csX215" fmla="*/ 447089 w 2077406"/>
              <a:gd name="csY215" fmla="*/ 840738 h 1352655"/>
              <a:gd name="csX216" fmla="*/ 449168 w 2077406"/>
              <a:gd name="csY216" fmla="*/ 836285 h 1352655"/>
              <a:gd name="csX217" fmla="*/ 451248 w 2077406"/>
              <a:gd name="csY217" fmla="*/ 831812 h 1352655"/>
              <a:gd name="csX218" fmla="*/ 453328 w 2077406"/>
              <a:gd name="csY218" fmla="*/ 827321 h 1352655"/>
              <a:gd name="csX219" fmla="*/ 455407 w 2077406"/>
              <a:gd name="csY219" fmla="*/ 822813 h 1352655"/>
              <a:gd name="csX220" fmla="*/ 457486 w 2077406"/>
              <a:gd name="csY220" fmla="*/ 818286 h 1352655"/>
              <a:gd name="csX221" fmla="*/ 459566 w 2077406"/>
              <a:gd name="csY221" fmla="*/ 813742 h 1352655"/>
              <a:gd name="csX222" fmla="*/ 461645 w 2077406"/>
              <a:gd name="csY222" fmla="*/ 809181 h 1352655"/>
              <a:gd name="csX223" fmla="*/ 463724 w 2077406"/>
              <a:gd name="csY223" fmla="*/ 804602 h 1352655"/>
              <a:gd name="csX224" fmla="*/ 465805 w 2077406"/>
              <a:gd name="csY224" fmla="*/ 800007 h 1352655"/>
              <a:gd name="csX225" fmla="*/ 467884 w 2077406"/>
              <a:gd name="csY225" fmla="*/ 795395 h 1352655"/>
              <a:gd name="csX226" fmla="*/ 469963 w 2077406"/>
              <a:gd name="csY226" fmla="*/ 790765 h 1352655"/>
              <a:gd name="csX227" fmla="*/ 472043 w 2077406"/>
              <a:gd name="csY227" fmla="*/ 786120 h 1352655"/>
              <a:gd name="csX228" fmla="*/ 474122 w 2077406"/>
              <a:gd name="csY228" fmla="*/ 781460 h 1352655"/>
              <a:gd name="csX229" fmla="*/ 476201 w 2077406"/>
              <a:gd name="csY229" fmla="*/ 776782 h 1352655"/>
              <a:gd name="csX230" fmla="*/ 478282 w 2077406"/>
              <a:gd name="csY230" fmla="*/ 772090 h 1352655"/>
              <a:gd name="csX231" fmla="*/ 480361 w 2077406"/>
              <a:gd name="csY231" fmla="*/ 767381 h 1352655"/>
              <a:gd name="csX232" fmla="*/ 482440 w 2077406"/>
              <a:gd name="csY232" fmla="*/ 762659 h 1352655"/>
              <a:gd name="csX233" fmla="*/ 484520 w 2077406"/>
              <a:gd name="csY233" fmla="*/ 757921 h 1352655"/>
              <a:gd name="csX234" fmla="*/ 486599 w 2077406"/>
              <a:gd name="csY234" fmla="*/ 753168 h 1352655"/>
              <a:gd name="csX235" fmla="*/ 488678 w 2077406"/>
              <a:gd name="csY235" fmla="*/ 748401 h 1352655"/>
              <a:gd name="csX236" fmla="*/ 490759 w 2077406"/>
              <a:gd name="csY236" fmla="*/ 743619 h 1352655"/>
              <a:gd name="csX237" fmla="*/ 492838 w 2077406"/>
              <a:gd name="csY237" fmla="*/ 738824 h 1352655"/>
              <a:gd name="csX238" fmla="*/ 494917 w 2077406"/>
              <a:gd name="csY238" fmla="*/ 734015 h 1352655"/>
              <a:gd name="csX239" fmla="*/ 496996 w 2077406"/>
              <a:gd name="csY239" fmla="*/ 729193 h 1352655"/>
              <a:gd name="csX240" fmla="*/ 499076 w 2077406"/>
              <a:gd name="csY240" fmla="*/ 724358 h 1352655"/>
              <a:gd name="csX241" fmla="*/ 501155 w 2077406"/>
              <a:gd name="csY241" fmla="*/ 719510 h 1352655"/>
              <a:gd name="csX242" fmla="*/ 503235 w 2077406"/>
              <a:gd name="csY242" fmla="*/ 714649 h 1352655"/>
              <a:gd name="csX243" fmla="*/ 505315 w 2077406"/>
              <a:gd name="csY243" fmla="*/ 709776 h 1352655"/>
              <a:gd name="csX244" fmla="*/ 507394 w 2077406"/>
              <a:gd name="csY244" fmla="*/ 704891 h 1352655"/>
              <a:gd name="csX245" fmla="*/ 509473 w 2077406"/>
              <a:gd name="csY245" fmla="*/ 699995 h 1352655"/>
              <a:gd name="csX246" fmla="*/ 511553 w 2077406"/>
              <a:gd name="csY246" fmla="*/ 695087 h 1352655"/>
              <a:gd name="csX247" fmla="*/ 513632 w 2077406"/>
              <a:gd name="csY247" fmla="*/ 690167 h 1352655"/>
              <a:gd name="csX248" fmla="*/ 515712 w 2077406"/>
              <a:gd name="csY248" fmla="*/ 685238 h 1352655"/>
              <a:gd name="csX249" fmla="*/ 517792 w 2077406"/>
              <a:gd name="csY249" fmla="*/ 680297 h 1352655"/>
              <a:gd name="csX250" fmla="*/ 519871 w 2077406"/>
              <a:gd name="csY250" fmla="*/ 675346 h 1352655"/>
              <a:gd name="csX251" fmla="*/ 521950 w 2077406"/>
              <a:gd name="csY251" fmla="*/ 670385 h 1352655"/>
              <a:gd name="csX252" fmla="*/ 524030 w 2077406"/>
              <a:gd name="csY252" fmla="*/ 665415 h 1352655"/>
              <a:gd name="csX253" fmla="*/ 526109 w 2077406"/>
              <a:gd name="csY253" fmla="*/ 660436 h 1352655"/>
              <a:gd name="csX254" fmla="*/ 528188 w 2077406"/>
              <a:gd name="csY254" fmla="*/ 655447 h 1352655"/>
              <a:gd name="csX255" fmla="*/ 530269 w 2077406"/>
              <a:gd name="csY255" fmla="*/ 650450 h 1352655"/>
              <a:gd name="csX256" fmla="*/ 532348 w 2077406"/>
              <a:gd name="csY256" fmla="*/ 645445 h 1352655"/>
              <a:gd name="csX257" fmla="*/ 534427 w 2077406"/>
              <a:gd name="csY257" fmla="*/ 640432 h 1352655"/>
              <a:gd name="csX258" fmla="*/ 536507 w 2077406"/>
              <a:gd name="csY258" fmla="*/ 635411 h 1352655"/>
              <a:gd name="csX259" fmla="*/ 538586 w 2077406"/>
              <a:gd name="csY259" fmla="*/ 630382 h 1352655"/>
              <a:gd name="csX260" fmla="*/ 540665 w 2077406"/>
              <a:gd name="csY260" fmla="*/ 625346 h 1352655"/>
              <a:gd name="csX261" fmla="*/ 542746 w 2077406"/>
              <a:gd name="csY261" fmla="*/ 620304 h 1352655"/>
              <a:gd name="csX262" fmla="*/ 544825 w 2077406"/>
              <a:gd name="csY262" fmla="*/ 615256 h 1352655"/>
              <a:gd name="csX263" fmla="*/ 546904 w 2077406"/>
              <a:gd name="csY263" fmla="*/ 610201 h 1352655"/>
              <a:gd name="csX264" fmla="*/ 548983 w 2077406"/>
              <a:gd name="csY264" fmla="*/ 605141 h 1352655"/>
              <a:gd name="csX265" fmla="*/ 551063 w 2077406"/>
              <a:gd name="csY265" fmla="*/ 600077 h 1352655"/>
              <a:gd name="csX266" fmla="*/ 553142 w 2077406"/>
              <a:gd name="csY266" fmla="*/ 595006 h 1352655"/>
              <a:gd name="csX267" fmla="*/ 555222 w 2077406"/>
              <a:gd name="csY267" fmla="*/ 589932 h 1352655"/>
              <a:gd name="csX268" fmla="*/ 557302 w 2077406"/>
              <a:gd name="csY268" fmla="*/ 584853 h 1352655"/>
              <a:gd name="csX269" fmla="*/ 559381 w 2077406"/>
              <a:gd name="csY269" fmla="*/ 579770 h 1352655"/>
              <a:gd name="csX270" fmla="*/ 561460 w 2077406"/>
              <a:gd name="csY270" fmla="*/ 574684 h 1352655"/>
              <a:gd name="csX271" fmla="*/ 563540 w 2077406"/>
              <a:gd name="csY271" fmla="*/ 569595 h 1352655"/>
              <a:gd name="csX272" fmla="*/ 565619 w 2077406"/>
              <a:gd name="csY272" fmla="*/ 564503 h 1352655"/>
              <a:gd name="csX273" fmla="*/ 567699 w 2077406"/>
              <a:gd name="csY273" fmla="*/ 559409 h 1352655"/>
              <a:gd name="csX274" fmla="*/ 569779 w 2077406"/>
              <a:gd name="csY274" fmla="*/ 554312 h 1352655"/>
              <a:gd name="csX275" fmla="*/ 571858 w 2077406"/>
              <a:gd name="csY275" fmla="*/ 549214 h 1352655"/>
              <a:gd name="csX276" fmla="*/ 573937 w 2077406"/>
              <a:gd name="csY276" fmla="*/ 544116 h 1352655"/>
              <a:gd name="csX277" fmla="*/ 576017 w 2077406"/>
              <a:gd name="csY277" fmla="*/ 539015 h 1352655"/>
              <a:gd name="csX278" fmla="*/ 578096 w 2077406"/>
              <a:gd name="csY278" fmla="*/ 533916 h 1352655"/>
              <a:gd name="csX279" fmla="*/ 580176 w 2077406"/>
              <a:gd name="csY279" fmla="*/ 528815 h 1352655"/>
              <a:gd name="csX280" fmla="*/ 582256 w 2077406"/>
              <a:gd name="csY280" fmla="*/ 523715 h 1352655"/>
              <a:gd name="csX281" fmla="*/ 584335 w 2077406"/>
              <a:gd name="csY281" fmla="*/ 518616 h 1352655"/>
              <a:gd name="csX282" fmla="*/ 586414 w 2077406"/>
              <a:gd name="csY282" fmla="*/ 513518 h 1352655"/>
              <a:gd name="csX283" fmla="*/ 588494 w 2077406"/>
              <a:gd name="csY283" fmla="*/ 508422 h 1352655"/>
              <a:gd name="csX284" fmla="*/ 590573 w 2077406"/>
              <a:gd name="csY284" fmla="*/ 503327 h 1352655"/>
              <a:gd name="csX285" fmla="*/ 592653 w 2077406"/>
              <a:gd name="csY285" fmla="*/ 498235 h 1352655"/>
              <a:gd name="csX286" fmla="*/ 594733 w 2077406"/>
              <a:gd name="csY286" fmla="*/ 493146 h 1352655"/>
              <a:gd name="csX287" fmla="*/ 596812 w 2077406"/>
              <a:gd name="csY287" fmla="*/ 488059 h 1352655"/>
              <a:gd name="csX288" fmla="*/ 598891 w 2077406"/>
              <a:gd name="csY288" fmla="*/ 482977 h 1352655"/>
              <a:gd name="csX289" fmla="*/ 600970 w 2077406"/>
              <a:gd name="csY289" fmla="*/ 477898 h 1352655"/>
              <a:gd name="csX290" fmla="*/ 603050 w 2077406"/>
              <a:gd name="csY290" fmla="*/ 472824 h 1352655"/>
              <a:gd name="csX291" fmla="*/ 605129 w 2077406"/>
              <a:gd name="csY291" fmla="*/ 467754 h 1352655"/>
              <a:gd name="csX292" fmla="*/ 607209 w 2077406"/>
              <a:gd name="csY292" fmla="*/ 462691 h 1352655"/>
              <a:gd name="csX293" fmla="*/ 609289 w 2077406"/>
              <a:gd name="csY293" fmla="*/ 457632 h 1352655"/>
              <a:gd name="csX294" fmla="*/ 611368 w 2077406"/>
              <a:gd name="csY294" fmla="*/ 452580 h 1352655"/>
              <a:gd name="csX295" fmla="*/ 613447 w 2077406"/>
              <a:gd name="csY295" fmla="*/ 447535 h 1352655"/>
              <a:gd name="csX296" fmla="*/ 615527 w 2077406"/>
              <a:gd name="csY296" fmla="*/ 442495 h 1352655"/>
              <a:gd name="csX297" fmla="*/ 617606 w 2077406"/>
              <a:gd name="csY297" fmla="*/ 437464 h 1352655"/>
              <a:gd name="csX298" fmla="*/ 619686 w 2077406"/>
              <a:gd name="csY298" fmla="*/ 432440 h 1352655"/>
              <a:gd name="csX299" fmla="*/ 621766 w 2077406"/>
              <a:gd name="csY299" fmla="*/ 427425 h 1352655"/>
              <a:gd name="csX300" fmla="*/ 623845 w 2077406"/>
              <a:gd name="csY300" fmla="*/ 422418 h 1352655"/>
              <a:gd name="csX301" fmla="*/ 625924 w 2077406"/>
              <a:gd name="csY301" fmla="*/ 417420 h 1352655"/>
              <a:gd name="csX302" fmla="*/ 628004 w 2077406"/>
              <a:gd name="csY302" fmla="*/ 412433 h 1352655"/>
              <a:gd name="csX303" fmla="*/ 630083 w 2077406"/>
              <a:gd name="csY303" fmla="*/ 407454 h 1352655"/>
              <a:gd name="csX304" fmla="*/ 632163 w 2077406"/>
              <a:gd name="csY304" fmla="*/ 402486 h 1352655"/>
              <a:gd name="csX305" fmla="*/ 634243 w 2077406"/>
              <a:gd name="csY305" fmla="*/ 397530 h 1352655"/>
              <a:gd name="csX306" fmla="*/ 636322 w 2077406"/>
              <a:gd name="csY306" fmla="*/ 392584 h 1352655"/>
              <a:gd name="csX307" fmla="*/ 638401 w 2077406"/>
              <a:gd name="csY307" fmla="*/ 387651 h 1352655"/>
              <a:gd name="csX308" fmla="*/ 640481 w 2077406"/>
              <a:gd name="csY308" fmla="*/ 382729 h 1352655"/>
              <a:gd name="csX309" fmla="*/ 642560 w 2077406"/>
              <a:gd name="csY309" fmla="*/ 377819 h 1352655"/>
              <a:gd name="csX310" fmla="*/ 644640 w 2077406"/>
              <a:gd name="csY310" fmla="*/ 372924 h 1352655"/>
              <a:gd name="csX311" fmla="*/ 646720 w 2077406"/>
              <a:gd name="csY311" fmla="*/ 368040 h 1352655"/>
              <a:gd name="csX312" fmla="*/ 648799 w 2077406"/>
              <a:gd name="csY312" fmla="*/ 363172 h 1352655"/>
              <a:gd name="csX313" fmla="*/ 650878 w 2077406"/>
              <a:gd name="csY313" fmla="*/ 358318 h 1352655"/>
              <a:gd name="csX314" fmla="*/ 652957 w 2077406"/>
              <a:gd name="csY314" fmla="*/ 353478 h 1352655"/>
              <a:gd name="csX315" fmla="*/ 655037 w 2077406"/>
              <a:gd name="csY315" fmla="*/ 348654 h 1352655"/>
              <a:gd name="csX316" fmla="*/ 657117 w 2077406"/>
              <a:gd name="csY316" fmla="*/ 343846 h 1352655"/>
              <a:gd name="csX317" fmla="*/ 659196 w 2077406"/>
              <a:gd name="csY317" fmla="*/ 339053 h 1352655"/>
              <a:gd name="csX318" fmla="*/ 661276 w 2077406"/>
              <a:gd name="csY318" fmla="*/ 334278 h 1352655"/>
              <a:gd name="csX319" fmla="*/ 663355 w 2077406"/>
              <a:gd name="csY319" fmla="*/ 329519 h 1352655"/>
              <a:gd name="csX320" fmla="*/ 665434 w 2077406"/>
              <a:gd name="csY320" fmla="*/ 324777 h 1352655"/>
              <a:gd name="csX321" fmla="*/ 667514 w 2077406"/>
              <a:gd name="csY321" fmla="*/ 320055 h 1352655"/>
              <a:gd name="csX322" fmla="*/ 669593 w 2077406"/>
              <a:gd name="csY322" fmla="*/ 315350 h 1352655"/>
              <a:gd name="csX323" fmla="*/ 671673 w 2077406"/>
              <a:gd name="csY323" fmla="*/ 310664 h 1352655"/>
              <a:gd name="csX324" fmla="*/ 673753 w 2077406"/>
              <a:gd name="csY324" fmla="*/ 305997 h 1352655"/>
              <a:gd name="csX325" fmla="*/ 675832 w 2077406"/>
              <a:gd name="csY325" fmla="*/ 301350 h 1352655"/>
              <a:gd name="csX326" fmla="*/ 677911 w 2077406"/>
              <a:gd name="csY326" fmla="*/ 296723 h 1352655"/>
              <a:gd name="csX327" fmla="*/ 679992 w 2077406"/>
              <a:gd name="csY327" fmla="*/ 292117 h 1352655"/>
              <a:gd name="csX328" fmla="*/ 682072 w 2077406"/>
              <a:gd name="csY328" fmla="*/ 287532 h 1352655"/>
              <a:gd name="csX329" fmla="*/ 684152 w 2077406"/>
              <a:gd name="csY329" fmla="*/ 282968 h 1352655"/>
              <a:gd name="csX330" fmla="*/ 686233 w 2077406"/>
              <a:gd name="csY330" fmla="*/ 278426 h 1352655"/>
              <a:gd name="csX331" fmla="*/ 688313 w 2077406"/>
              <a:gd name="csY331" fmla="*/ 273907 h 1352655"/>
              <a:gd name="csX332" fmla="*/ 690393 w 2077406"/>
              <a:gd name="csY332" fmla="*/ 269410 h 1352655"/>
              <a:gd name="csX333" fmla="*/ 692463 w 2077406"/>
              <a:gd name="csY333" fmla="*/ 264937 h 1352655"/>
              <a:gd name="csX334" fmla="*/ 694544 w 2077406"/>
              <a:gd name="csY334" fmla="*/ 260487 h 1352655"/>
              <a:gd name="csX335" fmla="*/ 696624 w 2077406"/>
              <a:gd name="csY335" fmla="*/ 256063 h 1352655"/>
              <a:gd name="csX336" fmla="*/ 698704 w 2077406"/>
              <a:gd name="csY336" fmla="*/ 251662 h 1352655"/>
              <a:gd name="csX337" fmla="*/ 700785 w 2077406"/>
              <a:gd name="csY337" fmla="*/ 247286 h 1352655"/>
              <a:gd name="csX338" fmla="*/ 702865 w 2077406"/>
              <a:gd name="csY338" fmla="*/ 242936 h 1352655"/>
              <a:gd name="csX339" fmla="*/ 704945 w 2077406"/>
              <a:gd name="csY339" fmla="*/ 238612 h 1352655"/>
              <a:gd name="csX340" fmla="*/ 707026 w 2077406"/>
              <a:gd name="csY340" fmla="*/ 234313 h 1352655"/>
              <a:gd name="csX341" fmla="*/ 709106 w 2077406"/>
              <a:gd name="csY341" fmla="*/ 230042 h 1352655"/>
              <a:gd name="csX342" fmla="*/ 711187 w 2077406"/>
              <a:gd name="csY342" fmla="*/ 225798 h 1352655"/>
              <a:gd name="csX343" fmla="*/ 713267 w 2077406"/>
              <a:gd name="csY343" fmla="*/ 221582 h 1352655"/>
              <a:gd name="csX344" fmla="*/ 715347 w 2077406"/>
              <a:gd name="csY344" fmla="*/ 217393 h 1352655"/>
              <a:gd name="csX345" fmla="*/ 717417 w 2077406"/>
              <a:gd name="csY345" fmla="*/ 213233 h 1352655"/>
              <a:gd name="csX346" fmla="*/ 719498 w 2077406"/>
              <a:gd name="csY346" fmla="*/ 209103 h 1352655"/>
              <a:gd name="csX347" fmla="*/ 721578 w 2077406"/>
              <a:gd name="csY347" fmla="*/ 205001 h 1352655"/>
              <a:gd name="csX348" fmla="*/ 723658 w 2077406"/>
              <a:gd name="csY348" fmla="*/ 200929 h 1352655"/>
              <a:gd name="csX349" fmla="*/ 725739 w 2077406"/>
              <a:gd name="csY349" fmla="*/ 196887 h 1352655"/>
              <a:gd name="csX350" fmla="*/ 727819 w 2077406"/>
              <a:gd name="csY350" fmla="*/ 192876 h 1352655"/>
              <a:gd name="csX351" fmla="*/ 729899 w 2077406"/>
              <a:gd name="csY351" fmla="*/ 188895 h 1352655"/>
              <a:gd name="csX352" fmla="*/ 731980 w 2077406"/>
              <a:gd name="csY352" fmla="*/ 184947 h 1352655"/>
              <a:gd name="csX353" fmla="*/ 734060 w 2077406"/>
              <a:gd name="csY353" fmla="*/ 181030 h 1352655"/>
              <a:gd name="csX354" fmla="*/ 736140 w 2077406"/>
              <a:gd name="csY354" fmla="*/ 177146 h 1352655"/>
              <a:gd name="csX355" fmla="*/ 738221 w 2077406"/>
              <a:gd name="csY355" fmla="*/ 173294 h 1352655"/>
              <a:gd name="csX356" fmla="*/ 740291 w 2077406"/>
              <a:gd name="csY356" fmla="*/ 169475 h 1352655"/>
              <a:gd name="csX357" fmla="*/ 742371 w 2077406"/>
              <a:gd name="csY357" fmla="*/ 165690 h 1352655"/>
              <a:gd name="csX358" fmla="*/ 744451 w 2077406"/>
              <a:gd name="csY358" fmla="*/ 161938 h 1352655"/>
              <a:gd name="csX359" fmla="*/ 746532 w 2077406"/>
              <a:gd name="csY359" fmla="*/ 158220 h 1352655"/>
              <a:gd name="csX360" fmla="*/ 748612 w 2077406"/>
              <a:gd name="csY360" fmla="*/ 154538 h 1352655"/>
              <a:gd name="csX361" fmla="*/ 750693 w 2077406"/>
              <a:gd name="csY361" fmla="*/ 150889 h 1352655"/>
              <a:gd name="csX362" fmla="*/ 752773 w 2077406"/>
              <a:gd name="csY362" fmla="*/ 147277 h 1352655"/>
              <a:gd name="csX363" fmla="*/ 754853 w 2077406"/>
              <a:gd name="csY363" fmla="*/ 143701 h 1352655"/>
              <a:gd name="csX364" fmla="*/ 756933 w 2077406"/>
              <a:gd name="csY364" fmla="*/ 140160 h 1352655"/>
              <a:gd name="csX365" fmla="*/ 759014 w 2077406"/>
              <a:gd name="csY365" fmla="*/ 136657 h 1352655"/>
              <a:gd name="csX366" fmla="*/ 761094 w 2077406"/>
              <a:gd name="csY366" fmla="*/ 133190 h 1352655"/>
              <a:gd name="csX367" fmla="*/ 763175 w 2077406"/>
              <a:gd name="csY367" fmla="*/ 129760 h 1352655"/>
              <a:gd name="csX368" fmla="*/ 765245 w 2077406"/>
              <a:gd name="csY368" fmla="*/ 126368 h 1352655"/>
              <a:gd name="csX369" fmla="*/ 767325 w 2077406"/>
              <a:gd name="csY369" fmla="*/ 123015 h 1352655"/>
              <a:gd name="csX370" fmla="*/ 769405 w 2077406"/>
              <a:gd name="csY370" fmla="*/ 119699 h 1352655"/>
              <a:gd name="csX371" fmla="*/ 771486 w 2077406"/>
              <a:gd name="csY371" fmla="*/ 116422 h 1352655"/>
              <a:gd name="csX372" fmla="*/ 773566 w 2077406"/>
              <a:gd name="csY372" fmla="*/ 113184 h 1352655"/>
              <a:gd name="csX373" fmla="*/ 775646 w 2077406"/>
              <a:gd name="csY373" fmla="*/ 109986 h 1352655"/>
              <a:gd name="csX374" fmla="*/ 777727 w 2077406"/>
              <a:gd name="csY374" fmla="*/ 106828 h 1352655"/>
              <a:gd name="csX375" fmla="*/ 779807 w 2077406"/>
              <a:gd name="csY375" fmla="*/ 103710 h 1352655"/>
              <a:gd name="csX376" fmla="*/ 781887 w 2077406"/>
              <a:gd name="csY376" fmla="*/ 100632 h 1352655"/>
              <a:gd name="csX377" fmla="*/ 783968 w 2077406"/>
              <a:gd name="csY377" fmla="*/ 97595 h 1352655"/>
              <a:gd name="csX378" fmla="*/ 786048 w 2077406"/>
              <a:gd name="csY378" fmla="*/ 94600 h 1352655"/>
              <a:gd name="csX379" fmla="*/ 788128 w 2077406"/>
              <a:gd name="csY379" fmla="*/ 91646 h 1352655"/>
              <a:gd name="csX380" fmla="*/ 790198 w 2077406"/>
              <a:gd name="csY380" fmla="*/ 88733 h 1352655"/>
              <a:gd name="csX381" fmla="*/ 792279 w 2077406"/>
              <a:gd name="csY381" fmla="*/ 85862 h 1352655"/>
              <a:gd name="csX382" fmla="*/ 794359 w 2077406"/>
              <a:gd name="csY382" fmla="*/ 83035 h 1352655"/>
              <a:gd name="csX383" fmla="*/ 796439 w 2077406"/>
              <a:gd name="csY383" fmla="*/ 80249 h 1352655"/>
              <a:gd name="csX384" fmla="*/ 798520 w 2077406"/>
              <a:gd name="csY384" fmla="*/ 77508 h 1352655"/>
              <a:gd name="csX385" fmla="*/ 800600 w 2077406"/>
              <a:gd name="csY385" fmla="*/ 74810 h 1352655"/>
              <a:gd name="csX386" fmla="*/ 802681 w 2077406"/>
              <a:gd name="csY386" fmla="*/ 72155 h 1352655"/>
              <a:gd name="csX387" fmla="*/ 804761 w 2077406"/>
              <a:gd name="csY387" fmla="*/ 69543 h 1352655"/>
              <a:gd name="csX388" fmla="*/ 806841 w 2077406"/>
              <a:gd name="csY388" fmla="*/ 66977 h 1352655"/>
              <a:gd name="csX389" fmla="*/ 808922 w 2077406"/>
              <a:gd name="csY389" fmla="*/ 64455 h 1352655"/>
              <a:gd name="csX390" fmla="*/ 811002 w 2077406"/>
              <a:gd name="csY390" fmla="*/ 61978 h 1352655"/>
              <a:gd name="csX391" fmla="*/ 813082 w 2077406"/>
              <a:gd name="csY391" fmla="*/ 59545 h 1352655"/>
              <a:gd name="csX392" fmla="*/ 815152 w 2077406"/>
              <a:gd name="csY392" fmla="*/ 57159 h 1352655"/>
              <a:gd name="csX393" fmla="*/ 817233 w 2077406"/>
              <a:gd name="csY393" fmla="*/ 54818 h 1352655"/>
              <a:gd name="csX394" fmla="*/ 819313 w 2077406"/>
              <a:gd name="csY394" fmla="*/ 52522 h 1352655"/>
              <a:gd name="csX395" fmla="*/ 821393 w 2077406"/>
              <a:gd name="csY395" fmla="*/ 50274 h 1352655"/>
              <a:gd name="csX396" fmla="*/ 823474 w 2077406"/>
              <a:gd name="csY396" fmla="*/ 48070 h 1352655"/>
              <a:gd name="csX397" fmla="*/ 825554 w 2077406"/>
              <a:gd name="csY397" fmla="*/ 45914 h 1352655"/>
              <a:gd name="csX398" fmla="*/ 827634 w 2077406"/>
              <a:gd name="csY398" fmla="*/ 43806 h 1352655"/>
              <a:gd name="csX399" fmla="*/ 829715 w 2077406"/>
              <a:gd name="csY399" fmla="*/ 41743 h 1352655"/>
              <a:gd name="csX400" fmla="*/ 831795 w 2077406"/>
              <a:gd name="csY400" fmla="*/ 39729 h 1352655"/>
              <a:gd name="csX401" fmla="*/ 833875 w 2077406"/>
              <a:gd name="csY401" fmla="*/ 37763 h 1352655"/>
              <a:gd name="csX402" fmla="*/ 835956 w 2077406"/>
              <a:gd name="csY402" fmla="*/ 35843 h 1352655"/>
              <a:gd name="csX403" fmla="*/ 838036 w 2077406"/>
              <a:gd name="csY403" fmla="*/ 33972 h 1352655"/>
              <a:gd name="csX404" fmla="*/ 840106 w 2077406"/>
              <a:gd name="csY404" fmla="*/ 32150 h 1352655"/>
              <a:gd name="csX405" fmla="*/ 842187 w 2077406"/>
              <a:gd name="csY405" fmla="*/ 30375 h 1352655"/>
              <a:gd name="csX406" fmla="*/ 844267 w 2077406"/>
              <a:gd name="csY406" fmla="*/ 28650 h 1352655"/>
              <a:gd name="csX407" fmla="*/ 846347 w 2077406"/>
              <a:gd name="csY407" fmla="*/ 26973 h 1352655"/>
              <a:gd name="csX408" fmla="*/ 848427 w 2077406"/>
              <a:gd name="csY408" fmla="*/ 25345 h 1352655"/>
              <a:gd name="csX409" fmla="*/ 850508 w 2077406"/>
              <a:gd name="csY409" fmla="*/ 23767 h 1352655"/>
              <a:gd name="csX410" fmla="*/ 852588 w 2077406"/>
              <a:gd name="csY410" fmla="*/ 22238 h 1352655"/>
              <a:gd name="csX411" fmla="*/ 854669 w 2077406"/>
              <a:gd name="csY411" fmla="*/ 20758 h 1352655"/>
              <a:gd name="csX412" fmla="*/ 856749 w 2077406"/>
              <a:gd name="csY412" fmla="*/ 19329 h 1352655"/>
              <a:gd name="csX413" fmla="*/ 858829 w 2077406"/>
              <a:gd name="csY413" fmla="*/ 17949 h 1352655"/>
              <a:gd name="csX414" fmla="*/ 860910 w 2077406"/>
              <a:gd name="csY414" fmla="*/ 16619 h 1352655"/>
              <a:gd name="csX415" fmla="*/ 862990 w 2077406"/>
              <a:gd name="csY415" fmla="*/ 15340 h 1352655"/>
              <a:gd name="csX416" fmla="*/ 865060 w 2077406"/>
              <a:gd name="csY416" fmla="*/ 14111 h 1352655"/>
              <a:gd name="csX417" fmla="*/ 867140 w 2077406"/>
              <a:gd name="csY417" fmla="*/ 12932 h 1352655"/>
              <a:gd name="csX418" fmla="*/ 869221 w 2077406"/>
              <a:gd name="csY418" fmla="*/ 11804 h 1352655"/>
              <a:gd name="csX419" fmla="*/ 871301 w 2077406"/>
              <a:gd name="csY419" fmla="*/ 10727 h 1352655"/>
              <a:gd name="csX420" fmla="*/ 873381 w 2077406"/>
              <a:gd name="csY420" fmla="*/ 9701 h 1352655"/>
              <a:gd name="csX421" fmla="*/ 875462 w 2077406"/>
              <a:gd name="csY421" fmla="*/ 8726 h 1352655"/>
              <a:gd name="csX422" fmla="*/ 877542 w 2077406"/>
              <a:gd name="csY422" fmla="*/ 7802 h 1352655"/>
              <a:gd name="csX423" fmla="*/ 879622 w 2077406"/>
              <a:gd name="csY423" fmla="*/ 6930 h 1352655"/>
              <a:gd name="csX424" fmla="*/ 881703 w 2077406"/>
              <a:gd name="csY424" fmla="*/ 6108 h 1352655"/>
              <a:gd name="csX425" fmla="*/ 883783 w 2077406"/>
              <a:gd name="csY425" fmla="*/ 5338 h 1352655"/>
              <a:gd name="csX426" fmla="*/ 885863 w 2077406"/>
              <a:gd name="csY426" fmla="*/ 4620 h 1352655"/>
              <a:gd name="csX427" fmla="*/ 887944 w 2077406"/>
              <a:gd name="csY427" fmla="*/ 3953 h 1352655"/>
              <a:gd name="csX428" fmla="*/ 890014 w 2077406"/>
              <a:gd name="csY428" fmla="*/ 3338 h 1352655"/>
              <a:gd name="csX429" fmla="*/ 892094 w 2077406"/>
              <a:gd name="csY429" fmla="*/ 2775 h 1352655"/>
              <a:gd name="csX430" fmla="*/ 894175 w 2077406"/>
              <a:gd name="csY430" fmla="*/ 2263 h 1352655"/>
              <a:gd name="csX431" fmla="*/ 896255 w 2077406"/>
              <a:gd name="csY431" fmla="*/ 1804 h 1352655"/>
              <a:gd name="csX432" fmla="*/ 898335 w 2077406"/>
              <a:gd name="csY432" fmla="*/ 1396 h 1352655"/>
              <a:gd name="csX433" fmla="*/ 900415 w 2077406"/>
              <a:gd name="csY433" fmla="*/ 1040 h 1352655"/>
              <a:gd name="csX434" fmla="*/ 902496 w 2077406"/>
              <a:gd name="csY434" fmla="*/ 737 h 1352655"/>
              <a:gd name="csX435" fmla="*/ 904576 w 2077406"/>
              <a:gd name="csY435" fmla="*/ 485 h 1352655"/>
              <a:gd name="csX436" fmla="*/ 906657 w 2077406"/>
              <a:gd name="csY436" fmla="*/ 286 h 1352655"/>
              <a:gd name="csX437" fmla="*/ 908737 w 2077406"/>
              <a:gd name="csY437" fmla="*/ 138 h 1352655"/>
              <a:gd name="csX438" fmla="*/ 910817 w 2077406"/>
              <a:gd name="csY438" fmla="*/ 43 h 1352655"/>
              <a:gd name="csX439" fmla="*/ 912898 w 2077406"/>
              <a:gd name="csY439" fmla="*/ 0 h 1352655"/>
              <a:gd name="csX440" fmla="*/ 914968 w 2077406"/>
              <a:gd name="csY440" fmla="*/ 9 h 1352655"/>
              <a:gd name="csX441" fmla="*/ 917048 w 2077406"/>
              <a:gd name="csY441" fmla="*/ 70 h 1352655"/>
              <a:gd name="csX442" fmla="*/ 919128 w 2077406"/>
              <a:gd name="csY442" fmla="*/ 184 h 1352655"/>
              <a:gd name="csX443" fmla="*/ 921209 w 2077406"/>
              <a:gd name="csY443" fmla="*/ 349 h 1352655"/>
              <a:gd name="csX444" fmla="*/ 923289 w 2077406"/>
              <a:gd name="csY444" fmla="*/ 567 h 1352655"/>
              <a:gd name="csX445" fmla="*/ 925369 w 2077406"/>
              <a:gd name="csY445" fmla="*/ 836 h 1352655"/>
              <a:gd name="csX446" fmla="*/ 927450 w 2077406"/>
              <a:gd name="csY446" fmla="*/ 1158 h 1352655"/>
              <a:gd name="csX447" fmla="*/ 929530 w 2077406"/>
              <a:gd name="csY447" fmla="*/ 1532 h 1352655"/>
              <a:gd name="csX448" fmla="*/ 931610 w 2077406"/>
              <a:gd name="csY448" fmla="*/ 1958 h 1352655"/>
              <a:gd name="csX449" fmla="*/ 933691 w 2077406"/>
              <a:gd name="csY449" fmla="*/ 2435 h 1352655"/>
              <a:gd name="csX450" fmla="*/ 935771 w 2077406"/>
              <a:gd name="csY450" fmla="*/ 2965 h 1352655"/>
              <a:gd name="csX451" fmla="*/ 937851 w 2077406"/>
              <a:gd name="csY451" fmla="*/ 3546 h 1352655"/>
              <a:gd name="csX452" fmla="*/ 939921 w 2077406"/>
              <a:gd name="csY452" fmla="*/ 4179 h 1352655"/>
              <a:gd name="csX453" fmla="*/ 942002 w 2077406"/>
              <a:gd name="csY453" fmla="*/ 4864 h 1352655"/>
              <a:gd name="csX454" fmla="*/ 944082 w 2077406"/>
              <a:gd name="csY454" fmla="*/ 5600 h 1352655"/>
              <a:gd name="csX455" fmla="*/ 946163 w 2077406"/>
              <a:gd name="csY455" fmla="*/ 6388 h 1352655"/>
              <a:gd name="csX456" fmla="*/ 948243 w 2077406"/>
              <a:gd name="csY456" fmla="*/ 7227 h 1352655"/>
              <a:gd name="csX457" fmla="*/ 950323 w 2077406"/>
              <a:gd name="csY457" fmla="*/ 8118 h 1352655"/>
              <a:gd name="csX458" fmla="*/ 952404 w 2077406"/>
              <a:gd name="csY458" fmla="*/ 9059 h 1352655"/>
              <a:gd name="csX459" fmla="*/ 954484 w 2077406"/>
              <a:gd name="csY459" fmla="*/ 10052 h 1352655"/>
              <a:gd name="csX460" fmla="*/ 956564 w 2077406"/>
              <a:gd name="csY460" fmla="*/ 11096 h 1352655"/>
              <a:gd name="csX461" fmla="*/ 958645 w 2077406"/>
              <a:gd name="csY461" fmla="*/ 12191 h 1352655"/>
              <a:gd name="csX462" fmla="*/ 960725 w 2077406"/>
              <a:gd name="csY462" fmla="*/ 13336 h 1352655"/>
              <a:gd name="csX463" fmla="*/ 962805 w 2077406"/>
              <a:gd name="csY463" fmla="*/ 14532 h 1352655"/>
              <a:gd name="csX464" fmla="*/ 964875 w 2077406"/>
              <a:gd name="csY464" fmla="*/ 15779 h 1352655"/>
              <a:gd name="csX465" fmla="*/ 966956 w 2077406"/>
              <a:gd name="csY465" fmla="*/ 17076 h 1352655"/>
              <a:gd name="csX466" fmla="*/ 969036 w 2077406"/>
              <a:gd name="csY466" fmla="*/ 18423 h 1352655"/>
              <a:gd name="csX467" fmla="*/ 971116 w 2077406"/>
              <a:gd name="csY467" fmla="*/ 19820 h 1352655"/>
              <a:gd name="csX468" fmla="*/ 973197 w 2077406"/>
              <a:gd name="csY468" fmla="*/ 21267 h 1352655"/>
              <a:gd name="csX469" fmla="*/ 975277 w 2077406"/>
              <a:gd name="csY469" fmla="*/ 22764 h 1352655"/>
              <a:gd name="csX470" fmla="*/ 977357 w 2077406"/>
              <a:gd name="csY470" fmla="*/ 24310 h 1352655"/>
              <a:gd name="csX471" fmla="*/ 979438 w 2077406"/>
              <a:gd name="csY471" fmla="*/ 25906 h 1352655"/>
              <a:gd name="csX472" fmla="*/ 981518 w 2077406"/>
              <a:gd name="csY472" fmla="*/ 27550 h 1352655"/>
              <a:gd name="csX473" fmla="*/ 983598 w 2077406"/>
              <a:gd name="csY473" fmla="*/ 29244 h 1352655"/>
              <a:gd name="csX474" fmla="*/ 985679 w 2077406"/>
              <a:gd name="csY474" fmla="*/ 30987 h 1352655"/>
              <a:gd name="csX475" fmla="*/ 987759 w 2077406"/>
              <a:gd name="csY475" fmla="*/ 32778 h 1352655"/>
              <a:gd name="csX476" fmla="*/ 989829 w 2077406"/>
              <a:gd name="csY476" fmla="*/ 34617 h 1352655"/>
              <a:gd name="csX477" fmla="*/ 991909 w 2077406"/>
              <a:gd name="csY477" fmla="*/ 36505 h 1352655"/>
              <a:gd name="csX478" fmla="*/ 993990 w 2077406"/>
              <a:gd name="csY478" fmla="*/ 38441 h 1352655"/>
              <a:gd name="csX479" fmla="*/ 996070 w 2077406"/>
              <a:gd name="csY479" fmla="*/ 40425 h 1352655"/>
              <a:gd name="csX480" fmla="*/ 998151 w 2077406"/>
              <a:gd name="csY480" fmla="*/ 42455 h 1352655"/>
              <a:gd name="csX481" fmla="*/ 1000231 w 2077406"/>
              <a:gd name="csY481" fmla="*/ 44534 h 1352655"/>
              <a:gd name="csX482" fmla="*/ 1002311 w 2077406"/>
              <a:gd name="csY482" fmla="*/ 46660 h 1352655"/>
              <a:gd name="csX483" fmla="*/ 1004392 w 2077406"/>
              <a:gd name="csY483" fmla="*/ 48831 h 1352655"/>
              <a:gd name="csX484" fmla="*/ 1006472 w 2077406"/>
              <a:gd name="csY484" fmla="*/ 51050 h 1352655"/>
              <a:gd name="csX485" fmla="*/ 1008552 w 2077406"/>
              <a:gd name="csY485" fmla="*/ 53316 h 1352655"/>
              <a:gd name="csX486" fmla="*/ 1010633 w 2077406"/>
              <a:gd name="csY486" fmla="*/ 55627 h 1352655"/>
              <a:gd name="csX487" fmla="*/ 1012713 w 2077406"/>
              <a:gd name="csY487" fmla="*/ 57984 h 1352655"/>
              <a:gd name="csX488" fmla="*/ 1014783 w 2077406"/>
              <a:gd name="csY488" fmla="*/ 60386 h 1352655"/>
              <a:gd name="csX489" fmla="*/ 1016863 w 2077406"/>
              <a:gd name="csY489" fmla="*/ 62834 h 1352655"/>
              <a:gd name="csX490" fmla="*/ 1018944 w 2077406"/>
              <a:gd name="csY490" fmla="*/ 65327 h 1352655"/>
              <a:gd name="csX491" fmla="*/ 1021024 w 2077406"/>
              <a:gd name="csY491" fmla="*/ 67865 h 1352655"/>
              <a:gd name="csX492" fmla="*/ 1023104 w 2077406"/>
              <a:gd name="csY492" fmla="*/ 70447 h 1352655"/>
              <a:gd name="csX493" fmla="*/ 1025185 w 2077406"/>
              <a:gd name="csY493" fmla="*/ 73073 h 1352655"/>
              <a:gd name="csX494" fmla="*/ 1027265 w 2077406"/>
              <a:gd name="csY494" fmla="*/ 75743 h 1352655"/>
              <a:gd name="csX495" fmla="*/ 1029345 w 2077406"/>
              <a:gd name="csY495" fmla="*/ 78457 h 1352655"/>
              <a:gd name="csX496" fmla="*/ 1031426 w 2077406"/>
              <a:gd name="csY496" fmla="*/ 81213 h 1352655"/>
              <a:gd name="csX497" fmla="*/ 1033506 w 2077406"/>
              <a:gd name="csY497" fmla="*/ 84014 h 1352655"/>
              <a:gd name="csX498" fmla="*/ 1035587 w 2077406"/>
              <a:gd name="csY498" fmla="*/ 86856 h 1352655"/>
              <a:gd name="csX499" fmla="*/ 1037667 w 2077406"/>
              <a:gd name="csY499" fmla="*/ 89740 h 1352655"/>
              <a:gd name="csX500" fmla="*/ 1039737 w 2077406"/>
              <a:gd name="csY500" fmla="*/ 92667 h 1352655"/>
              <a:gd name="csX501" fmla="*/ 1041817 w 2077406"/>
              <a:gd name="csY501" fmla="*/ 95637 h 1352655"/>
              <a:gd name="csX502" fmla="*/ 1043897 w 2077406"/>
              <a:gd name="csY502" fmla="*/ 98647 h 1352655"/>
              <a:gd name="csX503" fmla="*/ 1045978 w 2077406"/>
              <a:gd name="csY503" fmla="*/ 101698 h 1352655"/>
              <a:gd name="csX504" fmla="*/ 1048058 w 2077406"/>
              <a:gd name="csY504" fmla="*/ 104789 h 1352655"/>
              <a:gd name="csX505" fmla="*/ 1050139 w 2077406"/>
              <a:gd name="csY505" fmla="*/ 107921 h 1352655"/>
              <a:gd name="csX506" fmla="*/ 1052219 w 2077406"/>
              <a:gd name="csY506" fmla="*/ 111094 h 1352655"/>
              <a:gd name="csX507" fmla="*/ 1054299 w 2077406"/>
              <a:gd name="csY507" fmla="*/ 114306 h 1352655"/>
              <a:gd name="csX508" fmla="*/ 1056380 w 2077406"/>
              <a:gd name="csY508" fmla="*/ 117557 h 1352655"/>
              <a:gd name="csX509" fmla="*/ 1058460 w 2077406"/>
              <a:gd name="csY509" fmla="*/ 120847 h 1352655"/>
              <a:gd name="csX510" fmla="*/ 1060540 w 2077406"/>
              <a:gd name="csY510" fmla="*/ 124176 h 1352655"/>
              <a:gd name="csX511" fmla="*/ 1062621 w 2077406"/>
              <a:gd name="csY511" fmla="*/ 127544 h 1352655"/>
              <a:gd name="csX512" fmla="*/ 1064691 w 2077406"/>
              <a:gd name="csY512" fmla="*/ 130948 h 1352655"/>
              <a:gd name="csX513" fmla="*/ 1066771 w 2077406"/>
              <a:gd name="csY513" fmla="*/ 134391 h 1352655"/>
              <a:gd name="csX514" fmla="*/ 1068851 w 2077406"/>
              <a:gd name="csY514" fmla="*/ 137871 h 1352655"/>
              <a:gd name="csX515" fmla="*/ 1070932 w 2077406"/>
              <a:gd name="csY515" fmla="*/ 141387 h 1352655"/>
              <a:gd name="csX516" fmla="*/ 1073012 w 2077406"/>
              <a:gd name="csY516" fmla="*/ 144940 h 1352655"/>
              <a:gd name="csX517" fmla="*/ 1075092 w 2077406"/>
              <a:gd name="csY517" fmla="*/ 148529 h 1352655"/>
              <a:gd name="csX518" fmla="*/ 1077173 w 2077406"/>
              <a:gd name="csY518" fmla="*/ 152154 h 1352655"/>
              <a:gd name="csX519" fmla="*/ 1079253 w 2077406"/>
              <a:gd name="csY519" fmla="*/ 155814 h 1352655"/>
              <a:gd name="csX520" fmla="*/ 1081333 w 2077406"/>
              <a:gd name="csY520" fmla="*/ 159509 h 1352655"/>
              <a:gd name="csX521" fmla="*/ 1083414 w 2077406"/>
              <a:gd name="csY521" fmla="*/ 163239 h 1352655"/>
              <a:gd name="csX522" fmla="*/ 1085494 w 2077406"/>
              <a:gd name="csY522" fmla="*/ 167002 h 1352655"/>
              <a:gd name="csX523" fmla="*/ 1087564 w 2077406"/>
              <a:gd name="csY523" fmla="*/ 170799 h 1352655"/>
              <a:gd name="csX524" fmla="*/ 1089645 w 2077406"/>
              <a:gd name="csY524" fmla="*/ 174629 h 1352655"/>
              <a:gd name="csX525" fmla="*/ 1091725 w 2077406"/>
              <a:gd name="csY525" fmla="*/ 178493 h 1352655"/>
              <a:gd name="csX526" fmla="*/ 1093805 w 2077406"/>
              <a:gd name="csY526" fmla="*/ 182388 h 1352655"/>
              <a:gd name="csX527" fmla="*/ 1095886 w 2077406"/>
              <a:gd name="csY527" fmla="*/ 186316 h 1352655"/>
              <a:gd name="csX528" fmla="*/ 1097966 w 2077406"/>
              <a:gd name="csY528" fmla="*/ 190276 h 1352655"/>
              <a:gd name="csX529" fmla="*/ 1100046 w 2077406"/>
              <a:gd name="csY529" fmla="*/ 194267 h 1352655"/>
              <a:gd name="csX530" fmla="*/ 1102127 w 2077406"/>
              <a:gd name="csY530" fmla="*/ 198289 h 1352655"/>
              <a:gd name="csX531" fmla="*/ 1104207 w 2077406"/>
              <a:gd name="csY531" fmla="*/ 202341 h 1352655"/>
              <a:gd name="csX532" fmla="*/ 1106287 w 2077406"/>
              <a:gd name="csY532" fmla="*/ 206423 h 1352655"/>
              <a:gd name="csX533" fmla="*/ 1108368 w 2077406"/>
              <a:gd name="csY533" fmla="*/ 210535 h 1352655"/>
              <a:gd name="csX534" fmla="*/ 1110448 w 2077406"/>
              <a:gd name="csY534" fmla="*/ 214676 h 1352655"/>
              <a:gd name="csX535" fmla="*/ 1112518 w 2077406"/>
              <a:gd name="csY535" fmla="*/ 218846 h 1352655"/>
              <a:gd name="csX536" fmla="*/ 1114598 w 2077406"/>
              <a:gd name="csY536" fmla="*/ 223044 h 1352655"/>
              <a:gd name="csX537" fmla="*/ 1116679 w 2077406"/>
              <a:gd name="csY537" fmla="*/ 227271 h 1352655"/>
              <a:gd name="csX538" fmla="*/ 1118759 w 2077406"/>
              <a:gd name="csY538" fmla="*/ 231524 h 1352655"/>
              <a:gd name="csX539" fmla="*/ 1120839 w 2077406"/>
              <a:gd name="csY539" fmla="*/ 235805 h 1352655"/>
              <a:gd name="csX540" fmla="*/ 1122920 w 2077406"/>
              <a:gd name="csY540" fmla="*/ 240112 h 1352655"/>
              <a:gd name="csX541" fmla="*/ 1125000 w 2077406"/>
              <a:gd name="csY541" fmla="*/ 244446 h 1352655"/>
              <a:gd name="csX542" fmla="*/ 1127080 w 2077406"/>
              <a:gd name="csY542" fmla="*/ 248804 h 1352655"/>
              <a:gd name="csX543" fmla="*/ 1129161 w 2077406"/>
              <a:gd name="csY543" fmla="*/ 253189 h 1352655"/>
              <a:gd name="csX544" fmla="*/ 1131241 w 2077406"/>
              <a:gd name="csY544" fmla="*/ 257599 h 1352655"/>
              <a:gd name="csX545" fmla="*/ 1133321 w 2077406"/>
              <a:gd name="csY545" fmla="*/ 262033 h 1352655"/>
              <a:gd name="csX546" fmla="*/ 1135402 w 2077406"/>
              <a:gd name="csY546" fmla="*/ 266490 h 1352655"/>
              <a:gd name="csX547" fmla="*/ 1137472 w 2077406"/>
              <a:gd name="csY547" fmla="*/ 270971 h 1352655"/>
              <a:gd name="csX548" fmla="*/ 1139552 w 2077406"/>
              <a:gd name="csY548" fmla="*/ 275476 h 1352655"/>
              <a:gd name="csX549" fmla="*/ 1141633 w 2077406"/>
              <a:gd name="csY549" fmla="*/ 280003 h 1352655"/>
              <a:gd name="csX550" fmla="*/ 1143713 w 2077406"/>
              <a:gd name="csY550" fmla="*/ 284552 h 1352655"/>
              <a:gd name="csX551" fmla="*/ 1145793 w 2077406"/>
              <a:gd name="csY551" fmla="*/ 289124 h 1352655"/>
              <a:gd name="csX552" fmla="*/ 1147874 w 2077406"/>
              <a:gd name="csY552" fmla="*/ 293716 h 1352655"/>
              <a:gd name="csX553" fmla="*/ 1149954 w 2077406"/>
              <a:gd name="csY553" fmla="*/ 298330 h 1352655"/>
              <a:gd name="csX554" fmla="*/ 1152034 w 2077406"/>
              <a:gd name="csY554" fmla="*/ 302964 h 1352655"/>
              <a:gd name="csX555" fmla="*/ 1154115 w 2077406"/>
              <a:gd name="csY555" fmla="*/ 307617 h 1352655"/>
              <a:gd name="csX556" fmla="*/ 1156195 w 2077406"/>
              <a:gd name="csY556" fmla="*/ 312291 h 1352655"/>
              <a:gd name="csX557" fmla="*/ 1158275 w 2077406"/>
              <a:gd name="csY557" fmla="*/ 316984 h 1352655"/>
              <a:gd name="csX558" fmla="*/ 1160356 w 2077406"/>
              <a:gd name="csY558" fmla="*/ 321695 h 1352655"/>
              <a:gd name="csX559" fmla="*/ 1162426 w 2077406"/>
              <a:gd name="csY559" fmla="*/ 326424 h 1352655"/>
              <a:gd name="csX560" fmla="*/ 1164506 w 2077406"/>
              <a:gd name="csY560" fmla="*/ 331172 h 1352655"/>
              <a:gd name="csX561" fmla="*/ 1166586 w 2077406"/>
              <a:gd name="csY561" fmla="*/ 335937 h 1352655"/>
              <a:gd name="csX562" fmla="*/ 1168667 w 2077406"/>
              <a:gd name="csY562" fmla="*/ 340718 h 1352655"/>
              <a:gd name="csX563" fmla="*/ 1170747 w 2077406"/>
              <a:gd name="csY563" fmla="*/ 345516 h 1352655"/>
              <a:gd name="csX564" fmla="*/ 1172827 w 2077406"/>
              <a:gd name="csY564" fmla="*/ 350330 h 1352655"/>
              <a:gd name="csX565" fmla="*/ 1174908 w 2077406"/>
              <a:gd name="csY565" fmla="*/ 355160 h 1352655"/>
              <a:gd name="csX566" fmla="*/ 1176988 w 2077406"/>
              <a:gd name="csY566" fmla="*/ 360005 h 1352655"/>
              <a:gd name="csX567" fmla="*/ 1179069 w 2077406"/>
              <a:gd name="csY567" fmla="*/ 364864 h 1352655"/>
              <a:gd name="csX568" fmla="*/ 1181149 w 2077406"/>
              <a:gd name="csY568" fmla="*/ 369737 h 1352655"/>
              <a:gd name="csX569" fmla="*/ 1183229 w 2077406"/>
              <a:gd name="csY569" fmla="*/ 374624 h 1352655"/>
              <a:gd name="csX570" fmla="*/ 1185309 w 2077406"/>
              <a:gd name="csY570" fmla="*/ 379525 h 1352655"/>
              <a:gd name="csX571" fmla="*/ 1187379 w 2077406"/>
              <a:gd name="csY571" fmla="*/ 384439 h 1352655"/>
              <a:gd name="csX572" fmla="*/ 1189460 w 2077406"/>
              <a:gd name="csY572" fmla="*/ 389365 h 1352655"/>
              <a:gd name="csX573" fmla="*/ 1191540 w 2077406"/>
              <a:gd name="csY573" fmla="*/ 394302 h 1352655"/>
              <a:gd name="csX574" fmla="*/ 1193621 w 2077406"/>
              <a:gd name="csY574" fmla="*/ 399252 h 1352655"/>
              <a:gd name="csX575" fmla="*/ 1195701 w 2077406"/>
              <a:gd name="csY575" fmla="*/ 404213 h 1352655"/>
              <a:gd name="csX576" fmla="*/ 1197781 w 2077406"/>
              <a:gd name="csY576" fmla="*/ 409185 h 1352655"/>
              <a:gd name="csX577" fmla="*/ 1199862 w 2077406"/>
              <a:gd name="csY577" fmla="*/ 414166 h 1352655"/>
              <a:gd name="csX578" fmla="*/ 1201942 w 2077406"/>
              <a:gd name="csY578" fmla="*/ 419157 h 1352655"/>
              <a:gd name="csX579" fmla="*/ 1204022 w 2077406"/>
              <a:gd name="csY579" fmla="*/ 424158 h 1352655"/>
              <a:gd name="csX580" fmla="*/ 1206103 w 2077406"/>
              <a:gd name="csY580" fmla="*/ 429168 h 1352655"/>
              <a:gd name="csX581" fmla="*/ 1208183 w 2077406"/>
              <a:gd name="csY581" fmla="*/ 434186 h 1352655"/>
              <a:gd name="csX582" fmla="*/ 1210263 w 2077406"/>
              <a:gd name="csY582" fmla="*/ 439213 h 1352655"/>
              <a:gd name="csX583" fmla="*/ 1212333 w 2077406"/>
              <a:gd name="csY583" fmla="*/ 444246 h 1352655"/>
              <a:gd name="csX584" fmla="*/ 1214414 w 2077406"/>
              <a:gd name="csY584" fmla="*/ 449288 h 1352655"/>
              <a:gd name="csX585" fmla="*/ 1216494 w 2077406"/>
              <a:gd name="csY585" fmla="*/ 454337 h 1352655"/>
              <a:gd name="csX586" fmla="*/ 1218574 w 2077406"/>
              <a:gd name="csY586" fmla="*/ 459390 h 1352655"/>
              <a:gd name="csX587" fmla="*/ 1220655 w 2077406"/>
              <a:gd name="csY587" fmla="*/ 464451 h 1352655"/>
              <a:gd name="csX588" fmla="*/ 1222735 w 2077406"/>
              <a:gd name="csY588" fmla="*/ 469517 h 1352655"/>
              <a:gd name="csX589" fmla="*/ 1224815 w 2077406"/>
              <a:gd name="csY589" fmla="*/ 474588 h 1352655"/>
              <a:gd name="csX590" fmla="*/ 1226896 w 2077406"/>
              <a:gd name="csY590" fmla="*/ 479664 h 1352655"/>
              <a:gd name="csX591" fmla="*/ 1228976 w 2077406"/>
              <a:gd name="csY591" fmla="*/ 484744 h 1352655"/>
              <a:gd name="csX592" fmla="*/ 1231057 w 2077406"/>
              <a:gd name="csY592" fmla="*/ 489828 h 1352655"/>
              <a:gd name="csX593" fmla="*/ 1233137 w 2077406"/>
              <a:gd name="csY593" fmla="*/ 494915 h 1352655"/>
              <a:gd name="csX594" fmla="*/ 1235217 w 2077406"/>
              <a:gd name="csY594" fmla="*/ 500005 h 1352655"/>
              <a:gd name="csX595" fmla="*/ 1237287 w 2077406"/>
              <a:gd name="csY595" fmla="*/ 505098 h 1352655"/>
              <a:gd name="csX596" fmla="*/ 1239368 w 2077406"/>
              <a:gd name="csY596" fmla="*/ 510193 h 1352655"/>
              <a:gd name="csX597" fmla="*/ 1241448 w 2077406"/>
              <a:gd name="csY597" fmla="*/ 515291 h 1352655"/>
              <a:gd name="csX598" fmla="*/ 1243528 w 2077406"/>
              <a:gd name="csY598" fmla="*/ 520389 h 1352655"/>
              <a:gd name="csX599" fmla="*/ 1245609 w 2077406"/>
              <a:gd name="csY599" fmla="*/ 525489 h 1352655"/>
              <a:gd name="csX600" fmla="*/ 1247689 w 2077406"/>
              <a:gd name="csY600" fmla="*/ 530588 h 1352655"/>
              <a:gd name="csX601" fmla="*/ 1249769 w 2077406"/>
              <a:gd name="csY601" fmla="*/ 535689 h 1352655"/>
              <a:gd name="csX602" fmla="*/ 1251850 w 2077406"/>
              <a:gd name="csY602" fmla="*/ 540789 h 1352655"/>
              <a:gd name="csX603" fmla="*/ 1253930 w 2077406"/>
              <a:gd name="csY603" fmla="*/ 545889 h 1352655"/>
              <a:gd name="csX604" fmla="*/ 1256010 w 2077406"/>
              <a:gd name="csY604" fmla="*/ 550987 h 1352655"/>
              <a:gd name="csX605" fmla="*/ 1258091 w 2077406"/>
              <a:gd name="csY605" fmla="*/ 556084 h 1352655"/>
              <a:gd name="csX606" fmla="*/ 1260171 w 2077406"/>
              <a:gd name="csY606" fmla="*/ 561180 h 1352655"/>
              <a:gd name="csX607" fmla="*/ 1262241 w 2077406"/>
              <a:gd name="csY607" fmla="*/ 566274 h 1352655"/>
              <a:gd name="csX608" fmla="*/ 1264321 w 2077406"/>
              <a:gd name="csY608" fmla="*/ 571365 h 1352655"/>
              <a:gd name="csX609" fmla="*/ 1266402 w 2077406"/>
              <a:gd name="csY609" fmla="*/ 576453 h 1352655"/>
              <a:gd name="csX610" fmla="*/ 1268482 w 2077406"/>
              <a:gd name="csY610" fmla="*/ 581538 h 1352655"/>
              <a:gd name="csX611" fmla="*/ 1270562 w 2077406"/>
              <a:gd name="csY611" fmla="*/ 586619 h 1352655"/>
              <a:gd name="csX612" fmla="*/ 1272643 w 2077406"/>
              <a:gd name="csY612" fmla="*/ 591697 h 1352655"/>
              <a:gd name="csX613" fmla="*/ 1274723 w 2077406"/>
              <a:gd name="csY613" fmla="*/ 596770 h 1352655"/>
              <a:gd name="csX614" fmla="*/ 1276803 w 2077406"/>
              <a:gd name="csY614" fmla="*/ 601839 h 1352655"/>
              <a:gd name="csX615" fmla="*/ 1278884 w 2077406"/>
              <a:gd name="csY615" fmla="*/ 606902 h 1352655"/>
              <a:gd name="csX616" fmla="*/ 1280964 w 2077406"/>
              <a:gd name="csY616" fmla="*/ 611960 h 1352655"/>
              <a:gd name="csX617" fmla="*/ 1283045 w 2077406"/>
              <a:gd name="csY617" fmla="*/ 617012 h 1352655"/>
              <a:gd name="csX618" fmla="*/ 1285125 w 2077406"/>
              <a:gd name="csY618" fmla="*/ 622058 h 1352655"/>
              <a:gd name="csX619" fmla="*/ 1287195 w 2077406"/>
              <a:gd name="csY619" fmla="*/ 627098 h 1352655"/>
              <a:gd name="csX620" fmla="*/ 1289275 w 2077406"/>
              <a:gd name="csY620" fmla="*/ 632131 h 1352655"/>
              <a:gd name="csX621" fmla="*/ 1291356 w 2077406"/>
              <a:gd name="csY621" fmla="*/ 637157 h 1352655"/>
              <a:gd name="csX622" fmla="*/ 1293436 w 2077406"/>
              <a:gd name="csY622" fmla="*/ 642176 h 1352655"/>
              <a:gd name="csX623" fmla="*/ 1295516 w 2077406"/>
              <a:gd name="csY623" fmla="*/ 647186 h 1352655"/>
              <a:gd name="csX624" fmla="*/ 1297597 w 2077406"/>
              <a:gd name="csY624" fmla="*/ 652189 h 1352655"/>
              <a:gd name="csX625" fmla="*/ 1299677 w 2077406"/>
              <a:gd name="csY625" fmla="*/ 657183 h 1352655"/>
              <a:gd name="csX626" fmla="*/ 1301757 w 2077406"/>
              <a:gd name="csY626" fmla="*/ 662169 h 1352655"/>
              <a:gd name="csX627" fmla="*/ 1303838 w 2077406"/>
              <a:gd name="csY627" fmla="*/ 667145 h 1352655"/>
              <a:gd name="csX628" fmla="*/ 1305918 w 2077406"/>
              <a:gd name="csY628" fmla="*/ 672112 h 1352655"/>
              <a:gd name="csX629" fmla="*/ 1307998 w 2077406"/>
              <a:gd name="csY629" fmla="*/ 677068 h 1352655"/>
              <a:gd name="csX630" fmla="*/ 1310079 w 2077406"/>
              <a:gd name="csY630" fmla="*/ 682016 h 1352655"/>
              <a:gd name="csX631" fmla="*/ 1312149 w 2077406"/>
              <a:gd name="csY631" fmla="*/ 686953 h 1352655"/>
              <a:gd name="csX632" fmla="*/ 1314229 w 2077406"/>
              <a:gd name="csY632" fmla="*/ 691879 h 1352655"/>
              <a:gd name="csX633" fmla="*/ 1316309 w 2077406"/>
              <a:gd name="csY633" fmla="*/ 696795 h 1352655"/>
              <a:gd name="csX634" fmla="*/ 1318390 w 2077406"/>
              <a:gd name="csY634" fmla="*/ 701698 h 1352655"/>
              <a:gd name="csX635" fmla="*/ 1320470 w 2077406"/>
              <a:gd name="csY635" fmla="*/ 706591 h 1352655"/>
              <a:gd name="csX636" fmla="*/ 1322551 w 2077406"/>
              <a:gd name="csY636" fmla="*/ 711472 h 1352655"/>
              <a:gd name="csX637" fmla="*/ 1324631 w 2077406"/>
              <a:gd name="csY637" fmla="*/ 716341 h 1352655"/>
              <a:gd name="csX638" fmla="*/ 1326711 w 2077406"/>
              <a:gd name="csY638" fmla="*/ 721197 h 1352655"/>
              <a:gd name="csX639" fmla="*/ 1328791 w 2077406"/>
              <a:gd name="csY639" fmla="*/ 726041 h 1352655"/>
              <a:gd name="csX640" fmla="*/ 1330872 w 2077406"/>
              <a:gd name="csY640" fmla="*/ 730872 h 1352655"/>
              <a:gd name="csX641" fmla="*/ 1332952 w 2077406"/>
              <a:gd name="csY641" fmla="*/ 735689 h 1352655"/>
              <a:gd name="csX642" fmla="*/ 1335033 w 2077406"/>
              <a:gd name="csY642" fmla="*/ 740493 h 1352655"/>
              <a:gd name="csX643" fmla="*/ 1337103 w 2077406"/>
              <a:gd name="csY643" fmla="*/ 745283 h 1352655"/>
              <a:gd name="csX644" fmla="*/ 1339183 w 2077406"/>
              <a:gd name="csY644" fmla="*/ 750060 h 1352655"/>
              <a:gd name="csX645" fmla="*/ 1341263 w 2077406"/>
              <a:gd name="csY645" fmla="*/ 754822 h 1352655"/>
              <a:gd name="csX646" fmla="*/ 1343344 w 2077406"/>
              <a:gd name="csY646" fmla="*/ 759569 h 1352655"/>
              <a:gd name="csX647" fmla="*/ 1345424 w 2077406"/>
              <a:gd name="csY647" fmla="*/ 764302 h 1352655"/>
              <a:gd name="csX648" fmla="*/ 1347504 w 2077406"/>
              <a:gd name="csY648" fmla="*/ 769021 h 1352655"/>
              <a:gd name="csX649" fmla="*/ 1349585 w 2077406"/>
              <a:gd name="csY649" fmla="*/ 773723 h 1352655"/>
              <a:gd name="csX650" fmla="*/ 1351665 w 2077406"/>
              <a:gd name="csY650" fmla="*/ 778410 h 1352655"/>
              <a:gd name="csX651" fmla="*/ 1353745 w 2077406"/>
              <a:gd name="csY651" fmla="*/ 783082 h 1352655"/>
              <a:gd name="csX652" fmla="*/ 1355826 w 2077406"/>
              <a:gd name="csY652" fmla="*/ 787738 h 1352655"/>
              <a:gd name="csX653" fmla="*/ 1357906 w 2077406"/>
              <a:gd name="csY653" fmla="*/ 792377 h 1352655"/>
              <a:gd name="csX654" fmla="*/ 1359986 w 2077406"/>
              <a:gd name="csY654" fmla="*/ 797000 h 1352655"/>
              <a:gd name="csX655" fmla="*/ 1362056 w 2077406"/>
              <a:gd name="csY655" fmla="*/ 801607 h 1352655"/>
              <a:gd name="csX656" fmla="*/ 1364137 w 2077406"/>
              <a:gd name="csY656" fmla="*/ 806196 h 1352655"/>
              <a:gd name="csX657" fmla="*/ 1366217 w 2077406"/>
              <a:gd name="csY657" fmla="*/ 810769 h 1352655"/>
              <a:gd name="csX658" fmla="*/ 1368297 w 2077406"/>
              <a:gd name="csY658" fmla="*/ 815324 h 1352655"/>
              <a:gd name="csX659" fmla="*/ 1370378 w 2077406"/>
              <a:gd name="csY659" fmla="*/ 819862 h 1352655"/>
              <a:gd name="csX660" fmla="*/ 1372458 w 2077406"/>
              <a:gd name="csY660" fmla="*/ 824382 h 1352655"/>
              <a:gd name="csX661" fmla="*/ 1374539 w 2077406"/>
              <a:gd name="csY661" fmla="*/ 828885 h 1352655"/>
              <a:gd name="csX662" fmla="*/ 1376619 w 2077406"/>
              <a:gd name="csY662" fmla="*/ 833369 h 1352655"/>
              <a:gd name="csX663" fmla="*/ 1378699 w 2077406"/>
              <a:gd name="csY663" fmla="*/ 837835 h 1352655"/>
              <a:gd name="csX664" fmla="*/ 1380779 w 2077406"/>
              <a:gd name="csY664" fmla="*/ 842283 h 1352655"/>
              <a:gd name="csX665" fmla="*/ 1382860 w 2077406"/>
              <a:gd name="csY665" fmla="*/ 846712 h 1352655"/>
              <a:gd name="csX666" fmla="*/ 1384940 w 2077406"/>
              <a:gd name="csY666" fmla="*/ 851122 h 1352655"/>
              <a:gd name="csX667" fmla="*/ 1387010 w 2077406"/>
              <a:gd name="csY667" fmla="*/ 855514 h 1352655"/>
              <a:gd name="csX668" fmla="*/ 1389091 w 2077406"/>
              <a:gd name="csY668" fmla="*/ 859887 h 1352655"/>
              <a:gd name="csX669" fmla="*/ 1391171 w 2077406"/>
              <a:gd name="csY669" fmla="*/ 864239 h 1352655"/>
              <a:gd name="csX670" fmla="*/ 1393251 w 2077406"/>
              <a:gd name="csY670" fmla="*/ 868572 h 1352655"/>
              <a:gd name="csX671" fmla="*/ 1395332 w 2077406"/>
              <a:gd name="csY671" fmla="*/ 872887 h 1352655"/>
              <a:gd name="csX672" fmla="*/ 1397412 w 2077406"/>
              <a:gd name="csY672" fmla="*/ 877180 h 1352655"/>
              <a:gd name="csX673" fmla="*/ 1399492 w 2077406"/>
              <a:gd name="csY673" fmla="*/ 881455 h 1352655"/>
              <a:gd name="csX674" fmla="*/ 1401573 w 2077406"/>
              <a:gd name="csY674" fmla="*/ 885709 h 1352655"/>
              <a:gd name="csX675" fmla="*/ 1403653 w 2077406"/>
              <a:gd name="csY675" fmla="*/ 889943 h 1352655"/>
              <a:gd name="csX676" fmla="*/ 1405733 w 2077406"/>
              <a:gd name="csY676" fmla="*/ 894156 h 1352655"/>
              <a:gd name="csX677" fmla="*/ 1407814 w 2077406"/>
              <a:gd name="csY677" fmla="*/ 898350 h 1352655"/>
              <a:gd name="csX678" fmla="*/ 1409894 w 2077406"/>
              <a:gd name="csY678" fmla="*/ 902522 h 1352655"/>
              <a:gd name="csX679" fmla="*/ 1411964 w 2077406"/>
              <a:gd name="csY679" fmla="*/ 906674 h 1352655"/>
              <a:gd name="csX680" fmla="*/ 1414044 w 2077406"/>
              <a:gd name="csY680" fmla="*/ 910804 h 1352655"/>
              <a:gd name="csX681" fmla="*/ 1416125 w 2077406"/>
              <a:gd name="csY681" fmla="*/ 914914 h 1352655"/>
              <a:gd name="csX682" fmla="*/ 1418205 w 2077406"/>
              <a:gd name="csY682" fmla="*/ 919003 h 1352655"/>
              <a:gd name="csX683" fmla="*/ 1420285 w 2077406"/>
              <a:gd name="csY683" fmla="*/ 923070 h 1352655"/>
              <a:gd name="csX684" fmla="*/ 1422366 w 2077406"/>
              <a:gd name="csY684" fmla="*/ 927116 h 1352655"/>
              <a:gd name="csX685" fmla="*/ 1424446 w 2077406"/>
              <a:gd name="csY685" fmla="*/ 931141 h 1352655"/>
              <a:gd name="csX686" fmla="*/ 1426527 w 2077406"/>
              <a:gd name="csY686" fmla="*/ 935144 h 1352655"/>
              <a:gd name="csX687" fmla="*/ 1428607 w 2077406"/>
              <a:gd name="csY687" fmla="*/ 939125 h 1352655"/>
              <a:gd name="csX688" fmla="*/ 1430687 w 2077406"/>
              <a:gd name="csY688" fmla="*/ 943085 h 1352655"/>
              <a:gd name="csX689" fmla="*/ 1432768 w 2077406"/>
              <a:gd name="csY689" fmla="*/ 947022 h 1352655"/>
              <a:gd name="csX690" fmla="*/ 1434838 w 2077406"/>
              <a:gd name="csY690" fmla="*/ 950938 h 1352655"/>
              <a:gd name="csX691" fmla="*/ 1436918 w 2077406"/>
              <a:gd name="csY691" fmla="*/ 954831 h 1352655"/>
              <a:gd name="csX692" fmla="*/ 1438998 w 2077406"/>
              <a:gd name="csY692" fmla="*/ 958703 h 1352655"/>
              <a:gd name="csX693" fmla="*/ 1441079 w 2077406"/>
              <a:gd name="csY693" fmla="*/ 962552 h 1352655"/>
              <a:gd name="csX694" fmla="*/ 1443159 w 2077406"/>
              <a:gd name="csY694" fmla="*/ 966379 h 1352655"/>
              <a:gd name="csX695" fmla="*/ 1445239 w 2077406"/>
              <a:gd name="csY695" fmla="*/ 970182 h 1352655"/>
              <a:gd name="csX696" fmla="*/ 1447320 w 2077406"/>
              <a:gd name="csY696" fmla="*/ 973960 h 1352655"/>
              <a:gd name="csX697" fmla="*/ 1449400 w 2077406"/>
              <a:gd name="csY697" fmla="*/ 977727 h 1352655"/>
              <a:gd name="csX698" fmla="*/ 1451480 w 2077406"/>
              <a:gd name="csY698" fmla="*/ 981464 h 1352655"/>
              <a:gd name="csX699" fmla="*/ 1453561 w 2077406"/>
              <a:gd name="csY699" fmla="*/ 985180 h 1352655"/>
              <a:gd name="csX700" fmla="*/ 1455641 w 2077406"/>
              <a:gd name="csY700" fmla="*/ 988864 h 1352655"/>
              <a:gd name="csX701" fmla="*/ 1457721 w 2077406"/>
              <a:gd name="csY701" fmla="*/ 992538 h 1352655"/>
              <a:gd name="csX702" fmla="*/ 1459791 w 2077406"/>
              <a:gd name="csY702" fmla="*/ 996181 h 1352655"/>
              <a:gd name="csX703" fmla="*/ 1461872 w 2077406"/>
              <a:gd name="csY703" fmla="*/ 999804 h 1352655"/>
              <a:gd name="csX704" fmla="*/ 1463952 w 2077406"/>
              <a:gd name="csY704" fmla="*/ 1003406 h 1352655"/>
              <a:gd name="csX705" fmla="*/ 1466033 w 2077406"/>
              <a:gd name="csY705" fmla="*/ 1006977 h 1352655"/>
              <a:gd name="csX706" fmla="*/ 1468113 w 2077406"/>
              <a:gd name="csY706" fmla="*/ 1010537 h 1352655"/>
              <a:gd name="csX707" fmla="*/ 1470193 w 2077406"/>
              <a:gd name="csY707" fmla="*/ 1014066 h 1352655"/>
              <a:gd name="csX708" fmla="*/ 1472273 w 2077406"/>
              <a:gd name="csY708" fmla="*/ 1017575 h 1352655"/>
              <a:gd name="csX709" fmla="*/ 1474354 w 2077406"/>
              <a:gd name="csY709" fmla="*/ 1021063 h 1352655"/>
              <a:gd name="csX710" fmla="*/ 1476434 w 2077406"/>
              <a:gd name="csY710" fmla="*/ 1024520 h 1352655"/>
              <a:gd name="csX711" fmla="*/ 1478515 w 2077406"/>
              <a:gd name="csY711" fmla="*/ 1027956 h 1352655"/>
              <a:gd name="csX712" fmla="*/ 1480595 w 2077406"/>
              <a:gd name="csY712" fmla="*/ 1031371 h 1352655"/>
              <a:gd name="csX713" fmla="*/ 1482675 w 2077406"/>
              <a:gd name="csY713" fmla="*/ 1034766 h 1352655"/>
              <a:gd name="csX714" fmla="*/ 1484745 w 2077406"/>
              <a:gd name="csY714" fmla="*/ 1038140 h 1352655"/>
              <a:gd name="csX715" fmla="*/ 1486826 w 2077406"/>
              <a:gd name="csY715" fmla="*/ 1041483 h 1352655"/>
              <a:gd name="csX716" fmla="*/ 1488906 w 2077406"/>
              <a:gd name="csY716" fmla="*/ 1044806 h 1352655"/>
              <a:gd name="csX717" fmla="*/ 1490986 w 2077406"/>
              <a:gd name="csY717" fmla="*/ 1048107 h 1352655"/>
              <a:gd name="csX718" fmla="*/ 1493067 w 2077406"/>
              <a:gd name="csY718" fmla="*/ 1051378 h 1352655"/>
              <a:gd name="csX719" fmla="*/ 1495147 w 2077406"/>
              <a:gd name="csY719" fmla="*/ 1054628 h 1352655"/>
              <a:gd name="csX720" fmla="*/ 1497227 w 2077406"/>
              <a:gd name="csY720" fmla="*/ 1057857 h 1352655"/>
              <a:gd name="csX721" fmla="*/ 1499308 w 2077406"/>
              <a:gd name="csY721" fmla="*/ 1061066 h 1352655"/>
              <a:gd name="csX722" fmla="*/ 1501388 w 2077406"/>
              <a:gd name="csY722" fmla="*/ 1064253 h 1352655"/>
              <a:gd name="csX723" fmla="*/ 1503468 w 2077406"/>
              <a:gd name="csY723" fmla="*/ 1067410 h 1352655"/>
              <a:gd name="csX724" fmla="*/ 1505549 w 2077406"/>
              <a:gd name="csY724" fmla="*/ 1070546 h 1352655"/>
              <a:gd name="csX725" fmla="*/ 1507629 w 2077406"/>
              <a:gd name="csY725" fmla="*/ 1073662 h 1352655"/>
              <a:gd name="csX726" fmla="*/ 1509699 w 2077406"/>
              <a:gd name="csY726" fmla="*/ 1076746 h 1352655"/>
              <a:gd name="csX727" fmla="*/ 1511779 w 2077406"/>
              <a:gd name="csY727" fmla="*/ 1079810 h 1352655"/>
              <a:gd name="csX728" fmla="*/ 1513860 w 2077406"/>
              <a:gd name="csY728" fmla="*/ 1082863 h 1352655"/>
              <a:gd name="csX729" fmla="*/ 1515940 w 2077406"/>
              <a:gd name="csY729" fmla="*/ 1085875 h 1352655"/>
              <a:gd name="csX730" fmla="*/ 1518021 w 2077406"/>
              <a:gd name="csY730" fmla="*/ 1088876 h 1352655"/>
              <a:gd name="csX731" fmla="*/ 1520101 w 2077406"/>
              <a:gd name="csY731" fmla="*/ 1091847 h 1352655"/>
              <a:gd name="csX732" fmla="*/ 1522181 w 2077406"/>
              <a:gd name="csY732" fmla="*/ 1094796 h 1352655"/>
              <a:gd name="csX733" fmla="*/ 1524261 w 2077406"/>
              <a:gd name="csY733" fmla="*/ 1097725 h 1352655"/>
              <a:gd name="csX734" fmla="*/ 1526342 w 2077406"/>
              <a:gd name="csY734" fmla="*/ 1100634 h 1352655"/>
              <a:gd name="csX735" fmla="*/ 1528422 w 2077406"/>
              <a:gd name="csY735" fmla="*/ 1103511 h 1352655"/>
              <a:gd name="csX736" fmla="*/ 1530503 w 2077406"/>
              <a:gd name="csY736" fmla="*/ 1106378 h 1352655"/>
              <a:gd name="csX737" fmla="*/ 1532583 w 2077406"/>
              <a:gd name="csY737" fmla="*/ 1109214 h 1352655"/>
              <a:gd name="csX738" fmla="*/ 1534653 w 2077406"/>
              <a:gd name="csY738" fmla="*/ 1112019 h 1352655"/>
              <a:gd name="csX739" fmla="*/ 1536733 w 2077406"/>
              <a:gd name="csY739" fmla="*/ 1114813 h 1352655"/>
              <a:gd name="csX740" fmla="*/ 1538814 w 2077406"/>
              <a:gd name="csY740" fmla="*/ 1117577 h 1352655"/>
              <a:gd name="csX741" fmla="*/ 1540894 w 2077406"/>
              <a:gd name="csY741" fmla="*/ 1120330 h 1352655"/>
              <a:gd name="csX742" fmla="*/ 1542974 w 2077406"/>
              <a:gd name="csY742" fmla="*/ 1123052 h 1352655"/>
              <a:gd name="csX743" fmla="*/ 1545055 w 2077406"/>
              <a:gd name="csY743" fmla="*/ 1125753 h 1352655"/>
              <a:gd name="csX744" fmla="*/ 1547135 w 2077406"/>
              <a:gd name="csY744" fmla="*/ 1128423 h 1352655"/>
              <a:gd name="csX745" fmla="*/ 1549215 w 2077406"/>
              <a:gd name="csY745" fmla="*/ 1131083 h 1352655"/>
              <a:gd name="csX746" fmla="*/ 1551296 w 2077406"/>
              <a:gd name="csY746" fmla="*/ 1133712 h 1352655"/>
              <a:gd name="csX747" fmla="*/ 1553376 w 2077406"/>
              <a:gd name="csY747" fmla="*/ 1136320 h 1352655"/>
              <a:gd name="csX748" fmla="*/ 1555456 w 2077406"/>
              <a:gd name="csY748" fmla="*/ 1138908 h 1352655"/>
              <a:gd name="csX749" fmla="*/ 1557537 w 2077406"/>
              <a:gd name="csY749" fmla="*/ 1141475 h 1352655"/>
              <a:gd name="csX750" fmla="*/ 1559607 w 2077406"/>
              <a:gd name="csY750" fmla="*/ 1144021 h 1352655"/>
              <a:gd name="csX751" fmla="*/ 1561687 w 2077406"/>
              <a:gd name="csY751" fmla="*/ 1146536 h 1352655"/>
              <a:gd name="csX752" fmla="*/ 1563767 w 2077406"/>
              <a:gd name="csY752" fmla="*/ 1149041 h 1352655"/>
              <a:gd name="csX753" fmla="*/ 1565848 w 2077406"/>
              <a:gd name="csY753" fmla="*/ 1151514 h 1352655"/>
              <a:gd name="csX754" fmla="*/ 1567928 w 2077406"/>
              <a:gd name="csY754" fmla="*/ 1153967 h 1352655"/>
              <a:gd name="csX755" fmla="*/ 1570009 w 2077406"/>
              <a:gd name="csY755" fmla="*/ 1156399 h 1352655"/>
              <a:gd name="csX756" fmla="*/ 1572089 w 2077406"/>
              <a:gd name="csY756" fmla="*/ 1158811 h 1352655"/>
              <a:gd name="csX757" fmla="*/ 1574169 w 2077406"/>
              <a:gd name="csY757" fmla="*/ 1161202 h 1352655"/>
              <a:gd name="csX758" fmla="*/ 1576250 w 2077406"/>
              <a:gd name="csY758" fmla="*/ 1163572 h 1352655"/>
              <a:gd name="csX759" fmla="*/ 1578330 w 2077406"/>
              <a:gd name="csY759" fmla="*/ 1165921 h 1352655"/>
              <a:gd name="csX760" fmla="*/ 1580410 w 2077406"/>
              <a:gd name="csY760" fmla="*/ 1168250 h 1352655"/>
              <a:gd name="csX761" fmla="*/ 1582491 w 2077406"/>
              <a:gd name="csY761" fmla="*/ 1170548 h 1352655"/>
              <a:gd name="csX762" fmla="*/ 1584561 w 2077406"/>
              <a:gd name="csY762" fmla="*/ 1172835 h 1352655"/>
              <a:gd name="csX763" fmla="*/ 1586641 w 2077406"/>
              <a:gd name="csY763" fmla="*/ 1175092 h 1352655"/>
              <a:gd name="csX764" fmla="*/ 1588721 w 2077406"/>
              <a:gd name="csY764" fmla="*/ 1177337 h 1352655"/>
              <a:gd name="csX765" fmla="*/ 1590802 w 2077406"/>
              <a:gd name="csY765" fmla="*/ 1179552 h 1352655"/>
              <a:gd name="csX766" fmla="*/ 1592882 w 2077406"/>
              <a:gd name="csY766" fmla="*/ 1181757 h 1352655"/>
              <a:gd name="csX767" fmla="*/ 1594962 w 2077406"/>
              <a:gd name="csY767" fmla="*/ 1183930 h 1352655"/>
              <a:gd name="csX768" fmla="*/ 1597043 w 2077406"/>
              <a:gd name="csY768" fmla="*/ 1186094 h 1352655"/>
              <a:gd name="csX769" fmla="*/ 1599123 w 2077406"/>
              <a:gd name="csY769" fmla="*/ 1188226 h 1352655"/>
              <a:gd name="csX770" fmla="*/ 1601203 w 2077406"/>
              <a:gd name="csY770" fmla="*/ 1190348 h 1352655"/>
              <a:gd name="csX771" fmla="*/ 1603284 w 2077406"/>
              <a:gd name="csY771" fmla="*/ 1192438 h 1352655"/>
              <a:gd name="csX772" fmla="*/ 1605364 w 2077406"/>
              <a:gd name="csY772" fmla="*/ 1194518 h 1352655"/>
              <a:gd name="csX773" fmla="*/ 1607444 w 2077406"/>
              <a:gd name="csY773" fmla="*/ 1196568 h 1352655"/>
              <a:gd name="csX774" fmla="*/ 1609514 w 2077406"/>
              <a:gd name="csY774" fmla="*/ 1198607 h 1352655"/>
              <a:gd name="csX775" fmla="*/ 1611595 w 2077406"/>
              <a:gd name="csY775" fmla="*/ 1200625 h 1352655"/>
              <a:gd name="csX776" fmla="*/ 1613675 w 2077406"/>
              <a:gd name="csY776" fmla="*/ 1202612 h 1352655"/>
              <a:gd name="csX777" fmla="*/ 1615755 w 2077406"/>
              <a:gd name="csY777" fmla="*/ 1204589 h 1352655"/>
              <a:gd name="csX778" fmla="*/ 1617836 w 2077406"/>
              <a:gd name="csY778" fmla="*/ 1206545 h 1352655"/>
              <a:gd name="csX779" fmla="*/ 1619916 w 2077406"/>
              <a:gd name="csY779" fmla="*/ 1208481 h 1352655"/>
              <a:gd name="csX780" fmla="*/ 1621997 w 2077406"/>
              <a:gd name="csY780" fmla="*/ 1210395 h 1352655"/>
              <a:gd name="csX781" fmla="*/ 1624077 w 2077406"/>
              <a:gd name="csY781" fmla="*/ 1212300 h 1352655"/>
              <a:gd name="csX782" fmla="*/ 1626157 w 2077406"/>
              <a:gd name="csY782" fmla="*/ 1214173 h 1352655"/>
              <a:gd name="csX783" fmla="*/ 1628238 w 2077406"/>
              <a:gd name="csY783" fmla="*/ 1216036 h 1352655"/>
              <a:gd name="csX784" fmla="*/ 1630318 w 2077406"/>
              <a:gd name="csY784" fmla="*/ 1217868 h 1352655"/>
              <a:gd name="csX785" fmla="*/ 1632398 w 2077406"/>
              <a:gd name="csY785" fmla="*/ 1219690 h 1352655"/>
              <a:gd name="csX786" fmla="*/ 1634468 w 2077406"/>
              <a:gd name="csY786" fmla="*/ 1221491 h 1352655"/>
              <a:gd name="csX787" fmla="*/ 1636549 w 2077406"/>
              <a:gd name="csY787" fmla="*/ 1223281 h 1352655"/>
              <a:gd name="csX788" fmla="*/ 1638629 w 2077406"/>
              <a:gd name="csY788" fmla="*/ 1225041 h 1352655"/>
              <a:gd name="csX789" fmla="*/ 1640709 w 2077406"/>
              <a:gd name="csY789" fmla="*/ 1226790 h 1352655"/>
              <a:gd name="csX790" fmla="*/ 1642790 w 2077406"/>
              <a:gd name="csY790" fmla="*/ 1228518 h 1352655"/>
              <a:gd name="csX791" fmla="*/ 1644870 w 2077406"/>
              <a:gd name="csY791" fmla="*/ 1230226 h 1352655"/>
              <a:gd name="csX792" fmla="*/ 1646950 w 2077406"/>
              <a:gd name="csY792" fmla="*/ 1231913 h 1352655"/>
              <a:gd name="csX793" fmla="*/ 1649031 w 2077406"/>
              <a:gd name="csY793" fmla="*/ 1233590 h 1352655"/>
              <a:gd name="csX794" fmla="*/ 1651111 w 2077406"/>
              <a:gd name="csY794" fmla="*/ 1235246 h 1352655"/>
              <a:gd name="csX795" fmla="*/ 1653191 w 2077406"/>
              <a:gd name="csY795" fmla="*/ 1236881 h 1352655"/>
              <a:gd name="csX796" fmla="*/ 1655272 w 2077406"/>
              <a:gd name="csY796" fmla="*/ 1238506 h 1352655"/>
              <a:gd name="csX797" fmla="*/ 1657352 w 2077406"/>
              <a:gd name="csY797" fmla="*/ 1240100 h 1352655"/>
              <a:gd name="csX798" fmla="*/ 1659422 w 2077406"/>
              <a:gd name="csY798" fmla="*/ 1241694 h 1352655"/>
              <a:gd name="csX799" fmla="*/ 1661503 w 2077406"/>
              <a:gd name="csY799" fmla="*/ 1243257 h 1352655"/>
              <a:gd name="csX800" fmla="*/ 1663583 w 2077406"/>
              <a:gd name="csY800" fmla="*/ 1244809 h 1352655"/>
              <a:gd name="csX801" fmla="*/ 1665663 w 2077406"/>
              <a:gd name="csY801" fmla="*/ 1246341 h 1352655"/>
              <a:gd name="csX802" fmla="*/ 1667743 w 2077406"/>
              <a:gd name="csY802" fmla="*/ 1247852 h 1352655"/>
              <a:gd name="csX803" fmla="*/ 1669824 w 2077406"/>
              <a:gd name="csY803" fmla="*/ 1249353 h 1352655"/>
              <a:gd name="csX804" fmla="*/ 1671904 w 2077406"/>
              <a:gd name="csY804" fmla="*/ 1250833 h 1352655"/>
              <a:gd name="csX805" fmla="*/ 1673985 w 2077406"/>
              <a:gd name="csY805" fmla="*/ 1252303 h 1352655"/>
              <a:gd name="csX806" fmla="*/ 1676065 w 2077406"/>
              <a:gd name="csY806" fmla="*/ 1253752 h 1352655"/>
              <a:gd name="csX807" fmla="*/ 1678145 w 2077406"/>
              <a:gd name="csY807" fmla="*/ 1255190 h 1352655"/>
              <a:gd name="csX808" fmla="*/ 1680226 w 2077406"/>
              <a:gd name="csY808" fmla="*/ 1256598 h 1352655"/>
              <a:gd name="csX809" fmla="*/ 1682306 w 2077406"/>
              <a:gd name="csY809" fmla="*/ 1258005 h 1352655"/>
              <a:gd name="csX810" fmla="*/ 1684376 w 2077406"/>
              <a:gd name="csY810" fmla="*/ 1259382 h 1352655"/>
              <a:gd name="csX811" fmla="*/ 1686456 w 2077406"/>
              <a:gd name="csY811" fmla="*/ 1260758 h 1352655"/>
              <a:gd name="csX812" fmla="*/ 1688537 w 2077406"/>
              <a:gd name="csY812" fmla="*/ 1262104 h 1352655"/>
              <a:gd name="csX813" fmla="*/ 1690617 w 2077406"/>
              <a:gd name="csY813" fmla="*/ 1263450 h 1352655"/>
              <a:gd name="csX814" fmla="*/ 1692697 w 2077406"/>
              <a:gd name="csY814" fmla="*/ 1264764 h 1352655"/>
              <a:gd name="csX815" fmla="*/ 1694778 w 2077406"/>
              <a:gd name="csY815" fmla="*/ 1266068 h 1352655"/>
              <a:gd name="csX816" fmla="*/ 1696858 w 2077406"/>
              <a:gd name="csY816" fmla="*/ 1267362 h 1352655"/>
              <a:gd name="csX817" fmla="*/ 1698938 w 2077406"/>
              <a:gd name="csY817" fmla="*/ 1268635 h 1352655"/>
              <a:gd name="csX818" fmla="*/ 1701019 w 2077406"/>
              <a:gd name="csY818" fmla="*/ 1269898 h 1352655"/>
              <a:gd name="csX819" fmla="*/ 1703099 w 2077406"/>
              <a:gd name="csY819" fmla="*/ 1271150 h 1352655"/>
              <a:gd name="csX820" fmla="*/ 1705179 w 2077406"/>
              <a:gd name="csY820" fmla="*/ 1272371 h 1352655"/>
              <a:gd name="csX821" fmla="*/ 1707260 w 2077406"/>
              <a:gd name="csY821" fmla="*/ 1273592 h 1352655"/>
              <a:gd name="csX822" fmla="*/ 1709330 w 2077406"/>
              <a:gd name="csY822" fmla="*/ 1274793 h 1352655"/>
              <a:gd name="csX823" fmla="*/ 1711410 w 2077406"/>
              <a:gd name="csY823" fmla="*/ 1275983 h 1352655"/>
              <a:gd name="csX824" fmla="*/ 1713491 w 2077406"/>
              <a:gd name="csY824" fmla="*/ 1277153 h 1352655"/>
              <a:gd name="csX825" fmla="*/ 1715571 w 2077406"/>
              <a:gd name="csY825" fmla="*/ 1278312 h 1352655"/>
              <a:gd name="csX826" fmla="*/ 1717651 w 2077406"/>
              <a:gd name="csY826" fmla="*/ 1279461 h 1352655"/>
              <a:gd name="csX827" fmla="*/ 1719732 w 2077406"/>
              <a:gd name="csY827" fmla="*/ 1280589 h 1352655"/>
              <a:gd name="csX828" fmla="*/ 1721812 w 2077406"/>
              <a:gd name="csY828" fmla="*/ 1281707 h 1352655"/>
              <a:gd name="csX829" fmla="*/ 1723892 w 2077406"/>
              <a:gd name="csY829" fmla="*/ 1282804 h 1352655"/>
              <a:gd name="csX830" fmla="*/ 1725973 w 2077406"/>
              <a:gd name="csY830" fmla="*/ 1283891 h 1352655"/>
              <a:gd name="csX831" fmla="*/ 1728053 w 2077406"/>
              <a:gd name="csY831" fmla="*/ 1284967 h 1352655"/>
              <a:gd name="csX832" fmla="*/ 1730133 w 2077406"/>
              <a:gd name="csY832" fmla="*/ 1286033 h 1352655"/>
              <a:gd name="csX833" fmla="*/ 1732214 w 2077406"/>
              <a:gd name="csY833" fmla="*/ 1287079 h 1352655"/>
              <a:gd name="csX834" fmla="*/ 1734284 w 2077406"/>
              <a:gd name="csY834" fmla="*/ 1288114 h 1352655"/>
              <a:gd name="csX835" fmla="*/ 1736364 w 2077406"/>
              <a:gd name="csY835" fmla="*/ 1289138 h 1352655"/>
              <a:gd name="csX836" fmla="*/ 1738444 w 2077406"/>
              <a:gd name="csY836" fmla="*/ 1290152 h 1352655"/>
              <a:gd name="csX837" fmla="*/ 1740525 w 2077406"/>
              <a:gd name="csY837" fmla="*/ 1291146 h 1352655"/>
              <a:gd name="csX838" fmla="*/ 1742605 w 2077406"/>
              <a:gd name="csY838" fmla="*/ 1292129 h 1352655"/>
              <a:gd name="csX839" fmla="*/ 1744685 w 2077406"/>
              <a:gd name="csY839" fmla="*/ 1293102 h 1352655"/>
              <a:gd name="csX840" fmla="*/ 1746766 w 2077406"/>
              <a:gd name="csY840" fmla="*/ 1294065 h 1352655"/>
              <a:gd name="csX841" fmla="*/ 1748846 w 2077406"/>
              <a:gd name="csY841" fmla="*/ 1295017 h 1352655"/>
              <a:gd name="csX842" fmla="*/ 1750926 w 2077406"/>
              <a:gd name="csY842" fmla="*/ 1295948 h 1352655"/>
              <a:gd name="csX843" fmla="*/ 1753007 w 2077406"/>
              <a:gd name="csY843" fmla="*/ 1296870 h 1352655"/>
              <a:gd name="csX844" fmla="*/ 1755087 w 2077406"/>
              <a:gd name="csY844" fmla="*/ 1297780 h 1352655"/>
              <a:gd name="csX845" fmla="*/ 1757167 w 2077406"/>
              <a:gd name="csY845" fmla="*/ 1298681 h 1352655"/>
              <a:gd name="csX846" fmla="*/ 1759237 w 2077406"/>
              <a:gd name="csY846" fmla="*/ 1299571 h 1352655"/>
              <a:gd name="csX847" fmla="*/ 1761318 w 2077406"/>
              <a:gd name="csY847" fmla="*/ 1300440 h 1352655"/>
              <a:gd name="csX848" fmla="*/ 1763398 w 2077406"/>
              <a:gd name="csY848" fmla="*/ 1301310 h 1352655"/>
              <a:gd name="csX849" fmla="*/ 1765478 w 2077406"/>
              <a:gd name="csY849" fmla="*/ 1302158 h 1352655"/>
              <a:gd name="csX850" fmla="*/ 1767559 w 2077406"/>
              <a:gd name="csY850" fmla="*/ 1303007 h 1352655"/>
              <a:gd name="csX851" fmla="*/ 1769639 w 2077406"/>
              <a:gd name="csY851" fmla="*/ 1303835 h 1352655"/>
              <a:gd name="csX852" fmla="*/ 1771720 w 2077406"/>
              <a:gd name="csY852" fmla="*/ 1304653 h 1352655"/>
              <a:gd name="csX853" fmla="*/ 1773800 w 2077406"/>
              <a:gd name="csY853" fmla="*/ 1305460 h 1352655"/>
              <a:gd name="csX854" fmla="*/ 1775880 w 2077406"/>
              <a:gd name="csY854" fmla="*/ 1306257 h 1352655"/>
              <a:gd name="csX855" fmla="*/ 1777961 w 2077406"/>
              <a:gd name="csY855" fmla="*/ 1307044 h 1352655"/>
              <a:gd name="csX856" fmla="*/ 1780041 w 2077406"/>
              <a:gd name="csY856" fmla="*/ 1307820 h 1352655"/>
              <a:gd name="csX857" fmla="*/ 1782111 w 2077406"/>
              <a:gd name="csY857" fmla="*/ 1308586 h 1352655"/>
              <a:gd name="csX858" fmla="*/ 1784191 w 2077406"/>
              <a:gd name="csY858" fmla="*/ 1309341 h 1352655"/>
              <a:gd name="csX859" fmla="*/ 1786272 w 2077406"/>
              <a:gd name="csY859" fmla="*/ 1310087 h 1352655"/>
              <a:gd name="csX860" fmla="*/ 1788352 w 2077406"/>
              <a:gd name="csY860" fmla="*/ 1310821 h 1352655"/>
              <a:gd name="csX861" fmla="*/ 1790432 w 2077406"/>
              <a:gd name="csY861" fmla="*/ 1311546 h 1352655"/>
              <a:gd name="csX862" fmla="*/ 1792513 w 2077406"/>
              <a:gd name="csY862" fmla="*/ 1312260 h 1352655"/>
              <a:gd name="csX863" fmla="*/ 1794593 w 2077406"/>
              <a:gd name="csY863" fmla="*/ 1312964 h 1352655"/>
              <a:gd name="csX864" fmla="*/ 1796673 w 2077406"/>
              <a:gd name="csY864" fmla="*/ 1313668 h 1352655"/>
              <a:gd name="csX865" fmla="*/ 1798754 w 2077406"/>
              <a:gd name="csY865" fmla="*/ 1314351 h 1352655"/>
              <a:gd name="csX866" fmla="*/ 1800834 w 2077406"/>
              <a:gd name="csY866" fmla="*/ 1315023 h 1352655"/>
              <a:gd name="csX867" fmla="*/ 1802915 w 2077406"/>
              <a:gd name="csY867" fmla="*/ 1315696 h 1352655"/>
              <a:gd name="csX868" fmla="*/ 1804995 w 2077406"/>
              <a:gd name="csY868" fmla="*/ 1316348 h 1352655"/>
              <a:gd name="csX869" fmla="*/ 1807065 w 2077406"/>
              <a:gd name="csY869" fmla="*/ 1317000 h 1352655"/>
              <a:gd name="csX870" fmla="*/ 1809145 w 2077406"/>
              <a:gd name="csY870" fmla="*/ 1317632 h 1352655"/>
              <a:gd name="csX871" fmla="*/ 1811226 w 2077406"/>
              <a:gd name="csY871" fmla="*/ 1318263 h 1352655"/>
              <a:gd name="csX872" fmla="*/ 1813306 w 2077406"/>
              <a:gd name="csY872" fmla="*/ 1318884 h 1352655"/>
              <a:gd name="csX873" fmla="*/ 1815386 w 2077406"/>
              <a:gd name="csY873" fmla="*/ 1319495 h 1352655"/>
              <a:gd name="csX874" fmla="*/ 1817467 w 2077406"/>
              <a:gd name="csY874" fmla="*/ 1320105 h 1352655"/>
              <a:gd name="csX875" fmla="*/ 1819547 w 2077406"/>
              <a:gd name="csY875" fmla="*/ 1320695 h 1352655"/>
              <a:gd name="csX876" fmla="*/ 1821627 w 2077406"/>
              <a:gd name="csY876" fmla="*/ 1321285 h 1352655"/>
              <a:gd name="csX877" fmla="*/ 1823708 w 2077406"/>
              <a:gd name="csY877" fmla="*/ 1321865 h 1352655"/>
              <a:gd name="csX878" fmla="*/ 1825788 w 2077406"/>
              <a:gd name="csY878" fmla="*/ 1322434 h 1352655"/>
              <a:gd name="csX879" fmla="*/ 1827868 w 2077406"/>
              <a:gd name="csY879" fmla="*/ 1322993 h 1352655"/>
              <a:gd name="csX880" fmla="*/ 1829949 w 2077406"/>
              <a:gd name="csY880" fmla="*/ 1323542 h 1352655"/>
              <a:gd name="csX881" fmla="*/ 1832019 w 2077406"/>
              <a:gd name="csY881" fmla="*/ 1324090 h 1352655"/>
              <a:gd name="csX882" fmla="*/ 1834099 w 2077406"/>
              <a:gd name="csY882" fmla="*/ 1324628 h 1352655"/>
              <a:gd name="csX883" fmla="*/ 1836179 w 2077406"/>
              <a:gd name="csY883" fmla="*/ 1325156 h 1352655"/>
              <a:gd name="csX884" fmla="*/ 1838260 w 2077406"/>
              <a:gd name="csY884" fmla="*/ 1325674 h 1352655"/>
              <a:gd name="csX885" fmla="*/ 1840340 w 2077406"/>
              <a:gd name="csY885" fmla="*/ 1326191 h 1352655"/>
              <a:gd name="csX886" fmla="*/ 1842420 w 2077406"/>
              <a:gd name="csY886" fmla="*/ 1326698 h 1352655"/>
              <a:gd name="csX887" fmla="*/ 1844501 w 2077406"/>
              <a:gd name="csY887" fmla="*/ 1327195 h 1352655"/>
              <a:gd name="csX888" fmla="*/ 1846581 w 2077406"/>
              <a:gd name="csY888" fmla="*/ 1327692 h 1352655"/>
              <a:gd name="csX889" fmla="*/ 1848661 w 2077406"/>
              <a:gd name="csY889" fmla="*/ 1328168 h 1352655"/>
              <a:gd name="csX890" fmla="*/ 1850742 w 2077406"/>
              <a:gd name="csY890" fmla="*/ 1328644 h 1352655"/>
              <a:gd name="csX891" fmla="*/ 1852822 w 2077406"/>
              <a:gd name="csY891" fmla="*/ 1329120 h 1352655"/>
              <a:gd name="csX892" fmla="*/ 1854903 w 2077406"/>
              <a:gd name="csY892" fmla="*/ 1329576 h 1352655"/>
              <a:gd name="csX893" fmla="*/ 1856973 w 2077406"/>
              <a:gd name="csY893" fmla="*/ 1330031 h 1352655"/>
              <a:gd name="csX894" fmla="*/ 1859053 w 2077406"/>
              <a:gd name="csY894" fmla="*/ 1330486 h 1352655"/>
              <a:gd name="csX895" fmla="*/ 1861133 w 2077406"/>
              <a:gd name="csY895" fmla="*/ 1330921 h 1352655"/>
              <a:gd name="csX896" fmla="*/ 1863214 w 2077406"/>
              <a:gd name="csY896" fmla="*/ 1331356 h 1352655"/>
              <a:gd name="csX897" fmla="*/ 1865294 w 2077406"/>
              <a:gd name="csY897" fmla="*/ 1331790 h 1352655"/>
              <a:gd name="csX898" fmla="*/ 1867374 w 2077406"/>
              <a:gd name="csY898" fmla="*/ 1332215 h 1352655"/>
              <a:gd name="csX899" fmla="*/ 1869455 w 2077406"/>
              <a:gd name="csY899" fmla="*/ 1332629 h 1352655"/>
              <a:gd name="csX900" fmla="*/ 1871535 w 2077406"/>
              <a:gd name="csY900" fmla="*/ 1333033 h 1352655"/>
              <a:gd name="csX901" fmla="*/ 1873615 w 2077406"/>
              <a:gd name="csY901" fmla="*/ 1333436 h 1352655"/>
              <a:gd name="csX902" fmla="*/ 1875696 w 2077406"/>
              <a:gd name="csY902" fmla="*/ 1333829 h 1352655"/>
              <a:gd name="csX903" fmla="*/ 1877776 w 2077406"/>
              <a:gd name="csY903" fmla="*/ 1334223 h 1352655"/>
              <a:gd name="csX904" fmla="*/ 1879856 w 2077406"/>
              <a:gd name="csY904" fmla="*/ 1334606 h 1352655"/>
              <a:gd name="csX905" fmla="*/ 1881926 w 2077406"/>
              <a:gd name="csY905" fmla="*/ 1334989 h 1352655"/>
              <a:gd name="csX906" fmla="*/ 1884007 w 2077406"/>
              <a:gd name="csY906" fmla="*/ 1335361 h 1352655"/>
              <a:gd name="csX907" fmla="*/ 1886087 w 2077406"/>
              <a:gd name="csY907" fmla="*/ 1335723 h 1352655"/>
              <a:gd name="csX908" fmla="*/ 1888167 w 2077406"/>
              <a:gd name="csY908" fmla="*/ 1336086 h 1352655"/>
              <a:gd name="csX909" fmla="*/ 1890248 w 2077406"/>
              <a:gd name="csY909" fmla="*/ 1336438 h 1352655"/>
              <a:gd name="csX910" fmla="*/ 1892328 w 2077406"/>
              <a:gd name="csY910" fmla="*/ 1336790 h 1352655"/>
              <a:gd name="csX911" fmla="*/ 1894408 w 2077406"/>
              <a:gd name="csY911" fmla="*/ 1337131 h 1352655"/>
              <a:gd name="csX912" fmla="*/ 1896489 w 2077406"/>
              <a:gd name="csY912" fmla="*/ 1337473 h 1352655"/>
              <a:gd name="csX913" fmla="*/ 1898569 w 2077406"/>
              <a:gd name="csY913" fmla="*/ 1337804 h 1352655"/>
              <a:gd name="csX914" fmla="*/ 1900649 w 2077406"/>
              <a:gd name="csY914" fmla="*/ 1338135 h 1352655"/>
              <a:gd name="csX915" fmla="*/ 1902730 w 2077406"/>
              <a:gd name="csY915" fmla="*/ 1338456 h 1352655"/>
              <a:gd name="csX916" fmla="*/ 1904810 w 2077406"/>
              <a:gd name="csY916" fmla="*/ 1338777 h 1352655"/>
              <a:gd name="csX917" fmla="*/ 1906880 w 2077406"/>
              <a:gd name="csY917" fmla="*/ 1339087 h 1352655"/>
              <a:gd name="csX918" fmla="*/ 1908961 w 2077406"/>
              <a:gd name="csY918" fmla="*/ 1339387 h 1352655"/>
              <a:gd name="csX919" fmla="*/ 1911041 w 2077406"/>
              <a:gd name="csY919" fmla="*/ 1339698 h 1352655"/>
              <a:gd name="csX920" fmla="*/ 1913121 w 2077406"/>
              <a:gd name="csY920" fmla="*/ 1339988 h 1352655"/>
              <a:gd name="csX921" fmla="*/ 1915202 w 2077406"/>
              <a:gd name="csY921" fmla="*/ 1340288 h 1352655"/>
              <a:gd name="csX922" fmla="*/ 1917282 w 2077406"/>
              <a:gd name="csY922" fmla="*/ 1340567 h 1352655"/>
              <a:gd name="csX923" fmla="*/ 1919362 w 2077406"/>
              <a:gd name="csY923" fmla="*/ 1340857 h 1352655"/>
              <a:gd name="csX924" fmla="*/ 1921443 w 2077406"/>
              <a:gd name="csY924" fmla="*/ 1341137 h 1352655"/>
              <a:gd name="csX925" fmla="*/ 1923523 w 2077406"/>
              <a:gd name="csY925" fmla="*/ 1341406 h 1352655"/>
              <a:gd name="csX926" fmla="*/ 1925603 w 2077406"/>
              <a:gd name="csY926" fmla="*/ 1341675 h 1352655"/>
              <a:gd name="csX927" fmla="*/ 1927684 w 2077406"/>
              <a:gd name="csY927" fmla="*/ 1341944 h 1352655"/>
              <a:gd name="csX928" fmla="*/ 1929764 w 2077406"/>
              <a:gd name="csY928" fmla="*/ 1342203 h 1352655"/>
              <a:gd name="csX929" fmla="*/ 1931834 w 2077406"/>
              <a:gd name="csY929" fmla="*/ 1342451 h 1352655"/>
              <a:gd name="csX930" fmla="*/ 1933915 w 2077406"/>
              <a:gd name="csY930" fmla="*/ 1342710 h 1352655"/>
              <a:gd name="csX931" fmla="*/ 1935995 w 2077406"/>
              <a:gd name="csY931" fmla="*/ 1342958 h 1352655"/>
              <a:gd name="csX932" fmla="*/ 1938075 w 2077406"/>
              <a:gd name="csY932" fmla="*/ 1343196 h 1352655"/>
              <a:gd name="csX933" fmla="*/ 1940155 w 2077406"/>
              <a:gd name="csY933" fmla="*/ 1343434 h 1352655"/>
              <a:gd name="csX934" fmla="*/ 1942236 w 2077406"/>
              <a:gd name="csY934" fmla="*/ 1343672 h 1352655"/>
              <a:gd name="csX935" fmla="*/ 1944316 w 2077406"/>
              <a:gd name="csY935" fmla="*/ 1343900 h 1352655"/>
              <a:gd name="csX936" fmla="*/ 1946396 w 2077406"/>
              <a:gd name="csY936" fmla="*/ 1344128 h 1352655"/>
              <a:gd name="csX937" fmla="*/ 1948477 w 2077406"/>
              <a:gd name="csY937" fmla="*/ 1344355 h 1352655"/>
              <a:gd name="csX938" fmla="*/ 1950557 w 2077406"/>
              <a:gd name="csY938" fmla="*/ 1344573 h 1352655"/>
              <a:gd name="csX939" fmla="*/ 1952637 w 2077406"/>
              <a:gd name="csY939" fmla="*/ 1344790 h 1352655"/>
              <a:gd name="csX940" fmla="*/ 1954718 w 2077406"/>
              <a:gd name="csY940" fmla="*/ 1345007 h 1352655"/>
              <a:gd name="csX941" fmla="*/ 1956788 w 2077406"/>
              <a:gd name="csY941" fmla="*/ 1345214 h 1352655"/>
              <a:gd name="csX942" fmla="*/ 1958868 w 2077406"/>
              <a:gd name="csY942" fmla="*/ 1345421 h 1352655"/>
              <a:gd name="csX943" fmla="*/ 1960949 w 2077406"/>
              <a:gd name="csY943" fmla="*/ 1345618 h 1352655"/>
              <a:gd name="csX944" fmla="*/ 1963029 w 2077406"/>
              <a:gd name="csY944" fmla="*/ 1345815 h 1352655"/>
              <a:gd name="csX945" fmla="*/ 1965109 w 2077406"/>
              <a:gd name="csY945" fmla="*/ 1346011 h 1352655"/>
              <a:gd name="csX946" fmla="*/ 1967190 w 2077406"/>
              <a:gd name="csY946" fmla="*/ 1346208 h 1352655"/>
              <a:gd name="csX947" fmla="*/ 1969270 w 2077406"/>
              <a:gd name="csY947" fmla="*/ 1346394 h 1352655"/>
              <a:gd name="csX948" fmla="*/ 1971350 w 2077406"/>
              <a:gd name="csY948" fmla="*/ 1346581 h 1352655"/>
              <a:gd name="csX949" fmla="*/ 1973431 w 2077406"/>
              <a:gd name="csY949" fmla="*/ 1346757 h 1352655"/>
              <a:gd name="csX950" fmla="*/ 1975511 w 2077406"/>
              <a:gd name="csY950" fmla="*/ 1346932 h 1352655"/>
              <a:gd name="csX951" fmla="*/ 1977591 w 2077406"/>
              <a:gd name="csY951" fmla="*/ 1347108 h 1352655"/>
              <a:gd name="csX952" fmla="*/ 1979672 w 2077406"/>
              <a:gd name="csY952" fmla="*/ 1347284 h 1352655"/>
              <a:gd name="csX953" fmla="*/ 1981742 w 2077406"/>
              <a:gd name="csY953" fmla="*/ 1347450 h 1352655"/>
              <a:gd name="csX954" fmla="*/ 1983822 w 2077406"/>
              <a:gd name="csY954" fmla="*/ 1347616 h 1352655"/>
              <a:gd name="csX955" fmla="*/ 1985903 w 2077406"/>
              <a:gd name="csY955" fmla="*/ 1347781 h 1352655"/>
              <a:gd name="csX956" fmla="*/ 1987983 w 2077406"/>
              <a:gd name="csY956" fmla="*/ 1347947 h 1352655"/>
              <a:gd name="csX957" fmla="*/ 1990063 w 2077406"/>
              <a:gd name="csY957" fmla="*/ 1348102 h 1352655"/>
              <a:gd name="csX958" fmla="*/ 1992143 w 2077406"/>
              <a:gd name="csY958" fmla="*/ 1348257 h 1352655"/>
              <a:gd name="csX959" fmla="*/ 1994224 w 2077406"/>
              <a:gd name="csY959" fmla="*/ 1348402 h 1352655"/>
              <a:gd name="csX960" fmla="*/ 1996304 w 2077406"/>
              <a:gd name="csY960" fmla="*/ 1348557 h 1352655"/>
              <a:gd name="csX961" fmla="*/ 1998384 w 2077406"/>
              <a:gd name="csY961" fmla="*/ 1348702 h 1352655"/>
              <a:gd name="csX962" fmla="*/ 2000465 w 2077406"/>
              <a:gd name="csY962" fmla="*/ 1348847 h 1352655"/>
              <a:gd name="csX963" fmla="*/ 2002545 w 2077406"/>
              <a:gd name="csY963" fmla="*/ 1348992 h 1352655"/>
              <a:gd name="csX964" fmla="*/ 2004625 w 2077406"/>
              <a:gd name="csY964" fmla="*/ 1349127 h 1352655"/>
              <a:gd name="csX965" fmla="*/ 2006695 w 2077406"/>
              <a:gd name="csY965" fmla="*/ 1349261 h 1352655"/>
              <a:gd name="csX966" fmla="*/ 2008776 w 2077406"/>
              <a:gd name="csY966" fmla="*/ 1349396 h 1352655"/>
              <a:gd name="csX967" fmla="*/ 2010856 w 2077406"/>
              <a:gd name="csY967" fmla="*/ 1349530 h 1352655"/>
              <a:gd name="csX968" fmla="*/ 2012937 w 2077406"/>
              <a:gd name="csY968" fmla="*/ 1349655 h 1352655"/>
              <a:gd name="csX969" fmla="*/ 2015017 w 2077406"/>
              <a:gd name="csY969" fmla="*/ 1349779 h 1352655"/>
              <a:gd name="csX970" fmla="*/ 2017097 w 2077406"/>
              <a:gd name="csY970" fmla="*/ 1349903 h 1352655"/>
              <a:gd name="csX971" fmla="*/ 2019178 w 2077406"/>
              <a:gd name="csY971" fmla="*/ 1350027 h 1352655"/>
              <a:gd name="csX972" fmla="*/ 2021258 w 2077406"/>
              <a:gd name="csY972" fmla="*/ 1350151 h 1352655"/>
              <a:gd name="csX973" fmla="*/ 2023338 w 2077406"/>
              <a:gd name="csY973" fmla="*/ 1350265 h 1352655"/>
              <a:gd name="csX974" fmla="*/ 2025419 w 2077406"/>
              <a:gd name="csY974" fmla="*/ 1350379 h 1352655"/>
              <a:gd name="csX975" fmla="*/ 2027499 w 2077406"/>
              <a:gd name="csY975" fmla="*/ 1350493 h 1352655"/>
              <a:gd name="csX976" fmla="*/ 2029579 w 2077406"/>
              <a:gd name="csY976" fmla="*/ 1350607 h 1352655"/>
              <a:gd name="csX977" fmla="*/ 2031649 w 2077406"/>
              <a:gd name="csY977" fmla="*/ 1350710 h 1352655"/>
              <a:gd name="csX978" fmla="*/ 2033730 w 2077406"/>
              <a:gd name="csY978" fmla="*/ 1350824 h 1352655"/>
              <a:gd name="csX979" fmla="*/ 2035810 w 2077406"/>
              <a:gd name="csY979" fmla="*/ 1350928 h 1352655"/>
              <a:gd name="csX980" fmla="*/ 2037891 w 2077406"/>
              <a:gd name="csY980" fmla="*/ 1351031 h 1352655"/>
              <a:gd name="csX981" fmla="*/ 2039971 w 2077406"/>
              <a:gd name="csY981" fmla="*/ 1351135 h 1352655"/>
              <a:gd name="csX982" fmla="*/ 2042051 w 2077406"/>
              <a:gd name="csY982" fmla="*/ 1351228 h 1352655"/>
              <a:gd name="csX983" fmla="*/ 2044132 w 2077406"/>
              <a:gd name="csY983" fmla="*/ 1351331 h 1352655"/>
              <a:gd name="csX984" fmla="*/ 2046212 w 2077406"/>
              <a:gd name="csY984" fmla="*/ 1351424 h 1352655"/>
              <a:gd name="csX985" fmla="*/ 2048292 w 2077406"/>
              <a:gd name="csY985" fmla="*/ 1351518 h 1352655"/>
              <a:gd name="csX986" fmla="*/ 2050372 w 2077406"/>
              <a:gd name="csY986" fmla="*/ 1351611 h 1352655"/>
              <a:gd name="csX987" fmla="*/ 2052453 w 2077406"/>
              <a:gd name="csY987" fmla="*/ 1351694 h 1352655"/>
              <a:gd name="csX988" fmla="*/ 2054533 w 2077406"/>
              <a:gd name="csY988" fmla="*/ 1351787 h 1352655"/>
              <a:gd name="csX989" fmla="*/ 2056603 w 2077406"/>
              <a:gd name="csY989" fmla="*/ 1351869 h 1352655"/>
              <a:gd name="csX990" fmla="*/ 2058684 w 2077406"/>
              <a:gd name="csY990" fmla="*/ 1351963 h 1352655"/>
              <a:gd name="csX991" fmla="*/ 2060764 w 2077406"/>
              <a:gd name="csY991" fmla="*/ 1352045 h 1352655"/>
              <a:gd name="csX992" fmla="*/ 2062844 w 2077406"/>
              <a:gd name="csY992" fmla="*/ 1352128 h 1352655"/>
              <a:gd name="csX993" fmla="*/ 2064925 w 2077406"/>
              <a:gd name="csY993" fmla="*/ 1352201 h 1352655"/>
              <a:gd name="csX994" fmla="*/ 2067005 w 2077406"/>
              <a:gd name="csY994" fmla="*/ 1352283 h 1352655"/>
              <a:gd name="csX995" fmla="*/ 2069085 w 2077406"/>
              <a:gd name="csY995" fmla="*/ 1352356 h 1352655"/>
              <a:gd name="csX996" fmla="*/ 2071166 w 2077406"/>
              <a:gd name="csY996" fmla="*/ 1352439 h 1352655"/>
              <a:gd name="csX997" fmla="*/ 2073246 w 2077406"/>
              <a:gd name="csY997" fmla="*/ 1352511 h 1352655"/>
              <a:gd name="csX998" fmla="*/ 2075326 w 2077406"/>
              <a:gd name="csY998" fmla="*/ 1352584 h 1352655"/>
              <a:gd name="csX999" fmla="*/ 2077407 w 2077406"/>
              <a:gd name="csY999" fmla="*/ 1352656 h 135265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077406" h="1352655">
                <a:moveTo>
                  <a:pt x="0" y="1322796"/>
                </a:moveTo>
                <a:lnTo>
                  <a:pt x="2080" y="1322237"/>
                </a:lnTo>
                <a:lnTo>
                  <a:pt x="4160" y="1321658"/>
                </a:lnTo>
                <a:lnTo>
                  <a:pt x="6239" y="1321078"/>
                </a:lnTo>
                <a:lnTo>
                  <a:pt x="8318" y="1320488"/>
                </a:lnTo>
                <a:lnTo>
                  <a:pt x="10398" y="1319898"/>
                </a:lnTo>
                <a:lnTo>
                  <a:pt x="12477" y="1319288"/>
                </a:lnTo>
                <a:lnTo>
                  <a:pt x="14557" y="1318677"/>
                </a:lnTo>
                <a:lnTo>
                  <a:pt x="16637" y="1318046"/>
                </a:lnTo>
                <a:lnTo>
                  <a:pt x="18716" y="1317414"/>
                </a:lnTo>
                <a:lnTo>
                  <a:pt x="20795" y="1316773"/>
                </a:lnTo>
                <a:lnTo>
                  <a:pt x="22875" y="1316121"/>
                </a:lnTo>
                <a:lnTo>
                  <a:pt x="24954" y="1315458"/>
                </a:lnTo>
                <a:lnTo>
                  <a:pt x="27034" y="1314796"/>
                </a:lnTo>
                <a:lnTo>
                  <a:pt x="29114" y="1314113"/>
                </a:lnTo>
                <a:lnTo>
                  <a:pt x="31193" y="1313419"/>
                </a:lnTo>
                <a:lnTo>
                  <a:pt x="33272" y="1312726"/>
                </a:lnTo>
                <a:lnTo>
                  <a:pt x="35351" y="1312012"/>
                </a:lnTo>
                <a:lnTo>
                  <a:pt x="37431" y="1311298"/>
                </a:lnTo>
                <a:lnTo>
                  <a:pt x="39511" y="1310573"/>
                </a:lnTo>
                <a:lnTo>
                  <a:pt x="41590" y="1309828"/>
                </a:lnTo>
                <a:lnTo>
                  <a:pt x="43670" y="1309083"/>
                </a:lnTo>
                <a:lnTo>
                  <a:pt x="45749" y="1308327"/>
                </a:lnTo>
                <a:lnTo>
                  <a:pt x="47828" y="1307551"/>
                </a:lnTo>
                <a:lnTo>
                  <a:pt x="49908" y="1306775"/>
                </a:lnTo>
                <a:lnTo>
                  <a:pt x="51987" y="1305988"/>
                </a:lnTo>
                <a:lnTo>
                  <a:pt x="54067" y="1305181"/>
                </a:lnTo>
                <a:lnTo>
                  <a:pt x="56147" y="1304373"/>
                </a:lnTo>
                <a:lnTo>
                  <a:pt x="58226" y="1303545"/>
                </a:lnTo>
                <a:lnTo>
                  <a:pt x="60305" y="1302707"/>
                </a:lnTo>
                <a:lnTo>
                  <a:pt x="62385" y="1301869"/>
                </a:lnTo>
                <a:lnTo>
                  <a:pt x="64464" y="1301010"/>
                </a:lnTo>
                <a:lnTo>
                  <a:pt x="66544" y="1300140"/>
                </a:lnTo>
                <a:lnTo>
                  <a:pt x="68624" y="1299260"/>
                </a:lnTo>
                <a:lnTo>
                  <a:pt x="70703" y="1298370"/>
                </a:lnTo>
                <a:lnTo>
                  <a:pt x="72782" y="1297470"/>
                </a:lnTo>
                <a:lnTo>
                  <a:pt x="74862" y="1296549"/>
                </a:lnTo>
                <a:lnTo>
                  <a:pt x="76941" y="1295628"/>
                </a:lnTo>
                <a:lnTo>
                  <a:pt x="79021" y="1294686"/>
                </a:lnTo>
                <a:lnTo>
                  <a:pt x="81101" y="1293734"/>
                </a:lnTo>
                <a:lnTo>
                  <a:pt x="83180" y="1292771"/>
                </a:lnTo>
                <a:lnTo>
                  <a:pt x="85259" y="1291788"/>
                </a:lnTo>
                <a:lnTo>
                  <a:pt x="87338" y="1290804"/>
                </a:lnTo>
                <a:lnTo>
                  <a:pt x="89418" y="1289801"/>
                </a:lnTo>
                <a:lnTo>
                  <a:pt x="91498" y="1288786"/>
                </a:lnTo>
                <a:lnTo>
                  <a:pt x="93577" y="1287762"/>
                </a:lnTo>
                <a:lnTo>
                  <a:pt x="95657" y="1286716"/>
                </a:lnTo>
                <a:lnTo>
                  <a:pt x="97736" y="1285661"/>
                </a:lnTo>
                <a:lnTo>
                  <a:pt x="99815" y="1284594"/>
                </a:lnTo>
                <a:lnTo>
                  <a:pt x="101895" y="1283518"/>
                </a:lnTo>
                <a:lnTo>
                  <a:pt x="103975" y="1282421"/>
                </a:lnTo>
                <a:lnTo>
                  <a:pt x="106054" y="1281314"/>
                </a:lnTo>
                <a:lnTo>
                  <a:pt x="108134" y="1280196"/>
                </a:lnTo>
                <a:lnTo>
                  <a:pt x="110213" y="1279057"/>
                </a:lnTo>
                <a:lnTo>
                  <a:pt x="112292" y="1277908"/>
                </a:lnTo>
                <a:lnTo>
                  <a:pt x="114372" y="1276749"/>
                </a:lnTo>
                <a:lnTo>
                  <a:pt x="116451" y="1275569"/>
                </a:lnTo>
                <a:lnTo>
                  <a:pt x="118531" y="1274379"/>
                </a:lnTo>
                <a:lnTo>
                  <a:pt x="120611" y="1273168"/>
                </a:lnTo>
                <a:lnTo>
                  <a:pt x="122690" y="1271947"/>
                </a:lnTo>
                <a:lnTo>
                  <a:pt x="124769" y="1270715"/>
                </a:lnTo>
                <a:lnTo>
                  <a:pt x="126849" y="1269463"/>
                </a:lnTo>
                <a:lnTo>
                  <a:pt x="128928" y="1268200"/>
                </a:lnTo>
                <a:lnTo>
                  <a:pt x="131008" y="1266917"/>
                </a:lnTo>
                <a:lnTo>
                  <a:pt x="133088" y="1265623"/>
                </a:lnTo>
                <a:lnTo>
                  <a:pt x="135167" y="1264309"/>
                </a:lnTo>
                <a:lnTo>
                  <a:pt x="137246" y="1262984"/>
                </a:lnTo>
                <a:lnTo>
                  <a:pt x="139325" y="1261638"/>
                </a:lnTo>
                <a:lnTo>
                  <a:pt x="141405" y="1260282"/>
                </a:lnTo>
                <a:lnTo>
                  <a:pt x="143485" y="1258906"/>
                </a:lnTo>
                <a:lnTo>
                  <a:pt x="145564" y="1257519"/>
                </a:lnTo>
                <a:lnTo>
                  <a:pt x="147644" y="1256111"/>
                </a:lnTo>
                <a:lnTo>
                  <a:pt x="149723" y="1254693"/>
                </a:lnTo>
                <a:lnTo>
                  <a:pt x="151802" y="1253255"/>
                </a:lnTo>
                <a:lnTo>
                  <a:pt x="153882" y="1251795"/>
                </a:lnTo>
                <a:lnTo>
                  <a:pt x="155962" y="1250326"/>
                </a:lnTo>
                <a:lnTo>
                  <a:pt x="158041" y="1248835"/>
                </a:lnTo>
                <a:lnTo>
                  <a:pt x="160121" y="1247335"/>
                </a:lnTo>
                <a:lnTo>
                  <a:pt x="162200" y="1245813"/>
                </a:lnTo>
                <a:lnTo>
                  <a:pt x="164279" y="1244271"/>
                </a:lnTo>
                <a:lnTo>
                  <a:pt x="166359" y="1242718"/>
                </a:lnTo>
                <a:lnTo>
                  <a:pt x="168439" y="1241145"/>
                </a:lnTo>
                <a:lnTo>
                  <a:pt x="170518" y="1239551"/>
                </a:lnTo>
                <a:lnTo>
                  <a:pt x="172598" y="1237937"/>
                </a:lnTo>
                <a:lnTo>
                  <a:pt x="174677" y="1236312"/>
                </a:lnTo>
                <a:lnTo>
                  <a:pt x="176756" y="1234676"/>
                </a:lnTo>
                <a:lnTo>
                  <a:pt x="178836" y="1233010"/>
                </a:lnTo>
                <a:lnTo>
                  <a:pt x="180916" y="1231333"/>
                </a:lnTo>
                <a:lnTo>
                  <a:pt x="182995" y="1229636"/>
                </a:lnTo>
                <a:lnTo>
                  <a:pt x="185075" y="1227918"/>
                </a:lnTo>
                <a:lnTo>
                  <a:pt x="187154" y="1226179"/>
                </a:lnTo>
                <a:lnTo>
                  <a:pt x="189233" y="1224430"/>
                </a:lnTo>
                <a:lnTo>
                  <a:pt x="191312" y="1222660"/>
                </a:lnTo>
                <a:lnTo>
                  <a:pt x="193392" y="1220870"/>
                </a:lnTo>
                <a:lnTo>
                  <a:pt x="195472" y="1219058"/>
                </a:lnTo>
                <a:lnTo>
                  <a:pt x="197551" y="1217237"/>
                </a:lnTo>
                <a:lnTo>
                  <a:pt x="199631" y="1215384"/>
                </a:lnTo>
                <a:lnTo>
                  <a:pt x="201710" y="1213521"/>
                </a:lnTo>
                <a:lnTo>
                  <a:pt x="203789" y="1211637"/>
                </a:lnTo>
                <a:lnTo>
                  <a:pt x="205869" y="1209733"/>
                </a:lnTo>
                <a:lnTo>
                  <a:pt x="207949" y="1207808"/>
                </a:lnTo>
                <a:lnTo>
                  <a:pt x="210028" y="1205872"/>
                </a:lnTo>
                <a:lnTo>
                  <a:pt x="212108" y="1203906"/>
                </a:lnTo>
                <a:lnTo>
                  <a:pt x="214187" y="1201919"/>
                </a:lnTo>
                <a:lnTo>
                  <a:pt x="216266" y="1199921"/>
                </a:lnTo>
                <a:lnTo>
                  <a:pt x="218346" y="1197903"/>
                </a:lnTo>
                <a:lnTo>
                  <a:pt x="220426" y="1195854"/>
                </a:lnTo>
                <a:lnTo>
                  <a:pt x="222505" y="1193794"/>
                </a:lnTo>
                <a:lnTo>
                  <a:pt x="224585" y="1191714"/>
                </a:lnTo>
                <a:lnTo>
                  <a:pt x="226664" y="1189613"/>
                </a:lnTo>
                <a:lnTo>
                  <a:pt x="228743" y="1187491"/>
                </a:lnTo>
                <a:lnTo>
                  <a:pt x="230823" y="1185338"/>
                </a:lnTo>
                <a:lnTo>
                  <a:pt x="232903" y="1183175"/>
                </a:lnTo>
                <a:lnTo>
                  <a:pt x="234982" y="1180991"/>
                </a:lnTo>
                <a:lnTo>
                  <a:pt x="237062" y="1178787"/>
                </a:lnTo>
                <a:lnTo>
                  <a:pt x="239141" y="1176561"/>
                </a:lnTo>
                <a:lnTo>
                  <a:pt x="241220" y="1174315"/>
                </a:lnTo>
                <a:lnTo>
                  <a:pt x="243299" y="1172038"/>
                </a:lnTo>
                <a:lnTo>
                  <a:pt x="245380" y="1169751"/>
                </a:lnTo>
                <a:lnTo>
                  <a:pt x="247459" y="1167443"/>
                </a:lnTo>
                <a:lnTo>
                  <a:pt x="249538" y="1165104"/>
                </a:lnTo>
                <a:lnTo>
                  <a:pt x="251618" y="1162754"/>
                </a:lnTo>
                <a:lnTo>
                  <a:pt x="253697" y="1160374"/>
                </a:lnTo>
                <a:lnTo>
                  <a:pt x="255776" y="1157983"/>
                </a:lnTo>
                <a:lnTo>
                  <a:pt x="257856" y="1155561"/>
                </a:lnTo>
                <a:lnTo>
                  <a:pt x="259936" y="1153118"/>
                </a:lnTo>
                <a:lnTo>
                  <a:pt x="262015" y="1150655"/>
                </a:lnTo>
                <a:lnTo>
                  <a:pt x="264095" y="1148171"/>
                </a:lnTo>
                <a:lnTo>
                  <a:pt x="266174" y="1145667"/>
                </a:lnTo>
                <a:lnTo>
                  <a:pt x="268253" y="1143141"/>
                </a:lnTo>
                <a:lnTo>
                  <a:pt x="270333" y="1140585"/>
                </a:lnTo>
                <a:lnTo>
                  <a:pt x="272413" y="1138018"/>
                </a:lnTo>
                <a:lnTo>
                  <a:pt x="274492" y="1135420"/>
                </a:lnTo>
                <a:lnTo>
                  <a:pt x="276572" y="1132801"/>
                </a:lnTo>
                <a:lnTo>
                  <a:pt x="278651" y="1130162"/>
                </a:lnTo>
                <a:lnTo>
                  <a:pt x="280730" y="1127502"/>
                </a:lnTo>
                <a:lnTo>
                  <a:pt x="282810" y="1124811"/>
                </a:lnTo>
                <a:lnTo>
                  <a:pt x="284890" y="1122100"/>
                </a:lnTo>
                <a:lnTo>
                  <a:pt x="286969" y="1119378"/>
                </a:lnTo>
                <a:lnTo>
                  <a:pt x="289049" y="1116624"/>
                </a:lnTo>
                <a:lnTo>
                  <a:pt x="291128" y="1113851"/>
                </a:lnTo>
                <a:lnTo>
                  <a:pt x="293207" y="1111046"/>
                </a:lnTo>
                <a:lnTo>
                  <a:pt x="295286" y="1108231"/>
                </a:lnTo>
                <a:lnTo>
                  <a:pt x="297367" y="1105384"/>
                </a:lnTo>
                <a:lnTo>
                  <a:pt x="299446" y="1102517"/>
                </a:lnTo>
                <a:lnTo>
                  <a:pt x="301525" y="1099630"/>
                </a:lnTo>
                <a:lnTo>
                  <a:pt x="303605" y="1096711"/>
                </a:lnTo>
                <a:lnTo>
                  <a:pt x="305684" y="1093772"/>
                </a:lnTo>
                <a:lnTo>
                  <a:pt x="307763" y="1090822"/>
                </a:lnTo>
                <a:lnTo>
                  <a:pt x="309844" y="1087831"/>
                </a:lnTo>
                <a:lnTo>
                  <a:pt x="311923" y="1084829"/>
                </a:lnTo>
                <a:lnTo>
                  <a:pt x="314002" y="1081807"/>
                </a:lnTo>
                <a:lnTo>
                  <a:pt x="316082" y="1078754"/>
                </a:lnTo>
                <a:lnTo>
                  <a:pt x="318161" y="1075680"/>
                </a:lnTo>
                <a:lnTo>
                  <a:pt x="320240" y="1072575"/>
                </a:lnTo>
                <a:lnTo>
                  <a:pt x="322320" y="1069460"/>
                </a:lnTo>
                <a:lnTo>
                  <a:pt x="324400" y="1066313"/>
                </a:lnTo>
                <a:lnTo>
                  <a:pt x="326479" y="1063146"/>
                </a:lnTo>
                <a:lnTo>
                  <a:pt x="328559" y="1059958"/>
                </a:lnTo>
                <a:lnTo>
                  <a:pt x="330638" y="1056739"/>
                </a:lnTo>
                <a:lnTo>
                  <a:pt x="332717" y="1053500"/>
                </a:lnTo>
                <a:lnTo>
                  <a:pt x="334797" y="1050240"/>
                </a:lnTo>
                <a:lnTo>
                  <a:pt x="336877" y="1046959"/>
                </a:lnTo>
                <a:lnTo>
                  <a:pt x="338956" y="1043647"/>
                </a:lnTo>
                <a:lnTo>
                  <a:pt x="341036" y="1040324"/>
                </a:lnTo>
                <a:lnTo>
                  <a:pt x="343115" y="1036971"/>
                </a:lnTo>
                <a:lnTo>
                  <a:pt x="345194" y="1033586"/>
                </a:lnTo>
                <a:lnTo>
                  <a:pt x="347273" y="1030192"/>
                </a:lnTo>
                <a:lnTo>
                  <a:pt x="349354" y="1026766"/>
                </a:lnTo>
                <a:lnTo>
                  <a:pt x="351433" y="1023319"/>
                </a:lnTo>
                <a:lnTo>
                  <a:pt x="353512" y="1019852"/>
                </a:lnTo>
                <a:lnTo>
                  <a:pt x="355592" y="1016354"/>
                </a:lnTo>
                <a:lnTo>
                  <a:pt x="357671" y="1012845"/>
                </a:lnTo>
                <a:lnTo>
                  <a:pt x="359750" y="1009305"/>
                </a:lnTo>
                <a:lnTo>
                  <a:pt x="361831" y="1005745"/>
                </a:lnTo>
                <a:lnTo>
                  <a:pt x="363910" y="1002153"/>
                </a:lnTo>
                <a:lnTo>
                  <a:pt x="365989" y="998552"/>
                </a:lnTo>
                <a:lnTo>
                  <a:pt x="368069" y="994919"/>
                </a:lnTo>
                <a:lnTo>
                  <a:pt x="370148" y="991265"/>
                </a:lnTo>
                <a:lnTo>
                  <a:pt x="372227" y="987591"/>
                </a:lnTo>
                <a:lnTo>
                  <a:pt x="374308" y="983886"/>
                </a:lnTo>
                <a:lnTo>
                  <a:pt x="376387" y="980160"/>
                </a:lnTo>
                <a:lnTo>
                  <a:pt x="378466" y="976423"/>
                </a:lnTo>
                <a:lnTo>
                  <a:pt x="380546" y="972656"/>
                </a:lnTo>
                <a:lnTo>
                  <a:pt x="382625" y="968858"/>
                </a:lnTo>
                <a:lnTo>
                  <a:pt x="384704" y="965051"/>
                </a:lnTo>
                <a:lnTo>
                  <a:pt x="386785" y="961216"/>
                </a:lnTo>
                <a:lnTo>
                  <a:pt x="388864" y="957359"/>
                </a:lnTo>
                <a:lnTo>
                  <a:pt x="390943" y="953480"/>
                </a:lnTo>
                <a:lnTo>
                  <a:pt x="393023" y="949579"/>
                </a:lnTo>
                <a:lnTo>
                  <a:pt x="395102" y="945656"/>
                </a:lnTo>
                <a:lnTo>
                  <a:pt x="397181" y="941711"/>
                </a:lnTo>
                <a:lnTo>
                  <a:pt x="399260" y="937743"/>
                </a:lnTo>
                <a:lnTo>
                  <a:pt x="401341" y="933755"/>
                </a:lnTo>
                <a:lnTo>
                  <a:pt x="403420" y="929744"/>
                </a:lnTo>
                <a:lnTo>
                  <a:pt x="405499" y="925712"/>
                </a:lnTo>
                <a:lnTo>
                  <a:pt x="407579" y="921659"/>
                </a:lnTo>
                <a:lnTo>
                  <a:pt x="409658" y="917584"/>
                </a:lnTo>
                <a:lnTo>
                  <a:pt x="411737" y="913488"/>
                </a:lnTo>
                <a:lnTo>
                  <a:pt x="413818" y="909371"/>
                </a:lnTo>
                <a:lnTo>
                  <a:pt x="415897" y="905233"/>
                </a:lnTo>
                <a:lnTo>
                  <a:pt x="417976" y="901073"/>
                </a:lnTo>
                <a:lnTo>
                  <a:pt x="420056" y="896894"/>
                </a:lnTo>
                <a:lnTo>
                  <a:pt x="422135" y="892694"/>
                </a:lnTo>
                <a:lnTo>
                  <a:pt x="424214" y="888473"/>
                </a:lnTo>
                <a:lnTo>
                  <a:pt x="426295" y="884232"/>
                </a:lnTo>
                <a:lnTo>
                  <a:pt x="428374" y="879971"/>
                </a:lnTo>
                <a:lnTo>
                  <a:pt x="430453" y="875690"/>
                </a:lnTo>
                <a:lnTo>
                  <a:pt x="432533" y="871389"/>
                </a:lnTo>
                <a:lnTo>
                  <a:pt x="434612" y="867068"/>
                </a:lnTo>
                <a:lnTo>
                  <a:pt x="436691" y="862728"/>
                </a:lnTo>
                <a:lnTo>
                  <a:pt x="438772" y="858368"/>
                </a:lnTo>
                <a:lnTo>
                  <a:pt x="440851" y="853989"/>
                </a:lnTo>
                <a:lnTo>
                  <a:pt x="442930" y="849591"/>
                </a:lnTo>
                <a:lnTo>
                  <a:pt x="445010" y="845174"/>
                </a:lnTo>
                <a:lnTo>
                  <a:pt x="447089" y="840738"/>
                </a:lnTo>
                <a:lnTo>
                  <a:pt x="449168" y="836285"/>
                </a:lnTo>
                <a:lnTo>
                  <a:pt x="451248" y="831812"/>
                </a:lnTo>
                <a:lnTo>
                  <a:pt x="453328" y="827321"/>
                </a:lnTo>
                <a:lnTo>
                  <a:pt x="455407" y="822813"/>
                </a:lnTo>
                <a:lnTo>
                  <a:pt x="457486" y="818286"/>
                </a:lnTo>
                <a:lnTo>
                  <a:pt x="459566" y="813742"/>
                </a:lnTo>
                <a:lnTo>
                  <a:pt x="461645" y="809181"/>
                </a:lnTo>
                <a:lnTo>
                  <a:pt x="463724" y="804602"/>
                </a:lnTo>
                <a:lnTo>
                  <a:pt x="465805" y="800007"/>
                </a:lnTo>
                <a:lnTo>
                  <a:pt x="467884" y="795395"/>
                </a:lnTo>
                <a:lnTo>
                  <a:pt x="469963" y="790765"/>
                </a:lnTo>
                <a:lnTo>
                  <a:pt x="472043" y="786120"/>
                </a:lnTo>
                <a:lnTo>
                  <a:pt x="474122" y="781460"/>
                </a:lnTo>
                <a:lnTo>
                  <a:pt x="476201" y="776782"/>
                </a:lnTo>
                <a:lnTo>
                  <a:pt x="478282" y="772090"/>
                </a:lnTo>
                <a:lnTo>
                  <a:pt x="480361" y="767381"/>
                </a:lnTo>
                <a:lnTo>
                  <a:pt x="482440" y="762659"/>
                </a:lnTo>
                <a:lnTo>
                  <a:pt x="484520" y="757921"/>
                </a:lnTo>
                <a:lnTo>
                  <a:pt x="486599" y="753168"/>
                </a:lnTo>
                <a:lnTo>
                  <a:pt x="488678" y="748401"/>
                </a:lnTo>
                <a:lnTo>
                  <a:pt x="490759" y="743619"/>
                </a:lnTo>
                <a:lnTo>
                  <a:pt x="492838" y="738824"/>
                </a:lnTo>
                <a:lnTo>
                  <a:pt x="494917" y="734015"/>
                </a:lnTo>
                <a:lnTo>
                  <a:pt x="496996" y="729193"/>
                </a:lnTo>
                <a:lnTo>
                  <a:pt x="499076" y="724358"/>
                </a:lnTo>
                <a:lnTo>
                  <a:pt x="501155" y="719510"/>
                </a:lnTo>
                <a:lnTo>
                  <a:pt x="503235" y="714649"/>
                </a:lnTo>
                <a:lnTo>
                  <a:pt x="505315" y="709776"/>
                </a:lnTo>
                <a:lnTo>
                  <a:pt x="507394" y="704891"/>
                </a:lnTo>
                <a:lnTo>
                  <a:pt x="509473" y="699995"/>
                </a:lnTo>
                <a:lnTo>
                  <a:pt x="511553" y="695087"/>
                </a:lnTo>
                <a:lnTo>
                  <a:pt x="513632" y="690167"/>
                </a:lnTo>
                <a:lnTo>
                  <a:pt x="515712" y="685238"/>
                </a:lnTo>
                <a:lnTo>
                  <a:pt x="517792" y="680297"/>
                </a:lnTo>
                <a:lnTo>
                  <a:pt x="519871" y="675346"/>
                </a:lnTo>
                <a:lnTo>
                  <a:pt x="521950" y="670385"/>
                </a:lnTo>
                <a:lnTo>
                  <a:pt x="524030" y="665415"/>
                </a:lnTo>
                <a:lnTo>
                  <a:pt x="526109" y="660436"/>
                </a:lnTo>
                <a:lnTo>
                  <a:pt x="528188" y="655447"/>
                </a:lnTo>
                <a:lnTo>
                  <a:pt x="530269" y="650450"/>
                </a:lnTo>
                <a:lnTo>
                  <a:pt x="532348" y="645445"/>
                </a:lnTo>
                <a:lnTo>
                  <a:pt x="534427" y="640432"/>
                </a:lnTo>
                <a:lnTo>
                  <a:pt x="536507" y="635411"/>
                </a:lnTo>
                <a:lnTo>
                  <a:pt x="538586" y="630382"/>
                </a:lnTo>
                <a:lnTo>
                  <a:pt x="540665" y="625346"/>
                </a:lnTo>
                <a:lnTo>
                  <a:pt x="542746" y="620304"/>
                </a:lnTo>
                <a:lnTo>
                  <a:pt x="544825" y="615256"/>
                </a:lnTo>
                <a:lnTo>
                  <a:pt x="546904" y="610201"/>
                </a:lnTo>
                <a:lnTo>
                  <a:pt x="548983" y="605141"/>
                </a:lnTo>
                <a:lnTo>
                  <a:pt x="551063" y="600077"/>
                </a:lnTo>
                <a:lnTo>
                  <a:pt x="553142" y="595006"/>
                </a:lnTo>
                <a:lnTo>
                  <a:pt x="555222" y="589932"/>
                </a:lnTo>
                <a:lnTo>
                  <a:pt x="557302" y="584853"/>
                </a:lnTo>
                <a:lnTo>
                  <a:pt x="559381" y="579770"/>
                </a:lnTo>
                <a:lnTo>
                  <a:pt x="561460" y="574684"/>
                </a:lnTo>
                <a:lnTo>
                  <a:pt x="563540" y="569595"/>
                </a:lnTo>
                <a:lnTo>
                  <a:pt x="565619" y="564503"/>
                </a:lnTo>
                <a:lnTo>
                  <a:pt x="567699" y="559409"/>
                </a:lnTo>
                <a:lnTo>
                  <a:pt x="569779" y="554312"/>
                </a:lnTo>
                <a:lnTo>
                  <a:pt x="571858" y="549214"/>
                </a:lnTo>
                <a:lnTo>
                  <a:pt x="573937" y="544116"/>
                </a:lnTo>
                <a:lnTo>
                  <a:pt x="576017" y="539015"/>
                </a:lnTo>
                <a:lnTo>
                  <a:pt x="578096" y="533916"/>
                </a:lnTo>
                <a:lnTo>
                  <a:pt x="580176" y="528815"/>
                </a:lnTo>
                <a:lnTo>
                  <a:pt x="582256" y="523715"/>
                </a:lnTo>
                <a:lnTo>
                  <a:pt x="584335" y="518616"/>
                </a:lnTo>
                <a:lnTo>
                  <a:pt x="586414" y="513518"/>
                </a:lnTo>
                <a:lnTo>
                  <a:pt x="588494" y="508422"/>
                </a:lnTo>
                <a:lnTo>
                  <a:pt x="590573" y="503327"/>
                </a:lnTo>
                <a:lnTo>
                  <a:pt x="592653" y="498235"/>
                </a:lnTo>
                <a:lnTo>
                  <a:pt x="594733" y="493146"/>
                </a:lnTo>
                <a:lnTo>
                  <a:pt x="596812" y="488059"/>
                </a:lnTo>
                <a:lnTo>
                  <a:pt x="598891" y="482977"/>
                </a:lnTo>
                <a:lnTo>
                  <a:pt x="600970" y="477898"/>
                </a:lnTo>
                <a:lnTo>
                  <a:pt x="603050" y="472824"/>
                </a:lnTo>
                <a:lnTo>
                  <a:pt x="605129" y="467754"/>
                </a:lnTo>
                <a:lnTo>
                  <a:pt x="607209" y="462691"/>
                </a:lnTo>
                <a:lnTo>
                  <a:pt x="609289" y="457632"/>
                </a:lnTo>
                <a:lnTo>
                  <a:pt x="611368" y="452580"/>
                </a:lnTo>
                <a:lnTo>
                  <a:pt x="613447" y="447535"/>
                </a:lnTo>
                <a:lnTo>
                  <a:pt x="615527" y="442495"/>
                </a:lnTo>
                <a:lnTo>
                  <a:pt x="617606" y="437464"/>
                </a:lnTo>
                <a:lnTo>
                  <a:pt x="619686" y="432440"/>
                </a:lnTo>
                <a:lnTo>
                  <a:pt x="621766" y="427425"/>
                </a:lnTo>
                <a:lnTo>
                  <a:pt x="623845" y="422418"/>
                </a:lnTo>
                <a:lnTo>
                  <a:pt x="625924" y="417420"/>
                </a:lnTo>
                <a:lnTo>
                  <a:pt x="628004" y="412433"/>
                </a:lnTo>
                <a:lnTo>
                  <a:pt x="630083" y="407454"/>
                </a:lnTo>
                <a:lnTo>
                  <a:pt x="632163" y="402486"/>
                </a:lnTo>
                <a:lnTo>
                  <a:pt x="634243" y="397530"/>
                </a:lnTo>
                <a:lnTo>
                  <a:pt x="636322" y="392584"/>
                </a:lnTo>
                <a:lnTo>
                  <a:pt x="638401" y="387651"/>
                </a:lnTo>
                <a:lnTo>
                  <a:pt x="640481" y="382729"/>
                </a:lnTo>
                <a:lnTo>
                  <a:pt x="642560" y="377819"/>
                </a:lnTo>
                <a:lnTo>
                  <a:pt x="644640" y="372924"/>
                </a:lnTo>
                <a:lnTo>
                  <a:pt x="646720" y="368040"/>
                </a:lnTo>
                <a:lnTo>
                  <a:pt x="648799" y="363172"/>
                </a:lnTo>
                <a:lnTo>
                  <a:pt x="650878" y="358318"/>
                </a:lnTo>
                <a:lnTo>
                  <a:pt x="652957" y="353478"/>
                </a:lnTo>
                <a:lnTo>
                  <a:pt x="655037" y="348654"/>
                </a:lnTo>
                <a:lnTo>
                  <a:pt x="657117" y="343846"/>
                </a:lnTo>
                <a:lnTo>
                  <a:pt x="659196" y="339053"/>
                </a:lnTo>
                <a:lnTo>
                  <a:pt x="661276" y="334278"/>
                </a:lnTo>
                <a:lnTo>
                  <a:pt x="663355" y="329519"/>
                </a:lnTo>
                <a:lnTo>
                  <a:pt x="665434" y="324777"/>
                </a:lnTo>
                <a:lnTo>
                  <a:pt x="667514" y="320055"/>
                </a:lnTo>
                <a:lnTo>
                  <a:pt x="669593" y="315350"/>
                </a:lnTo>
                <a:lnTo>
                  <a:pt x="671673" y="310664"/>
                </a:lnTo>
                <a:lnTo>
                  <a:pt x="673753" y="305997"/>
                </a:lnTo>
                <a:lnTo>
                  <a:pt x="675832" y="301350"/>
                </a:lnTo>
                <a:lnTo>
                  <a:pt x="677911" y="296723"/>
                </a:lnTo>
                <a:lnTo>
                  <a:pt x="679992" y="292117"/>
                </a:lnTo>
                <a:lnTo>
                  <a:pt x="682072" y="287532"/>
                </a:lnTo>
                <a:lnTo>
                  <a:pt x="684152" y="282968"/>
                </a:lnTo>
                <a:lnTo>
                  <a:pt x="686233" y="278426"/>
                </a:lnTo>
                <a:lnTo>
                  <a:pt x="688313" y="273907"/>
                </a:lnTo>
                <a:lnTo>
                  <a:pt x="690393" y="269410"/>
                </a:lnTo>
                <a:lnTo>
                  <a:pt x="692463" y="264937"/>
                </a:lnTo>
                <a:lnTo>
                  <a:pt x="694544" y="260487"/>
                </a:lnTo>
                <a:lnTo>
                  <a:pt x="696624" y="256063"/>
                </a:lnTo>
                <a:lnTo>
                  <a:pt x="698704" y="251662"/>
                </a:lnTo>
                <a:lnTo>
                  <a:pt x="700785" y="247286"/>
                </a:lnTo>
                <a:lnTo>
                  <a:pt x="702865" y="242936"/>
                </a:lnTo>
                <a:lnTo>
                  <a:pt x="704945" y="238612"/>
                </a:lnTo>
                <a:lnTo>
                  <a:pt x="707026" y="234313"/>
                </a:lnTo>
                <a:lnTo>
                  <a:pt x="709106" y="230042"/>
                </a:lnTo>
                <a:lnTo>
                  <a:pt x="711187" y="225798"/>
                </a:lnTo>
                <a:lnTo>
                  <a:pt x="713267" y="221582"/>
                </a:lnTo>
                <a:lnTo>
                  <a:pt x="715347" y="217393"/>
                </a:lnTo>
                <a:lnTo>
                  <a:pt x="717417" y="213233"/>
                </a:lnTo>
                <a:lnTo>
                  <a:pt x="719498" y="209103"/>
                </a:lnTo>
                <a:lnTo>
                  <a:pt x="721578" y="205001"/>
                </a:lnTo>
                <a:lnTo>
                  <a:pt x="723658" y="200929"/>
                </a:lnTo>
                <a:lnTo>
                  <a:pt x="725739" y="196887"/>
                </a:lnTo>
                <a:lnTo>
                  <a:pt x="727819" y="192876"/>
                </a:lnTo>
                <a:lnTo>
                  <a:pt x="729899" y="188895"/>
                </a:lnTo>
                <a:lnTo>
                  <a:pt x="731980" y="184947"/>
                </a:lnTo>
                <a:lnTo>
                  <a:pt x="734060" y="181030"/>
                </a:lnTo>
                <a:lnTo>
                  <a:pt x="736140" y="177146"/>
                </a:lnTo>
                <a:lnTo>
                  <a:pt x="738221" y="173294"/>
                </a:lnTo>
                <a:lnTo>
                  <a:pt x="740291" y="169475"/>
                </a:lnTo>
                <a:lnTo>
                  <a:pt x="742371" y="165690"/>
                </a:lnTo>
                <a:lnTo>
                  <a:pt x="744451" y="161938"/>
                </a:lnTo>
                <a:lnTo>
                  <a:pt x="746532" y="158220"/>
                </a:lnTo>
                <a:lnTo>
                  <a:pt x="748612" y="154538"/>
                </a:lnTo>
                <a:lnTo>
                  <a:pt x="750693" y="150889"/>
                </a:lnTo>
                <a:lnTo>
                  <a:pt x="752773" y="147277"/>
                </a:lnTo>
                <a:lnTo>
                  <a:pt x="754853" y="143701"/>
                </a:lnTo>
                <a:lnTo>
                  <a:pt x="756933" y="140160"/>
                </a:lnTo>
                <a:lnTo>
                  <a:pt x="759014" y="136657"/>
                </a:lnTo>
                <a:lnTo>
                  <a:pt x="761094" y="133190"/>
                </a:lnTo>
                <a:lnTo>
                  <a:pt x="763175" y="129760"/>
                </a:lnTo>
                <a:lnTo>
                  <a:pt x="765245" y="126368"/>
                </a:lnTo>
                <a:lnTo>
                  <a:pt x="767325" y="123015"/>
                </a:lnTo>
                <a:lnTo>
                  <a:pt x="769405" y="119699"/>
                </a:lnTo>
                <a:lnTo>
                  <a:pt x="771486" y="116422"/>
                </a:lnTo>
                <a:lnTo>
                  <a:pt x="773566" y="113184"/>
                </a:lnTo>
                <a:lnTo>
                  <a:pt x="775646" y="109986"/>
                </a:lnTo>
                <a:lnTo>
                  <a:pt x="777727" y="106828"/>
                </a:lnTo>
                <a:lnTo>
                  <a:pt x="779807" y="103710"/>
                </a:lnTo>
                <a:lnTo>
                  <a:pt x="781887" y="100632"/>
                </a:lnTo>
                <a:lnTo>
                  <a:pt x="783968" y="97595"/>
                </a:lnTo>
                <a:lnTo>
                  <a:pt x="786048" y="94600"/>
                </a:lnTo>
                <a:lnTo>
                  <a:pt x="788128" y="91646"/>
                </a:lnTo>
                <a:lnTo>
                  <a:pt x="790198" y="88733"/>
                </a:lnTo>
                <a:lnTo>
                  <a:pt x="792279" y="85862"/>
                </a:lnTo>
                <a:lnTo>
                  <a:pt x="794359" y="83035"/>
                </a:lnTo>
                <a:lnTo>
                  <a:pt x="796439" y="80249"/>
                </a:lnTo>
                <a:lnTo>
                  <a:pt x="798520" y="77508"/>
                </a:lnTo>
                <a:lnTo>
                  <a:pt x="800600" y="74810"/>
                </a:lnTo>
                <a:lnTo>
                  <a:pt x="802681" y="72155"/>
                </a:lnTo>
                <a:lnTo>
                  <a:pt x="804761" y="69543"/>
                </a:lnTo>
                <a:lnTo>
                  <a:pt x="806841" y="66977"/>
                </a:lnTo>
                <a:lnTo>
                  <a:pt x="808922" y="64455"/>
                </a:lnTo>
                <a:lnTo>
                  <a:pt x="811002" y="61978"/>
                </a:lnTo>
                <a:lnTo>
                  <a:pt x="813082" y="59545"/>
                </a:lnTo>
                <a:lnTo>
                  <a:pt x="815152" y="57159"/>
                </a:lnTo>
                <a:lnTo>
                  <a:pt x="817233" y="54818"/>
                </a:lnTo>
                <a:lnTo>
                  <a:pt x="819313" y="52522"/>
                </a:lnTo>
                <a:lnTo>
                  <a:pt x="821393" y="50274"/>
                </a:lnTo>
                <a:lnTo>
                  <a:pt x="823474" y="48070"/>
                </a:lnTo>
                <a:lnTo>
                  <a:pt x="825554" y="45914"/>
                </a:lnTo>
                <a:lnTo>
                  <a:pt x="827634" y="43806"/>
                </a:lnTo>
                <a:lnTo>
                  <a:pt x="829715" y="41743"/>
                </a:lnTo>
                <a:lnTo>
                  <a:pt x="831795" y="39729"/>
                </a:lnTo>
                <a:lnTo>
                  <a:pt x="833875" y="37763"/>
                </a:lnTo>
                <a:lnTo>
                  <a:pt x="835956" y="35843"/>
                </a:lnTo>
                <a:lnTo>
                  <a:pt x="838036" y="33972"/>
                </a:lnTo>
                <a:lnTo>
                  <a:pt x="840106" y="32150"/>
                </a:lnTo>
                <a:lnTo>
                  <a:pt x="842187" y="30375"/>
                </a:lnTo>
                <a:lnTo>
                  <a:pt x="844267" y="28650"/>
                </a:lnTo>
                <a:lnTo>
                  <a:pt x="846347" y="26973"/>
                </a:lnTo>
                <a:lnTo>
                  <a:pt x="848427" y="25345"/>
                </a:lnTo>
                <a:lnTo>
                  <a:pt x="850508" y="23767"/>
                </a:lnTo>
                <a:lnTo>
                  <a:pt x="852588" y="22238"/>
                </a:lnTo>
                <a:lnTo>
                  <a:pt x="854669" y="20758"/>
                </a:lnTo>
                <a:lnTo>
                  <a:pt x="856749" y="19329"/>
                </a:lnTo>
                <a:lnTo>
                  <a:pt x="858829" y="17949"/>
                </a:lnTo>
                <a:lnTo>
                  <a:pt x="860910" y="16619"/>
                </a:lnTo>
                <a:lnTo>
                  <a:pt x="862990" y="15340"/>
                </a:lnTo>
                <a:lnTo>
                  <a:pt x="865060" y="14111"/>
                </a:lnTo>
                <a:lnTo>
                  <a:pt x="867140" y="12932"/>
                </a:lnTo>
                <a:lnTo>
                  <a:pt x="869221" y="11804"/>
                </a:lnTo>
                <a:lnTo>
                  <a:pt x="871301" y="10727"/>
                </a:lnTo>
                <a:lnTo>
                  <a:pt x="873381" y="9701"/>
                </a:lnTo>
                <a:lnTo>
                  <a:pt x="875462" y="8726"/>
                </a:lnTo>
                <a:lnTo>
                  <a:pt x="877542" y="7802"/>
                </a:lnTo>
                <a:lnTo>
                  <a:pt x="879622" y="6930"/>
                </a:lnTo>
                <a:lnTo>
                  <a:pt x="881703" y="6108"/>
                </a:lnTo>
                <a:lnTo>
                  <a:pt x="883783" y="5338"/>
                </a:lnTo>
                <a:lnTo>
                  <a:pt x="885863" y="4620"/>
                </a:lnTo>
                <a:lnTo>
                  <a:pt x="887944" y="3953"/>
                </a:lnTo>
                <a:lnTo>
                  <a:pt x="890014" y="3338"/>
                </a:lnTo>
                <a:lnTo>
                  <a:pt x="892094" y="2775"/>
                </a:lnTo>
                <a:lnTo>
                  <a:pt x="894175" y="2263"/>
                </a:lnTo>
                <a:lnTo>
                  <a:pt x="896255" y="1804"/>
                </a:lnTo>
                <a:lnTo>
                  <a:pt x="898335" y="1396"/>
                </a:lnTo>
                <a:lnTo>
                  <a:pt x="900415" y="1040"/>
                </a:lnTo>
                <a:lnTo>
                  <a:pt x="902496" y="737"/>
                </a:lnTo>
                <a:lnTo>
                  <a:pt x="904576" y="485"/>
                </a:lnTo>
                <a:lnTo>
                  <a:pt x="906657" y="286"/>
                </a:lnTo>
                <a:lnTo>
                  <a:pt x="908737" y="138"/>
                </a:lnTo>
                <a:lnTo>
                  <a:pt x="910817" y="43"/>
                </a:lnTo>
                <a:lnTo>
                  <a:pt x="912898" y="0"/>
                </a:lnTo>
                <a:lnTo>
                  <a:pt x="914968" y="9"/>
                </a:lnTo>
                <a:lnTo>
                  <a:pt x="917048" y="70"/>
                </a:lnTo>
                <a:lnTo>
                  <a:pt x="919128" y="184"/>
                </a:lnTo>
                <a:lnTo>
                  <a:pt x="921209" y="349"/>
                </a:lnTo>
                <a:lnTo>
                  <a:pt x="923289" y="567"/>
                </a:lnTo>
                <a:lnTo>
                  <a:pt x="925369" y="836"/>
                </a:lnTo>
                <a:lnTo>
                  <a:pt x="927450" y="1158"/>
                </a:lnTo>
                <a:lnTo>
                  <a:pt x="929530" y="1532"/>
                </a:lnTo>
                <a:lnTo>
                  <a:pt x="931610" y="1958"/>
                </a:lnTo>
                <a:lnTo>
                  <a:pt x="933691" y="2435"/>
                </a:lnTo>
                <a:lnTo>
                  <a:pt x="935771" y="2965"/>
                </a:lnTo>
                <a:lnTo>
                  <a:pt x="937851" y="3546"/>
                </a:lnTo>
                <a:lnTo>
                  <a:pt x="939921" y="4179"/>
                </a:lnTo>
                <a:lnTo>
                  <a:pt x="942002" y="4864"/>
                </a:lnTo>
                <a:lnTo>
                  <a:pt x="944082" y="5600"/>
                </a:lnTo>
                <a:lnTo>
                  <a:pt x="946163" y="6388"/>
                </a:lnTo>
                <a:lnTo>
                  <a:pt x="948243" y="7227"/>
                </a:lnTo>
                <a:lnTo>
                  <a:pt x="950323" y="8118"/>
                </a:lnTo>
                <a:lnTo>
                  <a:pt x="952404" y="9059"/>
                </a:lnTo>
                <a:lnTo>
                  <a:pt x="954484" y="10052"/>
                </a:lnTo>
                <a:lnTo>
                  <a:pt x="956564" y="11096"/>
                </a:lnTo>
                <a:lnTo>
                  <a:pt x="958645" y="12191"/>
                </a:lnTo>
                <a:lnTo>
                  <a:pt x="960725" y="13336"/>
                </a:lnTo>
                <a:lnTo>
                  <a:pt x="962805" y="14532"/>
                </a:lnTo>
                <a:lnTo>
                  <a:pt x="964875" y="15779"/>
                </a:lnTo>
                <a:lnTo>
                  <a:pt x="966956" y="17076"/>
                </a:lnTo>
                <a:lnTo>
                  <a:pt x="969036" y="18423"/>
                </a:lnTo>
                <a:lnTo>
                  <a:pt x="971116" y="19820"/>
                </a:lnTo>
                <a:lnTo>
                  <a:pt x="973197" y="21267"/>
                </a:lnTo>
                <a:lnTo>
                  <a:pt x="975277" y="22764"/>
                </a:lnTo>
                <a:lnTo>
                  <a:pt x="977357" y="24310"/>
                </a:lnTo>
                <a:lnTo>
                  <a:pt x="979438" y="25906"/>
                </a:lnTo>
                <a:lnTo>
                  <a:pt x="981518" y="27550"/>
                </a:lnTo>
                <a:lnTo>
                  <a:pt x="983598" y="29244"/>
                </a:lnTo>
                <a:lnTo>
                  <a:pt x="985679" y="30987"/>
                </a:lnTo>
                <a:lnTo>
                  <a:pt x="987759" y="32778"/>
                </a:lnTo>
                <a:lnTo>
                  <a:pt x="989829" y="34617"/>
                </a:lnTo>
                <a:lnTo>
                  <a:pt x="991909" y="36505"/>
                </a:lnTo>
                <a:lnTo>
                  <a:pt x="993990" y="38441"/>
                </a:lnTo>
                <a:lnTo>
                  <a:pt x="996070" y="40425"/>
                </a:lnTo>
                <a:lnTo>
                  <a:pt x="998151" y="42455"/>
                </a:lnTo>
                <a:lnTo>
                  <a:pt x="1000231" y="44534"/>
                </a:lnTo>
                <a:lnTo>
                  <a:pt x="1002311" y="46660"/>
                </a:lnTo>
                <a:lnTo>
                  <a:pt x="1004392" y="48831"/>
                </a:lnTo>
                <a:lnTo>
                  <a:pt x="1006472" y="51050"/>
                </a:lnTo>
                <a:lnTo>
                  <a:pt x="1008552" y="53316"/>
                </a:lnTo>
                <a:lnTo>
                  <a:pt x="1010633" y="55627"/>
                </a:lnTo>
                <a:lnTo>
                  <a:pt x="1012713" y="57984"/>
                </a:lnTo>
                <a:lnTo>
                  <a:pt x="1014783" y="60386"/>
                </a:lnTo>
                <a:lnTo>
                  <a:pt x="1016863" y="62834"/>
                </a:lnTo>
                <a:lnTo>
                  <a:pt x="1018944" y="65327"/>
                </a:lnTo>
                <a:lnTo>
                  <a:pt x="1021024" y="67865"/>
                </a:lnTo>
                <a:lnTo>
                  <a:pt x="1023104" y="70447"/>
                </a:lnTo>
                <a:lnTo>
                  <a:pt x="1025185" y="73073"/>
                </a:lnTo>
                <a:lnTo>
                  <a:pt x="1027265" y="75743"/>
                </a:lnTo>
                <a:lnTo>
                  <a:pt x="1029345" y="78457"/>
                </a:lnTo>
                <a:lnTo>
                  <a:pt x="1031426" y="81213"/>
                </a:lnTo>
                <a:lnTo>
                  <a:pt x="1033506" y="84014"/>
                </a:lnTo>
                <a:lnTo>
                  <a:pt x="1035587" y="86856"/>
                </a:lnTo>
                <a:lnTo>
                  <a:pt x="1037667" y="89740"/>
                </a:lnTo>
                <a:lnTo>
                  <a:pt x="1039737" y="92667"/>
                </a:lnTo>
                <a:lnTo>
                  <a:pt x="1041817" y="95637"/>
                </a:lnTo>
                <a:lnTo>
                  <a:pt x="1043897" y="98647"/>
                </a:lnTo>
                <a:lnTo>
                  <a:pt x="1045978" y="101698"/>
                </a:lnTo>
                <a:lnTo>
                  <a:pt x="1048058" y="104789"/>
                </a:lnTo>
                <a:lnTo>
                  <a:pt x="1050139" y="107921"/>
                </a:lnTo>
                <a:lnTo>
                  <a:pt x="1052219" y="111094"/>
                </a:lnTo>
                <a:lnTo>
                  <a:pt x="1054299" y="114306"/>
                </a:lnTo>
                <a:lnTo>
                  <a:pt x="1056380" y="117557"/>
                </a:lnTo>
                <a:lnTo>
                  <a:pt x="1058460" y="120847"/>
                </a:lnTo>
                <a:lnTo>
                  <a:pt x="1060540" y="124176"/>
                </a:lnTo>
                <a:lnTo>
                  <a:pt x="1062621" y="127544"/>
                </a:lnTo>
                <a:lnTo>
                  <a:pt x="1064691" y="130948"/>
                </a:lnTo>
                <a:lnTo>
                  <a:pt x="1066771" y="134391"/>
                </a:lnTo>
                <a:lnTo>
                  <a:pt x="1068851" y="137871"/>
                </a:lnTo>
                <a:lnTo>
                  <a:pt x="1070932" y="141387"/>
                </a:lnTo>
                <a:lnTo>
                  <a:pt x="1073012" y="144940"/>
                </a:lnTo>
                <a:lnTo>
                  <a:pt x="1075092" y="148529"/>
                </a:lnTo>
                <a:lnTo>
                  <a:pt x="1077173" y="152154"/>
                </a:lnTo>
                <a:lnTo>
                  <a:pt x="1079253" y="155814"/>
                </a:lnTo>
                <a:lnTo>
                  <a:pt x="1081333" y="159509"/>
                </a:lnTo>
                <a:lnTo>
                  <a:pt x="1083414" y="163239"/>
                </a:lnTo>
                <a:lnTo>
                  <a:pt x="1085494" y="167002"/>
                </a:lnTo>
                <a:lnTo>
                  <a:pt x="1087564" y="170799"/>
                </a:lnTo>
                <a:lnTo>
                  <a:pt x="1089645" y="174629"/>
                </a:lnTo>
                <a:lnTo>
                  <a:pt x="1091725" y="178493"/>
                </a:lnTo>
                <a:lnTo>
                  <a:pt x="1093805" y="182388"/>
                </a:lnTo>
                <a:lnTo>
                  <a:pt x="1095886" y="186316"/>
                </a:lnTo>
                <a:lnTo>
                  <a:pt x="1097966" y="190276"/>
                </a:lnTo>
                <a:lnTo>
                  <a:pt x="1100046" y="194267"/>
                </a:lnTo>
                <a:lnTo>
                  <a:pt x="1102127" y="198289"/>
                </a:lnTo>
                <a:lnTo>
                  <a:pt x="1104207" y="202341"/>
                </a:lnTo>
                <a:lnTo>
                  <a:pt x="1106287" y="206423"/>
                </a:lnTo>
                <a:lnTo>
                  <a:pt x="1108368" y="210535"/>
                </a:lnTo>
                <a:lnTo>
                  <a:pt x="1110448" y="214676"/>
                </a:lnTo>
                <a:lnTo>
                  <a:pt x="1112518" y="218846"/>
                </a:lnTo>
                <a:lnTo>
                  <a:pt x="1114598" y="223044"/>
                </a:lnTo>
                <a:lnTo>
                  <a:pt x="1116679" y="227271"/>
                </a:lnTo>
                <a:lnTo>
                  <a:pt x="1118759" y="231524"/>
                </a:lnTo>
                <a:lnTo>
                  <a:pt x="1120839" y="235805"/>
                </a:lnTo>
                <a:lnTo>
                  <a:pt x="1122920" y="240112"/>
                </a:lnTo>
                <a:lnTo>
                  <a:pt x="1125000" y="244446"/>
                </a:lnTo>
                <a:lnTo>
                  <a:pt x="1127080" y="248804"/>
                </a:lnTo>
                <a:lnTo>
                  <a:pt x="1129161" y="253189"/>
                </a:lnTo>
                <a:lnTo>
                  <a:pt x="1131241" y="257599"/>
                </a:lnTo>
                <a:lnTo>
                  <a:pt x="1133321" y="262033"/>
                </a:lnTo>
                <a:lnTo>
                  <a:pt x="1135402" y="266490"/>
                </a:lnTo>
                <a:lnTo>
                  <a:pt x="1137472" y="270971"/>
                </a:lnTo>
                <a:lnTo>
                  <a:pt x="1139552" y="275476"/>
                </a:lnTo>
                <a:lnTo>
                  <a:pt x="1141633" y="280003"/>
                </a:lnTo>
                <a:lnTo>
                  <a:pt x="1143713" y="284552"/>
                </a:lnTo>
                <a:lnTo>
                  <a:pt x="1145793" y="289124"/>
                </a:lnTo>
                <a:lnTo>
                  <a:pt x="1147874" y="293716"/>
                </a:lnTo>
                <a:lnTo>
                  <a:pt x="1149954" y="298330"/>
                </a:lnTo>
                <a:lnTo>
                  <a:pt x="1152034" y="302964"/>
                </a:lnTo>
                <a:lnTo>
                  <a:pt x="1154115" y="307617"/>
                </a:lnTo>
                <a:lnTo>
                  <a:pt x="1156195" y="312291"/>
                </a:lnTo>
                <a:lnTo>
                  <a:pt x="1158275" y="316984"/>
                </a:lnTo>
                <a:lnTo>
                  <a:pt x="1160356" y="321695"/>
                </a:lnTo>
                <a:lnTo>
                  <a:pt x="1162426" y="326424"/>
                </a:lnTo>
                <a:lnTo>
                  <a:pt x="1164506" y="331172"/>
                </a:lnTo>
                <a:lnTo>
                  <a:pt x="1166586" y="335937"/>
                </a:lnTo>
                <a:lnTo>
                  <a:pt x="1168667" y="340718"/>
                </a:lnTo>
                <a:lnTo>
                  <a:pt x="1170747" y="345516"/>
                </a:lnTo>
                <a:lnTo>
                  <a:pt x="1172827" y="350330"/>
                </a:lnTo>
                <a:lnTo>
                  <a:pt x="1174908" y="355160"/>
                </a:lnTo>
                <a:lnTo>
                  <a:pt x="1176988" y="360005"/>
                </a:lnTo>
                <a:lnTo>
                  <a:pt x="1179069" y="364864"/>
                </a:lnTo>
                <a:lnTo>
                  <a:pt x="1181149" y="369737"/>
                </a:lnTo>
                <a:lnTo>
                  <a:pt x="1183229" y="374624"/>
                </a:lnTo>
                <a:lnTo>
                  <a:pt x="1185309" y="379525"/>
                </a:lnTo>
                <a:lnTo>
                  <a:pt x="1187379" y="384439"/>
                </a:lnTo>
                <a:lnTo>
                  <a:pt x="1189460" y="389365"/>
                </a:lnTo>
                <a:lnTo>
                  <a:pt x="1191540" y="394302"/>
                </a:lnTo>
                <a:lnTo>
                  <a:pt x="1193621" y="399252"/>
                </a:lnTo>
                <a:lnTo>
                  <a:pt x="1195701" y="404213"/>
                </a:lnTo>
                <a:lnTo>
                  <a:pt x="1197781" y="409185"/>
                </a:lnTo>
                <a:lnTo>
                  <a:pt x="1199862" y="414166"/>
                </a:lnTo>
                <a:lnTo>
                  <a:pt x="1201942" y="419157"/>
                </a:lnTo>
                <a:lnTo>
                  <a:pt x="1204022" y="424158"/>
                </a:lnTo>
                <a:lnTo>
                  <a:pt x="1206103" y="429168"/>
                </a:lnTo>
                <a:lnTo>
                  <a:pt x="1208183" y="434186"/>
                </a:lnTo>
                <a:lnTo>
                  <a:pt x="1210263" y="439213"/>
                </a:lnTo>
                <a:lnTo>
                  <a:pt x="1212333" y="444246"/>
                </a:lnTo>
                <a:lnTo>
                  <a:pt x="1214414" y="449288"/>
                </a:lnTo>
                <a:lnTo>
                  <a:pt x="1216494" y="454337"/>
                </a:lnTo>
                <a:lnTo>
                  <a:pt x="1218574" y="459390"/>
                </a:lnTo>
                <a:lnTo>
                  <a:pt x="1220655" y="464451"/>
                </a:lnTo>
                <a:lnTo>
                  <a:pt x="1222735" y="469517"/>
                </a:lnTo>
                <a:lnTo>
                  <a:pt x="1224815" y="474588"/>
                </a:lnTo>
                <a:lnTo>
                  <a:pt x="1226896" y="479664"/>
                </a:lnTo>
                <a:lnTo>
                  <a:pt x="1228976" y="484744"/>
                </a:lnTo>
                <a:lnTo>
                  <a:pt x="1231057" y="489828"/>
                </a:lnTo>
                <a:lnTo>
                  <a:pt x="1233137" y="494915"/>
                </a:lnTo>
                <a:lnTo>
                  <a:pt x="1235217" y="500005"/>
                </a:lnTo>
                <a:lnTo>
                  <a:pt x="1237287" y="505098"/>
                </a:lnTo>
                <a:lnTo>
                  <a:pt x="1239368" y="510193"/>
                </a:lnTo>
                <a:lnTo>
                  <a:pt x="1241448" y="515291"/>
                </a:lnTo>
                <a:lnTo>
                  <a:pt x="1243528" y="520389"/>
                </a:lnTo>
                <a:lnTo>
                  <a:pt x="1245609" y="525489"/>
                </a:lnTo>
                <a:lnTo>
                  <a:pt x="1247689" y="530588"/>
                </a:lnTo>
                <a:lnTo>
                  <a:pt x="1249769" y="535689"/>
                </a:lnTo>
                <a:lnTo>
                  <a:pt x="1251850" y="540789"/>
                </a:lnTo>
                <a:lnTo>
                  <a:pt x="1253930" y="545889"/>
                </a:lnTo>
                <a:lnTo>
                  <a:pt x="1256010" y="550987"/>
                </a:lnTo>
                <a:lnTo>
                  <a:pt x="1258091" y="556084"/>
                </a:lnTo>
                <a:lnTo>
                  <a:pt x="1260171" y="561180"/>
                </a:lnTo>
                <a:lnTo>
                  <a:pt x="1262241" y="566274"/>
                </a:lnTo>
                <a:lnTo>
                  <a:pt x="1264321" y="571365"/>
                </a:lnTo>
                <a:lnTo>
                  <a:pt x="1266402" y="576453"/>
                </a:lnTo>
                <a:lnTo>
                  <a:pt x="1268482" y="581538"/>
                </a:lnTo>
                <a:lnTo>
                  <a:pt x="1270562" y="586619"/>
                </a:lnTo>
                <a:lnTo>
                  <a:pt x="1272643" y="591697"/>
                </a:lnTo>
                <a:lnTo>
                  <a:pt x="1274723" y="596770"/>
                </a:lnTo>
                <a:lnTo>
                  <a:pt x="1276803" y="601839"/>
                </a:lnTo>
                <a:lnTo>
                  <a:pt x="1278884" y="606902"/>
                </a:lnTo>
                <a:lnTo>
                  <a:pt x="1280964" y="611960"/>
                </a:lnTo>
                <a:lnTo>
                  <a:pt x="1283045" y="617012"/>
                </a:lnTo>
                <a:lnTo>
                  <a:pt x="1285125" y="622058"/>
                </a:lnTo>
                <a:lnTo>
                  <a:pt x="1287195" y="627098"/>
                </a:lnTo>
                <a:lnTo>
                  <a:pt x="1289275" y="632131"/>
                </a:lnTo>
                <a:lnTo>
                  <a:pt x="1291356" y="637157"/>
                </a:lnTo>
                <a:lnTo>
                  <a:pt x="1293436" y="642176"/>
                </a:lnTo>
                <a:lnTo>
                  <a:pt x="1295516" y="647186"/>
                </a:lnTo>
                <a:lnTo>
                  <a:pt x="1297597" y="652189"/>
                </a:lnTo>
                <a:lnTo>
                  <a:pt x="1299677" y="657183"/>
                </a:lnTo>
                <a:lnTo>
                  <a:pt x="1301757" y="662169"/>
                </a:lnTo>
                <a:lnTo>
                  <a:pt x="1303838" y="667145"/>
                </a:lnTo>
                <a:lnTo>
                  <a:pt x="1305918" y="672112"/>
                </a:lnTo>
                <a:lnTo>
                  <a:pt x="1307998" y="677068"/>
                </a:lnTo>
                <a:lnTo>
                  <a:pt x="1310079" y="682016"/>
                </a:lnTo>
                <a:lnTo>
                  <a:pt x="1312149" y="686953"/>
                </a:lnTo>
                <a:lnTo>
                  <a:pt x="1314229" y="691879"/>
                </a:lnTo>
                <a:lnTo>
                  <a:pt x="1316309" y="696795"/>
                </a:lnTo>
                <a:lnTo>
                  <a:pt x="1318390" y="701698"/>
                </a:lnTo>
                <a:lnTo>
                  <a:pt x="1320470" y="706591"/>
                </a:lnTo>
                <a:lnTo>
                  <a:pt x="1322551" y="711472"/>
                </a:lnTo>
                <a:lnTo>
                  <a:pt x="1324631" y="716341"/>
                </a:lnTo>
                <a:lnTo>
                  <a:pt x="1326711" y="721197"/>
                </a:lnTo>
                <a:lnTo>
                  <a:pt x="1328791" y="726041"/>
                </a:lnTo>
                <a:lnTo>
                  <a:pt x="1330872" y="730872"/>
                </a:lnTo>
                <a:lnTo>
                  <a:pt x="1332952" y="735689"/>
                </a:lnTo>
                <a:lnTo>
                  <a:pt x="1335033" y="740493"/>
                </a:lnTo>
                <a:lnTo>
                  <a:pt x="1337103" y="745283"/>
                </a:lnTo>
                <a:lnTo>
                  <a:pt x="1339183" y="750060"/>
                </a:lnTo>
                <a:lnTo>
                  <a:pt x="1341263" y="754822"/>
                </a:lnTo>
                <a:lnTo>
                  <a:pt x="1343344" y="759569"/>
                </a:lnTo>
                <a:lnTo>
                  <a:pt x="1345424" y="764302"/>
                </a:lnTo>
                <a:lnTo>
                  <a:pt x="1347504" y="769021"/>
                </a:lnTo>
                <a:lnTo>
                  <a:pt x="1349585" y="773723"/>
                </a:lnTo>
                <a:lnTo>
                  <a:pt x="1351665" y="778410"/>
                </a:lnTo>
                <a:lnTo>
                  <a:pt x="1353745" y="783082"/>
                </a:lnTo>
                <a:lnTo>
                  <a:pt x="1355826" y="787738"/>
                </a:lnTo>
                <a:lnTo>
                  <a:pt x="1357906" y="792377"/>
                </a:lnTo>
                <a:lnTo>
                  <a:pt x="1359986" y="797000"/>
                </a:lnTo>
                <a:lnTo>
                  <a:pt x="1362056" y="801607"/>
                </a:lnTo>
                <a:lnTo>
                  <a:pt x="1364137" y="806196"/>
                </a:lnTo>
                <a:lnTo>
                  <a:pt x="1366217" y="810769"/>
                </a:lnTo>
                <a:lnTo>
                  <a:pt x="1368297" y="815324"/>
                </a:lnTo>
                <a:lnTo>
                  <a:pt x="1370378" y="819862"/>
                </a:lnTo>
                <a:lnTo>
                  <a:pt x="1372458" y="824382"/>
                </a:lnTo>
                <a:lnTo>
                  <a:pt x="1374539" y="828885"/>
                </a:lnTo>
                <a:lnTo>
                  <a:pt x="1376619" y="833369"/>
                </a:lnTo>
                <a:lnTo>
                  <a:pt x="1378699" y="837835"/>
                </a:lnTo>
                <a:lnTo>
                  <a:pt x="1380779" y="842283"/>
                </a:lnTo>
                <a:lnTo>
                  <a:pt x="1382860" y="846712"/>
                </a:lnTo>
                <a:lnTo>
                  <a:pt x="1384940" y="851122"/>
                </a:lnTo>
                <a:lnTo>
                  <a:pt x="1387010" y="855514"/>
                </a:lnTo>
                <a:lnTo>
                  <a:pt x="1389091" y="859887"/>
                </a:lnTo>
                <a:lnTo>
                  <a:pt x="1391171" y="864239"/>
                </a:lnTo>
                <a:lnTo>
                  <a:pt x="1393251" y="868572"/>
                </a:lnTo>
                <a:lnTo>
                  <a:pt x="1395332" y="872887"/>
                </a:lnTo>
                <a:lnTo>
                  <a:pt x="1397412" y="877180"/>
                </a:lnTo>
                <a:lnTo>
                  <a:pt x="1399492" y="881455"/>
                </a:lnTo>
                <a:lnTo>
                  <a:pt x="1401573" y="885709"/>
                </a:lnTo>
                <a:lnTo>
                  <a:pt x="1403653" y="889943"/>
                </a:lnTo>
                <a:lnTo>
                  <a:pt x="1405733" y="894156"/>
                </a:lnTo>
                <a:lnTo>
                  <a:pt x="1407814" y="898350"/>
                </a:lnTo>
                <a:lnTo>
                  <a:pt x="1409894" y="902522"/>
                </a:lnTo>
                <a:lnTo>
                  <a:pt x="1411964" y="906674"/>
                </a:lnTo>
                <a:lnTo>
                  <a:pt x="1414044" y="910804"/>
                </a:lnTo>
                <a:lnTo>
                  <a:pt x="1416125" y="914914"/>
                </a:lnTo>
                <a:lnTo>
                  <a:pt x="1418205" y="919003"/>
                </a:lnTo>
                <a:lnTo>
                  <a:pt x="1420285" y="923070"/>
                </a:lnTo>
                <a:lnTo>
                  <a:pt x="1422366" y="927116"/>
                </a:lnTo>
                <a:lnTo>
                  <a:pt x="1424446" y="931141"/>
                </a:lnTo>
                <a:lnTo>
                  <a:pt x="1426527" y="935144"/>
                </a:lnTo>
                <a:lnTo>
                  <a:pt x="1428607" y="939125"/>
                </a:lnTo>
                <a:lnTo>
                  <a:pt x="1430687" y="943085"/>
                </a:lnTo>
                <a:lnTo>
                  <a:pt x="1432768" y="947022"/>
                </a:lnTo>
                <a:lnTo>
                  <a:pt x="1434838" y="950938"/>
                </a:lnTo>
                <a:lnTo>
                  <a:pt x="1436918" y="954831"/>
                </a:lnTo>
                <a:lnTo>
                  <a:pt x="1438998" y="958703"/>
                </a:lnTo>
                <a:lnTo>
                  <a:pt x="1441079" y="962552"/>
                </a:lnTo>
                <a:lnTo>
                  <a:pt x="1443159" y="966379"/>
                </a:lnTo>
                <a:lnTo>
                  <a:pt x="1445239" y="970182"/>
                </a:lnTo>
                <a:lnTo>
                  <a:pt x="1447320" y="973960"/>
                </a:lnTo>
                <a:lnTo>
                  <a:pt x="1449400" y="977727"/>
                </a:lnTo>
                <a:lnTo>
                  <a:pt x="1451480" y="981464"/>
                </a:lnTo>
                <a:lnTo>
                  <a:pt x="1453561" y="985180"/>
                </a:lnTo>
                <a:lnTo>
                  <a:pt x="1455641" y="988864"/>
                </a:lnTo>
                <a:lnTo>
                  <a:pt x="1457721" y="992538"/>
                </a:lnTo>
                <a:lnTo>
                  <a:pt x="1459791" y="996181"/>
                </a:lnTo>
                <a:lnTo>
                  <a:pt x="1461872" y="999804"/>
                </a:lnTo>
                <a:lnTo>
                  <a:pt x="1463952" y="1003406"/>
                </a:lnTo>
                <a:lnTo>
                  <a:pt x="1466033" y="1006977"/>
                </a:lnTo>
                <a:lnTo>
                  <a:pt x="1468113" y="1010537"/>
                </a:lnTo>
                <a:lnTo>
                  <a:pt x="1470193" y="1014066"/>
                </a:lnTo>
                <a:lnTo>
                  <a:pt x="1472273" y="1017575"/>
                </a:lnTo>
                <a:lnTo>
                  <a:pt x="1474354" y="1021063"/>
                </a:lnTo>
                <a:lnTo>
                  <a:pt x="1476434" y="1024520"/>
                </a:lnTo>
                <a:lnTo>
                  <a:pt x="1478515" y="1027956"/>
                </a:lnTo>
                <a:lnTo>
                  <a:pt x="1480595" y="1031371"/>
                </a:lnTo>
                <a:lnTo>
                  <a:pt x="1482675" y="1034766"/>
                </a:lnTo>
                <a:lnTo>
                  <a:pt x="1484745" y="1038140"/>
                </a:lnTo>
                <a:lnTo>
                  <a:pt x="1486826" y="1041483"/>
                </a:lnTo>
                <a:lnTo>
                  <a:pt x="1488906" y="1044806"/>
                </a:lnTo>
                <a:lnTo>
                  <a:pt x="1490986" y="1048107"/>
                </a:lnTo>
                <a:lnTo>
                  <a:pt x="1493067" y="1051378"/>
                </a:lnTo>
                <a:lnTo>
                  <a:pt x="1495147" y="1054628"/>
                </a:lnTo>
                <a:lnTo>
                  <a:pt x="1497227" y="1057857"/>
                </a:lnTo>
                <a:lnTo>
                  <a:pt x="1499308" y="1061066"/>
                </a:lnTo>
                <a:lnTo>
                  <a:pt x="1501388" y="1064253"/>
                </a:lnTo>
                <a:lnTo>
                  <a:pt x="1503468" y="1067410"/>
                </a:lnTo>
                <a:lnTo>
                  <a:pt x="1505549" y="1070546"/>
                </a:lnTo>
                <a:lnTo>
                  <a:pt x="1507629" y="1073662"/>
                </a:lnTo>
                <a:lnTo>
                  <a:pt x="1509699" y="1076746"/>
                </a:lnTo>
                <a:lnTo>
                  <a:pt x="1511779" y="1079810"/>
                </a:lnTo>
                <a:lnTo>
                  <a:pt x="1513860" y="1082863"/>
                </a:lnTo>
                <a:lnTo>
                  <a:pt x="1515940" y="1085875"/>
                </a:lnTo>
                <a:lnTo>
                  <a:pt x="1518021" y="1088876"/>
                </a:lnTo>
                <a:lnTo>
                  <a:pt x="1520101" y="1091847"/>
                </a:lnTo>
                <a:lnTo>
                  <a:pt x="1522181" y="1094796"/>
                </a:lnTo>
                <a:lnTo>
                  <a:pt x="1524261" y="1097725"/>
                </a:lnTo>
                <a:lnTo>
                  <a:pt x="1526342" y="1100634"/>
                </a:lnTo>
                <a:lnTo>
                  <a:pt x="1528422" y="1103511"/>
                </a:lnTo>
                <a:lnTo>
                  <a:pt x="1530503" y="1106378"/>
                </a:lnTo>
                <a:lnTo>
                  <a:pt x="1532583" y="1109214"/>
                </a:lnTo>
                <a:lnTo>
                  <a:pt x="1534653" y="1112019"/>
                </a:lnTo>
                <a:lnTo>
                  <a:pt x="1536733" y="1114813"/>
                </a:lnTo>
                <a:lnTo>
                  <a:pt x="1538814" y="1117577"/>
                </a:lnTo>
                <a:lnTo>
                  <a:pt x="1540894" y="1120330"/>
                </a:lnTo>
                <a:lnTo>
                  <a:pt x="1542974" y="1123052"/>
                </a:lnTo>
                <a:lnTo>
                  <a:pt x="1545055" y="1125753"/>
                </a:lnTo>
                <a:lnTo>
                  <a:pt x="1547135" y="1128423"/>
                </a:lnTo>
                <a:lnTo>
                  <a:pt x="1549215" y="1131083"/>
                </a:lnTo>
                <a:lnTo>
                  <a:pt x="1551296" y="1133712"/>
                </a:lnTo>
                <a:lnTo>
                  <a:pt x="1553376" y="1136320"/>
                </a:lnTo>
                <a:lnTo>
                  <a:pt x="1555456" y="1138908"/>
                </a:lnTo>
                <a:lnTo>
                  <a:pt x="1557537" y="1141475"/>
                </a:lnTo>
                <a:lnTo>
                  <a:pt x="1559607" y="1144021"/>
                </a:lnTo>
                <a:lnTo>
                  <a:pt x="1561687" y="1146536"/>
                </a:lnTo>
                <a:lnTo>
                  <a:pt x="1563767" y="1149041"/>
                </a:lnTo>
                <a:lnTo>
                  <a:pt x="1565848" y="1151514"/>
                </a:lnTo>
                <a:lnTo>
                  <a:pt x="1567928" y="1153967"/>
                </a:lnTo>
                <a:lnTo>
                  <a:pt x="1570009" y="1156399"/>
                </a:lnTo>
                <a:lnTo>
                  <a:pt x="1572089" y="1158811"/>
                </a:lnTo>
                <a:lnTo>
                  <a:pt x="1574169" y="1161202"/>
                </a:lnTo>
                <a:lnTo>
                  <a:pt x="1576250" y="1163572"/>
                </a:lnTo>
                <a:lnTo>
                  <a:pt x="1578330" y="1165921"/>
                </a:lnTo>
                <a:lnTo>
                  <a:pt x="1580410" y="1168250"/>
                </a:lnTo>
                <a:lnTo>
                  <a:pt x="1582491" y="1170548"/>
                </a:lnTo>
                <a:lnTo>
                  <a:pt x="1584561" y="1172835"/>
                </a:lnTo>
                <a:lnTo>
                  <a:pt x="1586641" y="1175092"/>
                </a:lnTo>
                <a:lnTo>
                  <a:pt x="1588721" y="1177337"/>
                </a:lnTo>
                <a:lnTo>
                  <a:pt x="1590802" y="1179552"/>
                </a:lnTo>
                <a:lnTo>
                  <a:pt x="1592882" y="1181757"/>
                </a:lnTo>
                <a:lnTo>
                  <a:pt x="1594962" y="1183930"/>
                </a:lnTo>
                <a:lnTo>
                  <a:pt x="1597043" y="1186094"/>
                </a:lnTo>
                <a:lnTo>
                  <a:pt x="1599123" y="1188226"/>
                </a:lnTo>
                <a:lnTo>
                  <a:pt x="1601203" y="1190348"/>
                </a:lnTo>
                <a:lnTo>
                  <a:pt x="1603284" y="1192438"/>
                </a:lnTo>
                <a:lnTo>
                  <a:pt x="1605364" y="1194518"/>
                </a:lnTo>
                <a:lnTo>
                  <a:pt x="1607444" y="1196568"/>
                </a:lnTo>
                <a:lnTo>
                  <a:pt x="1609514" y="1198607"/>
                </a:lnTo>
                <a:lnTo>
                  <a:pt x="1611595" y="1200625"/>
                </a:lnTo>
                <a:lnTo>
                  <a:pt x="1613675" y="1202612"/>
                </a:lnTo>
                <a:lnTo>
                  <a:pt x="1615755" y="1204589"/>
                </a:lnTo>
                <a:lnTo>
                  <a:pt x="1617836" y="1206545"/>
                </a:lnTo>
                <a:lnTo>
                  <a:pt x="1619916" y="1208481"/>
                </a:lnTo>
                <a:lnTo>
                  <a:pt x="1621997" y="1210395"/>
                </a:lnTo>
                <a:lnTo>
                  <a:pt x="1624077" y="1212300"/>
                </a:lnTo>
                <a:lnTo>
                  <a:pt x="1626157" y="1214173"/>
                </a:lnTo>
                <a:lnTo>
                  <a:pt x="1628238" y="1216036"/>
                </a:lnTo>
                <a:lnTo>
                  <a:pt x="1630318" y="1217868"/>
                </a:lnTo>
                <a:lnTo>
                  <a:pt x="1632398" y="1219690"/>
                </a:lnTo>
                <a:lnTo>
                  <a:pt x="1634468" y="1221491"/>
                </a:lnTo>
                <a:lnTo>
                  <a:pt x="1636549" y="1223281"/>
                </a:lnTo>
                <a:lnTo>
                  <a:pt x="1638629" y="1225041"/>
                </a:lnTo>
                <a:lnTo>
                  <a:pt x="1640709" y="1226790"/>
                </a:lnTo>
                <a:lnTo>
                  <a:pt x="1642790" y="1228518"/>
                </a:lnTo>
                <a:lnTo>
                  <a:pt x="1644870" y="1230226"/>
                </a:lnTo>
                <a:lnTo>
                  <a:pt x="1646950" y="1231913"/>
                </a:lnTo>
                <a:lnTo>
                  <a:pt x="1649031" y="1233590"/>
                </a:lnTo>
                <a:lnTo>
                  <a:pt x="1651111" y="1235246"/>
                </a:lnTo>
                <a:lnTo>
                  <a:pt x="1653191" y="1236881"/>
                </a:lnTo>
                <a:lnTo>
                  <a:pt x="1655272" y="1238506"/>
                </a:lnTo>
                <a:lnTo>
                  <a:pt x="1657352" y="1240100"/>
                </a:lnTo>
                <a:lnTo>
                  <a:pt x="1659422" y="1241694"/>
                </a:lnTo>
                <a:lnTo>
                  <a:pt x="1661503" y="1243257"/>
                </a:lnTo>
                <a:lnTo>
                  <a:pt x="1663583" y="1244809"/>
                </a:lnTo>
                <a:lnTo>
                  <a:pt x="1665663" y="1246341"/>
                </a:lnTo>
                <a:lnTo>
                  <a:pt x="1667743" y="1247852"/>
                </a:lnTo>
                <a:lnTo>
                  <a:pt x="1669824" y="1249353"/>
                </a:lnTo>
                <a:lnTo>
                  <a:pt x="1671904" y="1250833"/>
                </a:lnTo>
                <a:lnTo>
                  <a:pt x="1673985" y="1252303"/>
                </a:lnTo>
                <a:lnTo>
                  <a:pt x="1676065" y="1253752"/>
                </a:lnTo>
                <a:lnTo>
                  <a:pt x="1678145" y="1255190"/>
                </a:lnTo>
                <a:lnTo>
                  <a:pt x="1680226" y="1256598"/>
                </a:lnTo>
                <a:lnTo>
                  <a:pt x="1682306" y="1258005"/>
                </a:lnTo>
                <a:lnTo>
                  <a:pt x="1684376" y="1259382"/>
                </a:lnTo>
                <a:lnTo>
                  <a:pt x="1686456" y="1260758"/>
                </a:lnTo>
                <a:lnTo>
                  <a:pt x="1688537" y="1262104"/>
                </a:lnTo>
                <a:lnTo>
                  <a:pt x="1690617" y="1263450"/>
                </a:lnTo>
                <a:lnTo>
                  <a:pt x="1692697" y="1264764"/>
                </a:lnTo>
                <a:lnTo>
                  <a:pt x="1694778" y="1266068"/>
                </a:lnTo>
                <a:lnTo>
                  <a:pt x="1696858" y="1267362"/>
                </a:lnTo>
                <a:lnTo>
                  <a:pt x="1698938" y="1268635"/>
                </a:lnTo>
                <a:lnTo>
                  <a:pt x="1701019" y="1269898"/>
                </a:lnTo>
                <a:lnTo>
                  <a:pt x="1703099" y="1271150"/>
                </a:lnTo>
                <a:lnTo>
                  <a:pt x="1705179" y="1272371"/>
                </a:lnTo>
                <a:lnTo>
                  <a:pt x="1707260" y="1273592"/>
                </a:lnTo>
                <a:lnTo>
                  <a:pt x="1709330" y="1274793"/>
                </a:lnTo>
                <a:lnTo>
                  <a:pt x="1711410" y="1275983"/>
                </a:lnTo>
                <a:lnTo>
                  <a:pt x="1713491" y="1277153"/>
                </a:lnTo>
                <a:lnTo>
                  <a:pt x="1715571" y="1278312"/>
                </a:lnTo>
                <a:lnTo>
                  <a:pt x="1717651" y="1279461"/>
                </a:lnTo>
                <a:lnTo>
                  <a:pt x="1719732" y="1280589"/>
                </a:lnTo>
                <a:lnTo>
                  <a:pt x="1721812" y="1281707"/>
                </a:lnTo>
                <a:lnTo>
                  <a:pt x="1723892" y="1282804"/>
                </a:lnTo>
                <a:lnTo>
                  <a:pt x="1725973" y="1283891"/>
                </a:lnTo>
                <a:lnTo>
                  <a:pt x="1728053" y="1284967"/>
                </a:lnTo>
                <a:lnTo>
                  <a:pt x="1730133" y="1286033"/>
                </a:lnTo>
                <a:lnTo>
                  <a:pt x="1732214" y="1287079"/>
                </a:lnTo>
                <a:lnTo>
                  <a:pt x="1734284" y="1288114"/>
                </a:lnTo>
                <a:lnTo>
                  <a:pt x="1736364" y="1289138"/>
                </a:lnTo>
                <a:lnTo>
                  <a:pt x="1738444" y="1290152"/>
                </a:lnTo>
                <a:lnTo>
                  <a:pt x="1740525" y="1291146"/>
                </a:lnTo>
                <a:lnTo>
                  <a:pt x="1742605" y="1292129"/>
                </a:lnTo>
                <a:lnTo>
                  <a:pt x="1744685" y="1293102"/>
                </a:lnTo>
                <a:lnTo>
                  <a:pt x="1746766" y="1294065"/>
                </a:lnTo>
                <a:lnTo>
                  <a:pt x="1748846" y="1295017"/>
                </a:lnTo>
                <a:lnTo>
                  <a:pt x="1750926" y="1295948"/>
                </a:lnTo>
                <a:lnTo>
                  <a:pt x="1753007" y="1296870"/>
                </a:lnTo>
                <a:lnTo>
                  <a:pt x="1755087" y="1297780"/>
                </a:lnTo>
                <a:lnTo>
                  <a:pt x="1757167" y="1298681"/>
                </a:lnTo>
                <a:lnTo>
                  <a:pt x="1759237" y="1299571"/>
                </a:lnTo>
                <a:lnTo>
                  <a:pt x="1761318" y="1300440"/>
                </a:lnTo>
                <a:lnTo>
                  <a:pt x="1763398" y="1301310"/>
                </a:lnTo>
                <a:lnTo>
                  <a:pt x="1765478" y="1302158"/>
                </a:lnTo>
                <a:lnTo>
                  <a:pt x="1767559" y="1303007"/>
                </a:lnTo>
                <a:lnTo>
                  <a:pt x="1769639" y="1303835"/>
                </a:lnTo>
                <a:lnTo>
                  <a:pt x="1771720" y="1304653"/>
                </a:lnTo>
                <a:lnTo>
                  <a:pt x="1773800" y="1305460"/>
                </a:lnTo>
                <a:lnTo>
                  <a:pt x="1775880" y="1306257"/>
                </a:lnTo>
                <a:lnTo>
                  <a:pt x="1777961" y="1307044"/>
                </a:lnTo>
                <a:lnTo>
                  <a:pt x="1780041" y="1307820"/>
                </a:lnTo>
                <a:lnTo>
                  <a:pt x="1782111" y="1308586"/>
                </a:lnTo>
                <a:lnTo>
                  <a:pt x="1784191" y="1309341"/>
                </a:lnTo>
                <a:lnTo>
                  <a:pt x="1786272" y="1310087"/>
                </a:lnTo>
                <a:lnTo>
                  <a:pt x="1788352" y="1310821"/>
                </a:lnTo>
                <a:lnTo>
                  <a:pt x="1790432" y="1311546"/>
                </a:lnTo>
                <a:lnTo>
                  <a:pt x="1792513" y="1312260"/>
                </a:lnTo>
                <a:lnTo>
                  <a:pt x="1794593" y="1312964"/>
                </a:lnTo>
                <a:lnTo>
                  <a:pt x="1796673" y="1313668"/>
                </a:lnTo>
                <a:lnTo>
                  <a:pt x="1798754" y="1314351"/>
                </a:lnTo>
                <a:lnTo>
                  <a:pt x="1800834" y="1315023"/>
                </a:lnTo>
                <a:lnTo>
                  <a:pt x="1802915" y="1315696"/>
                </a:lnTo>
                <a:lnTo>
                  <a:pt x="1804995" y="1316348"/>
                </a:lnTo>
                <a:lnTo>
                  <a:pt x="1807065" y="1317000"/>
                </a:lnTo>
                <a:lnTo>
                  <a:pt x="1809145" y="1317632"/>
                </a:lnTo>
                <a:lnTo>
                  <a:pt x="1811226" y="1318263"/>
                </a:lnTo>
                <a:lnTo>
                  <a:pt x="1813306" y="1318884"/>
                </a:lnTo>
                <a:lnTo>
                  <a:pt x="1815386" y="1319495"/>
                </a:lnTo>
                <a:lnTo>
                  <a:pt x="1817467" y="1320105"/>
                </a:lnTo>
                <a:lnTo>
                  <a:pt x="1819547" y="1320695"/>
                </a:lnTo>
                <a:lnTo>
                  <a:pt x="1821627" y="1321285"/>
                </a:lnTo>
                <a:lnTo>
                  <a:pt x="1823708" y="1321865"/>
                </a:lnTo>
                <a:lnTo>
                  <a:pt x="1825788" y="1322434"/>
                </a:lnTo>
                <a:lnTo>
                  <a:pt x="1827868" y="1322993"/>
                </a:lnTo>
                <a:lnTo>
                  <a:pt x="1829949" y="1323542"/>
                </a:lnTo>
                <a:lnTo>
                  <a:pt x="1832019" y="1324090"/>
                </a:lnTo>
                <a:lnTo>
                  <a:pt x="1834099" y="1324628"/>
                </a:lnTo>
                <a:lnTo>
                  <a:pt x="1836179" y="1325156"/>
                </a:lnTo>
                <a:lnTo>
                  <a:pt x="1838260" y="1325674"/>
                </a:lnTo>
                <a:lnTo>
                  <a:pt x="1840340" y="1326191"/>
                </a:lnTo>
                <a:lnTo>
                  <a:pt x="1842420" y="1326698"/>
                </a:lnTo>
                <a:lnTo>
                  <a:pt x="1844501" y="1327195"/>
                </a:lnTo>
                <a:lnTo>
                  <a:pt x="1846581" y="1327692"/>
                </a:lnTo>
                <a:lnTo>
                  <a:pt x="1848661" y="1328168"/>
                </a:lnTo>
                <a:lnTo>
                  <a:pt x="1850742" y="1328644"/>
                </a:lnTo>
                <a:lnTo>
                  <a:pt x="1852822" y="1329120"/>
                </a:lnTo>
                <a:lnTo>
                  <a:pt x="1854903" y="1329576"/>
                </a:lnTo>
                <a:lnTo>
                  <a:pt x="1856973" y="1330031"/>
                </a:lnTo>
                <a:lnTo>
                  <a:pt x="1859053" y="1330486"/>
                </a:lnTo>
                <a:lnTo>
                  <a:pt x="1861133" y="1330921"/>
                </a:lnTo>
                <a:lnTo>
                  <a:pt x="1863214" y="1331356"/>
                </a:lnTo>
                <a:lnTo>
                  <a:pt x="1865294" y="1331790"/>
                </a:lnTo>
                <a:lnTo>
                  <a:pt x="1867374" y="1332215"/>
                </a:lnTo>
                <a:lnTo>
                  <a:pt x="1869455" y="1332629"/>
                </a:lnTo>
                <a:lnTo>
                  <a:pt x="1871535" y="1333033"/>
                </a:lnTo>
                <a:lnTo>
                  <a:pt x="1873615" y="1333436"/>
                </a:lnTo>
                <a:lnTo>
                  <a:pt x="1875696" y="1333829"/>
                </a:lnTo>
                <a:lnTo>
                  <a:pt x="1877776" y="1334223"/>
                </a:lnTo>
                <a:lnTo>
                  <a:pt x="1879856" y="1334606"/>
                </a:lnTo>
                <a:lnTo>
                  <a:pt x="1881926" y="1334989"/>
                </a:lnTo>
                <a:lnTo>
                  <a:pt x="1884007" y="1335361"/>
                </a:lnTo>
                <a:lnTo>
                  <a:pt x="1886087" y="1335723"/>
                </a:lnTo>
                <a:lnTo>
                  <a:pt x="1888167" y="1336086"/>
                </a:lnTo>
                <a:lnTo>
                  <a:pt x="1890248" y="1336438"/>
                </a:lnTo>
                <a:lnTo>
                  <a:pt x="1892328" y="1336790"/>
                </a:lnTo>
                <a:lnTo>
                  <a:pt x="1894408" y="1337131"/>
                </a:lnTo>
                <a:lnTo>
                  <a:pt x="1896489" y="1337473"/>
                </a:lnTo>
                <a:lnTo>
                  <a:pt x="1898569" y="1337804"/>
                </a:lnTo>
                <a:lnTo>
                  <a:pt x="1900649" y="1338135"/>
                </a:lnTo>
                <a:lnTo>
                  <a:pt x="1902730" y="1338456"/>
                </a:lnTo>
                <a:lnTo>
                  <a:pt x="1904810" y="1338777"/>
                </a:lnTo>
                <a:lnTo>
                  <a:pt x="1906880" y="1339087"/>
                </a:lnTo>
                <a:lnTo>
                  <a:pt x="1908961" y="1339387"/>
                </a:lnTo>
                <a:lnTo>
                  <a:pt x="1911041" y="1339698"/>
                </a:lnTo>
                <a:lnTo>
                  <a:pt x="1913121" y="1339988"/>
                </a:lnTo>
                <a:lnTo>
                  <a:pt x="1915202" y="1340288"/>
                </a:lnTo>
                <a:lnTo>
                  <a:pt x="1917282" y="1340567"/>
                </a:lnTo>
                <a:lnTo>
                  <a:pt x="1919362" y="1340857"/>
                </a:lnTo>
                <a:lnTo>
                  <a:pt x="1921443" y="1341137"/>
                </a:lnTo>
                <a:lnTo>
                  <a:pt x="1923523" y="1341406"/>
                </a:lnTo>
                <a:lnTo>
                  <a:pt x="1925603" y="1341675"/>
                </a:lnTo>
                <a:lnTo>
                  <a:pt x="1927684" y="1341944"/>
                </a:lnTo>
                <a:lnTo>
                  <a:pt x="1929764" y="1342203"/>
                </a:lnTo>
                <a:lnTo>
                  <a:pt x="1931834" y="1342451"/>
                </a:lnTo>
                <a:lnTo>
                  <a:pt x="1933915" y="1342710"/>
                </a:lnTo>
                <a:lnTo>
                  <a:pt x="1935995" y="1342958"/>
                </a:lnTo>
                <a:lnTo>
                  <a:pt x="1938075" y="1343196"/>
                </a:lnTo>
                <a:lnTo>
                  <a:pt x="1940155" y="1343434"/>
                </a:lnTo>
                <a:lnTo>
                  <a:pt x="1942236" y="1343672"/>
                </a:lnTo>
                <a:lnTo>
                  <a:pt x="1944316" y="1343900"/>
                </a:lnTo>
                <a:lnTo>
                  <a:pt x="1946396" y="1344128"/>
                </a:lnTo>
                <a:lnTo>
                  <a:pt x="1948477" y="1344355"/>
                </a:lnTo>
                <a:lnTo>
                  <a:pt x="1950557" y="1344573"/>
                </a:lnTo>
                <a:lnTo>
                  <a:pt x="1952637" y="1344790"/>
                </a:lnTo>
                <a:lnTo>
                  <a:pt x="1954718" y="1345007"/>
                </a:lnTo>
                <a:lnTo>
                  <a:pt x="1956788" y="1345214"/>
                </a:lnTo>
                <a:lnTo>
                  <a:pt x="1958868" y="1345421"/>
                </a:lnTo>
                <a:lnTo>
                  <a:pt x="1960949" y="1345618"/>
                </a:lnTo>
                <a:lnTo>
                  <a:pt x="1963029" y="1345815"/>
                </a:lnTo>
                <a:lnTo>
                  <a:pt x="1965109" y="1346011"/>
                </a:lnTo>
                <a:lnTo>
                  <a:pt x="1967190" y="1346208"/>
                </a:lnTo>
                <a:lnTo>
                  <a:pt x="1969270" y="1346394"/>
                </a:lnTo>
                <a:lnTo>
                  <a:pt x="1971350" y="1346581"/>
                </a:lnTo>
                <a:lnTo>
                  <a:pt x="1973431" y="1346757"/>
                </a:lnTo>
                <a:lnTo>
                  <a:pt x="1975511" y="1346932"/>
                </a:lnTo>
                <a:lnTo>
                  <a:pt x="1977591" y="1347108"/>
                </a:lnTo>
                <a:lnTo>
                  <a:pt x="1979672" y="1347284"/>
                </a:lnTo>
                <a:lnTo>
                  <a:pt x="1981742" y="1347450"/>
                </a:lnTo>
                <a:lnTo>
                  <a:pt x="1983822" y="1347616"/>
                </a:lnTo>
                <a:lnTo>
                  <a:pt x="1985903" y="1347781"/>
                </a:lnTo>
                <a:lnTo>
                  <a:pt x="1987983" y="1347947"/>
                </a:lnTo>
                <a:lnTo>
                  <a:pt x="1990063" y="1348102"/>
                </a:lnTo>
                <a:lnTo>
                  <a:pt x="1992143" y="1348257"/>
                </a:lnTo>
                <a:lnTo>
                  <a:pt x="1994224" y="1348402"/>
                </a:lnTo>
                <a:lnTo>
                  <a:pt x="1996304" y="1348557"/>
                </a:lnTo>
                <a:lnTo>
                  <a:pt x="1998384" y="1348702"/>
                </a:lnTo>
                <a:lnTo>
                  <a:pt x="2000465" y="1348847"/>
                </a:lnTo>
                <a:lnTo>
                  <a:pt x="2002545" y="1348992"/>
                </a:lnTo>
                <a:lnTo>
                  <a:pt x="2004625" y="1349127"/>
                </a:lnTo>
                <a:lnTo>
                  <a:pt x="2006695" y="1349261"/>
                </a:lnTo>
                <a:lnTo>
                  <a:pt x="2008776" y="1349396"/>
                </a:lnTo>
                <a:lnTo>
                  <a:pt x="2010856" y="1349530"/>
                </a:lnTo>
                <a:lnTo>
                  <a:pt x="2012937" y="1349655"/>
                </a:lnTo>
                <a:lnTo>
                  <a:pt x="2015017" y="1349779"/>
                </a:lnTo>
                <a:lnTo>
                  <a:pt x="2017097" y="1349903"/>
                </a:lnTo>
                <a:lnTo>
                  <a:pt x="2019178" y="1350027"/>
                </a:lnTo>
                <a:lnTo>
                  <a:pt x="2021258" y="1350151"/>
                </a:lnTo>
                <a:lnTo>
                  <a:pt x="2023338" y="1350265"/>
                </a:lnTo>
                <a:lnTo>
                  <a:pt x="2025419" y="1350379"/>
                </a:lnTo>
                <a:lnTo>
                  <a:pt x="2027499" y="1350493"/>
                </a:lnTo>
                <a:lnTo>
                  <a:pt x="2029579" y="1350607"/>
                </a:lnTo>
                <a:lnTo>
                  <a:pt x="2031649" y="1350710"/>
                </a:lnTo>
                <a:lnTo>
                  <a:pt x="2033730" y="1350824"/>
                </a:lnTo>
                <a:lnTo>
                  <a:pt x="2035810" y="1350928"/>
                </a:lnTo>
                <a:lnTo>
                  <a:pt x="2037891" y="1351031"/>
                </a:lnTo>
                <a:lnTo>
                  <a:pt x="2039971" y="1351135"/>
                </a:lnTo>
                <a:lnTo>
                  <a:pt x="2042051" y="1351228"/>
                </a:lnTo>
                <a:lnTo>
                  <a:pt x="2044132" y="1351331"/>
                </a:lnTo>
                <a:lnTo>
                  <a:pt x="2046212" y="1351424"/>
                </a:lnTo>
                <a:lnTo>
                  <a:pt x="2048292" y="1351518"/>
                </a:lnTo>
                <a:lnTo>
                  <a:pt x="2050372" y="1351611"/>
                </a:lnTo>
                <a:lnTo>
                  <a:pt x="2052453" y="1351694"/>
                </a:lnTo>
                <a:lnTo>
                  <a:pt x="2054533" y="1351787"/>
                </a:lnTo>
                <a:lnTo>
                  <a:pt x="2056603" y="1351869"/>
                </a:lnTo>
                <a:lnTo>
                  <a:pt x="2058684" y="1351963"/>
                </a:lnTo>
                <a:lnTo>
                  <a:pt x="2060764" y="1352045"/>
                </a:lnTo>
                <a:lnTo>
                  <a:pt x="2062844" y="1352128"/>
                </a:lnTo>
                <a:lnTo>
                  <a:pt x="2064925" y="1352201"/>
                </a:lnTo>
                <a:lnTo>
                  <a:pt x="2067005" y="1352283"/>
                </a:lnTo>
                <a:lnTo>
                  <a:pt x="2069085" y="1352356"/>
                </a:lnTo>
                <a:lnTo>
                  <a:pt x="2071166" y="1352439"/>
                </a:lnTo>
                <a:lnTo>
                  <a:pt x="2073246" y="1352511"/>
                </a:lnTo>
                <a:lnTo>
                  <a:pt x="2075326" y="1352584"/>
                </a:lnTo>
                <a:lnTo>
                  <a:pt x="2077407" y="1352656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430" name="Group 3429">
            <a:extLst>
              <a:ext uri="{FF2B5EF4-FFF2-40B4-BE49-F238E27FC236}">
                <a16:creationId xmlns:a16="http://schemas.microsoft.com/office/drawing/2014/main" id="{BCF3B761-BC5A-598D-7D1C-29792FE96FEB}"/>
              </a:ext>
            </a:extLst>
          </p:cNvPr>
          <p:cNvGrpSpPr/>
          <p:nvPr/>
        </p:nvGrpSpPr>
        <p:grpSpPr>
          <a:xfrm>
            <a:off x="7869431" y="3564236"/>
            <a:ext cx="490248" cy="386361"/>
            <a:chOff x="7869431" y="3564236"/>
            <a:chExt cx="490248" cy="386361"/>
          </a:xfrm>
        </p:grpSpPr>
        <p:sp>
          <p:nvSpPr>
            <p:cNvPr id="3404" name="Freeform 3403">
              <a:extLst>
                <a:ext uri="{FF2B5EF4-FFF2-40B4-BE49-F238E27FC236}">
                  <a16:creationId xmlns:a16="http://schemas.microsoft.com/office/drawing/2014/main" id="{C55CAF58-E9F6-AB9F-9C43-8D6DCB4B8414}"/>
                </a:ext>
              </a:extLst>
            </p:cNvPr>
            <p:cNvSpPr/>
            <p:nvPr/>
          </p:nvSpPr>
          <p:spPr>
            <a:xfrm>
              <a:off x="7869431" y="3564236"/>
              <a:ext cx="490248" cy="386361"/>
            </a:xfrm>
            <a:custGeom>
              <a:avLst/>
              <a:gdLst>
                <a:gd name="csX0" fmla="*/ 0 w 490248"/>
                <a:gd name="csY0" fmla="*/ 386362 h 386361"/>
                <a:gd name="csX1" fmla="*/ 490248 w 490248"/>
                <a:gd name="csY1" fmla="*/ 386362 h 386361"/>
                <a:gd name="csX2" fmla="*/ 490248 w 490248"/>
                <a:gd name="csY2" fmla="*/ 0 h 386361"/>
                <a:gd name="csX3" fmla="*/ 0 w 490248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0248" h="386361">
                  <a:moveTo>
                    <a:pt x="0" y="386362"/>
                  </a:moveTo>
                  <a:lnTo>
                    <a:pt x="490248" y="386362"/>
                  </a:lnTo>
                  <a:lnTo>
                    <a:pt x="4902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5" name="Freeform 3404">
              <a:extLst>
                <a:ext uri="{FF2B5EF4-FFF2-40B4-BE49-F238E27FC236}">
                  <a16:creationId xmlns:a16="http://schemas.microsoft.com/office/drawing/2014/main" id="{03BC7458-6286-F3E9-A233-58AD3B80A31F}"/>
                </a:ext>
              </a:extLst>
            </p:cNvPr>
            <p:cNvSpPr/>
            <p:nvPr/>
          </p:nvSpPr>
          <p:spPr>
            <a:xfrm>
              <a:off x="7869431" y="3564236"/>
              <a:ext cx="490248" cy="386361"/>
            </a:xfrm>
            <a:custGeom>
              <a:avLst/>
              <a:gdLst>
                <a:gd name="csX0" fmla="*/ 0 w 490248"/>
                <a:gd name="csY0" fmla="*/ 386362 h 386361"/>
                <a:gd name="csX1" fmla="*/ 490248 w 490248"/>
                <a:gd name="csY1" fmla="*/ 386362 h 386361"/>
                <a:gd name="csX2" fmla="*/ 490248 w 490248"/>
                <a:gd name="csY2" fmla="*/ 0 h 386361"/>
                <a:gd name="csX3" fmla="*/ 0 w 490248"/>
                <a:gd name="csY3" fmla="*/ 0 h 386361"/>
                <a:gd name="csX4" fmla="*/ 0 w 490248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0248" h="386361">
                  <a:moveTo>
                    <a:pt x="0" y="386362"/>
                  </a:moveTo>
                  <a:lnTo>
                    <a:pt x="490248" y="386362"/>
                  </a:lnTo>
                  <a:lnTo>
                    <a:pt x="490248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6" name="Freeform 3405">
              <a:extLst>
                <a:ext uri="{FF2B5EF4-FFF2-40B4-BE49-F238E27FC236}">
                  <a16:creationId xmlns:a16="http://schemas.microsoft.com/office/drawing/2014/main" id="{D9B061CE-31C1-45B4-32F3-E19F5A313878}"/>
                </a:ext>
              </a:extLst>
            </p:cNvPr>
            <p:cNvSpPr/>
            <p:nvPr/>
          </p:nvSpPr>
          <p:spPr>
            <a:xfrm>
              <a:off x="7892512" y="3622191"/>
              <a:ext cx="138493" cy="77272"/>
            </a:xfrm>
            <a:custGeom>
              <a:avLst/>
              <a:gdLst>
                <a:gd name="csX0" fmla="*/ 0 w 138493"/>
                <a:gd name="csY0" fmla="*/ 77272 h 77272"/>
                <a:gd name="csX1" fmla="*/ 138493 w 138493"/>
                <a:gd name="csY1" fmla="*/ 77272 h 77272"/>
                <a:gd name="csX2" fmla="*/ 138493 w 138493"/>
                <a:gd name="csY2" fmla="*/ 0 h 77272"/>
                <a:gd name="csX3" fmla="*/ 0 w 138493"/>
                <a:gd name="csY3" fmla="*/ 0 h 77272"/>
                <a:gd name="csX4" fmla="*/ 0 w 138493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493" h="77272">
                  <a:moveTo>
                    <a:pt x="0" y="77272"/>
                  </a:moveTo>
                  <a:lnTo>
                    <a:pt x="138493" y="77272"/>
                  </a:lnTo>
                  <a:lnTo>
                    <a:pt x="138493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7" name="Freeform 3406">
              <a:extLst>
                <a:ext uri="{FF2B5EF4-FFF2-40B4-BE49-F238E27FC236}">
                  <a16:creationId xmlns:a16="http://schemas.microsoft.com/office/drawing/2014/main" id="{7DB7668D-1A17-0BB6-F5BB-D78B9B772D2C}"/>
                </a:ext>
              </a:extLst>
            </p:cNvPr>
            <p:cNvSpPr/>
            <p:nvPr/>
          </p:nvSpPr>
          <p:spPr>
            <a:xfrm>
              <a:off x="7892512" y="3622191"/>
              <a:ext cx="138493" cy="77272"/>
            </a:xfrm>
            <a:custGeom>
              <a:avLst/>
              <a:gdLst>
                <a:gd name="csX0" fmla="*/ 0 w 138493"/>
                <a:gd name="csY0" fmla="*/ 77272 h 77272"/>
                <a:gd name="csX1" fmla="*/ 138493 w 138493"/>
                <a:gd name="csY1" fmla="*/ 77272 h 77272"/>
                <a:gd name="csX2" fmla="*/ 138493 w 138493"/>
                <a:gd name="csY2" fmla="*/ 0 h 77272"/>
                <a:gd name="csX3" fmla="*/ 0 w 138493"/>
                <a:gd name="csY3" fmla="*/ 0 h 77272"/>
                <a:gd name="csX4" fmla="*/ 0 w 138493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8493" h="77272">
                  <a:moveTo>
                    <a:pt x="0" y="77272"/>
                  </a:moveTo>
                  <a:lnTo>
                    <a:pt x="138493" y="77272"/>
                  </a:lnTo>
                  <a:lnTo>
                    <a:pt x="138493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8" name="Freeform 3407">
              <a:extLst>
                <a:ext uri="{FF2B5EF4-FFF2-40B4-BE49-F238E27FC236}">
                  <a16:creationId xmlns:a16="http://schemas.microsoft.com/office/drawing/2014/main" id="{DDCB04D2-0FDE-D2AB-959A-1E1A19579377}"/>
                </a:ext>
              </a:extLst>
            </p:cNvPr>
            <p:cNvSpPr/>
            <p:nvPr/>
          </p:nvSpPr>
          <p:spPr>
            <a:xfrm>
              <a:off x="8054085" y="3620817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8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3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4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5 w 58146"/>
                <a:gd name="csY38" fmla="*/ 30144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51 w 58146"/>
                <a:gd name="csY46" fmla="*/ 30144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68" y="3357"/>
                    <a:pt x="2567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0" y="0"/>
                    <a:pt x="21487" y="0"/>
                  </a:cubicBezTo>
                  <a:cubicBezTo>
                    <a:pt x="27310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5" y="921"/>
                    <a:pt x="50032" y="2763"/>
                  </a:cubicBezTo>
                  <a:cubicBezTo>
                    <a:pt x="51129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4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10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5" y="30144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67" y="2388"/>
                    <a:pt x="23112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4"/>
                  </a:cubicBezTo>
                  <a:cubicBezTo>
                    <a:pt x="12486" y="30460"/>
                    <a:pt x="14111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1" y="32690"/>
                    <a:pt x="5209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9" name="Freeform 3408">
              <a:extLst>
                <a:ext uri="{FF2B5EF4-FFF2-40B4-BE49-F238E27FC236}">
                  <a16:creationId xmlns:a16="http://schemas.microsoft.com/office/drawing/2014/main" id="{9C7266E7-41F3-9C16-5A3D-84B98CCD4BC3}"/>
                </a:ext>
              </a:extLst>
            </p:cNvPr>
            <p:cNvSpPr/>
            <p:nvPr/>
          </p:nvSpPr>
          <p:spPr>
            <a:xfrm>
              <a:off x="8116682" y="3620344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19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7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4 h 34218"/>
                <a:gd name="csX34" fmla="*/ 12731 w 24332"/>
                <a:gd name="csY34" fmla="*/ 13199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35" y="20800"/>
                    <a:pt x="655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0" y="21091"/>
                    <a:pt x="1904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5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59" y="0"/>
                    <a:pt x="22290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7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7"/>
                  </a:cubicBezTo>
                  <a:cubicBezTo>
                    <a:pt x="4223" y="4242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4"/>
                  </a:cubicBezTo>
                  <a:cubicBezTo>
                    <a:pt x="10719" y="12775"/>
                    <a:pt x="11592" y="12957"/>
                    <a:pt x="12731" y="13199"/>
                  </a:cubicBezTo>
                  <a:cubicBezTo>
                    <a:pt x="16705" y="13951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0" name="Freeform 3409">
              <a:extLst>
                <a:ext uri="{FF2B5EF4-FFF2-40B4-BE49-F238E27FC236}">
                  <a16:creationId xmlns:a16="http://schemas.microsoft.com/office/drawing/2014/main" id="{018ADAF1-2F14-6459-45C2-1B00B4CE9CCC}"/>
                </a:ext>
              </a:extLst>
            </p:cNvPr>
            <p:cNvSpPr/>
            <p:nvPr/>
          </p:nvSpPr>
          <p:spPr>
            <a:xfrm>
              <a:off x="8142733" y="3619981"/>
              <a:ext cx="34030" cy="49090"/>
            </a:xfrm>
            <a:custGeom>
              <a:avLst/>
              <a:gdLst>
                <a:gd name="csX0" fmla="*/ 0 w 34030"/>
                <a:gd name="csY0" fmla="*/ 39635 h 49090"/>
                <a:gd name="csX1" fmla="*/ 1822 w 34030"/>
                <a:gd name="csY1" fmla="*/ 35163 h 49090"/>
                <a:gd name="csX2" fmla="*/ 6872 w 34030"/>
                <a:gd name="csY2" fmla="*/ 32181 h 49090"/>
                <a:gd name="csX3" fmla="*/ 3602 w 34030"/>
                <a:gd name="csY3" fmla="*/ 25563 h 49090"/>
                <a:gd name="csX4" fmla="*/ 5889 w 34030"/>
                <a:gd name="csY4" fmla="*/ 19381 h 49090"/>
                <a:gd name="csX5" fmla="*/ 2401 w 34030"/>
                <a:gd name="csY5" fmla="*/ 11709 h 49090"/>
                <a:gd name="csX6" fmla="*/ 5889 w 34030"/>
                <a:gd name="csY6" fmla="*/ 4073 h 49090"/>
                <a:gd name="csX7" fmla="*/ 14469 w 34030"/>
                <a:gd name="csY7" fmla="*/ 836 h 49090"/>
                <a:gd name="csX8" fmla="*/ 22366 w 34030"/>
                <a:gd name="csY8" fmla="*/ 3527 h 49090"/>
                <a:gd name="csX9" fmla="*/ 30253 w 34030"/>
                <a:gd name="csY9" fmla="*/ 0 h 49090"/>
                <a:gd name="csX10" fmla="*/ 33089 w 34030"/>
                <a:gd name="csY10" fmla="*/ 1200 h 49090"/>
                <a:gd name="csX11" fmla="*/ 34031 w 34030"/>
                <a:gd name="csY11" fmla="*/ 3672 h 49090"/>
                <a:gd name="csX12" fmla="*/ 33306 w 34030"/>
                <a:gd name="csY12" fmla="*/ 5345 h 49090"/>
                <a:gd name="csX13" fmla="*/ 31888 w 34030"/>
                <a:gd name="csY13" fmla="*/ 5890 h 49090"/>
                <a:gd name="csX14" fmla="*/ 30326 w 34030"/>
                <a:gd name="csY14" fmla="*/ 5309 h 49090"/>
                <a:gd name="csX15" fmla="*/ 29704 w 34030"/>
                <a:gd name="csY15" fmla="*/ 3745 h 49090"/>
                <a:gd name="csX16" fmla="*/ 30905 w 34030"/>
                <a:gd name="csY16" fmla="*/ 1709 h 49090"/>
                <a:gd name="csX17" fmla="*/ 30180 w 34030"/>
                <a:gd name="csY17" fmla="*/ 1636 h 49090"/>
                <a:gd name="csX18" fmla="*/ 23453 w 34030"/>
                <a:gd name="csY18" fmla="*/ 4545 h 49090"/>
                <a:gd name="csX19" fmla="*/ 26506 w 34030"/>
                <a:gd name="csY19" fmla="*/ 11781 h 49090"/>
                <a:gd name="csX20" fmla="*/ 23018 w 34030"/>
                <a:gd name="csY20" fmla="*/ 19418 h 49090"/>
                <a:gd name="csX21" fmla="*/ 14469 w 34030"/>
                <a:gd name="csY21" fmla="*/ 22654 h 49090"/>
                <a:gd name="csX22" fmla="*/ 7090 w 34030"/>
                <a:gd name="csY22" fmla="*/ 20326 h 49090"/>
                <a:gd name="csX23" fmla="*/ 5817 w 34030"/>
                <a:gd name="csY23" fmla="*/ 23854 h 49090"/>
                <a:gd name="csX24" fmla="*/ 6945 w 34030"/>
                <a:gd name="csY24" fmla="*/ 27163 h 49090"/>
                <a:gd name="csX25" fmla="*/ 9781 w 34030"/>
                <a:gd name="csY25" fmla="*/ 28836 h 49090"/>
                <a:gd name="csX26" fmla="*/ 15349 w 34030"/>
                <a:gd name="csY26" fmla="*/ 28909 h 49090"/>
                <a:gd name="csX27" fmla="*/ 19965 w 34030"/>
                <a:gd name="csY27" fmla="*/ 28981 h 49090"/>
                <a:gd name="csX28" fmla="*/ 23929 w 34030"/>
                <a:gd name="csY28" fmla="*/ 29563 h 49090"/>
                <a:gd name="csX29" fmla="*/ 28142 w 34030"/>
                <a:gd name="csY29" fmla="*/ 30981 h 49090"/>
                <a:gd name="csX30" fmla="*/ 33016 w 34030"/>
                <a:gd name="csY30" fmla="*/ 39490 h 49090"/>
                <a:gd name="csX31" fmla="*/ 28110 w 34030"/>
                <a:gd name="csY31" fmla="*/ 46399 h 49090"/>
                <a:gd name="csX32" fmla="*/ 16477 w 34030"/>
                <a:gd name="csY32" fmla="*/ 49090 h 49090"/>
                <a:gd name="csX33" fmla="*/ 4802 w 34030"/>
                <a:gd name="csY33" fmla="*/ 46363 h 49090"/>
                <a:gd name="csX34" fmla="*/ 0 w 34030"/>
                <a:gd name="csY34" fmla="*/ 39635 h 49090"/>
                <a:gd name="csX35" fmla="*/ 3892 w 34030"/>
                <a:gd name="csY35" fmla="*/ 39635 h 49090"/>
                <a:gd name="csX36" fmla="*/ 7493 w 34030"/>
                <a:gd name="csY36" fmla="*/ 45017 h 49090"/>
                <a:gd name="csX37" fmla="*/ 16550 w 34030"/>
                <a:gd name="csY37" fmla="*/ 47381 h 49090"/>
                <a:gd name="csX38" fmla="*/ 25492 w 34030"/>
                <a:gd name="csY38" fmla="*/ 45054 h 49090"/>
                <a:gd name="csX39" fmla="*/ 29125 w 34030"/>
                <a:gd name="csY39" fmla="*/ 39635 h 49090"/>
                <a:gd name="csX40" fmla="*/ 27852 w 34030"/>
                <a:gd name="csY40" fmla="*/ 35999 h 49090"/>
                <a:gd name="csX41" fmla="*/ 23960 w 34030"/>
                <a:gd name="csY41" fmla="*/ 34000 h 49090"/>
                <a:gd name="csX42" fmla="*/ 19561 w 34030"/>
                <a:gd name="csY42" fmla="*/ 33345 h 49090"/>
                <a:gd name="csX43" fmla="*/ 14397 w 34030"/>
                <a:gd name="csY43" fmla="*/ 33236 h 49090"/>
                <a:gd name="csX44" fmla="*/ 9998 w 34030"/>
                <a:gd name="csY44" fmla="*/ 33236 h 49090"/>
                <a:gd name="csX45" fmla="*/ 5672 w 34030"/>
                <a:gd name="csY45" fmla="*/ 35236 h 49090"/>
                <a:gd name="csX46" fmla="*/ 3892 w 34030"/>
                <a:gd name="csY46" fmla="*/ 39635 h 49090"/>
                <a:gd name="csX47" fmla="*/ 7959 w 34030"/>
                <a:gd name="csY47" fmla="*/ 11781 h 49090"/>
                <a:gd name="csX48" fmla="*/ 14469 w 34030"/>
                <a:gd name="csY48" fmla="*/ 20945 h 49090"/>
                <a:gd name="csX49" fmla="*/ 19748 w 34030"/>
                <a:gd name="csY49" fmla="*/ 17963 h 49090"/>
                <a:gd name="csX50" fmla="*/ 20948 w 34030"/>
                <a:gd name="csY50" fmla="*/ 11709 h 49090"/>
                <a:gd name="csX51" fmla="*/ 14469 w 34030"/>
                <a:gd name="csY51" fmla="*/ 2545 h 49090"/>
                <a:gd name="csX52" fmla="*/ 9160 w 34030"/>
                <a:gd name="csY52" fmla="*/ 5527 h 49090"/>
                <a:gd name="csX53" fmla="*/ 7959 w 34030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30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17" y="1999"/>
                    <a:pt x="34031" y="2823"/>
                    <a:pt x="34031" y="3672"/>
                  </a:cubicBezTo>
                  <a:cubicBezTo>
                    <a:pt x="34031" y="4424"/>
                    <a:pt x="33789" y="4981"/>
                    <a:pt x="33306" y="5345"/>
                  </a:cubicBezTo>
                  <a:cubicBezTo>
                    <a:pt x="32844" y="5708"/>
                    <a:pt x="32371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1" y="4897"/>
                    <a:pt x="29704" y="4375"/>
                    <a:pt x="29704" y="3745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3" y="29878"/>
                    <a:pt x="26906" y="30351"/>
                    <a:pt x="28142" y="30981"/>
                  </a:cubicBezTo>
                  <a:cubicBezTo>
                    <a:pt x="31371" y="32775"/>
                    <a:pt x="32996" y="35611"/>
                    <a:pt x="33016" y="39490"/>
                  </a:cubicBezTo>
                  <a:cubicBezTo>
                    <a:pt x="33016" y="42326"/>
                    <a:pt x="31381" y="44629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1" y="33345"/>
                  </a:cubicBezTo>
                  <a:cubicBezTo>
                    <a:pt x="18347" y="33272"/>
                    <a:pt x="16625" y="33236"/>
                    <a:pt x="1439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0" y="20945"/>
                    <a:pt x="18409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1" name="Freeform 3410">
              <a:extLst>
                <a:ext uri="{FF2B5EF4-FFF2-40B4-BE49-F238E27FC236}">
                  <a16:creationId xmlns:a16="http://schemas.microsoft.com/office/drawing/2014/main" id="{C21E337E-FF82-23F4-B73B-2DE7A68B9B2C}"/>
                </a:ext>
              </a:extLst>
            </p:cNvPr>
            <p:cNvSpPr/>
            <p:nvPr/>
          </p:nvSpPr>
          <p:spPr>
            <a:xfrm>
              <a:off x="8184381" y="3654015"/>
              <a:ext cx="25988" cy="47446"/>
            </a:xfrm>
            <a:custGeom>
              <a:avLst/>
              <a:gdLst>
                <a:gd name="csX0" fmla="*/ 25989 w 25988"/>
                <a:gd name="csY0" fmla="*/ 3589 h 47446"/>
                <a:gd name="csX1" fmla="*/ 25099 w 25988"/>
                <a:gd name="csY1" fmla="*/ 5854 h 47446"/>
                <a:gd name="csX2" fmla="*/ 23143 w 25988"/>
                <a:gd name="csY2" fmla="*/ 6720 h 47446"/>
                <a:gd name="csX3" fmla="*/ 21766 w 25988"/>
                <a:gd name="csY3" fmla="*/ 6236 h 47446"/>
                <a:gd name="csX4" fmla="*/ 21207 w 25988"/>
                <a:gd name="csY4" fmla="*/ 4913 h 47446"/>
                <a:gd name="csX5" fmla="*/ 21870 w 25988"/>
                <a:gd name="csY5" fmla="*/ 3131 h 47446"/>
                <a:gd name="csX6" fmla="*/ 24033 w 25988"/>
                <a:gd name="csY6" fmla="*/ 2088 h 47446"/>
                <a:gd name="csX7" fmla="*/ 21456 w 25988"/>
                <a:gd name="csY7" fmla="*/ 1146 h 47446"/>
                <a:gd name="csX8" fmla="*/ 20007 w 25988"/>
                <a:gd name="csY8" fmla="*/ 1655 h 47446"/>
                <a:gd name="csX9" fmla="*/ 19013 w 25988"/>
                <a:gd name="csY9" fmla="*/ 2927 h 47446"/>
                <a:gd name="csX10" fmla="*/ 17771 w 25988"/>
                <a:gd name="csY10" fmla="*/ 8349 h 47446"/>
                <a:gd name="csX11" fmla="*/ 17233 w 25988"/>
                <a:gd name="csY11" fmla="*/ 11302 h 47446"/>
                <a:gd name="csX12" fmla="*/ 16674 w 25988"/>
                <a:gd name="csY12" fmla="*/ 14280 h 47446"/>
                <a:gd name="csX13" fmla="*/ 21000 w 25988"/>
                <a:gd name="csY13" fmla="*/ 14280 h 47446"/>
                <a:gd name="csX14" fmla="*/ 21787 w 25988"/>
                <a:gd name="csY14" fmla="*/ 14306 h 47446"/>
                <a:gd name="csX15" fmla="*/ 22201 w 25988"/>
                <a:gd name="csY15" fmla="*/ 14458 h 47446"/>
                <a:gd name="csX16" fmla="*/ 22398 w 25988"/>
                <a:gd name="csY16" fmla="*/ 14866 h 47446"/>
                <a:gd name="csX17" fmla="*/ 22066 w 25988"/>
                <a:gd name="csY17" fmla="*/ 15756 h 47446"/>
                <a:gd name="csX18" fmla="*/ 20845 w 25988"/>
                <a:gd name="csY18" fmla="*/ 15909 h 47446"/>
                <a:gd name="csX19" fmla="*/ 16374 w 25988"/>
                <a:gd name="csY19" fmla="*/ 15909 h 47446"/>
                <a:gd name="csX20" fmla="*/ 13238 w 25988"/>
                <a:gd name="csY20" fmla="*/ 32429 h 47446"/>
                <a:gd name="csX21" fmla="*/ 12834 w 25988"/>
                <a:gd name="csY21" fmla="*/ 34440 h 47446"/>
                <a:gd name="csX22" fmla="*/ 11789 w 25988"/>
                <a:gd name="csY22" fmla="*/ 38411 h 47446"/>
                <a:gd name="csX23" fmla="*/ 10309 w 25988"/>
                <a:gd name="csY23" fmla="*/ 42381 h 47446"/>
                <a:gd name="csX24" fmla="*/ 9367 w 25988"/>
                <a:gd name="csY24" fmla="*/ 44010 h 47446"/>
                <a:gd name="csX25" fmla="*/ 8125 w 25988"/>
                <a:gd name="csY25" fmla="*/ 45639 h 47446"/>
                <a:gd name="csX26" fmla="*/ 6417 w 25988"/>
                <a:gd name="csY26" fmla="*/ 46938 h 47446"/>
                <a:gd name="csX27" fmla="*/ 4430 w 25988"/>
                <a:gd name="csY27" fmla="*/ 47446 h 47446"/>
                <a:gd name="csX28" fmla="*/ 1356 w 25988"/>
                <a:gd name="csY28" fmla="*/ 46480 h 47446"/>
                <a:gd name="csX29" fmla="*/ 0 w 25988"/>
                <a:gd name="csY29" fmla="*/ 43858 h 47446"/>
                <a:gd name="csX30" fmla="*/ 869 w 25988"/>
                <a:gd name="csY30" fmla="*/ 41592 h 47446"/>
                <a:gd name="csX31" fmla="*/ 2857 w 25988"/>
                <a:gd name="csY31" fmla="*/ 40727 h 47446"/>
                <a:gd name="csX32" fmla="*/ 4202 w 25988"/>
                <a:gd name="csY32" fmla="*/ 41211 h 47446"/>
                <a:gd name="csX33" fmla="*/ 4792 w 25988"/>
                <a:gd name="csY33" fmla="*/ 42534 h 47446"/>
                <a:gd name="csX34" fmla="*/ 4657 w 25988"/>
                <a:gd name="csY34" fmla="*/ 43298 h 47446"/>
                <a:gd name="csX35" fmla="*/ 4254 w 25988"/>
                <a:gd name="csY35" fmla="*/ 44163 h 47446"/>
                <a:gd name="csX36" fmla="*/ 3364 w 25988"/>
                <a:gd name="csY36" fmla="*/ 44978 h 47446"/>
                <a:gd name="csX37" fmla="*/ 1915 w 25988"/>
                <a:gd name="csY37" fmla="*/ 45360 h 47446"/>
                <a:gd name="csX38" fmla="*/ 4430 w 25988"/>
                <a:gd name="csY38" fmla="*/ 46302 h 47446"/>
                <a:gd name="csX39" fmla="*/ 5351 w 25988"/>
                <a:gd name="csY39" fmla="*/ 46098 h 47446"/>
                <a:gd name="csX40" fmla="*/ 6137 w 25988"/>
                <a:gd name="csY40" fmla="*/ 45461 h 47446"/>
                <a:gd name="csX41" fmla="*/ 6800 w 25988"/>
                <a:gd name="csY41" fmla="*/ 44545 h 47446"/>
                <a:gd name="csX42" fmla="*/ 7359 w 25988"/>
                <a:gd name="csY42" fmla="*/ 43272 h 47446"/>
                <a:gd name="csX43" fmla="*/ 7814 w 25988"/>
                <a:gd name="csY43" fmla="*/ 41847 h 47446"/>
                <a:gd name="csX44" fmla="*/ 8228 w 25988"/>
                <a:gd name="csY44" fmla="*/ 40141 h 47446"/>
                <a:gd name="csX45" fmla="*/ 8601 w 25988"/>
                <a:gd name="csY45" fmla="*/ 38385 h 47446"/>
                <a:gd name="csX46" fmla="*/ 8963 w 25988"/>
                <a:gd name="csY46" fmla="*/ 36501 h 47446"/>
                <a:gd name="csX47" fmla="*/ 12855 w 25988"/>
                <a:gd name="csY47" fmla="*/ 15909 h 47446"/>
                <a:gd name="csX48" fmla="*/ 9419 w 25988"/>
                <a:gd name="csY48" fmla="*/ 15909 h 47446"/>
                <a:gd name="csX49" fmla="*/ 8559 w 25988"/>
                <a:gd name="csY49" fmla="*/ 15883 h 47446"/>
                <a:gd name="csX50" fmla="*/ 8146 w 25988"/>
                <a:gd name="csY50" fmla="*/ 15731 h 47446"/>
                <a:gd name="csX51" fmla="*/ 7969 w 25988"/>
                <a:gd name="csY51" fmla="*/ 15272 h 47446"/>
                <a:gd name="csX52" fmla="*/ 8176 w 25988"/>
                <a:gd name="csY52" fmla="*/ 14585 h 47446"/>
                <a:gd name="csX53" fmla="*/ 8653 w 25988"/>
                <a:gd name="csY53" fmla="*/ 14331 h 47446"/>
                <a:gd name="csX54" fmla="*/ 9522 w 25988"/>
                <a:gd name="csY54" fmla="*/ 14280 h 47446"/>
                <a:gd name="csX55" fmla="*/ 13134 w 25988"/>
                <a:gd name="csY55" fmla="*/ 14280 h 47446"/>
                <a:gd name="csX56" fmla="*/ 14842 w 25988"/>
                <a:gd name="csY56" fmla="*/ 6109 h 47446"/>
                <a:gd name="csX57" fmla="*/ 16270 w 25988"/>
                <a:gd name="csY57" fmla="*/ 3004 h 47446"/>
                <a:gd name="csX58" fmla="*/ 18102 w 25988"/>
                <a:gd name="csY58" fmla="*/ 1095 h 47446"/>
                <a:gd name="csX59" fmla="*/ 19862 w 25988"/>
                <a:gd name="csY59" fmla="*/ 255 h 47446"/>
                <a:gd name="csX60" fmla="*/ 21456 w 25988"/>
                <a:gd name="csY60" fmla="*/ 0 h 47446"/>
                <a:gd name="csX61" fmla="*/ 24612 w 25988"/>
                <a:gd name="csY61" fmla="*/ 968 h 47446"/>
                <a:gd name="csX62" fmla="*/ 25989 w 25988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6">
                  <a:moveTo>
                    <a:pt x="25989" y="3589"/>
                  </a:moveTo>
                  <a:cubicBezTo>
                    <a:pt x="25989" y="4522"/>
                    <a:pt x="25692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59" y="6559"/>
                    <a:pt x="21766" y="6236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1" y="1146"/>
                    <a:pt x="21456" y="1146"/>
                  </a:cubicBezTo>
                  <a:cubicBezTo>
                    <a:pt x="20931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58" y="3470"/>
                    <a:pt x="18344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5" y="14289"/>
                    <a:pt x="21787" y="14306"/>
                  </a:cubicBezTo>
                  <a:cubicBezTo>
                    <a:pt x="21945" y="14322"/>
                    <a:pt x="22083" y="14373"/>
                    <a:pt x="22201" y="14458"/>
                  </a:cubicBezTo>
                  <a:cubicBezTo>
                    <a:pt x="22332" y="14543"/>
                    <a:pt x="22398" y="14679"/>
                    <a:pt x="22398" y="14866"/>
                  </a:cubicBezTo>
                  <a:cubicBezTo>
                    <a:pt x="22398" y="15340"/>
                    <a:pt x="22287" y="15637"/>
                    <a:pt x="22066" y="15756"/>
                  </a:cubicBezTo>
                  <a:cubicBezTo>
                    <a:pt x="21866" y="15858"/>
                    <a:pt x="21459" y="15909"/>
                    <a:pt x="2084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28" y="46182"/>
                    <a:pt x="7059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34" y="45979"/>
                    <a:pt x="5896" y="45767"/>
                    <a:pt x="6137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2" y="41440"/>
                    <a:pt x="8070" y="40871"/>
                    <a:pt x="8228" y="40141"/>
                  </a:cubicBezTo>
                  <a:cubicBezTo>
                    <a:pt x="8394" y="39412"/>
                    <a:pt x="8518" y="38827"/>
                    <a:pt x="8601" y="38385"/>
                  </a:cubicBezTo>
                  <a:cubicBezTo>
                    <a:pt x="8691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1" y="15867"/>
                    <a:pt x="8263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87" y="14348"/>
                    <a:pt x="8653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09"/>
                  </a:cubicBezTo>
                  <a:cubicBezTo>
                    <a:pt x="15214" y="4887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1" y="0"/>
                    <a:pt x="21456" y="0"/>
                  </a:cubicBezTo>
                  <a:cubicBezTo>
                    <a:pt x="22649" y="0"/>
                    <a:pt x="23701" y="323"/>
                    <a:pt x="24612" y="968"/>
                  </a:cubicBezTo>
                  <a:cubicBezTo>
                    <a:pt x="25530" y="1595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2" name="Freeform 3411">
              <a:extLst>
                <a:ext uri="{FF2B5EF4-FFF2-40B4-BE49-F238E27FC236}">
                  <a16:creationId xmlns:a16="http://schemas.microsoft.com/office/drawing/2014/main" id="{AD764FF8-B2F1-BCDA-D99A-8B2642327DC3}"/>
                </a:ext>
              </a:extLst>
            </p:cNvPr>
            <p:cNvSpPr/>
            <p:nvPr/>
          </p:nvSpPr>
          <p:spPr>
            <a:xfrm>
              <a:off x="8224136" y="3664196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20 w 46119"/>
                <a:gd name="csY1" fmla="*/ 13542 h 27083"/>
                <a:gd name="csX2" fmla="*/ 45664 w 46119"/>
                <a:gd name="csY2" fmla="*/ 14229 h 27083"/>
                <a:gd name="csX3" fmla="*/ 38513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6 w 46119"/>
                <a:gd name="csY6" fmla="*/ 27084 h 27083"/>
                <a:gd name="csX7" fmla="*/ 33720 w 46119"/>
                <a:gd name="csY7" fmla="*/ 26779 h 27083"/>
                <a:gd name="csX8" fmla="*/ 33420 w 46119"/>
                <a:gd name="csY8" fmla="*/ 26065 h 27083"/>
                <a:gd name="csX9" fmla="*/ 3344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76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76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41 w 46119"/>
                <a:gd name="csY21" fmla="*/ 1146 h 27083"/>
                <a:gd name="csX22" fmla="*/ 33420 w 46119"/>
                <a:gd name="csY22" fmla="*/ 1018 h 27083"/>
                <a:gd name="csX23" fmla="*/ 33720 w 46119"/>
                <a:gd name="csY23" fmla="*/ 306 h 27083"/>
                <a:gd name="csX24" fmla="*/ 34466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3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20" y="13202"/>
                    <a:pt x="46120" y="13542"/>
                  </a:cubicBezTo>
                  <a:cubicBezTo>
                    <a:pt x="46120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3" y="19652"/>
                  </a:cubicBezTo>
                  <a:cubicBezTo>
                    <a:pt x="36933" y="21704"/>
                    <a:pt x="35922" y="23910"/>
                    <a:pt x="35480" y="26269"/>
                  </a:cubicBezTo>
                  <a:cubicBezTo>
                    <a:pt x="35432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6" y="27084"/>
                  </a:cubicBezTo>
                  <a:cubicBezTo>
                    <a:pt x="34176" y="27084"/>
                    <a:pt x="33927" y="26982"/>
                    <a:pt x="33720" y="26779"/>
                  </a:cubicBezTo>
                  <a:cubicBezTo>
                    <a:pt x="33520" y="26592"/>
                    <a:pt x="33420" y="26354"/>
                    <a:pt x="33420" y="26065"/>
                  </a:cubicBezTo>
                  <a:cubicBezTo>
                    <a:pt x="33420" y="26049"/>
                    <a:pt x="33427" y="26015"/>
                    <a:pt x="33441" y="25964"/>
                  </a:cubicBezTo>
                  <a:cubicBezTo>
                    <a:pt x="33462" y="25896"/>
                    <a:pt x="33472" y="25853"/>
                    <a:pt x="33472" y="25837"/>
                  </a:cubicBezTo>
                  <a:cubicBezTo>
                    <a:pt x="33983" y="23088"/>
                    <a:pt x="35128" y="20585"/>
                    <a:pt x="36908" y="18328"/>
                  </a:cubicBezTo>
                  <a:cubicBezTo>
                    <a:pt x="38026" y="16902"/>
                    <a:pt x="39382" y="15655"/>
                    <a:pt x="40976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76" y="12499"/>
                  </a:lnTo>
                  <a:cubicBezTo>
                    <a:pt x="39382" y="11429"/>
                    <a:pt x="38026" y="10182"/>
                    <a:pt x="36908" y="8757"/>
                  </a:cubicBezTo>
                  <a:cubicBezTo>
                    <a:pt x="35128" y="6500"/>
                    <a:pt x="33983" y="3997"/>
                    <a:pt x="33472" y="1247"/>
                  </a:cubicBezTo>
                  <a:cubicBezTo>
                    <a:pt x="33472" y="1231"/>
                    <a:pt x="33462" y="1197"/>
                    <a:pt x="33441" y="1146"/>
                  </a:cubicBezTo>
                  <a:cubicBezTo>
                    <a:pt x="33427" y="1078"/>
                    <a:pt x="33420" y="1036"/>
                    <a:pt x="33420" y="1018"/>
                  </a:cubicBezTo>
                  <a:cubicBezTo>
                    <a:pt x="33420" y="730"/>
                    <a:pt x="33520" y="493"/>
                    <a:pt x="33720" y="306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2" y="577"/>
                    <a:pt x="35480" y="815"/>
                  </a:cubicBezTo>
                  <a:cubicBezTo>
                    <a:pt x="35922" y="3174"/>
                    <a:pt x="36932" y="5380"/>
                    <a:pt x="38513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3" name="Freeform 3412">
              <a:extLst>
                <a:ext uri="{FF2B5EF4-FFF2-40B4-BE49-F238E27FC236}">
                  <a16:creationId xmlns:a16="http://schemas.microsoft.com/office/drawing/2014/main" id="{B35BFA8B-BB41-C613-CFB4-247D0B1ED0A2}"/>
                </a:ext>
              </a:extLst>
            </p:cNvPr>
            <p:cNvSpPr/>
            <p:nvPr/>
          </p:nvSpPr>
          <p:spPr>
            <a:xfrm>
              <a:off x="8290231" y="3655160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07 w 34662"/>
                <a:gd name="csY1" fmla="*/ 1247 h 35610"/>
                <a:gd name="csX2" fmla="*/ 5372 w 34662"/>
                <a:gd name="csY2" fmla="*/ 33829 h 35610"/>
                <a:gd name="csX3" fmla="*/ 14273 w 34662"/>
                <a:gd name="csY3" fmla="*/ 33829 h 35610"/>
                <a:gd name="csX4" fmla="*/ 18878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79 h 35610"/>
                <a:gd name="csX8" fmla="*/ 27945 w 34662"/>
                <a:gd name="csY8" fmla="*/ 22985 h 35610"/>
                <a:gd name="csX9" fmla="*/ 28349 w 34662"/>
                <a:gd name="csY9" fmla="*/ 21890 h 35610"/>
                <a:gd name="csX10" fmla="*/ 28814 w 34662"/>
                <a:gd name="csY10" fmla="*/ 21686 h 35610"/>
                <a:gd name="csX11" fmla="*/ 29322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29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7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2 h 35610"/>
                <a:gd name="csX22" fmla="*/ 197 w 34662"/>
                <a:gd name="csY22" fmla="*/ 34210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2 w 34662"/>
                <a:gd name="csY26" fmla="*/ 3232 h 35610"/>
                <a:gd name="csX27" fmla="*/ 11043 w 34662"/>
                <a:gd name="csY27" fmla="*/ 5217 h 35610"/>
                <a:gd name="csX28" fmla="*/ 9336 w 34662"/>
                <a:gd name="csY28" fmla="*/ 7865 h 35610"/>
                <a:gd name="csX29" fmla="*/ 8011 w 34662"/>
                <a:gd name="csY29" fmla="*/ 11225 h 35610"/>
                <a:gd name="csX30" fmla="*/ 7938 w 34662"/>
                <a:gd name="csY30" fmla="*/ 11352 h 35610"/>
                <a:gd name="csX31" fmla="*/ 7814 w 34662"/>
                <a:gd name="csY31" fmla="*/ 11556 h 35610"/>
                <a:gd name="csX32" fmla="*/ 7628 w 34662"/>
                <a:gd name="csY32" fmla="*/ 11683 h 35610"/>
                <a:gd name="csX33" fmla="*/ 7349 w 34662"/>
                <a:gd name="csY33" fmla="*/ 11734 h 35610"/>
                <a:gd name="csX34" fmla="*/ 6893 w 34662"/>
                <a:gd name="csY34" fmla="*/ 11582 h 35610"/>
                <a:gd name="csX35" fmla="*/ 6738 w 34662"/>
                <a:gd name="csY35" fmla="*/ 11276 h 35610"/>
                <a:gd name="csX36" fmla="*/ 6717 w 34662"/>
                <a:gd name="csY36" fmla="*/ 11149 h 35610"/>
                <a:gd name="csX37" fmla="*/ 6872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4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6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0" y="840"/>
                    <a:pt x="34507" y="1247"/>
                  </a:cubicBezTo>
                  <a:lnTo>
                    <a:pt x="5372" y="33829"/>
                  </a:lnTo>
                  <a:lnTo>
                    <a:pt x="14273" y="33829"/>
                  </a:lnTo>
                  <a:cubicBezTo>
                    <a:pt x="16025" y="33829"/>
                    <a:pt x="17560" y="33676"/>
                    <a:pt x="18878" y="33370"/>
                  </a:cubicBezTo>
                  <a:cubicBezTo>
                    <a:pt x="20203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79"/>
                  </a:cubicBezTo>
                  <a:cubicBezTo>
                    <a:pt x="26972" y="25827"/>
                    <a:pt x="27455" y="24529"/>
                    <a:pt x="27945" y="22985"/>
                  </a:cubicBezTo>
                  <a:cubicBezTo>
                    <a:pt x="28131" y="22391"/>
                    <a:pt x="28266" y="22026"/>
                    <a:pt x="28349" y="21890"/>
                  </a:cubicBezTo>
                  <a:cubicBezTo>
                    <a:pt x="28438" y="21754"/>
                    <a:pt x="28594" y="21686"/>
                    <a:pt x="28814" y="21686"/>
                  </a:cubicBezTo>
                  <a:cubicBezTo>
                    <a:pt x="29035" y="21686"/>
                    <a:pt x="29204" y="21754"/>
                    <a:pt x="29322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1" y="22985"/>
                    <a:pt x="2929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5" y="35610"/>
                    <a:pt x="2397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2"/>
                    <a:pt x="0" y="35152"/>
                  </a:cubicBezTo>
                  <a:lnTo>
                    <a:pt x="197" y="34210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2" y="3232"/>
                  </a:cubicBezTo>
                  <a:cubicBezTo>
                    <a:pt x="12499" y="3724"/>
                    <a:pt x="11720" y="4386"/>
                    <a:pt x="11043" y="5217"/>
                  </a:cubicBezTo>
                  <a:cubicBezTo>
                    <a:pt x="10367" y="6032"/>
                    <a:pt x="9798" y="6915"/>
                    <a:pt x="9336" y="7865"/>
                  </a:cubicBezTo>
                  <a:cubicBezTo>
                    <a:pt x="8880" y="8799"/>
                    <a:pt x="8439" y="9918"/>
                    <a:pt x="8011" y="11225"/>
                  </a:cubicBezTo>
                  <a:lnTo>
                    <a:pt x="7938" y="11352"/>
                  </a:lnTo>
                  <a:cubicBezTo>
                    <a:pt x="7890" y="11437"/>
                    <a:pt x="7849" y="11505"/>
                    <a:pt x="7814" y="11556"/>
                  </a:cubicBezTo>
                  <a:cubicBezTo>
                    <a:pt x="7780" y="11590"/>
                    <a:pt x="7718" y="11632"/>
                    <a:pt x="7628" y="11683"/>
                  </a:cubicBezTo>
                  <a:cubicBezTo>
                    <a:pt x="7545" y="11717"/>
                    <a:pt x="7452" y="11734"/>
                    <a:pt x="7349" y="11734"/>
                  </a:cubicBezTo>
                  <a:cubicBezTo>
                    <a:pt x="7162" y="11734"/>
                    <a:pt x="7011" y="11683"/>
                    <a:pt x="6893" y="11582"/>
                  </a:cubicBezTo>
                  <a:cubicBezTo>
                    <a:pt x="6790" y="11480"/>
                    <a:pt x="6738" y="11378"/>
                    <a:pt x="6738" y="11276"/>
                  </a:cubicBezTo>
                  <a:lnTo>
                    <a:pt x="6717" y="11149"/>
                  </a:lnTo>
                  <a:cubicBezTo>
                    <a:pt x="6752" y="10843"/>
                    <a:pt x="6803" y="10606"/>
                    <a:pt x="6872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36" y="0"/>
                    <a:pt x="11344" y="0"/>
                  </a:cubicBezTo>
                  <a:lnTo>
                    <a:pt x="33368" y="0"/>
                  </a:lnTo>
                  <a:cubicBezTo>
                    <a:pt x="33907" y="0"/>
                    <a:pt x="34255" y="25"/>
                    <a:pt x="34414" y="76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4" name="Freeform 3413">
              <a:extLst>
                <a:ext uri="{FF2B5EF4-FFF2-40B4-BE49-F238E27FC236}">
                  <a16:creationId xmlns:a16="http://schemas.microsoft.com/office/drawing/2014/main" id="{623D2127-D6C2-49C2-CB5A-F7AA62699C77}"/>
                </a:ext>
              </a:extLst>
            </p:cNvPr>
            <p:cNvSpPr/>
            <p:nvPr/>
          </p:nvSpPr>
          <p:spPr>
            <a:xfrm>
              <a:off x="7892512" y="3757417"/>
              <a:ext cx="138493" cy="1034"/>
            </a:xfrm>
            <a:custGeom>
              <a:avLst/>
              <a:gdLst>
                <a:gd name="csX0" fmla="*/ 0 w 138493"/>
                <a:gd name="csY0" fmla="*/ 0 h 1034"/>
                <a:gd name="csX1" fmla="*/ 138493 w 138493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8493" h="1034">
                  <a:moveTo>
                    <a:pt x="0" y="0"/>
                  </a:moveTo>
                  <a:lnTo>
                    <a:pt x="138493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5" name="Freeform 3414">
              <a:extLst>
                <a:ext uri="{FF2B5EF4-FFF2-40B4-BE49-F238E27FC236}">
                  <a16:creationId xmlns:a16="http://schemas.microsoft.com/office/drawing/2014/main" id="{CC799ABC-A04D-A685-F44C-914A5038C168}"/>
                </a:ext>
              </a:extLst>
            </p:cNvPr>
            <p:cNvSpPr/>
            <p:nvPr/>
          </p:nvSpPr>
          <p:spPr>
            <a:xfrm>
              <a:off x="8112107" y="3708753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64" y="4124"/>
                    <a:pt x="6020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6" name="Freeform 3415">
              <a:extLst>
                <a:ext uri="{FF2B5EF4-FFF2-40B4-BE49-F238E27FC236}">
                  <a16:creationId xmlns:a16="http://schemas.microsoft.com/office/drawing/2014/main" id="{1166C415-F6CE-82E7-CF7E-6F1BA2AA7E0C}"/>
                </a:ext>
              </a:extLst>
            </p:cNvPr>
            <p:cNvSpPr/>
            <p:nvPr/>
          </p:nvSpPr>
          <p:spPr>
            <a:xfrm>
              <a:off x="8054085" y="3725174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8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3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5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5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68" y="3357"/>
                    <a:pt x="2567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0" y="0"/>
                    <a:pt x="21487" y="0"/>
                  </a:cubicBezTo>
                  <a:cubicBezTo>
                    <a:pt x="27310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5" y="921"/>
                    <a:pt x="50032" y="2763"/>
                  </a:cubicBezTo>
                  <a:cubicBezTo>
                    <a:pt x="51129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10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5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67" y="2388"/>
                    <a:pt x="23112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5"/>
                  </a:cubicBezTo>
                  <a:cubicBezTo>
                    <a:pt x="12486" y="30460"/>
                    <a:pt x="14111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1" y="32690"/>
                    <a:pt x="5209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7" name="Freeform 3416">
              <a:extLst>
                <a:ext uri="{FF2B5EF4-FFF2-40B4-BE49-F238E27FC236}">
                  <a16:creationId xmlns:a16="http://schemas.microsoft.com/office/drawing/2014/main" id="{59FD6EE9-00B5-541D-7F34-303D48D5D259}"/>
                </a:ext>
              </a:extLst>
            </p:cNvPr>
            <p:cNvSpPr/>
            <p:nvPr/>
          </p:nvSpPr>
          <p:spPr>
            <a:xfrm>
              <a:off x="8116682" y="3724701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4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19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4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35" y="20800"/>
                    <a:pt x="655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0" y="21091"/>
                    <a:pt x="1904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5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59" y="0"/>
                    <a:pt x="22290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7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8" name="Freeform 3417">
              <a:extLst>
                <a:ext uri="{FF2B5EF4-FFF2-40B4-BE49-F238E27FC236}">
                  <a16:creationId xmlns:a16="http://schemas.microsoft.com/office/drawing/2014/main" id="{FD144419-5F02-658F-7F21-74DE51793F4C}"/>
                </a:ext>
              </a:extLst>
            </p:cNvPr>
            <p:cNvSpPr/>
            <p:nvPr/>
          </p:nvSpPr>
          <p:spPr>
            <a:xfrm>
              <a:off x="8142733" y="3724338"/>
              <a:ext cx="34030" cy="49090"/>
            </a:xfrm>
            <a:custGeom>
              <a:avLst/>
              <a:gdLst>
                <a:gd name="csX0" fmla="*/ 0 w 34030"/>
                <a:gd name="csY0" fmla="*/ 39635 h 49090"/>
                <a:gd name="csX1" fmla="*/ 1822 w 34030"/>
                <a:gd name="csY1" fmla="*/ 35163 h 49090"/>
                <a:gd name="csX2" fmla="*/ 6872 w 34030"/>
                <a:gd name="csY2" fmla="*/ 32181 h 49090"/>
                <a:gd name="csX3" fmla="*/ 3602 w 34030"/>
                <a:gd name="csY3" fmla="*/ 25563 h 49090"/>
                <a:gd name="csX4" fmla="*/ 5889 w 34030"/>
                <a:gd name="csY4" fmla="*/ 19381 h 49090"/>
                <a:gd name="csX5" fmla="*/ 2401 w 34030"/>
                <a:gd name="csY5" fmla="*/ 11709 h 49090"/>
                <a:gd name="csX6" fmla="*/ 5889 w 34030"/>
                <a:gd name="csY6" fmla="*/ 4073 h 49090"/>
                <a:gd name="csX7" fmla="*/ 14469 w 34030"/>
                <a:gd name="csY7" fmla="*/ 836 h 49090"/>
                <a:gd name="csX8" fmla="*/ 22366 w 34030"/>
                <a:gd name="csY8" fmla="*/ 3527 h 49090"/>
                <a:gd name="csX9" fmla="*/ 30253 w 34030"/>
                <a:gd name="csY9" fmla="*/ 0 h 49090"/>
                <a:gd name="csX10" fmla="*/ 33089 w 34030"/>
                <a:gd name="csY10" fmla="*/ 1200 h 49090"/>
                <a:gd name="csX11" fmla="*/ 34031 w 34030"/>
                <a:gd name="csY11" fmla="*/ 3672 h 49090"/>
                <a:gd name="csX12" fmla="*/ 33306 w 34030"/>
                <a:gd name="csY12" fmla="*/ 5345 h 49090"/>
                <a:gd name="csX13" fmla="*/ 31888 w 34030"/>
                <a:gd name="csY13" fmla="*/ 5890 h 49090"/>
                <a:gd name="csX14" fmla="*/ 30326 w 34030"/>
                <a:gd name="csY14" fmla="*/ 5309 h 49090"/>
                <a:gd name="csX15" fmla="*/ 29704 w 34030"/>
                <a:gd name="csY15" fmla="*/ 3745 h 49090"/>
                <a:gd name="csX16" fmla="*/ 30905 w 34030"/>
                <a:gd name="csY16" fmla="*/ 1709 h 49090"/>
                <a:gd name="csX17" fmla="*/ 30180 w 34030"/>
                <a:gd name="csY17" fmla="*/ 1636 h 49090"/>
                <a:gd name="csX18" fmla="*/ 23453 w 34030"/>
                <a:gd name="csY18" fmla="*/ 4545 h 49090"/>
                <a:gd name="csX19" fmla="*/ 26506 w 34030"/>
                <a:gd name="csY19" fmla="*/ 11781 h 49090"/>
                <a:gd name="csX20" fmla="*/ 23018 w 34030"/>
                <a:gd name="csY20" fmla="*/ 19418 h 49090"/>
                <a:gd name="csX21" fmla="*/ 14469 w 34030"/>
                <a:gd name="csY21" fmla="*/ 22654 h 49090"/>
                <a:gd name="csX22" fmla="*/ 7090 w 34030"/>
                <a:gd name="csY22" fmla="*/ 20326 h 49090"/>
                <a:gd name="csX23" fmla="*/ 5817 w 34030"/>
                <a:gd name="csY23" fmla="*/ 23854 h 49090"/>
                <a:gd name="csX24" fmla="*/ 6945 w 34030"/>
                <a:gd name="csY24" fmla="*/ 27164 h 49090"/>
                <a:gd name="csX25" fmla="*/ 9781 w 34030"/>
                <a:gd name="csY25" fmla="*/ 28836 h 49090"/>
                <a:gd name="csX26" fmla="*/ 15349 w 34030"/>
                <a:gd name="csY26" fmla="*/ 28909 h 49090"/>
                <a:gd name="csX27" fmla="*/ 19965 w 34030"/>
                <a:gd name="csY27" fmla="*/ 28981 h 49090"/>
                <a:gd name="csX28" fmla="*/ 23929 w 34030"/>
                <a:gd name="csY28" fmla="*/ 29563 h 49090"/>
                <a:gd name="csX29" fmla="*/ 28142 w 34030"/>
                <a:gd name="csY29" fmla="*/ 30982 h 49090"/>
                <a:gd name="csX30" fmla="*/ 33016 w 34030"/>
                <a:gd name="csY30" fmla="*/ 39490 h 49090"/>
                <a:gd name="csX31" fmla="*/ 28110 w 34030"/>
                <a:gd name="csY31" fmla="*/ 46399 h 49090"/>
                <a:gd name="csX32" fmla="*/ 16477 w 34030"/>
                <a:gd name="csY32" fmla="*/ 49090 h 49090"/>
                <a:gd name="csX33" fmla="*/ 4802 w 34030"/>
                <a:gd name="csY33" fmla="*/ 46363 h 49090"/>
                <a:gd name="csX34" fmla="*/ 0 w 34030"/>
                <a:gd name="csY34" fmla="*/ 39635 h 49090"/>
                <a:gd name="csX35" fmla="*/ 3892 w 34030"/>
                <a:gd name="csY35" fmla="*/ 39635 h 49090"/>
                <a:gd name="csX36" fmla="*/ 7493 w 34030"/>
                <a:gd name="csY36" fmla="*/ 45017 h 49090"/>
                <a:gd name="csX37" fmla="*/ 16550 w 34030"/>
                <a:gd name="csY37" fmla="*/ 47381 h 49090"/>
                <a:gd name="csX38" fmla="*/ 25492 w 34030"/>
                <a:gd name="csY38" fmla="*/ 45054 h 49090"/>
                <a:gd name="csX39" fmla="*/ 29125 w 34030"/>
                <a:gd name="csY39" fmla="*/ 39635 h 49090"/>
                <a:gd name="csX40" fmla="*/ 27852 w 34030"/>
                <a:gd name="csY40" fmla="*/ 35999 h 49090"/>
                <a:gd name="csX41" fmla="*/ 23960 w 34030"/>
                <a:gd name="csY41" fmla="*/ 34000 h 49090"/>
                <a:gd name="csX42" fmla="*/ 19561 w 34030"/>
                <a:gd name="csY42" fmla="*/ 33345 h 49090"/>
                <a:gd name="csX43" fmla="*/ 14397 w 34030"/>
                <a:gd name="csY43" fmla="*/ 33236 h 49090"/>
                <a:gd name="csX44" fmla="*/ 9998 w 34030"/>
                <a:gd name="csY44" fmla="*/ 33236 h 49090"/>
                <a:gd name="csX45" fmla="*/ 5672 w 34030"/>
                <a:gd name="csY45" fmla="*/ 35236 h 49090"/>
                <a:gd name="csX46" fmla="*/ 3892 w 34030"/>
                <a:gd name="csY46" fmla="*/ 39635 h 49090"/>
                <a:gd name="csX47" fmla="*/ 7959 w 34030"/>
                <a:gd name="csY47" fmla="*/ 11781 h 49090"/>
                <a:gd name="csX48" fmla="*/ 14469 w 34030"/>
                <a:gd name="csY48" fmla="*/ 20945 h 49090"/>
                <a:gd name="csX49" fmla="*/ 19748 w 34030"/>
                <a:gd name="csY49" fmla="*/ 17963 h 49090"/>
                <a:gd name="csX50" fmla="*/ 20948 w 34030"/>
                <a:gd name="csY50" fmla="*/ 11709 h 49090"/>
                <a:gd name="csX51" fmla="*/ 14469 w 34030"/>
                <a:gd name="csY51" fmla="*/ 2545 h 49090"/>
                <a:gd name="csX52" fmla="*/ 9160 w 34030"/>
                <a:gd name="csY52" fmla="*/ 5527 h 49090"/>
                <a:gd name="csX53" fmla="*/ 7959 w 34030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30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17" y="1999"/>
                    <a:pt x="34031" y="2823"/>
                    <a:pt x="34031" y="3672"/>
                  </a:cubicBezTo>
                  <a:cubicBezTo>
                    <a:pt x="34031" y="4424"/>
                    <a:pt x="33789" y="4981"/>
                    <a:pt x="33306" y="5345"/>
                  </a:cubicBezTo>
                  <a:cubicBezTo>
                    <a:pt x="32844" y="5708"/>
                    <a:pt x="32371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1" y="4897"/>
                    <a:pt x="29704" y="4375"/>
                    <a:pt x="29704" y="3745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3" y="29878"/>
                    <a:pt x="26906" y="30351"/>
                    <a:pt x="28142" y="30982"/>
                  </a:cubicBezTo>
                  <a:cubicBezTo>
                    <a:pt x="31371" y="32775"/>
                    <a:pt x="32996" y="35611"/>
                    <a:pt x="33016" y="39490"/>
                  </a:cubicBezTo>
                  <a:cubicBezTo>
                    <a:pt x="33016" y="42326"/>
                    <a:pt x="31381" y="44629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1" y="33345"/>
                  </a:cubicBezTo>
                  <a:cubicBezTo>
                    <a:pt x="18347" y="33272"/>
                    <a:pt x="16625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0" y="20945"/>
                    <a:pt x="18409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9" name="Freeform 3418">
              <a:extLst>
                <a:ext uri="{FF2B5EF4-FFF2-40B4-BE49-F238E27FC236}">
                  <a16:creationId xmlns:a16="http://schemas.microsoft.com/office/drawing/2014/main" id="{8EDDBAA2-525C-5790-01ED-DC42E0C43E5E}"/>
                </a:ext>
              </a:extLst>
            </p:cNvPr>
            <p:cNvSpPr/>
            <p:nvPr/>
          </p:nvSpPr>
          <p:spPr>
            <a:xfrm>
              <a:off x="8187559" y="3758372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2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69 w 25988"/>
                <a:gd name="csY5" fmla="*/ 3131 h 47447"/>
                <a:gd name="csX6" fmla="*/ 24033 w 25988"/>
                <a:gd name="csY6" fmla="*/ 2088 h 47447"/>
                <a:gd name="csX7" fmla="*/ 21456 w 25988"/>
                <a:gd name="csY7" fmla="*/ 1146 h 47447"/>
                <a:gd name="csX8" fmla="*/ 20006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87 w 25988"/>
                <a:gd name="csY14" fmla="*/ 14306 h 47447"/>
                <a:gd name="csX15" fmla="*/ 22201 w 25988"/>
                <a:gd name="csY15" fmla="*/ 14458 h 47447"/>
                <a:gd name="csX16" fmla="*/ 22397 w 25988"/>
                <a:gd name="csY16" fmla="*/ 14866 h 47447"/>
                <a:gd name="csX17" fmla="*/ 22076 w 25988"/>
                <a:gd name="csY17" fmla="*/ 15757 h 47447"/>
                <a:gd name="csX18" fmla="*/ 2084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8 w 25988"/>
                <a:gd name="csY48" fmla="*/ 15909 h 47447"/>
                <a:gd name="csX49" fmla="*/ 8559 w 25988"/>
                <a:gd name="csY49" fmla="*/ 15883 h 47447"/>
                <a:gd name="csX50" fmla="*/ 8145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52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56 w 25988"/>
                <a:gd name="csY60" fmla="*/ 0 h 47447"/>
                <a:gd name="csX61" fmla="*/ 24612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92" y="5277"/>
                    <a:pt x="25099" y="5855"/>
                  </a:cubicBezTo>
                  <a:cubicBezTo>
                    <a:pt x="24526" y="6432"/>
                    <a:pt x="23874" y="6720"/>
                    <a:pt x="23142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69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1" y="1146"/>
                    <a:pt x="21456" y="1146"/>
                  </a:cubicBezTo>
                  <a:cubicBezTo>
                    <a:pt x="20931" y="1146"/>
                    <a:pt x="20448" y="1315"/>
                    <a:pt x="20006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4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5" y="14289"/>
                    <a:pt x="21787" y="14306"/>
                  </a:cubicBezTo>
                  <a:cubicBezTo>
                    <a:pt x="21945" y="14322"/>
                    <a:pt x="22083" y="14373"/>
                    <a:pt x="22201" y="14458"/>
                  </a:cubicBezTo>
                  <a:cubicBezTo>
                    <a:pt x="22332" y="14543"/>
                    <a:pt x="22397" y="14679"/>
                    <a:pt x="22397" y="14866"/>
                  </a:cubicBezTo>
                  <a:cubicBezTo>
                    <a:pt x="22397" y="15340"/>
                    <a:pt x="22290" y="15637"/>
                    <a:pt x="22076" y="15757"/>
                  </a:cubicBezTo>
                  <a:cubicBezTo>
                    <a:pt x="21869" y="15858"/>
                    <a:pt x="21459" y="15909"/>
                    <a:pt x="2084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28" y="46182"/>
                    <a:pt x="7059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2" y="41440"/>
                    <a:pt x="8070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8" y="15909"/>
                  </a:lnTo>
                  <a:cubicBezTo>
                    <a:pt x="9011" y="15909"/>
                    <a:pt x="8725" y="15900"/>
                    <a:pt x="8559" y="15883"/>
                  </a:cubicBezTo>
                  <a:cubicBezTo>
                    <a:pt x="8401" y="15867"/>
                    <a:pt x="8263" y="15816"/>
                    <a:pt x="8145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87" y="14348"/>
                    <a:pt x="8652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1" y="0"/>
                    <a:pt x="21456" y="0"/>
                  </a:cubicBezTo>
                  <a:cubicBezTo>
                    <a:pt x="22649" y="0"/>
                    <a:pt x="23701" y="323"/>
                    <a:pt x="24612" y="968"/>
                  </a:cubicBezTo>
                  <a:cubicBezTo>
                    <a:pt x="25530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0" name="Freeform 3419">
              <a:extLst>
                <a:ext uri="{FF2B5EF4-FFF2-40B4-BE49-F238E27FC236}">
                  <a16:creationId xmlns:a16="http://schemas.microsoft.com/office/drawing/2014/main" id="{2590638E-F100-03B1-5BF1-AFD83D18176F}"/>
                </a:ext>
              </a:extLst>
            </p:cNvPr>
            <p:cNvSpPr/>
            <p:nvPr/>
          </p:nvSpPr>
          <p:spPr>
            <a:xfrm>
              <a:off x="8227313" y="3768554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20 w 46119"/>
                <a:gd name="csY7" fmla="*/ 26777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0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27" y="26981"/>
                    <a:pt x="33720" y="26777"/>
                  </a:cubicBezTo>
                  <a:cubicBezTo>
                    <a:pt x="33520" y="26590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6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" name="Freeform 3420">
              <a:extLst>
                <a:ext uri="{FF2B5EF4-FFF2-40B4-BE49-F238E27FC236}">
                  <a16:creationId xmlns:a16="http://schemas.microsoft.com/office/drawing/2014/main" id="{A7DE78D2-31C3-27A2-FC4E-E7018A32F41C}"/>
                </a:ext>
              </a:extLst>
            </p:cNvPr>
            <p:cNvSpPr/>
            <p:nvPr/>
          </p:nvSpPr>
          <p:spPr>
            <a:xfrm>
              <a:off x="8293408" y="3759517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17 w 34662"/>
                <a:gd name="csY1" fmla="*/ 1247 h 35610"/>
                <a:gd name="csX2" fmla="*/ 5372 w 34662"/>
                <a:gd name="csY2" fmla="*/ 33829 h 35610"/>
                <a:gd name="csX3" fmla="*/ 14273 w 34662"/>
                <a:gd name="csY3" fmla="*/ 33829 h 35610"/>
                <a:gd name="csX4" fmla="*/ 18878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80 h 35610"/>
                <a:gd name="csX8" fmla="*/ 27945 w 34662"/>
                <a:gd name="csY8" fmla="*/ 22985 h 35610"/>
                <a:gd name="csX9" fmla="*/ 28349 w 34662"/>
                <a:gd name="csY9" fmla="*/ 21890 h 35610"/>
                <a:gd name="csX10" fmla="*/ 28814 w 34662"/>
                <a:gd name="csY10" fmla="*/ 21687 h 35610"/>
                <a:gd name="csX11" fmla="*/ 29321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29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7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3 h 35610"/>
                <a:gd name="csX22" fmla="*/ 197 w 34662"/>
                <a:gd name="csY22" fmla="*/ 34211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2 w 34662"/>
                <a:gd name="csY26" fmla="*/ 3232 h 35610"/>
                <a:gd name="csX27" fmla="*/ 11043 w 34662"/>
                <a:gd name="csY27" fmla="*/ 5217 h 35610"/>
                <a:gd name="csX28" fmla="*/ 9336 w 34662"/>
                <a:gd name="csY28" fmla="*/ 7865 h 35610"/>
                <a:gd name="csX29" fmla="*/ 8011 w 34662"/>
                <a:gd name="csY29" fmla="*/ 11226 h 35610"/>
                <a:gd name="csX30" fmla="*/ 7938 w 34662"/>
                <a:gd name="csY30" fmla="*/ 11353 h 35610"/>
                <a:gd name="csX31" fmla="*/ 7814 w 34662"/>
                <a:gd name="csY31" fmla="*/ 11556 h 35610"/>
                <a:gd name="csX32" fmla="*/ 7628 w 34662"/>
                <a:gd name="csY32" fmla="*/ 11683 h 35610"/>
                <a:gd name="csX33" fmla="*/ 7348 w 34662"/>
                <a:gd name="csY33" fmla="*/ 11734 h 35610"/>
                <a:gd name="csX34" fmla="*/ 6893 w 34662"/>
                <a:gd name="csY34" fmla="*/ 11582 h 35610"/>
                <a:gd name="csX35" fmla="*/ 6738 w 34662"/>
                <a:gd name="csY35" fmla="*/ 11276 h 35610"/>
                <a:gd name="csX36" fmla="*/ 6717 w 34662"/>
                <a:gd name="csY36" fmla="*/ 11149 h 35610"/>
                <a:gd name="csX37" fmla="*/ 6872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4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7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4" y="840"/>
                    <a:pt x="34517" y="1247"/>
                  </a:cubicBezTo>
                  <a:lnTo>
                    <a:pt x="5372" y="33829"/>
                  </a:lnTo>
                  <a:lnTo>
                    <a:pt x="14273" y="33829"/>
                  </a:lnTo>
                  <a:cubicBezTo>
                    <a:pt x="16025" y="33829"/>
                    <a:pt x="17560" y="33676"/>
                    <a:pt x="18878" y="33370"/>
                  </a:cubicBezTo>
                  <a:cubicBezTo>
                    <a:pt x="20203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80"/>
                  </a:cubicBezTo>
                  <a:cubicBezTo>
                    <a:pt x="26972" y="25828"/>
                    <a:pt x="27455" y="24529"/>
                    <a:pt x="27945" y="22985"/>
                  </a:cubicBezTo>
                  <a:cubicBezTo>
                    <a:pt x="28131" y="22391"/>
                    <a:pt x="28266" y="22026"/>
                    <a:pt x="28349" y="21890"/>
                  </a:cubicBezTo>
                  <a:cubicBezTo>
                    <a:pt x="28438" y="21755"/>
                    <a:pt x="28594" y="21687"/>
                    <a:pt x="28814" y="21687"/>
                  </a:cubicBezTo>
                  <a:cubicBezTo>
                    <a:pt x="29035" y="21687"/>
                    <a:pt x="29204" y="21755"/>
                    <a:pt x="29321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1" y="22985"/>
                    <a:pt x="2929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5" y="35610"/>
                    <a:pt x="2397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3"/>
                    <a:pt x="0" y="35153"/>
                  </a:cubicBezTo>
                  <a:lnTo>
                    <a:pt x="197" y="34211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2" y="3232"/>
                  </a:cubicBezTo>
                  <a:cubicBezTo>
                    <a:pt x="12499" y="3724"/>
                    <a:pt x="11720" y="4386"/>
                    <a:pt x="11043" y="5217"/>
                  </a:cubicBezTo>
                  <a:cubicBezTo>
                    <a:pt x="10367" y="6032"/>
                    <a:pt x="9798" y="6915"/>
                    <a:pt x="9336" y="7865"/>
                  </a:cubicBezTo>
                  <a:cubicBezTo>
                    <a:pt x="8880" y="8799"/>
                    <a:pt x="8439" y="9919"/>
                    <a:pt x="8011" y="11226"/>
                  </a:cubicBezTo>
                  <a:lnTo>
                    <a:pt x="7938" y="11353"/>
                  </a:lnTo>
                  <a:cubicBezTo>
                    <a:pt x="7890" y="11438"/>
                    <a:pt x="7849" y="11505"/>
                    <a:pt x="7814" y="11556"/>
                  </a:cubicBezTo>
                  <a:cubicBezTo>
                    <a:pt x="7780" y="11590"/>
                    <a:pt x="7718" y="11632"/>
                    <a:pt x="7628" y="11683"/>
                  </a:cubicBezTo>
                  <a:cubicBezTo>
                    <a:pt x="7545" y="11717"/>
                    <a:pt x="7452" y="11734"/>
                    <a:pt x="7348" y="11734"/>
                  </a:cubicBezTo>
                  <a:cubicBezTo>
                    <a:pt x="7162" y="11734"/>
                    <a:pt x="7010" y="11683"/>
                    <a:pt x="6893" y="11582"/>
                  </a:cubicBezTo>
                  <a:cubicBezTo>
                    <a:pt x="6789" y="11480"/>
                    <a:pt x="6738" y="11378"/>
                    <a:pt x="6738" y="11276"/>
                  </a:cubicBezTo>
                  <a:lnTo>
                    <a:pt x="6717" y="11149"/>
                  </a:lnTo>
                  <a:cubicBezTo>
                    <a:pt x="6752" y="10843"/>
                    <a:pt x="6803" y="10606"/>
                    <a:pt x="6872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36" y="0"/>
                    <a:pt x="11344" y="0"/>
                  </a:cubicBezTo>
                  <a:lnTo>
                    <a:pt x="33368" y="0"/>
                  </a:lnTo>
                  <a:cubicBezTo>
                    <a:pt x="33913" y="0"/>
                    <a:pt x="34262" y="26"/>
                    <a:pt x="34414" y="77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" name="Freeform 3421">
              <a:extLst>
                <a:ext uri="{FF2B5EF4-FFF2-40B4-BE49-F238E27FC236}">
                  <a16:creationId xmlns:a16="http://schemas.microsoft.com/office/drawing/2014/main" id="{0D4D35E0-7A53-8D0C-85E3-CCBC40F74B8D}"/>
                </a:ext>
              </a:extLst>
            </p:cNvPr>
            <p:cNvSpPr/>
            <p:nvPr/>
          </p:nvSpPr>
          <p:spPr>
            <a:xfrm>
              <a:off x="7892512" y="3854008"/>
              <a:ext cx="138493" cy="1034"/>
            </a:xfrm>
            <a:custGeom>
              <a:avLst/>
              <a:gdLst>
                <a:gd name="csX0" fmla="*/ 0 w 138493"/>
                <a:gd name="csY0" fmla="*/ 0 h 1034"/>
                <a:gd name="csX1" fmla="*/ 138493 w 138493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8493" h="1034">
                  <a:moveTo>
                    <a:pt x="0" y="0"/>
                  </a:moveTo>
                  <a:lnTo>
                    <a:pt x="138493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3" name="Freeform 3422">
              <a:extLst>
                <a:ext uri="{FF2B5EF4-FFF2-40B4-BE49-F238E27FC236}">
                  <a16:creationId xmlns:a16="http://schemas.microsoft.com/office/drawing/2014/main" id="{E50A9E39-F7C9-C3AF-093F-DD73D53AA751}"/>
                </a:ext>
              </a:extLst>
            </p:cNvPr>
            <p:cNvSpPr/>
            <p:nvPr/>
          </p:nvSpPr>
          <p:spPr>
            <a:xfrm>
              <a:off x="8112107" y="3805343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64" y="4124"/>
                    <a:pt x="6020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4" name="Freeform 3423">
              <a:extLst>
                <a:ext uri="{FF2B5EF4-FFF2-40B4-BE49-F238E27FC236}">
                  <a16:creationId xmlns:a16="http://schemas.microsoft.com/office/drawing/2014/main" id="{1F2186C5-91A2-F0CE-88B7-A90D5D4D6B5C}"/>
                </a:ext>
              </a:extLst>
            </p:cNvPr>
            <p:cNvSpPr/>
            <p:nvPr/>
          </p:nvSpPr>
          <p:spPr>
            <a:xfrm>
              <a:off x="8054085" y="3821764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8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3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5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5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68" y="3357"/>
                    <a:pt x="2567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800" y="2606"/>
                    <a:pt x="16470" y="0"/>
                    <a:pt x="21487" y="0"/>
                  </a:cubicBezTo>
                  <a:cubicBezTo>
                    <a:pt x="27310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5" y="921"/>
                    <a:pt x="50032" y="2763"/>
                  </a:cubicBezTo>
                  <a:cubicBezTo>
                    <a:pt x="51129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10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4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5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67" y="2388"/>
                    <a:pt x="23112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5"/>
                  </a:cubicBezTo>
                  <a:cubicBezTo>
                    <a:pt x="12486" y="30460"/>
                    <a:pt x="14111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1" y="32690"/>
                    <a:pt x="5209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5" name="Freeform 3424">
              <a:extLst>
                <a:ext uri="{FF2B5EF4-FFF2-40B4-BE49-F238E27FC236}">
                  <a16:creationId xmlns:a16="http://schemas.microsoft.com/office/drawing/2014/main" id="{F38A1012-C5C2-B788-4FEC-06B699FC34EC}"/>
                </a:ext>
              </a:extLst>
            </p:cNvPr>
            <p:cNvSpPr/>
            <p:nvPr/>
          </p:nvSpPr>
          <p:spPr>
            <a:xfrm>
              <a:off x="8116682" y="3821291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19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1 h 34218"/>
                <a:gd name="csX21" fmla="*/ 22480 w 24332"/>
                <a:gd name="csY21" fmla="*/ 1819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35" y="20800"/>
                    <a:pt x="655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0" y="21091"/>
                    <a:pt x="1904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5" y="16388"/>
                    <a:pt x="3198" y="15491"/>
                  </a:cubicBezTo>
                  <a:cubicBezTo>
                    <a:pt x="1066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59" y="0"/>
                    <a:pt x="22290" y="134"/>
                    <a:pt x="22366" y="401"/>
                  </a:cubicBezTo>
                  <a:cubicBezTo>
                    <a:pt x="22442" y="643"/>
                    <a:pt x="22480" y="1115"/>
                    <a:pt x="22480" y="1819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7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40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4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3"/>
                    <a:pt x="3605" y="31552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6" name="Freeform 3425">
              <a:extLst>
                <a:ext uri="{FF2B5EF4-FFF2-40B4-BE49-F238E27FC236}">
                  <a16:creationId xmlns:a16="http://schemas.microsoft.com/office/drawing/2014/main" id="{C76A072D-DAC5-3BB2-AEF2-2652BC719D95}"/>
                </a:ext>
              </a:extLst>
            </p:cNvPr>
            <p:cNvSpPr/>
            <p:nvPr/>
          </p:nvSpPr>
          <p:spPr>
            <a:xfrm>
              <a:off x="8142733" y="3820928"/>
              <a:ext cx="34030" cy="49090"/>
            </a:xfrm>
            <a:custGeom>
              <a:avLst/>
              <a:gdLst>
                <a:gd name="csX0" fmla="*/ 0 w 34030"/>
                <a:gd name="csY0" fmla="*/ 39635 h 49090"/>
                <a:gd name="csX1" fmla="*/ 1822 w 34030"/>
                <a:gd name="csY1" fmla="*/ 35163 h 49090"/>
                <a:gd name="csX2" fmla="*/ 6872 w 34030"/>
                <a:gd name="csY2" fmla="*/ 32181 h 49090"/>
                <a:gd name="csX3" fmla="*/ 3602 w 34030"/>
                <a:gd name="csY3" fmla="*/ 25563 h 49090"/>
                <a:gd name="csX4" fmla="*/ 5889 w 34030"/>
                <a:gd name="csY4" fmla="*/ 19381 h 49090"/>
                <a:gd name="csX5" fmla="*/ 2401 w 34030"/>
                <a:gd name="csY5" fmla="*/ 11709 h 49090"/>
                <a:gd name="csX6" fmla="*/ 5889 w 34030"/>
                <a:gd name="csY6" fmla="*/ 4073 h 49090"/>
                <a:gd name="csX7" fmla="*/ 14469 w 34030"/>
                <a:gd name="csY7" fmla="*/ 836 h 49090"/>
                <a:gd name="csX8" fmla="*/ 22366 w 34030"/>
                <a:gd name="csY8" fmla="*/ 3527 h 49090"/>
                <a:gd name="csX9" fmla="*/ 30253 w 34030"/>
                <a:gd name="csY9" fmla="*/ 0 h 49090"/>
                <a:gd name="csX10" fmla="*/ 33089 w 34030"/>
                <a:gd name="csY10" fmla="*/ 1200 h 49090"/>
                <a:gd name="csX11" fmla="*/ 34031 w 34030"/>
                <a:gd name="csY11" fmla="*/ 3672 h 49090"/>
                <a:gd name="csX12" fmla="*/ 33306 w 34030"/>
                <a:gd name="csY12" fmla="*/ 5345 h 49090"/>
                <a:gd name="csX13" fmla="*/ 31888 w 34030"/>
                <a:gd name="csY13" fmla="*/ 5890 h 49090"/>
                <a:gd name="csX14" fmla="*/ 30326 w 34030"/>
                <a:gd name="csY14" fmla="*/ 5309 h 49090"/>
                <a:gd name="csX15" fmla="*/ 29704 w 34030"/>
                <a:gd name="csY15" fmla="*/ 3746 h 49090"/>
                <a:gd name="csX16" fmla="*/ 30905 w 34030"/>
                <a:gd name="csY16" fmla="*/ 1709 h 49090"/>
                <a:gd name="csX17" fmla="*/ 30180 w 34030"/>
                <a:gd name="csY17" fmla="*/ 1636 h 49090"/>
                <a:gd name="csX18" fmla="*/ 23453 w 34030"/>
                <a:gd name="csY18" fmla="*/ 4545 h 49090"/>
                <a:gd name="csX19" fmla="*/ 26506 w 34030"/>
                <a:gd name="csY19" fmla="*/ 11781 h 49090"/>
                <a:gd name="csX20" fmla="*/ 23018 w 34030"/>
                <a:gd name="csY20" fmla="*/ 19418 h 49090"/>
                <a:gd name="csX21" fmla="*/ 14469 w 34030"/>
                <a:gd name="csY21" fmla="*/ 22654 h 49090"/>
                <a:gd name="csX22" fmla="*/ 7090 w 34030"/>
                <a:gd name="csY22" fmla="*/ 20326 h 49090"/>
                <a:gd name="csX23" fmla="*/ 5817 w 34030"/>
                <a:gd name="csY23" fmla="*/ 23854 h 49090"/>
                <a:gd name="csX24" fmla="*/ 6945 w 34030"/>
                <a:gd name="csY24" fmla="*/ 27164 h 49090"/>
                <a:gd name="csX25" fmla="*/ 9781 w 34030"/>
                <a:gd name="csY25" fmla="*/ 28836 h 49090"/>
                <a:gd name="csX26" fmla="*/ 15349 w 34030"/>
                <a:gd name="csY26" fmla="*/ 28909 h 49090"/>
                <a:gd name="csX27" fmla="*/ 19965 w 34030"/>
                <a:gd name="csY27" fmla="*/ 28981 h 49090"/>
                <a:gd name="csX28" fmla="*/ 23929 w 34030"/>
                <a:gd name="csY28" fmla="*/ 29563 h 49090"/>
                <a:gd name="csX29" fmla="*/ 28142 w 34030"/>
                <a:gd name="csY29" fmla="*/ 30982 h 49090"/>
                <a:gd name="csX30" fmla="*/ 33016 w 34030"/>
                <a:gd name="csY30" fmla="*/ 39490 h 49090"/>
                <a:gd name="csX31" fmla="*/ 28110 w 34030"/>
                <a:gd name="csY31" fmla="*/ 46399 h 49090"/>
                <a:gd name="csX32" fmla="*/ 16477 w 34030"/>
                <a:gd name="csY32" fmla="*/ 49090 h 49090"/>
                <a:gd name="csX33" fmla="*/ 4802 w 34030"/>
                <a:gd name="csY33" fmla="*/ 46363 h 49090"/>
                <a:gd name="csX34" fmla="*/ 0 w 34030"/>
                <a:gd name="csY34" fmla="*/ 39635 h 49090"/>
                <a:gd name="csX35" fmla="*/ 3892 w 34030"/>
                <a:gd name="csY35" fmla="*/ 39635 h 49090"/>
                <a:gd name="csX36" fmla="*/ 7493 w 34030"/>
                <a:gd name="csY36" fmla="*/ 45017 h 49090"/>
                <a:gd name="csX37" fmla="*/ 16550 w 34030"/>
                <a:gd name="csY37" fmla="*/ 47381 h 49090"/>
                <a:gd name="csX38" fmla="*/ 25492 w 34030"/>
                <a:gd name="csY38" fmla="*/ 45054 h 49090"/>
                <a:gd name="csX39" fmla="*/ 29125 w 34030"/>
                <a:gd name="csY39" fmla="*/ 39635 h 49090"/>
                <a:gd name="csX40" fmla="*/ 27852 w 34030"/>
                <a:gd name="csY40" fmla="*/ 35999 h 49090"/>
                <a:gd name="csX41" fmla="*/ 23960 w 34030"/>
                <a:gd name="csY41" fmla="*/ 34000 h 49090"/>
                <a:gd name="csX42" fmla="*/ 19561 w 34030"/>
                <a:gd name="csY42" fmla="*/ 33345 h 49090"/>
                <a:gd name="csX43" fmla="*/ 14397 w 34030"/>
                <a:gd name="csY43" fmla="*/ 33236 h 49090"/>
                <a:gd name="csX44" fmla="*/ 9998 w 34030"/>
                <a:gd name="csY44" fmla="*/ 33236 h 49090"/>
                <a:gd name="csX45" fmla="*/ 5672 w 34030"/>
                <a:gd name="csY45" fmla="*/ 35235 h 49090"/>
                <a:gd name="csX46" fmla="*/ 3892 w 34030"/>
                <a:gd name="csY46" fmla="*/ 39635 h 49090"/>
                <a:gd name="csX47" fmla="*/ 7959 w 34030"/>
                <a:gd name="csY47" fmla="*/ 11781 h 49090"/>
                <a:gd name="csX48" fmla="*/ 14469 w 34030"/>
                <a:gd name="csY48" fmla="*/ 20945 h 49090"/>
                <a:gd name="csX49" fmla="*/ 19748 w 34030"/>
                <a:gd name="csY49" fmla="*/ 17963 h 49090"/>
                <a:gd name="csX50" fmla="*/ 20948 w 34030"/>
                <a:gd name="csY50" fmla="*/ 11709 h 49090"/>
                <a:gd name="csX51" fmla="*/ 14469 w 34030"/>
                <a:gd name="csY51" fmla="*/ 2545 h 49090"/>
                <a:gd name="csX52" fmla="*/ 9160 w 34030"/>
                <a:gd name="csY52" fmla="*/ 5527 h 49090"/>
                <a:gd name="csX53" fmla="*/ 7959 w 34030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30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2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17" y="2000"/>
                    <a:pt x="34031" y="2824"/>
                    <a:pt x="34031" y="3672"/>
                  </a:cubicBezTo>
                  <a:cubicBezTo>
                    <a:pt x="34031" y="4424"/>
                    <a:pt x="33789" y="4981"/>
                    <a:pt x="33306" y="5345"/>
                  </a:cubicBezTo>
                  <a:cubicBezTo>
                    <a:pt x="32844" y="5708"/>
                    <a:pt x="32371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1" y="4897"/>
                    <a:pt x="29704" y="4376"/>
                    <a:pt x="29704" y="3746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0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30"/>
                    <a:pt x="22377" y="29224"/>
                    <a:pt x="23929" y="29563"/>
                  </a:cubicBezTo>
                  <a:cubicBezTo>
                    <a:pt x="25503" y="29878"/>
                    <a:pt x="26906" y="30351"/>
                    <a:pt x="28142" y="30982"/>
                  </a:cubicBezTo>
                  <a:cubicBezTo>
                    <a:pt x="31371" y="32776"/>
                    <a:pt x="32996" y="35612"/>
                    <a:pt x="33016" y="39490"/>
                  </a:cubicBezTo>
                  <a:cubicBezTo>
                    <a:pt x="33016" y="42327"/>
                    <a:pt x="31381" y="44630"/>
                    <a:pt x="28110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2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1" y="33345"/>
                  </a:cubicBezTo>
                  <a:cubicBezTo>
                    <a:pt x="18347" y="33272"/>
                    <a:pt x="16625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0" y="20945"/>
                    <a:pt x="18409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7" name="Freeform 3426">
              <a:extLst>
                <a:ext uri="{FF2B5EF4-FFF2-40B4-BE49-F238E27FC236}">
                  <a16:creationId xmlns:a16="http://schemas.microsoft.com/office/drawing/2014/main" id="{4B98933D-BBA1-A6D7-00F3-955C38D75095}"/>
                </a:ext>
              </a:extLst>
            </p:cNvPr>
            <p:cNvSpPr/>
            <p:nvPr/>
          </p:nvSpPr>
          <p:spPr>
            <a:xfrm>
              <a:off x="8187559" y="3854962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2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69 w 25988"/>
                <a:gd name="csY5" fmla="*/ 3131 h 47447"/>
                <a:gd name="csX6" fmla="*/ 24033 w 25988"/>
                <a:gd name="csY6" fmla="*/ 2088 h 47447"/>
                <a:gd name="csX7" fmla="*/ 21456 w 25988"/>
                <a:gd name="csY7" fmla="*/ 1146 h 47447"/>
                <a:gd name="csX8" fmla="*/ 20006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87 w 25988"/>
                <a:gd name="csY14" fmla="*/ 14306 h 47447"/>
                <a:gd name="csX15" fmla="*/ 22201 w 25988"/>
                <a:gd name="csY15" fmla="*/ 14458 h 47447"/>
                <a:gd name="csX16" fmla="*/ 22397 w 25988"/>
                <a:gd name="csY16" fmla="*/ 14866 h 47447"/>
                <a:gd name="csX17" fmla="*/ 22076 w 25988"/>
                <a:gd name="csY17" fmla="*/ 15757 h 47447"/>
                <a:gd name="csX18" fmla="*/ 2084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8 w 25988"/>
                <a:gd name="csY48" fmla="*/ 15909 h 47447"/>
                <a:gd name="csX49" fmla="*/ 8559 w 25988"/>
                <a:gd name="csY49" fmla="*/ 15884 h 47447"/>
                <a:gd name="csX50" fmla="*/ 8145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52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56 w 25988"/>
                <a:gd name="csY60" fmla="*/ 0 h 47447"/>
                <a:gd name="csX61" fmla="*/ 24612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92" y="5278"/>
                    <a:pt x="25099" y="5855"/>
                  </a:cubicBezTo>
                  <a:cubicBezTo>
                    <a:pt x="24526" y="6432"/>
                    <a:pt x="23874" y="6720"/>
                    <a:pt x="23142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69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1" y="1146"/>
                    <a:pt x="21456" y="1146"/>
                  </a:cubicBezTo>
                  <a:cubicBezTo>
                    <a:pt x="20931" y="1146"/>
                    <a:pt x="20448" y="1315"/>
                    <a:pt x="20006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4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70"/>
                    <a:pt x="16881" y="13262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5" y="14289"/>
                    <a:pt x="21787" y="14306"/>
                  </a:cubicBezTo>
                  <a:cubicBezTo>
                    <a:pt x="21945" y="14322"/>
                    <a:pt x="22083" y="14373"/>
                    <a:pt x="22201" y="14458"/>
                  </a:cubicBezTo>
                  <a:cubicBezTo>
                    <a:pt x="22332" y="14543"/>
                    <a:pt x="22397" y="14679"/>
                    <a:pt x="22397" y="14866"/>
                  </a:cubicBezTo>
                  <a:cubicBezTo>
                    <a:pt x="22397" y="15340"/>
                    <a:pt x="22290" y="15637"/>
                    <a:pt x="22076" y="15757"/>
                  </a:cubicBezTo>
                  <a:cubicBezTo>
                    <a:pt x="21869" y="15858"/>
                    <a:pt x="21459" y="15909"/>
                    <a:pt x="2084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28" y="46182"/>
                    <a:pt x="7059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2" y="41440"/>
                    <a:pt x="8070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8" y="15909"/>
                  </a:lnTo>
                  <a:cubicBezTo>
                    <a:pt x="9011" y="15909"/>
                    <a:pt x="8725" y="15901"/>
                    <a:pt x="8559" y="15884"/>
                  </a:cubicBezTo>
                  <a:cubicBezTo>
                    <a:pt x="8401" y="15867"/>
                    <a:pt x="8263" y="15816"/>
                    <a:pt x="8145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87" y="14348"/>
                    <a:pt x="8652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1" y="0"/>
                    <a:pt x="21456" y="0"/>
                  </a:cubicBezTo>
                  <a:cubicBezTo>
                    <a:pt x="22649" y="0"/>
                    <a:pt x="23701" y="323"/>
                    <a:pt x="24612" y="968"/>
                  </a:cubicBezTo>
                  <a:cubicBezTo>
                    <a:pt x="25530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8" name="Freeform 3427">
              <a:extLst>
                <a:ext uri="{FF2B5EF4-FFF2-40B4-BE49-F238E27FC236}">
                  <a16:creationId xmlns:a16="http://schemas.microsoft.com/office/drawing/2014/main" id="{2633607E-5831-FC68-AFB7-2E9644361E04}"/>
                </a:ext>
              </a:extLst>
            </p:cNvPr>
            <p:cNvSpPr/>
            <p:nvPr/>
          </p:nvSpPr>
          <p:spPr>
            <a:xfrm>
              <a:off x="8227313" y="3865144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20 w 46119"/>
                <a:gd name="csY7" fmla="*/ 26778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1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27" y="26981"/>
                    <a:pt x="33720" y="26778"/>
                  </a:cubicBezTo>
                  <a:cubicBezTo>
                    <a:pt x="33520" y="26591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7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9" name="Freeform 3428">
              <a:extLst>
                <a:ext uri="{FF2B5EF4-FFF2-40B4-BE49-F238E27FC236}">
                  <a16:creationId xmlns:a16="http://schemas.microsoft.com/office/drawing/2014/main" id="{5493A583-C340-1E14-F8C5-B4D382FB471F}"/>
                </a:ext>
              </a:extLst>
            </p:cNvPr>
            <p:cNvSpPr/>
            <p:nvPr/>
          </p:nvSpPr>
          <p:spPr>
            <a:xfrm>
              <a:off x="8293408" y="3856108"/>
              <a:ext cx="34662" cy="35610"/>
            </a:xfrm>
            <a:custGeom>
              <a:avLst/>
              <a:gdLst>
                <a:gd name="csX0" fmla="*/ 34662 w 34662"/>
                <a:gd name="csY0" fmla="*/ 483 h 35610"/>
                <a:gd name="csX1" fmla="*/ 34517 w 34662"/>
                <a:gd name="csY1" fmla="*/ 1247 h 35610"/>
                <a:gd name="csX2" fmla="*/ 5372 w 34662"/>
                <a:gd name="csY2" fmla="*/ 33829 h 35610"/>
                <a:gd name="csX3" fmla="*/ 14273 w 34662"/>
                <a:gd name="csY3" fmla="*/ 33829 h 35610"/>
                <a:gd name="csX4" fmla="*/ 18878 w 34662"/>
                <a:gd name="csY4" fmla="*/ 33370 h 35610"/>
                <a:gd name="csX5" fmla="*/ 22242 w 34662"/>
                <a:gd name="csY5" fmla="*/ 32073 h 35610"/>
                <a:gd name="csX6" fmla="*/ 24685 w 34662"/>
                <a:gd name="csY6" fmla="*/ 29858 h 35610"/>
                <a:gd name="csX7" fmla="*/ 26496 w 34662"/>
                <a:gd name="csY7" fmla="*/ 26880 h 35610"/>
                <a:gd name="csX8" fmla="*/ 27945 w 34662"/>
                <a:gd name="csY8" fmla="*/ 22985 h 35610"/>
                <a:gd name="csX9" fmla="*/ 28349 w 34662"/>
                <a:gd name="csY9" fmla="*/ 21890 h 35610"/>
                <a:gd name="csX10" fmla="*/ 28814 w 34662"/>
                <a:gd name="csY10" fmla="*/ 21687 h 35610"/>
                <a:gd name="csX11" fmla="*/ 29321 w 34662"/>
                <a:gd name="csY11" fmla="*/ 21890 h 35610"/>
                <a:gd name="csX12" fmla="*/ 29497 w 34662"/>
                <a:gd name="csY12" fmla="*/ 22272 h 35610"/>
                <a:gd name="csX13" fmla="*/ 29446 w 34662"/>
                <a:gd name="csY13" fmla="*/ 22527 h 35610"/>
                <a:gd name="csX14" fmla="*/ 29373 w 34662"/>
                <a:gd name="csY14" fmla="*/ 22807 h 35610"/>
                <a:gd name="csX15" fmla="*/ 29291 w 34662"/>
                <a:gd name="csY15" fmla="*/ 23036 h 35610"/>
                <a:gd name="csX16" fmla="*/ 25575 w 34662"/>
                <a:gd name="csY16" fmla="*/ 34567 h 35610"/>
                <a:gd name="csX17" fmla="*/ 25119 w 34662"/>
                <a:gd name="csY17" fmla="*/ 35458 h 35610"/>
                <a:gd name="csX18" fmla="*/ 23971 w 34662"/>
                <a:gd name="csY18" fmla="*/ 35610 h 35610"/>
                <a:gd name="csX19" fmla="*/ 1294 w 34662"/>
                <a:gd name="csY19" fmla="*/ 35610 h 35610"/>
                <a:gd name="csX20" fmla="*/ 248 w 34662"/>
                <a:gd name="csY20" fmla="*/ 35559 h 35610"/>
                <a:gd name="csX21" fmla="*/ 0 w 34662"/>
                <a:gd name="csY21" fmla="*/ 35153 h 35610"/>
                <a:gd name="csX22" fmla="*/ 197 w 34662"/>
                <a:gd name="csY22" fmla="*/ 34211 h 35610"/>
                <a:gd name="csX23" fmla="*/ 29342 w 34662"/>
                <a:gd name="csY23" fmla="*/ 1629 h 35610"/>
                <a:gd name="csX24" fmla="*/ 20845 w 34662"/>
                <a:gd name="csY24" fmla="*/ 1629 h 35610"/>
                <a:gd name="csX25" fmla="*/ 16570 w 34662"/>
                <a:gd name="csY25" fmla="*/ 2062 h 35610"/>
                <a:gd name="csX26" fmla="*/ 13382 w 34662"/>
                <a:gd name="csY26" fmla="*/ 3232 h 35610"/>
                <a:gd name="csX27" fmla="*/ 11043 w 34662"/>
                <a:gd name="csY27" fmla="*/ 5218 h 35610"/>
                <a:gd name="csX28" fmla="*/ 9336 w 34662"/>
                <a:gd name="csY28" fmla="*/ 7865 h 35610"/>
                <a:gd name="csX29" fmla="*/ 8011 w 34662"/>
                <a:gd name="csY29" fmla="*/ 11226 h 35610"/>
                <a:gd name="csX30" fmla="*/ 7938 w 34662"/>
                <a:gd name="csY30" fmla="*/ 11353 h 35610"/>
                <a:gd name="csX31" fmla="*/ 7814 w 34662"/>
                <a:gd name="csY31" fmla="*/ 11556 h 35610"/>
                <a:gd name="csX32" fmla="*/ 7628 w 34662"/>
                <a:gd name="csY32" fmla="*/ 11683 h 35610"/>
                <a:gd name="csX33" fmla="*/ 7348 w 34662"/>
                <a:gd name="csY33" fmla="*/ 11735 h 35610"/>
                <a:gd name="csX34" fmla="*/ 6893 w 34662"/>
                <a:gd name="csY34" fmla="*/ 11582 h 35610"/>
                <a:gd name="csX35" fmla="*/ 6738 w 34662"/>
                <a:gd name="csY35" fmla="*/ 11276 h 35610"/>
                <a:gd name="csX36" fmla="*/ 6717 w 34662"/>
                <a:gd name="csY36" fmla="*/ 11149 h 35610"/>
                <a:gd name="csX37" fmla="*/ 6872 w 34662"/>
                <a:gd name="csY37" fmla="*/ 10436 h 35610"/>
                <a:gd name="csX38" fmla="*/ 9750 w 34662"/>
                <a:gd name="csY38" fmla="*/ 1043 h 35610"/>
                <a:gd name="csX39" fmla="*/ 10205 w 34662"/>
                <a:gd name="csY39" fmla="*/ 152 h 35610"/>
                <a:gd name="csX40" fmla="*/ 11344 w 34662"/>
                <a:gd name="csY40" fmla="*/ 0 h 35610"/>
                <a:gd name="csX41" fmla="*/ 33368 w 34662"/>
                <a:gd name="csY41" fmla="*/ 0 h 35610"/>
                <a:gd name="csX42" fmla="*/ 34414 w 34662"/>
                <a:gd name="csY42" fmla="*/ 77 h 35610"/>
                <a:gd name="csX43" fmla="*/ 34662 w 34662"/>
                <a:gd name="csY43" fmla="*/ 483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4662" h="35610">
                  <a:moveTo>
                    <a:pt x="34662" y="483"/>
                  </a:moveTo>
                  <a:cubicBezTo>
                    <a:pt x="34662" y="585"/>
                    <a:pt x="34614" y="840"/>
                    <a:pt x="34517" y="1247"/>
                  </a:cubicBezTo>
                  <a:lnTo>
                    <a:pt x="5372" y="33829"/>
                  </a:lnTo>
                  <a:lnTo>
                    <a:pt x="14273" y="33829"/>
                  </a:lnTo>
                  <a:cubicBezTo>
                    <a:pt x="16025" y="33829"/>
                    <a:pt x="17560" y="33676"/>
                    <a:pt x="18878" y="33370"/>
                  </a:cubicBezTo>
                  <a:cubicBezTo>
                    <a:pt x="20203" y="33048"/>
                    <a:pt x="21324" y="32616"/>
                    <a:pt x="22242" y="32073"/>
                  </a:cubicBezTo>
                  <a:cubicBezTo>
                    <a:pt x="23160" y="31530"/>
                    <a:pt x="23974" y="30791"/>
                    <a:pt x="24685" y="29858"/>
                  </a:cubicBezTo>
                  <a:cubicBezTo>
                    <a:pt x="25416" y="28908"/>
                    <a:pt x="26020" y="27915"/>
                    <a:pt x="26496" y="26880"/>
                  </a:cubicBezTo>
                  <a:cubicBezTo>
                    <a:pt x="26972" y="25828"/>
                    <a:pt x="27455" y="24529"/>
                    <a:pt x="27945" y="22985"/>
                  </a:cubicBezTo>
                  <a:cubicBezTo>
                    <a:pt x="28131" y="22391"/>
                    <a:pt x="28266" y="22026"/>
                    <a:pt x="28349" y="21890"/>
                  </a:cubicBezTo>
                  <a:cubicBezTo>
                    <a:pt x="28438" y="21755"/>
                    <a:pt x="28594" y="21687"/>
                    <a:pt x="28814" y="21687"/>
                  </a:cubicBezTo>
                  <a:cubicBezTo>
                    <a:pt x="29035" y="21687"/>
                    <a:pt x="29204" y="21755"/>
                    <a:pt x="29321" y="21890"/>
                  </a:cubicBezTo>
                  <a:cubicBezTo>
                    <a:pt x="29439" y="22009"/>
                    <a:pt x="29497" y="22136"/>
                    <a:pt x="29497" y="22272"/>
                  </a:cubicBezTo>
                  <a:cubicBezTo>
                    <a:pt x="29497" y="22340"/>
                    <a:pt x="29480" y="22425"/>
                    <a:pt x="29446" y="22527"/>
                  </a:cubicBezTo>
                  <a:cubicBezTo>
                    <a:pt x="29432" y="22612"/>
                    <a:pt x="29408" y="22705"/>
                    <a:pt x="29373" y="22807"/>
                  </a:cubicBezTo>
                  <a:cubicBezTo>
                    <a:pt x="29339" y="22909"/>
                    <a:pt x="29311" y="22985"/>
                    <a:pt x="29291" y="23036"/>
                  </a:cubicBezTo>
                  <a:lnTo>
                    <a:pt x="25575" y="34567"/>
                  </a:lnTo>
                  <a:cubicBezTo>
                    <a:pt x="25423" y="35059"/>
                    <a:pt x="25271" y="35356"/>
                    <a:pt x="25119" y="35458"/>
                  </a:cubicBezTo>
                  <a:cubicBezTo>
                    <a:pt x="24968" y="35559"/>
                    <a:pt x="24585" y="35610"/>
                    <a:pt x="23971" y="35610"/>
                  </a:cubicBezTo>
                  <a:lnTo>
                    <a:pt x="1294" y="35610"/>
                  </a:lnTo>
                  <a:cubicBezTo>
                    <a:pt x="769" y="35610"/>
                    <a:pt x="421" y="35593"/>
                    <a:pt x="248" y="35559"/>
                  </a:cubicBezTo>
                  <a:cubicBezTo>
                    <a:pt x="83" y="35508"/>
                    <a:pt x="0" y="35373"/>
                    <a:pt x="0" y="35153"/>
                  </a:cubicBezTo>
                  <a:lnTo>
                    <a:pt x="197" y="34211"/>
                  </a:lnTo>
                  <a:lnTo>
                    <a:pt x="29342" y="1629"/>
                  </a:lnTo>
                  <a:lnTo>
                    <a:pt x="20845" y="1629"/>
                  </a:lnTo>
                  <a:cubicBezTo>
                    <a:pt x="19251" y="1629"/>
                    <a:pt x="17826" y="1773"/>
                    <a:pt x="16570" y="2062"/>
                  </a:cubicBezTo>
                  <a:cubicBezTo>
                    <a:pt x="15328" y="2333"/>
                    <a:pt x="14266" y="2723"/>
                    <a:pt x="13382" y="3232"/>
                  </a:cubicBezTo>
                  <a:cubicBezTo>
                    <a:pt x="12499" y="3724"/>
                    <a:pt x="11720" y="4386"/>
                    <a:pt x="11043" y="5218"/>
                  </a:cubicBezTo>
                  <a:cubicBezTo>
                    <a:pt x="10367" y="6033"/>
                    <a:pt x="9798" y="6915"/>
                    <a:pt x="9336" y="7865"/>
                  </a:cubicBezTo>
                  <a:cubicBezTo>
                    <a:pt x="8880" y="8799"/>
                    <a:pt x="8439" y="9919"/>
                    <a:pt x="8011" y="11226"/>
                  </a:cubicBezTo>
                  <a:lnTo>
                    <a:pt x="7938" y="11353"/>
                  </a:lnTo>
                  <a:cubicBezTo>
                    <a:pt x="7890" y="11438"/>
                    <a:pt x="7849" y="11505"/>
                    <a:pt x="7814" y="11556"/>
                  </a:cubicBezTo>
                  <a:cubicBezTo>
                    <a:pt x="7780" y="11590"/>
                    <a:pt x="7718" y="11633"/>
                    <a:pt x="7628" y="11683"/>
                  </a:cubicBezTo>
                  <a:cubicBezTo>
                    <a:pt x="7545" y="11718"/>
                    <a:pt x="7452" y="11735"/>
                    <a:pt x="7348" y="11735"/>
                  </a:cubicBezTo>
                  <a:cubicBezTo>
                    <a:pt x="7162" y="11735"/>
                    <a:pt x="7010" y="11684"/>
                    <a:pt x="6893" y="11582"/>
                  </a:cubicBezTo>
                  <a:cubicBezTo>
                    <a:pt x="6789" y="11480"/>
                    <a:pt x="6738" y="11378"/>
                    <a:pt x="6738" y="11276"/>
                  </a:cubicBezTo>
                  <a:lnTo>
                    <a:pt x="6717" y="11149"/>
                  </a:lnTo>
                  <a:cubicBezTo>
                    <a:pt x="6752" y="10843"/>
                    <a:pt x="6803" y="10606"/>
                    <a:pt x="6872" y="10436"/>
                  </a:cubicBezTo>
                  <a:lnTo>
                    <a:pt x="9750" y="1043"/>
                  </a:lnTo>
                  <a:cubicBezTo>
                    <a:pt x="9901" y="551"/>
                    <a:pt x="10053" y="254"/>
                    <a:pt x="10205" y="152"/>
                  </a:cubicBezTo>
                  <a:cubicBezTo>
                    <a:pt x="10357" y="51"/>
                    <a:pt x="10736" y="0"/>
                    <a:pt x="11344" y="0"/>
                  </a:cubicBezTo>
                  <a:lnTo>
                    <a:pt x="33368" y="0"/>
                  </a:lnTo>
                  <a:cubicBezTo>
                    <a:pt x="33913" y="0"/>
                    <a:pt x="34262" y="26"/>
                    <a:pt x="34414" y="77"/>
                  </a:cubicBezTo>
                  <a:cubicBezTo>
                    <a:pt x="34579" y="127"/>
                    <a:pt x="34662" y="263"/>
                    <a:pt x="34662" y="483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36" name="Group 3235">
            <a:extLst>
              <a:ext uri="{FF2B5EF4-FFF2-40B4-BE49-F238E27FC236}">
                <a16:creationId xmlns:a16="http://schemas.microsoft.com/office/drawing/2014/main" id="{5FA655A0-DD23-35BF-50AE-D89202111245}"/>
              </a:ext>
            </a:extLst>
          </p:cNvPr>
          <p:cNvGrpSpPr/>
          <p:nvPr/>
        </p:nvGrpSpPr>
        <p:grpSpPr>
          <a:xfrm>
            <a:off x="3329999" y="3469508"/>
            <a:ext cx="2483999" cy="1655999"/>
            <a:chOff x="3329999" y="3469508"/>
            <a:chExt cx="2483999" cy="1655999"/>
          </a:xfrm>
        </p:grpSpPr>
        <p:sp>
          <p:nvSpPr>
            <p:cNvPr id="3066" name="Freeform 3065">
              <a:extLst>
                <a:ext uri="{FF2B5EF4-FFF2-40B4-BE49-F238E27FC236}">
                  <a16:creationId xmlns:a16="http://schemas.microsoft.com/office/drawing/2014/main" id="{70633382-89F2-42D1-45DE-A21B27F2ABD4}"/>
                </a:ext>
              </a:extLst>
            </p:cNvPr>
            <p:cNvSpPr/>
            <p:nvPr/>
          </p:nvSpPr>
          <p:spPr>
            <a:xfrm>
              <a:off x="3329999" y="3469508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7" name="Freeform 3066">
              <a:extLst>
                <a:ext uri="{FF2B5EF4-FFF2-40B4-BE49-F238E27FC236}">
                  <a16:creationId xmlns:a16="http://schemas.microsoft.com/office/drawing/2014/main" id="{89487CAE-0CDB-3F6F-23C6-7B8E5743EE4B}"/>
                </a:ext>
              </a:extLst>
            </p:cNvPr>
            <p:cNvSpPr/>
            <p:nvPr/>
          </p:nvSpPr>
          <p:spPr>
            <a:xfrm>
              <a:off x="3602000" y="3518405"/>
              <a:ext cx="2163104" cy="1374909"/>
            </a:xfrm>
            <a:custGeom>
              <a:avLst/>
              <a:gdLst>
                <a:gd name="csX0" fmla="*/ 0 w 2163104"/>
                <a:gd name="csY0" fmla="*/ 1374910 h 1374909"/>
                <a:gd name="csX1" fmla="*/ 2163105 w 2163104"/>
                <a:gd name="csY1" fmla="*/ 1374910 h 1374909"/>
                <a:gd name="csX2" fmla="*/ 2163105 w 2163104"/>
                <a:gd name="csY2" fmla="*/ 0 h 1374909"/>
                <a:gd name="csX3" fmla="*/ 0 w 2163104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63104" h="1374909">
                  <a:moveTo>
                    <a:pt x="0" y="1374910"/>
                  </a:moveTo>
                  <a:lnTo>
                    <a:pt x="2163105" y="1374910"/>
                  </a:lnTo>
                  <a:lnTo>
                    <a:pt x="21631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8" name="Freeform 3067">
              <a:extLst>
                <a:ext uri="{FF2B5EF4-FFF2-40B4-BE49-F238E27FC236}">
                  <a16:creationId xmlns:a16="http://schemas.microsoft.com/office/drawing/2014/main" id="{E7ABF20C-169B-BD3C-D3CB-FBC7E10231FF}"/>
                </a:ext>
              </a:extLst>
            </p:cNvPr>
            <p:cNvSpPr/>
            <p:nvPr/>
          </p:nvSpPr>
          <p:spPr>
            <a:xfrm>
              <a:off x="3946753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9" name="Freeform 3068">
              <a:extLst>
                <a:ext uri="{FF2B5EF4-FFF2-40B4-BE49-F238E27FC236}">
                  <a16:creationId xmlns:a16="http://schemas.microsoft.com/office/drawing/2014/main" id="{6C8C02EF-2707-9DEC-429C-654C69F8805D}"/>
                </a:ext>
              </a:extLst>
            </p:cNvPr>
            <p:cNvSpPr/>
            <p:nvPr/>
          </p:nvSpPr>
          <p:spPr>
            <a:xfrm>
              <a:off x="4354572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0" name="Freeform 3069">
              <a:extLst>
                <a:ext uri="{FF2B5EF4-FFF2-40B4-BE49-F238E27FC236}">
                  <a16:creationId xmlns:a16="http://schemas.microsoft.com/office/drawing/2014/main" id="{15040A12-8852-20CF-9E8D-A71D776BD734}"/>
                </a:ext>
              </a:extLst>
            </p:cNvPr>
            <p:cNvSpPr/>
            <p:nvPr/>
          </p:nvSpPr>
          <p:spPr>
            <a:xfrm>
              <a:off x="4762386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1" name="Freeform 3070">
              <a:extLst>
                <a:ext uri="{FF2B5EF4-FFF2-40B4-BE49-F238E27FC236}">
                  <a16:creationId xmlns:a16="http://schemas.microsoft.com/office/drawing/2014/main" id="{6F8D4232-7198-719E-D87F-CED6C422DB07}"/>
                </a:ext>
              </a:extLst>
            </p:cNvPr>
            <p:cNvSpPr/>
            <p:nvPr/>
          </p:nvSpPr>
          <p:spPr>
            <a:xfrm>
              <a:off x="5170207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2" name="Freeform 3071">
              <a:extLst>
                <a:ext uri="{FF2B5EF4-FFF2-40B4-BE49-F238E27FC236}">
                  <a16:creationId xmlns:a16="http://schemas.microsoft.com/office/drawing/2014/main" id="{8A49FB72-429A-672A-B81A-7152C45DAB63}"/>
                </a:ext>
              </a:extLst>
            </p:cNvPr>
            <p:cNvSpPr/>
            <p:nvPr/>
          </p:nvSpPr>
          <p:spPr>
            <a:xfrm>
              <a:off x="5578028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" name="Freeform 3072">
              <a:extLst>
                <a:ext uri="{FF2B5EF4-FFF2-40B4-BE49-F238E27FC236}">
                  <a16:creationId xmlns:a16="http://schemas.microsoft.com/office/drawing/2014/main" id="{6C02E300-00CE-2C97-111E-23D86386E8DB}"/>
                </a:ext>
              </a:extLst>
            </p:cNvPr>
            <p:cNvSpPr/>
            <p:nvPr/>
          </p:nvSpPr>
          <p:spPr>
            <a:xfrm>
              <a:off x="3602000" y="4893315"/>
              <a:ext cx="2163104" cy="1034"/>
            </a:xfrm>
            <a:custGeom>
              <a:avLst/>
              <a:gdLst>
                <a:gd name="csX0" fmla="*/ 0 w 2163104"/>
                <a:gd name="csY0" fmla="*/ 0 h 1034"/>
                <a:gd name="csX1" fmla="*/ 2163105 w 216310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63104" h="1034">
                  <a:moveTo>
                    <a:pt x="0" y="0"/>
                  </a:moveTo>
                  <a:lnTo>
                    <a:pt x="2163105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" name="Freeform 3073">
              <a:extLst>
                <a:ext uri="{FF2B5EF4-FFF2-40B4-BE49-F238E27FC236}">
                  <a16:creationId xmlns:a16="http://schemas.microsoft.com/office/drawing/2014/main" id="{8B1F14C9-3BF4-9A47-4E49-41FDC405443D}"/>
                </a:ext>
              </a:extLst>
            </p:cNvPr>
            <p:cNvSpPr/>
            <p:nvPr/>
          </p:nvSpPr>
          <p:spPr>
            <a:xfrm>
              <a:off x="3602000" y="4494887"/>
              <a:ext cx="2163104" cy="1034"/>
            </a:xfrm>
            <a:custGeom>
              <a:avLst/>
              <a:gdLst>
                <a:gd name="csX0" fmla="*/ 0 w 2163104"/>
                <a:gd name="csY0" fmla="*/ 0 h 1034"/>
                <a:gd name="csX1" fmla="*/ 2163105 w 216310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63104" h="1034">
                  <a:moveTo>
                    <a:pt x="0" y="0"/>
                  </a:moveTo>
                  <a:lnTo>
                    <a:pt x="2163105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" name="Freeform 3074">
              <a:extLst>
                <a:ext uri="{FF2B5EF4-FFF2-40B4-BE49-F238E27FC236}">
                  <a16:creationId xmlns:a16="http://schemas.microsoft.com/office/drawing/2014/main" id="{06CE50AA-1992-38D4-2EC1-E7BB1BA207BD}"/>
                </a:ext>
              </a:extLst>
            </p:cNvPr>
            <p:cNvSpPr/>
            <p:nvPr/>
          </p:nvSpPr>
          <p:spPr>
            <a:xfrm>
              <a:off x="3602000" y="4096459"/>
              <a:ext cx="2163104" cy="1034"/>
            </a:xfrm>
            <a:custGeom>
              <a:avLst/>
              <a:gdLst>
                <a:gd name="csX0" fmla="*/ 0 w 2163104"/>
                <a:gd name="csY0" fmla="*/ 0 h 1034"/>
                <a:gd name="csX1" fmla="*/ 2163105 w 216310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63104" h="1034">
                  <a:moveTo>
                    <a:pt x="0" y="0"/>
                  </a:moveTo>
                  <a:lnTo>
                    <a:pt x="2163105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" name="Freeform 3075">
              <a:extLst>
                <a:ext uri="{FF2B5EF4-FFF2-40B4-BE49-F238E27FC236}">
                  <a16:creationId xmlns:a16="http://schemas.microsoft.com/office/drawing/2014/main" id="{B377A98F-F26B-9B4E-BC64-B629B2DFCB10}"/>
                </a:ext>
              </a:extLst>
            </p:cNvPr>
            <p:cNvSpPr/>
            <p:nvPr/>
          </p:nvSpPr>
          <p:spPr>
            <a:xfrm>
              <a:off x="3602000" y="3698031"/>
              <a:ext cx="2163104" cy="1034"/>
            </a:xfrm>
            <a:custGeom>
              <a:avLst/>
              <a:gdLst>
                <a:gd name="csX0" fmla="*/ 0 w 2163104"/>
                <a:gd name="csY0" fmla="*/ 0 h 1034"/>
                <a:gd name="csX1" fmla="*/ 2163105 w 216310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63104" h="1034">
                  <a:moveTo>
                    <a:pt x="0" y="0"/>
                  </a:moveTo>
                  <a:lnTo>
                    <a:pt x="2163105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" name="Freeform 3076">
              <a:extLst>
                <a:ext uri="{FF2B5EF4-FFF2-40B4-BE49-F238E27FC236}">
                  <a16:creationId xmlns:a16="http://schemas.microsoft.com/office/drawing/2014/main" id="{6B95374F-6B07-1B8A-B84B-359696F19FE8}"/>
                </a:ext>
              </a:extLst>
            </p:cNvPr>
            <p:cNvSpPr/>
            <p:nvPr/>
          </p:nvSpPr>
          <p:spPr>
            <a:xfrm>
              <a:off x="3602000" y="4893315"/>
              <a:ext cx="2163104" cy="1034"/>
            </a:xfrm>
            <a:custGeom>
              <a:avLst/>
              <a:gdLst>
                <a:gd name="csX0" fmla="*/ 0 w 2163104"/>
                <a:gd name="csY0" fmla="*/ 0 h 1034"/>
                <a:gd name="csX1" fmla="*/ 2163105 w 2163104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63104" h="1034">
                  <a:moveTo>
                    <a:pt x="0" y="0"/>
                  </a:moveTo>
                  <a:lnTo>
                    <a:pt x="2163105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" name="Freeform 3077">
              <a:extLst>
                <a:ext uri="{FF2B5EF4-FFF2-40B4-BE49-F238E27FC236}">
                  <a16:creationId xmlns:a16="http://schemas.microsoft.com/office/drawing/2014/main" id="{0834A9FB-3BDD-E4EA-2834-3FBA2EB4BFC1}"/>
                </a:ext>
              </a:extLst>
            </p:cNvPr>
            <p:cNvSpPr/>
            <p:nvPr/>
          </p:nvSpPr>
          <p:spPr>
            <a:xfrm>
              <a:off x="3946753" y="4873753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" name="Freeform 3078">
              <a:extLst>
                <a:ext uri="{FF2B5EF4-FFF2-40B4-BE49-F238E27FC236}">
                  <a16:creationId xmlns:a16="http://schemas.microsoft.com/office/drawing/2014/main" id="{8D578505-7107-C61E-A007-2DC498C5E52E}"/>
                </a:ext>
              </a:extLst>
            </p:cNvPr>
            <p:cNvSpPr/>
            <p:nvPr/>
          </p:nvSpPr>
          <p:spPr>
            <a:xfrm>
              <a:off x="4354572" y="4873753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" name="Freeform 3079">
              <a:extLst>
                <a:ext uri="{FF2B5EF4-FFF2-40B4-BE49-F238E27FC236}">
                  <a16:creationId xmlns:a16="http://schemas.microsoft.com/office/drawing/2014/main" id="{314ED484-EFBF-740E-8CDF-3F0716B01495}"/>
                </a:ext>
              </a:extLst>
            </p:cNvPr>
            <p:cNvSpPr/>
            <p:nvPr/>
          </p:nvSpPr>
          <p:spPr>
            <a:xfrm>
              <a:off x="4762386" y="4873753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" name="Freeform 3080">
              <a:extLst>
                <a:ext uri="{FF2B5EF4-FFF2-40B4-BE49-F238E27FC236}">
                  <a16:creationId xmlns:a16="http://schemas.microsoft.com/office/drawing/2014/main" id="{53A1A255-9A9F-77A1-0D40-0B957BC62AE5}"/>
                </a:ext>
              </a:extLst>
            </p:cNvPr>
            <p:cNvSpPr/>
            <p:nvPr/>
          </p:nvSpPr>
          <p:spPr>
            <a:xfrm>
              <a:off x="5170207" y="4873753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2" name="Freeform 3081">
              <a:extLst>
                <a:ext uri="{FF2B5EF4-FFF2-40B4-BE49-F238E27FC236}">
                  <a16:creationId xmlns:a16="http://schemas.microsoft.com/office/drawing/2014/main" id="{370E9992-7F0C-0861-4B32-2DBD48544F3B}"/>
                </a:ext>
              </a:extLst>
            </p:cNvPr>
            <p:cNvSpPr/>
            <p:nvPr/>
          </p:nvSpPr>
          <p:spPr>
            <a:xfrm>
              <a:off x="5578028" y="4873753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3" name="Freeform 3082">
              <a:extLst>
                <a:ext uri="{FF2B5EF4-FFF2-40B4-BE49-F238E27FC236}">
                  <a16:creationId xmlns:a16="http://schemas.microsoft.com/office/drawing/2014/main" id="{785FF148-EF71-3648-5C1E-C46A697AC73E}"/>
                </a:ext>
              </a:extLst>
            </p:cNvPr>
            <p:cNvSpPr/>
            <p:nvPr/>
          </p:nvSpPr>
          <p:spPr>
            <a:xfrm>
              <a:off x="3823487" y="4960952"/>
              <a:ext cx="53750" cy="7131"/>
            </a:xfrm>
            <a:custGeom>
              <a:avLst/>
              <a:gdLst>
                <a:gd name="csX0" fmla="*/ 0 w 53750"/>
                <a:gd name="csY0" fmla="*/ 0 h 7131"/>
                <a:gd name="csX1" fmla="*/ 53751 w 53750"/>
                <a:gd name="csY1" fmla="*/ 0 h 7131"/>
                <a:gd name="csX2" fmla="*/ 53751 w 53750"/>
                <a:gd name="csY2" fmla="*/ 7131 h 7131"/>
                <a:gd name="csX3" fmla="*/ 0 w 53750"/>
                <a:gd name="csY3" fmla="*/ 7131 h 7131"/>
                <a:gd name="csX4" fmla="*/ 0 w 53750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50" h="7131">
                  <a:moveTo>
                    <a:pt x="0" y="0"/>
                  </a:moveTo>
                  <a:lnTo>
                    <a:pt x="53751" y="0"/>
                  </a:lnTo>
                  <a:lnTo>
                    <a:pt x="53751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4" name="Freeform 3083">
              <a:extLst>
                <a:ext uri="{FF2B5EF4-FFF2-40B4-BE49-F238E27FC236}">
                  <a16:creationId xmlns:a16="http://schemas.microsoft.com/office/drawing/2014/main" id="{2CCB170D-BBB9-055A-6E5B-DF0C5713DECD}"/>
                </a:ext>
              </a:extLst>
            </p:cNvPr>
            <p:cNvSpPr/>
            <p:nvPr/>
          </p:nvSpPr>
          <p:spPr>
            <a:xfrm>
              <a:off x="3895770" y="4928836"/>
              <a:ext cx="37273" cy="62596"/>
            </a:xfrm>
            <a:custGeom>
              <a:avLst/>
              <a:gdLst>
                <a:gd name="csX0" fmla="*/ 1216 w 37273"/>
                <a:gd name="csY0" fmla="*/ 55466 h 62596"/>
                <a:gd name="csX1" fmla="*/ 15052 w 37273"/>
                <a:gd name="csY1" fmla="*/ 55466 h 62596"/>
                <a:gd name="csX2" fmla="*/ 15052 w 37273"/>
                <a:gd name="csY2" fmla="*/ 7711 h 62596"/>
                <a:gd name="csX3" fmla="*/ 0 w 37273"/>
                <a:gd name="csY3" fmla="*/ 10733 h 62596"/>
                <a:gd name="csX4" fmla="*/ 0 w 37273"/>
                <a:gd name="csY4" fmla="*/ 3022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6 h 62596"/>
                <a:gd name="csX8" fmla="*/ 37273 w 37273"/>
                <a:gd name="csY8" fmla="*/ 55466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6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6"/>
                  </a:moveTo>
                  <a:lnTo>
                    <a:pt x="15052" y="55466"/>
                  </a:lnTo>
                  <a:lnTo>
                    <a:pt x="15052" y="7711"/>
                  </a:lnTo>
                  <a:lnTo>
                    <a:pt x="0" y="10733"/>
                  </a:lnTo>
                  <a:lnTo>
                    <a:pt x="0" y="3022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6"/>
                  </a:lnTo>
                  <a:lnTo>
                    <a:pt x="37273" y="55466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5" name="Freeform 3084">
              <a:extLst>
                <a:ext uri="{FF2B5EF4-FFF2-40B4-BE49-F238E27FC236}">
                  <a16:creationId xmlns:a16="http://schemas.microsoft.com/office/drawing/2014/main" id="{1BCD4901-14DE-F3A8-5C3A-899FBC1B8381}"/>
                </a:ext>
              </a:extLst>
            </p:cNvPr>
            <p:cNvSpPr/>
            <p:nvPr/>
          </p:nvSpPr>
          <p:spPr>
            <a:xfrm>
              <a:off x="3950149" y="4980783"/>
              <a:ext cx="8847" cy="10650"/>
            </a:xfrm>
            <a:custGeom>
              <a:avLst/>
              <a:gdLst>
                <a:gd name="csX0" fmla="*/ 0 w 8847"/>
                <a:gd name="csY0" fmla="*/ 0 h 10650"/>
                <a:gd name="csX1" fmla="*/ 8847 w 8847"/>
                <a:gd name="csY1" fmla="*/ 0 h 10650"/>
                <a:gd name="csX2" fmla="*/ 8847 w 8847"/>
                <a:gd name="csY2" fmla="*/ 10650 h 10650"/>
                <a:gd name="csX3" fmla="*/ 0 w 8847"/>
                <a:gd name="csY3" fmla="*/ 10650 h 10650"/>
                <a:gd name="csX4" fmla="*/ 0 w 8847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7" h="10650">
                  <a:moveTo>
                    <a:pt x="0" y="0"/>
                  </a:moveTo>
                  <a:lnTo>
                    <a:pt x="8847" y="0"/>
                  </a:lnTo>
                  <a:lnTo>
                    <a:pt x="8847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6" name="Freeform 3085">
              <a:extLst>
                <a:ext uri="{FF2B5EF4-FFF2-40B4-BE49-F238E27FC236}">
                  <a16:creationId xmlns:a16="http://schemas.microsoft.com/office/drawing/2014/main" id="{31C7DF17-82A9-D9A3-C7E2-FD18DE196494}"/>
                </a:ext>
              </a:extLst>
            </p:cNvPr>
            <p:cNvSpPr/>
            <p:nvPr/>
          </p:nvSpPr>
          <p:spPr>
            <a:xfrm>
              <a:off x="3974551" y="4927708"/>
              <a:ext cx="39746" cy="63724"/>
            </a:xfrm>
            <a:custGeom>
              <a:avLst/>
              <a:gdLst>
                <a:gd name="csX0" fmla="*/ 10188 w 39746"/>
                <a:gd name="csY0" fmla="*/ 56594 h 63724"/>
                <a:gd name="csX1" fmla="*/ 39746 w 39746"/>
                <a:gd name="csY1" fmla="*/ 56594 h 63724"/>
                <a:gd name="csX2" fmla="*/ 39746 w 39746"/>
                <a:gd name="csY2" fmla="*/ 63725 h 63724"/>
                <a:gd name="csX3" fmla="*/ 0 w 39746"/>
                <a:gd name="csY3" fmla="*/ 63725 h 63724"/>
                <a:gd name="csX4" fmla="*/ 0 w 39746"/>
                <a:gd name="csY4" fmla="*/ 56594 h 63724"/>
                <a:gd name="csX5" fmla="*/ 13123 w 39746"/>
                <a:gd name="csY5" fmla="*/ 43222 h 63724"/>
                <a:gd name="csX6" fmla="*/ 23604 w 39746"/>
                <a:gd name="csY6" fmla="*/ 32364 h 63724"/>
                <a:gd name="csX7" fmla="*/ 29265 w 39746"/>
                <a:gd name="csY7" fmla="*/ 24654 h 63724"/>
                <a:gd name="csX8" fmla="*/ 30900 w 39746"/>
                <a:gd name="csY8" fmla="*/ 18402 h 63724"/>
                <a:gd name="csX9" fmla="*/ 27378 w 39746"/>
                <a:gd name="csY9" fmla="*/ 10267 h 63724"/>
                <a:gd name="csX10" fmla="*/ 18280 w 39746"/>
                <a:gd name="csY10" fmla="*/ 7121 h 63724"/>
                <a:gd name="csX11" fmla="*/ 9852 w 39746"/>
                <a:gd name="csY11" fmla="*/ 8508 h 63724"/>
                <a:gd name="csX12" fmla="*/ 419 w 39746"/>
                <a:gd name="csY12" fmla="*/ 12699 h 63724"/>
                <a:gd name="csX13" fmla="*/ 419 w 39746"/>
                <a:gd name="csY13" fmla="*/ 4150 h 63724"/>
                <a:gd name="csX14" fmla="*/ 9978 w 39746"/>
                <a:gd name="csY14" fmla="*/ 1045 h 63724"/>
                <a:gd name="csX15" fmla="*/ 18111 w 39746"/>
                <a:gd name="csY15" fmla="*/ 0 h 63724"/>
                <a:gd name="csX16" fmla="*/ 33625 w 39746"/>
                <a:gd name="csY16" fmla="*/ 4864 h 63724"/>
                <a:gd name="csX17" fmla="*/ 39411 w 39746"/>
                <a:gd name="csY17" fmla="*/ 17854 h 63724"/>
                <a:gd name="csX18" fmla="*/ 37943 w 39746"/>
                <a:gd name="csY18" fmla="*/ 25192 h 63724"/>
                <a:gd name="csX19" fmla="*/ 32703 w 39746"/>
                <a:gd name="csY19" fmla="*/ 33327 h 63724"/>
                <a:gd name="csX20" fmla="*/ 26036 w 39746"/>
                <a:gd name="csY20" fmla="*/ 40375 h 63724"/>
                <a:gd name="csX21" fmla="*/ 10188 w 39746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6" h="63724">
                  <a:moveTo>
                    <a:pt x="10188" y="56594"/>
                  </a:moveTo>
                  <a:lnTo>
                    <a:pt x="39746" y="56594"/>
                  </a:lnTo>
                  <a:lnTo>
                    <a:pt x="39746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4" y="53268"/>
                    <a:pt x="7588" y="48811"/>
                    <a:pt x="13123" y="43222"/>
                  </a:cubicBezTo>
                  <a:cubicBezTo>
                    <a:pt x="18685" y="37605"/>
                    <a:pt x="22179" y="33986"/>
                    <a:pt x="23604" y="32364"/>
                  </a:cubicBezTo>
                  <a:cubicBezTo>
                    <a:pt x="26316" y="29315"/>
                    <a:pt x="28203" y="26744"/>
                    <a:pt x="29265" y="24654"/>
                  </a:cubicBezTo>
                  <a:cubicBezTo>
                    <a:pt x="30355" y="22528"/>
                    <a:pt x="30900" y="20445"/>
                    <a:pt x="30900" y="18402"/>
                  </a:cubicBezTo>
                  <a:cubicBezTo>
                    <a:pt x="30900" y="15076"/>
                    <a:pt x="29726" y="12365"/>
                    <a:pt x="27378" y="10267"/>
                  </a:cubicBezTo>
                  <a:cubicBezTo>
                    <a:pt x="25058" y="8170"/>
                    <a:pt x="22026" y="7121"/>
                    <a:pt x="18280" y="7121"/>
                  </a:cubicBezTo>
                  <a:cubicBezTo>
                    <a:pt x="15624" y="7121"/>
                    <a:pt x="12815" y="7583"/>
                    <a:pt x="9852" y="8508"/>
                  </a:cubicBezTo>
                  <a:cubicBezTo>
                    <a:pt x="6918" y="9432"/>
                    <a:pt x="3773" y="10830"/>
                    <a:pt x="419" y="12699"/>
                  </a:cubicBezTo>
                  <a:lnTo>
                    <a:pt x="419" y="4150"/>
                  </a:lnTo>
                  <a:cubicBezTo>
                    <a:pt x="3829" y="2777"/>
                    <a:pt x="7016" y="1742"/>
                    <a:pt x="9978" y="1045"/>
                  </a:cubicBezTo>
                  <a:cubicBezTo>
                    <a:pt x="12941" y="348"/>
                    <a:pt x="15652" y="0"/>
                    <a:pt x="18111" y="0"/>
                  </a:cubicBezTo>
                  <a:cubicBezTo>
                    <a:pt x="24597" y="0"/>
                    <a:pt x="29768" y="1621"/>
                    <a:pt x="33625" y="4864"/>
                  </a:cubicBezTo>
                  <a:cubicBezTo>
                    <a:pt x="37482" y="8101"/>
                    <a:pt x="39411" y="12430"/>
                    <a:pt x="39411" y="17854"/>
                  </a:cubicBezTo>
                  <a:cubicBezTo>
                    <a:pt x="39411" y="20427"/>
                    <a:pt x="38922" y="22873"/>
                    <a:pt x="37943" y="25192"/>
                  </a:cubicBezTo>
                  <a:cubicBezTo>
                    <a:pt x="36993" y="27483"/>
                    <a:pt x="35246" y="30194"/>
                    <a:pt x="32703" y="33327"/>
                  </a:cubicBezTo>
                  <a:cubicBezTo>
                    <a:pt x="32004" y="34141"/>
                    <a:pt x="29782" y="36491"/>
                    <a:pt x="26036" y="40375"/>
                  </a:cubicBezTo>
                  <a:cubicBezTo>
                    <a:pt x="22290" y="44232"/>
                    <a:pt x="17008" y="49639"/>
                    <a:pt x="10188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7" name="Freeform 3086">
              <a:extLst>
                <a:ext uri="{FF2B5EF4-FFF2-40B4-BE49-F238E27FC236}">
                  <a16:creationId xmlns:a16="http://schemas.microsoft.com/office/drawing/2014/main" id="{7119538D-1F0E-C1AD-B5AC-CCF7C69734E6}"/>
                </a:ext>
              </a:extLst>
            </p:cNvPr>
            <p:cNvSpPr/>
            <p:nvPr/>
          </p:nvSpPr>
          <p:spPr>
            <a:xfrm>
              <a:off x="4029516" y="4928836"/>
              <a:ext cx="40501" cy="63807"/>
            </a:xfrm>
            <a:custGeom>
              <a:avLst/>
              <a:gdLst>
                <a:gd name="csX0" fmla="*/ 2641 w 40501"/>
                <a:gd name="csY0" fmla="*/ 0 h 63807"/>
                <a:gd name="csX1" fmla="*/ 35890 w 40501"/>
                <a:gd name="csY1" fmla="*/ 0 h 63807"/>
                <a:gd name="csX2" fmla="*/ 35890 w 40501"/>
                <a:gd name="csY2" fmla="*/ 7131 h 63807"/>
                <a:gd name="csX3" fmla="*/ 10398 w 40501"/>
                <a:gd name="csY3" fmla="*/ 7131 h 63807"/>
                <a:gd name="csX4" fmla="*/ 10398 w 40501"/>
                <a:gd name="csY4" fmla="*/ 22470 h 63807"/>
                <a:gd name="csX5" fmla="*/ 14087 w 40501"/>
                <a:gd name="csY5" fmla="*/ 21549 h 63807"/>
                <a:gd name="csX6" fmla="*/ 17777 w 40501"/>
                <a:gd name="csY6" fmla="*/ 21217 h 63807"/>
                <a:gd name="csX7" fmla="*/ 34380 w 40501"/>
                <a:gd name="csY7" fmla="*/ 26962 h 63807"/>
                <a:gd name="csX8" fmla="*/ 40502 w 40501"/>
                <a:gd name="csY8" fmla="*/ 42518 h 63807"/>
                <a:gd name="csX9" fmla="*/ 34212 w 40501"/>
                <a:gd name="csY9" fmla="*/ 58239 h 63807"/>
                <a:gd name="csX10" fmla="*/ 16477 w 40501"/>
                <a:gd name="csY10" fmla="*/ 63808 h 63807"/>
                <a:gd name="csX11" fmla="*/ 8427 w 40501"/>
                <a:gd name="csY11" fmla="*/ 63145 h 63807"/>
                <a:gd name="csX12" fmla="*/ 0 w 40501"/>
                <a:gd name="csY12" fmla="*/ 61127 h 63807"/>
                <a:gd name="csX13" fmla="*/ 0 w 40501"/>
                <a:gd name="csY13" fmla="*/ 52619 h 63807"/>
                <a:gd name="csX14" fmla="*/ 7799 w 40501"/>
                <a:gd name="csY14" fmla="*/ 55683 h 63807"/>
                <a:gd name="csX15" fmla="*/ 16310 w 40501"/>
                <a:gd name="csY15" fmla="*/ 56687 h 63807"/>
                <a:gd name="csX16" fmla="*/ 27797 w 40501"/>
                <a:gd name="csY16" fmla="*/ 52868 h 63807"/>
                <a:gd name="csX17" fmla="*/ 32032 w 40501"/>
                <a:gd name="csY17" fmla="*/ 42518 h 63807"/>
                <a:gd name="csX18" fmla="*/ 27797 w 40501"/>
                <a:gd name="csY18" fmla="*/ 32158 h 63807"/>
                <a:gd name="csX19" fmla="*/ 16310 w 40501"/>
                <a:gd name="csY19" fmla="*/ 28338 h 63807"/>
                <a:gd name="csX20" fmla="*/ 9517 w 40501"/>
                <a:gd name="csY20" fmla="*/ 29094 h 63807"/>
                <a:gd name="csX21" fmla="*/ 2641 w 40501"/>
                <a:gd name="csY21" fmla="*/ 31443 h 63807"/>
                <a:gd name="csX22" fmla="*/ 2641 w 40501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07">
                  <a:moveTo>
                    <a:pt x="2641" y="0"/>
                  </a:moveTo>
                  <a:lnTo>
                    <a:pt x="35890" y="0"/>
                  </a:lnTo>
                  <a:lnTo>
                    <a:pt x="35890" y="7131"/>
                  </a:lnTo>
                  <a:lnTo>
                    <a:pt x="10398" y="7131"/>
                  </a:lnTo>
                  <a:lnTo>
                    <a:pt x="10398" y="22470"/>
                  </a:lnTo>
                  <a:cubicBezTo>
                    <a:pt x="11628" y="22056"/>
                    <a:pt x="12858" y="21749"/>
                    <a:pt x="14087" y="21549"/>
                  </a:cubicBezTo>
                  <a:cubicBezTo>
                    <a:pt x="15317" y="21328"/>
                    <a:pt x="16547" y="21217"/>
                    <a:pt x="17777" y="21217"/>
                  </a:cubicBezTo>
                  <a:cubicBezTo>
                    <a:pt x="24765" y="21217"/>
                    <a:pt x="30299" y="23132"/>
                    <a:pt x="34380" y="26962"/>
                  </a:cubicBezTo>
                  <a:cubicBezTo>
                    <a:pt x="38461" y="30791"/>
                    <a:pt x="40502" y="35977"/>
                    <a:pt x="40502" y="42518"/>
                  </a:cubicBezTo>
                  <a:cubicBezTo>
                    <a:pt x="40502" y="49252"/>
                    <a:pt x="38405" y="54493"/>
                    <a:pt x="34212" y="58239"/>
                  </a:cubicBezTo>
                  <a:cubicBezTo>
                    <a:pt x="30020" y="61952"/>
                    <a:pt x="24108" y="63808"/>
                    <a:pt x="16477" y="63808"/>
                  </a:cubicBezTo>
                  <a:cubicBezTo>
                    <a:pt x="13850" y="63808"/>
                    <a:pt x="11166" y="63587"/>
                    <a:pt x="8427" y="63145"/>
                  </a:cubicBezTo>
                  <a:cubicBezTo>
                    <a:pt x="5716" y="62697"/>
                    <a:pt x="2907" y="62024"/>
                    <a:pt x="0" y="61127"/>
                  </a:cubicBezTo>
                  <a:lnTo>
                    <a:pt x="0" y="52619"/>
                  </a:lnTo>
                  <a:cubicBezTo>
                    <a:pt x="2516" y="53986"/>
                    <a:pt x="5115" y="55007"/>
                    <a:pt x="7799" y="55683"/>
                  </a:cubicBezTo>
                  <a:cubicBezTo>
                    <a:pt x="10481" y="56352"/>
                    <a:pt x="13318" y="56687"/>
                    <a:pt x="16310" y="56687"/>
                  </a:cubicBezTo>
                  <a:cubicBezTo>
                    <a:pt x="21145" y="56687"/>
                    <a:pt x="24974" y="55414"/>
                    <a:pt x="27797" y="52868"/>
                  </a:cubicBezTo>
                  <a:cubicBezTo>
                    <a:pt x="30620" y="50329"/>
                    <a:pt x="32032" y="46879"/>
                    <a:pt x="32032" y="42518"/>
                  </a:cubicBezTo>
                  <a:cubicBezTo>
                    <a:pt x="32032" y="38157"/>
                    <a:pt x="30620" y="34704"/>
                    <a:pt x="27797" y="32158"/>
                  </a:cubicBezTo>
                  <a:cubicBezTo>
                    <a:pt x="24974" y="29611"/>
                    <a:pt x="21145" y="28338"/>
                    <a:pt x="16310" y="28338"/>
                  </a:cubicBezTo>
                  <a:cubicBezTo>
                    <a:pt x="14046" y="28338"/>
                    <a:pt x="11781" y="28590"/>
                    <a:pt x="9517" y="29094"/>
                  </a:cubicBezTo>
                  <a:cubicBezTo>
                    <a:pt x="7281" y="29598"/>
                    <a:pt x="4989" y="30381"/>
                    <a:pt x="2641" y="31443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8" name="Freeform 3087">
              <a:extLst>
                <a:ext uri="{FF2B5EF4-FFF2-40B4-BE49-F238E27FC236}">
                  <a16:creationId xmlns:a16="http://schemas.microsoft.com/office/drawing/2014/main" id="{6280D987-7655-4D0C-FB66-D08921133989}"/>
                </a:ext>
              </a:extLst>
            </p:cNvPr>
            <p:cNvSpPr/>
            <p:nvPr/>
          </p:nvSpPr>
          <p:spPr>
            <a:xfrm>
              <a:off x="4230405" y="4960952"/>
              <a:ext cx="53750" cy="7131"/>
            </a:xfrm>
            <a:custGeom>
              <a:avLst/>
              <a:gdLst>
                <a:gd name="csX0" fmla="*/ 0 w 53750"/>
                <a:gd name="csY0" fmla="*/ 0 h 7131"/>
                <a:gd name="csX1" fmla="*/ 53751 w 53750"/>
                <a:gd name="csY1" fmla="*/ 0 h 7131"/>
                <a:gd name="csX2" fmla="*/ 53751 w 53750"/>
                <a:gd name="csY2" fmla="*/ 7131 h 7131"/>
                <a:gd name="csX3" fmla="*/ 0 w 53750"/>
                <a:gd name="csY3" fmla="*/ 7131 h 7131"/>
                <a:gd name="csX4" fmla="*/ 0 w 53750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50" h="7131">
                  <a:moveTo>
                    <a:pt x="0" y="0"/>
                  </a:moveTo>
                  <a:lnTo>
                    <a:pt x="53751" y="0"/>
                  </a:lnTo>
                  <a:lnTo>
                    <a:pt x="53751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9" name="Freeform 3088">
              <a:extLst>
                <a:ext uri="{FF2B5EF4-FFF2-40B4-BE49-F238E27FC236}">
                  <a16:creationId xmlns:a16="http://schemas.microsoft.com/office/drawing/2014/main" id="{2CB4B057-8AF9-6A9E-81E4-FF9C14EA79D4}"/>
                </a:ext>
              </a:extLst>
            </p:cNvPr>
            <p:cNvSpPr/>
            <p:nvPr/>
          </p:nvSpPr>
          <p:spPr>
            <a:xfrm>
              <a:off x="4302687" y="4928836"/>
              <a:ext cx="37273" cy="62596"/>
            </a:xfrm>
            <a:custGeom>
              <a:avLst/>
              <a:gdLst>
                <a:gd name="csX0" fmla="*/ 1216 w 37273"/>
                <a:gd name="csY0" fmla="*/ 55466 h 62596"/>
                <a:gd name="csX1" fmla="*/ 15052 w 37273"/>
                <a:gd name="csY1" fmla="*/ 55466 h 62596"/>
                <a:gd name="csX2" fmla="*/ 15052 w 37273"/>
                <a:gd name="csY2" fmla="*/ 7711 h 62596"/>
                <a:gd name="csX3" fmla="*/ 0 w 37273"/>
                <a:gd name="csY3" fmla="*/ 10733 h 62596"/>
                <a:gd name="csX4" fmla="*/ 0 w 37273"/>
                <a:gd name="csY4" fmla="*/ 3022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6 h 62596"/>
                <a:gd name="csX8" fmla="*/ 37273 w 37273"/>
                <a:gd name="csY8" fmla="*/ 55466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6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6"/>
                  </a:moveTo>
                  <a:lnTo>
                    <a:pt x="15052" y="55466"/>
                  </a:lnTo>
                  <a:lnTo>
                    <a:pt x="15052" y="7711"/>
                  </a:lnTo>
                  <a:lnTo>
                    <a:pt x="0" y="10733"/>
                  </a:lnTo>
                  <a:lnTo>
                    <a:pt x="0" y="3022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6"/>
                  </a:lnTo>
                  <a:lnTo>
                    <a:pt x="37273" y="55466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0" name="Freeform 3089">
              <a:extLst>
                <a:ext uri="{FF2B5EF4-FFF2-40B4-BE49-F238E27FC236}">
                  <a16:creationId xmlns:a16="http://schemas.microsoft.com/office/drawing/2014/main" id="{1BD458BE-CDD2-E92E-CB2F-0B4369EDE4F9}"/>
                </a:ext>
              </a:extLst>
            </p:cNvPr>
            <p:cNvSpPr/>
            <p:nvPr/>
          </p:nvSpPr>
          <p:spPr>
            <a:xfrm>
              <a:off x="4357066" y="4980783"/>
              <a:ext cx="8843" cy="10650"/>
            </a:xfrm>
            <a:custGeom>
              <a:avLst/>
              <a:gdLst>
                <a:gd name="csX0" fmla="*/ 0 w 8843"/>
                <a:gd name="csY0" fmla="*/ 0 h 10650"/>
                <a:gd name="csX1" fmla="*/ 8843 w 8843"/>
                <a:gd name="csY1" fmla="*/ 0 h 10650"/>
                <a:gd name="csX2" fmla="*/ 8843 w 8843"/>
                <a:gd name="csY2" fmla="*/ 10650 h 10650"/>
                <a:gd name="csX3" fmla="*/ 0 w 8843"/>
                <a:gd name="csY3" fmla="*/ 10650 h 10650"/>
                <a:gd name="csX4" fmla="*/ 0 w 8843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3" h="10650">
                  <a:moveTo>
                    <a:pt x="0" y="0"/>
                  </a:moveTo>
                  <a:lnTo>
                    <a:pt x="8843" y="0"/>
                  </a:lnTo>
                  <a:lnTo>
                    <a:pt x="8843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1" name="Freeform 3090">
              <a:extLst>
                <a:ext uri="{FF2B5EF4-FFF2-40B4-BE49-F238E27FC236}">
                  <a16:creationId xmlns:a16="http://schemas.microsoft.com/office/drawing/2014/main" id="{2DA3E751-4173-2E95-FCEC-CB57EA907F5E}"/>
                </a:ext>
              </a:extLst>
            </p:cNvPr>
            <p:cNvSpPr/>
            <p:nvPr/>
          </p:nvSpPr>
          <p:spPr>
            <a:xfrm>
              <a:off x="4380834" y="4927708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9" y="0"/>
                    <a:pt x="34010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10" y="62169"/>
                    <a:pt x="28659" y="64936"/>
                    <a:pt x="21642" y="64936"/>
                  </a:cubicBezTo>
                  <a:cubicBezTo>
                    <a:pt x="14624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2" name="Freeform 3091">
              <a:extLst>
                <a:ext uri="{FF2B5EF4-FFF2-40B4-BE49-F238E27FC236}">
                  <a16:creationId xmlns:a16="http://schemas.microsoft.com/office/drawing/2014/main" id="{1C3F5ED0-BA69-39EE-F95A-FDD249A5C935}"/>
                </a:ext>
              </a:extLst>
            </p:cNvPr>
            <p:cNvSpPr/>
            <p:nvPr/>
          </p:nvSpPr>
          <p:spPr>
            <a:xfrm>
              <a:off x="4435471" y="4927708"/>
              <a:ext cx="43263" cy="64935"/>
            </a:xfrm>
            <a:custGeom>
              <a:avLst/>
              <a:gdLst>
                <a:gd name="csX0" fmla="*/ 21632 w 43263"/>
                <a:gd name="csY0" fmla="*/ 6707 h 64935"/>
                <a:gd name="csX1" fmla="*/ 11778 w 43263"/>
                <a:gd name="csY1" fmla="*/ 13165 h 64935"/>
                <a:gd name="csX2" fmla="*/ 8508 w 43263"/>
                <a:gd name="csY2" fmla="*/ 32489 h 64935"/>
                <a:gd name="csX3" fmla="*/ 11778 w 43263"/>
                <a:gd name="csY3" fmla="*/ 51822 h 64935"/>
                <a:gd name="csX4" fmla="*/ 21632 w 43263"/>
                <a:gd name="csY4" fmla="*/ 58229 h 64935"/>
                <a:gd name="csX5" fmla="*/ 31485 w 43263"/>
                <a:gd name="csY5" fmla="*/ 51822 h 64935"/>
                <a:gd name="csX6" fmla="*/ 34797 w 43263"/>
                <a:gd name="csY6" fmla="*/ 32489 h 64935"/>
                <a:gd name="csX7" fmla="*/ 31485 w 43263"/>
                <a:gd name="csY7" fmla="*/ 13165 h 64935"/>
                <a:gd name="csX8" fmla="*/ 21632 w 43263"/>
                <a:gd name="csY8" fmla="*/ 6707 h 64935"/>
                <a:gd name="csX9" fmla="*/ 21632 w 43263"/>
                <a:gd name="csY9" fmla="*/ 0 h 64935"/>
                <a:gd name="csX10" fmla="*/ 37695 w 43263"/>
                <a:gd name="csY10" fmla="*/ 8342 h 64935"/>
                <a:gd name="csX11" fmla="*/ 43263 w 43263"/>
                <a:gd name="csY11" fmla="*/ 32489 h 64935"/>
                <a:gd name="csX12" fmla="*/ 37695 w 43263"/>
                <a:gd name="csY12" fmla="*/ 56635 h 64935"/>
                <a:gd name="csX13" fmla="*/ 21632 w 43263"/>
                <a:gd name="csY13" fmla="*/ 64936 h 64935"/>
                <a:gd name="csX14" fmla="*/ 5537 w 43263"/>
                <a:gd name="csY14" fmla="*/ 56635 h 64935"/>
                <a:gd name="csX15" fmla="*/ 0 w 43263"/>
                <a:gd name="csY15" fmla="*/ 32489 h 64935"/>
                <a:gd name="csX16" fmla="*/ 5537 w 43263"/>
                <a:gd name="csY16" fmla="*/ 8342 h 64935"/>
                <a:gd name="csX17" fmla="*/ 21632 w 4326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3" h="64935">
                  <a:moveTo>
                    <a:pt x="21632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2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2" y="6707"/>
                  </a:cubicBezTo>
                  <a:moveTo>
                    <a:pt x="21632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07" y="13876"/>
                    <a:pt x="43263" y="21925"/>
                    <a:pt x="43263" y="32489"/>
                  </a:cubicBezTo>
                  <a:cubicBezTo>
                    <a:pt x="43263" y="43025"/>
                    <a:pt x="41407" y="51074"/>
                    <a:pt x="37695" y="56635"/>
                  </a:cubicBezTo>
                  <a:cubicBezTo>
                    <a:pt x="34003" y="62169"/>
                    <a:pt x="28649" y="64936"/>
                    <a:pt x="21632" y="64936"/>
                  </a:cubicBezTo>
                  <a:cubicBezTo>
                    <a:pt x="14614" y="64936"/>
                    <a:pt x="9249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49" y="2781"/>
                    <a:pt x="14614" y="0"/>
                    <a:pt x="2163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3" name="Freeform 3092">
              <a:extLst>
                <a:ext uri="{FF2B5EF4-FFF2-40B4-BE49-F238E27FC236}">
                  <a16:creationId xmlns:a16="http://schemas.microsoft.com/office/drawing/2014/main" id="{D3316AED-CF9D-BE9B-C31B-A79AC79C784C}"/>
                </a:ext>
              </a:extLst>
            </p:cNvPr>
            <p:cNvSpPr/>
            <p:nvPr/>
          </p:nvSpPr>
          <p:spPr>
            <a:xfrm>
              <a:off x="4639128" y="4960952"/>
              <a:ext cx="53747" cy="7131"/>
            </a:xfrm>
            <a:custGeom>
              <a:avLst/>
              <a:gdLst>
                <a:gd name="csX0" fmla="*/ 0 w 53747"/>
                <a:gd name="csY0" fmla="*/ 0 h 7131"/>
                <a:gd name="csX1" fmla="*/ 53748 w 53747"/>
                <a:gd name="csY1" fmla="*/ 0 h 7131"/>
                <a:gd name="csX2" fmla="*/ 53748 w 53747"/>
                <a:gd name="csY2" fmla="*/ 7131 h 7131"/>
                <a:gd name="csX3" fmla="*/ 0 w 53747"/>
                <a:gd name="csY3" fmla="*/ 7131 h 7131"/>
                <a:gd name="csX4" fmla="*/ 0 w 53747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47" h="7131">
                  <a:moveTo>
                    <a:pt x="0" y="0"/>
                  </a:moveTo>
                  <a:lnTo>
                    <a:pt x="53748" y="0"/>
                  </a:lnTo>
                  <a:lnTo>
                    <a:pt x="5374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4" name="Freeform 3093">
              <a:extLst>
                <a:ext uri="{FF2B5EF4-FFF2-40B4-BE49-F238E27FC236}">
                  <a16:creationId xmlns:a16="http://schemas.microsoft.com/office/drawing/2014/main" id="{C024DA13-46E7-A8A0-5A93-6109303828E5}"/>
                </a:ext>
              </a:extLst>
            </p:cNvPr>
            <p:cNvSpPr/>
            <p:nvPr/>
          </p:nvSpPr>
          <p:spPr>
            <a:xfrm>
              <a:off x="4707635" y="4927708"/>
              <a:ext cx="43262" cy="64935"/>
            </a:xfrm>
            <a:custGeom>
              <a:avLst/>
              <a:gdLst>
                <a:gd name="csX0" fmla="*/ 21631 w 43262"/>
                <a:gd name="csY0" fmla="*/ 6707 h 64935"/>
                <a:gd name="csX1" fmla="*/ 11778 w 43262"/>
                <a:gd name="csY1" fmla="*/ 13165 h 64935"/>
                <a:gd name="csX2" fmla="*/ 8508 w 43262"/>
                <a:gd name="csY2" fmla="*/ 32489 h 64935"/>
                <a:gd name="csX3" fmla="*/ 11778 w 43262"/>
                <a:gd name="csY3" fmla="*/ 51822 h 64935"/>
                <a:gd name="csX4" fmla="*/ 21631 w 43262"/>
                <a:gd name="csY4" fmla="*/ 58229 h 64935"/>
                <a:gd name="csX5" fmla="*/ 31485 w 43262"/>
                <a:gd name="csY5" fmla="*/ 51822 h 64935"/>
                <a:gd name="csX6" fmla="*/ 34797 w 43262"/>
                <a:gd name="csY6" fmla="*/ 32489 h 64935"/>
                <a:gd name="csX7" fmla="*/ 31485 w 43262"/>
                <a:gd name="csY7" fmla="*/ 13165 h 64935"/>
                <a:gd name="csX8" fmla="*/ 21631 w 43262"/>
                <a:gd name="csY8" fmla="*/ 6707 h 64935"/>
                <a:gd name="csX9" fmla="*/ 21631 w 43262"/>
                <a:gd name="csY9" fmla="*/ 0 h 64935"/>
                <a:gd name="csX10" fmla="*/ 37695 w 43262"/>
                <a:gd name="csY10" fmla="*/ 8342 h 64935"/>
                <a:gd name="csX11" fmla="*/ 43263 w 43262"/>
                <a:gd name="csY11" fmla="*/ 32489 h 64935"/>
                <a:gd name="csX12" fmla="*/ 37695 w 43262"/>
                <a:gd name="csY12" fmla="*/ 56635 h 64935"/>
                <a:gd name="csX13" fmla="*/ 21631 w 43262"/>
                <a:gd name="csY13" fmla="*/ 64936 h 64935"/>
                <a:gd name="csX14" fmla="*/ 5537 w 43262"/>
                <a:gd name="csY14" fmla="*/ 56635 h 64935"/>
                <a:gd name="csX15" fmla="*/ 0 w 43262"/>
                <a:gd name="csY15" fmla="*/ 32489 h 64935"/>
                <a:gd name="csX16" fmla="*/ 5537 w 43262"/>
                <a:gd name="csY16" fmla="*/ 8342 h 64935"/>
                <a:gd name="csX17" fmla="*/ 21631 w 43262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2" h="64935">
                  <a:moveTo>
                    <a:pt x="21631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1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1" y="6707"/>
                  </a:cubicBezTo>
                  <a:moveTo>
                    <a:pt x="21631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07" y="13876"/>
                    <a:pt x="43263" y="21925"/>
                    <a:pt x="43263" y="32489"/>
                  </a:cubicBezTo>
                  <a:cubicBezTo>
                    <a:pt x="43263" y="43025"/>
                    <a:pt x="41407" y="51074"/>
                    <a:pt x="37695" y="56635"/>
                  </a:cubicBezTo>
                  <a:cubicBezTo>
                    <a:pt x="34003" y="62169"/>
                    <a:pt x="28649" y="64936"/>
                    <a:pt x="21631" y="64936"/>
                  </a:cubicBezTo>
                  <a:cubicBezTo>
                    <a:pt x="14614" y="64936"/>
                    <a:pt x="9249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49" y="2781"/>
                    <a:pt x="14614" y="0"/>
                    <a:pt x="21631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5" name="Freeform 3094">
              <a:extLst>
                <a:ext uri="{FF2B5EF4-FFF2-40B4-BE49-F238E27FC236}">
                  <a16:creationId xmlns:a16="http://schemas.microsoft.com/office/drawing/2014/main" id="{F744F381-D27B-72ED-E5E6-1218B8992D58}"/>
                </a:ext>
              </a:extLst>
            </p:cNvPr>
            <p:cNvSpPr/>
            <p:nvPr/>
          </p:nvSpPr>
          <p:spPr>
            <a:xfrm>
              <a:off x="4765791" y="4980783"/>
              <a:ext cx="8838" cy="10650"/>
            </a:xfrm>
            <a:custGeom>
              <a:avLst/>
              <a:gdLst>
                <a:gd name="csX0" fmla="*/ 0 w 8838"/>
                <a:gd name="csY0" fmla="*/ 0 h 10650"/>
                <a:gd name="csX1" fmla="*/ 8839 w 8838"/>
                <a:gd name="csY1" fmla="*/ 0 h 10650"/>
                <a:gd name="csX2" fmla="*/ 8839 w 8838"/>
                <a:gd name="csY2" fmla="*/ 10650 h 10650"/>
                <a:gd name="csX3" fmla="*/ 0 w 8838"/>
                <a:gd name="csY3" fmla="*/ 10650 h 10650"/>
                <a:gd name="csX4" fmla="*/ 0 w 8838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38" h="10650">
                  <a:moveTo>
                    <a:pt x="0" y="0"/>
                  </a:moveTo>
                  <a:lnTo>
                    <a:pt x="8839" y="0"/>
                  </a:lnTo>
                  <a:lnTo>
                    <a:pt x="883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6" name="Freeform 3095">
              <a:extLst>
                <a:ext uri="{FF2B5EF4-FFF2-40B4-BE49-F238E27FC236}">
                  <a16:creationId xmlns:a16="http://schemas.microsoft.com/office/drawing/2014/main" id="{D7ADD707-0934-770D-6A6C-6E93B5736206}"/>
                </a:ext>
              </a:extLst>
            </p:cNvPr>
            <p:cNvSpPr/>
            <p:nvPr/>
          </p:nvSpPr>
          <p:spPr>
            <a:xfrm>
              <a:off x="4790942" y="4928836"/>
              <a:ext cx="40251" cy="62596"/>
            </a:xfrm>
            <a:custGeom>
              <a:avLst/>
              <a:gdLst>
                <a:gd name="csX0" fmla="*/ 0 w 40251"/>
                <a:gd name="csY0" fmla="*/ 0 h 62596"/>
                <a:gd name="csX1" fmla="*/ 40251 w 40251"/>
                <a:gd name="csY1" fmla="*/ 0 h 62596"/>
                <a:gd name="csX2" fmla="*/ 40251 w 40251"/>
                <a:gd name="csY2" fmla="*/ 3602 h 62596"/>
                <a:gd name="csX3" fmla="*/ 17522 w 40251"/>
                <a:gd name="csY3" fmla="*/ 62597 h 62596"/>
                <a:gd name="csX4" fmla="*/ 8684 w 40251"/>
                <a:gd name="csY4" fmla="*/ 62597 h 62596"/>
                <a:gd name="csX5" fmla="*/ 30067 w 40251"/>
                <a:gd name="csY5" fmla="*/ 7131 h 62596"/>
                <a:gd name="csX6" fmla="*/ 0 w 40251"/>
                <a:gd name="csY6" fmla="*/ 7131 h 62596"/>
                <a:gd name="csX7" fmla="*/ 0 w 40251"/>
                <a:gd name="csY7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0251" h="62596">
                  <a:moveTo>
                    <a:pt x="0" y="0"/>
                  </a:moveTo>
                  <a:lnTo>
                    <a:pt x="40251" y="0"/>
                  </a:lnTo>
                  <a:lnTo>
                    <a:pt x="40251" y="3602"/>
                  </a:lnTo>
                  <a:lnTo>
                    <a:pt x="17522" y="62597"/>
                  </a:lnTo>
                  <a:lnTo>
                    <a:pt x="8684" y="62597"/>
                  </a:lnTo>
                  <a:lnTo>
                    <a:pt x="30067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7" name="Freeform 3096">
              <a:extLst>
                <a:ext uri="{FF2B5EF4-FFF2-40B4-BE49-F238E27FC236}">
                  <a16:creationId xmlns:a16="http://schemas.microsoft.com/office/drawing/2014/main" id="{35042525-2FD2-D90E-63AD-22046FCE1F89}"/>
                </a:ext>
              </a:extLst>
            </p:cNvPr>
            <p:cNvSpPr/>
            <p:nvPr/>
          </p:nvSpPr>
          <p:spPr>
            <a:xfrm>
              <a:off x="4845155" y="4928836"/>
              <a:ext cx="40499" cy="63807"/>
            </a:xfrm>
            <a:custGeom>
              <a:avLst/>
              <a:gdLst>
                <a:gd name="csX0" fmla="*/ 2639 w 40499"/>
                <a:gd name="csY0" fmla="*/ 0 h 63807"/>
                <a:gd name="csX1" fmla="*/ 35883 w 40499"/>
                <a:gd name="csY1" fmla="*/ 0 h 63807"/>
                <a:gd name="csX2" fmla="*/ 35883 w 40499"/>
                <a:gd name="csY2" fmla="*/ 7131 h 63807"/>
                <a:gd name="csX3" fmla="*/ 10391 w 40499"/>
                <a:gd name="csY3" fmla="*/ 7131 h 63807"/>
                <a:gd name="csX4" fmla="*/ 10391 w 40499"/>
                <a:gd name="csY4" fmla="*/ 22470 h 63807"/>
                <a:gd name="csX5" fmla="*/ 14086 w 40499"/>
                <a:gd name="csY5" fmla="*/ 21549 h 63807"/>
                <a:gd name="csX6" fmla="*/ 17771 w 40499"/>
                <a:gd name="csY6" fmla="*/ 21217 h 63807"/>
                <a:gd name="csX7" fmla="*/ 34383 w 40499"/>
                <a:gd name="csY7" fmla="*/ 26962 h 63807"/>
                <a:gd name="csX8" fmla="*/ 40500 w 40499"/>
                <a:gd name="csY8" fmla="*/ 42518 h 63807"/>
                <a:gd name="csX9" fmla="*/ 34207 w 40499"/>
                <a:gd name="csY9" fmla="*/ 58239 h 63807"/>
                <a:gd name="csX10" fmla="*/ 16477 w 40499"/>
                <a:gd name="csY10" fmla="*/ 63808 h 63807"/>
                <a:gd name="csX11" fmla="*/ 8425 w 40499"/>
                <a:gd name="csY11" fmla="*/ 63145 h 63807"/>
                <a:gd name="csX12" fmla="*/ 0 w 40499"/>
                <a:gd name="csY12" fmla="*/ 61127 h 63807"/>
                <a:gd name="csX13" fmla="*/ 0 w 40499"/>
                <a:gd name="csY13" fmla="*/ 52619 h 63807"/>
                <a:gd name="csX14" fmla="*/ 7793 w 40499"/>
                <a:gd name="csY14" fmla="*/ 55683 h 63807"/>
                <a:gd name="csX15" fmla="*/ 16312 w 40499"/>
                <a:gd name="csY15" fmla="*/ 56687 h 63807"/>
                <a:gd name="csX16" fmla="*/ 27800 w 40499"/>
                <a:gd name="csY16" fmla="*/ 52868 h 63807"/>
                <a:gd name="csX17" fmla="*/ 32033 w 40499"/>
                <a:gd name="csY17" fmla="*/ 42518 h 63807"/>
                <a:gd name="csX18" fmla="*/ 27800 w 40499"/>
                <a:gd name="csY18" fmla="*/ 32158 h 63807"/>
                <a:gd name="csX19" fmla="*/ 16312 w 40499"/>
                <a:gd name="csY19" fmla="*/ 28338 h 63807"/>
                <a:gd name="csX20" fmla="*/ 9512 w 40499"/>
                <a:gd name="csY20" fmla="*/ 29094 h 63807"/>
                <a:gd name="csX21" fmla="*/ 2639 w 40499"/>
                <a:gd name="csY21" fmla="*/ 31443 h 63807"/>
                <a:gd name="csX22" fmla="*/ 2639 w 40499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499" h="63807">
                  <a:moveTo>
                    <a:pt x="2639" y="0"/>
                  </a:moveTo>
                  <a:lnTo>
                    <a:pt x="35883" y="0"/>
                  </a:lnTo>
                  <a:lnTo>
                    <a:pt x="35883" y="7131"/>
                  </a:lnTo>
                  <a:lnTo>
                    <a:pt x="10391" y="7131"/>
                  </a:lnTo>
                  <a:lnTo>
                    <a:pt x="10391" y="22470"/>
                  </a:lnTo>
                  <a:cubicBezTo>
                    <a:pt x="11626" y="22056"/>
                    <a:pt x="12858" y="21749"/>
                    <a:pt x="14086" y="21549"/>
                  </a:cubicBezTo>
                  <a:cubicBezTo>
                    <a:pt x="15315" y="21328"/>
                    <a:pt x="16543" y="21217"/>
                    <a:pt x="17771" y="21217"/>
                  </a:cubicBezTo>
                  <a:cubicBezTo>
                    <a:pt x="24761" y="21217"/>
                    <a:pt x="30298" y="23132"/>
                    <a:pt x="34383" y="26962"/>
                  </a:cubicBezTo>
                  <a:cubicBezTo>
                    <a:pt x="38460" y="30791"/>
                    <a:pt x="40500" y="35977"/>
                    <a:pt x="40500" y="42518"/>
                  </a:cubicBezTo>
                  <a:cubicBezTo>
                    <a:pt x="40500" y="49252"/>
                    <a:pt x="38402" y="54493"/>
                    <a:pt x="34207" y="58239"/>
                  </a:cubicBezTo>
                  <a:cubicBezTo>
                    <a:pt x="30018" y="61952"/>
                    <a:pt x="24109" y="63808"/>
                    <a:pt x="16477" y="63808"/>
                  </a:cubicBezTo>
                  <a:cubicBezTo>
                    <a:pt x="13848" y="63808"/>
                    <a:pt x="11164" y="63587"/>
                    <a:pt x="8425" y="63145"/>
                  </a:cubicBezTo>
                  <a:cubicBezTo>
                    <a:pt x="5713" y="62697"/>
                    <a:pt x="2905" y="62024"/>
                    <a:pt x="0" y="61127"/>
                  </a:cubicBezTo>
                  <a:lnTo>
                    <a:pt x="0" y="52619"/>
                  </a:lnTo>
                  <a:cubicBezTo>
                    <a:pt x="2512" y="53986"/>
                    <a:pt x="5109" y="55007"/>
                    <a:pt x="7793" y="55683"/>
                  </a:cubicBezTo>
                  <a:cubicBezTo>
                    <a:pt x="10478" y="56352"/>
                    <a:pt x="13317" y="56687"/>
                    <a:pt x="16312" y="56687"/>
                  </a:cubicBezTo>
                  <a:cubicBezTo>
                    <a:pt x="21142" y="56687"/>
                    <a:pt x="24971" y="55414"/>
                    <a:pt x="27800" y="52868"/>
                  </a:cubicBezTo>
                  <a:cubicBezTo>
                    <a:pt x="30622" y="50329"/>
                    <a:pt x="32033" y="46879"/>
                    <a:pt x="32033" y="42518"/>
                  </a:cubicBezTo>
                  <a:cubicBezTo>
                    <a:pt x="32033" y="38157"/>
                    <a:pt x="30622" y="34704"/>
                    <a:pt x="27800" y="32158"/>
                  </a:cubicBezTo>
                  <a:cubicBezTo>
                    <a:pt x="24971" y="29611"/>
                    <a:pt x="21142" y="28338"/>
                    <a:pt x="16312" y="28338"/>
                  </a:cubicBezTo>
                  <a:cubicBezTo>
                    <a:pt x="14048" y="28338"/>
                    <a:pt x="11782" y="28590"/>
                    <a:pt x="9512" y="29094"/>
                  </a:cubicBezTo>
                  <a:cubicBezTo>
                    <a:pt x="7276" y="29598"/>
                    <a:pt x="4985" y="30381"/>
                    <a:pt x="2639" y="31443"/>
                  </a:cubicBezTo>
                  <a:lnTo>
                    <a:pt x="2639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8" name="Freeform 3097">
              <a:extLst>
                <a:ext uri="{FF2B5EF4-FFF2-40B4-BE49-F238E27FC236}">
                  <a16:creationId xmlns:a16="http://schemas.microsoft.com/office/drawing/2014/main" id="{A10F9A27-2B6E-3886-CE17-7EA8E1C44AB0}"/>
                </a:ext>
              </a:extLst>
            </p:cNvPr>
            <p:cNvSpPr/>
            <p:nvPr/>
          </p:nvSpPr>
          <p:spPr>
            <a:xfrm>
              <a:off x="5046038" y="4960952"/>
              <a:ext cx="53757" cy="7131"/>
            </a:xfrm>
            <a:custGeom>
              <a:avLst/>
              <a:gdLst>
                <a:gd name="csX0" fmla="*/ 0 w 53757"/>
                <a:gd name="csY0" fmla="*/ 0 h 7131"/>
                <a:gd name="csX1" fmla="*/ 53758 w 53757"/>
                <a:gd name="csY1" fmla="*/ 0 h 7131"/>
                <a:gd name="csX2" fmla="*/ 53758 w 53757"/>
                <a:gd name="csY2" fmla="*/ 7131 h 7131"/>
                <a:gd name="csX3" fmla="*/ 0 w 53757"/>
                <a:gd name="csY3" fmla="*/ 7131 h 7131"/>
                <a:gd name="csX4" fmla="*/ 0 w 53757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57" h="7131">
                  <a:moveTo>
                    <a:pt x="0" y="0"/>
                  </a:moveTo>
                  <a:lnTo>
                    <a:pt x="53758" y="0"/>
                  </a:lnTo>
                  <a:lnTo>
                    <a:pt x="5375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9" name="Freeform 3098">
              <a:extLst>
                <a:ext uri="{FF2B5EF4-FFF2-40B4-BE49-F238E27FC236}">
                  <a16:creationId xmlns:a16="http://schemas.microsoft.com/office/drawing/2014/main" id="{1ABED3CA-EBD0-4021-F3A3-DBD93D177E1E}"/>
                </a:ext>
              </a:extLst>
            </p:cNvPr>
            <p:cNvSpPr/>
            <p:nvPr/>
          </p:nvSpPr>
          <p:spPr>
            <a:xfrm>
              <a:off x="5114555" y="4927708"/>
              <a:ext cx="43263" cy="64935"/>
            </a:xfrm>
            <a:custGeom>
              <a:avLst/>
              <a:gdLst>
                <a:gd name="csX0" fmla="*/ 21632 w 43263"/>
                <a:gd name="csY0" fmla="*/ 6707 h 64935"/>
                <a:gd name="csX1" fmla="*/ 11778 w 43263"/>
                <a:gd name="csY1" fmla="*/ 13165 h 64935"/>
                <a:gd name="csX2" fmla="*/ 8508 w 43263"/>
                <a:gd name="csY2" fmla="*/ 32489 h 64935"/>
                <a:gd name="csX3" fmla="*/ 11778 w 43263"/>
                <a:gd name="csY3" fmla="*/ 51822 h 64935"/>
                <a:gd name="csX4" fmla="*/ 21632 w 43263"/>
                <a:gd name="csY4" fmla="*/ 58229 h 64935"/>
                <a:gd name="csX5" fmla="*/ 31485 w 43263"/>
                <a:gd name="csY5" fmla="*/ 51822 h 64935"/>
                <a:gd name="csX6" fmla="*/ 34797 w 43263"/>
                <a:gd name="csY6" fmla="*/ 32489 h 64935"/>
                <a:gd name="csX7" fmla="*/ 31485 w 43263"/>
                <a:gd name="csY7" fmla="*/ 13165 h 64935"/>
                <a:gd name="csX8" fmla="*/ 21632 w 43263"/>
                <a:gd name="csY8" fmla="*/ 6707 h 64935"/>
                <a:gd name="csX9" fmla="*/ 21632 w 43263"/>
                <a:gd name="csY9" fmla="*/ 0 h 64935"/>
                <a:gd name="csX10" fmla="*/ 37684 w 43263"/>
                <a:gd name="csY10" fmla="*/ 8342 h 64935"/>
                <a:gd name="csX11" fmla="*/ 43263 w 43263"/>
                <a:gd name="csY11" fmla="*/ 32489 h 64935"/>
                <a:gd name="csX12" fmla="*/ 37684 w 43263"/>
                <a:gd name="csY12" fmla="*/ 56635 h 64935"/>
                <a:gd name="csX13" fmla="*/ 21632 w 43263"/>
                <a:gd name="csY13" fmla="*/ 64936 h 64935"/>
                <a:gd name="csX14" fmla="*/ 5527 w 43263"/>
                <a:gd name="csY14" fmla="*/ 56635 h 64935"/>
                <a:gd name="csX15" fmla="*/ 0 w 43263"/>
                <a:gd name="csY15" fmla="*/ 32489 h 64935"/>
                <a:gd name="csX16" fmla="*/ 5527 w 43263"/>
                <a:gd name="csY16" fmla="*/ 8342 h 64935"/>
                <a:gd name="csX17" fmla="*/ 21632 w 4326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3" h="64935">
                  <a:moveTo>
                    <a:pt x="21632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2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2" y="6707"/>
                  </a:cubicBezTo>
                  <a:moveTo>
                    <a:pt x="21632" y="0"/>
                  </a:moveTo>
                  <a:cubicBezTo>
                    <a:pt x="28649" y="0"/>
                    <a:pt x="34000" y="2781"/>
                    <a:pt x="37684" y="8342"/>
                  </a:cubicBezTo>
                  <a:cubicBezTo>
                    <a:pt x="41404" y="13876"/>
                    <a:pt x="43263" y="21925"/>
                    <a:pt x="43263" y="32489"/>
                  </a:cubicBezTo>
                  <a:cubicBezTo>
                    <a:pt x="43263" y="43025"/>
                    <a:pt x="41404" y="51074"/>
                    <a:pt x="37684" y="56635"/>
                  </a:cubicBezTo>
                  <a:cubicBezTo>
                    <a:pt x="34000" y="62169"/>
                    <a:pt x="28649" y="64936"/>
                    <a:pt x="21632" y="64936"/>
                  </a:cubicBezTo>
                  <a:cubicBezTo>
                    <a:pt x="14614" y="64936"/>
                    <a:pt x="9246" y="62169"/>
                    <a:pt x="5527" y="56635"/>
                  </a:cubicBezTo>
                  <a:cubicBezTo>
                    <a:pt x="1842" y="51074"/>
                    <a:pt x="0" y="43025"/>
                    <a:pt x="0" y="32489"/>
                  </a:cubicBezTo>
                  <a:cubicBezTo>
                    <a:pt x="0" y="21925"/>
                    <a:pt x="1842" y="13876"/>
                    <a:pt x="5527" y="8342"/>
                  </a:cubicBezTo>
                  <a:cubicBezTo>
                    <a:pt x="9246" y="2781"/>
                    <a:pt x="14614" y="0"/>
                    <a:pt x="2163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0" name="Freeform 3099">
              <a:extLst>
                <a:ext uri="{FF2B5EF4-FFF2-40B4-BE49-F238E27FC236}">
                  <a16:creationId xmlns:a16="http://schemas.microsoft.com/office/drawing/2014/main" id="{A2404CF7-0FC1-052D-7FBC-9008D20EA248}"/>
                </a:ext>
              </a:extLst>
            </p:cNvPr>
            <p:cNvSpPr/>
            <p:nvPr/>
          </p:nvSpPr>
          <p:spPr>
            <a:xfrm>
              <a:off x="5172701" y="4980783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1" name="Freeform 3100">
              <a:extLst>
                <a:ext uri="{FF2B5EF4-FFF2-40B4-BE49-F238E27FC236}">
                  <a16:creationId xmlns:a16="http://schemas.microsoft.com/office/drawing/2014/main" id="{61472851-1EC6-784A-AB3A-8AB231089E56}"/>
                </a:ext>
              </a:extLst>
            </p:cNvPr>
            <p:cNvSpPr/>
            <p:nvPr/>
          </p:nvSpPr>
          <p:spPr>
            <a:xfrm>
              <a:off x="5197438" y="4928836"/>
              <a:ext cx="40499" cy="63807"/>
            </a:xfrm>
            <a:custGeom>
              <a:avLst/>
              <a:gdLst>
                <a:gd name="csX0" fmla="*/ 2639 w 40499"/>
                <a:gd name="csY0" fmla="*/ 0 h 63807"/>
                <a:gd name="csX1" fmla="*/ 35894 w 40499"/>
                <a:gd name="csY1" fmla="*/ 0 h 63807"/>
                <a:gd name="csX2" fmla="*/ 35894 w 40499"/>
                <a:gd name="csY2" fmla="*/ 7131 h 63807"/>
                <a:gd name="csX3" fmla="*/ 10402 w 40499"/>
                <a:gd name="csY3" fmla="*/ 7131 h 63807"/>
                <a:gd name="csX4" fmla="*/ 10402 w 40499"/>
                <a:gd name="csY4" fmla="*/ 22470 h 63807"/>
                <a:gd name="csX5" fmla="*/ 14086 w 40499"/>
                <a:gd name="csY5" fmla="*/ 21549 h 63807"/>
                <a:gd name="csX6" fmla="*/ 17781 w 40499"/>
                <a:gd name="csY6" fmla="*/ 21217 h 63807"/>
                <a:gd name="csX7" fmla="*/ 34383 w 40499"/>
                <a:gd name="csY7" fmla="*/ 26962 h 63807"/>
                <a:gd name="csX8" fmla="*/ 40500 w 40499"/>
                <a:gd name="csY8" fmla="*/ 42518 h 63807"/>
                <a:gd name="csX9" fmla="*/ 34217 w 40499"/>
                <a:gd name="csY9" fmla="*/ 58239 h 63807"/>
                <a:gd name="csX10" fmla="*/ 16477 w 40499"/>
                <a:gd name="csY10" fmla="*/ 63808 h 63807"/>
                <a:gd name="csX11" fmla="*/ 8425 w 40499"/>
                <a:gd name="csY11" fmla="*/ 63145 h 63807"/>
                <a:gd name="csX12" fmla="*/ 0 w 40499"/>
                <a:gd name="csY12" fmla="*/ 61127 h 63807"/>
                <a:gd name="csX13" fmla="*/ 0 w 40499"/>
                <a:gd name="csY13" fmla="*/ 52619 h 63807"/>
                <a:gd name="csX14" fmla="*/ 7804 w 40499"/>
                <a:gd name="csY14" fmla="*/ 55683 h 63807"/>
                <a:gd name="csX15" fmla="*/ 16312 w 40499"/>
                <a:gd name="csY15" fmla="*/ 56687 h 63807"/>
                <a:gd name="csX16" fmla="*/ 27800 w 40499"/>
                <a:gd name="csY16" fmla="*/ 52868 h 63807"/>
                <a:gd name="csX17" fmla="*/ 32033 w 40499"/>
                <a:gd name="csY17" fmla="*/ 42518 h 63807"/>
                <a:gd name="csX18" fmla="*/ 27800 w 40499"/>
                <a:gd name="csY18" fmla="*/ 32158 h 63807"/>
                <a:gd name="csX19" fmla="*/ 16312 w 40499"/>
                <a:gd name="csY19" fmla="*/ 28338 h 63807"/>
                <a:gd name="csX20" fmla="*/ 9522 w 40499"/>
                <a:gd name="csY20" fmla="*/ 29094 h 63807"/>
                <a:gd name="csX21" fmla="*/ 2639 w 40499"/>
                <a:gd name="csY21" fmla="*/ 31443 h 63807"/>
                <a:gd name="csX22" fmla="*/ 2639 w 40499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499" h="63807">
                  <a:moveTo>
                    <a:pt x="2639" y="0"/>
                  </a:moveTo>
                  <a:lnTo>
                    <a:pt x="35894" y="0"/>
                  </a:lnTo>
                  <a:lnTo>
                    <a:pt x="35894" y="7131"/>
                  </a:lnTo>
                  <a:lnTo>
                    <a:pt x="10402" y="7131"/>
                  </a:lnTo>
                  <a:lnTo>
                    <a:pt x="10402" y="22470"/>
                  </a:lnTo>
                  <a:cubicBezTo>
                    <a:pt x="11630" y="22056"/>
                    <a:pt x="12858" y="21749"/>
                    <a:pt x="14086" y="21549"/>
                  </a:cubicBezTo>
                  <a:cubicBezTo>
                    <a:pt x="15321" y="21328"/>
                    <a:pt x="16553" y="21217"/>
                    <a:pt x="17781" y="21217"/>
                  </a:cubicBezTo>
                  <a:cubicBezTo>
                    <a:pt x="24771" y="21217"/>
                    <a:pt x="30305" y="23132"/>
                    <a:pt x="34383" y="26962"/>
                  </a:cubicBezTo>
                  <a:cubicBezTo>
                    <a:pt x="38460" y="30791"/>
                    <a:pt x="40500" y="35977"/>
                    <a:pt x="40500" y="42518"/>
                  </a:cubicBezTo>
                  <a:cubicBezTo>
                    <a:pt x="40500" y="49252"/>
                    <a:pt x="38405" y="54493"/>
                    <a:pt x="34217" y="58239"/>
                  </a:cubicBezTo>
                  <a:cubicBezTo>
                    <a:pt x="30022" y="61952"/>
                    <a:pt x="24109" y="63808"/>
                    <a:pt x="16477" y="63808"/>
                  </a:cubicBezTo>
                  <a:cubicBezTo>
                    <a:pt x="13848" y="63808"/>
                    <a:pt x="11164" y="63587"/>
                    <a:pt x="8425" y="63145"/>
                  </a:cubicBezTo>
                  <a:cubicBezTo>
                    <a:pt x="5720" y="62697"/>
                    <a:pt x="2912" y="62024"/>
                    <a:pt x="0" y="61127"/>
                  </a:cubicBezTo>
                  <a:lnTo>
                    <a:pt x="0" y="52619"/>
                  </a:lnTo>
                  <a:cubicBezTo>
                    <a:pt x="2519" y="53986"/>
                    <a:pt x="5120" y="55007"/>
                    <a:pt x="7804" y="55683"/>
                  </a:cubicBezTo>
                  <a:cubicBezTo>
                    <a:pt x="10488" y="56352"/>
                    <a:pt x="13324" y="56687"/>
                    <a:pt x="16312" y="56687"/>
                  </a:cubicBezTo>
                  <a:cubicBezTo>
                    <a:pt x="21149" y="56687"/>
                    <a:pt x="24978" y="55414"/>
                    <a:pt x="27800" y="52868"/>
                  </a:cubicBezTo>
                  <a:cubicBezTo>
                    <a:pt x="30622" y="50329"/>
                    <a:pt x="32033" y="46879"/>
                    <a:pt x="32033" y="42518"/>
                  </a:cubicBezTo>
                  <a:cubicBezTo>
                    <a:pt x="32033" y="38157"/>
                    <a:pt x="30622" y="34704"/>
                    <a:pt x="27800" y="32158"/>
                  </a:cubicBezTo>
                  <a:cubicBezTo>
                    <a:pt x="24978" y="29611"/>
                    <a:pt x="21149" y="28338"/>
                    <a:pt x="16312" y="28338"/>
                  </a:cubicBezTo>
                  <a:cubicBezTo>
                    <a:pt x="14048" y="28338"/>
                    <a:pt x="11785" y="28590"/>
                    <a:pt x="9522" y="29094"/>
                  </a:cubicBezTo>
                  <a:cubicBezTo>
                    <a:pt x="7286" y="29598"/>
                    <a:pt x="4992" y="30381"/>
                    <a:pt x="2639" y="31443"/>
                  </a:cubicBezTo>
                  <a:lnTo>
                    <a:pt x="2639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2" name="Freeform 3101">
              <a:extLst>
                <a:ext uri="{FF2B5EF4-FFF2-40B4-BE49-F238E27FC236}">
                  <a16:creationId xmlns:a16="http://schemas.microsoft.com/office/drawing/2014/main" id="{EE029FA6-0008-5BD7-EBEB-11252D4218A2}"/>
                </a:ext>
              </a:extLst>
            </p:cNvPr>
            <p:cNvSpPr/>
            <p:nvPr/>
          </p:nvSpPr>
          <p:spPr>
            <a:xfrm>
              <a:off x="5251103" y="4927708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2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52" y="64936"/>
                    <a:pt x="21642" y="64936"/>
                  </a:cubicBezTo>
                  <a:cubicBezTo>
                    <a:pt x="14625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3" name="Freeform 3102">
              <a:extLst>
                <a:ext uri="{FF2B5EF4-FFF2-40B4-BE49-F238E27FC236}">
                  <a16:creationId xmlns:a16="http://schemas.microsoft.com/office/drawing/2014/main" id="{CF8B1D8C-25C9-C359-69D1-2C811EE5C646}"/>
                </a:ext>
              </a:extLst>
            </p:cNvPr>
            <p:cNvSpPr/>
            <p:nvPr/>
          </p:nvSpPr>
          <p:spPr>
            <a:xfrm>
              <a:off x="5454759" y="4960952"/>
              <a:ext cx="53758" cy="7131"/>
            </a:xfrm>
            <a:custGeom>
              <a:avLst/>
              <a:gdLst>
                <a:gd name="csX0" fmla="*/ 0 w 53758"/>
                <a:gd name="csY0" fmla="*/ 0 h 7131"/>
                <a:gd name="csX1" fmla="*/ 53758 w 53758"/>
                <a:gd name="csY1" fmla="*/ 0 h 7131"/>
                <a:gd name="csX2" fmla="*/ 53758 w 53758"/>
                <a:gd name="csY2" fmla="*/ 7131 h 7131"/>
                <a:gd name="csX3" fmla="*/ 0 w 53758"/>
                <a:gd name="csY3" fmla="*/ 7131 h 7131"/>
                <a:gd name="csX4" fmla="*/ 0 w 53758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58" h="7131">
                  <a:moveTo>
                    <a:pt x="0" y="0"/>
                  </a:moveTo>
                  <a:lnTo>
                    <a:pt x="53758" y="0"/>
                  </a:lnTo>
                  <a:lnTo>
                    <a:pt x="5375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4" name="Freeform 3103">
              <a:extLst>
                <a:ext uri="{FF2B5EF4-FFF2-40B4-BE49-F238E27FC236}">
                  <a16:creationId xmlns:a16="http://schemas.microsoft.com/office/drawing/2014/main" id="{E3142F3B-F05A-BC47-9F9B-65DDCA700AB1}"/>
                </a:ext>
              </a:extLst>
            </p:cNvPr>
            <p:cNvSpPr/>
            <p:nvPr/>
          </p:nvSpPr>
          <p:spPr>
            <a:xfrm>
              <a:off x="5523266" y="4927708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6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6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9" y="0"/>
                    <a:pt x="34010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10" y="62169"/>
                    <a:pt x="28659" y="64936"/>
                    <a:pt x="21642" y="64936"/>
                  </a:cubicBezTo>
                  <a:cubicBezTo>
                    <a:pt x="14624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4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5" name="Freeform 3104">
              <a:extLst>
                <a:ext uri="{FF2B5EF4-FFF2-40B4-BE49-F238E27FC236}">
                  <a16:creationId xmlns:a16="http://schemas.microsoft.com/office/drawing/2014/main" id="{52FE1CDE-3C70-2B77-498B-95E7CA4A33BF}"/>
                </a:ext>
              </a:extLst>
            </p:cNvPr>
            <p:cNvSpPr/>
            <p:nvPr/>
          </p:nvSpPr>
          <p:spPr>
            <a:xfrm>
              <a:off x="5581423" y="4980783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6" name="Freeform 3105">
              <a:extLst>
                <a:ext uri="{FF2B5EF4-FFF2-40B4-BE49-F238E27FC236}">
                  <a16:creationId xmlns:a16="http://schemas.microsoft.com/office/drawing/2014/main" id="{35C07C08-A216-AAE0-7768-378E168924D1}"/>
                </a:ext>
              </a:extLst>
            </p:cNvPr>
            <p:cNvSpPr/>
            <p:nvPr/>
          </p:nvSpPr>
          <p:spPr>
            <a:xfrm>
              <a:off x="5605828" y="4927708"/>
              <a:ext cx="39743" cy="63724"/>
            </a:xfrm>
            <a:custGeom>
              <a:avLst/>
              <a:gdLst>
                <a:gd name="csX0" fmla="*/ 10184 w 39743"/>
                <a:gd name="csY0" fmla="*/ 56594 h 63724"/>
                <a:gd name="csX1" fmla="*/ 39744 w 39743"/>
                <a:gd name="csY1" fmla="*/ 56594 h 63724"/>
                <a:gd name="csX2" fmla="*/ 39744 w 39743"/>
                <a:gd name="csY2" fmla="*/ 63725 h 63724"/>
                <a:gd name="csX3" fmla="*/ 0 w 39743"/>
                <a:gd name="csY3" fmla="*/ 63725 h 63724"/>
                <a:gd name="csX4" fmla="*/ 0 w 39743"/>
                <a:gd name="csY4" fmla="*/ 56594 h 63724"/>
                <a:gd name="csX5" fmla="*/ 13124 w 39743"/>
                <a:gd name="csY5" fmla="*/ 43222 h 63724"/>
                <a:gd name="csX6" fmla="*/ 23598 w 39743"/>
                <a:gd name="csY6" fmla="*/ 32364 h 63724"/>
                <a:gd name="csX7" fmla="*/ 29259 w 39743"/>
                <a:gd name="csY7" fmla="*/ 24654 h 63724"/>
                <a:gd name="csX8" fmla="*/ 30895 w 39743"/>
                <a:gd name="csY8" fmla="*/ 18402 h 63724"/>
                <a:gd name="csX9" fmla="*/ 27376 w 39743"/>
                <a:gd name="csY9" fmla="*/ 10267 h 63724"/>
                <a:gd name="csX10" fmla="*/ 18278 w 39743"/>
                <a:gd name="csY10" fmla="*/ 7121 h 63724"/>
                <a:gd name="csX11" fmla="*/ 9853 w 39743"/>
                <a:gd name="csY11" fmla="*/ 8508 h 63724"/>
                <a:gd name="csX12" fmla="*/ 414 w 39743"/>
                <a:gd name="csY12" fmla="*/ 12699 h 63724"/>
                <a:gd name="csX13" fmla="*/ 414 w 39743"/>
                <a:gd name="csY13" fmla="*/ 4150 h 63724"/>
                <a:gd name="csX14" fmla="*/ 9977 w 39743"/>
                <a:gd name="csY14" fmla="*/ 1045 h 63724"/>
                <a:gd name="csX15" fmla="*/ 18112 w 39743"/>
                <a:gd name="csY15" fmla="*/ 0 h 63724"/>
                <a:gd name="csX16" fmla="*/ 33627 w 39743"/>
                <a:gd name="csY16" fmla="*/ 4864 h 63724"/>
                <a:gd name="csX17" fmla="*/ 39413 w 39743"/>
                <a:gd name="csY17" fmla="*/ 17854 h 63724"/>
                <a:gd name="csX18" fmla="*/ 37943 w 39743"/>
                <a:gd name="csY18" fmla="*/ 25192 h 63724"/>
                <a:gd name="csX19" fmla="*/ 32695 w 39743"/>
                <a:gd name="csY19" fmla="*/ 33327 h 63724"/>
                <a:gd name="csX20" fmla="*/ 26030 w 39743"/>
                <a:gd name="csY20" fmla="*/ 40375 h 63724"/>
                <a:gd name="csX21" fmla="*/ 10184 w 39743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3" h="63724">
                  <a:moveTo>
                    <a:pt x="10184" y="56594"/>
                  </a:moveTo>
                  <a:lnTo>
                    <a:pt x="39744" y="56594"/>
                  </a:lnTo>
                  <a:lnTo>
                    <a:pt x="39744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5" y="53268"/>
                    <a:pt x="7590" y="48811"/>
                    <a:pt x="13124" y="43222"/>
                  </a:cubicBezTo>
                  <a:cubicBezTo>
                    <a:pt x="18685" y="37605"/>
                    <a:pt x="22176" y="33986"/>
                    <a:pt x="23598" y="32364"/>
                  </a:cubicBezTo>
                  <a:cubicBezTo>
                    <a:pt x="26310" y="29315"/>
                    <a:pt x="28197" y="26744"/>
                    <a:pt x="29259" y="24654"/>
                  </a:cubicBezTo>
                  <a:cubicBezTo>
                    <a:pt x="30350" y="22528"/>
                    <a:pt x="30895" y="20445"/>
                    <a:pt x="30895" y="18402"/>
                  </a:cubicBezTo>
                  <a:cubicBezTo>
                    <a:pt x="30895" y="15076"/>
                    <a:pt x="29722" y="12365"/>
                    <a:pt x="27376" y="10267"/>
                  </a:cubicBezTo>
                  <a:cubicBezTo>
                    <a:pt x="25057" y="8170"/>
                    <a:pt x="22025" y="7121"/>
                    <a:pt x="18278" y="7121"/>
                  </a:cubicBezTo>
                  <a:cubicBezTo>
                    <a:pt x="15622" y="7121"/>
                    <a:pt x="12813" y="7583"/>
                    <a:pt x="9853" y="8508"/>
                  </a:cubicBezTo>
                  <a:cubicBezTo>
                    <a:pt x="6914" y="9432"/>
                    <a:pt x="3767" y="10830"/>
                    <a:pt x="414" y="12699"/>
                  </a:cubicBezTo>
                  <a:lnTo>
                    <a:pt x="414" y="4150"/>
                  </a:lnTo>
                  <a:cubicBezTo>
                    <a:pt x="3822" y="2777"/>
                    <a:pt x="7010" y="1742"/>
                    <a:pt x="9977" y="1045"/>
                  </a:cubicBezTo>
                  <a:cubicBezTo>
                    <a:pt x="12937" y="348"/>
                    <a:pt x="15649" y="0"/>
                    <a:pt x="18112" y="0"/>
                  </a:cubicBezTo>
                  <a:cubicBezTo>
                    <a:pt x="24598" y="0"/>
                    <a:pt x="29770" y="1621"/>
                    <a:pt x="33627" y="4864"/>
                  </a:cubicBezTo>
                  <a:cubicBezTo>
                    <a:pt x="37484" y="8101"/>
                    <a:pt x="39413" y="12430"/>
                    <a:pt x="39413" y="17854"/>
                  </a:cubicBezTo>
                  <a:cubicBezTo>
                    <a:pt x="39413" y="20427"/>
                    <a:pt x="38923" y="22873"/>
                    <a:pt x="37943" y="25192"/>
                  </a:cubicBezTo>
                  <a:cubicBezTo>
                    <a:pt x="36991" y="27483"/>
                    <a:pt x="35242" y="30194"/>
                    <a:pt x="32695" y="33327"/>
                  </a:cubicBezTo>
                  <a:cubicBezTo>
                    <a:pt x="31999" y="34141"/>
                    <a:pt x="29777" y="36491"/>
                    <a:pt x="26030" y="40375"/>
                  </a:cubicBezTo>
                  <a:cubicBezTo>
                    <a:pt x="22290" y="44232"/>
                    <a:pt x="17008" y="49639"/>
                    <a:pt x="10184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7" name="Freeform 3106">
              <a:extLst>
                <a:ext uri="{FF2B5EF4-FFF2-40B4-BE49-F238E27FC236}">
                  <a16:creationId xmlns:a16="http://schemas.microsoft.com/office/drawing/2014/main" id="{C9F5AA63-154B-921F-2181-53E2C5B1B7A2}"/>
                </a:ext>
              </a:extLst>
            </p:cNvPr>
            <p:cNvSpPr/>
            <p:nvPr/>
          </p:nvSpPr>
          <p:spPr>
            <a:xfrm>
              <a:off x="5660786" y="4928836"/>
              <a:ext cx="40510" cy="63807"/>
            </a:xfrm>
            <a:custGeom>
              <a:avLst/>
              <a:gdLst>
                <a:gd name="csX0" fmla="*/ 2650 w 40510"/>
                <a:gd name="csY0" fmla="*/ 0 h 63807"/>
                <a:gd name="csX1" fmla="*/ 35894 w 40510"/>
                <a:gd name="csY1" fmla="*/ 0 h 63807"/>
                <a:gd name="csX2" fmla="*/ 35894 w 40510"/>
                <a:gd name="csY2" fmla="*/ 7131 h 63807"/>
                <a:gd name="csX3" fmla="*/ 10402 w 40510"/>
                <a:gd name="csY3" fmla="*/ 7131 h 63807"/>
                <a:gd name="csX4" fmla="*/ 10402 w 40510"/>
                <a:gd name="csY4" fmla="*/ 22470 h 63807"/>
                <a:gd name="csX5" fmla="*/ 14097 w 40510"/>
                <a:gd name="csY5" fmla="*/ 21549 h 63807"/>
                <a:gd name="csX6" fmla="*/ 17781 w 40510"/>
                <a:gd name="csY6" fmla="*/ 21217 h 63807"/>
                <a:gd name="csX7" fmla="*/ 34383 w 40510"/>
                <a:gd name="csY7" fmla="*/ 26962 h 63807"/>
                <a:gd name="csX8" fmla="*/ 40510 w 40510"/>
                <a:gd name="csY8" fmla="*/ 42518 h 63807"/>
                <a:gd name="csX9" fmla="*/ 34217 w 40510"/>
                <a:gd name="csY9" fmla="*/ 58239 h 63807"/>
                <a:gd name="csX10" fmla="*/ 16477 w 40510"/>
                <a:gd name="csY10" fmla="*/ 63808 h 63807"/>
                <a:gd name="csX11" fmla="*/ 8435 w 40510"/>
                <a:gd name="csY11" fmla="*/ 63145 h 63807"/>
                <a:gd name="csX12" fmla="*/ 0 w 40510"/>
                <a:gd name="csY12" fmla="*/ 61127 h 63807"/>
                <a:gd name="csX13" fmla="*/ 0 w 40510"/>
                <a:gd name="csY13" fmla="*/ 52619 h 63807"/>
                <a:gd name="csX14" fmla="*/ 7804 w 40510"/>
                <a:gd name="csY14" fmla="*/ 55683 h 63807"/>
                <a:gd name="csX15" fmla="*/ 16312 w 40510"/>
                <a:gd name="csY15" fmla="*/ 56687 h 63807"/>
                <a:gd name="csX16" fmla="*/ 27800 w 40510"/>
                <a:gd name="csY16" fmla="*/ 52868 h 63807"/>
                <a:gd name="csX17" fmla="*/ 32033 w 40510"/>
                <a:gd name="csY17" fmla="*/ 42518 h 63807"/>
                <a:gd name="csX18" fmla="*/ 27800 w 40510"/>
                <a:gd name="csY18" fmla="*/ 32158 h 63807"/>
                <a:gd name="csX19" fmla="*/ 16312 w 40510"/>
                <a:gd name="csY19" fmla="*/ 28338 h 63807"/>
                <a:gd name="csX20" fmla="*/ 9522 w 40510"/>
                <a:gd name="csY20" fmla="*/ 29094 h 63807"/>
                <a:gd name="csX21" fmla="*/ 2650 w 40510"/>
                <a:gd name="csY21" fmla="*/ 31443 h 63807"/>
                <a:gd name="csX22" fmla="*/ 2650 w 40510"/>
                <a:gd name="csY22" fmla="*/ 0 h 638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10" h="63807">
                  <a:moveTo>
                    <a:pt x="2650" y="0"/>
                  </a:moveTo>
                  <a:lnTo>
                    <a:pt x="35894" y="0"/>
                  </a:lnTo>
                  <a:lnTo>
                    <a:pt x="35894" y="7131"/>
                  </a:lnTo>
                  <a:lnTo>
                    <a:pt x="10402" y="7131"/>
                  </a:lnTo>
                  <a:lnTo>
                    <a:pt x="10402" y="22470"/>
                  </a:lnTo>
                  <a:cubicBezTo>
                    <a:pt x="11630" y="22056"/>
                    <a:pt x="12862" y="21749"/>
                    <a:pt x="14097" y="21549"/>
                  </a:cubicBezTo>
                  <a:cubicBezTo>
                    <a:pt x="15325" y="21328"/>
                    <a:pt x="16553" y="21217"/>
                    <a:pt x="17781" y="21217"/>
                  </a:cubicBezTo>
                  <a:cubicBezTo>
                    <a:pt x="24771" y="21217"/>
                    <a:pt x="30305" y="23132"/>
                    <a:pt x="34383" y="26962"/>
                  </a:cubicBezTo>
                  <a:cubicBezTo>
                    <a:pt x="38468" y="30791"/>
                    <a:pt x="40510" y="35977"/>
                    <a:pt x="40510" y="42518"/>
                  </a:cubicBezTo>
                  <a:cubicBezTo>
                    <a:pt x="40510" y="49252"/>
                    <a:pt x="38412" y="54493"/>
                    <a:pt x="34217" y="58239"/>
                  </a:cubicBezTo>
                  <a:cubicBezTo>
                    <a:pt x="30022" y="61952"/>
                    <a:pt x="24109" y="63808"/>
                    <a:pt x="16477" y="63808"/>
                  </a:cubicBezTo>
                  <a:cubicBezTo>
                    <a:pt x="13855" y="63808"/>
                    <a:pt x="11175" y="63587"/>
                    <a:pt x="8435" y="63145"/>
                  </a:cubicBezTo>
                  <a:cubicBezTo>
                    <a:pt x="5724" y="62697"/>
                    <a:pt x="2912" y="62024"/>
                    <a:pt x="0" y="61127"/>
                  </a:cubicBezTo>
                  <a:lnTo>
                    <a:pt x="0" y="52619"/>
                  </a:lnTo>
                  <a:cubicBezTo>
                    <a:pt x="2519" y="53986"/>
                    <a:pt x="5120" y="55007"/>
                    <a:pt x="7804" y="55683"/>
                  </a:cubicBezTo>
                  <a:cubicBezTo>
                    <a:pt x="10488" y="56352"/>
                    <a:pt x="13324" y="56687"/>
                    <a:pt x="16312" y="56687"/>
                  </a:cubicBezTo>
                  <a:cubicBezTo>
                    <a:pt x="21149" y="56687"/>
                    <a:pt x="24978" y="55414"/>
                    <a:pt x="27800" y="52868"/>
                  </a:cubicBezTo>
                  <a:cubicBezTo>
                    <a:pt x="30622" y="50329"/>
                    <a:pt x="32033" y="46879"/>
                    <a:pt x="32033" y="42518"/>
                  </a:cubicBezTo>
                  <a:cubicBezTo>
                    <a:pt x="32033" y="38157"/>
                    <a:pt x="30622" y="34704"/>
                    <a:pt x="27800" y="32158"/>
                  </a:cubicBezTo>
                  <a:cubicBezTo>
                    <a:pt x="24978" y="29611"/>
                    <a:pt x="21149" y="28338"/>
                    <a:pt x="16312" y="28338"/>
                  </a:cubicBezTo>
                  <a:cubicBezTo>
                    <a:pt x="14048" y="28338"/>
                    <a:pt x="11785" y="28590"/>
                    <a:pt x="9522" y="29094"/>
                  </a:cubicBezTo>
                  <a:cubicBezTo>
                    <a:pt x="7286" y="29598"/>
                    <a:pt x="4996" y="30381"/>
                    <a:pt x="2650" y="31443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8" name="Freeform 3107">
              <a:extLst>
                <a:ext uri="{FF2B5EF4-FFF2-40B4-BE49-F238E27FC236}">
                  <a16:creationId xmlns:a16="http://schemas.microsoft.com/office/drawing/2014/main" id="{63495F03-2C10-4715-AD83-D420101AA242}"/>
                </a:ext>
              </a:extLst>
            </p:cNvPr>
            <p:cNvSpPr/>
            <p:nvPr/>
          </p:nvSpPr>
          <p:spPr>
            <a:xfrm>
              <a:off x="4659466" y="5035161"/>
              <a:ext cx="45819" cy="64242"/>
            </a:xfrm>
            <a:custGeom>
              <a:avLst/>
              <a:gdLst>
                <a:gd name="csX0" fmla="*/ 45819 w 45819"/>
                <a:gd name="csY0" fmla="*/ 3778 h 64242"/>
                <a:gd name="csX1" fmla="*/ 45385 w 45819"/>
                <a:gd name="csY1" fmla="*/ 6055 h 64242"/>
                <a:gd name="csX2" fmla="*/ 35883 w 45819"/>
                <a:gd name="csY2" fmla="*/ 43977 h 64242"/>
                <a:gd name="csX3" fmla="*/ 27013 w 45819"/>
                <a:gd name="csY3" fmla="*/ 58322 h 64242"/>
                <a:gd name="csX4" fmla="*/ 12606 w 45819"/>
                <a:gd name="csY4" fmla="*/ 64242 h 64242"/>
                <a:gd name="csX5" fmla="*/ 5040 w 45819"/>
                <a:gd name="csY5" fmla="*/ 61769 h 64242"/>
                <a:gd name="csX6" fmla="*/ 2091 w 45819"/>
                <a:gd name="csY6" fmla="*/ 55610 h 64242"/>
                <a:gd name="csX7" fmla="*/ 3829 w 45819"/>
                <a:gd name="csY7" fmla="*/ 50715 h 64242"/>
                <a:gd name="csX8" fmla="*/ 7659 w 45819"/>
                <a:gd name="csY8" fmla="*/ 49162 h 64242"/>
                <a:gd name="csX9" fmla="*/ 9067 w 45819"/>
                <a:gd name="csY9" fmla="*/ 49359 h 64242"/>
                <a:gd name="csX10" fmla="*/ 10567 w 45819"/>
                <a:gd name="csY10" fmla="*/ 50373 h 64242"/>
                <a:gd name="csX11" fmla="*/ 11344 w 45819"/>
                <a:gd name="csY11" fmla="*/ 52599 h 64242"/>
                <a:gd name="csX12" fmla="*/ 9356 w 45819"/>
                <a:gd name="csY12" fmla="*/ 56677 h 64242"/>
                <a:gd name="csX13" fmla="*/ 7473 w 45819"/>
                <a:gd name="csY13" fmla="*/ 57691 h 64242"/>
                <a:gd name="csX14" fmla="*/ 5092 w 45819"/>
                <a:gd name="csY14" fmla="*/ 57888 h 64242"/>
                <a:gd name="csX15" fmla="*/ 6738 w 45819"/>
                <a:gd name="csY15" fmla="*/ 60165 h 64242"/>
                <a:gd name="csX16" fmla="*/ 9025 w 45819"/>
                <a:gd name="csY16" fmla="*/ 61427 h 64242"/>
                <a:gd name="csX17" fmla="*/ 11012 w 45819"/>
                <a:gd name="csY17" fmla="*/ 61914 h 64242"/>
                <a:gd name="csX18" fmla="*/ 12606 w 45819"/>
                <a:gd name="csY18" fmla="*/ 62059 h 64242"/>
                <a:gd name="csX19" fmla="*/ 23567 w 45819"/>
                <a:gd name="csY19" fmla="*/ 55807 h 64242"/>
                <a:gd name="csX20" fmla="*/ 25989 w 45819"/>
                <a:gd name="csY20" fmla="*/ 52019 h 64242"/>
                <a:gd name="csX21" fmla="*/ 27831 w 45819"/>
                <a:gd name="csY21" fmla="*/ 47900 h 64242"/>
                <a:gd name="csX22" fmla="*/ 28949 w 45819"/>
                <a:gd name="csY22" fmla="*/ 44453 h 64242"/>
                <a:gd name="csX23" fmla="*/ 30015 w 45819"/>
                <a:gd name="csY23" fmla="*/ 40479 h 64242"/>
                <a:gd name="csX24" fmla="*/ 19976 w 45819"/>
                <a:gd name="csY24" fmla="*/ 44992 h 64242"/>
                <a:gd name="csX25" fmla="*/ 15566 w 45819"/>
                <a:gd name="csY25" fmla="*/ 44360 h 64242"/>
                <a:gd name="csX26" fmla="*/ 11737 w 45819"/>
                <a:gd name="csY26" fmla="*/ 42425 h 64242"/>
                <a:gd name="csX27" fmla="*/ 8880 w 45819"/>
                <a:gd name="csY27" fmla="*/ 38688 h 64242"/>
                <a:gd name="csX28" fmla="*/ 7856 w 45819"/>
                <a:gd name="csY28" fmla="*/ 33161 h 64242"/>
                <a:gd name="csX29" fmla="*/ 9170 w 45819"/>
                <a:gd name="csY29" fmla="*/ 25254 h 64242"/>
                <a:gd name="csX30" fmla="*/ 13631 w 45819"/>
                <a:gd name="csY30" fmla="*/ 12317 h 64242"/>
                <a:gd name="csX31" fmla="*/ 15328 w 45819"/>
                <a:gd name="csY31" fmla="*/ 5330 h 64242"/>
                <a:gd name="csX32" fmla="*/ 15080 w 45819"/>
                <a:gd name="csY32" fmla="*/ 3540 h 64242"/>
                <a:gd name="csX33" fmla="*/ 14355 w 45819"/>
                <a:gd name="csY33" fmla="*/ 2567 h 64242"/>
                <a:gd name="csX34" fmla="*/ 13579 w 45819"/>
                <a:gd name="csY34" fmla="*/ 2225 h 64242"/>
                <a:gd name="csX35" fmla="*/ 12855 w 45819"/>
                <a:gd name="csY35" fmla="*/ 2184 h 64242"/>
                <a:gd name="csX36" fmla="*/ 7328 w 45819"/>
                <a:gd name="csY36" fmla="*/ 5092 h 64242"/>
                <a:gd name="csX37" fmla="*/ 2815 w 45819"/>
                <a:gd name="csY37" fmla="*/ 14490 h 64242"/>
                <a:gd name="csX38" fmla="*/ 2184 w 45819"/>
                <a:gd name="csY38" fmla="*/ 16001 h 64242"/>
                <a:gd name="csX39" fmla="*/ 1211 w 45819"/>
                <a:gd name="csY39" fmla="*/ 16291 h 64242"/>
                <a:gd name="csX40" fmla="*/ 0 w 45819"/>
                <a:gd name="csY40" fmla="*/ 15266 h 64242"/>
                <a:gd name="csX41" fmla="*/ 435 w 45819"/>
                <a:gd name="csY41" fmla="*/ 13383 h 64242"/>
                <a:gd name="csX42" fmla="*/ 1894 w 45819"/>
                <a:gd name="csY42" fmla="*/ 9553 h 64242"/>
                <a:gd name="csX43" fmla="*/ 4419 w 45819"/>
                <a:gd name="csY43" fmla="*/ 5134 h 64242"/>
                <a:gd name="csX44" fmla="*/ 8145 w 45819"/>
                <a:gd name="csY44" fmla="*/ 1501 h 64242"/>
                <a:gd name="csX45" fmla="*/ 13144 w 45819"/>
                <a:gd name="csY45" fmla="*/ 0 h 64242"/>
                <a:gd name="csX46" fmla="*/ 19013 w 45819"/>
                <a:gd name="csY46" fmla="*/ 2370 h 64242"/>
                <a:gd name="csX47" fmla="*/ 21290 w 45819"/>
                <a:gd name="csY47" fmla="*/ 8145 h 64242"/>
                <a:gd name="csX48" fmla="*/ 20897 w 45819"/>
                <a:gd name="csY48" fmla="*/ 10805 h 64242"/>
                <a:gd name="csX49" fmla="*/ 19303 w 45819"/>
                <a:gd name="csY49" fmla="*/ 15266 h 64242"/>
                <a:gd name="csX50" fmla="*/ 14211 w 45819"/>
                <a:gd name="csY50" fmla="*/ 34766 h 64242"/>
                <a:gd name="csX51" fmla="*/ 14449 w 45819"/>
                <a:gd name="csY51" fmla="*/ 37622 h 64242"/>
                <a:gd name="csX52" fmla="*/ 15370 w 45819"/>
                <a:gd name="csY52" fmla="*/ 40137 h 64242"/>
                <a:gd name="csX53" fmla="*/ 17264 w 45819"/>
                <a:gd name="csY53" fmla="*/ 42083 h 64242"/>
                <a:gd name="csX54" fmla="*/ 20369 w 45819"/>
                <a:gd name="csY54" fmla="*/ 42756 h 64242"/>
                <a:gd name="csX55" fmla="*/ 24778 w 45819"/>
                <a:gd name="csY55" fmla="*/ 41690 h 64242"/>
                <a:gd name="csX56" fmla="*/ 28318 w 45819"/>
                <a:gd name="csY56" fmla="*/ 39071 h 64242"/>
                <a:gd name="csX57" fmla="*/ 30543 w 45819"/>
                <a:gd name="csY57" fmla="*/ 36308 h 64242"/>
                <a:gd name="csX58" fmla="*/ 31619 w 45819"/>
                <a:gd name="csY58" fmla="*/ 34321 h 64242"/>
                <a:gd name="csX59" fmla="*/ 36080 w 45819"/>
                <a:gd name="csY59" fmla="*/ 16477 h 64242"/>
                <a:gd name="csX60" fmla="*/ 38067 w 45819"/>
                <a:gd name="csY60" fmla="*/ 8528 h 64242"/>
                <a:gd name="csX61" fmla="*/ 39423 w 45819"/>
                <a:gd name="csY61" fmla="*/ 3146 h 64242"/>
                <a:gd name="csX62" fmla="*/ 41017 w 45819"/>
                <a:gd name="csY62" fmla="*/ 1594 h 64242"/>
                <a:gd name="csX63" fmla="*/ 42911 w 45819"/>
                <a:gd name="csY63" fmla="*/ 1066 h 64242"/>
                <a:gd name="csX64" fmla="*/ 44950 w 45819"/>
                <a:gd name="csY64" fmla="*/ 1791 h 64242"/>
                <a:gd name="csX65" fmla="*/ 45819 w 45819"/>
                <a:gd name="csY65" fmla="*/ 3778 h 64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5819" h="64242">
                  <a:moveTo>
                    <a:pt x="45819" y="3778"/>
                  </a:moveTo>
                  <a:cubicBezTo>
                    <a:pt x="45819" y="4233"/>
                    <a:pt x="45675" y="4992"/>
                    <a:pt x="45385" y="6055"/>
                  </a:cubicBezTo>
                  <a:lnTo>
                    <a:pt x="35883" y="43977"/>
                  </a:lnTo>
                  <a:cubicBezTo>
                    <a:pt x="34490" y="49601"/>
                    <a:pt x="31533" y="54382"/>
                    <a:pt x="27013" y="58322"/>
                  </a:cubicBezTo>
                  <a:cubicBezTo>
                    <a:pt x="22515" y="62269"/>
                    <a:pt x="17712" y="64242"/>
                    <a:pt x="12606" y="64242"/>
                  </a:cubicBezTo>
                  <a:cubicBezTo>
                    <a:pt x="9536" y="64242"/>
                    <a:pt x="7014" y="63418"/>
                    <a:pt x="5040" y="61769"/>
                  </a:cubicBezTo>
                  <a:cubicBezTo>
                    <a:pt x="3074" y="60154"/>
                    <a:pt x="2091" y="58101"/>
                    <a:pt x="2091" y="55610"/>
                  </a:cubicBezTo>
                  <a:cubicBezTo>
                    <a:pt x="2091" y="53409"/>
                    <a:pt x="2670" y="51778"/>
                    <a:pt x="3829" y="50715"/>
                  </a:cubicBezTo>
                  <a:cubicBezTo>
                    <a:pt x="4996" y="49680"/>
                    <a:pt x="6272" y="49162"/>
                    <a:pt x="7659" y="49162"/>
                  </a:cubicBezTo>
                  <a:cubicBezTo>
                    <a:pt x="8114" y="49162"/>
                    <a:pt x="8584" y="49228"/>
                    <a:pt x="9067" y="49359"/>
                  </a:cubicBezTo>
                  <a:cubicBezTo>
                    <a:pt x="9556" y="49483"/>
                    <a:pt x="10057" y="49821"/>
                    <a:pt x="10567" y="50373"/>
                  </a:cubicBezTo>
                  <a:cubicBezTo>
                    <a:pt x="11085" y="50925"/>
                    <a:pt x="11344" y="51667"/>
                    <a:pt x="11344" y="52599"/>
                  </a:cubicBezTo>
                  <a:cubicBezTo>
                    <a:pt x="11344" y="54124"/>
                    <a:pt x="10681" y="55483"/>
                    <a:pt x="9356" y="56677"/>
                  </a:cubicBezTo>
                  <a:cubicBezTo>
                    <a:pt x="8715" y="57229"/>
                    <a:pt x="8087" y="57567"/>
                    <a:pt x="7473" y="57691"/>
                  </a:cubicBezTo>
                  <a:cubicBezTo>
                    <a:pt x="6886" y="57822"/>
                    <a:pt x="6093" y="57888"/>
                    <a:pt x="5092" y="57888"/>
                  </a:cubicBezTo>
                  <a:cubicBezTo>
                    <a:pt x="5479" y="58791"/>
                    <a:pt x="6027" y="59550"/>
                    <a:pt x="6738" y="60165"/>
                  </a:cubicBezTo>
                  <a:cubicBezTo>
                    <a:pt x="7449" y="60779"/>
                    <a:pt x="8211" y="61200"/>
                    <a:pt x="9025" y="61427"/>
                  </a:cubicBezTo>
                  <a:cubicBezTo>
                    <a:pt x="9832" y="61683"/>
                    <a:pt x="10495" y="61845"/>
                    <a:pt x="11012" y="61914"/>
                  </a:cubicBezTo>
                  <a:cubicBezTo>
                    <a:pt x="11557" y="62010"/>
                    <a:pt x="12089" y="62059"/>
                    <a:pt x="12606" y="62059"/>
                  </a:cubicBezTo>
                  <a:cubicBezTo>
                    <a:pt x="16746" y="62059"/>
                    <a:pt x="20400" y="59975"/>
                    <a:pt x="23567" y="55807"/>
                  </a:cubicBezTo>
                  <a:cubicBezTo>
                    <a:pt x="24505" y="54545"/>
                    <a:pt x="25313" y="53282"/>
                    <a:pt x="25989" y="52019"/>
                  </a:cubicBezTo>
                  <a:cubicBezTo>
                    <a:pt x="26700" y="50791"/>
                    <a:pt x="27314" y="49418"/>
                    <a:pt x="27831" y="47900"/>
                  </a:cubicBezTo>
                  <a:cubicBezTo>
                    <a:pt x="28349" y="46416"/>
                    <a:pt x="28721" y="45267"/>
                    <a:pt x="28949" y="44453"/>
                  </a:cubicBezTo>
                  <a:cubicBezTo>
                    <a:pt x="29204" y="43646"/>
                    <a:pt x="29560" y="42321"/>
                    <a:pt x="30015" y="40479"/>
                  </a:cubicBezTo>
                  <a:cubicBezTo>
                    <a:pt x="27007" y="43487"/>
                    <a:pt x="23660" y="44992"/>
                    <a:pt x="19976" y="44992"/>
                  </a:cubicBezTo>
                  <a:cubicBezTo>
                    <a:pt x="18423" y="44992"/>
                    <a:pt x="16953" y="44781"/>
                    <a:pt x="15566" y="44360"/>
                  </a:cubicBezTo>
                  <a:cubicBezTo>
                    <a:pt x="14207" y="43939"/>
                    <a:pt x="12931" y="43294"/>
                    <a:pt x="11737" y="42425"/>
                  </a:cubicBezTo>
                  <a:cubicBezTo>
                    <a:pt x="10543" y="41514"/>
                    <a:pt x="9591" y="40268"/>
                    <a:pt x="8880" y="38688"/>
                  </a:cubicBezTo>
                  <a:cubicBezTo>
                    <a:pt x="8197" y="37101"/>
                    <a:pt x="7856" y="35259"/>
                    <a:pt x="7856" y="33161"/>
                  </a:cubicBezTo>
                  <a:cubicBezTo>
                    <a:pt x="7856" y="30933"/>
                    <a:pt x="8294" y="28297"/>
                    <a:pt x="9170" y="25254"/>
                  </a:cubicBezTo>
                  <a:cubicBezTo>
                    <a:pt x="10039" y="22218"/>
                    <a:pt x="11526" y="17906"/>
                    <a:pt x="13631" y="12317"/>
                  </a:cubicBezTo>
                  <a:cubicBezTo>
                    <a:pt x="14763" y="9177"/>
                    <a:pt x="15328" y="6848"/>
                    <a:pt x="15328" y="5330"/>
                  </a:cubicBezTo>
                  <a:cubicBezTo>
                    <a:pt x="15328" y="4585"/>
                    <a:pt x="15246" y="3988"/>
                    <a:pt x="15080" y="3540"/>
                  </a:cubicBezTo>
                  <a:cubicBezTo>
                    <a:pt x="14921" y="3050"/>
                    <a:pt x="14680" y="2726"/>
                    <a:pt x="14355" y="2567"/>
                  </a:cubicBezTo>
                  <a:cubicBezTo>
                    <a:pt x="14031" y="2374"/>
                    <a:pt x="13772" y="2260"/>
                    <a:pt x="13579" y="2225"/>
                  </a:cubicBezTo>
                  <a:cubicBezTo>
                    <a:pt x="13421" y="2198"/>
                    <a:pt x="13179" y="2184"/>
                    <a:pt x="12855" y="2184"/>
                  </a:cubicBezTo>
                  <a:cubicBezTo>
                    <a:pt x="10943" y="2184"/>
                    <a:pt x="9101" y="3153"/>
                    <a:pt x="7328" y="5092"/>
                  </a:cubicBezTo>
                  <a:cubicBezTo>
                    <a:pt x="5548" y="7031"/>
                    <a:pt x="4043" y="10164"/>
                    <a:pt x="2815" y="14490"/>
                  </a:cubicBezTo>
                  <a:cubicBezTo>
                    <a:pt x="2553" y="15297"/>
                    <a:pt x="2343" y="15801"/>
                    <a:pt x="2184" y="16001"/>
                  </a:cubicBezTo>
                  <a:cubicBezTo>
                    <a:pt x="2025" y="16194"/>
                    <a:pt x="1701" y="16291"/>
                    <a:pt x="1211" y="16291"/>
                  </a:cubicBezTo>
                  <a:cubicBezTo>
                    <a:pt x="404" y="16256"/>
                    <a:pt x="0" y="15915"/>
                    <a:pt x="0" y="15266"/>
                  </a:cubicBezTo>
                  <a:cubicBezTo>
                    <a:pt x="0" y="15011"/>
                    <a:pt x="145" y="14383"/>
                    <a:pt x="435" y="13383"/>
                  </a:cubicBezTo>
                  <a:cubicBezTo>
                    <a:pt x="731" y="12348"/>
                    <a:pt x="1218" y="11071"/>
                    <a:pt x="1894" y="9553"/>
                  </a:cubicBezTo>
                  <a:cubicBezTo>
                    <a:pt x="2605" y="8001"/>
                    <a:pt x="3447" y="6527"/>
                    <a:pt x="4419" y="5134"/>
                  </a:cubicBezTo>
                  <a:cubicBezTo>
                    <a:pt x="5385" y="3712"/>
                    <a:pt x="6627" y="2501"/>
                    <a:pt x="8145" y="1501"/>
                  </a:cubicBezTo>
                  <a:cubicBezTo>
                    <a:pt x="9698" y="500"/>
                    <a:pt x="11364" y="0"/>
                    <a:pt x="13144" y="0"/>
                  </a:cubicBezTo>
                  <a:cubicBezTo>
                    <a:pt x="15566" y="0"/>
                    <a:pt x="17522" y="790"/>
                    <a:pt x="19013" y="2370"/>
                  </a:cubicBezTo>
                  <a:cubicBezTo>
                    <a:pt x="20531" y="3923"/>
                    <a:pt x="21290" y="5848"/>
                    <a:pt x="21290" y="8145"/>
                  </a:cubicBezTo>
                  <a:cubicBezTo>
                    <a:pt x="21290" y="9084"/>
                    <a:pt x="21159" y="9971"/>
                    <a:pt x="20897" y="10805"/>
                  </a:cubicBezTo>
                  <a:cubicBezTo>
                    <a:pt x="20669" y="11613"/>
                    <a:pt x="20138" y="13100"/>
                    <a:pt x="19303" y="15266"/>
                  </a:cubicBezTo>
                  <a:cubicBezTo>
                    <a:pt x="15908" y="23995"/>
                    <a:pt x="14211" y="30495"/>
                    <a:pt x="14211" y="34766"/>
                  </a:cubicBezTo>
                  <a:cubicBezTo>
                    <a:pt x="14211" y="35794"/>
                    <a:pt x="14290" y="36746"/>
                    <a:pt x="14449" y="37622"/>
                  </a:cubicBezTo>
                  <a:cubicBezTo>
                    <a:pt x="14642" y="38464"/>
                    <a:pt x="14949" y="39302"/>
                    <a:pt x="15370" y="40137"/>
                  </a:cubicBezTo>
                  <a:cubicBezTo>
                    <a:pt x="15791" y="40951"/>
                    <a:pt x="16422" y="41600"/>
                    <a:pt x="17264" y="42083"/>
                  </a:cubicBezTo>
                  <a:cubicBezTo>
                    <a:pt x="18133" y="42532"/>
                    <a:pt x="19168" y="42756"/>
                    <a:pt x="20369" y="42756"/>
                  </a:cubicBezTo>
                  <a:cubicBezTo>
                    <a:pt x="21887" y="42756"/>
                    <a:pt x="23356" y="42400"/>
                    <a:pt x="24778" y="41690"/>
                  </a:cubicBezTo>
                  <a:cubicBezTo>
                    <a:pt x="26234" y="40951"/>
                    <a:pt x="27414" y="40079"/>
                    <a:pt x="28318" y="39071"/>
                  </a:cubicBezTo>
                  <a:cubicBezTo>
                    <a:pt x="29256" y="38071"/>
                    <a:pt x="29998" y="37150"/>
                    <a:pt x="30543" y="36308"/>
                  </a:cubicBezTo>
                  <a:cubicBezTo>
                    <a:pt x="31129" y="35438"/>
                    <a:pt x="31488" y="34776"/>
                    <a:pt x="31619" y="34321"/>
                  </a:cubicBezTo>
                  <a:lnTo>
                    <a:pt x="36080" y="16477"/>
                  </a:lnTo>
                  <a:lnTo>
                    <a:pt x="38067" y="8528"/>
                  </a:lnTo>
                  <a:cubicBezTo>
                    <a:pt x="38681" y="5651"/>
                    <a:pt x="39133" y="3857"/>
                    <a:pt x="39423" y="3146"/>
                  </a:cubicBezTo>
                  <a:cubicBezTo>
                    <a:pt x="39809" y="2470"/>
                    <a:pt x="40341" y="1953"/>
                    <a:pt x="41017" y="1594"/>
                  </a:cubicBezTo>
                  <a:cubicBezTo>
                    <a:pt x="41700" y="1242"/>
                    <a:pt x="42332" y="1066"/>
                    <a:pt x="42911" y="1066"/>
                  </a:cubicBezTo>
                  <a:cubicBezTo>
                    <a:pt x="43718" y="1066"/>
                    <a:pt x="44398" y="1308"/>
                    <a:pt x="44950" y="1791"/>
                  </a:cubicBezTo>
                  <a:cubicBezTo>
                    <a:pt x="45530" y="2274"/>
                    <a:pt x="45819" y="2936"/>
                    <a:pt x="45819" y="3778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9" name="Freeform 3108">
              <a:extLst>
                <a:ext uri="{FF2B5EF4-FFF2-40B4-BE49-F238E27FC236}">
                  <a16:creationId xmlns:a16="http://schemas.microsoft.com/office/drawing/2014/main" id="{84FB6B41-C9F0-F802-8002-EBFD94BB9AEA}"/>
                </a:ext>
              </a:extLst>
            </p:cNvPr>
            <p:cNvSpPr/>
            <p:nvPr/>
          </p:nvSpPr>
          <p:spPr>
            <a:xfrm>
              <a:off x="3602000" y="3518405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0" name="Freeform 3109">
              <a:extLst>
                <a:ext uri="{FF2B5EF4-FFF2-40B4-BE49-F238E27FC236}">
                  <a16:creationId xmlns:a16="http://schemas.microsoft.com/office/drawing/2014/main" id="{CAD7E8C7-02BB-4E44-B4EB-EEE9AD061133}"/>
                </a:ext>
              </a:extLst>
            </p:cNvPr>
            <p:cNvSpPr/>
            <p:nvPr/>
          </p:nvSpPr>
          <p:spPr>
            <a:xfrm>
              <a:off x="3602000" y="4893315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1" name="Freeform 3110">
              <a:extLst>
                <a:ext uri="{FF2B5EF4-FFF2-40B4-BE49-F238E27FC236}">
                  <a16:creationId xmlns:a16="http://schemas.microsoft.com/office/drawing/2014/main" id="{961F33C5-7874-FEBB-BB69-A1B2E32AAF69}"/>
                </a:ext>
              </a:extLst>
            </p:cNvPr>
            <p:cNvSpPr/>
            <p:nvPr/>
          </p:nvSpPr>
          <p:spPr>
            <a:xfrm>
              <a:off x="3602000" y="4494887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2" name="Freeform 3111">
              <a:extLst>
                <a:ext uri="{FF2B5EF4-FFF2-40B4-BE49-F238E27FC236}">
                  <a16:creationId xmlns:a16="http://schemas.microsoft.com/office/drawing/2014/main" id="{68D8D0BE-7BE6-4283-826F-12C06CDEDDF5}"/>
                </a:ext>
              </a:extLst>
            </p:cNvPr>
            <p:cNvSpPr/>
            <p:nvPr/>
          </p:nvSpPr>
          <p:spPr>
            <a:xfrm>
              <a:off x="3602000" y="4096459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3" name="Freeform 3112">
              <a:extLst>
                <a:ext uri="{FF2B5EF4-FFF2-40B4-BE49-F238E27FC236}">
                  <a16:creationId xmlns:a16="http://schemas.microsoft.com/office/drawing/2014/main" id="{A5DC5F95-C192-4A66-9C3F-6F82DD996124}"/>
                </a:ext>
              </a:extLst>
            </p:cNvPr>
            <p:cNvSpPr/>
            <p:nvPr/>
          </p:nvSpPr>
          <p:spPr>
            <a:xfrm>
              <a:off x="3602000" y="3698031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4" name="Freeform 3113">
              <a:extLst>
                <a:ext uri="{FF2B5EF4-FFF2-40B4-BE49-F238E27FC236}">
                  <a16:creationId xmlns:a16="http://schemas.microsoft.com/office/drawing/2014/main" id="{E6E8D373-4F60-1795-C7AF-A09D6C0F013F}"/>
                </a:ext>
              </a:extLst>
            </p:cNvPr>
            <p:cNvSpPr/>
            <p:nvPr/>
          </p:nvSpPr>
          <p:spPr>
            <a:xfrm>
              <a:off x="3521471" y="4860888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5" name="Freeform 3114">
              <a:extLst>
                <a:ext uri="{FF2B5EF4-FFF2-40B4-BE49-F238E27FC236}">
                  <a16:creationId xmlns:a16="http://schemas.microsoft.com/office/drawing/2014/main" id="{30099790-706F-8A09-9A28-908CAE32DF41}"/>
                </a:ext>
              </a:extLst>
            </p:cNvPr>
            <p:cNvSpPr/>
            <p:nvPr/>
          </p:nvSpPr>
          <p:spPr>
            <a:xfrm>
              <a:off x="3524238" y="4463588"/>
              <a:ext cx="40501" cy="63812"/>
            </a:xfrm>
            <a:custGeom>
              <a:avLst/>
              <a:gdLst>
                <a:gd name="csX0" fmla="*/ 2641 w 40501"/>
                <a:gd name="csY0" fmla="*/ 0 h 63812"/>
                <a:gd name="csX1" fmla="*/ 35890 w 40501"/>
                <a:gd name="csY1" fmla="*/ 0 h 63812"/>
                <a:gd name="csX2" fmla="*/ 35890 w 40501"/>
                <a:gd name="csY2" fmla="*/ 7128 h 63812"/>
                <a:gd name="csX3" fmla="*/ 10398 w 40501"/>
                <a:gd name="csY3" fmla="*/ 7128 h 63812"/>
                <a:gd name="csX4" fmla="*/ 10398 w 40501"/>
                <a:gd name="csY4" fmla="*/ 22473 h 63812"/>
                <a:gd name="csX5" fmla="*/ 14087 w 40501"/>
                <a:gd name="csY5" fmla="*/ 21551 h 63812"/>
                <a:gd name="csX6" fmla="*/ 17777 w 40501"/>
                <a:gd name="csY6" fmla="*/ 21215 h 63812"/>
                <a:gd name="csX7" fmla="*/ 34381 w 40501"/>
                <a:gd name="csY7" fmla="*/ 26960 h 63812"/>
                <a:gd name="csX8" fmla="*/ 40502 w 40501"/>
                <a:gd name="csY8" fmla="*/ 42513 h 63812"/>
                <a:gd name="csX9" fmla="*/ 34213 w 40501"/>
                <a:gd name="csY9" fmla="*/ 58234 h 63812"/>
                <a:gd name="csX10" fmla="*/ 16477 w 40501"/>
                <a:gd name="csY10" fmla="*/ 63813 h 63812"/>
                <a:gd name="csX11" fmla="*/ 8428 w 40501"/>
                <a:gd name="csY11" fmla="*/ 63140 h 63812"/>
                <a:gd name="csX12" fmla="*/ 0 w 40501"/>
                <a:gd name="csY12" fmla="*/ 61132 h 63812"/>
                <a:gd name="csX13" fmla="*/ 0 w 40501"/>
                <a:gd name="csY13" fmla="*/ 52614 h 63812"/>
                <a:gd name="csX14" fmla="*/ 7799 w 40501"/>
                <a:gd name="csY14" fmla="*/ 55678 h 63812"/>
                <a:gd name="csX15" fmla="*/ 16310 w 40501"/>
                <a:gd name="csY15" fmla="*/ 56682 h 63812"/>
                <a:gd name="csX16" fmla="*/ 27798 w 40501"/>
                <a:gd name="csY16" fmla="*/ 52873 h 63812"/>
                <a:gd name="csX17" fmla="*/ 32032 w 40501"/>
                <a:gd name="csY17" fmla="*/ 42513 h 63812"/>
                <a:gd name="csX18" fmla="*/ 27798 w 40501"/>
                <a:gd name="csY18" fmla="*/ 32158 h 63812"/>
                <a:gd name="csX19" fmla="*/ 16310 w 40501"/>
                <a:gd name="csY19" fmla="*/ 28342 h 63812"/>
                <a:gd name="csX20" fmla="*/ 9518 w 40501"/>
                <a:gd name="csY20" fmla="*/ 29098 h 63812"/>
                <a:gd name="csX21" fmla="*/ 2641 w 40501"/>
                <a:gd name="csY21" fmla="*/ 31445 h 63812"/>
                <a:gd name="csX22" fmla="*/ 2641 w 40501"/>
                <a:gd name="csY22" fmla="*/ 0 h 63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12">
                  <a:moveTo>
                    <a:pt x="2641" y="0"/>
                  </a:moveTo>
                  <a:lnTo>
                    <a:pt x="35890" y="0"/>
                  </a:lnTo>
                  <a:lnTo>
                    <a:pt x="35890" y="7128"/>
                  </a:lnTo>
                  <a:lnTo>
                    <a:pt x="10398" y="7128"/>
                  </a:lnTo>
                  <a:lnTo>
                    <a:pt x="10398" y="22473"/>
                  </a:lnTo>
                  <a:cubicBezTo>
                    <a:pt x="11628" y="22053"/>
                    <a:pt x="12858" y="21746"/>
                    <a:pt x="14087" y="21551"/>
                  </a:cubicBezTo>
                  <a:cubicBezTo>
                    <a:pt x="15318" y="21327"/>
                    <a:pt x="16548" y="21215"/>
                    <a:pt x="17777" y="21215"/>
                  </a:cubicBezTo>
                  <a:cubicBezTo>
                    <a:pt x="24765" y="21215"/>
                    <a:pt x="30299" y="23130"/>
                    <a:pt x="34381" y="26960"/>
                  </a:cubicBezTo>
                  <a:cubicBezTo>
                    <a:pt x="38461" y="30788"/>
                    <a:pt x="40502" y="35973"/>
                    <a:pt x="40502" y="42513"/>
                  </a:cubicBezTo>
                  <a:cubicBezTo>
                    <a:pt x="40502" y="49247"/>
                    <a:pt x="38405" y="54488"/>
                    <a:pt x="34213" y="58234"/>
                  </a:cubicBezTo>
                  <a:cubicBezTo>
                    <a:pt x="30020" y="61953"/>
                    <a:pt x="24108" y="63813"/>
                    <a:pt x="16477" y="63813"/>
                  </a:cubicBezTo>
                  <a:cubicBezTo>
                    <a:pt x="13850" y="63813"/>
                    <a:pt x="11167" y="63589"/>
                    <a:pt x="8428" y="63140"/>
                  </a:cubicBezTo>
                  <a:cubicBezTo>
                    <a:pt x="5716" y="62692"/>
                    <a:pt x="2907" y="62022"/>
                    <a:pt x="0" y="61132"/>
                  </a:cubicBezTo>
                  <a:lnTo>
                    <a:pt x="0" y="52614"/>
                  </a:lnTo>
                  <a:cubicBezTo>
                    <a:pt x="2516" y="53987"/>
                    <a:pt x="5115" y="55008"/>
                    <a:pt x="7799" y="55678"/>
                  </a:cubicBezTo>
                  <a:cubicBezTo>
                    <a:pt x="10482" y="56347"/>
                    <a:pt x="13319" y="56682"/>
                    <a:pt x="16310" y="56682"/>
                  </a:cubicBezTo>
                  <a:cubicBezTo>
                    <a:pt x="21145" y="56682"/>
                    <a:pt x="24975" y="55412"/>
                    <a:pt x="27798" y="52873"/>
                  </a:cubicBezTo>
                  <a:cubicBezTo>
                    <a:pt x="30621" y="50327"/>
                    <a:pt x="32032" y="46873"/>
                    <a:pt x="32032" y="42513"/>
                  </a:cubicBezTo>
                  <a:cubicBezTo>
                    <a:pt x="32032" y="38153"/>
                    <a:pt x="30621" y="34702"/>
                    <a:pt x="27798" y="32158"/>
                  </a:cubicBezTo>
                  <a:cubicBezTo>
                    <a:pt x="24975" y="29614"/>
                    <a:pt x="21145" y="28342"/>
                    <a:pt x="16310" y="28342"/>
                  </a:cubicBezTo>
                  <a:cubicBezTo>
                    <a:pt x="14046" y="28342"/>
                    <a:pt x="11782" y="28594"/>
                    <a:pt x="9518" y="29098"/>
                  </a:cubicBezTo>
                  <a:cubicBezTo>
                    <a:pt x="7282" y="29601"/>
                    <a:pt x="4989" y="30383"/>
                    <a:pt x="2641" y="31445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6" name="Freeform 3115">
              <a:extLst>
                <a:ext uri="{FF2B5EF4-FFF2-40B4-BE49-F238E27FC236}">
                  <a16:creationId xmlns:a16="http://schemas.microsoft.com/office/drawing/2014/main" id="{7D1E6A42-ED41-FEE6-B457-D8C9E88C217D}"/>
                </a:ext>
              </a:extLst>
            </p:cNvPr>
            <p:cNvSpPr/>
            <p:nvPr/>
          </p:nvSpPr>
          <p:spPr>
            <a:xfrm>
              <a:off x="3470614" y="4065161"/>
              <a:ext cx="37273" cy="62596"/>
            </a:xfrm>
            <a:custGeom>
              <a:avLst/>
              <a:gdLst>
                <a:gd name="csX0" fmla="*/ 1216 w 37273"/>
                <a:gd name="csY0" fmla="*/ 55469 h 62596"/>
                <a:gd name="csX1" fmla="*/ 15052 w 37273"/>
                <a:gd name="csY1" fmla="*/ 55469 h 62596"/>
                <a:gd name="csX2" fmla="*/ 15052 w 37273"/>
                <a:gd name="csY2" fmla="*/ 7714 h 62596"/>
                <a:gd name="csX3" fmla="*/ 0 w 37273"/>
                <a:gd name="csY3" fmla="*/ 10733 h 62596"/>
                <a:gd name="csX4" fmla="*/ 0 w 37273"/>
                <a:gd name="csY4" fmla="*/ 3018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9 h 62596"/>
                <a:gd name="csX8" fmla="*/ 37273 w 37273"/>
                <a:gd name="csY8" fmla="*/ 55469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9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9"/>
                  </a:moveTo>
                  <a:lnTo>
                    <a:pt x="15052" y="55469"/>
                  </a:lnTo>
                  <a:lnTo>
                    <a:pt x="15052" y="7714"/>
                  </a:lnTo>
                  <a:lnTo>
                    <a:pt x="0" y="10733"/>
                  </a:lnTo>
                  <a:lnTo>
                    <a:pt x="0" y="3018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9"/>
                  </a:lnTo>
                  <a:lnTo>
                    <a:pt x="37273" y="55469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9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7" name="Freeform 3116">
              <a:extLst>
                <a:ext uri="{FF2B5EF4-FFF2-40B4-BE49-F238E27FC236}">
                  <a16:creationId xmlns:a16="http://schemas.microsoft.com/office/drawing/2014/main" id="{BBDFA702-4FC9-609E-9B5A-781363104F1B}"/>
                </a:ext>
              </a:extLst>
            </p:cNvPr>
            <p:cNvSpPr/>
            <p:nvPr/>
          </p:nvSpPr>
          <p:spPr>
            <a:xfrm>
              <a:off x="3521471" y="4064029"/>
              <a:ext cx="43268" cy="64944"/>
            </a:xfrm>
            <a:custGeom>
              <a:avLst/>
              <a:gdLst>
                <a:gd name="csX0" fmla="*/ 21634 w 43268"/>
                <a:gd name="csY0" fmla="*/ 6708 h 64944"/>
                <a:gd name="csX1" fmla="*/ 11781 w 43268"/>
                <a:gd name="csY1" fmla="*/ 13165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4 w 43268"/>
                <a:gd name="csY4" fmla="*/ 58236 h 64944"/>
                <a:gd name="csX5" fmla="*/ 31487 w 43268"/>
                <a:gd name="csY5" fmla="*/ 51821 h 64944"/>
                <a:gd name="csX6" fmla="*/ 34799 w 43268"/>
                <a:gd name="csY6" fmla="*/ 32493 h 64944"/>
                <a:gd name="csX7" fmla="*/ 31487 w 43268"/>
                <a:gd name="csY7" fmla="*/ 13165 h 64944"/>
                <a:gd name="csX8" fmla="*/ 21634 w 43268"/>
                <a:gd name="csY8" fmla="*/ 6708 h 64944"/>
                <a:gd name="csX9" fmla="*/ 21634 w 43268"/>
                <a:gd name="csY9" fmla="*/ 0 h 64944"/>
                <a:gd name="csX10" fmla="*/ 37692 w 43268"/>
                <a:gd name="csY10" fmla="*/ 8343 h 64944"/>
                <a:gd name="csX11" fmla="*/ 43268 w 43268"/>
                <a:gd name="csY11" fmla="*/ 32493 h 64944"/>
                <a:gd name="csX12" fmla="*/ 37692 w 43268"/>
                <a:gd name="csY12" fmla="*/ 56643 h 64944"/>
                <a:gd name="csX13" fmla="*/ 21634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4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4" y="6708"/>
                  </a:moveTo>
                  <a:cubicBezTo>
                    <a:pt x="17273" y="6708"/>
                    <a:pt x="13989" y="8860"/>
                    <a:pt x="11781" y="13165"/>
                  </a:cubicBezTo>
                  <a:cubicBezTo>
                    <a:pt x="9601" y="17442"/>
                    <a:pt x="8511" y="23884"/>
                    <a:pt x="8511" y="32493"/>
                  </a:cubicBezTo>
                  <a:cubicBezTo>
                    <a:pt x="8511" y="41074"/>
                    <a:pt x="9601" y="47517"/>
                    <a:pt x="11781" y="51821"/>
                  </a:cubicBezTo>
                  <a:cubicBezTo>
                    <a:pt x="13989" y="56098"/>
                    <a:pt x="17273" y="58236"/>
                    <a:pt x="21634" y="58236"/>
                  </a:cubicBezTo>
                  <a:cubicBezTo>
                    <a:pt x="26022" y="58236"/>
                    <a:pt x="29306" y="56098"/>
                    <a:pt x="31487" y="51821"/>
                  </a:cubicBezTo>
                  <a:cubicBezTo>
                    <a:pt x="33695" y="47517"/>
                    <a:pt x="34799" y="41074"/>
                    <a:pt x="34799" y="32493"/>
                  </a:cubicBezTo>
                  <a:cubicBezTo>
                    <a:pt x="34799" y="23884"/>
                    <a:pt x="33695" y="17442"/>
                    <a:pt x="31487" y="13165"/>
                  </a:cubicBezTo>
                  <a:cubicBezTo>
                    <a:pt x="29306" y="8860"/>
                    <a:pt x="26022" y="6708"/>
                    <a:pt x="21634" y="6708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3"/>
                  </a:cubicBezTo>
                  <a:cubicBezTo>
                    <a:pt x="41409" y="13878"/>
                    <a:pt x="43268" y="21928"/>
                    <a:pt x="43268" y="32493"/>
                  </a:cubicBezTo>
                  <a:cubicBezTo>
                    <a:pt x="43268" y="43030"/>
                    <a:pt x="41409" y="51081"/>
                    <a:pt x="37692" y="56643"/>
                  </a:cubicBezTo>
                  <a:cubicBezTo>
                    <a:pt x="34002" y="62177"/>
                    <a:pt x="28649" y="64944"/>
                    <a:pt x="21634" y="64944"/>
                  </a:cubicBezTo>
                  <a:cubicBezTo>
                    <a:pt x="14618" y="64944"/>
                    <a:pt x="9252" y="62177"/>
                    <a:pt x="5534" y="56643"/>
                  </a:cubicBezTo>
                  <a:cubicBezTo>
                    <a:pt x="1845" y="51081"/>
                    <a:pt x="0" y="43030"/>
                    <a:pt x="0" y="32493"/>
                  </a:cubicBezTo>
                  <a:cubicBezTo>
                    <a:pt x="0" y="21927"/>
                    <a:pt x="1845" y="13878"/>
                    <a:pt x="5534" y="8343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8" name="Freeform 3117">
              <a:extLst>
                <a:ext uri="{FF2B5EF4-FFF2-40B4-BE49-F238E27FC236}">
                  <a16:creationId xmlns:a16="http://schemas.microsoft.com/office/drawing/2014/main" id="{4E6CE386-6D48-1B7A-D3F5-C6498E539CBF}"/>
                </a:ext>
              </a:extLst>
            </p:cNvPr>
            <p:cNvSpPr/>
            <p:nvPr/>
          </p:nvSpPr>
          <p:spPr>
            <a:xfrm>
              <a:off x="3472417" y="3666733"/>
              <a:ext cx="37273" cy="62596"/>
            </a:xfrm>
            <a:custGeom>
              <a:avLst/>
              <a:gdLst>
                <a:gd name="csX0" fmla="*/ 1216 w 37273"/>
                <a:gd name="csY0" fmla="*/ 55470 h 62596"/>
                <a:gd name="csX1" fmla="*/ 15052 w 37273"/>
                <a:gd name="csY1" fmla="*/ 55470 h 62596"/>
                <a:gd name="csX2" fmla="*/ 15052 w 37273"/>
                <a:gd name="csY2" fmla="*/ 7715 h 62596"/>
                <a:gd name="csX3" fmla="*/ 0 w 37273"/>
                <a:gd name="csY3" fmla="*/ 10733 h 62596"/>
                <a:gd name="csX4" fmla="*/ 0 w 37273"/>
                <a:gd name="csY4" fmla="*/ 3019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70 h 62596"/>
                <a:gd name="csX8" fmla="*/ 37273 w 37273"/>
                <a:gd name="csY8" fmla="*/ 55470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7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70"/>
                  </a:moveTo>
                  <a:lnTo>
                    <a:pt x="15052" y="55470"/>
                  </a:lnTo>
                  <a:lnTo>
                    <a:pt x="15052" y="7715"/>
                  </a:lnTo>
                  <a:lnTo>
                    <a:pt x="0" y="10733"/>
                  </a:lnTo>
                  <a:lnTo>
                    <a:pt x="0" y="3019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70"/>
                  </a:lnTo>
                  <a:lnTo>
                    <a:pt x="37273" y="55470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7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9" name="Freeform 3118">
              <a:extLst>
                <a:ext uri="{FF2B5EF4-FFF2-40B4-BE49-F238E27FC236}">
                  <a16:creationId xmlns:a16="http://schemas.microsoft.com/office/drawing/2014/main" id="{86A5BC1E-5871-7C43-6A2E-229AF7D1A2A9}"/>
                </a:ext>
              </a:extLst>
            </p:cNvPr>
            <p:cNvSpPr/>
            <p:nvPr/>
          </p:nvSpPr>
          <p:spPr>
            <a:xfrm>
              <a:off x="3524238" y="3666733"/>
              <a:ext cx="40501" cy="63812"/>
            </a:xfrm>
            <a:custGeom>
              <a:avLst/>
              <a:gdLst>
                <a:gd name="csX0" fmla="*/ 2641 w 40501"/>
                <a:gd name="csY0" fmla="*/ 0 h 63812"/>
                <a:gd name="csX1" fmla="*/ 35890 w 40501"/>
                <a:gd name="csY1" fmla="*/ 0 h 63812"/>
                <a:gd name="csX2" fmla="*/ 35890 w 40501"/>
                <a:gd name="csY2" fmla="*/ 7128 h 63812"/>
                <a:gd name="csX3" fmla="*/ 10398 w 40501"/>
                <a:gd name="csY3" fmla="*/ 7128 h 63812"/>
                <a:gd name="csX4" fmla="*/ 10398 w 40501"/>
                <a:gd name="csY4" fmla="*/ 22473 h 63812"/>
                <a:gd name="csX5" fmla="*/ 14087 w 40501"/>
                <a:gd name="csY5" fmla="*/ 21551 h 63812"/>
                <a:gd name="csX6" fmla="*/ 17777 w 40501"/>
                <a:gd name="csY6" fmla="*/ 21215 h 63812"/>
                <a:gd name="csX7" fmla="*/ 34381 w 40501"/>
                <a:gd name="csY7" fmla="*/ 26959 h 63812"/>
                <a:gd name="csX8" fmla="*/ 40502 w 40501"/>
                <a:gd name="csY8" fmla="*/ 42514 h 63812"/>
                <a:gd name="csX9" fmla="*/ 34213 w 40501"/>
                <a:gd name="csY9" fmla="*/ 58236 h 63812"/>
                <a:gd name="csX10" fmla="*/ 16477 w 40501"/>
                <a:gd name="csY10" fmla="*/ 63813 h 63812"/>
                <a:gd name="csX11" fmla="*/ 8428 w 40501"/>
                <a:gd name="csY11" fmla="*/ 63142 h 63812"/>
                <a:gd name="csX12" fmla="*/ 0 w 40501"/>
                <a:gd name="csY12" fmla="*/ 61129 h 63812"/>
                <a:gd name="csX13" fmla="*/ 0 w 40501"/>
                <a:gd name="csY13" fmla="*/ 52618 h 63812"/>
                <a:gd name="csX14" fmla="*/ 7799 w 40501"/>
                <a:gd name="csY14" fmla="*/ 55679 h 63812"/>
                <a:gd name="csX15" fmla="*/ 16310 w 40501"/>
                <a:gd name="csY15" fmla="*/ 56685 h 63812"/>
                <a:gd name="csX16" fmla="*/ 27798 w 40501"/>
                <a:gd name="csY16" fmla="*/ 52870 h 63812"/>
                <a:gd name="csX17" fmla="*/ 32032 w 40501"/>
                <a:gd name="csY17" fmla="*/ 42514 h 63812"/>
                <a:gd name="csX18" fmla="*/ 27798 w 40501"/>
                <a:gd name="csY18" fmla="*/ 32158 h 63812"/>
                <a:gd name="csX19" fmla="*/ 16310 w 40501"/>
                <a:gd name="csY19" fmla="*/ 28342 h 63812"/>
                <a:gd name="csX20" fmla="*/ 9518 w 40501"/>
                <a:gd name="csY20" fmla="*/ 29097 h 63812"/>
                <a:gd name="csX21" fmla="*/ 2641 w 40501"/>
                <a:gd name="csY21" fmla="*/ 31445 h 63812"/>
                <a:gd name="csX22" fmla="*/ 2641 w 40501"/>
                <a:gd name="csY22" fmla="*/ 0 h 63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12">
                  <a:moveTo>
                    <a:pt x="2641" y="0"/>
                  </a:moveTo>
                  <a:lnTo>
                    <a:pt x="35890" y="0"/>
                  </a:lnTo>
                  <a:lnTo>
                    <a:pt x="35890" y="7128"/>
                  </a:lnTo>
                  <a:lnTo>
                    <a:pt x="10398" y="7128"/>
                  </a:lnTo>
                  <a:lnTo>
                    <a:pt x="10398" y="22473"/>
                  </a:lnTo>
                  <a:cubicBezTo>
                    <a:pt x="11628" y="22053"/>
                    <a:pt x="12858" y="21746"/>
                    <a:pt x="14087" y="21551"/>
                  </a:cubicBezTo>
                  <a:cubicBezTo>
                    <a:pt x="15318" y="21327"/>
                    <a:pt x="16548" y="21215"/>
                    <a:pt x="17777" y="21215"/>
                  </a:cubicBezTo>
                  <a:cubicBezTo>
                    <a:pt x="24765" y="21215"/>
                    <a:pt x="30299" y="23130"/>
                    <a:pt x="34381" y="26959"/>
                  </a:cubicBezTo>
                  <a:cubicBezTo>
                    <a:pt x="38461" y="30788"/>
                    <a:pt x="40502" y="35973"/>
                    <a:pt x="40502" y="42514"/>
                  </a:cubicBezTo>
                  <a:cubicBezTo>
                    <a:pt x="40502" y="49250"/>
                    <a:pt x="38405" y="54491"/>
                    <a:pt x="34213" y="58236"/>
                  </a:cubicBezTo>
                  <a:cubicBezTo>
                    <a:pt x="30020" y="61954"/>
                    <a:pt x="24108" y="63813"/>
                    <a:pt x="16477" y="63813"/>
                  </a:cubicBezTo>
                  <a:cubicBezTo>
                    <a:pt x="13850" y="63813"/>
                    <a:pt x="11167" y="63589"/>
                    <a:pt x="8428" y="63142"/>
                  </a:cubicBezTo>
                  <a:cubicBezTo>
                    <a:pt x="5716" y="62695"/>
                    <a:pt x="2907" y="62024"/>
                    <a:pt x="0" y="61129"/>
                  </a:cubicBezTo>
                  <a:lnTo>
                    <a:pt x="0" y="52618"/>
                  </a:lnTo>
                  <a:cubicBezTo>
                    <a:pt x="2516" y="53988"/>
                    <a:pt x="5115" y="55008"/>
                    <a:pt x="7799" y="55679"/>
                  </a:cubicBezTo>
                  <a:cubicBezTo>
                    <a:pt x="10482" y="56350"/>
                    <a:pt x="13319" y="56685"/>
                    <a:pt x="16310" y="56685"/>
                  </a:cubicBezTo>
                  <a:cubicBezTo>
                    <a:pt x="21145" y="56685"/>
                    <a:pt x="24975" y="55413"/>
                    <a:pt x="27798" y="52870"/>
                  </a:cubicBezTo>
                  <a:cubicBezTo>
                    <a:pt x="30621" y="50326"/>
                    <a:pt x="32032" y="46874"/>
                    <a:pt x="32032" y="42514"/>
                  </a:cubicBezTo>
                  <a:cubicBezTo>
                    <a:pt x="32032" y="38154"/>
                    <a:pt x="30621" y="34702"/>
                    <a:pt x="27798" y="32158"/>
                  </a:cubicBezTo>
                  <a:cubicBezTo>
                    <a:pt x="24975" y="29614"/>
                    <a:pt x="21145" y="28342"/>
                    <a:pt x="16310" y="28342"/>
                  </a:cubicBezTo>
                  <a:cubicBezTo>
                    <a:pt x="14046" y="28342"/>
                    <a:pt x="11782" y="28594"/>
                    <a:pt x="9518" y="29097"/>
                  </a:cubicBezTo>
                  <a:cubicBezTo>
                    <a:pt x="7282" y="29601"/>
                    <a:pt x="4989" y="30383"/>
                    <a:pt x="2641" y="31445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4" name="Freeform 3123">
              <a:extLst>
                <a:ext uri="{FF2B5EF4-FFF2-40B4-BE49-F238E27FC236}">
                  <a16:creationId xmlns:a16="http://schemas.microsoft.com/office/drawing/2014/main" id="{97884179-3971-6203-C621-525CF325B75C}"/>
                </a:ext>
              </a:extLst>
            </p:cNvPr>
            <p:cNvSpPr/>
            <p:nvPr/>
          </p:nvSpPr>
          <p:spPr>
            <a:xfrm>
              <a:off x="3538934" y="4893160"/>
              <a:ext cx="81564" cy="155"/>
            </a:xfrm>
            <a:custGeom>
              <a:avLst/>
              <a:gdLst>
                <a:gd name="csX0" fmla="*/ 0 w 81564"/>
                <a:gd name="csY0" fmla="*/ 0 h 155"/>
                <a:gd name="csX1" fmla="*/ 0 w 81564"/>
                <a:gd name="csY1" fmla="*/ 155 h 155"/>
                <a:gd name="csX2" fmla="*/ 81564 w 81564"/>
                <a:gd name="csY2" fmla="*/ 155 h 155"/>
                <a:gd name="csX3" fmla="*/ 81564 w 81564"/>
                <a:gd name="csY3" fmla="*/ 0 h 155"/>
                <a:gd name="csX4" fmla="*/ 0 w 81564"/>
                <a:gd name="csY4" fmla="*/ 0 h 155"/>
                <a:gd name="csX5" fmla="*/ 0 w 81564"/>
                <a:gd name="csY5" fmla="*/ 0 h 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155">
                  <a:moveTo>
                    <a:pt x="0" y="0"/>
                  </a:moveTo>
                  <a:lnTo>
                    <a:pt x="0" y="155"/>
                  </a:lnTo>
                  <a:lnTo>
                    <a:pt x="81564" y="155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35" name="Group 3234">
            <a:extLst>
              <a:ext uri="{FF2B5EF4-FFF2-40B4-BE49-F238E27FC236}">
                <a16:creationId xmlns:a16="http://schemas.microsoft.com/office/drawing/2014/main" id="{AA2A2A03-FA0D-32FD-C33D-B155416F8DDF}"/>
              </a:ext>
            </a:extLst>
          </p:cNvPr>
          <p:cNvGrpSpPr/>
          <p:nvPr/>
        </p:nvGrpSpPr>
        <p:grpSpPr>
          <a:xfrm>
            <a:off x="3538934" y="4712883"/>
            <a:ext cx="2283788" cy="181735"/>
            <a:chOff x="3538934" y="4712883"/>
            <a:chExt cx="2283788" cy="181735"/>
          </a:xfrm>
        </p:grpSpPr>
        <p:sp>
          <p:nvSpPr>
            <p:cNvPr id="3125" name="Freeform 3124">
              <a:extLst>
                <a:ext uri="{FF2B5EF4-FFF2-40B4-BE49-F238E27FC236}">
                  <a16:creationId xmlns:a16="http://schemas.microsoft.com/office/drawing/2014/main" id="{645DCEB5-7E35-48E0-2E69-E9DC8792306F}"/>
                </a:ext>
              </a:extLst>
            </p:cNvPr>
            <p:cNvSpPr/>
            <p:nvPr/>
          </p:nvSpPr>
          <p:spPr>
            <a:xfrm>
              <a:off x="3538934" y="4893160"/>
              <a:ext cx="81564" cy="155"/>
            </a:xfrm>
            <a:custGeom>
              <a:avLst/>
              <a:gdLst>
                <a:gd name="csX0" fmla="*/ 0 w 81564"/>
                <a:gd name="csY0" fmla="*/ 0 h 155"/>
                <a:gd name="csX1" fmla="*/ 0 w 81564"/>
                <a:gd name="csY1" fmla="*/ 155 h 155"/>
                <a:gd name="csX2" fmla="*/ 81564 w 81564"/>
                <a:gd name="csY2" fmla="*/ 155 h 155"/>
                <a:gd name="csX3" fmla="*/ 81564 w 81564"/>
                <a:gd name="csY3" fmla="*/ 0 h 155"/>
                <a:gd name="csX4" fmla="*/ 0 w 81564"/>
                <a:gd name="csY4" fmla="*/ 0 h 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155">
                  <a:moveTo>
                    <a:pt x="0" y="0"/>
                  </a:moveTo>
                  <a:lnTo>
                    <a:pt x="0" y="155"/>
                  </a:lnTo>
                  <a:lnTo>
                    <a:pt x="81564" y="155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6" name="Freeform 3125">
              <a:extLst>
                <a:ext uri="{FF2B5EF4-FFF2-40B4-BE49-F238E27FC236}">
                  <a16:creationId xmlns:a16="http://schemas.microsoft.com/office/drawing/2014/main" id="{6B868BFA-9ACE-2785-997C-D1D7A3A03C20}"/>
                </a:ext>
              </a:extLst>
            </p:cNvPr>
            <p:cNvSpPr/>
            <p:nvPr/>
          </p:nvSpPr>
          <p:spPr>
            <a:xfrm>
              <a:off x="3620498" y="4892549"/>
              <a:ext cx="81563" cy="765"/>
            </a:xfrm>
            <a:custGeom>
              <a:avLst/>
              <a:gdLst>
                <a:gd name="csX0" fmla="*/ 0 w 81563"/>
                <a:gd name="csY0" fmla="*/ 0 h 765"/>
                <a:gd name="csX1" fmla="*/ 0 w 81563"/>
                <a:gd name="csY1" fmla="*/ 766 h 765"/>
                <a:gd name="csX2" fmla="*/ 81563 w 81563"/>
                <a:gd name="csY2" fmla="*/ 766 h 765"/>
                <a:gd name="csX3" fmla="*/ 81563 w 81563"/>
                <a:gd name="csY3" fmla="*/ 0 h 765"/>
                <a:gd name="csX4" fmla="*/ 0 w 81563"/>
                <a:gd name="csY4" fmla="*/ 0 h 765"/>
                <a:gd name="csX5" fmla="*/ 0 w 81563"/>
                <a:gd name="csY5" fmla="*/ 0 h 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3" h="765">
                  <a:moveTo>
                    <a:pt x="0" y="0"/>
                  </a:moveTo>
                  <a:lnTo>
                    <a:pt x="0" y="766"/>
                  </a:lnTo>
                  <a:lnTo>
                    <a:pt x="81563" y="766"/>
                  </a:lnTo>
                  <a:lnTo>
                    <a:pt x="8156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7" name="Freeform 3126">
              <a:extLst>
                <a:ext uri="{FF2B5EF4-FFF2-40B4-BE49-F238E27FC236}">
                  <a16:creationId xmlns:a16="http://schemas.microsoft.com/office/drawing/2014/main" id="{09714F0C-06A8-C08B-6173-83A59A33BBB2}"/>
                </a:ext>
              </a:extLst>
            </p:cNvPr>
            <p:cNvSpPr/>
            <p:nvPr/>
          </p:nvSpPr>
          <p:spPr>
            <a:xfrm>
              <a:off x="3620498" y="4892549"/>
              <a:ext cx="81563" cy="765"/>
            </a:xfrm>
            <a:custGeom>
              <a:avLst/>
              <a:gdLst>
                <a:gd name="csX0" fmla="*/ 0 w 81563"/>
                <a:gd name="csY0" fmla="*/ 0 h 765"/>
                <a:gd name="csX1" fmla="*/ 0 w 81563"/>
                <a:gd name="csY1" fmla="*/ 766 h 765"/>
                <a:gd name="csX2" fmla="*/ 81563 w 81563"/>
                <a:gd name="csY2" fmla="*/ 766 h 765"/>
                <a:gd name="csX3" fmla="*/ 81563 w 81563"/>
                <a:gd name="csY3" fmla="*/ 0 h 765"/>
                <a:gd name="csX4" fmla="*/ 0 w 81563"/>
                <a:gd name="csY4" fmla="*/ 0 h 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3" h="765">
                  <a:moveTo>
                    <a:pt x="0" y="0"/>
                  </a:moveTo>
                  <a:lnTo>
                    <a:pt x="0" y="766"/>
                  </a:lnTo>
                  <a:lnTo>
                    <a:pt x="81563" y="766"/>
                  </a:lnTo>
                  <a:lnTo>
                    <a:pt x="8156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8" name="Freeform 3127">
              <a:extLst>
                <a:ext uri="{FF2B5EF4-FFF2-40B4-BE49-F238E27FC236}">
                  <a16:creationId xmlns:a16="http://schemas.microsoft.com/office/drawing/2014/main" id="{2D750B20-2A7D-66AF-8284-AB09B57E95AA}"/>
                </a:ext>
              </a:extLst>
            </p:cNvPr>
            <p:cNvSpPr/>
            <p:nvPr/>
          </p:nvSpPr>
          <p:spPr>
            <a:xfrm>
              <a:off x="3702061" y="4892373"/>
              <a:ext cx="81564" cy="941"/>
            </a:xfrm>
            <a:custGeom>
              <a:avLst/>
              <a:gdLst>
                <a:gd name="csX0" fmla="*/ 0 w 81564"/>
                <a:gd name="csY0" fmla="*/ 0 h 941"/>
                <a:gd name="csX1" fmla="*/ 0 w 81564"/>
                <a:gd name="csY1" fmla="*/ 942 h 941"/>
                <a:gd name="csX2" fmla="*/ 81564 w 81564"/>
                <a:gd name="csY2" fmla="*/ 942 h 941"/>
                <a:gd name="csX3" fmla="*/ 81564 w 81564"/>
                <a:gd name="csY3" fmla="*/ 0 h 941"/>
                <a:gd name="csX4" fmla="*/ 0 w 81564"/>
                <a:gd name="csY4" fmla="*/ 0 h 941"/>
                <a:gd name="csX5" fmla="*/ 0 w 81564"/>
                <a:gd name="csY5" fmla="*/ 0 h 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941">
                  <a:moveTo>
                    <a:pt x="0" y="0"/>
                  </a:moveTo>
                  <a:lnTo>
                    <a:pt x="0" y="942"/>
                  </a:lnTo>
                  <a:lnTo>
                    <a:pt x="81564" y="942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9" name="Freeform 3128">
              <a:extLst>
                <a:ext uri="{FF2B5EF4-FFF2-40B4-BE49-F238E27FC236}">
                  <a16:creationId xmlns:a16="http://schemas.microsoft.com/office/drawing/2014/main" id="{1E62D52A-B362-6EDF-BF25-4A2E9FD2CB21}"/>
                </a:ext>
              </a:extLst>
            </p:cNvPr>
            <p:cNvSpPr/>
            <p:nvPr/>
          </p:nvSpPr>
          <p:spPr>
            <a:xfrm>
              <a:off x="3702061" y="4892373"/>
              <a:ext cx="81564" cy="941"/>
            </a:xfrm>
            <a:custGeom>
              <a:avLst/>
              <a:gdLst>
                <a:gd name="csX0" fmla="*/ 0 w 81564"/>
                <a:gd name="csY0" fmla="*/ 0 h 941"/>
                <a:gd name="csX1" fmla="*/ 0 w 81564"/>
                <a:gd name="csY1" fmla="*/ 942 h 941"/>
                <a:gd name="csX2" fmla="*/ 81564 w 81564"/>
                <a:gd name="csY2" fmla="*/ 942 h 941"/>
                <a:gd name="csX3" fmla="*/ 81564 w 81564"/>
                <a:gd name="csY3" fmla="*/ 0 h 941"/>
                <a:gd name="csX4" fmla="*/ 0 w 81564"/>
                <a:gd name="csY4" fmla="*/ 0 h 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941">
                  <a:moveTo>
                    <a:pt x="0" y="0"/>
                  </a:moveTo>
                  <a:lnTo>
                    <a:pt x="0" y="942"/>
                  </a:lnTo>
                  <a:lnTo>
                    <a:pt x="81564" y="942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0" name="Freeform 3129">
              <a:extLst>
                <a:ext uri="{FF2B5EF4-FFF2-40B4-BE49-F238E27FC236}">
                  <a16:creationId xmlns:a16="http://schemas.microsoft.com/office/drawing/2014/main" id="{C98D4DE4-B9B8-839A-88F4-20B06B6985D6}"/>
                </a:ext>
              </a:extLst>
            </p:cNvPr>
            <p:cNvSpPr/>
            <p:nvPr/>
          </p:nvSpPr>
          <p:spPr>
            <a:xfrm>
              <a:off x="3783625" y="4891638"/>
              <a:ext cx="81563" cy="1676"/>
            </a:xfrm>
            <a:custGeom>
              <a:avLst/>
              <a:gdLst>
                <a:gd name="csX0" fmla="*/ 0 w 81563"/>
                <a:gd name="csY0" fmla="*/ 0 h 1676"/>
                <a:gd name="csX1" fmla="*/ 0 w 81563"/>
                <a:gd name="csY1" fmla="*/ 1677 h 1676"/>
                <a:gd name="csX2" fmla="*/ 81563 w 81563"/>
                <a:gd name="csY2" fmla="*/ 1677 h 1676"/>
                <a:gd name="csX3" fmla="*/ 81563 w 81563"/>
                <a:gd name="csY3" fmla="*/ 0 h 1676"/>
                <a:gd name="csX4" fmla="*/ 0 w 81563"/>
                <a:gd name="csY4" fmla="*/ 0 h 1676"/>
                <a:gd name="csX5" fmla="*/ 0 w 81563"/>
                <a:gd name="csY5" fmla="*/ 0 h 1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3" h="1676">
                  <a:moveTo>
                    <a:pt x="0" y="0"/>
                  </a:moveTo>
                  <a:lnTo>
                    <a:pt x="0" y="1677"/>
                  </a:lnTo>
                  <a:lnTo>
                    <a:pt x="81563" y="1677"/>
                  </a:lnTo>
                  <a:lnTo>
                    <a:pt x="8156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1" name="Freeform 3130">
              <a:extLst>
                <a:ext uri="{FF2B5EF4-FFF2-40B4-BE49-F238E27FC236}">
                  <a16:creationId xmlns:a16="http://schemas.microsoft.com/office/drawing/2014/main" id="{64D54415-D54C-A96D-A59F-15157B5779F2}"/>
                </a:ext>
              </a:extLst>
            </p:cNvPr>
            <p:cNvSpPr/>
            <p:nvPr/>
          </p:nvSpPr>
          <p:spPr>
            <a:xfrm>
              <a:off x="3783625" y="4891638"/>
              <a:ext cx="81563" cy="1676"/>
            </a:xfrm>
            <a:custGeom>
              <a:avLst/>
              <a:gdLst>
                <a:gd name="csX0" fmla="*/ 0 w 81563"/>
                <a:gd name="csY0" fmla="*/ 0 h 1676"/>
                <a:gd name="csX1" fmla="*/ 0 w 81563"/>
                <a:gd name="csY1" fmla="*/ 1677 h 1676"/>
                <a:gd name="csX2" fmla="*/ 81563 w 81563"/>
                <a:gd name="csY2" fmla="*/ 1677 h 1676"/>
                <a:gd name="csX3" fmla="*/ 81563 w 81563"/>
                <a:gd name="csY3" fmla="*/ 0 h 1676"/>
                <a:gd name="csX4" fmla="*/ 0 w 81563"/>
                <a:gd name="csY4" fmla="*/ 0 h 1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3" h="1676">
                  <a:moveTo>
                    <a:pt x="0" y="0"/>
                  </a:moveTo>
                  <a:lnTo>
                    <a:pt x="0" y="1677"/>
                  </a:lnTo>
                  <a:lnTo>
                    <a:pt x="81563" y="1677"/>
                  </a:lnTo>
                  <a:lnTo>
                    <a:pt x="8156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2" name="Freeform 3131">
              <a:extLst>
                <a:ext uri="{FF2B5EF4-FFF2-40B4-BE49-F238E27FC236}">
                  <a16:creationId xmlns:a16="http://schemas.microsoft.com/office/drawing/2014/main" id="{E22F4599-FD2E-F97A-CDBC-FBC6B38E211F}"/>
                </a:ext>
              </a:extLst>
            </p:cNvPr>
            <p:cNvSpPr/>
            <p:nvPr/>
          </p:nvSpPr>
          <p:spPr>
            <a:xfrm>
              <a:off x="3865188" y="4891100"/>
              <a:ext cx="81564" cy="2214"/>
            </a:xfrm>
            <a:custGeom>
              <a:avLst/>
              <a:gdLst>
                <a:gd name="csX0" fmla="*/ 0 w 81564"/>
                <a:gd name="csY0" fmla="*/ 0 h 2214"/>
                <a:gd name="csX1" fmla="*/ 0 w 81564"/>
                <a:gd name="csY1" fmla="*/ 2215 h 2214"/>
                <a:gd name="csX2" fmla="*/ 81564 w 81564"/>
                <a:gd name="csY2" fmla="*/ 2215 h 2214"/>
                <a:gd name="csX3" fmla="*/ 81564 w 81564"/>
                <a:gd name="csY3" fmla="*/ 0 h 2214"/>
                <a:gd name="csX4" fmla="*/ 0 w 81564"/>
                <a:gd name="csY4" fmla="*/ 0 h 2214"/>
                <a:gd name="csX5" fmla="*/ 0 w 81564"/>
                <a:gd name="csY5" fmla="*/ 0 h 2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2214">
                  <a:moveTo>
                    <a:pt x="0" y="0"/>
                  </a:moveTo>
                  <a:lnTo>
                    <a:pt x="0" y="2215"/>
                  </a:lnTo>
                  <a:lnTo>
                    <a:pt x="81564" y="2215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3" name="Freeform 3132">
              <a:extLst>
                <a:ext uri="{FF2B5EF4-FFF2-40B4-BE49-F238E27FC236}">
                  <a16:creationId xmlns:a16="http://schemas.microsoft.com/office/drawing/2014/main" id="{ECF685BF-C8BA-0AF9-471B-0ABC972D0BB4}"/>
                </a:ext>
              </a:extLst>
            </p:cNvPr>
            <p:cNvSpPr/>
            <p:nvPr/>
          </p:nvSpPr>
          <p:spPr>
            <a:xfrm>
              <a:off x="3865188" y="4891100"/>
              <a:ext cx="81564" cy="2214"/>
            </a:xfrm>
            <a:custGeom>
              <a:avLst/>
              <a:gdLst>
                <a:gd name="csX0" fmla="*/ 0 w 81564"/>
                <a:gd name="csY0" fmla="*/ 0 h 2214"/>
                <a:gd name="csX1" fmla="*/ 0 w 81564"/>
                <a:gd name="csY1" fmla="*/ 2215 h 2214"/>
                <a:gd name="csX2" fmla="*/ 81564 w 81564"/>
                <a:gd name="csY2" fmla="*/ 2215 h 2214"/>
                <a:gd name="csX3" fmla="*/ 81564 w 81564"/>
                <a:gd name="csY3" fmla="*/ 0 h 2214"/>
                <a:gd name="csX4" fmla="*/ 0 w 81564"/>
                <a:gd name="csY4" fmla="*/ 0 h 2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2214">
                  <a:moveTo>
                    <a:pt x="0" y="0"/>
                  </a:moveTo>
                  <a:lnTo>
                    <a:pt x="0" y="2215"/>
                  </a:lnTo>
                  <a:lnTo>
                    <a:pt x="81564" y="2215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" name="Freeform 3133">
              <a:extLst>
                <a:ext uri="{FF2B5EF4-FFF2-40B4-BE49-F238E27FC236}">
                  <a16:creationId xmlns:a16="http://schemas.microsoft.com/office/drawing/2014/main" id="{C2816389-EE16-EB18-7609-EF56621C28F6}"/>
                </a:ext>
              </a:extLst>
            </p:cNvPr>
            <p:cNvSpPr/>
            <p:nvPr/>
          </p:nvSpPr>
          <p:spPr>
            <a:xfrm>
              <a:off x="3946753" y="4889175"/>
              <a:ext cx="81564" cy="4139"/>
            </a:xfrm>
            <a:custGeom>
              <a:avLst/>
              <a:gdLst>
                <a:gd name="csX0" fmla="*/ 0 w 81564"/>
                <a:gd name="csY0" fmla="*/ 0 h 4139"/>
                <a:gd name="csX1" fmla="*/ 0 w 81564"/>
                <a:gd name="csY1" fmla="*/ 4140 h 4139"/>
                <a:gd name="csX2" fmla="*/ 81564 w 81564"/>
                <a:gd name="csY2" fmla="*/ 4140 h 4139"/>
                <a:gd name="csX3" fmla="*/ 81564 w 81564"/>
                <a:gd name="csY3" fmla="*/ 0 h 4139"/>
                <a:gd name="csX4" fmla="*/ 0 w 81564"/>
                <a:gd name="csY4" fmla="*/ 0 h 4139"/>
                <a:gd name="csX5" fmla="*/ 0 w 81564"/>
                <a:gd name="csY5" fmla="*/ 0 h 4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4139">
                  <a:moveTo>
                    <a:pt x="0" y="0"/>
                  </a:moveTo>
                  <a:lnTo>
                    <a:pt x="0" y="4140"/>
                  </a:lnTo>
                  <a:lnTo>
                    <a:pt x="81564" y="4140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" name="Freeform 3134">
              <a:extLst>
                <a:ext uri="{FF2B5EF4-FFF2-40B4-BE49-F238E27FC236}">
                  <a16:creationId xmlns:a16="http://schemas.microsoft.com/office/drawing/2014/main" id="{07C02AE5-F83E-6683-8F2C-8FB85189DADC}"/>
                </a:ext>
              </a:extLst>
            </p:cNvPr>
            <p:cNvSpPr/>
            <p:nvPr/>
          </p:nvSpPr>
          <p:spPr>
            <a:xfrm>
              <a:off x="3946753" y="4889175"/>
              <a:ext cx="81564" cy="4139"/>
            </a:xfrm>
            <a:custGeom>
              <a:avLst/>
              <a:gdLst>
                <a:gd name="csX0" fmla="*/ 0 w 81564"/>
                <a:gd name="csY0" fmla="*/ 0 h 4139"/>
                <a:gd name="csX1" fmla="*/ 0 w 81564"/>
                <a:gd name="csY1" fmla="*/ 4140 h 4139"/>
                <a:gd name="csX2" fmla="*/ 81564 w 81564"/>
                <a:gd name="csY2" fmla="*/ 4140 h 4139"/>
                <a:gd name="csX3" fmla="*/ 81564 w 81564"/>
                <a:gd name="csY3" fmla="*/ 0 h 4139"/>
                <a:gd name="csX4" fmla="*/ 0 w 81564"/>
                <a:gd name="csY4" fmla="*/ 0 h 4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4139">
                  <a:moveTo>
                    <a:pt x="0" y="0"/>
                  </a:moveTo>
                  <a:lnTo>
                    <a:pt x="0" y="4140"/>
                  </a:lnTo>
                  <a:lnTo>
                    <a:pt x="81564" y="4140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6" name="Freeform 3135">
              <a:extLst>
                <a:ext uri="{FF2B5EF4-FFF2-40B4-BE49-F238E27FC236}">
                  <a16:creationId xmlns:a16="http://schemas.microsoft.com/office/drawing/2014/main" id="{33D65409-9FAA-29E5-FB98-6A8E7DA3A813}"/>
                </a:ext>
              </a:extLst>
            </p:cNvPr>
            <p:cNvSpPr/>
            <p:nvPr/>
          </p:nvSpPr>
          <p:spPr>
            <a:xfrm>
              <a:off x="4028317" y="4887322"/>
              <a:ext cx="81563" cy="5992"/>
            </a:xfrm>
            <a:custGeom>
              <a:avLst/>
              <a:gdLst>
                <a:gd name="csX0" fmla="*/ 0 w 81563"/>
                <a:gd name="csY0" fmla="*/ 0 h 5992"/>
                <a:gd name="csX1" fmla="*/ 0 w 81563"/>
                <a:gd name="csY1" fmla="*/ 5993 h 5992"/>
                <a:gd name="csX2" fmla="*/ 81563 w 81563"/>
                <a:gd name="csY2" fmla="*/ 5993 h 5992"/>
                <a:gd name="csX3" fmla="*/ 81563 w 81563"/>
                <a:gd name="csY3" fmla="*/ 0 h 5992"/>
                <a:gd name="csX4" fmla="*/ 0 w 81563"/>
                <a:gd name="csY4" fmla="*/ 0 h 5992"/>
                <a:gd name="csX5" fmla="*/ 0 w 81563"/>
                <a:gd name="csY5" fmla="*/ 0 h 5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3" h="5992">
                  <a:moveTo>
                    <a:pt x="0" y="0"/>
                  </a:moveTo>
                  <a:lnTo>
                    <a:pt x="0" y="5993"/>
                  </a:lnTo>
                  <a:lnTo>
                    <a:pt x="81563" y="5993"/>
                  </a:lnTo>
                  <a:lnTo>
                    <a:pt x="8156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7" name="Freeform 3136">
              <a:extLst>
                <a:ext uri="{FF2B5EF4-FFF2-40B4-BE49-F238E27FC236}">
                  <a16:creationId xmlns:a16="http://schemas.microsoft.com/office/drawing/2014/main" id="{4D0801BF-4C90-15A9-F164-3F714744A5C8}"/>
                </a:ext>
              </a:extLst>
            </p:cNvPr>
            <p:cNvSpPr/>
            <p:nvPr/>
          </p:nvSpPr>
          <p:spPr>
            <a:xfrm>
              <a:off x="4028317" y="4887322"/>
              <a:ext cx="81563" cy="5992"/>
            </a:xfrm>
            <a:custGeom>
              <a:avLst/>
              <a:gdLst>
                <a:gd name="csX0" fmla="*/ 0 w 81563"/>
                <a:gd name="csY0" fmla="*/ 0 h 5992"/>
                <a:gd name="csX1" fmla="*/ 0 w 81563"/>
                <a:gd name="csY1" fmla="*/ 5993 h 5992"/>
                <a:gd name="csX2" fmla="*/ 81563 w 81563"/>
                <a:gd name="csY2" fmla="*/ 5993 h 5992"/>
                <a:gd name="csX3" fmla="*/ 81563 w 81563"/>
                <a:gd name="csY3" fmla="*/ 0 h 5992"/>
                <a:gd name="csX4" fmla="*/ 0 w 81563"/>
                <a:gd name="csY4" fmla="*/ 0 h 5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3" h="5992">
                  <a:moveTo>
                    <a:pt x="0" y="0"/>
                  </a:moveTo>
                  <a:lnTo>
                    <a:pt x="0" y="5993"/>
                  </a:lnTo>
                  <a:lnTo>
                    <a:pt x="81563" y="5993"/>
                  </a:lnTo>
                  <a:lnTo>
                    <a:pt x="8156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8" name="Freeform 3137">
              <a:extLst>
                <a:ext uri="{FF2B5EF4-FFF2-40B4-BE49-F238E27FC236}">
                  <a16:creationId xmlns:a16="http://schemas.microsoft.com/office/drawing/2014/main" id="{159B07BA-272C-EA34-7978-B0E72324945A}"/>
                </a:ext>
              </a:extLst>
            </p:cNvPr>
            <p:cNvSpPr/>
            <p:nvPr/>
          </p:nvSpPr>
          <p:spPr>
            <a:xfrm>
              <a:off x="4109880" y="4884083"/>
              <a:ext cx="81564" cy="9232"/>
            </a:xfrm>
            <a:custGeom>
              <a:avLst/>
              <a:gdLst>
                <a:gd name="csX0" fmla="*/ 0 w 81564"/>
                <a:gd name="csY0" fmla="*/ 0 h 9232"/>
                <a:gd name="csX1" fmla="*/ 0 w 81564"/>
                <a:gd name="csY1" fmla="*/ 9232 h 9232"/>
                <a:gd name="csX2" fmla="*/ 81564 w 81564"/>
                <a:gd name="csY2" fmla="*/ 9232 h 9232"/>
                <a:gd name="csX3" fmla="*/ 81564 w 81564"/>
                <a:gd name="csY3" fmla="*/ 0 h 9232"/>
                <a:gd name="csX4" fmla="*/ 0 w 81564"/>
                <a:gd name="csY4" fmla="*/ 0 h 9232"/>
                <a:gd name="csX5" fmla="*/ 0 w 81564"/>
                <a:gd name="csY5" fmla="*/ 0 h 9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9232">
                  <a:moveTo>
                    <a:pt x="0" y="0"/>
                  </a:moveTo>
                  <a:lnTo>
                    <a:pt x="0" y="9232"/>
                  </a:lnTo>
                  <a:lnTo>
                    <a:pt x="81564" y="9232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9" name="Freeform 3138">
              <a:extLst>
                <a:ext uri="{FF2B5EF4-FFF2-40B4-BE49-F238E27FC236}">
                  <a16:creationId xmlns:a16="http://schemas.microsoft.com/office/drawing/2014/main" id="{D6CC5005-D718-97A4-9A03-391DF9ACB440}"/>
                </a:ext>
              </a:extLst>
            </p:cNvPr>
            <p:cNvSpPr/>
            <p:nvPr/>
          </p:nvSpPr>
          <p:spPr>
            <a:xfrm>
              <a:off x="4109880" y="4884083"/>
              <a:ext cx="81564" cy="9232"/>
            </a:xfrm>
            <a:custGeom>
              <a:avLst/>
              <a:gdLst>
                <a:gd name="csX0" fmla="*/ 0 w 81564"/>
                <a:gd name="csY0" fmla="*/ 0 h 9232"/>
                <a:gd name="csX1" fmla="*/ 0 w 81564"/>
                <a:gd name="csY1" fmla="*/ 9232 h 9232"/>
                <a:gd name="csX2" fmla="*/ 81564 w 81564"/>
                <a:gd name="csY2" fmla="*/ 9232 h 9232"/>
                <a:gd name="csX3" fmla="*/ 81564 w 81564"/>
                <a:gd name="csY3" fmla="*/ 0 h 9232"/>
                <a:gd name="csX4" fmla="*/ 0 w 81564"/>
                <a:gd name="csY4" fmla="*/ 0 h 9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9232">
                  <a:moveTo>
                    <a:pt x="0" y="0"/>
                  </a:moveTo>
                  <a:lnTo>
                    <a:pt x="0" y="9232"/>
                  </a:lnTo>
                  <a:lnTo>
                    <a:pt x="81564" y="9232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0" name="Freeform 3139">
              <a:extLst>
                <a:ext uri="{FF2B5EF4-FFF2-40B4-BE49-F238E27FC236}">
                  <a16:creationId xmlns:a16="http://schemas.microsoft.com/office/drawing/2014/main" id="{B275F49B-0F67-22DD-B004-85AF3A93CCA8}"/>
                </a:ext>
              </a:extLst>
            </p:cNvPr>
            <p:cNvSpPr/>
            <p:nvPr/>
          </p:nvSpPr>
          <p:spPr>
            <a:xfrm>
              <a:off x="4191444" y="4879466"/>
              <a:ext cx="81563" cy="13848"/>
            </a:xfrm>
            <a:custGeom>
              <a:avLst/>
              <a:gdLst>
                <a:gd name="csX0" fmla="*/ 0 w 81563"/>
                <a:gd name="csY0" fmla="*/ 0 h 13848"/>
                <a:gd name="csX1" fmla="*/ 0 w 81563"/>
                <a:gd name="csY1" fmla="*/ 13848 h 13848"/>
                <a:gd name="csX2" fmla="*/ 81563 w 81563"/>
                <a:gd name="csY2" fmla="*/ 13848 h 13848"/>
                <a:gd name="csX3" fmla="*/ 81563 w 81563"/>
                <a:gd name="csY3" fmla="*/ 0 h 13848"/>
                <a:gd name="csX4" fmla="*/ 0 w 81563"/>
                <a:gd name="csY4" fmla="*/ 0 h 13848"/>
                <a:gd name="csX5" fmla="*/ 0 w 81563"/>
                <a:gd name="csY5" fmla="*/ 0 h 13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3" h="13848">
                  <a:moveTo>
                    <a:pt x="0" y="0"/>
                  </a:moveTo>
                  <a:lnTo>
                    <a:pt x="0" y="13848"/>
                  </a:lnTo>
                  <a:lnTo>
                    <a:pt x="81563" y="13848"/>
                  </a:lnTo>
                  <a:lnTo>
                    <a:pt x="8156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1" name="Freeform 3140">
              <a:extLst>
                <a:ext uri="{FF2B5EF4-FFF2-40B4-BE49-F238E27FC236}">
                  <a16:creationId xmlns:a16="http://schemas.microsoft.com/office/drawing/2014/main" id="{F0DFA304-C681-4C09-73BB-687A642AD6CD}"/>
                </a:ext>
              </a:extLst>
            </p:cNvPr>
            <p:cNvSpPr/>
            <p:nvPr/>
          </p:nvSpPr>
          <p:spPr>
            <a:xfrm>
              <a:off x="4191444" y="4879466"/>
              <a:ext cx="81563" cy="13848"/>
            </a:xfrm>
            <a:custGeom>
              <a:avLst/>
              <a:gdLst>
                <a:gd name="csX0" fmla="*/ 0 w 81563"/>
                <a:gd name="csY0" fmla="*/ 0 h 13848"/>
                <a:gd name="csX1" fmla="*/ 0 w 81563"/>
                <a:gd name="csY1" fmla="*/ 13848 h 13848"/>
                <a:gd name="csX2" fmla="*/ 81563 w 81563"/>
                <a:gd name="csY2" fmla="*/ 13848 h 13848"/>
                <a:gd name="csX3" fmla="*/ 81563 w 81563"/>
                <a:gd name="csY3" fmla="*/ 0 h 13848"/>
                <a:gd name="csX4" fmla="*/ 0 w 81563"/>
                <a:gd name="csY4" fmla="*/ 0 h 13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3" h="13848">
                  <a:moveTo>
                    <a:pt x="0" y="0"/>
                  </a:moveTo>
                  <a:lnTo>
                    <a:pt x="0" y="13848"/>
                  </a:lnTo>
                  <a:lnTo>
                    <a:pt x="81563" y="13848"/>
                  </a:lnTo>
                  <a:lnTo>
                    <a:pt x="81563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2" name="Freeform 3141">
              <a:extLst>
                <a:ext uri="{FF2B5EF4-FFF2-40B4-BE49-F238E27FC236}">
                  <a16:creationId xmlns:a16="http://schemas.microsoft.com/office/drawing/2014/main" id="{E0E73503-0808-B74D-A3B1-B47DD2666E2A}"/>
                </a:ext>
              </a:extLst>
            </p:cNvPr>
            <p:cNvSpPr/>
            <p:nvPr/>
          </p:nvSpPr>
          <p:spPr>
            <a:xfrm>
              <a:off x="4273007" y="4872201"/>
              <a:ext cx="81564" cy="21114"/>
            </a:xfrm>
            <a:custGeom>
              <a:avLst/>
              <a:gdLst>
                <a:gd name="csX0" fmla="*/ 0 w 81564"/>
                <a:gd name="csY0" fmla="*/ 0 h 21114"/>
                <a:gd name="csX1" fmla="*/ 0 w 81564"/>
                <a:gd name="csY1" fmla="*/ 21114 h 21114"/>
                <a:gd name="csX2" fmla="*/ 81564 w 81564"/>
                <a:gd name="csY2" fmla="*/ 21114 h 21114"/>
                <a:gd name="csX3" fmla="*/ 81564 w 81564"/>
                <a:gd name="csY3" fmla="*/ 0 h 21114"/>
                <a:gd name="csX4" fmla="*/ 0 w 81564"/>
                <a:gd name="csY4" fmla="*/ 0 h 21114"/>
                <a:gd name="csX5" fmla="*/ 0 w 81564"/>
                <a:gd name="csY5" fmla="*/ 0 h 21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4" h="21114">
                  <a:moveTo>
                    <a:pt x="0" y="0"/>
                  </a:moveTo>
                  <a:lnTo>
                    <a:pt x="0" y="21114"/>
                  </a:lnTo>
                  <a:lnTo>
                    <a:pt x="81564" y="21114"/>
                  </a:lnTo>
                  <a:lnTo>
                    <a:pt x="815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3" name="Freeform 3142">
              <a:extLst>
                <a:ext uri="{FF2B5EF4-FFF2-40B4-BE49-F238E27FC236}">
                  <a16:creationId xmlns:a16="http://schemas.microsoft.com/office/drawing/2014/main" id="{6B568CE0-17DA-3D05-7835-704BB070D7C4}"/>
                </a:ext>
              </a:extLst>
            </p:cNvPr>
            <p:cNvSpPr/>
            <p:nvPr/>
          </p:nvSpPr>
          <p:spPr>
            <a:xfrm>
              <a:off x="4273007" y="4872201"/>
              <a:ext cx="81564" cy="21114"/>
            </a:xfrm>
            <a:custGeom>
              <a:avLst/>
              <a:gdLst>
                <a:gd name="csX0" fmla="*/ 0 w 81564"/>
                <a:gd name="csY0" fmla="*/ 0 h 21114"/>
                <a:gd name="csX1" fmla="*/ 0 w 81564"/>
                <a:gd name="csY1" fmla="*/ 21114 h 21114"/>
                <a:gd name="csX2" fmla="*/ 81564 w 81564"/>
                <a:gd name="csY2" fmla="*/ 21114 h 21114"/>
                <a:gd name="csX3" fmla="*/ 81564 w 81564"/>
                <a:gd name="csY3" fmla="*/ 0 h 21114"/>
                <a:gd name="csX4" fmla="*/ 0 w 81564"/>
                <a:gd name="csY4" fmla="*/ 0 h 21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4" h="21114">
                  <a:moveTo>
                    <a:pt x="0" y="0"/>
                  </a:moveTo>
                  <a:lnTo>
                    <a:pt x="0" y="21114"/>
                  </a:lnTo>
                  <a:lnTo>
                    <a:pt x="81564" y="21114"/>
                  </a:lnTo>
                  <a:lnTo>
                    <a:pt x="81564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4" name="Freeform 3143">
              <a:extLst>
                <a:ext uri="{FF2B5EF4-FFF2-40B4-BE49-F238E27FC236}">
                  <a16:creationId xmlns:a16="http://schemas.microsoft.com/office/drawing/2014/main" id="{0F9D5BB7-73BD-C4F0-C563-E155038EC964}"/>
                </a:ext>
              </a:extLst>
            </p:cNvPr>
            <p:cNvSpPr/>
            <p:nvPr/>
          </p:nvSpPr>
          <p:spPr>
            <a:xfrm>
              <a:off x="4354572" y="4863289"/>
              <a:ext cx="81562" cy="30025"/>
            </a:xfrm>
            <a:custGeom>
              <a:avLst/>
              <a:gdLst>
                <a:gd name="csX0" fmla="*/ 0 w 81562"/>
                <a:gd name="csY0" fmla="*/ 0 h 30025"/>
                <a:gd name="csX1" fmla="*/ 0 w 81562"/>
                <a:gd name="csY1" fmla="*/ 30025 h 30025"/>
                <a:gd name="csX2" fmla="*/ 81562 w 81562"/>
                <a:gd name="csY2" fmla="*/ 30025 h 30025"/>
                <a:gd name="csX3" fmla="*/ 81562 w 81562"/>
                <a:gd name="csY3" fmla="*/ 0 h 30025"/>
                <a:gd name="csX4" fmla="*/ 0 w 81562"/>
                <a:gd name="csY4" fmla="*/ 0 h 30025"/>
                <a:gd name="csX5" fmla="*/ 0 w 81562"/>
                <a:gd name="csY5" fmla="*/ 0 h 30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2" h="30025">
                  <a:moveTo>
                    <a:pt x="0" y="0"/>
                  </a:moveTo>
                  <a:lnTo>
                    <a:pt x="0" y="30025"/>
                  </a:lnTo>
                  <a:lnTo>
                    <a:pt x="81562" y="30025"/>
                  </a:lnTo>
                  <a:lnTo>
                    <a:pt x="815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5" name="Freeform 3144">
              <a:extLst>
                <a:ext uri="{FF2B5EF4-FFF2-40B4-BE49-F238E27FC236}">
                  <a16:creationId xmlns:a16="http://schemas.microsoft.com/office/drawing/2014/main" id="{451028FE-41B7-F9C2-8265-B7B40413E066}"/>
                </a:ext>
              </a:extLst>
            </p:cNvPr>
            <p:cNvSpPr/>
            <p:nvPr/>
          </p:nvSpPr>
          <p:spPr>
            <a:xfrm>
              <a:off x="4354572" y="4863289"/>
              <a:ext cx="81562" cy="30025"/>
            </a:xfrm>
            <a:custGeom>
              <a:avLst/>
              <a:gdLst>
                <a:gd name="csX0" fmla="*/ 0 w 81562"/>
                <a:gd name="csY0" fmla="*/ 0 h 30025"/>
                <a:gd name="csX1" fmla="*/ 0 w 81562"/>
                <a:gd name="csY1" fmla="*/ 30025 h 30025"/>
                <a:gd name="csX2" fmla="*/ 81562 w 81562"/>
                <a:gd name="csY2" fmla="*/ 30025 h 30025"/>
                <a:gd name="csX3" fmla="*/ 81562 w 81562"/>
                <a:gd name="csY3" fmla="*/ 0 h 30025"/>
                <a:gd name="csX4" fmla="*/ 0 w 81562"/>
                <a:gd name="csY4" fmla="*/ 0 h 300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2" h="30025">
                  <a:moveTo>
                    <a:pt x="0" y="0"/>
                  </a:moveTo>
                  <a:lnTo>
                    <a:pt x="0" y="30025"/>
                  </a:lnTo>
                  <a:lnTo>
                    <a:pt x="81562" y="30025"/>
                  </a:lnTo>
                  <a:lnTo>
                    <a:pt x="81562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6" name="Freeform 3145">
              <a:extLst>
                <a:ext uri="{FF2B5EF4-FFF2-40B4-BE49-F238E27FC236}">
                  <a16:creationId xmlns:a16="http://schemas.microsoft.com/office/drawing/2014/main" id="{5B6D0ADA-4FC4-21F4-AD2D-682ECE86E6C5}"/>
                </a:ext>
              </a:extLst>
            </p:cNvPr>
            <p:cNvSpPr/>
            <p:nvPr/>
          </p:nvSpPr>
          <p:spPr>
            <a:xfrm>
              <a:off x="4436134" y="4847930"/>
              <a:ext cx="81568" cy="45384"/>
            </a:xfrm>
            <a:custGeom>
              <a:avLst/>
              <a:gdLst>
                <a:gd name="csX0" fmla="*/ 0 w 81568"/>
                <a:gd name="csY0" fmla="*/ 0 h 45384"/>
                <a:gd name="csX1" fmla="*/ 0 w 81568"/>
                <a:gd name="csY1" fmla="*/ 45385 h 45384"/>
                <a:gd name="csX2" fmla="*/ 81568 w 81568"/>
                <a:gd name="csY2" fmla="*/ 45385 h 45384"/>
                <a:gd name="csX3" fmla="*/ 81568 w 81568"/>
                <a:gd name="csY3" fmla="*/ 0 h 45384"/>
                <a:gd name="csX4" fmla="*/ 0 w 81568"/>
                <a:gd name="csY4" fmla="*/ 0 h 45384"/>
                <a:gd name="csX5" fmla="*/ 0 w 81568"/>
                <a:gd name="csY5" fmla="*/ 0 h 4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45384">
                  <a:moveTo>
                    <a:pt x="0" y="0"/>
                  </a:moveTo>
                  <a:lnTo>
                    <a:pt x="0" y="45385"/>
                  </a:lnTo>
                  <a:lnTo>
                    <a:pt x="81568" y="45385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7" name="Freeform 3146">
              <a:extLst>
                <a:ext uri="{FF2B5EF4-FFF2-40B4-BE49-F238E27FC236}">
                  <a16:creationId xmlns:a16="http://schemas.microsoft.com/office/drawing/2014/main" id="{1973E67B-9D98-702E-52C0-D2C123FF6E1E}"/>
                </a:ext>
              </a:extLst>
            </p:cNvPr>
            <p:cNvSpPr/>
            <p:nvPr/>
          </p:nvSpPr>
          <p:spPr>
            <a:xfrm>
              <a:off x="4436134" y="4847930"/>
              <a:ext cx="81568" cy="45384"/>
            </a:xfrm>
            <a:custGeom>
              <a:avLst/>
              <a:gdLst>
                <a:gd name="csX0" fmla="*/ 0 w 81568"/>
                <a:gd name="csY0" fmla="*/ 0 h 45384"/>
                <a:gd name="csX1" fmla="*/ 0 w 81568"/>
                <a:gd name="csY1" fmla="*/ 45385 h 45384"/>
                <a:gd name="csX2" fmla="*/ 81568 w 81568"/>
                <a:gd name="csY2" fmla="*/ 45385 h 45384"/>
                <a:gd name="csX3" fmla="*/ 81568 w 81568"/>
                <a:gd name="csY3" fmla="*/ 0 h 45384"/>
                <a:gd name="csX4" fmla="*/ 0 w 81568"/>
                <a:gd name="csY4" fmla="*/ 0 h 4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45384">
                  <a:moveTo>
                    <a:pt x="0" y="0"/>
                  </a:moveTo>
                  <a:lnTo>
                    <a:pt x="0" y="45385"/>
                  </a:lnTo>
                  <a:lnTo>
                    <a:pt x="81568" y="45385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8" name="Freeform 3147">
              <a:extLst>
                <a:ext uri="{FF2B5EF4-FFF2-40B4-BE49-F238E27FC236}">
                  <a16:creationId xmlns:a16="http://schemas.microsoft.com/office/drawing/2014/main" id="{94088997-2E32-135C-F1BB-B51F45B9E78B}"/>
                </a:ext>
              </a:extLst>
            </p:cNvPr>
            <p:cNvSpPr/>
            <p:nvPr/>
          </p:nvSpPr>
          <p:spPr>
            <a:xfrm>
              <a:off x="4517702" y="4833461"/>
              <a:ext cx="81557" cy="59854"/>
            </a:xfrm>
            <a:custGeom>
              <a:avLst/>
              <a:gdLst>
                <a:gd name="csX0" fmla="*/ 0 w 81557"/>
                <a:gd name="csY0" fmla="*/ 0 h 59854"/>
                <a:gd name="csX1" fmla="*/ 0 w 81557"/>
                <a:gd name="csY1" fmla="*/ 59854 h 59854"/>
                <a:gd name="csX2" fmla="*/ 81558 w 81557"/>
                <a:gd name="csY2" fmla="*/ 59854 h 59854"/>
                <a:gd name="csX3" fmla="*/ 81558 w 81557"/>
                <a:gd name="csY3" fmla="*/ 0 h 59854"/>
                <a:gd name="csX4" fmla="*/ 0 w 81557"/>
                <a:gd name="csY4" fmla="*/ 0 h 59854"/>
                <a:gd name="csX5" fmla="*/ 0 w 81557"/>
                <a:gd name="csY5" fmla="*/ 0 h 59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7" h="59854">
                  <a:moveTo>
                    <a:pt x="0" y="0"/>
                  </a:moveTo>
                  <a:lnTo>
                    <a:pt x="0" y="59854"/>
                  </a:lnTo>
                  <a:lnTo>
                    <a:pt x="81558" y="59854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9" name="Freeform 3148">
              <a:extLst>
                <a:ext uri="{FF2B5EF4-FFF2-40B4-BE49-F238E27FC236}">
                  <a16:creationId xmlns:a16="http://schemas.microsoft.com/office/drawing/2014/main" id="{E9A90525-A3E6-A2A6-D02C-271DE1775D46}"/>
                </a:ext>
              </a:extLst>
            </p:cNvPr>
            <p:cNvSpPr/>
            <p:nvPr/>
          </p:nvSpPr>
          <p:spPr>
            <a:xfrm>
              <a:off x="4517702" y="4833461"/>
              <a:ext cx="81557" cy="59854"/>
            </a:xfrm>
            <a:custGeom>
              <a:avLst/>
              <a:gdLst>
                <a:gd name="csX0" fmla="*/ 0 w 81557"/>
                <a:gd name="csY0" fmla="*/ 0 h 59854"/>
                <a:gd name="csX1" fmla="*/ 0 w 81557"/>
                <a:gd name="csY1" fmla="*/ 59854 h 59854"/>
                <a:gd name="csX2" fmla="*/ 81558 w 81557"/>
                <a:gd name="csY2" fmla="*/ 59854 h 59854"/>
                <a:gd name="csX3" fmla="*/ 81558 w 81557"/>
                <a:gd name="csY3" fmla="*/ 0 h 59854"/>
                <a:gd name="csX4" fmla="*/ 0 w 81557"/>
                <a:gd name="csY4" fmla="*/ 0 h 59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7" h="59854">
                  <a:moveTo>
                    <a:pt x="0" y="0"/>
                  </a:moveTo>
                  <a:lnTo>
                    <a:pt x="0" y="59854"/>
                  </a:lnTo>
                  <a:lnTo>
                    <a:pt x="81558" y="59854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0" name="Freeform 3149">
              <a:extLst>
                <a:ext uri="{FF2B5EF4-FFF2-40B4-BE49-F238E27FC236}">
                  <a16:creationId xmlns:a16="http://schemas.microsoft.com/office/drawing/2014/main" id="{06168734-69E8-3015-960A-B4C4D6EABC15}"/>
                </a:ext>
              </a:extLst>
            </p:cNvPr>
            <p:cNvSpPr/>
            <p:nvPr/>
          </p:nvSpPr>
          <p:spPr>
            <a:xfrm>
              <a:off x="4599260" y="4810867"/>
              <a:ext cx="81568" cy="82448"/>
            </a:xfrm>
            <a:custGeom>
              <a:avLst/>
              <a:gdLst>
                <a:gd name="csX0" fmla="*/ 0 w 81568"/>
                <a:gd name="csY0" fmla="*/ 0 h 82448"/>
                <a:gd name="csX1" fmla="*/ 0 w 81568"/>
                <a:gd name="csY1" fmla="*/ 82448 h 82448"/>
                <a:gd name="csX2" fmla="*/ 81568 w 81568"/>
                <a:gd name="csY2" fmla="*/ 82448 h 82448"/>
                <a:gd name="csX3" fmla="*/ 81568 w 81568"/>
                <a:gd name="csY3" fmla="*/ 0 h 82448"/>
                <a:gd name="csX4" fmla="*/ 0 w 81568"/>
                <a:gd name="csY4" fmla="*/ 0 h 82448"/>
                <a:gd name="csX5" fmla="*/ 0 w 81568"/>
                <a:gd name="csY5" fmla="*/ 0 h 8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82448">
                  <a:moveTo>
                    <a:pt x="0" y="0"/>
                  </a:moveTo>
                  <a:lnTo>
                    <a:pt x="0" y="82448"/>
                  </a:lnTo>
                  <a:lnTo>
                    <a:pt x="81568" y="82448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1" name="Freeform 3150">
              <a:extLst>
                <a:ext uri="{FF2B5EF4-FFF2-40B4-BE49-F238E27FC236}">
                  <a16:creationId xmlns:a16="http://schemas.microsoft.com/office/drawing/2014/main" id="{5C988A3D-BDDD-6962-DE22-CFB11CE0E419}"/>
                </a:ext>
              </a:extLst>
            </p:cNvPr>
            <p:cNvSpPr/>
            <p:nvPr/>
          </p:nvSpPr>
          <p:spPr>
            <a:xfrm>
              <a:off x="4599260" y="4810867"/>
              <a:ext cx="81568" cy="82448"/>
            </a:xfrm>
            <a:custGeom>
              <a:avLst/>
              <a:gdLst>
                <a:gd name="csX0" fmla="*/ 0 w 81568"/>
                <a:gd name="csY0" fmla="*/ 0 h 82448"/>
                <a:gd name="csX1" fmla="*/ 0 w 81568"/>
                <a:gd name="csY1" fmla="*/ 82448 h 82448"/>
                <a:gd name="csX2" fmla="*/ 81568 w 81568"/>
                <a:gd name="csY2" fmla="*/ 82448 h 82448"/>
                <a:gd name="csX3" fmla="*/ 81568 w 81568"/>
                <a:gd name="csY3" fmla="*/ 0 h 82448"/>
                <a:gd name="csX4" fmla="*/ 0 w 81568"/>
                <a:gd name="csY4" fmla="*/ 0 h 824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82448">
                  <a:moveTo>
                    <a:pt x="0" y="0"/>
                  </a:moveTo>
                  <a:lnTo>
                    <a:pt x="0" y="82448"/>
                  </a:lnTo>
                  <a:lnTo>
                    <a:pt x="81568" y="82448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2" name="Freeform 3151">
              <a:extLst>
                <a:ext uri="{FF2B5EF4-FFF2-40B4-BE49-F238E27FC236}">
                  <a16:creationId xmlns:a16="http://schemas.microsoft.com/office/drawing/2014/main" id="{237203C9-FCEC-D640-9906-24A8EACC3EF8}"/>
                </a:ext>
              </a:extLst>
            </p:cNvPr>
            <p:cNvSpPr/>
            <p:nvPr/>
          </p:nvSpPr>
          <p:spPr>
            <a:xfrm>
              <a:off x="4680828" y="4784091"/>
              <a:ext cx="81557" cy="109223"/>
            </a:xfrm>
            <a:custGeom>
              <a:avLst/>
              <a:gdLst>
                <a:gd name="csX0" fmla="*/ 0 w 81557"/>
                <a:gd name="csY0" fmla="*/ 0 h 109223"/>
                <a:gd name="csX1" fmla="*/ 0 w 81557"/>
                <a:gd name="csY1" fmla="*/ 109224 h 109223"/>
                <a:gd name="csX2" fmla="*/ 81558 w 81557"/>
                <a:gd name="csY2" fmla="*/ 109224 h 109223"/>
                <a:gd name="csX3" fmla="*/ 81558 w 81557"/>
                <a:gd name="csY3" fmla="*/ 0 h 109223"/>
                <a:gd name="csX4" fmla="*/ 0 w 81557"/>
                <a:gd name="csY4" fmla="*/ 0 h 109223"/>
                <a:gd name="csX5" fmla="*/ 0 w 81557"/>
                <a:gd name="csY5" fmla="*/ 0 h 109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7" h="109223">
                  <a:moveTo>
                    <a:pt x="0" y="0"/>
                  </a:moveTo>
                  <a:lnTo>
                    <a:pt x="0" y="109224"/>
                  </a:lnTo>
                  <a:lnTo>
                    <a:pt x="81558" y="109224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3" name="Freeform 3152">
              <a:extLst>
                <a:ext uri="{FF2B5EF4-FFF2-40B4-BE49-F238E27FC236}">
                  <a16:creationId xmlns:a16="http://schemas.microsoft.com/office/drawing/2014/main" id="{DF3D9C70-EB90-9B4B-725E-F6F2A86DD39A}"/>
                </a:ext>
              </a:extLst>
            </p:cNvPr>
            <p:cNvSpPr/>
            <p:nvPr/>
          </p:nvSpPr>
          <p:spPr>
            <a:xfrm>
              <a:off x="4680828" y="4784091"/>
              <a:ext cx="81557" cy="109223"/>
            </a:xfrm>
            <a:custGeom>
              <a:avLst/>
              <a:gdLst>
                <a:gd name="csX0" fmla="*/ 0 w 81557"/>
                <a:gd name="csY0" fmla="*/ 0 h 109223"/>
                <a:gd name="csX1" fmla="*/ 0 w 81557"/>
                <a:gd name="csY1" fmla="*/ 109224 h 109223"/>
                <a:gd name="csX2" fmla="*/ 81558 w 81557"/>
                <a:gd name="csY2" fmla="*/ 109224 h 109223"/>
                <a:gd name="csX3" fmla="*/ 81558 w 81557"/>
                <a:gd name="csY3" fmla="*/ 0 h 109223"/>
                <a:gd name="csX4" fmla="*/ 0 w 81557"/>
                <a:gd name="csY4" fmla="*/ 0 h 109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7" h="109223">
                  <a:moveTo>
                    <a:pt x="0" y="0"/>
                  </a:moveTo>
                  <a:lnTo>
                    <a:pt x="0" y="109224"/>
                  </a:lnTo>
                  <a:lnTo>
                    <a:pt x="81558" y="109224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4" name="Freeform 3153">
              <a:extLst>
                <a:ext uri="{FF2B5EF4-FFF2-40B4-BE49-F238E27FC236}">
                  <a16:creationId xmlns:a16="http://schemas.microsoft.com/office/drawing/2014/main" id="{CC74EA0A-CCB9-BE5E-D9C1-CDA1E4DB7652}"/>
                </a:ext>
              </a:extLst>
            </p:cNvPr>
            <p:cNvSpPr/>
            <p:nvPr/>
          </p:nvSpPr>
          <p:spPr>
            <a:xfrm>
              <a:off x="4762386" y="4758630"/>
              <a:ext cx="81568" cy="134684"/>
            </a:xfrm>
            <a:custGeom>
              <a:avLst/>
              <a:gdLst>
                <a:gd name="csX0" fmla="*/ 0 w 81568"/>
                <a:gd name="csY0" fmla="*/ 0 h 134684"/>
                <a:gd name="csX1" fmla="*/ 0 w 81568"/>
                <a:gd name="csY1" fmla="*/ 134684 h 134684"/>
                <a:gd name="csX2" fmla="*/ 81568 w 81568"/>
                <a:gd name="csY2" fmla="*/ 134684 h 134684"/>
                <a:gd name="csX3" fmla="*/ 81568 w 81568"/>
                <a:gd name="csY3" fmla="*/ 0 h 134684"/>
                <a:gd name="csX4" fmla="*/ 0 w 81568"/>
                <a:gd name="csY4" fmla="*/ 0 h 134684"/>
                <a:gd name="csX5" fmla="*/ 0 w 81568"/>
                <a:gd name="csY5" fmla="*/ 0 h 134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134684">
                  <a:moveTo>
                    <a:pt x="0" y="0"/>
                  </a:moveTo>
                  <a:lnTo>
                    <a:pt x="0" y="134684"/>
                  </a:lnTo>
                  <a:lnTo>
                    <a:pt x="81568" y="134684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5" name="Freeform 3154">
              <a:extLst>
                <a:ext uri="{FF2B5EF4-FFF2-40B4-BE49-F238E27FC236}">
                  <a16:creationId xmlns:a16="http://schemas.microsoft.com/office/drawing/2014/main" id="{62637474-7E37-8225-515E-D4EB214FEC14}"/>
                </a:ext>
              </a:extLst>
            </p:cNvPr>
            <p:cNvSpPr/>
            <p:nvPr/>
          </p:nvSpPr>
          <p:spPr>
            <a:xfrm>
              <a:off x="4762386" y="4758630"/>
              <a:ext cx="81568" cy="134684"/>
            </a:xfrm>
            <a:custGeom>
              <a:avLst/>
              <a:gdLst>
                <a:gd name="csX0" fmla="*/ 0 w 81568"/>
                <a:gd name="csY0" fmla="*/ 0 h 134684"/>
                <a:gd name="csX1" fmla="*/ 0 w 81568"/>
                <a:gd name="csY1" fmla="*/ 134684 h 134684"/>
                <a:gd name="csX2" fmla="*/ 81568 w 81568"/>
                <a:gd name="csY2" fmla="*/ 134684 h 134684"/>
                <a:gd name="csX3" fmla="*/ 81568 w 81568"/>
                <a:gd name="csY3" fmla="*/ 0 h 134684"/>
                <a:gd name="csX4" fmla="*/ 0 w 81568"/>
                <a:gd name="csY4" fmla="*/ 0 h 134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134684">
                  <a:moveTo>
                    <a:pt x="0" y="0"/>
                  </a:moveTo>
                  <a:lnTo>
                    <a:pt x="0" y="134684"/>
                  </a:lnTo>
                  <a:lnTo>
                    <a:pt x="81568" y="134684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6" name="Freeform 3155">
              <a:extLst>
                <a:ext uri="{FF2B5EF4-FFF2-40B4-BE49-F238E27FC236}">
                  <a16:creationId xmlns:a16="http://schemas.microsoft.com/office/drawing/2014/main" id="{2DF7BED5-CF35-E609-A2BE-E891CB9D2ACC}"/>
                </a:ext>
              </a:extLst>
            </p:cNvPr>
            <p:cNvSpPr/>
            <p:nvPr/>
          </p:nvSpPr>
          <p:spPr>
            <a:xfrm>
              <a:off x="4843955" y="4735529"/>
              <a:ext cx="81568" cy="157785"/>
            </a:xfrm>
            <a:custGeom>
              <a:avLst/>
              <a:gdLst>
                <a:gd name="csX0" fmla="*/ 0 w 81568"/>
                <a:gd name="csY0" fmla="*/ 0 h 157785"/>
                <a:gd name="csX1" fmla="*/ 0 w 81568"/>
                <a:gd name="csY1" fmla="*/ 157786 h 157785"/>
                <a:gd name="csX2" fmla="*/ 81568 w 81568"/>
                <a:gd name="csY2" fmla="*/ 157786 h 157785"/>
                <a:gd name="csX3" fmla="*/ 81568 w 81568"/>
                <a:gd name="csY3" fmla="*/ 0 h 157785"/>
                <a:gd name="csX4" fmla="*/ 0 w 81568"/>
                <a:gd name="csY4" fmla="*/ 0 h 157785"/>
                <a:gd name="csX5" fmla="*/ 0 w 81568"/>
                <a:gd name="csY5" fmla="*/ 0 h 157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157785">
                  <a:moveTo>
                    <a:pt x="0" y="0"/>
                  </a:moveTo>
                  <a:lnTo>
                    <a:pt x="0" y="157786"/>
                  </a:lnTo>
                  <a:lnTo>
                    <a:pt x="81568" y="157786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7" name="Freeform 3156">
              <a:extLst>
                <a:ext uri="{FF2B5EF4-FFF2-40B4-BE49-F238E27FC236}">
                  <a16:creationId xmlns:a16="http://schemas.microsoft.com/office/drawing/2014/main" id="{4CF56BFB-0A06-185B-5268-127B03444474}"/>
                </a:ext>
              </a:extLst>
            </p:cNvPr>
            <p:cNvSpPr/>
            <p:nvPr/>
          </p:nvSpPr>
          <p:spPr>
            <a:xfrm>
              <a:off x="4843955" y="4735529"/>
              <a:ext cx="81568" cy="157785"/>
            </a:xfrm>
            <a:custGeom>
              <a:avLst/>
              <a:gdLst>
                <a:gd name="csX0" fmla="*/ 0 w 81568"/>
                <a:gd name="csY0" fmla="*/ 0 h 157785"/>
                <a:gd name="csX1" fmla="*/ 0 w 81568"/>
                <a:gd name="csY1" fmla="*/ 157786 h 157785"/>
                <a:gd name="csX2" fmla="*/ 81568 w 81568"/>
                <a:gd name="csY2" fmla="*/ 157786 h 157785"/>
                <a:gd name="csX3" fmla="*/ 81568 w 81568"/>
                <a:gd name="csY3" fmla="*/ 0 h 157785"/>
                <a:gd name="csX4" fmla="*/ 0 w 81568"/>
                <a:gd name="csY4" fmla="*/ 0 h 157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157785">
                  <a:moveTo>
                    <a:pt x="0" y="0"/>
                  </a:moveTo>
                  <a:lnTo>
                    <a:pt x="0" y="157786"/>
                  </a:lnTo>
                  <a:lnTo>
                    <a:pt x="81568" y="157786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8" name="Freeform 3157">
              <a:extLst>
                <a:ext uri="{FF2B5EF4-FFF2-40B4-BE49-F238E27FC236}">
                  <a16:creationId xmlns:a16="http://schemas.microsoft.com/office/drawing/2014/main" id="{316203B3-8E63-8E18-3265-B22103F1FDB5}"/>
                </a:ext>
              </a:extLst>
            </p:cNvPr>
            <p:cNvSpPr/>
            <p:nvPr/>
          </p:nvSpPr>
          <p:spPr>
            <a:xfrm>
              <a:off x="4925523" y="4719600"/>
              <a:ext cx="81558" cy="173714"/>
            </a:xfrm>
            <a:custGeom>
              <a:avLst/>
              <a:gdLst>
                <a:gd name="csX0" fmla="*/ 0 w 81558"/>
                <a:gd name="csY0" fmla="*/ 0 h 173714"/>
                <a:gd name="csX1" fmla="*/ 0 w 81558"/>
                <a:gd name="csY1" fmla="*/ 173714 h 173714"/>
                <a:gd name="csX2" fmla="*/ 81558 w 81558"/>
                <a:gd name="csY2" fmla="*/ 173714 h 173714"/>
                <a:gd name="csX3" fmla="*/ 81558 w 81558"/>
                <a:gd name="csY3" fmla="*/ 0 h 173714"/>
                <a:gd name="csX4" fmla="*/ 0 w 81558"/>
                <a:gd name="csY4" fmla="*/ 0 h 173714"/>
                <a:gd name="csX5" fmla="*/ 0 w 81558"/>
                <a:gd name="csY5" fmla="*/ 0 h 173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8" h="173714">
                  <a:moveTo>
                    <a:pt x="0" y="0"/>
                  </a:moveTo>
                  <a:lnTo>
                    <a:pt x="0" y="173714"/>
                  </a:lnTo>
                  <a:lnTo>
                    <a:pt x="81558" y="173714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9" name="Freeform 3158">
              <a:extLst>
                <a:ext uri="{FF2B5EF4-FFF2-40B4-BE49-F238E27FC236}">
                  <a16:creationId xmlns:a16="http://schemas.microsoft.com/office/drawing/2014/main" id="{DE605C78-80D6-7FF1-65C0-911C8199FEC9}"/>
                </a:ext>
              </a:extLst>
            </p:cNvPr>
            <p:cNvSpPr/>
            <p:nvPr/>
          </p:nvSpPr>
          <p:spPr>
            <a:xfrm>
              <a:off x="4925523" y="4719600"/>
              <a:ext cx="81558" cy="173714"/>
            </a:xfrm>
            <a:custGeom>
              <a:avLst/>
              <a:gdLst>
                <a:gd name="csX0" fmla="*/ 0 w 81558"/>
                <a:gd name="csY0" fmla="*/ 0 h 173714"/>
                <a:gd name="csX1" fmla="*/ 0 w 81558"/>
                <a:gd name="csY1" fmla="*/ 173714 h 173714"/>
                <a:gd name="csX2" fmla="*/ 81558 w 81558"/>
                <a:gd name="csY2" fmla="*/ 173714 h 173714"/>
                <a:gd name="csX3" fmla="*/ 81558 w 81558"/>
                <a:gd name="csY3" fmla="*/ 0 h 173714"/>
                <a:gd name="csX4" fmla="*/ 0 w 81558"/>
                <a:gd name="csY4" fmla="*/ 0 h 173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8" h="173714">
                  <a:moveTo>
                    <a:pt x="0" y="0"/>
                  </a:moveTo>
                  <a:lnTo>
                    <a:pt x="0" y="173714"/>
                  </a:lnTo>
                  <a:lnTo>
                    <a:pt x="81558" y="173714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0" name="Freeform 3159">
              <a:extLst>
                <a:ext uri="{FF2B5EF4-FFF2-40B4-BE49-F238E27FC236}">
                  <a16:creationId xmlns:a16="http://schemas.microsoft.com/office/drawing/2014/main" id="{35ECD02D-AB41-5B0B-2A1E-8754F57F8FC6}"/>
                </a:ext>
              </a:extLst>
            </p:cNvPr>
            <p:cNvSpPr/>
            <p:nvPr/>
          </p:nvSpPr>
          <p:spPr>
            <a:xfrm>
              <a:off x="5007081" y="4714953"/>
              <a:ext cx="81568" cy="178361"/>
            </a:xfrm>
            <a:custGeom>
              <a:avLst/>
              <a:gdLst>
                <a:gd name="csX0" fmla="*/ 0 w 81568"/>
                <a:gd name="csY0" fmla="*/ 0 h 178361"/>
                <a:gd name="csX1" fmla="*/ 0 w 81568"/>
                <a:gd name="csY1" fmla="*/ 178362 h 178361"/>
                <a:gd name="csX2" fmla="*/ 81568 w 81568"/>
                <a:gd name="csY2" fmla="*/ 178362 h 178361"/>
                <a:gd name="csX3" fmla="*/ 81568 w 81568"/>
                <a:gd name="csY3" fmla="*/ 0 h 178361"/>
                <a:gd name="csX4" fmla="*/ 0 w 81568"/>
                <a:gd name="csY4" fmla="*/ 0 h 178361"/>
                <a:gd name="csX5" fmla="*/ 0 w 81568"/>
                <a:gd name="csY5" fmla="*/ 0 h 178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178361">
                  <a:moveTo>
                    <a:pt x="0" y="0"/>
                  </a:moveTo>
                  <a:lnTo>
                    <a:pt x="0" y="178362"/>
                  </a:lnTo>
                  <a:lnTo>
                    <a:pt x="81568" y="178362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1" name="Freeform 3160">
              <a:extLst>
                <a:ext uri="{FF2B5EF4-FFF2-40B4-BE49-F238E27FC236}">
                  <a16:creationId xmlns:a16="http://schemas.microsoft.com/office/drawing/2014/main" id="{A922AD7A-3311-3D5E-C6AF-A35545670623}"/>
                </a:ext>
              </a:extLst>
            </p:cNvPr>
            <p:cNvSpPr/>
            <p:nvPr/>
          </p:nvSpPr>
          <p:spPr>
            <a:xfrm>
              <a:off x="5007081" y="4714953"/>
              <a:ext cx="81568" cy="178361"/>
            </a:xfrm>
            <a:custGeom>
              <a:avLst/>
              <a:gdLst>
                <a:gd name="csX0" fmla="*/ 0 w 81568"/>
                <a:gd name="csY0" fmla="*/ 0 h 178361"/>
                <a:gd name="csX1" fmla="*/ 0 w 81568"/>
                <a:gd name="csY1" fmla="*/ 178362 h 178361"/>
                <a:gd name="csX2" fmla="*/ 81568 w 81568"/>
                <a:gd name="csY2" fmla="*/ 178362 h 178361"/>
                <a:gd name="csX3" fmla="*/ 81568 w 81568"/>
                <a:gd name="csY3" fmla="*/ 0 h 178361"/>
                <a:gd name="csX4" fmla="*/ 0 w 81568"/>
                <a:gd name="csY4" fmla="*/ 0 h 178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178361">
                  <a:moveTo>
                    <a:pt x="0" y="0"/>
                  </a:moveTo>
                  <a:lnTo>
                    <a:pt x="0" y="178362"/>
                  </a:lnTo>
                  <a:lnTo>
                    <a:pt x="81568" y="178362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2" name="Freeform 3161">
              <a:extLst>
                <a:ext uri="{FF2B5EF4-FFF2-40B4-BE49-F238E27FC236}">
                  <a16:creationId xmlns:a16="http://schemas.microsoft.com/office/drawing/2014/main" id="{6CF9FD56-3967-2CE7-72D0-6919EDAFB04F}"/>
                </a:ext>
              </a:extLst>
            </p:cNvPr>
            <p:cNvSpPr/>
            <p:nvPr/>
          </p:nvSpPr>
          <p:spPr>
            <a:xfrm>
              <a:off x="5088649" y="4727715"/>
              <a:ext cx="81557" cy="165599"/>
            </a:xfrm>
            <a:custGeom>
              <a:avLst/>
              <a:gdLst>
                <a:gd name="csX0" fmla="*/ 0 w 81557"/>
                <a:gd name="csY0" fmla="*/ 0 h 165599"/>
                <a:gd name="csX1" fmla="*/ 0 w 81557"/>
                <a:gd name="csY1" fmla="*/ 165600 h 165599"/>
                <a:gd name="csX2" fmla="*/ 81558 w 81557"/>
                <a:gd name="csY2" fmla="*/ 165600 h 165599"/>
                <a:gd name="csX3" fmla="*/ 81558 w 81557"/>
                <a:gd name="csY3" fmla="*/ 0 h 165599"/>
                <a:gd name="csX4" fmla="*/ 0 w 81557"/>
                <a:gd name="csY4" fmla="*/ 0 h 165599"/>
                <a:gd name="csX5" fmla="*/ 0 w 81557"/>
                <a:gd name="csY5" fmla="*/ 0 h 16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7" h="165599">
                  <a:moveTo>
                    <a:pt x="0" y="0"/>
                  </a:moveTo>
                  <a:lnTo>
                    <a:pt x="0" y="165600"/>
                  </a:lnTo>
                  <a:lnTo>
                    <a:pt x="81558" y="165600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3" name="Freeform 3162">
              <a:extLst>
                <a:ext uri="{FF2B5EF4-FFF2-40B4-BE49-F238E27FC236}">
                  <a16:creationId xmlns:a16="http://schemas.microsoft.com/office/drawing/2014/main" id="{12C1DA99-9A25-9CCB-97FF-B734E1D71A98}"/>
                </a:ext>
              </a:extLst>
            </p:cNvPr>
            <p:cNvSpPr/>
            <p:nvPr/>
          </p:nvSpPr>
          <p:spPr>
            <a:xfrm>
              <a:off x="5088649" y="4727715"/>
              <a:ext cx="81557" cy="165599"/>
            </a:xfrm>
            <a:custGeom>
              <a:avLst/>
              <a:gdLst>
                <a:gd name="csX0" fmla="*/ 0 w 81557"/>
                <a:gd name="csY0" fmla="*/ 0 h 165599"/>
                <a:gd name="csX1" fmla="*/ 0 w 81557"/>
                <a:gd name="csY1" fmla="*/ 165600 h 165599"/>
                <a:gd name="csX2" fmla="*/ 81558 w 81557"/>
                <a:gd name="csY2" fmla="*/ 165600 h 165599"/>
                <a:gd name="csX3" fmla="*/ 81558 w 81557"/>
                <a:gd name="csY3" fmla="*/ 0 h 165599"/>
                <a:gd name="csX4" fmla="*/ 0 w 81557"/>
                <a:gd name="csY4" fmla="*/ 0 h 1655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7" h="165599">
                  <a:moveTo>
                    <a:pt x="0" y="0"/>
                  </a:moveTo>
                  <a:lnTo>
                    <a:pt x="0" y="165600"/>
                  </a:lnTo>
                  <a:lnTo>
                    <a:pt x="81558" y="165600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4" name="Freeform 3163">
              <a:extLst>
                <a:ext uri="{FF2B5EF4-FFF2-40B4-BE49-F238E27FC236}">
                  <a16:creationId xmlns:a16="http://schemas.microsoft.com/office/drawing/2014/main" id="{44C35F77-0D57-6874-1EC2-4A1F4C87FF18}"/>
                </a:ext>
              </a:extLst>
            </p:cNvPr>
            <p:cNvSpPr/>
            <p:nvPr/>
          </p:nvSpPr>
          <p:spPr>
            <a:xfrm>
              <a:off x="5170207" y="4754273"/>
              <a:ext cx="81568" cy="139041"/>
            </a:xfrm>
            <a:custGeom>
              <a:avLst/>
              <a:gdLst>
                <a:gd name="csX0" fmla="*/ 0 w 81568"/>
                <a:gd name="csY0" fmla="*/ 0 h 139041"/>
                <a:gd name="csX1" fmla="*/ 0 w 81568"/>
                <a:gd name="csY1" fmla="*/ 139042 h 139041"/>
                <a:gd name="csX2" fmla="*/ 81568 w 81568"/>
                <a:gd name="csY2" fmla="*/ 139042 h 139041"/>
                <a:gd name="csX3" fmla="*/ 81568 w 81568"/>
                <a:gd name="csY3" fmla="*/ 0 h 139041"/>
                <a:gd name="csX4" fmla="*/ 0 w 81568"/>
                <a:gd name="csY4" fmla="*/ 0 h 139041"/>
                <a:gd name="csX5" fmla="*/ 0 w 81568"/>
                <a:gd name="csY5" fmla="*/ 0 h 139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139041">
                  <a:moveTo>
                    <a:pt x="0" y="0"/>
                  </a:moveTo>
                  <a:lnTo>
                    <a:pt x="0" y="139042"/>
                  </a:lnTo>
                  <a:lnTo>
                    <a:pt x="81568" y="139042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5" name="Freeform 3164">
              <a:extLst>
                <a:ext uri="{FF2B5EF4-FFF2-40B4-BE49-F238E27FC236}">
                  <a16:creationId xmlns:a16="http://schemas.microsoft.com/office/drawing/2014/main" id="{FF43E871-E4E9-A5B0-6253-D410BD2FBAF1}"/>
                </a:ext>
              </a:extLst>
            </p:cNvPr>
            <p:cNvSpPr/>
            <p:nvPr/>
          </p:nvSpPr>
          <p:spPr>
            <a:xfrm>
              <a:off x="5170207" y="4754273"/>
              <a:ext cx="81568" cy="139041"/>
            </a:xfrm>
            <a:custGeom>
              <a:avLst/>
              <a:gdLst>
                <a:gd name="csX0" fmla="*/ 0 w 81568"/>
                <a:gd name="csY0" fmla="*/ 0 h 139041"/>
                <a:gd name="csX1" fmla="*/ 0 w 81568"/>
                <a:gd name="csY1" fmla="*/ 139042 h 139041"/>
                <a:gd name="csX2" fmla="*/ 81568 w 81568"/>
                <a:gd name="csY2" fmla="*/ 139042 h 139041"/>
                <a:gd name="csX3" fmla="*/ 81568 w 81568"/>
                <a:gd name="csY3" fmla="*/ 0 h 139041"/>
                <a:gd name="csX4" fmla="*/ 0 w 81568"/>
                <a:gd name="csY4" fmla="*/ 0 h 139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139041">
                  <a:moveTo>
                    <a:pt x="0" y="0"/>
                  </a:moveTo>
                  <a:lnTo>
                    <a:pt x="0" y="139042"/>
                  </a:lnTo>
                  <a:lnTo>
                    <a:pt x="81568" y="139042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6" name="Freeform 3165">
              <a:extLst>
                <a:ext uri="{FF2B5EF4-FFF2-40B4-BE49-F238E27FC236}">
                  <a16:creationId xmlns:a16="http://schemas.microsoft.com/office/drawing/2014/main" id="{21B1A37C-798E-8CE3-5CAD-CBA58E0E6607}"/>
                </a:ext>
              </a:extLst>
            </p:cNvPr>
            <p:cNvSpPr/>
            <p:nvPr/>
          </p:nvSpPr>
          <p:spPr>
            <a:xfrm>
              <a:off x="5251775" y="4786948"/>
              <a:ext cx="81557" cy="106366"/>
            </a:xfrm>
            <a:custGeom>
              <a:avLst/>
              <a:gdLst>
                <a:gd name="csX0" fmla="*/ 0 w 81557"/>
                <a:gd name="csY0" fmla="*/ 0 h 106366"/>
                <a:gd name="csX1" fmla="*/ 0 w 81557"/>
                <a:gd name="csY1" fmla="*/ 106367 h 106366"/>
                <a:gd name="csX2" fmla="*/ 81558 w 81557"/>
                <a:gd name="csY2" fmla="*/ 106367 h 106366"/>
                <a:gd name="csX3" fmla="*/ 81558 w 81557"/>
                <a:gd name="csY3" fmla="*/ 0 h 106366"/>
                <a:gd name="csX4" fmla="*/ 0 w 81557"/>
                <a:gd name="csY4" fmla="*/ 0 h 106366"/>
                <a:gd name="csX5" fmla="*/ 0 w 81557"/>
                <a:gd name="csY5" fmla="*/ 0 h 106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7" h="106366">
                  <a:moveTo>
                    <a:pt x="0" y="0"/>
                  </a:moveTo>
                  <a:lnTo>
                    <a:pt x="0" y="106367"/>
                  </a:lnTo>
                  <a:lnTo>
                    <a:pt x="81558" y="106367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7" name="Freeform 3166">
              <a:extLst>
                <a:ext uri="{FF2B5EF4-FFF2-40B4-BE49-F238E27FC236}">
                  <a16:creationId xmlns:a16="http://schemas.microsoft.com/office/drawing/2014/main" id="{D39C604C-5143-42C2-FEF0-F08BAD6E1D96}"/>
                </a:ext>
              </a:extLst>
            </p:cNvPr>
            <p:cNvSpPr/>
            <p:nvPr/>
          </p:nvSpPr>
          <p:spPr>
            <a:xfrm>
              <a:off x="5251775" y="4786948"/>
              <a:ext cx="81557" cy="106366"/>
            </a:xfrm>
            <a:custGeom>
              <a:avLst/>
              <a:gdLst>
                <a:gd name="csX0" fmla="*/ 0 w 81557"/>
                <a:gd name="csY0" fmla="*/ 0 h 106366"/>
                <a:gd name="csX1" fmla="*/ 0 w 81557"/>
                <a:gd name="csY1" fmla="*/ 106367 h 106366"/>
                <a:gd name="csX2" fmla="*/ 81558 w 81557"/>
                <a:gd name="csY2" fmla="*/ 106367 h 106366"/>
                <a:gd name="csX3" fmla="*/ 81558 w 81557"/>
                <a:gd name="csY3" fmla="*/ 0 h 106366"/>
                <a:gd name="csX4" fmla="*/ 0 w 81557"/>
                <a:gd name="csY4" fmla="*/ 0 h 106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7" h="106366">
                  <a:moveTo>
                    <a:pt x="0" y="0"/>
                  </a:moveTo>
                  <a:lnTo>
                    <a:pt x="0" y="106367"/>
                  </a:lnTo>
                  <a:lnTo>
                    <a:pt x="81558" y="106367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8" name="Freeform 3167">
              <a:extLst>
                <a:ext uri="{FF2B5EF4-FFF2-40B4-BE49-F238E27FC236}">
                  <a16:creationId xmlns:a16="http://schemas.microsoft.com/office/drawing/2014/main" id="{07AE479C-A540-574B-DB88-71813502A1E7}"/>
                </a:ext>
              </a:extLst>
            </p:cNvPr>
            <p:cNvSpPr/>
            <p:nvPr/>
          </p:nvSpPr>
          <p:spPr>
            <a:xfrm>
              <a:off x="5333333" y="4822873"/>
              <a:ext cx="81568" cy="70442"/>
            </a:xfrm>
            <a:custGeom>
              <a:avLst/>
              <a:gdLst>
                <a:gd name="csX0" fmla="*/ 0 w 81568"/>
                <a:gd name="csY0" fmla="*/ 0 h 70442"/>
                <a:gd name="csX1" fmla="*/ 0 w 81568"/>
                <a:gd name="csY1" fmla="*/ 70442 h 70442"/>
                <a:gd name="csX2" fmla="*/ 81568 w 81568"/>
                <a:gd name="csY2" fmla="*/ 70442 h 70442"/>
                <a:gd name="csX3" fmla="*/ 81568 w 81568"/>
                <a:gd name="csY3" fmla="*/ 0 h 70442"/>
                <a:gd name="csX4" fmla="*/ 0 w 81568"/>
                <a:gd name="csY4" fmla="*/ 0 h 70442"/>
                <a:gd name="csX5" fmla="*/ 0 w 81568"/>
                <a:gd name="csY5" fmla="*/ 0 h 70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70442">
                  <a:moveTo>
                    <a:pt x="0" y="0"/>
                  </a:moveTo>
                  <a:lnTo>
                    <a:pt x="0" y="70442"/>
                  </a:lnTo>
                  <a:lnTo>
                    <a:pt x="81568" y="70442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9" name="Freeform 3168">
              <a:extLst>
                <a:ext uri="{FF2B5EF4-FFF2-40B4-BE49-F238E27FC236}">
                  <a16:creationId xmlns:a16="http://schemas.microsoft.com/office/drawing/2014/main" id="{E94D352D-AE80-CE7A-00FF-77F2B91446D2}"/>
                </a:ext>
              </a:extLst>
            </p:cNvPr>
            <p:cNvSpPr/>
            <p:nvPr/>
          </p:nvSpPr>
          <p:spPr>
            <a:xfrm>
              <a:off x="5333333" y="4822873"/>
              <a:ext cx="81568" cy="70442"/>
            </a:xfrm>
            <a:custGeom>
              <a:avLst/>
              <a:gdLst>
                <a:gd name="csX0" fmla="*/ 0 w 81568"/>
                <a:gd name="csY0" fmla="*/ 0 h 70442"/>
                <a:gd name="csX1" fmla="*/ 0 w 81568"/>
                <a:gd name="csY1" fmla="*/ 70442 h 70442"/>
                <a:gd name="csX2" fmla="*/ 81568 w 81568"/>
                <a:gd name="csY2" fmla="*/ 70442 h 70442"/>
                <a:gd name="csX3" fmla="*/ 81568 w 81568"/>
                <a:gd name="csY3" fmla="*/ 0 h 70442"/>
                <a:gd name="csX4" fmla="*/ 0 w 81568"/>
                <a:gd name="csY4" fmla="*/ 0 h 70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70442">
                  <a:moveTo>
                    <a:pt x="0" y="0"/>
                  </a:moveTo>
                  <a:lnTo>
                    <a:pt x="0" y="70442"/>
                  </a:lnTo>
                  <a:lnTo>
                    <a:pt x="81568" y="70442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0" name="Freeform 3169">
              <a:extLst>
                <a:ext uri="{FF2B5EF4-FFF2-40B4-BE49-F238E27FC236}">
                  <a16:creationId xmlns:a16="http://schemas.microsoft.com/office/drawing/2014/main" id="{1052F043-934B-59D9-217B-C157D7F2ACDD}"/>
                </a:ext>
              </a:extLst>
            </p:cNvPr>
            <p:cNvSpPr/>
            <p:nvPr/>
          </p:nvSpPr>
          <p:spPr>
            <a:xfrm>
              <a:off x="5414902" y="4849938"/>
              <a:ext cx="81557" cy="43376"/>
            </a:xfrm>
            <a:custGeom>
              <a:avLst/>
              <a:gdLst>
                <a:gd name="csX0" fmla="*/ 0 w 81557"/>
                <a:gd name="csY0" fmla="*/ 0 h 43376"/>
                <a:gd name="csX1" fmla="*/ 0 w 81557"/>
                <a:gd name="csY1" fmla="*/ 43377 h 43376"/>
                <a:gd name="csX2" fmla="*/ 81558 w 81557"/>
                <a:gd name="csY2" fmla="*/ 43377 h 43376"/>
                <a:gd name="csX3" fmla="*/ 81558 w 81557"/>
                <a:gd name="csY3" fmla="*/ 0 h 43376"/>
                <a:gd name="csX4" fmla="*/ 0 w 81557"/>
                <a:gd name="csY4" fmla="*/ 0 h 43376"/>
                <a:gd name="csX5" fmla="*/ 0 w 81557"/>
                <a:gd name="csY5" fmla="*/ 0 h 4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7" h="43376">
                  <a:moveTo>
                    <a:pt x="0" y="0"/>
                  </a:moveTo>
                  <a:lnTo>
                    <a:pt x="0" y="43377"/>
                  </a:lnTo>
                  <a:lnTo>
                    <a:pt x="81558" y="43377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1" name="Freeform 3170">
              <a:extLst>
                <a:ext uri="{FF2B5EF4-FFF2-40B4-BE49-F238E27FC236}">
                  <a16:creationId xmlns:a16="http://schemas.microsoft.com/office/drawing/2014/main" id="{38E666AA-E64F-A632-32F8-11AE7575BCAA}"/>
                </a:ext>
              </a:extLst>
            </p:cNvPr>
            <p:cNvSpPr/>
            <p:nvPr/>
          </p:nvSpPr>
          <p:spPr>
            <a:xfrm>
              <a:off x="5414902" y="4849938"/>
              <a:ext cx="81557" cy="43376"/>
            </a:xfrm>
            <a:custGeom>
              <a:avLst/>
              <a:gdLst>
                <a:gd name="csX0" fmla="*/ 0 w 81557"/>
                <a:gd name="csY0" fmla="*/ 0 h 43376"/>
                <a:gd name="csX1" fmla="*/ 0 w 81557"/>
                <a:gd name="csY1" fmla="*/ 43377 h 43376"/>
                <a:gd name="csX2" fmla="*/ 81558 w 81557"/>
                <a:gd name="csY2" fmla="*/ 43377 h 43376"/>
                <a:gd name="csX3" fmla="*/ 81558 w 81557"/>
                <a:gd name="csY3" fmla="*/ 0 h 43376"/>
                <a:gd name="csX4" fmla="*/ 0 w 81557"/>
                <a:gd name="csY4" fmla="*/ 0 h 4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7" h="43376">
                  <a:moveTo>
                    <a:pt x="0" y="0"/>
                  </a:moveTo>
                  <a:lnTo>
                    <a:pt x="0" y="43377"/>
                  </a:lnTo>
                  <a:lnTo>
                    <a:pt x="81558" y="43377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2" name="Freeform 3171">
              <a:extLst>
                <a:ext uri="{FF2B5EF4-FFF2-40B4-BE49-F238E27FC236}">
                  <a16:creationId xmlns:a16="http://schemas.microsoft.com/office/drawing/2014/main" id="{FDC66714-8657-1FD5-3CB9-889332180D70}"/>
                </a:ext>
              </a:extLst>
            </p:cNvPr>
            <p:cNvSpPr/>
            <p:nvPr/>
          </p:nvSpPr>
          <p:spPr>
            <a:xfrm>
              <a:off x="5496460" y="4871052"/>
              <a:ext cx="81568" cy="22262"/>
            </a:xfrm>
            <a:custGeom>
              <a:avLst/>
              <a:gdLst>
                <a:gd name="csX0" fmla="*/ 0 w 81568"/>
                <a:gd name="csY0" fmla="*/ 0 h 22262"/>
                <a:gd name="csX1" fmla="*/ 0 w 81568"/>
                <a:gd name="csY1" fmla="*/ 22263 h 22262"/>
                <a:gd name="csX2" fmla="*/ 81568 w 81568"/>
                <a:gd name="csY2" fmla="*/ 22263 h 22262"/>
                <a:gd name="csX3" fmla="*/ 81568 w 81568"/>
                <a:gd name="csY3" fmla="*/ 0 h 22262"/>
                <a:gd name="csX4" fmla="*/ 0 w 81568"/>
                <a:gd name="csY4" fmla="*/ 0 h 22262"/>
                <a:gd name="csX5" fmla="*/ 0 w 81568"/>
                <a:gd name="csY5" fmla="*/ 0 h 2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22262">
                  <a:moveTo>
                    <a:pt x="0" y="0"/>
                  </a:moveTo>
                  <a:lnTo>
                    <a:pt x="0" y="22263"/>
                  </a:lnTo>
                  <a:lnTo>
                    <a:pt x="81568" y="22263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3" name="Freeform 3172">
              <a:extLst>
                <a:ext uri="{FF2B5EF4-FFF2-40B4-BE49-F238E27FC236}">
                  <a16:creationId xmlns:a16="http://schemas.microsoft.com/office/drawing/2014/main" id="{2CB40A7B-92BE-CE7D-0097-081993D69992}"/>
                </a:ext>
              </a:extLst>
            </p:cNvPr>
            <p:cNvSpPr/>
            <p:nvPr/>
          </p:nvSpPr>
          <p:spPr>
            <a:xfrm>
              <a:off x="5496460" y="4871052"/>
              <a:ext cx="81568" cy="22262"/>
            </a:xfrm>
            <a:custGeom>
              <a:avLst/>
              <a:gdLst>
                <a:gd name="csX0" fmla="*/ 0 w 81568"/>
                <a:gd name="csY0" fmla="*/ 0 h 22262"/>
                <a:gd name="csX1" fmla="*/ 0 w 81568"/>
                <a:gd name="csY1" fmla="*/ 22263 h 22262"/>
                <a:gd name="csX2" fmla="*/ 81568 w 81568"/>
                <a:gd name="csY2" fmla="*/ 22263 h 22262"/>
                <a:gd name="csX3" fmla="*/ 81568 w 81568"/>
                <a:gd name="csY3" fmla="*/ 0 h 22262"/>
                <a:gd name="csX4" fmla="*/ 0 w 81568"/>
                <a:gd name="csY4" fmla="*/ 0 h 22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22262">
                  <a:moveTo>
                    <a:pt x="0" y="0"/>
                  </a:moveTo>
                  <a:lnTo>
                    <a:pt x="0" y="22263"/>
                  </a:lnTo>
                  <a:lnTo>
                    <a:pt x="81568" y="22263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4" name="Freeform 3173">
              <a:extLst>
                <a:ext uri="{FF2B5EF4-FFF2-40B4-BE49-F238E27FC236}">
                  <a16:creationId xmlns:a16="http://schemas.microsoft.com/office/drawing/2014/main" id="{CE882EB5-BA7D-DD5A-1A97-A09EB3002591}"/>
                </a:ext>
              </a:extLst>
            </p:cNvPr>
            <p:cNvSpPr/>
            <p:nvPr/>
          </p:nvSpPr>
          <p:spPr>
            <a:xfrm>
              <a:off x="5578028" y="4882820"/>
              <a:ext cx="81568" cy="10494"/>
            </a:xfrm>
            <a:custGeom>
              <a:avLst/>
              <a:gdLst>
                <a:gd name="csX0" fmla="*/ 0 w 81568"/>
                <a:gd name="csY0" fmla="*/ 0 h 10494"/>
                <a:gd name="csX1" fmla="*/ 0 w 81568"/>
                <a:gd name="csY1" fmla="*/ 10495 h 10494"/>
                <a:gd name="csX2" fmla="*/ 81568 w 81568"/>
                <a:gd name="csY2" fmla="*/ 10495 h 10494"/>
                <a:gd name="csX3" fmla="*/ 81568 w 81568"/>
                <a:gd name="csY3" fmla="*/ 0 h 10494"/>
                <a:gd name="csX4" fmla="*/ 0 w 81568"/>
                <a:gd name="csY4" fmla="*/ 0 h 10494"/>
                <a:gd name="csX5" fmla="*/ 0 w 81568"/>
                <a:gd name="csY5" fmla="*/ 0 h 10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10494">
                  <a:moveTo>
                    <a:pt x="0" y="0"/>
                  </a:moveTo>
                  <a:lnTo>
                    <a:pt x="0" y="10495"/>
                  </a:lnTo>
                  <a:lnTo>
                    <a:pt x="81568" y="10495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" name="Freeform 3174">
              <a:extLst>
                <a:ext uri="{FF2B5EF4-FFF2-40B4-BE49-F238E27FC236}">
                  <a16:creationId xmlns:a16="http://schemas.microsoft.com/office/drawing/2014/main" id="{1DBB95FF-2101-6BE7-0027-4BC1BB3F0736}"/>
                </a:ext>
              </a:extLst>
            </p:cNvPr>
            <p:cNvSpPr/>
            <p:nvPr/>
          </p:nvSpPr>
          <p:spPr>
            <a:xfrm>
              <a:off x="5578028" y="4882820"/>
              <a:ext cx="81568" cy="10494"/>
            </a:xfrm>
            <a:custGeom>
              <a:avLst/>
              <a:gdLst>
                <a:gd name="csX0" fmla="*/ 0 w 81568"/>
                <a:gd name="csY0" fmla="*/ 0 h 10494"/>
                <a:gd name="csX1" fmla="*/ 0 w 81568"/>
                <a:gd name="csY1" fmla="*/ 10495 h 10494"/>
                <a:gd name="csX2" fmla="*/ 81568 w 81568"/>
                <a:gd name="csY2" fmla="*/ 10495 h 10494"/>
                <a:gd name="csX3" fmla="*/ 81568 w 81568"/>
                <a:gd name="csY3" fmla="*/ 0 h 10494"/>
                <a:gd name="csX4" fmla="*/ 0 w 81568"/>
                <a:gd name="csY4" fmla="*/ 0 h 10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10494">
                  <a:moveTo>
                    <a:pt x="0" y="0"/>
                  </a:moveTo>
                  <a:lnTo>
                    <a:pt x="0" y="10495"/>
                  </a:lnTo>
                  <a:lnTo>
                    <a:pt x="81568" y="10495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" name="Freeform 3175">
              <a:extLst>
                <a:ext uri="{FF2B5EF4-FFF2-40B4-BE49-F238E27FC236}">
                  <a16:creationId xmlns:a16="http://schemas.microsoft.com/office/drawing/2014/main" id="{18F2C39B-DE58-27DF-B44B-FD7E4B221E66}"/>
                </a:ext>
              </a:extLst>
            </p:cNvPr>
            <p:cNvSpPr/>
            <p:nvPr/>
          </p:nvSpPr>
          <p:spPr>
            <a:xfrm>
              <a:off x="5659596" y="4889434"/>
              <a:ext cx="81558" cy="3881"/>
            </a:xfrm>
            <a:custGeom>
              <a:avLst/>
              <a:gdLst>
                <a:gd name="csX0" fmla="*/ 0 w 81558"/>
                <a:gd name="csY0" fmla="*/ 0 h 3881"/>
                <a:gd name="csX1" fmla="*/ 0 w 81558"/>
                <a:gd name="csY1" fmla="*/ 3881 h 3881"/>
                <a:gd name="csX2" fmla="*/ 81558 w 81558"/>
                <a:gd name="csY2" fmla="*/ 3881 h 3881"/>
                <a:gd name="csX3" fmla="*/ 81558 w 81558"/>
                <a:gd name="csY3" fmla="*/ 0 h 3881"/>
                <a:gd name="csX4" fmla="*/ 0 w 81558"/>
                <a:gd name="csY4" fmla="*/ 0 h 3881"/>
                <a:gd name="csX5" fmla="*/ 0 w 81558"/>
                <a:gd name="csY5" fmla="*/ 0 h 3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58" h="3881">
                  <a:moveTo>
                    <a:pt x="0" y="0"/>
                  </a:moveTo>
                  <a:lnTo>
                    <a:pt x="0" y="3881"/>
                  </a:lnTo>
                  <a:lnTo>
                    <a:pt x="81558" y="3881"/>
                  </a:lnTo>
                  <a:lnTo>
                    <a:pt x="8155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" name="Freeform 3176">
              <a:extLst>
                <a:ext uri="{FF2B5EF4-FFF2-40B4-BE49-F238E27FC236}">
                  <a16:creationId xmlns:a16="http://schemas.microsoft.com/office/drawing/2014/main" id="{13086311-4359-DC8C-4A04-2B78B9FDFA73}"/>
                </a:ext>
              </a:extLst>
            </p:cNvPr>
            <p:cNvSpPr/>
            <p:nvPr/>
          </p:nvSpPr>
          <p:spPr>
            <a:xfrm>
              <a:off x="5659596" y="4889434"/>
              <a:ext cx="81558" cy="3881"/>
            </a:xfrm>
            <a:custGeom>
              <a:avLst/>
              <a:gdLst>
                <a:gd name="csX0" fmla="*/ 0 w 81558"/>
                <a:gd name="csY0" fmla="*/ 0 h 3881"/>
                <a:gd name="csX1" fmla="*/ 0 w 81558"/>
                <a:gd name="csY1" fmla="*/ 3881 h 3881"/>
                <a:gd name="csX2" fmla="*/ 81558 w 81558"/>
                <a:gd name="csY2" fmla="*/ 3881 h 3881"/>
                <a:gd name="csX3" fmla="*/ 81558 w 81558"/>
                <a:gd name="csY3" fmla="*/ 0 h 3881"/>
                <a:gd name="csX4" fmla="*/ 0 w 81558"/>
                <a:gd name="csY4" fmla="*/ 0 h 38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58" h="3881">
                  <a:moveTo>
                    <a:pt x="0" y="0"/>
                  </a:moveTo>
                  <a:lnTo>
                    <a:pt x="0" y="3881"/>
                  </a:lnTo>
                  <a:lnTo>
                    <a:pt x="81558" y="3881"/>
                  </a:lnTo>
                  <a:lnTo>
                    <a:pt x="8155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" name="Freeform 3177">
              <a:extLst>
                <a:ext uri="{FF2B5EF4-FFF2-40B4-BE49-F238E27FC236}">
                  <a16:creationId xmlns:a16="http://schemas.microsoft.com/office/drawing/2014/main" id="{5DA57C0C-BD3F-BF1A-5B6F-038A3EEB39EC}"/>
                </a:ext>
              </a:extLst>
            </p:cNvPr>
            <p:cNvSpPr/>
            <p:nvPr/>
          </p:nvSpPr>
          <p:spPr>
            <a:xfrm>
              <a:off x="5741154" y="4892611"/>
              <a:ext cx="81568" cy="703"/>
            </a:xfrm>
            <a:custGeom>
              <a:avLst/>
              <a:gdLst>
                <a:gd name="csX0" fmla="*/ 0 w 81568"/>
                <a:gd name="csY0" fmla="*/ 0 h 703"/>
                <a:gd name="csX1" fmla="*/ 0 w 81568"/>
                <a:gd name="csY1" fmla="*/ 704 h 703"/>
                <a:gd name="csX2" fmla="*/ 81568 w 81568"/>
                <a:gd name="csY2" fmla="*/ 704 h 703"/>
                <a:gd name="csX3" fmla="*/ 81568 w 81568"/>
                <a:gd name="csY3" fmla="*/ 0 h 703"/>
                <a:gd name="csX4" fmla="*/ 0 w 81568"/>
                <a:gd name="csY4" fmla="*/ 0 h 703"/>
                <a:gd name="csX5" fmla="*/ 0 w 81568"/>
                <a:gd name="csY5" fmla="*/ 0 h 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1568" h="703">
                  <a:moveTo>
                    <a:pt x="0" y="0"/>
                  </a:moveTo>
                  <a:lnTo>
                    <a:pt x="0" y="704"/>
                  </a:lnTo>
                  <a:lnTo>
                    <a:pt x="81568" y="704"/>
                  </a:lnTo>
                  <a:lnTo>
                    <a:pt x="8156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9" name="Freeform 3178">
              <a:extLst>
                <a:ext uri="{FF2B5EF4-FFF2-40B4-BE49-F238E27FC236}">
                  <a16:creationId xmlns:a16="http://schemas.microsoft.com/office/drawing/2014/main" id="{70B1DDF2-0001-16FC-3F4B-0AF4C60791BE}"/>
                </a:ext>
              </a:extLst>
            </p:cNvPr>
            <p:cNvSpPr/>
            <p:nvPr/>
          </p:nvSpPr>
          <p:spPr>
            <a:xfrm>
              <a:off x="5741154" y="4892611"/>
              <a:ext cx="81568" cy="703"/>
            </a:xfrm>
            <a:custGeom>
              <a:avLst/>
              <a:gdLst>
                <a:gd name="csX0" fmla="*/ 0 w 81568"/>
                <a:gd name="csY0" fmla="*/ 0 h 703"/>
                <a:gd name="csX1" fmla="*/ 0 w 81568"/>
                <a:gd name="csY1" fmla="*/ 704 h 703"/>
                <a:gd name="csX2" fmla="*/ 81568 w 81568"/>
                <a:gd name="csY2" fmla="*/ 704 h 703"/>
                <a:gd name="csX3" fmla="*/ 81568 w 81568"/>
                <a:gd name="csY3" fmla="*/ 0 h 703"/>
                <a:gd name="csX4" fmla="*/ 0 w 81568"/>
                <a:gd name="csY4" fmla="*/ 0 h 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68" h="703">
                  <a:moveTo>
                    <a:pt x="0" y="0"/>
                  </a:moveTo>
                  <a:lnTo>
                    <a:pt x="0" y="704"/>
                  </a:lnTo>
                  <a:lnTo>
                    <a:pt x="81568" y="704"/>
                  </a:lnTo>
                  <a:lnTo>
                    <a:pt x="8156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0" name="Oval 3179">
              <a:extLst>
                <a:ext uri="{FF2B5EF4-FFF2-40B4-BE49-F238E27FC236}">
                  <a16:creationId xmlns:a16="http://schemas.microsoft.com/office/drawing/2014/main" id="{8B82ADFA-33D0-7249-E524-DF8507E2460A}"/>
                </a:ext>
              </a:extLst>
            </p:cNvPr>
            <p:cNvSpPr/>
            <p:nvPr/>
          </p:nvSpPr>
          <p:spPr>
            <a:xfrm>
              <a:off x="3659210" y="489047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" name="Oval 3180">
              <a:extLst>
                <a:ext uri="{FF2B5EF4-FFF2-40B4-BE49-F238E27FC236}">
                  <a16:creationId xmlns:a16="http://schemas.microsoft.com/office/drawing/2014/main" id="{F516C63E-1F14-9B6E-A67F-7FD1FD6CD5CC}"/>
                </a:ext>
              </a:extLst>
            </p:cNvPr>
            <p:cNvSpPr/>
            <p:nvPr/>
          </p:nvSpPr>
          <p:spPr>
            <a:xfrm>
              <a:off x="3740773" y="489030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" name="Oval 3181">
              <a:extLst>
                <a:ext uri="{FF2B5EF4-FFF2-40B4-BE49-F238E27FC236}">
                  <a16:creationId xmlns:a16="http://schemas.microsoft.com/office/drawing/2014/main" id="{26BE98A7-5135-22A3-9046-E265258C15F6}"/>
                </a:ext>
              </a:extLst>
            </p:cNvPr>
            <p:cNvSpPr/>
            <p:nvPr/>
          </p:nvSpPr>
          <p:spPr>
            <a:xfrm>
              <a:off x="3822337" y="488956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" name="Oval 3182">
              <a:extLst>
                <a:ext uri="{FF2B5EF4-FFF2-40B4-BE49-F238E27FC236}">
                  <a16:creationId xmlns:a16="http://schemas.microsoft.com/office/drawing/2014/main" id="{1BB9B046-329F-50B9-8451-61B81BC2CBD8}"/>
                </a:ext>
              </a:extLst>
            </p:cNvPr>
            <p:cNvSpPr/>
            <p:nvPr/>
          </p:nvSpPr>
          <p:spPr>
            <a:xfrm>
              <a:off x="3903901" y="488903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" name="Oval 3183">
              <a:extLst>
                <a:ext uri="{FF2B5EF4-FFF2-40B4-BE49-F238E27FC236}">
                  <a16:creationId xmlns:a16="http://schemas.microsoft.com/office/drawing/2014/main" id="{3D7F9460-DA82-AC44-915B-11D8A5331D05}"/>
                </a:ext>
              </a:extLst>
            </p:cNvPr>
            <p:cNvSpPr/>
            <p:nvPr/>
          </p:nvSpPr>
          <p:spPr>
            <a:xfrm>
              <a:off x="3985465" y="488710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" name="Oval 3184">
              <a:extLst>
                <a:ext uri="{FF2B5EF4-FFF2-40B4-BE49-F238E27FC236}">
                  <a16:creationId xmlns:a16="http://schemas.microsoft.com/office/drawing/2014/main" id="{364D6858-0262-813A-7099-67E80776E08C}"/>
                </a:ext>
              </a:extLst>
            </p:cNvPr>
            <p:cNvSpPr/>
            <p:nvPr/>
          </p:nvSpPr>
          <p:spPr>
            <a:xfrm>
              <a:off x="4067028" y="488525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" name="Oval 3185">
              <a:extLst>
                <a:ext uri="{FF2B5EF4-FFF2-40B4-BE49-F238E27FC236}">
                  <a16:creationId xmlns:a16="http://schemas.microsoft.com/office/drawing/2014/main" id="{F4238E30-2F65-BEDC-CA2F-4BCEF7756B16}"/>
                </a:ext>
              </a:extLst>
            </p:cNvPr>
            <p:cNvSpPr/>
            <p:nvPr/>
          </p:nvSpPr>
          <p:spPr>
            <a:xfrm>
              <a:off x="4148592" y="488201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" name="Oval 3186">
              <a:extLst>
                <a:ext uri="{FF2B5EF4-FFF2-40B4-BE49-F238E27FC236}">
                  <a16:creationId xmlns:a16="http://schemas.microsoft.com/office/drawing/2014/main" id="{C212ED5F-4FF9-BD36-075F-154A15CBD1AD}"/>
                </a:ext>
              </a:extLst>
            </p:cNvPr>
            <p:cNvSpPr/>
            <p:nvPr/>
          </p:nvSpPr>
          <p:spPr>
            <a:xfrm>
              <a:off x="4230156" y="487739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" name="Oval 3187">
              <a:extLst>
                <a:ext uri="{FF2B5EF4-FFF2-40B4-BE49-F238E27FC236}">
                  <a16:creationId xmlns:a16="http://schemas.microsoft.com/office/drawing/2014/main" id="{B40300E4-1BE9-D7F2-EC5F-05A2CB64B3D6}"/>
                </a:ext>
              </a:extLst>
            </p:cNvPr>
            <p:cNvSpPr/>
            <p:nvPr/>
          </p:nvSpPr>
          <p:spPr>
            <a:xfrm>
              <a:off x="4311719" y="487013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" name="Oval 3188">
              <a:extLst>
                <a:ext uri="{FF2B5EF4-FFF2-40B4-BE49-F238E27FC236}">
                  <a16:creationId xmlns:a16="http://schemas.microsoft.com/office/drawing/2014/main" id="{7359C6FE-0E16-5FFF-FEFD-3AC41C72D322}"/>
                </a:ext>
              </a:extLst>
            </p:cNvPr>
            <p:cNvSpPr/>
            <p:nvPr/>
          </p:nvSpPr>
          <p:spPr>
            <a:xfrm>
              <a:off x="4393285" y="486121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" name="Oval 3189">
              <a:extLst>
                <a:ext uri="{FF2B5EF4-FFF2-40B4-BE49-F238E27FC236}">
                  <a16:creationId xmlns:a16="http://schemas.microsoft.com/office/drawing/2014/main" id="{88DF7DE6-2F48-AC38-E5FC-46DDFF6936EC}"/>
                </a:ext>
              </a:extLst>
            </p:cNvPr>
            <p:cNvSpPr/>
            <p:nvPr/>
          </p:nvSpPr>
          <p:spPr>
            <a:xfrm>
              <a:off x="4474843" y="484586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" name="Oval 3190">
              <a:extLst>
                <a:ext uri="{FF2B5EF4-FFF2-40B4-BE49-F238E27FC236}">
                  <a16:creationId xmlns:a16="http://schemas.microsoft.com/office/drawing/2014/main" id="{40D76754-A228-9733-0F6C-53978C4C9D39}"/>
                </a:ext>
              </a:extLst>
            </p:cNvPr>
            <p:cNvSpPr/>
            <p:nvPr/>
          </p:nvSpPr>
          <p:spPr>
            <a:xfrm>
              <a:off x="4556411" y="483139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2" name="Oval 3191">
              <a:extLst>
                <a:ext uri="{FF2B5EF4-FFF2-40B4-BE49-F238E27FC236}">
                  <a16:creationId xmlns:a16="http://schemas.microsoft.com/office/drawing/2014/main" id="{F46004C9-FB1A-E885-EE9E-D9B06DBB2B7F}"/>
                </a:ext>
              </a:extLst>
            </p:cNvPr>
            <p:cNvSpPr/>
            <p:nvPr/>
          </p:nvSpPr>
          <p:spPr>
            <a:xfrm>
              <a:off x="4637979" y="4808797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3" name="Oval 3192">
              <a:extLst>
                <a:ext uri="{FF2B5EF4-FFF2-40B4-BE49-F238E27FC236}">
                  <a16:creationId xmlns:a16="http://schemas.microsoft.com/office/drawing/2014/main" id="{E90DC78F-1FA1-426F-9735-381E3944378F}"/>
                </a:ext>
              </a:extLst>
            </p:cNvPr>
            <p:cNvSpPr/>
            <p:nvPr/>
          </p:nvSpPr>
          <p:spPr>
            <a:xfrm>
              <a:off x="4719537" y="478202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4" name="Oval 3193">
              <a:extLst>
                <a:ext uri="{FF2B5EF4-FFF2-40B4-BE49-F238E27FC236}">
                  <a16:creationId xmlns:a16="http://schemas.microsoft.com/office/drawing/2014/main" id="{1CA0F06F-098E-72DF-1C59-94A406DE78E5}"/>
                </a:ext>
              </a:extLst>
            </p:cNvPr>
            <p:cNvSpPr/>
            <p:nvPr/>
          </p:nvSpPr>
          <p:spPr>
            <a:xfrm>
              <a:off x="4801106" y="475656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" name="Oval 3194">
              <a:extLst>
                <a:ext uri="{FF2B5EF4-FFF2-40B4-BE49-F238E27FC236}">
                  <a16:creationId xmlns:a16="http://schemas.microsoft.com/office/drawing/2014/main" id="{DE0764C7-75B5-FC99-E845-2B9D2D36B0A3}"/>
                </a:ext>
              </a:extLst>
            </p:cNvPr>
            <p:cNvSpPr/>
            <p:nvPr/>
          </p:nvSpPr>
          <p:spPr>
            <a:xfrm>
              <a:off x="4882663" y="473345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6" name="Oval 3195">
              <a:extLst>
                <a:ext uri="{FF2B5EF4-FFF2-40B4-BE49-F238E27FC236}">
                  <a16:creationId xmlns:a16="http://schemas.microsoft.com/office/drawing/2014/main" id="{1DB6DD2E-33E1-2B68-C4B6-60A1D88A2060}"/>
                </a:ext>
              </a:extLst>
            </p:cNvPr>
            <p:cNvSpPr/>
            <p:nvPr/>
          </p:nvSpPr>
          <p:spPr>
            <a:xfrm>
              <a:off x="4964232" y="471753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7" name="Oval 3196">
              <a:extLst>
                <a:ext uri="{FF2B5EF4-FFF2-40B4-BE49-F238E27FC236}">
                  <a16:creationId xmlns:a16="http://schemas.microsoft.com/office/drawing/2014/main" id="{0636D4D0-D4EF-3180-8DAE-1C6F2D83D508}"/>
                </a:ext>
              </a:extLst>
            </p:cNvPr>
            <p:cNvSpPr/>
            <p:nvPr/>
          </p:nvSpPr>
          <p:spPr>
            <a:xfrm>
              <a:off x="5045790" y="471288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8" name="Oval 3197">
              <a:extLst>
                <a:ext uri="{FF2B5EF4-FFF2-40B4-BE49-F238E27FC236}">
                  <a16:creationId xmlns:a16="http://schemas.microsoft.com/office/drawing/2014/main" id="{44C18734-2614-5CD4-C327-128226C84E49}"/>
                </a:ext>
              </a:extLst>
            </p:cNvPr>
            <p:cNvSpPr/>
            <p:nvPr/>
          </p:nvSpPr>
          <p:spPr>
            <a:xfrm>
              <a:off x="5127358" y="472564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9" name="Oval 3198">
              <a:extLst>
                <a:ext uri="{FF2B5EF4-FFF2-40B4-BE49-F238E27FC236}">
                  <a16:creationId xmlns:a16="http://schemas.microsoft.com/office/drawing/2014/main" id="{ADA09431-1DB1-13BE-3D06-7C813A8FB937}"/>
                </a:ext>
              </a:extLst>
            </p:cNvPr>
            <p:cNvSpPr/>
            <p:nvPr/>
          </p:nvSpPr>
          <p:spPr>
            <a:xfrm>
              <a:off x="5208916" y="475220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0" name="Oval 3199">
              <a:extLst>
                <a:ext uri="{FF2B5EF4-FFF2-40B4-BE49-F238E27FC236}">
                  <a16:creationId xmlns:a16="http://schemas.microsoft.com/office/drawing/2014/main" id="{CBB68502-2CA1-CE79-DC47-27F5147BECA1}"/>
                </a:ext>
              </a:extLst>
            </p:cNvPr>
            <p:cNvSpPr/>
            <p:nvPr/>
          </p:nvSpPr>
          <p:spPr>
            <a:xfrm>
              <a:off x="5290484" y="478487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" name="Oval 3200">
              <a:extLst>
                <a:ext uri="{FF2B5EF4-FFF2-40B4-BE49-F238E27FC236}">
                  <a16:creationId xmlns:a16="http://schemas.microsoft.com/office/drawing/2014/main" id="{C12784B2-06F1-5B47-4D77-681CB9BB2AFA}"/>
                </a:ext>
              </a:extLst>
            </p:cNvPr>
            <p:cNvSpPr/>
            <p:nvPr/>
          </p:nvSpPr>
          <p:spPr>
            <a:xfrm>
              <a:off x="5372053" y="482080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" name="Oval 3201">
              <a:extLst>
                <a:ext uri="{FF2B5EF4-FFF2-40B4-BE49-F238E27FC236}">
                  <a16:creationId xmlns:a16="http://schemas.microsoft.com/office/drawing/2014/main" id="{B1422CDF-18FA-B72F-0916-9A91486EA861}"/>
                </a:ext>
              </a:extLst>
            </p:cNvPr>
            <p:cNvSpPr/>
            <p:nvPr/>
          </p:nvSpPr>
          <p:spPr>
            <a:xfrm>
              <a:off x="5453611" y="484786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3" name="Oval 3202">
              <a:extLst>
                <a:ext uri="{FF2B5EF4-FFF2-40B4-BE49-F238E27FC236}">
                  <a16:creationId xmlns:a16="http://schemas.microsoft.com/office/drawing/2014/main" id="{B208F9F6-CC36-8253-E384-7D9E2448AB91}"/>
                </a:ext>
              </a:extLst>
            </p:cNvPr>
            <p:cNvSpPr/>
            <p:nvPr/>
          </p:nvSpPr>
          <p:spPr>
            <a:xfrm>
              <a:off x="5535179" y="486898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4" name="Oval 3203">
              <a:extLst>
                <a:ext uri="{FF2B5EF4-FFF2-40B4-BE49-F238E27FC236}">
                  <a16:creationId xmlns:a16="http://schemas.microsoft.com/office/drawing/2014/main" id="{E6C1B504-596C-0C31-28BB-6B427816AE1D}"/>
                </a:ext>
              </a:extLst>
            </p:cNvPr>
            <p:cNvSpPr/>
            <p:nvPr/>
          </p:nvSpPr>
          <p:spPr>
            <a:xfrm>
              <a:off x="5616737" y="488075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" name="Oval 3204">
              <a:extLst>
                <a:ext uri="{FF2B5EF4-FFF2-40B4-BE49-F238E27FC236}">
                  <a16:creationId xmlns:a16="http://schemas.microsoft.com/office/drawing/2014/main" id="{2553F34E-18A7-E364-2A44-92F4E9173FAA}"/>
                </a:ext>
              </a:extLst>
            </p:cNvPr>
            <p:cNvSpPr/>
            <p:nvPr/>
          </p:nvSpPr>
          <p:spPr>
            <a:xfrm>
              <a:off x="5698305" y="488736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6" name="Freeform 3205">
            <a:extLst>
              <a:ext uri="{FF2B5EF4-FFF2-40B4-BE49-F238E27FC236}">
                <a16:creationId xmlns:a16="http://schemas.microsoft.com/office/drawing/2014/main" id="{58B75DE9-9B84-3E21-0B9F-BF91AE408601}"/>
              </a:ext>
            </a:extLst>
          </p:cNvPr>
          <p:cNvSpPr/>
          <p:nvPr/>
        </p:nvSpPr>
        <p:spPr>
          <a:xfrm>
            <a:off x="3602000" y="4722861"/>
            <a:ext cx="2163104" cy="170443"/>
          </a:xfrm>
          <a:custGeom>
            <a:avLst/>
            <a:gdLst>
              <a:gd name="csX0" fmla="*/ 0 w 2163104"/>
              <a:gd name="csY0" fmla="*/ 170444 h 170443"/>
              <a:gd name="csX1" fmla="*/ 2165 w 2163104"/>
              <a:gd name="csY1" fmla="*/ 170444 h 170443"/>
              <a:gd name="csX2" fmla="*/ 4330 w 2163104"/>
              <a:gd name="csY2" fmla="*/ 170444 h 170443"/>
              <a:gd name="csX3" fmla="*/ 6496 w 2163104"/>
              <a:gd name="csY3" fmla="*/ 170444 h 170443"/>
              <a:gd name="csX4" fmla="*/ 8661 w 2163104"/>
              <a:gd name="csY4" fmla="*/ 170444 h 170443"/>
              <a:gd name="csX5" fmla="*/ 10826 w 2163104"/>
              <a:gd name="csY5" fmla="*/ 170444 h 170443"/>
              <a:gd name="csX6" fmla="*/ 12991 w 2163104"/>
              <a:gd name="csY6" fmla="*/ 170444 h 170443"/>
              <a:gd name="csX7" fmla="*/ 15157 w 2163104"/>
              <a:gd name="csY7" fmla="*/ 170444 h 170443"/>
              <a:gd name="csX8" fmla="*/ 17322 w 2163104"/>
              <a:gd name="csY8" fmla="*/ 170444 h 170443"/>
              <a:gd name="csX9" fmla="*/ 19487 w 2163104"/>
              <a:gd name="csY9" fmla="*/ 170444 h 170443"/>
              <a:gd name="csX10" fmla="*/ 21652 w 2163104"/>
              <a:gd name="csY10" fmla="*/ 170444 h 170443"/>
              <a:gd name="csX11" fmla="*/ 23817 w 2163104"/>
              <a:gd name="csY11" fmla="*/ 170444 h 170443"/>
              <a:gd name="csX12" fmla="*/ 25983 w 2163104"/>
              <a:gd name="csY12" fmla="*/ 170444 h 170443"/>
              <a:gd name="csX13" fmla="*/ 28149 w 2163104"/>
              <a:gd name="csY13" fmla="*/ 170444 h 170443"/>
              <a:gd name="csX14" fmla="*/ 30314 w 2163104"/>
              <a:gd name="csY14" fmla="*/ 170444 h 170443"/>
              <a:gd name="csX15" fmla="*/ 32479 w 2163104"/>
              <a:gd name="csY15" fmla="*/ 170444 h 170443"/>
              <a:gd name="csX16" fmla="*/ 34645 w 2163104"/>
              <a:gd name="csY16" fmla="*/ 170444 h 170443"/>
              <a:gd name="csX17" fmla="*/ 36810 w 2163104"/>
              <a:gd name="csY17" fmla="*/ 170444 h 170443"/>
              <a:gd name="csX18" fmla="*/ 38975 w 2163104"/>
              <a:gd name="csY18" fmla="*/ 170444 h 170443"/>
              <a:gd name="csX19" fmla="*/ 41140 w 2163104"/>
              <a:gd name="csY19" fmla="*/ 170444 h 170443"/>
              <a:gd name="csX20" fmla="*/ 43305 w 2163104"/>
              <a:gd name="csY20" fmla="*/ 170433 h 170443"/>
              <a:gd name="csX21" fmla="*/ 45471 w 2163104"/>
              <a:gd name="csY21" fmla="*/ 170433 h 170443"/>
              <a:gd name="csX22" fmla="*/ 47636 w 2163104"/>
              <a:gd name="csY22" fmla="*/ 170433 h 170443"/>
              <a:gd name="csX23" fmla="*/ 49801 w 2163104"/>
              <a:gd name="csY23" fmla="*/ 170433 h 170443"/>
              <a:gd name="csX24" fmla="*/ 51966 w 2163104"/>
              <a:gd name="csY24" fmla="*/ 170433 h 170443"/>
              <a:gd name="csX25" fmla="*/ 54132 w 2163104"/>
              <a:gd name="csY25" fmla="*/ 170433 h 170443"/>
              <a:gd name="csX26" fmla="*/ 56297 w 2163104"/>
              <a:gd name="csY26" fmla="*/ 170433 h 170443"/>
              <a:gd name="csX27" fmla="*/ 58462 w 2163104"/>
              <a:gd name="csY27" fmla="*/ 170433 h 170443"/>
              <a:gd name="csX28" fmla="*/ 60627 w 2163104"/>
              <a:gd name="csY28" fmla="*/ 170433 h 170443"/>
              <a:gd name="csX29" fmla="*/ 62792 w 2163104"/>
              <a:gd name="csY29" fmla="*/ 170433 h 170443"/>
              <a:gd name="csX30" fmla="*/ 64958 w 2163104"/>
              <a:gd name="csY30" fmla="*/ 170433 h 170443"/>
              <a:gd name="csX31" fmla="*/ 67123 w 2163104"/>
              <a:gd name="csY31" fmla="*/ 170433 h 170443"/>
              <a:gd name="csX32" fmla="*/ 69288 w 2163104"/>
              <a:gd name="csY32" fmla="*/ 170433 h 170443"/>
              <a:gd name="csX33" fmla="*/ 71453 w 2163104"/>
              <a:gd name="csY33" fmla="*/ 170433 h 170443"/>
              <a:gd name="csX34" fmla="*/ 73618 w 2163104"/>
              <a:gd name="csY34" fmla="*/ 170433 h 170443"/>
              <a:gd name="csX35" fmla="*/ 75785 w 2163104"/>
              <a:gd name="csY35" fmla="*/ 170433 h 170443"/>
              <a:gd name="csX36" fmla="*/ 77950 w 2163104"/>
              <a:gd name="csY36" fmla="*/ 170433 h 170443"/>
              <a:gd name="csX37" fmla="*/ 80115 w 2163104"/>
              <a:gd name="csY37" fmla="*/ 170423 h 170443"/>
              <a:gd name="csX38" fmla="*/ 82280 w 2163104"/>
              <a:gd name="csY38" fmla="*/ 170423 h 170443"/>
              <a:gd name="csX39" fmla="*/ 84446 w 2163104"/>
              <a:gd name="csY39" fmla="*/ 170423 h 170443"/>
              <a:gd name="csX40" fmla="*/ 86611 w 2163104"/>
              <a:gd name="csY40" fmla="*/ 170423 h 170443"/>
              <a:gd name="csX41" fmla="*/ 88776 w 2163104"/>
              <a:gd name="csY41" fmla="*/ 170423 h 170443"/>
              <a:gd name="csX42" fmla="*/ 90941 w 2163104"/>
              <a:gd name="csY42" fmla="*/ 170423 h 170443"/>
              <a:gd name="csX43" fmla="*/ 93106 w 2163104"/>
              <a:gd name="csY43" fmla="*/ 170423 h 170443"/>
              <a:gd name="csX44" fmla="*/ 95272 w 2163104"/>
              <a:gd name="csY44" fmla="*/ 170423 h 170443"/>
              <a:gd name="csX45" fmla="*/ 97437 w 2163104"/>
              <a:gd name="csY45" fmla="*/ 170423 h 170443"/>
              <a:gd name="csX46" fmla="*/ 99602 w 2163104"/>
              <a:gd name="csY46" fmla="*/ 170423 h 170443"/>
              <a:gd name="csX47" fmla="*/ 101767 w 2163104"/>
              <a:gd name="csY47" fmla="*/ 170423 h 170443"/>
              <a:gd name="csX48" fmla="*/ 103933 w 2163104"/>
              <a:gd name="csY48" fmla="*/ 170423 h 170443"/>
              <a:gd name="csX49" fmla="*/ 106098 w 2163104"/>
              <a:gd name="csY49" fmla="*/ 170413 h 170443"/>
              <a:gd name="csX50" fmla="*/ 108263 w 2163104"/>
              <a:gd name="csY50" fmla="*/ 170413 h 170443"/>
              <a:gd name="csX51" fmla="*/ 110428 w 2163104"/>
              <a:gd name="csY51" fmla="*/ 170413 h 170443"/>
              <a:gd name="csX52" fmla="*/ 112593 w 2163104"/>
              <a:gd name="csY52" fmla="*/ 170413 h 170443"/>
              <a:gd name="csX53" fmla="*/ 114759 w 2163104"/>
              <a:gd name="csY53" fmla="*/ 170413 h 170443"/>
              <a:gd name="csX54" fmla="*/ 116924 w 2163104"/>
              <a:gd name="csY54" fmla="*/ 170413 h 170443"/>
              <a:gd name="csX55" fmla="*/ 119089 w 2163104"/>
              <a:gd name="csY55" fmla="*/ 170413 h 170443"/>
              <a:gd name="csX56" fmla="*/ 121254 w 2163104"/>
              <a:gd name="csY56" fmla="*/ 170413 h 170443"/>
              <a:gd name="csX57" fmla="*/ 123421 w 2163104"/>
              <a:gd name="csY57" fmla="*/ 170413 h 170443"/>
              <a:gd name="csX58" fmla="*/ 125586 w 2163104"/>
              <a:gd name="csY58" fmla="*/ 170402 h 170443"/>
              <a:gd name="csX59" fmla="*/ 127751 w 2163104"/>
              <a:gd name="csY59" fmla="*/ 170402 h 170443"/>
              <a:gd name="csX60" fmla="*/ 129916 w 2163104"/>
              <a:gd name="csY60" fmla="*/ 170402 h 170443"/>
              <a:gd name="csX61" fmla="*/ 132081 w 2163104"/>
              <a:gd name="csY61" fmla="*/ 170402 h 170443"/>
              <a:gd name="csX62" fmla="*/ 134247 w 2163104"/>
              <a:gd name="csY62" fmla="*/ 170402 h 170443"/>
              <a:gd name="csX63" fmla="*/ 136412 w 2163104"/>
              <a:gd name="csY63" fmla="*/ 170402 h 170443"/>
              <a:gd name="csX64" fmla="*/ 138577 w 2163104"/>
              <a:gd name="csY64" fmla="*/ 170402 h 170443"/>
              <a:gd name="csX65" fmla="*/ 140742 w 2163104"/>
              <a:gd name="csY65" fmla="*/ 170392 h 170443"/>
              <a:gd name="csX66" fmla="*/ 142908 w 2163104"/>
              <a:gd name="csY66" fmla="*/ 170392 h 170443"/>
              <a:gd name="csX67" fmla="*/ 145073 w 2163104"/>
              <a:gd name="csY67" fmla="*/ 170392 h 170443"/>
              <a:gd name="csX68" fmla="*/ 147238 w 2163104"/>
              <a:gd name="csY68" fmla="*/ 170392 h 170443"/>
              <a:gd name="csX69" fmla="*/ 149403 w 2163104"/>
              <a:gd name="csY69" fmla="*/ 170392 h 170443"/>
              <a:gd name="csX70" fmla="*/ 151568 w 2163104"/>
              <a:gd name="csY70" fmla="*/ 170382 h 170443"/>
              <a:gd name="csX71" fmla="*/ 153734 w 2163104"/>
              <a:gd name="csY71" fmla="*/ 170382 h 170443"/>
              <a:gd name="csX72" fmla="*/ 155899 w 2163104"/>
              <a:gd name="csY72" fmla="*/ 170382 h 170443"/>
              <a:gd name="csX73" fmla="*/ 158064 w 2163104"/>
              <a:gd name="csY73" fmla="*/ 170382 h 170443"/>
              <a:gd name="csX74" fmla="*/ 160229 w 2163104"/>
              <a:gd name="csY74" fmla="*/ 170382 h 170443"/>
              <a:gd name="csX75" fmla="*/ 162395 w 2163104"/>
              <a:gd name="csY75" fmla="*/ 170382 h 170443"/>
              <a:gd name="csX76" fmla="*/ 164560 w 2163104"/>
              <a:gd name="csY76" fmla="*/ 170371 h 170443"/>
              <a:gd name="csX77" fmla="*/ 166725 w 2163104"/>
              <a:gd name="csY77" fmla="*/ 170371 h 170443"/>
              <a:gd name="csX78" fmla="*/ 168890 w 2163104"/>
              <a:gd name="csY78" fmla="*/ 170371 h 170443"/>
              <a:gd name="csX79" fmla="*/ 171056 w 2163104"/>
              <a:gd name="csY79" fmla="*/ 170371 h 170443"/>
              <a:gd name="csX80" fmla="*/ 173222 w 2163104"/>
              <a:gd name="csY80" fmla="*/ 170361 h 170443"/>
              <a:gd name="csX81" fmla="*/ 175387 w 2163104"/>
              <a:gd name="csY81" fmla="*/ 170361 h 170443"/>
              <a:gd name="csX82" fmla="*/ 177552 w 2163104"/>
              <a:gd name="csY82" fmla="*/ 170361 h 170443"/>
              <a:gd name="csX83" fmla="*/ 179717 w 2163104"/>
              <a:gd name="csY83" fmla="*/ 170361 h 170443"/>
              <a:gd name="csX84" fmla="*/ 181883 w 2163104"/>
              <a:gd name="csY84" fmla="*/ 170351 h 170443"/>
              <a:gd name="csX85" fmla="*/ 184048 w 2163104"/>
              <a:gd name="csY85" fmla="*/ 170351 h 170443"/>
              <a:gd name="csX86" fmla="*/ 186213 w 2163104"/>
              <a:gd name="csY86" fmla="*/ 170351 h 170443"/>
              <a:gd name="csX87" fmla="*/ 188378 w 2163104"/>
              <a:gd name="csY87" fmla="*/ 170351 h 170443"/>
              <a:gd name="csX88" fmla="*/ 190543 w 2163104"/>
              <a:gd name="csY88" fmla="*/ 170340 h 170443"/>
              <a:gd name="csX89" fmla="*/ 192709 w 2163104"/>
              <a:gd name="csY89" fmla="*/ 170340 h 170443"/>
              <a:gd name="csX90" fmla="*/ 194874 w 2163104"/>
              <a:gd name="csY90" fmla="*/ 170340 h 170443"/>
              <a:gd name="csX91" fmla="*/ 197039 w 2163104"/>
              <a:gd name="csY91" fmla="*/ 170330 h 170443"/>
              <a:gd name="csX92" fmla="*/ 199204 w 2163104"/>
              <a:gd name="csY92" fmla="*/ 170330 h 170443"/>
              <a:gd name="csX93" fmla="*/ 201370 w 2163104"/>
              <a:gd name="csY93" fmla="*/ 170330 h 170443"/>
              <a:gd name="csX94" fmla="*/ 203535 w 2163104"/>
              <a:gd name="csY94" fmla="*/ 170320 h 170443"/>
              <a:gd name="csX95" fmla="*/ 205700 w 2163104"/>
              <a:gd name="csY95" fmla="*/ 170320 h 170443"/>
              <a:gd name="csX96" fmla="*/ 207865 w 2163104"/>
              <a:gd name="csY96" fmla="*/ 170320 h 170443"/>
              <a:gd name="csX97" fmla="*/ 210030 w 2163104"/>
              <a:gd name="csY97" fmla="*/ 170309 h 170443"/>
              <a:gd name="csX98" fmla="*/ 212196 w 2163104"/>
              <a:gd name="csY98" fmla="*/ 170309 h 170443"/>
              <a:gd name="csX99" fmla="*/ 214361 w 2163104"/>
              <a:gd name="csY99" fmla="*/ 170309 h 170443"/>
              <a:gd name="csX100" fmla="*/ 216526 w 2163104"/>
              <a:gd name="csY100" fmla="*/ 170299 h 170443"/>
              <a:gd name="csX101" fmla="*/ 218692 w 2163104"/>
              <a:gd name="csY101" fmla="*/ 170299 h 170443"/>
              <a:gd name="csX102" fmla="*/ 220858 w 2163104"/>
              <a:gd name="csY102" fmla="*/ 170288 h 170443"/>
              <a:gd name="csX103" fmla="*/ 223023 w 2163104"/>
              <a:gd name="csY103" fmla="*/ 170288 h 170443"/>
              <a:gd name="csX104" fmla="*/ 225188 w 2163104"/>
              <a:gd name="csY104" fmla="*/ 170288 h 170443"/>
              <a:gd name="csX105" fmla="*/ 227353 w 2163104"/>
              <a:gd name="csY105" fmla="*/ 170278 h 170443"/>
              <a:gd name="csX106" fmla="*/ 229518 w 2163104"/>
              <a:gd name="csY106" fmla="*/ 170278 h 170443"/>
              <a:gd name="csX107" fmla="*/ 231684 w 2163104"/>
              <a:gd name="csY107" fmla="*/ 170268 h 170443"/>
              <a:gd name="csX108" fmla="*/ 233849 w 2163104"/>
              <a:gd name="csY108" fmla="*/ 170268 h 170443"/>
              <a:gd name="csX109" fmla="*/ 236014 w 2163104"/>
              <a:gd name="csY109" fmla="*/ 170257 h 170443"/>
              <a:gd name="csX110" fmla="*/ 238179 w 2163104"/>
              <a:gd name="csY110" fmla="*/ 170257 h 170443"/>
              <a:gd name="csX111" fmla="*/ 240344 w 2163104"/>
              <a:gd name="csY111" fmla="*/ 170247 h 170443"/>
              <a:gd name="csX112" fmla="*/ 242510 w 2163104"/>
              <a:gd name="csY112" fmla="*/ 170247 h 170443"/>
              <a:gd name="csX113" fmla="*/ 244675 w 2163104"/>
              <a:gd name="csY113" fmla="*/ 170237 h 170443"/>
              <a:gd name="csX114" fmla="*/ 246840 w 2163104"/>
              <a:gd name="csY114" fmla="*/ 170237 h 170443"/>
              <a:gd name="csX115" fmla="*/ 249005 w 2163104"/>
              <a:gd name="csY115" fmla="*/ 170226 h 170443"/>
              <a:gd name="csX116" fmla="*/ 251171 w 2163104"/>
              <a:gd name="csY116" fmla="*/ 170226 h 170443"/>
              <a:gd name="csX117" fmla="*/ 253336 w 2163104"/>
              <a:gd name="csY117" fmla="*/ 170216 h 170443"/>
              <a:gd name="csX118" fmla="*/ 255501 w 2163104"/>
              <a:gd name="csY118" fmla="*/ 170206 h 170443"/>
              <a:gd name="csX119" fmla="*/ 257666 w 2163104"/>
              <a:gd name="csY119" fmla="*/ 170206 h 170443"/>
              <a:gd name="csX120" fmla="*/ 259831 w 2163104"/>
              <a:gd name="csY120" fmla="*/ 170195 h 170443"/>
              <a:gd name="csX121" fmla="*/ 261997 w 2163104"/>
              <a:gd name="csY121" fmla="*/ 170185 h 170443"/>
              <a:gd name="csX122" fmla="*/ 264162 w 2163104"/>
              <a:gd name="csY122" fmla="*/ 170185 h 170443"/>
              <a:gd name="csX123" fmla="*/ 266327 w 2163104"/>
              <a:gd name="csY123" fmla="*/ 170175 h 170443"/>
              <a:gd name="csX124" fmla="*/ 268493 w 2163104"/>
              <a:gd name="csY124" fmla="*/ 170164 h 170443"/>
              <a:gd name="csX125" fmla="*/ 270659 w 2163104"/>
              <a:gd name="csY125" fmla="*/ 170164 h 170443"/>
              <a:gd name="csX126" fmla="*/ 272824 w 2163104"/>
              <a:gd name="csY126" fmla="*/ 170154 h 170443"/>
              <a:gd name="csX127" fmla="*/ 274989 w 2163104"/>
              <a:gd name="csY127" fmla="*/ 170144 h 170443"/>
              <a:gd name="csX128" fmla="*/ 277154 w 2163104"/>
              <a:gd name="csY128" fmla="*/ 170133 h 170443"/>
              <a:gd name="csX129" fmla="*/ 279319 w 2163104"/>
              <a:gd name="csY129" fmla="*/ 170133 h 170443"/>
              <a:gd name="csX130" fmla="*/ 281485 w 2163104"/>
              <a:gd name="csY130" fmla="*/ 170123 h 170443"/>
              <a:gd name="csX131" fmla="*/ 283650 w 2163104"/>
              <a:gd name="csY131" fmla="*/ 170112 h 170443"/>
              <a:gd name="csX132" fmla="*/ 285815 w 2163104"/>
              <a:gd name="csY132" fmla="*/ 170102 h 170443"/>
              <a:gd name="csX133" fmla="*/ 287980 w 2163104"/>
              <a:gd name="csY133" fmla="*/ 170092 h 170443"/>
              <a:gd name="csX134" fmla="*/ 290146 w 2163104"/>
              <a:gd name="csY134" fmla="*/ 170082 h 170443"/>
              <a:gd name="csX135" fmla="*/ 292311 w 2163104"/>
              <a:gd name="csY135" fmla="*/ 170082 h 170443"/>
              <a:gd name="csX136" fmla="*/ 294476 w 2163104"/>
              <a:gd name="csY136" fmla="*/ 170071 h 170443"/>
              <a:gd name="csX137" fmla="*/ 296641 w 2163104"/>
              <a:gd name="csY137" fmla="*/ 170061 h 170443"/>
              <a:gd name="csX138" fmla="*/ 298806 w 2163104"/>
              <a:gd name="csY138" fmla="*/ 170050 h 170443"/>
              <a:gd name="csX139" fmla="*/ 300972 w 2163104"/>
              <a:gd name="csY139" fmla="*/ 170040 h 170443"/>
              <a:gd name="csX140" fmla="*/ 303137 w 2163104"/>
              <a:gd name="csY140" fmla="*/ 170030 h 170443"/>
              <a:gd name="csX141" fmla="*/ 305302 w 2163104"/>
              <a:gd name="csY141" fmla="*/ 170019 h 170443"/>
              <a:gd name="csX142" fmla="*/ 307467 w 2163104"/>
              <a:gd name="csY142" fmla="*/ 170009 h 170443"/>
              <a:gd name="csX143" fmla="*/ 309633 w 2163104"/>
              <a:gd name="csY143" fmla="*/ 169999 h 170443"/>
              <a:gd name="csX144" fmla="*/ 311798 w 2163104"/>
              <a:gd name="csY144" fmla="*/ 169988 h 170443"/>
              <a:gd name="csX145" fmla="*/ 313963 w 2163104"/>
              <a:gd name="csY145" fmla="*/ 169968 h 170443"/>
              <a:gd name="csX146" fmla="*/ 316129 w 2163104"/>
              <a:gd name="csY146" fmla="*/ 169957 h 170443"/>
              <a:gd name="csX147" fmla="*/ 318294 w 2163104"/>
              <a:gd name="csY147" fmla="*/ 169947 h 170443"/>
              <a:gd name="csX148" fmla="*/ 320460 w 2163104"/>
              <a:gd name="csY148" fmla="*/ 169937 h 170443"/>
              <a:gd name="csX149" fmla="*/ 322625 w 2163104"/>
              <a:gd name="csY149" fmla="*/ 169926 h 170443"/>
              <a:gd name="csX150" fmla="*/ 324790 w 2163104"/>
              <a:gd name="csY150" fmla="*/ 169906 h 170443"/>
              <a:gd name="csX151" fmla="*/ 326955 w 2163104"/>
              <a:gd name="csY151" fmla="*/ 169895 h 170443"/>
              <a:gd name="csX152" fmla="*/ 329121 w 2163104"/>
              <a:gd name="csY152" fmla="*/ 169885 h 170443"/>
              <a:gd name="csX153" fmla="*/ 331286 w 2163104"/>
              <a:gd name="csY153" fmla="*/ 169864 h 170443"/>
              <a:gd name="csX154" fmla="*/ 333451 w 2163104"/>
              <a:gd name="csY154" fmla="*/ 169854 h 170443"/>
              <a:gd name="csX155" fmla="*/ 335616 w 2163104"/>
              <a:gd name="csY155" fmla="*/ 169843 h 170443"/>
              <a:gd name="csX156" fmla="*/ 337781 w 2163104"/>
              <a:gd name="csY156" fmla="*/ 169823 h 170443"/>
              <a:gd name="csX157" fmla="*/ 339947 w 2163104"/>
              <a:gd name="csY157" fmla="*/ 169812 h 170443"/>
              <a:gd name="csX158" fmla="*/ 342112 w 2163104"/>
              <a:gd name="csY158" fmla="*/ 169792 h 170443"/>
              <a:gd name="csX159" fmla="*/ 344277 w 2163104"/>
              <a:gd name="csY159" fmla="*/ 169781 h 170443"/>
              <a:gd name="csX160" fmla="*/ 346442 w 2163104"/>
              <a:gd name="csY160" fmla="*/ 169761 h 170443"/>
              <a:gd name="csX161" fmla="*/ 348608 w 2163104"/>
              <a:gd name="csY161" fmla="*/ 169750 h 170443"/>
              <a:gd name="csX162" fmla="*/ 350773 w 2163104"/>
              <a:gd name="csY162" fmla="*/ 169730 h 170443"/>
              <a:gd name="csX163" fmla="*/ 352938 w 2163104"/>
              <a:gd name="csY163" fmla="*/ 169709 h 170443"/>
              <a:gd name="csX164" fmla="*/ 355103 w 2163104"/>
              <a:gd name="csY164" fmla="*/ 169699 h 170443"/>
              <a:gd name="csX165" fmla="*/ 357268 w 2163104"/>
              <a:gd name="csY165" fmla="*/ 169678 h 170443"/>
              <a:gd name="csX166" fmla="*/ 359434 w 2163104"/>
              <a:gd name="csY166" fmla="*/ 169657 h 170443"/>
              <a:gd name="csX167" fmla="*/ 361599 w 2163104"/>
              <a:gd name="csY167" fmla="*/ 169636 h 170443"/>
              <a:gd name="csX168" fmla="*/ 363765 w 2163104"/>
              <a:gd name="csY168" fmla="*/ 169616 h 170443"/>
              <a:gd name="csX169" fmla="*/ 365930 w 2163104"/>
              <a:gd name="csY169" fmla="*/ 169605 h 170443"/>
              <a:gd name="csX170" fmla="*/ 368096 w 2163104"/>
              <a:gd name="csY170" fmla="*/ 169585 h 170443"/>
              <a:gd name="csX171" fmla="*/ 370261 w 2163104"/>
              <a:gd name="csY171" fmla="*/ 169564 h 170443"/>
              <a:gd name="csX172" fmla="*/ 372426 w 2163104"/>
              <a:gd name="csY172" fmla="*/ 169543 h 170443"/>
              <a:gd name="csX173" fmla="*/ 374591 w 2163104"/>
              <a:gd name="csY173" fmla="*/ 169523 h 170443"/>
              <a:gd name="csX174" fmla="*/ 376756 w 2163104"/>
              <a:gd name="csY174" fmla="*/ 169502 h 170443"/>
              <a:gd name="csX175" fmla="*/ 378922 w 2163104"/>
              <a:gd name="csY175" fmla="*/ 169471 h 170443"/>
              <a:gd name="csX176" fmla="*/ 381087 w 2163104"/>
              <a:gd name="csY176" fmla="*/ 169450 h 170443"/>
              <a:gd name="csX177" fmla="*/ 383252 w 2163104"/>
              <a:gd name="csY177" fmla="*/ 169429 h 170443"/>
              <a:gd name="csX178" fmla="*/ 385417 w 2163104"/>
              <a:gd name="csY178" fmla="*/ 169409 h 170443"/>
              <a:gd name="csX179" fmla="*/ 387583 w 2163104"/>
              <a:gd name="csY179" fmla="*/ 169378 h 170443"/>
              <a:gd name="csX180" fmla="*/ 389748 w 2163104"/>
              <a:gd name="csY180" fmla="*/ 169357 h 170443"/>
              <a:gd name="csX181" fmla="*/ 391913 w 2163104"/>
              <a:gd name="csY181" fmla="*/ 169336 h 170443"/>
              <a:gd name="csX182" fmla="*/ 394078 w 2163104"/>
              <a:gd name="csY182" fmla="*/ 169305 h 170443"/>
              <a:gd name="csX183" fmla="*/ 396243 w 2163104"/>
              <a:gd name="csY183" fmla="*/ 169285 h 170443"/>
              <a:gd name="csX184" fmla="*/ 398409 w 2163104"/>
              <a:gd name="csY184" fmla="*/ 169253 h 170443"/>
              <a:gd name="csX185" fmla="*/ 400574 w 2163104"/>
              <a:gd name="csY185" fmla="*/ 169222 h 170443"/>
              <a:gd name="csX186" fmla="*/ 402739 w 2163104"/>
              <a:gd name="csY186" fmla="*/ 169202 h 170443"/>
              <a:gd name="csX187" fmla="*/ 404904 w 2163104"/>
              <a:gd name="csY187" fmla="*/ 169171 h 170443"/>
              <a:gd name="csX188" fmla="*/ 407069 w 2163104"/>
              <a:gd name="csY188" fmla="*/ 169140 h 170443"/>
              <a:gd name="csX189" fmla="*/ 409235 w 2163104"/>
              <a:gd name="csY189" fmla="*/ 169109 h 170443"/>
              <a:gd name="csX190" fmla="*/ 411401 w 2163104"/>
              <a:gd name="csY190" fmla="*/ 169077 h 170443"/>
              <a:gd name="csX191" fmla="*/ 413566 w 2163104"/>
              <a:gd name="csY191" fmla="*/ 169047 h 170443"/>
              <a:gd name="csX192" fmla="*/ 415731 w 2163104"/>
              <a:gd name="csY192" fmla="*/ 169015 h 170443"/>
              <a:gd name="csX193" fmla="*/ 417897 w 2163104"/>
              <a:gd name="csY193" fmla="*/ 168984 h 170443"/>
              <a:gd name="csX194" fmla="*/ 420062 w 2163104"/>
              <a:gd name="csY194" fmla="*/ 168953 h 170443"/>
              <a:gd name="csX195" fmla="*/ 422227 w 2163104"/>
              <a:gd name="csY195" fmla="*/ 168922 h 170443"/>
              <a:gd name="csX196" fmla="*/ 424392 w 2163104"/>
              <a:gd name="csY196" fmla="*/ 168891 h 170443"/>
              <a:gd name="csX197" fmla="*/ 426557 w 2163104"/>
              <a:gd name="csY197" fmla="*/ 168850 h 170443"/>
              <a:gd name="csX198" fmla="*/ 428723 w 2163104"/>
              <a:gd name="csY198" fmla="*/ 168819 h 170443"/>
              <a:gd name="csX199" fmla="*/ 430888 w 2163104"/>
              <a:gd name="csY199" fmla="*/ 168788 h 170443"/>
              <a:gd name="csX200" fmla="*/ 433053 w 2163104"/>
              <a:gd name="csY200" fmla="*/ 168746 h 170443"/>
              <a:gd name="csX201" fmla="*/ 435218 w 2163104"/>
              <a:gd name="csY201" fmla="*/ 168705 h 170443"/>
              <a:gd name="csX202" fmla="*/ 437384 w 2163104"/>
              <a:gd name="csY202" fmla="*/ 168674 h 170443"/>
              <a:gd name="csX203" fmla="*/ 439549 w 2163104"/>
              <a:gd name="csY203" fmla="*/ 168633 h 170443"/>
              <a:gd name="csX204" fmla="*/ 441714 w 2163104"/>
              <a:gd name="csY204" fmla="*/ 168591 h 170443"/>
              <a:gd name="csX205" fmla="*/ 443879 w 2163104"/>
              <a:gd name="csY205" fmla="*/ 168550 h 170443"/>
              <a:gd name="csX206" fmla="*/ 446044 w 2163104"/>
              <a:gd name="csY206" fmla="*/ 168508 h 170443"/>
              <a:gd name="csX207" fmla="*/ 448210 w 2163104"/>
              <a:gd name="csY207" fmla="*/ 168467 h 170443"/>
              <a:gd name="csX208" fmla="*/ 450375 w 2163104"/>
              <a:gd name="csY208" fmla="*/ 168425 h 170443"/>
              <a:gd name="csX209" fmla="*/ 452540 w 2163104"/>
              <a:gd name="csY209" fmla="*/ 168384 h 170443"/>
              <a:gd name="csX210" fmla="*/ 454705 w 2163104"/>
              <a:gd name="csY210" fmla="*/ 168343 h 170443"/>
              <a:gd name="csX211" fmla="*/ 456871 w 2163104"/>
              <a:gd name="csY211" fmla="*/ 168301 h 170443"/>
              <a:gd name="csX212" fmla="*/ 459036 w 2163104"/>
              <a:gd name="csY212" fmla="*/ 168250 h 170443"/>
              <a:gd name="csX213" fmla="*/ 461202 w 2163104"/>
              <a:gd name="csY213" fmla="*/ 168208 h 170443"/>
              <a:gd name="csX214" fmla="*/ 463367 w 2163104"/>
              <a:gd name="csY214" fmla="*/ 168156 h 170443"/>
              <a:gd name="csX215" fmla="*/ 465532 w 2163104"/>
              <a:gd name="csY215" fmla="*/ 168105 h 170443"/>
              <a:gd name="csX216" fmla="*/ 467698 w 2163104"/>
              <a:gd name="csY216" fmla="*/ 168063 h 170443"/>
              <a:gd name="csX217" fmla="*/ 469863 w 2163104"/>
              <a:gd name="csY217" fmla="*/ 168012 h 170443"/>
              <a:gd name="csX218" fmla="*/ 472028 w 2163104"/>
              <a:gd name="csY218" fmla="*/ 167960 h 170443"/>
              <a:gd name="csX219" fmla="*/ 474193 w 2163104"/>
              <a:gd name="csY219" fmla="*/ 167908 h 170443"/>
              <a:gd name="csX220" fmla="*/ 476359 w 2163104"/>
              <a:gd name="csY220" fmla="*/ 167856 h 170443"/>
              <a:gd name="csX221" fmla="*/ 478524 w 2163104"/>
              <a:gd name="csY221" fmla="*/ 167794 h 170443"/>
              <a:gd name="csX222" fmla="*/ 480689 w 2163104"/>
              <a:gd name="csY222" fmla="*/ 167742 h 170443"/>
              <a:gd name="csX223" fmla="*/ 482854 w 2163104"/>
              <a:gd name="csY223" fmla="*/ 167691 h 170443"/>
              <a:gd name="csX224" fmla="*/ 485019 w 2163104"/>
              <a:gd name="csY224" fmla="*/ 167629 h 170443"/>
              <a:gd name="csX225" fmla="*/ 487185 w 2163104"/>
              <a:gd name="csY225" fmla="*/ 167566 h 170443"/>
              <a:gd name="csX226" fmla="*/ 489350 w 2163104"/>
              <a:gd name="csY226" fmla="*/ 167515 h 170443"/>
              <a:gd name="csX227" fmla="*/ 491515 w 2163104"/>
              <a:gd name="csY227" fmla="*/ 167453 h 170443"/>
              <a:gd name="csX228" fmla="*/ 493680 w 2163104"/>
              <a:gd name="csY228" fmla="*/ 167390 h 170443"/>
              <a:gd name="csX229" fmla="*/ 495846 w 2163104"/>
              <a:gd name="csY229" fmla="*/ 167328 h 170443"/>
              <a:gd name="csX230" fmla="*/ 498011 w 2163104"/>
              <a:gd name="csY230" fmla="*/ 167266 h 170443"/>
              <a:gd name="csX231" fmla="*/ 500176 w 2163104"/>
              <a:gd name="csY231" fmla="*/ 167204 h 170443"/>
              <a:gd name="csX232" fmla="*/ 502341 w 2163104"/>
              <a:gd name="csY232" fmla="*/ 167132 h 170443"/>
              <a:gd name="csX233" fmla="*/ 504506 w 2163104"/>
              <a:gd name="csY233" fmla="*/ 167070 h 170443"/>
              <a:gd name="csX234" fmla="*/ 506672 w 2163104"/>
              <a:gd name="csY234" fmla="*/ 166997 h 170443"/>
              <a:gd name="csX235" fmla="*/ 508838 w 2163104"/>
              <a:gd name="csY235" fmla="*/ 166935 h 170443"/>
              <a:gd name="csX236" fmla="*/ 511003 w 2163104"/>
              <a:gd name="csY236" fmla="*/ 166863 h 170443"/>
              <a:gd name="csX237" fmla="*/ 513168 w 2163104"/>
              <a:gd name="csY237" fmla="*/ 166790 h 170443"/>
              <a:gd name="csX238" fmla="*/ 515334 w 2163104"/>
              <a:gd name="csY238" fmla="*/ 166718 h 170443"/>
              <a:gd name="csX239" fmla="*/ 517499 w 2163104"/>
              <a:gd name="csY239" fmla="*/ 166645 h 170443"/>
              <a:gd name="csX240" fmla="*/ 519664 w 2163104"/>
              <a:gd name="csY240" fmla="*/ 166563 h 170443"/>
              <a:gd name="csX241" fmla="*/ 521829 w 2163104"/>
              <a:gd name="csY241" fmla="*/ 166490 h 170443"/>
              <a:gd name="csX242" fmla="*/ 523994 w 2163104"/>
              <a:gd name="csY242" fmla="*/ 166407 h 170443"/>
              <a:gd name="csX243" fmla="*/ 526160 w 2163104"/>
              <a:gd name="csY243" fmla="*/ 166335 h 170443"/>
              <a:gd name="csX244" fmla="*/ 528325 w 2163104"/>
              <a:gd name="csY244" fmla="*/ 166252 h 170443"/>
              <a:gd name="csX245" fmla="*/ 530490 w 2163104"/>
              <a:gd name="csY245" fmla="*/ 166169 h 170443"/>
              <a:gd name="csX246" fmla="*/ 532655 w 2163104"/>
              <a:gd name="csY246" fmla="*/ 166086 h 170443"/>
              <a:gd name="csX247" fmla="*/ 534821 w 2163104"/>
              <a:gd name="csY247" fmla="*/ 166004 h 170443"/>
              <a:gd name="csX248" fmla="*/ 536986 w 2163104"/>
              <a:gd name="csY248" fmla="*/ 165910 h 170443"/>
              <a:gd name="csX249" fmla="*/ 539151 w 2163104"/>
              <a:gd name="csY249" fmla="*/ 165828 h 170443"/>
              <a:gd name="csX250" fmla="*/ 541316 w 2163104"/>
              <a:gd name="csY250" fmla="*/ 165734 h 170443"/>
              <a:gd name="csX251" fmla="*/ 543481 w 2163104"/>
              <a:gd name="csY251" fmla="*/ 165652 h 170443"/>
              <a:gd name="csX252" fmla="*/ 545647 w 2163104"/>
              <a:gd name="csY252" fmla="*/ 165559 h 170443"/>
              <a:gd name="csX253" fmla="*/ 547812 w 2163104"/>
              <a:gd name="csY253" fmla="*/ 165465 h 170443"/>
              <a:gd name="csX254" fmla="*/ 549977 w 2163104"/>
              <a:gd name="csY254" fmla="*/ 165362 h 170443"/>
              <a:gd name="csX255" fmla="*/ 552142 w 2163104"/>
              <a:gd name="csY255" fmla="*/ 165269 h 170443"/>
              <a:gd name="csX256" fmla="*/ 554308 w 2163104"/>
              <a:gd name="csY256" fmla="*/ 165176 h 170443"/>
              <a:gd name="csX257" fmla="*/ 556474 w 2163104"/>
              <a:gd name="csY257" fmla="*/ 165072 h 170443"/>
              <a:gd name="csX258" fmla="*/ 558639 w 2163104"/>
              <a:gd name="csY258" fmla="*/ 164969 h 170443"/>
              <a:gd name="csX259" fmla="*/ 560804 w 2163104"/>
              <a:gd name="csY259" fmla="*/ 164865 h 170443"/>
              <a:gd name="csX260" fmla="*/ 562969 w 2163104"/>
              <a:gd name="csY260" fmla="*/ 164762 h 170443"/>
              <a:gd name="csX261" fmla="*/ 565135 w 2163104"/>
              <a:gd name="csY261" fmla="*/ 164658 h 170443"/>
              <a:gd name="csX262" fmla="*/ 567300 w 2163104"/>
              <a:gd name="csY262" fmla="*/ 164544 h 170443"/>
              <a:gd name="csX263" fmla="*/ 569465 w 2163104"/>
              <a:gd name="csY263" fmla="*/ 164441 h 170443"/>
              <a:gd name="csX264" fmla="*/ 571630 w 2163104"/>
              <a:gd name="csY264" fmla="*/ 164327 h 170443"/>
              <a:gd name="csX265" fmla="*/ 573796 w 2163104"/>
              <a:gd name="csY265" fmla="*/ 164213 h 170443"/>
              <a:gd name="csX266" fmla="*/ 575961 w 2163104"/>
              <a:gd name="csY266" fmla="*/ 164099 h 170443"/>
              <a:gd name="csX267" fmla="*/ 578126 w 2163104"/>
              <a:gd name="csY267" fmla="*/ 163975 h 170443"/>
              <a:gd name="csX268" fmla="*/ 580291 w 2163104"/>
              <a:gd name="csY268" fmla="*/ 163861 h 170443"/>
              <a:gd name="csX269" fmla="*/ 582456 w 2163104"/>
              <a:gd name="csY269" fmla="*/ 163737 h 170443"/>
              <a:gd name="csX270" fmla="*/ 584622 w 2163104"/>
              <a:gd name="csY270" fmla="*/ 163613 h 170443"/>
              <a:gd name="csX271" fmla="*/ 586787 w 2163104"/>
              <a:gd name="csY271" fmla="*/ 163489 h 170443"/>
              <a:gd name="csX272" fmla="*/ 588952 w 2163104"/>
              <a:gd name="csY272" fmla="*/ 163364 h 170443"/>
              <a:gd name="csX273" fmla="*/ 591117 w 2163104"/>
              <a:gd name="csY273" fmla="*/ 163240 h 170443"/>
              <a:gd name="csX274" fmla="*/ 593282 w 2163104"/>
              <a:gd name="csY274" fmla="*/ 163106 h 170443"/>
              <a:gd name="csX275" fmla="*/ 595448 w 2163104"/>
              <a:gd name="csY275" fmla="*/ 162981 h 170443"/>
              <a:gd name="csX276" fmla="*/ 597613 w 2163104"/>
              <a:gd name="csY276" fmla="*/ 162847 h 170443"/>
              <a:gd name="csX277" fmla="*/ 599778 w 2163104"/>
              <a:gd name="csY277" fmla="*/ 162702 h 170443"/>
              <a:gd name="csX278" fmla="*/ 601943 w 2163104"/>
              <a:gd name="csY278" fmla="*/ 162567 h 170443"/>
              <a:gd name="csX279" fmla="*/ 604110 w 2163104"/>
              <a:gd name="csY279" fmla="*/ 162433 h 170443"/>
              <a:gd name="csX280" fmla="*/ 606275 w 2163104"/>
              <a:gd name="csY280" fmla="*/ 162288 h 170443"/>
              <a:gd name="csX281" fmla="*/ 608440 w 2163104"/>
              <a:gd name="csY281" fmla="*/ 162143 h 170443"/>
              <a:gd name="csX282" fmla="*/ 610605 w 2163104"/>
              <a:gd name="csY282" fmla="*/ 161998 h 170443"/>
              <a:gd name="csX283" fmla="*/ 612770 w 2163104"/>
              <a:gd name="csY283" fmla="*/ 161843 h 170443"/>
              <a:gd name="csX284" fmla="*/ 614936 w 2163104"/>
              <a:gd name="csY284" fmla="*/ 161698 h 170443"/>
              <a:gd name="csX285" fmla="*/ 617101 w 2163104"/>
              <a:gd name="csY285" fmla="*/ 161543 h 170443"/>
              <a:gd name="csX286" fmla="*/ 619266 w 2163104"/>
              <a:gd name="csY286" fmla="*/ 161388 h 170443"/>
              <a:gd name="csX287" fmla="*/ 621431 w 2163104"/>
              <a:gd name="csY287" fmla="*/ 161232 h 170443"/>
              <a:gd name="csX288" fmla="*/ 623597 w 2163104"/>
              <a:gd name="csY288" fmla="*/ 161067 h 170443"/>
              <a:gd name="csX289" fmla="*/ 625762 w 2163104"/>
              <a:gd name="csY289" fmla="*/ 160911 h 170443"/>
              <a:gd name="csX290" fmla="*/ 627927 w 2163104"/>
              <a:gd name="csY290" fmla="*/ 160746 h 170443"/>
              <a:gd name="csX291" fmla="*/ 630092 w 2163104"/>
              <a:gd name="csY291" fmla="*/ 160580 h 170443"/>
              <a:gd name="csX292" fmla="*/ 632257 w 2163104"/>
              <a:gd name="csY292" fmla="*/ 160404 h 170443"/>
              <a:gd name="csX293" fmla="*/ 634423 w 2163104"/>
              <a:gd name="csY293" fmla="*/ 160239 h 170443"/>
              <a:gd name="csX294" fmla="*/ 636588 w 2163104"/>
              <a:gd name="csY294" fmla="*/ 160063 h 170443"/>
              <a:gd name="csX295" fmla="*/ 638753 w 2163104"/>
              <a:gd name="csY295" fmla="*/ 159887 h 170443"/>
              <a:gd name="csX296" fmla="*/ 640918 w 2163104"/>
              <a:gd name="csY296" fmla="*/ 159711 h 170443"/>
              <a:gd name="csX297" fmla="*/ 643084 w 2163104"/>
              <a:gd name="csY297" fmla="*/ 159524 h 170443"/>
              <a:gd name="csX298" fmla="*/ 645249 w 2163104"/>
              <a:gd name="csY298" fmla="*/ 159349 h 170443"/>
              <a:gd name="csX299" fmla="*/ 647414 w 2163104"/>
              <a:gd name="csY299" fmla="*/ 159162 h 170443"/>
              <a:gd name="csX300" fmla="*/ 649579 w 2163104"/>
              <a:gd name="csY300" fmla="*/ 158966 h 170443"/>
              <a:gd name="csX301" fmla="*/ 651745 w 2163104"/>
              <a:gd name="csY301" fmla="*/ 158779 h 170443"/>
              <a:gd name="csX302" fmla="*/ 653911 w 2163104"/>
              <a:gd name="csY302" fmla="*/ 158583 h 170443"/>
              <a:gd name="csX303" fmla="*/ 656076 w 2163104"/>
              <a:gd name="csY303" fmla="*/ 158386 h 170443"/>
              <a:gd name="csX304" fmla="*/ 658241 w 2163104"/>
              <a:gd name="csY304" fmla="*/ 158189 h 170443"/>
              <a:gd name="csX305" fmla="*/ 660406 w 2163104"/>
              <a:gd name="csY305" fmla="*/ 157993 h 170443"/>
              <a:gd name="csX306" fmla="*/ 662572 w 2163104"/>
              <a:gd name="csY306" fmla="*/ 157786 h 170443"/>
              <a:gd name="csX307" fmla="*/ 664737 w 2163104"/>
              <a:gd name="csY307" fmla="*/ 157579 h 170443"/>
              <a:gd name="csX308" fmla="*/ 666902 w 2163104"/>
              <a:gd name="csY308" fmla="*/ 157372 h 170443"/>
              <a:gd name="csX309" fmla="*/ 669067 w 2163104"/>
              <a:gd name="csY309" fmla="*/ 157154 h 170443"/>
              <a:gd name="csX310" fmla="*/ 671232 w 2163104"/>
              <a:gd name="csY310" fmla="*/ 156937 h 170443"/>
              <a:gd name="csX311" fmla="*/ 673398 w 2163104"/>
              <a:gd name="csY311" fmla="*/ 156720 h 170443"/>
              <a:gd name="csX312" fmla="*/ 675563 w 2163104"/>
              <a:gd name="csY312" fmla="*/ 156502 h 170443"/>
              <a:gd name="csX313" fmla="*/ 677728 w 2163104"/>
              <a:gd name="csY313" fmla="*/ 156275 h 170443"/>
              <a:gd name="csX314" fmla="*/ 679893 w 2163104"/>
              <a:gd name="csY314" fmla="*/ 156047 h 170443"/>
              <a:gd name="csX315" fmla="*/ 682059 w 2163104"/>
              <a:gd name="csY315" fmla="*/ 155819 h 170443"/>
              <a:gd name="csX316" fmla="*/ 684224 w 2163104"/>
              <a:gd name="csY316" fmla="*/ 155592 h 170443"/>
              <a:gd name="csX317" fmla="*/ 686389 w 2163104"/>
              <a:gd name="csY317" fmla="*/ 155353 h 170443"/>
              <a:gd name="csX318" fmla="*/ 688554 w 2163104"/>
              <a:gd name="csY318" fmla="*/ 155115 h 170443"/>
              <a:gd name="csX319" fmla="*/ 690719 w 2163104"/>
              <a:gd name="csY319" fmla="*/ 154877 h 170443"/>
              <a:gd name="csX320" fmla="*/ 692885 w 2163104"/>
              <a:gd name="csY320" fmla="*/ 154629 h 170443"/>
              <a:gd name="csX321" fmla="*/ 695050 w 2163104"/>
              <a:gd name="csY321" fmla="*/ 154381 h 170443"/>
              <a:gd name="csX322" fmla="*/ 697215 w 2163104"/>
              <a:gd name="csY322" fmla="*/ 154132 h 170443"/>
              <a:gd name="csX323" fmla="*/ 699380 w 2163104"/>
              <a:gd name="csY323" fmla="*/ 153884 h 170443"/>
              <a:gd name="csX324" fmla="*/ 701547 w 2163104"/>
              <a:gd name="csY324" fmla="*/ 153625 h 170443"/>
              <a:gd name="csX325" fmla="*/ 703712 w 2163104"/>
              <a:gd name="csY325" fmla="*/ 153366 h 170443"/>
              <a:gd name="csX326" fmla="*/ 705877 w 2163104"/>
              <a:gd name="csY326" fmla="*/ 153108 h 170443"/>
              <a:gd name="csX327" fmla="*/ 708042 w 2163104"/>
              <a:gd name="csY327" fmla="*/ 152838 h 170443"/>
              <a:gd name="csX328" fmla="*/ 710207 w 2163104"/>
              <a:gd name="csY328" fmla="*/ 152569 h 170443"/>
              <a:gd name="csX329" fmla="*/ 712373 w 2163104"/>
              <a:gd name="csY329" fmla="*/ 152300 h 170443"/>
              <a:gd name="csX330" fmla="*/ 714538 w 2163104"/>
              <a:gd name="csY330" fmla="*/ 152021 h 170443"/>
              <a:gd name="csX331" fmla="*/ 716703 w 2163104"/>
              <a:gd name="csY331" fmla="*/ 151741 h 170443"/>
              <a:gd name="csX332" fmla="*/ 718868 w 2163104"/>
              <a:gd name="csY332" fmla="*/ 151462 h 170443"/>
              <a:gd name="csX333" fmla="*/ 721033 w 2163104"/>
              <a:gd name="csY333" fmla="*/ 151172 h 170443"/>
              <a:gd name="csX334" fmla="*/ 723199 w 2163104"/>
              <a:gd name="csY334" fmla="*/ 150893 h 170443"/>
              <a:gd name="csX335" fmla="*/ 725364 w 2163104"/>
              <a:gd name="csY335" fmla="*/ 150603 h 170443"/>
              <a:gd name="csX336" fmla="*/ 727529 w 2163104"/>
              <a:gd name="csY336" fmla="*/ 150303 h 170443"/>
              <a:gd name="csX337" fmla="*/ 729694 w 2163104"/>
              <a:gd name="csY337" fmla="*/ 150003 h 170443"/>
              <a:gd name="csX338" fmla="*/ 731860 w 2163104"/>
              <a:gd name="csY338" fmla="*/ 149702 h 170443"/>
              <a:gd name="csX339" fmla="*/ 734025 w 2163104"/>
              <a:gd name="csY339" fmla="*/ 149402 h 170443"/>
              <a:gd name="csX340" fmla="*/ 736190 w 2163104"/>
              <a:gd name="csY340" fmla="*/ 149092 h 170443"/>
              <a:gd name="csX341" fmla="*/ 738355 w 2163104"/>
              <a:gd name="csY341" fmla="*/ 148781 h 170443"/>
              <a:gd name="csX342" fmla="*/ 740520 w 2163104"/>
              <a:gd name="csY342" fmla="*/ 148460 h 170443"/>
              <a:gd name="csX343" fmla="*/ 742686 w 2163104"/>
              <a:gd name="csY343" fmla="*/ 148150 h 170443"/>
              <a:gd name="csX344" fmla="*/ 744851 w 2163104"/>
              <a:gd name="csY344" fmla="*/ 147819 h 170443"/>
              <a:gd name="csX345" fmla="*/ 747016 w 2163104"/>
              <a:gd name="csY345" fmla="*/ 147498 h 170443"/>
              <a:gd name="csX346" fmla="*/ 749182 w 2163104"/>
              <a:gd name="csY346" fmla="*/ 147167 h 170443"/>
              <a:gd name="csX347" fmla="*/ 751348 w 2163104"/>
              <a:gd name="csY347" fmla="*/ 146835 h 170443"/>
              <a:gd name="csX348" fmla="*/ 753513 w 2163104"/>
              <a:gd name="csY348" fmla="*/ 146504 h 170443"/>
              <a:gd name="csX349" fmla="*/ 755678 w 2163104"/>
              <a:gd name="csY349" fmla="*/ 146163 h 170443"/>
              <a:gd name="csX350" fmla="*/ 757843 w 2163104"/>
              <a:gd name="csY350" fmla="*/ 145821 h 170443"/>
              <a:gd name="csX351" fmla="*/ 760009 w 2163104"/>
              <a:gd name="csY351" fmla="*/ 145469 h 170443"/>
              <a:gd name="csX352" fmla="*/ 762174 w 2163104"/>
              <a:gd name="csY352" fmla="*/ 145117 h 170443"/>
              <a:gd name="csX353" fmla="*/ 764334 w 2163104"/>
              <a:gd name="csY353" fmla="*/ 144765 h 170443"/>
              <a:gd name="csX354" fmla="*/ 766507 w 2163104"/>
              <a:gd name="csY354" fmla="*/ 144414 h 170443"/>
              <a:gd name="csX355" fmla="*/ 768670 w 2163104"/>
              <a:gd name="csY355" fmla="*/ 144051 h 170443"/>
              <a:gd name="csX356" fmla="*/ 770834 w 2163104"/>
              <a:gd name="csY356" fmla="*/ 143689 h 170443"/>
              <a:gd name="csX357" fmla="*/ 772997 w 2163104"/>
              <a:gd name="csY357" fmla="*/ 143316 h 170443"/>
              <a:gd name="csX358" fmla="*/ 775170 w 2163104"/>
              <a:gd name="csY358" fmla="*/ 142944 h 170443"/>
              <a:gd name="csX359" fmla="*/ 777333 w 2163104"/>
              <a:gd name="csY359" fmla="*/ 142571 h 170443"/>
              <a:gd name="csX360" fmla="*/ 779497 w 2163104"/>
              <a:gd name="csY360" fmla="*/ 142188 h 170443"/>
              <a:gd name="csX361" fmla="*/ 781660 w 2163104"/>
              <a:gd name="csY361" fmla="*/ 141805 h 170443"/>
              <a:gd name="csX362" fmla="*/ 783823 w 2163104"/>
              <a:gd name="csY362" fmla="*/ 141422 h 170443"/>
              <a:gd name="csX363" fmla="*/ 785996 w 2163104"/>
              <a:gd name="csY363" fmla="*/ 141029 h 170443"/>
              <a:gd name="csX364" fmla="*/ 788160 w 2163104"/>
              <a:gd name="csY364" fmla="*/ 140636 h 170443"/>
              <a:gd name="csX365" fmla="*/ 790323 w 2163104"/>
              <a:gd name="csY365" fmla="*/ 140232 h 170443"/>
              <a:gd name="csX366" fmla="*/ 792486 w 2163104"/>
              <a:gd name="csY366" fmla="*/ 139828 h 170443"/>
              <a:gd name="csX367" fmla="*/ 794649 w 2163104"/>
              <a:gd name="csY367" fmla="*/ 139425 h 170443"/>
              <a:gd name="csX368" fmla="*/ 796822 w 2163104"/>
              <a:gd name="csY368" fmla="*/ 139021 h 170443"/>
              <a:gd name="csX369" fmla="*/ 798986 w 2163104"/>
              <a:gd name="csY369" fmla="*/ 138607 h 170443"/>
              <a:gd name="csX370" fmla="*/ 801149 w 2163104"/>
              <a:gd name="csY370" fmla="*/ 138183 h 170443"/>
              <a:gd name="csX371" fmla="*/ 803312 w 2163104"/>
              <a:gd name="csY371" fmla="*/ 137769 h 170443"/>
              <a:gd name="csX372" fmla="*/ 805475 w 2163104"/>
              <a:gd name="csY372" fmla="*/ 137345 h 170443"/>
              <a:gd name="csX373" fmla="*/ 807649 w 2163104"/>
              <a:gd name="csY373" fmla="*/ 136910 h 170443"/>
              <a:gd name="csX374" fmla="*/ 809812 w 2163104"/>
              <a:gd name="csY374" fmla="*/ 136485 h 170443"/>
              <a:gd name="csX375" fmla="*/ 811975 w 2163104"/>
              <a:gd name="csY375" fmla="*/ 136040 h 170443"/>
              <a:gd name="csX376" fmla="*/ 814138 w 2163104"/>
              <a:gd name="csY376" fmla="*/ 135606 h 170443"/>
              <a:gd name="csX377" fmla="*/ 816301 w 2163104"/>
              <a:gd name="csY377" fmla="*/ 135161 h 170443"/>
              <a:gd name="csX378" fmla="*/ 818475 w 2163104"/>
              <a:gd name="csY378" fmla="*/ 134716 h 170443"/>
              <a:gd name="csX379" fmla="*/ 820638 w 2163104"/>
              <a:gd name="csY379" fmla="*/ 134260 h 170443"/>
              <a:gd name="csX380" fmla="*/ 822801 w 2163104"/>
              <a:gd name="csY380" fmla="*/ 133805 h 170443"/>
              <a:gd name="csX381" fmla="*/ 824964 w 2163104"/>
              <a:gd name="csY381" fmla="*/ 133349 h 170443"/>
              <a:gd name="csX382" fmla="*/ 827127 w 2163104"/>
              <a:gd name="csY382" fmla="*/ 132884 h 170443"/>
              <a:gd name="csX383" fmla="*/ 829301 w 2163104"/>
              <a:gd name="csY383" fmla="*/ 132418 h 170443"/>
              <a:gd name="csX384" fmla="*/ 831464 w 2163104"/>
              <a:gd name="csY384" fmla="*/ 131942 h 170443"/>
              <a:gd name="csX385" fmla="*/ 833627 w 2163104"/>
              <a:gd name="csY385" fmla="*/ 131476 h 170443"/>
              <a:gd name="csX386" fmla="*/ 835790 w 2163104"/>
              <a:gd name="csY386" fmla="*/ 130990 h 170443"/>
              <a:gd name="csX387" fmla="*/ 837953 w 2163104"/>
              <a:gd name="csY387" fmla="*/ 130513 h 170443"/>
              <a:gd name="csX388" fmla="*/ 840127 w 2163104"/>
              <a:gd name="csY388" fmla="*/ 130027 h 170443"/>
              <a:gd name="csX389" fmla="*/ 842290 w 2163104"/>
              <a:gd name="csY389" fmla="*/ 129530 h 170443"/>
              <a:gd name="csX390" fmla="*/ 844453 w 2163104"/>
              <a:gd name="csY390" fmla="*/ 129044 h 170443"/>
              <a:gd name="csX391" fmla="*/ 846616 w 2163104"/>
              <a:gd name="csY391" fmla="*/ 128547 h 170443"/>
              <a:gd name="csX392" fmla="*/ 848779 w 2163104"/>
              <a:gd name="csY392" fmla="*/ 128040 h 170443"/>
              <a:gd name="csX393" fmla="*/ 850953 w 2163104"/>
              <a:gd name="csY393" fmla="*/ 127533 h 170443"/>
              <a:gd name="csX394" fmla="*/ 853116 w 2163104"/>
              <a:gd name="csY394" fmla="*/ 127025 h 170443"/>
              <a:gd name="csX395" fmla="*/ 855279 w 2163104"/>
              <a:gd name="csY395" fmla="*/ 126508 h 170443"/>
              <a:gd name="csX396" fmla="*/ 857442 w 2163104"/>
              <a:gd name="csY396" fmla="*/ 126001 h 170443"/>
              <a:gd name="csX397" fmla="*/ 859605 w 2163104"/>
              <a:gd name="csY397" fmla="*/ 125473 h 170443"/>
              <a:gd name="csX398" fmla="*/ 861779 w 2163104"/>
              <a:gd name="csY398" fmla="*/ 124955 h 170443"/>
              <a:gd name="csX399" fmla="*/ 863942 w 2163104"/>
              <a:gd name="csY399" fmla="*/ 124428 h 170443"/>
              <a:gd name="csX400" fmla="*/ 866105 w 2163104"/>
              <a:gd name="csY400" fmla="*/ 123890 h 170443"/>
              <a:gd name="csX401" fmla="*/ 868268 w 2163104"/>
              <a:gd name="csY401" fmla="*/ 123351 h 170443"/>
              <a:gd name="csX402" fmla="*/ 870442 w 2163104"/>
              <a:gd name="csY402" fmla="*/ 122813 h 170443"/>
              <a:gd name="csX403" fmla="*/ 872605 w 2163104"/>
              <a:gd name="csY403" fmla="*/ 122275 h 170443"/>
              <a:gd name="csX404" fmla="*/ 874768 w 2163104"/>
              <a:gd name="csY404" fmla="*/ 121726 h 170443"/>
              <a:gd name="csX405" fmla="*/ 876931 w 2163104"/>
              <a:gd name="csY405" fmla="*/ 121178 h 170443"/>
              <a:gd name="csX406" fmla="*/ 879095 w 2163104"/>
              <a:gd name="csY406" fmla="*/ 120619 h 170443"/>
              <a:gd name="csX407" fmla="*/ 881268 w 2163104"/>
              <a:gd name="csY407" fmla="*/ 120060 h 170443"/>
              <a:gd name="csX408" fmla="*/ 883431 w 2163104"/>
              <a:gd name="csY408" fmla="*/ 119501 h 170443"/>
              <a:gd name="csX409" fmla="*/ 885594 w 2163104"/>
              <a:gd name="csY409" fmla="*/ 118932 h 170443"/>
              <a:gd name="csX410" fmla="*/ 887757 w 2163104"/>
              <a:gd name="csY410" fmla="*/ 118363 h 170443"/>
              <a:gd name="csX411" fmla="*/ 889921 w 2163104"/>
              <a:gd name="csY411" fmla="*/ 117793 h 170443"/>
              <a:gd name="csX412" fmla="*/ 892094 w 2163104"/>
              <a:gd name="csY412" fmla="*/ 117214 h 170443"/>
              <a:gd name="csX413" fmla="*/ 894257 w 2163104"/>
              <a:gd name="csY413" fmla="*/ 116634 h 170443"/>
              <a:gd name="csX414" fmla="*/ 896420 w 2163104"/>
              <a:gd name="csY414" fmla="*/ 116054 h 170443"/>
              <a:gd name="csX415" fmla="*/ 898584 w 2163104"/>
              <a:gd name="csY415" fmla="*/ 115465 h 170443"/>
              <a:gd name="csX416" fmla="*/ 900747 w 2163104"/>
              <a:gd name="csY416" fmla="*/ 114875 h 170443"/>
              <a:gd name="csX417" fmla="*/ 902920 w 2163104"/>
              <a:gd name="csY417" fmla="*/ 114285 h 170443"/>
              <a:gd name="csX418" fmla="*/ 905083 w 2163104"/>
              <a:gd name="csY418" fmla="*/ 113684 h 170443"/>
              <a:gd name="csX419" fmla="*/ 907246 w 2163104"/>
              <a:gd name="csY419" fmla="*/ 113084 h 170443"/>
              <a:gd name="csX420" fmla="*/ 909410 w 2163104"/>
              <a:gd name="csY420" fmla="*/ 112484 h 170443"/>
              <a:gd name="csX421" fmla="*/ 911573 w 2163104"/>
              <a:gd name="csY421" fmla="*/ 111873 h 170443"/>
              <a:gd name="csX422" fmla="*/ 913746 w 2163104"/>
              <a:gd name="csY422" fmla="*/ 111262 h 170443"/>
              <a:gd name="csX423" fmla="*/ 915909 w 2163104"/>
              <a:gd name="csY423" fmla="*/ 110652 h 170443"/>
              <a:gd name="csX424" fmla="*/ 918073 w 2163104"/>
              <a:gd name="csY424" fmla="*/ 110031 h 170443"/>
              <a:gd name="csX425" fmla="*/ 920236 w 2163104"/>
              <a:gd name="csY425" fmla="*/ 109410 h 170443"/>
              <a:gd name="csX426" fmla="*/ 922399 w 2163104"/>
              <a:gd name="csY426" fmla="*/ 108789 h 170443"/>
              <a:gd name="csX427" fmla="*/ 924572 w 2163104"/>
              <a:gd name="csY427" fmla="*/ 108157 h 170443"/>
              <a:gd name="csX428" fmla="*/ 926735 w 2163104"/>
              <a:gd name="csY428" fmla="*/ 107526 h 170443"/>
              <a:gd name="csX429" fmla="*/ 928899 w 2163104"/>
              <a:gd name="csY429" fmla="*/ 106895 h 170443"/>
              <a:gd name="csX430" fmla="*/ 931062 w 2163104"/>
              <a:gd name="csY430" fmla="*/ 106253 h 170443"/>
              <a:gd name="csX431" fmla="*/ 933225 w 2163104"/>
              <a:gd name="csY431" fmla="*/ 105611 h 170443"/>
              <a:gd name="csX432" fmla="*/ 935398 w 2163104"/>
              <a:gd name="csY432" fmla="*/ 104970 h 170443"/>
              <a:gd name="csX433" fmla="*/ 937562 w 2163104"/>
              <a:gd name="csY433" fmla="*/ 104328 h 170443"/>
              <a:gd name="csX434" fmla="*/ 939725 w 2163104"/>
              <a:gd name="csY434" fmla="*/ 103676 h 170443"/>
              <a:gd name="csX435" fmla="*/ 941888 w 2163104"/>
              <a:gd name="csY435" fmla="*/ 103024 h 170443"/>
              <a:gd name="csX436" fmla="*/ 944051 w 2163104"/>
              <a:gd name="csY436" fmla="*/ 102372 h 170443"/>
              <a:gd name="csX437" fmla="*/ 946225 w 2163104"/>
              <a:gd name="csY437" fmla="*/ 101709 h 170443"/>
              <a:gd name="csX438" fmla="*/ 948388 w 2163104"/>
              <a:gd name="csY438" fmla="*/ 101047 h 170443"/>
              <a:gd name="csX439" fmla="*/ 950551 w 2163104"/>
              <a:gd name="csY439" fmla="*/ 100385 h 170443"/>
              <a:gd name="csX440" fmla="*/ 952714 w 2163104"/>
              <a:gd name="csY440" fmla="*/ 99722 h 170443"/>
              <a:gd name="csX441" fmla="*/ 954877 w 2163104"/>
              <a:gd name="csY441" fmla="*/ 99050 h 170443"/>
              <a:gd name="csX442" fmla="*/ 957051 w 2163104"/>
              <a:gd name="csY442" fmla="*/ 98377 h 170443"/>
              <a:gd name="csX443" fmla="*/ 959214 w 2163104"/>
              <a:gd name="csY443" fmla="*/ 97704 h 170443"/>
              <a:gd name="csX444" fmla="*/ 961377 w 2163104"/>
              <a:gd name="csY444" fmla="*/ 97031 h 170443"/>
              <a:gd name="csX445" fmla="*/ 963540 w 2163104"/>
              <a:gd name="csY445" fmla="*/ 96348 h 170443"/>
              <a:gd name="csX446" fmla="*/ 965714 w 2163104"/>
              <a:gd name="csY446" fmla="*/ 95665 h 170443"/>
              <a:gd name="csX447" fmla="*/ 967877 w 2163104"/>
              <a:gd name="csY447" fmla="*/ 94982 h 170443"/>
              <a:gd name="csX448" fmla="*/ 970040 w 2163104"/>
              <a:gd name="csY448" fmla="*/ 94299 h 170443"/>
              <a:gd name="csX449" fmla="*/ 972203 w 2163104"/>
              <a:gd name="csY449" fmla="*/ 93605 h 170443"/>
              <a:gd name="csX450" fmla="*/ 974366 w 2163104"/>
              <a:gd name="csY450" fmla="*/ 92912 h 170443"/>
              <a:gd name="csX451" fmla="*/ 976540 w 2163104"/>
              <a:gd name="csY451" fmla="*/ 92218 h 170443"/>
              <a:gd name="csX452" fmla="*/ 978703 w 2163104"/>
              <a:gd name="csY452" fmla="*/ 91525 h 170443"/>
              <a:gd name="csX453" fmla="*/ 980866 w 2163104"/>
              <a:gd name="csY453" fmla="*/ 90832 h 170443"/>
              <a:gd name="csX454" fmla="*/ 983029 w 2163104"/>
              <a:gd name="csY454" fmla="*/ 90128 h 170443"/>
              <a:gd name="csX455" fmla="*/ 985192 w 2163104"/>
              <a:gd name="csY455" fmla="*/ 89424 h 170443"/>
              <a:gd name="csX456" fmla="*/ 987366 w 2163104"/>
              <a:gd name="csY456" fmla="*/ 88720 h 170443"/>
              <a:gd name="csX457" fmla="*/ 989529 w 2163104"/>
              <a:gd name="csY457" fmla="*/ 88016 h 170443"/>
              <a:gd name="csX458" fmla="*/ 991692 w 2163104"/>
              <a:gd name="csY458" fmla="*/ 87302 h 170443"/>
              <a:gd name="csX459" fmla="*/ 993855 w 2163104"/>
              <a:gd name="csY459" fmla="*/ 86598 h 170443"/>
              <a:gd name="csX460" fmla="*/ 996018 w 2163104"/>
              <a:gd name="csY460" fmla="*/ 85884 h 170443"/>
              <a:gd name="csX461" fmla="*/ 998192 w 2163104"/>
              <a:gd name="csY461" fmla="*/ 85170 h 170443"/>
              <a:gd name="csX462" fmla="*/ 1000355 w 2163104"/>
              <a:gd name="csY462" fmla="*/ 84456 h 170443"/>
              <a:gd name="csX463" fmla="*/ 1002518 w 2163104"/>
              <a:gd name="csY463" fmla="*/ 83742 h 170443"/>
              <a:gd name="csX464" fmla="*/ 1004681 w 2163104"/>
              <a:gd name="csY464" fmla="*/ 83017 h 170443"/>
              <a:gd name="csX465" fmla="*/ 1006844 w 2163104"/>
              <a:gd name="csY465" fmla="*/ 82303 h 170443"/>
              <a:gd name="csX466" fmla="*/ 1009018 w 2163104"/>
              <a:gd name="csY466" fmla="*/ 81579 h 170443"/>
              <a:gd name="csX467" fmla="*/ 1011181 w 2163104"/>
              <a:gd name="csY467" fmla="*/ 80854 h 170443"/>
              <a:gd name="csX468" fmla="*/ 1013344 w 2163104"/>
              <a:gd name="csY468" fmla="*/ 80130 h 170443"/>
              <a:gd name="csX469" fmla="*/ 1015507 w 2163104"/>
              <a:gd name="csY469" fmla="*/ 79405 h 170443"/>
              <a:gd name="csX470" fmla="*/ 1017671 w 2163104"/>
              <a:gd name="csY470" fmla="*/ 78681 h 170443"/>
              <a:gd name="csX471" fmla="*/ 1019844 w 2163104"/>
              <a:gd name="csY471" fmla="*/ 77956 h 170443"/>
              <a:gd name="csX472" fmla="*/ 1022007 w 2163104"/>
              <a:gd name="csY472" fmla="*/ 77221 h 170443"/>
              <a:gd name="csX473" fmla="*/ 1024170 w 2163104"/>
              <a:gd name="csY473" fmla="*/ 76497 h 170443"/>
              <a:gd name="csX474" fmla="*/ 1026334 w 2163104"/>
              <a:gd name="csY474" fmla="*/ 75762 h 170443"/>
              <a:gd name="csX475" fmla="*/ 1028497 w 2163104"/>
              <a:gd name="csY475" fmla="*/ 75037 h 170443"/>
              <a:gd name="csX476" fmla="*/ 1030670 w 2163104"/>
              <a:gd name="csY476" fmla="*/ 74303 h 170443"/>
              <a:gd name="csX477" fmla="*/ 1032833 w 2163104"/>
              <a:gd name="csY477" fmla="*/ 73568 h 170443"/>
              <a:gd name="csX478" fmla="*/ 1034997 w 2163104"/>
              <a:gd name="csY478" fmla="*/ 72833 h 170443"/>
              <a:gd name="csX479" fmla="*/ 1037160 w 2163104"/>
              <a:gd name="csY479" fmla="*/ 72108 h 170443"/>
              <a:gd name="csX480" fmla="*/ 1039323 w 2163104"/>
              <a:gd name="csY480" fmla="*/ 71374 h 170443"/>
              <a:gd name="csX481" fmla="*/ 1041496 w 2163104"/>
              <a:gd name="csY481" fmla="*/ 70639 h 170443"/>
              <a:gd name="csX482" fmla="*/ 1043659 w 2163104"/>
              <a:gd name="csY482" fmla="*/ 69904 h 170443"/>
              <a:gd name="csX483" fmla="*/ 1045823 w 2163104"/>
              <a:gd name="csY483" fmla="*/ 69159 h 170443"/>
              <a:gd name="csX484" fmla="*/ 1047986 w 2163104"/>
              <a:gd name="csY484" fmla="*/ 68424 h 170443"/>
              <a:gd name="csX485" fmla="*/ 1050149 w 2163104"/>
              <a:gd name="csY485" fmla="*/ 67689 h 170443"/>
              <a:gd name="csX486" fmla="*/ 1052322 w 2163104"/>
              <a:gd name="csY486" fmla="*/ 66954 h 170443"/>
              <a:gd name="csX487" fmla="*/ 1054486 w 2163104"/>
              <a:gd name="csY487" fmla="*/ 66219 h 170443"/>
              <a:gd name="csX488" fmla="*/ 1056649 w 2163104"/>
              <a:gd name="csY488" fmla="*/ 65484 h 170443"/>
              <a:gd name="csX489" fmla="*/ 1058812 w 2163104"/>
              <a:gd name="csY489" fmla="*/ 64750 h 170443"/>
              <a:gd name="csX490" fmla="*/ 1060985 w 2163104"/>
              <a:gd name="csY490" fmla="*/ 64015 h 170443"/>
              <a:gd name="csX491" fmla="*/ 1063149 w 2163104"/>
              <a:gd name="csY491" fmla="*/ 63280 h 170443"/>
              <a:gd name="csX492" fmla="*/ 1065312 w 2163104"/>
              <a:gd name="csY492" fmla="*/ 62545 h 170443"/>
              <a:gd name="csX493" fmla="*/ 1067475 w 2163104"/>
              <a:gd name="csY493" fmla="*/ 61810 h 170443"/>
              <a:gd name="csX494" fmla="*/ 1069638 w 2163104"/>
              <a:gd name="csY494" fmla="*/ 61075 h 170443"/>
              <a:gd name="csX495" fmla="*/ 1071811 w 2163104"/>
              <a:gd name="csY495" fmla="*/ 60341 h 170443"/>
              <a:gd name="csX496" fmla="*/ 1073975 w 2163104"/>
              <a:gd name="csY496" fmla="*/ 59616 h 170443"/>
              <a:gd name="csX497" fmla="*/ 1076138 w 2163104"/>
              <a:gd name="csY497" fmla="*/ 58881 h 170443"/>
              <a:gd name="csX498" fmla="*/ 1078301 w 2163104"/>
              <a:gd name="csY498" fmla="*/ 58146 h 170443"/>
              <a:gd name="csX499" fmla="*/ 1080464 w 2163104"/>
              <a:gd name="csY499" fmla="*/ 57422 h 170443"/>
              <a:gd name="csX500" fmla="*/ 1082638 w 2163104"/>
              <a:gd name="csY500" fmla="*/ 56687 h 170443"/>
              <a:gd name="csX501" fmla="*/ 1084801 w 2163104"/>
              <a:gd name="csY501" fmla="*/ 55962 h 170443"/>
              <a:gd name="csX502" fmla="*/ 1086964 w 2163104"/>
              <a:gd name="csY502" fmla="*/ 55238 h 170443"/>
              <a:gd name="csX503" fmla="*/ 1089127 w 2163104"/>
              <a:gd name="csY503" fmla="*/ 54513 h 170443"/>
              <a:gd name="csX504" fmla="*/ 1091290 w 2163104"/>
              <a:gd name="csY504" fmla="*/ 53789 h 170443"/>
              <a:gd name="csX505" fmla="*/ 1093464 w 2163104"/>
              <a:gd name="csY505" fmla="*/ 53064 h 170443"/>
              <a:gd name="csX506" fmla="*/ 1095627 w 2163104"/>
              <a:gd name="csY506" fmla="*/ 52340 h 170443"/>
              <a:gd name="csX507" fmla="*/ 1097790 w 2163104"/>
              <a:gd name="csY507" fmla="*/ 51626 h 170443"/>
              <a:gd name="csX508" fmla="*/ 1099953 w 2163104"/>
              <a:gd name="csY508" fmla="*/ 50912 h 170443"/>
              <a:gd name="csX509" fmla="*/ 1102116 w 2163104"/>
              <a:gd name="csY509" fmla="*/ 50197 h 170443"/>
              <a:gd name="csX510" fmla="*/ 1104290 w 2163104"/>
              <a:gd name="csY510" fmla="*/ 49483 h 170443"/>
              <a:gd name="csX511" fmla="*/ 1106453 w 2163104"/>
              <a:gd name="csY511" fmla="*/ 48769 h 170443"/>
              <a:gd name="csX512" fmla="*/ 1108616 w 2163104"/>
              <a:gd name="csY512" fmla="*/ 48055 h 170443"/>
              <a:gd name="csX513" fmla="*/ 1110779 w 2163104"/>
              <a:gd name="csY513" fmla="*/ 47351 h 170443"/>
              <a:gd name="csX514" fmla="*/ 1112942 w 2163104"/>
              <a:gd name="csY514" fmla="*/ 46647 h 170443"/>
              <a:gd name="csX515" fmla="*/ 1115116 w 2163104"/>
              <a:gd name="csY515" fmla="*/ 45944 h 170443"/>
              <a:gd name="csX516" fmla="*/ 1117279 w 2163104"/>
              <a:gd name="csY516" fmla="*/ 45240 h 170443"/>
              <a:gd name="csX517" fmla="*/ 1119442 w 2163104"/>
              <a:gd name="csY517" fmla="*/ 44536 h 170443"/>
              <a:gd name="csX518" fmla="*/ 1121605 w 2163104"/>
              <a:gd name="csY518" fmla="*/ 43843 h 170443"/>
              <a:gd name="csX519" fmla="*/ 1123768 w 2163104"/>
              <a:gd name="csY519" fmla="*/ 43149 h 170443"/>
              <a:gd name="csX520" fmla="*/ 1125942 w 2163104"/>
              <a:gd name="csY520" fmla="*/ 42456 h 170443"/>
              <a:gd name="csX521" fmla="*/ 1128105 w 2163104"/>
              <a:gd name="csY521" fmla="*/ 41773 h 170443"/>
              <a:gd name="csX522" fmla="*/ 1130268 w 2163104"/>
              <a:gd name="csY522" fmla="*/ 41090 h 170443"/>
              <a:gd name="csX523" fmla="*/ 1132431 w 2163104"/>
              <a:gd name="csY523" fmla="*/ 40406 h 170443"/>
              <a:gd name="csX524" fmla="*/ 1134595 w 2163104"/>
              <a:gd name="csY524" fmla="*/ 39723 h 170443"/>
              <a:gd name="csX525" fmla="*/ 1136768 w 2163104"/>
              <a:gd name="csY525" fmla="*/ 39051 h 170443"/>
              <a:gd name="csX526" fmla="*/ 1138931 w 2163104"/>
              <a:gd name="csY526" fmla="*/ 38378 h 170443"/>
              <a:gd name="csX527" fmla="*/ 1141094 w 2163104"/>
              <a:gd name="csY527" fmla="*/ 37705 h 170443"/>
              <a:gd name="csX528" fmla="*/ 1143258 w 2163104"/>
              <a:gd name="csY528" fmla="*/ 37043 h 170443"/>
              <a:gd name="csX529" fmla="*/ 1145421 w 2163104"/>
              <a:gd name="csY529" fmla="*/ 36380 h 170443"/>
              <a:gd name="csX530" fmla="*/ 1147594 w 2163104"/>
              <a:gd name="csY530" fmla="*/ 35718 h 170443"/>
              <a:gd name="csX531" fmla="*/ 1149757 w 2163104"/>
              <a:gd name="csY531" fmla="*/ 35055 h 170443"/>
              <a:gd name="csX532" fmla="*/ 1151920 w 2163104"/>
              <a:gd name="csY532" fmla="*/ 34403 h 170443"/>
              <a:gd name="csX533" fmla="*/ 1154084 w 2163104"/>
              <a:gd name="csY533" fmla="*/ 33762 h 170443"/>
              <a:gd name="csX534" fmla="*/ 1156247 w 2163104"/>
              <a:gd name="csY534" fmla="*/ 33120 h 170443"/>
              <a:gd name="csX535" fmla="*/ 1158420 w 2163104"/>
              <a:gd name="csY535" fmla="*/ 32478 h 170443"/>
              <a:gd name="csX536" fmla="*/ 1160583 w 2163104"/>
              <a:gd name="csY536" fmla="*/ 31837 h 170443"/>
              <a:gd name="csX537" fmla="*/ 1162747 w 2163104"/>
              <a:gd name="csY537" fmla="*/ 31205 h 170443"/>
              <a:gd name="csX538" fmla="*/ 1164910 w 2163104"/>
              <a:gd name="csY538" fmla="*/ 30574 h 170443"/>
              <a:gd name="csX539" fmla="*/ 1167083 w 2163104"/>
              <a:gd name="csY539" fmla="*/ 29953 h 170443"/>
              <a:gd name="csX540" fmla="*/ 1169246 w 2163104"/>
              <a:gd name="csY540" fmla="*/ 29332 h 170443"/>
              <a:gd name="csX541" fmla="*/ 1171409 w 2163104"/>
              <a:gd name="csY541" fmla="*/ 28721 h 170443"/>
              <a:gd name="csX542" fmla="*/ 1173573 w 2163104"/>
              <a:gd name="csY542" fmla="*/ 28111 h 170443"/>
              <a:gd name="csX543" fmla="*/ 1175736 w 2163104"/>
              <a:gd name="csY543" fmla="*/ 27500 h 170443"/>
              <a:gd name="csX544" fmla="*/ 1177909 w 2163104"/>
              <a:gd name="csY544" fmla="*/ 26900 h 170443"/>
              <a:gd name="csX545" fmla="*/ 1180072 w 2163104"/>
              <a:gd name="csY545" fmla="*/ 26310 h 170443"/>
              <a:gd name="csX546" fmla="*/ 1182236 w 2163104"/>
              <a:gd name="csY546" fmla="*/ 25709 h 170443"/>
              <a:gd name="csX547" fmla="*/ 1184399 w 2163104"/>
              <a:gd name="csY547" fmla="*/ 25130 h 170443"/>
              <a:gd name="csX548" fmla="*/ 1186562 w 2163104"/>
              <a:gd name="csY548" fmla="*/ 24550 h 170443"/>
              <a:gd name="csX549" fmla="*/ 1188735 w 2163104"/>
              <a:gd name="csY549" fmla="*/ 23971 h 170443"/>
              <a:gd name="csX550" fmla="*/ 1190899 w 2163104"/>
              <a:gd name="csY550" fmla="*/ 23401 h 170443"/>
              <a:gd name="csX551" fmla="*/ 1193062 w 2163104"/>
              <a:gd name="csY551" fmla="*/ 22832 h 170443"/>
              <a:gd name="csX552" fmla="*/ 1195225 w 2163104"/>
              <a:gd name="csY552" fmla="*/ 22273 h 170443"/>
              <a:gd name="csX553" fmla="*/ 1197388 w 2163104"/>
              <a:gd name="csY553" fmla="*/ 21714 h 170443"/>
              <a:gd name="csX554" fmla="*/ 1199562 w 2163104"/>
              <a:gd name="csY554" fmla="*/ 21166 h 170443"/>
              <a:gd name="csX555" fmla="*/ 1201725 w 2163104"/>
              <a:gd name="csY555" fmla="*/ 20617 h 170443"/>
              <a:gd name="csX556" fmla="*/ 1203888 w 2163104"/>
              <a:gd name="csY556" fmla="*/ 20079 h 170443"/>
              <a:gd name="csX557" fmla="*/ 1206051 w 2163104"/>
              <a:gd name="csY557" fmla="*/ 19551 h 170443"/>
              <a:gd name="csX558" fmla="*/ 1208214 w 2163104"/>
              <a:gd name="csY558" fmla="*/ 19023 h 170443"/>
              <a:gd name="csX559" fmla="*/ 1210388 w 2163104"/>
              <a:gd name="csY559" fmla="*/ 18495 h 170443"/>
              <a:gd name="csX560" fmla="*/ 1212551 w 2163104"/>
              <a:gd name="csY560" fmla="*/ 17988 h 170443"/>
              <a:gd name="csX561" fmla="*/ 1214714 w 2163104"/>
              <a:gd name="csY561" fmla="*/ 17471 h 170443"/>
              <a:gd name="csX562" fmla="*/ 1216877 w 2163104"/>
              <a:gd name="csY562" fmla="*/ 16974 h 170443"/>
              <a:gd name="csX563" fmla="*/ 1219040 w 2163104"/>
              <a:gd name="csY563" fmla="*/ 16477 h 170443"/>
              <a:gd name="csX564" fmla="*/ 1221214 w 2163104"/>
              <a:gd name="csY564" fmla="*/ 15980 h 170443"/>
              <a:gd name="csX565" fmla="*/ 1223377 w 2163104"/>
              <a:gd name="csY565" fmla="*/ 15494 h 170443"/>
              <a:gd name="csX566" fmla="*/ 1225540 w 2163104"/>
              <a:gd name="csY566" fmla="*/ 15018 h 170443"/>
              <a:gd name="csX567" fmla="*/ 1227703 w 2163104"/>
              <a:gd name="csY567" fmla="*/ 14552 h 170443"/>
              <a:gd name="csX568" fmla="*/ 1229866 w 2163104"/>
              <a:gd name="csY568" fmla="*/ 14086 h 170443"/>
              <a:gd name="csX569" fmla="*/ 1232040 w 2163104"/>
              <a:gd name="csY569" fmla="*/ 13621 h 170443"/>
              <a:gd name="csX570" fmla="*/ 1234203 w 2163104"/>
              <a:gd name="csY570" fmla="*/ 13176 h 170443"/>
              <a:gd name="csX571" fmla="*/ 1236366 w 2163104"/>
              <a:gd name="csY571" fmla="*/ 12731 h 170443"/>
              <a:gd name="csX572" fmla="*/ 1238529 w 2163104"/>
              <a:gd name="csY572" fmla="*/ 12285 h 170443"/>
              <a:gd name="csX573" fmla="*/ 1240692 w 2163104"/>
              <a:gd name="csY573" fmla="*/ 11851 h 170443"/>
              <a:gd name="csX574" fmla="*/ 1242866 w 2163104"/>
              <a:gd name="csY574" fmla="*/ 11426 h 170443"/>
              <a:gd name="csX575" fmla="*/ 1245029 w 2163104"/>
              <a:gd name="csY575" fmla="*/ 11012 h 170443"/>
              <a:gd name="csX576" fmla="*/ 1247192 w 2163104"/>
              <a:gd name="csY576" fmla="*/ 10598 h 170443"/>
              <a:gd name="csX577" fmla="*/ 1249355 w 2163104"/>
              <a:gd name="csY577" fmla="*/ 10195 h 170443"/>
              <a:gd name="csX578" fmla="*/ 1251518 w 2163104"/>
              <a:gd name="csY578" fmla="*/ 9801 h 170443"/>
              <a:gd name="csX579" fmla="*/ 1253692 w 2163104"/>
              <a:gd name="csY579" fmla="*/ 9408 h 170443"/>
              <a:gd name="csX580" fmla="*/ 1255855 w 2163104"/>
              <a:gd name="csY580" fmla="*/ 9025 h 170443"/>
              <a:gd name="csX581" fmla="*/ 1258018 w 2163104"/>
              <a:gd name="csY581" fmla="*/ 8653 h 170443"/>
              <a:gd name="csX582" fmla="*/ 1260181 w 2163104"/>
              <a:gd name="csY582" fmla="*/ 8280 h 170443"/>
              <a:gd name="csX583" fmla="*/ 1262355 w 2163104"/>
              <a:gd name="csY583" fmla="*/ 7918 h 170443"/>
              <a:gd name="csX584" fmla="*/ 1264518 w 2163104"/>
              <a:gd name="csY584" fmla="*/ 7566 h 170443"/>
              <a:gd name="csX585" fmla="*/ 1266681 w 2163104"/>
              <a:gd name="csY585" fmla="*/ 7224 h 170443"/>
              <a:gd name="csX586" fmla="*/ 1268844 w 2163104"/>
              <a:gd name="csY586" fmla="*/ 6883 h 170443"/>
              <a:gd name="csX587" fmla="*/ 1271007 w 2163104"/>
              <a:gd name="csY587" fmla="*/ 6552 h 170443"/>
              <a:gd name="csX588" fmla="*/ 1273181 w 2163104"/>
              <a:gd name="csY588" fmla="*/ 6231 h 170443"/>
              <a:gd name="csX589" fmla="*/ 1275344 w 2163104"/>
              <a:gd name="csY589" fmla="*/ 5920 h 170443"/>
              <a:gd name="csX590" fmla="*/ 1277507 w 2163104"/>
              <a:gd name="csY590" fmla="*/ 5610 h 170443"/>
              <a:gd name="csX591" fmla="*/ 1279670 w 2163104"/>
              <a:gd name="csY591" fmla="*/ 5310 h 170443"/>
              <a:gd name="csX592" fmla="*/ 1281834 w 2163104"/>
              <a:gd name="csY592" fmla="*/ 5020 h 170443"/>
              <a:gd name="csX593" fmla="*/ 1284007 w 2163104"/>
              <a:gd name="csY593" fmla="*/ 4730 h 170443"/>
              <a:gd name="csX594" fmla="*/ 1286170 w 2163104"/>
              <a:gd name="csY594" fmla="*/ 4461 h 170443"/>
              <a:gd name="csX595" fmla="*/ 1288333 w 2163104"/>
              <a:gd name="csY595" fmla="*/ 4192 h 170443"/>
              <a:gd name="csX596" fmla="*/ 1290497 w 2163104"/>
              <a:gd name="csY596" fmla="*/ 3933 h 170443"/>
              <a:gd name="csX597" fmla="*/ 1292660 w 2163104"/>
              <a:gd name="csY597" fmla="*/ 3674 h 170443"/>
              <a:gd name="csX598" fmla="*/ 1294833 w 2163104"/>
              <a:gd name="csY598" fmla="*/ 3436 h 170443"/>
              <a:gd name="csX599" fmla="*/ 1296996 w 2163104"/>
              <a:gd name="csY599" fmla="*/ 3198 h 170443"/>
              <a:gd name="csX600" fmla="*/ 1299160 w 2163104"/>
              <a:gd name="csY600" fmla="*/ 2970 h 170443"/>
              <a:gd name="csX601" fmla="*/ 1301323 w 2163104"/>
              <a:gd name="csY601" fmla="*/ 2753 h 170443"/>
              <a:gd name="csX602" fmla="*/ 1303486 w 2163104"/>
              <a:gd name="csY602" fmla="*/ 2536 h 170443"/>
              <a:gd name="csX603" fmla="*/ 1305659 w 2163104"/>
              <a:gd name="csY603" fmla="*/ 2339 h 170443"/>
              <a:gd name="csX604" fmla="*/ 1307822 w 2163104"/>
              <a:gd name="csY604" fmla="*/ 2143 h 170443"/>
              <a:gd name="csX605" fmla="*/ 1309986 w 2163104"/>
              <a:gd name="csY605" fmla="*/ 1956 h 170443"/>
              <a:gd name="csX606" fmla="*/ 1312149 w 2163104"/>
              <a:gd name="csY606" fmla="*/ 1780 h 170443"/>
              <a:gd name="csX607" fmla="*/ 1314312 w 2163104"/>
              <a:gd name="csY607" fmla="*/ 1604 h 170443"/>
              <a:gd name="csX608" fmla="*/ 1316485 w 2163104"/>
              <a:gd name="csY608" fmla="*/ 1449 h 170443"/>
              <a:gd name="csX609" fmla="*/ 1318649 w 2163104"/>
              <a:gd name="csY609" fmla="*/ 1294 h 170443"/>
              <a:gd name="csX610" fmla="*/ 1320812 w 2163104"/>
              <a:gd name="csY610" fmla="*/ 1149 h 170443"/>
              <a:gd name="csX611" fmla="*/ 1322975 w 2163104"/>
              <a:gd name="csY611" fmla="*/ 1014 h 170443"/>
              <a:gd name="csX612" fmla="*/ 1325138 w 2163104"/>
              <a:gd name="csY612" fmla="*/ 890 h 170443"/>
              <a:gd name="csX613" fmla="*/ 1327311 w 2163104"/>
              <a:gd name="csY613" fmla="*/ 766 h 170443"/>
              <a:gd name="csX614" fmla="*/ 1329475 w 2163104"/>
              <a:gd name="csY614" fmla="*/ 652 h 170443"/>
              <a:gd name="csX615" fmla="*/ 1331638 w 2163104"/>
              <a:gd name="csY615" fmla="*/ 549 h 170443"/>
              <a:gd name="csX616" fmla="*/ 1333801 w 2163104"/>
              <a:gd name="csY616" fmla="*/ 455 h 170443"/>
              <a:gd name="csX617" fmla="*/ 1335964 w 2163104"/>
              <a:gd name="csY617" fmla="*/ 373 h 170443"/>
              <a:gd name="csX618" fmla="*/ 1338137 w 2163104"/>
              <a:gd name="csY618" fmla="*/ 300 h 170443"/>
              <a:gd name="csX619" fmla="*/ 1340301 w 2163104"/>
              <a:gd name="csY619" fmla="*/ 228 h 170443"/>
              <a:gd name="csX620" fmla="*/ 1342464 w 2163104"/>
              <a:gd name="csY620" fmla="*/ 176 h 170443"/>
              <a:gd name="csX621" fmla="*/ 1344627 w 2163104"/>
              <a:gd name="csY621" fmla="*/ 124 h 170443"/>
              <a:gd name="csX622" fmla="*/ 1346790 w 2163104"/>
              <a:gd name="csY622" fmla="*/ 83 h 170443"/>
              <a:gd name="csX623" fmla="*/ 1348964 w 2163104"/>
              <a:gd name="csY623" fmla="*/ 41 h 170443"/>
              <a:gd name="csX624" fmla="*/ 1351127 w 2163104"/>
              <a:gd name="csY624" fmla="*/ 21 h 170443"/>
              <a:gd name="csX625" fmla="*/ 1353290 w 2163104"/>
              <a:gd name="csY625" fmla="*/ 10 h 170443"/>
              <a:gd name="csX626" fmla="*/ 1355453 w 2163104"/>
              <a:gd name="csY626" fmla="*/ 0 h 170443"/>
              <a:gd name="csX627" fmla="*/ 1357627 w 2163104"/>
              <a:gd name="csY627" fmla="*/ 0 h 170443"/>
              <a:gd name="csX628" fmla="*/ 1359790 w 2163104"/>
              <a:gd name="csY628" fmla="*/ 10 h 170443"/>
              <a:gd name="csX629" fmla="*/ 1361953 w 2163104"/>
              <a:gd name="csY629" fmla="*/ 31 h 170443"/>
              <a:gd name="csX630" fmla="*/ 1364116 w 2163104"/>
              <a:gd name="csY630" fmla="*/ 52 h 170443"/>
              <a:gd name="csX631" fmla="*/ 1366279 w 2163104"/>
              <a:gd name="csY631" fmla="*/ 93 h 170443"/>
              <a:gd name="csX632" fmla="*/ 1368453 w 2163104"/>
              <a:gd name="csY632" fmla="*/ 135 h 170443"/>
              <a:gd name="csX633" fmla="*/ 1370616 w 2163104"/>
              <a:gd name="csY633" fmla="*/ 186 h 170443"/>
              <a:gd name="csX634" fmla="*/ 1372779 w 2163104"/>
              <a:gd name="csY634" fmla="*/ 248 h 170443"/>
              <a:gd name="csX635" fmla="*/ 1374942 w 2163104"/>
              <a:gd name="csY635" fmla="*/ 321 h 170443"/>
              <a:gd name="csX636" fmla="*/ 1377105 w 2163104"/>
              <a:gd name="csY636" fmla="*/ 404 h 170443"/>
              <a:gd name="csX637" fmla="*/ 1379279 w 2163104"/>
              <a:gd name="csY637" fmla="*/ 486 h 170443"/>
              <a:gd name="csX638" fmla="*/ 1381442 w 2163104"/>
              <a:gd name="csY638" fmla="*/ 580 h 170443"/>
              <a:gd name="csX639" fmla="*/ 1383605 w 2163104"/>
              <a:gd name="csY639" fmla="*/ 683 h 170443"/>
              <a:gd name="csX640" fmla="*/ 1385768 w 2163104"/>
              <a:gd name="csY640" fmla="*/ 797 h 170443"/>
              <a:gd name="csX641" fmla="*/ 1387931 w 2163104"/>
              <a:gd name="csY641" fmla="*/ 921 h 170443"/>
              <a:gd name="csX642" fmla="*/ 1390105 w 2163104"/>
              <a:gd name="csY642" fmla="*/ 1056 h 170443"/>
              <a:gd name="csX643" fmla="*/ 1392268 w 2163104"/>
              <a:gd name="csY643" fmla="*/ 1190 h 170443"/>
              <a:gd name="csX644" fmla="*/ 1394431 w 2163104"/>
              <a:gd name="csY644" fmla="*/ 1335 h 170443"/>
              <a:gd name="csX645" fmla="*/ 1396594 w 2163104"/>
              <a:gd name="csY645" fmla="*/ 1490 h 170443"/>
              <a:gd name="csX646" fmla="*/ 1398757 w 2163104"/>
              <a:gd name="csY646" fmla="*/ 1656 h 170443"/>
              <a:gd name="csX647" fmla="*/ 1400931 w 2163104"/>
              <a:gd name="csY647" fmla="*/ 1832 h 170443"/>
              <a:gd name="csX648" fmla="*/ 1403094 w 2163104"/>
              <a:gd name="csY648" fmla="*/ 2008 h 170443"/>
              <a:gd name="csX649" fmla="*/ 1405257 w 2163104"/>
              <a:gd name="csY649" fmla="*/ 2194 h 170443"/>
              <a:gd name="csX650" fmla="*/ 1407420 w 2163104"/>
              <a:gd name="csY650" fmla="*/ 2391 h 170443"/>
              <a:gd name="csX651" fmla="*/ 1409584 w 2163104"/>
              <a:gd name="csY651" fmla="*/ 2598 h 170443"/>
              <a:gd name="csX652" fmla="*/ 1411757 w 2163104"/>
              <a:gd name="csY652" fmla="*/ 2815 h 170443"/>
              <a:gd name="csX653" fmla="*/ 1413920 w 2163104"/>
              <a:gd name="csY653" fmla="*/ 3033 h 170443"/>
              <a:gd name="csX654" fmla="*/ 1416083 w 2163104"/>
              <a:gd name="csY654" fmla="*/ 3260 h 170443"/>
              <a:gd name="csX655" fmla="*/ 1418246 w 2163104"/>
              <a:gd name="csY655" fmla="*/ 3498 h 170443"/>
              <a:gd name="csX656" fmla="*/ 1420410 w 2163104"/>
              <a:gd name="csY656" fmla="*/ 3747 h 170443"/>
              <a:gd name="csX657" fmla="*/ 1422583 w 2163104"/>
              <a:gd name="csY657" fmla="*/ 4005 h 170443"/>
              <a:gd name="csX658" fmla="*/ 1424746 w 2163104"/>
              <a:gd name="csY658" fmla="*/ 4264 h 170443"/>
              <a:gd name="csX659" fmla="*/ 1426909 w 2163104"/>
              <a:gd name="csY659" fmla="*/ 4533 h 170443"/>
              <a:gd name="csX660" fmla="*/ 1429073 w 2163104"/>
              <a:gd name="csY660" fmla="*/ 4813 h 170443"/>
              <a:gd name="csX661" fmla="*/ 1431236 w 2163104"/>
              <a:gd name="csY661" fmla="*/ 5103 h 170443"/>
              <a:gd name="csX662" fmla="*/ 1433409 w 2163104"/>
              <a:gd name="csY662" fmla="*/ 5392 h 170443"/>
              <a:gd name="csX663" fmla="*/ 1435572 w 2163104"/>
              <a:gd name="csY663" fmla="*/ 5692 h 170443"/>
              <a:gd name="csX664" fmla="*/ 1437736 w 2163104"/>
              <a:gd name="csY664" fmla="*/ 6003 h 170443"/>
              <a:gd name="csX665" fmla="*/ 1439899 w 2163104"/>
              <a:gd name="csY665" fmla="*/ 6324 h 170443"/>
              <a:gd name="csX666" fmla="*/ 1442062 w 2163104"/>
              <a:gd name="csY666" fmla="*/ 6645 h 170443"/>
              <a:gd name="csX667" fmla="*/ 1444235 w 2163104"/>
              <a:gd name="csY667" fmla="*/ 6986 h 170443"/>
              <a:gd name="csX668" fmla="*/ 1446399 w 2163104"/>
              <a:gd name="csY668" fmla="*/ 7328 h 170443"/>
              <a:gd name="csX669" fmla="*/ 1448562 w 2163104"/>
              <a:gd name="csY669" fmla="*/ 7669 h 170443"/>
              <a:gd name="csX670" fmla="*/ 1450725 w 2163104"/>
              <a:gd name="csY670" fmla="*/ 8021 h 170443"/>
              <a:gd name="csX671" fmla="*/ 1452898 w 2163104"/>
              <a:gd name="csY671" fmla="*/ 8394 h 170443"/>
              <a:gd name="csX672" fmla="*/ 1455061 w 2163104"/>
              <a:gd name="csY672" fmla="*/ 8756 h 170443"/>
              <a:gd name="csX673" fmla="*/ 1457225 w 2163104"/>
              <a:gd name="csY673" fmla="*/ 9139 h 170443"/>
              <a:gd name="csX674" fmla="*/ 1459388 w 2163104"/>
              <a:gd name="csY674" fmla="*/ 9522 h 170443"/>
              <a:gd name="csX675" fmla="*/ 1461551 w 2163104"/>
              <a:gd name="csY675" fmla="*/ 9915 h 170443"/>
              <a:gd name="csX676" fmla="*/ 1463724 w 2163104"/>
              <a:gd name="csY676" fmla="*/ 10309 h 170443"/>
              <a:gd name="csX677" fmla="*/ 1465888 w 2163104"/>
              <a:gd name="csY677" fmla="*/ 10723 h 170443"/>
              <a:gd name="csX678" fmla="*/ 1468051 w 2163104"/>
              <a:gd name="csY678" fmla="*/ 11137 h 170443"/>
              <a:gd name="csX679" fmla="*/ 1470214 w 2163104"/>
              <a:gd name="csY679" fmla="*/ 11551 h 170443"/>
              <a:gd name="csX680" fmla="*/ 1472377 w 2163104"/>
              <a:gd name="csY680" fmla="*/ 11975 h 170443"/>
              <a:gd name="csX681" fmla="*/ 1474550 w 2163104"/>
              <a:gd name="csY681" fmla="*/ 12410 h 170443"/>
              <a:gd name="csX682" fmla="*/ 1476714 w 2163104"/>
              <a:gd name="csY682" fmla="*/ 12855 h 170443"/>
              <a:gd name="csX683" fmla="*/ 1478877 w 2163104"/>
              <a:gd name="csY683" fmla="*/ 13300 h 170443"/>
              <a:gd name="csX684" fmla="*/ 1481040 w 2163104"/>
              <a:gd name="csY684" fmla="*/ 13755 h 170443"/>
              <a:gd name="csX685" fmla="*/ 1483203 w 2163104"/>
              <a:gd name="csY685" fmla="*/ 14221 h 170443"/>
              <a:gd name="csX686" fmla="*/ 1485377 w 2163104"/>
              <a:gd name="csY686" fmla="*/ 14687 h 170443"/>
              <a:gd name="csX687" fmla="*/ 1487540 w 2163104"/>
              <a:gd name="csY687" fmla="*/ 15163 h 170443"/>
              <a:gd name="csX688" fmla="*/ 1489703 w 2163104"/>
              <a:gd name="csY688" fmla="*/ 15639 h 170443"/>
              <a:gd name="csX689" fmla="*/ 1491866 w 2163104"/>
              <a:gd name="csY689" fmla="*/ 16125 h 170443"/>
              <a:gd name="csX690" fmla="*/ 1494029 w 2163104"/>
              <a:gd name="csY690" fmla="*/ 16622 h 170443"/>
              <a:gd name="csX691" fmla="*/ 1496203 w 2163104"/>
              <a:gd name="csY691" fmla="*/ 17119 h 170443"/>
              <a:gd name="csX692" fmla="*/ 1498366 w 2163104"/>
              <a:gd name="csY692" fmla="*/ 17626 h 170443"/>
              <a:gd name="csX693" fmla="*/ 1500529 w 2163104"/>
              <a:gd name="csY693" fmla="*/ 18133 h 170443"/>
              <a:gd name="csX694" fmla="*/ 1502692 w 2163104"/>
              <a:gd name="csY694" fmla="*/ 18651 h 170443"/>
              <a:gd name="csX695" fmla="*/ 1504855 w 2163104"/>
              <a:gd name="csY695" fmla="*/ 19179 h 170443"/>
              <a:gd name="csX696" fmla="*/ 1507029 w 2163104"/>
              <a:gd name="csY696" fmla="*/ 19706 h 170443"/>
              <a:gd name="csX697" fmla="*/ 1509192 w 2163104"/>
              <a:gd name="csY697" fmla="*/ 20234 h 170443"/>
              <a:gd name="csX698" fmla="*/ 1511355 w 2163104"/>
              <a:gd name="csY698" fmla="*/ 20773 h 170443"/>
              <a:gd name="csX699" fmla="*/ 1513518 w 2163104"/>
              <a:gd name="csY699" fmla="*/ 21321 h 170443"/>
              <a:gd name="csX700" fmla="*/ 1515681 w 2163104"/>
              <a:gd name="csY700" fmla="*/ 21880 h 170443"/>
              <a:gd name="csX701" fmla="*/ 1517855 w 2163104"/>
              <a:gd name="csY701" fmla="*/ 22428 h 170443"/>
              <a:gd name="csX702" fmla="*/ 1520018 w 2163104"/>
              <a:gd name="csY702" fmla="*/ 22998 h 170443"/>
              <a:gd name="csX703" fmla="*/ 1522181 w 2163104"/>
              <a:gd name="csY703" fmla="*/ 23567 h 170443"/>
              <a:gd name="csX704" fmla="*/ 1524344 w 2163104"/>
              <a:gd name="csY704" fmla="*/ 24136 h 170443"/>
              <a:gd name="csX705" fmla="*/ 1526507 w 2163104"/>
              <a:gd name="csY705" fmla="*/ 24716 h 170443"/>
              <a:gd name="csX706" fmla="*/ 1528681 w 2163104"/>
              <a:gd name="csY706" fmla="*/ 25295 h 170443"/>
              <a:gd name="csX707" fmla="*/ 1530844 w 2163104"/>
              <a:gd name="csY707" fmla="*/ 25885 h 170443"/>
              <a:gd name="csX708" fmla="*/ 1533007 w 2163104"/>
              <a:gd name="csY708" fmla="*/ 26475 h 170443"/>
              <a:gd name="csX709" fmla="*/ 1535170 w 2163104"/>
              <a:gd name="csY709" fmla="*/ 27076 h 170443"/>
              <a:gd name="csX710" fmla="*/ 1537334 w 2163104"/>
              <a:gd name="csY710" fmla="*/ 27676 h 170443"/>
              <a:gd name="csX711" fmla="*/ 1539507 w 2163104"/>
              <a:gd name="csY711" fmla="*/ 28287 h 170443"/>
              <a:gd name="csX712" fmla="*/ 1541670 w 2163104"/>
              <a:gd name="csY712" fmla="*/ 28897 h 170443"/>
              <a:gd name="csX713" fmla="*/ 1543833 w 2163104"/>
              <a:gd name="csY713" fmla="*/ 29518 h 170443"/>
              <a:gd name="csX714" fmla="*/ 1545997 w 2163104"/>
              <a:gd name="csY714" fmla="*/ 30129 h 170443"/>
              <a:gd name="csX715" fmla="*/ 1548170 w 2163104"/>
              <a:gd name="csY715" fmla="*/ 30760 h 170443"/>
              <a:gd name="csX716" fmla="*/ 1550333 w 2163104"/>
              <a:gd name="csY716" fmla="*/ 31392 h 170443"/>
              <a:gd name="csX717" fmla="*/ 1552496 w 2163104"/>
              <a:gd name="csY717" fmla="*/ 32023 h 170443"/>
              <a:gd name="csX718" fmla="*/ 1554659 w 2163104"/>
              <a:gd name="csY718" fmla="*/ 32665 h 170443"/>
              <a:gd name="csX719" fmla="*/ 1556823 w 2163104"/>
              <a:gd name="csY719" fmla="*/ 33306 h 170443"/>
              <a:gd name="csX720" fmla="*/ 1558996 w 2163104"/>
              <a:gd name="csY720" fmla="*/ 33948 h 170443"/>
              <a:gd name="csX721" fmla="*/ 1561159 w 2163104"/>
              <a:gd name="csY721" fmla="*/ 34600 h 170443"/>
              <a:gd name="csX722" fmla="*/ 1563322 w 2163104"/>
              <a:gd name="csY722" fmla="*/ 35252 h 170443"/>
              <a:gd name="csX723" fmla="*/ 1565486 w 2163104"/>
              <a:gd name="csY723" fmla="*/ 35904 h 170443"/>
              <a:gd name="csX724" fmla="*/ 1567649 w 2163104"/>
              <a:gd name="csY724" fmla="*/ 36567 h 170443"/>
              <a:gd name="csX725" fmla="*/ 1569822 w 2163104"/>
              <a:gd name="csY725" fmla="*/ 37229 h 170443"/>
              <a:gd name="csX726" fmla="*/ 1571985 w 2163104"/>
              <a:gd name="csY726" fmla="*/ 37902 h 170443"/>
              <a:gd name="csX727" fmla="*/ 1574148 w 2163104"/>
              <a:gd name="csY727" fmla="*/ 38564 h 170443"/>
              <a:gd name="csX728" fmla="*/ 1576312 w 2163104"/>
              <a:gd name="csY728" fmla="*/ 39247 h 170443"/>
              <a:gd name="csX729" fmla="*/ 1578475 w 2163104"/>
              <a:gd name="csY729" fmla="*/ 39920 h 170443"/>
              <a:gd name="csX730" fmla="*/ 1580648 w 2163104"/>
              <a:gd name="csY730" fmla="*/ 40603 h 170443"/>
              <a:gd name="csX731" fmla="*/ 1582811 w 2163104"/>
              <a:gd name="csY731" fmla="*/ 41286 h 170443"/>
              <a:gd name="csX732" fmla="*/ 1584975 w 2163104"/>
              <a:gd name="csY732" fmla="*/ 41969 h 170443"/>
              <a:gd name="csX733" fmla="*/ 1587138 w 2163104"/>
              <a:gd name="csY733" fmla="*/ 42663 h 170443"/>
              <a:gd name="csX734" fmla="*/ 1589301 w 2163104"/>
              <a:gd name="csY734" fmla="*/ 43346 h 170443"/>
              <a:gd name="csX735" fmla="*/ 1591474 w 2163104"/>
              <a:gd name="csY735" fmla="*/ 44050 h 170443"/>
              <a:gd name="csX736" fmla="*/ 1593638 w 2163104"/>
              <a:gd name="csY736" fmla="*/ 44743 h 170443"/>
              <a:gd name="csX737" fmla="*/ 1595801 w 2163104"/>
              <a:gd name="csY737" fmla="*/ 45436 h 170443"/>
              <a:gd name="csX738" fmla="*/ 1597964 w 2163104"/>
              <a:gd name="csY738" fmla="*/ 46140 h 170443"/>
              <a:gd name="csX739" fmla="*/ 1600127 w 2163104"/>
              <a:gd name="csY739" fmla="*/ 46844 h 170443"/>
              <a:gd name="csX740" fmla="*/ 1602301 w 2163104"/>
              <a:gd name="csY740" fmla="*/ 47558 h 170443"/>
              <a:gd name="csX741" fmla="*/ 1604464 w 2163104"/>
              <a:gd name="csY741" fmla="*/ 48262 h 170443"/>
              <a:gd name="csX742" fmla="*/ 1606627 w 2163104"/>
              <a:gd name="csY742" fmla="*/ 48976 h 170443"/>
              <a:gd name="csX743" fmla="*/ 1608790 w 2163104"/>
              <a:gd name="csY743" fmla="*/ 49680 h 170443"/>
              <a:gd name="csX744" fmla="*/ 1610953 w 2163104"/>
              <a:gd name="csY744" fmla="*/ 50405 h 170443"/>
              <a:gd name="csX745" fmla="*/ 1613127 w 2163104"/>
              <a:gd name="csY745" fmla="*/ 51119 h 170443"/>
              <a:gd name="csX746" fmla="*/ 1615290 w 2163104"/>
              <a:gd name="csY746" fmla="*/ 51833 h 170443"/>
              <a:gd name="csX747" fmla="*/ 1617453 w 2163104"/>
              <a:gd name="csY747" fmla="*/ 52557 h 170443"/>
              <a:gd name="csX748" fmla="*/ 1619616 w 2163104"/>
              <a:gd name="csY748" fmla="*/ 53271 h 170443"/>
              <a:gd name="csX749" fmla="*/ 1621779 w 2163104"/>
              <a:gd name="csY749" fmla="*/ 53996 h 170443"/>
              <a:gd name="csX750" fmla="*/ 1623953 w 2163104"/>
              <a:gd name="csY750" fmla="*/ 54720 h 170443"/>
              <a:gd name="csX751" fmla="*/ 1626116 w 2163104"/>
              <a:gd name="csY751" fmla="*/ 55445 h 170443"/>
              <a:gd name="csX752" fmla="*/ 1628279 w 2163104"/>
              <a:gd name="csY752" fmla="*/ 56169 h 170443"/>
              <a:gd name="csX753" fmla="*/ 1630442 w 2163104"/>
              <a:gd name="csY753" fmla="*/ 56904 h 170443"/>
              <a:gd name="csX754" fmla="*/ 1632605 w 2163104"/>
              <a:gd name="csY754" fmla="*/ 57629 h 170443"/>
              <a:gd name="csX755" fmla="*/ 1634779 w 2163104"/>
              <a:gd name="csY755" fmla="*/ 58364 h 170443"/>
              <a:gd name="csX756" fmla="*/ 1636942 w 2163104"/>
              <a:gd name="csY756" fmla="*/ 59088 h 170443"/>
              <a:gd name="csX757" fmla="*/ 1639105 w 2163104"/>
              <a:gd name="csY757" fmla="*/ 59823 h 170443"/>
              <a:gd name="csX758" fmla="*/ 1641268 w 2163104"/>
              <a:gd name="csY758" fmla="*/ 60558 h 170443"/>
              <a:gd name="csX759" fmla="*/ 1643442 w 2163104"/>
              <a:gd name="csY759" fmla="*/ 61293 h 170443"/>
              <a:gd name="csX760" fmla="*/ 1645605 w 2163104"/>
              <a:gd name="csY760" fmla="*/ 62028 h 170443"/>
              <a:gd name="csX761" fmla="*/ 1647768 w 2163104"/>
              <a:gd name="csY761" fmla="*/ 62762 h 170443"/>
              <a:gd name="csX762" fmla="*/ 1649931 w 2163104"/>
              <a:gd name="csY762" fmla="*/ 63487 h 170443"/>
              <a:gd name="csX763" fmla="*/ 1652094 w 2163104"/>
              <a:gd name="csY763" fmla="*/ 64232 h 170443"/>
              <a:gd name="csX764" fmla="*/ 1654268 w 2163104"/>
              <a:gd name="csY764" fmla="*/ 64967 h 170443"/>
              <a:gd name="csX765" fmla="*/ 1656431 w 2163104"/>
              <a:gd name="csY765" fmla="*/ 65702 h 170443"/>
              <a:gd name="csX766" fmla="*/ 1658594 w 2163104"/>
              <a:gd name="csY766" fmla="*/ 66437 h 170443"/>
              <a:gd name="csX767" fmla="*/ 1660757 w 2163104"/>
              <a:gd name="csY767" fmla="*/ 67171 h 170443"/>
              <a:gd name="csX768" fmla="*/ 1662920 w 2163104"/>
              <a:gd name="csY768" fmla="*/ 67906 h 170443"/>
              <a:gd name="csX769" fmla="*/ 1665094 w 2163104"/>
              <a:gd name="csY769" fmla="*/ 68641 h 170443"/>
              <a:gd name="csX770" fmla="*/ 1667257 w 2163104"/>
              <a:gd name="csY770" fmla="*/ 69376 h 170443"/>
              <a:gd name="csX771" fmla="*/ 1669420 w 2163104"/>
              <a:gd name="csY771" fmla="*/ 70111 h 170443"/>
              <a:gd name="csX772" fmla="*/ 1671583 w 2163104"/>
              <a:gd name="csY772" fmla="*/ 70846 h 170443"/>
              <a:gd name="csX773" fmla="*/ 1673746 w 2163104"/>
              <a:gd name="csY773" fmla="*/ 71581 h 170443"/>
              <a:gd name="csX774" fmla="*/ 1675920 w 2163104"/>
              <a:gd name="csY774" fmla="*/ 72315 h 170443"/>
              <a:gd name="csX775" fmla="*/ 1678083 w 2163104"/>
              <a:gd name="csY775" fmla="*/ 73050 h 170443"/>
              <a:gd name="csX776" fmla="*/ 1680246 w 2163104"/>
              <a:gd name="csY776" fmla="*/ 73785 h 170443"/>
              <a:gd name="csX777" fmla="*/ 1682409 w 2163104"/>
              <a:gd name="csY777" fmla="*/ 74520 h 170443"/>
              <a:gd name="csX778" fmla="*/ 1684573 w 2163104"/>
              <a:gd name="csY778" fmla="*/ 75245 h 170443"/>
              <a:gd name="csX779" fmla="*/ 1686746 w 2163104"/>
              <a:gd name="csY779" fmla="*/ 75979 h 170443"/>
              <a:gd name="csX780" fmla="*/ 1688909 w 2163104"/>
              <a:gd name="csY780" fmla="*/ 76704 h 170443"/>
              <a:gd name="csX781" fmla="*/ 1691072 w 2163104"/>
              <a:gd name="csY781" fmla="*/ 77439 h 170443"/>
              <a:gd name="csX782" fmla="*/ 1693236 w 2163104"/>
              <a:gd name="csY782" fmla="*/ 78163 h 170443"/>
              <a:gd name="csX783" fmla="*/ 1695399 w 2163104"/>
              <a:gd name="csY783" fmla="*/ 78888 h 170443"/>
              <a:gd name="csX784" fmla="*/ 1697572 w 2163104"/>
              <a:gd name="csY784" fmla="*/ 79623 h 170443"/>
              <a:gd name="csX785" fmla="*/ 1699735 w 2163104"/>
              <a:gd name="csY785" fmla="*/ 80347 h 170443"/>
              <a:gd name="csX786" fmla="*/ 1701899 w 2163104"/>
              <a:gd name="csY786" fmla="*/ 81061 h 170443"/>
              <a:gd name="csX787" fmla="*/ 1704062 w 2163104"/>
              <a:gd name="csY787" fmla="*/ 81786 h 170443"/>
              <a:gd name="csX788" fmla="*/ 1706225 w 2163104"/>
              <a:gd name="csY788" fmla="*/ 82510 h 170443"/>
              <a:gd name="csX789" fmla="*/ 1708398 w 2163104"/>
              <a:gd name="csY789" fmla="*/ 83224 h 170443"/>
              <a:gd name="csX790" fmla="*/ 1710561 w 2163104"/>
              <a:gd name="csY790" fmla="*/ 83949 h 170443"/>
              <a:gd name="csX791" fmla="*/ 1712725 w 2163104"/>
              <a:gd name="csY791" fmla="*/ 84663 h 170443"/>
              <a:gd name="csX792" fmla="*/ 1714888 w 2163104"/>
              <a:gd name="csY792" fmla="*/ 85377 h 170443"/>
              <a:gd name="csX793" fmla="*/ 1717051 w 2163104"/>
              <a:gd name="csY793" fmla="*/ 86091 h 170443"/>
              <a:gd name="csX794" fmla="*/ 1719224 w 2163104"/>
              <a:gd name="csY794" fmla="*/ 86805 h 170443"/>
              <a:gd name="csX795" fmla="*/ 1721388 w 2163104"/>
              <a:gd name="csY795" fmla="*/ 87509 h 170443"/>
              <a:gd name="csX796" fmla="*/ 1723551 w 2163104"/>
              <a:gd name="csY796" fmla="*/ 88223 h 170443"/>
              <a:gd name="csX797" fmla="*/ 1725714 w 2163104"/>
              <a:gd name="csY797" fmla="*/ 88927 h 170443"/>
              <a:gd name="csX798" fmla="*/ 1727877 w 2163104"/>
              <a:gd name="csY798" fmla="*/ 89631 h 170443"/>
              <a:gd name="csX799" fmla="*/ 1730050 w 2163104"/>
              <a:gd name="csY799" fmla="*/ 90335 h 170443"/>
              <a:gd name="csX800" fmla="*/ 1732214 w 2163104"/>
              <a:gd name="csY800" fmla="*/ 91028 h 170443"/>
              <a:gd name="csX801" fmla="*/ 1734377 w 2163104"/>
              <a:gd name="csY801" fmla="*/ 91732 h 170443"/>
              <a:gd name="csX802" fmla="*/ 1736540 w 2163104"/>
              <a:gd name="csY802" fmla="*/ 92425 h 170443"/>
              <a:gd name="csX803" fmla="*/ 1738713 w 2163104"/>
              <a:gd name="csY803" fmla="*/ 93119 h 170443"/>
              <a:gd name="csX804" fmla="*/ 1740877 w 2163104"/>
              <a:gd name="csY804" fmla="*/ 93802 h 170443"/>
              <a:gd name="csX805" fmla="*/ 1743040 w 2163104"/>
              <a:gd name="csY805" fmla="*/ 94495 h 170443"/>
              <a:gd name="csX806" fmla="*/ 1745203 w 2163104"/>
              <a:gd name="csY806" fmla="*/ 95179 h 170443"/>
              <a:gd name="csX807" fmla="*/ 1747366 w 2163104"/>
              <a:gd name="csY807" fmla="*/ 95862 h 170443"/>
              <a:gd name="csX808" fmla="*/ 1749540 w 2163104"/>
              <a:gd name="csY808" fmla="*/ 96545 h 170443"/>
              <a:gd name="csX809" fmla="*/ 1751703 w 2163104"/>
              <a:gd name="csY809" fmla="*/ 97228 h 170443"/>
              <a:gd name="csX810" fmla="*/ 1753866 w 2163104"/>
              <a:gd name="csY810" fmla="*/ 97901 h 170443"/>
              <a:gd name="csX811" fmla="*/ 1756029 w 2163104"/>
              <a:gd name="csY811" fmla="*/ 98573 h 170443"/>
              <a:gd name="csX812" fmla="*/ 1758192 w 2163104"/>
              <a:gd name="csY812" fmla="*/ 99246 h 170443"/>
              <a:gd name="csX813" fmla="*/ 1760366 w 2163104"/>
              <a:gd name="csY813" fmla="*/ 99919 h 170443"/>
              <a:gd name="csX814" fmla="*/ 1762529 w 2163104"/>
              <a:gd name="csY814" fmla="*/ 100581 h 170443"/>
              <a:gd name="csX815" fmla="*/ 1764692 w 2163104"/>
              <a:gd name="csY815" fmla="*/ 101244 h 170443"/>
              <a:gd name="csX816" fmla="*/ 1766855 w 2163104"/>
              <a:gd name="csY816" fmla="*/ 101906 h 170443"/>
              <a:gd name="csX817" fmla="*/ 1769018 w 2163104"/>
              <a:gd name="csY817" fmla="*/ 102558 h 170443"/>
              <a:gd name="csX818" fmla="*/ 1771192 w 2163104"/>
              <a:gd name="csY818" fmla="*/ 103210 h 170443"/>
              <a:gd name="csX819" fmla="*/ 1773355 w 2163104"/>
              <a:gd name="csY819" fmla="*/ 103862 h 170443"/>
              <a:gd name="csX820" fmla="*/ 1775518 w 2163104"/>
              <a:gd name="csY820" fmla="*/ 104514 h 170443"/>
              <a:gd name="csX821" fmla="*/ 1777681 w 2163104"/>
              <a:gd name="csY821" fmla="*/ 105156 h 170443"/>
              <a:gd name="csX822" fmla="*/ 1779844 w 2163104"/>
              <a:gd name="csY822" fmla="*/ 105798 h 170443"/>
              <a:gd name="csX823" fmla="*/ 1782018 w 2163104"/>
              <a:gd name="csY823" fmla="*/ 106439 h 170443"/>
              <a:gd name="csX824" fmla="*/ 1784181 w 2163104"/>
              <a:gd name="csY824" fmla="*/ 107081 h 170443"/>
              <a:gd name="csX825" fmla="*/ 1786344 w 2163104"/>
              <a:gd name="csY825" fmla="*/ 107712 h 170443"/>
              <a:gd name="csX826" fmla="*/ 1788507 w 2163104"/>
              <a:gd name="csY826" fmla="*/ 108344 h 170443"/>
              <a:gd name="csX827" fmla="*/ 1790670 w 2163104"/>
              <a:gd name="csY827" fmla="*/ 108965 h 170443"/>
              <a:gd name="csX828" fmla="*/ 1792844 w 2163104"/>
              <a:gd name="csY828" fmla="*/ 109586 h 170443"/>
              <a:gd name="csX829" fmla="*/ 1795007 w 2163104"/>
              <a:gd name="csY829" fmla="*/ 110207 h 170443"/>
              <a:gd name="csX830" fmla="*/ 1797170 w 2163104"/>
              <a:gd name="csY830" fmla="*/ 110828 h 170443"/>
              <a:gd name="csX831" fmla="*/ 1799333 w 2163104"/>
              <a:gd name="csY831" fmla="*/ 111438 h 170443"/>
              <a:gd name="csX832" fmla="*/ 1801497 w 2163104"/>
              <a:gd name="csY832" fmla="*/ 112049 h 170443"/>
              <a:gd name="csX833" fmla="*/ 1803670 w 2163104"/>
              <a:gd name="csY833" fmla="*/ 112660 h 170443"/>
              <a:gd name="csX834" fmla="*/ 1805833 w 2163104"/>
              <a:gd name="csY834" fmla="*/ 113260 h 170443"/>
              <a:gd name="csX835" fmla="*/ 1807996 w 2163104"/>
              <a:gd name="csY835" fmla="*/ 113860 h 170443"/>
              <a:gd name="csX836" fmla="*/ 1810159 w 2163104"/>
              <a:gd name="csY836" fmla="*/ 114450 h 170443"/>
              <a:gd name="csX837" fmla="*/ 1812323 w 2163104"/>
              <a:gd name="csY837" fmla="*/ 115051 h 170443"/>
              <a:gd name="csX838" fmla="*/ 1814496 w 2163104"/>
              <a:gd name="csY838" fmla="*/ 115640 h 170443"/>
              <a:gd name="csX839" fmla="*/ 1816659 w 2163104"/>
              <a:gd name="csY839" fmla="*/ 116220 h 170443"/>
              <a:gd name="csX840" fmla="*/ 1818822 w 2163104"/>
              <a:gd name="csY840" fmla="*/ 116810 h 170443"/>
              <a:gd name="csX841" fmla="*/ 1820986 w 2163104"/>
              <a:gd name="csY841" fmla="*/ 117379 h 170443"/>
              <a:gd name="csX842" fmla="*/ 1823149 w 2163104"/>
              <a:gd name="csY842" fmla="*/ 117959 h 170443"/>
              <a:gd name="csX843" fmla="*/ 1825322 w 2163104"/>
              <a:gd name="csY843" fmla="*/ 118528 h 170443"/>
              <a:gd name="csX844" fmla="*/ 1827485 w 2163104"/>
              <a:gd name="csY844" fmla="*/ 119097 h 170443"/>
              <a:gd name="csX845" fmla="*/ 1829648 w 2163104"/>
              <a:gd name="csY845" fmla="*/ 119667 h 170443"/>
              <a:gd name="csX846" fmla="*/ 1831812 w 2163104"/>
              <a:gd name="csY846" fmla="*/ 120226 h 170443"/>
              <a:gd name="csX847" fmla="*/ 1833985 w 2163104"/>
              <a:gd name="csY847" fmla="*/ 120785 h 170443"/>
              <a:gd name="csX848" fmla="*/ 1836148 w 2163104"/>
              <a:gd name="csY848" fmla="*/ 121333 h 170443"/>
              <a:gd name="csX849" fmla="*/ 1838311 w 2163104"/>
              <a:gd name="csY849" fmla="*/ 121882 h 170443"/>
              <a:gd name="csX850" fmla="*/ 1840475 w 2163104"/>
              <a:gd name="csY850" fmla="*/ 122430 h 170443"/>
              <a:gd name="csX851" fmla="*/ 1842638 w 2163104"/>
              <a:gd name="csY851" fmla="*/ 122968 h 170443"/>
              <a:gd name="csX852" fmla="*/ 1844811 w 2163104"/>
              <a:gd name="csY852" fmla="*/ 123507 h 170443"/>
              <a:gd name="csX853" fmla="*/ 1846974 w 2163104"/>
              <a:gd name="csY853" fmla="*/ 124045 h 170443"/>
              <a:gd name="csX854" fmla="*/ 1849137 w 2163104"/>
              <a:gd name="csY854" fmla="*/ 124573 h 170443"/>
              <a:gd name="csX855" fmla="*/ 1851301 w 2163104"/>
              <a:gd name="csY855" fmla="*/ 125100 h 170443"/>
              <a:gd name="csX856" fmla="*/ 1853464 w 2163104"/>
              <a:gd name="csY856" fmla="*/ 125628 h 170443"/>
              <a:gd name="csX857" fmla="*/ 1855637 w 2163104"/>
              <a:gd name="csY857" fmla="*/ 126146 h 170443"/>
              <a:gd name="csX858" fmla="*/ 1857801 w 2163104"/>
              <a:gd name="csY858" fmla="*/ 126663 h 170443"/>
              <a:gd name="csX859" fmla="*/ 1859964 w 2163104"/>
              <a:gd name="csY859" fmla="*/ 127170 h 170443"/>
              <a:gd name="csX860" fmla="*/ 1862127 w 2163104"/>
              <a:gd name="csY860" fmla="*/ 127678 h 170443"/>
              <a:gd name="csX861" fmla="*/ 1864290 w 2163104"/>
              <a:gd name="csY861" fmla="*/ 128185 h 170443"/>
              <a:gd name="csX862" fmla="*/ 1866463 w 2163104"/>
              <a:gd name="csY862" fmla="*/ 128692 h 170443"/>
              <a:gd name="csX863" fmla="*/ 1868627 w 2163104"/>
              <a:gd name="csY863" fmla="*/ 129189 h 170443"/>
              <a:gd name="csX864" fmla="*/ 1870790 w 2163104"/>
              <a:gd name="csY864" fmla="*/ 129675 h 170443"/>
              <a:gd name="csX865" fmla="*/ 1872953 w 2163104"/>
              <a:gd name="csY865" fmla="*/ 130162 h 170443"/>
              <a:gd name="csX866" fmla="*/ 1875116 w 2163104"/>
              <a:gd name="csY866" fmla="*/ 130648 h 170443"/>
              <a:gd name="csX867" fmla="*/ 1877290 w 2163104"/>
              <a:gd name="csY867" fmla="*/ 131135 h 170443"/>
              <a:gd name="csX868" fmla="*/ 1879453 w 2163104"/>
              <a:gd name="csY868" fmla="*/ 131611 h 170443"/>
              <a:gd name="csX869" fmla="*/ 1881616 w 2163104"/>
              <a:gd name="csY869" fmla="*/ 132087 h 170443"/>
              <a:gd name="csX870" fmla="*/ 1883779 w 2163104"/>
              <a:gd name="csY870" fmla="*/ 132552 h 170443"/>
              <a:gd name="csX871" fmla="*/ 1885942 w 2163104"/>
              <a:gd name="csY871" fmla="*/ 133018 h 170443"/>
              <a:gd name="csX872" fmla="*/ 1888116 w 2163104"/>
              <a:gd name="csY872" fmla="*/ 133484 h 170443"/>
              <a:gd name="csX873" fmla="*/ 1890279 w 2163104"/>
              <a:gd name="csY873" fmla="*/ 133939 h 170443"/>
              <a:gd name="csX874" fmla="*/ 1892442 w 2163104"/>
              <a:gd name="csY874" fmla="*/ 134395 h 170443"/>
              <a:gd name="csX875" fmla="*/ 1894605 w 2163104"/>
              <a:gd name="csY875" fmla="*/ 134840 h 170443"/>
              <a:gd name="csX876" fmla="*/ 1896768 w 2163104"/>
              <a:gd name="csY876" fmla="*/ 135285 h 170443"/>
              <a:gd name="csX877" fmla="*/ 1898942 w 2163104"/>
              <a:gd name="csY877" fmla="*/ 135730 h 170443"/>
              <a:gd name="csX878" fmla="*/ 1901105 w 2163104"/>
              <a:gd name="csY878" fmla="*/ 136175 h 170443"/>
              <a:gd name="csX879" fmla="*/ 1903268 w 2163104"/>
              <a:gd name="csY879" fmla="*/ 136610 h 170443"/>
              <a:gd name="csX880" fmla="*/ 1905431 w 2163104"/>
              <a:gd name="csY880" fmla="*/ 137034 h 170443"/>
              <a:gd name="csX881" fmla="*/ 1907594 w 2163104"/>
              <a:gd name="csY881" fmla="*/ 137469 h 170443"/>
              <a:gd name="csX882" fmla="*/ 1909768 w 2163104"/>
              <a:gd name="csY882" fmla="*/ 137893 h 170443"/>
              <a:gd name="csX883" fmla="*/ 1911931 w 2163104"/>
              <a:gd name="csY883" fmla="*/ 138307 h 170443"/>
              <a:gd name="csX884" fmla="*/ 1914094 w 2163104"/>
              <a:gd name="csY884" fmla="*/ 138721 h 170443"/>
              <a:gd name="csX885" fmla="*/ 1916257 w 2163104"/>
              <a:gd name="csY885" fmla="*/ 139135 h 170443"/>
              <a:gd name="csX886" fmla="*/ 1918421 w 2163104"/>
              <a:gd name="csY886" fmla="*/ 139549 h 170443"/>
              <a:gd name="csX887" fmla="*/ 1920594 w 2163104"/>
              <a:gd name="csY887" fmla="*/ 139953 h 170443"/>
              <a:gd name="csX888" fmla="*/ 1922757 w 2163104"/>
              <a:gd name="csY888" fmla="*/ 140346 h 170443"/>
              <a:gd name="csX889" fmla="*/ 1924920 w 2163104"/>
              <a:gd name="csY889" fmla="*/ 140750 h 170443"/>
              <a:gd name="csX890" fmla="*/ 1927083 w 2163104"/>
              <a:gd name="csY890" fmla="*/ 141143 h 170443"/>
              <a:gd name="csX891" fmla="*/ 1929257 w 2163104"/>
              <a:gd name="csY891" fmla="*/ 141526 h 170443"/>
              <a:gd name="csX892" fmla="*/ 1931420 w 2163104"/>
              <a:gd name="csY892" fmla="*/ 141919 h 170443"/>
              <a:gd name="csX893" fmla="*/ 1933583 w 2163104"/>
              <a:gd name="csY893" fmla="*/ 142302 h 170443"/>
              <a:gd name="csX894" fmla="*/ 1935746 w 2163104"/>
              <a:gd name="csY894" fmla="*/ 142675 h 170443"/>
              <a:gd name="csX895" fmla="*/ 1937909 w 2163104"/>
              <a:gd name="csY895" fmla="*/ 143047 h 170443"/>
              <a:gd name="csX896" fmla="*/ 1940083 w 2163104"/>
              <a:gd name="csY896" fmla="*/ 143420 h 170443"/>
              <a:gd name="csX897" fmla="*/ 1942246 w 2163104"/>
              <a:gd name="csY897" fmla="*/ 143793 h 170443"/>
              <a:gd name="csX898" fmla="*/ 1944409 w 2163104"/>
              <a:gd name="csY898" fmla="*/ 144155 h 170443"/>
              <a:gd name="csX899" fmla="*/ 1946572 w 2163104"/>
              <a:gd name="csY899" fmla="*/ 144517 h 170443"/>
              <a:gd name="csX900" fmla="*/ 1948735 w 2163104"/>
              <a:gd name="csY900" fmla="*/ 144869 h 170443"/>
              <a:gd name="csX901" fmla="*/ 1950909 w 2163104"/>
              <a:gd name="csY901" fmla="*/ 145221 h 170443"/>
              <a:gd name="csX902" fmla="*/ 1953072 w 2163104"/>
              <a:gd name="csY902" fmla="*/ 145573 h 170443"/>
              <a:gd name="csX903" fmla="*/ 1955235 w 2163104"/>
              <a:gd name="csY903" fmla="*/ 145914 h 170443"/>
              <a:gd name="csX904" fmla="*/ 1957399 w 2163104"/>
              <a:gd name="csY904" fmla="*/ 146256 h 170443"/>
              <a:gd name="csX905" fmla="*/ 1959562 w 2163104"/>
              <a:gd name="csY905" fmla="*/ 146597 h 170443"/>
              <a:gd name="csX906" fmla="*/ 1961735 w 2163104"/>
              <a:gd name="csY906" fmla="*/ 146929 h 170443"/>
              <a:gd name="csX907" fmla="*/ 1963898 w 2163104"/>
              <a:gd name="csY907" fmla="*/ 147260 h 170443"/>
              <a:gd name="csX908" fmla="*/ 1966061 w 2163104"/>
              <a:gd name="csY908" fmla="*/ 147591 h 170443"/>
              <a:gd name="csX909" fmla="*/ 1968225 w 2163104"/>
              <a:gd name="csY909" fmla="*/ 147922 h 170443"/>
              <a:gd name="csX910" fmla="*/ 1970388 w 2163104"/>
              <a:gd name="csY910" fmla="*/ 148243 h 170443"/>
              <a:gd name="csX911" fmla="*/ 1972561 w 2163104"/>
              <a:gd name="csY911" fmla="*/ 148553 h 170443"/>
              <a:gd name="csX912" fmla="*/ 1974724 w 2163104"/>
              <a:gd name="csY912" fmla="*/ 148874 h 170443"/>
              <a:gd name="csX913" fmla="*/ 1976888 w 2163104"/>
              <a:gd name="csY913" fmla="*/ 149185 h 170443"/>
              <a:gd name="csX914" fmla="*/ 1979051 w 2163104"/>
              <a:gd name="csY914" fmla="*/ 149485 h 170443"/>
              <a:gd name="csX915" fmla="*/ 1981214 w 2163104"/>
              <a:gd name="csY915" fmla="*/ 149795 h 170443"/>
              <a:gd name="csX916" fmla="*/ 1983387 w 2163104"/>
              <a:gd name="csY916" fmla="*/ 150096 h 170443"/>
              <a:gd name="csX917" fmla="*/ 1985550 w 2163104"/>
              <a:gd name="csY917" fmla="*/ 150385 h 170443"/>
              <a:gd name="csX918" fmla="*/ 1987714 w 2163104"/>
              <a:gd name="csY918" fmla="*/ 150686 h 170443"/>
              <a:gd name="csX919" fmla="*/ 1989877 w 2163104"/>
              <a:gd name="csY919" fmla="*/ 150975 h 170443"/>
              <a:gd name="csX920" fmla="*/ 1992040 w 2163104"/>
              <a:gd name="csY920" fmla="*/ 151255 h 170443"/>
              <a:gd name="csX921" fmla="*/ 1994214 w 2163104"/>
              <a:gd name="csY921" fmla="*/ 151545 h 170443"/>
              <a:gd name="csX922" fmla="*/ 1996377 w 2163104"/>
              <a:gd name="csY922" fmla="*/ 151824 h 170443"/>
              <a:gd name="csX923" fmla="*/ 1998540 w 2163104"/>
              <a:gd name="csY923" fmla="*/ 152104 h 170443"/>
              <a:gd name="csX924" fmla="*/ 2000703 w 2163104"/>
              <a:gd name="csY924" fmla="*/ 152373 h 170443"/>
              <a:gd name="csX925" fmla="*/ 2002866 w 2163104"/>
              <a:gd name="csY925" fmla="*/ 152642 h 170443"/>
              <a:gd name="csX926" fmla="*/ 2005040 w 2163104"/>
              <a:gd name="csY926" fmla="*/ 152911 h 170443"/>
              <a:gd name="csX927" fmla="*/ 2007203 w 2163104"/>
              <a:gd name="csY927" fmla="*/ 153180 h 170443"/>
              <a:gd name="csX928" fmla="*/ 2009366 w 2163104"/>
              <a:gd name="csY928" fmla="*/ 153439 h 170443"/>
              <a:gd name="csX929" fmla="*/ 2011529 w 2163104"/>
              <a:gd name="csY929" fmla="*/ 153697 h 170443"/>
              <a:gd name="csX930" fmla="*/ 2013692 w 2163104"/>
              <a:gd name="csY930" fmla="*/ 153956 h 170443"/>
              <a:gd name="csX931" fmla="*/ 2015866 w 2163104"/>
              <a:gd name="csY931" fmla="*/ 154205 h 170443"/>
              <a:gd name="csX932" fmla="*/ 2018029 w 2163104"/>
              <a:gd name="csY932" fmla="*/ 154453 h 170443"/>
              <a:gd name="csX933" fmla="*/ 2020192 w 2163104"/>
              <a:gd name="csY933" fmla="*/ 154701 h 170443"/>
              <a:gd name="csX934" fmla="*/ 2022355 w 2163104"/>
              <a:gd name="csY934" fmla="*/ 154950 h 170443"/>
              <a:gd name="csX935" fmla="*/ 2024529 w 2163104"/>
              <a:gd name="csY935" fmla="*/ 155188 h 170443"/>
              <a:gd name="csX936" fmla="*/ 2026692 w 2163104"/>
              <a:gd name="csY936" fmla="*/ 155426 h 170443"/>
              <a:gd name="csX937" fmla="*/ 2028855 w 2163104"/>
              <a:gd name="csY937" fmla="*/ 155654 h 170443"/>
              <a:gd name="csX938" fmla="*/ 2031018 w 2163104"/>
              <a:gd name="csY938" fmla="*/ 155892 h 170443"/>
              <a:gd name="csX939" fmla="*/ 2033181 w 2163104"/>
              <a:gd name="csY939" fmla="*/ 156119 h 170443"/>
              <a:gd name="csX940" fmla="*/ 2035355 w 2163104"/>
              <a:gd name="csY940" fmla="*/ 156347 h 170443"/>
              <a:gd name="csX941" fmla="*/ 2037518 w 2163104"/>
              <a:gd name="csY941" fmla="*/ 156564 h 170443"/>
              <a:gd name="csX942" fmla="*/ 2039681 w 2163104"/>
              <a:gd name="csY942" fmla="*/ 156782 h 170443"/>
              <a:gd name="csX943" fmla="*/ 2041844 w 2163104"/>
              <a:gd name="csY943" fmla="*/ 156999 h 170443"/>
              <a:gd name="csX944" fmla="*/ 2044007 w 2163104"/>
              <a:gd name="csY944" fmla="*/ 157216 h 170443"/>
              <a:gd name="csX945" fmla="*/ 2046181 w 2163104"/>
              <a:gd name="csY945" fmla="*/ 157423 h 170443"/>
              <a:gd name="csX946" fmla="*/ 2048344 w 2163104"/>
              <a:gd name="csY946" fmla="*/ 157641 h 170443"/>
              <a:gd name="csX947" fmla="*/ 2050507 w 2163104"/>
              <a:gd name="csY947" fmla="*/ 157848 h 170443"/>
              <a:gd name="csX948" fmla="*/ 2052670 w 2163104"/>
              <a:gd name="csY948" fmla="*/ 158044 h 170443"/>
              <a:gd name="csX949" fmla="*/ 2054833 w 2163104"/>
              <a:gd name="csY949" fmla="*/ 158251 h 170443"/>
              <a:gd name="csX950" fmla="*/ 2057007 w 2163104"/>
              <a:gd name="csY950" fmla="*/ 158448 h 170443"/>
              <a:gd name="csX951" fmla="*/ 2059170 w 2163104"/>
              <a:gd name="csY951" fmla="*/ 158645 h 170443"/>
              <a:gd name="csX952" fmla="*/ 2061333 w 2163104"/>
              <a:gd name="csY952" fmla="*/ 158831 h 170443"/>
              <a:gd name="csX953" fmla="*/ 2063496 w 2163104"/>
              <a:gd name="csY953" fmla="*/ 159028 h 170443"/>
              <a:gd name="csX954" fmla="*/ 2065660 w 2163104"/>
              <a:gd name="csY954" fmla="*/ 159214 h 170443"/>
              <a:gd name="csX955" fmla="*/ 2067833 w 2163104"/>
              <a:gd name="csY955" fmla="*/ 159400 h 170443"/>
              <a:gd name="csX956" fmla="*/ 2069996 w 2163104"/>
              <a:gd name="csY956" fmla="*/ 159576 h 170443"/>
              <a:gd name="csX957" fmla="*/ 2072159 w 2163104"/>
              <a:gd name="csY957" fmla="*/ 159762 h 170443"/>
              <a:gd name="csX958" fmla="*/ 2074322 w 2163104"/>
              <a:gd name="csY958" fmla="*/ 159938 h 170443"/>
              <a:gd name="csX959" fmla="*/ 2076486 w 2163104"/>
              <a:gd name="csY959" fmla="*/ 160114 h 170443"/>
              <a:gd name="csX960" fmla="*/ 2078659 w 2163104"/>
              <a:gd name="csY960" fmla="*/ 160290 h 170443"/>
              <a:gd name="csX961" fmla="*/ 2080822 w 2163104"/>
              <a:gd name="csY961" fmla="*/ 160456 h 170443"/>
              <a:gd name="csX962" fmla="*/ 2082985 w 2163104"/>
              <a:gd name="csY962" fmla="*/ 160622 h 170443"/>
              <a:gd name="csX963" fmla="*/ 2085148 w 2163104"/>
              <a:gd name="csY963" fmla="*/ 160787 h 170443"/>
              <a:gd name="csX964" fmla="*/ 2087312 w 2163104"/>
              <a:gd name="csY964" fmla="*/ 160953 h 170443"/>
              <a:gd name="csX965" fmla="*/ 2089485 w 2163104"/>
              <a:gd name="csY965" fmla="*/ 161118 h 170443"/>
              <a:gd name="csX966" fmla="*/ 2091648 w 2163104"/>
              <a:gd name="csY966" fmla="*/ 161274 h 170443"/>
              <a:gd name="csX967" fmla="*/ 2093812 w 2163104"/>
              <a:gd name="csY967" fmla="*/ 161429 h 170443"/>
              <a:gd name="csX968" fmla="*/ 2095975 w 2163104"/>
              <a:gd name="csY968" fmla="*/ 161584 h 170443"/>
              <a:gd name="csX969" fmla="*/ 2098138 w 2163104"/>
              <a:gd name="csY969" fmla="*/ 161739 h 170443"/>
              <a:gd name="csX970" fmla="*/ 2100311 w 2163104"/>
              <a:gd name="csY970" fmla="*/ 161895 h 170443"/>
              <a:gd name="csX971" fmla="*/ 2102474 w 2163104"/>
              <a:gd name="csY971" fmla="*/ 162040 h 170443"/>
              <a:gd name="csX972" fmla="*/ 2104638 w 2163104"/>
              <a:gd name="csY972" fmla="*/ 162184 h 170443"/>
              <a:gd name="csX973" fmla="*/ 2106801 w 2163104"/>
              <a:gd name="csY973" fmla="*/ 162329 h 170443"/>
              <a:gd name="csX974" fmla="*/ 2108964 w 2163104"/>
              <a:gd name="csY974" fmla="*/ 162474 h 170443"/>
              <a:gd name="csX975" fmla="*/ 2111137 w 2163104"/>
              <a:gd name="csY975" fmla="*/ 162609 h 170443"/>
              <a:gd name="csX976" fmla="*/ 2113300 w 2163104"/>
              <a:gd name="csY976" fmla="*/ 162743 h 170443"/>
              <a:gd name="csX977" fmla="*/ 2115464 w 2163104"/>
              <a:gd name="csY977" fmla="*/ 162878 h 170443"/>
              <a:gd name="csX978" fmla="*/ 2117627 w 2163104"/>
              <a:gd name="csY978" fmla="*/ 163012 h 170443"/>
              <a:gd name="csX979" fmla="*/ 2119800 w 2163104"/>
              <a:gd name="csY979" fmla="*/ 163147 h 170443"/>
              <a:gd name="csX980" fmla="*/ 2121964 w 2163104"/>
              <a:gd name="csY980" fmla="*/ 163271 h 170443"/>
              <a:gd name="csX981" fmla="*/ 2124127 w 2163104"/>
              <a:gd name="csY981" fmla="*/ 163406 h 170443"/>
              <a:gd name="csX982" fmla="*/ 2126290 w 2163104"/>
              <a:gd name="csY982" fmla="*/ 163530 h 170443"/>
              <a:gd name="csX983" fmla="*/ 2128453 w 2163104"/>
              <a:gd name="csY983" fmla="*/ 163654 h 170443"/>
              <a:gd name="csX984" fmla="*/ 2130626 w 2163104"/>
              <a:gd name="csY984" fmla="*/ 163778 h 170443"/>
              <a:gd name="csX985" fmla="*/ 2132790 w 2163104"/>
              <a:gd name="csY985" fmla="*/ 163892 h 170443"/>
              <a:gd name="csX986" fmla="*/ 2134953 w 2163104"/>
              <a:gd name="csY986" fmla="*/ 164016 h 170443"/>
              <a:gd name="csX987" fmla="*/ 2137116 w 2163104"/>
              <a:gd name="csY987" fmla="*/ 164130 h 170443"/>
              <a:gd name="csX988" fmla="*/ 2139279 w 2163104"/>
              <a:gd name="csY988" fmla="*/ 164244 h 170443"/>
              <a:gd name="csX989" fmla="*/ 2141453 w 2163104"/>
              <a:gd name="csY989" fmla="*/ 164358 h 170443"/>
              <a:gd name="csX990" fmla="*/ 2143616 w 2163104"/>
              <a:gd name="csY990" fmla="*/ 164472 h 170443"/>
              <a:gd name="csX991" fmla="*/ 2145779 w 2163104"/>
              <a:gd name="csY991" fmla="*/ 164575 h 170443"/>
              <a:gd name="csX992" fmla="*/ 2147942 w 2163104"/>
              <a:gd name="csY992" fmla="*/ 164689 h 170443"/>
              <a:gd name="csX993" fmla="*/ 2150105 w 2163104"/>
              <a:gd name="csY993" fmla="*/ 164793 h 170443"/>
              <a:gd name="csX994" fmla="*/ 2152279 w 2163104"/>
              <a:gd name="csY994" fmla="*/ 164896 h 170443"/>
              <a:gd name="csX995" fmla="*/ 2154442 w 2163104"/>
              <a:gd name="csY995" fmla="*/ 165000 h 170443"/>
              <a:gd name="csX996" fmla="*/ 2156605 w 2163104"/>
              <a:gd name="csY996" fmla="*/ 165103 h 170443"/>
              <a:gd name="csX997" fmla="*/ 2158768 w 2163104"/>
              <a:gd name="csY997" fmla="*/ 165196 h 170443"/>
              <a:gd name="csX998" fmla="*/ 2160931 w 2163104"/>
              <a:gd name="csY998" fmla="*/ 165300 h 170443"/>
              <a:gd name="csX999" fmla="*/ 2163105 w 2163104"/>
              <a:gd name="csY999" fmla="*/ 165393 h 17044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63104" h="170443">
                <a:moveTo>
                  <a:pt x="0" y="170444"/>
                </a:moveTo>
                <a:lnTo>
                  <a:pt x="2165" y="170444"/>
                </a:lnTo>
                <a:lnTo>
                  <a:pt x="4330" y="170444"/>
                </a:lnTo>
                <a:lnTo>
                  <a:pt x="6496" y="170444"/>
                </a:lnTo>
                <a:lnTo>
                  <a:pt x="8661" y="170444"/>
                </a:lnTo>
                <a:lnTo>
                  <a:pt x="10826" y="170444"/>
                </a:lnTo>
                <a:lnTo>
                  <a:pt x="12991" y="170444"/>
                </a:lnTo>
                <a:lnTo>
                  <a:pt x="15157" y="170444"/>
                </a:lnTo>
                <a:lnTo>
                  <a:pt x="17322" y="170444"/>
                </a:lnTo>
                <a:lnTo>
                  <a:pt x="19487" y="170444"/>
                </a:lnTo>
                <a:lnTo>
                  <a:pt x="21652" y="170444"/>
                </a:lnTo>
                <a:lnTo>
                  <a:pt x="23817" y="170444"/>
                </a:lnTo>
                <a:lnTo>
                  <a:pt x="25983" y="170444"/>
                </a:lnTo>
                <a:lnTo>
                  <a:pt x="28149" y="170444"/>
                </a:lnTo>
                <a:lnTo>
                  <a:pt x="30314" y="170444"/>
                </a:lnTo>
                <a:lnTo>
                  <a:pt x="32479" y="170444"/>
                </a:lnTo>
                <a:lnTo>
                  <a:pt x="34645" y="170444"/>
                </a:lnTo>
                <a:lnTo>
                  <a:pt x="36810" y="170444"/>
                </a:lnTo>
                <a:lnTo>
                  <a:pt x="38975" y="170444"/>
                </a:lnTo>
                <a:lnTo>
                  <a:pt x="41140" y="170444"/>
                </a:lnTo>
                <a:lnTo>
                  <a:pt x="43305" y="170433"/>
                </a:lnTo>
                <a:lnTo>
                  <a:pt x="45471" y="170433"/>
                </a:lnTo>
                <a:lnTo>
                  <a:pt x="47636" y="170433"/>
                </a:lnTo>
                <a:lnTo>
                  <a:pt x="49801" y="170433"/>
                </a:lnTo>
                <a:lnTo>
                  <a:pt x="51966" y="170433"/>
                </a:lnTo>
                <a:lnTo>
                  <a:pt x="54132" y="170433"/>
                </a:lnTo>
                <a:lnTo>
                  <a:pt x="56297" y="170433"/>
                </a:lnTo>
                <a:lnTo>
                  <a:pt x="58462" y="170433"/>
                </a:lnTo>
                <a:lnTo>
                  <a:pt x="60627" y="170433"/>
                </a:lnTo>
                <a:lnTo>
                  <a:pt x="62792" y="170433"/>
                </a:lnTo>
                <a:lnTo>
                  <a:pt x="64958" y="170433"/>
                </a:lnTo>
                <a:lnTo>
                  <a:pt x="67123" y="170433"/>
                </a:lnTo>
                <a:lnTo>
                  <a:pt x="69288" y="170433"/>
                </a:lnTo>
                <a:lnTo>
                  <a:pt x="71453" y="170433"/>
                </a:lnTo>
                <a:lnTo>
                  <a:pt x="73618" y="170433"/>
                </a:lnTo>
                <a:lnTo>
                  <a:pt x="75785" y="170433"/>
                </a:lnTo>
                <a:lnTo>
                  <a:pt x="77950" y="170433"/>
                </a:lnTo>
                <a:lnTo>
                  <a:pt x="80115" y="170423"/>
                </a:lnTo>
                <a:lnTo>
                  <a:pt x="82280" y="170423"/>
                </a:lnTo>
                <a:lnTo>
                  <a:pt x="84446" y="170423"/>
                </a:lnTo>
                <a:lnTo>
                  <a:pt x="86611" y="170423"/>
                </a:lnTo>
                <a:lnTo>
                  <a:pt x="88776" y="170423"/>
                </a:lnTo>
                <a:lnTo>
                  <a:pt x="90941" y="170423"/>
                </a:lnTo>
                <a:lnTo>
                  <a:pt x="93106" y="170423"/>
                </a:lnTo>
                <a:lnTo>
                  <a:pt x="95272" y="170423"/>
                </a:lnTo>
                <a:lnTo>
                  <a:pt x="97437" y="170423"/>
                </a:lnTo>
                <a:lnTo>
                  <a:pt x="99602" y="170423"/>
                </a:lnTo>
                <a:lnTo>
                  <a:pt x="101767" y="170423"/>
                </a:lnTo>
                <a:lnTo>
                  <a:pt x="103933" y="170423"/>
                </a:lnTo>
                <a:lnTo>
                  <a:pt x="106098" y="170413"/>
                </a:lnTo>
                <a:lnTo>
                  <a:pt x="108263" y="170413"/>
                </a:lnTo>
                <a:lnTo>
                  <a:pt x="110428" y="170413"/>
                </a:lnTo>
                <a:lnTo>
                  <a:pt x="112593" y="170413"/>
                </a:lnTo>
                <a:lnTo>
                  <a:pt x="114759" y="170413"/>
                </a:lnTo>
                <a:lnTo>
                  <a:pt x="116924" y="170413"/>
                </a:lnTo>
                <a:lnTo>
                  <a:pt x="119089" y="170413"/>
                </a:lnTo>
                <a:lnTo>
                  <a:pt x="121254" y="170413"/>
                </a:lnTo>
                <a:lnTo>
                  <a:pt x="123421" y="170413"/>
                </a:lnTo>
                <a:lnTo>
                  <a:pt x="125586" y="170402"/>
                </a:lnTo>
                <a:lnTo>
                  <a:pt x="127751" y="170402"/>
                </a:lnTo>
                <a:lnTo>
                  <a:pt x="129916" y="170402"/>
                </a:lnTo>
                <a:lnTo>
                  <a:pt x="132081" y="170402"/>
                </a:lnTo>
                <a:lnTo>
                  <a:pt x="134247" y="170402"/>
                </a:lnTo>
                <a:lnTo>
                  <a:pt x="136412" y="170402"/>
                </a:lnTo>
                <a:lnTo>
                  <a:pt x="138577" y="170402"/>
                </a:lnTo>
                <a:lnTo>
                  <a:pt x="140742" y="170392"/>
                </a:lnTo>
                <a:lnTo>
                  <a:pt x="142908" y="170392"/>
                </a:lnTo>
                <a:lnTo>
                  <a:pt x="145073" y="170392"/>
                </a:lnTo>
                <a:lnTo>
                  <a:pt x="147238" y="170392"/>
                </a:lnTo>
                <a:lnTo>
                  <a:pt x="149403" y="170392"/>
                </a:lnTo>
                <a:lnTo>
                  <a:pt x="151568" y="170382"/>
                </a:lnTo>
                <a:lnTo>
                  <a:pt x="153734" y="170382"/>
                </a:lnTo>
                <a:lnTo>
                  <a:pt x="155899" y="170382"/>
                </a:lnTo>
                <a:lnTo>
                  <a:pt x="158064" y="170382"/>
                </a:lnTo>
                <a:lnTo>
                  <a:pt x="160229" y="170382"/>
                </a:lnTo>
                <a:lnTo>
                  <a:pt x="162395" y="170382"/>
                </a:lnTo>
                <a:lnTo>
                  <a:pt x="164560" y="170371"/>
                </a:lnTo>
                <a:lnTo>
                  <a:pt x="166725" y="170371"/>
                </a:lnTo>
                <a:lnTo>
                  <a:pt x="168890" y="170371"/>
                </a:lnTo>
                <a:lnTo>
                  <a:pt x="171056" y="170371"/>
                </a:lnTo>
                <a:lnTo>
                  <a:pt x="173222" y="170361"/>
                </a:lnTo>
                <a:lnTo>
                  <a:pt x="175387" y="170361"/>
                </a:lnTo>
                <a:lnTo>
                  <a:pt x="177552" y="170361"/>
                </a:lnTo>
                <a:lnTo>
                  <a:pt x="179717" y="170361"/>
                </a:lnTo>
                <a:lnTo>
                  <a:pt x="181883" y="170351"/>
                </a:lnTo>
                <a:lnTo>
                  <a:pt x="184048" y="170351"/>
                </a:lnTo>
                <a:lnTo>
                  <a:pt x="186213" y="170351"/>
                </a:lnTo>
                <a:lnTo>
                  <a:pt x="188378" y="170351"/>
                </a:lnTo>
                <a:lnTo>
                  <a:pt x="190543" y="170340"/>
                </a:lnTo>
                <a:lnTo>
                  <a:pt x="192709" y="170340"/>
                </a:lnTo>
                <a:lnTo>
                  <a:pt x="194874" y="170340"/>
                </a:lnTo>
                <a:lnTo>
                  <a:pt x="197039" y="170330"/>
                </a:lnTo>
                <a:lnTo>
                  <a:pt x="199204" y="170330"/>
                </a:lnTo>
                <a:lnTo>
                  <a:pt x="201370" y="170330"/>
                </a:lnTo>
                <a:lnTo>
                  <a:pt x="203535" y="170320"/>
                </a:lnTo>
                <a:lnTo>
                  <a:pt x="205700" y="170320"/>
                </a:lnTo>
                <a:lnTo>
                  <a:pt x="207865" y="170320"/>
                </a:lnTo>
                <a:lnTo>
                  <a:pt x="210030" y="170309"/>
                </a:lnTo>
                <a:lnTo>
                  <a:pt x="212196" y="170309"/>
                </a:lnTo>
                <a:lnTo>
                  <a:pt x="214361" y="170309"/>
                </a:lnTo>
                <a:lnTo>
                  <a:pt x="216526" y="170299"/>
                </a:lnTo>
                <a:lnTo>
                  <a:pt x="218692" y="170299"/>
                </a:lnTo>
                <a:lnTo>
                  <a:pt x="220858" y="170288"/>
                </a:lnTo>
                <a:lnTo>
                  <a:pt x="223023" y="170288"/>
                </a:lnTo>
                <a:lnTo>
                  <a:pt x="225188" y="170288"/>
                </a:lnTo>
                <a:lnTo>
                  <a:pt x="227353" y="170278"/>
                </a:lnTo>
                <a:lnTo>
                  <a:pt x="229518" y="170278"/>
                </a:lnTo>
                <a:lnTo>
                  <a:pt x="231684" y="170268"/>
                </a:lnTo>
                <a:lnTo>
                  <a:pt x="233849" y="170268"/>
                </a:lnTo>
                <a:lnTo>
                  <a:pt x="236014" y="170257"/>
                </a:lnTo>
                <a:lnTo>
                  <a:pt x="238179" y="170257"/>
                </a:lnTo>
                <a:lnTo>
                  <a:pt x="240344" y="170247"/>
                </a:lnTo>
                <a:lnTo>
                  <a:pt x="242510" y="170247"/>
                </a:lnTo>
                <a:lnTo>
                  <a:pt x="244675" y="170237"/>
                </a:lnTo>
                <a:lnTo>
                  <a:pt x="246840" y="170237"/>
                </a:lnTo>
                <a:lnTo>
                  <a:pt x="249005" y="170226"/>
                </a:lnTo>
                <a:lnTo>
                  <a:pt x="251171" y="170226"/>
                </a:lnTo>
                <a:lnTo>
                  <a:pt x="253336" y="170216"/>
                </a:lnTo>
                <a:lnTo>
                  <a:pt x="255501" y="170206"/>
                </a:lnTo>
                <a:lnTo>
                  <a:pt x="257666" y="170206"/>
                </a:lnTo>
                <a:lnTo>
                  <a:pt x="259831" y="170195"/>
                </a:lnTo>
                <a:lnTo>
                  <a:pt x="261997" y="170185"/>
                </a:lnTo>
                <a:lnTo>
                  <a:pt x="264162" y="170185"/>
                </a:lnTo>
                <a:lnTo>
                  <a:pt x="266327" y="170175"/>
                </a:lnTo>
                <a:lnTo>
                  <a:pt x="268493" y="170164"/>
                </a:lnTo>
                <a:lnTo>
                  <a:pt x="270659" y="170164"/>
                </a:lnTo>
                <a:lnTo>
                  <a:pt x="272824" y="170154"/>
                </a:lnTo>
                <a:lnTo>
                  <a:pt x="274989" y="170144"/>
                </a:lnTo>
                <a:lnTo>
                  <a:pt x="277154" y="170133"/>
                </a:lnTo>
                <a:lnTo>
                  <a:pt x="279319" y="170133"/>
                </a:lnTo>
                <a:lnTo>
                  <a:pt x="281485" y="170123"/>
                </a:lnTo>
                <a:lnTo>
                  <a:pt x="283650" y="170112"/>
                </a:lnTo>
                <a:lnTo>
                  <a:pt x="285815" y="170102"/>
                </a:lnTo>
                <a:lnTo>
                  <a:pt x="287980" y="170092"/>
                </a:lnTo>
                <a:lnTo>
                  <a:pt x="290146" y="170082"/>
                </a:lnTo>
                <a:lnTo>
                  <a:pt x="292311" y="170082"/>
                </a:lnTo>
                <a:lnTo>
                  <a:pt x="294476" y="170071"/>
                </a:lnTo>
                <a:lnTo>
                  <a:pt x="296641" y="170061"/>
                </a:lnTo>
                <a:lnTo>
                  <a:pt x="298806" y="170050"/>
                </a:lnTo>
                <a:lnTo>
                  <a:pt x="300972" y="170040"/>
                </a:lnTo>
                <a:lnTo>
                  <a:pt x="303137" y="170030"/>
                </a:lnTo>
                <a:lnTo>
                  <a:pt x="305302" y="170019"/>
                </a:lnTo>
                <a:lnTo>
                  <a:pt x="307467" y="170009"/>
                </a:lnTo>
                <a:lnTo>
                  <a:pt x="309633" y="169999"/>
                </a:lnTo>
                <a:lnTo>
                  <a:pt x="311798" y="169988"/>
                </a:lnTo>
                <a:lnTo>
                  <a:pt x="313963" y="169968"/>
                </a:lnTo>
                <a:lnTo>
                  <a:pt x="316129" y="169957"/>
                </a:lnTo>
                <a:lnTo>
                  <a:pt x="318294" y="169947"/>
                </a:lnTo>
                <a:lnTo>
                  <a:pt x="320460" y="169937"/>
                </a:lnTo>
                <a:lnTo>
                  <a:pt x="322625" y="169926"/>
                </a:lnTo>
                <a:lnTo>
                  <a:pt x="324790" y="169906"/>
                </a:lnTo>
                <a:lnTo>
                  <a:pt x="326955" y="169895"/>
                </a:lnTo>
                <a:lnTo>
                  <a:pt x="329121" y="169885"/>
                </a:lnTo>
                <a:lnTo>
                  <a:pt x="331286" y="169864"/>
                </a:lnTo>
                <a:lnTo>
                  <a:pt x="333451" y="169854"/>
                </a:lnTo>
                <a:lnTo>
                  <a:pt x="335616" y="169843"/>
                </a:lnTo>
                <a:lnTo>
                  <a:pt x="337781" y="169823"/>
                </a:lnTo>
                <a:lnTo>
                  <a:pt x="339947" y="169812"/>
                </a:lnTo>
                <a:lnTo>
                  <a:pt x="342112" y="169792"/>
                </a:lnTo>
                <a:lnTo>
                  <a:pt x="344277" y="169781"/>
                </a:lnTo>
                <a:lnTo>
                  <a:pt x="346442" y="169761"/>
                </a:lnTo>
                <a:lnTo>
                  <a:pt x="348608" y="169750"/>
                </a:lnTo>
                <a:lnTo>
                  <a:pt x="350773" y="169730"/>
                </a:lnTo>
                <a:lnTo>
                  <a:pt x="352938" y="169709"/>
                </a:lnTo>
                <a:lnTo>
                  <a:pt x="355103" y="169699"/>
                </a:lnTo>
                <a:lnTo>
                  <a:pt x="357268" y="169678"/>
                </a:lnTo>
                <a:lnTo>
                  <a:pt x="359434" y="169657"/>
                </a:lnTo>
                <a:lnTo>
                  <a:pt x="361599" y="169636"/>
                </a:lnTo>
                <a:lnTo>
                  <a:pt x="363765" y="169616"/>
                </a:lnTo>
                <a:lnTo>
                  <a:pt x="365930" y="169605"/>
                </a:lnTo>
                <a:lnTo>
                  <a:pt x="368096" y="169585"/>
                </a:lnTo>
                <a:lnTo>
                  <a:pt x="370261" y="169564"/>
                </a:lnTo>
                <a:lnTo>
                  <a:pt x="372426" y="169543"/>
                </a:lnTo>
                <a:lnTo>
                  <a:pt x="374591" y="169523"/>
                </a:lnTo>
                <a:lnTo>
                  <a:pt x="376756" y="169502"/>
                </a:lnTo>
                <a:lnTo>
                  <a:pt x="378922" y="169471"/>
                </a:lnTo>
                <a:lnTo>
                  <a:pt x="381087" y="169450"/>
                </a:lnTo>
                <a:lnTo>
                  <a:pt x="383252" y="169429"/>
                </a:lnTo>
                <a:lnTo>
                  <a:pt x="385417" y="169409"/>
                </a:lnTo>
                <a:lnTo>
                  <a:pt x="387583" y="169378"/>
                </a:lnTo>
                <a:lnTo>
                  <a:pt x="389748" y="169357"/>
                </a:lnTo>
                <a:lnTo>
                  <a:pt x="391913" y="169336"/>
                </a:lnTo>
                <a:lnTo>
                  <a:pt x="394078" y="169305"/>
                </a:lnTo>
                <a:lnTo>
                  <a:pt x="396243" y="169285"/>
                </a:lnTo>
                <a:lnTo>
                  <a:pt x="398409" y="169253"/>
                </a:lnTo>
                <a:lnTo>
                  <a:pt x="400574" y="169222"/>
                </a:lnTo>
                <a:lnTo>
                  <a:pt x="402739" y="169202"/>
                </a:lnTo>
                <a:lnTo>
                  <a:pt x="404904" y="169171"/>
                </a:lnTo>
                <a:lnTo>
                  <a:pt x="407069" y="169140"/>
                </a:lnTo>
                <a:lnTo>
                  <a:pt x="409235" y="169109"/>
                </a:lnTo>
                <a:lnTo>
                  <a:pt x="411401" y="169077"/>
                </a:lnTo>
                <a:lnTo>
                  <a:pt x="413566" y="169047"/>
                </a:lnTo>
                <a:lnTo>
                  <a:pt x="415731" y="169015"/>
                </a:lnTo>
                <a:lnTo>
                  <a:pt x="417897" y="168984"/>
                </a:lnTo>
                <a:lnTo>
                  <a:pt x="420062" y="168953"/>
                </a:lnTo>
                <a:lnTo>
                  <a:pt x="422227" y="168922"/>
                </a:lnTo>
                <a:lnTo>
                  <a:pt x="424392" y="168891"/>
                </a:lnTo>
                <a:lnTo>
                  <a:pt x="426557" y="168850"/>
                </a:lnTo>
                <a:lnTo>
                  <a:pt x="428723" y="168819"/>
                </a:lnTo>
                <a:lnTo>
                  <a:pt x="430888" y="168788"/>
                </a:lnTo>
                <a:lnTo>
                  <a:pt x="433053" y="168746"/>
                </a:lnTo>
                <a:lnTo>
                  <a:pt x="435218" y="168705"/>
                </a:lnTo>
                <a:lnTo>
                  <a:pt x="437384" y="168674"/>
                </a:lnTo>
                <a:lnTo>
                  <a:pt x="439549" y="168633"/>
                </a:lnTo>
                <a:lnTo>
                  <a:pt x="441714" y="168591"/>
                </a:lnTo>
                <a:lnTo>
                  <a:pt x="443879" y="168550"/>
                </a:lnTo>
                <a:lnTo>
                  <a:pt x="446044" y="168508"/>
                </a:lnTo>
                <a:lnTo>
                  <a:pt x="448210" y="168467"/>
                </a:lnTo>
                <a:lnTo>
                  <a:pt x="450375" y="168425"/>
                </a:lnTo>
                <a:lnTo>
                  <a:pt x="452540" y="168384"/>
                </a:lnTo>
                <a:lnTo>
                  <a:pt x="454705" y="168343"/>
                </a:lnTo>
                <a:lnTo>
                  <a:pt x="456871" y="168301"/>
                </a:lnTo>
                <a:lnTo>
                  <a:pt x="459036" y="168250"/>
                </a:lnTo>
                <a:lnTo>
                  <a:pt x="461202" y="168208"/>
                </a:lnTo>
                <a:lnTo>
                  <a:pt x="463367" y="168156"/>
                </a:lnTo>
                <a:lnTo>
                  <a:pt x="465532" y="168105"/>
                </a:lnTo>
                <a:lnTo>
                  <a:pt x="467698" y="168063"/>
                </a:lnTo>
                <a:lnTo>
                  <a:pt x="469863" y="168012"/>
                </a:lnTo>
                <a:lnTo>
                  <a:pt x="472028" y="167960"/>
                </a:lnTo>
                <a:lnTo>
                  <a:pt x="474193" y="167908"/>
                </a:lnTo>
                <a:lnTo>
                  <a:pt x="476359" y="167856"/>
                </a:lnTo>
                <a:lnTo>
                  <a:pt x="478524" y="167794"/>
                </a:lnTo>
                <a:lnTo>
                  <a:pt x="480689" y="167742"/>
                </a:lnTo>
                <a:lnTo>
                  <a:pt x="482854" y="167691"/>
                </a:lnTo>
                <a:lnTo>
                  <a:pt x="485019" y="167629"/>
                </a:lnTo>
                <a:lnTo>
                  <a:pt x="487185" y="167566"/>
                </a:lnTo>
                <a:lnTo>
                  <a:pt x="489350" y="167515"/>
                </a:lnTo>
                <a:lnTo>
                  <a:pt x="491515" y="167453"/>
                </a:lnTo>
                <a:lnTo>
                  <a:pt x="493680" y="167390"/>
                </a:lnTo>
                <a:lnTo>
                  <a:pt x="495846" y="167328"/>
                </a:lnTo>
                <a:lnTo>
                  <a:pt x="498011" y="167266"/>
                </a:lnTo>
                <a:lnTo>
                  <a:pt x="500176" y="167204"/>
                </a:lnTo>
                <a:lnTo>
                  <a:pt x="502341" y="167132"/>
                </a:lnTo>
                <a:lnTo>
                  <a:pt x="504506" y="167070"/>
                </a:lnTo>
                <a:lnTo>
                  <a:pt x="506672" y="166997"/>
                </a:lnTo>
                <a:lnTo>
                  <a:pt x="508838" y="166935"/>
                </a:lnTo>
                <a:lnTo>
                  <a:pt x="511003" y="166863"/>
                </a:lnTo>
                <a:lnTo>
                  <a:pt x="513168" y="166790"/>
                </a:lnTo>
                <a:lnTo>
                  <a:pt x="515334" y="166718"/>
                </a:lnTo>
                <a:lnTo>
                  <a:pt x="517499" y="166645"/>
                </a:lnTo>
                <a:lnTo>
                  <a:pt x="519664" y="166563"/>
                </a:lnTo>
                <a:lnTo>
                  <a:pt x="521829" y="166490"/>
                </a:lnTo>
                <a:lnTo>
                  <a:pt x="523994" y="166407"/>
                </a:lnTo>
                <a:lnTo>
                  <a:pt x="526160" y="166335"/>
                </a:lnTo>
                <a:lnTo>
                  <a:pt x="528325" y="166252"/>
                </a:lnTo>
                <a:lnTo>
                  <a:pt x="530490" y="166169"/>
                </a:lnTo>
                <a:lnTo>
                  <a:pt x="532655" y="166086"/>
                </a:lnTo>
                <a:lnTo>
                  <a:pt x="534821" y="166004"/>
                </a:lnTo>
                <a:lnTo>
                  <a:pt x="536986" y="165910"/>
                </a:lnTo>
                <a:lnTo>
                  <a:pt x="539151" y="165828"/>
                </a:lnTo>
                <a:lnTo>
                  <a:pt x="541316" y="165734"/>
                </a:lnTo>
                <a:lnTo>
                  <a:pt x="543481" y="165652"/>
                </a:lnTo>
                <a:lnTo>
                  <a:pt x="545647" y="165559"/>
                </a:lnTo>
                <a:lnTo>
                  <a:pt x="547812" y="165465"/>
                </a:lnTo>
                <a:lnTo>
                  <a:pt x="549977" y="165362"/>
                </a:lnTo>
                <a:lnTo>
                  <a:pt x="552142" y="165269"/>
                </a:lnTo>
                <a:lnTo>
                  <a:pt x="554308" y="165176"/>
                </a:lnTo>
                <a:lnTo>
                  <a:pt x="556474" y="165072"/>
                </a:lnTo>
                <a:lnTo>
                  <a:pt x="558639" y="164969"/>
                </a:lnTo>
                <a:lnTo>
                  <a:pt x="560804" y="164865"/>
                </a:lnTo>
                <a:lnTo>
                  <a:pt x="562969" y="164762"/>
                </a:lnTo>
                <a:lnTo>
                  <a:pt x="565135" y="164658"/>
                </a:lnTo>
                <a:lnTo>
                  <a:pt x="567300" y="164544"/>
                </a:lnTo>
                <a:lnTo>
                  <a:pt x="569465" y="164441"/>
                </a:lnTo>
                <a:lnTo>
                  <a:pt x="571630" y="164327"/>
                </a:lnTo>
                <a:lnTo>
                  <a:pt x="573796" y="164213"/>
                </a:lnTo>
                <a:lnTo>
                  <a:pt x="575961" y="164099"/>
                </a:lnTo>
                <a:lnTo>
                  <a:pt x="578126" y="163975"/>
                </a:lnTo>
                <a:lnTo>
                  <a:pt x="580291" y="163861"/>
                </a:lnTo>
                <a:lnTo>
                  <a:pt x="582456" y="163737"/>
                </a:lnTo>
                <a:lnTo>
                  <a:pt x="584622" y="163613"/>
                </a:lnTo>
                <a:lnTo>
                  <a:pt x="586787" y="163489"/>
                </a:lnTo>
                <a:lnTo>
                  <a:pt x="588952" y="163364"/>
                </a:lnTo>
                <a:lnTo>
                  <a:pt x="591117" y="163240"/>
                </a:lnTo>
                <a:lnTo>
                  <a:pt x="593282" y="163106"/>
                </a:lnTo>
                <a:lnTo>
                  <a:pt x="595448" y="162981"/>
                </a:lnTo>
                <a:lnTo>
                  <a:pt x="597613" y="162847"/>
                </a:lnTo>
                <a:lnTo>
                  <a:pt x="599778" y="162702"/>
                </a:lnTo>
                <a:lnTo>
                  <a:pt x="601943" y="162567"/>
                </a:lnTo>
                <a:lnTo>
                  <a:pt x="604110" y="162433"/>
                </a:lnTo>
                <a:lnTo>
                  <a:pt x="606275" y="162288"/>
                </a:lnTo>
                <a:lnTo>
                  <a:pt x="608440" y="162143"/>
                </a:lnTo>
                <a:lnTo>
                  <a:pt x="610605" y="161998"/>
                </a:lnTo>
                <a:lnTo>
                  <a:pt x="612770" y="161843"/>
                </a:lnTo>
                <a:lnTo>
                  <a:pt x="614936" y="161698"/>
                </a:lnTo>
                <a:lnTo>
                  <a:pt x="617101" y="161543"/>
                </a:lnTo>
                <a:lnTo>
                  <a:pt x="619266" y="161388"/>
                </a:lnTo>
                <a:lnTo>
                  <a:pt x="621431" y="161232"/>
                </a:lnTo>
                <a:lnTo>
                  <a:pt x="623597" y="161067"/>
                </a:lnTo>
                <a:lnTo>
                  <a:pt x="625762" y="160911"/>
                </a:lnTo>
                <a:lnTo>
                  <a:pt x="627927" y="160746"/>
                </a:lnTo>
                <a:lnTo>
                  <a:pt x="630092" y="160580"/>
                </a:lnTo>
                <a:lnTo>
                  <a:pt x="632257" y="160404"/>
                </a:lnTo>
                <a:lnTo>
                  <a:pt x="634423" y="160239"/>
                </a:lnTo>
                <a:lnTo>
                  <a:pt x="636588" y="160063"/>
                </a:lnTo>
                <a:lnTo>
                  <a:pt x="638753" y="159887"/>
                </a:lnTo>
                <a:lnTo>
                  <a:pt x="640918" y="159711"/>
                </a:lnTo>
                <a:lnTo>
                  <a:pt x="643084" y="159524"/>
                </a:lnTo>
                <a:lnTo>
                  <a:pt x="645249" y="159349"/>
                </a:lnTo>
                <a:lnTo>
                  <a:pt x="647414" y="159162"/>
                </a:lnTo>
                <a:lnTo>
                  <a:pt x="649579" y="158966"/>
                </a:lnTo>
                <a:lnTo>
                  <a:pt x="651745" y="158779"/>
                </a:lnTo>
                <a:lnTo>
                  <a:pt x="653911" y="158583"/>
                </a:lnTo>
                <a:lnTo>
                  <a:pt x="656076" y="158386"/>
                </a:lnTo>
                <a:lnTo>
                  <a:pt x="658241" y="158189"/>
                </a:lnTo>
                <a:lnTo>
                  <a:pt x="660406" y="157993"/>
                </a:lnTo>
                <a:lnTo>
                  <a:pt x="662572" y="157786"/>
                </a:lnTo>
                <a:lnTo>
                  <a:pt x="664737" y="157579"/>
                </a:lnTo>
                <a:lnTo>
                  <a:pt x="666902" y="157372"/>
                </a:lnTo>
                <a:lnTo>
                  <a:pt x="669067" y="157154"/>
                </a:lnTo>
                <a:lnTo>
                  <a:pt x="671232" y="156937"/>
                </a:lnTo>
                <a:lnTo>
                  <a:pt x="673398" y="156720"/>
                </a:lnTo>
                <a:lnTo>
                  <a:pt x="675563" y="156502"/>
                </a:lnTo>
                <a:lnTo>
                  <a:pt x="677728" y="156275"/>
                </a:lnTo>
                <a:lnTo>
                  <a:pt x="679893" y="156047"/>
                </a:lnTo>
                <a:lnTo>
                  <a:pt x="682059" y="155819"/>
                </a:lnTo>
                <a:lnTo>
                  <a:pt x="684224" y="155592"/>
                </a:lnTo>
                <a:lnTo>
                  <a:pt x="686389" y="155353"/>
                </a:lnTo>
                <a:lnTo>
                  <a:pt x="688554" y="155115"/>
                </a:lnTo>
                <a:lnTo>
                  <a:pt x="690719" y="154877"/>
                </a:lnTo>
                <a:lnTo>
                  <a:pt x="692885" y="154629"/>
                </a:lnTo>
                <a:lnTo>
                  <a:pt x="695050" y="154381"/>
                </a:lnTo>
                <a:lnTo>
                  <a:pt x="697215" y="154132"/>
                </a:lnTo>
                <a:lnTo>
                  <a:pt x="699380" y="153884"/>
                </a:lnTo>
                <a:lnTo>
                  <a:pt x="701547" y="153625"/>
                </a:lnTo>
                <a:lnTo>
                  <a:pt x="703712" y="153366"/>
                </a:lnTo>
                <a:lnTo>
                  <a:pt x="705877" y="153108"/>
                </a:lnTo>
                <a:lnTo>
                  <a:pt x="708042" y="152838"/>
                </a:lnTo>
                <a:lnTo>
                  <a:pt x="710207" y="152569"/>
                </a:lnTo>
                <a:lnTo>
                  <a:pt x="712373" y="152300"/>
                </a:lnTo>
                <a:lnTo>
                  <a:pt x="714538" y="152021"/>
                </a:lnTo>
                <a:lnTo>
                  <a:pt x="716703" y="151741"/>
                </a:lnTo>
                <a:lnTo>
                  <a:pt x="718868" y="151462"/>
                </a:lnTo>
                <a:lnTo>
                  <a:pt x="721033" y="151172"/>
                </a:lnTo>
                <a:lnTo>
                  <a:pt x="723199" y="150893"/>
                </a:lnTo>
                <a:lnTo>
                  <a:pt x="725364" y="150603"/>
                </a:lnTo>
                <a:lnTo>
                  <a:pt x="727529" y="150303"/>
                </a:lnTo>
                <a:lnTo>
                  <a:pt x="729694" y="150003"/>
                </a:lnTo>
                <a:lnTo>
                  <a:pt x="731860" y="149702"/>
                </a:lnTo>
                <a:lnTo>
                  <a:pt x="734025" y="149402"/>
                </a:lnTo>
                <a:lnTo>
                  <a:pt x="736190" y="149092"/>
                </a:lnTo>
                <a:lnTo>
                  <a:pt x="738355" y="148781"/>
                </a:lnTo>
                <a:lnTo>
                  <a:pt x="740520" y="148460"/>
                </a:lnTo>
                <a:lnTo>
                  <a:pt x="742686" y="148150"/>
                </a:lnTo>
                <a:lnTo>
                  <a:pt x="744851" y="147819"/>
                </a:lnTo>
                <a:lnTo>
                  <a:pt x="747016" y="147498"/>
                </a:lnTo>
                <a:lnTo>
                  <a:pt x="749182" y="147167"/>
                </a:lnTo>
                <a:lnTo>
                  <a:pt x="751348" y="146835"/>
                </a:lnTo>
                <a:lnTo>
                  <a:pt x="753513" y="146504"/>
                </a:lnTo>
                <a:lnTo>
                  <a:pt x="755678" y="146163"/>
                </a:lnTo>
                <a:lnTo>
                  <a:pt x="757843" y="145821"/>
                </a:lnTo>
                <a:lnTo>
                  <a:pt x="760009" y="145469"/>
                </a:lnTo>
                <a:lnTo>
                  <a:pt x="762174" y="145117"/>
                </a:lnTo>
                <a:lnTo>
                  <a:pt x="764334" y="144765"/>
                </a:lnTo>
                <a:lnTo>
                  <a:pt x="766507" y="144414"/>
                </a:lnTo>
                <a:lnTo>
                  <a:pt x="768670" y="144051"/>
                </a:lnTo>
                <a:lnTo>
                  <a:pt x="770834" y="143689"/>
                </a:lnTo>
                <a:lnTo>
                  <a:pt x="772997" y="143316"/>
                </a:lnTo>
                <a:lnTo>
                  <a:pt x="775170" y="142944"/>
                </a:lnTo>
                <a:lnTo>
                  <a:pt x="777333" y="142571"/>
                </a:lnTo>
                <a:lnTo>
                  <a:pt x="779497" y="142188"/>
                </a:lnTo>
                <a:lnTo>
                  <a:pt x="781660" y="141805"/>
                </a:lnTo>
                <a:lnTo>
                  <a:pt x="783823" y="141422"/>
                </a:lnTo>
                <a:lnTo>
                  <a:pt x="785996" y="141029"/>
                </a:lnTo>
                <a:lnTo>
                  <a:pt x="788160" y="140636"/>
                </a:lnTo>
                <a:lnTo>
                  <a:pt x="790323" y="140232"/>
                </a:lnTo>
                <a:lnTo>
                  <a:pt x="792486" y="139828"/>
                </a:lnTo>
                <a:lnTo>
                  <a:pt x="794649" y="139425"/>
                </a:lnTo>
                <a:lnTo>
                  <a:pt x="796822" y="139021"/>
                </a:lnTo>
                <a:lnTo>
                  <a:pt x="798986" y="138607"/>
                </a:lnTo>
                <a:lnTo>
                  <a:pt x="801149" y="138183"/>
                </a:lnTo>
                <a:lnTo>
                  <a:pt x="803312" y="137769"/>
                </a:lnTo>
                <a:lnTo>
                  <a:pt x="805475" y="137345"/>
                </a:lnTo>
                <a:lnTo>
                  <a:pt x="807649" y="136910"/>
                </a:lnTo>
                <a:lnTo>
                  <a:pt x="809812" y="136485"/>
                </a:lnTo>
                <a:lnTo>
                  <a:pt x="811975" y="136040"/>
                </a:lnTo>
                <a:lnTo>
                  <a:pt x="814138" y="135606"/>
                </a:lnTo>
                <a:lnTo>
                  <a:pt x="816301" y="135161"/>
                </a:lnTo>
                <a:lnTo>
                  <a:pt x="818475" y="134716"/>
                </a:lnTo>
                <a:lnTo>
                  <a:pt x="820638" y="134260"/>
                </a:lnTo>
                <a:lnTo>
                  <a:pt x="822801" y="133805"/>
                </a:lnTo>
                <a:lnTo>
                  <a:pt x="824964" y="133349"/>
                </a:lnTo>
                <a:lnTo>
                  <a:pt x="827127" y="132884"/>
                </a:lnTo>
                <a:lnTo>
                  <a:pt x="829301" y="132418"/>
                </a:lnTo>
                <a:lnTo>
                  <a:pt x="831464" y="131942"/>
                </a:lnTo>
                <a:lnTo>
                  <a:pt x="833627" y="131476"/>
                </a:lnTo>
                <a:lnTo>
                  <a:pt x="835790" y="130990"/>
                </a:lnTo>
                <a:lnTo>
                  <a:pt x="837953" y="130513"/>
                </a:lnTo>
                <a:lnTo>
                  <a:pt x="840127" y="130027"/>
                </a:lnTo>
                <a:lnTo>
                  <a:pt x="842290" y="129530"/>
                </a:lnTo>
                <a:lnTo>
                  <a:pt x="844453" y="129044"/>
                </a:lnTo>
                <a:lnTo>
                  <a:pt x="846616" y="128547"/>
                </a:lnTo>
                <a:lnTo>
                  <a:pt x="848779" y="128040"/>
                </a:lnTo>
                <a:lnTo>
                  <a:pt x="850953" y="127533"/>
                </a:lnTo>
                <a:lnTo>
                  <a:pt x="853116" y="127025"/>
                </a:lnTo>
                <a:lnTo>
                  <a:pt x="855279" y="126508"/>
                </a:lnTo>
                <a:lnTo>
                  <a:pt x="857442" y="126001"/>
                </a:lnTo>
                <a:lnTo>
                  <a:pt x="859605" y="125473"/>
                </a:lnTo>
                <a:lnTo>
                  <a:pt x="861779" y="124955"/>
                </a:lnTo>
                <a:lnTo>
                  <a:pt x="863942" y="124428"/>
                </a:lnTo>
                <a:lnTo>
                  <a:pt x="866105" y="123890"/>
                </a:lnTo>
                <a:lnTo>
                  <a:pt x="868268" y="123351"/>
                </a:lnTo>
                <a:lnTo>
                  <a:pt x="870442" y="122813"/>
                </a:lnTo>
                <a:lnTo>
                  <a:pt x="872605" y="122275"/>
                </a:lnTo>
                <a:lnTo>
                  <a:pt x="874768" y="121726"/>
                </a:lnTo>
                <a:lnTo>
                  <a:pt x="876931" y="121178"/>
                </a:lnTo>
                <a:lnTo>
                  <a:pt x="879095" y="120619"/>
                </a:lnTo>
                <a:lnTo>
                  <a:pt x="881268" y="120060"/>
                </a:lnTo>
                <a:lnTo>
                  <a:pt x="883431" y="119501"/>
                </a:lnTo>
                <a:lnTo>
                  <a:pt x="885594" y="118932"/>
                </a:lnTo>
                <a:lnTo>
                  <a:pt x="887757" y="118363"/>
                </a:lnTo>
                <a:lnTo>
                  <a:pt x="889921" y="117793"/>
                </a:lnTo>
                <a:lnTo>
                  <a:pt x="892094" y="117214"/>
                </a:lnTo>
                <a:lnTo>
                  <a:pt x="894257" y="116634"/>
                </a:lnTo>
                <a:lnTo>
                  <a:pt x="896420" y="116054"/>
                </a:lnTo>
                <a:lnTo>
                  <a:pt x="898584" y="115465"/>
                </a:lnTo>
                <a:lnTo>
                  <a:pt x="900747" y="114875"/>
                </a:lnTo>
                <a:lnTo>
                  <a:pt x="902920" y="114285"/>
                </a:lnTo>
                <a:lnTo>
                  <a:pt x="905083" y="113684"/>
                </a:lnTo>
                <a:lnTo>
                  <a:pt x="907246" y="113084"/>
                </a:lnTo>
                <a:lnTo>
                  <a:pt x="909410" y="112484"/>
                </a:lnTo>
                <a:lnTo>
                  <a:pt x="911573" y="111873"/>
                </a:lnTo>
                <a:lnTo>
                  <a:pt x="913746" y="111262"/>
                </a:lnTo>
                <a:lnTo>
                  <a:pt x="915909" y="110652"/>
                </a:lnTo>
                <a:lnTo>
                  <a:pt x="918073" y="110031"/>
                </a:lnTo>
                <a:lnTo>
                  <a:pt x="920236" y="109410"/>
                </a:lnTo>
                <a:lnTo>
                  <a:pt x="922399" y="108789"/>
                </a:lnTo>
                <a:lnTo>
                  <a:pt x="924572" y="108157"/>
                </a:lnTo>
                <a:lnTo>
                  <a:pt x="926735" y="107526"/>
                </a:lnTo>
                <a:lnTo>
                  <a:pt x="928899" y="106895"/>
                </a:lnTo>
                <a:lnTo>
                  <a:pt x="931062" y="106253"/>
                </a:lnTo>
                <a:lnTo>
                  <a:pt x="933225" y="105611"/>
                </a:lnTo>
                <a:lnTo>
                  <a:pt x="935398" y="104970"/>
                </a:lnTo>
                <a:lnTo>
                  <a:pt x="937562" y="104328"/>
                </a:lnTo>
                <a:lnTo>
                  <a:pt x="939725" y="103676"/>
                </a:lnTo>
                <a:lnTo>
                  <a:pt x="941888" y="103024"/>
                </a:lnTo>
                <a:lnTo>
                  <a:pt x="944051" y="102372"/>
                </a:lnTo>
                <a:lnTo>
                  <a:pt x="946225" y="101709"/>
                </a:lnTo>
                <a:lnTo>
                  <a:pt x="948388" y="101047"/>
                </a:lnTo>
                <a:lnTo>
                  <a:pt x="950551" y="100385"/>
                </a:lnTo>
                <a:lnTo>
                  <a:pt x="952714" y="99722"/>
                </a:lnTo>
                <a:lnTo>
                  <a:pt x="954877" y="99050"/>
                </a:lnTo>
                <a:lnTo>
                  <a:pt x="957051" y="98377"/>
                </a:lnTo>
                <a:lnTo>
                  <a:pt x="959214" y="97704"/>
                </a:lnTo>
                <a:lnTo>
                  <a:pt x="961377" y="97031"/>
                </a:lnTo>
                <a:lnTo>
                  <a:pt x="963540" y="96348"/>
                </a:lnTo>
                <a:lnTo>
                  <a:pt x="965714" y="95665"/>
                </a:lnTo>
                <a:lnTo>
                  <a:pt x="967877" y="94982"/>
                </a:lnTo>
                <a:lnTo>
                  <a:pt x="970040" y="94299"/>
                </a:lnTo>
                <a:lnTo>
                  <a:pt x="972203" y="93605"/>
                </a:lnTo>
                <a:lnTo>
                  <a:pt x="974366" y="92912"/>
                </a:lnTo>
                <a:lnTo>
                  <a:pt x="976540" y="92218"/>
                </a:lnTo>
                <a:lnTo>
                  <a:pt x="978703" y="91525"/>
                </a:lnTo>
                <a:lnTo>
                  <a:pt x="980866" y="90832"/>
                </a:lnTo>
                <a:lnTo>
                  <a:pt x="983029" y="90128"/>
                </a:lnTo>
                <a:lnTo>
                  <a:pt x="985192" y="89424"/>
                </a:lnTo>
                <a:lnTo>
                  <a:pt x="987366" y="88720"/>
                </a:lnTo>
                <a:lnTo>
                  <a:pt x="989529" y="88016"/>
                </a:lnTo>
                <a:lnTo>
                  <a:pt x="991692" y="87302"/>
                </a:lnTo>
                <a:lnTo>
                  <a:pt x="993855" y="86598"/>
                </a:lnTo>
                <a:lnTo>
                  <a:pt x="996018" y="85884"/>
                </a:lnTo>
                <a:lnTo>
                  <a:pt x="998192" y="85170"/>
                </a:lnTo>
                <a:lnTo>
                  <a:pt x="1000355" y="84456"/>
                </a:lnTo>
                <a:lnTo>
                  <a:pt x="1002518" y="83742"/>
                </a:lnTo>
                <a:lnTo>
                  <a:pt x="1004681" y="83017"/>
                </a:lnTo>
                <a:lnTo>
                  <a:pt x="1006844" y="82303"/>
                </a:lnTo>
                <a:lnTo>
                  <a:pt x="1009018" y="81579"/>
                </a:lnTo>
                <a:lnTo>
                  <a:pt x="1011181" y="80854"/>
                </a:lnTo>
                <a:lnTo>
                  <a:pt x="1013344" y="80130"/>
                </a:lnTo>
                <a:lnTo>
                  <a:pt x="1015507" y="79405"/>
                </a:lnTo>
                <a:lnTo>
                  <a:pt x="1017671" y="78681"/>
                </a:lnTo>
                <a:lnTo>
                  <a:pt x="1019844" y="77956"/>
                </a:lnTo>
                <a:lnTo>
                  <a:pt x="1022007" y="77221"/>
                </a:lnTo>
                <a:lnTo>
                  <a:pt x="1024170" y="76497"/>
                </a:lnTo>
                <a:lnTo>
                  <a:pt x="1026334" y="75762"/>
                </a:lnTo>
                <a:lnTo>
                  <a:pt x="1028497" y="75037"/>
                </a:lnTo>
                <a:lnTo>
                  <a:pt x="1030670" y="74303"/>
                </a:lnTo>
                <a:lnTo>
                  <a:pt x="1032833" y="73568"/>
                </a:lnTo>
                <a:lnTo>
                  <a:pt x="1034997" y="72833"/>
                </a:lnTo>
                <a:lnTo>
                  <a:pt x="1037160" y="72108"/>
                </a:lnTo>
                <a:lnTo>
                  <a:pt x="1039323" y="71374"/>
                </a:lnTo>
                <a:lnTo>
                  <a:pt x="1041496" y="70639"/>
                </a:lnTo>
                <a:lnTo>
                  <a:pt x="1043659" y="69904"/>
                </a:lnTo>
                <a:lnTo>
                  <a:pt x="1045823" y="69159"/>
                </a:lnTo>
                <a:lnTo>
                  <a:pt x="1047986" y="68424"/>
                </a:lnTo>
                <a:lnTo>
                  <a:pt x="1050149" y="67689"/>
                </a:lnTo>
                <a:lnTo>
                  <a:pt x="1052322" y="66954"/>
                </a:lnTo>
                <a:lnTo>
                  <a:pt x="1054486" y="66219"/>
                </a:lnTo>
                <a:lnTo>
                  <a:pt x="1056649" y="65484"/>
                </a:lnTo>
                <a:lnTo>
                  <a:pt x="1058812" y="64750"/>
                </a:lnTo>
                <a:lnTo>
                  <a:pt x="1060985" y="64015"/>
                </a:lnTo>
                <a:lnTo>
                  <a:pt x="1063149" y="63280"/>
                </a:lnTo>
                <a:lnTo>
                  <a:pt x="1065312" y="62545"/>
                </a:lnTo>
                <a:lnTo>
                  <a:pt x="1067475" y="61810"/>
                </a:lnTo>
                <a:lnTo>
                  <a:pt x="1069638" y="61075"/>
                </a:lnTo>
                <a:lnTo>
                  <a:pt x="1071811" y="60341"/>
                </a:lnTo>
                <a:lnTo>
                  <a:pt x="1073975" y="59616"/>
                </a:lnTo>
                <a:lnTo>
                  <a:pt x="1076138" y="58881"/>
                </a:lnTo>
                <a:lnTo>
                  <a:pt x="1078301" y="58146"/>
                </a:lnTo>
                <a:lnTo>
                  <a:pt x="1080464" y="57422"/>
                </a:lnTo>
                <a:lnTo>
                  <a:pt x="1082638" y="56687"/>
                </a:lnTo>
                <a:lnTo>
                  <a:pt x="1084801" y="55962"/>
                </a:lnTo>
                <a:lnTo>
                  <a:pt x="1086964" y="55238"/>
                </a:lnTo>
                <a:lnTo>
                  <a:pt x="1089127" y="54513"/>
                </a:lnTo>
                <a:lnTo>
                  <a:pt x="1091290" y="53789"/>
                </a:lnTo>
                <a:lnTo>
                  <a:pt x="1093464" y="53064"/>
                </a:lnTo>
                <a:lnTo>
                  <a:pt x="1095627" y="52340"/>
                </a:lnTo>
                <a:lnTo>
                  <a:pt x="1097790" y="51626"/>
                </a:lnTo>
                <a:lnTo>
                  <a:pt x="1099953" y="50912"/>
                </a:lnTo>
                <a:lnTo>
                  <a:pt x="1102116" y="50197"/>
                </a:lnTo>
                <a:lnTo>
                  <a:pt x="1104290" y="49483"/>
                </a:lnTo>
                <a:lnTo>
                  <a:pt x="1106453" y="48769"/>
                </a:lnTo>
                <a:lnTo>
                  <a:pt x="1108616" y="48055"/>
                </a:lnTo>
                <a:lnTo>
                  <a:pt x="1110779" y="47351"/>
                </a:lnTo>
                <a:lnTo>
                  <a:pt x="1112942" y="46647"/>
                </a:lnTo>
                <a:lnTo>
                  <a:pt x="1115116" y="45944"/>
                </a:lnTo>
                <a:lnTo>
                  <a:pt x="1117279" y="45240"/>
                </a:lnTo>
                <a:lnTo>
                  <a:pt x="1119442" y="44536"/>
                </a:lnTo>
                <a:lnTo>
                  <a:pt x="1121605" y="43843"/>
                </a:lnTo>
                <a:lnTo>
                  <a:pt x="1123768" y="43149"/>
                </a:lnTo>
                <a:lnTo>
                  <a:pt x="1125942" y="42456"/>
                </a:lnTo>
                <a:lnTo>
                  <a:pt x="1128105" y="41773"/>
                </a:lnTo>
                <a:lnTo>
                  <a:pt x="1130268" y="41090"/>
                </a:lnTo>
                <a:lnTo>
                  <a:pt x="1132431" y="40406"/>
                </a:lnTo>
                <a:lnTo>
                  <a:pt x="1134595" y="39723"/>
                </a:lnTo>
                <a:lnTo>
                  <a:pt x="1136768" y="39051"/>
                </a:lnTo>
                <a:lnTo>
                  <a:pt x="1138931" y="38378"/>
                </a:lnTo>
                <a:lnTo>
                  <a:pt x="1141094" y="37705"/>
                </a:lnTo>
                <a:lnTo>
                  <a:pt x="1143258" y="37043"/>
                </a:lnTo>
                <a:lnTo>
                  <a:pt x="1145421" y="36380"/>
                </a:lnTo>
                <a:lnTo>
                  <a:pt x="1147594" y="35718"/>
                </a:lnTo>
                <a:lnTo>
                  <a:pt x="1149757" y="35055"/>
                </a:lnTo>
                <a:lnTo>
                  <a:pt x="1151920" y="34403"/>
                </a:lnTo>
                <a:lnTo>
                  <a:pt x="1154084" y="33762"/>
                </a:lnTo>
                <a:lnTo>
                  <a:pt x="1156247" y="33120"/>
                </a:lnTo>
                <a:lnTo>
                  <a:pt x="1158420" y="32478"/>
                </a:lnTo>
                <a:lnTo>
                  <a:pt x="1160583" y="31837"/>
                </a:lnTo>
                <a:lnTo>
                  <a:pt x="1162747" y="31205"/>
                </a:lnTo>
                <a:lnTo>
                  <a:pt x="1164910" y="30574"/>
                </a:lnTo>
                <a:lnTo>
                  <a:pt x="1167083" y="29953"/>
                </a:lnTo>
                <a:lnTo>
                  <a:pt x="1169246" y="29332"/>
                </a:lnTo>
                <a:lnTo>
                  <a:pt x="1171409" y="28721"/>
                </a:lnTo>
                <a:lnTo>
                  <a:pt x="1173573" y="28111"/>
                </a:lnTo>
                <a:lnTo>
                  <a:pt x="1175736" y="27500"/>
                </a:lnTo>
                <a:lnTo>
                  <a:pt x="1177909" y="26900"/>
                </a:lnTo>
                <a:lnTo>
                  <a:pt x="1180072" y="26310"/>
                </a:lnTo>
                <a:lnTo>
                  <a:pt x="1182236" y="25709"/>
                </a:lnTo>
                <a:lnTo>
                  <a:pt x="1184399" y="25130"/>
                </a:lnTo>
                <a:lnTo>
                  <a:pt x="1186562" y="24550"/>
                </a:lnTo>
                <a:lnTo>
                  <a:pt x="1188735" y="23971"/>
                </a:lnTo>
                <a:lnTo>
                  <a:pt x="1190899" y="23401"/>
                </a:lnTo>
                <a:lnTo>
                  <a:pt x="1193062" y="22832"/>
                </a:lnTo>
                <a:lnTo>
                  <a:pt x="1195225" y="22273"/>
                </a:lnTo>
                <a:lnTo>
                  <a:pt x="1197388" y="21714"/>
                </a:lnTo>
                <a:lnTo>
                  <a:pt x="1199562" y="21166"/>
                </a:lnTo>
                <a:lnTo>
                  <a:pt x="1201725" y="20617"/>
                </a:lnTo>
                <a:lnTo>
                  <a:pt x="1203888" y="20079"/>
                </a:lnTo>
                <a:lnTo>
                  <a:pt x="1206051" y="19551"/>
                </a:lnTo>
                <a:lnTo>
                  <a:pt x="1208214" y="19023"/>
                </a:lnTo>
                <a:lnTo>
                  <a:pt x="1210388" y="18495"/>
                </a:lnTo>
                <a:lnTo>
                  <a:pt x="1212551" y="17988"/>
                </a:lnTo>
                <a:lnTo>
                  <a:pt x="1214714" y="17471"/>
                </a:lnTo>
                <a:lnTo>
                  <a:pt x="1216877" y="16974"/>
                </a:lnTo>
                <a:lnTo>
                  <a:pt x="1219040" y="16477"/>
                </a:lnTo>
                <a:lnTo>
                  <a:pt x="1221214" y="15980"/>
                </a:lnTo>
                <a:lnTo>
                  <a:pt x="1223377" y="15494"/>
                </a:lnTo>
                <a:lnTo>
                  <a:pt x="1225540" y="15018"/>
                </a:lnTo>
                <a:lnTo>
                  <a:pt x="1227703" y="14552"/>
                </a:lnTo>
                <a:lnTo>
                  <a:pt x="1229866" y="14086"/>
                </a:lnTo>
                <a:lnTo>
                  <a:pt x="1232040" y="13621"/>
                </a:lnTo>
                <a:lnTo>
                  <a:pt x="1234203" y="13176"/>
                </a:lnTo>
                <a:lnTo>
                  <a:pt x="1236366" y="12731"/>
                </a:lnTo>
                <a:lnTo>
                  <a:pt x="1238529" y="12285"/>
                </a:lnTo>
                <a:lnTo>
                  <a:pt x="1240692" y="11851"/>
                </a:lnTo>
                <a:lnTo>
                  <a:pt x="1242866" y="11426"/>
                </a:lnTo>
                <a:lnTo>
                  <a:pt x="1245029" y="11012"/>
                </a:lnTo>
                <a:lnTo>
                  <a:pt x="1247192" y="10598"/>
                </a:lnTo>
                <a:lnTo>
                  <a:pt x="1249355" y="10195"/>
                </a:lnTo>
                <a:lnTo>
                  <a:pt x="1251518" y="9801"/>
                </a:lnTo>
                <a:lnTo>
                  <a:pt x="1253692" y="9408"/>
                </a:lnTo>
                <a:lnTo>
                  <a:pt x="1255855" y="9025"/>
                </a:lnTo>
                <a:lnTo>
                  <a:pt x="1258018" y="8653"/>
                </a:lnTo>
                <a:lnTo>
                  <a:pt x="1260181" y="8280"/>
                </a:lnTo>
                <a:lnTo>
                  <a:pt x="1262355" y="7918"/>
                </a:lnTo>
                <a:lnTo>
                  <a:pt x="1264518" y="7566"/>
                </a:lnTo>
                <a:lnTo>
                  <a:pt x="1266681" y="7224"/>
                </a:lnTo>
                <a:lnTo>
                  <a:pt x="1268844" y="6883"/>
                </a:lnTo>
                <a:lnTo>
                  <a:pt x="1271007" y="6552"/>
                </a:lnTo>
                <a:lnTo>
                  <a:pt x="1273181" y="6231"/>
                </a:lnTo>
                <a:lnTo>
                  <a:pt x="1275344" y="5920"/>
                </a:lnTo>
                <a:lnTo>
                  <a:pt x="1277507" y="5610"/>
                </a:lnTo>
                <a:lnTo>
                  <a:pt x="1279670" y="5310"/>
                </a:lnTo>
                <a:lnTo>
                  <a:pt x="1281834" y="5020"/>
                </a:lnTo>
                <a:lnTo>
                  <a:pt x="1284007" y="4730"/>
                </a:lnTo>
                <a:lnTo>
                  <a:pt x="1286170" y="4461"/>
                </a:lnTo>
                <a:lnTo>
                  <a:pt x="1288333" y="4192"/>
                </a:lnTo>
                <a:lnTo>
                  <a:pt x="1290497" y="3933"/>
                </a:lnTo>
                <a:lnTo>
                  <a:pt x="1292660" y="3674"/>
                </a:lnTo>
                <a:lnTo>
                  <a:pt x="1294833" y="3436"/>
                </a:lnTo>
                <a:lnTo>
                  <a:pt x="1296996" y="3198"/>
                </a:lnTo>
                <a:lnTo>
                  <a:pt x="1299160" y="2970"/>
                </a:lnTo>
                <a:lnTo>
                  <a:pt x="1301323" y="2753"/>
                </a:lnTo>
                <a:lnTo>
                  <a:pt x="1303486" y="2536"/>
                </a:lnTo>
                <a:lnTo>
                  <a:pt x="1305659" y="2339"/>
                </a:lnTo>
                <a:lnTo>
                  <a:pt x="1307822" y="2143"/>
                </a:lnTo>
                <a:lnTo>
                  <a:pt x="1309986" y="1956"/>
                </a:lnTo>
                <a:lnTo>
                  <a:pt x="1312149" y="1780"/>
                </a:lnTo>
                <a:lnTo>
                  <a:pt x="1314312" y="1604"/>
                </a:lnTo>
                <a:lnTo>
                  <a:pt x="1316485" y="1449"/>
                </a:lnTo>
                <a:lnTo>
                  <a:pt x="1318649" y="1294"/>
                </a:lnTo>
                <a:lnTo>
                  <a:pt x="1320812" y="1149"/>
                </a:lnTo>
                <a:lnTo>
                  <a:pt x="1322975" y="1014"/>
                </a:lnTo>
                <a:lnTo>
                  <a:pt x="1325138" y="890"/>
                </a:lnTo>
                <a:lnTo>
                  <a:pt x="1327311" y="766"/>
                </a:lnTo>
                <a:lnTo>
                  <a:pt x="1329475" y="652"/>
                </a:lnTo>
                <a:lnTo>
                  <a:pt x="1331638" y="549"/>
                </a:lnTo>
                <a:lnTo>
                  <a:pt x="1333801" y="455"/>
                </a:lnTo>
                <a:lnTo>
                  <a:pt x="1335964" y="373"/>
                </a:lnTo>
                <a:lnTo>
                  <a:pt x="1338137" y="300"/>
                </a:lnTo>
                <a:lnTo>
                  <a:pt x="1340301" y="228"/>
                </a:lnTo>
                <a:lnTo>
                  <a:pt x="1342464" y="176"/>
                </a:lnTo>
                <a:lnTo>
                  <a:pt x="1344627" y="124"/>
                </a:lnTo>
                <a:lnTo>
                  <a:pt x="1346790" y="83"/>
                </a:lnTo>
                <a:lnTo>
                  <a:pt x="1348964" y="41"/>
                </a:lnTo>
                <a:lnTo>
                  <a:pt x="1351127" y="21"/>
                </a:lnTo>
                <a:lnTo>
                  <a:pt x="1353290" y="10"/>
                </a:lnTo>
                <a:lnTo>
                  <a:pt x="1355453" y="0"/>
                </a:lnTo>
                <a:lnTo>
                  <a:pt x="1357627" y="0"/>
                </a:lnTo>
                <a:lnTo>
                  <a:pt x="1359790" y="10"/>
                </a:lnTo>
                <a:lnTo>
                  <a:pt x="1361953" y="31"/>
                </a:lnTo>
                <a:lnTo>
                  <a:pt x="1364116" y="52"/>
                </a:lnTo>
                <a:lnTo>
                  <a:pt x="1366279" y="93"/>
                </a:lnTo>
                <a:lnTo>
                  <a:pt x="1368453" y="135"/>
                </a:lnTo>
                <a:lnTo>
                  <a:pt x="1370616" y="186"/>
                </a:lnTo>
                <a:lnTo>
                  <a:pt x="1372779" y="248"/>
                </a:lnTo>
                <a:lnTo>
                  <a:pt x="1374942" y="321"/>
                </a:lnTo>
                <a:lnTo>
                  <a:pt x="1377105" y="404"/>
                </a:lnTo>
                <a:lnTo>
                  <a:pt x="1379279" y="486"/>
                </a:lnTo>
                <a:lnTo>
                  <a:pt x="1381442" y="580"/>
                </a:lnTo>
                <a:lnTo>
                  <a:pt x="1383605" y="683"/>
                </a:lnTo>
                <a:lnTo>
                  <a:pt x="1385768" y="797"/>
                </a:lnTo>
                <a:lnTo>
                  <a:pt x="1387931" y="921"/>
                </a:lnTo>
                <a:lnTo>
                  <a:pt x="1390105" y="1056"/>
                </a:lnTo>
                <a:lnTo>
                  <a:pt x="1392268" y="1190"/>
                </a:lnTo>
                <a:lnTo>
                  <a:pt x="1394431" y="1335"/>
                </a:lnTo>
                <a:lnTo>
                  <a:pt x="1396594" y="1490"/>
                </a:lnTo>
                <a:lnTo>
                  <a:pt x="1398757" y="1656"/>
                </a:lnTo>
                <a:lnTo>
                  <a:pt x="1400931" y="1832"/>
                </a:lnTo>
                <a:lnTo>
                  <a:pt x="1403094" y="2008"/>
                </a:lnTo>
                <a:lnTo>
                  <a:pt x="1405257" y="2194"/>
                </a:lnTo>
                <a:lnTo>
                  <a:pt x="1407420" y="2391"/>
                </a:lnTo>
                <a:lnTo>
                  <a:pt x="1409584" y="2598"/>
                </a:lnTo>
                <a:lnTo>
                  <a:pt x="1411757" y="2815"/>
                </a:lnTo>
                <a:lnTo>
                  <a:pt x="1413920" y="3033"/>
                </a:lnTo>
                <a:lnTo>
                  <a:pt x="1416083" y="3260"/>
                </a:lnTo>
                <a:lnTo>
                  <a:pt x="1418246" y="3498"/>
                </a:lnTo>
                <a:lnTo>
                  <a:pt x="1420410" y="3747"/>
                </a:lnTo>
                <a:lnTo>
                  <a:pt x="1422583" y="4005"/>
                </a:lnTo>
                <a:lnTo>
                  <a:pt x="1424746" y="4264"/>
                </a:lnTo>
                <a:lnTo>
                  <a:pt x="1426909" y="4533"/>
                </a:lnTo>
                <a:lnTo>
                  <a:pt x="1429073" y="4813"/>
                </a:lnTo>
                <a:lnTo>
                  <a:pt x="1431236" y="5103"/>
                </a:lnTo>
                <a:lnTo>
                  <a:pt x="1433409" y="5392"/>
                </a:lnTo>
                <a:lnTo>
                  <a:pt x="1435572" y="5692"/>
                </a:lnTo>
                <a:lnTo>
                  <a:pt x="1437736" y="6003"/>
                </a:lnTo>
                <a:lnTo>
                  <a:pt x="1439899" y="6324"/>
                </a:lnTo>
                <a:lnTo>
                  <a:pt x="1442062" y="6645"/>
                </a:lnTo>
                <a:lnTo>
                  <a:pt x="1444235" y="6986"/>
                </a:lnTo>
                <a:lnTo>
                  <a:pt x="1446399" y="7328"/>
                </a:lnTo>
                <a:lnTo>
                  <a:pt x="1448562" y="7669"/>
                </a:lnTo>
                <a:lnTo>
                  <a:pt x="1450725" y="8021"/>
                </a:lnTo>
                <a:lnTo>
                  <a:pt x="1452898" y="8394"/>
                </a:lnTo>
                <a:lnTo>
                  <a:pt x="1455061" y="8756"/>
                </a:lnTo>
                <a:lnTo>
                  <a:pt x="1457225" y="9139"/>
                </a:lnTo>
                <a:lnTo>
                  <a:pt x="1459388" y="9522"/>
                </a:lnTo>
                <a:lnTo>
                  <a:pt x="1461551" y="9915"/>
                </a:lnTo>
                <a:lnTo>
                  <a:pt x="1463724" y="10309"/>
                </a:lnTo>
                <a:lnTo>
                  <a:pt x="1465888" y="10723"/>
                </a:lnTo>
                <a:lnTo>
                  <a:pt x="1468051" y="11137"/>
                </a:lnTo>
                <a:lnTo>
                  <a:pt x="1470214" y="11551"/>
                </a:lnTo>
                <a:lnTo>
                  <a:pt x="1472377" y="11975"/>
                </a:lnTo>
                <a:lnTo>
                  <a:pt x="1474550" y="12410"/>
                </a:lnTo>
                <a:lnTo>
                  <a:pt x="1476714" y="12855"/>
                </a:lnTo>
                <a:lnTo>
                  <a:pt x="1478877" y="13300"/>
                </a:lnTo>
                <a:lnTo>
                  <a:pt x="1481040" y="13755"/>
                </a:lnTo>
                <a:lnTo>
                  <a:pt x="1483203" y="14221"/>
                </a:lnTo>
                <a:lnTo>
                  <a:pt x="1485377" y="14687"/>
                </a:lnTo>
                <a:lnTo>
                  <a:pt x="1487540" y="15163"/>
                </a:lnTo>
                <a:lnTo>
                  <a:pt x="1489703" y="15639"/>
                </a:lnTo>
                <a:lnTo>
                  <a:pt x="1491866" y="16125"/>
                </a:lnTo>
                <a:lnTo>
                  <a:pt x="1494029" y="16622"/>
                </a:lnTo>
                <a:lnTo>
                  <a:pt x="1496203" y="17119"/>
                </a:lnTo>
                <a:lnTo>
                  <a:pt x="1498366" y="17626"/>
                </a:lnTo>
                <a:lnTo>
                  <a:pt x="1500529" y="18133"/>
                </a:lnTo>
                <a:lnTo>
                  <a:pt x="1502692" y="18651"/>
                </a:lnTo>
                <a:lnTo>
                  <a:pt x="1504855" y="19179"/>
                </a:lnTo>
                <a:lnTo>
                  <a:pt x="1507029" y="19706"/>
                </a:lnTo>
                <a:lnTo>
                  <a:pt x="1509192" y="20234"/>
                </a:lnTo>
                <a:lnTo>
                  <a:pt x="1511355" y="20773"/>
                </a:lnTo>
                <a:lnTo>
                  <a:pt x="1513518" y="21321"/>
                </a:lnTo>
                <a:lnTo>
                  <a:pt x="1515681" y="21880"/>
                </a:lnTo>
                <a:lnTo>
                  <a:pt x="1517855" y="22428"/>
                </a:lnTo>
                <a:lnTo>
                  <a:pt x="1520018" y="22998"/>
                </a:lnTo>
                <a:lnTo>
                  <a:pt x="1522181" y="23567"/>
                </a:lnTo>
                <a:lnTo>
                  <a:pt x="1524344" y="24136"/>
                </a:lnTo>
                <a:lnTo>
                  <a:pt x="1526507" y="24716"/>
                </a:lnTo>
                <a:lnTo>
                  <a:pt x="1528681" y="25295"/>
                </a:lnTo>
                <a:lnTo>
                  <a:pt x="1530844" y="25885"/>
                </a:lnTo>
                <a:lnTo>
                  <a:pt x="1533007" y="26475"/>
                </a:lnTo>
                <a:lnTo>
                  <a:pt x="1535170" y="27076"/>
                </a:lnTo>
                <a:lnTo>
                  <a:pt x="1537334" y="27676"/>
                </a:lnTo>
                <a:lnTo>
                  <a:pt x="1539507" y="28287"/>
                </a:lnTo>
                <a:lnTo>
                  <a:pt x="1541670" y="28897"/>
                </a:lnTo>
                <a:lnTo>
                  <a:pt x="1543833" y="29518"/>
                </a:lnTo>
                <a:lnTo>
                  <a:pt x="1545997" y="30129"/>
                </a:lnTo>
                <a:lnTo>
                  <a:pt x="1548170" y="30760"/>
                </a:lnTo>
                <a:lnTo>
                  <a:pt x="1550333" y="31392"/>
                </a:lnTo>
                <a:lnTo>
                  <a:pt x="1552496" y="32023"/>
                </a:lnTo>
                <a:lnTo>
                  <a:pt x="1554659" y="32665"/>
                </a:lnTo>
                <a:lnTo>
                  <a:pt x="1556823" y="33306"/>
                </a:lnTo>
                <a:lnTo>
                  <a:pt x="1558996" y="33948"/>
                </a:lnTo>
                <a:lnTo>
                  <a:pt x="1561159" y="34600"/>
                </a:lnTo>
                <a:lnTo>
                  <a:pt x="1563322" y="35252"/>
                </a:lnTo>
                <a:lnTo>
                  <a:pt x="1565486" y="35904"/>
                </a:lnTo>
                <a:lnTo>
                  <a:pt x="1567649" y="36567"/>
                </a:lnTo>
                <a:lnTo>
                  <a:pt x="1569822" y="37229"/>
                </a:lnTo>
                <a:lnTo>
                  <a:pt x="1571985" y="37902"/>
                </a:lnTo>
                <a:lnTo>
                  <a:pt x="1574148" y="38564"/>
                </a:lnTo>
                <a:lnTo>
                  <a:pt x="1576312" y="39247"/>
                </a:lnTo>
                <a:lnTo>
                  <a:pt x="1578475" y="39920"/>
                </a:lnTo>
                <a:lnTo>
                  <a:pt x="1580648" y="40603"/>
                </a:lnTo>
                <a:lnTo>
                  <a:pt x="1582811" y="41286"/>
                </a:lnTo>
                <a:lnTo>
                  <a:pt x="1584975" y="41969"/>
                </a:lnTo>
                <a:lnTo>
                  <a:pt x="1587138" y="42663"/>
                </a:lnTo>
                <a:lnTo>
                  <a:pt x="1589301" y="43346"/>
                </a:lnTo>
                <a:lnTo>
                  <a:pt x="1591474" y="44050"/>
                </a:lnTo>
                <a:lnTo>
                  <a:pt x="1593638" y="44743"/>
                </a:lnTo>
                <a:lnTo>
                  <a:pt x="1595801" y="45436"/>
                </a:lnTo>
                <a:lnTo>
                  <a:pt x="1597964" y="46140"/>
                </a:lnTo>
                <a:lnTo>
                  <a:pt x="1600127" y="46844"/>
                </a:lnTo>
                <a:lnTo>
                  <a:pt x="1602301" y="47558"/>
                </a:lnTo>
                <a:lnTo>
                  <a:pt x="1604464" y="48262"/>
                </a:lnTo>
                <a:lnTo>
                  <a:pt x="1606627" y="48976"/>
                </a:lnTo>
                <a:lnTo>
                  <a:pt x="1608790" y="49680"/>
                </a:lnTo>
                <a:lnTo>
                  <a:pt x="1610953" y="50405"/>
                </a:lnTo>
                <a:lnTo>
                  <a:pt x="1613127" y="51119"/>
                </a:lnTo>
                <a:lnTo>
                  <a:pt x="1615290" y="51833"/>
                </a:lnTo>
                <a:lnTo>
                  <a:pt x="1617453" y="52557"/>
                </a:lnTo>
                <a:lnTo>
                  <a:pt x="1619616" y="53271"/>
                </a:lnTo>
                <a:lnTo>
                  <a:pt x="1621779" y="53996"/>
                </a:lnTo>
                <a:lnTo>
                  <a:pt x="1623953" y="54720"/>
                </a:lnTo>
                <a:lnTo>
                  <a:pt x="1626116" y="55445"/>
                </a:lnTo>
                <a:lnTo>
                  <a:pt x="1628279" y="56169"/>
                </a:lnTo>
                <a:lnTo>
                  <a:pt x="1630442" y="56904"/>
                </a:lnTo>
                <a:lnTo>
                  <a:pt x="1632605" y="57629"/>
                </a:lnTo>
                <a:lnTo>
                  <a:pt x="1634779" y="58364"/>
                </a:lnTo>
                <a:lnTo>
                  <a:pt x="1636942" y="59088"/>
                </a:lnTo>
                <a:lnTo>
                  <a:pt x="1639105" y="59823"/>
                </a:lnTo>
                <a:lnTo>
                  <a:pt x="1641268" y="60558"/>
                </a:lnTo>
                <a:lnTo>
                  <a:pt x="1643442" y="61293"/>
                </a:lnTo>
                <a:lnTo>
                  <a:pt x="1645605" y="62028"/>
                </a:lnTo>
                <a:lnTo>
                  <a:pt x="1647768" y="62762"/>
                </a:lnTo>
                <a:lnTo>
                  <a:pt x="1649931" y="63487"/>
                </a:lnTo>
                <a:lnTo>
                  <a:pt x="1652094" y="64232"/>
                </a:lnTo>
                <a:lnTo>
                  <a:pt x="1654268" y="64967"/>
                </a:lnTo>
                <a:lnTo>
                  <a:pt x="1656431" y="65702"/>
                </a:lnTo>
                <a:lnTo>
                  <a:pt x="1658594" y="66437"/>
                </a:lnTo>
                <a:lnTo>
                  <a:pt x="1660757" y="67171"/>
                </a:lnTo>
                <a:lnTo>
                  <a:pt x="1662920" y="67906"/>
                </a:lnTo>
                <a:lnTo>
                  <a:pt x="1665094" y="68641"/>
                </a:lnTo>
                <a:lnTo>
                  <a:pt x="1667257" y="69376"/>
                </a:lnTo>
                <a:lnTo>
                  <a:pt x="1669420" y="70111"/>
                </a:lnTo>
                <a:lnTo>
                  <a:pt x="1671583" y="70846"/>
                </a:lnTo>
                <a:lnTo>
                  <a:pt x="1673746" y="71581"/>
                </a:lnTo>
                <a:lnTo>
                  <a:pt x="1675920" y="72315"/>
                </a:lnTo>
                <a:lnTo>
                  <a:pt x="1678083" y="73050"/>
                </a:lnTo>
                <a:lnTo>
                  <a:pt x="1680246" y="73785"/>
                </a:lnTo>
                <a:lnTo>
                  <a:pt x="1682409" y="74520"/>
                </a:lnTo>
                <a:lnTo>
                  <a:pt x="1684573" y="75245"/>
                </a:lnTo>
                <a:lnTo>
                  <a:pt x="1686746" y="75979"/>
                </a:lnTo>
                <a:lnTo>
                  <a:pt x="1688909" y="76704"/>
                </a:lnTo>
                <a:lnTo>
                  <a:pt x="1691072" y="77439"/>
                </a:lnTo>
                <a:lnTo>
                  <a:pt x="1693236" y="78163"/>
                </a:lnTo>
                <a:lnTo>
                  <a:pt x="1695399" y="78888"/>
                </a:lnTo>
                <a:lnTo>
                  <a:pt x="1697572" y="79623"/>
                </a:lnTo>
                <a:lnTo>
                  <a:pt x="1699735" y="80347"/>
                </a:lnTo>
                <a:lnTo>
                  <a:pt x="1701899" y="81061"/>
                </a:lnTo>
                <a:lnTo>
                  <a:pt x="1704062" y="81786"/>
                </a:lnTo>
                <a:lnTo>
                  <a:pt x="1706225" y="82510"/>
                </a:lnTo>
                <a:lnTo>
                  <a:pt x="1708398" y="83224"/>
                </a:lnTo>
                <a:lnTo>
                  <a:pt x="1710561" y="83949"/>
                </a:lnTo>
                <a:lnTo>
                  <a:pt x="1712725" y="84663"/>
                </a:lnTo>
                <a:lnTo>
                  <a:pt x="1714888" y="85377"/>
                </a:lnTo>
                <a:lnTo>
                  <a:pt x="1717051" y="86091"/>
                </a:lnTo>
                <a:lnTo>
                  <a:pt x="1719224" y="86805"/>
                </a:lnTo>
                <a:lnTo>
                  <a:pt x="1721388" y="87509"/>
                </a:lnTo>
                <a:lnTo>
                  <a:pt x="1723551" y="88223"/>
                </a:lnTo>
                <a:lnTo>
                  <a:pt x="1725714" y="88927"/>
                </a:lnTo>
                <a:lnTo>
                  <a:pt x="1727877" y="89631"/>
                </a:lnTo>
                <a:lnTo>
                  <a:pt x="1730050" y="90335"/>
                </a:lnTo>
                <a:lnTo>
                  <a:pt x="1732214" y="91028"/>
                </a:lnTo>
                <a:lnTo>
                  <a:pt x="1734377" y="91732"/>
                </a:lnTo>
                <a:lnTo>
                  <a:pt x="1736540" y="92425"/>
                </a:lnTo>
                <a:lnTo>
                  <a:pt x="1738713" y="93119"/>
                </a:lnTo>
                <a:lnTo>
                  <a:pt x="1740877" y="93802"/>
                </a:lnTo>
                <a:lnTo>
                  <a:pt x="1743040" y="94495"/>
                </a:lnTo>
                <a:lnTo>
                  <a:pt x="1745203" y="95179"/>
                </a:lnTo>
                <a:lnTo>
                  <a:pt x="1747366" y="95862"/>
                </a:lnTo>
                <a:lnTo>
                  <a:pt x="1749540" y="96545"/>
                </a:lnTo>
                <a:lnTo>
                  <a:pt x="1751703" y="97228"/>
                </a:lnTo>
                <a:lnTo>
                  <a:pt x="1753866" y="97901"/>
                </a:lnTo>
                <a:lnTo>
                  <a:pt x="1756029" y="98573"/>
                </a:lnTo>
                <a:lnTo>
                  <a:pt x="1758192" y="99246"/>
                </a:lnTo>
                <a:lnTo>
                  <a:pt x="1760366" y="99919"/>
                </a:lnTo>
                <a:lnTo>
                  <a:pt x="1762529" y="100581"/>
                </a:lnTo>
                <a:lnTo>
                  <a:pt x="1764692" y="101244"/>
                </a:lnTo>
                <a:lnTo>
                  <a:pt x="1766855" y="101906"/>
                </a:lnTo>
                <a:lnTo>
                  <a:pt x="1769018" y="102558"/>
                </a:lnTo>
                <a:lnTo>
                  <a:pt x="1771192" y="103210"/>
                </a:lnTo>
                <a:lnTo>
                  <a:pt x="1773355" y="103862"/>
                </a:lnTo>
                <a:lnTo>
                  <a:pt x="1775518" y="104514"/>
                </a:lnTo>
                <a:lnTo>
                  <a:pt x="1777681" y="105156"/>
                </a:lnTo>
                <a:lnTo>
                  <a:pt x="1779844" y="105798"/>
                </a:lnTo>
                <a:lnTo>
                  <a:pt x="1782018" y="106439"/>
                </a:lnTo>
                <a:lnTo>
                  <a:pt x="1784181" y="107081"/>
                </a:lnTo>
                <a:lnTo>
                  <a:pt x="1786344" y="107712"/>
                </a:lnTo>
                <a:lnTo>
                  <a:pt x="1788507" y="108344"/>
                </a:lnTo>
                <a:lnTo>
                  <a:pt x="1790670" y="108965"/>
                </a:lnTo>
                <a:lnTo>
                  <a:pt x="1792844" y="109586"/>
                </a:lnTo>
                <a:lnTo>
                  <a:pt x="1795007" y="110207"/>
                </a:lnTo>
                <a:lnTo>
                  <a:pt x="1797170" y="110828"/>
                </a:lnTo>
                <a:lnTo>
                  <a:pt x="1799333" y="111438"/>
                </a:lnTo>
                <a:lnTo>
                  <a:pt x="1801497" y="112049"/>
                </a:lnTo>
                <a:lnTo>
                  <a:pt x="1803670" y="112660"/>
                </a:lnTo>
                <a:lnTo>
                  <a:pt x="1805833" y="113260"/>
                </a:lnTo>
                <a:lnTo>
                  <a:pt x="1807996" y="113860"/>
                </a:lnTo>
                <a:lnTo>
                  <a:pt x="1810159" y="114450"/>
                </a:lnTo>
                <a:lnTo>
                  <a:pt x="1812323" y="115051"/>
                </a:lnTo>
                <a:lnTo>
                  <a:pt x="1814496" y="115640"/>
                </a:lnTo>
                <a:lnTo>
                  <a:pt x="1816659" y="116220"/>
                </a:lnTo>
                <a:lnTo>
                  <a:pt x="1818822" y="116810"/>
                </a:lnTo>
                <a:lnTo>
                  <a:pt x="1820986" y="117379"/>
                </a:lnTo>
                <a:lnTo>
                  <a:pt x="1823149" y="117959"/>
                </a:lnTo>
                <a:lnTo>
                  <a:pt x="1825322" y="118528"/>
                </a:lnTo>
                <a:lnTo>
                  <a:pt x="1827485" y="119097"/>
                </a:lnTo>
                <a:lnTo>
                  <a:pt x="1829648" y="119667"/>
                </a:lnTo>
                <a:lnTo>
                  <a:pt x="1831812" y="120226"/>
                </a:lnTo>
                <a:lnTo>
                  <a:pt x="1833985" y="120785"/>
                </a:lnTo>
                <a:lnTo>
                  <a:pt x="1836148" y="121333"/>
                </a:lnTo>
                <a:lnTo>
                  <a:pt x="1838311" y="121882"/>
                </a:lnTo>
                <a:lnTo>
                  <a:pt x="1840475" y="122430"/>
                </a:lnTo>
                <a:lnTo>
                  <a:pt x="1842638" y="122968"/>
                </a:lnTo>
                <a:lnTo>
                  <a:pt x="1844811" y="123507"/>
                </a:lnTo>
                <a:lnTo>
                  <a:pt x="1846974" y="124045"/>
                </a:lnTo>
                <a:lnTo>
                  <a:pt x="1849137" y="124573"/>
                </a:lnTo>
                <a:lnTo>
                  <a:pt x="1851301" y="125100"/>
                </a:lnTo>
                <a:lnTo>
                  <a:pt x="1853464" y="125628"/>
                </a:lnTo>
                <a:lnTo>
                  <a:pt x="1855637" y="126146"/>
                </a:lnTo>
                <a:lnTo>
                  <a:pt x="1857801" y="126663"/>
                </a:lnTo>
                <a:lnTo>
                  <a:pt x="1859964" y="127170"/>
                </a:lnTo>
                <a:lnTo>
                  <a:pt x="1862127" y="127678"/>
                </a:lnTo>
                <a:lnTo>
                  <a:pt x="1864290" y="128185"/>
                </a:lnTo>
                <a:lnTo>
                  <a:pt x="1866463" y="128692"/>
                </a:lnTo>
                <a:lnTo>
                  <a:pt x="1868627" y="129189"/>
                </a:lnTo>
                <a:lnTo>
                  <a:pt x="1870790" y="129675"/>
                </a:lnTo>
                <a:lnTo>
                  <a:pt x="1872953" y="130162"/>
                </a:lnTo>
                <a:lnTo>
                  <a:pt x="1875116" y="130648"/>
                </a:lnTo>
                <a:lnTo>
                  <a:pt x="1877290" y="131135"/>
                </a:lnTo>
                <a:lnTo>
                  <a:pt x="1879453" y="131611"/>
                </a:lnTo>
                <a:lnTo>
                  <a:pt x="1881616" y="132087"/>
                </a:lnTo>
                <a:lnTo>
                  <a:pt x="1883779" y="132552"/>
                </a:lnTo>
                <a:lnTo>
                  <a:pt x="1885942" y="133018"/>
                </a:lnTo>
                <a:lnTo>
                  <a:pt x="1888116" y="133484"/>
                </a:lnTo>
                <a:lnTo>
                  <a:pt x="1890279" y="133939"/>
                </a:lnTo>
                <a:lnTo>
                  <a:pt x="1892442" y="134395"/>
                </a:lnTo>
                <a:lnTo>
                  <a:pt x="1894605" y="134840"/>
                </a:lnTo>
                <a:lnTo>
                  <a:pt x="1896768" y="135285"/>
                </a:lnTo>
                <a:lnTo>
                  <a:pt x="1898942" y="135730"/>
                </a:lnTo>
                <a:lnTo>
                  <a:pt x="1901105" y="136175"/>
                </a:lnTo>
                <a:lnTo>
                  <a:pt x="1903268" y="136610"/>
                </a:lnTo>
                <a:lnTo>
                  <a:pt x="1905431" y="137034"/>
                </a:lnTo>
                <a:lnTo>
                  <a:pt x="1907594" y="137469"/>
                </a:lnTo>
                <a:lnTo>
                  <a:pt x="1909768" y="137893"/>
                </a:lnTo>
                <a:lnTo>
                  <a:pt x="1911931" y="138307"/>
                </a:lnTo>
                <a:lnTo>
                  <a:pt x="1914094" y="138721"/>
                </a:lnTo>
                <a:lnTo>
                  <a:pt x="1916257" y="139135"/>
                </a:lnTo>
                <a:lnTo>
                  <a:pt x="1918421" y="139549"/>
                </a:lnTo>
                <a:lnTo>
                  <a:pt x="1920594" y="139953"/>
                </a:lnTo>
                <a:lnTo>
                  <a:pt x="1922757" y="140346"/>
                </a:lnTo>
                <a:lnTo>
                  <a:pt x="1924920" y="140750"/>
                </a:lnTo>
                <a:lnTo>
                  <a:pt x="1927083" y="141143"/>
                </a:lnTo>
                <a:lnTo>
                  <a:pt x="1929257" y="141526"/>
                </a:lnTo>
                <a:lnTo>
                  <a:pt x="1931420" y="141919"/>
                </a:lnTo>
                <a:lnTo>
                  <a:pt x="1933583" y="142302"/>
                </a:lnTo>
                <a:lnTo>
                  <a:pt x="1935746" y="142675"/>
                </a:lnTo>
                <a:lnTo>
                  <a:pt x="1937909" y="143047"/>
                </a:lnTo>
                <a:lnTo>
                  <a:pt x="1940083" y="143420"/>
                </a:lnTo>
                <a:lnTo>
                  <a:pt x="1942246" y="143793"/>
                </a:lnTo>
                <a:lnTo>
                  <a:pt x="1944409" y="144155"/>
                </a:lnTo>
                <a:lnTo>
                  <a:pt x="1946572" y="144517"/>
                </a:lnTo>
                <a:lnTo>
                  <a:pt x="1948735" y="144869"/>
                </a:lnTo>
                <a:lnTo>
                  <a:pt x="1950909" y="145221"/>
                </a:lnTo>
                <a:lnTo>
                  <a:pt x="1953072" y="145573"/>
                </a:lnTo>
                <a:lnTo>
                  <a:pt x="1955235" y="145914"/>
                </a:lnTo>
                <a:lnTo>
                  <a:pt x="1957399" y="146256"/>
                </a:lnTo>
                <a:lnTo>
                  <a:pt x="1959562" y="146597"/>
                </a:lnTo>
                <a:lnTo>
                  <a:pt x="1961735" y="146929"/>
                </a:lnTo>
                <a:lnTo>
                  <a:pt x="1963898" y="147260"/>
                </a:lnTo>
                <a:lnTo>
                  <a:pt x="1966061" y="147591"/>
                </a:lnTo>
                <a:lnTo>
                  <a:pt x="1968225" y="147922"/>
                </a:lnTo>
                <a:lnTo>
                  <a:pt x="1970388" y="148243"/>
                </a:lnTo>
                <a:lnTo>
                  <a:pt x="1972561" y="148553"/>
                </a:lnTo>
                <a:lnTo>
                  <a:pt x="1974724" y="148874"/>
                </a:lnTo>
                <a:lnTo>
                  <a:pt x="1976888" y="149185"/>
                </a:lnTo>
                <a:lnTo>
                  <a:pt x="1979051" y="149485"/>
                </a:lnTo>
                <a:lnTo>
                  <a:pt x="1981214" y="149795"/>
                </a:lnTo>
                <a:lnTo>
                  <a:pt x="1983387" y="150096"/>
                </a:lnTo>
                <a:lnTo>
                  <a:pt x="1985550" y="150385"/>
                </a:lnTo>
                <a:lnTo>
                  <a:pt x="1987714" y="150686"/>
                </a:lnTo>
                <a:lnTo>
                  <a:pt x="1989877" y="150975"/>
                </a:lnTo>
                <a:lnTo>
                  <a:pt x="1992040" y="151255"/>
                </a:lnTo>
                <a:lnTo>
                  <a:pt x="1994214" y="151545"/>
                </a:lnTo>
                <a:lnTo>
                  <a:pt x="1996377" y="151824"/>
                </a:lnTo>
                <a:lnTo>
                  <a:pt x="1998540" y="152104"/>
                </a:lnTo>
                <a:lnTo>
                  <a:pt x="2000703" y="152373"/>
                </a:lnTo>
                <a:lnTo>
                  <a:pt x="2002866" y="152642"/>
                </a:lnTo>
                <a:lnTo>
                  <a:pt x="2005040" y="152911"/>
                </a:lnTo>
                <a:lnTo>
                  <a:pt x="2007203" y="153180"/>
                </a:lnTo>
                <a:lnTo>
                  <a:pt x="2009366" y="153439"/>
                </a:lnTo>
                <a:lnTo>
                  <a:pt x="2011529" y="153697"/>
                </a:lnTo>
                <a:lnTo>
                  <a:pt x="2013692" y="153956"/>
                </a:lnTo>
                <a:lnTo>
                  <a:pt x="2015866" y="154205"/>
                </a:lnTo>
                <a:lnTo>
                  <a:pt x="2018029" y="154453"/>
                </a:lnTo>
                <a:lnTo>
                  <a:pt x="2020192" y="154701"/>
                </a:lnTo>
                <a:lnTo>
                  <a:pt x="2022355" y="154950"/>
                </a:lnTo>
                <a:lnTo>
                  <a:pt x="2024529" y="155188"/>
                </a:lnTo>
                <a:lnTo>
                  <a:pt x="2026692" y="155426"/>
                </a:lnTo>
                <a:lnTo>
                  <a:pt x="2028855" y="155654"/>
                </a:lnTo>
                <a:lnTo>
                  <a:pt x="2031018" y="155892"/>
                </a:lnTo>
                <a:lnTo>
                  <a:pt x="2033181" y="156119"/>
                </a:lnTo>
                <a:lnTo>
                  <a:pt x="2035355" y="156347"/>
                </a:lnTo>
                <a:lnTo>
                  <a:pt x="2037518" y="156564"/>
                </a:lnTo>
                <a:lnTo>
                  <a:pt x="2039681" y="156782"/>
                </a:lnTo>
                <a:lnTo>
                  <a:pt x="2041844" y="156999"/>
                </a:lnTo>
                <a:lnTo>
                  <a:pt x="2044007" y="157216"/>
                </a:lnTo>
                <a:lnTo>
                  <a:pt x="2046181" y="157423"/>
                </a:lnTo>
                <a:lnTo>
                  <a:pt x="2048344" y="157641"/>
                </a:lnTo>
                <a:lnTo>
                  <a:pt x="2050507" y="157848"/>
                </a:lnTo>
                <a:lnTo>
                  <a:pt x="2052670" y="158044"/>
                </a:lnTo>
                <a:lnTo>
                  <a:pt x="2054833" y="158251"/>
                </a:lnTo>
                <a:lnTo>
                  <a:pt x="2057007" y="158448"/>
                </a:lnTo>
                <a:lnTo>
                  <a:pt x="2059170" y="158645"/>
                </a:lnTo>
                <a:lnTo>
                  <a:pt x="2061333" y="158831"/>
                </a:lnTo>
                <a:lnTo>
                  <a:pt x="2063496" y="159028"/>
                </a:lnTo>
                <a:lnTo>
                  <a:pt x="2065660" y="159214"/>
                </a:lnTo>
                <a:lnTo>
                  <a:pt x="2067833" y="159400"/>
                </a:lnTo>
                <a:lnTo>
                  <a:pt x="2069996" y="159576"/>
                </a:lnTo>
                <a:lnTo>
                  <a:pt x="2072159" y="159762"/>
                </a:lnTo>
                <a:lnTo>
                  <a:pt x="2074322" y="159938"/>
                </a:lnTo>
                <a:lnTo>
                  <a:pt x="2076486" y="160114"/>
                </a:lnTo>
                <a:lnTo>
                  <a:pt x="2078659" y="160290"/>
                </a:lnTo>
                <a:lnTo>
                  <a:pt x="2080822" y="160456"/>
                </a:lnTo>
                <a:lnTo>
                  <a:pt x="2082985" y="160622"/>
                </a:lnTo>
                <a:lnTo>
                  <a:pt x="2085148" y="160787"/>
                </a:lnTo>
                <a:lnTo>
                  <a:pt x="2087312" y="160953"/>
                </a:lnTo>
                <a:lnTo>
                  <a:pt x="2089485" y="161118"/>
                </a:lnTo>
                <a:lnTo>
                  <a:pt x="2091648" y="161274"/>
                </a:lnTo>
                <a:lnTo>
                  <a:pt x="2093812" y="161429"/>
                </a:lnTo>
                <a:lnTo>
                  <a:pt x="2095975" y="161584"/>
                </a:lnTo>
                <a:lnTo>
                  <a:pt x="2098138" y="161739"/>
                </a:lnTo>
                <a:lnTo>
                  <a:pt x="2100311" y="161895"/>
                </a:lnTo>
                <a:lnTo>
                  <a:pt x="2102474" y="162040"/>
                </a:lnTo>
                <a:lnTo>
                  <a:pt x="2104638" y="162184"/>
                </a:lnTo>
                <a:lnTo>
                  <a:pt x="2106801" y="162329"/>
                </a:lnTo>
                <a:lnTo>
                  <a:pt x="2108964" y="162474"/>
                </a:lnTo>
                <a:lnTo>
                  <a:pt x="2111137" y="162609"/>
                </a:lnTo>
                <a:lnTo>
                  <a:pt x="2113300" y="162743"/>
                </a:lnTo>
                <a:lnTo>
                  <a:pt x="2115464" y="162878"/>
                </a:lnTo>
                <a:lnTo>
                  <a:pt x="2117627" y="163012"/>
                </a:lnTo>
                <a:lnTo>
                  <a:pt x="2119800" y="163147"/>
                </a:lnTo>
                <a:lnTo>
                  <a:pt x="2121964" y="163271"/>
                </a:lnTo>
                <a:lnTo>
                  <a:pt x="2124127" y="163406"/>
                </a:lnTo>
                <a:lnTo>
                  <a:pt x="2126290" y="163530"/>
                </a:lnTo>
                <a:lnTo>
                  <a:pt x="2128453" y="163654"/>
                </a:lnTo>
                <a:lnTo>
                  <a:pt x="2130626" y="163778"/>
                </a:lnTo>
                <a:lnTo>
                  <a:pt x="2132790" y="163892"/>
                </a:lnTo>
                <a:lnTo>
                  <a:pt x="2134953" y="164016"/>
                </a:lnTo>
                <a:lnTo>
                  <a:pt x="2137116" y="164130"/>
                </a:lnTo>
                <a:lnTo>
                  <a:pt x="2139279" y="164244"/>
                </a:lnTo>
                <a:lnTo>
                  <a:pt x="2141453" y="164358"/>
                </a:lnTo>
                <a:lnTo>
                  <a:pt x="2143616" y="164472"/>
                </a:lnTo>
                <a:lnTo>
                  <a:pt x="2145779" y="164575"/>
                </a:lnTo>
                <a:lnTo>
                  <a:pt x="2147942" y="164689"/>
                </a:lnTo>
                <a:lnTo>
                  <a:pt x="2150105" y="164793"/>
                </a:lnTo>
                <a:lnTo>
                  <a:pt x="2152279" y="164896"/>
                </a:lnTo>
                <a:lnTo>
                  <a:pt x="2154442" y="165000"/>
                </a:lnTo>
                <a:lnTo>
                  <a:pt x="2156605" y="165103"/>
                </a:lnTo>
                <a:lnTo>
                  <a:pt x="2158768" y="165196"/>
                </a:lnTo>
                <a:lnTo>
                  <a:pt x="2160931" y="165300"/>
                </a:lnTo>
                <a:lnTo>
                  <a:pt x="2163105" y="165393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207" name="Freeform 3206">
            <a:extLst>
              <a:ext uri="{FF2B5EF4-FFF2-40B4-BE49-F238E27FC236}">
                <a16:creationId xmlns:a16="http://schemas.microsoft.com/office/drawing/2014/main" id="{5C8662DA-4C89-05BA-365E-1D844F22BE37}"/>
              </a:ext>
            </a:extLst>
          </p:cNvPr>
          <p:cNvSpPr/>
          <p:nvPr/>
        </p:nvSpPr>
        <p:spPr>
          <a:xfrm>
            <a:off x="3602000" y="3518405"/>
            <a:ext cx="2163104" cy="1374909"/>
          </a:xfrm>
          <a:custGeom>
            <a:avLst/>
            <a:gdLst>
              <a:gd name="csX0" fmla="*/ 0 w 2163104"/>
              <a:gd name="csY0" fmla="*/ 1374910 h 1374909"/>
              <a:gd name="csX1" fmla="*/ 2165 w 2163104"/>
              <a:gd name="csY1" fmla="*/ 1374910 h 1374909"/>
              <a:gd name="csX2" fmla="*/ 4330 w 2163104"/>
              <a:gd name="csY2" fmla="*/ 1374910 h 1374909"/>
              <a:gd name="csX3" fmla="*/ 6496 w 2163104"/>
              <a:gd name="csY3" fmla="*/ 1374910 h 1374909"/>
              <a:gd name="csX4" fmla="*/ 8661 w 2163104"/>
              <a:gd name="csY4" fmla="*/ 1374910 h 1374909"/>
              <a:gd name="csX5" fmla="*/ 10826 w 2163104"/>
              <a:gd name="csY5" fmla="*/ 1374910 h 1374909"/>
              <a:gd name="csX6" fmla="*/ 12991 w 2163104"/>
              <a:gd name="csY6" fmla="*/ 1374910 h 1374909"/>
              <a:gd name="csX7" fmla="*/ 15157 w 2163104"/>
              <a:gd name="csY7" fmla="*/ 1374910 h 1374909"/>
              <a:gd name="csX8" fmla="*/ 17322 w 2163104"/>
              <a:gd name="csY8" fmla="*/ 1374910 h 1374909"/>
              <a:gd name="csX9" fmla="*/ 19487 w 2163104"/>
              <a:gd name="csY9" fmla="*/ 1374910 h 1374909"/>
              <a:gd name="csX10" fmla="*/ 21652 w 2163104"/>
              <a:gd name="csY10" fmla="*/ 1374910 h 1374909"/>
              <a:gd name="csX11" fmla="*/ 23817 w 2163104"/>
              <a:gd name="csY11" fmla="*/ 1374910 h 1374909"/>
              <a:gd name="csX12" fmla="*/ 25983 w 2163104"/>
              <a:gd name="csY12" fmla="*/ 1374910 h 1374909"/>
              <a:gd name="csX13" fmla="*/ 28149 w 2163104"/>
              <a:gd name="csY13" fmla="*/ 1374910 h 1374909"/>
              <a:gd name="csX14" fmla="*/ 30314 w 2163104"/>
              <a:gd name="csY14" fmla="*/ 1374910 h 1374909"/>
              <a:gd name="csX15" fmla="*/ 32479 w 2163104"/>
              <a:gd name="csY15" fmla="*/ 1374910 h 1374909"/>
              <a:gd name="csX16" fmla="*/ 34645 w 2163104"/>
              <a:gd name="csY16" fmla="*/ 1374910 h 1374909"/>
              <a:gd name="csX17" fmla="*/ 36810 w 2163104"/>
              <a:gd name="csY17" fmla="*/ 1374910 h 1374909"/>
              <a:gd name="csX18" fmla="*/ 38975 w 2163104"/>
              <a:gd name="csY18" fmla="*/ 1374910 h 1374909"/>
              <a:gd name="csX19" fmla="*/ 41140 w 2163104"/>
              <a:gd name="csY19" fmla="*/ 1374910 h 1374909"/>
              <a:gd name="csX20" fmla="*/ 43305 w 2163104"/>
              <a:gd name="csY20" fmla="*/ 1374910 h 1374909"/>
              <a:gd name="csX21" fmla="*/ 45471 w 2163104"/>
              <a:gd name="csY21" fmla="*/ 1374910 h 1374909"/>
              <a:gd name="csX22" fmla="*/ 47636 w 2163104"/>
              <a:gd name="csY22" fmla="*/ 1374910 h 1374909"/>
              <a:gd name="csX23" fmla="*/ 49801 w 2163104"/>
              <a:gd name="csY23" fmla="*/ 1374910 h 1374909"/>
              <a:gd name="csX24" fmla="*/ 51966 w 2163104"/>
              <a:gd name="csY24" fmla="*/ 1374910 h 1374909"/>
              <a:gd name="csX25" fmla="*/ 54132 w 2163104"/>
              <a:gd name="csY25" fmla="*/ 1374910 h 1374909"/>
              <a:gd name="csX26" fmla="*/ 56297 w 2163104"/>
              <a:gd name="csY26" fmla="*/ 1374910 h 1374909"/>
              <a:gd name="csX27" fmla="*/ 58462 w 2163104"/>
              <a:gd name="csY27" fmla="*/ 1374910 h 1374909"/>
              <a:gd name="csX28" fmla="*/ 60627 w 2163104"/>
              <a:gd name="csY28" fmla="*/ 1374910 h 1374909"/>
              <a:gd name="csX29" fmla="*/ 62792 w 2163104"/>
              <a:gd name="csY29" fmla="*/ 1374910 h 1374909"/>
              <a:gd name="csX30" fmla="*/ 64958 w 2163104"/>
              <a:gd name="csY30" fmla="*/ 1374910 h 1374909"/>
              <a:gd name="csX31" fmla="*/ 67123 w 2163104"/>
              <a:gd name="csY31" fmla="*/ 1374910 h 1374909"/>
              <a:gd name="csX32" fmla="*/ 69288 w 2163104"/>
              <a:gd name="csY32" fmla="*/ 1374910 h 1374909"/>
              <a:gd name="csX33" fmla="*/ 71453 w 2163104"/>
              <a:gd name="csY33" fmla="*/ 1374910 h 1374909"/>
              <a:gd name="csX34" fmla="*/ 73618 w 2163104"/>
              <a:gd name="csY34" fmla="*/ 1374910 h 1374909"/>
              <a:gd name="csX35" fmla="*/ 75785 w 2163104"/>
              <a:gd name="csY35" fmla="*/ 1374910 h 1374909"/>
              <a:gd name="csX36" fmla="*/ 77950 w 2163104"/>
              <a:gd name="csY36" fmla="*/ 1374910 h 1374909"/>
              <a:gd name="csX37" fmla="*/ 80115 w 2163104"/>
              <a:gd name="csY37" fmla="*/ 1374910 h 1374909"/>
              <a:gd name="csX38" fmla="*/ 82280 w 2163104"/>
              <a:gd name="csY38" fmla="*/ 1374910 h 1374909"/>
              <a:gd name="csX39" fmla="*/ 84446 w 2163104"/>
              <a:gd name="csY39" fmla="*/ 1374910 h 1374909"/>
              <a:gd name="csX40" fmla="*/ 86611 w 2163104"/>
              <a:gd name="csY40" fmla="*/ 1374910 h 1374909"/>
              <a:gd name="csX41" fmla="*/ 88776 w 2163104"/>
              <a:gd name="csY41" fmla="*/ 1374910 h 1374909"/>
              <a:gd name="csX42" fmla="*/ 90941 w 2163104"/>
              <a:gd name="csY42" fmla="*/ 1374910 h 1374909"/>
              <a:gd name="csX43" fmla="*/ 93106 w 2163104"/>
              <a:gd name="csY43" fmla="*/ 1374910 h 1374909"/>
              <a:gd name="csX44" fmla="*/ 95272 w 2163104"/>
              <a:gd name="csY44" fmla="*/ 1374910 h 1374909"/>
              <a:gd name="csX45" fmla="*/ 97437 w 2163104"/>
              <a:gd name="csY45" fmla="*/ 1374910 h 1374909"/>
              <a:gd name="csX46" fmla="*/ 99602 w 2163104"/>
              <a:gd name="csY46" fmla="*/ 1374910 h 1374909"/>
              <a:gd name="csX47" fmla="*/ 101767 w 2163104"/>
              <a:gd name="csY47" fmla="*/ 1374910 h 1374909"/>
              <a:gd name="csX48" fmla="*/ 103933 w 2163104"/>
              <a:gd name="csY48" fmla="*/ 1374910 h 1374909"/>
              <a:gd name="csX49" fmla="*/ 106098 w 2163104"/>
              <a:gd name="csY49" fmla="*/ 1374910 h 1374909"/>
              <a:gd name="csX50" fmla="*/ 108263 w 2163104"/>
              <a:gd name="csY50" fmla="*/ 1374910 h 1374909"/>
              <a:gd name="csX51" fmla="*/ 110428 w 2163104"/>
              <a:gd name="csY51" fmla="*/ 1374910 h 1374909"/>
              <a:gd name="csX52" fmla="*/ 112593 w 2163104"/>
              <a:gd name="csY52" fmla="*/ 1374910 h 1374909"/>
              <a:gd name="csX53" fmla="*/ 114759 w 2163104"/>
              <a:gd name="csY53" fmla="*/ 1374910 h 1374909"/>
              <a:gd name="csX54" fmla="*/ 116924 w 2163104"/>
              <a:gd name="csY54" fmla="*/ 1374910 h 1374909"/>
              <a:gd name="csX55" fmla="*/ 119089 w 2163104"/>
              <a:gd name="csY55" fmla="*/ 1374910 h 1374909"/>
              <a:gd name="csX56" fmla="*/ 121254 w 2163104"/>
              <a:gd name="csY56" fmla="*/ 1374910 h 1374909"/>
              <a:gd name="csX57" fmla="*/ 123421 w 2163104"/>
              <a:gd name="csY57" fmla="*/ 1374910 h 1374909"/>
              <a:gd name="csX58" fmla="*/ 125586 w 2163104"/>
              <a:gd name="csY58" fmla="*/ 1374910 h 1374909"/>
              <a:gd name="csX59" fmla="*/ 127751 w 2163104"/>
              <a:gd name="csY59" fmla="*/ 1374910 h 1374909"/>
              <a:gd name="csX60" fmla="*/ 129916 w 2163104"/>
              <a:gd name="csY60" fmla="*/ 1374910 h 1374909"/>
              <a:gd name="csX61" fmla="*/ 132081 w 2163104"/>
              <a:gd name="csY61" fmla="*/ 1374910 h 1374909"/>
              <a:gd name="csX62" fmla="*/ 134247 w 2163104"/>
              <a:gd name="csY62" fmla="*/ 1374910 h 1374909"/>
              <a:gd name="csX63" fmla="*/ 136412 w 2163104"/>
              <a:gd name="csY63" fmla="*/ 1374910 h 1374909"/>
              <a:gd name="csX64" fmla="*/ 138577 w 2163104"/>
              <a:gd name="csY64" fmla="*/ 1374910 h 1374909"/>
              <a:gd name="csX65" fmla="*/ 140742 w 2163104"/>
              <a:gd name="csY65" fmla="*/ 1374910 h 1374909"/>
              <a:gd name="csX66" fmla="*/ 142908 w 2163104"/>
              <a:gd name="csY66" fmla="*/ 1374910 h 1374909"/>
              <a:gd name="csX67" fmla="*/ 145073 w 2163104"/>
              <a:gd name="csY67" fmla="*/ 1374910 h 1374909"/>
              <a:gd name="csX68" fmla="*/ 147238 w 2163104"/>
              <a:gd name="csY68" fmla="*/ 1374910 h 1374909"/>
              <a:gd name="csX69" fmla="*/ 149403 w 2163104"/>
              <a:gd name="csY69" fmla="*/ 1374910 h 1374909"/>
              <a:gd name="csX70" fmla="*/ 151568 w 2163104"/>
              <a:gd name="csY70" fmla="*/ 1374910 h 1374909"/>
              <a:gd name="csX71" fmla="*/ 153734 w 2163104"/>
              <a:gd name="csY71" fmla="*/ 1374910 h 1374909"/>
              <a:gd name="csX72" fmla="*/ 155899 w 2163104"/>
              <a:gd name="csY72" fmla="*/ 1374910 h 1374909"/>
              <a:gd name="csX73" fmla="*/ 158064 w 2163104"/>
              <a:gd name="csY73" fmla="*/ 1374910 h 1374909"/>
              <a:gd name="csX74" fmla="*/ 160229 w 2163104"/>
              <a:gd name="csY74" fmla="*/ 1374910 h 1374909"/>
              <a:gd name="csX75" fmla="*/ 162395 w 2163104"/>
              <a:gd name="csY75" fmla="*/ 1374910 h 1374909"/>
              <a:gd name="csX76" fmla="*/ 164560 w 2163104"/>
              <a:gd name="csY76" fmla="*/ 1374910 h 1374909"/>
              <a:gd name="csX77" fmla="*/ 166725 w 2163104"/>
              <a:gd name="csY77" fmla="*/ 1374910 h 1374909"/>
              <a:gd name="csX78" fmla="*/ 168890 w 2163104"/>
              <a:gd name="csY78" fmla="*/ 1374910 h 1374909"/>
              <a:gd name="csX79" fmla="*/ 171056 w 2163104"/>
              <a:gd name="csY79" fmla="*/ 1374910 h 1374909"/>
              <a:gd name="csX80" fmla="*/ 173222 w 2163104"/>
              <a:gd name="csY80" fmla="*/ 1374910 h 1374909"/>
              <a:gd name="csX81" fmla="*/ 175387 w 2163104"/>
              <a:gd name="csY81" fmla="*/ 1374910 h 1374909"/>
              <a:gd name="csX82" fmla="*/ 177552 w 2163104"/>
              <a:gd name="csY82" fmla="*/ 1374910 h 1374909"/>
              <a:gd name="csX83" fmla="*/ 179717 w 2163104"/>
              <a:gd name="csY83" fmla="*/ 1374910 h 1374909"/>
              <a:gd name="csX84" fmla="*/ 181883 w 2163104"/>
              <a:gd name="csY84" fmla="*/ 1374910 h 1374909"/>
              <a:gd name="csX85" fmla="*/ 184048 w 2163104"/>
              <a:gd name="csY85" fmla="*/ 1374910 h 1374909"/>
              <a:gd name="csX86" fmla="*/ 186213 w 2163104"/>
              <a:gd name="csY86" fmla="*/ 1374910 h 1374909"/>
              <a:gd name="csX87" fmla="*/ 188378 w 2163104"/>
              <a:gd name="csY87" fmla="*/ 1374910 h 1374909"/>
              <a:gd name="csX88" fmla="*/ 190543 w 2163104"/>
              <a:gd name="csY88" fmla="*/ 1374910 h 1374909"/>
              <a:gd name="csX89" fmla="*/ 192709 w 2163104"/>
              <a:gd name="csY89" fmla="*/ 1374910 h 1374909"/>
              <a:gd name="csX90" fmla="*/ 194874 w 2163104"/>
              <a:gd name="csY90" fmla="*/ 1374910 h 1374909"/>
              <a:gd name="csX91" fmla="*/ 197039 w 2163104"/>
              <a:gd name="csY91" fmla="*/ 1374910 h 1374909"/>
              <a:gd name="csX92" fmla="*/ 199204 w 2163104"/>
              <a:gd name="csY92" fmla="*/ 1374910 h 1374909"/>
              <a:gd name="csX93" fmla="*/ 201370 w 2163104"/>
              <a:gd name="csY93" fmla="*/ 1374910 h 1374909"/>
              <a:gd name="csX94" fmla="*/ 203535 w 2163104"/>
              <a:gd name="csY94" fmla="*/ 1374910 h 1374909"/>
              <a:gd name="csX95" fmla="*/ 205700 w 2163104"/>
              <a:gd name="csY95" fmla="*/ 1374910 h 1374909"/>
              <a:gd name="csX96" fmla="*/ 207865 w 2163104"/>
              <a:gd name="csY96" fmla="*/ 1374910 h 1374909"/>
              <a:gd name="csX97" fmla="*/ 210030 w 2163104"/>
              <a:gd name="csY97" fmla="*/ 1374910 h 1374909"/>
              <a:gd name="csX98" fmla="*/ 212196 w 2163104"/>
              <a:gd name="csY98" fmla="*/ 1374910 h 1374909"/>
              <a:gd name="csX99" fmla="*/ 214361 w 2163104"/>
              <a:gd name="csY99" fmla="*/ 1374910 h 1374909"/>
              <a:gd name="csX100" fmla="*/ 216526 w 2163104"/>
              <a:gd name="csY100" fmla="*/ 1374910 h 1374909"/>
              <a:gd name="csX101" fmla="*/ 218692 w 2163104"/>
              <a:gd name="csY101" fmla="*/ 1374910 h 1374909"/>
              <a:gd name="csX102" fmla="*/ 220858 w 2163104"/>
              <a:gd name="csY102" fmla="*/ 1374910 h 1374909"/>
              <a:gd name="csX103" fmla="*/ 223023 w 2163104"/>
              <a:gd name="csY103" fmla="*/ 1374910 h 1374909"/>
              <a:gd name="csX104" fmla="*/ 225188 w 2163104"/>
              <a:gd name="csY104" fmla="*/ 1374910 h 1374909"/>
              <a:gd name="csX105" fmla="*/ 227353 w 2163104"/>
              <a:gd name="csY105" fmla="*/ 1374910 h 1374909"/>
              <a:gd name="csX106" fmla="*/ 229518 w 2163104"/>
              <a:gd name="csY106" fmla="*/ 1374910 h 1374909"/>
              <a:gd name="csX107" fmla="*/ 231684 w 2163104"/>
              <a:gd name="csY107" fmla="*/ 1374910 h 1374909"/>
              <a:gd name="csX108" fmla="*/ 233849 w 2163104"/>
              <a:gd name="csY108" fmla="*/ 1374910 h 1374909"/>
              <a:gd name="csX109" fmla="*/ 236014 w 2163104"/>
              <a:gd name="csY109" fmla="*/ 1374910 h 1374909"/>
              <a:gd name="csX110" fmla="*/ 238179 w 2163104"/>
              <a:gd name="csY110" fmla="*/ 1374910 h 1374909"/>
              <a:gd name="csX111" fmla="*/ 240344 w 2163104"/>
              <a:gd name="csY111" fmla="*/ 1374910 h 1374909"/>
              <a:gd name="csX112" fmla="*/ 242510 w 2163104"/>
              <a:gd name="csY112" fmla="*/ 1374910 h 1374909"/>
              <a:gd name="csX113" fmla="*/ 244675 w 2163104"/>
              <a:gd name="csY113" fmla="*/ 1374910 h 1374909"/>
              <a:gd name="csX114" fmla="*/ 246840 w 2163104"/>
              <a:gd name="csY114" fmla="*/ 1374910 h 1374909"/>
              <a:gd name="csX115" fmla="*/ 249005 w 2163104"/>
              <a:gd name="csY115" fmla="*/ 1374910 h 1374909"/>
              <a:gd name="csX116" fmla="*/ 251171 w 2163104"/>
              <a:gd name="csY116" fmla="*/ 1374910 h 1374909"/>
              <a:gd name="csX117" fmla="*/ 253336 w 2163104"/>
              <a:gd name="csY117" fmla="*/ 1374910 h 1374909"/>
              <a:gd name="csX118" fmla="*/ 255501 w 2163104"/>
              <a:gd name="csY118" fmla="*/ 1374910 h 1374909"/>
              <a:gd name="csX119" fmla="*/ 257666 w 2163104"/>
              <a:gd name="csY119" fmla="*/ 1374910 h 1374909"/>
              <a:gd name="csX120" fmla="*/ 259831 w 2163104"/>
              <a:gd name="csY120" fmla="*/ 1374910 h 1374909"/>
              <a:gd name="csX121" fmla="*/ 261997 w 2163104"/>
              <a:gd name="csY121" fmla="*/ 1374910 h 1374909"/>
              <a:gd name="csX122" fmla="*/ 264162 w 2163104"/>
              <a:gd name="csY122" fmla="*/ 1374910 h 1374909"/>
              <a:gd name="csX123" fmla="*/ 266327 w 2163104"/>
              <a:gd name="csY123" fmla="*/ 1374910 h 1374909"/>
              <a:gd name="csX124" fmla="*/ 268493 w 2163104"/>
              <a:gd name="csY124" fmla="*/ 1374910 h 1374909"/>
              <a:gd name="csX125" fmla="*/ 270659 w 2163104"/>
              <a:gd name="csY125" fmla="*/ 1374910 h 1374909"/>
              <a:gd name="csX126" fmla="*/ 272824 w 2163104"/>
              <a:gd name="csY126" fmla="*/ 1374910 h 1374909"/>
              <a:gd name="csX127" fmla="*/ 274989 w 2163104"/>
              <a:gd name="csY127" fmla="*/ 1374910 h 1374909"/>
              <a:gd name="csX128" fmla="*/ 277154 w 2163104"/>
              <a:gd name="csY128" fmla="*/ 1374910 h 1374909"/>
              <a:gd name="csX129" fmla="*/ 279319 w 2163104"/>
              <a:gd name="csY129" fmla="*/ 1374910 h 1374909"/>
              <a:gd name="csX130" fmla="*/ 281485 w 2163104"/>
              <a:gd name="csY130" fmla="*/ 1374910 h 1374909"/>
              <a:gd name="csX131" fmla="*/ 283650 w 2163104"/>
              <a:gd name="csY131" fmla="*/ 1374910 h 1374909"/>
              <a:gd name="csX132" fmla="*/ 285815 w 2163104"/>
              <a:gd name="csY132" fmla="*/ 1374910 h 1374909"/>
              <a:gd name="csX133" fmla="*/ 287980 w 2163104"/>
              <a:gd name="csY133" fmla="*/ 1374910 h 1374909"/>
              <a:gd name="csX134" fmla="*/ 290146 w 2163104"/>
              <a:gd name="csY134" fmla="*/ 1374910 h 1374909"/>
              <a:gd name="csX135" fmla="*/ 292311 w 2163104"/>
              <a:gd name="csY135" fmla="*/ 1374910 h 1374909"/>
              <a:gd name="csX136" fmla="*/ 294476 w 2163104"/>
              <a:gd name="csY136" fmla="*/ 1374910 h 1374909"/>
              <a:gd name="csX137" fmla="*/ 296641 w 2163104"/>
              <a:gd name="csY137" fmla="*/ 1374910 h 1374909"/>
              <a:gd name="csX138" fmla="*/ 298806 w 2163104"/>
              <a:gd name="csY138" fmla="*/ 1374910 h 1374909"/>
              <a:gd name="csX139" fmla="*/ 300972 w 2163104"/>
              <a:gd name="csY139" fmla="*/ 1374910 h 1374909"/>
              <a:gd name="csX140" fmla="*/ 303137 w 2163104"/>
              <a:gd name="csY140" fmla="*/ 1374910 h 1374909"/>
              <a:gd name="csX141" fmla="*/ 305302 w 2163104"/>
              <a:gd name="csY141" fmla="*/ 1374910 h 1374909"/>
              <a:gd name="csX142" fmla="*/ 307467 w 2163104"/>
              <a:gd name="csY142" fmla="*/ 1374910 h 1374909"/>
              <a:gd name="csX143" fmla="*/ 309633 w 2163104"/>
              <a:gd name="csY143" fmla="*/ 1374910 h 1374909"/>
              <a:gd name="csX144" fmla="*/ 311798 w 2163104"/>
              <a:gd name="csY144" fmla="*/ 1374910 h 1374909"/>
              <a:gd name="csX145" fmla="*/ 313963 w 2163104"/>
              <a:gd name="csY145" fmla="*/ 1374910 h 1374909"/>
              <a:gd name="csX146" fmla="*/ 316129 w 2163104"/>
              <a:gd name="csY146" fmla="*/ 1374910 h 1374909"/>
              <a:gd name="csX147" fmla="*/ 318294 w 2163104"/>
              <a:gd name="csY147" fmla="*/ 1374910 h 1374909"/>
              <a:gd name="csX148" fmla="*/ 320460 w 2163104"/>
              <a:gd name="csY148" fmla="*/ 1374910 h 1374909"/>
              <a:gd name="csX149" fmla="*/ 322625 w 2163104"/>
              <a:gd name="csY149" fmla="*/ 1374910 h 1374909"/>
              <a:gd name="csX150" fmla="*/ 324790 w 2163104"/>
              <a:gd name="csY150" fmla="*/ 1374910 h 1374909"/>
              <a:gd name="csX151" fmla="*/ 326955 w 2163104"/>
              <a:gd name="csY151" fmla="*/ 1374910 h 1374909"/>
              <a:gd name="csX152" fmla="*/ 329121 w 2163104"/>
              <a:gd name="csY152" fmla="*/ 1374910 h 1374909"/>
              <a:gd name="csX153" fmla="*/ 331286 w 2163104"/>
              <a:gd name="csY153" fmla="*/ 1374910 h 1374909"/>
              <a:gd name="csX154" fmla="*/ 333451 w 2163104"/>
              <a:gd name="csY154" fmla="*/ 1374910 h 1374909"/>
              <a:gd name="csX155" fmla="*/ 335616 w 2163104"/>
              <a:gd name="csY155" fmla="*/ 1374910 h 1374909"/>
              <a:gd name="csX156" fmla="*/ 337781 w 2163104"/>
              <a:gd name="csY156" fmla="*/ 1374910 h 1374909"/>
              <a:gd name="csX157" fmla="*/ 339947 w 2163104"/>
              <a:gd name="csY157" fmla="*/ 1374910 h 1374909"/>
              <a:gd name="csX158" fmla="*/ 342112 w 2163104"/>
              <a:gd name="csY158" fmla="*/ 1374910 h 1374909"/>
              <a:gd name="csX159" fmla="*/ 344277 w 2163104"/>
              <a:gd name="csY159" fmla="*/ 1374910 h 1374909"/>
              <a:gd name="csX160" fmla="*/ 346442 w 2163104"/>
              <a:gd name="csY160" fmla="*/ 1374910 h 1374909"/>
              <a:gd name="csX161" fmla="*/ 348608 w 2163104"/>
              <a:gd name="csY161" fmla="*/ 1374910 h 1374909"/>
              <a:gd name="csX162" fmla="*/ 350773 w 2163104"/>
              <a:gd name="csY162" fmla="*/ 1374910 h 1374909"/>
              <a:gd name="csX163" fmla="*/ 352938 w 2163104"/>
              <a:gd name="csY163" fmla="*/ 1374910 h 1374909"/>
              <a:gd name="csX164" fmla="*/ 355103 w 2163104"/>
              <a:gd name="csY164" fmla="*/ 1374910 h 1374909"/>
              <a:gd name="csX165" fmla="*/ 357268 w 2163104"/>
              <a:gd name="csY165" fmla="*/ 1374910 h 1374909"/>
              <a:gd name="csX166" fmla="*/ 359434 w 2163104"/>
              <a:gd name="csY166" fmla="*/ 1374910 h 1374909"/>
              <a:gd name="csX167" fmla="*/ 361599 w 2163104"/>
              <a:gd name="csY167" fmla="*/ 1374910 h 1374909"/>
              <a:gd name="csX168" fmla="*/ 363765 w 2163104"/>
              <a:gd name="csY168" fmla="*/ 1374910 h 1374909"/>
              <a:gd name="csX169" fmla="*/ 365930 w 2163104"/>
              <a:gd name="csY169" fmla="*/ 1374910 h 1374909"/>
              <a:gd name="csX170" fmla="*/ 368096 w 2163104"/>
              <a:gd name="csY170" fmla="*/ 1374910 h 1374909"/>
              <a:gd name="csX171" fmla="*/ 370261 w 2163104"/>
              <a:gd name="csY171" fmla="*/ 1374910 h 1374909"/>
              <a:gd name="csX172" fmla="*/ 372426 w 2163104"/>
              <a:gd name="csY172" fmla="*/ 1374910 h 1374909"/>
              <a:gd name="csX173" fmla="*/ 374591 w 2163104"/>
              <a:gd name="csY173" fmla="*/ 1374910 h 1374909"/>
              <a:gd name="csX174" fmla="*/ 376756 w 2163104"/>
              <a:gd name="csY174" fmla="*/ 1374910 h 1374909"/>
              <a:gd name="csX175" fmla="*/ 378922 w 2163104"/>
              <a:gd name="csY175" fmla="*/ 1374910 h 1374909"/>
              <a:gd name="csX176" fmla="*/ 381087 w 2163104"/>
              <a:gd name="csY176" fmla="*/ 1374910 h 1374909"/>
              <a:gd name="csX177" fmla="*/ 383252 w 2163104"/>
              <a:gd name="csY177" fmla="*/ 1374910 h 1374909"/>
              <a:gd name="csX178" fmla="*/ 385417 w 2163104"/>
              <a:gd name="csY178" fmla="*/ 1374910 h 1374909"/>
              <a:gd name="csX179" fmla="*/ 387583 w 2163104"/>
              <a:gd name="csY179" fmla="*/ 1374910 h 1374909"/>
              <a:gd name="csX180" fmla="*/ 389748 w 2163104"/>
              <a:gd name="csY180" fmla="*/ 1374910 h 1374909"/>
              <a:gd name="csX181" fmla="*/ 391913 w 2163104"/>
              <a:gd name="csY181" fmla="*/ 1374910 h 1374909"/>
              <a:gd name="csX182" fmla="*/ 394078 w 2163104"/>
              <a:gd name="csY182" fmla="*/ 1374910 h 1374909"/>
              <a:gd name="csX183" fmla="*/ 396243 w 2163104"/>
              <a:gd name="csY183" fmla="*/ 1374910 h 1374909"/>
              <a:gd name="csX184" fmla="*/ 398409 w 2163104"/>
              <a:gd name="csY184" fmla="*/ 1374910 h 1374909"/>
              <a:gd name="csX185" fmla="*/ 400574 w 2163104"/>
              <a:gd name="csY185" fmla="*/ 1374910 h 1374909"/>
              <a:gd name="csX186" fmla="*/ 402739 w 2163104"/>
              <a:gd name="csY186" fmla="*/ 1374910 h 1374909"/>
              <a:gd name="csX187" fmla="*/ 404904 w 2163104"/>
              <a:gd name="csY187" fmla="*/ 1374910 h 1374909"/>
              <a:gd name="csX188" fmla="*/ 407069 w 2163104"/>
              <a:gd name="csY188" fmla="*/ 1374910 h 1374909"/>
              <a:gd name="csX189" fmla="*/ 409235 w 2163104"/>
              <a:gd name="csY189" fmla="*/ 1374910 h 1374909"/>
              <a:gd name="csX190" fmla="*/ 411401 w 2163104"/>
              <a:gd name="csY190" fmla="*/ 1374910 h 1374909"/>
              <a:gd name="csX191" fmla="*/ 413566 w 2163104"/>
              <a:gd name="csY191" fmla="*/ 1374910 h 1374909"/>
              <a:gd name="csX192" fmla="*/ 415731 w 2163104"/>
              <a:gd name="csY192" fmla="*/ 1374910 h 1374909"/>
              <a:gd name="csX193" fmla="*/ 417897 w 2163104"/>
              <a:gd name="csY193" fmla="*/ 1374910 h 1374909"/>
              <a:gd name="csX194" fmla="*/ 420062 w 2163104"/>
              <a:gd name="csY194" fmla="*/ 1374910 h 1374909"/>
              <a:gd name="csX195" fmla="*/ 422227 w 2163104"/>
              <a:gd name="csY195" fmla="*/ 1374910 h 1374909"/>
              <a:gd name="csX196" fmla="*/ 424392 w 2163104"/>
              <a:gd name="csY196" fmla="*/ 1374910 h 1374909"/>
              <a:gd name="csX197" fmla="*/ 426557 w 2163104"/>
              <a:gd name="csY197" fmla="*/ 1374910 h 1374909"/>
              <a:gd name="csX198" fmla="*/ 428723 w 2163104"/>
              <a:gd name="csY198" fmla="*/ 1374910 h 1374909"/>
              <a:gd name="csX199" fmla="*/ 430888 w 2163104"/>
              <a:gd name="csY199" fmla="*/ 1374910 h 1374909"/>
              <a:gd name="csX200" fmla="*/ 433053 w 2163104"/>
              <a:gd name="csY200" fmla="*/ 1374910 h 1374909"/>
              <a:gd name="csX201" fmla="*/ 435218 w 2163104"/>
              <a:gd name="csY201" fmla="*/ 1374910 h 1374909"/>
              <a:gd name="csX202" fmla="*/ 437384 w 2163104"/>
              <a:gd name="csY202" fmla="*/ 1374910 h 1374909"/>
              <a:gd name="csX203" fmla="*/ 439549 w 2163104"/>
              <a:gd name="csY203" fmla="*/ 1374910 h 1374909"/>
              <a:gd name="csX204" fmla="*/ 441714 w 2163104"/>
              <a:gd name="csY204" fmla="*/ 1374910 h 1374909"/>
              <a:gd name="csX205" fmla="*/ 443879 w 2163104"/>
              <a:gd name="csY205" fmla="*/ 1374910 h 1374909"/>
              <a:gd name="csX206" fmla="*/ 446044 w 2163104"/>
              <a:gd name="csY206" fmla="*/ 1374910 h 1374909"/>
              <a:gd name="csX207" fmla="*/ 448210 w 2163104"/>
              <a:gd name="csY207" fmla="*/ 1374910 h 1374909"/>
              <a:gd name="csX208" fmla="*/ 450375 w 2163104"/>
              <a:gd name="csY208" fmla="*/ 1374910 h 1374909"/>
              <a:gd name="csX209" fmla="*/ 452540 w 2163104"/>
              <a:gd name="csY209" fmla="*/ 1374910 h 1374909"/>
              <a:gd name="csX210" fmla="*/ 454705 w 2163104"/>
              <a:gd name="csY210" fmla="*/ 1374910 h 1374909"/>
              <a:gd name="csX211" fmla="*/ 456871 w 2163104"/>
              <a:gd name="csY211" fmla="*/ 1374910 h 1374909"/>
              <a:gd name="csX212" fmla="*/ 459036 w 2163104"/>
              <a:gd name="csY212" fmla="*/ 1374910 h 1374909"/>
              <a:gd name="csX213" fmla="*/ 461202 w 2163104"/>
              <a:gd name="csY213" fmla="*/ 1374910 h 1374909"/>
              <a:gd name="csX214" fmla="*/ 463367 w 2163104"/>
              <a:gd name="csY214" fmla="*/ 1374910 h 1374909"/>
              <a:gd name="csX215" fmla="*/ 465532 w 2163104"/>
              <a:gd name="csY215" fmla="*/ 1374910 h 1374909"/>
              <a:gd name="csX216" fmla="*/ 467698 w 2163104"/>
              <a:gd name="csY216" fmla="*/ 1374910 h 1374909"/>
              <a:gd name="csX217" fmla="*/ 469863 w 2163104"/>
              <a:gd name="csY217" fmla="*/ 1374910 h 1374909"/>
              <a:gd name="csX218" fmla="*/ 472028 w 2163104"/>
              <a:gd name="csY218" fmla="*/ 1374910 h 1374909"/>
              <a:gd name="csX219" fmla="*/ 474193 w 2163104"/>
              <a:gd name="csY219" fmla="*/ 1374910 h 1374909"/>
              <a:gd name="csX220" fmla="*/ 476359 w 2163104"/>
              <a:gd name="csY220" fmla="*/ 1374910 h 1374909"/>
              <a:gd name="csX221" fmla="*/ 478524 w 2163104"/>
              <a:gd name="csY221" fmla="*/ 1374910 h 1374909"/>
              <a:gd name="csX222" fmla="*/ 480689 w 2163104"/>
              <a:gd name="csY222" fmla="*/ 1374910 h 1374909"/>
              <a:gd name="csX223" fmla="*/ 482854 w 2163104"/>
              <a:gd name="csY223" fmla="*/ 1374910 h 1374909"/>
              <a:gd name="csX224" fmla="*/ 485019 w 2163104"/>
              <a:gd name="csY224" fmla="*/ 1374910 h 1374909"/>
              <a:gd name="csX225" fmla="*/ 487185 w 2163104"/>
              <a:gd name="csY225" fmla="*/ 1374910 h 1374909"/>
              <a:gd name="csX226" fmla="*/ 489350 w 2163104"/>
              <a:gd name="csY226" fmla="*/ 1374910 h 1374909"/>
              <a:gd name="csX227" fmla="*/ 491515 w 2163104"/>
              <a:gd name="csY227" fmla="*/ 1374910 h 1374909"/>
              <a:gd name="csX228" fmla="*/ 493680 w 2163104"/>
              <a:gd name="csY228" fmla="*/ 1374910 h 1374909"/>
              <a:gd name="csX229" fmla="*/ 495846 w 2163104"/>
              <a:gd name="csY229" fmla="*/ 1374910 h 1374909"/>
              <a:gd name="csX230" fmla="*/ 498011 w 2163104"/>
              <a:gd name="csY230" fmla="*/ 1374910 h 1374909"/>
              <a:gd name="csX231" fmla="*/ 500176 w 2163104"/>
              <a:gd name="csY231" fmla="*/ 1374910 h 1374909"/>
              <a:gd name="csX232" fmla="*/ 502341 w 2163104"/>
              <a:gd name="csY232" fmla="*/ 1374910 h 1374909"/>
              <a:gd name="csX233" fmla="*/ 504506 w 2163104"/>
              <a:gd name="csY233" fmla="*/ 1374910 h 1374909"/>
              <a:gd name="csX234" fmla="*/ 506672 w 2163104"/>
              <a:gd name="csY234" fmla="*/ 1374910 h 1374909"/>
              <a:gd name="csX235" fmla="*/ 508838 w 2163104"/>
              <a:gd name="csY235" fmla="*/ 1374910 h 1374909"/>
              <a:gd name="csX236" fmla="*/ 511003 w 2163104"/>
              <a:gd name="csY236" fmla="*/ 1374910 h 1374909"/>
              <a:gd name="csX237" fmla="*/ 513168 w 2163104"/>
              <a:gd name="csY237" fmla="*/ 1374910 h 1374909"/>
              <a:gd name="csX238" fmla="*/ 515334 w 2163104"/>
              <a:gd name="csY238" fmla="*/ 1374910 h 1374909"/>
              <a:gd name="csX239" fmla="*/ 517499 w 2163104"/>
              <a:gd name="csY239" fmla="*/ 1374910 h 1374909"/>
              <a:gd name="csX240" fmla="*/ 519664 w 2163104"/>
              <a:gd name="csY240" fmla="*/ 1374910 h 1374909"/>
              <a:gd name="csX241" fmla="*/ 521829 w 2163104"/>
              <a:gd name="csY241" fmla="*/ 1374910 h 1374909"/>
              <a:gd name="csX242" fmla="*/ 523994 w 2163104"/>
              <a:gd name="csY242" fmla="*/ 1374910 h 1374909"/>
              <a:gd name="csX243" fmla="*/ 526160 w 2163104"/>
              <a:gd name="csY243" fmla="*/ 1374910 h 1374909"/>
              <a:gd name="csX244" fmla="*/ 528325 w 2163104"/>
              <a:gd name="csY244" fmla="*/ 1374910 h 1374909"/>
              <a:gd name="csX245" fmla="*/ 530490 w 2163104"/>
              <a:gd name="csY245" fmla="*/ 1374910 h 1374909"/>
              <a:gd name="csX246" fmla="*/ 532655 w 2163104"/>
              <a:gd name="csY246" fmla="*/ 1374910 h 1374909"/>
              <a:gd name="csX247" fmla="*/ 534821 w 2163104"/>
              <a:gd name="csY247" fmla="*/ 1374910 h 1374909"/>
              <a:gd name="csX248" fmla="*/ 536986 w 2163104"/>
              <a:gd name="csY248" fmla="*/ 1374910 h 1374909"/>
              <a:gd name="csX249" fmla="*/ 539151 w 2163104"/>
              <a:gd name="csY249" fmla="*/ 1374910 h 1374909"/>
              <a:gd name="csX250" fmla="*/ 541316 w 2163104"/>
              <a:gd name="csY250" fmla="*/ 1374910 h 1374909"/>
              <a:gd name="csX251" fmla="*/ 543481 w 2163104"/>
              <a:gd name="csY251" fmla="*/ 1374910 h 1374909"/>
              <a:gd name="csX252" fmla="*/ 545647 w 2163104"/>
              <a:gd name="csY252" fmla="*/ 1374910 h 1374909"/>
              <a:gd name="csX253" fmla="*/ 547812 w 2163104"/>
              <a:gd name="csY253" fmla="*/ 1374910 h 1374909"/>
              <a:gd name="csX254" fmla="*/ 549977 w 2163104"/>
              <a:gd name="csY254" fmla="*/ 1374910 h 1374909"/>
              <a:gd name="csX255" fmla="*/ 552142 w 2163104"/>
              <a:gd name="csY255" fmla="*/ 1374910 h 1374909"/>
              <a:gd name="csX256" fmla="*/ 554308 w 2163104"/>
              <a:gd name="csY256" fmla="*/ 1374910 h 1374909"/>
              <a:gd name="csX257" fmla="*/ 556474 w 2163104"/>
              <a:gd name="csY257" fmla="*/ 1374910 h 1374909"/>
              <a:gd name="csX258" fmla="*/ 558639 w 2163104"/>
              <a:gd name="csY258" fmla="*/ 1374910 h 1374909"/>
              <a:gd name="csX259" fmla="*/ 560804 w 2163104"/>
              <a:gd name="csY259" fmla="*/ 1374910 h 1374909"/>
              <a:gd name="csX260" fmla="*/ 562969 w 2163104"/>
              <a:gd name="csY260" fmla="*/ 1374910 h 1374909"/>
              <a:gd name="csX261" fmla="*/ 565135 w 2163104"/>
              <a:gd name="csY261" fmla="*/ 1374910 h 1374909"/>
              <a:gd name="csX262" fmla="*/ 567300 w 2163104"/>
              <a:gd name="csY262" fmla="*/ 1374910 h 1374909"/>
              <a:gd name="csX263" fmla="*/ 569465 w 2163104"/>
              <a:gd name="csY263" fmla="*/ 1374910 h 1374909"/>
              <a:gd name="csX264" fmla="*/ 571630 w 2163104"/>
              <a:gd name="csY264" fmla="*/ 1374910 h 1374909"/>
              <a:gd name="csX265" fmla="*/ 573796 w 2163104"/>
              <a:gd name="csY265" fmla="*/ 1374910 h 1374909"/>
              <a:gd name="csX266" fmla="*/ 575961 w 2163104"/>
              <a:gd name="csY266" fmla="*/ 1374910 h 1374909"/>
              <a:gd name="csX267" fmla="*/ 578126 w 2163104"/>
              <a:gd name="csY267" fmla="*/ 1374910 h 1374909"/>
              <a:gd name="csX268" fmla="*/ 580291 w 2163104"/>
              <a:gd name="csY268" fmla="*/ 1374910 h 1374909"/>
              <a:gd name="csX269" fmla="*/ 582456 w 2163104"/>
              <a:gd name="csY269" fmla="*/ 1374910 h 1374909"/>
              <a:gd name="csX270" fmla="*/ 584622 w 2163104"/>
              <a:gd name="csY270" fmla="*/ 1374910 h 1374909"/>
              <a:gd name="csX271" fmla="*/ 586787 w 2163104"/>
              <a:gd name="csY271" fmla="*/ 1374910 h 1374909"/>
              <a:gd name="csX272" fmla="*/ 588952 w 2163104"/>
              <a:gd name="csY272" fmla="*/ 1374910 h 1374909"/>
              <a:gd name="csX273" fmla="*/ 591117 w 2163104"/>
              <a:gd name="csY273" fmla="*/ 1374910 h 1374909"/>
              <a:gd name="csX274" fmla="*/ 593282 w 2163104"/>
              <a:gd name="csY274" fmla="*/ 1374910 h 1374909"/>
              <a:gd name="csX275" fmla="*/ 595448 w 2163104"/>
              <a:gd name="csY275" fmla="*/ 1374910 h 1374909"/>
              <a:gd name="csX276" fmla="*/ 597613 w 2163104"/>
              <a:gd name="csY276" fmla="*/ 1374910 h 1374909"/>
              <a:gd name="csX277" fmla="*/ 599778 w 2163104"/>
              <a:gd name="csY277" fmla="*/ 1374910 h 1374909"/>
              <a:gd name="csX278" fmla="*/ 601943 w 2163104"/>
              <a:gd name="csY278" fmla="*/ 1374910 h 1374909"/>
              <a:gd name="csX279" fmla="*/ 604110 w 2163104"/>
              <a:gd name="csY279" fmla="*/ 1374910 h 1374909"/>
              <a:gd name="csX280" fmla="*/ 606275 w 2163104"/>
              <a:gd name="csY280" fmla="*/ 1374910 h 1374909"/>
              <a:gd name="csX281" fmla="*/ 608440 w 2163104"/>
              <a:gd name="csY281" fmla="*/ 1374910 h 1374909"/>
              <a:gd name="csX282" fmla="*/ 610605 w 2163104"/>
              <a:gd name="csY282" fmla="*/ 1374910 h 1374909"/>
              <a:gd name="csX283" fmla="*/ 612770 w 2163104"/>
              <a:gd name="csY283" fmla="*/ 1374910 h 1374909"/>
              <a:gd name="csX284" fmla="*/ 614936 w 2163104"/>
              <a:gd name="csY284" fmla="*/ 1374910 h 1374909"/>
              <a:gd name="csX285" fmla="*/ 617101 w 2163104"/>
              <a:gd name="csY285" fmla="*/ 1374910 h 1374909"/>
              <a:gd name="csX286" fmla="*/ 619266 w 2163104"/>
              <a:gd name="csY286" fmla="*/ 1374910 h 1374909"/>
              <a:gd name="csX287" fmla="*/ 621431 w 2163104"/>
              <a:gd name="csY287" fmla="*/ 1374910 h 1374909"/>
              <a:gd name="csX288" fmla="*/ 623597 w 2163104"/>
              <a:gd name="csY288" fmla="*/ 1374910 h 1374909"/>
              <a:gd name="csX289" fmla="*/ 625762 w 2163104"/>
              <a:gd name="csY289" fmla="*/ 1374910 h 1374909"/>
              <a:gd name="csX290" fmla="*/ 627927 w 2163104"/>
              <a:gd name="csY290" fmla="*/ 1374910 h 1374909"/>
              <a:gd name="csX291" fmla="*/ 630092 w 2163104"/>
              <a:gd name="csY291" fmla="*/ 1374910 h 1374909"/>
              <a:gd name="csX292" fmla="*/ 632257 w 2163104"/>
              <a:gd name="csY292" fmla="*/ 1374910 h 1374909"/>
              <a:gd name="csX293" fmla="*/ 634423 w 2163104"/>
              <a:gd name="csY293" fmla="*/ 1374910 h 1374909"/>
              <a:gd name="csX294" fmla="*/ 636588 w 2163104"/>
              <a:gd name="csY294" fmla="*/ 1374910 h 1374909"/>
              <a:gd name="csX295" fmla="*/ 638753 w 2163104"/>
              <a:gd name="csY295" fmla="*/ 1374910 h 1374909"/>
              <a:gd name="csX296" fmla="*/ 640918 w 2163104"/>
              <a:gd name="csY296" fmla="*/ 1374910 h 1374909"/>
              <a:gd name="csX297" fmla="*/ 643084 w 2163104"/>
              <a:gd name="csY297" fmla="*/ 1374910 h 1374909"/>
              <a:gd name="csX298" fmla="*/ 645249 w 2163104"/>
              <a:gd name="csY298" fmla="*/ 1374910 h 1374909"/>
              <a:gd name="csX299" fmla="*/ 647414 w 2163104"/>
              <a:gd name="csY299" fmla="*/ 1374910 h 1374909"/>
              <a:gd name="csX300" fmla="*/ 649579 w 2163104"/>
              <a:gd name="csY300" fmla="*/ 1374910 h 1374909"/>
              <a:gd name="csX301" fmla="*/ 651745 w 2163104"/>
              <a:gd name="csY301" fmla="*/ 1374910 h 1374909"/>
              <a:gd name="csX302" fmla="*/ 653911 w 2163104"/>
              <a:gd name="csY302" fmla="*/ 1374910 h 1374909"/>
              <a:gd name="csX303" fmla="*/ 656076 w 2163104"/>
              <a:gd name="csY303" fmla="*/ 1374910 h 1374909"/>
              <a:gd name="csX304" fmla="*/ 658241 w 2163104"/>
              <a:gd name="csY304" fmla="*/ 1374910 h 1374909"/>
              <a:gd name="csX305" fmla="*/ 660406 w 2163104"/>
              <a:gd name="csY305" fmla="*/ 1374910 h 1374909"/>
              <a:gd name="csX306" fmla="*/ 662572 w 2163104"/>
              <a:gd name="csY306" fmla="*/ 1374910 h 1374909"/>
              <a:gd name="csX307" fmla="*/ 664737 w 2163104"/>
              <a:gd name="csY307" fmla="*/ 1374910 h 1374909"/>
              <a:gd name="csX308" fmla="*/ 666902 w 2163104"/>
              <a:gd name="csY308" fmla="*/ 1374910 h 1374909"/>
              <a:gd name="csX309" fmla="*/ 669067 w 2163104"/>
              <a:gd name="csY309" fmla="*/ 1374910 h 1374909"/>
              <a:gd name="csX310" fmla="*/ 671232 w 2163104"/>
              <a:gd name="csY310" fmla="*/ 1374910 h 1374909"/>
              <a:gd name="csX311" fmla="*/ 673398 w 2163104"/>
              <a:gd name="csY311" fmla="*/ 1374910 h 1374909"/>
              <a:gd name="csX312" fmla="*/ 675563 w 2163104"/>
              <a:gd name="csY312" fmla="*/ 1374910 h 1374909"/>
              <a:gd name="csX313" fmla="*/ 677728 w 2163104"/>
              <a:gd name="csY313" fmla="*/ 1374910 h 1374909"/>
              <a:gd name="csX314" fmla="*/ 679893 w 2163104"/>
              <a:gd name="csY314" fmla="*/ 1374910 h 1374909"/>
              <a:gd name="csX315" fmla="*/ 682059 w 2163104"/>
              <a:gd name="csY315" fmla="*/ 1374910 h 1374909"/>
              <a:gd name="csX316" fmla="*/ 684224 w 2163104"/>
              <a:gd name="csY316" fmla="*/ 1374910 h 1374909"/>
              <a:gd name="csX317" fmla="*/ 686389 w 2163104"/>
              <a:gd name="csY317" fmla="*/ 1374910 h 1374909"/>
              <a:gd name="csX318" fmla="*/ 688554 w 2163104"/>
              <a:gd name="csY318" fmla="*/ 1374910 h 1374909"/>
              <a:gd name="csX319" fmla="*/ 690719 w 2163104"/>
              <a:gd name="csY319" fmla="*/ 1374910 h 1374909"/>
              <a:gd name="csX320" fmla="*/ 692885 w 2163104"/>
              <a:gd name="csY320" fmla="*/ 1374910 h 1374909"/>
              <a:gd name="csX321" fmla="*/ 695050 w 2163104"/>
              <a:gd name="csY321" fmla="*/ 1374910 h 1374909"/>
              <a:gd name="csX322" fmla="*/ 697215 w 2163104"/>
              <a:gd name="csY322" fmla="*/ 1374910 h 1374909"/>
              <a:gd name="csX323" fmla="*/ 699380 w 2163104"/>
              <a:gd name="csY323" fmla="*/ 1374910 h 1374909"/>
              <a:gd name="csX324" fmla="*/ 701547 w 2163104"/>
              <a:gd name="csY324" fmla="*/ 1374910 h 1374909"/>
              <a:gd name="csX325" fmla="*/ 703712 w 2163104"/>
              <a:gd name="csY325" fmla="*/ 1374910 h 1374909"/>
              <a:gd name="csX326" fmla="*/ 705877 w 2163104"/>
              <a:gd name="csY326" fmla="*/ 1374910 h 1374909"/>
              <a:gd name="csX327" fmla="*/ 708042 w 2163104"/>
              <a:gd name="csY327" fmla="*/ 1374910 h 1374909"/>
              <a:gd name="csX328" fmla="*/ 710207 w 2163104"/>
              <a:gd name="csY328" fmla="*/ 1374910 h 1374909"/>
              <a:gd name="csX329" fmla="*/ 712373 w 2163104"/>
              <a:gd name="csY329" fmla="*/ 1374910 h 1374909"/>
              <a:gd name="csX330" fmla="*/ 714538 w 2163104"/>
              <a:gd name="csY330" fmla="*/ 1374910 h 1374909"/>
              <a:gd name="csX331" fmla="*/ 716703 w 2163104"/>
              <a:gd name="csY331" fmla="*/ 1374910 h 1374909"/>
              <a:gd name="csX332" fmla="*/ 718868 w 2163104"/>
              <a:gd name="csY332" fmla="*/ 1374910 h 1374909"/>
              <a:gd name="csX333" fmla="*/ 721033 w 2163104"/>
              <a:gd name="csY333" fmla="*/ 1374910 h 1374909"/>
              <a:gd name="csX334" fmla="*/ 723199 w 2163104"/>
              <a:gd name="csY334" fmla="*/ 1374910 h 1374909"/>
              <a:gd name="csX335" fmla="*/ 725364 w 2163104"/>
              <a:gd name="csY335" fmla="*/ 1374910 h 1374909"/>
              <a:gd name="csX336" fmla="*/ 727529 w 2163104"/>
              <a:gd name="csY336" fmla="*/ 1374910 h 1374909"/>
              <a:gd name="csX337" fmla="*/ 729694 w 2163104"/>
              <a:gd name="csY337" fmla="*/ 1374910 h 1374909"/>
              <a:gd name="csX338" fmla="*/ 731860 w 2163104"/>
              <a:gd name="csY338" fmla="*/ 1374910 h 1374909"/>
              <a:gd name="csX339" fmla="*/ 734025 w 2163104"/>
              <a:gd name="csY339" fmla="*/ 1374910 h 1374909"/>
              <a:gd name="csX340" fmla="*/ 736190 w 2163104"/>
              <a:gd name="csY340" fmla="*/ 1374910 h 1374909"/>
              <a:gd name="csX341" fmla="*/ 738355 w 2163104"/>
              <a:gd name="csY341" fmla="*/ 1374910 h 1374909"/>
              <a:gd name="csX342" fmla="*/ 740520 w 2163104"/>
              <a:gd name="csY342" fmla="*/ 1374910 h 1374909"/>
              <a:gd name="csX343" fmla="*/ 742686 w 2163104"/>
              <a:gd name="csY343" fmla="*/ 1374910 h 1374909"/>
              <a:gd name="csX344" fmla="*/ 744851 w 2163104"/>
              <a:gd name="csY344" fmla="*/ 1374910 h 1374909"/>
              <a:gd name="csX345" fmla="*/ 747016 w 2163104"/>
              <a:gd name="csY345" fmla="*/ 1374910 h 1374909"/>
              <a:gd name="csX346" fmla="*/ 749182 w 2163104"/>
              <a:gd name="csY346" fmla="*/ 1374910 h 1374909"/>
              <a:gd name="csX347" fmla="*/ 751348 w 2163104"/>
              <a:gd name="csY347" fmla="*/ 1374910 h 1374909"/>
              <a:gd name="csX348" fmla="*/ 753513 w 2163104"/>
              <a:gd name="csY348" fmla="*/ 1374910 h 1374909"/>
              <a:gd name="csX349" fmla="*/ 755678 w 2163104"/>
              <a:gd name="csY349" fmla="*/ 1374910 h 1374909"/>
              <a:gd name="csX350" fmla="*/ 757843 w 2163104"/>
              <a:gd name="csY350" fmla="*/ 1374910 h 1374909"/>
              <a:gd name="csX351" fmla="*/ 760009 w 2163104"/>
              <a:gd name="csY351" fmla="*/ 1374910 h 1374909"/>
              <a:gd name="csX352" fmla="*/ 762174 w 2163104"/>
              <a:gd name="csY352" fmla="*/ 1374910 h 1374909"/>
              <a:gd name="csX353" fmla="*/ 764334 w 2163104"/>
              <a:gd name="csY353" fmla="*/ 1374910 h 1374909"/>
              <a:gd name="csX354" fmla="*/ 766507 w 2163104"/>
              <a:gd name="csY354" fmla="*/ 1374910 h 1374909"/>
              <a:gd name="csX355" fmla="*/ 768670 w 2163104"/>
              <a:gd name="csY355" fmla="*/ 1374910 h 1374909"/>
              <a:gd name="csX356" fmla="*/ 770834 w 2163104"/>
              <a:gd name="csY356" fmla="*/ 1374910 h 1374909"/>
              <a:gd name="csX357" fmla="*/ 772997 w 2163104"/>
              <a:gd name="csY357" fmla="*/ 1374910 h 1374909"/>
              <a:gd name="csX358" fmla="*/ 775170 w 2163104"/>
              <a:gd name="csY358" fmla="*/ 1374910 h 1374909"/>
              <a:gd name="csX359" fmla="*/ 777333 w 2163104"/>
              <a:gd name="csY359" fmla="*/ 1374910 h 1374909"/>
              <a:gd name="csX360" fmla="*/ 779497 w 2163104"/>
              <a:gd name="csY360" fmla="*/ 1374910 h 1374909"/>
              <a:gd name="csX361" fmla="*/ 781660 w 2163104"/>
              <a:gd name="csY361" fmla="*/ 1374910 h 1374909"/>
              <a:gd name="csX362" fmla="*/ 783823 w 2163104"/>
              <a:gd name="csY362" fmla="*/ 1374910 h 1374909"/>
              <a:gd name="csX363" fmla="*/ 785996 w 2163104"/>
              <a:gd name="csY363" fmla="*/ 1374910 h 1374909"/>
              <a:gd name="csX364" fmla="*/ 788160 w 2163104"/>
              <a:gd name="csY364" fmla="*/ 1374910 h 1374909"/>
              <a:gd name="csX365" fmla="*/ 790323 w 2163104"/>
              <a:gd name="csY365" fmla="*/ 1374910 h 1374909"/>
              <a:gd name="csX366" fmla="*/ 792486 w 2163104"/>
              <a:gd name="csY366" fmla="*/ 1374910 h 1374909"/>
              <a:gd name="csX367" fmla="*/ 794649 w 2163104"/>
              <a:gd name="csY367" fmla="*/ 1374910 h 1374909"/>
              <a:gd name="csX368" fmla="*/ 796822 w 2163104"/>
              <a:gd name="csY368" fmla="*/ 1374910 h 1374909"/>
              <a:gd name="csX369" fmla="*/ 798986 w 2163104"/>
              <a:gd name="csY369" fmla="*/ 1374910 h 1374909"/>
              <a:gd name="csX370" fmla="*/ 801149 w 2163104"/>
              <a:gd name="csY370" fmla="*/ 1374910 h 1374909"/>
              <a:gd name="csX371" fmla="*/ 803312 w 2163104"/>
              <a:gd name="csY371" fmla="*/ 1374910 h 1374909"/>
              <a:gd name="csX372" fmla="*/ 805475 w 2163104"/>
              <a:gd name="csY372" fmla="*/ 1374910 h 1374909"/>
              <a:gd name="csX373" fmla="*/ 807649 w 2163104"/>
              <a:gd name="csY373" fmla="*/ 1374910 h 1374909"/>
              <a:gd name="csX374" fmla="*/ 809812 w 2163104"/>
              <a:gd name="csY374" fmla="*/ 1374910 h 1374909"/>
              <a:gd name="csX375" fmla="*/ 811975 w 2163104"/>
              <a:gd name="csY375" fmla="*/ 1374910 h 1374909"/>
              <a:gd name="csX376" fmla="*/ 814138 w 2163104"/>
              <a:gd name="csY376" fmla="*/ 1374910 h 1374909"/>
              <a:gd name="csX377" fmla="*/ 816301 w 2163104"/>
              <a:gd name="csY377" fmla="*/ 1374910 h 1374909"/>
              <a:gd name="csX378" fmla="*/ 818475 w 2163104"/>
              <a:gd name="csY378" fmla="*/ 1374910 h 1374909"/>
              <a:gd name="csX379" fmla="*/ 820638 w 2163104"/>
              <a:gd name="csY379" fmla="*/ 1374910 h 1374909"/>
              <a:gd name="csX380" fmla="*/ 822801 w 2163104"/>
              <a:gd name="csY380" fmla="*/ 1374910 h 1374909"/>
              <a:gd name="csX381" fmla="*/ 824964 w 2163104"/>
              <a:gd name="csY381" fmla="*/ 1374910 h 1374909"/>
              <a:gd name="csX382" fmla="*/ 827127 w 2163104"/>
              <a:gd name="csY382" fmla="*/ 1374910 h 1374909"/>
              <a:gd name="csX383" fmla="*/ 829301 w 2163104"/>
              <a:gd name="csY383" fmla="*/ 1374910 h 1374909"/>
              <a:gd name="csX384" fmla="*/ 831464 w 2163104"/>
              <a:gd name="csY384" fmla="*/ 1374910 h 1374909"/>
              <a:gd name="csX385" fmla="*/ 833627 w 2163104"/>
              <a:gd name="csY385" fmla="*/ 1374910 h 1374909"/>
              <a:gd name="csX386" fmla="*/ 835790 w 2163104"/>
              <a:gd name="csY386" fmla="*/ 1374910 h 1374909"/>
              <a:gd name="csX387" fmla="*/ 837953 w 2163104"/>
              <a:gd name="csY387" fmla="*/ 1374910 h 1374909"/>
              <a:gd name="csX388" fmla="*/ 840127 w 2163104"/>
              <a:gd name="csY388" fmla="*/ 1374910 h 1374909"/>
              <a:gd name="csX389" fmla="*/ 842290 w 2163104"/>
              <a:gd name="csY389" fmla="*/ 1374910 h 1374909"/>
              <a:gd name="csX390" fmla="*/ 844453 w 2163104"/>
              <a:gd name="csY390" fmla="*/ 1374910 h 1374909"/>
              <a:gd name="csX391" fmla="*/ 846616 w 2163104"/>
              <a:gd name="csY391" fmla="*/ 1374910 h 1374909"/>
              <a:gd name="csX392" fmla="*/ 848779 w 2163104"/>
              <a:gd name="csY392" fmla="*/ 1374910 h 1374909"/>
              <a:gd name="csX393" fmla="*/ 850953 w 2163104"/>
              <a:gd name="csY393" fmla="*/ 1374910 h 1374909"/>
              <a:gd name="csX394" fmla="*/ 853116 w 2163104"/>
              <a:gd name="csY394" fmla="*/ 1374910 h 1374909"/>
              <a:gd name="csX395" fmla="*/ 855279 w 2163104"/>
              <a:gd name="csY395" fmla="*/ 1374910 h 1374909"/>
              <a:gd name="csX396" fmla="*/ 857442 w 2163104"/>
              <a:gd name="csY396" fmla="*/ 1374910 h 1374909"/>
              <a:gd name="csX397" fmla="*/ 859605 w 2163104"/>
              <a:gd name="csY397" fmla="*/ 1374910 h 1374909"/>
              <a:gd name="csX398" fmla="*/ 861779 w 2163104"/>
              <a:gd name="csY398" fmla="*/ 1374910 h 1374909"/>
              <a:gd name="csX399" fmla="*/ 863942 w 2163104"/>
              <a:gd name="csY399" fmla="*/ 1374910 h 1374909"/>
              <a:gd name="csX400" fmla="*/ 866105 w 2163104"/>
              <a:gd name="csY400" fmla="*/ 1374910 h 1374909"/>
              <a:gd name="csX401" fmla="*/ 868268 w 2163104"/>
              <a:gd name="csY401" fmla="*/ 1374910 h 1374909"/>
              <a:gd name="csX402" fmla="*/ 870442 w 2163104"/>
              <a:gd name="csY402" fmla="*/ 1374910 h 1374909"/>
              <a:gd name="csX403" fmla="*/ 872605 w 2163104"/>
              <a:gd name="csY403" fmla="*/ 1374910 h 1374909"/>
              <a:gd name="csX404" fmla="*/ 874768 w 2163104"/>
              <a:gd name="csY404" fmla="*/ 1374910 h 1374909"/>
              <a:gd name="csX405" fmla="*/ 876931 w 2163104"/>
              <a:gd name="csY405" fmla="*/ 1374910 h 1374909"/>
              <a:gd name="csX406" fmla="*/ 879095 w 2163104"/>
              <a:gd name="csY406" fmla="*/ 1374910 h 1374909"/>
              <a:gd name="csX407" fmla="*/ 881268 w 2163104"/>
              <a:gd name="csY407" fmla="*/ 1374910 h 1374909"/>
              <a:gd name="csX408" fmla="*/ 883431 w 2163104"/>
              <a:gd name="csY408" fmla="*/ 1374910 h 1374909"/>
              <a:gd name="csX409" fmla="*/ 885594 w 2163104"/>
              <a:gd name="csY409" fmla="*/ 1374910 h 1374909"/>
              <a:gd name="csX410" fmla="*/ 887757 w 2163104"/>
              <a:gd name="csY410" fmla="*/ 1374910 h 1374909"/>
              <a:gd name="csX411" fmla="*/ 889921 w 2163104"/>
              <a:gd name="csY411" fmla="*/ 1374910 h 1374909"/>
              <a:gd name="csX412" fmla="*/ 892094 w 2163104"/>
              <a:gd name="csY412" fmla="*/ 1374910 h 1374909"/>
              <a:gd name="csX413" fmla="*/ 894257 w 2163104"/>
              <a:gd name="csY413" fmla="*/ 1374910 h 1374909"/>
              <a:gd name="csX414" fmla="*/ 896420 w 2163104"/>
              <a:gd name="csY414" fmla="*/ 1374910 h 1374909"/>
              <a:gd name="csX415" fmla="*/ 898584 w 2163104"/>
              <a:gd name="csY415" fmla="*/ 1374910 h 1374909"/>
              <a:gd name="csX416" fmla="*/ 900747 w 2163104"/>
              <a:gd name="csY416" fmla="*/ 1374910 h 1374909"/>
              <a:gd name="csX417" fmla="*/ 902920 w 2163104"/>
              <a:gd name="csY417" fmla="*/ 1374910 h 1374909"/>
              <a:gd name="csX418" fmla="*/ 905083 w 2163104"/>
              <a:gd name="csY418" fmla="*/ 1374910 h 1374909"/>
              <a:gd name="csX419" fmla="*/ 907246 w 2163104"/>
              <a:gd name="csY419" fmla="*/ 1374910 h 1374909"/>
              <a:gd name="csX420" fmla="*/ 909410 w 2163104"/>
              <a:gd name="csY420" fmla="*/ 1374910 h 1374909"/>
              <a:gd name="csX421" fmla="*/ 911573 w 2163104"/>
              <a:gd name="csY421" fmla="*/ 1374910 h 1374909"/>
              <a:gd name="csX422" fmla="*/ 913746 w 2163104"/>
              <a:gd name="csY422" fmla="*/ 1374910 h 1374909"/>
              <a:gd name="csX423" fmla="*/ 915909 w 2163104"/>
              <a:gd name="csY423" fmla="*/ 1374910 h 1374909"/>
              <a:gd name="csX424" fmla="*/ 918073 w 2163104"/>
              <a:gd name="csY424" fmla="*/ 1374910 h 1374909"/>
              <a:gd name="csX425" fmla="*/ 920236 w 2163104"/>
              <a:gd name="csY425" fmla="*/ 1374910 h 1374909"/>
              <a:gd name="csX426" fmla="*/ 922399 w 2163104"/>
              <a:gd name="csY426" fmla="*/ 1374910 h 1374909"/>
              <a:gd name="csX427" fmla="*/ 924572 w 2163104"/>
              <a:gd name="csY427" fmla="*/ 1374910 h 1374909"/>
              <a:gd name="csX428" fmla="*/ 926735 w 2163104"/>
              <a:gd name="csY428" fmla="*/ 1374910 h 1374909"/>
              <a:gd name="csX429" fmla="*/ 928899 w 2163104"/>
              <a:gd name="csY429" fmla="*/ 1374910 h 1374909"/>
              <a:gd name="csX430" fmla="*/ 931062 w 2163104"/>
              <a:gd name="csY430" fmla="*/ 1374910 h 1374909"/>
              <a:gd name="csX431" fmla="*/ 933225 w 2163104"/>
              <a:gd name="csY431" fmla="*/ 1374910 h 1374909"/>
              <a:gd name="csX432" fmla="*/ 935398 w 2163104"/>
              <a:gd name="csY432" fmla="*/ 1374910 h 1374909"/>
              <a:gd name="csX433" fmla="*/ 937562 w 2163104"/>
              <a:gd name="csY433" fmla="*/ 1374910 h 1374909"/>
              <a:gd name="csX434" fmla="*/ 939725 w 2163104"/>
              <a:gd name="csY434" fmla="*/ 1374910 h 1374909"/>
              <a:gd name="csX435" fmla="*/ 941888 w 2163104"/>
              <a:gd name="csY435" fmla="*/ 1374910 h 1374909"/>
              <a:gd name="csX436" fmla="*/ 944051 w 2163104"/>
              <a:gd name="csY436" fmla="*/ 1374910 h 1374909"/>
              <a:gd name="csX437" fmla="*/ 946225 w 2163104"/>
              <a:gd name="csY437" fmla="*/ 1374910 h 1374909"/>
              <a:gd name="csX438" fmla="*/ 948388 w 2163104"/>
              <a:gd name="csY438" fmla="*/ 1374910 h 1374909"/>
              <a:gd name="csX439" fmla="*/ 950551 w 2163104"/>
              <a:gd name="csY439" fmla="*/ 1374910 h 1374909"/>
              <a:gd name="csX440" fmla="*/ 952714 w 2163104"/>
              <a:gd name="csY440" fmla="*/ 1374910 h 1374909"/>
              <a:gd name="csX441" fmla="*/ 954877 w 2163104"/>
              <a:gd name="csY441" fmla="*/ 1374910 h 1374909"/>
              <a:gd name="csX442" fmla="*/ 957051 w 2163104"/>
              <a:gd name="csY442" fmla="*/ 1374910 h 1374909"/>
              <a:gd name="csX443" fmla="*/ 959214 w 2163104"/>
              <a:gd name="csY443" fmla="*/ 1374910 h 1374909"/>
              <a:gd name="csX444" fmla="*/ 961377 w 2163104"/>
              <a:gd name="csY444" fmla="*/ 1374910 h 1374909"/>
              <a:gd name="csX445" fmla="*/ 963540 w 2163104"/>
              <a:gd name="csY445" fmla="*/ 1374910 h 1374909"/>
              <a:gd name="csX446" fmla="*/ 965714 w 2163104"/>
              <a:gd name="csY446" fmla="*/ 1374910 h 1374909"/>
              <a:gd name="csX447" fmla="*/ 967877 w 2163104"/>
              <a:gd name="csY447" fmla="*/ 1374910 h 1374909"/>
              <a:gd name="csX448" fmla="*/ 970040 w 2163104"/>
              <a:gd name="csY448" fmla="*/ 1374910 h 1374909"/>
              <a:gd name="csX449" fmla="*/ 972203 w 2163104"/>
              <a:gd name="csY449" fmla="*/ 1374910 h 1374909"/>
              <a:gd name="csX450" fmla="*/ 974366 w 2163104"/>
              <a:gd name="csY450" fmla="*/ 1374910 h 1374909"/>
              <a:gd name="csX451" fmla="*/ 976540 w 2163104"/>
              <a:gd name="csY451" fmla="*/ 1374910 h 1374909"/>
              <a:gd name="csX452" fmla="*/ 978703 w 2163104"/>
              <a:gd name="csY452" fmla="*/ 1374910 h 1374909"/>
              <a:gd name="csX453" fmla="*/ 980866 w 2163104"/>
              <a:gd name="csY453" fmla="*/ 1374910 h 1374909"/>
              <a:gd name="csX454" fmla="*/ 983029 w 2163104"/>
              <a:gd name="csY454" fmla="*/ 1374910 h 1374909"/>
              <a:gd name="csX455" fmla="*/ 985192 w 2163104"/>
              <a:gd name="csY455" fmla="*/ 1374910 h 1374909"/>
              <a:gd name="csX456" fmla="*/ 987366 w 2163104"/>
              <a:gd name="csY456" fmla="*/ 1374910 h 1374909"/>
              <a:gd name="csX457" fmla="*/ 989529 w 2163104"/>
              <a:gd name="csY457" fmla="*/ 1374910 h 1374909"/>
              <a:gd name="csX458" fmla="*/ 991692 w 2163104"/>
              <a:gd name="csY458" fmla="*/ 1374910 h 1374909"/>
              <a:gd name="csX459" fmla="*/ 993855 w 2163104"/>
              <a:gd name="csY459" fmla="*/ 1374910 h 1374909"/>
              <a:gd name="csX460" fmla="*/ 996018 w 2163104"/>
              <a:gd name="csY460" fmla="*/ 1374910 h 1374909"/>
              <a:gd name="csX461" fmla="*/ 998192 w 2163104"/>
              <a:gd name="csY461" fmla="*/ 1374910 h 1374909"/>
              <a:gd name="csX462" fmla="*/ 1000355 w 2163104"/>
              <a:gd name="csY462" fmla="*/ 1374910 h 1374909"/>
              <a:gd name="csX463" fmla="*/ 1002518 w 2163104"/>
              <a:gd name="csY463" fmla="*/ 1374910 h 1374909"/>
              <a:gd name="csX464" fmla="*/ 1004681 w 2163104"/>
              <a:gd name="csY464" fmla="*/ 1374910 h 1374909"/>
              <a:gd name="csX465" fmla="*/ 1006844 w 2163104"/>
              <a:gd name="csY465" fmla="*/ 1374910 h 1374909"/>
              <a:gd name="csX466" fmla="*/ 1009018 w 2163104"/>
              <a:gd name="csY466" fmla="*/ 1374910 h 1374909"/>
              <a:gd name="csX467" fmla="*/ 1011181 w 2163104"/>
              <a:gd name="csY467" fmla="*/ 1374910 h 1374909"/>
              <a:gd name="csX468" fmla="*/ 1013344 w 2163104"/>
              <a:gd name="csY468" fmla="*/ 1374910 h 1374909"/>
              <a:gd name="csX469" fmla="*/ 1015507 w 2163104"/>
              <a:gd name="csY469" fmla="*/ 1374910 h 1374909"/>
              <a:gd name="csX470" fmla="*/ 1017671 w 2163104"/>
              <a:gd name="csY470" fmla="*/ 1374910 h 1374909"/>
              <a:gd name="csX471" fmla="*/ 1019844 w 2163104"/>
              <a:gd name="csY471" fmla="*/ 1374910 h 1374909"/>
              <a:gd name="csX472" fmla="*/ 1022007 w 2163104"/>
              <a:gd name="csY472" fmla="*/ 1374910 h 1374909"/>
              <a:gd name="csX473" fmla="*/ 1024170 w 2163104"/>
              <a:gd name="csY473" fmla="*/ 1374910 h 1374909"/>
              <a:gd name="csX474" fmla="*/ 1026334 w 2163104"/>
              <a:gd name="csY474" fmla="*/ 1374910 h 1374909"/>
              <a:gd name="csX475" fmla="*/ 1028497 w 2163104"/>
              <a:gd name="csY475" fmla="*/ 1374910 h 1374909"/>
              <a:gd name="csX476" fmla="*/ 1030670 w 2163104"/>
              <a:gd name="csY476" fmla="*/ 1374910 h 1374909"/>
              <a:gd name="csX477" fmla="*/ 1032833 w 2163104"/>
              <a:gd name="csY477" fmla="*/ 1374910 h 1374909"/>
              <a:gd name="csX478" fmla="*/ 1034997 w 2163104"/>
              <a:gd name="csY478" fmla="*/ 1374910 h 1374909"/>
              <a:gd name="csX479" fmla="*/ 1037160 w 2163104"/>
              <a:gd name="csY479" fmla="*/ 1374910 h 1374909"/>
              <a:gd name="csX480" fmla="*/ 1039323 w 2163104"/>
              <a:gd name="csY480" fmla="*/ 1374910 h 1374909"/>
              <a:gd name="csX481" fmla="*/ 1041496 w 2163104"/>
              <a:gd name="csY481" fmla="*/ 1374910 h 1374909"/>
              <a:gd name="csX482" fmla="*/ 1043659 w 2163104"/>
              <a:gd name="csY482" fmla="*/ 1374910 h 1374909"/>
              <a:gd name="csX483" fmla="*/ 1045823 w 2163104"/>
              <a:gd name="csY483" fmla="*/ 1374910 h 1374909"/>
              <a:gd name="csX484" fmla="*/ 1047986 w 2163104"/>
              <a:gd name="csY484" fmla="*/ 1374910 h 1374909"/>
              <a:gd name="csX485" fmla="*/ 1050149 w 2163104"/>
              <a:gd name="csY485" fmla="*/ 1374910 h 1374909"/>
              <a:gd name="csX486" fmla="*/ 1052322 w 2163104"/>
              <a:gd name="csY486" fmla="*/ 1374910 h 1374909"/>
              <a:gd name="csX487" fmla="*/ 1054486 w 2163104"/>
              <a:gd name="csY487" fmla="*/ 1374910 h 1374909"/>
              <a:gd name="csX488" fmla="*/ 1056649 w 2163104"/>
              <a:gd name="csY488" fmla="*/ 1374910 h 1374909"/>
              <a:gd name="csX489" fmla="*/ 1058812 w 2163104"/>
              <a:gd name="csY489" fmla="*/ 1374910 h 1374909"/>
              <a:gd name="csX490" fmla="*/ 1060985 w 2163104"/>
              <a:gd name="csY490" fmla="*/ 1374910 h 1374909"/>
              <a:gd name="csX491" fmla="*/ 1063149 w 2163104"/>
              <a:gd name="csY491" fmla="*/ 1374910 h 1374909"/>
              <a:gd name="csX492" fmla="*/ 1065312 w 2163104"/>
              <a:gd name="csY492" fmla="*/ 1374910 h 1374909"/>
              <a:gd name="csX493" fmla="*/ 1067475 w 2163104"/>
              <a:gd name="csY493" fmla="*/ 1374910 h 1374909"/>
              <a:gd name="csX494" fmla="*/ 1069638 w 2163104"/>
              <a:gd name="csY494" fmla="*/ 1374910 h 1374909"/>
              <a:gd name="csX495" fmla="*/ 1071811 w 2163104"/>
              <a:gd name="csY495" fmla="*/ 1374910 h 1374909"/>
              <a:gd name="csX496" fmla="*/ 1073975 w 2163104"/>
              <a:gd name="csY496" fmla="*/ 1374910 h 1374909"/>
              <a:gd name="csX497" fmla="*/ 1076138 w 2163104"/>
              <a:gd name="csY497" fmla="*/ 1374910 h 1374909"/>
              <a:gd name="csX498" fmla="*/ 1078301 w 2163104"/>
              <a:gd name="csY498" fmla="*/ 1374910 h 1374909"/>
              <a:gd name="csX499" fmla="*/ 1080464 w 2163104"/>
              <a:gd name="csY499" fmla="*/ 1374910 h 1374909"/>
              <a:gd name="csX500" fmla="*/ 1082638 w 2163104"/>
              <a:gd name="csY500" fmla="*/ 1374910 h 1374909"/>
              <a:gd name="csX501" fmla="*/ 1084801 w 2163104"/>
              <a:gd name="csY501" fmla="*/ 1374910 h 1374909"/>
              <a:gd name="csX502" fmla="*/ 1086964 w 2163104"/>
              <a:gd name="csY502" fmla="*/ 1374910 h 1374909"/>
              <a:gd name="csX503" fmla="*/ 1089127 w 2163104"/>
              <a:gd name="csY503" fmla="*/ 1374910 h 1374909"/>
              <a:gd name="csX504" fmla="*/ 1091290 w 2163104"/>
              <a:gd name="csY504" fmla="*/ 1374910 h 1374909"/>
              <a:gd name="csX505" fmla="*/ 1093464 w 2163104"/>
              <a:gd name="csY505" fmla="*/ 1374910 h 1374909"/>
              <a:gd name="csX506" fmla="*/ 1095627 w 2163104"/>
              <a:gd name="csY506" fmla="*/ 1374910 h 1374909"/>
              <a:gd name="csX507" fmla="*/ 1097790 w 2163104"/>
              <a:gd name="csY507" fmla="*/ 1374910 h 1374909"/>
              <a:gd name="csX508" fmla="*/ 1099953 w 2163104"/>
              <a:gd name="csY508" fmla="*/ 1374910 h 1374909"/>
              <a:gd name="csX509" fmla="*/ 1102116 w 2163104"/>
              <a:gd name="csY509" fmla="*/ 1374910 h 1374909"/>
              <a:gd name="csX510" fmla="*/ 1104290 w 2163104"/>
              <a:gd name="csY510" fmla="*/ 1374910 h 1374909"/>
              <a:gd name="csX511" fmla="*/ 1106453 w 2163104"/>
              <a:gd name="csY511" fmla="*/ 1374910 h 1374909"/>
              <a:gd name="csX512" fmla="*/ 1108616 w 2163104"/>
              <a:gd name="csY512" fmla="*/ 1374910 h 1374909"/>
              <a:gd name="csX513" fmla="*/ 1110779 w 2163104"/>
              <a:gd name="csY513" fmla="*/ 1374910 h 1374909"/>
              <a:gd name="csX514" fmla="*/ 1112942 w 2163104"/>
              <a:gd name="csY514" fmla="*/ 1374910 h 1374909"/>
              <a:gd name="csX515" fmla="*/ 1115116 w 2163104"/>
              <a:gd name="csY515" fmla="*/ 1374910 h 1374909"/>
              <a:gd name="csX516" fmla="*/ 1117279 w 2163104"/>
              <a:gd name="csY516" fmla="*/ 1374910 h 1374909"/>
              <a:gd name="csX517" fmla="*/ 1119442 w 2163104"/>
              <a:gd name="csY517" fmla="*/ 1374910 h 1374909"/>
              <a:gd name="csX518" fmla="*/ 1121605 w 2163104"/>
              <a:gd name="csY518" fmla="*/ 1374910 h 1374909"/>
              <a:gd name="csX519" fmla="*/ 1123768 w 2163104"/>
              <a:gd name="csY519" fmla="*/ 1374910 h 1374909"/>
              <a:gd name="csX520" fmla="*/ 1125942 w 2163104"/>
              <a:gd name="csY520" fmla="*/ 1374910 h 1374909"/>
              <a:gd name="csX521" fmla="*/ 1128105 w 2163104"/>
              <a:gd name="csY521" fmla="*/ 1374910 h 1374909"/>
              <a:gd name="csX522" fmla="*/ 1130268 w 2163104"/>
              <a:gd name="csY522" fmla="*/ 1374910 h 1374909"/>
              <a:gd name="csX523" fmla="*/ 1132431 w 2163104"/>
              <a:gd name="csY523" fmla="*/ 1374910 h 1374909"/>
              <a:gd name="csX524" fmla="*/ 1134595 w 2163104"/>
              <a:gd name="csY524" fmla="*/ 1374910 h 1374909"/>
              <a:gd name="csX525" fmla="*/ 1136768 w 2163104"/>
              <a:gd name="csY525" fmla="*/ 1374910 h 1374909"/>
              <a:gd name="csX526" fmla="*/ 1138931 w 2163104"/>
              <a:gd name="csY526" fmla="*/ 1374910 h 1374909"/>
              <a:gd name="csX527" fmla="*/ 1141094 w 2163104"/>
              <a:gd name="csY527" fmla="*/ 1374910 h 1374909"/>
              <a:gd name="csX528" fmla="*/ 1143258 w 2163104"/>
              <a:gd name="csY528" fmla="*/ 1374910 h 1374909"/>
              <a:gd name="csX529" fmla="*/ 1145421 w 2163104"/>
              <a:gd name="csY529" fmla="*/ 1374910 h 1374909"/>
              <a:gd name="csX530" fmla="*/ 1147594 w 2163104"/>
              <a:gd name="csY530" fmla="*/ 1374910 h 1374909"/>
              <a:gd name="csX531" fmla="*/ 1149757 w 2163104"/>
              <a:gd name="csY531" fmla="*/ 1374910 h 1374909"/>
              <a:gd name="csX532" fmla="*/ 1151920 w 2163104"/>
              <a:gd name="csY532" fmla="*/ 1374910 h 1374909"/>
              <a:gd name="csX533" fmla="*/ 1154084 w 2163104"/>
              <a:gd name="csY533" fmla="*/ 1374910 h 1374909"/>
              <a:gd name="csX534" fmla="*/ 1156247 w 2163104"/>
              <a:gd name="csY534" fmla="*/ 1374910 h 1374909"/>
              <a:gd name="csX535" fmla="*/ 1158420 w 2163104"/>
              <a:gd name="csY535" fmla="*/ 1374910 h 1374909"/>
              <a:gd name="csX536" fmla="*/ 1160583 w 2163104"/>
              <a:gd name="csY536" fmla="*/ 1374910 h 1374909"/>
              <a:gd name="csX537" fmla="*/ 1162747 w 2163104"/>
              <a:gd name="csY537" fmla="*/ 1374910 h 1374909"/>
              <a:gd name="csX538" fmla="*/ 1164910 w 2163104"/>
              <a:gd name="csY538" fmla="*/ 1374910 h 1374909"/>
              <a:gd name="csX539" fmla="*/ 1167083 w 2163104"/>
              <a:gd name="csY539" fmla="*/ 1374910 h 1374909"/>
              <a:gd name="csX540" fmla="*/ 1169246 w 2163104"/>
              <a:gd name="csY540" fmla="*/ 1374910 h 1374909"/>
              <a:gd name="csX541" fmla="*/ 1171409 w 2163104"/>
              <a:gd name="csY541" fmla="*/ 1374910 h 1374909"/>
              <a:gd name="csX542" fmla="*/ 1173573 w 2163104"/>
              <a:gd name="csY542" fmla="*/ 1374910 h 1374909"/>
              <a:gd name="csX543" fmla="*/ 1175736 w 2163104"/>
              <a:gd name="csY543" fmla="*/ 1374910 h 1374909"/>
              <a:gd name="csX544" fmla="*/ 1177909 w 2163104"/>
              <a:gd name="csY544" fmla="*/ 1374910 h 1374909"/>
              <a:gd name="csX545" fmla="*/ 1180072 w 2163104"/>
              <a:gd name="csY545" fmla="*/ 1374910 h 1374909"/>
              <a:gd name="csX546" fmla="*/ 1182236 w 2163104"/>
              <a:gd name="csY546" fmla="*/ 1374910 h 1374909"/>
              <a:gd name="csX547" fmla="*/ 1184399 w 2163104"/>
              <a:gd name="csY547" fmla="*/ 1374910 h 1374909"/>
              <a:gd name="csX548" fmla="*/ 1186562 w 2163104"/>
              <a:gd name="csY548" fmla="*/ 1374910 h 1374909"/>
              <a:gd name="csX549" fmla="*/ 1188735 w 2163104"/>
              <a:gd name="csY549" fmla="*/ 1374910 h 1374909"/>
              <a:gd name="csX550" fmla="*/ 1190899 w 2163104"/>
              <a:gd name="csY550" fmla="*/ 1374910 h 1374909"/>
              <a:gd name="csX551" fmla="*/ 1193062 w 2163104"/>
              <a:gd name="csY551" fmla="*/ 1374910 h 1374909"/>
              <a:gd name="csX552" fmla="*/ 1195225 w 2163104"/>
              <a:gd name="csY552" fmla="*/ 1374910 h 1374909"/>
              <a:gd name="csX553" fmla="*/ 1197388 w 2163104"/>
              <a:gd name="csY553" fmla="*/ 1374910 h 1374909"/>
              <a:gd name="csX554" fmla="*/ 1199562 w 2163104"/>
              <a:gd name="csY554" fmla="*/ 1374910 h 1374909"/>
              <a:gd name="csX555" fmla="*/ 1201725 w 2163104"/>
              <a:gd name="csY555" fmla="*/ 1374910 h 1374909"/>
              <a:gd name="csX556" fmla="*/ 1203888 w 2163104"/>
              <a:gd name="csY556" fmla="*/ 1374910 h 1374909"/>
              <a:gd name="csX557" fmla="*/ 1206051 w 2163104"/>
              <a:gd name="csY557" fmla="*/ 1374910 h 1374909"/>
              <a:gd name="csX558" fmla="*/ 1208214 w 2163104"/>
              <a:gd name="csY558" fmla="*/ 1374910 h 1374909"/>
              <a:gd name="csX559" fmla="*/ 1210388 w 2163104"/>
              <a:gd name="csY559" fmla="*/ 1374910 h 1374909"/>
              <a:gd name="csX560" fmla="*/ 1212551 w 2163104"/>
              <a:gd name="csY560" fmla="*/ 1374910 h 1374909"/>
              <a:gd name="csX561" fmla="*/ 1214714 w 2163104"/>
              <a:gd name="csY561" fmla="*/ 1374899 h 1374909"/>
              <a:gd name="csX562" fmla="*/ 1216877 w 2163104"/>
              <a:gd name="csY562" fmla="*/ 1374899 h 1374909"/>
              <a:gd name="csX563" fmla="*/ 1219040 w 2163104"/>
              <a:gd name="csY563" fmla="*/ 1374899 h 1374909"/>
              <a:gd name="csX564" fmla="*/ 1221214 w 2163104"/>
              <a:gd name="csY564" fmla="*/ 1374899 h 1374909"/>
              <a:gd name="csX565" fmla="*/ 1223377 w 2163104"/>
              <a:gd name="csY565" fmla="*/ 1374889 h 1374909"/>
              <a:gd name="csX566" fmla="*/ 1225540 w 2163104"/>
              <a:gd name="csY566" fmla="*/ 1374889 h 1374909"/>
              <a:gd name="csX567" fmla="*/ 1227703 w 2163104"/>
              <a:gd name="csY567" fmla="*/ 1374879 h 1374909"/>
              <a:gd name="csX568" fmla="*/ 1229866 w 2163104"/>
              <a:gd name="csY568" fmla="*/ 1374879 h 1374909"/>
              <a:gd name="csX569" fmla="*/ 1232040 w 2163104"/>
              <a:gd name="csY569" fmla="*/ 1374868 h 1374909"/>
              <a:gd name="csX570" fmla="*/ 1234203 w 2163104"/>
              <a:gd name="csY570" fmla="*/ 1374848 h 1374909"/>
              <a:gd name="csX571" fmla="*/ 1236366 w 2163104"/>
              <a:gd name="csY571" fmla="*/ 1374827 h 1374909"/>
              <a:gd name="csX572" fmla="*/ 1238529 w 2163104"/>
              <a:gd name="csY572" fmla="*/ 1374806 h 1374909"/>
              <a:gd name="csX573" fmla="*/ 1240692 w 2163104"/>
              <a:gd name="csY573" fmla="*/ 1374786 h 1374909"/>
              <a:gd name="csX574" fmla="*/ 1242866 w 2163104"/>
              <a:gd name="csY574" fmla="*/ 1374744 h 1374909"/>
              <a:gd name="csX575" fmla="*/ 1245029 w 2163104"/>
              <a:gd name="csY575" fmla="*/ 1374703 h 1374909"/>
              <a:gd name="csX576" fmla="*/ 1247192 w 2163104"/>
              <a:gd name="csY576" fmla="*/ 1374641 h 1374909"/>
              <a:gd name="csX577" fmla="*/ 1249355 w 2163104"/>
              <a:gd name="csY577" fmla="*/ 1374578 h 1374909"/>
              <a:gd name="csX578" fmla="*/ 1251518 w 2163104"/>
              <a:gd name="csY578" fmla="*/ 1374485 h 1374909"/>
              <a:gd name="csX579" fmla="*/ 1253692 w 2163104"/>
              <a:gd name="csY579" fmla="*/ 1374382 h 1374909"/>
              <a:gd name="csX580" fmla="*/ 1255855 w 2163104"/>
              <a:gd name="csY580" fmla="*/ 1374237 h 1374909"/>
              <a:gd name="csX581" fmla="*/ 1258018 w 2163104"/>
              <a:gd name="csY581" fmla="*/ 1374071 h 1374909"/>
              <a:gd name="csX582" fmla="*/ 1260181 w 2163104"/>
              <a:gd name="csY582" fmla="*/ 1373875 h 1374909"/>
              <a:gd name="csX583" fmla="*/ 1262355 w 2163104"/>
              <a:gd name="csY583" fmla="*/ 1373616 h 1374909"/>
              <a:gd name="csX584" fmla="*/ 1264518 w 2163104"/>
              <a:gd name="csY584" fmla="*/ 1373316 h 1374909"/>
              <a:gd name="csX585" fmla="*/ 1266681 w 2163104"/>
              <a:gd name="csY585" fmla="*/ 1372943 h 1374909"/>
              <a:gd name="csX586" fmla="*/ 1268844 w 2163104"/>
              <a:gd name="csY586" fmla="*/ 1372498 h 1374909"/>
              <a:gd name="csX587" fmla="*/ 1271007 w 2163104"/>
              <a:gd name="csY587" fmla="*/ 1371950 h 1374909"/>
              <a:gd name="csX588" fmla="*/ 1273181 w 2163104"/>
              <a:gd name="csY588" fmla="*/ 1371298 h 1374909"/>
              <a:gd name="csX589" fmla="*/ 1275344 w 2163104"/>
              <a:gd name="csY589" fmla="*/ 1370511 h 1374909"/>
              <a:gd name="csX590" fmla="*/ 1277507 w 2163104"/>
              <a:gd name="csY590" fmla="*/ 1369579 h 1374909"/>
              <a:gd name="csX591" fmla="*/ 1279670 w 2163104"/>
              <a:gd name="csY591" fmla="*/ 1368462 h 1374909"/>
              <a:gd name="csX592" fmla="*/ 1281834 w 2163104"/>
              <a:gd name="csY592" fmla="*/ 1367147 h 1374909"/>
              <a:gd name="csX593" fmla="*/ 1284007 w 2163104"/>
              <a:gd name="csY593" fmla="*/ 1365584 h 1374909"/>
              <a:gd name="csX594" fmla="*/ 1286170 w 2163104"/>
              <a:gd name="csY594" fmla="*/ 1363742 h 1374909"/>
              <a:gd name="csX595" fmla="*/ 1288333 w 2163104"/>
              <a:gd name="csY595" fmla="*/ 1361589 h 1374909"/>
              <a:gd name="csX596" fmla="*/ 1290497 w 2163104"/>
              <a:gd name="csY596" fmla="*/ 1359074 h 1374909"/>
              <a:gd name="csX597" fmla="*/ 1292660 w 2163104"/>
              <a:gd name="csY597" fmla="*/ 1356145 h 1374909"/>
              <a:gd name="csX598" fmla="*/ 1294833 w 2163104"/>
              <a:gd name="csY598" fmla="*/ 1352740 h 1374909"/>
              <a:gd name="csX599" fmla="*/ 1296996 w 2163104"/>
              <a:gd name="csY599" fmla="*/ 1348807 h 1374909"/>
              <a:gd name="csX600" fmla="*/ 1299160 w 2163104"/>
              <a:gd name="csY600" fmla="*/ 1344284 h 1374909"/>
              <a:gd name="csX601" fmla="*/ 1301323 w 2163104"/>
              <a:gd name="csY601" fmla="*/ 1339088 h 1374909"/>
              <a:gd name="csX602" fmla="*/ 1303486 w 2163104"/>
              <a:gd name="csY602" fmla="*/ 1333148 h 1374909"/>
              <a:gd name="csX603" fmla="*/ 1305659 w 2163104"/>
              <a:gd name="csY603" fmla="*/ 1326379 h 1374909"/>
              <a:gd name="csX604" fmla="*/ 1307822 w 2163104"/>
              <a:gd name="csY604" fmla="*/ 1318709 h 1374909"/>
              <a:gd name="csX605" fmla="*/ 1309986 w 2163104"/>
              <a:gd name="csY605" fmla="*/ 1310036 h 1374909"/>
              <a:gd name="csX606" fmla="*/ 1312149 w 2163104"/>
              <a:gd name="csY606" fmla="*/ 1300266 h 1374909"/>
              <a:gd name="csX607" fmla="*/ 1314312 w 2163104"/>
              <a:gd name="csY607" fmla="*/ 1289315 h 1374909"/>
              <a:gd name="csX608" fmla="*/ 1316485 w 2163104"/>
              <a:gd name="csY608" fmla="*/ 1277071 h 1374909"/>
              <a:gd name="csX609" fmla="*/ 1318649 w 2163104"/>
              <a:gd name="csY609" fmla="*/ 1263451 h 1374909"/>
              <a:gd name="csX610" fmla="*/ 1320812 w 2163104"/>
              <a:gd name="csY610" fmla="*/ 1248350 h 1374909"/>
              <a:gd name="csX611" fmla="*/ 1322975 w 2163104"/>
              <a:gd name="csY611" fmla="*/ 1231687 h 1374909"/>
              <a:gd name="csX612" fmla="*/ 1325138 w 2163104"/>
              <a:gd name="csY612" fmla="*/ 1213346 h 1374909"/>
              <a:gd name="csX613" fmla="*/ 1327311 w 2163104"/>
              <a:gd name="csY613" fmla="*/ 1193267 h 1374909"/>
              <a:gd name="csX614" fmla="*/ 1329475 w 2163104"/>
              <a:gd name="csY614" fmla="*/ 1171367 h 1374909"/>
              <a:gd name="csX615" fmla="*/ 1331638 w 2163104"/>
              <a:gd name="csY615" fmla="*/ 1147572 h 1374909"/>
              <a:gd name="csX616" fmla="*/ 1333801 w 2163104"/>
              <a:gd name="csY616" fmla="*/ 1121832 h 1374909"/>
              <a:gd name="csX617" fmla="*/ 1335964 w 2163104"/>
              <a:gd name="csY617" fmla="*/ 1094094 h 1374909"/>
              <a:gd name="csX618" fmla="*/ 1338137 w 2163104"/>
              <a:gd name="csY618" fmla="*/ 1064358 h 1374909"/>
              <a:gd name="csX619" fmla="*/ 1340301 w 2163104"/>
              <a:gd name="csY619" fmla="*/ 1032594 h 1374909"/>
              <a:gd name="csX620" fmla="*/ 1342464 w 2163104"/>
              <a:gd name="csY620" fmla="*/ 998822 h 1374909"/>
              <a:gd name="csX621" fmla="*/ 1344627 w 2163104"/>
              <a:gd name="csY621" fmla="*/ 963080 h 1374909"/>
              <a:gd name="csX622" fmla="*/ 1346790 w 2163104"/>
              <a:gd name="csY622" fmla="*/ 925425 h 1374909"/>
              <a:gd name="csX623" fmla="*/ 1348964 w 2163104"/>
              <a:gd name="csY623" fmla="*/ 885941 h 1374909"/>
              <a:gd name="csX624" fmla="*/ 1351127 w 2163104"/>
              <a:gd name="csY624" fmla="*/ 844737 h 1374909"/>
              <a:gd name="csX625" fmla="*/ 1353290 w 2163104"/>
              <a:gd name="csY625" fmla="*/ 801955 h 1374909"/>
              <a:gd name="csX626" fmla="*/ 1355453 w 2163104"/>
              <a:gd name="csY626" fmla="*/ 757756 h 1374909"/>
              <a:gd name="csX627" fmla="*/ 1357627 w 2163104"/>
              <a:gd name="csY627" fmla="*/ 712336 h 1374909"/>
              <a:gd name="csX628" fmla="*/ 1359790 w 2163104"/>
              <a:gd name="csY628" fmla="*/ 665913 h 1374909"/>
              <a:gd name="csX629" fmla="*/ 1361953 w 2163104"/>
              <a:gd name="csY629" fmla="*/ 618734 h 1374909"/>
              <a:gd name="csX630" fmla="*/ 1364116 w 2163104"/>
              <a:gd name="csY630" fmla="*/ 571069 h 1374909"/>
              <a:gd name="csX631" fmla="*/ 1366279 w 2163104"/>
              <a:gd name="csY631" fmla="*/ 523211 h 1374909"/>
              <a:gd name="csX632" fmla="*/ 1368453 w 2163104"/>
              <a:gd name="csY632" fmla="*/ 475472 h 1374909"/>
              <a:gd name="csX633" fmla="*/ 1370616 w 2163104"/>
              <a:gd name="csY633" fmla="*/ 428183 h 1374909"/>
              <a:gd name="csX634" fmla="*/ 1372779 w 2163104"/>
              <a:gd name="csY634" fmla="*/ 381686 h 1374909"/>
              <a:gd name="csX635" fmla="*/ 1374942 w 2163104"/>
              <a:gd name="csY635" fmla="*/ 336334 h 1374909"/>
              <a:gd name="csX636" fmla="*/ 1377105 w 2163104"/>
              <a:gd name="csY636" fmla="*/ 292486 h 1374909"/>
              <a:gd name="csX637" fmla="*/ 1379279 w 2163104"/>
              <a:gd name="csY637" fmla="*/ 250497 h 1374909"/>
              <a:gd name="csX638" fmla="*/ 1381442 w 2163104"/>
              <a:gd name="csY638" fmla="*/ 210722 h 1374909"/>
              <a:gd name="csX639" fmla="*/ 1383605 w 2163104"/>
              <a:gd name="csY639" fmla="*/ 173506 h 1374909"/>
              <a:gd name="csX640" fmla="*/ 1385768 w 2163104"/>
              <a:gd name="csY640" fmla="*/ 139179 h 1374909"/>
              <a:gd name="csX641" fmla="*/ 1387931 w 2163104"/>
              <a:gd name="csY641" fmla="*/ 108055 h 1374909"/>
              <a:gd name="csX642" fmla="*/ 1390105 w 2163104"/>
              <a:gd name="csY642" fmla="*/ 80419 h 1374909"/>
              <a:gd name="csX643" fmla="*/ 1392268 w 2163104"/>
              <a:gd name="csY643" fmla="*/ 56533 h 1374909"/>
              <a:gd name="csX644" fmla="*/ 1394431 w 2163104"/>
              <a:gd name="csY644" fmla="*/ 36623 h 1374909"/>
              <a:gd name="csX645" fmla="*/ 1396594 w 2163104"/>
              <a:gd name="csY645" fmla="*/ 20883 h 1374909"/>
              <a:gd name="csX646" fmla="*/ 1398757 w 2163104"/>
              <a:gd name="csY646" fmla="*/ 9465 h 1374909"/>
              <a:gd name="csX647" fmla="*/ 1400931 w 2163104"/>
              <a:gd name="csY647" fmla="*/ 2481 h 1374909"/>
              <a:gd name="csX648" fmla="*/ 1403094 w 2163104"/>
              <a:gd name="csY648" fmla="*/ 0 h 1374909"/>
              <a:gd name="csX649" fmla="*/ 1405257 w 2163104"/>
              <a:gd name="csY649" fmla="*/ 2047 h 1374909"/>
              <a:gd name="csX650" fmla="*/ 1407420 w 2163104"/>
              <a:gd name="csY650" fmla="*/ 8600 h 1374909"/>
              <a:gd name="csX651" fmla="*/ 1409584 w 2163104"/>
              <a:gd name="csY651" fmla="*/ 19597 h 1374909"/>
              <a:gd name="csX652" fmla="*/ 1411757 w 2163104"/>
              <a:gd name="csY652" fmla="*/ 34928 h 1374909"/>
              <a:gd name="csX653" fmla="*/ 1413920 w 2163104"/>
              <a:gd name="csY653" fmla="*/ 54445 h 1374909"/>
              <a:gd name="csX654" fmla="*/ 1416083 w 2163104"/>
              <a:gd name="csY654" fmla="*/ 77959 h 1374909"/>
              <a:gd name="csX655" fmla="*/ 1418246 w 2163104"/>
              <a:gd name="csY655" fmla="*/ 105246 h 1374909"/>
              <a:gd name="csX656" fmla="*/ 1420410 w 2163104"/>
              <a:gd name="csY656" fmla="*/ 136047 h 1374909"/>
              <a:gd name="csX657" fmla="*/ 1422583 w 2163104"/>
              <a:gd name="csY657" fmla="*/ 170080 h 1374909"/>
              <a:gd name="csX658" fmla="*/ 1424746 w 2163104"/>
              <a:gd name="csY658" fmla="*/ 207033 h 1374909"/>
              <a:gd name="csX659" fmla="*/ 1426909 w 2163104"/>
              <a:gd name="csY659" fmla="*/ 246576 h 1374909"/>
              <a:gd name="csX660" fmla="*/ 1429073 w 2163104"/>
              <a:gd name="csY660" fmla="*/ 288368 h 1374909"/>
              <a:gd name="csX661" fmla="*/ 1431236 w 2163104"/>
              <a:gd name="csY661" fmla="*/ 332055 h 1374909"/>
              <a:gd name="csX662" fmla="*/ 1433409 w 2163104"/>
              <a:gd name="csY662" fmla="*/ 377277 h 1374909"/>
              <a:gd name="csX663" fmla="*/ 1435572 w 2163104"/>
              <a:gd name="csY663" fmla="*/ 423679 h 1374909"/>
              <a:gd name="csX664" fmla="*/ 1437736 w 2163104"/>
              <a:gd name="csY664" fmla="*/ 470907 h 1374909"/>
              <a:gd name="csX665" fmla="*/ 1439899 w 2163104"/>
              <a:gd name="csY665" fmla="*/ 518617 h 1374909"/>
              <a:gd name="csX666" fmla="*/ 1442062 w 2163104"/>
              <a:gd name="csY666" fmla="*/ 566478 h 1374909"/>
              <a:gd name="csX667" fmla="*/ 1444235 w 2163104"/>
              <a:gd name="csY667" fmla="*/ 614175 h 1374909"/>
              <a:gd name="csX668" fmla="*/ 1446399 w 2163104"/>
              <a:gd name="csY668" fmla="*/ 661412 h 1374909"/>
              <a:gd name="csX669" fmla="*/ 1448562 w 2163104"/>
              <a:gd name="csY669" fmla="*/ 707919 h 1374909"/>
              <a:gd name="csX670" fmla="*/ 1450725 w 2163104"/>
              <a:gd name="csY670" fmla="*/ 753445 h 1374909"/>
              <a:gd name="csX671" fmla="*/ 1452898 w 2163104"/>
              <a:gd name="csY671" fmla="*/ 797770 h 1374909"/>
              <a:gd name="csX672" fmla="*/ 1455061 w 2163104"/>
              <a:gd name="csY672" fmla="*/ 840697 h 1374909"/>
              <a:gd name="csX673" fmla="*/ 1457225 w 2163104"/>
              <a:gd name="csY673" fmla="*/ 882057 h 1374909"/>
              <a:gd name="csX674" fmla="*/ 1459388 w 2163104"/>
              <a:gd name="csY674" fmla="*/ 921711 h 1374909"/>
              <a:gd name="csX675" fmla="*/ 1461551 w 2163104"/>
              <a:gd name="csY675" fmla="*/ 959547 h 1374909"/>
              <a:gd name="csX676" fmla="*/ 1463724 w 2163104"/>
              <a:gd name="csY676" fmla="*/ 995479 h 1374909"/>
              <a:gd name="csX677" fmla="*/ 1465888 w 2163104"/>
              <a:gd name="csY677" fmla="*/ 1029437 h 1374909"/>
              <a:gd name="csX678" fmla="*/ 1468051 w 2163104"/>
              <a:gd name="csY678" fmla="*/ 1061398 h 1374909"/>
              <a:gd name="csX679" fmla="*/ 1470214 w 2163104"/>
              <a:gd name="csY679" fmla="*/ 1091330 h 1374909"/>
              <a:gd name="csX680" fmla="*/ 1472377 w 2163104"/>
              <a:gd name="csY680" fmla="*/ 1119255 h 1374909"/>
              <a:gd name="csX681" fmla="*/ 1474550 w 2163104"/>
              <a:gd name="csY681" fmla="*/ 1145181 h 1374909"/>
              <a:gd name="csX682" fmla="*/ 1476714 w 2163104"/>
              <a:gd name="csY682" fmla="*/ 1169162 h 1374909"/>
              <a:gd name="csX683" fmla="*/ 1478877 w 2163104"/>
              <a:gd name="csY683" fmla="*/ 1191249 h 1374909"/>
              <a:gd name="csX684" fmla="*/ 1481040 w 2163104"/>
              <a:gd name="csY684" fmla="*/ 1211504 h 1374909"/>
              <a:gd name="csX685" fmla="*/ 1483203 w 2163104"/>
              <a:gd name="csY685" fmla="*/ 1229999 h 1374909"/>
              <a:gd name="csX686" fmla="*/ 1485377 w 2163104"/>
              <a:gd name="csY686" fmla="*/ 1246829 h 1374909"/>
              <a:gd name="csX687" fmla="*/ 1487540 w 2163104"/>
              <a:gd name="csY687" fmla="*/ 1262074 h 1374909"/>
              <a:gd name="csX688" fmla="*/ 1489703 w 2163104"/>
              <a:gd name="csY688" fmla="*/ 1275829 h 1374909"/>
              <a:gd name="csX689" fmla="*/ 1491866 w 2163104"/>
              <a:gd name="csY689" fmla="*/ 1288197 h 1374909"/>
              <a:gd name="csX690" fmla="*/ 1494029 w 2163104"/>
              <a:gd name="csY690" fmla="*/ 1299262 h 1374909"/>
              <a:gd name="csX691" fmla="*/ 1496203 w 2163104"/>
              <a:gd name="csY691" fmla="*/ 1309146 h 1374909"/>
              <a:gd name="csX692" fmla="*/ 1498366 w 2163104"/>
              <a:gd name="csY692" fmla="*/ 1317912 h 1374909"/>
              <a:gd name="csX693" fmla="*/ 1500529 w 2163104"/>
              <a:gd name="csY693" fmla="*/ 1325685 h 1374909"/>
              <a:gd name="csX694" fmla="*/ 1502692 w 2163104"/>
              <a:gd name="csY694" fmla="*/ 1332526 h 1374909"/>
              <a:gd name="csX695" fmla="*/ 1504855 w 2163104"/>
              <a:gd name="csY695" fmla="*/ 1338550 h 1374909"/>
              <a:gd name="csX696" fmla="*/ 1507029 w 2163104"/>
              <a:gd name="csY696" fmla="*/ 1343808 h 1374909"/>
              <a:gd name="csX697" fmla="*/ 1509192 w 2163104"/>
              <a:gd name="csY697" fmla="*/ 1348403 h 1374909"/>
              <a:gd name="csX698" fmla="*/ 1511355 w 2163104"/>
              <a:gd name="csY698" fmla="*/ 1352388 h 1374909"/>
              <a:gd name="csX699" fmla="*/ 1513518 w 2163104"/>
              <a:gd name="csY699" fmla="*/ 1355835 h 1374909"/>
              <a:gd name="csX700" fmla="*/ 1515681 w 2163104"/>
              <a:gd name="csY700" fmla="*/ 1358815 h 1374909"/>
              <a:gd name="csX701" fmla="*/ 1517855 w 2163104"/>
              <a:gd name="csY701" fmla="*/ 1361372 h 1374909"/>
              <a:gd name="csX702" fmla="*/ 1520018 w 2163104"/>
              <a:gd name="csY702" fmla="*/ 1363556 h 1374909"/>
              <a:gd name="csX703" fmla="*/ 1522181 w 2163104"/>
              <a:gd name="csY703" fmla="*/ 1365419 h 1374909"/>
              <a:gd name="csX704" fmla="*/ 1524344 w 2163104"/>
              <a:gd name="csY704" fmla="*/ 1367002 h 1374909"/>
              <a:gd name="csX705" fmla="*/ 1526507 w 2163104"/>
              <a:gd name="csY705" fmla="*/ 1368348 h 1374909"/>
              <a:gd name="csX706" fmla="*/ 1528681 w 2163104"/>
              <a:gd name="csY706" fmla="*/ 1369476 h 1374909"/>
              <a:gd name="csX707" fmla="*/ 1530844 w 2163104"/>
              <a:gd name="csY707" fmla="*/ 1370428 h 1374909"/>
              <a:gd name="csX708" fmla="*/ 1533007 w 2163104"/>
              <a:gd name="csY708" fmla="*/ 1371225 h 1374909"/>
              <a:gd name="csX709" fmla="*/ 1535170 w 2163104"/>
              <a:gd name="csY709" fmla="*/ 1371887 h 1374909"/>
              <a:gd name="csX710" fmla="*/ 1537334 w 2163104"/>
              <a:gd name="csY710" fmla="*/ 1372446 h 1374909"/>
              <a:gd name="csX711" fmla="*/ 1539507 w 2163104"/>
              <a:gd name="csY711" fmla="*/ 1372902 h 1374909"/>
              <a:gd name="csX712" fmla="*/ 1541670 w 2163104"/>
              <a:gd name="csY712" fmla="*/ 1373285 h 1374909"/>
              <a:gd name="csX713" fmla="*/ 1543833 w 2163104"/>
              <a:gd name="csY713" fmla="*/ 1373595 h 1374909"/>
              <a:gd name="csX714" fmla="*/ 1545997 w 2163104"/>
              <a:gd name="csY714" fmla="*/ 1373854 h 1374909"/>
              <a:gd name="csX715" fmla="*/ 1548170 w 2163104"/>
              <a:gd name="csY715" fmla="*/ 1374061 h 1374909"/>
              <a:gd name="csX716" fmla="*/ 1550333 w 2163104"/>
              <a:gd name="csY716" fmla="*/ 1374227 h 1374909"/>
              <a:gd name="csX717" fmla="*/ 1552496 w 2163104"/>
              <a:gd name="csY717" fmla="*/ 1374361 h 1374909"/>
              <a:gd name="csX718" fmla="*/ 1554659 w 2163104"/>
              <a:gd name="csY718" fmla="*/ 1374475 h 1374909"/>
              <a:gd name="csX719" fmla="*/ 1556823 w 2163104"/>
              <a:gd name="csY719" fmla="*/ 1374568 h 1374909"/>
              <a:gd name="csX720" fmla="*/ 1558996 w 2163104"/>
              <a:gd name="csY720" fmla="*/ 1374641 h 1374909"/>
              <a:gd name="csX721" fmla="*/ 1561159 w 2163104"/>
              <a:gd name="csY721" fmla="*/ 1374692 h 1374909"/>
              <a:gd name="csX722" fmla="*/ 1563322 w 2163104"/>
              <a:gd name="csY722" fmla="*/ 1374744 h 1374909"/>
              <a:gd name="csX723" fmla="*/ 1565486 w 2163104"/>
              <a:gd name="csY723" fmla="*/ 1374775 h 1374909"/>
              <a:gd name="csX724" fmla="*/ 1567649 w 2163104"/>
              <a:gd name="csY724" fmla="*/ 1374806 h 1374909"/>
              <a:gd name="csX725" fmla="*/ 1569822 w 2163104"/>
              <a:gd name="csY725" fmla="*/ 1374827 h 1374909"/>
              <a:gd name="csX726" fmla="*/ 1571985 w 2163104"/>
              <a:gd name="csY726" fmla="*/ 1374848 h 1374909"/>
              <a:gd name="csX727" fmla="*/ 1574148 w 2163104"/>
              <a:gd name="csY727" fmla="*/ 1374858 h 1374909"/>
              <a:gd name="csX728" fmla="*/ 1576312 w 2163104"/>
              <a:gd name="csY728" fmla="*/ 1374868 h 1374909"/>
              <a:gd name="csX729" fmla="*/ 1578475 w 2163104"/>
              <a:gd name="csY729" fmla="*/ 1374879 h 1374909"/>
              <a:gd name="csX730" fmla="*/ 1580648 w 2163104"/>
              <a:gd name="csY730" fmla="*/ 1374889 h 1374909"/>
              <a:gd name="csX731" fmla="*/ 1582811 w 2163104"/>
              <a:gd name="csY731" fmla="*/ 1374889 h 1374909"/>
              <a:gd name="csX732" fmla="*/ 1584975 w 2163104"/>
              <a:gd name="csY732" fmla="*/ 1374899 h 1374909"/>
              <a:gd name="csX733" fmla="*/ 1587138 w 2163104"/>
              <a:gd name="csY733" fmla="*/ 1374899 h 1374909"/>
              <a:gd name="csX734" fmla="*/ 1589301 w 2163104"/>
              <a:gd name="csY734" fmla="*/ 1374899 h 1374909"/>
              <a:gd name="csX735" fmla="*/ 1591474 w 2163104"/>
              <a:gd name="csY735" fmla="*/ 1374899 h 1374909"/>
              <a:gd name="csX736" fmla="*/ 1593638 w 2163104"/>
              <a:gd name="csY736" fmla="*/ 1374910 h 1374909"/>
              <a:gd name="csX737" fmla="*/ 1595801 w 2163104"/>
              <a:gd name="csY737" fmla="*/ 1374910 h 1374909"/>
              <a:gd name="csX738" fmla="*/ 1597964 w 2163104"/>
              <a:gd name="csY738" fmla="*/ 1374910 h 1374909"/>
              <a:gd name="csX739" fmla="*/ 1600127 w 2163104"/>
              <a:gd name="csY739" fmla="*/ 1374910 h 1374909"/>
              <a:gd name="csX740" fmla="*/ 1602301 w 2163104"/>
              <a:gd name="csY740" fmla="*/ 1374910 h 1374909"/>
              <a:gd name="csX741" fmla="*/ 1604464 w 2163104"/>
              <a:gd name="csY741" fmla="*/ 1374910 h 1374909"/>
              <a:gd name="csX742" fmla="*/ 1606627 w 2163104"/>
              <a:gd name="csY742" fmla="*/ 1374910 h 1374909"/>
              <a:gd name="csX743" fmla="*/ 1608790 w 2163104"/>
              <a:gd name="csY743" fmla="*/ 1374910 h 1374909"/>
              <a:gd name="csX744" fmla="*/ 1610953 w 2163104"/>
              <a:gd name="csY744" fmla="*/ 1374910 h 1374909"/>
              <a:gd name="csX745" fmla="*/ 1613127 w 2163104"/>
              <a:gd name="csY745" fmla="*/ 1374910 h 1374909"/>
              <a:gd name="csX746" fmla="*/ 1615290 w 2163104"/>
              <a:gd name="csY746" fmla="*/ 1374910 h 1374909"/>
              <a:gd name="csX747" fmla="*/ 1617453 w 2163104"/>
              <a:gd name="csY747" fmla="*/ 1374910 h 1374909"/>
              <a:gd name="csX748" fmla="*/ 1619616 w 2163104"/>
              <a:gd name="csY748" fmla="*/ 1374910 h 1374909"/>
              <a:gd name="csX749" fmla="*/ 1621779 w 2163104"/>
              <a:gd name="csY749" fmla="*/ 1374910 h 1374909"/>
              <a:gd name="csX750" fmla="*/ 1623953 w 2163104"/>
              <a:gd name="csY750" fmla="*/ 1374910 h 1374909"/>
              <a:gd name="csX751" fmla="*/ 1626116 w 2163104"/>
              <a:gd name="csY751" fmla="*/ 1374910 h 1374909"/>
              <a:gd name="csX752" fmla="*/ 1628279 w 2163104"/>
              <a:gd name="csY752" fmla="*/ 1374910 h 1374909"/>
              <a:gd name="csX753" fmla="*/ 1630442 w 2163104"/>
              <a:gd name="csY753" fmla="*/ 1374910 h 1374909"/>
              <a:gd name="csX754" fmla="*/ 1632605 w 2163104"/>
              <a:gd name="csY754" fmla="*/ 1374910 h 1374909"/>
              <a:gd name="csX755" fmla="*/ 1634779 w 2163104"/>
              <a:gd name="csY755" fmla="*/ 1374910 h 1374909"/>
              <a:gd name="csX756" fmla="*/ 1636942 w 2163104"/>
              <a:gd name="csY756" fmla="*/ 1374910 h 1374909"/>
              <a:gd name="csX757" fmla="*/ 1639105 w 2163104"/>
              <a:gd name="csY757" fmla="*/ 1374910 h 1374909"/>
              <a:gd name="csX758" fmla="*/ 1641268 w 2163104"/>
              <a:gd name="csY758" fmla="*/ 1374910 h 1374909"/>
              <a:gd name="csX759" fmla="*/ 1643442 w 2163104"/>
              <a:gd name="csY759" fmla="*/ 1374910 h 1374909"/>
              <a:gd name="csX760" fmla="*/ 1645605 w 2163104"/>
              <a:gd name="csY760" fmla="*/ 1374910 h 1374909"/>
              <a:gd name="csX761" fmla="*/ 1647768 w 2163104"/>
              <a:gd name="csY761" fmla="*/ 1374910 h 1374909"/>
              <a:gd name="csX762" fmla="*/ 1649931 w 2163104"/>
              <a:gd name="csY762" fmla="*/ 1374910 h 1374909"/>
              <a:gd name="csX763" fmla="*/ 1652094 w 2163104"/>
              <a:gd name="csY763" fmla="*/ 1374910 h 1374909"/>
              <a:gd name="csX764" fmla="*/ 1654268 w 2163104"/>
              <a:gd name="csY764" fmla="*/ 1374910 h 1374909"/>
              <a:gd name="csX765" fmla="*/ 1656431 w 2163104"/>
              <a:gd name="csY765" fmla="*/ 1374910 h 1374909"/>
              <a:gd name="csX766" fmla="*/ 1658594 w 2163104"/>
              <a:gd name="csY766" fmla="*/ 1374910 h 1374909"/>
              <a:gd name="csX767" fmla="*/ 1660757 w 2163104"/>
              <a:gd name="csY767" fmla="*/ 1374910 h 1374909"/>
              <a:gd name="csX768" fmla="*/ 1662920 w 2163104"/>
              <a:gd name="csY768" fmla="*/ 1374910 h 1374909"/>
              <a:gd name="csX769" fmla="*/ 1665094 w 2163104"/>
              <a:gd name="csY769" fmla="*/ 1374910 h 1374909"/>
              <a:gd name="csX770" fmla="*/ 1667257 w 2163104"/>
              <a:gd name="csY770" fmla="*/ 1374910 h 1374909"/>
              <a:gd name="csX771" fmla="*/ 1669420 w 2163104"/>
              <a:gd name="csY771" fmla="*/ 1374910 h 1374909"/>
              <a:gd name="csX772" fmla="*/ 1671583 w 2163104"/>
              <a:gd name="csY772" fmla="*/ 1374910 h 1374909"/>
              <a:gd name="csX773" fmla="*/ 1673746 w 2163104"/>
              <a:gd name="csY773" fmla="*/ 1374910 h 1374909"/>
              <a:gd name="csX774" fmla="*/ 1675920 w 2163104"/>
              <a:gd name="csY774" fmla="*/ 1374910 h 1374909"/>
              <a:gd name="csX775" fmla="*/ 1678083 w 2163104"/>
              <a:gd name="csY775" fmla="*/ 1374910 h 1374909"/>
              <a:gd name="csX776" fmla="*/ 1680246 w 2163104"/>
              <a:gd name="csY776" fmla="*/ 1374910 h 1374909"/>
              <a:gd name="csX777" fmla="*/ 1682409 w 2163104"/>
              <a:gd name="csY777" fmla="*/ 1374910 h 1374909"/>
              <a:gd name="csX778" fmla="*/ 1684573 w 2163104"/>
              <a:gd name="csY778" fmla="*/ 1374910 h 1374909"/>
              <a:gd name="csX779" fmla="*/ 1686746 w 2163104"/>
              <a:gd name="csY779" fmla="*/ 1374910 h 1374909"/>
              <a:gd name="csX780" fmla="*/ 1688909 w 2163104"/>
              <a:gd name="csY780" fmla="*/ 1374910 h 1374909"/>
              <a:gd name="csX781" fmla="*/ 1691072 w 2163104"/>
              <a:gd name="csY781" fmla="*/ 1374910 h 1374909"/>
              <a:gd name="csX782" fmla="*/ 1693236 w 2163104"/>
              <a:gd name="csY782" fmla="*/ 1374910 h 1374909"/>
              <a:gd name="csX783" fmla="*/ 1695399 w 2163104"/>
              <a:gd name="csY783" fmla="*/ 1374910 h 1374909"/>
              <a:gd name="csX784" fmla="*/ 1697572 w 2163104"/>
              <a:gd name="csY784" fmla="*/ 1374910 h 1374909"/>
              <a:gd name="csX785" fmla="*/ 1699735 w 2163104"/>
              <a:gd name="csY785" fmla="*/ 1374910 h 1374909"/>
              <a:gd name="csX786" fmla="*/ 1701899 w 2163104"/>
              <a:gd name="csY786" fmla="*/ 1374910 h 1374909"/>
              <a:gd name="csX787" fmla="*/ 1704062 w 2163104"/>
              <a:gd name="csY787" fmla="*/ 1374910 h 1374909"/>
              <a:gd name="csX788" fmla="*/ 1706225 w 2163104"/>
              <a:gd name="csY788" fmla="*/ 1374910 h 1374909"/>
              <a:gd name="csX789" fmla="*/ 1708398 w 2163104"/>
              <a:gd name="csY789" fmla="*/ 1374910 h 1374909"/>
              <a:gd name="csX790" fmla="*/ 1710561 w 2163104"/>
              <a:gd name="csY790" fmla="*/ 1374910 h 1374909"/>
              <a:gd name="csX791" fmla="*/ 1712725 w 2163104"/>
              <a:gd name="csY791" fmla="*/ 1374910 h 1374909"/>
              <a:gd name="csX792" fmla="*/ 1714888 w 2163104"/>
              <a:gd name="csY792" fmla="*/ 1374910 h 1374909"/>
              <a:gd name="csX793" fmla="*/ 1717051 w 2163104"/>
              <a:gd name="csY793" fmla="*/ 1374910 h 1374909"/>
              <a:gd name="csX794" fmla="*/ 1719224 w 2163104"/>
              <a:gd name="csY794" fmla="*/ 1374910 h 1374909"/>
              <a:gd name="csX795" fmla="*/ 1721388 w 2163104"/>
              <a:gd name="csY795" fmla="*/ 1374910 h 1374909"/>
              <a:gd name="csX796" fmla="*/ 1723551 w 2163104"/>
              <a:gd name="csY796" fmla="*/ 1374910 h 1374909"/>
              <a:gd name="csX797" fmla="*/ 1725714 w 2163104"/>
              <a:gd name="csY797" fmla="*/ 1374910 h 1374909"/>
              <a:gd name="csX798" fmla="*/ 1727877 w 2163104"/>
              <a:gd name="csY798" fmla="*/ 1374910 h 1374909"/>
              <a:gd name="csX799" fmla="*/ 1730050 w 2163104"/>
              <a:gd name="csY799" fmla="*/ 1374910 h 1374909"/>
              <a:gd name="csX800" fmla="*/ 1732214 w 2163104"/>
              <a:gd name="csY800" fmla="*/ 1374910 h 1374909"/>
              <a:gd name="csX801" fmla="*/ 1734377 w 2163104"/>
              <a:gd name="csY801" fmla="*/ 1374910 h 1374909"/>
              <a:gd name="csX802" fmla="*/ 1736540 w 2163104"/>
              <a:gd name="csY802" fmla="*/ 1374910 h 1374909"/>
              <a:gd name="csX803" fmla="*/ 1738713 w 2163104"/>
              <a:gd name="csY803" fmla="*/ 1374910 h 1374909"/>
              <a:gd name="csX804" fmla="*/ 1740877 w 2163104"/>
              <a:gd name="csY804" fmla="*/ 1374910 h 1374909"/>
              <a:gd name="csX805" fmla="*/ 1743040 w 2163104"/>
              <a:gd name="csY805" fmla="*/ 1374910 h 1374909"/>
              <a:gd name="csX806" fmla="*/ 1745203 w 2163104"/>
              <a:gd name="csY806" fmla="*/ 1374910 h 1374909"/>
              <a:gd name="csX807" fmla="*/ 1747366 w 2163104"/>
              <a:gd name="csY807" fmla="*/ 1374910 h 1374909"/>
              <a:gd name="csX808" fmla="*/ 1749540 w 2163104"/>
              <a:gd name="csY808" fmla="*/ 1374910 h 1374909"/>
              <a:gd name="csX809" fmla="*/ 1751703 w 2163104"/>
              <a:gd name="csY809" fmla="*/ 1374910 h 1374909"/>
              <a:gd name="csX810" fmla="*/ 1753866 w 2163104"/>
              <a:gd name="csY810" fmla="*/ 1374910 h 1374909"/>
              <a:gd name="csX811" fmla="*/ 1756029 w 2163104"/>
              <a:gd name="csY811" fmla="*/ 1374910 h 1374909"/>
              <a:gd name="csX812" fmla="*/ 1758192 w 2163104"/>
              <a:gd name="csY812" fmla="*/ 1374910 h 1374909"/>
              <a:gd name="csX813" fmla="*/ 1760366 w 2163104"/>
              <a:gd name="csY813" fmla="*/ 1374910 h 1374909"/>
              <a:gd name="csX814" fmla="*/ 1762529 w 2163104"/>
              <a:gd name="csY814" fmla="*/ 1374910 h 1374909"/>
              <a:gd name="csX815" fmla="*/ 1764692 w 2163104"/>
              <a:gd name="csY815" fmla="*/ 1374910 h 1374909"/>
              <a:gd name="csX816" fmla="*/ 1766855 w 2163104"/>
              <a:gd name="csY816" fmla="*/ 1374910 h 1374909"/>
              <a:gd name="csX817" fmla="*/ 1769018 w 2163104"/>
              <a:gd name="csY817" fmla="*/ 1374910 h 1374909"/>
              <a:gd name="csX818" fmla="*/ 1771192 w 2163104"/>
              <a:gd name="csY818" fmla="*/ 1374910 h 1374909"/>
              <a:gd name="csX819" fmla="*/ 1773355 w 2163104"/>
              <a:gd name="csY819" fmla="*/ 1374910 h 1374909"/>
              <a:gd name="csX820" fmla="*/ 1775518 w 2163104"/>
              <a:gd name="csY820" fmla="*/ 1374910 h 1374909"/>
              <a:gd name="csX821" fmla="*/ 1777681 w 2163104"/>
              <a:gd name="csY821" fmla="*/ 1374910 h 1374909"/>
              <a:gd name="csX822" fmla="*/ 1779844 w 2163104"/>
              <a:gd name="csY822" fmla="*/ 1374910 h 1374909"/>
              <a:gd name="csX823" fmla="*/ 1782018 w 2163104"/>
              <a:gd name="csY823" fmla="*/ 1374910 h 1374909"/>
              <a:gd name="csX824" fmla="*/ 1784181 w 2163104"/>
              <a:gd name="csY824" fmla="*/ 1374910 h 1374909"/>
              <a:gd name="csX825" fmla="*/ 1786344 w 2163104"/>
              <a:gd name="csY825" fmla="*/ 1374910 h 1374909"/>
              <a:gd name="csX826" fmla="*/ 1788507 w 2163104"/>
              <a:gd name="csY826" fmla="*/ 1374910 h 1374909"/>
              <a:gd name="csX827" fmla="*/ 1790670 w 2163104"/>
              <a:gd name="csY827" fmla="*/ 1374910 h 1374909"/>
              <a:gd name="csX828" fmla="*/ 1792844 w 2163104"/>
              <a:gd name="csY828" fmla="*/ 1374910 h 1374909"/>
              <a:gd name="csX829" fmla="*/ 1795007 w 2163104"/>
              <a:gd name="csY829" fmla="*/ 1374910 h 1374909"/>
              <a:gd name="csX830" fmla="*/ 1797170 w 2163104"/>
              <a:gd name="csY830" fmla="*/ 1374910 h 1374909"/>
              <a:gd name="csX831" fmla="*/ 1799333 w 2163104"/>
              <a:gd name="csY831" fmla="*/ 1374910 h 1374909"/>
              <a:gd name="csX832" fmla="*/ 1801497 w 2163104"/>
              <a:gd name="csY832" fmla="*/ 1374910 h 1374909"/>
              <a:gd name="csX833" fmla="*/ 1803670 w 2163104"/>
              <a:gd name="csY833" fmla="*/ 1374910 h 1374909"/>
              <a:gd name="csX834" fmla="*/ 1805833 w 2163104"/>
              <a:gd name="csY834" fmla="*/ 1374910 h 1374909"/>
              <a:gd name="csX835" fmla="*/ 1807996 w 2163104"/>
              <a:gd name="csY835" fmla="*/ 1374910 h 1374909"/>
              <a:gd name="csX836" fmla="*/ 1810159 w 2163104"/>
              <a:gd name="csY836" fmla="*/ 1374910 h 1374909"/>
              <a:gd name="csX837" fmla="*/ 1812323 w 2163104"/>
              <a:gd name="csY837" fmla="*/ 1374910 h 1374909"/>
              <a:gd name="csX838" fmla="*/ 1814496 w 2163104"/>
              <a:gd name="csY838" fmla="*/ 1374910 h 1374909"/>
              <a:gd name="csX839" fmla="*/ 1816659 w 2163104"/>
              <a:gd name="csY839" fmla="*/ 1374910 h 1374909"/>
              <a:gd name="csX840" fmla="*/ 1818822 w 2163104"/>
              <a:gd name="csY840" fmla="*/ 1374910 h 1374909"/>
              <a:gd name="csX841" fmla="*/ 1820986 w 2163104"/>
              <a:gd name="csY841" fmla="*/ 1374910 h 1374909"/>
              <a:gd name="csX842" fmla="*/ 1823149 w 2163104"/>
              <a:gd name="csY842" fmla="*/ 1374910 h 1374909"/>
              <a:gd name="csX843" fmla="*/ 1825322 w 2163104"/>
              <a:gd name="csY843" fmla="*/ 1374910 h 1374909"/>
              <a:gd name="csX844" fmla="*/ 1827485 w 2163104"/>
              <a:gd name="csY844" fmla="*/ 1374910 h 1374909"/>
              <a:gd name="csX845" fmla="*/ 1829648 w 2163104"/>
              <a:gd name="csY845" fmla="*/ 1374910 h 1374909"/>
              <a:gd name="csX846" fmla="*/ 1831812 w 2163104"/>
              <a:gd name="csY846" fmla="*/ 1374910 h 1374909"/>
              <a:gd name="csX847" fmla="*/ 1833985 w 2163104"/>
              <a:gd name="csY847" fmla="*/ 1374910 h 1374909"/>
              <a:gd name="csX848" fmla="*/ 1836148 w 2163104"/>
              <a:gd name="csY848" fmla="*/ 1374910 h 1374909"/>
              <a:gd name="csX849" fmla="*/ 1838311 w 2163104"/>
              <a:gd name="csY849" fmla="*/ 1374910 h 1374909"/>
              <a:gd name="csX850" fmla="*/ 1840475 w 2163104"/>
              <a:gd name="csY850" fmla="*/ 1374910 h 1374909"/>
              <a:gd name="csX851" fmla="*/ 1842638 w 2163104"/>
              <a:gd name="csY851" fmla="*/ 1374910 h 1374909"/>
              <a:gd name="csX852" fmla="*/ 1844811 w 2163104"/>
              <a:gd name="csY852" fmla="*/ 1374910 h 1374909"/>
              <a:gd name="csX853" fmla="*/ 1846974 w 2163104"/>
              <a:gd name="csY853" fmla="*/ 1374910 h 1374909"/>
              <a:gd name="csX854" fmla="*/ 1849137 w 2163104"/>
              <a:gd name="csY854" fmla="*/ 1374910 h 1374909"/>
              <a:gd name="csX855" fmla="*/ 1851301 w 2163104"/>
              <a:gd name="csY855" fmla="*/ 1374910 h 1374909"/>
              <a:gd name="csX856" fmla="*/ 1853464 w 2163104"/>
              <a:gd name="csY856" fmla="*/ 1374910 h 1374909"/>
              <a:gd name="csX857" fmla="*/ 1855637 w 2163104"/>
              <a:gd name="csY857" fmla="*/ 1374910 h 1374909"/>
              <a:gd name="csX858" fmla="*/ 1857801 w 2163104"/>
              <a:gd name="csY858" fmla="*/ 1374910 h 1374909"/>
              <a:gd name="csX859" fmla="*/ 1859964 w 2163104"/>
              <a:gd name="csY859" fmla="*/ 1374910 h 1374909"/>
              <a:gd name="csX860" fmla="*/ 1862127 w 2163104"/>
              <a:gd name="csY860" fmla="*/ 1374910 h 1374909"/>
              <a:gd name="csX861" fmla="*/ 1864290 w 2163104"/>
              <a:gd name="csY861" fmla="*/ 1374910 h 1374909"/>
              <a:gd name="csX862" fmla="*/ 1866463 w 2163104"/>
              <a:gd name="csY862" fmla="*/ 1374910 h 1374909"/>
              <a:gd name="csX863" fmla="*/ 1868627 w 2163104"/>
              <a:gd name="csY863" fmla="*/ 1374910 h 1374909"/>
              <a:gd name="csX864" fmla="*/ 1870790 w 2163104"/>
              <a:gd name="csY864" fmla="*/ 1374910 h 1374909"/>
              <a:gd name="csX865" fmla="*/ 1872953 w 2163104"/>
              <a:gd name="csY865" fmla="*/ 1374910 h 1374909"/>
              <a:gd name="csX866" fmla="*/ 1875116 w 2163104"/>
              <a:gd name="csY866" fmla="*/ 1374910 h 1374909"/>
              <a:gd name="csX867" fmla="*/ 1877290 w 2163104"/>
              <a:gd name="csY867" fmla="*/ 1374910 h 1374909"/>
              <a:gd name="csX868" fmla="*/ 1879453 w 2163104"/>
              <a:gd name="csY868" fmla="*/ 1374910 h 1374909"/>
              <a:gd name="csX869" fmla="*/ 1881616 w 2163104"/>
              <a:gd name="csY869" fmla="*/ 1374910 h 1374909"/>
              <a:gd name="csX870" fmla="*/ 1883779 w 2163104"/>
              <a:gd name="csY870" fmla="*/ 1374910 h 1374909"/>
              <a:gd name="csX871" fmla="*/ 1885942 w 2163104"/>
              <a:gd name="csY871" fmla="*/ 1374910 h 1374909"/>
              <a:gd name="csX872" fmla="*/ 1888116 w 2163104"/>
              <a:gd name="csY872" fmla="*/ 1374910 h 1374909"/>
              <a:gd name="csX873" fmla="*/ 1890279 w 2163104"/>
              <a:gd name="csY873" fmla="*/ 1374910 h 1374909"/>
              <a:gd name="csX874" fmla="*/ 1892442 w 2163104"/>
              <a:gd name="csY874" fmla="*/ 1374910 h 1374909"/>
              <a:gd name="csX875" fmla="*/ 1894605 w 2163104"/>
              <a:gd name="csY875" fmla="*/ 1374910 h 1374909"/>
              <a:gd name="csX876" fmla="*/ 1896768 w 2163104"/>
              <a:gd name="csY876" fmla="*/ 1374910 h 1374909"/>
              <a:gd name="csX877" fmla="*/ 1898942 w 2163104"/>
              <a:gd name="csY877" fmla="*/ 1374910 h 1374909"/>
              <a:gd name="csX878" fmla="*/ 1901105 w 2163104"/>
              <a:gd name="csY878" fmla="*/ 1374910 h 1374909"/>
              <a:gd name="csX879" fmla="*/ 1903268 w 2163104"/>
              <a:gd name="csY879" fmla="*/ 1374910 h 1374909"/>
              <a:gd name="csX880" fmla="*/ 1905431 w 2163104"/>
              <a:gd name="csY880" fmla="*/ 1374910 h 1374909"/>
              <a:gd name="csX881" fmla="*/ 1907594 w 2163104"/>
              <a:gd name="csY881" fmla="*/ 1374910 h 1374909"/>
              <a:gd name="csX882" fmla="*/ 1909768 w 2163104"/>
              <a:gd name="csY882" fmla="*/ 1374910 h 1374909"/>
              <a:gd name="csX883" fmla="*/ 1911931 w 2163104"/>
              <a:gd name="csY883" fmla="*/ 1374910 h 1374909"/>
              <a:gd name="csX884" fmla="*/ 1914094 w 2163104"/>
              <a:gd name="csY884" fmla="*/ 1374910 h 1374909"/>
              <a:gd name="csX885" fmla="*/ 1916257 w 2163104"/>
              <a:gd name="csY885" fmla="*/ 1374910 h 1374909"/>
              <a:gd name="csX886" fmla="*/ 1918421 w 2163104"/>
              <a:gd name="csY886" fmla="*/ 1374910 h 1374909"/>
              <a:gd name="csX887" fmla="*/ 1920594 w 2163104"/>
              <a:gd name="csY887" fmla="*/ 1374910 h 1374909"/>
              <a:gd name="csX888" fmla="*/ 1922757 w 2163104"/>
              <a:gd name="csY888" fmla="*/ 1374910 h 1374909"/>
              <a:gd name="csX889" fmla="*/ 1924920 w 2163104"/>
              <a:gd name="csY889" fmla="*/ 1374910 h 1374909"/>
              <a:gd name="csX890" fmla="*/ 1927083 w 2163104"/>
              <a:gd name="csY890" fmla="*/ 1374910 h 1374909"/>
              <a:gd name="csX891" fmla="*/ 1929257 w 2163104"/>
              <a:gd name="csY891" fmla="*/ 1374910 h 1374909"/>
              <a:gd name="csX892" fmla="*/ 1931420 w 2163104"/>
              <a:gd name="csY892" fmla="*/ 1374910 h 1374909"/>
              <a:gd name="csX893" fmla="*/ 1933583 w 2163104"/>
              <a:gd name="csY893" fmla="*/ 1374910 h 1374909"/>
              <a:gd name="csX894" fmla="*/ 1935746 w 2163104"/>
              <a:gd name="csY894" fmla="*/ 1374910 h 1374909"/>
              <a:gd name="csX895" fmla="*/ 1937909 w 2163104"/>
              <a:gd name="csY895" fmla="*/ 1374910 h 1374909"/>
              <a:gd name="csX896" fmla="*/ 1940083 w 2163104"/>
              <a:gd name="csY896" fmla="*/ 1374910 h 1374909"/>
              <a:gd name="csX897" fmla="*/ 1942246 w 2163104"/>
              <a:gd name="csY897" fmla="*/ 1374910 h 1374909"/>
              <a:gd name="csX898" fmla="*/ 1944409 w 2163104"/>
              <a:gd name="csY898" fmla="*/ 1374910 h 1374909"/>
              <a:gd name="csX899" fmla="*/ 1946572 w 2163104"/>
              <a:gd name="csY899" fmla="*/ 1374910 h 1374909"/>
              <a:gd name="csX900" fmla="*/ 1948735 w 2163104"/>
              <a:gd name="csY900" fmla="*/ 1374910 h 1374909"/>
              <a:gd name="csX901" fmla="*/ 1950909 w 2163104"/>
              <a:gd name="csY901" fmla="*/ 1374910 h 1374909"/>
              <a:gd name="csX902" fmla="*/ 1953072 w 2163104"/>
              <a:gd name="csY902" fmla="*/ 1374910 h 1374909"/>
              <a:gd name="csX903" fmla="*/ 1955235 w 2163104"/>
              <a:gd name="csY903" fmla="*/ 1374910 h 1374909"/>
              <a:gd name="csX904" fmla="*/ 1957399 w 2163104"/>
              <a:gd name="csY904" fmla="*/ 1374910 h 1374909"/>
              <a:gd name="csX905" fmla="*/ 1959562 w 2163104"/>
              <a:gd name="csY905" fmla="*/ 1374910 h 1374909"/>
              <a:gd name="csX906" fmla="*/ 1961735 w 2163104"/>
              <a:gd name="csY906" fmla="*/ 1374910 h 1374909"/>
              <a:gd name="csX907" fmla="*/ 1963898 w 2163104"/>
              <a:gd name="csY907" fmla="*/ 1374910 h 1374909"/>
              <a:gd name="csX908" fmla="*/ 1966061 w 2163104"/>
              <a:gd name="csY908" fmla="*/ 1374910 h 1374909"/>
              <a:gd name="csX909" fmla="*/ 1968225 w 2163104"/>
              <a:gd name="csY909" fmla="*/ 1374910 h 1374909"/>
              <a:gd name="csX910" fmla="*/ 1970388 w 2163104"/>
              <a:gd name="csY910" fmla="*/ 1374910 h 1374909"/>
              <a:gd name="csX911" fmla="*/ 1972561 w 2163104"/>
              <a:gd name="csY911" fmla="*/ 1374910 h 1374909"/>
              <a:gd name="csX912" fmla="*/ 1974724 w 2163104"/>
              <a:gd name="csY912" fmla="*/ 1374910 h 1374909"/>
              <a:gd name="csX913" fmla="*/ 1976888 w 2163104"/>
              <a:gd name="csY913" fmla="*/ 1374910 h 1374909"/>
              <a:gd name="csX914" fmla="*/ 1979051 w 2163104"/>
              <a:gd name="csY914" fmla="*/ 1374910 h 1374909"/>
              <a:gd name="csX915" fmla="*/ 1981214 w 2163104"/>
              <a:gd name="csY915" fmla="*/ 1374910 h 1374909"/>
              <a:gd name="csX916" fmla="*/ 1983387 w 2163104"/>
              <a:gd name="csY916" fmla="*/ 1374910 h 1374909"/>
              <a:gd name="csX917" fmla="*/ 1985550 w 2163104"/>
              <a:gd name="csY917" fmla="*/ 1374910 h 1374909"/>
              <a:gd name="csX918" fmla="*/ 1987714 w 2163104"/>
              <a:gd name="csY918" fmla="*/ 1374910 h 1374909"/>
              <a:gd name="csX919" fmla="*/ 1989877 w 2163104"/>
              <a:gd name="csY919" fmla="*/ 1374910 h 1374909"/>
              <a:gd name="csX920" fmla="*/ 1992040 w 2163104"/>
              <a:gd name="csY920" fmla="*/ 1374910 h 1374909"/>
              <a:gd name="csX921" fmla="*/ 1994214 w 2163104"/>
              <a:gd name="csY921" fmla="*/ 1374910 h 1374909"/>
              <a:gd name="csX922" fmla="*/ 1996377 w 2163104"/>
              <a:gd name="csY922" fmla="*/ 1374910 h 1374909"/>
              <a:gd name="csX923" fmla="*/ 1998540 w 2163104"/>
              <a:gd name="csY923" fmla="*/ 1374910 h 1374909"/>
              <a:gd name="csX924" fmla="*/ 2000703 w 2163104"/>
              <a:gd name="csY924" fmla="*/ 1374910 h 1374909"/>
              <a:gd name="csX925" fmla="*/ 2002866 w 2163104"/>
              <a:gd name="csY925" fmla="*/ 1374910 h 1374909"/>
              <a:gd name="csX926" fmla="*/ 2005040 w 2163104"/>
              <a:gd name="csY926" fmla="*/ 1374910 h 1374909"/>
              <a:gd name="csX927" fmla="*/ 2007203 w 2163104"/>
              <a:gd name="csY927" fmla="*/ 1374910 h 1374909"/>
              <a:gd name="csX928" fmla="*/ 2009366 w 2163104"/>
              <a:gd name="csY928" fmla="*/ 1374910 h 1374909"/>
              <a:gd name="csX929" fmla="*/ 2011529 w 2163104"/>
              <a:gd name="csY929" fmla="*/ 1374910 h 1374909"/>
              <a:gd name="csX930" fmla="*/ 2013692 w 2163104"/>
              <a:gd name="csY930" fmla="*/ 1374910 h 1374909"/>
              <a:gd name="csX931" fmla="*/ 2015866 w 2163104"/>
              <a:gd name="csY931" fmla="*/ 1374910 h 1374909"/>
              <a:gd name="csX932" fmla="*/ 2018029 w 2163104"/>
              <a:gd name="csY932" fmla="*/ 1374910 h 1374909"/>
              <a:gd name="csX933" fmla="*/ 2020192 w 2163104"/>
              <a:gd name="csY933" fmla="*/ 1374910 h 1374909"/>
              <a:gd name="csX934" fmla="*/ 2022355 w 2163104"/>
              <a:gd name="csY934" fmla="*/ 1374910 h 1374909"/>
              <a:gd name="csX935" fmla="*/ 2024529 w 2163104"/>
              <a:gd name="csY935" fmla="*/ 1374910 h 1374909"/>
              <a:gd name="csX936" fmla="*/ 2026692 w 2163104"/>
              <a:gd name="csY936" fmla="*/ 1374910 h 1374909"/>
              <a:gd name="csX937" fmla="*/ 2028855 w 2163104"/>
              <a:gd name="csY937" fmla="*/ 1374910 h 1374909"/>
              <a:gd name="csX938" fmla="*/ 2031018 w 2163104"/>
              <a:gd name="csY938" fmla="*/ 1374910 h 1374909"/>
              <a:gd name="csX939" fmla="*/ 2033181 w 2163104"/>
              <a:gd name="csY939" fmla="*/ 1374910 h 1374909"/>
              <a:gd name="csX940" fmla="*/ 2035355 w 2163104"/>
              <a:gd name="csY940" fmla="*/ 1374910 h 1374909"/>
              <a:gd name="csX941" fmla="*/ 2037518 w 2163104"/>
              <a:gd name="csY941" fmla="*/ 1374910 h 1374909"/>
              <a:gd name="csX942" fmla="*/ 2039681 w 2163104"/>
              <a:gd name="csY942" fmla="*/ 1374910 h 1374909"/>
              <a:gd name="csX943" fmla="*/ 2041844 w 2163104"/>
              <a:gd name="csY943" fmla="*/ 1374910 h 1374909"/>
              <a:gd name="csX944" fmla="*/ 2044007 w 2163104"/>
              <a:gd name="csY944" fmla="*/ 1374910 h 1374909"/>
              <a:gd name="csX945" fmla="*/ 2046181 w 2163104"/>
              <a:gd name="csY945" fmla="*/ 1374910 h 1374909"/>
              <a:gd name="csX946" fmla="*/ 2048344 w 2163104"/>
              <a:gd name="csY946" fmla="*/ 1374910 h 1374909"/>
              <a:gd name="csX947" fmla="*/ 2050507 w 2163104"/>
              <a:gd name="csY947" fmla="*/ 1374910 h 1374909"/>
              <a:gd name="csX948" fmla="*/ 2052670 w 2163104"/>
              <a:gd name="csY948" fmla="*/ 1374910 h 1374909"/>
              <a:gd name="csX949" fmla="*/ 2054833 w 2163104"/>
              <a:gd name="csY949" fmla="*/ 1374910 h 1374909"/>
              <a:gd name="csX950" fmla="*/ 2057007 w 2163104"/>
              <a:gd name="csY950" fmla="*/ 1374910 h 1374909"/>
              <a:gd name="csX951" fmla="*/ 2059170 w 2163104"/>
              <a:gd name="csY951" fmla="*/ 1374910 h 1374909"/>
              <a:gd name="csX952" fmla="*/ 2061333 w 2163104"/>
              <a:gd name="csY952" fmla="*/ 1374910 h 1374909"/>
              <a:gd name="csX953" fmla="*/ 2063496 w 2163104"/>
              <a:gd name="csY953" fmla="*/ 1374910 h 1374909"/>
              <a:gd name="csX954" fmla="*/ 2065660 w 2163104"/>
              <a:gd name="csY954" fmla="*/ 1374910 h 1374909"/>
              <a:gd name="csX955" fmla="*/ 2067833 w 2163104"/>
              <a:gd name="csY955" fmla="*/ 1374910 h 1374909"/>
              <a:gd name="csX956" fmla="*/ 2069996 w 2163104"/>
              <a:gd name="csY956" fmla="*/ 1374910 h 1374909"/>
              <a:gd name="csX957" fmla="*/ 2072159 w 2163104"/>
              <a:gd name="csY957" fmla="*/ 1374910 h 1374909"/>
              <a:gd name="csX958" fmla="*/ 2074322 w 2163104"/>
              <a:gd name="csY958" fmla="*/ 1374910 h 1374909"/>
              <a:gd name="csX959" fmla="*/ 2076486 w 2163104"/>
              <a:gd name="csY959" fmla="*/ 1374910 h 1374909"/>
              <a:gd name="csX960" fmla="*/ 2078659 w 2163104"/>
              <a:gd name="csY960" fmla="*/ 1374910 h 1374909"/>
              <a:gd name="csX961" fmla="*/ 2080822 w 2163104"/>
              <a:gd name="csY961" fmla="*/ 1374910 h 1374909"/>
              <a:gd name="csX962" fmla="*/ 2082985 w 2163104"/>
              <a:gd name="csY962" fmla="*/ 1374910 h 1374909"/>
              <a:gd name="csX963" fmla="*/ 2085148 w 2163104"/>
              <a:gd name="csY963" fmla="*/ 1374910 h 1374909"/>
              <a:gd name="csX964" fmla="*/ 2087312 w 2163104"/>
              <a:gd name="csY964" fmla="*/ 1374910 h 1374909"/>
              <a:gd name="csX965" fmla="*/ 2089485 w 2163104"/>
              <a:gd name="csY965" fmla="*/ 1374910 h 1374909"/>
              <a:gd name="csX966" fmla="*/ 2091648 w 2163104"/>
              <a:gd name="csY966" fmla="*/ 1374910 h 1374909"/>
              <a:gd name="csX967" fmla="*/ 2093812 w 2163104"/>
              <a:gd name="csY967" fmla="*/ 1374910 h 1374909"/>
              <a:gd name="csX968" fmla="*/ 2095975 w 2163104"/>
              <a:gd name="csY968" fmla="*/ 1374910 h 1374909"/>
              <a:gd name="csX969" fmla="*/ 2098138 w 2163104"/>
              <a:gd name="csY969" fmla="*/ 1374910 h 1374909"/>
              <a:gd name="csX970" fmla="*/ 2100311 w 2163104"/>
              <a:gd name="csY970" fmla="*/ 1374910 h 1374909"/>
              <a:gd name="csX971" fmla="*/ 2102474 w 2163104"/>
              <a:gd name="csY971" fmla="*/ 1374910 h 1374909"/>
              <a:gd name="csX972" fmla="*/ 2104638 w 2163104"/>
              <a:gd name="csY972" fmla="*/ 1374910 h 1374909"/>
              <a:gd name="csX973" fmla="*/ 2106801 w 2163104"/>
              <a:gd name="csY973" fmla="*/ 1374910 h 1374909"/>
              <a:gd name="csX974" fmla="*/ 2108964 w 2163104"/>
              <a:gd name="csY974" fmla="*/ 1374910 h 1374909"/>
              <a:gd name="csX975" fmla="*/ 2111137 w 2163104"/>
              <a:gd name="csY975" fmla="*/ 1374910 h 1374909"/>
              <a:gd name="csX976" fmla="*/ 2113300 w 2163104"/>
              <a:gd name="csY976" fmla="*/ 1374910 h 1374909"/>
              <a:gd name="csX977" fmla="*/ 2115464 w 2163104"/>
              <a:gd name="csY977" fmla="*/ 1374910 h 1374909"/>
              <a:gd name="csX978" fmla="*/ 2117627 w 2163104"/>
              <a:gd name="csY978" fmla="*/ 1374910 h 1374909"/>
              <a:gd name="csX979" fmla="*/ 2119800 w 2163104"/>
              <a:gd name="csY979" fmla="*/ 1374910 h 1374909"/>
              <a:gd name="csX980" fmla="*/ 2121964 w 2163104"/>
              <a:gd name="csY980" fmla="*/ 1374910 h 1374909"/>
              <a:gd name="csX981" fmla="*/ 2124127 w 2163104"/>
              <a:gd name="csY981" fmla="*/ 1374910 h 1374909"/>
              <a:gd name="csX982" fmla="*/ 2126290 w 2163104"/>
              <a:gd name="csY982" fmla="*/ 1374910 h 1374909"/>
              <a:gd name="csX983" fmla="*/ 2128453 w 2163104"/>
              <a:gd name="csY983" fmla="*/ 1374910 h 1374909"/>
              <a:gd name="csX984" fmla="*/ 2130626 w 2163104"/>
              <a:gd name="csY984" fmla="*/ 1374910 h 1374909"/>
              <a:gd name="csX985" fmla="*/ 2132790 w 2163104"/>
              <a:gd name="csY985" fmla="*/ 1374910 h 1374909"/>
              <a:gd name="csX986" fmla="*/ 2134953 w 2163104"/>
              <a:gd name="csY986" fmla="*/ 1374910 h 1374909"/>
              <a:gd name="csX987" fmla="*/ 2137116 w 2163104"/>
              <a:gd name="csY987" fmla="*/ 1374910 h 1374909"/>
              <a:gd name="csX988" fmla="*/ 2139279 w 2163104"/>
              <a:gd name="csY988" fmla="*/ 1374910 h 1374909"/>
              <a:gd name="csX989" fmla="*/ 2141453 w 2163104"/>
              <a:gd name="csY989" fmla="*/ 1374910 h 1374909"/>
              <a:gd name="csX990" fmla="*/ 2143616 w 2163104"/>
              <a:gd name="csY990" fmla="*/ 1374910 h 1374909"/>
              <a:gd name="csX991" fmla="*/ 2145779 w 2163104"/>
              <a:gd name="csY991" fmla="*/ 1374910 h 1374909"/>
              <a:gd name="csX992" fmla="*/ 2147942 w 2163104"/>
              <a:gd name="csY992" fmla="*/ 1374910 h 1374909"/>
              <a:gd name="csX993" fmla="*/ 2150105 w 2163104"/>
              <a:gd name="csY993" fmla="*/ 1374910 h 1374909"/>
              <a:gd name="csX994" fmla="*/ 2152279 w 2163104"/>
              <a:gd name="csY994" fmla="*/ 1374910 h 1374909"/>
              <a:gd name="csX995" fmla="*/ 2154442 w 2163104"/>
              <a:gd name="csY995" fmla="*/ 1374910 h 1374909"/>
              <a:gd name="csX996" fmla="*/ 2156605 w 2163104"/>
              <a:gd name="csY996" fmla="*/ 1374910 h 1374909"/>
              <a:gd name="csX997" fmla="*/ 2158768 w 2163104"/>
              <a:gd name="csY997" fmla="*/ 1374910 h 1374909"/>
              <a:gd name="csX998" fmla="*/ 2160931 w 2163104"/>
              <a:gd name="csY998" fmla="*/ 1374910 h 1374909"/>
              <a:gd name="csX999" fmla="*/ 2163105 w 2163104"/>
              <a:gd name="csY999" fmla="*/ 1374910 h 13749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63104" h="1374909">
                <a:moveTo>
                  <a:pt x="0" y="1374910"/>
                </a:moveTo>
                <a:lnTo>
                  <a:pt x="2165" y="1374910"/>
                </a:lnTo>
                <a:lnTo>
                  <a:pt x="4330" y="1374910"/>
                </a:lnTo>
                <a:lnTo>
                  <a:pt x="6496" y="1374910"/>
                </a:lnTo>
                <a:lnTo>
                  <a:pt x="8661" y="1374910"/>
                </a:lnTo>
                <a:lnTo>
                  <a:pt x="10826" y="1374910"/>
                </a:lnTo>
                <a:lnTo>
                  <a:pt x="12991" y="1374910"/>
                </a:lnTo>
                <a:lnTo>
                  <a:pt x="15157" y="1374910"/>
                </a:lnTo>
                <a:lnTo>
                  <a:pt x="17322" y="1374910"/>
                </a:lnTo>
                <a:lnTo>
                  <a:pt x="19487" y="1374910"/>
                </a:lnTo>
                <a:lnTo>
                  <a:pt x="21652" y="1374910"/>
                </a:lnTo>
                <a:lnTo>
                  <a:pt x="23817" y="1374910"/>
                </a:lnTo>
                <a:lnTo>
                  <a:pt x="25983" y="1374910"/>
                </a:lnTo>
                <a:lnTo>
                  <a:pt x="28149" y="1374910"/>
                </a:lnTo>
                <a:lnTo>
                  <a:pt x="30314" y="1374910"/>
                </a:lnTo>
                <a:lnTo>
                  <a:pt x="32479" y="1374910"/>
                </a:lnTo>
                <a:lnTo>
                  <a:pt x="34645" y="1374910"/>
                </a:lnTo>
                <a:lnTo>
                  <a:pt x="36810" y="1374910"/>
                </a:lnTo>
                <a:lnTo>
                  <a:pt x="38975" y="1374910"/>
                </a:lnTo>
                <a:lnTo>
                  <a:pt x="41140" y="1374910"/>
                </a:lnTo>
                <a:lnTo>
                  <a:pt x="43305" y="1374910"/>
                </a:lnTo>
                <a:lnTo>
                  <a:pt x="45471" y="1374910"/>
                </a:lnTo>
                <a:lnTo>
                  <a:pt x="47636" y="1374910"/>
                </a:lnTo>
                <a:lnTo>
                  <a:pt x="49801" y="1374910"/>
                </a:lnTo>
                <a:lnTo>
                  <a:pt x="51966" y="1374910"/>
                </a:lnTo>
                <a:lnTo>
                  <a:pt x="54132" y="1374910"/>
                </a:lnTo>
                <a:lnTo>
                  <a:pt x="56297" y="1374910"/>
                </a:lnTo>
                <a:lnTo>
                  <a:pt x="58462" y="1374910"/>
                </a:lnTo>
                <a:lnTo>
                  <a:pt x="60627" y="1374910"/>
                </a:lnTo>
                <a:lnTo>
                  <a:pt x="62792" y="1374910"/>
                </a:lnTo>
                <a:lnTo>
                  <a:pt x="64958" y="1374910"/>
                </a:lnTo>
                <a:lnTo>
                  <a:pt x="67123" y="1374910"/>
                </a:lnTo>
                <a:lnTo>
                  <a:pt x="69288" y="1374910"/>
                </a:lnTo>
                <a:lnTo>
                  <a:pt x="71453" y="1374910"/>
                </a:lnTo>
                <a:lnTo>
                  <a:pt x="73618" y="1374910"/>
                </a:lnTo>
                <a:lnTo>
                  <a:pt x="75785" y="1374910"/>
                </a:lnTo>
                <a:lnTo>
                  <a:pt x="77950" y="1374910"/>
                </a:lnTo>
                <a:lnTo>
                  <a:pt x="80115" y="1374910"/>
                </a:lnTo>
                <a:lnTo>
                  <a:pt x="82280" y="1374910"/>
                </a:lnTo>
                <a:lnTo>
                  <a:pt x="84446" y="1374910"/>
                </a:lnTo>
                <a:lnTo>
                  <a:pt x="86611" y="1374910"/>
                </a:lnTo>
                <a:lnTo>
                  <a:pt x="88776" y="1374910"/>
                </a:lnTo>
                <a:lnTo>
                  <a:pt x="90941" y="1374910"/>
                </a:lnTo>
                <a:lnTo>
                  <a:pt x="93106" y="1374910"/>
                </a:lnTo>
                <a:lnTo>
                  <a:pt x="95272" y="1374910"/>
                </a:lnTo>
                <a:lnTo>
                  <a:pt x="97437" y="1374910"/>
                </a:lnTo>
                <a:lnTo>
                  <a:pt x="99602" y="1374910"/>
                </a:lnTo>
                <a:lnTo>
                  <a:pt x="101767" y="1374910"/>
                </a:lnTo>
                <a:lnTo>
                  <a:pt x="103933" y="1374910"/>
                </a:lnTo>
                <a:lnTo>
                  <a:pt x="106098" y="1374910"/>
                </a:lnTo>
                <a:lnTo>
                  <a:pt x="108263" y="1374910"/>
                </a:lnTo>
                <a:lnTo>
                  <a:pt x="110428" y="1374910"/>
                </a:lnTo>
                <a:lnTo>
                  <a:pt x="112593" y="1374910"/>
                </a:lnTo>
                <a:lnTo>
                  <a:pt x="114759" y="1374910"/>
                </a:lnTo>
                <a:lnTo>
                  <a:pt x="116924" y="1374910"/>
                </a:lnTo>
                <a:lnTo>
                  <a:pt x="119089" y="1374910"/>
                </a:lnTo>
                <a:lnTo>
                  <a:pt x="121254" y="1374910"/>
                </a:lnTo>
                <a:lnTo>
                  <a:pt x="123421" y="1374910"/>
                </a:lnTo>
                <a:lnTo>
                  <a:pt x="125586" y="1374910"/>
                </a:lnTo>
                <a:lnTo>
                  <a:pt x="127751" y="1374910"/>
                </a:lnTo>
                <a:lnTo>
                  <a:pt x="129916" y="1374910"/>
                </a:lnTo>
                <a:lnTo>
                  <a:pt x="132081" y="1374910"/>
                </a:lnTo>
                <a:lnTo>
                  <a:pt x="134247" y="1374910"/>
                </a:lnTo>
                <a:lnTo>
                  <a:pt x="136412" y="1374910"/>
                </a:lnTo>
                <a:lnTo>
                  <a:pt x="138577" y="1374910"/>
                </a:lnTo>
                <a:lnTo>
                  <a:pt x="140742" y="1374910"/>
                </a:lnTo>
                <a:lnTo>
                  <a:pt x="142908" y="1374910"/>
                </a:lnTo>
                <a:lnTo>
                  <a:pt x="145073" y="1374910"/>
                </a:lnTo>
                <a:lnTo>
                  <a:pt x="147238" y="1374910"/>
                </a:lnTo>
                <a:lnTo>
                  <a:pt x="149403" y="1374910"/>
                </a:lnTo>
                <a:lnTo>
                  <a:pt x="151568" y="1374910"/>
                </a:lnTo>
                <a:lnTo>
                  <a:pt x="153734" y="1374910"/>
                </a:lnTo>
                <a:lnTo>
                  <a:pt x="155899" y="1374910"/>
                </a:lnTo>
                <a:lnTo>
                  <a:pt x="158064" y="1374910"/>
                </a:lnTo>
                <a:lnTo>
                  <a:pt x="160229" y="1374910"/>
                </a:lnTo>
                <a:lnTo>
                  <a:pt x="162395" y="1374910"/>
                </a:lnTo>
                <a:lnTo>
                  <a:pt x="164560" y="1374910"/>
                </a:lnTo>
                <a:lnTo>
                  <a:pt x="166725" y="1374910"/>
                </a:lnTo>
                <a:lnTo>
                  <a:pt x="168890" y="1374910"/>
                </a:lnTo>
                <a:lnTo>
                  <a:pt x="171056" y="1374910"/>
                </a:lnTo>
                <a:lnTo>
                  <a:pt x="173222" y="1374910"/>
                </a:lnTo>
                <a:lnTo>
                  <a:pt x="175387" y="1374910"/>
                </a:lnTo>
                <a:lnTo>
                  <a:pt x="177552" y="1374910"/>
                </a:lnTo>
                <a:lnTo>
                  <a:pt x="179717" y="1374910"/>
                </a:lnTo>
                <a:lnTo>
                  <a:pt x="181883" y="1374910"/>
                </a:lnTo>
                <a:lnTo>
                  <a:pt x="184048" y="1374910"/>
                </a:lnTo>
                <a:lnTo>
                  <a:pt x="186213" y="1374910"/>
                </a:lnTo>
                <a:lnTo>
                  <a:pt x="188378" y="1374910"/>
                </a:lnTo>
                <a:lnTo>
                  <a:pt x="190543" y="1374910"/>
                </a:lnTo>
                <a:lnTo>
                  <a:pt x="192709" y="1374910"/>
                </a:lnTo>
                <a:lnTo>
                  <a:pt x="194874" y="1374910"/>
                </a:lnTo>
                <a:lnTo>
                  <a:pt x="197039" y="1374910"/>
                </a:lnTo>
                <a:lnTo>
                  <a:pt x="199204" y="1374910"/>
                </a:lnTo>
                <a:lnTo>
                  <a:pt x="201370" y="1374910"/>
                </a:lnTo>
                <a:lnTo>
                  <a:pt x="203535" y="1374910"/>
                </a:lnTo>
                <a:lnTo>
                  <a:pt x="205700" y="1374910"/>
                </a:lnTo>
                <a:lnTo>
                  <a:pt x="207865" y="1374910"/>
                </a:lnTo>
                <a:lnTo>
                  <a:pt x="210030" y="1374910"/>
                </a:lnTo>
                <a:lnTo>
                  <a:pt x="212196" y="1374910"/>
                </a:lnTo>
                <a:lnTo>
                  <a:pt x="214361" y="1374910"/>
                </a:lnTo>
                <a:lnTo>
                  <a:pt x="216526" y="1374910"/>
                </a:lnTo>
                <a:lnTo>
                  <a:pt x="218692" y="1374910"/>
                </a:lnTo>
                <a:lnTo>
                  <a:pt x="220858" y="1374910"/>
                </a:lnTo>
                <a:lnTo>
                  <a:pt x="223023" y="1374910"/>
                </a:lnTo>
                <a:lnTo>
                  <a:pt x="225188" y="1374910"/>
                </a:lnTo>
                <a:lnTo>
                  <a:pt x="227353" y="1374910"/>
                </a:lnTo>
                <a:lnTo>
                  <a:pt x="229518" y="1374910"/>
                </a:lnTo>
                <a:lnTo>
                  <a:pt x="231684" y="1374910"/>
                </a:lnTo>
                <a:lnTo>
                  <a:pt x="233849" y="1374910"/>
                </a:lnTo>
                <a:lnTo>
                  <a:pt x="236014" y="1374910"/>
                </a:lnTo>
                <a:lnTo>
                  <a:pt x="238179" y="1374910"/>
                </a:lnTo>
                <a:lnTo>
                  <a:pt x="240344" y="1374910"/>
                </a:lnTo>
                <a:lnTo>
                  <a:pt x="242510" y="1374910"/>
                </a:lnTo>
                <a:lnTo>
                  <a:pt x="244675" y="1374910"/>
                </a:lnTo>
                <a:lnTo>
                  <a:pt x="246840" y="1374910"/>
                </a:lnTo>
                <a:lnTo>
                  <a:pt x="249005" y="1374910"/>
                </a:lnTo>
                <a:lnTo>
                  <a:pt x="251171" y="1374910"/>
                </a:lnTo>
                <a:lnTo>
                  <a:pt x="253336" y="1374910"/>
                </a:lnTo>
                <a:lnTo>
                  <a:pt x="255501" y="1374910"/>
                </a:lnTo>
                <a:lnTo>
                  <a:pt x="257666" y="1374910"/>
                </a:lnTo>
                <a:lnTo>
                  <a:pt x="259831" y="1374910"/>
                </a:lnTo>
                <a:lnTo>
                  <a:pt x="261997" y="1374910"/>
                </a:lnTo>
                <a:lnTo>
                  <a:pt x="264162" y="1374910"/>
                </a:lnTo>
                <a:lnTo>
                  <a:pt x="266327" y="1374910"/>
                </a:lnTo>
                <a:lnTo>
                  <a:pt x="268493" y="1374910"/>
                </a:lnTo>
                <a:lnTo>
                  <a:pt x="270659" y="1374910"/>
                </a:lnTo>
                <a:lnTo>
                  <a:pt x="272824" y="1374910"/>
                </a:lnTo>
                <a:lnTo>
                  <a:pt x="274989" y="1374910"/>
                </a:lnTo>
                <a:lnTo>
                  <a:pt x="277154" y="1374910"/>
                </a:lnTo>
                <a:lnTo>
                  <a:pt x="279319" y="1374910"/>
                </a:lnTo>
                <a:lnTo>
                  <a:pt x="281485" y="1374910"/>
                </a:lnTo>
                <a:lnTo>
                  <a:pt x="283650" y="1374910"/>
                </a:lnTo>
                <a:lnTo>
                  <a:pt x="285815" y="1374910"/>
                </a:lnTo>
                <a:lnTo>
                  <a:pt x="287980" y="1374910"/>
                </a:lnTo>
                <a:lnTo>
                  <a:pt x="290146" y="1374910"/>
                </a:lnTo>
                <a:lnTo>
                  <a:pt x="292311" y="1374910"/>
                </a:lnTo>
                <a:lnTo>
                  <a:pt x="294476" y="1374910"/>
                </a:lnTo>
                <a:lnTo>
                  <a:pt x="296641" y="1374910"/>
                </a:lnTo>
                <a:lnTo>
                  <a:pt x="298806" y="1374910"/>
                </a:lnTo>
                <a:lnTo>
                  <a:pt x="300972" y="1374910"/>
                </a:lnTo>
                <a:lnTo>
                  <a:pt x="303137" y="1374910"/>
                </a:lnTo>
                <a:lnTo>
                  <a:pt x="305302" y="1374910"/>
                </a:lnTo>
                <a:lnTo>
                  <a:pt x="307467" y="1374910"/>
                </a:lnTo>
                <a:lnTo>
                  <a:pt x="309633" y="1374910"/>
                </a:lnTo>
                <a:lnTo>
                  <a:pt x="311798" y="1374910"/>
                </a:lnTo>
                <a:lnTo>
                  <a:pt x="313963" y="1374910"/>
                </a:lnTo>
                <a:lnTo>
                  <a:pt x="316129" y="1374910"/>
                </a:lnTo>
                <a:lnTo>
                  <a:pt x="318294" y="1374910"/>
                </a:lnTo>
                <a:lnTo>
                  <a:pt x="320460" y="1374910"/>
                </a:lnTo>
                <a:lnTo>
                  <a:pt x="322625" y="1374910"/>
                </a:lnTo>
                <a:lnTo>
                  <a:pt x="324790" y="1374910"/>
                </a:lnTo>
                <a:lnTo>
                  <a:pt x="326955" y="1374910"/>
                </a:lnTo>
                <a:lnTo>
                  <a:pt x="329121" y="1374910"/>
                </a:lnTo>
                <a:lnTo>
                  <a:pt x="331286" y="1374910"/>
                </a:lnTo>
                <a:lnTo>
                  <a:pt x="333451" y="1374910"/>
                </a:lnTo>
                <a:lnTo>
                  <a:pt x="335616" y="1374910"/>
                </a:lnTo>
                <a:lnTo>
                  <a:pt x="337781" y="1374910"/>
                </a:lnTo>
                <a:lnTo>
                  <a:pt x="339947" y="1374910"/>
                </a:lnTo>
                <a:lnTo>
                  <a:pt x="342112" y="1374910"/>
                </a:lnTo>
                <a:lnTo>
                  <a:pt x="344277" y="1374910"/>
                </a:lnTo>
                <a:lnTo>
                  <a:pt x="346442" y="1374910"/>
                </a:lnTo>
                <a:lnTo>
                  <a:pt x="348608" y="1374910"/>
                </a:lnTo>
                <a:lnTo>
                  <a:pt x="350773" y="1374910"/>
                </a:lnTo>
                <a:lnTo>
                  <a:pt x="352938" y="1374910"/>
                </a:lnTo>
                <a:lnTo>
                  <a:pt x="355103" y="1374910"/>
                </a:lnTo>
                <a:lnTo>
                  <a:pt x="357268" y="1374910"/>
                </a:lnTo>
                <a:lnTo>
                  <a:pt x="359434" y="1374910"/>
                </a:lnTo>
                <a:lnTo>
                  <a:pt x="361599" y="1374910"/>
                </a:lnTo>
                <a:lnTo>
                  <a:pt x="363765" y="1374910"/>
                </a:lnTo>
                <a:lnTo>
                  <a:pt x="365930" y="1374910"/>
                </a:lnTo>
                <a:lnTo>
                  <a:pt x="368096" y="1374910"/>
                </a:lnTo>
                <a:lnTo>
                  <a:pt x="370261" y="1374910"/>
                </a:lnTo>
                <a:lnTo>
                  <a:pt x="372426" y="1374910"/>
                </a:lnTo>
                <a:lnTo>
                  <a:pt x="374591" y="1374910"/>
                </a:lnTo>
                <a:lnTo>
                  <a:pt x="376756" y="1374910"/>
                </a:lnTo>
                <a:lnTo>
                  <a:pt x="378922" y="1374910"/>
                </a:lnTo>
                <a:lnTo>
                  <a:pt x="381087" y="1374910"/>
                </a:lnTo>
                <a:lnTo>
                  <a:pt x="383252" y="1374910"/>
                </a:lnTo>
                <a:lnTo>
                  <a:pt x="385417" y="1374910"/>
                </a:lnTo>
                <a:lnTo>
                  <a:pt x="387583" y="1374910"/>
                </a:lnTo>
                <a:lnTo>
                  <a:pt x="389748" y="1374910"/>
                </a:lnTo>
                <a:lnTo>
                  <a:pt x="391913" y="1374910"/>
                </a:lnTo>
                <a:lnTo>
                  <a:pt x="394078" y="1374910"/>
                </a:lnTo>
                <a:lnTo>
                  <a:pt x="396243" y="1374910"/>
                </a:lnTo>
                <a:lnTo>
                  <a:pt x="398409" y="1374910"/>
                </a:lnTo>
                <a:lnTo>
                  <a:pt x="400574" y="1374910"/>
                </a:lnTo>
                <a:lnTo>
                  <a:pt x="402739" y="1374910"/>
                </a:lnTo>
                <a:lnTo>
                  <a:pt x="404904" y="1374910"/>
                </a:lnTo>
                <a:lnTo>
                  <a:pt x="407069" y="1374910"/>
                </a:lnTo>
                <a:lnTo>
                  <a:pt x="409235" y="1374910"/>
                </a:lnTo>
                <a:lnTo>
                  <a:pt x="411401" y="1374910"/>
                </a:lnTo>
                <a:lnTo>
                  <a:pt x="413566" y="1374910"/>
                </a:lnTo>
                <a:lnTo>
                  <a:pt x="415731" y="1374910"/>
                </a:lnTo>
                <a:lnTo>
                  <a:pt x="417897" y="1374910"/>
                </a:lnTo>
                <a:lnTo>
                  <a:pt x="420062" y="1374910"/>
                </a:lnTo>
                <a:lnTo>
                  <a:pt x="422227" y="1374910"/>
                </a:lnTo>
                <a:lnTo>
                  <a:pt x="424392" y="1374910"/>
                </a:lnTo>
                <a:lnTo>
                  <a:pt x="426557" y="1374910"/>
                </a:lnTo>
                <a:lnTo>
                  <a:pt x="428723" y="1374910"/>
                </a:lnTo>
                <a:lnTo>
                  <a:pt x="430888" y="1374910"/>
                </a:lnTo>
                <a:lnTo>
                  <a:pt x="433053" y="1374910"/>
                </a:lnTo>
                <a:lnTo>
                  <a:pt x="435218" y="1374910"/>
                </a:lnTo>
                <a:lnTo>
                  <a:pt x="437384" y="1374910"/>
                </a:lnTo>
                <a:lnTo>
                  <a:pt x="439549" y="1374910"/>
                </a:lnTo>
                <a:lnTo>
                  <a:pt x="441714" y="1374910"/>
                </a:lnTo>
                <a:lnTo>
                  <a:pt x="443879" y="1374910"/>
                </a:lnTo>
                <a:lnTo>
                  <a:pt x="446044" y="1374910"/>
                </a:lnTo>
                <a:lnTo>
                  <a:pt x="448210" y="1374910"/>
                </a:lnTo>
                <a:lnTo>
                  <a:pt x="450375" y="1374910"/>
                </a:lnTo>
                <a:lnTo>
                  <a:pt x="452540" y="1374910"/>
                </a:lnTo>
                <a:lnTo>
                  <a:pt x="454705" y="1374910"/>
                </a:lnTo>
                <a:lnTo>
                  <a:pt x="456871" y="1374910"/>
                </a:lnTo>
                <a:lnTo>
                  <a:pt x="459036" y="1374910"/>
                </a:lnTo>
                <a:lnTo>
                  <a:pt x="461202" y="1374910"/>
                </a:lnTo>
                <a:lnTo>
                  <a:pt x="463367" y="1374910"/>
                </a:lnTo>
                <a:lnTo>
                  <a:pt x="465532" y="1374910"/>
                </a:lnTo>
                <a:lnTo>
                  <a:pt x="467698" y="1374910"/>
                </a:lnTo>
                <a:lnTo>
                  <a:pt x="469863" y="1374910"/>
                </a:lnTo>
                <a:lnTo>
                  <a:pt x="472028" y="1374910"/>
                </a:lnTo>
                <a:lnTo>
                  <a:pt x="474193" y="1374910"/>
                </a:lnTo>
                <a:lnTo>
                  <a:pt x="476359" y="1374910"/>
                </a:lnTo>
                <a:lnTo>
                  <a:pt x="478524" y="1374910"/>
                </a:lnTo>
                <a:lnTo>
                  <a:pt x="480689" y="1374910"/>
                </a:lnTo>
                <a:lnTo>
                  <a:pt x="482854" y="1374910"/>
                </a:lnTo>
                <a:lnTo>
                  <a:pt x="485019" y="1374910"/>
                </a:lnTo>
                <a:lnTo>
                  <a:pt x="487185" y="1374910"/>
                </a:lnTo>
                <a:lnTo>
                  <a:pt x="489350" y="1374910"/>
                </a:lnTo>
                <a:lnTo>
                  <a:pt x="491515" y="1374910"/>
                </a:lnTo>
                <a:lnTo>
                  <a:pt x="493680" y="1374910"/>
                </a:lnTo>
                <a:lnTo>
                  <a:pt x="495846" y="1374910"/>
                </a:lnTo>
                <a:lnTo>
                  <a:pt x="498011" y="1374910"/>
                </a:lnTo>
                <a:lnTo>
                  <a:pt x="500176" y="1374910"/>
                </a:lnTo>
                <a:lnTo>
                  <a:pt x="502341" y="1374910"/>
                </a:lnTo>
                <a:lnTo>
                  <a:pt x="504506" y="1374910"/>
                </a:lnTo>
                <a:lnTo>
                  <a:pt x="506672" y="1374910"/>
                </a:lnTo>
                <a:lnTo>
                  <a:pt x="508838" y="1374910"/>
                </a:lnTo>
                <a:lnTo>
                  <a:pt x="511003" y="1374910"/>
                </a:lnTo>
                <a:lnTo>
                  <a:pt x="513168" y="1374910"/>
                </a:lnTo>
                <a:lnTo>
                  <a:pt x="515334" y="1374910"/>
                </a:lnTo>
                <a:lnTo>
                  <a:pt x="517499" y="1374910"/>
                </a:lnTo>
                <a:lnTo>
                  <a:pt x="519664" y="1374910"/>
                </a:lnTo>
                <a:lnTo>
                  <a:pt x="521829" y="1374910"/>
                </a:lnTo>
                <a:lnTo>
                  <a:pt x="523994" y="1374910"/>
                </a:lnTo>
                <a:lnTo>
                  <a:pt x="526160" y="1374910"/>
                </a:lnTo>
                <a:lnTo>
                  <a:pt x="528325" y="1374910"/>
                </a:lnTo>
                <a:lnTo>
                  <a:pt x="530490" y="1374910"/>
                </a:lnTo>
                <a:lnTo>
                  <a:pt x="532655" y="1374910"/>
                </a:lnTo>
                <a:lnTo>
                  <a:pt x="534821" y="1374910"/>
                </a:lnTo>
                <a:lnTo>
                  <a:pt x="536986" y="1374910"/>
                </a:lnTo>
                <a:lnTo>
                  <a:pt x="539151" y="1374910"/>
                </a:lnTo>
                <a:lnTo>
                  <a:pt x="541316" y="1374910"/>
                </a:lnTo>
                <a:lnTo>
                  <a:pt x="543481" y="1374910"/>
                </a:lnTo>
                <a:lnTo>
                  <a:pt x="545647" y="1374910"/>
                </a:lnTo>
                <a:lnTo>
                  <a:pt x="547812" y="1374910"/>
                </a:lnTo>
                <a:lnTo>
                  <a:pt x="549977" y="1374910"/>
                </a:lnTo>
                <a:lnTo>
                  <a:pt x="552142" y="1374910"/>
                </a:lnTo>
                <a:lnTo>
                  <a:pt x="554308" y="1374910"/>
                </a:lnTo>
                <a:lnTo>
                  <a:pt x="556474" y="1374910"/>
                </a:lnTo>
                <a:lnTo>
                  <a:pt x="558639" y="1374910"/>
                </a:lnTo>
                <a:lnTo>
                  <a:pt x="560804" y="1374910"/>
                </a:lnTo>
                <a:lnTo>
                  <a:pt x="562969" y="1374910"/>
                </a:lnTo>
                <a:lnTo>
                  <a:pt x="565135" y="1374910"/>
                </a:lnTo>
                <a:lnTo>
                  <a:pt x="567300" y="1374910"/>
                </a:lnTo>
                <a:lnTo>
                  <a:pt x="569465" y="1374910"/>
                </a:lnTo>
                <a:lnTo>
                  <a:pt x="571630" y="1374910"/>
                </a:lnTo>
                <a:lnTo>
                  <a:pt x="573796" y="1374910"/>
                </a:lnTo>
                <a:lnTo>
                  <a:pt x="575961" y="1374910"/>
                </a:lnTo>
                <a:lnTo>
                  <a:pt x="578126" y="1374910"/>
                </a:lnTo>
                <a:lnTo>
                  <a:pt x="580291" y="1374910"/>
                </a:lnTo>
                <a:lnTo>
                  <a:pt x="582456" y="1374910"/>
                </a:lnTo>
                <a:lnTo>
                  <a:pt x="584622" y="1374910"/>
                </a:lnTo>
                <a:lnTo>
                  <a:pt x="586787" y="1374910"/>
                </a:lnTo>
                <a:lnTo>
                  <a:pt x="588952" y="1374910"/>
                </a:lnTo>
                <a:lnTo>
                  <a:pt x="591117" y="1374910"/>
                </a:lnTo>
                <a:lnTo>
                  <a:pt x="593282" y="1374910"/>
                </a:lnTo>
                <a:lnTo>
                  <a:pt x="595448" y="1374910"/>
                </a:lnTo>
                <a:lnTo>
                  <a:pt x="597613" y="1374910"/>
                </a:lnTo>
                <a:lnTo>
                  <a:pt x="599778" y="1374910"/>
                </a:lnTo>
                <a:lnTo>
                  <a:pt x="601943" y="1374910"/>
                </a:lnTo>
                <a:lnTo>
                  <a:pt x="604110" y="1374910"/>
                </a:lnTo>
                <a:lnTo>
                  <a:pt x="606275" y="1374910"/>
                </a:lnTo>
                <a:lnTo>
                  <a:pt x="608440" y="1374910"/>
                </a:lnTo>
                <a:lnTo>
                  <a:pt x="610605" y="1374910"/>
                </a:lnTo>
                <a:lnTo>
                  <a:pt x="612770" y="1374910"/>
                </a:lnTo>
                <a:lnTo>
                  <a:pt x="614936" y="1374910"/>
                </a:lnTo>
                <a:lnTo>
                  <a:pt x="617101" y="1374910"/>
                </a:lnTo>
                <a:lnTo>
                  <a:pt x="619266" y="1374910"/>
                </a:lnTo>
                <a:lnTo>
                  <a:pt x="621431" y="1374910"/>
                </a:lnTo>
                <a:lnTo>
                  <a:pt x="623597" y="1374910"/>
                </a:lnTo>
                <a:lnTo>
                  <a:pt x="625762" y="1374910"/>
                </a:lnTo>
                <a:lnTo>
                  <a:pt x="627927" y="1374910"/>
                </a:lnTo>
                <a:lnTo>
                  <a:pt x="630092" y="1374910"/>
                </a:lnTo>
                <a:lnTo>
                  <a:pt x="632257" y="1374910"/>
                </a:lnTo>
                <a:lnTo>
                  <a:pt x="634423" y="1374910"/>
                </a:lnTo>
                <a:lnTo>
                  <a:pt x="636588" y="1374910"/>
                </a:lnTo>
                <a:lnTo>
                  <a:pt x="638753" y="1374910"/>
                </a:lnTo>
                <a:lnTo>
                  <a:pt x="640918" y="1374910"/>
                </a:lnTo>
                <a:lnTo>
                  <a:pt x="643084" y="1374910"/>
                </a:lnTo>
                <a:lnTo>
                  <a:pt x="645249" y="1374910"/>
                </a:lnTo>
                <a:lnTo>
                  <a:pt x="647414" y="1374910"/>
                </a:lnTo>
                <a:lnTo>
                  <a:pt x="649579" y="1374910"/>
                </a:lnTo>
                <a:lnTo>
                  <a:pt x="651745" y="1374910"/>
                </a:lnTo>
                <a:lnTo>
                  <a:pt x="653911" y="1374910"/>
                </a:lnTo>
                <a:lnTo>
                  <a:pt x="656076" y="1374910"/>
                </a:lnTo>
                <a:lnTo>
                  <a:pt x="658241" y="1374910"/>
                </a:lnTo>
                <a:lnTo>
                  <a:pt x="660406" y="1374910"/>
                </a:lnTo>
                <a:lnTo>
                  <a:pt x="662572" y="1374910"/>
                </a:lnTo>
                <a:lnTo>
                  <a:pt x="664737" y="1374910"/>
                </a:lnTo>
                <a:lnTo>
                  <a:pt x="666902" y="1374910"/>
                </a:lnTo>
                <a:lnTo>
                  <a:pt x="669067" y="1374910"/>
                </a:lnTo>
                <a:lnTo>
                  <a:pt x="671232" y="1374910"/>
                </a:lnTo>
                <a:lnTo>
                  <a:pt x="673398" y="1374910"/>
                </a:lnTo>
                <a:lnTo>
                  <a:pt x="675563" y="1374910"/>
                </a:lnTo>
                <a:lnTo>
                  <a:pt x="677728" y="1374910"/>
                </a:lnTo>
                <a:lnTo>
                  <a:pt x="679893" y="1374910"/>
                </a:lnTo>
                <a:lnTo>
                  <a:pt x="682059" y="1374910"/>
                </a:lnTo>
                <a:lnTo>
                  <a:pt x="684224" y="1374910"/>
                </a:lnTo>
                <a:lnTo>
                  <a:pt x="686389" y="1374910"/>
                </a:lnTo>
                <a:lnTo>
                  <a:pt x="688554" y="1374910"/>
                </a:lnTo>
                <a:lnTo>
                  <a:pt x="690719" y="1374910"/>
                </a:lnTo>
                <a:lnTo>
                  <a:pt x="692885" y="1374910"/>
                </a:lnTo>
                <a:lnTo>
                  <a:pt x="695050" y="1374910"/>
                </a:lnTo>
                <a:lnTo>
                  <a:pt x="697215" y="1374910"/>
                </a:lnTo>
                <a:lnTo>
                  <a:pt x="699380" y="1374910"/>
                </a:lnTo>
                <a:lnTo>
                  <a:pt x="701547" y="1374910"/>
                </a:lnTo>
                <a:lnTo>
                  <a:pt x="703712" y="1374910"/>
                </a:lnTo>
                <a:lnTo>
                  <a:pt x="705877" y="1374910"/>
                </a:lnTo>
                <a:lnTo>
                  <a:pt x="708042" y="1374910"/>
                </a:lnTo>
                <a:lnTo>
                  <a:pt x="710207" y="1374910"/>
                </a:lnTo>
                <a:lnTo>
                  <a:pt x="712373" y="1374910"/>
                </a:lnTo>
                <a:lnTo>
                  <a:pt x="714538" y="1374910"/>
                </a:lnTo>
                <a:lnTo>
                  <a:pt x="716703" y="1374910"/>
                </a:lnTo>
                <a:lnTo>
                  <a:pt x="718868" y="1374910"/>
                </a:lnTo>
                <a:lnTo>
                  <a:pt x="721033" y="1374910"/>
                </a:lnTo>
                <a:lnTo>
                  <a:pt x="723199" y="1374910"/>
                </a:lnTo>
                <a:lnTo>
                  <a:pt x="725364" y="1374910"/>
                </a:lnTo>
                <a:lnTo>
                  <a:pt x="727529" y="1374910"/>
                </a:lnTo>
                <a:lnTo>
                  <a:pt x="729694" y="1374910"/>
                </a:lnTo>
                <a:lnTo>
                  <a:pt x="731860" y="1374910"/>
                </a:lnTo>
                <a:lnTo>
                  <a:pt x="734025" y="1374910"/>
                </a:lnTo>
                <a:lnTo>
                  <a:pt x="736190" y="1374910"/>
                </a:lnTo>
                <a:lnTo>
                  <a:pt x="738355" y="1374910"/>
                </a:lnTo>
                <a:lnTo>
                  <a:pt x="740520" y="1374910"/>
                </a:lnTo>
                <a:lnTo>
                  <a:pt x="742686" y="1374910"/>
                </a:lnTo>
                <a:lnTo>
                  <a:pt x="744851" y="1374910"/>
                </a:lnTo>
                <a:lnTo>
                  <a:pt x="747016" y="1374910"/>
                </a:lnTo>
                <a:lnTo>
                  <a:pt x="749182" y="1374910"/>
                </a:lnTo>
                <a:lnTo>
                  <a:pt x="751348" y="1374910"/>
                </a:lnTo>
                <a:lnTo>
                  <a:pt x="753513" y="1374910"/>
                </a:lnTo>
                <a:lnTo>
                  <a:pt x="755678" y="1374910"/>
                </a:lnTo>
                <a:lnTo>
                  <a:pt x="757843" y="1374910"/>
                </a:lnTo>
                <a:lnTo>
                  <a:pt x="760009" y="1374910"/>
                </a:lnTo>
                <a:lnTo>
                  <a:pt x="762174" y="1374910"/>
                </a:lnTo>
                <a:lnTo>
                  <a:pt x="764334" y="1374910"/>
                </a:lnTo>
                <a:lnTo>
                  <a:pt x="766507" y="1374910"/>
                </a:lnTo>
                <a:lnTo>
                  <a:pt x="768670" y="1374910"/>
                </a:lnTo>
                <a:lnTo>
                  <a:pt x="770834" y="1374910"/>
                </a:lnTo>
                <a:lnTo>
                  <a:pt x="772997" y="1374910"/>
                </a:lnTo>
                <a:lnTo>
                  <a:pt x="775170" y="1374910"/>
                </a:lnTo>
                <a:lnTo>
                  <a:pt x="777333" y="1374910"/>
                </a:lnTo>
                <a:lnTo>
                  <a:pt x="779497" y="1374910"/>
                </a:lnTo>
                <a:lnTo>
                  <a:pt x="781660" y="1374910"/>
                </a:lnTo>
                <a:lnTo>
                  <a:pt x="783823" y="1374910"/>
                </a:lnTo>
                <a:lnTo>
                  <a:pt x="785996" y="1374910"/>
                </a:lnTo>
                <a:lnTo>
                  <a:pt x="788160" y="1374910"/>
                </a:lnTo>
                <a:lnTo>
                  <a:pt x="790323" y="1374910"/>
                </a:lnTo>
                <a:lnTo>
                  <a:pt x="792486" y="1374910"/>
                </a:lnTo>
                <a:lnTo>
                  <a:pt x="794649" y="1374910"/>
                </a:lnTo>
                <a:lnTo>
                  <a:pt x="796822" y="1374910"/>
                </a:lnTo>
                <a:lnTo>
                  <a:pt x="798986" y="1374910"/>
                </a:lnTo>
                <a:lnTo>
                  <a:pt x="801149" y="1374910"/>
                </a:lnTo>
                <a:lnTo>
                  <a:pt x="803312" y="1374910"/>
                </a:lnTo>
                <a:lnTo>
                  <a:pt x="805475" y="1374910"/>
                </a:lnTo>
                <a:lnTo>
                  <a:pt x="807649" y="1374910"/>
                </a:lnTo>
                <a:lnTo>
                  <a:pt x="809812" y="1374910"/>
                </a:lnTo>
                <a:lnTo>
                  <a:pt x="811975" y="1374910"/>
                </a:lnTo>
                <a:lnTo>
                  <a:pt x="814138" y="1374910"/>
                </a:lnTo>
                <a:lnTo>
                  <a:pt x="816301" y="1374910"/>
                </a:lnTo>
                <a:lnTo>
                  <a:pt x="818475" y="1374910"/>
                </a:lnTo>
                <a:lnTo>
                  <a:pt x="820638" y="1374910"/>
                </a:lnTo>
                <a:lnTo>
                  <a:pt x="822801" y="1374910"/>
                </a:lnTo>
                <a:lnTo>
                  <a:pt x="824964" y="1374910"/>
                </a:lnTo>
                <a:lnTo>
                  <a:pt x="827127" y="1374910"/>
                </a:lnTo>
                <a:lnTo>
                  <a:pt x="829301" y="1374910"/>
                </a:lnTo>
                <a:lnTo>
                  <a:pt x="831464" y="1374910"/>
                </a:lnTo>
                <a:lnTo>
                  <a:pt x="833627" y="1374910"/>
                </a:lnTo>
                <a:lnTo>
                  <a:pt x="835790" y="1374910"/>
                </a:lnTo>
                <a:lnTo>
                  <a:pt x="837953" y="1374910"/>
                </a:lnTo>
                <a:lnTo>
                  <a:pt x="840127" y="1374910"/>
                </a:lnTo>
                <a:lnTo>
                  <a:pt x="842290" y="1374910"/>
                </a:lnTo>
                <a:lnTo>
                  <a:pt x="844453" y="1374910"/>
                </a:lnTo>
                <a:lnTo>
                  <a:pt x="846616" y="1374910"/>
                </a:lnTo>
                <a:lnTo>
                  <a:pt x="848779" y="1374910"/>
                </a:lnTo>
                <a:lnTo>
                  <a:pt x="850953" y="1374910"/>
                </a:lnTo>
                <a:lnTo>
                  <a:pt x="853116" y="1374910"/>
                </a:lnTo>
                <a:lnTo>
                  <a:pt x="855279" y="1374910"/>
                </a:lnTo>
                <a:lnTo>
                  <a:pt x="857442" y="1374910"/>
                </a:lnTo>
                <a:lnTo>
                  <a:pt x="859605" y="1374910"/>
                </a:lnTo>
                <a:lnTo>
                  <a:pt x="861779" y="1374910"/>
                </a:lnTo>
                <a:lnTo>
                  <a:pt x="863942" y="1374910"/>
                </a:lnTo>
                <a:lnTo>
                  <a:pt x="866105" y="1374910"/>
                </a:lnTo>
                <a:lnTo>
                  <a:pt x="868268" y="1374910"/>
                </a:lnTo>
                <a:lnTo>
                  <a:pt x="870442" y="1374910"/>
                </a:lnTo>
                <a:lnTo>
                  <a:pt x="872605" y="1374910"/>
                </a:lnTo>
                <a:lnTo>
                  <a:pt x="874768" y="1374910"/>
                </a:lnTo>
                <a:lnTo>
                  <a:pt x="876931" y="1374910"/>
                </a:lnTo>
                <a:lnTo>
                  <a:pt x="879095" y="1374910"/>
                </a:lnTo>
                <a:lnTo>
                  <a:pt x="881268" y="1374910"/>
                </a:lnTo>
                <a:lnTo>
                  <a:pt x="883431" y="1374910"/>
                </a:lnTo>
                <a:lnTo>
                  <a:pt x="885594" y="1374910"/>
                </a:lnTo>
                <a:lnTo>
                  <a:pt x="887757" y="1374910"/>
                </a:lnTo>
                <a:lnTo>
                  <a:pt x="889921" y="1374910"/>
                </a:lnTo>
                <a:lnTo>
                  <a:pt x="892094" y="1374910"/>
                </a:lnTo>
                <a:lnTo>
                  <a:pt x="894257" y="1374910"/>
                </a:lnTo>
                <a:lnTo>
                  <a:pt x="896420" y="1374910"/>
                </a:lnTo>
                <a:lnTo>
                  <a:pt x="898584" y="1374910"/>
                </a:lnTo>
                <a:lnTo>
                  <a:pt x="900747" y="1374910"/>
                </a:lnTo>
                <a:lnTo>
                  <a:pt x="902920" y="1374910"/>
                </a:lnTo>
                <a:lnTo>
                  <a:pt x="905083" y="1374910"/>
                </a:lnTo>
                <a:lnTo>
                  <a:pt x="907246" y="1374910"/>
                </a:lnTo>
                <a:lnTo>
                  <a:pt x="909410" y="1374910"/>
                </a:lnTo>
                <a:lnTo>
                  <a:pt x="911573" y="1374910"/>
                </a:lnTo>
                <a:lnTo>
                  <a:pt x="913746" y="1374910"/>
                </a:lnTo>
                <a:lnTo>
                  <a:pt x="915909" y="1374910"/>
                </a:lnTo>
                <a:lnTo>
                  <a:pt x="918073" y="1374910"/>
                </a:lnTo>
                <a:lnTo>
                  <a:pt x="920236" y="1374910"/>
                </a:lnTo>
                <a:lnTo>
                  <a:pt x="922399" y="1374910"/>
                </a:lnTo>
                <a:lnTo>
                  <a:pt x="924572" y="1374910"/>
                </a:lnTo>
                <a:lnTo>
                  <a:pt x="926735" y="1374910"/>
                </a:lnTo>
                <a:lnTo>
                  <a:pt x="928899" y="1374910"/>
                </a:lnTo>
                <a:lnTo>
                  <a:pt x="931062" y="1374910"/>
                </a:lnTo>
                <a:lnTo>
                  <a:pt x="933225" y="1374910"/>
                </a:lnTo>
                <a:lnTo>
                  <a:pt x="935398" y="1374910"/>
                </a:lnTo>
                <a:lnTo>
                  <a:pt x="937562" y="1374910"/>
                </a:lnTo>
                <a:lnTo>
                  <a:pt x="939725" y="1374910"/>
                </a:lnTo>
                <a:lnTo>
                  <a:pt x="941888" y="1374910"/>
                </a:lnTo>
                <a:lnTo>
                  <a:pt x="944051" y="1374910"/>
                </a:lnTo>
                <a:lnTo>
                  <a:pt x="946225" y="1374910"/>
                </a:lnTo>
                <a:lnTo>
                  <a:pt x="948388" y="1374910"/>
                </a:lnTo>
                <a:lnTo>
                  <a:pt x="950551" y="1374910"/>
                </a:lnTo>
                <a:lnTo>
                  <a:pt x="952714" y="1374910"/>
                </a:lnTo>
                <a:lnTo>
                  <a:pt x="954877" y="1374910"/>
                </a:lnTo>
                <a:lnTo>
                  <a:pt x="957051" y="1374910"/>
                </a:lnTo>
                <a:lnTo>
                  <a:pt x="959214" y="1374910"/>
                </a:lnTo>
                <a:lnTo>
                  <a:pt x="961377" y="1374910"/>
                </a:lnTo>
                <a:lnTo>
                  <a:pt x="963540" y="1374910"/>
                </a:lnTo>
                <a:lnTo>
                  <a:pt x="965714" y="1374910"/>
                </a:lnTo>
                <a:lnTo>
                  <a:pt x="967877" y="1374910"/>
                </a:lnTo>
                <a:lnTo>
                  <a:pt x="970040" y="1374910"/>
                </a:lnTo>
                <a:lnTo>
                  <a:pt x="972203" y="1374910"/>
                </a:lnTo>
                <a:lnTo>
                  <a:pt x="974366" y="1374910"/>
                </a:lnTo>
                <a:lnTo>
                  <a:pt x="976540" y="1374910"/>
                </a:lnTo>
                <a:lnTo>
                  <a:pt x="978703" y="1374910"/>
                </a:lnTo>
                <a:lnTo>
                  <a:pt x="980866" y="1374910"/>
                </a:lnTo>
                <a:lnTo>
                  <a:pt x="983029" y="1374910"/>
                </a:lnTo>
                <a:lnTo>
                  <a:pt x="985192" y="1374910"/>
                </a:lnTo>
                <a:lnTo>
                  <a:pt x="987366" y="1374910"/>
                </a:lnTo>
                <a:lnTo>
                  <a:pt x="989529" y="1374910"/>
                </a:lnTo>
                <a:lnTo>
                  <a:pt x="991692" y="1374910"/>
                </a:lnTo>
                <a:lnTo>
                  <a:pt x="993855" y="1374910"/>
                </a:lnTo>
                <a:lnTo>
                  <a:pt x="996018" y="1374910"/>
                </a:lnTo>
                <a:lnTo>
                  <a:pt x="998192" y="1374910"/>
                </a:lnTo>
                <a:lnTo>
                  <a:pt x="1000355" y="1374910"/>
                </a:lnTo>
                <a:lnTo>
                  <a:pt x="1002518" y="1374910"/>
                </a:lnTo>
                <a:lnTo>
                  <a:pt x="1004681" y="1374910"/>
                </a:lnTo>
                <a:lnTo>
                  <a:pt x="1006844" y="1374910"/>
                </a:lnTo>
                <a:lnTo>
                  <a:pt x="1009018" y="1374910"/>
                </a:lnTo>
                <a:lnTo>
                  <a:pt x="1011181" y="1374910"/>
                </a:lnTo>
                <a:lnTo>
                  <a:pt x="1013344" y="1374910"/>
                </a:lnTo>
                <a:lnTo>
                  <a:pt x="1015507" y="1374910"/>
                </a:lnTo>
                <a:lnTo>
                  <a:pt x="1017671" y="1374910"/>
                </a:lnTo>
                <a:lnTo>
                  <a:pt x="1019844" y="1374910"/>
                </a:lnTo>
                <a:lnTo>
                  <a:pt x="1022007" y="1374910"/>
                </a:lnTo>
                <a:lnTo>
                  <a:pt x="1024170" y="1374910"/>
                </a:lnTo>
                <a:lnTo>
                  <a:pt x="1026334" y="1374910"/>
                </a:lnTo>
                <a:lnTo>
                  <a:pt x="1028497" y="1374910"/>
                </a:lnTo>
                <a:lnTo>
                  <a:pt x="1030670" y="1374910"/>
                </a:lnTo>
                <a:lnTo>
                  <a:pt x="1032833" y="1374910"/>
                </a:lnTo>
                <a:lnTo>
                  <a:pt x="1034997" y="1374910"/>
                </a:lnTo>
                <a:lnTo>
                  <a:pt x="1037160" y="1374910"/>
                </a:lnTo>
                <a:lnTo>
                  <a:pt x="1039323" y="1374910"/>
                </a:lnTo>
                <a:lnTo>
                  <a:pt x="1041496" y="1374910"/>
                </a:lnTo>
                <a:lnTo>
                  <a:pt x="1043659" y="1374910"/>
                </a:lnTo>
                <a:lnTo>
                  <a:pt x="1045823" y="1374910"/>
                </a:lnTo>
                <a:lnTo>
                  <a:pt x="1047986" y="1374910"/>
                </a:lnTo>
                <a:lnTo>
                  <a:pt x="1050149" y="1374910"/>
                </a:lnTo>
                <a:lnTo>
                  <a:pt x="1052322" y="1374910"/>
                </a:lnTo>
                <a:lnTo>
                  <a:pt x="1054486" y="1374910"/>
                </a:lnTo>
                <a:lnTo>
                  <a:pt x="1056649" y="1374910"/>
                </a:lnTo>
                <a:lnTo>
                  <a:pt x="1058812" y="1374910"/>
                </a:lnTo>
                <a:lnTo>
                  <a:pt x="1060985" y="1374910"/>
                </a:lnTo>
                <a:lnTo>
                  <a:pt x="1063149" y="1374910"/>
                </a:lnTo>
                <a:lnTo>
                  <a:pt x="1065312" y="1374910"/>
                </a:lnTo>
                <a:lnTo>
                  <a:pt x="1067475" y="1374910"/>
                </a:lnTo>
                <a:lnTo>
                  <a:pt x="1069638" y="1374910"/>
                </a:lnTo>
                <a:lnTo>
                  <a:pt x="1071811" y="1374910"/>
                </a:lnTo>
                <a:lnTo>
                  <a:pt x="1073975" y="1374910"/>
                </a:lnTo>
                <a:lnTo>
                  <a:pt x="1076138" y="1374910"/>
                </a:lnTo>
                <a:lnTo>
                  <a:pt x="1078301" y="1374910"/>
                </a:lnTo>
                <a:lnTo>
                  <a:pt x="1080464" y="1374910"/>
                </a:lnTo>
                <a:lnTo>
                  <a:pt x="1082638" y="1374910"/>
                </a:lnTo>
                <a:lnTo>
                  <a:pt x="1084801" y="1374910"/>
                </a:lnTo>
                <a:lnTo>
                  <a:pt x="1086964" y="1374910"/>
                </a:lnTo>
                <a:lnTo>
                  <a:pt x="1089127" y="1374910"/>
                </a:lnTo>
                <a:lnTo>
                  <a:pt x="1091290" y="1374910"/>
                </a:lnTo>
                <a:lnTo>
                  <a:pt x="1093464" y="1374910"/>
                </a:lnTo>
                <a:lnTo>
                  <a:pt x="1095627" y="1374910"/>
                </a:lnTo>
                <a:lnTo>
                  <a:pt x="1097790" y="1374910"/>
                </a:lnTo>
                <a:lnTo>
                  <a:pt x="1099953" y="1374910"/>
                </a:lnTo>
                <a:lnTo>
                  <a:pt x="1102116" y="1374910"/>
                </a:lnTo>
                <a:lnTo>
                  <a:pt x="1104290" y="1374910"/>
                </a:lnTo>
                <a:lnTo>
                  <a:pt x="1106453" y="1374910"/>
                </a:lnTo>
                <a:lnTo>
                  <a:pt x="1108616" y="1374910"/>
                </a:lnTo>
                <a:lnTo>
                  <a:pt x="1110779" y="1374910"/>
                </a:lnTo>
                <a:lnTo>
                  <a:pt x="1112942" y="1374910"/>
                </a:lnTo>
                <a:lnTo>
                  <a:pt x="1115116" y="1374910"/>
                </a:lnTo>
                <a:lnTo>
                  <a:pt x="1117279" y="1374910"/>
                </a:lnTo>
                <a:lnTo>
                  <a:pt x="1119442" y="1374910"/>
                </a:lnTo>
                <a:lnTo>
                  <a:pt x="1121605" y="1374910"/>
                </a:lnTo>
                <a:lnTo>
                  <a:pt x="1123768" y="1374910"/>
                </a:lnTo>
                <a:lnTo>
                  <a:pt x="1125942" y="1374910"/>
                </a:lnTo>
                <a:lnTo>
                  <a:pt x="1128105" y="1374910"/>
                </a:lnTo>
                <a:lnTo>
                  <a:pt x="1130268" y="1374910"/>
                </a:lnTo>
                <a:lnTo>
                  <a:pt x="1132431" y="1374910"/>
                </a:lnTo>
                <a:lnTo>
                  <a:pt x="1134595" y="1374910"/>
                </a:lnTo>
                <a:lnTo>
                  <a:pt x="1136768" y="1374910"/>
                </a:lnTo>
                <a:lnTo>
                  <a:pt x="1138931" y="1374910"/>
                </a:lnTo>
                <a:lnTo>
                  <a:pt x="1141094" y="1374910"/>
                </a:lnTo>
                <a:lnTo>
                  <a:pt x="1143258" y="1374910"/>
                </a:lnTo>
                <a:lnTo>
                  <a:pt x="1145421" y="1374910"/>
                </a:lnTo>
                <a:lnTo>
                  <a:pt x="1147594" y="1374910"/>
                </a:lnTo>
                <a:lnTo>
                  <a:pt x="1149757" y="1374910"/>
                </a:lnTo>
                <a:lnTo>
                  <a:pt x="1151920" y="1374910"/>
                </a:lnTo>
                <a:lnTo>
                  <a:pt x="1154084" y="1374910"/>
                </a:lnTo>
                <a:lnTo>
                  <a:pt x="1156247" y="1374910"/>
                </a:lnTo>
                <a:lnTo>
                  <a:pt x="1158420" y="1374910"/>
                </a:lnTo>
                <a:lnTo>
                  <a:pt x="1160583" y="1374910"/>
                </a:lnTo>
                <a:lnTo>
                  <a:pt x="1162747" y="1374910"/>
                </a:lnTo>
                <a:lnTo>
                  <a:pt x="1164910" y="1374910"/>
                </a:lnTo>
                <a:lnTo>
                  <a:pt x="1167083" y="1374910"/>
                </a:lnTo>
                <a:lnTo>
                  <a:pt x="1169246" y="1374910"/>
                </a:lnTo>
                <a:lnTo>
                  <a:pt x="1171409" y="1374910"/>
                </a:lnTo>
                <a:lnTo>
                  <a:pt x="1173573" y="1374910"/>
                </a:lnTo>
                <a:lnTo>
                  <a:pt x="1175736" y="1374910"/>
                </a:lnTo>
                <a:lnTo>
                  <a:pt x="1177909" y="1374910"/>
                </a:lnTo>
                <a:lnTo>
                  <a:pt x="1180072" y="1374910"/>
                </a:lnTo>
                <a:lnTo>
                  <a:pt x="1182236" y="1374910"/>
                </a:lnTo>
                <a:lnTo>
                  <a:pt x="1184399" y="1374910"/>
                </a:lnTo>
                <a:lnTo>
                  <a:pt x="1186562" y="1374910"/>
                </a:lnTo>
                <a:lnTo>
                  <a:pt x="1188735" y="1374910"/>
                </a:lnTo>
                <a:lnTo>
                  <a:pt x="1190899" y="1374910"/>
                </a:lnTo>
                <a:lnTo>
                  <a:pt x="1193062" y="1374910"/>
                </a:lnTo>
                <a:lnTo>
                  <a:pt x="1195225" y="1374910"/>
                </a:lnTo>
                <a:lnTo>
                  <a:pt x="1197388" y="1374910"/>
                </a:lnTo>
                <a:lnTo>
                  <a:pt x="1199562" y="1374910"/>
                </a:lnTo>
                <a:lnTo>
                  <a:pt x="1201725" y="1374910"/>
                </a:lnTo>
                <a:lnTo>
                  <a:pt x="1203888" y="1374910"/>
                </a:lnTo>
                <a:lnTo>
                  <a:pt x="1206051" y="1374910"/>
                </a:lnTo>
                <a:lnTo>
                  <a:pt x="1208214" y="1374910"/>
                </a:lnTo>
                <a:lnTo>
                  <a:pt x="1210388" y="1374910"/>
                </a:lnTo>
                <a:lnTo>
                  <a:pt x="1212551" y="1374910"/>
                </a:lnTo>
                <a:lnTo>
                  <a:pt x="1214714" y="1374899"/>
                </a:lnTo>
                <a:lnTo>
                  <a:pt x="1216877" y="1374899"/>
                </a:lnTo>
                <a:lnTo>
                  <a:pt x="1219040" y="1374899"/>
                </a:lnTo>
                <a:lnTo>
                  <a:pt x="1221214" y="1374899"/>
                </a:lnTo>
                <a:lnTo>
                  <a:pt x="1223377" y="1374889"/>
                </a:lnTo>
                <a:lnTo>
                  <a:pt x="1225540" y="1374889"/>
                </a:lnTo>
                <a:lnTo>
                  <a:pt x="1227703" y="1374879"/>
                </a:lnTo>
                <a:lnTo>
                  <a:pt x="1229866" y="1374879"/>
                </a:lnTo>
                <a:lnTo>
                  <a:pt x="1232040" y="1374868"/>
                </a:lnTo>
                <a:lnTo>
                  <a:pt x="1234203" y="1374848"/>
                </a:lnTo>
                <a:lnTo>
                  <a:pt x="1236366" y="1374827"/>
                </a:lnTo>
                <a:lnTo>
                  <a:pt x="1238529" y="1374806"/>
                </a:lnTo>
                <a:lnTo>
                  <a:pt x="1240692" y="1374786"/>
                </a:lnTo>
                <a:lnTo>
                  <a:pt x="1242866" y="1374744"/>
                </a:lnTo>
                <a:lnTo>
                  <a:pt x="1245029" y="1374703"/>
                </a:lnTo>
                <a:lnTo>
                  <a:pt x="1247192" y="1374641"/>
                </a:lnTo>
                <a:lnTo>
                  <a:pt x="1249355" y="1374578"/>
                </a:lnTo>
                <a:lnTo>
                  <a:pt x="1251518" y="1374485"/>
                </a:lnTo>
                <a:lnTo>
                  <a:pt x="1253692" y="1374382"/>
                </a:lnTo>
                <a:lnTo>
                  <a:pt x="1255855" y="1374237"/>
                </a:lnTo>
                <a:lnTo>
                  <a:pt x="1258018" y="1374071"/>
                </a:lnTo>
                <a:lnTo>
                  <a:pt x="1260181" y="1373875"/>
                </a:lnTo>
                <a:lnTo>
                  <a:pt x="1262355" y="1373616"/>
                </a:lnTo>
                <a:lnTo>
                  <a:pt x="1264518" y="1373316"/>
                </a:lnTo>
                <a:lnTo>
                  <a:pt x="1266681" y="1372943"/>
                </a:lnTo>
                <a:lnTo>
                  <a:pt x="1268844" y="1372498"/>
                </a:lnTo>
                <a:lnTo>
                  <a:pt x="1271007" y="1371950"/>
                </a:lnTo>
                <a:lnTo>
                  <a:pt x="1273181" y="1371298"/>
                </a:lnTo>
                <a:lnTo>
                  <a:pt x="1275344" y="1370511"/>
                </a:lnTo>
                <a:lnTo>
                  <a:pt x="1277507" y="1369579"/>
                </a:lnTo>
                <a:lnTo>
                  <a:pt x="1279670" y="1368462"/>
                </a:lnTo>
                <a:lnTo>
                  <a:pt x="1281834" y="1367147"/>
                </a:lnTo>
                <a:lnTo>
                  <a:pt x="1284007" y="1365584"/>
                </a:lnTo>
                <a:lnTo>
                  <a:pt x="1286170" y="1363742"/>
                </a:lnTo>
                <a:lnTo>
                  <a:pt x="1288333" y="1361589"/>
                </a:lnTo>
                <a:lnTo>
                  <a:pt x="1290497" y="1359074"/>
                </a:lnTo>
                <a:lnTo>
                  <a:pt x="1292660" y="1356145"/>
                </a:lnTo>
                <a:lnTo>
                  <a:pt x="1294833" y="1352740"/>
                </a:lnTo>
                <a:lnTo>
                  <a:pt x="1296996" y="1348807"/>
                </a:lnTo>
                <a:lnTo>
                  <a:pt x="1299160" y="1344284"/>
                </a:lnTo>
                <a:lnTo>
                  <a:pt x="1301323" y="1339088"/>
                </a:lnTo>
                <a:lnTo>
                  <a:pt x="1303486" y="1333148"/>
                </a:lnTo>
                <a:lnTo>
                  <a:pt x="1305659" y="1326379"/>
                </a:lnTo>
                <a:lnTo>
                  <a:pt x="1307822" y="1318709"/>
                </a:lnTo>
                <a:lnTo>
                  <a:pt x="1309986" y="1310036"/>
                </a:lnTo>
                <a:lnTo>
                  <a:pt x="1312149" y="1300266"/>
                </a:lnTo>
                <a:lnTo>
                  <a:pt x="1314312" y="1289315"/>
                </a:lnTo>
                <a:lnTo>
                  <a:pt x="1316485" y="1277071"/>
                </a:lnTo>
                <a:lnTo>
                  <a:pt x="1318649" y="1263451"/>
                </a:lnTo>
                <a:lnTo>
                  <a:pt x="1320812" y="1248350"/>
                </a:lnTo>
                <a:lnTo>
                  <a:pt x="1322975" y="1231687"/>
                </a:lnTo>
                <a:lnTo>
                  <a:pt x="1325138" y="1213346"/>
                </a:lnTo>
                <a:lnTo>
                  <a:pt x="1327311" y="1193267"/>
                </a:lnTo>
                <a:lnTo>
                  <a:pt x="1329475" y="1171367"/>
                </a:lnTo>
                <a:lnTo>
                  <a:pt x="1331638" y="1147572"/>
                </a:lnTo>
                <a:lnTo>
                  <a:pt x="1333801" y="1121832"/>
                </a:lnTo>
                <a:lnTo>
                  <a:pt x="1335964" y="1094094"/>
                </a:lnTo>
                <a:lnTo>
                  <a:pt x="1338137" y="1064358"/>
                </a:lnTo>
                <a:lnTo>
                  <a:pt x="1340301" y="1032594"/>
                </a:lnTo>
                <a:lnTo>
                  <a:pt x="1342464" y="998822"/>
                </a:lnTo>
                <a:lnTo>
                  <a:pt x="1344627" y="963080"/>
                </a:lnTo>
                <a:lnTo>
                  <a:pt x="1346790" y="925425"/>
                </a:lnTo>
                <a:lnTo>
                  <a:pt x="1348964" y="885941"/>
                </a:lnTo>
                <a:lnTo>
                  <a:pt x="1351127" y="844737"/>
                </a:lnTo>
                <a:lnTo>
                  <a:pt x="1353290" y="801955"/>
                </a:lnTo>
                <a:lnTo>
                  <a:pt x="1355453" y="757756"/>
                </a:lnTo>
                <a:lnTo>
                  <a:pt x="1357627" y="712336"/>
                </a:lnTo>
                <a:lnTo>
                  <a:pt x="1359790" y="665913"/>
                </a:lnTo>
                <a:lnTo>
                  <a:pt x="1361953" y="618734"/>
                </a:lnTo>
                <a:lnTo>
                  <a:pt x="1364116" y="571069"/>
                </a:lnTo>
                <a:lnTo>
                  <a:pt x="1366279" y="523211"/>
                </a:lnTo>
                <a:lnTo>
                  <a:pt x="1368453" y="475472"/>
                </a:lnTo>
                <a:lnTo>
                  <a:pt x="1370616" y="428183"/>
                </a:lnTo>
                <a:lnTo>
                  <a:pt x="1372779" y="381686"/>
                </a:lnTo>
                <a:lnTo>
                  <a:pt x="1374942" y="336334"/>
                </a:lnTo>
                <a:lnTo>
                  <a:pt x="1377105" y="292486"/>
                </a:lnTo>
                <a:lnTo>
                  <a:pt x="1379279" y="250497"/>
                </a:lnTo>
                <a:lnTo>
                  <a:pt x="1381442" y="210722"/>
                </a:lnTo>
                <a:lnTo>
                  <a:pt x="1383605" y="173506"/>
                </a:lnTo>
                <a:lnTo>
                  <a:pt x="1385768" y="139179"/>
                </a:lnTo>
                <a:lnTo>
                  <a:pt x="1387931" y="108055"/>
                </a:lnTo>
                <a:lnTo>
                  <a:pt x="1390105" y="80419"/>
                </a:lnTo>
                <a:lnTo>
                  <a:pt x="1392268" y="56533"/>
                </a:lnTo>
                <a:lnTo>
                  <a:pt x="1394431" y="36623"/>
                </a:lnTo>
                <a:lnTo>
                  <a:pt x="1396594" y="20883"/>
                </a:lnTo>
                <a:lnTo>
                  <a:pt x="1398757" y="9465"/>
                </a:lnTo>
                <a:lnTo>
                  <a:pt x="1400931" y="2481"/>
                </a:lnTo>
                <a:lnTo>
                  <a:pt x="1403094" y="0"/>
                </a:lnTo>
                <a:lnTo>
                  <a:pt x="1405257" y="2047"/>
                </a:lnTo>
                <a:lnTo>
                  <a:pt x="1407420" y="8600"/>
                </a:lnTo>
                <a:lnTo>
                  <a:pt x="1409584" y="19597"/>
                </a:lnTo>
                <a:lnTo>
                  <a:pt x="1411757" y="34928"/>
                </a:lnTo>
                <a:lnTo>
                  <a:pt x="1413920" y="54445"/>
                </a:lnTo>
                <a:lnTo>
                  <a:pt x="1416083" y="77959"/>
                </a:lnTo>
                <a:lnTo>
                  <a:pt x="1418246" y="105246"/>
                </a:lnTo>
                <a:lnTo>
                  <a:pt x="1420410" y="136047"/>
                </a:lnTo>
                <a:lnTo>
                  <a:pt x="1422583" y="170080"/>
                </a:lnTo>
                <a:lnTo>
                  <a:pt x="1424746" y="207033"/>
                </a:lnTo>
                <a:lnTo>
                  <a:pt x="1426909" y="246576"/>
                </a:lnTo>
                <a:lnTo>
                  <a:pt x="1429073" y="288368"/>
                </a:lnTo>
                <a:lnTo>
                  <a:pt x="1431236" y="332055"/>
                </a:lnTo>
                <a:lnTo>
                  <a:pt x="1433409" y="377277"/>
                </a:lnTo>
                <a:lnTo>
                  <a:pt x="1435572" y="423679"/>
                </a:lnTo>
                <a:lnTo>
                  <a:pt x="1437736" y="470907"/>
                </a:lnTo>
                <a:lnTo>
                  <a:pt x="1439899" y="518617"/>
                </a:lnTo>
                <a:lnTo>
                  <a:pt x="1442062" y="566478"/>
                </a:lnTo>
                <a:lnTo>
                  <a:pt x="1444235" y="614175"/>
                </a:lnTo>
                <a:lnTo>
                  <a:pt x="1446399" y="661412"/>
                </a:lnTo>
                <a:lnTo>
                  <a:pt x="1448562" y="707919"/>
                </a:lnTo>
                <a:lnTo>
                  <a:pt x="1450725" y="753445"/>
                </a:lnTo>
                <a:lnTo>
                  <a:pt x="1452898" y="797770"/>
                </a:lnTo>
                <a:lnTo>
                  <a:pt x="1455061" y="840697"/>
                </a:lnTo>
                <a:lnTo>
                  <a:pt x="1457225" y="882057"/>
                </a:lnTo>
                <a:lnTo>
                  <a:pt x="1459388" y="921711"/>
                </a:lnTo>
                <a:lnTo>
                  <a:pt x="1461551" y="959547"/>
                </a:lnTo>
                <a:lnTo>
                  <a:pt x="1463724" y="995479"/>
                </a:lnTo>
                <a:lnTo>
                  <a:pt x="1465888" y="1029437"/>
                </a:lnTo>
                <a:lnTo>
                  <a:pt x="1468051" y="1061398"/>
                </a:lnTo>
                <a:lnTo>
                  <a:pt x="1470214" y="1091330"/>
                </a:lnTo>
                <a:lnTo>
                  <a:pt x="1472377" y="1119255"/>
                </a:lnTo>
                <a:lnTo>
                  <a:pt x="1474550" y="1145181"/>
                </a:lnTo>
                <a:lnTo>
                  <a:pt x="1476714" y="1169162"/>
                </a:lnTo>
                <a:lnTo>
                  <a:pt x="1478877" y="1191249"/>
                </a:lnTo>
                <a:lnTo>
                  <a:pt x="1481040" y="1211504"/>
                </a:lnTo>
                <a:lnTo>
                  <a:pt x="1483203" y="1229999"/>
                </a:lnTo>
                <a:lnTo>
                  <a:pt x="1485377" y="1246829"/>
                </a:lnTo>
                <a:lnTo>
                  <a:pt x="1487540" y="1262074"/>
                </a:lnTo>
                <a:lnTo>
                  <a:pt x="1489703" y="1275829"/>
                </a:lnTo>
                <a:lnTo>
                  <a:pt x="1491866" y="1288197"/>
                </a:lnTo>
                <a:lnTo>
                  <a:pt x="1494029" y="1299262"/>
                </a:lnTo>
                <a:lnTo>
                  <a:pt x="1496203" y="1309146"/>
                </a:lnTo>
                <a:lnTo>
                  <a:pt x="1498366" y="1317912"/>
                </a:lnTo>
                <a:lnTo>
                  <a:pt x="1500529" y="1325685"/>
                </a:lnTo>
                <a:lnTo>
                  <a:pt x="1502692" y="1332526"/>
                </a:lnTo>
                <a:lnTo>
                  <a:pt x="1504855" y="1338550"/>
                </a:lnTo>
                <a:lnTo>
                  <a:pt x="1507029" y="1343808"/>
                </a:lnTo>
                <a:lnTo>
                  <a:pt x="1509192" y="1348403"/>
                </a:lnTo>
                <a:lnTo>
                  <a:pt x="1511355" y="1352388"/>
                </a:lnTo>
                <a:lnTo>
                  <a:pt x="1513518" y="1355835"/>
                </a:lnTo>
                <a:lnTo>
                  <a:pt x="1515681" y="1358815"/>
                </a:lnTo>
                <a:lnTo>
                  <a:pt x="1517855" y="1361372"/>
                </a:lnTo>
                <a:lnTo>
                  <a:pt x="1520018" y="1363556"/>
                </a:lnTo>
                <a:lnTo>
                  <a:pt x="1522181" y="1365419"/>
                </a:lnTo>
                <a:lnTo>
                  <a:pt x="1524344" y="1367002"/>
                </a:lnTo>
                <a:lnTo>
                  <a:pt x="1526507" y="1368348"/>
                </a:lnTo>
                <a:lnTo>
                  <a:pt x="1528681" y="1369476"/>
                </a:lnTo>
                <a:lnTo>
                  <a:pt x="1530844" y="1370428"/>
                </a:lnTo>
                <a:lnTo>
                  <a:pt x="1533007" y="1371225"/>
                </a:lnTo>
                <a:lnTo>
                  <a:pt x="1535170" y="1371887"/>
                </a:lnTo>
                <a:lnTo>
                  <a:pt x="1537334" y="1372446"/>
                </a:lnTo>
                <a:lnTo>
                  <a:pt x="1539507" y="1372902"/>
                </a:lnTo>
                <a:lnTo>
                  <a:pt x="1541670" y="1373285"/>
                </a:lnTo>
                <a:lnTo>
                  <a:pt x="1543833" y="1373595"/>
                </a:lnTo>
                <a:lnTo>
                  <a:pt x="1545997" y="1373854"/>
                </a:lnTo>
                <a:lnTo>
                  <a:pt x="1548170" y="1374061"/>
                </a:lnTo>
                <a:lnTo>
                  <a:pt x="1550333" y="1374227"/>
                </a:lnTo>
                <a:lnTo>
                  <a:pt x="1552496" y="1374361"/>
                </a:lnTo>
                <a:lnTo>
                  <a:pt x="1554659" y="1374475"/>
                </a:lnTo>
                <a:lnTo>
                  <a:pt x="1556823" y="1374568"/>
                </a:lnTo>
                <a:lnTo>
                  <a:pt x="1558996" y="1374641"/>
                </a:lnTo>
                <a:lnTo>
                  <a:pt x="1561159" y="1374692"/>
                </a:lnTo>
                <a:lnTo>
                  <a:pt x="1563322" y="1374744"/>
                </a:lnTo>
                <a:lnTo>
                  <a:pt x="1565486" y="1374775"/>
                </a:lnTo>
                <a:lnTo>
                  <a:pt x="1567649" y="1374806"/>
                </a:lnTo>
                <a:lnTo>
                  <a:pt x="1569822" y="1374827"/>
                </a:lnTo>
                <a:lnTo>
                  <a:pt x="1571985" y="1374848"/>
                </a:lnTo>
                <a:lnTo>
                  <a:pt x="1574148" y="1374858"/>
                </a:lnTo>
                <a:lnTo>
                  <a:pt x="1576312" y="1374868"/>
                </a:lnTo>
                <a:lnTo>
                  <a:pt x="1578475" y="1374879"/>
                </a:lnTo>
                <a:lnTo>
                  <a:pt x="1580648" y="1374889"/>
                </a:lnTo>
                <a:lnTo>
                  <a:pt x="1582811" y="1374889"/>
                </a:lnTo>
                <a:lnTo>
                  <a:pt x="1584975" y="1374899"/>
                </a:lnTo>
                <a:lnTo>
                  <a:pt x="1587138" y="1374899"/>
                </a:lnTo>
                <a:lnTo>
                  <a:pt x="1589301" y="1374899"/>
                </a:lnTo>
                <a:lnTo>
                  <a:pt x="1591474" y="1374899"/>
                </a:lnTo>
                <a:lnTo>
                  <a:pt x="1593638" y="1374910"/>
                </a:lnTo>
                <a:lnTo>
                  <a:pt x="1595801" y="1374910"/>
                </a:lnTo>
                <a:lnTo>
                  <a:pt x="1597964" y="1374910"/>
                </a:lnTo>
                <a:lnTo>
                  <a:pt x="1600127" y="1374910"/>
                </a:lnTo>
                <a:lnTo>
                  <a:pt x="1602301" y="1374910"/>
                </a:lnTo>
                <a:lnTo>
                  <a:pt x="1604464" y="1374910"/>
                </a:lnTo>
                <a:lnTo>
                  <a:pt x="1606627" y="1374910"/>
                </a:lnTo>
                <a:lnTo>
                  <a:pt x="1608790" y="1374910"/>
                </a:lnTo>
                <a:lnTo>
                  <a:pt x="1610953" y="1374910"/>
                </a:lnTo>
                <a:lnTo>
                  <a:pt x="1613127" y="1374910"/>
                </a:lnTo>
                <a:lnTo>
                  <a:pt x="1615290" y="1374910"/>
                </a:lnTo>
                <a:lnTo>
                  <a:pt x="1617453" y="1374910"/>
                </a:lnTo>
                <a:lnTo>
                  <a:pt x="1619616" y="1374910"/>
                </a:lnTo>
                <a:lnTo>
                  <a:pt x="1621779" y="1374910"/>
                </a:lnTo>
                <a:lnTo>
                  <a:pt x="1623953" y="1374910"/>
                </a:lnTo>
                <a:lnTo>
                  <a:pt x="1626116" y="1374910"/>
                </a:lnTo>
                <a:lnTo>
                  <a:pt x="1628279" y="1374910"/>
                </a:lnTo>
                <a:lnTo>
                  <a:pt x="1630442" y="1374910"/>
                </a:lnTo>
                <a:lnTo>
                  <a:pt x="1632605" y="1374910"/>
                </a:lnTo>
                <a:lnTo>
                  <a:pt x="1634779" y="1374910"/>
                </a:lnTo>
                <a:lnTo>
                  <a:pt x="1636942" y="1374910"/>
                </a:lnTo>
                <a:lnTo>
                  <a:pt x="1639105" y="1374910"/>
                </a:lnTo>
                <a:lnTo>
                  <a:pt x="1641268" y="1374910"/>
                </a:lnTo>
                <a:lnTo>
                  <a:pt x="1643442" y="1374910"/>
                </a:lnTo>
                <a:lnTo>
                  <a:pt x="1645605" y="1374910"/>
                </a:lnTo>
                <a:lnTo>
                  <a:pt x="1647768" y="1374910"/>
                </a:lnTo>
                <a:lnTo>
                  <a:pt x="1649931" y="1374910"/>
                </a:lnTo>
                <a:lnTo>
                  <a:pt x="1652094" y="1374910"/>
                </a:lnTo>
                <a:lnTo>
                  <a:pt x="1654268" y="1374910"/>
                </a:lnTo>
                <a:lnTo>
                  <a:pt x="1656431" y="1374910"/>
                </a:lnTo>
                <a:lnTo>
                  <a:pt x="1658594" y="1374910"/>
                </a:lnTo>
                <a:lnTo>
                  <a:pt x="1660757" y="1374910"/>
                </a:lnTo>
                <a:lnTo>
                  <a:pt x="1662920" y="1374910"/>
                </a:lnTo>
                <a:lnTo>
                  <a:pt x="1665094" y="1374910"/>
                </a:lnTo>
                <a:lnTo>
                  <a:pt x="1667257" y="1374910"/>
                </a:lnTo>
                <a:lnTo>
                  <a:pt x="1669420" y="1374910"/>
                </a:lnTo>
                <a:lnTo>
                  <a:pt x="1671583" y="1374910"/>
                </a:lnTo>
                <a:lnTo>
                  <a:pt x="1673746" y="1374910"/>
                </a:lnTo>
                <a:lnTo>
                  <a:pt x="1675920" y="1374910"/>
                </a:lnTo>
                <a:lnTo>
                  <a:pt x="1678083" y="1374910"/>
                </a:lnTo>
                <a:lnTo>
                  <a:pt x="1680246" y="1374910"/>
                </a:lnTo>
                <a:lnTo>
                  <a:pt x="1682409" y="1374910"/>
                </a:lnTo>
                <a:lnTo>
                  <a:pt x="1684573" y="1374910"/>
                </a:lnTo>
                <a:lnTo>
                  <a:pt x="1686746" y="1374910"/>
                </a:lnTo>
                <a:lnTo>
                  <a:pt x="1688909" y="1374910"/>
                </a:lnTo>
                <a:lnTo>
                  <a:pt x="1691072" y="1374910"/>
                </a:lnTo>
                <a:lnTo>
                  <a:pt x="1693236" y="1374910"/>
                </a:lnTo>
                <a:lnTo>
                  <a:pt x="1695399" y="1374910"/>
                </a:lnTo>
                <a:lnTo>
                  <a:pt x="1697572" y="1374910"/>
                </a:lnTo>
                <a:lnTo>
                  <a:pt x="1699735" y="1374910"/>
                </a:lnTo>
                <a:lnTo>
                  <a:pt x="1701899" y="1374910"/>
                </a:lnTo>
                <a:lnTo>
                  <a:pt x="1704062" y="1374910"/>
                </a:lnTo>
                <a:lnTo>
                  <a:pt x="1706225" y="1374910"/>
                </a:lnTo>
                <a:lnTo>
                  <a:pt x="1708398" y="1374910"/>
                </a:lnTo>
                <a:lnTo>
                  <a:pt x="1710561" y="1374910"/>
                </a:lnTo>
                <a:lnTo>
                  <a:pt x="1712725" y="1374910"/>
                </a:lnTo>
                <a:lnTo>
                  <a:pt x="1714888" y="1374910"/>
                </a:lnTo>
                <a:lnTo>
                  <a:pt x="1717051" y="1374910"/>
                </a:lnTo>
                <a:lnTo>
                  <a:pt x="1719224" y="1374910"/>
                </a:lnTo>
                <a:lnTo>
                  <a:pt x="1721388" y="1374910"/>
                </a:lnTo>
                <a:lnTo>
                  <a:pt x="1723551" y="1374910"/>
                </a:lnTo>
                <a:lnTo>
                  <a:pt x="1725714" y="1374910"/>
                </a:lnTo>
                <a:lnTo>
                  <a:pt x="1727877" y="1374910"/>
                </a:lnTo>
                <a:lnTo>
                  <a:pt x="1730050" y="1374910"/>
                </a:lnTo>
                <a:lnTo>
                  <a:pt x="1732214" y="1374910"/>
                </a:lnTo>
                <a:lnTo>
                  <a:pt x="1734377" y="1374910"/>
                </a:lnTo>
                <a:lnTo>
                  <a:pt x="1736540" y="1374910"/>
                </a:lnTo>
                <a:lnTo>
                  <a:pt x="1738713" y="1374910"/>
                </a:lnTo>
                <a:lnTo>
                  <a:pt x="1740877" y="1374910"/>
                </a:lnTo>
                <a:lnTo>
                  <a:pt x="1743040" y="1374910"/>
                </a:lnTo>
                <a:lnTo>
                  <a:pt x="1745203" y="1374910"/>
                </a:lnTo>
                <a:lnTo>
                  <a:pt x="1747366" y="1374910"/>
                </a:lnTo>
                <a:lnTo>
                  <a:pt x="1749540" y="1374910"/>
                </a:lnTo>
                <a:lnTo>
                  <a:pt x="1751703" y="1374910"/>
                </a:lnTo>
                <a:lnTo>
                  <a:pt x="1753866" y="1374910"/>
                </a:lnTo>
                <a:lnTo>
                  <a:pt x="1756029" y="1374910"/>
                </a:lnTo>
                <a:lnTo>
                  <a:pt x="1758192" y="1374910"/>
                </a:lnTo>
                <a:lnTo>
                  <a:pt x="1760366" y="1374910"/>
                </a:lnTo>
                <a:lnTo>
                  <a:pt x="1762529" y="1374910"/>
                </a:lnTo>
                <a:lnTo>
                  <a:pt x="1764692" y="1374910"/>
                </a:lnTo>
                <a:lnTo>
                  <a:pt x="1766855" y="1374910"/>
                </a:lnTo>
                <a:lnTo>
                  <a:pt x="1769018" y="1374910"/>
                </a:lnTo>
                <a:lnTo>
                  <a:pt x="1771192" y="1374910"/>
                </a:lnTo>
                <a:lnTo>
                  <a:pt x="1773355" y="1374910"/>
                </a:lnTo>
                <a:lnTo>
                  <a:pt x="1775518" y="1374910"/>
                </a:lnTo>
                <a:lnTo>
                  <a:pt x="1777681" y="1374910"/>
                </a:lnTo>
                <a:lnTo>
                  <a:pt x="1779844" y="1374910"/>
                </a:lnTo>
                <a:lnTo>
                  <a:pt x="1782018" y="1374910"/>
                </a:lnTo>
                <a:lnTo>
                  <a:pt x="1784181" y="1374910"/>
                </a:lnTo>
                <a:lnTo>
                  <a:pt x="1786344" y="1374910"/>
                </a:lnTo>
                <a:lnTo>
                  <a:pt x="1788507" y="1374910"/>
                </a:lnTo>
                <a:lnTo>
                  <a:pt x="1790670" y="1374910"/>
                </a:lnTo>
                <a:lnTo>
                  <a:pt x="1792844" y="1374910"/>
                </a:lnTo>
                <a:lnTo>
                  <a:pt x="1795007" y="1374910"/>
                </a:lnTo>
                <a:lnTo>
                  <a:pt x="1797170" y="1374910"/>
                </a:lnTo>
                <a:lnTo>
                  <a:pt x="1799333" y="1374910"/>
                </a:lnTo>
                <a:lnTo>
                  <a:pt x="1801497" y="1374910"/>
                </a:lnTo>
                <a:lnTo>
                  <a:pt x="1803670" y="1374910"/>
                </a:lnTo>
                <a:lnTo>
                  <a:pt x="1805833" y="1374910"/>
                </a:lnTo>
                <a:lnTo>
                  <a:pt x="1807996" y="1374910"/>
                </a:lnTo>
                <a:lnTo>
                  <a:pt x="1810159" y="1374910"/>
                </a:lnTo>
                <a:lnTo>
                  <a:pt x="1812323" y="1374910"/>
                </a:lnTo>
                <a:lnTo>
                  <a:pt x="1814496" y="1374910"/>
                </a:lnTo>
                <a:lnTo>
                  <a:pt x="1816659" y="1374910"/>
                </a:lnTo>
                <a:lnTo>
                  <a:pt x="1818822" y="1374910"/>
                </a:lnTo>
                <a:lnTo>
                  <a:pt x="1820986" y="1374910"/>
                </a:lnTo>
                <a:lnTo>
                  <a:pt x="1823149" y="1374910"/>
                </a:lnTo>
                <a:lnTo>
                  <a:pt x="1825322" y="1374910"/>
                </a:lnTo>
                <a:lnTo>
                  <a:pt x="1827485" y="1374910"/>
                </a:lnTo>
                <a:lnTo>
                  <a:pt x="1829648" y="1374910"/>
                </a:lnTo>
                <a:lnTo>
                  <a:pt x="1831812" y="1374910"/>
                </a:lnTo>
                <a:lnTo>
                  <a:pt x="1833985" y="1374910"/>
                </a:lnTo>
                <a:lnTo>
                  <a:pt x="1836148" y="1374910"/>
                </a:lnTo>
                <a:lnTo>
                  <a:pt x="1838311" y="1374910"/>
                </a:lnTo>
                <a:lnTo>
                  <a:pt x="1840475" y="1374910"/>
                </a:lnTo>
                <a:lnTo>
                  <a:pt x="1842638" y="1374910"/>
                </a:lnTo>
                <a:lnTo>
                  <a:pt x="1844811" y="1374910"/>
                </a:lnTo>
                <a:lnTo>
                  <a:pt x="1846974" y="1374910"/>
                </a:lnTo>
                <a:lnTo>
                  <a:pt x="1849137" y="1374910"/>
                </a:lnTo>
                <a:lnTo>
                  <a:pt x="1851301" y="1374910"/>
                </a:lnTo>
                <a:lnTo>
                  <a:pt x="1853464" y="1374910"/>
                </a:lnTo>
                <a:lnTo>
                  <a:pt x="1855637" y="1374910"/>
                </a:lnTo>
                <a:lnTo>
                  <a:pt x="1857801" y="1374910"/>
                </a:lnTo>
                <a:lnTo>
                  <a:pt x="1859964" y="1374910"/>
                </a:lnTo>
                <a:lnTo>
                  <a:pt x="1862127" y="1374910"/>
                </a:lnTo>
                <a:lnTo>
                  <a:pt x="1864290" y="1374910"/>
                </a:lnTo>
                <a:lnTo>
                  <a:pt x="1866463" y="1374910"/>
                </a:lnTo>
                <a:lnTo>
                  <a:pt x="1868627" y="1374910"/>
                </a:lnTo>
                <a:lnTo>
                  <a:pt x="1870790" y="1374910"/>
                </a:lnTo>
                <a:lnTo>
                  <a:pt x="1872953" y="1374910"/>
                </a:lnTo>
                <a:lnTo>
                  <a:pt x="1875116" y="1374910"/>
                </a:lnTo>
                <a:lnTo>
                  <a:pt x="1877290" y="1374910"/>
                </a:lnTo>
                <a:lnTo>
                  <a:pt x="1879453" y="1374910"/>
                </a:lnTo>
                <a:lnTo>
                  <a:pt x="1881616" y="1374910"/>
                </a:lnTo>
                <a:lnTo>
                  <a:pt x="1883779" y="1374910"/>
                </a:lnTo>
                <a:lnTo>
                  <a:pt x="1885942" y="1374910"/>
                </a:lnTo>
                <a:lnTo>
                  <a:pt x="1888116" y="1374910"/>
                </a:lnTo>
                <a:lnTo>
                  <a:pt x="1890279" y="1374910"/>
                </a:lnTo>
                <a:lnTo>
                  <a:pt x="1892442" y="1374910"/>
                </a:lnTo>
                <a:lnTo>
                  <a:pt x="1894605" y="1374910"/>
                </a:lnTo>
                <a:lnTo>
                  <a:pt x="1896768" y="1374910"/>
                </a:lnTo>
                <a:lnTo>
                  <a:pt x="1898942" y="1374910"/>
                </a:lnTo>
                <a:lnTo>
                  <a:pt x="1901105" y="1374910"/>
                </a:lnTo>
                <a:lnTo>
                  <a:pt x="1903268" y="1374910"/>
                </a:lnTo>
                <a:lnTo>
                  <a:pt x="1905431" y="1374910"/>
                </a:lnTo>
                <a:lnTo>
                  <a:pt x="1907594" y="1374910"/>
                </a:lnTo>
                <a:lnTo>
                  <a:pt x="1909768" y="1374910"/>
                </a:lnTo>
                <a:lnTo>
                  <a:pt x="1911931" y="1374910"/>
                </a:lnTo>
                <a:lnTo>
                  <a:pt x="1914094" y="1374910"/>
                </a:lnTo>
                <a:lnTo>
                  <a:pt x="1916257" y="1374910"/>
                </a:lnTo>
                <a:lnTo>
                  <a:pt x="1918421" y="1374910"/>
                </a:lnTo>
                <a:lnTo>
                  <a:pt x="1920594" y="1374910"/>
                </a:lnTo>
                <a:lnTo>
                  <a:pt x="1922757" y="1374910"/>
                </a:lnTo>
                <a:lnTo>
                  <a:pt x="1924920" y="1374910"/>
                </a:lnTo>
                <a:lnTo>
                  <a:pt x="1927083" y="1374910"/>
                </a:lnTo>
                <a:lnTo>
                  <a:pt x="1929257" y="1374910"/>
                </a:lnTo>
                <a:lnTo>
                  <a:pt x="1931420" y="1374910"/>
                </a:lnTo>
                <a:lnTo>
                  <a:pt x="1933583" y="1374910"/>
                </a:lnTo>
                <a:lnTo>
                  <a:pt x="1935746" y="1374910"/>
                </a:lnTo>
                <a:lnTo>
                  <a:pt x="1937909" y="1374910"/>
                </a:lnTo>
                <a:lnTo>
                  <a:pt x="1940083" y="1374910"/>
                </a:lnTo>
                <a:lnTo>
                  <a:pt x="1942246" y="1374910"/>
                </a:lnTo>
                <a:lnTo>
                  <a:pt x="1944409" y="1374910"/>
                </a:lnTo>
                <a:lnTo>
                  <a:pt x="1946572" y="1374910"/>
                </a:lnTo>
                <a:lnTo>
                  <a:pt x="1948735" y="1374910"/>
                </a:lnTo>
                <a:lnTo>
                  <a:pt x="1950909" y="1374910"/>
                </a:lnTo>
                <a:lnTo>
                  <a:pt x="1953072" y="1374910"/>
                </a:lnTo>
                <a:lnTo>
                  <a:pt x="1955235" y="1374910"/>
                </a:lnTo>
                <a:lnTo>
                  <a:pt x="1957399" y="1374910"/>
                </a:lnTo>
                <a:lnTo>
                  <a:pt x="1959562" y="1374910"/>
                </a:lnTo>
                <a:lnTo>
                  <a:pt x="1961735" y="1374910"/>
                </a:lnTo>
                <a:lnTo>
                  <a:pt x="1963898" y="1374910"/>
                </a:lnTo>
                <a:lnTo>
                  <a:pt x="1966061" y="1374910"/>
                </a:lnTo>
                <a:lnTo>
                  <a:pt x="1968225" y="1374910"/>
                </a:lnTo>
                <a:lnTo>
                  <a:pt x="1970388" y="1374910"/>
                </a:lnTo>
                <a:lnTo>
                  <a:pt x="1972561" y="1374910"/>
                </a:lnTo>
                <a:lnTo>
                  <a:pt x="1974724" y="1374910"/>
                </a:lnTo>
                <a:lnTo>
                  <a:pt x="1976888" y="1374910"/>
                </a:lnTo>
                <a:lnTo>
                  <a:pt x="1979051" y="1374910"/>
                </a:lnTo>
                <a:lnTo>
                  <a:pt x="1981214" y="1374910"/>
                </a:lnTo>
                <a:lnTo>
                  <a:pt x="1983387" y="1374910"/>
                </a:lnTo>
                <a:lnTo>
                  <a:pt x="1985550" y="1374910"/>
                </a:lnTo>
                <a:lnTo>
                  <a:pt x="1987714" y="1374910"/>
                </a:lnTo>
                <a:lnTo>
                  <a:pt x="1989877" y="1374910"/>
                </a:lnTo>
                <a:lnTo>
                  <a:pt x="1992040" y="1374910"/>
                </a:lnTo>
                <a:lnTo>
                  <a:pt x="1994214" y="1374910"/>
                </a:lnTo>
                <a:lnTo>
                  <a:pt x="1996377" y="1374910"/>
                </a:lnTo>
                <a:lnTo>
                  <a:pt x="1998540" y="1374910"/>
                </a:lnTo>
                <a:lnTo>
                  <a:pt x="2000703" y="1374910"/>
                </a:lnTo>
                <a:lnTo>
                  <a:pt x="2002866" y="1374910"/>
                </a:lnTo>
                <a:lnTo>
                  <a:pt x="2005040" y="1374910"/>
                </a:lnTo>
                <a:lnTo>
                  <a:pt x="2007203" y="1374910"/>
                </a:lnTo>
                <a:lnTo>
                  <a:pt x="2009366" y="1374910"/>
                </a:lnTo>
                <a:lnTo>
                  <a:pt x="2011529" y="1374910"/>
                </a:lnTo>
                <a:lnTo>
                  <a:pt x="2013692" y="1374910"/>
                </a:lnTo>
                <a:lnTo>
                  <a:pt x="2015866" y="1374910"/>
                </a:lnTo>
                <a:lnTo>
                  <a:pt x="2018029" y="1374910"/>
                </a:lnTo>
                <a:lnTo>
                  <a:pt x="2020192" y="1374910"/>
                </a:lnTo>
                <a:lnTo>
                  <a:pt x="2022355" y="1374910"/>
                </a:lnTo>
                <a:lnTo>
                  <a:pt x="2024529" y="1374910"/>
                </a:lnTo>
                <a:lnTo>
                  <a:pt x="2026692" y="1374910"/>
                </a:lnTo>
                <a:lnTo>
                  <a:pt x="2028855" y="1374910"/>
                </a:lnTo>
                <a:lnTo>
                  <a:pt x="2031018" y="1374910"/>
                </a:lnTo>
                <a:lnTo>
                  <a:pt x="2033181" y="1374910"/>
                </a:lnTo>
                <a:lnTo>
                  <a:pt x="2035355" y="1374910"/>
                </a:lnTo>
                <a:lnTo>
                  <a:pt x="2037518" y="1374910"/>
                </a:lnTo>
                <a:lnTo>
                  <a:pt x="2039681" y="1374910"/>
                </a:lnTo>
                <a:lnTo>
                  <a:pt x="2041844" y="1374910"/>
                </a:lnTo>
                <a:lnTo>
                  <a:pt x="2044007" y="1374910"/>
                </a:lnTo>
                <a:lnTo>
                  <a:pt x="2046181" y="1374910"/>
                </a:lnTo>
                <a:lnTo>
                  <a:pt x="2048344" y="1374910"/>
                </a:lnTo>
                <a:lnTo>
                  <a:pt x="2050507" y="1374910"/>
                </a:lnTo>
                <a:lnTo>
                  <a:pt x="2052670" y="1374910"/>
                </a:lnTo>
                <a:lnTo>
                  <a:pt x="2054833" y="1374910"/>
                </a:lnTo>
                <a:lnTo>
                  <a:pt x="2057007" y="1374910"/>
                </a:lnTo>
                <a:lnTo>
                  <a:pt x="2059170" y="1374910"/>
                </a:lnTo>
                <a:lnTo>
                  <a:pt x="2061333" y="1374910"/>
                </a:lnTo>
                <a:lnTo>
                  <a:pt x="2063496" y="1374910"/>
                </a:lnTo>
                <a:lnTo>
                  <a:pt x="2065660" y="1374910"/>
                </a:lnTo>
                <a:lnTo>
                  <a:pt x="2067833" y="1374910"/>
                </a:lnTo>
                <a:lnTo>
                  <a:pt x="2069996" y="1374910"/>
                </a:lnTo>
                <a:lnTo>
                  <a:pt x="2072159" y="1374910"/>
                </a:lnTo>
                <a:lnTo>
                  <a:pt x="2074322" y="1374910"/>
                </a:lnTo>
                <a:lnTo>
                  <a:pt x="2076486" y="1374910"/>
                </a:lnTo>
                <a:lnTo>
                  <a:pt x="2078659" y="1374910"/>
                </a:lnTo>
                <a:lnTo>
                  <a:pt x="2080822" y="1374910"/>
                </a:lnTo>
                <a:lnTo>
                  <a:pt x="2082985" y="1374910"/>
                </a:lnTo>
                <a:lnTo>
                  <a:pt x="2085148" y="1374910"/>
                </a:lnTo>
                <a:lnTo>
                  <a:pt x="2087312" y="1374910"/>
                </a:lnTo>
                <a:lnTo>
                  <a:pt x="2089485" y="1374910"/>
                </a:lnTo>
                <a:lnTo>
                  <a:pt x="2091648" y="1374910"/>
                </a:lnTo>
                <a:lnTo>
                  <a:pt x="2093812" y="1374910"/>
                </a:lnTo>
                <a:lnTo>
                  <a:pt x="2095975" y="1374910"/>
                </a:lnTo>
                <a:lnTo>
                  <a:pt x="2098138" y="1374910"/>
                </a:lnTo>
                <a:lnTo>
                  <a:pt x="2100311" y="1374910"/>
                </a:lnTo>
                <a:lnTo>
                  <a:pt x="2102474" y="1374910"/>
                </a:lnTo>
                <a:lnTo>
                  <a:pt x="2104638" y="1374910"/>
                </a:lnTo>
                <a:lnTo>
                  <a:pt x="2106801" y="1374910"/>
                </a:lnTo>
                <a:lnTo>
                  <a:pt x="2108964" y="1374910"/>
                </a:lnTo>
                <a:lnTo>
                  <a:pt x="2111137" y="1374910"/>
                </a:lnTo>
                <a:lnTo>
                  <a:pt x="2113300" y="1374910"/>
                </a:lnTo>
                <a:lnTo>
                  <a:pt x="2115464" y="1374910"/>
                </a:lnTo>
                <a:lnTo>
                  <a:pt x="2117627" y="1374910"/>
                </a:lnTo>
                <a:lnTo>
                  <a:pt x="2119800" y="1374910"/>
                </a:lnTo>
                <a:lnTo>
                  <a:pt x="2121964" y="1374910"/>
                </a:lnTo>
                <a:lnTo>
                  <a:pt x="2124127" y="1374910"/>
                </a:lnTo>
                <a:lnTo>
                  <a:pt x="2126290" y="1374910"/>
                </a:lnTo>
                <a:lnTo>
                  <a:pt x="2128453" y="1374910"/>
                </a:lnTo>
                <a:lnTo>
                  <a:pt x="2130626" y="1374910"/>
                </a:lnTo>
                <a:lnTo>
                  <a:pt x="2132790" y="1374910"/>
                </a:lnTo>
                <a:lnTo>
                  <a:pt x="2134953" y="1374910"/>
                </a:lnTo>
                <a:lnTo>
                  <a:pt x="2137116" y="1374910"/>
                </a:lnTo>
                <a:lnTo>
                  <a:pt x="2139279" y="1374910"/>
                </a:lnTo>
                <a:lnTo>
                  <a:pt x="2141453" y="1374910"/>
                </a:lnTo>
                <a:lnTo>
                  <a:pt x="2143616" y="1374910"/>
                </a:lnTo>
                <a:lnTo>
                  <a:pt x="2145779" y="1374910"/>
                </a:lnTo>
                <a:lnTo>
                  <a:pt x="2147942" y="1374910"/>
                </a:lnTo>
                <a:lnTo>
                  <a:pt x="2150105" y="1374910"/>
                </a:lnTo>
                <a:lnTo>
                  <a:pt x="2152279" y="1374910"/>
                </a:lnTo>
                <a:lnTo>
                  <a:pt x="2154442" y="1374910"/>
                </a:lnTo>
                <a:lnTo>
                  <a:pt x="2156605" y="1374910"/>
                </a:lnTo>
                <a:lnTo>
                  <a:pt x="2158768" y="1374910"/>
                </a:lnTo>
                <a:lnTo>
                  <a:pt x="2160931" y="1374910"/>
                </a:lnTo>
                <a:lnTo>
                  <a:pt x="2163105" y="1374910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234" name="Group 3233">
            <a:extLst>
              <a:ext uri="{FF2B5EF4-FFF2-40B4-BE49-F238E27FC236}">
                <a16:creationId xmlns:a16="http://schemas.microsoft.com/office/drawing/2014/main" id="{AEA615AA-F705-B832-CEAA-7BA43DEF889D}"/>
              </a:ext>
            </a:extLst>
          </p:cNvPr>
          <p:cNvGrpSpPr/>
          <p:nvPr/>
        </p:nvGrpSpPr>
        <p:grpSpPr>
          <a:xfrm>
            <a:off x="5199446" y="3564235"/>
            <a:ext cx="493550" cy="386361"/>
            <a:chOff x="5199446" y="3564235"/>
            <a:chExt cx="493550" cy="386361"/>
          </a:xfrm>
        </p:grpSpPr>
        <p:sp>
          <p:nvSpPr>
            <p:cNvPr id="3208" name="Freeform 3207">
              <a:extLst>
                <a:ext uri="{FF2B5EF4-FFF2-40B4-BE49-F238E27FC236}">
                  <a16:creationId xmlns:a16="http://schemas.microsoft.com/office/drawing/2014/main" id="{2CA40EA5-ABE7-137A-731F-28F158314B70}"/>
                </a:ext>
              </a:extLst>
            </p:cNvPr>
            <p:cNvSpPr/>
            <p:nvPr/>
          </p:nvSpPr>
          <p:spPr>
            <a:xfrm>
              <a:off x="5199446" y="3564235"/>
              <a:ext cx="493550" cy="386361"/>
            </a:xfrm>
            <a:custGeom>
              <a:avLst/>
              <a:gdLst>
                <a:gd name="csX0" fmla="*/ 0 w 493550"/>
                <a:gd name="csY0" fmla="*/ 386362 h 386361"/>
                <a:gd name="csX1" fmla="*/ 493550 w 493550"/>
                <a:gd name="csY1" fmla="*/ 386362 h 386361"/>
                <a:gd name="csX2" fmla="*/ 493550 w 493550"/>
                <a:gd name="csY2" fmla="*/ 0 h 386361"/>
                <a:gd name="csX3" fmla="*/ 0 w 493550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3550" h="386361">
                  <a:moveTo>
                    <a:pt x="0" y="386362"/>
                  </a:moveTo>
                  <a:lnTo>
                    <a:pt x="493550" y="386362"/>
                  </a:lnTo>
                  <a:lnTo>
                    <a:pt x="4935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9" name="Freeform 3208">
              <a:extLst>
                <a:ext uri="{FF2B5EF4-FFF2-40B4-BE49-F238E27FC236}">
                  <a16:creationId xmlns:a16="http://schemas.microsoft.com/office/drawing/2014/main" id="{4754C82D-D91C-21DD-F2AB-60FE440E0157}"/>
                </a:ext>
              </a:extLst>
            </p:cNvPr>
            <p:cNvSpPr/>
            <p:nvPr/>
          </p:nvSpPr>
          <p:spPr>
            <a:xfrm>
              <a:off x="5199446" y="3564235"/>
              <a:ext cx="493550" cy="386361"/>
            </a:xfrm>
            <a:custGeom>
              <a:avLst/>
              <a:gdLst>
                <a:gd name="csX0" fmla="*/ 0 w 493550"/>
                <a:gd name="csY0" fmla="*/ 386362 h 386361"/>
                <a:gd name="csX1" fmla="*/ 493550 w 493550"/>
                <a:gd name="csY1" fmla="*/ 386362 h 386361"/>
                <a:gd name="csX2" fmla="*/ 493550 w 493550"/>
                <a:gd name="csY2" fmla="*/ 0 h 386361"/>
                <a:gd name="csX3" fmla="*/ 0 w 493550"/>
                <a:gd name="csY3" fmla="*/ 0 h 386361"/>
                <a:gd name="csX4" fmla="*/ 0 w 493550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3550" h="386361">
                  <a:moveTo>
                    <a:pt x="0" y="386362"/>
                  </a:moveTo>
                  <a:lnTo>
                    <a:pt x="493550" y="386362"/>
                  </a:lnTo>
                  <a:lnTo>
                    <a:pt x="493550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0" name="Freeform 3209">
              <a:extLst>
                <a:ext uri="{FF2B5EF4-FFF2-40B4-BE49-F238E27FC236}">
                  <a16:creationId xmlns:a16="http://schemas.microsoft.com/office/drawing/2014/main" id="{B282A1E3-F2BD-66AC-0BA7-3B4F4840DE80}"/>
                </a:ext>
              </a:extLst>
            </p:cNvPr>
            <p:cNvSpPr/>
            <p:nvPr/>
          </p:nvSpPr>
          <p:spPr>
            <a:xfrm>
              <a:off x="5223478" y="3622190"/>
              <a:ext cx="144206" cy="77272"/>
            </a:xfrm>
            <a:custGeom>
              <a:avLst/>
              <a:gdLst>
                <a:gd name="csX0" fmla="*/ 0 w 144206"/>
                <a:gd name="csY0" fmla="*/ 77272 h 77272"/>
                <a:gd name="csX1" fmla="*/ 144207 w 144206"/>
                <a:gd name="csY1" fmla="*/ 77272 h 77272"/>
                <a:gd name="csX2" fmla="*/ 144207 w 144206"/>
                <a:gd name="csY2" fmla="*/ 0 h 77272"/>
                <a:gd name="csX3" fmla="*/ 0 w 144206"/>
                <a:gd name="csY3" fmla="*/ 0 h 77272"/>
                <a:gd name="csX4" fmla="*/ 0 w 144206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206" h="77272">
                  <a:moveTo>
                    <a:pt x="0" y="77272"/>
                  </a:moveTo>
                  <a:lnTo>
                    <a:pt x="144207" y="77272"/>
                  </a:lnTo>
                  <a:lnTo>
                    <a:pt x="144207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1" name="Freeform 3210">
              <a:extLst>
                <a:ext uri="{FF2B5EF4-FFF2-40B4-BE49-F238E27FC236}">
                  <a16:creationId xmlns:a16="http://schemas.microsoft.com/office/drawing/2014/main" id="{06BE026D-30D5-20AE-7709-1C4D5184E452}"/>
                </a:ext>
              </a:extLst>
            </p:cNvPr>
            <p:cNvSpPr/>
            <p:nvPr/>
          </p:nvSpPr>
          <p:spPr>
            <a:xfrm>
              <a:off x="5223478" y="3622190"/>
              <a:ext cx="144206" cy="77272"/>
            </a:xfrm>
            <a:custGeom>
              <a:avLst/>
              <a:gdLst>
                <a:gd name="csX0" fmla="*/ 0 w 144206"/>
                <a:gd name="csY0" fmla="*/ 77272 h 77272"/>
                <a:gd name="csX1" fmla="*/ 144207 w 144206"/>
                <a:gd name="csY1" fmla="*/ 77272 h 77272"/>
                <a:gd name="csX2" fmla="*/ 144207 w 144206"/>
                <a:gd name="csY2" fmla="*/ 0 h 77272"/>
                <a:gd name="csX3" fmla="*/ 0 w 144206"/>
                <a:gd name="csY3" fmla="*/ 0 h 77272"/>
                <a:gd name="csX4" fmla="*/ 0 w 144206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4206" h="77272">
                  <a:moveTo>
                    <a:pt x="0" y="77272"/>
                  </a:moveTo>
                  <a:lnTo>
                    <a:pt x="144207" y="77272"/>
                  </a:lnTo>
                  <a:lnTo>
                    <a:pt x="144207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2" name="Freeform 3211">
              <a:extLst>
                <a:ext uri="{FF2B5EF4-FFF2-40B4-BE49-F238E27FC236}">
                  <a16:creationId xmlns:a16="http://schemas.microsoft.com/office/drawing/2014/main" id="{5D692337-4734-DCBA-8F57-5D0B1B4043D3}"/>
                </a:ext>
              </a:extLst>
            </p:cNvPr>
            <p:cNvSpPr/>
            <p:nvPr/>
          </p:nvSpPr>
          <p:spPr>
            <a:xfrm>
              <a:off x="5391718" y="3620816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4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4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61 w 58146"/>
                <a:gd name="csY46" fmla="*/ 30144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4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4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4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3" name="Freeform 3212">
              <a:extLst>
                <a:ext uri="{FF2B5EF4-FFF2-40B4-BE49-F238E27FC236}">
                  <a16:creationId xmlns:a16="http://schemas.microsoft.com/office/drawing/2014/main" id="{5E8A8307-DC3E-0E25-9EA8-44D16850AC0D}"/>
                </a:ext>
              </a:extLst>
            </p:cNvPr>
            <p:cNvSpPr/>
            <p:nvPr/>
          </p:nvSpPr>
          <p:spPr>
            <a:xfrm>
              <a:off x="5454314" y="3620343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7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4 h 34218"/>
                <a:gd name="csX34" fmla="*/ 12731 w 24332"/>
                <a:gd name="csY34" fmla="*/ 13199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3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38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7"/>
                  </a:cubicBezTo>
                  <a:cubicBezTo>
                    <a:pt x="4223" y="4242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4"/>
                  </a:cubicBezTo>
                  <a:cubicBezTo>
                    <a:pt x="10719" y="12775"/>
                    <a:pt x="11592" y="12957"/>
                    <a:pt x="12731" y="13199"/>
                  </a:cubicBezTo>
                  <a:cubicBezTo>
                    <a:pt x="16705" y="13951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4" name="Freeform 3213">
              <a:extLst>
                <a:ext uri="{FF2B5EF4-FFF2-40B4-BE49-F238E27FC236}">
                  <a16:creationId xmlns:a16="http://schemas.microsoft.com/office/drawing/2014/main" id="{16F1A176-0E06-63EA-D327-E56128432055}"/>
                </a:ext>
              </a:extLst>
            </p:cNvPr>
            <p:cNvSpPr/>
            <p:nvPr/>
          </p:nvSpPr>
          <p:spPr>
            <a:xfrm>
              <a:off x="5480365" y="3619980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5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3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1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5" y="4375"/>
                    <a:pt x="29705" y="3745"/>
                  </a:cubicBezTo>
                  <a:cubicBezTo>
                    <a:pt x="29705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1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5" name="Freeform 3214">
              <a:extLst>
                <a:ext uri="{FF2B5EF4-FFF2-40B4-BE49-F238E27FC236}">
                  <a16:creationId xmlns:a16="http://schemas.microsoft.com/office/drawing/2014/main" id="{3BCB16A3-B204-F348-288F-7FD739A66906}"/>
                </a:ext>
              </a:extLst>
            </p:cNvPr>
            <p:cNvSpPr/>
            <p:nvPr/>
          </p:nvSpPr>
          <p:spPr>
            <a:xfrm>
              <a:off x="5522014" y="3654014"/>
              <a:ext cx="25988" cy="47446"/>
            </a:xfrm>
            <a:custGeom>
              <a:avLst/>
              <a:gdLst>
                <a:gd name="csX0" fmla="*/ 25989 w 25988"/>
                <a:gd name="csY0" fmla="*/ 3589 h 47446"/>
                <a:gd name="csX1" fmla="*/ 25099 w 25988"/>
                <a:gd name="csY1" fmla="*/ 5854 h 47446"/>
                <a:gd name="csX2" fmla="*/ 23143 w 25988"/>
                <a:gd name="csY2" fmla="*/ 6720 h 47446"/>
                <a:gd name="csX3" fmla="*/ 21766 w 25988"/>
                <a:gd name="csY3" fmla="*/ 6236 h 47446"/>
                <a:gd name="csX4" fmla="*/ 21207 w 25988"/>
                <a:gd name="csY4" fmla="*/ 4913 h 47446"/>
                <a:gd name="csX5" fmla="*/ 21870 w 25988"/>
                <a:gd name="csY5" fmla="*/ 3131 h 47446"/>
                <a:gd name="csX6" fmla="*/ 24033 w 25988"/>
                <a:gd name="csY6" fmla="*/ 2088 h 47446"/>
                <a:gd name="csX7" fmla="*/ 21466 w 25988"/>
                <a:gd name="csY7" fmla="*/ 1146 h 47446"/>
                <a:gd name="csX8" fmla="*/ 20007 w 25988"/>
                <a:gd name="csY8" fmla="*/ 1655 h 47446"/>
                <a:gd name="csX9" fmla="*/ 19013 w 25988"/>
                <a:gd name="csY9" fmla="*/ 2927 h 47446"/>
                <a:gd name="csX10" fmla="*/ 17771 w 25988"/>
                <a:gd name="csY10" fmla="*/ 8349 h 47446"/>
                <a:gd name="csX11" fmla="*/ 17233 w 25988"/>
                <a:gd name="csY11" fmla="*/ 11302 h 47446"/>
                <a:gd name="csX12" fmla="*/ 16674 w 25988"/>
                <a:gd name="csY12" fmla="*/ 14280 h 47446"/>
                <a:gd name="csX13" fmla="*/ 21000 w 25988"/>
                <a:gd name="csY13" fmla="*/ 14280 h 47446"/>
                <a:gd name="csX14" fmla="*/ 21797 w 25988"/>
                <a:gd name="csY14" fmla="*/ 14306 h 47446"/>
                <a:gd name="csX15" fmla="*/ 22201 w 25988"/>
                <a:gd name="csY15" fmla="*/ 14458 h 47446"/>
                <a:gd name="csX16" fmla="*/ 22408 w 25988"/>
                <a:gd name="csY16" fmla="*/ 14866 h 47446"/>
                <a:gd name="csX17" fmla="*/ 22077 w 25988"/>
                <a:gd name="csY17" fmla="*/ 15756 h 47446"/>
                <a:gd name="csX18" fmla="*/ 20855 w 25988"/>
                <a:gd name="csY18" fmla="*/ 15909 h 47446"/>
                <a:gd name="csX19" fmla="*/ 16374 w 25988"/>
                <a:gd name="csY19" fmla="*/ 15909 h 47446"/>
                <a:gd name="csX20" fmla="*/ 13238 w 25988"/>
                <a:gd name="csY20" fmla="*/ 32429 h 47446"/>
                <a:gd name="csX21" fmla="*/ 12834 w 25988"/>
                <a:gd name="csY21" fmla="*/ 34440 h 47446"/>
                <a:gd name="csX22" fmla="*/ 11789 w 25988"/>
                <a:gd name="csY22" fmla="*/ 38411 h 47446"/>
                <a:gd name="csX23" fmla="*/ 10309 w 25988"/>
                <a:gd name="csY23" fmla="*/ 42381 h 47446"/>
                <a:gd name="csX24" fmla="*/ 9367 w 25988"/>
                <a:gd name="csY24" fmla="*/ 44010 h 47446"/>
                <a:gd name="csX25" fmla="*/ 8125 w 25988"/>
                <a:gd name="csY25" fmla="*/ 45639 h 47446"/>
                <a:gd name="csX26" fmla="*/ 6417 w 25988"/>
                <a:gd name="csY26" fmla="*/ 46938 h 47446"/>
                <a:gd name="csX27" fmla="*/ 4430 w 25988"/>
                <a:gd name="csY27" fmla="*/ 47446 h 47446"/>
                <a:gd name="csX28" fmla="*/ 1356 w 25988"/>
                <a:gd name="csY28" fmla="*/ 46480 h 47446"/>
                <a:gd name="csX29" fmla="*/ 0 w 25988"/>
                <a:gd name="csY29" fmla="*/ 43858 h 47446"/>
                <a:gd name="csX30" fmla="*/ 869 w 25988"/>
                <a:gd name="csY30" fmla="*/ 41592 h 47446"/>
                <a:gd name="csX31" fmla="*/ 2857 w 25988"/>
                <a:gd name="csY31" fmla="*/ 40727 h 47446"/>
                <a:gd name="csX32" fmla="*/ 4202 w 25988"/>
                <a:gd name="csY32" fmla="*/ 41211 h 47446"/>
                <a:gd name="csX33" fmla="*/ 4792 w 25988"/>
                <a:gd name="csY33" fmla="*/ 42534 h 47446"/>
                <a:gd name="csX34" fmla="*/ 4657 w 25988"/>
                <a:gd name="csY34" fmla="*/ 43298 h 47446"/>
                <a:gd name="csX35" fmla="*/ 4254 w 25988"/>
                <a:gd name="csY35" fmla="*/ 44163 h 47446"/>
                <a:gd name="csX36" fmla="*/ 3364 w 25988"/>
                <a:gd name="csY36" fmla="*/ 44978 h 47446"/>
                <a:gd name="csX37" fmla="*/ 1915 w 25988"/>
                <a:gd name="csY37" fmla="*/ 45360 h 47446"/>
                <a:gd name="csX38" fmla="*/ 4430 w 25988"/>
                <a:gd name="csY38" fmla="*/ 46302 h 47446"/>
                <a:gd name="csX39" fmla="*/ 5351 w 25988"/>
                <a:gd name="csY39" fmla="*/ 46098 h 47446"/>
                <a:gd name="csX40" fmla="*/ 6138 w 25988"/>
                <a:gd name="csY40" fmla="*/ 45461 h 47446"/>
                <a:gd name="csX41" fmla="*/ 6800 w 25988"/>
                <a:gd name="csY41" fmla="*/ 44545 h 47446"/>
                <a:gd name="csX42" fmla="*/ 7359 w 25988"/>
                <a:gd name="csY42" fmla="*/ 43272 h 47446"/>
                <a:gd name="csX43" fmla="*/ 7814 w 25988"/>
                <a:gd name="csY43" fmla="*/ 41847 h 47446"/>
                <a:gd name="csX44" fmla="*/ 8228 w 25988"/>
                <a:gd name="csY44" fmla="*/ 40141 h 47446"/>
                <a:gd name="csX45" fmla="*/ 8611 w 25988"/>
                <a:gd name="csY45" fmla="*/ 38385 h 47446"/>
                <a:gd name="csX46" fmla="*/ 8963 w 25988"/>
                <a:gd name="csY46" fmla="*/ 36501 h 47446"/>
                <a:gd name="csX47" fmla="*/ 12855 w 25988"/>
                <a:gd name="csY47" fmla="*/ 15909 h 47446"/>
                <a:gd name="csX48" fmla="*/ 9419 w 25988"/>
                <a:gd name="csY48" fmla="*/ 15909 h 47446"/>
                <a:gd name="csX49" fmla="*/ 8559 w 25988"/>
                <a:gd name="csY49" fmla="*/ 15883 h 47446"/>
                <a:gd name="csX50" fmla="*/ 8146 w 25988"/>
                <a:gd name="csY50" fmla="*/ 15731 h 47446"/>
                <a:gd name="csX51" fmla="*/ 7970 w 25988"/>
                <a:gd name="csY51" fmla="*/ 15272 h 47446"/>
                <a:gd name="csX52" fmla="*/ 8177 w 25988"/>
                <a:gd name="csY52" fmla="*/ 14585 h 47446"/>
                <a:gd name="csX53" fmla="*/ 8653 w 25988"/>
                <a:gd name="csY53" fmla="*/ 14331 h 47446"/>
                <a:gd name="csX54" fmla="*/ 9522 w 25988"/>
                <a:gd name="csY54" fmla="*/ 14280 h 47446"/>
                <a:gd name="csX55" fmla="*/ 13134 w 25988"/>
                <a:gd name="csY55" fmla="*/ 14280 h 47446"/>
                <a:gd name="csX56" fmla="*/ 14842 w 25988"/>
                <a:gd name="csY56" fmla="*/ 6109 h 47446"/>
                <a:gd name="csX57" fmla="*/ 16270 w 25988"/>
                <a:gd name="csY57" fmla="*/ 3004 h 47446"/>
                <a:gd name="csX58" fmla="*/ 18102 w 25988"/>
                <a:gd name="csY58" fmla="*/ 1095 h 47446"/>
                <a:gd name="csX59" fmla="*/ 19862 w 25988"/>
                <a:gd name="csY59" fmla="*/ 255 h 47446"/>
                <a:gd name="csX60" fmla="*/ 21466 w 25988"/>
                <a:gd name="csY60" fmla="*/ 0 h 47446"/>
                <a:gd name="csX61" fmla="*/ 24623 w 25988"/>
                <a:gd name="csY61" fmla="*/ 968 h 47446"/>
                <a:gd name="csX62" fmla="*/ 25989 w 25988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6">
                  <a:moveTo>
                    <a:pt x="25989" y="3589"/>
                  </a:moveTo>
                  <a:cubicBezTo>
                    <a:pt x="25989" y="4522"/>
                    <a:pt x="25692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6"/>
                  </a:cubicBezTo>
                  <a:cubicBezTo>
                    <a:pt x="21394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5" y="2401"/>
                    <a:pt x="19013" y="2927"/>
                  </a:cubicBezTo>
                  <a:cubicBezTo>
                    <a:pt x="18765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6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27" y="35441"/>
                    <a:pt x="12279" y="36765"/>
                    <a:pt x="11789" y="38411"/>
                  </a:cubicBezTo>
                  <a:cubicBezTo>
                    <a:pt x="11299" y="40074"/>
                    <a:pt x="10806" y="41397"/>
                    <a:pt x="10309" y="42381"/>
                  </a:cubicBezTo>
                  <a:cubicBezTo>
                    <a:pt x="10040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30" y="40888"/>
                    <a:pt x="4202" y="41211"/>
                  </a:cubicBezTo>
                  <a:cubicBezTo>
                    <a:pt x="4596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8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3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70" y="15476"/>
                    <a:pt x="7970" y="15272"/>
                  </a:cubicBezTo>
                  <a:cubicBezTo>
                    <a:pt x="7970" y="14950"/>
                    <a:pt x="8039" y="14721"/>
                    <a:pt x="8177" y="14585"/>
                  </a:cubicBezTo>
                  <a:cubicBezTo>
                    <a:pt x="8329" y="14433"/>
                    <a:pt x="8487" y="14348"/>
                    <a:pt x="8653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09"/>
                  </a:cubicBezTo>
                  <a:cubicBezTo>
                    <a:pt x="15215" y="4887"/>
                    <a:pt x="15691" y="3852"/>
                    <a:pt x="16270" y="3004"/>
                  </a:cubicBezTo>
                  <a:cubicBezTo>
                    <a:pt x="16843" y="2138"/>
                    <a:pt x="17454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4" y="1595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" name="Freeform 3215">
              <a:extLst>
                <a:ext uri="{FF2B5EF4-FFF2-40B4-BE49-F238E27FC236}">
                  <a16:creationId xmlns:a16="http://schemas.microsoft.com/office/drawing/2014/main" id="{E0C4C316-A6F8-BFB1-7206-8C2C3E0D784E}"/>
                </a:ext>
              </a:extLst>
            </p:cNvPr>
            <p:cNvSpPr/>
            <p:nvPr/>
          </p:nvSpPr>
          <p:spPr>
            <a:xfrm>
              <a:off x="5561768" y="3664195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20 w 46119"/>
                <a:gd name="csY1" fmla="*/ 13542 h 27083"/>
                <a:gd name="csX2" fmla="*/ 45664 w 46119"/>
                <a:gd name="csY2" fmla="*/ 14229 h 27083"/>
                <a:gd name="csX3" fmla="*/ 38512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6 w 46119"/>
                <a:gd name="csY6" fmla="*/ 27084 h 27083"/>
                <a:gd name="csX7" fmla="*/ 33720 w 46119"/>
                <a:gd name="csY7" fmla="*/ 26779 h 27083"/>
                <a:gd name="csX8" fmla="*/ 33420 w 46119"/>
                <a:gd name="csY8" fmla="*/ 26065 h 27083"/>
                <a:gd name="csX9" fmla="*/ 3344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75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75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41 w 46119"/>
                <a:gd name="csY21" fmla="*/ 1146 h 27083"/>
                <a:gd name="csX22" fmla="*/ 33420 w 46119"/>
                <a:gd name="csY22" fmla="*/ 1018 h 27083"/>
                <a:gd name="csX23" fmla="*/ 33720 w 46119"/>
                <a:gd name="csY23" fmla="*/ 306 h 27083"/>
                <a:gd name="csX24" fmla="*/ 34466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2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20" y="13202"/>
                    <a:pt x="46120" y="13542"/>
                  </a:cubicBezTo>
                  <a:cubicBezTo>
                    <a:pt x="46120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2" y="19652"/>
                  </a:cubicBezTo>
                  <a:cubicBezTo>
                    <a:pt x="36932" y="21704"/>
                    <a:pt x="35921" y="23910"/>
                    <a:pt x="35480" y="26269"/>
                  </a:cubicBezTo>
                  <a:cubicBezTo>
                    <a:pt x="35432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6" y="27084"/>
                  </a:cubicBezTo>
                  <a:cubicBezTo>
                    <a:pt x="34176" y="27084"/>
                    <a:pt x="33927" y="26982"/>
                    <a:pt x="33720" y="26779"/>
                  </a:cubicBezTo>
                  <a:cubicBezTo>
                    <a:pt x="33520" y="26592"/>
                    <a:pt x="33420" y="26354"/>
                    <a:pt x="33420" y="26065"/>
                  </a:cubicBezTo>
                  <a:cubicBezTo>
                    <a:pt x="33420" y="26049"/>
                    <a:pt x="33427" y="26015"/>
                    <a:pt x="33441" y="25964"/>
                  </a:cubicBezTo>
                  <a:cubicBezTo>
                    <a:pt x="33462" y="25896"/>
                    <a:pt x="33472" y="25853"/>
                    <a:pt x="33472" y="25837"/>
                  </a:cubicBezTo>
                  <a:cubicBezTo>
                    <a:pt x="33982" y="23088"/>
                    <a:pt x="35128" y="20585"/>
                    <a:pt x="36908" y="18328"/>
                  </a:cubicBezTo>
                  <a:cubicBezTo>
                    <a:pt x="38026" y="16902"/>
                    <a:pt x="39382" y="15655"/>
                    <a:pt x="40975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75" y="12499"/>
                  </a:lnTo>
                  <a:cubicBezTo>
                    <a:pt x="39382" y="11429"/>
                    <a:pt x="38026" y="10182"/>
                    <a:pt x="36908" y="8757"/>
                  </a:cubicBezTo>
                  <a:cubicBezTo>
                    <a:pt x="35128" y="6500"/>
                    <a:pt x="33982" y="3997"/>
                    <a:pt x="33472" y="1247"/>
                  </a:cubicBezTo>
                  <a:cubicBezTo>
                    <a:pt x="33472" y="1231"/>
                    <a:pt x="33461" y="1197"/>
                    <a:pt x="33441" y="1146"/>
                  </a:cubicBezTo>
                  <a:cubicBezTo>
                    <a:pt x="33427" y="1078"/>
                    <a:pt x="33420" y="1036"/>
                    <a:pt x="33420" y="1018"/>
                  </a:cubicBezTo>
                  <a:cubicBezTo>
                    <a:pt x="33420" y="730"/>
                    <a:pt x="33520" y="493"/>
                    <a:pt x="33720" y="306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2" y="577"/>
                    <a:pt x="35480" y="815"/>
                  </a:cubicBezTo>
                  <a:cubicBezTo>
                    <a:pt x="35921" y="3174"/>
                    <a:pt x="36932" y="5380"/>
                    <a:pt x="38512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7" name="Freeform 3216">
              <a:extLst>
                <a:ext uri="{FF2B5EF4-FFF2-40B4-BE49-F238E27FC236}">
                  <a16:creationId xmlns:a16="http://schemas.microsoft.com/office/drawing/2014/main" id="{E660001F-01FE-A500-DC49-F3ADBDC8BC39}"/>
                </a:ext>
              </a:extLst>
            </p:cNvPr>
            <p:cNvSpPr/>
            <p:nvPr/>
          </p:nvSpPr>
          <p:spPr>
            <a:xfrm>
              <a:off x="5627863" y="3655159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1 w 37901"/>
                <a:gd name="csY2" fmla="*/ 1476 h 35610"/>
                <a:gd name="csX3" fmla="*/ 37260 w 37901"/>
                <a:gd name="csY3" fmla="*/ 1577 h 35610"/>
                <a:gd name="csX4" fmla="*/ 36856 w 37901"/>
                <a:gd name="csY4" fmla="*/ 1629 h 35610"/>
                <a:gd name="csX5" fmla="*/ 34559 w 37901"/>
                <a:gd name="csY5" fmla="*/ 2062 h 35610"/>
                <a:gd name="csX6" fmla="*/ 32634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7 h 35610"/>
                <a:gd name="csX9" fmla="*/ 29291 w 37901"/>
                <a:gd name="csY9" fmla="*/ 5956 h 35610"/>
                <a:gd name="csX10" fmla="*/ 16363 w 37901"/>
                <a:gd name="csY10" fmla="*/ 20796 h 35610"/>
                <a:gd name="csX11" fmla="*/ 15629 w 37901"/>
                <a:gd name="csY11" fmla="*/ 22425 h 35610"/>
                <a:gd name="csX12" fmla="*/ 13797 w 37901"/>
                <a:gd name="csY12" fmla="*/ 29781 h 35610"/>
                <a:gd name="csX13" fmla="*/ 13083 w 37901"/>
                <a:gd name="csY13" fmla="*/ 33065 h 35610"/>
                <a:gd name="csX14" fmla="*/ 1333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3 w 37901"/>
                <a:gd name="csY17" fmla="*/ 34210 h 35610"/>
                <a:gd name="csX18" fmla="*/ 17916 w 37901"/>
                <a:gd name="csY18" fmla="*/ 34567 h 35610"/>
                <a:gd name="csX19" fmla="*/ 17709 w 37901"/>
                <a:gd name="csY19" fmla="*/ 35305 h 35610"/>
                <a:gd name="csX20" fmla="*/ 17357 w 37901"/>
                <a:gd name="csY20" fmla="*/ 35584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5 w 37901"/>
                <a:gd name="csY23" fmla="*/ 35610 h 35610"/>
                <a:gd name="csX24" fmla="*/ 2950 w 37901"/>
                <a:gd name="csY24" fmla="*/ 35024 h 35610"/>
                <a:gd name="csX25" fmla="*/ 3002 w 37901"/>
                <a:gd name="csY25" fmla="*/ 34440 h 35610"/>
                <a:gd name="csX26" fmla="*/ 3302 w 37901"/>
                <a:gd name="csY26" fmla="*/ 34134 h 35610"/>
                <a:gd name="csX27" fmla="*/ 3716 w 37901"/>
                <a:gd name="csY27" fmla="*/ 34032 h 35610"/>
                <a:gd name="csX28" fmla="*/ 4378 w 37901"/>
                <a:gd name="csY28" fmla="*/ 34007 h 35610"/>
                <a:gd name="csX29" fmla="*/ 612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5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3 w 37901"/>
                <a:gd name="csY36" fmla="*/ 21432 h 35610"/>
                <a:gd name="csX37" fmla="*/ 11395 w 37901"/>
                <a:gd name="csY37" fmla="*/ 20542 h 35610"/>
                <a:gd name="csX38" fmla="*/ 4989 w 37901"/>
                <a:gd name="csY38" fmla="*/ 3385 h 35610"/>
                <a:gd name="csX39" fmla="*/ 4482 w 37901"/>
                <a:gd name="csY39" fmla="*/ 2316 h 35610"/>
                <a:gd name="csX40" fmla="*/ 3488 w 37901"/>
                <a:gd name="csY40" fmla="*/ 1832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197 w 37901"/>
                <a:gd name="csY45" fmla="*/ 330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6 h 35610"/>
                <a:gd name="csX49" fmla="*/ 6821 w 37901"/>
                <a:gd name="csY49" fmla="*/ 152 h 35610"/>
                <a:gd name="csX50" fmla="*/ 13383 w 37901"/>
                <a:gd name="csY50" fmla="*/ 0 h 35610"/>
                <a:gd name="csX51" fmla="*/ 14180 w 37901"/>
                <a:gd name="csY51" fmla="*/ 585 h 35610"/>
                <a:gd name="csX52" fmla="*/ 13890 w 37901"/>
                <a:gd name="csY52" fmla="*/ 1476 h 35610"/>
                <a:gd name="csX53" fmla="*/ 12927 w 37901"/>
                <a:gd name="csY53" fmla="*/ 1629 h 35610"/>
                <a:gd name="csX54" fmla="*/ 9843 w 37901"/>
                <a:gd name="csY54" fmla="*/ 2876 h 35610"/>
                <a:gd name="csX55" fmla="*/ 10153 w 37901"/>
                <a:gd name="csY55" fmla="*/ 3767 h 35610"/>
                <a:gd name="csX56" fmla="*/ 15877 w 37901"/>
                <a:gd name="csY56" fmla="*/ 19243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3 w 37901"/>
                <a:gd name="csY60" fmla="*/ 4327 h 35610"/>
                <a:gd name="csX61" fmla="*/ 29063 w 37901"/>
                <a:gd name="csY61" fmla="*/ 3818 h 35610"/>
                <a:gd name="csX62" fmla="*/ 2929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3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6 h 35610"/>
                <a:gd name="csX73" fmla="*/ 32934 w 37901"/>
                <a:gd name="csY73" fmla="*/ 152 h 35610"/>
                <a:gd name="csX74" fmla="*/ 35097 w 37901"/>
                <a:gd name="csY74" fmla="*/ 76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85" y="1307"/>
                    <a:pt x="37702" y="1408"/>
                    <a:pt x="37571" y="1476"/>
                  </a:cubicBezTo>
                  <a:cubicBezTo>
                    <a:pt x="37446" y="1527"/>
                    <a:pt x="37343" y="1561"/>
                    <a:pt x="37260" y="1577"/>
                  </a:cubicBezTo>
                  <a:cubicBezTo>
                    <a:pt x="37191" y="1595"/>
                    <a:pt x="37057" y="1612"/>
                    <a:pt x="36856" y="1629"/>
                  </a:cubicBezTo>
                  <a:cubicBezTo>
                    <a:pt x="36022" y="1697"/>
                    <a:pt x="35256" y="1841"/>
                    <a:pt x="34559" y="2062"/>
                  </a:cubicBezTo>
                  <a:cubicBezTo>
                    <a:pt x="33869" y="2265"/>
                    <a:pt x="33227" y="2571"/>
                    <a:pt x="32634" y="2978"/>
                  </a:cubicBezTo>
                  <a:cubicBezTo>
                    <a:pt x="32054" y="3385"/>
                    <a:pt x="31602" y="3724"/>
                    <a:pt x="31278" y="3996"/>
                  </a:cubicBezTo>
                  <a:cubicBezTo>
                    <a:pt x="30974" y="4267"/>
                    <a:pt x="30550" y="4674"/>
                    <a:pt x="30005" y="5217"/>
                  </a:cubicBezTo>
                  <a:lnTo>
                    <a:pt x="2929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9" y="22425"/>
                  </a:cubicBezTo>
                  <a:lnTo>
                    <a:pt x="13797" y="29781"/>
                  </a:lnTo>
                  <a:cubicBezTo>
                    <a:pt x="13321" y="31817"/>
                    <a:pt x="13083" y="32912"/>
                    <a:pt x="13083" y="33065"/>
                  </a:cubicBezTo>
                  <a:cubicBezTo>
                    <a:pt x="13083" y="33370"/>
                    <a:pt x="13165" y="33574"/>
                    <a:pt x="13331" y="33676"/>
                  </a:cubicBezTo>
                  <a:cubicBezTo>
                    <a:pt x="13517" y="33761"/>
                    <a:pt x="13900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3" y="34210"/>
                  </a:cubicBezTo>
                  <a:cubicBezTo>
                    <a:pt x="17882" y="34295"/>
                    <a:pt x="17916" y="34414"/>
                    <a:pt x="17916" y="34567"/>
                  </a:cubicBezTo>
                  <a:cubicBezTo>
                    <a:pt x="17916" y="34889"/>
                    <a:pt x="17847" y="35135"/>
                    <a:pt x="17709" y="35305"/>
                  </a:cubicBezTo>
                  <a:cubicBezTo>
                    <a:pt x="17592" y="35457"/>
                    <a:pt x="17474" y="35551"/>
                    <a:pt x="17357" y="35584"/>
                  </a:cubicBezTo>
                  <a:cubicBezTo>
                    <a:pt x="17254" y="35602"/>
                    <a:pt x="17109" y="35610"/>
                    <a:pt x="16922" y="35610"/>
                  </a:cubicBezTo>
                  <a:lnTo>
                    <a:pt x="10257" y="35458"/>
                  </a:lnTo>
                  <a:lnTo>
                    <a:pt x="3685" y="35610"/>
                  </a:lnTo>
                  <a:cubicBezTo>
                    <a:pt x="3195" y="35610"/>
                    <a:pt x="2950" y="35415"/>
                    <a:pt x="2950" y="35024"/>
                  </a:cubicBezTo>
                  <a:cubicBezTo>
                    <a:pt x="2950" y="34770"/>
                    <a:pt x="2967" y="34576"/>
                    <a:pt x="3002" y="34440"/>
                  </a:cubicBezTo>
                  <a:cubicBezTo>
                    <a:pt x="3050" y="34286"/>
                    <a:pt x="3150" y="34185"/>
                    <a:pt x="3302" y="34134"/>
                  </a:cubicBezTo>
                  <a:cubicBezTo>
                    <a:pt x="3461" y="34066"/>
                    <a:pt x="3598" y="34032"/>
                    <a:pt x="3716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1" y="33981"/>
                    <a:pt x="6127" y="33981"/>
                  </a:cubicBezTo>
                  <a:cubicBezTo>
                    <a:pt x="6534" y="33965"/>
                    <a:pt x="6935" y="33905"/>
                    <a:pt x="7328" y="33803"/>
                  </a:cubicBezTo>
                  <a:cubicBezTo>
                    <a:pt x="7721" y="33701"/>
                    <a:pt x="7983" y="33616"/>
                    <a:pt x="8114" y="33548"/>
                  </a:cubicBezTo>
                  <a:cubicBezTo>
                    <a:pt x="8266" y="33464"/>
                    <a:pt x="8428" y="33277"/>
                    <a:pt x="8601" y="32989"/>
                  </a:cubicBezTo>
                  <a:cubicBezTo>
                    <a:pt x="8787" y="32683"/>
                    <a:pt x="8905" y="32411"/>
                    <a:pt x="8953" y="32174"/>
                  </a:cubicBezTo>
                  <a:cubicBezTo>
                    <a:pt x="9022" y="31937"/>
                    <a:pt x="9125" y="31521"/>
                    <a:pt x="9263" y="30927"/>
                  </a:cubicBezTo>
                  <a:cubicBezTo>
                    <a:pt x="9401" y="30400"/>
                    <a:pt x="9826" y="28703"/>
                    <a:pt x="10536" y="25836"/>
                  </a:cubicBezTo>
                  <a:cubicBezTo>
                    <a:pt x="11247" y="22968"/>
                    <a:pt x="11603" y="21500"/>
                    <a:pt x="11603" y="21432"/>
                  </a:cubicBezTo>
                  <a:cubicBezTo>
                    <a:pt x="11603" y="21245"/>
                    <a:pt x="11533" y="20949"/>
                    <a:pt x="11395" y="20542"/>
                  </a:cubicBezTo>
                  <a:lnTo>
                    <a:pt x="4989" y="3385"/>
                  </a:lnTo>
                  <a:cubicBezTo>
                    <a:pt x="4803" y="2876"/>
                    <a:pt x="4633" y="2520"/>
                    <a:pt x="4482" y="2316"/>
                  </a:cubicBezTo>
                  <a:cubicBezTo>
                    <a:pt x="4323" y="2113"/>
                    <a:pt x="3992" y="1951"/>
                    <a:pt x="3488" y="1832"/>
                  </a:cubicBezTo>
                  <a:cubicBezTo>
                    <a:pt x="2977" y="1697"/>
                    <a:pt x="2212" y="1629"/>
                    <a:pt x="1190" y="1629"/>
                  </a:cubicBezTo>
                  <a:cubicBezTo>
                    <a:pt x="901" y="1629"/>
                    <a:pt x="690" y="1620"/>
                    <a:pt x="559" y="1603"/>
                  </a:cubicBezTo>
                  <a:cubicBezTo>
                    <a:pt x="421" y="1586"/>
                    <a:pt x="293" y="1535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6" y="483"/>
                    <a:pt x="197" y="330"/>
                  </a:cubicBezTo>
                  <a:cubicBezTo>
                    <a:pt x="335" y="160"/>
                    <a:pt x="456" y="67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1" y="25"/>
                    <a:pt x="3892" y="76"/>
                  </a:cubicBezTo>
                  <a:cubicBezTo>
                    <a:pt x="5403" y="127"/>
                    <a:pt x="6379" y="152"/>
                    <a:pt x="6821" y="152"/>
                  </a:cubicBezTo>
                  <a:lnTo>
                    <a:pt x="13383" y="0"/>
                  </a:lnTo>
                  <a:cubicBezTo>
                    <a:pt x="13914" y="0"/>
                    <a:pt x="14180" y="195"/>
                    <a:pt x="14180" y="585"/>
                  </a:cubicBezTo>
                  <a:cubicBezTo>
                    <a:pt x="14180" y="1060"/>
                    <a:pt x="14083" y="1357"/>
                    <a:pt x="13890" y="1476"/>
                  </a:cubicBezTo>
                  <a:cubicBezTo>
                    <a:pt x="13704" y="1578"/>
                    <a:pt x="13383" y="1629"/>
                    <a:pt x="12927" y="1629"/>
                  </a:cubicBezTo>
                  <a:cubicBezTo>
                    <a:pt x="10871" y="1629"/>
                    <a:pt x="9843" y="2045"/>
                    <a:pt x="9843" y="2876"/>
                  </a:cubicBezTo>
                  <a:cubicBezTo>
                    <a:pt x="9843" y="2978"/>
                    <a:pt x="9946" y="3275"/>
                    <a:pt x="10153" y="3767"/>
                  </a:cubicBezTo>
                  <a:lnTo>
                    <a:pt x="15877" y="19243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49" y="4980"/>
                    <a:pt x="28342" y="4861"/>
                    <a:pt x="28431" y="4760"/>
                  </a:cubicBezTo>
                  <a:cubicBezTo>
                    <a:pt x="28514" y="4658"/>
                    <a:pt x="28625" y="4514"/>
                    <a:pt x="28763" y="4327"/>
                  </a:cubicBezTo>
                  <a:cubicBezTo>
                    <a:pt x="28894" y="4140"/>
                    <a:pt x="28994" y="3971"/>
                    <a:pt x="29063" y="3818"/>
                  </a:cubicBezTo>
                  <a:cubicBezTo>
                    <a:pt x="29153" y="3665"/>
                    <a:pt x="29228" y="3495"/>
                    <a:pt x="29291" y="3309"/>
                  </a:cubicBezTo>
                  <a:cubicBezTo>
                    <a:pt x="29360" y="3122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5" y="2002"/>
                    <a:pt x="28821" y="1875"/>
                    <a:pt x="28587" y="1807"/>
                  </a:cubicBezTo>
                  <a:cubicBezTo>
                    <a:pt x="28345" y="1739"/>
                    <a:pt x="28142" y="1696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3" y="458"/>
                    <a:pt x="26931" y="305"/>
                  </a:cubicBezTo>
                  <a:cubicBezTo>
                    <a:pt x="27062" y="136"/>
                    <a:pt x="27179" y="42"/>
                    <a:pt x="27283" y="25"/>
                  </a:cubicBezTo>
                  <a:cubicBezTo>
                    <a:pt x="27400" y="8"/>
                    <a:pt x="27545" y="0"/>
                    <a:pt x="27717" y="0"/>
                  </a:cubicBezTo>
                  <a:cubicBezTo>
                    <a:pt x="28276" y="0"/>
                    <a:pt x="29142" y="25"/>
                    <a:pt x="30315" y="76"/>
                  </a:cubicBezTo>
                  <a:cubicBezTo>
                    <a:pt x="31481" y="127"/>
                    <a:pt x="32354" y="152"/>
                    <a:pt x="32934" y="152"/>
                  </a:cubicBezTo>
                  <a:cubicBezTo>
                    <a:pt x="33410" y="152"/>
                    <a:pt x="34131" y="127"/>
                    <a:pt x="35097" y="76"/>
                  </a:cubicBezTo>
                  <a:cubicBezTo>
                    <a:pt x="36063" y="25"/>
                    <a:pt x="36767" y="0"/>
                    <a:pt x="37208" y="0"/>
                  </a:cubicBezTo>
                  <a:cubicBezTo>
                    <a:pt x="37671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8" name="Freeform 3217">
              <a:extLst>
                <a:ext uri="{FF2B5EF4-FFF2-40B4-BE49-F238E27FC236}">
                  <a16:creationId xmlns:a16="http://schemas.microsoft.com/office/drawing/2014/main" id="{9AD67629-46AF-13FD-AEF2-8AF905AB6B0E}"/>
                </a:ext>
              </a:extLst>
            </p:cNvPr>
            <p:cNvSpPr/>
            <p:nvPr/>
          </p:nvSpPr>
          <p:spPr>
            <a:xfrm>
              <a:off x="5223478" y="3757416"/>
              <a:ext cx="144206" cy="1034"/>
            </a:xfrm>
            <a:custGeom>
              <a:avLst/>
              <a:gdLst>
                <a:gd name="csX0" fmla="*/ 0 w 144206"/>
                <a:gd name="csY0" fmla="*/ 0 h 1034"/>
                <a:gd name="csX1" fmla="*/ 144207 w 1442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206" h="1034">
                  <a:moveTo>
                    <a:pt x="0" y="0"/>
                  </a:moveTo>
                  <a:lnTo>
                    <a:pt x="144207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9" name="Freeform 3218">
              <a:extLst>
                <a:ext uri="{FF2B5EF4-FFF2-40B4-BE49-F238E27FC236}">
                  <a16:creationId xmlns:a16="http://schemas.microsoft.com/office/drawing/2014/main" id="{531B15DC-53F5-3F74-43E3-E45296454CC2}"/>
                </a:ext>
              </a:extLst>
            </p:cNvPr>
            <p:cNvSpPr/>
            <p:nvPr/>
          </p:nvSpPr>
          <p:spPr>
            <a:xfrm>
              <a:off x="5449740" y="3708752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0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39" y="6525"/>
                    <a:pt x="610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0" name="Freeform 3219">
              <a:extLst>
                <a:ext uri="{FF2B5EF4-FFF2-40B4-BE49-F238E27FC236}">
                  <a16:creationId xmlns:a16="http://schemas.microsoft.com/office/drawing/2014/main" id="{74054DDD-CD9B-F704-1702-989111A6AE4E}"/>
                </a:ext>
              </a:extLst>
            </p:cNvPr>
            <p:cNvSpPr/>
            <p:nvPr/>
          </p:nvSpPr>
          <p:spPr>
            <a:xfrm>
              <a:off x="5391718" y="3725173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1" name="Freeform 3220">
              <a:extLst>
                <a:ext uri="{FF2B5EF4-FFF2-40B4-BE49-F238E27FC236}">
                  <a16:creationId xmlns:a16="http://schemas.microsoft.com/office/drawing/2014/main" id="{01E29D66-750B-26A8-A30C-B58CD604D06D}"/>
                </a:ext>
              </a:extLst>
            </p:cNvPr>
            <p:cNvSpPr/>
            <p:nvPr/>
          </p:nvSpPr>
          <p:spPr>
            <a:xfrm>
              <a:off x="5454314" y="3724700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4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4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3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38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2" name="Freeform 3221">
              <a:extLst>
                <a:ext uri="{FF2B5EF4-FFF2-40B4-BE49-F238E27FC236}">
                  <a16:creationId xmlns:a16="http://schemas.microsoft.com/office/drawing/2014/main" id="{F2A2A275-DC7A-E12A-D34E-361A0A47FB14}"/>
                </a:ext>
              </a:extLst>
            </p:cNvPr>
            <p:cNvSpPr/>
            <p:nvPr/>
          </p:nvSpPr>
          <p:spPr>
            <a:xfrm>
              <a:off x="5480365" y="3724337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5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5" y="4375"/>
                    <a:pt x="29705" y="3745"/>
                  </a:cubicBezTo>
                  <a:cubicBezTo>
                    <a:pt x="29705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3" name="Freeform 3222">
              <a:extLst>
                <a:ext uri="{FF2B5EF4-FFF2-40B4-BE49-F238E27FC236}">
                  <a16:creationId xmlns:a16="http://schemas.microsoft.com/office/drawing/2014/main" id="{9B2D6FA6-71D4-70A9-3FBD-459F68713FB5}"/>
                </a:ext>
              </a:extLst>
            </p:cNvPr>
            <p:cNvSpPr/>
            <p:nvPr/>
          </p:nvSpPr>
          <p:spPr>
            <a:xfrm>
              <a:off x="5525191" y="3758371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3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7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92" y="5277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5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7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4" name="Freeform 3223">
              <a:extLst>
                <a:ext uri="{FF2B5EF4-FFF2-40B4-BE49-F238E27FC236}">
                  <a16:creationId xmlns:a16="http://schemas.microsoft.com/office/drawing/2014/main" id="{AAA3DEA0-0B07-1DD2-7B40-D0AC1E758463}"/>
                </a:ext>
              </a:extLst>
            </p:cNvPr>
            <p:cNvSpPr/>
            <p:nvPr/>
          </p:nvSpPr>
          <p:spPr>
            <a:xfrm>
              <a:off x="5564946" y="3768553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19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5 w 46119"/>
                <a:gd name="csY6" fmla="*/ 27083 h 27082"/>
                <a:gd name="csX7" fmla="*/ 33720 w 46119"/>
                <a:gd name="csY7" fmla="*/ 26777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5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5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5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19" y="13201"/>
                    <a:pt x="46119" y="13541"/>
                  </a:cubicBezTo>
                  <a:cubicBezTo>
                    <a:pt x="46119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0"/>
                  </a:cubicBezTo>
                  <a:cubicBezTo>
                    <a:pt x="36932" y="21704"/>
                    <a:pt x="35921" y="23910"/>
                    <a:pt x="35480" y="26268"/>
                  </a:cubicBezTo>
                  <a:cubicBezTo>
                    <a:pt x="35431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5" y="27083"/>
                  </a:cubicBezTo>
                  <a:cubicBezTo>
                    <a:pt x="34175" y="27083"/>
                    <a:pt x="33927" y="26981"/>
                    <a:pt x="33720" y="26777"/>
                  </a:cubicBezTo>
                  <a:cubicBezTo>
                    <a:pt x="33520" y="26590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1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5" y="14585"/>
                  </a:cubicBezTo>
                  <a:lnTo>
                    <a:pt x="1045" y="14585"/>
                  </a:lnTo>
                  <a:cubicBezTo>
                    <a:pt x="755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5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1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5" y="0"/>
                    <a:pt x="34465" y="0"/>
                  </a:cubicBezTo>
                  <a:cubicBezTo>
                    <a:pt x="34721" y="0"/>
                    <a:pt x="34941" y="76"/>
                    <a:pt x="35128" y="229"/>
                  </a:cubicBezTo>
                  <a:cubicBezTo>
                    <a:pt x="35314" y="381"/>
                    <a:pt x="35431" y="576"/>
                    <a:pt x="35480" y="815"/>
                  </a:cubicBezTo>
                  <a:cubicBezTo>
                    <a:pt x="35921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5" name="Freeform 3224">
              <a:extLst>
                <a:ext uri="{FF2B5EF4-FFF2-40B4-BE49-F238E27FC236}">
                  <a16:creationId xmlns:a16="http://schemas.microsoft.com/office/drawing/2014/main" id="{733003D8-6250-A974-16C2-8609F5842379}"/>
                </a:ext>
              </a:extLst>
            </p:cNvPr>
            <p:cNvSpPr/>
            <p:nvPr/>
          </p:nvSpPr>
          <p:spPr>
            <a:xfrm>
              <a:off x="5631041" y="3759516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1 w 37901"/>
                <a:gd name="csY2" fmla="*/ 1476 h 35610"/>
                <a:gd name="csX3" fmla="*/ 37260 w 37901"/>
                <a:gd name="csY3" fmla="*/ 1578 h 35610"/>
                <a:gd name="csX4" fmla="*/ 36856 w 37901"/>
                <a:gd name="csY4" fmla="*/ 1629 h 35610"/>
                <a:gd name="csX5" fmla="*/ 34569 w 37901"/>
                <a:gd name="csY5" fmla="*/ 2062 h 35610"/>
                <a:gd name="csX6" fmla="*/ 32634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7 h 35610"/>
                <a:gd name="csX9" fmla="*/ 29291 w 37901"/>
                <a:gd name="csY9" fmla="*/ 5956 h 35610"/>
                <a:gd name="csX10" fmla="*/ 16363 w 37901"/>
                <a:gd name="csY10" fmla="*/ 20796 h 35610"/>
                <a:gd name="csX11" fmla="*/ 15629 w 37901"/>
                <a:gd name="csY11" fmla="*/ 22425 h 35610"/>
                <a:gd name="csX12" fmla="*/ 13797 w 37901"/>
                <a:gd name="csY12" fmla="*/ 29781 h 35610"/>
                <a:gd name="csX13" fmla="*/ 13083 w 37901"/>
                <a:gd name="csY13" fmla="*/ 33065 h 35610"/>
                <a:gd name="csX14" fmla="*/ 1333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2 w 37901"/>
                <a:gd name="csY17" fmla="*/ 34211 h 35610"/>
                <a:gd name="csX18" fmla="*/ 17916 w 37901"/>
                <a:gd name="csY18" fmla="*/ 34567 h 35610"/>
                <a:gd name="csX19" fmla="*/ 17709 w 37901"/>
                <a:gd name="csY19" fmla="*/ 35305 h 35610"/>
                <a:gd name="csX20" fmla="*/ 17357 w 37901"/>
                <a:gd name="csY20" fmla="*/ 35585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5 w 37901"/>
                <a:gd name="csY23" fmla="*/ 35610 h 35610"/>
                <a:gd name="csX24" fmla="*/ 2950 w 37901"/>
                <a:gd name="csY24" fmla="*/ 35025 h 35610"/>
                <a:gd name="csX25" fmla="*/ 3001 w 37901"/>
                <a:gd name="csY25" fmla="*/ 34440 h 35610"/>
                <a:gd name="csX26" fmla="*/ 3302 w 37901"/>
                <a:gd name="csY26" fmla="*/ 34134 h 35610"/>
                <a:gd name="csX27" fmla="*/ 3716 w 37901"/>
                <a:gd name="csY27" fmla="*/ 34032 h 35610"/>
                <a:gd name="csX28" fmla="*/ 4378 w 37901"/>
                <a:gd name="csY28" fmla="*/ 34007 h 35610"/>
                <a:gd name="csX29" fmla="*/ 612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5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2 w 37901"/>
                <a:gd name="csY36" fmla="*/ 21433 h 35610"/>
                <a:gd name="csX37" fmla="*/ 11395 w 37901"/>
                <a:gd name="csY37" fmla="*/ 20542 h 35610"/>
                <a:gd name="csX38" fmla="*/ 4989 w 37901"/>
                <a:gd name="csY38" fmla="*/ 3385 h 35610"/>
                <a:gd name="csX39" fmla="*/ 4482 w 37901"/>
                <a:gd name="csY39" fmla="*/ 2316 h 35610"/>
                <a:gd name="csX40" fmla="*/ 3488 w 37901"/>
                <a:gd name="csY40" fmla="*/ 1833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197 w 37901"/>
                <a:gd name="csY45" fmla="*/ 331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7 h 35610"/>
                <a:gd name="csX49" fmla="*/ 6821 w 37901"/>
                <a:gd name="csY49" fmla="*/ 152 h 35610"/>
                <a:gd name="csX50" fmla="*/ 13382 w 37901"/>
                <a:gd name="csY50" fmla="*/ 0 h 35610"/>
                <a:gd name="csX51" fmla="*/ 14179 w 37901"/>
                <a:gd name="csY51" fmla="*/ 585 h 35610"/>
                <a:gd name="csX52" fmla="*/ 13900 w 37901"/>
                <a:gd name="csY52" fmla="*/ 1476 h 35610"/>
                <a:gd name="csX53" fmla="*/ 12927 w 37901"/>
                <a:gd name="csY53" fmla="*/ 1629 h 35610"/>
                <a:gd name="csX54" fmla="*/ 9843 w 37901"/>
                <a:gd name="csY54" fmla="*/ 2876 h 35610"/>
                <a:gd name="csX55" fmla="*/ 10153 w 37901"/>
                <a:gd name="csY55" fmla="*/ 3767 h 35610"/>
                <a:gd name="csX56" fmla="*/ 15877 w 37901"/>
                <a:gd name="csY56" fmla="*/ 19244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3 w 37901"/>
                <a:gd name="csY60" fmla="*/ 4327 h 35610"/>
                <a:gd name="csX61" fmla="*/ 29063 w 37901"/>
                <a:gd name="csY61" fmla="*/ 3818 h 35610"/>
                <a:gd name="csX62" fmla="*/ 2929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3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7 h 35610"/>
                <a:gd name="csX73" fmla="*/ 32934 w 37901"/>
                <a:gd name="csY73" fmla="*/ 152 h 35610"/>
                <a:gd name="csX74" fmla="*/ 35097 w 37901"/>
                <a:gd name="csY74" fmla="*/ 77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84" y="1307"/>
                    <a:pt x="37702" y="1408"/>
                    <a:pt x="37571" y="1476"/>
                  </a:cubicBezTo>
                  <a:cubicBezTo>
                    <a:pt x="37446" y="1527"/>
                    <a:pt x="37343" y="1561"/>
                    <a:pt x="37260" y="1578"/>
                  </a:cubicBezTo>
                  <a:cubicBezTo>
                    <a:pt x="37191" y="1595"/>
                    <a:pt x="37057" y="1612"/>
                    <a:pt x="36856" y="1629"/>
                  </a:cubicBezTo>
                  <a:cubicBezTo>
                    <a:pt x="36022" y="1697"/>
                    <a:pt x="35259" y="1841"/>
                    <a:pt x="34569" y="2062"/>
                  </a:cubicBezTo>
                  <a:cubicBezTo>
                    <a:pt x="33872" y="2265"/>
                    <a:pt x="33227" y="2571"/>
                    <a:pt x="32634" y="2978"/>
                  </a:cubicBezTo>
                  <a:cubicBezTo>
                    <a:pt x="32054" y="3385"/>
                    <a:pt x="31602" y="3725"/>
                    <a:pt x="31278" y="3996"/>
                  </a:cubicBezTo>
                  <a:cubicBezTo>
                    <a:pt x="30974" y="4268"/>
                    <a:pt x="30550" y="4675"/>
                    <a:pt x="30005" y="5217"/>
                  </a:cubicBezTo>
                  <a:lnTo>
                    <a:pt x="2929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9" y="22425"/>
                  </a:cubicBezTo>
                  <a:lnTo>
                    <a:pt x="13797" y="29781"/>
                  </a:lnTo>
                  <a:cubicBezTo>
                    <a:pt x="13321" y="31818"/>
                    <a:pt x="13083" y="32913"/>
                    <a:pt x="13083" y="33065"/>
                  </a:cubicBezTo>
                  <a:cubicBezTo>
                    <a:pt x="13083" y="33371"/>
                    <a:pt x="13165" y="33574"/>
                    <a:pt x="13331" y="33676"/>
                  </a:cubicBezTo>
                  <a:cubicBezTo>
                    <a:pt x="13517" y="33761"/>
                    <a:pt x="13900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2" y="34211"/>
                  </a:cubicBezTo>
                  <a:cubicBezTo>
                    <a:pt x="17881" y="34296"/>
                    <a:pt x="17916" y="34414"/>
                    <a:pt x="17916" y="34567"/>
                  </a:cubicBezTo>
                  <a:cubicBezTo>
                    <a:pt x="17916" y="34889"/>
                    <a:pt x="17847" y="35135"/>
                    <a:pt x="17709" y="35305"/>
                  </a:cubicBezTo>
                  <a:cubicBezTo>
                    <a:pt x="17592" y="35457"/>
                    <a:pt x="17474" y="35551"/>
                    <a:pt x="17357" y="35585"/>
                  </a:cubicBezTo>
                  <a:cubicBezTo>
                    <a:pt x="17253" y="35602"/>
                    <a:pt x="17109" y="35610"/>
                    <a:pt x="16922" y="35610"/>
                  </a:cubicBezTo>
                  <a:lnTo>
                    <a:pt x="10257" y="35458"/>
                  </a:lnTo>
                  <a:lnTo>
                    <a:pt x="3685" y="35610"/>
                  </a:lnTo>
                  <a:cubicBezTo>
                    <a:pt x="3195" y="35610"/>
                    <a:pt x="2950" y="35415"/>
                    <a:pt x="2950" y="35025"/>
                  </a:cubicBezTo>
                  <a:cubicBezTo>
                    <a:pt x="2950" y="34771"/>
                    <a:pt x="2967" y="34576"/>
                    <a:pt x="3001" y="34440"/>
                  </a:cubicBezTo>
                  <a:cubicBezTo>
                    <a:pt x="3050" y="34287"/>
                    <a:pt x="3150" y="34185"/>
                    <a:pt x="3302" y="34134"/>
                  </a:cubicBezTo>
                  <a:cubicBezTo>
                    <a:pt x="3460" y="34066"/>
                    <a:pt x="3598" y="34032"/>
                    <a:pt x="3716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1" y="33981"/>
                    <a:pt x="6127" y="33981"/>
                  </a:cubicBezTo>
                  <a:cubicBezTo>
                    <a:pt x="6534" y="33965"/>
                    <a:pt x="6934" y="33905"/>
                    <a:pt x="7328" y="33803"/>
                  </a:cubicBezTo>
                  <a:cubicBezTo>
                    <a:pt x="7721" y="33702"/>
                    <a:pt x="7983" y="33617"/>
                    <a:pt x="8114" y="33548"/>
                  </a:cubicBezTo>
                  <a:cubicBezTo>
                    <a:pt x="8266" y="33464"/>
                    <a:pt x="8428" y="33277"/>
                    <a:pt x="8601" y="32989"/>
                  </a:cubicBezTo>
                  <a:cubicBezTo>
                    <a:pt x="8787" y="32683"/>
                    <a:pt x="8904" y="32411"/>
                    <a:pt x="8953" y="32174"/>
                  </a:cubicBezTo>
                  <a:cubicBezTo>
                    <a:pt x="9022" y="31937"/>
                    <a:pt x="9125" y="31521"/>
                    <a:pt x="9263" y="30927"/>
                  </a:cubicBezTo>
                  <a:cubicBezTo>
                    <a:pt x="9401" y="30401"/>
                    <a:pt x="9826" y="28704"/>
                    <a:pt x="10536" y="25836"/>
                  </a:cubicBezTo>
                  <a:cubicBezTo>
                    <a:pt x="11247" y="22968"/>
                    <a:pt x="11602" y="21500"/>
                    <a:pt x="11602" y="21433"/>
                  </a:cubicBezTo>
                  <a:cubicBezTo>
                    <a:pt x="11602" y="21246"/>
                    <a:pt x="11533" y="20949"/>
                    <a:pt x="11395" y="20542"/>
                  </a:cubicBezTo>
                  <a:lnTo>
                    <a:pt x="4989" y="3385"/>
                  </a:lnTo>
                  <a:cubicBezTo>
                    <a:pt x="4803" y="2876"/>
                    <a:pt x="4633" y="2520"/>
                    <a:pt x="4482" y="2316"/>
                  </a:cubicBezTo>
                  <a:cubicBezTo>
                    <a:pt x="4323" y="2113"/>
                    <a:pt x="3992" y="1952"/>
                    <a:pt x="3488" y="1833"/>
                  </a:cubicBezTo>
                  <a:cubicBezTo>
                    <a:pt x="2977" y="1697"/>
                    <a:pt x="2212" y="1629"/>
                    <a:pt x="1190" y="1629"/>
                  </a:cubicBezTo>
                  <a:cubicBezTo>
                    <a:pt x="900" y="1629"/>
                    <a:pt x="690" y="1620"/>
                    <a:pt x="559" y="1603"/>
                  </a:cubicBezTo>
                  <a:cubicBezTo>
                    <a:pt x="421" y="1587"/>
                    <a:pt x="293" y="1536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5" y="484"/>
                    <a:pt x="197" y="331"/>
                  </a:cubicBezTo>
                  <a:cubicBezTo>
                    <a:pt x="335" y="161"/>
                    <a:pt x="455" y="68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1" y="26"/>
                    <a:pt x="3892" y="77"/>
                  </a:cubicBezTo>
                  <a:cubicBezTo>
                    <a:pt x="5403" y="127"/>
                    <a:pt x="6379" y="152"/>
                    <a:pt x="6821" y="152"/>
                  </a:cubicBezTo>
                  <a:lnTo>
                    <a:pt x="13382" y="0"/>
                  </a:lnTo>
                  <a:cubicBezTo>
                    <a:pt x="13914" y="0"/>
                    <a:pt x="14179" y="195"/>
                    <a:pt x="14179" y="585"/>
                  </a:cubicBezTo>
                  <a:cubicBezTo>
                    <a:pt x="14179" y="1060"/>
                    <a:pt x="14086" y="1357"/>
                    <a:pt x="13900" y="1476"/>
                  </a:cubicBezTo>
                  <a:cubicBezTo>
                    <a:pt x="13707" y="1578"/>
                    <a:pt x="13382" y="1629"/>
                    <a:pt x="12927" y="1629"/>
                  </a:cubicBezTo>
                  <a:cubicBezTo>
                    <a:pt x="10871" y="1629"/>
                    <a:pt x="9843" y="2045"/>
                    <a:pt x="9843" y="2876"/>
                  </a:cubicBezTo>
                  <a:cubicBezTo>
                    <a:pt x="9843" y="2978"/>
                    <a:pt x="9946" y="3275"/>
                    <a:pt x="10153" y="3767"/>
                  </a:cubicBezTo>
                  <a:lnTo>
                    <a:pt x="15877" y="19244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56" y="4980"/>
                    <a:pt x="28349" y="4861"/>
                    <a:pt x="28431" y="4760"/>
                  </a:cubicBezTo>
                  <a:cubicBezTo>
                    <a:pt x="28514" y="4658"/>
                    <a:pt x="28625" y="4514"/>
                    <a:pt x="28763" y="4327"/>
                  </a:cubicBezTo>
                  <a:cubicBezTo>
                    <a:pt x="28894" y="4140"/>
                    <a:pt x="28994" y="3971"/>
                    <a:pt x="29063" y="3818"/>
                  </a:cubicBezTo>
                  <a:cubicBezTo>
                    <a:pt x="29153" y="3666"/>
                    <a:pt x="29228" y="3496"/>
                    <a:pt x="29291" y="3309"/>
                  </a:cubicBezTo>
                  <a:cubicBezTo>
                    <a:pt x="29360" y="3122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4" y="2002"/>
                    <a:pt x="28821" y="1875"/>
                    <a:pt x="28587" y="1807"/>
                  </a:cubicBezTo>
                  <a:cubicBezTo>
                    <a:pt x="28345" y="1739"/>
                    <a:pt x="28142" y="1697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3" y="458"/>
                    <a:pt x="26931" y="305"/>
                  </a:cubicBezTo>
                  <a:cubicBezTo>
                    <a:pt x="27062" y="136"/>
                    <a:pt x="27179" y="42"/>
                    <a:pt x="27283" y="25"/>
                  </a:cubicBezTo>
                  <a:cubicBezTo>
                    <a:pt x="27400" y="8"/>
                    <a:pt x="27545" y="0"/>
                    <a:pt x="27717" y="0"/>
                  </a:cubicBezTo>
                  <a:cubicBezTo>
                    <a:pt x="28276" y="0"/>
                    <a:pt x="29142" y="26"/>
                    <a:pt x="30315" y="77"/>
                  </a:cubicBezTo>
                  <a:cubicBezTo>
                    <a:pt x="31481" y="127"/>
                    <a:pt x="32354" y="152"/>
                    <a:pt x="32934" y="152"/>
                  </a:cubicBezTo>
                  <a:cubicBezTo>
                    <a:pt x="33410" y="152"/>
                    <a:pt x="34131" y="127"/>
                    <a:pt x="35097" y="77"/>
                  </a:cubicBezTo>
                  <a:cubicBezTo>
                    <a:pt x="36063" y="26"/>
                    <a:pt x="36767" y="0"/>
                    <a:pt x="37208" y="0"/>
                  </a:cubicBezTo>
                  <a:cubicBezTo>
                    <a:pt x="37671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" name="Freeform 3225">
              <a:extLst>
                <a:ext uri="{FF2B5EF4-FFF2-40B4-BE49-F238E27FC236}">
                  <a16:creationId xmlns:a16="http://schemas.microsoft.com/office/drawing/2014/main" id="{428A9F55-B337-50D9-AD40-C534366A2E56}"/>
                </a:ext>
              </a:extLst>
            </p:cNvPr>
            <p:cNvSpPr/>
            <p:nvPr/>
          </p:nvSpPr>
          <p:spPr>
            <a:xfrm>
              <a:off x="5223478" y="3854007"/>
              <a:ext cx="144206" cy="1034"/>
            </a:xfrm>
            <a:custGeom>
              <a:avLst/>
              <a:gdLst>
                <a:gd name="csX0" fmla="*/ 0 w 144206"/>
                <a:gd name="csY0" fmla="*/ 0 h 1034"/>
                <a:gd name="csX1" fmla="*/ 144207 w 144206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4206" h="1034">
                  <a:moveTo>
                    <a:pt x="0" y="0"/>
                  </a:moveTo>
                  <a:lnTo>
                    <a:pt x="144207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7" name="Freeform 3226">
              <a:extLst>
                <a:ext uri="{FF2B5EF4-FFF2-40B4-BE49-F238E27FC236}">
                  <a16:creationId xmlns:a16="http://schemas.microsoft.com/office/drawing/2014/main" id="{9C367A5B-3424-213F-15EE-D46BF3D026EA}"/>
                </a:ext>
              </a:extLst>
            </p:cNvPr>
            <p:cNvSpPr/>
            <p:nvPr/>
          </p:nvSpPr>
          <p:spPr>
            <a:xfrm>
              <a:off x="5449740" y="3805342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0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39" y="6525"/>
                    <a:pt x="610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1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8" name="Freeform 3227">
              <a:extLst>
                <a:ext uri="{FF2B5EF4-FFF2-40B4-BE49-F238E27FC236}">
                  <a16:creationId xmlns:a16="http://schemas.microsoft.com/office/drawing/2014/main" id="{545556B6-5EA2-87D4-98A6-CB2062946B8B}"/>
                </a:ext>
              </a:extLst>
            </p:cNvPr>
            <p:cNvSpPr/>
            <p:nvPr/>
          </p:nvSpPr>
          <p:spPr>
            <a:xfrm>
              <a:off x="5391718" y="3821763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9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5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206 w 58146"/>
                <a:gd name="csY25" fmla="*/ 27236 h 32908"/>
                <a:gd name="csX26" fmla="*/ 4720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6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800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1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5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9" y="29806"/>
                    <a:pt x="47206" y="28836"/>
                    <a:pt x="47206" y="27236"/>
                  </a:cubicBezTo>
                  <a:lnTo>
                    <a:pt x="47206" y="9890"/>
                  </a:lnTo>
                  <a:cubicBezTo>
                    <a:pt x="47206" y="7369"/>
                    <a:pt x="46816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5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4" y="29806"/>
                    <a:pt x="11861" y="30145"/>
                  </a:cubicBezTo>
                  <a:cubicBezTo>
                    <a:pt x="12489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9" name="Freeform 3228">
              <a:extLst>
                <a:ext uri="{FF2B5EF4-FFF2-40B4-BE49-F238E27FC236}">
                  <a16:creationId xmlns:a16="http://schemas.microsoft.com/office/drawing/2014/main" id="{A657EC6D-9A18-6E49-523C-5FB2589E7FF2}"/>
                </a:ext>
              </a:extLst>
            </p:cNvPr>
            <p:cNvSpPr/>
            <p:nvPr/>
          </p:nvSpPr>
          <p:spPr>
            <a:xfrm>
              <a:off x="5454314" y="3821290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9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1 h 34218"/>
                <a:gd name="csX21" fmla="*/ 22480 w 24332"/>
                <a:gd name="csY21" fmla="*/ 1819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9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3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60" y="25418"/>
                    <a:pt x="3933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9" y="15491"/>
                  </a:cubicBezTo>
                  <a:cubicBezTo>
                    <a:pt x="1070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5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4"/>
                    <a:pt x="22366" y="401"/>
                  </a:cubicBezTo>
                  <a:cubicBezTo>
                    <a:pt x="22442" y="643"/>
                    <a:pt x="22480" y="1115"/>
                    <a:pt x="22480" y="1819"/>
                  </a:cubicBezTo>
                  <a:lnTo>
                    <a:pt x="22480" y="9309"/>
                  </a:lnTo>
                  <a:cubicBezTo>
                    <a:pt x="22480" y="9866"/>
                    <a:pt x="22467" y="10242"/>
                    <a:pt x="22439" y="10436"/>
                  </a:cubicBezTo>
                  <a:cubicBezTo>
                    <a:pt x="22418" y="10630"/>
                    <a:pt x="22335" y="10800"/>
                    <a:pt x="22190" y="10945"/>
                  </a:cubicBezTo>
                  <a:cubicBezTo>
                    <a:pt x="22038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40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4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1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3"/>
                    <a:pt x="3605" y="31552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0" name="Freeform 3229">
              <a:extLst>
                <a:ext uri="{FF2B5EF4-FFF2-40B4-BE49-F238E27FC236}">
                  <a16:creationId xmlns:a16="http://schemas.microsoft.com/office/drawing/2014/main" id="{7ADD460F-A91F-A84B-8B71-5B5DD80371B3}"/>
                </a:ext>
              </a:extLst>
            </p:cNvPr>
            <p:cNvSpPr/>
            <p:nvPr/>
          </p:nvSpPr>
          <p:spPr>
            <a:xfrm>
              <a:off x="5480365" y="3820927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5 w 34041"/>
                <a:gd name="csY15" fmla="*/ 3746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5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21" y="1915"/>
                    <a:pt x="11082" y="836"/>
                    <a:pt x="14469" y="836"/>
                  </a:cubicBezTo>
                  <a:cubicBezTo>
                    <a:pt x="17457" y="836"/>
                    <a:pt x="20090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2000"/>
                    <a:pt x="34041" y="2824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5" y="4376"/>
                    <a:pt x="29705" y="3746"/>
                  </a:cubicBezTo>
                  <a:cubicBezTo>
                    <a:pt x="29705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6" y="29030"/>
                    <a:pt x="22377" y="29224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6"/>
                    <a:pt x="32996" y="35612"/>
                    <a:pt x="33017" y="39490"/>
                  </a:cubicBezTo>
                  <a:cubicBezTo>
                    <a:pt x="33017" y="42327"/>
                    <a:pt x="31381" y="44630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1" name="Freeform 3230">
              <a:extLst>
                <a:ext uri="{FF2B5EF4-FFF2-40B4-BE49-F238E27FC236}">
                  <a16:creationId xmlns:a16="http://schemas.microsoft.com/office/drawing/2014/main" id="{5AD1B8FB-32C5-B632-2D1F-EF9DC39A6335}"/>
                </a:ext>
              </a:extLst>
            </p:cNvPr>
            <p:cNvSpPr/>
            <p:nvPr/>
          </p:nvSpPr>
          <p:spPr>
            <a:xfrm>
              <a:off x="5525191" y="3854961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3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70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4 h 47447"/>
                <a:gd name="csX50" fmla="*/ 8146 w 25988"/>
                <a:gd name="csY50" fmla="*/ 15731 h 47447"/>
                <a:gd name="csX51" fmla="*/ 7969 w 25988"/>
                <a:gd name="csY51" fmla="*/ 15272 h 47447"/>
                <a:gd name="csX52" fmla="*/ 8177 w 25988"/>
                <a:gd name="csY52" fmla="*/ 14585 h 47447"/>
                <a:gd name="csX53" fmla="*/ 8663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92" y="5278"/>
                    <a:pt x="25099" y="5855"/>
                  </a:cubicBezTo>
                  <a:cubicBezTo>
                    <a:pt x="24526" y="6432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5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70"/>
                    <a:pt x="16881" y="13262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3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1"/>
                    <a:pt x="8559" y="15884"/>
                  </a:cubicBezTo>
                  <a:cubicBezTo>
                    <a:pt x="8408" y="15867"/>
                    <a:pt x="8270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7" y="14585"/>
                  </a:cubicBezTo>
                  <a:cubicBezTo>
                    <a:pt x="8328" y="14433"/>
                    <a:pt x="8490" y="14348"/>
                    <a:pt x="8663" y="14331"/>
                  </a:cubicBezTo>
                  <a:cubicBezTo>
                    <a:pt x="8829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2" name="Freeform 3231">
              <a:extLst>
                <a:ext uri="{FF2B5EF4-FFF2-40B4-BE49-F238E27FC236}">
                  <a16:creationId xmlns:a16="http://schemas.microsoft.com/office/drawing/2014/main" id="{53E149DD-3D84-7074-D0B8-79093CA1147D}"/>
                </a:ext>
              </a:extLst>
            </p:cNvPr>
            <p:cNvSpPr/>
            <p:nvPr/>
          </p:nvSpPr>
          <p:spPr>
            <a:xfrm>
              <a:off x="5564946" y="3865143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19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5 w 46119"/>
                <a:gd name="csY6" fmla="*/ 27083 h 27082"/>
                <a:gd name="csX7" fmla="*/ 33720 w 46119"/>
                <a:gd name="csY7" fmla="*/ 26778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5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5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5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19" y="13201"/>
                    <a:pt x="46119" y="13541"/>
                  </a:cubicBezTo>
                  <a:cubicBezTo>
                    <a:pt x="46119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1"/>
                  </a:cubicBezTo>
                  <a:cubicBezTo>
                    <a:pt x="36932" y="21704"/>
                    <a:pt x="35921" y="23910"/>
                    <a:pt x="35480" y="26268"/>
                  </a:cubicBezTo>
                  <a:cubicBezTo>
                    <a:pt x="35431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5" y="27083"/>
                  </a:cubicBezTo>
                  <a:cubicBezTo>
                    <a:pt x="34175" y="27083"/>
                    <a:pt x="33927" y="26981"/>
                    <a:pt x="33720" y="26778"/>
                  </a:cubicBezTo>
                  <a:cubicBezTo>
                    <a:pt x="33520" y="26591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1" y="25895"/>
                    <a:pt x="33472" y="25853"/>
                    <a:pt x="33472" y="25836"/>
                  </a:cubicBezTo>
                  <a:cubicBezTo>
                    <a:pt x="33982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5" y="14585"/>
                  </a:cubicBezTo>
                  <a:lnTo>
                    <a:pt x="1045" y="14585"/>
                  </a:lnTo>
                  <a:cubicBezTo>
                    <a:pt x="755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5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2" y="3996"/>
                    <a:pt x="33472" y="1247"/>
                  </a:cubicBezTo>
                  <a:cubicBezTo>
                    <a:pt x="33472" y="1230"/>
                    <a:pt x="33461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5" y="0"/>
                    <a:pt x="34465" y="0"/>
                  </a:cubicBezTo>
                  <a:cubicBezTo>
                    <a:pt x="34721" y="0"/>
                    <a:pt x="34941" y="76"/>
                    <a:pt x="35128" y="229"/>
                  </a:cubicBezTo>
                  <a:cubicBezTo>
                    <a:pt x="35314" y="381"/>
                    <a:pt x="35431" y="577"/>
                    <a:pt x="35480" y="815"/>
                  </a:cubicBezTo>
                  <a:cubicBezTo>
                    <a:pt x="35921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3" name="Freeform 3232">
              <a:extLst>
                <a:ext uri="{FF2B5EF4-FFF2-40B4-BE49-F238E27FC236}">
                  <a16:creationId xmlns:a16="http://schemas.microsoft.com/office/drawing/2014/main" id="{B3BE8387-6261-8146-A474-FD596A62E569}"/>
                </a:ext>
              </a:extLst>
            </p:cNvPr>
            <p:cNvSpPr/>
            <p:nvPr/>
          </p:nvSpPr>
          <p:spPr>
            <a:xfrm>
              <a:off x="5631041" y="3856107"/>
              <a:ext cx="37901" cy="35610"/>
            </a:xfrm>
            <a:custGeom>
              <a:avLst/>
              <a:gdLst>
                <a:gd name="csX0" fmla="*/ 37902 w 37901"/>
                <a:gd name="csY0" fmla="*/ 637 h 35610"/>
                <a:gd name="csX1" fmla="*/ 37819 w 37901"/>
                <a:gd name="csY1" fmla="*/ 1171 h 35610"/>
                <a:gd name="csX2" fmla="*/ 37571 w 37901"/>
                <a:gd name="csY2" fmla="*/ 1476 h 35610"/>
                <a:gd name="csX3" fmla="*/ 37260 w 37901"/>
                <a:gd name="csY3" fmla="*/ 1578 h 35610"/>
                <a:gd name="csX4" fmla="*/ 36856 w 37901"/>
                <a:gd name="csY4" fmla="*/ 1629 h 35610"/>
                <a:gd name="csX5" fmla="*/ 34569 w 37901"/>
                <a:gd name="csY5" fmla="*/ 2062 h 35610"/>
                <a:gd name="csX6" fmla="*/ 32634 w 37901"/>
                <a:gd name="csY6" fmla="*/ 2978 h 35610"/>
                <a:gd name="csX7" fmla="*/ 31278 w 37901"/>
                <a:gd name="csY7" fmla="*/ 3996 h 35610"/>
                <a:gd name="csX8" fmla="*/ 30005 w 37901"/>
                <a:gd name="csY8" fmla="*/ 5218 h 35610"/>
                <a:gd name="csX9" fmla="*/ 29291 w 37901"/>
                <a:gd name="csY9" fmla="*/ 5956 h 35610"/>
                <a:gd name="csX10" fmla="*/ 16363 w 37901"/>
                <a:gd name="csY10" fmla="*/ 20796 h 35610"/>
                <a:gd name="csX11" fmla="*/ 15629 w 37901"/>
                <a:gd name="csY11" fmla="*/ 22425 h 35610"/>
                <a:gd name="csX12" fmla="*/ 13797 w 37901"/>
                <a:gd name="csY12" fmla="*/ 29781 h 35610"/>
                <a:gd name="csX13" fmla="*/ 13083 w 37901"/>
                <a:gd name="csY13" fmla="*/ 33065 h 35610"/>
                <a:gd name="csX14" fmla="*/ 13331 w 37901"/>
                <a:gd name="csY14" fmla="*/ 33676 h 35610"/>
                <a:gd name="csX15" fmla="*/ 14480 w 37901"/>
                <a:gd name="csY15" fmla="*/ 33880 h 35610"/>
                <a:gd name="csX16" fmla="*/ 16467 w 37901"/>
                <a:gd name="csY16" fmla="*/ 34007 h 35610"/>
                <a:gd name="csX17" fmla="*/ 17812 w 37901"/>
                <a:gd name="csY17" fmla="*/ 34211 h 35610"/>
                <a:gd name="csX18" fmla="*/ 17916 w 37901"/>
                <a:gd name="csY18" fmla="*/ 34567 h 35610"/>
                <a:gd name="csX19" fmla="*/ 17709 w 37901"/>
                <a:gd name="csY19" fmla="*/ 35305 h 35610"/>
                <a:gd name="csX20" fmla="*/ 17357 w 37901"/>
                <a:gd name="csY20" fmla="*/ 35585 h 35610"/>
                <a:gd name="csX21" fmla="*/ 16922 w 37901"/>
                <a:gd name="csY21" fmla="*/ 35610 h 35610"/>
                <a:gd name="csX22" fmla="*/ 10257 w 37901"/>
                <a:gd name="csY22" fmla="*/ 35458 h 35610"/>
                <a:gd name="csX23" fmla="*/ 3685 w 37901"/>
                <a:gd name="csY23" fmla="*/ 35610 h 35610"/>
                <a:gd name="csX24" fmla="*/ 2950 w 37901"/>
                <a:gd name="csY24" fmla="*/ 35025 h 35610"/>
                <a:gd name="csX25" fmla="*/ 3001 w 37901"/>
                <a:gd name="csY25" fmla="*/ 34440 h 35610"/>
                <a:gd name="csX26" fmla="*/ 3302 w 37901"/>
                <a:gd name="csY26" fmla="*/ 34134 h 35610"/>
                <a:gd name="csX27" fmla="*/ 3716 w 37901"/>
                <a:gd name="csY27" fmla="*/ 34032 h 35610"/>
                <a:gd name="csX28" fmla="*/ 4378 w 37901"/>
                <a:gd name="csY28" fmla="*/ 34007 h 35610"/>
                <a:gd name="csX29" fmla="*/ 6127 w 37901"/>
                <a:gd name="csY29" fmla="*/ 33981 h 35610"/>
                <a:gd name="csX30" fmla="*/ 7328 w 37901"/>
                <a:gd name="csY30" fmla="*/ 33803 h 35610"/>
                <a:gd name="csX31" fmla="*/ 8114 w 37901"/>
                <a:gd name="csY31" fmla="*/ 33548 h 35610"/>
                <a:gd name="csX32" fmla="*/ 8601 w 37901"/>
                <a:gd name="csY32" fmla="*/ 32989 h 35610"/>
                <a:gd name="csX33" fmla="*/ 8953 w 37901"/>
                <a:gd name="csY33" fmla="*/ 32174 h 35610"/>
                <a:gd name="csX34" fmla="*/ 9263 w 37901"/>
                <a:gd name="csY34" fmla="*/ 30927 h 35610"/>
                <a:gd name="csX35" fmla="*/ 10536 w 37901"/>
                <a:gd name="csY35" fmla="*/ 25836 h 35610"/>
                <a:gd name="csX36" fmla="*/ 11602 w 37901"/>
                <a:gd name="csY36" fmla="*/ 21433 h 35610"/>
                <a:gd name="csX37" fmla="*/ 11395 w 37901"/>
                <a:gd name="csY37" fmla="*/ 20542 h 35610"/>
                <a:gd name="csX38" fmla="*/ 4989 w 37901"/>
                <a:gd name="csY38" fmla="*/ 3385 h 35610"/>
                <a:gd name="csX39" fmla="*/ 4482 w 37901"/>
                <a:gd name="csY39" fmla="*/ 2316 h 35610"/>
                <a:gd name="csX40" fmla="*/ 3488 w 37901"/>
                <a:gd name="csY40" fmla="*/ 1833 h 35610"/>
                <a:gd name="csX41" fmla="*/ 1190 w 37901"/>
                <a:gd name="csY41" fmla="*/ 1629 h 35610"/>
                <a:gd name="csX42" fmla="*/ 559 w 37901"/>
                <a:gd name="csY42" fmla="*/ 1603 h 35610"/>
                <a:gd name="csX43" fmla="*/ 176 w 37901"/>
                <a:gd name="csY43" fmla="*/ 1451 h 35610"/>
                <a:gd name="csX44" fmla="*/ 0 w 37901"/>
                <a:gd name="csY44" fmla="*/ 1043 h 35610"/>
                <a:gd name="csX45" fmla="*/ 197 w 37901"/>
                <a:gd name="csY45" fmla="*/ 331 h 35610"/>
                <a:gd name="csX46" fmla="*/ 559 w 37901"/>
                <a:gd name="csY46" fmla="*/ 51 h 35610"/>
                <a:gd name="csX47" fmla="*/ 994 w 37901"/>
                <a:gd name="csY47" fmla="*/ 0 h 35610"/>
                <a:gd name="csX48" fmla="*/ 3892 w 37901"/>
                <a:gd name="csY48" fmla="*/ 77 h 35610"/>
                <a:gd name="csX49" fmla="*/ 6821 w 37901"/>
                <a:gd name="csY49" fmla="*/ 152 h 35610"/>
                <a:gd name="csX50" fmla="*/ 13382 w 37901"/>
                <a:gd name="csY50" fmla="*/ 0 h 35610"/>
                <a:gd name="csX51" fmla="*/ 14179 w 37901"/>
                <a:gd name="csY51" fmla="*/ 586 h 35610"/>
                <a:gd name="csX52" fmla="*/ 13900 w 37901"/>
                <a:gd name="csY52" fmla="*/ 1476 h 35610"/>
                <a:gd name="csX53" fmla="*/ 12927 w 37901"/>
                <a:gd name="csY53" fmla="*/ 1629 h 35610"/>
                <a:gd name="csX54" fmla="*/ 9843 w 37901"/>
                <a:gd name="csY54" fmla="*/ 2876 h 35610"/>
                <a:gd name="csX55" fmla="*/ 10153 w 37901"/>
                <a:gd name="csY55" fmla="*/ 3767 h 35610"/>
                <a:gd name="csX56" fmla="*/ 15877 w 37901"/>
                <a:gd name="csY56" fmla="*/ 19244 h 35610"/>
                <a:gd name="csX57" fmla="*/ 27976 w 37901"/>
                <a:gd name="csY57" fmla="*/ 5320 h 35610"/>
                <a:gd name="csX58" fmla="*/ 28152 w 37901"/>
                <a:gd name="csY58" fmla="*/ 5116 h 35610"/>
                <a:gd name="csX59" fmla="*/ 28431 w 37901"/>
                <a:gd name="csY59" fmla="*/ 4760 h 35610"/>
                <a:gd name="csX60" fmla="*/ 28763 w 37901"/>
                <a:gd name="csY60" fmla="*/ 4327 h 35610"/>
                <a:gd name="csX61" fmla="*/ 29063 w 37901"/>
                <a:gd name="csY61" fmla="*/ 3818 h 35610"/>
                <a:gd name="csX62" fmla="*/ 29291 w 37901"/>
                <a:gd name="csY62" fmla="*/ 3309 h 35610"/>
                <a:gd name="csX63" fmla="*/ 29394 w 37901"/>
                <a:gd name="csY63" fmla="*/ 2826 h 35610"/>
                <a:gd name="csX64" fmla="*/ 29166 w 37901"/>
                <a:gd name="csY64" fmla="*/ 2189 h 35610"/>
                <a:gd name="csX65" fmla="*/ 28587 w 37901"/>
                <a:gd name="csY65" fmla="*/ 1807 h 35610"/>
                <a:gd name="csX66" fmla="*/ 27976 w 37901"/>
                <a:gd name="csY66" fmla="*/ 1680 h 35610"/>
                <a:gd name="csX67" fmla="*/ 27510 w 37901"/>
                <a:gd name="csY67" fmla="*/ 1629 h 35610"/>
                <a:gd name="csX68" fmla="*/ 26724 w 37901"/>
                <a:gd name="csY68" fmla="*/ 993 h 35610"/>
                <a:gd name="csX69" fmla="*/ 26931 w 37901"/>
                <a:gd name="csY69" fmla="*/ 305 h 35610"/>
                <a:gd name="csX70" fmla="*/ 27283 w 37901"/>
                <a:gd name="csY70" fmla="*/ 25 h 35610"/>
                <a:gd name="csX71" fmla="*/ 27717 w 37901"/>
                <a:gd name="csY71" fmla="*/ 0 h 35610"/>
                <a:gd name="csX72" fmla="*/ 30315 w 37901"/>
                <a:gd name="csY72" fmla="*/ 77 h 35610"/>
                <a:gd name="csX73" fmla="*/ 32934 w 37901"/>
                <a:gd name="csY73" fmla="*/ 152 h 35610"/>
                <a:gd name="csX74" fmla="*/ 35097 w 37901"/>
                <a:gd name="csY74" fmla="*/ 77 h 35610"/>
                <a:gd name="csX75" fmla="*/ 37208 w 37901"/>
                <a:gd name="csY75" fmla="*/ 0 h 35610"/>
                <a:gd name="csX76" fmla="*/ 37902 w 37901"/>
                <a:gd name="csY76" fmla="*/ 637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7901" h="35610">
                  <a:moveTo>
                    <a:pt x="37902" y="637"/>
                  </a:moveTo>
                  <a:cubicBezTo>
                    <a:pt x="37902" y="857"/>
                    <a:pt x="37874" y="1035"/>
                    <a:pt x="37819" y="1171"/>
                  </a:cubicBezTo>
                  <a:cubicBezTo>
                    <a:pt x="37784" y="1307"/>
                    <a:pt x="37702" y="1408"/>
                    <a:pt x="37571" y="1476"/>
                  </a:cubicBezTo>
                  <a:cubicBezTo>
                    <a:pt x="37446" y="1527"/>
                    <a:pt x="37343" y="1561"/>
                    <a:pt x="37260" y="1578"/>
                  </a:cubicBezTo>
                  <a:cubicBezTo>
                    <a:pt x="37191" y="1595"/>
                    <a:pt x="37057" y="1612"/>
                    <a:pt x="36856" y="1629"/>
                  </a:cubicBezTo>
                  <a:cubicBezTo>
                    <a:pt x="36022" y="1697"/>
                    <a:pt x="35259" y="1841"/>
                    <a:pt x="34569" y="2062"/>
                  </a:cubicBezTo>
                  <a:cubicBezTo>
                    <a:pt x="33872" y="2265"/>
                    <a:pt x="33227" y="2571"/>
                    <a:pt x="32634" y="2978"/>
                  </a:cubicBezTo>
                  <a:cubicBezTo>
                    <a:pt x="32054" y="3385"/>
                    <a:pt x="31602" y="3725"/>
                    <a:pt x="31278" y="3996"/>
                  </a:cubicBezTo>
                  <a:cubicBezTo>
                    <a:pt x="30974" y="4268"/>
                    <a:pt x="30550" y="4675"/>
                    <a:pt x="30005" y="5218"/>
                  </a:cubicBezTo>
                  <a:lnTo>
                    <a:pt x="29291" y="5956"/>
                  </a:lnTo>
                  <a:lnTo>
                    <a:pt x="16363" y="20796"/>
                  </a:lnTo>
                  <a:cubicBezTo>
                    <a:pt x="16060" y="21136"/>
                    <a:pt x="15815" y="21679"/>
                    <a:pt x="15629" y="22425"/>
                  </a:cubicBezTo>
                  <a:lnTo>
                    <a:pt x="13797" y="29781"/>
                  </a:lnTo>
                  <a:cubicBezTo>
                    <a:pt x="13321" y="31818"/>
                    <a:pt x="13083" y="32913"/>
                    <a:pt x="13083" y="33065"/>
                  </a:cubicBezTo>
                  <a:cubicBezTo>
                    <a:pt x="13083" y="33371"/>
                    <a:pt x="13165" y="33574"/>
                    <a:pt x="13331" y="33676"/>
                  </a:cubicBezTo>
                  <a:cubicBezTo>
                    <a:pt x="13517" y="33761"/>
                    <a:pt x="13900" y="33829"/>
                    <a:pt x="14480" y="33880"/>
                  </a:cubicBezTo>
                  <a:lnTo>
                    <a:pt x="16467" y="34007"/>
                  </a:lnTo>
                  <a:cubicBezTo>
                    <a:pt x="17247" y="34007"/>
                    <a:pt x="17695" y="34075"/>
                    <a:pt x="17812" y="34211"/>
                  </a:cubicBezTo>
                  <a:cubicBezTo>
                    <a:pt x="17881" y="34296"/>
                    <a:pt x="17916" y="34414"/>
                    <a:pt x="17916" y="34567"/>
                  </a:cubicBezTo>
                  <a:cubicBezTo>
                    <a:pt x="17916" y="34889"/>
                    <a:pt x="17847" y="35135"/>
                    <a:pt x="17709" y="35305"/>
                  </a:cubicBezTo>
                  <a:cubicBezTo>
                    <a:pt x="17592" y="35457"/>
                    <a:pt x="17474" y="35551"/>
                    <a:pt x="17357" y="35585"/>
                  </a:cubicBezTo>
                  <a:cubicBezTo>
                    <a:pt x="17253" y="35602"/>
                    <a:pt x="17109" y="35610"/>
                    <a:pt x="16922" y="35610"/>
                  </a:cubicBezTo>
                  <a:lnTo>
                    <a:pt x="10257" y="35458"/>
                  </a:lnTo>
                  <a:lnTo>
                    <a:pt x="3685" y="35610"/>
                  </a:lnTo>
                  <a:cubicBezTo>
                    <a:pt x="3195" y="35610"/>
                    <a:pt x="2950" y="35415"/>
                    <a:pt x="2950" y="35025"/>
                  </a:cubicBezTo>
                  <a:cubicBezTo>
                    <a:pt x="2950" y="34771"/>
                    <a:pt x="2967" y="34576"/>
                    <a:pt x="3001" y="34440"/>
                  </a:cubicBezTo>
                  <a:cubicBezTo>
                    <a:pt x="3050" y="34287"/>
                    <a:pt x="3150" y="34185"/>
                    <a:pt x="3302" y="34134"/>
                  </a:cubicBezTo>
                  <a:cubicBezTo>
                    <a:pt x="3460" y="34066"/>
                    <a:pt x="3598" y="34032"/>
                    <a:pt x="3716" y="34032"/>
                  </a:cubicBezTo>
                  <a:cubicBezTo>
                    <a:pt x="3833" y="34015"/>
                    <a:pt x="4054" y="34007"/>
                    <a:pt x="4378" y="34007"/>
                  </a:cubicBezTo>
                  <a:cubicBezTo>
                    <a:pt x="5158" y="33990"/>
                    <a:pt x="5741" y="33981"/>
                    <a:pt x="6127" y="33981"/>
                  </a:cubicBezTo>
                  <a:cubicBezTo>
                    <a:pt x="6534" y="33965"/>
                    <a:pt x="6934" y="33905"/>
                    <a:pt x="7328" y="33803"/>
                  </a:cubicBezTo>
                  <a:cubicBezTo>
                    <a:pt x="7721" y="33702"/>
                    <a:pt x="7983" y="33617"/>
                    <a:pt x="8114" y="33548"/>
                  </a:cubicBezTo>
                  <a:cubicBezTo>
                    <a:pt x="8266" y="33464"/>
                    <a:pt x="8428" y="33277"/>
                    <a:pt x="8601" y="32989"/>
                  </a:cubicBezTo>
                  <a:cubicBezTo>
                    <a:pt x="8787" y="32683"/>
                    <a:pt x="8904" y="32411"/>
                    <a:pt x="8953" y="32174"/>
                  </a:cubicBezTo>
                  <a:cubicBezTo>
                    <a:pt x="9022" y="31937"/>
                    <a:pt x="9125" y="31521"/>
                    <a:pt x="9263" y="30927"/>
                  </a:cubicBezTo>
                  <a:cubicBezTo>
                    <a:pt x="9401" y="30401"/>
                    <a:pt x="9826" y="28704"/>
                    <a:pt x="10536" y="25836"/>
                  </a:cubicBezTo>
                  <a:cubicBezTo>
                    <a:pt x="11247" y="22968"/>
                    <a:pt x="11602" y="21500"/>
                    <a:pt x="11602" y="21433"/>
                  </a:cubicBezTo>
                  <a:cubicBezTo>
                    <a:pt x="11602" y="21246"/>
                    <a:pt x="11533" y="20949"/>
                    <a:pt x="11395" y="20542"/>
                  </a:cubicBezTo>
                  <a:lnTo>
                    <a:pt x="4989" y="3385"/>
                  </a:lnTo>
                  <a:cubicBezTo>
                    <a:pt x="4803" y="2876"/>
                    <a:pt x="4633" y="2520"/>
                    <a:pt x="4482" y="2316"/>
                  </a:cubicBezTo>
                  <a:cubicBezTo>
                    <a:pt x="4323" y="2113"/>
                    <a:pt x="3992" y="1952"/>
                    <a:pt x="3488" y="1833"/>
                  </a:cubicBezTo>
                  <a:cubicBezTo>
                    <a:pt x="2977" y="1697"/>
                    <a:pt x="2212" y="1629"/>
                    <a:pt x="1190" y="1629"/>
                  </a:cubicBezTo>
                  <a:cubicBezTo>
                    <a:pt x="900" y="1629"/>
                    <a:pt x="690" y="1620"/>
                    <a:pt x="559" y="1603"/>
                  </a:cubicBezTo>
                  <a:cubicBezTo>
                    <a:pt x="421" y="1587"/>
                    <a:pt x="293" y="1536"/>
                    <a:pt x="176" y="1451"/>
                  </a:cubicBezTo>
                  <a:cubicBezTo>
                    <a:pt x="59" y="1366"/>
                    <a:pt x="0" y="1230"/>
                    <a:pt x="0" y="1043"/>
                  </a:cubicBezTo>
                  <a:cubicBezTo>
                    <a:pt x="0" y="721"/>
                    <a:pt x="65" y="484"/>
                    <a:pt x="197" y="331"/>
                  </a:cubicBezTo>
                  <a:cubicBezTo>
                    <a:pt x="335" y="161"/>
                    <a:pt x="455" y="68"/>
                    <a:pt x="559" y="51"/>
                  </a:cubicBezTo>
                  <a:cubicBezTo>
                    <a:pt x="676" y="17"/>
                    <a:pt x="821" y="0"/>
                    <a:pt x="994" y="0"/>
                  </a:cubicBezTo>
                  <a:cubicBezTo>
                    <a:pt x="1415" y="0"/>
                    <a:pt x="2381" y="26"/>
                    <a:pt x="3892" y="77"/>
                  </a:cubicBezTo>
                  <a:cubicBezTo>
                    <a:pt x="5403" y="127"/>
                    <a:pt x="6379" y="152"/>
                    <a:pt x="6821" y="152"/>
                  </a:cubicBezTo>
                  <a:lnTo>
                    <a:pt x="13382" y="0"/>
                  </a:lnTo>
                  <a:cubicBezTo>
                    <a:pt x="13914" y="0"/>
                    <a:pt x="14179" y="195"/>
                    <a:pt x="14179" y="586"/>
                  </a:cubicBezTo>
                  <a:cubicBezTo>
                    <a:pt x="14179" y="1061"/>
                    <a:pt x="14086" y="1357"/>
                    <a:pt x="13900" y="1476"/>
                  </a:cubicBezTo>
                  <a:cubicBezTo>
                    <a:pt x="13707" y="1578"/>
                    <a:pt x="13382" y="1629"/>
                    <a:pt x="12927" y="1629"/>
                  </a:cubicBezTo>
                  <a:cubicBezTo>
                    <a:pt x="10871" y="1629"/>
                    <a:pt x="9843" y="2045"/>
                    <a:pt x="9843" y="2876"/>
                  </a:cubicBezTo>
                  <a:cubicBezTo>
                    <a:pt x="9843" y="2978"/>
                    <a:pt x="9946" y="3275"/>
                    <a:pt x="10153" y="3767"/>
                  </a:cubicBezTo>
                  <a:lnTo>
                    <a:pt x="15877" y="19244"/>
                  </a:lnTo>
                  <a:lnTo>
                    <a:pt x="27976" y="5320"/>
                  </a:lnTo>
                  <a:lnTo>
                    <a:pt x="28152" y="5116"/>
                  </a:lnTo>
                  <a:cubicBezTo>
                    <a:pt x="28256" y="4980"/>
                    <a:pt x="28349" y="4861"/>
                    <a:pt x="28431" y="4760"/>
                  </a:cubicBezTo>
                  <a:cubicBezTo>
                    <a:pt x="28514" y="4658"/>
                    <a:pt x="28625" y="4514"/>
                    <a:pt x="28763" y="4327"/>
                  </a:cubicBezTo>
                  <a:cubicBezTo>
                    <a:pt x="28894" y="4140"/>
                    <a:pt x="28994" y="3971"/>
                    <a:pt x="29063" y="3818"/>
                  </a:cubicBezTo>
                  <a:cubicBezTo>
                    <a:pt x="29153" y="3666"/>
                    <a:pt x="29228" y="3496"/>
                    <a:pt x="29291" y="3309"/>
                  </a:cubicBezTo>
                  <a:cubicBezTo>
                    <a:pt x="29360" y="3123"/>
                    <a:pt x="29394" y="2961"/>
                    <a:pt x="29394" y="2826"/>
                  </a:cubicBezTo>
                  <a:cubicBezTo>
                    <a:pt x="29394" y="2571"/>
                    <a:pt x="29318" y="2359"/>
                    <a:pt x="29166" y="2189"/>
                  </a:cubicBezTo>
                  <a:cubicBezTo>
                    <a:pt x="29014" y="2002"/>
                    <a:pt x="28821" y="1875"/>
                    <a:pt x="28587" y="1807"/>
                  </a:cubicBezTo>
                  <a:cubicBezTo>
                    <a:pt x="28345" y="1739"/>
                    <a:pt x="28142" y="1697"/>
                    <a:pt x="27976" y="1680"/>
                  </a:cubicBezTo>
                  <a:cubicBezTo>
                    <a:pt x="27803" y="1646"/>
                    <a:pt x="27648" y="1629"/>
                    <a:pt x="27510" y="1629"/>
                  </a:cubicBezTo>
                  <a:cubicBezTo>
                    <a:pt x="26986" y="1629"/>
                    <a:pt x="26724" y="1417"/>
                    <a:pt x="26724" y="993"/>
                  </a:cubicBezTo>
                  <a:cubicBezTo>
                    <a:pt x="26724" y="687"/>
                    <a:pt x="26793" y="458"/>
                    <a:pt x="26931" y="305"/>
                  </a:cubicBezTo>
                  <a:cubicBezTo>
                    <a:pt x="27062" y="136"/>
                    <a:pt x="27179" y="42"/>
                    <a:pt x="27283" y="25"/>
                  </a:cubicBezTo>
                  <a:cubicBezTo>
                    <a:pt x="27400" y="8"/>
                    <a:pt x="27545" y="0"/>
                    <a:pt x="27717" y="0"/>
                  </a:cubicBezTo>
                  <a:cubicBezTo>
                    <a:pt x="28276" y="0"/>
                    <a:pt x="29142" y="26"/>
                    <a:pt x="30315" y="77"/>
                  </a:cubicBezTo>
                  <a:cubicBezTo>
                    <a:pt x="31481" y="127"/>
                    <a:pt x="32354" y="152"/>
                    <a:pt x="32934" y="152"/>
                  </a:cubicBezTo>
                  <a:cubicBezTo>
                    <a:pt x="33410" y="152"/>
                    <a:pt x="34131" y="127"/>
                    <a:pt x="35097" y="77"/>
                  </a:cubicBezTo>
                  <a:cubicBezTo>
                    <a:pt x="36063" y="26"/>
                    <a:pt x="36767" y="0"/>
                    <a:pt x="37208" y="0"/>
                  </a:cubicBezTo>
                  <a:cubicBezTo>
                    <a:pt x="37671" y="0"/>
                    <a:pt x="37902" y="212"/>
                    <a:pt x="37902" y="637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64" name="Group 3063">
            <a:extLst>
              <a:ext uri="{FF2B5EF4-FFF2-40B4-BE49-F238E27FC236}">
                <a16:creationId xmlns:a16="http://schemas.microsoft.com/office/drawing/2014/main" id="{080E5125-09D2-4309-6450-FA76F971B551}"/>
              </a:ext>
            </a:extLst>
          </p:cNvPr>
          <p:cNvGrpSpPr/>
          <p:nvPr/>
        </p:nvGrpSpPr>
        <p:grpSpPr>
          <a:xfrm>
            <a:off x="666175" y="3469507"/>
            <a:ext cx="2483999" cy="1655999"/>
            <a:chOff x="666175" y="3469507"/>
            <a:chExt cx="2483999" cy="1655999"/>
          </a:xfrm>
        </p:grpSpPr>
        <p:sp>
          <p:nvSpPr>
            <p:cNvPr id="2848" name="Freeform 2847">
              <a:extLst>
                <a:ext uri="{FF2B5EF4-FFF2-40B4-BE49-F238E27FC236}">
                  <a16:creationId xmlns:a16="http://schemas.microsoft.com/office/drawing/2014/main" id="{5454A701-50FD-9699-377C-B50C53E8C2ED}"/>
                </a:ext>
              </a:extLst>
            </p:cNvPr>
            <p:cNvSpPr/>
            <p:nvPr/>
          </p:nvSpPr>
          <p:spPr>
            <a:xfrm>
              <a:off x="666175" y="3469507"/>
              <a:ext cx="2483999" cy="1655999"/>
            </a:xfrm>
            <a:custGeom>
              <a:avLst/>
              <a:gdLst>
                <a:gd name="csX0" fmla="*/ 0 w 2483999"/>
                <a:gd name="csY0" fmla="*/ 1655999 h 1655999"/>
                <a:gd name="csX1" fmla="*/ 2483999 w 2483999"/>
                <a:gd name="csY1" fmla="*/ 1655999 h 1655999"/>
                <a:gd name="csX2" fmla="*/ 2483999 w 2483999"/>
                <a:gd name="csY2" fmla="*/ 0 h 1655999"/>
                <a:gd name="csX3" fmla="*/ 0 w 2483999"/>
                <a:gd name="csY3" fmla="*/ 0 h 1655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483999" h="1655999">
                  <a:moveTo>
                    <a:pt x="0" y="1655999"/>
                  </a:moveTo>
                  <a:lnTo>
                    <a:pt x="2483999" y="1655999"/>
                  </a:lnTo>
                  <a:lnTo>
                    <a:pt x="2483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9" name="Freeform 2848">
              <a:extLst>
                <a:ext uri="{FF2B5EF4-FFF2-40B4-BE49-F238E27FC236}">
                  <a16:creationId xmlns:a16="http://schemas.microsoft.com/office/drawing/2014/main" id="{616E8FDE-F5A8-6943-BB17-2173447E3DEE}"/>
                </a:ext>
              </a:extLst>
            </p:cNvPr>
            <p:cNvSpPr/>
            <p:nvPr/>
          </p:nvSpPr>
          <p:spPr>
            <a:xfrm>
              <a:off x="941320" y="3518404"/>
              <a:ext cx="2159960" cy="1374909"/>
            </a:xfrm>
            <a:custGeom>
              <a:avLst/>
              <a:gdLst>
                <a:gd name="csX0" fmla="*/ 0 w 2159960"/>
                <a:gd name="csY0" fmla="*/ 1374910 h 1374909"/>
                <a:gd name="csX1" fmla="*/ 2159960 w 2159960"/>
                <a:gd name="csY1" fmla="*/ 1374910 h 1374909"/>
                <a:gd name="csX2" fmla="*/ 2159960 w 2159960"/>
                <a:gd name="csY2" fmla="*/ 0 h 1374909"/>
                <a:gd name="csX3" fmla="*/ 0 w 2159960"/>
                <a:gd name="csY3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159960" h="1374909">
                  <a:moveTo>
                    <a:pt x="0" y="1374910"/>
                  </a:moveTo>
                  <a:lnTo>
                    <a:pt x="2159960" y="1374910"/>
                  </a:lnTo>
                  <a:lnTo>
                    <a:pt x="2159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0" name="Freeform 2849">
              <a:extLst>
                <a:ext uri="{FF2B5EF4-FFF2-40B4-BE49-F238E27FC236}">
                  <a16:creationId xmlns:a16="http://schemas.microsoft.com/office/drawing/2014/main" id="{827DD4D7-88FA-F661-85D9-219949F08CF9}"/>
                </a:ext>
              </a:extLst>
            </p:cNvPr>
            <p:cNvSpPr/>
            <p:nvPr/>
          </p:nvSpPr>
          <p:spPr>
            <a:xfrm>
              <a:off x="1364555" y="3518404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1" name="Freeform 2850">
              <a:extLst>
                <a:ext uri="{FF2B5EF4-FFF2-40B4-BE49-F238E27FC236}">
                  <a16:creationId xmlns:a16="http://schemas.microsoft.com/office/drawing/2014/main" id="{2BFFAD2C-7E4C-632F-E219-60461F9B413E}"/>
                </a:ext>
              </a:extLst>
            </p:cNvPr>
            <p:cNvSpPr/>
            <p:nvPr/>
          </p:nvSpPr>
          <p:spPr>
            <a:xfrm>
              <a:off x="1863462" y="3518404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2" name="Freeform 2851">
              <a:extLst>
                <a:ext uri="{FF2B5EF4-FFF2-40B4-BE49-F238E27FC236}">
                  <a16:creationId xmlns:a16="http://schemas.microsoft.com/office/drawing/2014/main" id="{B3D6D2F8-D694-BE38-90BA-1412995558F2}"/>
                </a:ext>
              </a:extLst>
            </p:cNvPr>
            <p:cNvSpPr/>
            <p:nvPr/>
          </p:nvSpPr>
          <p:spPr>
            <a:xfrm>
              <a:off x="2362363" y="3518404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3" name="Freeform 2852">
              <a:extLst>
                <a:ext uri="{FF2B5EF4-FFF2-40B4-BE49-F238E27FC236}">
                  <a16:creationId xmlns:a16="http://schemas.microsoft.com/office/drawing/2014/main" id="{A82970E0-6613-EA52-B2DA-3EF6278687BE}"/>
                </a:ext>
              </a:extLst>
            </p:cNvPr>
            <p:cNvSpPr/>
            <p:nvPr/>
          </p:nvSpPr>
          <p:spPr>
            <a:xfrm>
              <a:off x="2861274" y="3518404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4" name="Freeform 2853">
              <a:extLst>
                <a:ext uri="{FF2B5EF4-FFF2-40B4-BE49-F238E27FC236}">
                  <a16:creationId xmlns:a16="http://schemas.microsoft.com/office/drawing/2014/main" id="{5BECD499-65A2-0BFB-94C3-093A2ACF8D20}"/>
                </a:ext>
              </a:extLst>
            </p:cNvPr>
            <p:cNvSpPr/>
            <p:nvPr/>
          </p:nvSpPr>
          <p:spPr>
            <a:xfrm>
              <a:off x="941320" y="4893314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5" name="Freeform 2854">
              <a:extLst>
                <a:ext uri="{FF2B5EF4-FFF2-40B4-BE49-F238E27FC236}">
                  <a16:creationId xmlns:a16="http://schemas.microsoft.com/office/drawing/2014/main" id="{3260CEFB-C17A-DB75-06D7-6877580BDE57}"/>
                </a:ext>
              </a:extLst>
            </p:cNvPr>
            <p:cNvSpPr/>
            <p:nvPr/>
          </p:nvSpPr>
          <p:spPr>
            <a:xfrm>
              <a:off x="941320" y="4658038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6" name="Freeform 2855">
              <a:extLst>
                <a:ext uri="{FF2B5EF4-FFF2-40B4-BE49-F238E27FC236}">
                  <a16:creationId xmlns:a16="http://schemas.microsoft.com/office/drawing/2014/main" id="{5573D849-A360-7D65-8F2A-0B5F534EE823}"/>
                </a:ext>
              </a:extLst>
            </p:cNvPr>
            <p:cNvSpPr/>
            <p:nvPr/>
          </p:nvSpPr>
          <p:spPr>
            <a:xfrm>
              <a:off x="941320" y="4422772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7" name="Freeform 2856">
              <a:extLst>
                <a:ext uri="{FF2B5EF4-FFF2-40B4-BE49-F238E27FC236}">
                  <a16:creationId xmlns:a16="http://schemas.microsoft.com/office/drawing/2014/main" id="{EE214127-CC68-812B-018F-E344B800DA6F}"/>
                </a:ext>
              </a:extLst>
            </p:cNvPr>
            <p:cNvSpPr/>
            <p:nvPr/>
          </p:nvSpPr>
          <p:spPr>
            <a:xfrm>
              <a:off x="941320" y="4187501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8" name="Freeform 2857">
              <a:extLst>
                <a:ext uri="{FF2B5EF4-FFF2-40B4-BE49-F238E27FC236}">
                  <a16:creationId xmlns:a16="http://schemas.microsoft.com/office/drawing/2014/main" id="{4BAC4F6C-37A3-8D71-7A46-8A05CBD5E8A1}"/>
                </a:ext>
              </a:extLst>
            </p:cNvPr>
            <p:cNvSpPr/>
            <p:nvPr/>
          </p:nvSpPr>
          <p:spPr>
            <a:xfrm>
              <a:off x="941320" y="3952230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9" name="Freeform 2858">
              <a:extLst>
                <a:ext uri="{FF2B5EF4-FFF2-40B4-BE49-F238E27FC236}">
                  <a16:creationId xmlns:a16="http://schemas.microsoft.com/office/drawing/2014/main" id="{0E6F2DBC-1C4F-4020-6583-69BAFDA3EF12}"/>
                </a:ext>
              </a:extLst>
            </p:cNvPr>
            <p:cNvSpPr/>
            <p:nvPr/>
          </p:nvSpPr>
          <p:spPr>
            <a:xfrm>
              <a:off x="941320" y="3716959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2064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0" name="Freeform 2859">
              <a:extLst>
                <a:ext uri="{FF2B5EF4-FFF2-40B4-BE49-F238E27FC236}">
                  <a16:creationId xmlns:a16="http://schemas.microsoft.com/office/drawing/2014/main" id="{ED6BBC94-9848-3206-0F4C-51640BC37BD3}"/>
                </a:ext>
              </a:extLst>
            </p:cNvPr>
            <p:cNvSpPr/>
            <p:nvPr/>
          </p:nvSpPr>
          <p:spPr>
            <a:xfrm>
              <a:off x="941320" y="4893314"/>
              <a:ext cx="2159960" cy="1034"/>
            </a:xfrm>
            <a:custGeom>
              <a:avLst/>
              <a:gdLst>
                <a:gd name="csX0" fmla="*/ 0 w 2159960"/>
                <a:gd name="csY0" fmla="*/ 0 h 1034"/>
                <a:gd name="csX1" fmla="*/ 2159960 w 2159960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159960" h="1034">
                  <a:moveTo>
                    <a:pt x="0" y="0"/>
                  </a:moveTo>
                  <a:lnTo>
                    <a:pt x="215996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1" name="Freeform 2860">
              <a:extLst>
                <a:ext uri="{FF2B5EF4-FFF2-40B4-BE49-F238E27FC236}">
                  <a16:creationId xmlns:a16="http://schemas.microsoft.com/office/drawing/2014/main" id="{C52405CD-7D19-547C-CA7E-A64028A0971B}"/>
                </a:ext>
              </a:extLst>
            </p:cNvPr>
            <p:cNvSpPr/>
            <p:nvPr/>
          </p:nvSpPr>
          <p:spPr>
            <a:xfrm>
              <a:off x="1364555" y="4873752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2" name="Freeform 2861">
              <a:extLst>
                <a:ext uri="{FF2B5EF4-FFF2-40B4-BE49-F238E27FC236}">
                  <a16:creationId xmlns:a16="http://schemas.microsoft.com/office/drawing/2014/main" id="{8CD2C3C8-3A60-F166-8972-A2837E933DF9}"/>
                </a:ext>
              </a:extLst>
            </p:cNvPr>
            <p:cNvSpPr/>
            <p:nvPr/>
          </p:nvSpPr>
          <p:spPr>
            <a:xfrm>
              <a:off x="1863462" y="4873752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3" name="Freeform 2862">
              <a:extLst>
                <a:ext uri="{FF2B5EF4-FFF2-40B4-BE49-F238E27FC236}">
                  <a16:creationId xmlns:a16="http://schemas.microsoft.com/office/drawing/2014/main" id="{BF5DB7B1-6A0D-CD96-F273-A30C24F3947A}"/>
                </a:ext>
              </a:extLst>
            </p:cNvPr>
            <p:cNvSpPr/>
            <p:nvPr/>
          </p:nvSpPr>
          <p:spPr>
            <a:xfrm>
              <a:off x="2362363" y="4873752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4" name="Freeform 2863">
              <a:extLst>
                <a:ext uri="{FF2B5EF4-FFF2-40B4-BE49-F238E27FC236}">
                  <a16:creationId xmlns:a16="http://schemas.microsoft.com/office/drawing/2014/main" id="{7BE6AE66-0B69-1D92-D699-3A2756E9585C}"/>
                </a:ext>
              </a:extLst>
            </p:cNvPr>
            <p:cNvSpPr/>
            <p:nvPr/>
          </p:nvSpPr>
          <p:spPr>
            <a:xfrm>
              <a:off x="2861274" y="4873752"/>
              <a:ext cx="1034" cy="19561"/>
            </a:xfrm>
            <a:custGeom>
              <a:avLst/>
              <a:gdLst>
                <a:gd name="csX0" fmla="*/ 0 w 1034"/>
                <a:gd name="csY0" fmla="*/ 19562 h 19561"/>
                <a:gd name="csX1" fmla="*/ 0 w 1034"/>
                <a:gd name="csY1" fmla="*/ 0 h 19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9561">
                  <a:moveTo>
                    <a:pt x="0" y="19562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5" name="Freeform 2864">
              <a:extLst>
                <a:ext uri="{FF2B5EF4-FFF2-40B4-BE49-F238E27FC236}">
                  <a16:creationId xmlns:a16="http://schemas.microsoft.com/office/drawing/2014/main" id="{8511F2C0-3AE4-B2BD-BFD8-960C7AA95EA8}"/>
                </a:ext>
              </a:extLst>
            </p:cNvPr>
            <p:cNvSpPr/>
            <p:nvPr/>
          </p:nvSpPr>
          <p:spPr>
            <a:xfrm>
              <a:off x="1267788" y="4960951"/>
              <a:ext cx="53750" cy="7131"/>
            </a:xfrm>
            <a:custGeom>
              <a:avLst/>
              <a:gdLst>
                <a:gd name="csX0" fmla="*/ 0 w 53750"/>
                <a:gd name="csY0" fmla="*/ 0 h 7131"/>
                <a:gd name="csX1" fmla="*/ 53751 w 53750"/>
                <a:gd name="csY1" fmla="*/ 0 h 7131"/>
                <a:gd name="csX2" fmla="*/ 53751 w 53750"/>
                <a:gd name="csY2" fmla="*/ 7131 h 7131"/>
                <a:gd name="csX3" fmla="*/ 0 w 53750"/>
                <a:gd name="csY3" fmla="*/ 7131 h 7131"/>
                <a:gd name="csX4" fmla="*/ 0 w 53750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50" h="7131">
                  <a:moveTo>
                    <a:pt x="0" y="0"/>
                  </a:moveTo>
                  <a:lnTo>
                    <a:pt x="53751" y="0"/>
                  </a:lnTo>
                  <a:lnTo>
                    <a:pt x="53751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6" name="Freeform 2865">
              <a:extLst>
                <a:ext uri="{FF2B5EF4-FFF2-40B4-BE49-F238E27FC236}">
                  <a16:creationId xmlns:a16="http://schemas.microsoft.com/office/drawing/2014/main" id="{70EF6152-8D63-AA68-F1BE-864499619CF0}"/>
                </a:ext>
              </a:extLst>
            </p:cNvPr>
            <p:cNvSpPr/>
            <p:nvPr/>
          </p:nvSpPr>
          <p:spPr>
            <a:xfrm>
              <a:off x="1336296" y="4927707"/>
              <a:ext cx="43268" cy="64935"/>
            </a:xfrm>
            <a:custGeom>
              <a:avLst/>
              <a:gdLst>
                <a:gd name="csX0" fmla="*/ 21635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5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5 w 43268"/>
                <a:gd name="csY8" fmla="*/ 6707 h 64935"/>
                <a:gd name="csX9" fmla="*/ 21635 w 43268"/>
                <a:gd name="csY9" fmla="*/ 0 h 64935"/>
                <a:gd name="csX10" fmla="*/ 37693 w 43268"/>
                <a:gd name="csY10" fmla="*/ 8342 h 64935"/>
                <a:gd name="csX11" fmla="*/ 43268 w 43268"/>
                <a:gd name="csY11" fmla="*/ 32489 h 64935"/>
                <a:gd name="csX12" fmla="*/ 37693 w 43268"/>
                <a:gd name="csY12" fmla="*/ 56635 h 64935"/>
                <a:gd name="csX13" fmla="*/ 21635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5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5" y="6707"/>
                  </a:moveTo>
                  <a:cubicBezTo>
                    <a:pt x="17274" y="6707"/>
                    <a:pt x="13989" y="8860"/>
                    <a:pt x="11781" y="13165"/>
                  </a:cubicBezTo>
                  <a:cubicBezTo>
                    <a:pt x="9601" y="17436"/>
                    <a:pt x="8511" y="23877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4" y="58229"/>
                    <a:pt x="21635" y="58229"/>
                  </a:cubicBezTo>
                  <a:cubicBezTo>
                    <a:pt x="26023" y="58229"/>
                    <a:pt x="29307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7"/>
                    <a:pt x="33695" y="17436"/>
                    <a:pt x="31487" y="13165"/>
                  </a:cubicBezTo>
                  <a:cubicBezTo>
                    <a:pt x="29307" y="8860"/>
                    <a:pt x="26023" y="6707"/>
                    <a:pt x="21635" y="6707"/>
                  </a:cubicBezTo>
                  <a:moveTo>
                    <a:pt x="21635" y="0"/>
                  </a:moveTo>
                  <a:cubicBezTo>
                    <a:pt x="28650" y="0"/>
                    <a:pt x="34002" y="2781"/>
                    <a:pt x="37693" y="8342"/>
                  </a:cubicBezTo>
                  <a:cubicBezTo>
                    <a:pt x="41410" y="13876"/>
                    <a:pt x="43268" y="21925"/>
                    <a:pt x="43268" y="32489"/>
                  </a:cubicBezTo>
                  <a:cubicBezTo>
                    <a:pt x="43268" y="43025"/>
                    <a:pt x="41410" y="51074"/>
                    <a:pt x="37693" y="56635"/>
                  </a:cubicBezTo>
                  <a:cubicBezTo>
                    <a:pt x="34002" y="62169"/>
                    <a:pt x="28650" y="64936"/>
                    <a:pt x="21635" y="64936"/>
                  </a:cubicBezTo>
                  <a:cubicBezTo>
                    <a:pt x="14619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9" y="0"/>
                    <a:pt x="21635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7" name="Freeform 2866">
              <a:extLst>
                <a:ext uri="{FF2B5EF4-FFF2-40B4-BE49-F238E27FC236}">
                  <a16:creationId xmlns:a16="http://schemas.microsoft.com/office/drawing/2014/main" id="{31B99019-05B6-82C3-276F-6406273FB255}"/>
                </a:ext>
              </a:extLst>
            </p:cNvPr>
            <p:cNvSpPr/>
            <p:nvPr/>
          </p:nvSpPr>
          <p:spPr>
            <a:xfrm>
              <a:off x="1394449" y="4980782"/>
              <a:ext cx="8846" cy="10650"/>
            </a:xfrm>
            <a:custGeom>
              <a:avLst/>
              <a:gdLst>
                <a:gd name="csX0" fmla="*/ 0 w 8846"/>
                <a:gd name="csY0" fmla="*/ 0 h 10650"/>
                <a:gd name="csX1" fmla="*/ 8846 w 8846"/>
                <a:gd name="csY1" fmla="*/ 0 h 10650"/>
                <a:gd name="csX2" fmla="*/ 8846 w 8846"/>
                <a:gd name="csY2" fmla="*/ 10650 h 10650"/>
                <a:gd name="csX3" fmla="*/ 0 w 8846"/>
                <a:gd name="csY3" fmla="*/ 10650 h 10650"/>
                <a:gd name="csX4" fmla="*/ 0 w 8846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6" h="10650">
                  <a:moveTo>
                    <a:pt x="0" y="0"/>
                  </a:moveTo>
                  <a:lnTo>
                    <a:pt x="8846" y="0"/>
                  </a:lnTo>
                  <a:lnTo>
                    <a:pt x="8846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8" name="Freeform 2867">
              <a:extLst>
                <a:ext uri="{FF2B5EF4-FFF2-40B4-BE49-F238E27FC236}">
                  <a16:creationId xmlns:a16="http://schemas.microsoft.com/office/drawing/2014/main" id="{8260E639-F089-4136-2242-1A182C0BAD58}"/>
                </a:ext>
              </a:extLst>
            </p:cNvPr>
            <p:cNvSpPr/>
            <p:nvPr/>
          </p:nvSpPr>
          <p:spPr>
            <a:xfrm>
              <a:off x="1418389" y="4927707"/>
              <a:ext cx="42932" cy="64935"/>
            </a:xfrm>
            <a:custGeom>
              <a:avLst/>
              <a:gdLst>
                <a:gd name="csX0" fmla="*/ 21466 w 42932"/>
                <a:gd name="csY0" fmla="*/ 34000 h 64935"/>
                <a:gd name="csX1" fmla="*/ 11949 w 42932"/>
                <a:gd name="csY1" fmla="*/ 37229 h 64935"/>
                <a:gd name="csX2" fmla="*/ 8511 w 42932"/>
                <a:gd name="csY2" fmla="*/ 46120 h 64935"/>
                <a:gd name="csX3" fmla="*/ 11949 w 42932"/>
                <a:gd name="csY3" fmla="*/ 55000 h 64935"/>
                <a:gd name="csX4" fmla="*/ 21466 w 42932"/>
                <a:gd name="csY4" fmla="*/ 58229 h 64935"/>
                <a:gd name="csX5" fmla="*/ 30984 w 42932"/>
                <a:gd name="csY5" fmla="*/ 55000 h 64935"/>
                <a:gd name="csX6" fmla="*/ 34463 w 42932"/>
                <a:gd name="csY6" fmla="*/ 46120 h 64935"/>
                <a:gd name="csX7" fmla="*/ 30984 w 42932"/>
                <a:gd name="csY7" fmla="*/ 37229 h 64935"/>
                <a:gd name="csX8" fmla="*/ 21466 w 42932"/>
                <a:gd name="csY8" fmla="*/ 34000 h 64935"/>
                <a:gd name="csX9" fmla="*/ 12996 w 42932"/>
                <a:gd name="csY9" fmla="*/ 30398 h 64935"/>
                <a:gd name="csX10" fmla="*/ 4486 w 42932"/>
                <a:gd name="csY10" fmla="*/ 25316 h 64935"/>
                <a:gd name="csX11" fmla="*/ 1468 w 42932"/>
                <a:gd name="csY11" fmla="*/ 16218 h 64935"/>
                <a:gd name="csX12" fmla="*/ 6792 w 42932"/>
                <a:gd name="csY12" fmla="*/ 4357 h 64935"/>
                <a:gd name="csX13" fmla="*/ 21466 w 42932"/>
                <a:gd name="csY13" fmla="*/ 0 h 64935"/>
                <a:gd name="csX14" fmla="*/ 36140 w 42932"/>
                <a:gd name="csY14" fmla="*/ 4357 h 64935"/>
                <a:gd name="csX15" fmla="*/ 41465 w 42932"/>
                <a:gd name="csY15" fmla="*/ 16218 h 64935"/>
                <a:gd name="csX16" fmla="*/ 38405 w 42932"/>
                <a:gd name="csY16" fmla="*/ 25316 h 64935"/>
                <a:gd name="csX17" fmla="*/ 29978 w 42932"/>
                <a:gd name="csY17" fmla="*/ 30398 h 64935"/>
                <a:gd name="csX18" fmla="*/ 39495 w 42932"/>
                <a:gd name="csY18" fmla="*/ 35966 h 64935"/>
                <a:gd name="csX19" fmla="*/ 42933 w 42932"/>
                <a:gd name="csY19" fmla="*/ 46120 h 64935"/>
                <a:gd name="csX20" fmla="*/ 37356 w 42932"/>
                <a:gd name="csY20" fmla="*/ 60082 h 64935"/>
                <a:gd name="csX21" fmla="*/ 21466 w 42932"/>
                <a:gd name="csY21" fmla="*/ 64936 h 64935"/>
                <a:gd name="csX22" fmla="*/ 5534 w 42932"/>
                <a:gd name="csY22" fmla="*/ 60082 h 64935"/>
                <a:gd name="csX23" fmla="*/ 0 w 42932"/>
                <a:gd name="csY23" fmla="*/ 46120 h 64935"/>
                <a:gd name="csX24" fmla="*/ 3437 w 42932"/>
                <a:gd name="csY24" fmla="*/ 35966 h 64935"/>
                <a:gd name="csX25" fmla="*/ 12996 w 42932"/>
                <a:gd name="csY25" fmla="*/ 30398 h 64935"/>
                <a:gd name="csX26" fmla="*/ 9895 w 42932"/>
                <a:gd name="csY26" fmla="*/ 17015 h 64935"/>
                <a:gd name="csX27" fmla="*/ 12913 w 42932"/>
                <a:gd name="csY27" fmla="*/ 24602 h 64935"/>
                <a:gd name="csX28" fmla="*/ 21466 w 42932"/>
                <a:gd name="csY28" fmla="*/ 27334 h 64935"/>
                <a:gd name="csX29" fmla="*/ 29978 w 42932"/>
                <a:gd name="csY29" fmla="*/ 24602 h 64935"/>
                <a:gd name="csX30" fmla="*/ 33080 w 42932"/>
                <a:gd name="csY30" fmla="*/ 17015 h 64935"/>
                <a:gd name="csX31" fmla="*/ 29978 w 42932"/>
                <a:gd name="csY31" fmla="*/ 9429 h 64935"/>
                <a:gd name="csX32" fmla="*/ 21466 w 42932"/>
                <a:gd name="csY32" fmla="*/ 6707 h 64935"/>
                <a:gd name="csX33" fmla="*/ 12913 w 42932"/>
                <a:gd name="csY33" fmla="*/ 9429 h 64935"/>
                <a:gd name="csX34" fmla="*/ 9895 w 42932"/>
                <a:gd name="csY34" fmla="*/ 170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2932" h="64935">
                  <a:moveTo>
                    <a:pt x="21466" y="34000"/>
                  </a:moveTo>
                  <a:cubicBezTo>
                    <a:pt x="17441" y="34000"/>
                    <a:pt x="14269" y="35076"/>
                    <a:pt x="11949" y="37229"/>
                  </a:cubicBezTo>
                  <a:cubicBezTo>
                    <a:pt x="9657" y="39382"/>
                    <a:pt x="8511" y="42345"/>
                    <a:pt x="8511" y="46120"/>
                  </a:cubicBezTo>
                  <a:cubicBezTo>
                    <a:pt x="8511" y="49887"/>
                    <a:pt x="9657" y="52847"/>
                    <a:pt x="11949" y="55000"/>
                  </a:cubicBezTo>
                  <a:cubicBezTo>
                    <a:pt x="14269" y="57153"/>
                    <a:pt x="17441" y="58229"/>
                    <a:pt x="21466" y="58229"/>
                  </a:cubicBezTo>
                  <a:cubicBezTo>
                    <a:pt x="25491" y="58229"/>
                    <a:pt x="28664" y="57153"/>
                    <a:pt x="30984" y="55000"/>
                  </a:cubicBezTo>
                  <a:cubicBezTo>
                    <a:pt x="33304" y="52819"/>
                    <a:pt x="34463" y="49859"/>
                    <a:pt x="34463" y="46120"/>
                  </a:cubicBezTo>
                  <a:cubicBezTo>
                    <a:pt x="34463" y="42345"/>
                    <a:pt x="33304" y="39382"/>
                    <a:pt x="30984" y="37229"/>
                  </a:cubicBezTo>
                  <a:cubicBezTo>
                    <a:pt x="28692" y="35076"/>
                    <a:pt x="25519" y="34000"/>
                    <a:pt x="21466" y="34000"/>
                  </a:cubicBezTo>
                  <a:moveTo>
                    <a:pt x="12996" y="30398"/>
                  </a:moveTo>
                  <a:cubicBezTo>
                    <a:pt x="9363" y="29501"/>
                    <a:pt x="6526" y="27807"/>
                    <a:pt x="4486" y="25316"/>
                  </a:cubicBezTo>
                  <a:cubicBezTo>
                    <a:pt x="2474" y="22832"/>
                    <a:pt x="1468" y="19800"/>
                    <a:pt x="1468" y="16218"/>
                  </a:cubicBezTo>
                  <a:cubicBezTo>
                    <a:pt x="1468" y="11216"/>
                    <a:pt x="3242" y="7262"/>
                    <a:pt x="6792" y="4357"/>
                  </a:cubicBezTo>
                  <a:cubicBezTo>
                    <a:pt x="10369" y="1452"/>
                    <a:pt x="15261" y="0"/>
                    <a:pt x="21466" y="0"/>
                  </a:cubicBezTo>
                  <a:cubicBezTo>
                    <a:pt x="27699" y="0"/>
                    <a:pt x="32591" y="1452"/>
                    <a:pt x="36140" y="4357"/>
                  </a:cubicBezTo>
                  <a:cubicBezTo>
                    <a:pt x="39690" y="7262"/>
                    <a:pt x="41465" y="11216"/>
                    <a:pt x="41465" y="16218"/>
                  </a:cubicBezTo>
                  <a:cubicBezTo>
                    <a:pt x="41465" y="19800"/>
                    <a:pt x="40445" y="22832"/>
                    <a:pt x="38405" y="25316"/>
                  </a:cubicBezTo>
                  <a:cubicBezTo>
                    <a:pt x="36392" y="27807"/>
                    <a:pt x="33583" y="29501"/>
                    <a:pt x="29978" y="30398"/>
                  </a:cubicBezTo>
                  <a:cubicBezTo>
                    <a:pt x="34058" y="31343"/>
                    <a:pt x="37231" y="33199"/>
                    <a:pt x="39495" y="35966"/>
                  </a:cubicBezTo>
                  <a:cubicBezTo>
                    <a:pt x="41787" y="38733"/>
                    <a:pt x="42933" y="42118"/>
                    <a:pt x="42933" y="46120"/>
                  </a:cubicBezTo>
                  <a:cubicBezTo>
                    <a:pt x="42933" y="52185"/>
                    <a:pt x="41074" y="56839"/>
                    <a:pt x="37356" y="60082"/>
                  </a:cubicBezTo>
                  <a:cubicBezTo>
                    <a:pt x="33667" y="63318"/>
                    <a:pt x="28370" y="64936"/>
                    <a:pt x="21466" y="64936"/>
                  </a:cubicBezTo>
                  <a:cubicBezTo>
                    <a:pt x="14562" y="64936"/>
                    <a:pt x="9252" y="63318"/>
                    <a:pt x="5534" y="60082"/>
                  </a:cubicBezTo>
                  <a:cubicBezTo>
                    <a:pt x="1845" y="56839"/>
                    <a:pt x="0" y="52185"/>
                    <a:pt x="0" y="46120"/>
                  </a:cubicBezTo>
                  <a:cubicBezTo>
                    <a:pt x="0" y="42118"/>
                    <a:pt x="1146" y="38733"/>
                    <a:pt x="3437" y="35966"/>
                  </a:cubicBezTo>
                  <a:cubicBezTo>
                    <a:pt x="5729" y="33199"/>
                    <a:pt x="8916" y="31343"/>
                    <a:pt x="12996" y="30398"/>
                  </a:cubicBezTo>
                  <a:moveTo>
                    <a:pt x="9895" y="17015"/>
                  </a:moveTo>
                  <a:cubicBezTo>
                    <a:pt x="9895" y="20258"/>
                    <a:pt x="10901" y="22787"/>
                    <a:pt x="12913" y="24602"/>
                  </a:cubicBezTo>
                  <a:cubicBezTo>
                    <a:pt x="14954" y="26424"/>
                    <a:pt x="17805" y="27334"/>
                    <a:pt x="21466" y="27334"/>
                  </a:cubicBezTo>
                  <a:cubicBezTo>
                    <a:pt x="25100" y="27334"/>
                    <a:pt x="27937" y="26424"/>
                    <a:pt x="29978" y="24602"/>
                  </a:cubicBezTo>
                  <a:cubicBezTo>
                    <a:pt x="32046" y="22787"/>
                    <a:pt x="33080" y="20258"/>
                    <a:pt x="33080" y="17015"/>
                  </a:cubicBezTo>
                  <a:cubicBezTo>
                    <a:pt x="33080" y="13772"/>
                    <a:pt x="32046" y="11243"/>
                    <a:pt x="29978" y="9429"/>
                  </a:cubicBezTo>
                  <a:cubicBezTo>
                    <a:pt x="27937" y="7614"/>
                    <a:pt x="25100" y="6707"/>
                    <a:pt x="21466" y="6707"/>
                  </a:cubicBezTo>
                  <a:cubicBezTo>
                    <a:pt x="17805" y="6707"/>
                    <a:pt x="14954" y="7614"/>
                    <a:pt x="12913" y="9429"/>
                  </a:cubicBezTo>
                  <a:cubicBezTo>
                    <a:pt x="10901" y="11243"/>
                    <a:pt x="9895" y="13772"/>
                    <a:pt x="9895" y="170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9" name="Freeform 2868">
              <a:extLst>
                <a:ext uri="{FF2B5EF4-FFF2-40B4-BE49-F238E27FC236}">
                  <a16:creationId xmlns:a16="http://schemas.microsoft.com/office/drawing/2014/main" id="{CC623EE4-AC35-9023-EF43-303D2C6E4487}"/>
                </a:ext>
              </a:extLst>
            </p:cNvPr>
            <p:cNvSpPr/>
            <p:nvPr/>
          </p:nvSpPr>
          <p:spPr>
            <a:xfrm>
              <a:off x="1766462" y="4960951"/>
              <a:ext cx="53747" cy="7131"/>
            </a:xfrm>
            <a:custGeom>
              <a:avLst/>
              <a:gdLst>
                <a:gd name="csX0" fmla="*/ 0 w 53747"/>
                <a:gd name="csY0" fmla="*/ 0 h 7131"/>
                <a:gd name="csX1" fmla="*/ 53748 w 53747"/>
                <a:gd name="csY1" fmla="*/ 0 h 7131"/>
                <a:gd name="csX2" fmla="*/ 53748 w 53747"/>
                <a:gd name="csY2" fmla="*/ 7131 h 7131"/>
                <a:gd name="csX3" fmla="*/ 0 w 53747"/>
                <a:gd name="csY3" fmla="*/ 7131 h 7131"/>
                <a:gd name="csX4" fmla="*/ 0 w 53747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47" h="7131">
                  <a:moveTo>
                    <a:pt x="0" y="0"/>
                  </a:moveTo>
                  <a:lnTo>
                    <a:pt x="53748" y="0"/>
                  </a:lnTo>
                  <a:lnTo>
                    <a:pt x="5374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0" name="Freeform 2869">
              <a:extLst>
                <a:ext uri="{FF2B5EF4-FFF2-40B4-BE49-F238E27FC236}">
                  <a16:creationId xmlns:a16="http://schemas.microsoft.com/office/drawing/2014/main" id="{4E651CCE-E8A8-D98E-EE12-AD7F3F77FD76}"/>
                </a:ext>
              </a:extLst>
            </p:cNvPr>
            <p:cNvSpPr/>
            <p:nvPr/>
          </p:nvSpPr>
          <p:spPr>
            <a:xfrm>
              <a:off x="1834968" y="4927707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2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52" y="64936"/>
                    <a:pt x="21642" y="64936"/>
                  </a:cubicBezTo>
                  <a:cubicBezTo>
                    <a:pt x="14625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1" name="Freeform 2870">
              <a:extLst>
                <a:ext uri="{FF2B5EF4-FFF2-40B4-BE49-F238E27FC236}">
                  <a16:creationId xmlns:a16="http://schemas.microsoft.com/office/drawing/2014/main" id="{F06D8B68-1CC4-4C94-0B7D-A3C1F52E1B31}"/>
                </a:ext>
              </a:extLst>
            </p:cNvPr>
            <p:cNvSpPr/>
            <p:nvPr/>
          </p:nvSpPr>
          <p:spPr>
            <a:xfrm>
              <a:off x="1893125" y="4980782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2" name="Freeform 2871">
              <a:extLst>
                <a:ext uri="{FF2B5EF4-FFF2-40B4-BE49-F238E27FC236}">
                  <a16:creationId xmlns:a16="http://schemas.microsoft.com/office/drawing/2014/main" id="{CD7CB11C-7F9F-35FC-FBA6-8EC1D1DA4E2C}"/>
                </a:ext>
              </a:extLst>
            </p:cNvPr>
            <p:cNvSpPr/>
            <p:nvPr/>
          </p:nvSpPr>
          <p:spPr>
            <a:xfrm>
              <a:off x="1917230" y="4927707"/>
              <a:ext cx="43231" cy="64935"/>
            </a:xfrm>
            <a:custGeom>
              <a:avLst/>
              <a:gdLst>
                <a:gd name="csX0" fmla="*/ 22346 w 43231"/>
                <a:gd name="csY0" fmla="*/ 29052 h 64935"/>
                <a:gd name="csX1" fmla="*/ 13289 w 43231"/>
                <a:gd name="csY1" fmla="*/ 32954 h 64935"/>
                <a:gd name="csX2" fmla="*/ 9977 w 43231"/>
                <a:gd name="csY2" fmla="*/ 43646 h 64935"/>
                <a:gd name="csX3" fmla="*/ 13289 w 43231"/>
                <a:gd name="csY3" fmla="*/ 54337 h 64935"/>
                <a:gd name="csX4" fmla="*/ 22346 w 43231"/>
                <a:gd name="csY4" fmla="*/ 58229 h 64935"/>
                <a:gd name="csX5" fmla="*/ 31361 w 43231"/>
                <a:gd name="csY5" fmla="*/ 54337 h 64935"/>
                <a:gd name="csX6" fmla="*/ 34714 w 43231"/>
                <a:gd name="csY6" fmla="*/ 43646 h 64935"/>
                <a:gd name="csX7" fmla="*/ 31361 w 43231"/>
                <a:gd name="csY7" fmla="*/ 32954 h 64935"/>
                <a:gd name="csX8" fmla="*/ 22346 w 43231"/>
                <a:gd name="csY8" fmla="*/ 29052 h 64935"/>
                <a:gd name="csX9" fmla="*/ 39164 w 43231"/>
                <a:gd name="csY9" fmla="*/ 2515 h 64935"/>
                <a:gd name="csX10" fmla="*/ 39164 w 43231"/>
                <a:gd name="csY10" fmla="*/ 10226 h 64935"/>
                <a:gd name="csX11" fmla="*/ 32706 w 43231"/>
                <a:gd name="csY11" fmla="*/ 7918 h 64935"/>
                <a:gd name="csX12" fmla="*/ 26289 w 43231"/>
                <a:gd name="csY12" fmla="*/ 7121 h 64935"/>
                <a:gd name="csX13" fmla="*/ 13455 w 43231"/>
                <a:gd name="csY13" fmla="*/ 12782 h 64935"/>
                <a:gd name="csX14" fmla="*/ 8425 w 43231"/>
                <a:gd name="csY14" fmla="*/ 29891 h 64935"/>
                <a:gd name="csX15" fmla="*/ 14635 w 43231"/>
                <a:gd name="csY15" fmla="*/ 24312 h 64935"/>
                <a:gd name="csX16" fmla="*/ 22853 w 43231"/>
                <a:gd name="csY16" fmla="*/ 22346 h 64935"/>
                <a:gd name="csX17" fmla="*/ 37736 w 43231"/>
                <a:gd name="csY17" fmla="*/ 28090 h 64935"/>
                <a:gd name="csX18" fmla="*/ 43232 w 43231"/>
                <a:gd name="csY18" fmla="*/ 43646 h 64935"/>
                <a:gd name="csX19" fmla="*/ 37529 w 43231"/>
                <a:gd name="csY19" fmla="*/ 59109 h 64935"/>
                <a:gd name="csX20" fmla="*/ 22346 w 43231"/>
                <a:gd name="csY20" fmla="*/ 64936 h 64935"/>
                <a:gd name="csX21" fmla="*/ 5744 w 43231"/>
                <a:gd name="csY21" fmla="*/ 56635 h 64935"/>
                <a:gd name="csX22" fmla="*/ 0 w 43231"/>
                <a:gd name="csY22" fmla="*/ 32489 h 64935"/>
                <a:gd name="csX23" fmla="*/ 7048 w 43231"/>
                <a:gd name="csY23" fmla="*/ 8839 h 64935"/>
                <a:gd name="csX24" fmla="*/ 25958 w 43231"/>
                <a:gd name="csY24" fmla="*/ 0 h 64935"/>
                <a:gd name="csX25" fmla="*/ 32364 w 43231"/>
                <a:gd name="csY25" fmla="*/ 621 h 64935"/>
                <a:gd name="csX26" fmla="*/ 39164 w 43231"/>
                <a:gd name="csY26" fmla="*/ 2515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3231" h="64935">
                  <a:moveTo>
                    <a:pt x="22346" y="29052"/>
                  </a:moveTo>
                  <a:cubicBezTo>
                    <a:pt x="18544" y="29052"/>
                    <a:pt x="15525" y="30353"/>
                    <a:pt x="13289" y="32954"/>
                  </a:cubicBezTo>
                  <a:cubicBezTo>
                    <a:pt x="11081" y="35549"/>
                    <a:pt x="9977" y="39113"/>
                    <a:pt x="9977" y="43646"/>
                  </a:cubicBezTo>
                  <a:cubicBezTo>
                    <a:pt x="9977" y="48145"/>
                    <a:pt x="11081" y="51709"/>
                    <a:pt x="13289" y="54337"/>
                  </a:cubicBezTo>
                  <a:cubicBezTo>
                    <a:pt x="15525" y="56932"/>
                    <a:pt x="18544" y="58229"/>
                    <a:pt x="22346" y="58229"/>
                  </a:cubicBezTo>
                  <a:cubicBezTo>
                    <a:pt x="26148" y="58229"/>
                    <a:pt x="29152" y="56932"/>
                    <a:pt x="31361" y="54337"/>
                  </a:cubicBezTo>
                  <a:cubicBezTo>
                    <a:pt x="33596" y="51709"/>
                    <a:pt x="34714" y="48145"/>
                    <a:pt x="34714" y="43646"/>
                  </a:cubicBezTo>
                  <a:cubicBezTo>
                    <a:pt x="34714" y="39113"/>
                    <a:pt x="33596" y="35549"/>
                    <a:pt x="31361" y="32954"/>
                  </a:cubicBezTo>
                  <a:cubicBezTo>
                    <a:pt x="29152" y="30353"/>
                    <a:pt x="26148" y="29052"/>
                    <a:pt x="22346" y="29052"/>
                  </a:cubicBezTo>
                  <a:moveTo>
                    <a:pt x="39164" y="2515"/>
                  </a:moveTo>
                  <a:lnTo>
                    <a:pt x="39164" y="10226"/>
                  </a:lnTo>
                  <a:cubicBezTo>
                    <a:pt x="37039" y="9218"/>
                    <a:pt x="34886" y="8449"/>
                    <a:pt x="32706" y="7918"/>
                  </a:cubicBezTo>
                  <a:cubicBezTo>
                    <a:pt x="30553" y="7386"/>
                    <a:pt x="28414" y="7121"/>
                    <a:pt x="26289" y="7121"/>
                  </a:cubicBezTo>
                  <a:cubicBezTo>
                    <a:pt x="20700" y="7121"/>
                    <a:pt x="16422" y="9008"/>
                    <a:pt x="13455" y="12782"/>
                  </a:cubicBezTo>
                  <a:cubicBezTo>
                    <a:pt x="10522" y="16557"/>
                    <a:pt x="8846" y="22259"/>
                    <a:pt x="8425" y="29891"/>
                  </a:cubicBezTo>
                  <a:cubicBezTo>
                    <a:pt x="10074" y="27455"/>
                    <a:pt x="12144" y="25596"/>
                    <a:pt x="14635" y="24312"/>
                  </a:cubicBezTo>
                  <a:cubicBezTo>
                    <a:pt x="17119" y="23001"/>
                    <a:pt x="19858" y="22346"/>
                    <a:pt x="22853" y="22346"/>
                  </a:cubicBezTo>
                  <a:cubicBezTo>
                    <a:pt x="29139" y="22346"/>
                    <a:pt x="34100" y="24260"/>
                    <a:pt x="37736" y="28090"/>
                  </a:cubicBezTo>
                  <a:cubicBezTo>
                    <a:pt x="41400" y="31892"/>
                    <a:pt x="43232" y="37077"/>
                    <a:pt x="43232" y="43646"/>
                  </a:cubicBezTo>
                  <a:cubicBezTo>
                    <a:pt x="43232" y="50070"/>
                    <a:pt x="41331" y="55224"/>
                    <a:pt x="37529" y="59109"/>
                  </a:cubicBezTo>
                  <a:cubicBezTo>
                    <a:pt x="33727" y="62993"/>
                    <a:pt x="28666" y="64936"/>
                    <a:pt x="22346" y="64936"/>
                  </a:cubicBezTo>
                  <a:cubicBezTo>
                    <a:pt x="15108" y="64936"/>
                    <a:pt x="9574" y="62169"/>
                    <a:pt x="5744" y="56635"/>
                  </a:cubicBezTo>
                  <a:cubicBezTo>
                    <a:pt x="1915" y="51074"/>
                    <a:pt x="0" y="43025"/>
                    <a:pt x="0" y="32489"/>
                  </a:cubicBezTo>
                  <a:cubicBezTo>
                    <a:pt x="0" y="22594"/>
                    <a:pt x="2349" y="14711"/>
                    <a:pt x="7048" y="8839"/>
                  </a:cubicBezTo>
                  <a:cubicBezTo>
                    <a:pt x="11740" y="2946"/>
                    <a:pt x="18044" y="0"/>
                    <a:pt x="25958" y="0"/>
                  </a:cubicBezTo>
                  <a:cubicBezTo>
                    <a:pt x="28083" y="0"/>
                    <a:pt x="30219" y="207"/>
                    <a:pt x="32364" y="621"/>
                  </a:cubicBezTo>
                  <a:cubicBezTo>
                    <a:pt x="34545" y="1042"/>
                    <a:pt x="36811" y="1673"/>
                    <a:pt x="39164" y="251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3" name="Freeform 2872">
              <a:extLst>
                <a:ext uri="{FF2B5EF4-FFF2-40B4-BE49-F238E27FC236}">
                  <a16:creationId xmlns:a16="http://schemas.microsoft.com/office/drawing/2014/main" id="{66EEA836-1063-ECF9-E553-67599EC5CB37}"/>
                </a:ext>
              </a:extLst>
            </p:cNvPr>
            <p:cNvSpPr/>
            <p:nvPr/>
          </p:nvSpPr>
          <p:spPr>
            <a:xfrm>
              <a:off x="2265073" y="4960951"/>
              <a:ext cx="53747" cy="7131"/>
            </a:xfrm>
            <a:custGeom>
              <a:avLst/>
              <a:gdLst>
                <a:gd name="csX0" fmla="*/ 0 w 53747"/>
                <a:gd name="csY0" fmla="*/ 0 h 7131"/>
                <a:gd name="csX1" fmla="*/ 53748 w 53747"/>
                <a:gd name="csY1" fmla="*/ 0 h 7131"/>
                <a:gd name="csX2" fmla="*/ 53748 w 53747"/>
                <a:gd name="csY2" fmla="*/ 7131 h 7131"/>
                <a:gd name="csX3" fmla="*/ 0 w 53747"/>
                <a:gd name="csY3" fmla="*/ 7131 h 7131"/>
                <a:gd name="csX4" fmla="*/ 0 w 53747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47" h="7131">
                  <a:moveTo>
                    <a:pt x="0" y="0"/>
                  </a:moveTo>
                  <a:lnTo>
                    <a:pt x="53748" y="0"/>
                  </a:lnTo>
                  <a:lnTo>
                    <a:pt x="5374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4" name="Freeform 2873">
              <a:extLst>
                <a:ext uri="{FF2B5EF4-FFF2-40B4-BE49-F238E27FC236}">
                  <a16:creationId xmlns:a16="http://schemas.microsoft.com/office/drawing/2014/main" id="{029F20F4-AB07-E191-4518-BD4B7C321AAC}"/>
                </a:ext>
              </a:extLst>
            </p:cNvPr>
            <p:cNvSpPr/>
            <p:nvPr/>
          </p:nvSpPr>
          <p:spPr>
            <a:xfrm>
              <a:off x="2333580" y="4927707"/>
              <a:ext cx="43273" cy="64935"/>
            </a:xfrm>
            <a:custGeom>
              <a:avLst/>
              <a:gdLst>
                <a:gd name="csX0" fmla="*/ 21642 w 43273"/>
                <a:gd name="csY0" fmla="*/ 6707 h 64935"/>
                <a:gd name="csX1" fmla="*/ 11789 w 43273"/>
                <a:gd name="csY1" fmla="*/ 13165 h 64935"/>
                <a:gd name="csX2" fmla="*/ 8518 w 43273"/>
                <a:gd name="csY2" fmla="*/ 32489 h 64935"/>
                <a:gd name="csX3" fmla="*/ 11789 w 43273"/>
                <a:gd name="csY3" fmla="*/ 51822 h 64935"/>
                <a:gd name="csX4" fmla="*/ 21642 w 43273"/>
                <a:gd name="csY4" fmla="*/ 58229 h 64935"/>
                <a:gd name="csX5" fmla="*/ 31495 w 43273"/>
                <a:gd name="csY5" fmla="*/ 51822 h 64935"/>
                <a:gd name="csX6" fmla="*/ 34807 w 43273"/>
                <a:gd name="csY6" fmla="*/ 32489 h 64935"/>
                <a:gd name="csX7" fmla="*/ 31495 w 43273"/>
                <a:gd name="csY7" fmla="*/ 13165 h 64935"/>
                <a:gd name="csX8" fmla="*/ 21642 w 43273"/>
                <a:gd name="csY8" fmla="*/ 6707 h 64935"/>
                <a:gd name="csX9" fmla="*/ 2164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4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4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42" y="6707"/>
                  </a:moveTo>
                  <a:cubicBezTo>
                    <a:pt x="17281" y="6707"/>
                    <a:pt x="13997" y="8860"/>
                    <a:pt x="11789" y="13165"/>
                  </a:cubicBezTo>
                  <a:cubicBezTo>
                    <a:pt x="9608" y="17436"/>
                    <a:pt x="8518" y="23877"/>
                    <a:pt x="8518" y="32489"/>
                  </a:cubicBezTo>
                  <a:cubicBezTo>
                    <a:pt x="8518" y="41072"/>
                    <a:pt x="9608" y="47517"/>
                    <a:pt x="11789" y="51822"/>
                  </a:cubicBezTo>
                  <a:cubicBezTo>
                    <a:pt x="13997" y="56094"/>
                    <a:pt x="17281" y="58229"/>
                    <a:pt x="21642" y="58229"/>
                  </a:cubicBezTo>
                  <a:cubicBezTo>
                    <a:pt x="26030" y="58229"/>
                    <a:pt x="29315" y="56094"/>
                    <a:pt x="31495" y="51822"/>
                  </a:cubicBezTo>
                  <a:cubicBezTo>
                    <a:pt x="33703" y="47517"/>
                    <a:pt x="34807" y="41072"/>
                    <a:pt x="34807" y="32489"/>
                  </a:cubicBezTo>
                  <a:cubicBezTo>
                    <a:pt x="34807" y="23877"/>
                    <a:pt x="33703" y="17436"/>
                    <a:pt x="31495" y="13165"/>
                  </a:cubicBezTo>
                  <a:cubicBezTo>
                    <a:pt x="29315" y="8860"/>
                    <a:pt x="26030" y="6707"/>
                    <a:pt x="21642" y="6707"/>
                  </a:cubicBezTo>
                  <a:moveTo>
                    <a:pt x="21642" y="0"/>
                  </a:moveTo>
                  <a:cubicBezTo>
                    <a:pt x="28652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52" y="64936"/>
                    <a:pt x="21642" y="64936"/>
                  </a:cubicBezTo>
                  <a:cubicBezTo>
                    <a:pt x="14625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5" y="0"/>
                    <a:pt x="2164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5" name="Freeform 2874">
              <a:extLst>
                <a:ext uri="{FF2B5EF4-FFF2-40B4-BE49-F238E27FC236}">
                  <a16:creationId xmlns:a16="http://schemas.microsoft.com/office/drawing/2014/main" id="{E3266980-A162-4516-9BFE-3B7F7F6412FA}"/>
                </a:ext>
              </a:extLst>
            </p:cNvPr>
            <p:cNvSpPr/>
            <p:nvPr/>
          </p:nvSpPr>
          <p:spPr>
            <a:xfrm>
              <a:off x="2391736" y="4980782"/>
              <a:ext cx="8849" cy="10650"/>
            </a:xfrm>
            <a:custGeom>
              <a:avLst/>
              <a:gdLst>
                <a:gd name="csX0" fmla="*/ 0 w 8849"/>
                <a:gd name="csY0" fmla="*/ 0 h 10650"/>
                <a:gd name="csX1" fmla="*/ 8849 w 8849"/>
                <a:gd name="csY1" fmla="*/ 0 h 10650"/>
                <a:gd name="csX2" fmla="*/ 8849 w 8849"/>
                <a:gd name="csY2" fmla="*/ 10650 h 10650"/>
                <a:gd name="csX3" fmla="*/ 0 w 8849"/>
                <a:gd name="csY3" fmla="*/ 10650 h 10650"/>
                <a:gd name="csX4" fmla="*/ 0 w 8849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49" h="10650">
                  <a:moveTo>
                    <a:pt x="0" y="0"/>
                  </a:moveTo>
                  <a:lnTo>
                    <a:pt x="8849" y="0"/>
                  </a:lnTo>
                  <a:lnTo>
                    <a:pt x="884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6" name="Freeform 2875">
              <a:extLst>
                <a:ext uri="{FF2B5EF4-FFF2-40B4-BE49-F238E27FC236}">
                  <a16:creationId xmlns:a16="http://schemas.microsoft.com/office/drawing/2014/main" id="{BFF79CE5-95EE-18BA-E324-8B445D7B91DB}"/>
                </a:ext>
              </a:extLst>
            </p:cNvPr>
            <p:cNvSpPr/>
            <p:nvPr/>
          </p:nvSpPr>
          <p:spPr>
            <a:xfrm>
              <a:off x="2414040" y="4928835"/>
              <a:ext cx="45612" cy="62596"/>
            </a:xfrm>
            <a:custGeom>
              <a:avLst/>
              <a:gdLst>
                <a:gd name="csX0" fmla="*/ 28256 w 45612"/>
                <a:gd name="csY0" fmla="*/ 7380 h 62596"/>
                <a:gd name="csX1" fmla="*/ 6872 w 45612"/>
                <a:gd name="csY1" fmla="*/ 40800 h 62596"/>
                <a:gd name="csX2" fmla="*/ 28256 w 45612"/>
                <a:gd name="csY2" fmla="*/ 40800 h 62596"/>
                <a:gd name="csX3" fmla="*/ 28256 w 45612"/>
                <a:gd name="csY3" fmla="*/ 7380 h 62596"/>
                <a:gd name="csX4" fmla="*/ 26041 w 45612"/>
                <a:gd name="csY4" fmla="*/ 0 h 62596"/>
                <a:gd name="csX5" fmla="*/ 36691 w 45612"/>
                <a:gd name="csY5" fmla="*/ 0 h 62596"/>
                <a:gd name="csX6" fmla="*/ 36691 w 45612"/>
                <a:gd name="csY6" fmla="*/ 40800 h 62596"/>
                <a:gd name="csX7" fmla="*/ 45612 w 45612"/>
                <a:gd name="csY7" fmla="*/ 40800 h 62596"/>
                <a:gd name="csX8" fmla="*/ 45612 w 45612"/>
                <a:gd name="csY8" fmla="*/ 47838 h 62596"/>
                <a:gd name="csX9" fmla="*/ 36691 w 45612"/>
                <a:gd name="csY9" fmla="*/ 47838 h 62596"/>
                <a:gd name="csX10" fmla="*/ 36691 w 45612"/>
                <a:gd name="csY10" fmla="*/ 62597 h 62596"/>
                <a:gd name="csX11" fmla="*/ 28256 w 45612"/>
                <a:gd name="csY11" fmla="*/ 62597 h 62596"/>
                <a:gd name="csX12" fmla="*/ 28256 w 45612"/>
                <a:gd name="csY12" fmla="*/ 47838 h 62596"/>
                <a:gd name="csX13" fmla="*/ 0 w 45612"/>
                <a:gd name="csY13" fmla="*/ 47838 h 62596"/>
                <a:gd name="csX14" fmla="*/ 0 w 45612"/>
                <a:gd name="csY14" fmla="*/ 39661 h 62596"/>
                <a:gd name="csX15" fmla="*/ 26041 w 45612"/>
                <a:gd name="csY15" fmla="*/ 0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5612" h="62596">
                  <a:moveTo>
                    <a:pt x="28256" y="7380"/>
                  </a:moveTo>
                  <a:lnTo>
                    <a:pt x="6872" y="40800"/>
                  </a:lnTo>
                  <a:lnTo>
                    <a:pt x="28256" y="40800"/>
                  </a:lnTo>
                  <a:lnTo>
                    <a:pt x="28256" y="7380"/>
                  </a:lnTo>
                  <a:moveTo>
                    <a:pt x="26041" y="0"/>
                  </a:moveTo>
                  <a:lnTo>
                    <a:pt x="36691" y="0"/>
                  </a:lnTo>
                  <a:lnTo>
                    <a:pt x="36691" y="40800"/>
                  </a:lnTo>
                  <a:lnTo>
                    <a:pt x="45612" y="40800"/>
                  </a:lnTo>
                  <a:lnTo>
                    <a:pt x="45612" y="47838"/>
                  </a:lnTo>
                  <a:lnTo>
                    <a:pt x="36691" y="47838"/>
                  </a:lnTo>
                  <a:lnTo>
                    <a:pt x="36691" y="62597"/>
                  </a:lnTo>
                  <a:lnTo>
                    <a:pt x="28256" y="62597"/>
                  </a:lnTo>
                  <a:lnTo>
                    <a:pt x="28256" y="47838"/>
                  </a:lnTo>
                  <a:lnTo>
                    <a:pt x="0" y="47838"/>
                  </a:lnTo>
                  <a:lnTo>
                    <a:pt x="0" y="39661"/>
                  </a:lnTo>
                  <a:lnTo>
                    <a:pt x="260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7" name="Freeform 2876">
              <a:extLst>
                <a:ext uri="{FF2B5EF4-FFF2-40B4-BE49-F238E27FC236}">
                  <a16:creationId xmlns:a16="http://schemas.microsoft.com/office/drawing/2014/main" id="{3E737821-A96B-7C0C-403F-39DA4B99F7CB}"/>
                </a:ext>
              </a:extLst>
            </p:cNvPr>
            <p:cNvSpPr/>
            <p:nvPr/>
          </p:nvSpPr>
          <p:spPr>
            <a:xfrm>
              <a:off x="2765868" y="4960951"/>
              <a:ext cx="53747" cy="7131"/>
            </a:xfrm>
            <a:custGeom>
              <a:avLst/>
              <a:gdLst>
                <a:gd name="csX0" fmla="*/ 0 w 53747"/>
                <a:gd name="csY0" fmla="*/ 0 h 7131"/>
                <a:gd name="csX1" fmla="*/ 53748 w 53747"/>
                <a:gd name="csY1" fmla="*/ 0 h 7131"/>
                <a:gd name="csX2" fmla="*/ 53748 w 53747"/>
                <a:gd name="csY2" fmla="*/ 7131 h 7131"/>
                <a:gd name="csX3" fmla="*/ 0 w 53747"/>
                <a:gd name="csY3" fmla="*/ 7131 h 7131"/>
                <a:gd name="csX4" fmla="*/ 0 w 53747"/>
                <a:gd name="csY4" fmla="*/ 0 h 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747" h="7131">
                  <a:moveTo>
                    <a:pt x="0" y="0"/>
                  </a:moveTo>
                  <a:lnTo>
                    <a:pt x="53748" y="0"/>
                  </a:lnTo>
                  <a:lnTo>
                    <a:pt x="53748" y="7131"/>
                  </a:lnTo>
                  <a:lnTo>
                    <a:pt x="0" y="7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8" name="Freeform 2877">
              <a:extLst>
                <a:ext uri="{FF2B5EF4-FFF2-40B4-BE49-F238E27FC236}">
                  <a16:creationId xmlns:a16="http://schemas.microsoft.com/office/drawing/2014/main" id="{9B9E0898-E2A5-1D31-1367-C34C3C94D909}"/>
                </a:ext>
              </a:extLst>
            </p:cNvPr>
            <p:cNvSpPr/>
            <p:nvPr/>
          </p:nvSpPr>
          <p:spPr>
            <a:xfrm>
              <a:off x="2834374" y="4927707"/>
              <a:ext cx="43273" cy="64935"/>
            </a:xfrm>
            <a:custGeom>
              <a:avLst/>
              <a:gdLst>
                <a:gd name="csX0" fmla="*/ 21632 w 43273"/>
                <a:gd name="csY0" fmla="*/ 6707 h 64935"/>
                <a:gd name="csX1" fmla="*/ 11778 w 43273"/>
                <a:gd name="csY1" fmla="*/ 13165 h 64935"/>
                <a:gd name="csX2" fmla="*/ 8508 w 43273"/>
                <a:gd name="csY2" fmla="*/ 32489 h 64935"/>
                <a:gd name="csX3" fmla="*/ 11778 w 43273"/>
                <a:gd name="csY3" fmla="*/ 51822 h 64935"/>
                <a:gd name="csX4" fmla="*/ 21632 w 43273"/>
                <a:gd name="csY4" fmla="*/ 58229 h 64935"/>
                <a:gd name="csX5" fmla="*/ 31485 w 43273"/>
                <a:gd name="csY5" fmla="*/ 51822 h 64935"/>
                <a:gd name="csX6" fmla="*/ 34797 w 43273"/>
                <a:gd name="csY6" fmla="*/ 32489 h 64935"/>
                <a:gd name="csX7" fmla="*/ 31485 w 43273"/>
                <a:gd name="csY7" fmla="*/ 13165 h 64935"/>
                <a:gd name="csX8" fmla="*/ 21632 w 43273"/>
                <a:gd name="csY8" fmla="*/ 6707 h 64935"/>
                <a:gd name="csX9" fmla="*/ 21632 w 43273"/>
                <a:gd name="csY9" fmla="*/ 0 h 64935"/>
                <a:gd name="csX10" fmla="*/ 37695 w 43273"/>
                <a:gd name="csY10" fmla="*/ 8342 h 64935"/>
                <a:gd name="csX11" fmla="*/ 43273 w 43273"/>
                <a:gd name="csY11" fmla="*/ 32489 h 64935"/>
                <a:gd name="csX12" fmla="*/ 37695 w 43273"/>
                <a:gd name="csY12" fmla="*/ 56635 h 64935"/>
                <a:gd name="csX13" fmla="*/ 21632 w 43273"/>
                <a:gd name="csY13" fmla="*/ 64936 h 64935"/>
                <a:gd name="csX14" fmla="*/ 5537 w 43273"/>
                <a:gd name="csY14" fmla="*/ 56635 h 64935"/>
                <a:gd name="csX15" fmla="*/ 0 w 43273"/>
                <a:gd name="csY15" fmla="*/ 32489 h 64935"/>
                <a:gd name="csX16" fmla="*/ 5537 w 43273"/>
                <a:gd name="csY16" fmla="*/ 8342 h 64935"/>
                <a:gd name="csX17" fmla="*/ 21632 w 43273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73" h="64935">
                  <a:moveTo>
                    <a:pt x="21632" y="6707"/>
                  </a:moveTo>
                  <a:cubicBezTo>
                    <a:pt x="17271" y="6707"/>
                    <a:pt x="13986" y="8860"/>
                    <a:pt x="11778" y="13165"/>
                  </a:cubicBezTo>
                  <a:cubicBezTo>
                    <a:pt x="9598" y="17436"/>
                    <a:pt x="8508" y="23877"/>
                    <a:pt x="8508" y="32489"/>
                  </a:cubicBezTo>
                  <a:cubicBezTo>
                    <a:pt x="8508" y="41072"/>
                    <a:pt x="9598" y="47517"/>
                    <a:pt x="11778" y="51822"/>
                  </a:cubicBezTo>
                  <a:cubicBezTo>
                    <a:pt x="13986" y="56094"/>
                    <a:pt x="17271" y="58229"/>
                    <a:pt x="21632" y="58229"/>
                  </a:cubicBezTo>
                  <a:cubicBezTo>
                    <a:pt x="26020" y="58229"/>
                    <a:pt x="29304" y="56094"/>
                    <a:pt x="31485" y="51822"/>
                  </a:cubicBezTo>
                  <a:cubicBezTo>
                    <a:pt x="33693" y="47517"/>
                    <a:pt x="34797" y="41072"/>
                    <a:pt x="34797" y="32489"/>
                  </a:cubicBezTo>
                  <a:cubicBezTo>
                    <a:pt x="34797" y="23877"/>
                    <a:pt x="33693" y="17436"/>
                    <a:pt x="31485" y="13165"/>
                  </a:cubicBezTo>
                  <a:cubicBezTo>
                    <a:pt x="29304" y="8860"/>
                    <a:pt x="26020" y="6707"/>
                    <a:pt x="21632" y="6707"/>
                  </a:cubicBezTo>
                  <a:moveTo>
                    <a:pt x="21632" y="0"/>
                  </a:moveTo>
                  <a:cubicBezTo>
                    <a:pt x="28649" y="0"/>
                    <a:pt x="34003" y="2781"/>
                    <a:pt x="37695" y="8342"/>
                  </a:cubicBezTo>
                  <a:cubicBezTo>
                    <a:pt x="41414" y="13876"/>
                    <a:pt x="43273" y="21925"/>
                    <a:pt x="43273" y="32489"/>
                  </a:cubicBezTo>
                  <a:cubicBezTo>
                    <a:pt x="43273" y="43025"/>
                    <a:pt x="41414" y="51074"/>
                    <a:pt x="37695" y="56635"/>
                  </a:cubicBezTo>
                  <a:cubicBezTo>
                    <a:pt x="34003" y="62169"/>
                    <a:pt x="28649" y="64936"/>
                    <a:pt x="21632" y="64936"/>
                  </a:cubicBezTo>
                  <a:cubicBezTo>
                    <a:pt x="14621" y="64936"/>
                    <a:pt x="9256" y="62169"/>
                    <a:pt x="5537" y="56635"/>
                  </a:cubicBezTo>
                  <a:cubicBezTo>
                    <a:pt x="1846" y="51074"/>
                    <a:pt x="0" y="43025"/>
                    <a:pt x="0" y="32489"/>
                  </a:cubicBezTo>
                  <a:cubicBezTo>
                    <a:pt x="0" y="21925"/>
                    <a:pt x="1846" y="13876"/>
                    <a:pt x="5537" y="8342"/>
                  </a:cubicBezTo>
                  <a:cubicBezTo>
                    <a:pt x="9256" y="2781"/>
                    <a:pt x="14621" y="0"/>
                    <a:pt x="21632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9" name="Freeform 2878">
              <a:extLst>
                <a:ext uri="{FF2B5EF4-FFF2-40B4-BE49-F238E27FC236}">
                  <a16:creationId xmlns:a16="http://schemas.microsoft.com/office/drawing/2014/main" id="{217EEC0A-A8B7-9980-F031-AF7076FBDB26}"/>
                </a:ext>
              </a:extLst>
            </p:cNvPr>
            <p:cNvSpPr/>
            <p:nvPr/>
          </p:nvSpPr>
          <p:spPr>
            <a:xfrm>
              <a:off x="2892531" y="4980782"/>
              <a:ext cx="8838" cy="10650"/>
            </a:xfrm>
            <a:custGeom>
              <a:avLst/>
              <a:gdLst>
                <a:gd name="csX0" fmla="*/ 0 w 8838"/>
                <a:gd name="csY0" fmla="*/ 0 h 10650"/>
                <a:gd name="csX1" fmla="*/ 8839 w 8838"/>
                <a:gd name="csY1" fmla="*/ 0 h 10650"/>
                <a:gd name="csX2" fmla="*/ 8839 w 8838"/>
                <a:gd name="csY2" fmla="*/ 10650 h 10650"/>
                <a:gd name="csX3" fmla="*/ 0 w 8838"/>
                <a:gd name="csY3" fmla="*/ 10650 h 10650"/>
                <a:gd name="csX4" fmla="*/ 0 w 8838"/>
                <a:gd name="csY4" fmla="*/ 0 h 106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838" h="10650">
                  <a:moveTo>
                    <a:pt x="0" y="0"/>
                  </a:moveTo>
                  <a:lnTo>
                    <a:pt x="8839" y="0"/>
                  </a:lnTo>
                  <a:lnTo>
                    <a:pt x="8839" y="10650"/>
                  </a:lnTo>
                  <a:lnTo>
                    <a:pt x="0" y="10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0" name="Freeform 2879">
              <a:extLst>
                <a:ext uri="{FF2B5EF4-FFF2-40B4-BE49-F238E27FC236}">
                  <a16:creationId xmlns:a16="http://schemas.microsoft.com/office/drawing/2014/main" id="{C024577B-A668-DFA5-C993-0AB1F0C656BB}"/>
                </a:ext>
              </a:extLst>
            </p:cNvPr>
            <p:cNvSpPr/>
            <p:nvPr/>
          </p:nvSpPr>
          <p:spPr>
            <a:xfrm>
              <a:off x="2916926" y="4927707"/>
              <a:ext cx="39754" cy="63724"/>
            </a:xfrm>
            <a:custGeom>
              <a:avLst/>
              <a:gdLst>
                <a:gd name="csX0" fmla="*/ 10195 w 39754"/>
                <a:gd name="csY0" fmla="*/ 56594 h 63724"/>
                <a:gd name="csX1" fmla="*/ 39754 w 39754"/>
                <a:gd name="csY1" fmla="*/ 56594 h 63724"/>
                <a:gd name="csX2" fmla="*/ 39754 w 39754"/>
                <a:gd name="csY2" fmla="*/ 63725 h 63724"/>
                <a:gd name="csX3" fmla="*/ 0 w 39754"/>
                <a:gd name="csY3" fmla="*/ 63725 h 63724"/>
                <a:gd name="csX4" fmla="*/ 0 w 39754"/>
                <a:gd name="csY4" fmla="*/ 56594 h 63724"/>
                <a:gd name="csX5" fmla="*/ 13124 w 39754"/>
                <a:gd name="csY5" fmla="*/ 43222 h 63724"/>
                <a:gd name="csX6" fmla="*/ 23608 w 39754"/>
                <a:gd name="csY6" fmla="*/ 32364 h 63724"/>
                <a:gd name="csX7" fmla="*/ 29270 w 39754"/>
                <a:gd name="csY7" fmla="*/ 24654 h 63724"/>
                <a:gd name="csX8" fmla="*/ 30905 w 39754"/>
                <a:gd name="csY8" fmla="*/ 18402 h 63724"/>
                <a:gd name="csX9" fmla="*/ 27386 w 39754"/>
                <a:gd name="csY9" fmla="*/ 10267 h 63724"/>
                <a:gd name="csX10" fmla="*/ 18289 w 39754"/>
                <a:gd name="csY10" fmla="*/ 7121 h 63724"/>
                <a:gd name="csX11" fmla="*/ 9853 w 39754"/>
                <a:gd name="csY11" fmla="*/ 8508 h 63724"/>
                <a:gd name="csX12" fmla="*/ 425 w 39754"/>
                <a:gd name="csY12" fmla="*/ 12699 h 63724"/>
                <a:gd name="csX13" fmla="*/ 425 w 39754"/>
                <a:gd name="csY13" fmla="*/ 4150 h 63724"/>
                <a:gd name="csX14" fmla="*/ 9978 w 39754"/>
                <a:gd name="csY14" fmla="*/ 1045 h 63724"/>
                <a:gd name="csX15" fmla="*/ 18112 w 39754"/>
                <a:gd name="csY15" fmla="*/ 0 h 63724"/>
                <a:gd name="csX16" fmla="*/ 33627 w 39754"/>
                <a:gd name="csY16" fmla="*/ 4864 h 63724"/>
                <a:gd name="csX17" fmla="*/ 39413 w 39754"/>
                <a:gd name="csY17" fmla="*/ 17854 h 63724"/>
                <a:gd name="csX18" fmla="*/ 37943 w 39754"/>
                <a:gd name="csY18" fmla="*/ 25192 h 63724"/>
                <a:gd name="csX19" fmla="*/ 32706 w 39754"/>
                <a:gd name="csY19" fmla="*/ 33327 h 63724"/>
                <a:gd name="csX20" fmla="*/ 26041 w 39754"/>
                <a:gd name="csY20" fmla="*/ 40375 h 63724"/>
                <a:gd name="csX21" fmla="*/ 10195 w 39754"/>
                <a:gd name="csY21" fmla="*/ 56594 h 63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54" h="63724">
                  <a:moveTo>
                    <a:pt x="10195" y="56594"/>
                  </a:moveTo>
                  <a:lnTo>
                    <a:pt x="39754" y="56594"/>
                  </a:lnTo>
                  <a:lnTo>
                    <a:pt x="39754" y="63725"/>
                  </a:lnTo>
                  <a:lnTo>
                    <a:pt x="0" y="63725"/>
                  </a:lnTo>
                  <a:lnTo>
                    <a:pt x="0" y="56594"/>
                  </a:lnTo>
                  <a:cubicBezTo>
                    <a:pt x="3215" y="53268"/>
                    <a:pt x="7590" y="48811"/>
                    <a:pt x="13124" y="43222"/>
                  </a:cubicBezTo>
                  <a:cubicBezTo>
                    <a:pt x="18685" y="37605"/>
                    <a:pt x="22180" y="33986"/>
                    <a:pt x="23608" y="32364"/>
                  </a:cubicBezTo>
                  <a:cubicBezTo>
                    <a:pt x="26320" y="29315"/>
                    <a:pt x="28207" y="26744"/>
                    <a:pt x="29270" y="24654"/>
                  </a:cubicBezTo>
                  <a:cubicBezTo>
                    <a:pt x="30360" y="22528"/>
                    <a:pt x="30905" y="20445"/>
                    <a:pt x="30905" y="18402"/>
                  </a:cubicBezTo>
                  <a:cubicBezTo>
                    <a:pt x="30905" y="15076"/>
                    <a:pt x="29732" y="12365"/>
                    <a:pt x="27386" y="10267"/>
                  </a:cubicBezTo>
                  <a:cubicBezTo>
                    <a:pt x="25061" y="8170"/>
                    <a:pt x="22028" y="7121"/>
                    <a:pt x="18289" y="7121"/>
                  </a:cubicBezTo>
                  <a:cubicBezTo>
                    <a:pt x="15632" y="7121"/>
                    <a:pt x="12820" y="7583"/>
                    <a:pt x="9853" y="8508"/>
                  </a:cubicBezTo>
                  <a:cubicBezTo>
                    <a:pt x="6921" y="9432"/>
                    <a:pt x="3778" y="10830"/>
                    <a:pt x="425" y="12699"/>
                  </a:cubicBezTo>
                  <a:lnTo>
                    <a:pt x="425" y="4150"/>
                  </a:lnTo>
                  <a:cubicBezTo>
                    <a:pt x="3833" y="2777"/>
                    <a:pt x="7017" y="1742"/>
                    <a:pt x="9978" y="1045"/>
                  </a:cubicBezTo>
                  <a:cubicBezTo>
                    <a:pt x="12945" y="348"/>
                    <a:pt x="15656" y="0"/>
                    <a:pt x="18112" y="0"/>
                  </a:cubicBezTo>
                  <a:cubicBezTo>
                    <a:pt x="24599" y="0"/>
                    <a:pt x="29770" y="1621"/>
                    <a:pt x="33627" y="4864"/>
                  </a:cubicBezTo>
                  <a:cubicBezTo>
                    <a:pt x="37484" y="8101"/>
                    <a:pt x="39413" y="12430"/>
                    <a:pt x="39413" y="17854"/>
                  </a:cubicBezTo>
                  <a:cubicBezTo>
                    <a:pt x="39413" y="20427"/>
                    <a:pt x="38923" y="22873"/>
                    <a:pt x="37943" y="25192"/>
                  </a:cubicBezTo>
                  <a:cubicBezTo>
                    <a:pt x="36998" y="27483"/>
                    <a:pt x="35252" y="30194"/>
                    <a:pt x="32706" y="33327"/>
                  </a:cubicBezTo>
                  <a:cubicBezTo>
                    <a:pt x="32009" y="34141"/>
                    <a:pt x="29787" y="36491"/>
                    <a:pt x="26041" y="40375"/>
                  </a:cubicBezTo>
                  <a:cubicBezTo>
                    <a:pt x="22294" y="44232"/>
                    <a:pt x="17012" y="49639"/>
                    <a:pt x="10195" y="5659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1" name="Freeform 2880">
              <a:extLst>
                <a:ext uri="{FF2B5EF4-FFF2-40B4-BE49-F238E27FC236}">
                  <a16:creationId xmlns:a16="http://schemas.microsoft.com/office/drawing/2014/main" id="{C4B4A0E3-B1C8-F5C1-6C55-852BD8AA2E22}"/>
                </a:ext>
              </a:extLst>
            </p:cNvPr>
            <p:cNvSpPr/>
            <p:nvPr/>
          </p:nvSpPr>
          <p:spPr>
            <a:xfrm>
              <a:off x="1993179" y="5044693"/>
              <a:ext cx="49462" cy="44991"/>
            </a:xfrm>
            <a:custGeom>
              <a:avLst/>
              <a:gdLst>
                <a:gd name="csX0" fmla="*/ 49463 w 49462"/>
                <a:gd name="csY0" fmla="*/ 6541 h 44991"/>
                <a:gd name="csX1" fmla="*/ 47765 w 49462"/>
                <a:gd name="csY1" fmla="*/ 10805 h 44991"/>
                <a:gd name="csX2" fmla="*/ 44122 w 49462"/>
                <a:gd name="csY2" fmla="*/ 12316 h 44991"/>
                <a:gd name="csX3" fmla="*/ 41317 w 49462"/>
                <a:gd name="csY3" fmla="*/ 11250 h 44991"/>
                <a:gd name="csX4" fmla="*/ 40344 w 49462"/>
                <a:gd name="csY4" fmla="*/ 8818 h 44991"/>
                <a:gd name="csX5" fmla="*/ 41700 w 49462"/>
                <a:gd name="csY5" fmla="*/ 5382 h 44991"/>
                <a:gd name="csX6" fmla="*/ 45095 w 49462"/>
                <a:gd name="csY6" fmla="*/ 3436 h 44991"/>
                <a:gd name="csX7" fmla="*/ 40148 w 49462"/>
                <a:gd name="csY7" fmla="*/ 2184 h 44991"/>
                <a:gd name="csX8" fmla="*/ 36515 w 49462"/>
                <a:gd name="csY8" fmla="*/ 3198 h 44991"/>
                <a:gd name="csX9" fmla="*/ 33844 w 49462"/>
                <a:gd name="csY9" fmla="*/ 5527 h 44991"/>
                <a:gd name="csX10" fmla="*/ 32002 w 49462"/>
                <a:gd name="csY10" fmla="*/ 8725 h 44991"/>
                <a:gd name="csX11" fmla="*/ 30843 w 49462"/>
                <a:gd name="csY11" fmla="*/ 11685 h 44991"/>
                <a:gd name="csX12" fmla="*/ 30305 w 49462"/>
                <a:gd name="csY12" fmla="*/ 13910 h 44991"/>
                <a:gd name="csX13" fmla="*/ 26910 w 49462"/>
                <a:gd name="csY13" fmla="*/ 27490 h 44991"/>
                <a:gd name="csX14" fmla="*/ 25264 w 49462"/>
                <a:gd name="csY14" fmla="*/ 36215 h 44991"/>
                <a:gd name="csX15" fmla="*/ 26620 w 49462"/>
                <a:gd name="csY15" fmla="*/ 40924 h 44991"/>
                <a:gd name="csX16" fmla="*/ 30698 w 49462"/>
                <a:gd name="csY16" fmla="*/ 42766 h 44991"/>
                <a:gd name="csX17" fmla="*/ 32975 w 49462"/>
                <a:gd name="csY17" fmla="*/ 42466 h 44991"/>
                <a:gd name="csX18" fmla="*/ 35739 w 49462"/>
                <a:gd name="csY18" fmla="*/ 41255 h 44991"/>
                <a:gd name="csX19" fmla="*/ 38740 w 49462"/>
                <a:gd name="csY19" fmla="*/ 38978 h 44991"/>
                <a:gd name="csX20" fmla="*/ 41607 w 49462"/>
                <a:gd name="csY20" fmla="*/ 35200 h 44991"/>
                <a:gd name="csX21" fmla="*/ 43936 w 49462"/>
                <a:gd name="csY21" fmla="*/ 29767 h 44991"/>
                <a:gd name="csX22" fmla="*/ 45188 w 49462"/>
                <a:gd name="csY22" fmla="*/ 28701 h 44991"/>
                <a:gd name="csX23" fmla="*/ 46409 w 49462"/>
                <a:gd name="csY23" fmla="*/ 29673 h 44991"/>
                <a:gd name="csX24" fmla="*/ 45726 w 49462"/>
                <a:gd name="csY24" fmla="*/ 32240 h 44991"/>
                <a:gd name="csX25" fmla="*/ 43687 w 49462"/>
                <a:gd name="csY25" fmla="*/ 36163 h 44991"/>
                <a:gd name="csX26" fmla="*/ 40541 w 49462"/>
                <a:gd name="csY26" fmla="*/ 40334 h 44991"/>
                <a:gd name="csX27" fmla="*/ 36080 w 49462"/>
                <a:gd name="csY27" fmla="*/ 43635 h 44991"/>
                <a:gd name="csX28" fmla="*/ 30501 w 49462"/>
                <a:gd name="csY28" fmla="*/ 44991 h 44991"/>
                <a:gd name="csX29" fmla="*/ 23567 w 49462"/>
                <a:gd name="csY29" fmla="*/ 42766 h 44991"/>
                <a:gd name="csX30" fmla="*/ 19789 w 49462"/>
                <a:gd name="csY30" fmla="*/ 37425 h 44991"/>
                <a:gd name="csX31" fmla="*/ 19210 w 49462"/>
                <a:gd name="csY31" fmla="*/ 38450 h 44991"/>
                <a:gd name="csX32" fmla="*/ 17843 w 49462"/>
                <a:gd name="csY32" fmla="*/ 40334 h 44991"/>
                <a:gd name="csX33" fmla="*/ 15763 w 49462"/>
                <a:gd name="csY33" fmla="*/ 42570 h 44991"/>
                <a:gd name="csX34" fmla="*/ 12906 w 49462"/>
                <a:gd name="csY34" fmla="*/ 44215 h 44991"/>
                <a:gd name="csX35" fmla="*/ 9367 w 49462"/>
                <a:gd name="csY35" fmla="*/ 44991 h 44991"/>
                <a:gd name="csX36" fmla="*/ 4947 w 49462"/>
                <a:gd name="csY36" fmla="*/ 44308 h 44991"/>
                <a:gd name="csX37" fmla="*/ 1459 w 49462"/>
                <a:gd name="csY37" fmla="*/ 42083 h 44991"/>
                <a:gd name="csX38" fmla="*/ 0 w 49462"/>
                <a:gd name="csY38" fmla="*/ 38398 h 44991"/>
                <a:gd name="csX39" fmla="*/ 1604 w 49462"/>
                <a:gd name="csY39" fmla="*/ 34372 h 44991"/>
                <a:gd name="csX40" fmla="*/ 5486 w 49462"/>
                <a:gd name="csY40" fmla="*/ 32675 h 44991"/>
                <a:gd name="csX41" fmla="*/ 8001 w 49462"/>
                <a:gd name="csY41" fmla="*/ 33503 h 44991"/>
                <a:gd name="csX42" fmla="*/ 9170 w 49462"/>
                <a:gd name="csY42" fmla="*/ 36121 h 44991"/>
                <a:gd name="csX43" fmla="*/ 7814 w 49462"/>
                <a:gd name="csY43" fmla="*/ 39609 h 44991"/>
                <a:gd name="csX44" fmla="*/ 4513 w 49462"/>
                <a:gd name="csY44" fmla="*/ 41503 h 44991"/>
                <a:gd name="csX45" fmla="*/ 9460 w 49462"/>
                <a:gd name="csY45" fmla="*/ 42766 h 44991"/>
                <a:gd name="csX46" fmla="*/ 15183 w 49462"/>
                <a:gd name="csY46" fmla="*/ 39951 h 44991"/>
                <a:gd name="csX47" fmla="*/ 18909 w 49462"/>
                <a:gd name="csY47" fmla="*/ 32437 h 44991"/>
                <a:gd name="csX48" fmla="*/ 23081 w 49462"/>
                <a:gd name="csY48" fmla="*/ 16094 h 44991"/>
                <a:gd name="csX49" fmla="*/ 24250 w 49462"/>
                <a:gd name="csY49" fmla="*/ 8818 h 44991"/>
                <a:gd name="csX50" fmla="*/ 23712 w 49462"/>
                <a:gd name="csY50" fmla="*/ 5382 h 44991"/>
                <a:gd name="csX51" fmla="*/ 22263 w 49462"/>
                <a:gd name="csY51" fmla="*/ 3343 h 44991"/>
                <a:gd name="csX52" fmla="*/ 20565 w 49462"/>
                <a:gd name="csY52" fmla="*/ 2422 h 44991"/>
                <a:gd name="csX53" fmla="*/ 18909 w 49462"/>
                <a:gd name="csY53" fmla="*/ 2184 h 44991"/>
                <a:gd name="csX54" fmla="*/ 15815 w 49462"/>
                <a:gd name="csY54" fmla="*/ 2763 h 44991"/>
                <a:gd name="csX55" fmla="*/ 12275 w 49462"/>
                <a:gd name="csY55" fmla="*/ 4699 h 44991"/>
                <a:gd name="csX56" fmla="*/ 8591 w 49462"/>
                <a:gd name="csY56" fmla="*/ 8725 h 44991"/>
                <a:gd name="csX57" fmla="*/ 5579 w 49462"/>
                <a:gd name="csY57" fmla="*/ 15173 h 44991"/>
                <a:gd name="csX58" fmla="*/ 4275 w 49462"/>
                <a:gd name="csY58" fmla="*/ 16291 h 44991"/>
                <a:gd name="csX59" fmla="*/ 3105 w 49462"/>
                <a:gd name="csY59" fmla="*/ 15266 h 44991"/>
                <a:gd name="csX60" fmla="*/ 3736 w 49462"/>
                <a:gd name="csY60" fmla="*/ 12751 h 44991"/>
                <a:gd name="csX61" fmla="*/ 5775 w 49462"/>
                <a:gd name="csY61" fmla="*/ 8818 h 44991"/>
                <a:gd name="csX62" fmla="*/ 8973 w 49462"/>
                <a:gd name="csY62" fmla="*/ 4699 h 44991"/>
                <a:gd name="csX63" fmla="*/ 13486 w 49462"/>
                <a:gd name="csY63" fmla="*/ 1356 h 44991"/>
                <a:gd name="csX64" fmla="*/ 19106 w 49462"/>
                <a:gd name="csY64" fmla="*/ 0 h 44991"/>
                <a:gd name="csX65" fmla="*/ 21673 w 49462"/>
                <a:gd name="csY65" fmla="*/ 290 h 44991"/>
                <a:gd name="csX66" fmla="*/ 24540 w 49462"/>
                <a:gd name="csY66" fmla="*/ 1263 h 44991"/>
                <a:gd name="csX67" fmla="*/ 27541 w 49462"/>
                <a:gd name="csY67" fmla="*/ 3581 h 44991"/>
                <a:gd name="csX68" fmla="*/ 29818 w 49462"/>
                <a:gd name="csY68" fmla="*/ 7514 h 44991"/>
                <a:gd name="csX69" fmla="*/ 31185 w 49462"/>
                <a:gd name="csY69" fmla="*/ 5330 h 44991"/>
                <a:gd name="csX70" fmla="*/ 33265 w 49462"/>
                <a:gd name="csY70" fmla="*/ 2960 h 44991"/>
                <a:gd name="csX71" fmla="*/ 36370 w 49462"/>
                <a:gd name="csY71" fmla="*/ 818 h 44991"/>
                <a:gd name="csX72" fmla="*/ 40251 w 49462"/>
                <a:gd name="csY72" fmla="*/ 0 h 44991"/>
                <a:gd name="csX73" fmla="*/ 44174 w 49462"/>
                <a:gd name="csY73" fmla="*/ 528 h 44991"/>
                <a:gd name="csX74" fmla="*/ 47765 w 49462"/>
                <a:gd name="csY74" fmla="*/ 2618 h 44991"/>
                <a:gd name="csX75" fmla="*/ 49463 w 49462"/>
                <a:gd name="csY75" fmla="*/ 6541 h 44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9462" h="44991">
                  <a:moveTo>
                    <a:pt x="49463" y="6541"/>
                  </a:moveTo>
                  <a:cubicBezTo>
                    <a:pt x="49463" y="8356"/>
                    <a:pt x="48897" y="9777"/>
                    <a:pt x="47765" y="10805"/>
                  </a:cubicBezTo>
                  <a:cubicBezTo>
                    <a:pt x="46634" y="11813"/>
                    <a:pt x="45419" y="12316"/>
                    <a:pt x="44122" y="12316"/>
                  </a:cubicBezTo>
                  <a:cubicBezTo>
                    <a:pt x="42894" y="12316"/>
                    <a:pt x="41959" y="11961"/>
                    <a:pt x="41317" y="11250"/>
                  </a:cubicBezTo>
                  <a:cubicBezTo>
                    <a:pt x="40669" y="10540"/>
                    <a:pt x="40344" y="9729"/>
                    <a:pt x="40344" y="8818"/>
                  </a:cubicBezTo>
                  <a:cubicBezTo>
                    <a:pt x="40344" y="7590"/>
                    <a:pt x="40796" y="6444"/>
                    <a:pt x="41700" y="5382"/>
                  </a:cubicBezTo>
                  <a:cubicBezTo>
                    <a:pt x="42604" y="4312"/>
                    <a:pt x="43736" y="3664"/>
                    <a:pt x="45095" y="3436"/>
                  </a:cubicBezTo>
                  <a:cubicBezTo>
                    <a:pt x="43770" y="2601"/>
                    <a:pt x="42121" y="2184"/>
                    <a:pt x="40148" y="2184"/>
                  </a:cubicBezTo>
                  <a:cubicBezTo>
                    <a:pt x="38857" y="2184"/>
                    <a:pt x="37646" y="2522"/>
                    <a:pt x="36515" y="3198"/>
                  </a:cubicBezTo>
                  <a:cubicBezTo>
                    <a:pt x="35418" y="3874"/>
                    <a:pt x="34528" y="4651"/>
                    <a:pt x="33844" y="5527"/>
                  </a:cubicBezTo>
                  <a:cubicBezTo>
                    <a:pt x="33203" y="6396"/>
                    <a:pt x="32589" y="7462"/>
                    <a:pt x="32002" y="8725"/>
                  </a:cubicBezTo>
                  <a:cubicBezTo>
                    <a:pt x="31457" y="9953"/>
                    <a:pt x="31071" y="10940"/>
                    <a:pt x="30843" y="11685"/>
                  </a:cubicBezTo>
                  <a:cubicBezTo>
                    <a:pt x="30650" y="12396"/>
                    <a:pt x="30470" y="13137"/>
                    <a:pt x="30305" y="13910"/>
                  </a:cubicBezTo>
                  <a:lnTo>
                    <a:pt x="26910" y="27490"/>
                  </a:lnTo>
                  <a:cubicBezTo>
                    <a:pt x="25813" y="31788"/>
                    <a:pt x="25264" y="34697"/>
                    <a:pt x="25264" y="36215"/>
                  </a:cubicBezTo>
                  <a:cubicBezTo>
                    <a:pt x="25264" y="38091"/>
                    <a:pt x="25716" y="39661"/>
                    <a:pt x="26620" y="40924"/>
                  </a:cubicBezTo>
                  <a:cubicBezTo>
                    <a:pt x="27524" y="42152"/>
                    <a:pt x="28883" y="42766"/>
                    <a:pt x="30698" y="42766"/>
                  </a:cubicBezTo>
                  <a:cubicBezTo>
                    <a:pt x="31409" y="42766"/>
                    <a:pt x="32168" y="42666"/>
                    <a:pt x="32975" y="42466"/>
                  </a:cubicBezTo>
                  <a:cubicBezTo>
                    <a:pt x="33782" y="42245"/>
                    <a:pt x="34704" y="41842"/>
                    <a:pt x="35739" y="41255"/>
                  </a:cubicBezTo>
                  <a:cubicBezTo>
                    <a:pt x="36808" y="40641"/>
                    <a:pt x="37809" y="39882"/>
                    <a:pt x="38740" y="38978"/>
                  </a:cubicBezTo>
                  <a:cubicBezTo>
                    <a:pt x="39713" y="38040"/>
                    <a:pt x="40669" y="36780"/>
                    <a:pt x="41607" y="35200"/>
                  </a:cubicBezTo>
                  <a:cubicBezTo>
                    <a:pt x="42545" y="33613"/>
                    <a:pt x="43322" y="31802"/>
                    <a:pt x="43936" y="29767"/>
                  </a:cubicBezTo>
                  <a:cubicBezTo>
                    <a:pt x="44129" y="29056"/>
                    <a:pt x="44546" y="28701"/>
                    <a:pt x="45188" y="28701"/>
                  </a:cubicBezTo>
                  <a:cubicBezTo>
                    <a:pt x="46002" y="28701"/>
                    <a:pt x="46409" y="29025"/>
                    <a:pt x="46409" y="29673"/>
                  </a:cubicBezTo>
                  <a:cubicBezTo>
                    <a:pt x="46409" y="30219"/>
                    <a:pt x="46182" y="31074"/>
                    <a:pt x="45726" y="32240"/>
                  </a:cubicBezTo>
                  <a:cubicBezTo>
                    <a:pt x="45305" y="33372"/>
                    <a:pt x="44626" y="34679"/>
                    <a:pt x="43687" y="36163"/>
                  </a:cubicBezTo>
                  <a:cubicBezTo>
                    <a:pt x="42783" y="37619"/>
                    <a:pt x="41735" y="39009"/>
                    <a:pt x="40541" y="40334"/>
                  </a:cubicBezTo>
                  <a:cubicBezTo>
                    <a:pt x="39340" y="41631"/>
                    <a:pt x="37853" y="42732"/>
                    <a:pt x="36080" y="43635"/>
                  </a:cubicBezTo>
                  <a:cubicBezTo>
                    <a:pt x="34300" y="44539"/>
                    <a:pt x="32440" y="44991"/>
                    <a:pt x="30501" y="44991"/>
                  </a:cubicBezTo>
                  <a:cubicBezTo>
                    <a:pt x="27721" y="44991"/>
                    <a:pt x="25409" y="44250"/>
                    <a:pt x="23567" y="42766"/>
                  </a:cubicBezTo>
                  <a:cubicBezTo>
                    <a:pt x="21725" y="41276"/>
                    <a:pt x="20465" y="39495"/>
                    <a:pt x="19789" y="37425"/>
                  </a:cubicBezTo>
                  <a:cubicBezTo>
                    <a:pt x="19624" y="37715"/>
                    <a:pt x="19430" y="38057"/>
                    <a:pt x="19210" y="38450"/>
                  </a:cubicBezTo>
                  <a:cubicBezTo>
                    <a:pt x="18982" y="38837"/>
                    <a:pt x="18527" y="39465"/>
                    <a:pt x="17843" y="40334"/>
                  </a:cubicBezTo>
                  <a:cubicBezTo>
                    <a:pt x="17202" y="41176"/>
                    <a:pt x="16508" y="41921"/>
                    <a:pt x="15763" y="42570"/>
                  </a:cubicBezTo>
                  <a:cubicBezTo>
                    <a:pt x="15018" y="43184"/>
                    <a:pt x="14066" y="43732"/>
                    <a:pt x="12906" y="44215"/>
                  </a:cubicBezTo>
                  <a:cubicBezTo>
                    <a:pt x="11775" y="44733"/>
                    <a:pt x="10595" y="44991"/>
                    <a:pt x="9367" y="44991"/>
                  </a:cubicBezTo>
                  <a:cubicBezTo>
                    <a:pt x="7814" y="44991"/>
                    <a:pt x="6341" y="44764"/>
                    <a:pt x="4947" y="44308"/>
                  </a:cubicBezTo>
                  <a:cubicBezTo>
                    <a:pt x="3595" y="43860"/>
                    <a:pt x="2432" y="43118"/>
                    <a:pt x="1459" y="42083"/>
                  </a:cubicBezTo>
                  <a:cubicBezTo>
                    <a:pt x="486" y="41048"/>
                    <a:pt x="0" y="39820"/>
                    <a:pt x="0" y="38398"/>
                  </a:cubicBezTo>
                  <a:cubicBezTo>
                    <a:pt x="0" y="36811"/>
                    <a:pt x="535" y="35469"/>
                    <a:pt x="1604" y="34372"/>
                  </a:cubicBezTo>
                  <a:cubicBezTo>
                    <a:pt x="2701" y="33241"/>
                    <a:pt x="3995" y="32675"/>
                    <a:pt x="5486" y="32675"/>
                  </a:cubicBezTo>
                  <a:cubicBezTo>
                    <a:pt x="6424" y="32675"/>
                    <a:pt x="7262" y="32951"/>
                    <a:pt x="8001" y="33503"/>
                  </a:cubicBezTo>
                  <a:cubicBezTo>
                    <a:pt x="8780" y="34048"/>
                    <a:pt x="9170" y="34921"/>
                    <a:pt x="9170" y="36121"/>
                  </a:cubicBezTo>
                  <a:cubicBezTo>
                    <a:pt x="9170" y="37446"/>
                    <a:pt x="8718" y="38609"/>
                    <a:pt x="7814" y="39609"/>
                  </a:cubicBezTo>
                  <a:cubicBezTo>
                    <a:pt x="6910" y="40610"/>
                    <a:pt x="5810" y="41241"/>
                    <a:pt x="4513" y="41503"/>
                  </a:cubicBezTo>
                  <a:cubicBezTo>
                    <a:pt x="5837" y="42345"/>
                    <a:pt x="7486" y="42766"/>
                    <a:pt x="9460" y="42766"/>
                  </a:cubicBezTo>
                  <a:cubicBezTo>
                    <a:pt x="11592" y="42766"/>
                    <a:pt x="13500" y="41828"/>
                    <a:pt x="15183" y="39951"/>
                  </a:cubicBezTo>
                  <a:cubicBezTo>
                    <a:pt x="16860" y="38074"/>
                    <a:pt x="18102" y="35569"/>
                    <a:pt x="18909" y="32437"/>
                  </a:cubicBezTo>
                  <a:cubicBezTo>
                    <a:pt x="20917" y="24902"/>
                    <a:pt x="22308" y="19455"/>
                    <a:pt x="23081" y="16094"/>
                  </a:cubicBezTo>
                  <a:cubicBezTo>
                    <a:pt x="23860" y="12699"/>
                    <a:pt x="24250" y="10274"/>
                    <a:pt x="24250" y="8818"/>
                  </a:cubicBezTo>
                  <a:cubicBezTo>
                    <a:pt x="24250" y="7466"/>
                    <a:pt x="24071" y="6320"/>
                    <a:pt x="23712" y="5382"/>
                  </a:cubicBezTo>
                  <a:cubicBezTo>
                    <a:pt x="23360" y="4444"/>
                    <a:pt x="22877" y="3764"/>
                    <a:pt x="22263" y="3343"/>
                  </a:cubicBezTo>
                  <a:cubicBezTo>
                    <a:pt x="21676" y="2888"/>
                    <a:pt x="21110" y="2581"/>
                    <a:pt x="20565" y="2422"/>
                  </a:cubicBezTo>
                  <a:cubicBezTo>
                    <a:pt x="20048" y="2263"/>
                    <a:pt x="19496" y="2184"/>
                    <a:pt x="18909" y="2184"/>
                  </a:cubicBezTo>
                  <a:cubicBezTo>
                    <a:pt x="17943" y="2184"/>
                    <a:pt x="16912" y="2377"/>
                    <a:pt x="15815" y="2763"/>
                  </a:cubicBezTo>
                  <a:cubicBezTo>
                    <a:pt x="14745" y="3150"/>
                    <a:pt x="13565" y="3795"/>
                    <a:pt x="12275" y="4699"/>
                  </a:cubicBezTo>
                  <a:cubicBezTo>
                    <a:pt x="11012" y="5575"/>
                    <a:pt x="9784" y="6917"/>
                    <a:pt x="8591" y="8725"/>
                  </a:cubicBezTo>
                  <a:cubicBezTo>
                    <a:pt x="7390" y="10533"/>
                    <a:pt x="6386" y="12682"/>
                    <a:pt x="5579" y="15173"/>
                  </a:cubicBezTo>
                  <a:cubicBezTo>
                    <a:pt x="5420" y="15918"/>
                    <a:pt x="4985" y="16291"/>
                    <a:pt x="4275" y="16291"/>
                  </a:cubicBezTo>
                  <a:cubicBezTo>
                    <a:pt x="3495" y="16256"/>
                    <a:pt x="3105" y="15915"/>
                    <a:pt x="3105" y="15266"/>
                  </a:cubicBezTo>
                  <a:cubicBezTo>
                    <a:pt x="3105" y="14721"/>
                    <a:pt x="3315" y="13883"/>
                    <a:pt x="3736" y="12751"/>
                  </a:cubicBezTo>
                  <a:cubicBezTo>
                    <a:pt x="4192" y="11585"/>
                    <a:pt x="4871" y="10274"/>
                    <a:pt x="5775" y="8818"/>
                  </a:cubicBezTo>
                  <a:cubicBezTo>
                    <a:pt x="6714" y="7369"/>
                    <a:pt x="7780" y="5996"/>
                    <a:pt x="8973" y="4699"/>
                  </a:cubicBezTo>
                  <a:cubicBezTo>
                    <a:pt x="10202" y="3374"/>
                    <a:pt x="11706" y="2260"/>
                    <a:pt x="13486" y="1356"/>
                  </a:cubicBezTo>
                  <a:cubicBezTo>
                    <a:pt x="15294" y="452"/>
                    <a:pt x="17167" y="0"/>
                    <a:pt x="19106" y="0"/>
                  </a:cubicBezTo>
                  <a:cubicBezTo>
                    <a:pt x="19982" y="0"/>
                    <a:pt x="20838" y="97"/>
                    <a:pt x="21673" y="290"/>
                  </a:cubicBezTo>
                  <a:cubicBezTo>
                    <a:pt x="22549" y="448"/>
                    <a:pt x="23505" y="773"/>
                    <a:pt x="24540" y="1263"/>
                  </a:cubicBezTo>
                  <a:cubicBezTo>
                    <a:pt x="25602" y="1746"/>
                    <a:pt x="26603" y="2519"/>
                    <a:pt x="27541" y="3581"/>
                  </a:cubicBezTo>
                  <a:cubicBezTo>
                    <a:pt x="28480" y="4651"/>
                    <a:pt x="29239" y="5962"/>
                    <a:pt x="29818" y="7514"/>
                  </a:cubicBezTo>
                  <a:cubicBezTo>
                    <a:pt x="30212" y="6769"/>
                    <a:pt x="30667" y="6041"/>
                    <a:pt x="31185" y="5330"/>
                  </a:cubicBezTo>
                  <a:cubicBezTo>
                    <a:pt x="31730" y="4619"/>
                    <a:pt x="32423" y="3829"/>
                    <a:pt x="33265" y="2960"/>
                  </a:cubicBezTo>
                  <a:cubicBezTo>
                    <a:pt x="34141" y="2049"/>
                    <a:pt x="35176" y="1335"/>
                    <a:pt x="36370" y="818"/>
                  </a:cubicBezTo>
                  <a:cubicBezTo>
                    <a:pt x="37598" y="273"/>
                    <a:pt x="38892" y="0"/>
                    <a:pt x="40251" y="0"/>
                  </a:cubicBezTo>
                  <a:cubicBezTo>
                    <a:pt x="41576" y="0"/>
                    <a:pt x="42884" y="176"/>
                    <a:pt x="44174" y="528"/>
                  </a:cubicBezTo>
                  <a:cubicBezTo>
                    <a:pt x="45464" y="852"/>
                    <a:pt x="46661" y="1549"/>
                    <a:pt x="47765" y="2618"/>
                  </a:cubicBezTo>
                  <a:cubicBezTo>
                    <a:pt x="48897" y="3653"/>
                    <a:pt x="49463" y="4961"/>
                    <a:pt x="49463" y="654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2" name="Freeform 2881">
              <a:extLst>
                <a:ext uri="{FF2B5EF4-FFF2-40B4-BE49-F238E27FC236}">
                  <a16:creationId xmlns:a16="http://schemas.microsoft.com/office/drawing/2014/main" id="{84357FDE-91CA-EC6B-FC50-6CFED328A03B}"/>
                </a:ext>
              </a:extLst>
            </p:cNvPr>
            <p:cNvSpPr/>
            <p:nvPr/>
          </p:nvSpPr>
          <p:spPr>
            <a:xfrm>
              <a:off x="941320" y="3518404"/>
              <a:ext cx="1034" cy="1374909"/>
            </a:xfrm>
            <a:custGeom>
              <a:avLst/>
              <a:gdLst>
                <a:gd name="csX0" fmla="*/ 0 w 1034"/>
                <a:gd name="csY0" fmla="*/ 1374910 h 1374909"/>
                <a:gd name="csX1" fmla="*/ 0 w 1034"/>
                <a:gd name="csY1" fmla="*/ 0 h 1374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34" h="1374909">
                  <a:moveTo>
                    <a:pt x="0" y="1374910"/>
                  </a:move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3" name="Freeform 2882">
              <a:extLst>
                <a:ext uri="{FF2B5EF4-FFF2-40B4-BE49-F238E27FC236}">
                  <a16:creationId xmlns:a16="http://schemas.microsoft.com/office/drawing/2014/main" id="{FA9FC96C-1702-E8BF-59E3-40A087F62BB3}"/>
                </a:ext>
              </a:extLst>
            </p:cNvPr>
            <p:cNvSpPr/>
            <p:nvPr/>
          </p:nvSpPr>
          <p:spPr>
            <a:xfrm>
              <a:off x="941320" y="4893314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4" name="Freeform 2883">
              <a:extLst>
                <a:ext uri="{FF2B5EF4-FFF2-40B4-BE49-F238E27FC236}">
                  <a16:creationId xmlns:a16="http://schemas.microsoft.com/office/drawing/2014/main" id="{A440038A-E4A4-7D2C-1298-72C50C3F4D64}"/>
                </a:ext>
              </a:extLst>
            </p:cNvPr>
            <p:cNvSpPr/>
            <p:nvPr/>
          </p:nvSpPr>
          <p:spPr>
            <a:xfrm>
              <a:off x="941320" y="4658038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5" name="Freeform 2884">
              <a:extLst>
                <a:ext uri="{FF2B5EF4-FFF2-40B4-BE49-F238E27FC236}">
                  <a16:creationId xmlns:a16="http://schemas.microsoft.com/office/drawing/2014/main" id="{3CAB4EA0-6E2A-8633-B42D-5FD478C518FD}"/>
                </a:ext>
              </a:extLst>
            </p:cNvPr>
            <p:cNvSpPr/>
            <p:nvPr/>
          </p:nvSpPr>
          <p:spPr>
            <a:xfrm>
              <a:off x="941320" y="4422772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6" name="Freeform 2885">
              <a:extLst>
                <a:ext uri="{FF2B5EF4-FFF2-40B4-BE49-F238E27FC236}">
                  <a16:creationId xmlns:a16="http://schemas.microsoft.com/office/drawing/2014/main" id="{1986A70A-67CD-AC54-E2B0-E670DFD6BF4E}"/>
                </a:ext>
              </a:extLst>
            </p:cNvPr>
            <p:cNvSpPr/>
            <p:nvPr/>
          </p:nvSpPr>
          <p:spPr>
            <a:xfrm>
              <a:off x="941320" y="4187501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7" name="Freeform 2886">
              <a:extLst>
                <a:ext uri="{FF2B5EF4-FFF2-40B4-BE49-F238E27FC236}">
                  <a16:creationId xmlns:a16="http://schemas.microsoft.com/office/drawing/2014/main" id="{FB771158-B24B-3332-F7D3-27549C250680}"/>
                </a:ext>
              </a:extLst>
            </p:cNvPr>
            <p:cNvSpPr/>
            <p:nvPr/>
          </p:nvSpPr>
          <p:spPr>
            <a:xfrm>
              <a:off x="941320" y="3952230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8" name="Freeform 2887">
              <a:extLst>
                <a:ext uri="{FF2B5EF4-FFF2-40B4-BE49-F238E27FC236}">
                  <a16:creationId xmlns:a16="http://schemas.microsoft.com/office/drawing/2014/main" id="{C4D8EEC5-7405-4C15-6EA7-E98E081DFD43}"/>
                </a:ext>
              </a:extLst>
            </p:cNvPr>
            <p:cNvSpPr/>
            <p:nvPr/>
          </p:nvSpPr>
          <p:spPr>
            <a:xfrm>
              <a:off x="941320" y="3716959"/>
              <a:ext cx="19559" cy="1034"/>
            </a:xfrm>
            <a:custGeom>
              <a:avLst/>
              <a:gdLst>
                <a:gd name="csX0" fmla="*/ 0 w 19559"/>
                <a:gd name="csY0" fmla="*/ 0 h 1034"/>
                <a:gd name="csX1" fmla="*/ 19559 w 1955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559" h="1034">
                  <a:moveTo>
                    <a:pt x="0" y="0"/>
                  </a:moveTo>
                  <a:lnTo>
                    <a:pt x="19559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9" name="Freeform 2888">
              <a:extLst>
                <a:ext uri="{FF2B5EF4-FFF2-40B4-BE49-F238E27FC236}">
                  <a16:creationId xmlns:a16="http://schemas.microsoft.com/office/drawing/2014/main" id="{10361169-A824-8AA2-F408-CF0DB9CA997C}"/>
                </a:ext>
              </a:extLst>
            </p:cNvPr>
            <p:cNvSpPr/>
            <p:nvPr/>
          </p:nvSpPr>
          <p:spPr>
            <a:xfrm>
              <a:off x="860792" y="4860887"/>
              <a:ext cx="43268" cy="64935"/>
            </a:xfrm>
            <a:custGeom>
              <a:avLst/>
              <a:gdLst>
                <a:gd name="csX0" fmla="*/ 21634 w 43268"/>
                <a:gd name="csY0" fmla="*/ 6707 h 64935"/>
                <a:gd name="csX1" fmla="*/ 11781 w 43268"/>
                <a:gd name="csY1" fmla="*/ 13165 h 64935"/>
                <a:gd name="csX2" fmla="*/ 8511 w 43268"/>
                <a:gd name="csY2" fmla="*/ 32489 h 64935"/>
                <a:gd name="csX3" fmla="*/ 11781 w 43268"/>
                <a:gd name="csY3" fmla="*/ 51822 h 64935"/>
                <a:gd name="csX4" fmla="*/ 21634 w 43268"/>
                <a:gd name="csY4" fmla="*/ 58229 h 64935"/>
                <a:gd name="csX5" fmla="*/ 31487 w 43268"/>
                <a:gd name="csY5" fmla="*/ 51822 h 64935"/>
                <a:gd name="csX6" fmla="*/ 34799 w 43268"/>
                <a:gd name="csY6" fmla="*/ 32489 h 64935"/>
                <a:gd name="csX7" fmla="*/ 31487 w 43268"/>
                <a:gd name="csY7" fmla="*/ 13165 h 64935"/>
                <a:gd name="csX8" fmla="*/ 21634 w 43268"/>
                <a:gd name="csY8" fmla="*/ 6707 h 64935"/>
                <a:gd name="csX9" fmla="*/ 21634 w 43268"/>
                <a:gd name="csY9" fmla="*/ 0 h 64935"/>
                <a:gd name="csX10" fmla="*/ 37692 w 43268"/>
                <a:gd name="csY10" fmla="*/ 8342 h 64935"/>
                <a:gd name="csX11" fmla="*/ 43268 w 43268"/>
                <a:gd name="csY11" fmla="*/ 32489 h 64935"/>
                <a:gd name="csX12" fmla="*/ 37692 w 43268"/>
                <a:gd name="csY12" fmla="*/ 56635 h 64935"/>
                <a:gd name="csX13" fmla="*/ 21634 w 43268"/>
                <a:gd name="csY13" fmla="*/ 64936 h 64935"/>
                <a:gd name="csX14" fmla="*/ 5534 w 43268"/>
                <a:gd name="csY14" fmla="*/ 56635 h 64935"/>
                <a:gd name="csX15" fmla="*/ 0 w 43268"/>
                <a:gd name="csY15" fmla="*/ 32489 h 64935"/>
                <a:gd name="csX16" fmla="*/ 5534 w 43268"/>
                <a:gd name="csY16" fmla="*/ 8342 h 64935"/>
                <a:gd name="csX17" fmla="*/ 21634 w 43268"/>
                <a:gd name="csY17" fmla="*/ 0 h 64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35">
                  <a:moveTo>
                    <a:pt x="21634" y="6707"/>
                  </a:moveTo>
                  <a:cubicBezTo>
                    <a:pt x="17273" y="6707"/>
                    <a:pt x="13989" y="8860"/>
                    <a:pt x="11781" y="13165"/>
                  </a:cubicBezTo>
                  <a:cubicBezTo>
                    <a:pt x="9601" y="17436"/>
                    <a:pt x="8511" y="23878"/>
                    <a:pt x="8511" y="32489"/>
                  </a:cubicBezTo>
                  <a:cubicBezTo>
                    <a:pt x="8511" y="41072"/>
                    <a:pt x="9601" y="47517"/>
                    <a:pt x="11781" y="51822"/>
                  </a:cubicBezTo>
                  <a:cubicBezTo>
                    <a:pt x="13989" y="56094"/>
                    <a:pt x="17273" y="58229"/>
                    <a:pt x="21634" y="58229"/>
                  </a:cubicBezTo>
                  <a:cubicBezTo>
                    <a:pt x="26022" y="58229"/>
                    <a:pt x="29306" y="56094"/>
                    <a:pt x="31487" y="51822"/>
                  </a:cubicBezTo>
                  <a:cubicBezTo>
                    <a:pt x="33695" y="47517"/>
                    <a:pt x="34799" y="41072"/>
                    <a:pt x="34799" y="32489"/>
                  </a:cubicBezTo>
                  <a:cubicBezTo>
                    <a:pt x="34799" y="23878"/>
                    <a:pt x="33695" y="17436"/>
                    <a:pt x="31487" y="13165"/>
                  </a:cubicBezTo>
                  <a:cubicBezTo>
                    <a:pt x="29306" y="8860"/>
                    <a:pt x="26022" y="6707"/>
                    <a:pt x="21634" y="6707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2"/>
                  </a:cubicBezTo>
                  <a:cubicBezTo>
                    <a:pt x="41409" y="13876"/>
                    <a:pt x="43268" y="21925"/>
                    <a:pt x="43268" y="32489"/>
                  </a:cubicBezTo>
                  <a:cubicBezTo>
                    <a:pt x="43268" y="43025"/>
                    <a:pt x="41409" y="51074"/>
                    <a:pt x="37692" y="56635"/>
                  </a:cubicBezTo>
                  <a:cubicBezTo>
                    <a:pt x="34002" y="62169"/>
                    <a:pt x="28649" y="64936"/>
                    <a:pt x="21634" y="64936"/>
                  </a:cubicBezTo>
                  <a:cubicBezTo>
                    <a:pt x="14618" y="64936"/>
                    <a:pt x="9252" y="62169"/>
                    <a:pt x="5534" y="56635"/>
                  </a:cubicBezTo>
                  <a:cubicBezTo>
                    <a:pt x="1845" y="51074"/>
                    <a:pt x="0" y="43025"/>
                    <a:pt x="0" y="32489"/>
                  </a:cubicBezTo>
                  <a:cubicBezTo>
                    <a:pt x="0" y="21925"/>
                    <a:pt x="1845" y="13876"/>
                    <a:pt x="5534" y="8342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0" name="Freeform 2889">
              <a:extLst>
                <a:ext uri="{FF2B5EF4-FFF2-40B4-BE49-F238E27FC236}">
                  <a16:creationId xmlns:a16="http://schemas.microsoft.com/office/drawing/2014/main" id="{882BE4DF-B724-E79F-1E3C-71DBD14F9E54}"/>
                </a:ext>
              </a:extLst>
            </p:cNvPr>
            <p:cNvSpPr/>
            <p:nvPr/>
          </p:nvSpPr>
          <p:spPr>
            <a:xfrm>
              <a:off x="863558" y="4626739"/>
              <a:ext cx="40501" cy="63818"/>
            </a:xfrm>
            <a:custGeom>
              <a:avLst/>
              <a:gdLst>
                <a:gd name="csX0" fmla="*/ 2641 w 40501"/>
                <a:gd name="csY0" fmla="*/ 0 h 63818"/>
                <a:gd name="csX1" fmla="*/ 35890 w 40501"/>
                <a:gd name="csY1" fmla="*/ 0 h 63818"/>
                <a:gd name="csX2" fmla="*/ 35890 w 40501"/>
                <a:gd name="csY2" fmla="*/ 7131 h 63818"/>
                <a:gd name="csX3" fmla="*/ 10399 w 40501"/>
                <a:gd name="csY3" fmla="*/ 7131 h 63818"/>
                <a:gd name="csX4" fmla="*/ 10399 w 40501"/>
                <a:gd name="csY4" fmla="*/ 22480 h 63818"/>
                <a:gd name="csX5" fmla="*/ 14087 w 40501"/>
                <a:gd name="csY5" fmla="*/ 21559 h 63818"/>
                <a:gd name="csX6" fmla="*/ 17777 w 40501"/>
                <a:gd name="csY6" fmla="*/ 21217 h 63818"/>
                <a:gd name="csX7" fmla="*/ 34381 w 40501"/>
                <a:gd name="csY7" fmla="*/ 26962 h 63818"/>
                <a:gd name="csX8" fmla="*/ 40502 w 40501"/>
                <a:gd name="csY8" fmla="*/ 42518 h 63818"/>
                <a:gd name="csX9" fmla="*/ 34213 w 40501"/>
                <a:gd name="csY9" fmla="*/ 58239 h 63818"/>
                <a:gd name="csX10" fmla="*/ 16477 w 40501"/>
                <a:gd name="csY10" fmla="*/ 63818 h 63818"/>
                <a:gd name="csX11" fmla="*/ 8428 w 40501"/>
                <a:gd name="csY11" fmla="*/ 63145 h 63818"/>
                <a:gd name="csX12" fmla="*/ 0 w 40501"/>
                <a:gd name="csY12" fmla="*/ 61137 h 63818"/>
                <a:gd name="csX13" fmla="*/ 0 w 40501"/>
                <a:gd name="csY13" fmla="*/ 52619 h 63818"/>
                <a:gd name="csX14" fmla="*/ 7799 w 40501"/>
                <a:gd name="csY14" fmla="*/ 55683 h 63818"/>
                <a:gd name="csX15" fmla="*/ 16310 w 40501"/>
                <a:gd name="csY15" fmla="*/ 56687 h 63818"/>
                <a:gd name="csX16" fmla="*/ 27798 w 40501"/>
                <a:gd name="csY16" fmla="*/ 52878 h 63818"/>
                <a:gd name="csX17" fmla="*/ 32032 w 40501"/>
                <a:gd name="csY17" fmla="*/ 42518 h 63818"/>
                <a:gd name="csX18" fmla="*/ 27798 w 40501"/>
                <a:gd name="csY18" fmla="*/ 32168 h 63818"/>
                <a:gd name="csX19" fmla="*/ 16310 w 40501"/>
                <a:gd name="csY19" fmla="*/ 28349 h 63818"/>
                <a:gd name="csX20" fmla="*/ 9518 w 40501"/>
                <a:gd name="csY20" fmla="*/ 29104 h 63818"/>
                <a:gd name="csX21" fmla="*/ 2641 w 40501"/>
                <a:gd name="csY21" fmla="*/ 31454 h 63818"/>
                <a:gd name="csX22" fmla="*/ 2641 w 40501"/>
                <a:gd name="csY22" fmla="*/ 0 h 63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18">
                  <a:moveTo>
                    <a:pt x="2641" y="0"/>
                  </a:moveTo>
                  <a:lnTo>
                    <a:pt x="35890" y="0"/>
                  </a:lnTo>
                  <a:lnTo>
                    <a:pt x="35890" y="7131"/>
                  </a:lnTo>
                  <a:lnTo>
                    <a:pt x="10399" y="7131"/>
                  </a:lnTo>
                  <a:lnTo>
                    <a:pt x="10399" y="22480"/>
                  </a:lnTo>
                  <a:cubicBezTo>
                    <a:pt x="11628" y="22059"/>
                    <a:pt x="12858" y="21752"/>
                    <a:pt x="14087" y="21559"/>
                  </a:cubicBezTo>
                  <a:cubicBezTo>
                    <a:pt x="15318" y="21331"/>
                    <a:pt x="16548" y="21217"/>
                    <a:pt x="17777" y="21217"/>
                  </a:cubicBezTo>
                  <a:cubicBezTo>
                    <a:pt x="24765" y="21217"/>
                    <a:pt x="30299" y="23132"/>
                    <a:pt x="34381" y="26962"/>
                  </a:cubicBezTo>
                  <a:cubicBezTo>
                    <a:pt x="38461" y="30791"/>
                    <a:pt x="40502" y="35977"/>
                    <a:pt x="40502" y="42518"/>
                  </a:cubicBezTo>
                  <a:cubicBezTo>
                    <a:pt x="40502" y="49252"/>
                    <a:pt x="38405" y="54493"/>
                    <a:pt x="34213" y="58239"/>
                  </a:cubicBezTo>
                  <a:cubicBezTo>
                    <a:pt x="30020" y="61959"/>
                    <a:pt x="24108" y="63818"/>
                    <a:pt x="16477" y="63818"/>
                  </a:cubicBezTo>
                  <a:cubicBezTo>
                    <a:pt x="13850" y="63818"/>
                    <a:pt x="11167" y="63594"/>
                    <a:pt x="8428" y="63145"/>
                  </a:cubicBezTo>
                  <a:cubicBezTo>
                    <a:pt x="5716" y="62697"/>
                    <a:pt x="2907" y="62028"/>
                    <a:pt x="0" y="61137"/>
                  </a:cubicBezTo>
                  <a:lnTo>
                    <a:pt x="0" y="52619"/>
                  </a:lnTo>
                  <a:cubicBezTo>
                    <a:pt x="2516" y="53992"/>
                    <a:pt x="5115" y="55014"/>
                    <a:pt x="7799" y="55683"/>
                  </a:cubicBezTo>
                  <a:cubicBezTo>
                    <a:pt x="10482" y="56352"/>
                    <a:pt x="13319" y="56687"/>
                    <a:pt x="16310" y="56687"/>
                  </a:cubicBezTo>
                  <a:cubicBezTo>
                    <a:pt x="21145" y="56687"/>
                    <a:pt x="24975" y="55417"/>
                    <a:pt x="27798" y="52878"/>
                  </a:cubicBezTo>
                  <a:cubicBezTo>
                    <a:pt x="30621" y="50332"/>
                    <a:pt x="32032" y="46879"/>
                    <a:pt x="32032" y="42518"/>
                  </a:cubicBezTo>
                  <a:cubicBezTo>
                    <a:pt x="32032" y="38157"/>
                    <a:pt x="30621" y="34707"/>
                    <a:pt x="27798" y="32168"/>
                  </a:cubicBezTo>
                  <a:cubicBezTo>
                    <a:pt x="24975" y="29622"/>
                    <a:pt x="21145" y="28349"/>
                    <a:pt x="16310" y="28349"/>
                  </a:cubicBezTo>
                  <a:cubicBezTo>
                    <a:pt x="14046" y="28349"/>
                    <a:pt x="11782" y="28600"/>
                    <a:pt x="9518" y="29104"/>
                  </a:cubicBezTo>
                  <a:cubicBezTo>
                    <a:pt x="7282" y="29608"/>
                    <a:pt x="4989" y="30391"/>
                    <a:pt x="2641" y="31454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1" name="Freeform 2890">
              <a:extLst>
                <a:ext uri="{FF2B5EF4-FFF2-40B4-BE49-F238E27FC236}">
                  <a16:creationId xmlns:a16="http://schemas.microsoft.com/office/drawing/2014/main" id="{88BF44F8-FF4D-52AC-0656-DAFBBDA80C16}"/>
                </a:ext>
              </a:extLst>
            </p:cNvPr>
            <p:cNvSpPr/>
            <p:nvPr/>
          </p:nvSpPr>
          <p:spPr>
            <a:xfrm>
              <a:off x="809934" y="4391474"/>
              <a:ext cx="37273" cy="62596"/>
            </a:xfrm>
            <a:custGeom>
              <a:avLst/>
              <a:gdLst>
                <a:gd name="csX0" fmla="*/ 1216 w 37273"/>
                <a:gd name="csY0" fmla="*/ 55469 h 62596"/>
                <a:gd name="csX1" fmla="*/ 15052 w 37273"/>
                <a:gd name="csY1" fmla="*/ 55469 h 62596"/>
                <a:gd name="csX2" fmla="*/ 15052 w 37273"/>
                <a:gd name="csY2" fmla="*/ 7714 h 62596"/>
                <a:gd name="csX3" fmla="*/ 0 w 37273"/>
                <a:gd name="csY3" fmla="*/ 10733 h 62596"/>
                <a:gd name="csX4" fmla="*/ 0 w 37273"/>
                <a:gd name="csY4" fmla="*/ 3018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9 h 62596"/>
                <a:gd name="csX8" fmla="*/ 37273 w 37273"/>
                <a:gd name="csY8" fmla="*/ 55469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9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9"/>
                  </a:moveTo>
                  <a:lnTo>
                    <a:pt x="15052" y="55469"/>
                  </a:lnTo>
                  <a:lnTo>
                    <a:pt x="15052" y="7714"/>
                  </a:lnTo>
                  <a:lnTo>
                    <a:pt x="0" y="10733"/>
                  </a:lnTo>
                  <a:lnTo>
                    <a:pt x="0" y="3018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9"/>
                  </a:lnTo>
                  <a:lnTo>
                    <a:pt x="37273" y="55469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9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2" name="Freeform 2891">
              <a:extLst>
                <a:ext uri="{FF2B5EF4-FFF2-40B4-BE49-F238E27FC236}">
                  <a16:creationId xmlns:a16="http://schemas.microsoft.com/office/drawing/2014/main" id="{C0BF4252-FB49-A410-7CAB-71F4151313E0}"/>
                </a:ext>
              </a:extLst>
            </p:cNvPr>
            <p:cNvSpPr/>
            <p:nvPr/>
          </p:nvSpPr>
          <p:spPr>
            <a:xfrm>
              <a:off x="860792" y="4390341"/>
              <a:ext cx="43268" cy="64944"/>
            </a:xfrm>
            <a:custGeom>
              <a:avLst/>
              <a:gdLst>
                <a:gd name="csX0" fmla="*/ 21634 w 43268"/>
                <a:gd name="csY0" fmla="*/ 6708 h 64944"/>
                <a:gd name="csX1" fmla="*/ 11781 w 43268"/>
                <a:gd name="csY1" fmla="*/ 13165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4 w 43268"/>
                <a:gd name="csY4" fmla="*/ 58236 h 64944"/>
                <a:gd name="csX5" fmla="*/ 31487 w 43268"/>
                <a:gd name="csY5" fmla="*/ 51821 h 64944"/>
                <a:gd name="csX6" fmla="*/ 34799 w 43268"/>
                <a:gd name="csY6" fmla="*/ 32493 h 64944"/>
                <a:gd name="csX7" fmla="*/ 31487 w 43268"/>
                <a:gd name="csY7" fmla="*/ 13165 h 64944"/>
                <a:gd name="csX8" fmla="*/ 21634 w 43268"/>
                <a:gd name="csY8" fmla="*/ 6708 h 64944"/>
                <a:gd name="csX9" fmla="*/ 21634 w 43268"/>
                <a:gd name="csY9" fmla="*/ 0 h 64944"/>
                <a:gd name="csX10" fmla="*/ 37692 w 43268"/>
                <a:gd name="csY10" fmla="*/ 8343 h 64944"/>
                <a:gd name="csX11" fmla="*/ 43268 w 43268"/>
                <a:gd name="csY11" fmla="*/ 32493 h 64944"/>
                <a:gd name="csX12" fmla="*/ 37692 w 43268"/>
                <a:gd name="csY12" fmla="*/ 56643 h 64944"/>
                <a:gd name="csX13" fmla="*/ 21634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4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4" y="6708"/>
                  </a:moveTo>
                  <a:cubicBezTo>
                    <a:pt x="17273" y="6708"/>
                    <a:pt x="13989" y="8860"/>
                    <a:pt x="11781" y="13165"/>
                  </a:cubicBezTo>
                  <a:cubicBezTo>
                    <a:pt x="9601" y="17442"/>
                    <a:pt x="8511" y="23884"/>
                    <a:pt x="8511" y="32493"/>
                  </a:cubicBezTo>
                  <a:cubicBezTo>
                    <a:pt x="8511" y="41074"/>
                    <a:pt x="9601" y="47517"/>
                    <a:pt x="11781" y="51821"/>
                  </a:cubicBezTo>
                  <a:cubicBezTo>
                    <a:pt x="13989" y="56098"/>
                    <a:pt x="17273" y="58236"/>
                    <a:pt x="21634" y="58236"/>
                  </a:cubicBezTo>
                  <a:cubicBezTo>
                    <a:pt x="26022" y="58236"/>
                    <a:pt x="29306" y="56098"/>
                    <a:pt x="31487" y="51821"/>
                  </a:cubicBezTo>
                  <a:cubicBezTo>
                    <a:pt x="33695" y="47517"/>
                    <a:pt x="34799" y="41074"/>
                    <a:pt x="34799" y="32493"/>
                  </a:cubicBezTo>
                  <a:cubicBezTo>
                    <a:pt x="34799" y="23884"/>
                    <a:pt x="33695" y="17442"/>
                    <a:pt x="31487" y="13165"/>
                  </a:cubicBezTo>
                  <a:cubicBezTo>
                    <a:pt x="29306" y="8860"/>
                    <a:pt x="26022" y="6708"/>
                    <a:pt x="21634" y="6708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3"/>
                  </a:cubicBezTo>
                  <a:cubicBezTo>
                    <a:pt x="41409" y="13878"/>
                    <a:pt x="43268" y="21928"/>
                    <a:pt x="43268" y="32493"/>
                  </a:cubicBezTo>
                  <a:cubicBezTo>
                    <a:pt x="43268" y="43030"/>
                    <a:pt x="41409" y="51081"/>
                    <a:pt x="37692" y="56643"/>
                  </a:cubicBezTo>
                  <a:cubicBezTo>
                    <a:pt x="34002" y="62177"/>
                    <a:pt x="28649" y="64944"/>
                    <a:pt x="21634" y="64944"/>
                  </a:cubicBezTo>
                  <a:cubicBezTo>
                    <a:pt x="14618" y="64944"/>
                    <a:pt x="9252" y="62177"/>
                    <a:pt x="5534" y="56643"/>
                  </a:cubicBezTo>
                  <a:cubicBezTo>
                    <a:pt x="1845" y="51081"/>
                    <a:pt x="0" y="43030"/>
                    <a:pt x="0" y="32493"/>
                  </a:cubicBezTo>
                  <a:cubicBezTo>
                    <a:pt x="0" y="21928"/>
                    <a:pt x="1845" y="13878"/>
                    <a:pt x="5534" y="8343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3" name="Freeform 2892">
              <a:extLst>
                <a:ext uri="{FF2B5EF4-FFF2-40B4-BE49-F238E27FC236}">
                  <a16:creationId xmlns:a16="http://schemas.microsoft.com/office/drawing/2014/main" id="{64AC64A5-CD92-97E1-048A-7F160D94A255}"/>
                </a:ext>
              </a:extLst>
            </p:cNvPr>
            <p:cNvSpPr/>
            <p:nvPr/>
          </p:nvSpPr>
          <p:spPr>
            <a:xfrm>
              <a:off x="811737" y="4156203"/>
              <a:ext cx="37273" cy="62596"/>
            </a:xfrm>
            <a:custGeom>
              <a:avLst/>
              <a:gdLst>
                <a:gd name="csX0" fmla="*/ 1216 w 37273"/>
                <a:gd name="csY0" fmla="*/ 55469 h 62596"/>
                <a:gd name="csX1" fmla="*/ 15052 w 37273"/>
                <a:gd name="csY1" fmla="*/ 55469 h 62596"/>
                <a:gd name="csX2" fmla="*/ 15052 w 37273"/>
                <a:gd name="csY2" fmla="*/ 7714 h 62596"/>
                <a:gd name="csX3" fmla="*/ 0 w 37273"/>
                <a:gd name="csY3" fmla="*/ 10733 h 62596"/>
                <a:gd name="csX4" fmla="*/ 0 w 37273"/>
                <a:gd name="csY4" fmla="*/ 3018 h 62596"/>
                <a:gd name="csX5" fmla="*/ 14968 w 37273"/>
                <a:gd name="csY5" fmla="*/ 0 h 62596"/>
                <a:gd name="csX6" fmla="*/ 23438 w 37273"/>
                <a:gd name="csY6" fmla="*/ 0 h 62596"/>
                <a:gd name="csX7" fmla="*/ 23438 w 37273"/>
                <a:gd name="csY7" fmla="*/ 55469 h 62596"/>
                <a:gd name="csX8" fmla="*/ 37273 w 37273"/>
                <a:gd name="csY8" fmla="*/ 55469 h 62596"/>
                <a:gd name="csX9" fmla="*/ 37273 w 37273"/>
                <a:gd name="csY9" fmla="*/ 62597 h 62596"/>
                <a:gd name="csX10" fmla="*/ 1216 w 37273"/>
                <a:gd name="csY10" fmla="*/ 62597 h 62596"/>
                <a:gd name="csX11" fmla="*/ 1216 w 37273"/>
                <a:gd name="csY11" fmla="*/ 55469 h 625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7273" h="62596">
                  <a:moveTo>
                    <a:pt x="1216" y="55469"/>
                  </a:moveTo>
                  <a:lnTo>
                    <a:pt x="15052" y="55469"/>
                  </a:lnTo>
                  <a:lnTo>
                    <a:pt x="15052" y="7714"/>
                  </a:lnTo>
                  <a:lnTo>
                    <a:pt x="0" y="10733"/>
                  </a:lnTo>
                  <a:lnTo>
                    <a:pt x="0" y="3018"/>
                  </a:lnTo>
                  <a:lnTo>
                    <a:pt x="14968" y="0"/>
                  </a:lnTo>
                  <a:lnTo>
                    <a:pt x="23438" y="0"/>
                  </a:lnTo>
                  <a:lnTo>
                    <a:pt x="23438" y="55469"/>
                  </a:lnTo>
                  <a:lnTo>
                    <a:pt x="37273" y="55469"/>
                  </a:lnTo>
                  <a:lnTo>
                    <a:pt x="37273" y="62597"/>
                  </a:lnTo>
                  <a:lnTo>
                    <a:pt x="1216" y="62597"/>
                  </a:lnTo>
                  <a:lnTo>
                    <a:pt x="1216" y="55469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4" name="Freeform 2893">
              <a:extLst>
                <a:ext uri="{FF2B5EF4-FFF2-40B4-BE49-F238E27FC236}">
                  <a16:creationId xmlns:a16="http://schemas.microsoft.com/office/drawing/2014/main" id="{AF413376-7B4B-CDC3-F7AD-B51B26C702E8}"/>
                </a:ext>
              </a:extLst>
            </p:cNvPr>
            <p:cNvSpPr/>
            <p:nvPr/>
          </p:nvSpPr>
          <p:spPr>
            <a:xfrm>
              <a:off x="863558" y="4156203"/>
              <a:ext cx="40501" cy="63811"/>
            </a:xfrm>
            <a:custGeom>
              <a:avLst/>
              <a:gdLst>
                <a:gd name="csX0" fmla="*/ 2641 w 40501"/>
                <a:gd name="csY0" fmla="*/ 0 h 63811"/>
                <a:gd name="csX1" fmla="*/ 35890 w 40501"/>
                <a:gd name="csY1" fmla="*/ 0 h 63811"/>
                <a:gd name="csX2" fmla="*/ 35890 w 40501"/>
                <a:gd name="csY2" fmla="*/ 7127 h 63811"/>
                <a:gd name="csX3" fmla="*/ 10399 w 40501"/>
                <a:gd name="csY3" fmla="*/ 7127 h 63811"/>
                <a:gd name="csX4" fmla="*/ 10399 w 40501"/>
                <a:gd name="csY4" fmla="*/ 22473 h 63811"/>
                <a:gd name="csX5" fmla="*/ 14087 w 40501"/>
                <a:gd name="csY5" fmla="*/ 21550 h 63811"/>
                <a:gd name="csX6" fmla="*/ 17777 w 40501"/>
                <a:gd name="csY6" fmla="*/ 21214 h 63811"/>
                <a:gd name="csX7" fmla="*/ 34381 w 40501"/>
                <a:gd name="csY7" fmla="*/ 26959 h 63811"/>
                <a:gd name="csX8" fmla="*/ 40502 w 40501"/>
                <a:gd name="csY8" fmla="*/ 42514 h 63811"/>
                <a:gd name="csX9" fmla="*/ 34213 w 40501"/>
                <a:gd name="csY9" fmla="*/ 58236 h 63811"/>
                <a:gd name="csX10" fmla="*/ 16477 w 40501"/>
                <a:gd name="csY10" fmla="*/ 63812 h 63811"/>
                <a:gd name="csX11" fmla="*/ 8428 w 40501"/>
                <a:gd name="csY11" fmla="*/ 63141 h 63811"/>
                <a:gd name="csX12" fmla="*/ 0 w 40501"/>
                <a:gd name="csY12" fmla="*/ 61129 h 63811"/>
                <a:gd name="csX13" fmla="*/ 0 w 40501"/>
                <a:gd name="csY13" fmla="*/ 52618 h 63811"/>
                <a:gd name="csX14" fmla="*/ 7799 w 40501"/>
                <a:gd name="csY14" fmla="*/ 55679 h 63811"/>
                <a:gd name="csX15" fmla="*/ 16310 w 40501"/>
                <a:gd name="csY15" fmla="*/ 56685 h 63811"/>
                <a:gd name="csX16" fmla="*/ 27798 w 40501"/>
                <a:gd name="csY16" fmla="*/ 52870 h 63811"/>
                <a:gd name="csX17" fmla="*/ 32032 w 40501"/>
                <a:gd name="csY17" fmla="*/ 42514 h 63811"/>
                <a:gd name="csX18" fmla="*/ 27798 w 40501"/>
                <a:gd name="csY18" fmla="*/ 32157 h 63811"/>
                <a:gd name="csX19" fmla="*/ 16310 w 40501"/>
                <a:gd name="csY19" fmla="*/ 28342 h 63811"/>
                <a:gd name="csX20" fmla="*/ 9518 w 40501"/>
                <a:gd name="csY20" fmla="*/ 29097 h 63811"/>
                <a:gd name="csX21" fmla="*/ 2641 w 40501"/>
                <a:gd name="csY21" fmla="*/ 31444 h 63811"/>
                <a:gd name="csX22" fmla="*/ 2641 w 40501"/>
                <a:gd name="csY22" fmla="*/ 0 h 63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11">
                  <a:moveTo>
                    <a:pt x="2641" y="0"/>
                  </a:moveTo>
                  <a:lnTo>
                    <a:pt x="35890" y="0"/>
                  </a:lnTo>
                  <a:lnTo>
                    <a:pt x="35890" y="7127"/>
                  </a:lnTo>
                  <a:lnTo>
                    <a:pt x="10399" y="7127"/>
                  </a:lnTo>
                  <a:lnTo>
                    <a:pt x="10399" y="22473"/>
                  </a:lnTo>
                  <a:cubicBezTo>
                    <a:pt x="11628" y="22053"/>
                    <a:pt x="12858" y="21746"/>
                    <a:pt x="14087" y="21550"/>
                  </a:cubicBezTo>
                  <a:cubicBezTo>
                    <a:pt x="15318" y="21326"/>
                    <a:pt x="16548" y="21214"/>
                    <a:pt x="17777" y="21214"/>
                  </a:cubicBezTo>
                  <a:cubicBezTo>
                    <a:pt x="24765" y="21214"/>
                    <a:pt x="30299" y="23129"/>
                    <a:pt x="34381" y="26959"/>
                  </a:cubicBezTo>
                  <a:cubicBezTo>
                    <a:pt x="38461" y="30788"/>
                    <a:pt x="40502" y="35973"/>
                    <a:pt x="40502" y="42514"/>
                  </a:cubicBezTo>
                  <a:cubicBezTo>
                    <a:pt x="40502" y="49250"/>
                    <a:pt x="38405" y="54491"/>
                    <a:pt x="34213" y="58236"/>
                  </a:cubicBezTo>
                  <a:cubicBezTo>
                    <a:pt x="30020" y="61953"/>
                    <a:pt x="24108" y="63812"/>
                    <a:pt x="16477" y="63812"/>
                  </a:cubicBezTo>
                  <a:cubicBezTo>
                    <a:pt x="13850" y="63812"/>
                    <a:pt x="11167" y="63588"/>
                    <a:pt x="8428" y="63141"/>
                  </a:cubicBezTo>
                  <a:cubicBezTo>
                    <a:pt x="5716" y="62694"/>
                    <a:pt x="2907" y="62023"/>
                    <a:pt x="0" y="61129"/>
                  </a:cubicBezTo>
                  <a:lnTo>
                    <a:pt x="0" y="52618"/>
                  </a:lnTo>
                  <a:cubicBezTo>
                    <a:pt x="2516" y="53987"/>
                    <a:pt x="5115" y="55007"/>
                    <a:pt x="7799" y="55679"/>
                  </a:cubicBezTo>
                  <a:cubicBezTo>
                    <a:pt x="10482" y="56350"/>
                    <a:pt x="13319" y="56685"/>
                    <a:pt x="16310" y="56685"/>
                  </a:cubicBezTo>
                  <a:cubicBezTo>
                    <a:pt x="21145" y="56685"/>
                    <a:pt x="24975" y="55413"/>
                    <a:pt x="27798" y="52870"/>
                  </a:cubicBezTo>
                  <a:cubicBezTo>
                    <a:pt x="30621" y="50326"/>
                    <a:pt x="32032" y="46874"/>
                    <a:pt x="32032" y="42514"/>
                  </a:cubicBezTo>
                  <a:cubicBezTo>
                    <a:pt x="32032" y="38153"/>
                    <a:pt x="30621" y="34701"/>
                    <a:pt x="27798" y="32157"/>
                  </a:cubicBezTo>
                  <a:cubicBezTo>
                    <a:pt x="24975" y="29614"/>
                    <a:pt x="21145" y="28342"/>
                    <a:pt x="16310" y="28342"/>
                  </a:cubicBezTo>
                  <a:cubicBezTo>
                    <a:pt x="14046" y="28342"/>
                    <a:pt x="11782" y="28594"/>
                    <a:pt x="9518" y="29097"/>
                  </a:cubicBezTo>
                  <a:cubicBezTo>
                    <a:pt x="7282" y="29600"/>
                    <a:pt x="4989" y="30382"/>
                    <a:pt x="2641" y="31444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5" name="Freeform 2894">
              <a:extLst>
                <a:ext uri="{FF2B5EF4-FFF2-40B4-BE49-F238E27FC236}">
                  <a16:creationId xmlns:a16="http://schemas.microsoft.com/office/drawing/2014/main" id="{85F8A03C-9583-B962-F401-D9B4ABA1A733}"/>
                </a:ext>
              </a:extLst>
            </p:cNvPr>
            <p:cNvSpPr/>
            <p:nvPr/>
          </p:nvSpPr>
          <p:spPr>
            <a:xfrm>
              <a:off x="806790" y="3919800"/>
              <a:ext cx="39747" cy="63729"/>
            </a:xfrm>
            <a:custGeom>
              <a:avLst/>
              <a:gdLst>
                <a:gd name="csX0" fmla="*/ 10189 w 39747"/>
                <a:gd name="csY0" fmla="*/ 56601 h 63729"/>
                <a:gd name="csX1" fmla="*/ 39747 w 39747"/>
                <a:gd name="csY1" fmla="*/ 56601 h 63729"/>
                <a:gd name="csX2" fmla="*/ 39747 w 39747"/>
                <a:gd name="csY2" fmla="*/ 63729 h 63729"/>
                <a:gd name="csX3" fmla="*/ 0 w 39747"/>
                <a:gd name="csY3" fmla="*/ 63729 h 63729"/>
                <a:gd name="csX4" fmla="*/ 0 w 39747"/>
                <a:gd name="csY4" fmla="*/ 56601 h 63729"/>
                <a:gd name="csX5" fmla="*/ 13123 w 39747"/>
                <a:gd name="csY5" fmla="*/ 43227 h 63729"/>
                <a:gd name="csX6" fmla="*/ 23605 w 39747"/>
                <a:gd name="csY6" fmla="*/ 32368 h 63729"/>
                <a:gd name="csX7" fmla="*/ 29265 w 39747"/>
                <a:gd name="csY7" fmla="*/ 24653 h 63729"/>
                <a:gd name="csX8" fmla="*/ 30900 w 39747"/>
                <a:gd name="csY8" fmla="*/ 18405 h 63729"/>
                <a:gd name="csX9" fmla="*/ 27379 w 39747"/>
                <a:gd name="csY9" fmla="*/ 10272 h 63729"/>
                <a:gd name="csX10" fmla="*/ 18280 w 39747"/>
                <a:gd name="csY10" fmla="*/ 7127 h 63729"/>
                <a:gd name="csX11" fmla="*/ 9853 w 39747"/>
                <a:gd name="csY11" fmla="*/ 8511 h 63729"/>
                <a:gd name="csX12" fmla="*/ 419 w 39747"/>
                <a:gd name="csY12" fmla="*/ 12704 h 63729"/>
                <a:gd name="csX13" fmla="*/ 419 w 39747"/>
                <a:gd name="csY13" fmla="*/ 4150 h 63729"/>
                <a:gd name="csX14" fmla="*/ 9978 w 39747"/>
                <a:gd name="csY14" fmla="*/ 1048 h 63729"/>
                <a:gd name="csX15" fmla="*/ 18112 w 39747"/>
                <a:gd name="csY15" fmla="*/ 0 h 63729"/>
                <a:gd name="csX16" fmla="*/ 33625 w 39747"/>
                <a:gd name="csY16" fmla="*/ 4863 h 63729"/>
                <a:gd name="csX17" fmla="*/ 39412 w 39747"/>
                <a:gd name="csY17" fmla="*/ 17861 h 63729"/>
                <a:gd name="csX18" fmla="*/ 37944 w 39747"/>
                <a:gd name="csY18" fmla="*/ 25198 h 63729"/>
                <a:gd name="csX19" fmla="*/ 32703 w 39747"/>
                <a:gd name="csY19" fmla="*/ 33332 h 63729"/>
                <a:gd name="csX20" fmla="*/ 26036 w 39747"/>
                <a:gd name="csY20" fmla="*/ 40375 h 63729"/>
                <a:gd name="csX21" fmla="*/ 10189 w 39747"/>
                <a:gd name="csY21" fmla="*/ 56601 h 63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7" h="63729">
                  <a:moveTo>
                    <a:pt x="10189" y="56601"/>
                  </a:moveTo>
                  <a:lnTo>
                    <a:pt x="39747" y="56601"/>
                  </a:lnTo>
                  <a:lnTo>
                    <a:pt x="39747" y="63729"/>
                  </a:lnTo>
                  <a:lnTo>
                    <a:pt x="0" y="63729"/>
                  </a:lnTo>
                  <a:lnTo>
                    <a:pt x="0" y="56601"/>
                  </a:lnTo>
                  <a:cubicBezTo>
                    <a:pt x="3215" y="53275"/>
                    <a:pt x="7589" y="48816"/>
                    <a:pt x="13123" y="43227"/>
                  </a:cubicBezTo>
                  <a:cubicBezTo>
                    <a:pt x="18686" y="37608"/>
                    <a:pt x="22180" y="33988"/>
                    <a:pt x="23605" y="32368"/>
                  </a:cubicBezTo>
                  <a:cubicBezTo>
                    <a:pt x="26316" y="29320"/>
                    <a:pt x="28203" y="26749"/>
                    <a:pt x="29265" y="24653"/>
                  </a:cubicBezTo>
                  <a:cubicBezTo>
                    <a:pt x="30355" y="22528"/>
                    <a:pt x="30900" y="20446"/>
                    <a:pt x="30900" y="18405"/>
                  </a:cubicBezTo>
                  <a:cubicBezTo>
                    <a:pt x="30900" y="15080"/>
                    <a:pt x="29726" y="12369"/>
                    <a:pt x="27379" y="10272"/>
                  </a:cubicBezTo>
                  <a:cubicBezTo>
                    <a:pt x="25058" y="8175"/>
                    <a:pt x="22025" y="7127"/>
                    <a:pt x="18280" y="7127"/>
                  </a:cubicBezTo>
                  <a:cubicBezTo>
                    <a:pt x="15625" y="7127"/>
                    <a:pt x="12816" y="7588"/>
                    <a:pt x="9853" y="8511"/>
                  </a:cubicBezTo>
                  <a:cubicBezTo>
                    <a:pt x="6918" y="9433"/>
                    <a:pt x="3773" y="10831"/>
                    <a:pt x="419" y="12704"/>
                  </a:cubicBezTo>
                  <a:lnTo>
                    <a:pt x="419" y="4150"/>
                  </a:lnTo>
                  <a:cubicBezTo>
                    <a:pt x="3829" y="2781"/>
                    <a:pt x="7016" y="1747"/>
                    <a:pt x="9978" y="1048"/>
                  </a:cubicBezTo>
                  <a:cubicBezTo>
                    <a:pt x="12941" y="349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5" y="4863"/>
                  </a:cubicBezTo>
                  <a:cubicBezTo>
                    <a:pt x="37483" y="8106"/>
                    <a:pt x="39412" y="12438"/>
                    <a:pt x="39412" y="17861"/>
                  </a:cubicBezTo>
                  <a:cubicBezTo>
                    <a:pt x="39412" y="20433"/>
                    <a:pt x="38923" y="22878"/>
                    <a:pt x="37944" y="25198"/>
                  </a:cubicBezTo>
                  <a:cubicBezTo>
                    <a:pt x="36994" y="27490"/>
                    <a:pt x="35247" y="30202"/>
                    <a:pt x="32703" y="33332"/>
                  </a:cubicBezTo>
                  <a:cubicBezTo>
                    <a:pt x="32004" y="34142"/>
                    <a:pt x="29782" y="36490"/>
                    <a:pt x="26036" y="40375"/>
                  </a:cubicBezTo>
                  <a:cubicBezTo>
                    <a:pt x="22291" y="44232"/>
                    <a:pt x="17008" y="49641"/>
                    <a:pt x="10189" y="5660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6" name="Freeform 2895">
              <a:extLst>
                <a:ext uri="{FF2B5EF4-FFF2-40B4-BE49-F238E27FC236}">
                  <a16:creationId xmlns:a16="http://schemas.microsoft.com/office/drawing/2014/main" id="{3D023840-DBA2-2FB8-2682-AF5DBD2E45F4}"/>
                </a:ext>
              </a:extLst>
            </p:cNvPr>
            <p:cNvSpPr/>
            <p:nvPr/>
          </p:nvSpPr>
          <p:spPr>
            <a:xfrm>
              <a:off x="860792" y="3919800"/>
              <a:ext cx="43268" cy="64944"/>
            </a:xfrm>
            <a:custGeom>
              <a:avLst/>
              <a:gdLst>
                <a:gd name="csX0" fmla="*/ 21634 w 43268"/>
                <a:gd name="csY0" fmla="*/ 6708 h 64944"/>
                <a:gd name="csX1" fmla="*/ 11781 w 43268"/>
                <a:gd name="csY1" fmla="*/ 13165 h 64944"/>
                <a:gd name="csX2" fmla="*/ 8511 w 43268"/>
                <a:gd name="csY2" fmla="*/ 32493 h 64944"/>
                <a:gd name="csX3" fmla="*/ 11781 w 43268"/>
                <a:gd name="csY3" fmla="*/ 51821 h 64944"/>
                <a:gd name="csX4" fmla="*/ 21634 w 43268"/>
                <a:gd name="csY4" fmla="*/ 58236 h 64944"/>
                <a:gd name="csX5" fmla="*/ 31487 w 43268"/>
                <a:gd name="csY5" fmla="*/ 51821 h 64944"/>
                <a:gd name="csX6" fmla="*/ 34799 w 43268"/>
                <a:gd name="csY6" fmla="*/ 32493 h 64944"/>
                <a:gd name="csX7" fmla="*/ 31487 w 43268"/>
                <a:gd name="csY7" fmla="*/ 13165 h 64944"/>
                <a:gd name="csX8" fmla="*/ 21634 w 43268"/>
                <a:gd name="csY8" fmla="*/ 6708 h 64944"/>
                <a:gd name="csX9" fmla="*/ 21634 w 43268"/>
                <a:gd name="csY9" fmla="*/ 0 h 64944"/>
                <a:gd name="csX10" fmla="*/ 37692 w 43268"/>
                <a:gd name="csY10" fmla="*/ 8343 h 64944"/>
                <a:gd name="csX11" fmla="*/ 43268 w 43268"/>
                <a:gd name="csY11" fmla="*/ 32493 h 64944"/>
                <a:gd name="csX12" fmla="*/ 37692 w 43268"/>
                <a:gd name="csY12" fmla="*/ 56643 h 64944"/>
                <a:gd name="csX13" fmla="*/ 21634 w 43268"/>
                <a:gd name="csY13" fmla="*/ 64944 h 64944"/>
                <a:gd name="csX14" fmla="*/ 5534 w 43268"/>
                <a:gd name="csY14" fmla="*/ 56643 h 64944"/>
                <a:gd name="csX15" fmla="*/ 0 w 43268"/>
                <a:gd name="csY15" fmla="*/ 32493 h 64944"/>
                <a:gd name="csX16" fmla="*/ 5534 w 43268"/>
                <a:gd name="csY16" fmla="*/ 8343 h 64944"/>
                <a:gd name="csX17" fmla="*/ 21634 w 43268"/>
                <a:gd name="csY17" fmla="*/ 0 h 64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3268" h="64944">
                  <a:moveTo>
                    <a:pt x="21634" y="6708"/>
                  </a:moveTo>
                  <a:cubicBezTo>
                    <a:pt x="17273" y="6708"/>
                    <a:pt x="13989" y="8860"/>
                    <a:pt x="11781" y="13165"/>
                  </a:cubicBezTo>
                  <a:cubicBezTo>
                    <a:pt x="9601" y="17442"/>
                    <a:pt x="8511" y="23884"/>
                    <a:pt x="8511" y="32493"/>
                  </a:cubicBezTo>
                  <a:cubicBezTo>
                    <a:pt x="8511" y="41074"/>
                    <a:pt x="9601" y="47517"/>
                    <a:pt x="11781" y="51821"/>
                  </a:cubicBezTo>
                  <a:cubicBezTo>
                    <a:pt x="13989" y="56098"/>
                    <a:pt x="17273" y="58236"/>
                    <a:pt x="21634" y="58236"/>
                  </a:cubicBezTo>
                  <a:cubicBezTo>
                    <a:pt x="26022" y="58236"/>
                    <a:pt x="29306" y="56098"/>
                    <a:pt x="31487" y="51821"/>
                  </a:cubicBezTo>
                  <a:cubicBezTo>
                    <a:pt x="33695" y="47517"/>
                    <a:pt x="34799" y="41074"/>
                    <a:pt x="34799" y="32493"/>
                  </a:cubicBezTo>
                  <a:cubicBezTo>
                    <a:pt x="34799" y="23884"/>
                    <a:pt x="33695" y="17442"/>
                    <a:pt x="31487" y="13165"/>
                  </a:cubicBezTo>
                  <a:cubicBezTo>
                    <a:pt x="29306" y="8860"/>
                    <a:pt x="26022" y="6708"/>
                    <a:pt x="21634" y="6708"/>
                  </a:cubicBezTo>
                  <a:moveTo>
                    <a:pt x="21634" y="0"/>
                  </a:moveTo>
                  <a:cubicBezTo>
                    <a:pt x="28649" y="0"/>
                    <a:pt x="34002" y="2781"/>
                    <a:pt x="37692" y="8343"/>
                  </a:cubicBezTo>
                  <a:cubicBezTo>
                    <a:pt x="41409" y="13878"/>
                    <a:pt x="43268" y="21928"/>
                    <a:pt x="43268" y="32493"/>
                  </a:cubicBezTo>
                  <a:cubicBezTo>
                    <a:pt x="43268" y="43030"/>
                    <a:pt x="41409" y="51081"/>
                    <a:pt x="37692" y="56643"/>
                  </a:cubicBezTo>
                  <a:cubicBezTo>
                    <a:pt x="34002" y="62177"/>
                    <a:pt x="28649" y="64944"/>
                    <a:pt x="21634" y="64944"/>
                  </a:cubicBezTo>
                  <a:cubicBezTo>
                    <a:pt x="14618" y="64944"/>
                    <a:pt x="9252" y="62177"/>
                    <a:pt x="5534" y="56643"/>
                  </a:cubicBezTo>
                  <a:cubicBezTo>
                    <a:pt x="1845" y="51081"/>
                    <a:pt x="0" y="43030"/>
                    <a:pt x="0" y="32493"/>
                  </a:cubicBezTo>
                  <a:cubicBezTo>
                    <a:pt x="0" y="21927"/>
                    <a:pt x="1845" y="13878"/>
                    <a:pt x="5534" y="8343"/>
                  </a:cubicBezTo>
                  <a:cubicBezTo>
                    <a:pt x="9252" y="2781"/>
                    <a:pt x="14618" y="0"/>
                    <a:pt x="21634" y="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7" name="Freeform 2896">
              <a:extLst>
                <a:ext uri="{FF2B5EF4-FFF2-40B4-BE49-F238E27FC236}">
                  <a16:creationId xmlns:a16="http://schemas.microsoft.com/office/drawing/2014/main" id="{02531044-1F22-8256-2D48-C5E81FE7490C}"/>
                </a:ext>
              </a:extLst>
            </p:cNvPr>
            <p:cNvSpPr/>
            <p:nvPr/>
          </p:nvSpPr>
          <p:spPr>
            <a:xfrm>
              <a:off x="808593" y="3684529"/>
              <a:ext cx="39747" cy="63729"/>
            </a:xfrm>
            <a:custGeom>
              <a:avLst/>
              <a:gdLst>
                <a:gd name="csX0" fmla="*/ 10189 w 39747"/>
                <a:gd name="csY0" fmla="*/ 56601 h 63729"/>
                <a:gd name="csX1" fmla="*/ 39747 w 39747"/>
                <a:gd name="csY1" fmla="*/ 56601 h 63729"/>
                <a:gd name="csX2" fmla="*/ 39747 w 39747"/>
                <a:gd name="csY2" fmla="*/ 63729 h 63729"/>
                <a:gd name="csX3" fmla="*/ 0 w 39747"/>
                <a:gd name="csY3" fmla="*/ 63729 h 63729"/>
                <a:gd name="csX4" fmla="*/ 0 w 39747"/>
                <a:gd name="csY4" fmla="*/ 56601 h 63729"/>
                <a:gd name="csX5" fmla="*/ 13123 w 39747"/>
                <a:gd name="csY5" fmla="*/ 43227 h 63729"/>
                <a:gd name="csX6" fmla="*/ 23605 w 39747"/>
                <a:gd name="csY6" fmla="*/ 32368 h 63729"/>
                <a:gd name="csX7" fmla="*/ 29265 w 39747"/>
                <a:gd name="csY7" fmla="*/ 24653 h 63729"/>
                <a:gd name="csX8" fmla="*/ 30900 w 39747"/>
                <a:gd name="csY8" fmla="*/ 18405 h 63729"/>
                <a:gd name="csX9" fmla="*/ 27378 w 39747"/>
                <a:gd name="csY9" fmla="*/ 10272 h 63729"/>
                <a:gd name="csX10" fmla="*/ 18280 w 39747"/>
                <a:gd name="csY10" fmla="*/ 7127 h 63729"/>
                <a:gd name="csX11" fmla="*/ 9853 w 39747"/>
                <a:gd name="csY11" fmla="*/ 8511 h 63729"/>
                <a:gd name="csX12" fmla="*/ 419 w 39747"/>
                <a:gd name="csY12" fmla="*/ 12704 h 63729"/>
                <a:gd name="csX13" fmla="*/ 419 w 39747"/>
                <a:gd name="csY13" fmla="*/ 4150 h 63729"/>
                <a:gd name="csX14" fmla="*/ 9978 w 39747"/>
                <a:gd name="csY14" fmla="*/ 1048 h 63729"/>
                <a:gd name="csX15" fmla="*/ 18112 w 39747"/>
                <a:gd name="csY15" fmla="*/ 0 h 63729"/>
                <a:gd name="csX16" fmla="*/ 33625 w 39747"/>
                <a:gd name="csY16" fmla="*/ 4863 h 63729"/>
                <a:gd name="csX17" fmla="*/ 39412 w 39747"/>
                <a:gd name="csY17" fmla="*/ 17861 h 63729"/>
                <a:gd name="csX18" fmla="*/ 37944 w 39747"/>
                <a:gd name="csY18" fmla="*/ 25198 h 63729"/>
                <a:gd name="csX19" fmla="*/ 32703 w 39747"/>
                <a:gd name="csY19" fmla="*/ 33331 h 63729"/>
                <a:gd name="csX20" fmla="*/ 26036 w 39747"/>
                <a:gd name="csY20" fmla="*/ 40375 h 63729"/>
                <a:gd name="csX21" fmla="*/ 10189 w 39747"/>
                <a:gd name="csY21" fmla="*/ 56601 h 63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9747" h="63729">
                  <a:moveTo>
                    <a:pt x="10189" y="56601"/>
                  </a:moveTo>
                  <a:lnTo>
                    <a:pt x="39747" y="56601"/>
                  </a:lnTo>
                  <a:lnTo>
                    <a:pt x="39747" y="63729"/>
                  </a:lnTo>
                  <a:lnTo>
                    <a:pt x="0" y="63729"/>
                  </a:lnTo>
                  <a:lnTo>
                    <a:pt x="0" y="56601"/>
                  </a:lnTo>
                  <a:cubicBezTo>
                    <a:pt x="3215" y="53275"/>
                    <a:pt x="7589" y="48816"/>
                    <a:pt x="13123" y="43227"/>
                  </a:cubicBezTo>
                  <a:cubicBezTo>
                    <a:pt x="18686" y="37608"/>
                    <a:pt x="22180" y="33988"/>
                    <a:pt x="23605" y="32368"/>
                  </a:cubicBezTo>
                  <a:cubicBezTo>
                    <a:pt x="26316" y="29320"/>
                    <a:pt x="28203" y="26749"/>
                    <a:pt x="29265" y="24653"/>
                  </a:cubicBezTo>
                  <a:cubicBezTo>
                    <a:pt x="30355" y="22528"/>
                    <a:pt x="30900" y="20446"/>
                    <a:pt x="30900" y="18405"/>
                  </a:cubicBezTo>
                  <a:cubicBezTo>
                    <a:pt x="30900" y="15080"/>
                    <a:pt x="29726" y="12369"/>
                    <a:pt x="27378" y="10272"/>
                  </a:cubicBezTo>
                  <a:cubicBezTo>
                    <a:pt x="25058" y="8175"/>
                    <a:pt x="22025" y="7127"/>
                    <a:pt x="18280" y="7127"/>
                  </a:cubicBezTo>
                  <a:cubicBezTo>
                    <a:pt x="15625" y="7127"/>
                    <a:pt x="12816" y="7588"/>
                    <a:pt x="9853" y="8511"/>
                  </a:cubicBezTo>
                  <a:cubicBezTo>
                    <a:pt x="6918" y="9433"/>
                    <a:pt x="3773" y="10831"/>
                    <a:pt x="419" y="12704"/>
                  </a:cubicBezTo>
                  <a:lnTo>
                    <a:pt x="419" y="4150"/>
                  </a:lnTo>
                  <a:cubicBezTo>
                    <a:pt x="3829" y="2781"/>
                    <a:pt x="7016" y="1747"/>
                    <a:pt x="9978" y="1048"/>
                  </a:cubicBezTo>
                  <a:cubicBezTo>
                    <a:pt x="12941" y="349"/>
                    <a:pt x="15653" y="0"/>
                    <a:pt x="18112" y="0"/>
                  </a:cubicBezTo>
                  <a:cubicBezTo>
                    <a:pt x="24597" y="0"/>
                    <a:pt x="29768" y="1621"/>
                    <a:pt x="33625" y="4863"/>
                  </a:cubicBezTo>
                  <a:cubicBezTo>
                    <a:pt x="37483" y="8106"/>
                    <a:pt x="39412" y="12438"/>
                    <a:pt x="39412" y="17861"/>
                  </a:cubicBezTo>
                  <a:cubicBezTo>
                    <a:pt x="39412" y="20432"/>
                    <a:pt x="38923" y="22878"/>
                    <a:pt x="37944" y="25198"/>
                  </a:cubicBezTo>
                  <a:cubicBezTo>
                    <a:pt x="36993" y="27490"/>
                    <a:pt x="35246" y="30201"/>
                    <a:pt x="32703" y="33331"/>
                  </a:cubicBezTo>
                  <a:cubicBezTo>
                    <a:pt x="32004" y="34142"/>
                    <a:pt x="29782" y="36490"/>
                    <a:pt x="26036" y="40375"/>
                  </a:cubicBezTo>
                  <a:cubicBezTo>
                    <a:pt x="22291" y="44232"/>
                    <a:pt x="17008" y="49641"/>
                    <a:pt x="10189" y="5660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8" name="Freeform 2897">
              <a:extLst>
                <a:ext uri="{FF2B5EF4-FFF2-40B4-BE49-F238E27FC236}">
                  <a16:creationId xmlns:a16="http://schemas.microsoft.com/office/drawing/2014/main" id="{262993B2-97CA-B168-C948-F4D65A4B3F4A}"/>
                </a:ext>
              </a:extLst>
            </p:cNvPr>
            <p:cNvSpPr/>
            <p:nvPr/>
          </p:nvSpPr>
          <p:spPr>
            <a:xfrm>
              <a:off x="863558" y="3685661"/>
              <a:ext cx="40501" cy="63811"/>
            </a:xfrm>
            <a:custGeom>
              <a:avLst/>
              <a:gdLst>
                <a:gd name="csX0" fmla="*/ 2641 w 40501"/>
                <a:gd name="csY0" fmla="*/ 0 h 63811"/>
                <a:gd name="csX1" fmla="*/ 35890 w 40501"/>
                <a:gd name="csY1" fmla="*/ 0 h 63811"/>
                <a:gd name="csX2" fmla="*/ 35890 w 40501"/>
                <a:gd name="csY2" fmla="*/ 7127 h 63811"/>
                <a:gd name="csX3" fmla="*/ 10399 w 40501"/>
                <a:gd name="csY3" fmla="*/ 7127 h 63811"/>
                <a:gd name="csX4" fmla="*/ 10399 w 40501"/>
                <a:gd name="csY4" fmla="*/ 22472 h 63811"/>
                <a:gd name="csX5" fmla="*/ 14087 w 40501"/>
                <a:gd name="csY5" fmla="*/ 21550 h 63811"/>
                <a:gd name="csX6" fmla="*/ 17777 w 40501"/>
                <a:gd name="csY6" fmla="*/ 21214 h 63811"/>
                <a:gd name="csX7" fmla="*/ 34381 w 40501"/>
                <a:gd name="csY7" fmla="*/ 26959 h 63811"/>
                <a:gd name="csX8" fmla="*/ 40502 w 40501"/>
                <a:gd name="csY8" fmla="*/ 42514 h 63811"/>
                <a:gd name="csX9" fmla="*/ 34213 w 40501"/>
                <a:gd name="csY9" fmla="*/ 58236 h 63811"/>
                <a:gd name="csX10" fmla="*/ 16477 w 40501"/>
                <a:gd name="csY10" fmla="*/ 63812 h 63811"/>
                <a:gd name="csX11" fmla="*/ 8428 w 40501"/>
                <a:gd name="csY11" fmla="*/ 63141 h 63811"/>
                <a:gd name="csX12" fmla="*/ 0 w 40501"/>
                <a:gd name="csY12" fmla="*/ 61129 h 63811"/>
                <a:gd name="csX13" fmla="*/ 0 w 40501"/>
                <a:gd name="csY13" fmla="*/ 52617 h 63811"/>
                <a:gd name="csX14" fmla="*/ 7799 w 40501"/>
                <a:gd name="csY14" fmla="*/ 55679 h 63811"/>
                <a:gd name="csX15" fmla="*/ 16310 w 40501"/>
                <a:gd name="csY15" fmla="*/ 56685 h 63811"/>
                <a:gd name="csX16" fmla="*/ 27798 w 40501"/>
                <a:gd name="csY16" fmla="*/ 52869 h 63811"/>
                <a:gd name="csX17" fmla="*/ 32032 w 40501"/>
                <a:gd name="csY17" fmla="*/ 42514 h 63811"/>
                <a:gd name="csX18" fmla="*/ 27798 w 40501"/>
                <a:gd name="csY18" fmla="*/ 32157 h 63811"/>
                <a:gd name="csX19" fmla="*/ 16310 w 40501"/>
                <a:gd name="csY19" fmla="*/ 28342 h 63811"/>
                <a:gd name="csX20" fmla="*/ 9518 w 40501"/>
                <a:gd name="csY20" fmla="*/ 29097 h 63811"/>
                <a:gd name="csX21" fmla="*/ 2641 w 40501"/>
                <a:gd name="csY21" fmla="*/ 31444 h 63811"/>
                <a:gd name="csX22" fmla="*/ 2641 w 40501"/>
                <a:gd name="csY22" fmla="*/ 0 h 63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0501" h="63811">
                  <a:moveTo>
                    <a:pt x="2641" y="0"/>
                  </a:moveTo>
                  <a:lnTo>
                    <a:pt x="35890" y="0"/>
                  </a:lnTo>
                  <a:lnTo>
                    <a:pt x="35890" y="7127"/>
                  </a:lnTo>
                  <a:lnTo>
                    <a:pt x="10399" y="7127"/>
                  </a:lnTo>
                  <a:lnTo>
                    <a:pt x="10399" y="22472"/>
                  </a:lnTo>
                  <a:cubicBezTo>
                    <a:pt x="11628" y="22053"/>
                    <a:pt x="12858" y="21746"/>
                    <a:pt x="14087" y="21550"/>
                  </a:cubicBezTo>
                  <a:cubicBezTo>
                    <a:pt x="15318" y="21326"/>
                    <a:pt x="16548" y="21214"/>
                    <a:pt x="17777" y="21214"/>
                  </a:cubicBezTo>
                  <a:cubicBezTo>
                    <a:pt x="24765" y="21214"/>
                    <a:pt x="30299" y="23129"/>
                    <a:pt x="34381" y="26959"/>
                  </a:cubicBezTo>
                  <a:cubicBezTo>
                    <a:pt x="38461" y="30788"/>
                    <a:pt x="40502" y="35973"/>
                    <a:pt x="40502" y="42514"/>
                  </a:cubicBezTo>
                  <a:cubicBezTo>
                    <a:pt x="40502" y="49249"/>
                    <a:pt x="38405" y="54490"/>
                    <a:pt x="34213" y="58236"/>
                  </a:cubicBezTo>
                  <a:cubicBezTo>
                    <a:pt x="30020" y="61953"/>
                    <a:pt x="24108" y="63812"/>
                    <a:pt x="16477" y="63812"/>
                  </a:cubicBezTo>
                  <a:cubicBezTo>
                    <a:pt x="13850" y="63812"/>
                    <a:pt x="11167" y="63588"/>
                    <a:pt x="8428" y="63141"/>
                  </a:cubicBezTo>
                  <a:cubicBezTo>
                    <a:pt x="5716" y="62694"/>
                    <a:pt x="2907" y="62023"/>
                    <a:pt x="0" y="61129"/>
                  </a:cubicBezTo>
                  <a:lnTo>
                    <a:pt x="0" y="52617"/>
                  </a:lnTo>
                  <a:cubicBezTo>
                    <a:pt x="2516" y="53987"/>
                    <a:pt x="5115" y="55007"/>
                    <a:pt x="7799" y="55679"/>
                  </a:cubicBezTo>
                  <a:cubicBezTo>
                    <a:pt x="10482" y="56350"/>
                    <a:pt x="13319" y="56685"/>
                    <a:pt x="16310" y="56685"/>
                  </a:cubicBezTo>
                  <a:cubicBezTo>
                    <a:pt x="21145" y="56685"/>
                    <a:pt x="24975" y="55413"/>
                    <a:pt x="27798" y="52869"/>
                  </a:cubicBezTo>
                  <a:cubicBezTo>
                    <a:pt x="30621" y="50325"/>
                    <a:pt x="32032" y="46874"/>
                    <a:pt x="32032" y="42514"/>
                  </a:cubicBezTo>
                  <a:cubicBezTo>
                    <a:pt x="32032" y="38153"/>
                    <a:pt x="30621" y="34701"/>
                    <a:pt x="27798" y="32157"/>
                  </a:cubicBezTo>
                  <a:cubicBezTo>
                    <a:pt x="24975" y="29614"/>
                    <a:pt x="21145" y="28342"/>
                    <a:pt x="16310" y="28342"/>
                  </a:cubicBezTo>
                  <a:cubicBezTo>
                    <a:pt x="14046" y="28342"/>
                    <a:pt x="11782" y="28594"/>
                    <a:pt x="9518" y="29097"/>
                  </a:cubicBezTo>
                  <a:cubicBezTo>
                    <a:pt x="7282" y="29600"/>
                    <a:pt x="4989" y="30382"/>
                    <a:pt x="2641" y="31444"/>
                  </a:cubicBezTo>
                  <a:lnTo>
                    <a:pt x="2641" y="0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63" name="Group 3062">
            <a:extLst>
              <a:ext uri="{FF2B5EF4-FFF2-40B4-BE49-F238E27FC236}">
                <a16:creationId xmlns:a16="http://schemas.microsoft.com/office/drawing/2014/main" id="{D948BBC8-85CC-4E9F-4904-422CEDBED15F}"/>
              </a:ext>
            </a:extLst>
          </p:cNvPr>
          <p:cNvGrpSpPr/>
          <p:nvPr/>
        </p:nvGrpSpPr>
        <p:grpSpPr>
          <a:xfrm>
            <a:off x="915540" y="4745723"/>
            <a:ext cx="2195189" cy="148666"/>
            <a:chOff x="915540" y="4745723"/>
            <a:chExt cx="2195189" cy="148666"/>
          </a:xfrm>
        </p:grpSpPr>
        <p:sp>
          <p:nvSpPr>
            <p:cNvPr id="2903" name="Freeform 2902">
              <a:extLst>
                <a:ext uri="{FF2B5EF4-FFF2-40B4-BE49-F238E27FC236}">
                  <a16:creationId xmlns:a16="http://schemas.microsoft.com/office/drawing/2014/main" id="{114ED574-075F-3DB5-E9A0-8B26A3B470DE}"/>
                </a:ext>
              </a:extLst>
            </p:cNvPr>
            <p:cNvSpPr/>
            <p:nvPr/>
          </p:nvSpPr>
          <p:spPr>
            <a:xfrm>
              <a:off x="915540" y="4892983"/>
              <a:ext cx="49890" cy="331"/>
            </a:xfrm>
            <a:custGeom>
              <a:avLst/>
              <a:gdLst>
                <a:gd name="csX0" fmla="*/ 0 w 49890"/>
                <a:gd name="csY0" fmla="*/ 0 h 331"/>
                <a:gd name="csX1" fmla="*/ 0 w 49890"/>
                <a:gd name="csY1" fmla="*/ 331 h 331"/>
                <a:gd name="csX2" fmla="*/ 49890 w 49890"/>
                <a:gd name="csY2" fmla="*/ 331 h 331"/>
                <a:gd name="csX3" fmla="*/ 49890 w 49890"/>
                <a:gd name="csY3" fmla="*/ 0 h 331"/>
                <a:gd name="csX4" fmla="*/ 0 w 49890"/>
                <a:gd name="csY4" fmla="*/ 0 h 331"/>
                <a:gd name="csX5" fmla="*/ 0 w 49890"/>
                <a:gd name="csY5" fmla="*/ 0 h 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331">
                  <a:moveTo>
                    <a:pt x="0" y="0"/>
                  </a:moveTo>
                  <a:lnTo>
                    <a:pt x="0" y="331"/>
                  </a:lnTo>
                  <a:lnTo>
                    <a:pt x="49890" y="331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4" name="Freeform 2903">
              <a:extLst>
                <a:ext uri="{FF2B5EF4-FFF2-40B4-BE49-F238E27FC236}">
                  <a16:creationId xmlns:a16="http://schemas.microsoft.com/office/drawing/2014/main" id="{AD5BDABD-D3CB-9236-46CB-4E58A2520F11}"/>
                </a:ext>
              </a:extLst>
            </p:cNvPr>
            <p:cNvSpPr/>
            <p:nvPr/>
          </p:nvSpPr>
          <p:spPr>
            <a:xfrm>
              <a:off x="915540" y="4892983"/>
              <a:ext cx="49890" cy="331"/>
            </a:xfrm>
            <a:custGeom>
              <a:avLst/>
              <a:gdLst>
                <a:gd name="csX0" fmla="*/ 0 w 49890"/>
                <a:gd name="csY0" fmla="*/ 0 h 331"/>
                <a:gd name="csX1" fmla="*/ 0 w 49890"/>
                <a:gd name="csY1" fmla="*/ 331 h 331"/>
                <a:gd name="csX2" fmla="*/ 49890 w 49890"/>
                <a:gd name="csY2" fmla="*/ 331 h 331"/>
                <a:gd name="csX3" fmla="*/ 49890 w 49890"/>
                <a:gd name="csY3" fmla="*/ 0 h 331"/>
                <a:gd name="csX4" fmla="*/ 0 w 49890"/>
                <a:gd name="csY4" fmla="*/ 0 h 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331">
                  <a:moveTo>
                    <a:pt x="0" y="0"/>
                  </a:moveTo>
                  <a:lnTo>
                    <a:pt x="0" y="331"/>
                  </a:lnTo>
                  <a:lnTo>
                    <a:pt x="49890" y="331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5" name="Freeform 2904">
              <a:extLst>
                <a:ext uri="{FF2B5EF4-FFF2-40B4-BE49-F238E27FC236}">
                  <a16:creationId xmlns:a16="http://schemas.microsoft.com/office/drawing/2014/main" id="{61AFAB7C-D7A0-C885-A60B-6E78359F47DA}"/>
                </a:ext>
              </a:extLst>
            </p:cNvPr>
            <p:cNvSpPr/>
            <p:nvPr/>
          </p:nvSpPr>
          <p:spPr>
            <a:xfrm>
              <a:off x="965430" y="4892320"/>
              <a:ext cx="49891" cy="993"/>
            </a:xfrm>
            <a:custGeom>
              <a:avLst/>
              <a:gdLst>
                <a:gd name="csX0" fmla="*/ 0 w 49891"/>
                <a:gd name="csY0" fmla="*/ 0 h 993"/>
                <a:gd name="csX1" fmla="*/ 0 w 49891"/>
                <a:gd name="csY1" fmla="*/ 994 h 993"/>
                <a:gd name="csX2" fmla="*/ 49891 w 49891"/>
                <a:gd name="csY2" fmla="*/ 994 h 993"/>
                <a:gd name="csX3" fmla="*/ 49891 w 49891"/>
                <a:gd name="csY3" fmla="*/ 0 h 993"/>
                <a:gd name="csX4" fmla="*/ 0 w 49891"/>
                <a:gd name="csY4" fmla="*/ 0 h 993"/>
                <a:gd name="csX5" fmla="*/ 0 w 49891"/>
                <a:gd name="csY5" fmla="*/ 0 h 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993">
                  <a:moveTo>
                    <a:pt x="0" y="0"/>
                  </a:moveTo>
                  <a:lnTo>
                    <a:pt x="0" y="994"/>
                  </a:lnTo>
                  <a:lnTo>
                    <a:pt x="49891" y="994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6" name="Freeform 2905">
              <a:extLst>
                <a:ext uri="{FF2B5EF4-FFF2-40B4-BE49-F238E27FC236}">
                  <a16:creationId xmlns:a16="http://schemas.microsoft.com/office/drawing/2014/main" id="{F8B48CB1-09E2-D307-342F-A89644BAA7F8}"/>
                </a:ext>
              </a:extLst>
            </p:cNvPr>
            <p:cNvSpPr/>
            <p:nvPr/>
          </p:nvSpPr>
          <p:spPr>
            <a:xfrm>
              <a:off x="965430" y="4892320"/>
              <a:ext cx="49891" cy="993"/>
            </a:xfrm>
            <a:custGeom>
              <a:avLst/>
              <a:gdLst>
                <a:gd name="csX0" fmla="*/ 0 w 49891"/>
                <a:gd name="csY0" fmla="*/ 0 h 993"/>
                <a:gd name="csX1" fmla="*/ 0 w 49891"/>
                <a:gd name="csY1" fmla="*/ 994 h 993"/>
                <a:gd name="csX2" fmla="*/ 49891 w 49891"/>
                <a:gd name="csY2" fmla="*/ 994 h 993"/>
                <a:gd name="csX3" fmla="*/ 49891 w 49891"/>
                <a:gd name="csY3" fmla="*/ 0 h 993"/>
                <a:gd name="csX4" fmla="*/ 0 w 49891"/>
                <a:gd name="csY4" fmla="*/ 0 h 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993">
                  <a:moveTo>
                    <a:pt x="0" y="0"/>
                  </a:moveTo>
                  <a:lnTo>
                    <a:pt x="0" y="994"/>
                  </a:lnTo>
                  <a:lnTo>
                    <a:pt x="49891" y="994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7" name="Freeform 2906">
              <a:extLst>
                <a:ext uri="{FF2B5EF4-FFF2-40B4-BE49-F238E27FC236}">
                  <a16:creationId xmlns:a16="http://schemas.microsoft.com/office/drawing/2014/main" id="{451AB4BD-AF8B-C541-A8D4-428487022CF4}"/>
                </a:ext>
              </a:extLst>
            </p:cNvPr>
            <p:cNvSpPr/>
            <p:nvPr/>
          </p:nvSpPr>
          <p:spPr>
            <a:xfrm>
              <a:off x="1015321" y="4891948"/>
              <a:ext cx="49890" cy="1366"/>
            </a:xfrm>
            <a:custGeom>
              <a:avLst/>
              <a:gdLst>
                <a:gd name="csX0" fmla="*/ 0 w 49890"/>
                <a:gd name="csY0" fmla="*/ 0 h 1366"/>
                <a:gd name="csX1" fmla="*/ 0 w 49890"/>
                <a:gd name="csY1" fmla="*/ 1366 h 1366"/>
                <a:gd name="csX2" fmla="*/ 49890 w 49890"/>
                <a:gd name="csY2" fmla="*/ 1366 h 1366"/>
                <a:gd name="csX3" fmla="*/ 49890 w 49890"/>
                <a:gd name="csY3" fmla="*/ 0 h 1366"/>
                <a:gd name="csX4" fmla="*/ 0 w 49890"/>
                <a:gd name="csY4" fmla="*/ 0 h 1366"/>
                <a:gd name="csX5" fmla="*/ 0 w 49890"/>
                <a:gd name="csY5" fmla="*/ 0 h 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1366">
                  <a:moveTo>
                    <a:pt x="0" y="0"/>
                  </a:moveTo>
                  <a:lnTo>
                    <a:pt x="0" y="1366"/>
                  </a:lnTo>
                  <a:lnTo>
                    <a:pt x="49890" y="1366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8" name="Freeform 2907">
              <a:extLst>
                <a:ext uri="{FF2B5EF4-FFF2-40B4-BE49-F238E27FC236}">
                  <a16:creationId xmlns:a16="http://schemas.microsoft.com/office/drawing/2014/main" id="{7EB8DBDF-E129-41F0-6E11-E10DF61EAA36}"/>
                </a:ext>
              </a:extLst>
            </p:cNvPr>
            <p:cNvSpPr/>
            <p:nvPr/>
          </p:nvSpPr>
          <p:spPr>
            <a:xfrm>
              <a:off x="1015321" y="4891948"/>
              <a:ext cx="49890" cy="1366"/>
            </a:xfrm>
            <a:custGeom>
              <a:avLst/>
              <a:gdLst>
                <a:gd name="csX0" fmla="*/ 0 w 49890"/>
                <a:gd name="csY0" fmla="*/ 0 h 1366"/>
                <a:gd name="csX1" fmla="*/ 0 w 49890"/>
                <a:gd name="csY1" fmla="*/ 1366 h 1366"/>
                <a:gd name="csX2" fmla="*/ 49890 w 49890"/>
                <a:gd name="csY2" fmla="*/ 1366 h 1366"/>
                <a:gd name="csX3" fmla="*/ 49890 w 49890"/>
                <a:gd name="csY3" fmla="*/ 0 h 1366"/>
                <a:gd name="csX4" fmla="*/ 0 w 49890"/>
                <a:gd name="csY4" fmla="*/ 0 h 1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1366">
                  <a:moveTo>
                    <a:pt x="0" y="0"/>
                  </a:moveTo>
                  <a:lnTo>
                    <a:pt x="0" y="1366"/>
                  </a:lnTo>
                  <a:lnTo>
                    <a:pt x="49890" y="1366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9" name="Freeform 2908">
              <a:extLst>
                <a:ext uri="{FF2B5EF4-FFF2-40B4-BE49-F238E27FC236}">
                  <a16:creationId xmlns:a16="http://schemas.microsoft.com/office/drawing/2014/main" id="{731C4D22-18E1-3ED4-A46E-8E4633430DB4}"/>
                </a:ext>
              </a:extLst>
            </p:cNvPr>
            <p:cNvSpPr/>
            <p:nvPr/>
          </p:nvSpPr>
          <p:spPr>
            <a:xfrm>
              <a:off x="1065211" y="4891140"/>
              <a:ext cx="49891" cy="2173"/>
            </a:xfrm>
            <a:custGeom>
              <a:avLst/>
              <a:gdLst>
                <a:gd name="csX0" fmla="*/ 0 w 49891"/>
                <a:gd name="csY0" fmla="*/ 0 h 2173"/>
                <a:gd name="csX1" fmla="*/ 0 w 49891"/>
                <a:gd name="csY1" fmla="*/ 2173 h 2173"/>
                <a:gd name="csX2" fmla="*/ 49891 w 49891"/>
                <a:gd name="csY2" fmla="*/ 2173 h 2173"/>
                <a:gd name="csX3" fmla="*/ 49891 w 49891"/>
                <a:gd name="csY3" fmla="*/ 0 h 2173"/>
                <a:gd name="csX4" fmla="*/ 0 w 49891"/>
                <a:gd name="csY4" fmla="*/ 0 h 2173"/>
                <a:gd name="csX5" fmla="*/ 0 w 49891"/>
                <a:gd name="csY5" fmla="*/ 0 h 2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2173">
                  <a:moveTo>
                    <a:pt x="0" y="0"/>
                  </a:moveTo>
                  <a:lnTo>
                    <a:pt x="0" y="2173"/>
                  </a:lnTo>
                  <a:lnTo>
                    <a:pt x="49891" y="2173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0" name="Freeform 2909">
              <a:extLst>
                <a:ext uri="{FF2B5EF4-FFF2-40B4-BE49-F238E27FC236}">
                  <a16:creationId xmlns:a16="http://schemas.microsoft.com/office/drawing/2014/main" id="{E7EA3FBD-446C-AD7A-EDE6-563675DBB0D2}"/>
                </a:ext>
              </a:extLst>
            </p:cNvPr>
            <p:cNvSpPr/>
            <p:nvPr/>
          </p:nvSpPr>
          <p:spPr>
            <a:xfrm>
              <a:off x="1065211" y="4891140"/>
              <a:ext cx="49891" cy="2173"/>
            </a:xfrm>
            <a:custGeom>
              <a:avLst/>
              <a:gdLst>
                <a:gd name="csX0" fmla="*/ 0 w 49891"/>
                <a:gd name="csY0" fmla="*/ 0 h 2173"/>
                <a:gd name="csX1" fmla="*/ 0 w 49891"/>
                <a:gd name="csY1" fmla="*/ 2173 h 2173"/>
                <a:gd name="csX2" fmla="*/ 49891 w 49891"/>
                <a:gd name="csY2" fmla="*/ 2173 h 2173"/>
                <a:gd name="csX3" fmla="*/ 49891 w 49891"/>
                <a:gd name="csY3" fmla="*/ 0 h 2173"/>
                <a:gd name="csX4" fmla="*/ 0 w 49891"/>
                <a:gd name="csY4" fmla="*/ 0 h 2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2173">
                  <a:moveTo>
                    <a:pt x="0" y="0"/>
                  </a:moveTo>
                  <a:lnTo>
                    <a:pt x="0" y="2173"/>
                  </a:lnTo>
                  <a:lnTo>
                    <a:pt x="49891" y="2173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1" name="Freeform 2910">
              <a:extLst>
                <a:ext uri="{FF2B5EF4-FFF2-40B4-BE49-F238E27FC236}">
                  <a16:creationId xmlns:a16="http://schemas.microsoft.com/office/drawing/2014/main" id="{34145C4F-8F91-E4A5-EF2E-B223E2340C98}"/>
                </a:ext>
              </a:extLst>
            </p:cNvPr>
            <p:cNvSpPr/>
            <p:nvPr/>
          </p:nvSpPr>
          <p:spPr>
            <a:xfrm>
              <a:off x="1115102" y="4890913"/>
              <a:ext cx="49890" cy="2401"/>
            </a:xfrm>
            <a:custGeom>
              <a:avLst/>
              <a:gdLst>
                <a:gd name="csX0" fmla="*/ 0 w 49890"/>
                <a:gd name="csY0" fmla="*/ 0 h 2401"/>
                <a:gd name="csX1" fmla="*/ 0 w 49890"/>
                <a:gd name="csY1" fmla="*/ 2401 h 2401"/>
                <a:gd name="csX2" fmla="*/ 49890 w 49890"/>
                <a:gd name="csY2" fmla="*/ 2401 h 2401"/>
                <a:gd name="csX3" fmla="*/ 49890 w 49890"/>
                <a:gd name="csY3" fmla="*/ 0 h 2401"/>
                <a:gd name="csX4" fmla="*/ 0 w 49890"/>
                <a:gd name="csY4" fmla="*/ 0 h 2401"/>
                <a:gd name="csX5" fmla="*/ 0 w 49890"/>
                <a:gd name="csY5" fmla="*/ 0 h 2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2401">
                  <a:moveTo>
                    <a:pt x="0" y="0"/>
                  </a:moveTo>
                  <a:lnTo>
                    <a:pt x="0" y="2401"/>
                  </a:lnTo>
                  <a:lnTo>
                    <a:pt x="49890" y="2401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2" name="Freeform 2911">
              <a:extLst>
                <a:ext uri="{FF2B5EF4-FFF2-40B4-BE49-F238E27FC236}">
                  <a16:creationId xmlns:a16="http://schemas.microsoft.com/office/drawing/2014/main" id="{6228C4D7-9BFF-8299-7767-EB660866B3F9}"/>
                </a:ext>
              </a:extLst>
            </p:cNvPr>
            <p:cNvSpPr/>
            <p:nvPr/>
          </p:nvSpPr>
          <p:spPr>
            <a:xfrm>
              <a:off x="1115102" y="4890913"/>
              <a:ext cx="49890" cy="2401"/>
            </a:xfrm>
            <a:custGeom>
              <a:avLst/>
              <a:gdLst>
                <a:gd name="csX0" fmla="*/ 0 w 49890"/>
                <a:gd name="csY0" fmla="*/ 0 h 2401"/>
                <a:gd name="csX1" fmla="*/ 0 w 49890"/>
                <a:gd name="csY1" fmla="*/ 2401 h 2401"/>
                <a:gd name="csX2" fmla="*/ 49890 w 49890"/>
                <a:gd name="csY2" fmla="*/ 2401 h 2401"/>
                <a:gd name="csX3" fmla="*/ 49890 w 49890"/>
                <a:gd name="csY3" fmla="*/ 0 h 2401"/>
                <a:gd name="csX4" fmla="*/ 0 w 49890"/>
                <a:gd name="csY4" fmla="*/ 0 h 2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2401">
                  <a:moveTo>
                    <a:pt x="0" y="0"/>
                  </a:moveTo>
                  <a:lnTo>
                    <a:pt x="0" y="2401"/>
                  </a:lnTo>
                  <a:lnTo>
                    <a:pt x="49890" y="2401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3" name="Freeform 2912">
              <a:extLst>
                <a:ext uri="{FF2B5EF4-FFF2-40B4-BE49-F238E27FC236}">
                  <a16:creationId xmlns:a16="http://schemas.microsoft.com/office/drawing/2014/main" id="{027BFBCF-9302-4BCB-53BF-5026D609F0F2}"/>
                </a:ext>
              </a:extLst>
            </p:cNvPr>
            <p:cNvSpPr/>
            <p:nvPr/>
          </p:nvSpPr>
          <p:spPr>
            <a:xfrm>
              <a:off x="1164993" y="4889681"/>
              <a:ext cx="49891" cy="3632"/>
            </a:xfrm>
            <a:custGeom>
              <a:avLst/>
              <a:gdLst>
                <a:gd name="csX0" fmla="*/ 0 w 49891"/>
                <a:gd name="csY0" fmla="*/ 0 h 3632"/>
                <a:gd name="csX1" fmla="*/ 0 w 49891"/>
                <a:gd name="csY1" fmla="*/ 3633 h 3632"/>
                <a:gd name="csX2" fmla="*/ 49891 w 49891"/>
                <a:gd name="csY2" fmla="*/ 3633 h 3632"/>
                <a:gd name="csX3" fmla="*/ 49891 w 49891"/>
                <a:gd name="csY3" fmla="*/ 0 h 3632"/>
                <a:gd name="csX4" fmla="*/ 0 w 49891"/>
                <a:gd name="csY4" fmla="*/ 0 h 3632"/>
                <a:gd name="csX5" fmla="*/ 0 w 49891"/>
                <a:gd name="csY5" fmla="*/ 0 h 3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3632">
                  <a:moveTo>
                    <a:pt x="0" y="0"/>
                  </a:moveTo>
                  <a:lnTo>
                    <a:pt x="0" y="3633"/>
                  </a:lnTo>
                  <a:lnTo>
                    <a:pt x="49891" y="3633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4" name="Freeform 2913">
              <a:extLst>
                <a:ext uri="{FF2B5EF4-FFF2-40B4-BE49-F238E27FC236}">
                  <a16:creationId xmlns:a16="http://schemas.microsoft.com/office/drawing/2014/main" id="{BFB3B01D-A84B-5111-9552-055D4C4957F9}"/>
                </a:ext>
              </a:extLst>
            </p:cNvPr>
            <p:cNvSpPr/>
            <p:nvPr/>
          </p:nvSpPr>
          <p:spPr>
            <a:xfrm>
              <a:off x="1164993" y="4889681"/>
              <a:ext cx="49891" cy="3632"/>
            </a:xfrm>
            <a:custGeom>
              <a:avLst/>
              <a:gdLst>
                <a:gd name="csX0" fmla="*/ 0 w 49891"/>
                <a:gd name="csY0" fmla="*/ 0 h 3632"/>
                <a:gd name="csX1" fmla="*/ 0 w 49891"/>
                <a:gd name="csY1" fmla="*/ 3633 h 3632"/>
                <a:gd name="csX2" fmla="*/ 49891 w 49891"/>
                <a:gd name="csY2" fmla="*/ 3633 h 3632"/>
                <a:gd name="csX3" fmla="*/ 49891 w 49891"/>
                <a:gd name="csY3" fmla="*/ 0 h 3632"/>
                <a:gd name="csX4" fmla="*/ 0 w 49891"/>
                <a:gd name="csY4" fmla="*/ 0 h 3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3632">
                  <a:moveTo>
                    <a:pt x="0" y="0"/>
                  </a:moveTo>
                  <a:lnTo>
                    <a:pt x="0" y="3633"/>
                  </a:lnTo>
                  <a:lnTo>
                    <a:pt x="49891" y="3633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5" name="Freeform 2914">
              <a:extLst>
                <a:ext uri="{FF2B5EF4-FFF2-40B4-BE49-F238E27FC236}">
                  <a16:creationId xmlns:a16="http://schemas.microsoft.com/office/drawing/2014/main" id="{DC360332-4436-9423-E903-BB085F41B756}"/>
                </a:ext>
              </a:extLst>
            </p:cNvPr>
            <p:cNvSpPr/>
            <p:nvPr/>
          </p:nvSpPr>
          <p:spPr>
            <a:xfrm>
              <a:off x="1214884" y="4888128"/>
              <a:ext cx="49890" cy="5185"/>
            </a:xfrm>
            <a:custGeom>
              <a:avLst/>
              <a:gdLst>
                <a:gd name="csX0" fmla="*/ 0 w 49890"/>
                <a:gd name="csY0" fmla="*/ 0 h 5185"/>
                <a:gd name="csX1" fmla="*/ 0 w 49890"/>
                <a:gd name="csY1" fmla="*/ 5185 h 5185"/>
                <a:gd name="csX2" fmla="*/ 49890 w 49890"/>
                <a:gd name="csY2" fmla="*/ 5185 h 5185"/>
                <a:gd name="csX3" fmla="*/ 49890 w 49890"/>
                <a:gd name="csY3" fmla="*/ 0 h 5185"/>
                <a:gd name="csX4" fmla="*/ 0 w 49890"/>
                <a:gd name="csY4" fmla="*/ 0 h 5185"/>
                <a:gd name="csX5" fmla="*/ 0 w 49890"/>
                <a:gd name="csY5" fmla="*/ 0 h 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5185">
                  <a:moveTo>
                    <a:pt x="0" y="0"/>
                  </a:moveTo>
                  <a:lnTo>
                    <a:pt x="0" y="5185"/>
                  </a:lnTo>
                  <a:lnTo>
                    <a:pt x="49890" y="5185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6" name="Freeform 2915">
              <a:extLst>
                <a:ext uri="{FF2B5EF4-FFF2-40B4-BE49-F238E27FC236}">
                  <a16:creationId xmlns:a16="http://schemas.microsoft.com/office/drawing/2014/main" id="{8B1EEE72-2857-7580-3569-63F79F6C5B50}"/>
                </a:ext>
              </a:extLst>
            </p:cNvPr>
            <p:cNvSpPr/>
            <p:nvPr/>
          </p:nvSpPr>
          <p:spPr>
            <a:xfrm>
              <a:off x="1214884" y="4888128"/>
              <a:ext cx="49890" cy="5185"/>
            </a:xfrm>
            <a:custGeom>
              <a:avLst/>
              <a:gdLst>
                <a:gd name="csX0" fmla="*/ 0 w 49890"/>
                <a:gd name="csY0" fmla="*/ 0 h 5185"/>
                <a:gd name="csX1" fmla="*/ 0 w 49890"/>
                <a:gd name="csY1" fmla="*/ 5185 h 5185"/>
                <a:gd name="csX2" fmla="*/ 49890 w 49890"/>
                <a:gd name="csY2" fmla="*/ 5185 h 5185"/>
                <a:gd name="csX3" fmla="*/ 49890 w 49890"/>
                <a:gd name="csY3" fmla="*/ 0 h 5185"/>
                <a:gd name="csX4" fmla="*/ 0 w 49890"/>
                <a:gd name="csY4" fmla="*/ 0 h 5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5185">
                  <a:moveTo>
                    <a:pt x="0" y="0"/>
                  </a:moveTo>
                  <a:lnTo>
                    <a:pt x="0" y="5185"/>
                  </a:lnTo>
                  <a:lnTo>
                    <a:pt x="49890" y="5185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7" name="Freeform 2916">
              <a:extLst>
                <a:ext uri="{FF2B5EF4-FFF2-40B4-BE49-F238E27FC236}">
                  <a16:creationId xmlns:a16="http://schemas.microsoft.com/office/drawing/2014/main" id="{63D9A5EF-5900-BCC7-BE97-E3F291B6D737}"/>
                </a:ext>
              </a:extLst>
            </p:cNvPr>
            <p:cNvSpPr/>
            <p:nvPr/>
          </p:nvSpPr>
          <p:spPr>
            <a:xfrm>
              <a:off x="1264774" y="4887114"/>
              <a:ext cx="49891" cy="6199"/>
            </a:xfrm>
            <a:custGeom>
              <a:avLst/>
              <a:gdLst>
                <a:gd name="csX0" fmla="*/ 0 w 49891"/>
                <a:gd name="csY0" fmla="*/ 0 h 6199"/>
                <a:gd name="csX1" fmla="*/ 0 w 49891"/>
                <a:gd name="csY1" fmla="*/ 6200 h 6199"/>
                <a:gd name="csX2" fmla="*/ 49891 w 49891"/>
                <a:gd name="csY2" fmla="*/ 6200 h 6199"/>
                <a:gd name="csX3" fmla="*/ 49891 w 49891"/>
                <a:gd name="csY3" fmla="*/ 0 h 6199"/>
                <a:gd name="csX4" fmla="*/ 0 w 49891"/>
                <a:gd name="csY4" fmla="*/ 0 h 6199"/>
                <a:gd name="csX5" fmla="*/ 0 w 49891"/>
                <a:gd name="csY5" fmla="*/ 0 h 6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6199">
                  <a:moveTo>
                    <a:pt x="0" y="0"/>
                  </a:moveTo>
                  <a:lnTo>
                    <a:pt x="0" y="6200"/>
                  </a:lnTo>
                  <a:lnTo>
                    <a:pt x="49891" y="6200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8" name="Freeform 2917">
              <a:extLst>
                <a:ext uri="{FF2B5EF4-FFF2-40B4-BE49-F238E27FC236}">
                  <a16:creationId xmlns:a16="http://schemas.microsoft.com/office/drawing/2014/main" id="{AA470A5D-1B38-815D-B6E2-A34C45D5F1E5}"/>
                </a:ext>
              </a:extLst>
            </p:cNvPr>
            <p:cNvSpPr/>
            <p:nvPr/>
          </p:nvSpPr>
          <p:spPr>
            <a:xfrm>
              <a:off x="1264774" y="4887114"/>
              <a:ext cx="49891" cy="6199"/>
            </a:xfrm>
            <a:custGeom>
              <a:avLst/>
              <a:gdLst>
                <a:gd name="csX0" fmla="*/ 0 w 49891"/>
                <a:gd name="csY0" fmla="*/ 0 h 6199"/>
                <a:gd name="csX1" fmla="*/ 0 w 49891"/>
                <a:gd name="csY1" fmla="*/ 6200 h 6199"/>
                <a:gd name="csX2" fmla="*/ 49891 w 49891"/>
                <a:gd name="csY2" fmla="*/ 6200 h 6199"/>
                <a:gd name="csX3" fmla="*/ 49891 w 49891"/>
                <a:gd name="csY3" fmla="*/ 0 h 6199"/>
                <a:gd name="csX4" fmla="*/ 0 w 49891"/>
                <a:gd name="csY4" fmla="*/ 0 h 6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6199">
                  <a:moveTo>
                    <a:pt x="0" y="0"/>
                  </a:moveTo>
                  <a:lnTo>
                    <a:pt x="0" y="6200"/>
                  </a:lnTo>
                  <a:lnTo>
                    <a:pt x="49891" y="6200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9" name="Freeform 2918">
              <a:extLst>
                <a:ext uri="{FF2B5EF4-FFF2-40B4-BE49-F238E27FC236}">
                  <a16:creationId xmlns:a16="http://schemas.microsoft.com/office/drawing/2014/main" id="{1615B102-C79D-E140-CA26-216F405C5E3F}"/>
                </a:ext>
              </a:extLst>
            </p:cNvPr>
            <p:cNvSpPr/>
            <p:nvPr/>
          </p:nvSpPr>
          <p:spPr>
            <a:xfrm>
              <a:off x="1314665" y="4885065"/>
              <a:ext cx="49890" cy="8249"/>
            </a:xfrm>
            <a:custGeom>
              <a:avLst/>
              <a:gdLst>
                <a:gd name="csX0" fmla="*/ 0 w 49890"/>
                <a:gd name="csY0" fmla="*/ 0 h 8249"/>
                <a:gd name="csX1" fmla="*/ 0 w 49890"/>
                <a:gd name="csY1" fmla="*/ 8249 h 8249"/>
                <a:gd name="csX2" fmla="*/ 49890 w 49890"/>
                <a:gd name="csY2" fmla="*/ 8249 h 8249"/>
                <a:gd name="csX3" fmla="*/ 49890 w 49890"/>
                <a:gd name="csY3" fmla="*/ 0 h 8249"/>
                <a:gd name="csX4" fmla="*/ 0 w 49890"/>
                <a:gd name="csY4" fmla="*/ 0 h 8249"/>
                <a:gd name="csX5" fmla="*/ 0 w 49890"/>
                <a:gd name="csY5" fmla="*/ 0 h 8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8249">
                  <a:moveTo>
                    <a:pt x="0" y="0"/>
                  </a:moveTo>
                  <a:lnTo>
                    <a:pt x="0" y="8249"/>
                  </a:lnTo>
                  <a:lnTo>
                    <a:pt x="49890" y="8249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0" name="Freeform 2919">
              <a:extLst>
                <a:ext uri="{FF2B5EF4-FFF2-40B4-BE49-F238E27FC236}">
                  <a16:creationId xmlns:a16="http://schemas.microsoft.com/office/drawing/2014/main" id="{5BACA08E-241B-DE14-710C-0F4691820708}"/>
                </a:ext>
              </a:extLst>
            </p:cNvPr>
            <p:cNvSpPr/>
            <p:nvPr/>
          </p:nvSpPr>
          <p:spPr>
            <a:xfrm>
              <a:off x="1314665" y="4885065"/>
              <a:ext cx="49890" cy="8249"/>
            </a:xfrm>
            <a:custGeom>
              <a:avLst/>
              <a:gdLst>
                <a:gd name="csX0" fmla="*/ 0 w 49890"/>
                <a:gd name="csY0" fmla="*/ 0 h 8249"/>
                <a:gd name="csX1" fmla="*/ 0 w 49890"/>
                <a:gd name="csY1" fmla="*/ 8249 h 8249"/>
                <a:gd name="csX2" fmla="*/ 49890 w 49890"/>
                <a:gd name="csY2" fmla="*/ 8249 h 8249"/>
                <a:gd name="csX3" fmla="*/ 49890 w 49890"/>
                <a:gd name="csY3" fmla="*/ 0 h 8249"/>
                <a:gd name="csX4" fmla="*/ 0 w 49890"/>
                <a:gd name="csY4" fmla="*/ 0 h 8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8249">
                  <a:moveTo>
                    <a:pt x="0" y="0"/>
                  </a:moveTo>
                  <a:lnTo>
                    <a:pt x="0" y="8249"/>
                  </a:lnTo>
                  <a:lnTo>
                    <a:pt x="49890" y="8249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1" name="Freeform 2920">
              <a:extLst>
                <a:ext uri="{FF2B5EF4-FFF2-40B4-BE49-F238E27FC236}">
                  <a16:creationId xmlns:a16="http://schemas.microsoft.com/office/drawing/2014/main" id="{8D8B7026-C276-FE06-D06C-CF3965A2220E}"/>
                </a:ext>
              </a:extLst>
            </p:cNvPr>
            <p:cNvSpPr/>
            <p:nvPr/>
          </p:nvSpPr>
          <p:spPr>
            <a:xfrm>
              <a:off x="1364555" y="4883481"/>
              <a:ext cx="49891" cy="9832"/>
            </a:xfrm>
            <a:custGeom>
              <a:avLst/>
              <a:gdLst>
                <a:gd name="csX0" fmla="*/ 0 w 49891"/>
                <a:gd name="csY0" fmla="*/ 0 h 9832"/>
                <a:gd name="csX1" fmla="*/ 0 w 49891"/>
                <a:gd name="csY1" fmla="*/ 9832 h 9832"/>
                <a:gd name="csX2" fmla="*/ 49891 w 49891"/>
                <a:gd name="csY2" fmla="*/ 9832 h 9832"/>
                <a:gd name="csX3" fmla="*/ 49891 w 49891"/>
                <a:gd name="csY3" fmla="*/ 0 h 9832"/>
                <a:gd name="csX4" fmla="*/ 0 w 49891"/>
                <a:gd name="csY4" fmla="*/ 0 h 9832"/>
                <a:gd name="csX5" fmla="*/ 0 w 49891"/>
                <a:gd name="csY5" fmla="*/ 0 h 9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9832">
                  <a:moveTo>
                    <a:pt x="0" y="0"/>
                  </a:moveTo>
                  <a:lnTo>
                    <a:pt x="0" y="9832"/>
                  </a:lnTo>
                  <a:lnTo>
                    <a:pt x="49891" y="9832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2" name="Freeform 2921">
              <a:extLst>
                <a:ext uri="{FF2B5EF4-FFF2-40B4-BE49-F238E27FC236}">
                  <a16:creationId xmlns:a16="http://schemas.microsoft.com/office/drawing/2014/main" id="{C621F4DA-2B9D-37BB-C98B-405A70964A71}"/>
                </a:ext>
              </a:extLst>
            </p:cNvPr>
            <p:cNvSpPr/>
            <p:nvPr/>
          </p:nvSpPr>
          <p:spPr>
            <a:xfrm>
              <a:off x="1364555" y="4883481"/>
              <a:ext cx="49891" cy="9832"/>
            </a:xfrm>
            <a:custGeom>
              <a:avLst/>
              <a:gdLst>
                <a:gd name="csX0" fmla="*/ 0 w 49891"/>
                <a:gd name="csY0" fmla="*/ 0 h 9832"/>
                <a:gd name="csX1" fmla="*/ 0 w 49891"/>
                <a:gd name="csY1" fmla="*/ 9832 h 9832"/>
                <a:gd name="csX2" fmla="*/ 49891 w 49891"/>
                <a:gd name="csY2" fmla="*/ 9832 h 9832"/>
                <a:gd name="csX3" fmla="*/ 49891 w 49891"/>
                <a:gd name="csY3" fmla="*/ 0 h 9832"/>
                <a:gd name="csX4" fmla="*/ 0 w 49891"/>
                <a:gd name="csY4" fmla="*/ 0 h 9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9832">
                  <a:moveTo>
                    <a:pt x="0" y="0"/>
                  </a:moveTo>
                  <a:lnTo>
                    <a:pt x="0" y="9832"/>
                  </a:lnTo>
                  <a:lnTo>
                    <a:pt x="49891" y="9832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3" name="Freeform 2922">
              <a:extLst>
                <a:ext uri="{FF2B5EF4-FFF2-40B4-BE49-F238E27FC236}">
                  <a16:creationId xmlns:a16="http://schemas.microsoft.com/office/drawing/2014/main" id="{83C2783F-4C24-697D-EC5C-A5A444C534E7}"/>
                </a:ext>
              </a:extLst>
            </p:cNvPr>
            <p:cNvSpPr/>
            <p:nvPr/>
          </p:nvSpPr>
          <p:spPr>
            <a:xfrm>
              <a:off x="1414446" y="4879331"/>
              <a:ext cx="49890" cy="13982"/>
            </a:xfrm>
            <a:custGeom>
              <a:avLst/>
              <a:gdLst>
                <a:gd name="csX0" fmla="*/ 0 w 49890"/>
                <a:gd name="csY0" fmla="*/ 0 h 13982"/>
                <a:gd name="csX1" fmla="*/ 0 w 49890"/>
                <a:gd name="csY1" fmla="*/ 13983 h 13982"/>
                <a:gd name="csX2" fmla="*/ 49890 w 49890"/>
                <a:gd name="csY2" fmla="*/ 13983 h 13982"/>
                <a:gd name="csX3" fmla="*/ 49890 w 49890"/>
                <a:gd name="csY3" fmla="*/ 0 h 13982"/>
                <a:gd name="csX4" fmla="*/ 0 w 49890"/>
                <a:gd name="csY4" fmla="*/ 0 h 13982"/>
                <a:gd name="csX5" fmla="*/ 0 w 49890"/>
                <a:gd name="csY5" fmla="*/ 0 h 13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13982">
                  <a:moveTo>
                    <a:pt x="0" y="0"/>
                  </a:moveTo>
                  <a:lnTo>
                    <a:pt x="0" y="13983"/>
                  </a:lnTo>
                  <a:lnTo>
                    <a:pt x="49890" y="13983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4" name="Freeform 2923">
              <a:extLst>
                <a:ext uri="{FF2B5EF4-FFF2-40B4-BE49-F238E27FC236}">
                  <a16:creationId xmlns:a16="http://schemas.microsoft.com/office/drawing/2014/main" id="{DB8633E5-5D7C-EA9F-2C58-F5256E1F54DB}"/>
                </a:ext>
              </a:extLst>
            </p:cNvPr>
            <p:cNvSpPr/>
            <p:nvPr/>
          </p:nvSpPr>
          <p:spPr>
            <a:xfrm>
              <a:off x="1414446" y="4879331"/>
              <a:ext cx="49890" cy="13982"/>
            </a:xfrm>
            <a:custGeom>
              <a:avLst/>
              <a:gdLst>
                <a:gd name="csX0" fmla="*/ 0 w 49890"/>
                <a:gd name="csY0" fmla="*/ 0 h 13982"/>
                <a:gd name="csX1" fmla="*/ 0 w 49890"/>
                <a:gd name="csY1" fmla="*/ 13983 h 13982"/>
                <a:gd name="csX2" fmla="*/ 49890 w 49890"/>
                <a:gd name="csY2" fmla="*/ 13983 h 13982"/>
                <a:gd name="csX3" fmla="*/ 49890 w 49890"/>
                <a:gd name="csY3" fmla="*/ 0 h 13982"/>
                <a:gd name="csX4" fmla="*/ 0 w 49890"/>
                <a:gd name="csY4" fmla="*/ 0 h 13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13982">
                  <a:moveTo>
                    <a:pt x="0" y="0"/>
                  </a:moveTo>
                  <a:lnTo>
                    <a:pt x="0" y="13983"/>
                  </a:lnTo>
                  <a:lnTo>
                    <a:pt x="49890" y="13983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5" name="Freeform 2924">
              <a:extLst>
                <a:ext uri="{FF2B5EF4-FFF2-40B4-BE49-F238E27FC236}">
                  <a16:creationId xmlns:a16="http://schemas.microsoft.com/office/drawing/2014/main" id="{EE59F56A-83A3-71F0-6765-BB66FC30DD2D}"/>
                </a:ext>
              </a:extLst>
            </p:cNvPr>
            <p:cNvSpPr/>
            <p:nvPr/>
          </p:nvSpPr>
          <p:spPr>
            <a:xfrm>
              <a:off x="1464336" y="4874808"/>
              <a:ext cx="49890" cy="18505"/>
            </a:xfrm>
            <a:custGeom>
              <a:avLst/>
              <a:gdLst>
                <a:gd name="csX0" fmla="*/ 0 w 49890"/>
                <a:gd name="csY0" fmla="*/ 0 h 18505"/>
                <a:gd name="csX1" fmla="*/ 0 w 49890"/>
                <a:gd name="csY1" fmla="*/ 18506 h 18505"/>
                <a:gd name="csX2" fmla="*/ 49890 w 49890"/>
                <a:gd name="csY2" fmla="*/ 18506 h 18505"/>
                <a:gd name="csX3" fmla="*/ 49890 w 49890"/>
                <a:gd name="csY3" fmla="*/ 0 h 18505"/>
                <a:gd name="csX4" fmla="*/ 0 w 49890"/>
                <a:gd name="csY4" fmla="*/ 0 h 18505"/>
                <a:gd name="csX5" fmla="*/ 0 w 49890"/>
                <a:gd name="csY5" fmla="*/ 0 h 18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18505">
                  <a:moveTo>
                    <a:pt x="0" y="0"/>
                  </a:moveTo>
                  <a:lnTo>
                    <a:pt x="0" y="18506"/>
                  </a:lnTo>
                  <a:lnTo>
                    <a:pt x="49890" y="18506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6" name="Freeform 2925">
              <a:extLst>
                <a:ext uri="{FF2B5EF4-FFF2-40B4-BE49-F238E27FC236}">
                  <a16:creationId xmlns:a16="http://schemas.microsoft.com/office/drawing/2014/main" id="{55E4BBC0-14D6-CDFB-76E2-22BA657699AB}"/>
                </a:ext>
              </a:extLst>
            </p:cNvPr>
            <p:cNvSpPr/>
            <p:nvPr/>
          </p:nvSpPr>
          <p:spPr>
            <a:xfrm>
              <a:off x="1464336" y="4874808"/>
              <a:ext cx="49890" cy="18505"/>
            </a:xfrm>
            <a:custGeom>
              <a:avLst/>
              <a:gdLst>
                <a:gd name="csX0" fmla="*/ 0 w 49890"/>
                <a:gd name="csY0" fmla="*/ 0 h 18505"/>
                <a:gd name="csX1" fmla="*/ 0 w 49890"/>
                <a:gd name="csY1" fmla="*/ 18506 h 18505"/>
                <a:gd name="csX2" fmla="*/ 49890 w 49890"/>
                <a:gd name="csY2" fmla="*/ 18506 h 18505"/>
                <a:gd name="csX3" fmla="*/ 49890 w 49890"/>
                <a:gd name="csY3" fmla="*/ 0 h 18505"/>
                <a:gd name="csX4" fmla="*/ 0 w 49890"/>
                <a:gd name="csY4" fmla="*/ 0 h 185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18505">
                  <a:moveTo>
                    <a:pt x="0" y="0"/>
                  </a:moveTo>
                  <a:lnTo>
                    <a:pt x="0" y="18506"/>
                  </a:lnTo>
                  <a:lnTo>
                    <a:pt x="49890" y="18506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7" name="Freeform 2926">
              <a:extLst>
                <a:ext uri="{FF2B5EF4-FFF2-40B4-BE49-F238E27FC236}">
                  <a16:creationId xmlns:a16="http://schemas.microsoft.com/office/drawing/2014/main" id="{498009B0-A23B-1BA8-151D-751F1C10DD4B}"/>
                </a:ext>
              </a:extLst>
            </p:cNvPr>
            <p:cNvSpPr/>
            <p:nvPr/>
          </p:nvSpPr>
          <p:spPr>
            <a:xfrm>
              <a:off x="1514226" y="4870088"/>
              <a:ext cx="49891" cy="23225"/>
            </a:xfrm>
            <a:custGeom>
              <a:avLst/>
              <a:gdLst>
                <a:gd name="csX0" fmla="*/ 0 w 49891"/>
                <a:gd name="csY0" fmla="*/ 0 h 23225"/>
                <a:gd name="csX1" fmla="*/ 0 w 49891"/>
                <a:gd name="csY1" fmla="*/ 23225 h 23225"/>
                <a:gd name="csX2" fmla="*/ 49891 w 49891"/>
                <a:gd name="csY2" fmla="*/ 23225 h 23225"/>
                <a:gd name="csX3" fmla="*/ 49891 w 49891"/>
                <a:gd name="csY3" fmla="*/ 0 h 23225"/>
                <a:gd name="csX4" fmla="*/ 0 w 49891"/>
                <a:gd name="csY4" fmla="*/ 0 h 23225"/>
                <a:gd name="csX5" fmla="*/ 0 w 49891"/>
                <a:gd name="csY5" fmla="*/ 0 h 23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23225">
                  <a:moveTo>
                    <a:pt x="0" y="0"/>
                  </a:moveTo>
                  <a:lnTo>
                    <a:pt x="0" y="23225"/>
                  </a:lnTo>
                  <a:lnTo>
                    <a:pt x="49891" y="23225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8" name="Freeform 2927">
              <a:extLst>
                <a:ext uri="{FF2B5EF4-FFF2-40B4-BE49-F238E27FC236}">
                  <a16:creationId xmlns:a16="http://schemas.microsoft.com/office/drawing/2014/main" id="{4418E158-CCB8-B987-B7CD-9BDB4EEE26D4}"/>
                </a:ext>
              </a:extLst>
            </p:cNvPr>
            <p:cNvSpPr/>
            <p:nvPr/>
          </p:nvSpPr>
          <p:spPr>
            <a:xfrm>
              <a:off x="1514226" y="4870088"/>
              <a:ext cx="49891" cy="23225"/>
            </a:xfrm>
            <a:custGeom>
              <a:avLst/>
              <a:gdLst>
                <a:gd name="csX0" fmla="*/ 0 w 49891"/>
                <a:gd name="csY0" fmla="*/ 0 h 23225"/>
                <a:gd name="csX1" fmla="*/ 0 w 49891"/>
                <a:gd name="csY1" fmla="*/ 23225 h 23225"/>
                <a:gd name="csX2" fmla="*/ 49891 w 49891"/>
                <a:gd name="csY2" fmla="*/ 23225 h 23225"/>
                <a:gd name="csX3" fmla="*/ 49891 w 49891"/>
                <a:gd name="csY3" fmla="*/ 0 h 23225"/>
                <a:gd name="csX4" fmla="*/ 0 w 49891"/>
                <a:gd name="csY4" fmla="*/ 0 h 23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23225">
                  <a:moveTo>
                    <a:pt x="0" y="0"/>
                  </a:moveTo>
                  <a:lnTo>
                    <a:pt x="0" y="23225"/>
                  </a:lnTo>
                  <a:lnTo>
                    <a:pt x="49891" y="23225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9" name="Freeform 2928">
              <a:extLst>
                <a:ext uri="{FF2B5EF4-FFF2-40B4-BE49-F238E27FC236}">
                  <a16:creationId xmlns:a16="http://schemas.microsoft.com/office/drawing/2014/main" id="{C4BC706F-D93D-F6E5-440F-81B6D03133E8}"/>
                </a:ext>
              </a:extLst>
            </p:cNvPr>
            <p:cNvSpPr/>
            <p:nvPr/>
          </p:nvSpPr>
          <p:spPr>
            <a:xfrm>
              <a:off x="1564117" y="4862553"/>
              <a:ext cx="49890" cy="30760"/>
            </a:xfrm>
            <a:custGeom>
              <a:avLst/>
              <a:gdLst>
                <a:gd name="csX0" fmla="*/ 0 w 49890"/>
                <a:gd name="csY0" fmla="*/ 0 h 30760"/>
                <a:gd name="csX1" fmla="*/ 0 w 49890"/>
                <a:gd name="csY1" fmla="*/ 30760 h 30760"/>
                <a:gd name="csX2" fmla="*/ 49890 w 49890"/>
                <a:gd name="csY2" fmla="*/ 30760 h 30760"/>
                <a:gd name="csX3" fmla="*/ 49890 w 49890"/>
                <a:gd name="csY3" fmla="*/ 0 h 30760"/>
                <a:gd name="csX4" fmla="*/ 0 w 49890"/>
                <a:gd name="csY4" fmla="*/ 0 h 30760"/>
                <a:gd name="csX5" fmla="*/ 0 w 49890"/>
                <a:gd name="csY5" fmla="*/ 0 h 30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0" h="30760">
                  <a:moveTo>
                    <a:pt x="0" y="0"/>
                  </a:moveTo>
                  <a:lnTo>
                    <a:pt x="0" y="30760"/>
                  </a:lnTo>
                  <a:lnTo>
                    <a:pt x="49890" y="30760"/>
                  </a:lnTo>
                  <a:lnTo>
                    <a:pt x="4989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0" name="Freeform 2929">
              <a:extLst>
                <a:ext uri="{FF2B5EF4-FFF2-40B4-BE49-F238E27FC236}">
                  <a16:creationId xmlns:a16="http://schemas.microsoft.com/office/drawing/2014/main" id="{6F5B0982-8346-8C10-E1B1-6E40E1246014}"/>
                </a:ext>
              </a:extLst>
            </p:cNvPr>
            <p:cNvSpPr/>
            <p:nvPr/>
          </p:nvSpPr>
          <p:spPr>
            <a:xfrm>
              <a:off x="1564117" y="4862553"/>
              <a:ext cx="49890" cy="30760"/>
            </a:xfrm>
            <a:custGeom>
              <a:avLst/>
              <a:gdLst>
                <a:gd name="csX0" fmla="*/ 0 w 49890"/>
                <a:gd name="csY0" fmla="*/ 0 h 30760"/>
                <a:gd name="csX1" fmla="*/ 0 w 49890"/>
                <a:gd name="csY1" fmla="*/ 30760 h 30760"/>
                <a:gd name="csX2" fmla="*/ 49890 w 49890"/>
                <a:gd name="csY2" fmla="*/ 30760 h 30760"/>
                <a:gd name="csX3" fmla="*/ 49890 w 49890"/>
                <a:gd name="csY3" fmla="*/ 0 h 30760"/>
                <a:gd name="csX4" fmla="*/ 0 w 49890"/>
                <a:gd name="csY4" fmla="*/ 0 h 30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0" h="30760">
                  <a:moveTo>
                    <a:pt x="0" y="0"/>
                  </a:moveTo>
                  <a:lnTo>
                    <a:pt x="0" y="30760"/>
                  </a:lnTo>
                  <a:lnTo>
                    <a:pt x="49890" y="30760"/>
                  </a:lnTo>
                  <a:lnTo>
                    <a:pt x="49890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1" name="Freeform 2930">
              <a:extLst>
                <a:ext uri="{FF2B5EF4-FFF2-40B4-BE49-F238E27FC236}">
                  <a16:creationId xmlns:a16="http://schemas.microsoft.com/office/drawing/2014/main" id="{6DA82B9E-7C9D-D1E8-8706-54A4FAF4C730}"/>
                </a:ext>
              </a:extLst>
            </p:cNvPr>
            <p:cNvSpPr/>
            <p:nvPr/>
          </p:nvSpPr>
          <p:spPr>
            <a:xfrm>
              <a:off x="1614007" y="4856633"/>
              <a:ext cx="49891" cy="36680"/>
            </a:xfrm>
            <a:custGeom>
              <a:avLst/>
              <a:gdLst>
                <a:gd name="csX0" fmla="*/ 0 w 49891"/>
                <a:gd name="csY0" fmla="*/ 0 h 36680"/>
                <a:gd name="csX1" fmla="*/ 0 w 49891"/>
                <a:gd name="csY1" fmla="*/ 36680 h 36680"/>
                <a:gd name="csX2" fmla="*/ 49891 w 49891"/>
                <a:gd name="csY2" fmla="*/ 36680 h 36680"/>
                <a:gd name="csX3" fmla="*/ 49891 w 49891"/>
                <a:gd name="csY3" fmla="*/ 0 h 36680"/>
                <a:gd name="csX4" fmla="*/ 0 w 49891"/>
                <a:gd name="csY4" fmla="*/ 0 h 36680"/>
                <a:gd name="csX5" fmla="*/ 0 w 49891"/>
                <a:gd name="csY5" fmla="*/ 0 h 36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1" h="36680">
                  <a:moveTo>
                    <a:pt x="0" y="0"/>
                  </a:moveTo>
                  <a:lnTo>
                    <a:pt x="0" y="36680"/>
                  </a:lnTo>
                  <a:lnTo>
                    <a:pt x="49891" y="36680"/>
                  </a:lnTo>
                  <a:lnTo>
                    <a:pt x="4989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2" name="Freeform 2931">
              <a:extLst>
                <a:ext uri="{FF2B5EF4-FFF2-40B4-BE49-F238E27FC236}">
                  <a16:creationId xmlns:a16="http://schemas.microsoft.com/office/drawing/2014/main" id="{0E9108B7-9E41-E6D5-84FB-08365B434D3B}"/>
                </a:ext>
              </a:extLst>
            </p:cNvPr>
            <p:cNvSpPr/>
            <p:nvPr/>
          </p:nvSpPr>
          <p:spPr>
            <a:xfrm>
              <a:off x="1614007" y="4856633"/>
              <a:ext cx="49891" cy="36680"/>
            </a:xfrm>
            <a:custGeom>
              <a:avLst/>
              <a:gdLst>
                <a:gd name="csX0" fmla="*/ 0 w 49891"/>
                <a:gd name="csY0" fmla="*/ 0 h 36680"/>
                <a:gd name="csX1" fmla="*/ 0 w 49891"/>
                <a:gd name="csY1" fmla="*/ 36680 h 36680"/>
                <a:gd name="csX2" fmla="*/ 49891 w 49891"/>
                <a:gd name="csY2" fmla="*/ 36680 h 36680"/>
                <a:gd name="csX3" fmla="*/ 49891 w 49891"/>
                <a:gd name="csY3" fmla="*/ 0 h 36680"/>
                <a:gd name="csX4" fmla="*/ 0 w 49891"/>
                <a:gd name="csY4" fmla="*/ 0 h 36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1" h="36680">
                  <a:moveTo>
                    <a:pt x="0" y="0"/>
                  </a:moveTo>
                  <a:lnTo>
                    <a:pt x="0" y="36680"/>
                  </a:lnTo>
                  <a:lnTo>
                    <a:pt x="49891" y="36680"/>
                  </a:lnTo>
                  <a:lnTo>
                    <a:pt x="49891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3" name="Freeform 2932">
              <a:extLst>
                <a:ext uri="{FF2B5EF4-FFF2-40B4-BE49-F238E27FC236}">
                  <a16:creationId xmlns:a16="http://schemas.microsoft.com/office/drawing/2014/main" id="{3D4E75E4-AD41-720C-B8F9-0AE84841B0D7}"/>
                </a:ext>
              </a:extLst>
            </p:cNvPr>
            <p:cNvSpPr/>
            <p:nvPr/>
          </p:nvSpPr>
          <p:spPr>
            <a:xfrm>
              <a:off x="1663899" y="4849730"/>
              <a:ext cx="49892" cy="43583"/>
            </a:xfrm>
            <a:custGeom>
              <a:avLst/>
              <a:gdLst>
                <a:gd name="csX0" fmla="*/ 0 w 49892"/>
                <a:gd name="csY0" fmla="*/ 0 h 43583"/>
                <a:gd name="csX1" fmla="*/ 0 w 49892"/>
                <a:gd name="csY1" fmla="*/ 43584 h 43583"/>
                <a:gd name="csX2" fmla="*/ 49892 w 49892"/>
                <a:gd name="csY2" fmla="*/ 43584 h 43583"/>
                <a:gd name="csX3" fmla="*/ 49892 w 49892"/>
                <a:gd name="csY3" fmla="*/ 0 h 43583"/>
                <a:gd name="csX4" fmla="*/ 0 w 49892"/>
                <a:gd name="csY4" fmla="*/ 0 h 43583"/>
                <a:gd name="csX5" fmla="*/ 0 w 49892"/>
                <a:gd name="csY5" fmla="*/ 0 h 435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2" h="43583">
                  <a:moveTo>
                    <a:pt x="0" y="0"/>
                  </a:moveTo>
                  <a:lnTo>
                    <a:pt x="0" y="43584"/>
                  </a:lnTo>
                  <a:lnTo>
                    <a:pt x="49892" y="43584"/>
                  </a:lnTo>
                  <a:lnTo>
                    <a:pt x="498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4" name="Freeform 2933">
              <a:extLst>
                <a:ext uri="{FF2B5EF4-FFF2-40B4-BE49-F238E27FC236}">
                  <a16:creationId xmlns:a16="http://schemas.microsoft.com/office/drawing/2014/main" id="{914FD27B-97B6-1EAF-07CB-BCC463671DBB}"/>
                </a:ext>
              </a:extLst>
            </p:cNvPr>
            <p:cNvSpPr/>
            <p:nvPr/>
          </p:nvSpPr>
          <p:spPr>
            <a:xfrm>
              <a:off x="1663899" y="4849730"/>
              <a:ext cx="49892" cy="43583"/>
            </a:xfrm>
            <a:custGeom>
              <a:avLst/>
              <a:gdLst>
                <a:gd name="csX0" fmla="*/ 0 w 49892"/>
                <a:gd name="csY0" fmla="*/ 0 h 43583"/>
                <a:gd name="csX1" fmla="*/ 0 w 49892"/>
                <a:gd name="csY1" fmla="*/ 43584 h 43583"/>
                <a:gd name="csX2" fmla="*/ 49892 w 49892"/>
                <a:gd name="csY2" fmla="*/ 43584 h 43583"/>
                <a:gd name="csX3" fmla="*/ 49892 w 49892"/>
                <a:gd name="csY3" fmla="*/ 0 h 43583"/>
                <a:gd name="csX4" fmla="*/ 0 w 49892"/>
                <a:gd name="csY4" fmla="*/ 0 h 435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2" h="43583">
                  <a:moveTo>
                    <a:pt x="0" y="0"/>
                  </a:moveTo>
                  <a:lnTo>
                    <a:pt x="0" y="43584"/>
                  </a:lnTo>
                  <a:lnTo>
                    <a:pt x="49892" y="43584"/>
                  </a:lnTo>
                  <a:lnTo>
                    <a:pt x="49892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5" name="Freeform 2934">
              <a:extLst>
                <a:ext uri="{FF2B5EF4-FFF2-40B4-BE49-F238E27FC236}">
                  <a16:creationId xmlns:a16="http://schemas.microsoft.com/office/drawing/2014/main" id="{AB3EDD08-E035-0EF6-FBB1-5F77BF02C9CE}"/>
                </a:ext>
              </a:extLst>
            </p:cNvPr>
            <p:cNvSpPr/>
            <p:nvPr/>
          </p:nvSpPr>
          <p:spPr>
            <a:xfrm>
              <a:off x="1713791" y="4837724"/>
              <a:ext cx="49886" cy="55589"/>
            </a:xfrm>
            <a:custGeom>
              <a:avLst/>
              <a:gdLst>
                <a:gd name="csX0" fmla="*/ 0 w 49886"/>
                <a:gd name="csY0" fmla="*/ 0 h 55589"/>
                <a:gd name="csX1" fmla="*/ 0 w 49886"/>
                <a:gd name="csY1" fmla="*/ 55590 h 55589"/>
                <a:gd name="csX2" fmla="*/ 49887 w 49886"/>
                <a:gd name="csY2" fmla="*/ 55590 h 55589"/>
                <a:gd name="csX3" fmla="*/ 49887 w 49886"/>
                <a:gd name="csY3" fmla="*/ 0 h 55589"/>
                <a:gd name="csX4" fmla="*/ 0 w 49886"/>
                <a:gd name="csY4" fmla="*/ 0 h 55589"/>
                <a:gd name="csX5" fmla="*/ 0 w 49886"/>
                <a:gd name="csY5" fmla="*/ 0 h 55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55589">
                  <a:moveTo>
                    <a:pt x="0" y="0"/>
                  </a:moveTo>
                  <a:lnTo>
                    <a:pt x="0" y="55590"/>
                  </a:lnTo>
                  <a:lnTo>
                    <a:pt x="49887" y="55590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6" name="Freeform 2935">
              <a:extLst>
                <a:ext uri="{FF2B5EF4-FFF2-40B4-BE49-F238E27FC236}">
                  <a16:creationId xmlns:a16="http://schemas.microsoft.com/office/drawing/2014/main" id="{B35EE7B1-D0A4-F106-5DEC-B68D39C3670C}"/>
                </a:ext>
              </a:extLst>
            </p:cNvPr>
            <p:cNvSpPr/>
            <p:nvPr/>
          </p:nvSpPr>
          <p:spPr>
            <a:xfrm>
              <a:off x="1713791" y="4837724"/>
              <a:ext cx="49886" cy="55589"/>
            </a:xfrm>
            <a:custGeom>
              <a:avLst/>
              <a:gdLst>
                <a:gd name="csX0" fmla="*/ 0 w 49886"/>
                <a:gd name="csY0" fmla="*/ 0 h 55589"/>
                <a:gd name="csX1" fmla="*/ 0 w 49886"/>
                <a:gd name="csY1" fmla="*/ 55590 h 55589"/>
                <a:gd name="csX2" fmla="*/ 49887 w 49886"/>
                <a:gd name="csY2" fmla="*/ 55590 h 55589"/>
                <a:gd name="csX3" fmla="*/ 49887 w 49886"/>
                <a:gd name="csY3" fmla="*/ 0 h 55589"/>
                <a:gd name="csX4" fmla="*/ 0 w 49886"/>
                <a:gd name="csY4" fmla="*/ 0 h 55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55589">
                  <a:moveTo>
                    <a:pt x="0" y="0"/>
                  </a:moveTo>
                  <a:lnTo>
                    <a:pt x="0" y="55590"/>
                  </a:lnTo>
                  <a:lnTo>
                    <a:pt x="49887" y="55590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7" name="Freeform 2936">
              <a:extLst>
                <a:ext uri="{FF2B5EF4-FFF2-40B4-BE49-F238E27FC236}">
                  <a16:creationId xmlns:a16="http://schemas.microsoft.com/office/drawing/2014/main" id="{0BE1CC96-3696-E6B8-D121-AF61F3FB0CA5}"/>
                </a:ext>
              </a:extLst>
            </p:cNvPr>
            <p:cNvSpPr/>
            <p:nvPr/>
          </p:nvSpPr>
          <p:spPr>
            <a:xfrm>
              <a:off x="1763678" y="4828088"/>
              <a:ext cx="49897" cy="65225"/>
            </a:xfrm>
            <a:custGeom>
              <a:avLst/>
              <a:gdLst>
                <a:gd name="csX0" fmla="*/ 0 w 49897"/>
                <a:gd name="csY0" fmla="*/ 0 h 65225"/>
                <a:gd name="csX1" fmla="*/ 0 w 49897"/>
                <a:gd name="csY1" fmla="*/ 65226 h 65225"/>
                <a:gd name="csX2" fmla="*/ 49897 w 49897"/>
                <a:gd name="csY2" fmla="*/ 65226 h 65225"/>
                <a:gd name="csX3" fmla="*/ 49897 w 49897"/>
                <a:gd name="csY3" fmla="*/ 0 h 65225"/>
                <a:gd name="csX4" fmla="*/ 0 w 49897"/>
                <a:gd name="csY4" fmla="*/ 0 h 65225"/>
                <a:gd name="csX5" fmla="*/ 0 w 49897"/>
                <a:gd name="csY5" fmla="*/ 0 h 65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65225">
                  <a:moveTo>
                    <a:pt x="0" y="0"/>
                  </a:moveTo>
                  <a:lnTo>
                    <a:pt x="0" y="65226"/>
                  </a:lnTo>
                  <a:lnTo>
                    <a:pt x="49897" y="65226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8" name="Freeform 2937">
              <a:extLst>
                <a:ext uri="{FF2B5EF4-FFF2-40B4-BE49-F238E27FC236}">
                  <a16:creationId xmlns:a16="http://schemas.microsoft.com/office/drawing/2014/main" id="{D4A21142-56FA-1DAC-E2AF-2280971311E2}"/>
                </a:ext>
              </a:extLst>
            </p:cNvPr>
            <p:cNvSpPr/>
            <p:nvPr/>
          </p:nvSpPr>
          <p:spPr>
            <a:xfrm>
              <a:off x="1763678" y="4828088"/>
              <a:ext cx="49897" cy="65225"/>
            </a:xfrm>
            <a:custGeom>
              <a:avLst/>
              <a:gdLst>
                <a:gd name="csX0" fmla="*/ 0 w 49897"/>
                <a:gd name="csY0" fmla="*/ 0 h 65225"/>
                <a:gd name="csX1" fmla="*/ 0 w 49897"/>
                <a:gd name="csY1" fmla="*/ 65226 h 65225"/>
                <a:gd name="csX2" fmla="*/ 49897 w 49897"/>
                <a:gd name="csY2" fmla="*/ 65226 h 65225"/>
                <a:gd name="csX3" fmla="*/ 49897 w 49897"/>
                <a:gd name="csY3" fmla="*/ 0 h 65225"/>
                <a:gd name="csX4" fmla="*/ 0 w 49897"/>
                <a:gd name="csY4" fmla="*/ 0 h 65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65225">
                  <a:moveTo>
                    <a:pt x="0" y="0"/>
                  </a:moveTo>
                  <a:lnTo>
                    <a:pt x="0" y="65226"/>
                  </a:lnTo>
                  <a:lnTo>
                    <a:pt x="49897" y="65226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9" name="Freeform 2938">
              <a:extLst>
                <a:ext uri="{FF2B5EF4-FFF2-40B4-BE49-F238E27FC236}">
                  <a16:creationId xmlns:a16="http://schemas.microsoft.com/office/drawing/2014/main" id="{9E3A3886-E753-BE2E-FBA4-D7F3FCCBA359}"/>
                </a:ext>
              </a:extLst>
            </p:cNvPr>
            <p:cNvSpPr/>
            <p:nvPr/>
          </p:nvSpPr>
          <p:spPr>
            <a:xfrm>
              <a:off x="1813575" y="4816341"/>
              <a:ext cx="49887" cy="76972"/>
            </a:xfrm>
            <a:custGeom>
              <a:avLst/>
              <a:gdLst>
                <a:gd name="csX0" fmla="*/ 0 w 49887"/>
                <a:gd name="csY0" fmla="*/ 0 h 76972"/>
                <a:gd name="csX1" fmla="*/ 0 w 49887"/>
                <a:gd name="csY1" fmla="*/ 76973 h 76972"/>
                <a:gd name="csX2" fmla="*/ 49887 w 49887"/>
                <a:gd name="csY2" fmla="*/ 76973 h 76972"/>
                <a:gd name="csX3" fmla="*/ 49887 w 49887"/>
                <a:gd name="csY3" fmla="*/ 0 h 76972"/>
                <a:gd name="csX4" fmla="*/ 0 w 49887"/>
                <a:gd name="csY4" fmla="*/ 0 h 76972"/>
                <a:gd name="csX5" fmla="*/ 0 w 49887"/>
                <a:gd name="csY5" fmla="*/ 0 h 7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7" h="76972">
                  <a:moveTo>
                    <a:pt x="0" y="0"/>
                  </a:moveTo>
                  <a:lnTo>
                    <a:pt x="0" y="76973"/>
                  </a:lnTo>
                  <a:lnTo>
                    <a:pt x="49887" y="76973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0" name="Freeform 2939">
              <a:extLst>
                <a:ext uri="{FF2B5EF4-FFF2-40B4-BE49-F238E27FC236}">
                  <a16:creationId xmlns:a16="http://schemas.microsoft.com/office/drawing/2014/main" id="{C9AC8B44-BCA1-2A72-CE48-BB31542F777C}"/>
                </a:ext>
              </a:extLst>
            </p:cNvPr>
            <p:cNvSpPr/>
            <p:nvPr/>
          </p:nvSpPr>
          <p:spPr>
            <a:xfrm>
              <a:off x="1813575" y="4816341"/>
              <a:ext cx="49887" cy="76972"/>
            </a:xfrm>
            <a:custGeom>
              <a:avLst/>
              <a:gdLst>
                <a:gd name="csX0" fmla="*/ 0 w 49887"/>
                <a:gd name="csY0" fmla="*/ 0 h 76972"/>
                <a:gd name="csX1" fmla="*/ 0 w 49887"/>
                <a:gd name="csY1" fmla="*/ 76973 h 76972"/>
                <a:gd name="csX2" fmla="*/ 49887 w 49887"/>
                <a:gd name="csY2" fmla="*/ 76973 h 76972"/>
                <a:gd name="csX3" fmla="*/ 49887 w 49887"/>
                <a:gd name="csY3" fmla="*/ 0 h 76972"/>
                <a:gd name="csX4" fmla="*/ 0 w 49887"/>
                <a:gd name="csY4" fmla="*/ 0 h 769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7" h="76972">
                  <a:moveTo>
                    <a:pt x="0" y="0"/>
                  </a:moveTo>
                  <a:lnTo>
                    <a:pt x="0" y="76973"/>
                  </a:lnTo>
                  <a:lnTo>
                    <a:pt x="49887" y="76973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1" name="Freeform 2940">
              <a:extLst>
                <a:ext uri="{FF2B5EF4-FFF2-40B4-BE49-F238E27FC236}">
                  <a16:creationId xmlns:a16="http://schemas.microsoft.com/office/drawing/2014/main" id="{D19919E8-BB11-F1F3-6991-321C39DFFD02}"/>
                </a:ext>
              </a:extLst>
            </p:cNvPr>
            <p:cNvSpPr/>
            <p:nvPr/>
          </p:nvSpPr>
          <p:spPr>
            <a:xfrm>
              <a:off x="1863462" y="4803962"/>
              <a:ext cx="49886" cy="89351"/>
            </a:xfrm>
            <a:custGeom>
              <a:avLst/>
              <a:gdLst>
                <a:gd name="csX0" fmla="*/ 0 w 49886"/>
                <a:gd name="csY0" fmla="*/ 0 h 89351"/>
                <a:gd name="csX1" fmla="*/ 0 w 49886"/>
                <a:gd name="csY1" fmla="*/ 89352 h 89351"/>
                <a:gd name="csX2" fmla="*/ 49887 w 49886"/>
                <a:gd name="csY2" fmla="*/ 89352 h 89351"/>
                <a:gd name="csX3" fmla="*/ 49887 w 49886"/>
                <a:gd name="csY3" fmla="*/ 0 h 89351"/>
                <a:gd name="csX4" fmla="*/ 0 w 49886"/>
                <a:gd name="csY4" fmla="*/ 0 h 89351"/>
                <a:gd name="csX5" fmla="*/ 0 w 49886"/>
                <a:gd name="csY5" fmla="*/ 0 h 89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89351">
                  <a:moveTo>
                    <a:pt x="0" y="0"/>
                  </a:moveTo>
                  <a:lnTo>
                    <a:pt x="0" y="89352"/>
                  </a:lnTo>
                  <a:lnTo>
                    <a:pt x="49887" y="89352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2" name="Freeform 2941">
              <a:extLst>
                <a:ext uri="{FF2B5EF4-FFF2-40B4-BE49-F238E27FC236}">
                  <a16:creationId xmlns:a16="http://schemas.microsoft.com/office/drawing/2014/main" id="{B50CAA21-7AC4-5753-64CD-DE2C6B5B2802}"/>
                </a:ext>
              </a:extLst>
            </p:cNvPr>
            <p:cNvSpPr/>
            <p:nvPr/>
          </p:nvSpPr>
          <p:spPr>
            <a:xfrm>
              <a:off x="1863462" y="4803962"/>
              <a:ext cx="49886" cy="89351"/>
            </a:xfrm>
            <a:custGeom>
              <a:avLst/>
              <a:gdLst>
                <a:gd name="csX0" fmla="*/ 0 w 49886"/>
                <a:gd name="csY0" fmla="*/ 0 h 89351"/>
                <a:gd name="csX1" fmla="*/ 0 w 49886"/>
                <a:gd name="csY1" fmla="*/ 89352 h 89351"/>
                <a:gd name="csX2" fmla="*/ 49887 w 49886"/>
                <a:gd name="csY2" fmla="*/ 89352 h 89351"/>
                <a:gd name="csX3" fmla="*/ 49887 w 49886"/>
                <a:gd name="csY3" fmla="*/ 0 h 89351"/>
                <a:gd name="csX4" fmla="*/ 0 w 49886"/>
                <a:gd name="csY4" fmla="*/ 0 h 893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89351">
                  <a:moveTo>
                    <a:pt x="0" y="0"/>
                  </a:moveTo>
                  <a:lnTo>
                    <a:pt x="0" y="89352"/>
                  </a:lnTo>
                  <a:lnTo>
                    <a:pt x="49887" y="89352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3" name="Freeform 2942">
              <a:extLst>
                <a:ext uri="{FF2B5EF4-FFF2-40B4-BE49-F238E27FC236}">
                  <a16:creationId xmlns:a16="http://schemas.microsoft.com/office/drawing/2014/main" id="{3CBB8D1E-08D1-885F-A83B-23B27567A993}"/>
                </a:ext>
              </a:extLst>
            </p:cNvPr>
            <p:cNvSpPr/>
            <p:nvPr/>
          </p:nvSpPr>
          <p:spPr>
            <a:xfrm>
              <a:off x="1913349" y="4789213"/>
              <a:ext cx="49897" cy="104100"/>
            </a:xfrm>
            <a:custGeom>
              <a:avLst/>
              <a:gdLst>
                <a:gd name="csX0" fmla="*/ 0 w 49897"/>
                <a:gd name="csY0" fmla="*/ 0 h 104100"/>
                <a:gd name="csX1" fmla="*/ 0 w 49897"/>
                <a:gd name="csY1" fmla="*/ 104100 h 104100"/>
                <a:gd name="csX2" fmla="*/ 49897 w 49897"/>
                <a:gd name="csY2" fmla="*/ 104100 h 104100"/>
                <a:gd name="csX3" fmla="*/ 49897 w 49897"/>
                <a:gd name="csY3" fmla="*/ 0 h 104100"/>
                <a:gd name="csX4" fmla="*/ 0 w 49897"/>
                <a:gd name="csY4" fmla="*/ 0 h 104100"/>
                <a:gd name="csX5" fmla="*/ 0 w 49897"/>
                <a:gd name="csY5" fmla="*/ 0 h 10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04100">
                  <a:moveTo>
                    <a:pt x="0" y="0"/>
                  </a:moveTo>
                  <a:lnTo>
                    <a:pt x="0" y="104100"/>
                  </a:lnTo>
                  <a:lnTo>
                    <a:pt x="49897" y="104100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4" name="Freeform 2943">
              <a:extLst>
                <a:ext uri="{FF2B5EF4-FFF2-40B4-BE49-F238E27FC236}">
                  <a16:creationId xmlns:a16="http://schemas.microsoft.com/office/drawing/2014/main" id="{EE7E11FB-2EB4-7640-37C2-E35A17863E75}"/>
                </a:ext>
              </a:extLst>
            </p:cNvPr>
            <p:cNvSpPr/>
            <p:nvPr/>
          </p:nvSpPr>
          <p:spPr>
            <a:xfrm>
              <a:off x="1913349" y="4789213"/>
              <a:ext cx="49897" cy="104100"/>
            </a:xfrm>
            <a:custGeom>
              <a:avLst/>
              <a:gdLst>
                <a:gd name="csX0" fmla="*/ 0 w 49897"/>
                <a:gd name="csY0" fmla="*/ 0 h 104100"/>
                <a:gd name="csX1" fmla="*/ 0 w 49897"/>
                <a:gd name="csY1" fmla="*/ 104100 h 104100"/>
                <a:gd name="csX2" fmla="*/ 49897 w 49897"/>
                <a:gd name="csY2" fmla="*/ 104100 h 104100"/>
                <a:gd name="csX3" fmla="*/ 49897 w 49897"/>
                <a:gd name="csY3" fmla="*/ 0 h 104100"/>
                <a:gd name="csX4" fmla="*/ 0 w 49897"/>
                <a:gd name="csY4" fmla="*/ 0 h 104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04100">
                  <a:moveTo>
                    <a:pt x="0" y="0"/>
                  </a:moveTo>
                  <a:lnTo>
                    <a:pt x="0" y="104100"/>
                  </a:lnTo>
                  <a:lnTo>
                    <a:pt x="49897" y="104100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5" name="Freeform 2944">
              <a:extLst>
                <a:ext uri="{FF2B5EF4-FFF2-40B4-BE49-F238E27FC236}">
                  <a16:creationId xmlns:a16="http://schemas.microsoft.com/office/drawing/2014/main" id="{9B8629C8-520A-3766-9DE6-6D4CC566B8DD}"/>
                </a:ext>
              </a:extLst>
            </p:cNvPr>
            <p:cNvSpPr/>
            <p:nvPr/>
          </p:nvSpPr>
          <p:spPr>
            <a:xfrm>
              <a:off x="1963246" y="4778905"/>
              <a:ext cx="49887" cy="114408"/>
            </a:xfrm>
            <a:custGeom>
              <a:avLst/>
              <a:gdLst>
                <a:gd name="csX0" fmla="*/ 0 w 49887"/>
                <a:gd name="csY0" fmla="*/ 0 h 114408"/>
                <a:gd name="csX1" fmla="*/ 0 w 49887"/>
                <a:gd name="csY1" fmla="*/ 114409 h 114408"/>
                <a:gd name="csX2" fmla="*/ 49887 w 49887"/>
                <a:gd name="csY2" fmla="*/ 114409 h 114408"/>
                <a:gd name="csX3" fmla="*/ 49887 w 49887"/>
                <a:gd name="csY3" fmla="*/ 0 h 114408"/>
                <a:gd name="csX4" fmla="*/ 0 w 49887"/>
                <a:gd name="csY4" fmla="*/ 0 h 114408"/>
                <a:gd name="csX5" fmla="*/ 0 w 49887"/>
                <a:gd name="csY5" fmla="*/ 0 h 114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7" h="114408">
                  <a:moveTo>
                    <a:pt x="0" y="0"/>
                  </a:moveTo>
                  <a:lnTo>
                    <a:pt x="0" y="114409"/>
                  </a:lnTo>
                  <a:lnTo>
                    <a:pt x="49887" y="114409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6" name="Freeform 2945">
              <a:extLst>
                <a:ext uri="{FF2B5EF4-FFF2-40B4-BE49-F238E27FC236}">
                  <a16:creationId xmlns:a16="http://schemas.microsoft.com/office/drawing/2014/main" id="{282B72C5-D0C9-0786-090C-DC0E666EBE2B}"/>
                </a:ext>
              </a:extLst>
            </p:cNvPr>
            <p:cNvSpPr/>
            <p:nvPr/>
          </p:nvSpPr>
          <p:spPr>
            <a:xfrm>
              <a:off x="1963246" y="4778905"/>
              <a:ext cx="49887" cy="114408"/>
            </a:xfrm>
            <a:custGeom>
              <a:avLst/>
              <a:gdLst>
                <a:gd name="csX0" fmla="*/ 0 w 49887"/>
                <a:gd name="csY0" fmla="*/ 0 h 114408"/>
                <a:gd name="csX1" fmla="*/ 0 w 49887"/>
                <a:gd name="csY1" fmla="*/ 114409 h 114408"/>
                <a:gd name="csX2" fmla="*/ 49887 w 49887"/>
                <a:gd name="csY2" fmla="*/ 114409 h 114408"/>
                <a:gd name="csX3" fmla="*/ 49887 w 49887"/>
                <a:gd name="csY3" fmla="*/ 0 h 114408"/>
                <a:gd name="csX4" fmla="*/ 0 w 49887"/>
                <a:gd name="csY4" fmla="*/ 0 h 114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7" h="114408">
                  <a:moveTo>
                    <a:pt x="0" y="0"/>
                  </a:moveTo>
                  <a:lnTo>
                    <a:pt x="0" y="114409"/>
                  </a:lnTo>
                  <a:lnTo>
                    <a:pt x="49887" y="114409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7" name="Freeform 2946">
              <a:extLst>
                <a:ext uri="{FF2B5EF4-FFF2-40B4-BE49-F238E27FC236}">
                  <a16:creationId xmlns:a16="http://schemas.microsoft.com/office/drawing/2014/main" id="{A9806468-B2A5-20DD-985C-183D57F9F4CA}"/>
                </a:ext>
              </a:extLst>
            </p:cNvPr>
            <p:cNvSpPr/>
            <p:nvPr/>
          </p:nvSpPr>
          <p:spPr>
            <a:xfrm>
              <a:off x="2013133" y="4770045"/>
              <a:ext cx="49886" cy="123268"/>
            </a:xfrm>
            <a:custGeom>
              <a:avLst/>
              <a:gdLst>
                <a:gd name="csX0" fmla="*/ 0 w 49886"/>
                <a:gd name="csY0" fmla="*/ 0 h 123268"/>
                <a:gd name="csX1" fmla="*/ 0 w 49886"/>
                <a:gd name="csY1" fmla="*/ 123268 h 123268"/>
                <a:gd name="csX2" fmla="*/ 49887 w 49886"/>
                <a:gd name="csY2" fmla="*/ 123268 h 123268"/>
                <a:gd name="csX3" fmla="*/ 49887 w 49886"/>
                <a:gd name="csY3" fmla="*/ 0 h 123268"/>
                <a:gd name="csX4" fmla="*/ 0 w 49886"/>
                <a:gd name="csY4" fmla="*/ 0 h 123268"/>
                <a:gd name="csX5" fmla="*/ 0 w 49886"/>
                <a:gd name="csY5" fmla="*/ 0 h 123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123268">
                  <a:moveTo>
                    <a:pt x="0" y="0"/>
                  </a:moveTo>
                  <a:lnTo>
                    <a:pt x="0" y="123268"/>
                  </a:lnTo>
                  <a:lnTo>
                    <a:pt x="49887" y="123268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8" name="Freeform 2947">
              <a:extLst>
                <a:ext uri="{FF2B5EF4-FFF2-40B4-BE49-F238E27FC236}">
                  <a16:creationId xmlns:a16="http://schemas.microsoft.com/office/drawing/2014/main" id="{39926FE1-C5C9-D5FF-9A56-7C419AF92595}"/>
                </a:ext>
              </a:extLst>
            </p:cNvPr>
            <p:cNvSpPr/>
            <p:nvPr/>
          </p:nvSpPr>
          <p:spPr>
            <a:xfrm>
              <a:off x="2013133" y="4770045"/>
              <a:ext cx="49886" cy="123268"/>
            </a:xfrm>
            <a:custGeom>
              <a:avLst/>
              <a:gdLst>
                <a:gd name="csX0" fmla="*/ 0 w 49886"/>
                <a:gd name="csY0" fmla="*/ 0 h 123268"/>
                <a:gd name="csX1" fmla="*/ 0 w 49886"/>
                <a:gd name="csY1" fmla="*/ 123268 h 123268"/>
                <a:gd name="csX2" fmla="*/ 49887 w 49886"/>
                <a:gd name="csY2" fmla="*/ 123268 h 123268"/>
                <a:gd name="csX3" fmla="*/ 49887 w 49886"/>
                <a:gd name="csY3" fmla="*/ 0 h 123268"/>
                <a:gd name="csX4" fmla="*/ 0 w 49886"/>
                <a:gd name="csY4" fmla="*/ 0 h 123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123268">
                  <a:moveTo>
                    <a:pt x="0" y="0"/>
                  </a:moveTo>
                  <a:lnTo>
                    <a:pt x="0" y="123268"/>
                  </a:lnTo>
                  <a:lnTo>
                    <a:pt x="49887" y="123268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9" name="Freeform 2948">
              <a:extLst>
                <a:ext uri="{FF2B5EF4-FFF2-40B4-BE49-F238E27FC236}">
                  <a16:creationId xmlns:a16="http://schemas.microsoft.com/office/drawing/2014/main" id="{A3861BFF-B1E5-FD43-02D0-5611A2E4A3C5}"/>
                </a:ext>
              </a:extLst>
            </p:cNvPr>
            <p:cNvSpPr/>
            <p:nvPr/>
          </p:nvSpPr>
          <p:spPr>
            <a:xfrm>
              <a:off x="2063020" y="4757522"/>
              <a:ext cx="49897" cy="135791"/>
            </a:xfrm>
            <a:custGeom>
              <a:avLst/>
              <a:gdLst>
                <a:gd name="csX0" fmla="*/ 0 w 49897"/>
                <a:gd name="csY0" fmla="*/ 0 h 135791"/>
                <a:gd name="csX1" fmla="*/ 0 w 49897"/>
                <a:gd name="csY1" fmla="*/ 135792 h 135791"/>
                <a:gd name="csX2" fmla="*/ 49897 w 49897"/>
                <a:gd name="csY2" fmla="*/ 135792 h 135791"/>
                <a:gd name="csX3" fmla="*/ 49897 w 49897"/>
                <a:gd name="csY3" fmla="*/ 0 h 135791"/>
                <a:gd name="csX4" fmla="*/ 0 w 49897"/>
                <a:gd name="csY4" fmla="*/ 0 h 135791"/>
                <a:gd name="csX5" fmla="*/ 0 w 49897"/>
                <a:gd name="csY5" fmla="*/ 0 h 135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35791">
                  <a:moveTo>
                    <a:pt x="0" y="0"/>
                  </a:moveTo>
                  <a:lnTo>
                    <a:pt x="0" y="135792"/>
                  </a:lnTo>
                  <a:lnTo>
                    <a:pt x="49897" y="135792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0" name="Freeform 2949">
              <a:extLst>
                <a:ext uri="{FF2B5EF4-FFF2-40B4-BE49-F238E27FC236}">
                  <a16:creationId xmlns:a16="http://schemas.microsoft.com/office/drawing/2014/main" id="{13677602-8847-17D2-231B-E4C19063ECF9}"/>
                </a:ext>
              </a:extLst>
            </p:cNvPr>
            <p:cNvSpPr/>
            <p:nvPr/>
          </p:nvSpPr>
          <p:spPr>
            <a:xfrm>
              <a:off x="2063020" y="4757522"/>
              <a:ext cx="49897" cy="135791"/>
            </a:xfrm>
            <a:custGeom>
              <a:avLst/>
              <a:gdLst>
                <a:gd name="csX0" fmla="*/ 0 w 49897"/>
                <a:gd name="csY0" fmla="*/ 0 h 135791"/>
                <a:gd name="csX1" fmla="*/ 0 w 49897"/>
                <a:gd name="csY1" fmla="*/ 135792 h 135791"/>
                <a:gd name="csX2" fmla="*/ 49897 w 49897"/>
                <a:gd name="csY2" fmla="*/ 135792 h 135791"/>
                <a:gd name="csX3" fmla="*/ 49897 w 49897"/>
                <a:gd name="csY3" fmla="*/ 0 h 135791"/>
                <a:gd name="csX4" fmla="*/ 0 w 49897"/>
                <a:gd name="csY4" fmla="*/ 0 h 1357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35791">
                  <a:moveTo>
                    <a:pt x="0" y="0"/>
                  </a:moveTo>
                  <a:lnTo>
                    <a:pt x="0" y="135792"/>
                  </a:lnTo>
                  <a:lnTo>
                    <a:pt x="49897" y="135792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1" name="Freeform 2950">
              <a:extLst>
                <a:ext uri="{FF2B5EF4-FFF2-40B4-BE49-F238E27FC236}">
                  <a16:creationId xmlns:a16="http://schemas.microsoft.com/office/drawing/2014/main" id="{20344ABC-873E-17B5-CC85-FE0EBEC53DDB}"/>
                </a:ext>
              </a:extLst>
            </p:cNvPr>
            <p:cNvSpPr/>
            <p:nvPr/>
          </p:nvSpPr>
          <p:spPr>
            <a:xfrm>
              <a:off x="2112918" y="4751684"/>
              <a:ext cx="49887" cy="141629"/>
            </a:xfrm>
            <a:custGeom>
              <a:avLst/>
              <a:gdLst>
                <a:gd name="csX0" fmla="*/ 0 w 49887"/>
                <a:gd name="csY0" fmla="*/ 0 h 141629"/>
                <a:gd name="csX1" fmla="*/ 0 w 49887"/>
                <a:gd name="csY1" fmla="*/ 141629 h 141629"/>
                <a:gd name="csX2" fmla="*/ 49887 w 49887"/>
                <a:gd name="csY2" fmla="*/ 141629 h 141629"/>
                <a:gd name="csX3" fmla="*/ 49887 w 49887"/>
                <a:gd name="csY3" fmla="*/ 0 h 141629"/>
                <a:gd name="csX4" fmla="*/ 0 w 49887"/>
                <a:gd name="csY4" fmla="*/ 0 h 141629"/>
                <a:gd name="csX5" fmla="*/ 0 w 49887"/>
                <a:gd name="csY5" fmla="*/ 0 h 141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7" h="141629">
                  <a:moveTo>
                    <a:pt x="0" y="0"/>
                  </a:moveTo>
                  <a:lnTo>
                    <a:pt x="0" y="141629"/>
                  </a:lnTo>
                  <a:lnTo>
                    <a:pt x="49887" y="141629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2" name="Freeform 2951">
              <a:extLst>
                <a:ext uri="{FF2B5EF4-FFF2-40B4-BE49-F238E27FC236}">
                  <a16:creationId xmlns:a16="http://schemas.microsoft.com/office/drawing/2014/main" id="{E097FE1E-D7CF-916E-DBB8-FCF7200882A0}"/>
                </a:ext>
              </a:extLst>
            </p:cNvPr>
            <p:cNvSpPr/>
            <p:nvPr/>
          </p:nvSpPr>
          <p:spPr>
            <a:xfrm>
              <a:off x="2112918" y="4751684"/>
              <a:ext cx="49887" cy="141629"/>
            </a:xfrm>
            <a:custGeom>
              <a:avLst/>
              <a:gdLst>
                <a:gd name="csX0" fmla="*/ 0 w 49887"/>
                <a:gd name="csY0" fmla="*/ 0 h 141629"/>
                <a:gd name="csX1" fmla="*/ 0 w 49887"/>
                <a:gd name="csY1" fmla="*/ 141629 h 141629"/>
                <a:gd name="csX2" fmla="*/ 49887 w 49887"/>
                <a:gd name="csY2" fmla="*/ 141629 h 141629"/>
                <a:gd name="csX3" fmla="*/ 49887 w 49887"/>
                <a:gd name="csY3" fmla="*/ 0 h 141629"/>
                <a:gd name="csX4" fmla="*/ 0 w 49887"/>
                <a:gd name="csY4" fmla="*/ 0 h 141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7" h="141629">
                  <a:moveTo>
                    <a:pt x="0" y="0"/>
                  </a:moveTo>
                  <a:lnTo>
                    <a:pt x="0" y="141629"/>
                  </a:lnTo>
                  <a:lnTo>
                    <a:pt x="49887" y="141629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3" name="Freeform 2952">
              <a:extLst>
                <a:ext uri="{FF2B5EF4-FFF2-40B4-BE49-F238E27FC236}">
                  <a16:creationId xmlns:a16="http://schemas.microsoft.com/office/drawing/2014/main" id="{A83BCD2F-C495-C834-3135-44A0C36C827B}"/>
                </a:ext>
              </a:extLst>
            </p:cNvPr>
            <p:cNvSpPr/>
            <p:nvPr/>
          </p:nvSpPr>
          <p:spPr>
            <a:xfrm>
              <a:off x="2162805" y="4748331"/>
              <a:ext cx="49886" cy="144982"/>
            </a:xfrm>
            <a:custGeom>
              <a:avLst/>
              <a:gdLst>
                <a:gd name="csX0" fmla="*/ 0 w 49886"/>
                <a:gd name="csY0" fmla="*/ 0 h 144982"/>
                <a:gd name="csX1" fmla="*/ 0 w 49886"/>
                <a:gd name="csY1" fmla="*/ 144983 h 144982"/>
                <a:gd name="csX2" fmla="*/ 49887 w 49886"/>
                <a:gd name="csY2" fmla="*/ 144983 h 144982"/>
                <a:gd name="csX3" fmla="*/ 49887 w 49886"/>
                <a:gd name="csY3" fmla="*/ 0 h 144982"/>
                <a:gd name="csX4" fmla="*/ 0 w 49886"/>
                <a:gd name="csY4" fmla="*/ 0 h 144982"/>
                <a:gd name="csX5" fmla="*/ 0 w 49886"/>
                <a:gd name="csY5" fmla="*/ 0 h 144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144982">
                  <a:moveTo>
                    <a:pt x="0" y="0"/>
                  </a:moveTo>
                  <a:lnTo>
                    <a:pt x="0" y="144983"/>
                  </a:lnTo>
                  <a:lnTo>
                    <a:pt x="49887" y="144983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4" name="Freeform 2953">
              <a:extLst>
                <a:ext uri="{FF2B5EF4-FFF2-40B4-BE49-F238E27FC236}">
                  <a16:creationId xmlns:a16="http://schemas.microsoft.com/office/drawing/2014/main" id="{3E79E2CC-3083-3072-4E05-6AFB9764D085}"/>
                </a:ext>
              </a:extLst>
            </p:cNvPr>
            <p:cNvSpPr/>
            <p:nvPr/>
          </p:nvSpPr>
          <p:spPr>
            <a:xfrm>
              <a:off x="2162805" y="4748331"/>
              <a:ext cx="49886" cy="144982"/>
            </a:xfrm>
            <a:custGeom>
              <a:avLst/>
              <a:gdLst>
                <a:gd name="csX0" fmla="*/ 0 w 49886"/>
                <a:gd name="csY0" fmla="*/ 0 h 144982"/>
                <a:gd name="csX1" fmla="*/ 0 w 49886"/>
                <a:gd name="csY1" fmla="*/ 144983 h 144982"/>
                <a:gd name="csX2" fmla="*/ 49887 w 49886"/>
                <a:gd name="csY2" fmla="*/ 144983 h 144982"/>
                <a:gd name="csX3" fmla="*/ 49887 w 49886"/>
                <a:gd name="csY3" fmla="*/ 0 h 144982"/>
                <a:gd name="csX4" fmla="*/ 0 w 49886"/>
                <a:gd name="csY4" fmla="*/ 0 h 144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144982">
                  <a:moveTo>
                    <a:pt x="0" y="0"/>
                  </a:moveTo>
                  <a:lnTo>
                    <a:pt x="0" y="144983"/>
                  </a:lnTo>
                  <a:lnTo>
                    <a:pt x="49887" y="144983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5" name="Freeform 2954">
              <a:extLst>
                <a:ext uri="{FF2B5EF4-FFF2-40B4-BE49-F238E27FC236}">
                  <a16:creationId xmlns:a16="http://schemas.microsoft.com/office/drawing/2014/main" id="{C829ACAE-E0CB-76CC-FF14-9E2442470D6C}"/>
                </a:ext>
              </a:extLst>
            </p:cNvPr>
            <p:cNvSpPr/>
            <p:nvPr/>
          </p:nvSpPr>
          <p:spPr>
            <a:xfrm>
              <a:off x="2212692" y="4747793"/>
              <a:ext cx="49897" cy="145520"/>
            </a:xfrm>
            <a:custGeom>
              <a:avLst/>
              <a:gdLst>
                <a:gd name="csX0" fmla="*/ 0 w 49897"/>
                <a:gd name="csY0" fmla="*/ 0 h 145520"/>
                <a:gd name="csX1" fmla="*/ 0 w 49897"/>
                <a:gd name="csY1" fmla="*/ 145521 h 145520"/>
                <a:gd name="csX2" fmla="*/ 49897 w 49897"/>
                <a:gd name="csY2" fmla="*/ 145521 h 145520"/>
                <a:gd name="csX3" fmla="*/ 49897 w 49897"/>
                <a:gd name="csY3" fmla="*/ 0 h 145520"/>
                <a:gd name="csX4" fmla="*/ 0 w 49897"/>
                <a:gd name="csY4" fmla="*/ 0 h 145520"/>
                <a:gd name="csX5" fmla="*/ 0 w 49897"/>
                <a:gd name="csY5" fmla="*/ 0 h 145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45520">
                  <a:moveTo>
                    <a:pt x="0" y="0"/>
                  </a:moveTo>
                  <a:lnTo>
                    <a:pt x="0" y="145521"/>
                  </a:lnTo>
                  <a:lnTo>
                    <a:pt x="49897" y="145521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6" name="Freeform 2955">
              <a:extLst>
                <a:ext uri="{FF2B5EF4-FFF2-40B4-BE49-F238E27FC236}">
                  <a16:creationId xmlns:a16="http://schemas.microsoft.com/office/drawing/2014/main" id="{90634E88-F1C4-1E76-3496-23D53E96EEF0}"/>
                </a:ext>
              </a:extLst>
            </p:cNvPr>
            <p:cNvSpPr/>
            <p:nvPr/>
          </p:nvSpPr>
          <p:spPr>
            <a:xfrm>
              <a:off x="2212692" y="4747793"/>
              <a:ext cx="49897" cy="145520"/>
            </a:xfrm>
            <a:custGeom>
              <a:avLst/>
              <a:gdLst>
                <a:gd name="csX0" fmla="*/ 0 w 49897"/>
                <a:gd name="csY0" fmla="*/ 0 h 145520"/>
                <a:gd name="csX1" fmla="*/ 0 w 49897"/>
                <a:gd name="csY1" fmla="*/ 145521 h 145520"/>
                <a:gd name="csX2" fmla="*/ 49897 w 49897"/>
                <a:gd name="csY2" fmla="*/ 145521 h 145520"/>
                <a:gd name="csX3" fmla="*/ 49897 w 49897"/>
                <a:gd name="csY3" fmla="*/ 0 h 145520"/>
                <a:gd name="csX4" fmla="*/ 0 w 49897"/>
                <a:gd name="csY4" fmla="*/ 0 h 145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45520">
                  <a:moveTo>
                    <a:pt x="0" y="0"/>
                  </a:moveTo>
                  <a:lnTo>
                    <a:pt x="0" y="145521"/>
                  </a:lnTo>
                  <a:lnTo>
                    <a:pt x="49897" y="145521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7" name="Freeform 2956">
              <a:extLst>
                <a:ext uri="{FF2B5EF4-FFF2-40B4-BE49-F238E27FC236}">
                  <a16:creationId xmlns:a16="http://schemas.microsoft.com/office/drawing/2014/main" id="{CED5F734-8362-140B-68DD-04AC3C59EA7C}"/>
                </a:ext>
              </a:extLst>
            </p:cNvPr>
            <p:cNvSpPr/>
            <p:nvPr/>
          </p:nvSpPr>
          <p:spPr>
            <a:xfrm>
              <a:off x="2262589" y="4756042"/>
              <a:ext cx="49886" cy="137271"/>
            </a:xfrm>
            <a:custGeom>
              <a:avLst/>
              <a:gdLst>
                <a:gd name="csX0" fmla="*/ 0 w 49886"/>
                <a:gd name="csY0" fmla="*/ 0 h 137271"/>
                <a:gd name="csX1" fmla="*/ 0 w 49886"/>
                <a:gd name="csY1" fmla="*/ 137272 h 137271"/>
                <a:gd name="csX2" fmla="*/ 49887 w 49886"/>
                <a:gd name="csY2" fmla="*/ 137272 h 137271"/>
                <a:gd name="csX3" fmla="*/ 49887 w 49886"/>
                <a:gd name="csY3" fmla="*/ 0 h 137271"/>
                <a:gd name="csX4" fmla="*/ 0 w 49886"/>
                <a:gd name="csY4" fmla="*/ 0 h 137271"/>
                <a:gd name="csX5" fmla="*/ 0 w 49886"/>
                <a:gd name="csY5" fmla="*/ 0 h 137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137271">
                  <a:moveTo>
                    <a:pt x="0" y="0"/>
                  </a:moveTo>
                  <a:lnTo>
                    <a:pt x="0" y="137272"/>
                  </a:lnTo>
                  <a:lnTo>
                    <a:pt x="49887" y="137272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8" name="Freeform 2957">
              <a:extLst>
                <a:ext uri="{FF2B5EF4-FFF2-40B4-BE49-F238E27FC236}">
                  <a16:creationId xmlns:a16="http://schemas.microsoft.com/office/drawing/2014/main" id="{2B0DBA8A-0841-7AC6-FED1-17AEB3EDB679}"/>
                </a:ext>
              </a:extLst>
            </p:cNvPr>
            <p:cNvSpPr/>
            <p:nvPr/>
          </p:nvSpPr>
          <p:spPr>
            <a:xfrm>
              <a:off x="2262589" y="4756042"/>
              <a:ext cx="49886" cy="137271"/>
            </a:xfrm>
            <a:custGeom>
              <a:avLst/>
              <a:gdLst>
                <a:gd name="csX0" fmla="*/ 0 w 49886"/>
                <a:gd name="csY0" fmla="*/ 0 h 137271"/>
                <a:gd name="csX1" fmla="*/ 0 w 49886"/>
                <a:gd name="csY1" fmla="*/ 137272 h 137271"/>
                <a:gd name="csX2" fmla="*/ 49887 w 49886"/>
                <a:gd name="csY2" fmla="*/ 137272 h 137271"/>
                <a:gd name="csX3" fmla="*/ 49887 w 49886"/>
                <a:gd name="csY3" fmla="*/ 0 h 137271"/>
                <a:gd name="csX4" fmla="*/ 0 w 49886"/>
                <a:gd name="csY4" fmla="*/ 0 h 137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137271">
                  <a:moveTo>
                    <a:pt x="0" y="0"/>
                  </a:moveTo>
                  <a:lnTo>
                    <a:pt x="0" y="137272"/>
                  </a:lnTo>
                  <a:lnTo>
                    <a:pt x="49887" y="137272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9" name="Freeform 2958">
              <a:extLst>
                <a:ext uri="{FF2B5EF4-FFF2-40B4-BE49-F238E27FC236}">
                  <a16:creationId xmlns:a16="http://schemas.microsoft.com/office/drawing/2014/main" id="{BCF4942E-D5CA-ED4C-6E1D-B02C5EB8D930}"/>
                </a:ext>
              </a:extLst>
            </p:cNvPr>
            <p:cNvSpPr/>
            <p:nvPr/>
          </p:nvSpPr>
          <p:spPr>
            <a:xfrm>
              <a:off x="2312476" y="4760968"/>
              <a:ext cx="49886" cy="132345"/>
            </a:xfrm>
            <a:custGeom>
              <a:avLst/>
              <a:gdLst>
                <a:gd name="csX0" fmla="*/ 0 w 49886"/>
                <a:gd name="csY0" fmla="*/ 0 h 132345"/>
                <a:gd name="csX1" fmla="*/ 0 w 49886"/>
                <a:gd name="csY1" fmla="*/ 132345 h 132345"/>
                <a:gd name="csX2" fmla="*/ 49887 w 49886"/>
                <a:gd name="csY2" fmla="*/ 132345 h 132345"/>
                <a:gd name="csX3" fmla="*/ 49887 w 49886"/>
                <a:gd name="csY3" fmla="*/ 0 h 132345"/>
                <a:gd name="csX4" fmla="*/ 0 w 49886"/>
                <a:gd name="csY4" fmla="*/ 0 h 132345"/>
                <a:gd name="csX5" fmla="*/ 0 w 49886"/>
                <a:gd name="csY5" fmla="*/ 0 h 132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132345">
                  <a:moveTo>
                    <a:pt x="0" y="0"/>
                  </a:moveTo>
                  <a:lnTo>
                    <a:pt x="0" y="132345"/>
                  </a:lnTo>
                  <a:lnTo>
                    <a:pt x="49887" y="132345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0" name="Freeform 2959">
              <a:extLst>
                <a:ext uri="{FF2B5EF4-FFF2-40B4-BE49-F238E27FC236}">
                  <a16:creationId xmlns:a16="http://schemas.microsoft.com/office/drawing/2014/main" id="{99F17B18-C7BA-5E11-3294-5479811A7665}"/>
                </a:ext>
              </a:extLst>
            </p:cNvPr>
            <p:cNvSpPr/>
            <p:nvPr/>
          </p:nvSpPr>
          <p:spPr>
            <a:xfrm>
              <a:off x="2312476" y="4760968"/>
              <a:ext cx="49886" cy="132345"/>
            </a:xfrm>
            <a:custGeom>
              <a:avLst/>
              <a:gdLst>
                <a:gd name="csX0" fmla="*/ 0 w 49886"/>
                <a:gd name="csY0" fmla="*/ 0 h 132345"/>
                <a:gd name="csX1" fmla="*/ 0 w 49886"/>
                <a:gd name="csY1" fmla="*/ 132345 h 132345"/>
                <a:gd name="csX2" fmla="*/ 49887 w 49886"/>
                <a:gd name="csY2" fmla="*/ 132345 h 132345"/>
                <a:gd name="csX3" fmla="*/ 49887 w 49886"/>
                <a:gd name="csY3" fmla="*/ 0 h 132345"/>
                <a:gd name="csX4" fmla="*/ 0 w 49886"/>
                <a:gd name="csY4" fmla="*/ 0 h 132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132345">
                  <a:moveTo>
                    <a:pt x="0" y="0"/>
                  </a:moveTo>
                  <a:lnTo>
                    <a:pt x="0" y="132345"/>
                  </a:lnTo>
                  <a:lnTo>
                    <a:pt x="49887" y="132345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1" name="Freeform 2960">
              <a:extLst>
                <a:ext uri="{FF2B5EF4-FFF2-40B4-BE49-F238E27FC236}">
                  <a16:creationId xmlns:a16="http://schemas.microsoft.com/office/drawing/2014/main" id="{2C21E9D0-4AB8-1E82-71F7-C1EDBBD6D137}"/>
                </a:ext>
              </a:extLst>
            </p:cNvPr>
            <p:cNvSpPr/>
            <p:nvPr/>
          </p:nvSpPr>
          <p:spPr>
            <a:xfrm>
              <a:off x="2362363" y="4766982"/>
              <a:ext cx="49897" cy="126332"/>
            </a:xfrm>
            <a:custGeom>
              <a:avLst/>
              <a:gdLst>
                <a:gd name="csX0" fmla="*/ 0 w 49897"/>
                <a:gd name="csY0" fmla="*/ 0 h 126332"/>
                <a:gd name="csX1" fmla="*/ 0 w 49897"/>
                <a:gd name="csY1" fmla="*/ 126332 h 126332"/>
                <a:gd name="csX2" fmla="*/ 49897 w 49897"/>
                <a:gd name="csY2" fmla="*/ 126332 h 126332"/>
                <a:gd name="csX3" fmla="*/ 49897 w 49897"/>
                <a:gd name="csY3" fmla="*/ 0 h 126332"/>
                <a:gd name="csX4" fmla="*/ 0 w 49897"/>
                <a:gd name="csY4" fmla="*/ 0 h 126332"/>
                <a:gd name="csX5" fmla="*/ 0 w 49897"/>
                <a:gd name="csY5" fmla="*/ 0 h 126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26332">
                  <a:moveTo>
                    <a:pt x="0" y="0"/>
                  </a:moveTo>
                  <a:lnTo>
                    <a:pt x="0" y="126332"/>
                  </a:lnTo>
                  <a:lnTo>
                    <a:pt x="49897" y="126332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2" name="Freeform 2961">
              <a:extLst>
                <a:ext uri="{FF2B5EF4-FFF2-40B4-BE49-F238E27FC236}">
                  <a16:creationId xmlns:a16="http://schemas.microsoft.com/office/drawing/2014/main" id="{65B35ACA-F1B1-9E81-A834-2B314F0C3E1F}"/>
                </a:ext>
              </a:extLst>
            </p:cNvPr>
            <p:cNvSpPr/>
            <p:nvPr/>
          </p:nvSpPr>
          <p:spPr>
            <a:xfrm>
              <a:off x="2362363" y="4766982"/>
              <a:ext cx="49897" cy="126332"/>
            </a:xfrm>
            <a:custGeom>
              <a:avLst/>
              <a:gdLst>
                <a:gd name="csX0" fmla="*/ 0 w 49897"/>
                <a:gd name="csY0" fmla="*/ 0 h 126332"/>
                <a:gd name="csX1" fmla="*/ 0 w 49897"/>
                <a:gd name="csY1" fmla="*/ 126332 h 126332"/>
                <a:gd name="csX2" fmla="*/ 49897 w 49897"/>
                <a:gd name="csY2" fmla="*/ 126332 h 126332"/>
                <a:gd name="csX3" fmla="*/ 49897 w 49897"/>
                <a:gd name="csY3" fmla="*/ 0 h 126332"/>
                <a:gd name="csX4" fmla="*/ 0 w 49897"/>
                <a:gd name="csY4" fmla="*/ 0 h 126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26332">
                  <a:moveTo>
                    <a:pt x="0" y="0"/>
                  </a:moveTo>
                  <a:lnTo>
                    <a:pt x="0" y="126332"/>
                  </a:lnTo>
                  <a:lnTo>
                    <a:pt x="49897" y="126332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3" name="Freeform 2962">
              <a:extLst>
                <a:ext uri="{FF2B5EF4-FFF2-40B4-BE49-F238E27FC236}">
                  <a16:creationId xmlns:a16="http://schemas.microsoft.com/office/drawing/2014/main" id="{B4FC3E61-5B2A-6BDB-5F52-7877D94FCE05}"/>
                </a:ext>
              </a:extLst>
            </p:cNvPr>
            <p:cNvSpPr/>
            <p:nvPr/>
          </p:nvSpPr>
          <p:spPr>
            <a:xfrm>
              <a:off x="2412260" y="4781668"/>
              <a:ext cx="49886" cy="111645"/>
            </a:xfrm>
            <a:custGeom>
              <a:avLst/>
              <a:gdLst>
                <a:gd name="csX0" fmla="*/ 0 w 49886"/>
                <a:gd name="csY0" fmla="*/ 0 h 111645"/>
                <a:gd name="csX1" fmla="*/ 0 w 49886"/>
                <a:gd name="csY1" fmla="*/ 111645 h 111645"/>
                <a:gd name="csX2" fmla="*/ 49887 w 49886"/>
                <a:gd name="csY2" fmla="*/ 111645 h 111645"/>
                <a:gd name="csX3" fmla="*/ 49887 w 49886"/>
                <a:gd name="csY3" fmla="*/ 0 h 111645"/>
                <a:gd name="csX4" fmla="*/ 0 w 49886"/>
                <a:gd name="csY4" fmla="*/ 0 h 111645"/>
                <a:gd name="csX5" fmla="*/ 0 w 49886"/>
                <a:gd name="csY5" fmla="*/ 0 h 1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111645">
                  <a:moveTo>
                    <a:pt x="0" y="0"/>
                  </a:moveTo>
                  <a:lnTo>
                    <a:pt x="0" y="111645"/>
                  </a:lnTo>
                  <a:lnTo>
                    <a:pt x="49887" y="111645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4" name="Freeform 2963">
              <a:extLst>
                <a:ext uri="{FF2B5EF4-FFF2-40B4-BE49-F238E27FC236}">
                  <a16:creationId xmlns:a16="http://schemas.microsoft.com/office/drawing/2014/main" id="{C1015EE5-F1D1-D4A1-A766-1B3DABA8ECFA}"/>
                </a:ext>
              </a:extLst>
            </p:cNvPr>
            <p:cNvSpPr/>
            <p:nvPr/>
          </p:nvSpPr>
          <p:spPr>
            <a:xfrm>
              <a:off x="2412260" y="4781668"/>
              <a:ext cx="49886" cy="111645"/>
            </a:xfrm>
            <a:custGeom>
              <a:avLst/>
              <a:gdLst>
                <a:gd name="csX0" fmla="*/ 0 w 49886"/>
                <a:gd name="csY0" fmla="*/ 0 h 111645"/>
                <a:gd name="csX1" fmla="*/ 0 w 49886"/>
                <a:gd name="csY1" fmla="*/ 111645 h 111645"/>
                <a:gd name="csX2" fmla="*/ 49887 w 49886"/>
                <a:gd name="csY2" fmla="*/ 111645 h 111645"/>
                <a:gd name="csX3" fmla="*/ 49887 w 49886"/>
                <a:gd name="csY3" fmla="*/ 0 h 111645"/>
                <a:gd name="csX4" fmla="*/ 0 w 49886"/>
                <a:gd name="csY4" fmla="*/ 0 h 111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111645">
                  <a:moveTo>
                    <a:pt x="0" y="0"/>
                  </a:moveTo>
                  <a:lnTo>
                    <a:pt x="0" y="111645"/>
                  </a:lnTo>
                  <a:lnTo>
                    <a:pt x="49887" y="111645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5" name="Freeform 2964">
              <a:extLst>
                <a:ext uri="{FF2B5EF4-FFF2-40B4-BE49-F238E27FC236}">
                  <a16:creationId xmlns:a16="http://schemas.microsoft.com/office/drawing/2014/main" id="{15183A13-45EE-FB33-8189-2A50754136EA}"/>
                </a:ext>
              </a:extLst>
            </p:cNvPr>
            <p:cNvSpPr/>
            <p:nvPr/>
          </p:nvSpPr>
          <p:spPr>
            <a:xfrm>
              <a:off x="2462147" y="4794068"/>
              <a:ext cx="49886" cy="99246"/>
            </a:xfrm>
            <a:custGeom>
              <a:avLst/>
              <a:gdLst>
                <a:gd name="csX0" fmla="*/ 0 w 49886"/>
                <a:gd name="csY0" fmla="*/ 0 h 99246"/>
                <a:gd name="csX1" fmla="*/ 0 w 49886"/>
                <a:gd name="csY1" fmla="*/ 99246 h 99246"/>
                <a:gd name="csX2" fmla="*/ 49887 w 49886"/>
                <a:gd name="csY2" fmla="*/ 99246 h 99246"/>
                <a:gd name="csX3" fmla="*/ 49887 w 49886"/>
                <a:gd name="csY3" fmla="*/ 0 h 99246"/>
                <a:gd name="csX4" fmla="*/ 0 w 49886"/>
                <a:gd name="csY4" fmla="*/ 0 h 99246"/>
                <a:gd name="csX5" fmla="*/ 0 w 49886"/>
                <a:gd name="csY5" fmla="*/ 0 h 9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99246">
                  <a:moveTo>
                    <a:pt x="0" y="0"/>
                  </a:moveTo>
                  <a:lnTo>
                    <a:pt x="0" y="99246"/>
                  </a:lnTo>
                  <a:lnTo>
                    <a:pt x="49887" y="99246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6" name="Freeform 2965">
              <a:extLst>
                <a:ext uri="{FF2B5EF4-FFF2-40B4-BE49-F238E27FC236}">
                  <a16:creationId xmlns:a16="http://schemas.microsoft.com/office/drawing/2014/main" id="{A92FADBF-587F-A33F-FED7-C075A2AFE49C}"/>
                </a:ext>
              </a:extLst>
            </p:cNvPr>
            <p:cNvSpPr/>
            <p:nvPr/>
          </p:nvSpPr>
          <p:spPr>
            <a:xfrm>
              <a:off x="2462147" y="4794068"/>
              <a:ext cx="49886" cy="99246"/>
            </a:xfrm>
            <a:custGeom>
              <a:avLst/>
              <a:gdLst>
                <a:gd name="csX0" fmla="*/ 0 w 49886"/>
                <a:gd name="csY0" fmla="*/ 0 h 99246"/>
                <a:gd name="csX1" fmla="*/ 0 w 49886"/>
                <a:gd name="csY1" fmla="*/ 99246 h 99246"/>
                <a:gd name="csX2" fmla="*/ 49887 w 49886"/>
                <a:gd name="csY2" fmla="*/ 99246 h 99246"/>
                <a:gd name="csX3" fmla="*/ 49887 w 49886"/>
                <a:gd name="csY3" fmla="*/ 0 h 99246"/>
                <a:gd name="csX4" fmla="*/ 0 w 49886"/>
                <a:gd name="csY4" fmla="*/ 0 h 99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99246">
                  <a:moveTo>
                    <a:pt x="0" y="0"/>
                  </a:moveTo>
                  <a:lnTo>
                    <a:pt x="0" y="99246"/>
                  </a:lnTo>
                  <a:lnTo>
                    <a:pt x="49887" y="99246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7" name="Freeform 2966">
              <a:extLst>
                <a:ext uri="{FF2B5EF4-FFF2-40B4-BE49-F238E27FC236}">
                  <a16:creationId xmlns:a16="http://schemas.microsoft.com/office/drawing/2014/main" id="{95678CE1-64DF-A257-7465-F972566DD554}"/>
                </a:ext>
              </a:extLst>
            </p:cNvPr>
            <p:cNvSpPr/>
            <p:nvPr/>
          </p:nvSpPr>
          <p:spPr>
            <a:xfrm>
              <a:off x="2512034" y="4811932"/>
              <a:ext cx="49897" cy="81382"/>
            </a:xfrm>
            <a:custGeom>
              <a:avLst/>
              <a:gdLst>
                <a:gd name="csX0" fmla="*/ 0 w 49897"/>
                <a:gd name="csY0" fmla="*/ 0 h 81382"/>
                <a:gd name="csX1" fmla="*/ 0 w 49897"/>
                <a:gd name="csY1" fmla="*/ 81382 h 81382"/>
                <a:gd name="csX2" fmla="*/ 49897 w 49897"/>
                <a:gd name="csY2" fmla="*/ 81382 h 81382"/>
                <a:gd name="csX3" fmla="*/ 49897 w 49897"/>
                <a:gd name="csY3" fmla="*/ 0 h 81382"/>
                <a:gd name="csX4" fmla="*/ 0 w 49897"/>
                <a:gd name="csY4" fmla="*/ 0 h 81382"/>
                <a:gd name="csX5" fmla="*/ 0 w 49897"/>
                <a:gd name="csY5" fmla="*/ 0 h 81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81382">
                  <a:moveTo>
                    <a:pt x="0" y="0"/>
                  </a:moveTo>
                  <a:lnTo>
                    <a:pt x="0" y="81382"/>
                  </a:lnTo>
                  <a:lnTo>
                    <a:pt x="49897" y="81382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8" name="Freeform 2967">
              <a:extLst>
                <a:ext uri="{FF2B5EF4-FFF2-40B4-BE49-F238E27FC236}">
                  <a16:creationId xmlns:a16="http://schemas.microsoft.com/office/drawing/2014/main" id="{52117B40-F0A0-0349-4289-815D51325F9F}"/>
                </a:ext>
              </a:extLst>
            </p:cNvPr>
            <p:cNvSpPr/>
            <p:nvPr/>
          </p:nvSpPr>
          <p:spPr>
            <a:xfrm>
              <a:off x="2512034" y="4811932"/>
              <a:ext cx="49897" cy="81382"/>
            </a:xfrm>
            <a:custGeom>
              <a:avLst/>
              <a:gdLst>
                <a:gd name="csX0" fmla="*/ 0 w 49897"/>
                <a:gd name="csY0" fmla="*/ 0 h 81382"/>
                <a:gd name="csX1" fmla="*/ 0 w 49897"/>
                <a:gd name="csY1" fmla="*/ 81382 h 81382"/>
                <a:gd name="csX2" fmla="*/ 49897 w 49897"/>
                <a:gd name="csY2" fmla="*/ 81382 h 81382"/>
                <a:gd name="csX3" fmla="*/ 49897 w 49897"/>
                <a:gd name="csY3" fmla="*/ 0 h 81382"/>
                <a:gd name="csX4" fmla="*/ 0 w 49897"/>
                <a:gd name="csY4" fmla="*/ 0 h 81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81382">
                  <a:moveTo>
                    <a:pt x="0" y="0"/>
                  </a:moveTo>
                  <a:lnTo>
                    <a:pt x="0" y="81382"/>
                  </a:lnTo>
                  <a:lnTo>
                    <a:pt x="49897" y="81382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9" name="Freeform 2968">
              <a:extLst>
                <a:ext uri="{FF2B5EF4-FFF2-40B4-BE49-F238E27FC236}">
                  <a16:creationId xmlns:a16="http://schemas.microsoft.com/office/drawing/2014/main" id="{59E888A1-C79F-25AD-0DE2-381F1DE1F04B}"/>
                </a:ext>
              </a:extLst>
            </p:cNvPr>
            <p:cNvSpPr/>
            <p:nvPr/>
          </p:nvSpPr>
          <p:spPr>
            <a:xfrm>
              <a:off x="2561932" y="4825583"/>
              <a:ext cx="49886" cy="67730"/>
            </a:xfrm>
            <a:custGeom>
              <a:avLst/>
              <a:gdLst>
                <a:gd name="csX0" fmla="*/ 0 w 49886"/>
                <a:gd name="csY0" fmla="*/ 0 h 67730"/>
                <a:gd name="csX1" fmla="*/ 0 w 49886"/>
                <a:gd name="csY1" fmla="*/ 67730 h 67730"/>
                <a:gd name="csX2" fmla="*/ 49887 w 49886"/>
                <a:gd name="csY2" fmla="*/ 67730 h 67730"/>
                <a:gd name="csX3" fmla="*/ 49887 w 49886"/>
                <a:gd name="csY3" fmla="*/ 0 h 67730"/>
                <a:gd name="csX4" fmla="*/ 0 w 49886"/>
                <a:gd name="csY4" fmla="*/ 0 h 67730"/>
                <a:gd name="csX5" fmla="*/ 0 w 49886"/>
                <a:gd name="csY5" fmla="*/ 0 h 67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67730">
                  <a:moveTo>
                    <a:pt x="0" y="0"/>
                  </a:moveTo>
                  <a:lnTo>
                    <a:pt x="0" y="67730"/>
                  </a:lnTo>
                  <a:lnTo>
                    <a:pt x="49887" y="67730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0" name="Freeform 2969">
              <a:extLst>
                <a:ext uri="{FF2B5EF4-FFF2-40B4-BE49-F238E27FC236}">
                  <a16:creationId xmlns:a16="http://schemas.microsoft.com/office/drawing/2014/main" id="{8E4A4078-F76C-629C-35ED-B8E86D9CF675}"/>
                </a:ext>
              </a:extLst>
            </p:cNvPr>
            <p:cNvSpPr/>
            <p:nvPr/>
          </p:nvSpPr>
          <p:spPr>
            <a:xfrm>
              <a:off x="2561932" y="4825583"/>
              <a:ext cx="49886" cy="67730"/>
            </a:xfrm>
            <a:custGeom>
              <a:avLst/>
              <a:gdLst>
                <a:gd name="csX0" fmla="*/ 0 w 49886"/>
                <a:gd name="csY0" fmla="*/ 0 h 67730"/>
                <a:gd name="csX1" fmla="*/ 0 w 49886"/>
                <a:gd name="csY1" fmla="*/ 67730 h 67730"/>
                <a:gd name="csX2" fmla="*/ 49887 w 49886"/>
                <a:gd name="csY2" fmla="*/ 67730 h 67730"/>
                <a:gd name="csX3" fmla="*/ 49887 w 49886"/>
                <a:gd name="csY3" fmla="*/ 0 h 67730"/>
                <a:gd name="csX4" fmla="*/ 0 w 49886"/>
                <a:gd name="csY4" fmla="*/ 0 h 67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67730">
                  <a:moveTo>
                    <a:pt x="0" y="0"/>
                  </a:moveTo>
                  <a:lnTo>
                    <a:pt x="0" y="67730"/>
                  </a:lnTo>
                  <a:lnTo>
                    <a:pt x="49887" y="67730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1" name="Freeform 2970">
              <a:extLst>
                <a:ext uri="{FF2B5EF4-FFF2-40B4-BE49-F238E27FC236}">
                  <a16:creationId xmlns:a16="http://schemas.microsoft.com/office/drawing/2014/main" id="{32F4AF21-A63D-0679-4AC0-C5EFE20E15B4}"/>
                </a:ext>
              </a:extLst>
            </p:cNvPr>
            <p:cNvSpPr/>
            <p:nvPr/>
          </p:nvSpPr>
          <p:spPr>
            <a:xfrm>
              <a:off x="2611818" y="4837538"/>
              <a:ext cx="49887" cy="55776"/>
            </a:xfrm>
            <a:custGeom>
              <a:avLst/>
              <a:gdLst>
                <a:gd name="csX0" fmla="*/ 0 w 49887"/>
                <a:gd name="csY0" fmla="*/ 0 h 55776"/>
                <a:gd name="csX1" fmla="*/ 0 w 49887"/>
                <a:gd name="csY1" fmla="*/ 55776 h 55776"/>
                <a:gd name="csX2" fmla="*/ 49887 w 49887"/>
                <a:gd name="csY2" fmla="*/ 55776 h 55776"/>
                <a:gd name="csX3" fmla="*/ 49887 w 49887"/>
                <a:gd name="csY3" fmla="*/ 0 h 55776"/>
                <a:gd name="csX4" fmla="*/ 0 w 49887"/>
                <a:gd name="csY4" fmla="*/ 0 h 55776"/>
                <a:gd name="csX5" fmla="*/ 0 w 49887"/>
                <a:gd name="csY5" fmla="*/ 0 h 55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7" h="55776">
                  <a:moveTo>
                    <a:pt x="0" y="0"/>
                  </a:moveTo>
                  <a:lnTo>
                    <a:pt x="0" y="55776"/>
                  </a:lnTo>
                  <a:lnTo>
                    <a:pt x="49887" y="55776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2" name="Freeform 2971">
              <a:extLst>
                <a:ext uri="{FF2B5EF4-FFF2-40B4-BE49-F238E27FC236}">
                  <a16:creationId xmlns:a16="http://schemas.microsoft.com/office/drawing/2014/main" id="{87C87D53-5A67-4A0C-00D8-4EEA2FCE47AE}"/>
                </a:ext>
              </a:extLst>
            </p:cNvPr>
            <p:cNvSpPr/>
            <p:nvPr/>
          </p:nvSpPr>
          <p:spPr>
            <a:xfrm>
              <a:off x="2611818" y="4837538"/>
              <a:ext cx="49887" cy="55776"/>
            </a:xfrm>
            <a:custGeom>
              <a:avLst/>
              <a:gdLst>
                <a:gd name="csX0" fmla="*/ 0 w 49887"/>
                <a:gd name="csY0" fmla="*/ 0 h 55776"/>
                <a:gd name="csX1" fmla="*/ 0 w 49887"/>
                <a:gd name="csY1" fmla="*/ 55776 h 55776"/>
                <a:gd name="csX2" fmla="*/ 49887 w 49887"/>
                <a:gd name="csY2" fmla="*/ 55776 h 55776"/>
                <a:gd name="csX3" fmla="*/ 49887 w 49887"/>
                <a:gd name="csY3" fmla="*/ 0 h 55776"/>
                <a:gd name="csX4" fmla="*/ 0 w 49887"/>
                <a:gd name="csY4" fmla="*/ 0 h 55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7" h="55776">
                  <a:moveTo>
                    <a:pt x="0" y="0"/>
                  </a:moveTo>
                  <a:lnTo>
                    <a:pt x="0" y="55776"/>
                  </a:lnTo>
                  <a:lnTo>
                    <a:pt x="49887" y="55776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3" name="Freeform 2972">
              <a:extLst>
                <a:ext uri="{FF2B5EF4-FFF2-40B4-BE49-F238E27FC236}">
                  <a16:creationId xmlns:a16="http://schemas.microsoft.com/office/drawing/2014/main" id="{AB5CFBB6-5DDC-6097-FF70-189B4BE188C6}"/>
                </a:ext>
              </a:extLst>
            </p:cNvPr>
            <p:cNvSpPr/>
            <p:nvPr/>
          </p:nvSpPr>
          <p:spPr>
            <a:xfrm>
              <a:off x="2661705" y="4851748"/>
              <a:ext cx="49897" cy="41565"/>
            </a:xfrm>
            <a:custGeom>
              <a:avLst/>
              <a:gdLst>
                <a:gd name="csX0" fmla="*/ 0 w 49897"/>
                <a:gd name="csY0" fmla="*/ 0 h 41565"/>
                <a:gd name="csX1" fmla="*/ 0 w 49897"/>
                <a:gd name="csY1" fmla="*/ 41566 h 41565"/>
                <a:gd name="csX2" fmla="*/ 49897 w 49897"/>
                <a:gd name="csY2" fmla="*/ 41566 h 41565"/>
                <a:gd name="csX3" fmla="*/ 49897 w 49897"/>
                <a:gd name="csY3" fmla="*/ 0 h 41565"/>
                <a:gd name="csX4" fmla="*/ 0 w 49897"/>
                <a:gd name="csY4" fmla="*/ 0 h 41565"/>
                <a:gd name="csX5" fmla="*/ 0 w 49897"/>
                <a:gd name="csY5" fmla="*/ 0 h 41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41565">
                  <a:moveTo>
                    <a:pt x="0" y="0"/>
                  </a:moveTo>
                  <a:lnTo>
                    <a:pt x="0" y="41566"/>
                  </a:lnTo>
                  <a:lnTo>
                    <a:pt x="49897" y="41566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4" name="Freeform 2973">
              <a:extLst>
                <a:ext uri="{FF2B5EF4-FFF2-40B4-BE49-F238E27FC236}">
                  <a16:creationId xmlns:a16="http://schemas.microsoft.com/office/drawing/2014/main" id="{AA8B7E5C-0764-A066-3E1D-0E9BC2FCE4A1}"/>
                </a:ext>
              </a:extLst>
            </p:cNvPr>
            <p:cNvSpPr/>
            <p:nvPr/>
          </p:nvSpPr>
          <p:spPr>
            <a:xfrm>
              <a:off x="2661705" y="4851748"/>
              <a:ext cx="49897" cy="41565"/>
            </a:xfrm>
            <a:custGeom>
              <a:avLst/>
              <a:gdLst>
                <a:gd name="csX0" fmla="*/ 0 w 49897"/>
                <a:gd name="csY0" fmla="*/ 0 h 41565"/>
                <a:gd name="csX1" fmla="*/ 0 w 49897"/>
                <a:gd name="csY1" fmla="*/ 41566 h 41565"/>
                <a:gd name="csX2" fmla="*/ 49897 w 49897"/>
                <a:gd name="csY2" fmla="*/ 41566 h 41565"/>
                <a:gd name="csX3" fmla="*/ 49897 w 49897"/>
                <a:gd name="csY3" fmla="*/ 0 h 41565"/>
                <a:gd name="csX4" fmla="*/ 0 w 49897"/>
                <a:gd name="csY4" fmla="*/ 0 h 41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41565">
                  <a:moveTo>
                    <a:pt x="0" y="0"/>
                  </a:moveTo>
                  <a:lnTo>
                    <a:pt x="0" y="41566"/>
                  </a:lnTo>
                  <a:lnTo>
                    <a:pt x="49897" y="41566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5" name="Freeform 2974">
              <a:extLst>
                <a:ext uri="{FF2B5EF4-FFF2-40B4-BE49-F238E27FC236}">
                  <a16:creationId xmlns:a16="http://schemas.microsoft.com/office/drawing/2014/main" id="{9CFC3135-AA14-6DE8-AC11-04964BECD29D}"/>
                </a:ext>
              </a:extLst>
            </p:cNvPr>
            <p:cNvSpPr/>
            <p:nvPr/>
          </p:nvSpPr>
          <p:spPr>
            <a:xfrm>
              <a:off x="2711603" y="4861746"/>
              <a:ext cx="49886" cy="31567"/>
            </a:xfrm>
            <a:custGeom>
              <a:avLst/>
              <a:gdLst>
                <a:gd name="csX0" fmla="*/ 0 w 49886"/>
                <a:gd name="csY0" fmla="*/ 0 h 31567"/>
                <a:gd name="csX1" fmla="*/ 0 w 49886"/>
                <a:gd name="csY1" fmla="*/ 31567 h 31567"/>
                <a:gd name="csX2" fmla="*/ 49887 w 49886"/>
                <a:gd name="csY2" fmla="*/ 31567 h 31567"/>
                <a:gd name="csX3" fmla="*/ 49887 w 49886"/>
                <a:gd name="csY3" fmla="*/ 0 h 31567"/>
                <a:gd name="csX4" fmla="*/ 0 w 49886"/>
                <a:gd name="csY4" fmla="*/ 0 h 31567"/>
                <a:gd name="csX5" fmla="*/ 0 w 49886"/>
                <a:gd name="csY5" fmla="*/ 0 h 31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31567">
                  <a:moveTo>
                    <a:pt x="0" y="0"/>
                  </a:moveTo>
                  <a:lnTo>
                    <a:pt x="0" y="31567"/>
                  </a:lnTo>
                  <a:lnTo>
                    <a:pt x="49887" y="31567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6" name="Freeform 2975">
              <a:extLst>
                <a:ext uri="{FF2B5EF4-FFF2-40B4-BE49-F238E27FC236}">
                  <a16:creationId xmlns:a16="http://schemas.microsoft.com/office/drawing/2014/main" id="{4FE410B6-BE0F-13D8-5240-C30CBBA62B5B}"/>
                </a:ext>
              </a:extLst>
            </p:cNvPr>
            <p:cNvSpPr/>
            <p:nvPr/>
          </p:nvSpPr>
          <p:spPr>
            <a:xfrm>
              <a:off x="2711603" y="4861746"/>
              <a:ext cx="49886" cy="31567"/>
            </a:xfrm>
            <a:custGeom>
              <a:avLst/>
              <a:gdLst>
                <a:gd name="csX0" fmla="*/ 0 w 49886"/>
                <a:gd name="csY0" fmla="*/ 0 h 31567"/>
                <a:gd name="csX1" fmla="*/ 0 w 49886"/>
                <a:gd name="csY1" fmla="*/ 31567 h 31567"/>
                <a:gd name="csX2" fmla="*/ 49887 w 49886"/>
                <a:gd name="csY2" fmla="*/ 31567 h 31567"/>
                <a:gd name="csX3" fmla="*/ 49887 w 49886"/>
                <a:gd name="csY3" fmla="*/ 0 h 31567"/>
                <a:gd name="csX4" fmla="*/ 0 w 49886"/>
                <a:gd name="csY4" fmla="*/ 0 h 315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31567">
                  <a:moveTo>
                    <a:pt x="0" y="0"/>
                  </a:moveTo>
                  <a:lnTo>
                    <a:pt x="0" y="31567"/>
                  </a:lnTo>
                  <a:lnTo>
                    <a:pt x="49887" y="31567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7" name="Freeform 2976">
              <a:extLst>
                <a:ext uri="{FF2B5EF4-FFF2-40B4-BE49-F238E27FC236}">
                  <a16:creationId xmlns:a16="http://schemas.microsoft.com/office/drawing/2014/main" id="{51AACCEC-2B12-81A6-1979-5ADB88FB4DE5}"/>
                </a:ext>
              </a:extLst>
            </p:cNvPr>
            <p:cNvSpPr/>
            <p:nvPr/>
          </p:nvSpPr>
          <p:spPr>
            <a:xfrm>
              <a:off x="2761490" y="4870254"/>
              <a:ext cx="49886" cy="23059"/>
            </a:xfrm>
            <a:custGeom>
              <a:avLst/>
              <a:gdLst>
                <a:gd name="csX0" fmla="*/ 0 w 49886"/>
                <a:gd name="csY0" fmla="*/ 0 h 23059"/>
                <a:gd name="csX1" fmla="*/ 0 w 49886"/>
                <a:gd name="csY1" fmla="*/ 23060 h 23059"/>
                <a:gd name="csX2" fmla="*/ 49887 w 49886"/>
                <a:gd name="csY2" fmla="*/ 23060 h 23059"/>
                <a:gd name="csX3" fmla="*/ 49887 w 49886"/>
                <a:gd name="csY3" fmla="*/ 0 h 23059"/>
                <a:gd name="csX4" fmla="*/ 0 w 49886"/>
                <a:gd name="csY4" fmla="*/ 0 h 23059"/>
                <a:gd name="csX5" fmla="*/ 0 w 49886"/>
                <a:gd name="csY5" fmla="*/ 0 h 23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23059">
                  <a:moveTo>
                    <a:pt x="0" y="0"/>
                  </a:moveTo>
                  <a:lnTo>
                    <a:pt x="0" y="23060"/>
                  </a:lnTo>
                  <a:lnTo>
                    <a:pt x="49887" y="23060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8" name="Freeform 2977">
              <a:extLst>
                <a:ext uri="{FF2B5EF4-FFF2-40B4-BE49-F238E27FC236}">
                  <a16:creationId xmlns:a16="http://schemas.microsoft.com/office/drawing/2014/main" id="{F8E6F080-1C97-43DC-C12D-1AFE18CEA6F3}"/>
                </a:ext>
              </a:extLst>
            </p:cNvPr>
            <p:cNvSpPr/>
            <p:nvPr/>
          </p:nvSpPr>
          <p:spPr>
            <a:xfrm>
              <a:off x="2761490" y="4870254"/>
              <a:ext cx="49886" cy="23059"/>
            </a:xfrm>
            <a:custGeom>
              <a:avLst/>
              <a:gdLst>
                <a:gd name="csX0" fmla="*/ 0 w 49886"/>
                <a:gd name="csY0" fmla="*/ 0 h 23059"/>
                <a:gd name="csX1" fmla="*/ 0 w 49886"/>
                <a:gd name="csY1" fmla="*/ 23060 h 23059"/>
                <a:gd name="csX2" fmla="*/ 49887 w 49886"/>
                <a:gd name="csY2" fmla="*/ 23060 h 23059"/>
                <a:gd name="csX3" fmla="*/ 49887 w 49886"/>
                <a:gd name="csY3" fmla="*/ 0 h 23059"/>
                <a:gd name="csX4" fmla="*/ 0 w 49886"/>
                <a:gd name="csY4" fmla="*/ 0 h 23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23059">
                  <a:moveTo>
                    <a:pt x="0" y="0"/>
                  </a:moveTo>
                  <a:lnTo>
                    <a:pt x="0" y="23060"/>
                  </a:lnTo>
                  <a:lnTo>
                    <a:pt x="49887" y="23060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9" name="Freeform 2978">
              <a:extLst>
                <a:ext uri="{FF2B5EF4-FFF2-40B4-BE49-F238E27FC236}">
                  <a16:creationId xmlns:a16="http://schemas.microsoft.com/office/drawing/2014/main" id="{48EA5E57-8206-E1EA-B15F-A392311B1639}"/>
                </a:ext>
              </a:extLst>
            </p:cNvPr>
            <p:cNvSpPr/>
            <p:nvPr/>
          </p:nvSpPr>
          <p:spPr>
            <a:xfrm>
              <a:off x="2811377" y="4877520"/>
              <a:ext cx="49897" cy="15794"/>
            </a:xfrm>
            <a:custGeom>
              <a:avLst/>
              <a:gdLst>
                <a:gd name="csX0" fmla="*/ 0 w 49897"/>
                <a:gd name="csY0" fmla="*/ 0 h 15794"/>
                <a:gd name="csX1" fmla="*/ 0 w 49897"/>
                <a:gd name="csY1" fmla="*/ 15794 h 15794"/>
                <a:gd name="csX2" fmla="*/ 49898 w 49897"/>
                <a:gd name="csY2" fmla="*/ 15794 h 15794"/>
                <a:gd name="csX3" fmla="*/ 49898 w 49897"/>
                <a:gd name="csY3" fmla="*/ 0 h 15794"/>
                <a:gd name="csX4" fmla="*/ 0 w 49897"/>
                <a:gd name="csY4" fmla="*/ 0 h 15794"/>
                <a:gd name="csX5" fmla="*/ 0 w 49897"/>
                <a:gd name="csY5" fmla="*/ 0 h 15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5794">
                  <a:moveTo>
                    <a:pt x="0" y="0"/>
                  </a:moveTo>
                  <a:lnTo>
                    <a:pt x="0" y="15794"/>
                  </a:lnTo>
                  <a:lnTo>
                    <a:pt x="49898" y="15794"/>
                  </a:lnTo>
                  <a:lnTo>
                    <a:pt x="4989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0" name="Freeform 2979">
              <a:extLst>
                <a:ext uri="{FF2B5EF4-FFF2-40B4-BE49-F238E27FC236}">
                  <a16:creationId xmlns:a16="http://schemas.microsoft.com/office/drawing/2014/main" id="{476F8E20-4AF1-9CA5-1884-E2EC904BB9E5}"/>
                </a:ext>
              </a:extLst>
            </p:cNvPr>
            <p:cNvSpPr/>
            <p:nvPr/>
          </p:nvSpPr>
          <p:spPr>
            <a:xfrm>
              <a:off x="2811377" y="4877520"/>
              <a:ext cx="49897" cy="15794"/>
            </a:xfrm>
            <a:custGeom>
              <a:avLst/>
              <a:gdLst>
                <a:gd name="csX0" fmla="*/ 0 w 49897"/>
                <a:gd name="csY0" fmla="*/ 0 h 15794"/>
                <a:gd name="csX1" fmla="*/ 0 w 49897"/>
                <a:gd name="csY1" fmla="*/ 15794 h 15794"/>
                <a:gd name="csX2" fmla="*/ 49898 w 49897"/>
                <a:gd name="csY2" fmla="*/ 15794 h 15794"/>
                <a:gd name="csX3" fmla="*/ 49898 w 49897"/>
                <a:gd name="csY3" fmla="*/ 0 h 15794"/>
                <a:gd name="csX4" fmla="*/ 0 w 49897"/>
                <a:gd name="csY4" fmla="*/ 0 h 15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5794">
                  <a:moveTo>
                    <a:pt x="0" y="0"/>
                  </a:moveTo>
                  <a:lnTo>
                    <a:pt x="0" y="15794"/>
                  </a:lnTo>
                  <a:lnTo>
                    <a:pt x="49898" y="15794"/>
                  </a:lnTo>
                  <a:lnTo>
                    <a:pt x="49898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1" name="Freeform 2980">
              <a:extLst>
                <a:ext uri="{FF2B5EF4-FFF2-40B4-BE49-F238E27FC236}">
                  <a16:creationId xmlns:a16="http://schemas.microsoft.com/office/drawing/2014/main" id="{C553D769-0352-1CDD-077A-7295BD9DD2AF}"/>
                </a:ext>
              </a:extLst>
            </p:cNvPr>
            <p:cNvSpPr/>
            <p:nvPr/>
          </p:nvSpPr>
          <p:spPr>
            <a:xfrm>
              <a:off x="2861274" y="4883554"/>
              <a:ext cx="49886" cy="9760"/>
            </a:xfrm>
            <a:custGeom>
              <a:avLst/>
              <a:gdLst>
                <a:gd name="csX0" fmla="*/ 0 w 49886"/>
                <a:gd name="csY0" fmla="*/ 0 h 9760"/>
                <a:gd name="csX1" fmla="*/ 0 w 49886"/>
                <a:gd name="csY1" fmla="*/ 9760 h 9760"/>
                <a:gd name="csX2" fmla="*/ 49887 w 49886"/>
                <a:gd name="csY2" fmla="*/ 9760 h 9760"/>
                <a:gd name="csX3" fmla="*/ 49887 w 49886"/>
                <a:gd name="csY3" fmla="*/ 0 h 9760"/>
                <a:gd name="csX4" fmla="*/ 0 w 49886"/>
                <a:gd name="csY4" fmla="*/ 0 h 9760"/>
                <a:gd name="csX5" fmla="*/ 0 w 49886"/>
                <a:gd name="csY5" fmla="*/ 0 h 9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9760">
                  <a:moveTo>
                    <a:pt x="0" y="0"/>
                  </a:moveTo>
                  <a:lnTo>
                    <a:pt x="0" y="9760"/>
                  </a:lnTo>
                  <a:lnTo>
                    <a:pt x="49887" y="9760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2" name="Freeform 2981">
              <a:extLst>
                <a:ext uri="{FF2B5EF4-FFF2-40B4-BE49-F238E27FC236}">
                  <a16:creationId xmlns:a16="http://schemas.microsoft.com/office/drawing/2014/main" id="{451CFD85-1C9C-CC46-06A0-9A773A552485}"/>
                </a:ext>
              </a:extLst>
            </p:cNvPr>
            <p:cNvSpPr/>
            <p:nvPr/>
          </p:nvSpPr>
          <p:spPr>
            <a:xfrm>
              <a:off x="2861274" y="4883554"/>
              <a:ext cx="49886" cy="9760"/>
            </a:xfrm>
            <a:custGeom>
              <a:avLst/>
              <a:gdLst>
                <a:gd name="csX0" fmla="*/ 0 w 49886"/>
                <a:gd name="csY0" fmla="*/ 0 h 9760"/>
                <a:gd name="csX1" fmla="*/ 0 w 49886"/>
                <a:gd name="csY1" fmla="*/ 9760 h 9760"/>
                <a:gd name="csX2" fmla="*/ 49887 w 49886"/>
                <a:gd name="csY2" fmla="*/ 9760 h 9760"/>
                <a:gd name="csX3" fmla="*/ 49887 w 49886"/>
                <a:gd name="csY3" fmla="*/ 0 h 9760"/>
                <a:gd name="csX4" fmla="*/ 0 w 49886"/>
                <a:gd name="csY4" fmla="*/ 0 h 9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9760">
                  <a:moveTo>
                    <a:pt x="0" y="0"/>
                  </a:moveTo>
                  <a:lnTo>
                    <a:pt x="0" y="9760"/>
                  </a:lnTo>
                  <a:lnTo>
                    <a:pt x="49887" y="9760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3" name="Freeform 2982">
              <a:extLst>
                <a:ext uri="{FF2B5EF4-FFF2-40B4-BE49-F238E27FC236}">
                  <a16:creationId xmlns:a16="http://schemas.microsoft.com/office/drawing/2014/main" id="{89415847-9A20-EC69-1172-4424B5ACC08F}"/>
                </a:ext>
              </a:extLst>
            </p:cNvPr>
            <p:cNvSpPr/>
            <p:nvPr/>
          </p:nvSpPr>
          <p:spPr>
            <a:xfrm>
              <a:off x="2911161" y="4886379"/>
              <a:ext cx="49886" cy="6934"/>
            </a:xfrm>
            <a:custGeom>
              <a:avLst/>
              <a:gdLst>
                <a:gd name="csX0" fmla="*/ 0 w 49886"/>
                <a:gd name="csY0" fmla="*/ 0 h 6934"/>
                <a:gd name="csX1" fmla="*/ 0 w 49886"/>
                <a:gd name="csY1" fmla="*/ 6935 h 6934"/>
                <a:gd name="csX2" fmla="*/ 49887 w 49886"/>
                <a:gd name="csY2" fmla="*/ 6935 h 6934"/>
                <a:gd name="csX3" fmla="*/ 49887 w 49886"/>
                <a:gd name="csY3" fmla="*/ 0 h 6934"/>
                <a:gd name="csX4" fmla="*/ 0 w 49886"/>
                <a:gd name="csY4" fmla="*/ 0 h 6934"/>
                <a:gd name="csX5" fmla="*/ 0 w 49886"/>
                <a:gd name="csY5" fmla="*/ 0 h 6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6934">
                  <a:moveTo>
                    <a:pt x="0" y="0"/>
                  </a:moveTo>
                  <a:lnTo>
                    <a:pt x="0" y="6935"/>
                  </a:lnTo>
                  <a:lnTo>
                    <a:pt x="49887" y="6935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4" name="Freeform 2983">
              <a:extLst>
                <a:ext uri="{FF2B5EF4-FFF2-40B4-BE49-F238E27FC236}">
                  <a16:creationId xmlns:a16="http://schemas.microsoft.com/office/drawing/2014/main" id="{AB989D57-54CE-B42D-459B-2E21F790A3C5}"/>
                </a:ext>
              </a:extLst>
            </p:cNvPr>
            <p:cNvSpPr/>
            <p:nvPr/>
          </p:nvSpPr>
          <p:spPr>
            <a:xfrm>
              <a:off x="2911161" y="4886379"/>
              <a:ext cx="49886" cy="6934"/>
            </a:xfrm>
            <a:custGeom>
              <a:avLst/>
              <a:gdLst>
                <a:gd name="csX0" fmla="*/ 0 w 49886"/>
                <a:gd name="csY0" fmla="*/ 0 h 6934"/>
                <a:gd name="csX1" fmla="*/ 0 w 49886"/>
                <a:gd name="csY1" fmla="*/ 6935 h 6934"/>
                <a:gd name="csX2" fmla="*/ 49887 w 49886"/>
                <a:gd name="csY2" fmla="*/ 6935 h 6934"/>
                <a:gd name="csX3" fmla="*/ 49887 w 49886"/>
                <a:gd name="csY3" fmla="*/ 0 h 6934"/>
                <a:gd name="csX4" fmla="*/ 0 w 49886"/>
                <a:gd name="csY4" fmla="*/ 0 h 6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6934">
                  <a:moveTo>
                    <a:pt x="0" y="0"/>
                  </a:moveTo>
                  <a:lnTo>
                    <a:pt x="0" y="6935"/>
                  </a:lnTo>
                  <a:lnTo>
                    <a:pt x="49887" y="6935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5" name="Freeform 2984">
              <a:extLst>
                <a:ext uri="{FF2B5EF4-FFF2-40B4-BE49-F238E27FC236}">
                  <a16:creationId xmlns:a16="http://schemas.microsoft.com/office/drawing/2014/main" id="{C84746D4-4F26-A03B-7B6E-767FDFD8A3AE}"/>
                </a:ext>
              </a:extLst>
            </p:cNvPr>
            <p:cNvSpPr/>
            <p:nvPr/>
          </p:nvSpPr>
          <p:spPr>
            <a:xfrm>
              <a:off x="2961048" y="4889050"/>
              <a:ext cx="49897" cy="4264"/>
            </a:xfrm>
            <a:custGeom>
              <a:avLst/>
              <a:gdLst>
                <a:gd name="csX0" fmla="*/ 0 w 49897"/>
                <a:gd name="csY0" fmla="*/ 0 h 4264"/>
                <a:gd name="csX1" fmla="*/ 0 w 49897"/>
                <a:gd name="csY1" fmla="*/ 4264 h 4264"/>
                <a:gd name="csX2" fmla="*/ 49897 w 49897"/>
                <a:gd name="csY2" fmla="*/ 4264 h 4264"/>
                <a:gd name="csX3" fmla="*/ 49897 w 49897"/>
                <a:gd name="csY3" fmla="*/ 0 h 4264"/>
                <a:gd name="csX4" fmla="*/ 0 w 49897"/>
                <a:gd name="csY4" fmla="*/ 0 h 4264"/>
                <a:gd name="csX5" fmla="*/ 0 w 49897"/>
                <a:gd name="csY5" fmla="*/ 0 h 4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4264">
                  <a:moveTo>
                    <a:pt x="0" y="0"/>
                  </a:moveTo>
                  <a:lnTo>
                    <a:pt x="0" y="4264"/>
                  </a:lnTo>
                  <a:lnTo>
                    <a:pt x="49897" y="4264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6" name="Freeform 2985">
              <a:extLst>
                <a:ext uri="{FF2B5EF4-FFF2-40B4-BE49-F238E27FC236}">
                  <a16:creationId xmlns:a16="http://schemas.microsoft.com/office/drawing/2014/main" id="{3CEDDFC8-24B6-A35F-D2E7-A043751DC733}"/>
                </a:ext>
              </a:extLst>
            </p:cNvPr>
            <p:cNvSpPr/>
            <p:nvPr/>
          </p:nvSpPr>
          <p:spPr>
            <a:xfrm>
              <a:off x="2961048" y="4889050"/>
              <a:ext cx="49897" cy="4264"/>
            </a:xfrm>
            <a:custGeom>
              <a:avLst/>
              <a:gdLst>
                <a:gd name="csX0" fmla="*/ 0 w 49897"/>
                <a:gd name="csY0" fmla="*/ 0 h 4264"/>
                <a:gd name="csX1" fmla="*/ 0 w 49897"/>
                <a:gd name="csY1" fmla="*/ 4264 h 4264"/>
                <a:gd name="csX2" fmla="*/ 49897 w 49897"/>
                <a:gd name="csY2" fmla="*/ 4264 h 4264"/>
                <a:gd name="csX3" fmla="*/ 49897 w 49897"/>
                <a:gd name="csY3" fmla="*/ 0 h 4264"/>
                <a:gd name="csX4" fmla="*/ 0 w 49897"/>
                <a:gd name="csY4" fmla="*/ 0 h 4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4264">
                  <a:moveTo>
                    <a:pt x="0" y="0"/>
                  </a:moveTo>
                  <a:lnTo>
                    <a:pt x="0" y="4264"/>
                  </a:lnTo>
                  <a:lnTo>
                    <a:pt x="49897" y="4264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7" name="Freeform 2986">
              <a:extLst>
                <a:ext uri="{FF2B5EF4-FFF2-40B4-BE49-F238E27FC236}">
                  <a16:creationId xmlns:a16="http://schemas.microsoft.com/office/drawing/2014/main" id="{00CBD895-6976-6FF4-977B-B5727EC2BE26}"/>
                </a:ext>
              </a:extLst>
            </p:cNvPr>
            <p:cNvSpPr/>
            <p:nvPr/>
          </p:nvSpPr>
          <p:spPr>
            <a:xfrm>
              <a:off x="3010945" y="4890840"/>
              <a:ext cx="49886" cy="2473"/>
            </a:xfrm>
            <a:custGeom>
              <a:avLst/>
              <a:gdLst>
                <a:gd name="csX0" fmla="*/ 0 w 49886"/>
                <a:gd name="csY0" fmla="*/ 0 h 2473"/>
                <a:gd name="csX1" fmla="*/ 0 w 49886"/>
                <a:gd name="csY1" fmla="*/ 2474 h 2473"/>
                <a:gd name="csX2" fmla="*/ 49887 w 49886"/>
                <a:gd name="csY2" fmla="*/ 2474 h 2473"/>
                <a:gd name="csX3" fmla="*/ 49887 w 49886"/>
                <a:gd name="csY3" fmla="*/ 0 h 2473"/>
                <a:gd name="csX4" fmla="*/ 0 w 49886"/>
                <a:gd name="csY4" fmla="*/ 0 h 2473"/>
                <a:gd name="csX5" fmla="*/ 0 w 49886"/>
                <a:gd name="csY5" fmla="*/ 0 h 2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86" h="2473">
                  <a:moveTo>
                    <a:pt x="0" y="0"/>
                  </a:moveTo>
                  <a:lnTo>
                    <a:pt x="0" y="2474"/>
                  </a:lnTo>
                  <a:lnTo>
                    <a:pt x="49887" y="2474"/>
                  </a:lnTo>
                  <a:lnTo>
                    <a:pt x="4988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8" name="Freeform 2987">
              <a:extLst>
                <a:ext uri="{FF2B5EF4-FFF2-40B4-BE49-F238E27FC236}">
                  <a16:creationId xmlns:a16="http://schemas.microsoft.com/office/drawing/2014/main" id="{C1AC203F-B77B-DC3A-9983-C975DDC45A74}"/>
                </a:ext>
              </a:extLst>
            </p:cNvPr>
            <p:cNvSpPr/>
            <p:nvPr/>
          </p:nvSpPr>
          <p:spPr>
            <a:xfrm>
              <a:off x="3010945" y="4890840"/>
              <a:ext cx="49886" cy="2473"/>
            </a:xfrm>
            <a:custGeom>
              <a:avLst/>
              <a:gdLst>
                <a:gd name="csX0" fmla="*/ 0 w 49886"/>
                <a:gd name="csY0" fmla="*/ 0 h 2473"/>
                <a:gd name="csX1" fmla="*/ 0 w 49886"/>
                <a:gd name="csY1" fmla="*/ 2474 h 2473"/>
                <a:gd name="csX2" fmla="*/ 49887 w 49886"/>
                <a:gd name="csY2" fmla="*/ 2474 h 2473"/>
                <a:gd name="csX3" fmla="*/ 49887 w 49886"/>
                <a:gd name="csY3" fmla="*/ 0 h 2473"/>
                <a:gd name="csX4" fmla="*/ 0 w 49886"/>
                <a:gd name="csY4" fmla="*/ 0 h 2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86" h="2473">
                  <a:moveTo>
                    <a:pt x="0" y="0"/>
                  </a:moveTo>
                  <a:lnTo>
                    <a:pt x="0" y="2474"/>
                  </a:lnTo>
                  <a:lnTo>
                    <a:pt x="49887" y="2474"/>
                  </a:lnTo>
                  <a:lnTo>
                    <a:pt x="4988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9" name="Freeform 2988">
              <a:extLst>
                <a:ext uri="{FF2B5EF4-FFF2-40B4-BE49-F238E27FC236}">
                  <a16:creationId xmlns:a16="http://schemas.microsoft.com/office/drawing/2014/main" id="{EE666309-7F46-D5D3-3125-CC7E6F92B91E}"/>
                </a:ext>
              </a:extLst>
            </p:cNvPr>
            <p:cNvSpPr/>
            <p:nvPr/>
          </p:nvSpPr>
          <p:spPr>
            <a:xfrm>
              <a:off x="3060832" y="4891689"/>
              <a:ext cx="49897" cy="1625"/>
            </a:xfrm>
            <a:custGeom>
              <a:avLst/>
              <a:gdLst>
                <a:gd name="csX0" fmla="*/ 0 w 49897"/>
                <a:gd name="csY0" fmla="*/ 0 h 1625"/>
                <a:gd name="csX1" fmla="*/ 0 w 49897"/>
                <a:gd name="csY1" fmla="*/ 1625 h 1625"/>
                <a:gd name="csX2" fmla="*/ 49897 w 49897"/>
                <a:gd name="csY2" fmla="*/ 1625 h 1625"/>
                <a:gd name="csX3" fmla="*/ 49897 w 49897"/>
                <a:gd name="csY3" fmla="*/ 0 h 1625"/>
                <a:gd name="csX4" fmla="*/ 0 w 49897"/>
                <a:gd name="csY4" fmla="*/ 0 h 1625"/>
                <a:gd name="csX5" fmla="*/ 0 w 49897"/>
                <a:gd name="csY5" fmla="*/ 0 h 1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9897" h="1625">
                  <a:moveTo>
                    <a:pt x="0" y="0"/>
                  </a:moveTo>
                  <a:lnTo>
                    <a:pt x="0" y="1625"/>
                  </a:lnTo>
                  <a:lnTo>
                    <a:pt x="49897" y="1625"/>
                  </a:lnTo>
                  <a:lnTo>
                    <a:pt x="4989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0" name="Freeform 2989">
              <a:extLst>
                <a:ext uri="{FF2B5EF4-FFF2-40B4-BE49-F238E27FC236}">
                  <a16:creationId xmlns:a16="http://schemas.microsoft.com/office/drawing/2014/main" id="{4B47F13D-F1CE-C9F9-9EBD-AA6FFD44FE88}"/>
                </a:ext>
              </a:extLst>
            </p:cNvPr>
            <p:cNvSpPr/>
            <p:nvPr/>
          </p:nvSpPr>
          <p:spPr>
            <a:xfrm>
              <a:off x="3060832" y="4891689"/>
              <a:ext cx="49897" cy="1625"/>
            </a:xfrm>
            <a:custGeom>
              <a:avLst/>
              <a:gdLst>
                <a:gd name="csX0" fmla="*/ 0 w 49897"/>
                <a:gd name="csY0" fmla="*/ 0 h 1625"/>
                <a:gd name="csX1" fmla="*/ 0 w 49897"/>
                <a:gd name="csY1" fmla="*/ 1625 h 1625"/>
                <a:gd name="csX2" fmla="*/ 49897 w 49897"/>
                <a:gd name="csY2" fmla="*/ 1625 h 1625"/>
                <a:gd name="csX3" fmla="*/ 49897 w 49897"/>
                <a:gd name="csY3" fmla="*/ 0 h 1625"/>
                <a:gd name="csX4" fmla="*/ 0 w 49897"/>
                <a:gd name="csY4" fmla="*/ 0 h 1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897" h="1625">
                  <a:moveTo>
                    <a:pt x="0" y="0"/>
                  </a:moveTo>
                  <a:lnTo>
                    <a:pt x="0" y="1625"/>
                  </a:lnTo>
                  <a:lnTo>
                    <a:pt x="49897" y="1625"/>
                  </a:lnTo>
                  <a:lnTo>
                    <a:pt x="49897" y="0"/>
                  </a:lnTo>
                  <a:lnTo>
                    <a:pt x="0" y="0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1" name="Oval 2990">
              <a:extLst>
                <a:ext uri="{FF2B5EF4-FFF2-40B4-BE49-F238E27FC236}">
                  <a16:creationId xmlns:a16="http://schemas.microsoft.com/office/drawing/2014/main" id="{806A67DA-AE59-DF91-5D3D-88346C9138C9}"/>
                </a:ext>
              </a:extLst>
            </p:cNvPr>
            <p:cNvSpPr/>
            <p:nvPr/>
          </p:nvSpPr>
          <p:spPr>
            <a:xfrm>
              <a:off x="988306" y="489025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2" name="Oval 2991">
              <a:extLst>
                <a:ext uri="{FF2B5EF4-FFF2-40B4-BE49-F238E27FC236}">
                  <a16:creationId xmlns:a16="http://schemas.microsoft.com/office/drawing/2014/main" id="{12449370-634B-5E74-2E63-4F12CAE07A46}"/>
                </a:ext>
              </a:extLst>
            </p:cNvPr>
            <p:cNvSpPr/>
            <p:nvPr/>
          </p:nvSpPr>
          <p:spPr>
            <a:xfrm>
              <a:off x="1038197" y="488987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3" name="Oval 2992">
              <a:extLst>
                <a:ext uri="{FF2B5EF4-FFF2-40B4-BE49-F238E27FC236}">
                  <a16:creationId xmlns:a16="http://schemas.microsoft.com/office/drawing/2014/main" id="{E2DCC7CD-7169-308D-4505-9EACC426E99A}"/>
                </a:ext>
              </a:extLst>
            </p:cNvPr>
            <p:cNvSpPr/>
            <p:nvPr/>
          </p:nvSpPr>
          <p:spPr>
            <a:xfrm>
              <a:off x="1088087" y="488907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4" name="Oval 2993">
              <a:extLst>
                <a:ext uri="{FF2B5EF4-FFF2-40B4-BE49-F238E27FC236}">
                  <a16:creationId xmlns:a16="http://schemas.microsoft.com/office/drawing/2014/main" id="{2665586C-2A00-077E-6D27-D9FDC140BDE9}"/>
                </a:ext>
              </a:extLst>
            </p:cNvPr>
            <p:cNvSpPr/>
            <p:nvPr/>
          </p:nvSpPr>
          <p:spPr>
            <a:xfrm>
              <a:off x="1137978" y="488884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5" name="Oval 2994">
              <a:extLst>
                <a:ext uri="{FF2B5EF4-FFF2-40B4-BE49-F238E27FC236}">
                  <a16:creationId xmlns:a16="http://schemas.microsoft.com/office/drawing/2014/main" id="{70A06BE6-F8D1-698F-2354-043674B14978}"/>
                </a:ext>
              </a:extLst>
            </p:cNvPr>
            <p:cNvSpPr/>
            <p:nvPr/>
          </p:nvSpPr>
          <p:spPr>
            <a:xfrm>
              <a:off x="1187868" y="488761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6" name="Oval 2995">
              <a:extLst>
                <a:ext uri="{FF2B5EF4-FFF2-40B4-BE49-F238E27FC236}">
                  <a16:creationId xmlns:a16="http://schemas.microsoft.com/office/drawing/2014/main" id="{6212B456-DE2C-9397-F1C8-38A8B2B59A1E}"/>
                </a:ext>
              </a:extLst>
            </p:cNvPr>
            <p:cNvSpPr/>
            <p:nvPr/>
          </p:nvSpPr>
          <p:spPr>
            <a:xfrm>
              <a:off x="1237758" y="488605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7" name="Oval 2996">
              <a:extLst>
                <a:ext uri="{FF2B5EF4-FFF2-40B4-BE49-F238E27FC236}">
                  <a16:creationId xmlns:a16="http://schemas.microsoft.com/office/drawing/2014/main" id="{8D972F5A-AFEA-BED7-610A-22163472688E}"/>
                </a:ext>
              </a:extLst>
            </p:cNvPr>
            <p:cNvSpPr/>
            <p:nvPr/>
          </p:nvSpPr>
          <p:spPr>
            <a:xfrm>
              <a:off x="1287649" y="488504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8" name="Oval 2997">
              <a:extLst>
                <a:ext uri="{FF2B5EF4-FFF2-40B4-BE49-F238E27FC236}">
                  <a16:creationId xmlns:a16="http://schemas.microsoft.com/office/drawing/2014/main" id="{DC5FB502-4A8B-6611-7316-986E5F0EC0F7}"/>
                </a:ext>
              </a:extLst>
            </p:cNvPr>
            <p:cNvSpPr/>
            <p:nvPr/>
          </p:nvSpPr>
          <p:spPr>
            <a:xfrm>
              <a:off x="1337539" y="488299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9" name="Oval 2998">
              <a:extLst>
                <a:ext uri="{FF2B5EF4-FFF2-40B4-BE49-F238E27FC236}">
                  <a16:creationId xmlns:a16="http://schemas.microsoft.com/office/drawing/2014/main" id="{B47931D8-50A4-257F-9C02-376083F00C6B}"/>
                </a:ext>
              </a:extLst>
            </p:cNvPr>
            <p:cNvSpPr/>
            <p:nvPr/>
          </p:nvSpPr>
          <p:spPr>
            <a:xfrm>
              <a:off x="1387431" y="488141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0" name="Oval 2999">
              <a:extLst>
                <a:ext uri="{FF2B5EF4-FFF2-40B4-BE49-F238E27FC236}">
                  <a16:creationId xmlns:a16="http://schemas.microsoft.com/office/drawing/2014/main" id="{7A914B29-0D12-DF4B-664C-9FF5218D1143}"/>
                </a:ext>
              </a:extLst>
            </p:cNvPr>
            <p:cNvSpPr/>
            <p:nvPr/>
          </p:nvSpPr>
          <p:spPr>
            <a:xfrm>
              <a:off x="1437321" y="487726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1" name="Oval 3000">
              <a:extLst>
                <a:ext uri="{FF2B5EF4-FFF2-40B4-BE49-F238E27FC236}">
                  <a16:creationId xmlns:a16="http://schemas.microsoft.com/office/drawing/2014/main" id="{CCDAF4F0-0ECF-7E29-C9EF-149381290588}"/>
                </a:ext>
              </a:extLst>
            </p:cNvPr>
            <p:cNvSpPr/>
            <p:nvPr/>
          </p:nvSpPr>
          <p:spPr>
            <a:xfrm>
              <a:off x="1487212" y="487273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2" name="Oval 3001">
              <a:extLst>
                <a:ext uri="{FF2B5EF4-FFF2-40B4-BE49-F238E27FC236}">
                  <a16:creationId xmlns:a16="http://schemas.microsoft.com/office/drawing/2014/main" id="{3795FE85-C37D-085E-6EBA-A13C1BCCC715}"/>
                </a:ext>
              </a:extLst>
            </p:cNvPr>
            <p:cNvSpPr/>
            <p:nvPr/>
          </p:nvSpPr>
          <p:spPr>
            <a:xfrm>
              <a:off x="1537102" y="486801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3" name="Oval 3002">
              <a:extLst>
                <a:ext uri="{FF2B5EF4-FFF2-40B4-BE49-F238E27FC236}">
                  <a16:creationId xmlns:a16="http://schemas.microsoft.com/office/drawing/2014/main" id="{022209E3-5C06-7FC0-8B22-BF80515E3DEA}"/>
                </a:ext>
              </a:extLst>
            </p:cNvPr>
            <p:cNvSpPr/>
            <p:nvPr/>
          </p:nvSpPr>
          <p:spPr>
            <a:xfrm>
              <a:off x="1586993" y="486048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4" name="Oval 3003">
              <a:extLst>
                <a:ext uri="{FF2B5EF4-FFF2-40B4-BE49-F238E27FC236}">
                  <a16:creationId xmlns:a16="http://schemas.microsoft.com/office/drawing/2014/main" id="{8964E84C-59C7-0440-BFF5-DD0AC20AFE4C}"/>
                </a:ext>
              </a:extLst>
            </p:cNvPr>
            <p:cNvSpPr/>
            <p:nvPr/>
          </p:nvSpPr>
          <p:spPr>
            <a:xfrm>
              <a:off x="1636883" y="485456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5" name="Oval 3004">
              <a:extLst>
                <a:ext uri="{FF2B5EF4-FFF2-40B4-BE49-F238E27FC236}">
                  <a16:creationId xmlns:a16="http://schemas.microsoft.com/office/drawing/2014/main" id="{1A978188-07A9-55C4-3DB2-0E3941A12AF2}"/>
                </a:ext>
              </a:extLst>
            </p:cNvPr>
            <p:cNvSpPr/>
            <p:nvPr/>
          </p:nvSpPr>
          <p:spPr>
            <a:xfrm>
              <a:off x="1686774" y="484766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6" name="Oval 3005">
              <a:extLst>
                <a:ext uri="{FF2B5EF4-FFF2-40B4-BE49-F238E27FC236}">
                  <a16:creationId xmlns:a16="http://schemas.microsoft.com/office/drawing/2014/main" id="{FBDE262E-E657-3372-F70F-59C20050F25C}"/>
                </a:ext>
              </a:extLst>
            </p:cNvPr>
            <p:cNvSpPr/>
            <p:nvPr/>
          </p:nvSpPr>
          <p:spPr>
            <a:xfrm>
              <a:off x="1736664" y="483565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7" name="Oval 3006">
              <a:extLst>
                <a:ext uri="{FF2B5EF4-FFF2-40B4-BE49-F238E27FC236}">
                  <a16:creationId xmlns:a16="http://schemas.microsoft.com/office/drawing/2014/main" id="{3654FF4B-7D17-94C1-003E-1E75B32A924B}"/>
                </a:ext>
              </a:extLst>
            </p:cNvPr>
            <p:cNvSpPr/>
            <p:nvPr/>
          </p:nvSpPr>
          <p:spPr>
            <a:xfrm>
              <a:off x="1786551" y="482601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8" name="Oval 3007">
              <a:extLst>
                <a:ext uri="{FF2B5EF4-FFF2-40B4-BE49-F238E27FC236}">
                  <a16:creationId xmlns:a16="http://schemas.microsoft.com/office/drawing/2014/main" id="{9F729178-8551-7CFE-AA6E-5CCCBB106444}"/>
                </a:ext>
              </a:extLst>
            </p:cNvPr>
            <p:cNvSpPr/>
            <p:nvPr/>
          </p:nvSpPr>
          <p:spPr>
            <a:xfrm>
              <a:off x="1836449" y="481427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9" name="Oval 3008">
              <a:extLst>
                <a:ext uri="{FF2B5EF4-FFF2-40B4-BE49-F238E27FC236}">
                  <a16:creationId xmlns:a16="http://schemas.microsoft.com/office/drawing/2014/main" id="{3D8BFB95-B300-4B97-3CB4-8B0F9FF58B7C}"/>
                </a:ext>
              </a:extLst>
            </p:cNvPr>
            <p:cNvSpPr/>
            <p:nvPr/>
          </p:nvSpPr>
          <p:spPr>
            <a:xfrm>
              <a:off x="1886336" y="480189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0" name="Oval 3009">
              <a:extLst>
                <a:ext uri="{FF2B5EF4-FFF2-40B4-BE49-F238E27FC236}">
                  <a16:creationId xmlns:a16="http://schemas.microsoft.com/office/drawing/2014/main" id="{ED074D0A-D3E1-02B2-331C-4ED632696CE9}"/>
                </a:ext>
              </a:extLst>
            </p:cNvPr>
            <p:cNvSpPr/>
            <p:nvPr/>
          </p:nvSpPr>
          <p:spPr>
            <a:xfrm>
              <a:off x="1936222" y="478714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" name="Oval 3010">
              <a:extLst>
                <a:ext uri="{FF2B5EF4-FFF2-40B4-BE49-F238E27FC236}">
                  <a16:creationId xmlns:a16="http://schemas.microsoft.com/office/drawing/2014/main" id="{BC21E19A-0AC2-D9EC-C8C1-3DD336492F49}"/>
                </a:ext>
              </a:extLst>
            </p:cNvPr>
            <p:cNvSpPr/>
            <p:nvPr/>
          </p:nvSpPr>
          <p:spPr>
            <a:xfrm>
              <a:off x="1986120" y="477683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" name="Oval 3011">
              <a:extLst>
                <a:ext uri="{FF2B5EF4-FFF2-40B4-BE49-F238E27FC236}">
                  <a16:creationId xmlns:a16="http://schemas.microsoft.com/office/drawing/2014/main" id="{CAE911F9-A4D9-09F9-F533-4D59BC028FC4}"/>
                </a:ext>
              </a:extLst>
            </p:cNvPr>
            <p:cNvSpPr/>
            <p:nvPr/>
          </p:nvSpPr>
          <p:spPr>
            <a:xfrm>
              <a:off x="2036007" y="4767975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" name="Oval 3012">
              <a:extLst>
                <a:ext uri="{FF2B5EF4-FFF2-40B4-BE49-F238E27FC236}">
                  <a16:creationId xmlns:a16="http://schemas.microsoft.com/office/drawing/2014/main" id="{AE1E8A61-A1D9-0BE4-13D9-D256EDADE324}"/>
                </a:ext>
              </a:extLst>
            </p:cNvPr>
            <p:cNvSpPr/>
            <p:nvPr/>
          </p:nvSpPr>
          <p:spPr>
            <a:xfrm>
              <a:off x="2085894" y="475545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" name="Oval 3013">
              <a:extLst>
                <a:ext uri="{FF2B5EF4-FFF2-40B4-BE49-F238E27FC236}">
                  <a16:creationId xmlns:a16="http://schemas.microsoft.com/office/drawing/2014/main" id="{4C4C2C82-425E-C0D7-34DC-F3AB3A99943B}"/>
                </a:ext>
              </a:extLst>
            </p:cNvPr>
            <p:cNvSpPr/>
            <p:nvPr/>
          </p:nvSpPr>
          <p:spPr>
            <a:xfrm>
              <a:off x="2135791" y="474961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" name="Oval 3014">
              <a:extLst>
                <a:ext uri="{FF2B5EF4-FFF2-40B4-BE49-F238E27FC236}">
                  <a16:creationId xmlns:a16="http://schemas.microsoft.com/office/drawing/2014/main" id="{9907B361-8687-281C-8CD6-092DCB96DC80}"/>
                </a:ext>
              </a:extLst>
            </p:cNvPr>
            <p:cNvSpPr/>
            <p:nvPr/>
          </p:nvSpPr>
          <p:spPr>
            <a:xfrm>
              <a:off x="2185678" y="4746261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" name="Oval 3015">
              <a:extLst>
                <a:ext uri="{FF2B5EF4-FFF2-40B4-BE49-F238E27FC236}">
                  <a16:creationId xmlns:a16="http://schemas.microsoft.com/office/drawing/2014/main" id="{1D99B702-5CEF-9B41-A894-2731311D882E}"/>
                </a:ext>
              </a:extLst>
            </p:cNvPr>
            <p:cNvSpPr/>
            <p:nvPr/>
          </p:nvSpPr>
          <p:spPr>
            <a:xfrm>
              <a:off x="2235565" y="474572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" name="Oval 3016">
              <a:extLst>
                <a:ext uri="{FF2B5EF4-FFF2-40B4-BE49-F238E27FC236}">
                  <a16:creationId xmlns:a16="http://schemas.microsoft.com/office/drawing/2014/main" id="{62D05755-AF39-B05E-0E89-BBC5D4727179}"/>
                </a:ext>
              </a:extLst>
            </p:cNvPr>
            <p:cNvSpPr/>
            <p:nvPr/>
          </p:nvSpPr>
          <p:spPr>
            <a:xfrm>
              <a:off x="2285462" y="475397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" name="Oval 3017">
              <a:extLst>
                <a:ext uri="{FF2B5EF4-FFF2-40B4-BE49-F238E27FC236}">
                  <a16:creationId xmlns:a16="http://schemas.microsoft.com/office/drawing/2014/main" id="{05DAD10A-3C57-79E5-46C4-9972341E9F80}"/>
                </a:ext>
              </a:extLst>
            </p:cNvPr>
            <p:cNvSpPr/>
            <p:nvPr/>
          </p:nvSpPr>
          <p:spPr>
            <a:xfrm>
              <a:off x="2335349" y="475889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9" name="Oval 3018">
              <a:extLst>
                <a:ext uri="{FF2B5EF4-FFF2-40B4-BE49-F238E27FC236}">
                  <a16:creationId xmlns:a16="http://schemas.microsoft.com/office/drawing/2014/main" id="{31B9738D-8DD7-DA5D-4993-52700BBC5DFB}"/>
                </a:ext>
              </a:extLst>
            </p:cNvPr>
            <p:cNvSpPr/>
            <p:nvPr/>
          </p:nvSpPr>
          <p:spPr>
            <a:xfrm>
              <a:off x="2385236" y="476491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0" name="Oval 3019">
              <a:extLst>
                <a:ext uri="{FF2B5EF4-FFF2-40B4-BE49-F238E27FC236}">
                  <a16:creationId xmlns:a16="http://schemas.microsoft.com/office/drawing/2014/main" id="{09B649E6-A31F-1F0A-4DF1-B00F23DC1F63}"/>
                </a:ext>
              </a:extLst>
            </p:cNvPr>
            <p:cNvSpPr/>
            <p:nvPr/>
          </p:nvSpPr>
          <p:spPr>
            <a:xfrm>
              <a:off x="2435134" y="477959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1" name="Oval 3020">
              <a:extLst>
                <a:ext uri="{FF2B5EF4-FFF2-40B4-BE49-F238E27FC236}">
                  <a16:creationId xmlns:a16="http://schemas.microsoft.com/office/drawing/2014/main" id="{B7FE7C17-38C9-CE98-E8E2-96A01A80A97C}"/>
                </a:ext>
              </a:extLst>
            </p:cNvPr>
            <p:cNvSpPr/>
            <p:nvPr/>
          </p:nvSpPr>
          <p:spPr>
            <a:xfrm>
              <a:off x="2485021" y="479199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2" name="Oval 3021">
              <a:extLst>
                <a:ext uri="{FF2B5EF4-FFF2-40B4-BE49-F238E27FC236}">
                  <a16:creationId xmlns:a16="http://schemas.microsoft.com/office/drawing/2014/main" id="{ECD27703-6920-EE50-B056-3A0F24FEBAEB}"/>
                </a:ext>
              </a:extLst>
            </p:cNvPr>
            <p:cNvSpPr/>
            <p:nvPr/>
          </p:nvSpPr>
          <p:spPr>
            <a:xfrm>
              <a:off x="2534918" y="4809862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3" name="Oval 3022">
              <a:extLst>
                <a:ext uri="{FF2B5EF4-FFF2-40B4-BE49-F238E27FC236}">
                  <a16:creationId xmlns:a16="http://schemas.microsoft.com/office/drawing/2014/main" id="{9D54191F-B44E-BB19-9CFA-815EFBF00ABF}"/>
                </a:ext>
              </a:extLst>
            </p:cNvPr>
            <p:cNvSpPr/>
            <p:nvPr/>
          </p:nvSpPr>
          <p:spPr>
            <a:xfrm>
              <a:off x="2584805" y="4823513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4" name="Oval 3023">
              <a:extLst>
                <a:ext uri="{FF2B5EF4-FFF2-40B4-BE49-F238E27FC236}">
                  <a16:creationId xmlns:a16="http://schemas.microsoft.com/office/drawing/2014/main" id="{02F0B037-4175-9BD8-84DF-EEAEC9370576}"/>
                </a:ext>
              </a:extLst>
            </p:cNvPr>
            <p:cNvSpPr/>
            <p:nvPr/>
          </p:nvSpPr>
          <p:spPr>
            <a:xfrm>
              <a:off x="2634692" y="483546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" name="Oval 3024">
              <a:extLst>
                <a:ext uri="{FF2B5EF4-FFF2-40B4-BE49-F238E27FC236}">
                  <a16:creationId xmlns:a16="http://schemas.microsoft.com/office/drawing/2014/main" id="{EAC57F49-8EF7-1F77-86BD-3D210ED3BED0}"/>
                </a:ext>
              </a:extLst>
            </p:cNvPr>
            <p:cNvSpPr/>
            <p:nvPr/>
          </p:nvSpPr>
          <p:spPr>
            <a:xfrm>
              <a:off x="2684589" y="4849678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" name="Oval 3025">
              <a:extLst>
                <a:ext uri="{FF2B5EF4-FFF2-40B4-BE49-F238E27FC236}">
                  <a16:creationId xmlns:a16="http://schemas.microsoft.com/office/drawing/2014/main" id="{0023BBFD-EF55-0EB0-A0B3-EF1DF46B20D8}"/>
                </a:ext>
              </a:extLst>
            </p:cNvPr>
            <p:cNvSpPr/>
            <p:nvPr/>
          </p:nvSpPr>
          <p:spPr>
            <a:xfrm>
              <a:off x="2734476" y="4859676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7" name="Oval 3026">
              <a:extLst>
                <a:ext uri="{FF2B5EF4-FFF2-40B4-BE49-F238E27FC236}">
                  <a16:creationId xmlns:a16="http://schemas.microsoft.com/office/drawing/2014/main" id="{BA13BBEB-B883-1DC3-17BF-B6C38A57D535}"/>
                </a:ext>
              </a:extLst>
            </p:cNvPr>
            <p:cNvSpPr/>
            <p:nvPr/>
          </p:nvSpPr>
          <p:spPr>
            <a:xfrm>
              <a:off x="2784363" y="486818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8" name="Oval 3027">
              <a:extLst>
                <a:ext uri="{FF2B5EF4-FFF2-40B4-BE49-F238E27FC236}">
                  <a16:creationId xmlns:a16="http://schemas.microsoft.com/office/drawing/2014/main" id="{406A99D2-BF50-6277-9614-AE94AD1D9C22}"/>
                </a:ext>
              </a:extLst>
            </p:cNvPr>
            <p:cNvSpPr/>
            <p:nvPr/>
          </p:nvSpPr>
          <p:spPr>
            <a:xfrm>
              <a:off x="2834261" y="487545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9" name="Oval 3028">
              <a:extLst>
                <a:ext uri="{FF2B5EF4-FFF2-40B4-BE49-F238E27FC236}">
                  <a16:creationId xmlns:a16="http://schemas.microsoft.com/office/drawing/2014/main" id="{4AE488FA-F269-9404-3C2F-3070042FB550}"/>
                </a:ext>
              </a:extLst>
            </p:cNvPr>
            <p:cNvSpPr/>
            <p:nvPr/>
          </p:nvSpPr>
          <p:spPr>
            <a:xfrm>
              <a:off x="2884148" y="4881484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0" name="Oval 3029">
              <a:extLst>
                <a:ext uri="{FF2B5EF4-FFF2-40B4-BE49-F238E27FC236}">
                  <a16:creationId xmlns:a16="http://schemas.microsoft.com/office/drawing/2014/main" id="{EA454DA0-EA88-7ADD-A731-682648EB8525}"/>
                </a:ext>
              </a:extLst>
            </p:cNvPr>
            <p:cNvSpPr/>
            <p:nvPr/>
          </p:nvSpPr>
          <p:spPr>
            <a:xfrm>
              <a:off x="2934035" y="488430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1" name="Oval 3030">
              <a:extLst>
                <a:ext uri="{FF2B5EF4-FFF2-40B4-BE49-F238E27FC236}">
                  <a16:creationId xmlns:a16="http://schemas.microsoft.com/office/drawing/2014/main" id="{B9290893-0ED1-2466-2DF9-6127BD2FAE91}"/>
                </a:ext>
              </a:extLst>
            </p:cNvPr>
            <p:cNvSpPr/>
            <p:nvPr/>
          </p:nvSpPr>
          <p:spPr>
            <a:xfrm>
              <a:off x="2983932" y="488698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2" name="Oval 3031">
              <a:extLst>
                <a:ext uri="{FF2B5EF4-FFF2-40B4-BE49-F238E27FC236}">
                  <a16:creationId xmlns:a16="http://schemas.microsoft.com/office/drawing/2014/main" id="{D1A24E02-47B4-01AD-DA1F-58D1AE0AB2F9}"/>
                </a:ext>
              </a:extLst>
            </p:cNvPr>
            <p:cNvSpPr/>
            <p:nvPr/>
          </p:nvSpPr>
          <p:spPr>
            <a:xfrm>
              <a:off x="3033819" y="4888770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3" name="Oval 3032">
              <a:extLst>
                <a:ext uri="{FF2B5EF4-FFF2-40B4-BE49-F238E27FC236}">
                  <a16:creationId xmlns:a16="http://schemas.microsoft.com/office/drawing/2014/main" id="{742E2374-E4F3-4131-B4BD-2BAC4749AF45}"/>
                </a:ext>
              </a:extLst>
            </p:cNvPr>
            <p:cNvSpPr/>
            <p:nvPr/>
          </p:nvSpPr>
          <p:spPr>
            <a:xfrm>
              <a:off x="3083706" y="4889619"/>
              <a:ext cx="4139" cy="4139"/>
            </a:xfrm>
            <a:prstGeom prst="ellipse">
              <a:avLst/>
            </a:prstGeom>
            <a:solidFill>
              <a:srgbClr val="009AF9">
                <a:alpha val="0"/>
              </a:srgbClr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34" name="Freeform 3033">
            <a:extLst>
              <a:ext uri="{FF2B5EF4-FFF2-40B4-BE49-F238E27FC236}">
                <a16:creationId xmlns:a16="http://schemas.microsoft.com/office/drawing/2014/main" id="{826E5A2A-C7A6-5D8B-80ED-C704D0CF26ED}"/>
              </a:ext>
            </a:extLst>
          </p:cNvPr>
          <p:cNvSpPr/>
          <p:nvPr/>
        </p:nvSpPr>
        <p:spPr>
          <a:xfrm>
            <a:off x="941320" y="4751715"/>
            <a:ext cx="2159960" cy="141453"/>
          </a:xfrm>
          <a:custGeom>
            <a:avLst/>
            <a:gdLst>
              <a:gd name="csX0" fmla="*/ 0 w 2159960"/>
              <a:gd name="csY0" fmla="*/ 141453 h 141453"/>
              <a:gd name="csX1" fmla="*/ 2162 w 2159960"/>
              <a:gd name="csY1" fmla="*/ 141453 h 141453"/>
              <a:gd name="csX2" fmla="*/ 4324 w 2159960"/>
              <a:gd name="csY2" fmla="*/ 141453 h 141453"/>
              <a:gd name="csX3" fmla="*/ 6486 w 2159960"/>
              <a:gd name="csY3" fmla="*/ 141443 h 141453"/>
              <a:gd name="csX4" fmla="*/ 8648 w 2159960"/>
              <a:gd name="csY4" fmla="*/ 141443 h 141453"/>
              <a:gd name="csX5" fmla="*/ 10811 w 2159960"/>
              <a:gd name="csY5" fmla="*/ 141433 h 141453"/>
              <a:gd name="csX6" fmla="*/ 12973 w 2159960"/>
              <a:gd name="csY6" fmla="*/ 141433 h 141453"/>
              <a:gd name="csX7" fmla="*/ 15135 w 2159960"/>
              <a:gd name="csY7" fmla="*/ 141433 h 141453"/>
              <a:gd name="csX8" fmla="*/ 17297 w 2159960"/>
              <a:gd name="csY8" fmla="*/ 141422 h 141453"/>
              <a:gd name="csX9" fmla="*/ 19459 w 2159960"/>
              <a:gd name="csY9" fmla="*/ 141422 h 141453"/>
              <a:gd name="csX10" fmla="*/ 21621 w 2159960"/>
              <a:gd name="csY10" fmla="*/ 141412 h 141453"/>
              <a:gd name="csX11" fmla="*/ 23783 w 2159960"/>
              <a:gd name="csY11" fmla="*/ 141412 h 141453"/>
              <a:gd name="csX12" fmla="*/ 25945 w 2159960"/>
              <a:gd name="csY12" fmla="*/ 141412 h 141453"/>
              <a:gd name="csX13" fmla="*/ 28107 w 2159960"/>
              <a:gd name="csY13" fmla="*/ 141402 h 141453"/>
              <a:gd name="csX14" fmla="*/ 30270 w 2159960"/>
              <a:gd name="csY14" fmla="*/ 141402 h 141453"/>
              <a:gd name="csX15" fmla="*/ 32432 w 2159960"/>
              <a:gd name="csY15" fmla="*/ 141391 h 141453"/>
              <a:gd name="csX16" fmla="*/ 34594 w 2159960"/>
              <a:gd name="csY16" fmla="*/ 141391 h 141453"/>
              <a:gd name="csX17" fmla="*/ 36756 w 2159960"/>
              <a:gd name="csY17" fmla="*/ 141381 h 141453"/>
              <a:gd name="csX18" fmla="*/ 38918 w 2159960"/>
              <a:gd name="csY18" fmla="*/ 141381 h 141453"/>
              <a:gd name="csX19" fmla="*/ 41080 w 2159960"/>
              <a:gd name="csY19" fmla="*/ 141371 h 141453"/>
              <a:gd name="csX20" fmla="*/ 43242 w 2159960"/>
              <a:gd name="csY20" fmla="*/ 141371 h 141453"/>
              <a:gd name="csX21" fmla="*/ 45404 w 2159960"/>
              <a:gd name="csY21" fmla="*/ 141360 h 141453"/>
              <a:gd name="csX22" fmla="*/ 47567 w 2159960"/>
              <a:gd name="csY22" fmla="*/ 141360 h 141453"/>
              <a:gd name="csX23" fmla="*/ 49729 w 2159960"/>
              <a:gd name="csY23" fmla="*/ 141350 h 141453"/>
              <a:gd name="csX24" fmla="*/ 51891 w 2159960"/>
              <a:gd name="csY24" fmla="*/ 141350 h 141453"/>
              <a:gd name="csX25" fmla="*/ 54053 w 2159960"/>
              <a:gd name="csY25" fmla="*/ 141340 h 141453"/>
              <a:gd name="csX26" fmla="*/ 56215 w 2159960"/>
              <a:gd name="csY26" fmla="*/ 141329 h 141453"/>
              <a:gd name="csX27" fmla="*/ 58377 w 2159960"/>
              <a:gd name="csY27" fmla="*/ 141329 h 141453"/>
              <a:gd name="csX28" fmla="*/ 60539 w 2159960"/>
              <a:gd name="csY28" fmla="*/ 141319 h 141453"/>
              <a:gd name="csX29" fmla="*/ 62701 w 2159960"/>
              <a:gd name="csY29" fmla="*/ 141319 h 141453"/>
              <a:gd name="csX30" fmla="*/ 64863 w 2159960"/>
              <a:gd name="csY30" fmla="*/ 141309 h 141453"/>
              <a:gd name="csX31" fmla="*/ 67026 w 2159960"/>
              <a:gd name="csY31" fmla="*/ 141298 h 141453"/>
              <a:gd name="csX32" fmla="*/ 69188 w 2159960"/>
              <a:gd name="csY32" fmla="*/ 141298 h 141453"/>
              <a:gd name="csX33" fmla="*/ 71350 w 2159960"/>
              <a:gd name="csY33" fmla="*/ 141288 h 141453"/>
              <a:gd name="csX34" fmla="*/ 73512 w 2159960"/>
              <a:gd name="csY34" fmla="*/ 141277 h 141453"/>
              <a:gd name="csX35" fmla="*/ 75674 w 2159960"/>
              <a:gd name="csY35" fmla="*/ 141277 h 141453"/>
              <a:gd name="csX36" fmla="*/ 77836 w 2159960"/>
              <a:gd name="csY36" fmla="*/ 141267 h 141453"/>
              <a:gd name="csX37" fmla="*/ 79998 w 2159960"/>
              <a:gd name="csY37" fmla="*/ 141257 h 141453"/>
              <a:gd name="csX38" fmla="*/ 82160 w 2159960"/>
              <a:gd name="csY38" fmla="*/ 141246 h 141453"/>
              <a:gd name="csX39" fmla="*/ 84322 w 2159960"/>
              <a:gd name="csY39" fmla="*/ 141246 h 141453"/>
              <a:gd name="csX40" fmla="*/ 86485 w 2159960"/>
              <a:gd name="csY40" fmla="*/ 141236 h 141453"/>
              <a:gd name="csX41" fmla="*/ 88647 w 2159960"/>
              <a:gd name="csY41" fmla="*/ 141226 h 141453"/>
              <a:gd name="csX42" fmla="*/ 90809 w 2159960"/>
              <a:gd name="csY42" fmla="*/ 141215 h 141453"/>
              <a:gd name="csX43" fmla="*/ 92971 w 2159960"/>
              <a:gd name="csY43" fmla="*/ 141205 h 141453"/>
              <a:gd name="csX44" fmla="*/ 95133 w 2159960"/>
              <a:gd name="csY44" fmla="*/ 141205 h 141453"/>
              <a:gd name="csX45" fmla="*/ 97295 w 2159960"/>
              <a:gd name="csY45" fmla="*/ 141195 h 141453"/>
              <a:gd name="csX46" fmla="*/ 99457 w 2159960"/>
              <a:gd name="csY46" fmla="*/ 141184 h 141453"/>
              <a:gd name="csX47" fmla="*/ 101619 w 2159960"/>
              <a:gd name="csY47" fmla="*/ 141174 h 141453"/>
              <a:gd name="csX48" fmla="*/ 103781 w 2159960"/>
              <a:gd name="csY48" fmla="*/ 141164 h 141453"/>
              <a:gd name="csX49" fmla="*/ 105944 w 2159960"/>
              <a:gd name="csY49" fmla="*/ 141153 h 141453"/>
              <a:gd name="csX50" fmla="*/ 108106 w 2159960"/>
              <a:gd name="csY50" fmla="*/ 141143 h 141453"/>
              <a:gd name="csX51" fmla="*/ 110268 w 2159960"/>
              <a:gd name="csY51" fmla="*/ 141133 h 141453"/>
              <a:gd name="csX52" fmla="*/ 112430 w 2159960"/>
              <a:gd name="csY52" fmla="*/ 141122 h 141453"/>
              <a:gd name="csX53" fmla="*/ 114592 w 2159960"/>
              <a:gd name="csY53" fmla="*/ 141112 h 141453"/>
              <a:gd name="csX54" fmla="*/ 116754 w 2159960"/>
              <a:gd name="csY54" fmla="*/ 141102 h 141453"/>
              <a:gd name="csX55" fmla="*/ 118916 w 2159960"/>
              <a:gd name="csY55" fmla="*/ 141091 h 141453"/>
              <a:gd name="csX56" fmla="*/ 121078 w 2159960"/>
              <a:gd name="csY56" fmla="*/ 141081 h 141453"/>
              <a:gd name="csX57" fmla="*/ 123241 w 2159960"/>
              <a:gd name="csY57" fmla="*/ 141070 h 141453"/>
              <a:gd name="csX58" fmla="*/ 125403 w 2159960"/>
              <a:gd name="csY58" fmla="*/ 141060 h 141453"/>
              <a:gd name="csX59" fmla="*/ 127565 w 2159960"/>
              <a:gd name="csY59" fmla="*/ 141039 h 141453"/>
              <a:gd name="csX60" fmla="*/ 129727 w 2159960"/>
              <a:gd name="csY60" fmla="*/ 141029 h 141453"/>
              <a:gd name="csX61" fmla="*/ 131889 w 2159960"/>
              <a:gd name="csY61" fmla="*/ 141019 h 141453"/>
              <a:gd name="csX62" fmla="*/ 134051 w 2159960"/>
              <a:gd name="csY62" fmla="*/ 141008 h 141453"/>
              <a:gd name="csX63" fmla="*/ 136213 w 2159960"/>
              <a:gd name="csY63" fmla="*/ 140998 h 141453"/>
              <a:gd name="csX64" fmla="*/ 138375 w 2159960"/>
              <a:gd name="csY64" fmla="*/ 140977 h 141453"/>
              <a:gd name="csX65" fmla="*/ 140537 w 2159960"/>
              <a:gd name="csY65" fmla="*/ 140967 h 141453"/>
              <a:gd name="csX66" fmla="*/ 142700 w 2159960"/>
              <a:gd name="csY66" fmla="*/ 140957 h 141453"/>
              <a:gd name="csX67" fmla="*/ 144862 w 2159960"/>
              <a:gd name="csY67" fmla="*/ 140936 h 141453"/>
              <a:gd name="csX68" fmla="*/ 147024 w 2159960"/>
              <a:gd name="csY68" fmla="*/ 140926 h 141453"/>
              <a:gd name="csX69" fmla="*/ 149186 w 2159960"/>
              <a:gd name="csY69" fmla="*/ 140915 h 141453"/>
              <a:gd name="csX70" fmla="*/ 151348 w 2159960"/>
              <a:gd name="csY70" fmla="*/ 140894 h 141453"/>
              <a:gd name="csX71" fmla="*/ 153510 w 2159960"/>
              <a:gd name="csY71" fmla="*/ 140884 h 141453"/>
              <a:gd name="csX72" fmla="*/ 155672 w 2159960"/>
              <a:gd name="csY72" fmla="*/ 140863 h 141453"/>
              <a:gd name="csX73" fmla="*/ 157834 w 2159960"/>
              <a:gd name="csY73" fmla="*/ 140853 h 141453"/>
              <a:gd name="csX74" fmla="*/ 159996 w 2159960"/>
              <a:gd name="csY74" fmla="*/ 140832 h 141453"/>
              <a:gd name="csX75" fmla="*/ 162159 w 2159960"/>
              <a:gd name="csY75" fmla="*/ 140822 h 141453"/>
              <a:gd name="csX76" fmla="*/ 164321 w 2159960"/>
              <a:gd name="csY76" fmla="*/ 140801 h 141453"/>
              <a:gd name="csX77" fmla="*/ 166483 w 2159960"/>
              <a:gd name="csY77" fmla="*/ 140781 h 141453"/>
              <a:gd name="csX78" fmla="*/ 168645 w 2159960"/>
              <a:gd name="csY78" fmla="*/ 140770 h 141453"/>
              <a:gd name="csX79" fmla="*/ 170807 w 2159960"/>
              <a:gd name="csY79" fmla="*/ 140750 h 141453"/>
              <a:gd name="csX80" fmla="*/ 172969 w 2159960"/>
              <a:gd name="csY80" fmla="*/ 140729 h 141453"/>
              <a:gd name="csX81" fmla="*/ 175131 w 2159960"/>
              <a:gd name="csY81" fmla="*/ 140708 h 141453"/>
              <a:gd name="csX82" fmla="*/ 177293 w 2159960"/>
              <a:gd name="csY82" fmla="*/ 140698 h 141453"/>
              <a:gd name="csX83" fmla="*/ 179455 w 2159960"/>
              <a:gd name="csY83" fmla="*/ 140677 h 141453"/>
              <a:gd name="csX84" fmla="*/ 181618 w 2159960"/>
              <a:gd name="csY84" fmla="*/ 140656 h 141453"/>
              <a:gd name="csX85" fmla="*/ 183780 w 2159960"/>
              <a:gd name="csY85" fmla="*/ 140636 h 141453"/>
              <a:gd name="csX86" fmla="*/ 185942 w 2159960"/>
              <a:gd name="csY86" fmla="*/ 140615 h 141453"/>
              <a:gd name="csX87" fmla="*/ 188104 w 2159960"/>
              <a:gd name="csY87" fmla="*/ 140594 h 141453"/>
              <a:gd name="csX88" fmla="*/ 190266 w 2159960"/>
              <a:gd name="csY88" fmla="*/ 140574 h 141453"/>
              <a:gd name="csX89" fmla="*/ 192428 w 2159960"/>
              <a:gd name="csY89" fmla="*/ 140553 h 141453"/>
              <a:gd name="csX90" fmla="*/ 194590 w 2159960"/>
              <a:gd name="csY90" fmla="*/ 140532 h 141453"/>
              <a:gd name="csX91" fmla="*/ 196752 w 2159960"/>
              <a:gd name="csY91" fmla="*/ 140512 h 141453"/>
              <a:gd name="csX92" fmla="*/ 198914 w 2159960"/>
              <a:gd name="csY92" fmla="*/ 140491 h 141453"/>
              <a:gd name="csX93" fmla="*/ 201077 w 2159960"/>
              <a:gd name="csY93" fmla="*/ 140470 h 141453"/>
              <a:gd name="csX94" fmla="*/ 203239 w 2159960"/>
              <a:gd name="csY94" fmla="*/ 140439 h 141453"/>
              <a:gd name="csX95" fmla="*/ 205401 w 2159960"/>
              <a:gd name="csY95" fmla="*/ 140418 h 141453"/>
              <a:gd name="csX96" fmla="*/ 207563 w 2159960"/>
              <a:gd name="csY96" fmla="*/ 140398 h 141453"/>
              <a:gd name="csX97" fmla="*/ 209726 w 2159960"/>
              <a:gd name="csY97" fmla="*/ 140367 h 141453"/>
              <a:gd name="csX98" fmla="*/ 211888 w 2159960"/>
              <a:gd name="csY98" fmla="*/ 140346 h 141453"/>
              <a:gd name="csX99" fmla="*/ 214050 w 2159960"/>
              <a:gd name="csY99" fmla="*/ 140315 h 141453"/>
              <a:gd name="csX100" fmla="*/ 216212 w 2159960"/>
              <a:gd name="csY100" fmla="*/ 140294 h 141453"/>
              <a:gd name="csX101" fmla="*/ 218375 w 2159960"/>
              <a:gd name="csY101" fmla="*/ 140263 h 141453"/>
              <a:gd name="csX102" fmla="*/ 220537 w 2159960"/>
              <a:gd name="csY102" fmla="*/ 140242 h 141453"/>
              <a:gd name="csX103" fmla="*/ 222699 w 2159960"/>
              <a:gd name="csY103" fmla="*/ 140211 h 141453"/>
              <a:gd name="csX104" fmla="*/ 224861 w 2159960"/>
              <a:gd name="csY104" fmla="*/ 140180 h 141453"/>
              <a:gd name="csX105" fmla="*/ 227023 w 2159960"/>
              <a:gd name="csY105" fmla="*/ 140160 h 141453"/>
              <a:gd name="csX106" fmla="*/ 229185 w 2159960"/>
              <a:gd name="csY106" fmla="*/ 140129 h 141453"/>
              <a:gd name="csX107" fmla="*/ 231347 w 2159960"/>
              <a:gd name="csY107" fmla="*/ 140098 h 141453"/>
              <a:gd name="csX108" fmla="*/ 233509 w 2159960"/>
              <a:gd name="csY108" fmla="*/ 140067 h 141453"/>
              <a:gd name="csX109" fmla="*/ 235671 w 2159960"/>
              <a:gd name="csY109" fmla="*/ 140035 h 141453"/>
              <a:gd name="csX110" fmla="*/ 237834 w 2159960"/>
              <a:gd name="csY110" fmla="*/ 140004 h 141453"/>
              <a:gd name="csX111" fmla="*/ 239996 w 2159960"/>
              <a:gd name="csY111" fmla="*/ 139973 h 141453"/>
              <a:gd name="csX112" fmla="*/ 242158 w 2159960"/>
              <a:gd name="csY112" fmla="*/ 139942 h 141453"/>
              <a:gd name="csX113" fmla="*/ 244320 w 2159960"/>
              <a:gd name="csY113" fmla="*/ 139911 h 141453"/>
              <a:gd name="csX114" fmla="*/ 246482 w 2159960"/>
              <a:gd name="csY114" fmla="*/ 139880 h 141453"/>
              <a:gd name="csX115" fmla="*/ 248644 w 2159960"/>
              <a:gd name="csY115" fmla="*/ 139849 h 141453"/>
              <a:gd name="csX116" fmla="*/ 250806 w 2159960"/>
              <a:gd name="csY116" fmla="*/ 139808 h 141453"/>
              <a:gd name="csX117" fmla="*/ 252968 w 2159960"/>
              <a:gd name="csY117" fmla="*/ 139777 h 141453"/>
              <a:gd name="csX118" fmla="*/ 255131 w 2159960"/>
              <a:gd name="csY118" fmla="*/ 139746 h 141453"/>
              <a:gd name="csX119" fmla="*/ 257293 w 2159960"/>
              <a:gd name="csY119" fmla="*/ 139704 h 141453"/>
              <a:gd name="csX120" fmla="*/ 259455 w 2159960"/>
              <a:gd name="csY120" fmla="*/ 139663 h 141453"/>
              <a:gd name="csX121" fmla="*/ 261617 w 2159960"/>
              <a:gd name="csY121" fmla="*/ 139632 h 141453"/>
              <a:gd name="csX122" fmla="*/ 263779 w 2159960"/>
              <a:gd name="csY122" fmla="*/ 139590 h 141453"/>
              <a:gd name="csX123" fmla="*/ 265941 w 2159960"/>
              <a:gd name="csY123" fmla="*/ 139549 h 141453"/>
              <a:gd name="csX124" fmla="*/ 268103 w 2159960"/>
              <a:gd name="csY124" fmla="*/ 139518 h 141453"/>
              <a:gd name="csX125" fmla="*/ 270265 w 2159960"/>
              <a:gd name="csY125" fmla="*/ 139477 h 141453"/>
              <a:gd name="csX126" fmla="*/ 272427 w 2159960"/>
              <a:gd name="csY126" fmla="*/ 139435 h 141453"/>
              <a:gd name="csX127" fmla="*/ 274590 w 2159960"/>
              <a:gd name="csY127" fmla="*/ 139394 h 141453"/>
              <a:gd name="csX128" fmla="*/ 276752 w 2159960"/>
              <a:gd name="csY128" fmla="*/ 139352 h 141453"/>
              <a:gd name="csX129" fmla="*/ 278914 w 2159960"/>
              <a:gd name="csY129" fmla="*/ 139311 h 141453"/>
              <a:gd name="csX130" fmla="*/ 281076 w 2159960"/>
              <a:gd name="csY130" fmla="*/ 139270 h 141453"/>
              <a:gd name="csX131" fmla="*/ 283238 w 2159960"/>
              <a:gd name="csY131" fmla="*/ 139218 h 141453"/>
              <a:gd name="csX132" fmla="*/ 285400 w 2159960"/>
              <a:gd name="csY132" fmla="*/ 139176 h 141453"/>
              <a:gd name="csX133" fmla="*/ 287562 w 2159960"/>
              <a:gd name="csY133" fmla="*/ 139135 h 141453"/>
              <a:gd name="csX134" fmla="*/ 289724 w 2159960"/>
              <a:gd name="csY134" fmla="*/ 139083 h 141453"/>
              <a:gd name="csX135" fmla="*/ 291886 w 2159960"/>
              <a:gd name="csY135" fmla="*/ 139042 h 141453"/>
              <a:gd name="csX136" fmla="*/ 294049 w 2159960"/>
              <a:gd name="csY136" fmla="*/ 138990 h 141453"/>
              <a:gd name="csX137" fmla="*/ 296211 w 2159960"/>
              <a:gd name="csY137" fmla="*/ 138938 h 141453"/>
              <a:gd name="csX138" fmla="*/ 298373 w 2159960"/>
              <a:gd name="csY138" fmla="*/ 138887 h 141453"/>
              <a:gd name="csX139" fmla="*/ 300535 w 2159960"/>
              <a:gd name="csY139" fmla="*/ 138845 h 141453"/>
              <a:gd name="csX140" fmla="*/ 302697 w 2159960"/>
              <a:gd name="csY140" fmla="*/ 138793 h 141453"/>
              <a:gd name="csX141" fmla="*/ 304859 w 2159960"/>
              <a:gd name="csY141" fmla="*/ 138742 h 141453"/>
              <a:gd name="csX142" fmla="*/ 307021 w 2159960"/>
              <a:gd name="csY142" fmla="*/ 138690 h 141453"/>
              <a:gd name="csX143" fmla="*/ 309183 w 2159960"/>
              <a:gd name="csY143" fmla="*/ 138628 h 141453"/>
              <a:gd name="csX144" fmla="*/ 311346 w 2159960"/>
              <a:gd name="csY144" fmla="*/ 138576 h 141453"/>
              <a:gd name="csX145" fmla="*/ 313508 w 2159960"/>
              <a:gd name="csY145" fmla="*/ 138524 h 141453"/>
              <a:gd name="csX146" fmla="*/ 315670 w 2159960"/>
              <a:gd name="csY146" fmla="*/ 138462 h 141453"/>
              <a:gd name="csX147" fmla="*/ 317832 w 2159960"/>
              <a:gd name="csY147" fmla="*/ 138410 h 141453"/>
              <a:gd name="csX148" fmla="*/ 319994 w 2159960"/>
              <a:gd name="csY148" fmla="*/ 138348 h 141453"/>
              <a:gd name="csX149" fmla="*/ 322156 w 2159960"/>
              <a:gd name="csY149" fmla="*/ 138297 h 141453"/>
              <a:gd name="csX150" fmla="*/ 324318 w 2159960"/>
              <a:gd name="csY150" fmla="*/ 138235 h 141453"/>
              <a:gd name="csX151" fmla="*/ 326480 w 2159960"/>
              <a:gd name="csY151" fmla="*/ 138172 h 141453"/>
              <a:gd name="csX152" fmla="*/ 328642 w 2159960"/>
              <a:gd name="csY152" fmla="*/ 138110 h 141453"/>
              <a:gd name="csX153" fmla="*/ 330804 w 2159960"/>
              <a:gd name="csY153" fmla="*/ 138048 h 141453"/>
              <a:gd name="csX154" fmla="*/ 332967 w 2159960"/>
              <a:gd name="csY154" fmla="*/ 137986 h 141453"/>
              <a:gd name="csX155" fmla="*/ 335129 w 2159960"/>
              <a:gd name="csY155" fmla="*/ 137924 h 141453"/>
              <a:gd name="csX156" fmla="*/ 337291 w 2159960"/>
              <a:gd name="csY156" fmla="*/ 137852 h 141453"/>
              <a:gd name="csX157" fmla="*/ 339453 w 2159960"/>
              <a:gd name="csY157" fmla="*/ 137789 h 141453"/>
              <a:gd name="csX158" fmla="*/ 341615 w 2159960"/>
              <a:gd name="csY158" fmla="*/ 137717 h 141453"/>
              <a:gd name="csX159" fmla="*/ 343777 w 2159960"/>
              <a:gd name="csY159" fmla="*/ 137655 h 141453"/>
              <a:gd name="csX160" fmla="*/ 345939 w 2159960"/>
              <a:gd name="csY160" fmla="*/ 137583 h 141453"/>
              <a:gd name="csX161" fmla="*/ 348101 w 2159960"/>
              <a:gd name="csY161" fmla="*/ 137510 h 141453"/>
              <a:gd name="csX162" fmla="*/ 350264 w 2159960"/>
              <a:gd name="csY162" fmla="*/ 137438 h 141453"/>
              <a:gd name="csX163" fmla="*/ 352426 w 2159960"/>
              <a:gd name="csY163" fmla="*/ 137365 h 141453"/>
              <a:gd name="csX164" fmla="*/ 354588 w 2159960"/>
              <a:gd name="csY164" fmla="*/ 137293 h 141453"/>
              <a:gd name="csX165" fmla="*/ 356750 w 2159960"/>
              <a:gd name="csY165" fmla="*/ 137220 h 141453"/>
              <a:gd name="csX166" fmla="*/ 358912 w 2159960"/>
              <a:gd name="csY166" fmla="*/ 137148 h 141453"/>
              <a:gd name="csX167" fmla="*/ 361074 w 2159960"/>
              <a:gd name="csY167" fmla="*/ 137065 h 141453"/>
              <a:gd name="csX168" fmla="*/ 363236 w 2159960"/>
              <a:gd name="csY168" fmla="*/ 136993 h 141453"/>
              <a:gd name="csX169" fmla="*/ 365398 w 2159960"/>
              <a:gd name="csY169" fmla="*/ 136910 h 141453"/>
              <a:gd name="csX170" fmla="*/ 367560 w 2159960"/>
              <a:gd name="csY170" fmla="*/ 136827 h 141453"/>
              <a:gd name="csX171" fmla="*/ 369723 w 2159960"/>
              <a:gd name="csY171" fmla="*/ 136744 h 141453"/>
              <a:gd name="csX172" fmla="*/ 371885 w 2159960"/>
              <a:gd name="csY172" fmla="*/ 136661 h 141453"/>
              <a:gd name="csX173" fmla="*/ 374047 w 2159960"/>
              <a:gd name="csY173" fmla="*/ 136579 h 141453"/>
              <a:gd name="csX174" fmla="*/ 376209 w 2159960"/>
              <a:gd name="csY174" fmla="*/ 136496 h 141453"/>
              <a:gd name="csX175" fmla="*/ 378371 w 2159960"/>
              <a:gd name="csY175" fmla="*/ 136403 h 141453"/>
              <a:gd name="csX176" fmla="*/ 380533 w 2159960"/>
              <a:gd name="csY176" fmla="*/ 136320 h 141453"/>
              <a:gd name="csX177" fmla="*/ 382695 w 2159960"/>
              <a:gd name="csY177" fmla="*/ 136227 h 141453"/>
              <a:gd name="csX178" fmla="*/ 384857 w 2159960"/>
              <a:gd name="csY178" fmla="*/ 136144 h 141453"/>
              <a:gd name="csX179" fmla="*/ 387019 w 2159960"/>
              <a:gd name="csY179" fmla="*/ 136051 h 141453"/>
              <a:gd name="csX180" fmla="*/ 389182 w 2159960"/>
              <a:gd name="csY180" fmla="*/ 135958 h 141453"/>
              <a:gd name="csX181" fmla="*/ 391344 w 2159960"/>
              <a:gd name="csY181" fmla="*/ 135864 h 141453"/>
              <a:gd name="csX182" fmla="*/ 393506 w 2159960"/>
              <a:gd name="csY182" fmla="*/ 135761 h 141453"/>
              <a:gd name="csX183" fmla="*/ 395668 w 2159960"/>
              <a:gd name="csY183" fmla="*/ 135668 h 141453"/>
              <a:gd name="csX184" fmla="*/ 397830 w 2159960"/>
              <a:gd name="csY184" fmla="*/ 135564 h 141453"/>
              <a:gd name="csX185" fmla="*/ 399992 w 2159960"/>
              <a:gd name="csY185" fmla="*/ 135471 h 141453"/>
              <a:gd name="csX186" fmla="*/ 402154 w 2159960"/>
              <a:gd name="csY186" fmla="*/ 135368 h 141453"/>
              <a:gd name="csX187" fmla="*/ 404316 w 2159960"/>
              <a:gd name="csY187" fmla="*/ 135264 h 141453"/>
              <a:gd name="csX188" fmla="*/ 406478 w 2159960"/>
              <a:gd name="csY188" fmla="*/ 135161 h 141453"/>
              <a:gd name="csX189" fmla="*/ 408641 w 2159960"/>
              <a:gd name="csY189" fmla="*/ 135057 h 141453"/>
              <a:gd name="csX190" fmla="*/ 410803 w 2159960"/>
              <a:gd name="csY190" fmla="*/ 134954 h 141453"/>
              <a:gd name="csX191" fmla="*/ 412965 w 2159960"/>
              <a:gd name="csY191" fmla="*/ 134840 h 141453"/>
              <a:gd name="csX192" fmla="*/ 415127 w 2159960"/>
              <a:gd name="csY192" fmla="*/ 134736 h 141453"/>
              <a:gd name="csX193" fmla="*/ 417289 w 2159960"/>
              <a:gd name="csY193" fmla="*/ 134622 h 141453"/>
              <a:gd name="csX194" fmla="*/ 419451 w 2159960"/>
              <a:gd name="csY194" fmla="*/ 134509 h 141453"/>
              <a:gd name="csX195" fmla="*/ 421613 w 2159960"/>
              <a:gd name="csY195" fmla="*/ 134395 h 141453"/>
              <a:gd name="csX196" fmla="*/ 423775 w 2159960"/>
              <a:gd name="csY196" fmla="*/ 134281 h 141453"/>
              <a:gd name="csX197" fmla="*/ 425938 w 2159960"/>
              <a:gd name="csY197" fmla="*/ 134157 h 141453"/>
              <a:gd name="csX198" fmla="*/ 428100 w 2159960"/>
              <a:gd name="csY198" fmla="*/ 134043 h 141453"/>
              <a:gd name="csX199" fmla="*/ 430262 w 2159960"/>
              <a:gd name="csY199" fmla="*/ 133919 h 141453"/>
              <a:gd name="csX200" fmla="*/ 432424 w 2159960"/>
              <a:gd name="csY200" fmla="*/ 133805 h 141453"/>
              <a:gd name="csX201" fmla="*/ 434586 w 2159960"/>
              <a:gd name="csY201" fmla="*/ 133681 h 141453"/>
              <a:gd name="csX202" fmla="*/ 436748 w 2159960"/>
              <a:gd name="csY202" fmla="*/ 133546 h 141453"/>
              <a:gd name="csX203" fmla="*/ 438910 w 2159960"/>
              <a:gd name="csY203" fmla="*/ 133422 h 141453"/>
              <a:gd name="csX204" fmla="*/ 441072 w 2159960"/>
              <a:gd name="csY204" fmla="*/ 133298 h 141453"/>
              <a:gd name="csX205" fmla="*/ 443234 w 2159960"/>
              <a:gd name="csY205" fmla="*/ 133163 h 141453"/>
              <a:gd name="csX206" fmla="*/ 445397 w 2159960"/>
              <a:gd name="csY206" fmla="*/ 133039 h 141453"/>
              <a:gd name="csX207" fmla="*/ 447559 w 2159960"/>
              <a:gd name="csY207" fmla="*/ 132904 h 141453"/>
              <a:gd name="csX208" fmla="*/ 449721 w 2159960"/>
              <a:gd name="csY208" fmla="*/ 132770 h 141453"/>
              <a:gd name="csX209" fmla="*/ 451883 w 2159960"/>
              <a:gd name="csY209" fmla="*/ 132625 h 141453"/>
              <a:gd name="csX210" fmla="*/ 454045 w 2159960"/>
              <a:gd name="csY210" fmla="*/ 132490 h 141453"/>
              <a:gd name="csX211" fmla="*/ 456207 w 2159960"/>
              <a:gd name="csY211" fmla="*/ 132345 h 141453"/>
              <a:gd name="csX212" fmla="*/ 458369 w 2159960"/>
              <a:gd name="csY212" fmla="*/ 132211 h 141453"/>
              <a:gd name="csX213" fmla="*/ 460531 w 2159960"/>
              <a:gd name="csY213" fmla="*/ 132066 h 141453"/>
              <a:gd name="csX214" fmla="*/ 462693 w 2159960"/>
              <a:gd name="csY214" fmla="*/ 131921 h 141453"/>
              <a:gd name="csX215" fmla="*/ 464856 w 2159960"/>
              <a:gd name="csY215" fmla="*/ 131766 h 141453"/>
              <a:gd name="csX216" fmla="*/ 467018 w 2159960"/>
              <a:gd name="csY216" fmla="*/ 131621 h 141453"/>
              <a:gd name="csX217" fmla="*/ 469180 w 2159960"/>
              <a:gd name="csY217" fmla="*/ 131466 h 141453"/>
              <a:gd name="csX218" fmla="*/ 471342 w 2159960"/>
              <a:gd name="csY218" fmla="*/ 131321 h 141453"/>
              <a:gd name="csX219" fmla="*/ 473504 w 2159960"/>
              <a:gd name="csY219" fmla="*/ 131165 h 141453"/>
              <a:gd name="csX220" fmla="*/ 475666 w 2159960"/>
              <a:gd name="csY220" fmla="*/ 131000 h 141453"/>
              <a:gd name="csX221" fmla="*/ 477828 w 2159960"/>
              <a:gd name="csY221" fmla="*/ 130845 h 141453"/>
              <a:gd name="csX222" fmla="*/ 479990 w 2159960"/>
              <a:gd name="csY222" fmla="*/ 130689 h 141453"/>
              <a:gd name="csX223" fmla="*/ 482153 w 2159960"/>
              <a:gd name="csY223" fmla="*/ 130524 h 141453"/>
              <a:gd name="csX224" fmla="*/ 484315 w 2159960"/>
              <a:gd name="csY224" fmla="*/ 130358 h 141453"/>
              <a:gd name="csX225" fmla="*/ 486477 w 2159960"/>
              <a:gd name="csY225" fmla="*/ 130193 h 141453"/>
              <a:gd name="csX226" fmla="*/ 488639 w 2159960"/>
              <a:gd name="csY226" fmla="*/ 130027 h 141453"/>
              <a:gd name="csX227" fmla="*/ 490801 w 2159960"/>
              <a:gd name="csY227" fmla="*/ 129851 h 141453"/>
              <a:gd name="csX228" fmla="*/ 492963 w 2159960"/>
              <a:gd name="csY228" fmla="*/ 129685 h 141453"/>
              <a:gd name="csX229" fmla="*/ 495125 w 2159960"/>
              <a:gd name="csY229" fmla="*/ 129509 h 141453"/>
              <a:gd name="csX230" fmla="*/ 497287 w 2159960"/>
              <a:gd name="csY230" fmla="*/ 129334 h 141453"/>
              <a:gd name="csX231" fmla="*/ 499449 w 2159960"/>
              <a:gd name="csY231" fmla="*/ 129147 h 141453"/>
              <a:gd name="csX232" fmla="*/ 501612 w 2159960"/>
              <a:gd name="csY232" fmla="*/ 128971 h 141453"/>
              <a:gd name="csX233" fmla="*/ 503774 w 2159960"/>
              <a:gd name="csY233" fmla="*/ 128785 h 141453"/>
              <a:gd name="csX234" fmla="*/ 505936 w 2159960"/>
              <a:gd name="csY234" fmla="*/ 128609 h 141453"/>
              <a:gd name="csX235" fmla="*/ 508098 w 2159960"/>
              <a:gd name="csY235" fmla="*/ 128412 h 141453"/>
              <a:gd name="csX236" fmla="*/ 510260 w 2159960"/>
              <a:gd name="csY236" fmla="*/ 128226 h 141453"/>
              <a:gd name="csX237" fmla="*/ 512422 w 2159960"/>
              <a:gd name="csY237" fmla="*/ 128040 h 141453"/>
              <a:gd name="csX238" fmla="*/ 514584 w 2159960"/>
              <a:gd name="csY238" fmla="*/ 127843 h 141453"/>
              <a:gd name="csX239" fmla="*/ 516746 w 2159960"/>
              <a:gd name="csY239" fmla="*/ 127647 h 141453"/>
              <a:gd name="csX240" fmla="*/ 518908 w 2159960"/>
              <a:gd name="csY240" fmla="*/ 127450 h 141453"/>
              <a:gd name="csX241" fmla="*/ 521071 w 2159960"/>
              <a:gd name="csY241" fmla="*/ 127253 h 141453"/>
              <a:gd name="csX242" fmla="*/ 523233 w 2159960"/>
              <a:gd name="csY242" fmla="*/ 127046 h 141453"/>
              <a:gd name="csX243" fmla="*/ 525395 w 2159960"/>
              <a:gd name="csY243" fmla="*/ 126850 h 141453"/>
              <a:gd name="csX244" fmla="*/ 527557 w 2159960"/>
              <a:gd name="csY244" fmla="*/ 126643 h 141453"/>
              <a:gd name="csX245" fmla="*/ 529719 w 2159960"/>
              <a:gd name="csY245" fmla="*/ 126436 h 141453"/>
              <a:gd name="csX246" fmla="*/ 531881 w 2159960"/>
              <a:gd name="csY246" fmla="*/ 126218 h 141453"/>
              <a:gd name="csX247" fmla="*/ 534043 w 2159960"/>
              <a:gd name="csY247" fmla="*/ 126011 h 141453"/>
              <a:gd name="csX248" fmla="*/ 536205 w 2159960"/>
              <a:gd name="csY248" fmla="*/ 125794 h 141453"/>
              <a:gd name="csX249" fmla="*/ 538367 w 2159960"/>
              <a:gd name="csY249" fmla="*/ 125577 h 141453"/>
              <a:gd name="csX250" fmla="*/ 540530 w 2159960"/>
              <a:gd name="csY250" fmla="*/ 125359 h 141453"/>
              <a:gd name="csX251" fmla="*/ 542692 w 2159960"/>
              <a:gd name="csY251" fmla="*/ 125131 h 141453"/>
              <a:gd name="csX252" fmla="*/ 544854 w 2159960"/>
              <a:gd name="csY252" fmla="*/ 124904 h 141453"/>
              <a:gd name="csX253" fmla="*/ 547016 w 2159960"/>
              <a:gd name="csY253" fmla="*/ 124686 h 141453"/>
              <a:gd name="csX254" fmla="*/ 549178 w 2159960"/>
              <a:gd name="csY254" fmla="*/ 124448 h 141453"/>
              <a:gd name="csX255" fmla="*/ 551340 w 2159960"/>
              <a:gd name="csY255" fmla="*/ 124221 h 141453"/>
              <a:gd name="csX256" fmla="*/ 553502 w 2159960"/>
              <a:gd name="csY256" fmla="*/ 123983 h 141453"/>
              <a:gd name="csX257" fmla="*/ 555664 w 2159960"/>
              <a:gd name="csY257" fmla="*/ 123755 h 141453"/>
              <a:gd name="csX258" fmla="*/ 557827 w 2159960"/>
              <a:gd name="csY258" fmla="*/ 123517 h 141453"/>
              <a:gd name="csX259" fmla="*/ 559989 w 2159960"/>
              <a:gd name="csY259" fmla="*/ 123268 h 141453"/>
              <a:gd name="csX260" fmla="*/ 562151 w 2159960"/>
              <a:gd name="csY260" fmla="*/ 123030 h 141453"/>
              <a:gd name="csX261" fmla="*/ 564313 w 2159960"/>
              <a:gd name="csY261" fmla="*/ 122782 h 141453"/>
              <a:gd name="csX262" fmla="*/ 566475 w 2159960"/>
              <a:gd name="csY262" fmla="*/ 122534 h 141453"/>
              <a:gd name="csX263" fmla="*/ 568637 w 2159960"/>
              <a:gd name="csY263" fmla="*/ 122285 h 141453"/>
              <a:gd name="csX264" fmla="*/ 570799 w 2159960"/>
              <a:gd name="csY264" fmla="*/ 122026 h 141453"/>
              <a:gd name="csX265" fmla="*/ 572961 w 2159960"/>
              <a:gd name="csY265" fmla="*/ 121778 h 141453"/>
              <a:gd name="csX266" fmla="*/ 575123 w 2159960"/>
              <a:gd name="csY266" fmla="*/ 121519 h 141453"/>
              <a:gd name="csX267" fmla="*/ 577286 w 2159960"/>
              <a:gd name="csY267" fmla="*/ 121250 h 141453"/>
              <a:gd name="csX268" fmla="*/ 579448 w 2159960"/>
              <a:gd name="csY268" fmla="*/ 120991 h 141453"/>
              <a:gd name="csX269" fmla="*/ 581610 w 2159960"/>
              <a:gd name="csY269" fmla="*/ 120722 h 141453"/>
              <a:gd name="csX270" fmla="*/ 583772 w 2159960"/>
              <a:gd name="csY270" fmla="*/ 120453 h 141453"/>
              <a:gd name="csX271" fmla="*/ 585934 w 2159960"/>
              <a:gd name="csY271" fmla="*/ 120184 h 141453"/>
              <a:gd name="csX272" fmla="*/ 588096 w 2159960"/>
              <a:gd name="csY272" fmla="*/ 119915 h 141453"/>
              <a:gd name="csX273" fmla="*/ 590258 w 2159960"/>
              <a:gd name="csY273" fmla="*/ 119636 h 141453"/>
              <a:gd name="csX274" fmla="*/ 592420 w 2159960"/>
              <a:gd name="csY274" fmla="*/ 119356 h 141453"/>
              <a:gd name="csX275" fmla="*/ 594582 w 2159960"/>
              <a:gd name="csY275" fmla="*/ 119077 h 141453"/>
              <a:gd name="csX276" fmla="*/ 596745 w 2159960"/>
              <a:gd name="csY276" fmla="*/ 118797 h 141453"/>
              <a:gd name="csX277" fmla="*/ 598907 w 2159960"/>
              <a:gd name="csY277" fmla="*/ 118507 h 141453"/>
              <a:gd name="csX278" fmla="*/ 601069 w 2159960"/>
              <a:gd name="csY278" fmla="*/ 118218 h 141453"/>
              <a:gd name="csX279" fmla="*/ 603231 w 2159960"/>
              <a:gd name="csY279" fmla="*/ 117928 h 141453"/>
              <a:gd name="csX280" fmla="*/ 605393 w 2159960"/>
              <a:gd name="csY280" fmla="*/ 117628 h 141453"/>
              <a:gd name="csX281" fmla="*/ 607555 w 2159960"/>
              <a:gd name="csY281" fmla="*/ 117338 h 141453"/>
              <a:gd name="csX282" fmla="*/ 609717 w 2159960"/>
              <a:gd name="csY282" fmla="*/ 117038 h 141453"/>
              <a:gd name="csX283" fmla="*/ 611879 w 2159960"/>
              <a:gd name="csY283" fmla="*/ 116738 h 141453"/>
              <a:gd name="csX284" fmla="*/ 614041 w 2159960"/>
              <a:gd name="csY284" fmla="*/ 116427 h 141453"/>
              <a:gd name="csX285" fmla="*/ 616204 w 2159960"/>
              <a:gd name="csY285" fmla="*/ 116127 h 141453"/>
              <a:gd name="csX286" fmla="*/ 618366 w 2159960"/>
              <a:gd name="csY286" fmla="*/ 115816 h 141453"/>
              <a:gd name="csX287" fmla="*/ 620528 w 2159960"/>
              <a:gd name="csY287" fmla="*/ 115506 h 141453"/>
              <a:gd name="csX288" fmla="*/ 622690 w 2159960"/>
              <a:gd name="csY288" fmla="*/ 115185 h 141453"/>
              <a:gd name="csX289" fmla="*/ 624852 w 2159960"/>
              <a:gd name="csY289" fmla="*/ 114864 h 141453"/>
              <a:gd name="csX290" fmla="*/ 627014 w 2159960"/>
              <a:gd name="csY290" fmla="*/ 114543 h 141453"/>
              <a:gd name="csX291" fmla="*/ 629176 w 2159960"/>
              <a:gd name="csY291" fmla="*/ 114223 h 141453"/>
              <a:gd name="csX292" fmla="*/ 631338 w 2159960"/>
              <a:gd name="csY292" fmla="*/ 113902 h 141453"/>
              <a:gd name="csX293" fmla="*/ 633501 w 2159960"/>
              <a:gd name="csY293" fmla="*/ 113570 h 141453"/>
              <a:gd name="csX294" fmla="*/ 635663 w 2159960"/>
              <a:gd name="csY294" fmla="*/ 113239 h 141453"/>
              <a:gd name="csX295" fmla="*/ 637825 w 2159960"/>
              <a:gd name="csY295" fmla="*/ 112908 h 141453"/>
              <a:gd name="csX296" fmla="*/ 639987 w 2159960"/>
              <a:gd name="csY296" fmla="*/ 112567 h 141453"/>
              <a:gd name="csX297" fmla="*/ 642149 w 2159960"/>
              <a:gd name="csY297" fmla="*/ 112225 h 141453"/>
              <a:gd name="csX298" fmla="*/ 644311 w 2159960"/>
              <a:gd name="csY298" fmla="*/ 111883 h 141453"/>
              <a:gd name="csX299" fmla="*/ 646473 w 2159960"/>
              <a:gd name="csY299" fmla="*/ 111542 h 141453"/>
              <a:gd name="csX300" fmla="*/ 648635 w 2159960"/>
              <a:gd name="csY300" fmla="*/ 111200 h 141453"/>
              <a:gd name="csX301" fmla="*/ 650797 w 2159960"/>
              <a:gd name="csY301" fmla="*/ 110848 h 141453"/>
              <a:gd name="csX302" fmla="*/ 652959 w 2159960"/>
              <a:gd name="csY302" fmla="*/ 110497 h 141453"/>
              <a:gd name="csX303" fmla="*/ 655122 w 2159960"/>
              <a:gd name="csY303" fmla="*/ 110134 h 141453"/>
              <a:gd name="csX304" fmla="*/ 657284 w 2159960"/>
              <a:gd name="csY304" fmla="*/ 109782 h 141453"/>
              <a:gd name="csX305" fmla="*/ 659446 w 2159960"/>
              <a:gd name="csY305" fmla="*/ 109420 h 141453"/>
              <a:gd name="csX306" fmla="*/ 661608 w 2159960"/>
              <a:gd name="csY306" fmla="*/ 109058 h 141453"/>
              <a:gd name="csX307" fmla="*/ 663770 w 2159960"/>
              <a:gd name="csY307" fmla="*/ 108685 h 141453"/>
              <a:gd name="csX308" fmla="*/ 665932 w 2159960"/>
              <a:gd name="csY308" fmla="*/ 108323 h 141453"/>
              <a:gd name="csX309" fmla="*/ 668094 w 2159960"/>
              <a:gd name="csY309" fmla="*/ 107950 h 141453"/>
              <a:gd name="csX310" fmla="*/ 670256 w 2159960"/>
              <a:gd name="csY310" fmla="*/ 107578 h 141453"/>
              <a:gd name="csX311" fmla="*/ 672419 w 2159960"/>
              <a:gd name="csY311" fmla="*/ 107195 h 141453"/>
              <a:gd name="csX312" fmla="*/ 674581 w 2159960"/>
              <a:gd name="csY312" fmla="*/ 106812 h 141453"/>
              <a:gd name="csX313" fmla="*/ 676743 w 2159960"/>
              <a:gd name="csY313" fmla="*/ 106439 h 141453"/>
              <a:gd name="csX314" fmla="*/ 678905 w 2159960"/>
              <a:gd name="csY314" fmla="*/ 106046 h 141453"/>
              <a:gd name="csX315" fmla="*/ 681067 w 2159960"/>
              <a:gd name="csY315" fmla="*/ 105663 h 141453"/>
              <a:gd name="csX316" fmla="*/ 683229 w 2159960"/>
              <a:gd name="csY316" fmla="*/ 105270 h 141453"/>
              <a:gd name="csX317" fmla="*/ 685391 w 2159960"/>
              <a:gd name="csY317" fmla="*/ 104877 h 141453"/>
              <a:gd name="csX318" fmla="*/ 687553 w 2159960"/>
              <a:gd name="csY318" fmla="*/ 104483 h 141453"/>
              <a:gd name="csX319" fmla="*/ 689715 w 2159960"/>
              <a:gd name="csY319" fmla="*/ 104080 h 141453"/>
              <a:gd name="csX320" fmla="*/ 691878 w 2159960"/>
              <a:gd name="csY320" fmla="*/ 103686 h 141453"/>
              <a:gd name="csX321" fmla="*/ 694040 w 2159960"/>
              <a:gd name="csY321" fmla="*/ 103283 h 141453"/>
              <a:gd name="csX322" fmla="*/ 696202 w 2159960"/>
              <a:gd name="csY322" fmla="*/ 102869 h 141453"/>
              <a:gd name="csX323" fmla="*/ 698364 w 2159960"/>
              <a:gd name="csY323" fmla="*/ 102465 h 141453"/>
              <a:gd name="csX324" fmla="*/ 700526 w 2159960"/>
              <a:gd name="csY324" fmla="*/ 102051 h 141453"/>
              <a:gd name="csX325" fmla="*/ 702688 w 2159960"/>
              <a:gd name="csY325" fmla="*/ 101637 h 141453"/>
              <a:gd name="csX326" fmla="*/ 704850 w 2159960"/>
              <a:gd name="csY326" fmla="*/ 101223 h 141453"/>
              <a:gd name="csX327" fmla="*/ 707012 w 2159960"/>
              <a:gd name="csY327" fmla="*/ 100799 h 141453"/>
              <a:gd name="csX328" fmla="*/ 709174 w 2159960"/>
              <a:gd name="csY328" fmla="*/ 100374 h 141453"/>
              <a:gd name="csX329" fmla="*/ 711337 w 2159960"/>
              <a:gd name="csY329" fmla="*/ 99950 h 141453"/>
              <a:gd name="csX330" fmla="*/ 713499 w 2159960"/>
              <a:gd name="csY330" fmla="*/ 99526 h 141453"/>
              <a:gd name="csX331" fmla="*/ 715661 w 2159960"/>
              <a:gd name="csY331" fmla="*/ 99101 h 141453"/>
              <a:gd name="csX332" fmla="*/ 717823 w 2159960"/>
              <a:gd name="csY332" fmla="*/ 98667 h 141453"/>
              <a:gd name="csX333" fmla="*/ 719985 w 2159960"/>
              <a:gd name="csY333" fmla="*/ 98232 h 141453"/>
              <a:gd name="csX334" fmla="*/ 722147 w 2159960"/>
              <a:gd name="csY334" fmla="*/ 97797 h 141453"/>
              <a:gd name="csX335" fmla="*/ 724309 w 2159960"/>
              <a:gd name="csY335" fmla="*/ 97352 h 141453"/>
              <a:gd name="csX336" fmla="*/ 726471 w 2159960"/>
              <a:gd name="csY336" fmla="*/ 96907 h 141453"/>
              <a:gd name="csX337" fmla="*/ 728634 w 2159960"/>
              <a:gd name="csY337" fmla="*/ 96462 h 141453"/>
              <a:gd name="csX338" fmla="*/ 730796 w 2159960"/>
              <a:gd name="csY338" fmla="*/ 96017 h 141453"/>
              <a:gd name="csX339" fmla="*/ 732958 w 2159960"/>
              <a:gd name="csY339" fmla="*/ 95572 h 141453"/>
              <a:gd name="csX340" fmla="*/ 735120 w 2159960"/>
              <a:gd name="csY340" fmla="*/ 95116 h 141453"/>
              <a:gd name="csX341" fmla="*/ 737282 w 2159960"/>
              <a:gd name="csY341" fmla="*/ 94661 h 141453"/>
              <a:gd name="csX342" fmla="*/ 739444 w 2159960"/>
              <a:gd name="csY342" fmla="*/ 94206 h 141453"/>
              <a:gd name="csX343" fmla="*/ 741606 w 2159960"/>
              <a:gd name="csY343" fmla="*/ 93740 h 141453"/>
              <a:gd name="csX344" fmla="*/ 743768 w 2159960"/>
              <a:gd name="csY344" fmla="*/ 93285 h 141453"/>
              <a:gd name="csX345" fmla="*/ 745930 w 2159960"/>
              <a:gd name="csY345" fmla="*/ 92819 h 141453"/>
              <a:gd name="csX346" fmla="*/ 748093 w 2159960"/>
              <a:gd name="csY346" fmla="*/ 92353 h 141453"/>
              <a:gd name="csX347" fmla="*/ 750255 w 2159960"/>
              <a:gd name="csY347" fmla="*/ 91877 h 141453"/>
              <a:gd name="csX348" fmla="*/ 752417 w 2159960"/>
              <a:gd name="csY348" fmla="*/ 91411 h 141453"/>
              <a:gd name="csX349" fmla="*/ 754579 w 2159960"/>
              <a:gd name="csY349" fmla="*/ 90935 h 141453"/>
              <a:gd name="csX350" fmla="*/ 756741 w 2159960"/>
              <a:gd name="csY350" fmla="*/ 90459 h 141453"/>
              <a:gd name="csX351" fmla="*/ 758903 w 2159960"/>
              <a:gd name="csY351" fmla="*/ 89983 h 141453"/>
              <a:gd name="csX352" fmla="*/ 761065 w 2159960"/>
              <a:gd name="csY352" fmla="*/ 89496 h 141453"/>
              <a:gd name="csX353" fmla="*/ 763228 w 2159960"/>
              <a:gd name="csY353" fmla="*/ 89020 h 141453"/>
              <a:gd name="csX354" fmla="*/ 765392 w 2159960"/>
              <a:gd name="csY354" fmla="*/ 88534 h 141453"/>
              <a:gd name="csX355" fmla="*/ 767555 w 2159960"/>
              <a:gd name="csY355" fmla="*/ 88047 h 141453"/>
              <a:gd name="csX356" fmla="*/ 769718 w 2159960"/>
              <a:gd name="csY356" fmla="*/ 87561 h 141453"/>
              <a:gd name="csX357" fmla="*/ 771881 w 2159960"/>
              <a:gd name="csY357" fmla="*/ 87064 h 141453"/>
              <a:gd name="csX358" fmla="*/ 774034 w 2159960"/>
              <a:gd name="csY358" fmla="*/ 86567 h 141453"/>
              <a:gd name="csX359" fmla="*/ 776197 w 2159960"/>
              <a:gd name="csY359" fmla="*/ 86071 h 141453"/>
              <a:gd name="csX360" fmla="*/ 778360 w 2159960"/>
              <a:gd name="csY360" fmla="*/ 85574 h 141453"/>
              <a:gd name="csX361" fmla="*/ 780523 w 2159960"/>
              <a:gd name="csY361" fmla="*/ 85077 h 141453"/>
              <a:gd name="csX362" fmla="*/ 782686 w 2159960"/>
              <a:gd name="csY362" fmla="*/ 84580 h 141453"/>
              <a:gd name="csX363" fmla="*/ 784850 w 2159960"/>
              <a:gd name="csY363" fmla="*/ 84073 h 141453"/>
              <a:gd name="csX364" fmla="*/ 787013 w 2159960"/>
              <a:gd name="csY364" fmla="*/ 83566 h 141453"/>
              <a:gd name="csX365" fmla="*/ 789176 w 2159960"/>
              <a:gd name="csY365" fmla="*/ 83059 h 141453"/>
              <a:gd name="csX366" fmla="*/ 791339 w 2159960"/>
              <a:gd name="csY366" fmla="*/ 82552 h 141453"/>
              <a:gd name="csX367" fmla="*/ 793502 w 2159960"/>
              <a:gd name="csY367" fmla="*/ 82034 h 141453"/>
              <a:gd name="csX368" fmla="*/ 795655 w 2159960"/>
              <a:gd name="csY368" fmla="*/ 81527 h 141453"/>
              <a:gd name="csX369" fmla="*/ 797818 w 2159960"/>
              <a:gd name="csY369" fmla="*/ 81009 h 141453"/>
              <a:gd name="csX370" fmla="*/ 799981 w 2159960"/>
              <a:gd name="csY370" fmla="*/ 80492 h 141453"/>
              <a:gd name="csX371" fmla="*/ 802144 w 2159960"/>
              <a:gd name="csY371" fmla="*/ 79974 h 141453"/>
              <a:gd name="csX372" fmla="*/ 804307 w 2159960"/>
              <a:gd name="csY372" fmla="*/ 79457 h 141453"/>
              <a:gd name="csX373" fmla="*/ 806471 w 2159960"/>
              <a:gd name="csY373" fmla="*/ 78929 h 141453"/>
              <a:gd name="csX374" fmla="*/ 808634 w 2159960"/>
              <a:gd name="csY374" fmla="*/ 78401 h 141453"/>
              <a:gd name="csX375" fmla="*/ 810797 w 2159960"/>
              <a:gd name="csY375" fmla="*/ 77884 h 141453"/>
              <a:gd name="csX376" fmla="*/ 812960 w 2159960"/>
              <a:gd name="csY376" fmla="*/ 77356 h 141453"/>
              <a:gd name="csX377" fmla="*/ 815123 w 2159960"/>
              <a:gd name="csY377" fmla="*/ 76828 h 141453"/>
              <a:gd name="csX378" fmla="*/ 817276 w 2159960"/>
              <a:gd name="csY378" fmla="*/ 76290 h 141453"/>
              <a:gd name="csX379" fmla="*/ 819439 w 2159960"/>
              <a:gd name="csY379" fmla="*/ 75762 h 141453"/>
              <a:gd name="csX380" fmla="*/ 821602 w 2159960"/>
              <a:gd name="csY380" fmla="*/ 75224 h 141453"/>
              <a:gd name="csX381" fmla="*/ 823766 w 2159960"/>
              <a:gd name="csY381" fmla="*/ 74696 h 141453"/>
              <a:gd name="csX382" fmla="*/ 825929 w 2159960"/>
              <a:gd name="csY382" fmla="*/ 74158 h 141453"/>
              <a:gd name="csX383" fmla="*/ 828092 w 2159960"/>
              <a:gd name="csY383" fmla="*/ 73620 h 141453"/>
              <a:gd name="csX384" fmla="*/ 830255 w 2159960"/>
              <a:gd name="csY384" fmla="*/ 73081 h 141453"/>
              <a:gd name="csX385" fmla="*/ 832418 w 2159960"/>
              <a:gd name="csY385" fmla="*/ 72543 h 141453"/>
              <a:gd name="csX386" fmla="*/ 834581 w 2159960"/>
              <a:gd name="csY386" fmla="*/ 71995 h 141453"/>
              <a:gd name="csX387" fmla="*/ 836744 w 2159960"/>
              <a:gd name="csY387" fmla="*/ 71456 h 141453"/>
              <a:gd name="csX388" fmla="*/ 838897 w 2159960"/>
              <a:gd name="csY388" fmla="*/ 70908 h 141453"/>
              <a:gd name="csX389" fmla="*/ 841060 w 2159960"/>
              <a:gd name="csY389" fmla="*/ 70370 h 141453"/>
              <a:gd name="csX390" fmla="*/ 843224 w 2159960"/>
              <a:gd name="csY390" fmla="*/ 69821 h 141453"/>
              <a:gd name="csX391" fmla="*/ 845387 w 2159960"/>
              <a:gd name="csY391" fmla="*/ 69273 h 141453"/>
              <a:gd name="csX392" fmla="*/ 847550 w 2159960"/>
              <a:gd name="csY392" fmla="*/ 68724 h 141453"/>
              <a:gd name="csX393" fmla="*/ 849713 w 2159960"/>
              <a:gd name="csY393" fmla="*/ 68175 h 141453"/>
              <a:gd name="csX394" fmla="*/ 851876 w 2159960"/>
              <a:gd name="csY394" fmla="*/ 67627 h 141453"/>
              <a:gd name="csX395" fmla="*/ 854039 w 2159960"/>
              <a:gd name="csY395" fmla="*/ 67068 h 141453"/>
              <a:gd name="csX396" fmla="*/ 856202 w 2159960"/>
              <a:gd name="csY396" fmla="*/ 66519 h 141453"/>
              <a:gd name="csX397" fmla="*/ 858366 w 2159960"/>
              <a:gd name="csY397" fmla="*/ 65960 h 141453"/>
              <a:gd name="csX398" fmla="*/ 860518 w 2159960"/>
              <a:gd name="csY398" fmla="*/ 65412 h 141453"/>
              <a:gd name="csX399" fmla="*/ 862681 w 2159960"/>
              <a:gd name="csY399" fmla="*/ 64853 h 141453"/>
              <a:gd name="csX400" fmla="*/ 864845 w 2159960"/>
              <a:gd name="csY400" fmla="*/ 64305 h 141453"/>
              <a:gd name="csX401" fmla="*/ 867008 w 2159960"/>
              <a:gd name="csY401" fmla="*/ 63746 h 141453"/>
              <a:gd name="csX402" fmla="*/ 869171 w 2159960"/>
              <a:gd name="csY402" fmla="*/ 63187 h 141453"/>
              <a:gd name="csX403" fmla="*/ 871334 w 2159960"/>
              <a:gd name="csY403" fmla="*/ 62628 h 141453"/>
              <a:gd name="csX404" fmla="*/ 873497 w 2159960"/>
              <a:gd name="csY404" fmla="*/ 62069 h 141453"/>
              <a:gd name="csX405" fmla="*/ 875660 w 2159960"/>
              <a:gd name="csY405" fmla="*/ 61510 h 141453"/>
              <a:gd name="csX406" fmla="*/ 877824 w 2159960"/>
              <a:gd name="csY406" fmla="*/ 60951 h 141453"/>
              <a:gd name="csX407" fmla="*/ 879987 w 2159960"/>
              <a:gd name="csY407" fmla="*/ 60392 h 141453"/>
              <a:gd name="csX408" fmla="*/ 882140 w 2159960"/>
              <a:gd name="csY408" fmla="*/ 59833 h 141453"/>
              <a:gd name="csX409" fmla="*/ 884303 w 2159960"/>
              <a:gd name="csY409" fmla="*/ 59274 h 141453"/>
              <a:gd name="csX410" fmla="*/ 886466 w 2159960"/>
              <a:gd name="csY410" fmla="*/ 58715 h 141453"/>
              <a:gd name="csX411" fmla="*/ 888629 w 2159960"/>
              <a:gd name="csY411" fmla="*/ 58146 h 141453"/>
              <a:gd name="csX412" fmla="*/ 890792 w 2159960"/>
              <a:gd name="csY412" fmla="*/ 57587 h 141453"/>
              <a:gd name="csX413" fmla="*/ 892955 w 2159960"/>
              <a:gd name="csY413" fmla="*/ 57028 h 141453"/>
              <a:gd name="csX414" fmla="*/ 895118 w 2159960"/>
              <a:gd name="csY414" fmla="*/ 56470 h 141453"/>
              <a:gd name="csX415" fmla="*/ 897282 w 2159960"/>
              <a:gd name="csY415" fmla="*/ 55900 h 141453"/>
              <a:gd name="csX416" fmla="*/ 899445 w 2159960"/>
              <a:gd name="csY416" fmla="*/ 55341 h 141453"/>
              <a:gd name="csX417" fmla="*/ 901608 w 2159960"/>
              <a:gd name="csY417" fmla="*/ 54783 h 141453"/>
              <a:gd name="csX418" fmla="*/ 903761 w 2159960"/>
              <a:gd name="csY418" fmla="*/ 54224 h 141453"/>
              <a:gd name="csX419" fmla="*/ 905924 w 2159960"/>
              <a:gd name="csY419" fmla="*/ 53654 h 141453"/>
              <a:gd name="csX420" fmla="*/ 908087 w 2159960"/>
              <a:gd name="csY420" fmla="*/ 53096 h 141453"/>
              <a:gd name="csX421" fmla="*/ 910250 w 2159960"/>
              <a:gd name="csY421" fmla="*/ 52537 h 141453"/>
              <a:gd name="csX422" fmla="*/ 912413 w 2159960"/>
              <a:gd name="csY422" fmla="*/ 51978 h 141453"/>
              <a:gd name="csX423" fmla="*/ 914576 w 2159960"/>
              <a:gd name="csY423" fmla="*/ 51419 h 141453"/>
              <a:gd name="csX424" fmla="*/ 916739 w 2159960"/>
              <a:gd name="csY424" fmla="*/ 50860 h 141453"/>
              <a:gd name="csX425" fmla="*/ 918903 w 2159960"/>
              <a:gd name="csY425" fmla="*/ 50301 h 141453"/>
              <a:gd name="csX426" fmla="*/ 921066 w 2159960"/>
              <a:gd name="csY426" fmla="*/ 49742 h 141453"/>
              <a:gd name="csX427" fmla="*/ 923229 w 2159960"/>
              <a:gd name="csY427" fmla="*/ 49183 h 141453"/>
              <a:gd name="csX428" fmla="*/ 925382 w 2159960"/>
              <a:gd name="csY428" fmla="*/ 48624 h 141453"/>
              <a:gd name="csX429" fmla="*/ 927545 w 2159960"/>
              <a:gd name="csY429" fmla="*/ 48065 h 141453"/>
              <a:gd name="csX430" fmla="*/ 929708 w 2159960"/>
              <a:gd name="csY430" fmla="*/ 47506 h 141453"/>
              <a:gd name="csX431" fmla="*/ 931871 w 2159960"/>
              <a:gd name="csY431" fmla="*/ 46948 h 141453"/>
              <a:gd name="csX432" fmla="*/ 934034 w 2159960"/>
              <a:gd name="csY432" fmla="*/ 46399 h 141453"/>
              <a:gd name="csX433" fmla="*/ 936198 w 2159960"/>
              <a:gd name="csY433" fmla="*/ 45840 h 141453"/>
              <a:gd name="csX434" fmla="*/ 938361 w 2159960"/>
              <a:gd name="csY434" fmla="*/ 45292 h 141453"/>
              <a:gd name="csX435" fmla="*/ 940524 w 2159960"/>
              <a:gd name="csY435" fmla="*/ 44733 h 141453"/>
              <a:gd name="csX436" fmla="*/ 942687 w 2159960"/>
              <a:gd name="csY436" fmla="*/ 44184 h 141453"/>
              <a:gd name="csX437" fmla="*/ 944850 w 2159960"/>
              <a:gd name="csY437" fmla="*/ 43636 h 141453"/>
              <a:gd name="csX438" fmla="*/ 947003 w 2159960"/>
              <a:gd name="csY438" fmla="*/ 43087 h 141453"/>
              <a:gd name="csX439" fmla="*/ 949166 w 2159960"/>
              <a:gd name="csY439" fmla="*/ 42538 h 141453"/>
              <a:gd name="csX440" fmla="*/ 951329 w 2159960"/>
              <a:gd name="csY440" fmla="*/ 41990 h 141453"/>
              <a:gd name="csX441" fmla="*/ 953492 w 2159960"/>
              <a:gd name="csY441" fmla="*/ 41441 h 141453"/>
              <a:gd name="csX442" fmla="*/ 955656 w 2159960"/>
              <a:gd name="csY442" fmla="*/ 40903 h 141453"/>
              <a:gd name="csX443" fmla="*/ 957819 w 2159960"/>
              <a:gd name="csY443" fmla="*/ 40355 h 141453"/>
              <a:gd name="csX444" fmla="*/ 959982 w 2159960"/>
              <a:gd name="csY444" fmla="*/ 39816 h 141453"/>
              <a:gd name="csX445" fmla="*/ 962145 w 2159960"/>
              <a:gd name="csY445" fmla="*/ 39278 h 141453"/>
              <a:gd name="csX446" fmla="*/ 964308 w 2159960"/>
              <a:gd name="csY446" fmla="*/ 38740 h 141453"/>
              <a:gd name="csX447" fmla="*/ 966471 w 2159960"/>
              <a:gd name="csY447" fmla="*/ 38202 h 141453"/>
              <a:gd name="csX448" fmla="*/ 968624 w 2159960"/>
              <a:gd name="csY448" fmla="*/ 37664 h 141453"/>
              <a:gd name="csX449" fmla="*/ 970787 w 2159960"/>
              <a:gd name="csY449" fmla="*/ 37136 h 141453"/>
              <a:gd name="csX450" fmla="*/ 972950 w 2159960"/>
              <a:gd name="csY450" fmla="*/ 36598 h 141453"/>
              <a:gd name="csX451" fmla="*/ 975113 w 2159960"/>
              <a:gd name="csY451" fmla="*/ 36070 h 141453"/>
              <a:gd name="csX452" fmla="*/ 977277 w 2159960"/>
              <a:gd name="csY452" fmla="*/ 35542 h 141453"/>
              <a:gd name="csX453" fmla="*/ 979440 w 2159960"/>
              <a:gd name="csY453" fmla="*/ 35014 h 141453"/>
              <a:gd name="csX454" fmla="*/ 981603 w 2159960"/>
              <a:gd name="csY454" fmla="*/ 34486 h 141453"/>
              <a:gd name="csX455" fmla="*/ 983766 w 2159960"/>
              <a:gd name="csY455" fmla="*/ 33969 h 141453"/>
              <a:gd name="csX456" fmla="*/ 985929 w 2159960"/>
              <a:gd name="csY456" fmla="*/ 33451 h 141453"/>
              <a:gd name="csX457" fmla="*/ 988092 w 2159960"/>
              <a:gd name="csY457" fmla="*/ 32934 h 141453"/>
              <a:gd name="csX458" fmla="*/ 990245 w 2159960"/>
              <a:gd name="csY458" fmla="*/ 32416 h 141453"/>
              <a:gd name="csX459" fmla="*/ 992408 w 2159960"/>
              <a:gd name="csY459" fmla="*/ 31899 h 141453"/>
              <a:gd name="csX460" fmla="*/ 994572 w 2159960"/>
              <a:gd name="csY460" fmla="*/ 31392 h 141453"/>
              <a:gd name="csX461" fmla="*/ 996735 w 2159960"/>
              <a:gd name="csY461" fmla="*/ 30884 h 141453"/>
              <a:gd name="csX462" fmla="*/ 998898 w 2159960"/>
              <a:gd name="csY462" fmla="*/ 30377 h 141453"/>
              <a:gd name="csX463" fmla="*/ 1001061 w 2159960"/>
              <a:gd name="csY463" fmla="*/ 29870 h 141453"/>
              <a:gd name="csX464" fmla="*/ 1003224 w 2159960"/>
              <a:gd name="csY464" fmla="*/ 29373 h 141453"/>
              <a:gd name="csX465" fmla="*/ 1005387 w 2159960"/>
              <a:gd name="csY465" fmla="*/ 28866 h 141453"/>
              <a:gd name="csX466" fmla="*/ 1007550 w 2159960"/>
              <a:gd name="csY466" fmla="*/ 28369 h 141453"/>
              <a:gd name="csX467" fmla="*/ 1009714 w 2159960"/>
              <a:gd name="csY467" fmla="*/ 27883 h 141453"/>
              <a:gd name="csX468" fmla="*/ 1011866 w 2159960"/>
              <a:gd name="csY468" fmla="*/ 27386 h 141453"/>
              <a:gd name="csX469" fmla="*/ 1014029 w 2159960"/>
              <a:gd name="csY469" fmla="*/ 26900 h 141453"/>
              <a:gd name="csX470" fmla="*/ 1016193 w 2159960"/>
              <a:gd name="csY470" fmla="*/ 26413 h 141453"/>
              <a:gd name="csX471" fmla="*/ 1018356 w 2159960"/>
              <a:gd name="csY471" fmla="*/ 25927 h 141453"/>
              <a:gd name="csX472" fmla="*/ 1020519 w 2159960"/>
              <a:gd name="csY472" fmla="*/ 25451 h 141453"/>
              <a:gd name="csX473" fmla="*/ 1022682 w 2159960"/>
              <a:gd name="csY473" fmla="*/ 24975 h 141453"/>
              <a:gd name="csX474" fmla="*/ 1024845 w 2159960"/>
              <a:gd name="csY474" fmla="*/ 24498 h 141453"/>
              <a:gd name="csX475" fmla="*/ 1027008 w 2159960"/>
              <a:gd name="csY475" fmla="*/ 24033 h 141453"/>
              <a:gd name="csX476" fmla="*/ 1029171 w 2159960"/>
              <a:gd name="csY476" fmla="*/ 23567 h 141453"/>
              <a:gd name="csX477" fmla="*/ 1031335 w 2159960"/>
              <a:gd name="csY477" fmla="*/ 23101 h 141453"/>
              <a:gd name="csX478" fmla="*/ 1033487 w 2159960"/>
              <a:gd name="csY478" fmla="*/ 22635 h 141453"/>
              <a:gd name="csX479" fmla="*/ 1035651 w 2159960"/>
              <a:gd name="csY479" fmla="*/ 22180 h 141453"/>
              <a:gd name="csX480" fmla="*/ 1037814 w 2159960"/>
              <a:gd name="csY480" fmla="*/ 21725 h 141453"/>
              <a:gd name="csX481" fmla="*/ 1039977 w 2159960"/>
              <a:gd name="csY481" fmla="*/ 21280 h 141453"/>
              <a:gd name="csX482" fmla="*/ 1042140 w 2159960"/>
              <a:gd name="csY482" fmla="*/ 20835 h 141453"/>
              <a:gd name="csX483" fmla="*/ 1044303 w 2159960"/>
              <a:gd name="csY483" fmla="*/ 20390 h 141453"/>
              <a:gd name="csX484" fmla="*/ 1046466 w 2159960"/>
              <a:gd name="csY484" fmla="*/ 19944 h 141453"/>
              <a:gd name="csX485" fmla="*/ 1048630 w 2159960"/>
              <a:gd name="csY485" fmla="*/ 19510 h 141453"/>
              <a:gd name="csX486" fmla="*/ 1050793 w 2159960"/>
              <a:gd name="csY486" fmla="*/ 19075 h 141453"/>
              <a:gd name="csX487" fmla="*/ 1052956 w 2159960"/>
              <a:gd name="csY487" fmla="*/ 18651 h 141453"/>
              <a:gd name="csX488" fmla="*/ 1055109 w 2159960"/>
              <a:gd name="csY488" fmla="*/ 18226 h 141453"/>
              <a:gd name="csX489" fmla="*/ 1057272 w 2159960"/>
              <a:gd name="csY489" fmla="*/ 17802 h 141453"/>
              <a:gd name="csX490" fmla="*/ 1059435 w 2159960"/>
              <a:gd name="csY490" fmla="*/ 17388 h 141453"/>
              <a:gd name="csX491" fmla="*/ 1061598 w 2159960"/>
              <a:gd name="csY491" fmla="*/ 16974 h 141453"/>
              <a:gd name="csX492" fmla="*/ 1063761 w 2159960"/>
              <a:gd name="csY492" fmla="*/ 16560 h 141453"/>
              <a:gd name="csX493" fmla="*/ 1065924 w 2159960"/>
              <a:gd name="csY493" fmla="*/ 16156 h 141453"/>
              <a:gd name="csX494" fmla="*/ 1068088 w 2159960"/>
              <a:gd name="csY494" fmla="*/ 15753 h 141453"/>
              <a:gd name="csX495" fmla="*/ 1070251 w 2159960"/>
              <a:gd name="csY495" fmla="*/ 15359 h 141453"/>
              <a:gd name="csX496" fmla="*/ 1072414 w 2159960"/>
              <a:gd name="csY496" fmla="*/ 14966 h 141453"/>
              <a:gd name="csX497" fmla="*/ 1074577 w 2159960"/>
              <a:gd name="csY497" fmla="*/ 14573 h 141453"/>
              <a:gd name="csX498" fmla="*/ 1076740 w 2159960"/>
              <a:gd name="csY498" fmla="*/ 14190 h 141453"/>
              <a:gd name="csX499" fmla="*/ 1078893 w 2159960"/>
              <a:gd name="csY499" fmla="*/ 13807 h 141453"/>
              <a:gd name="csX500" fmla="*/ 1081056 w 2159960"/>
              <a:gd name="csY500" fmla="*/ 13434 h 141453"/>
              <a:gd name="csX501" fmla="*/ 1083219 w 2159960"/>
              <a:gd name="csY501" fmla="*/ 13062 h 141453"/>
              <a:gd name="csX502" fmla="*/ 1085382 w 2159960"/>
              <a:gd name="csY502" fmla="*/ 12689 h 141453"/>
              <a:gd name="csX503" fmla="*/ 1087546 w 2159960"/>
              <a:gd name="csY503" fmla="*/ 12327 h 141453"/>
              <a:gd name="csX504" fmla="*/ 1089709 w 2159960"/>
              <a:gd name="csY504" fmla="*/ 11965 h 141453"/>
              <a:gd name="csX505" fmla="*/ 1091872 w 2159960"/>
              <a:gd name="csY505" fmla="*/ 11613 h 141453"/>
              <a:gd name="csX506" fmla="*/ 1094035 w 2159960"/>
              <a:gd name="csY506" fmla="*/ 11261 h 141453"/>
              <a:gd name="csX507" fmla="*/ 1096198 w 2159960"/>
              <a:gd name="csY507" fmla="*/ 10919 h 141453"/>
              <a:gd name="csX508" fmla="*/ 1098361 w 2159960"/>
              <a:gd name="csY508" fmla="*/ 10578 h 141453"/>
              <a:gd name="csX509" fmla="*/ 1100514 w 2159960"/>
              <a:gd name="csY509" fmla="*/ 10247 h 141453"/>
              <a:gd name="csX510" fmla="*/ 1102677 w 2159960"/>
              <a:gd name="csY510" fmla="*/ 9915 h 141453"/>
              <a:gd name="csX511" fmla="*/ 1104840 w 2159960"/>
              <a:gd name="csY511" fmla="*/ 9584 h 141453"/>
              <a:gd name="csX512" fmla="*/ 1107004 w 2159960"/>
              <a:gd name="csY512" fmla="*/ 9263 h 141453"/>
              <a:gd name="csX513" fmla="*/ 1109167 w 2159960"/>
              <a:gd name="csY513" fmla="*/ 8953 h 141453"/>
              <a:gd name="csX514" fmla="*/ 1111330 w 2159960"/>
              <a:gd name="csY514" fmla="*/ 8642 h 141453"/>
              <a:gd name="csX515" fmla="*/ 1113493 w 2159960"/>
              <a:gd name="csY515" fmla="*/ 8332 h 141453"/>
              <a:gd name="csX516" fmla="*/ 1115656 w 2159960"/>
              <a:gd name="csY516" fmla="*/ 8032 h 141453"/>
              <a:gd name="csX517" fmla="*/ 1117819 w 2159960"/>
              <a:gd name="csY517" fmla="*/ 7742 h 141453"/>
              <a:gd name="csX518" fmla="*/ 1119982 w 2159960"/>
              <a:gd name="csY518" fmla="*/ 7452 h 141453"/>
              <a:gd name="csX519" fmla="*/ 1122135 w 2159960"/>
              <a:gd name="csY519" fmla="*/ 7162 h 141453"/>
              <a:gd name="csX520" fmla="*/ 1124298 w 2159960"/>
              <a:gd name="csY520" fmla="*/ 6883 h 141453"/>
              <a:gd name="csX521" fmla="*/ 1126461 w 2159960"/>
              <a:gd name="csY521" fmla="*/ 6603 h 141453"/>
              <a:gd name="csX522" fmla="*/ 1128625 w 2159960"/>
              <a:gd name="csY522" fmla="*/ 6334 h 141453"/>
              <a:gd name="csX523" fmla="*/ 1130788 w 2159960"/>
              <a:gd name="csY523" fmla="*/ 6065 h 141453"/>
              <a:gd name="csX524" fmla="*/ 1132951 w 2159960"/>
              <a:gd name="csY524" fmla="*/ 5806 h 141453"/>
              <a:gd name="csX525" fmla="*/ 1135114 w 2159960"/>
              <a:gd name="csY525" fmla="*/ 5558 h 141453"/>
              <a:gd name="csX526" fmla="*/ 1137277 w 2159960"/>
              <a:gd name="csY526" fmla="*/ 5310 h 141453"/>
              <a:gd name="csX527" fmla="*/ 1139440 w 2159960"/>
              <a:gd name="csY527" fmla="*/ 5061 h 141453"/>
              <a:gd name="csX528" fmla="*/ 1141604 w 2159960"/>
              <a:gd name="csY528" fmla="*/ 4823 h 141453"/>
              <a:gd name="csX529" fmla="*/ 1143756 w 2159960"/>
              <a:gd name="csY529" fmla="*/ 4595 h 141453"/>
              <a:gd name="csX530" fmla="*/ 1145920 w 2159960"/>
              <a:gd name="csY530" fmla="*/ 4368 h 141453"/>
              <a:gd name="csX531" fmla="*/ 1148083 w 2159960"/>
              <a:gd name="csY531" fmla="*/ 4140 h 141453"/>
              <a:gd name="csX532" fmla="*/ 1150246 w 2159960"/>
              <a:gd name="csY532" fmla="*/ 3923 h 141453"/>
              <a:gd name="csX533" fmla="*/ 1152409 w 2159960"/>
              <a:gd name="csY533" fmla="*/ 3716 h 141453"/>
              <a:gd name="csX534" fmla="*/ 1154572 w 2159960"/>
              <a:gd name="csY534" fmla="*/ 3509 h 141453"/>
              <a:gd name="csX535" fmla="*/ 1156735 w 2159960"/>
              <a:gd name="csY535" fmla="*/ 3312 h 141453"/>
              <a:gd name="csX536" fmla="*/ 1158898 w 2159960"/>
              <a:gd name="csY536" fmla="*/ 3115 h 141453"/>
              <a:gd name="csX537" fmla="*/ 1161062 w 2159960"/>
              <a:gd name="csY537" fmla="*/ 2929 h 141453"/>
              <a:gd name="csX538" fmla="*/ 1163225 w 2159960"/>
              <a:gd name="csY538" fmla="*/ 2743 h 141453"/>
              <a:gd name="csX539" fmla="*/ 1165378 w 2159960"/>
              <a:gd name="csY539" fmla="*/ 2567 h 141453"/>
              <a:gd name="csX540" fmla="*/ 1167541 w 2159960"/>
              <a:gd name="csY540" fmla="*/ 2401 h 141453"/>
              <a:gd name="csX541" fmla="*/ 1169704 w 2159960"/>
              <a:gd name="csY541" fmla="*/ 2236 h 141453"/>
              <a:gd name="csX542" fmla="*/ 1171867 w 2159960"/>
              <a:gd name="csY542" fmla="*/ 2070 h 141453"/>
              <a:gd name="csX543" fmla="*/ 1174030 w 2159960"/>
              <a:gd name="csY543" fmla="*/ 1915 h 141453"/>
              <a:gd name="csX544" fmla="*/ 1176193 w 2159960"/>
              <a:gd name="csY544" fmla="*/ 1770 h 141453"/>
              <a:gd name="csX545" fmla="*/ 1178356 w 2159960"/>
              <a:gd name="csY545" fmla="*/ 1625 h 141453"/>
              <a:gd name="csX546" fmla="*/ 1180519 w 2159960"/>
              <a:gd name="csY546" fmla="*/ 1490 h 141453"/>
              <a:gd name="csX547" fmla="*/ 1182683 w 2159960"/>
              <a:gd name="csY547" fmla="*/ 1356 h 141453"/>
              <a:gd name="csX548" fmla="*/ 1184846 w 2159960"/>
              <a:gd name="csY548" fmla="*/ 1232 h 141453"/>
              <a:gd name="csX549" fmla="*/ 1186999 w 2159960"/>
              <a:gd name="csY549" fmla="*/ 1118 h 141453"/>
              <a:gd name="csX550" fmla="*/ 1189162 w 2159960"/>
              <a:gd name="csY550" fmla="*/ 1004 h 141453"/>
              <a:gd name="csX551" fmla="*/ 1191325 w 2159960"/>
              <a:gd name="csY551" fmla="*/ 900 h 141453"/>
              <a:gd name="csX552" fmla="*/ 1193488 w 2159960"/>
              <a:gd name="csY552" fmla="*/ 797 h 141453"/>
              <a:gd name="csX553" fmla="*/ 1195651 w 2159960"/>
              <a:gd name="csY553" fmla="*/ 704 h 141453"/>
              <a:gd name="csX554" fmla="*/ 1197814 w 2159960"/>
              <a:gd name="csY554" fmla="*/ 611 h 141453"/>
              <a:gd name="csX555" fmla="*/ 1199978 w 2159960"/>
              <a:gd name="csY555" fmla="*/ 528 h 141453"/>
              <a:gd name="csX556" fmla="*/ 1202141 w 2159960"/>
              <a:gd name="csY556" fmla="*/ 455 h 141453"/>
              <a:gd name="csX557" fmla="*/ 1204304 w 2159960"/>
              <a:gd name="csY557" fmla="*/ 383 h 141453"/>
              <a:gd name="csX558" fmla="*/ 1206467 w 2159960"/>
              <a:gd name="csY558" fmla="*/ 311 h 141453"/>
              <a:gd name="csX559" fmla="*/ 1208620 w 2159960"/>
              <a:gd name="csY559" fmla="*/ 259 h 141453"/>
              <a:gd name="csX560" fmla="*/ 1210783 w 2159960"/>
              <a:gd name="csY560" fmla="*/ 207 h 141453"/>
              <a:gd name="csX561" fmla="*/ 1212946 w 2159960"/>
              <a:gd name="csY561" fmla="*/ 155 h 141453"/>
              <a:gd name="csX562" fmla="*/ 1215109 w 2159960"/>
              <a:gd name="csY562" fmla="*/ 114 h 141453"/>
              <a:gd name="csX563" fmla="*/ 1217272 w 2159960"/>
              <a:gd name="csY563" fmla="*/ 83 h 141453"/>
              <a:gd name="csX564" fmla="*/ 1219436 w 2159960"/>
              <a:gd name="csY564" fmla="*/ 52 h 141453"/>
              <a:gd name="csX565" fmla="*/ 1221599 w 2159960"/>
              <a:gd name="csY565" fmla="*/ 31 h 141453"/>
              <a:gd name="csX566" fmla="*/ 1223762 w 2159960"/>
              <a:gd name="csY566" fmla="*/ 10 h 141453"/>
              <a:gd name="csX567" fmla="*/ 1225925 w 2159960"/>
              <a:gd name="csY567" fmla="*/ 0 h 141453"/>
              <a:gd name="csX568" fmla="*/ 1228088 w 2159960"/>
              <a:gd name="csY568" fmla="*/ 0 h 141453"/>
              <a:gd name="csX569" fmla="*/ 1230241 w 2159960"/>
              <a:gd name="csY569" fmla="*/ 0 h 141453"/>
              <a:gd name="csX570" fmla="*/ 1232404 w 2159960"/>
              <a:gd name="csY570" fmla="*/ 0 h 141453"/>
              <a:gd name="csX571" fmla="*/ 1234567 w 2159960"/>
              <a:gd name="csY571" fmla="*/ 21 h 141453"/>
              <a:gd name="csX572" fmla="*/ 1236730 w 2159960"/>
              <a:gd name="csY572" fmla="*/ 41 h 141453"/>
              <a:gd name="csX573" fmla="*/ 1238893 w 2159960"/>
              <a:gd name="csY573" fmla="*/ 62 h 141453"/>
              <a:gd name="csX574" fmla="*/ 1241057 w 2159960"/>
              <a:gd name="csY574" fmla="*/ 93 h 141453"/>
              <a:gd name="csX575" fmla="*/ 1243220 w 2159960"/>
              <a:gd name="csY575" fmla="*/ 135 h 141453"/>
              <a:gd name="csX576" fmla="*/ 1245383 w 2159960"/>
              <a:gd name="csY576" fmla="*/ 176 h 141453"/>
              <a:gd name="csX577" fmla="*/ 1247546 w 2159960"/>
              <a:gd name="csY577" fmla="*/ 228 h 141453"/>
              <a:gd name="csX578" fmla="*/ 1249709 w 2159960"/>
              <a:gd name="csY578" fmla="*/ 279 h 141453"/>
              <a:gd name="csX579" fmla="*/ 1251862 w 2159960"/>
              <a:gd name="csY579" fmla="*/ 342 h 141453"/>
              <a:gd name="csX580" fmla="*/ 1254025 w 2159960"/>
              <a:gd name="csY580" fmla="*/ 414 h 141453"/>
              <a:gd name="csX581" fmla="*/ 1256188 w 2159960"/>
              <a:gd name="csY581" fmla="*/ 486 h 141453"/>
              <a:gd name="csX582" fmla="*/ 1258352 w 2159960"/>
              <a:gd name="csY582" fmla="*/ 559 h 141453"/>
              <a:gd name="csX583" fmla="*/ 1260515 w 2159960"/>
              <a:gd name="csY583" fmla="*/ 652 h 141453"/>
              <a:gd name="csX584" fmla="*/ 1262678 w 2159960"/>
              <a:gd name="csY584" fmla="*/ 735 h 141453"/>
              <a:gd name="csX585" fmla="*/ 1264841 w 2159960"/>
              <a:gd name="csY585" fmla="*/ 838 h 141453"/>
              <a:gd name="csX586" fmla="*/ 1267004 w 2159960"/>
              <a:gd name="csY586" fmla="*/ 942 h 141453"/>
              <a:gd name="csX587" fmla="*/ 1269167 w 2159960"/>
              <a:gd name="csY587" fmla="*/ 1045 h 141453"/>
              <a:gd name="csX588" fmla="*/ 1271330 w 2159960"/>
              <a:gd name="csY588" fmla="*/ 1170 h 141453"/>
              <a:gd name="csX589" fmla="*/ 1273483 w 2159960"/>
              <a:gd name="csY589" fmla="*/ 1283 h 141453"/>
              <a:gd name="csX590" fmla="*/ 1275646 w 2159960"/>
              <a:gd name="csY590" fmla="*/ 1418 h 141453"/>
              <a:gd name="csX591" fmla="*/ 1277809 w 2159960"/>
              <a:gd name="csY591" fmla="*/ 1542 h 141453"/>
              <a:gd name="csX592" fmla="*/ 1279973 w 2159960"/>
              <a:gd name="csY592" fmla="*/ 1687 h 141453"/>
              <a:gd name="csX593" fmla="*/ 1282136 w 2159960"/>
              <a:gd name="csY593" fmla="*/ 1832 h 141453"/>
              <a:gd name="csX594" fmla="*/ 1284299 w 2159960"/>
              <a:gd name="csY594" fmla="*/ 1977 h 141453"/>
              <a:gd name="csX595" fmla="*/ 1286462 w 2159960"/>
              <a:gd name="csY595" fmla="*/ 2143 h 141453"/>
              <a:gd name="csX596" fmla="*/ 1288625 w 2159960"/>
              <a:gd name="csY596" fmla="*/ 2298 h 141453"/>
              <a:gd name="csX597" fmla="*/ 1290788 w 2159960"/>
              <a:gd name="csY597" fmla="*/ 2463 h 141453"/>
              <a:gd name="csX598" fmla="*/ 1292951 w 2159960"/>
              <a:gd name="csY598" fmla="*/ 2639 h 141453"/>
              <a:gd name="csX599" fmla="*/ 1295104 w 2159960"/>
              <a:gd name="csY599" fmla="*/ 2826 h 141453"/>
              <a:gd name="csX600" fmla="*/ 1297267 w 2159960"/>
              <a:gd name="csY600" fmla="*/ 3002 h 141453"/>
              <a:gd name="csX601" fmla="*/ 1299431 w 2159960"/>
              <a:gd name="csY601" fmla="*/ 3198 h 141453"/>
              <a:gd name="csX602" fmla="*/ 1301594 w 2159960"/>
              <a:gd name="csY602" fmla="*/ 3395 h 141453"/>
              <a:gd name="csX603" fmla="*/ 1303757 w 2159960"/>
              <a:gd name="csY603" fmla="*/ 3591 h 141453"/>
              <a:gd name="csX604" fmla="*/ 1305920 w 2159960"/>
              <a:gd name="csY604" fmla="*/ 3798 h 141453"/>
              <a:gd name="csX605" fmla="*/ 1308083 w 2159960"/>
              <a:gd name="csY605" fmla="*/ 4016 h 141453"/>
              <a:gd name="csX606" fmla="*/ 1310246 w 2159960"/>
              <a:gd name="csY606" fmla="*/ 4233 h 141453"/>
              <a:gd name="csX607" fmla="*/ 1312410 w 2159960"/>
              <a:gd name="csY607" fmla="*/ 4461 h 141453"/>
              <a:gd name="csX608" fmla="*/ 1314573 w 2159960"/>
              <a:gd name="csY608" fmla="*/ 4689 h 141453"/>
              <a:gd name="csX609" fmla="*/ 1316726 w 2159960"/>
              <a:gd name="csY609" fmla="*/ 4927 h 141453"/>
              <a:gd name="csX610" fmla="*/ 1318889 w 2159960"/>
              <a:gd name="csY610" fmla="*/ 5165 h 141453"/>
              <a:gd name="csX611" fmla="*/ 1321052 w 2159960"/>
              <a:gd name="csY611" fmla="*/ 5413 h 141453"/>
              <a:gd name="csX612" fmla="*/ 1323215 w 2159960"/>
              <a:gd name="csY612" fmla="*/ 5661 h 141453"/>
              <a:gd name="csX613" fmla="*/ 1325378 w 2159960"/>
              <a:gd name="csY613" fmla="*/ 5920 h 141453"/>
              <a:gd name="csX614" fmla="*/ 1327541 w 2159960"/>
              <a:gd name="csY614" fmla="*/ 6179 h 141453"/>
              <a:gd name="csX615" fmla="*/ 1329704 w 2159960"/>
              <a:gd name="csY615" fmla="*/ 6448 h 141453"/>
              <a:gd name="csX616" fmla="*/ 1331868 w 2159960"/>
              <a:gd name="csY616" fmla="*/ 6717 h 141453"/>
              <a:gd name="csX617" fmla="*/ 1334031 w 2159960"/>
              <a:gd name="csY617" fmla="*/ 6997 h 141453"/>
              <a:gd name="csX618" fmla="*/ 1336194 w 2159960"/>
              <a:gd name="csY618" fmla="*/ 7276 h 141453"/>
              <a:gd name="csX619" fmla="*/ 1338347 w 2159960"/>
              <a:gd name="csY619" fmla="*/ 7566 h 141453"/>
              <a:gd name="csX620" fmla="*/ 1340510 w 2159960"/>
              <a:gd name="csY620" fmla="*/ 7856 h 141453"/>
              <a:gd name="csX621" fmla="*/ 1342673 w 2159960"/>
              <a:gd name="csY621" fmla="*/ 8156 h 141453"/>
              <a:gd name="csX622" fmla="*/ 1344836 w 2159960"/>
              <a:gd name="csY622" fmla="*/ 8466 h 141453"/>
              <a:gd name="csX623" fmla="*/ 1346999 w 2159960"/>
              <a:gd name="csY623" fmla="*/ 8766 h 141453"/>
              <a:gd name="csX624" fmla="*/ 1349162 w 2159960"/>
              <a:gd name="csY624" fmla="*/ 9087 h 141453"/>
              <a:gd name="csX625" fmla="*/ 1351325 w 2159960"/>
              <a:gd name="csY625" fmla="*/ 9398 h 141453"/>
              <a:gd name="csX626" fmla="*/ 1353489 w 2159960"/>
              <a:gd name="csY626" fmla="*/ 9729 h 141453"/>
              <a:gd name="csX627" fmla="*/ 1355652 w 2159960"/>
              <a:gd name="csY627" fmla="*/ 10050 h 141453"/>
              <a:gd name="csX628" fmla="*/ 1357815 w 2159960"/>
              <a:gd name="csY628" fmla="*/ 10381 h 141453"/>
              <a:gd name="csX629" fmla="*/ 1359968 w 2159960"/>
              <a:gd name="csY629" fmla="*/ 10723 h 141453"/>
              <a:gd name="csX630" fmla="*/ 1362131 w 2159960"/>
              <a:gd name="csY630" fmla="*/ 11064 h 141453"/>
              <a:gd name="csX631" fmla="*/ 1364294 w 2159960"/>
              <a:gd name="csY631" fmla="*/ 11406 h 141453"/>
              <a:gd name="csX632" fmla="*/ 1366457 w 2159960"/>
              <a:gd name="csY632" fmla="*/ 11758 h 141453"/>
              <a:gd name="csX633" fmla="*/ 1368620 w 2159960"/>
              <a:gd name="csY633" fmla="*/ 12120 h 141453"/>
              <a:gd name="csX634" fmla="*/ 1370784 w 2159960"/>
              <a:gd name="csY634" fmla="*/ 12482 h 141453"/>
              <a:gd name="csX635" fmla="*/ 1372947 w 2159960"/>
              <a:gd name="csY635" fmla="*/ 12844 h 141453"/>
              <a:gd name="csX636" fmla="*/ 1375110 w 2159960"/>
              <a:gd name="csY636" fmla="*/ 13217 h 141453"/>
              <a:gd name="csX637" fmla="*/ 1377273 w 2159960"/>
              <a:gd name="csY637" fmla="*/ 13590 h 141453"/>
              <a:gd name="csX638" fmla="*/ 1379436 w 2159960"/>
              <a:gd name="csY638" fmla="*/ 13962 h 141453"/>
              <a:gd name="csX639" fmla="*/ 1381589 w 2159960"/>
              <a:gd name="csY639" fmla="*/ 14345 h 141453"/>
              <a:gd name="csX640" fmla="*/ 1383752 w 2159960"/>
              <a:gd name="csY640" fmla="*/ 14738 h 141453"/>
              <a:gd name="csX641" fmla="*/ 1385915 w 2159960"/>
              <a:gd name="csY641" fmla="*/ 15121 h 141453"/>
              <a:gd name="csX642" fmla="*/ 1388078 w 2159960"/>
              <a:gd name="csY642" fmla="*/ 15515 h 141453"/>
              <a:gd name="csX643" fmla="*/ 1390241 w 2159960"/>
              <a:gd name="csY643" fmla="*/ 15918 h 141453"/>
              <a:gd name="csX644" fmla="*/ 1392405 w 2159960"/>
              <a:gd name="csY644" fmla="*/ 16322 h 141453"/>
              <a:gd name="csX645" fmla="*/ 1394568 w 2159960"/>
              <a:gd name="csY645" fmla="*/ 16726 h 141453"/>
              <a:gd name="csX646" fmla="*/ 1396731 w 2159960"/>
              <a:gd name="csY646" fmla="*/ 17140 h 141453"/>
              <a:gd name="csX647" fmla="*/ 1398894 w 2159960"/>
              <a:gd name="csY647" fmla="*/ 17554 h 141453"/>
              <a:gd name="csX648" fmla="*/ 1401057 w 2159960"/>
              <a:gd name="csY648" fmla="*/ 17978 h 141453"/>
              <a:gd name="csX649" fmla="*/ 1403210 w 2159960"/>
              <a:gd name="csY649" fmla="*/ 18402 h 141453"/>
              <a:gd name="csX650" fmla="*/ 1405373 w 2159960"/>
              <a:gd name="csY650" fmla="*/ 18827 h 141453"/>
              <a:gd name="csX651" fmla="*/ 1407536 w 2159960"/>
              <a:gd name="csY651" fmla="*/ 19261 h 141453"/>
              <a:gd name="csX652" fmla="*/ 1409700 w 2159960"/>
              <a:gd name="csY652" fmla="*/ 19686 h 141453"/>
              <a:gd name="csX653" fmla="*/ 1411863 w 2159960"/>
              <a:gd name="csY653" fmla="*/ 20131 h 141453"/>
              <a:gd name="csX654" fmla="*/ 1414026 w 2159960"/>
              <a:gd name="csY654" fmla="*/ 20565 h 141453"/>
              <a:gd name="csX655" fmla="*/ 1416189 w 2159960"/>
              <a:gd name="csY655" fmla="*/ 21021 h 141453"/>
              <a:gd name="csX656" fmla="*/ 1418352 w 2159960"/>
              <a:gd name="csY656" fmla="*/ 21466 h 141453"/>
              <a:gd name="csX657" fmla="*/ 1420515 w 2159960"/>
              <a:gd name="csY657" fmla="*/ 21921 h 141453"/>
              <a:gd name="csX658" fmla="*/ 1422678 w 2159960"/>
              <a:gd name="csY658" fmla="*/ 22377 h 141453"/>
              <a:gd name="csX659" fmla="*/ 1424831 w 2159960"/>
              <a:gd name="csY659" fmla="*/ 22832 h 141453"/>
              <a:gd name="csX660" fmla="*/ 1426994 w 2159960"/>
              <a:gd name="csY660" fmla="*/ 23298 h 141453"/>
              <a:gd name="csX661" fmla="*/ 1429158 w 2159960"/>
              <a:gd name="csY661" fmla="*/ 23764 h 141453"/>
              <a:gd name="csX662" fmla="*/ 1431321 w 2159960"/>
              <a:gd name="csY662" fmla="*/ 24229 h 141453"/>
              <a:gd name="csX663" fmla="*/ 1433484 w 2159960"/>
              <a:gd name="csY663" fmla="*/ 24695 h 141453"/>
              <a:gd name="csX664" fmla="*/ 1435647 w 2159960"/>
              <a:gd name="csY664" fmla="*/ 25171 h 141453"/>
              <a:gd name="csX665" fmla="*/ 1437810 w 2159960"/>
              <a:gd name="csY665" fmla="*/ 25647 h 141453"/>
              <a:gd name="csX666" fmla="*/ 1439973 w 2159960"/>
              <a:gd name="csY666" fmla="*/ 26134 h 141453"/>
              <a:gd name="csX667" fmla="*/ 1442136 w 2159960"/>
              <a:gd name="csY667" fmla="*/ 26620 h 141453"/>
              <a:gd name="csX668" fmla="*/ 1444300 w 2159960"/>
              <a:gd name="csY668" fmla="*/ 27107 h 141453"/>
              <a:gd name="csX669" fmla="*/ 1446452 w 2159960"/>
              <a:gd name="csY669" fmla="*/ 27593 h 141453"/>
              <a:gd name="csX670" fmla="*/ 1448615 w 2159960"/>
              <a:gd name="csY670" fmla="*/ 28080 h 141453"/>
              <a:gd name="csX671" fmla="*/ 1450779 w 2159960"/>
              <a:gd name="csY671" fmla="*/ 28576 h 141453"/>
              <a:gd name="csX672" fmla="*/ 1452942 w 2159960"/>
              <a:gd name="csY672" fmla="*/ 29073 h 141453"/>
              <a:gd name="csX673" fmla="*/ 1455105 w 2159960"/>
              <a:gd name="csY673" fmla="*/ 29580 h 141453"/>
              <a:gd name="csX674" fmla="*/ 1457268 w 2159960"/>
              <a:gd name="csY674" fmla="*/ 30077 h 141453"/>
              <a:gd name="csX675" fmla="*/ 1459431 w 2159960"/>
              <a:gd name="csY675" fmla="*/ 30584 h 141453"/>
              <a:gd name="csX676" fmla="*/ 1461594 w 2159960"/>
              <a:gd name="csY676" fmla="*/ 31091 h 141453"/>
              <a:gd name="csX677" fmla="*/ 1463758 w 2159960"/>
              <a:gd name="csY677" fmla="*/ 31599 h 141453"/>
              <a:gd name="csX678" fmla="*/ 1465921 w 2159960"/>
              <a:gd name="csY678" fmla="*/ 32116 h 141453"/>
              <a:gd name="csX679" fmla="*/ 1468074 w 2159960"/>
              <a:gd name="csY679" fmla="*/ 32634 h 141453"/>
              <a:gd name="csX680" fmla="*/ 1470237 w 2159960"/>
              <a:gd name="csY680" fmla="*/ 33141 h 141453"/>
              <a:gd name="csX681" fmla="*/ 1472400 w 2159960"/>
              <a:gd name="csY681" fmla="*/ 33669 h 141453"/>
              <a:gd name="csX682" fmla="*/ 1474563 w 2159960"/>
              <a:gd name="csY682" fmla="*/ 34186 h 141453"/>
              <a:gd name="csX683" fmla="*/ 1476726 w 2159960"/>
              <a:gd name="csY683" fmla="*/ 34714 h 141453"/>
              <a:gd name="csX684" fmla="*/ 1478889 w 2159960"/>
              <a:gd name="csY684" fmla="*/ 35231 h 141453"/>
              <a:gd name="csX685" fmla="*/ 1481052 w 2159960"/>
              <a:gd name="csY685" fmla="*/ 35759 h 141453"/>
              <a:gd name="csX686" fmla="*/ 1483216 w 2159960"/>
              <a:gd name="csY686" fmla="*/ 36287 h 141453"/>
              <a:gd name="csX687" fmla="*/ 1485379 w 2159960"/>
              <a:gd name="csY687" fmla="*/ 36825 h 141453"/>
              <a:gd name="csX688" fmla="*/ 1487542 w 2159960"/>
              <a:gd name="csY688" fmla="*/ 37353 h 141453"/>
              <a:gd name="csX689" fmla="*/ 1489695 w 2159960"/>
              <a:gd name="csY689" fmla="*/ 37891 h 141453"/>
              <a:gd name="csX690" fmla="*/ 1491858 w 2159960"/>
              <a:gd name="csY690" fmla="*/ 38419 h 141453"/>
              <a:gd name="csX691" fmla="*/ 1494021 w 2159960"/>
              <a:gd name="csY691" fmla="*/ 38957 h 141453"/>
              <a:gd name="csX692" fmla="*/ 1496184 w 2159960"/>
              <a:gd name="csY692" fmla="*/ 39496 h 141453"/>
              <a:gd name="csX693" fmla="*/ 1498347 w 2159960"/>
              <a:gd name="csY693" fmla="*/ 40044 h 141453"/>
              <a:gd name="csX694" fmla="*/ 1500510 w 2159960"/>
              <a:gd name="csY694" fmla="*/ 40582 h 141453"/>
              <a:gd name="csX695" fmla="*/ 1502673 w 2159960"/>
              <a:gd name="csY695" fmla="*/ 41131 h 141453"/>
              <a:gd name="csX696" fmla="*/ 1504837 w 2159960"/>
              <a:gd name="csY696" fmla="*/ 41669 h 141453"/>
              <a:gd name="csX697" fmla="*/ 1507000 w 2159960"/>
              <a:gd name="csY697" fmla="*/ 42218 h 141453"/>
              <a:gd name="csX698" fmla="*/ 1509163 w 2159960"/>
              <a:gd name="csY698" fmla="*/ 42766 h 141453"/>
              <a:gd name="csX699" fmla="*/ 1511316 w 2159960"/>
              <a:gd name="csY699" fmla="*/ 43315 h 141453"/>
              <a:gd name="csX700" fmla="*/ 1513479 w 2159960"/>
              <a:gd name="csY700" fmla="*/ 43863 h 141453"/>
              <a:gd name="csX701" fmla="*/ 1515642 w 2159960"/>
              <a:gd name="csY701" fmla="*/ 44412 h 141453"/>
              <a:gd name="csX702" fmla="*/ 1517805 w 2159960"/>
              <a:gd name="csY702" fmla="*/ 44971 h 141453"/>
              <a:gd name="csX703" fmla="*/ 1519968 w 2159960"/>
              <a:gd name="csY703" fmla="*/ 45519 h 141453"/>
              <a:gd name="csX704" fmla="*/ 1522132 w 2159960"/>
              <a:gd name="csY704" fmla="*/ 46068 h 141453"/>
              <a:gd name="csX705" fmla="*/ 1524295 w 2159960"/>
              <a:gd name="csY705" fmla="*/ 46627 h 141453"/>
              <a:gd name="csX706" fmla="*/ 1526458 w 2159960"/>
              <a:gd name="csY706" fmla="*/ 47186 h 141453"/>
              <a:gd name="csX707" fmla="*/ 1528621 w 2159960"/>
              <a:gd name="csY707" fmla="*/ 47734 h 141453"/>
              <a:gd name="csX708" fmla="*/ 1530784 w 2159960"/>
              <a:gd name="csY708" fmla="*/ 48293 h 141453"/>
              <a:gd name="csX709" fmla="*/ 1532937 w 2159960"/>
              <a:gd name="csY709" fmla="*/ 48852 h 141453"/>
              <a:gd name="csX710" fmla="*/ 1535100 w 2159960"/>
              <a:gd name="csY710" fmla="*/ 49411 h 141453"/>
              <a:gd name="csX711" fmla="*/ 1537263 w 2159960"/>
              <a:gd name="csY711" fmla="*/ 49970 h 141453"/>
              <a:gd name="csX712" fmla="*/ 1539426 w 2159960"/>
              <a:gd name="csY712" fmla="*/ 50529 h 141453"/>
              <a:gd name="csX713" fmla="*/ 1541590 w 2159960"/>
              <a:gd name="csY713" fmla="*/ 51088 h 141453"/>
              <a:gd name="csX714" fmla="*/ 1543753 w 2159960"/>
              <a:gd name="csY714" fmla="*/ 51646 h 141453"/>
              <a:gd name="csX715" fmla="*/ 1545916 w 2159960"/>
              <a:gd name="csY715" fmla="*/ 52205 h 141453"/>
              <a:gd name="csX716" fmla="*/ 1548079 w 2159960"/>
              <a:gd name="csY716" fmla="*/ 52775 h 141453"/>
              <a:gd name="csX717" fmla="*/ 1550242 w 2159960"/>
              <a:gd name="csY717" fmla="*/ 53334 h 141453"/>
              <a:gd name="csX718" fmla="*/ 1552405 w 2159960"/>
              <a:gd name="csY718" fmla="*/ 53892 h 141453"/>
              <a:gd name="csX719" fmla="*/ 1554558 w 2159960"/>
              <a:gd name="csY719" fmla="*/ 54451 h 141453"/>
              <a:gd name="csX720" fmla="*/ 1556721 w 2159960"/>
              <a:gd name="csY720" fmla="*/ 55010 h 141453"/>
              <a:gd name="csX721" fmla="*/ 1558884 w 2159960"/>
              <a:gd name="csY721" fmla="*/ 55580 h 141453"/>
              <a:gd name="csX722" fmla="*/ 1561047 w 2159960"/>
              <a:gd name="csY722" fmla="*/ 56138 h 141453"/>
              <a:gd name="csX723" fmla="*/ 1563211 w 2159960"/>
              <a:gd name="csY723" fmla="*/ 56697 h 141453"/>
              <a:gd name="csX724" fmla="*/ 1565374 w 2159960"/>
              <a:gd name="csY724" fmla="*/ 57256 h 141453"/>
              <a:gd name="csX725" fmla="*/ 1567537 w 2159960"/>
              <a:gd name="csY725" fmla="*/ 57825 h 141453"/>
              <a:gd name="csX726" fmla="*/ 1569700 w 2159960"/>
              <a:gd name="csY726" fmla="*/ 58384 h 141453"/>
              <a:gd name="csX727" fmla="*/ 1571863 w 2159960"/>
              <a:gd name="csY727" fmla="*/ 58943 h 141453"/>
              <a:gd name="csX728" fmla="*/ 1574026 w 2159960"/>
              <a:gd name="csY728" fmla="*/ 59502 h 141453"/>
              <a:gd name="csX729" fmla="*/ 1576179 w 2159960"/>
              <a:gd name="csY729" fmla="*/ 60061 h 141453"/>
              <a:gd name="csX730" fmla="*/ 1578342 w 2159960"/>
              <a:gd name="csY730" fmla="*/ 60630 h 141453"/>
              <a:gd name="csX731" fmla="*/ 1580506 w 2159960"/>
              <a:gd name="csY731" fmla="*/ 61189 h 141453"/>
              <a:gd name="csX732" fmla="*/ 1582669 w 2159960"/>
              <a:gd name="csY732" fmla="*/ 61748 h 141453"/>
              <a:gd name="csX733" fmla="*/ 1584832 w 2159960"/>
              <a:gd name="csY733" fmla="*/ 62307 h 141453"/>
              <a:gd name="csX734" fmla="*/ 1586995 w 2159960"/>
              <a:gd name="csY734" fmla="*/ 62855 h 141453"/>
              <a:gd name="csX735" fmla="*/ 1589158 w 2159960"/>
              <a:gd name="csY735" fmla="*/ 63414 h 141453"/>
              <a:gd name="csX736" fmla="*/ 1591321 w 2159960"/>
              <a:gd name="csY736" fmla="*/ 63973 h 141453"/>
              <a:gd name="csX737" fmla="*/ 1593484 w 2159960"/>
              <a:gd name="csY737" fmla="*/ 64532 h 141453"/>
              <a:gd name="csX738" fmla="*/ 1595648 w 2159960"/>
              <a:gd name="csY738" fmla="*/ 65091 h 141453"/>
              <a:gd name="csX739" fmla="*/ 1597800 w 2159960"/>
              <a:gd name="csY739" fmla="*/ 65640 h 141453"/>
              <a:gd name="csX740" fmla="*/ 1599963 w 2159960"/>
              <a:gd name="csY740" fmla="*/ 66199 h 141453"/>
              <a:gd name="csX741" fmla="*/ 1602127 w 2159960"/>
              <a:gd name="csY741" fmla="*/ 66747 h 141453"/>
              <a:gd name="csX742" fmla="*/ 1604290 w 2159960"/>
              <a:gd name="csY742" fmla="*/ 67296 h 141453"/>
              <a:gd name="csX743" fmla="*/ 1606453 w 2159960"/>
              <a:gd name="csY743" fmla="*/ 67855 h 141453"/>
              <a:gd name="csX744" fmla="*/ 1608616 w 2159960"/>
              <a:gd name="csY744" fmla="*/ 68403 h 141453"/>
              <a:gd name="csX745" fmla="*/ 1610779 w 2159960"/>
              <a:gd name="csY745" fmla="*/ 68952 h 141453"/>
              <a:gd name="csX746" fmla="*/ 1612942 w 2159960"/>
              <a:gd name="csY746" fmla="*/ 69500 h 141453"/>
              <a:gd name="csX747" fmla="*/ 1615105 w 2159960"/>
              <a:gd name="csY747" fmla="*/ 70049 h 141453"/>
              <a:gd name="csX748" fmla="*/ 1617269 w 2159960"/>
              <a:gd name="csY748" fmla="*/ 70597 h 141453"/>
              <a:gd name="csX749" fmla="*/ 1619421 w 2159960"/>
              <a:gd name="csY749" fmla="*/ 71135 h 141453"/>
              <a:gd name="csX750" fmla="*/ 1621585 w 2159960"/>
              <a:gd name="csY750" fmla="*/ 71684 h 141453"/>
              <a:gd name="csX751" fmla="*/ 1623748 w 2159960"/>
              <a:gd name="csY751" fmla="*/ 72222 h 141453"/>
              <a:gd name="csX752" fmla="*/ 1625911 w 2159960"/>
              <a:gd name="csY752" fmla="*/ 72761 h 141453"/>
              <a:gd name="csX753" fmla="*/ 1628074 w 2159960"/>
              <a:gd name="csY753" fmla="*/ 73309 h 141453"/>
              <a:gd name="csX754" fmla="*/ 1630237 w 2159960"/>
              <a:gd name="csY754" fmla="*/ 73847 h 141453"/>
              <a:gd name="csX755" fmla="*/ 1632400 w 2159960"/>
              <a:gd name="csY755" fmla="*/ 74375 h 141453"/>
              <a:gd name="csX756" fmla="*/ 1634564 w 2159960"/>
              <a:gd name="csY756" fmla="*/ 74913 h 141453"/>
              <a:gd name="csX757" fmla="*/ 1636727 w 2159960"/>
              <a:gd name="csY757" fmla="*/ 75451 h 141453"/>
              <a:gd name="csX758" fmla="*/ 1638890 w 2159960"/>
              <a:gd name="csY758" fmla="*/ 75979 h 141453"/>
              <a:gd name="csX759" fmla="*/ 1641043 w 2159960"/>
              <a:gd name="csY759" fmla="*/ 76518 h 141453"/>
              <a:gd name="csX760" fmla="*/ 1643206 w 2159960"/>
              <a:gd name="csY760" fmla="*/ 77045 h 141453"/>
              <a:gd name="csX761" fmla="*/ 1645369 w 2159960"/>
              <a:gd name="csY761" fmla="*/ 77573 h 141453"/>
              <a:gd name="csX762" fmla="*/ 1647532 w 2159960"/>
              <a:gd name="csY762" fmla="*/ 78101 h 141453"/>
              <a:gd name="csX763" fmla="*/ 1649695 w 2159960"/>
              <a:gd name="csY763" fmla="*/ 78629 h 141453"/>
              <a:gd name="csX764" fmla="*/ 1651858 w 2159960"/>
              <a:gd name="csY764" fmla="*/ 79146 h 141453"/>
              <a:gd name="csX765" fmla="*/ 1654022 w 2159960"/>
              <a:gd name="csY765" fmla="*/ 79664 h 141453"/>
              <a:gd name="csX766" fmla="*/ 1656185 w 2159960"/>
              <a:gd name="csY766" fmla="*/ 80192 h 141453"/>
              <a:gd name="csX767" fmla="*/ 1658348 w 2159960"/>
              <a:gd name="csY767" fmla="*/ 80709 h 141453"/>
              <a:gd name="csX768" fmla="*/ 1660511 w 2159960"/>
              <a:gd name="csY768" fmla="*/ 81227 h 141453"/>
              <a:gd name="csX769" fmla="*/ 1662674 w 2159960"/>
              <a:gd name="csY769" fmla="*/ 81734 h 141453"/>
              <a:gd name="csX770" fmla="*/ 1664827 w 2159960"/>
              <a:gd name="csY770" fmla="*/ 82251 h 141453"/>
              <a:gd name="csX771" fmla="*/ 1666990 w 2159960"/>
              <a:gd name="csY771" fmla="*/ 82759 h 141453"/>
              <a:gd name="csX772" fmla="*/ 1669153 w 2159960"/>
              <a:gd name="csY772" fmla="*/ 83266 h 141453"/>
              <a:gd name="csX773" fmla="*/ 1671316 w 2159960"/>
              <a:gd name="csY773" fmla="*/ 83773 h 141453"/>
              <a:gd name="csX774" fmla="*/ 1673479 w 2159960"/>
              <a:gd name="csY774" fmla="*/ 84280 h 141453"/>
              <a:gd name="csX775" fmla="*/ 1675643 w 2159960"/>
              <a:gd name="csY775" fmla="*/ 84787 h 141453"/>
              <a:gd name="csX776" fmla="*/ 1677806 w 2159960"/>
              <a:gd name="csY776" fmla="*/ 85284 h 141453"/>
              <a:gd name="csX777" fmla="*/ 1679969 w 2159960"/>
              <a:gd name="csY777" fmla="*/ 85781 h 141453"/>
              <a:gd name="csX778" fmla="*/ 1682132 w 2159960"/>
              <a:gd name="csY778" fmla="*/ 86278 h 141453"/>
              <a:gd name="csX779" fmla="*/ 1684295 w 2159960"/>
              <a:gd name="csY779" fmla="*/ 86774 h 141453"/>
              <a:gd name="csX780" fmla="*/ 1686448 w 2159960"/>
              <a:gd name="csY780" fmla="*/ 87271 h 141453"/>
              <a:gd name="csX781" fmla="*/ 1688611 w 2159960"/>
              <a:gd name="csY781" fmla="*/ 87758 h 141453"/>
              <a:gd name="csX782" fmla="*/ 1690774 w 2159960"/>
              <a:gd name="csY782" fmla="*/ 88244 h 141453"/>
              <a:gd name="csX783" fmla="*/ 1692938 w 2159960"/>
              <a:gd name="csY783" fmla="*/ 88730 h 141453"/>
              <a:gd name="csX784" fmla="*/ 1695101 w 2159960"/>
              <a:gd name="csY784" fmla="*/ 89217 h 141453"/>
              <a:gd name="csX785" fmla="*/ 1697264 w 2159960"/>
              <a:gd name="csY785" fmla="*/ 89703 h 141453"/>
              <a:gd name="csX786" fmla="*/ 1699427 w 2159960"/>
              <a:gd name="csY786" fmla="*/ 90180 h 141453"/>
              <a:gd name="csX787" fmla="*/ 1701590 w 2159960"/>
              <a:gd name="csY787" fmla="*/ 90656 h 141453"/>
              <a:gd name="csX788" fmla="*/ 1703753 w 2159960"/>
              <a:gd name="csY788" fmla="*/ 91132 h 141453"/>
              <a:gd name="csX789" fmla="*/ 1705916 w 2159960"/>
              <a:gd name="csY789" fmla="*/ 91608 h 141453"/>
              <a:gd name="csX790" fmla="*/ 1708069 w 2159960"/>
              <a:gd name="csY790" fmla="*/ 92074 h 141453"/>
              <a:gd name="csX791" fmla="*/ 1710232 w 2159960"/>
              <a:gd name="csY791" fmla="*/ 92539 h 141453"/>
              <a:gd name="csX792" fmla="*/ 1712395 w 2159960"/>
              <a:gd name="csY792" fmla="*/ 93015 h 141453"/>
              <a:gd name="csX793" fmla="*/ 1714559 w 2159960"/>
              <a:gd name="csY793" fmla="*/ 93471 h 141453"/>
              <a:gd name="csX794" fmla="*/ 1716722 w 2159960"/>
              <a:gd name="csY794" fmla="*/ 93937 h 141453"/>
              <a:gd name="csX795" fmla="*/ 1718885 w 2159960"/>
              <a:gd name="csY795" fmla="*/ 94392 h 141453"/>
              <a:gd name="csX796" fmla="*/ 1721048 w 2159960"/>
              <a:gd name="csY796" fmla="*/ 94847 h 141453"/>
              <a:gd name="csX797" fmla="*/ 1723211 w 2159960"/>
              <a:gd name="csY797" fmla="*/ 95303 h 141453"/>
              <a:gd name="csX798" fmla="*/ 1725374 w 2159960"/>
              <a:gd name="csY798" fmla="*/ 95758 h 141453"/>
              <a:gd name="csX799" fmla="*/ 1727537 w 2159960"/>
              <a:gd name="csY799" fmla="*/ 96203 h 141453"/>
              <a:gd name="csX800" fmla="*/ 1729690 w 2159960"/>
              <a:gd name="csY800" fmla="*/ 96648 h 141453"/>
              <a:gd name="csX801" fmla="*/ 1731853 w 2159960"/>
              <a:gd name="csY801" fmla="*/ 97093 h 141453"/>
              <a:gd name="csX802" fmla="*/ 1734017 w 2159960"/>
              <a:gd name="csY802" fmla="*/ 97538 h 141453"/>
              <a:gd name="csX803" fmla="*/ 1736180 w 2159960"/>
              <a:gd name="csY803" fmla="*/ 97973 h 141453"/>
              <a:gd name="csX804" fmla="*/ 1738343 w 2159960"/>
              <a:gd name="csY804" fmla="*/ 98408 h 141453"/>
              <a:gd name="csX805" fmla="*/ 1740506 w 2159960"/>
              <a:gd name="csY805" fmla="*/ 98842 h 141453"/>
              <a:gd name="csX806" fmla="*/ 1742669 w 2159960"/>
              <a:gd name="csY806" fmla="*/ 99277 h 141453"/>
              <a:gd name="csX807" fmla="*/ 1744832 w 2159960"/>
              <a:gd name="csY807" fmla="*/ 99702 h 141453"/>
              <a:gd name="csX808" fmla="*/ 1746996 w 2159960"/>
              <a:gd name="csY808" fmla="*/ 100136 h 141453"/>
              <a:gd name="csX809" fmla="*/ 1749159 w 2159960"/>
              <a:gd name="csY809" fmla="*/ 100550 h 141453"/>
              <a:gd name="csX810" fmla="*/ 1751312 w 2159960"/>
              <a:gd name="csY810" fmla="*/ 100975 h 141453"/>
              <a:gd name="csX811" fmla="*/ 1753475 w 2159960"/>
              <a:gd name="csY811" fmla="*/ 101399 h 141453"/>
              <a:gd name="csX812" fmla="*/ 1755638 w 2159960"/>
              <a:gd name="csY812" fmla="*/ 101813 h 141453"/>
              <a:gd name="csX813" fmla="*/ 1757801 w 2159960"/>
              <a:gd name="csY813" fmla="*/ 102227 h 141453"/>
              <a:gd name="csX814" fmla="*/ 1759964 w 2159960"/>
              <a:gd name="csY814" fmla="*/ 102631 h 141453"/>
              <a:gd name="csX815" fmla="*/ 1762127 w 2159960"/>
              <a:gd name="csY815" fmla="*/ 103045 h 141453"/>
              <a:gd name="csX816" fmla="*/ 1764290 w 2159960"/>
              <a:gd name="csY816" fmla="*/ 103448 h 141453"/>
              <a:gd name="csX817" fmla="*/ 1766454 w 2159960"/>
              <a:gd name="csY817" fmla="*/ 103852 h 141453"/>
              <a:gd name="csX818" fmla="*/ 1768617 w 2159960"/>
              <a:gd name="csY818" fmla="*/ 104245 h 141453"/>
              <a:gd name="csX819" fmla="*/ 1770780 w 2159960"/>
              <a:gd name="csY819" fmla="*/ 104649 h 141453"/>
              <a:gd name="csX820" fmla="*/ 1772933 w 2159960"/>
              <a:gd name="csY820" fmla="*/ 105042 h 141453"/>
              <a:gd name="csX821" fmla="*/ 1775096 w 2159960"/>
              <a:gd name="csY821" fmla="*/ 105435 h 141453"/>
              <a:gd name="csX822" fmla="*/ 1777259 w 2159960"/>
              <a:gd name="csY822" fmla="*/ 105818 h 141453"/>
              <a:gd name="csX823" fmla="*/ 1779422 w 2159960"/>
              <a:gd name="csY823" fmla="*/ 106212 h 141453"/>
              <a:gd name="csX824" fmla="*/ 1781585 w 2159960"/>
              <a:gd name="csY824" fmla="*/ 106595 h 141453"/>
              <a:gd name="csX825" fmla="*/ 1783748 w 2159960"/>
              <a:gd name="csY825" fmla="*/ 106978 h 141453"/>
              <a:gd name="csX826" fmla="*/ 1785911 w 2159960"/>
              <a:gd name="csY826" fmla="*/ 107350 h 141453"/>
              <a:gd name="csX827" fmla="*/ 1788075 w 2159960"/>
              <a:gd name="csY827" fmla="*/ 107733 h 141453"/>
              <a:gd name="csX828" fmla="*/ 1790238 w 2159960"/>
              <a:gd name="csY828" fmla="*/ 108106 h 141453"/>
              <a:gd name="csX829" fmla="*/ 1792401 w 2159960"/>
              <a:gd name="csY829" fmla="*/ 108478 h 141453"/>
              <a:gd name="csX830" fmla="*/ 1794554 w 2159960"/>
              <a:gd name="csY830" fmla="*/ 108841 h 141453"/>
              <a:gd name="csX831" fmla="*/ 1796717 w 2159960"/>
              <a:gd name="csY831" fmla="*/ 109203 h 141453"/>
              <a:gd name="csX832" fmla="*/ 1798880 w 2159960"/>
              <a:gd name="csY832" fmla="*/ 109565 h 141453"/>
              <a:gd name="csX833" fmla="*/ 1801043 w 2159960"/>
              <a:gd name="csY833" fmla="*/ 109927 h 141453"/>
              <a:gd name="csX834" fmla="*/ 1803206 w 2159960"/>
              <a:gd name="csY834" fmla="*/ 110290 h 141453"/>
              <a:gd name="csX835" fmla="*/ 1805370 w 2159960"/>
              <a:gd name="csY835" fmla="*/ 110641 h 141453"/>
              <a:gd name="csX836" fmla="*/ 1807533 w 2159960"/>
              <a:gd name="csY836" fmla="*/ 110993 h 141453"/>
              <a:gd name="csX837" fmla="*/ 1809696 w 2159960"/>
              <a:gd name="csY837" fmla="*/ 111345 h 141453"/>
              <a:gd name="csX838" fmla="*/ 1811859 w 2159960"/>
              <a:gd name="csY838" fmla="*/ 111687 h 141453"/>
              <a:gd name="csX839" fmla="*/ 1814022 w 2159960"/>
              <a:gd name="csY839" fmla="*/ 112028 h 141453"/>
              <a:gd name="csX840" fmla="*/ 1816175 w 2159960"/>
              <a:gd name="csY840" fmla="*/ 112370 h 141453"/>
              <a:gd name="csX841" fmla="*/ 1818338 w 2159960"/>
              <a:gd name="csY841" fmla="*/ 112711 h 141453"/>
              <a:gd name="csX842" fmla="*/ 1820501 w 2159960"/>
              <a:gd name="csY842" fmla="*/ 113043 h 141453"/>
              <a:gd name="csX843" fmla="*/ 1822664 w 2159960"/>
              <a:gd name="csY843" fmla="*/ 113374 h 141453"/>
              <a:gd name="csX844" fmla="*/ 1824827 w 2159960"/>
              <a:gd name="csY844" fmla="*/ 113705 h 141453"/>
              <a:gd name="csX845" fmla="*/ 1826991 w 2159960"/>
              <a:gd name="csY845" fmla="*/ 114036 h 141453"/>
              <a:gd name="csX846" fmla="*/ 1829154 w 2159960"/>
              <a:gd name="csY846" fmla="*/ 114357 h 141453"/>
              <a:gd name="csX847" fmla="*/ 1831317 w 2159960"/>
              <a:gd name="csY847" fmla="*/ 114678 h 141453"/>
              <a:gd name="csX848" fmla="*/ 1833480 w 2159960"/>
              <a:gd name="csY848" fmla="*/ 114999 h 141453"/>
              <a:gd name="csX849" fmla="*/ 1835643 w 2159960"/>
              <a:gd name="csY849" fmla="*/ 115320 h 141453"/>
              <a:gd name="csX850" fmla="*/ 1837796 w 2159960"/>
              <a:gd name="csY850" fmla="*/ 115630 h 141453"/>
              <a:gd name="csX851" fmla="*/ 1839959 w 2159960"/>
              <a:gd name="csY851" fmla="*/ 115941 h 141453"/>
              <a:gd name="csX852" fmla="*/ 1842122 w 2159960"/>
              <a:gd name="csY852" fmla="*/ 116251 h 141453"/>
              <a:gd name="csX853" fmla="*/ 1844285 w 2159960"/>
              <a:gd name="csY853" fmla="*/ 116562 h 141453"/>
              <a:gd name="csX854" fmla="*/ 1846449 w 2159960"/>
              <a:gd name="csY854" fmla="*/ 116862 h 141453"/>
              <a:gd name="csX855" fmla="*/ 1848612 w 2159960"/>
              <a:gd name="csY855" fmla="*/ 117162 h 141453"/>
              <a:gd name="csX856" fmla="*/ 1850775 w 2159960"/>
              <a:gd name="csY856" fmla="*/ 117462 h 141453"/>
              <a:gd name="csX857" fmla="*/ 1852938 w 2159960"/>
              <a:gd name="csY857" fmla="*/ 117752 h 141453"/>
              <a:gd name="csX858" fmla="*/ 1855101 w 2159960"/>
              <a:gd name="csY858" fmla="*/ 118052 h 141453"/>
              <a:gd name="csX859" fmla="*/ 1857264 w 2159960"/>
              <a:gd name="csY859" fmla="*/ 118342 h 141453"/>
              <a:gd name="csX860" fmla="*/ 1859417 w 2159960"/>
              <a:gd name="csY860" fmla="*/ 118621 h 141453"/>
              <a:gd name="csX861" fmla="*/ 1861580 w 2159960"/>
              <a:gd name="csY861" fmla="*/ 118911 h 141453"/>
              <a:gd name="csX862" fmla="*/ 1863744 w 2159960"/>
              <a:gd name="csY862" fmla="*/ 119191 h 141453"/>
              <a:gd name="csX863" fmla="*/ 1865907 w 2159960"/>
              <a:gd name="csY863" fmla="*/ 119470 h 141453"/>
              <a:gd name="csX864" fmla="*/ 1868070 w 2159960"/>
              <a:gd name="csY864" fmla="*/ 119750 h 141453"/>
              <a:gd name="csX865" fmla="*/ 1870233 w 2159960"/>
              <a:gd name="csY865" fmla="*/ 120029 h 141453"/>
              <a:gd name="csX866" fmla="*/ 1872396 w 2159960"/>
              <a:gd name="csY866" fmla="*/ 120298 h 141453"/>
              <a:gd name="csX867" fmla="*/ 1874559 w 2159960"/>
              <a:gd name="csY867" fmla="*/ 120567 h 141453"/>
              <a:gd name="csX868" fmla="*/ 1876722 w 2159960"/>
              <a:gd name="csY868" fmla="*/ 120836 h 141453"/>
              <a:gd name="csX869" fmla="*/ 1878885 w 2159960"/>
              <a:gd name="csY869" fmla="*/ 121105 h 141453"/>
              <a:gd name="csX870" fmla="*/ 1881038 w 2159960"/>
              <a:gd name="csY870" fmla="*/ 121364 h 141453"/>
              <a:gd name="csX871" fmla="*/ 1883202 w 2159960"/>
              <a:gd name="csY871" fmla="*/ 121623 h 141453"/>
              <a:gd name="csX872" fmla="*/ 1885365 w 2159960"/>
              <a:gd name="csY872" fmla="*/ 121882 h 141453"/>
              <a:gd name="csX873" fmla="*/ 1887528 w 2159960"/>
              <a:gd name="csY873" fmla="*/ 122130 h 141453"/>
              <a:gd name="csX874" fmla="*/ 1889691 w 2159960"/>
              <a:gd name="csY874" fmla="*/ 122389 h 141453"/>
              <a:gd name="csX875" fmla="*/ 1891854 w 2159960"/>
              <a:gd name="csY875" fmla="*/ 122637 h 141453"/>
              <a:gd name="csX876" fmla="*/ 1894017 w 2159960"/>
              <a:gd name="csY876" fmla="*/ 122885 h 141453"/>
              <a:gd name="csX877" fmla="*/ 1896180 w 2159960"/>
              <a:gd name="csY877" fmla="*/ 123134 h 141453"/>
              <a:gd name="csX878" fmla="*/ 1898343 w 2159960"/>
              <a:gd name="csY878" fmla="*/ 123372 h 141453"/>
              <a:gd name="csX879" fmla="*/ 1900507 w 2159960"/>
              <a:gd name="csY879" fmla="*/ 123610 h 141453"/>
              <a:gd name="csX880" fmla="*/ 1902659 w 2159960"/>
              <a:gd name="csY880" fmla="*/ 123848 h 141453"/>
              <a:gd name="csX881" fmla="*/ 1904823 w 2159960"/>
              <a:gd name="csY881" fmla="*/ 124086 h 141453"/>
              <a:gd name="csX882" fmla="*/ 1906986 w 2159960"/>
              <a:gd name="csY882" fmla="*/ 124314 h 141453"/>
              <a:gd name="csX883" fmla="*/ 1909149 w 2159960"/>
              <a:gd name="csY883" fmla="*/ 124552 h 141453"/>
              <a:gd name="csX884" fmla="*/ 1911312 w 2159960"/>
              <a:gd name="csY884" fmla="*/ 124780 h 141453"/>
              <a:gd name="csX885" fmla="*/ 1913475 w 2159960"/>
              <a:gd name="csY885" fmla="*/ 125007 h 141453"/>
              <a:gd name="csX886" fmla="*/ 1915638 w 2159960"/>
              <a:gd name="csY886" fmla="*/ 125225 h 141453"/>
              <a:gd name="csX887" fmla="*/ 1917802 w 2159960"/>
              <a:gd name="csY887" fmla="*/ 125442 h 141453"/>
              <a:gd name="csX888" fmla="*/ 1919965 w 2159960"/>
              <a:gd name="csY888" fmla="*/ 125670 h 141453"/>
              <a:gd name="csX889" fmla="*/ 1922128 w 2159960"/>
              <a:gd name="csY889" fmla="*/ 125887 h 141453"/>
              <a:gd name="csX890" fmla="*/ 1924281 w 2159960"/>
              <a:gd name="csY890" fmla="*/ 126094 h 141453"/>
              <a:gd name="csX891" fmla="*/ 1926444 w 2159960"/>
              <a:gd name="csY891" fmla="*/ 126311 h 141453"/>
              <a:gd name="csX892" fmla="*/ 1928607 w 2159960"/>
              <a:gd name="csY892" fmla="*/ 126518 h 141453"/>
              <a:gd name="csX893" fmla="*/ 1930770 w 2159960"/>
              <a:gd name="csY893" fmla="*/ 126725 h 141453"/>
              <a:gd name="csX894" fmla="*/ 1932933 w 2159960"/>
              <a:gd name="csY894" fmla="*/ 126932 h 141453"/>
              <a:gd name="csX895" fmla="*/ 1935096 w 2159960"/>
              <a:gd name="csY895" fmla="*/ 127139 h 141453"/>
              <a:gd name="csX896" fmla="*/ 1937260 w 2159960"/>
              <a:gd name="csY896" fmla="*/ 127336 h 141453"/>
              <a:gd name="csX897" fmla="*/ 1939423 w 2159960"/>
              <a:gd name="csY897" fmla="*/ 127533 h 141453"/>
              <a:gd name="csX898" fmla="*/ 1941586 w 2159960"/>
              <a:gd name="csY898" fmla="*/ 127729 h 141453"/>
              <a:gd name="csX899" fmla="*/ 1943749 w 2159960"/>
              <a:gd name="csY899" fmla="*/ 127926 h 141453"/>
              <a:gd name="csX900" fmla="*/ 1945902 w 2159960"/>
              <a:gd name="csY900" fmla="*/ 128112 h 141453"/>
              <a:gd name="csX901" fmla="*/ 1948065 w 2159960"/>
              <a:gd name="csY901" fmla="*/ 128309 h 141453"/>
              <a:gd name="csX902" fmla="*/ 1950228 w 2159960"/>
              <a:gd name="csY902" fmla="*/ 128495 h 141453"/>
              <a:gd name="csX903" fmla="*/ 1952391 w 2159960"/>
              <a:gd name="csY903" fmla="*/ 128682 h 141453"/>
              <a:gd name="csX904" fmla="*/ 1954554 w 2159960"/>
              <a:gd name="csY904" fmla="*/ 128868 h 141453"/>
              <a:gd name="csX905" fmla="*/ 1956717 w 2159960"/>
              <a:gd name="csY905" fmla="*/ 129044 h 141453"/>
              <a:gd name="csX906" fmla="*/ 1958881 w 2159960"/>
              <a:gd name="csY906" fmla="*/ 129230 h 141453"/>
              <a:gd name="csX907" fmla="*/ 1961044 w 2159960"/>
              <a:gd name="csY907" fmla="*/ 129406 h 141453"/>
              <a:gd name="csX908" fmla="*/ 1963207 w 2159960"/>
              <a:gd name="csY908" fmla="*/ 129582 h 141453"/>
              <a:gd name="csX909" fmla="*/ 1965370 w 2159960"/>
              <a:gd name="csY909" fmla="*/ 129758 h 141453"/>
              <a:gd name="csX910" fmla="*/ 1967523 w 2159960"/>
              <a:gd name="csY910" fmla="*/ 129924 h 141453"/>
              <a:gd name="csX911" fmla="*/ 1969686 w 2159960"/>
              <a:gd name="csY911" fmla="*/ 130089 h 141453"/>
              <a:gd name="csX912" fmla="*/ 1971849 w 2159960"/>
              <a:gd name="csY912" fmla="*/ 130265 h 141453"/>
              <a:gd name="csX913" fmla="*/ 1974012 w 2159960"/>
              <a:gd name="csY913" fmla="*/ 130431 h 141453"/>
              <a:gd name="csX914" fmla="*/ 1976175 w 2159960"/>
              <a:gd name="csY914" fmla="*/ 130586 h 141453"/>
              <a:gd name="csX915" fmla="*/ 1978339 w 2159960"/>
              <a:gd name="csY915" fmla="*/ 130752 h 141453"/>
              <a:gd name="csX916" fmla="*/ 1980502 w 2159960"/>
              <a:gd name="csY916" fmla="*/ 130917 h 141453"/>
              <a:gd name="csX917" fmla="*/ 1982665 w 2159960"/>
              <a:gd name="csY917" fmla="*/ 131072 h 141453"/>
              <a:gd name="csX918" fmla="*/ 1984828 w 2159960"/>
              <a:gd name="csY918" fmla="*/ 131228 h 141453"/>
              <a:gd name="csX919" fmla="*/ 1986991 w 2159960"/>
              <a:gd name="csY919" fmla="*/ 131383 h 141453"/>
              <a:gd name="csX920" fmla="*/ 1989144 w 2159960"/>
              <a:gd name="csY920" fmla="*/ 131528 h 141453"/>
              <a:gd name="csX921" fmla="*/ 1991307 w 2159960"/>
              <a:gd name="csY921" fmla="*/ 131683 h 141453"/>
              <a:gd name="csX922" fmla="*/ 1993470 w 2159960"/>
              <a:gd name="csY922" fmla="*/ 131828 h 141453"/>
              <a:gd name="csX923" fmla="*/ 1995633 w 2159960"/>
              <a:gd name="csY923" fmla="*/ 131983 h 141453"/>
              <a:gd name="csX924" fmla="*/ 1997797 w 2159960"/>
              <a:gd name="csY924" fmla="*/ 132128 h 141453"/>
              <a:gd name="csX925" fmla="*/ 1999960 w 2159960"/>
              <a:gd name="csY925" fmla="*/ 132263 h 141453"/>
              <a:gd name="csX926" fmla="*/ 2002123 w 2159960"/>
              <a:gd name="csY926" fmla="*/ 132408 h 141453"/>
              <a:gd name="csX927" fmla="*/ 2004286 w 2159960"/>
              <a:gd name="csY927" fmla="*/ 132552 h 141453"/>
              <a:gd name="csX928" fmla="*/ 2006449 w 2159960"/>
              <a:gd name="csY928" fmla="*/ 132687 h 141453"/>
              <a:gd name="csX929" fmla="*/ 2008612 w 2159960"/>
              <a:gd name="csY929" fmla="*/ 132822 h 141453"/>
              <a:gd name="csX930" fmla="*/ 2010765 w 2159960"/>
              <a:gd name="csY930" fmla="*/ 132956 h 141453"/>
              <a:gd name="csX931" fmla="*/ 2012928 w 2159960"/>
              <a:gd name="csY931" fmla="*/ 133091 h 141453"/>
              <a:gd name="csX932" fmla="*/ 2015092 w 2159960"/>
              <a:gd name="csY932" fmla="*/ 133215 h 141453"/>
              <a:gd name="csX933" fmla="*/ 2017254 w 2159960"/>
              <a:gd name="csY933" fmla="*/ 133349 h 141453"/>
              <a:gd name="csX934" fmla="*/ 2019418 w 2159960"/>
              <a:gd name="csY934" fmla="*/ 133474 h 141453"/>
              <a:gd name="csX935" fmla="*/ 2021581 w 2159960"/>
              <a:gd name="csY935" fmla="*/ 133608 h 141453"/>
              <a:gd name="csX936" fmla="*/ 2023744 w 2159960"/>
              <a:gd name="csY936" fmla="*/ 133732 h 141453"/>
              <a:gd name="csX937" fmla="*/ 2025907 w 2159960"/>
              <a:gd name="csY937" fmla="*/ 133846 h 141453"/>
              <a:gd name="csX938" fmla="*/ 2028070 w 2159960"/>
              <a:gd name="csY938" fmla="*/ 133970 h 141453"/>
              <a:gd name="csX939" fmla="*/ 2030233 w 2159960"/>
              <a:gd name="csY939" fmla="*/ 134095 h 141453"/>
              <a:gd name="csX940" fmla="*/ 2032386 w 2159960"/>
              <a:gd name="csY940" fmla="*/ 134208 h 141453"/>
              <a:gd name="csX941" fmla="*/ 2034550 w 2159960"/>
              <a:gd name="csY941" fmla="*/ 134322 h 141453"/>
              <a:gd name="csX942" fmla="*/ 2036713 w 2159960"/>
              <a:gd name="csY942" fmla="*/ 134446 h 141453"/>
              <a:gd name="csX943" fmla="*/ 2038876 w 2159960"/>
              <a:gd name="csY943" fmla="*/ 134560 h 141453"/>
              <a:gd name="csX944" fmla="*/ 2041039 w 2159960"/>
              <a:gd name="csY944" fmla="*/ 134664 h 141453"/>
              <a:gd name="csX945" fmla="*/ 2043202 w 2159960"/>
              <a:gd name="csY945" fmla="*/ 134778 h 141453"/>
              <a:gd name="csX946" fmla="*/ 2045365 w 2159960"/>
              <a:gd name="csY946" fmla="*/ 134892 h 141453"/>
              <a:gd name="csX947" fmla="*/ 2047528 w 2159960"/>
              <a:gd name="csY947" fmla="*/ 134995 h 141453"/>
              <a:gd name="csX948" fmla="*/ 2049691 w 2159960"/>
              <a:gd name="csY948" fmla="*/ 135099 h 141453"/>
              <a:gd name="csX949" fmla="*/ 2051855 w 2159960"/>
              <a:gd name="csY949" fmla="*/ 135202 h 141453"/>
              <a:gd name="csX950" fmla="*/ 2054007 w 2159960"/>
              <a:gd name="csY950" fmla="*/ 135305 h 141453"/>
              <a:gd name="csX951" fmla="*/ 2056171 w 2159960"/>
              <a:gd name="csY951" fmla="*/ 135409 h 141453"/>
              <a:gd name="csX952" fmla="*/ 2058334 w 2159960"/>
              <a:gd name="csY952" fmla="*/ 135513 h 141453"/>
              <a:gd name="csX953" fmla="*/ 2060497 w 2159960"/>
              <a:gd name="csY953" fmla="*/ 135606 h 141453"/>
              <a:gd name="csX954" fmla="*/ 2062660 w 2159960"/>
              <a:gd name="csY954" fmla="*/ 135709 h 141453"/>
              <a:gd name="csX955" fmla="*/ 2064823 w 2159960"/>
              <a:gd name="csY955" fmla="*/ 135802 h 141453"/>
              <a:gd name="csX956" fmla="*/ 2066986 w 2159960"/>
              <a:gd name="csY956" fmla="*/ 135895 h 141453"/>
              <a:gd name="csX957" fmla="*/ 2069150 w 2159960"/>
              <a:gd name="csY957" fmla="*/ 135989 h 141453"/>
              <a:gd name="csX958" fmla="*/ 2071313 w 2159960"/>
              <a:gd name="csY958" fmla="*/ 136082 h 141453"/>
              <a:gd name="csX959" fmla="*/ 2073476 w 2159960"/>
              <a:gd name="csY959" fmla="*/ 136175 h 141453"/>
              <a:gd name="csX960" fmla="*/ 2075629 w 2159960"/>
              <a:gd name="csY960" fmla="*/ 136268 h 141453"/>
              <a:gd name="csX961" fmla="*/ 2077792 w 2159960"/>
              <a:gd name="csY961" fmla="*/ 136351 h 141453"/>
              <a:gd name="csX962" fmla="*/ 2079955 w 2159960"/>
              <a:gd name="csY962" fmla="*/ 136444 h 141453"/>
              <a:gd name="csX963" fmla="*/ 2082118 w 2159960"/>
              <a:gd name="csY963" fmla="*/ 136527 h 141453"/>
              <a:gd name="csX964" fmla="*/ 2084281 w 2159960"/>
              <a:gd name="csY964" fmla="*/ 136610 h 141453"/>
              <a:gd name="csX965" fmla="*/ 2086444 w 2159960"/>
              <a:gd name="csY965" fmla="*/ 136703 h 141453"/>
              <a:gd name="csX966" fmla="*/ 2088608 w 2159960"/>
              <a:gd name="csY966" fmla="*/ 136775 h 141453"/>
              <a:gd name="csX967" fmla="*/ 2090771 w 2159960"/>
              <a:gd name="csY967" fmla="*/ 136858 h 141453"/>
              <a:gd name="csX968" fmla="*/ 2092934 w 2159960"/>
              <a:gd name="csY968" fmla="*/ 136941 h 141453"/>
              <a:gd name="csX969" fmla="*/ 2095097 w 2159960"/>
              <a:gd name="csY969" fmla="*/ 137024 h 141453"/>
              <a:gd name="csX970" fmla="*/ 2097250 w 2159960"/>
              <a:gd name="csY970" fmla="*/ 137096 h 141453"/>
              <a:gd name="csX971" fmla="*/ 2099413 w 2159960"/>
              <a:gd name="csY971" fmla="*/ 137179 h 141453"/>
              <a:gd name="csX972" fmla="*/ 2101576 w 2159960"/>
              <a:gd name="csY972" fmla="*/ 137251 h 141453"/>
              <a:gd name="csX973" fmla="*/ 2103739 w 2159960"/>
              <a:gd name="csY973" fmla="*/ 137324 h 141453"/>
              <a:gd name="csX974" fmla="*/ 2105902 w 2159960"/>
              <a:gd name="csY974" fmla="*/ 137396 h 141453"/>
              <a:gd name="csX975" fmla="*/ 2108066 w 2159960"/>
              <a:gd name="csY975" fmla="*/ 137469 h 141453"/>
              <a:gd name="csX976" fmla="*/ 2110229 w 2159960"/>
              <a:gd name="csY976" fmla="*/ 137541 h 141453"/>
              <a:gd name="csX977" fmla="*/ 2112392 w 2159960"/>
              <a:gd name="csY977" fmla="*/ 137614 h 141453"/>
              <a:gd name="csX978" fmla="*/ 2114555 w 2159960"/>
              <a:gd name="csY978" fmla="*/ 137686 h 141453"/>
              <a:gd name="csX979" fmla="*/ 2116718 w 2159960"/>
              <a:gd name="csY979" fmla="*/ 137748 h 141453"/>
              <a:gd name="csX980" fmla="*/ 2118871 w 2159960"/>
              <a:gd name="csY980" fmla="*/ 137821 h 141453"/>
              <a:gd name="csX981" fmla="*/ 2121034 w 2159960"/>
              <a:gd name="csY981" fmla="*/ 137883 h 141453"/>
              <a:gd name="csX982" fmla="*/ 2123197 w 2159960"/>
              <a:gd name="csY982" fmla="*/ 137945 h 141453"/>
              <a:gd name="csX983" fmla="*/ 2125360 w 2159960"/>
              <a:gd name="csY983" fmla="*/ 138007 h 141453"/>
              <a:gd name="csX984" fmla="*/ 2127523 w 2159960"/>
              <a:gd name="csY984" fmla="*/ 138079 h 141453"/>
              <a:gd name="csX985" fmla="*/ 2129687 w 2159960"/>
              <a:gd name="csY985" fmla="*/ 138141 h 141453"/>
              <a:gd name="csX986" fmla="*/ 2131850 w 2159960"/>
              <a:gd name="csY986" fmla="*/ 138193 h 141453"/>
              <a:gd name="csX987" fmla="*/ 2134013 w 2159960"/>
              <a:gd name="csY987" fmla="*/ 138255 h 141453"/>
              <a:gd name="csX988" fmla="*/ 2136176 w 2159960"/>
              <a:gd name="csY988" fmla="*/ 138317 h 141453"/>
              <a:gd name="csX989" fmla="*/ 2138339 w 2159960"/>
              <a:gd name="csY989" fmla="*/ 138380 h 141453"/>
              <a:gd name="csX990" fmla="*/ 2140492 w 2159960"/>
              <a:gd name="csY990" fmla="*/ 138431 h 141453"/>
              <a:gd name="csX991" fmla="*/ 2142655 w 2159960"/>
              <a:gd name="csY991" fmla="*/ 138493 h 141453"/>
              <a:gd name="csX992" fmla="*/ 2144818 w 2159960"/>
              <a:gd name="csY992" fmla="*/ 138545 h 141453"/>
              <a:gd name="csX993" fmla="*/ 2146981 w 2159960"/>
              <a:gd name="csY993" fmla="*/ 138597 h 141453"/>
              <a:gd name="csX994" fmla="*/ 2149145 w 2159960"/>
              <a:gd name="csY994" fmla="*/ 138659 h 141453"/>
              <a:gd name="csX995" fmla="*/ 2151308 w 2159960"/>
              <a:gd name="csY995" fmla="*/ 138711 h 141453"/>
              <a:gd name="csX996" fmla="*/ 2153471 w 2159960"/>
              <a:gd name="csY996" fmla="*/ 138762 h 141453"/>
              <a:gd name="csX997" fmla="*/ 2155634 w 2159960"/>
              <a:gd name="csY997" fmla="*/ 138814 h 141453"/>
              <a:gd name="csX998" fmla="*/ 2157797 w 2159960"/>
              <a:gd name="csY998" fmla="*/ 138866 h 141453"/>
              <a:gd name="csX999" fmla="*/ 2159960 w 2159960"/>
              <a:gd name="csY999" fmla="*/ 138907 h 14145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59960" h="141453">
                <a:moveTo>
                  <a:pt x="0" y="141453"/>
                </a:moveTo>
                <a:lnTo>
                  <a:pt x="2162" y="141453"/>
                </a:lnTo>
                <a:lnTo>
                  <a:pt x="4324" y="141453"/>
                </a:lnTo>
                <a:lnTo>
                  <a:pt x="6486" y="141443"/>
                </a:lnTo>
                <a:lnTo>
                  <a:pt x="8648" y="141443"/>
                </a:lnTo>
                <a:lnTo>
                  <a:pt x="10811" y="141433"/>
                </a:lnTo>
                <a:lnTo>
                  <a:pt x="12973" y="141433"/>
                </a:lnTo>
                <a:lnTo>
                  <a:pt x="15135" y="141433"/>
                </a:lnTo>
                <a:lnTo>
                  <a:pt x="17297" y="141422"/>
                </a:lnTo>
                <a:lnTo>
                  <a:pt x="19459" y="141422"/>
                </a:lnTo>
                <a:lnTo>
                  <a:pt x="21621" y="141412"/>
                </a:lnTo>
                <a:lnTo>
                  <a:pt x="23783" y="141412"/>
                </a:lnTo>
                <a:lnTo>
                  <a:pt x="25945" y="141412"/>
                </a:lnTo>
                <a:lnTo>
                  <a:pt x="28107" y="141402"/>
                </a:lnTo>
                <a:lnTo>
                  <a:pt x="30270" y="141402"/>
                </a:lnTo>
                <a:lnTo>
                  <a:pt x="32432" y="141391"/>
                </a:lnTo>
                <a:lnTo>
                  <a:pt x="34594" y="141391"/>
                </a:lnTo>
                <a:lnTo>
                  <a:pt x="36756" y="141381"/>
                </a:lnTo>
                <a:lnTo>
                  <a:pt x="38918" y="141381"/>
                </a:lnTo>
                <a:lnTo>
                  <a:pt x="41080" y="141371"/>
                </a:lnTo>
                <a:lnTo>
                  <a:pt x="43242" y="141371"/>
                </a:lnTo>
                <a:lnTo>
                  <a:pt x="45404" y="141360"/>
                </a:lnTo>
                <a:lnTo>
                  <a:pt x="47567" y="141360"/>
                </a:lnTo>
                <a:lnTo>
                  <a:pt x="49729" y="141350"/>
                </a:lnTo>
                <a:lnTo>
                  <a:pt x="51891" y="141350"/>
                </a:lnTo>
                <a:lnTo>
                  <a:pt x="54053" y="141340"/>
                </a:lnTo>
                <a:lnTo>
                  <a:pt x="56215" y="141329"/>
                </a:lnTo>
                <a:lnTo>
                  <a:pt x="58377" y="141329"/>
                </a:lnTo>
                <a:lnTo>
                  <a:pt x="60539" y="141319"/>
                </a:lnTo>
                <a:lnTo>
                  <a:pt x="62701" y="141319"/>
                </a:lnTo>
                <a:lnTo>
                  <a:pt x="64863" y="141309"/>
                </a:lnTo>
                <a:lnTo>
                  <a:pt x="67026" y="141298"/>
                </a:lnTo>
                <a:lnTo>
                  <a:pt x="69188" y="141298"/>
                </a:lnTo>
                <a:lnTo>
                  <a:pt x="71350" y="141288"/>
                </a:lnTo>
                <a:lnTo>
                  <a:pt x="73512" y="141277"/>
                </a:lnTo>
                <a:lnTo>
                  <a:pt x="75674" y="141277"/>
                </a:lnTo>
                <a:lnTo>
                  <a:pt x="77836" y="141267"/>
                </a:lnTo>
                <a:lnTo>
                  <a:pt x="79998" y="141257"/>
                </a:lnTo>
                <a:lnTo>
                  <a:pt x="82160" y="141246"/>
                </a:lnTo>
                <a:lnTo>
                  <a:pt x="84322" y="141246"/>
                </a:lnTo>
                <a:lnTo>
                  <a:pt x="86485" y="141236"/>
                </a:lnTo>
                <a:lnTo>
                  <a:pt x="88647" y="141226"/>
                </a:lnTo>
                <a:lnTo>
                  <a:pt x="90809" y="141215"/>
                </a:lnTo>
                <a:lnTo>
                  <a:pt x="92971" y="141205"/>
                </a:lnTo>
                <a:lnTo>
                  <a:pt x="95133" y="141205"/>
                </a:lnTo>
                <a:lnTo>
                  <a:pt x="97295" y="141195"/>
                </a:lnTo>
                <a:lnTo>
                  <a:pt x="99457" y="141184"/>
                </a:lnTo>
                <a:lnTo>
                  <a:pt x="101619" y="141174"/>
                </a:lnTo>
                <a:lnTo>
                  <a:pt x="103781" y="141164"/>
                </a:lnTo>
                <a:lnTo>
                  <a:pt x="105944" y="141153"/>
                </a:lnTo>
                <a:lnTo>
                  <a:pt x="108106" y="141143"/>
                </a:lnTo>
                <a:lnTo>
                  <a:pt x="110268" y="141133"/>
                </a:lnTo>
                <a:lnTo>
                  <a:pt x="112430" y="141122"/>
                </a:lnTo>
                <a:lnTo>
                  <a:pt x="114592" y="141112"/>
                </a:lnTo>
                <a:lnTo>
                  <a:pt x="116754" y="141102"/>
                </a:lnTo>
                <a:lnTo>
                  <a:pt x="118916" y="141091"/>
                </a:lnTo>
                <a:lnTo>
                  <a:pt x="121078" y="141081"/>
                </a:lnTo>
                <a:lnTo>
                  <a:pt x="123241" y="141070"/>
                </a:lnTo>
                <a:lnTo>
                  <a:pt x="125403" y="141060"/>
                </a:lnTo>
                <a:lnTo>
                  <a:pt x="127565" y="141039"/>
                </a:lnTo>
                <a:lnTo>
                  <a:pt x="129727" y="141029"/>
                </a:lnTo>
                <a:lnTo>
                  <a:pt x="131889" y="141019"/>
                </a:lnTo>
                <a:lnTo>
                  <a:pt x="134051" y="141008"/>
                </a:lnTo>
                <a:lnTo>
                  <a:pt x="136213" y="140998"/>
                </a:lnTo>
                <a:lnTo>
                  <a:pt x="138375" y="140977"/>
                </a:lnTo>
                <a:lnTo>
                  <a:pt x="140537" y="140967"/>
                </a:lnTo>
                <a:lnTo>
                  <a:pt x="142700" y="140957"/>
                </a:lnTo>
                <a:lnTo>
                  <a:pt x="144862" y="140936"/>
                </a:lnTo>
                <a:lnTo>
                  <a:pt x="147024" y="140926"/>
                </a:lnTo>
                <a:lnTo>
                  <a:pt x="149186" y="140915"/>
                </a:lnTo>
                <a:lnTo>
                  <a:pt x="151348" y="140894"/>
                </a:lnTo>
                <a:lnTo>
                  <a:pt x="153510" y="140884"/>
                </a:lnTo>
                <a:lnTo>
                  <a:pt x="155672" y="140863"/>
                </a:lnTo>
                <a:lnTo>
                  <a:pt x="157834" y="140853"/>
                </a:lnTo>
                <a:lnTo>
                  <a:pt x="159996" y="140832"/>
                </a:lnTo>
                <a:lnTo>
                  <a:pt x="162159" y="140822"/>
                </a:lnTo>
                <a:lnTo>
                  <a:pt x="164321" y="140801"/>
                </a:lnTo>
                <a:lnTo>
                  <a:pt x="166483" y="140781"/>
                </a:lnTo>
                <a:lnTo>
                  <a:pt x="168645" y="140770"/>
                </a:lnTo>
                <a:lnTo>
                  <a:pt x="170807" y="140750"/>
                </a:lnTo>
                <a:lnTo>
                  <a:pt x="172969" y="140729"/>
                </a:lnTo>
                <a:lnTo>
                  <a:pt x="175131" y="140708"/>
                </a:lnTo>
                <a:lnTo>
                  <a:pt x="177293" y="140698"/>
                </a:lnTo>
                <a:lnTo>
                  <a:pt x="179455" y="140677"/>
                </a:lnTo>
                <a:lnTo>
                  <a:pt x="181618" y="140656"/>
                </a:lnTo>
                <a:lnTo>
                  <a:pt x="183780" y="140636"/>
                </a:lnTo>
                <a:lnTo>
                  <a:pt x="185942" y="140615"/>
                </a:lnTo>
                <a:lnTo>
                  <a:pt x="188104" y="140594"/>
                </a:lnTo>
                <a:lnTo>
                  <a:pt x="190266" y="140574"/>
                </a:lnTo>
                <a:lnTo>
                  <a:pt x="192428" y="140553"/>
                </a:lnTo>
                <a:lnTo>
                  <a:pt x="194590" y="140532"/>
                </a:lnTo>
                <a:lnTo>
                  <a:pt x="196752" y="140512"/>
                </a:lnTo>
                <a:lnTo>
                  <a:pt x="198914" y="140491"/>
                </a:lnTo>
                <a:lnTo>
                  <a:pt x="201077" y="140470"/>
                </a:lnTo>
                <a:lnTo>
                  <a:pt x="203239" y="140439"/>
                </a:lnTo>
                <a:lnTo>
                  <a:pt x="205401" y="140418"/>
                </a:lnTo>
                <a:lnTo>
                  <a:pt x="207563" y="140398"/>
                </a:lnTo>
                <a:lnTo>
                  <a:pt x="209726" y="140367"/>
                </a:lnTo>
                <a:lnTo>
                  <a:pt x="211888" y="140346"/>
                </a:lnTo>
                <a:lnTo>
                  <a:pt x="214050" y="140315"/>
                </a:lnTo>
                <a:lnTo>
                  <a:pt x="216212" y="140294"/>
                </a:lnTo>
                <a:lnTo>
                  <a:pt x="218375" y="140263"/>
                </a:lnTo>
                <a:lnTo>
                  <a:pt x="220537" y="140242"/>
                </a:lnTo>
                <a:lnTo>
                  <a:pt x="222699" y="140211"/>
                </a:lnTo>
                <a:lnTo>
                  <a:pt x="224861" y="140180"/>
                </a:lnTo>
                <a:lnTo>
                  <a:pt x="227023" y="140160"/>
                </a:lnTo>
                <a:lnTo>
                  <a:pt x="229185" y="140129"/>
                </a:lnTo>
                <a:lnTo>
                  <a:pt x="231347" y="140098"/>
                </a:lnTo>
                <a:lnTo>
                  <a:pt x="233509" y="140067"/>
                </a:lnTo>
                <a:lnTo>
                  <a:pt x="235671" y="140035"/>
                </a:lnTo>
                <a:lnTo>
                  <a:pt x="237834" y="140004"/>
                </a:lnTo>
                <a:lnTo>
                  <a:pt x="239996" y="139973"/>
                </a:lnTo>
                <a:lnTo>
                  <a:pt x="242158" y="139942"/>
                </a:lnTo>
                <a:lnTo>
                  <a:pt x="244320" y="139911"/>
                </a:lnTo>
                <a:lnTo>
                  <a:pt x="246482" y="139880"/>
                </a:lnTo>
                <a:lnTo>
                  <a:pt x="248644" y="139849"/>
                </a:lnTo>
                <a:lnTo>
                  <a:pt x="250806" y="139808"/>
                </a:lnTo>
                <a:lnTo>
                  <a:pt x="252968" y="139777"/>
                </a:lnTo>
                <a:lnTo>
                  <a:pt x="255131" y="139746"/>
                </a:lnTo>
                <a:lnTo>
                  <a:pt x="257293" y="139704"/>
                </a:lnTo>
                <a:lnTo>
                  <a:pt x="259455" y="139663"/>
                </a:lnTo>
                <a:lnTo>
                  <a:pt x="261617" y="139632"/>
                </a:lnTo>
                <a:lnTo>
                  <a:pt x="263779" y="139590"/>
                </a:lnTo>
                <a:lnTo>
                  <a:pt x="265941" y="139549"/>
                </a:lnTo>
                <a:lnTo>
                  <a:pt x="268103" y="139518"/>
                </a:lnTo>
                <a:lnTo>
                  <a:pt x="270265" y="139477"/>
                </a:lnTo>
                <a:lnTo>
                  <a:pt x="272427" y="139435"/>
                </a:lnTo>
                <a:lnTo>
                  <a:pt x="274590" y="139394"/>
                </a:lnTo>
                <a:lnTo>
                  <a:pt x="276752" y="139352"/>
                </a:lnTo>
                <a:lnTo>
                  <a:pt x="278914" y="139311"/>
                </a:lnTo>
                <a:lnTo>
                  <a:pt x="281076" y="139270"/>
                </a:lnTo>
                <a:lnTo>
                  <a:pt x="283238" y="139218"/>
                </a:lnTo>
                <a:lnTo>
                  <a:pt x="285400" y="139176"/>
                </a:lnTo>
                <a:lnTo>
                  <a:pt x="287562" y="139135"/>
                </a:lnTo>
                <a:lnTo>
                  <a:pt x="289724" y="139083"/>
                </a:lnTo>
                <a:lnTo>
                  <a:pt x="291886" y="139042"/>
                </a:lnTo>
                <a:lnTo>
                  <a:pt x="294049" y="138990"/>
                </a:lnTo>
                <a:lnTo>
                  <a:pt x="296211" y="138938"/>
                </a:lnTo>
                <a:lnTo>
                  <a:pt x="298373" y="138887"/>
                </a:lnTo>
                <a:lnTo>
                  <a:pt x="300535" y="138845"/>
                </a:lnTo>
                <a:lnTo>
                  <a:pt x="302697" y="138793"/>
                </a:lnTo>
                <a:lnTo>
                  <a:pt x="304859" y="138742"/>
                </a:lnTo>
                <a:lnTo>
                  <a:pt x="307021" y="138690"/>
                </a:lnTo>
                <a:lnTo>
                  <a:pt x="309183" y="138628"/>
                </a:lnTo>
                <a:lnTo>
                  <a:pt x="311346" y="138576"/>
                </a:lnTo>
                <a:lnTo>
                  <a:pt x="313508" y="138524"/>
                </a:lnTo>
                <a:lnTo>
                  <a:pt x="315670" y="138462"/>
                </a:lnTo>
                <a:lnTo>
                  <a:pt x="317832" y="138410"/>
                </a:lnTo>
                <a:lnTo>
                  <a:pt x="319994" y="138348"/>
                </a:lnTo>
                <a:lnTo>
                  <a:pt x="322156" y="138297"/>
                </a:lnTo>
                <a:lnTo>
                  <a:pt x="324318" y="138235"/>
                </a:lnTo>
                <a:lnTo>
                  <a:pt x="326480" y="138172"/>
                </a:lnTo>
                <a:lnTo>
                  <a:pt x="328642" y="138110"/>
                </a:lnTo>
                <a:lnTo>
                  <a:pt x="330804" y="138048"/>
                </a:lnTo>
                <a:lnTo>
                  <a:pt x="332967" y="137986"/>
                </a:lnTo>
                <a:lnTo>
                  <a:pt x="335129" y="137924"/>
                </a:lnTo>
                <a:lnTo>
                  <a:pt x="337291" y="137852"/>
                </a:lnTo>
                <a:lnTo>
                  <a:pt x="339453" y="137789"/>
                </a:lnTo>
                <a:lnTo>
                  <a:pt x="341615" y="137717"/>
                </a:lnTo>
                <a:lnTo>
                  <a:pt x="343777" y="137655"/>
                </a:lnTo>
                <a:lnTo>
                  <a:pt x="345939" y="137583"/>
                </a:lnTo>
                <a:lnTo>
                  <a:pt x="348101" y="137510"/>
                </a:lnTo>
                <a:lnTo>
                  <a:pt x="350264" y="137438"/>
                </a:lnTo>
                <a:lnTo>
                  <a:pt x="352426" y="137365"/>
                </a:lnTo>
                <a:lnTo>
                  <a:pt x="354588" y="137293"/>
                </a:lnTo>
                <a:lnTo>
                  <a:pt x="356750" y="137220"/>
                </a:lnTo>
                <a:lnTo>
                  <a:pt x="358912" y="137148"/>
                </a:lnTo>
                <a:lnTo>
                  <a:pt x="361074" y="137065"/>
                </a:lnTo>
                <a:lnTo>
                  <a:pt x="363236" y="136993"/>
                </a:lnTo>
                <a:lnTo>
                  <a:pt x="365398" y="136910"/>
                </a:lnTo>
                <a:lnTo>
                  <a:pt x="367560" y="136827"/>
                </a:lnTo>
                <a:lnTo>
                  <a:pt x="369723" y="136744"/>
                </a:lnTo>
                <a:lnTo>
                  <a:pt x="371885" y="136661"/>
                </a:lnTo>
                <a:lnTo>
                  <a:pt x="374047" y="136579"/>
                </a:lnTo>
                <a:lnTo>
                  <a:pt x="376209" y="136496"/>
                </a:lnTo>
                <a:lnTo>
                  <a:pt x="378371" y="136403"/>
                </a:lnTo>
                <a:lnTo>
                  <a:pt x="380533" y="136320"/>
                </a:lnTo>
                <a:lnTo>
                  <a:pt x="382695" y="136227"/>
                </a:lnTo>
                <a:lnTo>
                  <a:pt x="384857" y="136144"/>
                </a:lnTo>
                <a:lnTo>
                  <a:pt x="387019" y="136051"/>
                </a:lnTo>
                <a:lnTo>
                  <a:pt x="389182" y="135958"/>
                </a:lnTo>
                <a:lnTo>
                  <a:pt x="391344" y="135864"/>
                </a:lnTo>
                <a:lnTo>
                  <a:pt x="393506" y="135761"/>
                </a:lnTo>
                <a:lnTo>
                  <a:pt x="395668" y="135668"/>
                </a:lnTo>
                <a:lnTo>
                  <a:pt x="397830" y="135564"/>
                </a:lnTo>
                <a:lnTo>
                  <a:pt x="399992" y="135471"/>
                </a:lnTo>
                <a:lnTo>
                  <a:pt x="402154" y="135368"/>
                </a:lnTo>
                <a:lnTo>
                  <a:pt x="404316" y="135264"/>
                </a:lnTo>
                <a:lnTo>
                  <a:pt x="406478" y="135161"/>
                </a:lnTo>
                <a:lnTo>
                  <a:pt x="408641" y="135057"/>
                </a:lnTo>
                <a:lnTo>
                  <a:pt x="410803" y="134954"/>
                </a:lnTo>
                <a:lnTo>
                  <a:pt x="412965" y="134840"/>
                </a:lnTo>
                <a:lnTo>
                  <a:pt x="415127" y="134736"/>
                </a:lnTo>
                <a:lnTo>
                  <a:pt x="417289" y="134622"/>
                </a:lnTo>
                <a:lnTo>
                  <a:pt x="419451" y="134509"/>
                </a:lnTo>
                <a:lnTo>
                  <a:pt x="421613" y="134395"/>
                </a:lnTo>
                <a:lnTo>
                  <a:pt x="423775" y="134281"/>
                </a:lnTo>
                <a:lnTo>
                  <a:pt x="425938" y="134157"/>
                </a:lnTo>
                <a:lnTo>
                  <a:pt x="428100" y="134043"/>
                </a:lnTo>
                <a:lnTo>
                  <a:pt x="430262" y="133919"/>
                </a:lnTo>
                <a:lnTo>
                  <a:pt x="432424" y="133805"/>
                </a:lnTo>
                <a:lnTo>
                  <a:pt x="434586" y="133681"/>
                </a:lnTo>
                <a:lnTo>
                  <a:pt x="436748" y="133546"/>
                </a:lnTo>
                <a:lnTo>
                  <a:pt x="438910" y="133422"/>
                </a:lnTo>
                <a:lnTo>
                  <a:pt x="441072" y="133298"/>
                </a:lnTo>
                <a:lnTo>
                  <a:pt x="443234" y="133163"/>
                </a:lnTo>
                <a:lnTo>
                  <a:pt x="445397" y="133039"/>
                </a:lnTo>
                <a:lnTo>
                  <a:pt x="447559" y="132904"/>
                </a:lnTo>
                <a:lnTo>
                  <a:pt x="449721" y="132770"/>
                </a:lnTo>
                <a:lnTo>
                  <a:pt x="451883" y="132625"/>
                </a:lnTo>
                <a:lnTo>
                  <a:pt x="454045" y="132490"/>
                </a:lnTo>
                <a:lnTo>
                  <a:pt x="456207" y="132345"/>
                </a:lnTo>
                <a:lnTo>
                  <a:pt x="458369" y="132211"/>
                </a:lnTo>
                <a:lnTo>
                  <a:pt x="460531" y="132066"/>
                </a:lnTo>
                <a:lnTo>
                  <a:pt x="462693" y="131921"/>
                </a:lnTo>
                <a:lnTo>
                  <a:pt x="464856" y="131766"/>
                </a:lnTo>
                <a:lnTo>
                  <a:pt x="467018" y="131621"/>
                </a:lnTo>
                <a:lnTo>
                  <a:pt x="469180" y="131466"/>
                </a:lnTo>
                <a:lnTo>
                  <a:pt x="471342" y="131321"/>
                </a:lnTo>
                <a:lnTo>
                  <a:pt x="473504" y="131165"/>
                </a:lnTo>
                <a:lnTo>
                  <a:pt x="475666" y="131000"/>
                </a:lnTo>
                <a:lnTo>
                  <a:pt x="477828" y="130845"/>
                </a:lnTo>
                <a:lnTo>
                  <a:pt x="479990" y="130689"/>
                </a:lnTo>
                <a:lnTo>
                  <a:pt x="482153" y="130524"/>
                </a:lnTo>
                <a:lnTo>
                  <a:pt x="484315" y="130358"/>
                </a:lnTo>
                <a:lnTo>
                  <a:pt x="486477" y="130193"/>
                </a:lnTo>
                <a:lnTo>
                  <a:pt x="488639" y="130027"/>
                </a:lnTo>
                <a:lnTo>
                  <a:pt x="490801" y="129851"/>
                </a:lnTo>
                <a:lnTo>
                  <a:pt x="492963" y="129685"/>
                </a:lnTo>
                <a:lnTo>
                  <a:pt x="495125" y="129509"/>
                </a:lnTo>
                <a:lnTo>
                  <a:pt x="497287" y="129334"/>
                </a:lnTo>
                <a:lnTo>
                  <a:pt x="499449" y="129147"/>
                </a:lnTo>
                <a:lnTo>
                  <a:pt x="501612" y="128971"/>
                </a:lnTo>
                <a:lnTo>
                  <a:pt x="503774" y="128785"/>
                </a:lnTo>
                <a:lnTo>
                  <a:pt x="505936" y="128609"/>
                </a:lnTo>
                <a:lnTo>
                  <a:pt x="508098" y="128412"/>
                </a:lnTo>
                <a:lnTo>
                  <a:pt x="510260" y="128226"/>
                </a:lnTo>
                <a:lnTo>
                  <a:pt x="512422" y="128040"/>
                </a:lnTo>
                <a:lnTo>
                  <a:pt x="514584" y="127843"/>
                </a:lnTo>
                <a:lnTo>
                  <a:pt x="516746" y="127647"/>
                </a:lnTo>
                <a:lnTo>
                  <a:pt x="518908" y="127450"/>
                </a:lnTo>
                <a:lnTo>
                  <a:pt x="521071" y="127253"/>
                </a:lnTo>
                <a:lnTo>
                  <a:pt x="523233" y="127046"/>
                </a:lnTo>
                <a:lnTo>
                  <a:pt x="525395" y="126850"/>
                </a:lnTo>
                <a:lnTo>
                  <a:pt x="527557" y="126643"/>
                </a:lnTo>
                <a:lnTo>
                  <a:pt x="529719" y="126436"/>
                </a:lnTo>
                <a:lnTo>
                  <a:pt x="531881" y="126218"/>
                </a:lnTo>
                <a:lnTo>
                  <a:pt x="534043" y="126011"/>
                </a:lnTo>
                <a:lnTo>
                  <a:pt x="536205" y="125794"/>
                </a:lnTo>
                <a:lnTo>
                  <a:pt x="538367" y="125577"/>
                </a:lnTo>
                <a:lnTo>
                  <a:pt x="540530" y="125359"/>
                </a:lnTo>
                <a:lnTo>
                  <a:pt x="542692" y="125131"/>
                </a:lnTo>
                <a:lnTo>
                  <a:pt x="544854" y="124904"/>
                </a:lnTo>
                <a:lnTo>
                  <a:pt x="547016" y="124686"/>
                </a:lnTo>
                <a:lnTo>
                  <a:pt x="549178" y="124448"/>
                </a:lnTo>
                <a:lnTo>
                  <a:pt x="551340" y="124221"/>
                </a:lnTo>
                <a:lnTo>
                  <a:pt x="553502" y="123983"/>
                </a:lnTo>
                <a:lnTo>
                  <a:pt x="555664" y="123755"/>
                </a:lnTo>
                <a:lnTo>
                  <a:pt x="557827" y="123517"/>
                </a:lnTo>
                <a:lnTo>
                  <a:pt x="559989" y="123268"/>
                </a:lnTo>
                <a:lnTo>
                  <a:pt x="562151" y="123030"/>
                </a:lnTo>
                <a:lnTo>
                  <a:pt x="564313" y="122782"/>
                </a:lnTo>
                <a:lnTo>
                  <a:pt x="566475" y="122534"/>
                </a:lnTo>
                <a:lnTo>
                  <a:pt x="568637" y="122285"/>
                </a:lnTo>
                <a:lnTo>
                  <a:pt x="570799" y="122026"/>
                </a:lnTo>
                <a:lnTo>
                  <a:pt x="572961" y="121778"/>
                </a:lnTo>
                <a:lnTo>
                  <a:pt x="575123" y="121519"/>
                </a:lnTo>
                <a:lnTo>
                  <a:pt x="577286" y="121250"/>
                </a:lnTo>
                <a:lnTo>
                  <a:pt x="579448" y="120991"/>
                </a:lnTo>
                <a:lnTo>
                  <a:pt x="581610" y="120722"/>
                </a:lnTo>
                <a:lnTo>
                  <a:pt x="583772" y="120453"/>
                </a:lnTo>
                <a:lnTo>
                  <a:pt x="585934" y="120184"/>
                </a:lnTo>
                <a:lnTo>
                  <a:pt x="588096" y="119915"/>
                </a:lnTo>
                <a:lnTo>
                  <a:pt x="590258" y="119636"/>
                </a:lnTo>
                <a:lnTo>
                  <a:pt x="592420" y="119356"/>
                </a:lnTo>
                <a:lnTo>
                  <a:pt x="594582" y="119077"/>
                </a:lnTo>
                <a:lnTo>
                  <a:pt x="596745" y="118797"/>
                </a:lnTo>
                <a:lnTo>
                  <a:pt x="598907" y="118507"/>
                </a:lnTo>
                <a:lnTo>
                  <a:pt x="601069" y="118218"/>
                </a:lnTo>
                <a:lnTo>
                  <a:pt x="603231" y="117928"/>
                </a:lnTo>
                <a:lnTo>
                  <a:pt x="605393" y="117628"/>
                </a:lnTo>
                <a:lnTo>
                  <a:pt x="607555" y="117338"/>
                </a:lnTo>
                <a:lnTo>
                  <a:pt x="609717" y="117038"/>
                </a:lnTo>
                <a:lnTo>
                  <a:pt x="611879" y="116738"/>
                </a:lnTo>
                <a:lnTo>
                  <a:pt x="614041" y="116427"/>
                </a:lnTo>
                <a:lnTo>
                  <a:pt x="616204" y="116127"/>
                </a:lnTo>
                <a:lnTo>
                  <a:pt x="618366" y="115816"/>
                </a:lnTo>
                <a:lnTo>
                  <a:pt x="620528" y="115506"/>
                </a:lnTo>
                <a:lnTo>
                  <a:pt x="622690" y="115185"/>
                </a:lnTo>
                <a:lnTo>
                  <a:pt x="624852" y="114864"/>
                </a:lnTo>
                <a:lnTo>
                  <a:pt x="627014" y="114543"/>
                </a:lnTo>
                <a:lnTo>
                  <a:pt x="629176" y="114223"/>
                </a:lnTo>
                <a:lnTo>
                  <a:pt x="631338" y="113902"/>
                </a:lnTo>
                <a:lnTo>
                  <a:pt x="633501" y="113570"/>
                </a:lnTo>
                <a:lnTo>
                  <a:pt x="635663" y="113239"/>
                </a:lnTo>
                <a:lnTo>
                  <a:pt x="637825" y="112908"/>
                </a:lnTo>
                <a:lnTo>
                  <a:pt x="639987" y="112567"/>
                </a:lnTo>
                <a:lnTo>
                  <a:pt x="642149" y="112225"/>
                </a:lnTo>
                <a:lnTo>
                  <a:pt x="644311" y="111883"/>
                </a:lnTo>
                <a:lnTo>
                  <a:pt x="646473" y="111542"/>
                </a:lnTo>
                <a:lnTo>
                  <a:pt x="648635" y="111200"/>
                </a:lnTo>
                <a:lnTo>
                  <a:pt x="650797" y="110848"/>
                </a:lnTo>
                <a:lnTo>
                  <a:pt x="652959" y="110497"/>
                </a:lnTo>
                <a:lnTo>
                  <a:pt x="655122" y="110134"/>
                </a:lnTo>
                <a:lnTo>
                  <a:pt x="657284" y="109782"/>
                </a:lnTo>
                <a:lnTo>
                  <a:pt x="659446" y="109420"/>
                </a:lnTo>
                <a:lnTo>
                  <a:pt x="661608" y="109058"/>
                </a:lnTo>
                <a:lnTo>
                  <a:pt x="663770" y="108685"/>
                </a:lnTo>
                <a:lnTo>
                  <a:pt x="665932" y="108323"/>
                </a:lnTo>
                <a:lnTo>
                  <a:pt x="668094" y="107950"/>
                </a:lnTo>
                <a:lnTo>
                  <a:pt x="670256" y="107578"/>
                </a:lnTo>
                <a:lnTo>
                  <a:pt x="672419" y="107195"/>
                </a:lnTo>
                <a:lnTo>
                  <a:pt x="674581" y="106812"/>
                </a:lnTo>
                <a:lnTo>
                  <a:pt x="676743" y="106439"/>
                </a:lnTo>
                <a:lnTo>
                  <a:pt x="678905" y="106046"/>
                </a:lnTo>
                <a:lnTo>
                  <a:pt x="681067" y="105663"/>
                </a:lnTo>
                <a:lnTo>
                  <a:pt x="683229" y="105270"/>
                </a:lnTo>
                <a:lnTo>
                  <a:pt x="685391" y="104877"/>
                </a:lnTo>
                <a:lnTo>
                  <a:pt x="687553" y="104483"/>
                </a:lnTo>
                <a:lnTo>
                  <a:pt x="689715" y="104080"/>
                </a:lnTo>
                <a:lnTo>
                  <a:pt x="691878" y="103686"/>
                </a:lnTo>
                <a:lnTo>
                  <a:pt x="694040" y="103283"/>
                </a:lnTo>
                <a:lnTo>
                  <a:pt x="696202" y="102869"/>
                </a:lnTo>
                <a:lnTo>
                  <a:pt x="698364" y="102465"/>
                </a:lnTo>
                <a:lnTo>
                  <a:pt x="700526" y="102051"/>
                </a:lnTo>
                <a:lnTo>
                  <a:pt x="702688" y="101637"/>
                </a:lnTo>
                <a:lnTo>
                  <a:pt x="704850" y="101223"/>
                </a:lnTo>
                <a:lnTo>
                  <a:pt x="707012" y="100799"/>
                </a:lnTo>
                <a:lnTo>
                  <a:pt x="709174" y="100374"/>
                </a:lnTo>
                <a:lnTo>
                  <a:pt x="711337" y="99950"/>
                </a:lnTo>
                <a:lnTo>
                  <a:pt x="713499" y="99526"/>
                </a:lnTo>
                <a:lnTo>
                  <a:pt x="715661" y="99101"/>
                </a:lnTo>
                <a:lnTo>
                  <a:pt x="717823" y="98667"/>
                </a:lnTo>
                <a:lnTo>
                  <a:pt x="719985" y="98232"/>
                </a:lnTo>
                <a:lnTo>
                  <a:pt x="722147" y="97797"/>
                </a:lnTo>
                <a:lnTo>
                  <a:pt x="724309" y="97352"/>
                </a:lnTo>
                <a:lnTo>
                  <a:pt x="726471" y="96907"/>
                </a:lnTo>
                <a:lnTo>
                  <a:pt x="728634" y="96462"/>
                </a:lnTo>
                <a:lnTo>
                  <a:pt x="730796" y="96017"/>
                </a:lnTo>
                <a:lnTo>
                  <a:pt x="732958" y="95572"/>
                </a:lnTo>
                <a:lnTo>
                  <a:pt x="735120" y="95116"/>
                </a:lnTo>
                <a:lnTo>
                  <a:pt x="737282" y="94661"/>
                </a:lnTo>
                <a:lnTo>
                  <a:pt x="739444" y="94206"/>
                </a:lnTo>
                <a:lnTo>
                  <a:pt x="741606" y="93740"/>
                </a:lnTo>
                <a:lnTo>
                  <a:pt x="743768" y="93285"/>
                </a:lnTo>
                <a:lnTo>
                  <a:pt x="745930" y="92819"/>
                </a:lnTo>
                <a:lnTo>
                  <a:pt x="748093" y="92353"/>
                </a:lnTo>
                <a:lnTo>
                  <a:pt x="750255" y="91877"/>
                </a:lnTo>
                <a:lnTo>
                  <a:pt x="752417" y="91411"/>
                </a:lnTo>
                <a:lnTo>
                  <a:pt x="754579" y="90935"/>
                </a:lnTo>
                <a:lnTo>
                  <a:pt x="756741" y="90459"/>
                </a:lnTo>
                <a:lnTo>
                  <a:pt x="758903" y="89983"/>
                </a:lnTo>
                <a:lnTo>
                  <a:pt x="761065" y="89496"/>
                </a:lnTo>
                <a:lnTo>
                  <a:pt x="763228" y="89020"/>
                </a:lnTo>
                <a:lnTo>
                  <a:pt x="765392" y="88534"/>
                </a:lnTo>
                <a:lnTo>
                  <a:pt x="767555" y="88047"/>
                </a:lnTo>
                <a:lnTo>
                  <a:pt x="769718" y="87561"/>
                </a:lnTo>
                <a:lnTo>
                  <a:pt x="771881" y="87064"/>
                </a:lnTo>
                <a:lnTo>
                  <a:pt x="774034" y="86567"/>
                </a:lnTo>
                <a:lnTo>
                  <a:pt x="776197" y="86071"/>
                </a:lnTo>
                <a:lnTo>
                  <a:pt x="778360" y="85574"/>
                </a:lnTo>
                <a:lnTo>
                  <a:pt x="780523" y="85077"/>
                </a:lnTo>
                <a:lnTo>
                  <a:pt x="782686" y="84580"/>
                </a:lnTo>
                <a:lnTo>
                  <a:pt x="784850" y="84073"/>
                </a:lnTo>
                <a:lnTo>
                  <a:pt x="787013" y="83566"/>
                </a:lnTo>
                <a:lnTo>
                  <a:pt x="789176" y="83059"/>
                </a:lnTo>
                <a:lnTo>
                  <a:pt x="791339" y="82552"/>
                </a:lnTo>
                <a:lnTo>
                  <a:pt x="793502" y="82034"/>
                </a:lnTo>
                <a:lnTo>
                  <a:pt x="795655" y="81527"/>
                </a:lnTo>
                <a:lnTo>
                  <a:pt x="797818" y="81009"/>
                </a:lnTo>
                <a:lnTo>
                  <a:pt x="799981" y="80492"/>
                </a:lnTo>
                <a:lnTo>
                  <a:pt x="802144" y="79974"/>
                </a:lnTo>
                <a:lnTo>
                  <a:pt x="804307" y="79457"/>
                </a:lnTo>
                <a:lnTo>
                  <a:pt x="806471" y="78929"/>
                </a:lnTo>
                <a:lnTo>
                  <a:pt x="808634" y="78401"/>
                </a:lnTo>
                <a:lnTo>
                  <a:pt x="810797" y="77884"/>
                </a:lnTo>
                <a:lnTo>
                  <a:pt x="812960" y="77356"/>
                </a:lnTo>
                <a:lnTo>
                  <a:pt x="815123" y="76828"/>
                </a:lnTo>
                <a:lnTo>
                  <a:pt x="817276" y="76290"/>
                </a:lnTo>
                <a:lnTo>
                  <a:pt x="819439" y="75762"/>
                </a:lnTo>
                <a:lnTo>
                  <a:pt x="821602" y="75224"/>
                </a:lnTo>
                <a:lnTo>
                  <a:pt x="823766" y="74696"/>
                </a:lnTo>
                <a:lnTo>
                  <a:pt x="825929" y="74158"/>
                </a:lnTo>
                <a:lnTo>
                  <a:pt x="828092" y="73620"/>
                </a:lnTo>
                <a:lnTo>
                  <a:pt x="830255" y="73081"/>
                </a:lnTo>
                <a:lnTo>
                  <a:pt x="832418" y="72543"/>
                </a:lnTo>
                <a:lnTo>
                  <a:pt x="834581" y="71995"/>
                </a:lnTo>
                <a:lnTo>
                  <a:pt x="836744" y="71456"/>
                </a:lnTo>
                <a:lnTo>
                  <a:pt x="838897" y="70908"/>
                </a:lnTo>
                <a:lnTo>
                  <a:pt x="841060" y="70370"/>
                </a:lnTo>
                <a:lnTo>
                  <a:pt x="843224" y="69821"/>
                </a:lnTo>
                <a:lnTo>
                  <a:pt x="845387" y="69273"/>
                </a:lnTo>
                <a:lnTo>
                  <a:pt x="847550" y="68724"/>
                </a:lnTo>
                <a:lnTo>
                  <a:pt x="849713" y="68175"/>
                </a:lnTo>
                <a:lnTo>
                  <a:pt x="851876" y="67627"/>
                </a:lnTo>
                <a:lnTo>
                  <a:pt x="854039" y="67068"/>
                </a:lnTo>
                <a:lnTo>
                  <a:pt x="856202" y="66519"/>
                </a:lnTo>
                <a:lnTo>
                  <a:pt x="858366" y="65960"/>
                </a:lnTo>
                <a:lnTo>
                  <a:pt x="860518" y="65412"/>
                </a:lnTo>
                <a:lnTo>
                  <a:pt x="862681" y="64853"/>
                </a:lnTo>
                <a:lnTo>
                  <a:pt x="864845" y="64305"/>
                </a:lnTo>
                <a:lnTo>
                  <a:pt x="867008" y="63746"/>
                </a:lnTo>
                <a:lnTo>
                  <a:pt x="869171" y="63187"/>
                </a:lnTo>
                <a:lnTo>
                  <a:pt x="871334" y="62628"/>
                </a:lnTo>
                <a:lnTo>
                  <a:pt x="873497" y="62069"/>
                </a:lnTo>
                <a:lnTo>
                  <a:pt x="875660" y="61510"/>
                </a:lnTo>
                <a:lnTo>
                  <a:pt x="877824" y="60951"/>
                </a:lnTo>
                <a:lnTo>
                  <a:pt x="879987" y="60392"/>
                </a:lnTo>
                <a:lnTo>
                  <a:pt x="882140" y="59833"/>
                </a:lnTo>
                <a:lnTo>
                  <a:pt x="884303" y="59274"/>
                </a:lnTo>
                <a:lnTo>
                  <a:pt x="886466" y="58715"/>
                </a:lnTo>
                <a:lnTo>
                  <a:pt x="888629" y="58146"/>
                </a:lnTo>
                <a:lnTo>
                  <a:pt x="890792" y="57587"/>
                </a:lnTo>
                <a:lnTo>
                  <a:pt x="892955" y="57028"/>
                </a:lnTo>
                <a:lnTo>
                  <a:pt x="895118" y="56470"/>
                </a:lnTo>
                <a:lnTo>
                  <a:pt x="897282" y="55900"/>
                </a:lnTo>
                <a:lnTo>
                  <a:pt x="899445" y="55341"/>
                </a:lnTo>
                <a:lnTo>
                  <a:pt x="901608" y="54783"/>
                </a:lnTo>
                <a:lnTo>
                  <a:pt x="903761" y="54224"/>
                </a:lnTo>
                <a:lnTo>
                  <a:pt x="905924" y="53654"/>
                </a:lnTo>
                <a:lnTo>
                  <a:pt x="908087" y="53096"/>
                </a:lnTo>
                <a:lnTo>
                  <a:pt x="910250" y="52537"/>
                </a:lnTo>
                <a:lnTo>
                  <a:pt x="912413" y="51978"/>
                </a:lnTo>
                <a:lnTo>
                  <a:pt x="914576" y="51419"/>
                </a:lnTo>
                <a:lnTo>
                  <a:pt x="916739" y="50860"/>
                </a:lnTo>
                <a:lnTo>
                  <a:pt x="918903" y="50301"/>
                </a:lnTo>
                <a:lnTo>
                  <a:pt x="921066" y="49742"/>
                </a:lnTo>
                <a:lnTo>
                  <a:pt x="923229" y="49183"/>
                </a:lnTo>
                <a:lnTo>
                  <a:pt x="925382" y="48624"/>
                </a:lnTo>
                <a:lnTo>
                  <a:pt x="927545" y="48065"/>
                </a:lnTo>
                <a:lnTo>
                  <a:pt x="929708" y="47506"/>
                </a:lnTo>
                <a:lnTo>
                  <a:pt x="931871" y="46948"/>
                </a:lnTo>
                <a:lnTo>
                  <a:pt x="934034" y="46399"/>
                </a:lnTo>
                <a:lnTo>
                  <a:pt x="936198" y="45840"/>
                </a:lnTo>
                <a:lnTo>
                  <a:pt x="938361" y="45292"/>
                </a:lnTo>
                <a:lnTo>
                  <a:pt x="940524" y="44733"/>
                </a:lnTo>
                <a:lnTo>
                  <a:pt x="942687" y="44184"/>
                </a:lnTo>
                <a:lnTo>
                  <a:pt x="944850" y="43636"/>
                </a:lnTo>
                <a:lnTo>
                  <a:pt x="947003" y="43087"/>
                </a:lnTo>
                <a:lnTo>
                  <a:pt x="949166" y="42538"/>
                </a:lnTo>
                <a:lnTo>
                  <a:pt x="951329" y="41990"/>
                </a:lnTo>
                <a:lnTo>
                  <a:pt x="953492" y="41441"/>
                </a:lnTo>
                <a:lnTo>
                  <a:pt x="955656" y="40903"/>
                </a:lnTo>
                <a:lnTo>
                  <a:pt x="957819" y="40355"/>
                </a:lnTo>
                <a:lnTo>
                  <a:pt x="959982" y="39816"/>
                </a:lnTo>
                <a:lnTo>
                  <a:pt x="962145" y="39278"/>
                </a:lnTo>
                <a:lnTo>
                  <a:pt x="964308" y="38740"/>
                </a:lnTo>
                <a:lnTo>
                  <a:pt x="966471" y="38202"/>
                </a:lnTo>
                <a:lnTo>
                  <a:pt x="968624" y="37664"/>
                </a:lnTo>
                <a:lnTo>
                  <a:pt x="970787" y="37136"/>
                </a:lnTo>
                <a:lnTo>
                  <a:pt x="972950" y="36598"/>
                </a:lnTo>
                <a:lnTo>
                  <a:pt x="975113" y="36070"/>
                </a:lnTo>
                <a:lnTo>
                  <a:pt x="977277" y="35542"/>
                </a:lnTo>
                <a:lnTo>
                  <a:pt x="979440" y="35014"/>
                </a:lnTo>
                <a:lnTo>
                  <a:pt x="981603" y="34486"/>
                </a:lnTo>
                <a:lnTo>
                  <a:pt x="983766" y="33969"/>
                </a:lnTo>
                <a:lnTo>
                  <a:pt x="985929" y="33451"/>
                </a:lnTo>
                <a:lnTo>
                  <a:pt x="988092" y="32934"/>
                </a:lnTo>
                <a:lnTo>
                  <a:pt x="990245" y="32416"/>
                </a:lnTo>
                <a:lnTo>
                  <a:pt x="992408" y="31899"/>
                </a:lnTo>
                <a:lnTo>
                  <a:pt x="994572" y="31392"/>
                </a:lnTo>
                <a:lnTo>
                  <a:pt x="996735" y="30884"/>
                </a:lnTo>
                <a:lnTo>
                  <a:pt x="998898" y="30377"/>
                </a:lnTo>
                <a:lnTo>
                  <a:pt x="1001061" y="29870"/>
                </a:lnTo>
                <a:lnTo>
                  <a:pt x="1003224" y="29373"/>
                </a:lnTo>
                <a:lnTo>
                  <a:pt x="1005387" y="28866"/>
                </a:lnTo>
                <a:lnTo>
                  <a:pt x="1007550" y="28369"/>
                </a:lnTo>
                <a:lnTo>
                  <a:pt x="1009714" y="27883"/>
                </a:lnTo>
                <a:lnTo>
                  <a:pt x="1011866" y="27386"/>
                </a:lnTo>
                <a:lnTo>
                  <a:pt x="1014029" y="26900"/>
                </a:lnTo>
                <a:lnTo>
                  <a:pt x="1016193" y="26413"/>
                </a:lnTo>
                <a:lnTo>
                  <a:pt x="1018356" y="25927"/>
                </a:lnTo>
                <a:lnTo>
                  <a:pt x="1020519" y="25451"/>
                </a:lnTo>
                <a:lnTo>
                  <a:pt x="1022682" y="24975"/>
                </a:lnTo>
                <a:lnTo>
                  <a:pt x="1024845" y="24498"/>
                </a:lnTo>
                <a:lnTo>
                  <a:pt x="1027008" y="24033"/>
                </a:lnTo>
                <a:lnTo>
                  <a:pt x="1029171" y="23567"/>
                </a:lnTo>
                <a:lnTo>
                  <a:pt x="1031335" y="23101"/>
                </a:lnTo>
                <a:lnTo>
                  <a:pt x="1033487" y="22635"/>
                </a:lnTo>
                <a:lnTo>
                  <a:pt x="1035651" y="22180"/>
                </a:lnTo>
                <a:lnTo>
                  <a:pt x="1037814" y="21725"/>
                </a:lnTo>
                <a:lnTo>
                  <a:pt x="1039977" y="21280"/>
                </a:lnTo>
                <a:lnTo>
                  <a:pt x="1042140" y="20835"/>
                </a:lnTo>
                <a:lnTo>
                  <a:pt x="1044303" y="20390"/>
                </a:lnTo>
                <a:lnTo>
                  <a:pt x="1046466" y="19944"/>
                </a:lnTo>
                <a:lnTo>
                  <a:pt x="1048630" y="19510"/>
                </a:lnTo>
                <a:lnTo>
                  <a:pt x="1050793" y="19075"/>
                </a:lnTo>
                <a:lnTo>
                  <a:pt x="1052956" y="18651"/>
                </a:lnTo>
                <a:lnTo>
                  <a:pt x="1055109" y="18226"/>
                </a:lnTo>
                <a:lnTo>
                  <a:pt x="1057272" y="17802"/>
                </a:lnTo>
                <a:lnTo>
                  <a:pt x="1059435" y="17388"/>
                </a:lnTo>
                <a:lnTo>
                  <a:pt x="1061598" y="16974"/>
                </a:lnTo>
                <a:lnTo>
                  <a:pt x="1063761" y="16560"/>
                </a:lnTo>
                <a:lnTo>
                  <a:pt x="1065924" y="16156"/>
                </a:lnTo>
                <a:lnTo>
                  <a:pt x="1068088" y="15753"/>
                </a:lnTo>
                <a:lnTo>
                  <a:pt x="1070251" y="15359"/>
                </a:lnTo>
                <a:lnTo>
                  <a:pt x="1072414" y="14966"/>
                </a:lnTo>
                <a:lnTo>
                  <a:pt x="1074577" y="14573"/>
                </a:lnTo>
                <a:lnTo>
                  <a:pt x="1076740" y="14190"/>
                </a:lnTo>
                <a:lnTo>
                  <a:pt x="1078893" y="13807"/>
                </a:lnTo>
                <a:lnTo>
                  <a:pt x="1081056" y="13434"/>
                </a:lnTo>
                <a:lnTo>
                  <a:pt x="1083219" y="13062"/>
                </a:lnTo>
                <a:lnTo>
                  <a:pt x="1085382" y="12689"/>
                </a:lnTo>
                <a:lnTo>
                  <a:pt x="1087546" y="12327"/>
                </a:lnTo>
                <a:lnTo>
                  <a:pt x="1089709" y="11965"/>
                </a:lnTo>
                <a:lnTo>
                  <a:pt x="1091872" y="11613"/>
                </a:lnTo>
                <a:lnTo>
                  <a:pt x="1094035" y="11261"/>
                </a:lnTo>
                <a:lnTo>
                  <a:pt x="1096198" y="10919"/>
                </a:lnTo>
                <a:lnTo>
                  <a:pt x="1098361" y="10578"/>
                </a:lnTo>
                <a:lnTo>
                  <a:pt x="1100514" y="10247"/>
                </a:lnTo>
                <a:lnTo>
                  <a:pt x="1102677" y="9915"/>
                </a:lnTo>
                <a:lnTo>
                  <a:pt x="1104840" y="9584"/>
                </a:lnTo>
                <a:lnTo>
                  <a:pt x="1107004" y="9263"/>
                </a:lnTo>
                <a:lnTo>
                  <a:pt x="1109167" y="8953"/>
                </a:lnTo>
                <a:lnTo>
                  <a:pt x="1111330" y="8642"/>
                </a:lnTo>
                <a:lnTo>
                  <a:pt x="1113493" y="8332"/>
                </a:lnTo>
                <a:lnTo>
                  <a:pt x="1115656" y="8032"/>
                </a:lnTo>
                <a:lnTo>
                  <a:pt x="1117819" y="7742"/>
                </a:lnTo>
                <a:lnTo>
                  <a:pt x="1119982" y="7452"/>
                </a:lnTo>
                <a:lnTo>
                  <a:pt x="1122135" y="7162"/>
                </a:lnTo>
                <a:lnTo>
                  <a:pt x="1124298" y="6883"/>
                </a:lnTo>
                <a:lnTo>
                  <a:pt x="1126461" y="6603"/>
                </a:lnTo>
                <a:lnTo>
                  <a:pt x="1128625" y="6334"/>
                </a:lnTo>
                <a:lnTo>
                  <a:pt x="1130788" y="6065"/>
                </a:lnTo>
                <a:lnTo>
                  <a:pt x="1132951" y="5806"/>
                </a:lnTo>
                <a:lnTo>
                  <a:pt x="1135114" y="5558"/>
                </a:lnTo>
                <a:lnTo>
                  <a:pt x="1137277" y="5310"/>
                </a:lnTo>
                <a:lnTo>
                  <a:pt x="1139440" y="5061"/>
                </a:lnTo>
                <a:lnTo>
                  <a:pt x="1141604" y="4823"/>
                </a:lnTo>
                <a:lnTo>
                  <a:pt x="1143756" y="4595"/>
                </a:lnTo>
                <a:lnTo>
                  <a:pt x="1145920" y="4368"/>
                </a:lnTo>
                <a:lnTo>
                  <a:pt x="1148083" y="4140"/>
                </a:lnTo>
                <a:lnTo>
                  <a:pt x="1150246" y="3923"/>
                </a:lnTo>
                <a:lnTo>
                  <a:pt x="1152409" y="3716"/>
                </a:lnTo>
                <a:lnTo>
                  <a:pt x="1154572" y="3509"/>
                </a:lnTo>
                <a:lnTo>
                  <a:pt x="1156735" y="3312"/>
                </a:lnTo>
                <a:lnTo>
                  <a:pt x="1158898" y="3115"/>
                </a:lnTo>
                <a:lnTo>
                  <a:pt x="1161062" y="2929"/>
                </a:lnTo>
                <a:lnTo>
                  <a:pt x="1163225" y="2743"/>
                </a:lnTo>
                <a:lnTo>
                  <a:pt x="1165378" y="2567"/>
                </a:lnTo>
                <a:lnTo>
                  <a:pt x="1167541" y="2401"/>
                </a:lnTo>
                <a:lnTo>
                  <a:pt x="1169704" y="2236"/>
                </a:lnTo>
                <a:lnTo>
                  <a:pt x="1171867" y="2070"/>
                </a:lnTo>
                <a:lnTo>
                  <a:pt x="1174030" y="1915"/>
                </a:lnTo>
                <a:lnTo>
                  <a:pt x="1176193" y="1770"/>
                </a:lnTo>
                <a:lnTo>
                  <a:pt x="1178356" y="1625"/>
                </a:lnTo>
                <a:lnTo>
                  <a:pt x="1180519" y="1490"/>
                </a:lnTo>
                <a:lnTo>
                  <a:pt x="1182683" y="1356"/>
                </a:lnTo>
                <a:lnTo>
                  <a:pt x="1184846" y="1232"/>
                </a:lnTo>
                <a:lnTo>
                  <a:pt x="1186999" y="1118"/>
                </a:lnTo>
                <a:lnTo>
                  <a:pt x="1189162" y="1004"/>
                </a:lnTo>
                <a:lnTo>
                  <a:pt x="1191325" y="900"/>
                </a:lnTo>
                <a:lnTo>
                  <a:pt x="1193488" y="797"/>
                </a:lnTo>
                <a:lnTo>
                  <a:pt x="1195651" y="704"/>
                </a:lnTo>
                <a:lnTo>
                  <a:pt x="1197814" y="611"/>
                </a:lnTo>
                <a:lnTo>
                  <a:pt x="1199978" y="528"/>
                </a:lnTo>
                <a:lnTo>
                  <a:pt x="1202141" y="455"/>
                </a:lnTo>
                <a:lnTo>
                  <a:pt x="1204304" y="383"/>
                </a:lnTo>
                <a:lnTo>
                  <a:pt x="1206467" y="311"/>
                </a:lnTo>
                <a:lnTo>
                  <a:pt x="1208620" y="259"/>
                </a:lnTo>
                <a:lnTo>
                  <a:pt x="1210783" y="207"/>
                </a:lnTo>
                <a:lnTo>
                  <a:pt x="1212946" y="155"/>
                </a:lnTo>
                <a:lnTo>
                  <a:pt x="1215109" y="114"/>
                </a:lnTo>
                <a:lnTo>
                  <a:pt x="1217272" y="83"/>
                </a:lnTo>
                <a:lnTo>
                  <a:pt x="1219436" y="52"/>
                </a:lnTo>
                <a:lnTo>
                  <a:pt x="1221599" y="31"/>
                </a:lnTo>
                <a:lnTo>
                  <a:pt x="1223762" y="10"/>
                </a:lnTo>
                <a:lnTo>
                  <a:pt x="1225925" y="0"/>
                </a:lnTo>
                <a:lnTo>
                  <a:pt x="1228088" y="0"/>
                </a:lnTo>
                <a:lnTo>
                  <a:pt x="1230241" y="0"/>
                </a:lnTo>
                <a:lnTo>
                  <a:pt x="1232404" y="0"/>
                </a:lnTo>
                <a:lnTo>
                  <a:pt x="1234567" y="21"/>
                </a:lnTo>
                <a:lnTo>
                  <a:pt x="1236730" y="41"/>
                </a:lnTo>
                <a:lnTo>
                  <a:pt x="1238893" y="62"/>
                </a:lnTo>
                <a:lnTo>
                  <a:pt x="1241057" y="93"/>
                </a:lnTo>
                <a:lnTo>
                  <a:pt x="1243220" y="135"/>
                </a:lnTo>
                <a:lnTo>
                  <a:pt x="1245383" y="176"/>
                </a:lnTo>
                <a:lnTo>
                  <a:pt x="1247546" y="228"/>
                </a:lnTo>
                <a:lnTo>
                  <a:pt x="1249709" y="279"/>
                </a:lnTo>
                <a:lnTo>
                  <a:pt x="1251862" y="342"/>
                </a:lnTo>
                <a:lnTo>
                  <a:pt x="1254025" y="414"/>
                </a:lnTo>
                <a:lnTo>
                  <a:pt x="1256188" y="486"/>
                </a:lnTo>
                <a:lnTo>
                  <a:pt x="1258352" y="559"/>
                </a:lnTo>
                <a:lnTo>
                  <a:pt x="1260515" y="652"/>
                </a:lnTo>
                <a:lnTo>
                  <a:pt x="1262678" y="735"/>
                </a:lnTo>
                <a:lnTo>
                  <a:pt x="1264841" y="838"/>
                </a:lnTo>
                <a:lnTo>
                  <a:pt x="1267004" y="942"/>
                </a:lnTo>
                <a:lnTo>
                  <a:pt x="1269167" y="1045"/>
                </a:lnTo>
                <a:lnTo>
                  <a:pt x="1271330" y="1170"/>
                </a:lnTo>
                <a:lnTo>
                  <a:pt x="1273483" y="1283"/>
                </a:lnTo>
                <a:lnTo>
                  <a:pt x="1275646" y="1418"/>
                </a:lnTo>
                <a:lnTo>
                  <a:pt x="1277809" y="1542"/>
                </a:lnTo>
                <a:lnTo>
                  <a:pt x="1279973" y="1687"/>
                </a:lnTo>
                <a:lnTo>
                  <a:pt x="1282136" y="1832"/>
                </a:lnTo>
                <a:lnTo>
                  <a:pt x="1284299" y="1977"/>
                </a:lnTo>
                <a:lnTo>
                  <a:pt x="1286462" y="2143"/>
                </a:lnTo>
                <a:lnTo>
                  <a:pt x="1288625" y="2298"/>
                </a:lnTo>
                <a:lnTo>
                  <a:pt x="1290788" y="2463"/>
                </a:lnTo>
                <a:lnTo>
                  <a:pt x="1292951" y="2639"/>
                </a:lnTo>
                <a:lnTo>
                  <a:pt x="1295104" y="2826"/>
                </a:lnTo>
                <a:lnTo>
                  <a:pt x="1297267" y="3002"/>
                </a:lnTo>
                <a:lnTo>
                  <a:pt x="1299431" y="3198"/>
                </a:lnTo>
                <a:lnTo>
                  <a:pt x="1301594" y="3395"/>
                </a:lnTo>
                <a:lnTo>
                  <a:pt x="1303757" y="3591"/>
                </a:lnTo>
                <a:lnTo>
                  <a:pt x="1305920" y="3798"/>
                </a:lnTo>
                <a:lnTo>
                  <a:pt x="1308083" y="4016"/>
                </a:lnTo>
                <a:lnTo>
                  <a:pt x="1310246" y="4233"/>
                </a:lnTo>
                <a:lnTo>
                  <a:pt x="1312410" y="4461"/>
                </a:lnTo>
                <a:lnTo>
                  <a:pt x="1314573" y="4689"/>
                </a:lnTo>
                <a:lnTo>
                  <a:pt x="1316726" y="4927"/>
                </a:lnTo>
                <a:lnTo>
                  <a:pt x="1318889" y="5165"/>
                </a:lnTo>
                <a:lnTo>
                  <a:pt x="1321052" y="5413"/>
                </a:lnTo>
                <a:lnTo>
                  <a:pt x="1323215" y="5661"/>
                </a:lnTo>
                <a:lnTo>
                  <a:pt x="1325378" y="5920"/>
                </a:lnTo>
                <a:lnTo>
                  <a:pt x="1327541" y="6179"/>
                </a:lnTo>
                <a:lnTo>
                  <a:pt x="1329704" y="6448"/>
                </a:lnTo>
                <a:lnTo>
                  <a:pt x="1331868" y="6717"/>
                </a:lnTo>
                <a:lnTo>
                  <a:pt x="1334031" y="6997"/>
                </a:lnTo>
                <a:lnTo>
                  <a:pt x="1336194" y="7276"/>
                </a:lnTo>
                <a:lnTo>
                  <a:pt x="1338347" y="7566"/>
                </a:lnTo>
                <a:lnTo>
                  <a:pt x="1340510" y="7856"/>
                </a:lnTo>
                <a:lnTo>
                  <a:pt x="1342673" y="8156"/>
                </a:lnTo>
                <a:lnTo>
                  <a:pt x="1344836" y="8466"/>
                </a:lnTo>
                <a:lnTo>
                  <a:pt x="1346999" y="8766"/>
                </a:lnTo>
                <a:lnTo>
                  <a:pt x="1349162" y="9087"/>
                </a:lnTo>
                <a:lnTo>
                  <a:pt x="1351325" y="9398"/>
                </a:lnTo>
                <a:lnTo>
                  <a:pt x="1353489" y="9729"/>
                </a:lnTo>
                <a:lnTo>
                  <a:pt x="1355652" y="10050"/>
                </a:lnTo>
                <a:lnTo>
                  <a:pt x="1357815" y="10381"/>
                </a:lnTo>
                <a:lnTo>
                  <a:pt x="1359968" y="10723"/>
                </a:lnTo>
                <a:lnTo>
                  <a:pt x="1362131" y="11064"/>
                </a:lnTo>
                <a:lnTo>
                  <a:pt x="1364294" y="11406"/>
                </a:lnTo>
                <a:lnTo>
                  <a:pt x="1366457" y="11758"/>
                </a:lnTo>
                <a:lnTo>
                  <a:pt x="1368620" y="12120"/>
                </a:lnTo>
                <a:lnTo>
                  <a:pt x="1370784" y="12482"/>
                </a:lnTo>
                <a:lnTo>
                  <a:pt x="1372947" y="12844"/>
                </a:lnTo>
                <a:lnTo>
                  <a:pt x="1375110" y="13217"/>
                </a:lnTo>
                <a:lnTo>
                  <a:pt x="1377273" y="13590"/>
                </a:lnTo>
                <a:lnTo>
                  <a:pt x="1379436" y="13962"/>
                </a:lnTo>
                <a:lnTo>
                  <a:pt x="1381589" y="14345"/>
                </a:lnTo>
                <a:lnTo>
                  <a:pt x="1383752" y="14738"/>
                </a:lnTo>
                <a:lnTo>
                  <a:pt x="1385915" y="15121"/>
                </a:lnTo>
                <a:lnTo>
                  <a:pt x="1388078" y="15515"/>
                </a:lnTo>
                <a:lnTo>
                  <a:pt x="1390241" y="15918"/>
                </a:lnTo>
                <a:lnTo>
                  <a:pt x="1392405" y="16322"/>
                </a:lnTo>
                <a:lnTo>
                  <a:pt x="1394568" y="16726"/>
                </a:lnTo>
                <a:lnTo>
                  <a:pt x="1396731" y="17140"/>
                </a:lnTo>
                <a:lnTo>
                  <a:pt x="1398894" y="17554"/>
                </a:lnTo>
                <a:lnTo>
                  <a:pt x="1401057" y="17978"/>
                </a:lnTo>
                <a:lnTo>
                  <a:pt x="1403210" y="18402"/>
                </a:lnTo>
                <a:lnTo>
                  <a:pt x="1405373" y="18827"/>
                </a:lnTo>
                <a:lnTo>
                  <a:pt x="1407536" y="19261"/>
                </a:lnTo>
                <a:lnTo>
                  <a:pt x="1409700" y="19686"/>
                </a:lnTo>
                <a:lnTo>
                  <a:pt x="1411863" y="20131"/>
                </a:lnTo>
                <a:lnTo>
                  <a:pt x="1414026" y="20565"/>
                </a:lnTo>
                <a:lnTo>
                  <a:pt x="1416189" y="21021"/>
                </a:lnTo>
                <a:lnTo>
                  <a:pt x="1418352" y="21466"/>
                </a:lnTo>
                <a:lnTo>
                  <a:pt x="1420515" y="21921"/>
                </a:lnTo>
                <a:lnTo>
                  <a:pt x="1422678" y="22377"/>
                </a:lnTo>
                <a:lnTo>
                  <a:pt x="1424831" y="22832"/>
                </a:lnTo>
                <a:lnTo>
                  <a:pt x="1426994" y="23298"/>
                </a:lnTo>
                <a:lnTo>
                  <a:pt x="1429158" y="23764"/>
                </a:lnTo>
                <a:lnTo>
                  <a:pt x="1431321" y="24229"/>
                </a:lnTo>
                <a:lnTo>
                  <a:pt x="1433484" y="24695"/>
                </a:lnTo>
                <a:lnTo>
                  <a:pt x="1435647" y="25171"/>
                </a:lnTo>
                <a:lnTo>
                  <a:pt x="1437810" y="25647"/>
                </a:lnTo>
                <a:lnTo>
                  <a:pt x="1439973" y="26134"/>
                </a:lnTo>
                <a:lnTo>
                  <a:pt x="1442136" y="26620"/>
                </a:lnTo>
                <a:lnTo>
                  <a:pt x="1444300" y="27107"/>
                </a:lnTo>
                <a:lnTo>
                  <a:pt x="1446452" y="27593"/>
                </a:lnTo>
                <a:lnTo>
                  <a:pt x="1448615" y="28080"/>
                </a:lnTo>
                <a:lnTo>
                  <a:pt x="1450779" y="28576"/>
                </a:lnTo>
                <a:lnTo>
                  <a:pt x="1452942" y="29073"/>
                </a:lnTo>
                <a:lnTo>
                  <a:pt x="1455105" y="29580"/>
                </a:lnTo>
                <a:lnTo>
                  <a:pt x="1457268" y="30077"/>
                </a:lnTo>
                <a:lnTo>
                  <a:pt x="1459431" y="30584"/>
                </a:lnTo>
                <a:lnTo>
                  <a:pt x="1461594" y="31091"/>
                </a:lnTo>
                <a:lnTo>
                  <a:pt x="1463758" y="31599"/>
                </a:lnTo>
                <a:lnTo>
                  <a:pt x="1465921" y="32116"/>
                </a:lnTo>
                <a:lnTo>
                  <a:pt x="1468074" y="32634"/>
                </a:lnTo>
                <a:lnTo>
                  <a:pt x="1470237" y="33141"/>
                </a:lnTo>
                <a:lnTo>
                  <a:pt x="1472400" y="33669"/>
                </a:lnTo>
                <a:lnTo>
                  <a:pt x="1474563" y="34186"/>
                </a:lnTo>
                <a:lnTo>
                  <a:pt x="1476726" y="34714"/>
                </a:lnTo>
                <a:lnTo>
                  <a:pt x="1478889" y="35231"/>
                </a:lnTo>
                <a:lnTo>
                  <a:pt x="1481052" y="35759"/>
                </a:lnTo>
                <a:lnTo>
                  <a:pt x="1483216" y="36287"/>
                </a:lnTo>
                <a:lnTo>
                  <a:pt x="1485379" y="36825"/>
                </a:lnTo>
                <a:lnTo>
                  <a:pt x="1487542" y="37353"/>
                </a:lnTo>
                <a:lnTo>
                  <a:pt x="1489695" y="37891"/>
                </a:lnTo>
                <a:lnTo>
                  <a:pt x="1491858" y="38419"/>
                </a:lnTo>
                <a:lnTo>
                  <a:pt x="1494021" y="38957"/>
                </a:lnTo>
                <a:lnTo>
                  <a:pt x="1496184" y="39496"/>
                </a:lnTo>
                <a:lnTo>
                  <a:pt x="1498347" y="40044"/>
                </a:lnTo>
                <a:lnTo>
                  <a:pt x="1500510" y="40582"/>
                </a:lnTo>
                <a:lnTo>
                  <a:pt x="1502673" y="41131"/>
                </a:lnTo>
                <a:lnTo>
                  <a:pt x="1504837" y="41669"/>
                </a:lnTo>
                <a:lnTo>
                  <a:pt x="1507000" y="42218"/>
                </a:lnTo>
                <a:lnTo>
                  <a:pt x="1509163" y="42766"/>
                </a:lnTo>
                <a:lnTo>
                  <a:pt x="1511316" y="43315"/>
                </a:lnTo>
                <a:lnTo>
                  <a:pt x="1513479" y="43863"/>
                </a:lnTo>
                <a:lnTo>
                  <a:pt x="1515642" y="44412"/>
                </a:lnTo>
                <a:lnTo>
                  <a:pt x="1517805" y="44971"/>
                </a:lnTo>
                <a:lnTo>
                  <a:pt x="1519968" y="45519"/>
                </a:lnTo>
                <a:lnTo>
                  <a:pt x="1522132" y="46068"/>
                </a:lnTo>
                <a:lnTo>
                  <a:pt x="1524295" y="46627"/>
                </a:lnTo>
                <a:lnTo>
                  <a:pt x="1526458" y="47186"/>
                </a:lnTo>
                <a:lnTo>
                  <a:pt x="1528621" y="47734"/>
                </a:lnTo>
                <a:lnTo>
                  <a:pt x="1530784" y="48293"/>
                </a:lnTo>
                <a:lnTo>
                  <a:pt x="1532937" y="48852"/>
                </a:lnTo>
                <a:lnTo>
                  <a:pt x="1535100" y="49411"/>
                </a:lnTo>
                <a:lnTo>
                  <a:pt x="1537263" y="49970"/>
                </a:lnTo>
                <a:lnTo>
                  <a:pt x="1539426" y="50529"/>
                </a:lnTo>
                <a:lnTo>
                  <a:pt x="1541590" y="51088"/>
                </a:lnTo>
                <a:lnTo>
                  <a:pt x="1543753" y="51646"/>
                </a:lnTo>
                <a:lnTo>
                  <a:pt x="1545916" y="52205"/>
                </a:lnTo>
                <a:lnTo>
                  <a:pt x="1548079" y="52775"/>
                </a:lnTo>
                <a:lnTo>
                  <a:pt x="1550242" y="53334"/>
                </a:lnTo>
                <a:lnTo>
                  <a:pt x="1552405" y="53892"/>
                </a:lnTo>
                <a:lnTo>
                  <a:pt x="1554558" y="54451"/>
                </a:lnTo>
                <a:lnTo>
                  <a:pt x="1556721" y="55010"/>
                </a:lnTo>
                <a:lnTo>
                  <a:pt x="1558884" y="55580"/>
                </a:lnTo>
                <a:lnTo>
                  <a:pt x="1561047" y="56138"/>
                </a:lnTo>
                <a:lnTo>
                  <a:pt x="1563211" y="56697"/>
                </a:lnTo>
                <a:lnTo>
                  <a:pt x="1565374" y="57256"/>
                </a:lnTo>
                <a:lnTo>
                  <a:pt x="1567537" y="57825"/>
                </a:lnTo>
                <a:lnTo>
                  <a:pt x="1569700" y="58384"/>
                </a:lnTo>
                <a:lnTo>
                  <a:pt x="1571863" y="58943"/>
                </a:lnTo>
                <a:lnTo>
                  <a:pt x="1574026" y="59502"/>
                </a:lnTo>
                <a:lnTo>
                  <a:pt x="1576179" y="60061"/>
                </a:lnTo>
                <a:lnTo>
                  <a:pt x="1578342" y="60630"/>
                </a:lnTo>
                <a:lnTo>
                  <a:pt x="1580506" y="61189"/>
                </a:lnTo>
                <a:lnTo>
                  <a:pt x="1582669" y="61748"/>
                </a:lnTo>
                <a:lnTo>
                  <a:pt x="1584832" y="62307"/>
                </a:lnTo>
                <a:lnTo>
                  <a:pt x="1586995" y="62855"/>
                </a:lnTo>
                <a:lnTo>
                  <a:pt x="1589158" y="63414"/>
                </a:lnTo>
                <a:lnTo>
                  <a:pt x="1591321" y="63973"/>
                </a:lnTo>
                <a:lnTo>
                  <a:pt x="1593484" y="64532"/>
                </a:lnTo>
                <a:lnTo>
                  <a:pt x="1595648" y="65091"/>
                </a:lnTo>
                <a:lnTo>
                  <a:pt x="1597800" y="65640"/>
                </a:lnTo>
                <a:lnTo>
                  <a:pt x="1599963" y="66199"/>
                </a:lnTo>
                <a:lnTo>
                  <a:pt x="1602127" y="66747"/>
                </a:lnTo>
                <a:lnTo>
                  <a:pt x="1604290" y="67296"/>
                </a:lnTo>
                <a:lnTo>
                  <a:pt x="1606453" y="67855"/>
                </a:lnTo>
                <a:lnTo>
                  <a:pt x="1608616" y="68403"/>
                </a:lnTo>
                <a:lnTo>
                  <a:pt x="1610779" y="68952"/>
                </a:lnTo>
                <a:lnTo>
                  <a:pt x="1612942" y="69500"/>
                </a:lnTo>
                <a:lnTo>
                  <a:pt x="1615105" y="70049"/>
                </a:lnTo>
                <a:lnTo>
                  <a:pt x="1617269" y="70597"/>
                </a:lnTo>
                <a:lnTo>
                  <a:pt x="1619421" y="71135"/>
                </a:lnTo>
                <a:lnTo>
                  <a:pt x="1621585" y="71684"/>
                </a:lnTo>
                <a:lnTo>
                  <a:pt x="1623748" y="72222"/>
                </a:lnTo>
                <a:lnTo>
                  <a:pt x="1625911" y="72761"/>
                </a:lnTo>
                <a:lnTo>
                  <a:pt x="1628074" y="73309"/>
                </a:lnTo>
                <a:lnTo>
                  <a:pt x="1630237" y="73847"/>
                </a:lnTo>
                <a:lnTo>
                  <a:pt x="1632400" y="74375"/>
                </a:lnTo>
                <a:lnTo>
                  <a:pt x="1634564" y="74913"/>
                </a:lnTo>
                <a:lnTo>
                  <a:pt x="1636727" y="75451"/>
                </a:lnTo>
                <a:lnTo>
                  <a:pt x="1638890" y="75979"/>
                </a:lnTo>
                <a:lnTo>
                  <a:pt x="1641043" y="76518"/>
                </a:lnTo>
                <a:lnTo>
                  <a:pt x="1643206" y="77045"/>
                </a:lnTo>
                <a:lnTo>
                  <a:pt x="1645369" y="77573"/>
                </a:lnTo>
                <a:lnTo>
                  <a:pt x="1647532" y="78101"/>
                </a:lnTo>
                <a:lnTo>
                  <a:pt x="1649695" y="78629"/>
                </a:lnTo>
                <a:lnTo>
                  <a:pt x="1651858" y="79146"/>
                </a:lnTo>
                <a:lnTo>
                  <a:pt x="1654022" y="79664"/>
                </a:lnTo>
                <a:lnTo>
                  <a:pt x="1656185" y="80192"/>
                </a:lnTo>
                <a:lnTo>
                  <a:pt x="1658348" y="80709"/>
                </a:lnTo>
                <a:lnTo>
                  <a:pt x="1660511" y="81227"/>
                </a:lnTo>
                <a:lnTo>
                  <a:pt x="1662674" y="81734"/>
                </a:lnTo>
                <a:lnTo>
                  <a:pt x="1664827" y="82251"/>
                </a:lnTo>
                <a:lnTo>
                  <a:pt x="1666990" y="82759"/>
                </a:lnTo>
                <a:lnTo>
                  <a:pt x="1669153" y="83266"/>
                </a:lnTo>
                <a:lnTo>
                  <a:pt x="1671316" y="83773"/>
                </a:lnTo>
                <a:lnTo>
                  <a:pt x="1673479" y="84280"/>
                </a:lnTo>
                <a:lnTo>
                  <a:pt x="1675643" y="84787"/>
                </a:lnTo>
                <a:lnTo>
                  <a:pt x="1677806" y="85284"/>
                </a:lnTo>
                <a:lnTo>
                  <a:pt x="1679969" y="85781"/>
                </a:lnTo>
                <a:lnTo>
                  <a:pt x="1682132" y="86278"/>
                </a:lnTo>
                <a:lnTo>
                  <a:pt x="1684295" y="86774"/>
                </a:lnTo>
                <a:lnTo>
                  <a:pt x="1686448" y="87271"/>
                </a:lnTo>
                <a:lnTo>
                  <a:pt x="1688611" y="87758"/>
                </a:lnTo>
                <a:lnTo>
                  <a:pt x="1690774" y="88244"/>
                </a:lnTo>
                <a:lnTo>
                  <a:pt x="1692938" y="88730"/>
                </a:lnTo>
                <a:lnTo>
                  <a:pt x="1695101" y="89217"/>
                </a:lnTo>
                <a:lnTo>
                  <a:pt x="1697264" y="89703"/>
                </a:lnTo>
                <a:lnTo>
                  <a:pt x="1699427" y="90180"/>
                </a:lnTo>
                <a:lnTo>
                  <a:pt x="1701590" y="90656"/>
                </a:lnTo>
                <a:lnTo>
                  <a:pt x="1703753" y="91132"/>
                </a:lnTo>
                <a:lnTo>
                  <a:pt x="1705916" y="91608"/>
                </a:lnTo>
                <a:lnTo>
                  <a:pt x="1708069" y="92074"/>
                </a:lnTo>
                <a:lnTo>
                  <a:pt x="1710232" y="92539"/>
                </a:lnTo>
                <a:lnTo>
                  <a:pt x="1712395" y="93015"/>
                </a:lnTo>
                <a:lnTo>
                  <a:pt x="1714559" y="93471"/>
                </a:lnTo>
                <a:lnTo>
                  <a:pt x="1716722" y="93937"/>
                </a:lnTo>
                <a:lnTo>
                  <a:pt x="1718885" y="94392"/>
                </a:lnTo>
                <a:lnTo>
                  <a:pt x="1721048" y="94847"/>
                </a:lnTo>
                <a:lnTo>
                  <a:pt x="1723211" y="95303"/>
                </a:lnTo>
                <a:lnTo>
                  <a:pt x="1725374" y="95758"/>
                </a:lnTo>
                <a:lnTo>
                  <a:pt x="1727537" y="96203"/>
                </a:lnTo>
                <a:lnTo>
                  <a:pt x="1729690" y="96648"/>
                </a:lnTo>
                <a:lnTo>
                  <a:pt x="1731853" y="97093"/>
                </a:lnTo>
                <a:lnTo>
                  <a:pt x="1734017" y="97538"/>
                </a:lnTo>
                <a:lnTo>
                  <a:pt x="1736180" y="97973"/>
                </a:lnTo>
                <a:lnTo>
                  <a:pt x="1738343" y="98408"/>
                </a:lnTo>
                <a:lnTo>
                  <a:pt x="1740506" y="98842"/>
                </a:lnTo>
                <a:lnTo>
                  <a:pt x="1742669" y="99277"/>
                </a:lnTo>
                <a:lnTo>
                  <a:pt x="1744832" y="99702"/>
                </a:lnTo>
                <a:lnTo>
                  <a:pt x="1746996" y="100136"/>
                </a:lnTo>
                <a:lnTo>
                  <a:pt x="1749159" y="100550"/>
                </a:lnTo>
                <a:lnTo>
                  <a:pt x="1751312" y="100975"/>
                </a:lnTo>
                <a:lnTo>
                  <a:pt x="1753475" y="101399"/>
                </a:lnTo>
                <a:lnTo>
                  <a:pt x="1755638" y="101813"/>
                </a:lnTo>
                <a:lnTo>
                  <a:pt x="1757801" y="102227"/>
                </a:lnTo>
                <a:lnTo>
                  <a:pt x="1759964" y="102631"/>
                </a:lnTo>
                <a:lnTo>
                  <a:pt x="1762127" y="103045"/>
                </a:lnTo>
                <a:lnTo>
                  <a:pt x="1764290" y="103448"/>
                </a:lnTo>
                <a:lnTo>
                  <a:pt x="1766454" y="103852"/>
                </a:lnTo>
                <a:lnTo>
                  <a:pt x="1768617" y="104245"/>
                </a:lnTo>
                <a:lnTo>
                  <a:pt x="1770780" y="104649"/>
                </a:lnTo>
                <a:lnTo>
                  <a:pt x="1772933" y="105042"/>
                </a:lnTo>
                <a:lnTo>
                  <a:pt x="1775096" y="105435"/>
                </a:lnTo>
                <a:lnTo>
                  <a:pt x="1777259" y="105818"/>
                </a:lnTo>
                <a:lnTo>
                  <a:pt x="1779422" y="106212"/>
                </a:lnTo>
                <a:lnTo>
                  <a:pt x="1781585" y="106595"/>
                </a:lnTo>
                <a:lnTo>
                  <a:pt x="1783748" y="106978"/>
                </a:lnTo>
                <a:lnTo>
                  <a:pt x="1785911" y="107350"/>
                </a:lnTo>
                <a:lnTo>
                  <a:pt x="1788075" y="107733"/>
                </a:lnTo>
                <a:lnTo>
                  <a:pt x="1790238" y="108106"/>
                </a:lnTo>
                <a:lnTo>
                  <a:pt x="1792401" y="108478"/>
                </a:lnTo>
                <a:lnTo>
                  <a:pt x="1794554" y="108841"/>
                </a:lnTo>
                <a:lnTo>
                  <a:pt x="1796717" y="109203"/>
                </a:lnTo>
                <a:lnTo>
                  <a:pt x="1798880" y="109565"/>
                </a:lnTo>
                <a:lnTo>
                  <a:pt x="1801043" y="109927"/>
                </a:lnTo>
                <a:lnTo>
                  <a:pt x="1803206" y="110290"/>
                </a:lnTo>
                <a:lnTo>
                  <a:pt x="1805370" y="110641"/>
                </a:lnTo>
                <a:lnTo>
                  <a:pt x="1807533" y="110993"/>
                </a:lnTo>
                <a:lnTo>
                  <a:pt x="1809696" y="111345"/>
                </a:lnTo>
                <a:lnTo>
                  <a:pt x="1811859" y="111687"/>
                </a:lnTo>
                <a:lnTo>
                  <a:pt x="1814022" y="112028"/>
                </a:lnTo>
                <a:lnTo>
                  <a:pt x="1816175" y="112370"/>
                </a:lnTo>
                <a:lnTo>
                  <a:pt x="1818338" y="112711"/>
                </a:lnTo>
                <a:lnTo>
                  <a:pt x="1820501" y="113043"/>
                </a:lnTo>
                <a:lnTo>
                  <a:pt x="1822664" y="113374"/>
                </a:lnTo>
                <a:lnTo>
                  <a:pt x="1824827" y="113705"/>
                </a:lnTo>
                <a:lnTo>
                  <a:pt x="1826991" y="114036"/>
                </a:lnTo>
                <a:lnTo>
                  <a:pt x="1829154" y="114357"/>
                </a:lnTo>
                <a:lnTo>
                  <a:pt x="1831317" y="114678"/>
                </a:lnTo>
                <a:lnTo>
                  <a:pt x="1833480" y="114999"/>
                </a:lnTo>
                <a:lnTo>
                  <a:pt x="1835643" y="115320"/>
                </a:lnTo>
                <a:lnTo>
                  <a:pt x="1837796" y="115630"/>
                </a:lnTo>
                <a:lnTo>
                  <a:pt x="1839959" y="115941"/>
                </a:lnTo>
                <a:lnTo>
                  <a:pt x="1842122" y="116251"/>
                </a:lnTo>
                <a:lnTo>
                  <a:pt x="1844285" y="116562"/>
                </a:lnTo>
                <a:lnTo>
                  <a:pt x="1846449" y="116862"/>
                </a:lnTo>
                <a:lnTo>
                  <a:pt x="1848612" y="117162"/>
                </a:lnTo>
                <a:lnTo>
                  <a:pt x="1850775" y="117462"/>
                </a:lnTo>
                <a:lnTo>
                  <a:pt x="1852938" y="117752"/>
                </a:lnTo>
                <a:lnTo>
                  <a:pt x="1855101" y="118052"/>
                </a:lnTo>
                <a:lnTo>
                  <a:pt x="1857264" y="118342"/>
                </a:lnTo>
                <a:lnTo>
                  <a:pt x="1859417" y="118621"/>
                </a:lnTo>
                <a:lnTo>
                  <a:pt x="1861580" y="118911"/>
                </a:lnTo>
                <a:lnTo>
                  <a:pt x="1863744" y="119191"/>
                </a:lnTo>
                <a:lnTo>
                  <a:pt x="1865907" y="119470"/>
                </a:lnTo>
                <a:lnTo>
                  <a:pt x="1868070" y="119750"/>
                </a:lnTo>
                <a:lnTo>
                  <a:pt x="1870233" y="120029"/>
                </a:lnTo>
                <a:lnTo>
                  <a:pt x="1872396" y="120298"/>
                </a:lnTo>
                <a:lnTo>
                  <a:pt x="1874559" y="120567"/>
                </a:lnTo>
                <a:lnTo>
                  <a:pt x="1876722" y="120836"/>
                </a:lnTo>
                <a:lnTo>
                  <a:pt x="1878885" y="121105"/>
                </a:lnTo>
                <a:lnTo>
                  <a:pt x="1881038" y="121364"/>
                </a:lnTo>
                <a:lnTo>
                  <a:pt x="1883202" y="121623"/>
                </a:lnTo>
                <a:lnTo>
                  <a:pt x="1885365" y="121882"/>
                </a:lnTo>
                <a:lnTo>
                  <a:pt x="1887528" y="122130"/>
                </a:lnTo>
                <a:lnTo>
                  <a:pt x="1889691" y="122389"/>
                </a:lnTo>
                <a:lnTo>
                  <a:pt x="1891854" y="122637"/>
                </a:lnTo>
                <a:lnTo>
                  <a:pt x="1894017" y="122885"/>
                </a:lnTo>
                <a:lnTo>
                  <a:pt x="1896180" y="123134"/>
                </a:lnTo>
                <a:lnTo>
                  <a:pt x="1898343" y="123372"/>
                </a:lnTo>
                <a:lnTo>
                  <a:pt x="1900507" y="123610"/>
                </a:lnTo>
                <a:lnTo>
                  <a:pt x="1902659" y="123848"/>
                </a:lnTo>
                <a:lnTo>
                  <a:pt x="1904823" y="124086"/>
                </a:lnTo>
                <a:lnTo>
                  <a:pt x="1906986" y="124314"/>
                </a:lnTo>
                <a:lnTo>
                  <a:pt x="1909149" y="124552"/>
                </a:lnTo>
                <a:lnTo>
                  <a:pt x="1911312" y="124780"/>
                </a:lnTo>
                <a:lnTo>
                  <a:pt x="1913475" y="125007"/>
                </a:lnTo>
                <a:lnTo>
                  <a:pt x="1915638" y="125225"/>
                </a:lnTo>
                <a:lnTo>
                  <a:pt x="1917802" y="125442"/>
                </a:lnTo>
                <a:lnTo>
                  <a:pt x="1919965" y="125670"/>
                </a:lnTo>
                <a:lnTo>
                  <a:pt x="1922128" y="125887"/>
                </a:lnTo>
                <a:lnTo>
                  <a:pt x="1924281" y="126094"/>
                </a:lnTo>
                <a:lnTo>
                  <a:pt x="1926444" y="126311"/>
                </a:lnTo>
                <a:lnTo>
                  <a:pt x="1928607" y="126518"/>
                </a:lnTo>
                <a:lnTo>
                  <a:pt x="1930770" y="126725"/>
                </a:lnTo>
                <a:lnTo>
                  <a:pt x="1932933" y="126932"/>
                </a:lnTo>
                <a:lnTo>
                  <a:pt x="1935096" y="127139"/>
                </a:lnTo>
                <a:lnTo>
                  <a:pt x="1937260" y="127336"/>
                </a:lnTo>
                <a:lnTo>
                  <a:pt x="1939423" y="127533"/>
                </a:lnTo>
                <a:lnTo>
                  <a:pt x="1941586" y="127729"/>
                </a:lnTo>
                <a:lnTo>
                  <a:pt x="1943749" y="127926"/>
                </a:lnTo>
                <a:lnTo>
                  <a:pt x="1945902" y="128112"/>
                </a:lnTo>
                <a:lnTo>
                  <a:pt x="1948065" y="128309"/>
                </a:lnTo>
                <a:lnTo>
                  <a:pt x="1950228" y="128495"/>
                </a:lnTo>
                <a:lnTo>
                  <a:pt x="1952391" y="128682"/>
                </a:lnTo>
                <a:lnTo>
                  <a:pt x="1954554" y="128868"/>
                </a:lnTo>
                <a:lnTo>
                  <a:pt x="1956717" y="129044"/>
                </a:lnTo>
                <a:lnTo>
                  <a:pt x="1958881" y="129230"/>
                </a:lnTo>
                <a:lnTo>
                  <a:pt x="1961044" y="129406"/>
                </a:lnTo>
                <a:lnTo>
                  <a:pt x="1963207" y="129582"/>
                </a:lnTo>
                <a:lnTo>
                  <a:pt x="1965370" y="129758"/>
                </a:lnTo>
                <a:lnTo>
                  <a:pt x="1967523" y="129924"/>
                </a:lnTo>
                <a:lnTo>
                  <a:pt x="1969686" y="130089"/>
                </a:lnTo>
                <a:lnTo>
                  <a:pt x="1971849" y="130265"/>
                </a:lnTo>
                <a:lnTo>
                  <a:pt x="1974012" y="130431"/>
                </a:lnTo>
                <a:lnTo>
                  <a:pt x="1976175" y="130586"/>
                </a:lnTo>
                <a:lnTo>
                  <a:pt x="1978339" y="130752"/>
                </a:lnTo>
                <a:lnTo>
                  <a:pt x="1980502" y="130917"/>
                </a:lnTo>
                <a:lnTo>
                  <a:pt x="1982665" y="131072"/>
                </a:lnTo>
                <a:lnTo>
                  <a:pt x="1984828" y="131228"/>
                </a:lnTo>
                <a:lnTo>
                  <a:pt x="1986991" y="131383"/>
                </a:lnTo>
                <a:lnTo>
                  <a:pt x="1989144" y="131528"/>
                </a:lnTo>
                <a:lnTo>
                  <a:pt x="1991307" y="131683"/>
                </a:lnTo>
                <a:lnTo>
                  <a:pt x="1993470" y="131828"/>
                </a:lnTo>
                <a:lnTo>
                  <a:pt x="1995633" y="131983"/>
                </a:lnTo>
                <a:lnTo>
                  <a:pt x="1997797" y="132128"/>
                </a:lnTo>
                <a:lnTo>
                  <a:pt x="1999960" y="132263"/>
                </a:lnTo>
                <a:lnTo>
                  <a:pt x="2002123" y="132408"/>
                </a:lnTo>
                <a:lnTo>
                  <a:pt x="2004286" y="132552"/>
                </a:lnTo>
                <a:lnTo>
                  <a:pt x="2006449" y="132687"/>
                </a:lnTo>
                <a:lnTo>
                  <a:pt x="2008612" y="132822"/>
                </a:lnTo>
                <a:lnTo>
                  <a:pt x="2010765" y="132956"/>
                </a:lnTo>
                <a:lnTo>
                  <a:pt x="2012928" y="133091"/>
                </a:lnTo>
                <a:lnTo>
                  <a:pt x="2015092" y="133215"/>
                </a:lnTo>
                <a:lnTo>
                  <a:pt x="2017254" y="133349"/>
                </a:lnTo>
                <a:lnTo>
                  <a:pt x="2019418" y="133474"/>
                </a:lnTo>
                <a:lnTo>
                  <a:pt x="2021581" y="133608"/>
                </a:lnTo>
                <a:lnTo>
                  <a:pt x="2023744" y="133732"/>
                </a:lnTo>
                <a:lnTo>
                  <a:pt x="2025907" y="133846"/>
                </a:lnTo>
                <a:lnTo>
                  <a:pt x="2028070" y="133970"/>
                </a:lnTo>
                <a:lnTo>
                  <a:pt x="2030233" y="134095"/>
                </a:lnTo>
                <a:lnTo>
                  <a:pt x="2032386" y="134208"/>
                </a:lnTo>
                <a:lnTo>
                  <a:pt x="2034550" y="134322"/>
                </a:lnTo>
                <a:lnTo>
                  <a:pt x="2036713" y="134446"/>
                </a:lnTo>
                <a:lnTo>
                  <a:pt x="2038876" y="134560"/>
                </a:lnTo>
                <a:lnTo>
                  <a:pt x="2041039" y="134664"/>
                </a:lnTo>
                <a:lnTo>
                  <a:pt x="2043202" y="134778"/>
                </a:lnTo>
                <a:lnTo>
                  <a:pt x="2045365" y="134892"/>
                </a:lnTo>
                <a:lnTo>
                  <a:pt x="2047528" y="134995"/>
                </a:lnTo>
                <a:lnTo>
                  <a:pt x="2049691" y="135099"/>
                </a:lnTo>
                <a:lnTo>
                  <a:pt x="2051855" y="135202"/>
                </a:lnTo>
                <a:lnTo>
                  <a:pt x="2054007" y="135305"/>
                </a:lnTo>
                <a:lnTo>
                  <a:pt x="2056171" y="135409"/>
                </a:lnTo>
                <a:lnTo>
                  <a:pt x="2058334" y="135513"/>
                </a:lnTo>
                <a:lnTo>
                  <a:pt x="2060497" y="135606"/>
                </a:lnTo>
                <a:lnTo>
                  <a:pt x="2062660" y="135709"/>
                </a:lnTo>
                <a:lnTo>
                  <a:pt x="2064823" y="135802"/>
                </a:lnTo>
                <a:lnTo>
                  <a:pt x="2066986" y="135895"/>
                </a:lnTo>
                <a:lnTo>
                  <a:pt x="2069150" y="135989"/>
                </a:lnTo>
                <a:lnTo>
                  <a:pt x="2071313" y="136082"/>
                </a:lnTo>
                <a:lnTo>
                  <a:pt x="2073476" y="136175"/>
                </a:lnTo>
                <a:lnTo>
                  <a:pt x="2075629" y="136268"/>
                </a:lnTo>
                <a:lnTo>
                  <a:pt x="2077792" y="136351"/>
                </a:lnTo>
                <a:lnTo>
                  <a:pt x="2079955" y="136444"/>
                </a:lnTo>
                <a:lnTo>
                  <a:pt x="2082118" y="136527"/>
                </a:lnTo>
                <a:lnTo>
                  <a:pt x="2084281" y="136610"/>
                </a:lnTo>
                <a:lnTo>
                  <a:pt x="2086444" y="136703"/>
                </a:lnTo>
                <a:lnTo>
                  <a:pt x="2088608" y="136775"/>
                </a:lnTo>
                <a:lnTo>
                  <a:pt x="2090771" y="136858"/>
                </a:lnTo>
                <a:lnTo>
                  <a:pt x="2092934" y="136941"/>
                </a:lnTo>
                <a:lnTo>
                  <a:pt x="2095097" y="137024"/>
                </a:lnTo>
                <a:lnTo>
                  <a:pt x="2097250" y="137096"/>
                </a:lnTo>
                <a:lnTo>
                  <a:pt x="2099413" y="137179"/>
                </a:lnTo>
                <a:lnTo>
                  <a:pt x="2101576" y="137251"/>
                </a:lnTo>
                <a:lnTo>
                  <a:pt x="2103739" y="137324"/>
                </a:lnTo>
                <a:lnTo>
                  <a:pt x="2105902" y="137396"/>
                </a:lnTo>
                <a:lnTo>
                  <a:pt x="2108066" y="137469"/>
                </a:lnTo>
                <a:lnTo>
                  <a:pt x="2110229" y="137541"/>
                </a:lnTo>
                <a:lnTo>
                  <a:pt x="2112392" y="137614"/>
                </a:lnTo>
                <a:lnTo>
                  <a:pt x="2114555" y="137686"/>
                </a:lnTo>
                <a:lnTo>
                  <a:pt x="2116718" y="137748"/>
                </a:lnTo>
                <a:lnTo>
                  <a:pt x="2118871" y="137821"/>
                </a:lnTo>
                <a:lnTo>
                  <a:pt x="2121034" y="137883"/>
                </a:lnTo>
                <a:lnTo>
                  <a:pt x="2123197" y="137945"/>
                </a:lnTo>
                <a:lnTo>
                  <a:pt x="2125360" y="138007"/>
                </a:lnTo>
                <a:lnTo>
                  <a:pt x="2127523" y="138079"/>
                </a:lnTo>
                <a:lnTo>
                  <a:pt x="2129687" y="138141"/>
                </a:lnTo>
                <a:lnTo>
                  <a:pt x="2131850" y="138193"/>
                </a:lnTo>
                <a:lnTo>
                  <a:pt x="2134013" y="138255"/>
                </a:lnTo>
                <a:lnTo>
                  <a:pt x="2136176" y="138317"/>
                </a:lnTo>
                <a:lnTo>
                  <a:pt x="2138339" y="138380"/>
                </a:lnTo>
                <a:lnTo>
                  <a:pt x="2140492" y="138431"/>
                </a:lnTo>
                <a:lnTo>
                  <a:pt x="2142655" y="138493"/>
                </a:lnTo>
                <a:lnTo>
                  <a:pt x="2144818" y="138545"/>
                </a:lnTo>
                <a:lnTo>
                  <a:pt x="2146981" y="138597"/>
                </a:lnTo>
                <a:lnTo>
                  <a:pt x="2149145" y="138659"/>
                </a:lnTo>
                <a:lnTo>
                  <a:pt x="2151308" y="138711"/>
                </a:lnTo>
                <a:lnTo>
                  <a:pt x="2153471" y="138762"/>
                </a:lnTo>
                <a:lnTo>
                  <a:pt x="2155634" y="138814"/>
                </a:lnTo>
                <a:lnTo>
                  <a:pt x="2157797" y="138866"/>
                </a:lnTo>
                <a:lnTo>
                  <a:pt x="2159960" y="138907"/>
                </a:lnTo>
              </a:path>
            </a:pathLst>
          </a:custGeom>
          <a:noFill/>
          <a:ln w="12383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035" name="Freeform 3034">
            <a:extLst>
              <a:ext uri="{FF2B5EF4-FFF2-40B4-BE49-F238E27FC236}">
                <a16:creationId xmlns:a16="http://schemas.microsoft.com/office/drawing/2014/main" id="{5FC18DFC-0B54-6FC2-BDEC-0FE9953CF428}"/>
              </a:ext>
            </a:extLst>
          </p:cNvPr>
          <p:cNvSpPr/>
          <p:nvPr/>
        </p:nvSpPr>
        <p:spPr>
          <a:xfrm>
            <a:off x="941320" y="3518404"/>
            <a:ext cx="2159960" cy="1374909"/>
          </a:xfrm>
          <a:custGeom>
            <a:avLst/>
            <a:gdLst>
              <a:gd name="csX0" fmla="*/ 0 w 2159960"/>
              <a:gd name="csY0" fmla="*/ 1374910 h 1374909"/>
              <a:gd name="csX1" fmla="*/ 2162 w 2159960"/>
              <a:gd name="csY1" fmla="*/ 1374910 h 1374909"/>
              <a:gd name="csX2" fmla="*/ 4324 w 2159960"/>
              <a:gd name="csY2" fmla="*/ 1374910 h 1374909"/>
              <a:gd name="csX3" fmla="*/ 6486 w 2159960"/>
              <a:gd name="csY3" fmla="*/ 1374910 h 1374909"/>
              <a:gd name="csX4" fmla="*/ 8648 w 2159960"/>
              <a:gd name="csY4" fmla="*/ 1374910 h 1374909"/>
              <a:gd name="csX5" fmla="*/ 10811 w 2159960"/>
              <a:gd name="csY5" fmla="*/ 1374910 h 1374909"/>
              <a:gd name="csX6" fmla="*/ 12973 w 2159960"/>
              <a:gd name="csY6" fmla="*/ 1374910 h 1374909"/>
              <a:gd name="csX7" fmla="*/ 15135 w 2159960"/>
              <a:gd name="csY7" fmla="*/ 1374910 h 1374909"/>
              <a:gd name="csX8" fmla="*/ 17297 w 2159960"/>
              <a:gd name="csY8" fmla="*/ 1374910 h 1374909"/>
              <a:gd name="csX9" fmla="*/ 19459 w 2159960"/>
              <a:gd name="csY9" fmla="*/ 1374910 h 1374909"/>
              <a:gd name="csX10" fmla="*/ 21621 w 2159960"/>
              <a:gd name="csY10" fmla="*/ 1374910 h 1374909"/>
              <a:gd name="csX11" fmla="*/ 23783 w 2159960"/>
              <a:gd name="csY11" fmla="*/ 1374910 h 1374909"/>
              <a:gd name="csX12" fmla="*/ 25945 w 2159960"/>
              <a:gd name="csY12" fmla="*/ 1374910 h 1374909"/>
              <a:gd name="csX13" fmla="*/ 28107 w 2159960"/>
              <a:gd name="csY13" fmla="*/ 1374910 h 1374909"/>
              <a:gd name="csX14" fmla="*/ 30270 w 2159960"/>
              <a:gd name="csY14" fmla="*/ 1374910 h 1374909"/>
              <a:gd name="csX15" fmla="*/ 32432 w 2159960"/>
              <a:gd name="csY15" fmla="*/ 1374910 h 1374909"/>
              <a:gd name="csX16" fmla="*/ 34594 w 2159960"/>
              <a:gd name="csY16" fmla="*/ 1374910 h 1374909"/>
              <a:gd name="csX17" fmla="*/ 36756 w 2159960"/>
              <a:gd name="csY17" fmla="*/ 1374910 h 1374909"/>
              <a:gd name="csX18" fmla="*/ 38918 w 2159960"/>
              <a:gd name="csY18" fmla="*/ 1374910 h 1374909"/>
              <a:gd name="csX19" fmla="*/ 41080 w 2159960"/>
              <a:gd name="csY19" fmla="*/ 1374910 h 1374909"/>
              <a:gd name="csX20" fmla="*/ 43242 w 2159960"/>
              <a:gd name="csY20" fmla="*/ 1374910 h 1374909"/>
              <a:gd name="csX21" fmla="*/ 45404 w 2159960"/>
              <a:gd name="csY21" fmla="*/ 1374910 h 1374909"/>
              <a:gd name="csX22" fmla="*/ 47567 w 2159960"/>
              <a:gd name="csY22" fmla="*/ 1374910 h 1374909"/>
              <a:gd name="csX23" fmla="*/ 49729 w 2159960"/>
              <a:gd name="csY23" fmla="*/ 1374910 h 1374909"/>
              <a:gd name="csX24" fmla="*/ 51891 w 2159960"/>
              <a:gd name="csY24" fmla="*/ 1374910 h 1374909"/>
              <a:gd name="csX25" fmla="*/ 54053 w 2159960"/>
              <a:gd name="csY25" fmla="*/ 1374910 h 1374909"/>
              <a:gd name="csX26" fmla="*/ 56215 w 2159960"/>
              <a:gd name="csY26" fmla="*/ 1374910 h 1374909"/>
              <a:gd name="csX27" fmla="*/ 58377 w 2159960"/>
              <a:gd name="csY27" fmla="*/ 1374910 h 1374909"/>
              <a:gd name="csX28" fmla="*/ 60539 w 2159960"/>
              <a:gd name="csY28" fmla="*/ 1374910 h 1374909"/>
              <a:gd name="csX29" fmla="*/ 62701 w 2159960"/>
              <a:gd name="csY29" fmla="*/ 1374910 h 1374909"/>
              <a:gd name="csX30" fmla="*/ 64863 w 2159960"/>
              <a:gd name="csY30" fmla="*/ 1374910 h 1374909"/>
              <a:gd name="csX31" fmla="*/ 67026 w 2159960"/>
              <a:gd name="csY31" fmla="*/ 1374910 h 1374909"/>
              <a:gd name="csX32" fmla="*/ 69188 w 2159960"/>
              <a:gd name="csY32" fmla="*/ 1374910 h 1374909"/>
              <a:gd name="csX33" fmla="*/ 71350 w 2159960"/>
              <a:gd name="csY33" fmla="*/ 1374910 h 1374909"/>
              <a:gd name="csX34" fmla="*/ 73512 w 2159960"/>
              <a:gd name="csY34" fmla="*/ 1374910 h 1374909"/>
              <a:gd name="csX35" fmla="*/ 75674 w 2159960"/>
              <a:gd name="csY35" fmla="*/ 1374910 h 1374909"/>
              <a:gd name="csX36" fmla="*/ 77836 w 2159960"/>
              <a:gd name="csY36" fmla="*/ 1374910 h 1374909"/>
              <a:gd name="csX37" fmla="*/ 79998 w 2159960"/>
              <a:gd name="csY37" fmla="*/ 1374910 h 1374909"/>
              <a:gd name="csX38" fmla="*/ 82160 w 2159960"/>
              <a:gd name="csY38" fmla="*/ 1374910 h 1374909"/>
              <a:gd name="csX39" fmla="*/ 84322 w 2159960"/>
              <a:gd name="csY39" fmla="*/ 1374910 h 1374909"/>
              <a:gd name="csX40" fmla="*/ 86485 w 2159960"/>
              <a:gd name="csY40" fmla="*/ 1374910 h 1374909"/>
              <a:gd name="csX41" fmla="*/ 88647 w 2159960"/>
              <a:gd name="csY41" fmla="*/ 1374910 h 1374909"/>
              <a:gd name="csX42" fmla="*/ 90809 w 2159960"/>
              <a:gd name="csY42" fmla="*/ 1374910 h 1374909"/>
              <a:gd name="csX43" fmla="*/ 92971 w 2159960"/>
              <a:gd name="csY43" fmla="*/ 1374910 h 1374909"/>
              <a:gd name="csX44" fmla="*/ 95133 w 2159960"/>
              <a:gd name="csY44" fmla="*/ 1374910 h 1374909"/>
              <a:gd name="csX45" fmla="*/ 97295 w 2159960"/>
              <a:gd name="csY45" fmla="*/ 1374910 h 1374909"/>
              <a:gd name="csX46" fmla="*/ 99457 w 2159960"/>
              <a:gd name="csY46" fmla="*/ 1374910 h 1374909"/>
              <a:gd name="csX47" fmla="*/ 101619 w 2159960"/>
              <a:gd name="csY47" fmla="*/ 1374910 h 1374909"/>
              <a:gd name="csX48" fmla="*/ 103781 w 2159960"/>
              <a:gd name="csY48" fmla="*/ 1374910 h 1374909"/>
              <a:gd name="csX49" fmla="*/ 105944 w 2159960"/>
              <a:gd name="csY49" fmla="*/ 1374910 h 1374909"/>
              <a:gd name="csX50" fmla="*/ 108106 w 2159960"/>
              <a:gd name="csY50" fmla="*/ 1374910 h 1374909"/>
              <a:gd name="csX51" fmla="*/ 110268 w 2159960"/>
              <a:gd name="csY51" fmla="*/ 1374910 h 1374909"/>
              <a:gd name="csX52" fmla="*/ 112430 w 2159960"/>
              <a:gd name="csY52" fmla="*/ 1374910 h 1374909"/>
              <a:gd name="csX53" fmla="*/ 114592 w 2159960"/>
              <a:gd name="csY53" fmla="*/ 1374910 h 1374909"/>
              <a:gd name="csX54" fmla="*/ 116754 w 2159960"/>
              <a:gd name="csY54" fmla="*/ 1374910 h 1374909"/>
              <a:gd name="csX55" fmla="*/ 118916 w 2159960"/>
              <a:gd name="csY55" fmla="*/ 1374910 h 1374909"/>
              <a:gd name="csX56" fmla="*/ 121078 w 2159960"/>
              <a:gd name="csY56" fmla="*/ 1374910 h 1374909"/>
              <a:gd name="csX57" fmla="*/ 123241 w 2159960"/>
              <a:gd name="csY57" fmla="*/ 1374910 h 1374909"/>
              <a:gd name="csX58" fmla="*/ 125403 w 2159960"/>
              <a:gd name="csY58" fmla="*/ 1374910 h 1374909"/>
              <a:gd name="csX59" fmla="*/ 127565 w 2159960"/>
              <a:gd name="csY59" fmla="*/ 1374910 h 1374909"/>
              <a:gd name="csX60" fmla="*/ 129727 w 2159960"/>
              <a:gd name="csY60" fmla="*/ 1374910 h 1374909"/>
              <a:gd name="csX61" fmla="*/ 131889 w 2159960"/>
              <a:gd name="csY61" fmla="*/ 1374910 h 1374909"/>
              <a:gd name="csX62" fmla="*/ 134051 w 2159960"/>
              <a:gd name="csY62" fmla="*/ 1374910 h 1374909"/>
              <a:gd name="csX63" fmla="*/ 136213 w 2159960"/>
              <a:gd name="csY63" fmla="*/ 1374910 h 1374909"/>
              <a:gd name="csX64" fmla="*/ 138375 w 2159960"/>
              <a:gd name="csY64" fmla="*/ 1374910 h 1374909"/>
              <a:gd name="csX65" fmla="*/ 140537 w 2159960"/>
              <a:gd name="csY65" fmla="*/ 1374910 h 1374909"/>
              <a:gd name="csX66" fmla="*/ 142700 w 2159960"/>
              <a:gd name="csY66" fmla="*/ 1374910 h 1374909"/>
              <a:gd name="csX67" fmla="*/ 144862 w 2159960"/>
              <a:gd name="csY67" fmla="*/ 1374910 h 1374909"/>
              <a:gd name="csX68" fmla="*/ 147024 w 2159960"/>
              <a:gd name="csY68" fmla="*/ 1374910 h 1374909"/>
              <a:gd name="csX69" fmla="*/ 149186 w 2159960"/>
              <a:gd name="csY69" fmla="*/ 1374910 h 1374909"/>
              <a:gd name="csX70" fmla="*/ 151348 w 2159960"/>
              <a:gd name="csY70" fmla="*/ 1374910 h 1374909"/>
              <a:gd name="csX71" fmla="*/ 153510 w 2159960"/>
              <a:gd name="csY71" fmla="*/ 1374910 h 1374909"/>
              <a:gd name="csX72" fmla="*/ 155672 w 2159960"/>
              <a:gd name="csY72" fmla="*/ 1374910 h 1374909"/>
              <a:gd name="csX73" fmla="*/ 157834 w 2159960"/>
              <a:gd name="csY73" fmla="*/ 1374910 h 1374909"/>
              <a:gd name="csX74" fmla="*/ 159996 w 2159960"/>
              <a:gd name="csY74" fmla="*/ 1374910 h 1374909"/>
              <a:gd name="csX75" fmla="*/ 162159 w 2159960"/>
              <a:gd name="csY75" fmla="*/ 1374910 h 1374909"/>
              <a:gd name="csX76" fmla="*/ 164321 w 2159960"/>
              <a:gd name="csY76" fmla="*/ 1374910 h 1374909"/>
              <a:gd name="csX77" fmla="*/ 166483 w 2159960"/>
              <a:gd name="csY77" fmla="*/ 1374910 h 1374909"/>
              <a:gd name="csX78" fmla="*/ 168645 w 2159960"/>
              <a:gd name="csY78" fmla="*/ 1374910 h 1374909"/>
              <a:gd name="csX79" fmla="*/ 170807 w 2159960"/>
              <a:gd name="csY79" fmla="*/ 1374910 h 1374909"/>
              <a:gd name="csX80" fmla="*/ 172969 w 2159960"/>
              <a:gd name="csY80" fmla="*/ 1374910 h 1374909"/>
              <a:gd name="csX81" fmla="*/ 175131 w 2159960"/>
              <a:gd name="csY81" fmla="*/ 1374910 h 1374909"/>
              <a:gd name="csX82" fmla="*/ 177293 w 2159960"/>
              <a:gd name="csY82" fmla="*/ 1374910 h 1374909"/>
              <a:gd name="csX83" fmla="*/ 179455 w 2159960"/>
              <a:gd name="csY83" fmla="*/ 1374910 h 1374909"/>
              <a:gd name="csX84" fmla="*/ 181618 w 2159960"/>
              <a:gd name="csY84" fmla="*/ 1374910 h 1374909"/>
              <a:gd name="csX85" fmla="*/ 183780 w 2159960"/>
              <a:gd name="csY85" fmla="*/ 1374910 h 1374909"/>
              <a:gd name="csX86" fmla="*/ 185942 w 2159960"/>
              <a:gd name="csY86" fmla="*/ 1374910 h 1374909"/>
              <a:gd name="csX87" fmla="*/ 188104 w 2159960"/>
              <a:gd name="csY87" fmla="*/ 1374910 h 1374909"/>
              <a:gd name="csX88" fmla="*/ 190266 w 2159960"/>
              <a:gd name="csY88" fmla="*/ 1374910 h 1374909"/>
              <a:gd name="csX89" fmla="*/ 192428 w 2159960"/>
              <a:gd name="csY89" fmla="*/ 1374910 h 1374909"/>
              <a:gd name="csX90" fmla="*/ 194590 w 2159960"/>
              <a:gd name="csY90" fmla="*/ 1374910 h 1374909"/>
              <a:gd name="csX91" fmla="*/ 196752 w 2159960"/>
              <a:gd name="csY91" fmla="*/ 1374910 h 1374909"/>
              <a:gd name="csX92" fmla="*/ 198914 w 2159960"/>
              <a:gd name="csY92" fmla="*/ 1374910 h 1374909"/>
              <a:gd name="csX93" fmla="*/ 201077 w 2159960"/>
              <a:gd name="csY93" fmla="*/ 1374910 h 1374909"/>
              <a:gd name="csX94" fmla="*/ 203239 w 2159960"/>
              <a:gd name="csY94" fmla="*/ 1374910 h 1374909"/>
              <a:gd name="csX95" fmla="*/ 205401 w 2159960"/>
              <a:gd name="csY95" fmla="*/ 1374910 h 1374909"/>
              <a:gd name="csX96" fmla="*/ 207563 w 2159960"/>
              <a:gd name="csY96" fmla="*/ 1374910 h 1374909"/>
              <a:gd name="csX97" fmla="*/ 209726 w 2159960"/>
              <a:gd name="csY97" fmla="*/ 1374910 h 1374909"/>
              <a:gd name="csX98" fmla="*/ 211888 w 2159960"/>
              <a:gd name="csY98" fmla="*/ 1374910 h 1374909"/>
              <a:gd name="csX99" fmla="*/ 214050 w 2159960"/>
              <a:gd name="csY99" fmla="*/ 1374910 h 1374909"/>
              <a:gd name="csX100" fmla="*/ 216212 w 2159960"/>
              <a:gd name="csY100" fmla="*/ 1374910 h 1374909"/>
              <a:gd name="csX101" fmla="*/ 218375 w 2159960"/>
              <a:gd name="csY101" fmla="*/ 1374910 h 1374909"/>
              <a:gd name="csX102" fmla="*/ 220537 w 2159960"/>
              <a:gd name="csY102" fmla="*/ 1374910 h 1374909"/>
              <a:gd name="csX103" fmla="*/ 222699 w 2159960"/>
              <a:gd name="csY103" fmla="*/ 1374910 h 1374909"/>
              <a:gd name="csX104" fmla="*/ 224861 w 2159960"/>
              <a:gd name="csY104" fmla="*/ 1374910 h 1374909"/>
              <a:gd name="csX105" fmla="*/ 227023 w 2159960"/>
              <a:gd name="csY105" fmla="*/ 1374910 h 1374909"/>
              <a:gd name="csX106" fmla="*/ 229185 w 2159960"/>
              <a:gd name="csY106" fmla="*/ 1374910 h 1374909"/>
              <a:gd name="csX107" fmla="*/ 231347 w 2159960"/>
              <a:gd name="csY107" fmla="*/ 1374910 h 1374909"/>
              <a:gd name="csX108" fmla="*/ 233509 w 2159960"/>
              <a:gd name="csY108" fmla="*/ 1374910 h 1374909"/>
              <a:gd name="csX109" fmla="*/ 235671 w 2159960"/>
              <a:gd name="csY109" fmla="*/ 1374910 h 1374909"/>
              <a:gd name="csX110" fmla="*/ 237834 w 2159960"/>
              <a:gd name="csY110" fmla="*/ 1374910 h 1374909"/>
              <a:gd name="csX111" fmla="*/ 239996 w 2159960"/>
              <a:gd name="csY111" fmla="*/ 1374910 h 1374909"/>
              <a:gd name="csX112" fmla="*/ 242158 w 2159960"/>
              <a:gd name="csY112" fmla="*/ 1374910 h 1374909"/>
              <a:gd name="csX113" fmla="*/ 244320 w 2159960"/>
              <a:gd name="csY113" fmla="*/ 1374910 h 1374909"/>
              <a:gd name="csX114" fmla="*/ 246482 w 2159960"/>
              <a:gd name="csY114" fmla="*/ 1374910 h 1374909"/>
              <a:gd name="csX115" fmla="*/ 248644 w 2159960"/>
              <a:gd name="csY115" fmla="*/ 1374910 h 1374909"/>
              <a:gd name="csX116" fmla="*/ 250806 w 2159960"/>
              <a:gd name="csY116" fmla="*/ 1374910 h 1374909"/>
              <a:gd name="csX117" fmla="*/ 252968 w 2159960"/>
              <a:gd name="csY117" fmla="*/ 1374910 h 1374909"/>
              <a:gd name="csX118" fmla="*/ 255131 w 2159960"/>
              <a:gd name="csY118" fmla="*/ 1374910 h 1374909"/>
              <a:gd name="csX119" fmla="*/ 257293 w 2159960"/>
              <a:gd name="csY119" fmla="*/ 1374910 h 1374909"/>
              <a:gd name="csX120" fmla="*/ 259455 w 2159960"/>
              <a:gd name="csY120" fmla="*/ 1374910 h 1374909"/>
              <a:gd name="csX121" fmla="*/ 261617 w 2159960"/>
              <a:gd name="csY121" fmla="*/ 1374910 h 1374909"/>
              <a:gd name="csX122" fmla="*/ 263779 w 2159960"/>
              <a:gd name="csY122" fmla="*/ 1374910 h 1374909"/>
              <a:gd name="csX123" fmla="*/ 265941 w 2159960"/>
              <a:gd name="csY123" fmla="*/ 1374910 h 1374909"/>
              <a:gd name="csX124" fmla="*/ 268103 w 2159960"/>
              <a:gd name="csY124" fmla="*/ 1374910 h 1374909"/>
              <a:gd name="csX125" fmla="*/ 270265 w 2159960"/>
              <a:gd name="csY125" fmla="*/ 1374910 h 1374909"/>
              <a:gd name="csX126" fmla="*/ 272427 w 2159960"/>
              <a:gd name="csY126" fmla="*/ 1374910 h 1374909"/>
              <a:gd name="csX127" fmla="*/ 274590 w 2159960"/>
              <a:gd name="csY127" fmla="*/ 1374910 h 1374909"/>
              <a:gd name="csX128" fmla="*/ 276752 w 2159960"/>
              <a:gd name="csY128" fmla="*/ 1374910 h 1374909"/>
              <a:gd name="csX129" fmla="*/ 278914 w 2159960"/>
              <a:gd name="csY129" fmla="*/ 1374910 h 1374909"/>
              <a:gd name="csX130" fmla="*/ 281076 w 2159960"/>
              <a:gd name="csY130" fmla="*/ 1374910 h 1374909"/>
              <a:gd name="csX131" fmla="*/ 283238 w 2159960"/>
              <a:gd name="csY131" fmla="*/ 1374910 h 1374909"/>
              <a:gd name="csX132" fmla="*/ 285400 w 2159960"/>
              <a:gd name="csY132" fmla="*/ 1374910 h 1374909"/>
              <a:gd name="csX133" fmla="*/ 287562 w 2159960"/>
              <a:gd name="csY133" fmla="*/ 1374910 h 1374909"/>
              <a:gd name="csX134" fmla="*/ 289724 w 2159960"/>
              <a:gd name="csY134" fmla="*/ 1374910 h 1374909"/>
              <a:gd name="csX135" fmla="*/ 291886 w 2159960"/>
              <a:gd name="csY135" fmla="*/ 1374910 h 1374909"/>
              <a:gd name="csX136" fmla="*/ 294049 w 2159960"/>
              <a:gd name="csY136" fmla="*/ 1374910 h 1374909"/>
              <a:gd name="csX137" fmla="*/ 296211 w 2159960"/>
              <a:gd name="csY137" fmla="*/ 1374910 h 1374909"/>
              <a:gd name="csX138" fmla="*/ 298373 w 2159960"/>
              <a:gd name="csY138" fmla="*/ 1374910 h 1374909"/>
              <a:gd name="csX139" fmla="*/ 300535 w 2159960"/>
              <a:gd name="csY139" fmla="*/ 1374910 h 1374909"/>
              <a:gd name="csX140" fmla="*/ 302697 w 2159960"/>
              <a:gd name="csY140" fmla="*/ 1374910 h 1374909"/>
              <a:gd name="csX141" fmla="*/ 304859 w 2159960"/>
              <a:gd name="csY141" fmla="*/ 1374910 h 1374909"/>
              <a:gd name="csX142" fmla="*/ 307021 w 2159960"/>
              <a:gd name="csY142" fmla="*/ 1374910 h 1374909"/>
              <a:gd name="csX143" fmla="*/ 309183 w 2159960"/>
              <a:gd name="csY143" fmla="*/ 1374910 h 1374909"/>
              <a:gd name="csX144" fmla="*/ 311346 w 2159960"/>
              <a:gd name="csY144" fmla="*/ 1374910 h 1374909"/>
              <a:gd name="csX145" fmla="*/ 313508 w 2159960"/>
              <a:gd name="csY145" fmla="*/ 1374910 h 1374909"/>
              <a:gd name="csX146" fmla="*/ 315670 w 2159960"/>
              <a:gd name="csY146" fmla="*/ 1374910 h 1374909"/>
              <a:gd name="csX147" fmla="*/ 317832 w 2159960"/>
              <a:gd name="csY147" fmla="*/ 1374910 h 1374909"/>
              <a:gd name="csX148" fmla="*/ 319994 w 2159960"/>
              <a:gd name="csY148" fmla="*/ 1374910 h 1374909"/>
              <a:gd name="csX149" fmla="*/ 322156 w 2159960"/>
              <a:gd name="csY149" fmla="*/ 1374910 h 1374909"/>
              <a:gd name="csX150" fmla="*/ 324318 w 2159960"/>
              <a:gd name="csY150" fmla="*/ 1374910 h 1374909"/>
              <a:gd name="csX151" fmla="*/ 326480 w 2159960"/>
              <a:gd name="csY151" fmla="*/ 1374910 h 1374909"/>
              <a:gd name="csX152" fmla="*/ 328642 w 2159960"/>
              <a:gd name="csY152" fmla="*/ 1374910 h 1374909"/>
              <a:gd name="csX153" fmla="*/ 330804 w 2159960"/>
              <a:gd name="csY153" fmla="*/ 1374910 h 1374909"/>
              <a:gd name="csX154" fmla="*/ 332967 w 2159960"/>
              <a:gd name="csY154" fmla="*/ 1374910 h 1374909"/>
              <a:gd name="csX155" fmla="*/ 335129 w 2159960"/>
              <a:gd name="csY155" fmla="*/ 1374910 h 1374909"/>
              <a:gd name="csX156" fmla="*/ 337291 w 2159960"/>
              <a:gd name="csY156" fmla="*/ 1374910 h 1374909"/>
              <a:gd name="csX157" fmla="*/ 339453 w 2159960"/>
              <a:gd name="csY157" fmla="*/ 1374910 h 1374909"/>
              <a:gd name="csX158" fmla="*/ 341615 w 2159960"/>
              <a:gd name="csY158" fmla="*/ 1374910 h 1374909"/>
              <a:gd name="csX159" fmla="*/ 343777 w 2159960"/>
              <a:gd name="csY159" fmla="*/ 1374910 h 1374909"/>
              <a:gd name="csX160" fmla="*/ 345939 w 2159960"/>
              <a:gd name="csY160" fmla="*/ 1374910 h 1374909"/>
              <a:gd name="csX161" fmla="*/ 348101 w 2159960"/>
              <a:gd name="csY161" fmla="*/ 1374910 h 1374909"/>
              <a:gd name="csX162" fmla="*/ 350264 w 2159960"/>
              <a:gd name="csY162" fmla="*/ 1374910 h 1374909"/>
              <a:gd name="csX163" fmla="*/ 352426 w 2159960"/>
              <a:gd name="csY163" fmla="*/ 1374910 h 1374909"/>
              <a:gd name="csX164" fmla="*/ 354588 w 2159960"/>
              <a:gd name="csY164" fmla="*/ 1374910 h 1374909"/>
              <a:gd name="csX165" fmla="*/ 356750 w 2159960"/>
              <a:gd name="csY165" fmla="*/ 1374910 h 1374909"/>
              <a:gd name="csX166" fmla="*/ 358912 w 2159960"/>
              <a:gd name="csY166" fmla="*/ 1374910 h 1374909"/>
              <a:gd name="csX167" fmla="*/ 361074 w 2159960"/>
              <a:gd name="csY167" fmla="*/ 1374910 h 1374909"/>
              <a:gd name="csX168" fmla="*/ 363236 w 2159960"/>
              <a:gd name="csY168" fmla="*/ 1374910 h 1374909"/>
              <a:gd name="csX169" fmla="*/ 365398 w 2159960"/>
              <a:gd name="csY169" fmla="*/ 1374910 h 1374909"/>
              <a:gd name="csX170" fmla="*/ 367560 w 2159960"/>
              <a:gd name="csY170" fmla="*/ 1374910 h 1374909"/>
              <a:gd name="csX171" fmla="*/ 369723 w 2159960"/>
              <a:gd name="csY171" fmla="*/ 1374910 h 1374909"/>
              <a:gd name="csX172" fmla="*/ 371885 w 2159960"/>
              <a:gd name="csY172" fmla="*/ 1374910 h 1374909"/>
              <a:gd name="csX173" fmla="*/ 374047 w 2159960"/>
              <a:gd name="csY173" fmla="*/ 1374910 h 1374909"/>
              <a:gd name="csX174" fmla="*/ 376209 w 2159960"/>
              <a:gd name="csY174" fmla="*/ 1374910 h 1374909"/>
              <a:gd name="csX175" fmla="*/ 378371 w 2159960"/>
              <a:gd name="csY175" fmla="*/ 1374910 h 1374909"/>
              <a:gd name="csX176" fmla="*/ 380533 w 2159960"/>
              <a:gd name="csY176" fmla="*/ 1374910 h 1374909"/>
              <a:gd name="csX177" fmla="*/ 382695 w 2159960"/>
              <a:gd name="csY177" fmla="*/ 1374910 h 1374909"/>
              <a:gd name="csX178" fmla="*/ 384857 w 2159960"/>
              <a:gd name="csY178" fmla="*/ 1374910 h 1374909"/>
              <a:gd name="csX179" fmla="*/ 387019 w 2159960"/>
              <a:gd name="csY179" fmla="*/ 1374910 h 1374909"/>
              <a:gd name="csX180" fmla="*/ 389182 w 2159960"/>
              <a:gd name="csY180" fmla="*/ 1374910 h 1374909"/>
              <a:gd name="csX181" fmla="*/ 391344 w 2159960"/>
              <a:gd name="csY181" fmla="*/ 1374910 h 1374909"/>
              <a:gd name="csX182" fmla="*/ 393506 w 2159960"/>
              <a:gd name="csY182" fmla="*/ 1374910 h 1374909"/>
              <a:gd name="csX183" fmla="*/ 395668 w 2159960"/>
              <a:gd name="csY183" fmla="*/ 1374910 h 1374909"/>
              <a:gd name="csX184" fmla="*/ 397830 w 2159960"/>
              <a:gd name="csY184" fmla="*/ 1374910 h 1374909"/>
              <a:gd name="csX185" fmla="*/ 399992 w 2159960"/>
              <a:gd name="csY185" fmla="*/ 1374910 h 1374909"/>
              <a:gd name="csX186" fmla="*/ 402154 w 2159960"/>
              <a:gd name="csY186" fmla="*/ 1374910 h 1374909"/>
              <a:gd name="csX187" fmla="*/ 404316 w 2159960"/>
              <a:gd name="csY187" fmla="*/ 1374910 h 1374909"/>
              <a:gd name="csX188" fmla="*/ 406478 w 2159960"/>
              <a:gd name="csY188" fmla="*/ 1374910 h 1374909"/>
              <a:gd name="csX189" fmla="*/ 408641 w 2159960"/>
              <a:gd name="csY189" fmla="*/ 1374910 h 1374909"/>
              <a:gd name="csX190" fmla="*/ 410803 w 2159960"/>
              <a:gd name="csY190" fmla="*/ 1374910 h 1374909"/>
              <a:gd name="csX191" fmla="*/ 412965 w 2159960"/>
              <a:gd name="csY191" fmla="*/ 1374910 h 1374909"/>
              <a:gd name="csX192" fmla="*/ 415127 w 2159960"/>
              <a:gd name="csY192" fmla="*/ 1374910 h 1374909"/>
              <a:gd name="csX193" fmla="*/ 417289 w 2159960"/>
              <a:gd name="csY193" fmla="*/ 1374910 h 1374909"/>
              <a:gd name="csX194" fmla="*/ 419451 w 2159960"/>
              <a:gd name="csY194" fmla="*/ 1374910 h 1374909"/>
              <a:gd name="csX195" fmla="*/ 421613 w 2159960"/>
              <a:gd name="csY195" fmla="*/ 1374910 h 1374909"/>
              <a:gd name="csX196" fmla="*/ 423775 w 2159960"/>
              <a:gd name="csY196" fmla="*/ 1374910 h 1374909"/>
              <a:gd name="csX197" fmla="*/ 425938 w 2159960"/>
              <a:gd name="csY197" fmla="*/ 1374910 h 1374909"/>
              <a:gd name="csX198" fmla="*/ 428100 w 2159960"/>
              <a:gd name="csY198" fmla="*/ 1374910 h 1374909"/>
              <a:gd name="csX199" fmla="*/ 430262 w 2159960"/>
              <a:gd name="csY199" fmla="*/ 1374910 h 1374909"/>
              <a:gd name="csX200" fmla="*/ 432424 w 2159960"/>
              <a:gd name="csY200" fmla="*/ 1374910 h 1374909"/>
              <a:gd name="csX201" fmla="*/ 434586 w 2159960"/>
              <a:gd name="csY201" fmla="*/ 1374910 h 1374909"/>
              <a:gd name="csX202" fmla="*/ 436748 w 2159960"/>
              <a:gd name="csY202" fmla="*/ 1374910 h 1374909"/>
              <a:gd name="csX203" fmla="*/ 438910 w 2159960"/>
              <a:gd name="csY203" fmla="*/ 1374910 h 1374909"/>
              <a:gd name="csX204" fmla="*/ 441072 w 2159960"/>
              <a:gd name="csY204" fmla="*/ 1374910 h 1374909"/>
              <a:gd name="csX205" fmla="*/ 443234 w 2159960"/>
              <a:gd name="csY205" fmla="*/ 1374910 h 1374909"/>
              <a:gd name="csX206" fmla="*/ 445397 w 2159960"/>
              <a:gd name="csY206" fmla="*/ 1374910 h 1374909"/>
              <a:gd name="csX207" fmla="*/ 447559 w 2159960"/>
              <a:gd name="csY207" fmla="*/ 1374910 h 1374909"/>
              <a:gd name="csX208" fmla="*/ 449721 w 2159960"/>
              <a:gd name="csY208" fmla="*/ 1374910 h 1374909"/>
              <a:gd name="csX209" fmla="*/ 451883 w 2159960"/>
              <a:gd name="csY209" fmla="*/ 1374910 h 1374909"/>
              <a:gd name="csX210" fmla="*/ 454045 w 2159960"/>
              <a:gd name="csY210" fmla="*/ 1374910 h 1374909"/>
              <a:gd name="csX211" fmla="*/ 456207 w 2159960"/>
              <a:gd name="csY211" fmla="*/ 1374910 h 1374909"/>
              <a:gd name="csX212" fmla="*/ 458369 w 2159960"/>
              <a:gd name="csY212" fmla="*/ 1374910 h 1374909"/>
              <a:gd name="csX213" fmla="*/ 460531 w 2159960"/>
              <a:gd name="csY213" fmla="*/ 1374910 h 1374909"/>
              <a:gd name="csX214" fmla="*/ 462693 w 2159960"/>
              <a:gd name="csY214" fmla="*/ 1374910 h 1374909"/>
              <a:gd name="csX215" fmla="*/ 464856 w 2159960"/>
              <a:gd name="csY215" fmla="*/ 1374910 h 1374909"/>
              <a:gd name="csX216" fmla="*/ 467018 w 2159960"/>
              <a:gd name="csY216" fmla="*/ 1374910 h 1374909"/>
              <a:gd name="csX217" fmla="*/ 469180 w 2159960"/>
              <a:gd name="csY217" fmla="*/ 1374910 h 1374909"/>
              <a:gd name="csX218" fmla="*/ 471342 w 2159960"/>
              <a:gd name="csY218" fmla="*/ 1374910 h 1374909"/>
              <a:gd name="csX219" fmla="*/ 473504 w 2159960"/>
              <a:gd name="csY219" fmla="*/ 1374910 h 1374909"/>
              <a:gd name="csX220" fmla="*/ 475666 w 2159960"/>
              <a:gd name="csY220" fmla="*/ 1374910 h 1374909"/>
              <a:gd name="csX221" fmla="*/ 477828 w 2159960"/>
              <a:gd name="csY221" fmla="*/ 1374910 h 1374909"/>
              <a:gd name="csX222" fmla="*/ 479990 w 2159960"/>
              <a:gd name="csY222" fmla="*/ 1374910 h 1374909"/>
              <a:gd name="csX223" fmla="*/ 482153 w 2159960"/>
              <a:gd name="csY223" fmla="*/ 1374910 h 1374909"/>
              <a:gd name="csX224" fmla="*/ 484315 w 2159960"/>
              <a:gd name="csY224" fmla="*/ 1374910 h 1374909"/>
              <a:gd name="csX225" fmla="*/ 486477 w 2159960"/>
              <a:gd name="csY225" fmla="*/ 1374910 h 1374909"/>
              <a:gd name="csX226" fmla="*/ 488639 w 2159960"/>
              <a:gd name="csY226" fmla="*/ 1374910 h 1374909"/>
              <a:gd name="csX227" fmla="*/ 490801 w 2159960"/>
              <a:gd name="csY227" fmla="*/ 1374910 h 1374909"/>
              <a:gd name="csX228" fmla="*/ 492963 w 2159960"/>
              <a:gd name="csY228" fmla="*/ 1374910 h 1374909"/>
              <a:gd name="csX229" fmla="*/ 495125 w 2159960"/>
              <a:gd name="csY229" fmla="*/ 1374910 h 1374909"/>
              <a:gd name="csX230" fmla="*/ 497287 w 2159960"/>
              <a:gd name="csY230" fmla="*/ 1374910 h 1374909"/>
              <a:gd name="csX231" fmla="*/ 499449 w 2159960"/>
              <a:gd name="csY231" fmla="*/ 1374910 h 1374909"/>
              <a:gd name="csX232" fmla="*/ 501612 w 2159960"/>
              <a:gd name="csY232" fmla="*/ 1374910 h 1374909"/>
              <a:gd name="csX233" fmla="*/ 503774 w 2159960"/>
              <a:gd name="csY233" fmla="*/ 1374910 h 1374909"/>
              <a:gd name="csX234" fmla="*/ 505936 w 2159960"/>
              <a:gd name="csY234" fmla="*/ 1374910 h 1374909"/>
              <a:gd name="csX235" fmla="*/ 508098 w 2159960"/>
              <a:gd name="csY235" fmla="*/ 1374910 h 1374909"/>
              <a:gd name="csX236" fmla="*/ 510260 w 2159960"/>
              <a:gd name="csY236" fmla="*/ 1374910 h 1374909"/>
              <a:gd name="csX237" fmla="*/ 512422 w 2159960"/>
              <a:gd name="csY237" fmla="*/ 1374910 h 1374909"/>
              <a:gd name="csX238" fmla="*/ 514584 w 2159960"/>
              <a:gd name="csY238" fmla="*/ 1374910 h 1374909"/>
              <a:gd name="csX239" fmla="*/ 516746 w 2159960"/>
              <a:gd name="csY239" fmla="*/ 1374910 h 1374909"/>
              <a:gd name="csX240" fmla="*/ 518908 w 2159960"/>
              <a:gd name="csY240" fmla="*/ 1374910 h 1374909"/>
              <a:gd name="csX241" fmla="*/ 521071 w 2159960"/>
              <a:gd name="csY241" fmla="*/ 1374910 h 1374909"/>
              <a:gd name="csX242" fmla="*/ 523233 w 2159960"/>
              <a:gd name="csY242" fmla="*/ 1374910 h 1374909"/>
              <a:gd name="csX243" fmla="*/ 525395 w 2159960"/>
              <a:gd name="csY243" fmla="*/ 1374910 h 1374909"/>
              <a:gd name="csX244" fmla="*/ 527557 w 2159960"/>
              <a:gd name="csY244" fmla="*/ 1374910 h 1374909"/>
              <a:gd name="csX245" fmla="*/ 529719 w 2159960"/>
              <a:gd name="csY245" fmla="*/ 1374910 h 1374909"/>
              <a:gd name="csX246" fmla="*/ 531881 w 2159960"/>
              <a:gd name="csY246" fmla="*/ 1374910 h 1374909"/>
              <a:gd name="csX247" fmla="*/ 534043 w 2159960"/>
              <a:gd name="csY247" fmla="*/ 1374910 h 1374909"/>
              <a:gd name="csX248" fmla="*/ 536205 w 2159960"/>
              <a:gd name="csY248" fmla="*/ 1374910 h 1374909"/>
              <a:gd name="csX249" fmla="*/ 538367 w 2159960"/>
              <a:gd name="csY249" fmla="*/ 1374910 h 1374909"/>
              <a:gd name="csX250" fmla="*/ 540530 w 2159960"/>
              <a:gd name="csY250" fmla="*/ 1374910 h 1374909"/>
              <a:gd name="csX251" fmla="*/ 542692 w 2159960"/>
              <a:gd name="csY251" fmla="*/ 1374910 h 1374909"/>
              <a:gd name="csX252" fmla="*/ 544854 w 2159960"/>
              <a:gd name="csY252" fmla="*/ 1374910 h 1374909"/>
              <a:gd name="csX253" fmla="*/ 547016 w 2159960"/>
              <a:gd name="csY253" fmla="*/ 1374910 h 1374909"/>
              <a:gd name="csX254" fmla="*/ 549178 w 2159960"/>
              <a:gd name="csY254" fmla="*/ 1374910 h 1374909"/>
              <a:gd name="csX255" fmla="*/ 551340 w 2159960"/>
              <a:gd name="csY255" fmla="*/ 1374910 h 1374909"/>
              <a:gd name="csX256" fmla="*/ 553502 w 2159960"/>
              <a:gd name="csY256" fmla="*/ 1374910 h 1374909"/>
              <a:gd name="csX257" fmla="*/ 555664 w 2159960"/>
              <a:gd name="csY257" fmla="*/ 1374910 h 1374909"/>
              <a:gd name="csX258" fmla="*/ 557827 w 2159960"/>
              <a:gd name="csY258" fmla="*/ 1374910 h 1374909"/>
              <a:gd name="csX259" fmla="*/ 559989 w 2159960"/>
              <a:gd name="csY259" fmla="*/ 1374910 h 1374909"/>
              <a:gd name="csX260" fmla="*/ 562151 w 2159960"/>
              <a:gd name="csY260" fmla="*/ 1374910 h 1374909"/>
              <a:gd name="csX261" fmla="*/ 564313 w 2159960"/>
              <a:gd name="csY261" fmla="*/ 1374910 h 1374909"/>
              <a:gd name="csX262" fmla="*/ 566475 w 2159960"/>
              <a:gd name="csY262" fmla="*/ 1374910 h 1374909"/>
              <a:gd name="csX263" fmla="*/ 568637 w 2159960"/>
              <a:gd name="csY263" fmla="*/ 1374910 h 1374909"/>
              <a:gd name="csX264" fmla="*/ 570799 w 2159960"/>
              <a:gd name="csY264" fmla="*/ 1374910 h 1374909"/>
              <a:gd name="csX265" fmla="*/ 572961 w 2159960"/>
              <a:gd name="csY265" fmla="*/ 1374910 h 1374909"/>
              <a:gd name="csX266" fmla="*/ 575123 w 2159960"/>
              <a:gd name="csY266" fmla="*/ 1374910 h 1374909"/>
              <a:gd name="csX267" fmla="*/ 577286 w 2159960"/>
              <a:gd name="csY267" fmla="*/ 1374910 h 1374909"/>
              <a:gd name="csX268" fmla="*/ 579448 w 2159960"/>
              <a:gd name="csY268" fmla="*/ 1374910 h 1374909"/>
              <a:gd name="csX269" fmla="*/ 581610 w 2159960"/>
              <a:gd name="csY269" fmla="*/ 1374910 h 1374909"/>
              <a:gd name="csX270" fmla="*/ 583772 w 2159960"/>
              <a:gd name="csY270" fmla="*/ 1374910 h 1374909"/>
              <a:gd name="csX271" fmla="*/ 585934 w 2159960"/>
              <a:gd name="csY271" fmla="*/ 1374910 h 1374909"/>
              <a:gd name="csX272" fmla="*/ 588096 w 2159960"/>
              <a:gd name="csY272" fmla="*/ 1374910 h 1374909"/>
              <a:gd name="csX273" fmla="*/ 590258 w 2159960"/>
              <a:gd name="csY273" fmla="*/ 1374910 h 1374909"/>
              <a:gd name="csX274" fmla="*/ 592420 w 2159960"/>
              <a:gd name="csY274" fmla="*/ 1374910 h 1374909"/>
              <a:gd name="csX275" fmla="*/ 594582 w 2159960"/>
              <a:gd name="csY275" fmla="*/ 1374910 h 1374909"/>
              <a:gd name="csX276" fmla="*/ 596745 w 2159960"/>
              <a:gd name="csY276" fmla="*/ 1374910 h 1374909"/>
              <a:gd name="csX277" fmla="*/ 598907 w 2159960"/>
              <a:gd name="csY277" fmla="*/ 1374910 h 1374909"/>
              <a:gd name="csX278" fmla="*/ 601069 w 2159960"/>
              <a:gd name="csY278" fmla="*/ 1374910 h 1374909"/>
              <a:gd name="csX279" fmla="*/ 603231 w 2159960"/>
              <a:gd name="csY279" fmla="*/ 1374910 h 1374909"/>
              <a:gd name="csX280" fmla="*/ 605393 w 2159960"/>
              <a:gd name="csY280" fmla="*/ 1374910 h 1374909"/>
              <a:gd name="csX281" fmla="*/ 607555 w 2159960"/>
              <a:gd name="csY281" fmla="*/ 1374910 h 1374909"/>
              <a:gd name="csX282" fmla="*/ 609717 w 2159960"/>
              <a:gd name="csY282" fmla="*/ 1374910 h 1374909"/>
              <a:gd name="csX283" fmla="*/ 611879 w 2159960"/>
              <a:gd name="csY283" fmla="*/ 1374910 h 1374909"/>
              <a:gd name="csX284" fmla="*/ 614041 w 2159960"/>
              <a:gd name="csY284" fmla="*/ 1374910 h 1374909"/>
              <a:gd name="csX285" fmla="*/ 616204 w 2159960"/>
              <a:gd name="csY285" fmla="*/ 1374910 h 1374909"/>
              <a:gd name="csX286" fmla="*/ 618366 w 2159960"/>
              <a:gd name="csY286" fmla="*/ 1374910 h 1374909"/>
              <a:gd name="csX287" fmla="*/ 620528 w 2159960"/>
              <a:gd name="csY287" fmla="*/ 1374910 h 1374909"/>
              <a:gd name="csX288" fmla="*/ 622690 w 2159960"/>
              <a:gd name="csY288" fmla="*/ 1374910 h 1374909"/>
              <a:gd name="csX289" fmla="*/ 624852 w 2159960"/>
              <a:gd name="csY289" fmla="*/ 1374910 h 1374909"/>
              <a:gd name="csX290" fmla="*/ 627014 w 2159960"/>
              <a:gd name="csY290" fmla="*/ 1374910 h 1374909"/>
              <a:gd name="csX291" fmla="*/ 629176 w 2159960"/>
              <a:gd name="csY291" fmla="*/ 1374910 h 1374909"/>
              <a:gd name="csX292" fmla="*/ 631338 w 2159960"/>
              <a:gd name="csY292" fmla="*/ 1374910 h 1374909"/>
              <a:gd name="csX293" fmla="*/ 633501 w 2159960"/>
              <a:gd name="csY293" fmla="*/ 1374910 h 1374909"/>
              <a:gd name="csX294" fmla="*/ 635663 w 2159960"/>
              <a:gd name="csY294" fmla="*/ 1374910 h 1374909"/>
              <a:gd name="csX295" fmla="*/ 637825 w 2159960"/>
              <a:gd name="csY295" fmla="*/ 1374910 h 1374909"/>
              <a:gd name="csX296" fmla="*/ 639987 w 2159960"/>
              <a:gd name="csY296" fmla="*/ 1374910 h 1374909"/>
              <a:gd name="csX297" fmla="*/ 642149 w 2159960"/>
              <a:gd name="csY297" fmla="*/ 1374910 h 1374909"/>
              <a:gd name="csX298" fmla="*/ 644311 w 2159960"/>
              <a:gd name="csY298" fmla="*/ 1374910 h 1374909"/>
              <a:gd name="csX299" fmla="*/ 646473 w 2159960"/>
              <a:gd name="csY299" fmla="*/ 1374910 h 1374909"/>
              <a:gd name="csX300" fmla="*/ 648635 w 2159960"/>
              <a:gd name="csY300" fmla="*/ 1374910 h 1374909"/>
              <a:gd name="csX301" fmla="*/ 650797 w 2159960"/>
              <a:gd name="csY301" fmla="*/ 1374910 h 1374909"/>
              <a:gd name="csX302" fmla="*/ 652959 w 2159960"/>
              <a:gd name="csY302" fmla="*/ 1374910 h 1374909"/>
              <a:gd name="csX303" fmla="*/ 655122 w 2159960"/>
              <a:gd name="csY303" fmla="*/ 1374910 h 1374909"/>
              <a:gd name="csX304" fmla="*/ 657284 w 2159960"/>
              <a:gd name="csY304" fmla="*/ 1374910 h 1374909"/>
              <a:gd name="csX305" fmla="*/ 659446 w 2159960"/>
              <a:gd name="csY305" fmla="*/ 1374910 h 1374909"/>
              <a:gd name="csX306" fmla="*/ 661608 w 2159960"/>
              <a:gd name="csY306" fmla="*/ 1374910 h 1374909"/>
              <a:gd name="csX307" fmla="*/ 663770 w 2159960"/>
              <a:gd name="csY307" fmla="*/ 1374910 h 1374909"/>
              <a:gd name="csX308" fmla="*/ 665932 w 2159960"/>
              <a:gd name="csY308" fmla="*/ 1374910 h 1374909"/>
              <a:gd name="csX309" fmla="*/ 668094 w 2159960"/>
              <a:gd name="csY309" fmla="*/ 1374910 h 1374909"/>
              <a:gd name="csX310" fmla="*/ 670256 w 2159960"/>
              <a:gd name="csY310" fmla="*/ 1374910 h 1374909"/>
              <a:gd name="csX311" fmla="*/ 672419 w 2159960"/>
              <a:gd name="csY311" fmla="*/ 1374910 h 1374909"/>
              <a:gd name="csX312" fmla="*/ 674581 w 2159960"/>
              <a:gd name="csY312" fmla="*/ 1374910 h 1374909"/>
              <a:gd name="csX313" fmla="*/ 676743 w 2159960"/>
              <a:gd name="csY313" fmla="*/ 1374910 h 1374909"/>
              <a:gd name="csX314" fmla="*/ 678905 w 2159960"/>
              <a:gd name="csY314" fmla="*/ 1374910 h 1374909"/>
              <a:gd name="csX315" fmla="*/ 681067 w 2159960"/>
              <a:gd name="csY315" fmla="*/ 1374910 h 1374909"/>
              <a:gd name="csX316" fmla="*/ 683229 w 2159960"/>
              <a:gd name="csY316" fmla="*/ 1374910 h 1374909"/>
              <a:gd name="csX317" fmla="*/ 685391 w 2159960"/>
              <a:gd name="csY317" fmla="*/ 1374910 h 1374909"/>
              <a:gd name="csX318" fmla="*/ 687553 w 2159960"/>
              <a:gd name="csY318" fmla="*/ 1374910 h 1374909"/>
              <a:gd name="csX319" fmla="*/ 689715 w 2159960"/>
              <a:gd name="csY319" fmla="*/ 1374910 h 1374909"/>
              <a:gd name="csX320" fmla="*/ 691878 w 2159960"/>
              <a:gd name="csY320" fmla="*/ 1374910 h 1374909"/>
              <a:gd name="csX321" fmla="*/ 694040 w 2159960"/>
              <a:gd name="csY321" fmla="*/ 1374910 h 1374909"/>
              <a:gd name="csX322" fmla="*/ 696202 w 2159960"/>
              <a:gd name="csY322" fmla="*/ 1374910 h 1374909"/>
              <a:gd name="csX323" fmla="*/ 698364 w 2159960"/>
              <a:gd name="csY323" fmla="*/ 1374910 h 1374909"/>
              <a:gd name="csX324" fmla="*/ 700526 w 2159960"/>
              <a:gd name="csY324" fmla="*/ 1374910 h 1374909"/>
              <a:gd name="csX325" fmla="*/ 702688 w 2159960"/>
              <a:gd name="csY325" fmla="*/ 1374910 h 1374909"/>
              <a:gd name="csX326" fmla="*/ 704850 w 2159960"/>
              <a:gd name="csY326" fmla="*/ 1374910 h 1374909"/>
              <a:gd name="csX327" fmla="*/ 707012 w 2159960"/>
              <a:gd name="csY327" fmla="*/ 1374910 h 1374909"/>
              <a:gd name="csX328" fmla="*/ 709174 w 2159960"/>
              <a:gd name="csY328" fmla="*/ 1374910 h 1374909"/>
              <a:gd name="csX329" fmla="*/ 711337 w 2159960"/>
              <a:gd name="csY329" fmla="*/ 1374910 h 1374909"/>
              <a:gd name="csX330" fmla="*/ 713499 w 2159960"/>
              <a:gd name="csY330" fmla="*/ 1374910 h 1374909"/>
              <a:gd name="csX331" fmla="*/ 715661 w 2159960"/>
              <a:gd name="csY331" fmla="*/ 1374910 h 1374909"/>
              <a:gd name="csX332" fmla="*/ 717823 w 2159960"/>
              <a:gd name="csY332" fmla="*/ 1374910 h 1374909"/>
              <a:gd name="csX333" fmla="*/ 719985 w 2159960"/>
              <a:gd name="csY333" fmla="*/ 1374910 h 1374909"/>
              <a:gd name="csX334" fmla="*/ 722147 w 2159960"/>
              <a:gd name="csY334" fmla="*/ 1374910 h 1374909"/>
              <a:gd name="csX335" fmla="*/ 724309 w 2159960"/>
              <a:gd name="csY335" fmla="*/ 1374910 h 1374909"/>
              <a:gd name="csX336" fmla="*/ 726471 w 2159960"/>
              <a:gd name="csY336" fmla="*/ 1374910 h 1374909"/>
              <a:gd name="csX337" fmla="*/ 728634 w 2159960"/>
              <a:gd name="csY337" fmla="*/ 1374910 h 1374909"/>
              <a:gd name="csX338" fmla="*/ 730796 w 2159960"/>
              <a:gd name="csY338" fmla="*/ 1374910 h 1374909"/>
              <a:gd name="csX339" fmla="*/ 732958 w 2159960"/>
              <a:gd name="csY339" fmla="*/ 1374910 h 1374909"/>
              <a:gd name="csX340" fmla="*/ 735120 w 2159960"/>
              <a:gd name="csY340" fmla="*/ 1374910 h 1374909"/>
              <a:gd name="csX341" fmla="*/ 737282 w 2159960"/>
              <a:gd name="csY341" fmla="*/ 1374910 h 1374909"/>
              <a:gd name="csX342" fmla="*/ 739444 w 2159960"/>
              <a:gd name="csY342" fmla="*/ 1374910 h 1374909"/>
              <a:gd name="csX343" fmla="*/ 741606 w 2159960"/>
              <a:gd name="csY343" fmla="*/ 1374910 h 1374909"/>
              <a:gd name="csX344" fmla="*/ 743768 w 2159960"/>
              <a:gd name="csY344" fmla="*/ 1374910 h 1374909"/>
              <a:gd name="csX345" fmla="*/ 745930 w 2159960"/>
              <a:gd name="csY345" fmla="*/ 1374910 h 1374909"/>
              <a:gd name="csX346" fmla="*/ 748093 w 2159960"/>
              <a:gd name="csY346" fmla="*/ 1374910 h 1374909"/>
              <a:gd name="csX347" fmla="*/ 750255 w 2159960"/>
              <a:gd name="csY347" fmla="*/ 1374910 h 1374909"/>
              <a:gd name="csX348" fmla="*/ 752417 w 2159960"/>
              <a:gd name="csY348" fmla="*/ 1374910 h 1374909"/>
              <a:gd name="csX349" fmla="*/ 754579 w 2159960"/>
              <a:gd name="csY349" fmla="*/ 1374910 h 1374909"/>
              <a:gd name="csX350" fmla="*/ 756741 w 2159960"/>
              <a:gd name="csY350" fmla="*/ 1374910 h 1374909"/>
              <a:gd name="csX351" fmla="*/ 758903 w 2159960"/>
              <a:gd name="csY351" fmla="*/ 1374910 h 1374909"/>
              <a:gd name="csX352" fmla="*/ 761065 w 2159960"/>
              <a:gd name="csY352" fmla="*/ 1374910 h 1374909"/>
              <a:gd name="csX353" fmla="*/ 763228 w 2159960"/>
              <a:gd name="csY353" fmla="*/ 1374910 h 1374909"/>
              <a:gd name="csX354" fmla="*/ 765392 w 2159960"/>
              <a:gd name="csY354" fmla="*/ 1374910 h 1374909"/>
              <a:gd name="csX355" fmla="*/ 767555 w 2159960"/>
              <a:gd name="csY355" fmla="*/ 1374910 h 1374909"/>
              <a:gd name="csX356" fmla="*/ 769718 w 2159960"/>
              <a:gd name="csY356" fmla="*/ 1374910 h 1374909"/>
              <a:gd name="csX357" fmla="*/ 771881 w 2159960"/>
              <a:gd name="csY357" fmla="*/ 1374910 h 1374909"/>
              <a:gd name="csX358" fmla="*/ 774034 w 2159960"/>
              <a:gd name="csY358" fmla="*/ 1374910 h 1374909"/>
              <a:gd name="csX359" fmla="*/ 776197 w 2159960"/>
              <a:gd name="csY359" fmla="*/ 1374910 h 1374909"/>
              <a:gd name="csX360" fmla="*/ 778360 w 2159960"/>
              <a:gd name="csY360" fmla="*/ 1374910 h 1374909"/>
              <a:gd name="csX361" fmla="*/ 780523 w 2159960"/>
              <a:gd name="csY361" fmla="*/ 1374910 h 1374909"/>
              <a:gd name="csX362" fmla="*/ 782686 w 2159960"/>
              <a:gd name="csY362" fmla="*/ 1374910 h 1374909"/>
              <a:gd name="csX363" fmla="*/ 784850 w 2159960"/>
              <a:gd name="csY363" fmla="*/ 1374910 h 1374909"/>
              <a:gd name="csX364" fmla="*/ 787013 w 2159960"/>
              <a:gd name="csY364" fmla="*/ 1374910 h 1374909"/>
              <a:gd name="csX365" fmla="*/ 789176 w 2159960"/>
              <a:gd name="csY365" fmla="*/ 1374910 h 1374909"/>
              <a:gd name="csX366" fmla="*/ 791339 w 2159960"/>
              <a:gd name="csY366" fmla="*/ 1374910 h 1374909"/>
              <a:gd name="csX367" fmla="*/ 793502 w 2159960"/>
              <a:gd name="csY367" fmla="*/ 1374910 h 1374909"/>
              <a:gd name="csX368" fmla="*/ 795655 w 2159960"/>
              <a:gd name="csY368" fmla="*/ 1374910 h 1374909"/>
              <a:gd name="csX369" fmla="*/ 797818 w 2159960"/>
              <a:gd name="csY369" fmla="*/ 1374910 h 1374909"/>
              <a:gd name="csX370" fmla="*/ 799981 w 2159960"/>
              <a:gd name="csY370" fmla="*/ 1374910 h 1374909"/>
              <a:gd name="csX371" fmla="*/ 802144 w 2159960"/>
              <a:gd name="csY371" fmla="*/ 1374910 h 1374909"/>
              <a:gd name="csX372" fmla="*/ 804307 w 2159960"/>
              <a:gd name="csY372" fmla="*/ 1374910 h 1374909"/>
              <a:gd name="csX373" fmla="*/ 806471 w 2159960"/>
              <a:gd name="csY373" fmla="*/ 1374910 h 1374909"/>
              <a:gd name="csX374" fmla="*/ 808634 w 2159960"/>
              <a:gd name="csY374" fmla="*/ 1374910 h 1374909"/>
              <a:gd name="csX375" fmla="*/ 810797 w 2159960"/>
              <a:gd name="csY375" fmla="*/ 1374910 h 1374909"/>
              <a:gd name="csX376" fmla="*/ 812960 w 2159960"/>
              <a:gd name="csY376" fmla="*/ 1374910 h 1374909"/>
              <a:gd name="csX377" fmla="*/ 815123 w 2159960"/>
              <a:gd name="csY377" fmla="*/ 1374910 h 1374909"/>
              <a:gd name="csX378" fmla="*/ 817276 w 2159960"/>
              <a:gd name="csY378" fmla="*/ 1374910 h 1374909"/>
              <a:gd name="csX379" fmla="*/ 819439 w 2159960"/>
              <a:gd name="csY379" fmla="*/ 1374910 h 1374909"/>
              <a:gd name="csX380" fmla="*/ 821602 w 2159960"/>
              <a:gd name="csY380" fmla="*/ 1374910 h 1374909"/>
              <a:gd name="csX381" fmla="*/ 823766 w 2159960"/>
              <a:gd name="csY381" fmla="*/ 1374910 h 1374909"/>
              <a:gd name="csX382" fmla="*/ 825929 w 2159960"/>
              <a:gd name="csY382" fmla="*/ 1374910 h 1374909"/>
              <a:gd name="csX383" fmla="*/ 828092 w 2159960"/>
              <a:gd name="csY383" fmla="*/ 1374910 h 1374909"/>
              <a:gd name="csX384" fmla="*/ 830255 w 2159960"/>
              <a:gd name="csY384" fmla="*/ 1374910 h 1374909"/>
              <a:gd name="csX385" fmla="*/ 832418 w 2159960"/>
              <a:gd name="csY385" fmla="*/ 1374910 h 1374909"/>
              <a:gd name="csX386" fmla="*/ 834581 w 2159960"/>
              <a:gd name="csY386" fmla="*/ 1374910 h 1374909"/>
              <a:gd name="csX387" fmla="*/ 836744 w 2159960"/>
              <a:gd name="csY387" fmla="*/ 1374910 h 1374909"/>
              <a:gd name="csX388" fmla="*/ 838897 w 2159960"/>
              <a:gd name="csY388" fmla="*/ 1374910 h 1374909"/>
              <a:gd name="csX389" fmla="*/ 841060 w 2159960"/>
              <a:gd name="csY389" fmla="*/ 1374910 h 1374909"/>
              <a:gd name="csX390" fmla="*/ 843224 w 2159960"/>
              <a:gd name="csY390" fmla="*/ 1374910 h 1374909"/>
              <a:gd name="csX391" fmla="*/ 845387 w 2159960"/>
              <a:gd name="csY391" fmla="*/ 1374910 h 1374909"/>
              <a:gd name="csX392" fmla="*/ 847550 w 2159960"/>
              <a:gd name="csY392" fmla="*/ 1374910 h 1374909"/>
              <a:gd name="csX393" fmla="*/ 849713 w 2159960"/>
              <a:gd name="csY393" fmla="*/ 1374910 h 1374909"/>
              <a:gd name="csX394" fmla="*/ 851876 w 2159960"/>
              <a:gd name="csY394" fmla="*/ 1374910 h 1374909"/>
              <a:gd name="csX395" fmla="*/ 854039 w 2159960"/>
              <a:gd name="csY395" fmla="*/ 1374910 h 1374909"/>
              <a:gd name="csX396" fmla="*/ 856202 w 2159960"/>
              <a:gd name="csY396" fmla="*/ 1374910 h 1374909"/>
              <a:gd name="csX397" fmla="*/ 858366 w 2159960"/>
              <a:gd name="csY397" fmla="*/ 1374910 h 1374909"/>
              <a:gd name="csX398" fmla="*/ 860518 w 2159960"/>
              <a:gd name="csY398" fmla="*/ 1374910 h 1374909"/>
              <a:gd name="csX399" fmla="*/ 862681 w 2159960"/>
              <a:gd name="csY399" fmla="*/ 1374910 h 1374909"/>
              <a:gd name="csX400" fmla="*/ 864845 w 2159960"/>
              <a:gd name="csY400" fmla="*/ 1374910 h 1374909"/>
              <a:gd name="csX401" fmla="*/ 867008 w 2159960"/>
              <a:gd name="csY401" fmla="*/ 1374910 h 1374909"/>
              <a:gd name="csX402" fmla="*/ 869171 w 2159960"/>
              <a:gd name="csY402" fmla="*/ 1374910 h 1374909"/>
              <a:gd name="csX403" fmla="*/ 871334 w 2159960"/>
              <a:gd name="csY403" fmla="*/ 1374910 h 1374909"/>
              <a:gd name="csX404" fmla="*/ 873497 w 2159960"/>
              <a:gd name="csY404" fmla="*/ 1374910 h 1374909"/>
              <a:gd name="csX405" fmla="*/ 875660 w 2159960"/>
              <a:gd name="csY405" fmla="*/ 1374910 h 1374909"/>
              <a:gd name="csX406" fmla="*/ 877824 w 2159960"/>
              <a:gd name="csY406" fmla="*/ 1374910 h 1374909"/>
              <a:gd name="csX407" fmla="*/ 879987 w 2159960"/>
              <a:gd name="csY407" fmla="*/ 1374910 h 1374909"/>
              <a:gd name="csX408" fmla="*/ 882140 w 2159960"/>
              <a:gd name="csY408" fmla="*/ 1374910 h 1374909"/>
              <a:gd name="csX409" fmla="*/ 884303 w 2159960"/>
              <a:gd name="csY409" fmla="*/ 1374910 h 1374909"/>
              <a:gd name="csX410" fmla="*/ 886466 w 2159960"/>
              <a:gd name="csY410" fmla="*/ 1374910 h 1374909"/>
              <a:gd name="csX411" fmla="*/ 888629 w 2159960"/>
              <a:gd name="csY411" fmla="*/ 1374910 h 1374909"/>
              <a:gd name="csX412" fmla="*/ 890792 w 2159960"/>
              <a:gd name="csY412" fmla="*/ 1374910 h 1374909"/>
              <a:gd name="csX413" fmla="*/ 892955 w 2159960"/>
              <a:gd name="csY413" fmla="*/ 1374910 h 1374909"/>
              <a:gd name="csX414" fmla="*/ 895118 w 2159960"/>
              <a:gd name="csY414" fmla="*/ 1374910 h 1374909"/>
              <a:gd name="csX415" fmla="*/ 897282 w 2159960"/>
              <a:gd name="csY415" fmla="*/ 1374910 h 1374909"/>
              <a:gd name="csX416" fmla="*/ 899445 w 2159960"/>
              <a:gd name="csY416" fmla="*/ 1374910 h 1374909"/>
              <a:gd name="csX417" fmla="*/ 901608 w 2159960"/>
              <a:gd name="csY417" fmla="*/ 1374910 h 1374909"/>
              <a:gd name="csX418" fmla="*/ 903761 w 2159960"/>
              <a:gd name="csY418" fmla="*/ 1374910 h 1374909"/>
              <a:gd name="csX419" fmla="*/ 905924 w 2159960"/>
              <a:gd name="csY419" fmla="*/ 1374910 h 1374909"/>
              <a:gd name="csX420" fmla="*/ 908087 w 2159960"/>
              <a:gd name="csY420" fmla="*/ 1374910 h 1374909"/>
              <a:gd name="csX421" fmla="*/ 910250 w 2159960"/>
              <a:gd name="csY421" fmla="*/ 1374910 h 1374909"/>
              <a:gd name="csX422" fmla="*/ 912413 w 2159960"/>
              <a:gd name="csY422" fmla="*/ 1374910 h 1374909"/>
              <a:gd name="csX423" fmla="*/ 914576 w 2159960"/>
              <a:gd name="csY423" fmla="*/ 1374910 h 1374909"/>
              <a:gd name="csX424" fmla="*/ 916739 w 2159960"/>
              <a:gd name="csY424" fmla="*/ 1374910 h 1374909"/>
              <a:gd name="csX425" fmla="*/ 918903 w 2159960"/>
              <a:gd name="csY425" fmla="*/ 1374910 h 1374909"/>
              <a:gd name="csX426" fmla="*/ 921066 w 2159960"/>
              <a:gd name="csY426" fmla="*/ 1374910 h 1374909"/>
              <a:gd name="csX427" fmla="*/ 923229 w 2159960"/>
              <a:gd name="csY427" fmla="*/ 1374910 h 1374909"/>
              <a:gd name="csX428" fmla="*/ 925382 w 2159960"/>
              <a:gd name="csY428" fmla="*/ 1374910 h 1374909"/>
              <a:gd name="csX429" fmla="*/ 927545 w 2159960"/>
              <a:gd name="csY429" fmla="*/ 1374910 h 1374909"/>
              <a:gd name="csX430" fmla="*/ 929708 w 2159960"/>
              <a:gd name="csY430" fmla="*/ 1374910 h 1374909"/>
              <a:gd name="csX431" fmla="*/ 931871 w 2159960"/>
              <a:gd name="csY431" fmla="*/ 1374910 h 1374909"/>
              <a:gd name="csX432" fmla="*/ 934034 w 2159960"/>
              <a:gd name="csY432" fmla="*/ 1374910 h 1374909"/>
              <a:gd name="csX433" fmla="*/ 936198 w 2159960"/>
              <a:gd name="csY433" fmla="*/ 1374910 h 1374909"/>
              <a:gd name="csX434" fmla="*/ 938361 w 2159960"/>
              <a:gd name="csY434" fmla="*/ 1374910 h 1374909"/>
              <a:gd name="csX435" fmla="*/ 940524 w 2159960"/>
              <a:gd name="csY435" fmla="*/ 1374910 h 1374909"/>
              <a:gd name="csX436" fmla="*/ 942687 w 2159960"/>
              <a:gd name="csY436" fmla="*/ 1374910 h 1374909"/>
              <a:gd name="csX437" fmla="*/ 944850 w 2159960"/>
              <a:gd name="csY437" fmla="*/ 1374910 h 1374909"/>
              <a:gd name="csX438" fmla="*/ 947003 w 2159960"/>
              <a:gd name="csY438" fmla="*/ 1374910 h 1374909"/>
              <a:gd name="csX439" fmla="*/ 949166 w 2159960"/>
              <a:gd name="csY439" fmla="*/ 1374910 h 1374909"/>
              <a:gd name="csX440" fmla="*/ 951329 w 2159960"/>
              <a:gd name="csY440" fmla="*/ 1374910 h 1374909"/>
              <a:gd name="csX441" fmla="*/ 953492 w 2159960"/>
              <a:gd name="csY441" fmla="*/ 1374910 h 1374909"/>
              <a:gd name="csX442" fmla="*/ 955656 w 2159960"/>
              <a:gd name="csY442" fmla="*/ 1374910 h 1374909"/>
              <a:gd name="csX443" fmla="*/ 957819 w 2159960"/>
              <a:gd name="csY443" fmla="*/ 1374910 h 1374909"/>
              <a:gd name="csX444" fmla="*/ 959982 w 2159960"/>
              <a:gd name="csY444" fmla="*/ 1374910 h 1374909"/>
              <a:gd name="csX445" fmla="*/ 962145 w 2159960"/>
              <a:gd name="csY445" fmla="*/ 1374910 h 1374909"/>
              <a:gd name="csX446" fmla="*/ 964308 w 2159960"/>
              <a:gd name="csY446" fmla="*/ 1374910 h 1374909"/>
              <a:gd name="csX447" fmla="*/ 966471 w 2159960"/>
              <a:gd name="csY447" fmla="*/ 1374910 h 1374909"/>
              <a:gd name="csX448" fmla="*/ 968624 w 2159960"/>
              <a:gd name="csY448" fmla="*/ 1374910 h 1374909"/>
              <a:gd name="csX449" fmla="*/ 970787 w 2159960"/>
              <a:gd name="csY449" fmla="*/ 1374910 h 1374909"/>
              <a:gd name="csX450" fmla="*/ 972950 w 2159960"/>
              <a:gd name="csY450" fmla="*/ 1374910 h 1374909"/>
              <a:gd name="csX451" fmla="*/ 975113 w 2159960"/>
              <a:gd name="csY451" fmla="*/ 1374910 h 1374909"/>
              <a:gd name="csX452" fmla="*/ 977277 w 2159960"/>
              <a:gd name="csY452" fmla="*/ 1374910 h 1374909"/>
              <a:gd name="csX453" fmla="*/ 979440 w 2159960"/>
              <a:gd name="csY453" fmla="*/ 1374910 h 1374909"/>
              <a:gd name="csX454" fmla="*/ 981603 w 2159960"/>
              <a:gd name="csY454" fmla="*/ 1374910 h 1374909"/>
              <a:gd name="csX455" fmla="*/ 983766 w 2159960"/>
              <a:gd name="csY455" fmla="*/ 1374910 h 1374909"/>
              <a:gd name="csX456" fmla="*/ 985929 w 2159960"/>
              <a:gd name="csY456" fmla="*/ 1374910 h 1374909"/>
              <a:gd name="csX457" fmla="*/ 988092 w 2159960"/>
              <a:gd name="csY457" fmla="*/ 1374910 h 1374909"/>
              <a:gd name="csX458" fmla="*/ 990245 w 2159960"/>
              <a:gd name="csY458" fmla="*/ 1374910 h 1374909"/>
              <a:gd name="csX459" fmla="*/ 992408 w 2159960"/>
              <a:gd name="csY459" fmla="*/ 1374910 h 1374909"/>
              <a:gd name="csX460" fmla="*/ 994572 w 2159960"/>
              <a:gd name="csY460" fmla="*/ 1374910 h 1374909"/>
              <a:gd name="csX461" fmla="*/ 996735 w 2159960"/>
              <a:gd name="csY461" fmla="*/ 1374910 h 1374909"/>
              <a:gd name="csX462" fmla="*/ 998898 w 2159960"/>
              <a:gd name="csY462" fmla="*/ 1374910 h 1374909"/>
              <a:gd name="csX463" fmla="*/ 1001061 w 2159960"/>
              <a:gd name="csY463" fmla="*/ 1374910 h 1374909"/>
              <a:gd name="csX464" fmla="*/ 1003224 w 2159960"/>
              <a:gd name="csY464" fmla="*/ 1374910 h 1374909"/>
              <a:gd name="csX465" fmla="*/ 1005387 w 2159960"/>
              <a:gd name="csY465" fmla="*/ 1374910 h 1374909"/>
              <a:gd name="csX466" fmla="*/ 1007550 w 2159960"/>
              <a:gd name="csY466" fmla="*/ 1374910 h 1374909"/>
              <a:gd name="csX467" fmla="*/ 1009714 w 2159960"/>
              <a:gd name="csY467" fmla="*/ 1374910 h 1374909"/>
              <a:gd name="csX468" fmla="*/ 1011866 w 2159960"/>
              <a:gd name="csY468" fmla="*/ 1374910 h 1374909"/>
              <a:gd name="csX469" fmla="*/ 1014029 w 2159960"/>
              <a:gd name="csY469" fmla="*/ 1374910 h 1374909"/>
              <a:gd name="csX470" fmla="*/ 1016193 w 2159960"/>
              <a:gd name="csY470" fmla="*/ 1374910 h 1374909"/>
              <a:gd name="csX471" fmla="*/ 1018356 w 2159960"/>
              <a:gd name="csY471" fmla="*/ 1374910 h 1374909"/>
              <a:gd name="csX472" fmla="*/ 1020519 w 2159960"/>
              <a:gd name="csY472" fmla="*/ 1374910 h 1374909"/>
              <a:gd name="csX473" fmla="*/ 1022682 w 2159960"/>
              <a:gd name="csY473" fmla="*/ 1374910 h 1374909"/>
              <a:gd name="csX474" fmla="*/ 1024845 w 2159960"/>
              <a:gd name="csY474" fmla="*/ 1374910 h 1374909"/>
              <a:gd name="csX475" fmla="*/ 1027008 w 2159960"/>
              <a:gd name="csY475" fmla="*/ 1374910 h 1374909"/>
              <a:gd name="csX476" fmla="*/ 1029171 w 2159960"/>
              <a:gd name="csY476" fmla="*/ 1374910 h 1374909"/>
              <a:gd name="csX477" fmla="*/ 1031335 w 2159960"/>
              <a:gd name="csY477" fmla="*/ 1374910 h 1374909"/>
              <a:gd name="csX478" fmla="*/ 1033487 w 2159960"/>
              <a:gd name="csY478" fmla="*/ 1374910 h 1374909"/>
              <a:gd name="csX479" fmla="*/ 1035651 w 2159960"/>
              <a:gd name="csY479" fmla="*/ 1374910 h 1374909"/>
              <a:gd name="csX480" fmla="*/ 1037814 w 2159960"/>
              <a:gd name="csY480" fmla="*/ 1374910 h 1374909"/>
              <a:gd name="csX481" fmla="*/ 1039977 w 2159960"/>
              <a:gd name="csY481" fmla="*/ 1374910 h 1374909"/>
              <a:gd name="csX482" fmla="*/ 1042140 w 2159960"/>
              <a:gd name="csY482" fmla="*/ 1374910 h 1374909"/>
              <a:gd name="csX483" fmla="*/ 1044303 w 2159960"/>
              <a:gd name="csY483" fmla="*/ 1374910 h 1374909"/>
              <a:gd name="csX484" fmla="*/ 1046466 w 2159960"/>
              <a:gd name="csY484" fmla="*/ 1374910 h 1374909"/>
              <a:gd name="csX485" fmla="*/ 1048630 w 2159960"/>
              <a:gd name="csY485" fmla="*/ 1374910 h 1374909"/>
              <a:gd name="csX486" fmla="*/ 1050793 w 2159960"/>
              <a:gd name="csY486" fmla="*/ 1374910 h 1374909"/>
              <a:gd name="csX487" fmla="*/ 1052956 w 2159960"/>
              <a:gd name="csY487" fmla="*/ 1374910 h 1374909"/>
              <a:gd name="csX488" fmla="*/ 1055109 w 2159960"/>
              <a:gd name="csY488" fmla="*/ 1374910 h 1374909"/>
              <a:gd name="csX489" fmla="*/ 1057272 w 2159960"/>
              <a:gd name="csY489" fmla="*/ 1374910 h 1374909"/>
              <a:gd name="csX490" fmla="*/ 1059435 w 2159960"/>
              <a:gd name="csY490" fmla="*/ 1374910 h 1374909"/>
              <a:gd name="csX491" fmla="*/ 1061598 w 2159960"/>
              <a:gd name="csY491" fmla="*/ 1374910 h 1374909"/>
              <a:gd name="csX492" fmla="*/ 1063761 w 2159960"/>
              <a:gd name="csY492" fmla="*/ 1374910 h 1374909"/>
              <a:gd name="csX493" fmla="*/ 1065924 w 2159960"/>
              <a:gd name="csY493" fmla="*/ 1374910 h 1374909"/>
              <a:gd name="csX494" fmla="*/ 1068088 w 2159960"/>
              <a:gd name="csY494" fmla="*/ 1374910 h 1374909"/>
              <a:gd name="csX495" fmla="*/ 1070251 w 2159960"/>
              <a:gd name="csY495" fmla="*/ 1374910 h 1374909"/>
              <a:gd name="csX496" fmla="*/ 1072414 w 2159960"/>
              <a:gd name="csY496" fmla="*/ 1374910 h 1374909"/>
              <a:gd name="csX497" fmla="*/ 1074577 w 2159960"/>
              <a:gd name="csY497" fmla="*/ 1374910 h 1374909"/>
              <a:gd name="csX498" fmla="*/ 1076740 w 2159960"/>
              <a:gd name="csY498" fmla="*/ 1374910 h 1374909"/>
              <a:gd name="csX499" fmla="*/ 1078893 w 2159960"/>
              <a:gd name="csY499" fmla="*/ 1374910 h 1374909"/>
              <a:gd name="csX500" fmla="*/ 1081056 w 2159960"/>
              <a:gd name="csY500" fmla="*/ 1374910 h 1374909"/>
              <a:gd name="csX501" fmla="*/ 1083219 w 2159960"/>
              <a:gd name="csY501" fmla="*/ 1374910 h 1374909"/>
              <a:gd name="csX502" fmla="*/ 1085382 w 2159960"/>
              <a:gd name="csY502" fmla="*/ 1374910 h 1374909"/>
              <a:gd name="csX503" fmla="*/ 1087546 w 2159960"/>
              <a:gd name="csY503" fmla="*/ 1374910 h 1374909"/>
              <a:gd name="csX504" fmla="*/ 1089709 w 2159960"/>
              <a:gd name="csY504" fmla="*/ 1374910 h 1374909"/>
              <a:gd name="csX505" fmla="*/ 1091872 w 2159960"/>
              <a:gd name="csY505" fmla="*/ 1374899 h 1374909"/>
              <a:gd name="csX506" fmla="*/ 1094035 w 2159960"/>
              <a:gd name="csY506" fmla="*/ 1374899 h 1374909"/>
              <a:gd name="csX507" fmla="*/ 1096198 w 2159960"/>
              <a:gd name="csY507" fmla="*/ 1374899 h 1374909"/>
              <a:gd name="csX508" fmla="*/ 1098361 w 2159960"/>
              <a:gd name="csY508" fmla="*/ 1374899 h 1374909"/>
              <a:gd name="csX509" fmla="*/ 1100514 w 2159960"/>
              <a:gd name="csY509" fmla="*/ 1374889 h 1374909"/>
              <a:gd name="csX510" fmla="*/ 1102677 w 2159960"/>
              <a:gd name="csY510" fmla="*/ 1374879 h 1374909"/>
              <a:gd name="csX511" fmla="*/ 1104840 w 2159960"/>
              <a:gd name="csY511" fmla="*/ 1374868 h 1374909"/>
              <a:gd name="csX512" fmla="*/ 1107004 w 2159960"/>
              <a:gd name="csY512" fmla="*/ 1374858 h 1374909"/>
              <a:gd name="csX513" fmla="*/ 1109167 w 2159960"/>
              <a:gd name="csY513" fmla="*/ 1374848 h 1374909"/>
              <a:gd name="csX514" fmla="*/ 1111330 w 2159960"/>
              <a:gd name="csY514" fmla="*/ 1374816 h 1374909"/>
              <a:gd name="csX515" fmla="*/ 1113493 w 2159960"/>
              <a:gd name="csY515" fmla="*/ 1374796 h 1374909"/>
              <a:gd name="csX516" fmla="*/ 1115656 w 2159960"/>
              <a:gd name="csY516" fmla="*/ 1374754 h 1374909"/>
              <a:gd name="csX517" fmla="*/ 1117819 w 2159960"/>
              <a:gd name="csY517" fmla="*/ 1374713 h 1374909"/>
              <a:gd name="csX518" fmla="*/ 1119982 w 2159960"/>
              <a:gd name="csY518" fmla="*/ 1374651 h 1374909"/>
              <a:gd name="csX519" fmla="*/ 1122135 w 2159960"/>
              <a:gd name="csY519" fmla="*/ 1374568 h 1374909"/>
              <a:gd name="csX520" fmla="*/ 1124298 w 2159960"/>
              <a:gd name="csY520" fmla="*/ 1374475 h 1374909"/>
              <a:gd name="csX521" fmla="*/ 1126461 w 2159960"/>
              <a:gd name="csY521" fmla="*/ 1374351 h 1374909"/>
              <a:gd name="csX522" fmla="*/ 1128625 w 2159960"/>
              <a:gd name="csY522" fmla="*/ 1374185 h 1374909"/>
              <a:gd name="csX523" fmla="*/ 1130788 w 2159960"/>
              <a:gd name="csY523" fmla="*/ 1373989 h 1374909"/>
              <a:gd name="csX524" fmla="*/ 1132951 w 2159960"/>
              <a:gd name="csY524" fmla="*/ 1373740 h 1374909"/>
              <a:gd name="csX525" fmla="*/ 1135114 w 2159960"/>
              <a:gd name="csY525" fmla="*/ 1373430 h 1374909"/>
              <a:gd name="csX526" fmla="*/ 1137277 w 2159960"/>
              <a:gd name="csY526" fmla="*/ 1373036 h 1374909"/>
              <a:gd name="csX527" fmla="*/ 1139440 w 2159960"/>
              <a:gd name="csY527" fmla="*/ 1372550 h 1374909"/>
              <a:gd name="csX528" fmla="*/ 1141604 w 2159960"/>
              <a:gd name="csY528" fmla="*/ 1371960 h 1374909"/>
              <a:gd name="csX529" fmla="*/ 1143756 w 2159960"/>
              <a:gd name="csY529" fmla="*/ 1371235 h 1374909"/>
              <a:gd name="csX530" fmla="*/ 1145920 w 2159960"/>
              <a:gd name="csY530" fmla="*/ 1370345 h 1374909"/>
              <a:gd name="csX531" fmla="*/ 1148083 w 2159960"/>
              <a:gd name="csY531" fmla="*/ 1369269 h 1374909"/>
              <a:gd name="csX532" fmla="*/ 1150246 w 2159960"/>
              <a:gd name="csY532" fmla="*/ 1367954 h 1374909"/>
              <a:gd name="csX533" fmla="*/ 1152409 w 2159960"/>
              <a:gd name="csY533" fmla="*/ 1366381 h 1374909"/>
              <a:gd name="csX534" fmla="*/ 1154572 w 2159960"/>
              <a:gd name="csY534" fmla="*/ 1364487 h 1374909"/>
              <a:gd name="csX535" fmla="*/ 1156735 w 2159960"/>
              <a:gd name="csY535" fmla="*/ 1362231 h 1374909"/>
              <a:gd name="csX536" fmla="*/ 1158898 w 2159960"/>
              <a:gd name="csY536" fmla="*/ 1359540 h 1374909"/>
              <a:gd name="csX537" fmla="*/ 1161062 w 2159960"/>
              <a:gd name="csY537" fmla="*/ 1356352 h 1374909"/>
              <a:gd name="csX538" fmla="*/ 1163225 w 2159960"/>
              <a:gd name="csY538" fmla="*/ 1352595 h 1374909"/>
              <a:gd name="csX539" fmla="*/ 1165378 w 2159960"/>
              <a:gd name="csY539" fmla="*/ 1348186 h 1374909"/>
              <a:gd name="csX540" fmla="*/ 1167541 w 2159960"/>
              <a:gd name="csY540" fmla="*/ 1343042 h 1374909"/>
              <a:gd name="csX541" fmla="*/ 1169704 w 2159960"/>
              <a:gd name="csY541" fmla="*/ 1337049 h 1374909"/>
              <a:gd name="csX542" fmla="*/ 1171867 w 2159960"/>
              <a:gd name="csY542" fmla="*/ 1330115 h 1374909"/>
              <a:gd name="csX543" fmla="*/ 1174030 w 2159960"/>
              <a:gd name="csY543" fmla="*/ 1322125 h 1374909"/>
              <a:gd name="csX544" fmla="*/ 1176193 w 2159960"/>
              <a:gd name="csY544" fmla="*/ 1312965 h 1374909"/>
              <a:gd name="csX545" fmla="*/ 1178356 w 2159960"/>
              <a:gd name="csY545" fmla="*/ 1302501 h 1374909"/>
              <a:gd name="csX546" fmla="*/ 1180519 w 2159960"/>
              <a:gd name="csY546" fmla="*/ 1290609 h 1374909"/>
              <a:gd name="csX547" fmla="*/ 1182683 w 2159960"/>
              <a:gd name="csY547" fmla="*/ 1277164 h 1374909"/>
              <a:gd name="csX548" fmla="*/ 1184846 w 2159960"/>
              <a:gd name="csY548" fmla="*/ 1262022 h 1374909"/>
              <a:gd name="csX549" fmla="*/ 1186999 w 2159960"/>
              <a:gd name="csY549" fmla="*/ 1245069 h 1374909"/>
              <a:gd name="csX550" fmla="*/ 1189162 w 2159960"/>
              <a:gd name="csY550" fmla="*/ 1226160 h 1374909"/>
              <a:gd name="csX551" fmla="*/ 1191325 w 2159960"/>
              <a:gd name="csY551" fmla="*/ 1205191 h 1374909"/>
              <a:gd name="csX552" fmla="*/ 1193488 w 2159960"/>
              <a:gd name="csY552" fmla="*/ 1182048 h 1374909"/>
              <a:gd name="csX553" fmla="*/ 1195651 w 2159960"/>
              <a:gd name="csY553" fmla="*/ 1156628 h 1374909"/>
              <a:gd name="csX554" fmla="*/ 1197814 w 2159960"/>
              <a:gd name="csY554" fmla="*/ 1128849 h 1374909"/>
              <a:gd name="csX555" fmla="*/ 1199978 w 2159960"/>
              <a:gd name="csY555" fmla="*/ 1098648 h 1374909"/>
              <a:gd name="csX556" fmla="*/ 1202141 w 2159960"/>
              <a:gd name="csY556" fmla="*/ 1065983 h 1374909"/>
              <a:gd name="csX557" fmla="*/ 1204304 w 2159960"/>
              <a:gd name="csY557" fmla="*/ 1030855 h 1374909"/>
              <a:gd name="csX558" fmla="*/ 1206467 w 2159960"/>
              <a:gd name="csY558" fmla="*/ 993274 h 1374909"/>
              <a:gd name="csX559" fmla="*/ 1208620 w 2159960"/>
              <a:gd name="csY559" fmla="*/ 953294 h 1374909"/>
              <a:gd name="csX560" fmla="*/ 1210783 w 2159960"/>
              <a:gd name="csY560" fmla="*/ 910995 h 1374909"/>
              <a:gd name="csX561" fmla="*/ 1212946 w 2159960"/>
              <a:gd name="csY561" fmla="*/ 866506 h 1374909"/>
              <a:gd name="csX562" fmla="*/ 1215109 w 2159960"/>
              <a:gd name="csY562" fmla="*/ 819991 h 1374909"/>
              <a:gd name="csX563" fmla="*/ 1217272 w 2159960"/>
              <a:gd name="csY563" fmla="*/ 771657 h 1374909"/>
              <a:gd name="csX564" fmla="*/ 1219436 w 2159960"/>
              <a:gd name="csY564" fmla="*/ 721752 h 1374909"/>
              <a:gd name="csX565" fmla="*/ 1221599 w 2159960"/>
              <a:gd name="csY565" fmla="*/ 670562 h 1374909"/>
              <a:gd name="csX566" fmla="*/ 1223762 w 2159960"/>
              <a:gd name="csY566" fmla="*/ 618416 h 1374909"/>
              <a:gd name="csX567" fmla="*/ 1225925 w 2159960"/>
              <a:gd name="csY567" fmla="*/ 565678 h 1374909"/>
              <a:gd name="csX568" fmla="*/ 1228088 w 2159960"/>
              <a:gd name="csY568" fmla="*/ 512746 h 1374909"/>
              <a:gd name="csX569" fmla="*/ 1230241 w 2159960"/>
              <a:gd name="csY569" fmla="*/ 460047 h 1374909"/>
              <a:gd name="csX570" fmla="*/ 1232404 w 2159960"/>
              <a:gd name="csY570" fmla="*/ 408031 h 1374909"/>
              <a:gd name="csX571" fmla="*/ 1234567 w 2159960"/>
              <a:gd name="csY571" fmla="*/ 357169 h 1374909"/>
              <a:gd name="csX572" fmla="*/ 1236730 w 2159960"/>
              <a:gd name="csY572" fmla="*/ 307941 h 1374909"/>
              <a:gd name="csX573" fmla="*/ 1238893 w 2159960"/>
              <a:gd name="csY573" fmla="*/ 260831 h 1374909"/>
              <a:gd name="csX574" fmla="*/ 1241057 w 2159960"/>
              <a:gd name="csY574" fmla="*/ 216321 h 1374909"/>
              <a:gd name="csX575" fmla="*/ 1243220 w 2159960"/>
              <a:gd name="csY575" fmla="*/ 174880 h 1374909"/>
              <a:gd name="csX576" fmla="*/ 1245383 w 2159960"/>
              <a:gd name="csY576" fmla="*/ 136956 h 1374909"/>
              <a:gd name="csX577" fmla="*/ 1247546 w 2159960"/>
              <a:gd name="csY577" fmla="*/ 102971 h 1374909"/>
              <a:gd name="csX578" fmla="*/ 1249709 w 2159960"/>
              <a:gd name="csY578" fmla="*/ 73311 h 1374909"/>
              <a:gd name="csX579" fmla="*/ 1251862 w 2159960"/>
              <a:gd name="csY579" fmla="*/ 48317 h 1374909"/>
              <a:gd name="csX580" fmla="*/ 1254025 w 2159960"/>
              <a:gd name="csY580" fmla="*/ 28281 h 1374909"/>
              <a:gd name="csX581" fmla="*/ 1256188 w 2159960"/>
              <a:gd name="csY581" fmla="*/ 13443 h 1374909"/>
              <a:gd name="csX582" fmla="*/ 1258352 w 2159960"/>
              <a:gd name="csY582" fmla="*/ 3978 h 1374909"/>
              <a:gd name="csX583" fmla="*/ 1260515 w 2159960"/>
              <a:gd name="csY583" fmla="*/ 0 h 1374909"/>
              <a:gd name="csX584" fmla="*/ 1262678 w 2159960"/>
              <a:gd name="csY584" fmla="*/ 1558 h 1374909"/>
              <a:gd name="csX585" fmla="*/ 1264841 w 2159960"/>
              <a:gd name="csY585" fmla="*/ 8632 h 1374909"/>
              <a:gd name="csX586" fmla="*/ 1267004 w 2159960"/>
              <a:gd name="csY586" fmla="*/ 21138 h 1374909"/>
              <a:gd name="csX587" fmla="*/ 1269167 w 2159960"/>
              <a:gd name="csY587" fmla="*/ 38925 h 1374909"/>
              <a:gd name="csX588" fmla="*/ 1271330 w 2159960"/>
              <a:gd name="csY588" fmla="*/ 61783 h 1374909"/>
              <a:gd name="csX589" fmla="*/ 1273483 w 2159960"/>
              <a:gd name="csY589" fmla="*/ 89441 h 1374909"/>
              <a:gd name="csX590" fmla="*/ 1275646 w 2159960"/>
              <a:gd name="csY590" fmla="*/ 121579 h 1374909"/>
              <a:gd name="csX591" fmla="*/ 1277809 w 2159960"/>
              <a:gd name="csY591" fmla="*/ 157829 h 1374909"/>
              <a:gd name="csX592" fmla="*/ 1279973 w 2159960"/>
              <a:gd name="csY592" fmla="*/ 197785 h 1374909"/>
              <a:gd name="csX593" fmla="*/ 1282136 w 2159960"/>
              <a:gd name="csY593" fmla="*/ 241010 h 1374909"/>
              <a:gd name="csX594" fmla="*/ 1284299 w 2159960"/>
              <a:gd name="csY594" fmla="*/ 287040 h 1374909"/>
              <a:gd name="csX595" fmla="*/ 1286462 w 2159960"/>
              <a:gd name="csY595" fmla="*/ 335401 h 1374909"/>
              <a:gd name="csX596" fmla="*/ 1288625 w 2159960"/>
              <a:gd name="csY596" fmla="*/ 385608 h 1374909"/>
              <a:gd name="csX597" fmla="*/ 1290788 w 2159960"/>
              <a:gd name="csY597" fmla="*/ 437177 h 1374909"/>
              <a:gd name="csX598" fmla="*/ 1292951 w 2159960"/>
              <a:gd name="csY598" fmla="*/ 489634 h 1374909"/>
              <a:gd name="csX599" fmla="*/ 1295104 w 2159960"/>
              <a:gd name="csY599" fmla="*/ 542519 h 1374909"/>
              <a:gd name="csX600" fmla="*/ 1297267 w 2159960"/>
              <a:gd name="csY600" fmla="*/ 595393 h 1374909"/>
              <a:gd name="csX601" fmla="*/ 1299431 w 2159960"/>
              <a:gd name="csY601" fmla="*/ 647844 h 1374909"/>
              <a:gd name="csX602" fmla="*/ 1301594 w 2159960"/>
              <a:gd name="csY602" fmla="*/ 699494 h 1374909"/>
              <a:gd name="csX603" fmla="*/ 1303757 w 2159960"/>
              <a:gd name="csY603" fmla="*/ 750000 h 1374909"/>
              <a:gd name="csX604" fmla="*/ 1305920 w 2159960"/>
              <a:gd name="csY604" fmla="*/ 799054 h 1374909"/>
              <a:gd name="csX605" fmla="*/ 1308083 w 2159960"/>
              <a:gd name="csY605" fmla="*/ 846392 h 1374909"/>
              <a:gd name="csX606" fmla="*/ 1310246 w 2159960"/>
              <a:gd name="csY606" fmla="*/ 891791 h 1374909"/>
              <a:gd name="csX607" fmla="*/ 1312410 w 2159960"/>
              <a:gd name="csY607" fmla="*/ 935066 h 1374909"/>
              <a:gd name="csX608" fmla="*/ 1314573 w 2159960"/>
              <a:gd name="csY608" fmla="*/ 976076 h 1374909"/>
              <a:gd name="csX609" fmla="*/ 1316726 w 2159960"/>
              <a:gd name="csY609" fmla="*/ 1014720 h 1374909"/>
              <a:gd name="csX610" fmla="*/ 1318889 w 2159960"/>
              <a:gd name="csY610" fmla="*/ 1050924 h 1374909"/>
              <a:gd name="csX611" fmla="*/ 1321052 w 2159960"/>
              <a:gd name="csY611" fmla="*/ 1084665 h 1374909"/>
              <a:gd name="csX612" fmla="*/ 1323215 w 2159960"/>
              <a:gd name="csY612" fmla="*/ 1115932 h 1374909"/>
              <a:gd name="csX613" fmla="*/ 1325378 w 2159960"/>
              <a:gd name="csY613" fmla="*/ 1144767 h 1374909"/>
              <a:gd name="csX614" fmla="*/ 1327541 w 2159960"/>
              <a:gd name="csY614" fmla="*/ 1171211 h 1374909"/>
              <a:gd name="csX615" fmla="*/ 1329704 w 2159960"/>
              <a:gd name="csY615" fmla="*/ 1195337 h 1374909"/>
              <a:gd name="csX616" fmla="*/ 1331868 w 2159960"/>
              <a:gd name="csY616" fmla="*/ 1217248 h 1374909"/>
              <a:gd name="csX617" fmla="*/ 1334031 w 2159960"/>
              <a:gd name="csY617" fmla="*/ 1237037 h 1374909"/>
              <a:gd name="csX618" fmla="*/ 1336194 w 2159960"/>
              <a:gd name="csY618" fmla="*/ 1254839 h 1374909"/>
              <a:gd name="csX619" fmla="*/ 1338347 w 2159960"/>
              <a:gd name="csY619" fmla="*/ 1270758 h 1374909"/>
              <a:gd name="csX620" fmla="*/ 1340510 w 2159960"/>
              <a:gd name="csY620" fmla="*/ 1284927 h 1374909"/>
              <a:gd name="csX621" fmla="*/ 1342673 w 2159960"/>
              <a:gd name="csY621" fmla="*/ 1297481 h 1374909"/>
              <a:gd name="csX622" fmla="*/ 1344836 w 2159960"/>
              <a:gd name="csY622" fmla="*/ 1308556 h 1374909"/>
              <a:gd name="csX623" fmla="*/ 1346999 w 2159960"/>
              <a:gd name="csY623" fmla="*/ 1318264 h 1374909"/>
              <a:gd name="csX624" fmla="*/ 1349162 w 2159960"/>
              <a:gd name="csY624" fmla="*/ 1326762 h 1374909"/>
              <a:gd name="csX625" fmla="*/ 1351325 w 2159960"/>
              <a:gd name="csY625" fmla="*/ 1334141 h 1374909"/>
              <a:gd name="csX626" fmla="*/ 1353489 w 2159960"/>
              <a:gd name="csY626" fmla="*/ 1340527 h 1374909"/>
              <a:gd name="csX627" fmla="*/ 1355652 w 2159960"/>
              <a:gd name="csY627" fmla="*/ 1346033 h 1374909"/>
              <a:gd name="csX628" fmla="*/ 1357815 w 2159960"/>
              <a:gd name="csY628" fmla="*/ 1350753 h 1374909"/>
              <a:gd name="csX629" fmla="*/ 1359968 w 2159960"/>
              <a:gd name="csY629" fmla="*/ 1354779 h 1374909"/>
              <a:gd name="csX630" fmla="*/ 1362131 w 2159960"/>
              <a:gd name="csY630" fmla="*/ 1358205 h 1374909"/>
              <a:gd name="csX631" fmla="*/ 1364294 w 2159960"/>
              <a:gd name="csY631" fmla="*/ 1361103 h 1374909"/>
              <a:gd name="csX632" fmla="*/ 1366457 w 2159960"/>
              <a:gd name="csY632" fmla="*/ 1363545 h 1374909"/>
              <a:gd name="csX633" fmla="*/ 1368620 w 2159960"/>
              <a:gd name="csY633" fmla="*/ 1365595 h 1374909"/>
              <a:gd name="csX634" fmla="*/ 1370784 w 2159960"/>
              <a:gd name="csY634" fmla="*/ 1367303 h 1374909"/>
              <a:gd name="csX635" fmla="*/ 1372947 w 2159960"/>
              <a:gd name="csY635" fmla="*/ 1368720 h 1374909"/>
              <a:gd name="csX636" fmla="*/ 1375110 w 2159960"/>
              <a:gd name="csY636" fmla="*/ 1369900 h 1374909"/>
              <a:gd name="csX637" fmla="*/ 1377273 w 2159960"/>
              <a:gd name="csY637" fmla="*/ 1370863 h 1374909"/>
              <a:gd name="csX638" fmla="*/ 1379436 w 2159960"/>
              <a:gd name="csY638" fmla="*/ 1371660 h 1374909"/>
              <a:gd name="csX639" fmla="*/ 1381589 w 2159960"/>
              <a:gd name="csY639" fmla="*/ 1372312 h 1374909"/>
              <a:gd name="csX640" fmla="*/ 1383752 w 2159960"/>
              <a:gd name="csY640" fmla="*/ 1372840 h 1374909"/>
              <a:gd name="csX641" fmla="*/ 1385915 w 2159960"/>
              <a:gd name="csY641" fmla="*/ 1373264 h 1374909"/>
              <a:gd name="csX642" fmla="*/ 1388078 w 2159960"/>
              <a:gd name="csY642" fmla="*/ 1373606 h 1374909"/>
              <a:gd name="csX643" fmla="*/ 1390241 w 2159960"/>
              <a:gd name="csY643" fmla="*/ 1373885 h 1374909"/>
              <a:gd name="csX644" fmla="*/ 1392405 w 2159960"/>
              <a:gd name="csY644" fmla="*/ 1374102 h 1374909"/>
              <a:gd name="csX645" fmla="*/ 1394568 w 2159960"/>
              <a:gd name="csY645" fmla="*/ 1374278 h 1374909"/>
              <a:gd name="csX646" fmla="*/ 1396731 w 2159960"/>
              <a:gd name="csY646" fmla="*/ 1374423 h 1374909"/>
              <a:gd name="csX647" fmla="*/ 1398894 w 2159960"/>
              <a:gd name="csY647" fmla="*/ 1374527 h 1374909"/>
              <a:gd name="csX648" fmla="*/ 1401057 w 2159960"/>
              <a:gd name="csY648" fmla="*/ 1374620 h 1374909"/>
              <a:gd name="csX649" fmla="*/ 1403210 w 2159960"/>
              <a:gd name="csY649" fmla="*/ 1374682 h 1374909"/>
              <a:gd name="csX650" fmla="*/ 1405373 w 2159960"/>
              <a:gd name="csY650" fmla="*/ 1374734 h 1374909"/>
              <a:gd name="csX651" fmla="*/ 1407536 w 2159960"/>
              <a:gd name="csY651" fmla="*/ 1374775 h 1374909"/>
              <a:gd name="csX652" fmla="*/ 1409700 w 2159960"/>
              <a:gd name="csY652" fmla="*/ 1374806 h 1374909"/>
              <a:gd name="csX653" fmla="*/ 1411863 w 2159960"/>
              <a:gd name="csY653" fmla="*/ 1374837 h 1374909"/>
              <a:gd name="csX654" fmla="*/ 1414026 w 2159960"/>
              <a:gd name="csY654" fmla="*/ 1374858 h 1374909"/>
              <a:gd name="csX655" fmla="*/ 1416189 w 2159960"/>
              <a:gd name="csY655" fmla="*/ 1374868 h 1374909"/>
              <a:gd name="csX656" fmla="*/ 1418352 w 2159960"/>
              <a:gd name="csY656" fmla="*/ 1374879 h 1374909"/>
              <a:gd name="csX657" fmla="*/ 1420515 w 2159960"/>
              <a:gd name="csY657" fmla="*/ 1374889 h 1374909"/>
              <a:gd name="csX658" fmla="*/ 1422678 w 2159960"/>
              <a:gd name="csY658" fmla="*/ 1374889 h 1374909"/>
              <a:gd name="csX659" fmla="*/ 1424831 w 2159960"/>
              <a:gd name="csY659" fmla="*/ 1374899 h 1374909"/>
              <a:gd name="csX660" fmla="*/ 1426994 w 2159960"/>
              <a:gd name="csY660" fmla="*/ 1374899 h 1374909"/>
              <a:gd name="csX661" fmla="*/ 1429158 w 2159960"/>
              <a:gd name="csY661" fmla="*/ 1374899 h 1374909"/>
              <a:gd name="csX662" fmla="*/ 1431321 w 2159960"/>
              <a:gd name="csY662" fmla="*/ 1374899 h 1374909"/>
              <a:gd name="csX663" fmla="*/ 1433484 w 2159960"/>
              <a:gd name="csY663" fmla="*/ 1374910 h 1374909"/>
              <a:gd name="csX664" fmla="*/ 1435647 w 2159960"/>
              <a:gd name="csY664" fmla="*/ 1374910 h 1374909"/>
              <a:gd name="csX665" fmla="*/ 1437810 w 2159960"/>
              <a:gd name="csY665" fmla="*/ 1374910 h 1374909"/>
              <a:gd name="csX666" fmla="*/ 1439973 w 2159960"/>
              <a:gd name="csY666" fmla="*/ 1374910 h 1374909"/>
              <a:gd name="csX667" fmla="*/ 1442136 w 2159960"/>
              <a:gd name="csY667" fmla="*/ 1374910 h 1374909"/>
              <a:gd name="csX668" fmla="*/ 1444300 w 2159960"/>
              <a:gd name="csY668" fmla="*/ 1374910 h 1374909"/>
              <a:gd name="csX669" fmla="*/ 1446452 w 2159960"/>
              <a:gd name="csY669" fmla="*/ 1374910 h 1374909"/>
              <a:gd name="csX670" fmla="*/ 1448615 w 2159960"/>
              <a:gd name="csY670" fmla="*/ 1374910 h 1374909"/>
              <a:gd name="csX671" fmla="*/ 1450779 w 2159960"/>
              <a:gd name="csY671" fmla="*/ 1374910 h 1374909"/>
              <a:gd name="csX672" fmla="*/ 1452942 w 2159960"/>
              <a:gd name="csY672" fmla="*/ 1374910 h 1374909"/>
              <a:gd name="csX673" fmla="*/ 1455105 w 2159960"/>
              <a:gd name="csY673" fmla="*/ 1374910 h 1374909"/>
              <a:gd name="csX674" fmla="*/ 1457268 w 2159960"/>
              <a:gd name="csY674" fmla="*/ 1374910 h 1374909"/>
              <a:gd name="csX675" fmla="*/ 1459431 w 2159960"/>
              <a:gd name="csY675" fmla="*/ 1374910 h 1374909"/>
              <a:gd name="csX676" fmla="*/ 1461594 w 2159960"/>
              <a:gd name="csY676" fmla="*/ 1374910 h 1374909"/>
              <a:gd name="csX677" fmla="*/ 1463758 w 2159960"/>
              <a:gd name="csY677" fmla="*/ 1374910 h 1374909"/>
              <a:gd name="csX678" fmla="*/ 1465921 w 2159960"/>
              <a:gd name="csY678" fmla="*/ 1374910 h 1374909"/>
              <a:gd name="csX679" fmla="*/ 1468074 w 2159960"/>
              <a:gd name="csY679" fmla="*/ 1374910 h 1374909"/>
              <a:gd name="csX680" fmla="*/ 1470237 w 2159960"/>
              <a:gd name="csY680" fmla="*/ 1374910 h 1374909"/>
              <a:gd name="csX681" fmla="*/ 1472400 w 2159960"/>
              <a:gd name="csY681" fmla="*/ 1374910 h 1374909"/>
              <a:gd name="csX682" fmla="*/ 1474563 w 2159960"/>
              <a:gd name="csY682" fmla="*/ 1374910 h 1374909"/>
              <a:gd name="csX683" fmla="*/ 1476726 w 2159960"/>
              <a:gd name="csY683" fmla="*/ 1374910 h 1374909"/>
              <a:gd name="csX684" fmla="*/ 1478889 w 2159960"/>
              <a:gd name="csY684" fmla="*/ 1374910 h 1374909"/>
              <a:gd name="csX685" fmla="*/ 1481052 w 2159960"/>
              <a:gd name="csY685" fmla="*/ 1374910 h 1374909"/>
              <a:gd name="csX686" fmla="*/ 1483216 w 2159960"/>
              <a:gd name="csY686" fmla="*/ 1374910 h 1374909"/>
              <a:gd name="csX687" fmla="*/ 1485379 w 2159960"/>
              <a:gd name="csY687" fmla="*/ 1374910 h 1374909"/>
              <a:gd name="csX688" fmla="*/ 1487542 w 2159960"/>
              <a:gd name="csY688" fmla="*/ 1374910 h 1374909"/>
              <a:gd name="csX689" fmla="*/ 1489695 w 2159960"/>
              <a:gd name="csY689" fmla="*/ 1374910 h 1374909"/>
              <a:gd name="csX690" fmla="*/ 1491858 w 2159960"/>
              <a:gd name="csY690" fmla="*/ 1374910 h 1374909"/>
              <a:gd name="csX691" fmla="*/ 1494021 w 2159960"/>
              <a:gd name="csY691" fmla="*/ 1374910 h 1374909"/>
              <a:gd name="csX692" fmla="*/ 1496184 w 2159960"/>
              <a:gd name="csY692" fmla="*/ 1374910 h 1374909"/>
              <a:gd name="csX693" fmla="*/ 1498347 w 2159960"/>
              <a:gd name="csY693" fmla="*/ 1374910 h 1374909"/>
              <a:gd name="csX694" fmla="*/ 1500510 w 2159960"/>
              <a:gd name="csY694" fmla="*/ 1374910 h 1374909"/>
              <a:gd name="csX695" fmla="*/ 1502673 w 2159960"/>
              <a:gd name="csY695" fmla="*/ 1374910 h 1374909"/>
              <a:gd name="csX696" fmla="*/ 1504837 w 2159960"/>
              <a:gd name="csY696" fmla="*/ 1374910 h 1374909"/>
              <a:gd name="csX697" fmla="*/ 1507000 w 2159960"/>
              <a:gd name="csY697" fmla="*/ 1374910 h 1374909"/>
              <a:gd name="csX698" fmla="*/ 1509163 w 2159960"/>
              <a:gd name="csY698" fmla="*/ 1374910 h 1374909"/>
              <a:gd name="csX699" fmla="*/ 1511316 w 2159960"/>
              <a:gd name="csY699" fmla="*/ 1374910 h 1374909"/>
              <a:gd name="csX700" fmla="*/ 1513479 w 2159960"/>
              <a:gd name="csY700" fmla="*/ 1374910 h 1374909"/>
              <a:gd name="csX701" fmla="*/ 1515642 w 2159960"/>
              <a:gd name="csY701" fmla="*/ 1374910 h 1374909"/>
              <a:gd name="csX702" fmla="*/ 1517805 w 2159960"/>
              <a:gd name="csY702" fmla="*/ 1374910 h 1374909"/>
              <a:gd name="csX703" fmla="*/ 1519968 w 2159960"/>
              <a:gd name="csY703" fmla="*/ 1374910 h 1374909"/>
              <a:gd name="csX704" fmla="*/ 1522132 w 2159960"/>
              <a:gd name="csY704" fmla="*/ 1374910 h 1374909"/>
              <a:gd name="csX705" fmla="*/ 1524295 w 2159960"/>
              <a:gd name="csY705" fmla="*/ 1374910 h 1374909"/>
              <a:gd name="csX706" fmla="*/ 1526458 w 2159960"/>
              <a:gd name="csY706" fmla="*/ 1374910 h 1374909"/>
              <a:gd name="csX707" fmla="*/ 1528621 w 2159960"/>
              <a:gd name="csY707" fmla="*/ 1374910 h 1374909"/>
              <a:gd name="csX708" fmla="*/ 1530784 w 2159960"/>
              <a:gd name="csY708" fmla="*/ 1374910 h 1374909"/>
              <a:gd name="csX709" fmla="*/ 1532937 w 2159960"/>
              <a:gd name="csY709" fmla="*/ 1374910 h 1374909"/>
              <a:gd name="csX710" fmla="*/ 1535100 w 2159960"/>
              <a:gd name="csY710" fmla="*/ 1374910 h 1374909"/>
              <a:gd name="csX711" fmla="*/ 1537263 w 2159960"/>
              <a:gd name="csY711" fmla="*/ 1374910 h 1374909"/>
              <a:gd name="csX712" fmla="*/ 1539426 w 2159960"/>
              <a:gd name="csY712" fmla="*/ 1374910 h 1374909"/>
              <a:gd name="csX713" fmla="*/ 1541590 w 2159960"/>
              <a:gd name="csY713" fmla="*/ 1374910 h 1374909"/>
              <a:gd name="csX714" fmla="*/ 1543753 w 2159960"/>
              <a:gd name="csY714" fmla="*/ 1374910 h 1374909"/>
              <a:gd name="csX715" fmla="*/ 1545916 w 2159960"/>
              <a:gd name="csY715" fmla="*/ 1374910 h 1374909"/>
              <a:gd name="csX716" fmla="*/ 1548079 w 2159960"/>
              <a:gd name="csY716" fmla="*/ 1374910 h 1374909"/>
              <a:gd name="csX717" fmla="*/ 1550242 w 2159960"/>
              <a:gd name="csY717" fmla="*/ 1374910 h 1374909"/>
              <a:gd name="csX718" fmla="*/ 1552405 w 2159960"/>
              <a:gd name="csY718" fmla="*/ 1374910 h 1374909"/>
              <a:gd name="csX719" fmla="*/ 1554558 w 2159960"/>
              <a:gd name="csY719" fmla="*/ 1374910 h 1374909"/>
              <a:gd name="csX720" fmla="*/ 1556721 w 2159960"/>
              <a:gd name="csY720" fmla="*/ 1374910 h 1374909"/>
              <a:gd name="csX721" fmla="*/ 1558884 w 2159960"/>
              <a:gd name="csY721" fmla="*/ 1374910 h 1374909"/>
              <a:gd name="csX722" fmla="*/ 1561047 w 2159960"/>
              <a:gd name="csY722" fmla="*/ 1374910 h 1374909"/>
              <a:gd name="csX723" fmla="*/ 1563211 w 2159960"/>
              <a:gd name="csY723" fmla="*/ 1374910 h 1374909"/>
              <a:gd name="csX724" fmla="*/ 1565374 w 2159960"/>
              <a:gd name="csY724" fmla="*/ 1374910 h 1374909"/>
              <a:gd name="csX725" fmla="*/ 1567537 w 2159960"/>
              <a:gd name="csY725" fmla="*/ 1374910 h 1374909"/>
              <a:gd name="csX726" fmla="*/ 1569700 w 2159960"/>
              <a:gd name="csY726" fmla="*/ 1374910 h 1374909"/>
              <a:gd name="csX727" fmla="*/ 1571863 w 2159960"/>
              <a:gd name="csY727" fmla="*/ 1374910 h 1374909"/>
              <a:gd name="csX728" fmla="*/ 1574026 w 2159960"/>
              <a:gd name="csY728" fmla="*/ 1374910 h 1374909"/>
              <a:gd name="csX729" fmla="*/ 1576179 w 2159960"/>
              <a:gd name="csY729" fmla="*/ 1374910 h 1374909"/>
              <a:gd name="csX730" fmla="*/ 1578342 w 2159960"/>
              <a:gd name="csY730" fmla="*/ 1374910 h 1374909"/>
              <a:gd name="csX731" fmla="*/ 1580506 w 2159960"/>
              <a:gd name="csY731" fmla="*/ 1374910 h 1374909"/>
              <a:gd name="csX732" fmla="*/ 1582669 w 2159960"/>
              <a:gd name="csY732" fmla="*/ 1374910 h 1374909"/>
              <a:gd name="csX733" fmla="*/ 1584832 w 2159960"/>
              <a:gd name="csY733" fmla="*/ 1374910 h 1374909"/>
              <a:gd name="csX734" fmla="*/ 1586995 w 2159960"/>
              <a:gd name="csY734" fmla="*/ 1374910 h 1374909"/>
              <a:gd name="csX735" fmla="*/ 1589158 w 2159960"/>
              <a:gd name="csY735" fmla="*/ 1374910 h 1374909"/>
              <a:gd name="csX736" fmla="*/ 1591321 w 2159960"/>
              <a:gd name="csY736" fmla="*/ 1374910 h 1374909"/>
              <a:gd name="csX737" fmla="*/ 1593484 w 2159960"/>
              <a:gd name="csY737" fmla="*/ 1374910 h 1374909"/>
              <a:gd name="csX738" fmla="*/ 1595648 w 2159960"/>
              <a:gd name="csY738" fmla="*/ 1374910 h 1374909"/>
              <a:gd name="csX739" fmla="*/ 1597800 w 2159960"/>
              <a:gd name="csY739" fmla="*/ 1374910 h 1374909"/>
              <a:gd name="csX740" fmla="*/ 1599963 w 2159960"/>
              <a:gd name="csY740" fmla="*/ 1374910 h 1374909"/>
              <a:gd name="csX741" fmla="*/ 1602127 w 2159960"/>
              <a:gd name="csY741" fmla="*/ 1374910 h 1374909"/>
              <a:gd name="csX742" fmla="*/ 1604290 w 2159960"/>
              <a:gd name="csY742" fmla="*/ 1374910 h 1374909"/>
              <a:gd name="csX743" fmla="*/ 1606453 w 2159960"/>
              <a:gd name="csY743" fmla="*/ 1374910 h 1374909"/>
              <a:gd name="csX744" fmla="*/ 1608616 w 2159960"/>
              <a:gd name="csY744" fmla="*/ 1374910 h 1374909"/>
              <a:gd name="csX745" fmla="*/ 1610779 w 2159960"/>
              <a:gd name="csY745" fmla="*/ 1374910 h 1374909"/>
              <a:gd name="csX746" fmla="*/ 1612942 w 2159960"/>
              <a:gd name="csY746" fmla="*/ 1374910 h 1374909"/>
              <a:gd name="csX747" fmla="*/ 1615105 w 2159960"/>
              <a:gd name="csY747" fmla="*/ 1374910 h 1374909"/>
              <a:gd name="csX748" fmla="*/ 1617269 w 2159960"/>
              <a:gd name="csY748" fmla="*/ 1374910 h 1374909"/>
              <a:gd name="csX749" fmla="*/ 1619421 w 2159960"/>
              <a:gd name="csY749" fmla="*/ 1374910 h 1374909"/>
              <a:gd name="csX750" fmla="*/ 1621585 w 2159960"/>
              <a:gd name="csY750" fmla="*/ 1374910 h 1374909"/>
              <a:gd name="csX751" fmla="*/ 1623748 w 2159960"/>
              <a:gd name="csY751" fmla="*/ 1374910 h 1374909"/>
              <a:gd name="csX752" fmla="*/ 1625911 w 2159960"/>
              <a:gd name="csY752" fmla="*/ 1374910 h 1374909"/>
              <a:gd name="csX753" fmla="*/ 1628074 w 2159960"/>
              <a:gd name="csY753" fmla="*/ 1374910 h 1374909"/>
              <a:gd name="csX754" fmla="*/ 1630237 w 2159960"/>
              <a:gd name="csY754" fmla="*/ 1374910 h 1374909"/>
              <a:gd name="csX755" fmla="*/ 1632400 w 2159960"/>
              <a:gd name="csY755" fmla="*/ 1374910 h 1374909"/>
              <a:gd name="csX756" fmla="*/ 1634564 w 2159960"/>
              <a:gd name="csY756" fmla="*/ 1374910 h 1374909"/>
              <a:gd name="csX757" fmla="*/ 1636727 w 2159960"/>
              <a:gd name="csY757" fmla="*/ 1374910 h 1374909"/>
              <a:gd name="csX758" fmla="*/ 1638890 w 2159960"/>
              <a:gd name="csY758" fmla="*/ 1374910 h 1374909"/>
              <a:gd name="csX759" fmla="*/ 1641043 w 2159960"/>
              <a:gd name="csY759" fmla="*/ 1374910 h 1374909"/>
              <a:gd name="csX760" fmla="*/ 1643206 w 2159960"/>
              <a:gd name="csY760" fmla="*/ 1374910 h 1374909"/>
              <a:gd name="csX761" fmla="*/ 1645369 w 2159960"/>
              <a:gd name="csY761" fmla="*/ 1374910 h 1374909"/>
              <a:gd name="csX762" fmla="*/ 1647532 w 2159960"/>
              <a:gd name="csY762" fmla="*/ 1374910 h 1374909"/>
              <a:gd name="csX763" fmla="*/ 1649695 w 2159960"/>
              <a:gd name="csY763" fmla="*/ 1374910 h 1374909"/>
              <a:gd name="csX764" fmla="*/ 1651858 w 2159960"/>
              <a:gd name="csY764" fmla="*/ 1374910 h 1374909"/>
              <a:gd name="csX765" fmla="*/ 1654022 w 2159960"/>
              <a:gd name="csY765" fmla="*/ 1374910 h 1374909"/>
              <a:gd name="csX766" fmla="*/ 1656185 w 2159960"/>
              <a:gd name="csY766" fmla="*/ 1374910 h 1374909"/>
              <a:gd name="csX767" fmla="*/ 1658348 w 2159960"/>
              <a:gd name="csY767" fmla="*/ 1374910 h 1374909"/>
              <a:gd name="csX768" fmla="*/ 1660511 w 2159960"/>
              <a:gd name="csY768" fmla="*/ 1374910 h 1374909"/>
              <a:gd name="csX769" fmla="*/ 1662674 w 2159960"/>
              <a:gd name="csY769" fmla="*/ 1374910 h 1374909"/>
              <a:gd name="csX770" fmla="*/ 1664827 w 2159960"/>
              <a:gd name="csY770" fmla="*/ 1374910 h 1374909"/>
              <a:gd name="csX771" fmla="*/ 1666990 w 2159960"/>
              <a:gd name="csY771" fmla="*/ 1374910 h 1374909"/>
              <a:gd name="csX772" fmla="*/ 1669153 w 2159960"/>
              <a:gd name="csY772" fmla="*/ 1374910 h 1374909"/>
              <a:gd name="csX773" fmla="*/ 1671316 w 2159960"/>
              <a:gd name="csY773" fmla="*/ 1374910 h 1374909"/>
              <a:gd name="csX774" fmla="*/ 1673479 w 2159960"/>
              <a:gd name="csY774" fmla="*/ 1374910 h 1374909"/>
              <a:gd name="csX775" fmla="*/ 1675643 w 2159960"/>
              <a:gd name="csY775" fmla="*/ 1374910 h 1374909"/>
              <a:gd name="csX776" fmla="*/ 1677806 w 2159960"/>
              <a:gd name="csY776" fmla="*/ 1374910 h 1374909"/>
              <a:gd name="csX777" fmla="*/ 1679969 w 2159960"/>
              <a:gd name="csY777" fmla="*/ 1374910 h 1374909"/>
              <a:gd name="csX778" fmla="*/ 1682132 w 2159960"/>
              <a:gd name="csY778" fmla="*/ 1374910 h 1374909"/>
              <a:gd name="csX779" fmla="*/ 1684295 w 2159960"/>
              <a:gd name="csY779" fmla="*/ 1374910 h 1374909"/>
              <a:gd name="csX780" fmla="*/ 1686448 w 2159960"/>
              <a:gd name="csY780" fmla="*/ 1374910 h 1374909"/>
              <a:gd name="csX781" fmla="*/ 1688611 w 2159960"/>
              <a:gd name="csY781" fmla="*/ 1374910 h 1374909"/>
              <a:gd name="csX782" fmla="*/ 1690774 w 2159960"/>
              <a:gd name="csY782" fmla="*/ 1374910 h 1374909"/>
              <a:gd name="csX783" fmla="*/ 1692938 w 2159960"/>
              <a:gd name="csY783" fmla="*/ 1374910 h 1374909"/>
              <a:gd name="csX784" fmla="*/ 1695101 w 2159960"/>
              <a:gd name="csY784" fmla="*/ 1374910 h 1374909"/>
              <a:gd name="csX785" fmla="*/ 1697264 w 2159960"/>
              <a:gd name="csY785" fmla="*/ 1374910 h 1374909"/>
              <a:gd name="csX786" fmla="*/ 1699427 w 2159960"/>
              <a:gd name="csY786" fmla="*/ 1374910 h 1374909"/>
              <a:gd name="csX787" fmla="*/ 1701590 w 2159960"/>
              <a:gd name="csY787" fmla="*/ 1374910 h 1374909"/>
              <a:gd name="csX788" fmla="*/ 1703753 w 2159960"/>
              <a:gd name="csY788" fmla="*/ 1374910 h 1374909"/>
              <a:gd name="csX789" fmla="*/ 1705916 w 2159960"/>
              <a:gd name="csY789" fmla="*/ 1374910 h 1374909"/>
              <a:gd name="csX790" fmla="*/ 1708069 w 2159960"/>
              <a:gd name="csY790" fmla="*/ 1374910 h 1374909"/>
              <a:gd name="csX791" fmla="*/ 1710232 w 2159960"/>
              <a:gd name="csY791" fmla="*/ 1374910 h 1374909"/>
              <a:gd name="csX792" fmla="*/ 1712395 w 2159960"/>
              <a:gd name="csY792" fmla="*/ 1374910 h 1374909"/>
              <a:gd name="csX793" fmla="*/ 1714559 w 2159960"/>
              <a:gd name="csY793" fmla="*/ 1374910 h 1374909"/>
              <a:gd name="csX794" fmla="*/ 1716722 w 2159960"/>
              <a:gd name="csY794" fmla="*/ 1374910 h 1374909"/>
              <a:gd name="csX795" fmla="*/ 1718885 w 2159960"/>
              <a:gd name="csY795" fmla="*/ 1374910 h 1374909"/>
              <a:gd name="csX796" fmla="*/ 1721048 w 2159960"/>
              <a:gd name="csY796" fmla="*/ 1374910 h 1374909"/>
              <a:gd name="csX797" fmla="*/ 1723211 w 2159960"/>
              <a:gd name="csY797" fmla="*/ 1374910 h 1374909"/>
              <a:gd name="csX798" fmla="*/ 1725374 w 2159960"/>
              <a:gd name="csY798" fmla="*/ 1374910 h 1374909"/>
              <a:gd name="csX799" fmla="*/ 1727537 w 2159960"/>
              <a:gd name="csY799" fmla="*/ 1374910 h 1374909"/>
              <a:gd name="csX800" fmla="*/ 1729690 w 2159960"/>
              <a:gd name="csY800" fmla="*/ 1374910 h 1374909"/>
              <a:gd name="csX801" fmla="*/ 1731853 w 2159960"/>
              <a:gd name="csY801" fmla="*/ 1374910 h 1374909"/>
              <a:gd name="csX802" fmla="*/ 1734017 w 2159960"/>
              <a:gd name="csY802" fmla="*/ 1374910 h 1374909"/>
              <a:gd name="csX803" fmla="*/ 1736180 w 2159960"/>
              <a:gd name="csY803" fmla="*/ 1374910 h 1374909"/>
              <a:gd name="csX804" fmla="*/ 1738343 w 2159960"/>
              <a:gd name="csY804" fmla="*/ 1374910 h 1374909"/>
              <a:gd name="csX805" fmla="*/ 1740506 w 2159960"/>
              <a:gd name="csY805" fmla="*/ 1374910 h 1374909"/>
              <a:gd name="csX806" fmla="*/ 1742669 w 2159960"/>
              <a:gd name="csY806" fmla="*/ 1374910 h 1374909"/>
              <a:gd name="csX807" fmla="*/ 1744832 w 2159960"/>
              <a:gd name="csY807" fmla="*/ 1374910 h 1374909"/>
              <a:gd name="csX808" fmla="*/ 1746996 w 2159960"/>
              <a:gd name="csY808" fmla="*/ 1374910 h 1374909"/>
              <a:gd name="csX809" fmla="*/ 1749159 w 2159960"/>
              <a:gd name="csY809" fmla="*/ 1374910 h 1374909"/>
              <a:gd name="csX810" fmla="*/ 1751312 w 2159960"/>
              <a:gd name="csY810" fmla="*/ 1374910 h 1374909"/>
              <a:gd name="csX811" fmla="*/ 1753475 w 2159960"/>
              <a:gd name="csY811" fmla="*/ 1374910 h 1374909"/>
              <a:gd name="csX812" fmla="*/ 1755638 w 2159960"/>
              <a:gd name="csY812" fmla="*/ 1374910 h 1374909"/>
              <a:gd name="csX813" fmla="*/ 1757801 w 2159960"/>
              <a:gd name="csY813" fmla="*/ 1374910 h 1374909"/>
              <a:gd name="csX814" fmla="*/ 1759964 w 2159960"/>
              <a:gd name="csY814" fmla="*/ 1374910 h 1374909"/>
              <a:gd name="csX815" fmla="*/ 1762127 w 2159960"/>
              <a:gd name="csY815" fmla="*/ 1374910 h 1374909"/>
              <a:gd name="csX816" fmla="*/ 1764290 w 2159960"/>
              <a:gd name="csY816" fmla="*/ 1374910 h 1374909"/>
              <a:gd name="csX817" fmla="*/ 1766454 w 2159960"/>
              <a:gd name="csY817" fmla="*/ 1374910 h 1374909"/>
              <a:gd name="csX818" fmla="*/ 1768617 w 2159960"/>
              <a:gd name="csY818" fmla="*/ 1374910 h 1374909"/>
              <a:gd name="csX819" fmla="*/ 1770780 w 2159960"/>
              <a:gd name="csY819" fmla="*/ 1374910 h 1374909"/>
              <a:gd name="csX820" fmla="*/ 1772933 w 2159960"/>
              <a:gd name="csY820" fmla="*/ 1374910 h 1374909"/>
              <a:gd name="csX821" fmla="*/ 1775096 w 2159960"/>
              <a:gd name="csY821" fmla="*/ 1374910 h 1374909"/>
              <a:gd name="csX822" fmla="*/ 1777259 w 2159960"/>
              <a:gd name="csY822" fmla="*/ 1374910 h 1374909"/>
              <a:gd name="csX823" fmla="*/ 1779422 w 2159960"/>
              <a:gd name="csY823" fmla="*/ 1374910 h 1374909"/>
              <a:gd name="csX824" fmla="*/ 1781585 w 2159960"/>
              <a:gd name="csY824" fmla="*/ 1374910 h 1374909"/>
              <a:gd name="csX825" fmla="*/ 1783748 w 2159960"/>
              <a:gd name="csY825" fmla="*/ 1374910 h 1374909"/>
              <a:gd name="csX826" fmla="*/ 1785911 w 2159960"/>
              <a:gd name="csY826" fmla="*/ 1374910 h 1374909"/>
              <a:gd name="csX827" fmla="*/ 1788075 w 2159960"/>
              <a:gd name="csY827" fmla="*/ 1374910 h 1374909"/>
              <a:gd name="csX828" fmla="*/ 1790238 w 2159960"/>
              <a:gd name="csY828" fmla="*/ 1374910 h 1374909"/>
              <a:gd name="csX829" fmla="*/ 1792401 w 2159960"/>
              <a:gd name="csY829" fmla="*/ 1374910 h 1374909"/>
              <a:gd name="csX830" fmla="*/ 1794554 w 2159960"/>
              <a:gd name="csY830" fmla="*/ 1374910 h 1374909"/>
              <a:gd name="csX831" fmla="*/ 1796717 w 2159960"/>
              <a:gd name="csY831" fmla="*/ 1374910 h 1374909"/>
              <a:gd name="csX832" fmla="*/ 1798880 w 2159960"/>
              <a:gd name="csY832" fmla="*/ 1374910 h 1374909"/>
              <a:gd name="csX833" fmla="*/ 1801043 w 2159960"/>
              <a:gd name="csY833" fmla="*/ 1374910 h 1374909"/>
              <a:gd name="csX834" fmla="*/ 1803206 w 2159960"/>
              <a:gd name="csY834" fmla="*/ 1374910 h 1374909"/>
              <a:gd name="csX835" fmla="*/ 1805370 w 2159960"/>
              <a:gd name="csY835" fmla="*/ 1374910 h 1374909"/>
              <a:gd name="csX836" fmla="*/ 1807533 w 2159960"/>
              <a:gd name="csY836" fmla="*/ 1374910 h 1374909"/>
              <a:gd name="csX837" fmla="*/ 1809696 w 2159960"/>
              <a:gd name="csY837" fmla="*/ 1374910 h 1374909"/>
              <a:gd name="csX838" fmla="*/ 1811859 w 2159960"/>
              <a:gd name="csY838" fmla="*/ 1374910 h 1374909"/>
              <a:gd name="csX839" fmla="*/ 1814022 w 2159960"/>
              <a:gd name="csY839" fmla="*/ 1374910 h 1374909"/>
              <a:gd name="csX840" fmla="*/ 1816175 w 2159960"/>
              <a:gd name="csY840" fmla="*/ 1374910 h 1374909"/>
              <a:gd name="csX841" fmla="*/ 1818338 w 2159960"/>
              <a:gd name="csY841" fmla="*/ 1374910 h 1374909"/>
              <a:gd name="csX842" fmla="*/ 1820501 w 2159960"/>
              <a:gd name="csY842" fmla="*/ 1374910 h 1374909"/>
              <a:gd name="csX843" fmla="*/ 1822664 w 2159960"/>
              <a:gd name="csY843" fmla="*/ 1374910 h 1374909"/>
              <a:gd name="csX844" fmla="*/ 1824827 w 2159960"/>
              <a:gd name="csY844" fmla="*/ 1374910 h 1374909"/>
              <a:gd name="csX845" fmla="*/ 1826991 w 2159960"/>
              <a:gd name="csY845" fmla="*/ 1374910 h 1374909"/>
              <a:gd name="csX846" fmla="*/ 1829154 w 2159960"/>
              <a:gd name="csY846" fmla="*/ 1374910 h 1374909"/>
              <a:gd name="csX847" fmla="*/ 1831317 w 2159960"/>
              <a:gd name="csY847" fmla="*/ 1374910 h 1374909"/>
              <a:gd name="csX848" fmla="*/ 1833480 w 2159960"/>
              <a:gd name="csY848" fmla="*/ 1374910 h 1374909"/>
              <a:gd name="csX849" fmla="*/ 1835643 w 2159960"/>
              <a:gd name="csY849" fmla="*/ 1374910 h 1374909"/>
              <a:gd name="csX850" fmla="*/ 1837796 w 2159960"/>
              <a:gd name="csY850" fmla="*/ 1374910 h 1374909"/>
              <a:gd name="csX851" fmla="*/ 1839959 w 2159960"/>
              <a:gd name="csY851" fmla="*/ 1374910 h 1374909"/>
              <a:gd name="csX852" fmla="*/ 1842122 w 2159960"/>
              <a:gd name="csY852" fmla="*/ 1374910 h 1374909"/>
              <a:gd name="csX853" fmla="*/ 1844285 w 2159960"/>
              <a:gd name="csY853" fmla="*/ 1374910 h 1374909"/>
              <a:gd name="csX854" fmla="*/ 1846449 w 2159960"/>
              <a:gd name="csY854" fmla="*/ 1374910 h 1374909"/>
              <a:gd name="csX855" fmla="*/ 1848612 w 2159960"/>
              <a:gd name="csY855" fmla="*/ 1374910 h 1374909"/>
              <a:gd name="csX856" fmla="*/ 1850775 w 2159960"/>
              <a:gd name="csY856" fmla="*/ 1374910 h 1374909"/>
              <a:gd name="csX857" fmla="*/ 1852938 w 2159960"/>
              <a:gd name="csY857" fmla="*/ 1374910 h 1374909"/>
              <a:gd name="csX858" fmla="*/ 1855101 w 2159960"/>
              <a:gd name="csY858" fmla="*/ 1374910 h 1374909"/>
              <a:gd name="csX859" fmla="*/ 1857264 w 2159960"/>
              <a:gd name="csY859" fmla="*/ 1374910 h 1374909"/>
              <a:gd name="csX860" fmla="*/ 1859417 w 2159960"/>
              <a:gd name="csY860" fmla="*/ 1374910 h 1374909"/>
              <a:gd name="csX861" fmla="*/ 1861580 w 2159960"/>
              <a:gd name="csY861" fmla="*/ 1374910 h 1374909"/>
              <a:gd name="csX862" fmla="*/ 1863744 w 2159960"/>
              <a:gd name="csY862" fmla="*/ 1374910 h 1374909"/>
              <a:gd name="csX863" fmla="*/ 1865907 w 2159960"/>
              <a:gd name="csY863" fmla="*/ 1374910 h 1374909"/>
              <a:gd name="csX864" fmla="*/ 1868070 w 2159960"/>
              <a:gd name="csY864" fmla="*/ 1374910 h 1374909"/>
              <a:gd name="csX865" fmla="*/ 1870233 w 2159960"/>
              <a:gd name="csY865" fmla="*/ 1374910 h 1374909"/>
              <a:gd name="csX866" fmla="*/ 1872396 w 2159960"/>
              <a:gd name="csY866" fmla="*/ 1374910 h 1374909"/>
              <a:gd name="csX867" fmla="*/ 1874559 w 2159960"/>
              <a:gd name="csY867" fmla="*/ 1374910 h 1374909"/>
              <a:gd name="csX868" fmla="*/ 1876722 w 2159960"/>
              <a:gd name="csY868" fmla="*/ 1374910 h 1374909"/>
              <a:gd name="csX869" fmla="*/ 1878885 w 2159960"/>
              <a:gd name="csY869" fmla="*/ 1374910 h 1374909"/>
              <a:gd name="csX870" fmla="*/ 1881038 w 2159960"/>
              <a:gd name="csY870" fmla="*/ 1374910 h 1374909"/>
              <a:gd name="csX871" fmla="*/ 1883202 w 2159960"/>
              <a:gd name="csY871" fmla="*/ 1374910 h 1374909"/>
              <a:gd name="csX872" fmla="*/ 1885365 w 2159960"/>
              <a:gd name="csY872" fmla="*/ 1374910 h 1374909"/>
              <a:gd name="csX873" fmla="*/ 1887528 w 2159960"/>
              <a:gd name="csY873" fmla="*/ 1374910 h 1374909"/>
              <a:gd name="csX874" fmla="*/ 1889691 w 2159960"/>
              <a:gd name="csY874" fmla="*/ 1374910 h 1374909"/>
              <a:gd name="csX875" fmla="*/ 1891854 w 2159960"/>
              <a:gd name="csY875" fmla="*/ 1374910 h 1374909"/>
              <a:gd name="csX876" fmla="*/ 1894017 w 2159960"/>
              <a:gd name="csY876" fmla="*/ 1374910 h 1374909"/>
              <a:gd name="csX877" fmla="*/ 1896180 w 2159960"/>
              <a:gd name="csY877" fmla="*/ 1374910 h 1374909"/>
              <a:gd name="csX878" fmla="*/ 1898343 w 2159960"/>
              <a:gd name="csY878" fmla="*/ 1374910 h 1374909"/>
              <a:gd name="csX879" fmla="*/ 1900507 w 2159960"/>
              <a:gd name="csY879" fmla="*/ 1374910 h 1374909"/>
              <a:gd name="csX880" fmla="*/ 1902659 w 2159960"/>
              <a:gd name="csY880" fmla="*/ 1374910 h 1374909"/>
              <a:gd name="csX881" fmla="*/ 1904823 w 2159960"/>
              <a:gd name="csY881" fmla="*/ 1374910 h 1374909"/>
              <a:gd name="csX882" fmla="*/ 1906986 w 2159960"/>
              <a:gd name="csY882" fmla="*/ 1374910 h 1374909"/>
              <a:gd name="csX883" fmla="*/ 1909149 w 2159960"/>
              <a:gd name="csY883" fmla="*/ 1374910 h 1374909"/>
              <a:gd name="csX884" fmla="*/ 1911312 w 2159960"/>
              <a:gd name="csY884" fmla="*/ 1374910 h 1374909"/>
              <a:gd name="csX885" fmla="*/ 1913475 w 2159960"/>
              <a:gd name="csY885" fmla="*/ 1374910 h 1374909"/>
              <a:gd name="csX886" fmla="*/ 1915638 w 2159960"/>
              <a:gd name="csY886" fmla="*/ 1374910 h 1374909"/>
              <a:gd name="csX887" fmla="*/ 1917802 w 2159960"/>
              <a:gd name="csY887" fmla="*/ 1374910 h 1374909"/>
              <a:gd name="csX888" fmla="*/ 1919965 w 2159960"/>
              <a:gd name="csY888" fmla="*/ 1374910 h 1374909"/>
              <a:gd name="csX889" fmla="*/ 1922128 w 2159960"/>
              <a:gd name="csY889" fmla="*/ 1374910 h 1374909"/>
              <a:gd name="csX890" fmla="*/ 1924281 w 2159960"/>
              <a:gd name="csY890" fmla="*/ 1374910 h 1374909"/>
              <a:gd name="csX891" fmla="*/ 1926444 w 2159960"/>
              <a:gd name="csY891" fmla="*/ 1374910 h 1374909"/>
              <a:gd name="csX892" fmla="*/ 1928607 w 2159960"/>
              <a:gd name="csY892" fmla="*/ 1374910 h 1374909"/>
              <a:gd name="csX893" fmla="*/ 1930770 w 2159960"/>
              <a:gd name="csY893" fmla="*/ 1374910 h 1374909"/>
              <a:gd name="csX894" fmla="*/ 1932933 w 2159960"/>
              <a:gd name="csY894" fmla="*/ 1374910 h 1374909"/>
              <a:gd name="csX895" fmla="*/ 1935096 w 2159960"/>
              <a:gd name="csY895" fmla="*/ 1374910 h 1374909"/>
              <a:gd name="csX896" fmla="*/ 1937260 w 2159960"/>
              <a:gd name="csY896" fmla="*/ 1374910 h 1374909"/>
              <a:gd name="csX897" fmla="*/ 1939423 w 2159960"/>
              <a:gd name="csY897" fmla="*/ 1374910 h 1374909"/>
              <a:gd name="csX898" fmla="*/ 1941586 w 2159960"/>
              <a:gd name="csY898" fmla="*/ 1374910 h 1374909"/>
              <a:gd name="csX899" fmla="*/ 1943749 w 2159960"/>
              <a:gd name="csY899" fmla="*/ 1374910 h 1374909"/>
              <a:gd name="csX900" fmla="*/ 1945902 w 2159960"/>
              <a:gd name="csY900" fmla="*/ 1374910 h 1374909"/>
              <a:gd name="csX901" fmla="*/ 1948065 w 2159960"/>
              <a:gd name="csY901" fmla="*/ 1374910 h 1374909"/>
              <a:gd name="csX902" fmla="*/ 1950228 w 2159960"/>
              <a:gd name="csY902" fmla="*/ 1374910 h 1374909"/>
              <a:gd name="csX903" fmla="*/ 1952391 w 2159960"/>
              <a:gd name="csY903" fmla="*/ 1374910 h 1374909"/>
              <a:gd name="csX904" fmla="*/ 1954554 w 2159960"/>
              <a:gd name="csY904" fmla="*/ 1374910 h 1374909"/>
              <a:gd name="csX905" fmla="*/ 1956717 w 2159960"/>
              <a:gd name="csY905" fmla="*/ 1374910 h 1374909"/>
              <a:gd name="csX906" fmla="*/ 1958881 w 2159960"/>
              <a:gd name="csY906" fmla="*/ 1374910 h 1374909"/>
              <a:gd name="csX907" fmla="*/ 1961044 w 2159960"/>
              <a:gd name="csY907" fmla="*/ 1374910 h 1374909"/>
              <a:gd name="csX908" fmla="*/ 1963207 w 2159960"/>
              <a:gd name="csY908" fmla="*/ 1374910 h 1374909"/>
              <a:gd name="csX909" fmla="*/ 1965370 w 2159960"/>
              <a:gd name="csY909" fmla="*/ 1374910 h 1374909"/>
              <a:gd name="csX910" fmla="*/ 1967523 w 2159960"/>
              <a:gd name="csY910" fmla="*/ 1374910 h 1374909"/>
              <a:gd name="csX911" fmla="*/ 1969686 w 2159960"/>
              <a:gd name="csY911" fmla="*/ 1374910 h 1374909"/>
              <a:gd name="csX912" fmla="*/ 1971849 w 2159960"/>
              <a:gd name="csY912" fmla="*/ 1374910 h 1374909"/>
              <a:gd name="csX913" fmla="*/ 1974012 w 2159960"/>
              <a:gd name="csY913" fmla="*/ 1374910 h 1374909"/>
              <a:gd name="csX914" fmla="*/ 1976175 w 2159960"/>
              <a:gd name="csY914" fmla="*/ 1374910 h 1374909"/>
              <a:gd name="csX915" fmla="*/ 1978339 w 2159960"/>
              <a:gd name="csY915" fmla="*/ 1374910 h 1374909"/>
              <a:gd name="csX916" fmla="*/ 1980502 w 2159960"/>
              <a:gd name="csY916" fmla="*/ 1374910 h 1374909"/>
              <a:gd name="csX917" fmla="*/ 1982665 w 2159960"/>
              <a:gd name="csY917" fmla="*/ 1374910 h 1374909"/>
              <a:gd name="csX918" fmla="*/ 1984828 w 2159960"/>
              <a:gd name="csY918" fmla="*/ 1374910 h 1374909"/>
              <a:gd name="csX919" fmla="*/ 1986991 w 2159960"/>
              <a:gd name="csY919" fmla="*/ 1374910 h 1374909"/>
              <a:gd name="csX920" fmla="*/ 1989144 w 2159960"/>
              <a:gd name="csY920" fmla="*/ 1374910 h 1374909"/>
              <a:gd name="csX921" fmla="*/ 1991307 w 2159960"/>
              <a:gd name="csY921" fmla="*/ 1374910 h 1374909"/>
              <a:gd name="csX922" fmla="*/ 1993470 w 2159960"/>
              <a:gd name="csY922" fmla="*/ 1374910 h 1374909"/>
              <a:gd name="csX923" fmla="*/ 1995633 w 2159960"/>
              <a:gd name="csY923" fmla="*/ 1374910 h 1374909"/>
              <a:gd name="csX924" fmla="*/ 1997797 w 2159960"/>
              <a:gd name="csY924" fmla="*/ 1374910 h 1374909"/>
              <a:gd name="csX925" fmla="*/ 1999960 w 2159960"/>
              <a:gd name="csY925" fmla="*/ 1374910 h 1374909"/>
              <a:gd name="csX926" fmla="*/ 2002123 w 2159960"/>
              <a:gd name="csY926" fmla="*/ 1374910 h 1374909"/>
              <a:gd name="csX927" fmla="*/ 2004286 w 2159960"/>
              <a:gd name="csY927" fmla="*/ 1374910 h 1374909"/>
              <a:gd name="csX928" fmla="*/ 2006449 w 2159960"/>
              <a:gd name="csY928" fmla="*/ 1374910 h 1374909"/>
              <a:gd name="csX929" fmla="*/ 2008612 w 2159960"/>
              <a:gd name="csY929" fmla="*/ 1374910 h 1374909"/>
              <a:gd name="csX930" fmla="*/ 2010765 w 2159960"/>
              <a:gd name="csY930" fmla="*/ 1374910 h 1374909"/>
              <a:gd name="csX931" fmla="*/ 2012928 w 2159960"/>
              <a:gd name="csY931" fmla="*/ 1374910 h 1374909"/>
              <a:gd name="csX932" fmla="*/ 2015092 w 2159960"/>
              <a:gd name="csY932" fmla="*/ 1374910 h 1374909"/>
              <a:gd name="csX933" fmla="*/ 2017254 w 2159960"/>
              <a:gd name="csY933" fmla="*/ 1374910 h 1374909"/>
              <a:gd name="csX934" fmla="*/ 2019418 w 2159960"/>
              <a:gd name="csY934" fmla="*/ 1374910 h 1374909"/>
              <a:gd name="csX935" fmla="*/ 2021581 w 2159960"/>
              <a:gd name="csY935" fmla="*/ 1374910 h 1374909"/>
              <a:gd name="csX936" fmla="*/ 2023744 w 2159960"/>
              <a:gd name="csY936" fmla="*/ 1374910 h 1374909"/>
              <a:gd name="csX937" fmla="*/ 2025907 w 2159960"/>
              <a:gd name="csY937" fmla="*/ 1374910 h 1374909"/>
              <a:gd name="csX938" fmla="*/ 2028070 w 2159960"/>
              <a:gd name="csY938" fmla="*/ 1374910 h 1374909"/>
              <a:gd name="csX939" fmla="*/ 2030233 w 2159960"/>
              <a:gd name="csY939" fmla="*/ 1374910 h 1374909"/>
              <a:gd name="csX940" fmla="*/ 2032386 w 2159960"/>
              <a:gd name="csY940" fmla="*/ 1374910 h 1374909"/>
              <a:gd name="csX941" fmla="*/ 2034550 w 2159960"/>
              <a:gd name="csY941" fmla="*/ 1374910 h 1374909"/>
              <a:gd name="csX942" fmla="*/ 2036713 w 2159960"/>
              <a:gd name="csY942" fmla="*/ 1374910 h 1374909"/>
              <a:gd name="csX943" fmla="*/ 2038876 w 2159960"/>
              <a:gd name="csY943" fmla="*/ 1374910 h 1374909"/>
              <a:gd name="csX944" fmla="*/ 2041039 w 2159960"/>
              <a:gd name="csY944" fmla="*/ 1374910 h 1374909"/>
              <a:gd name="csX945" fmla="*/ 2043202 w 2159960"/>
              <a:gd name="csY945" fmla="*/ 1374910 h 1374909"/>
              <a:gd name="csX946" fmla="*/ 2045365 w 2159960"/>
              <a:gd name="csY946" fmla="*/ 1374910 h 1374909"/>
              <a:gd name="csX947" fmla="*/ 2047528 w 2159960"/>
              <a:gd name="csY947" fmla="*/ 1374910 h 1374909"/>
              <a:gd name="csX948" fmla="*/ 2049691 w 2159960"/>
              <a:gd name="csY948" fmla="*/ 1374910 h 1374909"/>
              <a:gd name="csX949" fmla="*/ 2051855 w 2159960"/>
              <a:gd name="csY949" fmla="*/ 1374910 h 1374909"/>
              <a:gd name="csX950" fmla="*/ 2054007 w 2159960"/>
              <a:gd name="csY950" fmla="*/ 1374910 h 1374909"/>
              <a:gd name="csX951" fmla="*/ 2056171 w 2159960"/>
              <a:gd name="csY951" fmla="*/ 1374910 h 1374909"/>
              <a:gd name="csX952" fmla="*/ 2058334 w 2159960"/>
              <a:gd name="csY952" fmla="*/ 1374910 h 1374909"/>
              <a:gd name="csX953" fmla="*/ 2060497 w 2159960"/>
              <a:gd name="csY953" fmla="*/ 1374910 h 1374909"/>
              <a:gd name="csX954" fmla="*/ 2062660 w 2159960"/>
              <a:gd name="csY954" fmla="*/ 1374910 h 1374909"/>
              <a:gd name="csX955" fmla="*/ 2064823 w 2159960"/>
              <a:gd name="csY955" fmla="*/ 1374910 h 1374909"/>
              <a:gd name="csX956" fmla="*/ 2066986 w 2159960"/>
              <a:gd name="csY956" fmla="*/ 1374910 h 1374909"/>
              <a:gd name="csX957" fmla="*/ 2069150 w 2159960"/>
              <a:gd name="csY957" fmla="*/ 1374910 h 1374909"/>
              <a:gd name="csX958" fmla="*/ 2071313 w 2159960"/>
              <a:gd name="csY958" fmla="*/ 1374910 h 1374909"/>
              <a:gd name="csX959" fmla="*/ 2073476 w 2159960"/>
              <a:gd name="csY959" fmla="*/ 1374910 h 1374909"/>
              <a:gd name="csX960" fmla="*/ 2075629 w 2159960"/>
              <a:gd name="csY960" fmla="*/ 1374910 h 1374909"/>
              <a:gd name="csX961" fmla="*/ 2077792 w 2159960"/>
              <a:gd name="csY961" fmla="*/ 1374910 h 1374909"/>
              <a:gd name="csX962" fmla="*/ 2079955 w 2159960"/>
              <a:gd name="csY962" fmla="*/ 1374910 h 1374909"/>
              <a:gd name="csX963" fmla="*/ 2082118 w 2159960"/>
              <a:gd name="csY963" fmla="*/ 1374910 h 1374909"/>
              <a:gd name="csX964" fmla="*/ 2084281 w 2159960"/>
              <a:gd name="csY964" fmla="*/ 1374910 h 1374909"/>
              <a:gd name="csX965" fmla="*/ 2086444 w 2159960"/>
              <a:gd name="csY965" fmla="*/ 1374910 h 1374909"/>
              <a:gd name="csX966" fmla="*/ 2088608 w 2159960"/>
              <a:gd name="csY966" fmla="*/ 1374910 h 1374909"/>
              <a:gd name="csX967" fmla="*/ 2090771 w 2159960"/>
              <a:gd name="csY967" fmla="*/ 1374910 h 1374909"/>
              <a:gd name="csX968" fmla="*/ 2092934 w 2159960"/>
              <a:gd name="csY968" fmla="*/ 1374910 h 1374909"/>
              <a:gd name="csX969" fmla="*/ 2095097 w 2159960"/>
              <a:gd name="csY969" fmla="*/ 1374910 h 1374909"/>
              <a:gd name="csX970" fmla="*/ 2097250 w 2159960"/>
              <a:gd name="csY970" fmla="*/ 1374910 h 1374909"/>
              <a:gd name="csX971" fmla="*/ 2099413 w 2159960"/>
              <a:gd name="csY971" fmla="*/ 1374910 h 1374909"/>
              <a:gd name="csX972" fmla="*/ 2101576 w 2159960"/>
              <a:gd name="csY972" fmla="*/ 1374910 h 1374909"/>
              <a:gd name="csX973" fmla="*/ 2103739 w 2159960"/>
              <a:gd name="csY973" fmla="*/ 1374910 h 1374909"/>
              <a:gd name="csX974" fmla="*/ 2105902 w 2159960"/>
              <a:gd name="csY974" fmla="*/ 1374910 h 1374909"/>
              <a:gd name="csX975" fmla="*/ 2108066 w 2159960"/>
              <a:gd name="csY975" fmla="*/ 1374910 h 1374909"/>
              <a:gd name="csX976" fmla="*/ 2110229 w 2159960"/>
              <a:gd name="csY976" fmla="*/ 1374910 h 1374909"/>
              <a:gd name="csX977" fmla="*/ 2112392 w 2159960"/>
              <a:gd name="csY977" fmla="*/ 1374910 h 1374909"/>
              <a:gd name="csX978" fmla="*/ 2114555 w 2159960"/>
              <a:gd name="csY978" fmla="*/ 1374910 h 1374909"/>
              <a:gd name="csX979" fmla="*/ 2116718 w 2159960"/>
              <a:gd name="csY979" fmla="*/ 1374910 h 1374909"/>
              <a:gd name="csX980" fmla="*/ 2118871 w 2159960"/>
              <a:gd name="csY980" fmla="*/ 1374910 h 1374909"/>
              <a:gd name="csX981" fmla="*/ 2121034 w 2159960"/>
              <a:gd name="csY981" fmla="*/ 1374910 h 1374909"/>
              <a:gd name="csX982" fmla="*/ 2123197 w 2159960"/>
              <a:gd name="csY982" fmla="*/ 1374910 h 1374909"/>
              <a:gd name="csX983" fmla="*/ 2125360 w 2159960"/>
              <a:gd name="csY983" fmla="*/ 1374910 h 1374909"/>
              <a:gd name="csX984" fmla="*/ 2127523 w 2159960"/>
              <a:gd name="csY984" fmla="*/ 1374910 h 1374909"/>
              <a:gd name="csX985" fmla="*/ 2129687 w 2159960"/>
              <a:gd name="csY985" fmla="*/ 1374910 h 1374909"/>
              <a:gd name="csX986" fmla="*/ 2131850 w 2159960"/>
              <a:gd name="csY986" fmla="*/ 1374910 h 1374909"/>
              <a:gd name="csX987" fmla="*/ 2134013 w 2159960"/>
              <a:gd name="csY987" fmla="*/ 1374910 h 1374909"/>
              <a:gd name="csX988" fmla="*/ 2136176 w 2159960"/>
              <a:gd name="csY988" fmla="*/ 1374910 h 1374909"/>
              <a:gd name="csX989" fmla="*/ 2138339 w 2159960"/>
              <a:gd name="csY989" fmla="*/ 1374910 h 1374909"/>
              <a:gd name="csX990" fmla="*/ 2140492 w 2159960"/>
              <a:gd name="csY990" fmla="*/ 1374910 h 1374909"/>
              <a:gd name="csX991" fmla="*/ 2142655 w 2159960"/>
              <a:gd name="csY991" fmla="*/ 1374910 h 1374909"/>
              <a:gd name="csX992" fmla="*/ 2144818 w 2159960"/>
              <a:gd name="csY992" fmla="*/ 1374910 h 1374909"/>
              <a:gd name="csX993" fmla="*/ 2146981 w 2159960"/>
              <a:gd name="csY993" fmla="*/ 1374910 h 1374909"/>
              <a:gd name="csX994" fmla="*/ 2149145 w 2159960"/>
              <a:gd name="csY994" fmla="*/ 1374910 h 1374909"/>
              <a:gd name="csX995" fmla="*/ 2151308 w 2159960"/>
              <a:gd name="csY995" fmla="*/ 1374910 h 1374909"/>
              <a:gd name="csX996" fmla="*/ 2153471 w 2159960"/>
              <a:gd name="csY996" fmla="*/ 1374910 h 1374909"/>
              <a:gd name="csX997" fmla="*/ 2155634 w 2159960"/>
              <a:gd name="csY997" fmla="*/ 1374910 h 1374909"/>
              <a:gd name="csX998" fmla="*/ 2157797 w 2159960"/>
              <a:gd name="csY998" fmla="*/ 1374910 h 1374909"/>
              <a:gd name="csX999" fmla="*/ 2159960 w 2159960"/>
              <a:gd name="csY999" fmla="*/ 1374910 h 137490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2159960" h="1374909">
                <a:moveTo>
                  <a:pt x="0" y="1374910"/>
                </a:moveTo>
                <a:lnTo>
                  <a:pt x="2162" y="1374910"/>
                </a:lnTo>
                <a:lnTo>
                  <a:pt x="4324" y="1374910"/>
                </a:lnTo>
                <a:lnTo>
                  <a:pt x="6486" y="1374910"/>
                </a:lnTo>
                <a:lnTo>
                  <a:pt x="8648" y="1374910"/>
                </a:lnTo>
                <a:lnTo>
                  <a:pt x="10811" y="1374910"/>
                </a:lnTo>
                <a:lnTo>
                  <a:pt x="12973" y="1374910"/>
                </a:lnTo>
                <a:lnTo>
                  <a:pt x="15135" y="1374910"/>
                </a:lnTo>
                <a:lnTo>
                  <a:pt x="17297" y="1374910"/>
                </a:lnTo>
                <a:lnTo>
                  <a:pt x="19459" y="1374910"/>
                </a:lnTo>
                <a:lnTo>
                  <a:pt x="21621" y="1374910"/>
                </a:lnTo>
                <a:lnTo>
                  <a:pt x="23783" y="1374910"/>
                </a:lnTo>
                <a:lnTo>
                  <a:pt x="25945" y="1374910"/>
                </a:lnTo>
                <a:lnTo>
                  <a:pt x="28107" y="1374910"/>
                </a:lnTo>
                <a:lnTo>
                  <a:pt x="30270" y="1374910"/>
                </a:lnTo>
                <a:lnTo>
                  <a:pt x="32432" y="1374910"/>
                </a:lnTo>
                <a:lnTo>
                  <a:pt x="34594" y="1374910"/>
                </a:lnTo>
                <a:lnTo>
                  <a:pt x="36756" y="1374910"/>
                </a:lnTo>
                <a:lnTo>
                  <a:pt x="38918" y="1374910"/>
                </a:lnTo>
                <a:lnTo>
                  <a:pt x="41080" y="1374910"/>
                </a:lnTo>
                <a:lnTo>
                  <a:pt x="43242" y="1374910"/>
                </a:lnTo>
                <a:lnTo>
                  <a:pt x="45404" y="1374910"/>
                </a:lnTo>
                <a:lnTo>
                  <a:pt x="47567" y="1374910"/>
                </a:lnTo>
                <a:lnTo>
                  <a:pt x="49729" y="1374910"/>
                </a:lnTo>
                <a:lnTo>
                  <a:pt x="51891" y="1374910"/>
                </a:lnTo>
                <a:lnTo>
                  <a:pt x="54053" y="1374910"/>
                </a:lnTo>
                <a:lnTo>
                  <a:pt x="56215" y="1374910"/>
                </a:lnTo>
                <a:lnTo>
                  <a:pt x="58377" y="1374910"/>
                </a:lnTo>
                <a:lnTo>
                  <a:pt x="60539" y="1374910"/>
                </a:lnTo>
                <a:lnTo>
                  <a:pt x="62701" y="1374910"/>
                </a:lnTo>
                <a:lnTo>
                  <a:pt x="64863" y="1374910"/>
                </a:lnTo>
                <a:lnTo>
                  <a:pt x="67026" y="1374910"/>
                </a:lnTo>
                <a:lnTo>
                  <a:pt x="69188" y="1374910"/>
                </a:lnTo>
                <a:lnTo>
                  <a:pt x="71350" y="1374910"/>
                </a:lnTo>
                <a:lnTo>
                  <a:pt x="73512" y="1374910"/>
                </a:lnTo>
                <a:lnTo>
                  <a:pt x="75674" y="1374910"/>
                </a:lnTo>
                <a:lnTo>
                  <a:pt x="77836" y="1374910"/>
                </a:lnTo>
                <a:lnTo>
                  <a:pt x="79998" y="1374910"/>
                </a:lnTo>
                <a:lnTo>
                  <a:pt x="82160" y="1374910"/>
                </a:lnTo>
                <a:lnTo>
                  <a:pt x="84322" y="1374910"/>
                </a:lnTo>
                <a:lnTo>
                  <a:pt x="86485" y="1374910"/>
                </a:lnTo>
                <a:lnTo>
                  <a:pt x="88647" y="1374910"/>
                </a:lnTo>
                <a:lnTo>
                  <a:pt x="90809" y="1374910"/>
                </a:lnTo>
                <a:lnTo>
                  <a:pt x="92971" y="1374910"/>
                </a:lnTo>
                <a:lnTo>
                  <a:pt x="95133" y="1374910"/>
                </a:lnTo>
                <a:lnTo>
                  <a:pt x="97295" y="1374910"/>
                </a:lnTo>
                <a:lnTo>
                  <a:pt x="99457" y="1374910"/>
                </a:lnTo>
                <a:lnTo>
                  <a:pt x="101619" y="1374910"/>
                </a:lnTo>
                <a:lnTo>
                  <a:pt x="103781" y="1374910"/>
                </a:lnTo>
                <a:lnTo>
                  <a:pt x="105944" y="1374910"/>
                </a:lnTo>
                <a:lnTo>
                  <a:pt x="108106" y="1374910"/>
                </a:lnTo>
                <a:lnTo>
                  <a:pt x="110268" y="1374910"/>
                </a:lnTo>
                <a:lnTo>
                  <a:pt x="112430" y="1374910"/>
                </a:lnTo>
                <a:lnTo>
                  <a:pt x="114592" y="1374910"/>
                </a:lnTo>
                <a:lnTo>
                  <a:pt x="116754" y="1374910"/>
                </a:lnTo>
                <a:lnTo>
                  <a:pt x="118916" y="1374910"/>
                </a:lnTo>
                <a:lnTo>
                  <a:pt x="121078" y="1374910"/>
                </a:lnTo>
                <a:lnTo>
                  <a:pt x="123241" y="1374910"/>
                </a:lnTo>
                <a:lnTo>
                  <a:pt x="125403" y="1374910"/>
                </a:lnTo>
                <a:lnTo>
                  <a:pt x="127565" y="1374910"/>
                </a:lnTo>
                <a:lnTo>
                  <a:pt x="129727" y="1374910"/>
                </a:lnTo>
                <a:lnTo>
                  <a:pt x="131889" y="1374910"/>
                </a:lnTo>
                <a:lnTo>
                  <a:pt x="134051" y="1374910"/>
                </a:lnTo>
                <a:lnTo>
                  <a:pt x="136213" y="1374910"/>
                </a:lnTo>
                <a:lnTo>
                  <a:pt x="138375" y="1374910"/>
                </a:lnTo>
                <a:lnTo>
                  <a:pt x="140537" y="1374910"/>
                </a:lnTo>
                <a:lnTo>
                  <a:pt x="142700" y="1374910"/>
                </a:lnTo>
                <a:lnTo>
                  <a:pt x="144862" y="1374910"/>
                </a:lnTo>
                <a:lnTo>
                  <a:pt x="147024" y="1374910"/>
                </a:lnTo>
                <a:lnTo>
                  <a:pt x="149186" y="1374910"/>
                </a:lnTo>
                <a:lnTo>
                  <a:pt x="151348" y="1374910"/>
                </a:lnTo>
                <a:lnTo>
                  <a:pt x="153510" y="1374910"/>
                </a:lnTo>
                <a:lnTo>
                  <a:pt x="155672" y="1374910"/>
                </a:lnTo>
                <a:lnTo>
                  <a:pt x="157834" y="1374910"/>
                </a:lnTo>
                <a:lnTo>
                  <a:pt x="159996" y="1374910"/>
                </a:lnTo>
                <a:lnTo>
                  <a:pt x="162159" y="1374910"/>
                </a:lnTo>
                <a:lnTo>
                  <a:pt x="164321" y="1374910"/>
                </a:lnTo>
                <a:lnTo>
                  <a:pt x="166483" y="1374910"/>
                </a:lnTo>
                <a:lnTo>
                  <a:pt x="168645" y="1374910"/>
                </a:lnTo>
                <a:lnTo>
                  <a:pt x="170807" y="1374910"/>
                </a:lnTo>
                <a:lnTo>
                  <a:pt x="172969" y="1374910"/>
                </a:lnTo>
                <a:lnTo>
                  <a:pt x="175131" y="1374910"/>
                </a:lnTo>
                <a:lnTo>
                  <a:pt x="177293" y="1374910"/>
                </a:lnTo>
                <a:lnTo>
                  <a:pt x="179455" y="1374910"/>
                </a:lnTo>
                <a:lnTo>
                  <a:pt x="181618" y="1374910"/>
                </a:lnTo>
                <a:lnTo>
                  <a:pt x="183780" y="1374910"/>
                </a:lnTo>
                <a:lnTo>
                  <a:pt x="185942" y="1374910"/>
                </a:lnTo>
                <a:lnTo>
                  <a:pt x="188104" y="1374910"/>
                </a:lnTo>
                <a:lnTo>
                  <a:pt x="190266" y="1374910"/>
                </a:lnTo>
                <a:lnTo>
                  <a:pt x="192428" y="1374910"/>
                </a:lnTo>
                <a:lnTo>
                  <a:pt x="194590" y="1374910"/>
                </a:lnTo>
                <a:lnTo>
                  <a:pt x="196752" y="1374910"/>
                </a:lnTo>
                <a:lnTo>
                  <a:pt x="198914" y="1374910"/>
                </a:lnTo>
                <a:lnTo>
                  <a:pt x="201077" y="1374910"/>
                </a:lnTo>
                <a:lnTo>
                  <a:pt x="203239" y="1374910"/>
                </a:lnTo>
                <a:lnTo>
                  <a:pt x="205401" y="1374910"/>
                </a:lnTo>
                <a:lnTo>
                  <a:pt x="207563" y="1374910"/>
                </a:lnTo>
                <a:lnTo>
                  <a:pt x="209726" y="1374910"/>
                </a:lnTo>
                <a:lnTo>
                  <a:pt x="211888" y="1374910"/>
                </a:lnTo>
                <a:lnTo>
                  <a:pt x="214050" y="1374910"/>
                </a:lnTo>
                <a:lnTo>
                  <a:pt x="216212" y="1374910"/>
                </a:lnTo>
                <a:lnTo>
                  <a:pt x="218375" y="1374910"/>
                </a:lnTo>
                <a:lnTo>
                  <a:pt x="220537" y="1374910"/>
                </a:lnTo>
                <a:lnTo>
                  <a:pt x="222699" y="1374910"/>
                </a:lnTo>
                <a:lnTo>
                  <a:pt x="224861" y="1374910"/>
                </a:lnTo>
                <a:lnTo>
                  <a:pt x="227023" y="1374910"/>
                </a:lnTo>
                <a:lnTo>
                  <a:pt x="229185" y="1374910"/>
                </a:lnTo>
                <a:lnTo>
                  <a:pt x="231347" y="1374910"/>
                </a:lnTo>
                <a:lnTo>
                  <a:pt x="233509" y="1374910"/>
                </a:lnTo>
                <a:lnTo>
                  <a:pt x="235671" y="1374910"/>
                </a:lnTo>
                <a:lnTo>
                  <a:pt x="237834" y="1374910"/>
                </a:lnTo>
                <a:lnTo>
                  <a:pt x="239996" y="1374910"/>
                </a:lnTo>
                <a:lnTo>
                  <a:pt x="242158" y="1374910"/>
                </a:lnTo>
                <a:lnTo>
                  <a:pt x="244320" y="1374910"/>
                </a:lnTo>
                <a:lnTo>
                  <a:pt x="246482" y="1374910"/>
                </a:lnTo>
                <a:lnTo>
                  <a:pt x="248644" y="1374910"/>
                </a:lnTo>
                <a:lnTo>
                  <a:pt x="250806" y="1374910"/>
                </a:lnTo>
                <a:lnTo>
                  <a:pt x="252968" y="1374910"/>
                </a:lnTo>
                <a:lnTo>
                  <a:pt x="255131" y="1374910"/>
                </a:lnTo>
                <a:lnTo>
                  <a:pt x="257293" y="1374910"/>
                </a:lnTo>
                <a:lnTo>
                  <a:pt x="259455" y="1374910"/>
                </a:lnTo>
                <a:lnTo>
                  <a:pt x="261617" y="1374910"/>
                </a:lnTo>
                <a:lnTo>
                  <a:pt x="263779" y="1374910"/>
                </a:lnTo>
                <a:lnTo>
                  <a:pt x="265941" y="1374910"/>
                </a:lnTo>
                <a:lnTo>
                  <a:pt x="268103" y="1374910"/>
                </a:lnTo>
                <a:lnTo>
                  <a:pt x="270265" y="1374910"/>
                </a:lnTo>
                <a:lnTo>
                  <a:pt x="272427" y="1374910"/>
                </a:lnTo>
                <a:lnTo>
                  <a:pt x="274590" y="1374910"/>
                </a:lnTo>
                <a:lnTo>
                  <a:pt x="276752" y="1374910"/>
                </a:lnTo>
                <a:lnTo>
                  <a:pt x="278914" y="1374910"/>
                </a:lnTo>
                <a:lnTo>
                  <a:pt x="281076" y="1374910"/>
                </a:lnTo>
                <a:lnTo>
                  <a:pt x="283238" y="1374910"/>
                </a:lnTo>
                <a:lnTo>
                  <a:pt x="285400" y="1374910"/>
                </a:lnTo>
                <a:lnTo>
                  <a:pt x="287562" y="1374910"/>
                </a:lnTo>
                <a:lnTo>
                  <a:pt x="289724" y="1374910"/>
                </a:lnTo>
                <a:lnTo>
                  <a:pt x="291886" y="1374910"/>
                </a:lnTo>
                <a:lnTo>
                  <a:pt x="294049" y="1374910"/>
                </a:lnTo>
                <a:lnTo>
                  <a:pt x="296211" y="1374910"/>
                </a:lnTo>
                <a:lnTo>
                  <a:pt x="298373" y="1374910"/>
                </a:lnTo>
                <a:lnTo>
                  <a:pt x="300535" y="1374910"/>
                </a:lnTo>
                <a:lnTo>
                  <a:pt x="302697" y="1374910"/>
                </a:lnTo>
                <a:lnTo>
                  <a:pt x="304859" y="1374910"/>
                </a:lnTo>
                <a:lnTo>
                  <a:pt x="307021" y="1374910"/>
                </a:lnTo>
                <a:lnTo>
                  <a:pt x="309183" y="1374910"/>
                </a:lnTo>
                <a:lnTo>
                  <a:pt x="311346" y="1374910"/>
                </a:lnTo>
                <a:lnTo>
                  <a:pt x="313508" y="1374910"/>
                </a:lnTo>
                <a:lnTo>
                  <a:pt x="315670" y="1374910"/>
                </a:lnTo>
                <a:lnTo>
                  <a:pt x="317832" y="1374910"/>
                </a:lnTo>
                <a:lnTo>
                  <a:pt x="319994" y="1374910"/>
                </a:lnTo>
                <a:lnTo>
                  <a:pt x="322156" y="1374910"/>
                </a:lnTo>
                <a:lnTo>
                  <a:pt x="324318" y="1374910"/>
                </a:lnTo>
                <a:lnTo>
                  <a:pt x="326480" y="1374910"/>
                </a:lnTo>
                <a:lnTo>
                  <a:pt x="328642" y="1374910"/>
                </a:lnTo>
                <a:lnTo>
                  <a:pt x="330804" y="1374910"/>
                </a:lnTo>
                <a:lnTo>
                  <a:pt x="332967" y="1374910"/>
                </a:lnTo>
                <a:lnTo>
                  <a:pt x="335129" y="1374910"/>
                </a:lnTo>
                <a:lnTo>
                  <a:pt x="337291" y="1374910"/>
                </a:lnTo>
                <a:lnTo>
                  <a:pt x="339453" y="1374910"/>
                </a:lnTo>
                <a:lnTo>
                  <a:pt x="341615" y="1374910"/>
                </a:lnTo>
                <a:lnTo>
                  <a:pt x="343777" y="1374910"/>
                </a:lnTo>
                <a:lnTo>
                  <a:pt x="345939" y="1374910"/>
                </a:lnTo>
                <a:lnTo>
                  <a:pt x="348101" y="1374910"/>
                </a:lnTo>
                <a:lnTo>
                  <a:pt x="350264" y="1374910"/>
                </a:lnTo>
                <a:lnTo>
                  <a:pt x="352426" y="1374910"/>
                </a:lnTo>
                <a:lnTo>
                  <a:pt x="354588" y="1374910"/>
                </a:lnTo>
                <a:lnTo>
                  <a:pt x="356750" y="1374910"/>
                </a:lnTo>
                <a:lnTo>
                  <a:pt x="358912" y="1374910"/>
                </a:lnTo>
                <a:lnTo>
                  <a:pt x="361074" y="1374910"/>
                </a:lnTo>
                <a:lnTo>
                  <a:pt x="363236" y="1374910"/>
                </a:lnTo>
                <a:lnTo>
                  <a:pt x="365398" y="1374910"/>
                </a:lnTo>
                <a:lnTo>
                  <a:pt x="367560" y="1374910"/>
                </a:lnTo>
                <a:lnTo>
                  <a:pt x="369723" y="1374910"/>
                </a:lnTo>
                <a:lnTo>
                  <a:pt x="371885" y="1374910"/>
                </a:lnTo>
                <a:lnTo>
                  <a:pt x="374047" y="1374910"/>
                </a:lnTo>
                <a:lnTo>
                  <a:pt x="376209" y="1374910"/>
                </a:lnTo>
                <a:lnTo>
                  <a:pt x="378371" y="1374910"/>
                </a:lnTo>
                <a:lnTo>
                  <a:pt x="380533" y="1374910"/>
                </a:lnTo>
                <a:lnTo>
                  <a:pt x="382695" y="1374910"/>
                </a:lnTo>
                <a:lnTo>
                  <a:pt x="384857" y="1374910"/>
                </a:lnTo>
                <a:lnTo>
                  <a:pt x="387019" y="1374910"/>
                </a:lnTo>
                <a:lnTo>
                  <a:pt x="389182" y="1374910"/>
                </a:lnTo>
                <a:lnTo>
                  <a:pt x="391344" y="1374910"/>
                </a:lnTo>
                <a:lnTo>
                  <a:pt x="393506" y="1374910"/>
                </a:lnTo>
                <a:lnTo>
                  <a:pt x="395668" y="1374910"/>
                </a:lnTo>
                <a:lnTo>
                  <a:pt x="397830" y="1374910"/>
                </a:lnTo>
                <a:lnTo>
                  <a:pt x="399992" y="1374910"/>
                </a:lnTo>
                <a:lnTo>
                  <a:pt x="402154" y="1374910"/>
                </a:lnTo>
                <a:lnTo>
                  <a:pt x="404316" y="1374910"/>
                </a:lnTo>
                <a:lnTo>
                  <a:pt x="406478" y="1374910"/>
                </a:lnTo>
                <a:lnTo>
                  <a:pt x="408641" y="1374910"/>
                </a:lnTo>
                <a:lnTo>
                  <a:pt x="410803" y="1374910"/>
                </a:lnTo>
                <a:lnTo>
                  <a:pt x="412965" y="1374910"/>
                </a:lnTo>
                <a:lnTo>
                  <a:pt x="415127" y="1374910"/>
                </a:lnTo>
                <a:lnTo>
                  <a:pt x="417289" y="1374910"/>
                </a:lnTo>
                <a:lnTo>
                  <a:pt x="419451" y="1374910"/>
                </a:lnTo>
                <a:lnTo>
                  <a:pt x="421613" y="1374910"/>
                </a:lnTo>
                <a:lnTo>
                  <a:pt x="423775" y="1374910"/>
                </a:lnTo>
                <a:lnTo>
                  <a:pt x="425938" y="1374910"/>
                </a:lnTo>
                <a:lnTo>
                  <a:pt x="428100" y="1374910"/>
                </a:lnTo>
                <a:lnTo>
                  <a:pt x="430262" y="1374910"/>
                </a:lnTo>
                <a:lnTo>
                  <a:pt x="432424" y="1374910"/>
                </a:lnTo>
                <a:lnTo>
                  <a:pt x="434586" y="1374910"/>
                </a:lnTo>
                <a:lnTo>
                  <a:pt x="436748" y="1374910"/>
                </a:lnTo>
                <a:lnTo>
                  <a:pt x="438910" y="1374910"/>
                </a:lnTo>
                <a:lnTo>
                  <a:pt x="441072" y="1374910"/>
                </a:lnTo>
                <a:lnTo>
                  <a:pt x="443234" y="1374910"/>
                </a:lnTo>
                <a:lnTo>
                  <a:pt x="445397" y="1374910"/>
                </a:lnTo>
                <a:lnTo>
                  <a:pt x="447559" y="1374910"/>
                </a:lnTo>
                <a:lnTo>
                  <a:pt x="449721" y="1374910"/>
                </a:lnTo>
                <a:lnTo>
                  <a:pt x="451883" y="1374910"/>
                </a:lnTo>
                <a:lnTo>
                  <a:pt x="454045" y="1374910"/>
                </a:lnTo>
                <a:lnTo>
                  <a:pt x="456207" y="1374910"/>
                </a:lnTo>
                <a:lnTo>
                  <a:pt x="458369" y="1374910"/>
                </a:lnTo>
                <a:lnTo>
                  <a:pt x="460531" y="1374910"/>
                </a:lnTo>
                <a:lnTo>
                  <a:pt x="462693" y="1374910"/>
                </a:lnTo>
                <a:lnTo>
                  <a:pt x="464856" y="1374910"/>
                </a:lnTo>
                <a:lnTo>
                  <a:pt x="467018" y="1374910"/>
                </a:lnTo>
                <a:lnTo>
                  <a:pt x="469180" y="1374910"/>
                </a:lnTo>
                <a:lnTo>
                  <a:pt x="471342" y="1374910"/>
                </a:lnTo>
                <a:lnTo>
                  <a:pt x="473504" y="1374910"/>
                </a:lnTo>
                <a:lnTo>
                  <a:pt x="475666" y="1374910"/>
                </a:lnTo>
                <a:lnTo>
                  <a:pt x="477828" y="1374910"/>
                </a:lnTo>
                <a:lnTo>
                  <a:pt x="479990" y="1374910"/>
                </a:lnTo>
                <a:lnTo>
                  <a:pt x="482153" y="1374910"/>
                </a:lnTo>
                <a:lnTo>
                  <a:pt x="484315" y="1374910"/>
                </a:lnTo>
                <a:lnTo>
                  <a:pt x="486477" y="1374910"/>
                </a:lnTo>
                <a:lnTo>
                  <a:pt x="488639" y="1374910"/>
                </a:lnTo>
                <a:lnTo>
                  <a:pt x="490801" y="1374910"/>
                </a:lnTo>
                <a:lnTo>
                  <a:pt x="492963" y="1374910"/>
                </a:lnTo>
                <a:lnTo>
                  <a:pt x="495125" y="1374910"/>
                </a:lnTo>
                <a:lnTo>
                  <a:pt x="497287" y="1374910"/>
                </a:lnTo>
                <a:lnTo>
                  <a:pt x="499449" y="1374910"/>
                </a:lnTo>
                <a:lnTo>
                  <a:pt x="501612" y="1374910"/>
                </a:lnTo>
                <a:lnTo>
                  <a:pt x="503774" y="1374910"/>
                </a:lnTo>
                <a:lnTo>
                  <a:pt x="505936" y="1374910"/>
                </a:lnTo>
                <a:lnTo>
                  <a:pt x="508098" y="1374910"/>
                </a:lnTo>
                <a:lnTo>
                  <a:pt x="510260" y="1374910"/>
                </a:lnTo>
                <a:lnTo>
                  <a:pt x="512422" y="1374910"/>
                </a:lnTo>
                <a:lnTo>
                  <a:pt x="514584" y="1374910"/>
                </a:lnTo>
                <a:lnTo>
                  <a:pt x="516746" y="1374910"/>
                </a:lnTo>
                <a:lnTo>
                  <a:pt x="518908" y="1374910"/>
                </a:lnTo>
                <a:lnTo>
                  <a:pt x="521071" y="1374910"/>
                </a:lnTo>
                <a:lnTo>
                  <a:pt x="523233" y="1374910"/>
                </a:lnTo>
                <a:lnTo>
                  <a:pt x="525395" y="1374910"/>
                </a:lnTo>
                <a:lnTo>
                  <a:pt x="527557" y="1374910"/>
                </a:lnTo>
                <a:lnTo>
                  <a:pt x="529719" y="1374910"/>
                </a:lnTo>
                <a:lnTo>
                  <a:pt x="531881" y="1374910"/>
                </a:lnTo>
                <a:lnTo>
                  <a:pt x="534043" y="1374910"/>
                </a:lnTo>
                <a:lnTo>
                  <a:pt x="536205" y="1374910"/>
                </a:lnTo>
                <a:lnTo>
                  <a:pt x="538367" y="1374910"/>
                </a:lnTo>
                <a:lnTo>
                  <a:pt x="540530" y="1374910"/>
                </a:lnTo>
                <a:lnTo>
                  <a:pt x="542692" y="1374910"/>
                </a:lnTo>
                <a:lnTo>
                  <a:pt x="544854" y="1374910"/>
                </a:lnTo>
                <a:lnTo>
                  <a:pt x="547016" y="1374910"/>
                </a:lnTo>
                <a:lnTo>
                  <a:pt x="549178" y="1374910"/>
                </a:lnTo>
                <a:lnTo>
                  <a:pt x="551340" y="1374910"/>
                </a:lnTo>
                <a:lnTo>
                  <a:pt x="553502" y="1374910"/>
                </a:lnTo>
                <a:lnTo>
                  <a:pt x="555664" y="1374910"/>
                </a:lnTo>
                <a:lnTo>
                  <a:pt x="557827" y="1374910"/>
                </a:lnTo>
                <a:lnTo>
                  <a:pt x="559989" y="1374910"/>
                </a:lnTo>
                <a:lnTo>
                  <a:pt x="562151" y="1374910"/>
                </a:lnTo>
                <a:lnTo>
                  <a:pt x="564313" y="1374910"/>
                </a:lnTo>
                <a:lnTo>
                  <a:pt x="566475" y="1374910"/>
                </a:lnTo>
                <a:lnTo>
                  <a:pt x="568637" y="1374910"/>
                </a:lnTo>
                <a:lnTo>
                  <a:pt x="570799" y="1374910"/>
                </a:lnTo>
                <a:lnTo>
                  <a:pt x="572961" y="1374910"/>
                </a:lnTo>
                <a:lnTo>
                  <a:pt x="575123" y="1374910"/>
                </a:lnTo>
                <a:lnTo>
                  <a:pt x="577286" y="1374910"/>
                </a:lnTo>
                <a:lnTo>
                  <a:pt x="579448" y="1374910"/>
                </a:lnTo>
                <a:lnTo>
                  <a:pt x="581610" y="1374910"/>
                </a:lnTo>
                <a:lnTo>
                  <a:pt x="583772" y="1374910"/>
                </a:lnTo>
                <a:lnTo>
                  <a:pt x="585934" y="1374910"/>
                </a:lnTo>
                <a:lnTo>
                  <a:pt x="588096" y="1374910"/>
                </a:lnTo>
                <a:lnTo>
                  <a:pt x="590258" y="1374910"/>
                </a:lnTo>
                <a:lnTo>
                  <a:pt x="592420" y="1374910"/>
                </a:lnTo>
                <a:lnTo>
                  <a:pt x="594582" y="1374910"/>
                </a:lnTo>
                <a:lnTo>
                  <a:pt x="596745" y="1374910"/>
                </a:lnTo>
                <a:lnTo>
                  <a:pt x="598907" y="1374910"/>
                </a:lnTo>
                <a:lnTo>
                  <a:pt x="601069" y="1374910"/>
                </a:lnTo>
                <a:lnTo>
                  <a:pt x="603231" y="1374910"/>
                </a:lnTo>
                <a:lnTo>
                  <a:pt x="605393" y="1374910"/>
                </a:lnTo>
                <a:lnTo>
                  <a:pt x="607555" y="1374910"/>
                </a:lnTo>
                <a:lnTo>
                  <a:pt x="609717" y="1374910"/>
                </a:lnTo>
                <a:lnTo>
                  <a:pt x="611879" y="1374910"/>
                </a:lnTo>
                <a:lnTo>
                  <a:pt x="614041" y="1374910"/>
                </a:lnTo>
                <a:lnTo>
                  <a:pt x="616204" y="1374910"/>
                </a:lnTo>
                <a:lnTo>
                  <a:pt x="618366" y="1374910"/>
                </a:lnTo>
                <a:lnTo>
                  <a:pt x="620528" y="1374910"/>
                </a:lnTo>
                <a:lnTo>
                  <a:pt x="622690" y="1374910"/>
                </a:lnTo>
                <a:lnTo>
                  <a:pt x="624852" y="1374910"/>
                </a:lnTo>
                <a:lnTo>
                  <a:pt x="627014" y="1374910"/>
                </a:lnTo>
                <a:lnTo>
                  <a:pt x="629176" y="1374910"/>
                </a:lnTo>
                <a:lnTo>
                  <a:pt x="631338" y="1374910"/>
                </a:lnTo>
                <a:lnTo>
                  <a:pt x="633501" y="1374910"/>
                </a:lnTo>
                <a:lnTo>
                  <a:pt x="635663" y="1374910"/>
                </a:lnTo>
                <a:lnTo>
                  <a:pt x="637825" y="1374910"/>
                </a:lnTo>
                <a:lnTo>
                  <a:pt x="639987" y="1374910"/>
                </a:lnTo>
                <a:lnTo>
                  <a:pt x="642149" y="1374910"/>
                </a:lnTo>
                <a:lnTo>
                  <a:pt x="644311" y="1374910"/>
                </a:lnTo>
                <a:lnTo>
                  <a:pt x="646473" y="1374910"/>
                </a:lnTo>
                <a:lnTo>
                  <a:pt x="648635" y="1374910"/>
                </a:lnTo>
                <a:lnTo>
                  <a:pt x="650797" y="1374910"/>
                </a:lnTo>
                <a:lnTo>
                  <a:pt x="652959" y="1374910"/>
                </a:lnTo>
                <a:lnTo>
                  <a:pt x="655122" y="1374910"/>
                </a:lnTo>
                <a:lnTo>
                  <a:pt x="657284" y="1374910"/>
                </a:lnTo>
                <a:lnTo>
                  <a:pt x="659446" y="1374910"/>
                </a:lnTo>
                <a:lnTo>
                  <a:pt x="661608" y="1374910"/>
                </a:lnTo>
                <a:lnTo>
                  <a:pt x="663770" y="1374910"/>
                </a:lnTo>
                <a:lnTo>
                  <a:pt x="665932" y="1374910"/>
                </a:lnTo>
                <a:lnTo>
                  <a:pt x="668094" y="1374910"/>
                </a:lnTo>
                <a:lnTo>
                  <a:pt x="670256" y="1374910"/>
                </a:lnTo>
                <a:lnTo>
                  <a:pt x="672419" y="1374910"/>
                </a:lnTo>
                <a:lnTo>
                  <a:pt x="674581" y="1374910"/>
                </a:lnTo>
                <a:lnTo>
                  <a:pt x="676743" y="1374910"/>
                </a:lnTo>
                <a:lnTo>
                  <a:pt x="678905" y="1374910"/>
                </a:lnTo>
                <a:lnTo>
                  <a:pt x="681067" y="1374910"/>
                </a:lnTo>
                <a:lnTo>
                  <a:pt x="683229" y="1374910"/>
                </a:lnTo>
                <a:lnTo>
                  <a:pt x="685391" y="1374910"/>
                </a:lnTo>
                <a:lnTo>
                  <a:pt x="687553" y="1374910"/>
                </a:lnTo>
                <a:lnTo>
                  <a:pt x="689715" y="1374910"/>
                </a:lnTo>
                <a:lnTo>
                  <a:pt x="691878" y="1374910"/>
                </a:lnTo>
                <a:lnTo>
                  <a:pt x="694040" y="1374910"/>
                </a:lnTo>
                <a:lnTo>
                  <a:pt x="696202" y="1374910"/>
                </a:lnTo>
                <a:lnTo>
                  <a:pt x="698364" y="1374910"/>
                </a:lnTo>
                <a:lnTo>
                  <a:pt x="700526" y="1374910"/>
                </a:lnTo>
                <a:lnTo>
                  <a:pt x="702688" y="1374910"/>
                </a:lnTo>
                <a:lnTo>
                  <a:pt x="704850" y="1374910"/>
                </a:lnTo>
                <a:lnTo>
                  <a:pt x="707012" y="1374910"/>
                </a:lnTo>
                <a:lnTo>
                  <a:pt x="709174" y="1374910"/>
                </a:lnTo>
                <a:lnTo>
                  <a:pt x="711337" y="1374910"/>
                </a:lnTo>
                <a:lnTo>
                  <a:pt x="713499" y="1374910"/>
                </a:lnTo>
                <a:lnTo>
                  <a:pt x="715661" y="1374910"/>
                </a:lnTo>
                <a:lnTo>
                  <a:pt x="717823" y="1374910"/>
                </a:lnTo>
                <a:lnTo>
                  <a:pt x="719985" y="1374910"/>
                </a:lnTo>
                <a:lnTo>
                  <a:pt x="722147" y="1374910"/>
                </a:lnTo>
                <a:lnTo>
                  <a:pt x="724309" y="1374910"/>
                </a:lnTo>
                <a:lnTo>
                  <a:pt x="726471" y="1374910"/>
                </a:lnTo>
                <a:lnTo>
                  <a:pt x="728634" y="1374910"/>
                </a:lnTo>
                <a:lnTo>
                  <a:pt x="730796" y="1374910"/>
                </a:lnTo>
                <a:lnTo>
                  <a:pt x="732958" y="1374910"/>
                </a:lnTo>
                <a:lnTo>
                  <a:pt x="735120" y="1374910"/>
                </a:lnTo>
                <a:lnTo>
                  <a:pt x="737282" y="1374910"/>
                </a:lnTo>
                <a:lnTo>
                  <a:pt x="739444" y="1374910"/>
                </a:lnTo>
                <a:lnTo>
                  <a:pt x="741606" y="1374910"/>
                </a:lnTo>
                <a:lnTo>
                  <a:pt x="743768" y="1374910"/>
                </a:lnTo>
                <a:lnTo>
                  <a:pt x="745930" y="1374910"/>
                </a:lnTo>
                <a:lnTo>
                  <a:pt x="748093" y="1374910"/>
                </a:lnTo>
                <a:lnTo>
                  <a:pt x="750255" y="1374910"/>
                </a:lnTo>
                <a:lnTo>
                  <a:pt x="752417" y="1374910"/>
                </a:lnTo>
                <a:lnTo>
                  <a:pt x="754579" y="1374910"/>
                </a:lnTo>
                <a:lnTo>
                  <a:pt x="756741" y="1374910"/>
                </a:lnTo>
                <a:lnTo>
                  <a:pt x="758903" y="1374910"/>
                </a:lnTo>
                <a:lnTo>
                  <a:pt x="761065" y="1374910"/>
                </a:lnTo>
                <a:lnTo>
                  <a:pt x="763228" y="1374910"/>
                </a:lnTo>
                <a:lnTo>
                  <a:pt x="765392" y="1374910"/>
                </a:lnTo>
                <a:lnTo>
                  <a:pt x="767555" y="1374910"/>
                </a:lnTo>
                <a:lnTo>
                  <a:pt x="769718" y="1374910"/>
                </a:lnTo>
                <a:lnTo>
                  <a:pt x="771881" y="1374910"/>
                </a:lnTo>
                <a:lnTo>
                  <a:pt x="774034" y="1374910"/>
                </a:lnTo>
                <a:lnTo>
                  <a:pt x="776197" y="1374910"/>
                </a:lnTo>
                <a:lnTo>
                  <a:pt x="778360" y="1374910"/>
                </a:lnTo>
                <a:lnTo>
                  <a:pt x="780523" y="1374910"/>
                </a:lnTo>
                <a:lnTo>
                  <a:pt x="782686" y="1374910"/>
                </a:lnTo>
                <a:lnTo>
                  <a:pt x="784850" y="1374910"/>
                </a:lnTo>
                <a:lnTo>
                  <a:pt x="787013" y="1374910"/>
                </a:lnTo>
                <a:lnTo>
                  <a:pt x="789176" y="1374910"/>
                </a:lnTo>
                <a:lnTo>
                  <a:pt x="791339" y="1374910"/>
                </a:lnTo>
                <a:lnTo>
                  <a:pt x="793502" y="1374910"/>
                </a:lnTo>
                <a:lnTo>
                  <a:pt x="795655" y="1374910"/>
                </a:lnTo>
                <a:lnTo>
                  <a:pt x="797818" y="1374910"/>
                </a:lnTo>
                <a:lnTo>
                  <a:pt x="799981" y="1374910"/>
                </a:lnTo>
                <a:lnTo>
                  <a:pt x="802144" y="1374910"/>
                </a:lnTo>
                <a:lnTo>
                  <a:pt x="804307" y="1374910"/>
                </a:lnTo>
                <a:lnTo>
                  <a:pt x="806471" y="1374910"/>
                </a:lnTo>
                <a:lnTo>
                  <a:pt x="808634" y="1374910"/>
                </a:lnTo>
                <a:lnTo>
                  <a:pt x="810797" y="1374910"/>
                </a:lnTo>
                <a:lnTo>
                  <a:pt x="812960" y="1374910"/>
                </a:lnTo>
                <a:lnTo>
                  <a:pt x="815123" y="1374910"/>
                </a:lnTo>
                <a:lnTo>
                  <a:pt x="817276" y="1374910"/>
                </a:lnTo>
                <a:lnTo>
                  <a:pt x="819439" y="1374910"/>
                </a:lnTo>
                <a:lnTo>
                  <a:pt x="821602" y="1374910"/>
                </a:lnTo>
                <a:lnTo>
                  <a:pt x="823766" y="1374910"/>
                </a:lnTo>
                <a:lnTo>
                  <a:pt x="825929" y="1374910"/>
                </a:lnTo>
                <a:lnTo>
                  <a:pt x="828092" y="1374910"/>
                </a:lnTo>
                <a:lnTo>
                  <a:pt x="830255" y="1374910"/>
                </a:lnTo>
                <a:lnTo>
                  <a:pt x="832418" y="1374910"/>
                </a:lnTo>
                <a:lnTo>
                  <a:pt x="834581" y="1374910"/>
                </a:lnTo>
                <a:lnTo>
                  <a:pt x="836744" y="1374910"/>
                </a:lnTo>
                <a:lnTo>
                  <a:pt x="838897" y="1374910"/>
                </a:lnTo>
                <a:lnTo>
                  <a:pt x="841060" y="1374910"/>
                </a:lnTo>
                <a:lnTo>
                  <a:pt x="843224" y="1374910"/>
                </a:lnTo>
                <a:lnTo>
                  <a:pt x="845387" y="1374910"/>
                </a:lnTo>
                <a:lnTo>
                  <a:pt x="847550" y="1374910"/>
                </a:lnTo>
                <a:lnTo>
                  <a:pt x="849713" y="1374910"/>
                </a:lnTo>
                <a:lnTo>
                  <a:pt x="851876" y="1374910"/>
                </a:lnTo>
                <a:lnTo>
                  <a:pt x="854039" y="1374910"/>
                </a:lnTo>
                <a:lnTo>
                  <a:pt x="856202" y="1374910"/>
                </a:lnTo>
                <a:lnTo>
                  <a:pt x="858366" y="1374910"/>
                </a:lnTo>
                <a:lnTo>
                  <a:pt x="860518" y="1374910"/>
                </a:lnTo>
                <a:lnTo>
                  <a:pt x="862681" y="1374910"/>
                </a:lnTo>
                <a:lnTo>
                  <a:pt x="864845" y="1374910"/>
                </a:lnTo>
                <a:lnTo>
                  <a:pt x="867008" y="1374910"/>
                </a:lnTo>
                <a:lnTo>
                  <a:pt x="869171" y="1374910"/>
                </a:lnTo>
                <a:lnTo>
                  <a:pt x="871334" y="1374910"/>
                </a:lnTo>
                <a:lnTo>
                  <a:pt x="873497" y="1374910"/>
                </a:lnTo>
                <a:lnTo>
                  <a:pt x="875660" y="1374910"/>
                </a:lnTo>
                <a:lnTo>
                  <a:pt x="877824" y="1374910"/>
                </a:lnTo>
                <a:lnTo>
                  <a:pt x="879987" y="1374910"/>
                </a:lnTo>
                <a:lnTo>
                  <a:pt x="882140" y="1374910"/>
                </a:lnTo>
                <a:lnTo>
                  <a:pt x="884303" y="1374910"/>
                </a:lnTo>
                <a:lnTo>
                  <a:pt x="886466" y="1374910"/>
                </a:lnTo>
                <a:lnTo>
                  <a:pt x="888629" y="1374910"/>
                </a:lnTo>
                <a:lnTo>
                  <a:pt x="890792" y="1374910"/>
                </a:lnTo>
                <a:lnTo>
                  <a:pt x="892955" y="1374910"/>
                </a:lnTo>
                <a:lnTo>
                  <a:pt x="895118" y="1374910"/>
                </a:lnTo>
                <a:lnTo>
                  <a:pt x="897282" y="1374910"/>
                </a:lnTo>
                <a:lnTo>
                  <a:pt x="899445" y="1374910"/>
                </a:lnTo>
                <a:lnTo>
                  <a:pt x="901608" y="1374910"/>
                </a:lnTo>
                <a:lnTo>
                  <a:pt x="903761" y="1374910"/>
                </a:lnTo>
                <a:lnTo>
                  <a:pt x="905924" y="1374910"/>
                </a:lnTo>
                <a:lnTo>
                  <a:pt x="908087" y="1374910"/>
                </a:lnTo>
                <a:lnTo>
                  <a:pt x="910250" y="1374910"/>
                </a:lnTo>
                <a:lnTo>
                  <a:pt x="912413" y="1374910"/>
                </a:lnTo>
                <a:lnTo>
                  <a:pt x="914576" y="1374910"/>
                </a:lnTo>
                <a:lnTo>
                  <a:pt x="916739" y="1374910"/>
                </a:lnTo>
                <a:lnTo>
                  <a:pt x="918903" y="1374910"/>
                </a:lnTo>
                <a:lnTo>
                  <a:pt x="921066" y="1374910"/>
                </a:lnTo>
                <a:lnTo>
                  <a:pt x="923229" y="1374910"/>
                </a:lnTo>
                <a:lnTo>
                  <a:pt x="925382" y="1374910"/>
                </a:lnTo>
                <a:lnTo>
                  <a:pt x="927545" y="1374910"/>
                </a:lnTo>
                <a:lnTo>
                  <a:pt x="929708" y="1374910"/>
                </a:lnTo>
                <a:lnTo>
                  <a:pt x="931871" y="1374910"/>
                </a:lnTo>
                <a:lnTo>
                  <a:pt x="934034" y="1374910"/>
                </a:lnTo>
                <a:lnTo>
                  <a:pt x="936198" y="1374910"/>
                </a:lnTo>
                <a:lnTo>
                  <a:pt x="938361" y="1374910"/>
                </a:lnTo>
                <a:lnTo>
                  <a:pt x="940524" y="1374910"/>
                </a:lnTo>
                <a:lnTo>
                  <a:pt x="942687" y="1374910"/>
                </a:lnTo>
                <a:lnTo>
                  <a:pt x="944850" y="1374910"/>
                </a:lnTo>
                <a:lnTo>
                  <a:pt x="947003" y="1374910"/>
                </a:lnTo>
                <a:lnTo>
                  <a:pt x="949166" y="1374910"/>
                </a:lnTo>
                <a:lnTo>
                  <a:pt x="951329" y="1374910"/>
                </a:lnTo>
                <a:lnTo>
                  <a:pt x="953492" y="1374910"/>
                </a:lnTo>
                <a:lnTo>
                  <a:pt x="955656" y="1374910"/>
                </a:lnTo>
                <a:lnTo>
                  <a:pt x="957819" y="1374910"/>
                </a:lnTo>
                <a:lnTo>
                  <a:pt x="959982" y="1374910"/>
                </a:lnTo>
                <a:lnTo>
                  <a:pt x="962145" y="1374910"/>
                </a:lnTo>
                <a:lnTo>
                  <a:pt x="964308" y="1374910"/>
                </a:lnTo>
                <a:lnTo>
                  <a:pt x="966471" y="1374910"/>
                </a:lnTo>
                <a:lnTo>
                  <a:pt x="968624" y="1374910"/>
                </a:lnTo>
                <a:lnTo>
                  <a:pt x="970787" y="1374910"/>
                </a:lnTo>
                <a:lnTo>
                  <a:pt x="972950" y="1374910"/>
                </a:lnTo>
                <a:lnTo>
                  <a:pt x="975113" y="1374910"/>
                </a:lnTo>
                <a:lnTo>
                  <a:pt x="977277" y="1374910"/>
                </a:lnTo>
                <a:lnTo>
                  <a:pt x="979440" y="1374910"/>
                </a:lnTo>
                <a:lnTo>
                  <a:pt x="981603" y="1374910"/>
                </a:lnTo>
                <a:lnTo>
                  <a:pt x="983766" y="1374910"/>
                </a:lnTo>
                <a:lnTo>
                  <a:pt x="985929" y="1374910"/>
                </a:lnTo>
                <a:lnTo>
                  <a:pt x="988092" y="1374910"/>
                </a:lnTo>
                <a:lnTo>
                  <a:pt x="990245" y="1374910"/>
                </a:lnTo>
                <a:lnTo>
                  <a:pt x="992408" y="1374910"/>
                </a:lnTo>
                <a:lnTo>
                  <a:pt x="994572" y="1374910"/>
                </a:lnTo>
                <a:lnTo>
                  <a:pt x="996735" y="1374910"/>
                </a:lnTo>
                <a:lnTo>
                  <a:pt x="998898" y="1374910"/>
                </a:lnTo>
                <a:lnTo>
                  <a:pt x="1001061" y="1374910"/>
                </a:lnTo>
                <a:lnTo>
                  <a:pt x="1003224" y="1374910"/>
                </a:lnTo>
                <a:lnTo>
                  <a:pt x="1005387" y="1374910"/>
                </a:lnTo>
                <a:lnTo>
                  <a:pt x="1007550" y="1374910"/>
                </a:lnTo>
                <a:lnTo>
                  <a:pt x="1009714" y="1374910"/>
                </a:lnTo>
                <a:lnTo>
                  <a:pt x="1011866" y="1374910"/>
                </a:lnTo>
                <a:lnTo>
                  <a:pt x="1014029" y="1374910"/>
                </a:lnTo>
                <a:lnTo>
                  <a:pt x="1016193" y="1374910"/>
                </a:lnTo>
                <a:lnTo>
                  <a:pt x="1018356" y="1374910"/>
                </a:lnTo>
                <a:lnTo>
                  <a:pt x="1020519" y="1374910"/>
                </a:lnTo>
                <a:lnTo>
                  <a:pt x="1022682" y="1374910"/>
                </a:lnTo>
                <a:lnTo>
                  <a:pt x="1024845" y="1374910"/>
                </a:lnTo>
                <a:lnTo>
                  <a:pt x="1027008" y="1374910"/>
                </a:lnTo>
                <a:lnTo>
                  <a:pt x="1029171" y="1374910"/>
                </a:lnTo>
                <a:lnTo>
                  <a:pt x="1031335" y="1374910"/>
                </a:lnTo>
                <a:lnTo>
                  <a:pt x="1033487" y="1374910"/>
                </a:lnTo>
                <a:lnTo>
                  <a:pt x="1035651" y="1374910"/>
                </a:lnTo>
                <a:lnTo>
                  <a:pt x="1037814" y="1374910"/>
                </a:lnTo>
                <a:lnTo>
                  <a:pt x="1039977" y="1374910"/>
                </a:lnTo>
                <a:lnTo>
                  <a:pt x="1042140" y="1374910"/>
                </a:lnTo>
                <a:lnTo>
                  <a:pt x="1044303" y="1374910"/>
                </a:lnTo>
                <a:lnTo>
                  <a:pt x="1046466" y="1374910"/>
                </a:lnTo>
                <a:lnTo>
                  <a:pt x="1048630" y="1374910"/>
                </a:lnTo>
                <a:lnTo>
                  <a:pt x="1050793" y="1374910"/>
                </a:lnTo>
                <a:lnTo>
                  <a:pt x="1052956" y="1374910"/>
                </a:lnTo>
                <a:lnTo>
                  <a:pt x="1055109" y="1374910"/>
                </a:lnTo>
                <a:lnTo>
                  <a:pt x="1057272" y="1374910"/>
                </a:lnTo>
                <a:lnTo>
                  <a:pt x="1059435" y="1374910"/>
                </a:lnTo>
                <a:lnTo>
                  <a:pt x="1061598" y="1374910"/>
                </a:lnTo>
                <a:lnTo>
                  <a:pt x="1063761" y="1374910"/>
                </a:lnTo>
                <a:lnTo>
                  <a:pt x="1065924" y="1374910"/>
                </a:lnTo>
                <a:lnTo>
                  <a:pt x="1068088" y="1374910"/>
                </a:lnTo>
                <a:lnTo>
                  <a:pt x="1070251" y="1374910"/>
                </a:lnTo>
                <a:lnTo>
                  <a:pt x="1072414" y="1374910"/>
                </a:lnTo>
                <a:lnTo>
                  <a:pt x="1074577" y="1374910"/>
                </a:lnTo>
                <a:lnTo>
                  <a:pt x="1076740" y="1374910"/>
                </a:lnTo>
                <a:lnTo>
                  <a:pt x="1078893" y="1374910"/>
                </a:lnTo>
                <a:lnTo>
                  <a:pt x="1081056" y="1374910"/>
                </a:lnTo>
                <a:lnTo>
                  <a:pt x="1083219" y="1374910"/>
                </a:lnTo>
                <a:lnTo>
                  <a:pt x="1085382" y="1374910"/>
                </a:lnTo>
                <a:lnTo>
                  <a:pt x="1087546" y="1374910"/>
                </a:lnTo>
                <a:lnTo>
                  <a:pt x="1089709" y="1374910"/>
                </a:lnTo>
                <a:lnTo>
                  <a:pt x="1091872" y="1374899"/>
                </a:lnTo>
                <a:lnTo>
                  <a:pt x="1094035" y="1374899"/>
                </a:lnTo>
                <a:lnTo>
                  <a:pt x="1096198" y="1374899"/>
                </a:lnTo>
                <a:lnTo>
                  <a:pt x="1098361" y="1374899"/>
                </a:lnTo>
                <a:lnTo>
                  <a:pt x="1100514" y="1374889"/>
                </a:lnTo>
                <a:lnTo>
                  <a:pt x="1102677" y="1374879"/>
                </a:lnTo>
                <a:lnTo>
                  <a:pt x="1104840" y="1374868"/>
                </a:lnTo>
                <a:lnTo>
                  <a:pt x="1107004" y="1374858"/>
                </a:lnTo>
                <a:lnTo>
                  <a:pt x="1109167" y="1374848"/>
                </a:lnTo>
                <a:lnTo>
                  <a:pt x="1111330" y="1374816"/>
                </a:lnTo>
                <a:lnTo>
                  <a:pt x="1113493" y="1374796"/>
                </a:lnTo>
                <a:lnTo>
                  <a:pt x="1115656" y="1374754"/>
                </a:lnTo>
                <a:lnTo>
                  <a:pt x="1117819" y="1374713"/>
                </a:lnTo>
                <a:lnTo>
                  <a:pt x="1119982" y="1374651"/>
                </a:lnTo>
                <a:lnTo>
                  <a:pt x="1122135" y="1374568"/>
                </a:lnTo>
                <a:lnTo>
                  <a:pt x="1124298" y="1374475"/>
                </a:lnTo>
                <a:lnTo>
                  <a:pt x="1126461" y="1374351"/>
                </a:lnTo>
                <a:lnTo>
                  <a:pt x="1128625" y="1374185"/>
                </a:lnTo>
                <a:lnTo>
                  <a:pt x="1130788" y="1373989"/>
                </a:lnTo>
                <a:lnTo>
                  <a:pt x="1132951" y="1373740"/>
                </a:lnTo>
                <a:lnTo>
                  <a:pt x="1135114" y="1373430"/>
                </a:lnTo>
                <a:lnTo>
                  <a:pt x="1137277" y="1373036"/>
                </a:lnTo>
                <a:lnTo>
                  <a:pt x="1139440" y="1372550"/>
                </a:lnTo>
                <a:lnTo>
                  <a:pt x="1141604" y="1371960"/>
                </a:lnTo>
                <a:lnTo>
                  <a:pt x="1143756" y="1371235"/>
                </a:lnTo>
                <a:lnTo>
                  <a:pt x="1145920" y="1370345"/>
                </a:lnTo>
                <a:lnTo>
                  <a:pt x="1148083" y="1369269"/>
                </a:lnTo>
                <a:lnTo>
                  <a:pt x="1150246" y="1367954"/>
                </a:lnTo>
                <a:lnTo>
                  <a:pt x="1152409" y="1366381"/>
                </a:lnTo>
                <a:lnTo>
                  <a:pt x="1154572" y="1364487"/>
                </a:lnTo>
                <a:lnTo>
                  <a:pt x="1156735" y="1362231"/>
                </a:lnTo>
                <a:lnTo>
                  <a:pt x="1158898" y="1359540"/>
                </a:lnTo>
                <a:lnTo>
                  <a:pt x="1161062" y="1356352"/>
                </a:lnTo>
                <a:lnTo>
                  <a:pt x="1163225" y="1352595"/>
                </a:lnTo>
                <a:lnTo>
                  <a:pt x="1165378" y="1348186"/>
                </a:lnTo>
                <a:lnTo>
                  <a:pt x="1167541" y="1343042"/>
                </a:lnTo>
                <a:lnTo>
                  <a:pt x="1169704" y="1337049"/>
                </a:lnTo>
                <a:lnTo>
                  <a:pt x="1171867" y="1330115"/>
                </a:lnTo>
                <a:lnTo>
                  <a:pt x="1174030" y="1322125"/>
                </a:lnTo>
                <a:lnTo>
                  <a:pt x="1176193" y="1312965"/>
                </a:lnTo>
                <a:lnTo>
                  <a:pt x="1178356" y="1302501"/>
                </a:lnTo>
                <a:lnTo>
                  <a:pt x="1180519" y="1290609"/>
                </a:lnTo>
                <a:lnTo>
                  <a:pt x="1182683" y="1277164"/>
                </a:lnTo>
                <a:lnTo>
                  <a:pt x="1184846" y="1262022"/>
                </a:lnTo>
                <a:lnTo>
                  <a:pt x="1186999" y="1245069"/>
                </a:lnTo>
                <a:lnTo>
                  <a:pt x="1189162" y="1226160"/>
                </a:lnTo>
                <a:lnTo>
                  <a:pt x="1191325" y="1205191"/>
                </a:lnTo>
                <a:lnTo>
                  <a:pt x="1193488" y="1182048"/>
                </a:lnTo>
                <a:lnTo>
                  <a:pt x="1195651" y="1156628"/>
                </a:lnTo>
                <a:lnTo>
                  <a:pt x="1197814" y="1128849"/>
                </a:lnTo>
                <a:lnTo>
                  <a:pt x="1199978" y="1098648"/>
                </a:lnTo>
                <a:lnTo>
                  <a:pt x="1202141" y="1065983"/>
                </a:lnTo>
                <a:lnTo>
                  <a:pt x="1204304" y="1030855"/>
                </a:lnTo>
                <a:lnTo>
                  <a:pt x="1206467" y="993274"/>
                </a:lnTo>
                <a:lnTo>
                  <a:pt x="1208620" y="953294"/>
                </a:lnTo>
                <a:lnTo>
                  <a:pt x="1210783" y="910995"/>
                </a:lnTo>
                <a:lnTo>
                  <a:pt x="1212946" y="866506"/>
                </a:lnTo>
                <a:lnTo>
                  <a:pt x="1215109" y="819991"/>
                </a:lnTo>
                <a:lnTo>
                  <a:pt x="1217272" y="771657"/>
                </a:lnTo>
                <a:lnTo>
                  <a:pt x="1219436" y="721752"/>
                </a:lnTo>
                <a:lnTo>
                  <a:pt x="1221599" y="670562"/>
                </a:lnTo>
                <a:lnTo>
                  <a:pt x="1223762" y="618416"/>
                </a:lnTo>
                <a:lnTo>
                  <a:pt x="1225925" y="565678"/>
                </a:lnTo>
                <a:lnTo>
                  <a:pt x="1228088" y="512746"/>
                </a:lnTo>
                <a:lnTo>
                  <a:pt x="1230241" y="460047"/>
                </a:lnTo>
                <a:lnTo>
                  <a:pt x="1232404" y="408031"/>
                </a:lnTo>
                <a:lnTo>
                  <a:pt x="1234567" y="357169"/>
                </a:lnTo>
                <a:lnTo>
                  <a:pt x="1236730" y="307941"/>
                </a:lnTo>
                <a:lnTo>
                  <a:pt x="1238893" y="260831"/>
                </a:lnTo>
                <a:lnTo>
                  <a:pt x="1241057" y="216321"/>
                </a:lnTo>
                <a:lnTo>
                  <a:pt x="1243220" y="174880"/>
                </a:lnTo>
                <a:lnTo>
                  <a:pt x="1245383" y="136956"/>
                </a:lnTo>
                <a:lnTo>
                  <a:pt x="1247546" y="102971"/>
                </a:lnTo>
                <a:lnTo>
                  <a:pt x="1249709" y="73311"/>
                </a:lnTo>
                <a:lnTo>
                  <a:pt x="1251862" y="48317"/>
                </a:lnTo>
                <a:lnTo>
                  <a:pt x="1254025" y="28281"/>
                </a:lnTo>
                <a:lnTo>
                  <a:pt x="1256188" y="13443"/>
                </a:lnTo>
                <a:lnTo>
                  <a:pt x="1258352" y="3978"/>
                </a:lnTo>
                <a:lnTo>
                  <a:pt x="1260515" y="0"/>
                </a:lnTo>
                <a:lnTo>
                  <a:pt x="1262678" y="1558"/>
                </a:lnTo>
                <a:lnTo>
                  <a:pt x="1264841" y="8632"/>
                </a:lnTo>
                <a:lnTo>
                  <a:pt x="1267004" y="21138"/>
                </a:lnTo>
                <a:lnTo>
                  <a:pt x="1269167" y="38925"/>
                </a:lnTo>
                <a:lnTo>
                  <a:pt x="1271330" y="61783"/>
                </a:lnTo>
                <a:lnTo>
                  <a:pt x="1273483" y="89441"/>
                </a:lnTo>
                <a:lnTo>
                  <a:pt x="1275646" y="121579"/>
                </a:lnTo>
                <a:lnTo>
                  <a:pt x="1277809" y="157829"/>
                </a:lnTo>
                <a:lnTo>
                  <a:pt x="1279973" y="197785"/>
                </a:lnTo>
                <a:lnTo>
                  <a:pt x="1282136" y="241010"/>
                </a:lnTo>
                <a:lnTo>
                  <a:pt x="1284299" y="287040"/>
                </a:lnTo>
                <a:lnTo>
                  <a:pt x="1286462" y="335401"/>
                </a:lnTo>
                <a:lnTo>
                  <a:pt x="1288625" y="385608"/>
                </a:lnTo>
                <a:lnTo>
                  <a:pt x="1290788" y="437177"/>
                </a:lnTo>
                <a:lnTo>
                  <a:pt x="1292951" y="489634"/>
                </a:lnTo>
                <a:lnTo>
                  <a:pt x="1295104" y="542519"/>
                </a:lnTo>
                <a:lnTo>
                  <a:pt x="1297267" y="595393"/>
                </a:lnTo>
                <a:lnTo>
                  <a:pt x="1299431" y="647844"/>
                </a:lnTo>
                <a:lnTo>
                  <a:pt x="1301594" y="699494"/>
                </a:lnTo>
                <a:lnTo>
                  <a:pt x="1303757" y="750000"/>
                </a:lnTo>
                <a:lnTo>
                  <a:pt x="1305920" y="799054"/>
                </a:lnTo>
                <a:lnTo>
                  <a:pt x="1308083" y="846392"/>
                </a:lnTo>
                <a:lnTo>
                  <a:pt x="1310246" y="891791"/>
                </a:lnTo>
                <a:lnTo>
                  <a:pt x="1312410" y="935066"/>
                </a:lnTo>
                <a:lnTo>
                  <a:pt x="1314573" y="976076"/>
                </a:lnTo>
                <a:lnTo>
                  <a:pt x="1316726" y="1014720"/>
                </a:lnTo>
                <a:lnTo>
                  <a:pt x="1318889" y="1050924"/>
                </a:lnTo>
                <a:lnTo>
                  <a:pt x="1321052" y="1084665"/>
                </a:lnTo>
                <a:lnTo>
                  <a:pt x="1323215" y="1115932"/>
                </a:lnTo>
                <a:lnTo>
                  <a:pt x="1325378" y="1144767"/>
                </a:lnTo>
                <a:lnTo>
                  <a:pt x="1327541" y="1171211"/>
                </a:lnTo>
                <a:lnTo>
                  <a:pt x="1329704" y="1195337"/>
                </a:lnTo>
                <a:lnTo>
                  <a:pt x="1331868" y="1217248"/>
                </a:lnTo>
                <a:lnTo>
                  <a:pt x="1334031" y="1237037"/>
                </a:lnTo>
                <a:lnTo>
                  <a:pt x="1336194" y="1254839"/>
                </a:lnTo>
                <a:lnTo>
                  <a:pt x="1338347" y="1270758"/>
                </a:lnTo>
                <a:lnTo>
                  <a:pt x="1340510" y="1284927"/>
                </a:lnTo>
                <a:lnTo>
                  <a:pt x="1342673" y="1297481"/>
                </a:lnTo>
                <a:lnTo>
                  <a:pt x="1344836" y="1308556"/>
                </a:lnTo>
                <a:lnTo>
                  <a:pt x="1346999" y="1318264"/>
                </a:lnTo>
                <a:lnTo>
                  <a:pt x="1349162" y="1326762"/>
                </a:lnTo>
                <a:lnTo>
                  <a:pt x="1351325" y="1334141"/>
                </a:lnTo>
                <a:lnTo>
                  <a:pt x="1353489" y="1340527"/>
                </a:lnTo>
                <a:lnTo>
                  <a:pt x="1355652" y="1346033"/>
                </a:lnTo>
                <a:lnTo>
                  <a:pt x="1357815" y="1350753"/>
                </a:lnTo>
                <a:lnTo>
                  <a:pt x="1359968" y="1354779"/>
                </a:lnTo>
                <a:lnTo>
                  <a:pt x="1362131" y="1358205"/>
                </a:lnTo>
                <a:lnTo>
                  <a:pt x="1364294" y="1361103"/>
                </a:lnTo>
                <a:lnTo>
                  <a:pt x="1366457" y="1363545"/>
                </a:lnTo>
                <a:lnTo>
                  <a:pt x="1368620" y="1365595"/>
                </a:lnTo>
                <a:lnTo>
                  <a:pt x="1370784" y="1367303"/>
                </a:lnTo>
                <a:lnTo>
                  <a:pt x="1372947" y="1368720"/>
                </a:lnTo>
                <a:lnTo>
                  <a:pt x="1375110" y="1369900"/>
                </a:lnTo>
                <a:lnTo>
                  <a:pt x="1377273" y="1370863"/>
                </a:lnTo>
                <a:lnTo>
                  <a:pt x="1379436" y="1371660"/>
                </a:lnTo>
                <a:lnTo>
                  <a:pt x="1381589" y="1372312"/>
                </a:lnTo>
                <a:lnTo>
                  <a:pt x="1383752" y="1372840"/>
                </a:lnTo>
                <a:lnTo>
                  <a:pt x="1385915" y="1373264"/>
                </a:lnTo>
                <a:lnTo>
                  <a:pt x="1388078" y="1373606"/>
                </a:lnTo>
                <a:lnTo>
                  <a:pt x="1390241" y="1373885"/>
                </a:lnTo>
                <a:lnTo>
                  <a:pt x="1392405" y="1374102"/>
                </a:lnTo>
                <a:lnTo>
                  <a:pt x="1394568" y="1374278"/>
                </a:lnTo>
                <a:lnTo>
                  <a:pt x="1396731" y="1374423"/>
                </a:lnTo>
                <a:lnTo>
                  <a:pt x="1398894" y="1374527"/>
                </a:lnTo>
                <a:lnTo>
                  <a:pt x="1401057" y="1374620"/>
                </a:lnTo>
                <a:lnTo>
                  <a:pt x="1403210" y="1374682"/>
                </a:lnTo>
                <a:lnTo>
                  <a:pt x="1405373" y="1374734"/>
                </a:lnTo>
                <a:lnTo>
                  <a:pt x="1407536" y="1374775"/>
                </a:lnTo>
                <a:lnTo>
                  <a:pt x="1409700" y="1374806"/>
                </a:lnTo>
                <a:lnTo>
                  <a:pt x="1411863" y="1374837"/>
                </a:lnTo>
                <a:lnTo>
                  <a:pt x="1414026" y="1374858"/>
                </a:lnTo>
                <a:lnTo>
                  <a:pt x="1416189" y="1374868"/>
                </a:lnTo>
                <a:lnTo>
                  <a:pt x="1418352" y="1374879"/>
                </a:lnTo>
                <a:lnTo>
                  <a:pt x="1420515" y="1374889"/>
                </a:lnTo>
                <a:lnTo>
                  <a:pt x="1422678" y="1374889"/>
                </a:lnTo>
                <a:lnTo>
                  <a:pt x="1424831" y="1374899"/>
                </a:lnTo>
                <a:lnTo>
                  <a:pt x="1426994" y="1374899"/>
                </a:lnTo>
                <a:lnTo>
                  <a:pt x="1429158" y="1374899"/>
                </a:lnTo>
                <a:lnTo>
                  <a:pt x="1431321" y="1374899"/>
                </a:lnTo>
                <a:lnTo>
                  <a:pt x="1433484" y="1374910"/>
                </a:lnTo>
                <a:lnTo>
                  <a:pt x="1435647" y="1374910"/>
                </a:lnTo>
                <a:lnTo>
                  <a:pt x="1437810" y="1374910"/>
                </a:lnTo>
                <a:lnTo>
                  <a:pt x="1439973" y="1374910"/>
                </a:lnTo>
                <a:lnTo>
                  <a:pt x="1442136" y="1374910"/>
                </a:lnTo>
                <a:lnTo>
                  <a:pt x="1444300" y="1374910"/>
                </a:lnTo>
                <a:lnTo>
                  <a:pt x="1446452" y="1374910"/>
                </a:lnTo>
                <a:lnTo>
                  <a:pt x="1448615" y="1374910"/>
                </a:lnTo>
                <a:lnTo>
                  <a:pt x="1450779" y="1374910"/>
                </a:lnTo>
                <a:lnTo>
                  <a:pt x="1452942" y="1374910"/>
                </a:lnTo>
                <a:lnTo>
                  <a:pt x="1455105" y="1374910"/>
                </a:lnTo>
                <a:lnTo>
                  <a:pt x="1457268" y="1374910"/>
                </a:lnTo>
                <a:lnTo>
                  <a:pt x="1459431" y="1374910"/>
                </a:lnTo>
                <a:lnTo>
                  <a:pt x="1461594" y="1374910"/>
                </a:lnTo>
                <a:lnTo>
                  <a:pt x="1463758" y="1374910"/>
                </a:lnTo>
                <a:lnTo>
                  <a:pt x="1465921" y="1374910"/>
                </a:lnTo>
                <a:lnTo>
                  <a:pt x="1468074" y="1374910"/>
                </a:lnTo>
                <a:lnTo>
                  <a:pt x="1470237" y="1374910"/>
                </a:lnTo>
                <a:lnTo>
                  <a:pt x="1472400" y="1374910"/>
                </a:lnTo>
                <a:lnTo>
                  <a:pt x="1474563" y="1374910"/>
                </a:lnTo>
                <a:lnTo>
                  <a:pt x="1476726" y="1374910"/>
                </a:lnTo>
                <a:lnTo>
                  <a:pt x="1478889" y="1374910"/>
                </a:lnTo>
                <a:lnTo>
                  <a:pt x="1481052" y="1374910"/>
                </a:lnTo>
                <a:lnTo>
                  <a:pt x="1483216" y="1374910"/>
                </a:lnTo>
                <a:lnTo>
                  <a:pt x="1485379" y="1374910"/>
                </a:lnTo>
                <a:lnTo>
                  <a:pt x="1487542" y="1374910"/>
                </a:lnTo>
                <a:lnTo>
                  <a:pt x="1489695" y="1374910"/>
                </a:lnTo>
                <a:lnTo>
                  <a:pt x="1491858" y="1374910"/>
                </a:lnTo>
                <a:lnTo>
                  <a:pt x="1494021" y="1374910"/>
                </a:lnTo>
                <a:lnTo>
                  <a:pt x="1496184" y="1374910"/>
                </a:lnTo>
                <a:lnTo>
                  <a:pt x="1498347" y="1374910"/>
                </a:lnTo>
                <a:lnTo>
                  <a:pt x="1500510" y="1374910"/>
                </a:lnTo>
                <a:lnTo>
                  <a:pt x="1502673" y="1374910"/>
                </a:lnTo>
                <a:lnTo>
                  <a:pt x="1504837" y="1374910"/>
                </a:lnTo>
                <a:lnTo>
                  <a:pt x="1507000" y="1374910"/>
                </a:lnTo>
                <a:lnTo>
                  <a:pt x="1509163" y="1374910"/>
                </a:lnTo>
                <a:lnTo>
                  <a:pt x="1511316" y="1374910"/>
                </a:lnTo>
                <a:lnTo>
                  <a:pt x="1513479" y="1374910"/>
                </a:lnTo>
                <a:lnTo>
                  <a:pt x="1515642" y="1374910"/>
                </a:lnTo>
                <a:lnTo>
                  <a:pt x="1517805" y="1374910"/>
                </a:lnTo>
                <a:lnTo>
                  <a:pt x="1519968" y="1374910"/>
                </a:lnTo>
                <a:lnTo>
                  <a:pt x="1522132" y="1374910"/>
                </a:lnTo>
                <a:lnTo>
                  <a:pt x="1524295" y="1374910"/>
                </a:lnTo>
                <a:lnTo>
                  <a:pt x="1526458" y="1374910"/>
                </a:lnTo>
                <a:lnTo>
                  <a:pt x="1528621" y="1374910"/>
                </a:lnTo>
                <a:lnTo>
                  <a:pt x="1530784" y="1374910"/>
                </a:lnTo>
                <a:lnTo>
                  <a:pt x="1532937" y="1374910"/>
                </a:lnTo>
                <a:lnTo>
                  <a:pt x="1535100" y="1374910"/>
                </a:lnTo>
                <a:lnTo>
                  <a:pt x="1537263" y="1374910"/>
                </a:lnTo>
                <a:lnTo>
                  <a:pt x="1539426" y="1374910"/>
                </a:lnTo>
                <a:lnTo>
                  <a:pt x="1541590" y="1374910"/>
                </a:lnTo>
                <a:lnTo>
                  <a:pt x="1543753" y="1374910"/>
                </a:lnTo>
                <a:lnTo>
                  <a:pt x="1545916" y="1374910"/>
                </a:lnTo>
                <a:lnTo>
                  <a:pt x="1548079" y="1374910"/>
                </a:lnTo>
                <a:lnTo>
                  <a:pt x="1550242" y="1374910"/>
                </a:lnTo>
                <a:lnTo>
                  <a:pt x="1552405" y="1374910"/>
                </a:lnTo>
                <a:lnTo>
                  <a:pt x="1554558" y="1374910"/>
                </a:lnTo>
                <a:lnTo>
                  <a:pt x="1556721" y="1374910"/>
                </a:lnTo>
                <a:lnTo>
                  <a:pt x="1558884" y="1374910"/>
                </a:lnTo>
                <a:lnTo>
                  <a:pt x="1561047" y="1374910"/>
                </a:lnTo>
                <a:lnTo>
                  <a:pt x="1563211" y="1374910"/>
                </a:lnTo>
                <a:lnTo>
                  <a:pt x="1565374" y="1374910"/>
                </a:lnTo>
                <a:lnTo>
                  <a:pt x="1567537" y="1374910"/>
                </a:lnTo>
                <a:lnTo>
                  <a:pt x="1569700" y="1374910"/>
                </a:lnTo>
                <a:lnTo>
                  <a:pt x="1571863" y="1374910"/>
                </a:lnTo>
                <a:lnTo>
                  <a:pt x="1574026" y="1374910"/>
                </a:lnTo>
                <a:lnTo>
                  <a:pt x="1576179" y="1374910"/>
                </a:lnTo>
                <a:lnTo>
                  <a:pt x="1578342" y="1374910"/>
                </a:lnTo>
                <a:lnTo>
                  <a:pt x="1580506" y="1374910"/>
                </a:lnTo>
                <a:lnTo>
                  <a:pt x="1582669" y="1374910"/>
                </a:lnTo>
                <a:lnTo>
                  <a:pt x="1584832" y="1374910"/>
                </a:lnTo>
                <a:lnTo>
                  <a:pt x="1586995" y="1374910"/>
                </a:lnTo>
                <a:lnTo>
                  <a:pt x="1589158" y="1374910"/>
                </a:lnTo>
                <a:lnTo>
                  <a:pt x="1591321" y="1374910"/>
                </a:lnTo>
                <a:lnTo>
                  <a:pt x="1593484" y="1374910"/>
                </a:lnTo>
                <a:lnTo>
                  <a:pt x="1595648" y="1374910"/>
                </a:lnTo>
                <a:lnTo>
                  <a:pt x="1597800" y="1374910"/>
                </a:lnTo>
                <a:lnTo>
                  <a:pt x="1599963" y="1374910"/>
                </a:lnTo>
                <a:lnTo>
                  <a:pt x="1602127" y="1374910"/>
                </a:lnTo>
                <a:lnTo>
                  <a:pt x="1604290" y="1374910"/>
                </a:lnTo>
                <a:lnTo>
                  <a:pt x="1606453" y="1374910"/>
                </a:lnTo>
                <a:lnTo>
                  <a:pt x="1608616" y="1374910"/>
                </a:lnTo>
                <a:lnTo>
                  <a:pt x="1610779" y="1374910"/>
                </a:lnTo>
                <a:lnTo>
                  <a:pt x="1612942" y="1374910"/>
                </a:lnTo>
                <a:lnTo>
                  <a:pt x="1615105" y="1374910"/>
                </a:lnTo>
                <a:lnTo>
                  <a:pt x="1617269" y="1374910"/>
                </a:lnTo>
                <a:lnTo>
                  <a:pt x="1619421" y="1374910"/>
                </a:lnTo>
                <a:lnTo>
                  <a:pt x="1621585" y="1374910"/>
                </a:lnTo>
                <a:lnTo>
                  <a:pt x="1623748" y="1374910"/>
                </a:lnTo>
                <a:lnTo>
                  <a:pt x="1625911" y="1374910"/>
                </a:lnTo>
                <a:lnTo>
                  <a:pt x="1628074" y="1374910"/>
                </a:lnTo>
                <a:lnTo>
                  <a:pt x="1630237" y="1374910"/>
                </a:lnTo>
                <a:lnTo>
                  <a:pt x="1632400" y="1374910"/>
                </a:lnTo>
                <a:lnTo>
                  <a:pt x="1634564" y="1374910"/>
                </a:lnTo>
                <a:lnTo>
                  <a:pt x="1636727" y="1374910"/>
                </a:lnTo>
                <a:lnTo>
                  <a:pt x="1638890" y="1374910"/>
                </a:lnTo>
                <a:lnTo>
                  <a:pt x="1641043" y="1374910"/>
                </a:lnTo>
                <a:lnTo>
                  <a:pt x="1643206" y="1374910"/>
                </a:lnTo>
                <a:lnTo>
                  <a:pt x="1645369" y="1374910"/>
                </a:lnTo>
                <a:lnTo>
                  <a:pt x="1647532" y="1374910"/>
                </a:lnTo>
                <a:lnTo>
                  <a:pt x="1649695" y="1374910"/>
                </a:lnTo>
                <a:lnTo>
                  <a:pt x="1651858" y="1374910"/>
                </a:lnTo>
                <a:lnTo>
                  <a:pt x="1654022" y="1374910"/>
                </a:lnTo>
                <a:lnTo>
                  <a:pt x="1656185" y="1374910"/>
                </a:lnTo>
                <a:lnTo>
                  <a:pt x="1658348" y="1374910"/>
                </a:lnTo>
                <a:lnTo>
                  <a:pt x="1660511" y="1374910"/>
                </a:lnTo>
                <a:lnTo>
                  <a:pt x="1662674" y="1374910"/>
                </a:lnTo>
                <a:lnTo>
                  <a:pt x="1664827" y="1374910"/>
                </a:lnTo>
                <a:lnTo>
                  <a:pt x="1666990" y="1374910"/>
                </a:lnTo>
                <a:lnTo>
                  <a:pt x="1669153" y="1374910"/>
                </a:lnTo>
                <a:lnTo>
                  <a:pt x="1671316" y="1374910"/>
                </a:lnTo>
                <a:lnTo>
                  <a:pt x="1673479" y="1374910"/>
                </a:lnTo>
                <a:lnTo>
                  <a:pt x="1675643" y="1374910"/>
                </a:lnTo>
                <a:lnTo>
                  <a:pt x="1677806" y="1374910"/>
                </a:lnTo>
                <a:lnTo>
                  <a:pt x="1679969" y="1374910"/>
                </a:lnTo>
                <a:lnTo>
                  <a:pt x="1682132" y="1374910"/>
                </a:lnTo>
                <a:lnTo>
                  <a:pt x="1684295" y="1374910"/>
                </a:lnTo>
                <a:lnTo>
                  <a:pt x="1686448" y="1374910"/>
                </a:lnTo>
                <a:lnTo>
                  <a:pt x="1688611" y="1374910"/>
                </a:lnTo>
                <a:lnTo>
                  <a:pt x="1690774" y="1374910"/>
                </a:lnTo>
                <a:lnTo>
                  <a:pt x="1692938" y="1374910"/>
                </a:lnTo>
                <a:lnTo>
                  <a:pt x="1695101" y="1374910"/>
                </a:lnTo>
                <a:lnTo>
                  <a:pt x="1697264" y="1374910"/>
                </a:lnTo>
                <a:lnTo>
                  <a:pt x="1699427" y="1374910"/>
                </a:lnTo>
                <a:lnTo>
                  <a:pt x="1701590" y="1374910"/>
                </a:lnTo>
                <a:lnTo>
                  <a:pt x="1703753" y="1374910"/>
                </a:lnTo>
                <a:lnTo>
                  <a:pt x="1705916" y="1374910"/>
                </a:lnTo>
                <a:lnTo>
                  <a:pt x="1708069" y="1374910"/>
                </a:lnTo>
                <a:lnTo>
                  <a:pt x="1710232" y="1374910"/>
                </a:lnTo>
                <a:lnTo>
                  <a:pt x="1712395" y="1374910"/>
                </a:lnTo>
                <a:lnTo>
                  <a:pt x="1714559" y="1374910"/>
                </a:lnTo>
                <a:lnTo>
                  <a:pt x="1716722" y="1374910"/>
                </a:lnTo>
                <a:lnTo>
                  <a:pt x="1718885" y="1374910"/>
                </a:lnTo>
                <a:lnTo>
                  <a:pt x="1721048" y="1374910"/>
                </a:lnTo>
                <a:lnTo>
                  <a:pt x="1723211" y="1374910"/>
                </a:lnTo>
                <a:lnTo>
                  <a:pt x="1725374" y="1374910"/>
                </a:lnTo>
                <a:lnTo>
                  <a:pt x="1727537" y="1374910"/>
                </a:lnTo>
                <a:lnTo>
                  <a:pt x="1729690" y="1374910"/>
                </a:lnTo>
                <a:lnTo>
                  <a:pt x="1731853" y="1374910"/>
                </a:lnTo>
                <a:lnTo>
                  <a:pt x="1734017" y="1374910"/>
                </a:lnTo>
                <a:lnTo>
                  <a:pt x="1736180" y="1374910"/>
                </a:lnTo>
                <a:lnTo>
                  <a:pt x="1738343" y="1374910"/>
                </a:lnTo>
                <a:lnTo>
                  <a:pt x="1740506" y="1374910"/>
                </a:lnTo>
                <a:lnTo>
                  <a:pt x="1742669" y="1374910"/>
                </a:lnTo>
                <a:lnTo>
                  <a:pt x="1744832" y="1374910"/>
                </a:lnTo>
                <a:lnTo>
                  <a:pt x="1746996" y="1374910"/>
                </a:lnTo>
                <a:lnTo>
                  <a:pt x="1749159" y="1374910"/>
                </a:lnTo>
                <a:lnTo>
                  <a:pt x="1751312" y="1374910"/>
                </a:lnTo>
                <a:lnTo>
                  <a:pt x="1753475" y="1374910"/>
                </a:lnTo>
                <a:lnTo>
                  <a:pt x="1755638" y="1374910"/>
                </a:lnTo>
                <a:lnTo>
                  <a:pt x="1757801" y="1374910"/>
                </a:lnTo>
                <a:lnTo>
                  <a:pt x="1759964" y="1374910"/>
                </a:lnTo>
                <a:lnTo>
                  <a:pt x="1762127" y="1374910"/>
                </a:lnTo>
                <a:lnTo>
                  <a:pt x="1764290" y="1374910"/>
                </a:lnTo>
                <a:lnTo>
                  <a:pt x="1766454" y="1374910"/>
                </a:lnTo>
                <a:lnTo>
                  <a:pt x="1768617" y="1374910"/>
                </a:lnTo>
                <a:lnTo>
                  <a:pt x="1770780" y="1374910"/>
                </a:lnTo>
                <a:lnTo>
                  <a:pt x="1772933" y="1374910"/>
                </a:lnTo>
                <a:lnTo>
                  <a:pt x="1775096" y="1374910"/>
                </a:lnTo>
                <a:lnTo>
                  <a:pt x="1777259" y="1374910"/>
                </a:lnTo>
                <a:lnTo>
                  <a:pt x="1779422" y="1374910"/>
                </a:lnTo>
                <a:lnTo>
                  <a:pt x="1781585" y="1374910"/>
                </a:lnTo>
                <a:lnTo>
                  <a:pt x="1783748" y="1374910"/>
                </a:lnTo>
                <a:lnTo>
                  <a:pt x="1785911" y="1374910"/>
                </a:lnTo>
                <a:lnTo>
                  <a:pt x="1788075" y="1374910"/>
                </a:lnTo>
                <a:lnTo>
                  <a:pt x="1790238" y="1374910"/>
                </a:lnTo>
                <a:lnTo>
                  <a:pt x="1792401" y="1374910"/>
                </a:lnTo>
                <a:lnTo>
                  <a:pt x="1794554" y="1374910"/>
                </a:lnTo>
                <a:lnTo>
                  <a:pt x="1796717" y="1374910"/>
                </a:lnTo>
                <a:lnTo>
                  <a:pt x="1798880" y="1374910"/>
                </a:lnTo>
                <a:lnTo>
                  <a:pt x="1801043" y="1374910"/>
                </a:lnTo>
                <a:lnTo>
                  <a:pt x="1803206" y="1374910"/>
                </a:lnTo>
                <a:lnTo>
                  <a:pt x="1805370" y="1374910"/>
                </a:lnTo>
                <a:lnTo>
                  <a:pt x="1807533" y="1374910"/>
                </a:lnTo>
                <a:lnTo>
                  <a:pt x="1809696" y="1374910"/>
                </a:lnTo>
                <a:lnTo>
                  <a:pt x="1811859" y="1374910"/>
                </a:lnTo>
                <a:lnTo>
                  <a:pt x="1814022" y="1374910"/>
                </a:lnTo>
                <a:lnTo>
                  <a:pt x="1816175" y="1374910"/>
                </a:lnTo>
                <a:lnTo>
                  <a:pt x="1818338" y="1374910"/>
                </a:lnTo>
                <a:lnTo>
                  <a:pt x="1820501" y="1374910"/>
                </a:lnTo>
                <a:lnTo>
                  <a:pt x="1822664" y="1374910"/>
                </a:lnTo>
                <a:lnTo>
                  <a:pt x="1824827" y="1374910"/>
                </a:lnTo>
                <a:lnTo>
                  <a:pt x="1826991" y="1374910"/>
                </a:lnTo>
                <a:lnTo>
                  <a:pt x="1829154" y="1374910"/>
                </a:lnTo>
                <a:lnTo>
                  <a:pt x="1831317" y="1374910"/>
                </a:lnTo>
                <a:lnTo>
                  <a:pt x="1833480" y="1374910"/>
                </a:lnTo>
                <a:lnTo>
                  <a:pt x="1835643" y="1374910"/>
                </a:lnTo>
                <a:lnTo>
                  <a:pt x="1837796" y="1374910"/>
                </a:lnTo>
                <a:lnTo>
                  <a:pt x="1839959" y="1374910"/>
                </a:lnTo>
                <a:lnTo>
                  <a:pt x="1842122" y="1374910"/>
                </a:lnTo>
                <a:lnTo>
                  <a:pt x="1844285" y="1374910"/>
                </a:lnTo>
                <a:lnTo>
                  <a:pt x="1846449" y="1374910"/>
                </a:lnTo>
                <a:lnTo>
                  <a:pt x="1848612" y="1374910"/>
                </a:lnTo>
                <a:lnTo>
                  <a:pt x="1850775" y="1374910"/>
                </a:lnTo>
                <a:lnTo>
                  <a:pt x="1852938" y="1374910"/>
                </a:lnTo>
                <a:lnTo>
                  <a:pt x="1855101" y="1374910"/>
                </a:lnTo>
                <a:lnTo>
                  <a:pt x="1857264" y="1374910"/>
                </a:lnTo>
                <a:lnTo>
                  <a:pt x="1859417" y="1374910"/>
                </a:lnTo>
                <a:lnTo>
                  <a:pt x="1861580" y="1374910"/>
                </a:lnTo>
                <a:lnTo>
                  <a:pt x="1863744" y="1374910"/>
                </a:lnTo>
                <a:lnTo>
                  <a:pt x="1865907" y="1374910"/>
                </a:lnTo>
                <a:lnTo>
                  <a:pt x="1868070" y="1374910"/>
                </a:lnTo>
                <a:lnTo>
                  <a:pt x="1870233" y="1374910"/>
                </a:lnTo>
                <a:lnTo>
                  <a:pt x="1872396" y="1374910"/>
                </a:lnTo>
                <a:lnTo>
                  <a:pt x="1874559" y="1374910"/>
                </a:lnTo>
                <a:lnTo>
                  <a:pt x="1876722" y="1374910"/>
                </a:lnTo>
                <a:lnTo>
                  <a:pt x="1878885" y="1374910"/>
                </a:lnTo>
                <a:lnTo>
                  <a:pt x="1881038" y="1374910"/>
                </a:lnTo>
                <a:lnTo>
                  <a:pt x="1883202" y="1374910"/>
                </a:lnTo>
                <a:lnTo>
                  <a:pt x="1885365" y="1374910"/>
                </a:lnTo>
                <a:lnTo>
                  <a:pt x="1887528" y="1374910"/>
                </a:lnTo>
                <a:lnTo>
                  <a:pt x="1889691" y="1374910"/>
                </a:lnTo>
                <a:lnTo>
                  <a:pt x="1891854" y="1374910"/>
                </a:lnTo>
                <a:lnTo>
                  <a:pt x="1894017" y="1374910"/>
                </a:lnTo>
                <a:lnTo>
                  <a:pt x="1896180" y="1374910"/>
                </a:lnTo>
                <a:lnTo>
                  <a:pt x="1898343" y="1374910"/>
                </a:lnTo>
                <a:lnTo>
                  <a:pt x="1900507" y="1374910"/>
                </a:lnTo>
                <a:lnTo>
                  <a:pt x="1902659" y="1374910"/>
                </a:lnTo>
                <a:lnTo>
                  <a:pt x="1904823" y="1374910"/>
                </a:lnTo>
                <a:lnTo>
                  <a:pt x="1906986" y="1374910"/>
                </a:lnTo>
                <a:lnTo>
                  <a:pt x="1909149" y="1374910"/>
                </a:lnTo>
                <a:lnTo>
                  <a:pt x="1911312" y="1374910"/>
                </a:lnTo>
                <a:lnTo>
                  <a:pt x="1913475" y="1374910"/>
                </a:lnTo>
                <a:lnTo>
                  <a:pt x="1915638" y="1374910"/>
                </a:lnTo>
                <a:lnTo>
                  <a:pt x="1917802" y="1374910"/>
                </a:lnTo>
                <a:lnTo>
                  <a:pt x="1919965" y="1374910"/>
                </a:lnTo>
                <a:lnTo>
                  <a:pt x="1922128" y="1374910"/>
                </a:lnTo>
                <a:lnTo>
                  <a:pt x="1924281" y="1374910"/>
                </a:lnTo>
                <a:lnTo>
                  <a:pt x="1926444" y="1374910"/>
                </a:lnTo>
                <a:lnTo>
                  <a:pt x="1928607" y="1374910"/>
                </a:lnTo>
                <a:lnTo>
                  <a:pt x="1930770" y="1374910"/>
                </a:lnTo>
                <a:lnTo>
                  <a:pt x="1932933" y="1374910"/>
                </a:lnTo>
                <a:lnTo>
                  <a:pt x="1935096" y="1374910"/>
                </a:lnTo>
                <a:lnTo>
                  <a:pt x="1937260" y="1374910"/>
                </a:lnTo>
                <a:lnTo>
                  <a:pt x="1939423" y="1374910"/>
                </a:lnTo>
                <a:lnTo>
                  <a:pt x="1941586" y="1374910"/>
                </a:lnTo>
                <a:lnTo>
                  <a:pt x="1943749" y="1374910"/>
                </a:lnTo>
                <a:lnTo>
                  <a:pt x="1945902" y="1374910"/>
                </a:lnTo>
                <a:lnTo>
                  <a:pt x="1948065" y="1374910"/>
                </a:lnTo>
                <a:lnTo>
                  <a:pt x="1950228" y="1374910"/>
                </a:lnTo>
                <a:lnTo>
                  <a:pt x="1952391" y="1374910"/>
                </a:lnTo>
                <a:lnTo>
                  <a:pt x="1954554" y="1374910"/>
                </a:lnTo>
                <a:lnTo>
                  <a:pt x="1956717" y="1374910"/>
                </a:lnTo>
                <a:lnTo>
                  <a:pt x="1958881" y="1374910"/>
                </a:lnTo>
                <a:lnTo>
                  <a:pt x="1961044" y="1374910"/>
                </a:lnTo>
                <a:lnTo>
                  <a:pt x="1963207" y="1374910"/>
                </a:lnTo>
                <a:lnTo>
                  <a:pt x="1965370" y="1374910"/>
                </a:lnTo>
                <a:lnTo>
                  <a:pt x="1967523" y="1374910"/>
                </a:lnTo>
                <a:lnTo>
                  <a:pt x="1969686" y="1374910"/>
                </a:lnTo>
                <a:lnTo>
                  <a:pt x="1971849" y="1374910"/>
                </a:lnTo>
                <a:lnTo>
                  <a:pt x="1974012" y="1374910"/>
                </a:lnTo>
                <a:lnTo>
                  <a:pt x="1976175" y="1374910"/>
                </a:lnTo>
                <a:lnTo>
                  <a:pt x="1978339" y="1374910"/>
                </a:lnTo>
                <a:lnTo>
                  <a:pt x="1980502" y="1374910"/>
                </a:lnTo>
                <a:lnTo>
                  <a:pt x="1982665" y="1374910"/>
                </a:lnTo>
                <a:lnTo>
                  <a:pt x="1984828" y="1374910"/>
                </a:lnTo>
                <a:lnTo>
                  <a:pt x="1986991" y="1374910"/>
                </a:lnTo>
                <a:lnTo>
                  <a:pt x="1989144" y="1374910"/>
                </a:lnTo>
                <a:lnTo>
                  <a:pt x="1991307" y="1374910"/>
                </a:lnTo>
                <a:lnTo>
                  <a:pt x="1993470" y="1374910"/>
                </a:lnTo>
                <a:lnTo>
                  <a:pt x="1995633" y="1374910"/>
                </a:lnTo>
                <a:lnTo>
                  <a:pt x="1997797" y="1374910"/>
                </a:lnTo>
                <a:lnTo>
                  <a:pt x="1999960" y="1374910"/>
                </a:lnTo>
                <a:lnTo>
                  <a:pt x="2002123" y="1374910"/>
                </a:lnTo>
                <a:lnTo>
                  <a:pt x="2004286" y="1374910"/>
                </a:lnTo>
                <a:lnTo>
                  <a:pt x="2006449" y="1374910"/>
                </a:lnTo>
                <a:lnTo>
                  <a:pt x="2008612" y="1374910"/>
                </a:lnTo>
                <a:lnTo>
                  <a:pt x="2010765" y="1374910"/>
                </a:lnTo>
                <a:lnTo>
                  <a:pt x="2012928" y="1374910"/>
                </a:lnTo>
                <a:lnTo>
                  <a:pt x="2015092" y="1374910"/>
                </a:lnTo>
                <a:lnTo>
                  <a:pt x="2017254" y="1374910"/>
                </a:lnTo>
                <a:lnTo>
                  <a:pt x="2019418" y="1374910"/>
                </a:lnTo>
                <a:lnTo>
                  <a:pt x="2021581" y="1374910"/>
                </a:lnTo>
                <a:lnTo>
                  <a:pt x="2023744" y="1374910"/>
                </a:lnTo>
                <a:lnTo>
                  <a:pt x="2025907" y="1374910"/>
                </a:lnTo>
                <a:lnTo>
                  <a:pt x="2028070" y="1374910"/>
                </a:lnTo>
                <a:lnTo>
                  <a:pt x="2030233" y="1374910"/>
                </a:lnTo>
                <a:lnTo>
                  <a:pt x="2032386" y="1374910"/>
                </a:lnTo>
                <a:lnTo>
                  <a:pt x="2034550" y="1374910"/>
                </a:lnTo>
                <a:lnTo>
                  <a:pt x="2036713" y="1374910"/>
                </a:lnTo>
                <a:lnTo>
                  <a:pt x="2038876" y="1374910"/>
                </a:lnTo>
                <a:lnTo>
                  <a:pt x="2041039" y="1374910"/>
                </a:lnTo>
                <a:lnTo>
                  <a:pt x="2043202" y="1374910"/>
                </a:lnTo>
                <a:lnTo>
                  <a:pt x="2045365" y="1374910"/>
                </a:lnTo>
                <a:lnTo>
                  <a:pt x="2047528" y="1374910"/>
                </a:lnTo>
                <a:lnTo>
                  <a:pt x="2049691" y="1374910"/>
                </a:lnTo>
                <a:lnTo>
                  <a:pt x="2051855" y="1374910"/>
                </a:lnTo>
                <a:lnTo>
                  <a:pt x="2054007" y="1374910"/>
                </a:lnTo>
                <a:lnTo>
                  <a:pt x="2056171" y="1374910"/>
                </a:lnTo>
                <a:lnTo>
                  <a:pt x="2058334" y="1374910"/>
                </a:lnTo>
                <a:lnTo>
                  <a:pt x="2060497" y="1374910"/>
                </a:lnTo>
                <a:lnTo>
                  <a:pt x="2062660" y="1374910"/>
                </a:lnTo>
                <a:lnTo>
                  <a:pt x="2064823" y="1374910"/>
                </a:lnTo>
                <a:lnTo>
                  <a:pt x="2066986" y="1374910"/>
                </a:lnTo>
                <a:lnTo>
                  <a:pt x="2069150" y="1374910"/>
                </a:lnTo>
                <a:lnTo>
                  <a:pt x="2071313" y="1374910"/>
                </a:lnTo>
                <a:lnTo>
                  <a:pt x="2073476" y="1374910"/>
                </a:lnTo>
                <a:lnTo>
                  <a:pt x="2075629" y="1374910"/>
                </a:lnTo>
                <a:lnTo>
                  <a:pt x="2077792" y="1374910"/>
                </a:lnTo>
                <a:lnTo>
                  <a:pt x="2079955" y="1374910"/>
                </a:lnTo>
                <a:lnTo>
                  <a:pt x="2082118" y="1374910"/>
                </a:lnTo>
                <a:lnTo>
                  <a:pt x="2084281" y="1374910"/>
                </a:lnTo>
                <a:lnTo>
                  <a:pt x="2086444" y="1374910"/>
                </a:lnTo>
                <a:lnTo>
                  <a:pt x="2088608" y="1374910"/>
                </a:lnTo>
                <a:lnTo>
                  <a:pt x="2090771" y="1374910"/>
                </a:lnTo>
                <a:lnTo>
                  <a:pt x="2092934" y="1374910"/>
                </a:lnTo>
                <a:lnTo>
                  <a:pt x="2095097" y="1374910"/>
                </a:lnTo>
                <a:lnTo>
                  <a:pt x="2097250" y="1374910"/>
                </a:lnTo>
                <a:lnTo>
                  <a:pt x="2099413" y="1374910"/>
                </a:lnTo>
                <a:lnTo>
                  <a:pt x="2101576" y="1374910"/>
                </a:lnTo>
                <a:lnTo>
                  <a:pt x="2103739" y="1374910"/>
                </a:lnTo>
                <a:lnTo>
                  <a:pt x="2105902" y="1374910"/>
                </a:lnTo>
                <a:lnTo>
                  <a:pt x="2108066" y="1374910"/>
                </a:lnTo>
                <a:lnTo>
                  <a:pt x="2110229" y="1374910"/>
                </a:lnTo>
                <a:lnTo>
                  <a:pt x="2112392" y="1374910"/>
                </a:lnTo>
                <a:lnTo>
                  <a:pt x="2114555" y="1374910"/>
                </a:lnTo>
                <a:lnTo>
                  <a:pt x="2116718" y="1374910"/>
                </a:lnTo>
                <a:lnTo>
                  <a:pt x="2118871" y="1374910"/>
                </a:lnTo>
                <a:lnTo>
                  <a:pt x="2121034" y="1374910"/>
                </a:lnTo>
                <a:lnTo>
                  <a:pt x="2123197" y="1374910"/>
                </a:lnTo>
                <a:lnTo>
                  <a:pt x="2125360" y="1374910"/>
                </a:lnTo>
                <a:lnTo>
                  <a:pt x="2127523" y="1374910"/>
                </a:lnTo>
                <a:lnTo>
                  <a:pt x="2129687" y="1374910"/>
                </a:lnTo>
                <a:lnTo>
                  <a:pt x="2131850" y="1374910"/>
                </a:lnTo>
                <a:lnTo>
                  <a:pt x="2134013" y="1374910"/>
                </a:lnTo>
                <a:lnTo>
                  <a:pt x="2136176" y="1374910"/>
                </a:lnTo>
                <a:lnTo>
                  <a:pt x="2138339" y="1374910"/>
                </a:lnTo>
                <a:lnTo>
                  <a:pt x="2140492" y="1374910"/>
                </a:lnTo>
                <a:lnTo>
                  <a:pt x="2142655" y="1374910"/>
                </a:lnTo>
                <a:lnTo>
                  <a:pt x="2144818" y="1374910"/>
                </a:lnTo>
                <a:lnTo>
                  <a:pt x="2146981" y="1374910"/>
                </a:lnTo>
                <a:lnTo>
                  <a:pt x="2149145" y="1374910"/>
                </a:lnTo>
                <a:lnTo>
                  <a:pt x="2151308" y="1374910"/>
                </a:lnTo>
                <a:lnTo>
                  <a:pt x="2153471" y="1374910"/>
                </a:lnTo>
                <a:lnTo>
                  <a:pt x="2155634" y="1374910"/>
                </a:lnTo>
                <a:lnTo>
                  <a:pt x="2157797" y="1374910"/>
                </a:lnTo>
                <a:lnTo>
                  <a:pt x="2159960" y="1374910"/>
                </a:lnTo>
              </a:path>
            </a:pathLst>
          </a:custGeom>
          <a:noFill/>
          <a:ln w="12383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062" name="Group 3061">
            <a:extLst>
              <a:ext uri="{FF2B5EF4-FFF2-40B4-BE49-F238E27FC236}">
                <a16:creationId xmlns:a16="http://schemas.microsoft.com/office/drawing/2014/main" id="{4D08F2E7-0EE6-F4CD-C2C8-5A3AEE19962C}"/>
              </a:ext>
            </a:extLst>
          </p:cNvPr>
          <p:cNvGrpSpPr/>
          <p:nvPr/>
        </p:nvGrpSpPr>
        <p:grpSpPr>
          <a:xfrm>
            <a:off x="2523285" y="3564234"/>
            <a:ext cx="505990" cy="386361"/>
            <a:chOff x="2523285" y="3564234"/>
            <a:chExt cx="505990" cy="386361"/>
          </a:xfrm>
        </p:grpSpPr>
        <p:sp>
          <p:nvSpPr>
            <p:cNvPr id="3036" name="Freeform 3035">
              <a:extLst>
                <a:ext uri="{FF2B5EF4-FFF2-40B4-BE49-F238E27FC236}">
                  <a16:creationId xmlns:a16="http://schemas.microsoft.com/office/drawing/2014/main" id="{F5AB17D3-FCFF-C538-4E11-D6554FE08841}"/>
                </a:ext>
              </a:extLst>
            </p:cNvPr>
            <p:cNvSpPr/>
            <p:nvPr/>
          </p:nvSpPr>
          <p:spPr>
            <a:xfrm>
              <a:off x="2523285" y="3564234"/>
              <a:ext cx="505990" cy="386361"/>
            </a:xfrm>
            <a:custGeom>
              <a:avLst/>
              <a:gdLst>
                <a:gd name="csX0" fmla="*/ 0 w 505990"/>
                <a:gd name="csY0" fmla="*/ 386362 h 386361"/>
                <a:gd name="csX1" fmla="*/ 505990 w 505990"/>
                <a:gd name="csY1" fmla="*/ 386362 h 386361"/>
                <a:gd name="csX2" fmla="*/ 505990 w 505990"/>
                <a:gd name="csY2" fmla="*/ 0 h 386361"/>
                <a:gd name="csX3" fmla="*/ 0 w 505990"/>
                <a:gd name="csY3" fmla="*/ 0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5990" h="386361">
                  <a:moveTo>
                    <a:pt x="0" y="386362"/>
                  </a:moveTo>
                  <a:lnTo>
                    <a:pt x="505990" y="386362"/>
                  </a:lnTo>
                  <a:lnTo>
                    <a:pt x="5059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7" name="Freeform 3036">
              <a:extLst>
                <a:ext uri="{FF2B5EF4-FFF2-40B4-BE49-F238E27FC236}">
                  <a16:creationId xmlns:a16="http://schemas.microsoft.com/office/drawing/2014/main" id="{D11AAC30-3151-A6D4-E468-9396CAF38428}"/>
                </a:ext>
              </a:extLst>
            </p:cNvPr>
            <p:cNvSpPr/>
            <p:nvPr/>
          </p:nvSpPr>
          <p:spPr>
            <a:xfrm>
              <a:off x="2523285" y="3564234"/>
              <a:ext cx="505990" cy="386361"/>
            </a:xfrm>
            <a:custGeom>
              <a:avLst/>
              <a:gdLst>
                <a:gd name="csX0" fmla="*/ 0 w 505990"/>
                <a:gd name="csY0" fmla="*/ 386362 h 386361"/>
                <a:gd name="csX1" fmla="*/ 505990 w 505990"/>
                <a:gd name="csY1" fmla="*/ 386362 h 386361"/>
                <a:gd name="csX2" fmla="*/ 505990 w 505990"/>
                <a:gd name="csY2" fmla="*/ 0 h 386361"/>
                <a:gd name="csX3" fmla="*/ 0 w 505990"/>
                <a:gd name="csY3" fmla="*/ 0 h 386361"/>
                <a:gd name="csX4" fmla="*/ 0 w 505990"/>
                <a:gd name="csY4" fmla="*/ 386362 h 386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90" h="386361">
                  <a:moveTo>
                    <a:pt x="0" y="386362"/>
                  </a:moveTo>
                  <a:lnTo>
                    <a:pt x="505990" y="386362"/>
                  </a:lnTo>
                  <a:lnTo>
                    <a:pt x="505990" y="0"/>
                  </a:lnTo>
                  <a:lnTo>
                    <a:pt x="0" y="0"/>
                  </a:lnTo>
                  <a:lnTo>
                    <a:pt x="0" y="386362"/>
                  </a:lnTo>
                </a:path>
              </a:pathLst>
            </a:custGeom>
            <a:noFill/>
            <a:ln w="412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8" name="Freeform 3037">
              <a:extLst>
                <a:ext uri="{FF2B5EF4-FFF2-40B4-BE49-F238E27FC236}">
                  <a16:creationId xmlns:a16="http://schemas.microsoft.com/office/drawing/2014/main" id="{09C36781-CA89-7096-248D-9375BFC81144}"/>
                </a:ext>
              </a:extLst>
            </p:cNvPr>
            <p:cNvSpPr/>
            <p:nvPr/>
          </p:nvSpPr>
          <p:spPr>
            <a:xfrm>
              <a:off x="2547286" y="3622189"/>
              <a:ext cx="143989" cy="77272"/>
            </a:xfrm>
            <a:custGeom>
              <a:avLst/>
              <a:gdLst>
                <a:gd name="csX0" fmla="*/ 0 w 143989"/>
                <a:gd name="csY0" fmla="*/ 77272 h 77272"/>
                <a:gd name="csX1" fmla="*/ 143989 w 143989"/>
                <a:gd name="csY1" fmla="*/ 77272 h 77272"/>
                <a:gd name="csX2" fmla="*/ 143989 w 143989"/>
                <a:gd name="csY2" fmla="*/ 0 h 77272"/>
                <a:gd name="csX3" fmla="*/ 0 w 143989"/>
                <a:gd name="csY3" fmla="*/ 0 h 77272"/>
                <a:gd name="csX4" fmla="*/ 0 w 143989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989" h="77272">
                  <a:moveTo>
                    <a:pt x="0" y="77272"/>
                  </a:moveTo>
                  <a:lnTo>
                    <a:pt x="143989" y="77272"/>
                  </a:lnTo>
                  <a:lnTo>
                    <a:pt x="143989" y="0"/>
                  </a:lnTo>
                  <a:lnTo>
                    <a:pt x="0" y="0"/>
                  </a:lnTo>
                  <a:lnTo>
                    <a:pt x="0" y="77272"/>
                  </a:lnTo>
                  <a:close/>
                </a:path>
              </a:pathLst>
            </a:custGeom>
            <a:solidFill>
              <a:srgbClr val="009AF9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9" name="Freeform 3038">
              <a:extLst>
                <a:ext uri="{FF2B5EF4-FFF2-40B4-BE49-F238E27FC236}">
                  <a16:creationId xmlns:a16="http://schemas.microsoft.com/office/drawing/2014/main" id="{F7C7AC75-B96A-C50C-521D-513784800731}"/>
                </a:ext>
              </a:extLst>
            </p:cNvPr>
            <p:cNvSpPr/>
            <p:nvPr/>
          </p:nvSpPr>
          <p:spPr>
            <a:xfrm>
              <a:off x="2547286" y="3622189"/>
              <a:ext cx="143989" cy="77272"/>
            </a:xfrm>
            <a:custGeom>
              <a:avLst/>
              <a:gdLst>
                <a:gd name="csX0" fmla="*/ 0 w 143989"/>
                <a:gd name="csY0" fmla="*/ 77272 h 77272"/>
                <a:gd name="csX1" fmla="*/ 143989 w 143989"/>
                <a:gd name="csY1" fmla="*/ 77272 h 77272"/>
                <a:gd name="csX2" fmla="*/ 143989 w 143989"/>
                <a:gd name="csY2" fmla="*/ 0 h 77272"/>
                <a:gd name="csX3" fmla="*/ 0 w 143989"/>
                <a:gd name="csY3" fmla="*/ 0 h 77272"/>
                <a:gd name="csX4" fmla="*/ 0 w 143989"/>
                <a:gd name="csY4" fmla="*/ 77272 h 77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3989" h="77272">
                  <a:moveTo>
                    <a:pt x="0" y="77272"/>
                  </a:moveTo>
                  <a:lnTo>
                    <a:pt x="143989" y="77272"/>
                  </a:lnTo>
                  <a:lnTo>
                    <a:pt x="143989" y="0"/>
                  </a:lnTo>
                  <a:lnTo>
                    <a:pt x="0" y="0"/>
                  </a:lnTo>
                  <a:lnTo>
                    <a:pt x="0" y="77272"/>
                  </a:lnTo>
                </a:path>
              </a:pathLst>
            </a:custGeom>
            <a:noFill/>
            <a:ln w="619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0" name="Freeform 3039">
              <a:extLst>
                <a:ext uri="{FF2B5EF4-FFF2-40B4-BE49-F238E27FC236}">
                  <a16:creationId xmlns:a16="http://schemas.microsoft.com/office/drawing/2014/main" id="{B4D1F0F6-3325-1A60-812B-6423C167F5D3}"/>
                </a:ext>
              </a:extLst>
            </p:cNvPr>
            <p:cNvSpPr/>
            <p:nvPr/>
          </p:nvSpPr>
          <p:spPr>
            <a:xfrm>
              <a:off x="2715277" y="3620815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4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4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4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3 h 32908"/>
                <a:gd name="csX31" fmla="*/ 31640 w 58146"/>
                <a:gd name="csY31" fmla="*/ 27236 h 32908"/>
                <a:gd name="csX32" fmla="*/ 32551 w 58146"/>
                <a:gd name="csY32" fmla="*/ 30144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4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3 h 32908"/>
                <a:gd name="csX45" fmla="*/ 10950 w 58146"/>
                <a:gd name="csY45" fmla="*/ 27236 h 32908"/>
                <a:gd name="csX46" fmla="*/ 11851 w 58146"/>
                <a:gd name="csY46" fmla="*/ 30144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4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799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4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4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09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6"/>
                    <a:pt x="31640" y="13563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4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4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6"/>
                    <a:pt x="10950" y="13563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4"/>
                  </a:cubicBezTo>
                  <a:cubicBezTo>
                    <a:pt x="12485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1" name="Freeform 3040">
              <a:extLst>
                <a:ext uri="{FF2B5EF4-FFF2-40B4-BE49-F238E27FC236}">
                  <a16:creationId xmlns:a16="http://schemas.microsoft.com/office/drawing/2014/main" id="{60C58696-EDA1-D81D-2531-EE9A6D41CE45}"/>
                </a:ext>
              </a:extLst>
            </p:cNvPr>
            <p:cNvSpPr/>
            <p:nvPr/>
          </p:nvSpPr>
          <p:spPr>
            <a:xfrm>
              <a:off x="2777874" y="3620342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7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4 h 34218"/>
                <a:gd name="csX34" fmla="*/ 12731 w 24332"/>
                <a:gd name="csY34" fmla="*/ 13199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2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4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7"/>
                  </a:cubicBezTo>
                  <a:cubicBezTo>
                    <a:pt x="4223" y="4242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4"/>
                  </a:cubicBezTo>
                  <a:cubicBezTo>
                    <a:pt x="10719" y="12775"/>
                    <a:pt x="11592" y="12957"/>
                    <a:pt x="12731" y="13199"/>
                  </a:cubicBezTo>
                  <a:cubicBezTo>
                    <a:pt x="16705" y="13951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2" name="Freeform 3041">
              <a:extLst>
                <a:ext uri="{FF2B5EF4-FFF2-40B4-BE49-F238E27FC236}">
                  <a16:creationId xmlns:a16="http://schemas.microsoft.com/office/drawing/2014/main" id="{FDC81D21-091F-6E97-5D78-8A0BD2A01C47}"/>
                </a:ext>
              </a:extLst>
            </p:cNvPr>
            <p:cNvSpPr/>
            <p:nvPr/>
          </p:nvSpPr>
          <p:spPr>
            <a:xfrm>
              <a:off x="2803925" y="3619979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4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3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1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5"/>
                    <a:pt x="607" y="36544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5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4" y="4375"/>
                    <a:pt x="29704" y="3745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3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1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1"/>
                    <a:pt x="5092" y="43465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3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3" name="Freeform 3042">
              <a:extLst>
                <a:ext uri="{FF2B5EF4-FFF2-40B4-BE49-F238E27FC236}">
                  <a16:creationId xmlns:a16="http://schemas.microsoft.com/office/drawing/2014/main" id="{47171C56-1AF8-DB08-41E5-37A1514D6B43}"/>
                </a:ext>
              </a:extLst>
            </p:cNvPr>
            <p:cNvSpPr/>
            <p:nvPr/>
          </p:nvSpPr>
          <p:spPr>
            <a:xfrm>
              <a:off x="2845573" y="3654013"/>
              <a:ext cx="25988" cy="47446"/>
            </a:xfrm>
            <a:custGeom>
              <a:avLst/>
              <a:gdLst>
                <a:gd name="csX0" fmla="*/ 25989 w 25988"/>
                <a:gd name="csY0" fmla="*/ 3589 h 47446"/>
                <a:gd name="csX1" fmla="*/ 25099 w 25988"/>
                <a:gd name="csY1" fmla="*/ 5854 h 47446"/>
                <a:gd name="csX2" fmla="*/ 23143 w 25988"/>
                <a:gd name="csY2" fmla="*/ 6720 h 47446"/>
                <a:gd name="csX3" fmla="*/ 21766 w 25988"/>
                <a:gd name="csY3" fmla="*/ 6236 h 47446"/>
                <a:gd name="csX4" fmla="*/ 21207 w 25988"/>
                <a:gd name="csY4" fmla="*/ 4913 h 47446"/>
                <a:gd name="csX5" fmla="*/ 21870 w 25988"/>
                <a:gd name="csY5" fmla="*/ 3131 h 47446"/>
                <a:gd name="csX6" fmla="*/ 24033 w 25988"/>
                <a:gd name="csY6" fmla="*/ 2088 h 47446"/>
                <a:gd name="csX7" fmla="*/ 21466 w 25988"/>
                <a:gd name="csY7" fmla="*/ 1146 h 47446"/>
                <a:gd name="csX8" fmla="*/ 20007 w 25988"/>
                <a:gd name="csY8" fmla="*/ 1655 h 47446"/>
                <a:gd name="csX9" fmla="*/ 19013 w 25988"/>
                <a:gd name="csY9" fmla="*/ 2927 h 47446"/>
                <a:gd name="csX10" fmla="*/ 17771 w 25988"/>
                <a:gd name="csY10" fmla="*/ 8349 h 47446"/>
                <a:gd name="csX11" fmla="*/ 17233 w 25988"/>
                <a:gd name="csY11" fmla="*/ 11302 h 47446"/>
                <a:gd name="csX12" fmla="*/ 16674 w 25988"/>
                <a:gd name="csY12" fmla="*/ 14280 h 47446"/>
                <a:gd name="csX13" fmla="*/ 21000 w 25988"/>
                <a:gd name="csY13" fmla="*/ 14280 h 47446"/>
                <a:gd name="csX14" fmla="*/ 21787 w 25988"/>
                <a:gd name="csY14" fmla="*/ 14306 h 47446"/>
                <a:gd name="csX15" fmla="*/ 22201 w 25988"/>
                <a:gd name="csY15" fmla="*/ 14458 h 47446"/>
                <a:gd name="csX16" fmla="*/ 22408 w 25988"/>
                <a:gd name="csY16" fmla="*/ 14866 h 47446"/>
                <a:gd name="csX17" fmla="*/ 22077 w 25988"/>
                <a:gd name="csY17" fmla="*/ 15756 h 47446"/>
                <a:gd name="csX18" fmla="*/ 20845 w 25988"/>
                <a:gd name="csY18" fmla="*/ 15909 h 47446"/>
                <a:gd name="csX19" fmla="*/ 16374 w 25988"/>
                <a:gd name="csY19" fmla="*/ 15909 h 47446"/>
                <a:gd name="csX20" fmla="*/ 13238 w 25988"/>
                <a:gd name="csY20" fmla="*/ 32429 h 47446"/>
                <a:gd name="csX21" fmla="*/ 12834 w 25988"/>
                <a:gd name="csY21" fmla="*/ 34440 h 47446"/>
                <a:gd name="csX22" fmla="*/ 11789 w 25988"/>
                <a:gd name="csY22" fmla="*/ 38411 h 47446"/>
                <a:gd name="csX23" fmla="*/ 10309 w 25988"/>
                <a:gd name="csY23" fmla="*/ 42381 h 47446"/>
                <a:gd name="csX24" fmla="*/ 9367 w 25988"/>
                <a:gd name="csY24" fmla="*/ 44010 h 47446"/>
                <a:gd name="csX25" fmla="*/ 8125 w 25988"/>
                <a:gd name="csY25" fmla="*/ 45639 h 47446"/>
                <a:gd name="csX26" fmla="*/ 6417 w 25988"/>
                <a:gd name="csY26" fmla="*/ 46938 h 47446"/>
                <a:gd name="csX27" fmla="*/ 4430 w 25988"/>
                <a:gd name="csY27" fmla="*/ 47446 h 47446"/>
                <a:gd name="csX28" fmla="*/ 1356 w 25988"/>
                <a:gd name="csY28" fmla="*/ 46480 h 47446"/>
                <a:gd name="csX29" fmla="*/ 0 w 25988"/>
                <a:gd name="csY29" fmla="*/ 43858 h 47446"/>
                <a:gd name="csX30" fmla="*/ 869 w 25988"/>
                <a:gd name="csY30" fmla="*/ 41592 h 47446"/>
                <a:gd name="csX31" fmla="*/ 2857 w 25988"/>
                <a:gd name="csY31" fmla="*/ 40727 h 47446"/>
                <a:gd name="csX32" fmla="*/ 4202 w 25988"/>
                <a:gd name="csY32" fmla="*/ 41211 h 47446"/>
                <a:gd name="csX33" fmla="*/ 4792 w 25988"/>
                <a:gd name="csY33" fmla="*/ 42534 h 47446"/>
                <a:gd name="csX34" fmla="*/ 4657 w 25988"/>
                <a:gd name="csY34" fmla="*/ 43298 h 47446"/>
                <a:gd name="csX35" fmla="*/ 4254 w 25988"/>
                <a:gd name="csY35" fmla="*/ 44163 h 47446"/>
                <a:gd name="csX36" fmla="*/ 3364 w 25988"/>
                <a:gd name="csY36" fmla="*/ 44978 h 47446"/>
                <a:gd name="csX37" fmla="*/ 1915 w 25988"/>
                <a:gd name="csY37" fmla="*/ 45360 h 47446"/>
                <a:gd name="csX38" fmla="*/ 4430 w 25988"/>
                <a:gd name="csY38" fmla="*/ 46302 h 47446"/>
                <a:gd name="csX39" fmla="*/ 5351 w 25988"/>
                <a:gd name="csY39" fmla="*/ 46098 h 47446"/>
                <a:gd name="csX40" fmla="*/ 6137 w 25988"/>
                <a:gd name="csY40" fmla="*/ 45461 h 47446"/>
                <a:gd name="csX41" fmla="*/ 6800 w 25988"/>
                <a:gd name="csY41" fmla="*/ 44545 h 47446"/>
                <a:gd name="csX42" fmla="*/ 7359 w 25988"/>
                <a:gd name="csY42" fmla="*/ 43272 h 47446"/>
                <a:gd name="csX43" fmla="*/ 7814 w 25988"/>
                <a:gd name="csY43" fmla="*/ 41847 h 47446"/>
                <a:gd name="csX44" fmla="*/ 8228 w 25988"/>
                <a:gd name="csY44" fmla="*/ 40141 h 47446"/>
                <a:gd name="csX45" fmla="*/ 8611 w 25988"/>
                <a:gd name="csY45" fmla="*/ 38385 h 47446"/>
                <a:gd name="csX46" fmla="*/ 8963 w 25988"/>
                <a:gd name="csY46" fmla="*/ 36501 h 47446"/>
                <a:gd name="csX47" fmla="*/ 12855 w 25988"/>
                <a:gd name="csY47" fmla="*/ 15909 h 47446"/>
                <a:gd name="csX48" fmla="*/ 9419 w 25988"/>
                <a:gd name="csY48" fmla="*/ 15909 h 47446"/>
                <a:gd name="csX49" fmla="*/ 8559 w 25988"/>
                <a:gd name="csY49" fmla="*/ 15883 h 47446"/>
                <a:gd name="csX50" fmla="*/ 8146 w 25988"/>
                <a:gd name="csY50" fmla="*/ 15731 h 47446"/>
                <a:gd name="csX51" fmla="*/ 7969 w 25988"/>
                <a:gd name="csY51" fmla="*/ 15272 h 47446"/>
                <a:gd name="csX52" fmla="*/ 8177 w 25988"/>
                <a:gd name="csY52" fmla="*/ 14585 h 47446"/>
                <a:gd name="csX53" fmla="*/ 8653 w 25988"/>
                <a:gd name="csY53" fmla="*/ 14331 h 47446"/>
                <a:gd name="csX54" fmla="*/ 9522 w 25988"/>
                <a:gd name="csY54" fmla="*/ 14280 h 47446"/>
                <a:gd name="csX55" fmla="*/ 13134 w 25988"/>
                <a:gd name="csY55" fmla="*/ 14280 h 47446"/>
                <a:gd name="csX56" fmla="*/ 14842 w 25988"/>
                <a:gd name="csY56" fmla="*/ 6109 h 47446"/>
                <a:gd name="csX57" fmla="*/ 16270 w 25988"/>
                <a:gd name="csY57" fmla="*/ 3004 h 47446"/>
                <a:gd name="csX58" fmla="*/ 18102 w 25988"/>
                <a:gd name="csY58" fmla="*/ 1095 h 47446"/>
                <a:gd name="csX59" fmla="*/ 19862 w 25988"/>
                <a:gd name="csY59" fmla="*/ 255 h 47446"/>
                <a:gd name="csX60" fmla="*/ 21466 w 25988"/>
                <a:gd name="csY60" fmla="*/ 0 h 47446"/>
                <a:gd name="csX61" fmla="*/ 24612 w 25988"/>
                <a:gd name="csY61" fmla="*/ 968 h 47446"/>
                <a:gd name="csX62" fmla="*/ 25989 w 25988"/>
                <a:gd name="csY62" fmla="*/ 3589 h 47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6">
                  <a:moveTo>
                    <a:pt x="25989" y="3589"/>
                  </a:moveTo>
                  <a:cubicBezTo>
                    <a:pt x="25989" y="4522"/>
                    <a:pt x="25692" y="5277"/>
                    <a:pt x="25099" y="5854"/>
                  </a:cubicBezTo>
                  <a:cubicBezTo>
                    <a:pt x="24526" y="6431"/>
                    <a:pt x="23874" y="6720"/>
                    <a:pt x="23143" y="6720"/>
                  </a:cubicBezTo>
                  <a:cubicBezTo>
                    <a:pt x="22618" y="6720"/>
                    <a:pt x="22160" y="6559"/>
                    <a:pt x="21766" y="6236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70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5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5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5" y="14289"/>
                    <a:pt x="21787" y="14306"/>
                  </a:cubicBezTo>
                  <a:cubicBezTo>
                    <a:pt x="21945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6"/>
                  </a:cubicBezTo>
                  <a:cubicBezTo>
                    <a:pt x="21870" y="15858"/>
                    <a:pt x="21459" y="15909"/>
                    <a:pt x="2084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1"/>
                    <a:pt x="13055" y="33421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28" y="46182"/>
                    <a:pt x="7059" y="46615"/>
                    <a:pt x="6417" y="46938"/>
                  </a:cubicBezTo>
                  <a:cubicBezTo>
                    <a:pt x="5775" y="47277"/>
                    <a:pt x="5113" y="47446"/>
                    <a:pt x="4430" y="47446"/>
                  </a:cubicBezTo>
                  <a:cubicBezTo>
                    <a:pt x="3278" y="47446"/>
                    <a:pt x="2253" y="47124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8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0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9" y="41440"/>
                    <a:pt x="8077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1" y="15867"/>
                    <a:pt x="8263" y="15816"/>
                    <a:pt x="8146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7" y="14585"/>
                  </a:cubicBezTo>
                  <a:cubicBezTo>
                    <a:pt x="8328" y="14433"/>
                    <a:pt x="8487" y="14348"/>
                    <a:pt x="8653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09"/>
                  </a:cubicBezTo>
                  <a:cubicBezTo>
                    <a:pt x="15214" y="4887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5" y="0"/>
                    <a:pt x="21466" y="0"/>
                  </a:cubicBezTo>
                  <a:cubicBezTo>
                    <a:pt x="22653" y="0"/>
                    <a:pt x="23702" y="323"/>
                    <a:pt x="24612" y="968"/>
                  </a:cubicBezTo>
                  <a:cubicBezTo>
                    <a:pt x="25530" y="1595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4" name="Freeform 3043">
              <a:extLst>
                <a:ext uri="{FF2B5EF4-FFF2-40B4-BE49-F238E27FC236}">
                  <a16:creationId xmlns:a16="http://schemas.microsoft.com/office/drawing/2014/main" id="{710BEB9A-3FD1-0CC6-3930-2F1425EC4B78}"/>
                </a:ext>
              </a:extLst>
            </p:cNvPr>
            <p:cNvSpPr/>
            <p:nvPr/>
          </p:nvSpPr>
          <p:spPr>
            <a:xfrm>
              <a:off x="2885328" y="3664194"/>
              <a:ext cx="46119" cy="27083"/>
            </a:xfrm>
            <a:custGeom>
              <a:avLst/>
              <a:gdLst>
                <a:gd name="csX0" fmla="*/ 45664 w 46119"/>
                <a:gd name="csY0" fmla="*/ 12855 h 27083"/>
                <a:gd name="csX1" fmla="*/ 46119 w 46119"/>
                <a:gd name="csY1" fmla="*/ 13542 h 27083"/>
                <a:gd name="csX2" fmla="*/ 45664 w 46119"/>
                <a:gd name="csY2" fmla="*/ 14229 h 27083"/>
                <a:gd name="csX3" fmla="*/ 38512 w 46119"/>
                <a:gd name="csY3" fmla="*/ 19652 h 27083"/>
                <a:gd name="csX4" fmla="*/ 35480 w 46119"/>
                <a:gd name="csY4" fmla="*/ 26269 h 27083"/>
                <a:gd name="csX5" fmla="*/ 35128 w 46119"/>
                <a:gd name="csY5" fmla="*/ 26855 h 27083"/>
                <a:gd name="csX6" fmla="*/ 34465 w 46119"/>
                <a:gd name="csY6" fmla="*/ 27084 h 27083"/>
                <a:gd name="csX7" fmla="*/ 33720 w 46119"/>
                <a:gd name="csY7" fmla="*/ 26779 h 27083"/>
                <a:gd name="csX8" fmla="*/ 33420 w 46119"/>
                <a:gd name="csY8" fmla="*/ 26065 h 27083"/>
                <a:gd name="csX9" fmla="*/ 33441 w 46119"/>
                <a:gd name="csY9" fmla="*/ 25964 h 27083"/>
                <a:gd name="csX10" fmla="*/ 33472 w 46119"/>
                <a:gd name="csY10" fmla="*/ 25837 h 27083"/>
                <a:gd name="csX11" fmla="*/ 36908 w 46119"/>
                <a:gd name="csY11" fmla="*/ 18328 h 27083"/>
                <a:gd name="csX12" fmla="*/ 40975 w 46119"/>
                <a:gd name="csY12" fmla="*/ 14586 h 27083"/>
                <a:gd name="csX13" fmla="*/ 1045 w 46119"/>
                <a:gd name="csY13" fmla="*/ 14586 h 27083"/>
                <a:gd name="csX14" fmla="*/ 300 w 46119"/>
                <a:gd name="csY14" fmla="*/ 14280 h 27083"/>
                <a:gd name="csX15" fmla="*/ 0 w 46119"/>
                <a:gd name="csY15" fmla="*/ 13542 h 27083"/>
                <a:gd name="csX16" fmla="*/ 300 w 46119"/>
                <a:gd name="csY16" fmla="*/ 12804 h 27083"/>
                <a:gd name="csX17" fmla="*/ 1045 w 46119"/>
                <a:gd name="csY17" fmla="*/ 12499 h 27083"/>
                <a:gd name="csX18" fmla="*/ 40975 w 46119"/>
                <a:gd name="csY18" fmla="*/ 12499 h 27083"/>
                <a:gd name="csX19" fmla="*/ 36908 w 46119"/>
                <a:gd name="csY19" fmla="*/ 8757 h 27083"/>
                <a:gd name="csX20" fmla="*/ 33472 w 46119"/>
                <a:gd name="csY20" fmla="*/ 1247 h 27083"/>
                <a:gd name="csX21" fmla="*/ 33441 w 46119"/>
                <a:gd name="csY21" fmla="*/ 1146 h 27083"/>
                <a:gd name="csX22" fmla="*/ 33420 w 46119"/>
                <a:gd name="csY22" fmla="*/ 1018 h 27083"/>
                <a:gd name="csX23" fmla="*/ 33720 w 46119"/>
                <a:gd name="csY23" fmla="*/ 306 h 27083"/>
                <a:gd name="csX24" fmla="*/ 34465 w 46119"/>
                <a:gd name="csY24" fmla="*/ 0 h 27083"/>
                <a:gd name="csX25" fmla="*/ 35128 w 46119"/>
                <a:gd name="csY25" fmla="*/ 230 h 27083"/>
                <a:gd name="csX26" fmla="*/ 35480 w 46119"/>
                <a:gd name="csY26" fmla="*/ 815 h 27083"/>
                <a:gd name="csX27" fmla="*/ 38512 w 46119"/>
                <a:gd name="csY27" fmla="*/ 7433 h 27083"/>
                <a:gd name="csX28" fmla="*/ 45664 w 46119"/>
                <a:gd name="csY28" fmla="*/ 12855 h 27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3">
                  <a:moveTo>
                    <a:pt x="45664" y="12855"/>
                  </a:moveTo>
                  <a:cubicBezTo>
                    <a:pt x="45968" y="12973"/>
                    <a:pt x="46119" y="13202"/>
                    <a:pt x="46119" y="13542"/>
                  </a:cubicBezTo>
                  <a:cubicBezTo>
                    <a:pt x="46119" y="13881"/>
                    <a:pt x="45968" y="14110"/>
                    <a:pt x="45664" y="14229"/>
                  </a:cubicBezTo>
                  <a:cubicBezTo>
                    <a:pt x="43118" y="15078"/>
                    <a:pt x="40734" y="16885"/>
                    <a:pt x="38512" y="19652"/>
                  </a:cubicBezTo>
                  <a:cubicBezTo>
                    <a:pt x="36932" y="21704"/>
                    <a:pt x="35921" y="23910"/>
                    <a:pt x="35480" y="26269"/>
                  </a:cubicBezTo>
                  <a:cubicBezTo>
                    <a:pt x="35431" y="26507"/>
                    <a:pt x="35314" y="26702"/>
                    <a:pt x="35128" y="26855"/>
                  </a:cubicBezTo>
                  <a:cubicBezTo>
                    <a:pt x="34942" y="27008"/>
                    <a:pt x="34721" y="27084"/>
                    <a:pt x="34465" y="27084"/>
                  </a:cubicBezTo>
                  <a:cubicBezTo>
                    <a:pt x="34175" y="27084"/>
                    <a:pt x="33927" y="26982"/>
                    <a:pt x="33720" y="26779"/>
                  </a:cubicBezTo>
                  <a:cubicBezTo>
                    <a:pt x="33520" y="26592"/>
                    <a:pt x="33420" y="26354"/>
                    <a:pt x="33420" y="26065"/>
                  </a:cubicBezTo>
                  <a:cubicBezTo>
                    <a:pt x="33420" y="26049"/>
                    <a:pt x="33427" y="26015"/>
                    <a:pt x="33441" y="25964"/>
                  </a:cubicBezTo>
                  <a:cubicBezTo>
                    <a:pt x="33461" y="25896"/>
                    <a:pt x="33472" y="25853"/>
                    <a:pt x="33472" y="25837"/>
                  </a:cubicBezTo>
                  <a:cubicBezTo>
                    <a:pt x="33982" y="23088"/>
                    <a:pt x="35128" y="20585"/>
                    <a:pt x="36908" y="18328"/>
                  </a:cubicBezTo>
                  <a:cubicBezTo>
                    <a:pt x="38026" y="16902"/>
                    <a:pt x="39382" y="15655"/>
                    <a:pt x="40975" y="14586"/>
                  </a:cubicBezTo>
                  <a:lnTo>
                    <a:pt x="1045" y="14586"/>
                  </a:lnTo>
                  <a:cubicBezTo>
                    <a:pt x="756" y="14586"/>
                    <a:pt x="507" y="14484"/>
                    <a:pt x="300" y="14280"/>
                  </a:cubicBezTo>
                  <a:cubicBezTo>
                    <a:pt x="100" y="14076"/>
                    <a:pt x="0" y="13830"/>
                    <a:pt x="0" y="13542"/>
                  </a:cubicBezTo>
                  <a:cubicBezTo>
                    <a:pt x="0" y="13254"/>
                    <a:pt x="100" y="13008"/>
                    <a:pt x="300" y="12804"/>
                  </a:cubicBezTo>
                  <a:cubicBezTo>
                    <a:pt x="507" y="12600"/>
                    <a:pt x="756" y="12499"/>
                    <a:pt x="1045" y="12499"/>
                  </a:cubicBezTo>
                  <a:lnTo>
                    <a:pt x="40975" y="12499"/>
                  </a:lnTo>
                  <a:cubicBezTo>
                    <a:pt x="39382" y="11429"/>
                    <a:pt x="38026" y="10182"/>
                    <a:pt x="36908" y="8757"/>
                  </a:cubicBezTo>
                  <a:cubicBezTo>
                    <a:pt x="35128" y="6500"/>
                    <a:pt x="33982" y="3997"/>
                    <a:pt x="33472" y="1247"/>
                  </a:cubicBezTo>
                  <a:cubicBezTo>
                    <a:pt x="33472" y="1231"/>
                    <a:pt x="33461" y="1197"/>
                    <a:pt x="33441" y="1146"/>
                  </a:cubicBezTo>
                  <a:cubicBezTo>
                    <a:pt x="33427" y="1078"/>
                    <a:pt x="33420" y="1036"/>
                    <a:pt x="33420" y="1018"/>
                  </a:cubicBezTo>
                  <a:cubicBezTo>
                    <a:pt x="33420" y="730"/>
                    <a:pt x="33520" y="493"/>
                    <a:pt x="33720" y="306"/>
                  </a:cubicBezTo>
                  <a:cubicBezTo>
                    <a:pt x="33927" y="102"/>
                    <a:pt x="34175" y="0"/>
                    <a:pt x="34465" y="0"/>
                  </a:cubicBezTo>
                  <a:cubicBezTo>
                    <a:pt x="34721" y="0"/>
                    <a:pt x="34942" y="77"/>
                    <a:pt x="35128" y="230"/>
                  </a:cubicBezTo>
                  <a:cubicBezTo>
                    <a:pt x="35314" y="382"/>
                    <a:pt x="35431" y="577"/>
                    <a:pt x="35480" y="815"/>
                  </a:cubicBezTo>
                  <a:cubicBezTo>
                    <a:pt x="35921" y="3174"/>
                    <a:pt x="36932" y="5380"/>
                    <a:pt x="38512" y="7433"/>
                  </a:cubicBezTo>
                  <a:cubicBezTo>
                    <a:pt x="40734" y="10199"/>
                    <a:pt x="43118" y="12006"/>
                    <a:pt x="45664" y="12855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5" name="Freeform 3044">
              <a:extLst>
                <a:ext uri="{FF2B5EF4-FFF2-40B4-BE49-F238E27FC236}">
                  <a16:creationId xmlns:a16="http://schemas.microsoft.com/office/drawing/2014/main" id="{69029C81-4789-ED90-DB28-E213E0804278}"/>
                </a:ext>
              </a:extLst>
            </p:cNvPr>
            <p:cNvSpPr/>
            <p:nvPr/>
          </p:nvSpPr>
          <p:spPr>
            <a:xfrm>
              <a:off x="2951422" y="3655158"/>
              <a:ext cx="42962" cy="35610"/>
            </a:xfrm>
            <a:custGeom>
              <a:avLst/>
              <a:gdLst>
                <a:gd name="csX0" fmla="*/ 42963 w 42962"/>
                <a:gd name="csY0" fmla="*/ 585 h 35610"/>
                <a:gd name="csX1" fmla="*/ 42787 w 42962"/>
                <a:gd name="csY1" fmla="*/ 1298 h 35610"/>
                <a:gd name="csX2" fmla="*/ 42456 w 42962"/>
                <a:gd name="csY2" fmla="*/ 1577 h 35610"/>
                <a:gd name="csX3" fmla="*/ 41814 w 42962"/>
                <a:gd name="csY3" fmla="*/ 1629 h 35610"/>
                <a:gd name="csX4" fmla="*/ 35200 w 42962"/>
                <a:gd name="csY4" fmla="*/ 4276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42 w 42962"/>
                <a:gd name="csY18" fmla="*/ 35331 h 35610"/>
                <a:gd name="csX19" fmla="*/ 36091 w 42962"/>
                <a:gd name="csY19" fmla="*/ 35584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1 w 42962"/>
                <a:gd name="csY22" fmla="*/ 35458 h 35610"/>
                <a:gd name="csX23" fmla="*/ 23308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4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599 w 42962"/>
                <a:gd name="csY31" fmla="*/ 32479 h 35610"/>
                <a:gd name="csX32" fmla="*/ 26341 w 42962"/>
                <a:gd name="csY32" fmla="*/ 31741 h 35610"/>
                <a:gd name="csX33" fmla="*/ 21073 w 42962"/>
                <a:gd name="csY33" fmla="*/ 19294 h 35610"/>
                <a:gd name="csX34" fmla="*/ 16363 w 42962"/>
                <a:gd name="csY34" fmla="*/ 24410 h 35610"/>
                <a:gd name="csX35" fmla="*/ 11043 w 42962"/>
                <a:gd name="csY35" fmla="*/ 30036 h 35610"/>
                <a:gd name="csX36" fmla="*/ 9646 w 42962"/>
                <a:gd name="csY36" fmla="*/ 32378 h 35610"/>
                <a:gd name="csX37" fmla="*/ 1172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09 w 42962"/>
                <a:gd name="csY40" fmla="*/ 35584 h 35610"/>
                <a:gd name="csX41" fmla="*/ 11426 w 42962"/>
                <a:gd name="csY41" fmla="*/ 35610 h 35610"/>
                <a:gd name="csX42" fmla="*/ 8497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2 h 35610"/>
                <a:gd name="csX48" fmla="*/ 0 w 42962"/>
                <a:gd name="csY48" fmla="*/ 35024 h 35610"/>
                <a:gd name="csX49" fmla="*/ 52 w 42962"/>
                <a:gd name="csY49" fmla="*/ 34464 h 35610"/>
                <a:gd name="csX50" fmla="*/ 331 w 42962"/>
                <a:gd name="csY50" fmla="*/ 34159 h 35610"/>
                <a:gd name="csX51" fmla="*/ 663 w 42962"/>
                <a:gd name="csY51" fmla="*/ 34058 h 35610"/>
                <a:gd name="csX52" fmla="*/ 1139 w 42962"/>
                <a:gd name="csY52" fmla="*/ 34007 h 35610"/>
                <a:gd name="csX53" fmla="*/ 513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59 h 35610"/>
                <a:gd name="csX56" fmla="*/ 9491 w 42962"/>
                <a:gd name="csY56" fmla="*/ 29680 h 35610"/>
                <a:gd name="csX57" fmla="*/ 2048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2 h 35610"/>
                <a:gd name="csX61" fmla="*/ 10433 w 42962"/>
                <a:gd name="csY61" fmla="*/ 1629 h 35610"/>
                <a:gd name="csX62" fmla="*/ 9791 w 42962"/>
                <a:gd name="csY62" fmla="*/ 1603 h 35610"/>
                <a:gd name="csX63" fmla="*/ 9419 w 42962"/>
                <a:gd name="csY63" fmla="*/ 1451 h 35610"/>
                <a:gd name="csX64" fmla="*/ 9232 w 42962"/>
                <a:gd name="csY64" fmla="*/ 1043 h 35610"/>
                <a:gd name="csX65" fmla="*/ 9419 w 42962"/>
                <a:gd name="csY65" fmla="*/ 330 h 35610"/>
                <a:gd name="csX66" fmla="*/ 9770 w 42962"/>
                <a:gd name="csY66" fmla="*/ 51 h 35610"/>
                <a:gd name="csX67" fmla="*/ 10174 w 42962"/>
                <a:gd name="csY67" fmla="*/ 0 h 35610"/>
                <a:gd name="csX68" fmla="*/ 13083 w 42962"/>
                <a:gd name="csY68" fmla="*/ 76 h 35610"/>
                <a:gd name="csX69" fmla="*/ 16011 w 42962"/>
                <a:gd name="csY69" fmla="*/ 152 h 35610"/>
                <a:gd name="csX70" fmla="*/ 19293 w 42962"/>
                <a:gd name="csY70" fmla="*/ 76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2 h 35610"/>
                <a:gd name="csX74" fmla="*/ 22832 w 42962"/>
                <a:gd name="csY74" fmla="*/ 1552 h 35610"/>
                <a:gd name="csX75" fmla="*/ 22315 w 42962"/>
                <a:gd name="csY75" fmla="*/ 1629 h 35610"/>
                <a:gd name="csX76" fmla="*/ 20566 w 42962"/>
                <a:gd name="csY76" fmla="*/ 2062 h 35610"/>
                <a:gd name="csX77" fmla="*/ 19520 w 42962"/>
                <a:gd name="csY77" fmla="*/ 2672 h 35610"/>
                <a:gd name="csX78" fmla="*/ 19241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791 w 42962"/>
                <a:gd name="csY85" fmla="*/ 330 h 35610"/>
                <a:gd name="csX86" fmla="*/ 31154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6 h 35610"/>
                <a:gd name="csX89" fmla="*/ 37384 w 42962"/>
                <a:gd name="csY89" fmla="*/ 152 h 35610"/>
                <a:gd name="csX90" fmla="*/ 39858 w 42962"/>
                <a:gd name="csY90" fmla="*/ 76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5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5"/>
                  </a:moveTo>
                  <a:cubicBezTo>
                    <a:pt x="42963" y="890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7"/>
                  </a:cubicBezTo>
                  <a:cubicBezTo>
                    <a:pt x="42338" y="1595"/>
                    <a:pt x="42124" y="1612"/>
                    <a:pt x="41814" y="1629"/>
                  </a:cubicBezTo>
                  <a:cubicBezTo>
                    <a:pt x="39392" y="1748"/>
                    <a:pt x="37187" y="2630"/>
                    <a:pt x="35200" y="4276"/>
                  </a:cubicBezTo>
                  <a:cubicBezTo>
                    <a:pt x="34710" y="4700"/>
                    <a:pt x="33844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2" y="32776"/>
                    <a:pt x="31819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0" y="35161"/>
                    <a:pt x="36442" y="35331"/>
                  </a:cubicBezTo>
                  <a:cubicBezTo>
                    <a:pt x="36325" y="35483"/>
                    <a:pt x="36208" y="35568"/>
                    <a:pt x="36091" y="35584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0" y="35483"/>
                    <a:pt x="30301" y="35458"/>
                    <a:pt x="29881" y="35458"/>
                  </a:cubicBezTo>
                  <a:lnTo>
                    <a:pt x="23308" y="35610"/>
                  </a:lnTo>
                  <a:cubicBezTo>
                    <a:pt x="22784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4"/>
                  </a:cubicBezTo>
                  <a:cubicBezTo>
                    <a:pt x="22622" y="34329"/>
                    <a:pt x="22708" y="34236"/>
                    <a:pt x="22832" y="34185"/>
                  </a:cubicBezTo>
                  <a:cubicBezTo>
                    <a:pt x="22949" y="34117"/>
                    <a:pt x="23049" y="34074"/>
                    <a:pt x="23132" y="34058"/>
                  </a:cubicBezTo>
                  <a:cubicBezTo>
                    <a:pt x="23215" y="34040"/>
                    <a:pt x="23360" y="34024"/>
                    <a:pt x="23567" y="34007"/>
                  </a:cubicBezTo>
                  <a:cubicBezTo>
                    <a:pt x="24195" y="33939"/>
                    <a:pt x="24747" y="33811"/>
                    <a:pt x="25223" y="33625"/>
                  </a:cubicBezTo>
                  <a:cubicBezTo>
                    <a:pt x="25713" y="33422"/>
                    <a:pt x="26061" y="33218"/>
                    <a:pt x="26268" y="33014"/>
                  </a:cubicBezTo>
                  <a:cubicBezTo>
                    <a:pt x="26489" y="32810"/>
                    <a:pt x="26599" y="32632"/>
                    <a:pt x="26599" y="32479"/>
                  </a:cubicBezTo>
                  <a:lnTo>
                    <a:pt x="26341" y="31741"/>
                  </a:lnTo>
                  <a:lnTo>
                    <a:pt x="21073" y="19294"/>
                  </a:lnTo>
                  <a:lnTo>
                    <a:pt x="16363" y="24410"/>
                  </a:lnTo>
                  <a:lnTo>
                    <a:pt x="11043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0" y="33854"/>
                    <a:pt x="11727" y="34007"/>
                  </a:cubicBezTo>
                  <a:cubicBezTo>
                    <a:pt x="12154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09" y="35584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7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79" y="35356"/>
                    <a:pt x="21" y="35254"/>
                    <a:pt x="21" y="35152"/>
                  </a:cubicBezTo>
                  <a:lnTo>
                    <a:pt x="0" y="35024"/>
                  </a:lnTo>
                  <a:cubicBezTo>
                    <a:pt x="0" y="34787"/>
                    <a:pt x="17" y="34600"/>
                    <a:pt x="52" y="34464"/>
                  </a:cubicBezTo>
                  <a:cubicBezTo>
                    <a:pt x="100" y="34329"/>
                    <a:pt x="193" y="34227"/>
                    <a:pt x="331" y="34159"/>
                  </a:cubicBezTo>
                  <a:cubicBezTo>
                    <a:pt x="483" y="34092"/>
                    <a:pt x="593" y="34058"/>
                    <a:pt x="663" y="34058"/>
                  </a:cubicBezTo>
                  <a:cubicBezTo>
                    <a:pt x="724" y="34040"/>
                    <a:pt x="883" y="34024"/>
                    <a:pt x="1139" y="34007"/>
                  </a:cubicBezTo>
                  <a:cubicBezTo>
                    <a:pt x="2581" y="33922"/>
                    <a:pt x="3912" y="33600"/>
                    <a:pt x="5134" y="33039"/>
                  </a:cubicBezTo>
                  <a:cubicBezTo>
                    <a:pt x="6376" y="32480"/>
                    <a:pt x="7600" y="31546"/>
                    <a:pt x="8808" y="30240"/>
                  </a:cubicBezTo>
                  <a:cubicBezTo>
                    <a:pt x="8904" y="30155"/>
                    <a:pt x="9015" y="30061"/>
                    <a:pt x="9139" y="29959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8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2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29" y="1620"/>
                    <a:pt x="9791" y="1603"/>
                  </a:cubicBezTo>
                  <a:cubicBezTo>
                    <a:pt x="9660" y="1586"/>
                    <a:pt x="9536" y="1535"/>
                    <a:pt x="9419" y="1451"/>
                  </a:cubicBezTo>
                  <a:cubicBezTo>
                    <a:pt x="9294" y="1366"/>
                    <a:pt x="9232" y="1230"/>
                    <a:pt x="9232" y="1043"/>
                  </a:cubicBezTo>
                  <a:cubicBezTo>
                    <a:pt x="9232" y="721"/>
                    <a:pt x="9294" y="483"/>
                    <a:pt x="9419" y="330"/>
                  </a:cubicBezTo>
                  <a:cubicBezTo>
                    <a:pt x="9550" y="160"/>
                    <a:pt x="9667" y="67"/>
                    <a:pt x="9770" y="51"/>
                  </a:cubicBezTo>
                  <a:cubicBezTo>
                    <a:pt x="9888" y="17"/>
                    <a:pt x="10022" y="0"/>
                    <a:pt x="10174" y="0"/>
                  </a:cubicBezTo>
                  <a:cubicBezTo>
                    <a:pt x="10602" y="0"/>
                    <a:pt x="11571" y="25"/>
                    <a:pt x="13083" y="76"/>
                  </a:cubicBezTo>
                  <a:cubicBezTo>
                    <a:pt x="14594" y="127"/>
                    <a:pt x="15570" y="152"/>
                    <a:pt x="16011" y="152"/>
                  </a:cubicBezTo>
                  <a:cubicBezTo>
                    <a:pt x="16736" y="152"/>
                    <a:pt x="17830" y="127"/>
                    <a:pt x="19293" y="76"/>
                  </a:cubicBezTo>
                  <a:cubicBezTo>
                    <a:pt x="20769" y="25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2"/>
                  </a:cubicBezTo>
                  <a:cubicBezTo>
                    <a:pt x="23067" y="1425"/>
                    <a:pt x="22949" y="1519"/>
                    <a:pt x="22832" y="1552"/>
                  </a:cubicBezTo>
                  <a:cubicBezTo>
                    <a:pt x="22708" y="1586"/>
                    <a:pt x="22535" y="1612"/>
                    <a:pt x="22315" y="1629"/>
                  </a:cubicBezTo>
                  <a:cubicBezTo>
                    <a:pt x="21659" y="1697"/>
                    <a:pt x="21076" y="1841"/>
                    <a:pt x="20566" y="2062"/>
                  </a:cubicBezTo>
                  <a:cubicBezTo>
                    <a:pt x="20069" y="2265"/>
                    <a:pt x="19720" y="2469"/>
                    <a:pt x="19520" y="2672"/>
                  </a:cubicBezTo>
                  <a:cubicBezTo>
                    <a:pt x="19334" y="2859"/>
                    <a:pt x="19241" y="3012"/>
                    <a:pt x="19241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6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0" y="483"/>
                    <a:pt x="30791" y="330"/>
                  </a:cubicBezTo>
                  <a:cubicBezTo>
                    <a:pt x="30929" y="160"/>
                    <a:pt x="31050" y="67"/>
                    <a:pt x="31154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5"/>
                    <a:pt x="34466" y="76"/>
                  </a:cubicBezTo>
                  <a:cubicBezTo>
                    <a:pt x="35770" y="127"/>
                    <a:pt x="36742" y="152"/>
                    <a:pt x="37384" y="152"/>
                  </a:cubicBezTo>
                  <a:cubicBezTo>
                    <a:pt x="37929" y="152"/>
                    <a:pt x="38754" y="127"/>
                    <a:pt x="39858" y="76"/>
                  </a:cubicBezTo>
                  <a:cubicBezTo>
                    <a:pt x="40962" y="25"/>
                    <a:pt x="41769" y="0"/>
                    <a:pt x="42280" y="0"/>
                  </a:cubicBezTo>
                  <a:cubicBezTo>
                    <a:pt x="42480" y="0"/>
                    <a:pt x="42639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6" name="Freeform 3045">
              <a:extLst>
                <a:ext uri="{FF2B5EF4-FFF2-40B4-BE49-F238E27FC236}">
                  <a16:creationId xmlns:a16="http://schemas.microsoft.com/office/drawing/2014/main" id="{30142AB1-17BD-C5E3-4C36-507C24C49D22}"/>
                </a:ext>
              </a:extLst>
            </p:cNvPr>
            <p:cNvSpPr/>
            <p:nvPr/>
          </p:nvSpPr>
          <p:spPr>
            <a:xfrm>
              <a:off x="2547286" y="3757415"/>
              <a:ext cx="143989" cy="1034"/>
            </a:xfrm>
            <a:custGeom>
              <a:avLst/>
              <a:gdLst>
                <a:gd name="csX0" fmla="*/ 0 w 143989"/>
                <a:gd name="csY0" fmla="*/ 0 h 1034"/>
                <a:gd name="csX1" fmla="*/ 143989 w 14398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989" h="1034">
                  <a:moveTo>
                    <a:pt x="0" y="0"/>
                  </a:moveTo>
                  <a:lnTo>
                    <a:pt x="143989" y="0"/>
                  </a:lnTo>
                </a:path>
              </a:pathLst>
            </a:custGeom>
            <a:noFill/>
            <a:ln w="18574" cap="rnd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7" name="Freeform 3046">
              <a:extLst>
                <a:ext uri="{FF2B5EF4-FFF2-40B4-BE49-F238E27FC236}">
                  <a16:creationId xmlns:a16="http://schemas.microsoft.com/office/drawing/2014/main" id="{43F1D611-30CF-7FD2-B06C-F5BF54A3D82A}"/>
                </a:ext>
              </a:extLst>
            </p:cNvPr>
            <p:cNvSpPr/>
            <p:nvPr/>
          </p:nvSpPr>
          <p:spPr>
            <a:xfrm>
              <a:off x="2773299" y="3708751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2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8" name="Freeform 3047">
              <a:extLst>
                <a:ext uri="{FF2B5EF4-FFF2-40B4-BE49-F238E27FC236}">
                  <a16:creationId xmlns:a16="http://schemas.microsoft.com/office/drawing/2014/main" id="{FEAFD72A-A6A3-1FF7-25F9-B92B6DCD3BFF}"/>
                </a:ext>
              </a:extLst>
            </p:cNvPr>
            <p:cNvSpPr/>
            <p:nvPr/>
          </p:nvSpPr>
          <p:spPr>
            <a:xfrm>
              <a:off x="2715277" y="3725172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2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7 h 32908"/>
                <a:gd name="csX10" fmla="*/ 21497 w 58146"/>
                <a:gd name="csY10" fmla="*/ 0 h 32908"/>
                <a:gd name="csX11" fmla="*/ 31423 w 58146"/>
                <a:gd name="csY11" fmla="*/ 7272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4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5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2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7"/>
                  </a:lnTo>
                  <a:cubicBezTo>
                    <a:pt x="12799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2"/>
                  </a:cubicBezTo>
                  <a:cubicBezTo>
                    <a:pt x="32271" y="5381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4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09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5"/>
                  </a:cubicBezTo>
                  <a:cubicBezTo>
                    <a:pt x="12485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9" name="Freeform 3048">
              <a:extLst>
                <a:ext uri="{FF2B5EF4-FFF2-40B4-BE49-F238E27FC236}">
                  <a16:creationId xmlns:a16="http://schemas.microsoft.com/office/drawing/2014/main" id="{FBD87558-B559-2202-E736-F9DAA2C3FAF8}"/>
                </a:ext>
              </a:extLst>
            </p:cNvPr>
            <p:cNvSpPr/>
            <p:nvPr/>
          </p:nvSpPr>
          <p:spPr>
            <a:xfrm>
              <a:off x="2777874" y="3724699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4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0 h 34218"/>
                <a:gd name="csX21" fmla="*/ 22480 w 24332"/>
                <a:gd name="csY21" fmla="*/ 1818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4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2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4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3"/>
                    <a:pt x="22366" y="400"/>
                  </a:cubicBezTo>
                  <a:cubicBezTo>
                    <a:pt x="22442" y="642"/>
                    <a:pt x="22480" y="1115"/>
                    <a:pt x="22480" y="1818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39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3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2"/>
                    <a:pt x="3605" y="31551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0" name="Freeform 3049">
              <a:extLst>
                <a:ext uri="{FF2B5EF4-FFF2-40B4-BE49-F238E27FC236}">
                  <a16:creationId xmlns:a16="http://schemas.microsoft.com/office/drawing/2014/main" id="{3B02D917-16F3-9971-8C5D-909480CE4CE3}"/>
                </a:ext>
              </a:extLst>
            </p:cNvPr>
            <p:cNvSpPr/>
            <p:nvPr/>
          </p:nvSpPr>
          <p:spPr>
            <a:xfrm>
              <a:off x="2803925" y="3724336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4 w 34041"/>
                <a:gd name="csY15" fmla="*/ 3745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6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1999"/>
                    <a:pt x="34041" y="2823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4" y="4375"/>
                    <a:pt x="29704" y="3745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29"/>
                    <a:pt x="22377" y="29223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5"/>
                    <a:pt x="32996" y="35611"/>
                    <a:pt x="33017" y="39490"/>
                  </a:cubicBezTo>
                  <a:cubicBezTo>
                    <a:pt x="33017" y="42326"/>
                    <a:pt x="31381" y="44629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6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1" name="Freeform 3050">
              <a:extLst>
                <a:ext uri="{FF2B5EF4-FFF2-40B4-BE49-F238E27FC236}">
                  <a16:creationId xmlns:a16="http://schemas.microsoft.com/office/drawing/2014/main" id="{1452AA63-E059-E81D-90BC-17AC1FF333FF}"/>
                </a:ext>
              </a:extLst>
            </p:cNvPr>
            <p:cNvSpPr/>
            <p:nvPr/>
          </p:nvSpPr>
          <p:spPr>
            <a:xfrm>
              <a:off x="2848751" y="3758370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2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69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3 h 47447"/>
                <a:gd name="csX50" fmla="*/ 8145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52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2"/>
                    <a:pt x="25692" y="5277"/>
                    <a:pt x="25099" y="5855"/>
                  </a:cubicBezTo>
                  <a:cubicBezTo>
                    <a:pt x="24526" y="6432"/>
                    <a:pt x="23874" y="6720"/>
                    <a:pt x="23142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69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4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4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69"/>
                    <a:pt x="16881" y="13261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2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6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0"/>
                    <a:pt x="8559" y="15883"/>
                  </a:cubicBezTo>
                  <a:cubicBezTo>
                    <a:pt x="8408" y="15867"/>
                    <a:pt x="8270" y="15816"/>
                    <a:pt x="8145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87" y="14348"/>
                    <a:pt x="8652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4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2" name="Freeform 3051">
              <a:extLst>
                <a:ext uri="{FF2B5EF4-FFF2-40B4-BE49-F238E27FC236}">
                  <a16:creationId xmlns:a16="http://schemas.microsoft.com/office/drawing/2014/main" id="{6C6AE0E1-CDA7-6F62-9F62-59D47A185B5C}"/>
                </a:ext>
              </a:extLst>
            </p:cNvPr>
            <p:cNvSpPr/>
            <p:nvPr/>
          </p:nvSpPr>
          <p:spPr>
            <a:xfrm>
              <a:off x="2888505" y="3768552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0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20 w 46119"/>
                <a:gd name="csY7" fmla="*/ 26777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0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27" y="26981"/>
                    <a:pt x="33720" y="26777"/>
                  </a:cubicBezTo>
                  <a:cubicBezTo>
                    <a:pt x="33520" y="26590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6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3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6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3" name="Freeform 3052">
              <a:extLst>
                <a:ext uri="{FF2B5EF4-FFF2-40B4-BE49-F238E27FC236}">
                  <a16:creationId xmlns:a16="http://schemas.microsoft.com/office/drawing/2014/main" id="{C2C5EC0B-19B3-52A3-49FB-FE72513CBD9A}"/>
                </a:ext>
              </a:extLst>
            </p:cNvPr>
            <p:cNvSpPr/>
            <p:nvPr/>
          </p:nvSpPr>
          <p:spPr>
            <a:xfrm>
              <a:off x="2954600" y="3759515"/>
              <a:ext cx="42962" cy="35610"/>
            </a:xfrm>
            <a:custGeom>
              <a:avLst/>
              <a:gdLst>
                <a:gd name="csX0" fmla="*/ 42963 w 42962"/>
                <a:gd name="csY0" fmla="*/ 585 h 35610"/>
                <a:gd name="csX1" fmla="*/ 42787 w 42962"/>
                <a:gd name="csY1" fmla="*/ 1298 h 35610"/>
                <a:gd name="csX2" fmla="*/ 42456 w 42962"/>
                <a:gd name="csY2" fmla="*/ 1578 h 35610"/>
                <a:gd name="csX3" fmla="*/ 41814 w 42962"/>
                <a:gd name="csY3" fmla="*/ 1629 h 35610"/>
                <a:gd name="csX4" fmla="*/ 35200 w 42962"/>
                <a:gd name="csY4" fmla="*/ 4277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42 w 42962"/>
                <a:gd name="csY18" fmla="*/ 35331 h 35610"/>
                <a:gd name="csX19" fmla="*/ 36090 w 42962"/>
                <a:gd name="csY19" fmla="*/ 35585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0 w 42962"/>
                <a:gd name="csY22" fmla="*/ 35458 h 35610"/>
                <a:gd name="csX23" fmla="*/ 23308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6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599 w 42962"/>
                <a:gd name="csY31" fmla="*/ 32479 h 35610"/>
                <a:gd name="csX32" fmla="*/ 26341 w 42962"/>
                <a:gd name="csY32" fmla="*/ 31741 h 35610"/>
                <a:gd name="csX33" fmla="*/ 21072 w 42962"/>
                <a:gd name="csY33" fmla="*/ 19294 h 35610"/>
                <a:gd name="csX34" fmla="*/ 16363 w 42962"/>
                <a:gd name="csY34" fmla="*/ 24410 h 35610"/>
                <a:gd name="csX35" fmla="*/ 11043 w 42962"/>
                <a:gd name="csY35" fmla="*/ 30036 h 35610"/>
                <a:gd name="csX36" fmla="*/ 9646 w 42962"/>
                <a:gd name="csY36" fmla="*/ 32378 h 35610"/>
                <a:gd name="csX37" fmla="*/ 1172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09 w 42962"/>
                <a:gd name="csY40" fmla="*/ 35585 h 35610"/>
                <a:gd name="csX41" fmla="*/ 11426 w 42962"/>
                <a:gd name="csY41" fmla="*/ 35610 h 35610"/>
                <a:gd name="csX42" fmla="*/ 8497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3 h 35610"/>
                <a:gd name="csX48" fmla="*/ 0 w 42962"/>
                <a:gd name="csY48" fmla="*/ 35025 h 35610"/>
                <a:gd name="csX49" fmla="*/ 52 w 42962"/>
                <a:gd name="csY49" fmla="*/ 34466 h 35610"/>
                <a:gd name="csX50" fmla="*/ 331 w 42962"/>
                <a:gd name="csY50" fmla="*/ 34159 h 35610"/>
                <a:gd name="csX51" fmla="*/ 662 w 42962"/>
                <a:gd name="csY51" fmla="*/ 34058 h 35610"/>
                <a:gd name="csX52" fmla="*/ 1138 w 42962"/>
                <a:gd name="csY52" fmla="*/ 34007 h 35610"/>
                <a:gd name="csX53" fmla="*/ 513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59 h 35610"/>
                <a:gd name="csX56" fmla="*/ 9491 w 42962"/>
                <a:gd name="csY56" fmla="*/ 29680 h 35610"/>
                <a:gd name="csX57" fmla="*/ 2048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3 h 35610"/>
                <a:gd name="csX61" fmla="*/ 10433 w 42962"/>
                <a:gd name="csY61" fmla="*/ 1629 h 35610"/>
                <a:gd name="csX62" fmla="*/ 9801 w 42962"/>
                <a:gd name="csY62" fmla="*/ 1603 h 35610"/>
                <a:gd name="csX63" fmla="*/ 9418 w 42962"/>
                <a:gd name="csY63" fmla="*/ 1451 h 35610"/>
                <a:gd name="csX64" fmla="*/ 9232 w 42962"/>
                <a:gd name="csY64" fmla="*/ 1043 h 35610"/>
                <a:gd name="csX65" fmla="*/ 9418 w 42962"/>
                <a:gd name="csY65" fmla="*/ 331 h 35610"/>
                <a:gd name="csX66" fmla="*/ 9770 w 42962"/>
                <a:gd name="csY66" fmla="*/ 51 h 35610"/>
                <a:gd name="csX67" fmla="*/ 10174 w 42962"/>
                <a:gd name="csY67" fmla="*/ 0 h 35610"/>
                <a:gd name="csX68" fmla="*/ 13082 w 42962"/>
                <a:gd name="csY68" fmla="*/ 77 h 35610"/>
                <a:gd name="csX69" fmla="*/ 16011 w 42962"/>
                <a:gd name="csY69" fmla="*/ 152 h 35610"/>
                <a:gd name="csX70" fmla="*/ 19292 w 42962"/>
                <a:gd name="csY70" fmla="*/ 77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2 h 35610"/>
                <a:gd name="csX74" fmla="*/ 22832 w 42962"/>
                <a:gd name="csY74" fmla="*/ 1552 h 35610"/>
                <a:gd name="csX75" fmla="*/ 22325 w 42962"/>
                <a:gd name="csY75" fmla="*/ 1629 h 35610"/>
                <a:gd name="csX76" fmla="*/ 20565 w 42962"/>
                <a:gd name="csY76" fmla="*/ 2062 h 35610"/>
                <a:gd name="csX77" fmla="*/ 19520 w 42962"/>
                <a:gd name="csY77" fmla="*/ 2672 h 35610"/>
                <a:gd name="csX78" fmla="*/ 19240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791 w 42962"/>
                <a:gd name="csY85" fmla="*/ 331 h 35610"/>
                <a:gd name="csX86" fmla="*/ 31153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7 h 35610"/>
                <a:gd name="csX89" fmla="*/ 37384 w 42962"/>
                <a:gd name="csY89" fmla="*/ 152 h 35610"/>
                <a:gd name="csX90" fmla="*/ 39858 w 42962"/>
                <a:gd name="csY90" fmla="*/ 77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5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5"/>
                  </a:moveTo>
                  <a:cubicBezTo>
                    <a:pt x="42963" y="890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8"/>
                  </a:cubicBezTo>
                  <a:cubicBezTo>
                    <a:pt x="42338" y="1595"/>
                    <a:pt x="42124" y="1612"/>
                    <a:pt x="41814" y="1629"/>
                  </a:cubicBezTo>
                  <a:cubicBezTo>
                    <a:pt x="39392" y="1748"/>
                    <a:pt x="37187" y="2630"/>
                    <a:pt x="35200" y="4277"/>
                  </a:cubicBezTo>
                  <a:cubicBezTo>
                    <a:pt x="34710" y="4700"/>
                    <a:pt x="33844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2" y="32776"/>
                    <a:pt x="31819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0" y="35161"/>
                    <a:pt x="36442" y="35331"/>
                  </a:cubicBezTo>
                  <a:cubicBezTo>
                    <a:pt x="36325" y="35483"/>
                    <a:pt x="36208" y="35568"/>
                    <a:pt x="36090" y="35585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0" y="35483"/>
                    <a:pt x="30301" y="35458"/>
                    <a:pt x="29880" y="35458"/>
                  </a:cubicBezTo>
                  <a:lnTo>
                    <a:pt x="23308" y="35610"/>
                  </a:lnTo>
                  <a:cubicBezTo>
                    <a:pt x="22784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6"/>
                  </a:cubicBezTo>
                  <a:cubicBezTo>
                    <a:pt x="22622" y="34330"/>
                    <a:pt x="22708" y="34236"/>
                    <a:pt x="22832" y="34185"/>
                  </a:cubicBezTo>
                  <a:cubicBezTo>
                    <a:pt x="22949" y="34117"/>
                    <a:pt x="23049" y="34075"/>
                    <a:pt x="23132" y="34058"/>
                  </a:cubicBezTo>
                  <a:cubicBezTo>
                    <a:pt x="23222" y="34040"/>
                    <a:pt x="23367" y="34024"/>
                    <a:pt x="23567" y="34007"/>
                  </a:cubicBezTo>
                  <a:cubicBezTo>
                    <a:pt x="24195" y="33939"/>
                    <a:pt x="24747" y="33811"/>
                    <a:pt x="25223" y="33625"/>
                  </a:cubicBezTo>
                  <a:cubicBezTo>
                    <a:pt x="25713" y="33422"/>
                    <a:pt x="26061" y="33218"/>
                    <a:pt x="26268" y="33014"/>
                  </a:cubicBezTo>
                  <a:cubicBezTo>
                    <a:pt x="26489" y="32811"/>
                    <a:pt x="26599" y="32632"/>
                    <a:pt x="26599" y="32479"/>
                  </a:cubicBezTo>
                  <a:lnTo>
                    <a:pt x="26341" y="31741"/>
                  </a:lnTo>
                  <a:lnTo>
                    <a:pt x="21072" y="19294"/>
                  </a:lnTo>
                  <a:lnTo>
                    <a:pt x="16363" y="24410"/>
                  </a:lnTo>
                  <a:lnTo>
                    <a:pt x="11043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0" y="33854"/>
                    <a:pt x="11727" y="34007"/>
                  </a:cubicBezTo>
                  <a:cubicBezTo>
                    <a:pt x="12154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09" y="35585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7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79" y="35356"/>
                    <a:pt x="21" y="35254"/>
                    <a:pt x="21" y="35153"/>
                  </a:cubicBezTo>
                  <a:lnTo>
                    <a:pt x="0" y="35025"/>
                  </a:lnTo>
                  <a:cubicBezTo>
                    <a:pt x="0" y="34787"/>
                    <a:pt x="17" y="34601"/>
                    <a:pt x="52" y="34466"/>
                  </a:cubicBezTo>
                  <a:cubicBezTo>
                    <a:pt x="100" y="34330"/>
                    <a:pt x="193" y="34227"/>
                    <a:pt x="331" y="34159"/>
                  </a:cubicBezTo>
                  <a:cubicBezTo>
                    <a:pt x="483" y="34091"/>
                    <a:pt x="593" y="34058"/>
                    <a:pt x="662" y="34058"/>
                  </a:cubicBezTo>
                  <a:cubicBezTo>
                    <a:pt x="724" y="34040"/>
                    <a:pt x="883" y="34024"/>
                    <a:pt x="1138" y="34007"/>
                  </a:cubicBezTo>
                  <a:cubicBezTo>
                    <a:pt x="2580" y="33922"/>
                    <a:pt x="3912" y="33600"/>
                    <a:pt x="5134" y="33039"/>
                  </a:cubicBezTo>
                  <a:cubicBezTo>
                    <a:pt x="6376" y="32480"/>
                    <a:pt x="7600" y="31546"/>
                    <a:pt x="8808" y="30240"/>
                  </a:cubicBezTo>
                  <a:cubicBezTo>
                    <a:pt x="8904" y="30155"/>
                    <a:pt x="9015" y="30061"/>
                    <a:pt x="9139" y="29959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8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3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33" y="1620"/>
                    <a:pt x="9801" y="1603"/>
                  </a:cubicBezTo>
                  <a:cubicBezTo>
                    <a:pt x="9663" y="1587"/>
                    <a:pt x="9536" y="1536"/>
                    <a:pt x="9418" y="1451"/>
                  </a:cubicBezTo>
                  <a:cubicBezTo>
                    <a:pt x="9294" y="1366"/>
                    <a:pt x="9232" y="1230"/>
                    <a:pt x="9232" y="1043"/>
                  </a:cubicBezTo>
                  <a:cubicBezTo>
                    <a:pt x="9232" y="721"/>
                    <a:pt x="9294" y="484"/>
                    <a:pt x="9418" y="331"/>
                  </a:cubicBezTo>
                  <a:cubicBezTo>
                    <a:pt x="9549" y="161"/>
                    <a:pt x="9667" y="68"/>
                    <a:pt x="9770" y="51"/>
                  </a:cubicBezTo>
                  <a:cubicBezTo>
                    <a:pt x="9888" y="17"/>
                    <a:pt x="10022" y="0"/>
                    <a:pt x="10174" y="0"/>
                  </a:cubicBezTo>
                  <a:cubicBezTo>
                    <a:pt x="10602" y="0"/>
                    <a:pt x="11571" y="26"/>
                    <a:pt x="13082" y="77"/>
                  </a:cubicBezTo>
                  <a:cubicBezTo>
                    <a:pt x="14593" y="127"/>
                    <a:pt x="15570" y="152"/>
                    <a:pt x="16011" y="152"/>
                  </a:cubicBezTo>
                  <a:cubicBezTo>
                    <a:pt x="16736" y="152"/>
                    <a:pt x="17829" y="127"/>
                    <a:pt x="19292" y="77"/>
                  </a:cubicBezTo>
                  <a:cubicBezTo>
                    <a:pt x="20769" y="26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2"/>
                  </a:cubicBezTo>
                  <a:cubicBezTo>
                    <a:pt x="23067" y="1425"/>
                    <a:pt x="22949" y="1519"/>
                    <a:pt x="22832" y="1552"/>
                  </a:cubicBezTo>
                  <a:cubicBezTo>
                    <a:pt x="22708" y="1586"/>
                    <a:pt x="22539" y="1612"/>
                    <a:pt x="22325" y="1629"/>
                  </a:cubicBezTo>
                  <a:cubicBezTo>
                    <a:pt x="21662" y="1697"/>
                    <a:pt x="21076" y="1841"/>
                    <a:pt x="20565" y="2062"/>
                  </a:cubicBezTo>
                  <a:cubicBezTo>
                    <a:pt x="20075" y="2265"/>
                    <a:pt x="19727" y="2469"/>
                    <a:pt x="19520" y="2672"/>
                  </a:cubicBezTo>
                  <a:cubicBezTo>
                    <a:pt x="19334" y="2859"/>
                    <a:pt x="19240" y="3012"/>
                    <a:pt x="19240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5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0" y="484"/>
                    <a:pt x="30791" y="331"/>
                  </a:cubicBezTo>
                  <a:cubicBezTo>
                    <a:pt x="30929" y="161"/>
                    <a:pt x="31050" y="68"/>
                    <a:pt x="31153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6"/>
                    <a:pt x="34466" y="77"/>
                  </a:cubicBezTo>
                  <a:cubicBezTo>
                    <a:pt x="35770" y="127"/>
                    <a:pt x="36742" y="152"/>
                    <a:pt x="37384" y="152"/>
                  </a:cubicBezTo>
                  <a:cubicBezTo>
                    <a:pt x="37929" y="152"/>
                    <a:pt x="38754" y="127"/>
                    <a:pt x="39858" y="77"/>
                  </a:cubicBezTo>
                  <a:cubicBezTo>
                    <a:pt x="40962" y="26"/>
                    <a:pt x="41769" y="0"/>
                    <a:pt x="42280" y="0"/>
                  </a:cubicBezTo>
                  <a:cubicBezTo>
                    <a:pt x="42480" y="0"/>
                    <a:pt x="42638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5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4" name="Freeform 3053">
              <a:extLst>
                <a:ext uri="{FF2B5EF4-FFF2-40B4-BE49-F238E27FC236}">
                  <a16:creationId xmlns:a16="http://schemas.microsoft.com/office/drawing/2014/main" id="{643D93B3-937C-05DA-E40C-CCF2CAC6DDD0}"/>
                </a:ext>
              </a:extLst>
            </p:cNvPr>
            <p:cNvSpPr/>
            <p:nvPr/>
          </p:nvSpPr>
          <p:spPr>
            <a:xfrm>
              <a:off x="2547286" y="3854006"/>
              <a:ext cx="143989" cy="1034"/>
            </a:xfrm>
            <a:custGeom>
              <a:avLst/>
              <a:gdLst>
                <a:gd name="csX0" fmla="*/ 0 w 143989"/>
                <a:gd name="csY0" fmla="*/ 0 h 1034"/>
                <a:gd name="csX1" fmla="*/ 143989 w 143989"/>
                <a:gd name="csY1" fmla="*/ 0 h 10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43989" h="1034">
                  <a:moveTo>
                    <a:pt x="0" y="0"/>
                  </a:moveTo>
                  <a:lnTo>
                    <a:pt x="143989" y="0"/>
                  </a:lnTo>
                </a:path>
              </a:pathLst>
            </a:custGeom>
            <a:noFill/>
            <a:ln w="18574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5" name="Freeform 3054">
              <a:extLst>
                <a:ext uri="{FF2B5EF4-FFF2-40B4-BE49-F238E27FC236}">
                  <a16:creationId xmlns:a16="http://schemas.microsoft.com/office/drawing/2014/main" id="{CE4E0AC0-E2DC-F679-1086-1CF3F9924B9E}"/>
                </a:ext>
              </a:extLst>
            </p:cNvPr>
            <p:cNvSpPr/>
            <p:nvPr/>
          </p:nvSpPr>
          <p:spPr>
            <a:xfrm>
              <a:off x="2773299" y="3805341"/>
              <a:ext cx="18961" cy="7662"/>
            </a:xfrm>
            <a:custGeom>
              <a:avLst/>
              <a:gdLst>
                <a:gd name="csX0" fmla="*/ 18961 w 18961"/>
                <a:gd name="csY0" fmla="*/ 6619 h 7662"/>
                <a:gd name="csX1" fmla="*/ 18330 w 18961"/>
                <a:gd name="csY1" fmla="*/ 7662 h 7662"/>
                <a:gd name="csX2" fmla="*/ 9470 w 18961"/>
                <a:gd name="csY2" fmla="*/ 3233 h 7662"/>
                <a:gd name="csX3" fmla="*/ 611 w 18961"/>
                <a:gd name="csY3" fmla="*/ 7662 h 7662"/>
                <a:gd name="csX4" fmla="*/ 0 w 18961"/>
                <a:gd name="csY4" fmla="*/ 6619 h 7662"/>
                <a:gd name="csX5" fmla="*/ 9470 w 18961"/>
                <a:gd name="csY5" fmla="*/ 0 h 7662"/>
                <a:gd name="csX6" fmla="*/ 18961 w 18961"/>
                <a:gd name="csY6" fmla="*/ 6619 h 76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8961" h="7662">
                  <a:moveTo>
                    <a:pt x="18961" y="6619"/>
                  </a:moveTo>
                  <a:lnTo>
                    <a:pt x="18330" y="7662"/>
                  </a:lnTo>
                  <a:cubicBezTo>
                    <a:pt x="15694" y="6525"/>
                    <a:pt x="12741" y="5049"/>
                    <a:pt x="9470" y="3233"/>
                  </a:cubicBezTo>
                  <a:cubicBezTo>
                    <a:pt x="6193" y="5049"/>
                    <a:pt x="3240" y="6525"/>
                    <a:pt x="611" y="7662"/>
                  </a:cubicBezTo>
                  <a:lnTo>
                    <a:pt x="0" y="6619"/>
                  </a:lnTo>
                  <a:cubicBezTo>
                    <a:pt x="2870" y="4124"/>
                    <a:pt x="6027" y="1918"/>
                    <a:pt x="9470" y="0"/>
                  </a:cubicBezTo>
                  <a:cubicBezTo>
                    <a:pt x="12948" y="1935"/>
                    <a:pt x="16112" y="4141"/>
                    <a:pt x="18961" y="661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6" name="Freeform 3055">
              <a:extLst>
                <a:ext uri="{FF2B5EF4-FFF2-40B4-BE49-F238E27FC236}">
                  <a16:creationId xmlns:a16="http://schemas.microsoft.com/office/drawing/2014/main" id="{3D4D6C43-264E-707E-F1F1-872D10B8B820}"/>
                </a:ext>
              </a:extLst>
            </p:cNvPr>
            <p:cNvSpPr/>
            <p:nvPr/>
          </p:nvSpPr>
          <p:spPr>
            <a:xfrm>
              <a:off x="2715277" y="3821762"/>
              <a:ext cx="58146" cy="32908"/>
            </a:xfrm>
            <a:custGeom>
              <a:avLst/>
              <a:gdLst>
                <a:gd name="csX0" fmla="*/ 0 w 58146"/>
                <a:gd name="csY0" fmla="*/ 32909 h 32908"/>
                <a:gd name="csX1" fmla="*/ 0 w 58146"/>
                <a:gd name="csY1" fmla="*/ 30617 h 32908"/>
                <a:gd name="csX2" fmla="*/ 4875 w 58146"/>
                <a:gd name="csY2" fmla="*/ 30145 h 32908"/>
                <a:gd name="csX3" fmla="*/ 5786 w 58146"/>
                <a:gd name="csY3" fmla="*/ 27236 h 32908"/>
                <a:gd name="csX4" fmla="*/ 5786 w 58146"/>
                <a:gd name="csY4" fmla="*/ 7273 h 32908"/>
                <a:gd name="csX5" fmla="*/ 4802 w 58146"/>
                <a:gd name="csY5" fmla="*/ 3818 h 32908"/>
                <a:gd name="csX6" fmla="*/ 0 w 58146"/>
                <a:gd name="csY6" fmla="*/ 3127 h 32908"/>
                <a:gd name="csX7" fmla="*/ 0 w 58146"/>
                <a:gd name="csY7" fmla="*/ 800 h 32908"/>
                <a:gd name="csX8" fmla="*/ 10474 w 58146"/>
                <a:gd name="csY8" fmla="*/ 0 h 32908"/>
                <a:gd name="csX9" fmla="*/ 10474 w 58146"/>
                <a:gd name="csY9" fmla="*/ 7818 h 32908"/>
                <a:gd name="csX10" fmla="*/ 21497 w 58146"/>
                <a:gd name="csY10" fmla="*/ 0 h 32908"/>
                <a:gd name="csX11" fmla="*/ 31423 w 58146"/>
                <a:gd name="csY11" fmla="*/ 7273 h 32908"/>
                <a:gd name="csX12" fmla="*/ 35345 w 58146"/>
                <a:gd name="csY12" fmla="*/ 2218 h 32908"/>
                <a:gd name="csX13" fmla="*/ 42218 w 58146"/>
                <a:gd name="csY13" fmla="*/ 0 h 32908"/>
                <a:gd name="csX14" fmla="*/ 50042 w 58146"/>
                <a:gd name="csY14" fmla="*/ 2763 h 32908"/>
                <a:gd name="csX15" fmla="*/ 51998 w 58146"/>
                <a:gd name="csY15" fmla="*/ 6690 h 32908"/>
                <a:gd name="csX16" fmla="*/ 52330 w 58146"/>
                <a:gd name="csY16" fmla="*/ 14145 h 32908"/>
                <a:gd name="csX17" fmla="*/ 52330 w 58146"/>
                <a:gd name="csY17" fmla="*/ 28363 h 32908"/>
                <a:gd name="csX18" fmla="*/ 53603 w 58146"/>
                <a:gd name="csY18" fmla="*/ 30290 h 32908"/>
                <a:gd name="csX19" fmla="*/ 58146 w 58146"/>
                <a:gd name="csY19" fmla="*/ 30617 h 32908"/>
                <a:gd name="csX20" fmla="*/ 58146 w 58146"/>
                <a:gd name="csY20" fmla="*/ 32909 h 32908"/>
                <a:gd name="csX21" fmla="*/ 49814 w 58146"/>
                <a:gd name="csY21" fmla="*/ 32690 h 32908"/>
                <a:gd name="csX22" fmla="*/ 41379 w 58146"/>
                <a:gd name="csY22" fmla="*/ 32909 h 32908"/>
                <a:gd name="csX23" fmla="*/ 41379 w 58146"/>
                <a:gd name="csY23" fmla="*/ 30617 h 32908"/>
                <a:gd name="csX24" fmla="*/ 46254 w 58146"/>
                <a:gd name="csY24" fmla="*/ 30145 h 32908"/>
                <a:gd name="csX25" fmla="*/ 47196 w 58146"/>
                <a:gd name="csY25" fmla="*/ 27236 h 32908"/>
                <a:gd name="csX26" fmla="*/ 47196 w 58146"/>
                <a:gd name="csY26" fmla="*/ 9890 h 32908"/>
                <a:gd name="csX27" fmla="*/ 46037 w 58146"/>
                <a:gd name="csY27" fmla="*/ 3891 h 32908"/>
                <a:gd name="csX28" fmla="*/ 41669 w 58146"/>
                <a:gd name="csY28" fmla="*/ 1636 h 32908"/>
                <a:gd name="csX29" fmla="*/ 34724 w 58146"/>
                <a:gd name="csY29" fmla="*/ 4873 h 32908"/>
                <a:gd name="csX30" fmla="*/ 31640 w 58146"/>
                <a:gd name="csY30" fmla="*/ 13564 h 32908"/>
                <a:gd name="csX31" fmla="*/ 31640 w 58146"/>
                <a:gd name="csY31" fmla="*/ 27236 h 32908"/>
                <a:gd name="csX32" fmla="*/ 32551 w 58146"/>
                <a:gd name="csY32" fmla="*/ 30145 h 32908"/>
                <a:gd name="csX33" fmla="*/ 37457 w 58146"/>
                <a:gd name="csY33" fmla="*/ 30617 h 32908"/>
                <a:gd name="csX34" fmla="*/ 37457 w 58146"/>
                <a:gd name="csY34" fmla="*/ 32909 h 32908"/>
                <a:gd name="csX35" fmla="*/ 29094 w 58146"/>
                <a:gd name="csY35" fmla="*/ 32690 h 32908"/>
                <a:gd name="csX36" fmla="*/ 20690 w 58146"/>
                <a:gd name="csY36" fmla="*/ 32909 h 32908"/>
                <a:gd name="csX37" fmla="*/ 20690 w 58146"/>
                <a:gd name="csY37" fmla="*/ 30617 h 32908"/>
                <a:gd name="csX38" fmla="*/ 25564 w 58146"/>
                <a:gd name="csY38" fmla="*/ 30145 h 32908"/>
                <a:gd name="csX39" fmla="*/ 26506 w 58146"/>
                <a:gd name="csY39" fmla="*/ 27236 h 32908"/>
                <a:gd name="csX40" fmla="*/ 26506 w 58146"/>
                <a:gd name="csY40" fmla="*/ 9890 h 32908"/>
                <a:gd name="csX41" fmla="*/ 25347 w 58146"/>
                <a:gd name="csY41" fmla="*/ 3891 h 32908"/>
                <a:gd name="csX42" fmla="*/ 20979 w 58146"/>
                <a:gd name="csY42" fmla="*/ 1636 h 32908"/>
                <a:gd name="csX43" fmla="*/ 14035 w 58146"/>
                <a:gd name="csY43" fmla="*/ 4873 h 32908"/>
                <a:gd name="csX44" fmla="*/ 10950 w 58146"/>
                <a:gd name="csY44" fmla="*/ 13564 h 32908"/>
                <a:gd name="csX45" fmla="*/ 10950 w 58146"/>
                <a:gd name="csY45" fmla="*/ 27236 h 32908"/>
                <a:gd name="csX46" fmla="*/ 11851 w 58146"/>
                <a:gd name="csY46" fmla="*/ 30145 h 32908"/>
                <a:gd name="csX47" fmla="*/ 16726 w 58146"/>
                <a:gd name="csY47" fmla="*/ 30617 h 32908"/>
                <a:gd name="csX48" fmla="*/ 16726 w 58146"/>
                <a:gd name="csY48" fmla="*/ 32909 h 32908"/>
                <a:gd name="csX49" fmla="*/ 8404 w 58146"/>
                <a:gd name="csY49" fmla="*/ 32690 h 32908"/>
                <a:gd name="csX50" fmla="*/ 0 w 58146"/>
                <a:gd name="csY50" fmla="*/ 32909 h 32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8146" h="32908">
                  <a:moveTo>
                    <a:pt x="0" y="32909"/>
                  </a:moveTo>
                  <a:lnTo>
                    <a:pt x="0" y="30617"/>
                  </a:lnTo>
                  <a:cubicBezTo>
                    <a:pt x="2643" y="30617"/>
                    <a:pt x="4268" y="30460"/>
                    <a:pt x="4875" y="30145"/>
                  </a:cubicBezTo>
                  <a:cubicBezTo>
                    <a:pt x="5482" y="29806"/>
                    <a:pt x="5786" y="28836"/>
                    <a:pt x="5786" y="27236"/>
                  </a:cubicBezTo>
                  <a:lnTo>
                    <a:pt x="5786" y="7273"/>
                  </a:lnTo>
                  <a:cubicBezTo>
                    <a:pt x="5786" y="5430"/>
                    <a:pt x="5458" y="4278"/>
                    <a:pt x="4802" y="3818"/>
                  </a:cubicBezTo>
                  <a:cubicBezTo>
                    <a:pt x="4174" y="3357"/>
                    <a:pt x="2574" y="3127"/>
                    <a:pt x="0" y="3127"/>
                  </a:cubicBezTo>
                  <a:lnTo>
                    <a:pt x="0" y="800"/>
                  </a:lnTo>
                  <a:lnTo>
                    <a:pt x="10474" y="0"/>
                  </a:lnTo>
                  <a:lnTo>
                    <a:pt x="10474" y="7818"/>
                  </a:lnTo>
                  <a:cubicBezTo>
                    <a:pt x="12799" y="2606"/>
                    <a:pt x="16474" y="0"/>
                    <a:pt x="21497" y="0"/>
                  </a:cubicBezTo>
                  <a:cubicBezTo>
                    <a:pt x="27314" y="0"/>
                    <a:pt x="30622" y="2424"/>
                    <a:pt x="31423" y="7273"/>
                  </a:cubicBezTo>
                  <a:cubicBezTo>
                    <a:pt x="32271" y="5382"/>
                    <a:pt x="33579" y="3697"/>
                    <a:pt x="35345" y="2218"/>
                  </a:cubicBezTo>
                  <a:cubicBezTo>
                    <a:pt x="37139" y="739"/>
                    <a:pt x="39430" y="0"/>
                    <a:pt x="42218" y="0"/>
                  </a:cubicBezTo>
                  <a:cubicBezTo>
                    <a:pt x="45950" y="0"/>
                    <a:pt x="48559" y="921"/>
                    <a:pt x="50042" y="2763"/>
                  </a:cubicBezTo>
                  <a:cubicBezTo>
                    <a:pt x="51132" y="4000"/>
                    <a:pt x="51784" y="5309"/>
                    <a:pt x="51998" y="6690"/>
                  </a:cubicBezTo>
                  <a:cubicBezTo>
                    <a:pt x="52219" y="8072"/>
                    <a:pt x="52330" y="10557"/>
                    <a:pt x="52330" y="14145"/>
                  </a:cubicBezTo>
                  <a:lnTo>
                    <a:pt x="52330" y="28363"/>
                  </a:lnTo>
                  <a:cubicBezTo>
                    <a:pt x="52378" y="29406"/>
                    <a:pt x="52802" y="30048"/>
                    <a:pt x="53603" y="30290"/>
                  </a:cubicBezTo>
                  <a:cubicBezTo>
                    <a:pt x="54403" y="30508"/>
                    <a:pt x="55918" y="30617"/>
                    <a:pt x="58146" y="30617"/>
                  </a:cubicBezTo>
                  <a:lnTo>
                    <a:pt x="58146" y="32909"/>
                  </a:lnTo>
                  <a:cubicBezTo>
                    <a:pt x="53082" y="32763"/>
                    <a:pt x="50304" y="32690"/>
                    <a:pt x="49814" y="32690"/>
                  </a:cubicBezTo>
                  <a:cubicBezTo>
                    <a:pt x="49428" y="32690"/>
                    <a:pt x="46616" y="32763"/>
                    <a:pt x="41379" y="32909"/>
                  </a:cubicBezTo>
                  <a:lnTo>
                    <a:pt x="41379" y="30617"/>
                  </a:lnTo>
                  <a:cubicBezTo>
                    <a:pt x="44022" y="30617"/>
                    <a:pt x="45647" y="30460"/>
                    <a:pt x="46254" y="30145"/>
                  </a:cubicBezTo>
                  <a:cubicBezTo>
                    <a:pt x="46882" y="29806"/>
                    <a:pt x="47196" y="28836"/>
                    <a:pt x="47196" y="27236"/>
                  </a:cubicBezTo>
                  <a:lnTo>
                    <a:pt x="47196" y="9890"/>
                  </a:lnTo>
                  <a:cubicBezTo>
                    <a:pt x="47196" y="7369"/>
                    <a:pt x="46809" y="5369"/>
                    <a:pt x="46037" y="3891"/>
                  </a:cubicBezTo>
                  <a:cubicBezTo>
                    <a:pt x="45264" y="2388"/>
                    <a:pt x="43808" y="1636"/>
                    <a:pt x="41669" y="1636"/>
                  </a:cubicBezTo>
                  <a:cubicBezTo>
                    <a:pt x="39102" y="1636"/>
                    <a:pt x="36787" y="2715"/>
                    <a:pt x="34724" y="4873"/>
                  </a:cubicBezTo>
                  <a:cubicBezTo>
                    <a:pt x="32668" y="7030"/>
                    <a:pt x="31640" y="9927"/>
                    <a:pt x="31640" y="13564"/>
                  </a:cubicBezTo>
                  <a:lnTo>
                    <a:pt x="31640" y="27236"/>
                  </a:lnTo>
                  <a:cubicBezTo>
                    <a:pt x="31640" y="28836"/>
                    <a:pt x="31943" y="29806"/>
                    <a:pt x="32551" y="30145"/>
                  </a:cubicBezTo>
                  <a:cubicBezTo>
                    <a:pt x="33179" y="30460"/>
                    <a:pt x="34814" y="30617"/>
                    <a:pt x="37457" y="30617"/>
                  </a:cubicBezTo>
                  <a:lnTo>
                    <a:pt x="37457" y="32909"/>
                  </a:lnTo>
                  <a:cubicBezTo>
                    <a:pt x="32392" y="32763"/>
                    <a:pt x="29604" y="32690"/>
                    <a:pt x="29094" y="32690"/>
                  </a:cubicBezTo>
                  <a:cubicBezTo>
                    <a:pt x="28707" y="32690"/>
                    <a:pt x="25906" y="32763"/>
                    <a:pt x="20690" y="32909"/>
                  </a:cubicBezTo>
                  <a:lnTo>
                    <a:pt x="20690" y="30617"/>
                  </a:lnTo>
                  <a:cubicBezTo>
                    <a:pt x="23332" y="30617"/>
                    <a:pt x="24957" y="30460"/>
                    <a:pt x="25564" y="30145"/>
                  </a:cubicBezTo>
                  <a:cubicBezTo>
                    <a:pt x="26192" y="29806"/>
                    <a:pt x="26506" y="28836"/>
                    <a:pt x="26506" y="27236"/>
                  </a:cubicBezTo>
                  <a:lnTo>
                    <a:pt x="26506" y="9890"/>
                  </a:lnTo>
                  <a:cubicBezTo>
                    <a:pt x="26506" y="7369"/>
                    <a:pt x="26120" y="5369"/>
                    <a:pt x="25347" y="3891"/>
                  </a:cubicBezTo>
                  <a:cubicBezTo>
                    <a:pt x="24574" y="2388"/>
                    <a:pt x="23118" y="1636"/>
                    <a:pt x="20979" y="1636"/>
                  </a:cubicBezTo>
                  <a:cubicBezTo>
                    <a:pt x="18413" y="1636"/>
                    <a:pt x="16098" y="2715"/>
                    <a:pt x="14035" y="4873"/>
                  </a:cubicBezTo>
                  <a:cubicBezTo>
                    <a:pt x="11978" y="7030"/>
                    <a:pt x="10950" y="9927"/>
                    <a:pt x="10950" y="13564"/>
                  </a:cubicBezTo>
                  <a:lnTo>
                    <a:pt x="10950" y="27236"/>
                  </a:lnTo>
                  <a:cubicBezTo>
                    <a:pt x="10950" y="28836"/>
                    <a:pt x="11250" y="29806"/>
                    <a:pt x="11851" y="30145"/>
                  </a:cubicBezTo>
                  <a:cubicBezTo>
                    <a:pt x="12485" y="30460"/>
                    <a:pt x="14110" y="30617"/>
                    <a:pt x="16726" y="30617"/>
                  </a:cubicBezTo>
                  <a:lnTo>
                    <a:pt x="16726" y="32909"/>
                  </a:lnTo>
                  <a:cubicBezTo>
                    <a:pt x="11661" y="32763"/>
                    <a:pt x="8887" y="32690"/>
                    <a:pt x="8404" y="32690"/>
                  </a:cubicBezTo>
                  <a:cubicBezTo>
                    <a:pt x="8018" y="32690"/>
                    <a:pt x="5216" y="32763"/>
                    <a:pt x="0" y="3290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7" name="Freeform 3056">
              <a:extLst>
                <a:ext uri="{FF2B5EF4-FFF2-40B4-BE49-F238E27FC236}">
                  <a16:creationId xmlns:a16="http://schemas.microsoft.com/office/drawing/2014/main" id="{9B5570CB-7AA0-69BF-0EFA-487FEAD898BC}"/>
                </a:ext>
              </a:extLst>
            </p:cNvPr>
            <p:cNvSpPr/>
            <p:nvPr/>
          </p:nvSpPr>
          <p:spPr>
            <a:xfrm>
              <a:off x="2777874" y="3821289"/>
              <a:ext cx="24332" cy="34218"/>
            </a:xfrm>
            <a:custGeom>
              <a:avLst/>
              <a:gdLst>
                <a:gd name="csX0" fmla="*/ 0 w 24332"/>
                <a:gd name="csY0" fmla="*/ 32400 h 34218"/>
                <a:gd name="csX1" fmla="*/ 0 w 24332"/>
                <a:gd name="csY1" fmla="*/ 22582 h 34218"/>
                <a:gd name="csX2" fmla="*/ 41 w 24332"/>
                <a:gd name="csY2" fmla="*/ 21455 h 34218"/>
                <a:gd name="csX3" fmla="*/ 290 w 24332"/>
                <a:gd name="csY3" fmla="*/ 20945 h 34218"/>
                <a:gd name="csX4" fmla="*/ 952 w 24332"/>
                <a:gd name="csY4" fmla="*/ 20727 h 34218"/>
                <a:gd name="csX5" fmla="*/ 1635 w 24332"/>
                <a:gd name="csY5" fmla="*/ 20945 h 34218"/>
                <a:gd name="csX6" fmla="*/ 2008 w 24332"/>
                <a:gd name="csY6" fmla="*/ 22000 h 34218"/>
                <a:gd name="csX7" fmla="*/ 5527 w 24332"/>
                <a:gd name="csY7" fmla="*/ 29855 h 34218"/>
                <a:gd name="csX8" fmla="*/ 12368 w 24332"/>
                <a:gd name="csY8" fmla="*/ 32546 h 34218"/>
                <a:gd name="csX9" fmla="*/ 18661 w 24332"/>
                <a:gd name="csY9" fmla="*/ 30691 h 34218"/>
                <a:gd name="csX10" fmla="*/ 20762 w 24332"/>
                <a:gd name="csY10" fmla="*/ 25782 h 34218"/>
                <a:gd name="csX11" fmla="*/ 13020 w 24332"/>
                <a:gd name="csY11" fmla="*/ 18946 h 34218"/>
                <a:gd name="csX12" fmla="*/ 6696 w 24332"/>
                <a:gd name="csY12" fmla="*/ 17454 h 34218"/>
                <a:gd name="csX13" fmla="*/ 3208 w 24332"/>
                <a:gd name="csY13" fmla="*/ 15491 h 34218"/>
                <a:gd name="csX14" fmla="*/ 0 w 24332"/>
                <a:gd name="csY14" fmla="*/ 9164 h 34218"/>
                <a:gd name="csX15" fmla="*/ 2805 w 24332"/>
                <a:gd name="csY15" fmla="*/ 2727 h 34218"/>
                <a:gd name="csX16" fmla="*/ 11892 w 24332"/>
                <a:gd name="csY16" fmla="*/ 0 h 34218"/>
                <a:gd name="csX17" fmla="*/ 18909 w 24332"/>
                <a:gd name="csY17" fmla="*/ 2109 h 34218"/>
                <a:gd name="csX18" fmla="*/ 20182 w 24332"/>
                <a:gd name="csY18" fmla="*/ 909 h 34218"/>
                <a:gd name="csX19" fmla="*/ 21673 w 24332"/>
                <a:gd name="csY19" fmla="*/ 0 h 34218"/>
                <a:gd name="csX20" fmla="*/ 22366 w 24332"/>
                <a:gd name="csY20" fmla="*/ 401 h 34218"/>
                <a:gd name="csX21" fmla="*/ 22480 w 24332"/>
                <a:gd name="csY21" fmla="*/ 1819 h 34218"/>
                <a:gd name="csX22" fmla="*/ 22480 w 24332"/>
                <a:gd name="csY22" fmla="*/ 9309 h 34218"/>
                <a:gd name="csX23" fmla="*/ 22439 w 24332"/>
                <a:gd name="csY23" fmla="*/ 10436 h 34218"/>
                <a:gd name="csX24" fmla="*/ 22180 w 24332"/>
                <a:gd name="csY24" fmla="*/ 10945 h 34218"/>
                <a:gd name="csX25" fmla="*/ 21497 w 24332"/>
                <a:gd name="csY25" fmla="*/ 11127 h 34218"/>
                <a:gd name="csX26" fmla="*/ 20617 w 24332"/>
                <a:gd name="csY26" fmla="*/ 10436 h 34218"/>
                <a:gd name="csX27" fmla="*/ 11892 w 24332"/>
                <a:gd name="csY27" fmla="*/ 1418 h 34218"/>
                <a:gd name="csX28" fmla="*/ 5527 w 24332"/>
                <a:gd name="csY28" fmla="*/ 3128 h 34218"/>
                <a:gd name="csX29" fmla="*/ 3571 w 24332"/>
                <a:gd name="csY29" fmla="*/ 7091 h 34218"/>
                <a:gd name="csX30" fmla="*/ 4150 w 24332"/>
                <a:gd name="csY30" fmla="*/ 9345 h 34218"/>
                <a:gd name="csX31" fmla="*/ 5527 w 24332"/>
                <a:gd name="csY31" fmla="*/ 10873 h 34218"/>
                <a:gd name="csX32" fmla="*/ 7783 w 24332"/>
                <a:gd name="csY32" fmla="*/ 11964 h 34218"/>
                <a:gd name="csX33" fmla="*/ 10112 w 24332"/>
                <a:gd name="csY33" fmla="*/ 12655 h 34218"/>
                <a:gd name="csX34" fmla="*/ 12731 w 24332"/>
                <a:gd name="csY34" fmla="*/ 13200 h 34218"/>
                <a:gd name="csX35" fmla="*/ 21207 w 24332"/>
                <a:gd name="csY35" fmla="*/ 16764 h 34218"/>
                <a:gd name="csX36" fmla="*/ 24333 w 24332"/>
                <a:gd name="csY36" fmla="*/ 23855 h 34218"/>
                <a:gd name="csX37" fmla="*/ 21352 w 24332"/>
                <a:gd name="csY37" fmla="*/ 31236 h 34218"/>
                <a:gd name="csX38" fmla="*/ 12368 w 24332"/>
                <a:gd name="csY38" fmla="*/ 34218 h 34218"/>
                <a:gd name="csX39" fmla="*/ 4150 w 24332"/>
                <a:gd name="csY39" fmla="*/ 30982 h 34218"/>
                <a:gd name="csX40" fmla="*/ 3384 w 24332"/>
                <a:gd name="csY40" fmla="*/ 31818 h 34218"/>
                <a:gd name="csX41" fmla="*/ 2908 w 24332"/>
                <a:gd name="csY41" fmla="*/ 32327 h 34218"/>
                <a:gd name="csX42" fmla="*/ 2763 w 24332"/>
                <a:gd name="csY42" fmla="*/ 32582 h 34218"/>
                <a:gd name="csX43" fmla="*/ 2660 w 24332"/>
                <a:gd name="csY43" fmla="*/ 32727 h 34218"/>
                <a:gd name="csX44" fmla="*/ 807 w 24332"/>
                <a:gd name="csY44" fmla="*/ 34218 h 34218"/>
                <a:gd name="csX45" fmla="*/ 114 w 24332"/>
                <a:gd name="csY45" fmla="*/ 33818 h 34218"/>
                <a:gd name="csX46" fmla="*/ 0 w 24332"/>
                <a:gd name="csY46" fmla="*/ 32400 h 3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24332" h="34218">
                  <a:moveTo>
                    <a:pt x="0" y="32400"/>
                  </a:moveTo>
                  <a:lnTo>
                    <a:pt x="0" y="22582"/>
                  </a:lnTo>
                  <a:cubicBezTo>
                    <a:pt x="0" y="22024"/>
                    <a:pt x="14" y="21648"/>
                    <a:pt x="41" y="21455"/>
                  </a:cubicBezTo>
                  <a:cubicBezTo>
                    <a:pt x="62" y="21261"/>
                    <a:pt x="145" y="21091"/>
                    <a:pt x="290" y="20945"/>
                  </a:cubicBezTo>
                  <a:cubicBezTo>
                    <a:pt x="442" y="20800"/>
                    <a:pt x="662" y="20727"/>
                    <a:pt x="952" y="20727"/>
                  </a:cubicBezTo>
                  <a:cubicBezTo>
                    <a:pt x="1290" y="20727"/>
                    <a:pt x="1518" y="20800"/>
                    <a:pt x="1635" y="20945"/>
                  </a:cubicBezTo>
                  <a:cubicBezTo>
                    <a:pt x="1787" y="21091"/>
                    <a:pt x="1911" y="21442"/>
                    <a:pt x="2008" y="22000"/>
                  </a:cubicBezTo>
                  <a:cubicBezTo>
                    <a:pt x="2753" y="25418"/>
                    <a:pt x="3926" y="28036"/>
                    <a:pt x="5527" y="29855"/>
                  </a:cubicBezTo>
                  <a:cubicBezTo>
                    <a:pt x="7155" y="31649"/>
                    <a:pt x="9436" y="32546"/>
                    <a:pt x="12368" y="32546"/>
                  </a:cubicBezTo>
                  <a:cubicBezTo>
                    <a:pt x="15156" y="32546"/>
                    <a:pt x="17253" y="31927"/>
                    <a:pt x="18661" y="30691"/>
                  </a:cubicBezTo>
                  <a:cubicBezTo>
                    <a:pt x="20062" y="29454"/>
                    <a:pt x="20762" y="27818"/>
                    <a:pt x="20762" y="25782"/>
                  </a:cubicBezTo>
                  <a:cubicBezTo>
                    <a:pt x="20762" y="22146"/>
                    <a:pt x="18181" y="19867"/>
                    <a:pt x="13020" y="18946"/>
                  </a:cubicBezTo>
                  <a:cubicBezTo>
                    <a:pt x="10039" y="18339"/>
                    <a:pt x="7932" y="17842"/>
                    <a:pt x="6696" y="17454"/>
                  </a:cubicBezTo>
                  <a:cubicBezTo>
                    <a:pt x="5461" y="17042"/>
                    <a:pt x="4299" y="16388"/>
                    <a:pt x="3208" y="15491"/>
                  </a:cubicBezTo>
                  <a:cubicBezTo>
                    <a:pt x="1069" y="13745"/>
                    <a:pt x="0" y="11636"/>
                    <a:pt x="0" y="9164"/>
                  </a:cubicBezTo>
                  <a:cubicBezTo>
                    <a:pt x="0" y="6691"/>
                    <a:pt x="935" y="4545"/>
                    <a:pt x="2805" y="2727"/>
                  </a:cubicBezTo>
                  <a:cubicBezTo>
                    <a:pt x="4695" y="909"/>
                    <a:pt x="7724" y="0"/>
                    <a:pt x="11892" y="0"/>
                  </a:cubicBezTo>
                  <a:cubicBezTo>
                    <a:pt x="14680" y="0"/>
                    <a:pt x="17019" y="703"/>
                    <a:pt x="18909" y="2109"/>
                  </a:cubicBezTo>
                  <a:cubicBezTo>
                    <a:pt x="19468" y="1673"/>
                    <a:pt x="19893" y="1272"/>
                    <a:pt x="20182" y="909"/>
                  </a:cubicBezTo>
                  <a:cubicBezTo>
                    <a:pt x="20838" y="303"/>
                    <a:pt x="21335" y="0"/>
                    <a:pt x="21673" y="0"/>
                  </a:cubicBezTo>
                  <a:cubicBezTo>
                    <a:pt x="22066" y="0"/>
                    <a:pt x="22297" y="134"/>
                    <a:pt x="22366" y="401"/>
                  </a:cubicBezTo>
                  <a:cubicBezTo>
                    <a:pt x="22442" y="643"/>
                    <a:pt x="22480" y="1115"/>
                    <a:pt x="22480" y="1819"/>
                  </a:cubicBezTo>
                  <a:lnTo>
                    <a:pt x="22480" y="9309"/>
                  </a:lnTo>
                  <a:cubicBezTo>
                    <a:pt x="22480" y="9866"/>
                    <a:pt x="22466" y="10242"/>
                    <a:pt x="22439" y="10436"/>
                  </a:cubicBezTo>
                  <a:cubicBezTo>
                    <a:pt x="22418" y="10630"/>
                    <a:pt x="22332" y="10800"/>
                    <a:pt x="22180" y="10945"/>
                  </a:cubicBezTo>
                  <a:cubicBezTo>
                    <a:pt x="22035" y="11067"/>
                    <a:pt x="21808" y="11127"/>
                    <a:pt x="21497" y="11127"/>
                  </a:cubicBezTo>
                  <a:cubicBezTo>
                    <a:pt x="20938" y="11127"/>
                    <a:pt x="20645" y="10897"/>
                    <a:pt x="20617" y="10436"/>
                  </a:cubicBezTo>
                  <a:cubicBezTo>
                    <a:pt x="20231" y="4424"/>
                    <a:pt x="17322" y="1418"/>
                    <a:pt x="11892" y="1418"/>
                  </a:cubicBezTo>
                  <a:cubicBezTo>
                    <a:pt x="8960" y="1418"/>
                    <a:pt x="6838" y="1988"/>
                    <a:pt x="5527" y="3128"/>
                  </a:cubicBezTo>
                  <a:cubicBezTo>
                    <a:pt x="4223" y="4243"/>
                    <a:pt x="3571" y="5564"/>
                    <a:pt x="3571" y="7091"/>
                  </a:cubicBezTo>
                  <a:cubicBezTo>
                    <a:pt x="3571" y="7940"/>
                    <a:pt x="3764" y="8691"/>
                    <a:pt x="4150" y="9345"/>
                  </a:cubicBezTo>
                  <a:cubicBezTo>
                    <a:pt x="4564" y="9976"/>
                    <a:pt x="5023" y="10485"/>
                    <a:pt x="5527" y="10873"/>
                  </a:cubicBezTo>
                  <a:cubicBezTo>
                    <a:pt x="6065" y="11236"/>
                    <a:pt x="6817" y="11600"/>
                    <a:pt x="7783" y="11964"/>
                  </a:cubicBezTo>
                  <a:cubicBezTo>
                    <a:pt x="8756" y="12303"/>
                    <a:pt x="9532" y="12534"/>
                    <a:pt x="10112" y="12655"/>
                  </a:cubicBezTo>
                  <a:cubicBezTo>
                    <a:pt x="10719" y="12776"/>
                    <a:pt x="11592" y="12958"/>
                    <a:pt x="12731" y="13200"/>
                  </a:cubicBezTo>
                  <a:cubicBezTo>
                    <a:pt x="16705" y="13952"/>
                    <a:pt x="19530" y="15140"/>
                    <a:pt x="21207" y="16764"/>
                  </a:cubicBezTo>
                  <a:cubicBezTo>
                    <a:pt x="23291" y="18848"/>
                    <a:pt x="24333" y="21212"/>
                    <a:pt x="24333" y="23855"/>
                  </a:cubicBezTo>
                  <a:cubicBezTo>
                    <a:pt x="24333" y="26788"/>
                    <a:pt x="23339" y="29248"/>
                    <a:pt x="21352" y="31236"/>
                  </a:cubicBezTo>
                  <a:cubicBezTo>
                    <a:pt x="19365" y="33224"/>
                    <a:pt x="16370" y="34218"/>
                    <a:pt x="12368" y="34218"/>
                  </a:cubicBezTo>
                  <a:cubicBezTo>
                    <a:pt x="9146" y="34218"/>
                    <a:pt x="6407" y="33139"/>
                    <a:pt x="4150" y="30982"/>
                  </a:cubicBezTo>
                  <a:cubicBezTo>
                    <a:pt x="3861" y="31273"/>
                    <a:pt x="3605" y="31552"/>
                    <a:pt x="3384" y="31818"/>
                  </a:cubicBezTo>
                  <a:cubicBezTo>
                    <a:pt x="3164" y="32060"/>
                    <a:pt x="3005" y="32230"/>
                    <a:pt x="2908" y="32327"/>
                  </a:cubicBezTo>
                  <a:cubicBezTo>
                    <a:pt x="2839" y="32424"/>
                    <a:pt x="2791" y="32509"/>
                    <a:pt x="2763" y="32582"/>
                  </a:cubicBezTo>
                  <a:cubicBezTo>
                    <a:pt x="2743" y="32630"/>
                    <a:pt x="2708" y="32678"/>
                    <a:pt x="2660" y="32727"/>
                  </a:cubicBezTo>
                  <a:cubicBezTo>
                    <a:pt x="1666" y="33721"/>
                    <a:pt x="1049" y="34218"/>
                    <a:pt x="807" y="34218"/>
                  </a:cubicBezTo>
                  <a:cubicBezTo>
                    <a:pt x="414" y="34218"/>
                    <a:pt x="183" y="34085"/>
                    <a:pt x="114" y="33818"/>
                  </a:cubicBezTo>
                  <a:cubicBezTo>
                    <a:pt x="38" y="33575"/>
                    <a:pt x="0" y="33103"/>
                    <a:pt x="0" y="32400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8" name="Freeform 3057">
              <a:extLst>
                <a:ext uri="{FF2B5EF4-FFF2-40B4-BE49-F238E27FC236}">
                  <a16:creationId xmlns:a16="http://schemas.microsoft.com/office/drawing/2014/main" id="{0E4004E5-F205-3707-DC50-7D7F4A69FB89}"/>
                </a:ext>
              </a:extLst>
            </p:cNvPr>
            <p:cNvSpPr/>
            <p:nvPr/>
          </p:nvSpPr>
          <p:spPr>
            <a:xfrm>
              <a:off x="2803925" y="3820926"/>
              <a:ext cx="34041" cy="49090"/>
            </a:xfrm>
            <a:custGeom>
              <a:avLst/>
              <a:gdLst>
                <a:gd name="csX0" fmla="*/ 0 w 34041"/>
                <a:gd name="csY0" fmla="*/ 39635 h 49090"/>
                <a:gd name="csX1" fmla="*/ 1822 w 34041"/>
                <a:gd name="csY1" fmla="*/ 35163 h 49090"/>
                <a:gd name="csX2" fmla="*/ 6873 w 34041"/>
                <a:gd name="csY2" fmla="*/ 32181 h 49090"/>
                <a:gd name="csX3" fmla="*/ 3602 w 34041"/>
                <a:gd name="csY3" fmla="*/ 25563 h 49090"/>
                <a:gd name="csX4" fmla="*/ 5889 w 34041"/>
                <a:gd name="csY4" fmla="*/ 19381 h 49090"/>
                <a:gd name="csX5" fmla="*/ 2401 w 34041"/>
                <a:gd name="csY5" fmla="*/ 11709 h 49090"/>
                <a:gd name="csX6" fmla="*/ 5889 w 34041"/>
                <a:gd name="csY6" fmla="*/ 4073 h 49090"/>
                <a:gd name="csX7" fmla="*/ 14469 w 34041"/>
                <a:gd name="csY7" fmla="*/ 836 h 49090"/>
                <a:gd name="csX8" fmla="*/ 22366 w 34041"/>
                <a:gd name="csY8" fmla="*/ 3527 h 49090"/>
                <a:gd name="csX9" fmla="*/ 30253 w 34041"/>
                <a:gd name="csY9" fmla="*/ 0 h 49090"/>
                <a:gd name="csX10" fmla="*/ 33089 w 34041"/>
                <a:gd name="csY10" fmla="*/ 1200 h 49090"/>
                <a:gd name="csX11" fmla="*/ 34041 w 34041"/>
                <a:gd name="csY11" fmla="*/ 3672 h 49090"/>
                <a:gd name="csX12" fmla="*/ 33306 w 34041"/>
                <a:gd name="csY12" fmla="*/ 5345 h 49090"/>
                <a:gd name="csX13" fmla="*/ 31888 w 34041"/>
                <a:gd name="csY13" fmla="*/ 5890 h 49090"/>
                <a:gd name="csX14" fmla="*/ 30326 w 34041"/>
                <a:gd name="csY14" fmla="*/ 5309 h 49090"/>
                <a:gd name="csX15" fmla="*/ 29704 w 34041"/>
                <a:gd name="csY15" fmla="*/ 3746 h 49090"/>
                <a:gd name="csX16" fmla="*/ 30905 w 34041"/>
                <a:gd name="csY16" fmla="*/ 1709 h 49090"/>
                <a:gd name="csX17" fmla="*/ 30181 w 34041"/>
                <a:gd name="csY17" fmla="*/ 1636 h 49090"/>
                <a:gd name="csX18" fmla="*/ 23453 w 34041"/>
                <a:gd name="csY18" fmla="*/ 4545 h 49090"/>
                <a:gd name="csX19" fmla="*/ 26506 w 34041"/>
                <a:gd name="csY19" fmla="*/ 11781 h 49090"/>
                <a:gd name="csX20" fmla="*/ 23018 w 34041"/>
                <a:gd name="csY20" fmla="*/ 19418 h 49090"/>
                <a:gd name="csX21" fmla="*/ 14469 w 34041"/>
                <a:gd name="csY21" fmla="*/ 22654 h 49090"/>
                <a:gd name="csX22" fmla="*/ 7090 w 34041"/>
                <a:gd name="csY22" fmla="*/ 20326 h 49090"/>
                <a:gd name="csX23" fmla="*/ 5817 w 34041"/>
                <a:gd name="csY23" fmla="*/ 23854 h 49090"/>
                <a:gd name="csX24" fmla="*/ 6945 w 34041"/>
                <a:gd name="csY24" fmla="*/ 27164 h 49090"/>
                <a:gd name="csX25" fmla="*/ 9781 w 34041"/>
                <a:gd name="csY25" fmla="*/ 28836 h 49090"/>
                <a:gd name="csX26" fmla="*/ 15349 w 34041"/>
                <a:gd name="csY26" fmla="*/ 28909 h 49090"/>
                <a:gd name="csX27" fmla="*/ 19965 w 34041"/>
                <a:gd name="csY27" fmla="*/ 28981 h 49090"/>
                <a:gd name="csX28" fmla="*/ 23929 w 34041"/>
                <a:gd name="csY28" fmla="*/ 29563 h 49090"/>
                <a:gd name="csX29" fmla="*/ 28142 w 34041"/>
                <a:gd name="csY29" fmla="*/ 30982 h 49090"/>
                <a:gd name="csX30" fmla="*/ 33017 w 34041"/>
                <a:gd name="csY30" fmla="*/ 39490 h 49090"/>
                <a:gd name="csX31" fmla="*/ 28111 w 34041"/>
                <a:gd name="csY31" fmla="*/ 46399 h 49090"/>
                <a:gd name="csX32" fmla="*/ 16477 w 34041"/>
                <a:gd name="csY32" fmla="*/ 49090 h 49090"/>
                <a:gd name="csX33" fmla="*/ 4803 w 34041"/>
                <a:gd name="csY33" fmla="*/ 46363 h 49090"/>
                <a:gd name="csX34" fmla="*/ 0 w 34041"/>
                <a:gd name="csY34" fmla="*/ 39635 h 49090"/>
                <a:gd name="csX35" fmla="*/ 3892 w 34041"/>
                <a:gd name="csY35" fmla="*/ 39635 h 49090"/>
                <a:gd name="csX36" fmla="*/ 7493 w 34041"/>
                <a:gd name="csY36" fmla="*/ 45017 h 49090"/>
                <a:gd name="csX37" fmla="*/ 16550 w 34041"/>
                <a:gd name="csY37" fmla="*/ 47381 h 49090"/>
                <a:gd name="csX38" fmla="*/ 25492 w 34041"/>
                <a:gd name="csY38" fmla="*/ 45054 h 49090"/>
                <a:gd name="csX39" fmla="*/ 29125 w 34041"/>
                <a:gd name="csY39" fmla="*/ 39635 h 49090"/>
                <a:gd name="csX40" fmla="*/ 27852 w 34041"/>
                <a:gd name="csY40" fmla="*/ 35999 h 49090"/>
                <a:gd name="csX41" fmla="*/ 23960 w 34041"/>
                <a:gd name="csY41" fmla="*/ 34000 h 49090"/>
                <a:gd name="csX42" fmla="*/ 19562 w 34041"/>
                <a:gd name="csY42" fmla="*/ 33345 h 49090"/>
                <a:gd name="csX43" fmla="*/ 14397 w 34041"/>
                <a:gd name="csY43" fmla="*/ 33236 h 49090"/>
                <a:gd name="csX44" fmla="*/ 9998 w 34041"/>
                <a:gd name="csY44" fmla="*/ 33236 h 49090"/>
                <a:gd name="csX45" fmla="*/ 5672 w 34041"/>
                <a:gd name="csY45" fmla="*/ 35235 h 49090"/>
                <a:gd name="csX46" fmla="*/ 3892 w 34041"/>
                <a:gd name="csY46" fmla="*/ 39635 h 49090"/>
                <a:gd name="csX47" fmla="*/ 7959 w 34041"/>
                <a:gd name="csY47" fmla="*/ 11781 h 49090"/>
                <a:gd name="csX48" fmla="*/ 14469 w 34041"/>
                <a:gd name="csY48" fmla="*/ 20945 h 49090"/>
                <a:gd name="csX49" fmla="*/ 19748 w 34041"/>
                <a:gd name="csY49" fmla="*/ 17963 h 49090"/>
                <a:gd name="csX50" fmla="*/ 20948 w 34041"/>
                <a:gd name="csY50" fmla="*/ 11709 h 49090"/>
                <a:gd name="csX51" fmla="*/ 14469 w 34041"/>
                <a:gd name="csY51" fmla="*/ 2545 h 49090"/>
                <a:gd name="csX52" fmla="*/ 9160 w 34041"/>
                <a:gd name="csY52" fmla="*/ 5527 h 49090"/>
                <a:gd name="csX53" fmla="*/ 7959 w 34041"/>
                <a:gd name="csY53" fmla="*/ 11781 h 490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</a:cxnLst>
              <a:rect l="l" t="t" r="r" b="b"/>
              <a:pathLst>
                <a:path w="34041" h="49090">
                  <a:moveTo>
                    <a:pt x="0" y="39635"/>
                  </a:moveTo>
                  <a:cubicBezTo>
                    <a:pt x="0" y="38036"/>
                    <a:pt x="607" y="36545"/>
                    <a:pt x="1822" y="35163"/>
                  </a:cubicBezTo>
                  <a:cubicBezTo>
                    <a:pt x="3057" y="33781"/>
                    <a:pt x="4740" y="32787"/>
                    <a:pt x="6873" y="32181"/>
                  </a:cubicBezTo>
                  <a:cubicBezTo>
                    <a:pt x="4692" y="30799"/>
                    <a:pt x="3602" y="28593"/>
                    <a:pt x="3602" y="25563"/>
                  </a:cubicBezTo>
                  <a:cubicBezTo>
                    <a:pt x="3602" y="23236"/>
                    <a:pt x="4364" y="21175"/>
                    <a:pt x="5889" y="19381"/>
                  </a:cubicBezTo>
                  <a:cubicBezTo>
                    <a:pt x="3564" y="17442"/>
                    <a:pt x="2401" y="14884"/>
                    <a:pt x="2401" y="11709"/>
                  </a:cubicBezTo>
                  <a:cubicBezTo>
                    <a:pt x="2401" y="8776"/>
                    <a:pt x="3564" y="6230"/>
                    <a:pt x="5889" y="4073"/>
                  </a:cubicBezTo>
                  <a:cubicBezTo>
                    <a:pt x="8215" y="1915"/>
                    <a:pt x="11074" y="836"/>
                    <a:pt x="14469" y="836"/>
                  </a:cubicBezTo>
                  <a:cubicBezTo>
                    <a:pt x="17450" y="836"/>
                    <a:pt x="20082" y="1733"/>
                    <a:pt x="22366" y="3527"/>
                  </a:cubicBezTo>
                  <a:cubicBezTo>
                    <a:pt x="24740" y="1200"/>
                    <a:pt x="27369" y="24"/>
                    <a:pt x="30253" y="0"/>
                  </a:cubicBezTo>
                  <a:cubicBezTo>
                    <a:pt x="31536" y="0"/>
                    <a:pt x="32482" y="400"/>
                    <a:pt x="33089" y="1200"/>
                  </a:cubicBezTo>
                  <a:cubicBezTo>
                    <a:pt x="33724" y="2000"/>
                    <a:pt x="34041" y="2824"/>
                    <a:pt x="34041" y="3672"/>
                  </a:cubicBezTo>
                  <a:cubicBezTo>
                    <a:pt x="34041" y="4424"/>
                    <a:pt x="33796" y="4981"/>
                    <a:pt x="33306" y="5345"/>
                  </a:cubicBezTo>
                  <a:cubicBezTo>
                    <a:pt x="32851" y="5708"/>
                    <a:pt x="32378" y="5890"/>
                    <a:pt x="31888" y="5890"/>
                  </a:cubicBezTo>
                  <a:cubicBezTo>
                    <a:pt x="31281" y="5890"/>
                    <a:pt x="30760" y="5696"/>
                    <a:pt x="30326" y="5309"/>
                  </a:cubicBezTo>
                  <a:cubicBezTo>
                    <a:pt x="29912" y="4897"/>
                    <a:pt x="29704" y="4376"/>
                    <a:pt x="29704" y="3746"/>
                  </a:cubicBezTo>
                  <a:cubicBezTo>
                    <a:pt x="29704" y="2703"/>
                    <a:pt x="30105" y="2024"/>
                    <a:pt x="30905" y="1709"/>
                  </a:cubicBezTo>
                  <a:cubicBezTo>
                    <a:pt x="30760" y="1660"/>
                    <a:pt x="30519" y="1636"/>
                    <a:pt x="30181" y="1636"/>
                  </a:cubicBezTo>
                  <a:cubicBezTo>
                    <a:pt x="27759" y="1636"/>
                    <a:pt x="25516" y="2606"/>
                    <a:pt x="23453" y="4545"/>
                  </a:cubicBezTo>
                  <a:cubicBezTo>
                    <a:pt x="25489" y="6436"/>
                    <a:pt x="26506" y="8848"/>
                    <a:pt x="26506" y="11781"/>
                  </a:cubicBezTo>
                  <a:cubicBezTo>
                    <a:pt x="26506" y="14715"/>
                    <a:pt x="25344" y="17260"/>
                    <a:pt x="23018" y="19418"/>
                  </a:cubicBezTo>
                  <a:cubicBezTo>
                    <a:pt x="20693" y="21575"/>
                    <a:pt x="17843" y="22654"/>
                    <a:pt x="14469" y="22654"/>
                  </a:cubicBezTo>
                  <a:cubicBezTo>
                    <a:pt x="11682" y="22654"/>
                    <a:pt x="9222" y="21878"/>
                    <a:pt x="7090" y="20326"/>
                  </a:cubicBezTo>
                  <a:cubicBezTo>
                    <a:pt x="6241" y="21321"/>
                    <a:pt x="5817" y="22496"/>
                    <a:pt x="5817" y="23854"/>
                  </a:cubicBezTo>
                  <a:cubicBezTo>
                    <a:pt x="5817" y="25090"/>
                    <a:pt x="6193" y="26193"/>
                    <a:pt x="6945" y="27164"/>
                  </a:cubicBezTo>
                  <a:cubicBezTo>
                    <a:pt x="7697" y="28133"/>
                    <a:pt x="8642" y="28691"/>
                    <a:pt x="9781" y="28836"/>
                  </a:cubicBezTo>
                  <a:cubicBezTo>
                    <a:pt x="10119" y="28884"/>
                    <a:pt x="11975" y="28909"/>
                    <a:pt x="15349" y="28909"/>
                  </a:cubicBezTo>
                  <a:cubicBezTo>
                    <a:pt x="17336" y="28909"/>
                    <a:pt x="18875" y="28933"/>
                    <a:pt x="19965" y="28981"/>
                  </a:cubicBezTo>
                  <a:cubicBezTo>
                    <a:pt x="21055" y="29030"/>
                    <a:pt x="22377" y="29224"/>
                    <a:pt x="23929" y="29563"/>
                  </a:cubicBezTo>
                  <a:cubicBezTo>
                    <a:pt x="25503" y="29878"/>
                    <a:pt x="26907" y="30351"/>
                    <a:pt x="28142" y="30982"/>
                  </a:cubicBezTo>
                  <a:cubicBezTo>
                    <a:pt x="31371" y="32776"/>
                    <a:pt x="32996" y="35612"/>
                    <a:pt x="33017" y="39490"/>
                  </a:cubicBezTo>
                  <a:cubicBezTo>
                    <a:pt x="33017" y="42327"/>
                    <a:pt x="31381" y="44630"/>
                    <a:pt x="28111" y="46399"/>
                  </a:cubicBezTo>
                  <a:cubicBezTo>
                    <a:pt x="24861" y="48193"/>
                    <a:pt x="20983" y="49090"/>
                    <a:pt x="16477" y="49090"/>
                  </a:cubicBezTo>
                  <a:cubicBezTo>
                    <a:pt x="11916" y="49090"/>
                    <a:pt x="8025" y="48181"/>
                    <a:pt x="4803" y="46363"/>
                  </a:cubicBezTo>
                  <a:cubicBezTo>
                    <a:pt x="1601" y="44569"/>
                    <a:pt x="0" y="42326"/>
                    <a:pt x="0" y="39635"/>
                  </a:cubicBezTo>
                  <a:moveTo>
                    <a:pt x="3892" y="39635"/>
                  </a:moveTo>
                  <a:cubicBezTo>
                    <a:pt x="3892" y="41672"/>
                    <a:pt x="5092" y="43466"/>
                    <a:pt x="7493" y="45017"/>
                  </a:cubicBezTo>
                  <a:cubicBezTo>
                    <a:pt x="9895" y="46593"/>
                    <a:pt x="12913" y="47381"/>
                    <a:pt x="16550" y="47381"/>
                  </a:cubicBezTo>
                  <a:cubicBezTo>
                    <a:pt x="20110" y="47381"/>
                    <a:pt x="23091" y="46605"/>
                    <a:pt x="25492" y="45054"/>
                  </a:cubicBezTo>
                  <a:cubicBezTo>
                    <a:pt x="27914" y="43527"/>
                    <a:pt x="29125" y="41720"/>
                    <a:pt x="29125" y="39635"/>
                  </a:cubicBezTo>
                  <a:cubicBezTo>
                    <a:pt x="29125" y="38157"/>
                    <a:pt x="28701" y="36945"/>
                    <a:pt x="27852" y="35999"/>
                  </a:cubicBezTo>
                  <a:cubicBezTo>
                    <a:pt x="27003" y="35054"/>
                    <a:pt x="25706" y="34388"/>
                    <a:pt x="23960" y="34000"/>
                  </a:cubicBezTo>
                  <a:cubicBezTo>
                    <a:pt x="22242" y="33636"/>
                    <a:pt x="20776" y="33418"/>
                    <a:pt x="19562" y="33345"/>
                  </a:cubicBezTo>
                  <a:cubicBezTo>
                    <a:pt x="18354" y="33272"/>
                    <a:pt x="16633" y="33236"/>
                    <a:pt x="14397" y="33236"/>
                  </a:cubicBezTo>
                  <a:lnTo>
                    <a:pt x="9998" y="33236"/>
                  </a:lnTo>
                  <a:cubicBezTo>
                    <a:pt x="8301" y="33332"/>
                    <a:pt x="6859" y="33999"/>
                    <a:pt x="5672" y="35235"/>
                  </a:cubicBezTo>
                  <a:cubicBezTo>
                    <a:pt x="4485" y="36472"/>
                    <a:pt x="3892" y="37939"/>
                    <a:pt x="3892" y="39635"/>
                  </a:cubicBezTo>
                  <a:moveTo>
                    <a:pt x="7959" y="11781"/>
                  </a:moveTo>
                  <a:cubicBezTo>
                    <a:pt x="7959" y="17891"/>
                    <a:pt x="10129" y="20945"/>
                    <a:pt x="14469" y="20945"/>
                  </a:cubicBezTo>
                  <a:cubicBezTo>
                    <a:pt x="16657" y="20945"/>
                    <a:pt x="18416" y="19951"/>
                    <a:pt x="19748" y="17963"/>
                  </a:cubicBezTo>
                  <a:cubicBezTo>
                    <a:pt x="20548" y="16630"/>
                    <a:pt x="20948" y="14545"/>
                    <a:pt x="20948" y="11709"/>
                  </a:cubicBezTo>
                  <a:cubicBezTo>
                    <a:pt x="20948" y="5600"/>
                    <a:pt x="18789" y="2545"/>
                    <a:pt x="14469" y="2545"/>
                  </a:cubicBezTo>
                  <a:cubicBezTo>
                    <a:pt x="12289" y="2545"/>
                    <a:pt x="10519" y="3539"/>
                    <a:pt x="9160" y="5527"/>
                  </a:cubicBezTo>
                  <a:cubicBezTo>
                    <a:pt x="8359" y="6860"/>
                    <a:pt x="7959" y="8945"/>
                    <a:pt x="7959" y="11781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9" name="Freeform 3058">
              <a:extLst>
                <a:ext uri="{FF2B5EF4-FFF2-40B4-BE49-F238E27FC236}">
                  <a16:creationId xmlns:a16="http://schemas.microsoft.com/office/drawing/2014/main" id="{FEFC97E4-34B9-2CA6-0883-7DC1A489233C}"/>
                </a:ext>
              </a:extLst>
            </p:cNvPr>
            <p:cNvSpPr/>
            <p:nvPr/>
          </p:nvSpPr>
          <p:spPr>
            <a:xfrm>
              <a:off x="2848751" y="3854960"/>
              <a:ext cx="25988" cy="47447"/>
            </a:xfrm>
            <a:custGeom>
              <a:avLst/>
              <a:gdLst>
                <a:gd name="csX0" fmla="*/ 25989 w 25988"/>
                <a:gd name="csY0" fmla="*/ 3589 h 47447"/>
                <a:gd name="csX1" fmla="*/ 25099 w 25988"/>
                <a:gd name="csY1" fmla="*/ 5855 h 47447"/>
                <a:gd name="csX2" fmla="*/ 23142 w 25988"/>
                <a:gd name="csY2" fmla="*/ 6720 h 47447"/>
                <a:gd name="csX3" fmla="*/ 21766 w 25988"/>
                <a:gd name="csY3" fmla="*/ 6237 h 47447"/>
                <a:gd name="csX4" fmla="*/ 21207 w 25988"/>
                <a:gd name="csY4" fmla="*/ 4913 h 47447"/>
                <a:gd name="csX5" fmla="*/ 21869 w 25988"/>
                <a:gd name="csY5" fmla="*/ 3131 h 47447"/>
                <a:gd name="csX6" fmla="*/ 24033 w 25988"/>
                <a:gd name="csY6" fmla="*/ 2088 h 47447"/>
                <a:gd name="csX7" fmla="*/ 21466 w 25988"/>
                <a:gd name="csY7" fmla="*/ 1146 h 47447"/>
                <a:gd name="csX8" fmla="*/ 20007 w 25988"/>
                <a:gd name="csY8" fmla="*/ 1655 h 47447"/>
                <a:gd name="csX9" fmla="*/ 19013 w 25988"/>
                <a:gd name="csY9" fmla="*/ 2927 h 47447"/>
                <a:gd name="csX10" fmla="*/ 17771 w 25988"/>
                <a:gd name="csY10" fmla="*/ 8349 h 47447"/>
                <a:gd name="csX11" fmla="*/ 17233 w 25988"/>
                <a:gd name="csY11" fmla="*/ 11302 h 47447"/>
                <a:gd name="csX12" fmla="*/ 16674 w 25988"/>
                <a:gd name="csY12" fmla="*/ 14280 h 47447"/>
                <a:gd name="csX13" fmla="*/ 21000 w 25988"/>
                <a:gd name="csY13" fmla="*/ 14280 h 47447"/>
                <a:gd name="csX14" fmla="*/ 21797 w 25988"/>
                <a:gd name="csY14" fmla="*/ 14306 h 47447"/>
                <a:gd name="csX15" fmla="*/ 22201 w 25988"/>
                <a:gd name="csY15" fmla="*/ 14458 h 47447"/>
                <a:gd name="csX16" fmla="*/ 22408 w 25988"/>
                <a:gd name="csY16" fmla="*/ 14866 h 47447"/>
                <a:gd name="csX17" fmla="*/ 22077 w 25988"/>
                <a:gd name="csY17" fmla="*/ 15757 h 47447"/>
                <a:gd name="csX18" fmla="*/ 20855 w 25988"/>
                <a:gd name="csY18" fmla="*/ 15909 h 47447"/>
                <a:gd name="csX19" fmla="*/ 16374 w 25988"/>
                <a:gd name="csY19" fmla="*/ 15909 h 47447"/>
                <a:gd name="csX20" fmla="*/ 13238 w 25988"/>
                <a:gd name="csY20" fmla="*/ 32429 h 47447"/>
                <a:gd name="csX21" fmla="*/ 12834 w 25988"/>
                <a:gd name="csY21" fmla="*/ 34440 h 47447"/>
                <a:gd name="csX22" fmla="*/ 11789 w 25988"/>
                <a:gd name="csY22" fmla="*/ 38411 h 47447"/>
                <a:gd name="csX23" fmla="*/ 10309 w 25988"/>
                <a:gd name="csY23" fmla="*/ 42381 h 47447"/>
                <a:gd name="csX24" fmla="*/ 9367 w 25988"/>
                <a:gd name="csY24" fmla="*/ 44010 h 47447"/>
                <a:gd name="csX25" fmla="*/ 8125 w 25988"/>
                <a:gd name="csY25" fmla="*/ 45639 h 47447"/>
                <a:gd name="csX26" fmla="*/ 6417 w 25988"/>
                <a:gd name="csY26" fmla="*/ 46938 h 47447"/>
                <a:gd name="csX27" fmla="*/ 4430 w 25988"/>
                <a:gd name="csY27" fmla="*/ 47447 h 47447"/>
                <a:gd name="csX28" fmla="*/ 1356 w 25988"/>
                <a:gd name="csY28" fmla="*/ 46480 h 47447"/>
                <a:gd name="csX29" fmla="*/ 0 w 25988"/>
                <a:gd name="csY29" fmla="*/ 43858 h 47447"/>
                <a:gd name="csX30" fmla="*/ 869 w 25988"/>
                <a:gd name="csY30" fmla="*/ 41592 h 47447"/>
                <a:gd name="csX31" fmla="*/ 2857 w 25988"/>
                <a:gd name="csY31" fmla="*/ 40727 h 47447"/>
                <a:gd name="csX32" fmla="*/ 4202 w 25988"/>
                <a:gd name="csY32" fmla="*/ 41211 h 47447"/>
                <a:gd name="csX33" fmla="*/ 4792 w 25988"/>
                <a:gd name="csY33" fmla="*/ 42534 h 47447"/>
                <a:gd name="csX34" fmla="*/ 4657 w 25988"/>
                <a:gd name="csY34" fmla="*/ 43298 h 47447"/>
                <a:gd name="csX35" fmla="*/ 4254 w 25988"/>
                <a:gd name="csY35" fmla="*/ 44163 h 47447"/>
                <a:gd name="csX36" fmla="*/ 3364 w 25988"/>
                <a:gd name="csY36" fmla="*/ 44978 h 47447"/>
                <a:gd name="csX37" fmla="*/ 1915 w 25988"/>
                <a:gd name="csY37" fmla="*/ 45360 h 47447"/>
                <a:gd name="csX38" fmla="*/ 4430 w 25988"/>
                <a:gd name="csY38" fmla="*/ 46302 h 47447"/>
                <a:gd name="csX39" fmla="*/ 5351 w 25988"/>
                <a:gd name="csY39" fmla="*/ 46098 h 47447"/>
                <a:gd name="csX40" fmla="*/ 6137 w 25988"/>
                <a:gd name="csY40" fmla="*/ 45461 h 47447"/>
                <a:gd name="csX41" fmla="*/ 6800 w 25988"/>
                <a:gd name="csY41" fmla="*/ 44545 h 47447"/>
                <a:gd name="csX42" fmla="*/ 7359 w 25988"/>
                <a:gd name="csY42" fmla="*/ 43272 h 47447"/>
                <a:gd name="csX43" fmla="*/ 7814 w 25988"/>
                <a:gd name="csY43" fmla="*/ 41847 h 47447"/>
                <a:gd name="csX44" fmla="*/ 8228 w 25988"/>
                <a:gd name="csY44" fmla="*/ 40141 h 47447"/>
                <a:gd name="csX45" fmla="*/ 8611 w 25988"/>
                <a:gd name="csY45" fmla="*/ 38385 h 47447"/>
                <a:gd name="csX46" fmla="*/ 8963 w 25988"/>
                <a:gd name="csY46" fmla="*/ 36501 h 47447"/>
                <a:gd name="csX47" fmla="*/ 12855 w 25988"/>
                <a:gd name="csY47" fmla="*/ 15909 h 47447"/>
                <a:gd name="csX48" fmla="*/ 9419 w 25988"/>
                <a:gd name="csY48" fmla="*/ 15909 h 47447"/>
                <a:gd name="csX49" fmla="*/ 8559 w 25988"/>
                <a:gd name="csY49" fmla="*/ 15884 h 47447"/>
                <a:gd name="csX50" fmla="*/ 8145 w 25988"/>
                <a:gd name="csY50" fmla="*/ 15731 h 47447"/>
                <a:gd name="csX51" fmla="*/ 7969 w 25988"/>
                <a:gd name="csY51" fmla="*/ 15272 h 47447"/>
                <a:gd name="csX52" fmla="*/ 8176 w 25988"/>
                <a:gd name="csY52" fmla="*/ 14585 h 47447"/>
                <a:gd name="csX53" fmla="*/ 8652 w 25988"/>
                <a:gd name="csY53" fmla="*/ 14331 h 47447"/>
                <a:gd name="csX54" fmla="*/ 9522 w 25988"/>
                <a:gd name="csY54" fmla="*/ 14280 h 47447"/>
                <a:gd name="csX55" fmla="*/ 13134 w 25988"/>
                <a:gd name="csY55" fmla="*/ 14280 h 47447"/>
                <a:gd name="csX56" fmla="*/ 14842 w 25988"/>
                <a:gd name="csY56" fmla="*/ 6110 h 47447"/>
                <a:gd name="csX57" fmla="*/ 16270 w 25988"/>
                <a:gd name="csY57" fmla="*/ 3004 h 47447"/>
                <a:gd name="csX58" fmla="*/ 18102 w 25988"/>
                <a:gd name="csY58" fmla="*/ 1095 h 47447"/>
                <a:gd name="csX59" fmla="*/ 19862 w 25988"/>
                <a:gd name="csY59" fmla="*/ 255 h 47447"/>
                <a:gd name="csX60" fmla="*/ 21466 w 25988"/>
                <a:gd name="csY60" fmla="*/ 0 h 47447"/>
                <a:gd name="csX61" fmla="*/ 24623 w 25988"/>
                <a:gd name="csY61" fmla="*/ 968 h 47447"/>
                <a:gd name="csX62" fmla="*/ 25989 w 25988"/>
                <a:gd name="csY62" fmla="*/ 3589 h 4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988" h="47447">
                  <a:moveTo>
                    <a:pt x="25989" y="3589"/>
                  </a:moveTo>
                  <a:cubicBezTo>
                    <a:pt x="25989" y="4523"/>
                    <a:pt x="25692" y="5278"/>
                    <a:pt x="25099" y="5855"/>
                  </a:cubicBezTo>
                  <a:cubicBezTo>
                    <a:pt x="24526" y="6432"/>
                    <a:pt x="23874" y="6720"/>
                    <a:pt x="23142" y="6720"/>
                  </a:cubicBezTo>
                  <a:cubicBezTo>
                    <a:pt x="22618" y="6720"/>
                    <a:pt x="22159" y="6559"/>
                    <a:pt x="21766" y="6237"/>
                  </a:cubicBezTo>
                  <a:cubicBezTo>
                    <a:pt x="21393" y="5914"/>
                    <a:pt x="21207" y="5473"/>
                    <a:pt x="21207" y="4913"/>
                  </a:cubicBezTo>
                  <a:cubicBezTo>
                    <a:pt x="21207" y="4336"/>
                    <a:pt x="21428" y="3742"/>
                    <a:pt x="21869" y="3131"/>
                  </a:cubicBezTo>
                  <a:cubicBezTo>
                    <a:pt x="22311" y="2520"/>
                    <a:pt x="23032" y="2172"/>
                    <a:pt x="24033" y="2088"/>
                  </a:cubicBezTo>
                  <a:cubicBezTo>
                    <a:pt x="23370" y="1460"/>
                    <a:pt x="22515" y="1146"/>
                    <a:pt x="21466" y="1146"/>
                  </a:cubicBezTo>
                  <a:cubicBezTo>
                    <a:pt x="20934" y="1146"/>
                    <a:pt x="20448" y="1315"/>
                    <a:pt x="20007" y="1655"/>
                  </a:cubicBezTo>
                  <a:cubicBezTo>
                    <a:pt x="19586" y="1977"/>
                    <a:pt x="19254" y="2401"/>
                    <a:pt x="19013" y="2927"/>
                  </a:cubicBezTo>
                  <a:cubicBezTo>
                    <a:pt x="18764" y="3470"/>
                    <a:pt x="18351" y="5277"/>
                    <a:pt x="17771" y="8349"/>
                  </a:cubicBezTo>
                  <a:cubicBezTo>
                    <a:pt x="17585" y="9351"/>
                    <a:pt x="17405" y="10335"/>
                    <a:pt x="17233" y="11302"/>
                  </a:cubicBezTo>
                  <a:cubicBezTo>
                    <a:pt x="17067" y="12270"/>
                    <a:pt x="16881" y="13262"/>
                    <a:pt x="16674" y="14280"/>
                  </a:cubicBezTo>
                  <a:lnTo>
                    <a:pt x="21000" y="14280"/>
                  </a:lnTo>
                  <a:cubicBezTo>
                    <a:pt x="21373" y="14280"/>
                    <a:pt x="21638" y="14289"/>
                    <a:pt x="21797" y="14306"/>
                  </a:cubicBezTo>
                  <a:cubicBezTo>
                    <a:pt x="21949" y="14322"/>
                    <a:pt x="22083" y="14373"/>
                    <a:pt x="22201" y="14458"/>
                  </a:cubicBezTo>
                  <a:cubicBezTo>
                    <a:pt x="22339" y="14543"/>
                    <a:pt x="22408" y="14679"/>
                    <a:pt x="22408" y="14866"/>
                  </a:cubicBezTo>
                  <a:cubicBezTo>
                    <a:pt x="22408" y="15340"/>
                    <a:pt x="22297" y="15637"/>
                    <a:pt x="22077" y="15757"/>
                  </a:cubicBezTo>
                  <a:cubicBezTo>
                    <a:pt x="21870" y="15858"/>
                    <a:pt x="21462" y="15909"/>
                    <a:pt x="20855" y="15909"/>
                  </a:cubicBezTo>
                  <a:lnTo>
                    <a:pt x="16374" y="15909"/>
                  </a:lnTo>
                  <a:lnTo>
                    <a:pt x="13238" y="32429"/>
                  </a:lnTo>
                  <a:cubicBezTo>
                    <a:pt x="13189" y="32752"/>
                    <a:pt x="13055" y="33422"/>
                    <a:pt x="12834" y="34440"/>
                  </a:cubicBezTo>
                  <a:cubicBezTo>
                    <a:pt x="12627" y="35441"/>
                    <a:pt x="12278" y="36765"/>
                    <a:pt x="11789" y="38411"/>
                  </a:cubicBezTo>
                  <a:cubicBezTo>
                    <a:pt x="11299" y="40074"/>
                    <a:pt x="10805" y="41397"/>
                    <a:pt x="10309" y="42381"/>
                  </a:cubicBezTo>
                  <a:cubicBezTo>
                    <a:pt x="10039" y="42941"/>
                    <a:pt x="9726" y="43484"/>
                    <a:pt x="9367" y="44010"/>
                  </a:cubicBezTo>
                  <a:cubicBezTo>
                    <a:pt x="9029" y="44553"/>
                    <a:pt x="8615" y="45096"/>
                    <a:pt x="8125" y="45639"/>
                  </a:cubicBezTo>
                  <a:cubicBezTo>
                    <a:pt x="7635" y="46182"/>
                    <a:pt x="7066" y="46615"/>
                    <a:pt x="6417" y="46938"/>
                  </a:cubicBezTo>
                  <a:cubicBezTo>
                    <a:pt x="5775" y="47278"/>
                    <a:pt x="5113" y="47447"/>
                    <a:pt x="4430" y="47447"/>
                  </a:cubicBezTo>
                  <a:cubicBezTo>
                    <a:pt x="3278" y="47447"/>
                    <a:pt x="2253" y="47125"/>
                    <a:pt x="1356" y="46480"/>
                  </a:cubicBezTo>
                  <a:cubicBezTo>
                    <a:pt x="452" y="45835"/>
                    <a:pt x="0" y="44961"/>
                    <a:pt x="0" y="43858"/>
                  </a:cubicBezTo>
                  <a:cubicBezTo>
                    <a:pt x="0" y="42925"/>
                    <a:pt x="290" y="42169"/>
                    <a:pt x="869" y="41592"/>
                  </a:cubicBezTo>
                  <a:cubicBezTo>
                    <a:pt x="1463" y="41016"/>
                    <a:pt x="2125" y="40727"/>
                    <a:pt x="2857" y="40727"/>
                  </a:cubicBezTo>
                  <a:cubicBezTo>
                    <a:pt x="3381" y="40727"/>
                    <a:pt x="3829" y="40888"/>
                    <a:pt x="4202" y="41211"/>
                  </a:cubicBezTo>
                  <a:cubicBezTo>
                    <a:pt x="4595" y="41533"/>
                    <a:pt x="4792" y="41974"/>
                    <a:pt x="4792" y="42534"/>
                  </a:cubicBezTo>
                  <a:cubicBezTo>
                    <a:pt x="4792" y="42772"/>
                    <a:pt x="4747" y="43026"/>
                    <a:pt x="4657" y="43298"/>
                  </a:cubicBezTo>
                  <a:cubicBezTo>
                    <a:pt x="4575" y="43569"/>
                    <a:pt x="4440" y="43858"/>
                    <a:pt x="4254" y="44163"/>
                  </a:cubicBezTo>
                  <a:cubicBezTo>
                    <a:pt x="4067" y="44486"/>
                    <a:pt x="3771" y="44757"/>
                    <a:pt x="3364" y="44978"/>
                  </a:cubicBezTo>
                  <a:cubicBezTo>
                    <a:pt x="2957" y="45199"/>
                    <a:pt x="2474" y="45326"/>
                    <a:pt x="1915" y="45360"/>
                  </a:cubicBezTo>
                  <a:cubicBezTo>
                    <a:pt x="2577" y="45988"/>
                    <a:pt x="3416" y="46302"/>
                    <a:pt x="4430" y="46302"/>
                  </a:cubicBezTo>
                  <a:cubicBezTo>
                    <a:pt x="4754" y="46302"/>
                    <a:pt x="5061" y="46234"/>
                    <a:pt x="5351" y="46098"/>
                  </a:cubicBezTo>
                  <a:cubicBezTo>
                    <a:pt x="5641" y="45979"/>
                    <a:pt x="5903" y="45767"/>
                    <a:pt x="6137" y="45461"/>
                  </a:cubicBezTo>
                  <a:cubicBezTo>
                    <a:pt x="6393" y="45156"/>
                    <a:pt x="6614" y="44851"/>
                    <a:pt x="6800" y="44545"/>
                  </a:cubicBezTo>
                  <a:cubicBezTo>
                    <a:pt x="6986" y="44257"/>
                    <a:pt x="7172" y="43833"/>
                    <a:pt x="7359" y="43272"/>
                  </a:cubicBezTo>
                  <a:cubicBezTo>
                    <a:pt x="7545" y="42729"/>
                    <a:pt x="7697" y="42254"/>
                    <a:pt x="7814" y="41847"/>
                  </a:cubicBezTo>
                  <a:cubicBezTo>
                    <a:pt x="7938" y="41440"/>
                    <a:pt x="8076" y="40871"/>
                    <a:pt x="8228" y="40141"/>
                  </a:cubicBezTo>
                  <a:cubicBezTo>
                    <a:pt x="8394" y="39412"/>
                    <a:pt x="8522" y="38827"/>
                    <a:pt x="8611" y="38385"/>
                  </a:cubicBezTo>
                  <a:cubicBezTo>
                    <a:pt x="8694" y="37961"/>
                    <a:pt x="8811" y="37333"/>
                    <a:pt x="8963" y="36501"/>
                  </a:cubicBezTo>
                  <a:lnTo>
                    <a:pt x="12855" y="15909"/>
                  </a:lnTo>
                  <a:lnTo>
                    <a:pt x="9419" y="15909"/>
                  </a:lnTo>
                  <a:cubicBezTo>
                    <a:pt x="9012" y="15909"/>
                    <a:pt x="8725" y="15901"/>
                    <a:pt x="8559" y="15884"/>
                  </a:cubicBezTo>
                  <a:cubicBezTo>
                    <a:pt x="8408" y="15867"/>
                    <a:pt x="8270" y="15816"/>
                    <a:pt x="8145" y="15731"/>
                  </a:cubicBezTo>
                  <a:cubicBezTo>
                    <a:pt x="8028" y="15629"/>
                    <a:pt x="7969" y="15476"/>
                    <a:pt x="7969" y="15272"/>
                  </a:cubicBezTo>
                  <a:cubicBezTo>
                    <a:pt x="7969" y="14950"/>
                    <a:pt x="8038" y="14721"/>
                    <a:pt x="8176" y="14585"/>
                  </a:cubicBezTo>
                  <a:cubicBezTo>
                    <a:pt x="8328" y="14433"/>
                    <a:pt x="8487" y="14348"/>
                    <a:pt x="8652" y="14331"/>
                  </a:cubicBezTo>
                  <a:cubicBezTo>
                    <a:pt x="8825" y="14297"/>
                    <a:pt x="9115" y="14280"/>
                    <a:pt x="9522" y="14280"/>
                  </a:cubicBezTo>
                  <a:lnTo>
                    <a:pt x="13134" y="14280"/>
                  </a:lnTo>
                  <a:cubicBezTo>
                    <a:pt x="13948" y="9987"/>
                    <a:pt x="14518" y="7263"/>
                    <a:pt x="14842" y="6110"/>
                  </a:cubicBezTo>
                  <a:cubicBezTo>
                    <a:pt x="15214" y="4888"/>
                    <a:pt x="15691" y="3852"/>
                    <a:pt x="16270" y="3004"/>
                  </a:cubicBezTo>
                  <a:cubicBezTo>
                    <a:pt x="16843" y="2138"/>
                    <a:pt x="17453" y="1502"/>
                    <a:pt x="18102" y="1095"/>
                  </a:cubicBezTo>
                  <a:cubicBezTo>
                    <a:pt x="18744" y="687"/>
                    <a:pt x="19330" y="407"/>
                    <a:pt x="19862" y="255"/>
                  </a:cubicBezTo>
                  <a:cubicBezTo>
                    <a:pt x="20400" y="85"/>
                    <a:pt x="20934" y="0"/>
                    <a:pt x="21466" y="0"/>
                  </a:cubicBezTo>
                  <a:cubicBezTo>
                    <a:pt x="22653" y="0"/>
                    <a:pt x="23705" y="323"/>
                    <a:pt x="24623" y="968"/>
                  </a:cubicBezTo>
                  <a:cubicBezTo>
                    <a:pt x="25533" y="1596"/>
                    <a:pt x="25989" y="2469"/>
                    <a:pt x="25989" y="3589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0" name="Freeform 3059">
              <a:extLst>
                <a:ext uri="{FF2B5EF4-FFF2-40B4-BE49-F238E27FC236}">
                  <a16:creationId xmlns:a16="http://schemas.microsoft.com/office/drawing/2014/main" id="{5AC52342-33EE-C37B-2176-B6275FB01301}"/>
                </a:ext>
              </a:extLst>
            </p:cNvPr>
            <p:cNvSpPr/>
            <p:nvPr/>
          </p:nvSpPr>
          <p:spPr>
            <a:xfrm>
              <a:off x="2888505" y="3865142"/>
              <a:ext cx="46119" cy="27082"/>
            </a:xfrm>
            <a:custGeom>
              <a:avLst/>
              <a:gdLst>
                <a:gd name="csX0" fmla="*/ 45664 w 46119"/>
                <a:gd name="csY0" fmla="*/ 12854 h 27082"/>
                <a:gd name="csX1" fmla="*/ 46120 w 46119"/>
                <a:gd name="csY1" fmla="*/ 13541 h 27082"/>
                <a:gd name="csX2" fmla="*/ 45664 w 46119"/>
                <a:gd name="csY2" fmla="*/ 14228 h 27082"/>
                <a:gd name="csX3" fmla="*/ 38512 w 46119"/>
                <a:gd name="csY3" fmla="*/ 19651 h 27082"/>
                <a:gd name="csX4" fmla="*/ 35480 w 46119"/>
                <a:gd name="csY4" fmla="*/ 26268 h 27082"/>
                <a:gd name="csX5" fmla="*/ 35128 w 46119"/>
                <a:gd name="csY5" fmla="*/ 26854 h 27082"/>
                <a:gd name="csX6" fmla="*/ 34466 w 46119"/>
                <a:gd name="csY6" fmla="*/ 27083 h 27082"/>
                <a:gd name="csX7" fmla="*/ 33720 w 46119"/>
                <a:gd name="csY7" fmla="*/ 26778 h 27082"/>
                <a:gd name="csX8" fmla="*/ 33420 w 46119"/>
                <a:gd name="csY8" fmla="*/ 26064 h 27082"/>
                <a:gd name="csX9" fmla="*/ 33441 w 46119"/>
                <a:gd name="csY9" fmla="*/ 25963 h 27082"/>
                <a:gd name="csX10" fmla="*/ 33472 w 46119"/>
                <a:gd name="csY10" fmla="*/ 25836 h 27082"/>
                <a:gd name="csX11" fmla="*/ 36908 w 46119"/>
                <a:gd name="csY11" fmla="*/ 18327 h 27082"/>
                <a:gd name="csX12" fmla="*/ 40976 w 46119"/>
                <a:gd name="csY12" fmla="*/ 14585 h 27082"/>
                <a:gd name="csX13" fmla="*/ 1045 w 46119"/>
                <a:gd name="csY13" fmla="*/ 14585 h 27082"/>
                <a:gd name="csX14" fmla="*/ 300 w 46119"/>
                <a:gd name="csY14" fmla="*/ 14280 h 27082"/>
                <a:gd name="csX15" fmla="*/ 0 w 46119"/>
                <a:gd name="csY15" fmla="*/ 13541 h 27082"/>
                <a:gd name="csX16" fmla="*/ 300 w 46119"/>
                <a:gd name="csY16" fmla="*/ 12803 h 27082"/>
                <a:gd name="csX17" fmla="*/ 1045 w 46119"/>
                <a:gd name="csY17" fmla="*/ 12498 h 27082"/>
                <a:gd name="csX18" fmla="*/ 40976 w 46119"/>
                <a:gd name="csY18" fmla="*/ 12498 h 27082"/>
                <a:gd name="csX19" fmla="*/ 36908 w 46119"/>
                <a:gd name="csY19" fmla="*/ 8756 h 27082"/>
                <a:gd name="csX20" fmla="*/ 33472 w 46119"/>
                <a:gd name="csY20" fmla="*/ 1247 h 27082"/>
                <a:gd name="csX21" fmla="*/ 33441 w 46119"/>
                <a:gd name="csY21" fmla="*/ 1145 h 27082"/>
                <a:gd name="csX22" fmla="*/ 33420 w 46119"/>
                <a:gd name="csY22" fmla="*/ 1017 h 27082"/>
                <a:gd name="csX23" fmla="*/ 33720 w 46119"/>
                <a:gd name="csY23" fmla="*/ 305 h 27082"/>
                <a:gd name="csX24" fmla="*/ 34466 w 46119"/>
                <a:gd name="csY24" fmla="*/ 0 h 27082"/>
                <a:gd name="csX25" fmla="*/ 35128 w 46119"/>
                <a:gd name="csY25" fmla="*/ 229 h 27082"/>
                <a:gd name="csX26" fmla="*/ 35480 w 46119"/>
                <a:gd name="csY26" fmla="*/ 815 h 27082"/>
                <a:gd name="csX27" fmla="*/ 38512 w 46119"/>
                <a:gd name="csY27" fmla="*/ 7432 h 27082"/>
                <a:gd name="csX28" fmla="*/ 45664 w 46119"/>
                <a:gd name="csY28" fmla="*/ 12854 h 2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6119" h="27082">
                  <a:moveTo>
                    <a:pt x="45664" y="12854"/>
                  </a:moveTo>
                  <a:cubicBezTo>
                    <a:pt x="45968" y="12972"/>
                    <a:pt x="46120" y="13201"/>
                    <a:pt x="46120" y="13541"/>
                  </a:cubicBezTo>
                  <a:cubicBezTo>
                    <a:pt x="46120" y="13880"/>
                    <a:pt x="45968" y="14109"/>
                    <a:pt x="45664" y="14228"/>
                  </a:cubicBezTo>
                  <a:cubicBezTo>
                    <a:pt x="43118" y="15077"/>
                    <a:pt x="40734" y="16884"/>
                    <a:pt x="38512" y="19651"/>
                  </a:cubicBezTo>
                  <a:cubicBezTo>
                    <a:pt x="36932" y="21704"/>
                    <a:pt x="35922" y="23910"/>
                    <a:pt x="35480" y="26268"/>
                  </a:cubicBezTo>
                  <a:cubicBezTo>
                    <a:pt x="35432" y="26506"/>
                    <a:pt x="35314" y="26701"/>
                    <a:pt x="35128" y="26854"/>
                  </a:cubicBezTo>
                  <a:cubicBezTo>
                    <a:pt x="34942" y="27007"/>
                    <a:pt x="34721" y="27083"/>
                    <a:pt x="34466" y="27083"/>
                  </a:cubicBezTo>
                  <a:cubicBezTo>
                    <a:pt x="34176" y="27083"/>
                    <a:pt x="33927" y="26981"/>
                    <a:pt x="33720" y="26778"/>
                  </a:cubicBezTo>
                  <a:cubicBezTo>
                    <a:pt x="33520" y="26591"/>
                    <a:pt x="33420" y="26353"/>
                    <a:pt x="33420" y="26064"/>
                  </a:cubicBezTo>
                  <a:cubicBezTo>
                    <a:pt x="33420" y="26048"/>
                    <a:pt x="33427" y="26014"/>
                    <a:pt x="33441" y="25963"/>
                  </a:cubicBezTo>
                  <a:cubicBezTo>
                    <a:pt x="33462" y="25895"/>
                    <a:pt x="33472" y="25853"/>
                    <a:pt x="33472" y="25836"/>
                  </a:cubicBezTo>
                  <a:cubicBezTo>
                    <a:pt x="33983" y="23087"/>
                    <a:pt x="35128" y="20584"/>
                    <a:pt x="36908" y="18327"/>
                  </a:cubicBezTo>
                  <a:cubicBezTo>
                    <a:pt x="38026" y="16901"/>
                    <a:pt x="39382" y="15654"/>
                    <a:pt x="40976" y="14585"/>
                  </a:cubicBezTo>
                  <a:lnTo>
                    <a:pt x="1045" y="14585"/>
                  </a:lnTo>
                  <a:cubicBezTo>
                    <a:pt x="756" y="14585"/>
                    <a:pt x="507" y="14483"/>
                    <a:pt x="300" y="14280"/>
                  </a:cubicBezTo>
                  <a:cubicBezTo>
                    <a:pt x="100" y="14076"/>
                    <a:pt x="0" y="13829"/>
                    <a:pt x="0" y="13541"/>
                  </a:cubicBezTo>
                  <a:cubicBezTo>
                    <a:pt x="0" y="13252"/>
                    <a:pt x="100" y="13007"/>
                    <a:pt x="300" y="12803"/>
                  </a:cubicBezTo>
                  <a:cubicBezTo>
                    <a:pt x="507" y="12599"/>
                    <a:pt x="756" y="12498"/>
                    <a:pt x="1045" y="12498"/>
                  </a:cubicBezTo>
                  <a:lnTo>
                    <a:pt x="40976" y="12498"/>
                  </a:lnTo>
                  <a:cubicBezTo>
                    <a:pt x="39382" y="11429"/>
                    <a:pt x="38026" y="10182"/>
                    <a:pt x="36908" y="8756"/>
                  </a:cubicBezTo>
                  <a:cubicBezTo>
                    <a:pt x="35128" y="6499"/>
                    <a:pt x="33983" y="3996"/>
                    <a:pt x="33472" y="1247"/>
                  </a:cubicBezTo>
                  <a:cubicBezTo>
                    <a:pt x="33472" y="1230"/>
                    <a:pt x="33462" y="1196"/>
                    <a:pt x="33441" y="1145"/>
                  </a:cubicBezTo>
                  <a:cubicBezTo>
                    <a:pt x="33427" y="1077"/>
                    <a:pt x="33420" y="1035"/>
                    <a:pt x="33420" y="1017"/>
                  </a:cubicBezTo>
                  <a:cubicBezTo>
                    <a:pt x="33420" y="729"/>
                    <a:pt x="33520" y="492"/>
                    <a:pt x="33720" y="305"/>
                  </a:cubicBezTo>
                  <a:cubicBezTo>
                    <a:pt x="33927" y="102"/>
                    <a:pt x="34176" y="0"/>
                    <a:pt x="34466" y="0"/>
                  </a:cubicBezTo>
                  <a:cubicBezTo>
                    <a:pt x="34721" y="0"/>
                    <a:pt x="34942" y="76"/>
                    <a:pt x="35128" y="229"/>
                  </a:cubicBezTo>
                  <a:cubicBezTo>
                    <a:pt x="35314" y="381"/>
                    <a:pt x="35432" y="577"/>
                    <a:pt x="35480" y="815"/>
                  </a:cubicBezTo>
                  <a:cubicBezTo>
                    <a:pt x="35922" y="3173"/>
                    <a:pt x="36932" y="5379"/>
                    <a:pt x="38512" y="7432"/>
                  </a:cubicBezTo>
                  <a:cubicBezTo>
                    <a:pt x="40734" y="10199"/>
                    <a:pt x="43118" y="12006"/>
                    <a:pt x="45664" y="12854"/>
                  </a:cubicBez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1" name="Freeform 3060">
              <a:extLst>
                <a:ext uri="{FF2B5EF4-FFF2-40B4-BE49-F238E27FC236}">
                  <a16:creationId xmlns:a16="http://schemas.microsoft.com/office/drawing/2014/main" id="{740CCFC9-E6AC-71A4-C4B1-3C90B3B96E62}"/>
                </a:ext>
              </a:extLst>
            </p:cNvPr>
            <p:cNvSpPr/>
            <p:nvPr/>
          </p:nvSpPr>
          <p:spPr>
            <a:xfrm>
              <a:off x="2954600" y="3856106"/>
              <a:ext cx="42962" cy="35610"/>
            </a:xfrm>
            <a:custGeom>
              <a:avLst/>
              <a:gdLst>
                <a:gd name="csX0" fmla="*/ 42963 w 42962"/>
                <a:gd name="csY0" fmla="*/ 586 h 35610"/>
                <a:gd name="csX1" fmla="*/ 42787 w 42962"/>
                <a:gd name="csY1" fmla="*/ 1298 h 35610"/>
                <a:gd name="csX2" fmla="*/ 42456 w 42962"/>
                <a:gd name="csY2" fmla="*/ 1578 h 35610"/>
                <a:gd name="csX3" fmla="*/ 41814 w 42962"/>
                <a:gd name="csY3" fmla="*/ 1629 h 35610"/>
                <a:gd name="csX4" fmla="*/ 35200 w 42962"/>
                <a:gd name="csY4" fmla="*/ 4277 h 35610"/>
                <a:gd name="csX5" fmla="*/ 32602 w 42962"/>
                <a:gd name="csY5" fmla="*/ 6898 h 35610"/>
                <a:gd name="csX6" fmla="*/ 28328 w 42962"/>
                <a:gd name="csY6" fmla="*/ 11531 h 35610"/>
                <a:gd name="csX7" fmla="*/ 24509 w 42962"/>
                <a:gd name="csY7" fmla="*/ 15604 h 35610"/>
                <a:gd name="csX8" fmla="*/ 31226 w 42962"/>
                <a:gd name="csY8" fmla="*/ 31691 h 35610"/>
                <a:gd name="csX9" fmla="*/ 31609 w 42962"/>
                <a:gd name="csY9" fmla="*/ 32607 h 35610"/>
                <a:gd name="csX10" fmla="*/ 31992 w 42962"/>
                <a:gd name="csY10" fmla="*/ 33192 h 35610"/>
                <a:gd name="csX11" fmla="*/ 32478 w 42962"/>
                <a:gd name="csY11" fmla="*/ 33625 h 35610"/>
                <a:gd name="csX12" fmla="*/ 33193 w 42962"/>
                <a:gd name="csY12" fmla="*/ 33854 h 35610"/>
                <a:gd name="csX13" fmla="*/ 34207 w 42962"/>
                <a:gd name="csY13" fmla="*/ 33981 h 35610"/>
                <a:gd name="csX14" fmla="*/ 35707 w 42962"/>
                <a:gd name="csY14" fmla="*/ 34007 h 35610"/>
                <a:gd name="csX15" fmla="*/ 36142 w 42962"/>
                <a:gd name="csY15" fmla="*/ 34032 h 35610"/>
                <a:gd name="csX16" fmla="*/ 36473 w 42962"/>
                <a:gd name="csY16" fmla="*/ 34185 h 35610"/>
                <a:gd name="csX17" fmla="*/ 36649 w 42962"/>
                <a:gd name="csY17" fmla="*/ 34618 h 35610"/>
                <a:gd name="csX18" fmla="*/ 36442 w 42962"/>
                <a:gd name="csY18" fmla="*/ 35331 h 35610"/>
                <a:gd name="csX19" fmla="*/ 36090 w 42962"/>
                <a:gd name="csY19" fmla="*/ 35585 h 35610"/>
                <a:gd name="csX20" fmla="*/ 35656 w 42962"/>
                <a:gd name="csY20" fmla="*/ 35610 h 35610"/>
                <a:gd name="csX21" fmla="*/ 32758 w 42962"/>
                <a:gd name="csY21" fmla="*/ 35534 h 35610"/>
                <a:gd name="csX22" fmla="*/ 29880 w 42962"/>
                <a:gd name="csY22" fmla="*/ 35458 h 35610"/>
                <a:gd name="csX23" fmla="*/ 23308 w 42962"/>
                <a:gd name="csY23" fmla="*/ 35610 h 35610"/>
                <a:gd name="csX24" fmla="*/ 22522 w 42962"/>
                <a:gd name="csY24" fmla="*/ 34974 h 35610"/>
                <a:gd name="csX25" fmla="*/ 22573 w 42962"/>
                <a:gd name="csY25" fmla="*/ 34465 h 35610"/>
                <a:gd name="csX26" fmla="*/ 22832 w 42962"/>
                <a:gd name="csY26" fmla="*/ 34185 h 35610"/>
                <a:gd name="csX27" fmla="*/ 23132 w 42962"/>
                <a:gd name="csY27" fmla="*/ 34058 h 35610"/>
                <a:gd name="csX28" fmla="*/ 23567 w 42962"/>
                <a:gd name="csY28" fmla="*/ 34007 h 35610"/>
                <a:gd name="csX29" fmla="*/ 25223 w 42962"/>
                <a:gd name="csY29" fmla="*/ 33625 h 35610"/>
                <a:gd name="csX30" fmla="*/ 26268 w 42962"/>
                <a:gd name="csY30" fmla="*/ 33014 h 35610"/>
                <a:gd name="csX31" fmla="*/ 26599 w 42962"/>
                <a:gd name="csY31" fmla="*/ 32479 h 35610"/>
                <a:gd name="csX32" fmla="*/ 26341 w 42962"/>
                <a:gd name="csY32" fmla="*/ 31741 h 35610"/>
                <a:gd name="csX33" fmla="*/ 21072 w 42962"/>
                <a:gd name="csY33" fmla="*/ 19294 h 35610"/>
                <a:gd name="csX34" fmla="*/ 16363 w 42962"/>
                <a:gd name="csY34" fmla="*/ 24410 h 35610"/>
                <a:gd name="csX35" fmla="*/ 11043 w 42962"/>
                <a:gd name="csY35" fmla="*/ 30036 h 35610"/>
                <a:gd name="csX36" fmla="*/ 9646 w 42962"/>
                <a:gd name="csY36" fmla="*/ 32378 h 35610"/>
                <a:gd name="csX37" fmla="*/ 11727 w 42962"/>
                <a:gd name="csY37" fmla="*/ 34007 h 35610"/>
                <a:gd name="csX38" fmla="*/ 12368 w 42962"/>
                <a:gd name="csY38" fmla="*/ 34567 h 35610"/>
                <a:gd name="csX39" fmla="*/ 12161 w 42962"/>
                <a:gd name="csY39" fmla="*/ 35305 h 35610"/>
                <a:gd name="csX40" fmla="*/ 11809 w 42962"/>
                <a:gd name="csY40" fmla="*/ 35585 h 35610"/>
                <a:gd name="csX41" fmla="*/ 11426 w 42962"/>
                <a:gd name="csY41" fmla="*/ 35610 h 35610"/>
                <a:gd name="csX42" fmla="*/ 8497 w 42962"/>
                <a:gd name="csY42" fmla="*/ 35534 h 35610"/>
                <a:gd name="csX43" fmla="*/ 5568 w 42962"/>
                <a:gd name="csY43" fmla="*/ 35458 h 35610"/>
                <a:gd name="csX44" fmla="*/ 3105 w 42962"/>
                <a:gd name="csY44" fmla="*/ 35534 h 35610"/>
                <a:gd name="csX45" fmla="*/ 683 w 42962"/>
                <a:gd name="csY45" fmla="*/ 35610 h 35610"/>
                <a:gd name="csX46" fmla="*/ 197 w 42962"/>
                <a:gd name="csY46" fmla="*/ 35458 h 35610"/>
                <a:gd name="csX47" fmla="*/ 21 w 42962"/>
                <a:gd name="csY47" fmla="*/ 35153 h 35610"/>
                <a:gd name="csX48" fmla="*/ 0 w 42962"/>
                <a:gd name="csY48" fmla="*/ 35025 h 35610"/>
                <a:gd name="csX49" fmla="*/ 52 w 42962"/>
                <a:gd name="csY49" fmla="*/ 34465 h 35610"/>
                <a:gd name="csX50" fmla="*/ 331 w 42962"/>
                <a:gd name="csY50" fmla="*/ 34159 h 35610"/>
                <a:gd name="csX51" fmla="*/ 662 w 42962"/>
                <a:gd name="csY51" fmla="*/ 34058 h 35610"/>
                <a:gd name="csX52" fmla="*/ 1138 w 42962"/>
                <a:gd name="csY52" fmla="*/ 34007 h 35610"/>
                <a:gd name="csX53" fmla="*/ 5134 w 42962"/>
                <a:gd name="csY53" fmla="*/ 33039 h 35610"/>
                <a:gd name="csX54" fmla="*/ 8808 w 42962"/>
                <a:gd name="csY54" fmla="*/ 30240 h 35610"/>
                <a:gd name="csX55" fmla="*/ 9139 w 42962"/>
                <a:gd name="csY55" fmla="*/ 29960 h 35610"/>
                <a:gd name="csX56" fmla="*/ 9491 w 42962"/>
                <a:gd name="csY56" fmla="*/ 29680 h 35610"/>
                <a:gd name="csX57" fmla="*/ 20483 w 42962"/>
                <a:gd name="csY57" fmla="*/ 17843 h 35610"/>
                <a:gd name="csX58" fmla="*/ 14324 w 42962"/>
                <a:gd name="csY58" fmla="*/ 3283 h 35610"/>
                <a:gd name="csX59" fmla="*/ 13797 w 42962"/>
                <a:gd name="csY59" fmla="*/ 2341 h 35610"/>
                <a:gd name="csX60" fmla="*/ 12751 w 42962"/>
                <a:gd name="csY60" fmla="*/ 1833 h 35610"/>
                <a:gd name="csX61" fmla="*/ 10433 w 42962"/>
                <a:gd name="csY61" fmla="*/ 1629 h 35610"/>
                <a:gd name="csX62" fmla="*/ 9801 w 42962"/>
                <a:gd name="csY62" fmla="*/ 1603 h 35610"/>
                <a:gd name="csX63" fmla="*/ 9418 w 42962"/>
                <a:gd name="csY63" fmla="*/ 1451 h 35610"/>
                <a:gd name="csX64" fmla="*/ 9232 w 42962"/>
                <a:gd name="csY64" fmla="*/ 1043 h 35610"/>
                <a:gd name="csX65" fmla="*/ 9418 w 42962"/>
                <a:gd name="csY65" fmla="*/ 331 h 35610"/>
                <a:gd name="csX66" fmla="*/ 9770 w 42962"/>
                <a:gd name="csY66" fmla="*/ 51 h 35610"/>
                <a:gd name="csX67" fmla="*/ 10174 w 42962"/>
                <a:gd name="csY67" fmla="*/ 0 h 35610"/>
                <a:gd name="csX68" fmla="*/ 13082 w 42962"/>
                <a:gd name="csY68" fmla="*/ 77 h 35610"/>
                <a:gd name="csX69" fmla="*/ 16011 w 42962"/>
                <a:gd name="csY69" fmla="*/ 152 h 35610"/>
                <a:gd name="csX70" fmla="*/ 19292 w 42962"/>
                <a:gd name="csY70" fmla="*/ 77 h 35610"/>
                <a:gd name="csX71" fmla="*/ 22573 w 42962"/>
                <a:gd name="csY71" fmla="*/ 0 h 35610"/>
                <a:gd name="csX72" fmla="*/ 23360 w 42962"/>
                <a:gd name="csY72" fmla="*/ 637 h 35610"/>
                <a:gd name="csX73" fmla="*/ 23184 w 42962"/>
                <a:gd name="csY73" fmla="*/ 1273 h 35610"/>
                <a:gd name="csX74" fmla="*/ 22832 w 42962"/>
                <a:gd name="csY74" fmla="*/ 1552 h 35610"/>
                <a:gd name="csX75" fmla="*/ 22325 w 42962"/>
                <a:gd name="csY75" fmla="*/ 1629 h 35610"/>
                <a:gd name="csX76" fmla="*/ 20565 w 42962"/>
                <a:gd name="csY76" fmla="*/ 2062 h 35610"/>
                <a:gd name="csX77" fmla="*/ 19520 w 42962"/>
                <a:gd name="csY77" fmla="*/ 2672 h 35610"/>
                <a:gd name="csX78" fmla="*/ 19240 w 42962"/>
                <a:gd name="csY78" fmla="*/ 3131 h 35610"/>
                <a:gd name="csX79" fmla="*/ 19499 w 42962"/>
                <a:gd name="csY79" fmla="*/ 3818 h 35610"/>
                <a:gd name="csX80" fmla="*/ 23878 w 42962"/>
                <a:gd name="csY80" fmla="*/ 14177 h 35610"/>
                <a:gd name="csX81" fmla="*/ 32323 w 42962"/>
                <a:gd name="csY81" fmla="*/ 5116 h 35610"/>
                <a:gd name="csX82" fmla="*/ 33317 w 42962"/>
                <a:gd name="csY82" fmla="*/ 3232 h 35610"/>
                <a:gd name="csX83" fmla="*/ 31226 w 42962"/>
                <a:gd name="csY83" fmla="*/ 1629 h 35610"/>
                <a:gd name="csX84" fmla="*/ 30595 w 42962"/>
                <a:gd name="csY84" fmla="*/ 1043 h 35610"/>
                <a:gd name="csX85" fmla="*/ 30791 w 42962"/>
                <a:gd name="csY85" fmla="*/ 331 h 35610"/>
                <a:gd name="csX86" fmla="*/ 31153 w 42962"/>
                <a:gd name="csY86" fmla="*/ 51 h 35610"/>
                <a:gd name="csX87" fmla="*/ 31588 w 42962"/>
                <a:gd name="csY87" fmla="*/ 0 h 35610"/>
                <a:gd name="csX88" fmla="*/ 34466 w 42962"/>
                <a:gd name="csY88" fmla="*/ 77 h 35610"/>
                <a:gd name="csX89" fmla="*/ 37384 w 42962"/>
                <a:gd name="csY89" fmla="*/ 152 h 35610"/>
                <a:gd name="csX90" fmla="*/ 39858 w 42962"/>
                <a:gd name="csY90" fmla="*/ 77 h 35610"/>
                <a:gd name="csX91" fmla="*/ 42280 w 42962"/>
                <a:gd name="csY91" fmla="*/ 0 h 35610"/>
                <a:gd name="csX92" fmla="*/ 42756 w 42962"/>
                <a:gd name="csY92" fmla="*/ 152 h 35610"/>
                <a:gd name="csX93" fmla="*/ 42942 w 42962"/>
                <a:gd name="csY93" fmla="*/ 433 h 35610"/>
                <a:gd name="csX94" fmla="*/ 42963 w 42962"/>
                <a:gd name="csY94" fmla="*/ 586 h 35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2962" h="35610">
                  <a:moveTo>
                    <a:pt x="42963" y="586"/>
                  </a:moveTo>
                  <a:cubicBezTo>
                    <a:pt x="42963" y="891"/>
                    <a:pt x="42904" y="1128"/>
                    <a:pt x="42787" y="1298"/>
                  </a:cubicBezTo>
                  <a:cubicBezTo>
                    <a:pt x="42683" y="1450"/>
                    <a:pt x="42573" y="1544"/>
                    <a:pt x="42456" y="1578"/>
                  </a:cubicBezTo>
                  <a:cubicBezTo>
                    <a:pt x="42338" y="1595"/>
                    <a:pt x="42124" y="1612"/>
                    <a:pt x="41814" y="1629"/>
                  </a:cubicBezTo>
                  <a:cubicBezTo>
                    <a:pt x="39392" y="1748"/>
                    <a:pt x="37187" y="2630"/>
                    <a:pt x="35200" y="4277"/>
                  </a:cubicBezTo>
                  <a:cubicBezTo>
                    <a:pt x="34710" y="4700"/>
                    <a:pt x="33844" y="5574"/>
                    <a:pt x="32602" y="6898"/>
                  </a:cubicBezTo>
                  <a:cubicBezTo>
                    <a:pt x="31381" y="8222"/>
                    <a:pt x="29956" y="9766"/>
                    <a:pt x="28328" y="11531"/>
                  </a:cubicBezTo>
                  <a:cubicBezTo>
                    <a:pt x="26713" y="13295"/>
                    <a:pt x="25440" y="14653"/>
                    <a:pt x="24509" y="15604"/>
                  </a:cubicBezTo>
                  <a:lnTo>
                    <a:pt x="31226" y="31691"/>
                  </a:lnTo>
                  <a:cubicBezTo>
                    <a:pt x="31412" y="32115"/>
                    <a:pt x="31540" y="32420"/>
                    <a:pt x="31609" y="32607"/>
                  </a:cubicBezTo>
                  <a:cubicBezTo>
                    <a:pt x="31692" y="32776"/>
                    <a:pt x="31819" y="32972"/>
                    <a:pt x="31992" y="33192"/>
                  </a:cubicBezTo>
                  <a:cubicBezTo>
                    <a:pt x="32178" y="33413"/>
                    <a:pt x="32340" y="33557"/>
                    <a:pt x="32478" y="33625"/>
                  </a:cubicBezTo>
                  <a:cubicBezTo>
                    <a:pt x="32630" y="33693"/>
                    <a:pt x="32868" y="33769"/>
                    <a:pt x="33193" y="33854"/>
                  </a:cubicBezTo>
                  <a:cubicBezTo>
                    <a:pt x="33531" y="33922"/>
                    <a:pt x="33869" y="33965"/>
                    <a:pt x="34207" y="33981"/>
                  </a:cubicBezTo>
                  <a:cubicBezTo>
                    <a:pt x="34566" y="33981"/>
                    <a:pt x="35066" y="33990"/>
                    <a:pt x="35707" y="34007"/>
                  </a:cubicBezTo>
                  <a:cubicBezTo>
                    <a:pt x="35914" y="34007"/>
                    <a:pt x="36059" y="34015"/>
                    <a:pt x="36142" y="34032"/>
                  </a:cubicBezTo>
                  <a:cubicBezTo>
                    <a:pt x="36246" y="34032"/>
                    <a:pt x="36356" y="34083"/>
                    <a:pt x="36473" y="34185"/>
                  </a:cubicBezTo>
                  <a:cubicBezTo>
                    <a:pt x="36591" y="34270"/>
                    <a:pt x="36649" y="34414"/>
                    <a:pt x="36649" y="34618"/>
                  </a:cubicBezTo>
                  <a:cubicBezTo>
                    <a:pt x="36649" y="34923"/>
                    <a:pt x="36580" y="35161"/>
                    <a:pt x="36442" y="35331"/>
                  </a:cubicBezTo>
                  <a:cubicBezTo>
                    <a:pt x="36325" y="35483"/>
                    <a:pt x="36208" y="35568"/>
                    <a:pt x="36090" y="35585"/>
                  </a:cubicBezTo>
                  <a:cubicBezTo>
                    <a:pt x="35987" y="35602"/>
                    <a:pt x="35842" y="35610"/>
                    <a:pt x="35656" y="35610"/>
                  </a:cubicBezTo>
                  <a:cubicBezTo>
                    <a:pt x="35214" y="35610"/>
                    <a:pt x="34248" y="35585"/>
                    <a:pt x="32758" y="35534"/>
                  </a:cubicBezTo>
                  <a:cubicBezTo>
                    <a:pt x="31260" y="35483"/>
                    <a:pt x="30301" y="35458"/>
                    <a:pt x="29880" y="35458"/>
                  </a:cubicBezTo>
                  <a:lnTo>
                    <a:pt x="23308" y="35610"/>
                  </a:lnTo>
                  <a:cubicBezTo>
                    <a:pt x="22784" y="35610"/>
                    <a:pt x="22522" y="35398"/>
                    <a:pt x="22522" y="34974"/>
                  </a:cubicBezTo>
                  <a:cubicBezTo>
                    <a:pt x="22522" y="34754"/>
                    <a:pt x="22539" y="34584"/>
                    <a:pt x="22573" y="34465"/>
                  </a:cubicBezTo>
                  <a:cubicBezTo>
                    <a:pt x="22622" y="34330"/>
                    <a:pt x="22708" y="34236"/>
                    <a:pt x="22832" y="34185"/>
                  </a:cubicBezTo>
                  <a:cubicBezTo>
                    <a:pt x="22949" y="34117"/>
                    <a:pt x="23049" y="34075"/>
                    <a:pt x="23132" y="34058"/>
                  </a:cubicBezTo>
                  <a:cubicBezTo>
                    <a:pt x="23222" y="34040"/>
                    <a:pt x="23367" y="34024"/>
                    <a:pt x="23567" y="34007"/>
                  </a:cubicBezTo>
                  <a:cubicBezTo>
                    <a:pt x="24195" y="33939"/>
                    <a:pt x="24747" y="33812"/>
                    <a:pt x="25223" y="33625"/>
                  </a:cubicBezTo>
                  <a:cubicBezTo>
                    <a:pt x="25713" y="33421"/>
                    <a:pt x="26061" y="33218"/>
                    <a:pt x="26268" y="33014"/>
                  </a:cubicBezTo>
                  <a:cubicBezTo>
                    <a:pt x="26489" y="32811"/>
                    <a:pt x="26599" y="32632"/>
                    <a:pt x="26599" y="32479"/>
                  </a:cubicBezTo>
                  <a:lnTo>
                    <a:pt x="26341" y="31741"/>
                  </a:lnTo>
                  <a:lnTo>
                    <a:pt x="21072" y="19294"/>
                  </a:lnTo>
                  <a:lnTo>
                    <a:pt x="16363" y="24410"/>
                  </a:lnTo>
                  <a:lnTo>
                    <a:pt x="11043" y="30036"/>
                  </a:lnTo>
                  <a:cubicBezTo>
                    <a:pt x="10112" y="31037"/>
                    <a:pt x="9646" y="31818"/>
                    <a:pt x="9646" y="32378"/>
                  </a:cubicBezTo>
                  <a:cubicBezTo>
                    <a:pt x="9646" y="33311"/>
                    <a:pt x="10340" y="33854"/>
                    <a:pt x="11727" y="34007"/>
                  </a:cubicBezTo>
                  <a:cubicBezTo>
                    <a:pt x="12154" y="34041"/>
                    <a:pt x="12368" y="34227"/>
                    <a:pt x="12368" y="34567"/>
                  </a:cubicBezTo>
                  <a:cubicBezTo>
                    <a:pt x="12368" y="34889"/>
                    <a:pt x="12299" y="35135"/>
                    <a:pt x="12161" y="35305"/>
                  </a:cubicBezTo>
                  <a:cubicBezTo>
                    <a:pt x="12044" y="35457"/>
                    <a:pt x="11927" y="35551"/>
                    <a:pt x="11809" y="35585"/>
                  </a:cubicBezTo>
                  <a:cubicBezTo>
                    <a:pt x="11706" y="35602"/>
                    <a:pt x="11578" y="35610"/>
                    <a:pt x="11426" y="35610"/>
                  </a:cubicBezTo>
                  <a:cubicBezTo>
                    <a:pt x="10799" y="35610"/>
                    <a:pt x="9822" y="35585"/>
                    <a:pt x="8497" y="35534"/>
                  </a:cubicBezTo>
                  <a:cubicBezTo>
                    <a:pt x="7193" y="35483"/>
                    <a:pt x="6217" y="35458"/>
                    <a:pt x="5568" y="35458"/>
                  </a:cubicBezTo>
                  <a:cubicBezTo>
                    <a:pt x="5030" y="35458"/>
                    <a:pt x="4209" y="35483"/>
                    <a:pt x="3105" y="35534"/>
                  </a:cubicBezTo>
                  <a:cubicBezTo>
                    <a:pt x="2001" y="35585"/>
                    <a:pt x="1194" y="35610"/>
                    <a:pt x="683" y="35610"/>
                  </a:cubicBezTo>
                  <a:cubicBezTo>
                    <a:pt x="483" y="35610"/>
                    <a:pt x="321" y="35559"/>
                    <a:pt x="197" y="35458"/>
                  </a:cubicBezTo>
                  <a:cubicBezTo>
                    <a:pt x="79" y="35356"/>
                    <a:pt x="21" y="35254"/>
                    <a:pt x="21" y="35153"/>
                  </a:cubicBezTo>
                  <a:lnTo>
                    <a:pt x="0" y="35025"/>
                  </a:lnTo>
                  <a:cubicBezTo>
                    <a:pt x="0" y="34787"/>
                    <a:pt x="17" y="34601"/>
                    <a:pt x="52" y="34465"/>
                  </a:cubicBezTo>
                  <a:cubicBezTo>
                    <a:pt x="100" y="34330"/>
                    <a:pt x="193" y="34227"/>
                    <a:pt x="331" y="34159"/>
                  </a:cubicBezTo>
                  <a:cubicBezTo>
                    <a:pt x="483" y="34091"/>
                    <a:pt x="593" y="34058"/>
                    <a:pt x="662" y="34058"/>
                  </a:cubicBezTo>
                  <a:cubicBezTo>
                    <a:pt x="724" y="34040"/>
                    <a:pt x="883" y="34024"/>
                    <a:pt x="1138" y="34007"/>
                  </a:cubicBezTo>
                  <a:cubicBezTo>
                    <a:pt x="2580" y="33922"/>
                    <a:pt x="3912" y="33600"/>
                    <a:pt x="5134" y="33039"/>
                  </a:cubicBezTo>
                  <a:cubicBezTo>
                    <a:pt x="6376" y="32480"/>
                    <a:pt x="7600" y="31546"/>
                    <a:pt x="8808" y="30240"/>
                  </a:cubicBezTo>
                  <a:cubicBezTo>
                    <a:pt x="8904" y="30155"/>
                    <a:pt x="9015" y="30062"/>
                    <a:pt x="9139" y="29960"/>
                  </a:cubicBezTo>
                  <a:cubicBezTo>
                    <a:pt x="9270" y="29858"/>
                    <a:pt x="9388" y="29765"/>
                    <a:pt x="9491" y="29680"/>
                  </a:cubicBezTo>
                  <a:lnTo>
                    <a:pt x="20483" y="17843"/>
                  </a:lnTo>
                  <a:lnTo>
                    <a:pt x="14324" y="3283"/>
                  </a:lnTo>
                  <a:cubicBezTo>
                    <a:pt x="14138" y="2842"/>
                    <a:pt x="13962" y="2528"/>
                    <a:pt x="13797" y="2341"/>
                  </a:cubicBezTo>
                  <a:cubicBezTo>
                    <a:pt x="13624" y="2138"/>
                    <a:pt x="13276" y="1968"/>
                    <a:pt x="12751" y="1833"/>
                  </a:cubicBezTo>
                  <a:cubicBezTo>
                    <a:pt x="12227" y="1697"/>
                    <a:pt x="11454" y="1629"/>
                    <a:pt x="10433" y="1629"/>
                  </a:cubicBezTo>
                  <a:cubicBezTo>
                    <a:pt x="10143" y="1629"/>
                    <a:pt x="9933" y="1620"/>
                    <a:pt x="9801" y="1603"/>
                  </a:cubicBezTo>
                  <a:cubicBezTo>
                    <a:pt x="9663" y="1587"/>
                    <a:pt x="9536" y="1536"/>
                    <a:pt x="9418" y="1451"/>
                  </a:cubicBezTo>
                  <a:cubicBezTo>
                    <a:pt x="9294" y="1366"/>
                    <a:pt x="9232" y="1230"/>
                    <a:pt x="9232" y="1043"/>
                  </a:cubicBezTo>
                  <a:cubicBezTo>
                    <a:pt x="9232" y="721"/>
                    <a:pt x="9294" y="484"/>
                    <a:pt x="9418" y="331"/>
                  </a:cubicBezTo>
                  <a:cubicBezTo>
                    <a:pt x="9549" y="161"/>
                    <a:pt x="9667" y="68"/>
                    <a:pt x="9770" y="51"/>
                  </a:cubicBezTo>
                  <a:cubicBezTo>
                    <a:pt x="9888" y="17"/>
                    <a:pt x="10022" y="0"/>
                    <a:pt x="10174" y="0"/>
                  </a:cubicBezTo>
                  <a:cubicBezTo>
                    <a:pt x="10602" y="0"/>
                    <a:pt x="11571" y="26"/>
                    <a:pt x="13082" y="77"/>
                  </a:cubicBezTo>
                  <a:cubicBezTo>
                    <a:pt x="14593" y="127"/>
                    <a:pt x="15570" y="152"/>
                    <a:pt x="16011" y="152"/>
                  </a:cubicBezTo>
                  <a:cubicBezTo>
                    <a:pt x="16736" y="152"/>
                    <a:pt x="17829" y="127"/>
                    <a:pt x="19292" y="77"/>
                  </a:cubicBezTo>
                  <a:cubicBezTo>
                    <a:pt x="20769" y="26"/>
                    <a:pt x="21863" y="0"/>
                    <a:pt x="22573" y="0"/>
                  </a:cubicBezTo>
                  <a:cubicBezTo>
                    <a:pt x="23098" y="0"/>
                    <a:pt x="23360" y="212"/>
                    <a:pt x="23360" y="637"/>
                  </a:cubicBezTo>
                  <a:cubicBezTo>
                    <a:pt x="23360" y="908"/>
                    <a:pt x="23301" y="1120"/>
                    <a:pt x="23184" y="1273"/>
                  </a:cubicBezTo>
                  <a:cubicBezTo>
                    <a:pt x="23067" y="1426"/>
                    <a:pt x="22949" y="1519"/>
                    <a:pt x="22832" y="1552"/>
                  </a:cubicBezTo>
                  <a:cubicBezTo>
                    <a:pt x="22708" y="1586"/>
                    <a:pt x="22539" y="1612"/>
                    <a:pt x="22325" y="1629"/>
                  </a:cubicBezTo>
                  <a:cubicBezTo>
                    <a:pt x="21662" y="1697"/>
                    <a:pt x="21076" y="1841"/>
                    <a:pt x="20565" y="2062"/>
                  </a:cubicBezTo>
                  <a:cubicBezTo>
                    <a:pt x="20075" y="2265"/>
                    <a:pt x="19727" y="2469"/>
                    <a:pt x="19520" y="2672"/>
                  </a:cubicBezTo>
                  <a:cubicBezTo>
                    <a:pt x="19334" y="2859"/>
                    <a:pt x="19240" y="3012"/>
                    <a:pt x="19240" y="3131"/>
                  </a:cubicBezTo>
                  <a:lnTo>
                    <a:pt x="19499" y="3818"/>
                  </a:lnTo>
                  <a:lnTo>
                    <a:pt x="23878" y="14177"/>
                  </a:lnTo>
                  <a:lnTo>
                    <a:pt x="32323" y="5116"/>
                  </a:lnTo>
                  <a:cubicBezTo>
                    <a:pt x="32985" y="4369"/>
                    <a:pt x="33317" y="3742"/>
                    <a:pt x="33317" y="3232"/>
                  </a:cubicBezTo>
                  <a:cubicBezTo>
                    <a:pt x="33317" y="2316"/>
                    <a:pt x="32620" y="1782"/>
                    <a:pt x="31226" y="1629"/>
                  </a:cubicBezTo>
                  <a:cubicBezTo>
                    <a:pt x="30805" y="1561"/>
                    <a:pt x="30595" y="1366"/>
                    <a:pt x="30595" y="1043"/>
                  </a:cubicBezTo>
                  <a:cubicBezTo>
                    <a:pt x="30595" y="721"/>
                    <a:pt x="30660" y="484"/>
                    <a:pt x="30791" y="331"/>
                  </a:cubicBezTo>
                  <a:cubicBezTo>
                    <a:pt x="30929" y="161"/>
                    <a:pt x="31050" y="68"/>
                    <a:pt x="31153" y="51"/>
                  </a:cubicBezTo>
                  <a:cubicBezTo>
                    <a:pt x="31271" y="17"/>
                    <a:pt x="31416" y="0"/>
                    <a:pt x="31588" y="0"/>
                  </a:cubicBezTo>
                  <a:cubicBezTo>
                    <a:pt x="32216" y="0"/>
                    <a:pt x="33175" y="26"/>
                    <a:pt x="34466" y="77"/>
                  </a:cubicBezTo>
                  <a:cubicBezTo>
                    <a:pt x="35770" y="127"/>
                    <a:pt x="36742" y="152"/>
                    <a:pt x="37384" y="152"/>
                  </a:cubicBezTo>
                  <a:cubicBezTo>
                    <a:pt x="37929" y="152"/>
                    <a:pt x="38754" y="127"/>
                    <a:pt x="39858" y="77"/>
                  </a:cubicBezTo>
                  <a:cubicBezTo>
                    <a:pt x="40962" y="26"/>
                    <a:pt x="41769" y="0"/>
                    <a:pt x="42280" y="0"/>
                  </a:cubicBezTo>
                  <a:cubicBezTo>
                    <a:pt x="42480" y="0"/>
                    <a:pt x="42638" y="51"/>
                    <a:pt x="42756" y="152"/>
                  </a:cubicBezTo>
                  <a:cubicBezTo>
                    <a:pt x="42880" y="237"/>
                    <a:pt x="42942" y="331"/>
                    <a:pt x="42942" y="433"/>
                  </a:cubicBezTo>
                  <a:lnTo>
                    <a:pt x="42963" y="586"/>
                  </a:lnTo>
                  <a:close/>
                </a:path>
              </a:pathLst>
            </a:custGeom>
            <a:solidFill>
              <a:srgbClr val="000000"/>
            </a:solidFill>
            <a:ln w="1032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3862109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3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3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3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3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3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3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3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3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3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3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3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3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2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2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3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500"/>
                                        <p:tgtEl>
                                          <p:spTgt spid="2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3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32" grpId="0"/>
      <p:bldP spid="33" grpId="0"/>
      <p:bldP spid="2816" grpId="0" animBg="1"/>
      <p:bldP spid="2817" grpId="0" animBg="1"/>
      <p:bldP spid="2642" grpId="0" animBg="1"/>
      <p:bldP spid="2643" grpId="0" animBg="1"/>
      <p:bldP spid="2447" grpId="0" animBg="1"/>
      <p:bldP spid="2448" grpId="0" animBg="1"/>
      <p:bldP spid="3402" grpId="0" animBg="1"/>
      <p:bldP spid="3403" grpId="0" animBg="1"/>
      <p:bldP spid="3206" grpId="0" animBg="1"/>
      <p:bldP spid="3207" grpId="0" animBg="1"/>
      <p:bldP spid="3034" grpId="0" animBg="1"/>
      <p:bldP spid="3035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7397C-F2F9-51EB-154E-F11AE5AE3B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5E652E0-8BB3-A6A4-0A28-C2C4FEA4F7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Direct Message Approximation</a:t>
            </a:r>
          </a:p>
          <a:p>
            <a:r>
              <a:rPr lang="en-GB" b="1" dirty="0"/>
              <a:t>Approximate Messages for Deterministic Functions</a:t>
            </a:r>
          </a:p>
          <a:p>
            <a:pPr lvl="1"/>
            <a:r>
              <a:rPr lang="en-GB" dirty="0"/>
              <a:t>Product Factor</a:t>
            </a:r>
          </a:p>
          <a:p>
            <a:pPr lvl="1"/>
            <a:r>
              <a:rPr lang="en-GB" b="1" dirty="0"/>
              <a:t>Leaky Rectified Linear Unit Factor</a:t>
            </a:r>
          </a:p>
          <a:p>
            <a:r>
              <a:rPr lang="en-GB" dirty="0"/>
              <a:t>Application: Bayesian Neural Networks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50B2C15B-BF66-B48A-5FD8-D77A19B831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183647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AC2EE-D7FA-7B9D-54A1-DAF378B0BD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20C42D6A-0E70-AD02-6CD5-5AFC73FD97B9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A5C1A19-6149-E61E-3CAC-A1913A461233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79728" cy="3563938"/>
              </a:xfrm>
            </p:spPr>
            <p:txBody>
              <a:bodyPr/>
              <a:lstStyle/>
              <a:p>
                <a:r>
                  <a:rPr lang="en-US" b="1" dirty="0"/>
                  <a:t>Leaky Rectified Linear Unit (</a:t>
                </a:r>
                <a:r>
                  <a:rPr lang="en-US" b="1" dirty="0" err="1"/>
                  <a:t>ReLU</a:t>
                </a:r>
                <a:r>
                  <a:rPr lang="en-US" b="1" dirty="0"/>
                  <a:t>)</a:t>
                </a:r>
                <a:r>
                  <a:rPr lang="en-US" dirty="0"/>
                  <a:t>. </a:t>
                </a:r>
                <a:r>
                  <a:rPr lang="en-US" i="1" dirty="0"/>
                  <a:t>Given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en-US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∈</m:t>
                    </m:r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+</m:t>
                        </m:r>
                      </m:sup>
                    </m:sSup>
                  </m:oMath>
                </a14:m>
                <a:r>
                  <a:rPr lang="en-US" i="1" dirty="0"/>
                  <a:t> the following function is called the leaky rectified linear unit with factor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endParaRPr lang="en-US" i="1" dirty="0"/>
              </a:p>
              <a:p>
                <a:pPr marL="0" indent="0">
                  <a:buNone/>
                </a:pPr>
                <a:endParaRPr lang="en-US" i="1" noProof="0" dirty="0"/>
              </a:p>
              <a:p>
                <a:pPr marL="0" indent="0">
                  <a:buNone/>
                </a:pPr>
                <a:endParaRPr lang="en-US" i="1" noProof="0" dirty="0"/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ReLU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0</m:t>
                        </m:r>
                      </m:sub>
                    </m:sSub>
                  </m:oMath>
                </a14:m>
                <a:r>
                  <a:rPr lang="en-US" sz="1200" noProof="0" dirty="0"/>
                  <a:t> was introduced by Nair &amp; Hinton in 2010 as an approximation for the expected sum of binary activations with probability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b="0" i="1" noProof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b="0" i="1" noProof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b="0" i="1" noProof="0" smtClean="0">
                                <a:latin typeface="Cambria Math" panose="02040503050406030204" pitchFamily="18" charset="0"/>
                              </a:rPr>
                              <m:t>1+</m:t>
                            </m:r>
                            <m:func>
                              <m:funcPr>
                                <m:ctrlPr>
                                  <a:rPr lang="en-US" sz="1200" b="0" i="1" noProof="0" smtClean="0"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en-US" sz="1200" b="0" i="0" noProof="0" smtClean="0">
                                    <a:latin typeface="Cambria Math" panose="02040503050406030204" pitchFamily="18" charset="0"/>
                                  </a:rPr>
                                  <m:t>exp</m:t>
                                </m:r>
                              </m:fName>
                              <m:e>
                                <m:d>
                                  <m:dPr>
                                    <m:ctrlPr>
                                      <a:rPr lang="en-US" sz="1200" b="0" i="1" noProof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200" b="0" i="1" noProof="0" smtClean="0"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  <m:r>
                                      <a:rPr lang="en-US" sz="1200" b="0" i="1" noProof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200" b="0" i="1" noProof="0" smtClean="0">
                                        <a:latin typeface="Cambria Math" panose="02040503050406030204" pitchFamily="18" charset="0"/>
                                      </a:rPr>
                                      <m:t>𝑖</m:t>
                                    </m:r>
                                  </m:e>
                                </m:d>
                              </m:e>
                            </m:func>
                          </m:e>
                        </m:d>
                      </m:e>
                      <m:sup>
                        <m:r>
                          <a:rPr lang="en-US" sz="1200" b="0" i="1" noProof="0" smtClean="0"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r>
                  <a:rPr lang="en-US" sz="1200" noProof="0" dirty="0"/>
                  <a:t> for </a:t>
                </a:r>
                <a14:m>
                  <m:oMath xmlns:m="http://schemas.openxmlformats.org/officeDocument/2006/math">
                    <m:r>
                      <a:rPr lang="en-US" sz="1200" b="0" i="1" noProof="0" smtClean="0">
                        <a:latin typeface="Cambria Math" panose="02040503050406030204" pitchFamily="18" charset="0"/>
                      </a:rPr>
                      <m:t>𝑖</m:t>
                    </m:r>
                    <m:r>
                      <a:rPr lang="en-US" sz="1200" b="0" i="1" noProof="0" smtClean="0">
                        <a:latin typeface="Cambria Math" panose="02040503050406030204" pitchFamily="18" charset="0"/>
                      </a:rPr>
                      <m:t>∈</m:t>
                    </m:r>
                    <m:r>
                      <a:rPr lang="en-US" sz="1200" b="0" i="1" noProof="0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ℕ</m:t>
                    </m:r>
                  </m:oMath>
                </a14:m>
                <a:r>
                  <a:rPr lang="en-US" sz="1200" noProof="0" dirty="0"/>
                  <a:t> (image models)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ReLU</m:t>
                        </m:r>
                      </m:e>
                      <m: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𝛼</m:t>
                        </m:r>
                      </m:sub>
                    </m:sSub>
                  </m:oMath>
                </a14:m>
                <a:r>
                  <a:rPr lang="en-US" sz="1200" noProof="0" dirty="0"/>
                  <a:t> was introduced in 2013 to avoid vanishing and dying gradients in deep networks</a:t>
                </a:r>
              </a:p>
              <a:p>
                <a:r>
                  <a:rPr lang="en-US" b="1" noProof="0" dirty="0"/>
                  <a:t>Properties</a:t>
                </a:r>
                <a:r>
                  <a:rPr lang="en-US" noProof="0" dirty="0"/>
                  <a:t>:</a:t>
                </a:r>
              </a:p>
              <a:p>
                <a:endParaRPr lang="en-US" dirty="0"/>
              </a:p>
              <a:p>
                <a:endParaRPr lang="en-US" noProof="0" dirty="0"/>
              </a:p>
              <a:p>
                <a:endParaRPr lang="en-US" dirty="0"/>
              </a:p>
              <a:p>
                <a:endParaRPr lang="en-US" noProof="0" dirty="0"/>
              </a:p>
              <a:p>
                <a:endParaRPr lang="en-US" dirty="0"/>
              </a:p>
              <a:p>
                <a:r>
                  <a:rPr lang="en-US" dirty="0" err="1"/>
                  <a:t>ReLU</a:t>
                </a:r>
                <a:r>
                  <a:rPr lang="en-US" dirty="0"/>
                  <a:t> is the precursor to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GELU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𝑥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⋅</m:t>
                    </m:r>
                    <m:nary>
                      <m:nary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23"/>
                          </m:rPr>
                          <a:rPr lang="en-US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∞</m:t>
                        </m:r>
                      </m:sub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sup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𝒩</m:t>
                        </m:r>
                        <m:d>
                          <m:d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;0,1</m:t>
                            </m:r>
                          </m:e>
                        </m:d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d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𝑡</m:t>
                        </m:r>
                      </m:e>
                    </m:nary>
                  </m:oMath>
                </a14:m>
                <a:r>
                  <a:rPr lang="en-US" noProof="0" dirty="0"/>
                  <a:t> which is used in all LLMs!</a:t>
                </a:r>
              </a:p>
              <a:p>
                <a:pPr marL="0" indent="0">
                  <a:buNone/>
                </a:pPr>
                <a:endParaRPr lang="en-US" noProof="0" dirty="0"/>
              </a:p>
              <a:p>
                <a:pPr marL="0" indent="0">
                  <a:buNone/>
                </a:pPr>
                <a:endParaRPr lang="en-US" noProof="0" dirty="0"/>
              </a:p>
              <a:p>
                <a:endParaRPr lang="en-US" b="1" noProof="0" dirty="0"/>
              </a:p>
              <a:p>
                <a:endParaRPr lang="en-US" b="1" noProof="0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1A5C1A19-6149-E61E-3CAC-A1913A46123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79728" cy="3563938"/>
              </a:xfrm>
              <a:blipFill>
                <a:blip r:embed="rId2"/>
                <a:stretch>
                  <a:fillRect t="-355" r="-182" b="-2588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3DB08303-BCEE-45BE-D8A0-E5FF73F6FC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dirty="0"/>
              <a:t>Leaky Rectified Linear Unit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8597F20-2F48-3A6D-FECC-E81771128196}"/>
              </a:ext>
            </a:extLst>
          </p:cNvPr>
          <p:cNvSpPr txBox="1"/>
          <p:nvPr/>
        </p:nvSpPr>
        <p:spPr bwMode="gray">
          <a:xfrm>
            <a:off x="7300889" y="1944463"/>
            <a:ext cx="8672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Vinod Nair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</a:rPr>
              <a:t>(1980 – )</a:t>
            </a:r>
            <a:endParaRPr lang="en-GB" sz="800" b="1" dirty="0">
              <a:solidFill>
                <a:srgbClr val="333539"/>
              </a:solidFill>
              <a:effectLst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DD8E7E-F010-2BA5-4A7C-2665A47DB54E}"/>
                  </a:ext>
                </a:extLst>
              </p:cNvPr>
              <p:cNvSpPr txBox="1"/>
              <p:nvPr/>
            </p:nvSpPr>
            <p:spPr bwMode="gray">
              <a:xfrm>
                <a:off x="2786643" y="1721738"/>
                <a:ext cx="2380268" cy="5729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ReLU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sub>
                      </m:sSub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14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&gt;0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𝛼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⋅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≤0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DD8E7E-F010-2BA5-4A7C-2665A47DB5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86643" y="1721738"/>
                <a:ext cx="2380268" cy="572914"/>
              </a:xfrm>
              <a:prstGeom prst="rect">
                <a:avLst/>
              </a:prstGeom>
              <a:blipFill>
                <a:blip r:embed="rId3"/>
                <a:stretch>
                  <a:fillRect t="-178261" b="-25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3">
            <a:extLst>
              <a:ext uri="{FF2B5EF4-FFF2-40B4-BE49-F238E27FC236}">
                <a16:creationId xmlns:a16="http://schemas.microsoft.com/office/drawing/2014/main" id="{767C60DA-D9BC-D4C6-52AD-8A00FAE4875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0889" y="1123755"/>
            <a:ext cx="887920" cy="817821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193B3D3-F334-4FBE-4B0A-7F190E56DB9E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249247" y="1123877"/>
            <a:ext cx="799846" cy="817699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B9511FD-939E-57F5-EBB2-3EA31B596C37}"/>
              </a:ext>
            </a:extLst>
          </p:cNvPr>
          <p:cNvSpPr txBox="1"/>
          <p:nvPr/>
        </p:nvSpPr>
        <p:spPr bwMode="gray">
          <a:xfrm>
            <a:off x="8215548" y="1944463"/>
            <a:ext cx="86724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Sir Geoffrey Hinton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</a:rPr>
              <a:t>(1947 – )</a:t>
            </a:r>
            <a:endParaRPr lang="en-GB" sz="800" b="1" dirty="0">
              <a:solidFill>
                <a:srgbClr val="333539"/>
              </a:solidFill>
              <a:effectLst/>
            </a:endParaRPr>
          </a:p>
        </p:txBody>
      </p:sp>
      <p:pic>
        <p:nvPicPr>
          <p:cNvPr id="1026" name="Picture 2" descr="Andrew L. Maas">
            <a:extLst>
              <a:ext uri="{FF2B5EF4-FFF2-40B4-BE49-F238E27FC236}">
                <a16:creationId xmlns:a16="http://schemas.microsoft.com/office/drawing/2014/main" id="{8961DD6A-F8DA-51D3-99A8-8588D9D802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311227" y="2356995"/>
            <a:ext cx="867243" cy="867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AC369B31-DD6E-37EA-D018-F5161D5B301F}"/>
              </a:ext>
            </a:extLst>
          </p:cNvPr>
          <p:cNvSpPr txBox="1"/>
          <p:nvPr/>
        </p:nvSpPr>
        <p:spPr bwMode="gray">
          <a:xfrm>
            <a:off x="7253471" y="3216217"/>
            <a:ext cx="96207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Andrew Maas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</a:rPr>
              <a:t>(1987 – )</a:t>
            </a:r>
            <a:endParaRPr lang="en-GB" sz="800" b="1" dirty="0">
              <a:solidFill>
                <a:srgbClr val="333539"/>
              </a:solidFill>
              <a:effectLst/>
            </a:endParaRPr>
          </a:p>
        </p:txBody>
      </p:sp>
      <p:pic>
        <p:nvPicPr>
          <p:cNvPr id="1028" name="Picture 4" descr="Awni Hannun">
            <a:extLst>
              <a:ext uri="{FF2B5EF4-FFF2-40B4-BE49-F238E27FC236}">
                <a16:creationId xmlns:a16="http://schemas.microsoft.com/office/drawing/2014/main" id="{B42AB2BF-8848-2BCA-2140-C22E409489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284975" y="2476267"/>
            <a:ext cx="728388" cy="739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4BE9C787-68B1-FB4F-9589-F0FB6100A82A}"/>
              </a:ext>
            </a:extLst>
          </p:cNvPr>
          <p:cNvSpPr txBox="1"/>
          <p:nvPr/>
        </p:nvSpPr>
        <p:spPr bwMode="gray">
          <a:xfrm>
            <a:off x="8130515" y="3216217"/>
            <a:ext cx="96207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Awni </a:t>
            </a:r>
            <a:r>
              <a:rPr lang="en-GB" sz="800" b="1" dirty="0" err="1">
                <a:solidFill>
                  <a:srgbClr val="333539"/>
                </a:solidFill>
              </a:rPr>
              <a:t>Hannun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</a:rPr>
              <a:t>(1986 – )</a:t>
            </a:r>
            <a:endParaRPr lang="en-GB" sz="800" b="1" dirty="0">
              <a:solidFill>
                <a:srgbClr val="333539"/>
              </a:solidFill>
              <a:effectLst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3DAAA7F-0F06-BB36-11A3-77F9E1C71341}"/>
              </a:ext>
            </a:extLst>
          </p:cNvPr>
          <p:cNvSpPr txBox="1"/>
          <p:nvPr/>
        </p:nvSpPr>
        <p:spPr bwMode="gray">
          <a:xfrm>
            <a:off x="7734850" y="4610049"/>
            <a:ext cx="96207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Andrew Ng</a:t>
            </a:r>
            <a:br>
              <a:rPr lang="en-GB" sz="800" b="1" dirty="0">
                <a:solidFill>
                  <a:srgbClr val="333539"/>
                </a:solidFill>
              </a:rPr>
            </a:br>
            <a:r>
              <a:rPr lang="en-GB" sz="800" b="1" dirty="0">
                <a:solidFill>
                  <a:srgbClr val="333539"/>
                </a:solidFill>
              </a:rPr>
              <a:t>(1976 – )</a:t>
            </a:r>
            <a:endParaRPr lang="en-GB" sz="800" b="1" dirty="0">
              <a:solidFill>
                <a:srgbClr val="333539"/>
              </a:solidFill>
              <a:effectLst/>
            </a:endParaRPr>
          </a:p>
        </p:txBody>
      </p:sp>
      <p:pic>
        <p:nvPicPr>
          <p:cNvPr id="1030" name="Picture 6">
            <a:extLst>
              <a:ext uri="{FF2B5EF4-FFF2-40B4-BE49-F238E27FC236}">
                <a16:creationId xmlns:a16="http://schemas.microsoft.com/office/drawing/2014/main" id="{CD5FBC3A-B315-3B0E-50D9-60B05B6819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786580" y="3629049"/>
            <a:ext cx="824974" cy="9977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EAA2596-2256-DC05-200A-9306CBD53249}"/>
                  </a:ext>
                </a:extLst>
              </p:cNvPr>
              <p:cNvSpPr txBox="1"/>
              <p:nvPr/>
            </p:nvSpPr>
            <p:spPr bwMode="gray">
              <a:xfrm>
                <a:off x="1435759" y="4119754"/>
                <a:ext cx="2077300" cy="4260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ReLU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−1</m:t>
                          </m:r>
                        </m:sup>
                      </m:sSubSup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1400" i="0" smtClean="0">
                          <a:latin typeface="Cambria Math" panose="02040503050406030204" pitchFamily="18" charset="0"/>
                        </a:rPr>
                        <m:t>R</m:t>
                      </m:r>
                      <m:r>
                        <m:rPr>
                          <m:sty m:val="p"/>
                        </m:rPr>
                        <a:rPr lang="en-US" sz="1400" b="0" i="0" smtClean="0">
                          <a:latin typeface="Cambria Math" panose="02040503050406030204" pitchFamily="18" charset="0"/>
                        </a:rPr>
                        <m:t>eL</m:t>
                      </m:r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U</m:t>
                          </m:r>
                        </m:e>
                        <m:sub>
                          <m:f>
                            <m:f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den>
                          </m:f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EAA2596-2256-DC05-200A-9306CBD532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35759" y="4119754"/>
                <a:ext cx="2077300" cy="42607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987A904-D87F-4C54-3409-EEAC829B82AC}"/>
                  </a:ext>
                </a:extLst>
              </p:cNvPr>
              <p:cNvSpPr txBox="1"/>
              <p:nvPr/>
            </p:nvSpPr>
            <p:spPr bwMode="gray">
              <a:xfrm>
                <a:off x="1284601" y="3342592"/>
                <a:ext cx="2447012" cy="5729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 i="0" smtClean="0">
                              <a:latin typeface="Cambria Math" panose="02040503050406030204" pitchFamily="18" charset="0"/>
                            </a:rPr>
                            <m:t>R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eL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400" b="0" i="0" smtClean="0"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den>
                      </m:f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&gt;0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𝛼</m:t>
                                </m:r>
                              </m:e>
                              <m:e>
                                <m: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  <m: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≤0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987A904-D87F-4C54-3409-EEAC829B82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84601" y="3342592"/>
                <a:ext cx="2447012" cy="572914"/>
              </a:xfrm>
              <a:prstGeom prst="rect">
                <a:avLst/>
              </a:prstGeom>
              <a:blipFill>
                <a:blip r:embed="rId10"/>
                <a:stretch>
                  <a:fillRect t="-178261" b="-25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04E42543-9361-14D7-4F7C-F3921AC0927D}"/>
              </a:ext>
            </a:extLst>
          </p:cNvPr>
          <p:cNvCxnSpPr>
            <a:cxnSpLocks/>
            <a:endCxn id="21" idx="3"/>
          </p:cNvCxnSpPr>
          <p:nvPr/>
        </p:nvCxnSpPr>
        <p:spPr bwMode="gray">
          <a:xfrm flipH="1">
            <a:off x="3573497" y="3032225"/>
            <a:ext cx="845957" cy="59682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A0A1C388-E36D-0E83-7A90-3B3933BD81B2}"/>
              </a:ext>
            </a:extLst>
          </p:cNvPr>
          <p:cNvSpPr/>
          <p:nvPr/>
        </p:nvSpPr>
        <p:spPr bwMode="gray">
          <a:xfrm>
            <a:off x="1528440" y="3342592"/>
            <a:ext cx="2045057" cy="57291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26" name="Rounded Rectangle 25">
            <a:extLst>
              <a:ext uri="{FF2B5EF4-FFF2-40B4-BE49-F238E27FC236}">
                <a16:creationId xmlns:a16="http://schemas.microsoft.com/office/drawing/2014/main" id="{41F3D363-C3D1-46F7-D290-E99AAD0CF3AF}"/>
              </a:ext>
            </a:extLst>
          </p:cNvPr>
          <p:cNvSpPr/>
          <p:nvPr/>
        </p:nvSpPr>
        <p:spPr bwMode="gray">
          <a:xfrm>
            <a:off x="3728485" y="2812580"/>
            <a:ext cx="2169911" cy="219645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090CBCEE-242A-C9A4-62F5-6C489EAA7663}"/>
                  </a:ext>
                </a:extLst>
              </p:cNvPr>
              <p:cNvSpPr txBox="1"/>
              <p:nvPr/>
            </p:nvSpPr>
            <p:spPr bwMode="gray">
              <a:xfrm>
                <a:off x="110349" y="3930278"/>
                <a:ext cx="901788" cy="3789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Inverse just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changes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𝛼</m:t>
                    </m:r>
                  </m:oMath>
                </a14:m>
                <a:endParaRPr lang="en-DE" sz="1000" dirty="0" err="1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090CBCEE-242A-C9A4-62F5-6C489EAA76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0349" y="3930278"/>
                <a:ext cx="901788" cy="378952"/>
              </a:xfrm>
              <a:prstGeom prst="rect">
                <a:avLst/>
              </a:prstGeom>
              <a:blipFill>
                <a:blip r:embed="rId11"/>
                <a:stretch>
                  <a:fillRect b="-96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68FDBF81-0172-F584-8051-9827BDA8F199}"/>
              </a:ext>
            </a:extLst>
          </p:cNvPr>
          <p:cNvCxnSpPr>
            <a:cxnSpLocks/>
            <a:stCxn id="27" idx="3"/>
          </p:cNvCxnSpPr>
          <p:nvPr/>
        </p:nvCxnSpPr>
        <p:spPr bwMode="gray">
          <a:xfrm>
            <a:off x="1012137" y="4119754"/>
            <a:ext cx="483192" cy="18947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10" name="Group 3309">
            <a:extLst>
              <a:ext uri="{FF2B5EF4-FFF2-40B4-BE49-F238E27FC236}">
                <a16:creationId xmlns:a16="http://schemas.microsoft.com/office/drawing/2014/main" id="{3BBC01F5-86FA-E1E7-EF52-E1DBC5C4359D}"/>
              </a:ext>
            </a:extLst>
          </p:cNvPr>
          <p:cNvGrpSpPr/>
          <p:nvPr/>
        </p:nvGrpSpPr>
        <p:grpSpPr>
          <a:xfrm>
            <a:off x="4416366" y="3142604"/>
            <a:ext cx="2506848" cy="1624609"/>
            <a:chOff x="4416366" y="3142604"/>
            <a:chExt cx="2506848" cy="1624609"/>
          </a:xfrm>
        </p:grpSpPr>
        <p:sp>
          <p:nvSpPr>
            <p:cNvPr id="3182" name="Freeform 3181">
              <a:extLst>
                <a:ext uri="{FF2B5EF4-FFF2-40B4-BE49-F238E27FC236}">
                  <a16:creationId xmlns:a16="http://schemas.microsoft.com/office/drawing/2014/main" id="{3E8DDD82-CF9D-5D18-27E9-ABEB59F6787A}"/>
                </a:ext>
              </a:extLst>
            </p:cNvPr>
            <p:cNvSpPr/>
            <p:nvPr/>
          </p:nvSpPr>
          <p:spPr>
            <a:xfrm>
              <a:off x="4636537" y="3142604"/>
              <a:ext cx="2286677" cy="1421574"/>
            </a:xfrm>
            <a:custGeom>
              <a:avLst/>
              <a:gdLst>
                <a:gd name="csX0" fmla="*/ 0 w 2286677"/>
                <a:gd name="csY0" fmla="*/ 1421574 h 1421574"/>
                <a:gd name="csX1" fmla="*/ 2286677 w 2286677"/>
                <a:gd name="csY1" fmla="*/ 1421574 h 1421574"/>
                <a:gd name="csX2" fmla="*/ 2286677 w 2286677"/>
                <a:gd name="csY2" fmla="*/ 0 h 1421574"/>
                <a:gd name="csX3" fmla="*/ 0 w 2286677"/>
                <a:gd name="csY3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86677" h="1421574">
                  <a:moveTo>
                    <a:pt x="0" y="1421574"/>
                  </a:moveTo>
                  <a:lnTo>
                    <a:pt x="2286677" y="1421574"/>
                  </a:lnTo>
                  <a:lnTo>
                    <a:pt x="22866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" name="Freeform 3182">
              <a:extLst>
                <a:ext uri="{FF2B5EF4-FFF2-40B4-BE49-F238E27FC236}">
                  <a16:creationId xmlns:a16="http://schemas.microsoft.com/office/drawing/2014/main" id="{6DB513DF-0694-839C-558F-64CF79A382E0}"/>
                </a:ext>
              </a:extLst>
            </p:cNvPr>
            <p:cNvSpPr/>
            <p:nvPr/>
          </p:nvSpPr>
          <p:spPr>
            <a:xfrm>
              <a:off x="5009430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" name="Freeform 3183">
              <a:extLst>
                <a:ext uri="{FF2B5EF4-FFF2-40B4-BE49-F238E27FC236}">
                  <a16:creationId xmlns:a16="http://schemas.microsoft.com/office/drawing/2014/main" id="{16E89478-ECB8-AEAF-9944-2C2B84BA507B}"/>
                </a:ext>
              </a:extLst>
            </p:cNvPr>
            <p:cNvSpPr/>
            <p:nvPr/>
          </p:nvSpPr>
          <p:spPr>
            <a:xfrm>
              <a:off x="5394651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" name="Freeform 3184">
              <a:extLst>
                <a:ext uri="{FF2B5EF4-FFF2-40B4-BE49-F238E27FC236}">
                  <a16:creationId xmlns:a16="http://schemas.microsoft.com/office/drawing/2014/main" id="{B8D0A41C-DDAD-4FAC-3132-41F2AA49B3CE}"/>
                </a:ext>
              </a:extLst>
            </p:cNvPr>
            <p:cNvSpPr/>
            <p:nvPr/>
          </p:nvSpPr>
          <p:spPr>
            <a:xfrm>
              <a:off x="5779868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" name="Freeform 3185">
              <a:extLst>
                <a:ext uri="{FF2B5EF4-FFF2-40B4-BE49-F238E27FC236}">
                  <a16:creationId xmlns:a16="http://schemas.microsoft.com/office/drawing/2014/main" id="{C7AE0FEB-C29C-B890-6094-381EB5EE2925}"/>
                </a:ext>
              </a:extLst>
            </p:cNvPr>
            <p:cNvSpPr/>
            <p:nvPr/>
          </p:nvSpPr>
          <p:spPr>
            <a:xfrm>
              <a:off x="6165092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" name="Freeform 3186">
              <a:extLst>
                <a:ext uri="{FF2B5EF4-FFF2-40B4-BE49-F238E27FC236}">
                  <a16:creationId xmlns:a16="http://schemas.microsoft.com/office/drawing/2014/main" id="{0F3D2419-CDEB-985E-C928-E7F4D0B84B18}"/>
                </a:ext>
              </a:extLst>
            </p:cNvPr>
            <p:cNvSpPr/>
            <p:nvPr/>
          </p:nvSpPr>
          <p:spPr>
            <a:xfrm>
              <a:off x="6550317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" name="Freeform 3187">
              <a:extLst>
                <a:ext uri="{FF2B5EF4-FFF2-40B4-BE49-F238E27FC236}">
                  <a16:creationId xmlns:a16="http://schemas.microsoft.com/office/drawing/2014/main" id="{F5F9B2FC-18A7-E4EB-C049-142CDF62518C}"/>
                </a:ext>
              </a:extLst>
            </p:cNvPr>
            <p:cNvSpPr/>
            <p:nvPr/>
          </p:nvSpPr>
          <p:spPr>
            <a:xfrm>
              <a:off x="4636537" y="4402043"/>
              <a:ext cx="2286677" cy="1070"/>
            </a:xfrm>
            <a:custGeom>
              <a:avLst/>
              <a:gdLst>
                <a:gd name="csX0" fmla="*/ 0 w 2286677"/>
                <a:gd name="csY0" fmla="*/ 0 h 1070"/>
                <a:gd name="csX1" fmla="*/ 2286677 w 2286677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86677" h="1070">
                  <a:moveTo>
                    <a:pt x="0" y="0"/>
                  </a:moveTo>
                  <a:lnTo>
                    <a:pt x="2286677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" name="Freeform 3188">
              <a:extLst>
                <a:ext uri="{FF2B5EF4-FFF2-40B4-BE49-F238E27FC236}">
                  <a16:creationId xmlns:a16="http://schemas.microsoft.com/office/drawing/2014/main" id="{AFF717A3-7FE4-A849-08E0-C8800F8D050D}"/>
                </a:ext>
              </a:extLst>
            </p:cNvPr>
            <p:cNvSpPr/>
            <p:nvPr/>
          </p:nvSpPr>
          <p:spPr>
            <a:xfrm>
              <a:off x="4636537" y="4053742"/>
              <a:ext cx="2286677" cy="1070"/>
            </a:xfrm>
            <a:custGeom>
              <a:avLst/>
              <a:gdLst>
                <a:gd name="csX0" fmla="*/ 0 w 2286677"/>
                <a:gd name="csY0" fmla="*/ 0 h 1070"/>
                <a:gd name="csX1" fmla="*/ 2286677 w 2286677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86677" h="1070">
                  <a:moveTo>
                    <a:pt x="0" y="0"/>
                  </a:moveTo>
                  <a:lnTo>
                    <a:pt x="2286677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" name="Freeform 3189">
              <a:extLst>
                <a:ext uri="{FF2B5EF4-FFF2-40B4-BE49-F238E27FC236}">
                  <a16:creationId xmlns:a16="http://schemas.microsoft.com/office/drawing/2014/main" id="{E3B1760F-96C5-AAF7-D204-885D4289CAB9}"/>
                </a:ext>
              </a:extLst>
            </p:cNvPr>
            <p:cNvSpPr/>
            <p:nvPr/>
          </p:nvSpPr>
          <p:spPr>
            <a:xfrm>
              <a:off x="4636537" y="3705444"/>
              <a:ext cx="2286677" cy="1070"/>
            </a:xfrm>
            <a:custGeom>
              <a:avLst/>
              <a:gdLst>
                <a:gd name="csX0" fmla="*/ 0 w 2286677"/>
                <a:gd name="csY0" fmla="*/ 0 h 1070"/>
                <a:gd name="csX1" fmla="*/ 2286677 w 2286677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86677" h="1070">
                  <a:moveTo>
                    <a:pt x="0" y="0"/>
                  </a:moveTo>
                  <a:lnTo>
                    <a:pt x="2286677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" name="Freeform 3190">
              <a:extLst>
                <a:ext uri="{FF2B5EF4-FFF2-40B4-BE49-F238E27FC236}">
                  <a16:creationId xmlns:a16="http://schemas.microsoft.com/office/drawing/2014/main" id="{60E814DD-A6DB-2B20-0577-F9BB1F47915C}"/>
                </a:ext>
              </a:extLst>
            </p:cNvPr>
            <p:cNvSpPr/>
            <p:nvPr/>
          </p:nvSpPr>
          <p:spPr>
            <a:xfrm>
              <a:off x="4636537" y="3357145"/>
              <a:ext cx="2286677" cy="1070"/>
            </a:xfrm>
            <a:custGeom>
              <a:avLst/>
              <a:gdLst>
                <a:gd name="csX0" fmla="*/ 0 w 2286677"/>
                <a:gd name="csY0" fmla="*/ 0 h 1070"/>
                <a:gd name="csX1" fmla="*/ 2286677 w 2286677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86677" h="1070">
                  <a:moveTo>
                    <a:pt x="0" y="0"/>
                  </a:moveTo>
                  <a:lnTo>
                    <a:pt x="2286677" y="0"/>
                  </a:lnTo>
                </a:path>
              </a:pathLst>
            </a:custGeom>
            <a:noFill/>
            <a:ln w="2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2" name="Freeform 3191">
              <a:extLst>
                <a:ext uri="{FF2B5EF4-FFF2-40B4-BE49-F238E27FC236}">
                  <a16:creationId xmlns:a16="http://schemas.microsoft.com/office/drawing/2014/main" id="{9836186A-9AE5-0441-E561-35F3FE178022}"/>
                </a:ext>
              </a:extLst>
            </p:cNvPr>
            <p:cNvSpPr/>
            <p:nvPr/>
          </p:nvSpPr>
          <p:spPr>
            <a:xfrm>
              <a:off x="4636537" y="4564178"/>
              <a:ext cx="2286677" cy="1070"/>
            </a:xfrm>
            <a:custGeom>
              <a:avLst/>
              <a:gdLst>
                <a:gd name="csX0" fmla="*/ 0 w 2286677"/>
                <a:gd name="csY0" fmla="*/ 0 h 1070"/>
                <a:gd name="csX1" fmla="*/ 2286677 w 2286677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286677" h="1070">
                  <a:moveTo>
                    <a:pt x="0" y="0"/>
                  </a:moveTo>
                  <a:lnTo>
                    <a:pt x="2286677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3" name="Freeform 3192">
              <a:extLst>
                <a:ext uri="{FF2B5EF4-FFF2-40B4-BE49-F238E27FC236}">
                  <a16:creationId xmlns:a16="http://schemas.microsoft.com/office/drawing/2014/main" id="{76691DC1-89A8-0A93-DBB5-018D9BC973AB}"/>
                </a:ext>
              </a:extLst>
            </p:cNvPr>
            <p:cNvSpPr/>
            <p:nvPr/>
          </p:nvSpPr>
          <p:spPr>
            <a:xfrm>
              <a:off x="5009430" y="4543953"/>
              <a:ext cx="1070" cy="20225"/>
            </a:xfrm>
            <a:custGeom>
              <a:avLst/>
              <a:gdLst>
                <a:gd name="csX0" fmla="*/ 0 w 1070"/>
                <a:gd name="csY0" fmla="*/ 20225 h 20225"/>
                <a:gd name="csX1" fmla="*/ 0 w 1070"/>
                <a:gd name="csY1" fmla="*/ 0 h 2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20225">
                  <a:moveTo>
                    <a:pt x="0" y="20225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4" name="Freeform 3193">
              <a:extLst>
                <a:ext uri="{FF2B5EF4-FFF2-40B4-BE49-F238E27FC236}">
                  <a16:creationId xmlns:a16="http://schemas.microsoft.com/office/drawing/2014/main" id="{2F6CAADC-F64B-A62B-4884-62AEB886A0D4}"/>
                </a:ext>
              </a:extLst>
            </p:cNvPr>
            <p:cNvSpPr/>
            <p:nvPr/>
          </p:nvSpPr>
          <p:spPr>
            <a:xfrm>
              <a:off x="5394651" y="4543953"/>
              <a:ext cx="1070" cy="20225"/>
            </a:xfrm>
            <a:custGeom>
              <a:avLst/>
              <a:gdLst>
                <a:gd name="csX0" fmla="*/ 0 w 1070"/>
                <a:gd name="csY0" fmla="*/ 20225 h 20225"/>
                <a:gd name="csX1" fmla="*/ 0 w 1070"/>
                <a:gd name="csY1" fmla="*/ 0 h 2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20225">
                  <a:moveTo>
                    <a:pt x="0" y="20225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" name="Freeform 3194">
              <a:extLst>
                <a:ext uri="{FF2B5EF4-FFF2-40B4-BE49-F238E27FC236}">
                  <a16:creationId xmlns:a16="http://schemas.microsoft.com/office/drawing/2014/main" id="{B07BD4C5-B59B-665E-F06D-9978DED6289C}"/>
                </a:ext>
              </a:extLst>
            </p:cNvPr>
            <p:cNvSpPr/>
            <p:nvPr/>
          </p:nvSpPr>
          <p:spPr>
            <a:xfrm>
              <a:off x="5779868" y="4543953"/>
              <a:ext cx="1070" cy="20225"/>
            </a:xfrm>
            <a:custGeom>
              <a:avLst/>
              <a:gdLst>
                <a:gd name="csX0" fmla="*/ 0 w 1070"/>
                <a:gd name="csY0" fmla="*/ 20225 h 20225"/>
                <a:gd name="csX1" fmla="*/ 0 w 1070"/>
                <a:gd name="csY1" fmla="*/ 0 h 2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20225">
                  <a:moveTo>
                    <a:pt x="0" y="20225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6" name="Freeform 3195">
              <a:extLst>
                <a:ext uri="{FF2B5EF4-FFF2-40B4-BE49-F238E27FC236}">
                  <a16:creationId xmlns:a16="http://schemas.microsoft.com/office/drawing/2014/main" id="{70E3E20F-DC4C-2695-A152-D6CF1CF93E65}"/>
                </a:ext>
              </a:extLst>
            </p:cNvPr>
            <p:cNvSpPr/>
            <p:nvPr/>
          </p:nvSpPr>
          <p:spPr>
            <a:xfrm>
              <a:off x="6165092" y="4543953"/>
              <a:ext cx="1070" cy="20225"/>
            </a:xfrm>
            <a:custGeom>
              <a:avLst/>
              <a:gdLst>
                <a:gd name="csX0" fmla="*/ 0 w 1070"/>
                <a:gd name="csY0" fmla="*/ 20225 h 20225"/>
                <a:gd name="csX1" fmla="*/ 0 w 1070"/>
                <a:gd name="csY1" fmla="*/ 0 h 2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20225">
                  <a:moveTo>
                    <a:pt x="0" y="20225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7" name="Freeform 3196">
              <a:extLst>
                <a:ext uri="{FF2B5EF4-FFF2-40B4-BE49-F238E27FC236}">
                  <a16:creationId xmlns:a16="http://schemas.microsoft.com/office/drawing/2014/main" id="{19C73CD1-E6F9-7B40-A366-D151E9DB1384}"/>
                </a:ext>
              </a:extLst>
            </p:cNvPr>
            <p:cNvSpPr/>
            <p:nvPr/>
          </p:nvSpPr>
          <p:spPr>
            <a:xfrm>
              <a:off x="6550317" y="4543953"/>
              <a:ext cx="1070" cy="20225"/>
            </a:xfrm>
            <a:custGeom>
              <a:avLst/>
              <a:gdLst>
                <a:gd name="csX0" fmla="*/ 0 w 1070"/>
                <a:gd name="csY0" fmla="*/ 20225 h 20225"/>
                <a:gd name="csX1" fmla="*/ 0 w 1070"/>
                <a:gd name="csY1" fmla="*/ 0 h 202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20225">
                  <a:moveTo>
                    <a:pt x="0" y="20225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8" name="Freeform 3197">
              <a:extLst>
                <a:ext uri="{FF2B5EF4-FFF2-40B4-BE49-F238E27FC236}">
                  <a16:creationId xmlns:a16="http://schemas.microsoft.com/office/drawing/2014/main" id="{47810531-6F76-214D-5838-2BF9D3BA86F6}"/>
                </a:ext>
              </a:extLst>
            </p:cNvPr>
            <p:cNvSpPr/>
            <p:nvPr/>
          </p:nvSpPr>
          <p:spPr>
            <a:xfrm>
              <a:off x="4909293" y="4634111"/>
              <a:ext cx="55573" cy="7373"/>
            </a:xfrm>
            <a:custGeom>
              <a:avLst/>
              <a:gdLst>
                <a:gd name="csX0" fmla="*/ 0 w 55573"/>
                <a:gd name="csY0" fmla="*/ 0 h 7373"/>
                <a:gd name="csX1" fmla="*/ 55574 w 55573"/>
                <a:gd name="csY1" fmla="*/ 0 h 7373"/>
                <a:gd name="csX2" fmla="*/ 55574 w 55573"/>
                <a:gd name="csY2" fmla="*/ 7373 h 7373"/>
                <a:gd name="csX3" fmla="*/ 0 w 55573"/>
                <a:gd name="csY3" fmla="*/ 7373 h 7373"/>
                <a:gd name="csX4" fmla="*/ 0 w 55573"/>
                <a:gd name="csY4" fmla="*/ 0 h 7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573" h="7373">
                  <a:moveTo>
                    <a:pt x="0" y="0"/>
                  </a:moveTo>
                  <a:lnTo>
                    <a:pt x="55574" y="0"/>
                  </a:lnTo>
                  <a:lnTo>
                    <a:pt x="55574" y="7373"/>
                  </a:lnTo>
                  <a:lnTo>
                    <a:pt x="0" y="7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9" name="Freeform 3198">
              <a:extLst>
                <a:ext uri="{FF2B5EF4-FFF2-40B4-BE49-F238E27FC236}">
                  <a16:creationId xmlns:a16="http://schemas.microsoft.com/office/drawing/2014/main" id="{F9E6D733-C3DD-0310-1671-F25D93AA0B3B}"/>
                </a:ext>
              </a:extLst>
            </p:cNvPr>
            <p:cNvSpPr/>
            <p:nvPr/>
          </p:nvSpPr>
          <p:spPr>
            <a:xfrm>
              <a:off x="4981123" y="4600905"/>
              <a:ext cx="41876" cy="65973"/>
            </a:xfrm>
            <a:custGeom>
              <a:avLst/>
              <a:gdLst>
                <a:gd name="csX0" fmla="*/ 2731 w 41876"/>
                <a:gd name="csY0" fmla="*/ 0 h 65973"/>
                <a:gd name="csX1" fmla="*/ 37108 w 41876"/>
                <a:gd name="csY1" fmla="*/ 0 h 65973"/>
                <a:gd name="csX2" fmla="*/ 37108 w 41876"/>
                <a:gd name="csY2" fmla="*/ 7373 h 65973"/>
                <a:gd name="csX3" fmla="*/ 10750 w 41876"/>
                <a:gd name="csY3" fmla="*/ 7373 h 65973"/>
                <a:gd name="csX4" fmla="*/ 10750 w 41876"/>
                <a:gd name="csY4" fmla="*/ 23232 h 65973"/>
                <a:gd name="csX5" fmla="*/ 14565 w 41876"/>
                <a:gd name="csY5" fmla="*/ 22280 h 65973"/>
                <a:gd name="csX6" fmla="*/ 18380 w 41876"/>
                <a:gd name="csY6" fmla="*/ 21938 h 65973"/>
                <a:gd name="csX7" fmla="*/ 35546 w 41876"/>
                <a:gd name="csY7" fmla="*/ 27877 h 65973"/>
                <a:gd name="csX8" fmla="*/ 41876 w 41876"/>
                <a:gd name="csY8" fmla="*/ 43961 h 65973"/>
                <a:gd name="csX9" fmla="*/ 35373 w 41876"/>
                <a:gd name="csY9" fmla="*/ 60216 h 65973"/>
                <a:gd name="csX10" fmla="*/ 17036 w 41876"/>
                <a:gd name="csY10" fmla="*/ 65973 h 65973"/>
                <a:gd name="csX11" fmla="*/ 8713 w 41876"/>
                <a:gd name="csY11" fmla="*/ 65288 h 65973"/>
                <a:gd name="csX12" fmla="*/ 0 w 41876"/>
                <a:gd name="csY12" fmla="*/ 63202 h 65973"/>
                <a:gd name="csX13" fmla="*/ 0 w 41876"/>
                <a:gd name="csY13" fmla="*/ 54405 h 65973"/>
                <a:gd name="csX14" fmla="*/ 8063 w 41876"/>
                <a:gd name="csY14" fmla="*/ 57573 h 65973"/>
                <a:gd name="csX15" fmla="*/ 16863 w 41876"/>
                <a:gd name="csY15" fmla="*/ 58611 h 65973"/>
                <a:gd name="csX16" fmla="*/ 28741 w 41876"/>
                <a:gd name="csY16" fmla="*/ 54662 h 65973"/>
                <a:gd name="csX17" fmla="*/ 33119 w 41876"/>
                <a:gd name="csY17" fmla="*/ 43961 h 65973"/>
                <a:gd name="csX18" fmla="*/ 28741 w 41876"/>
                <a:gd name="csY18" fmla="*/ 33249 h 65973"/>
                <a:gd name="csX19" fmla="*/ 16863 w 41876"/>
                <a:gd name="csY19" fmla="*/ 29300 h 65973"/>
                <a:gd name="csX20" fmla="*/ 9841 w 41876"/>
                <a:gd name="csY20" fmla="*/ 30081 h 65973"/>
                <a:gd name="csX21" fmla="*/ 2731 w 41876"/>
                <a:gd name="csY21" fmla="*/ 32510 h 65973"/>
                <a:gd name="csX22" fmla="*/ 2731 w 41876"/>
                <a:gd name="csY22" fmla="*/ 0 h 65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1876" h="65973">
                  <a:moveTo>
                    <a:pt x="2731" y="0"/>
                  </a:moveTo>
                  <a:lnTo>
                    <a:pt x="37108" y="0"/>
                  </a:lnTo>
                  <a:lnTo>
                    <a:pt x="37108" y="7373"/>
                  </a:lnTo>
                  <a:lnTo>
                    <a:pt x="10750" y="7373"/>
                  </a:lnTo>
                  <a:lnTo>
                    <a:pt x="10750" y="23232"/>
                  </a:lnTo>
                  <a:cubicBezTo>
                    <a:pt x="12022" y="22804"/>
                    <a:pt x="13294" y="22487"/>
                    <a:pt x="14565" y="22280"/>
                  </a:cubicBezTo>
                  <a:cubicBezTo>
                    <a:pt x="15837" y="22052"/>
                    <a:pt x="17109" y="21938"/>
                    <a:pt x="18380" y="21938"/>
                  </a:cubicBezTo>
                  <a:cubicBezTo>
                    <a:pt x="25605" y="21938"/>
                    <a:pt x="31327" y="23917"/>
                    <a:pt x="35546" y="27877"/>
                  </a:cubicBezTo>
                  <a:cubicBezTo>
                    <a:pt x="39766" y="31836"/>
                    <a:pt x="41876" y="37198"/>
                    <a:pt x="41876" y="43961"/>
                  </a:cubicBezTo>
                  <a:cubicBezTo>
                    <a:pt x="41876" y="50924"/>
                    <a:pt x="39709" y="56342"/>
                    <a:pt x="35373" y="60216"/>
                  </a:cubicBezTo>
                  <a:cubicBezTo>
                    <a:pt x="31038" y="64054"/>
                    <a:pt x="24926" y="65973"/>
                    <a:pt x="17036" y="65973"/>
                  </a:cubicBezTo>
                  <a:cubicBezTo>
                    <a:pt x="14320" y="65973"/>
                    <a:pt x="11545" y="65745"/>
                    <a:pt x="8713" y="65288"/>
                  </a:cubicBezTo>
                  <a:cubicBezTo>
                    <a:pt x="5910" y="64825"/>
                    <a:pt x="3006" y="64129"/>
                    <a:pt x="0" y="63202"/>
                  </a:cubicBezTo>
                  <a:lnTo>
                    <a:pt x="0" y="54405"/>
                  </a:lnTo>
                  <a:cubicBezTo>
                    <a:pt x="2601" y="55818"/>
                    <a:pt x="5289" y="56874"/>
                    <a:pt x="8063" y="57573"/>
                  </a:cubicBezTo>
                  <a:cubicBezTo>
                    <a:pt x="10838" y="58265"/>
                    <a:pt x="13771" y="58611"/>
                    <a:pt x="16863" y="58611"/>
                  </a:cubicBezTo>
                  <a:cubicBezTo>
                    <a:pt x="21863" y="58611"/>
                    <a:pt x="25822" y="57295"/>
                    <a:pt x="28741" y="54662"/>
                  </a:cubicBezTo>
                  <a:cubicBezTo>
                    <a:pt x="31660" y="52037"/>
                    <a:pt x="33119" y="48470"/>
                    <a:pt x="33119" y="43961"/>
                  </a:cubicBezTo>
                  <a:cubicBezTo>
                    <a:pt x="33119" y="39452"/>
                    <a:pt x="31660" y="35881"/>
                    <a:pt x="28741" y="33249"/>
                  </a:cubicBezTo>
                  <a:cubicBezTo>
                    <a:pt x="25822" y="30616"/>
                    <a:pt x="21863" y="29300"/>
                    <a:pt x="16863" y="29300"/>
                  </a:cubicBezTo>
                  <a:cubicBezTo>
                    <a:pt x="14522" y="29300"/>
                    <a:pt x="12182" y="29561"/>
                    <a:pt x="9841" y="30081"/>
                  </a:cubicBezTo>
                  <a:cubicBezTo>
                    <a:pt x="7529" y="30602"/>
                    <a:pt x="5159" y="31412"/>
                    <a:pt x="2731" y="32510"/>
                  </a:cubicBezTo>
                  <a:lnTo>
                    <a:pt x="2731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0" name="Freeform 3199">
              <a:extLst>
                <a:ext uri="{FF2B5EF4-FFF2-40B4-BE49-F238E27FC236}">
                  <a16:creationId xmlns:a16="http://schemas.microsoft.com/office/drawing/2014/main" id="{1CC49817-6C1F-326B-AC89-C7A98C0E6A4E}"/>
                </a:ext>
              </a:extLst>
            </p:cNvPr>
            <p:cNvSpPr/>
            <p:nvPr/>
          </p:nvSpPr>
          <p:spPr>
            <a:xfrm>
              <a:off x="5040252" y="4654615"/>
              <a:ext cx="9147" cy="11011"/>
            </a:xfrm>
            <a:custGeom>
              <a:avLst/>
              <a:gdLst>
                <a:gd name="csX0" fmla="*/ 0 w 9147"/>
                <a:gd name="csY0" fmla="*/ 0 h 11011"/>
                <a:gd name="csX1" fmla="*/ 9147 w 9147"/>
                <a:gd name="csY1" fmla="*/ 0 h 11011"/>
                <a:gd name="csX2" fmla="*/ 9147 w 9147"/>
                <a:gd name="csY2" fmla="*/ 11012 h 11011"/>
                <a:gd name="csX3" fmla="*/ 0 w 9147"/>
                <a:gd name="csY3" fmla="*/ 11012 h 11011"/>
                <a:gd name="csX4" fmla="*/ 0 w 9147"/>
                <a:gd name="csY4" fmla="*/ 0 h 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7" h="11011">
                  <a:moveTo>
                    <a:pt x="0" y="0"/>
                  </a:moveTo>
                  <a:lnTo>
                    <a:pt x="9147" y="0"/>
                  </a:lnTo>
                  <a:lnTo>
                    <a:pt x="9147" y="11012"/>
                  </a:lnTo>
                  <a:lnTo>
                    <a:pt x="0" y="11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1" name="Freeform 3200">
              <a:extLst>
                <a:ext uri="{FF2B5EF4-FFF2-40B4-BE49-F238E27FC236}">
                  <a16:creationId xmlns:a16="http://schemas.microsoft.com/office/drawing/2014/main" id="{FB5F97EE-5C88-8CB4-4F4E-BBF5F72697E6}"/>
                </a:ext>
              </a:extLst>
            </p:cNvPr>
            <p:cNvSpPr/>
            <p:nvPr/>
          </p:nvSpPr>
          <p:spPr>
            <a:xfrm>
              <a:off x="5064832" y="4599738"/>
              <a:ext cx="44736" cy="67139"/>
            </a:xfrm>
            <a:custGeom>
              <a:avLst/>
              <a:gdLst>
                <a:gd name="csX0" fmla="*/ 22369 w 44736"/>
                <a:gd name="csY0" fmla="*/ 6934 h 67139"/>
                <a:gd name="csX1" fmla="*/ 12181 w 44736"/>
                <a:gd name="csY1" fmla="*/ 13612 h 67139"/>
                <a:gd name="csX2" fmla="*/ 8800 w 44736"/>
                <a:gd name="csY2" fmla="*/ 33591 h 67139"/>
                <a:gd name="csX3" fmla="*/ 12181 w 44736"/>
                <a:gd name="csY3" fmla="*/ 53581 h 67139"/>
                <a:gd name="csX4" fmla="*/ 22369 w 44736"/>
                <a:gd name="csY4" fmla="*/ 60205 h 67139"/>
                <a:gd name="csX5" fmla="*/ 32555 w 44736"/>
                <a:gd name="csY5" fmla="*/ 53581 h 67139"/>
                <a:gd name="csX6" fmla="*/ 35981 w 44736"/>
                <a:gd name="csY6" fmla="*/ 33591 h 67139"/>
                <a:gd name="csX7" fmla="*/ 32555 w 44736"/>
                <a:gd name="csY7" fmla="*/ 13612 h 67139"/>
                <a:gd name="csX8" fmla="*/ 22369 w 44736"/>
                <a:gd name="csY8" fmla="*/ 6934 h 67139"/>
                <a:gd name="csX9" fmla="*/ 22369 w 44736"/>
                <a:gd name="csY9" fmla="*/ 0 h 67139"/>
                <a:gd name="csX10" fmla="*/ 38972 w 44736"/>
                <a:gd name="csY10" fmla="*/ 8625 h 67139"/>
                <a:gd name="csX11" fmla="*/ 44737 w 44736"/>
                <a:gd name="csY11" fmla="*/ 33591 h 67139"/>
                <a:gd name="csX12" fmla="*/ 38972 w 44736"/>
                <a:gd name="csY12" fmla="*/ 58557 h 67139"/>
                <a:gd name="csX13" fmla="*/ 22369 w 44736"/>
                <a:gd name="csY13" fmla="*/ 67140 h 67139"/>
                <a:gd name="csX14" fmla="*/ 5722 w 44736"/>
                <a:gd name="csY14" fmla="*/ 58557 h 67139"/>
                <a:gd name="csX15" fmla="*/ 0 w 44736"/>
                <a:gd name="csY15" fmla="*/ 33591 h 67139"/>
                <a:gd name="csX16" fmla="*/ 5722 w 44736"/>
                <a:gd name="csY16" fmla="*/ 8625 h 67139"/>
                <a:gd name="csX17" fmla="*/ 22369 w 44736"/>
                <a:gd name="csY17" fmla="*/ 0 h 6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4736" h="67139">
                  <a:moveTo>
                    <a:pt x="22369" y="6934"/>
                  </a:moveTo>
                  <a:cubicBezTo>
                    <a:pt x="17860" y="6934"/>
                    <a:pt x="14464" y="9160"/>
                    <a:pt x="12181" y="13612"/>
                  </a:cubicBezTo>
                  <a:cubicBezTo>
                    <a:pt x="9927" y="18028"/>
                    <a:pt x="8800" y="24688"/>
                    <a:pt x="8800" y="33591"/>
                  </a:cubicBezTo>
                  <a:cubicBezTo>
                    <a:pt x="8800" y="42466"/>
                    <a:pt x="9927" y="49130"/>
                    <a:pt x="12181" y="53581"/>
                  </a:cubicBezTo>
                  <a:cubicBezTo>
                    <a:pt x="14464" y="57997"/>
                    <a:pt x="17860" y="60205"/>
                    <a:pt x="22369" y="60205"/>
                  </a:cubicBezTo>
                  <a:cubicBezTo>
                    <a:pt x="26906" y="60205"/>
                    <a:pt x="30302" y="57997"/>
                    <a:pt x="32555" y="53581"/>
                  </a:cubicBezTo>
                  <a:cubicBezTo>
                    <a:pt x="34839" y="49129"/>
                    <a:pt x="35981" y="42466"/>
                    <a:pt x="35981" y="33591"/>
                  </a:cubicBezTo>
                  <a:cubicBezTo>
                    <a:pt x="35981" y="24688"/>
                    <a:pt x="34839" y="18028"/>
                    <a:pt x="32555" y="13612"/>
                  </a:cubicBezTo>
                  <a:cubicBezTo>
                    <a:pt x="30302" y="9160"/>
                    <a:pt x="26906" y="6934"/>
                    <a:pt x="22369" y="6934"/>
                  </a:cubicBezTo>
                  <a:moveTo>
                    <a:pt x="22369" y="0"/>
                  </a:moveTo>
                  <a:cubicBezTo>
                    <a:pt x="29622" y="0"/>
                    <a:pt x="35157" y="2875"/>
                    <a:pt x="38972" y="8625"/>
                  </a:cubicBezTo>
                  <a:cubicBezTo>
                    <a:pt x="42815" y="14347"/>
                    <a:pt x="44737" y="22669"/>
                    <a:pt x="44737" y="33591"/>
                  </a:cubicBezTo>
                  <a:cubicBezTo>
                    <a:pt x="44737" y="44485"/>
                    <a:pt x="42815" y="52807"/>
                    <a:pt x="38972" y="58557"/>
                  </a:cubicBezTo>
                  <a:cubicBezTo>
                    <a:pt x="35157" y="64279"/>
                    <a:pt x="29622" y="67140"/>
                    <a:pt x="22369" y="67140"/>
                  </a:cubicBezTo>
                  <a:cubicBezTo>
                    <a:pt x="15115" y="67140"/>
                    <a:pt x="9566" y="64279"/>
                    <a:pt x="5722" y="58557"/>
                  </a:cubicBezTo>
                  <a:cubicBezTo>
                    <a:pt x="1907" y="52807"/>
                    <a:pt x="0" y="44485"/>
                    <a:pt x="0" y="33591"/>
                  </a:cubicBezTo>
                  <a:cubicBezTo>
                    <a:pt x="0" y="22669"/>
                    <a:pt x="1907" y="14347"/>
                    <a:pt x="5722" y="8625"/>
                  </a:cubicBezTo>
                  <a:cubicBezTo>
                    <a:pt x="9566" y="2875"/>
                    <a:pt x="15115" y="0"/>
                    <a:pt x="22369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2" name="Freeform 3201">
              <a:extLst>
                <a:ext uri="{FF2B5EF4-FFF2-40B4-BE49-F238E27FC236}">
                  <a16:creationId xmlns:a16="http://schemas.microsoft.com/office/drawing/2014/main" id="{2F1E523A-65EF-4297-6B63-496942EA1939}"/>
                </a:ext>
              </a:extLst>
            </p:cNvPr>
            <p:cNvSpPr/>
            <p:nvPr/>
          </p:nvSpPr>
          <p:spPr>
            <a:xfrm>
              <a:off x="5295445" y="4634111"/>
              <a:ext cx="55574" cy="7373"/>
            </a:xfrm>
            <a:custGeom>
              <a:avLst/>
              <a:gdLst>
                <a:gd name="csX0" fmla="*/ 0 w 55574"/>
                <a:gd name="csY0" fmla="*/ 0 h 7373"/>
                <a:gd name="csX1" fmla="*/ 55575 w 55574"/>
                <a:gd name="csY1" fmla="*/ 0 h 7373"/>
                <a:gd name="csX2" fmla="*/ 55575 w 55574"/>
                <a:gd name="csY2" fmla="*/ 7373 h 7373"/>
                <a:gd name="csX3" fmla="*/ 0 w 55574"/>
                <a:gd name="csY3" fmla="*/ 7373 h 7373"/>
                <a:gd name="csX4" fmla="*/ 0 w 55574"/>
                <a:gd name="csY4" fmla="*/ 0 h 7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574" h="7373">
                  <a:moveTo>
                    <a:pt x="0" y="0"/>
                  </a:moveTo>
                  <a:lnTo>
                    <a:pt x="55575" y="0"/>
                  </a:lnTo>
                  <a:lnTo>
                    <a:pt x="55575" y="7373"/>
                  </a:lnTo>
                  <a:lnTo>
                    <a:pt x="0" y="7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3" name="Freeform 3202">
              <a:extLst>
                <a:ext uri="{FF2B5EF4-FFF2-40B4-BE49-F238E27FC236}">
                  <a16:creationId xmlns:a16="http://schemas.microsoft.com/office/drawing/2014/main" id="{EBB70D53-CA93-AF77-5A3E-C981617AFB0F}"/>
                </a:ext>
              </a:extLst>
            </p:cNvPr>
            <p:cNvSpPr/>
            <p:nvPr/>
          </p:nvSpPr>
          <p:spPr>
            <a:xfrm>
              <a:off x="5366930" y="4599738"/>
              <a:ext cx="41095" cy="65887"/>
            </a:xfrm>
            <a:custGeom>
              <a:avLst/>
              <a:gdLst>
                <a:gd name="csX0" fmla="*/ 10533 w 41095"/>
                <a:gd name="csY0" fmla="*/ 58515 h 65887"/>
                <a:gd name="csX1" fmla="*/ 41095 w 41095"/>
                <a:gd name="csY1" fmla="*/ 58515 h 65887"/>
                <a:gd name="csX2" fmla="*/ 41095 w 41095"/>
                <a:gd name="csY2" fmla="*/ 65888 h 65887"/>
                <a:gd name="csX3" fmla="*/ 0 w 41095"/>
                <a:gd name="csY3" fmla="*/ 65888 h 65887"/>
                <a:gd name="csX4" fmla="*/ 0 w 41095"/>
                <a:gd name="csY4" fmla="*/ 58515 h 65887"/>
                <a:gd name="csX5" fmla="*/ 13568 w 41095"/>
                <a:gd name="csY5" fmla="*/ 44689 h 65887"/>
                <a:gd name="csX6" fmla="*/ 24405 w 41095"/>
                <a:gd name="csY6" fmla="*/ 33463 h 65887"/>
                <a:gd name="csX7" fmla="*/ 30258 w 41095"/>
                <a:gd name="csY7" fmla="*/ 25490 h 65887"/>
                <a:gd name="csX8" fmla="*/ 31949 w 41095"/>
                <a:gd name="csY8" fmla="*/ 19027 h 65887"/>
                <a:gd name="csX9" fmla="*/ 28307 w 41095"/>
                <a:gd name="csY9" fmla="*/ 10616 h 65887"/>
                <a:gd name="csX10" fmla="*/ 18901 w 41095"/>
                <a:gd name="csY10" fmla="*/ 7362 h 65887"/>
                <a:gd name="csX11" fmla="*/ 10187 w 41095"/>
                <a:gd name="csY11" fmla="*/ 8796 h 65887"/>
                <a:gd name="csX12" fmla="*/ 433 w 41095"/>
                <a:gd name="csY12" fmla="*/ 13130 h 65887"/>
                <a:gd name="csX13" fmla="*/ 433 w 41095"/>
                <a:gd name="csY13" fmla="*/ 4291 h 65887"/>
                <a:gd name="csX14" fmla="*/ 10317 w 41095"/>
                <a:gd name="csY14" fmla="*/ 1081 h 65887"/>
                <a:gd name="csX15" fmla="*/ 18727 w 41095"/>
                <a:gd name="csY15" fmla="*/ 0 h 65887"/>
                <a:gd name="csX16" fmla="*/ 34766 w 41095"/>
                <a:gd name="csY16" fmla="*/ 5030 h 65887"/>
                <a:gd name="csX17" fmla="*/ 40748 w 41095"/>
                <a:gd name="csY17" fmla="*/ 18460 h 65887"/>
                <a:gd name="csX18" fmla="*/ 39231 w 41095"/>
                <a:gd name="csY18" fmla="*/ 26047 h 65887"/>
                <a:gd name="csX19" fmla="*/ 33813 w 41095"/>
                <a:gd name="csY19" fmla="*/ 34458 h 65887"/>
                <a:gd name="csX20" fmla="*/ 26920 w 41095"/>
                <a:gd name="csY20" fmla="*/ 41746 h 65887"/>
                <a:gd name="csX21" fmla="*/ 10533 w 41095"/>
                <a:gd name="csY21" fmla="*/ 58515 h 65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095" h="65887">
                  <a:moveTo>
                    <a:pt x="10533" y="58515"/>
                  </a:moveTo>
                  <a:lnTo>
                    <a:pt x="41095" y="58515"/>
                  </a:lnTo>
                  <a:lnTo>
                    <a:pt x="41095" y="65888"/>
                  </a:lnTo>
                  <a:lnTo>
                    <a:pt x="0" y="65888"/>
                  </a:lnTo>
                  <a:lnTo>
                    <a:pt x="0" y="58515"/>
                  </a:lnTo>
                  <a:cubicBezTo>
                    <a:pt x="3323" y="55076"/>
                    <a:pt x="7846" y="50467"/>
                    <a:pt x="13568" y="44689"/>
                  </a:cubicBezTo>
                  <a:cubicBezTo>
                    <a:pt x="19319" y="38881"/>
                    <a:pt x="22931" y="35139"/>
                    <a:pt x="24405" y="33463"/>
                  </a:cubicBezTo>
                  <a:cubicBezTo>
                    <a:pt x="27209" y="30310"/>
                    <a:pt x="29160" y="27652"/>
                    <a:pt x="30258" y="25490"/>
                  </a:cubicBezTo>
                  <a:cubicBezTo>
                    <a:pt x="31385" y="23293"/>
                    <a:pt x="31949" y="21139"/>
                    <a:pt x="31949" y="19027"/>
                  </a:cubicBezTo>
                  <a:cubicBezTo>
                    <a:pt x="31949" y="15588"/>
                    <a:pt x="30735" y="12784"/>
                    <a:pt x="28307" y="10616"/>
                  </a:cubicBezTo>
                  <a:cubicBezTo>
                    <a:pt x="25908" y="8447"/>
                    <a:pt x="22773" y="7362"/>
                    <a:pt x="18901" y="7362"/>
                  </a:cubicBezTo>
                  <a:cubicBezTo>
                    <a:pt x="16155" y="7362"/>
                    <a:pt x="13250" y="7840"/>
                    <a:pt x="10187" y="8796"/>
                  </a:cubicBezTo>
                  <a:cubicBezTo>
                    <a:pt x="7152" y="9752"/>
                    <a:pt x="3901" y="11197"/>
                    <a:pt x="433" y="13130"/>
                  </a:cubicBezTo>
                  <a:lnTo>
                    <a:pt x="433" y="4291"/>
                  </a:lnTo>
                  <a:cubicBezTo>
                    <a:pt x="3959" y="2872"/>
                    <a:pt x="7254" y="1801"/>
                    <a:pt x="10317" y="1081"/>
                  </a:cubicBezTo>
                  <a:cubicBezTo>
                    <a:pt x="13381" y="360"/>
                    <a:pt x="16184" y="0"/>
                    <a:pt x="18727" y="0"/>
                  </a:cubicBezTo>
                  <a:cubicBezTo>
                    <a:pt x="25432" y="0"/>
                    <a:pt x="30778" y="1677"/>
                    <a:pt x="34766" y="5030"/>
                  </a:cubicBezTo>
                  <a:cubicBezTo>
                    <a:pt x="38754" y="8376"/>
                    <a:pt x="40748" y="12852"/>
                    <a:pt x="40748" y="18460"/>
                  </a:cubicBezTo>
                  <a:cubicBezTo>
                    <a:pt x="40748" y="21121"/>
                    <a:pt x="40243" y="23650"/>
                    <a:pt x="39231" y="26047"/>
                  </a:cubicBezTo>
                  <a:cubicBezTo>
                    <a:pt x="38249" y="28415"/>
                    <a:pt x="36442" y="31219"/>
                    <a:pt x="33813" y="34458"/>
                  </a:cubicBezTo>
                  <a:cubicBezTo>
                    <a:pt x="33090" y="35300"/>
                    <a:pt x="30793" y="37729"/>
                    <a:pt x="26920" y="41746"/>
                  </a:cubicBezTo>
                  <a:cubicBezTo>
                    <a:pt x="23048" y="45734"/>
                    <a:pt x="17585" y="51323"/>
                    <a:pt x="10533" y="58515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4" name="Freeform 3203">
              <a:extLst>
                <a:ext uri="{FF2B5EF4-FFF2-40B4-BE49-F238E27FC236}">
                  <a16:creationId xmlns:a16="http://schemas.microsoft.com/office/drawing/2014/main" id="{B6D7F501-732E-F5FA-9EA4-68C7C1C9E4FB}"/>
                </a:ext>
              </a:extLst>
            </p:cNvPr>
            <p:cNvSpPr/>
            <p:nvPr/>
          </p:nvSpPr>
          <p:spPr>
            <a:xfrm>
              <a:off x="5426405" y="4654615"/>
              <a:ext cx="9146" cy="11011"/>
            </a:xfrm>
            <a:custGeom>
              <a:avLst/>
              <a:gdLst>
                <a:gd name="csX0" fmla="*/ 0 w 9146"/>
                <a:gd name="csY0" fmla="*/ 0 h 11011"/>
                <a:gd name="csX1" fmla="*/ 9146 w 9146"/>
                <a:gd name="csY1" fmla="*/ 0 h 11011"/>
                <a:gd name="csX2" fmla="*/ 9146 w 9146"/>
                <a:gd name="csY2" fmla="*/ 11012 h 11011"/>
                <a:gd name="csX3" fmla="*/ 0 w 9146"/>
                <a:gd name="csY3" fmla="*/ 11012 h 11011"/>
                <a:gd name="csX4" fmla="*/ 0 w 9146"/>
                <a:gd name="csY4" fmla="*/ 0 h 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6" h="11011">
                  <a:moveTo>
                    <a:pt x="0" y="0"/>
                  </a:moveTo>
                  <a:lnTo>
                    <a:pt x="9146" y="0"/>
                  </a:lnTo>
                  <a:lnTo>
                    <a:pt x="9146" y="11012"/>
                  </a:lnTo>
                  <a:lnTo>
                    <a:pt x="0" y="11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" name="Freeform 3204">
              <a:extLst>
                <a:ext uri="{FF2B5EF4-FFF2-40B4-BE49-F238E27FC236}">
                  <a16:creationId xmlns:a16="http://schemas.microsoft.com/office/drawing/2014/main" id="{8311D30F-04FA-FFF9-BB3C-5B5BBC37A577}"/>
                </a:ext>
              </a:extLst>
            </p:cNvPr>
            <p:cNvSpPr/>
            <p:nvPr/>
          </p:nvSpPr>
          <p:spPr>
            <a:xfrm>
              <a:off x="5451981" y="4600905"/>
              <a:ext cx="41873" cy="65973"/>
            </a:xfrm>
            <a:custGeom>
              <a:avLst/>
              <a:gdLst>
                <a:gd name="csX0" fmla="*/ 2731 w 41873"/>
                <a:gd name="csY0" fmla="*/ 0 h 65973"/>
                <a:gd name="csX1" fmla="*/ 37111 w 41873"/>
                <a:gd name="csY1" fmla="*/ 0 h 65973"/>
                <a:gd name="csX2" fmla="*/ 37111 w 41873"/>
                <a:gd name="csY2" fmla="*/ 7373 h 65973"/>
                <a:gd name="csX3" fmla="*/ 10752 w 41873"/>
                <a:gd name="csY3" fmla="*/ 7373 h 65973"/>
                <a:gd name="csX4" fmla="*/ 10752 w 41873"/>
                <a:gd name="csY4" fmla="*/ 23232 h 65973"/>
                <a:gd name="csX5" fmla="*/ 14566 w 41873"/>
                <a:gd name="csY5" fmla="*/ 22280 h 65973"/>
                <a:gd name="csX6" fmla="*/ 18381 w 41873"/>
                <a:gd name="csY6" fmla="*/ 21938 h 65973"/>
                <a:gd name="csX7" fmla="*/ 35549 w 41873"/>
                <a:gd name="csY7" fmla="*/ 27877 h 65973"/>
                <a:gd name="csX8" fmla="*/ 41873 w 41873"/>
                <a:gd name="csY8" fmla="*/ 43961 h 65973"/>
                <a:gd name="csX9" fmla="*/ 35377 w 41873"/>
                <a:gd name="csY9" fmla="*/ 60216 h 65973"/>
                <a:gd name="csX10" fmla="*/ 17036 w 41873"/>
                <a:gd name="csY10" fmla="*/ 65973 h 65973"/>
                <a:gd name="csX11" fmla="*/ 8714 w 41873"/>
                <a:gd name="csY11" fmla="*/ 65288 h 65973"/>
                <a:gd name="csX12" fmla="*/ 0 w 41873"/>
                <a:gd name="csY12" fmla="*/ 63202 h 65973"/>
                <a:gd name="csX13" fmla="*/ 0 w 41873"/>
                <a:gd name="csY13" fmla="*/ 54405 h 65973"/>
                <a:gd name="csX14" fmla="*/ 8063 w 41873"/>
                <a:gd name="csY14" fmla="*/ 57573 h 65973"/>
                <a:gd name="csX15" fmla="*/ 16863 w 41873"/>
                <a:gd name="csY15" fmla="*/ 58611 h 65973"/>
                <a:gd name="csX16" fmla="*/ 28743 w 41873"/>
                <a:gd name="csY16" fmla="*/ 54662 h 65973"/>
                <a:gd name="csX17" fmla="*/ 33119 w 41873"/>
                <a:gd name="csY17" fmla="*/ 43961 h 65973"/>
                <a:gd name="csX18" fmla="*/ 28743 w 41873"/>
                <a:gd name="csY18" fmla="*/ 33249 h 65973"/>
                <a:gd name="csX19" fmla="*/ 16863 w 41873"/>
                <a:gd name="csY19" fmla="*/ 29300 h 65973"/>
                <a:gd name="csX20" fmla="*/ 9841 w 41873"/>
                <a:gd name="csY20" fmla="*/ 30081 h 65973"/>
                <a:gd name="csX21" fmla="*/ 2731 w 41873"/>
                <a:gd name="csY21" fmla="*/ 32510 h 65973"/>
                <a:gd name="csX22" fmla="*/ 2731 w 41873"/>
                <a:gd name="csY22" fmla="*/ 0 h 65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1873" h="65973">
                  <a:moveTo>
                    <a:pt x="2731" y="0"/>
                  </a:moveTo>
                  <a:lnTo>
                    <a:pt x="37111" y="0"/>
                  </a:lnTo>
                  <a:lnTo>
                    <a:pt x="37111" y="7373"/>
                  </a:lnTo>
                  <a:lnTo>
                    <a:pt x="10752" y="7373"/>
                  </a:lnTo>
                  <a:lnTo>
                    <a:pt x="10752" y="23232"/>
                  </a:lnTo>
                  <a:cubicBezTo>
                    <a:pt x="12023" y="22804"/>
                    <a:pt x="13294" y="22487"/>
                    <a:pt x="14566" y="22280"/>
                  </a:cubicBezTo>
                  <a:cubicBezTo>
                    <a:pt x="15838" y="22052"/>
                    <a:pt x="17109" y="21938"/>
                    <a:pt x="18381" y="21938"/>
                  </a:cubicBezTo>
                  <a:cubicBezTo>
                    <a:pt x="25602" y="21938"/>
                    <a:pt x="31325" y="23917"/>
                    <a:pt x="35549" y="27877"/>
                  </a:cubicBezTo>
                  <a:cubicBezTo>
                    <a:pt x="39765" y="31836"/>
                    <a:pt x="41873" y="37198"/>
                    <a:pt x="41873" y="43961"/>
                  </a:cubicBezTo>
                  <a:cubicBezTo>
                    <a:pt x="41873" y="50924"/>
                    <a:pt x="39708" y="56342"/>
                    <a:pt x="35377" y="60216"/>
                  </a:cubicBezTo>
                  <a:cubicBezTo>
                    <a:pt x="31040" y="64054"/>
                    <a:pt x="24926" y="65973"/>
                    <a:pt x="17036" y="65973"/>
                  </a:cubicBezTo>
                  <a:cubicBezTo>
                    <a:pt x="14320" y="65973"/>
                    <a:pt x="11546" y="65745"/>
                    <a:pt x="8714" y="65288"/>
                  </a:cubicBezTo>
                  <a:cubicBezTo>
                    <a:pt x="5910" y="64825"/>
                    <a:pt x="3006" y="64129"/>
                    <a:pt x="0" y="63202"/>
                  </a:cubicBezTo>
                  <a:lnTo>
                    <a:pt x="0" y="54405"/>
                  </a:lnTo>
                  <a:cubicBezTo>
                    <a:pt x="2601" y="55818"/>
                    <a:pt x="5289" y="56874"/>
                    <a:pt x="8063" y="57573"/>
                  </a:cubicBezTo>
                  <a:cubicBezTo>
                    <a:pt x="10838" y="58265"/>
                    <a:pt x="13771" y="58611"/>
                    <a:pt x="16863" y="58611"/>
                  </a:cubicBezTo>
                  <a:cubicBezTo>
                    <a:pt x="21865" y="58611"/>
                    <a:pt x="25825" y="57295"/>
                    <a:pt x="28743" y="54662"/>
                  </a:cubicBezTo>
                  <a:cubicBezTo>
                    <a:pt x="31660" y="52037"/>
                    <a:pt x="33119" y="48470"/>
                    <a:pt x="33119" y="43961"/>
                  </a:cubicBezTo>
                  <a:cubicBezTo>
                    <a:pt x="33119" y="39452"/>
                    <a:pt x="31660" y="35881"/>
                    <a:pt x="28743" y="33249"/>
                  </a:cubicBezTo>
                  <a:cubicBezTo>
                    <a:pt x="25825" y="30616"/>
                    <a:pt x="21865" y="29300"/>
                    <a:pt x="16863" y="29300"/>
                  </a:cubicBezTo>
                  <a:cubicBezTo>
                    <a:pt x="14522" y="29300"/>
                    <a:pt x="12182" y="29561"/>
                    <a:pt x="9841" y="30081"/>
                  </a:cubicBezTo>
                  <a:cubicBezTo>
                    <a:pt x="7529" y="30602"/>
                    <a:pt x="5159" y="31412"/>
                    <a:pt x="2731" y="32510"/>
                  </a:cubicBezTo>
                  <a:lnTo>
                    <a:pt x="2731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" name="Freeform 3205">
              <a:extLst>
                <a:ext uri="{FF2B5EF4-FFF2-40B4-BE49-F238E27FC236}">
                  <a16:creationId xmlns:a16="http://schemas.microsoft.com/office/drawing/2014/main" id="{4911DA70-2FA5-F414-85C8-6D2F662C72FE}"/>
                </a:ext>
              </a:extLst>
            </p:cNvPr>
            <p:cNvSpPr/>
            <p:nvPr/>
          </p:nvSpPr>
          <p:spPr>
            <a:xfrm>
              <a:off x="5715146" y="4599738"/>
              <a:ext cx="44742" cy="67139"/>
            </a:xfrm>
            <a:custGeom>
              <a:avLst/>
              <a:gdLst>
                <a:gd name="csX0" fmla="*/ 22376 w 44742"/>
                <a:gd name="csY0" fmla="*/ 6934 h 67139"/>
                <a:gd name="csX1" fmla="*/ 12189 w 44742"/>
                <a:gd name="csY1" fmla="*/ 13612 h 67139"/>
                <a:gd name="csX2" fmla="*/ 8807 w 44742"/>
                <a:gd name="csY2" fmla="*/ 33591 h 67139"/>
                <a:gd name="csX3" fmla="*/ 12189 w 44742"/>
                <a:gd name="csY3" fmla="*/ 53581 h 67139"/>
                <a:gd name="csX4" fmla="*/ 22376 w 44742"/>
                <a:gd name="csY4" fmla="*/ 60205 h 67139"/>
                <a:gd name="csX5" fmla="*/ 32564 w 44742"/>
                <a:gd name="csY5" fmla="*/ 53581 h 67139"/>
                <a:gd name="csX6" fmla="*/ 35988 w 44742"/>
                <a:gd name="csY6" fmla="*/ 33591 h 67139"/>
                <a:gd name="csX7" fmla="*/ 32564 w 44742"/>
                <a:gd name="csY7" fmla="*/ 13612 h 67139"/>
                <a:gd name="csX8" fmla="*/ 22376 w 44742"/>
                <a:gd name="csY8" fmla="*/ 6934 h 67139"/>
                <a:gd name="csX9" fmla="*/ 22376 w 44742"/>
                <a:gd name="csY9" fmla="*/ 0 h 67139"/>
                <a:gd name="csX10" fmla="*/ 38974 w 44742"/>
                <a:gd name="csY10" fmla="*/ 8625 h 67139"/>
                <a:gd name="csX11" fmla="*/ 44742 w 44742"/>
                <a:gd name="csY11" fmla="*/ 33591 h 67139"/>
                <a:gd name="csX12" fmla="*/ 38974 w 44742"/>
                <a:gd name="csY12" fmla="*/ 58557 h 67139"/>
                <a:gd name="csX13" fmla="*/ 22376 w 44742"/>
                <a:gd name="csY13" fmla="*/ 67140 h 67139"/>
                <a:gd name="csX14" fmla="*/ 5725 w 44742"/>
                <a:gd name="csY14" fmla="*/ 58557 h 67139"/>
                <a:gd name="csX15" fmla="*/ 0 w 44742"/>
                <a:gd name="csY15" fmla="*/ 33591 h 67139"/>
                <a:gd name="csX16" fmla="*/ 5725 w 44742"/>
                <a:gd name="csY16" fmla="*/ 8625 h 67139"/>
                <a:gd name="csX17" fmla="*/ 22376 w 44742"/>
                <a:gd name="csY17" fmla="*/ 0 h 6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4742" h="67139">
                  <a:moveTo>
                    <a:pt x="22376" y="6934"/>
                  </a:moveTo>
                  <a:cubicBezTo>
                    <a:pt x="17868" y="6934"/>
                    <a:pt x="14472" y="9160"/>
                    <a:pt x="12189" y="13612"/>
                  </a:cubicBezTo>
                  <a:cubicBezTo>
                    <a:pt x="9934" y="18028"/>
                    <a:pt x="8807" y="24688"/>
                    <a:pt x="8807" y="33591"/>
                  </a:cubicBezTo>
                  <a:cubicBezTo>
                    <a:pt x="8807" y="42466"/>
                    <a:pt x="9934" y="49130"/>
                    <a:pt x="12189" y="53581"/>
                  </a:cubicBezTo>
                  <a:cubicBezTo>
                    <a:pt x="14472" y="57997"/>
                    <a:pt x="17868" y="60205"/>
                    <a:pt x="22376" y="60205"/>
                  </a:cubicBezTo>
                  <a:cubicBezTo>
                    <a:pt x="26914" y="60205"/>
                    <a:pt x="30310" y="57997"/>
                    <a:pt x="32564" y="53581"/>
                  </a:cubicBezTo>
                  <a:cubicBezTo>
                    <a:pt x="34847" y="49129"/>
                    <a:pt x="35988" y="42466"/>
                    <a:pt x="35988" y="33591"/>
                  </a:cubicBezTo>
                  <a:cubicBezTo>
                    <a:pt x="35988" y="24688"/>
                    <a:pt x="34847" y="18028"/>
                    <a:pt x="32564" y="13612"/>
                  </a:cubicBezTo>
                  <a:cubicBezTo>
                    <a:pt x="30310" y="9160"/>
                    <a:pt x="26914" y="6934"/>
                    <a:pt x="22376" y="6934"/>
                  </a:cubicBezTo>
                  <a:moveTo>
                    <a:pt x="22376" y="0"/>
                  </a:moveTo>
                  <a:cubicBezTo>
                    <a:pt x="29632" y="0"/>
                    <a:pt x="35164" y="2875"/>
                    <a:pt x="38974" y="8625"/>
                  </a:cubicBezTo>
                  <a:cubicBezTo>
                    <a:pt x="42819" y="14347"/>
                    <a:pt x="44742" y="22669"/>
                    <a:pt x="44742" y="33591"/>
                  </a:cubicBezTo>
                  <a:cubicBezTo>
                    <a:pt x="44742" y="44485"/>
                    <a:pt x="42819" y="52807"/>
                    <a:pt x="38974" y="58557"/>
                  </a:cubicBezTo>
                  <a:cubicBezTo>
                    <a:pt x="35164" y="64279"/>
                    <a:pt x="29632" y="67140"/>
                    <a:pt x="22376" y="67140"/>
                  </a:cubicBezTo>
                  <a:cubicBezTo>
                    <a:pt x="15121" y="67140"/>
                    <a:pt x="9571" y="64279"/>
                    <a:pt x="5725" y="58557"/>
                  </a:cubicBezTo>
                  <a:cubicBezTo>
                    <a:pt x="1908" y="52807"/>
                    <a:pt x="0" y="44485"/>
                    <a:pt x="0" y="33591"/>
                  </a:cubicBezTo>
                  <a:cubicBezTo>
                    <a:pt x="0" y="22669"/>
                    <a:pt x="1908" y="14347"/>
                    <a:pt x="5725" y="8625"/>
                  </a:cubicBezTo>
                  <a:cubicBezTo>
                    <a:pt x="9571" y="2875"/>
                    <a:pt x="15121" y="0"/>
                    <a:pt x="22376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7" name="Freeform 3206">
              <a:extLst>
                <a:ext uri="{FF2B5EF4-FFF2-40B4-BE49-F238E27FC236}">
                  <a16:creationId xmlns:a16="http://schemas.microsoft.com/office/drawing/2014/main" id="{863AA1E7-2939-BF8F-CCFE-7E1B81278E81}"/>
                </a:ext>
              </a:extLst>
            </p:cNvPr>
            <p:cNvSpPr/>
            <p:nvPr/>
          </p:nvSpPr>
          <p:spPr>
            <a:xfrm>
              <a:off x="5775277" y="4654615"/>
              <a:ext cx="9149" cy="11011"/>
            </a:xfrm>
            <a:custGeom>
              <a:avLst/>
              <a:gdLst>
                <a:gd name="csX0" fmla="*/ 0 w 9149"/>
                <a:gd name="csY0" fmla="*/ 0 h 11011"/>
                <a:gd name="csX1" fmla="*/ 9150 w 9149"/>
                <a:gd name="csY1" fmla="*/ 0 h 11011"/>
                <a:gd name="csX2" fmla="*/ 9150 w 9149"/>
                <a:gd name="csY2" fmla="*/ 11012 h 11011"/>
                <a:gd name="csX3" fmla="*/ 0 w 9149"/>
                <a:gd name="csY3" fmla="*/ 11012 h 11011"/>
                <a:gd name="csX4" fmla="*/ 0 w 9149"/>
                <a:gd name="csY4" fmla="*/ 0 h 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9" h="11011">
                  <a:moveTo>
                    <a:pt x="0" y="0"/>
                  </a:moveTo>
                  <a:lnTo>
                    <a:pt x="9150" y="0"/>
                  </a:lnTo>
                  <a:lnTo>
                    <a:pt x="9150" y="11012"/>
                  </a:lnTo>
                  <a:lnTo>
                    <a:pt x="0" y="11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8" name="Freeform 3207">
              <a:extLst>
                <a:ext uri="{FF2B5EF4-FFF2-40B4-BE49-F238E27FC236}">
                  <a16:creationId xmlns:a16="http://schemas.microsoft.com/office/drawing/2014/main" id="{26A9AC37-23D3-665B-639D-EA89DD5A8109}"/>
                </a:ext>
              </a:extLst>
            </p:cNvPr>
            <p:cNvSpPr/>
            <p:nvPr/>
          </p:nvSpPr>
          <p:spPr>
            <a:xfrm>
              <a:off x="5799858" y="4599738"/>
              <a:ext cx="44731" cy="67139"/>
            </a:xfrm>
            <a:custGeom>
              <a:avLst/>
              <a:gdLst>
                <a:gd name="csX0" fmla="*/ 22366 w 44731"/>
                <a:gd name="csY0" fmla="*/ 6934 h 67139"/>
                <a:gd name="csX1" fmla="*/ 12178 w 44731"/>
                <a:gd name="csY1" fmla="*/ 13612 h 67139"/>
                <a:gd name="csX2" fmla="*/ 8796 w 44731"/>
                <a:gd name="csY2" fmla="*/ 33591 h 67139"/>
                <a:gd name="csX3" fmla="*/ 12178 w 44731"/>
                <a:gd name="csY3" fmla="*/ 53581 h 67139"/>
                <a:gd name="csX4" fmla="*/ 22366 w 44731"/>
                <a:gd name="csY4" fmla="*/ 60205 h 67139"/>
                <a:gd name="csX5" fmla="*/ 32553 w 44731"/>
                <a:gd name="csY5" fmla="*/ 53581 h 67139"/>
                <a:gd name="csX6" fmla="*/ 35978 w 44731"/>
                <a:gd name="csY6" fmla="*/ 33591 h 67139"/>
                <a:gd name="csX7" fmla="*/ 32553 w 44731"/>
                <a:gd name="csY7" fmla="*/ 13612 h 67139"/>
                <a:gd name="csX8" fmla="*/ 22366 w 44731"/>
                <a:gd name="csY8" fmla="*/ 6934 h 67139"/>
                <a:gd name="csX9" fmla="*/ 22366 w 44731"/>
                <a:gd name="csY9" fmla="*/ 0 h 67139"/>
                <a:gd name="csX10" fmla="*/ 38974 w 44731"/>
                <a:gd name="csY10" fmla="*/ 8625 h 67139"/>
                <a:gd name="csX11" fmla="*/ 44731 w 44731"/>
                <a:gd name="csY11" fmla="*/ 33591 h 67139"/>
                <a:gd name="csX12" fmla="*/ 38974 w 44731"/>
                <a:gd name="csY12" fmla="*/ 58557 h 67139"/>
                <a:gd name="csX13" fmla="*/ 22366 w 44731"/>
                <a:gd name="csY13" fmla="*/ 67140 h 67139"/>
                <a:gd name="csX14" fmla="*/ 5725 w 44731"/>
                <a:gd name="csY14" fmla="*/ 58557 h 67139"/>
                <a:gd name="csX15" fmla="*/ 0 w 44731"/>
                <a:gd name="csY15" fmla="*/ 33591 h 67139"/>
                <a:gd name="csX16" fmla="*/ 5725 w 44731"/>
                <a:gd name="csY16" fmla="*/ 8625 h 67139"/>
                <a:gd name="csX17" fmla="*/ 22366 w 44731"/>
                <a:gd name="csY17" fmla="*/ 0 h 6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4731" h="67139">
                  <a:moveTo>
                    <a:pt x="22366" y="6934"/>
                  </a:moveTo>
                  <a:cubicBezTo>
                    <a:pt x="17857" y="6934"/>
                    <a:pt x="14461" y="9160"/>
                    <a:pt x="12178" y="13612"/>
                  </a:cubicBezTo>
                  <a:cubicBezTo>
                    <a:pt x="9924" y="18028"/>
                    <a:pt x="8796" y="24688"/>
                    <a:pt x="8796" y="33591"/>
                  </a:cubicBezTo>
                  <a:cubicBezTo>
                    <a:pt x="8796" y="42466"/>
                    <a:pt x="9924" y="49130"/>
                    <a:pt x="12178" y="53581"/>
                  </a:cubicBezTo>
                  <a:cubicBezTo>
                    <a:pt x="14461" y="57997"/>
                    <a:pt x="17857" y="60205"/>
                    <a:pt x="22366" y="60205"/>
                  </a:cubicBezTo>
                  <a:cubicBezTo>
                    <a:pt x="26903" y="60205"/>
                    <a:pt x="30299" y="57997"/>
                    <a:pt x="32553" y="53581"/>
                  </a:cubicBezTo>
                  <a:cubicBezTo>
                    <a:pt x="34836" y="49129"/>
                    <a:pt x="35978" y="42466"/>
                    <a:pt x="35978" y="33591"/>
                  </a:cubicBezTo>
                  <a:cubicBezTo>
                    <a:pt x="35978" y="24688"/>
                    <a:pt x="34836" y="18028"/>
                    <a:pt x="32553" y="13612"/>
                  </a:cubicBezTo>
                  <a:cubicBezTo>
                    <a:pt x="30299" y="9160"/>
                    <a:pt x="26903" y="6934"/>
                    <a:pt x="22366" y="6934"/>
                  </a:cubicBezTo>
                  <a:moveTo>
                    <a:pt x="22366" y="0"/>
                  </a:moveTo>
                  <a:cubicBezTo>
                    <a:pt x="29621" y="0"/>
                    <a:pt x="35157" y="2875"/>
                    <a:pt x="38974" y="8625"/>
                  </a:cubicBezTo>
                  <a:cubicBezTo>
                    <a:pt x="42812" y="14347"/>
                    <a:pt x="44731" y="22669"/>
                    <a:pt x="44731" y="33591"/>
                  </a:cubicBezTo>
                  <a:cubicBezTo>
                    <a:pt x="44731" y="44485"/>
                    <a:pt x="42812" y="52807"/>
                    <a:pt x="38974" y="58557"/>
                  </a:cubicBezTo>
                  <a:cubicBezTo>
                    <a:pt x="35157" y="64279"/>
                    <a:pt x="29621" y="67140"/>
                    <a:pt x="22366" y="67140"/>
                  </a:cubicBezTo>
                  <a:cubicBezTo>
                    <a:pt x="15110" y="67140"/>
                    <a:pt x="9563" y="64279"/>
                    <a:pt x="5725" y="58557"/>
                  </a:cubicBezTo>
                  <a:cubicBezTo>
                    <a:pt x="1908" y="52807"/>
                    <a:pt x="0" y="44485"/>
                    <a:pt x="0" y="33591"/>
                  </a:cubicBezTo>
                  <a:cubicBezTo>
                    <a:pt x="0" y="22669"/>
                    <a:pt x="1908" y="14347"/>
                    <a:pt x="5725" y="8625"/>
                  </a:cubicBezTo>
                  <a:cubicBezTo>
                    <a:pt x="9563" y="2875"/>
                    <a:pt x="15110" y="0"/>
                    <a:pt x="22366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9" name="Freeform 3208">
              <a:extLst>
                <a:ext uri="{FF2B5EF4-FFF2-40B4-BE49-F238E27FC236}">
                  <a16:creationId xmlns:a16="http://schemas.microsoft.com/office/drawing/2014/main" id="{1AF87926-3B0E-43FF-CE87-9261F814D4C7}"/>
                </a:ext>
              </a:extLst>
            </p:cNvPr>
            <p:cNvSpPr/>
            <p:nvPr/>
          </p:nvSpPr>
          <p:spPr>
            <a:xfrm>
              <a:off x="6101634" y="4599738"/>
              <a:ext cx="41092" cy="65887"/>
            </a:xfrm>
            <a:custGeom>
              <a:avLst/>
              <a:gdLst>
                <a:gd name="csX0" fmla="*/ 10530 w 41092"/>
                <a:gd name="csY0" fmla="*/ 58515 h 65887"/>
                <a:gd name="csX1" fmla="*/ 41093 w 41092"/>
                <a:gd name="csY1" fmla="*/ 58515 h 65887"/>
                <a:gd name="csX2" fmla="*/ 41093 w 41092"/>
                <a:gd name="csY2" fmla="*/ 65888 h 65887"/>
                <a:gd name="csX3" fmla="*/ 0 w 41092"/>
                <a:gd name="csY3" fmla="*/ 65888 h 65887"/>
                <a:gd name="csX4" fmla="*/ 0 w 41092"/>
                <a:gd name="csY4" fmla="*/ 58515 h 65887"/>
                <a:gd name="csX5" fmla="*/ 13569 w 41092"/>
                <a:gd name="csY5" fmla="*/ 44689 h 65887"/>
                <a:gd name="csX6" fmla="*/ 24399 w 41092"/>
                <a:gd name="csY6" fmla="*/ 33463 h 65887"/>
                <a:gd name="csX7" fmla="*/ 30253 w 41092"/>
                <a:gd name="csY7" fmla="*/ 25490 h 65887"/>
                <a:gd name="csX8" fmla="*/ 31943 w 41092"/>
                <a:gd name="csY8" fmla="*/ 19027 h 65887"/>
                <a:gd name="csX9" fmla="*/ 28305 w 41092"/>
                <a:gd name="csY9" fmla="*/ 10616 h 65887"/>
                <a:gd name="csX10" fmla="*/ 18898 w 41092"/>
                <a:gd name="csY10" fmla="*/ 7362 h 65887"/>
                <a:gd name="csX11" fmla="*/ 10188 w 41092"/>
                <a:gd name="csY11" fmla="*/ 8796 h 65887"/>
                <a:gd name="csX12" fmla="*/ 428 w 41092"/>
                <a:gd name="csY12" fmla="*/ 13130 h 65887"/>
                <a:gd name="csX13" fmla="*/ 428 w 41092"/>
                <a:gd name="csY13" fmla="*/ 4291 h 65887"/>
                <a:gd name="csX14" fmla="*/ 10316 w 41092"/>
                <a:gd name="csY14" fmla="*/ 1081 h 65887"/>
                <a:gd name="csX15" fmla="*/ 18727 w 41092"/>
                <a:gd name="csY15" fmla="*/ 0 h 65887"/>
                <a:gd name="csX16" fmla="*/ 34758 w 41092"/>
                <a:gd name="csY16" fmla="*/ 5030 h 65887"/>
                <a:gd name="csX17" fmla="*/ 40740 w 41092"/>
                <a:gd name="csY17" fmla="*/ 18460 h 65887"/>
                <a:gd name="csX18" fmla="*/ 39231 w 41092"/>
                <a:gd name="csY18" fmla="*/ 26047 h 65887"/>
                <a:gd name="csX19" fmla="*/ 33805 w 41092"/>
                <a:gd name="csY19" fmla="*/ 34458 h 65887"/>
                <a:gd name="csX20" fmla="*/ 26914 w 41092"/>
                <a:gd name="csY20" fmla="*/ 41746 h 65887"/>
                <a:gd name="csX21" fmla="*/ 10530 w 41092"/>
                <a:gd name="csY21" fmla="*/ 58515 h 65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092" h="65887">
                  <a:moveTo>
                    <a:pt x="10530" y="58515"/>
                  </a:moveTo>
                  <a:lnTo>
                    <a:pt x="41093" y="58515"/>
                  </a:lnTo>
                  <a:lnTo>
                    <a:pt x="41093" y="65888"/>
                  </a:lnTo>
                  <a:lnTo>
                    <a:pt x="0" y="65888"/>
                  </a:lnTo>
                  <a:lnTo>
                    <a:pt x="0" y="58515"/>
                  </a:lnTo>
                  <a:cubicBezTo>
                    <a:pt x="3317" y="55076"/>
                    <a:pt x="7840" y="50467"/>
                    <a:pt x="13569" y="44689"/>
                  </a:cubicBezTo>
                  <a:cubicBezTo>
                    <a:pt x="19319" y="38881"/>
                    <a:pt x="22929" y="35139"/>
                    <a:pt x="24399" y="33463"/>
                  </a:cubicBezTo>
                  <a:cubicBezTo>
                    <a:pt x="27203" y="30310"/>
                    <a:pt x="29154" y="27652"/>
                    <a:pt x="30253" y="25490"/>
                  </a:cubicBezTo>
                  <a:cubicBezTo>
                    <a:pt x="31380" y="23293"/>
                    <a:pt x="31943" y="21139"/>
                    <a:pt x="31943" y="19027"/>
                  </a:cubicBezTo>
                  <a:cubicBezTo>
                    <a:pt x="31943" y="15588"/>
                    <a:pt x="30731" y="12784"/>
                    <a:pt x="28305" y="10616"/>
                  </a:cubicBezTo>
                  <a:cubicBezTo>
                    <a:pt x="25908" y="8447"/>
                    <a:pt x="22772" y="7362"/>
                    <a:pt x="18898" y="7362"/>
                  </a:cubicBezTo>
                  <a:cubicBezTo>
                    <a:pt x="16152" y="7362"/>
                    <a:pt x="13248" y="7840"/>
                    <a:pt x="10188" y="8796"/>
                  </a:cubicBezTo>
                  <a:cubicBezTo>
                    <a:pt x="7149" y="9752"/>
                    <a:pt x="3895" y="11197"/>
                    <a:pt x="428" y="13130"/>
                  </a:cubicBezTo>
                  <a:lnTo>
                    <a:pt x="428" y="4291"/>
                  </a:lnTo>
                  <a:cubicBezTo>
                    <a:pt x="3952" y="2872"/>
                    <a:pt x="7248" y="1801"/>
                    <a:pt x="10316" y="1081"/>
                  </a:cubicBezTo>
                  <a:cubicBezTo>
                    <a:pt x="13377" y="360"/>
                    <a:pt x="16180" y="0"/>
                    <a:pt x="18727" y="0"/>
                  </a:cubicBezTo>
                  <a:cubicBezTo>
                    <a:pt x="25426" y="0"/>
                    <a:pt x="30770" y="1677"/>
                    <a:pt x="34758" y="5030"/>
                  </a:cubicBezTo>
                  <a:cubicBezTo>
                    <a:pt x="38746" y="8376"/>
                    <a:pt x="40740" y="12852"/>
                    <a:pt x="40740" y="18460"/>
                  </a:cubicBezTo>
                  <a:cubicBezTo>
                    <a:pt x="40740" y="21121"/>
                    <a:pt x="40237" y="23650"/>
                    <a:pt x="39231" y="26047"/>
                  </a:cubicBezTo>
                  <a:cubicBezTo>
                    <a:pt x="38246" y="28415"/>
                    <a:pt x="36438" y="31219"/>
                    <a:pt x="33805" y="34458"/>
                  </a:cubicBezTo>
                  <a:cubicBezTo>
                    <a:pt x="33085" y="35300"/>
                    <a:pt x="30788" y="37729"/>
                    <a:pt x="26914" y="41746"/>
                  </a:cubicBezTo>
                  <a:cubicBezTo>
                    <a:pt x="23040" y="45734"/>
                    <a:pt x="17579" y="51323"/>
                    <a:pt x="10530" y="58515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0" name="Freeform 3209">
              <a:extLst>
                <a:ext uri="{FF2B5EF4-FFF2-40B4-BE49-F238E27FC236}">
                  <a16:creationId xmlns:a16="http://schemas.microsoft.com/office/drawing/2014/main" id="{908CB646-F523-B4DE-048C-1E3184D30DFA}"/>
                </a:ext>
              </a:extLst>
            </p:cNvPr>
            <p:cNvSpPr/>
            <p:nvPr/>
          </p:nvSpPr>
          <p:spPr>
            <a:xfrm>
              <a:off x="6161101" y="4654615"/>
              <a:ext cx="9149" cy="11011"/>
            </a:xfrm>
            <a:custGeom>
              <a:avLst/>
              <a:gdLst>
                <a:gd name="csX0" fmla="*/ 0 w 9149"/>
                <a:gd name="csY0" fmla="*/ 0 h 11011"/>
                <a:gd name="csX1" fmla="*/ 9150 w 9149"/>
                <a:gd name="csY1" fmla="*/ 0 h 11011"/>
                <a:gd name="csX2" fmla="*/ 9150 w 9149"/>
                <a:gd name="csY2" fmla="*/ 11012 h 11011"/>
                <a:gd name="csX3" fmla="*/ 0 w 9149"/>
                <a:gd name="csY3" fmla="*/ 11012 h 11011"/>
                <a:gd name="csX4" fmla="*/ 0 w 9149"/>
                <a:gd name="csY4" fmla="*/ 0 h 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9" h="11011">
                  <a:moveTo>
                    <a:pt x="0" y="0"/>
                  </a:moveTo>
                  <a:lnTo>
                    <a:pt x="9150" y="0"/>
                  </a:lnTo>
                  <a:lnTo>
                    <a:pt x="9150" y="11012"/>
                  </a:lnTo>
                  <a:lnTo>
                    <a:pt x="0" y="11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1" name="Freeform 3210">
              <a:extLst>
                <a:ext uri="{FF2B5EF4-FFF2-40B4-BE49-F238E27FC236}">
                  <a16:creationId xmlns:a16="http://schemas.microsoft.com/office/drawing/2014/main" id="{08B814E6-253D-A507-8A5F-4B40F7B98FD0}"/>
                </a:ext>
              </a:extLst>
            </p:cNvPr>
            <p:cNvSpPr/>
            <p:nvPr/>
          </p:nvSpPr>
          <p:spPr>
            <a:xfrm>
              <a:off x="6186687" y="4600905"/>
              <a:ext cx="41874" cy="65973"/>
            </a:xfrm>
            <a:custGeom>
              <a:avLst/>
              <a:gdLst>
                <a:gd name="csX0" fmla="*/ 2729 w 41874"/>
                <a:gd name="csY0" fmla="*/ 0 h 65973"/>
                <a:gd name="csX1" fmla="*/ 37101 w 41874"/>
                <a:gd name="csY1" fmla="*/ 0 h 65973"/>
                <a:gd name="csX2" fmla="*/ 37101 w 41874"/>
                <a:gd name="csY2" fmla="*/ 7373 h 65973"/>
                <a:gd name="csX3" fmla="*/ 10744 w 41874"/>
                <a:gd name="csY3" fmla="*/ 7373 h 65973"/>
                <a:gd name="csX4" fmla="*/ 10744 w 41874"/>
                <a:gd name="csY4" fmla="*/ 23232 h 65973"/>
                <a:gd name="csX5" fmla="*/ 14564 w 41874"/>
                <a:gd name="csY5" fmla="*/ 22280 h 65973"/>
                <a:gd name="csX6" fmla="*/ 18374 w 41874"/>
                <a:gd name="csY6" fmla="*/ 21938 h 65973"/>
                <a:gd name="csX7" fmla="*/ 35539 w 41874"/>
                <a:gd name="csY7" fmla="*/ 27877 h 65973"/>
                <a:gd name="csX8" fmla="*/ 41874 w 41874"/>
                <a:gd name="csY8" fmla="*/ 43961 h 65973"/>
                <a:gd name="csX9" fmla="*/ 35368 w 41874"/>
                <a:gd name="csY9" fmla="*/ 60216 h 65973"/>
                <a:gd name="csX10" fmla="*/ 17036 w 41874"/>
                <a:gd name="csY10" fmla="*/ 65973 h 65973"/>
                <a:gd name="csX11" fmla="*/ 8711 w 41874"/>
                <a:gd name="csY11" fmla="*/ 65288 h 65973"/>
                <a:gd name="csX12" fmla="*/ 0 w 41874"/>
                <a:gd name="csY12" fmla="*/ 63202 h 65973"/>
                <a:gd name="csX13" fmla="*/ 0 w 41874"/>
                <a:gd name="csY13" fmla="*/ 54405 h 65973"/>
                <a:gd name="csX14" fmla="*/ 8058 w 41874"/>
                <a:gd name="csY14" fmla="*/ 57573 h 65973"/>
                <a:gd name="csX15" fmla="*/ 16855 w 41874"/>
                <a:gd name="csY15" fmla="*/ 58611 h 65973"/>
                <a:gd name="csX16" fmla="*/ 28733 w 41874"/>
                <a:gd name="csY16" fmla="*/ 54662 h 65973"/>
                <a:gd name="csX17" fmla="*/ 33110 w 41874"/>
                <a:gd name="csY17" fmla="*/ 43961 h 65973"/>
                <a:gd name="csX18" fmla="*/ 28733 w 41874"/>
                <a:gd name="csY18" fmla="*/ 33249 h 65973"/>
                <a:gd name="csX19" fmla="*/ 16855 w 41874"/>
                <a:gd name="csY19" fmla="*/ 29300 h 65973"/>
                <a:gd name="csX20" fmla="*/ 9834 w 41874"/>
                <a:gd name="csY20" fmla="*/ 30081 h 65973"/>
                <a:gd name="csX21" fmla="*/ 2729 w 41874"/>
                <a:gd name="csY21" fmla="*/ 32510 h 65973"/>
                <a:gd name="csX22" fmla="*/ 2729 w 41874"/>
                <a:gd name="csY22" fmla="*/ 0 h 65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1874" h="65973">
                  <a:moveTo>
                    <a:pt x="2729" y="0"/>
                  </a:moveTo>
                  <a:lnTo>
                    <a:pt x="37101" y="0"/>
                  </a:lnTo>
                  <a:lnTo>
                    <a:pt x="37101" y="7373"/>
                  </a:lnTo>
                  <a:lnTo>
                    <a:pt x="10744" y="7373"/>
                  </a:lnTo>
                  <a:lnTo>
                    <a:pt x="10744" y="23232"/>
                  </a:lnTo>
                  <a:cubicBezTo>
                    <a:pt x="12014" y="22804"/>
                    <a:pt x="13287" y="22487"/>
                    <a:pt x="14564" y="22280"/>
                  </a:cubicBezTo>
                  <a:cubicBezTo>
                    <a:pt x="15834" y="22052"/>
                    <a:pt x="17104" y="21938"/>
                    <a:pt x="18374" y="21938"/>
                  </a:cubicBezTo>
                  <a:cubicBezTo>
                    <a:pt x="25601" y="21938"/>
                    <a:pt x="31323" y="23917"/>
                    <a:pt x="35539" y="27877"/>
                  </a:cubicBezTo>
                  <a:cubicBezTo>
                    <a:pt x="39762" y="31836"/>
                    <a:pt x="41874" y="37198"/>
                    <a:pt x="41874" y="43961"/>
                  </a:cubicBezTo>
                  <a:cubicBezTo>
                    <a:pt x="41874" y="50924"/>
                    <a:pt x="39705" y="56342"/>
                    <a:pt x="35368" y="60216"/>
                  </a:cubicBezTo>
                  <a:cubicBezTo>
                    <a:pt x="31030" y="64054"/>
                    <a:pt x="24920" y="65973"/>
                    <a:pt x="17036" y="65973"/>
                  </a:cubicBezTo>
                  <a:cubicBezTo>
                    <a:pt x="14318" y="65973"/>
                    <a:pt x="11543" y="65745"/>
                    <a:pt x="8711" y="65288"/>
                  </a:cubicBezTo>
                  <a:cubicBezTo>
                    <a:pt x="5907" y="64825"/>
                    <a:pt x="3003" y="64129"/>
                    <a:pt x="0" y="63202"/>
                  </a:cubicBezTo>
                  <a:lnTo>
                    <a:pt x="0" y="54405"/>
                  </a:lnTo>
                  <a:cubicBezTo>
                    <a:pt x="2597" y="55818"/>
                    <a:pt x="5283" y="56874"/>
                    <a:pt x="8058" y="57573"/>
                  </a:cubicBezTo>
                  <a:cubicBezTo>
                    <a:pt x="10833" y="58265"/>
                    <a:pt x="13765" y="58611"/>
                    <a:pt x="16855" y="58611"/>
                  </a:cubicBezTo>
                  <a:cubicBezTo>
                    <a:pt x="21856" y="58611"/>
                    <a:pt x="25815" y="57295"/>
                    <a:pt x="28733" y="54662"/>
                  </a:cubicBezTo>
                  <a:cubicBezTo>
                    <a:pt x="31651" y="52037"/>
                    <a:pt x="33110" y="48470"/>
                    <a:pt x="33110" y="43961"/>
                  </a:cubicBezTo>
                  <a:cubicBezTo>
                    <a:pt x="33110" y="39452"/>
                    <a:pt x="31651" y="35881"/>
                    <a:pt x="28733" y="33249"/>
                  </a:cubicBezTo>
                  <a:cubicBezTo>
                    <a:pt x="25815" y="30616"/>
                    <a:pt x="21856" y="29300"/>
                    <a:pt x="16855" y="29300"/>
                  </a:cubicBezTo>
                  <a:cubicBezTo>
                    <a:pt x="14515" y="29300"/>
                    <a:pt x="12175" y="29561"/>
                    <a:pt x="9834" y="30081"/>
                  </a:cubicBezTo>
                  <a:cubicBezTo>
                    <a:pt x="7523" y="30602"/>
                    <a:pt x="5154" y="31412"/>
                    <a:pt x="2729" y="32510"/>
                  </a:cubicBezTo>
                  <a:lnTo>
                    <a:pt x="2729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2" name="Freeform 3211">
              <a:extLst>
                <a:ext uri="{FF2B5EF4-FFF2-40B4-BE49-F238E27FC236}">
                  <a16:creationId xmlns:a16="http://schemas.microsoft.com/office/drawing/2014/main" id="{3CD880BA-D855-1BDF-78B3-5F7EACD8D8B9}"/>
                </a:ext>
              </a:extLst>
            </p:cNvPr>
            <p:cNvSpPr/>
            <p:nvPr/>
          </p:nvSpPr>
          <p:spPr>
            <a:xfrm>
              <a:off x="6486088" y="4600905"/>
              <a:ext cx="41884" cy="65973"/>
            </a:xfrm>
            <a:custGeom>
              <a:avLst/>
              <a:gdLst>
                <a:gd name="csX0" fmla="*/ 2739 w 41884"/>
                <a:gd name="csY0" fmla="*/ 0 h 65973"/>
                <a:gd name="csX1" fmla="*/ 37112 w 41884"/>
                <a:gd name="csY1" fmla="*/ 0 h 65973"/>
                <a:gd name="csX2" fmla="*/ 37112 w 41884"/>
                <a:gd name="csY2" fmla="*/ 7373 h 65973"/>
                <a:gd name="csX3" fmla="*/ 10755 w 41884"/>
                <a:gd name="csY3" fmla="*/ 7373 h 65973"/>
                <a:gd name="csX4" fmla="*/ 10755 w 41884"/>
                <a:gd name="csY4" fmla="*/ 23232 h 65973"/>
                <a:gd name="csX5" fmla="*/ 14575 w 41884"/>
                <a:gd name="csY5" fmla="*/ 22280 h 65973"/>
                <a:gd name="csX6" fmla="*/ 18385 w 41884"/>
                <a:gd name="csY6" fmla="*/ 21938 h 65973"/>
                <a:gd name="csX7" fmla="*/ 35550 w 41884"/>
                <a:gd name="csY7" fmla="*/ 27877 h 65973"/>
                <a:gd name="csX8" fmla="*/ 41885 w 41884"/>
                <a:gd name="csY8" fmla="*/ 43961 h 65973"/>
                <a:gd name="csX9" fmla="*/ 35378 w 41884"/>
                <a:gd name="csY9" fmla="*/ 60216 h 65973"/>
                <a:gd name="csX10" fmla="*/ 17036 w 41884"/>
                <a:gd name="csY10" fmla="*/ 65973 h 65973"/>
                <a:gd name="csX11" fmla="*/ 8722 w 41884"/>
                <a:gd name="csY11" fmla="*/ 65288 h 65973"/>
                <a:gd name="csX12" fmla="*/ 0 w 41884"/>
                <a:gd name="csY12" fmla="*/ 63202 h 65973"/>
                <a:gd name="csX13" fmla="*/ 0 w 41884"/>
                <a:gd name="csY13" fmla="*/ 54405 h 65973"/>
                <a:gd name="csX14" fmla="*/ 8069 w 41884"/>
                <a:gd name="csY14" fmla="*/ 57573 h 65973"/>
                <a:gd name="csX15" fmla="*/ 16865 w 41884"/>
                <a:gd name="csY15" fmla="*/ 58611 h 65973"/>
                <a:gd name="csX16" fmla="*/ 28744 w 41884"/>
                <a:gd name="csY16" fmla="*/ 54662 h 65973"/>
                <a:gd name="csX17" fmla="*/ 33120 w 41884"/>
                <a:gd name="csY17" fmla="*/ 43961 h 65973"/>
                <a:gd name="csX18" fmla="*/ 28744 w 41884"/>
                <a:gd name="csY18" fmla="*/ 33249 h 65973"/>
                <a:gd name="csX19" fmla="*/ 16865 w 41884"/>
                <a:gd name="csY19" fmla="*/ 29300 h 65973"/>
                <a:gd name="csX20" fmla="*/ 9845 w 41884"/>
                <a:gd name="csY20" fmla="*/ 30081 h 65973"/>
                <a:gd name="csX21" fmla="*/ 2739 w 41884"/>
                <a:gd name="csY21" fmla="*/ 32510 h 65973"/>
                <a:gd name="csX22" fmla="*/ 2739 w 41884"/>
                <a:gd name="csY22" fmla="*/ 0 h 65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1884" h="65973">
                  <a:moveTo>
                    <a:pt x="2739" y="0"/>
                  </a:moveTo>
                  <a:lnTo>
                    <a:pt x="37112" y="0"/>
                  </a:lnTo>
                  <a:lnTo>
                    <a:pt x="37112" y="7373"/>
                  </a:lnTo>
                  <a:lnTo>
                    <a:pt x="10755" y="7373"/>
                  </a:lnTo>
                  <a:lnTo>
                    <a:pt x="10755" y="23232"/>
                  </a:lnTo>
                  <a:cubicBezTo>
                    <a:pt x="12025" y="22804"/>
                    <a:pt x="13298" y="22487"/>
                    <a:pt x="14575" y="22280"/>
                  </a:cubicBezTo>
                  <a:cubicBezTo>
                    <a:pt x="15845" y="22052"/>
                    <a:pt x="17115" y="21938"/>
                    <a:pt x="18385" y="21938"/>
                  </a:cubicBezTo>
                  <a:cubicBezTo>
                    <a:pt x="25612" y="21938"/>
                    <a:pt x="31333" y="23917"/>
                    <a:pt x="35550" y="27877"/>
                  </a:cubicBezTo>
                  <a:cubicBezTo>
                    <a:pt x="39773" y="31836"/>
                    <a:pt x="41885" y="37198"/>
                    <a:pt x="41885" y="43961"/>
                  </a:cubicBezTo>
                  <a:cubicBezTo>
                    <a:pt x="41885" y="50924"/>
                    <a:pt x="39716" y="56342"/>
                    <a:pt x="35378" y="60216"/>
                  </a:cubicBezTo>
                  <a:cubicBezTo>
                    <a:pt x="31041" y="64054"/>
                    <a:pt x="24927" y="65973"/>
                    <a:pt x="17036" y="65973"/>
                  </a:cubicBezTo>
                  <a:cubicBezTo>
                    <a:pt x="14325" y="65973"/>
                    <a:pt x="11554" y="65745"/>
                    <a:pt x="8722" y="65288"/>
                  </a:cubicBezTo>
                  <a:cubicBezTo>
                    <a:pt x="5918" y="64825"/>
                    <a:pt x="3011" y="64129"/>
                    <a:pt x="0" y="63202"/>
                  </a:cubicBezTo>
                  <a:lnTo>
                    <a:pt x="0" y="54405"/>
                  </a:lnTo>
                  <a:cubicBezTo>
                    <a:pt x="2604" y="55818"/>
                    <a:pt x="5294" y="56874"/>
                    <a:pt x="8069" y="57573"/>
                  </a:cubicBezTo>
                  <a:cubicBezTo>
                    <a:pt x="10844" y="58265"/>
                    <a:pt x="13776" y="58611"/>
                    <a:pt x="16865" y="58611"/>
                  </a:cubicBezTo>
                  <a:cubicBezTo>
                    <a:pt x="21866" y="58611"/>
                    <a:pt x="25826" y="57295"/>
                    <a:pt x="28744" y="54662"/>
                  </a:cubicBezTo>
                  <a:cubicBezTo>
                    <a:pt x="31662" y="52037"/>
                    <a:pt x="33120" y="48470"/>
                    <a:pt x="33120" y="43961"/>
                  </a:cubicBezTo>
                  <a:cubicBezTo>
                    <a:pt x="33120" y="39452"/>
                    <a:pt x="31662" y="35881"/>
                    <a:pt x="28744" y="33249"/>
                  </a:cubicBezTo>
                  <a:cubicBezTo>
                    <a:pt x="25826" y="30616"/>
                    <a:pt x="21866" y="29300"/>
                    <a:pt x="16865" y="29300"/>
                  </a:cubicBezTo>
                  <a:cubicBezTo>
                    <a:pt x="14525" y="29300"/>
                    <a:pt x="12185" y="29561"/>
                    <a:pt x="9845" y="30081"/>
                  </a:cubicBezTo>
                  <a:cubicBezTo>
                    <a:pt x="7534" y="30602"/>
                    <a:pt x="5165" y="31412"/>
                    <a:pt x="2739" y="32510"/>
                  </a:cubicBezTo>
                  <a:lnTo>
                    <a:pt x="2739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3" name="Freeform 3212">
              <a:extLst>
                <a:ext uri="{FF2B5EF4-FFF2-40B4-BE49-F238E27FC236}">
                  <a16:creationId xmlns:a16="http://schemas.microsoft.com/office/drawing/2014/main" id="{20941872-8733-9EBF-D776-9393974DA4AD}"/>
                </a:ext>
              </a:extLst>
            </p:cNvPr>
            <p:cNvSpPr/>
            <p:nvPr/>
          </p:nvSpPr>
          <p:spPr>
            <a:xfrm>
              <a:off x="6545223" y="4654615"/>
              <a:ext cx="9149" cy="11011"/>
            </a:xfrm>
            <a:custGeom>
              <a:avLst/>
              <a:gdLst>
                <a:gd name="csX0" fmla="*/ 0 w 9149"/>
                <a:gd name="csY0" fmla="*/ 0 h 11011"/>
                <a:gd name="csX1" fmla="*/ 9150 w 9149"/>
                <a:gd name="csY1" fmla="*/ 0 h 11011"/>
                <a:gd name="csX2" fmla="*/ 9150 w 9149"/>
                <a:gd name="csY2" fmla="*/ 11012 h 11011"/>
                <a:gd name="csX3" fmla="*/ 0 w 9149"/>
                <a:gd name="csY3" fmla="*/ 11012 h 11011"/>
                <a:gd name="csX4" fmla="*/ 0 w 9149"/>
                <a:gd name="csY4" fmla="*/ 0 h 11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149" h="11011">
                  <a:moveTo>
                    <a:pt x="0" y="0"/>
                  </a:moveTo>
                  <a:lnTo>
                    <a:pt x="9150" y="0"/>
                  </a:lnTo>
                  <a:lnTo>
                    <a:pt x="9150" y="11012"/>
                  </a:lnTo>
                  <a:lnTo>
                    <a:pt x="0" y="11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4" name="Freeform 3213">
              <a:extLst>
                <a:ext uri="{FF2B5EF4-FFF2-40B4-BE49-F238E27FC236}">
                  <a16:creationId xmlns:a16="http://schemas.microsoft.com/office/drawing/2014/main" id="{EFEB4A84-CD07-5D46-59E7-37D461A306B8}"/>
                </a:ext>
              </a:extLst>
            </p:cNvPr>
            <p:cNvSpPr/>
            <p:nvPr/>
          </p:nvSpPr>
          <p:spPr>
            <a:xfrm>
              <a:off x="6569804" y="4599738"/>
              <a:ext cx="44731" cy="67139"/>
            </a:xfrm>
            <a:custGeom>
              <a:avLst/>
              <a:gdLst>
                <a:gd name="csX0" fmla="*/ 22366 w 44731"/>
                <a:gd name="csY0" fmla="*/ 6934 h 67139"/>
                <a:gd name="csX1" fmla="*/ 12178 w 44731"/>
                <a:gd name="csY1" fmla="*/ 13612 h 67139"/>
                <a:gd name="csX2" fmla="*/ 8796 w 44731"/>
                <a:gd name="csY2" fmla="*/ 33591 h 67139"/>
                <a:gd name="csX3" fmla="*/ 12178 w 44731"/>
                <a:gd name="csY3" fmla="*/ 53581 h 67139"/>
                <a:gd name="csX4" fmla="*/ 22366 w 44731"/>
                <a:gd name="csY4" fmla="*/ 60205 h 67139"/>
                <a:gd name="csX5" fmla="*/ 32553 w 44731"/>
                <a:gd name="csY5" fmla="*/ 53581 h 67139"/>
                <a:gd name="csX6" fmla="*/ 35978 w 44731"/>
                <a:gd name="csY6" fmla="*/ 33591 h 67139"/>
                <a:gd name="csX7" fmla="*/ 32553 w 44731"/>
                <a:gd name="csY7" fmla="*/ 13612 h 67139"/>
                <a:gd name="csX8" fmla="*/ 22366 w 44731"/>
                <a:gd name="csY8" fmla="*/ 6934 h 67139"/>
                <a:gd name="csX9" fmla="*/ 22366 w 44731"/>
                <a:gd name="csY9" fmla="*/ 0 h 67139"/>
                <a:gd name="csX10" fmla="*/ 38963 w 44731"/>
                <a:gd name="csY10" fmla="*/ 8625 h 67139"/>
                <a:gd name="csX11" fmla="*/ 44731 w 44731"/>
                <a:gd name="csY11" fmla="*/ 33591 h 67139"/>
                <a:gd name="csX12" fmla="*/ 38963 w 44731"/>
                <a:gd name="csY12" fmla="*/ 58557 h 67139"/>
                <a:gd name="csX13" fmla="*/ 22366 w 44731"/>
                <a:gd name="csY13" fmla="*/ 67140 h 67139"/>
                <a:gd name="csX14" fmla="*/ 5714 w 44731"/>
                <a:gd name="csY14" fmla="*/ 58557 h 67139"/>
                <a:gd name="csX15" fmla="*/ 0 w 44731"/>
                <a:gd name="csY15" fmla="*/ 33591 h 67139"/>
                <a:gd name="csX16" fmla="*/ 5714 w 44731"/>
                <a:gd name="csY16" fmla="*/ 8625 h 67139"/>
                <a:gd name="csX17" fmla="*/ 22366 w 44731"/>
                <a:gd name="csY17" fmla="*/ 0 h 6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4731" h="67139">
                  <a:moveTo>
                    <a:pt x="22366" y="6934"/>
                  </a:moveTo>
                  <a:cubicBezTo>
                    <a:pt x="17857" y="6934"/>
                    <a:pt x="14461" y="9160"/>
                    <a:pt x="12178" y="13612"/>
                  </a:cubicBezTo>
                  <a:cubicBezTo>
                    <a:pt x="9924" y="18028"/>
                    <a:pt x="8796" y="24688"/>
                    <a:pt x="8796" y="33591"/>
                  </a:cubicBezTo>
                  <a:cubicBezTo>
                    <a:pt x="8796" y="42466"/>
                    <a:pt x="9924" y="49130"/>
                    <a:pt x="12178" y="53581"/>
                  </a:cubicBezTo>
                  <a:cubicBezTo>
                    <a:pt x="14461" y="57997"/>
                    <a:pt x="17857" y="60205"/>
                    <a:pt x="22366" y="60205"/>
                  </a:cubicBezTo>
                  <a:cubicBezTo>
                    <a:pt x="26903" y="60205"/>
                    <a:pt x="30299" y="57997"/>
                    <a:pt x="32553" y="53581"/>
                  </a:cubicBezTo>
                  <a:cubicBezTo>
                    <a:pt x="34836" y="49129"/>
                    <a:pt x="35978" y="42466"/>
                    <a:pt x="35978" y="33591"/>
                  </a:cubicBezTo>
                  <a:cubicBezTo>
                    <a:pt x="35978" y="24688"/>
                    <a:pt x="34836" y="18028"/>
                    <a:pt x="32553" y="13612"/>
                  </a:cubicBezTo>
                  <a:cubicBezTo>
                    <a:pt x="30299" y="9160"/>
                    <a:pt x="26903" y="6934"/>
                    <a:pt x="22366" y="6934"/>
                  </a:cubicBezTo>
                  <a:moveTo>
                    <a:pt x="22366" y="0"/>
                  </a:moveTo>
                  <a:cubicBezTo>
                    <a:pt x="29621" y="0"/>
                    <a:pt x="35154" y="2875"/>
                    <a:pt x="38963" y="8625"/>
                  </a:cubicBezTo>
                  <a:cubicBezTo>
                    <a:pt x="42809" y="14347"/>
                    <a:pt x="44731" y="22669"/>
                    <a:pt x="44731" y="33591"/>
                  </a:cubicBezTo>
                  <a:cubicBezTo>
                    <a:pt x="44731" y="44485"/>
                    <a:pt x="42809" y="52807"/>
                    <a:pt x="38963" y="58557"/>
                  </a:cubicBezTo>
                  <a:cubicBezTo>
                    <a:pt x="35154" y="64279"/>
                    <a:pt x="29621" y="67140"/>
                    <a:pt x="22366" y="67140"/>
                  </a:cubicBezTo>
                  <a:cubicBezTo>
                    <a:pt x="15110" y="67140"/>
                    <a:pt x="9560" y="64279"/>
                    <a:pt x="5714" y="58557"/>
                  </a:cubicBezTo>
                  <a:cubicBezTo>
                    <a:pt x="1905" y="52807"/>
                    <a:pt x="0" y="44485"/>
                    <a:pt x="0" y="33591"/>
                  </a:cubicBezTo>
                  <a:cubicBezTo>
                    <a:pt x="0" y="22669"/>
                    <a:pt x="1905" y="14347"/>
                    <a:pt x="5714" y="8625"/>
                  </a:cubicBezTo>
                  <a:cubicBezTo>
                    <a:pt x="9560" y="2875"/>
                    <a:pt x="15110" y="0"/>
                    <a:pt x="22366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5" name="Freeform 3214">
              <a:extLst>
                <a:ext uri="{FF2B5EF4-FFF2-40B4-BE49-F238E27FC236}">
                  <a16:creationId xmlns:a16="http://schemas.microsoft.com/office/drawing/2014/main" id="{E70A3BD8-7E89-11ED-2135-114354314B5C}"/>
                </a:ext>
              </a:extLst>
            </p:cNvPr>
            <p:cNvSpPr/>
            <p:nvPr/>
          </p:nvSpPr>
          <p:spPr>
            <a:xfrm>
              <a:off x="5750803" y="4720695"/>
              <a:ext cx="51130" cy="46518"/>
            </a:xfrm>
            <a:custGeom>
              <a:avLst/>
              <a:gdLst>
                <a:gd name="csX0" fmla="*/ 51131 w 51130"/>
                <a:gd name="csY0" fmla="*/ 6763 h 46518"/>
                <a:gd name="csX1" fmla="*/ 49376 w 51130"/>
                <a:gd name="csY1" fmla="*/ 11172 h 46518"/>
                <a:gd name="csX2" fmla="*/ 45620 w 51130"/>
                <a:gd name="csY2" fmla="*/ 12734 h 46518"/>
                <a:gd name="csX3" fmla="*/ 42709 w 51130"/>
                <a:gd name="csY3" fmla="*/ 11632 h 46518"/>
                <a:gd name="csX4" fmla="*/ 41714 w 51130"/>
                <a:gd name="csY4" fmla="*/ 9117 h 46518"/>
                <a:gd name="csX5" fmla="*/ 43115 w 51130"/>
                <a:gd name="csY5" fmla="*/ 5565 h 46518"/>
                <a:gd name="csX6" fmla="*/ 46625 w 51130"/>
                <a:gd name="csY6" fmla="*/ 3553 h 46518"/>
                <a:gd name="csX7" fmla="*/ 41510 w 51130"/>
                <a:gd name="csY7" fmla="*/ 2258 h 46518"/>
                <a:gd name="csX8" fmla="*/ 37754 w 51130"/>
                <a:gd name="csY8" fmla="*/ 3307 h 46518"/>
                <a:gd name="csX9" fmla="*/ 34993 w 51130"/>
                <a:gd name="csY9" fmla="*/ 5714 h 46518"/>
                <a:gd name="csX10" fmla="*/ 33088 w 51130"/>
                <a:gd name="csY10" fmla="*/ 9021 h 46518"/>
                <a:gd name="csX11" fmla="*/ 31879 w 51130"/>
                <a:gd name="csY11" fmla="*/ 12082 h 46518"/>
                <a:gd name="csX12" fmla="*/ 31333 w 51130"/>
                <a:gd name="csY12" fmla="*/ 14382 h 46518"/>
                <a:gd name="csX13" fmla="*/ 27823 w 51130"/>
                <a:gd name="csY13" fmla="*/ 28423 h 46518"/>
                <a:gd name="csX14" fmla="*/ 26122 w 51130"/>
                <a:gd name="csY14" fmla="*/ 37444 h 46518"/>
                <a:gd name="csX15" fmla="*/ 27524 w 51130"/>
                <a:gd name="csY15" fmla="*/ 42313 h 46518"/>
                <a:gd name="csX16" fmla="*/ 31729 w 51130"/>
                <a:gd name="csY16" fmla="*/ 44218 h 46518"/>
                <a:gd name="csX17" fmla="*/ 34094 w 51130"/>
                <a:gd name="csY17" fmla="*/ 43907 h 46518"/>
                <a:gd name="csX18" fmla="*/ 36951 w 51130"/>
                <a:gd name="csY18" fmla="*/ 42655 h 46518"/>
                <a:gd name="csX19" fmla="*/ 40055 w 51130"/>
                <a:gd name="csY19" fmla="*/ 40301 h 46518"/>
                <a:gd name="csX20" fmla="*/ 43008 w 51130"/>
                <a:gd name="csY20" fmla="*/ 36395 h 46518"/>
                <a:gd name="csX21" fmla="*/ 45416 w 51130"/>
                <a:gd name="csY21" fmla="*/ 30777 h 46518"/>
                <a:gd name="csX22" fmla="*/ 46722 w 51130"/>
                <a:gd name="csY22" fmla="*/ 29675 h 46518"/>
                <a:gd name="csX23" fmla="*/ 47974 w 51130"/>
                <a:gd name="csY23" fmla="*/ 30680 h 46518"/>
                <a:gd name="csX24" fmla="*/ 47278 w 51130"/>
                <a:gd name="csY24" fmla="*/ 33334 h 46518"/>
                <a:gd name="csX25" fmla="*/ 45170 w 51130"/>
                <a:gd name="csY25" fmla="*/ 37390 h 46518"/>
                <a:gd name="csX26" fmla="*/ 41906 w 51130"/>
                <a:gd name="csY26" fmla="*/ 41703 h 46518"/>
                <a:gd name="csX27" fmla="*/ 37294 w 51130"/>
                <a:gd name="csY27" fmla="*/ 45116 h 46518"/>
                <a:gd name="csX28" fmla="*/ 31537 w 51130"/>
                <a:gd name="csY28" fmla="*/ 46518 h 46518"/>
                <a:gd name="csX29" fmla="*/ 24367 w 51130"/>
                <a:gd name="csY29" fmla="*/ 44218 h 46518"/>
                <a:gd name="csX30" fmla="*/ 20450 w 51130"/>
                <a:gd name="csY30" fmla="*/ 38696 h 46518"/>
                <a:gd name="csX31" fmla="*/ 19851 w 51130"/>
                <a:gd name="csY31" fmla="*/ 39755 h 46518"/>
                <a:gd name="csX32" fmla="*/ 18449 w 51130"/>
                <a:gd name="csY32" fmla="*/ 41703 h 46518"/>
                <a:gd name="csX33" fmla="*/ 16298 w 51130"/>
                <a:gd name="csY33" fmla="*/ 44014 h 46518"/>
                <a:gd name="csX34" fmla="*/ 13334 w 51130"/>
                <a:gd name="csY34" fmla="*/ 45716 h 46518"/>
                <a:gd name="csX35" fmla="*/ 9674 w 51130"/>
                <a:gd name="csY35" fmla="*/ 46518 h 46518"/>
                <a:gd name="csX36" fmla="*/ 5115 w 51130"/>
                <a:gd name="csY36" fmla="*/ 45812 h 46518"/>
                <a:gd name="csX37" fmla="*/ 1509 w 51130"/>
                <a:gd name="csY37" fmla="*/ 43511 h 46518"/>
                <a:gd name="csX38" fmla="*/ 0 w 51130"/>
                <a:gd name="csY38" fmla="*/ 39702 h 46518"/>
                <a:gd name="csX39" fmla="*/ 1659 w 51130"/>
                <a:gd name="csY39" fmla="*/ 35539 h 46518"/>
                <a:gd name="csX40" fmla="*/ 5661 w 51130"/>
                <a:gd name="csY40" fmla="*/ 33784 h 46518"/>
                <a:gd name="csX41" fmla="*/ 8272 w 51130"/>
                <a:gd name="csY41" fmla="*/ 34640 h 46518"/>
                <a:gd name="csX42" fmla="*/ 9471 w 51130"/>
                <a:gd name="csY42" fmla="*/ 37347 h 46518"/>
                <a:gd name="csX43" fmla="*/ 8069 w 51130"/>
                <a:gd name="csY43" fmla="*/ 40954 h 46518"/>
                <a:gd name="csX44" fmla="*/ 4666 w 51130"/>
                <a:gd name="csY44" fmla="*/ 42912 h 46518"/>
                <a:gd name="csX45" fmla="*/ 9781 w 51130"/>
                <a:gd name="csY45" fmla="*/ 44218 h 46518"/>
                <a:gd name="csX46" fmla="*/ 15688 w 51130"/>
                <a:gd name="csY46" fmla="*/ 41307 h 46518"/>
                <a:gd name="csX47" fmla="*/ 19551 w 51130"/>
                <a:gd name="csY47" fmla="*/ 33538 h 46518"/>
                <a:gd name="csX48" fmla="*/ 23864 w 51130"/>
                <a:gd name="csY48" fmla="*/ 16640 h 46518"/>
                <a:gd name="csX49" fmla="*/ 25062 w 51130"/>
                <a:gd name="csY49" fmla="*/ 9117 h 46518"/>
                <a:gd name="csX50" fmla="*/ 24517 w 51130"/>
                <a:gd name="csY50" fmla="*/ 5565 h 46518"/>
                <a:gd name="csX51" fmla="*/ 23008 w 51130"/>
                <a:gd name="csY51" fmla="*/ 3456 h 46518"/>
                <a:gd name="csX52" fmla="*/ 21253 w 51130"/>
                <a:gd name="csY52" fmla="*/ 2504 h 46518"/>
                <a:gd name="csX53" fmla="*/ 19551 w 51130"/>
                <a:gd name="csY53" fmla="*/ 2258 h 46518"/>
                <a:gd name="csX54" fmla="*/ 16341 w 51130"/>
                <a:gd name="csY54" fmla="*/ 2857 h 46518"/>
                <a:gd name="csX55" fmla="*/ 12681 w 51130"/>
                <a:gd name="csY55" fmla="*/ 4858 h 46518"/>
                <a:gd name="csX56" fmla="*/ 8871 w 51130"/>
                <a:gd name="csY56" fmla="*/ 9021 h 46518"/>
                <a:gd name="csX57" fmla="*/ 5768 w 51130"/>
                <a:gd name="csY57" fmla="*/ 15688 h 46518"/>
                <a:gd name="csX58" fmla="*/ 4409 w 51130"/>
                <a:gd name="csY58" fmla="*/ 16844 h 46518"/>
                <a:gd name="csX59" fmla="*/ 3210 w 51130"/>
                <a:gd name="csY59" fmla="*/ 15784 h 46518"/>
                <a:gd name="csX60" fmla="*/ 3863 w 51130"/>
                <a:gd name="csY60" fmla="*/ 13184 h 46518"/>
                <a:gd name="csX61" fmla="*/ 5971 w 51130"/>
                <a:gd name="csY61" fmla="*/ 9117 h 46518"/>
                <a:gd name="csX62" fmla="*/ 9278 w 51130"/>
                <a:gd name="csY62" fmla="*/ 4858 h 46518"/>
                <a:gd name="csX63" fmla="*/ 13933 w 51130"/>
                <a:gd name="csY63" fmla="*/ 1402 h 46518"/>
                <a:gd name="csX64" fmla="*/ 19755 w 51130"/>
                <a:gd name="csY64" fmla="*/ 0 h 46518"/>
                <a:gd name="csX65" fmla="*/ 22408 w 51130"/>
                <a:gd name="csY65" fmla="*/ 300 h 46518"/>
                <a:gd name="csX66" fmla="*/ 25362 w 51130"/>
                <a:gd name="csY66" fmla="*/ 1306 h 46518"/>
                <a:gd name="csX67" fmla="*/ 28476 w 51130"/>
                <a:gd name="csY67" fmla="*/ 3703 h 46518"/>
                <a:gd name="csX68" fmla="*/ 30830 w 51130"/>
                <a:gd name="csY68" fmla="*/ 7769 h 46518"/>
                <a:gd name="csX69" fmla="*/ 32232 w 51130"/>
                <a:gd name="csY69" fmla="*/ 5511 h 46518"/>
                <a:gd name="csX70" fmla="*/ 34394 w 51130"/>
                <a:gd name="csY70" fmla="*/ 3061 h 46518"/>
                <a:gd name="csX71" fmla="*/ 37594 w 51130"/>
                <a:gd name="csY71" fmla="*/ 845 h 46518"/>
                <a:gd name="csX72" fmla="*/ 41607 w 51130"/>
                <a:gd name="csY72" fmla="*/ 0 h 46518"/>
                <a:gd name="csX73" fmla="*/ 45673 w 51130"/>
                <a:gd name="csY73" fmla="*/ 546 h 46518"/>
                <a:gd name="csX74" fmla="*/ 49376 w 51130"/>
                <a:gd name="csY74" fmla="*/ 2707 h 46518"/>
                <a:gd name="csX75" fmla="*/ 51131 w 51130"/>
                <a:gd name="csY75" fmla="*/ 6763 h 465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1130" h="46518">
                  <a:moveTo>
                    <a:pt x="51131" y="6763"/>
                  </a:moveTo>
                  <a:cubicBezTo>
                    <a:pt x="51131" y="8639"/>
                    <a:pt x="50546" y="10109"/>
                    <a:pt x="49376" y="11172"/>
                  </a:cubicBezTo>
                  <a:cubicBezTo>
                    <a:pt x="48206" y="12214"/>
                    <a:pt x="46954" y="12734"/>
                    <a:pt x="45620" y="12734"/>
                  </a:cubicBezTo>
                  <a:cubicBezTo>
                    <a:pt x="44350" y="12734"/>
                    <a:pt x="43379" y="12367"/>
                    <a:pt x="42709" y="11632"/>
                  </a:cubicBezTo>
                  <a:cubicBezTo>
                    <a:pt x="42045" y="10897"/>
                    <a:pt x="41714" y="10059"/>
                    <a:pt x="41714" y="9117"/>
                  </a:cubicBezTo>
                  <a:cubicBezTo>
                    <a:pt x="41714" y="7848"/>
                    <a:pt x="42181" y="6663"/>
                    <a:pt x="43115" y="5565"/>
                  </a:cubicBezTo>
                  <a:cubicBezTo>
                    <a:pt x="44050" y="4459"/>
                    <a:pt x="45220" y="3788"/>
                    <a:pt x="46625" y="3553"/>
                  </a:cubicBezTo>
                  <a:cubicBezTo>
                    <a:pt x="45256" y="2690"/>
                    <a:pt x="43551" y="2258"/>
                    <a:pt x="41510" y="2258"/>
                  </a:cubicBezTo>
                  <a:cubicBezTo>
                    <a:pt x="40169" y="2258"/>
                    <a:pt x="38917" y="2608"/>
                    <a:pt x="37754" y="3307"/>
                  </a:cubicBezTo>
                  <a:cubicBezTo>
                    <a:pt x="36613" y="4006"/>
                    <a:pt x="35692" y="4808"/>
                    <a:pt x="34993" y="5714"/>
                  </a:cubicBezTo>
                  <a:cubicBezTo>
                    <a:pt x="34322" y="6613"/>
                    <a:pt x="33688" y="7716"/>
                    <a:pt x="33088" y="9021"/>
                  </a:cubicBezTo>
                  <a:cubicBezTo>
                    <a:pt x="32518" y="10291"/>
                    <a:pt x="32114" y="11311"/>
                    <a:pt x="31879" y="12082"/>
                  </a:cubicBezTo>
                  <a:cubicBezTo>
                    <a:pt x="31679" y="12816"/>
                    <a:pt x="31497" y="13583"/>
                    <a:pt x="31333" y="14382"/>
                  </a:cubicBezTo>
                  <a:lnTo>
                    <a:pt x="27823" y="28423"/>
                  </a:lnTo>
                  <a:cubicBezTo>
                    <a:pt x="26689" y="32867"/>
                    <a:pt x="26122" y="35874"/>
                    <a:pt x="26122" y="37444"/>
                  </a:cubicBezTo>
                  <a:cubicBezTo>
                    <a:pt x="26122" y="39384"/>
                    <a:pt x="26589" y="41007"/>
                    <a:pt x="27524" y="42313"/>
                  </a:cubicBezTo>
                  <a:cubicBezTo>
                    <a:pt x="28458" y="43583"/>
                    <a:pt x="29860" y="44218"/>
                    <a:pt x="31729" y="44218"/>
                  </a:cubicBezTo>
                  <a:cubicBezTo>
                    <a:pt x="32464" y="44218"/>
                    <a:pt x="33252" y="44114"/>
                    <a:pt x="34094" y="43907"/>
                  </a:cubicBezTo>
                  <a:cubicBezTo>
                    <a:pt x="34929" y="43679"/>
                    <a:pt x="35881" y="43262"/>
                    <a:pt x="36951" y="42655"/>
                  </a:cubicBezTo>
                  <a:cubicBezTo>
                    <a:pt x="38050" y="42020"/>
                    <a:pt x="39085" y="41236"/>
                    <a:pt x="40055" y="40301"/>
                  </a:cubicBezTo>
                  <a:cubicBezTo>
                    <a:pt x="41061" y="39331"/>
                    <a:pt x="42045" y="38029"/>
                    <a:pt x="43008" y="36395"/>
                  </a:cubicBezTo>
                  <a:cubicBezTo>
                    <a:pt x="43979" y="34754"/>
                    <a:pt x="44781" y="32881"/>
                    <a:pt x="45416" y="30777"/>
                  </a:cubicBezTo>
                  <a:cubicBezTo>
                    <a:pt x="45616" y="30042"/>
                    <a:pt x="46051" y="29675"/>
                    <a:pt x="46722" y="29675"/>
                  </a:cubicBezTo>
                  <a:cubicBezTo>
                    <a:pt x="47556" y="29675"/>
                    <a:pt x="47974" y="30010"/>
                    <a:pt x="47974" y="30680"/>
                  </a:cubicBezTo>
                  <a:cubicBezTo>
                    <a:pt x="47974" y="31244"/>
                    <a:pt x="47742" y="32129"/>
                    <a:pt x="47278" y="33334"/>
                  </a:cubicBezTo>
                  <a:cubicBezTo>
                    <a:pt x="46843" y="34504"/>
                    <a:pt x="46140" y="35856"/>
                    <a:pt x="45170" y="37390"/>
                  </a:cubicBezTo>
                  <a:cubicBezTo>
                    <a:pt x="44236" y="38895"/>
                    <a:pt x="43148" y="40333"/>
                    <a:pt x="41906" y="41703"/>
                  </a:cubicBezTo>
                  <a:cubicBezTo>
                    <a:pt x="40672" y="43044"/>
                    <a:pt x="39135" y="44182"/>
                    <a:pt x="37294" y="45116"/>
                  </a:cubicBezTo>
                  <a:cubicBezTo>
                    <a:pt x="35460" y="46051"/>
                    <a:pt x="33541" y="46518"/>
                    <a:pt x="31537" y="46518"/>
                  </a:cubicBezTo>
                  <a:cubicBezTo>
                    <a:pt x="28662" y="46518"/>
                    <a:pt x="26272" y="45751"/>
                    <a:pt x="24367" y="44218"/>
                  </a:cubicBezTo>
                  <a:cubicBezTo>
                    <a:pt x="22462" y="42677"/>
                    <a:pt x="21156" y="40836"/>
                    <a:pt x="20450" y="38696"/>
                  </a:cubicBezTo>
                  <a:cubicBezTo>
                    <a:pt x="20286" y="38995"/>
                    <a:pt x="20086" y="39348"/>
                    <a:pt x="19851" y="39755"/>
                  </a:cubicBezTo>
                  <a:cubicBezTo>
                    <a:pt x="19615" y="40155"/>
                    <a:pt x="19148" y="40804"/>
                    <a:pt x="18449" y="41703"/>
                  </a:cubicBezTo>
                  <a:cubicBezTo>
                    <a:pt x="17778" y="42573"/>
                    <a:pt x="17061" y="43344"/>
                    <a:pt x="16298" y="44014"/>
                  </a:cubicBezTo>
                  <a:cubicBezTo>
                    <a:pt x="15528" y="44649"/>
                    <a:pt x="14539" y="45216"/>
                    <a:pt x="13334" y="45716"/>
                  </a:cubicBezTo>
                  <a:cubicBezTo>
                    <a:pt x="12164" y="46251"/>
                    <a:pt x="10944" y="46518"/>
                    <a:pt x="9674" y="46518"/>
                  </a:cubicBezTo>
                  <a:cubicBezTo>
                    <a:pt x="8069" y="46518"/>
                    <a:pt x="6549" y="46283"/>
                    <a:pt x="5115" y="45812"/>
                  </a:cubicBezTo>
                  <a:cubicBezTo>
                    <a:pt x="3710" y="45348"/>
                    <a:pt x="2508" y="44581"/>
                    <a:pt x="1509" y="43511"/>
                  </a:cubicBezTo>
                  <a:cubicBezTo>
                    <a:pt x="503" y="42441"/>
                    <a:pt x="0" y="41171"/>
                    <a:pt x="0" y="39702"/>
                  </a:cubicBezTo>
                  <a:cubicBezTo>
                    <a:pt x="0" y="38061"/>
                    <a:pt x="553" y="36673"/>
                    <a:pt x="1659" y="35539"/>
                  </a:cubicBezTo>
                  <a:cubicBezTo>
                    <a:pt x="2793" y="34369"/>
                    <a:pt x="4127" y="33784"/>
                    <a:pt x="5661" y="33784"/>
                  </a:cubicBezTo>
                  <a:cubicBezTo>
                    <a:pt x="6631" y="33784"/>
                    <a:pt x="7501" y="34069"/>
                    <a:pt x="8272" y="34640"/>
                  </a:cubicBezTo>
                  <a:cubicBezTo>
                    <a:pt x="9071" y="35204"/>
                    <a:pt x="9471" y="36106"/>
                    <a:pt x="9471" y="37347"/>
                  </a:cubicBezTo>
                  <a:cubicBezTo>
                    <a:pt x="9471" y="38717"/>
                    <a:pt x="9003" y="39919"/>
                    <a:pt x="8069" y="40954"/>
                  </a:cubicBezTo>
                  <a:cubicBezTo>
                    <a:pt x="7134" y="41988"/>
                    <a:pt x="6000" y="42641"/>
                    <a:pt x="4666" y="42912"/>
                  </a:cubicBezTo>
                  <a:cubicBezTo>
                    <a:pt x="6036" y="43782"/>
                    <a:pt x="7741" y="44218"/>
                    <a:pt x="9781" y="44218"/>
                  </a:cubicBezTo>
                  <a:cubicBezTo>
                    <a:pt x="11985" y="44218"/>
                    <a:pt x="13954" y="43247"/>
                    <a:pt x="15688" y="41307"/>
                  </a:cubicBezTo>
                  <a:cubicBezTo>
                    <a:pt x="17429" y="39366"/>
                    <a:pt x="18717" y="36777"/>
                    <a:pt x="19551" y="33538"/>
                  </a:cubicBezTo>
                  <a:cubicBezTo>
                    <a:pt x="21620" y="25747"/>
                    <a:pt x="23058" y="20115"/>
                    <a:pt x="23864" y="16640"/>
                  </a:cubicBezTo>
                  <a:cubicBezTo>
                    <a:pt x="24663" y="13130"/>
                    <a:pt x="25062" y="10623"/>
                    <a:pt x="25062" y="9117"/>
                  </a:cubicBezTo>
                  <a:cubicBezTo>
                    <a:pt x="25062" y="7719"/>
                    <a:pt x="24880" y="6535"/>
                    <a:pt x="24517" y="5565"/>
                  </a:cubicBezTo>
                  <a:cubicBezTo>
                    <a:pt x="24146" y="4594"/>
                    <a:pt x="23643" y="3892"/>
                    <a:pt x="23008" y="3456"/>
                  </a:cubicBezTo>
                  <a:cubicBezTo>
                    <a:pt x="22408" y="2986"/>
                    <a:pt x="21823" y="2668"/>
                    <a:pt x="21253" y="2504"/>
                  </a:cubicBezTo>
                  <a:cubicBezTo>
                    <a:pt x="20718" y="2340"/>
                    <a:pt x="20150" y="2258"/>
                    <a:pt x="19551" y="2258"/>
                  </a:cubicBezTo>
                  <a:cubicBezTo>
                    <a:pt x="18552" y="2258"/>
                    <a:pt x="17482" y="2458"/>
                    <a:pt x="16341" y="2857"/>
                  </a:cubicBezTo>
                  <a:cubicBezTo>
                    <a:pt x="15242" y="3257"/>
                    <a:pt x="14022" y="3924"/>
                    <a:pt x="12681" y="4858"/>
                  </a:cubicBezTo>
                  <a:cubicBezTo>
                    <a:pt x="11383" y="5764"/>
                    <a:pt x="10113" y="7152"/>
                    <a:pt x="8871" y="9021"/>
                  </a:cubicBezTo>
                  <a:cubicBezTo>
                    <a:pt x="7637" y="10890"/>
                    <a:pt x="6603" y="13113"/>
                    <a:pt x="5768" y="15688"/>
                  </a:cubicBezTo>
                  <a:cubicBezTo>
                    <a:pt x="5597" y="16458"/>
                    <a:pt x="5144" y="16844"/>
                    <a:pt x="4409" y="16844"/>
                  </a:cubicBezTo>
                  <a:cubicBezTo>
                    <a:pt x="3610" y="16808"/>
                    <a:pt x="3210" y="16455"/>
                    <a:pt x="3210" y="15784"/>
                  </a:cubicBezTo>
                  <a:cubicBezTo>
                    <a:pt x="3210" y="15221"/>
                    <a:pt x="3428" y="14354"/>
                    <a:pt x="3863" y="13184"/>
                  </a:cubicBezTo>
                  <a:cubicBezTo>
                    <a:pt x="4327" y="11978"/>
                    <a:pt x="5030" y="10623"/>
                    <a:pt x="5971" y="9117"/>
                  </a:cubicBezTo>
                  <a:cubicBezTo>
                    <a:pt x="6934" y="7619"/>
                    <a:pt x="8037" y="6200"/>
                    <a:pt x="9278" y="4858"/>
                  </a:cubicBezTo>
                  <a:cubicBezTo>
                    <a:pt x="10548" y="3488"/>
                    <a:pt x="12100" y="2336"/>
                    <a:pt x="13933" y="1402"/>
                  </a:cubicBezTo>
                  <a:cubicBezTo>
                    <a:pt x="15809" y="467"/>
                    <a:pt x="17750" y="0"/>
                    <a:pt x="19755" y="0"/>
                  </a:cubicBezTo>
                  <a:cubicBezTo>
                    <a:pt x="20653" y="0"/>
                    <a:pt x="21538" y="100"/>
                    <a:pt x="22408" y="300"/>
                  </a:cubicBezTo>
                  <a:cubicBezTo>
                    <a:pt x="23314" y="464"/>
                    <a:pt x="24299" y="799"/>
                    <a:pt x="25362" y="1306"/>
                  </a:cubicBezTo>
                  <a:cubicBezTo>
                    <a:pt x="26468" y="1805"/>
                    <a:pt x="27506" y="2604"/>
                    <a:pt x="28476" y="3703"/>
                  </a:cubicBezTo>
                  <a:cubicBezTo>
                    <a:pt x="29446" y="4808"/>
                    <a:pt x="30231" y="6164"/>
                    <a:pt x="30830" y="7769"/>
                  </a:cubicBezTo>
                  <a:cubicBezTo>
                    <a:pt x="31230" y="6999"/>
                    <a:pt x="31697" y="6246"/>
                    <a:pt x="32232" y="5511"/>
                  </a:cubicBezTo>
                  <a:cubicBezTo>
                    <a:pt x="32803" y="4776"/>
                    <a:pt x="33524" y="3959"/>
                    <a:pt x="34394" y="3061"/>
                  </a:cubicBezTo>
                  <a:cubicBezTo>
                    <a:pt x="35293" y="2119"/>
                    <a:pt x="36359" y="1380"/>
                    <a:pt x="37594" y="845"/>
                  </a:cubicBezTo>
                  <a:cubicBezTo>
                    <a:pt x="38863" y="282"/>
                    <a:pt x="40201" y="0"/>
                    <a:pt x="41607" y="0"/>
                  </a:cubicBezTo>
                  <a:cubicBezTo>
                    <a:pt x="42976" y="0"/>
                    <a:pt x="44332" y="182"/>
                    <a:pt x="45673" y="546"/>
                  </a:cubicBezTo>
                  <a:cubicBezTo>
                    <a:pt x="47007" y="881"/>
                    <a:pt x="48241" y="1602"/>
                    <a:pt x="49376" y="2707"/>
                  </a:cubicBezTo>
                  <a:cubicBezTo>
                    <a:pt x="50546" y="3777"/>
                    <a:pt x="51131" y="5129"/>
                    <a:pt x="51131" y="6763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" name="Freeform 3215">
              <a:extLst>
                <a:ext uri="{FF2B5EF4-FFF2-40B4-BE49-F238E27FC236}">
                  <a16:creationId xmlns:a16="http://schemas.microsoft.com/office/drawing/2014/main" id="{6E748B73-5888-54FA-1643-74B194D75FCC}"/>
                </a:ext>
              </a:extLst>
            </p:cNvPr>
            <p:cNvSpPr/>
            <p:nvPr/>
          </p:nvSpPr>
          <p:spPr>
            <a:xfrm>
              <a:off x="4636537" y="3142604"/>
              <a:ext cx="1070" cy="1421574"/>
            </a:xfrm>
            <a:custGeom>
              <a:avLst/>
              <a:gdLst>
                <a:gd name="csX0" fmla="*/ 0 w 1070"/>
                <a:gd name="csY0" fmla="*/ 1421574 h 1421574"/>
                <a:gd name="csX1" fmla="*/ 0 w 1070"/>
                <a:gd name="csY1" fmla="*/ 0 h 1421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70" h="1421574">
                  <a:moveTo>
                    <a:pt x="0" y="1421574"/>
                  </a:moveTo>
                  <a:lnTo>
                    <a:pt x="0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7" name="Freeform 3216">
              <a:extLst>
                <a:ext uri="{FF2B5EF4-FFF2-40B4-BE49-F238E27FC236}">
                  <a16:creationId xmlns:a16="http://schemas.microsoft.com/office/drawing/2014/main" id="{A3A72956-83AB-58DB-1308-3BD8904CA23D}"/>
                </a:ext>
              </a:extLst>
            </p:cNvPr>
            <p:cNvSpPr/>
            <p:nvPr/>
          </p:nvSpPr>
          <p:spPr>
            <a:xfrm>
              <a:off x="4636537" y="4402043"/>
              <a:ext cx="20223" cy="1070"/>
            </a:xfrm>
            <a:custGeom>
              <a:avLst/>
              <a:gdLst>
                <a:gd name="csX0" fmla="*/ 0 w 20223"/>
                <a:gd name="csY0" fmla="*/ 0 h 1070"/>
                <a:gd name="csX1" fmla="*/ 20223 w 20223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223" h="1070">
                  <a:moveTo>
                    <a:pt x="0" y="0"/>
                  </a:moveTo>
                  <a:lnTo>
                    <a:pt x="20223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8" name="Freeform 3217">
              <a:extLst>
                <a:ext uri="{FF2B5EF4-FFF2-40B4-BE49-F238E27FC236}">
                  <a16:creationId xmlns:a16="http://schemas.microsoft.com/office/drawing/2014/main" id="{FCC497FB-02E9-42E5-1284-CC5C218F3646}"/>
                </a:ext>
              </a:extLst>
            </p:cNvPr>
            <p:cNvSpPr/>
            <p:nvPr/>
          </p:nvSpPr>
          <p:spPr>
            <a:xfrm>
              <a:off x="4636537" y="4053742"/>
              <a:ext cx="20223" cy="1070"/>
            </a:xfrm>
            <a:custGeom>
              <a:avLst/>
              <a:gdLst>
                <a:gd name="csX0" fmla="*/ 0 w 20223"/>
                <a:gd name="csY0" fmla="*/ 0 h 1070"/>
                <a:gd name="csX1" fmla="*/ 20223 w 20223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223" h="1070">
                  <a:moveTo>
                    <a:pt x="0" y="0"/>
                  </a:moveTo>
                  <a:lnTo>
                    <a:pt x="20223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9" name="Freeform 3218">
              <a:extLst>
                <a:ext uri="{FF2B5EF4-FFF2-40B4-BE49-F238E27FC236}">
                  <a16:creationId xmlns:a16="http://schemas.microsoft.com/office/drawing/2014/main" id="{7C425CC6-2F9C-D242-3351-54A856FF4941}"/>
                </a:ext>
              </a:extLst>
            </p:cNvPr>
            <p:cNvSpPr/>
            <p:nvPr/>
          </p:nvSpPr>
          <p:spPr>
            <a:xfrm>
              <a:off x="4636537" y="3705444"/>
              <a:ext cx="20223" cy="1070"/>
            </a:xfrm>
            <a:custGeom>
              <a:avLst/>
              <a:gdLst>
                <a:gd name="csX0" fmla="*/ 0 w 20223"/>
                <a:gd name="csY0" fmla="*/ 0 h 1070"/>
                <a:gd name="csX1" fmla="*/ 20223 w 20223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223" h="1070">
                  <a:moveTo>
                    <a:pt x="0" y="0"/>
                  </a:moveTo>
                  <a:lnTo>
                    <a:pt x="20223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0" name="Freeform 3219">
              <a:extLst>
                <a:ext uri="{FF2B5EF4-FFF2-40B4-BE49-F238E27FC236}">
                  <a16:creationId xmlns:a16="http://schemas.microsoft.com/office/drawing/2014/main" id="{34F8306F-012C-C985-1D15-10BC42C8690C}"/>
                </a:ext>
              </a:extLst>
            </p:cNvPr>
            <p:cNvSpPr/>
            <p:nvPr/>
          </p:nvSpPr>
          <p:spPr>
            <a:xfrm>
              <a:off x="4636537" y="3357145"/>
              <a:ext cx="20223" cy="1070"/>
            </a:xfrm>
            <a:custGeom>
              <a:avLst/>
              <a:gdLst>
                <a:gd name="csX0" fmla="*/ 0 w 20223"/>
                <a:gd name="csY0" fmla="*/ 0 h 1070"/>
                <a:gd name="csX1" fmla="*/ 20223 w 20223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0223" h="1070">
                  <a:moveTo>
                    <a:pt x="0" y="0"/>
                  </a:moveTo>
                  <a:lnTo>
                    <a:pt x="20223" y="0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1" name="Freeform 3220">
              <a:extLst>
                <a:ext uri="{FF2B5EF4-FFF2-40B4-BE49-F238E27FC236}">
                  <a16:creationId xmlns:a16="http://schemas.microsoft.com/office/drawing/2014/main" id="{20B28808-6CC5-A16C-2685-0EEE95D2B73A}"/>
                </a:ext>
              </a:extLst>
            </p:cNvPr>
            <p:cNvSpPr/>
            <p:nvPr/>
          </p:nvSpPr>
          <p:spPr>
            <a:xfrm>
              <a:off x="4553275" y="4368505"/>
              <a:ext cx="44736" cy="67150"/>
            </a:xfrm>
            <a:custGeom>
              <a:avLst/>
              <a:gdLst>
                <a:gd name="csX0" fmla="*/ 22368 w 44736"/>
                <a:gd name="csY0" fmla="*/ 6945 h 67150"/>
                <a:gd name="csX1" fmla="*/ 12181 w 44736"/>
                <a:gd name="csY1" fmla="*/ 13612 h 67150"/>
                <a:gd name="csX2" fmla="*/ 8800 w 44736"/>
                <a:gd name="csY2" fmla="*/ 33602 h 67150"/>
                <a:gd name="csX3" fmla="*/ 12181 w 44736"/>
                <a:gd name="csY3" fmla="*/ 53581 h 67150"/>
                <a:gd name="csX4" fmla="*/ 22368 w 44736"/>
                <a:gd name="csY4" fmla="*/ 60216 h 67150"/>
                <a:gd name="csX5" fmla="*/ 32555 w 44736"/>
                <a:gd name="csY5" fmla="*/ 53581 h 67150"/>
                <a:gd name="csX6" fmla="*/ 35980 w 44736"/>
                <a:gd name="csY6" fmla="*/ 33602 h 67150"/>
                <a:gd name="csX7" fmla="*/ 32555 w 44736"/>
                <a:gd name="csY7" fmla="*/ 13612 h 67150"/>
                <a:gd name="csX8" fmla="*/ 22368 w 44736"/>
                <a:gd name="csY8" fmla="*/ 6945 h 67150"/>
                <a:gd name="csX9" fmla="*/ 22368 w 44736"/>
                <a:gd name="csY9" fmla="*/ 0 h 67150"/>
                <a:gd name="csX10" fmla="*/ 38971 w 44736"/>
                <a:gd name="csY10" fmla="*/ 8625 h 67150"/>
                <a:gd name="csX11" fmla="*/ 44737 w 44736"/>
                <a:gd name="csY11" fmla="*/ 33602 h 67150"/>
                <a:gd name="csX12" fmla="*/ 38971 w 44736"/>
                <a:gd name="csY12" fmla="*/ 58568 h 67150"/>
                <a:gd name="csX13" fmla="*/ 22368 w 44736"/>
                <a:gd name="csY13" fmla="*/ 67151 h 67150"/>
                <a:gd name="csX14" fmla="*/ 5722 w 44736"/>
                <a:gd name="csY14" fmla="*/ 58568 h 67150"/>
                <a:gd name="csX15" fmla="*/ 0 w 44736"/>
                <a:gd name="csY15" fmla="*/ 33602 h 67150"/>
                <a:gd name="csX16" fmla="*/ 5722 w 44736"/>
                <a:gd name="csY16" fmla="*/ 8625 h 67150"/>
                <a:gd name="csX17" fmla="*/ 22368 w 44736"/>
                <a:gd name="csY17" fmla="*/ 0 h 6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4736" h="67150">
                  <a:moveTo>
                    <a:pt x="22368" y="6945"/>
                  </a:moveTo>
                  <a:cubicBezTo>
                    <a:pt x="17860" y="6945"/>
                    <a:pt x="14464" y="9167"/>
                    <a:pt x="12181" y="13612"/>
                  </a:cubicBezTo>
                  <a:cubicBezTo>
                    <a:pt x="9927" y="18035"/>
                    <a:pt x="8800" y="24698"/>
                    <a:pt x="8800" y="33602"/>
                  </a:cubicBezTo>
                  <a:cubicBezTo>
                    <a:pt x="8800" y="42470"/>
                    <a:pt x="9927" y="49129"/>
                    <a:pt x="12181" y="53581"/>
                  </a:cubicBezTo>
                  <a:cubicBezTo>
                    <a:pt x="14464" y="58004"/>
                    <a:pt x="17860" y="60216"/>
                    <a:pt x="22368" y="60216"/>
                  </a:cubicBezTo>
                  <a:cubicBezTo>
                    <a:pt x="26905" y="60216"/>
                    <a:pt x="30301" y="58004"/>
                    <a:pt x="32555" y="53581"/>
                  </a:cubicBezTo>
                  <a:cubicBezTo>
                    <a:pt x="34838" y="49129"/>
                    <a:pt x="35980" y="42470"/>
                    <a:pt x="35980" y="33602"/>
                  </a:cubicBezTo>
                  <a:cubicBezTo>
                    <a:pt x="35980" y="24698"/>
                    <a:pt x="34838" y="18035"/>
                    <a:pt x="32555" y="13612"/>
                  </a:cubicBezTo>
                  <a:cubicBezTo>
                    <a:pt x="30301" y="9167"/>
                    <a:pt x="26905" y="6945"/>
                    <a:pt x="22368" y="6945"/>
                  </a:cubicBezTo>
                  <a:moveTo>
                    <a:pt x="22368" y="0"/>
                  </a:moveTo>
                  <a:cubicBezTo>
                    <a:pt x="29622" y="0"/>
                    <a:pt x="35156" y="2875"/>
                    <a:pt x="38971" y="8625"/>
                  </a:cubicBezTo>
                  <a:cubicBezTo>
                    <a:pt x="42815" y="14354"/>
                    <a:pt x="44737" y="22679"/>
                    <a:pt x="44737" y="33602"/>
                  </a:cubicBezTo>
                  <a:cubicBezTo>
                    <a:pt x="44737" y="44496"/>
                    <a:pt x="42815" y="52818"/>
                    <a:pt x="38971" y="58568"/>
                  </a:cubicBezTo>
                  <a:cubicBezTo>
                    <a:pt x="35156" y="64290"/>
                    <a:pt x="29622" y="67151"/>
                    <a:pt x="22368" y="67151"/>
                  </a:cubicBezTo>
                  <a:cubicBezTo>
                    <a:pt x="15114" y="67151"/>
                    <a:pt x="9566" y="64290"/>
                    <a:pt x="5722" y="58568"/>
                  </a:cubicBezTo>
                  <a:cubicBezTo>
                    <a:pt x="1907" y="52818"/>
                    <a:pt x="0" y="44496"/>
                    <a:pt x="0" y="33602"/>
                  </a:cubicBezTo>
                  <a:cubicBezTo>
                    <a:pt x="0" y="22679"/>
                    <a:pt x="1907" y="14354"/>
                    <a:pt x="5722" y="8625"/>
                  </a:cubicBezTo>
                  <a:cubicBezTo>
                    <a:pt x="9566" y="2875"/>
                    <a:pt x="15114" y="0"/>
                    <a:pt x="22368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2" name="Freeform 3221">
              <a:extLst>
                <a:ext uri="{FF2B5EF4-FFF2-40B4-BE49-F238E27FC236}">
                  <a16:creationId xmlns:a16="http://schemas.microsoft.com/office/drawing/2014/main" id="{5830A63F-480A-DB05-568C-B72193D12BA4}"/>
                </a:ext>
              </a:extLst>
            </p:cNvPr>
            <p:cNvSpPr/>
            <p:nvPr/>
          </p:nvSpPr>
          <p:spPr>
            <a:xfrm>
              <a:off x="4556916" y="4020211"/>
              <a:ext cx="41096" cy="65892"/>
            </a:xfrm>
            <a:custGeom>
              <a:avLst/>
              <a:gdLst>
                <a:gd name="csX0" fmla="*/ 10534 w 41096"/>
                <a:gd name="csY0" fmla="*/ 58522 h 65892"/>
                <a:gd name="csX1" fmla="*/ 41096 w 41096"/>
                <a:gd name="csY1" fmla="*/ 58522 h 65892"/>
                <a:gd name="csX2" fmla="*/ 41096 w 41096"/>
                <a:gd name="csY2" fmla="*/ 65892 h 65892"/>
                <a:gd name="csX3" fmla="*/ 0 w 41096"/>
                <a:gd name="csY3" fmla="*/ 65892 h 65892"/>
                <a:gd name="csX4" fmla="*/ 0 w 41096"/>
                <a:gd name="csY4" fmla="*/ 58522 h 65892"/>
                <a:gd name="csX5" fmla="*/ 13569 w 41096"/>
                <a:gd name="csY5" fmla="*/ 44694 h 65892"/>
                <a:gd name="csX6" fmla="*/ 24406 w 41096"/>
                <a:gd name="csY6" fmla="*/ 33466 h 65892"/>
                <a:gd name="csX7" fmla="*/ 30259 w 41096"/>
                <a:gd name="csY7" fmla="*/ 25489 h 65892"/>
                <a:gd name="csX8" fmla="*/ 31950 w 41096"/>
                <a:gd name="csY8" fmla="*/ 19030 h 65892"/>
                <a:gd name="csX9" fmla="*/ 28308 w 41096"/>
                <a:gd name="csY9" fmla="*/ 10621 h 65892"/>
                <a:gd name="csX10" fmla="*/ 18901 w 41096"/>
                <a:gd name="csY10" fmla="*/ 7369 h 65892"/>
                <a:gd name="csX11" fmla="*/ 10188 w 41096"/>
                <a:gd name="csY11" fmla="*/ 8800 h 65892"/>
                <a:gd name="csX12" fmla="*/ 434 w 41096"/>
                <a:gd name="csY12" fmla="*/ 13135 h 65892"/>
                <a:gd name="csX13" fmla="*/ 434 w 41096"/>
                <a:gd name="csY13" fmla="*/ 4291 h 65892"/>
                <a:gd name="csX14" fmla="*/ 10318 w 41096"/>
                <a:gd name="csY14" fmla="*/ 1084 h 65892"/>
                <a:gd name="csX15" fmla="*/ 18727 w 41096"/>
                <a:gd name="csY15" fmla="*/ 0 h 65892"/>
                <a:gd name="csX16" fmla="*/ 34767 w 41096"/>
                <a:gd name="csY16" fmla="*/ 5029 h 65892"/>
                <a:gd name="csX17" fmla="*/ 40749 w 41096"/>
                <a:gd name="csY17" fmla="*/ 18467 h 65892"/>
                <a:gd name="csX18" fmla="*/ 39232 w 41096"/>
                <a:gd name="csY18" fmla="*/ 26053 h 65892"/>
                <a:gd name="csX19" fmla="*/ 33813 w 41096"/>
                <a:gd name="csY19" fmla="*/ 34463 h 65892"/>
                <a:gd name="csX20" fmla="*/ 26921 w 41096"/>
                <a:gd name="csY20" fmla="*/ 41746 h 65892"/>
                <a:gd name="csX21" fmla="*/ 10534 w 41096"/>
                <a:gd name="csY21" fmla="*/ 58522 h 65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1096" h="65892">
                  <a:moveTo>
                    <a:pt x="10534" y="58522"/>
                  </a:moveTo>
                  <a:lnTo>
                    <a:pt x="41096" y="58522"/>
                  </a:lnTo>
                  <a:lnTo>
                    <a:pt x="41096" y="65892"/>
                  </a:lnTo>
                  <a:lnTo>
                    <a:pt x="0" y="65892"/>
                  </a:lnTo>
                  <a:lnTo>
                    <a:pt x="0" y="58522"/>
                  </a:lnTo>
                  <a:cubicBezTo>
                    <a:pt x="3324" y="55083"/>
                    <a:pt x="7847" y="50473"/>
                    <a:pt x="13569" y="44694"/>
                  </a:cubicBezTo>
                  <a:cubicBezTo>
                    <a:pt x="19320" y="38884"/>
                    <a:pt x="22932" y="35142"/>
                    <a:pt x="24406" y="33466"/>
                  </a:cubicBezTo>
                  <a:cubicBezTo>
                    <a:pt x="27209" y="30316"/>
                    <a:pt x="29160" y="27657"/>
                    <a:pt x="30259" y="25489"/>
                  </a:cubicBezTo>
                  <a:cubicBezTo>
                    <a:pt x="31386" y="23293"/>
                    <a:pt x="31950" y="21140"/>
                    <a:pt x="31950" y="19030"/>
                  </a:cubicBezTo>
                  <a:cubicBezTo>
                    <a:pt x="31950" y="15591"/>
                    <a:pt x="30736" y="12788"/>
                    <a:pt x="28308" y="10621"/>
                  </a:cubicBezTo>
                  <a:cubicBezTo>
                    <a:pt x="25910" y="8453"/>
                    <a:pt x="22774" y="7369"/>
                    <a:pt x="18901" y="7369"/>
                  </a:cubicBezTo>
                  <a:cubicBezTo>
                    <a:pt x="16155" y="7369"/>
                    <a:pt x="13251" y="7846"/>
                    <a:pt x="10188" y="8800"/>
                  </a:cubicBezTo>
                  <a:cubicBezTo>
                    <a:pt x="7153" y="9753"/>
                    <a:pt x="3902" y="11199"/>
                    <a:pt x="434" y="13135"/>
                  </a:cubicBezTo>
                  <a:lnTo>
                    <a:pt x="434" y="4291"/>
                  </a:lnTo>
                  <a:cubicBezTo>
                    <a:pt x="3960" y="2875"/>
                    <a:pt x="7255" y="1806"/>
                    <a:pt x="10318" y="1084"/>
                  </a:cubicBezTo>
                  <a:cubicBezTo>
                    <a:pt x="13382" y="361"/>
                    <a:pt x="16185" y="0"/>
                    <a:pt x="18727" y="0"/>
                  </a:cubicBezTo>
                  <a:cubicBezTo>
                    <a:pt x="25432" y="0"/>
                    <a:pt x="30779" y="1676"/>
                    <a:pt x="34767" y="5029"/>
                  </a:cubicBezTo>
                  <a:cubicBezTo>
                    <a:pt x="38755" y="8381"/>
                    <a:pt x="40749" y="12860"/>
                    <a:pt x="40749" y="18467"/>
                  </a:cubicBezTo>
                  <a:cubicBezTo>
                    <a:pt x="40749" y="21125"/>
                    <a:pt x="40244" y="23654"/>
                    <a:pt x="39232" y="26053"/>
                  </a:cubicBezTo>
                  <a:cubicBezTo>
                    <a:pt x="38250" y="28423"/>
                    <a:pt x="36443" y="31226"/>
                    <a:pt x="33813" y="34463"/>
                  </a:cubicBezTo>
                  <a:cubicBezTo>
                    <a:pt x="33091" y="35301"/>
                    <a:pt x="30794" y="37728"/>
                    <a:pt x="26921" y="41746"/>
                  </a:cubicBezTo>
                  <a:cubicBezTo>
                    <a:pt x="23048" y="45734"/>
                    <a:pt x="17586" y="51326"/>
                    <a:pt x="10534" y="5852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3" name="Freeform 3222">
              <a:extLst>
                <a:ext uri="{FF2B5EF4-FFF2-40B4-BE49-F238E27FC236}">
                  <a16:creationId xmlns:a16="http://schemas.microsoft.com/office/drawing/2014/main" id="{0EF11C26-EEB8-157C-1CC7-404DF1EF4795}"/>
                </a:ext>
              </a:extLst>
            </p:cNvPr>
            <p:cNvSpPr/>
            <p:nvPr/>
          </p:nvSpPr>
          <p:spPr>
            <a:xfrm>
              <a:off x="4550847" y="3673083"/>
              <a:ext cx="47164" cy="64721"/>
            </a:xfrm>
            <a:custGeom>
              <a:avLst/>
              <a:gdLst>
                <a:gd name="csX0" fmla="*/ 29218 w 47164"/>
                <a:gd name="csY0" fmla="*/ 7629 h 64721"/>
                <a:gd name="csX1" fmla="*/ 7110 w 47164"/>
                <a:gd name="csY1" fmla="*/ 42179 h 64721"/>
                <a:gd name="csX2" fmla="*/ 29218 w 47164"/>
                <a:gd name="csY2" fmla="*/ 42179 h 64721"/>
                <a:gd name="csX3" fmla="*/ 29218 w 47164"/>
                <a:gd name="csY3" fmla="*/ 7629 h 64721"/>
                <a:gd name="csX4" fmla="*/ 26920 w 47164"/>
                <a:gd name="csY4" fmla="*/ 0 h 64721"/>
                <a:gd name="csX5" fmla="*/ 37932 w 47164"/>
                <a:gd name="csY5" fmla="*/ 0 h 64721"/>
                <a:gd name="csX6" fmla="*/ 37932 w 47164"/>
                <a:gd name="csY6" fmla="*/ 42179 h 64721"/>
                <a:gd name="csX7" fmla="*/ 47165 w 47164"/>
                <a:gd name="csY7" fmla="*/ 42179 h 64721"/>
                <a:gd name="csX8" fmla="*/ 47165 w 47164"/>
                <a:gd name="csY8" fmla="*/ 49462 h 64721"/>
                <a:gd name="csX9" fmla="*/ 37932 w 47164"/>
                <a:gd name="csY9" fmla="*/ 49462 h 64721"/>
                <a:gd name="csX10" fmla="*/ 37932 w 47164"/>
                <a:gd name="csY10" fmla="*/ 64721 h 64721"/>
                <a:gd name="csX11" fmla="*/ 29218 w 47164"/>
                <a:gd name="csY11" fmla="*/ 64721 h 64721"/>
                <a:gd name="csX12" fmla="*/ 29218 w 47164"/>
                <a:gd name="csY12" fmla="*/ 49462 h 64721"/>
                <a:gd name="csX13" fmla="*/ 0 w 47164"/>
                <a:gd name="csY13" fmla="*/ 49462 h 64721"/>
                <a:gd name="csX14" fmla="*/ 0 w 47164"/>
                <a:gd name="csY14" fmla="*/ 41008 h 64721"/>
                <a:gd name="csX15" fmla="*/ 26920 w 47164"/>
                <a:gd name="csY15" fmla="*/ 0 h 64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7164" h="64721">
                  <a:moveTo>
                    <a:pt x="29218" y="7629"/>
                  </a:moveTo>
                  <a:lnTo>
                    <a:pt x="7110" y="42179"/>
                  </a:lnTo>
                  <a:lnTo>
                    <a:pt x="29218" y="42179"/>
                  </a:lnTo>
                  <a:lnTo>
                    <a:pt x="29218" y="7629"/>
                  </a:lnTo>
                  <a:moveTo>
                    <a:pt x="26920" y="0"/>
                  </a:moveTo>
                  <a:lnTo>
                    <a:pt x="37932" y="0"/>
                  </a:lnTo>
                  <a:lnTo>
                    <a:pt x="37932" y="42179"/>
                  </a:lnTo>
                  <a:lnTo>
                    <a:pt x="47165" y="42179"/>
                  </a:lnTo>
                  <a:lnTo>
                    <a:pt x="47165" y="49462"/>
                  </a:lnTo>
                  <a:lnTo>
                    <a:pt x="37932" y="49462"/>
                  </a:lnTo>
                  <a:lnTo>
                    <a:pt x="37932" y="64721"/>
                  </a:lnTo>
                  <a:lnTo>
                    <a:pt x="29218" y="64721"/>
                  </a:lnTo>
                  <a:lnTo>
                    <a:pt x="29218" y="49462"/>
                  </a:lnTo>
                  <a:lnTo>
                    <a:pt x="0" y="49462"/>
                  </a:lnTo>
                  <a:lnTo>
                    <a:pt x="0" y="41008"/>
                  </a:lnTo>
                  <a:lnTo>
                    <a:pt x="26920" y="0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4" name="Freeform 3223">
              <a:extLst>
                <a:ext uri="{FF2B5EF4-FFF2-40B4-BE49-F238E27FC236}">
                  <a16:creationId xmlns:a16="http://schemas.microsoft.com/office/drawing/2014/main" id="{3A393CFB-3009-D00E-5078-08CABD4B0098}"/>
                </a:ext>
              </a:extLst>
            </p:cNvPr>
            <p:cNvSpPr/>
            <p:nvPr/>
          </p:nvSpPr>
          <p:spPr>
            <a:xfrm>
              <a:off x="4553318" y="3323614"/>
              <a:ext cx="44693" cy="67149"/>
            </a:xfrm>
            <a:custGeom>
              <a:avLst/>
              <a:gdLst>
                <a:gd name="csX0" fmla="*/ 23105 w 44693"/>
                <a:gd name="csY0" fmla="*/ 30042 h 67149"/>
                <a:gd name="csX1" fmla="*/ 13743 w 44693"/>
                <a:gd name="csY1" fmla="*/ 34073 h 67149"/>
                <a:gd name="csX2" fmla="*/ 10317 w 44693"/>
                <a:gd name="csY2" fmla="*/ 45127 h 67149"/>
                <a:gd name="csX3" fmla="*/ 13743 w 44693"/>
                <a:gd name="csY3" fmla="*/ 56182 h 67149"/>
                <a:gd name="csX4" fmla="*/ 23105 w 44693"/>
                <a:gd name="csY4" fmla="*/ 60213 h 67149"/>
                <a:gd name="csX5" fmla="*/ 32426 w 44693"/>
                <a:gd name="csY5" fmla="*/ 56182 h 67149"/>
                <a:gd name="csX6" fmla="*/ 35894 w 44693"/>
                <a:gd name="csY6" fmla="*/ 45127 h 67149"/>
                <a:gd name="csX7" fmla="*/ 32426 w 44693"/>
                <a:gd name="csY7" fmla="*/ 34073 h 67149"/>
                <a:gd name="csX8" fmla="*/ 23105 w 44693"/>
                <a:gd name="csY8" fmla="*/ 30042 h 67149"/>
                <a:gd name="csX9" fmla="*/ 40489 w 44693"/>
                <a:gd name="csY9" fmla="*/ 2601 h 67149"/>
                <a:gd name="csX10" fmla="*/ 40489 w 44693"/>
                <a:gd name="csY10" fmla="*/ 10577 h 67149"/>
                <a:gd name="csX11" fmla="*/ 33813 w 44693"/>
                <a:gd name="csY11" fmla="*/ 8193 h 67149"/>
                <a:gd name="csX12" fmla="*/ 27180 w 44693"/>
                <a:gd name="csY12" fmla="*/ 7370 h 67149"/>
                <a:gd name="csX13" fmla="*/ 13916 w 44693"/>
                <a:gd name="csY13" fmla="*/ 13222 h 67149"/>
                <a:gd name="csX14" fmla="*/ 8713 w 44693"/>
                <a:gd name="csY14" fmla="*/ 30908 h 67149"/>
                <a:gd name="csX15" fmla="*/ 15129 w 44693"/>
                <a:gd name="csY15" fmla="*/ 25143 h 67149"/>
                <a:gd name="csX16" fmla="*/ 23626 w 44693"/>
                <a:gd name="csY16" fmla="*/ 23106 h 67149"/>
                <a:gd name="csX17" fmla="*/ 39015 w 44693"/>
                <a:gd name="csY17" fmla="*/ 29044 h 67149"/>
                <a:gd name="csX18" fmla="*/ 44694 w 44693"/>
                <a:gd name="csY18" fmla="*/ 45127 h 67149"/>
                <a:gd name="csX19" fmla="*/ 38799 w 44693"/>
                <a:gd name="csY19" fmla="*/ 61124 h 67149"/>
                <a:gd name="csX20" fmla="*/ 23105 w 44693"/>
                <a:gd name="csY20" fmla="*/ 67149 h 67149"/>
                <a:gd name="csX21" fmla="*/ 5939 w 44693"/>
                <a:gd name="csY21" fmla="*/ 58566 h 67149"/>
                <a:gd name="csX22" fmla="*/ 0 w 44693"/>
                <a:gd name="csY22" fmla="*/ 33597 h 67149"/>
                <a:gd name="csX23" fmla="*/ 7283 w 44693"/>
                <a:gd name="csY23" fmla="*/ 9147 h 67149"/>
                <a:gd name="csX24" fmla="*/ 26833 w 44693"/>
                <a:gd name="csY24" fmla="*/ 0 h 67149"/>
                <a:gd name="csX25" fmla="*/ 33466 w 44693"/>
                <a:gd name="csY25" fmla="*/ 651 h 67149"/>
                <a:gd name="csX26" fmla="*/ 40489 w 44693"/>
                <a:gd name="csY26" fmla="*/ 2601 h 67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4693" h="67149">
                  <a:moveTo>
                    <a:pt x="23105" y="30042"/>
                  </a:moveTo>
                  <a:cubicBezTo>
                    <a:pt x="19175" y="30042"/>
                    <a:pt x="16054" y="31385"/>
                    <a:pt x="13743" y="34073"/>
                  </a:cubicBezTo>
                  <a:cubicBezTo>
                    <a:pt x="11459" y="36761"/>
                    <a:pt x="10317" y="40446"/>
                    <a:pt x="10317" y="45127"/>
                  </a:cubicBezTo>
                  <a:cubicBezTo>
                    <a:pt x="10317" y="49780"/>
                    <a:pt x="11459" y="53465"/>
                    <a:pt x="13743" y="56182"/>
                  </a:cubicBezTo>
                  <a:cubicBezTo>
                    <a:pt x="16054" y="58869"/>
                    <a:pt x="19175" y="60213"/>
                    <a:pt x="23105" y="60213"/>
                  </a:cubicBezTo>
                  <a:cubicBezTo>
                    <a:pt x="27036" y="60213"/>
                    <a:pt x="30143" y="58869"/>
                    <a:pt x="32426" y="56182"/>
                  </a:cubicBezTo>
                  <a:cubicBezTo>
                    <a:pt x="34738" y="53465"/>
                    <a:pt x="35894" y="49780"/>
                    <a:pt x="35894" y="45127"/>
                  </a:cubicBezTo>
                  <a:cubicBezTo>
                    <a:pt x="35894" y="40446"/>
                    <a:pt x="34738" y="36761"/>
                    <a:pt x="32426" y="34073"/>
                  </a:cubicBezTo>
                  <a:cubicBezTo>
                    <a:pt x="30143" y="31385"/>
                    <a:pt x="27036" y="30042"/>
                    <a:pt x="23105" y="30042"/>
                  </a:cubicBezTo>
                  <a:moveTo>
                    <a:pt x="40489" y="2601"/>
                  </a:moveTo>
                  <a:lnTo>
                    <a:pt x="40489" y="10577"/>
                  </a:lnTo>
                  <a:cubicBezTo>
                    <a:pt x="38293" y="9537"/>
                    <a:pt x="36067" y="8742"/>
                    <a:pt x="33813" y="8193"/>
                  </a:cubicBezTo>
                  <a:cubicBezTo>
                    <a:pt x="31588" y="7644"/>
                    <a:pt x="29377" y="7370"/>
                    <a:pt x="27180" y="7370"/>
                  </a:cubicBezTo>
                  <a:cubicBezTo>
                    <a:pt x="21401" y="7370"/>
                    <a:pt x="16979" y="9321"/>
                    <a:pt x="13916" y="13222"/>
                  </a:cubicBezTo>
                  <a:cubicBezTo>
                    <a:pt x="10881" y="17123"/>
                    <a:pt x="9147" y="23019"/>
                    <a:pt x="8713" y="30908"/>
                  </a:cubicBezTo>
                  <a:cubicBezTo>
                    <a:pt x="10419" y="28394"/>
                    <a:pt x="12558" y="26472"/>
                    <a:pt x="15129" y="25143"/>
                  </a:cubicBezTo>
                  <a:cubicBezTo>
                    <a:pt x="17701" y="23785"/>
                    <a:pt x="20534" y="23106"/>
                    <a:pt x="23626" y="23106"/>
                  </a:cubicBezTo>
                  <a:cubicBezTo>
                    <a:pt x="30128" y="23106"/>
                    <a:pt x="35258" y="25086"/>
                    <a:pt x="39015" y="29044"/>
                  </a:cubicBezTo>
                  <a:cubicBezTo>
                    <a:pt x="42801" y="32975"/>
                    <a:pt x="44694" y="38336"/>
                    <a:pt x="44694" y="45127"/>
                  </a:cubicBezTo>
                  <a:cubicBezTo>
                    <a:pt x="44694" y="51774"/>
                    <a:pt x="42729" y="57106"/>
                    <a:pt x="38799" y="61124"/>
                  </a:cubicBezTo>
                  <a:cubicBezTo>
                    <a:pt x="34868" y="65141"/>
                    <a:pt x="29637" y="67149"/>
                    <a:pt x="23105" y="67149"/>
                  </a:cubicBezTo>
                  <a:cubicBezTo>
                    <a:pt x="15621" y="67149"/>
                    <a:pt x="9899" y="64288"/>
                    <a:pt x="5939" y="58566"/>
                  </a:cubicBezTo>
                  <a:cubicBezTo>
                    <a:pt x="1980" y="52815"/>
                    <a:pt x="0" y="44492"/>
                    <a:pt x="0" y="33597"/>
                  </a:cubicBezTo>
                  <a:cubicBezTo>
                    <a:pt x="0" y="23366"/>
                    <a:pt x="2428" y="15216"/>
                    <a:pt x="7283" y="9147"/>
                  </a:cubicBezTo>
                  <a:cubicBezTo>
                    <a:pt x="12138" y="3049"/>
                    <a:pt x="18655" y="0"/>
                    <a:pt x="26833" y="0"/>
                  </a:cubicBezTo>
                  <a:cubicBezTo>
                    <a:pt x="29030" y="0"/>
                    <a:pt x="31241" y="217"/>
                    <a:pt x="33466" y="651"/>
                  </a:cubicBezTo>
                  <a:cubicBezTo>
                    <a:pt x="35721" y="1084"/>
                    <a:pt x="38062" y="1735"/>
                    <a:pt x="40489" y="260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5" name="Freeform 3224">
              <a:extLst>
                <a:ext uri="{FF2B5EF4-FFF2-40B4-BE49-F238E27FC236}">
                  <a16:creationId xmlns:a16="http://schemas.microsoft.com/office/drawing/2014/main" id="{D2890DB3-734B-D741-C383-7738EFC6D9E7}"/>
                </a:ext>
              </a:extLst>
            </p:cNvPr>
            <p:cNvSpPr/>
            <p:nvPr/>
          </p:nvSpPr>
          <p:spPr>
            <a:xfrm>
              <a:off x="4423234" y="4007963"/>
              <a:ext cx="72387" cy="71535"/>
            </a:xfrm>
            <a:custGeom>
              <a:avLst/>
              <a:gdLst>
                <a:gd name="csX0" fmla="*/ 70132 w 72387"/>
                <a:gd name="csY0" fmla="*/ 71536 h 71535"/>
                <a:gd name="csX1" fmla="*/ 66974 w 72387"/>
                <a:gd name="csY1" fmla="*/ 71536 h 71535"/>
                <a:gd name="csX2" fmla="*/ 66974 w 72387"/>
                <a:gd name="csY2" fmla="*/ 69079 h 71535"/>
                <a:gd name="csX3" fmla="*/ 66071 w 72387"/>
                <a:gd name="csY3" fmla="*/ 62261 h 71535"/>
                <a:gd name="csX4" fmla="*/ 62111 w 72387"/>
                <a:gd name="csY4" fmla="*/ 60958 h 71535"/>
                <a:gd name="csX5" fmla="*/ 8021 w 72387"/>
                <a:gd name="csY5" fmla="*/ 60958 h 71535"/>
                <a:gd name="csX6" fmla="*/ 4161 w 72387"/>
                <a:gd name="csY6" fmla="*/ 62261 h 71535"/>
                <a:gd name="csX7" fmla="*/ 3208 w 72387"/>
                <a:gd name="csY7" fmla="*/ 69079 h 71535"/>
                <a:gd name="csX8" fmla="*/ 3208 w 72387"/>
                <a:gd name="csY8" fmla="*/ 71536 h 71535"/>
                <a:gd name="csX9" fmla="*/ 0 w 72387"/>
                <a:gd name="csY9" fmla="*/ 71536 h 71535"/>
                <a:gd name="csX10" fmla="*/ 0 w 72387"/>
                <a:gd name="csY10" fmla="*/ 39301 h 71535"/>
                <a:gd name="csX11" fmla="*/ 5514 w 72387"/>
                <a:gd name="csY11" fmla="*/ 20353 h 71535"/>
                <a:gd name="csX12" fmla="*/ 18498 w 72387"/>
                <a:gd name="csY12" fmla="*/ 12532 h 71535"/>
                <a:gd name="csX13" fmla="*/ 28775 w 72387"/>
                <a:gd name="csY13" fmla="*/ 17596 h 71535"/>
                <a:gd name="csX14" fmla="*/ 35241 w 72387"/>
                <a:gd name="csY14" fmla="*/ 30479 h 71535"/>
                <a:gd name="csX15" fmla="*/ 47122 w 72387"/>
                <a:gd name="csY15" fmla="*/ 17947 h 71535"/>
                <a:gd name="csX16" fmla="*/ 55343 w 72387"/>
                <a:gd name="csY16" fmla="*/ 16644 h 71535"/>
                <a:gd name="csX17" fmla="*/ 59805 w 72387"/>
                <a:gd name="csY17" fmla="*/ 15992 h 71535"/>
                <a:gd name="csX18" fmla="*/ 63364 w 72387"/>
                <a:gd name="csY18" fmla="*/ 15240 h 71535"/>
                <a:gd name="csX19" fmla="*/ 66422 w 72387"/>
                <a:gd name="csY19" fmla="*/ 14338 h 71535"/>
                <a:gd name="csX20" fmla="*/ 68427 w 72387"/>
                <a:gd name="csY20" fmla="*/ 13134 h 71535"/>
                <a:gd name="csX21" fmla="*/ 69781 w 72387"/>
                <a:gd name="csY21" fmla="*/ 11530 h 71535"/>
                <a:gd name="csX22" fmla="*/ 70132 w 72387"/>
                <a:gd name="csY22" fmla="*/ 9324 h 71535"/>
                <a:gd name="csX23" fmla="*/ 68026 w 72387"/>
                <a:gd name="csY23" fmla="*/ 4963 h 71535"/>
                <a:gd name="csX24" fmla="*/ 61008 w 72387"/>
                <a:gd name="csY24" fmla="*/ 2557 h 71535"/>
                <a:gd name="csX25" fmla="*/ 59354 w 72387"/>
                <a:gd name="csY25" fmla="*/ 1303 h 71535"/>
                <a:gd name="csX26" fmla="*/ 61008 w 72387"/>
                <a:gd name="csY26" fmla="*/ 0 h 71535"/>
                <a:gd name="csX27" fmla="*/ 64166 w 72387"/>
                <a:gd name="csY27" fmla="*/ 401 h 71535"/>
                <a:gd name="csX28" fmla="*/ 67776 w 72387"/>
                <a:gd name="csY28" fmla="*/ 1804 h 71535"/>
                <a:gd name="csX29" fmla="*/ 71034 w 72387"/>
                <a:gd name="csY29" fmla="*/ 4863 h 71535"/>
                <a:gd name="csX30" fmla="*/ 72388 w 72387"/>
                <a:gd name="csY30" fmla="*/ 9725 h 71535"/>
                <a:gd name="csX31" fmla="*/ 68077 w 72387"/>
                <a:gd name="csY31" fmla="*/ 22659 h 71535"/>
                <a:gd name="csX32" fmla="*/ 63815 w 72387"/>
                <a:gd name="csY32" fmla="*/ 25667 h 71535"/>
                <a:gd name="csX33" fmla="*/ 59504 w 72387"/>
                <a:gd name="csY33" fmla="*/ 26719 h 71535"/>
                <a:gd name="csX34" fmla="*/ 53388 w 72387"/>
                <a:gd name="csY34" fmla="*/ 26870 h 71535"/>
                <a:gd name="csX35" fmla="*/ 44816 w 72387"/>
                <a:gd name="csY35" fmla="*/ 27521 h 71535"/>
                <a:gd name="csX36" fmla="*/ 39653 w 72387"/>
                <a:gd name="csY36" fmla="*/ 30780 h 71535"/>
                <a:gd name="csX37" fmla="*/ 36144 w 72387"/>
                <a:gd name="csY37" fmla="*/ 40354 h 71535"/>
                <a:gd name="csX38" fmla="*/ 36144 w 72387"/>
                <a:gd name="csY38" fmla="*/ 52136 h 71535"/>
                <a:gd name="csX39" fmla="*/ 62111 w 72387"/>
                <a:gd name="csY39" fmla="*/ 52136 h 71535"/>
                <a:gd name="csX40" fmla="*/ 66021 w 72387"/>
                <a:gd name="csY40" fmla="*/ 50882 h 71535"/>
                <a:gd name="csX41" fmla="*/ 66974 w 72387"/>
                <a:gd name="csY41" fmla="*/ 44014 h 71535"/>
                <a:gd name="csX42" fmla="*/ 66974 w 72387"/>
                <a:gd name="csY42" fmla="*/ 41557 h 71535"/>
                <a:gd name="csX43" fmla="*/ 70132 w 72387"/>
                <a:gd name="csY43" fmla="*/ 41557 h 71535"/>
                <a:gd name="csX44" fmla="*/ 69831 w 72387"/>
                <a:gd name="csY44" fmla="*/ 56547 h 71535"/>
                <a:gd name="csX45" fmla="*/ 70132 w 72387"/>
                <a:gd name="csY45" fmla="*/ 71536 h 71535"/>
                <a:gd name="csX46" fmla="*/ 33888 w 72387"/>
                <a:gd name="csY46" fmla="*/ 52136 h 71535"/>
                <a:gd name="csX47" fmla="*/ 33888 w 72387"/>
                <a:gd name="csY47" fmla="*/ 40756 h 71535"/>
                <a:gd name="csX48" fmla="*/ 32584 w 72387"/>
                <a:gd name="csY48" fmla="*/ 31632 h 71535"/>
                <a:gd name="csX49" fmla="*/ 28825 w 72387"/>
                <a:gd name="csY49" fmla="*/ 26168 h 71535"/>
                <a:gd name="csX50" fmla="*/ 24012 w 72387"/>
                <a:gd name="csY50" fmla="*/ 23762 h 71535"/>
                <a:gd name="csX51" fmla="*/ 18498 w 72387"/>
                <a:gd name="csY51" fmla="*/ 23110 h 71535"/>
                <a:gd name="csX52" fmla="*/ 12182 w 72387"/>
                <a:gd name="csY52" fmla="*/ 23912 h 71535"/>
                <a:gd name="csX53" fmla="*/ 7870 w 72387"/>
                <a:gd name="csY53" fmla="*/ 26469 h 71535"/>
                <a:gd name="csX54" fmla="*/ 5264 w 72387"/>
                <a:gd name="csY54" fmla="*/ 29977 h 71535"/>
                <a:gd name="csX55" fmla="*/ 3810 w 72387"/>
                <a:gd name="csY55" fmla="*/ 34439 h 71535"/>
                <a:gd name="csX56" fmla="*/ 3309 w 72387"/>
                <a:gd name="csY56" fmla="*/ 39001 h 71535"/>
                <a:gd name="csX57" fmla="*/ 3208 w 72387"/>
                <a:gd name="csY57" fmla="*/ 43813 h 71535"/>
                <a:gd name="csX58" fmla="*/ 3409 w 72387"/>
                <a:gd name="csY58" fmla="*/ 49880 h 71535"/>
                <a:gd name="csX59" fmla="*/ 4060 w 72387"/>
                <a:gd name="csY59" fmla="*/ 51484 h 71535"/>
                <a:gd name="csX60" fmla="*/ 5264 w 72387"/>
                <a:gd name="csY60" fmla="*/ 52035 h 71535"/>
                <a:gd name="csX61" fmla="*/ 7319 w 72387"/>
                <a:gd name="csY61" fmla="*/ 52136 h 71535"/>
                <a:gd name="csX62" fmla="*/ 33888 w 72387"/>
                <a:gd name="csY62" fmla="*/ 52136 h 71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72387" h="71535">
                  <a:moveTo>
                    <a:pt x="70132" y="71536"/>
                  </a:moveTo>
                  <a:lnTo>
                    <a:pt x="66974" y="71536"/>
                  </a:lnTo>
                  <a:lnTo>
                    <a:pt x="66974" y="69079"/>
                  </a:lnTo>
                  <a:cubicBezTo>
                    <a:pt x="66974" y="65370"/>
                    <a:pt x="66673" y="63097"/>
                    <a:pt x="66071" y="62261"/>
                  </a:cubicBezTo>
                  <a:cubicBezTo>
                    <a:pt x="65436" y="61392"/>
                    <a:pt x="64116" y="60958"/>
                    <a:pt x="62111" y="60958"/>
                  </a:cubicBezTo>
                  <a:lnTo>
                    <a:pt x="8021" y="60958"/>
                  </a:lnTo>
                  <a:cubicBezTo>
                    <a:pt x="6049" y="60958"/>
                    <a:pt x="4762" y="61392"/>
                    <a:pt x="4161" y="62261"/>
                  </a:cubicBezTo>
                  <a:cubicBezTo>
                    <a:pt x="3526" y="63130"/>
                    <a:pt x="3208" y="65403"/>
                    <a:pt x="3208" y="69079"/>
                  </a:cubicBezTo>
                  <a:lnTo>
                    <a:pt x="3208" y="71536"/>
                  </a:lnTo>
                  <a:lnTo>
                    <a:pt x="0" y="71536"/>
                  </a:lnTo>
                  <a:lnTo>
                    <a:pt x="0" y="39301"/>
                  </a:lnTo>
                  <a:cubicBezTo>
                    <a:pt x="0" y="31849"/>
                    <a:pt x="1838" y="25533"/>
                    <a:pt x="5514" y="20353"/>
                  </a:cubicBezTo>
                  <a:cubicBezTo>
                    <a:pt x="9157" y="15139"/>
                    <a:pt x="13485" y="12532"/>
                    <a:pt x="18498" y="12532"/>
                  </a:cubicBezTo>
                  <a:cubicBezTo>
                    <a:pt x="22341" y="12532"/>
                    <a:pt x="25767" y="14220"/>
                    <a:pt x="28775" y="17596"/>
                  </a:cubicBezTo>
                  <a:cubicBezTo>
                    <a:pt x="31782" y="20971"/>
                    <a:pt x="33938" y="25266"/>
                    <a:pt x="35241" y="30479"/>
                  </a:cubicBezTo>
                  <a:cubicBezTo>
                    <a:pt x="37581" y="23695"/>
                    <a:pt x="41541" y="19517"/>
                    <a:pt x="47122" y="17947"/>
                  </a:cubicBezTo>
                  <a:lnTo>
                    <a:pt x="55343" y="16644"/>
                  </a:lnTo>
                  <a:cubicBezTo>
                    <a:pt x="57315" y="16376"/>
                    <a:pt x="58802" y="16159"/>
                    <a:pt x="59805" y="15992"/>
                  </a:cubicBezTo>
                  <a:cubicBezTo>
                    <a:pt x="60808" y="15792"/>
                    <a:pt x="61994" y="15541"/>
                    <a:pt x="63364" y="15240"/>
                  </a:cubicBezTo>
                  <a:cubicBezTo>
                    <a:pt x="64735" y="14939"/>
                    <a:pt x="65754" y="14638"/>
                    <a:pt x="66422" y="14338"/>
                  </a:cubicBezTo>
                  <a:cubicBezTo>
                    <a:pt x="67057" y="14003"/>
                    <a:pt x="67726" y="13602"/>
                    <a:pt x="68427" y="13134"/>
                  </a:cubicBezTo>
                  <a:cubicBezTo>
                    <a:pt x="69096" y="12666"/>
                    <a:pt x="69547" y="12132"/>
                    <a:pt x="69781" y="11530"/>
                  </a:cubicBezTo>
                  <a:cubicBezTo>
                    <a:pt x="70015" y="10895"/>
                    <a:pt x="70132" y="10159"/>
                    <a:pt x="70132" y="9324"/>
                  </a:cubicBezTo>
                  <a:cubicBezTo>
                    <a:pt x="70132" y="7753"/>
                    <a:pt x="69430" y="6299"/>
                    <a:pt x="68026" y="4963"/>
                  </a:cubicBezTo>
                  <a:cubicBezTo>
                    <a:pt x="66623" y="3626"/>
                    <a:pt x="64283" y="2824"/>
                    <a:pt x="61008" y="2557"/>
                  </a:cubicBezTo>
                  <a:cubicBezTo>
                    <a:pt x="59905" y="2423"/>
                    <a:pt x="59354" y="2005"/>
                    <a:pt x="59354" y="1303"/>
                  </a:cubicBezTo>
                  <a:cubicBezTo>
                    <a:pt x="59354" y="434"/>
                    <a:pt x="59905" y="0"/>
                    <a:pt x="61008" y="0"/>
                  </a:cubicBezTo>
                  <a:cubicBezTo>
                    <a:pt x="61977" y="0"/>
                    <a:pt x="63030" y="134"/>
                    <a:pt x="64166" y="401"/>
                  </a:cubicBezTo>
                  <a:cubicBezTo>
                    <a:pt x="65269" y="669"/>
                    <a:pt x="66472" y="1136"/>
                    <a:pt x="67776" y="1804"/>
                  </a:cubicBezTo>
                  <a:cubicBezTo>
                    <a:pt x="69079" y="2440"/>
                    <a:pt x="70165" y="3459"/>
                    <a:pt x="71034" y="4863"/>
                  </a:cubicBezTo>
                  <a:cubicBezTo>
                    <a:pt x="71937" y="6266"/>
                    <a:pt x="72388" y="7887"/>
                    <a:pt x="72388" y="9725"/>
                  </a:cubicBezTo>
                  <a:cubicBezTo>
                    <a:pt x="72388" y="15072"/>
                    <a:pt x="70951" y="19384"/>
                    <a:pt x="68077" y="22659"/>
                  </a:cubicBezTo>
                  <a:cubicBezTo>
                    <a:pt x="66840" y="24029"/>
                    <a:pt x="65420" y="25032"/>
                    <a:pt x="63815" y="25667"/>
                  </a:cubicBezTo>
                  <a:cubicBezTo>
                    <a:pt x="62211" y="26268"/>
                    <a:pt x="60774" y="26619"/>
                    <a:pt x="59504" y="26719"/>
                  </a:cubicBezTo>
                  <a:cubicBezTo>
                    <a:pt x="58234" y="26819"/>
                    <a:pt x="56196" y="26870"/>
                    <a:pt x="53388" y="26870"/>
                  </a:cubicBezTo>
                  <a:cubicBezTo>
                    <a:pt x="49411" y="26870"/>
                    <a:pt x="46554" y="27087"/>
                    <a:pt x="44816" y="27521"/>
                  </a:cubicBezTo>
                  <a:cubicBezTo>
                    <a:pt x="43078" y="27922"/>
                    <a:pt x="41357" y="29009"/>
                    <a:pt x="39653" y="30780"/>
                  </a:cubicBezTo>
                  <a:cubicBezTo>
                    <a:pt x="37313" y="33186"/>
                    <a:pt x="36144" y="36378"/>
                    <a:pt x="36144" y="40354"/>
                  </a:cubicBezTo>
                  <a:lnTo>
                    <a:pt x="36144" y="52136"/>
                  </a:lnTo>
                  <a:lnTo>
                    <a:pt x="62111" y="52136"/>
                  </a:lnTo>
                  <a:cubicBezTo>
                    <a:pt x="64083" y="52136"/>
                    <a:pt x="65386" y="51718"/>
                    <a:pt x="66021" y="50882"/>
                  </a:cubicBezTo>
                  <a:cubicBezTo>
                    <a:pt x="66656" y="50013"/>
                    <a:pt x="66974" y="47724"/>
                    <a:pt x="66974" y="44014"/>
                  </a:cubicBezTo>
                  <a:lnTo>
                    <a:pt x="66974" y="41557"/>
                  </a:lnTo>
                  <a:lnTo>
                    <a:pt x="70132" y="41557"/>
                  </a:lnTo>
                  <a:cubicBezTo>
                    <a:pt x="69931" y="44031"/>
                    <a:pt x="69831" y="49027"/>
                    <a:pt x="69831" y="56547"/>
                  </a:cubicBezTo>
                  <a:cubicBezTo>
                    <a:pt x="69831" y="64066"/>
                    <a:pt x="69931" y="69062"/>
                    <a:pt x="70132" y="71536"/>
                  </a:cubicBezTo>
                  <a:moveTo>
                    <a:pt x="33888" y="52136"/>
                  </a:moveTo>
                  <a:lnTo>
                    <a:pt x="33888" y="40756"/>
                  </a:lnTo>
                  <a:cubicBezTo>
                    <a:pt x="33888" y="37113"/>
                    <a:pt x="33453" y="34072"/>
                    <a:pt x="32584" y="31632"/>
                  </a:cubicBezTo>
                  <a:cubicBezTo>
                    <a:pt x="31682" y="29159"/>
                    <a:pt x="30429" y="27338"/>
                    <a:pt x="28825" y="26168"/>
                  </a:cubicBezTo>
                  <a:cubicBezTo>
                    <a:pt x="27221" y="24999"/>
                    <a:pt x="25616" y="24197"/>
                    <a:pt x="24012" y="23762"/>
                  </a:cubicBezTo>
                  <a:cubicBezTo>
                    <a:pt x="22375" y="23328"/>
                    <a:pt x="20537" y="23110"/>
                    <a:pt x="18498" y="23110"/>
                  </a:cubicBezTo>
                  <a:cubicBezTo>
                    <a:pt x="16092" y="23110"/>
                    <a:pt x="13986" y="23378"/>
                    <a:pt x="12182" y="23912"/>
                  </a:cubicBezTo>
                  <a:cubicBezTo>
                    <a:pt x="10377" y="24447"/>
                    <a:pt x="8940" y="25299"/>
                    <a:pt x="7870" y="26469"/>
                  </a:cubicBezTo>
                  <a:cubicBezTo>
                    <a:pt x="6801" y="27639"/>
                    <a:pt x="5932" y="28808"/>
                    <a:pt x="5264" y="29977"/>
                  </a:cubicBezTo>
                  <a:cubicBezTo>
                    <a:pt x="4562" y="31147"/>
                    <a:pt x="4077" y="32635"/>
                    <a:pt x="3810" y="34439"/>
                  </a:cubicBezTo>
                  <a:cubicBezTo>
                    <a:pt x="3542" y="36244"/>
                    <a:pt x="3375" y="37764"/>
                    <a:pt x="3309" y="39001"/>
                  </a:cubicBezTo>
                  <a:cubicBezTo>
                    <a:pt x="3242" y="40238"/>
                    <a:pt x="3208" y="41842"/>
                    <a:pt x="3208" y="43813"/>
                  </a:cubicBezTo>
                  <a:cubicBezTo>
                    <a:pt x="3208" y="47155"/>
                    <a:pt x="3275" y="49178"/>
                    <a:pt x="3409" y="49880"/>
                  </a:cubicBezTo>
                  <a:cubicBezTo>
                    <a:pt x="3476" y="50648"/>
                    <a:pt x="3693" y="51183"/>
                    <a:pt x="4060" y="51484"/>
                  </a:cubicBezTo>
                  <a:cubicBezTo>
                    <a:pt x="4428" y="51784"/>
                    <a:pt x="4829" y="51968"/>
                    <a:pt x="5264" y="52035"/>
                  </a:cubicBezTo>
                  <a:cubicBezTo>
                    <a:pt x="5665" y="52102"/>
                    <a:pt x="6350" y="52136"/>
                    <a:pt x="7319" y="52136"/>
                  </a:cubicBezTo>
                  <a:lnTo>
                    <a:pt x="33888" y="5213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" name="Freeform 3225">
              <a:extLst>
                <a:ext uri="{FF2B5EF4-FFF2-40B4-BE49-F238E27FC236}">
                  <a16:creationId xmlns:a16="http://schemas.microsoft.com/office/drawing/2014/main" id="{646484A4-F0C6-3DAE-F92B-8FE1D6463BBD}"/>
                </a:ext>
              </a:extLst>
            </p:cNvPr>
            <p:cNvSpPr/>
            <p:nvPr/>
          </p:nvSpPr>
          <p:spPr>
            <a:xfrm>
              <a:off x="4447347" y="3964620"/>
              <a:ext cx="47172" cy="39753"/>
            </a:xfrm>
            <a:custGeom>
              <a:avLst/>
              <a:gdLst>
                <a:gd name="csX0" fmla="*/ 23411 w 47172"/>
                <a:gd name="csY0" fmla="*/ 39753 h 39753"/>
                <a:gd name="csX1" fmla="*/ 6868 w 47172"/>
                <a:gd name="csY1" fmla="*/ 33538 h 39753"/>
                <a:gd name="csX2" fmla="*/ 0 w 47172"/>
                <a:gd name="csY2" fmla="*/ 18399 h 39753"/>
                <a:gd name="csX3" fmla="*/ 5865 w 47172"/>
                <a:gd name="csY3" fmla="*/ 4713 h 39753"/>
                <a:gd name="csX4" fmla="*/ 20152 w 47172"/>
                <a:gd name="csY4" fmla="*/ 0 h 39753"/>
                <a:gd name="csX5" fmla="*/ 22007 w 47172"/>
                <a:gd name="csY5" fmla="*/ 401 h 39753"/>
                <a:gd name="csX6" fmla="*/ 22308 w 47172"/>
                <a:gd name="csY6" fmla="*/ 2558 h 39753"/>
                <a:gd name="csX7" fmla="*/ 22308 w 47172"/>
                <a:gd name="csY7" fmla="*/ 31232 h 39753"/>
                <a:gd name="csX8" fmla="*/ 37698 w 47172"/>
                <a:gd name="csY8" fmla="*/ 28123 h 39753"/>
                <a:gd name="csX9" fmla="*/ 44566 w 47172"/>
                <a:gd name="csY9" fmla="*/ 16543 h 39753"/>
                <a:gd name="csX10" fmla="*/ 44365 w 47172"/>
                <a:gd name="csY10" fmla="*/ 14338 h 39753"/>
                <a:gd name="csX11" fmla="*/ 43312 w 47172"/>
                <a:gd name="csY11" fmla="*/ 10678 h 39753"/>
                <a:gd name="csX12" fmla="*/ 40054 w 47172"/>
                <a:gd name="csY12" fmla="*/ 6066 h 39753"/>
                <a:gd name="csX13" fmla="*/ 33988 w 47172"/>
                <a:gd name="csY13" fmla="*/ 2657 h 39753"/>
                <a:gd name="csX14" fmla="*/ 32584 w 47172"/>
                <a:gd name="csY14" fmla="*/ 1354 h 39753"/>
                <a:gd name="csX15" fmla="*/ 33788 w 47172"/>
                <a:gd name="csY15" fmla="*/ 0 h 39753"/>
                <a:gd name="csX16" fmla="*/ 36745 w 47172"/>
                <a:gd name="csY16" fmla="*/ 1003 h 39753"/>
                <a:gd name="csX17" fmla="*/ 41157 w 47172"/>
                <a:gd name="csY17" fmla="*/ 3811 h 39753"/>
                <a:gd name="csX18" fmla="*/ 45368 w 47172"/>
                <a:gd name="csY18" fmla="*/ 9275 h 39753"/>
                <a:gd name="csX19" fmla="*/ 47172 w 47172"/>
                <a:gd name="csY19" fmla="*/ 17145 h 39753"/>
                <a:gd name="csX20" fmla="*/ 40355 w 47172"/>
                <a:gd name="csY20" fmla="*/ 32986 h 39753"/>
                <a:gd name="csX21" fmla="*/ 23411 w 47172"/>
                <a:gd name="csY21" fmla="*/ 39753 h 39753"/>
                <a:gd name="csX22" fmla="*/ 20152 w 47172"/>
                <a:gd name="csY22" fmla="*/ 31131 h 39753"/>
                <a:gd name="csX23" fmla="*/ 20152 w 47172"/>
                <a:gd name="csY23" fmla="*/ 6767 h 39753"/>
                <a:gd name="csX24" fmla="*/ 15590 w 47172"/>
                <a:gd name="csY24" fmla="*/ 7169 h 39753"/>
                <a:gd name="csX25" fmla="*/ 9876 w 47172"/>
                <a:gd name="csY25" fmla="*/ 8623 h 39753"/>
                <a:gd name="csX26" fmla="*/ 4411 w 47172"/>
                <a:gd name="csY26" fmla="*/ 12182 h 39753"/>
                <a:gd name="csX27" fmla="*/ 2306 w 47172"/>
                <a:gd name="csY27" fmla="*/ 18399 h 39753"/>
                <a:gd name="csX28" fmla="*/ 3008 w 47172"/>
                <a:gd name="csY28" fmla="*/ 21857 h 39753"/>
                <a:gd name="csX29" fmla="*/ 5414 w 47172"/>
                <a:gd name="csY29" fmla="*/ 25768 h 39753"/>
                <a:gd name="csX30" fmla="*/ 10978 w 47172"/>
                <a:gd name="csY30" fmla="*/ 29426 h 39753"/>
                <a:gd name="csX31" fmla="*/ 20152 w 47172"/>
                <a:gd name="csY31" fmla="*/ 31131 h 39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47172" h="39753">
                  <a:moveTo>
                    <a:pt x="23411" y="39753"/>
                  </a:moveTo>
                  <a:cubicBezTo>
                    <a:pt x="16961" y="39753"/>
                    <a:pt x="11446" y="37681"/>
                    <a:pt x="6868" y="33538"/>
                  </a:cubicBezTo>
                  <a:cubicBezTo>
                    <a:pt x="2289" y="29393"/>
                    <a:pt x="0" y="24347"/>
                    <a:pt x="0" y="18399"/>
                  </a:cubicBezTo>
                  <a:cubicBezTo>
                    <a:pt x="0" y="12382"/>
                    <a:pt x="1955" y="7820"/>
                    <a:pt x="5865" y="4713"/>
                  </a:cubicBezTo>
                  <a:cubicBezTo>
                    <a:pt x="9775" y="1571"/>
                    <a:pt x="14538" y="0"/>
                    <a:pt x="20152" y="0"/>
                  </a:cubicBezTo>
                  <a:cubicBezTo>
                    <a:pt x="21188" y="0"/>
                    <a:pt x="21807" y="134"/>
                    <a:pt x="22007" y="401"/>
                  </a:cubicBezTo>
                  <a:cubicBezTo>
                    <a:pt x="22208" y="669"/>
                    <a:pt x="22308" y="1388"/>
                    <a:pt x="22308" y="2558"/>
                  </a:cubicBezTo>
                  <a:lnTo>
                    <a:pt x="22308" y="31232"/>
                  </a:lnTo>
                  <a:cubicBezTo>
                    <a:pt x="29293" y="31232"/>
                    <a:pt x="34423" y="30195"/>
                    <a:pt x="37698" y="28123"/>
                  </a:cubicBezTo>
                  <a:cubicBezTo>
                    <a:pt x="42276" y="25249"/>
                    <a:pt x="44566" y="21389"/>
                    <a:pt x="44566" y="16543"/>
                  </a:cubicBezTo>
                  <a:cubicBezTo>
                    <a:pt x="44566" y="15875"/>
                    <a:pt x="44499" y="15139"/>
                    <a:pt x="44365" y="14338"/>
                  </a:cubicBezTo>
                  <a:cubicBezTo>
                    <a:pt x="44231" y="13536"/>
                    <a:pt x="43880" y="12316"/>
                    <a:pt x="43312" y="10678"/>
                  </a:cubicBezTo>
                  <a:cubicBezTo>
                    <a:pt x="42711" y="9040"/>
                    <a:pt x="41625" y="7503"/>
                    <a:pt x="40054" y="6066"/>
                  </a:cubicBezTo>
                  <a:cubicBezTo>
                    <a:pt x="38483" y="4629"/>
                    <a:pt x="36461" y="3492"/>
                    <a:pt x="33988" y="2657"/>
                  </a:cubicBezTo>
                  <a:cubicBezTo>
                    <a:pt x="33019" y="2457"/>
                    <a:pt x="32551" y="2022"/>
                    <a:pt x="32584" y="1354"/>
                  </a:cubicBezTo>
                  <a:cubicBezTo>
                    <a:pt x="32584" y="451"/>
                    <a:pt x="32985" y="0"/>
                    <a:pt x="33788" y="0"/>
                  </a:cubicBezTo>
                  <a:cubicBezTo>
                    <a:pt x="34389" y="0"/>
                    <a:pt x="35375" y="334"/>
                    <a:pt x="36745" y="1003"/>
                  </a:cubicBezTo>
                  <a:cubicBezTo>
                    <a:pt x="38082" y="1638"/>
                    <a:pt x="39553" y="2574"/>
                    <a:pt x="41157" y="3811"/>
                  </a:cubicBezTo>
                  <a:cubicBezTo>
                    <a:pt x="42761" y="5047"/>
                    <a:pt x="44165" y="6868"/>
                    <a:pt x="45368" y="9275"/>
                  </a:cubicBezTo>
                  <a:cubicBezTo>
                    <a:pt x="46571" y="11648"/>
                    <a:pt x="47172" y="14271"/>
                    <a:pt x="47172" y="17145"/>
                  </a:cubicBezTo>
                  <a:cubicBezTo>
                    <a:pt x="47172" y="23160"/>
                    <a:pt x="44900" y="28440"/>
                    <a:pt x="40355" y="32986"/>
                  </a:cubicBezTo>
                  <a:cubicBezTo>
                    <a:pt x="35776" y="37497"/>
                    <a:pt x="30128" y="39753"/>
                    <a:pt x="23411" y="39753"/>
                  </a:cubicBezTo>
                  <a:moveTo>
                    <a:pt x="20152" y="31131"/>
                  </a:moveTo>
                  <a:lnTo>
                    <a:pt x="20152" y="6767"/>
                  </a:lnTo>
                  <a:cubicBezTo>
                    <a:pt x="18715" y="6767"/>
                    <a:pt x="17195" y="6901"/>
                    <a:pt x="15590" y="7169"/>
                  </a:cubicBezTo>
                  <a:cubicBezTo>
                    <a:pt x="13986" y="7403"/>
                    <a:pt x="12081" y="7888"/>
                    <a:pt x="9876" y="8623"/>
                  </a:cubicBezTo>
                  <a:cubicBezTo>
                    <a:pt x="7636" y="9325"/>
                    <a:pt x="5815" y="10511"/>
                    <a:pt x="4411" y="12182"/>
                  </a:cubicBezTo>
                  <a:cubicBezTo>
                    <a:pt x="3008" y="13853"/>
                    <a:pt x="2306" y="15925"/>
                    <a:pt x="2306" y="18399"/>
                  </a:cubicBezTo>
                  <a:cubicBezTo>
                    <a:pt x="2306" y="19501"/>
                    <a:pt x="2540" y="20654"/>
                    <a:pt x="3008" y="21857"/>
                  </a:cubicBezTo>
                  <a:cubicBezTo>
                    <a:pt x="3476" y="23027"/>
                    <a:pt x="4278" y="24330"/>
                    <a:pt x="5414" y="25768"/>
                  </a:cubicBezTo>
                  <a:cubicBezTo>
                    <a:pt x="6550" y="27204"/>
                    <a:pt x="8405" y="28424"/>
                    <a:pt x="10978" y="29426"/>
                  </a:cubicBezTo>
                  <a:cubicBezTo>
                    <a:pt x="13552" y="30429"/>
                    <a:pt x="16610" y="30998"/>
                    <a:pt x="20152" y="3113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7" name="Freeform 3226">
              <a:extLst>
                <a:ext uri="{FF2B5EF4-FFF2-40B4-BE49-F238E27FC236}">
                  <a16:creationId xmlns:a16="http://schemas.microsoft.com/office/drawing/2014/main" id="{AC9474E7-3745-96E1-E831-619C59F0DDBD}"/>
                </a:ext>
              </a:extLst>
            </p:cNvPr>
            <p:cNvSpPr/>
            <p:nvPr/>
          </p:nvSpPr>
          <p:spPr>
            <a:xfrm>
              <a:off x="4423234" y="3902897"/>
              <a:ext cx="70131" cy="56346"/>
            </a:xfrm>
            <a:custGeom>
              <a:avLst/>
              <a:gdLst>
                <a:gd name="csX0" fmla="*/ 70132 w 70131"/>
                <a:gd name="csY0" fmla="*/ 56346 h 56346"/>
                <a:gd name="csX1" fmla="*/ 66974 w 70131"/>
                <a:gd name="csY1" fmla="*/ 56346 h 56346"/>
                <a:gd name="csX2" fmla="*/ 66974 w 70131"/>
                <a:gd name="csY2" fmla="*/ 53891 h 56346"/>
                <a:gd name="csX3" fmla="*/ 66071 w 70131"/>
                <a:gd name="csY3" fmla="*/ 47073 h 56346"/>
                <a:gd name="csX4" fmla="*/ 62111 w 70131"/>
                <a:gd name="csY4" fmla="*/ 45769 h 56346"/>
                <a:gd name="csX5" fmla="*/ 8021 w 70131"/>
                <a:gd name="csY5" fmla="*/ 45769 h 56346"/>
                <a:gd name="csX6" fmla="*/ 4161 w 70131"/>
                <a:gd name="csY6" fmla="*/ 47073 h 56346"/>
                <a:gd name="csX7" fmla="*/ 3208 w 70131"/>
                <a:gd name="csY7" fmla="*/ 53891 h 56346"/>
                <a:gd name="csX8" fmla="*/ 3208 w 70131"/>
                <a:gd name="csY8" fmla="*/ 56346 h 56346"/>
                <a:gd name="csX9" fmla="*/ 0 w 70131"/>
                <a:gd name="csY9" fmla="*/ 56346 h 56346"/>
                <a:gd name="csX10" fmla="*/ 301 w 70131"/>
                <a:gd name="csY10" fmla="*/ 40756 h 56346"/>
                <a:gd name="csX11" fmla="*/ 0 w 70131"/>
                <a:gd name="csY11" fmla="*/ 23512 h 56346"/>
                <a:gd name="csX12" fmla="*/ 3208 w 70131"/>
                <a:gd name="csY12" fmla="*/ 23512 h 56346"/>
                <a:gd name="csX13" fmla="*/ 3208 w 70131"/>
                <a:gd name="csY13" fmla="*/ 26920 h 56346"/>
                <a:gd name="csX14" fmla="*/ 3810 w 70131"/>
                <a:gd name="csY14" fmla="*/ 33788 h 56346"/>
                <a:gd name="csX15" fmla="*/ 5264 w 70131"/>
                <a:gd name="csY15" fmla="*/ 36294 h 56346"/>
                <a:gd name="csX16" fmla="*/ 8121 w 70131"/>
                <a:gd name="csY16" fmla="*/ 36645 h 56346"/>
                <a:gd name="csX17" fmla="*/ 62863 w 70131"/>
                <a:gd name="csY17" fmla="*/ 36645 h 56346"/>
                <a:gd name="csX18" fmla="*/ 66272 w 70131"/>
                <a:gd name="csY18" fmla="*/ 35893 h 56346"/>
                <a:gd name="csX19" fmla="*/ 66974 w 70131"/>
                <a:gd name="csY19" fmla="*/ 31632 h 56346"/>
                <a:gd name="csX20" fmla="*/ 66974 w 70131"/>
                <a:gd name="csY20" fmla="*/ 23211 h 56346"/>
                <a:gd name="csX21" fmla="*/ 65420 w 70131"/>
                <a:gd name="csY21" fmla="*/ 14237 h 56346"/>
                <a:gd name="csX22" fmla="*/ 61911 w 70131"/>
                <a:gd name="csY22" fmla="*/ 8472 h 56346"/>
                <a:gd name="csX23" fmla="*/ 56296 w 70131"/>
                <a:gd name="csY23" fmla="*/ 5163 h 56346"/>
                <a:gd name="csX24" fmla="*/ 50230 w 70131"/>
                <a:gd name="csY24" fmla="*/ 3409 h 56346"/>
                <a:gd name="csX25" fmla="*/ 43663 w 70131"/>
                <a:gd name="csY25" fmla="*/ 2557 h 56346"/>
                <a:gd name="csX26" fmla="*/ 43663 w 70131"/>
                <a:gd name="csY26" fmla="*/ 0 h 56346"/>
                <a:gd name="csX27" fmla="*/ 70132 w 70131"/>
                <a:gd name="csY27" fmla="*/ 2857 h 56346"/>
                <a:gd name="csX28" fmla="*/ 70132 w 70131"/>
                <a:gd name="csY28" fmla="*/ 56346 h 56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0131" h="56346">
                  <a:moveTo>
                    <a:pt x="70132" y="56346"/>
                  </a:moveTo>
                  <a:lnTo>
                    <a:pt x="66974" y="56346"/>
                  </a:lnTo>
                  <a:lnTo>
                    <a:pt x="66974" y="53891"/>
                  </a:lnTo>
                  <a:cubicBezTo>
                    <a:pt x="66974" y="50181"/>
                    <a:pt x="66673" y="47908"/>
                    <a:pt x="66071" y="47073"/>
                  </a:cubicBezTo>
                  <a:cubicBezTo>
                    <a:pt x="65436" y="46204"/>
                    <a:pt x="64116" y="45769"/>
                    <a:pt x="62111" y="45769"/>
                  </a:cubicBezTo>
                  <a:lnTo>
                    <a:pt x="8021" y="45769"/>
                  </a:lnTo>
                  <a:cubicBezTo>
                    <a:pt x="6049" y="45769"/>
                    <a:pt x="4762" y="46204"/>
                    <a:pt x="4161" y="47073"/>
                  </a:cubicBezTo>
                  <a:cubicBezTo>
                    <a:pt x="3526" y="47942"/>
                    <a:pt x="3208" y="50214"/>
                    <a:pt x="3208" y="53891"/>
                  </a:cubicBezTo>
                  <a:lnTo>
                    <a:pt x="3208" y="56346"/>
                  </a:lnTo>
                  <a:lnTo>
                    <a:pt x="0" y="56346"/>
                  </a:lnTo>
                  <a:cubicBezTo>
                    <a:pt x="200" y="53940"/>
                    <a:pt x="301" y="48743"/>
                    <a:pt x="301" y="40756"/>
                  </a:cubicBezTo>
                  <a:cubicBezTo>
                    <a:pt x="301" y="31733"/>
                    <a:pt x="200" y="25984"/>
                    <a:pt x="0" y="23512"/>
                  </a:cubicBezTo>
                  <a:lnTo>
                    <a:pt x="3208" y="23512"/>
                  </a:lnTo>
                  <a:lnTo>
                    <a:pt x="3208" y="26920"/>
                  </a:lnTo>
                  <a:cubicBezTo>
                    <a:pt x="3208" y="30061"/>
                    <a:pt x="3409" y="32351"/>
                    <a:pt x="3810" y="33788"/>
                  </a:cubicBezTo>
                  <a:cubicBezTo>
                    <a:pt x="4211" y="35225"/>
                    <a:pt x="4695" y="36060"/>
                    <a:pt x="5264" y="36294"/>
                  </a:cubicBezTo>
                  <a:cubicBezTo>
                    <a:pt x="5798" y="36528"/>
                    <a:pt x="6751" y="36645"/>
                    <a:pt x="8121" y="36645"/>
                  </a:cubicBezTo>
                  <a:lnTo>
                    <a:pt x="62863" y="36645"/>
                  </a:lnTo>
                  <a:cubicBezTo>
                    <a:pt x="64634" y="36645"/>
                    <a:pt x="65771" y="36395"/>
                    <a:pt x="66272" y="35893"/>
                  </a:cubicBezTo>
                  <a:cubicBezTo>
                    <a:pt x="66740" y="35359"/>
                    <a:pt x="66974" y="33938"/>
                    <a:pt x="66974" y="31632"/>
                  </a:cubicBezTo>
                  <a:lnTo>
                    <a:pt x="66974" y="23211"/>
                  </a:lnTo>
                  <a:cubicBezTo>
                    <a:pt x="66974" y="19735"/>
                    <a:pt x="66456" y="16744"/>
                    <a:pt x="65420" y="14237"/>
                  </a:cubicBezTo>
                  <a:cubicBezTo>
                    <a:pt x="64384" y="11731"/>
                    <a:pt x="63214" y="9809"/>
                    <a:pt x="61911" y="8472"/>
                  </a:cubicBezTo>
                  <a:cubicBezTo>
                    <a:pt x="60607" y="7135"/>
                    <a:pt x="58736" y="6032"/>
                    <a:pt x="56296" y="5163"/>
                  </a:cubicBezTo>
                  <a:cubicBezTo>
                    <a:pt x="53823" y="4262"/>
                    <a:pt x="51801" y="3677"/>
                    <a:pt x="50230" y="3409"/>
                  </a:cubicBezTo>
                  <a:cubicBezTo>
                    <a:pt x="48659" y="3108"/>
                    <a:pt x="46470" y="2824"/>
                    <a:pt x="43663" y="2557"/>
                  </a:cubicBezTo>
                  <a:lnTo>
                    <a:pt x="43663" y="0"/>
                  </a:lnTo>
                  <a:lnTo>
                    <a:pt x="70132" y="2857"/>
                  </a:lnTo>
                  <a:lnTo>
                    <a:pt x="70132" y="5634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8" name="Freeform 3227">
              <a:extLst>
                <a:ext uri="{FF2B5EF4-FFF2-40B4-BE49-F238E27FC236}">
                  <a16:creationId xmlns:a16="http://schemas.microsoft.com/office/drawing/2014/main" id="{CE0D37FF-F81B-D904-FBB3-A3FEC16BE3CE}"/>
                </a:ext>
              </a:extLst>
            </p:cNvPr>
            <p:cNvSpPr/>
            <p:nvPr/>
          </p:nvSpPr>
          <p:spPr>
            <a:xfrm>
              <a:off x="4423234" y="3826099"/>
              <a:ext cx="72387" cy="70081"/>
            </a:xfrm>
            <a:custGeom>
              <a:avLst/>
              <a:gdLst>
                <a:gd name="csX0" fmla="*/ 3208 w 72387"/>
                <a:gd name="csY0" fmla="*/ 70082 h 70081"/>
                <a:gd name="csX1" fmla="*/ 0 w 72387"/>
                <a:gd name="csY1" fmla="*/ 70082 h 70081"/>
                <a:gd name="csX2" fmla="*/ 301 w 72387"/>
                <a:gd name="csY2" fmla="*/ 54892 h 70081"/>
                <a:gd name="csX3" fmla="*/ 0 w 72387"/>
                <a:gd name="csY3" fmla="*/ 39803 h 70081"/>
                <a:gd name="csX4" fmla="*/ 3208 w 72387"/>
                <a:gd name="csY4" fmla="*/ 39803 h 70081"/>
                <a:gd name="csX5" fmla="*/ 3208 w 72387"/>
                <a:gd name="csY5" fmla="*/ 42259 h 70081"/>
                <a:gd name="csX6" fmla="*/ 4161 w 72387"/>
                <a:gd name="csY6" fmla="*/ 49127 h 70081"/>
                <a:gd name="csX7" fmla="*/ 8021 w 72387"/>
                <a:gd name="csY7" fmla="*/ 50381 h 70081"/>
                <a:gd name="csX8" fmla="*/ 47122 w 72387"/>
                <a:gd name="csY8" fmla="*/ 50381 h 70081"/>
                <a:gd name="csX9" fmla="*/ 58752 w 72387"/>
                <a:gd name="csY9" fmla="*/ 48476 h 70081"/>
                <a:gd name="csX10" fmla="*/ 65570 w 72387"/>
                <a:gd name="csY10" fmla="*/ 43613 h 70081"/>
                <a:gd name="csX11" fmla="*/ 68478 w 72387"/>
                <a:gd name="csY11" fmla="*/ 38250 h 70081"/>
                <a:gd name="csX12" fmla="*/ 69230 w 72387"/>
                <a:gd name="csY12" fmla="*/ 33437 h 70081"/>
                <a:gd name="csX13" fmla="*/ 63013 w 72387"/>
                <a:gd name="csY13" fmla="*/ 19701 h 70081"/>
                <a:gd name="csX14" fmla="*/ 46420 w 72387"/>
                <a:gd name="csY14" fmla="*/ 13736 h 70081"/>
                <a:gd name="csX15" fmla="*/ 10778 w 72387"/>
                <a:gd name="csY15" fmla="*/ 13736 h 70081"/>
                <a:gd name="csX16" fmla="*/ 8322 w 72387"/>
                <a:gd name="csY16" fmla="*/ 13936 h 70081"/>
                <a:gd name="csX17" fmla="*/ 6016 w 72387"/>
                <a:gd name="csY17" fmla="*/ 15040 h 70081"/>
                <a:gd name="csX18" fmla="*/ 3910 w 72387"/>
                <a:gd name="csY18" fmla="*/ 18248 h 70081"/>
                <a:gd name="csX19" fmla="*/ 3208 w 72387"/>
                <a:gd name="csY19" fmla="*/ 24313 h 70081"/>
                <a:gd name="csX20" fmla="*/ 0 w 72387"/>
                <a:gd name="csY20" fmla="*/ 24313 h 70081"/>
                <a:gd name="csX21" fmla="*/ 301 w 72387"/>
                <a:gd name="csY21" fmla="*/ 12082 h 70081"/>
                <a:gd name="csX22" fmla="*/ 0 w 72387"/>
                <a:gd name="csY22" fmla="*/ 0 h 70081"/>
                <a:gd name="csX23" fmla="*/ 3208 w 72387"/>
                <a:gd name="csY23" fmla="*/ 0 h 70081"/>
                <a:gd name="csX24" fmla="*/ 3860 w 72387"/>
                <a:gd name="csY24" fmla="*/ 6066 h 70081"/>
                <a:gd name="csX25" fmla="*/ 5965 w 72387"/>
                <a:gd name="csY25" fmla="*/ 9274 h 70081"/>
                <a:gd name="csX26" fmla="*/ 8472 w 72387"/>
                <a:gd name="csY26" fmla="*/ 10377 h 70081"/>
                <a:gd name="csX27" fmla="*/ 11179 w 72387"/>
                <a:gd name="csY27" fmla="*/ 10577 h 70081"/>
                <a:gd name="csX28" fmla="*/ 44064 w 72387"/>
                <a:gd name="csY28" fmla="*/ 10577 h 70081"/>
                <a:gd name="csX29" fmla="*/ 51133 w 72387"/>
                <a:gd name="csY29" fmla="*/ 10878 h 70081"/>
                <a:gd name="csX30" fmla="*/ 66222 w 72387"/>
                <a:gd name="csY30" fmla="*/ 18599 h 70081"/>
                <a:gd name="csX31" fmla="*/ 72388 w 72387"/>
                <a:gd name="csY31" fmla="*/ 33637 h 70081"/>
                <a:gd name="csX32" fmla="*/ 64968 w 72387"/>
                <a:gd name="csY32" fmla="*/ 51885 h 70081"/>
                <a:gd name="csX33" fmla="*/ 46721 w 72387"/>
                <a:gd name="csY33" fmla="*/ 59504 h 70081"/>
                <a:gd name="csX34" fmla="*/ 8021 w 72387"/>
                <a:gd name="csY34" fmla="*/ 59504 h 70081"/>
                <a:gd name="csX35" fmla="*/ 4161 w 72387"/>
                <a:gd name="csY35" fmla="*/ 60808 h 70081"/>
                <a:gd name="csX36" fmla="*/ 3208 w 72387"/>
                <a:gd name="csY36" fmla="*/ 67626 h 70081"/>
                <a:gd name="csX37" fmla="*/ 3208 w 72387"/>
                <a:gd name="csY37" fmla="*/ 70082 h 70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72387" h="70081">
                  <a:moveTo>
                    <a:pt x="3208" y="70082"/>
                  </a:moveTo>
                  <a:lnTo>
                    <a:pt x="0" y="70082"/>
                  </a:lnTo>
                  <a:cubicBezTo>
                    <a:pt x="200" y="67675"/>
                    <a:pt x="301" y="62612"/>
                    <a:pt x="301" y="54892"/>
                  </a:cubicBezTo>
                  <a:cubicBezTo>
                    <a:pt x="301" y="47239"/>
                    <a:pt x="200" y="42210"/>
                    <a:pt x="0" y="39803"/>
                  </a:cubicBezTo>
                  <a:lnTo>
                    <a:pt x="3208" y="39803"/>
                  </a:lnTo>
                  <a:lnTo>
                    <a:pt x="3208" y="42259"/>
                  </a:lnTo>
                  <a:cubicBezTo>
                    <a:pt x="3208" y="45969"/>
                    <a:pt x="3526" y="48258"/>
                    <a:pt x="4161" y="49127"/>
                  </a:cubicBezTo>
                  <a:cubicBezTo>
                    <a:pt x="4762" y="49963"/>
                    <a:pt x="6049" y="50381"/>
                    <a:pt x="8021" y="50381"/>
                  </a:cubicBezTo>
                  <a:lnTo>
                    <a:pt x="47122" y="50381"/>
                  </a:lnTo>
                  <a:cubicBezTo>
                    <a:pt x="51701" y="50381"/>
                    <a:pt x="55577" y="49746"/>
                    <a:pt x="58752" y="48476"/>
                  </a:cubicBezTo>
                  <a:cubicBezTo>
                    <a:pt x="61894" y="47206"/>
                    <a:pt x="64166" y="45585"/>
                    <a:pt x="65570" y="43613"/>
                  </a:cubicBezTo>
                  <a:cubicBezTo>
                    <a:pt x="66974" y="41641"/>
                    <a:pt x="67943" y="39853"/>
                    <a:pt x="68478" y="38250"/>
                  </a:cubicBezTo>
                  <a:cubicBezTo>
                    <a:pt x="68979" y="36612"/>
                    <a:pt x="69230" y="35007"/>
                    <a:pt x="69230" y="33437"/>
                  </a:cubicBezTo>
                  <a:cubicBezTo>
                    <a:pt x="69230" y="28224"/>
                    <a:pt x="67158" y="23645"/>
                    <a:pt x="63013" y="19701"/>
                  </a:cubicBezTo>
                  <a:cubicBezTo>
                    <a:pt x="58869" y="15724"/>
                    <a:pt x="53338" y="13736"/>
                    <a:pt x="46420" y="13736"/>
                  </a:cubicBezTo>
                  <a:lnTo>
                    <a:pt x="10778" y="13736"/>
                  </a:lnTo>
                  <a:cubicBezTo>
                    <a:pt x="9742" y="13736"/>
                    <a:pt x="8923" y="13803"/>
                    <a:pt x="8322" y="13936"/>
                  </a:cubicBezTo>
                  <a:cubicBezTo>
                    <a:pt x="7720" y="14070"/>
                    <a:pt x="6951" y="14437"/>
                    <a:pt x="6016" y="15040"/>
                  </a:cubicBezTo>
                  <a:cubicBezTo>
                    <a:pt x="5080" y="15608"/>
                    <a:pt x="4378" y="16677"/>
                    <a:pt x="3910" y="18248"/>
                  </a:cubicBezTo>
                  <a:cubicBezTo>
                    <a:pt x="3442" y="19818"/>
                    <a:pt x="3208" y="21840"/>
                    <a:pt x="3208" y="24313"/>
                  </a:cubicBezTo>
                  <a:lnTo>
                    <a:pt x="0" y="24313"/>
                  </a:lnTo>
                  <a:cubicBezTo>
                    <a:pt x="200" y="16927"/>
                    <a:pt x="301" y="12850"/>
                    <a:pt x="301" y="12082"/>
                  </a:cubicBezTo>
                  <a:cubicBezTo>
                    <a:pt x="301" y="11413"/>
                    <a:pt x="200" y="7386"/>
                    <a:pt x="0" y="0"/>
                  </a:cubicBezTo>
                  <a:lnTo>
                    <a:pt x="3208" y="0"/>
                  </a:lnTo>
                  <a:cubicBezTo>
                    <a:pt x="3208" y="2473"/>
                    <a:pt x="3425" y="4495"/>
                    <a:pt x="3860" y="6066"/>
                  </a:cubicBezTo>
                  <a:cubicBezTo>
                    <a:pt x="4294" y="7636"/>
                    <a:pt x="4996" y="8706"/>
                    <a:pt x="5965" y="9274"/>
                  </a:cubicBezTo>
                  <a:cubicBezTo>
                    <a:pt x="6935" y="9842"/>
                    <a:pt x="7770" y="10210"/>
                    <a:pt x="8472" y="10377"/>
                  </a:cubicBezTo>
                  <a:cubicBezTo>
                    <a:pt x="9140" y="10510"/>
                    <a:pt x="10043" y="10577"/>
                    <a:pt x="11179" y="10577"/>
                  </a:cubicBezTo>
                  <a:lnTo>
                    <a:pt x="44064" y="10577"/>
                  </a:lnTo>
                  <a:cubicBezTo>
                    <a:pt x="47406" y="10577"/>
                    <a:pt x="49762" y="10677"/>
                    <a:pt x="51133" y="10878"/>
                  </a:cubicBezTo>
                  <a:cubicBezTo>
                    <a:pt x="57081" y="11780"/>
                    <a:pt x="62111" y="14354"/>
                    <a:pt x="66222" y="18599"/>
                  </a:cubicBezTo>
                  <a:cubicBezTo>
                    <a:pt x="70332" y="22809"/>
                    <a:pt x="72388" y="27822"/>
                    <a:pt x="72388" y="33637"/>
                  </a:cubicBezTo>
                  <a:cubicBezTo>
                    <a:pt x="72388" y="40689"/>
                    <a:pt x="69915" y="46771"/>
                    <a:pt x="64968" y="51885"/>
                  </a:cubicBezTo>
                  <a:cubicBezTo>
                    <a:pt x="59989" y="56965"/>
                    <a:pt x="53906" y="59504"/>
                    <a:pt x="46721" y="59504"/>
                  </a:cubicBezTo>
                  <a:lnTo>
                    <a:pt x="8021" y="59504"/>
                  </a:lnTo>
                  <a:cubicBezTo>
                    <a:pt x="6049" y="59504"/>
                    <a:pt x="4762" y="59939"/>
                    <a:pt x="4161" y="60808"/>
                  </a:cubicBezTo>
                  <a:cubicBezTo>
                    <a:pt x="3526" y="61677"/>
                    <a:pt x="3208" y="63949"/>
                    <a:pt x="3208" y="67626"/>
                  </a:cubicBezTo>
                  <a:lnTo>
                    <a:pt x="3208" y="70082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9" name="Freeform 3228">
              <a:extLst>
                <a:ext uri="{FF2B5EF4-FFF2-40B4-BE49-F238E27FC236}">
                  <a16:creationId xmlns:a16="http://schemas.microsoft.com/office/drawing/2014/main" id="{F3D3908C-9495-9BBE-DE7F-6624EF3DA169}"/>
                </a:ext>
              </a:extLst>
            </p:cNvPr>
            <p:cNvSpPr/>
            <p:nvPr/>
          </p:nvSpPr>
          <p:spPr>
            <a:xfrm>
              <a:off x="4482719" y="3775495"/>
              <a:ext cx="32564" cy="40320"/>
            </a:xfrm>
            <a:custGeom>
              <a:avLst/>
              <a:gdLst>
                <a:gd name="csX0" fmla="*/ 4246 w 32564"/>
                <a:gd name="csY0" fmla="*/ 0 h 40320"/>
                <a:gd name="csX1" fmla="*/ 5229 w 32564"/>
                <a:gd name="csY1" fmla="*/ 211 h 40320"/>
                <a:gd name="csX2" fmla="*/ 7720 w 32564"/>
                <a:gd name="csY2" fmla="*/ 983 h 40320"/>
                <a:gd name="csX3" fmla="*/ 11545 w 32564"/>
                <a:gd name="csY3" fmla="*/ 2457 h 40320"/>
                <a:gd name="csX4" fmla="*/ 16107 w 32564"/>
                <a:gd name="csY4" fmla="*/ 4843 h 40320"/>
                <a:gd name="csX5" fmla="*/ 21125 w 32564"/>
                <a:gd name="csY5" fmla="*/ 8282 h 40320"/>
                <a:gd name="csX6" fmla="*/ 22142 w 32564"/>
                <a:gd name="csY6" fmla="*/ 8914 h 40320"/>
                <a:gd name="csX7" fmla="*/ 23651 w 32564"/>
                <a:gd name="csY7" fmla="*/ 8984 h 40320"/>
                <a:gd name="csX8" fmla="*/ 30950 w 32564"/>
                <a:gd name="csY8" fmla="*/ 6773 h 40320"/>
                <a:gd name="csX9" fmla="*/ 30950 w 32564"/>
                <a:gd name="csY9" fmla="*/ 6492 h 40320"/>
                <a:gd name="csX10" fmla="*/ 30740 w 32564"/>
                <a:gd name="csY10" fmla="*/ 5755 h 40320"/>
                <a:gd name="csX11" fmla="*/ 30213 w 32564"/>
                <a:gd name="csY11" fmla="*/ 4703 h 40320"/>
                <a:gd name="csX12" fmla="*/ 29161 w 32564"/>
                <a:gd name="csY12" fmla="*/ 3650 h 40320"/>
                <a:gd name="csX13" fmla="*/ 27441 w 32564"/>
                <a:gd name="csY13" fmla="*/ 2737 h 40320"/>
                <a:gd name="csX14" fmla="*/ 26739 w 32564"/>
                <a:gd name="csY14" fmla="*/ 1790 h 40320"/>
                <a:gd name="csX15" fmla="*/ 27441 w 32564"/>
                <a:gd name="csY15" fmla="*/ 948 h 40320"/>
                <a:gd name="csX16" fmla="*/ 30635 w 32564"/>
                <a:gd name="csY16" fmla="*/ 2702 h 40320"/>
                <a:gd name="csX17" fmla="*/ 32564 w 32564"/>
                <a:gd name="csY17" fmla="*/ 6984 h 40320"/>
                <a:gd name="csX18" fmla="*/ 30986 w 32564"/>
                <a:gd name="csY18" fmla="*/ 11124 h 40320"/>
                <a:gd name="csX19" fmla="*/ 26494 w 32564"/>
                <a:gd name="csY19" fmla="*/ 13510 h 40320"/>
                <a:gd name="csX20" fmla="*/ 32564 w 32564"/>
                <a:gd name="csY20" fmla="*/ 28670 h 40320"/>
                <a:gd name="csX21" fmla="*/ 29090 w 32564"/>
                <a:gd name="csY21" fmla="*/ 37162 h 40320"/>
                <a:gd name="csX22" fmla="*/ 20388 w 32564"/>
                <a:gd name="csY22" fmla="*/ 40320 h 40320"/>
                <a:gd name="csX23" fmla="*/ 10668 w 32564"/>
                <a:gd name="csY23" fmla="*/ 37583 h 40320"/>
                <a:gd name="csX24" fmla="*/ 2983 w 32564"/>
                <a:gd name="csY24" fmla="*/ 30319 h 40320"/>
                <a:gd name="csX25" fmla="*/ 0 w 32564"/>
                <a:gd name="csY25" fmla="*/ 20985 h 40320"/>
                <a:gd name="csX26" fmla="*/ 456 w 32564"/>
                <a:gd name="csY26" fmla="*/ 17686 h 40320"/>
                <a:gd name="csX27" fmla="*/ 1965 w 32564"/>
                <a:gd name="csY27" fmla="*/ 14458 h 40320"/>
                <a:gd name="csX28" fmla="*/ 4702 w 32564"/>
                <a:gd name="csY28" fmla="*/ 11650 h 40320"/>
                <a:gd name="csX29" fmla="*/ 8948 w 32564"/>
                <a:gd name="csY29" fmla="*/ 9721 h 40320"/>
                <a:gd name="csX30" fmla="*/ 14808 w 32564"/>
                <a:gd name="csY30" fmla="*/ 8984 h 40320"/>
                <a:gd name="csX31" fmla="*/ 19265 w 32564"/>
                <a:gd name="csY31" fmla="*/ 8984 h 40320"/>
                <a:gd name="csX32" fmla="*/ 5018 w 32564"/>
                <a:gd name="csY32" fmla="*/ 1931 h 40320"/>
                <a:gd name="csX33" fmla="*/ 3614 w 32564"/>
                <a:gd name="csY33" fmla="*/ 1369 h 40320"/>
                <a:gd name="csX34" fmla="*/ 3509 w 32564"/>
                <a:gd name="csY34" fmla="*/ 878 h 40320"/>
                <a:gd name="csX35" fmla="*/ 3720 w 32564"/>
                <a:gd name="csY35" fmla="*/ 317 h 40320"/>
                <a:gd name="csX36" fmla="*/ 4071 w 32564"/>
                <a:gd name="csY36" fmla="*/ 35 h 40320"/>
                <a:gd name="csX37" fmla="*/ 4246 w 32564"/>
                <a:gd name="csY37" fmla="*/ 0 h 40320"/>
                <a:gd name="csX38" fmla="*/ 24634 w 32564"/>
                <a:gd name="csY38" fmla="*/ 13792 h 40320"/>
                <a:gd name="csX39" fmla="*/ 16598 w 32564"/>
                <a:gd name="csY39" fmla="*/ 13932 h 40320"/>
                <a:gd name="csX40" fmla="*/ 14598 w 32564"/>
                <a:gd name="csY40" fmla="*/ 13932 h 40320"/>
                <a:gd name="csX41" fmla="*/ 12457 w 32564"/>
                <a:gd name="csY41" fmla="*/ 14002 h 40320"/>
                <a:gd name="csX42" fmla="*/ 10176 w 32564"/>
                <a:gd name="csY42" fmla="*/ 14212 h 40320"/>
                <a:gd name="csX43" fmla="*/ 8036 w 32564"/>
                <a:gd name="csY43" fmla="*/ 14563 h 40320"/>
                <a:gd name="csX44" fmla="*/ 5966 w 32564"/>
                <a:gd name="csY44" fmla="*/ 15159 h 40320"/>
                <a:gd name="csX45" fmla="*/ 4246 w 32564"/>
                <a:gd name="csY45" fmla="*/ 16072 h 40320"/>
                <a:gd name="csX46" fmla="*/ 2807 w 32564"/>
                <a:gd name="csY46" fmla="*/ 17301 h 40320"/>
                <a:gd name="csX47" fmla="*/ 1930 w 32564"/>
                <a:gd name="csY47" fmla="*/ 18950 h 40320"/>
                <a:gd name="csX48" fmla="*/ 1579 w 32564"/>
                <a:gd name="csY48" fmla="*/ 21055 h 40320"/>
                <a:gd name="csX49" fmla="*/ 2105 w 32564"/>
                <a:gd name="csY49" fmla="*/ 24003 h 40320"/>
                <a:gd name="csX50" fmla="*/ 4176 w 32564"/>
                <a:gd name="csY50" fmla="*/ 27372 h 40320"/>
                <a:gd name="csX51" fmla="*/ 8176 w 32564"/>
                <a:gd name="csY51" fmla="*/ 30845 h 40320"/>
                <a:gd name="csX52" fmla="*/ 15545 w 32564"/>
                <a:gd name="csY52" fmla="*/ 33758 h 40320"/>
                <a:gd name="csX53" fmla="*/ 23125 w 32564"/>
                <a:gd name="csY53" fmla="*/ 34987 h 40320"/>
                <a:gd name="csX54" fmla="*/ 28845 w 32564"/>
                <a:gd name="csY54" fmla="*/ 33337 h 40320"/>
                <a:gd name="csX55" fmla="*/ 30950 w 32564"/>
                <a:gd name="csY55" fmla="*/ 28530 h 40320"/>
                <a:gd name="csX56" fmla="*/ 24634 w 32564"/>
                <a:gd name="csY56" fmla="*/ 13792 h 403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32564" h="40320">
                  <a:moveTo>
                    <a:pt x="4246" y="0"/>
                  </a:moveTo>
                  <a:cubicBezTo>
                    <a:pt x="4480" y="47"/>
                    <a:pt x="4807" y="117"/>
                    <a:pt x="5229" y="211"/>
                  </a:cubicBezTo>
                  <a:cubicBezTo>
                    <a:pt x="5626" y="304"/>
                    <a:pt x="6457" y="562"/>
                    <a:pt x="7720" y="983"/>
                  </a:cubicBezTo>
                  <a:cubicBezTo>
                    <a:pt x="8983" y="1404"/>
                    <a:pt x="10258" y="1896"/>
                    <a:pt x="11545" y="2457"/>
                  </a:cubicBezTo>
                  <a:cubicBezTo>
                    <a:pt x="12808" y="2995"/>
                    <a:pt x="14329" y="3790"/>
                    <a:pt x="16107" y="4843"/>
                  </a:cubicBezTo>
                  <a:cubicBezTo>
                    <a:pt x="17861" y="5873"/>
                    <a:pt x="19534" y="7019"/>
                    <a:pt x="21125" y="8282"/>
                  </a:cubicBezTo>
                  <a:cubicBezTo>
                    <a:pt x="21546" y="8633"/>
                    <a:pt x="21885" y="8844"/>
                    <a:pt x="22142" y="8914"/>
                  </a:cubicBezTo>
                  <a:cubicBezTo>
                    <a:pt x="22376" y="8961"/>
                    <a:pt x="22879" y="8984"/>
                    <a:pt x="23651" y="8984"/>
                  </a:cubicBezTo>
                  <a:cubicBezTo>
                    <a:pt x="28517" y="8984"/>
                    <a:pt x="30950" y="8247"/>
                    <a:pt x="30950" y="6773"/>
                  </a:cubicBezTo>
                  <a:cubicBezTo>
                    <a:pt x="30950" y="6703"/>
                    <a:pt x="30950" y="6609"/>
                    <a:pt x="30950" y="6492"/>
                  </a:cubicBezTo>
                  <a:cubicBezTo>
                    <a:pt x="30927" y="6352"/>
                    <a:pt x="30857" y="6106"/>
                    <a:pt x="30740" y="5755"/>
                  </a:cubicBezTo>
                  <a:cubicBezTo>
                    <a:pt x="30599" y="5381"/>
                    <a:pt x="30423" y="5031"/>
                    <a:pt x="30213" y="4703"/>
                  </a:cubicBezTo>
                  <a:cubicBezTo>
                    <a:pt x="29979" y="4375"/>
                    <a:pt x="29628" y="4024"/>
                    <a:pt x="29161" y="3650"/>
                  </a:cubicBezTo>
                  <a:cubicBezTo>
                    <a:pt x="28669" y="3276"/>
                    <a:pt x="28096" y="2971"/>
                    <a:pt x="27441" y="2737"/>
                  </a:cubicBezTo>
                  <a:cubicBezTo>
                    <a:pt x="26973" y="2527"/>
                    <a:pt x="26739" y="2211"/>
                    <a:pt x="26739" y="1790"/>
                  </a:cubicBezTo>
                  <a:cubicBezTo>
                    <a:pt x="26739" y="1229"/>
                    <a:pt x="26973" y="948"/>
                    <a:pt x="27441" y="948"/>
                  </a:cubicBezTo>
                  <a:cubicBezTo>
                    <a:pt x="28283" y="948"/>
                    <a:pt x="29348" y="1533"/>
                    <a:pt x="30635" y="2702"/>
                  </a:cubicBezTo>
                  <a:cubicBezTo>
                    <a:pt x="31921" y="3872"/>
                    <a:pt x="32564" y="5299"/>
                    <a:pt x="32564" y="6984"/>
                  </a:cubicBezTo>
                  <a:cubicBezTo>
                    <a:pt x="32564" y="8598"/>
                    <a:pt x="32038" y="9978"/>
                    <a:pt x="30986" y="11124"/>
                  </a:cubicBezTo>
                  <a:cubicBezTo>
                    <a:pt x="29909" y="12247"/>
                    <a:pt x="28412" y="13042"/>
                    <a:pt x="26494" y="13510"/>
                  </a:cubicBezTo>
                  <a:cubicBezTo>
                    <a:pt x="30541" y="18563"/>
                    <a:pt x="32564" y="23617"/>
                    <a:pt x="32564" y="28670"/>
                  </a:cubicBezTo>
                  <a:cubicBezTo>
                    <a:pt x="32564" y="32225"/>
                    <a:pt x="31406" y="35056"/>
                    <a:pt x="29090" y="37162"/>
                  </a:cubicBezTo>
                  <a:cubicBezTo>
                    <a:pt x="26751" y="39268"/>
                    <a:pt x="23850" y="40320"/>
                    <a:pt x="20388" y="40320"/>
                  </a:cubicBezTo>
                  <a:cubicBezTo>
                    <a:pt x="17066" y="40320"/>
                    <a:pt x="13826" y="39408"/>
                    <a:pt x="10668" y="37583"/>
                  </a:cubicBezTo>
                  <a:cubicBezTo>
                    <a:pt x="7510" y="35735"/>
                    <a:pt x="4948" y="33314"/>
                    <a:pt x="2983" y="30319"/>
                  </a:cubicBezTo>
                  <a:cubicBezTo>
                    <a:pt x="994" y="27301"/>
                    <a:pt x="0" y="24190"/>
                    <a:pt x="0" y="20985"/>
                  </a:cubicBezTo>
                  <a:cubicBezTo>
                    <a:pt x="0" y="19862"/>
                    <a:pt x="152" y="18763"/>
                    <a:pt x="456" y="17686"/>
                  </a:cubicBezTo>
                  <a:cubicBezTo>
                    <a:pt x="737" y="16610"/>
                    <a:pt x="1240" y="15534"/>
                    <a:pt x="1965" y="14458"/>
                  </a:cubicBezTo>
                  <a:cubicBezTo>
                    <a:pt x="2690" y="13382"/>
                    <a:pt x="3603" y="12446"/>
                    <a:pt x="4702" y="11650"/>
                  </a:cubicBezTo>
                  <a:cubicBezTo>
                    <a:pt x="5802" y="10855"/>
                    <a:pt x="7217" y="10212"/>
                    <a:pt x="8948" y="9721"/>
                  </a:cubicBezTo>
                  <a:cubicBezTo>
                    <a:pt x="10679" y="9229"/>
                    <a:pt x="12633" y="8984"/>
                    <a:pt x="14808" y="8984"/>
                  </a:cubicBezTo>
                  <a:lnTo>
                    <a:pt x="19265" y="8984"/>
                  </a:lnTo>
                  <a:cubicBezTo>
                    <a:pt x="15358" y="5896"/>
                    <a:pt x="10609" y="3545"/>
                    <a:pt x="5018" y="1931"/>
                  </a:cubicBezTo>
                  <a:cubicBezTo>
                    <a:pt x="4176" y="1697"/>
                    <a:pt x="3708" y="1509"/>
                    <a:pt x="3614" y="1369"/>
                  </a:cubicBezTo>
                  <a:cubicBezTo>
                    <a:pt x="3544" y="1275"/>
                    <a:pt x="3509" y="1111"/>
                    <a:pt x="3509" y="878"/>
                  </a:cubicBezTo>
                  <a:cubicBezTo>
                    <a:pt x="3509" y="643"/>
                    <a:pt x="3579" y="457"/>
                    <a:pt x="3720" y="317"/>
                  </a:cubicBezTo>
                  <a:cubicBezTo>
                    <a:pt x="3837" y="153"/>
                    <a:pt x="3954" y="59"/>
                    <a:pt x="4071" y="35"/>
                  </a:cubicBezTo>
                  <a:lnTo>
                    <a:pt x="4246" y="0"/>
                  </a:lnTo>
                  <a:moveTo>
                    <a:pt x="24634" y="13792"/>
                  </a:moveTo>
                  <a:cubicBezTo>
                    <a:pt x="23815" y="13885"/>
                    <a:pt x="21137" y="13932"/>
                    <a:pt x="16598" y="13932"/>
                  </a:cubicBezTo>
                  <a:cubicBezTo>
                    <a:pt x="15733" y="13932"/>
                    <a:pt x="15066" y="13932"/>
                    <a:pt x="14598" y="13932"/>
                  </a:cubicBezTo>
                  <a:cubicBezTo>
                    <a:pt x="14107" y="13932"/>
                    <a:pt x="13393" y="13955"/>
                    <a:pt x="12457" y="14002"/>
                  </a:cubicBezTo>
                  <a:cubicBezTo>
                    <a:pt x="11522" y="14049"/>
                    <a:pt x="10761" y="14119"/>
                    <a:pt x="10176" y="14212"/>
                  </a:cubicBezTo>
                  <a:cubicBezTo>
                    <a:pt x="9592" y="14282"/>
                    <a:pt x="8878" y="14399"/>
                    <a:pt x="8036" y="14563"/>
                  </a:cubicBezTo>
                  <a:cubicBezTo>
                    <a:pt x="7194" y="14727"/>
                    <a:pt x="6504" y="14925"/>
                    <a:pt x="5966" y="15159"/>
                  </a:cubicBezTo>
                  <a:cubicBezTo>
                    <a:pt x="5427" y="15393"/>
                    <a:pt x="4854" y="15698"/>
                    <a:pt x="4246" y="16072"/>
                  </a:cubicBezTo>
                  <a:cubicBezTo>
                    <a:pt x="3638" y="16423"/>
                    <a:pt x="3158" y="16833"/>
                    <a:pt x="2807" y="17301"/>
                  </a:cubicBezTo>
                  <a:cubicBezTo>
                    <a:pt x="2456" y="17745"/>
                    <a:pt x="2164" y="18295"/>
                    <a:pt x="1930" y="18950"/>
                  </a:cubicBezTo>
                  <a:cubicBezTo>
                    <a:pt x="1696" y="19581"/>
                    <a:pt x="1579" y="20283"/>
                    <a:pt x="1579" y="21055"/>
                  </a:cubicBezTo>
                  <a:cubicBezTo>
                    <a:pt x="1579" y="22014"/>
                    <a:pt x="1755" y="22997"/>
                    <a:pt x="2105" y="24003"/>
                  </a:cubicBezTo>
                  <a:cubicBezTo>
                    <a:pt x="2433" y="24985"/>
                    <a:pt x="3123" y="26108"/>
                    <a:pt x="4176" y="27372"/>
                  </a:cubicBezTo>
                  <a:cubicBezTo>
                    <a:pt x="5205" y="28635"/>
                    <a:pt x="6539" y="29793"/>
                    <a:pt x="8176" y="30845"/>
                  </a:cubicBezTo>
                  <a:cubicBezTo>
                    <a:pt x="9907" y="31945"/>
                    <a:pt x="12364" y="32916"/>
                    <a:pt x="15545" y="33758"/>
                  </a:cubicBezTo>
                  <a:cubicBezTo>
                    <a:pt x="18704" y="34577"/>
                    <a:pt x="21230" y="34987"/>
                    <a:pt x="23125" y="34987"/>
                  </a:cubicBezTo>
                  <a:cubicBezTo>
                    <a:pt x="25511" y="34987"/>
                    <a:pt x="27418" y="34437"/>
                    <a:pt x="28845" y="33337"/>
                  </a:cubicBezTo>
                  <a:cubicBezTo>
                    <a:pt x="30249" y="32237"/>
                    <a:pt x="30950" y="30635"/>
                    <a:pt x="30950" y="28530"/>
                  </a:cubicBezTo>
                  <a:cubicBezTo>
                    <a:pt x="30950" y="23500"/>
                    <a:pt x="28845" y="18587"/>
                    <a:pt x="24634" y="1379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0" name="Freeform 3229">
              <a:extLst>
                <a:ext uri="{FF2B5EF4-FFF2-40B4-BE49-F238E27FC236}">
                  <a16:creationId xmlns:a16="http://schemas.microsoft.com/office/drawing/2014/main" id="{2E9E54D9-BDB9-BA81-52D4-DA17B9332B44}"/>
                </a:ext>
              </a:extLst>
            </p:cNvPr>
            <p:cNvSpPr/>
            <p:nvPr/>
          </p:nvSpPr>
          <p:spPr>
            <a:xfrm>
              <a:off x="4416366" y="3735518"/>
              <a:ext cx="102666" cy="23811"/>
            </a:xfrm>
            <a:custGeom>
              <a:avLst/>
              <a:gdLst>
                <a:gd name="csX0" fmla="*/ 51333 w 102666"/>
                <a:gd name="csY0" fmla="*/ 23811 h 23811"/>
                <a:gd name="csX1" fmla="*/ 20002 w 102666"/>
                <a:gd name="csY1" fmla="*/ 17345 h 23811"/>
                <a:gd name="csX2" fmla="*/ 9224 w 102666"/>
                <a:gd name="csY2" fmla="*/ 10728 h 23811"/>
                <a:gd name="csX3" fmla="*/ 2156 w 102666"/>
                <a:gd name="csY3" fmla="*/ 4312 h 23811"/>
                <a:gd name="csX4" fmla="*/ 0 w 102666"/>
                <a:gd name="csY4" fmla="*/ 1053 h 23811"/>
                <a:gd name="csX5" fmla="*/ 1003 w 102666"/>
                <a:gd name="csY5" fmla="*/ 0 h 23811"/>
                <a:gd name="csX6" fmla="*/ 2757 w 102666"/>
                <a:gd name="csY6" fmla="*/ 1354 h 23811"/>
                <a:gd name="csX7" fmla="*/ 51333 w 102666"/>
                <a:gd name="csY7" fmla="*/ 17847 h 23811"/>
                <a:gd name="csX8" fmla="*/ 99358 w 102666"/>
                <a:gd name="csY8" fmla="*/ 1754 h 23811"/>
                <a:gd name="csX9" fmla="*/ 101664 w 102666"/>
                <a:gd name="csY9" fmla="*/ 0 h 23811"/>
                <a:gd name="csX10" fmla="*/ 102667 w 102666"/>
                <a:gd name="csY10" fmla="*/ 1053 h 23811"/>
                <a:gd name="csX11" fmla="*/ 100611 w 102666"/>
                <a:gd name="csY11" fmla="*/ 4211 h 23811"/>
                <a:gd name="csX12" fmla="*/ 93843 w 102666"/>
                <a:gd name="csY12" fmla="*/ 10477 h 23811"/>
                <a:gd name="csX13" fmla="*/ 83366 w 102666"/>
                <a:gd name="csY13" fmla="*/ 17044 h 23811"/>
                <a:gd name="csX14" fmla="*/ 51333 w 102666"/>
                <a:gd name="csY14" fmla="*/ 23811 h 23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2666" h="23811">
                  <a:moveTo>
                    <a:pt x="51333" y="23811"/>
                  </a:moveTo>
                  <a:cubicBezTo>
                    <a:pt x="39770" y="23811"/>
                    <a:pt x="29326" y="21656"/>
                    <a:pt x="20002" y="17345"/>
                  </a:cubicBezTo>
                  <a:cubicBezTo>
                    <a:pt x="16092" y="15507"/>
                    <a:pt x="12499" y="13301"/>
                    <a:pt x="9224" y="10728"/>
                  </a:cubicBezTo>
                  <a:cubicBezTo>
                    <a:pt x="5949" y="8155"/>
                    <a:pt x="3593" y="6016"/>
                    <a:pt x="2156" y="4312"/>
                  </a:cubicBezTo>
                  <a:cubicBezTo>
                    <a:pt x="719" y="2606"/>
                    <a:pt x="0" y="1520"/>
                    <a:pt x="0" y="1053"/>
                  </a:cubicBezTo>
                  <a:cubicBezTo>
                    <a:pt x="0" y="385"/>
                    <a:pt x="334" y="34"/>
                    <a:pt x="1003" y="0"/>
                  </a:cubicBezTo>
                  <a:cubicBezTo>
                    <a:pt x="1337" y="0"/>
                    <a:pt x="1922" y="451"/>
                    <a:pt x="2757" y="1354"/>
                  </a:cubicBezTo>
                  <a:cubicBezTo>
                    <a:pt x="13986" y="12382"/>
                    <a:pt x="30178" y="17880"/>
                    <a:pt x="51333" y="17847"/>
                  </a:cubicBezTo>
                  <a:cubicBezTo>
                    <a:pt x="72555" y="17847"/>
                    <a:pt x="88563" y="12482"/>
                    <a:pt x="99358" y="1754"/>
                  </a:cubicBezTo>
                  <a:cubicBezTo>
                    <a:pt x="100527" y="585"/>
                    <a:pt x="101296" y="0"/>
                    <a:pt x="101664" y="0"/>
                  </a:cubicBezTo>
                  <a:cubicBezTo>
                    <a:pt x="102333" y="0"/>
                    <a:pt x="102667" y="351"/>
                    <a:pt x="102667" y="1053"/>
                  </a:cubicBezTo>
                  <a:cubicBezTo>
                    <a:pt x="102667" y="1520"/>
                    <a:pt x="101982" y="2573"/>
                    <a:pt x="100611" y="4211"/>
                  </a:cubicBezTo>
                  <a:cubicBezTo>
                    <a:pt x="99241" y="5848"/>
                    <a:pt x="96985" y="7937"/>
                    <a:pt x="93843" y="10477"/>
                  </a:cubicBezTo>
                  <a:cubicBezTo>
                    <a:pt x="90702" y="13017"/>
                    <a:pt x="87210" y="15206"/>
                    <a:pt x="83366" y="17044"/>
                  </a:cubicBezTo>
                  <a:cubicBezTo>
                    <a:pt x="74042" y="21556"/>
                    <a:pt x="63364" y="23811"/>
                    <a:pt x="51333" y="2381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1" name="Freeform 3230">
              <a:extLst>
                <a:ext uri="{FF2B5EF4-FFF2-40B4-BE49-F238E27FC236}">
                  <a16:creationId xmlns:a16="http://schemas.microsoft.com/office/drawing/2014/main" id="{F0F39875-5693-46E2-5373-7FE3BF706577}"/>
                </a:ext>
              </a:extLst>
            </p:cNvPr>
            <p:cNvSpPr/>
            <p:nvPr/>
          </p:nvSpPr>
          <p:spPr>
            <a:xfrm>
              <a:off x="4447998" y="3676584"/>
              <a:ext cx="46520" cy="51132"/>
            </a:xfrm>
            <a:custGeom>
              <a:avLst/>
              <a:gdLst>
                <a:gd name="csX0" fmla="*/ 6768 w 46520"/>
                <a:gd name="csY0" fmla="*/ 0 h 51132"/>
                <a:gd name="csX1" fmla="*/ 11179 w 46520"/>
                <a:gd name="csY1" fmla="*/ 1755 h 51132"/>
                <a:gd name="csX2" fmla="*/ 12733 w 46520"/>
                <a:gd name="csY2" fmla="*/ 5514 h 51132"/>
                <a:gd name="csX3" fmla="*/ 11630 w 46520"/>
                <a:gd name="csY3" fmla="*/ 8422 h 51132"/>
                <a:gd name="csX4" fmla="*/ 9124 w 46520"/>
                <a:gd name="csY4" fmla="*/ 9425 h 51132"/>
                <a:gd name="csX5" fmla="*/ 5564 w 46520"/>
                <a:gd name="csY5" fmla="*/ 8022 h 51132"/>
                <a:gd name="csX6" fmla="*/ 3559 w 46520"/>
                <a:gd name="csY6" fmla="*/ 4512 h 51132"/>
                <a:gd name="csX7" fmla="*/ 2256 w 46520"/>
                <a:gd name="csY7" fmla="*/ 9626 h 51132"/>
                <a:gd name="csX8" fmla="*/ 3309 w 46520"/>
                <a:gd name="csY8" fmla="*/ 13385 h 51132"/>
                <a:gd name="csX9" fmla="*/ 5715 w 46520"/>
                <a:gd name="csY9" fmla="*/ 16142 h 51132"/>
                <a:gd name="csX10" fmla="*/ 9023 w 46520"/>
                <a:gd name="csY10" fmla="*/ 18047 h 51132"/>
                <a:gd name="csX11" fmla="*/ 12081 w 46520"/>
                <a:gd name="csY11" fmla="*/ 19251 h 51132"/>
                <a:gd name="csX12" fmla="*/ 14387 w 46520"/>
                <a:gd name="csY12" fmla="*/ 19802 h 51132"/>
                <a:gd name="csX13" fmla="*/ 28424 w 46520"/>
                <a:gd name="csY13" fmla="*/ 23311 h 51132"/>
                <a:gd name="csX14" fmla="*/ 37447 w 46520"/>
                <a:gd name="csY14" fmla="*/ 25015 h 51132"/>
                <a:gd name="csX15" fmla="*/ 42310 w 46520"/>
                <a:gd name="csY15" fmla="*/ 23611 h 51132"/>
                <a:gd name="csX16" fmla="*/ 44215 w 46520"/>
                <a:gd name="csY16" fmla="*/ 19400 h 51132"/>
                <a:gd name="csX17" fmla="*/ 43914 w 46520"/>
                <a:gd name="csY17" fmla="*/ 17045 h 51132"/>
                <a:gd name="csX18" fmla="*/ 42661 w 46520"/>
                <a:gd name="csY18" fmla="*/ 14187 h 51132"/>
                <a:gd name="csX19" fmla="*/ 40305 w 46520"/>
                <a:gd name="csY19" fmla="*/ 11079 h 51132"/>
                <a:gd name="csX20" fmla="*/ 36394 w 46520"/>
                <a:gd name="csY20" fmla="*/ 8121 h 51132"/>
                <a:gd name="csX21" fmla="*/ 30780 w 46520"/>
                <a:gd name="csY21" fmla="*/ 5716 h 51132"/>
                <a:gd name="csX22" fmla="*/ 29677 w 46520"/>
                <a:gd name="csY22" fmla="*/ 4412 h 51132"/>
                <a:gd name="csX23" fmla="*/ 30680 w 46520"/>
                <a:gd name="csY23" fmla="*/ 3159 h 51132"/>
                <a:gd name="csX24" fmla="*/ 33337 w 46520"/>
                <a:gd name="csY24" fmla="*/ 3860 h 51132"/>
                <a:gd name="csX25" fmla="*/ 37397 w 46520"/>
                <a:gd name="csY25" fmla="*/ 5966 h 51132"/>
                <a:gd name="csX26" fmla="*/ 41708 w 46520"/>
                <a:gd name="csY26" fmla="*/ 9224 h 51132"/>
                <a:gd name="csX27" fmla="*/ 45117 w 46520"/>
                <a:gd name="csY27" fmla="*/ 13837 h 51132"/>
                <a:gd name="csX28" fmla="*/ 46521 w 46520"/>
                <a:gd name="csY28" fmla="*/ 19602 h 51132"/>
                <a:gd name="csX29" fmla="*/ 44215 w 46520"/>
                <a:gd name="csY29" fmla="*/ 26769 h 51132"/>
                <a:gd name="csX30" fmla="*/ 38700 w 46520"/>
                <a:gd name="csY30" fmla="*/ 30679 h 51132"/>
                <a:gd name="csX31" fmla="*/ 39753 w 46520"/>
                <a:gd name="csY31" fmla="*/ 31282 h 51132"/>
                <a:gd name="csX32" fmla="*/ 41708 w 46520"/>
                <a:gd name="csY32" fmla="*/ 32685 h 51132"/>
                <a:gd name="csX33" fmla="*/ 44014 w 46520"/>
                <a:gd name="csY33" fmla="*/ 34841 h 51132"/>
                <a:gd name="csX34" fmla="*/ 45719 w 46520"/>
                <a:gd name="csY34" fmla="*/ 37798 h 51132"/>
                <a:gd name="csX35" fmla="*/ 46521 w 46520"/>
                <a:gd name="csY35" fmla="*/ 41458 h 51132"/>
                <a:gd name="csX36" fmla="*/ 45819 w 46520"/>
                <a:gd name="csY36" fmla="*/ 46020 h 51132"/>
                <a:gd name="csX37" fmla="*/ 43513 w 46520"/>
                <a:gd name="csY37" fmla="*/ 49629 h 51132"/>
                <a:gd name="csX38" fmla="*/ 39703 w 46520"/>
                <a:gd name="csY38" fmla="*/ 51133 h 51132"/>
                <a:gd name="csX39" fmla="*/ 35542 w 46520"/>
                <a:gd name="csY39" fmla="*/ 49478 h 51132"/>
                <a:gd name="csX40" fmla="*/ 33788 w 46520"/>
                <a:gd name="csY40" fmla="*/ 45469 h 51132"/>
                <a:gd name="csX41" fmla="*/ 34640 w 46520"/>
                <a:gd name="csY41" fmla="*/ 42862 h 51132"/>
                <a:gd name="csX42" fmla="*/ 37347 w 46520"/>
                <a:gd name="csY42" fmla="*/ 41658 h 51132"/>
                <a:gd name="csX43" fmla="*/ 40956 w 46520"/>
                <a:gd name="csY43" fmla="*/ 43062 h 51132"/>
                <a:gd name="csX44" fmla="*/ 42911 w 46520"/>
                <a:gd name="csY44" fmla="*/ 46471 h 51132"/>
                <a:gd name="csX45" fmla="*/ 44215 w 46520"/>
                <a:gd name="csY45" fmla="*/ 41357 h 51132"/>
                <a:gd name="csX46" fmla="*/ 41307 w 46520"/>
                <a:gd name="csY46" fmla="*/ 35443 h 51132"/>
                <a:gd name="csX47" fmla="*/ 33537 w 46520"/>
                <a:gd name="csY47" fmla="*/ 31583 h 51132"/>
                <a:gd name="csX48" fmla="*/ 16643 w 46520"/>
                <a:gd name="csY48" fmla="*/ 27271 h 51132"/>
                <a:gd name="csX49" fmla="*/ 9124 w 46520"/>
                <a:gd name="csY49" fmla="*/ 26068 h 51132"/>
                <a:gd name="csX50" fmla="*/ 5564 w 46520"/>
                <a:gd name="csY50" fmla="*/ 26619 h 51132"/>
                <a:gd name="csX51" fmla="*/ 3459 w 46520"/>
                <a:gd name="csY51" fmla="*/ 28123 h 51132"/>
                <a:gd name="csX52" fmla="*/ 2507 w 46520"/>
                <a:gd name="csY52" fmla="*/ 29878 h 51132"/>
                <a:gd name="csX53" fmla="*/ 2256 w 46520"/>
                <a:gd name="csY53" fmla="*/ 31583 h 51132"/>
                <a:gd name="csX54" fmla="*/ 2857 w 46520"/>
                <a:gd name="csY54" fmla="*/ 34791 h 51132"/>
                <a:gd name="csX55" fmla="*/ 4863 w 46520"/>
                <a:gd name="csY55" fmla="*/ 38450 h 51132"/>
                <a:gd name="csX56" fmla="*/ 9023 w 46520"/>
                <a:gd name="csY56" fmla="*/ 42260 h 51132"/>
                <a:gd name="csX57" fmla="*/ 15691 w 46520"/>
                <a:gd name="csY57" fmla="*/ 45368 h 51132"/>
                <a:gd name="csX58" fmla="*/ 16844 w 46520"/>
                <a:gd name="csY58" fmla="*/ 46722 h 51132"/>
                <a:gd name="csX59" fmla="*/ 15791 w 46520"/>
                <a:gd name="csY59" fmla="*/ 47925 h 51132"/>
                <a:gd name="csX60" fmla="*/ 13184 w 46520"/>
                <a:gd name="csY60" fmla="*/ 47273 h 51132"/>
                <a:gd name="csX61" fmla="*/ 9124 w 46520"/>
                <a:gd name="csY61" fmla="*/ 45168 h 51132"/>
                <a:gd name="csX62" fmla="*/ 4863 w 46520"/>
                <a:gd name="csY62" fmla="*/ 41859 h 51132"/>
                <a:gd name="csX63" fmla="*/ 1404 w 46520"/>
                <a:gd name="csY63" fmla="*/ 37197 h 51132"/>
                <a:gd name="csX64" fmla="*/ 0 w 46520"/>
                <a:gd name="csY64" fmla="*/ 31382 h 51132"/>
                <a:gd name="csX65" fmla="*/ 301 w 46520"/>
                <a:gd name="csY65" fmla="*/ 28724 h 51132"/>
                <a:gd name="csX66" fmla="*/ 1303 w 46520"/>
                <a:gd name="csY66" fmla="*/ 25768 h 51132"/>
                <a:gd name="csX67" fmla="*/ 3710 w 46520"/>
                <a:gd name="csY67" fmla="*/ 22659 h 51132"/>
                <a:gd name="csX68" fmla="*/ 7770 w 46520"/>
                <a:gd name="csY68" fmla="*/ 20304 h 51132"/>
                <a:gd name="csX69" fmla="*/ 5514 w 46520"/>
                <a:gd name="csY69" fmla="*/ 18900 h 51132"/>
                <a:gd name="csX70" fmla="*/ 3058 w 46520"/>
                <a:gd name="csY70" fmla="*/ 16744 h 51132"/>
                <a:gd name="csX71" fmla="*/ 852 w 46520"/>
                <a:gd name="csY71" fmla="*/ 13535 h 51132"/>
                <a:gd name="csX72" fmla="*/ 0 w 46520"/>
                <a:gd name="csY72" fmla="*/ 9525 h 51132"/>
                <a:gd name="csX73" fmla="*/ 551 w 46520"/>
                <a:gd name="csY73" fmla="*/ 5464 h 51132"/>
                <a:gd name="csX74" fmla="*/ 2707 w 46520"/>
                <a:gd name="csY74" fmla="*/ 1755 h 51132"/>
                <a:gd name="csX75" fmla="*/ 6768 w 46520"/>
                <a:gd name="csY75" fmla="*/ 0 h 51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520" h="51132">
                  <a:moveTo>
                    <a:pt x="6768" y="0"/>
                  </a:moveTo>
                  <a:cubicBezTo>
                    <a:pt x="8639" y="0"/>
                    <a:pt x="10110" y="585"/>
                    <a:pt x="11179" y="1755"/>
                  </a:cubicBezTo>
                  <a:cubicBezTo>
                    <a:pt x="12215" y="2924"/>
                    <a:pt x="12733" y="4177"/>
                    <a:pt x="12733" y="5514"/>
                  </a:cubicBezTo>
                  <a:cubicBezTo>
                    <a:pt x="12733" y="6784"/>
                    <a:pt x="12365" y="7753"/>
                    <a:pt x="11630" y="8422"/>
                  </a:cubicBezTo>
                  <a:cubicBezTo>
                    <a:pt x="10895" y="9090"/>
                    <a:pt x="10059" y="9425"/>
                    <a:pt x="9124" y="9425"/>
                  </a:cubicBezTo>
                  <a:cubicBezTo>
                    <a:pt x="7854" y="9425"/>
                    <a:pt x="6667" y="8957"/>
                    <a:pt x="5564" y="8022"/>
                  </a:cubicBezTo>
                  <a:cubicBezTo>
                    <a:pt x="4462" y="7086"/>
                    <a:pt x="3793" y="5916"/>
                    <a:pt x="3559" y="4512"/>
                  </a:cubicBezTo>
                  <a:cubicBezTo>
                    <a:pt x="2690" y="5882"/>
                    <a:pt x="2256" y="7587"/>
                    <a:pt x="2256" y="9626"/>
                  </a:cubicBezTo>
                  <a:cubicBezTo>
                    <a:pt x="2256" y="10962"/>
                    <a:pt x="2607" y="12215"/>
                    <a:pt x="3309" y="13385"/>
                  </a:cubicBezTo>
                  <a:cubicBezTo>
                    <a:pt x="4010" y="14522"/>
                    <a:pt x="4813" y="15440"/>
                    <a:pt x="5715" y="16142"/>
                  </a:cubicBezTo>
                  <a:cubicBezTo>
                    <a:pt x="6617" y="16810"/>
                    <a:pt x="7720" y="17445"/>
                    <a:pt x="9023" y="18047"/>
                  </a:cubicBezTo>
                  <a:cubicBezTo>
                    <a:pt x="10293" y="18615"/>
                    <a:pt x="11313" y="19017"/>
                    <a:pt x="12081" y="19251"/>
                  </a:cubicBezTo>
                  <a:cubicBezTo>
                    <a:pt x="12817" y="19451"/>
                    <a:pt x="13585" y="19635"/>
                    <a:pt x="14387" y="19802"/>
                  </a:cubicBezTo>
                  <a:lnTo>
                    <a:pt x="28424" y="23311"/>
                  </a:lnTo>
                  <a:cubicBezTo>
                    <a:pt x="32869" y="24447"/>
                    <a:pt x="35876" y="25015"/>
                    <a:pt x="37447" y="25015"/>
                  </a:cubicBezTo>
                  <a:cubicBezTo>
                    <a:pt x="39386" y="25015"/>
                    <a:pt x="41006" y="24547"/>
                    <a:pt x="42310" y="23611"/>
                  </a:cubicBezTo>
                  <a:cubicBezTo>
                    <a:pt x="43580" y="22676"/>
                    <a:pt x="44215" y="21272"/>
                    <a:pt x="44215" y="19400"/>
                  </a:cubicBezTo>
                  <a:cubicBezTo>
                    <a:pt x="44215" y="18666"/>
                    <a:pt x="44114" y="17880"/>
                    <a:pt x="43914" y="17045"/>
                  </a:cubicBezTo>
                  <a:cubicBezTo>
                    <a:pt x="43680" y="16209"/>
                    <a:pt x="43262" y="15256"/>
                    <a:pt x="42661" y="14187"/>
                  </a:cubicBezTo>
                  <a:cubicBezTo>
                    <a:pt x="42026" y="13084"/>
                    <a:pt x="41240" y="12049"/>
                    <a:pt x="40305" y="11079"/>
                  </a:cubicBezTo>
                  <a:cubicBezTo>
                    <a:pt x="39335" y="10077"/>
                    <a:pt x="38032" y="9091"/>
                    <a:pt x="36394" y="8121"/>
                  </a:cubicBezTo>
                  <a:cubicBezTo>
                    <a:pt x="34757" y="7152"/>
                    <a:pt x="32885" y="6350"/>
                    <a:pt x="30780" y="5716"/>
                  </a:cubicBezTo>
                  <a:cubicBezTo>
                    <a:pt x="30045" y="5515"/>
                    <a:pt x="29677" y="5081"/>
                    <a:pt x="29677" y="4412"/>
                  </a:cubicBezTo>
                  <a:cubicBezTo>
                    <a:pt x="29677" y="3577"/>
                    <a:pt x="30011" y="3159"/>
                    <a:pt x="30680" y="3159"/>
                  </a:cubicBezTo>
                  <a:cubicBezTo>
                    <a:pt x="31248" y="3159"/>
                    <a:pt x="32133" y="3393"/>
                    <a:pt x="33337" y="3860"/>
                  </a:cubicBezTo>
                  <a:cubicBezTo>
                    <a:pt x="34506" y="4294"/>
                    <a:pt x="35860" y="4996"/>
                    <a:pt x="37397" y="5966"/>
                  </a:cubicBezTo>
                  <a:cubicBezTo>
                    <a:pt x="38901" y="6902"/>
                    <a:pt x="40338" y="7988"/>
                    <a:pt x="41708" y="9224"/>
                  </a:cubicBezTo>
                  <a:cubicBezTo>
                    <a:pt x="43045" y="10461"/>
                    <a:pt x="44181" y="11998"/>
                    <a:pt x="45117" y="13837"/>
                  </a:cubicBezTo>
                  <a:cubicBezTo>
                    <a:pt x="46053" y="15675"/>
                    <a:pt x="46521" y="17596"/>
                    <a:pt x="46521" y="19602"/>
                  </a:cubicBezTo>
                  <a:cubicBezTo>
                    <a:pt x="46521" y="22475"/>
                    <a:pt x="45752" y="24864"/>
                    <a:pt x="44215" y="26769"/>
                  </a:cubicBezTo>
                  <a:cubicBezTo>
                    <a:pt x="42677" y="28675"/>
                    <a:pt x="40839" y="29978"/>
                    <a:pt x="38700" y="30679"/>
                  </a:cubicBezTo>
                  <a:cubicBezTo>
                    <a:pt x="39001" y="30847"/>
                    <a:pt x="39352" y="31048"/>
                    <a:pt x="39753" y="31282"/>
                  </a:cubicBezTo>
                  <a:cubicBezTo>
                    <a:pt x="40154" y="31515"/>
                    <a:pt x="40806" y="31983"/>
                    <a:pt x="41708" y="32685"/>
                  </a:cubicBezTo>
                  <a:cubicBezTo>
                    <a:pt x="42577" y="33353"/>
                    <a:pt x="43346" y="34072"/>
                    <a:pt x="44014" y="34841"/>
                  </a:cubicBezTo>
                  <a:cubicBezTo>
                    <a:pt x="44649" y="35610"/>
                    <a:pt x="45217" y="36595"/>
                    <a:pt x="45719" y="37798"/>
                  </a:cubicBezTo>
                  <a:cubicBezTo>
                    <a:pt x="46253" y="38968"/>
                    <a:pt x="46521" y="40188"/>
                    <a:pt x="46521" y="41458"/>
                  </a:cubicBezTo>
                  <a:cubicBezTo>
                    <a:pt x="46521" y="43062"/>
                    <a:pt x="46287" y="44583"/>
                    <a:pt x="45819" y="46020"/>
                  </a:cubicBezTo>
                  <a:cubicBezTo>
                    <a:pt x="45351" y="47423"/>
                    <a:pt x="44582" y="48626"/>
                    <a:pt x="43513" y="49629"/>
                  </a:cubicBezTo>
                  <a:cubicBezTo>
                    <a:pt x="42443" y="50632"/>
                    <a:pt x="41174" y="51133"/>
                    <a:pt x="39703" y="51133"/>
                  </a:cubicBezTo>
                  <a:cubicBezTo>
                    <a:pt x="38065" y="51133"/>
                    <a:pt x="36679" y="50581"/>
                    <a:pt x="35542" y="49478"/>
                  </a:cubicBezTo>
                  <a:cubicBezTo>
                    <a:pt x="34373" y="48343"/>
                    <a:pt x="33788" y="47006"/>
                    <a:pt x="33788" y="45469"/>
                  </a:cubicBezTo>
                  <a:cubicBezTo>
                    <a:pt x="33788" y="44499"/>
                    <a:pt x="34072" y="43630"/>
                    <a:pt x="34640" y="42862"/>
                  </a:cubicBezTo>
                  <a:cubicBezTo>
                    <a:pt x="35208" y="42059"/>
                    <a:pt x="36110" y="41658"/>
                    <a:pt x="37347" y="41658"/>
                  </a:cubicBezTo>
                  <a:cubicBezTo>
                    <a:pt x="38717" y="41658"/>
                    <a:pt x="39920" y="42126"/>
                    <a:pt x="40956" y="43062"/>
                  </a:cubicBezTo>
                  <a:cubicBezTo>
                    <a:pt x="41992" y="43998"/>
                    <a:pt x="42644" y="45134"/>
                    <a:pt x="42911" y="46471"/>
                  </a:cubicBezTo>
                  <a:cubicBezTo>
                    <a:pt x="43780" y="45101"/>
                    <a:pt x="44215" y="43396"/>
                    <a:pt x="44215" y="41357"/>
                  </a:cubicBezTo>
                  <a:cubicBezTo>
                    <a:pt x="44215" y="39152"/>
                    <a:pt x="43246" y="37181"/>
                    <a:pt x="41307" y="35443"/>
                  </a:cubicBezTo>
                  <a:cubicBezTo>
                    <a:pt x="39369" y="33705"/>
                    <a:pt x="36779" y="32418"/>
                    <a:pt x="33537" y="31583"/>
                  </a:cubicBezTo>
                  <a:cubicBezTo>
                    <a:pt x="25750" y="29510"/>
                    <a:pt x="20119" y="28073"/>
                    <a:pt x="16643" y="27271"/>
                  </a:cubicBezTo>
                  <a:cubicBezTo>
                    <a:pt x="13134" y="26469"/>
                    <a:pt x="10628" y="26068"/>
                    <a:pt x="9124" y="26068"/>
                  </a:cubicBezTo>
                  <a:cubicBezTo>
                    <a:pt x="7720" y="26068"/>
                    <a:pt x="6534" y="26252"/>
                    <a:pt x="5564" y="26619"/>
                  </a:cubicBezTo>
                  <a:cubicBezTo>
                    <a:pt x="4595" y="26987"/>
                    <a:pt x="3893" y="27488"/>
                    <a:pt x="3459" y="28123"/>
                  </a:cubicBezTo>
                  <a:cubicBezTo>
                    <a:pt x="2991" y="28725"/>
                    <a:pt x="2674" y="29310"/>
                    <a:pt x="2507" y="29878"/>
                  </a:cubicBezTo>
                  <a:cubicBezTo>
                    <a:pt x="2339" y="30412"/>
                    <a:pt x="2256" y="30981"/>
                    <a:pt x="2256" y="31583"/>
                  </a:cubicBezTo>
                  <a:cubicBezTo>
                    <a:pt x="2256" y="32585"/>
                    <a:pt x="2456" y="33654"/>
                    <a:pt x="2857" y="34791"/>
                  </a:cubicBezTo>
                  <a:cubicBezTo>
                    <a:pt x="3258" y="35894"/>
                    <a:pt x="3927" y="37113"/>
                    <a:pt x="4863" y="38450"/>
                  </a:cubicBezTo>
                  <a:cubicBezTo>
                    <a:pt x="5765" y="39753"/>
                    <a:pt x="7152" y="41023"/>
                    <a:pt x="9023" y="42260"/>
                  </a:cubicBezTo>
                  <a:cubicBezTo>
                    <a:pt x="10895" y="43497"/>
                    <a:pt x="13117" y="44533"/>
                    <a:pt x="15691" y="45368"/>
                  </a:cubicBezTo>
                  <a:cubicBezTo>
                    <a:pt x="16459" y="45535"/>
                    <a:pt x="16844" y="45986"/>
                    <a:pt x="16844" y="46722"/>
                  </a:cubicBezTo>
                  <a:cubicBezTo>
                    <a:pt x="16810" y="47524"/>
                    <a:pt x="16459" y="47925"/>
                    <a:pt x="15791" y="47925"/>
                  </a:cubicBezTo>
                  <a:cubicBezTo>
                    <a:pt x="15223" y="47925"/>
                    <a:pt x="14354" y="47707"/>
                    <a:pt x="13184" y="47273"/>
                  </a:cubicBezTo>
                  <a:cubicBezTo>
                    <a:pt x="11981" y="46805"/>
                    <a:pt x="10628" y="46103"/>
                    <a:pt x="9124" y="45168"/>
                  </a:cubicBezTo>
                  <a:cubicBezTo>
                    <a:pt x="7620" y="44198"/>
                    <a:pt x="6199" y="43095"/>
                    <a:pt x="4863" y="41859"/>
                  </a:cubicBezTo>
                  <a:cubicBezTo>
                    <a:pt x="3492" y="40589"/>
                    <a:pt x="2339" y="39035"/>
                    <a:pt x="1404" y="37197"/>
                  </a:cubicBezTo>
                  <a:cubicBezTo>
                    <a:pt x="468" y="35325"/>
                    <a:pt x="0" y="33387"/>
                    <a:pt x="0" y="31382"/>
                  </a:cubicBezTo>
                  <a:cubicBezTo>
                    <a:pt x="0" y="30479"/>
                    <a:pt x="100" y="29593"/>
                    <a:pt x="301" y="28724"/>
                  </a:cubicBezTo>
                  <a:cubicBezTo>
                    <a:pt x="468" y="27823"/>
                    <a:pt x="802" y="26837"/>
                    <a:pt x="1303" y="25768"/>
                  </a:cubicBezTo>
                  <a:cubicBezTo>
                    <a:pt x="1805" y="24665"/>
                    <a:pt x="2607" y="23628"/>
                    <a:pt x="3710" y="22659"/>
                  </a:cubicBezTo>
                  <a:cubicBezTo>
                    <a:pt x="4813" y="21690"/>
                    <a:pt x="6166" y="20905"/>
                    <a:pt x="7770" y="20304"/>
                  </a:cubicBezTo>
                  <a:cubicBezTo>
                    <a:pt x="7002" y="19902"/>
                    <a:pt x="6250" y="19434"/>
                    <a:pt x="5514" y="18900"/>
                  </a:cubicBezTo>
                  <a:cubicBezTo>
                    <a:pt x="4779" y="18331"/>
                    <a:pt x="3960" y="17612"/>
                    <a:pt x="3058" y="16744"/>
                  </a:cubicBezTo>
                  <a:cubicBezTo>
                    <a:pt x="2122" y="15842"/>
                    <a:pt x="1387" y="14772"/>
                    <a:pt x="852" y="13535"/>
                  </a:cubicBezTo>
                  <a:cubicBezTo>
                    <a:pt x="284" y="12265"/>
                    <a:pt x="0" y="10929"/>
                    <a:pt x="0" y="9525"/>
                  </a:cubicBezTo>
                  <a:cubicBezTo>
                    <a:pt x="0" y="8155"/>
                    <a:pt x="184" y="6801"/>
                    <a:pt x="551" y="5464"/>
                  </a:cubicBezTo>
                  <a:cubicBezTo>
                    <a:pt x="886" y="4128"/>
                    <a:pt x="1604" y="2892"/>
                    <a:pt x="2707" y="1755"/>
                  </a:cubicBezTo>
                  <a:cubicBezTo>
                    <a:pt x="3777" y="585"/>
                    <a:pt x="5130" y="0"/>
                    <a:pt x="6768" y="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2" name="Freeform 3231">
              <a:extLst>
                <a:ext uri="{FF2B5EF4-FFF2-40B4-BE49-F238E27FC236}">
                  <a16:creationId xmlns:a16="http://schemas.microsoft.com/office/drawing/2014/main" id="{738890D6-EB9A-65B7-A07A-B1CF9A291683}"/>
                </a:ext>
              </a:extLst>
            </p:cNvPr>
            <p:cNvSpPr/>
            <p:nvPr/>
          </p:nvSpPr>
          <p:spPr>
            <a:xfrm>
              <a:off x="4416366" y="3642891"/>
              <a:ext cx="102666" cy="23811"/>
            </a:xfrm>
            <a:custGeom>
              <a:avLst/>
              <a:gdLst>
                <a:gd name="csX0" fmla="*/ 101664 w 102666"/>
                <a:gd name="csY0" fmla="*/ 23811 h 23811"/>
                <a:gd name="csX1" fmla="*/ 99909 w 102666"/>
                <a:gd name="csY1" fmla="*/ 22508 h 23811"/>
                <a:gd name="csX2" fmla="*/ 51333 w 102666"/>
                <a:gd name="csY2" fmla="*/ 5966 h 23811"/>
                <a:gd name="csX3" fmla="*/ 3409 w 102666"/>
                <a:gd name="csY3" fmla="*/ 21856 h 23811"/>
                <a:gd name="csX4" fmla="*/ 1003 w 102666"/>
                <a:gd name="csY4" fmla="*/ 23811 h 23811"/>
                <a:gd name="csX5" fmla="*/ 0 w 102666"/>
                <a:gd name="csY5" fmla="*/ 22809 h 23811"/>
                <a:gd name="csX6" fmla="*/ 2055 w 102666"/>
                <a:gd name="csY6" fmla="*/ 19651 h 23811"/>
                <a:gd name="csX7" fmla="*/ 8823 w 102666"/>
                <a:gd name="csY7" fmla="*/ 13385 h 23811"/>
                <a:gd name="csX8" fmla="*/ 19300 w 102666"/>
                <a:gd name="csY8" fmla="*/ 6767 h 23811"/>
                <a:gd name="csX9" fmla="*/ 51333 w 102666"/>
                <a:gd name="csY9" fmla="*/ 0 h 23811"/>
                <a:gd name="csX10" fmla="*/ 82664 w 102666"/>
                <a:gd name="csY10" fmla="*/ 6467 h 23811"/>
                <a:gd name="csX11" fmla="*/ 93442 w 102666"/>
                <a:gd name="csY11" fmla="*/ 13084 h 23811"/>
                <a:gd name="csX12" fmla="*/ 100510 w 102666"/>
                <a:gd name="csY12" fmla="*/ 19501 h 23811"/>
                <a:gd name="csX13" fmla="*/ 102667 w 102666"/>
                <a:gd name="csY13" fmla="*/ 22809 h 23811"/>
                <a:gd name="csX14" fmla="*/ 101664 w 102666"/>
                <a:gd name="csY14" fmla="*/ 23811 h 23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02666" h="23811">
                  <a:moveTo>
                    <a:pt x="101664" y="23811"/>
                  </a:moveTo>
                  <a:cubicBezTo>
                    <a:pt x="101329" y="23811"/>
                    <a:pt x="100744" y="23377"/>
                    <a:pt x="99909" y="22508"/>
                  </a:cubicBezTo>
                  <a:cubicBezTo>
                    <a:pt x="88680" y="11480"/>
                    <a:pt x="72488" y="5966"/>
                    <a:pt x="51333" y="5966"/>
                  </a:cubicBezTo>
                  <a:cubicBezTo>
                    <a:pt x="30111" y="5966"/>
                    <a:pt x="14137" y="11263"/>
                    <a:pt x="3409" y="21856"/>
                  </a:cubicBezTo>
                  <a:cubicBezTo>
                    <a:pt x="2172" y="23160"/>
                    <a:pt x="1370" y="23811"/>
                    <a:pt x="1003" y="23811"/>
                  </a:cubicBezTo>
                  <a:cubicBezTo>
                    <a:pt x="334" y="23811"/>
                    <a:pt x="0" y="23477"/>
                    <a:pt x="0" y="22809"/>
                  </a:cubicBezTo>
                  <a:cubicBezTo>
                    <a:pt x="0" y="22341"/>
                    <a:pt x="685" y="21289"/>
                    <a:pt x="2055" y="19651"/>
                  </a:cubicBezTo>
                  <a:cubicBezTo>
                    <a:pt x="3426" y="17980"/>
                    <a:pt x="5681" y="15891"/>
                    <a:pt x="8823" y="13385"/>
                  </a:cubicBezTo>
                  <a:cubicBezTo>
                    <a:pt x="11964" y="10845"/>
                    <a:pt x="15457" y="8639"/>
                    <a:pt x="19300" y="6767"/>
                  </a:cubicBezTo>
                  <a:cubicBezTo>
                    <a:pt x="28624" y="2256"/>
                    <a:pt x="39302" y="0"/>
                    <a:pt x="51333" y="0"/>
                  </a:cubicBezTo>
                  <a:cubicBezTo>
                    <a:pt x="62896" y="0"/>
                    <a:pt x="73340" y="2156"/>
                    <a:pt x="82664" y="6467"/>
                  </a:cubicBezTo>
                  <a:cubicBezTo>
                    <a:pt x="86575" y="8305"/>
                    <a:pt x="90167" y="10510"/>
                    <a:pt x="93442" y="13084"/>
                  </a:cubicBezTo>
                  <a:cubicBezTo>
                    <a:pt x="96718" y="15658"/>
                    <a:pt x="99074" y="17797"/>
                    <a:pt x="100510" y="19501"/>
                  </a:cubicBezTo>
                  <a:cubicBezTo>
                    <a:pt x="101948" y="21205"/>
                    <a:pt x="102667" y="22308"/>
                    <a:pt x="102667" y="22809"/>
                  </a:cubicBezTo>
                  <a:cubicBezTo>
                    <a:pt x="102667" y="23477"/>
                    <a:pt x="102333" y="23811"/>
                    <a:pt x="101664" y="2381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33" name="Freeform 3232">
            <a:extLst>
              <a:ext uri="{FF2B5EF4-FFF2-40B4-BE49-F238E27FC236}">
                <a16:creationId xmlns:a16="http://schemas.microsoft.com/office/drawing/2014/main" id="{DA4694DF-5D13-2332-7AFC-7048A170C69F}"/>
              </a:ext>
            </a:extLst>
          </p:cNvPr>
          <p:cNvSpPr/>
          <p:nvPr/>
        </p:nvSpPr>
        <p:spPr>
          <a:xfrm>
            <a:off x="4701254" y="3182837"/>
            <a:ext cx="2157238" cy="1219045"/>
          </a:xfrm>
          <a:custGeom>
            <a:avLst/>
            <a:gdLst>
              <a:gd name="csX0" fmla="*/ 0 w 2157238"/>
              <a:gd name="csY0" fmla="*/ 1219046 h 1219045"/>
              <a:gd name="csX1" fmla="*/ 7215 w 2157238"/>
              <a:gd name="csY1" fmla="*/ 1219035 h 1219045"/>
              <a:gd name="csX2" fmla="*/ 14430 w 2157238"/>
              <a:gd name="csY2" fmla="*/ 1219024 h 1219045"/>
              <a:gd name="csX3" fmla="*/ 21644 w 2157238"/>
              <a:gd name="csY3" fmla="*/ 1219024 h 1219045"/>
              <a:gd name="csX4" fmla="*/ 28859 w 2157238"/>
              <a:gd name="csY4" fmla="*/ 1219014 h 1219045"/>
              <a:gd name="csX5" fmla="*/ 36074 w 2157238"/>
              <a:gd name="csY5" fmla="*/ 1219003 h 1219045"/>
              <a:gd name="csX6" fmla="*/ 43289 w 2157238"/>
              <a:gd name="csY6" fmla="*/ 1218992 h 1219045"/>
              <a:gd name="csX7" fmla="*/ 50504 w 2157238"/>
              <a:gd name="csY7" fmla="*/ 1218981 h 1219045"/>
              <a:gd name="csX8" fmla="*/ 57718 w 2157238"/>
              <a:gd name="csY8" fmla="*/ 1218971 h 1219045"/>
              <a:gd name="csX9" fmla="*/ 64933 w 2157238"/>
              <a:gd name="csY9" fmla="*/ 1218960 h 1219045"/>
              <a:gd name="csX10" fmla="*/ 72148 w 2157238"/>
              <a:gd name="csY10" fmla="*/ 1218949 h 1219045"/>
              <a:gd name="csX11" fmla="*/ 79364 w 2157238"/>
              <a:gd name="csY11" fmla="*/ 1218939 h 1219045"/>
              <a:gd name="csX12" fmla="*/ 86579 w 2157238"/>
              <a:gd name="csY12" fmla="*/ 1218928 h 1219045"/>
              <a:gd name="csX13" fmla="*/ 93794 w 2157238"/>
              <a:gd name="csY13" fmla="*/ 1218907 h 1219045"/>
              <a:gd name="csX14" fmla="*/ 101008 w 2157238"/>
              <a:gd name="csY14" fmla="*/ 1218896 h 1219045"/>
              <a:gd name="csX15" fmla="*/ 108223 w 2157238"/>
              <a:gd name="csY15" fmla="*/ 1218885 h 1219045"/>
              <a:gd name="csX16" fmla="*/ 115438 w 2157238"/>
              <a:gd name="csY16" fmla="*/ 1218864 h 1219045"/>
              <a:gd name="csX17" fmla="*/ 122653 w 2157238"/>
              <a:gd name="csY17" fmla="*/ 1218853 h 1219045"/>
              <a:gd name="csX18" fmla="*/ 129868 w 2157238"/>
              <a:gd name="csY18" fmla="*/ 1218832 h 1219045"/>
              <a:gd name="csX19" fmla="*/ 137082 w 2157238"/>
              <a:gd name="csY19" fmla="*/ 1218821 h 1219045"/>
              <a:gd name="csX20" fmla="*/ 144297 w 2157238"/>
              <a:gd name="csY20" fmla="*/ 1218800 h 1219045"/>
              <a:gd name="csX21" fmla="*/ 151512 w 2157238"/>
              <a:gd name="csY21" fmla="*/ 1218778 h 1219045"/>
              <a:gd name="csX22" fmla="*/ 158727 w 2157238"/>
              <a:gd name="csY22" fmla="*/ 1218757 h 1219045"/>
              <a:gd name="csX23" fmla="*/ 165942 w 2157238"/>
              <a:gd name="csY23" fmla="*/ 1218735 h 1219045"/>
              <a:gd name="csX24" fmla="*/ 173156 w 2157238"/>
              <a:gd name="csY24" fmla="*/ 1218714 h 1219045"/>
              <a:gd name="csX25" fmla="*/ 180371 w 2157238"/>
              <a:gd name="csY25" fmla="*/ 1218693 h 1219045"/>
              <a:gd name="csX26" fmla="*/ 187586 w 2157238"/>
              <a:gd name="csY26" fmla="*/ 1218671 h 1219045"/>
              <a:gd name="csX27" fmla="*/ 194801 w 2157238"/>
              <a:gd name="csY27" fmla="*/ 1218639 h 1219045"/>
              <a:gd name="csX28" fmla="*/ 202016 w 2157238"/>
              <a:gd name="csY28" fmla="*/ 1218618 h 1219045"/>
              <a:gd name="csX29" fmla="*/ 209230 w 2157238"/>
              <a:gd name="csY29" fmla="*/ 1218585 h 1219045"/>
              <a:gd name="csX30" fmla="*/ 216445 w 2157238"/>
              <a:gd name="csY30" fmla="*/ 1218553 h 1219045"/>
              <a:gd name="csX31" fmla="*/ 223660 w 2157238"/>
              <a:gd name="csY31" fmla="*/ 1218521 h 1219045"/>
              <a:gd name="csX32" fmla="*/ 230875 w 2157238"/>
              <a:gd name="csY32" fmla="*/ 1218489 h 1219045"/>
              <a:gd name="csX33" fmla="*/ 238090 w 2157238"/>
              <a:gd name="csY33" fmla="*/ 1218457 h 1219045"/>
              <a:gd name="csX34" fmla="*/ 245304 w 2157238"/>
              <a:gd name="csY34" fmla="*/ 1218425 h 1219045"/>
              <a:gd name="csX35" fmla="*/ 252519 w 2157238"/>
              <a:gd name="csY35" fmla="*/ 1218393 h 1219045"/>
              <a:gd name="csX36" fmla="*/ 259734 w 2157238"/>
              <a:gd name="csY36" fmla="*/ 1218350 h 1219045"/>
              <a:gd name="csX37" fmla="*/ 266950 w 2157238"/>
              <a:gd name="csY37" fmla="*/ 1218307 h 1219045"/>
              <a:gd name="csX38" fmla="*/ 274165 w 2157238"/>
              <a:gd name="csY38" fmla="*/ 1218264 h 1219045"/>
              <a:gd name="csX39" fmla="*/ 281379 w 2157238"/>
              <a:gd name="csY39" fmla="*/ 1218222 h 1219045"/>
              <a:gd name="csX40" fmla="*/ 288594 w 2157238"/>
              <a:gd name="csY40" fmla="*/ 1218168 h 1219045"/>
              <a:gd name="csX41" fmla="*/ 295809 w 2157238"/>
              <a:gd name="csY41" fmla="*/ 1218125 h 1219045"/>
              <a:gd name="csX42" fmla="*/ 303024 w 2157238"/>
              <a:gd name="csY42" fmla="*/ 1218072 h 1219045"/>
              <a:gd name="csX43" fmla="*/ 310239 w 2157238"/>
              <a:gd name="csY43" fmla="*/ 1218018 h 1219045"/>
              <a:gd name="csX44" fmla="*/ 317453 w 2157238"/>
              <a:gd name="csY44" fmla="*/ 1217965 h 1219045"/>
              <a:gd name="csX45" fmla="*/ 324668 w 2157238"/>
              <a:gd name="csY45" fmla="*/ 1217901 h 1219045"/>
              <a:gd name="csX46" fmla="*/ 331883 w 2157238"/>
              <a:gd name="csY46" fmla="*/ 1217836 h 1219045"/>
              <a:gd name="csX47" fmla="*/ 339098 w 2157238"/>
              <a:gd name="csY47" fmla="*/ 1217772 h 1219045"/>
              <a:gd name="csX48" fmla="*/ 346313 w 2157238"/>
              <a:gd name="csY48" fmla="*/ 1217708 h 1219045"/>
              <a:gd name="csX49" fmla="*/ 353527 w 2157238"/>
              <a:gd name="csY49" fmla="*/ 1217633 h 1219045"/>
              <a:gd name="csX50" fmla="*/ 360742 w 2157238"/>
              <a:gd name="csY50" fmla="*/ 1217558 h 1219045"/>
              <a:gd name="csX51" fmla="*/ 367957 w 2157238"/>
              <a:gd name="csY51" fmla="*/ 1217483 h 1219045"/>
              <a:gd name="csX52" fmla="*/ 375172 w 2157238"/>
              <a:gd name="csY52" fmla="*/ 1217398 h 1219045"/>
              <a:gd name="csX53" fmla="*/ 382387 w 2157238"/>
              <a:gd name="csY53" fmla="*/ 1217312 h 1219045"/>
              <a:gd name="csX54" fmla="*/ 389601 w 2157238"/>
              <a:gd name="csY54" fmla="*/ 1217226 h 1219045"/>
              <a:gd name="csX55" fmla="*/ 396816 w 2157238"/>
              <a:gd name="csY55" fmla="*/ 1217130 h 1219045"/>
              <a:gd name="csX56" fmla="*/ 404031 w 2157238"/>
              <a:gd name="csY56" fmla="*/ 1217034 h 1219045"/>
              <a:gd name="csX57" fmla="*/ 411246 w 2157238"/>
              <a:gd name="csY57" fmla="*/ 1216927 h 1219045"/>
              <a:gd name="csX58" fmla="*/ 418461 w 2157238"/>
              <a:gd name="csY58" fmla="*/ 1216820 h 1219045"/>
              <a:gd name="csX59" fmla="*/ 425675 w 2157238"/>
              <a:gd name="csY59" fmla="*/ 1216702 h 1219045"/>
              <a:gd name="csX60" fmla="*/ 432890 w 2157238"/>
              <a:gd name="csY60" fmla="*/ 1216584 h 1219045"/>
              <a:gd name="csX61" fmla="*/ 440105 w 2157238"/>
              <a:gd name="csY61" fmla="*/ 1216467 h 1219045"/>
              <a:gd name="csX62" fmla="*/ 447321 w 2157238"/>
              <a:gd name="csY62" fmla="*/ 1216327 h 1219045"/>
              <a:gd name="csX63" fmla="*/ 454536 w 2157238"/>
              <a:gd name="csY63" fmla="*/ 1216199 h 1219045"/>
              <a:gd name="csX64" fmla="*/ 461751 w 2157238"/>
              <a:gd name="csY64" fmla="*/ 1216049 h 1219045"/>
              <a:gd name="csX65" fmla="*/ 468965 w 2157238"/>
              <a:gd name="csY65" fmla="*/ 1215900 h 1219045"/>
              <a:gd name="csX66" fmla="*/ 476180 w 2157238"/>
              <a:gd name="csY66" fmla="*/ 1215750 h 1219045"/>
              <a:gd name="csX67" fmla="*/ 483395 w 2157238"/>
              <a:gd name="csY67" fmla="*/ 1215578 h 1219045"/>
              <a:gd name="csX68" fmla="*/ 490610 w 2157238"/>
              <a:gd name="csY68" fmla="*/ 1215407 h 1219045"/>
              <a:gd name="csX69" fmla="*/ 497825 w 2157238"/>
              <a:gd name="csY69" fmla="*/ 1215236 h 1219045"/>
              <a:gd name="csX70" fmla="*/ 505039 w 2157238"/>
              <a:gd name="csY70" fmla="*/ 1215043 h 1219045"/>
              <a:gd name="csX71" fmla="*/ 512254 w 2157238"/>
              <a:gd name="csY71" fmla="*/ 1214851 h 1219045"/>
              <a:gd name="csX72" fmla="*/ 519469 w 2157238"/>
              <a:gd name="csY72" fmla="*/ 1214637 h 1219045"/>
              <a:gd name="csX73" fmla="*/ 526684 w 2157238"/>
              <a:gd name="csY73" fmla="*/ 1214423 h 1219045"/>
              <a:gd name="csX74" fmla="*/ 533899 w 2157238"/>
              <a:gd name="csY74" fmla="*/ 1214198 h 1219045"/>
              <a:gd name="csX75" fmla="*/ 541113 w 2157238"/>
              <a:gd name="csY75" fmla="*/ 1213963 h 1219045"/>
              <a:gd name="csX76" fmla="*/ 548328 w 2157238"/>
              <a:gd name="csY76" fmla="*/ 1213716 h 1219045"/>
              <a:gd name="csX77" fmla="*/ 555543 w 2157238"/>
              <a:gd name="csY77" fmla="*/ 1213460 h 1219045"/>
              <a:gd name="csX78" fmla="*/ 562758 w 2157238"/>
              <a:gd name="csY78" fmla="*/ 1213181 h 1219045"/>
              <a:gd name="csX79" fmla="*/ 569973 w 2157238"/>
              <a:gd name="csY79" fmla="*/ 1212903 h 1219045"/>
              <a:gd name="csX80" fmla="*/ 577187 w 2157238"/>
              <a:gd name="csY80" fmla="*/ 1212603 h 1219045"/>
              <a:gd name="csX81" fmla="*/ 584402 w 2157238"/>
              <a:gd name="csY81" fmla="*/ 1212293 h 1219045"/>
              <a:gd name="csX82" fmla="*/ 591617 w 2157238"/>
              <a:gd name="csY82" fmla="*/ 1211972 h 1219045"/>
              <a:gd name="csX83" fmla="*/ 598832 w 2157238"/>
              <a:gd name="csY83" fmla="*/ 1211630 h 1219045"/>
              <a:gd name="csX84" fmla="*/ 606047 w 2157238"/>
              <a:gd name="csY84" fmla="*/ 1211277 h 1219045"/>
              <a:gd name="csX85" fmla="*/ 613261 w 2157238"/>
              <a:gd name="csY85" fmla="*/ 1210902 h 1219045"/>
              <a:gd name="csX86" fmla="*/ 620476 w 2157238"/>
              <a:gd name="csY86" fmla="*/ 1210517 h 1219045"/>
              <a:gd name="csX87" fmla="*/ 627691 w 2157238"/>
              <a:gd name="csY87" fmla="*/ 1210110 h 1219045"/>
              <a:gd name="csX88" fmla="*/ 634907 w 2157238"/>
              <a:gd name="csY88" fmla="*/ 1209693 h 1219045"/>
              <a:gd name="csX89" fmla="*/ 642122 w 2157238"/>
              <a:gd name="csY89" fmla="*/ 1209243 h 1219045"/>
              <a:gd name="csX90" fmla="*/ 649336 w 2157238"/>
              <a:gd name="csY90" fmla="*/ 1208783 h 1219045"/>
              <a:gd name="csX91" fmla="*/ 656551 w 2157238"/>
              <a:gd name="csY91" fmla="*/ 1208302 h 1219045"/>
              <a:gd name="csX92" fmla="*/ 663766 w 2157238"/>
              <a:gd name="csY92" fmla="*/ 1207788 h 1219045"/>
              <a:gd name="csX93" fmla="*/ 670981 w 2157238"/>
              <a:gd name="csY93" fmla="*/ 1207264 h 1219045"/>
              <a:gd name="csX94" fmla="*/ 678196 w 2157238"/>
              <a:gd name="csY94" fmla="*/ 1206707 h 1219045"/>
              <a:gd name="csX95" fmla="*/ 685411 w 2157238"/>
              <a:gd name="csY95" fmla="*/ 1206129 h 1219045"/>
              <a:gd name="csX96" fmla="*/ 692625 w 2157238"/>
              <a:gd name="csY96" fmla="*/ 1205530 h 1219045"/>
              <a:gd name="csX97" fmla="*/ 699840 w 2157238"/>
              <a:gd name="csY97" fmla="*/ 1204899 h 1219045"/>
              <a:gd name="csX98" fmla="*/ 707055 w 2157238"/>
              <a:gd name="csY98" fmla="*/ 1204246 h 1219045"/>
              <a:gd name="csX99" fmla="*/ 714270 w 2157238"/>
              <a:gd name="csY99" fmla="*/ 1203561 h 1219045"/>
              <a:gd name="csX100" fmla="*/ 721485 w 2157238"/>
              <a:gd name="csY100" fmla="*/ 1202844 h 1219045"/>
              <a:gd name="csX101" fmla="*/ 728699 w 2157238"/>
              <a:gd name="csY101" fmla="*/ 1202095 h 1219045"/>
              <a:gd name="csX102" fmla="*/ 735914 w 2157238"/>
              <a:gd name="csY102" fmla="*/ 1201314 h 1219045"/>
              <a:gd name="csX103" fmla="*/ 743129 w 2157238"/>
              <a:gd name="csY103" fmla="*/ 1200500 h 1219045"/>
              <a:gd name="csX104" fmla="*/ 750344 w 2157238"/>
              <a:gd name="csY104" fmla="*/ 1199655 h 1219045"/>
              <a:gd name="csX105" fmla="*/ 757559 w 2157238"/>
              <a:gd name="csY105" fmla="*/ 1198767 h 1219045"/>
              <a:gd name="csX106" fmla="*/ 764773 w 2157238"/>
              <a:gd name="csY106" fmla="*/ 1197846 h 1219045"/>
              <a:gd name="csX107" fmla="*/ 771988 w 2157238"/>
              <a:gd name="csY107" fmla="*/ 1196894 h 1219045"/>
              <a:gd name="csX108" fmla="*/ 779203 w 2157238"/>
              <a:gd name="csY108" fmla="*/ 1195888 h 1219045"/>
              <a:gd name="csX109" fmla="*/ 786416 w 2157238"/>
              <a:gd name="csY109" fmla="*/ 1194850 h 1219045"/>
              <a:gd name="csX110" fmla="*/ 793628 w 2157238"/>
              <a:gd name="csY110" fmla="*/ 1193759 h 1219045"/>
              <a:gd name="csX111" fmla="*/ 800852 w 2157238"/>
              <a:gd name="csY111" fmla="*/ 1192624 h 1219045"/>
              <a:gd name="csX112" fmla="*/ 808064 w 2157238"/>
              <a:gd name="csY112" fmla="*/ 1191447 h 1219045"/>
              <a:gd name="csX113" fmla="*/ 815277 w 2157238"/>
              <a:gd name="csY113" fmla="*/ 1190227 h 1219045"/>
              <a:gd name="csX114" fmla="*/ 822490 w 2157238"/>
              <a:gd name="csY114" fmla="*/ 1188954 h 1219045"/>
              <a:gd name="csX115" fmla="*/ 829702 w 2157238"/>
              <a:gd name="csY115" fmla="*/ 1187627 h 1219045"/>
              <a:gd name="csX116" fmla="*/ 836926 w 2157238"/>
              <a:gd name="csY116" fmla="*/ 1186246 h 1219045"/>
              <a:gd name="csX117" fmla="*/ 844138 w 2157238"/>
              <a:gd name="csY117" fmla="*/ 1184812 h 1219045"/>
              <a:gd name="csX118" fmla="*/ 851351 w 2157238"/>
              <a:gd name="csY118" fmla="*/ 1183325 h 1219045"/>
              <a:gd name="csX119" fmla="*/ 858564 w 2157238"/>
              <a:gd name="csY119" fmla="*/ 1181773 h 1219045"/>
              <a:gd name="csX120" fmla="*/ 865776 w 2157238"/>
              <a:gd name="csY120" fmla="*/ 1180168 h 1219045"/>
              <a:gd name="csX121" fmla="*/ 873000 w 2157238"/>
              <a:gd name="csY121" fmla="*/ 1178499 h 1219045"/>
              <a:gd name="csX122" fmla="*/ 880212 w 2157238"/>
              <a:gd name="csY122" fmla="*/ 1176765 h 1219045"/>
              <a:gd name="csX123" fmla="*/ 887425 w 2157238"/>
              <a:gd name="csY123" fmla="*/ 1174967 h 1219045"/>
              <a:gd name="csX124" fmla="*/ 894638 w 2157238"/>
              <a:gd name="csY124" fmla="*/ 1173105 h 1219045"/>
              <a:gd name="csX125" fmla="*/ 901850 w 2157238"/>
              <a:gd name="csY125" fmla="*/ 1171179 h 1219045"/>
              <a:gd name="csX126" fmla="*/ 909074 w 2157238"/>
              <a:gd name="csY126" fmla="*/ 1169178 h 1219045"/>
              <a:gd name="csX127" fmla="*/ 916286 w 2157238"/>
              <a:gd name="csY127" fmla="*/ 1167102 h 1219045"/>
              <a:gd name="csX128" fmla="*/ 923499 w 2157238"/>
              <a:gd name="csY128" fmla="*/ 1164961 h 1219045"/>
              <a:gd name="csX129" fmla="*/ 930712 w 2157238"/>
              <a:gd name="csY129" fmla="*/ 1162746 h 1219045"/>
              <a:gd name="csX130" fmla="*/ 937935 w 2157238"/>
              <a:gd name="csY130" fmla="*/ 1160445 h 1219045"/>
              <a:gd name="csX131" fmla="*/ 945148 w 2157238"/>
              <a:gd name="csY131" fmla="*/ 1158070 h 1219045"/>
              <a:gd name="csX132" fmla="*/ 952360 w 2157238"/>
              <a:gd name="csY132" fmla="*/ 1155619 h 1219045"/>
              <a:gd name="csX133" fmla="*/ 959573 w 2157238"/>
              <a:gd name="csY133" fmla="*/ 1153083 h 1219045"/>
              <a:gd name="csX134" fmla="*/ 966786 w 2157238"/>
              <a:gd name="csY134" fmla="*/ 1150461 h 1219045"/>
              <a:gd name="csX135" fmla="*/ 974009 w 2157238"/>
              <a:gd name="csY135" fmla="*/ 1147764 h 1219045"/>
              <a:gd name="csX136" fmla="*/ 981222 w 2157238"/>
              <a:gd name="csY136" fmla="*/ 1144971 h 1219045"/>
              <a:gd name="csX137" fmla="*/ 988434 w 2157238"/>
              <a:gd name="csY137" fmla="*/ 1142103 h 1219045"/>
              <a:gd name="csX138" fmla="*/ 995647 w 2157238"/>
              <a:gd name="csY138" fmla="*/ 1139139 h 1219045"/>
              <a:gd name="csX139" fmla="*/ 1002860 w 2157238"/>
              <a:gd name="csY139" fmla="*/ 1136089 h 1219045"/>
              <a:gd name="csX140" fmla="*/ 1010083 w 2157238"/>
              <a:gd name="csY140" fmla="*/ 1132954 h 1219045"/>
              <a:gd name="csX141" fmla="*/ 1017296 w 2157238"/>
              <a:gd name="csY141" fmla="*/ 1129722 h 1219045"/>
              <a:gd name="csX142" fmla="*/ 1024508 w 2157238"/>
              <a:gd name="csY142" fmla="*/ 1126405 h 1219045"/>
              <a:gd name="csX143" fmla="*/ 1031721 w 2157238"/>
              <a:gd name="csY143" fmla="*/ 1122980 h 1219045"/>
              <a:gd name="csX144" fmla="*/ 1038934 w 2157238"/>
              <a:gd name="csY144" fmla="*/ 1119481 h 1219045"/>
              <a:gd name="csX145" fmla="*/ 1046157 w 2157238"/>
              <a:gd name="csY145" fmla="*/ 1115875 h 1219045"/>
              <a:gd name="csX146" fmla="*/ 1053370 w 2157238"/>
              <a:gd name="csY146" fmla="*/ 1112183 h 1219045"/>
              <a:gd name="csX147" fmla="*/ 1060582 w 2157238"/>
              <a:gd name="csY147" fmla="*/ 1108384 h 1219045"/>
              <a:gd name="csX148" fmla="*/ 1067795 w 2157238"/>
              <a:gd name="csY148" fmla="*/ 1104499 h 1219045"/>
              <a:gd name="csX149" fmla="*/ 1075008 w 2157238"/>
              <a:gd name="csY149" fmla="*/ 1100518 h 1219045"/>
              <a:gd name="csX150" fmla="*/ 1082231 w 2157238"/>
              <a:gd name="csY150" fmla="*/ 1096441 h 1219045"/>
              <a:gd name="csX151" fmla="*/ 1089444 w 2157238"/>
              <a:gd name="csY151" fmla="*/ 1092268 h 1219045"/>
              <a:gd name="csX152" fmla="*/ 1096656 w 2157238"/>
              <a:gd name="csY152" fmla="*/ 1087998 h 1219045"/>
              <a:gd name="csX153" fmla="*/ 1103869 w 2157238"/>
              <a:gd name="csY153" fmla="*/ 1083642 h 1219045"/>
              <a:gd name="csX154" fmla="*/ 1111082 w 2157238"/>
              <a:gd name="csY154" fmla="*/ 1079180 h 1219045"/>
              <a:gd name="csX155" fmla="*/ 1118305 w 2157238"/>
              <a:gd name="csY155" fmla="*/ 1074632 h 1219045"/>
              <a:gd name="csX156" fmla="*/ 1125518 w 2157238"/>
              <a:gd name="csY156" fmla="*/ 1069988 h 1219045"/>
              <a:gd name="csX157" fmla="*/ 1132730 w 2157238"/>
              <a:gd name="csY157" fmla="*/ 1065247 h 1219045"/>
              <a:gd name="csX158" fmla="*/ 1139943 w 2157238"/>
              <a:gd name="csY158" fmla="*/ 1060410 h 1219045"/>
              <a:gd name="csX159" fmla="*/ 1147156 w 2157238"/>
              <a:gd name="csY159" fmla="*/ 1055487 h 1219045"/>
              <a:gd name="csX160" fmla="*/ 1154379 w 2157238"/>
              <a:gd name="csY160" fmla="*/ 1050468 h 1219045"/>
              <a:gd name="csX161" fmla="*/ 1161592 w 2157238"/>
              <a:gd name="csY161" fmla="*/ 1045364 h 1219045"/>
              <a:gd name="csX162" fmla="*/ 1168804 w 2157238"/>
              <a:gd name="csY162" fmla="*/ 1040174 h 1219045"/>
              <a:gd name="csX163" fmla="*/ 1176017 w 2157238"/>
              <a:gd name="csY163" fmla="*/ 1034898 h 1219045"/>
              <a:gd name="csX164" fmla="*/ 1183230 w 2157238"/>
              <a:gd name="csY164" fmla="*/ 1029526 h 1219045"/>
              <a:gd name="csX165" fmla="*/ 1190453 w 2157238"/>
              <a:gd name="csY165" fmla="*/ 1024079 h 1219045"/>
              <a:gd name="csX166" fmla="*/ 1197666 w 2157238"/>
              <a:gd name="csY166" fmla="*/ 1018536 h 1219045"/>
              <a:gd name="csX167" fmla="*/ 1204878 w 2157238"/>
              <a:gd name="csY167" fmla="*/ 1012918 h 1219045"/>
              <a:gd name="csX168" fmla="*/ 1212091 w 2157238"/>
              <a:gd name="csY168" fmla="*/ 1007214 h 1219045"/>
              <a:gd name="csX169" fmla="*/ 1219304 w 2157238"/>
              <a:gd name="csY169" fmla="*/ 1001435 h 1219045"/>
              <a:gd name="csX170" fmla="*/ 1226527 w 2157238"/>
              <a:gd name="csY170" fmla="*/ 995582 h 1219045"/>
              <a:gd name="csX171" fmla="*/ 1233740 w 2157238"/>
              <a:gd name="csY171" fmla="*/ 989642 h 1219045"/>
              <a:gd name="csX172" fmla="*/ 1240953 w 2157238"/>
              <a:gd name="csY172" fmla="*/ 983639 h 1219045"/>
              <a:gd name="csX173" fmla="*/ 1248165 w 2157238"/>
              <a:gd name="csY173" fmla="*/ 977556 h 1219045"/>
              <a:gd name="csX174" fmla="*/ 1255378 w 2157238"/>
              <a:gd name="csY174" fmla="*/ 971402 h 1219045"/>
              <a:gd name="csX175" fmla="*/ 1262601 w 2157238"/>
              <a:gd name="csY175" fmla="*/ 965179 h 1219045"/>
              <a:gd name="csX176" fmla="*/ 1269814 w 2157238"/>
              <a:gd name="csY176" fmla="*/ 958887 h 1219045"/>
              <a:gd name="csX177" fmla="*/ 1277027 w 2157238"/>
              <a:gd name="csY177" fmla="*/ 952529 h 1219045"/>
              <a:gd name="csX178" fmla="*/ 1284239 w 2157238"/>
              <a:gd name="csY178" fmla="*/ 946106 h 1219045"/>
              <a:gd name="csX179" fmla="*/ 1291463 w 2157238"/>
              <a:gd name="csY179" fmla="*/ 939620 h 1219045"/>
              <a:gd name="csX180" fmla="*/ 1298675 w 2157238"/>
              <a:gd name="csY180" fmla="*/ 933073 h 1219045"/>
              <a:gd name="csX181" fmla="*/ 1305888 w 2157238"/>
              <a:gd name="csY181" fmla="*/ 926466 h 1219045"/>
              <a:gd name="csX182" fmla="*/ 1313100 w 2157238"/>
              <a:gd name="csY182" fmla="*/ 919803 h 1219045"/>
              <a:gd name="csX183" fmla="*/ 1320313 w 2157238"/>
              <a:gd name="csY183" fmla="*/ 913081 h 1219045"/>
              <a:gd name="csX184" fmla="*/ 1327536 w 2157238"/>
              <a:gd name="csY184" fmla="*/ 906306 h 1219045"/>
              <a:gd name="csX185" fmla="*/ 1334749 w 2157238"/>
              <a:gd name="csY185" fmla="*/ 899479 h 1219045"/>
              <a:gd name="csX186" fmla="*/ 1341962 w 2157238"/>
              <a:gd name="csY186" fmla="*/ 892599 h 1219045"/>
              <a:gd name="csX187" fmla="*/ 1349175 w 2157238"/>
              <a:gd name="csY187" fmla="*/ 885671 h 1219045"/>
              <a:gd name="csX188" fmla="*/ 1356387 w 2157238"/>
              <a:gd name="csY188" fmla="*/ 878694 h 1219045"/>
              <a:gd name="csX189" fmla="*/ 1363611 w 2157238"/>
              <a:gd name="csY189" fmla="*/ 871670 h 1219045"/>
              <a:gd name="csX190" fmla="*/ 1370823 w 2157238"/>
              <a:gd name="csY190" fmla="*/ 864603 h 1219045"/>
              <a:gd name="csX191" fmla="*/ 1378036 w 2157238"/>
              <a:gd name="csY191" fmla="*/ 857491 h 1219045"/>
              <a:gd name="csX192" fmla="*/ 1385249 w 2157238"/>
              <a:gd name="csY192" fmla="*/ 850339 h 1219045"/>
              <a:gd name="csX193" fmla="*/ 1392461 w 2157238"/>
              <a:gd name="csY193" fmla="*/ 843145 h 1219045"/>
              <a:gd name="csX194" fmla="*/ 1399685 w 2157238"/>
              <a:gd name="csY194" fmla="*/ 835912 h 1219045"/>
              <a:gd name="csX195" fmla="*/ 1406897 w 2157238"/>
              <a:gd name="csY195" fmla="*/ 828643 h 1219045"/>
              <a:gd name="csX196" fmla="*/ 1414110 w 2157238"/>
              <a:gd name="csY196" fmla="*/ 821336 h 1219045"/>
              <a:gd name="csX197" fmla="*/ 1421323 w 2157238"/>
              <a:gd name="csY197" fmla="*/ 813995 h 1219045"/>
              <a:gd name="csX198" fmla="*/ 1428535 w 2157238"/>
              <a:gd name="csY198" fmla="*/ 806621 h 1219045"/>
              <a:gd name="csX199" fmla="*/ 1435759 w 2157238"/>
              <a:gd name="csY199" fmla="*/ 799213 h 1219045"/>
              <a:gd name="csX200" fmla="*/ 1442971 w 2157238"/>
              <a:gd name="csY200" fmla="*/ 791775 h 1219045"/>
              <a:gd name="csX201" fmla="*/ 1450184 w 2157238"/>
              <a:gd name="csY201" fmla="*/ 784306 h 1219045"/>
              <a:gd name="csX202" fmla="*/ 1457397 w 2157238"/>
              <a:gd name="csY202" fmla="*/ 776809 h 1219045"/>
              <a:gd name="csX203" fmla="*/ 1464609 w 2157238"/>
              <a:gd name="csY203" fmla="*/ 769284 h 1219045"/>
              <a:gd name="csX204" fmla="*/ 1471833 w 2157238"/>
              <a:gd name="csY204" fmla="*/ 761732 h 1219045"/>
              <a:gd name="csX205" fmla="*/ 1479045 w 2157238"/>
              <a:gd name="csY205" fmla="*/ 754155 h 1219045"/>
              <a:gd name="csX206" fmla="*/ 1486258 w 2157238"/>
              <a:gd name="csY206" fmla="*/ 746553 h 1219045"/>
              <a:gd name="csX207" fmla="*/ 1493471 w 2157238"/>
              <a:gd name="csY207" fmla="*/ 738928 h 1219045"/>
              <a:gd name="csX208" fmla="*/ 1500683 w 2157238"/>
              <a:gd name="csY208" fmla="*/ 731280 h 1219045"/>
              <a:gd name="csX209" fmla="*/ 1507907 w 2157238"/>
              <a:gd name="csY209" fmla="*/ 723610 h 1219045"/>
              <a:gd name="csX210" fmla="*/ 1515119 w 2157238"/>
              <a:gd name="csY210" fmla="*/ 715919 h 1219045"/>
              <a:gd name="csX211" fmla="*/ 1522332 w 2157238"/>
              <a:gd name="csY211" fmla="*/ 708208 h 1219045"/>
              <a:gd name="csX212" fmla="*/ 1529545 w 2157238"/>
              <a:gd name="csY212" fmla="*/ 700478 h 1219045"/>
              <a:gd name="csX213" fmla="*/ 1536757 w 2157238"/>
              <a:gd name="csY213" fmla="*/ 692730 h 1219045"/>
              <a:gd name="csX214" fmla="*/ 1543981 w 2157238"/>
              <a:gd name="csY214" fmla="*/ 684963 h 1219045"/>
              <a:gd name="csX215" fmla="*/ 1551193 w 2157238"/>
              <a:gd name="csY215" fmla="*/ 677180 h 1219045"/>
              <a:gd name="csX216" fmla="*/ 1558406 w 2157238"/>
              <a:gd name="csY216" fmla="*/ 669381 h 1219045"/>
              <a:gd name="csX217" fmla="*/ 1565619 w 2157238"/>
              <a:gd name="csY217" fmla="*/ 661566 h 1219045"/>
              <a:gd name="csX218" fmla="*/ 1572831 w 2157238"/>
              <a:gd name="csY218" fmla="*/ 653737 h 1219045"/>
              <a:gd name="csX219" fmla="*/ 1580055 w 2157238"/>
              <a:gd name="csY219" fmla="*/ 645893 h 1219045"/>
              <a:gd name="csX220" fmla="*/ 1587267 w 2157238"/>
              <a:gd name="csY220" fmla="*/ 638035 h 1219045"/>
              <a:gd name="csX221" fmla="*/ 1594480 w 2157238"/>
              <a:gd name="csY221" fmla="*/ 630164 h 1219045"/>
              <a:gd name="csX222" fmla="*/ 1601693 w 2157238"/>
              <a:gd name="csY222" fmla="*/ 622280 h 1219045"/>
              <a:gd name="csX223" fmla="*/ 1608905 w 2157238"/>
              <a:gd name="csY223" fmla="*/ 614385 h 1219045"/>
              <a:gd name="csX224" fmla="*/ 1616129 w 2157238"/>
              <a:gd name="csY224" fmla="*/ 606479 h 1219045"/>
              <a:gd name="csX225" fmla="*/ 1623341 w 2157238"/>
              <a:gd name="csY225" fmla="*/ 598561 h 1219045"/>
              <a:gd name="csX226" fmla="*/ 1630554 w 2157238"/>
              <a:gd name="csY226" fmla="*/ 590633 h 1219045"/>
              <a:gd name="csX227" fmla="*/ 1637767 w 2157238"/>
              <a:gd name="csY227" fmla="*/ 582694 h 1219045"/>
              <a:gd name="csX228" fmla="*/ 1644990 w 2157238"/>
              <a:gd name="csY228" fmla="*/ 574746 h 1219045"/>
              <a:gd name="csX229" fmla="*/ 1652203 w 2157238"/>
              <a:gd name="csY229" fmla="*/ 566789 h 1219045"/>
              <a:gd name="csX230" fmla="*/ 1659415 w 2157238"/>
              <a:gd name="csY230" fmla="*/ 558823 h 1219045"/>
              <a:gd name="csX231" fmla="*/ 1666628 w 2157238"/>
              <a:gd name="csY231" fmla="*/ 550848 h 1219045"/>
              <a:gd name="csX232" fmla="*/ 1673841 w 2157238"/>
              <a:gd name="csY232" fmla="*/ 542866 h 1219045"/>
              <a:gd name="csX233" fmla="*/ 1681064 w 2157238"/>
              <a:gd name="csY233" fmla="*/ 534876 h 1219045"/>
              <a:gd name="csX234" fmla="*/ 1688277 w 2157238"/>
              <a:gd name="csY234" fmla="*/ 526879 h 1219045"/>
              <a:gd name="csX235" fmla="*/ 1695489 w 2157238"/>
              <a:gd name="csY235" fmla="*/ 518874 h 1219045"/>
              <a:gd name="csX236" fmla="*/ 1702702 w 2157238"/>
              <a:gd name="csY236" fmla="*/ 510862 h 1219045"/>
              <a:gd name="csX237" fmla="*/ 1709915 w 2157238"/>
              <a:gd name="csY237" fmla="*/ 502845 h 1219045"/>
              <a:gd name="csX238" fmla="*/ 1717138 w 2157238"/>
              <a:gd name="csY238" fmla="*/ 494821 h 1219045"/>
              <a:gd name="csX239" fmla="*/ 1724351 w 2157238"/>
              <a:gd name="csY239" fmla="*/ 486792 h 1219045"/>
              <a:gd name="csX240" fmla="*/ 1731563 w 2157238"/>
              <a:gd name="csY240" fmla="*/ 478756 h 1219045"/>
              <a:gd name="csX241" fmla="*/ 1738776 w 2157238"/>
              <a:gd name="csY241" fmla="*/ 470715 h 1219045"/>
              <a:gd name="csX242" fmla="*/ 1745989 w 2157238"/>
              <a:gd name="csY242" fmla="*/ 462669 h 1219045"/>
              <a:gd name="csX243" fmla="*/ 1753212 w 2157238"/>
              <a:gd name="csY243" fmla="*/ 454618 h 1219045"/>
              <a:gd name="csX244" fmla="*/ 1760425 w 2157238"/>
              <a:gd name="csY244" fmla="*/ 446563 h 1219045"/>
              <a:gd name="csX245" fmla="*/ 1767637 w 2157238"/>
              <a:gd name="csY245" fmla="*/ 438503 h 1219045"/>
              <a:gd name="csX246" fmla="*/ 1774850 w 2157238"/>
              <a:gd name="csY246" fmla="*/ 430440 h 1219045"/>
              <a:gd name="csX247" fmla="*/ 1782063 w 2157238"/>
              <a:gd name="csY247" fmla="*/ 422371 h 1219045"/>
              <a:gd name="csX248" fmla="*/ 1789286 w 2157238"/>
              <a:gd name="csY248" fmla="*/ 414299 h 1219045"/>
              <a:gd name="csX249" fmla="*/ 1796499 w 2157238"/>
              <a:gd name="csY249" fmla="*/ 406223 h 1219045"/>
              <a:gd name="csX250" fmla="*/ 1803711 w 2157238"/>
              <a:gd name="csY250" fmla="*/ 398144 h 1219045"/>
              <a:gd name="csX251" fmla="*/ 1810924 w 2157238"/>
              <a:gd name="csY251" fmla="*/ 390062 h 1219045"/>
              <a:gd name="csX252" fmla="*/ 1818137 w 2157238"/>
              <a:gd name="csY252" fmla="*/ 381975 h 1219045"/>
              <a:gd name="csX253" fmla="*/ 1825360 w 2157238"/>
              <a:gd name="csY253" fmla="*/ 373886 h 1219045"/>
              <a:gd name="csX254" fmla="*/ 1832573 w 2157238"/>
              <a:gd name="csY254" fmla="*/ 365794 h 1219045"/>
              <a:gd name="csX255" fmla="*/ 1839785 w 2157238"/>
              <a:gd name="csY255" fmla="*/ 357699 h 1219045"/>
              <a:gd name="csX256" fmla="*/ 1846998 w 2157238"/>
              <a:gd name="csY256" fmla="*/ 349601 h 1219045"/>
              <a:gd name="csX257" fmla="*/ 1854211 w 2157238"/>
              <a:gd name="csY257" fmla="*/ 341501 h 1219045"/>
              <a:gd name="csX258" fmla="*/ 1861434 w 2157238"/>
              <a:gd name="csY258" fmla="*/ 333400 h 1219045"/>
              <a:gd name="csX259" fmla="*/ 1868647 w 2157238"/>
              <a:gd name="csY259" fmla="*/ 325294 h 1219045"/>
              <a:gd name="csX260" fmla="*/ 1875859 w 2157238"/>
              <a:gd name="csY260" fmla="*/ 317187 h 1219045"/>
              <a:gd name="csX261" fmla="*/ 1883072 w 2157238"/>
              <a:gd name="csY261" fmla="*/ 309078 h 1219045"/>
              <a:gd name="csX262" fmla="*/ 1890285 w 2157238"/>
              <a:gd name="csY262" fmla="*/ 300966 h 1219045"/>
              <a:gd name="csX263" fmla="*/ 1897508 w 2157238"/>
              <a:gd name="csY263" fmla="*/ 292853 h 1219045"/>
              <a:gd name="csX264" fmla="*/ 1904721 w 2157238"/>
              <a:gd name="csY264" fmla="*/ 284738 h 1219045"/>
              <a:gd name="csX265" fmla="*/ 1911933 w 2157238"/>
              <a:gd name="csY265" fmla="*/ 276621 h 1219045"/>
              <a:gd name="csX266" fmla="*/ 1919146 w 2157238"/>
              <a:gd name="csY266" fmla="*/ 268503 h 1219045"/>
              <a:gd name="csX267" fmla="*/ 1926359 w 2157238"/>
              <a:gd name="csY267" fmla="*/ 260383 h 1219045"/>
              <a:gd name="csX268" fmla="*/ 1933582 w 2157238"/>
              <a:gd name="csY268" fmla="*/ 252260 h 1219045"/>
              <a:gd name="csX269" fmla="*/ 1940795 w 2157238"/>
              <a:gd name="csY269" fmla="*/ 244137 h 1219045"/>
              <a:gd name="csX270" fmla="*/ 1948007 w 2157238"/>
              <a:gd name="csY270" fmla="*/ 236013 h 1219045"/>
              <a:gd name="csX271" fmla="*/ 1955220 w 2157238"/>
              <a:gd name="csY271" fmla="*/ 227887 h 1219045"/>
              <a:gd name="csX272" fmla="*/ 1962433 w 2157238"/>
              <a:gd name="csY272" fmla="*/ 219759 h 1219045"/>
              <a:gd name="csX273" fmla="*/ 1969656 w 2157238"/>
              <a:gd name="csY273" fmla="*/ 211631 h 1219045"/>
              <a:gd name="csX274" fmla="*/ 1976869 w 2157238"/>
              <a:gd name="csY274" fmla="*/ 203501 h 1219045"/>
              <a:gd name="csX275" fmla="*/ 1984081 w 2157238"/>
              <a:gd name="csY275" fmla="*/ 195370 h 1219045"/>
              <a:gd name="csX276" fmla="*/ 1991294 w 2157238"/>
              <a:gd name="csY276" fmla="*/ 187238 h 1219045"/>
              <a:gd name="csX277" fmla="*/ 1998507 w 2157238"/>
              <a:gd name="csY277" fmla="*/ 179105 h 1219045"/>
              <a:gd name="csX278" fmla="*/ 2005730 w 2157238"/>
              <a:gd name="csY278" fmla="*/ 170971 h 1219045"/>
              <a:gd name="csX279" fmla="*/ 2012943 w 2157238"/>
              <a:gd name="csY279" fmla="*/ 162837 h 1219045"/>
              <a:gd name="csX280" fmla="*/ 2020155 w 2157238"/>
              <a:gd name="csY280" fmla="*/ 154701 h 1219045"/>
              <a:gd name="csX281" fmla="*/ 2027368 w 2157238"/>
              <a:gd name="csY281" fmla="*/ 146565 h 1219045"/>
              <a:gd name="csX282" fmla="*/ 2034591 w 2157238"/>
              <a:gd name="csY282" fmla="*/ 138428 h 1219045"/>
              <a:gd name="csX283" fmla="*/ 2041804 w 2157238"/>
              <a:gd name="csY283" fmla="*/ 130289 h 1219045"/>
              <a:gd name="csX284" fmla="*/ 2049017 w 2157238"/>
              <a:gd name="csY284" fmla="*/ 122151 h 1219045"/>
              <a:gd name="csX285" fmla="*/ 2056229 w 2157238"/>
              <a:gd name="csY285" fmla="*/ 114012 h 1219045"/>
              <a:gd name="csX286" fmla="*/ 2063442 w 2157238"/>
              <a:gd name="csY286" fmla="*/ 105871 h 1219045"/>
              <a:gd name="csX287" fmla="*/ 2070665 w 2157238"/>
              <a:gd name="csY287" fmla="*/ 97730 h 1219045"/>
              <a:gd name="csX288" fmla="*/ 2077878 w 2157238"/>
              <a:gd name="csY288" fmla="*/ 89589 h 1219045"/>
              <a:gd name="csX289" fmla="*/ 2085091 w 2157238"/>
              <a:gd name="csY289" fmla="*/ 81447 h 1219045"/>
              <a:gd name="csX290" fmla="*/ 2092304 w 2157238"/>
              <a:gd name="csY290" fmla="*/ 73304 h 1219045"/>
              <a:gd name="csX291" fmla="*/ 2099516 w 2157238"/>
              <a:gd name="csY291" fmla="*/ 65161 h 1219045"/>
              <a:gd name="csX292" fmla="*/ 2106740 w 2157238"/>
              <a:gd name="csY292" fmla="*/ 57018 h 1219045"/>
              <a:gd name="csX293" fmla="*/ 2113952 w 2157238"/>
              <a:gd name="csY293" fmla="*/ 48873 h 1219045"/>
              <a:gd name="csX294" fmla="*/ 2121165 w 2157238"/>
              <a:gd name="csY294" fmla="*/ 40729 h 1219045"/>
              <a:gd name="csX295" fmla="*/ 2128378 w 2157238"/>
              <a:gd name="csY295" fmla="*/ 32583 h 1219045"/>
              <a:gd name="csX296" fmla="*/ 2135590 w 2157238"/>
              <a:gd name="csY296" fmla="*/ 24439 h 1219045"/>
              <a:gd name="csX297" fmla="*/ 2142814 w 2157238"/>
              <a:gd name="csY297" fmla="*/ 16293 h 1219045"/>
              <a:gd name="csX298" fmla="*/ 2150026 w 2157238"/>
              <a:gd name="csY298" fmla="*/ 8146 h 1219045"/>
              <a:gd name="csX299" fmla="*/ 2157239 w 2157238"/>
              <a:gd name="csY299" fmla="*/ 0 h 12190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157238" h="1219045">
                <a:moveTo>
                  <a:pt x="0" y="1219046"/>
                </a:moveTo>
                <a:lnTo>
                  <a:pt x="7215" y="1219035"/>
                </a:lnTo>
                <a:lnTo>
                  <a:pt x="14430" y="1219024"/>
                </a:lnTo>
                <a:lnTo>
                  <a:pt x="21644" y="1219024"/>
                </a:lnTo>
                <a:lnTo>
                  <a:pt x="28859" y="1219014"/>
                </a:lnTo>
                <a:lnTo>
                  <a:pt x="36074" y="1219003"/>
                </a:lnTo>
                <a:lnTo>
                  <a:pt x="43289" y="1218992"/>
                </a:lnTo>
                <a:lnTo>
                  <a:pt x="50504" y="1218981"/>
                </a:lnTo>
                <a:lnTo>
                  <a:pt x="57718" y="1218971"/>
                </a:lnTo>
                <a:lnTo>
                  <a:pt x="64933" y="1218960"/>
                </a:lnTo>
                <a:lnTo>
                  <a:pt x="72148" y="1218949"/>
                </a:lnTo>
                <a:lnTo>
                  <a:pt x="79364" y="1218939"/>
                </a:lnTo>
                <a:lnTo>
                  <a:pt x="86579" y="1218928"/>
                </a:lnTo>
                <a:lnTo>
                  <a:pt x="93794" y="1218907"/>
                </a:lnTo>
                <a:lnTo>
                  <a:pt x="101008" y="1218896"/>
                </a:lnTo>
                <a:lnTo>
                  <a:pt x="108223" y="1218885"/>
                </a:lnTo>
                <a:lnTo>
                  <a:pt x="115438" y="1218864"/>
                </a:lnTo>
                <a:lnTo>
                  <a:pt x="122653" y="1218853"/>
                </a:lnTo>
                <a:lnTo>
                  <a:pt x="129868" y="1218832"/>
                </a:lnTo>
                <a:lnTo>
                  <a:pt x="137082" y="1218821"/>
                </a:lnTo>
                <a:lnTo>
                  <a:pt x="144297" y="1218800"/>
                </a:lnTo>
                <a:lnTo>
                  <a:pt x="151512" y="1218778"/>
                </a:lnTo>
                <a:lnTo>
                  <a:pt x="158727" y="1218757"/>
                </a:lnTo>
                <a:lnTo>
                  <a:pt x="165942" y="1218735"/>
                </a:lnTo>
                <a:lnTo>
                  <a:pt x="173156" y="1218714"/>
                </a:lnTo>
                <a:lnTo>
                  <a:pt x="180371" y="1218693"/>
                </a:lnTo>
                <a:lnTo>
                  <a:pt x="187586" y="1218671"/>
                </a:lnTo>
                <a:lnTo>
                  <a:pt x="194801" y="1218639"/>
                </a:lnTo>
                <a:lnTo>
                  <a:pt x="202016" y="1218618"/>
                </a:lnTo>
                <a:lnTo>
                  <a:pt x="209230" y="1218585"/>
                </a:lnTo>
                <a:lnTo>
                  <a:pt x="216445" y="1218553"/>
                </a:lnTo>
                <a:lnTo>
                  <a:pt x="223660" y="1218521"/>
                </a:lnTo>
                <a:lnTo>
                  <a:pt x="230875" y="1218489"/>
                </a:lnTo>
                <a:lnTo>
                  <a:pt x="238090" y="1218457"/>
                </a:lnTo>
                <a:lnTo>
                  <a:pt x="245304" y="1218425"/>
                </a:lnTo>
                <a:lnTo>
                  <a:pt x="252519" y="1218393"/>
                </a:lnTo>
                <a:lnTo>
                  <a:pt x="259734" y="1218350"/>
                </a:lnTo>
                <a:lnTo>
                  <a:pt x="266950" y="1218307"/>
                </a:lnTo>
                <a:lnTo>
                  <a:pt x="274165" y="1218264"/>
                </a:lnTo>
                <a:lnTo>
                  <a:pt x="281379" y="1218222"/>
                </a:lnTo>
                <a:lnTo>
                  <a:pt x="288594" y="1218168"/>
                </a:lnTo>
                <a:lnTo>
                  <a:pt x="295809" y="1218125"/>
                </a:lnTo>
                <a:lnTo>
                  <a:pt x="303024" y="1218072"/>
                </a:lnTo>
                <a:lnTo>
                  <a:pt x="310239" y="1218018"/>
                </a:lnTo>
                <a:lnTo>
                  <a:pt x="317453" y="1217965"/>
                </a:lnTo>
                <a:lnTo>
                  <a:pt x="324668" y="1217901"/>
                </a:lnTo>
                <a:lnTo>
                  <a:pt x="331883" y="1217836"/>
                </a:lnTo>
                <a:lnTo>
                  <a:pt x="339098" y="1217772"/>
                </a:lnTo>
                <a:lnTo>
                  <a:pt x="346313" y="1217708"/>
                </a:lnTo>
                <a:lnTo>
                  <a:pt x="353527" y="1217633"/>
                </a:lnTo>
                <a:lnTo>
                  <a:pt x="360742" y="1217558"/>
                </a:lnTo>
                <a:lnTo>
                  <a:pt x="367957" y="1217483"/>
                </a:lnTo>
                <a:lnTo>
                  <a:pt x="375172" y="1217398"/>
                </a:lnTo>
                <a:lnTo>
                  <a:pt x="382387" y="1217312"/>
                </a:lnTo>
                <a:lnTo>
                  <a:pt x="389601" y="1217226"/>
                </a:lnTo>
                <a:lnTo>
                  <a:pt x="396816" y="1217130"/>
                </a:lnTo>
                <a:lnTo>
                  <a:pt x="404031" y="1217034"/>
                </a:lnTo>
                <a:lnTo>
                  <a:pt x="411246" y="1216927"/>
                </a:lnTo>
                <a:lnTo>
                  <a:pt x="418461" y="1216820"/>
                </a:lnTo>
                <a:lnTo>
                  <a:pt x="425675" y="1216702"/>
                </a:lnTo>
                <a:lnTo>
                  <a:pt x="432890" y="1216584"/>
                </a:lnTo>
                <a:lnTo>
                  <a:pt x="440105" y="1216467"/>
                </a:lnTo>
                <a:lnTo>
                  <a:pt x="447321" y="1216327"/>
                </a:lnTo>
                <a:lnTo>
                  <a:pt x="454536" y="1216199"/>
                </a:lnTo>
                <a:lnTo>
                  <a:pt x="461751" y="1216049"/>
                </a:lnTo>
                <a:lnTo>
                  <a:pt x="468965" y="1215900"/>
                </a:lnTo>
                <a:lnTo>
                  <a:pt x="476180" y="1215750"/>
                </a:lnTo>
                <a:lnTo>
                  <a:pt x="483395" y="1215578"/>
                </a:lnTo>
                <a:lnTo>
                  <a:pt x="490610" y="1215407"/>
                </a:lnTo>
                <a:lnTo>
                  <a:pt x="497825" y="1215236"/>
                </a:lnTo>
                <a:lnTo>
                  <a:pt x="505039" y="1215043"/>
                </a:lnTo>
                <a:lnTo>
                  <a:pt x="512254" y="1214851"/>
                </a:lnTo>
                <a:lnTo>
                  <a:pt x="519469" y="1214637"/>
                </a:lnTo>
                <a:lnTo>
                  <a:pt x="526684" y="1214423"/>
                </a:lnTo>
                <a:lnTo>
                  <a:pt x="533899" y="1214198"/>
                </a:lnTo>
                <a:lnTo>
                  <a:pt x="541113" y="1213963"/>
                </a:lnTo>
                <a:lnTo>
                  <a:pt x="548328" y="1213716"/>
                </a:lnTo>
                <a:lnTo>
                  <a:pt x="555543" y="1213460"/>
                </a:lnTo>
                <a:lnTo>
                  <a:pt x="562758" y="1213181"/>
                </a:lnTo>
                <a:lnTo>
                  <a:pt x="569973" y="1212903"/>
                </a:lnTo>
                <a:lnTo>
                  <a:pt x="577187" y="1212603"/>
                </a:lnTo>
                <a:lnTo>
                  <a:pt x="584402" y="1212293"/>
                </a:lnTo>
                <a:lnTo>
                  <a:pt x="591617" y="1211972"/>
                </a:lnTo>
                <a:lnTo>
                  <a:pt x="598832" y="1211630"/>
                </a:lnTo>
                <a:lnTo>
                  <a:pt x="606047" y="1211277"/>
                </a:lnTo>
                <a:lnTo>
                  <a:pt x="613261" y="1210902"/>
                </a:lnTo>
                <a:lnTo>
                  <a:pt x="620476" y="1210517"/>
                </a:lnTo>
                <a:lnTo>
                  <a:pt x="627691" y="1210110"/>
                </a:lnTo>
                <a:lnTo>
                  <a:pt x="634907" y="1209693"/>
                </a:lnTo>
                <a:lnTo>
                  <a:pt x="642122" y="1209243"/>
                </a:lnTo>
                <a:lnTo>
                  <a:pt x="649336" y="1208783"/>
                </a:lnTo>
                <a:lnTo>
                  <a:pt x="656551" y="1208302"/>
                </a:lnTo>
                <a:lnTo>
                  <a:pt x="663766" y="1207788"/>
                </a:lnTo>
                <a:lnTo>
                  <a:pt x="670981" y="1207264"/>
                </a:lnTo>
                <a:lnTo>
                  <a:pt x="678196" y="1206707"/>
                </a:lnTo>
                <a:lnTo>
                  <a:pt x="685411" y="1206129"/>
                </a:lnTo>
                <a:lnTo>
                  <a:pt x="692625" y="1205530"/>
                </a:lnTo>
                <a:lnTo>
                  <a:pt x="699840" y="1204899"/>
                </a:lnTo>
                <a:lnTo>
                  <a:pt x="707055" y="1204246"/>
                </a:lnTo>
                <a:lnTo>
                  <a:pt x="714270" y="1203561"/>
                </a:lnTo>
                <a:lnTo>
                  <a:pt x="721485" y="1202844"/>
                </a:lnTo>
                <a:lnTo>
                  <a:pt x="728699" y="1202095"/>
                </a:lnTo>
                <a:lnTo>
                  <a:pt x="735914" y="1201314"/>
                </a:lnTo>
                <a:lnTo>
                  <a:pt x="743129" y="1200500"/>
                </a:lnTo>
                <a:lnTo>
                  <a:pt x="750344" y="1199655"/>
                </a:lnTo>
                <a:lnTo>
                  <a:pt x="757559" y="1198767"/>
                </a:lnTo>
                <a:lnTo>
                  <a:pt x="764773" y="1197846"/>
                </a:lnTo>
                <a:lnTo>
                  <a:pt x="771988" y="1196894"/>
                </a:lnTo>
                <a:lnTo>
                  <a:pt x="779203" y="1195888"/>
                </a:lnTo>
                <a:lnTo>
                  <a:pt x="786416" y="1194850"/>
                </a:lnTo>
                <a:lnTo>
                  <a:pt x="793628" y="1193759"/>
                </a:lnTo>
                <a:lnTo>
                  <a:pt x="800852" y="1192624"/>
                </a:lnTo>
                <a:lnTo>
                  <a:pt x="808064" y="1191447"/>
                </a:lnTo>
                <a:lnTo>
                  <a:pt x="815277" y="1190227"/>
                </a:lnTo>
                <a:lnTo>
                  <a:pt x="822490" y="1188954"/>
                </a:lnTo>
                <a:lnTo>
                  <a:pt x="829702" y="1187627"/>
                </a:lnTo>
                <a:lnTo>
                  <a:pt x="836926" y="1186246"/>
                </a:lnTo>
                <a:lnTo>
                  <a:pt x="844138" y="1184812"/>
                </a:lnTo>
                <a:lnTo>
                  <a:pt x="851351" y="1183325"/>
                </a:lnTo>
                <a:lnTo>
                  <a:pt x="858564" y="1181773"/>
                </a:lnTo>
                <a:lnTo>
                  <a:pt x="865776" y="1180168"/>
                </a:lnTo>
                <a:lnTo>
                  <a:pt x="873000" y="1178499"/>
                </a:lnTo>
                <a:lnTo>
                  <a:pt x="880212" y="1176765"/>
                </a:lnTo>
                <a:lnTo>
                  <a:pt x="887425" y="1174967"/>
                </a:lnTo>
                <a:lnTo>
                  <a:pt x="894638" y="1173105"/>
                </a:lnTo>
                <a:lnTo>
                  <a:pt x="901850" y="1171179"/>
                </a:lnTo>
                <a:lnTo>
                  <a:pt x="909074" y="1169178"/>
                </a:lnTo>
                <a:lnTo>
                  <a:pt x="916286" y="1167102"/>
                </a:lnTo>
                <a:lnTo>
                  <a:pt x="923499" y="1164961"/>
                </a:lnTo>
                <a:lnTo>
                  <a:pt x="930712" y="1162746"/>
                </a:lnTo>
                <a:lnTo>
                  <a:pt x="937935" y="1160445"/>
                </a:lnTo>
                <a:lnTo>
                  <a:pt x="945148" y="1158070"/>
                </a:lnTo>
                <a:lnTo>
                  <a:pt x="952360" y="1155619"/>
                </a:lnTo>
                <a:lnTo>
                  <a:pt x="959573" y="1153083"/>
                </a:lnTo>
                <a:lnTo>
                  <a:pt x="966786" y="1150461"/>
                </a:lnTo>
                <a:lnTo>
                  <a:pt x="974009" y="1147764"/>
                </a:lnTo>
                <a:lnTo>
                  <a:pt x="981222" y="1144971"/>
                </a:lnTo>
                <a:lnTo>
                  <a:pt x="988434" y="1142103"/>
                </a:lnTo>
                <a:lnTo>
                  <a:pt x="995647" y="1139139"/>
                </a:lnTo>
                <a:lnTo>
                  <a:pt x="1002860" y="1136089"/>
                </a:lnTo>
                <a:lnTo>
                  <a:pt x="1010083" y="1132954"/>
                </a:lnTo>
                <a:lnTo>
                  <a:pt x="1017296" y="1129722"/>
                </a:lnTo>
                <a:lnTo>
                  <a:pt x="1024508" y="1126405"/>
                </a:lnTo>
                <a:lnTo>
                  <a:pt x="1031721" y="1122980"/>
                </a:lnTo>
                <a:lnTo>
                  <a:pt x="1038934" y="1119481"/>
                </a:lnTo>
                <a:lnTo>
                  <a:pt x="1046157" y="1115875"/>
                </a:lnTo>
                <a:lnTo>
                  <a:pt x="1053370" y="1112183"/>
                </a:lnTo>
                <a:lnTo>
                  <a:pt x="1060582" y="1108384"/>
                </a:lnTo>
                <a:lnTo>
                  <a:pt x="1067795" y="1104499"/>
                </a:lnTo>
                <a:lnTo>
                  <a:pt x="1075008" y="1100518"/>
                </a:lnTo>
                <a:lnTo>
                  <a:pt x="1082231" y="1096441"/>
                </a:lnTo>
                <a:lnTo>
                  <a:pt x="1089444" y="1092268"/>
                </a:lnTo>
                <a:lnTo>
                  <a:pt x="1096656" y="1087998"/>
                </a:lnTo>
                <a:lnTo>
                  <a:pt x="1103869" y="1083642"/>
                </a:lnTo>
                <a:lnTo>
                  <a:pt x="1111082" y="1079180"/>
                </a:lnTo>
                <a:lnTo>
                  <a:pt x="1118305" y="1074632"/>
                </a:lnTo>
                <a:lnTo>
                  <a:pt x="1125518" y="1069988"/>
                </a:lnTo>
                <a:lnTo>
                  <a:pt x="1132730" y="1065247"/>
                </a:lnTo>
                <a:lnTo>
                  <a:pt x="1139943" y="1060410"/>
                </a:lnTo>
                <a:lnTo>
                  <a:pt x="1147156" y="1055487"/>
                </a:lnTo>
                <a:lnTo>
                  <a:pt x="1154379" y="1050468"/>
                </a:lnTo>
                <a:lnTo>
                  <a:pt x="1161592" y="1045364"/>
                </a:lnTo>
                <a:lnTo>
                  <a:pt x="1168804" y="1040174"/>
                </a:lnTo>
                <a:lnTo>
                  <a:pt x="1176017" y="1034898"/>
                </a:lnTo>
                <a:lnTo>
                  <a:pt x="1183230" y="1029526"/>
                </a:lnTo>
                <a:lnTo>
                  <a:pt x="1190453" y="1024079"/>
                </a:lnTo>
                <a:lnTo>
                  <a:pt x="1197666" y="1018536"/>
                </a:lnTo>
                <a:lnTo>
                  <a:pt x="1204878" y="1012918"/>
                </a:lnTo>
                <a:lnTo>
                  <a:pt x="1212091" y="1007214"/>
                </a:lnTo>
                <a:lnTo>
                  <a:pt x="1219304" y="1001435"/>
                </a:lnTo>
                <a:lnTo>
                  <a:pt x="1226527" y="995582"/>
                </a:lnTo>
                <a:lnTo>
                  <a:pt x="1233740" y="989642"/>
                </a:lnTo>
                <a:lnTo>
                  <a:pt x="1240953" y="983639"/>
                </a:lnTo>
                <a:lnTo>
                  <a:pt x="1248165" y="977556"/>
                </a:lnTo>
                <a:lnTo>
                  <a:pt x="1255378" y="971402"/>
                </a:lnTo>
                <a:lnTo>
                  <a:pt x="1262601" y="965179"/>
                </a:lnTo>
                <a:lnTo>
                  <a:pt x="1269814" y="958887"/>
                </a:lnTo>
                <a:lnTo>
                  <a:pt x="1277027" y="952529"/>
                </a:lnTo>
                <a:lnTo>
                  <a:pt x="1284239" y="946106"/>
                </a:lnTo>
                <a:lnTo>
                  <a:pt x="1291463" y="939620"/>
                </a:lnTo>
                <a:lnTo>
                  <a:pt x="1298675" y="933073"/>
                </a:lnTo>
                <a:lnTo>
                  <a:pt x="1305888" y="926466"/>
                </a:lnTo>
                <a:lnTo>
                  <a:pt x="1313100" y="919803"/>
                </a:lnTo>
                <a:lnTo>
                  <a:pt x="1320313" y="913081"/>
                </a:lnTo>
                <a:lnTo>
                  <a:pt x="1327536" y="906306"/>
                </a:lnTo>
                <a:lnTo>
                  <a:pt x="1334749" y="899479"/>
                </a:lnTo>
                <a:lnTo>
                  <a:pt x="1341962" y="892599"/>
                </a:lnTo>
                <a:lnTo>
                  <a:pt x="1349175" y="885671"/>
                </a:lnTo>
                <a:lnTo>
                  <a:pt x="1356387" y="878694"/>
                </a:lnTo>
                <a:lnTo>
                  <a:pt x="1363611" y="871670"/>
                </a:lnTo>
                <a:lnTo>
                  <a:pt x="1370823" y="864603"/>
                </a:lnTo>
                <a:lnTo>
                  <a:pt x="1378036" y="857491"/>
                </a:lnTo>
                <a:lnTo>
                  <a:pt x="1385249" y="850339"/>
                </a:lnTo>
                <a:lnTo>
                  <a:pt x="1392461" y="843145"/>
                </a:lnTo>
                <a:lnTo>
                  <a:pt x="1399685" y="835912"/>
                </a:lnTo>
                <a:lnTo>
                  <a:pt x="1406897" y="828643"/>
                </a:lnTo>
                <a:lnTo>
                  <a:pt x="1414110" y="821336"/>
                </a:lnTo>
                <a:lnTo>
                  <a:pt x="1421323" y="813995"/>
                </a:lnTo>
                <a:lnTo>
                  <a:pt x="1428535" y="806621"/>
                </a:lnTo>
                <a:lnTo>
                  <a:pt x="1435759" y="799213"/>
                </a:lnTo>
                <a:lnTo>
                  <a:pt x="1442971" y="791775"/>
                </a:lnTo>
                <a:lnTo>
                  <a:pt x="1450184" y="784306"/>
                </a:lnTo>
                <a:lnTo>
                  <a:pt x="1457397" y="776809"/>
                </a:lnTo>
                <a:lnTo>
                  <a:pt x="1464609" y="769284"/>
                </a:lnTo>
                <a:lnTo>
                  <a:pt x="1471833" y="761732"/>
                </a:lnTo>
                <a:lnTo>
                  <a:pt x="1479045" y="754155"/>
                </a:lnTo>
                <a:lnTo>
                  <a:pt x="1486258" y="746553"/>
                </a:lnTo>
                <a:lnTo>
                  <a:pt x="1493471" y="738928"/>
                </a:lnTo>
                <a:lnTo>
                  <a:pt x="1500683" y="731280"/>
                </a:lnTo>
                <a:lnTo>
                  <a:pt x="1507907" y="723610"/>
                </a:lnTo>
                <a:lnTo>
                  <a:pt x="1515119" y="715919"/>
                </a:lnTo>
                <a:lnTo>
                  <a:pt x="1522332" y="708208"/>
                </a:lnTo>
                <a:lnTo>
                  <a:pt x="1529545" y="700478"/>
                </a:lnTo>
                <a:lnTo>
                  <a:pt x="1536757" y="692730"/>
                </a:lnTo>
                <a:lnTo>
                  <a:pt x="1543981" y="684963"/>
                </a:lnTo>
                <a:lnTo>
                  <a:pt x="1551193" y="677180"/>
                </a:lnTo>
                <a:lnTo>
                  <a:pt x="1558406" y="669381"/>
                </a:lnTo>
                <a:lnTo>
                  <a:pt x="1565619" y="661566"/>
                </a:lnTo>
                <a:lnTo>
                  <a:pt x="1572831" y="653737"/>
                </a:lnTo>
                <a:lnTo>
                  <a:pt x="1580055" y="645893"/>
                </a:lnTo>
                <a:lnTo>
                  <a:pt x="1587267" y="638035"/>
                </a:lnTo>
                <a:lnTo>
                  <a:pt x="1594480" y="630164"/>
                </a:lnTo>
                <a:lnTo>
                  <a:pt x="1601693" y="622280"/>
                </a:lnTo>
                <a:lnTo>
                  <a:pt x="1608905" y="614385"/>
                </a:lnTo>
                <a:lnTo>
                  <a:pt x="1616129" y="606479"/>
                </a:lnTo>
                <a:lnTo>
                  <a:pt x="1623341" y="598561"/>
                </a:lnTo>
                <a:lnTo>
                  <a:pt x="1630554" y="590633"/>
                </a:lnTo>
                <a:lnTo>
                  <a:pt x="1637767" y="582694"/>
                </a:lnTo>
                <a:lnTo>
                  <a:pt x="1644990" y="574746"/>
                </a:lnTo>
                <a:lnTo>
                  <a:pt x="1652203" y="566789"/>
                </a:lnTo>
                <a:lnTo>
                  <a:pt x="1659415" y="558823"/>
                </a:lnTo>
                <a:lnTo>
                  <a:pt x="1666628" y="550848"/>
                </a:lnTo>
                <a:lnTo>
                  <a:pt x="1673841" y="542866"/>
                </a:lnTo>
                <a:lnTo>
                  <a:pt x="1681064" y="534876"/>
                </a:lnTo>
                <a:lnTo>
                  <a:pt x="1688277" y="526879"/>
                </a:lnTo>
                <a:lnTo>
                  <a:pt x="1695489" y="518874"/>
                </a:lnTo>
                <a:lnTo>
                  <a:pt x="1702702" y="510862"/>
                </a:lnTo>
                <a:lnTo>
                  <a:pt x="1709915" y="502845"/>
                </a:lnTo>
                <a:lnTo>
                  <a:pt x="1717138" y="494821"/>
                </a:lnTo>
                <a:lnTo>
                  <a:pt x="1724351" y="486792"/>
                </a:lnTo>
                <a:lnTo>
                  <a:pt x="1731563" y="478756"/>
                </a:lnTo>
                <a:lnTo>
                  <a:pt x="1738776" y="470715"/>
                </a:lnTo>
                <a:lnTo>
                  <a:pt x="1745989" y="462669"/>
                </a:lnTo>
                <a:lnTo>
                  <a:pt x="1753212" y="454618"/>
                </a:lnTo>
                <a:lnTo>
                  <a:pt x="1760425" y="446563"/>
                </a:lnTo>
                <a:lnTo>
                  <a:pt x="1767637" y="438503"/>
                </a:lnTo>
                <a:lnTo>
                  <a:pt x="1774850" y="430440"/>
                </a:lnTo>
                <a:lnTo>
                  <a:pt x="1782063" y="422371"/>
                </a:lnTo>
                <a:lnTo>
                  <a:pt x="1789286" y="414299"/>
                </a:lnTo>
                <a:lnTo>
                  <a:pt x="1796499" y="406223"/>
                </a:lnTo>
                <a:lnTo>
                  <a:pt x="1803711" y="398144"/>
                </a:lnTo>
                <a:lnTo>
                  <a:pt x="1810924" y="390062"/>
                </a:lnTo>
                <a:lnTo>
                  <a:pt x="1818137" y="381975"/>
                </a:lnTo>
                <a:lnTo>
                  <a:pt x="1825360" y="373886"/>
                </a:lnTo>
                <a:lnTo>
                  <a:pt x="1832573" y="365794"/>
                </a:lnTo>
                <a:lnTo>
                  <a:pt x="1839785" y="357699"/>
                </a:lnTo>
                <a:lnTo>
                  <a:pt x="1846998" y="349601"/>
                </a:lnTo>
                <a:lnTo>
                  <a:pt x="1854211" y="341501"/>
                </a:lnTo>
                <a:lnTo>
                  <a:pt x="1861434" y="333400"/>
                </a:lnTo>
                <a:lnTo>
                  <a:pt x="1868647" y="325294"/>
                </a:lnTo>
                <a:lnTo>
                  <a:pt x="1875859" y="317187"/>
                </a:lnTo>
                <a:lnTo>
                  <a:pt x="1883072" y="309078"/>
                </a:lnTo>
                <a:lnTo>
                  <a:pt x="1890285" y="300966"/>
                </a:lnTo>
                <a:lnTo>
                  <a:pt x="1897508" y="292853"/>
                </a:lnTo>
                <a:lnTo>
                  <a:pt x="1904721" y="284738"/>
                </a:lnTo>
                <a:lnTo>
                  <a:pt x="1911933" y="276621"/>
                </a:lnTo>
                <a:lnTo>
                  <a:pt x="1919146" y="268503"/>
                </a:lnTo>
                <a:lnTo>
                  <a:pt x="1926359" y="260383"/>
                </a:lnTo>
                <a:lnTo>
                  <a:pt x="1933582" y="252260"/>
                </a:lnTo>
                <a:lnTo>
                  <a:pt x="1940795" y="244137"/>
                </a:lnTo>
                <a:lnTo>
                  <a:pt x="1948007" y="236013"/>
                </a:lnTo>
                <a:lnTo>
                  <a:pt x="1955220" y="227887"/>
                </a:lnTo>
                <a:lnTo>
                  <a:pt x="1962433" y="219759"/>
                </a:lnTo>
                <a:lnTo>
                  <a:pt x="1969656" y="211631"/>
                </a:lnTo>
                <a:lnTo>
                  <a:pt x="1976869" y="203501"/>
                </a:lnTo>
                <a:lnTo>
                  <a:pt x="1984081" y="195370"/>
                </a:lnTo>
                <a:lnTo>
                  <a:pt x="1991294" y="187238"/>
                </a:lnTo>
                <a:lnTo>
                  <a:pt x="1998507" y="179105"/>
                </a:lnTo>
                <a:lnTo>
                  <a:pt x="2005730" y="170971"/>
                </a:lnTo>
                <a:lnTo>
                  <a:pt x="2012943" y="162837"/>
                </a:lnTo>
                <a:lnTo>
                  <a:pt x="2020155" y="154701"/>
                </a:lnTo>
                <a:lnTo>
                  <a:pt x="2027368" y="146565"/>
                </a:lnTo>
                <a:lnTo>
                  <a:pt x="2034591" y="138428"/>
                </a:lnTo>
                <a:lnTo>
                  <a:pt x="2041804" y="130289"/>
                </a:lnTo>
                <a:lnTo>
                  <a:pt x="2049017" y="122151"/>
                </a:lnTo>
                <a:lnTo>
                  <a:pt x="2056229" y="114012"/>
                </a:lnTo>
                <a:lnTo>
                  <a:pt x="2063442" y="105871"/>
                </a:lnTo>
                <a:lnTo>
                  <a:pt x="2070665" y="97730"/>
                </a:lnTo>
                <a:lnTo>
                  <a:pt x="2077878" y="89589"/>
                </a:lnTo>
                <a:lnTo>
                  <a:pt x="2085091" y="81447"/>
                </a:lnTo>
                <a:lnTo>
                  <a:pt x="2092304" y="73304"/>
                </a:lnTo>
                <a:lnTo>
                  <a:pt x="2099516" y="65161"/>
                </a:lnTo>
                <a:lnTo>
                  <a:pt x="2106740" y="57018"/>
                </a:lnTo>
                <a:lnTo>
                  <a:pt x="2113952" y="48873"/>
                </a:lnTo>
                <a:lnTo>
                  <a:pt x="2121165" y="40729"/>
                </a:lnTo>
                <a:lnTo>
                  <a:pt x="2128378" y="32583"/>
                </a:lnTo>
                <a:lnTo>
                  <a:pt x="2135590" y="24439"/>
                </a:lnTo>
                <a:lnTo>
                  <a:pt x="2142814" y="16293"/>
                </a:lnTo>
                <a:lnTo>
                  <a:pt x="2150026" y="8146"/>
                </a:lnTo>
                <a:lnTo>
                  <a:pt x="2157239" y="0"/>
                </a:lnTo>
              </a:path>
            </a:pathLst>
          </a:custGeom>
          <a:noFill/>
          <a:ln w="1281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304" name="Group 3303">
            <a:extLst>
              <a:ext uri="{FF2B5EF4-FFF2-40B4-BE49-F238E27FC236}">
                <a16:creationId xmlns:a16="http://schemas.microsoft.com/office/drawing/2014/main" id="{2FCC086E-32EE-3ABA-E427-F2209F8F06C4}"/>
              </a:ext>
            </a:extLst>
          </p:cNvPr>
          <p:cNvGrpSpPr/>
          <p:nvPr/>
        </p:nvGrpSpPr>
        <p:grpSpPr>
          <a:xfrm>
            <a:off x="4678139" y="3314439"/>
            <a:ext cx="2066384" cy="1110569"/>
            <a:chOff x="4678139" y="3314439"/>
            <a:chExt cx="2066384" cy="1110569"/>
          </a:xfrm>
        </p:grpSpPr>
        <p:sp>
          <p:nvSpPr>
            <p:cNvPr id="3234" name="Oval 3233">
              <a:extLst>
                <a:ext uri="{FF2B5EF4-FFF2-40B4-BE49-F238E27FC236}">
                  <a16:creationId xmlns:a16="http://schemas.microsoft.com/office/drawing/2014/main" id="{540CB29F-E91E-82AA-E374-80FD2221747A}"/>
                </a:ext>
              </a:extLst>
            </p:cNvPr>
            <p:cNvSpPr/>
            <p:nvPr/>
          </p:nvSpPr>
          <p:spPr>
            <a:xfrm>
              <a:off x="4678139" y="4378779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5" name="Oval 3234">
              <a:extLst>
                <a:ext uri="{FF2B5EF4-FFF2-40B4-BE49-F238E27FC236}">
                  <a16:creationId xmlns:a16="http://schemas.microsoft.com/office/drawing/2014/main" id="{79026387-8063-B7F9-B23E-DF38E2B48EC1}"/>
                </a:ext>
              </a:extLst>
            </p:cNvPr>
            <p:cNvSpPr/>
            <p:nvPr/>
          </p:nvSpPr>
          <p:spPr>
            <a:xfrm>
              <a:off x="4822436" y="4378532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6" name="Oval 3235">
              <a:extLst>
                <a:ext uri="{FF2B5EF4-FFF2-40B4-BE49-F238E27FC236}">
                  <a16:creationId xmlns:a16="http://schemas.microsoft.com/office/drawing/2014/main" id="{798601C9-4D46-31A5-123F-613DEEE82468}"/>
                </a:ext>
              </a:extLst>
            </p:cNvPr>
            <p:cNvSpPr/>
            <p:nvPr/>
          </p:nvSpPr>
          <p:spPr>
            <a:xfrm>
              <a:off x="4966733" y="4377933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7" name="Oval 3236">
              <a:extLst>
                <a:ext uri="{FF2B5EF4-FFF2-40B4-BE49-F238E27FC236}">
                  <a16:creationId xmlns:a16="http://schemas.microsoft.com/office/drawing/2014/main" id="{72FAE720-8BD9-3E87-D67E-6EEDEFBCA419}"/>
                </a:ext>
              </a:extLst>
            </p:cNvPr>
            <p:cNvSpPr/>
            <p:nvPr/>
          </p:nvSpPr>
          <p:spPr>
            <a:xfrm>
              <a:off x="5111029" y="4376414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8" name="Oval 3237">
              <a:extLst>
                <a:ext uri="{FF2B5EF4-FFF2-40B4-BE49-F238E27FC236}">
                  <a16:creationId xmlns:a16="http://schemas.microsoft.com/office/drawing/2014/main" id="{A36E4ADD-217C-0520-8319-9C0EB5C661C0}"/>
                </a:ext>
              </a:extLst>
            </p:cNvPr>
            <p:cNvSpPr/>
            <p:nvPr/>
          </p:nvSpPr>
          <p:spPr>
            <a:xfrm>
              <a:off x="5255326" y="4372582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9" name="Oval 3238">
              <a:extLst>
                <a:ext uri="{FF2B5EF4-FFF2-40B4-BE49-F238E27FC236}">
                  <a16:creationId xmlns:a16="http://schemas.microsoft.com/office/drawing/2014/main" id="{560B64D9-A8DD-8D84-DBA2-5782FF6FF820}"/>
                </a:ext>
              </a:extLst>
            </p:cNvPr>
            <p:cNvSpPr/>
            <p:nvPr/>
          </p:nvSpPr>
          <p:spPr>
            <a:xfrm>
              <a:off x="5399623" y="4363144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0" name="Oval 3239">
              <a:extLst>
                <a:ext uri="{FF2B5EF4-FFF2-40B4-BE49-F238E27FC236}">
                  <a16:creationId xmlns:a16="http://schemas.microsoft.com/office/drawing/2014/main" id="{EA20F13A-C4C5-055D-7F5F-AA4696DD7DD7}"/>
                </a:ext>
              </a:extLst>
            </p:cNvPr>
            <p:cNvSpPr/>
            <p:nvPr/>
          </p:nvSpPr>
          <p:spPr>
            <a:xfrm>
              <a:off x="5543915" y="4341057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1" name="Oval 3240">
              <a:extLst>
                <a:ext uri="{FF2B5EF4-FFF2-40B4-BE49-F238E27FC236}">
                  <a16:creationId xmlns:a16="http://schemas.microsoft.com/office/drawing/2014/main" id="{7ABDADE3-C677-510B-83C3-6AEBB5B44B29}"/>
                </a:ext>
              </a:extLst>
            </p:cNvPr>
            <p:cNvSpPr/>
            <p:nvPr/>
          </p:nvSpPr>
          <p:spPr>
            <a:xfrm>
              <a:off x="5688222" y="4294420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2" name="Oval 3241">
              <a:extLst>
                <a:ext uri="{FF2B5EF4-FFF2-40B4-BE49-F238E27FC236}">
                  <a16:creationId xmlns:a16="http://schemas.microsoft.com/office/drawing/2014/main" id="{72FB54B8-370D-572D-4881-823B17E6D044}"/>
                </a:ext>
              </a:extLst>
            </p:cNvPr>
            <p:cNvSpPr/>
            <p:nvPr/>
          </p:nvSpPr>
          <p:spPr>
            <a:xfrm>
              <a:off x="5832518" y="4211924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3" name="Oval 3242">
              <a:extLst>
                <a:ext uri="{FF2B5EF4-FFF2-40B4-BE49-F238E27FC236}">
                  <a16:creationId xmlns:a16="http://schemas.microsoft.com/office/drawing/2014/main" id="{825E31E8-8888-E87F-AFF0-2950CDF29235}"/>
                </a:ext>
              </a:extLst>
            </p:cNvPr>
            <p:cNvSpPr/>
            <p:nvPr/>
          </p:nvSpPr>
          <p:spPr>
            <a:xfrm>
              <a:off x="5976814" y="4093924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4" name="Oval 3243">
              <a:extLst>
                <a:ext uri="{FF2B5EF4-FFF2-40B4-BE49-F238E27FC236}">
                  <a16:creationId xmlns:a16="http://schemas.microsoft.com/office/drawing/2014/main" id="{2CB9E0D9-7AF8-CEB8-D8A2-A662B64D91CE}"/>
                </a:ext>
              </a:extLst>
            </p:cNvPr>
            <p:cNvSpPr/>
            <p:nvPr/>
          </p:nvSpPr>
          <p:spPr>
            <a:xfrm>
              <a:off x="6121110" y="3952058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5" name="Oval 3244">
              <a:extLst>
                <a:ext uri="{FF2B5EF4-FFF2-40B4-BE49-F238E27FC236}">
                  <a16:creationId xmlns:a16="http://schemas.microsoft.com/office/drawing/2014/main" id="{ADA8ABEB-0722-6F9D-1EB0-118B067DB5B2}"/>
                </a:ext>
              </a:extLst>
            </p:cNvPr>
            <p:cNvSpPr/>
            <p:nvPr/>
          </p:nvSpPr>
          <p:spPr>
            <a:xfrm>
              <a:off x="6265406" y="3798000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6" name="Oval 3245">
              <a:extLst>
                <a:ext uri="{FF2B5EF4-FFF2-40B4-BE49-F238E27FC236}">
                  <a16:creationId xmlns:a16="http://schemas.microsoft.com/office/drawing/2014/main" id="{7A2F748E-3013-01A6-86D5-3C0520B32444}"/>
                </a:ext>
              </a:extLst>
            </p:cNvPr>
            <p:cNvSpPr/>
            <p:nvPr/>
          </p:nvSpPr>
          <p:spPr>
            <a:xfrm>
              <a:off x="6409702" y="3638577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7" name="Oval 3246">
              <a:extLst>
                <a:ext uri="{FF2B5EF4-FFF2-40B4-BE49-F238E27FC236}">
                  <a16:creationId xmlns:a16="http://schemas.microsoft.com/office/drawing/2014/main" id="{70EFC66B-580A-EB6A-2601-CB35D627EB1C}"/>
                </a:ext>
              </a:extLst>
            </p:cNvPr>
            <p:cNvSpPr/>
            <p:nvPr/>
          </p:nvSpPr>
          <p:spPr>
            <a:xfrm>
              <a:off x="6553998" y="3476949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8" name="Oval 3247">
              <a:extLst>
                <a:ext uri="{FF2B5EF4-FFF2-40B4-BE49-F238E27FC236}">
                  <a16:creationId xmlns:a16="http://schemas.microsoft.com/office/drawing/2014/main" id="{B4D5EC83-B709-1466-C7D2-EE567F4AD91C}"/>
                </a:ext>
              </a:extLst>
            </p:cNvPr>
            <p:cNvSpPr/>
            <p:nvPr/>
          </p:nvSpPr>
          <p:spPr>
            <a:xfrm>
              <a:off x="6698294" y="3314439"/>
              <a:ext cx="46229" cy="46229"/>
            </a:xfrm>
            <a:prstGeom prst="ellipse">
              <a:avLst/>
            </a:prstGeom>
            <a:solidFill>
              <a:srgbClr val="FF0000"/>
            </a:solidFill>
            <a:ln w="341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49" name="Freeform 3248">
            <a:extLst>
              <a:ext uri="{FF2B5EF4-FFF2-40B4-BE49-F238E27FC236}">
                <a16:creationId xmlns:a16="http://schemas.microsoft.com/office/drawing/2014/main" id="{C91A4A9E-B0A5-1823-F8ED-69ECC23D412C}"/>
              </a:ext>
            </a:extLst>
          </p:cNvPr>
          <p:cNvSpPr/>
          <p:nvPr/>
        </p:nvSpPr>
        <p:spPr>
          <a:xfrm>
            <a:off x="4701254" y="3182996"/>
            <a:ext cx="2157238" cy="1219047"/>
          </a:xfrm>
          <a:custGeom>
            <a:avLst/>
            <a:gdLst>
              <a:gd name="csX0" fmla="*/ 0 w 2157238"/>
              <a:gd name="csY0" fmla="*/ 1219047 h 1219047"/>
              <a:gd name="csX1" fmla="*/ 7215 w 2157238"/>
              <a:gd name="csY1" fmla="*/ 1219047 h 1219047"/>
              <a:gd name="csX2" fmla="*/ 14430 w 2157238"/>
              <a:gd name="csY2" fmla="*/ 1219047 h 1219047"/>
              <a:gd name="csX3" fmla="*/ 21644 w 2157238"/>
              <a:gd name="csY3" fmla="*/ 1219047 h 1219047"/>
              <a:gd name="csX4" fmla="*/ 28859 w 2157238"/>
              <a:gd name="csY4" fmla="*/ 1219047 h 1219047"/>
              <a:gd name="csX5" fmla="*/ 36074 w 2157238"/>
              <a:gd name="csY5" fmla="*/ 1219047 h 1219047"/>
              <a:gd name="csX6" fmla="*/ 43289 w 2157238"/>
              <a:gd name="csY6" fmla="*/ 1219047 h 1219047"/>
              <a:gd name="csX7" fmla="*/ 50504 w 2157238"/>
              <a:gd name="csY7" fmla="*/ 1219047 h 1219047"/>
              <a:gd name="csX8" fmla="*/ 57718 w 2157238"/>
              <a:gd name="csY8" fmla="*/ 1219047 h 1219047"/>
              <a:gd name="csX9" fmla="*/ 64933 w 2157238"/>
              <a:gd name="csY9" fmla="*/ 1219047 h 1219047"/>
              <a:gd name="csX10" fmla="*/ 72148 w 2157238"/>
              <a:gd name="csY10" fmla="*/ 1219047 h 1219047"/>
              <a:gd name="csX11" fmla="*/ 79364 w 2157238"/>
              <a:gd name="csY11" fmla="*/ 1219047 h 1219047"/>
              <a:gd name="csX12" fmla="*/ 86579 w 2157238"/>
              <a:gd name="csY12" fmla="*/ 1219047 h 1219047"/>
              <a:gd name="csX13" fmla="*/ 93794 w 2157238"/>
              <a:gd name="csY13" fmla="*/ 1219047 h 1219047"/>
              <a:gd name="csX14" fmla="*/ 101008 w 2157238"/>
              <a:gd name="csY14" fmla="*/ 1219047 h 1219047"/>
              <a:gd name="csX15" fmla="*/ 108223 w 2157238"/>
              <a:gd name="csY15" fmla="*/ 1219047 h 1219047"/>
              <a:gd name="csX16" fmla="*/ 115438 w 2157238"/>
              <a:gd name="csY16" fmla="*/ 1219047 h 1219047"/>
              <a:gd name="csX17" fmla="*/ 122653 w 2157238"/>
              <a:gd name="csY17" fmla="*/ 1219047 h 1219047"/>
              <a:gd name="csX18" fmla="*/ 129868 w 2157238"/>
              <a:gd name="csY18" fmla="*/ 1219047 h 1219047"/>
              <a:gd name="csX19" fmla="*/ 137082 w 2157238"/>
              <a:gd name="csY19" fmla="*/ 1219047 h 1219047"/>
              <a:gd name="csX20" fmla="*/ 144297 w 2157238"/>
              <a:gd name="csY20" fmla="*/ 1219047 h 1219047"/>
              <a:gd name="csX21" fmla="*/ 151512 w 2157238"/>
              <a:gd name="csY21" fmla="*/ 1219047 h 1219047"/>
              <a:gd name="csX22" fmla="*/ 158727 w 2157238"/>
              <a:gd name="csY22" fmla="*/ 1219047 h 1219047"/>
              <a:gd name="csX23" fmla="*/ 165942 w 2157238"/>
              <a:gd name="csY23" fmla="*/ 1219047 h 1219047"/>
              <a:gd name="csX24" fmla="*/ 173156 w 2157238"/>
              <a:gd name="csY24" fmla="*/ 1219047 h 1219047"/>
              <a:gd name="csX25" fmla="*/ 180371 w 2157238"/>
              <a:gd name="csY25" fmla="*/ 1219047 h 1219047"/>
              <a:gd name="csX26" fmla="*/ 187586 w 2157238"/>
              <a:gd name="csY26" fmla="*/ 1219047 h 1219047"/>
              <a:gd name="csX27" fmla="*/ 194801 w 2157238"/>
              <a:gd name="csY27" fmla="*/ 1219047 h 1219047"/>
              <a:gd name="csX28" fmla="*/ 202016 w 2157238"/>
              <a:gd name="csY28" fmla="*/ 1219047 h 1219047"/>
              <a:gd name="csX29" fmla="*/ 209230 w 2157238"/>
              <a:gd name="csY29" fmla="*/ 1219047 h 1219047"/>
              <a:gd name="csX30" fmla="*/ 216445 w 2157238"/>
              <a:gd name="csY30" fmla="*/ 1219047 h 1219047"/>
              <a:gd name="csX31" fmla="*/ 223660 w 2157238"/>
              <a:gd name="csY31" fmla="*/ 1219047 h 1219047"/>
              <a:gd name="csX32" fmla="*/ 230875 w 2157238"/>
              <a:gd name="csY32" fmla="*/ 1219047 h 1219047"/>
              <a:gd name="csX33" fmla="*/ 238090 w 2157238"/>
              <a:gd name="csY33" fmla="*/ 1219047 h 1219047"/>
              <a:gd name="csX34" fmla="*/ 245304 w 2157238"/>
              <a:gd name="csY34" fmla="*/ 1219047 h 1219047"/>
              <a:gd name="csX35" fmla="*/ 252519 w 2157238"/>
              <a:gd name="csY35" fmla="*/ 1219047 h 1219047"/>
              <a:gd name="csX36" fmla="*/ 259734 w 2157238"/>
              <a:gd name="csY36" fmla="*/ 1219047 h 1219047"/>
              <a:gd name="csX37" fmla="*/ 266950 w 2157238"/>
              <a:gd name="csY37" fmla="*/ 1219047 h 1219047"/>
              <a:gd name="csX38" fmla="*/ 274165 w 2157238"/>
              <a:gd name="csY38" fmla="*/ 1219047 h 1219047"/>
              <a:gd name="csX39" fmla="*/ 281379 w 2157238"/>
              <a:gd name="csY39" fmla="*/ 1219047 h 1219047"/>
              <a:gd name="csX40" fmla="*/ 288594 w 2157238"/>
              <a:gd name="csY40" fmla="*/ 1219047 h 1219047"/>
              <a:gd name="csX41" fmla="*/ 295809 w 2157238"/>
              <a:gd name="csY41" fmla="*/ 1219047 h 1219047"/>
              <a:gd name="csX42" fmla="*/ 303024 w 2157238"/>
              <a:gd name="csY42" fmla="*/ 1219047 h 1219047"/>
              <a:gd name="csX43" fmla="*/ 310239 w 2157238"/>
              <a:gd name="csY43" fmla="*/ 1219047 h 1219047"/>
              <a:gd name="csX44" fmla="*/ 317453 w 2157238"/>
              <a:gd name="csY44" fmla="*/ 1219047 h 1219047"/>
              <a:gd name="csX45" fmla="*/ 324668 w 2157238"/>
              <a:gd name="csY45" fmla="*/ 1219047 h 1219047"/>
              <a:gd name="csX46" fmla="*/ 331883 w 2157238"/>
              <a:gd name="csY46" fmla="*/ 1219047 h 1219047"/>
              <a:gd name="csX47" fmla="*/ 339098 w 2157238"/>
              <a:gd name="csY47" fmla="*/ 1219047 h 1219047"/>
              <a:gd name="csX48" fmla="*/ 346313 w 2157238"/>
              <a:gd name="csY48" fmla="*/ 1219047 h 1219047"/>
              <a:gd name="csX49" fmla="*/ 353527 w 2157238"/>
              <a:gd name="csY49" fmla="*/ 1219047 h 1219047"/>
              <a:gd name="csX50" fmla="*/ 360742 w 2157238"/>
              <a:gd name="csY50" fmla="*/ 1219047 h 1219047"/>
              <a:gd name="csX51" fmla="*/ 367957 w 2157238"/>
              <a:gd name="csY51" fmla="*/ 1219047 h 1219047"/>
              <a:gd name="csX52" fmla="*/ 375172 w 2157238"/>
              <a:gd name="csY52" fmla="*/ 1219047 h 1219047"/>
              <a:gd name="csX53" fmla="*/ 382387 w 2157238"/>
              <a:gd name="csY53" fmla="*/ 1219047 h 1219047"/>
              <a:gd name="csX54" fmla="*/ 389601 w 2157238"/>
              <a:gd name="csY54" fmla="*/ 1219047 h 1219047"/>
              <a:gd name="csX55" fmla="*/ 396816 w 2157238"/>
              <a:gd name="csY55" fmla="*/ 1219047 h 1219047"/>
              <a:gd name="csX56" fmla="*/ 404031 w 2157238"/>
              <a:gd name="csY56" fmla="*/ 1219047 h 1219047"/>
              <a:gd name="csX57" fmla="*/ 411246 w 2157238"/>
              <a:gd name="csY57" fmla="*/ 1219047 h 1219047"/>
              <a:gd name="csX58" fmla="*/ 418461 w 2157238"/>
              <a:gd name="csY58" fmla="*/ 1219047 h 1219047"/>
              <a:gd name="csX59" fmla="*/ 425675 w 2157238"/>
              <a:gd name="csY59" fmla="*/ 1219047 h 1219047"/>
              <a:gd name="csX60" fmla="*/ 432890 w 2157238"/>
              <a:gd name="csY60" fmla="*/ 1219047 h 1219047"/>
              <a:gd name="csX61" fmla="*/ 440105 w 2157238"/>
              <a:gd name="csY61" fmla="*/ 1219047 h 1219047"/>
              <a:gd name="csX62" fmla="*/ 447321 w 2157238"/>
              <a:gd name="csY62" fmla="*/ 1219047 h 1219047"/>
              <a:gd name="csX63" fmla="*/ 454536 w 2157238"/>
              <a:gd name="csY63" fmla="*/ 1219047 h 1219047"/>
              <a:gd name="csX64" fmla="*/ 461751 w 2157238"/>
              <a:gd name="csY64" fmla="*/ 1219047 h 1219047"/>
              <a:gd name="csX65" fmla="*/ 468965 w 2157238"/>
              <a:gd name="csY65" fmla="*/ 1219047 h 1219047"/>
              <a:gd name="csX66" fmla="*/ 476180 w 2157238"/>
              <a:gd name="csY66" fmla="*/ 1219047 h 1219047"/>
              <a:gd name="csX67" fmla="*/ 483395 w 2157238"/>
              <a:gd name="csY67" fmla="*/ 1219047 h 1219047"/>
              <a:gd name="csX68" fmla="*/ 490610 w 2157238"/>
              <a:gd name="csY68" fmla="*/ 1219047 h 1219047"/>
              <a:gd name="csX69" fmla="*/ 497825 w 2157238"/>
              <a:gd name="csY69" fmla="*/ 1219047 h 1219047"/>
              <a:gd name="csX70" fmla="*/ 505039 w 2157238"/>
              <a:gd name="csY70" fmla="*/ 1219047 h 1219047"/>
              <a:gd name="csX71" fmla="*/ 512254 w 2157238"/>
              <a:gd name="csY71" fmla="*/ 1219047 h 1219047"/>
              <a:gd name="csX72" fmla="*/ 519469 w 2157238"/>
              <a:gd name="csY72" fmla="*/ 1219047 h 1219047"/>
              <a:gd name="csX73" fmla="*/ 526684 w 2157238"/>
              <a:gd name="csY73" fmla="*/ 1219047 h 1219047"/>
              <a:gd name="csX74" fmla="*/ 533899 w 2157238"/>
              <a:gd name="csY74" fmla="*/ 1219047 h 1219047"/>
              <a:gd name="csX75" fmla="*/ 541113 w 2157238"/>
              <a:gd name="csY75" fmla="*/ 1219047 h 1219047"/>
              <a:gd name="csX76" fmla="*/ 548328 w 2157238"/>
              <a:gd name="csY76" fmla="*/ 1219047 h 1219047"/>
              <a:gd name="csX77" fmla="*/ 555543 w 2157238"/>
              <a:gd name="csY77" fmla="*/ 1219047 h 1219047"/>
              <a:gd name="csX78" fmla="*/ 562758 w 2157238"/>
              <a:gd name="csY78" fmla="*/ 1219047 h 1219047"/>
              <a:gd name="csX79" fmla="*/ 569973 w 2157238"/>
              <a:gd name="csY79" fmla="*/ 1219047 h 1219047"/>
              <a:gd name="csX80" fmla="*/ 577187 w 2157238"/>
              <a:gd name="csY80" fmla="*/ 1219047 h 1219047"/>
              <a:gd name="csX81" fmla="*/ 584402 w 2157238"/>
              <a:gd name="csY81" fmla="*/ 1219047 h 1219047"/>
              <a:gd name="csX82" fmla="*/ 591617 w 2157238"/>
              <a:gd name="csY82" fmla="*/ 1219047 h 1219047"/>
              <a:gd name="csX83" fmla="*/ 598832 w 2157238"/>
              <a:gd name="csY83" fmla="*/ 1219047 h 1219047"/>
              <a:gd name="csX84" fmla="*/ 606047 w 2157238"/>
              <a:gd name="csY84" fmla="*/ 1219047 h 1219047"/>
              <a:gd name="csX85" fmla="*/ 613261 w 2157238"/>
              <a:gd name="csY85" fmla="*/ 1219047 h 1219047"/>
              <a:gd name="csX86" fmla="*/ 620476 w 2157238"/>
              <a:gd name="csY86" fmla="*/ 1219047 h 1219047"/>
              <a:gd name="csX87" fmla="*/ 627691 w 2157238"/>
              <a:gd name="csY87" fmla="*/ 1219047 h 1219047"/>
              <a:gd name="csX88" fmla="*/ 634907 w 2157238"/>
              <a:gd name="csY88" fmla="*/ 1219047 h 1219047"/>
              <a:gd name="csX89" fmla="*/ 642122 w 2157238"/>
              <a:gd name="csY89" fmla="*/ 1219047 h 1219047"/>
              <a:gd name="csX90" fmla="*/ 649336 w 2157238"/>
              <a:gd name="csY90" fmla="*/ 1219047 h 1219047"/>
              <a:gd name="csX91" fmla="*/ 656551 w 2157238"/>
              <a:gd name="csY91" fmla="*/ 1219047 h 1219047"/>
              <a:gd name="csX92" fmla="*/ 663766 w 2157238"/>
              <a:gd name="csY92" fmla="*/ 1219047 h 1219047"/>
              <a:gd name="csX93" fmla="*/ 670981 w 2157238"/>
              <a:gd name="csY93" fmla="*/ 1219047 h 1219047"/>
              <a:gd name="csX94" fmla="*/ 678196 w 2157238"/>
              <a:gd name="csY94" fmla="*/ 1219047 h 1219047"/>
              <a:gd name="csX95" fmla="*/ 685411 w 2157238"/>
              <a:gd name="csY95" fmla="*/ 1219047 h 1219047"/>
              <a:gd name="csX96" fmla="*/ 692625 w 2157238"/>
              <a:gd name="csY96" fmla="*/ 1219047 h 1219047"/>
              <a:gd name="csX97" fmla="*/ 699840 w 2157238"/>
              <a:gd name="csY97" fmla="*/ 1219047 h 1219047"/>
              <a:gd name="csX98" fmla="*/ 707055 w 2157238"/>
              <a:gd name="csY98" fmla="*/ 1219047 h 1219047"/>
              <a:gd name="csX99" fmla="*/ 714270 w 2157238"/>
              <a:gd name="csY99" fmla="*/ 1219047 h 1219047"/>
              <a:gd name="csX100" fmla="*/ 721485 w 2157238"/>
              <a:gd name="csY100" fmla="*/ 1219047 h 1219047"/>
              <a:gd name="csX101" fmla="*/ 728699 w 2157238"/>
              <a:gd name="csY101" fmla="*/ 1219047 h 1219047"/>
              <a:gd name="csX102" fmla="*/ 735914 w 2157238"/>
              <a:gd name="csY102" fmla="*/ 1219047 h 1219047"/>
              <a:gd name="csX103" fmla="*/ 743129 w 2157238"/>
              <a:gd name="csY103" fmla="*/ 1219047 h 1219047"/>
              <a:gd name="csX104" fmla="*/ 750344 w 2157238"/>
              <a:gd name="csY104" fmla="*/ 1219047 h 1219047"/>
              <a:gd name="csX105" fmla="*/ 757559 w 2157238"/>
              <a:gd name="csY105" fmla="*/ 1219047 h 1219047"/>
              <a:gd name="csX106" fmla="*/ 764773 w 2157238"/>
              <a:gd name="csY106" fmla="*/ 1219047 h 1219047"/>
              <a:gd name="csX107" fmla="*/ 771988 w 2157238"/>
              <a:gd name="csY107" fmla="*/ 1219047 h 1219047"/>
              <a:gd name="csX108" fmla="*/ 779203 w 2157238"/>
              <a:gd name="csY108" fmla="*/ 1219047 h 1219047"/>
              <a:gd name="csX109" fmla="*/ 786416 w 2157238"/>
              <a:gd name="csY109" fmla="*/ 1219047 h 1219047"/>
              <a:gd name="csX110" fmla="*/ 793628 w 2157238"/>
              <a:gd name="csY110" fmla="*/ 1219047 h 1219047"/>
              <a:gd name="csX111" fmla="*/ 800852 w 2157238"/>
              <a:gd name="csY111" fmla="*/ 1219047 h 1219047"/>
              <a:gd name="csX112" fmla="*/ 808064 w 2157238"/>
              <a:gd name="csY112" fmla="*/ 1219047 h 1219047"/>
              <a:gd name="csX113" fmla="*/ 815277 w 2157238"/>
              <a:gd name="csY113" fmla="*/ 1219047 h 1219047"/>
              <a:gd name="csX114" fmla="*/ 822490 w 2157238"/>
              <a:gd name="csY114" fmla="*/ 1219047 h 1219047"/>
              <a:gd name="csX115" fmla="*/ 829702 w 2157238"/>
              <a:gd name="csY115" fmla="*/ 1219047 h 1219047"/>
              <a:gd name="csX116" fmla="*/ 836926 w 2157238"/>
              <a:gd name="csY116" fmla="*/ 1219047 h 1219047"/>
              <a:gd name="csX117" fmla="*/ 844138 w 2157238"/>
              <a:gd name="csY117" fmla="*/ 1219047 h 1219047"/>
              <a:gd name="csX118" fmla="*/ 851351 w 2157238"/>
              <a:gd name="csY118" fmla="*/ 1219047 h 1219047"/>
              <a:gd name="csX119" fmla="*/ 858564 w 2157238"/>
              <a:gd name="csY119" fmla="*/ 1219047 h 1219047"/>
              <a:gd name="csX120" fmla="*/ 865776 w 2157238"/>
              <a:gd name="csY120" fmla="*/ 1219047 h 1219047"/>
              <a:gd name="csX121" fmla="*/ 873000 w 2157238"/>
              <a:gd name="csY121" fmla="*/ 1219047 h 1219047"/>
              <a:gd name="csX122" fmla="*/ 880212 w 2157238"/>
              <a:gd name="csY122" fmla="*/ 1219047 h 1219047"/>
              <a:gd name="csX123" fmla="*/ 887425 w 2157238"/>
              <a:gd name="csY123" fmla="*/ 1219047 h 1219047"/>
              <a:gd name="csX124" fmla="*/ 894638 w 2157238"/>
              <a:gd name="csY124" fmla="*/ 1219047 h 1219047"/>
              <a:gd name="csX125" fmla="*/ 901850 w 2157238"/>
              <a:gd name="csY125" fmla="*/ 1219047 h 1219047"/>
              <a:gd name="csX126" fmla="*/ 909074 w 2157238"/>
              <a:gd name="csY126" fmla="*/ 1219047 h 1219047"/>
              <a:gd name="csX127" fmla="*/ 916286 w 2157238"/>
              <a:gd name="csY127" fmla="*/ 1219047 h 1219047"/>
              <a:gd name="csX128" fmla="*/ 923499 w 2157238"/>
              <a:gd name="csY128" fmla="*/ 1219047 h 1219047"/>
              <a:gd name="csX129" fmla="*/ 930712 w 2157238"/>
              <a:gd name="csY129" fmla="*/ 1219047 h 1219047"/>
              <a:gd name="csX130" fmla="*/ 937935 w 2157238"/>
              <a:gd name="csY130" fmla="*/ 1219047 h 1219047"/>
              <a:gd name="csX131" fmla="*/ 945148 w 2157238"/>
              <a:gd name="csY131" fmla="*/ 1219047 h 1219047"/>
              <a:gd name="csX132" fmla="*/ 952360 w 2157238"/>
              <a:gd name="csY132" fmla="*/ 1219047 h 1219047"/>
              <a:gd name="csX133" fmla="*/ 959573 w 2157238"/>
              <a:gd name="csY133" fmla="*/ 1219047 h 1219047"/>
              <a:gd name="csX134" fmla="*/ 966786 w 2157238"/>
              <a:gd name="csY134" fmla="*/ 1219047 h 1219047"/>
              <a:gd name="csX135" fmla="*/ 974009 w 2157238"/>
              <a:gd name="csY135" fmla="*/ 1219047 h 1219047"/>
              <a:gd name="csX136" fmla="*/ 981222 w 2157238"/>
              <a:gd name="csY136" fmla="*/ 1219047 h 1219047"/>
              <a:gd name="csX137" fmla="*/ 988434 w 2157238"/>
              <a:gd name="csY137" fmla="*/ 1219047 h 1219047"/>
              <a:gd name="csX138" fmla="*/ 995647 w 2157238"/>
              <a:gd name="csY138" fmla="*/ 1219047 h 1219047"/>
              <a:gd name="csX139" fmla="*/ 1002860 w 2157238"/>
              <a:gd name="csY139" fmla="*/ 1219047 h 1219047"/>
              <a:gd name="csX140" fmla="*/ 1010083 w 2157238"/>
              <a:gd name="csY140" fmla="*/ 1219047 h 1219047"/>
              <a:gd name="csX141" fmla="*/ 1017296 w 2157238"/>
              <a:gd name="csY141" fmla="*/ 1219047 h 1219047"/>
              <a:gd name="csX142" fmla="*/ 1024508 w 2157238"/>
              <a:gd name="csY142" fmla="*/ 1219047 h 1219047"/>
              <a:gd name="csX143" fmla="*/ 1031721 w 2157238"/>
              <a:gd name="csY143" fmla="*/ 1219047 h 1219047"/>
              <a:gd name="csX144" fmla="*/ 1038934 w 2157238"/>
              <a:gd name="csY144" fmla="*/ 1219047 h 1219047"/>
              <a:gd name="csX145" fmla="*/ 1046157 w 2157238"/>
              <a:gd name="csY145" fmla="*/ 1219047 h 1219047"/>
              <a:gd name="csX146" fmla="*/ 1053370 w 2157238"/>
              <a:gd name="csY146" fmla="*/ 1219047 h 1219047"/>
              <a:gd name="csX147" fmla="*/ 1060582 w 2157238"/>
              <a:gd name="csY147" fmla="*/ 1219047 h 1219047"/>
              <a:gd name="csX148" fmla="*/ 1067795 w 2157238"/>
              <a:gd name="csY148" fmla="*/ 1219047 h 1219047"/>
              <a:gd name="csX149" fmla="*/ 1075008 w 2157238"/>
              <a:gd name="csY149" fmla="*/ 1219047 h 1219047"/>
              <a:gd name="csX150" fmla="*/ 1082231 w 2157238"/>
              <a:gd name="csY150" fmla="*/ 1214970 h 1219047"/>
              <a:gd name="csX151" fmla="*/ 1089444 w 2157238"/>
              <a:gd name="csY151" fmla="*/ 1206816 h 1219047"/>
              <a:gd name="csX152" fmla="*/ 1096656 w 2157238"/>
              <a:gd name="csY152" fmla="*/ 1198662 h 1219047"/>
              <a:gd name="csX153" fmla="*/ 1103869 w 2157238"/>
              <a:gd name="csY153" fmla="*/ 1190507 h 1219047"/>
              <a:gd name="csX154" fmla="*/ 1111082 w 2157238"/>
              <a:gd name="csY154" fmla="*/ 1182353 h 1219047"/>
              <a:gd name="csX155" fmla="*/ 1118305 w 2157238"/>
              <a:gd name="csY155" fmla="*/ 1174198 h 1219047"/>
              <a:gd name="csX156" fmla="*/ 1125518 w 2157238"/>
              <a:gd name="csY156" fmla="*/ 1166044 h 1219047"/>
              <a:gd name="csX157" fmla="*/ 1132730 w 2157238"/>
              <a:gd name="csY157" fmla="*/ 1157890 h 1219047"/>
              <a:gd name="csX158" fmla="*/ 1139943 w 2157238"/>
              <a:gd name="csY158" fmla="*/ 1149735 h 1219047"/>
              <a:gd name="csX159" fmla="*/ 1147156 w 2157238"/>
              <a:gd name="csY159" fmla="*/ 1141581 h 1219047"/>
              <a:gd name="csX160" fmla="*/ 1154379 w 2157238"/>
              <a:gd name="csY160" fmla="*/ 1133427 h 1219047"/>
              <a:gd name="csX161" fmla="*/ 1161592 w 2157238"/>
              <a:gd name="csY161" fmla="*/ 1125272 h 1219047"/>
              <a:gd name="csX162" fmla="*/ 1168804 w 2157238"/>
              <a:gd name="csY162" fmla="*/ 1117118 h 1219047"/>
              <a:gd name="csX163" fmla="*/ 1176017 w 2157238"/>
              <a:gd name="csY163" fmla="*/ 1108963 h 1219047"/>
              <a:gd name="csX164" fmla="*/ 1183230 w 2157238"/>
              <a:gd name="csY164" fmla="*/ 1100809 h 1219047"/>
              <a:gd name="csX165" fmla="*/ 1190453 w 2157238"/>
              <a:gd name="csY165" fmla="*/ 1092655 h 1219047"/>
              <a:gd name="csX166" fmla="*/ 1197666 w 2157238"/>
              <a:gd name="csY166" fmla="*/ 1084500 h 1219047"/>
              <a:gd name="csX167" fmla="*/ 1204878 w 2157238"/>
              <a:gd name="csY167" fmla="*/ 1076346 h 1219047"/>
              <a:gd name="csX168" fmla="*/ 1212091 w 2157238"/>
              <a:gd name="csY168" fmla="*/ 1068192 h 1219047"/>
              <a:gd name="csX169" fmla="*/ 1219304 w 2157238"/>
              <a:gd name="csY169" fmla="*/ 1060037 h 1219047"/>
              <a:gd name="csX170" fmla="*/ 1226527 w 2157238"/>
              <a:gd name="csY170" fmla="*/ 1051883 h 1219047"/>
              <a:gd name="csX171" fmla="*/ 1233740 w 2157238"/>
              <a:gd name="csY171" fmla="*/ 1043728 h 1219047"/>
              <a:gd name="csX172" fmla="*/ 1240953 w 2157238"/>
              <a:gd name="csY172" fmla="*/ 1035574 h 1219047"/>
              <a:gd name="csX173" fmla="*/ 1248165 w 2157238"/>
              <a:gd name="csY173" fmla="*/ 1027420 h 1219047"/>
              <a:gd name="csX174" fmla="*/ 1255378 w 2157238"/>
              <a:gd name="csY174" fmla="*/ 1019265 h 1219047"/>
              <a:gd name="csX175" fmla="*/ 1262601 w 2157238"/>
              <a:gd name="csY175" fmla="*/ 1011111 h 1219047"/>
              <a:gd name="csX176" fmla="*/ 1269814 w 2157238"/>
              <a:gd name="csY176" fmla="*/ 1002957 h 1219047"/>
              <a:gd name="csX177" fmla="*/ 1277027 w 2157238"/>
              <a:gd name="csY177" fmla="*/ 994802 h 1219047"/>
              <a:gd name="csX178" fmla="*/ 1284239 w 2157238"/>
              <a:gd name="csY178" fmla="*/ 986648 h 1219047"/>
              <a:gd name="csX179" fmla="*/ 1291463 w 2157238"/>
              <a:gd name="csY179" fmla="*/ 978498 h 1219047"/>
              <a:gd name="csX180" fmla="*/ 1298675 w 2157238"/>
              <a:gd name="csY180" fmla="*/ 970343 h 1219047"/>
              <a:gd name="csX181" fmla="*/ 1305888 w 2157238"/>
              <a:gd name="csY181" fmla="*/ 962189 h 1219047"/>
              <a:gd name="csX182" fmla="*/ 1313100 w 2157238"/>
              <a:gd name="csY182" fmla="*/ 954035 h 1219047"/>
              <a:gd name="csX183" fmla="*/ 1320313 w 2157238"/>
              <a:gd name="csY183" fmla="*/ 945880 h 1219047"/>
              <a:gd name="csX184" fmla="*/ 1327536 w 2157238"/>
              <a:gd name="csY184" fmla="*/ 937727 h 1219047"/>
              <a:gd name="csX185" fmla="*/ 1334749 w 2157238"/>
              <a:gd name="csY185" fmla="*/ 929573 h 1219047"/>
              <a:gd name="csX186" fmla="*/ 1341962 w 2157238"/>
              <a:gd name="csY186" fmla="*/ 921418 h 1219047"/>
              <a:gd name="csX187" fmla="*/ 1349175 w 2157238"/>
              <a:gd name="csY187" fmla="*/ 913264 h 1219047"/>
              <a:gd name="csX188" fmla="*/ 1356387 w 2157238"/>
              <a:gd name="csY188" fmla="*/ 905111 h 1219047"/>
              <a:gd name="csX189" fmla="*/ 1363611 w 2157238"/>
              <a:gd name="csY189" fmla="*/ 896956 h 1219047"/>
              <a:gd name="csX190" fmla="*/ 1370823 w 2157238"/>
              <a:gd name="csY190" fmla="*/ 888802 h 1219047"/>
              <a:gd name="csX191" fmla="*/ 1378036 w 2157238"/>
              <a:gd name="csY191" fmla="*/ 880647 h 1219047"/>
              <a:gd name="csX192" fmla="*/ 1385249 w 2157238"/>
              <a:gd name="csY192" fmla="*/ 872493 h 1219047"/>
              <a:gd name="csX193" fmla="*/ 1392461 w 2157238"/>
              <a:gd name="csY193" fmla="*/ 864340 h 1219047"/>
              <a:gd name="csX194" fmla="*/ 1399685 w 2157238"/>
              <a:gd name="csY194" fmla="*/ 856185 h 1219047"/>
              <a:gd name="csX195" fmla="*/ 1406897 w 2157238"/>
              <a:gd name="csY195" fmla="*/ 848031 h 1219047"/>
              <a:gd name="csX196" fmla="*/ 1414110 w 2157238"/>
              <a:gd name="csY196" fmla="*/ 839877 h 1219047"/>
              <a:gd name="csX197" fmla="*/ 1421323 w 2157238"/>
              <a:gd name="csY197" fmla="*/ 831722 h 1219047"/>
              <a:gd name="csX198" fmla="*/ 1428535 w 2157238"/>
              <a:gd name="csY198" fmla="*/ 823569 h 1219047"/>
              <a:gd name="csX199" fmla="*/ 1435759 w 2157238"/>
              <a:gd name="csY199" fmla="*/ 815415 h 1219047"/>
              <a:gd name="csX200" fmla="*/ 1442971 w 2157238"/>
              <a:gd name="csY200" fmla="*/ 807260 h 1219047"/>
              <a:gd name="csX201" fmla="*/ 1450184 w 2157238"/>
              <a:gd name="csY201" fmla="*/ 799106 h 1219047"/>
              <a:gd name="csX202" fmla="*/ 1457397 w 2157238"/>
              <a:gd name="csY202" fmla="*/ 790951 h 1219047"/>
              <a:gd name="csX203" fmla="*/ 1464609 w 2157238"/>
              <a:gd name="csY203" fmla="*/ 782798 h 1219047"/>
              <a:gd name="csX204" fmla="*/ 1471833 w 2157238"/>
              <a:gd name="csY204" fmla="*/ 774644 h 1219047"/>
              <a:gd name="csX205" fmla="*/ 1479045 w 2157238"/>
              <a:gd name="csY205" fmla="*/ 766489 h 1219047"/>
              <a:gd name="csX206" fmla="*/ 1486258 w 2157238"/>
              <a:gd name="csY206" fmla="*/ 758335 h 1219047"/>
              <a:gd name="csX207" fmla="*/ 1493471 w 2157238"/>
              <a:gd name="csY207" fmla="*/ 750182 h 1219047"/>
              <a:gd name="csX208" fmla="*/ 1500683 w 2157238"/>
              <a:gd name="csY208" fmla="*/ 742027 h 1219047"/>
              <a:gd name="csX209" fmla="*/ 1507907 w 2157238"/>
              <a:gd name="csY209" fmla="*/ 733873 h 1219047"/>
              <a:gd name="csX210" fmla="*/ 1515119 w 2157238"/>
              <a:gd name="csY210" fmla="*/ 725719 h 1219047"/>
              <a:gd name="csX211" fmla="*/ 1522332 w 2157238"/>
              <a:gd name="csY211" fmla="*/ 717564 h 1219047"/>
              <a:gd name="csX212" fmla="*/ 1529545 w 2157238"/>
              <a:gd name="csY212" fmla="*/ 709411 h 1219047"/>
              <a:gd name="csX213" fmla="*/ 1536757 w 2157238"/>
              <a:gd name="csY213" fmla="*/ 701257 h 1219047"/>
              <a:gd name="csX214" fmla="*/ 1543981 w 2157238"/>
              <a:gd name="csY214" fmla="*/ 693102 h 1219047"/>
              <a:gd name="csX215" fmla="*/ 1551193 w 2157238"/>
              <a:gd name="csY215" fmla="*/ 684948 h 1219047"/>
              <a:gd name="csX216" fmla="*/ 1558406 w 2157238"/>
              <a:gd name="csY216" fmla="*/ 676794 h 1219047"/>
              <a:gd name="csX217" fmla="*/ 1565619 w 2157238"/>
              <a:gd name="csY217" fmla="*/ 668640 h 1219047"/>
              <a:gd name="csX218" fmla="*/ 1572831 w 2157238"/>
              <a:gd name="csY218" fmla="*/ 660486 h 1219047"/>
              <a:gd name="csX219" fmla="*/ 1580055 w 2157238"/>
              <a:gd name="csY219" fmla="*/ 652331 h 1219047"/>
              <a:gd name="csX220" fmla="*/ 1587267 w 2157238"/>
              <a:gd name="csY220" fmla="*/ 644177 h 1219047"/>
              <a:gd name="csX221" fmla="*/ 1594480 w 2157238"/>
              <a:gd name="csY221" fmla="*/ 636024 h 1219047"/>
              <a:gd name="csX222" fmla="*/ 1601693 w 2157238"/>
              <a:gd name="csY222" fmla="*/ 627869 h 1219047"/>
              <a:gd name="csX223" fmla="*/ 1608905 w 2157238"/>
              <a:gd name="csY223" fmla="*/ 619715 h 1219047"/>
              <a:gd name="csX224" fmla="*/ 1616129 w 2157238"/>
              <a:gd name="csY224" fmla="*/ 611561 h 1219047"/>
              <a:gd name="csX225" fmla="*/ 1623341 w 2157238"/>
              <a:gd name="csY225" fmla="*/ 603406 h 1219047"/>
              <a:gd name="csX226" fmla="*/ 1630554 w 2157238"/>
              <a:gd name="csY226" fmla="*/ 595253 h 1219047"/>
              <a:gd name="csX227" fmla="*/ 1637767 w 2157238"/>
              <a:gd name="csY227" fmla="*/ 587099 h 1219047"/>
              <a:gd name="csX228" fmla="*/ 1644990 w 2157238"/>
              <a:gd name="csY228" fmla="*/ 578944 h 1219047"/>
              <a:gd name="csX229" fmla="*/ 1652203 w 2157238"/>
              <a:gd name="csY229" fmla="*/ 570790 h 1219047"/>
              <a:gd name="csX230" fmla="*/ 1659415 w 2157238"/>
              <a:gd name="csY230" fmla="*/ 562636 h 1219047"/>
              <a:gd name="csX231" fmla="*/ 1666628 w 2157238"/>
              <a:gd name="csY231" fmla="*/ 554482 h 1219047"/>
              <a:gd name="csX232" fmla="*/ 1673841 w 2157238"/>
              <a:gd name="csY232" fmla="*/ 546328 h 1219047"/>
              <a:gd name="csX233" fmla="*/ 1681064 w 2157238"/>
              <a:gd name="csY233" fmla="*/ 538173 h 1219047"/>
              <a:gd name="csX234" fmla="*/ 1688277 w 2157238"/>
              <a:gd name="csY234" fmla="*/ 530019 h 1219047"/>
              <a:gd name="csX235" fmla="*/ 1695489 w 2157238"/>
              <a:gd name="csY235" fmla="*/ 521866 h 1219047"/>
              <a:gd name="csX236" fmla="*/ 1702702 w 2157238"/>
              <a:gd name="csY236" fmla="*/ 513711 h 1219047"/>
              <a:gd name="csX237" fmla="*/ 1709915 w 2157238"/>
              <a:gd name="csY237" fmla="*/ 505557 h 1219047"/>
              <a:gd name="csX238" fmla="*/ 1717138 w 2157238"/>
              <a:gd name="csY238" fmla="*/ 497403 h 1219047"/>
              <a:gd name="csX239" fmla="*/ 1724351 w 2157238"/>
              <a:gd name="csY239" fmla="*/ 489248 h 1219047"/>
              <a:gd name="csX240" fmla="*/ 1731563 w 2157238"/>
              <a:gd name="csY240" fmla="*/ 481095 h 1219047"/>
              <a:gd name="csX241" fmla="*/ 1738776 w 2157238"/>
              <a:gd name="csY241" fmla="*/ 472941 h 1219047"/>
              <a:gd name="csX242" fmla="*/ 1745989 w 2157238"/>
              <a:gd name="csY242" fmla="*/ 464786 h 1219047"/>
              <a:gd name="csX243" fmla="*/ 1753212 w 2157238"/>
              <a:gd name="csY243" fmla="*/ 456632 h 1219047"/>
              <a:gd name="csX244" fmla="*/ 1760425 w 2157238"/>
              <a:gd name="csY244" fmla="*/ 448478 h 1219047"/>
              <a:gd name="csX245" fmla="*/ 1767637 w 2157238"/>
              <a:gd name="csY245" fmla="*/ 440324 h 1219047"/>
              <a:gd name="csX246" fmla="*/ 1774850 w 2157238"/>
              <a:gd name="csY246" fmla="*/ 432170 h 1219047"/>
              <a:gd name="csX247" fmla="*/ 1782063 w 2157238"/>
              <a:gd name="csY247" fmla="*/ 424015 h 1219047"/>
              <a:gd name="csX248" fmla="*/ 1789286 w 2157238"/>
              <a:gd name="csY248" fmla="*/ 415861 h 1219047"/>
              <a:gd name="csX249" fmla="*/ 1796499 w 2157238"/>
              <a:gd name="csY249" fmla="*/ 407707 h 1219047"/>
              <a:gd name="csX250" fmla="*/ 1803711 w 2157238"/>
              <a:gd name="csY250" fmla="*/ 399553 h 1219047"/>
              <a:gd name="csX251" fmla="*/ 1810924 w 2157238"/>
              <a:gd name="csY251" fmla="*/ 391399 h 1219047"/>
              <a:gd name="csX252" fmla="*/ 1818137 w 2157238"/>
              <a:gd name="csY252" fmla="*/ 383245 h 1219047"/>
              <a:gd name="csX253" fmla="*/ 1825360 w 2157238"/>
              <a:gd name="csY253" fmla="*/ 375090 h 1219047"/>
              <a:gd name="csX254" fmla="*/ 1832573 w 2157238"/>
              <a:gd name="csY254" fmla="*/ 366937 h 1219047"/>
              <a:gd name="csX255" fmla="*/ 1839785 w 2157238"/>
              <a:gd name="csY255" fmla="*/ 358783 h 1219047"/>
              <a:gd name="csX256" fmla="*/ 1846998 w 2157238"/>
              <a:gd name="csY256" fmla="*/ 350628 h 1219047"/>
              <a:gd name="csX257" fmla="*/ 1854211 w 2157238"/>
              <a:gd name="csY257" fmla="*/ 342474 h 1219047"/>
              <a:gd name="csX258" fmla="*/ 1861434 w 2157238"/>
              <a:gd name="csY258" fmla="*/ 334320 h 1219047"/>
              <a:gd name="csX259" fmla="*/ 1868647 w 2157238"/>
              <a:gd name="csY259" fmla="*/ 326166 h 1219047"/>
              <a:gd name="csX260" fmla="*/ 1875859 w 2157238"/>
              <a:gd name="csY260" fmla="*/ 318012 h 1219047"/>
              <a:gd name="csX261" fmla="*/ 1883072 w 2157238"/>
              <a:gd name="csY261" fmla="*/ 309857 h 1219047"/>
              <a:gd name="csX262" fmla="*/ 1890285 w 2157238"/>
              <a:gd name="csY262" fmla="*/ 301703 h 1219047"/>
              <a:gd name="csX263" fmla="*/ 1897508 w 2157238"/>
              <a:gd name="csY263" fmla="*/ 293549 h 1219047"/>
              <a:gd name="csX264" fmla="*/ 1904721 w 2157238"/>
              <a:gd name="csY264" fmla="*/ 285395 h 1219047"/>
              <a:gd name="csX265" fmla="*/ 1911933 w 2157238"/>
              <a:gd name="csY265" fmla="*/ 277241 h 1219047"/>
              <a:gd name="csX266" fmla="*/ 1919146 w 2157238"/>
              <a:gd name="csY266" fmla="*/ 269087 h 1219047"/>
              <a:gd name="csX267" fmla="*/ 1926359 w 2157238"/>
              <a:gd name="csY267" fmla="*/ 260932 h 1219047"/>
              <a:gd name="csX268" fmla="*/ 1933582 w 2157238"/>
              <a:gd name="csY268" fmla="*/ 252779 h 1219047"/>
              <a:gd name="csX269" fmla="*/ 1940795 w 2157238"/>
              <a:gd name="csY269" fmla="*/ 244625 h 1219047"/>
              <a:gd name="csX270" fmla="*/ 1948007 w 2157238"/>
              <a:gd name="csY270" fmla="*/ 236470 h 1219047"/>
              <a:gd name="csX271" fmla="*/ 1955220 w 2157238"/>
              <a:gd name="csY271" fmla="*/ 228316 h 1219047"/>
              <a:gd name="csX272" fmla="*/ 1962433 w 2157238"/>
              <a:gd name="csY272" fmla="*/ 220162 h 1219047"/>
              <a:gd name="csX273" fmla="*/ 1969656 w 2157238"/>
              <a:gd name="csY273" fmla="*/ 212008 h 1219047"/>
              <a:gd name="csX274" fmla="*/ 1976869 w 2157238"/>
              <a:gd name="csY274" fmla="*/ 203854 h 1219047"/>
              <a:gd name="csX275" fmla="*/ 1984081 w 2157238"/>
              <a:gd name="csY275" fmla="*/ 195699 h 1219047"/>
              <a:gd name="csX276" fmla="*/ 1991294 w 2157238"/>
              <a:gd name="csY276" fmla="*/ 187545 h 1219047"/>
              <a:gd name="csX277" fmla="*/ 1998507 w 2157238"/>
              <a:gd name="csY277" fmla="*/ 179391 h 1219047"/>
              <a:gd name="csX278" fmla="*/ 2005730 w 2157238"/>
              <a:gd name="csY278" fmla="*/ 171237 h 1219047"/>
              <a:gd name="csX279" fmla="*/ 2012943 w 2157238"/>
              <a:gd name="csY279" fmla="*/ 163083 h 1219047"/>
              <a:gd name="csX280" fmla="*/ 2020155 w 2157238"/>
              <a:gd name="csY280" fmla="*/ 154929 h 1219047"/>
              <a:gd name="csX281" fmla="*/ 2027368 w 2157238"/>
              <a:gd name="csY281" fmla="*/ 146774 h 1219047"/>
              <a:gd name="csX282" fmla="*/ 2034591 w 2157238"/>
              <a:gd name="csY282" fmla="*/ 138620 h 1219047"/>
              <a:gd name="csX283" fmla="*/ 2041804 w 2157238"/>
              <a:gd name="csY283" fmla="*/ 130467 h 1219047"/>
              <a:gd name="csX284" fmla="*/ 2049017 w 2157238"/>
              <a:gd name="csY284" fmla="*/ 122312 h 1219047"/>
              <a:gd name="csX285" fmla="*/ 2056229 w 2157238"/>
              <a:gd name="csY285" fmla="*/ 114158 h 1219047"/>
              <a:gd name="csX286" fmla="*/ 2063442 w 2157238"/>
              <a:gd name="csY286" fmla="*/ 106004 h 1219047"/>
              <a:gd name="csX287" fmla="*/ 2070665 w 2157238"/>
              <a:gd name="csY287" fmla="*/ 97850 h 1219047"/>
              <a:gd name="csX288" fmla="*/ 2077878 w 2157238"/>
              <a:gd name="csY288" fmla="*/ 89696 h 1219047"/>
              <a:gd name="csX289" fmla="*/ 2085091 w 2157238"/>
              <a:gd name="csY289" fmla="*/ 81541 h 1219047"/>
              <a:gd name="csX290" fmla="*/ 2092304 w 2157238"/>
              <a:gd name="csY290" fmla="*/ 73387 h 1219047"/>
              <a:gd name="csX291" fmla="*/ 2099516 w 2157238"/>
              <a:gd name="csY291" fmla="*/ 65233 h 1219047"/>
              <a:gd name="csX292" fmla="*/ 2106740 w 2157238"/>
              <a:gd name="csY292" fmla="*/ 57079 h 1219047"/>
              <a:gd name="csX293" fmla="*/ 2113952 w 2157238"/>
              <a:gd name="csY293" fmla="*/ 48925 h 1219047"/>
              <a:gd name="csX294" fmla="*/ 2121165 w 2157238"/>
              <a:gd name="csY294" fmla="*/ 40771 h 1219047"/>
              <a:gd name="csX295" fmla="*/ 2128378 w 2157238"/>
              <a:gd name="csY295" fmla="*/ 32616 h 1219047"/>
              <a:gd name="csX296" fmla="*/ 2135590 w 2157238"/>
              <a:gd name="csY296" fmla="*/ 24462 h 1219047"/>
              <a:gd name="csX297" fmla="*/ 2142814 w 2157238"/>
              <a:gd name="csY297" fmla="*/ 16309 h 1219047"/>
              <a:gd name="csX298" fmla="*/ 2150026 w 2157238"/>
              <a:gd name="csY298" fmla="*/ 8154 h 1219047"/>
              <a:gd name="csX299" fmla="*/ 2157239 w 2157238"/>
              <a:gd name="csY299" fmla="*/ 0 h 12190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157238" h="1219047">
                <a:moveTo>
                  <a:pt x="0" y="1219047"/>
                </a:moveTo>
                <a:lnTo>
                  <a:pt x="7215" y="1219047"/>
                </a:lnTo>
                <a:lnTo>
                  <a:pt x="14430" y="1219047"/>
                </a:lnTo>
                <a:lnTo>
                  <a:pt x="21644" y="1219047"/>
                </a:lnTo>
                <a:lnTo>
                  <a:pt x="28859" y="1219047"/>
                </a:lnTo>
                <a:lnTo>
                  <a:pt x="36074" y="1219047"/>
                </a:lnTo>
                <a:lnTo>
                  <a:pt x="43289" y="1219047"/>
                </a:lnTo>
                <a:lnTo>
                  <a:pt x="50504" y="1219047"/>
                </a:lnTo>
                <a:lnTo>
                  <a:pt x="57718" y="1219047"/>
                </a:lnTo>
                <a:lnTo>
                  <a:pt x="64933" y="1219047"/>
                </a:lnTo>
                <a:lnTo>
                  <a:pt x="72148" y="1219047"/>
                </a:lnTo>
                <a:lnTo>
                  <a:pt x="79364" y="1219047"/>
                </a:lnTo>
                <a:lnTo>
                  <a:pt x="86579" y="1219047"/>
                </a:lnTo>
                <a:lnTo>
                  <a:pt x="93794" y="1219047"/>
                </a:lnTo>
                <a:lnTo>
                  <a:pt x="101008" y="1219047"/>
                </a:lnTo>
                <a:lnTo>
                  <a:pt x="108223" y="1219047"/>
                </a:lnTo>
                <a:lnTo>
                  <a:pt x="115438" y="1219047"/>
                </a:lnTo>
                <a:lnTo>
                  <a:pt x="122653" y="1219047"/>
                </a:lnTo>
                <a:lnTo>
                  <a:pt x="129868" y="1219047"/>
                </a:lnTo>
                <a:lnTo>
                  <a:pt x="137082" y="1219047"/>
                </a:lnTo>
                <a:lnTo>
                  <a:pt x="144297" y="1219047"/>
                </a:lnTo>
                <a:lnTo>
                  <a:pt x="151512" y="1219047"/>
                </a:lnTo>
                <a:lnTo>
                  <a:pt x="158727" y="1219047"/>
                </a:lnTo>
                <a:lnTo>
                  <a:pt x="165942" y="1219047"/>
                </a:lnTo>
                <a:lnTo>
                  <a:pt x="173156" y="1219047"/>
                </a:lnTo>
                <a:lnTo>
                  <a:pt x="180371" y="1219047"/>
                </a:lnTo>
                <a:lnTo>
                  <a:pt x="187586" y="1219047"/>
                </a:lnTo>
                <a:lnTo>
                  <a:pt x="194801" y="1219047"/>
                </a:lnTo>
                <a:lnTo>
                  <a:pt x="202016" y="1219047"/>
                </a:lnTo>
                <a:lnTo>
                  <a:pt x="209230" y="1219047"/>
                </a:lnTo>
                <a:lnTo>
                  <a:pt x="216445" y="1219047"/>
                </a:lnTo>
                <a:lnTo>
                  <a:pt x="223660" y="1219047"/>
                </a:lnTo>
                <a:lnTo>
                  <a:pt x="230875" y="1219047"/>
                </a:lnTo>
                <a:lnTo>
                  <a:pt x="238090" y="1219047"/>
                </a:lnTo>
                <a:lnTo>
                  <a:pt x="245304" y="1219047"/>
                </a:lnTo>
                <a:lnTo>
                  <a:pt x="252519" y="1219047"/>
                </a:lnTo>
                <a:lnTo>
                  <a:pt x="259734" y="1219047"/>
                </a:lnTo>
                <a:lnTo>
                  <a:pt x="266950" y="1219047"/>
                </a:lnTo>
                <a:lnTo>
                  <a:pt x="274165" y="1219047"/>
                </a:lnTo>
                <a:lnTo>
                  <a:pt x="281379" y="1219047"/>
                </a:lnTo>
                <a:lnTo>
                  <a:pt x="288594" y="1219047"/>
                </a:lnTo>
                <a:lnTo>
                  <a:pt x="295809" y="1219047"/>
                </a:lnTo>
                <a:lnTo>
                  <a:pt x="303024" y="1219047"/>
                </a:lnTo>
                <a:lnTo>
                  <a:pt x="310239" y="1219047"/>
                </a:lnTo>
                <a:lnTo>
                  <a:pt x="317453" y="1219047"/>
                </a:lnTo>
                <a:lnTo>
                  <a:pt x="324668" y="1219047"/>
                </a:lnTo>
                <a:lnTo>
                  <a:pt x="331883" y="1219047"/>
                </a:lnTo>
                <a:lnTo>
                  <a:pt x="339098" y="1219047"/>
                </a:lnTo>
                <a:lnTo>
                  <a:pt x="346313" y="1219047"/>
                </a:lnTo>
                <a:lnTo>
                  <a:pt x="353527" y="1219047"/>
                </a:lnTo>
                <a:lnTo>
                  <a:pt x="360742" y="1219047"/>
                </a:lnTo>
                <a:lnTo>
                  <a:pt x="367957" y="1219047"/>
                </a:lnTo>
                <a:lnTo>
                  <a:pt x="375172" y="1219047"/>
                </a:lnTo>
                <a:lnTo>
                  <a:pt x="382387" y="1219047"/>
                </a:lnTo>
                <a:lnTo>
                  <a:pt x="389601" y="1219047"/>
                </a:lnTo>
                <a:lnTo>
                  <a:pt x="396816" y="1219047"/>
                </a:lnTo>
                <a:lnTo>
                  <a:pt x="404031" y="1219047"/>
                </a:lnTo>
                <a:lnTo>
                  <a:pt x="411246" y="1219047"/>
                </a:lnTo>
                <a:lnTo>
                  <a:pt x="418461" y="1219047"/>
                </a:lnTo>
                <a:lnTo>
                  <a:pt x="425675" y="1219047"/>
                </a:lnTo>
                <a:lnTo>
                  <a:pt x="432890" y="1219047"/>
                </a:lnTo>
                <a:lnTo>
                  <a:pt x="440105" y="1219047"/>
                </a:lnTo>
                <a:lnTo>
                  <a:pt x="447321" y="1219047"/>
                </a:lnTo>
                <a:lnTo>
                  <a:pt x="454536" y="1219047"/>
                </a:lnTo>
                <a:lnTo>
                  <a:pt x="461751" y="1219047"/>
                </a:lnTo>
                <a:lnTo>
                  <a:pt x="468965" y="1219047"/>
                </a:lnTo>
                <a:lnTo>
                  <a:pt x="476180" y="1219047"/>
                </a:lnTo>
                <a:lnTo>
                  <a:pt x="483395" y="1219047"/>
                </a:lnTo>
                <a:lnTo>
                  <a:pt x="490610" y="1219047"/>
                </a:lnTo>
                <a:lnTo>
                  <a:pt x="497825" y="1219047"/>
                </a:lnTo>
                <a:lnTo>
                  <a:pt x="505039" y="1219047"/>
                </a:lnTo>
                <a:lnTo>
                  <a:pt x="512254" y="1219047"/>
                </a:lnTo>
                <a:lnTo>
                  <a:pt x="519469" y="1219047"/>
                </a:lnTo>
                <a:lnTo>
                  <a:pt x="526684" y="1219047"/>
                </a:lnTo>
                <a:lnTo>
                  <a:pt x="533899" y="1219047"/>
                </a:lnTo>
                <a:lnTo>
                  <a:pt x="541113" y="1219047"/>
                </a:lnTo>
                <a:lnTo>
                  <a:pt x="548328" y="1219047"/>
                </a:lnTo>
                <a:lnTo>
                  <a:pt x="555543" y="1219047"/>
                </a:lnTo>
                <a:lnTo>
                  <a:pt x="562758" y="1219047"/>
                </a:lnTo>
                <a:lnTo>
                  <a:pt x="569973" y="1219047"/>
                </a:lnTo>
                <a:lnTo>
                  <a:pt x="577187" y="1219047"/>
                </a:lnTo>
                <a:lnTo>
                  <a:pt x="584402" y="1219047"/>
                </a:lnTo>
                <a:lnTo>
                  <a:pt x="591617" y="1219047"/>
                </a:lnTo>
                <a:lnTo>
                  <a:pt x="598832" y="1219047"/>
                </a:lnTo>
                <a:lnTo>
                  <a:pt x="606047" y="1219047"/>
                </a:lnTo>
                <a:lnTo>
                  <a:pt x="613261" y="1219047"/>
                </a:lnTo>
                <a:lnTo>
                  <a:pt x="620476" y="1219047"/>
                </a:lnTo>
                <a:lnTo>
                  <a:pt x="627691" y="1219047"/>
                </a:lnTo>
                <a:lnTo>
                  <a:pt x="634907" y="1219047"/>
                </a:lnTo>
                <a:lnTo>
                  <a:pt x="642122" y="1219047"/>
                </a:lnTo>
                <a:lnTo>
                  <a:pt x="649336" y="1219047"/>
                </a:lnTo>
                <a:lnTo>
                  <a:pt x="656551" y="1219047"/>
                </a:lnTo>
                <a:lnTo>
                  <a:pt x="663766" y="1219047"/>
                </a:lnTo>
                <a:lnTo>
                  <a:pt x="670981" y="1219047"/>
                </a:lnTo>
                <a:lnTo>
                  <a:pt x="678196" y="1219047"/>
                </a:lnTo>
                <a:lnTo>
                  <a:pt x="685411" y="1219047"/>
                </a:lnTo>
                <a:lnTo>
                  <a:pt x="692625" y="1219047"/>
                </a:lnTo>
                <a:lnTo>
                  <a:pt x="699840" y="1219047"/>
                </a:lnTo>
                <a:lnTo>
                  <a:pt x="707055" y="1219047"/>
                </a:lnTo>
                <a:lnTo>
                  <a:pt x="714270" y="1219047"/>
                </a:lnTo>
                <a:lnTo>
                  <a:pt x="721485" y="1219047"/>
                </a:lnTo>
                <a:lnTo>
                  <a:pt x="728699" y="1219047"/>
                </a:lnTo>
                <a:lnTo>
                  <a:pt x="735914" y="1219047"/>
                </a:lnTo>
                <a:lnTo>
                  <a:pt x="743129" y="1219047"/>
                </a:lnTo>
                <a:lnTo>
                  <a:pt x="750344" y="1219047"/>
                </a:lnTo>
                <a:lnTo>
                  <a:pt x="757559" y="1219047"/>
                </a:lnTo>
                <a:lnTo>
                  <a:pt x="764773" y="1219047"/>
                </a:lnTo>
                <a:lnTo>
                  <a:pt x="771988" y="1219047"/>
                </a:lnTo>
                <a:lnTo>
                  <a:pt x="779203" y="1219047"/>
                </a:lnTo>
                <a:lnTo>
                  <a:pt x="786416" y="1219047"/>
                </a:lnTo>
                <a:lnTo>
                  <a:pt x="793628" y="1219047"/>
                </a:lnTo>
                <a:lnTo>
                  <a:pt x="800852" y="1219047"/>
                </a:lnTo>
                <a:lnTo>
                  <a:pt x="808064" y="1219047"/>
                </a:lnTo>
                <a:lnTo>
                  <a:pt x="815277" y="1219047"/>
                </a:lnTo>
                <a:lnTo>
                  <a:pt x="822490" y="1219047"/>
                </a:lnTo>
                <a:lnTo>
                  <a:pt x="829702" y="1219047"/>
                </a:lnTo>
                <a:lnTo>
                  <a:pt x="836926" y="1219047"/>
                </a:lnTo>
                <a:lnTo>
                  <a:pt x="844138" y="1219047"/>
                </a:lnTo>
                <a:lnTo>
                  <a:pt x="851351" y="1219047"/>
                </a:lnTo>
                <a:lnTo>
                  <a:pt x="858564" y="1219047"/>
                </a:lnTo>
                <a:lnTo>
                  <a:pt x="865776" y="1219047"/>
                </a:lnTo>
                <a:lnTo>
                  <a:pt x="873000" y="1219047"/>
                </a:lnTo>
                <a:lnTo>
                  <a:pt x="880212" y="1219047"/>
                </a:lnTo>
                <a:lnTo>
                  <a:pt x="887425" y="1219047"/>
                </a:lnTo>
                <a:lnTo>
                  <a:pt x="894638" y="1219047"/>
                </a:lnTo>
                <a:lnTo>
                  <a:pt x="901850" y="1219047"/>
                </a:lnTo>
                <a:lnTo>
                  <a:pt x="909074" y="1219047"/>
                </a:lnTo>
                <a:lnTo>
                  <a:pt x="916286" y="1219047"/>
                </a:lnTo>
                <a:lnTo>
                  <a:pt x="923499" y="1219047"/>
                </a:lnTo>
                <a:lnTo>
                  <a:pt x="930712" y="1219047"/>
                </a:lnTo>
                <a:lnTo>
                  <a:pt x="937935" y="1219047"/>
                </a:lnTo>
                <a:lnTo>
                  <a:pt x="945148" y="1219047"/>
                </a:lnTo>
                <a:lnTo>
                  <a:pt x="952360" y="1219047"/>
                </a:lnTo>
                <a:lnTo>
                  <a:pt x="959573" y="1219047"/>
                </a:lnTo>
                <a:lnTo>
                  <a:pt x="966786" y="1219047"/>
                </a:lnTo>
                <a:lnTo>
                  <a:pt x="974009" y="1219047"/>
                </a:lnTo>
                <a:lnTo>
                  <a:pt x="981222" y="1219047"/>
                </a:lnTo>
                <a:lnTo>
                  <a:pt x="988434" y="1219047"/>
                </a:lnTo>
                <a:lnTo>
                  <a:pt x="995647" y="1219047"/>
                </a:lnTo>
                <a:lnTo>
                  <a:pt x="1002860" y="1219047"/>
                </a:lnTo>
                <a:lnTo>
                  <a:pt x="1010083" y="1219047"/>
                </a:lnTo>
                <a:lnTo>
                  <a:pt x="1017296" y="1219047"/>
                </a:lnTo>
                <a:lnTo>
                  <a:pt x="1024508" y="1219047"/>
                </a:lnTo>
                <a:lnTo>
                  <a:pt x="1031721" y="1219047"/>
                </a:lnTo>
                <a:lnTo>
                  <a:pt x="1038934" y="1219047"/>
                </a:lnTo>
                <a:lnTo>
                  <a:pt x="1046157" y="1219047"/>
                </a:lnTo>
                <a:lnTo>
                  <a:pt x="1053370" y="1219047"/>
                </a:lnTo>
                <a:lnTo>
                  <a:pt x="1060582" y="1219047"/>
                </a:lnTo>
                <a:lnTo>
                  <a:pt x="1067795" y="1219047"/>
                </a:lnTo>
                <a:lnTo>
                  <a:pt x="1075008" y="1219047"/>
                </a:lnTo>
                <a:lnTo>
                  <a:pt x="1082231" y="1214970"/>
                </a:lnTo>
                <a:lnTo>
                  <a:pt x="1089444" y="1206816"/>
                </a:lnTo>
                <a:lnTo>
                  <a:pt x="1096656" y="1198662"/>
                </a:lnTo>
                <a:lnTo>
                  <a:pt x="1103869" y="1190507"/>
                </a:lnTo>
                <a:lnTo>
                  <a:pt x="1111082" y="1182353"/>
                </a:lnTo>
                <a:lnTo>
                  <a:pt x="1118305" y="1174198"/>
                </a:lnTo>
                <a:lnTo>
                  <a:pt x="1125518" y="1166044"/>
                </a:lnTo>
                <a:lnTo>
                  <a:pt x="1132730" y="1157890"/>
                </a:lnTo>
                <a:lnTo>
                  <a:pt x="1139943" y="1149735"/>
                </a:lnTo>
                <a:lnTo>
                  <a:pt x="1147156" y="1141581"/>
                </a:lnTo>
                <a:lnTo>
                  <a:pt x="1154379" y="1133427"/>
                </a:lnTo>
                <a:lnTo>
                  <a:pt x="1161592" y="1125272"/>
                </a:lnTo>
                <a:lnTo>
                  <a:pt x="1168804" y="1117118"/>
                </a:lnTo>
                <a:lnTo>
                  <a:pt x="1176017" y="1108963"/>
                </a:lnTo>
                <a:lnTo>
                  <a:pt x="1183230" y="1100809"/>
                </a:lnTo>
                <a:lnTo>
                  <a:pt x="1190453" y="1092655"/>
                </a:lnTo>
                <a:lnTo>
                  <a:pt x="1197666" y="1084500"/>
                </a:lnTo>
                <a:lnTo>
                  <a:pt x="1204878" y="1076346"/>
                </a:lnTo>
                <a:lnTo>
                  <a:pt x="1212091" y="1068192"/>
                </a:lnTo>
                <a:lnTo>
                  <a:pt x="1219304" y="1060037"/>
                </a:lnTo>
                <a:lnTo>
                  <a:pt x="1226527" y="1051883"/>
                </a:lnTo>
                <a:lnTo>
                  <a:pt x="1233740" y="1043728"/>
                </a:lnTo>
                <a:lnTo>
                  <a:pt x="1240953" y="1035574"/>
                </a:lnTo>
                <a:lnTo>
                  <a:pt x="1248165" y="1027420"/>
                </a:lnTo>
                <a:lnTo>
                  <a:pt x="1255378" y="1019265"/>
                </a:lnTo>
                <a:lnTo>
                  <a:pt x="1262601" y="1011111"/>
                </a:lnTo>
                <a:lnTo>
                  <a:pt x="1269814" y="1002957"/>
                </a:lnTo>
                <a:lnTo>
                  <a:pt x="1277027" y="994802"/>
                </a:lnTo>
                <a:lnTo>
                  <a:pt x="1284239" y="986648"/>
                </a:lnTo>
                <a:lnTo>
                  <a:pt x="1291463" y="978498"/>
                </a:lnTo>
                <a:lnTo>
                  <a:pt x="1298675" y="970343"/>
                </a:lnTo>
                <a:lnTo>
                  <a:pt x="1305888" y="962189"/>
                </a:lnTo>
                <a:lnTo>
                  <a:pt x="1313100" y="954035"/>
                </a:lnTo>
                <a:lnTo>
                  <a:pt x="1320313" y="945880"/>
                </a:lnTo>
                <a:lnTo>
                  <a:pt x="1327536" y="937727"/>
                </a:lnTo>
                <a:lnTo>
                  <a:pt x="1334749" y="929573"/>
                </a:lnTo>
                <a:lnTo>
                  <a:pt x="1341962" y="921418"/>
                </a:lnTo>
                <a:lnTo>
                  <a:pt x="1349175" y="913264"/>
                </a:lnTo>
                <a:lnTo>
                  <a:pt x="1356387" y="905111"/>
                </a:lnTo>
                <a:lnTo>
                  <a:pt x="1363611" y="896956"/>
                </a:lnTo>
                <a:lnTo>
                  <a:pt x="1370823" y="888802"/>
                </a:lnTo>
                <a:lnTo>
                  <a:pt x="1378036" y="880647"/>
                </a:lnTo>
                <a:lnTo>
                  <a:pt x="1385249" y="872493"/>
                </a:lnTo>
                <a:lnTo>
                  <a:pt x="1392461" y="864340"/>
                </a:lnTo>
                <a:lnTo>
                  <a:pt x="1399685" y="856185"/>
                </a:lnTo>
                <a:lnTo>
                  <a:pt x="1406897" y="848031"/>
                </a:lnTo>
                <a:lnTo>
                  <a:pt x="1414110" y="839877"/>
                </a:lnTo>
                <a:lnTo>
                  <a:pt x="1421323" y="831722"/>
                </a:lnTo>
                <a:lnTo>
                  <a:pt x="1428535" y="823569"/>
                </a:lnTo>
                <a:lnTo>
                  <a:pt x="1435759" y="815415"/>
                </a:lnTo>
                <a:lnTo>
                  <a:pt x="1442971" y="807260"/>
                </a:lnTo>
                <a:lnTo>
                  <a:pt x="1450184" y="799106"/>
                </a:lnTo>
                <a:lnTo>
                  <a:pt x="1457397" y="790951"/>
                </a:lnTo>
                <a:lnTo>
                  <a:pt x="1464609" y="782798"/>
                </a:lnTo>
                <a:lnTo>
                  <a:pt x="1471833" y="774644"/>
                </a:lnTo>
                <a:lnTo>
                  <a:pt x="1479045" y="766489"/>
                </a:lnTo>
                <a:lnTo>
                  <a:pt x="1486258" y="758335"/>
                </a:lnTo>
                <a:lnTo>
                  <a:pt x="1493471" y="750182"/>
                </a:lnTo>
                <a:lnTo>
                  <a:pt x="1500683" y="742027"/>
                </a:lnTo>
                <a:lnTo>
                  <a:pt x="1507907" y="733873"/>
                </a:lnTo>
                <a:lnTo>
                  <a:pt x="1515119" y="725719"/>
                </a:lnTo>
                <a:lnTo>
                  <a:pt x="1522332" y="717564"/>
                </a:lnTo>
                <a:lnTo>
                  <a:pt x="1529545" y="709411"/>
                </a:lnTo>
                <a:lnTo>
                  <a:pt x="1536757" y="701257"/>
                </a:lnTo>
                <a:lnTo>
                  <a:pt x="1543981" y="693102"/>
                </a:lnTo>
                <a:lnTo>
                  <a:pt x="1551193" y="684948"/>
                </a:lnTo>
                <a:lnTo>
                  <a:pt x="1558406" y="676794"/>
                </a:lnTo>
                <a:lnTo>
                  <a:pt x="1565619" y="668640"/>
                </a:lnTo>
                <a:lnTo>
                  <a:pt x="1572831" y="660486"/>
                </a:lnTo>
                <a:lnTo>
                  <a:pt x="1580055" y="652331"/>
                </a:lnTo>
                <a:lnTo>
                  <a:pt x="1587267" y="644177"/>
                </a:lnTo>
                <a:lnTo>
                  <a:pt x="1594480" y="636024"/>
                </a:lnTo>
                <a:lnTo>
                  <a:pt x="1601693" y="627869"/>
                </a:lnTo>
                <a:lnTo>
                  <a:pt x="1608905" y="619715"/>
                </a:lnTo>
                <a:lnTo>
                  <a:pt x="1616129" y="611561"/>
                </a:lnTo>
                <a:lnTo>
                  <a:pt x="1623341" y="603406"/>
                </a:lnTo>
                <a:lnTo>
                  <a:pt x="1630554" y="595253"/>
                </a:lnTo>
                <a:lnTo>
                  <a:pt x="1637767" y="587099"/>
                </a:lnTo>
                <a:lnTo>
                  <a:pt x="1644990" y="578944"/>
                </a:lnTo>
                <a:lnTo>
                  <a:pt x="1652203" y="570790"/>
                </a:lnTo>
                <a:lnTo>
                  <a:pt x="1659415" y="562636"/>
                </a:lnTo>
                <a:lnTo>
                  <a:pt x="1666628" y="554482"/>
                </a:lnTo>
                <a:lnTo>
                  <a:pt x="1673841" y="546328"/>
                </a:lnTo>
                <a:lnTo>
                  <a:pt x="1681064" y="538173"/>
                </a:lnTo>
                <a:lnTo>
                  <a:pt x="1688277" y="530019"/>
                </a:lnTo>
                <a:lnTo>
                  <a:pt x="1695489" y="521866"/>
                </a:lnTo>
                <a:lnTo>
                  <a:pt x="1702702" y="513711"/>
                </a:lnTo>
                <a:lnTo>
                  <a:pt x="1709915" y="505557"/>
                </a:lnTo>
                <a:lnTo>
                  <a:pt x="1717138" y="497403"/>
                </a:lnTo>
                <a:lnTo>
                  <a:pt x="1724351" y="489248"/>
                </a:lnTo>
                <a:lnTo>
                  <a:pt x="1731563" y="481095"/>
                </a:lnTo>
                <a:lnTo>
                  <a:pt x="1738776" y="472941"/>
                </a:lnTo>
                <a:lnTo>
                  <a:pt x="1745989" y="464786"/>
                </a:lnTo>
                <a:lnTo>
                  <a:pt x="1753212" y="456632"/>
                </a:lnTo>
                <a:lnTo>
                  <a:pt x="1760425" y="448478"/>
                </a:lnTo>
                <a:lnTo>
                  <a:pt x="1767637" y="440324"/>
                </a:lnTo>
                <a:lnTo>
                  <a:pt x="1774850" y="432170"/>
                </a:lnTo>
                <a:lnTo>
                  <a:pt x="1782063" y="424015"/>
                </a:lnTo>
                <a:lnTo>
                  <a:pt x="1789286" y="415861"/>
                </a:lnTo>
                <a:lnTo>
                  <a:pt x="1796499" y="407707"/>
                </a:lnTo>
                <a:lnTo>
                  <a:pt x="1803711" y="399553"/>
                </a:lnTo>
                <a:lnTo>
                  <a:pt x="1810924" y="391399"/>
                </a:lnTo>
                <a:lnTo>
                  <a:pt x="1818137" y="383245"/>
                </a:lnTo>
                <a:lnTo>
                  <a:pt x="1825360" y="375090"/>
                </a:lnTo>
                <a:lnTo>
                  <a:pt x="1832573" y="366937"/>
                </a:lnTo>
                <a:lnTo>
                  <a:pt x="1839785" y="358783"/>
                </a:lnTo>
                <a:lnTo>
                  <a:pt x="1846998" y="350628"/>
                </a:lnTo>
                <a:lnTo>
                  <a:pt x="1854211" y="342474"/>
                </a:lnTo>
                <a:lnTo>
                  <a:pt x="1861434" y="334320"/>
                </a:lnTo>
                <a:lnTo>
                  <a:pt x="1868647" y="326166"/>
                </a:lnTo>
                <a:lnTo>
                  <a:pt x="1875859" y="318012"/>
                </a:lnTo>
                <a:lnTo>
                  <a:pt x="1883072" y="309857"/>
                </a:lnTo>
                <a:lnTo>
                  <a:pt x="1890285" y="301703"/>
                </a:lnTo>
                <a:lnTo>
                  <a:pt x="1897508" y="293549"/>
                </a:lnTo>
                <a:lnTo>
                  <a:pt x="1904721" y="285395"/>
                </a:lnTo>
                <a:lnTo>
                  <a:pt x="1911933" y="277241"/>
                </a:lnTo>
                <a:lnTo>
                  <a:pt x="1919146" y="269087"/>
                </a:lnTo>
                <a:lnTo>
                  <a:pt x="1926359" y="260932"/>
                </a:lnTo>
                <a:lnTo>
                  <a:pt x="1933582" y="252779"/>
                </a:lnTo>
                <a:lnTo>
                  <a:pt x="1940795" y="244625"/>
                </a:lnTo>
                <a:lnTo>
                  <a:pt x="1948007" y="236470"/>
                </a:lnTo>
                <a:lnTo>
                  <a:pt x="1955220" y="228316"/>
                </a:lnTo>
                <a:lnTo>
                  <a:pt x="1962433" y="220162"/>
                </a:lnTo>
                <a:lnTo>
                  <a:pt x="1969656" y="212008"/>
                </a:lnTo>
                <a:lnTo>
                  <a:pt x="1976869" y="203854"/>
                </a:lnTo>
                <a:lnTo>
                  <a:pt x="1984081" y="195699"/>
                </a:lnTo>
                <a:lnTo>
                  <a:pt x="1991294" y="187545"/>
                </a:lnTo>
                <a:lnTo>
                  <a:pt x="1998507" y="179391"/>
                </a:lnTo>
                <a:lnTo>
                  <a:pt x="2005730" y="171237"/>
                </a:lnTo>
                <a:lnTo>
                  <a:pt x="2012943" y="163083"/>
                </a:lnTo>
                <a:lnTo>
                  <a:pt x="2020155" y="154929"/>
                </a:lnTo>
                <a:lnTo>
                  <a:pt x="2027368" y="146774"/>
                </a:lnTo>
                <a:lnTo>
                  <a:pt x="2034591" y="138620"/>
                </a:lnTo>
                <a:lnTo>
                  <a:pt x="2041804" y="130467"/>
                </a:lnTo>
                <a:lnTo>
                  <a:pt x="2049017" y="122312"/>
                </a:lnTo>
                <a:lnTo>
                  <a:pt x="2056229" y="114158"/>
                </a:lnTo>
                <a:lnTo>
                  <a:pt x="2063442" y="106004"/>
                </a:lnTo>
                <a:lnTo>
                  <a:pt x="2070665" y="97850"/>
                </a:lnTo>
                <a:lnTo>
                  <a:pt x="2077878" y="89696"/>
                </a:lnTo>
                <a:lnTo>
                  <a:pt x="2085091" y="81541"/>
                </a:lnTo>
                <a:lnTo>
                  <a:pt x="2092304" y="73387"/>
                </a:lnTo>
                <a:lnTo>
                  <a:pt x="2099516" y="65233"/>
                </a:lnTo>
                <a:lnTo>
                  <a:pt x="2106740" y="57079"/>
                </a:lnTo>
                <a:lnTo>
                  <a:pt x="2113952" y="48925"/>
                </a:lnTo>
                <a:lnTo>
                  <a:pt x="2121165" y="40771"/>
                </a:lnTo>
                <a:lnTo>
                  <a:pt x="2128378" y="32616"/>
                </a:lnTo>
                <a:lnTo>
                  <a:pt x="2135590" y="24462"/>
                </a:lnTo>
                <a:lnTo>
                  <a:pt x="2142814" y="16309"/>
                </a:lnTo>
                <a:lnTo>
                  <a:pt x="2150026" y="8154"/>
                </a:lnTo>
                <a:lnTo>
                  <a:pt x="2157239" y="0"/>
                </a:lnTo>
              </a:path>
            </a:pathLst>
          </a:custGeom>
          <a:noFill/>
          <a:ln w="12811" cap="rnd">
            <a:solidFill>
              <a:srgbClr val="008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250" name="Freeform 3249">
            <a:extLst>
              <a:ext uri="{FF2B5EF4-FFF2-40B4-BE49-F238E27FC236}">
                <a16:creationId xmlns:a16="http://schemas.microsoft.com/office/drawing/2014/main" id="{EDF4ABE0-932C-A3A6-61BF-5E222847FE2D}"/>
              </a:ext>
            </a:extLst>
          </p:cNvPr>
          <p:cNvSpPr/>
          <p:nvPr/>
        </p:nvSpPr>
        <p:spPr>
          <a:xfrm>
            <a:off x="4701254" y="3182996"/>
            <a:ext cx="2157238" cy="1340945"/>
          </a:xfrm>
          <a:custGeom>
            <a:avLst/>
            <a:gdLst>
              <a:gd name="csX0" fmla="*/ 0 w 2157238"/>
              <a:gd name="csY0" fmla="*/ 1340946 h 1340945"/>
              <a:gd name="csX1" fmla="*/ 7215 w 2157238"/>
              <a:gd name="csY1" fmla="*/ 1340132 h 1340945"/>
              <a:gd name="csX2" fmla="*/ 14430 w 2157238"/>
              <a:gd name="csY2" fmla="*/ 1339319 h 1340945"/>
              <a:gd name="csX3" fmla="*/ 21644 w 2157238"/>
              <a:gd name="csY3" fmla="*/ 1338506 h 1340945"/>
              <a:gd name="csX4" fmla="*/ 28859 w 2157238"/>
              <a:gd name="csY4" fmla="*/ 1337693 h 1340945"/>
              <a:gd name="csX5" fmla="*/ 36074 w 2157238"/>
              <a:gd name="csY5" fmla="*/ 1336869 h 1340945"/>
              <a:gd name="csX6" fmla="*/ 43289 w 2157238"/>
              <a:gd name="csY6" fmla="*/ 1336055 h 1340945"/>
              <a:gd name="csX7" fmla="*/ 50504 w 2157238"/>
              <a:gd name="csY7" fmla="*/ 1335242 h 1340945"/>
              <a:gd name="csX8" fmla="*/ 57718 w 2157238"/>
              <a:gd name="csY8" fmla="*/ 1334429 h 1340945"/>
              <a:gd name="csX9" fmla="*/ 64933 w 2157238"/>
              <a:gd name="csY9" fmla="*/ 1333615 h 1340945"/>
              <a:gd name="csX10" fmla="*/ 72148 w 2157238"/>
              <a:gd name="csY10" fmla="*/ 1332791 h 1340945"/>
              <a:gd name="csX11" fmla="*/ 79364 w 2157238"/>
              <a:gd name="csY11" fmla="*/ 1331978 h 1340945"/>
              <a:gd name="csX12" fmla="*/ 86579 w 2157238"/>
              <a:gd name="csY12" fmla="*/ 1331165 h 1340945"/>
              <a:gd name="csX13" fmla="*/ 93794 w 2157238"/>
              <a:gd name="csY13" fmla="*/ 1330351 h 1340945"/>
              <a:gd name="csX14" fmla="*/ 101008 w 2157238"/>
              <a:gd name="csY14" fmla="*/ 1329538 h 1340945"/>
              <a:gd name="csX15" fmla="*/ 108223 w 2157238"/>
              <a:gd name="csY15" fmla="*/ 1328714 h 1340945"/>
              <a:gd name="csX16" fmla="*/ 115438 w 2157238"/>
              <a:gd name="csY16" fmla="*/ 1327901 h 1340945"/>
              <a:gd name="csX17" fmla="*/ 122653 w 2157238"/>
              <a:gd name="csY17" fmla="*/ 1327088 h 1340945"/>
              <a:gd name="csX18" fmla="*/ 129868 w 2157238"/>
              <a:gd name="csY18" fmla="*/ 1326274 h 1340945"/>
              <a:gd name="csX19" fmla="*/ 137082 w 2157238"/>
              <a:gd name="csY19" fmla="*/ 1325461 h 1340945"/>
              <a:gd name="csX20" fmla="*/ 144297 w 2157238"/>
              <a:gd name="csY20" fmla="*/ 1324637 h 1340945"/>
              <a:gd name="csX21" fmla="*/ 151512 w 2157238"/>
              <a:gd name="csY21" fmla="*/ 1323824 h 1340945"/>
              <a:gd name="csX22" fmla="*/ 158727 w 2157238"/>
              <a:gd name="csY22" fmla="*/ 1323010 h 1340945"/>
              <a:gd name="csX23" fmla="*/ 165942 w 2157238"/>
              <a:gd name="csY23" fmla="*/ 1322197 h 1340945"/>
              <a:gd name="csX24" fmla="*/ 173156 w 2157238"/>
              <a:gd name="csY24" fmla="*/ 1321384 h 1340945"/>
              <a:gd name="csX25" fmla="*/ 180371 w 2157238"/>
              <a:gd name="csY25" fmla="*/ 1320560 h 1340945"/>
              <a:gd name="csX26" fmla="*/ 187586 w 2157238"/>
              <a:gd name="csY26" fmla="*/ 1319746 h 1340945"/>
              <a:gd name="csX27" fmla="*/ 194801 w 2157238"/>
              <a:gd name="csY27" fmla="*/ 1318933 h 1340945"/>
              <a:gd name="csX28" fmla="*/ 202016 w 2157238"/>
              <a:gd name="csY28" fmla="*/ 1318120 h 1340945"/>
              <a:gd name="csX29" fmla="*/ 209230 w 2157238"/>
              <a:gd name="csY29" fmla="*/ 1317307 h 1340945"/>
              <a:gd name="csX30" fmla="*/ 216445 w 2157238"/>
              <a:gd name="csY30" fmla="*/ 1316483 h 1340945"/>
              <a:gd name="csX31" fmla="*/ 223660 w 2157238"/>
              <a:gd name="csY31" fmla="*/ 1315669 h 1340945"/>
              <a:gd name="csX32" fmla="*/ 230875 w 2157238"/>
              <a:gd name="csY32" fmla="*/ 1314856 h 1340945"/>
              <a:gd name="csX33" fmla="*/ 238090 w 2157238"/>
              <a:gd name="csY33" fmla="*/ 1314043 h 1340945"/>
              <a:gd name="csX34" fmla="*/ 245304 w 2157238"/>
              <a:gd name="csY34" fmla="*/ 1313229 h 1340945"/>
              <a:gd name="csX35" fmla="*/ 252519 w 2157238"/>
              <a:gd name="csY35" fmla="*/ 1312405 h 1340945"/>
              <a:gd name="csX36" fmla="*/ 259734 w 2157238"/>
              <a:gd name="csY36" fmla="*/ 1311592 h 1340945"/>
              <a:gd name="csX37" fmla="*/ 266950 w 2157238"/>
              <a:gd name="csY37" fmla="*/ 1310779 h 1340945"/>
              <a:gd name="csX38" fmla="*/ 274165 w 2157238"/>
              <a:gd name="csY38" fmla="*/ 1309965 h 1340945"/>
              <a:gd name="csX39" fmla="*/ 281379 w 2157238"/>
              <a:gd name="csY39" fmla="*/ 1309152 h 1340945"/>
              <a:gd name="csX40" fmla="*/ 288594 w 2157238"/>
              <a:gd name="csY40" fmla="*/ 1308328 h 1340945"/>
              <a:gd name="csX41" fmla="*/ 295809 w 2157238"/>
              <a:gd name="csY41" fmla="*/ 1307515 h 1340945"/>
              <a:gd name="csX42" fmla="*/ 303024 w 2157238"/>
              <a:gd name="csY42" fmla="*/ 1306702 h 1340945"/>
              <a:gd name="csX43" fmla="*/ 310239 w 2157238"/>
              <a:gd name="csY43" fmla="*/ 1305888 h 1340945"/>
              <a:gd name="csX44" fmla="*/ 317453 w 2157238"/>
              <a:gd name="csY44" fmla="*/ 1305075 h 1340945"/>
              <a:gd name="csX45" fmla="*/ 324668 w 2157238"/>
              <a:gd name="csY45" fmla="*/ 1304251 h 1340945"/>
              <a:gd name="csX46" fmla="*/ 331883 w 2157238"/>
              <a:gd name="csY46" fmla="*/ 1303438 h 1340945"/>
              <a:gd name="csX47" fmla="*/ 339098 w 2157238"/>
              <a:gd name="csY47" fmla="*/ 1302624 h 1340945"/>
              <a:gd name="csX48" fmla="*/ 346313 w 2157238"/>
              <a:gd name="csY48" fmla="*/ 1301811 h 1340945"/>
              <a:gd name="csX49" fmla="*/ 353527 w 2157238"/>
              <a:gd name="csY49" fmla="*/ 1300998 h 1340945"/>
              <a:gd name="csX50" fmla="*/ 360742 w 2157238"/>
              <a:gd name="csY50" fmla="*/ 1300174 h 1340945"/>
              <a:gd name="csX51" fmla="*/ 367957 w 2157238"/>
              <a:gd name="csY51" fmla="*/ 1299360 h 1340945"/>
              <a:gd name="csX52" fmla="*/ 375172 w 2157238"/>
              <a:gd name="csY52" fmla="*/ 1298547 h 1340945"/>
              <a:gd name="csX53" fmla="*/ 382387 w 2157238"/>
              <a:gd name="csY53" fmla="*/ 1297734 h 1340945"/>
              <a:gd name="csX54" fmla="*/ 389601 w 2157238"/>
              <a:gd name="csY54" fmla="*/ 1296921 h 1340945"/>
              <a:gd name="csX55" fmla="*/ 396816 w 2157238"/>
              <a:gd name="csY55" fmla="*/ 1296097 h 1340945"/>
              <a:gd name="csX56" fmla="*/ 404031 w 2157238"/>
              <a:gd name="csY56" fmla="*/ 1295283 h 1340945"/>
              <a:gd name="csX57" fmla="*/ 411246 w 2157238"/>
              <a:gd name="csY57" fmla="*/ 1294470 h 1340945"/>
              <a:gd name="csX58" fmla="*/ 418461 w 2157238"/>
              <a:gd name="csY58" fmla="*/ 1293657 h 1340945"/>
              <a:gd name="csX59" fmla="*/ 425675 w 2157238"/>
              <a:gd name="csY59" fmla="*/ 1292843 h 1340945"/>
              <a:gd name="csX60" fmla="*/ 432890 w 2157238"/>
              <a:gd name="csY60" fmla="*/ 1292019 h 1340945"/>
              <a:gd name="csX61" fmla="*/ 440105 w 2157238"/>
              <a:gd name="csY61" fmla="*/ 1291206 h 1340945"/>
              <a:gd name="csX62" fmla="*/ 447321 w 2157238"/>
              <a:gd name="csY62" fmla="*/ 1290393 h 1340945"/>
              <a:gd name="csX63" fmla="*/ 454536 w 2157238"/>
              <a:gd name="csY63" fmla="*/ 1289580 h 1340945"/>
              <a:gd name="csX64" fmla="*/ 461751 w 2157238"/>
              <a:gd name="csY64" fmla="*/ 1288766 h 1340945"/>
              <a:gd name="csX65" fmla="*/ 468965 w 2157238"/>
              <a:gd name="csY65" fmla="*/ 1287942 h 1340945"/>
              <a:gd name="csX66" fmla="*/ 476180 w 2157238"/>
              <a:gd name="csY66" fmla="*/ 1287129 h 1340945"/>
              <a:gd name="csX67" fmla="*/ 483395 w 2157238"/>
              <a:gd name="csY67" fmla="*/ 1286316 h 1340945"/>
              <a:gd name="csX68" fmla="*/ 490610 w 2157238"/>
              <a:gd name="csY68" fmla="*/ 1285502 h 1340945"/>
              <a:gd name="csX69" fmla="*/ 497825 w 2157238"/>
              <a:gd name="csY69" fmla="*/ 1284689 h 1340945"/>
              <a:gd name="csX70" fmla="*/ 505039 w 2157238"/>
              <a:gd name="csY70" fmla="*/ 1283865 h 1340945"/>
              <a:gd name="csX71" fmla="*/ 512254 w 2157238"/>
              <a:gd name="csY71" fmla="*/ 1283052 h 1340945"/>
              <a:gd name="csX72" fmla="*/ 519469 w 2157238"/>
              <a:gd name="csY72" fmla="*/ 1282238 h 1340945"/>
              <a:gd name="csX73" fmla="*/ 526684 w 2157238"/>
              <a:gd name="csY73" fmla="*/ 1281425 h 1340945"/>
              <a:gd name="csX74" fmla="*/ 533899 w 2157238"/>
              <a:gd name="csY74" fmla="*/ 1280612 h 1340945"/>
              <a:gd name="csX75" fmla="*/ 541113 w 2157238"/>
              <a:gd name="csY75" fmla="*/ 1279788 h 1340945"/>
              <a:gd name="csX76" fmla="*/ 548328 w 2157238"/>
              <a:gd name="csY76" fmla="*/ 1278975 h 1340945"/>
              <a:gd name="csX77" fmla="*/ 555543 w 2157238"/>
              <a:gd name="csY77" fmla="*/ 1278161 h 1340945"/>
              <a:gd name="csX78" fmla="*/ 562758 w 2157238"/>
              <a:gd name="csY78" fmla="*/ 1277348 h 1340945"/>
              <a:gd name="csX79" fmla="*/ 569973 w 2157238"/>
              <a:gd name="csY79" fmla="*/ 1276535 h 1340945"/>
              <a:gd name="csX80" fmla="*/ 577187 w 2157238"/>
              <a:gd name="csY80" fmla="*/ 1275711 h 1340945"/>
              <a:gd name="csX81" fmla="*/ 584402 w 2157238"/>
              <a:gd name="csY81" fmla="*/ 1274897 h 1340945"/>
              <a:gd name="csX82" fmla="*/ 591617 w 2157238"/>
              <a:gd name="csY82" fmla="*/ 1274084 h 1340945"/>
              <a:gd name="csX83" fmla="*/ 598832 w 2157238"/>
              <a:gd name="csY83" fmla="*/ 1273271 h 1340945"/>
              <a:gd name="csX84" fmla="*/ 606047 w 2157238"/>
              <a:gd name="csY84" fmla="*/ 1272458 h 1340945"/>
              <a:gd name="csX85" fmla="*/ 613261 w 2157238"/>
              <a:gd name="csY85" fmla="*/ 1271634 h 1340945"/>
              <a:gd name="csX86" fmla="*/ 620476 w 2157238"/>
              <a:gd name="csY86" fmla="*/ 1270820 h 1340945"/>
              <a:gd name="csX87" fmla="*/ 627691 w 2157238"/>
              <a:gd name="csY87" fmla="*/ 1270007 h 1340945"/>
              <a:gd name="csX88" fmla="*/ 634907 w 2157238"/>
              <a:gd name="csY88" fmla="*/ 1269194 h 1340945"/>
              <a:gd name="csX89" fmla="*/ 642122 w 2157238"/>
              <a:gd name="csY89" fmla="*/ 1268380 h 1340945"/>
              <a:gd name="csX90" fmla="*/ 649336 w 2157238"/>
              <a:gd name="csY90" fmla="*/ 1267567 h 1340945"/>
              <a:gd name="csX91" fmla="*/ 656551 w 2157238"/>
              <a:gd name="csY91" fmla="*/ 1266743 h 1340945"/>
              <a:gd name="csX92" fmla="*/ 663766 w 2157238"/>
              <a:gd name="csY92" fmla="*/ 1265930 h 1340945"/>
              <a:gd name="csX93" fmla="*/ 670981 w 2157238"/>
              <a:gd name="csY93" fmla="*/ 1265116 h 1340945"/>
              <a:gd name="csX94" fmla="*/ 678196 w 2157238"/>
              <a:gd name="csY94" fmla="*/ 1264303 h 1340945"/>
              <a:gd name="csX95" fmla="*/ 685411 w 2157238"/>
              <a:gd name="csY95" fmla="*/ 1263490 h 1340945"/>
              <a:gd name="csX96" fmla="*/ 692625 w 2157238"/>
              <a:gd name="csY96" fmla="*/ 1262666 h 1340945"/>
              <a:gd name="csX97" fmla="*/ 699840 w 2157238"/>
              <a:gd name="csY97" fmla="*/ 1261853 h 1340945"/>
              <a:gd name="csX98" fmla="*/ 707055 w 2157238"/>
              <a:gd name="csY98" fmla="*/ 1261039 h 1340945"/>
              <a:gd name="csX99" fmla="*/ 714270 w 2157238"/>
              <a:gd name="csY99" fmla="*/ 1260226 h 1340945"/>
              <a:gd name="csX100" fmla="*/ 721485 w 2157238"/>
              <a:gd name="csY100" fmla="*/ 1259413 h 1340945"/>
              <a:gd name="csX101" fmla="*/ 728699 w 2157238"/>
              <a:gd name="csY101" fmla="*/ 1258589 h 1340945"/>
              <a:gd name="csX102" fmla="*/ 735914 w 2157238"/>
              <a:gd name="csY102" fmla="*/ 1257775 h 1340945"/>
              <a:gd name="csX103" fmla="*/ 743129 w 2157238"/>
              <a:gd name="csY103" fmla="*/ 1256962 h 1340945"/>
              <a:gd name="csX104" fmla="*/ 750344 w 2157238"/>
              <a:gd name="csY104" fmla="*/ 1256149 h 1340945"/>
              <a:gd name="csX105" fmla="*/ 757559 w 2157238"/>
              <a:gd name="csY105" fmla="*/ 1255336 h 1340945"/>
              <a:gd name="csX106" fmla="*/ 764773 w 2157238"/>
              <a:gd name="csY106" fmla="*/ 1254512 h 1340945"/>
              <a:gd name="csX107" fmla="*/ 771988 w 2157238"/>
              <a:gd name="csY107" fmla="*/ 1253698 h 1340945"/>
              <a:gd name="csX108" fmla="*/ 779203 w 2157238"/>
              <a:gd name="csY108" fmla="*/ 1252885 h 1340945"/>
              <a:gd name="csX109" fmla="*/ 786416 w 2157238"/>
              <a:gd name="csY109" fmla="*/ 1252072 h 1340945"/>
              <a:gd name="csX110" fmla="*/ 793628 w 2157238"/>
              <a:gd name="csY110" fmla="*/ 1251258 h 1340945"/>
              <a:gd name="csX111" fmla="*/ 800852 w 2157238"/>
              <a:gd name="csY111" fmla="*/ 1250434 h 1340945"/>
              <a:gd name="csX112" fmla="*/ 808064 w 2157238"/>
              <a:gd name="csY112" fmla="*/ 1249621 h 1340945"/>
              <a:gd name="csX113" fmla="*/ 815277 w 2157238"/>
              <a:gd name="csY113" fmla="*/ 1248808 h 1340945"/>
              <a:gd name="csX114" fmla="*/ 822490 w 2157238"/>
              <a:gd name="csY114" fmla="*/ 1247994 h 1340945"/>
              <a:gd name="csX115" fmla="*/ 829702 w 2157238"/>
              <a:gd name="csY115" fmla="*/ 1247181 h 1340945"/>
              <a:gd name="csX116" fmla="*/ 836926 w 2157238"/>
              <a:gd name="csY116" fmla="*/ 1246357 h 1340945"/>
              <a:gd name="csX117" fmla="*/ 844138 w 2157238"/>
              <a:gd name="csY117" fmla="*/ 1245544 h 1340945"/>
              <a:gd name="csX118" fmla="*/ 851351 w 2157238"/>
              <a:gd name="csY118" fmla="*/ 1244731 h 1340945"/>
              <a:gd name="csX119" fmla="*/ 858564 w 2157238"/>
              <a:gd name="csY119" fmla="*/ 1243917 h 1340945"/>
              <a:gd name="csX120" fmla="*/ 865776 w 2157238"/>
              <a:gd name="csY120" fmla="*/ 1243104 h 1340945"/>
              <a:gd name="csX121" fmla="*/ 873000 w 2157238"/>
              <a:gd name="csY121" fmla="*/ 1242280 h 1340945"/>
              <a:gd name="csX122" fmla="*/ 880212 w 2157238"/>
              <a:gd name="csY122" fmla="*/ 1241467 h 1340945"/>
              <a:gd name="csX123" fmla="*/ 887425 w 2157238"/>
              <a:gd name="csY123" fmla="*/ 1240653 h 1340945"/>
              <a:gd name="csX124" fmla="*/ 894638 w 2157238"/>
              <a:gd name="csY124" fmla="*/ 1239840 h 1340945"/>
              <a:gd name="csX125" fmla="*/ 901850 w 2157238"/>
              <a:gd name="csY125" fmla="*/ 1239027 h 1340945"/>
              <a:gd name="csX126" fmla="*/ 909074 w 2157238"/>
              <a:gd name="csY126" fmla="*/ 1238203 h 1340945"/>
              <a:gd name="csX127" fmla="*/ 916286 w 2157238"/>
              <a:gd name="csY127" fmla="*/ 1237389 h 1340945"/>
              <a:gd name="csX128" fmla="*/ 923499 w 2157238"/>
              <a:gd name="csY128" fmla="*/ 1236576 h 1340945"/>
              <a:gd name="csX129" fmla="*/ 930712 w 2157238"/>
              <a:gd name="csY129" fmla="*/ 1235763 h 1340945"/>
              <a:gd name="csX130" fmla="*/ 937935 w 2157238"/>
              <a:gd name="csY130" fmla="*/ 1234950 h 1340945"/>
              <a:gd name="csX131" fmla="*/ 945148 w 2157238"/>
              <a:gd name="csY131" fmla="*/ 1234126 h 1340945"/>
              <a:gd name="csX132" fmla="*/ 952360 w 2157238"/>
              <a:gd name="csY132" fmla="*/ 1233312 h 1340945"/>
              <a:gd name="csX133" fmla="*/ 959573 w 2157238"/>
              <a:gd name="csY133" fmla="*/ 1232499 h 1340945"/>
              <a:gd name="csX134" fmla="*/ 966786 w 2157238"/>
              <a:gd name="csY134" fmla="*/ 1231686 h 1340945"/>
              <a:gd name="csX135" fmla="*/ 974009 w 2157238"/>
              <a:gd name="csY135" fmla="*/ 1230872 h 1340945"/>
              <a:gd name="csX136" fmla="*/ 981222 w 2157238"/>
              <a:gd name="csY136" fmla="*/ 1230048 h 1340945"/>
              <a:gd name="csX137" fmla="*/ 988434 w 2157238"/>
              <a:gd name="csY137" fmla="*/ 1229235 h 1340945"/>
              <a:gd name="csX138" fmla="*/ 995647 w 2157238"/>
              <a:gd name="csY138" fmla="*/ 1228422 h 1340945"/>
              <a:gd name="csX139" fmla="*/ 1002860 w 2157238"/>
              <a:gd name="csY139" fmla="*/ 1227609 h 1340945"/>
              <a:gd name="csX140" fmla="*/ 1010083 w 2157238"/>
              <a:gd name="csY140" fmla="*/ 1226795 h 1340945"/>
              <a:gd name="csX141" fmla="*/ 1017296 w 2157238"/>
              <a:gd name="csY141" fmla="*/ 1225971 h 1340945"/>
              <a:gd name="csX142" fmla="*/ 1024508 w 2157238"/>
              <a:gd name="csY142" fmla="*/ 1225158 h 1340945"/>
              <a:gd name="csX143" fmla="*/ 1031721 w 2157238"/>
              <a:gd name="csY143" fmla="*/ 1224345 h 1340945"/>
              <a:gd name="csX144" fmla="*/ 1038934 w 2157238"/>
              <a:gd name="csY144" fmla="*/ 1223531 h 1340945"/>
              <a:gd name="csX145" fmla="*/ 1046157 w 2157238"/>
              <a:gd name="csY145" fmla="*/ 1222718 h 1340945"/>
              <a:gd name="csX146" fmla="*/ 1053370 w 2157238"/>
              <a:gd name="csY146" fmla="*/ 1221894 h 1340945"/>
              <a:gd name="csX147" fmla="*/ 1060582 w 2157238"/>
              <a:gd name="csY147" fmla="*/ 1221081 h 1340945"/>
              <a:gd name="csX148" fmla="*/ 1067795 w 2157238"/>
              <a:gd name="csY148" fmla="*/ 1220267 h 1340945"/>
              <a:gd name="csX149" fmla="*/ 1075008 w 2157238"/>
              <a:gd name="csY149" fmla="*/ 1219454 h 1340945"/>
              <a:gd name="csX150" fmla="*/ 1082231 w 2157238"/>
              <a:gd name="csY150" fmla="*/ 1214970 h 1340945"/>
              <a:gd name="csX151" fmla="*/ 1089444 w 2157238"/>
              <a:gd name="csY151" fmla="*/ 1206816 h 1340945"/>
              <a:gd name="csX152" fmla="*/ 1096656 w 2157238"/>
              <a:gd name="csY152" fmla="*/ 1198662 h 1340945"/>
              <a:gd name="csX153" fmla="*/ 1103869 w 2157238"/>
              <a:gd name="csY153" fmla="*/ 1190507 h 1340945"/>
              <a:gd name="csX154" fmla="*/ 1111082 w 2157238"/>
              <a:gd name="csY154" fmla="*/ 1182353 h 1340945"/>
              <a:gd name="csX155" fmla="*/ 1118305 w 2157238"/>
              <a:gd name="csY155" fmla="*/ 1174198 h 1340945"/>
              <a:gd name="csX156" fmla="*/ 1125518 w 2157238"/>
              <a:gd name="csY156" fmla="*/ 1166044 h 1340945"/>
              <a:gd name="csX157" fmla="*/ 1132730 w 2157238"/>
              <a:gd name="csY157" fmla="*/ 1157890 h 1340945"/>
              <a:gd name="csX158" fmla="*/ 1139943 w 2157238"/>
              <a:gd name="csY158" fmla="*/ 1149735 h 1340945"/>
              <a:gd name="csX159" fmla="*/ 1147156 w 2157238"/>
              <a:gd name="csY159" fmla="*/ 1141581 h 1340945"/>
              <a:gd name="csX160" fmla="*/ 1154379 w 2157238"/>
              <a:gd name="csY160" fmla="*/ 1133427 h 1340945"/>
              <a:gd name="csX161" fmla="*/ 1161592 w 2157238"/>
              <a:gd name="csY161" fmla="*/ 1125272 h 1340945"/>
              <a:gd name="csX162" fmla="*/ 1168804 w 2157238"/>
              <a:gd name="csY162" fmla="*/ 1117118 h 1340945"/>
              <a:gd name="csX163" fmla="*/ 1176017 w 2157238"/>
              <a:gd name="csY163" fmla="*/ 1108963 h 1340945"/>
              <a:gd name="csX164" fmla="*/ 1183230 w 2157238"/>
              <a:gd name="csY164" fmla="*/ 1100809 h 1340945"/>
              <a:gd name="csX165" fmla="*/ 1190453 w 2157238"/>
              <a:gd name="csY165" fmla="*/ 1092655 h 1340945"/>
              <a:gd name="csX166" fmla="*/ 1197666 w 2157238"/>
              <a:gd name="csY166" fmla="*/ 1084500 h 1340945"/>
              <a:gd name="csX167" fmla="*/ 1204878 w 2157238"/>
              <a:gd name="csY167" fmla="*/ 1076346 h 1340945"/>
              <a:gd name="csX168" fmla="*/ 1212091 w 2157238"/>
              <a:gd name="csY168" fmla="*/ 1068192 h 1340945"/>
              <a:gd name="csX169" fmla="*/ 1219304 w 2157238"/>
              <a:gd name="csY169" fmla="*/ 1060037 h 1340945"/>
              <a:gd name="csX170" fmla="*/ 1226527 w 2157238"/>
              <a:gd name="csY170" fmla="*/ 1051883 h 1340945"/>
              <a:gd name="csX171" fmla="*/ 1233740 w 2157238"/>
              <a:gd name="csY171" fmla="*/ 1043728 h 1340945"/>
              <a:gd name="csX172" fmla="*/ 1240953 w 2157238"/>
              <a:gd name="csY172" fmla="*/ 1035574 h 1340945"/>
              <a:gd name="csX173" fmla="*/ 1248165 w 2157238"/>
              <a:gd name="csY173" fmla="*/ 1027420 h 1340945"/>
              <a:gd name="csX174" fmla="*/ 1255378 w 2157238"/>
              <a:gd name="csY174" fmla="*/ 1019265 h 1340945"/>
              <a:gd name="csX175" fmla="*/ 1262601 w 2157238"/>
              <a:gd name="csY175" fmla="*/ 1011111 h 1340945"/>
              <a:gd name="csX176" fmla="*/ 1269814 w 2157238"/>
              <a:gd name="csY176" fmla="*/ 1002957 h 1340945"/>
              <a:gd name="csX177" fmla="*/ 1277027 w 2157238"/>
              <a:gd name="csY177" fmla="*/ 994802 h 1340945"/>
              <a:gd name="csX178" fmla="*/ 1284239 w 2157238"/>
              <a:gd name="csY178" fmla="*/ 986648 h 1340945"/>
              <a:gd name="csX179" fmla="*/ 1291463 w 2157238"/>
              <a:gd name="csY179" fmla="*/ 978498 h 1340945"/>
              <a:gd name="csX180" fmla="*/ 1298675 w 2157238"/>
              <a:gd name="csY180" fmla="*/ 970343 h 1340945"/>
              <a:gd name="csX181" fmla="*/ 1305888 w 2157238"/>
              <a:gd name="csY181" fmla="*/ 962189 h 1340945"/>
              <a:gd name="csX182" fmla="*/ 1313100 w 2157238"/>
              <a:gd name="csY182" fmla="*/ 954035 h 1340945"/>
              <a:gd name="csX183" fmla="*/ 1320313 w 2157238"/>
              <a:gd name="csY183" fmla="*/ 945880 h 1340945"/>
              <a:gd name="csX184" fmla="*/ 1327536 w 2157238"/>
              <a:gd name="csY184" fmla="*/ 937727 h 1340945"/>
              <a:gd name="csX185" fmla="*/ 1334749 w 2157238"/>
              <a:gd name="csY185" fmla="*/ 929573 h 1340945"/>
              <a:gd name="csX186" fmla="*/ 1341962 w 2157238"/>
              <a:gd name="csY186" fmla="*/ 921418 h 1340945"/>
              <a:gd name="csX187" fmla="*/ 1349175 w 2157238"/>
              <a:gd name="csY187" fmla="*/ 913264 h 1340945"/>
              <a:gd name="csX188" fmla="*/ 1356387 w 2157238"/>
              <a:gd name="csY188" fmla="*/ 905111 h 1340945"/>
              <a:gd name="csX189" fmla="*/ 1363611 w 2157238"/>
              <a:gd name="csY189" fmla="*/ 896956 h 1340945"/>
              <a:gd name="csX190" fmla="*/ 1370823 w 2157238"/>
              <a:gd name="csY190" fmla="*/ 888802 h 1340945"/>
              <a:gd name="csX191" fmla="*/ 1378036 w 2157238"/>
              <a:gd name="csY191" fmla="*/ 880647 h 1340945"/>
              <a:gd name="csX192" fmla="*/ 1385249 w 2157238"/>
              <a:gd name="csY192" fmla="*/ 872493 h 1340945"/>
              <a:gd name="csX193" fmla="*/ 1392461 w 2157238"/>
              <a:gd name="csY193" fmla="*/ 864340 h 1340945"/>
              <a:gd name="csX194" fmla="*/ 1399685 w 2157238"/>
              <a:gd name="csY194" fmla="*/ 856185 h 1340945"/>
              <a:gd name="csX195" fmla="*/ 1406897 w 2157238"/>
              <a:gd name="csY195" fmla="*/ 848031 h 1340945"/>
              <a:gd name="csX196" fmla="*/ 1414110 w 2157238"/>
              <a:gd name="csY196" fmla="*/ 839877 h 1340945"/>
              <a:gd name="csX197" fmla="*/ 1421323 w 2157238"/>
              <a:gd name="csY197" fmla="*/ 831722 h 1340945"/>
              <a:gd name="csX198" fmla="*/ 1428535 w 2157238"/>
              <a:gd name="csY198" fmla="*/ 823569 h 1340945"/>
              <a:gd name="csX199" fmla="*/ 1435759 w 2157238"/>
              <a:gd name="csY199" fmla="*/ 815415 h 1340945"/>
              <a:gd name="csX200" fmla="*/ 1442971 w 2157238"/>
              <a:gd name="csY200" fmla="*/ 807260 h 1340945"/>
              <a:gd name="csX201" fmla="*/ 1450184 w 2157238"/>
              <a:gd name="csY201" fmla="*/ 799106 h 1340945"/>
              <a:gd name="csX202" fmla="*/ 1457397 w 2157238"/>
              <a:gd name="csY202" fmla="*/ 790951 h 1340945"/>
              <a:gd name="csX203" fmla="*/ 1464609 w 2157238"/>
              <a:gd name="csY203" fmla="*/ 782798 h 1340945"/>
              <a:gd name="csX204" fmla="*/ 1471833 w 2157238"/>
              <a:gd name="csY204" fmla="*/ 774644 h 1340945"/>
              <a:gd name="csX205" fmla="*/ 1479045 w 2157238"/>
              <a:gd name="csY205" fmla="*/ 766489 h 1340945"/>
              <a:gd name="csX206" fmla="*/ 1486258 w 2157238"/>
              <a:gd name="csY206" fmla="*/ 758335 h 1340945"/>
              <a:gd name="csX207" fmla="*/ 1493471 w 2157238"/>
              <a:gd name="csY207" fmla="*/ 750182 h 1340945"/>
              <a:gd name="csX208" fmla="*/ 1500683 w 2157238"/>
              <a:gd name="csY208" fmla="*/ 742027 h 1340945"/>
              <a:gd name="csX209" fmla="*/ 1507907 w 2157238"/>
              <a:gd name="csY209" fmla="*/ 733873 h 1340945"/>
              <a:gd name="csX210" fmla="*/ 1515119 w 2157238"/>
              <a:gd name="csY210" fmla="*/ 725719 h 1340945"/>
              <a:gd name="csX211" fmla="*/ 1522332 w 2157238"/>
              <a:gd name="csY211" fmla="*/ 717564 h 1340945"/>
              <a:gd name="csX212" fmla="*/ 1529545 w 2157238"/>
              <a:gd name="csY212" fmla="*/ 709411 h 1340945"/>
              <a:gd name="csX213" fmla="*/ 1536757 w 2157238"/>
              <a:gd name="csY213" fmla="*/ 701257 h 1340945"/>
              <a:gd name="csX214" fmla="*/ 1543981 w 2157238"/>
              <a:gd name="csY214" fmla="*/ 693102 h 1340945"/>
              <a:gd name="csX215" fmla="*/ 1551193 w 2157238"/>
              <a:gd name="csY215" fmla="*/ 684948 h 1340945"/>
              <a:gd name="csX216" fmla="*/ 1558406 w 2157238"/>
              <a:gd name="csY216" fmla="*/ 676794 h 1340945"/>
              <a:gd name="csX217" fmla="*/ 1565619 w 2157238"/>
              <a:gd name="csY217" fmla="*/ 668640 h 1340945"/>
              <a:gd name="csX218" fmla="*/ 1572831 w 2157238"/>
              <a:gd name="csY218" fmla="*/ 660486 h 1340945"/>
              <a:gd name="csX219" fmla="*/ 1580055 w 2157238"/>
              <a:gd name="csY219" fmla="*/ 652331 h 1340945"/>
              <a:gd name="csX220" fmla="*/ 1587267 w 2157238"/>
              <a:gd name="csY220" fmla="*/ 644177 h 1340945"/>
              <a:gd name="csX221" fmla="*/ 1594480 w 2157238"/>
              <a:gd name="csY221" fmla="*/ 636024 h 1340945"/>
              <a:gd name="csX222" fmla="*/ 1601693 w 2157238"/>
              <a:gd name="csY222" fmla="*/ 627869 h 1340945"/>
              <a:gd name="csX223" fmla="*/ 1608905 w 2157238"/>
              <a:gd name="csY223" fmla="*/ 619715 h 1340945"/>
              <a:gd name="csX224" fmla="*/ 1616129 w 2157238"/>
              <a:gd name="csY224" fmla="*/ 611561 h 1340945"/>
              <a:gd name="csX225" fmla="*/ 1623341 w 2157238"/>
              <a:gd name="csY225" fmla="*/ 603406 h 1340945"/>
              <a:gd name="csX226" fmla="*/ 1630554 w 2157238"/>
              <a:gd name="csY226" fmla="*/ 595253 h 1340945"/>
              <a:gd name="csX227" fmla="*/ 1637767 w 2157238"/>
              <a:gd name="csY227" fmla="*/ 587099 h 1340945"/>
              <a:gd name="csX228" fmla="*/ 1644990 w 2157238"/>
              <a:gd name="csY228" fmla="*/ 578944 h 1340945"/>
              <a:gd name="csX229" fmla="*/ 1652203 w 2157238"/>
              <a:gd name="csY229" fmla="*/ 570790 h 1340945"/>
              <a:gd name="csX230" fmla="*/ 1659415 w 2157238"/>
              <a:gd name="csY230" fmla="*/ 562636 h 1340945"/>
              <a:gd name="csX231" fmla="*/ 1666628 w 2157238"/>
              <a:gd name="csY231" fmla="*/ 554482 h 1340945"/>
              <a:gd name="csX232" fmla="*/ 1673841 w 2157238"/>
              <a:gd name="csY232" fmla="*/ 546328 h 1340945"/>
              <a:gd name="csX233" fmla="*/ 1681064 w 2157238"/>
              <a:gd name="csY233" fmla="*/ 538173 h 1340945"/>
              <a:gd name="csX234" fmla="*/ 1688277 w 2157238"/>
              <a:gd name="csY234" fmla="*/ 530019 h 1340945"/>
              <a:gd name="csX235" fmla="*/ 1695489 w 2157238"/>
              <a:gd name="csY235" fmla="*/ 521866 h 1340945"/>
              <a:gd name="csX236" fmla="*/ 1702702 w 2157238"/>
              <a:gd name="csY236" fmla="*/ 513711 h 1340945"/>
              <a:gd name="csX237" fmla="*/ 1709915 w 2157238"/>
              <a:gd name="csY237" fmla="*/ 505557 h 1340945"/>
              <a:gd name="csX238" fmla="*/ 1717138 w 2157238"/>
              <a:gd name="csY238" fmla="*/ 497403 h 1340945"/>
              <a:gd name="csX239" fmla="*/ 1724351 w 2157238"/>
              <a:gd name="csY239" fmla="*/ 489248 h 1340945"/>
              <a:gd name="csX240" fmla="*/ 1731563 w 2157238"/>
              <a:gd name="csY240" fmla="*/ 481095 h 1340945"/>
              <a:gd name="csX241" fmla="*/ 1738776 w 2157238"/>
              <a:gd name="csY241" fmla="*/ 472941 h 1340945"/>
              <a:gd name="csX242" fmla="*/ 1745989 w 2157238"/>
              <a:gd name="csY242" fmla="*/ 464786 h 1340945"/>
              <a:gd name="csX243" fmla="*/ 1753212 w 2157238"/>
              <a:gd name="csY243" fmla="*/ 456632 h 1340945"/>
              <a:gd name="csX244" fmla="*/ 1760425 w 2157238"/>
              <a:gd name="csY244" fmla="*/ 448478 h 1340945"/>
              <a:gd name="csX245" fmla="*/ 1767637 w 2157238"/>
              <a:gd name="csY245" fmla="*/ 440324 h 1340945"/>
              <a:gd name="csX246" fmla="*/ 1774850 w 2157238"/>
              <a:gd name="csY246" fmla="*/ 432170 h 1340945"/>
              <a:gd name="csX247" fmla="*/ 1782063 w 2157238"/>
              <a:gd name="csY247" fmla="*/ 424015 h 1340945"/>
              <a:gd name="csX248" fmla="*/ 1789286 w 2157238"/>
              <a:gd name="csY248" fmla="*/ 415861 h 1340945"/>
              <a:gd name="csX249" fmla="*/ 1796499 w 2157238"/>
              <a:gd name="csY249" fmla="*/ 407707 h 1340945"/>
              <a:gd name="csX250" fmla="*/ 1803711 w 2157238"/>
              <a:gd name="csY250" fmla="*/ 399553 h 1340945"/>
              <a:gd name="csX251" fmla="*/ 1810924 w 2157238"/>
              <a:gd name="csY251" fmla="*/ 391399 h 1340945"/>
              <a:gd name="csX252" fmla="*/ 1818137 w 2157238"/>
              <a:gd name="csY252" fmla="*/ 383245 h 1340945"/>
              <a:gd name="csX253" fmla="*/ 1825360 w 2157238"/>
              <a:gd name="csY253" fmla="*/ 375090 h 1340945"/>
              <a:gd name="csX254" fmla="*/ 1832573 w 2157238"/>
              <a:gd name="csY254" fmla="*/ 366937 h 1340945"/>
              <a:gd name="csX255" fmla="*/ 1839785 w 2157238"/>
              <a:gd name="csY255" fmla="*/ 358783 h 1340945"/>
              <a:gd name="csX256" fmla="*/ 1846998 w 2157238"/>
              <a:gd name="csY256" fmla="*/ 350628 h 1340945"/>
              <a:gd name="csX257" fmla="*/ 1854211 w 2157238"/>
              <a:gd name="csY257" fmla="*/ 342474 h 1340945"/>
              <a:gd name="csX258" fmla="*/ 1861434 w 2157238"/>
              <a:gd name="csY258" fmla="*/ 334320 h 1340945"/>
              <a:gd name="csX259" fmla="*/ 1868647 w 2157238"/>
              <a:gd name="csY259" fmla="*/ 326166 h 1340945"/>
              <a:gd name="csX260" fmla="*/ 1875859 w 2157238"/>
              <a:gd name="csY260" fmla="*/ 318012 h 1340945"/>
              <a:gd name="csX261" fmla="*/ 1883072 w 2157238"/>
              <a:gd name="csY261" fmla="*/ 309857 h 1340945"/>
              <a:gd name="csX262" fmla="*/ 1890285 w 2157238"/>
              <a:gd name="csY262" fmla="*/ 301703 h 1340945"/>
              <a:gd name="csX263" fmla="*/ 1897508 w 2157238"/>
              <a:gd name="csY263" fmla="*/ 293549 h 1340945"/>
              <a:gd name="csX264" fmla="*/ 1904721 w 2157238"/>
              <a:gd name="csY264" fmla="*/ 285395 h 1340945"/>
              <a:gd name="csX265" fmla="*/ 1911933 w 2157238"/>
              <a:gd name="csY265" fmla="*/ 277241 h 1340945"/>
              <a:gd name="csX266" fmla="*/ 1919146 w 2157238"/>
              <a:gd name="csY266" fmla="*/ 269087 h 1340945"/>
              <a:gd name="csX267" fmla="*/ 1926359 w 2157238"/>
              <a:gd name="csY267" fmla="*/ 260932 h 1340945"/>
              <a:gd name="csX268" fmla="*/ 1933582 w 2157238"/>
              <a:gd name="csY268" fmla="*/ 252779 h 1340945"/>
              <a:gd name="csX269" fmla="*/ 1940795 w 2157238"/>
              <a:gd name="csY269" fmla="*/ 244625 h 1340945"/>
              <a:gd name="csX270" fmla="*/ 1948007 w 2157238"/>
              <a:gd name="csY270" fmla="*/ 236470 h 1340945"/>
              <a:gd name="csX271" fmla="*/ 1955220 w 2157238"/>
              <a:gd name="csY271" fmla="*/ 228316 h 1340945"/>
              <a:gd name="csX272" fmla="*/ 1962433 w 2157238"/>
              <a:gd name="csY272" fmla="*/ 220162 h 1340945"/>
              <a:gd name="csX273" fmla="*/ 1969656 w 2157238"/>
              <a:gd name="csY273" fmla="*/ 212008 h 1340945"/>
              <a:gd name="csX274" fmla="*/ 1976869 w 2157238"/>
              <a:gd name="csY274" fmla="*/ 203854 h 1340945"/>
              <a:gd name="csX275" fmla="*/ 1984081 w 2157238"/>
              <a:gd name="csY275" fmla="*/ 195699 h 1340945"/>
              <a:gd name="csX276" fmla="*/ 1991294 w 2157238"/>
              <a:gd name="csY276" fmla="*/ 187545 h 1340945"/>
              <a:gd name="csX277" fmla="*/ 1998507 w 2157238"/>
              <a:gd name="csY277" fmla="*/ 179391 h 1340945"/>
              <a:gd name="csX278" fmla="*/ 2005730 w 2157238"/>
              <a:gd name="csY278" fmla="*/ 171237 h 1340945"/>
              <a:gd name="csX279" fmla="*/ 2012943 w 2157238"/>
              <a:gd name="csY279" fmla="*/ 163083 h 1340945"/>
              <a:gd name="csX280" fmla="*/ 2020155 w 2157238"/>
              <a:gd name="csY280" fmla="*/ 154929 h 1340945"/>
              <a:gd name="csX281" fmla="*/ 2027368 w 2157238"/>
              <a:gd name="csY281" fmla="*/ 146774 h 1340945"/>
              <a:gd name="csX282" fmla="*/ 2034591 w 2157238"/>
              <a:gd name="csY282" fmla="*/ 138620 h 1340945"/>
              <a:gd name="csX283" fmla="*/ 2041804 w 2157238"/>
              <a:gd name="csY283" fmla="*/ 130467 h 1340945"/>
              <a:gd name="csX284" fmla="*/ 2049017 w 2157238"/>
              <a:gd name="csY284" fmla="*/ 122312 h 1340945"/>
              <a:gd name="csX285" fmla="*/ 2056229 w 2157238"/>
              <a:gd name="csY285" fmla="*/ 114158 h 1340945"/>
              <a:gd name="csX286" fmla="*/ 2063442 w 2157238"/>
              <a:gd name="csY286" fmla="*/ 106004 h 1340945"/>
              <a:gd name="csX287" fmla="*/ 2070665 w 2157238"/>
              <a:gd name="csY287" fmla="*/ 97850 h 1340945"/>
              <a:gd name="csX288" fmla="*/ 2077878 w 2157238"/>
              <a:gd name="csY288" fmla="*/ 89696 h 1340945"/>
              <a:gd name="csX289" fmla="*/ 2085091 w 2157238"/>
              <a:gd name="csY289" fmla="*/ 81541 h 1340945"/>
              <a:gd name="csX290" fmla="*/ 2092304 w 2157238"/>
              <a:gd name="csY290" fmla="*/ 73387 h 1340945"/>
              <a:gd name="csX291" fmla="*/ 2099516 w 2157238"/>
              <a:gd name="csY291" fmla="*/ 65233 h 1340945"/>
              <a:gd name="csX292" fmla="*/ 2106740 w 2157238"/>
              <a:gd name="csY292" fmla="*/ 57079 h 1340945"/>
              <a:gd name="csX293" fmla="*/ 2113952 w 2157238"/>
              <a:gd name="csY293" fmla="*/ 48925 h 1340945"/>
              <a:gd name="csX294" fmla="*/ 2121165 w 2157238"/>
              <a:gd name="csY294" fmla="*/ 40771 h 1340945"/>
              <a:gd name="csX295" fmla="*/ 2128378 w 2157238"/>
              <a:gd name="csY295" fmla="*/ 32616 h 1340945"/>
              <a:gd name="csX296" fmla="*/ 2135590 w 2157238"/>
              <a:gd name="csY296" fmla="*/ 24462 h 1340945"/>
              <a:gd name="csX297" fmla="*/ 2142814 w 2157238"/>
              <a:gd name="csY297" fmla="*/ 16309 h 1340945"/>
              <a:gd name="csX298" fmla="*/ 2150026 w 2157238"/>
              <a:gd name="csY298" fmla="*/ 8154 h 1340945"/>
              <a:gd name="csX299" fmla="*/ 2157239 w 2157238"/>
              <a:gd name="csY299" fmla="*/ 0 h 134094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157238" h="1340945">
                <a:moveTo>
                  <a:pt x="0" y="1340946"/>
                </a:moveTo>
                <a:lnTo>
                  <a:pt x="7215" y="1340132"/>
                </a:lnTo>
                <a:lnTo>
                  <a:pt x="14430" y="1339319"/>
                </a:lnTo>
                <a:lnTo>
                  <a:pt x="21644" y="1338506"/>
                </a:lnTo>
                <a:lnTo>
                  <a:pt x="28859" y="1337693"/>
                </a:lnTo>
                <a:lnTo>
                  <a:pt x="36074" y="1336869"/>
                </a:lnTo>
                <a:lnTo>
                  <a:pt x="43289" y="1336055"/>
                </a:lnTo>
                <a:lnTo>
                  <a:pt x="50504" y="1335242"/>
                </a:lnTo>
                <a:lnTo>
                  <a:pt x="57718" y="1334429"/>
                </a:lnTo>
                <a:lnTo>
                  <a:pt x="64933" y="1333615"/>
                </a:lnTo>
                <a:lnTo>
                  <a:pt x="72148" y="1332791"/>
                </a:lnTo>
                <a:lnTo>
                  <a:pt x="79364" y="1331978"/>
                </a:lnTo>
                <a:lnTo>
                  <a:pt x="86579" y="1331165"/>
                </a:lnTo>
                <a:lnTo>
                  <a:pt x="93794" y="1330351"/>
                </a:lnTo>
                <a:lnTo>
                  <a:pt x="101008" y="1329538"/>
                </a:lnTo>
                <a:lnTo>
                  <a:pt x="108223" y="1328714"/>
                </a:lnTo>
                <a:lnTo>
                  <a:pt x="115438" y="1327901"/>
                </a:lnTo>
                <a:lnTo>
                  <a:pt x="122653" y="1327088"/>
                </a:lnTo>
                <a:lnTo>
                  <a:pt x="129868" y="1326274"/>
                </a:lnTo>
                <a:lnTo>
                  <a:pt x="137082" y="1325461"/>
                </a:lnTo>
                <a:lnTo>
                  <a:pt x="144297" y="1324637"/>
                </a:lnTo>
                <a:lnTo>
                  <a:pt x="151512" y="1323824"/>
                </a:lnTo>
                <a:lnTo>
                  <a:pt x="158727" y="1323010"/>
                </a:lnTo>
                <a:lnTo>
                  <a:pt x="165942" y="1322197"/>
                </a:lnTo>
                <a:lnTo>
                  <a:pt x="173156" y="1321384"/>
                </a:lnTo>
                <a:lnTo>
                  <a:pt x="180371" y="1320560"/>
                </a:lnTo>
                <a:lnTo>
                  <a:pt x="187586" y="1319746"/>
                </a:lnTo>
                <a:lnTo>
                  <a:pt x="194801" y="1318933"/>
                </a:lnTo>
                <a:lnTo>
                  <a:pt x="202016" y="1318120"/>
                </a:lnTo>
                <a:lnTo>
                  <a:pt x="209230" y="1317307"/>
                </a:lnTo>
                <a:lnTo>
                  <a:pt x="216445" y="1316483"/>
                </a:lnTo>
                <a:lnTo>
                  <a:pt x="223660" y="1315669"/>
                </a:lnTo>
                <a:lnTo>
                  <a:pt x="230875" y="1314856"/>
                </a:lnTo>
                <a:lnTo>
                  <a:pt x="238090" y="1314043"/>
                </a:lnTo>
                <a:lnTo>
                  <a:pt x="245304" y="1313229"/>
                </a:lnTo>
                <a:lnTo>
                  <a:pt x="252519" y="1312405"/>
                </a:lnTo>
                <a:lnTo>
                  <a:pt x="259734" y="1311592"/>
                </a:lnTo>
                <a:lnTo>
                  <a:pt x="266950" y="1310779"/>
                </a:lnTo>
                <a:lnTo>
                  <a:pt x="274165" y="1309965"/>
                </a:lnTo>
                <a:lnTo>
                  <a:pt x="281379" y="1309152"/>
                </a:lnTo>
                <a:lnTo>
                  <a:pt x="288594" y="1308328"/>
                </a:lnTo>
                <a:lnTo>
                  <a:pt x="295809" y="1307515"/>
                </a:lnTo>
                <a:lnTo>
                  <a:pt x="303024" y="1306702"/>
                </a:lnTo>
                <a:lnTo>
                  <a:pt x="310239" y="1305888"/>
                </a:lnTo>
                <a:lnTo>
                  <a:pt x="317453" y="1305075"/>
                </a:lnTo>
                <a:lnTo>
                  <a:pt x="324668" y="1304251"/>
                </a:lnTo>
                <a:lnTo>
                  <a:pt x="331883" y="1303438"/>
                </a:lnTo>
                <a:lnTo>
                  <a:pt x="339098" y="1302624"/>
                </a:lnTo>
                <a:lnTo>
                  <a:pt x="346313" y="1301811"/>
                </a:lnTo>
                <a:lnTo>
                  <a:pt x="353527" y="1300998"/>
                </a:lnTo>
                <a:lnTo>
                  <a:pt x="360742" y="1300174"/>
                </a:lnTo>
                <a:lnTo>
                  <a:pt x="367957" y="1299360"/>
                </a:lnTo>
                <a:lnTo>
                  <a:pt x="375172" y="1298547"/>
                </a:lnTo>
                <a:lnTo>
                  <a:pt x="382387" y="1297734"/>
                </a:lnTo>
                <a:lnTo>
                  <a:pt x="389601" y="1296921"/>
                </a:lnTo>
                <a:lnTo>
                  <a:pt x="396816" y="1296097"/>
                </a:lnTo>
                <a:lnTo>
                  <a:pt x="404031" y="1295283"/>
                </a:lnTo>
                <a:lnTo>
                  <a:pt x="411246" y="1294470"/>
                </a:lnTo>
                <a:lnTo>
                  <a:pt x="418461" y="1293657"/>
                </a:lnTo>
                <a:lnTo>
                  <a:pt x="425675" y="1292843"/>
                </a:lnTo>
                <a:lnTo>
                  <a:pt x="432890" y="1292019"/>
                </a:lnTo>
                <a:lnTo>
                  <a:pt x="440105" y="1291206"/>
                </a:lnTo>
                <a:lnTo>
                  <a:pt x="447321" y="1290393"/>
                </a:lnTo>
                <a:lnTo>
                  <a:pt x="454536" y="1289580"/>
                </a:lnTo>
                <a:lnTo>
                  <a:pt x="461751" y="1288766"/>
                </a:lnTo>
                <a:lnTo>
                  <a:pt x="468965" y="1287942"/>
                </a:lnTo>
                <a:lnTo>
                  <a:pt x="476180" y="1287129"/>
                </a:lnTo>
                <a:lnTo>
                  <a:pt x="483395" y="1286316"/>
                </a:lnTo>
                <a:lnTo>
                  <a:pt x="490610" y="1285502"/>
                </a:lnTo>
                <a:lnTo>
                  <a:pt x="497825" y="1284689"/>
                </a:lnTo>
                <a:lnTo>
                  <a:pt x="505039" y="1283865"/>
                </a:lnTo>
                <a:lnTo>
                  <a:pt x="512254" y="1283052"/>
                </a:lnTo>
                <a:lnTo>
                  <a:pt x="519469" y="1282238"/>
                </a:lnTo>
                <a:lnTo>
                  <a:pt x="526684" y="1281425"/>
                </a:lnTo>
                <a:lnTo>
                  <a:pt x="533899" y="1280612"/>
                </a:lnTo>
                <a:lnTo>
                  <a:pt x="541113" y="1279788"/>
                </a:lnTo>
                <a:lnTo>
                  <a:pt x="548328" y="1278975"/>
                </a:lnTo>
                <a:lnTo>
                  <a:pt x="555543" y="1278161"/>
                </a:lnTo>
                <a:lnTo>
                  <a:pt x="562758" y="1277348"/>
                </a:lnTo>
                <a:lnTo>
                  <a:pt x="569973" y="1276535"/>
                </a:lnTo>
                <a:lnTo>
                  <a:pt x="577187" y="1275711"/>
                </a:lnTo>
                <a:lnTo>
                  <a:pt x="584402" y="1274897"/>
                </a:lnTo>
                <a:lnTo>
                  <a:pt x="591617" y="1274084"/>
                </a:lnTo>
                <a:lnTo>
                  <a:pt x="598832" y="1273271"/>
                </a:lnTo>
                <a:lnTo>
                  <a:pt x="606047" y="1272458"/>
                </a:lnTo>
                <a:lnTo>
                  <a:pt x="613261" y="1271634"/>
                </a:lnTo>
                <a:lnTo>
                  <a:pt x="620476" y="1270820"/>
                </a:lnTo>
                <a:lnTo>
                  <a:pt x="627691" y="1270007"/>
                </a:lnTo>
                <a:lnTo>
                  <a:pt x="634907" y="1269194"/>
                </a:lnTo>
                <a:lnTo>
                  <a:pt x="642122" y="1268380"/>
                </a:lnTo>
                <a:lnTo>
                  <a:pt x="649336" y="1267567"/>
                </a:lnTo>
                <a:lnTo>
                  <a:pt x="656551" y="1266743"/>
                </a:lnTo>
                <a:lnTo>
                  <a:pt x="663766" y="1265930"/>
                </a:lnTo>
                <a:lnTo>
                  <a:pt x="670981" y="1265116"/>
                </a:lnTo>
                <a:lnTo>
                  <a:pt x="678196" y="1264303"/>
                </a:lnTo>
                <a:lnTo>
                  <a:pt x="685411" y="1263490"/>
                </a:lnTo>
                <a:lnTo>
                  <a:pt x="692625" y="1262666"/>
                </a:lnTo>
                <a:lnTo>
                  <a:pt x="699840" y="1261853"/>
                </a:lnTo>
                <a:lnTo>
                  <a:pt x="707055" y="1261039"/>
                </a:lnTo>
                <a:lnTo>
                  <a:pt x="714270" y="1260226"/>
                </a:lnTo>
                <a:lnTo>
                  <a:pt x="721485" y="1259413"/>
                </a:lnTo>
                <a:lnTo>
                  <a:pt x="728699" y="1258589"/>
                </a:lnTo>
                <a:lnTo>
                  <a:pt x="735914" y="1257775"/>
                </a:lnTo>
                <a:lnTo>
                  <a:pt x="743129" y="1256962"/>
                </a:lnTo>
                <a:lnTo>
                  <a:pt x="750344" y="1256149"/>
                </a:lnTo>
                <a:lnTo>
                  <a:pt x="757559" y="1255336"/>
                </a:lnTo>
                <a:lnTo>
                  <a:pt x="764773" y="1254512"/>
                </a:lnTo>
                <a:lnTo>
                  <a:pt x="771988" y="1253698"/>
                </a:lnTo>
                <a:lnTo>
                  <a:pt x="779203" y="1252885"/>
                </a:lnTo>
                <a:lnTo>
                  <a:pt x="786416" y="1252072"/>
                </a:lnTo>
                <a:lnTo>
                  <a:pt x="793628" y="1251258"/>
                </a:lnTo>
                <a:lnTo>
                  <a:pt x="800852" y="1250434"/>
                </a:lnTo>
                <a:lnTo>
                  <a:pt x="808064" y="1249621"/>
                </a:lnTo>
                <a:lnTo>
                  <a:pt x="815277" y="1248808"/>
                </a:lnTo>
                <a:lnTo>
                  <a:pt x="822490" y="1247994"/>
                </a:lnTo>
                <a:lnTo>
                  <a:pt x="829702" y="1247181"/>
                </a:lnTo>
                <a:lnTo>
                  <a:pt x="836926" y="1246357"/>
                </a:lnTo>
                <a:lnTo>
                  <a:pt x="844138" y="1245544"/>
                </a:lnTo>
                <a:lnTo>
                  <a:pt x="851351" y="1244731"/>
                </a:lnTo>
                <a:lnTo>
                  <a:pt x="858564" y="1243917"/>
                </a:lnTo>
                <a:lnTo>
                  <a:pt x="865776" y="1243104"/>
                </a:lnTo>
                <a:lnTo>
                  <a:pt x="873000" y="1242280"/>
                </a:lnTo>
                <a:lnTo>
                  <a:pt x="880212" y="1241467"/>
                </a:lnTo>
                <a:lnTo>
                  <a:pt x="887425" y="1240653"/>
                </a:lnTo>
                <a:lnTo>
                  <a:pt x="894638" y="1239840"/>
                </a:lnTo>
                <a:lnTo>
                  <a:pt x="901850" y="1239027"/>
                </a:lnTo>
                <a:lnTo>
                  <a:pt x="909074" y="1238203"/>
                </a:lnTo>
                <a:lnTo>
                  <a:pt x="916286" y="1237389"/>
                </a:lnTo>
                <a:lnTo>
                  <a:pt x="923499" y="1236576"/>
                </a:lnTo>
                <a:lnTo>
                  <a:pt x="930712" y="1235763"/>
                </a:lnTo>
                <a:lnTo>
                  <a:pt x="937935" y="1234950"/>
                </a:lnTo>
                <a:lnTo>
                  <a:pt x="945148" y="1234126"/>
                </a:lnTo>
                <a:lnTo>
                  <a:pt x="952360" y="1233312"/>
                </a:lnTo>
                <a:lnTo>
                  <a:pt x="959573" y="1232499"/>
                </a:lnTo>
                <a:lnTo>
                  <a:pt x="966786" y="1231686"/>
                </a:lnTo>
                <a:lnTo>
                  <a:pt x="974009" y="1230872"/>
                </a:lnTo>
                <a:lnTo>
                  <a:pt x="981222" y="1230048"/>
                </a:lnTo>
                <a:lnTo>
                  <a:pt x="988434" y="1229235"/>
                </a:lnTo>
                <a:lnTo>
                  <a:pt x="995647" y="1228422"/>
                </a:lnTo>
                <a:lnTo>
                  <a:pt x="1002860" y="1227609"/>
                </a:lnTo>
                <a:lnTo>
                  <a:pt x="1010083" y="1226795"/>
                </a:lnTo>
                <a:lnTo>
                  <a:pt x="1017296" y="1225971"/>
                </a:lnTo>
                <a:lnTo>
                  <a:pt x="1024508" y="1225158"/>
                </a:lnTo>
                <a:lnTo>
                  <a:pt x="1031721" y="1224345"/>
                </a:lnTo>
                <a:lnTo>
                  <a:pt x="1038934" y="1223531"/>
                </a:lnTo>
                <a:lnTo>
                  <a:pt x="1046157" y="1222718"/>
                </a:lnTo>
                <a:lnTo>
                  <a:pt x="1053370" y="1221894"/>
                </a:lnTo>
                <a:lnTo>
                  <a:pt x="1060582" y="1221081"/>
                </a:lnTo>
                <a:lnTo>
                  <a:pt x="1067795" y="1220267"/>
                </a:lnTo>
                <a:lnTo>
                  <a:pt x="1075008" y="1219454"/>
                </a:lnTo>
                <a:lnTo>
                  <a:pt x="1082231" y="1214970"/>
                </a:lnTo>
                <a:lnTo>
                  <a:pt x="1089444" y="1206816"/>
                </a:lnTo>
                <a:lnTo>
                  <a:pt x="1096656" y="1198662"/>
                </a:lnTo>
                <a:lnTo>
                  <a:pt x="1103869" y="1190507"/>
                </a:lnTo>
                <a:lnTo>
                  <a:pt x="1111082" y="1182353"/>
                </a:lnTo>
                <a:lnTo>
                  <a:pt x="1118305" y="1174198"/>
                </a:lnTo>
                <a:lnTo>
                  <a:pt x="1125518" y="1166044"/>
                </a:lnTo>
                <a:lnTo>
                  <a:pt x="1132730" y="1157890"/>
                </a:lnTo>
                <a:lnTo>
                  <a:pt x="1139943" y="1149735"/>
                </a:lnTo>
                <a:lnTo>
                  <a:pt x="1147156" y="1141581"/>
                </a:lnTo>
                <a:lnTo>
                  <a:pt x="1154379" y="1133427"/>
                </a:lnTo>
                <a:lnTo>
                  <a:pt x="1161592" y="1125272"/>
                </a:lnTo>
                <a:lnTo>
                  <a:pt x="1168804" y="1117118"/>
                </a:lnTo>
                <a:lnTo>
                  <a:pt x="1176017" y="1108963"/>
                </a:lnTo>
                <a:lnTo>
                  <a:pt x="1183230" y="1100809"/>
                </a:lnTo>
                <a:lnTo>
                  <a:pt x="1190453" y="1092655"/>
                </a:lnTo>
                <a:lnTo>
                  <a:pt x="1197666" y="1084500"/>
                </a:lnTo>
                <a:lnTo>
                  <a:pt x="1204878" y="1076346"/>
                </a:lnTo>
                <a:lnTo>
                  <a:pt x="1212091" y="1068192"/>
                </a:lnTo>
                <a:lnTo>
                  <a:pt x="1219304" y="1060037"/>
                </a:lnTo>
                <a:lnTo>
                  <a:pt x="1226527" y="1051883"/>
                </a:lnTo>
                <a:lnTo>
                  <a:pt x="1233740" y="1043728"/>
                </a:lnTo>
                <a:lnTo>
                  <a:pt x="1240953" y="1035574"/>
                </a:lnTo>
                <a:lnTo>
                  <a:pt x="1248165" y="1027420"/>
                </a:lnTo>
                <a:lnTo>
                  <a:pt x="1255378" y="1019265"/>
                </a:lnTo>
                <a:lnTo>
                  <a:pt x="1262601" y="1011111"/>
                </a:lnTo>
                <a:lnTo>
                  <a:pt x="1269814" y="1002957"/>
                </a:lnTo>
                <a:lnTo>
                  <a:pt x="1277027" y="994802"/>
                </a:lnTo>
                <a:lnTo>
                  <a:pt x="1284239" y="986648"/>
                </a:lnTo>
                <a:lnTo>
                  <a:pt x="1291463" y="978498"/>
                </a:lnTo>
                <a:lnTo>
                  <a:pt x="1298675" y="970343"/>
                </a:lnTo>
                <a:lnTo>
                  <a:pt x="1305888" y="962189"/>
                </a:lnTo>
                <a:lnTo>
                  <a:pt x="1313100" y="954035"/>
                </a:lnTo>
                <a:lnTo>
                  <a:pt x="1320313" y="945880"/>
                </a:lnTo>
                <a:lnTo>
                  <a:pt x="1327536" y="937727"/>
                </a:lnTo>
                <a:lnTo>
                  <a:pt x="1334749" y="929573"/>
                </a:lnTo>
                <a:lnTo>
                  <a:pt x="1341962" y="921418"/>
                </a:lnTo>
                <a:lnTo>
                  <a:pt x="1349175" y="913264"/>
                </a:lnTo>
                <a:lnTo>
                  <a:pt x="1356387" y="905111"/>
                </a:lnTo>
                <a:lnTo>
                  <a:pt x="1363611" y="896956"/>
                </a:lnTo>
                <a:lnTo>
                  <a:pt x="1370823" y="888802"/>
                </a:lnTo>
                <a:lnTo>
                  <a:pt x="1378036" y="880647"/>
                </a:lnTo>
                <a:lnTo>
                  <a:pt x="1385249" y="872493"/>
                </a:lnTo>
                <a:lnTo>
                  <a:pt x="1392461" y="864340"/>
                </a:lnTo>
                <a:lnTo>
                  <a:pt x="1399685" y="856185"/>
                </a:lnTo>
                <a:lnTo>
                  <a:pt x="1406897" y="848031"/>
                </a:lnTo>
                <a:lnTo>
                  <a:pt x="1414110" y="839877"/>
                </a:lnTo>
                <a:lnTo>
                  <a:pt x="1421323" y="831722"/>
                </a:lnTo>
                <a:lnTo>
                  <a:pt x="1428535" y="823569"/>
                </a:lnTo>
                <a:lnTo>
                  <a:pt x="1435759" y="815415"/>
                </a:lnTo>
                <a:lnTo>
                  <a:pt x="1442971" y="807260"/>
                </a:lnTo>
                <a:lnTo>
                  <a:pt x="1450184" y="799106"/>
                </a:lnTo>
                <a:lnTo>
                  <a:pt x="1457397" y="790951"/>
                </a:lnTo>
                <a:lnTo>
                  <a:pt x="1464609" y="782798"/>
                </a:lnTo>
                <a:lnTo>
                  <a:pt x="1471833" y="774644"/>
                </a:lnTo>
                <a:lnTo>
                  <a:pt x="1479045" y="766489"/>
                </a:lnTo>
                <a:lnTo>
                  <a:pt x="1486258" y="758335"/>
                </a:lnTo>
                <a:lnTo>
                  <a:pt x="1493471" y="750182"/>
                </a:lnTo>
                <a:lnTo>
                  <a:pt x="1500683" y="742027"/>
                </a:lnTo>
                <a:lnTo>
                  <a:pt x="1507907" y="733873"/>
                </a:lnTo>
                <a:lnTo>
                  <a:pt x="1515119" y="725719"/>
                </a:lnTo>
                <a:lnTo>
                  <a:pt x="1522332" y="717564"/>
                </a:lnTo>
                <a:lnTo>
                  <a:pt x="1529545" y="709411"/>
                </a:lnTo>
                <a:lnTo>
                  <a:pt x="1536757" y="701257"/>
                </a:lnTo>
                <a:lnTo>
                  <a:pt x="1543981" y="693102"/>
                </a:lnTo>
                <a:lnTo>
                  <a:pt x="1551193" y="684948"/>
                </a:lnTo>
                <a:lnTo>
                  <a:pt x="1558406" y="676794"/>
                </a:lnTo>
                <a:lnTo>
                  <a:pt x="1565619" y="668640"/>
                </a:lnTo>
                <a:lnTo>
                  <a:pt x="1572831" y="660486"/>
                </a:lnTo>
                <a:lnTo>
                  <a:pt x="1580055" y="652331"/>
                </a:lnTo>
                <a:lnTo>
                  <a:pt x="1587267" y="644177"/>
                </a:lnTo>
                <a:lnTo>
                  <a:pt x="1594480" y="636024"/>
                </a:lnTo>
                <a:lnTo>
                  <a:pt x="1601693" y="627869"/>
                </a:lnTo>
                <a:lnTo>
                  <a:pt x="1608905" y="619715"/>
                </a:lnTo>
                <a:lnTo>
                  <a:pt x="1616129" y="611561"/>
                </a:lnTo>
                <a:lnTo>
                  <a:pt x="1623341" y="603406"/>
                </a:lnTo>
                <a:lnTo>
                  <a:pt x="1630554" y="595253"/>
                </a:lnTo>
                <a:lnTo>
                  <a:pt x="1637767" y="587099"/>
                </a:lnTo>
                <a:lnTo>
                  <a:pt x="1644990" y="578944"/>
                </a:lnTo>
                <a:lnTo>
                  <a:pt x="1652203" y="570790"/>
                </a:lnTo>
                <a:lnTo>
                  <a:pt x="1659415" y="562636"/>
                </a:lnTo>
                <a:lnTo>
                  <a:pt x="1666628" y="554482"/>
                </a:lnTo>
                <a:lnTo>
                  <a:pt x="1673841" y="546328"/>
                </a:lnTo>
                <a:lnTo>
                  <a:pt x="1681064" y="538173"/>
                </a:lnTo>
                <a:lnTo>
                  <a:pt x="1688277" y="530019"/>
                </a:lnTo>
                <a:lnTo>
                  <a:pt x="1695489" y="521866"/>
                </a:lnTo>
                <a:lnTo>
                  <a:pt x="1702702" y="513711"/>
                </a:lnTo>
                <a:lnTo>
                  <a:pt x="1709915" y="505557"/>
                </a:lnTo>
                <a:lnTo>
                  <a:pt x="1717138" y="497403"/>
                </a:lnTo>
                <a:lnTo>
                  <a:pt x="1724351" y="489248"/>
                </a:lnTo>
                <a:lnTo>
                  <a:pt x="1731563" y="481095"/>
                </a:lnTo>
                <a:lnTo>
                  <a:pt x="1738776" y="472941"/>
                </a:lnTo>
                <a:lnTo>
                  <a:pt x="1745989" y="464786"/>
                </a:lnTo>
                <a:lnTo>
                  <a:pt x="1753212" y="456632"/>
                </a:lnTo>
                <a:lnTo>
                  <a:pt x="1760425" y="448478"/>
                </a:lnTo>
                <a:lnTo>
                  <a:pt x="1767637" y="440324"/>
                </a:lnTo>
                <a:lnTo>
                  <a:pt x="1774850" y="432170"/>
                </a:lnTo>
                <a:lnTo>
                  <a:pt x="1782063" y="424015"/>
                </a:lnTo>
                <a:lnTo>
                  <a:pt x="1789286" y="415861"/>
                </a:lnTo>
                <a:lnTo>
                  <a:pt x="1796499" y="407707"/>
                </a:lnTo>
                <a:lnTo>
                  <a:pt x="1803711" y="399553"/>
                </a:lnTo>
                <a:lnTo>
                  <a:pt x="1810924" y="391399"/>
                </a:lnTo>
                <a:lnTo>
                  <a:pt x="1818137" y="383245"/>
                </a:lnTo>
                <a:lnTo>
                  <a:pt x="1825360" y="375090"/>
                </a:lnTo>
                <a:lnTo>
                  <a:pt x="1832573" y="366937"/>
                </a:lnTo>
                <a:lnTo>
                  <a:pt x="1839785" y="358783"/>
                </a:lnTo>
                <a:lnTo>
                  <a:pt x="1846998" y="350628"/>
                </a:lnTo>
                <a:lnTo>
                  <a:pt x="1854211" y="342474"/>
                </a:lnTo>
                <a:lnTo>
                  <a:pt x="1861434" y="334320"/>
                </a:lnTo>
                <a:lnTo>
                  <a:pt x="1868647" y="326166"/>
                </a:lnTo>
                <a:lnTo>
                  <a:pt x="1875859" y="318012"/>
                </a:lnTo>
                <a:lnTo>
                  <a:pt x="1883072" y="309857"/>
                </a:lnTo>
                <a:lnTo>
                  <a:pt x="1890285" y="301703"/>
                </a:lnTo>
                <a:lnTo>
                  <a:pt x="1897508" y="293549"/>
                </a:lnTo>
                <a:lnTo>
                  <a:pt x="1904721" y="285395"/>
                </a:lnTo>
                <a:lnTo>
                  <a:pt x="1911933" y="277241"/>
                </a:lnTo>
                <a:lnTo>
                  <a:pt x="1919146" y="269087"/>
                </a:lnTo>
                <a:lnTo>
                  <a:pt x="1926359" y="260932"/>
                </a:lnTo>
                <a:lnTo>
                  <a:pt x="1933582" y="252779"/>
                </a:lnTo>
                <a:lnTo>
                  <a:pt x="1940795" y="244625"/>
                </a:lnTo>
                <a:lnTo>
                  <a:pt x="1948007" y="236470"/>
                </a:lnTo>
                <a:lnTo>
                  <a:pt x="1955220" y="228316"/>
                </a:lnTo>
                <a:lnTo>
                  <a:pt x="1962433" y="220162"/>
                </a:lnTo>
                <a:lnTo>
                  <a:pt x="1969656" y="212008"/>
                </a:lnTo>
                <a:lnTo>
                  <a:pt x="1976869" y="203854"/>
                </a:lnTo>
                <a:lnTo>
                  <a:pt x="1984081" y="195699"/>
                </a:lnTo>
                <a:lnTo>
                  <a:pt x="1991294" y="187545"/>
                </a:lnTo>
                <a:lnTo>
                  <a:pt x="1998507" y="179391"/>
                </a:lnTo>
                <a:lnTo>
                  <a:pt x="2005730" y="171237"/>
                </a:lnTo>
                <a:lnTo>
                  <a:pt x="2012943" y="163083"/>
                </a:lnTo>
                <a:lnTo>
                  <a:pt x="2020155" y="154929"/>
                </a:lnTo>
                <a:lnTo>
                  <a:pt x="2027368" y="146774"/>
                </a:lnTo>
                <a:lnTo>
                  <a:pt x="2034591" y="138620"/>
                </a:lnTo>
                <a:lnTo>
                  <a:pt x="2041804" y="130467"/>
                </a:lnTo>
                <a:lnTo>
                  <a:pt x="2049017" y="122312"/>
                </a:lnTo>
                <a:lnTo>
                  <a:pt x="2056229" y="114158"/>
                </a:lnTo>
                <a:lnTo>
                  <a:pt x="2063442" y="106004"/>
                </a:lnTo>
                <a:lnTo>
                  <a:pt x="2070665" y="97850"/>
                </a:lnTo>
                <a:lnTo>
                  <a:pt x="2077878" y="89696"/>
                </a:lnTo>
                <a:lnTo>
                  <a:pt x="2085091" y="81541"/>
                </a:lnTo>
                <a:lnTo>
                  <a:pt x="2092304" y="73387"/>
                </a:lnTo>
                <a:lnTo>
                  <a:pt x="2099516" y="65233"/>
                </a:lnTo>
                <a:lnTo>
                  <a:pt x="2106740" y="57079"/>
                </a:lnTo>
                <a:lnTo>
                  <a:pt x="2113952" y="48925"/>
                </a:lnTo>
                <a:lnTo>
                  <a:pt x="2121165" y="40771"/>
                </a:lnTo>
                <a:lnTo>
                  <a:pt x="2128378" y="32616"/>
                </a:lnTo>
                <a:lnTo>
                  <a:pt x="2135590" y="24462"/>
                </a:lnTo>
                <a:lnTo>
                  <a:pt x="2142814" y="16309"/>
                </a:lnTo>
                <a:lnTo>
                  <a:pt x="2150026" y="8154"/>
                </a:lnTo>
                <a:lnTo>
                  <a:pt x="2157239" y="0"/>
                </a:lnTo>
              </a:path>
            </a:pathLst>
          </a:custGeom>
          <a:noFill/>
          <a:ln w="1281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251" name="Freeform 3250">
            <a:extLst>
              <a:ext uri="{FF2B5EF4-FFF2-40B4-BE49-F238E27FC236}">
                <a16:creationId xmlns:a16="http://schemas.microsoft.com/office/drawing/2014/main" id="{2B7D5064-7BE7-4C6D-B8D3-9D8446D4D633}"/>
              </a:ext>
            </a:extLst>
          </p:cNvPr>
          <p:cNvSpPr/>
          <p:nvPr/>
        </p:nvSpPr>
        <p:spPr>
          <a:xfrm>
            <a:off x="4701254" y="3182996"/>
            <a:ext cx="2157238" cy="1248625"/>
          </a:xfrm>
          <a:custGeom>
            <a:avLst/>
            <a:gdLst>
              <a:gd name="csX0" fmla="*/ 0 w 2157238"/>
              <a:gd name="csY0" fmla="*/ 1219047 h 1248625"/>
              <a:gd name="csX1" fmla="*/ 7215 w 2157238"/>
              <a:gd name="csY1" fmla="*/ 1219047 h 1248625"/>
              <a:gd name="csX2" fmla="*/ 14430 w 2157238"/>
              <a:gd name="csY2" fmla="*/ 1219047 h 1248625"/>
              <a:gd name="csX3" fmla="*/ 21644 w 2157238"/>
              <a:gd name="csY3" fmla="*/ 1219047 h 1248625"/>
              <a:gd name="csX4" fmla="*/ 28859 w 2157238"/>
              <a:gd name="csY4" fmla="*/ 1219047 h 1248625"/>
              <a:gd name="csX5" fmla="*/ 36074 w 2157238"/>
              <a:gd name="csY5" fmla="*/ 1219047 h 1248625"/>
              <a:gd name="csX6" fmla="*/ 43289 w 2157238"/>
              <a:gd name="csY6" fmla="*/ 1219047 h 1248625"/>
              <a:gd name="csX7" fmla="*/ 50504 w 2157238"/>
              <a:gd name="csY7" fmla="*/ 1219047 h 1248625"/>
              <a:gd name="csX8" fmla="*/ 57718 w 2157238"/>
              <a:gd name="csY8" fmla="*/ 1219047 h 1248625"/>
              <a:gd name="csX9" fmla="*/ 64933 w 2157238"/>
              <a:gd name="csY9" fmla="*/ 1219047 h 1248625"/>
              <a:gd name="csX10" fmla="*/ 72148 w 2157238"/>
              <a:gd name="csY10" fmla="*/ 1219047 h 1248625"/>
              <a:gd name="csX11" fmla="*/ 79364 w 2157238"/>
              <a:gd name="csY11" fmla="*/ 1219047 h 1248625"/>
              <a:gd name="csX12" fmla="*/ 86579 w 2157238"/>
              <a:gd name="csY12" fmla="*/ 1219047 h 1248625"/>
              <a:gd name="csX13" fmla="*/ 93794 w 2157238"/>
              <a:gd name="csY13" fmla="*/ 1219047 h 1248625"/>
              <a:gd name="csX14" fmla="*/ 101008 w 2157238"/>
              <a:gd name="csY14" fmla="*/ 1219047 h 1248625"/>
              <a:gd name="csX15" fmla="*/ 108223 w 2157238"/>
              <a:gd name="csY15" fmla="*/ 1219047 h 1248625"/>
              <a:gd name="csX16" fmla="*/ 115438 w 2157238"/>
              <a:gd name="csY16" fmla="*/ 1219047 h 1248625"/>
              <a:gd name="csX17" fmla="*/ 122653 w 2157238"/>
              <a:gd name="csY17" fmla="*/ 1219047 h 1248625"/>
              <a:gd name="csX18" fmla="*/ 129868 w 2157238"/>
              <a:gd name="csY18" fmla="*/ 1219047 h 1248625"/>
              <a:gd name="csX19" fmla="*/ 137082 w 2157238"/>
              <a:gd name="csY19" fmla="*/ 1219047 h 1248625"/>
              <a:gd name="csX20" fmla="*/ 144297 w 2157238"/>
              <a:gd name="csY20" fmla="*/ 1219047 h 1248625"/>
              <a:gd name="csX21" fmla="*/ 151512 w 2157238"/>
              <a:gd name="csY21" fmla="*/ 1219047 h 1248625"/>
              <a:gd name="csX22" fmla="*/ 158727 w 2157238"/>
              <a:gd name="csY22" fmla="*/ 1219047 h 1248625"/>
              <a:gd name="csX23" fmla="*/ 165942 w 2157238"/>
              <a:gd name="csY23" fmla="*/ 1219047 h 1248625"/>
              <a:gd name="csX24" fmla="*/ 173156 w 2157238"/>
              <a:gd name="csY24" fmla="*/ 1219047 h 1248625"/>
              <a:gd name="csX25" fmla="*/ 180371 w 2157238"/>
              <a:gd name="csY25" fmla="*/ 1219047 h 1248625"/>
              <a:gd name="csX26" fmla="*/ 187586 w 2157238"/>
              <a:gd name="csY26" fmla="*/ 1219047 h 1248625"/>
              <a:gd name="csX27" fmla="*/ 194801 w 2157238"/>
              <a:gd name="csY27" fmla="*/ 1219047 h 1248625"/>
              <a:gd name="csX28" fmla="*/ 202016 w 2157238"/>
              <a:gd name="csY28" fmla="*/ 1219047 h 1248625"/>
              <a:gd name="csX29" fmla="*/ 209230 w 2157238"/>
              <a:gd name="csY29" fmla="*/ 1219047 h 1248625"/>
              <a:gd name="csX30" fmla="*/ 216445 w 2157238"/>
              <a:gd name="csY30" fmla="*/ 1219047 h 1248625"/>
              <a:gd name="csX31" fmla="*/ 223660 w 2157238"/>
              <a:gd name="csY31" fmla="*/ 1219047 h 1248625"/>
              <a:gd name="csX32" fmla="*/ 230875 w 2157238"/>
              <a:gd name="csY32" fmla="*/ 1219047 h 1248625"/>
              <a:gd name="csX33" fmla="*/ 238090 w 2157238"/>
              <a:gd name="csY33" fmla="*/ 1219047 h 1248625"/>
              <a:gd name="csX34" fmla="*/ 245304 w 2157238"/>
              <a:gd name="csY34" fmla="*/ 1219047 h 1248625"/>
              <a:gd name="csX35" fmla="*/ 252519 w 2157238"/>
              <a:gd name="csY35" fmla="*/ 1219047 h 1248625"/>
              <a:gd name="csX36" fmla="*/ 259734 w 2157238"/>
              <a:gd name="csY36" fmla="*/ 1219047 h 1248625"/>
              <a:gd name="csX37" fmla="*/ 266950 w 2157238"/>
              <a:gd name="csY37" fmla="*/ 1219047 h 1248625"/>
              <a:gd name="csX38" fmla="*/ 274165 w 2157238"/>
              <a:gd name="csY38" fmla="*/ 1219047 h 1248625"/>
              <a:gd name="csX39" fmla="*/ 281379 w 2157238"/>
              <a:gd name="csY39" fmla="*/ 1219047 h 1248625"/>
              <a:gd name="csX40" fmla="*/ 288594 w 2157238"/>
              <a:gd name="csY40" fmla="*/ 1219047 h 1248625"/>
              <a:gd name="csX41" fmla="*/ 295809 w 2157238"/>
              <a:gd name="csY41" fmla="*/ 1219047 h 1248625"/>
              <a:gd name="csX42" fmla="*/ 303024 w 2157238"/>
              <a:gd name="csY42" fmla="*/ 1219047 h 1248625"/>
              <a:gd name="csX43" fmla="*/ 310239 w 2157238"/>
              <a:gd name="csY43" fmla="*/ 1219047 h 1248625"/>
              <a:gd name="csX44" fmla="*/ 317453 w 2157238"/>
              <a:gd name="csY44" fmla="*/ 1219047 h 1248625"/>
              <a:gd name="csX45" fmla="*/ 324668 w 2157238"/>
              <a:gd name="csY45" fmla="*/ 1219047 h 1248625"/>
              <a:gd name="csX46" fmla="*/ 331883 w 2157238"/>
              <a:gd name="csY46" fmla="*/ 1219047 h 1248625"/>
              <a:gd name="csX47" fmla="*/ 339098 w 2157238"/>
              <a:gd name="csY47" fmla="*/ 1219047 h 1248625"/>
              <a:gd name="csX48" fmla="*/ 346313 w 2157238"/>
              <a:gd name="csY48" fmla="*/ 1219047 h 1248625"/>
              <a:gd name="csX49" fmla="*/ 353527 w 2157238"/>
              <a:gd name="csY49" fmla="*/ 1219047 h 1248625"/>
              <a:gd name="csX50" fmla="*/ 360742 w 2157238"/>
              <a:gd name="csY50" fmla="*/ 1219047 h 1248625"/>
              <a:gd name="csX51" fmla="*/ 367957 w 2157238"/>
              <a:gd name="csY51" fmla="*/ 1219047 h 1248625"/>
              <a:gd name="csX52" fmla="*/ 375172 w 2157238"/>
              <a:gd name="csY52" fmla="*/ 1219047 h 1248625"/>
              <a:gd name="csX53" fmla="*/ 382387 w 2157238"/>
              <a:gd name="csY53" fmla="*/ 1219047 h 1248625"/>
              <a:gd name="csX54" fmla="*/ 389601 w 2157238"/>
              <a:gd name="csY54" fmla="*/ 1219047 h 1248625"/>
              <a:gd name="csX55" fmla="*/ 396816 w 2157238"/>
              <a:gd name="csY55" fmla="*/ 1219047 h 1248625"/>
              <a:gd name="csX56" fmla="*/ 404031 w 2157238"/>
              <a:gd name="csY56" fmla="*/ 1219047 h 1248625"/>
              <a:gd name="csX57" fmla="*/ 411246 w 2157238"/>
              <a:gd name="csY57" fmla="*/ 1219047 h 1248625"/>
              <a:gd name="csX58" fmla="*/ 418461 w 2157238"/>
              <a:gd name="csY58" fmla="*/ 1219047 h 1248625"/>
              <a:gd name="csX59" fmla="*/ 425675 w 2157238"/>
              <a:gd name="csY59" fmla="*/ 1219058 h 1248625"/>
              <a:gd name="csX60" fmla="*/ 432890 w 2157238"/>
              <a:gd name="csY60" fmla="*/ 1219058 h 1248625"/>
              <a:gd name="csX61" fmla="*/ 440105 w 2157238"/>
              <a:gd name="csY61" fmla="*/ 1219058 h 1248625"/>
              <a:gd name="csX62" fmla="*/ 447321 w 2157238"/>
              <a:gd name="csY62" fmla="*/ 1219058 h 1248625"/>
              <a:gd name="csX63" fmla="*/ 454536 w 2157238"/>
              <a:gd name="csY63" fmla="*/ 1219058 h 1248625"/>
              <a:gd name="csX64" fmla="*/ 461751 w 2157238"/>
              <a:gd name="csY64" fmla="*/ 1219069 h 1248625"/>
              <a:gd name="csX65" fmla="*/ 468965 w 2157238"/>
              <a:gd name="csY65" fmla="*/ 1219069 h 1248625"/>
              <a:gd name="csX66" fmla="*/ 476180 w 2157238"/>
              <a:gd name="csY66" fmla="*/ 1219080 h 1248625"/>
              <a:gd name="csX67" fmla="*/ 483395 w 2157238"/>
              <a:gd name="csY67" fmla="*/ 1219080 h 1248625"/>
              <a:gd name="csX68" fmla="*/ 490610 w 2157238"/>
              <a:gd name="csY68" fmla="*/ 1219090 h 1248625"/>
              <a:gd name="csX69" fmla="*/ 497825 w 2157238"/>
              <a:gd name="csY69" fmla="*/ 1219101 h 1248625"/>
              <a:gd name="csX70" fmla="*/ 505039 w 2157238"/>
              <a:gd name="csY70" fmla="*/ 1219112 h 1248625"/>
              <a:gd name="csX71" fmla="*/ 512254 w 2157238"/>
              <a:gd name="csY71" fmla="*/ 1219122 h 1248625"/>
              <a:gd name="csX72" fmla="*/ 519469 w 2157238"/>
              <a:gd name="csY72" fmla="*/ 1219133 h 1248625"/>
              <a:gd name="csX73" fmla="*/ 526684 w 2157238"/>
              <a:gd name="csY73" fmla="*/ 1219154 h 1248625"/>
              <a:gd name="csX74" fmla="*/ 533899 w 2157238"/>
              <a:gd name="csY74" fmla="*/ 1219165 h 1248625"/>
              <a:gd name="csX75" fmla="*/ 541113 w 2157238"/>
              <a:gd name="csY75" fmla="*/ 1219197 h 1248625"/>
              <a:gd name="csX76" fmla="*/ 548328 w 2157238"/>
              <a:gd name="csY76" fmla="*/ 1219219 h 1248625"/>
              <a:gd name="csX77" fmla="*/ 555543 w 2157238"/>
              <a:gd name="csY77" fmla="*/ 1219251 h 1248625"/>
              <a:gd name="csX78" fmla="*/ 562758 w 2157238"/>
              <a:gd name="csY78" fmla="*/ 1219283 h 1248625"/>
              <a:gd name="csX79" fmla="*/ 569973 w 2157238"/>
              <a:gd name="csY79" fmla="*/ 1219326 h 1248625"/>
              <a:gd name="csX80" fmla="*/ 577187 w 2157238"/>
              <a:gd name="csY80" fmla="*/ 1219368 h 1248625"/>
              <a:gd name="csX81" fmla="*/ 584402 w 2157238"/>
              <a:gd name="csY81" fmla="*/ 1219422 h 1248625"/>
              <a:gd name="csX82" fmla="*/ 591617 w 2157238"/>
              <a:gd name="csY82" fmla="*/ 1219476 h 1248625"/>
              <a:gd name="csX83" fmla="*/ 598832 w 2157238"/>
              <a:gd name="csY83" fmla="*/ 1219550 h 1248625"/>
              <a:gd name="csX84" fmla="*/ 606047 w 2157238"/>
              <a:gd name="csY84" fmla="*/ 1219625 h 1248625"/>
              <a:gd name="csX85" fmla="*/ 613261 w 2157238"/>
              <a:gd name="csY85" fmla="*/ 1219711 h 1248625"/>
              <a:gd name="csX86" fmla="*/ 620476 w 2157238"/>
              <a:gd name="csY86" fmla="*/ 1219807 h 1248625"/>
              <a:gd name="csX87" fmla="*/ 627691 w 2157238"/>
              <a:gd name="csY87" fmla="*/ 1219914 h 1248625"/>
              <a:gd name="csX88" fmla="*/ 634907 w 2157238"/>
              <a:gd name="csY88" fmla="*/ 1220043 h 1248625"/>
              <a:gd name="csX89" fmla="*/ 642122 w 2157238"/>
              <a:gd name="csY89" fmla="*/ 1220182 h 1248625"/>
              <a:gd name="csX90" fmla="*/ 649336 w 2157238"/>
              <a:gd name="csY90" fmla="*/ 1220342 h 1248625"/>
              <a:gd name="csX91" fmla="*/ 656551 w 2157238"/>
              <a:gd name="csY91" fmla="*/ 1220514 h 1248625"/>
              <a:gd name="csX92" fmla="*/ 663766 w 2157238"/>
              <a:gd name="csY92" fmla="*/ 1220706 h 1248625"/>
              <a:gd name="csX93" fmla="*/ 670981 w 2157238"/>
              <a:gd name="csY93" fmla="*/ 1220920 h 1248625"/>
              <a:gd name="csX94" fmla="*/ 678196 w 2157238"/>
              <a:gd name="csY94" fmla="*/ 1221166 h 1248625"/>
              <a:gd name="csX95" fmla="*/ 685411 w 2157238"/>
              <a:gd name="csY95" fmla="*/ 1221423 h 1248625"/>
              <a:gd name="csX96" fmla="*/ 692625 w 2157238"/>
              <a:gd name="csY96" fmla="*/ 1221712 h 1248625"/>
              <a:gd name="csX97" fmla="*/ 699840 w 2157238"/>
              <a:gd name="csY97" fmla="*/ 1222033 h 1248625"/>
              <a:gd name="csX98" fmla="*/ 707055 w 2157238"/>
              <a:gd name="csY98" fmla="*/ 1222386 h 1248625"/>
              <a:gd name="csX99" fmla="*/ 714270 w 2157238"/>
              <a:gd name="csY99" fmla="*/ 1222761 h 1248625"/>
              <a:gd name="csX100" fmla="*/ 721485 w 2157238"/>
              <a:gd name="csY100" fmla="*/ 1223178 h 1248625"/>
              <a:gd name="csX101" fmla="*/ 728699 w 2157238"/>
              <a:gd name="csY101" fmla="*/ 1223628 h 1248625"/>
              <a:gd name="csX102" fmla="*/ 735914 w 2157238"/>
              <a:gd name="csY102" fmla="*/ 1224109 h 1248625"/>
              <a:gd name="csX103" fmla="*/ 743129 w 2157238"/>
              <a:gd name="csY103" fmla="*/ 1224634 h 1248625"/>
              <a:gd name="csX104" fmla="*/ 750344 w 2157238"/>
              <a:gd name="csY104" fmla="*/ 1225190 h 1248625"/>
              <a:gd name="csX105" fmla="*/ 757559 w 2157238"/>
              <a:gd name="csY105" fmla="*/ 1225789 h 1248625"/>
              <a:gd name="csX106" fmla="*/ 764773 w 2157238"/>
              <a:gd name="csY106" fmla="*/ 1226431 h 1248625"/>
              <a:gd name="csX107" fmla="*/ 771988 w 2157238"/>
              <a:gd name="csY107" fmla="*/ 1227116 h 1248625"/>
              <a:gd name="csX108" fmla="*/ 779203 w 2157238"/>
              <a:gd name="csY108" fmla="*/ 1227844 h 1248625"/>
              <a:gd name="csX109" fmla="*/ 786416 w 2157238"/>
              <a:gd name="csY109" fmla="*/ 1228604 h 1248625"/>
              <a:gd name="csX110" fmla="*/ 793628 w 2157238"/>
              <a:gd name="csY110" fmla="*/ 1229417 h 1248625"/>
              <a:gd name="csX111" fmla="*/ 800852 w 2157238"/>
              <a:gd name="csY111" fmla="*/ 1230262 h 1248625"/>
              <a:gd name="csX112" fmla="*/ 808064 w 2157238"/>
              <a:gd name="csY112" fmla="*/ 1231140 h 1248625"/>
              <a:gd name="csX113" fmla="*/ 815277 w 2157238"/>
              <a:gd name="csY113" fmla="*/ 1232060 h 1248625"/>
              <a:gd name="csX114" fmla="*/ 822490 w 2157238"/>
              <a:gd name="csY114" fmla="*/ 1233013 h 1248625"/>
              <a:gd name="csX115" fmla="*/ 829702 w 2157238"/>
              <a:gd name="csY115" fmla="*/ 1233986 h 1248625"/>
              <a:gd name="csX116" fmla="*/ 836926 w 2157238"/>
              <a:gd name="csY116" fmla="*/ 1234992 h 1248625"/>
              <a:gd name="csX117" fmla="*/ 844138 w 2157238"/>
              <a:gd name="csY117" fmla="*/ 1236020 h 1248625"/>
              <a:gd name="csX118" fmla="*/ 851351 w 2157238"/>
              <a:gd name="csY118" fmla="*/ 1237058 h 1248625"/>
              <a:gd name="csX119" fmla="*/ 858564 w 2157238"/>
              <a:gd name="csY119" fmla="*/ 1238106 h 1248625"/>
              <a:gd name="csX120" fmla="*/ 865776 w 2157238"/>
              <a:gd name="csY120" fmla="*/ 1239155 h 1248625"/>
              <a:gd name="csX121" fmla="*/ 873000 w 2157238"/>
              <a:gd name="csY121" fmla="*/ 1240204 h 1248625"/>
              <a:gd name="csX122" fmla="*/ 880212 w 2157238"/>
              <a:gd name="csY122" fmla="*/ 1241231 h 1248625"/>
              <a:gd name="csX123" fmla="*/ 887425 w 2157238"/>
              <a:gd name="csY123" fmla="*/ 1242237 h 1248625"/>
              <a:gd name="csX124" fmla="*/ 894638 w 2157238"/>
              <a:gd name="csY124" fmla="*/ 1243211 h 1248625"/>
              <a:gd name="csX125" fmla="*/ 901850 w 2157238"/>
              <a:gd name="csY125" fmla="*/ 1244153 h 1248625"/>
              <a:gd name="csX126" fmla="*/ 909074 w 2157238"/>
              <a:gd name="csY126" fmla="*/ 1245030 h 1248625"/>
              <a:gd name="csX127" fmla="*/ 916286 w 2157238"/>
              <a:gd name="csY127" fmla="*/ 1245843 h 1248625"/>
              <a:gd name="csX128" fmla="*/ 923499 w 2157238"/>
              <a:gd name="csY128" fmla="*/ 1246571 h 1248625"/>
              <a:gd name="csX129" fmla="*/ 930712 w 2157238"/>
              <a:gd name="csY129" fmla="*/ 1247224 h 1248625"/>
              <a:gd name="csX130" fmla="*/ 937935 w 2157238"/>
              <a:gd name="csY130" fmla="*/ 1247759 h 1248625"/>
              <a:gd name="csX131" fmla="*/ 945148 w 2157238"/>
              <a:gd name="csY131" fmla="*/ 1248187 h 1248625"/>
              <a:gd name="csX132" fmla="*/ 952360 w 2157238"/>
              <a:gd name="csY132" fmla="*/ 1248476 h 1248625"/>
              <a:gd name="csX133" fmla="*/ 959573 w 2157238"/>
              <a:gd name="csY133" fmla="*/ 1248626 h 1248625"/>
              <a:gd name="csX134" fmla="*/ 966786 w 2157238"/>
              <a:gd name="csY134" fmla="*/ 1248615 h 1248625"/>
              <a:gd name="csX135" fmla="*/ 974009 w 2157238"/>
              <a:gd name="csY135" fmla="*/ 1248433 h 1248625"/>
              <a:gd name="csX136" fmla="*/ 981222 w 2157238"/>
              <a:gd name="csY136" fmla="*/ 1248069 h 1248625"/>
              <a:gd name="csX137" fmla="*/ 988434 w 2157238"/>
              <a:gd name="csY137" fmla="*/ 1247502 h 1248625"/>
              <a:gd name="csX138" fmla="*/ 995647 w 2157238"/>
              <a:gd name="csY138" fmla="*/ 1246721 h 1248625"/>
              <a:gd name="csX139" fmla="*/ 1002860 w 2157238"/>
              <a:gd name="csY139" fmla="*/ 1245715 h 1248625"/>
              <a:gd name="csX140" fmla="*/ 1010083 w 2157238"/>
              <a:gd name="csY140" fmla="*/ 1244474 h 1248625"/>
              <a:gd name="csX141" fmla="*/ 1017296 w 2157238"/>
              <a:gd name="csY141" fmla="*/ 1242976 h 1248625"/>
              <a:gd name="csX142" fmla="*/ 1024508 w 2157238"/>
              <a:gd name="csY142" fmla="*/ 1241231 h 1248625"/>
              <a:gd name="csX143" fmla="*/ 1031721 w 2157238"/>
              <a:gd name="csY143" fmla="*/ 1239209 h 1248625"/>
              <a:gd name="csX144" fmla="*/ 1038934 w 2157238"/>
              <a:gd name="csY144" fmla="*/ 1236908 h 1248625"/>
              <a:gd name="csX145" fmla="*/ 1046157 w 2157238"/>
              <a:gd name="csY145" fmla="*/ 1234329 h 1248625"/>
              <a:gd name="csX146" fmla="*/ 1053370 w 2157238"/>
              <a:gd name="csY146" fmla="*/ 1231461 h 1248625"/>
              <a:gd name="csX147" fmla="*/ 1060582 w 2157238"/>
              <a:gd name="csY147" fmla="*/ 1228283 h 1248625"/>
              <a:gd name="csX148" fmla="*/ 1067795 w 2157238"/>
              <a:gd name="csY148" fmla="*/ 1224816 h 1248625"/>
              <a:gd name="csX149" fmla="*/ 1075008 w 2157238"/>
              <a:gd name="csY149" fmla="*/ 1221049 h 1248625"/>
              <a:gd name="csX150" fmla="*/ 1082231 w 2157238"/>
              <a:gd name="csY150" fmla="*/ 1216971 h 1248625"/>
              <a:gd name="csX151" fmla="*/ 1089444 w 2157238"/>
              <a:gd name="csY151" fmla="*/ 1212584 h 1248625"/>
              <a:gd name="csX152" fmla="*/ 1096656 w 2157238"/>
              <a:gd name="csY152" fmla="*/ 1207907 h 1248625"/>
              <a:gd name="csX153" fmla="*/ 1103869 w 2157238"/>
              <a:gd name="csY153" fmla="*/ 1202921 h 1248625"/>
              <a:gd name="csX154" fmla="*/ 1111082 w 2157238"/>
              <a:gd name="csY154" fmla="*/ 1197634 h 1248625"/>
              <a:gd name="csX155" fmla="*/ 1118305 w 2157238"/>
              <a:gd name="csY155" fmla="*/ 1192059 h 1248625"/>
              <a:gd name="csX156" fmla="*/ 1125518 w 2157238"/>
              <a:gd name="csY156" fmla="*/ 1186205 h 1248625"/>
              <a:gd name="csX157" fmla="*/ 1132730 w 2157238"/>
              <a:gd name="csY157" fmla="*/ 1180073 h 1248625"/>
              <a:gd name="csX158" fmla="*/ 1139943 w 2157238"/>
              <a:gd name="csY158" fmla="*/ 1173663 h 1248625"/>
              <a:gd name="csX159" fmla="*/ 1147156 w 2157238"/>
              <a:gd name="csY159" fmla="*/ 1167007 h 1248625"/>
              <a:gd name="csX160" fmla="*/ 1154379 w 2157238"/>
              <a:gd name="csY160" fmla="*/ 1160094 h 1248625"/>
              <a:gd name="csX161" fmla="*/ 1161592 w 2157238"/>
              <a:gd name="csY161" fmla="*/ 1152946 h 1248625"/>
              <a:gd name="csX162" fmla="*/ 1168804 w 2157238"/>
              <a:gd name="csY162" fmla="*/ 1145573 h 1248625"/>
              <a:gd name="csX163" fmla="*/ 1176017 w 2157238"/>
              <a:gd name="csY163" fmla="*/ 1137985 h 1248625"/>
              <a:gd name="csX164" fmla="*/ 1183230 w 2157238"/>
              <a:gd name="csY164" fmla="*/ 1130205 h 1248625"/>
              <a:gd name="csX165" fmla="*/ 1190453 w 2157238"/>
              <a:gd name="csY165" fmla="*/ 1122233 h 1248625"/>
              <a:gd name="csX166" fmla="*/ 1197666 w 2157238"/>
              <a:gd name="csY166" fmla="*/ 1114089 h 1248625"/>
              <a:gd name="csX167" fmla="*/ 1204878 w 2157238"/>
              <a:gd name="csY167" fmla="*/ 1105785 h 1248625"/>
              <a:gd name="csX168" fmla="*/ 1212091 w 2157238"/>
              <a:gd name="csY168" fmla="*/ 1097331 h 1248625"/>
              <a:gd name="csX169" fmla="*/ 1219304 w 2157238"/>
              <a:gd name="csY169" fmla="*/ 1088759 h 1248625"/>
              <a:gd name="csX170" fmla="*/ 1226527 w 2157238"/>
              <a:gd name="csY170" fmla="*/ 1080059 h 1248625"/>
              <a:gd name="csX171" fmla="*/ 1233740 w 2157238"/>
              <a:gd name="csY171" fmla="*/ 1071263 h 1248625"/>
              <a:gd name="csX172" fmla="*/ 1240953 w 2157238"/>
              <a:gd name="csY172" fmla="*/ 1062370 h 1248625"/>
              <a:gd name="csX173" fmla="*/ 1248165 w 2157238"/>
              <a:gd name="csY173" fmla="*/ 1053402 h 1248625"/>
              <a:gd name="csX174" fmla="*/ 1255378 w 2157238"/>
              <a:gd name="csY174" fmla="*/ 1044371 h 1248625"/>
              <a:gd name="csX175" fmla="*/ 1262601 w 2157238"/>
              <a:gd name="csY175" fmla="*/ 1035285 h 1248625"/>
              <a:gd name="csX176" fmla="*/ 1269814 w 2157238"/>
              <a:gd name="csY176" fmla="*/ 1026157 h 1248625"/>
              <a:gd name="csX177" fmla="*/ 1277027 w 2157238"/>
              <a:gd name="csY177" fmla="*/ 1016997 h 1248625"/>
              <a:gd name="csX178" fmla="*/ 1284239 w 2157238"/>
              <a:gd name="csY178" fmla="*/ 1007804 h 1248625"/>
              <a:gd name="csX179" fmla="*/ 1291463 w 2157238"/>
              <a:gd name="csY179" fmla="*/ 998612 h 1248625"/>
              <a:gd name="csX180" fmla="*/ 1298675 w 2157238"/>
              <a:gd name="csY180" fmla="*/ 989398 h 1248625"/>
              <a:gd name="csX181" fmla="*/ 1305888 w 2157238"/>
              <a:gd name="csY181" fmla="*/ 980195 h 1248625"/>
              <a:gd name="csX182" fmla="*/ 1313100 w 2157238"/>
              <a:gd name="csY182" fmla="*/ 971006 h 1248625"/>
              <a:gd name="csX183" fmla="*/ 1320313 w 2157238"/>
              <a:gd name="csY183" fmla="*/ 961826 h 1248625"/>
              <a:gd name="csX184" fmla="*/ 1327536 w 2157238"/>
              <a:gd name="csY184" fmla="*/ 952668 h 1248625"/>
              <a:gd name="csX185" fmla="*/ 1334749 w 2157238"/>
              <a:gd name="csY185" fmla="*/ 943536 h 1248625"/>
              <a:gd name="csX186" fmla="*/ 1341962 w 2157238"/>
              <a:gd name="csY186" fmla="*/ 934431 h 1248625"/>
              <a:gd name="csX187" fmla="*/ 1349175 w 2157238"/>
              <a:gd name="csY187" fmla="*/ 925360 h 1248625"/>
              <a:gd name="csX188" fmla="*/ 1356387 w 2157238"/>
              <a:gd name="csY188" fmla="*/ 916323 h 1248625"/>
              <a:gd name="csX189" fmla="*/ 1363611 w 2157238"/>
              <a:gd name="csY189" fmla="*/ 907325 h 1248625"/>
              <a:gd name="csX190" fmla="*/ 1370823 w 2157238"/>
              <a:gd name="csY190" fmla="*/ 898366 h 1248625"/>
              <a:gd name="csX191" fmla="*/ 1378036 w 2157238"/>
              <a:gd name="csY191" fmla="*/ 889446 h 1248625"/>
              <a:gd name="csX192" fmla="*/ 1385249 w 2157238"/>
              <a:gd name="csY192" fmla="*/ 880567 h 1248625"/>
              <a:gd name="csX193" fmla="*/ 1392461 w 2157238"/>
              <a:gd name="csY193" fmla="*/ 871730 h 1248625"/>
              <a:gd name="csX194" fmla="*/ 1399685 w 2157238"/>
              <a:gd name="csY194" fmla="*/ 862934 h 1248625"/>
              <a:gd name="csX195" fmla="*/ 1406897 w 2157238"/>
              <a:gd name="csY195" fmla="*/ 854178 h 1248625"/>
              <a:gd name="csX196" fmla="*/ 1414110 w 2157238"/>
              <a:gd name="csY196" fmla="*/ 845463 h 1248625"/>
              <a:gd name="csX197" fmla="*/ 1421323 w 2157238"/>
              <a:gd name="csY197" fmla="*/ 836786 h 1248625"/>
              <a:gd name="csX198" fmla="*/ 1428535 w 2157238"/>
              <a:gd name="csY198" fmla="*/ 828147 h 1248625"/>
              <a:gd name="csX199" fmla="*/ 1435759 w 2157238"/>
              <a:gd name="csY199" fmla="*/ 819544 h 1248625"/>
              <a:gd name="csX200" fmla="*/ 1442971 w 2157238"/>
              <a:gd name="csY200" fmla="*/ 810977 h 1248625"/>
              <a:gd name="csX201" fmla="*/ 1450184 w 2157238"/>
              <a:gd name="csY201" fmla="*/ 802444 h 1248625"/>
              <a:gd name="csX202" fmla="*/ 1457397 w 2157238"/>
              <a:gd name="csY202" fmla="*/ 793941 h 1248625"/>
              <a:gd name="csX203" fmla="*/ 1464609 w 2157238"/>
              <a:gd name="csY203" fmla="*/ 785469 h 1248625"/>
              <a:gd name="csX204" fmla="*/ 1471833 w 2157238"/>
              <a:gd name="csY204" fmla="*/ 777025 h 1248625"/>
              <a:gd name="csX205" fmla="*/ 1479045 w 2157238"/>
              <a:gd name="csY205" fmla="*/ 768607 h 1248625"/>
              <a:gd name="csX206" fmla="*/ 1486258 w 2157238"/>
              <a:gd name="csY206" fmla="*/ 760214 h 1248625"/>
              <a:gd name="csX207" fmla="*/ 1493471 w 2157238"/>
              <a:gd name="csY207" fmla="*/ 751845 h 1248625"/>
              <a:gd name="csX208" fmla="*/ 1500683 w 2157238"/>
              <a:gd name="csY208" fmla="*/ 743497 h 1248625"/>
              <a:gd name="csX209" fmla="*/ 1507907 w 2157238"/>
              <a:gd name="csY209" fmla="*/ 735168 h 1248625"/>
              <a:gd name="csX210" fmla="*/ 1515119 w 2157238"/>
              <a:gd name="csY210" fmla="*/ 726857 h 1248625"/>
              <a:gd name="csX211" fmla="*/ 1522332 w 2157238"/>
              <a:gd name="csY211" fmla="*/ 718563 h 1248625"/>
              <a:gd name="csX212" fmla="*/ 1529545 w 2157238"/>
              <a:gd name="csY212" fmla="*/ 710284 h 1248625"/>
              <a:gd name="csX213" fmla="*/ 1536757 w 2157238"/>
              <a:gd name="csY213" fmla="*/ 702020 h 1248625"/>
              <a:gd name="csX214" fmla="*/ 1543981 w 2157238"/>
              <a:gd name="csY214" fmla="*/ 693767 h 1248625"/>
              <a:gd name="csX215" fmla="*/ 1551193 w 2157238"/>
              <a:gd name="csY215" fmla="*/ 685526 h 1248625"/>
              <a:gd name="csX216" fmla="*/ 1558406 w 2157238"/>
              <a:gd name="csY216" fmla="*/ 677295 h 1248625"/>
              <a:gd name="csX217" fmla="*/ 1565619 w 2157238"/>
              <a:gd name="csY217" fmla="*/ 669074 h 1248625"/>
              <a:gd name="csX218" fmla="*/ 1572831 w 2157238"/>
              <a:gd name="csY218" fmla="*/ 660859 h 1248625"/>
              <a:gd name="csX219" fmla="*/ 1580055 w 2157238"/>
              <a:gd name="csY219" fmla="*/ 652654 h 1248625"/>
              <a:gd name="csX220" fmla="*/ 1587267 w 2157238"/>
              <a:gd name="csY220" fmla="*/ 644454 h 1248625"/>
              <a:gd name="csX221" fmla="*/ 1594480 w 2157238"/>
              <a:gd name="csY221" fmla="*/ 636260 h 1248625"/>
              <a:gd name="csX222" fmla="*/ 1601693 w 2157238"/>
              <a:gd name="csY222" fmla="*/ 628073 h 1248625"/>
              <a:gd name="csX223" fmla="*/ 1608905 w 2157238"/>
              <a:gd name="csY223" fmla="*/ 619888 h 1248625"/>
              <a:gd name="csX224" fmla="*/ 1616129 w 2157238"/>
              <a:gd name="csY224" fmla="*/ 611708 h 1248625"/>
              <a:gd name="csX225" fmla="*/ 1623341 w 2157238"/>
              <a:gd name="csY225" fmla="*/ 603533 h 1248625"/>
              <a:gd name="csX226" fmla="*/ 1630554 w 2157238"/>
              <a:gd name="csY226" fmla="*/ 595359 h 1248625"/>
              <a:gd name="csX227" fmla="*/ 1637767 w 2157238"/>
              <a:gd name="csY227" fmla="*/ 587189 h 1248625"/>
              <a:gd name="csX228" fmla="*/ 1644990 w 2157238"/>
              <a:gd name="csY228" fmla="*/ 579020 h 1248625"/>
              <a:gd name="csX229" fmla="*/ 1652203 w 2157238"/>
              <a:gd name="csY229" fmla="*/ 570854 h 1248625"/>
              <a:gd name="csX230" fmla="*/ 1659415 w 2157238"/>
              <a:gd name="csY230" fmla="*/ 562690 h 1248625"/>
              <a:gd name="csX231" fmla="*/ 1666628 w 2157238"/>
              <a:gd name="csY231" fmla="*/ 554527 h 1248625"/>
              <a:gd name="csX232" fmla="*/ 1673841 w 2157238"/>
              <a:gd name="csY232" fmla="*/ 546365 h 1248625"/>
              <a:gd name="csX233" fmla="*/ 1681064 w 2157238"/>
              <a:gd name="csY233" fmla="*/ 538205 h 1248625"/>
              <a:gd name="csX234" fmla="*/ 1688277 w 2157238"/>
              <a:gd name="csY234" fmla="*/ 530046 h 1248625"/>
              <a:gd name="csX235" fmla="*/ 1695489 w 2157238"/>
              <a:gd name="csY235" fmla="*/ 521887 h 1248625"/>
              <a:gd name="csX236" fmla="*/ 1702702 w 2157238"/>
              <a:gd name="csY236" fmla="*/ 513730 h 1248625"/>
              <a:gd name="csX237" fmla="*/ 1709915 w 2157238"/>
              <a:gd name="csY237" fmla="*/ 505572 h 1248625"/>
              <a:gd name="csX238" fmla="*/ 1717138 w 2157238"/>
              <a:gd name="csY238" fmla="*/ 497415 h 1248625"/>
              <a:gd name="csX239" fmla="*/ 1724351 w 2157238"/>
              <a:gd name="csY239" fmla="*/ 489259 h 1248625"/>
              <a:gd name="csX240" fmla="*/ 1731563 w 2157238"/>
              <a:gd name="csY240" fmla="*/ 481103 h 1248625"/>
              <a:gd name="csX241" fmla="*/ 1738776 w 2157238"/>
              <a:gd name="csY241" fmla="*/ 472947 h 1248625"/>
              <a:gd name="csX242" fmla="*/ 1745989 w 2157238"/>
              <a:gd name="csY242" fmla="*/ 464792 h 1248625"/>
              <a:gd name="csX243" fmla="*/ 1753212 w 2157238"/>
              <a:gd name="csY243" fmla="*/ 456636 h 1248625"/>
              <a:gd name="csX244" fmla="*/ 1760425 w 2157238"/>
              <a:gd name="csY244" fmla="*/ 448482 h 1248625"/>
              <a:gd name="csX245" fmla="*/ 1767637 w 2157238"/>
              <a:gd name="csY245" fmla="*/ 440326 h 1248625"/>
              <a:gd name="csX246" fmla="*/ 1774850 w 2157238"/>
              <a:gd name="csY246" fmla="*/ 432172 h 1248625"/>
              <a:gd name="csX247" fmla="*/ 1782063 w 2157238"/>
              <a:gd name="csY247" fmla="*/ 424018 h 1248625"/>
              <a:gd name="csX248" fmla="*/ 1789286 w 2157238"/>
              <a:gd name="csY248" fmla="*/ 415863 h 1248625"/>
              <a:gd name="csX249" fmla="*/ 1796499 w 2157238"/>
              <a:gd name="csY249" fmla="*/ 407709 h 1248625"/>
              <a:gd name="csX250" fmla="*/ 1803711 w 2157238"/>
              <a:gd name="csY250" fmla="*/ 399554 h 1248625"/>
              <a:gd name="csX251" fmla="*/ 1810924 w 2157238"/>
              <a:gd name="csY251" fmla="*/ 391400 h 1248625"/>
              <a:gd name="csX252" fmla="*/ 1818137 w 2157238"/>
              <a:gd name="csY252" fmla="*/ 383246 h 1248625"/>
              <a:gd name="csX253" fmla="*/ 1825360 w 2157238"/>
              <a:gd name="csY253" fmla="*/ 375091 h 1248625"/>
              <a:gd name="csX254" fmla="*/ 1832573 w 2157238"/>
              <a:gd name="csY254" fmla="*/ 366937 h 1248625"/>
              <a:gd name="csX255" fmla="*/ 1839785 w 2157238"/>
              <a:gd name="csY255" fmla="*/ 358783 h 1248625"/>
              <a:gd name="csX256" fmla="*/ 1846998 w 2157238"/>
              <a:gd name="csY256" fmla="*/ 350628 h 1248625"/>
              <a:gd name="csX257" fmla="*/ 1854211 w 2157238"/>
              <a:gd name="csY257" fmla="*/ 342474 h 1248625"/>
              <a:gd name="csX258" fmla="*/ 1861434 w 2157238"/>
              <a:gd name="csY258" fmla="*/ 334321 h 1248625"/>
              <a:gd name="csX259" fmla="*/ 1868647 w 2157238"/>
              <a:gd name="csY259" fmla="*/ 326166 h 1248625"/>
              <a:gd name="csX260" fmla="*/ 1875859 w 2157238"/>
              <a:gd name="csY260" fmla="*/ 318012 h 1248625"/>
              <a:gd name="csX261" fmla="*/ 1883072 w 2157238"/>
              <a:gd name="csY261" fmla="*/ 309857 h 1248625"/>
              <a:gd name="csX262" fmla="*/ 1890285 w 2157238"/>
              <a:gd name="csY262" fmla="*/ 301703 h 1248625"/>
              <a:gd name="csX263" fmla="*/ 1897508 w 2157238"/>
              <a:gd name="csY263" fmla="*/ 293549 h 1248625"/>
              <a:gd name="csX264" fmla="*/ 1904721 w 2157238"/>
              <a:gd name="csY264" fmla="*/ 285395 h 1248625"/>
              <a:gd name="csX265" fmla="*/ 1911933 w 2157238"/>
              <a:gd name="csY265" fmla="*/ 277241 h 1248625"/>
              <a:gd name="csX266" fmla="*/ 1919146 w 2157238"/>
              <a:gd name="csY266" fmla="*/ 269087 h 1248625"/>
              <a:gd name="csX267" fmla="*/ 1926359 w 2157238"/>
              <a:gd name="csY267" fmla="*/ 260932 h 1248625"/>
              <a:gd name="csX268" fmla="*/ 1933582 w 2157238"/>
              <a:gd name="csY268" fmla="*/ 252779 h 1248625"/>
              <a:gd name="csX269" fmla="*/ 1940795 w 2157238"/>
              <a:gd name="csY269" fmla="*/ 244625 h 1248625"/>
              <a:gd name="csX270" fmla="*/ 1948007 w 2157238"/>
              <a:gd name="csY270" fmla="*/ 236470 h 1248625"/>
              <a:gd name="csX271" fmla="*/ 1955220 w 2157238"/>
              <a:gd name="csY271" fmla="*/ 228316 h 1248625"/>
              <a:gd name="csX272" fmla="*/ 1962433 w 2157238"/>
              <a:gd name="csY272" fmla="*/ 220162 h 1248625"/>
              <a:gd name="csX273" fmla="*/ 1969656 w 2157238"/>
              <a:gd name="csY273" fmla="*/ 212008 h 1248625"/>
              <a:gd name="csX274" fmla="*/ 1976869 w 2157238"/>
              <a:gd name="csY274" fmla="*/ 203854 h 1248625"/>
              <a:gd name="csX275" fmla="*/ 1984081 w 2157238"/>
              <a:gd name="csY275" fmla="*/ 195699 h 1248625"/>
              <a:gd name="csX276" fmla="*/ 1991294 w 2157238"/>
              <a:gd name="csY276" fmla="*/ 187545 h 1248625"/>
              <a:gd name="csX277" fmla="*/ 1998507 w 2157238"/>
              <a:gd name="csY277" fmla="*/ 179391 h 1248625"/>
              <a:gd name="csX278" fmla="*/ 2005730 w 2157238"/>
              <a:gd name="csY278" fmla="*/ 171237 h 1248625"/>
              <a:gd name="csX279" fmla="*/ 2012943 w 2157238"/>
              <a:gd name="csY279" fmla="*/ 163083 h 1248625"/>
              <a:gd name="csX280" fmla="*/ 2020155 w 2157238"/>
              <a:gd name="csY280" fmla="*/ 154929 h 1248625"/>
              <a:gd name="csX281" fmla="*/ 2027368 w 2157238"/>
              <a:gd name="csY281" fmla="*/ 146774 h 1248625"/>
              <a:gd name="csX282" fmla="*/ 2034591 w 2157238"/>
              <a:gd name="csY282" fmla="*/ 138620 h 1248625"/>
              <a:gd name="csX283" fmla="*/ 2041804 w 2157238"/>
              <a:gd name="csY283" fmla="*/ 130467 h 1248625"/>
              <a:gd name="csX284" fmla="*/ 2049017 w 2157238"/>
              <a:gd name="csY284" fmla="*/ 122312 h 1248625"/>
              <a:gd name="csX285" fmla="*/ 2056229 w 2157238"/>
              <a:gd name="csY285" fmla="*/ 114158 h 1248625"/>
              <a:gd name="csX286" fmla="*/ 2063442 w 2157238"/>
              <a:gd name="csY286" fmla="*/ 106004 h 1248625"/>
              <a:gd name="csX287" fmla="*/ 2070665 w 2157238"/>
              <a:gd name="csY287" fmla="*/ 97850 h 1248625"/>
              <a:gd name="csX288" fmla="*/ 2077878 w 2157238"/>
              <a:gd name="csY288" fmla="*/ 89696 h 1248625"/>
              <a:gd name="csX289" fmla="*/ 2085091 w 2157238"/>
              <a:gd name="csY289" fmla="*/ 81541 h 1248625"/>
              <a:gd name="csX290" fmla="*/ 2092304 w 2157238"/>
              <a:gd name="csY290" fmla="*/ 73387 h 1248625"/>
              <a:gd name="csX291" fmla="*/ 2099516 w 2157238"/>
              <a:gd name="csY291" fmla="*/ 65233 h 1248625"/>
              <a:gd name="csX292" fmla="*/ 2106740 w 2157238"/>
              <a:gd name="csY292" fmla="*/ 57079 h 1248625"/>
              <a:gd name="csX293" fmla="*/ 2113952 w 2157238"/>
              <a:gd name="csY293" fmla="*/ 48925 h 1248625"/>
              <a:gd name="csX294" fmla="*/ 2121165 w 2157238"/>
              <a:gd name="csY294" fmla="*/ 40771 h 1248625"/>
              <a:gd name="csX295" fmla="*/ 2128378 w 2157238"/>
              <a:gd name="csY295" fmla="*/ 32616 h 1248625"/>
              <a:gd name="csX296" fmla="*/ 2135590 w 2157238"/>
              <a:gd name="csY296" fmla="*/ 24462 h 1248625"/>
              <a:gd name="csX297" fmla="*/ 2142814 w 2157238"/>
              <a:gd name="csY297" fmla="*/ 16309 h 1248625"/>
              <a:gd name="csX298" fmla="*/ 2150026 w 2157238"/>
              <a:gd name="csY298" fmla="*/ 8154 h 1248625"/>
              <a:gd name="csX299" fmla="*/ 2157239 w 2157238"/>
              <a:gd name="csY299" fmla="*/ 0 h 1248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157238" h="1248625">
                <a:moveTo>
                  <a:pt x="0" y="1219047"/>
                </a:moveTo>
                <a:lnTo>
                  <a:pt x="7215" y="1219047"/>
                </a:lnTo>
                <a:lnTo>
                  <a:pt x="14430" y="1219047"/>
                </a:lnTo>
                <a:lnTo>
                  <a:pt x="21644" y="1219047"/>
                </a:lnTo>
                <a:lnTo>
                  <a:pt x="28859" y="1219047"/>
                </a:lnTo>
                <a:lnTo>
                  <a:pt x="36074" y="1219047"/>
                </a:lnTo>
                <a:lnTo>
                  <a:pt x="43289" y="1219047"/>
                </a:lnTo>
                <a:lnTo>
                  <a:pt x="50504" y="1219047"/>
                </a:lnTo>
                <a:lnTo>
                  <a:pt x="57718" y="1219047"/>
                </a:lnTo>
                <a:lnTo>
                  <a:pt x="64933" y="1219047"/>
                </a:lnTo>
                <a:lnTo>
                  <a:pt x="72148" y="1219047"/>
                </a:lnTo>
                <a:lnTo>
                  <a:pt x="79364" y="1219047"/>
                </a:lnTo>
                <a:lnTo>
                  <a:pt x="86579" y="1219047"/>
                </a:lnTo>
                <a:lnTo>
                  <a:pt x="93794" y="1219047"/>
                </a:lnTo>
                <a:lnTo>
                  <a:pt x="101008" y="1219047"/>
                </a:lnTo>
                <a:lnTo>
                  <a:pt x="108223" y="1219047"/>
                </a:lnTo>
                <a:lnTo>
                  <a:pt x="115438" y="1219047"/>
                </a:lnTo>
                <a:lnTo>
                  <a:pt x="122653" y="1219047"/>
                </a:lnTo>
                <a:lnTo>
                  <a:pt x="129868" y="1219047"/>
                </a:lnTo>
                <a:lnTo>
                  <a:pt x="137082" y="1219047"/>
                </a:lnTo>
                <a:lnTo>
                  <a:pt x="144297" y="1219047"/>
                </a:lnTo>
                <a:lnTo>
                  <a:pt x="151512" y="1219047"/>
                </a:lnTo>
                <a:lnTo>
                  <a:pt x="158727" y="1219047"/>
                </a:lnTo>
                <a:lnTo>
                  <a:pt x="165942" y="1219047"/>
                </a:lnTo>
                <a:lnTo>
                  <a:pt x="173156" y="1219047"/>
                </a:lnTo>
                <a:lnTo>
                  <a:pt x="180371" y="1219047"/>
                </a:lnTo>
                <a:lnTo>
                  <a:pt x="187586" y="1219047"/>
                </a:lnTo>
                <a:lnTo>
                  <a:pt x="194801" y="1219047"/>
                </a:lnTo>
                <a:lnTo>
                  <a:pt x="202016" y="1219047"/>
                </a:lnTo>
                <a:lnTo>
                  <a:pt x="209230" y="1219047"/>
                </a:lnTo>
                <a:lnTo>
                  <a:pt x="216445" y="1219047"/>
                </a:lnTo>
                <a:lnTo>
                  <a:pt x="223660" y="1219047"/>
                </a:lnTo>
                <a:lnTo>
                  <a:pt x="230875" y="1219047"/>
                </a:lnTo>
                <a:lnTo>
                  <a:pt x="238090" y="1219047"/>
                </a:lnTo>
                <a:lnTo>
                  <a:pt x="245304" y="1219047"/>
                </a:lnTo>
                <a:lnTo>
                  <a:pt x="252519" y="1219047"/>
                </a:lnTo>
                <a:lnTo>
                  <a:pt x="259734" y="1219047"/>
                </a:lnTo>
                <a:lnTo>
                  <a:pt x="266950" y="1219047"/>
                </a:lnTo>
                <a:lnTo>
                  <a:pt x="274165" y="1219047"/>
                </a:lnTo>
                <a:lnTo>
                  <a:pt x="281379" y="1219047"/>
                </a:lnTo>
                <a:lnTo>
                  <a:pt x="288594" y="1219047"/>
                </a:lnTo>
                <a:lnTo>
                  <a:pt x="295809" y="1219047"/>
                </a:lnTo>
                <a:lnTo>
                  <a:pt x="303024" y="1219047"/>
                </a:lnTo>
                <a:lnTo>
                  <a:pt x="310239" y="1219047"/>
                </a:lnTo>
                <a:lnTo>
                  <a:pt x="317453" y="1219047"/>
                </a:lnTo>
                <a:lnTo>
                  <a:pt x="324668" y="1219047"/>
                </a:lnTo>
                <a:lnTo>
                  <a:pt x="331883" y="1219047"/>
                </a:lnTo>
                <a:lnTo>
                  <a:pt x="339098" y="1219047"/>
                </a:lnTo>
                <a:lnTo>
                  <a:pt x="346313" y="1219047"/>
                </a:lnTo>
                <a:lnTo>
                  <a:pt x="353527" y="1219047"/>
                </a:lnTo>
                <a:lnTo>
                  <a:pt x="360742" y="1219047"/>
                </a:lnTo>
                <a:lnTo>
                  <a:pt x="367957" y="1219047"/>
                </a:lnTo>
                <a:lnTo>
                  <a:pt x="375172" y="1219047"/>
                </a:lnTo>
                <a:lnTo>
                  <a:pt x="382387" y="1219047"/>
                </a:lnTo>
                <a:lnTo>
                  <a:pt x="389601" y="1219047"/>
                </a:lnTo>
                <a:lnTo>
                  <a:pt x="396816" y="1219047"/>
                </a:lnTo>
                <a:lnTo>
                  <a:pt x="404031" y="1219047"/>
                </a:lnTo>
                <a:lnTo>
                  <a:pt x="411246" y="1219047"/>
                </a:lnTo>
                <a:lnTo>
                  <a:pt x="418461" y="1219047"/>
                </a:lnTo>
                <a:lnTo>
                  <a:pt x="425675" y="1219058"/>
                </a:lnTo>
                <a:lnTo>
                  <a:pt x="432890" y="1219058"/>
                </a:lnTo>
                <a:lnTo>
                  <a:pt x="440105" y="1219058"/>
                </a:lnTo>
                <a:lnTo>
                  <a:pt x="447321" y="1219058"/>
                </a:lnTo>
                <a:lnTo>
                  <a:pt x="454536" y="1219058"/>
                </a:lnTo>
                <a:lnTo>
                  <a:pt x="461751" y="1219069"/>
                </a:lnTo>
                <a:lnTo>
                  <a:pt x="468965" y="1219069"/>
                </a:lnTo>
                <a:lnTo>
                  <a:pt x="476180" y="1219080"/>
                </a:lnTo>
                <a:lnTo>
                  <a:pt x="483395" y="1219080"/>
                </a:lnTo>
                <a:lnTo>
                  <a:pt x="490610" y="1219090"/>
                </a:lnTo>
                <a:lnTo>
                  <a:pt x="497825" y="1219101"/>
                </a:lnTo>
                <a:lnTo>
                  <a:pt x="505039" y="1219112"/>
                </a:lnTo>
                <a:lnTo>
                  <a:pt x="512254" y="1219122"/>
                </a:lnTo>
                <a:lnTo>
                  <a:pt x="519469" y="1219133"/>
                </a:lnTo>
                <a:lnTo>
                  <a:pt x="526684" y="1219154"/>
                </a:lnTo>
                <a:lnTo>
                  <a:pt x="533899" y="1219165"/>
                </a:lnTo>
                <a:lnTo>
                  <a:pt x="541113" y="1219197"/>
                </a:lnTo>
                <a:lnTo>
                  <a:pt x="548328" y="1219219"/>
                </a:lnTo>
                <a:lnTo>
                  <a:pt x="555543" y="1219251"/>
                </a:lnTo>
                <a:lnTo>
                  <a:pt x="562758" y="1219283"/>
                </a:lnTo>
                <a:lnTo>
                  <a:pt x="569973" y="1219326"/>
                </a:lnTo>
                <a:lnTo>
                  <a:pt x="577187" y="1219368"/>
                </a:lnTo>
                <a:lnTo>
                  <a:pt x="584402" y="1219422"/>
                </a:lnTo>
                <a:lnTo>
                  <a:pt x="591617" y="1219476"/>
                </a:lnTo>
                <a:lnTo>
                  <a:pt x="598832" y="1219550"/>
                </a:lnTo>
                <a:lnTo>
                  <a:pt x="606047" y="1219625"/>
                </a:lnTo>
                <a:lnTo>
                  <a:pt x="613261" y="1219711"/>
                </a:lnTo>
                <a:lnTo>
                  <a:pt x="620476" y="1219807"/>
                </a:lnTo>
                <a:lnTo>
                  <a:pt x="627691" y="1219914"/>
                </a:lnTo>
                <a:lnTo>
                  <a:pt x="634907" y="1220043"/>
                </a:lnTo>
                <a:lnTo>
                  <a:pt x="642122" y="1220182"/>
                </a:lnTo>
                <a:lnTo>
                  <a:pt x="649336" y="1220342"/>
                </a:lnTo>
                <a:lnTo>
                  <a:pt x="656551" y="1220514"/>
                </a:lnTo>
                <a:lnTo>
                  <a:pt x="663766" y="1220706"/>
                </a:lnTo>
                <a:lnTo>
                  <a:pt x="670981" y="1220920"/>
                </a:lnTo>
                <a:lnTo>
                  <a:pt x="678196" y="1221166"/>
                </a:lnTo>
                <a:lnTo>
                  <a:pt x="685411" y="1221423"/>
                </a:lnTo>
                <a:lnTo>
                  <a:pt x="692625" y="1221712"/>
                </a:lnTo>
                <a:lnTo>
                  <a:pt x="699840" y="1222033"/>
                </a:lnTo>
                <a:lnTo>
                  <a:pt x="707055" y="1222386"/>
                </a:lnTo>
                <a:lnTo>
                  <a:pt x="714270" y="1222761"/>
                </a:lnTo>
                <a:lnTo>
                  <a:pt x="721485" y="1223178"/>
                </a:lnTo>
                <a:lnTo>
                  <a:pt x="728699" y="1223628"/>
                </a:lnTo>
                <a:lnTo>
                  <a:pt x="735914" y="1224109"/>
                </a:lnTo>
                <a:lnTo>
                  <a:pt x="743129" y="1224634"/>
                </a:lnTo>
                <a:lnTo>
                  <a:pt x="750344" y="1225190"/>
                </a:lnTo>
                <a:lnTo>
                  <a:pt x="757559" y="1225789"/>
                </a:lnTo>
                <a:lnTo>
                  <a:pt x="764773" y="1226431"/>
                </a:lnTo>
                <a:lnTo>
                  <a:pt x="771988" y="1227116"/>
                </a:lnTo>
                <a:lnTo>
                  <a:pt x="779203" y="1227844"/>
                </a:lnTo>
                <a:lnTo>
                  <a:pt x="786416" y="1228604"/>
                </a:lnTo>
                <a:lnTo>
                  <a:pt x="793628" y="1229417"/>
                </a:lnTo>
                <a:lnTo>
                  <a:pt x="800852" y="1230262"/>
                </a:lnTo>
                <a:lnTo>
                  <a:pt x="808064" y="1231140"/>
                </a:lnTo>
                <a:lnTo>
                  <a:pt x="815277" y="1232060"/>
                </a:lnTo>
                <a:lnTo>
                  <a:pt x="822490" y="1233013"/>
                </a:lnTo>
                <a:lnTo>
                  <a:pt x="829702" y="1233986"/>
                </a:lnTo>
                <a:lnTo>
                  <a:pt x="836926" y="1234992"/>
                </a:lnTo>
                <a:lnTo>
                  <a:pt x="844138" y="1236020"/>
                </a:lnTo>
                <a:lnTo>
                  <a:pt x="851351" y="1237058"/>
                </a:lnTo>
                <a:lnTo>
                  <a:pt x="858564" y="1238106"/>
                </a:lnTo>
                <a:lnTo>
                  <a:pt x="865776" y="1239155"/>
                </a:lnTo>
                <a:lnTo>
                  <a:pt x="873000" y="1240204"/>
                </a:lnTo>
                <a:lnTo>
                  <a:pt x="880212" y="1241231"/>
                </a:lnTo>
                <a:lnTo>
                  <a:pt x="887425" y="1242237"/>
                </a:lnTo>
                <a:lnTo>
                  <a:pt x="894638" y="1243211"/>
                </a:lnTo>
                <a:lnTo>
                  <a:pt x="901850" y="1244153"/>
                </a:lnTo>
                <a:lnTo>
                  <a:pt x="909074" y="1245030"/>
                </a:lnTo>
                <a:lnTo>
                  <a:pt x="916286" y="1245843"/>
                </a:lnTo>
                <a:lnTo>
                  <a:pt x="923499" y="1246571"/>
                </a:lnTo>
                <a:lnTo>
                  <a:pt x="930712" y="1247224"/>
                </a:lnTo>
                <a:lnTo>
                  <a:pt x="937935" y="1247759"/>
                </a:lnTo>
                <a:lnTo>
                  <a:pt x="945148" y="1248187"/>
                </a:lnTo>
                <a:lnTo>
                  <a:pt x="952360" y="1248476"/>
                </a:lnTo>
                <a:lnTo>
                  <a:pt x="959573" y="1248626"/>
                </a:lnTo>
                <a:lnTo>
                  <a:pt x="966786" y="1248615"/>
                </a:lnTo>
                <a:lnTo>
                  <a:pt x="974009" y="1248433"/>
                </a:lnTo>
                <a:lnTo>
                  <a:pt x="981222" y="1248069"/>
                </a:lnTo>
                <a:lnTo>
                  <a:pt x="988434" y="1247502"/>
                </a:lnTo>
                <a:lnTo>
                  <a:pt x="995647" y="1246721"/>
                </a:lnTo>
                <a:lnTo>
                  <a:pt x="1002860" y="1245715"/>
                </a:lnTo>
                <a:lnTo>
                  <a:pt x="1010083" y="1244474"/>
                </a:lnTo>
                <a:lnTo>
                  <a:pt x="1017296" y="1242976"/>
                </a:lnTo>
                <a:lnTo>
                  <a:pt x="1024508" y="1241231"/>
                </a:lnTo>
                <a:lnTo>
                  <a:pt x="1031721" y="1239209"/>
                </a:lnTo>
                <a:lnTo>
                  <a:pt x="1038934" y="1236908"/>
                </a:lnTo>
                <a:lnTo>
                  <a:pt x="1046157" y="1234329"/>
                </a:lnTo>
                <a:lnTo>
                  <a:pt x="1053370" y="1231461"/>
                </a:lnTo>
                <a:lnTo>
                  <a:pt x="1060582" y="1228283"/>
                </a:lnTo>
                <a:lnTo>
                  <a:pt x="1067795" y="1224816"/>
                </a:lnTo>
                <a:lnTo>
                  <a:pt x="1075008" y="1221049"/>
                </a:lnTo>
                <a:lnTo>
                  <a:pt x="1082231" y="1216971"/>
                </a:lnTo>
                <a:lnTo>
                  <a:pt x="1089444" y="1212584"/>
                </a:lnTo>
                <a:lnTo>
                  <a:pt x="1096656" y="1207907"/>
                </a:lnTo>
                <a:lnTo>
                  <a:pt x="1103869" y="1202921"/>
                </a:lnTo>
                <a:lnTo>
                  <a:pt x="1111082" y="1197634"/>
                </a:lnTo>
                <a:lnTo>
                  <a:pt x="1118305" y="1192059"/>
                </a:lnTo>
                <a:lnTo>
                  <a:pt x="1125518" y="1186205"/>
                </a:lnTo>
                <a:lnTo>
                  <a:pt x="1132730" y="1180073"/>
                </a:lnTo>
                <a:lnTo>
                  <a:pt x="1139943" y="1173663"/>
                </a:lnTo>
                <a:lnTo>
                  <a:pt x="1147156" y="1167007"/>
                </a:lnTo>
                <a:lnTo>
                  <a:pt x="1154379" y="1160094"/>
                </a:lnTo>
                <a:lnTo>
                  <a:pt x="1161592" y="1152946"/>
                </a:lnTo>
                <a:lnTo>
                  <a:pt x="1168804" y="1145573"/>
                </a:lnTo>
                <a:lnTo>
                  <a:pt x="1176017" y="1137985"/>
                </a:lnTo>
                <a:lnTo>
                  <a:pt x="1183230" y="1130205"/>
                </a:lnTo>
                <a:lnTo>
                  <a:pt x="1190453" y="1122233"/>
                </a:lnTo>
                <a:lnTo>
                  <a:pt x="1197666" y="1114089"/>
                </a:lnTo>
                <a:lnTo>
                  <a:pt x="1204878" y="1105785"/>
                </a:lnTo>
                <a:lnTo>
                  <a:pt x="1212091" y="1097331"/>
                </a:lnTo>
                <a:lnTo>
                  <a:pt x="1219304" y="1088759"/>
                </a:lnTo>
                <a:lnTo>
                  <a:pt x="1226527" y="1080059"/>
                </a:lnTo>
                <a:lnTo>
                  <a:pt x="1233740" y="1071263"/>
                </a:lnTo>
                <a:lnTo>
                  <a:pt x="1240953" y="1062370"/>
                </a:lnTo>
                <a:lnTo>
                  <a:pt x="1248165" y="1053402"/>
                </a:lnTo>
                <a:lnTo>
                  <a:pt x="1255378" y="1044371"/>
                </a:lnTo>
                <a:lnTo>
                  <a:pt x="1262601" y="1035285"/>
                </a:lnTo>
                <a:lnTo>
                  <a:pt x="1269814" y="1026157"/>
                </a:lnTo>
                <a:lnTo>
                  <a:pt x="1277027" y="1016997"/>
                </a:lnTo>
                <a:lnTo>
                  <a:pt x="1284239" y="1007804"/>
                </a:lnTo>
                <a:lnTo>
                  <a:pt x="1291463" y="998612"/>
                </a:lnTo>
                <a:lnTo>
                  <a:pt x="1298675" y="989398"/>
                </a:lnTo>
                <a:lnTo>
                  <a:pt x="1305888" y="980195"/>
                </a:lnTo>
                <a:lnTo>
                  <a:pt x="1313100" y="971006"/>
                </a:lnTo>
                <a:lnTo>
                  <a:pt x="1320313" y="961826"/>
                </a:lnTo>
                <a:lnTo>
                  <a:pt x="1327536" y="952668"/>
                </a:lnTo>
                <a:lnTo>
                  <a:pt x="1334749" y="943536"/>
                </a:lnTo>
                <a:lnTo>
                  <a:pt x="1341962" y="934431"/>
                </a:lnTo>
                <a:lnTo>
                  <a:pt x="1349175" y="925360"/>
                </a:lnTo>
                <a:lnTo>
                  <a:pt x="1356387" y="916323"/>
                </a:lnTo>
                <a:lnTo>
                  <a:pt x="1363611" y="907325"/>
                </a:lnTo>
                <a:lnTo>
                  <a:pt x="1370823" y="898366"/>
                </a:lnTo>
                <a:lnTo>
                  <a:pt x="1378036" y="889446"/>
                </a:lnTo>
                <a:lnTo>
                  <a:pt x="1385249" y="880567"/>
                </a:lnTo>
                <a:lnTo>
                  <a:pt x="1392461" y="871730"/>
                </a:lnTo>
                <a:lnTo>
                  <a:pt x="1399685" y="862934"/>
                </a:lnTo>
                <a:lnTo>
                  <a:pt x="1406897" y="854178"/>
                </a:lnTo>
                <a:lnTo>
                  <a:pt x="1414110" y="845463"/>
                </a:lnTo>
                <a:lnTo>
                  <a:pt x="1421323" y="836786"/>
                </a:lnTo>
                <a:lnTo>
                  <a:pt x="1428535" y="828147"/>
                </a:lnTo>
                <a:lnTo>
                  <a:pt x="1435759" y="819544"/>
                </a:lnTo>
                <a:lnTo>
                  <a:pt x="1442971" y="810977"/>
                </a:lnTo>
                <a:lnTo>
                  <a:pt x="1450184" y="802444"/>
                </a:lnTo>
                <a:lnTo>
                  <a:pt x="1457397" y="793941"/>
                </a:lnTo>
                <a:lnTo>
                  <a:pt x="1464609" y="785469"/>
                </a:lnTo>
                <a:lnTo>
                  <a:pt x="1471833" y="777025"/>
                </a:lnTo>
                <a:lnTo>
                  <a:pt x="1479045" y="768607"/>
                </a:lnTo>
                <a:lnTo>
                  <a:pt x="1486258" y="760214"/>
                </a:lnTo>
                <a:lnTo>
                  <a:pt x="1493471" y="751845"/>
                </a:lnTo>
                <a:lnTo>
                  <a:pt x="1500683" y="743497"/>
                </a:lnTo>
                <a:lnTo>
                  <a:pt x="1507907" y="735168"/>
                </a:lnTo>
                <a:lnTo>
                  <a:pt x="1515119" y="726857"/>
                </a:lnTo>
                <a:lnTo>
                  <a:pt x="1522332" y="718563"/>
                </a:lnTo>
                <a:lnTo>
                  <a:pt x="1529545" y="710284"/>
                </a:lnTo>
                <a:lnTo>
                  <a:pt x="1536757" y="702020"/>
                </a:lnTo>
                <a:lnTo>
                  <a:pt x="1543981" y="693767"/>
                </a:lnTo>
                <a:lnTo>
                  <a:pt x="1551193" y="685526"/>
                </a:lnTo>
                <a:lnTo>
                  <a:pt x="1558406" y="677295"/>
                </a:lnTo>
                <a:lnTo>
                  <a:pt x="1565619" y="669074"/>
                </a:lnTo>
                <a:lnTo>
                  <a:pt x="1572831" y="660859"/>
                </a:lnTo>
                <a:lnTo>
                  <a:pt x="1580055" y="652654"/>
                </a:lnTo>
                <a:lnTo>
                  <a:pt x="1587267" y="644454"/>
                </a:lnTo>
                <a:lnTo>
                  <a:pt x="1594480" y="636260"/>
                </a:lnTo>
                <a:lnTo>
                  <a:pt x="1601693" y="628073"/>
                </a:lnTo>
                <a:lnTo>
                  <a:pt x="1608905" y="619888"/>
                </a:lnTo>
                <a:lnTo>
                  <a:pt x="1616129" y="611708"/>
                </a:lnTo>
                <a:lnTo>
                  <a:pt x="1623341" y="603533"/>
                </a:lnTo>
                <a:lnTo>
                  <a:pt x="1630554" y="595359"/>
                </a:lnTo>
                <a:lnTo>
                  <a:pt x="1637767" y="587189"/>
                </a:lnTo>
                <a:lnTo>
                  <a:pt x="1644990" y="579020"/>
                </a:lnTo>
                <a:lnTo>
                  <a:pt x="1652203" y="570854"/>
                </a:lnTo>
                <a:lnTo>
                  <a:pt x="1659415" y="562690"/>
                </a:lnTo>
                <a:lnTo>
                  <a:pt x="1666628" y="554527"/>
                </a:lnTo>
                <a:lnTo>
                  <a:pt x="1673841" y="546365"/>
                </a:lnTo>
                <a:lnTo>
                  <a:pt x="1681064" y="538205"/>
                </a:lnTo>
                <a:lnTo>
                  <a:pt x="1688277" y="530046"/>
                </a:lnTo>
                <a:lnTo>
                  <a:pt x="1695489" y="521887"/>
                </a:lnTo>
                <a:lnTo>
                  <a:pt x="1702702" y="513730"/>
                </a:lnTo>
                <a:lnTo>
                  <a:pt x="1709915" y="505572"/>
                </a:lnTo>
                <a:lnTo>
                  <a:pt x="1717138" y="497415"/>
                </a:lnTo>
                <a:lnTo>
                  <a:pt x="1724351" y="489259"/>
                </a:lnTo>
                <a:lnTo>
                  <a:pt x="1731563" y="481103"/>
                </a:lnTo>
                <a:lnTo>
                  <a:pt x="1738776" y="472947"/>
                </a:lnTo>
                <a:lnTo>
                  <a:pt x="1745989" y="464792"/>
                </a:lnTo>
                <a:lnTo>
                  <a:pt x="1753212" y="456636"/>
                </a:lnTo>
                <a:lnTo>
                  <a:pt x="1760425" y="448482"/>
                </a:lnTo>
                <a:lnTo>
                  <a:pt x="1767637" y="440326"/>
                </a:lnTo>
                <a:lnTo>
                  <a:pt x="1774850" y="432172"/>
                </a:lnTo>
                <a:lnTo>
                  <a:pt x="1782063" y="424018"/>
                </a:lnTo>
                <a:lnTo>
                  <a:pt x="1789286" y="415863"/>
                </a:lnTo>
                <a:lnTo>
                  <a:pt x="1796499" y="407709"/>
                </a:lnTo>
                <a:lnTo>
                  <a:pt x="1803711" y="399554"/>
                </a:lnTo>
                <a:lnTo>
                  <a:pt x="1810924" y="391400"/>
                </a:lnTo>
                <a:lnTo>
                  <a:pt x="1818137" y="383246"/>
                </a:lnTo>
                <a:lnTo>
                  <a:pt x="1825360" y="375091"/>
                </a:lnTo>
                <a:lnTo>
                  <a:pt x="1832573" y="366937"/>
                </a:lnTo>
                <a:lnTo>
                  <a:pt x="1839785" y="358783"/>
                </a:lnTo>
                <a:lnTo>
                  <a:pt x="1846998" y="350628"/>
                </a:lnTo>
                <a:lnTo>
                  <a:pt x="1854211" y="342474"/>
                </a:lnTo>
                <a:lnTo>
                  <a:pt x="1861434" y="334321"/>
                </a:lnTo>
                <a:lnTo>
                  <a:pt x="1868647" y="326166"/>
                </a:lnTo>
                <a:lnTo>
                  <a:pt x="1875859" y="318012"/>
                </a:lnTo>
                <a:lnTo>
                  <a:pt x="1883072" y="309857"/>
                </a:lnTo>
                <a:lnTo>
                  <a:pt x="1890285" y="301703"/>
                </a:lnTo>
                <a:lnTo>
                  <a:pt x="1897508" y="293549"/>
                </a:lnTo>
                <a:lnTo>
                  <a:pt x="1904721" y="285395"/>
                </a:lnTo>
                <a:lnTo>
                  <a:pt x="1911933" y="277241"/>
                </a:lnTo>
                <a:lnTo>
                  <a:pt x="1919146" y="269087"/>
                </a:lnTo>
                <a:lnTo>
                  <a:pt x="1926359" y="260932"/>
                </a:lnTo>
                <a:lnTo>
                  <a:pt x="1933582" y="252779"/>
                </a:lnTo>
                <a:lnTo>
                  <a:pt x="1940795" y="244625"/>
                </a:lnTo>
                <a:lnTo>
                  <a:pt x="1948007" y="236470"/>
                </a:lnTo>
                <a:lnTo>
                  <a:pt x="1955220" y="228316"/>
                </a:lnTo>
                <a:lnTo>
                  <a:pt x="1962433" y="220162"/>
                </a:lnTo>
                <a:lnTo>
                  <a:pt x="1969656" y="212008"/>
                </a:lnTo>
                <a:lnTo>
                  <a:pt x="1976869" y="203854"/>
                </a:lnTo>
                <a:lnTo>
                  <a:pt x="1984081" y="195699"/>
                </a:lnTo>
                <a:lnTo>
                  <a:pt x="1991294" y="187545"/>
                </a:lnTo>
                <a:lnTo>
                  <a:pt x="1998507" y="179391"/>
                </a:lnTo>
                <a:lnTo>
                  <a:pt x="2005730" y="171237"/>
                </a:lnTo>
                <a:lnTo>
                  <a:pt x="2012943" y="163083"/>
                </a:lnTo>
                <a:lnTo>
                  <a:pt x="2020155" y="154929"/>
                </a:lnTo>
                <a:lnTo>
                  <a:pt x="2027368" y="146774"/>
                </a:lnTo>
                <a:lnTo>
                  <a:pt x="2034591" y="138620"/>
                </a:lnTo>
                <a:lnTo>
                  <a:pt x="2041804" y="130467"/>
                </a:lnTo>
                <a:lnTo>
                  <a:pt x="2049017" y="122312"/>
                </a:lnTo>
                <a:lnTo>
                  <a:pt x="2056229" y="114158"/>
                </a:lnTo>
                <a:lnTo>
                  <a:pt x="2063442" y="106004"/>
                </a:lnTo>
                <a:lnTo>
                  <a:pt x="2070665" y="97850"/>
                </a:lnTo>
                <a:lnTo>
                  <a:pt x="2077878" y="89696"/>
                </a:lnTo>
                <a:lnTo>
                  <a:pt x="2085091" y="81541"/>
                </a:lnTo>
                <a:lnTo>
                  <a:pt x="2092304" y="73387"/>
                </a:lnTo>
                <a:lnTo>
                  <a:pt x="2099516" y="65233"/>
                </a:lnTo>
                <a:lnTo>
                  <a:pt x="2106740" y="57079"/>
                </a:lnTo>
                <a:lnTo>
                  <a:pt x="2113952" y="48925"/>
                </a:lnTo>
                <a:lnTo>
                  <a:pt x="2121165" y="40771"/>
                </a:lnTo>
                <a:lnTo>
                  <a:pt x="2128378" y="32616"/>
                </a:lnTo>
                <a:lnTo>
                  <a:pt x="2135590" y="24462"/>
                </a:lnTo>
                <a:lnTo>
                  <a:pt x="2142814" y="16309"/>
                </a:lnTo>
                <a:lnTo>
                  <a:pt x="2150026" y="8154"/>
                </a:lnTo>
                <a:lnTo>
                  <a:pt x="2157239" y="0"/>
                </a:lnTo>
              </a:path>
            </a:pathLst>
          </a:custGeom>
          <a:noFill/>
          <a:ln w="12811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309" name="Group 3308">
            <a:extLst>
              <a:ext uri="{FF2B5EF4-FFF2-40B4-BE49-F238E27FC236}">
                <a16:creationId xmlns:a16="http://schemas.microsoft.com/office/drawing/2014/main" id="{3C0F5D7D-66C3-8C1D-BF10-E26DC2E8812C}"/>
              </a:ext>
            </a:extLst>
          </p:cNvPr>
          <p:cNvGrpSpPr/>
          <p:nvPr/>
        </p:nvGrpSpPr>
        <p:grpSpPr>
          <a:xfrm>
            <a:off x="4712759" y="3189989"/>
            <a:ext cx="1030949" cy="972976"/>
            <a:chOff x="4712759" y="3189989"/>
            <a:chExt cx="1030949" cy="972976"/>
          </a:xfrm>
        </p:grpSpPr>
        <p:sp>
          <p:nvSpPr>
            <p:cNvPr id="3252" name="Freeform 3251">
              <a:extLst>
                <a:ext uri="{FF2B5EF4-FFF2-40B4-BE49-F238E27FC236}">
                  <a16:creationId xmlns:a16="http://schemas.microsoft.com/office/drawing/2014/main" id="{FBF11B0C-C238-627C-56DB-14FE8FAA8406}"/>
                </a:ext>
              </a:extLst>
            </p:cNvPr>
            <p:cNvSpPr/>
            <p:nvPr/>
          </p:nvSpPr>
          <p:spPr>
            <a:xfrm>
              <a:off x="4712759" y="3189989"/>
              <a:ext cx="1030949" cy="972976"/>
            </a:xfrm>
            <a:custGeom>
              <a:avLst/>
              <a:gdLst>
                <a:gd name="csX0" fmla="*/ 0 w 1030949"/>
                <a:gd name="csY0" fmla="*/ 972976 h 972976"/>
                <a:gd name="csX1" fmla="*/ 1030950 w 1030949"/>
                <a:gd name="csY1" fmla="*/ 972976 h 972976"/>
                <a:gd name="csX2" fmla="*/ 1030950 w 1030949"/>
                <a:gd name="csY2" fmla="*/ 0 h 972976"/>
                <a:gd name="csX3" fmla="*/ 0 w 1030949"/>
                <a:gd name="csY3" fmla="*/ 0 h 972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0949" h="972976">
                  <a:moveTo>
                    <a:pt x="0" y="972976"/>
                  </a:moveTo>
                  <a:lnTo>
                    <a:pt x="1030950" y="972976"/>
                  </a:lnTo>
                  <a:lnTo>
                    <a:pt x="1030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3" name="Freeform 3252">
              <a:extLst>
                <a:ext uri="{FF2B5EF4-FFF2-40B4-BE49-F238E27FC236}">
                  <a16:creationId xmlns:a16="http://schemas.microsoft.com/office/drawing/2014/main" id="{1AF79209-1359-954F-6D27-BFBB9C968AB6}"/>
                </a:ext>
              </a:extLst>
            </p:cNvPr>
            <p:cNvSpPr/>
            <p:nvPr/>
          </p:nvSpPr>
          <p:spPr>
            <a:xfrm>
              <a:off x="4712759" y="3234215"/>
              <a:ext cx="1030949" cy="884524"/>
            </a:xfrm>
            <a:custGeom>
              <a:avLst/>
              <a:gdLst>
                <a:gd name="csX0" fmla="*/ 0 w 1030949"/>
                <a:gd name="csY0" fmla="*/ 972976 h 972976"/>
                <a:gd name="csX1" fmla="*/ 1030950 w 1030949"/>
                <a:gd name="csY1" fmla="*/ 972976 h 972976"/>
                <a:gd name="csX2" fmla="*/ 1030950 w 1030949"/>
                <a:gd name="csY2" fmla="*/ 0 h 972976"/>
                <a:gd name="csX3" fmla="*/ 0 w 1030949"/>
                <a:gd name="csY3" fmla="*/ 0 h 972976"/>
                <a:gd name="csX4" fmla="*/ 0 w 1030949"/>
                <a:gd name="csY4" fmla="*/ 972976 h 972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30949" h="972976">
                  <a:moveTo>
                    <a:pt x="0" y="972976"/>
                  </a:moveTo>
                  <a:lnTo>
                    <a:pt x="1030950" y="972976"/>
                  </a:lnTo>
                  <a:lnTo>
                    <a:pt x="1030950" y="0"/>
                  </a:lnTo>
                  <a:lnTo>
                    <a:pt x="0" y="0"/>
                  </a:lnTo>
                  <a:lnTo>
                    <a:pt x="0" y="972976"/>
                  </a:lnTo>
                </a:path>
              </a:pathLst>
            </a:custGeom>
            <a:noFill/>
            <a:ln w="4270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05" name="Group 3304">
            <a:extLst>
              <a:ext uri="{FF2B5EF4-FFF2-40B4-BE49-F238E27FC236}">
                <a16:creationId xmlns:a16="http://schemas.microsoft.com/office/drawing/2014/main" id="{52A0EF67-F1E8-2EE2-469A-D5DAC5447C20}"/>
              </a:ext>
            </a:extLst>
          </p:cNvPr>
          <p:cNvGrpSpPr/>
          <p:nvPr/>
        </p:nvGrpSpPr>
        <p:grpSpPr>
          <a:xfrm>
            <a:off x="4780250" y="3286939"/>
            <a:ext cx="920931" cy="194958"/>
            <a:chOff x="4780250" y="3286939"/>
            <a:chExt cx="920931" cy="194958"/>
          </a:xfrm>
        </p:grpSpPr>
        <p:sp>
          <p:nvSpPr>
            <p:cNvPr id="3254" name="Oval 3253">
              <a:extLst>
                <a:ext uri="{FF2B5EF4-FFF2-40B4-BE49-F238E27FC236}">
                  <a16:creationId xmlns:a16="http://schemas.microsoft.com/office/drawing/2014/main" id="{04F00D5E-1B6E-0672-079B-53CEC8E362DA}"/>
                </a:ext>
              </a:extLst>
            </p:cNvPr>
            <p:cNvSpPr/>
            <p:nvPr/>
          </p:nvSpPr>
          <p:spPr>
            <a:xfrm>
              <a:off x="4780250" y="3350446"/>
              <a:ext cx="68277" cy="68277"/>
            </a:xfrm>
            <a:prstGeom prst="ellipse">
              <a:avLst/>
            </a:prstGeom>
            <a:solidFill>
              <a:srgbClr val="FF0000"/>
            </a:solidFill>
            <a:ln w="5046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5" name="Freeform 3254">
              <a:extLst>
                <a:ext uri="{FF2B5EF4-FFF2-40B4-BE49-F238E27FC236}">
                  <a16:creationId xmlns:a16="http://schemas.microsoft.com/office/drawing/2014/main" id="{EBE57295-7609-3889-194B-886489EF97A4}"/>
                </a:ext>
              </a:extLst>
            </p:cNvPr>
            <p:cNvSpPr/>
            <p:nvPr/>
          </p:nvSpPr>
          <p:spPr>
            <a:xfrm>
              <a:off x="4978288" y="3350564"/>
              <a:ext cx="72600" cy="76999"/>
            </a:xfrm>
            <a:custGeom>
              <a:avLst/>
              <a:gdLst>
                <a:gd name="csX0" fmla="*/ 72601 w 72600"/>
                <a:gd name="csY0" fmla="*/ 57825 h 76999"/>
                <a:gd name="csX1" fmla="*/ 65983 w 72600"/>
                <a:gd name="csY1" fmla="*/ 77000 h 76999"/>
                <a:gd name="csX2" fmla="*/ 2142 w 72600"/>
                <a:gd name="csY2" fmla="*/ 77000 h 76999"/>
                <a:gd name="csX3" fmla="*/ 940 w 72600"/>
                <a:gd name="csY3" fmla="*/ 76962 h 76999"/>
                <a:gd name="csX4" fmla="*/ 338 w 72600"/>
                <a:gd name="csY4" fmla="*/ 76737 h 76999"/>
                <a:gd name="csX5" fmla="*/ 75 w 72600"/>
                <a:gd name="csY5" fmla="*/ 76135 h 76999"/>
                <a:gd name="csX6" fmla="*/ 751 w 72600"/>
                <a:gd name="csY6" fmla="*/ 74932 h 76999"/>
                <a:gd name="csX7" fmla="*/ 28086 w 72600"/>
                <a:gd name="csY7" fmla="*/ 41132 h 76999"/>
                <a:gd name="csX8" fmla="*/ 0 w 72600"/>
                <a:gd name="csY8" fmla="*/ 2482 h 76999"/>
                <a:gd name="csX9" fmla="*/ 301 w 72600"/>
                <a:gd name="csY9" fmla="*/ 377 h 76999"/>
                <a:gd name="csX10" fmla="*/ 2142 w 72600"/>
                <a:gd name="csY10" fmla="*/ 0 h 76999"/>
                <a:gd name="csX11" fmla="*/ 65983 w 72600"/>
                <a:gd name="csY11" fmla="*/ 0 h 76999"/>
                <a:gd name="csX12" fmla="*/ 72601 w 72600"/>
                <a:gd name="csY12" fmla="*/ 18010 h 76999"/>
                <a:gd name="csX13" fmla="*/ 70683 w 72600"/>
                <a:gd name="csY13" fmla="*/ 18010 h 76999"/>
                <a:gd name="csX14" fmla="*/ 68427 w 72600"/>
                <a:gd name="csY14" fmla="*/ 13723 h 76999"/>
                <a:gd name="csX15" fmla="*/ 65495 w 72600"/>
                <a:gd name="csY15" fmla="*/ 10302 h 76999"/>
                <a:gd name="csX16" fmla="*/ 61923 w 72600"/>
                <a:gd name="csY16" fmla="*/ 7746 h 76999"/>
                <a:gd name="csX17" fmla="*/ 58050 w 72600"/>
                <a:gd name="csY17" fmla="*/ 5865 h 76999"/>
                <a:gd name="csX18" fmla="*/ 53914 w 72600"/>
                <a:gd name="csY18" fmla="*/ 4588 h 76999"/>
                <a:gd name="csX19" fmla="*/ 49779 w 72600"/>
                <a:gd name="csY19" fmla="*/ 3760 h 76999"/>
                <a:gd name="csX20" fmla="*/ 45718 w 72600"/>
                <a:gd name="csY20" fmla="*/ 3309 h 76999"/>
                <a:gd name="csX21" fmla="*/ 42034 w 72600"/>
                <a:gd name="csY21" fmla="*/ 3122 h 76999"/>
                <a:gd name="csX22" fmla="*/ 38801 w 72600"/>
                <a:gd name="csY22" fmla="*/ 3083 h 76999"/>
                <a:gd name="csX23" fmla="*/ 8309 w 72600"/>
                <a:gd name="csY23" fmla="*/ 3083 h 76999"/>
                <a:gd name="csX24" fmla="*/ 33311 w 72600"/>
                <a:gd name="csY24" fmla="*/ 37410 h 76999"/>
                <a:gd name="csX25" fmla="*/ 33875 w 72600"/>
                <a:gd name="csY25" fmla="*/ 38500 h 76999"/>
                <a:gd name="csX26" fmla="*/ 33161 w 72600"/>
                <a:gd name="csY26" fmla="*/ 39741 h 76999"/>
                <a:gd name="csX27" fmla="*/ 6467 w 72600"/>
                <a:gd name="csY27" fmla="*/ 72752 h 76999"/>
                <a:gd name="csX28" fmla="*/ 39176 w 72600"/>
                <a:gd name="csY28" fmla="*/ 72752 h 76999"/>
                <a:gd name="csX29" fmla="*/ 57036 w 72600"/>
                <a:gd name="csY29" fmla="*/ 70533 h 76999"/>
                <a:gd name="csX30" fmla="*/ 65607 w 72600"/>
                <a:gd name="csY30" fmla="*/ 65495 h 76999"/>
                <a:gd name="csX31" fmla="*/ 70683 w 72600"/>
                <a:gd name="csY31" fmla="*/ 57825 h 76999"/>
                <a:gd name="csX32" fmla="*/ 72601 w 72600"/>
                <a:gd name="csY32" fmla="*/ 57825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72600" h="76999">
                  <a:moveTo>
                    <a:pt x="72601" y="57825"/>
                  </a:moveTo>
                  <a:lnTo>
                    <a:pt x="65983" y="77000"/>
                  </a:lnTo>
                  <a:lnTo>
                    <a:pt x="2142" y="77000"/>
                  </a:lnTo>
                  <a:cubicBezTo>
                    <a:pt x="1566" y="77000"/>
                    <a:pt x="1165" y="76987"/>
                    <a:pt x="940" y="76962"/>
                  </a:cubicBezTo>
                  <a:cubicBezTo>
                    <a:pt x="714" y="76938"/>
                    <a:pt x="514" y="76862"/>
                    <a:pt x="338" y="76737"/>
                  </a:cubicBezTo>
                  <a:cubicBezTo>
                    <a:pt x="163" y="76612"/>
                    <a:pt x="75" y="76411"/>
                    <a:pt x="75" y="76135"/>
                  </a:cubicBezTo>
                  <a:cubicBezTo>
                    <a:pt x="75" y="75910"/>
                    <a:pt x="300" y="75509"/>
                    <a:pt x="751" y="74932"/>
                  </a:cubicBezTo>
                  <a:lnTo>
                    <a:pt x="28086" y="41132"/>
                  </a:lnTo>
                  <a:lnTo>
                    <a:pt x="0" y="2482"/>
                  </a:lnTo>
                  <a:cubicBezTo>
                    <a:pt x="0" y="1304"/>
                    <a:pt x="100" y="602"/>
                    <a:pt x="301" y="377"/>
                  </a:cubicBezTo>
                  <a:cubicBezTo>
                    <a:pt x="501" y="126"/>
                    <a:pt x="1115" y="0"/>
                    <a:pt x="2142" y="0"/>
                  </a:cubicBezTo>
                  <a:lnTo>
                    <a:pt x="65983" y="0"/>
                  </a:lnTo>
                  <a:lnTo>
                    <a:pt x="72601" y="18010"/>
                  </a:lnTo>
                  <a:lnTo>
                    <a:pt x="70683" y="18010"/>
                  </a:lnTo>
                  <a:cubicBezTo>
                    <a:pt x="70107" y="16456"/>
                    <a:pt x="69355" y="15027"/>
                    <a:pt x="68427" y="13723"/>
                  </a:cubicBezTo>
                  <a:cubicBezTo>
                    <a:pt x="67525" y="12395"/>
                    <a:pt x="66547" y="11255"/>
                    <a:pt x="65495" y="10302"/>
                  </a:cubicBezTo>
                  <a:cubicBezTo>
                    <a:pt x="64467" y="9350"/>
                    <a:pt x="63276" y="8498"/>
                    <a:pt x="61923" y="7746"/>
                  </a:cubicBezTo>
                  <a:cubicBezTo>
                    <a:pt x="60595" y="6969"/>
                    <a:pt x="59304" y="6342"/>
                    <a:pt x="58050" y="5865"/>
                  </a:cubicBezTo>
                  <a:cubicBezTo>
                    <a:pt x="56822" y="5365"/>
                    <a:pt x="55444" y="4939"/>
                    <a:pt x="53914" y="4588"/>
                  </a:cubicBezTo>
                  <a:cubicBezTo>
                    <a:pt x="52385" y="4212"/>
                    <a:pt x="51007" y="3936"/>
                    <a:pt x="49779" y="3760"/>
                  </a:cubicBezTo>
                  <a:cubicBezTo>
                    <a:pt x="48576" y="3560"/>
                    <a:pt x="47222" y="3409"/>
                    <a:pt x="45718" y="3309"/>
                  </a:cubicBezTo>
                  <a:cubicBezTo>
                    <a:pt x="44214" y="3209"/>
                    <a:pt x="42986" y="3147"/>
                    <a:pt x="42034" y="3122"/>
                  </a:cubicBezTo>
                  <a:cubicBezTo>
                    <a:pt x="41081" y="3096"/>
                    <a:pt x="40004" y="3083"/>
                    <a:pt x="38801" y="3083"/>
                  </a:cubicBezTo>
                  <a:lnTo>
                    <a:pt x="8309" y="3083"/>
                  </a:lnTo>
                  <a:lnTo>
                    <a:pt x="33311" y="37410"/>
                  </a:lnTo>
                  <a:cubicBezTo>
                    <a:pt x="33687" y="37987"/>
                    <a:pt x="33875" y="38350"/>
                    <a:pt x="33875" y="38500"/>
                  </a:cubicBezTo>
                  <a:cubicBezTo>
                    <a:pt x="33875" y="38726"/>
                    <a:pt x="33637" y="39140"/>
                    <a:pt x="33161" y="39741"/>
                  </a:cubicBezTo>
                  <a:lnTo>
                    <a:pt x="6467" y="72752"/>
                  </a:lnTo>
                  <a:lnTo>
                    <a:pt x="39176" y="72752"/>
                  </a:lnTo>
                  <a:cubicBezTo>
                    <a:pt x="46194" y="72752"/>
                    <a:pt x="52147" y="72012"/>
                    <a:pt x="57036" y="70533"/>
                  </a:cubicBezTo>
                  <a:cubicBezTo>
                    <a:pt x="60344" y="69405"/>
                    <a:pt x="63201" y="67726"/>
                    <a:pt x="65607" y="65495"/>
                  </a:cubicBezTo>
                  <a:cubicBezTo>
                    <a:pt x="68039" y="63264"/>
                    <a:pt x="69731" y="60708"/>
                    <a:pt x="70683" y="57825"/>
                  </a:cubicBezTo>
                  <a:lnTo>
                    <a:pt x="72601" y="57825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6" name="Freeform 3255">
              <a:extLst>
                <a:ext uri="{FF2B5EF4-FFF2-40B4-BE49-F238E27FC236}">
                  <a16:creationId xmlns:a16="http://schemas.microsoft.com/office/drawing/2014/main" id="{52ADA9FC-2F20-44AE-6C23-ABC2F2D847A0}"/>
                </a:ext>
              </a:extLst>
            </p:cNvPr>
            <p:cNvSpPr/>
            <p:nvPr/>
          </p:nvSpPr>
          <p:spPr>
            <a:xfrm>
              <a:off x="4944867" y="3456895"/>
              <a:ext cx="29213" cy="24423"/>
            </a:xfrm>
            <a:custGeom>
              <a:avLst/>
              <a:gdLst>
                <a:gd name="csX0" fmla="*/ 29213 w 29213"/>
                <a:gd name="csY0" fmla="*/ 16108 h 24423"/>
                <a:gd name="csX1" fmla="*/ 28976 w 29213"/>
                <a:gd name="csY1" fmla="*/ 17134 h 24423"/>
                <a:gd name="csX2" fmla="*/ 28160 w 29213"/>
                <a:gd name="csY2" fmla="*/ 19213 h 24423"/>
                <a:gd name="csX3" fmla="*/ 26844 w 29213"/>
                <a:gd name="csY3" fmla="*/ 21634 h 24423"/>
                <a:gd name="csX4" fmla="*/ 24818 w 29213"/>
                <a:gd name="csY4" fmla="*/ 23608 h 24423"/>
                <a:gd name="csX5" fmla="*/ 22160 w 29213"/>
                <a:gd name="csY5" fmla="*/ 24424 h 24423"/>
                <a:gd name="csX6" fmla="*/ 19001 w 29213"/>
                <a:gd name="csY6" fmla="*/ 23161 h 24423"/>
                <a:gd name="csX7" fmla="*/ 17738 w 29213"/>
                <a:gd name="csY7" fmla="*/ 20002 h 24423"/>
                <a:gd name="csX8" fmla="*/ 18291 w 29213"/>
                <a:gd name="csY8" fmla="*/ 17502 h 24423"/>
                <a:gd name="csX9" fmla="*/ 21791 w 29213"/>
                <a:gd name="csY9" fmla="*/ 4948 h 24423"/>
                <a:gd name="csX10" fmla="*/ 18870 w 29213"/>
                <a:gd name="csY10" fmla="*/ 1185 h 24423"/>
                <a:gd name="csX11" fmla="*/ 16054 w 29213"/>
                <a:gd name="csY11" fmla="*/ 1737 h 24423"/>
                <a:gd name="csX12" fmla="*/ 13791 w 29213"/>
                <a:gd name="csY12" fmla="*/ 3001 h 24423"/>
                <a:gd name="csX13" fmla="*/ 12027 w 29213"/>
                <a:gd name="csY13" fmla="*/ 4764 h 24423"/>
                <a:gd name="csX14" fmla="*/ 10790 w 29213"/>
                <a:gd name="csY14" fmla="*/ 6449 h 24423"/>
                <a:gd name="csX15" fmla="*/ 10080 w 29213"/>
                <a:gd name="csY15" fmla="*/ 7764 h 24423"/>
                <a:gd name="csX16" fmla="*/ 9396 w 29213"/>
                <a:gd name="csY16" fmla="*/ 10449 h 24423"/>
                <a:gd name="csX17" fmla="*/ 8474 w 29213"/>
                <a:gd name="csY17" fmla="*/ 14054 h 24423"/>
                <a:gd name="csX18" fmla="*/ 7290 w 29213"/>
                <a:gd name="csY18" fmla="*/ 18923 h 24423"/>
                <a:gd name="csX19" fmla="*/ 6263 w 29213"/>
                <a:gd name="csY19" fmla="*/ 22898 h 24423"/>
                <a:gd name="csX20" fmla="*/ 5421 w 29213"/>
                <a:gd name="csY20" fmla="*/ 24029 h 24423"/>
                <a:gd name="csX21" fmla="*/ 4263 w 29213"/>
                <a:gd name="csY21" fmla="*/ 24424 h 24423"/>
                <a:gd name="csX22" fmla="*/ 3158 w 29213"/>
                <a:gd name="csY22" fmla="*/ 24029 h 24423"/>
                <a:gd name="csX23" fmla="*/ 2711 w 29213"/>
                <a:gd name="csY23" fmla="*/ 22950 h 24423"/>
                <a:gd name="csX24" fmla="*/ 2790 w 29213"/>
                <a:gd name="csY24" fmla="*/ 22450 h 24423"/>
                <a:gd name="csX25" fmla="*/ 3001 w 29213"/>
                <a:gd name="csY25" fmla="*/ 21502 h 24423"/>
                <a:gd name="csX26" fmla="*/ 3185 w 29213"/>
                <a:gd name="csY26" fmla="*/ 20634 h 24423"/>
                <a:gd name="csX27" fmla="*/ 6316 w 29213"/>
                <a:gd name="csY27" fmla="*/ 8185 h 24423"/>
                <a:gd name="csX28" fmla="*/ 7026 w 29213"/>
                <a:gd name="csY28" fmla="*/ 5212 h 24423"/>
                <a:gd name="csX29" fmla="*/ 7185 w 29213"/>
                <a:gd name="csY29" fmla="*/ 3659 h 24423"/>
                <a:gd name="csX30" fmla="*/ 5500 w 29213"/>
                <a:gd name="csY30" fmla="*/ 1185 h 24423"/>
                <a:gd name="csX31" fmla="*/ 3237 w 29213"/>
                <a:gd name="csY31" fmla="*/ 2817 h 24423"/>
                <a:gd name="csX32" fmla="*/ 1578 w 29213"/>
                <a:gd name="csY32" fmla="*/ 7606 h 24423"/>
                <a:gd name="csX33" fmla="*/ 1185 w 29213"/>
                <a:gd name="csY33" fmla="*/ 8659 h 24423"/>
                <a:gd name="csX34" fmla="*/ 658 w 29213"/>
                <a:gd name="csY34" fmla="*/ 8844 h 24423"/>
                <a:gd name="csX35" fmla="*/ 0 w 29213"/>
                <a:gd name="csY35" fmla="*/ 8290 h 24423"/>
                <a:gd name="csX36" fmla="*/ 211 w 29213"/>
                <a:gd name="csY36" fmla="*/ 7291 h 24423"/>
                <a:gd name="csX37" fmla="*/ 815 w 29213"/>
                <a:gd name="csY37" fmla="*/ 5185 h 24423"/>
                <a:gd name="csX38" fmla="*/ 1632 w 29213"/>
                <a:gd name="csY38" fmla="*/ 3080 h 24423"/>
                <a:gd name="csX39" fmla="*/ 2158 w 29213"/>
                <a:gd name="csY39" fmla="*/ 2158 h 24423"/>
                <a:gd name="csX40" fmla="*/ 2869 w 29213"/>
                <a:gd name="csY40" fmla="*/ 1237 h 24423"/>
                <a:gd name="csX41" fmla="*/ 4079 w 29213"/>
                <a:gd name="csY41" fmla="*/ 316 h 24423"/>
                <a:gd name="csX42" fmla="*/ 5658 w 29213"/>
                <a:gd name="csY42" fmla="*/ 0 h 24423"/>
                <a:gd name="csX43" fmla="*/ 9027 w 29213"/>
                <a:gd name="csY43" fmla="*/ 1264 h 24423"/>
                <a:gd name="csX44" fmla="*/ 10633 w 29213"/>
                <a:gd name="csY44" fmla="*/ 4685 h 24423"/>
                <a:gd name="csX45" fmla="*/ 19028 w 29213"/>
                <a:gd name="csY45" fmla="*/ 0 h 24423"/>
                <a:gd name="csX46" fmla="*/ 23581 w 29213"/>
                <a:gd name="csY46" fmla="*/ 1527 h 24423"/>
                <a:gd name="csX47" fmla="*/ 25239 w 29213"/>
                <a:gd name="csY47" fmla="*/ 5764 h 24423"/>
                <a:gd name="csX48" fmla="*/ 25107 w 29213"/>
                <a:gd name="csY48" fmla="*/ 7212 h 24423"/>
                <a:gd name="csX49" fmla="*/ 24739 w 29213"/>
                <a:gd name="csY49" fmla="*/ 9001 h 24423"/>
                <a:gd name="csX50" fmla="*/ 24292 w 29213"/>
                <a:gd name="csY50" fmla="*/ 10764 h 24423"/>
                <a:gd name="csX51" fmla="*/ 23660 w 29213"/>
                <a:gd name="csY51" fmla="*/ 12764 h 24423"/>
                <a:gd name="csX52" fmla="*/ 23055 w 29213"/>
                <a:gd name="csY52" fmla="*/ 14501 h 24423"/>
                <a:gd name="csX53" fmla="*/ 22423 w 29213"/>
                <a:gd name="csY53" fmla="*/ 16265 h 24423"/>
                <a:gd name="csX54" fmla="*/ 21949 w 29213"/>
                <a:gd name="csY54" fmla="*/ 17607 h 24423"/>
                <a:gd name="csX55" fmla="*/ 20976 w 29213"/>
                <a:gd name="csY55" fmla="*/ 21450 h 24423"/>
                <a:gd name="csX56" fmla="*/ 21265 w 29213"/>
                <a:gd name="csY56" fmla="*/ 22792 h 24423"/>
                <a:gd name="csX57" fmla="*/ 22265 w 29213"/>
                <a:gd name="csY57" fmla="*/ 23213 h 24423"/>
                <a:gd name="csX58" fmla="*/ 25475 w 29213"/>
                <a:gd name="csY58" fmla="*/ 21397 h 24423"/>
                <a:gd name="csX59" fmla="*/ 27766 w 29213"/>
                <a:gd name="csY59" fmla="*/ 16555 h 24423"/>
                <a:gd name="csX60" fmla="*/ 28081 w 29213"/>
                <a:gd name="csY60" fmla="*/ 15738 h 24423"/>
                <a:gd name="csX61" fmla="*/ 28581 w 29213"/>
                <a:gd name="csY61" fmla="*/ 15581 h 24423"/>
                <a:gd name="csX62" fmla="*/ 29213 w 29213"/>
                <a:gd name="csY62" fmla="*/ 16108 h 244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9213" h="24423">
                  <a:moveTo>
                    <a:pt x="29213" y="16108"/>
                  </a:moveTo>
                  <a:cubicBezTo>
                    <a:pt x="29213" y="16247"/>
                    <a:pt x="29134" y="16589"/>
                    <a:pt x="28976" y="17134"/>
                  </a:cubicBezTo>
                  <a:cubicBezTo>
                    <a:pt x="28818" y="17677"/>
                    <a:pt x="28546" y="18371"/>
                    <a:pt x="28160" y="19213"/>
                  </a:cubicBezTo>
                  <a:cubicBezTo>
                    <a:pt x="27792" y="20055"/>
                    <a:pt x="27354" y="20862"/>
                    <a:pt x="26844" y="21634"/>
                  </a:cubicBezTo>
                  <a:cubicBezTo>
                    <a:pt x="26335" y="22388"/>
                    <a:pt x="25660" y="23047"/>
                    <a:pt x="24818" y="23608"/>
                  </a:cubicBezTo>
                  <a:cubicBezTo>
                    <a:pt x="23994" y="24152"/>
                    <a:pt x="23108" y="24424"/>
                    <a:pt x="22160" y="24424"/>
                  </a:cubicBezTo>
                  <a:cubicBezTo>
                    <a:pt x="20897" y="24424"/>
                    <a:pt x="19844" y="24003"/>
                    <a:pt x="19001" y="23161"/>
                  </a:cubicBezTo>
                  <a:cubicBezTo>
                    <a:pt x="18159" y="22318"/>
                    <a:pt x="17738" y="21265"/>
                    <a:pt x="17738" y="20002"/>
                  </a:cubicBezTo>
                  <a:cubicBezTo>
                    <a:pt x="17738" y="19300"/>
                    <a:pt x="17923" y="18467"/>
                    <a:pt x="18291" y="17502"/>
                  </a:cubicBezTo>
                  <a:cubicBezTo>
                    <a:pt x="20624" y="11273"/>
                    <a:pt x="21791" y="7089"/>
                    <a:pt x="21791" y="4948"/>
                  </a:cubicBezTo>
                  <a:cubicBezTo>
                    <a:pt x="21791" y="2439"/>
                    <a:pt x="20817" y="1185"/>
                    <a:pt x="18870" y="1185"/>
                  </a:cubicBezTo>
                  <a:cubicBezTo>
                    <a:pt x="17905" y="1185"/>
                    <a:pt x="16967" y="1369"/>
                    <a:pt x="16054" y="1737"/>
                  </a:cubicBezTo>
                  <a:cubicBezTo>
                    <a:pt x="15159" y="2088"/>
                    <a:pt x="14405" y="2509"/>
                    <a:pt x="13791" y="3001"/>
                  </a:cubicBezTo>
                  <a:cubicBezTo>
                    <a:pt x="13177" y="3492"/>
                    <a:pt x="12589" y="4080"/>
                    <a:pt x="12027" y="4764"/>
                  </a:cubicBezTo>
                  <a:cubicBezTo>
                    <a:pt x="11484" y="5431"/>
                    <a:pt x="11071" y="5992"/>
                    <a:pt x="10790" y="6449"/>
                  </a:cubicBezTo>
                  <a:cubicBezTo>
                    <a:pt x="10527" y="6887"/>
                    <a:pt x="10290" y="7326"/>
                    <a:pt x="10080" y="7764"/>
                  </a:cubicBezTo>
                  <a:lnTo>
                    <a:pt x="9396" y="10449"/>
                  </a:lnTo>
                  <a:cubicBezTo>
                    <a:pt x="9290" y="10940"/>
                    <a:pt x="8983" y="12142"/>
                    <a:pt x="8474" y="14054"/>
                  </a:cubicBezTo>
                  <a:lnTo>
                    <a:pt x="7290" y="18923"/>
                  </a:lnTo>
                  <a:cubicBezTo>
                    <a:pt x="6728" y="21344"/>
                    <a:pt x="6386" y="22669"/>
                    <a:pt x="6263" y="22898"/>
                  </a:cubicBezTo>
                  <a:cubicBezTo>
                    <a:pt x="6088" y="23388"/>
                    <a:pt x="5807" y="23765"/>
                    <a:pt x="5421" y="24029"/>
                  </a:cubicBezTo>
                  <a:cubicBezTo>
                    <a:pt x="5035" y="24292"/>
                    <a:pt x="4649" y="24424"/>
                    <a:pt x="4263" y="24424"/>
                  </a:cubicBezTo>
                  <a:cubicBezTo>
                    <a:pt x="3825" y="24424"/>
                    <a:pt x="3456" y="24292"/>
                    <a:pt x="3158" y="24029"/>
                  </a:cubicBezTo>
                  <a:cubicBezTo>
                    <a:pt x="2860" y="23765"/>
                    <a:pt x="2711" y="23406"/>
                    <a:pt x="2711" y="22950"/>
                  </a:cubicBezTo>
                  <a:cubicBezTo>
                    <a:pt x="2711" y="22880"/>
                    <a:pt x="2737" y="22713"/>
                    <a:pt x="2790" y="22450"/>
                  </a:cubicBezTo>
                  <a:cubicBezTo>
                    <a:pt x="2843" y="22187"/>
                    <a:pt x="2913" y="21871"/>
                    <a:pt x="3001" y="21502"/>
                  </a:cubicBezTo>
                  <a:cubicBezTo>
                    <a:pt x="3088" y="21134"/>
                    <a:pt x="3150" y="20845"/>
                    <a:pt x="3185" y="20634"/>
                  </a:cubicBezTo>
                  <a:lnTo>
                    <a:pt x="6316" y="8185"/>
                  </a:lnTo>
                  <a:cubicBezTo>
                    <a:pt x="6702" y="6677"/>
                    <a:pt x="6939" y="5685"/>
                    <a:pt x="7026" y="5212"/>
                  </a:cubicBezTo>
                  <a:cubicBezTo>
                    <a:pt x="7132" y="4720"/>
                    <a:pt x="7185" y="4202"/>
                    <a:pt x="7185" y="3659"/>
                  </a:cubicBezTo>
                  <a:cubicBezTo>
                    <a:pt x="7185" y="2009"/>
                    <a:pt x="6623" y="1185"/>
                    <a:pt x="5500" y="1185"/>
                  </a:cubicBezTo>
                  <a:cubicBezTo>
                    <a:pt x="4588" y="1185"/>
                    <a:pt x="3834" y="1729"/>
                    <a:pt x="3237" y="2817"/>
                  </a:cubicBezTo>
                  <a:cubicBezTo>
                    <a:pt x="2641" y="3905"/>
                    <a:pt x="2088" y="5501"/>
                    <a:pt x="1578" y="7606"/>
                  </a:cubicBezTo>
                  <a:cubicBezTo>
                    <a:pt x="1421" y="8185"/>
                    <a:pt x="1290" y="8536"/>
                    <a:pt x="1185" y="8659"/>
                  </a:cubicBezTo>
                  <a:cubicBezTo>
                    <a:pt x="1097" y="8782"/>
                    <a:pt x="921" y="8844"/>
                    <a:pt x="658" y="8844"/>
                  </a:cubicBezTo>
                  <a:cubicBezTo>
                    <a:pt x="219" y="8826"/>
                    <a:pt x="0" y="8641"/>
                    <a:pt x="0" y="8290"/>
                  </a:cubicBezTo>
                  <a:cubicBezTo>
                    <a:pt x="0" y="8203"/>
                    <a:pt x="70" y="7869"/>
                    <a:pt x="211" y="7291"/>
                  </a:cubicBezTo>
                  <a:cubicBezTo>
                    <a:pt x="351" y="6711"/>
                    <a:pt x="552" y="6009"/>
                    <a:pt x="815" y="5185"/>
                  </a:cubicBezTo>
                  <a:cubicBezTo>
                    <a:pt x="1097" y="4343"/>
                    <a:pt x="1369" y="3641"/>
                    <a:pt x="1632" y="3080"/>
                  </a:cubicBezTo>
                  <a:cubicBezTo>
                    <a:pt x="1860" y="2659"/>
                    <a:pt x="2035" y="2352"/>
                    <a:pt x="2158" y="2158"/>
                  </a:cubicBezTo>
                  <a:cubicBezTo>
                    <a:pt x="2298" y="1948"/>
                    <a:pt x="2535" y="1641"/>
                    <a:pt x="2869" y="1237"/>
                  </a:cubicBezTo>
                  <a:cubicBezTo>
                    <a:pt x="3219" y="816"/>
                    <a:pt x="3623" y="509"/>
                    <a:pt x="4079" y="316"/>
                  </a:cubicBezTo>
                  <a:cubicBezTo>
                    <a:pt x="4553" y="105"/>
                    <a:pt x="5079" y="0"/>
                    <a:pt x="5658" y="0"/>
                  </a:cubicBezTo>
                  <a:cubicBezTo>
                    <a:pt x="6956" y="0"/>
                    <a:pt x="8079" y="421"/>
                    <a:pt x="9027" y="1264"/>
                  </a:cubicBezTo>
                  <a:cubicBezTo>
                    <a:pt x="9975" y="2089"/>
                    <a:pt x="10510" y="3229"/>
                    <a:pt x="10633" y="4685"/>
                  </a:cubicBezTo>
                  <a:cubicBezTo>
                    <a:pt x="12966" y="1562"/>
                    <a:pt x="15765" y="0"/>
                    <a:pt x="19028" y="0"/>
                  </a:cubicBezTo>
                  <a:cubicBezTo>
                    <a:pt x="20958" y="0"/>
                    <a:pt x="22476" y="509"/>
                    <a:pt x="23581" y="1527"/>
                  </a:cubicBezTo>
                  <a:cubicBezTo>
                    <a:pt x="24686" y="2544"/>
                    <a:pt x="25239" y="3957"/>
                    <a:pt x="25239" y="5764"/>
                  </a:cubicBezTo>
                  <a:cubicBezTo>
                    <a:pt x="25239" y="6185"/>
                    <a:pt x="25195" y="6668"/>
                    <a:pt x="25107" y="7212"/>
                  </a:cubicBezTo>
                  <a:cubicBezTo>
                    <a:pt x="25037" y="7738"/>
                    <a:pt x="24915" y="8335"/>
                    <a:pt x="24739" y="9001"/>
                  </a:cubicBezTo>
                  <a:cubicBezTo>
                    <a:pt x="24581" y="9668"/>
                    <a:pt x="24432" y="10256"/>
                    <a:pt x="24292" y="10764"/>
                  </a:cubicBezTo>
                  <a:cubicBezTo>
                    <a:pt x="24151" y="11273"/>
                    <a:pt x="23941" y="11940"/>
                    <a:pt x="23660" y="12764"/>
                  </a:cubicBezTo>
                  <a:cubicBezTo>
                    <a:pt x="23379" y="13572"/>
                    <a:pt x="23178" y="14151"/>
                    <a:pt x="23055" y="14501"/>
                  </a:cubicBezTo>
                  <a:cubicBezTo>
                    <a:pt x="22932" y="14852"/>
                    <a:pt x="22722" y="15440"/>
                    <a:pt x="22423" y="16265"/>
                  </a:cubicBezTo>
                  <a:cubicBezTo>
                    <a:pt x="22142" y="17072"/>
                    <a:pt x="21984" y="17519"/>
                    <a:pt x="21949" y="17607"/>
                  </a:cubicBezTo>
                  <a:cubicBezTo>
                    <a:pt x="21300" y="19239"/>
                    <a:pt x="20976" y="20520"/>
                    <a:pt x="20976" y="21450"/>
                  </a:cubicBezTo>
                  <a:cubicBezTo>
                    <a:pt x="20976" y="22064"/>
                    <a:pt x="21072" y="22511"/>
                    <a:pt x="21265" y="22792"/>
                  </a:cubicBezTo>
                  <a:cubicBezTo>
                    <a:pt x="21476" y="23073"/>
                    <a:pt x="21809" y="23213"/>
                    <a:pt x="22265" y="23213"/>
                  </a:cubicBezTo>
                  <a:cubicBezTo>
                    <a:pt x="23494" y="23213"/>
                    <a:pt x="24564" y="22608"/>
                    <a:pt x="25475" y="21397"/>
                  </a:cubicBezTo>
                  <a:cubicBezTo>
                    <a:pt x="26406" y="20169"/>
                    <a:pt x="27169" y="18555"/>
                    <a:pt x="27766" y="16555"/>
                  </a:cubicBezTo>
                  <a:cubicBezTo>
                    <a:pt x="27906" y="16116"/>
                    <a:pt x="28011" y="15844"/>
                    <a:pt x="28081" y="15738"/>
                  </a:cubicBezTo>
                  <a:cubicBezTo>
                    <a:pt x="28169" y="15634"/>
                    <a:pt x="28336" y="15581"/>
                    <a:pt x="28581" y="15581"/>
                  </a:cubicBezTo>
                  <a:cubicBezTo>
                    <a:pt x="29003" y="15581"/>
                    <a:pt x="29213" y="15757"/>
                    <a:pt x="29213" y="16108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7" name="Freeform 3256">
              <a:extLst>
                <a:ext uri="{FF2B5EF4-FFF2-40B4-BE49-F238E27FC236}">
                  <a16:creationId xmlns:a16="http://schemas.microsoft.com/office/drawing/2014/main" id="{6AEBC317-E55A-0CE4-C313-9CDDCF158741}"/>
                </a:ext>
              </a:extLst>
            </p:cNvPr>
            <p:cNvSpPr/>
            <p:nvPr/>
          </p:nvSpPr>
          <p:spPr>
            <a:xfrm>
              <a:off x="4991830" y="3461368"/>
              <a:ext cx="35687" cy="11740"/>
            </a:xfrm>
            <a:custGeom>
              <a:avLst/>
              <a:gdLst>
                <a:gd name="csX0" fmla="*/ 0 w 35687"/>
                <a:gd name="csY0" fmla="*/ 11160 h 11740"/>
                <a:gd name="csX1" fmla="*/ 1079 w 35687"/>
                <a:gd name="csY1" fmla="*/ 10502 h 11740"/>
                <a:gd name="csX2" fmla="*/ 34108 w 35687"/>
                <a:gd name="csY2" fmla="*/ 10502 h 11740"/>
                <a:gd name="csX3" fmla="*/ 35688 w 35687"/>
                <a:gd name="csY3" fmla="*/ 11108 h 11740"/>
                <a:gd name="csX4" fmla="*/ 34214 w 35687"/>
                <a:gd name="csY4" fmla="*/ 11739 h 11740"/>
                <a:gd name="csX5" fmla="*/ 1448 w 35687"/>
                <a:gd name="csY5" fmla="*/ 11739 h 11740"/>
                <a:gd name="csX6" fmla="*/ 0 w 35687"/>
                <a:gd name="csY6" fmla="*/ 11160 h 11740"/>
                <a:gd name="csX7" fmla="*/ 0 w 35687"/>
                <a:gd name="csY7" fmla="*/ 632 h 11740"/>
                <a:gd name="csX8" fmla="*/ 1132 w 35687"/>
                <a:gd name="csY8" fmla="*/ 1 h 11740"/>
                <a:gd name="csX9" fmla="*/ 34056 w 35687"/>
                <a:gd name="csY9" fmla="*/ 1 h 11740"/>
                <a:gd name="csX10" fmla="*/ 35688 w 35687"/>
                <a:gd name="csY10" fmla="*/ 632 h 11740"/>
                <a:gd name="csX11" fmla="*/ 34319 w 35687"/>
                <a:gd name="csY11" fmla="*/ 1238 h 11740"/>
                <a:gd name="csX12" fmla="*/ 1079 w 35687"/>
                <a:gd name="csY12" fmla="*/ 1238 h 11740"/>
                <a:gd name="csX13" fmla="*/ 0 w 35687"/>
                <a:gd name="csY13" fmla="*/ 632 h 11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687" h="11740">
                  <a:moveTo>
                    <a:pt x="0" y="11160"/>
                  </a:moveTo>
                  <a:cubicBezTo>
                    <a:pt x="35" y="10722"/>
                    <a:pt x="395" y="10502"/>
                    <a:pt x="1079" y="10502"/>
                  </a:cubicBezTo>
                  <a:lnTo>
                    <a:pt x="34108" y="10502"/>
                  </a:lnTo>
                  <a:cubicBezTo>
                    <a:pt x="35143" y="10502"/>
                    <a:pt x="35670" y="10704"/>
                    <a:pt x="35688" y="11108"/>
                  </a:cubicBezTo>
                  <a:cubicBezTo>
                    <a:pt x="35688" y="11547"/>
                    <a:pt x="35197" y="11757"/>
                    <a:pt x="34214" y="11739"/>
                  </a:cubicBezTo>
                  <a:lnTo>
                    <a:pt x="1448" y="11739"/>
                  </a:lnTo>
                  <a:cubicBezTo>
                    <a:pt x="483" y="11757"/>
                    <a:pt x="0" y="11564"/>
                    <a:pt x="0" y="11160"/>
                  </a:cubicBezTo>
                  <a:moveTo>
                    <a:pt x="0" y="632"/>
                  </a:moveTo>
                  <a:cubicBezTo>
                    <a:pt x="0" y="194"/>
                    <a:pt x="377" y="-16"/>
                    <a:pt x="1132" y="1"/>
                  </a:cubicBezTo>
                  <a:lnTo>
                    <a:pt x="34056" y="1"/>
                  </a:lnTo>
                  <a:cubicBezTo>
                    <a:pt x="35126" y="1"/>
                    <a:pt x="35670" y="211"/>
                    <a:pt x="35688" y="632"/>
                  </a:cubicBezTo>
                  <a:cubicBezTo>
                    <a:pt x="35688" y="1036"/>
                    <a:pt x="35231" y="1238"/>
                    <a:pt x="34319" y="1238"/>
                  </a:cubicBezTo>
                  <a:lnTo>
                    <a:pt x="1079" y="1238"/>
                  </a:lnTo>
                  <a:cubicBezTo>
                    <a:pt x="360" y="1238"/>
                    <a:pt x="0" y="1036"/>
                    <a:pt x="0" y="63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8" name="Freeform 3257">
              <a:extLst>
                <a:ext uri="{FF2B5EF4-FFF2-40B4-BE49-F238E27FC236}">
                  <a16:creationId xmlns:a16="http://schemas.microsoft.com/office/drawing/2014/main" id="{A3F86EDB-E6BD-C990-8B7C-2585151AF379}"/>
                </a:ext>
              </a:extLst>
            </p:cNvPr>
            <p:cNvSpPr/>
            <p:nvPr/>
          </p:nvSpPr>
          <p:spPr>
            <a:xfrm>
              <a:off x="5048307" y="3444815"/>
              <a:ext cx="22686" cy="37082"/>
            </a:xfrm>
            <a:custGeom>
              <a:avLst/>
              <a:gdLst>
                <a:gd name="csX0" fmla="*/ 0 w 22686"/>
                <a:gd name="csY0" fmla="*/ 18660 h 37082"/>
                <a:gd name="csX1" fmla="*/ 2000 w 22686"/>
                <a:gd name="csY1" fmla="*/ 6422 h 37082"/>
                <a:gd name="csX2" fmla="*/ 11369 w 22686"/>
                <a:gd name="csY2" fmla="*/ 0 h 37082"/>
                <a:gd name="csX3" fmla="*/ 14212 w 22686"/>
                <a:gd name="csY3" fmla="*/ 395 h 37082"/>
                <a:gd name="csX4" fmla="*/ 17528 w 22686"/>
                <a:gd name="csY4" fmla="*/ 2211 h 37082"/>
                <a:gd name="csX5" fmla="*/ 20528 w 22686"/>
                <a:gd name="csY5" fmla="*/ 6027 h 37082"/>
                <a:gd name="csX6" fmla="*/ 22687 w 22686"/>
                <a:gd name="csY6" fmla="*/ 18660 h 37082"/>
                <a:gd name="csX7" fmla="*/ 20687 w 22686"/>
                <a:gd name="csY7" fmla="*/ 30819 h 37082"/>
                <a:gd name="csX8" fmla="*/ 11317 w 22686"/>
                <a:gd name="csY8" fmla="*/ 37082 h 37082"/>
                <a:gd name="csX9" fmla="*/ 6422 w 22686"/>
                <a:gd name="csY9" fmla="*/ 35845 h 37082"/>
                <a:gd name="csX10" fmla="*/ 2422 w 22686"/>
                <a:gd name="csY10" fmla="*/ 31634 h 37082"/>
                <a:gd name="csX11" fmla="*/ 0 w 22686"/>
                <a:gd name="csY11" fmla="*/ 18660 h 37082"/>
                <a:gd name="csX12" fmla="*/ 4474 w 22686"/>
                <a:gd name="csY12" fmla="*/ 18002 h 37082"/>
                <a:gd name="csX13" fmla="*/ 5053 w 22686"/>
                <a:gd name="csY13" fmla="*/ 29371 h 37082"/>
                <a:gd name="csX14" fmla="*/ 7501 w 22686"/>
                <a:gd name="csY14" fmla="*/ 34398 h 37082"/>
                <a:gd name="csX15" fmla="*/ 11317 w 22686"/>
                <a:gd name="csY15" fmla="*/ 35897 h 37082"/>
                <a:gd name="csX16" fmla="*/ 15264 w 22686"/>
                <a:gd name="csY16" fmla="*/ 34292 h 37082"/>
                <a:gd name="csX17" fmla="*/ 17634 w 22686"/>
                <a:gd name="csY17" fmla="*/ 29161 h 37082"/>
                <a:gd name="csX18" fmla="*/ 18213 w 22686"/>
                <a:gd name="csY18" fmla="*/ 18002 h 37082"/>
                <a:gd name="csX19" fmla="*/ 17686 w 22686"/>
                <a:gd name="csY19" fmla="*/ 7501 h 37082"/>
                <a:gd name="csX20" fmla="*/ 15080 w 22686"/>
                <a:gd name="csY20" fmla="*/ 2606 h 37082"/>
                <a:gd name="csX21" fmla="*/ 11317 w 22686"/>
                <a:gd name="csY21" fmla="*/ 1185 h 37082"/>
                <a:gd name="csX22" fmla="*/ 9843 w 22686"/>
                <a:gd name="csY22" fmla="*/ 1394 h 37082"/>
                <a:gd name="csX23" fmla="*/ 8027 w 22686"/>
                <a:gd name="csY23" fmla="*/ 2211 h 37082"/>
                <a:gd name="csX24" fmla="*/ 6106 w 22686"/>
                <a:gd name="csY24" fmla="*/ 4316 h 37082"/>
                <a:gd name="csX25" fmla="*/ 4895 w 22686"/>
                <a:gd name="csY25" fmla="*/ 8079 h 37082"/>
                <a:gd name="csX26" fmla="*/ 4474 w 22686"/>
                <a:gd name="csY26" fmla="*/ 18002 h 3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2686" h="37082">
                  <a:moveTo>
                    <a:pt x="0" y="18660"/>
                  </a:moveTo>
                  <a:cubicBezTo>
                    <a:pt x="0" y="13378"/>
                    <a:pt x="667" y="9299"/>
                    <a:pt x="2000" y="6422"/>
                  </a:cubicBezTo>
                  <a:cubicBezTo>
                    <a:pt x="3860" y="2141"/>
                    <a:pt x="6983" y="0"/>
                    <a:pt x="11369" y="0"/>
                  </a:cubicBezTo>
                  <a:cubicBezTo>
                    <a:pt x="12299" y="0"/>
                    <a:pt x="13247" y="132"/>
                    <a:pt x="14212" y="395"/>
                  </a:cubicBezTo>
                  <a:cubicBezTo>
                    <a:pt x="15195" y="640"/>
                    <a:pt x="16300" y="1246"/>
                    <a:pt x="17528" y="2211"/>
                  </a:cubicBezTo>
                  <a:cubicBezTo>
                    <a:pt x="18774" y="3175"/>
                    <a:pt x="19774" y="4447"/>
                    <a:pt x="20528" y="6027"/>
                  </a:cubicBezTo>
                  <a:cubicBezTo>
                    <a:pt x="21967" y="9080"/>
                    <a:pt x="22687" y="13291"/>
                    <a:pt x="22687" y="18660"/>
                  </a:cubicBezTo>
                  <a:cubicBezTo>
                    <a:pt x="22687" y="23906"/>
                    <a:pt x="22020" y="27959"/>
                    <a:pt x="20687" y="30819"/>
                  </a:cubicBezTo>
                  <a:cubicBezTo>
                    <a:pt x="18739" y="34994"/>
                    <a:pt x="15616" y="37082"/>
                    <a:pt x="11317" y="37082"/>
                  </a:cubicBezTo>
                  <a:cubicBezTo>
                    <a:pt x="9703" y="37082"/>
                    <a:pt x="8071" y="36670"/>
                    <a:pt x="6422" y="35845"/>
                  </a:cubicBezTo>
                  <a:cubicBezTo>
                    <a:pt x="4790" y="35020"/>
                    <a:pt x="3457" y="33617"/>
                    <a:pt x="2422" y="31634"/>
                  </a:cubicBezTo>
                  <a:cubicBezTo>
                    <a:pt x="807" y="28669"/>
                    <a:pt x="0" y="24344"/>
                    <a:pt x="0" y="18660"/>
                  </a:cubicBezTo>
                  <a:moveTo>
                    <a:pt x="4474" y="18002"/>
                  </a:moveTo>
                  <a:cubicBezTo>
                    <a:pt x="4474" y="23423"/>
                    <a:pt x="4667" y="27213"/>
                    <a:pt x="5053" y="29371"/>
                  </a:cubicBezTo>
                  <a:cubicBezTo>
                    <a:pt x="5492" y="31704"/>
                    <a:pt x="6308" y="33380"/>
                    <a:pt x="7501" y="34398"/>
                  </a:cubicBezTo>
                  <a:cubicBezTo>
                    <a:pt x="8711" y="35398"/>
                    <a:pt x="9983" y="35897"/>
                    <a:pt x="11317" y="35897"/>
                  </a:cubicBezTo>
                  <a:cubicBezTo>
                    <a:pt x="12756" y="35897"/>
                    <a:pt x="14071" y="35362"/>
                    <a:pt x="15264" y="34292"/>
                  </a:cubicBezTo>
                  <a:cubicBezTo>
                    <a:pt x="16475" y="33204"/>
                    <a:pt x="17265" y="31494"/>
                    <a:pt x="17634" y="29161"/>
                  </a:cubicBezTo>
                  <a:cubicBezTo>
                    <a:pt x="18037" y="26862"/>
                    <a:pt x="18230" y="23143"/>
                    <a:pt x="18213" y="18002"/>
                  </a:cubicBezTo>
                  <a:cubicBezTo>
                    <a:pt x="18213" y="13001"/>
                    <a:pt x="18037" y="9501"/>
                    <a:pt x="17686" y="7501"/>
                  </a:cubicBezTo>
                  <a:cubicBezTo>
                    <a:pt x="17212" y="5167"/>
                    <a:pt x="16344" y="3535"/>
                    <a:pt x="15080" y="2606"/>
                  </a:cubicBezTo>
                  <a:cubicBezTo>
                    <a:pt x="13835" y="1658"/>
                    <a:pt x="12580" y="1185"/>
                    <a:pt x="11317" y="1185"/>
                  </a:cubicBezTo>
                  <a:cubicBezTo>
                    <a:pt x="10843" y="1185"/>
                    <a:pt x="10352" y="1255"/>
                    <a:pt x="9843" y="1394"/>
                  </a:cubicBezTo>
                  <a:cubicBezTo>
                    <a:pt x="9352" y="1535"/>
                    <a:pt x="8746" y="1807"/>
                    <a:pt x="8027" y="2211"/>
                  </a:cubicBezTo>
                  <a:cubicBezTo>
                    <a:pt x="7308" y="2614"/>
                    <a:pt x="6668" y="3316"/>
                    <a:pt x="6106" y="4316"/>
                  </a:cubicBezTo>
                  <a:cubicBezTo>
                    <a:pt x="5562" y="5316"/>
                    <a:pt x="5158" y="6571"/>
                    <a:pt x="4895" y="8079"/>
                  </a:cubicBezTo>
                  <a:cubicBezTo>
                    <a:pt x="4614" y="10027"/>
                    <a:pt x="4474" y="13334"/>
                    <a:pt x="4474" y="1800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9" name="Freeform 3258">
              <a:extLst>
                <a:ext uri="{FF2B5EF4-FFF2-40B4-BE49-F238E27FC236}">
                  <a16:creationId xmlns:a16="http://schemas.microsoft.com/office/drawing/2014/main" id="{97B435D1-2B88-DC2D-61A3-EC783B347AB7}"/>
                </a:ext>
              </a:extLst>
            </p:cNvPr>
            <p:cNvSpPr/>
            <p:nvPr/>
          </p:nvSpPr>
          <p:spPr>
            <a:xfrm>
              <a:off x="4939445" y="3286939"/>
              <a:ext cx="45373" cy="36819"/>
            </a:xfrm>
            <a:custGeom>
              <a:avLst/>
              <a:gdLst>
                <a:gd name="csX0" fmla="*/ 45373 w 45373"/>
                <a:gd name="csY0" fmla="*/ 606 h 36819"/>
                <a:gd name="csX1" fmla="*/ 44452 w 45373"/>
                <a:gd name="csY1" fmla="*/ 1684 h 36819"/>
                <a:gd name="csX2" fmla="*/ 40267 w 45373"/>
                <a:gd name="csY2" fmla="*/ 2790 h 36819"/>
                <a:gd name="csX3" fmla="*/ 38636 w 45373"/>
                <a:gd name="csY3" fmla="*/ 5659 h 36819"/>
                <a:gd name="csX4" fmla="*/ 31109 w 45373"/>
                <a:gd name="csY4" fmla="*/ 35688 h 36819"/>
                <a:gd name="csX5" fmla="*/ 30687 w 45373"/>
                <a:gd name="csY5" fmla="*/ 36741 h 36819"/>
                <a:gd name="csX6" fmla="*/ 30240 w 45373"/>
                <a:gd name="csY6" fmla="*/ 36820 h 36819"/>
                <a:gd name="csX7" fmla="*/ 29661 w 45373"/>
                <a:gd name="csY7" fmla="*/ 36636 h 36819"/>
                <a:gd name="csX8" fmla="*/ 29213 w 45373"/>
                <a:gd name="csY8" fmla="*/ 35794 h 36819"/>
                <a:gd name="csX9" fmla="*/ 15791 w 45373"/>
                <a:gd name="csY9" fmla="*/ 4054 h 36819"/>
                <a:gd name="csX10" fmla="*/ 15554 w 45373"/>
                <a:gd name="csY10" fmla="*/ 3553 h 36819"/>
                <a:gd name="csX11" fmla="*/ 15318 w 45373"/>
                <a:gd name="csY11" fmla="*/ 3080 h 36819"/>
                <a:gd name="csX12" fmla="*/ 8185 w 45373"/>
                <a:gd name="csY12" fmla="*/ 31529 h 36819"/>
                <a:gd name="csX13" fmla="*/ 7975 w 45373"/>
                <a:gd name="csY13" fmla="*/ 32766 h 36819"/>
                <a:gd name="csX14" fmla="*/ 8685 w 45373"/>
                <a:gd name="csY14" fmla="*/ 34451 h 36819"/>
                <a:gd name="csX15" fmla="*/ 11527 w 45373"/>
                <a:gd name="csY15" fmla="*/ 35161 h 36819"/>
                <a:gd name="csX16" fmla="*/ 12607 w 45373"/>
                <a:gd name="csY16" fmla="*/ 35740 h 36819"/>
                <a:gd name="csX17" fmla="*/ 11633 w 45373"/>
                <a:gd name="csY17" fmla="*/ 36820 h 36819"/>
                <a:gd name="csX18" fmla="*/ 8869 w 45373"/>
                <a:gd name="csY18" fmla="*/ 36741 h 36819"/>
                <a:gd name="csX19" fmla="*/ 6079 w 45373"/>
                <a:gd name="csY19" fmla="*/ 36662 h 36819"/>
                <a:gd name="csX20" fmla="*/ 3369 w 45373"/>
                <a:gd name="csY20" fmla="*/ 36741 h 36819"/>
                <a:gd name="csX21" fmla="*/ 685 w 45373"/>
                <a:gd name="csY21" fmla="*/ 36820 h 36819"/>
                <a:gd name="csX22" fmla="*/ 0 w 45373"/>
                <a:gd name="csY22" fmla="*/ 36214 h 36819"/>
                <a:gd name="csX23" fmla="*/ 184 w 45373"/>
                <a:gd name="csY23" fmla="*/ 35504 h 36819"/>
                <a:gd name="csX24" fmla="*/ 527 w 45373"/>
                <a:gd name="csY24" fmla="*/ 35215 h 36819"/>
                <a:gd name="csX25" fmla="*/ 921 w 45373"/>
                <a:gd name="csY25" fmla="*/ 35161 h 36819"/>
                <a:gd name="csX26" fmla="*/ 3580 w 45373"/>
                <a:gd name="csY26" fmla="*/ 34793 h 36819"/>
                <a:gd name="csX27" fmla="*/ 5264 w 45373"/>
                <a:gd name="csY27" fmla="*/ 33872 h 36819"/>
                <a:gd name="csX28" fmla="*/ 6185 w 45373"/>
                <a:gd name="csY28" fmla="*/ 32661 h 36819"/>
                <a:gd name="csX29" fmla="*/ 6738 w 45373"/>
                <a:gd name="csY29" fmla="*/ 31109 h 36819"/>
                <a:gd name="csX30" fmla="*/ 13949 w 45373"/>
                <a:gd name="csY30" fmla="*/ 2158 h 36819"/>
                <a:gd name="csX31" fmla="*/ 10290 w 45373"/>
                <a:gd name="csY31" fmla="*/ 1684 h 36819"/>
                <a:gd name="csX32" fmla="*/ 9396 w 45373"/>
                <a:gd name="csY32" fmla="*/ 1659 h 36819"/>
                <a:gd name="csX33" fmla="*/ 8975 w 45373"/>
                <a:gd name="csY33" fmla="*/ 1500 h 36819"/>
                <a:gd name="csX34" fmla="*/ 8791 w 45373"/>
                <a:gd name="csY34" fmla="*/ 1080 h 36819"/>
                <a:gd name="csX35" fmla="*/ 9107 w 45373"/>
                <a:gd name="csY35" fmla="*/ 184 h 36819"/>
                <a:gd name="csX36" fmla="*/ 10344 w 45373"/>
                <a:gd name="csY36" fmla="*/ 0 h 36819"/>
                <a:gd name="csX37" fmla="*/ 17581 w 45373"/>
                <a:gd name="csY37" fmla="*/ 0 h 36819"/>
                <a:gd name="csX38" fmla="*/ 18739 w 45373"/>
                <a:gd name="csY38" fmla="*/ 158 h 36819"/>
                <a:gd name="csX39" fmla="*/ 19291 w 45373"/>
                <a:gd name="csY39" fmla="*/ 1026 h 36819"/>
                <a:gd name="csX40" fmla="*/ 31213 w 45373"/>
                <a:gd name="csY40" fmla="*/ 29161 h 36819"/>
                <a:gd name="csX41" fmla="*/ 37240 w 45373"/>
                <a:gd name="csY41" fmla="*/ 5185 h 36819"/>
                <a:gd name="csX42" fmla="*/ 37399 w 45373"/>
                <a:gd name="csY42" fmla="*/ 4054 h 36819"/>
                <a:gd name="csX43" fmla="*/ 36609 w 45373"/>
                <a:gd name="csY43" fmla="*/ 2369 h 36819"/>
                <a:gd name="csX44" fmla="*/ 33740 w 45373"/>
                <a:gd name="csY44" fmla="*/ 1684 h 36819"/>
                <a:gd name="csX45" fmla="*/ 32766 w 45373"/>
                <a:gd name="csY45" fmla="*/ 1080 h 36819"/>
                <a:gd name="csX46" fmla="*/ 32950 w 45373"/>
                <a:gd name="csY46" fmla="*/ 342 h 36819"/>
                <a:gd name="csX47" fmla="*/ 33319 w 45373"/>
                <a:gd name="csY47" fmla="*/ 54 h 36819"/>
                <a:gd name="csX48" fmla="*/ 33740 w 45373"/>
                <a:gd name="csY48" fmla="*/ 0 h 36819"/>
                <a:gd name="csX49" fmla="*/ 36477 w 45373"/>
                <a:gd name="csY49" fmla="*/ 79 h 36819"/>
                <a:gd name="csX50" fmla="*/ 39241 w 45373"/>
                <a:gd name="csY50" fmla="*/ 158 h 36819"/>
                <a:gd name="csX51" fmla="*/ 41951 w 45373"/>
                <a:gd name="csY51" fmla="*/ 79 h 36819"/>
                <a:gd name="csX52" fmla="*/ 44689 w 45373"/>
                <a:gd name="csY52" fmla="*/ 0 h 36819"/>
                <a:gd name="csX53" fmla="*/ 45163 w 45373"/>
                <a:gd name="csY53" fmla="*/ 158 h 36819"/>
                <a:gd name="csX54" fmla="*/ 45373 w 45373"/>
                <a:gd name="csY54" fmla="*/ 447 h 36819"/>
                <a:gd name="csX55" fmla="*/ 45373 w 45373"/>
                <a:gd name="csY55" fmla="*/ 606 h 368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45373" h="36819">
                  <a:moveTo>
                    <a:pt x="45373" y="606"/>
                  </a:moveTo>
                  <a:cubicBezTo>
                    <a:pt x="45373" y="1325"/>
                    <a:pt x="45066" y="1684"/>
                    <a:pt x="44452" y="1684"/>
                  </a:cubicBezTo>
                  <a:cubicBezTo>
                    <a:pt x="42469" y="1755"/>
                    <a:pt x="41074" y="2123"/>
                    <a:pt x="40267" y="2790"/>
                  </a:cubicBezTo>
                  <a:cubicBezTo>
                    <a:pt x="39478" y="3439"/>
                    <a:pt x="38934" y="4395"/>
                    <a:pt x="38636" y="5659"/>
                  </a:cubicBezTo>
                  <a:lnTo>
                    <a:pt x="31109" y="35688"/>
                  </a:lnTo>
                  <a:cubicBezTo>
                    <a:pt x="30933" y="36320"/>
                    <a:pt x="30793" y="36671"/>
                    <a:pt x="30687" y="36741"/>
                  </a:cubicBezTo>
                  <a:cubicBezTo>
                    <a:pt x="30582" y="36793"/>
                    <a:pt x="30433" y="36820"/>
                    <a:pt x="30240" y="36820"/>
                  </a:cubicBezTo>
                  <a:cubicBezTo>
                    <a:pt x="29994" y="36820"/>
                    <a:pt x="29801" y="36759"/>
                    <a:pt x="29661" y="36636"/>
                  </a:cubicBezTo>
                  <a:cubicBezTo>
                    <a:pt x="29538" y="36512"/>
                    <a:pt x="29389" y="36232"/>
                    <a:pt x="29213" y="35794"/>
                  </a:cubicBezTo>
                  <a:lnTo>
                    <a:pt x="15791" y="4054"/>
                  </a:lnTo>
                  <a:cubicBezTo>
                    <a:pt x="15721" y="3913"/>
                    <a:pt x="15642" y="3746"/>
                    <a:pt x="15554" y="3553"/>
                  </a:cubicBezTo>
                  <a:cubicBezTo>
                    <a:pt x="15467" y="3360"/>
                    <a:pt x="15388" y="3203"/>
                    <a:pt x="15318" y="3080"/>
                  </a:cubicBezTo>
                  <a:lnTo>
                    <a:pt x="8185" y="31529"/>
                  </a:lnTo>
                  <a:cubicBezTo>
                    <a:pt x="8045" y="32074"/>
                    <a:pt x="7975" y="32486"/>
                    <a:pt x="7975" y="32766"/>
                  </a:cubicBezTo>
                  <a:cubicBezTo>
                    <a:pt x="7975" y="33450"/>
                    <a:pt x="8211" y="34012"/>
                    <a:pt x="8685" y="34451"/>
                  </a:cubicBezTo>
                  <a:cubicBezTo>
                    <a:pt x="9177" y="34872"/>
                    <a:pt x="10124" y="35109"/>
                    <a:pt x="11527" y="35161"/>
                  </a:cubicBezTo>
                  <a:cubicBezTo>
                    <a:pt x="12247" y="35161"/>
                    <a:pt x="12607" y="35354"/>
                    <a:pt x="12607" y="35740"/>
                  </a:cubicBezTo>
                  <a:cubicBezTo>
                    <a:pt x="12607" y="36460"/>
                    <a:pt x="12283" y="36820"/>
                    <a:pt x="11633" y="36820"/>
                  </a:cubicBezTo>
                  <a:cubicBezTo>
                    <a:pt x="11037" y="36820"/>
                    <a:pt x="10116" y="36793"/>
                    <a:pt x="8869" y="36741"/>
                  </a:cubicBezTo>
                  <a:cubicBezTo>
                    <a:pt x="7624" y="36688"/>
                    <a:pt x="6694" y="36662"/>
                    <a:pt x="6079" y="36662"/>
                  </a:cubicBezTo>
                  <a:cubicBezTo>
                    <a:pt x="5483" y="36662"/>
                    <a:pt x="4579" y="36688"/>
                    <a:pt x="3369" y="36741"/>
                  </a:cubicBezTo>
                  <a:cubicBezTo>
                    <a:pt x="2158" y="36793"/>
                    <a:pt x="1263" y="36820"/>
                    <a:pt x="685" y="36820"/>
                  </a:cubicBezTo>
                  <a:cubicBezTo>
                    <a:pt x="228" y="36820"/>
                    <a:pt x="0" y="36618"/>
                    <a:pt x="0" y="36214"/>
                  </a:cubicBezTo>
                  <a:cubicBezTo>
                    <a:pt x="0" y="35898"/>
                    <a:pt x="61" y="35661"/>
                    <a:pt x="184" y="35504"/>
                  </a:cubicBezTo>
                  <a:cubicBezTo>
                    <a:pt x="307" y="35328"/>
                    <a:pt x="422" y="35232"/>
                    <a:pt x="527" y="35215"/>
                  </a:cubicBezTo>
                  <a:cubicBezTo>
                    <a:pt x="632" y="35179"/>
                    <a:pt x="764" y="35161"/>
                    <a:pt x="921" y="35161"/>
                  </a:cubicBezTo>
                  <a:cubicBezTo>
                    <a:pt x="1974" y="35126"/>
                    <a:pt x="2860" y="35004"/>
                    <a:pt x="3580" y="34793"/>
                  </a:cubicBezTo>
                  <a:cubicBezTo>
                    <a:pt x="4299" y="34583"/>
                    <a:pt x="4860" y="34275"/>
                    <a:pt x="5264" y="33872"/>
                  </a:cubicBezTo>
                  <a:cubicBezTo>
                    <a:pt x="5685" y="33469"/>
                    <a:pt x="5992" y="33065"/>
                    <a:pt x="6185" y="32661"/>
                  </a:cubicBezTo>
                  <a:cubicBezTo>
                    <a:pt x="6396" y="32240"/>
                    <a:pt x="6580" y="31723"/>
                    <a:pt x="6738" y="31109"/>
                  </a:cubicBezTo>
                  <a:lnTo>
                    <a:pt x="13949" y="2158"/>
                  </a:lnTo>
                  <a:cubicBezTo>
                    <a:pt x="13949" y="1842"/>
                    <a:pt x="12730" y="1684"/>
                    <a:pt x="10290" y="1684"/>
                  </a:cubicBezTo>
                  <a:cubicBezTo>
                    <a:pt x="9869" y="1684"/>
                    <a:pt x="9571" y="1676"/>
                    <a:pt x="9396" y="1659"/>
                  </a:cubicBezTo>
                  <a:cubicBezTo>
                    <a:pt x="9238" y="1641"/>
                    <a:pt x="9098" y="1588"/>
                    <a:pt x="8975" y="1500"/>
                  </a:cubicBezTo>
                  <a:cubicBezTo>
                    <a:pt x="8852" y="1413"/>
                    <a:pt x="8791" y="1272"/>
                    <a:pt x="8791" y="1080"/>
                  </a:cubicBezTo>
                  <a:cubicBezTo>
                    <a:pt x="8791" y="588"/>
                    <a:pt x="8896" y="290"/>
                    <a:pt x="9107" y="184"/>
                  </a:cubicBezTo>
                  <a:cubicBezTo>
                    <a:pt x="9317" y="61"/>
                    <a:pt x="9730" y="0"/>
                    <a:pt x="10344" y="0"/>
                  </a:cubicBezTo>
                  <a:lnTo>
                    <a:pt x="17581" y="0"/>
                  </a:lnTo>
                  <a:cubicBezTo>
                    <a:pt x="18195" y="0"/>
                    <a:pt x="18581" y="53"/>
                    <a:pt x="18739" y="158"/>
                  </a:cubicBezTo>
                  <a:cubicBezTo>
                    <a:pt x="18897" y="246"/>
                    <a:pt x="19081" y="535"/>
                    <a:pt x="19291" y="1026"/>
                  </a:cubicBezTo>
                  <a:lnTo>
                    <a:pt x="31213" y="29161"/>
                  </a:lnTo>
                  <a:lnTo>
                    <a:pt x="37240" y="5185"/>
                  </a:lnTo>
                  <a:cubicBezTo>
                    <a:pt x="37346" y="4869"/>
                    <a:pt x="37399" y="4492"/>
                    <a:pt x="37399" y="4054"/>
                  </a:cubicBezTo>
                  <a:cubicBezTo>
                    <a:pt x="37399" y="3352"/>
                    <a:pt x="37136" y="2790"/>
                    <a:pt x="36609" y="2369"/>
                  </a:cubicBezTo>
                  <a:cubicBezTo>
                    <a:pt x="36100" y="1931"/>
                    <a:pt x="35144" y="1702"/>
                    <a:pt x="33740" y="1684"/>
                  </a:cubicBezTo>
                  <a:cubicBezTo>
                    <a:pt x="33091" y="1684"/>
                    <a:pt x="32766" y="1483"/>
                    <a:pt x="32766" y="1080"/>
                  </a:cubicBezTo>
                  <a:cubicBezTo>
                    <a:pt x="32766" y="746"/>
                    <a:pt x="32828" y="500"/>
                    <a:pt x="32950" y="342"/>
                  </a:cubicBezTo>
                  <a:cubicBezTo>
                    <a:pt x="33091" y="167"/>
                    <a:pt x="33214" y="71"/>
                    <a:pt x="33319" y="54"/>
                  </a:cubicBezTo>
                  <a:cubicBezTo>
                    <a:pt x="33442" y="18"/>
                    <a:pt x="33582" y="0"/>
                    <a:pt x="33740" y="0"/>
                  </a:cubicBezTo>
                  <a:cubicBezTo>
                    <a:pt x="34336" y="0"/>
                    <a:pt x="35249" y="26"/>
                    <a:pt x="36477" y="79"/>
                  </a:cubicBezTo>
                  <a:cubicBezTo>
                    <a:pt x="37706" y="132"/>
                    <a:pt x="38627" y="158"/>
                    <a:pt x="39241" y="158"/>
                  </a:cubicBezTo>
                  <a:cubicBezTo>
                    <a:pt x="39838" y="158"/>
                    <a:pt x="40741" y="132"/>
                    <a:pt x="41951" y="79"/>
                  </a:cubicBezTo>
                  <a:cubicBezTo>
                    <a:pt x="43180" y="26"/>
                    <a:pt x="44092" y="0"/>
                    <a:pt x="44689" y="0"/>
                  </a:cubicBezTo>
                  <a:cubicBezTo>
                    <a:pt x="44899" y="0"/>
                    <a:pt x="45057" y="53"/>
                    <a:pt x="45163" y="158"/>
                  </a:cubicBezTo>
                  <a:cubicBezTo>
                    <a:pt x="45285" y="246"/>
                    <a:pt x="45356" y="342"/>
                    <a:pt x="45373" y="447"/>
                  </a:cubicBezTo>
                  <a:lnTo>
                    <a:pt x="45373" y="60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0" name="Freeform 3259">
              <a:extLst>
                <a:ext uri="{FF2B5EF4-FFF2-40B4-BE49-F238E27FC236}">
                  <a16:creationId xmlns:a16="http://schemas.microsoft.com/office/drawing/2014/main" id="{F8B77765-F857-96AD-7B65-FB545D6AAD85}"/>
                </a:ext>
              </a:extLst>
            </p:cNvPr>
            <p:cNvSpPr/>
            <p:nvPr/>
          </p:nvSpPr>
          <p:spPr>
            <a:xfrm>
              <a:off x="4997252" y="3309205"/>
              <a:ext cx="35897" cy="2157"/>
            </a:xfrm>
            <a:custGeom>
              <a:avLst/>
              <a:gdLst>
                <a:gd name="csX0" fmla="*/ 35582 w 35897"/>
                <a:gd name="csY0" fmla="*/ 316 h 2157"/>
                <a:gd name="csX1" fmla="*/ 35897 w 35897"/>
                <a:gd name="csY1" fmla="*/ 1079 h 2157"/>
                <a:gd name="csX2" fmla="*/ 35582 w 35897"/>
                <a:gd name="csY2" fmla="*/ 1842 h 2157"/>
                <a:gd name="csX3" fmla="*/ 34819 w 35897"/>
                <a:gd name="csY3" fmla="*/ 2157 h 2157"/>
                <a:gd name="csX4" fmla="*/ 1079 w 35897"/>
                <a:gd name="csY4" fmla="*/ 2157 h 2157"/>
                <a:gd name="csX5" fmla="*/ 316 w 35897"/>
                <a:gd name="csY5" fmla="*/ 1842 h 2157"/>
                <a:gd name="csX6" fmla="*/ 0 w 35897"/>
                <a:gd name="csY6" fmla="*/ 1079 h 2157"/>
                <a:gd name="csX7" fmla="*/ 316 w 35897"/>
                <a:gd name="csY7" fmla="*/ 316 h 2157"/>
                <a:gd name="csX8" fmla="*/ 1079 w 35897"/>
                <a:gd name="csY8" fmla="*/ 0 h 2157"/>
                <a:gd name="csX9" fmla="*/ 34819 w 35897"/>
                <a:gd name="csY9" fmla="*/ 0 h 2157"/>
                <a:gd name="csX10" fmla="*/ 35582 w 35897"/>
                <a:gd name="csY10" fmla="*/ 316 h 2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897" h="2157">
                  <a:moveTo>
                    <a:pt x="35582" y="316"/>
                  </a:moveTo>
                  <a:cubicBezTo>
                    <a:pt x="35792" y="526"/>
                    <a:pt x="35897" y="780"/>
                    <a:pt x="35897" y="1079"/>
                  </a:cubicBezTo>
                  <a:cubicBezTo>
                    <a:pt x="35897" y="1377"/>
                    <a:pt x="35792" y="1631"/>
                    <a:pt x="35582" y="1842"/>
                  </a:cubicBezTo>
                  <a:cubicBezTo>
                    <a:pt x="35371" y="2052"/>
                    <a:pt x="35117" y="2157"/>
                    <a:pt x="34819" y="2157"/>
                  </a:cubicBezTo>
                  <a:lnTo>
                    <a:pt x="1079" y="2157"/>
                  </a:lnTo>
                  <a:cubicBezTo>
                    <a:pt x="781" y="2157"/>
                    <a:pt x="526" y="2052"/>
                    <a:pt x="316" y="1842"/>
                  </a:cubicBezTo>
                  <a:cubicBezTo>
                    <a:pt x="105" y="1631"/>
                    <a:pt x="0" y="1377"/>
                    <a:pt x="0" y="1079"/>
                  </a:cubicBezTo>
                  <a:cubicBezTo>
                    <a:pt x="0" y="780"/>
                    <a:pt x="105" y="526"/>
                    <a:pt x="316" y="316"/>
                  </a:cubicBezTo>
                  <a:cubicBezTo>
                    <a:pt x="526" y="105"/>
                    <a:pt x="781" y="0"/>
                    <a:pt x="1079" y="0"/>
                  </a:cubicBezTo>
                  <a:lnTo>
                    <a:pt x="34819" y="0"/>
                  </a:lnTo>
                  <a:cubicBezTo>
                    <a:pt x="35117" y="0"/>
                    <a:pt x="35371" y="105"/>
                    <a:pt x="35582" y="31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1" name="Freeform 3260">
              <a:extLst>
                <a:ext uri="{FF2B5EF4-FFF2-40B4-BE49-F238E27FC236}">
                  <a16:creationId xmlns:a16="http://schemas.microsoft.com/office/drawing/2014/main" id="{DE86A98E-FF60-2268-3A4B-D57E132C51C4}"/>
                </a:ext>
              </a:extLst>
            </p:cNvPr>
            <p:cNvSpPr/>
            <p:nvPr/>
          </p:nvSpPr>
          <p:spPr>
            <a:xfrm>
              <a:off x="5053729" y="3287861"/>
              <a:ext cx="17790" cy="35898"/>
            </a:xfrm>
            <a:custGeom>
              <a:avLst/>
              <a:gdLst>
                <a:gd name="csX0" fmla="*/ 0 w 17790"/>
                <a:gd name="csY0" fmla="*/ 5132 h 35898"/>
                <a:gd name="csX1" fmla="*/ 0 w 17790"/>
                <a:gd name="csY1" fmla="*/ 3448 h 35898"/>
                <a:gd name="csX2" fmla="*/ 9816 w 17790"/>
                <a:gd name="csY2" fmla="*/ 0 h 35898"/>
                <a:gd name="csX3" fmla="*/ 10895 w 17790"/>
                <a:gd name="csY3" fmla="*/ 211 h 35898"/>
                <a:gd name="csX4" fmla="*/ 11053 w 17790"/>
                <a:gd name="csY4" fmla="*/ 1395 h 35898"/>
                <a:gd name="csX5" fmla="*/ 11053 w 17790"/>
                <a:gd name="csY5" fmla="*/ 31635 h 35898"/>
                <a:gd name="csX6" fmla="*/ 11843 w 17790"/>
                <a:gd name="csY6" fmla="*/ 33740 h 35898"/>
                <a:gd name="csX7" fmla="*/ 16080 w 17790"/>
                <a:gd name="csY7" fmla="*/ 34240 h 35898"/>
                <a:gd name="csX8" fmla="*/ 17791 w 17790"/>
                <a:gd name="csY8" fmla="*/ 34240 h 35898"/>
                <a:gd name="csX9" fmla="*/ 17791 w 17790"/>
                <a:gd name="csY9" fmla="*/ 35899 h 35898"/>
                <a:gd name="csX10" fmla="*/ 9053 w 17790"/>
                <a:gd name="csY10" fmla="*/ 35740 h 35898"/>
                <a:gd name="csX11" fmla="*/ 341 w 17790"/>
                <a:gd name="csY11" fmla="*/ 35899 h 35898"/>
                <a:gd name="csX12" fmla="*/ 341 w 17790"/>
                <a:gd name="csY12" fmla="*/ 34240 h 35898"/>
                <a:gd name="csX13" fmla="*/ 2053 w 17790"/>
                <a:gd name="csY13" fmla="*/ 34240 h 35898"/>
                <a:gd name="csX14" fmla="*/ 6263 w 17790"/>
                <a:gd name="csY14" fmla="*/ 33767 h 35898"/>
                <a:gd name="csX15" fmla="*/ 7079 w 17790"/>
                <a:gd name="csY15" fmla="*/ 31635 h 35898"/>
                <a:gd name="csX16" fmla="*/ 7079 w 17790"/>
                <a:gd name="csY16" fmla="*/ 3711 h 35898"/>
                <a:gd name="csX17" fmla="*/ 0 w 17790"/>
                <a:gd name="csY17" fmla="*/ 5132 h 35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7790" h="35898">
                  <a:moveTo>
                    <a:pt x="0" y="5132"/>
                  </a:moveTo>
                  <a:lnTo>
                    <a:pt x="0" y="3448"/>
                  </a:lnTo>
                  <a:cubicBezTo>
                    <a:pt x="4316" y="3448"/>
                    <a:pt x="7588" y="2299"/>
                    <a:pt x="9816" y="0"/>
                  </a:cubicBezTo>
                  <a:cubicBezTo>
                    <a:pt x="10431" y="0"/>
                    <a:pt x="10790" y="70"/>
                    <a:pt x="10895" y="211"/>
                  </a:cubicBezTo>
                  <a:cubicBezTo>
                    <a:pt x="11001" y="351"/>
                    <a:pt x="11053" y="746"/>
                    <a:pt x="11053" y="1395"/>
                  </a:cubicBezTo>
                  <a:lnTo>
                    <a:pt x="11053" y="31635"/>
                  </a:lnTo>
                  <a:cubicBezTo>
                    <a:pt x="11053" y="32705"/>
                    <a:pt x="11317" y="33407"/>
                    <a:pt x="11843" y="33740"/>
                  </a:cubicBezTo>
                  <a:cubicBezTo>
                    <a:pt x="12370" y="34073"/>
                    <a:pt x="13782" y="34240"/>
                    <a:pt x="16080" y="34240"/>
                  </a:cubicBezTo>
                  <a:lnTo>
                    <a:pt x="17791" y="34240"/>
                  </a:lnTo>
                  <a:lnTo>
                    <a:pt x="17791" y="35899"/>
                  </a:lnTo>
                  <a:cubicBezTo>
                    <a:pt x="16527" y="35793"/>
                    <a:pt x="13615" y="35740"/>
                    <a:pt x="9053" y="35740"/>
                  </a:cubicBezTo>
                  <a:cubicBezTo>
                    <a:pt x="4491" y="35740"/>
                    <a:pt x="1587" y="35793"/>
                    <a:pt x="341" y="35899"/>
                  </a:cubicBezTo>
                  <a:lnTo>
                    <a:pt x="341" y="34240"/>
                  </a:lnTo>
                  <a:lnTo>
                    <a:pt x="2053" y="34240"/>
                  </a:lnTo>
                  <a:cubicBezTo>
                    <a:pt x="4316" y="34240"/>
                    <a:pt x="5719" y="34082"/>
                    <a:pt x="6263" y="33767"/>
                  </a:cubicBezTo>
                  <a:cubicBezTo>
                    <a:pt x="6807" y="33433"/>
                    <a:pt x="7079" y="32722"/>
                    <a:pt x="7079" y="31635"/>
                  </a:cubicBezTo>
                  <a:lnTo>
                    <a:pt x="7079" y="3711"/>
                  </a:lnTo>
                  <a:cubicBezTo>
                    <a:pt x="5202" y="4659"/>
                    <a:pt x="2842" y="5132"/>
                    <a:pt x="0" y="513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2" name="Freeform 3261">
              <a:extLst>
                <a:ext uri="{FF2B5EF4-FFF2-40B4-BE49-F238E27FC236}">
                  <a16:creationId xmlns:a16="http://schemas.microsoft.com/office/drawing/2014/main" id="{39AA1091-1FE7-EB71-BFBB-75CAB4DA7CB1}"/>
                </a:ext>
              </a:extLst>
            </p:cNvPr>
            <p:cNvSpPr/>
            <p:nvPr/>
          </p:nvSpPr>
          <p:spPr>
            <a:xfrm>
              <a:off x="5091436" y="3350564"/>
              <a:ext cx="17859" cy="76999"/>
            </a:xfrm>
            <a:custGeom>
              <a:avLst/>
              <a:gdLst>
                <a:gd name="csX0" fmla="*/ 0 w 17859"/>
                <a:gd name="csY0" fmla="*/ 38500 h 76999"/>
                <a:gd name="csX1" fmla="*/ 4850 w 17859"/>
                <a:gd name="csY1" fmla="*/ 15002 h 76999"/>
                <a:gd name="csX2" fmla="*/ 9813 w 17859"/>
                <a:gd name="csY2" fmla="*/ 6918 h 76999"/>
                <a:gd name="csX3" fmla="*/ 14625 w 17859"/>
                <a:gd name="csY3" fmla="*/ 1617 h 76999"/>
                <a:gd name="csX4" fmla="*/ 17070 w 17859"/>
                <a:gd name="csY4" fmla="*/ 0 h 76999"/>
                <a:gd name="csX5" fmla="*/ 17859 w 17859"/>
                <a:gd name="csY5" fmla="*/ 752 h 76999"/>
                <a:gd name="csX6" fmla="*/ 16844 w 17859"/>
                <a:gd name="csY6" fmla="*/ 2069 h 76999"/>
                <a:gd name="csX7" fmla="*/ 4474 w 17859"/>
                <a:gd name="csY7" fmla="*/ 38500 h 76999"/>
                <a:gd name="csX8" fmla="*/ 16543 w 17859"/>
                <a:gd name="csY8" fmla="*/ 74518 h 76999"/>
                <a:gd name="csX9" fmla="*/ 17859 w 17859"/>
                <a:gd name="csY9" fmla="*/ 76249 h 76999"/>
                <a:gd name="csX10" fmla="*/ 17070 w 17859"/>
                <a:gd name="csY10" fmla="*/ 77000 h 76999"/>
                <a:gd name="csX11" fmla="*/ 14700 w 17859"/>
                <a:gd name="csY11" fmla="*/ 75459 h 76999"/>
                <a:gd name="csX12" fmla="*/ 10001 w 17859"/>
                <a:gd name="csY12" fmla="*/ 70383 h 76999"/>
                <a:gd name="csX13" fmla="*/ 5076 w 17859"/>
                <a:gd name="csY13" fmla="*/ 62525 h 76999"/>
                <a:gd name="csX14" fmla="*/ 0 w 17859"/>
                <a:gd name="csY14" fmla="*/ 38500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9" h="76999">
                  <a:moveTo>
                    <a:pt x="0" y="38500"/>
                  </a:moveTo>
                  <a:cubicBezTo>
                    <a:pt x="0" y="29828"/>
                    <a:pt x="1617" y="21995"/>
                    <a:pt x="4850" y="15002"/>
                  </a:cubicBezTo>
                  <a:cubicBezTo>
                    <a:pt x="6229" y="12069"/>
                    <a:pt x="7883" y="9375"/>
                    <a:pt x="9813" y="6918"/>
                  </a:cubicBezTo>
                  <a:cubicBezTo>
                    <a:pt x="11743" y="4462"/>
                    <a:pt x="13347" y="2695"/>
                    <a:pt x="14625" y="1617"/>
                  </a:cubicBezTo>
                  <a:cubicBezTo>
                    <a:pt x="15904" y="539"/>
                    <a:pt x="16719" y="0"/>
                    <a:pt x="17070" y="0"/>
                  </a:cubicBezTo>
                  <a:cubicBezTo>
                    <a:pt x="17570" y="0"/>
                    <a:pt x="17834" y="251"/>
                    <a:pt x="17859" y="752"/>
                  </a:cubicBezTo>
                  <a:cubicBezTo>
                    <a:pt x="17859" y="1003"/>
                    <a:pt x="17521" y="1442"/>
                    <a:pt x="16844" y="2069"/>
                  </a:cubicBezTo>
                  <a:cubicBezTo>
                    <a:pt x="8572" y="10490"/>
                    <a:pt x="4449" y="22634"/>
                    <a:pt x="4474" y="38500"/>
                  </a:cubicBezTo>
                  <a:cubicBezTo>
                    <a:pt x="4474" y="54416"/>
                    <a:pt x="8497" y="66422"/>
                    <a:pt x="16543" y="74518"/>
                  </a:cubicBezTo>
                  <a:cubicBezTo>
                    <a:pt x="17421" y="75396"/>
                    <a:pt x="17859" y="75973"/>
                    <a:pt x="17859" y="76249"/>
                  </a:cubicBezTo>
                  <a:cubicBezTo>
                    <a:pt x="17859" y="76750"/>
                    <a:pt x="17596" y="77000"/>
                    <a:pt x="17070" y="77000"/>
                  </a:cubicBezTo>
                  <a:cubicBezTo>
                    <a:pt x="16719" y="77000"/>
                    <a:pt x="15929" y="76486"/>
                    <a:pt x="14700" y="75459"/>
                  </a:cubicBezTo>
                  <a:cubicBezTo>
                    <a:pt x="13473" y="74431"/>
                    <a:pt x="11906" y="72739"/>
                    <a:pt x="10001" y="70383"/>
                  </a:cubicBezTo>
                  <a:cubicBezTo>
                    <a:pt x="8096" y="68027"/>
                    <a:pt x="6454" y="65408"/>
                    <a:pt x="5076" y="62525"/>
                  </a:cubicBezTo>
                  <a:cubicBezTo>
                    <a:pt x="1692" y="55532"/>
                    <a:pt x="0" y="47523"/>
                    <a:pt x="0" y="3850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3" name="Freeform 3262">
              <a:extLst>
                <a:ext uri="{FF2B5EF4-FFF2-40B4-BE49-F238E27FC236}">
                  <a16:creationId xmlns:a16="http://schemas.microsoft.com/office/drawing/2014/main" id="{C47EDF97-704E-BE61-5938-B84225E48952}"/>
                </a:ext>
              </a:extLst>
            </p:cNvPr>
            <p:cNvSpPr/>
            <p:nvPr/>
          </p:nvSpPr>
          <p:spPr>
            <a:xfrm>
              <a:off x="5119462" y="3357030"/>
              <a:ext cx="25416" cy="51283"/>
            </a:xfrm>
            <a:custGeom>
              <a:avLst/>
              <a:gdLst>
                <a:gd name="csX0" fmla="*/ 0 w 25416"/>
                <a:gd name="csY0" fmla="*/ 7333 h 51283"/>
                <a:gd name="csX1" fmla="*/ 0 w 25416"/>
                <a:gd name="csY1" fmla="*/ 4926 h 51283"/>
                <a:gd name="csX2" fmla="*/ 14024 w 25416"/>
                <a:gd name="csY2" fmla="*/ 0 h 51283"/>
                <a:gd name="csX3" fmla="*/ 15566 w 25416"/>
                <a:gd name="csY3" fmla="*/ 302 h 51283"/>
                <a:gd name="csX4" fmla="*/ 15792 w 25416"/>
                <a:gd name="csY4" fmla="*/ 1994 h 51283"/>
                <a:gd name="csX5" fmla="*/ 15792 w 25416"/>
                <a:gd name="csY5" fmla="*/ 45193 h 51283"/>
                <a:gd name="csX6" fmla="*/ 16920 w 25416"/>
                <a:gd name="csY6" fmla="*/ 48201 h 51283"/>
                <a:gd name="csX7" fmla="*/ 22972 w 25416"/>
                <a:gd name="csY7" fmla="*/ 48914 h 51283"/>
                <a:gd name="csX8" fmla="*/ 25417 w 25416"/>
                <a:gd name="csY8" fmla="*/ 48914 h 51283"/>
                <a:gd name="csX9" fmla="*/ 25417 w 25416"/>
                <a:gd name="csY9" fmla="*/ 51284 h 51283"/>
                <a:gd name="csX10" fmla="*/ 12934 w 25416"/>
                <a:gd name="csY10" fmla="*/ 51058 h 51283"/>
                <a:gd name="csX11" fmla="*/ 489 w 25416"/>
                <a:gd name="csY11" fmla="*/ 51284 h 51283"/>
                <a:gd name="csX12" fmla="*/ 489 w 25416"/>
                <a:gd name="csY12" fmla="*/ 48914 h 51283"/>
                <a:gd name="csX13" fmla="*/ 2933 w 25416"/>
                <a:gd name="csY13" fmla="*/ 48914 h 51283"/>
                <a:gd name="csX14" fmla="*/ 8948 w 25416"/>
                <a:gd name="csY14" fmla="*/ 48238 h 51283"/>
                <a:gd name="csX15" fmla="*/ 10114 w 25416"/>
                <a:gd name="csY15" fmla="*/ 45193 h 51283"/>
                <a:gd name="csX16" fmla="*/ 10114 w 25416"/>
                <a:gd name="csY16" fmla="*/ 5301 h 51283"/>
                <a:gd name="csX17" fmla="*/ 0 w 25416"/>
                <a:gd name="csY17" fmla="*/ 7333 h 512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5416" h="51283">
                  <a:moveTo>
                    <a:pt x="0" y="7333"/>
                  </a:moveTo>
                  <a:lnTo>
                    <a:pt x="0" y="4926"/>
                  </a:lnTo>
                  <a:cubicBezTo>
                    <a:pt x="6166" y="4926"/>
                    <a:pt x="10841" y="3284"/>
                    <a:pt x="14024" y="0"/>
                  </a:cubicBezTo>
                  <a:cubicBezTo>
                    <a:pt x="14902" y="0"/>
                    <a:pt x="15416" y="101"/>
                    <a:pt x="15566" y="302"/>
                  </a:cubicBezTo>
                  <a:cubicBezTo>
                    <a:pt x="15717" y="502"/>
                    <a:pt x="15792" y="1066"/>
                    <a:pt x="15792" y="1994"/>
                  </a:cubicBezTo>
                  <a:lnTo>
                    <a:pt x="15792" y="45193"/>
                  </a:lnTo>
                  <a:cubicBezTo>
                    <a:pt x="15792" y="46721"/>
                    <a:pt x="16168" y="47724"/>
                    <a:pt x="16920" y="48201"/>
                  </a:cubicBezTo>
                  <a:cubicBezTo>
                    <a:pt x="17672" y="48677"/>
                    <a:pt x="19689" y="48914"/>
                    <a:pt x="22972" y="48914"/>
                  </a:cubicBezTo>
                  <a:lnTo>
                    <a:pt x="25417" y="48914"/>
                  </a:lnTo>
                  <a:lnTo>
                    <a:pt x="25417" y="51284"/>
                  </a:lnTo>
                  <a:cubicBezTo>
                    <a:pt x="23612" y="51133"/>
                    <a:pt x="19451" y="51058"/>
                    <a:pt x="12934" y="51058"/>
                  </a:cubicBezTo>
                  <a:cubicBezTo>
                    <a:pt x="6417" y="51058"/>
                    <a:pt x="2269" y="51133"/>
                    <a:pt x="489" y="51284"/>
                  </a:cubicBezTo>
                  <a:lnTo>
                    <a:pt x="489" y="48914"/>
                  </a:lnTo>
                  <a:lnTo>
                    <a:pt x="2933" y="48914"/>
                  </a:lnTo>
                  <a:cubicBezTo>
                    <a:pt x="6166" y="48914"/>
                    <a:pt x="8172" y="48689"/>
                    <a:pt x="8948" y="48238"/>
                  </a:cubicBezTo>
                  <a:cubicBezTo>
                    <a:pt x="9725" y="47762"/>
                    <a:pt x="10114" y="46746"/>
                    <a:pt x="10114" y="45193"/>
                  </a:cubicBezTo>
                  <a:lnTo>
                    <a:pt x="10114" y="5301"/>
                  </a:lnTo>
                  <a:cubicBezTo>
                    <a:pt x="7432" y="6655"/>
                    <a:pt x="4061" y="7333"/>
                    <a:pt x="0" y="7333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4" name="Freeform 3263">
              <a:extLst>
                <a:ext uri="{FF2B5EF4-FFF2-40B4-BE49-F238E27FC236}">
                  <a16:creationId xmlns:a16="http://schemas.microsoft.com/office/drawing/2014/main" id="{2488C5D3-3105-45A7-EDE8-67E4884985C3}"/>
                </a:ext>
              </a:extLst>
            </p:cNvPr>
            <p:cNvSpPr/>
            <p:nvPr/>
          </p:nvSpPr>
          <p:spPr>
            <a:xfrm>
              <a:off x="5178955" y="3363573"/>
              <a:ext cx="50945" cy="50981"/>
            </a:xfrm>
            <a:custGeom>
              <a:avLst/>
              <a:gdLst>
                <a:gd name="csX0" fmla="*/ 1767 w 50945"/>
                <a:gd name="csY0" fmla="*/ 26431 h 50981"/>
                <a:gd name="csX1" fmla="*/ 0 w 50945"/>
                <a:gd name="csY1" fmla="*/ 25490 h 50981"/>
                <a:gd name="csX2" fmla="*/ 1842 w 50945"/>
                <a:gd name="csY2" fmla="*/ 24551 h 50981"/>
                <a:gd name="csX3" fmla="*/ 2443 w 50945"/>
                <a:gd name="csY3" fmla="*/ 24588 h 50981"/>
                <a:gd name="csX4" fmla="*/ 2932 w 50945"/>
                <a:gd name="csY4" fmla="*/ 24626 h 50981"/>
                <a:gd name="csX5" fmla="*/ 24626 w 50945"/>
                <a:gd name="csY5" fmla="*/ 24626 h 50981"/>
                <a:gd name="csX6" fmla="*/ 24626 w 50945"/>
                <a:gd name="csY6" fmla="*/ 2857 h 50981"/>
                <a:gd name="csX7" fmla="*/ 24588 w 50945"/>
                <a:gd name="csY7" fmla="*/ 2443 h 50981"/>
                <a:gd name="csX8" fmla="*/ 24551 w 50945"/>
                <a:gd name="csY8" fmla="*/ 1842 h 50981"/>
                <a:gd name="csX9" fmla="*/ 25453 w 50945"/>
                <a:gd name="csY9" fmla="*/ 0 h 50981"/>
                <a:gd name="csX10" fmla="*/ 26394 w 50945"/>
                <a:gd name="csY10" fmla="*/ 1842 h 50981"/>
                <a:gd name="csX11" fmla="*/ 26394 w 50945"/>
                <a:gd name="csY11" fmla="*/ 24626 h 50981"/>
                <a:gd name="csX12" fmla="*/ 48125 w 50945"/>
                <a:gd name="csY12" fmla="*/ 24626 h 50981"/>
                <a:gd name="csX13" fmla="*/ 48575 w 50945"/>
                <a:gd name="csY13" fmla="*/ 24588 h 50981"/>
                <a:gd name="csX14" fmla="*/ 49178 w 50945"/>
                <a:gd name="csY14" fmla="*/ 24551 h 50981"/>
                <a:gd name="csX15" fmla="*/ 50945 w 50945"/>
                <a:gd name="csY15" fmla="*/ 25490 h 50981"/>
                <a:gd name="csX16" fmla="*/ 49102 w 50945"/>
                <a:gd name="csY16" fmla="*/ 26431 h 50981"/>
                <a:gd name="csX17" fmla="*/ 48538 w 50945"/>
                <a:gd name="csY17" fmla="*/ 26394 h 50981"/>
                <a:gd name="csX18" fmla="*/ 48125 w 50945"/>
                <a:gd name="csY18" fmla="*/ 26355 h 50981"/>
                <a:gd name="csX19" fmla="*/ 26394 w 50945"/>
                <a:gd name="csY19" fmla="*/ 26355 h 50981"/>
                <a:gd name="csX20" fmla="*/ 26394 w 50945"/>
                <a:gd name="csY20" fmla="*/ 49215 h 50981"/>
                <a:gd name="csX21" fmla="*/ 25453 w 50945"/>
                <a:gd name="csY21" fmla="*/ 50982 h 50981"/>
                <a:gd name="csX22" fmla="*/ 24551 w 50945"/>
                <a:gd name="csY22" fmla="*/ 49139 h 50981"/>
                <a:gd name="csX23" fmla="*/ 24588 w 50945"/>
                <a:gd name="csY23" fmla="*/ 48538 h 50981"/>
                <a:gd name="csX24" fmla="*/ 24626 w 50945"/>
                <a:gd name="csY24" fmla="*/ 48125 h 50981"/>
                <a:gd name="csX25" fmla="*/ 24626 w 50945"/>
                <a:gd name="csY25" fmla="*/ 26355 h 50981"/>
                <a:gd name="csX26" fmla="*/ 2932 w 50945"/>
                <a:gd name="csY26" fmla="*/ 26355 h 50981"/>
                <a:gd name="csX27" fmla="*/ 2406 w 50945"/>
                <a:gd name="csY27" fmla="*/ 26394 h 50981"/>
                <a:gd name="csX28" fmla="*/ 1767 w 50945"/>
                <a:gd name="csY28" fmla="*/ 26431 h 509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0945" h="50981">
                  <a:moveTo>
                    <a:pt x="1767" y="26431"/>
                  </a:moveTo>
                  <a:cubicBezTo>
                    <a:pt x="589" y="26431"/>
                    <a:pt x="0" y="26118"/>
                    <a:pt x="0" y="25490"/>
                  </a:cubicBezTo>
                  <a:cubicBezTo>
                    <a:pt x="0" y="24864"/>
                    <a:pt x="614" y="24551"/>
                    <a:pt x="1842" y="24551"/>
                  </a:cubicBezTo>
                  <a:cubicBezTo>
                    <a:pt x="1992" y="24551"/>
                    <a:pt x="2193" y="24563"/>
                    <a:pt x="2443" y="24588"/>
                  </a:cubicBezTo>
                  <a:cubicBezTo>
                    <a:pt x="2719" y="24613"/>
                    <a:pt x="2882" y="24626"/>
                    <a:pt x="2932" y="24626"/>
                  </a:cubicBezTo>
                  <a:lnTo>
                    <a:pt x="24626" y="24626"/>
                  </a:lnTo>
                  <a:lnTo>
                    <a:pt x="24626" y="2857"/>
                  </a:lnTo>
                  <a:cubicBezTo>
                    <a:pt x="24626" y="2807"/>
                    <a:pt x="24613" y="2669"/>
                    <a:pt x="24588" y="2443"/>
                  </a:cubicBezTo>
                  <a:cubicBezTo>
                    <a:pt x="24563" y="2193"/>
                    <a:pt x="24551" y="1992"/>
                    <a:pt x="24551" y="1842"/>
                  </a:cubicBezTo>
                  <a:cubicBezTo>
                    <a:pt x="24551" y="614"/>
                    <a:pt x="24852" y="0"/>
                    <a:pt x="25453" y="0"/>
                  </a:cubicBezTo>
                  <a:cubicBezTo>
                    <a:pt x="26080" y="0"/>
                    <a:pt x="26394" y="614"/>
                    <a:pt x="26394" y="1842"/>
                  </a:cubicBezTo>
                  <a:lnTo>
                    <a:pt x="26394" y="24626"/>
                  </a:lnTo>
                  <a:lnTo>
                    <a:pt x="48125" y="24626"/>
                  </a:lnTo>
                  <a:cubicBezTo>
                    <a:pt x="48175" y="24626"/>
                    <a:pt x="48325" y="24613"/>
                    <a:pt x="48575" y="24588"/>
                  </a:cubicBezTo>
                  <a:cubicBezTo>
                    <a:pt x="48826" y="24563"/>
                    <a:pt x="49027" y="24551"/>
                    <a:pt x="49178" y="24551"/>
                  </a:cubicBezTo>
                  <a:cubicBezTo>
                    <a:pt x="50356" y="24551"/>
                    <a:pt x="50945" y="24864"/>
                    <a:pt x="50945" y="25490"/>
                  </a:cubicBezTo>
                  <a:cubicBezTo>
                    <a:pt x="50969" y="26118"/>
                    <a:pt x="50355" y="26431"/>
                    <a:pt x="49102" y="26431"/>
                  </a:cubicBezTo>
                  <a:cubicBezTo>
                    <a:pt x="48952" y="26431"/>
                    <a:pt x="48764" y="26419"/>
                    <a:pt x="48538" y="26394"/>
                  </a:cubicBezTo>
                  <a:cubicBezTo>
                    <a:pt x="48312" y="26368"/>
                    <a:pt x="48175" y="26355"/>
                    <a:pt x="48125" y="26355"/>
                  </a:cubicBezTo>
                  <a:lnTo>
                    <a:pt x="26394" y="26355"/>
                  </a:lnTo>
                  <a:lnTo>
                    <a:pt x="26394" y="49215"/>
                  </a:lnTo>
                  <a:cubicBezTo>
                    <a:pt x="26394" y="50393"/>
                    <a:pt x="26080" y="50982"/>
                    <a:pt x="25453" y="50982"/>
                  </a:cubicBezTo>
                  <a:cubicBezTo>
                    <a:pt x="24852" y="50982"/>
                    <a:pt x="24551" y="50368"/>
                    <a:pt x="24551" y="49139"/>
                  </a:cubicBezTo>
                  <a:cubicBezTo>
                    <a:pt x="24551" y="48989"/>
                    <a:pt x="24563" y="48789"/>
                    <a:pt x="24588" y="48538"/>
                  </a:cubicBezTo>
                  <a:cubicBezTo>
                    <a:pt x="24613" y="48312"/>
                    <a:pt x="24626" y="48175"/>
                    <a:pt x="24626" y="48125"/>
                  </a:cubicBezTo>
                  <a:lnTo>
                    <a:pt x="24626" y="26355"/>
                  </a:lnTo>
                  <a:lnTo>
                    <a:pt x="2932" y="26355"/>
                  </a:lnTo>
                  <a:cubicBezTo>
                    <a:pt x="2882" y="26355"/>
                    <a:pt x="2707" y="26368"/>
                    <a:pt x="2406" y="26394"/>
                  </a:cubicBezTo>
                  <a:cubicBezTo>
                    <a:pt x="2130" y="26419"/>
                    <a:pt x="1917" y="26431"/>
                    <a:pt x="1767" y="2643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5" name="Freeform 3264">
              <a:extLst>
                <a:ext uri="{FF2B5EF4-FFF2-40B4-BE49-F238E27FC236}">
                  <a16:creationId xmlns:a16="http://schemas.microsoft.com/office/drawing/2014/main" id="{A45CDCC9-7EC2-B25B-CA48-9B3A2AEC730E}"/>
                </a:ext>
              </a:extLst>
            </p:cNvPr>
            <p:cNvSpPr/>
            <p:nvPr/>
          </p:nvSpPr>
          <p:spPr>
            <a:xfrm>
              <a:off x="5268792" y="3373799"/>
              <a:ext cx="29814" cy="35379"/>
            </a:xfrm>
            <a:custGeom>
              <a:avLst/>
              <a:gdLst>
                <a:gd name="csX0" fmla="*/ 0 w 29814"/>
                <a:gd name="csY0" fmla="*/ 17559 h 35379"/>
                <a:gd name="csX1" fmla="*/ 4663 w 29814"/>
                <a:gd name="csY1" fmla="*/ 5151 h 35379"/>
                <a:gd name="csX2" fmla="*/ 16017 w 29814"/>
                <a:gd name="csY2" fmla="*/ 0 h 35379"/>
                <a:gd name="csX3" fmla="*/ 26280 w 29814"/>
                <a:gd name="csY3" fmla="*/ 4399 h 35379"/>
                <a:gd name="csX4" fmla="*/ 29815 w 29814"/>
                <a:gd name="csY4" fmla="*/ 15114 h 35379"/>
                <a:gd name="csX5" fmla="*/ 29514 w 29814"/>
                <a:gd name="csY5" fmla="*/ 16506 h 35379"/>
                <a:gd name="csX6" fmla="*/ 27897 w 29814"/>
                <a:gd name="csY6" fmla="*/ 16731 h 35379"/>
                <a:gd name="csX7" fmla="*/ 6392 w 29814"/>
                <a:gd name="csY7" fmla="*/ 16731 h 35379"/>
                <a:gd name="csX8" fmla="*/ 8723 w 29814"/>
                <a:gd name="csY8" fmla="*/ 28274 h 35379"/>
                <a:gd name="csX9" fmla="*/ 17408 w 29814"/>
                <a:gd name="csY9" fmla="*/ 33424 h 35379"/>
                <a:gd name="csX10" fmla="*/ 19062 w 29814"/>
                <a:gd name="csY10" fmla="*/ 33273 h 35379"/>
                <a:gd name="csX11" fmla="*/ 21807 w 29814"/>
                <a:gd name="csY11" fmla="*/ 32485 h 35379"/>
                <a:gd name="csX12" fmla="*/ 25266 w 29814"/>
                <a:gd name="csY12" fmla="*/ 30041 h 35379"/>
                <a:gd name="csX13" fmla="*/ 27822 w 29814"/>
                <a:gd name="csY13" fmla="*/ 25491 h 35379"/>
                <a:gd name="csX14" fmla="*/ 28799 w 29814"/>
                <a:gd name="csY14" fmla="*/ 24439 h 35379"/>
                <a:gd name="csX15" fmla="*/ 29815 w 29814"/>
                <a:gd name="csY15" fmla="*/ 25341 h 35379"/>
                <a:gd name="csX16" fmla="*/ 29063 w 29814"/>
                <a:gd name="csY16" fmla="*/ 27559 h 35379"/>
                <a:gd name="csX17" fmla="*/ 26958 w 29814"/>
                <a:gd name="csY17" fmla="*/ 30868 h 35379"/>
                <a:gd name="csX18" fmla="*/ 22859 w 29814"/>
                <a:gd name="csY18" fmla="*/ 34026 h 35379"/>
                <a:gd name="csX19" fmla="*/ 16956 w 29814"/>
                <a:gd name="csY19" fmla="*/ 35379 h 35379"/>
                <a:gd name="csX20" fmla="*/ 5076 w 29814"/>
                <a:gd name="csY20" fmla="*/ 30266 h 35379"/>
                <a:gd name="csX21" fmla="*/ 0 w 29814"/>
                <a:gd name="csY21" fmla="*/ 17559 h 35379"/>
                <a:gd name="csX22" fmla="*/ 6467 w 29814"/>
                <a:gd name="csY22" fmla="*/ 15114 h 35379"/>
                <a:gd name="csX23" fmla="*/ 24739 w 29814"/>
                <a:gd name="csY23" fmla="*/ 15114 h 35379"/>
                <a:gd name="csX24" fmla="*/ 24439 w 29814"/>
                <a:gd name="csY24" fmla="*/ 11693 h 35379"/>
                <a:gd name="csX25" fmla="*/ 23348 w 29814"/>
                <a:gd name="csY25" fmla="*/ 7406 h 35379"/>
                <a:gd name="csX26" fmla="*/ 20679 w 29814"/>
                <a:gd name="csY26" fmla="*/ 3309 h 35379"/>
                <a:gd name="csX27" fmla="*/ 16017 w 29814"/>
                <a:gd name="csY27" fmla="*/ 1729 h 35379"/>
                <a:gd name="csX28" fmla="*/ 13423 w 29814"/>
                <a:gd name="csY28" fmla="*/ 2256 h 35379"/>
                <a:gd name="csX29" fmla="*/ 10489 w 29814"/>
                <a:gd name="csY29" fmla="*/ 4061 h 35379"/>
                <a:gd name="csX30" fmla="*/ 7746 w 29814"/>
                <a:gd name="csY30" fmla="*/ 8234 h 35379"/>
                <a:gd name="csX31" fmla="*/ 6467 w 29814"/>
                <a:gd name="csY31" fmla="*/ 15114 h 35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29814" h="35379">
                  <a:moveTo>
                    <a:pt x="0" y="17559"/>
                  </a:moveTo>
                  <a:cubicBezTo>
                    <a:pt x="0" y="12721"/>
                    <a:pt x="1554" y="8585"/>
                    <a:pt x="4663" y="5151"/>
                  </a:cubicBezTo>
                  <a:cubicBezTo>
                    <a:pt x="7770" y="1717"/>
                    <a:pt x="11555" y="0"/>
                    <a:pt x="16017" y="0"/>
                  </a:cubicBezTo>
                  <a:cubicBezTo>
                    <a:pt x="20528" y="0"/>
                    <a:pt x="23949" y="1466"/>
                    <a:pt x="26280" y="4399"/>
                  </a:cubicBezTo>
                  <a:cubicBezTo>
                    <a:pt x="28637" y="7331"/>
                    <a:pt x="29815" y="10903"/>
                    <a:pt x="29815" y="15114"/>
                  </a:cubicBezTo>
                  <a:cubicBezTo>
                    <a:pt x="29815" y="15891"/>
                    <a:pt x="29715" y="16355"/>
                    <a:pt x="29514" y="16506"/>
                  </a:cubicBezTo>
                  <a:cubicBezTo>
                    <a:pt x="29314" y="16656"/>
                    <a:pt x="28775" y="16731"/>
                    <a:pt x="27897" y="16731"/>
                  </a:cubicBezTo>
                  <a:lnTo>
                    <a:pt x="6392" y="16731"/>
                  </a:lnTo>
                  <a:cubicBezTo>
                    <a:pt x="6392" y="21970"/>
                    <a:pt x="7169" y="25818"/>
                    <a:pt x="8723" y="28274"/>
                  </a:cubicBezTo>
                  <a:cubicBezTo>
                    <a:pt x="10879" y="31708"/>
                    <a:pt x="13774" y="33424"/>
                    <a:pt x="17408" y="33424"/>
                  </a:cubicBezTo>
                  <a:cubicBezTo>
                    <a:pt x="17909" y="33424"/>
                    <a:pt x="18461" y="33374"/>
                    <a:pt x="19062" y="33273"/>
                  </a:cubicBezTo>
                  <a:cubicBezTo>
                    <a:pt x="19664" y="33174"/>
                    <a:pt x="20579" y="32911"/>
                    <a:pt x="21807" y="32485"/>
                  </a:cubicBezTo>
                  <a:cubicBezTo>
                    <a:pt x="23035" y="32033"/>
                    <a:pt x="24188" y="31218"/>
                    <a:pt x="25266" y="30041"/>
                  </a:cubicBezTo>
                  <a:cubicBezTo>
                    <a:pt x="26344" y="28863"/>
                    <a:pt x="27196" y="27346"/>
                    <a:pt x="27822" y="25491"/>
                  </a:cubicBezTo>
                  <a:cubicBezTo>
                    <a:pt x="27973" y="24765"/>
                    <a:pt x="28298" y="24414"/>
                    <a:pt x="28799" y="24439"/>
                  </a:cubicBezTo>
                  <a:cubicBezTo>
                    <a:pt x="29476" y="24439"/>
                    <a:pt x="29815" y="24739"/>
                    <a:pt x="29815" y="25341"/>
                  </a:cubicBezTo>
                  <a:cubicBezTo>
                    <a:pt x="29815" y="25792"/>
                    <a:pt x="29564" y="26532"/>
                    <a:pt x="29063" y="27559"/>
                  </a:cubicBezTo>
                  <a:cubicBezTo>
                    <a:pt x="28587" y="28561"/>
                    <a:pt x="27885" y="29664"/>
                    <a:pt x="26958" y="30868"/>
                  </a:cubicBezTo>
                  <a:cubicBezTo>
                    <a:pt x="26030" y="32071"/>
                    <a:pt x="24664" y="33123"/>
                    <a:pt x="22859" y="34026"/>
                  </a:cubicBezTo>
                  <a:cubicBezTo>
                    <a:pt x="21080" y="34928"/>
                    <a:pt x="19112" y="35379"/>
                    <a:pt x="16956" y="35379"/>
                  </a:cubicBezTo>
                  <a:cubicBezTo>
                    <a:pt x="12445" y="35379"/>
                    <a:pt x="8484" y="33675"/>
                    <a:pt x="5076" y="30266"/>
                  </a:cubicBezTo>
                  <a:cubicBezTo>
                    <a:pt x="1692" y="26832"/>
                    <a:pt x="0" y="22596"/>
                    <a:pt x="0" y="17559"/>
                  </a:cubicBezTo>
                  <a:moveTo>
                    <a:pt x="6467" y="15114"/>
                  </a:moveTo>
                  <a:lnTo>
                    <a:pt x="24739" y="15114"/>
                  </a:lnTo>
                  <a:cubicBezTo>
                    <a:pt x="24739" y="14037"/>
                    <a:pt x="24639" y="12896"/>
                    <a:pt x="24439" y="11693"/>
                  </a:cubicBezTo>
                  <a:cubicBezTo>
                    <a:pt x="24263" y="10490"/>
                    <a:pt x="23900" y="9061"/>
                    <a:pt x="23348" y="7406"/>
                  </a:cubicBezTo>
                  <a:cubicBezTo>
                    <a:pt x="22822" y="5727"/>
                    <a:pt x="21932" y="4361"/>
                    <a:pt x="20679" y="3309"/>
                  </a:cubicBezTo>
                  <a:cubicBezTo>
                    <a:pt x="19426" y="2256"/>
                    <a:pt x="17872" y="1729"/>
                    <a:pt x="16017" y="1729"/>
                  </a:cubicBezTo>
                  <a:cubicBezTo>
                    <a:pt x="15190" y="1729"/>
                    <a:pt x="14325" y="1905"/>
                    <a:pt x="13423" y="2256"/>
                  </a:cubicBezTo>
                  <a:cubicBezTo>
                    <a:pt x="12545" y="2607"/>
                    <a:pt x="11567" y="3209"/>
                    <a:pt x="10489" y="4061"/>
                  </a:cubicBezTo>
                  <a:cubicBezTo>
                    <a:pt x="9412" y="4913"/>
                    <a:pt x="8498" y="6304"/>
                    <a:pt x="7746" y="8234"/>
                  </a:cubicBezTo>
                  <a:cubicBezTo>
                    <a:pt x="6994" y="10164"/>
                    <a:pt x="6567" y="12458"/>
                    <a:pt x="6467" y="15114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6" name="Freeform 3265">
              <a:extLst>
                <a:ext uri="{FF2B5EF4-FFF2-40B4-BE49-F238E27FC236}">
                  <a16:creationId xmlns:a16="http://schemas.microsoft.com/office/drawing/2014/main" id="{3F46C29D-77CC-0C23-34D4-8E70323D2CE4}"/>
                </a:ext>
              </a:extLst>
            </p:cNvPr>
            <p:cNvSpPr/>
            <p:nvPr/>
          </p:nvSpPr>
          <p:spPr>
            <a:xfrm>
              <a:off x="5300966" y="3375116"/>
              <a:ext cx="38800" cy="33198"/>
            </a:xfrm>
            <a:custGeom>
              <a:avLst/>
              <a:gdLst>
                <a:gd name="csX0" fmla="*/ 0 w 38800"/>
                <a:gd name="csY0" fmla="*/ 33199 h 33198"/>
                <a:gd name="csX1" fmla="*/ 0 w 38800"/>
                <a:gd name="csY1" fmla="*/ 30829 h 33198"/>
                <a:gd name="csX2" fmla="*/ 9850 w 38800"/>
                <a:gd name="csY2" fmla="*/ 26205 h 33198"/>
                <a:gd name="csX3" fmla="*/ 17070 w 38800"/>
                <a:gd name="csY3" fmla="*/ 17031 h 33198"/>
                <a:gd name="csX4" fmla="*/ 9437 w 38800"/>
                <a:gd name="csY4" fmla="*/ 7106 h 33198"/>
                <a:gd name="csX5" fmla="*/ 5527 w 38800"/>
                <a:gd name="csY5" fmla="*/ 3046 h 33198"/>
                <a:gd name="csX6" fmla="*/ 376 w 38800"/>
                <a:gd name="csY6" fmla="*/ 2406 h 33198"/>
                <a:gd name="csX7" fmla="*/ 376 w 38800"/>
                <a:gd name="csY7" fmla="*/ 0 h 33198"/>
                <a:gd name="csX8" fmla="*/ 7670 w 38800"/>
                <a:gd name="csY8" fmla="*/ 226 h 33198"/>
                <a:gd name="csX9" fmla="*/ 16017 w 38800"/>
                <a:gd name="csY9" fmla="*/ 0 h 33198"/>
                <a:gd name="csX10" fmla="*/ 16017 w 38800"/>
                <a:gd name="csY10" fmla="*/ 2406 h 33198"/>
                <a:gd name="csX11" fmla="*/ 13309 w 38800"/>
                <a:gd name="csY11" fmla="*/ 4323 h 33198"/>
                <a:gd name="csX12" fmla="*/ 13987 w 38800"/>
                <a:gd name="csY12" fmla="*/ 5714 h 33198"/>
                <a:gd name="csX13" fmla="*/ 20002 w 38800"/>
                <a:gd name="csY13" fmla="*/ 13497 h 33198"/>
                <a:gd name="csX14" fmla="*/ 24777 w 38800"/>
                <a:gd name="csY14" fmla="*/ 7481 h 33198"/>
                <a:gd name="csX15" fmla="*/ 25942 w 38800"/>
                <a:gd name="csY15" fmla="*/ 4775 h 33198"/>
                <a:gd name="csX16" fmla="*/ 23686 w 38800"/>
                <a:gd name="csY16" fmla="*/ 2406 h 33198"/>
                <a:gd name="csX17" fmla="*/ 23686 w 38800"/>
                <a:gd name="csY17" fmla="*/ 0 h 33198"/>
                <a:gd name="csX18" fmla="*/ 31094 w 38800"/>
                <a:gd name="csY18" fmla="*/ 226 h 33198"/>
                <a:gd name="csX19" fmla="*/ 37410 w 38800"/>
                <a:gd name="csY19" fmla="*/ 0 h 33198"/>
                <a:gd name="csX20" fmla="*/ 37410 w 38800"/>
                <a:gd name="csY20" fmla="*/ 2406 h 33198"/>
                <a:gd name="csX21" fmla="*/ 28236 w 38800"/>
                <a:gd name="csY21" fmla="*/ 6392 h 33198"/>
                <a:gd name="csX22" fmla="*/ 21167 w 38800"/>
                <a:gd name="csY22" fmla="*/ 15114 h 33198"/>
                <a:gd name="csX23" fmla="*/ 31469 w 38800"/>
                <a:gd name="csY23" fmla="*/ 28424 h 33198"/>
                <a:gd name="csX24" fmla="*/ 34101 w 38800"/>
                <a:gd name="csY24" fmla="*/ 30454 h 33198"/>
                <a:gd name="csX25" fmla="*/ 38801 w 38800"/>
                <a:gd name="csY25" fmla="*/ 30829 h 33198"/>
                <a:gd name="csX26" fmla="*/ 38801 w 38800"/>
                <a:gd name="csY26" fmla="*/ 33199 h 33198"/>
                <a:gd name="csX27" fmla="*/ 31394 w 38800"/>
                <a:gd name="csY27" fmla="*/ 32973 h 33198"/>
                <a:gd name="csX28" fmla="*/ 23085 w 38800"/>
                <a:gd name="csY28" fmla="*/ 33199 h 33198"/>
                <a:gd name="csX29" fmla="*/ 23085 w 38800"/>
                <a:gd name="csY29" fmla="*/ 30829 h 33198"/>
                <a:gd name="csX30" fmla="*/ 25153 w 38800"/>
                <a:gd name="csY30" fmla="*/ 30153 h 33198"/>
                <a:gd name="csX31" fmla="*/ 25867 w 38800"/>
                <a:gd name="csY31" fmla="*/ 28874 h 33198"/>
                <a:gd name="csX32" fmla="*/ 24250 w 38800"/>
                <a:gd name="csY32" fmla="*/ 26355 h 33198"/>
                <a:gd name="csX33" fmla="*/ 18385 w 38800"/>
                <a:gd name="csY33" fmla="*/ 18648 h 33198"/>
                <a:gd name="csX34" fmla="*/ 11768 w 38800"/>
                <a:gd name="csY34" fmla="*/ 27182 h 33198"/>
                <a:gd name="csX35" fmla="*/ 11467 w 38800"/>
                <a:gd name="csY35" fmla="*/ 28424 h 33198"/>
                <a:gd name="csX36" fmla="*/ 13686 w 38800"/>
                <a:gd name="csY36" fmla="*/ 30829 h 33198"/>
                <a:gd name="csX37" fmla="*/ 13686 w 38800"/>
                <a:gd name="csY37" fmla="*/ 33199 h 33198"/>
                <a:gd name="csX38" fmla="*/ 6392 w 38800"/>
                <a:gd name="csY38" fmla="*/ 32973 h 33198"/>
                <a:gd name="csX39" fmla="*/ 0 w 38800"/>
                <a:gd name="csY39" fmla="*/ 33199 h 33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38800" h="33198">
                  <a:moveTo>
                    <a:pt x="0" y="33199"/>
                  </a:moveTo>
                  <a:lnTo>
                    <a:pt x="0" y="30829"/>
                  </a:lnTo>
                  <a:cubicBezTo>
                    <a:pt x="4011" y="30829"/>
                    <a:pt x="7294" y="29288"/>
                    <a:pt x="9850" y="26205"/>
                  </a:cubicBezTo>
                  <a:cubicBezTo>
                    <a:pt x="9850" y="26205"/>
                    <a:pt x="12257" y="23147"/>
                    <a:pt x="17070" y="17031"/>
                  </a:cubicBezTo>
                  <a:lnTo>
                    <a:pt x="9437" y="7106"/>
                  </a:lnTo>
                  <a:cubicBezTo>
                    <a:pt x="7632" y="4800"/>
                    <a:pt x="6329" y="3446"/>
                    <a:pt x="5527" y="3046"/>
                  </a:cubicBezTo>
                  <a:cubicBezTo>
                    <a:pt x="4750" y="2619"/>
                    <a:pt x="3033" y="2406"/>
                    <a:pt x="376" y="2406"/>
                  </a:cubicBezTo>
                  <a:lnTo>
                    <a:pt x="376" y="0"/>
                  </a:lnTo>
                  <a:cubicBezTo>
                    <a:pt x="2482" y="151"/>
                    <a:pt x="4913" y="226"/>
                    <a:pt x="7670" y="226"/>
                  </a:cubicBezTo>
                  <a:cubicBezTo>
                    <a:pt x="9199" y="226"/>
                    <a:pt x="11981" y="151"/>
                    <a:pt x="16017" y="0"/>
                  </a:cubicBezTo>
                  <a:lnTo>
                    <a:pt x="16017" y="2406"/>
                  </a:lnTo>
                  <a:cubicBezTo>
                    <a:pt x="14212" y="2506"/>
                    <a:pt x="13309" y="3145"/>
                    <a:pt x="13309" y="4323"/>
                  </a:cubicBezTo>
                  <a:cubicBezTo>
                    <a:pt x="13309" y="4724"/>
                    <a:pt x="13535" y="5188"/>
                    <a:pt x="13987" y="5714"/>
                  </a:cubicBezTo>
                  <a:lnTo>
                    <a:pt x="20002" y="13497"/>
                  </a:lnTo>
                  <a:lnTo>
                    <a:pt x="24777" y="7481"/>
                  </a:lnTo>
                  <a:cubicBezTo>
                    <a:pt x="25554" y="6554"/>
                    <a:pt x="25942" y="5652"/>
                    <a:pt x="25942" y="4775"/>
                  </a:cubicBezTo>
                  <a:cubicBezTo>
                    <a:pt x="25942" y="3346"/>
                    <a:pt x="25190" y="2556"/>
                    <a:pt x="23686" y="2406"/>
                  </a:cubicBezTo>
                  <a:lnTo>
                    <a:pt x="23686" y="0"/>
                  </a:lnTo>
                  <a:cubicBezTo>
                    <a:pt x="25692" y="151"/>
                    <a:pt x="28161" y="226"/>
                    <a:pt x="31094" y="226"/>
                  </a:cubicBezTo>
                  <a:cubicBezTo>
                    <a:pt x="33299" y="226"/>
                    <a:pt x="35404" y="151"/>
                    <a:pt x="37410" y="0"/>
                  </a:cubicBezTo>
                  <a:lnTo>
                    <a:pt x="37410" y="2406"/>
                  </a:lnTo>
                  <a:cubicBezTo>
                    <a:pt x="33499" y="2506"/>
                    <a:pt x="30442" y="3835"/>
                    <a:pt x="28236" y="6392"/>
                  </a:cubicBezTo>
                  <a:cubicBezTo>
                    <a:pt x="27258" y="7469"/>
                    <a:pt x="24902" y="10377"/>
                    <a:pt x="21167" y="15114"/>
                  </a:cubicBezTo>
                  <a:lnTo>
                    <a:pt x="31469" y="28424"/>
                  </a:lnTo>
                  <a:cubicBezTo>
                    <a:pt x="32296" y="29502"/>
                    <a:pt x="33173" y="30178"/>
                    <a:pt x="34101" y="30454"/>
                  </a:cubicBezTo>
                  <a:cubicBezTo>
                    <a:pt x="35028" y="30704"/>
                    <a:pt x="36595" y="30829"/>
                    <a:pt x="38801" y="30829"/>
                  </a:cubicBezTo>
                  <a:lnTo>
                    <a:pt x="38801" y="33199"/>
                  </a:lnTo>
                  <a:cubicBezTo>
                    <a:pt x="36495" y="33048"/>
                    <a:pt x="34026" y="32973"/>
                    <a:pt x="31394" y="32973"/>
                  </a:cubicBezTo>
                  <a:cubicBezTo>
                    <a:pt x="30467" y="32973"/>
                    <a:pt x="27697" y="33048"/>
                    <a:pt x="23085" y="33199"/>
                  </a:cubicBezTo>
                  <a:lnTo>
                    <a:pt x="23085" y="30829"/>
                  </a:lnTo>
                  <a:cubicBezTo>
                    <a:pt x="24012" y="30779"/>
                    <a:pt x="24702" y="30554"/>
                    <a:pt x="25153" y="30153"/>
                  </a:cubicBezTo>
                  <a:cubicBezTo>
                    <a:pt x="25629" y="29727"/>
                    <a:pt x="25867" y="29301"/>
                    <a:pt x="25867" y="28874"/>
                  </a:cubicBezTo>
                  <a:cubicBezTo>
                    <a:pt x="25867" y="28674"/>
                    <a:pt x="25328" y="27834"/>
                    <a:pt x="24250" y="26355"/>
                  </a:cubicBezTo>
                  <a:lnTo>
                    <a:pt x="18385" y="18648"/>
                  </a:lnTo>
                  <a:cubicBezTo>
                    <a:pt x="14475" y="23260"/>
                    <a:pt x="12270" y="26105"/>
                    <a:pt x="11768" y="27182"/>
                  </a:cubicBezTo>
                  <a:cubicBezTo>
                    <a:pt x="11568" y="27634"/>
                    <a:pt x="11467" y="28048"/>
                    <a:pt x="11467" y="28424"/>
                  </a:cubicBezTo>
                  <a:cubicBezTo>
                    <a:pt x="11467" y="29802"/>
                    <a:pt x="12207" y="30604"/>
                    <a:pt x="13686" y="30829"/>
                  </a:cubicBezTo>
                  <a:lnTo>
                    <a:pt x="13686" y="33199"/>
                  </a:lnTo>
                  <a:cubicBezTo>
                    <a:pt x="10001" y="33048"/>
                    <a:pt x="7570" y="32973"/>
                    <a:pt x="6392" y="32973"/>
                  </a:cubicBezTo>
                  <a:cubicBezTo>
                    <a:pt x="4136" y="32973"/>
                    <a:pt x="2005" y="33048"/>
                    <a:pt x="0" y="33199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7" name="Freeform 3266">
              <a:extLst>
                <a:ext uri="{FF2B5EF4-FFF2-40B4-BE49-F238E27FC236}">
                  <a16:creationId xmlns:a16="http://schemas.microsoft.com/office/drawing/2014/main" id="{EB6C29CE-4F3F-BD1B-E532-707CFB2D1F66}"/>
                </a:ext>
              </a:extLst>
            </p:cNvPr>
            <p:cNvSpPr/>
            <p:nvPr/>
          </p:nvSpPr>
          <p:spPr>
            <a:xfrm>
              <a:off x="5335907" y="3374288"/>
              <a:ext cx="37973" cy="48951"/>
            </a:xfrm>
            <a:custGeom>
              <a:avLst/>
              <a:gdLst>
                <a:gd name="csX0" fmla="*/ 0 w 37973"/>
                <a:gd name="csY0" fmla="*/ 46583 h 48951"/>
                <a:gd name="csX1" fmla="*/ 5038 w 37973"/>
                <a:gd name="csY1" fmla="*/ 46057 h 48951"/>
                <a:gd name="csX2" fmla="*/ 6015 w 37973"/>
                <a:gd name="csY2" fmla="*/ 43124 h 48951"/>
                <a:gd name="csX3" fmla="*/ 6015 w 37973"/>
                <a:gd name="csY3" fmla="*/ 7068 h 48951"/>
                <a:gd name="csX4" fmla="*/ 5038 w 37973"/>
                <a:gd name="csY4" fmla="*/ 3873 h 48951"/>
                <a:gd name="csX5" fmla="*/ 0 w 37973"/>
                <a:gd name="csY5" fmla="*/ 3233 h 48951"/>
                <a:gd name="csX6" fmla="*/ 0 w 37973"/>
                <a:gd name="csY6" fmla="*/ 827 h 48951"/>
                <a:gd name="csX7" fmla="*/ 11091 w 37973"/>
                <a:gd name="csY7" fmla="*/ 0 h 48951"/>
                <a:gd name="csX8" fmla="*/ 11091 w 37973"/>
                <a:gd name="csY8" fmla="*/ 5076 h 48951"/>
                <a:gd name="csX9" fmla="*/ 21882 w 37973"/>
                <a:gd name="csY9" fmla="*/ 0 h 48951"/>
                <a:gd name="csX10" fmla="*/ 33199 w 37973"/>
                <a:gd name="csY10" fmla="*/ 5076 h 48951"/>
                <a:gd name="csX11" fmla="*/ 37973 w 37973"/>
                <a:gd name="csY11" fmla="*/ 17408 h 48951"/>
                <a:gd name="csX12" fmla="*/ 32898 w 37973"/>
                <a:gd name="csY12" fmla="*/ 29815 h 48951"/>
                <a:gd name="csX13" fmla="*/ 20791 w 37973"/>
                <a:gd name="csY13" fmla="*/ 34890 h 48951"/>
                <a:gd name="csX14" fmla="*/ 14362 w 37973"/>
                <a:gd name="csY14" fmla="*/ 32935 h 48951"/>
                <a:gd name="csX15" fmla="*/ 11317 w 37973"/>
                <a:gd name="csY15" fmla="*/ 29477 h 48951"/>
                <a:gd name="csX16" fmla="*/ 11317 w 37973"/>
                <a:gd name="csY16" fmla="*/ 30190 h 48951"/>
                <a:gd name="csX17" fmla="*/ 11317 w 37973"/>
                <a:gd name="csY17" fmla="*/ 43124 h 48951"/>
                <a:gd name="csX18" fmla="*/ 12295 w 37973"/>
                <a:gd name="csY18" fmla="*/ 46095 h 48951"/>
                <a:gd name="csX19" fmla="*/ 17332 w 37973"/>
                <a:gd name="csY19" fmla="*/ 46583 h 48951"/>
                <a:gd name="csX20" fmla="*/ 17332 w 37973"/>
                <a:gd name="csY20" fmla="*/ 48952 h 48951"/>
                <a:gd name="csX21" fmla="*/ 8648 w 37973"/>
                <a:gd name="csY21" fmla="*/ 48726 h 48951"/>
                <a:gd name="csX22" fmla="*/ 0 w 37973"/>
                <a:gd name="csY22" fmla="*/ 48952 h 48951"/>
                <a:gd name="csX23" fmla="*/ 0 w 37973"/>
                <a:gd name="csY23" fmla="*/ 46583 h 48951"/>
                <a:gd name="csX24" fmla="*/ 11317 w 37973"/>
                <a:gd name="csY24" fmla="*/ 25266 h 48951"/>
                <a:gd name="csX25" fmla="*/ 11467 w 37973"/>
                <a:gd name="csY25" fmla="*/ 26844 h 48951"/>
                <a:gd name="csX26" fmla="*/ 12407 w 37973"/>
                <a:gd name="csY26" fmla="*/ 28499 h 48951"/>
                <a:gd name="csX27" fmla="*/ 20415 w 37973"/>
                <a:gd name="csY27" fmla="*/ 33161 h 48951"/>
                <a:gd name="csX28" fmla="*/ 20491 w 37973"/>
                <a:gd name="csY28" fmla="*/ 33161 h 48951"/>
                <a:gd name="csX29" fmla="*/ 28235 w 37973"/>
                <a:gd name="csY29" fmla="*/ 28687 h 48951"/>
                <a:gd name="csX30" fmla="*/ 31582 w 37973"/>
                <a:gd name="csY30" fmla="*/ 17408 h 48951"/>
                <a:gd name="csX31" fmla="*/ 28536 w 37973"/>
                <a:gd name="csY31" fmla="*/ 6429 h 48951"/>
                <a:gd name="csX32" fmla="*/ 21279 w 37973"/>
                <a:gd name="csY32" fmla="*/ 1918 h 48951"/>
                <a:gd name="csX33" fmla="*/ 15640 w 37973"/>
                <a:gd name="csY33" fmla="*/ 3534 h 48951"/>
                <a:gd name="csX34" fmla="*/ 11317 w 37973"/>
                <a:gd name="csY34" fmla="*/ 8084 h 48951"/>
                <a:gd name="csX35" fmla="*/ 11317 w 37973"/>
                <a:gd name="csY35" fmla="*/ 25266 h 48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7973" h="48951">
                  <a:moveTo>
                    <a:pt x="0" y="46583"/>
                  </a:moveTo>
                  <a:cubicBezTo>
                    <a:pt x="2732" y="46583"/>
                    <a:pt x="4411" y="46408"/>
                    <a:pt x="5038" y="46057"/>
                  </a:cubicBezTo>
                  <a:cubicBezTo>
                    <a:pt x="5689" y="45731"/>
                    <a:pt x="6015" y="44753"/>
                    <a:pt x="6015" y="43124"/>
                  </a:cubicBezTo>
                  <a:lnTo>
                    <a:pt x="6015" y="7068"/>
                  </a:lnTo>
                  <a:cubicBezTo>
                    <a:pt x="6015" y="5364"/>
                    <a:pt x="5689" y="4299"/>
                    <a:pt x="5038" y="3873"/>
                  </a:cubicBezTo>
                  <a:cubicBezTo>
                    <a:pt x="4411" y="3446"/>
                    <a:pt x="2732" y="3233"/>
                    <a:pt x="0" y="3233"/>
                  </a:cubicBezTo>
                  <a:lnTo>
                    <a:pt x="0" y="827"/>
                  </a:lnTo>
                  <a:lnTo>
                    <a:pt x="11091" y="0"/>
                  </a:lnTo>
                  <a:lnTo>
                    <a:pt x="11091" y="5076"/>
                  </a:lnTo>
                  <a:cubicBezTo>
                    <a:pt x="14174" y="1692"/>
                    <a:pt x="17771" y="0"/>
                    <a:pt x="21882" y="0"/>
                  </a:cubicBezTo>
                  <a:cubicBezTo>
                    <a:pt x="26243" y="0"/>
                    <a:pt x="30015" y="1692"/>
                    <a:pt x="33199" y="5076"/>
                  </a:cubicBezTo>
                  <a:cubicBezTo>
                    <a:pt x="36382" y="8459"/>
                    <a:pt x="37973" y="12570"/>
                    <a:pt x="37973" y="17408"/>
                  </a:cubicBezTo>
                  <a:cubicBezTo>
                    <a:pt x="37973" y="22295"/>
                    <a:pt x="36282" y="26431"/>
                    <a:pt x="32898" y="29815"/>
                  </a:cubicBezTo>
                  <a:cubicBezTo>
                    <a:pt x="29514" y="33199"/>
                    <a:pt x="25479" y="34890"/>
                    <a:pt x="20791" y="34890"/>
                  </a:cubicBezTo>
                  <a:cubicBezTo>
                    <a:pt x="18235" y="34890"/>
                    <a:pt x="16092" y="34239"/>
                    <a:pt x="14362" y="32935"/>
                  </a:cubicBezTo>
                  <a:cubicBezTo>
                    <a:pt x="12658" y="31607"/>
                    <a:pt x="11643" y="30454"/>
                    <a:pt x="11317" y="29477"/>
                  </a:cubicBezTo>
                  <a:lnTo>
                    <a:pt x="11317" y="30190"/>
                  </a:lnTo>
                  <a:lnTo>
                    <a:pt x="11317" y="43124"/>
                  </a:lnTo>
                  <a:cubicBezTo>
                    <a:pt x="11317" y="44778"/>
                    <a:pt x="11643" y="45769"/>
                    <a:pt x="12295" y="46095"/>
                  </a:cubicBezTo>
                  <a:cubicBezTo>
                    <a:pt x="12946" y="46420"/>
                    <a:pt x="14625" y="46583"/>
                    <a:pt x="17332" y="46583"/>
                  </a:cubicBezTo>
                  <a:lnTo>
                    <a:pt x="17332" y="48952"/>
                  </a:lnTo>
                  <a:cubicBezTo>
                    <a:pt x="11943" y="48801"/>
                    <a:pt x="9049" y="48726"/>
                    <a:pt x="8648" y="48726"/>
                  </a:cubicBezTo>
                  <a:cubicBezTo>
                    <a:pt x="8146" y="48726"/>
                    <a:pt x="5264" y="48801"/>
                    <a:pt x="0" y="48952"/>
                  </a:cubicBezTo>
                  <a:lnTo>
                    <a:pt x="0" y="46583"/>
                  </a:lnTo>
                  <a:moveTo>
                    <a:pt x="11317" y="25266"/>
                  </a:moveTo>
                  <a:cubicBezTo>
                    <a:pt x="11317" y="26043"/>
                    <a:pt x="11367" y="26569"/>
                    <a:pt x="11467" y="26844"/>
                  </a:cubicBezTo>
                  <a:cubicBezTo>
                    <a:pt x="11592" y="27120"/>
                    <a:pt x="11906" y="27672"/>
                    <a:pt x="12407" y="28499"/>
                  </a:cubicBezTo>
                  <a:cubicBezTo>
                    <a:pt x="14437" y="31607"/>
                    <a:pt x="17107" y="33161"/>
                    <a:pt x="20415" y="33161"/>
                  </a:cubicBezTo>
                  <a:cubicBezTo>
                    <a:pt x="20440" y="33161"/>
                    <a:pt x="20466" y="33161"/>
                    <a:pt x="20491" y="33161"/>
                  </a:cubicBezTo>
                  <a:cubicBezTo>
                    <a:pt x="23423" y="33161"/>
                    <a:pt x="26004" y="31670"/>
                    <a:pt x="28235" y="28687"/>
                  </a:cubicBezTo>
                  <a:cubicBezTo>
                    <a:pt x="30466" y="25679"/>
                    <a:pt x="31582" y="21919"/>
                    <a:pt x="31582" y="17408"/>
                  </a:cubicBezTo>
                  <a:cubicBezTo>
                    <a:pt x="31582" y="13097"/>
                    <a:pt x="30566" y="9437"/>
                    <a:pt x="28536" y="6429"/>
                  </a:cubicBezTo>
                  <a:cubicBezTo>
                    <a:pt x="26506" y="3422"/>
                    <a:pt x="24087" y="1918"/>
                    <a:pt x="21279" y="1918"/>
                  </a:cubicBezTo>
                  <a:cubicBezTo>
                    <a:pt x="19275" y="1918"/>
                    <a:pt x="17395" y="2456"/>
                    <a:pt x="15640" y="3534"/>
                  </a:cubicBezTo>
                  <a:cubicBezTo>
                    <a:pt x="13886" y="4612"/>
                    <a:pt x="12444" y="6128"/>
                    <a:pt x="11317" y="8084"/>
                  </a:cubicBezTo>
                  <a:lnTo>
                    <a:pt x="11317" y="2526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8" name="Freeform 3267">
              <a:extLst>
                <a:ext uri="{FF2B5EF4-FFF2-40B4-BE49-F238E27FC236}">
                  <a16:creationId xmlns:a16="http://schemas.microsoft.com/office/drawing/2014/main" id="{3EA8260A-7901-C12D-86DC-989EC08987C3}"/>
                </a:ext>
              </a:extLst>
            </p:cNvPr>
            <p:cNvSpPr/>
            <p:nvPr/>
          </p:nvSpPr>
          <p:spPr>
            <a:xfrm>
              <a:off x="5387364" y="3350564"/>
              <a:ext cx="17858" cy="76999"/>
            </a:xfrm>
            <a:custGeom>
              <a:avLst/>
              <a:gdLst>
                <a:gd name="csX0" fmla="*/ 0 w 17858"/>
                <a:gd name="csY0" fmla="*/ 38500 h 76999"/>
                <a:gd name="csX1" fmla="*/ 4850 w 17858"/>
                <a:gd name="csY1" fmla="*/ 15002 h 76999"/>
                <a:gd name="csX2" fmla="*/ 9813 w 17858"/>
                <a:gd name="csY2" fmla="*/ 6918 h 76999"/>
                <a:gd name="csX3" fmla="*/ 14625 w 17858"/>
                <a:gd name="csY3" fmla="*/ 1617 h 76999"/>
                <a:gd name="csX4" fmla="*/ 17070 w 17858"/>
                <a:gd name="csY4" fmla="*/ 0 h 76999"/>
                <a:gd name="csX5" fmla="*/ 17858 w 17858"/>
                <a:gd name="csY5" fmla="*/ 752 h 76999"/>
                <a:gd name="csX6" fmla="*/ 16844 w 17858"/>
                <a:gd name="csY6" fmla="*/ 2069 h 76999"/>
                <a:gd name="csX7" fmla="*/ 4474 w 17858"/>
                <a:gd name="csY7" fmla="*/ 38500 h 76999"/>
                <a:gd name="csX8" fmla="*/ 16543 w 17858"/>
                <a:gd name="csY8" fmla="*/ 74518 h 76999"/>
                <a:gd name="csX9" fmla="*/ 17858 w 17858"/>
                <a:gd name="csY9" fmla="*/ 76249 h 76999"/>
                <a:gd name="csX10" fmla="*/ 17070 w 17858"/>
                <a:gd name="csY10" fmla="*/ 77000 h 76999"/>
                <a:gd name="csX11" fmla="*/ 14700 w 17858"/>
                <a:gd name="csY11" fmla="*/ 75459 h 76999"/>
                <a:gd name="csX12" fmla="*/ 10000 w 17858"/>
                <a:gd name="csY12" fmla="*/ 70383 h 76999"/>
                <a:gd name="csX13" fmla="*/ 5076 w 17858"/>
                <a:gd name="csY13" fmla="*/ 62525 h 76999"/>
                <a:gd name="csX14" fmla="*/ 0 w 17858"/>
                <a:gd name="csY14" fmla="*/ 38500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8" h="76999">
                  <a:moveTo>
                    <a:pt x="0" y="38500"/>
                  </a:moveTo>
                  <a:cubicBezTo>
                    <a:pt x="0" y="29828"/>
                    <a:pt x="1617" y="21995"/>
                    <a:pt x="4850" y="15002"/>
                  </a:cubicBezTo>
                  <a:cubicBezTo>
                    <a:pt x="6229" y="12069"/>
                    <a:pt x="7883" y="9375"/>
                    <a:pt x="9813" y="6918"/>
                  </a:cubicBezTo>
                  <a:cubicBezTo>
                    <a:pt x="11743" y="4462"/>
                    <a:pt x="13347" y="2695"/>
                    <a:pt x="14625" y="1617"/>
                  </a:cubicBezTo>
                  <a:cubicBezTo>
                    <a:pt x="15904" y="539"/>
                    <a:pt x="16719" y="0"/>
                    <a:pt x="17070" y="0"/>
                  </a:cubicBezTo>
                  <a:cubicBezTo>
                    <a:pt x="17570" y="0"/>
                    <a:pt x="17833" y="251"/>
                    <a:pt x="17858" y="752"/>
                  </a:cubicBezTo>
                  <a:cubicBezTo>
                    <a:pt x="17858" y="1003"/>
                    <a:pt x="17520" y="1442"/>
                    <a:pt x="16844" y="2069"/>
                  </a:cubicBezTo>
                  <a:cubicBezTo>
                    <a:pt x="8572" y="10490"/>
                    <a:pt x="4449" y="22634"/>
                    <a:pt x="4474" y="38500"/>
                  </a:cubicBezTo>
                  <a:cubicBezTo>
                    <a:pt x="4474" y="54416"/>
                    <a:pt x="8497" y="66422"/>
                    <a:pt x="16543" y="74518"/>
                  </a:cubicBezTo>
                  <a:cubicBezTo>
                    <a:pt x="17420" y="75396"/>
                    <a:pt x="17858" y="75973"/>
                    <a:pt x="17858" y="76249"/>
                  </a:cubicBezTo>
                  <a:cubicBezTo>
                    <a:pt x="17858" y="76750"/>
                    <a:pt x="17595" y="77000"/>
                    <a:pt x="17070" y="77000"/>
                  </a:cubicBezTo>
                  <a:cubicBezTo>
                    <a:pt x="16719" y="77000"/>
                    <a:pt x="15929" y="76486"/>
                    <a:pt x="14700" y="75459"/>
                  </a:cubicBezTo>
                  <a:cubicBezTo>
                    <a:pt x="13473" y="74431"/>
                    <a:pt x="11906" y="72739"/>
                    <a:pt x="10000" y="70383"/>
                  </a:cubicBezTo>
                  <a:cubicBezTo>
                    <a:pt x="8096" y="68027"/>
                    <a:pt x="6454" y="65408"/>
                    <a:pt x="5076" y="62525"/>
                  </a:cubicBezTo>
                  <a:cubicBezTo>
                    <a:pt x="1692" y="55532"/>
                    <a:pt x="0" y="47523"/>
                    <a:pt x="0" y="3850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9" name="Freeform 3268">
              <a:extLst>
                <a:ext uri="{FF2B5EF4-FFF2-40B4-BE49-F238E27FC236}">
                  <a16:creationId xmlns:a16="http://schemas.microsoft.com/office/drawing/2014/main" id="{738BBCB7-8156-5718-0BFC-519E755C3F36}"/>
                </a:ext>
              </a:extLst>
            </p:cNvPr>
            <p:cNvSpPr/>
            <p:nvPr/>
          </p:nvSpPr>
          <p:spPr>
            <a:xfrm>
              <a:off x="5411075" y="3374288"/>
              <a:ext cx="38350" cy="34890"/>
            </a:xfrm>
            <a:custGeom>
              <a:avLst/>
              <a:gdLst>
                <a:gd name="csX0" fmla="*/ 38350 w 38350"/>
                <a:gd name="csY0" fmla="*/ 5076 h 34890"/>
                <a:gd name="csX1" fmla="*/ 37034 w 38350"/>
                <a:gd name="csY1" fmla="*/ 8384 h 34890"/>
                <a:gd name="csX2" fmla="*/ 34214 w 38350"/>
                <a:gd name="csY2" fmla="*/ 9550 h 34890"/>
                <a:gd name="csX3" fmla="*/ 32033 w 38350"/>
                <a:gd name="csY3" fmla="*/ 8723 h 34890"/>
                <a:gd name="csX4" fmla="*/ 31281 w 38350"/>
                <a:gd name="csY4" fmla="*/ 6842 h 34890"/>
                <a:gd name="csX5" fmla="*/ 32334 w 38350"/>
                <a:gd name="csY5" fmla="*/ 4173 h 34890"/>
                <a:gd name="csX6" fmla="*/ 34966 w 38350"/>
                <a:gd name="csY6" fmla="*/ 2669 h 34890"/>
                <a:gd name="csX7" fmla="*/ 31131 w 38350"/>
                <a:gd name="csY7" fmla="*/ 1692 h 34890"/>
                <a:gd name="csX8" fmla="*/ 28311 w 38350"/>
                <a:gd name="csY8" fmla="*/ 2482 h 34890"/>
                <a:gd name="csX9" fmla="*/ 26244 w 38350"/>
                <a:gd name="csY9" fmla="*/ 4286 h 34890"/>
                <a:gd name="csX10" fmla="*/ 24814 w 38350"/>
                <a:gd name="csY10" fmla="*/ 6767 h 34890"/>
                <a:gd name="csX11" fmla="*/ 23912 w 38350"/>
                <a:gd name="csY11" fmla="*/ 9061 h 34890"/>
                <a:gd name="csX12" fmla="*/ 23499 w 38350"/>
                <a:gd name="csY12" fmla="*/ 10790 h 34890"/>
                <a:gd name="csX13" fmla="*/ 20866 w 38350"/>
                <a:gd name="csY13" fmla="*/ 21318 h 34890"/>
                <a:gd name="csX14" fmla="*/ 19589 w 38350"/>
                <a:gd name="csY14" fmla="*/ 28085 h 34890"/>
                <a:gd name="csX15" fmla="*/ 20642 w 38350"/>
                <a:gd name="csY15" fmla="*/ 31732 h 34890"/>
                <a:gd name="csX16" fmla="*/ 23800 w 38350"/>
                <a:gd name="csY16" fmla="*/ 33161 h 34890"/>
                <a:gd name="csX17" fmla="*/ 25566 w 38350"/>
                <a:gd name="csY17" fmla="*/ 32935 h 34890"/>
                <a:gd name="csX18" fmla="*/ 27710 w 38350"/>
                <a:gd name="csY18" fmla="*/ 31996 h 34890"/>
                <a:gd name="csX19" fmla="*/ 30041 w 38350"/>
                <a:gd name="csY19" fmla="*/ 30228 h 34890"/>
                <a:gd name="csX20" fmla="*/ 32259 w 38350"/>
                <a:gd name="csY20" fmla="*/ 27296 h 34890"/>
                <a:gd name="csX21" fmla="*/ 34063 w 38350"/>
                <a:gd name="csY21" fmla="*/ 23085 h 34890"/>
                <a:gd name="csX22" fmla="*/ 35041 w 38350"/>
                <a:gd name="csY22" fmla="*/ 22258 h 34890"/>
                <a:gd name="csX23" fmla="*/ 35981 w 38350"/>
                <a:gd name="csY23" fmla="*/ 23010 h 34890"/>
                <a:gd name="csX24" fmla="*/ 35454 w 38350"/>
                <a:gd name="csY24" fmla="*/ 25002 h 34890"/>
                <a:gd name="csX25" fmla="*/ 33876 w 38350"/>
                <a:gd name="csY25" fmla="*/ 28048 h 34890"/>
                <a:gd name="csX26" fmla="*/ 31432 w 38350"/>
                <a:gd name="csY26" fmla="*/ 31281 h 34890"/>
                <a:gd name="csX27" fmla="*/ 27973 w 38350"/>
                <a:gd name="csY27" fmla="*/ 33837 h 34890"/>
                <a:gd name="csX28" fmla="*/ 23649 w 38350"/>
                <a:gd name="csY28" fmla="*/ 34890 h 34890"/>
                <a:gd name="csX29" fmla="*/ 18272 w 38350"/>
                <a:gd name="csY29" fmla="*/ 33161 h 34890"/>
                <a:gd name="csX30" fmla="*/ 15340 w 38350"/>
                <a:gd name="csY30" fmla="*/ 29025 h 34890"/>
                <a:gd name="csX31" fmla="*/ 14889 w 38350"/>
                <a:gd name="csY31" fmla="*/ 29815 h 34890"/>
                <a:gd name="csX32" fmla="*/ 13836 w 38350"/>
                <a:gd name="csY32" fmla="*/ 31281 h 34890"/>
                <a:gd name="csX33" fmla="*/ 12220 w 38350"/>
                <a:gd name="csY33" fmla="*/ 33010 h 34890"/>
                <a:gd name="csX34" fmla="*/ 10001 w 38350"/>
                <a:gd name="csY34" fmla="*/ 34289 h 34890"/>
                <a:gd name="csX35" fmla="*/ 7256 w 38350"/>
                <a:gd name="csY35" fmla="*/ 34890 h 34890"/>
                <a:gd name="csX36" fmla="*/ 3835 w 38350"/>
                <a:gd name="csY36" fmla="*/ 34364 h 34890"/>
                <a:gd name="csX37" fmla="*/ 1128 w 38350"/>
                <a:gd name="csY37" fmla="*/ 32635 h 34890"/>
                <a:gd name="csX38" fmla="*/ 0 w 38350"/>
                <a:gd name="csY38" fmla="*/ 29777 h 34890"/>
                <a:gd name="csX39" fmla="*/ 1241 w 38350"/>
                <a:gd name="csY39" fmla="*/ 26657 h 34890"/>
                <a:gd name="csX40" fmla="*/ 4248 w 38350"/>
                <a:gd name="csY40" fmla="*/ 25341 h 34890"/>
                <a:gd name="csX41" fmla="*/ 6204 w 38350"/>
                <a:gd name="csY41" fmla="*/ 25979 h 34890"/>
                <a:gd name="csX42" fmla="*/ 7107 w 38350"/>
                <a:gd name="csY42" fmla="*/ 28010 h 34890"/>
                <a:gd name="csX43" fmla="*/ 6054 w 38350"/>
                <a:gd name="csY43" fmla="*/ 30717 h 34890"/>
                <a:gd name="csX44" fmla="*/ 3497 w 38350"/>
                <a:gd name="csY44" fmla="*/ 32183 h 34890"/>
                <a:gd name="csX45" fmla="*/ 7331 w 38350"/>
                <a:gd name="csY45" fmla="*/ 33161 h 34890"/>
                <a:gd name="csX46" fmla="*/ 11768 w 38350"/>
                <a:gd name="csY46" fmla="*/ 30980 h 34890"/>
                <a:gd name="csX47" fmla="*/ 14663 w 38350"/>
                <a:gd name="csY47" fmla="*/ 25152 h 34890"/>
                <a:gd name="csX48" fmla="*/ 17897 w 38350"/>
                <a:gd name="csY48" fmla="*/ 12482 h 34890"/>
                <a:gd name="csX49" fmla="*/ 18799 w 38350"/>
                <a:gd name="csY49" fmla="*/ 6842 h 34890"/>
                <a:gd name="csX50" fmla="*/ 18386 w 38350"/>
                <a:gd name="csY50" fmla="*/ 4173 h 34890"/>
                <a:gd name="csX51" fmla="*/ 17258 w 38350"/>
                <a:gd name="csY51" fmla="*/ 2594 h 34890"/>
                <a:gd name="csX52" fmla="*/ 15942 w 38350"/>
                <a:gd name="csY52" fmla="*/ 1880 h 34890"/>
                <a:gd name="csX53" fmla="*/ 14663 w 38350"/>
                <a:gd name="csY53" fmla="*/ 1692 h 34890"/>
                <a:gd name="csX54" fmla="*/ 12257 w 38350"/>
                <a:gd name="csY54" fmla="*/ 2142 h 34890"/>
                <a:gd name="csX55" fmla="*/ 9512 w 38350"/>
                <a:gd name="csY55" fmla="*/ 3647 h 34890"/>
                <a:gd name="csX56" fmla="*/ 6655 w 38350"/>
                <a:gd name="csY56" fmla="*/ 6767 h 34890"/>
                <a:gd name="csX57" fmla="*/ 4324 w 38350"/>
                <a:gd name="csY57" fmla="*/ 11768 h 34890"/>
                <a:gd name="csX58" fmla="*/ 3309 w 38350"/>
                <a:gd name="csY58" fmla="*/ 12633 h 34890"/>
                <a:gd name="csX59" fmla="*/ 2407 w 38350"/>
                <a:gd name="csY59" fmla="*/ 11843 h 34890"/>
                <a:gd name="csX60" fmla="*/ 2896 w 38350"/>
                <a:gd name="csY60" fmla="*/ 9888 h 34890"/>
                <a:gd name="csX61" fmla="*/ 4474 w 38350"/>
                <a:gd name="csY61" fmla="*/ 6842 h 34890"/>
                <a:gd name="csX62" fmla="*/ 6956 w 38350"/>
                <a:gd name="csY62" fmla="*/ 3647 h 34890"/>
                <a:gd name="csX63" fmla="*/ 10452 w 38350"/>
                <a:gd name="csY63" fmla="*/ 1053 h 34890"/>
                <a:gd name="csX64" fmla="*/ 14814 w 38350"/>
                <a:gd name="csY64" fmla="*/ 0 h 34890"/>
                <a:gd name="csX65" fmla="*/ 16806 w 38350"/>
                <a:gd name="csY65" fmla="*/ 226 h 34890"/>
                <a:gd name="csX66" fmla="*/ 19025 w 38350"/>
                <a:gd name="csY66" fmla="*/ 977 h 34890"/>
                <a:gd name="csX67" fmla="*/ 21355 w 38350"/>
                <a:gd name="csY67" fmla="*/ 2782 h 34890"/>
                <a:gd name="csX68" fmla="*/ 23122 w 38350"/>
                <a:gd name="csY68" fmla="*/ 5828 h 34890"/>
                <a:gd name="csX69" fmla="*/ 24175 w 38350"/>
                <a:gd name="csY69" fmla="*/ 4136 h 34890"/>
                <a:gd name="csX70" fmla="*/ 25792 w 38350"/>
                <a:gd name="csY70" fmla="*/ 2293 h 34890"/>
                <a:gd name="csX71" fmla="*/ 28199 w 38350"/>
                <a:gd name="csY71" fmla="*/ 639 h 34890"/>
                <a:gd name="csX72" fmla="*/ 31206 w 38350"/>
                <a:gd name="csY72" fmla="*/ 0 h 34890"/>
                <a:gd name="csX73" fmla="*/ 34252 w 38350"/>
                <a:gd name="csY73" fmla="*/ 413 h 34890"/>
                <a:gd name="csX74" fmla="*/ 37034 w 38350"/>
                <a:gd name="csY74" fmla="*/ 2030 h 34890"/>
                <a:gd name="csX75" fmla="*/ 38350 w 38350"/>
                <a:gd name="csY75" fmla="*/ 5076 h 34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350" h="34890">
                  <a:moveTo>
                    <a:pt x="38350" y="5076"/>
                  </a:moveTo>
                  <a:cubicBezTo>
                    <a:pt x="38350" y="6479"/>
                    <a:pt x="37911" y="7582"/>
                    <a:pt x="37034" y="8384"/>
                  </a:cubicBezTo>
                  <a:cubicBezTo>
                    <a:pt x="36156" y="9161"/>
                    <a:pt x="35216" y="9550"/>
                    <a:pt x="34214" y="9550"/>
                  </a:cubicBezTo>
                  <a:cubicBezTo>
                    <a:pt x="33262" y="9550"/>
                    <a:pt x="32535" y="9274"/>
                    <a:pt x="32033" y="8723"/>
                  </a:cubicBezTo>
                  <a:cubicBezTo>
                    <a:pt x="31532" y="8171"/>
                    <a:pt x="31281" y="7544"/>
                    <a:pt x="31281" y="6842"/>
                  </a:cubicBezTo>
                  <a:cubicBezTo>
                    <a:pt x="31281" y="5890"/>
                    <a:pt x="31632" y="5000"/>
                    <a:pt x="32334" y="4173"/>
                  </a:cubicBezTo>
                  <a:cubicBezTo>
                    <a:pt x="33036" y="3346"/>
                    <a:pt x="33913" y="2844"/>
                    <a:pt x="34966" y="2669"/>
                  </a:cubicBezTo>
                  <a:cubicBezTo>
                    <a:pt x="33938" y="2018"/>
                    <a:pt x="32660" y="1692"/>
                    <a:pt x="31131" y="1692"/>
                  </a:cubicBezTo>
                  <a:cubicBezTo>
                    <a:pt x="30129" y="1692"/>
                    <a:pt x="29189" y="1955"/>
                    <a:pt x="28311" y="2482"/>
                  </a:cubicBezTo>
                  <a:cubicBezTo>
                    <a:pt x="27459" y="3007"/>
                    <a:pt x="26770" y="3609"/>
                    <a:pt x="26244" y="4286"/>
                  </a:cubicBezTo>
                  <a:cubicBezTo>
                    <a:pt x="25742" y="4963"/>
                    <a:pt x="25266" y="5790"/>
                    <a:pt x="24814" y="6767"/>
                  </a:cubicBezTo>
                  <a:cubicBezTo>
                    <a:pt x="24388" y="7720"/>
                    <a:pt x="24087" y="8484"/>
                    <a:pt x="23912" y="9061"/>
                  </a:cubicBezTo>
                  <a:cubicBezTo>
                    <a:pt x="23761" y="9612"/>
                    <a:pt x="23624" y="10189"/>
                    <a:pt x="23499" y="10790"/>
                  </a:cubicBezTo>
                  <a:lnTo>
                    <a:pt x="20866" y="21318"/>
                  </a:lnTo>
                  <a:cubicBezTo>
                    <a:pt x="20015" y="24651"/>
                    <a:pt x="19589" y="26907"/>
                    <a:pt x="19589" y="28085"/>
                  </a:cubicBezTo>
                  <a:cubicBezTo>
                    <a:pt x="19589" y="29539"/>
                    <a:pt x="19940" y="30754"/>
                    <a:pt x="20642" y="31732"/>
                  </a:cubicBezTo>
                  <a:cubicBezTo>
                    <a:pt x="21343" y="32685"/>
                    <a:pt x="22396" y="33161"/>
                    <a:pt x="23800" y="33161"/>
                  </a:cubicBezTo>
                  <a:cubicBezTo>
                    <a:pt x="24351" y="33161"/>
                    <a:pt x="24940" y="33086"/>
                    <a:pt x="25566" y="32935"/>
                  </a:cubicBezTo>
                  <a:cubicBezTo>
                    <a:pt x="26194" y="32760"/>
                    <a:pt x="26908" y="32447"/>
                    <a:pt x="27710" y="31996"/>
                  </a:cubicBezTo>
                  <a:cubicBezTo>
                    <a:pt x="28537" y="31519"/>
                    <a:pt x="29314" y="30930"/>
                    <a:pt x="30041" y="30228"/>
                  </a:cubicBezTo>
                  <a:cubicBezTo>
                    <a:pt x="30793" y="29501"/>
                    <a:pt x="31532" y="28524"/>
                    <a:pt x="32259" y="27296"/>
                  </a:cubicBezTo>
                  <a:cubicBezTo>
                    <a:pt x="32986" y="26067"/>
                    <a:pt x="33587" y="24664"/>
                    <a:pt x="34063" y="23085"/>
                  </a:cubicBezTo>
                  <a:cubicBezTo>
                    <a:pt x="34214" y="22533"/>
                    <a:pt x="34540" y="22258"/>
                    <a:pt x="35041" y="22258"/>
                  </a:cubicBezTo>
                  <a:cubicBezTo>
                    <a:pt x="35668" y="22258"/>
                    <a:pt x="35981" y="22508"/>
                    <a:pt x="35981" y="23010"/>
                  </a:cubicBezTo>
                  <a:cubicBezTo>
                    <a:pt x="35981" y="23436"/>
                    <a:pt x="35805" y="24100"/>
                    <a:pt x="35454" y="25002"/>
                  </a:cubicBezTo>
                  <a:cubicBezTo>
                    <a:pt x="35129" y="25879"/>
                    <a:pt x="34603" y="26894"/>
                    <a:pt x="33876" y="28048"/>
                  </a:cubicBezTo>
                  <a:cubicBezTo>
                    <a:pt x="33174" y="29176"/>
                    <a:pt x="32359" y="30254"/>
                    <a:pt x="31432" y="31281"/>
                  </a:cubicBezTo>
                  <a:cubicBezTo>
                    <a:pt x="30504" y="32283"/>
                    <a:pt x="29351" y="33135"/>
                    <a:pt x="27973" y="33837"/>
                  </a:cubicBezTo>
                  <a:cubicBezTo>
                    <a:pt x="26594" y="34539"/>
                    <a:pt x="25153" y="34890"/>
                    <a:pt x="23649" y="34890"/>
                  </a:cubicBezTo>
                  <a:cubicBezTo>
                    <a:pt x="21493" y="34890"/>
                    <a:pt x="19701" y="34314"/>
                    <a:pt x="18272" y="33161"/>
                  </a:cubicBezTo>
                  <a:cubicBezTo>
                    <a:pt x="16844" y="32008"/>
                    <a:pt x="15867" y="30630"/>
                    <a:pt x="15340" y="29025"/>
                  </a:cubicBezTo>
                  <a:cubicBezTo>
                    <a:pt x="15215" y="29250"/>
                    <a:pt x="15064" y="29514"/>
                    <a:pt x="14889" y="29815"/>
                  </a:cubicBezTo>
                  <a:cubicBezTo>
                    <a:pt x="14713" y="30115"/>
                    <a:pt x="14362" y="30604"/>
                    <a:pt x="13836" y="31281"/>
                  </a:cubicBezTo>
                  <a:cubicBezTo>
                    <a:pt x="13335" y="31933"/>
                    <a:pt x="12796" y="32509"/>
                    <a:pt x="12220" y="33010"/>
                  </a:cubicBezTo>
                  <a:cubicBezTo>
                    <a:pt x="11643" y="33487"/>
                    <a:pt x="10904" y="33913"/>
                    <a:pt x="10001" y="34289"/>
                  </a:cubicBezTo>
                  <a:cubicBezTo>
                    <a:pt x="9124" y="34690"/>
                    <a:pt x="8209" y="34890"/>
                    <a:pt x="7256" y="34890"/>
                  </a:cubicBezTo>
                  <a:cubicBezTo>
                    <a:pt x="6054" y="34890"/>
                    <a:pt x="4913" y="34715"/>
                    <a:pt x="3835" y="34364"/>
                  </a:cubicBezTo>
                  <a:cubicBezTo>
                    <a:pt x="2782" y="34013"/>
                    <a:pt x="1880" y="33436"/>
                    <a:pt x="1128" y="32635"/>
                  </a:cubicBezTo>
                  <a:cubicBezTo>
                    <a:pt x="376" y="31833"/>
                    <a:pt x="0" y="30880"/>
                    <a:pt x="0" y="29777"/>
                  </a:cubicBezTo>
                  <a:cubicBezTo>
                    <a:pt x="0" y="28549"/>
                    <a:pt x="414" y="27509"/>
                    <a:pt x="1241" y="26657"/>
                  </a:cubicBezTo>
                  <a:cubicBezTo>
                    <a:pt x="2093" y="25779"/>
                    <a:pt x="3095" y="25341"/>
                    <a:pt x="4248" y="25341"/>
                  </a:cubicBezTo>
                  <a:cubicBezTo>
                    <a:pt x="4975" y="25341"/>
                    <a:pt x="5627" y="25554"/>
                    <a:pt x="6204" y="25979"/>
                  </a:cubicBezTo>
                  <a:cubicBezTo>
                    <a:pt x="6806" y="26405"/>
                    <a:pt x="7107" y="27082"/>
                    <a:pt x="7107" y="28010"/>
                  </a:cubicBezTo>
                  <a:cubicBezTo>
                    <a:pt x="7107" y="29038"/>
                    <a:pt x="6756" y="29940"/>
                    <a:pt x="6054" y="30717"/>
                  </a:cubicBezTo>
                  <a:cubicBezTo>
                    <a:pt x="5352" y="31494"/>
                    <a:pt x="4500" y="31983"/>
                    <a:pt x="3497" y="32183"/>
                  </a:cubicBezTo>
                  <a:cubicBezTo>
                    <a:pt x="4524" y="32835"/>
                    <a:pt x="5803" y="33161"/>
                    <a:pt x="7331" y="33161"/>
                  </a:cubicBezTo>
                  <a:cubicBezTo>
                    <a:pt x="8986" y="33161"/>
                    <a:pt x="10465" y="32434"/>
                    <a:pt x="11768" y="30980"/>
                  </a:cubicBezTo>
                  <a:cubicBezTo>
                    <a:pt x="13072" y="29526"/>
                    <a:pt x="14036" y="27584"/>
                    <a:pt x="14663" y="25152"/>
                  </a:cubicBezTo>
                  <a:cubicBezTo>
                    <a:pt x="16217" y="19312"/>
                    <a:pt x="17295" y="15089"/>
                    <a:pt x="17897" y="12482"/>
                  </a:cubicBezTo>
                  <a:cubicBezTo>
                    <a:pt x="18498" y="9850"/>
                    <a:pt x="18799" y="7970"/>
                    <a:pt x="18799" y="6842"/>
                  </a:cubicBezTo>
                  <a:cubicBezTo>
                    <a:pt x="18799" y="5790"/>
                    <a:pt x="18661" y="4900"/>
                    <a:pt x="18386" y="4173"/>
                  </a:cubicBezTo>
                  <a:cubicBezTo>
                    <a:pt x="18110" y="3447"/>
                    <a:pt x="17734" y="2920"/>
                    <a:pt x="17258" y="2594"/>
                  </a:cubicBezTo>
                  <a:cubicBezTo>
                    <a:pt x="16806" y="2243"/>
                    <a:pt x="16368" y="2005"/>
                    <a:pt x="15942" y="1880"/>
                  </a:cubicBezTo>
                  <a:cubicBezTo>
                    <a:pt x="15541" y="1755"/>
                    <a:pt x="15114" y="1692"/>
                    <a:pt x="14663" y="1692"/>
                  </a:cubicBezTo>
                  <a:cubicBezTo>
                    <a:pt x="13911" y="1692"/>
                    <a:pt x="13109" y="1842"/>
                    <a:pt x="12257" y="2142"/>
                  </a:cubicBezTo>
                  <a:cubicBezTo>
                    <a:pt x="11430" y="2443"/>
                    <a:pt x="10515" y="2945"/>
                    <a:pt x="9512" y="3647"/>
                  </a:cubicBezTo>
                  <a:cubicBezTo>
                    <a:pt x="8535" y="4323"/>
                    <a:pt x="7583" y="5363"/>
                    <a:pt x="6655" y="6767"/>
                  </a:cubicBezTo>
                  <a:cubicBezTo>
                    <a:pt x="5728" y="8171"/>
                    <a:pt x="4951" y="9838"/>
                    <a:pt x="4324" y="11768"/>
                  </a:cubicBezTo>
                  <a:cubicBezTo>
                    <a:pt x="4199" y="12345"/>
                    <a:pt x="3860" y="12633"/>
                    <a:pt x="3309" y="12633"/>
                  </a:cubicBezTo>
                  <a:cubicBezTo>
                    <a:pt x="2707" y="12608"/>
                    <a:pt x="2407" y="12345"/>
                    <a:pt x="2407" y="11843"/>
                  </a:cubicBezTo>
                  <a:cubicBezTo>
                    <a:pt x="2407" y="11417"/>
                    <a:pt x="2570" y="10765"/>
                    <a:pt x="2896" y="9888"/>
                  </a:cubicBezTo>
                  <a:cubicBezTo>
                    <a:pt x="3246" y="8986"/>
                    <a:pt x="3772" y="7970"/>
                    <a:pt x="4474" y="6842"/>
                  </a:cubicBezTo>
                  <a:cubicBezTo>
                    <a:pt x="5201" y="5714"/>
                    <a:pt x="6028" y="4649"/>
                    <a:pt x="6956" y="3647"/>
                  </a:cubicBezTo>
                  <a:cubicBezTo>
                    <a:pt x="7908" y="2619"/>
                    <a:pt x="9074" y="1754"/>
                    <a:pt x="10452" y="1053"/>
                  </a:cubicBezTo>
                  <a:cubicBezTo>
                    <a:pt x="11856" y="351"/>
                    <a:pt x="13310" y="0"/>
                    <a:pt x="14814" y="0"/>
                  </a:cubicBezTo>
                  <a:cubicBezTo>
                    <a:pt x="15491" y="0"/>
                    <a:pt x="16155" y="75"/>
                    <a:pt x="16806" y="226"/>
                  </a:cubicBezTo>
                  <a:cubicBezTo>
                    <a:pt x="17483" y="351"/>
                    <a:pt x="18223" y="601"/>
                    <a:pt x="19025" y="977"/>
                  </a:cubicBezTo>
                  <a:cubicBezTo>
                    <a:pt x="19852" y="1353"/>
                    <a:pt x="20628" y="1955"/>
                    <a:pt x="21355" y="2782"/>
                  </a:cubicBezTo>
                  <a:cubicBezTo>
                    <a:pt x="22082" y="3609"/>
                    <a:pt x="22671" y="4624"/>
                    <a:pt x="23122" y="5828"/>
                  </a:cubicBezTo>
                  <a:cubicBezTo>
                    <a:pt x="23423" y="5251"/>
                    <a:pt x="23774" y="4687"/>
                    <a:pt x="24175" y="4136"/>
                  </a:cubicBezTo>
                  <a:cubicBezTo>
                    <a:pt x="24601" y="3585"/>
                    <a:pt x="25140" y="2970"/>
                    <a:pt x="25792" y="2293"/>
                  </a:cubicBezTo>
                  <a:cubicBezTo>
                    <a:pt x="26469" y="1591"/>
                    <a:pt x="27271" y="1040"/>
                    <a:pt x="28199" y="639"/>
                  </a:cubicBezTo>
                  <a:cubicBezTo>
                    <a:pt x="29151" y="213"/>
                    <a:pt x="30154" y="0"/>
                    <a:pt x="31206" y="0"/>
                  </a:cubicBezTo>
                  <a:cubicBezTo>
                    <a:pt x="32234" y="0"/>
                    <a:pt x="33249" y="138"/>
                    <a:pt x="34252" y="413"/>
                  </a:cubicBezTo>
                  <a:cubicBezTo>
                    <a:pt x="35254" y="664"/>
                    <a:pt x="36181" y="1203"/>
                    <a:pt x="37034" y="2030"/>
                  </a:cubicBezTo>
                  <a:cubicBezTo>
                    <a:pt x="37911" y="2832"/>
                    <a:pt x="38350" y="3847"/>
                    <a:pt x="38350" y="507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0" name="Freeform 3269">
              <a:extLst>
                <a:ext uri="{FF2B5EF4-FFF2-40B4-BE49-F238E27FC236}">
                  <a16:creationId xmlns:a16="http://schemas.microsoft.com/office/drawing/2014/main" id="{0BC593A9-0E7A-0D99-33A4-FCD505C991CF}"/>
                </a:ext>
              </a:extLst>
            </p:cNvPr>
            <p:cNvSpPr/>
            <p:nvPr/>
          </p:nvSpPr>
          <p:spPr>
            <a:xfrm>
              <a:off x="5476037" y="3387523"/>
              <a:ext cx="51291" cy="3083"/>
            </a:xfrm>
            <a:custGeom>
              <a:avLst/>
              <a:gdLst>
                <a:gd name="csX0" fmla="*/ 50842 w 51291"/>
                <a:gd name="csY0" fmla="*/ 451 h 3083"/>
                <a:gd name="csX1" fmla="*/ 51291 w 51291"/>
                <a:gd name="csY1" fmla="*/ 1541 h 3083"/>
                <a:gd name="csX2" fmla="*/ 50842 w 51291"/>
                <a:gd name="csY2" fmla="*/ 2631 h 3083"/>
                <a:gd name="csX3" fmla="*/ 49750 w 51291"/>
                <a:gd name="csY3" fmla="*/ 3083 h 3083"/>
                <a:gd name="csX4" fmla="*/ 1552 w 51291"/>
                <a:gd name="csY4" fmla="*/ 3083 h 3083"/>
                <a:gd name="csX5" fmla="*/ 460 w 51291"/>
                <a:gd name="csY5" fmla="*/ 2631 h 3083"/>
                <a:gd name="csX6" fmla="*/ 0 w 51291"/>
                <a:gd name="csY6" fmla="*/ 1541 h 3083"/>
                <a:gd name="csX7" fmla="*/ 460 w 51291"/>
                <a:gd name="csY7" fmla="*/ 451 h 3083"/>
                <a:gd name="csX8" fmla="*/ 1552 w 51291"/>
                <a:gd name="csY8" fmla="*/ 0 h 3083"/>
                <a:gd name="csX9" fmla="*/ 49750 w 51291"/>
                <a:gd name="csY9" fmla="*/ 0 h 3083"/>
                <a:gd name="csX10" fmla="*/ 50842 w 51291"/>
                <a:gd name="csY10" fmla="*/ 451 h 3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1291" h="3083">
                  <a:moveTo>
                    <a:pt x="50842" y="451"/>
                  </a:moveTo>
                  <a:cubicBezTo>
                    <a:pt x="51141" y="752"/>
                    <a:pt x="51291" y="1115"/>
                    <a:pt x="51291" y="1541"/>
                  </a:cubicBezTo>
                  <a:cubicBezTo>
                    <a:pt x="51291" y="1968"/>
                    <a:pt x="51141" y="2331"/>
                    <a:pt x="50842" y="2631"/>
                  </a:cubicBezTo>
                  <a:cubicBezTo>
                    <a:pt x="50535" y="2932"/>
                    <a:pt x="50171" y="3083"/>
                    <a:pt x="49750" y="3083"/>
                  </a:cubicBezTo>
                  <a:lnTo>
                    <a:pt x="1552" y="3083"/>
                  </a:lnTo>
                  <a:cubicBezTo>
                    <a:pt x="1124" y="3083"/>
                    <a:pt x="760" y="2932"/>
                    <a:pt x="460" y="2631"/>
                  </a:cubicBezTo>
                  <a:cubicBezTo>
                    <a:pt x="153" y="2331"/>
                    <a:pt x="0" y="1968"/>
                    <a:pt x="0" y="1541"/>
                  </a:cubicBezTo>
                  <a:cubicBezTo>
                    <a:pt x="0" y="1115"/>
                    <a:pt x="153" y="752"/>
                    <a:pt x="460" y="451"/>
                  </a:cubicBezTo>
                  <a:cubicBezTo>
                    <a:pt x="760" y="150"/>
                    <a:pt x="1124" y="0"/>
                    <a:pt x="1552" y="0"/>
                  </a:cubicBezTo>
                  <a:lnTo>
                    <a:pt x="49750" y="0"/>
                  </a:lnTo>
                  <a:cubicBezTo>
                    <a:pt x="50171" y="0"/>
                    <a:pt x="50535" y="150"/>
                    <a:pt x="50842" y="45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1" name="Freeform 3270">
              <a:extLst>
                <a:ext uri="{FF2B5EF4-FFF2-40B4-BE49-F238E27FC236}">
                  <a16:creationId xmlns:a16="http://schemas.microsoft.com/office/drawing/2014/main" id="{37FFC79D-34DD-3A6F-3E98-9E77C2C3836B}"/>
                </a:ext>
              </a:extLst>
            </p:cNvPr>
            <p:cNvSpPr/>
            <p:nvPr/>
          </p:nvSpPr>
          <p:spPr>
            <a:xfrm>
              <a:off x="5556724" y="3357407"/>
              <a:ext cx="20343" cy="51771"/>
            </a:xfrm>
            <a:custGeom>
              <a:avLst/>
              <a:gdLst>
                <a:gd name="csX0" fmla="*/ 19658 w 20343"/>
                <a:gd name="csY0" fmla="*/ 2782 h 51771"/>
                <a:gd name="csX1" fmla="*/ 18310 w 20343"/>
                <a:gd name="csY1" fmla="*/ 5677 h 51771"/>
                <a:gd name="csX2" fmla="*/ 15560 w 20343"/>
                <a:gd name="csY2" fmla="*/ 6880 h 51771"/>
                <a:gd name="csX3" fmla="*/ 13419 w 20343"/>
                <a:gd name="csY3" fmla="*/ 6090 h 51771"/>
                <a:gd name="csX4" fmla="*/ 12628 w 20343"/>
                <a:gd name="csY4" fmla="*/ 4098 h 51771"/>
                <a:gd name="csX5" fmla="*/ 13944 w 20343"/>
                <a:gd name="csY5" fmla="*/ 1278 h 51771"/>
                <a:gd name="csX6" fmla="*/ 16801 w 20343"/>
                <a:gd name="csY6" fmla="*/ 0 h 51771"/>
                <a:gd name="csX7" fmla="*/ 18877 w 20343"/>
                <a:gd name="csY7" fmla="*/ 790 h 51771"/>
                <a:gd name="csX8" fmla="*/ 19658 w 20343"/>
                <a:gd name="csY8" fmla="*/ 2782 h 51771"/>
                <a:gd name="csX9" fmla="*/ 20343 w 20343"/>
                <a:gd name="csY9" fmla="*/ 39891 h 51771"/>
                <a:gd name="csX10" fmla="*/ 20001 w 20343"/>
                <a:gd name="csY10" fmla="*/ 41395 h 51771"/>
                <a:gd name="csX11" fmla="*/ 18834 w 20343"/>
                <a:gd name="csY11" fmla="*/ 44365 h 51771"/>
                <a:gd name="csX12" fmla="*/ 16951 w 20343"/>
                <a:gd name="csY12" fmla="*/ 47787 h 51771"/>
                <a:gd name="csX13" fmla="*/ 14061 w 20343"/>
                <a:gd name="csY13" fmla="*/ 50606 h 51771"/>
                <a:gd name="csX14" fmla="*/ 10263 w 20343"/>
                <a:gd name="csY14" fmla="*/ 51772 h 51771"/>
                <a:gd name="csX15" fmla="*/ 5715 w 20343"/>
                <a:gd name="csY15" fmla="*/ 49966 h 51771"/>
                <a:gd name="csX16" fmla="*/ 3949 w 20343"/>
                <a:gd name="csY16" fmla="*/ 45455 h 51771"/>
                <a:gd name="csX17" fmla="*/ 5715 w 20343"/>
                <a:gd name="csY17" fmla="*/ 39290 h 51771"/>
                <a:gd name="csX18" fmla="*/ 11012 w 20343"/>
                <a:gd name="csY18" fmla="*/ 25040 h 51771"/>
                <a:gd name="csX19" fmla="*/ 11879 w 20343"/>
                <a:gd name="csY19" fmla="*/ 21017 h 51771"/>
                <a:gd name="csX20" fmla="*/ 11697 w 20343"/>
                <a:gd name="csY20" fmla="*/ 19626 h 51771"/>
                <a:gd name="csX21" fmla="*/ 11129 w 20343"/>
                <a:gd name="csY21" fmla="*/ 18874 h 51771"/>
                <a:gd name="csX22" fmla="*/ 10530 w 20343"/>
                <a:gd name="csY22" fmla="*/ 18611 h 51771"/>
                <a:gd name="csX23" fmla="*/ 9963 w 20343"/>
                <a:gd name="csY23" fmla="*/ 18573 h 51771"/>
                <a:gd name="csX24" fmla="*/ 5672 w 20343"/>
                <a:gd name="csY24" fmla="*/ 20829 h 51771"/>
                <a:gd name="csX25" fmla="*/ 2183 w 20343"/>
                <a:gd name="csY25" fmla="*/ 28123 h 51771"/>
                <a:gd name="csX26" fmla="*/ 1691 w 20343"/>
                <a:gd name="csY26" fmla="*/ 29288 h 51771"/>
                <a:gd name="csX27" fmla="*/ 942 w 20343"/>
                <a:gd name="csY27" fmla="*/ 29514 h 51771"/>
                <a:gd name="csX28" fmla="*/ 0 w 20343"/>
                <a:gd name="csY28" fmla="*/ 28724 h 51771"/>
                <a:gd name="csX29" fmla="*/ 268 w 20343"/>
                <a:gd name="csY29" fmla="*/ 27634 h 51771"/>
                <a:gd name="csX30" fmla="*/ 1017 w 20343"/>
                <a:gd name="csY30" fmla="*/ 25378 h 51771"/>
                <a:gd name="csX31" fmla="*/ 2365 w 20343"/>
                <a:gd name="csY31" fmla="*/ 22558 h 51771"/>
                <a:gd name="csX32" fmla="*/ 4281 w 20343"/>
                <a:gd name="csY32" fmla="*/ 19813 h 51771"/>
                <a:gd name="csX33" fmla="*/ 6913 w 20343"/>
                <a:gd name="csY33" fmla="*/ 17708 h 51771"/>
                <a:gd name="csX34" fmla="*/ 10188 w 20343"/>
                <a:gd name="csY34" fmla="*/ 16881 h 51771"/>
                <a:gd name="csX35" fmla="*/ 14736 w 20343"/>
                <a:gd name="csY35" fmla="*/ 18723 h 51771"/>
                <a:gd name="csX36" fmla="*/ 16501 w 20343"/>
                <a:gd name="csY36" fmla="*/ 23197 h 51771"/>
                <a:gd name="csX37" fmla="*/ 15485 w 20343"/>
                <a:gd name="csY37" fmla="*/ 27258 h 51771"/>
                <a:gd name="csX38" fmla="*/ 13794 w 20343"/>
                <a:gd name="csY38" fmla="*/ 31732 h 51771"/>
                <a:gd name="csX39" fmla="*/ 10787 w 20343"/>
                <a:gd name="csY39" fmla="*/ 39815 h 51771"/>
                <a:gd name="csX40" fmla="*/ 9364 w 20343"/>
                <a:gd name="csY40" fmla="*/ 43650 h 51771"/>
                <a:gd name="csX41" fmla="*/ 8797 w 20343"/>
                <a:gd name="csY41" fmla="*/ 45568 h 51771"/>
                <a:gd name="csX42" fmla="*/ 8572 w 20343"/>
                <a:gd name="csY42" fmla="*/ 47523 h 51771"/>
                <a:gd name="csX43" fmla="*/ 8989 w 20343"/>
                <a:gd name="csY43" fmla="*/ 49441 h 51771"/>
                <a:gd name="csX44" fmla="*/ 10412 w 20343"/>
                <a:gd name="csY44" fmla="*/ 50042 h 51771"/>
                <a:gd name="csX45" fmla="*/ 15110 w 20343"/>
                <a:gd name="csY45" fmla="*/ 47372 h 51771"/>
                <a:gd name="csX46" fmla="*/ 18267 w 20343"/>
                <a:gd name="csY46" fmla="*/ 40530 h 51771"/>
                <a:gd name="csX47" fmla="*/ 18342 w 20343"/>
                <a:gd name="csY47" fmla="*/ 40229 h 51771"/>
                <a:gd name="csX48" fmla="*/ 18952 w 20343"/>
                <a:gd name="csY48" fmla="*/ 39176 h 51771"/>
                <a:gd name="csX49" fmla="*/ 19401 w 20343"/>
                <a:gd name="csY49" fmla="*/ 39139 h 51771"/>
                <a:gd name="csX50" fmla="*/ 20343 w 20343"/>
                <a:gd name="csY50" fmla="*/ 39891 h 517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0343" h="51771">
                  <a:moveTo>
                    <a:pt x="19658" y="2782"/>
                  </a:moveTo>
                  <a:cubicBezTo>
                    <a:pt x="19658" y="3885"/>
                    <a:pt x="19209" y="4850"/>
                    <a:pt x="18310" y="5677"/>
                  </a:cubicBezTo>
                  <a:cubicBezTo>
                    <a:pt x="17432" y="6479"/>
                    <a:pt x="16516" y="6880"/>
                    <a:pt x="15560" y="6880"/>
                  </a:cubicBezTo>
                  <a:cubicBezTo>
                    <a:pt x="14682" y="6880"/>
                    <a:pt x="13969" y="6617"/>
                    <a:pt x="13419" y="6090"/>
                  </a:cubicBezTo>
                  <a:cubicBezTo>
                    <a:pt x="12892" y="5539"/>
                    <a:pt x="12628" y="4875"/>
                    <a:pt x="12628" y="4098"/>
                  </a:cubicBezTo>
                  <a:cubicBezTo>
                    <a:pt x="12628" y="3070"/>
                    <a:pt x="13066" y="2130"/>
                    <a:pt x="13944" y="1278"/>
                  </a:cubicBezTo>
                  <a:cubicBezTo>
                    <a:pt x="14821" y="426"/>
                    <a:pt x="15774" y="0"/>
                    <a:pt x="16801" y="0"/>
                  </a:cubicBezTo>
                  <a:cubicBezTo>
                    <a:pt x="17657" y="0"/>
                    <a:pt x="18349" y="263"/>
                    <a:pt x="18877" y="790"/>
                  </a:cubicBezTo>
                  <a:cubicBezTo>
                    <a:pt x="19398" y="1316"/>
                    <a:pt x="19658" y="1980"/>
                    <a:pt x="19658" y="2782"/>
                  </a:cubicBezTo>
                  <a:moveTo>
                    <a:pt x="20343" y="39891"/>
                  </a:moveTo>
                  <a:cubicBezTo>
                    <a:pt x="20343" y="40092"/>
                    <a:pt x="20229" y="40593"/>
                    <a:pt x="20001" y="41395"/>
                  </a:cubicBezTo>
                  <a:cubicBezTo>
                    <a:pt x="19772" y="42172"/>
                    <a:pt x="19384" y="43162"/>
                    <a:pt x="18834" y="44365"/>
                  </a:cubicBezTo>
                  <a:cubicBezTo>
                    <a:pt x="18306" y="45543"/>
                    <a:pt x="17679" y="46684"/>
                    <a:pt x="16951" y="47787"/>
                  </a:cubicBezTo>
                  <a:cubicBezTo>
                    <a:pt x="16230" y="48890"/>
                    <a:pt x="15267" y="49829"/>
                    <a:pt x="14061" y="50606"/>
                  </a:cubicBezTo>
                  <a:cubicBezTo>
                    <a:pt x="12884" y="51383"/>
                    <a:pt x="11618" y="51772"/>
                    <a:pt x="10263" y="51772"/>
                  </a:cubicBezTo>
                  <a:cubicBezTo>
                    <a:pt x="8436" y="51772"/>
                    <a:pt x="6920" y="51170"/>
                    <a:pt x="5715" y="49966"/>
                  </a:cubicBezTo>
                  <a:cubicBezTo>
                    <a:pt x="4537" y="48764"/>
                    <a:pt x="3949" y="47260"/>
                    <a:pt x="3949" y="45455"/>
                  </a:cubicBezTo>
                  <a:cubicBezTo>
                    <a:pt x="3949" y="44477"/>
                    <a:pt x="4537" y="42422"/>
                    <a:pt x="5715" y="39290"/>
                  </a:cubicBezTo>
                  <a:cubicBezTo>
                    <a:pt x="9125" y="30166"/>
                    <a:pt x="10890" y="25416"/>
                    <a:pt x="11012" y="25040"/>
                  </a:cubicBezTo>
                  <a:cubicBezTo>
                    <a:pt x="11590" y="23611"/>
                    <a:pt x="11879" y="22270"/>
                    <a:pt x="11879" y="21017"/>
                  </a:cubicBezTo>
                  <a:cubicBezTo>
                    <a:pt x="11879" y="20440"/>
                    <a:pt x="11818" y="19976"/>
                    <a:pt x="11697" y="19626"/>
                  </a:cubicBezTo>
                  <a:cubicBezTo>
                    <a:pt x="11568" y="19250"/>
                    <a:pt x="11379" y="18999"/>
                    <a:pt x="11129" y="18874"/>
                  </a:cubicBezTo>
                  <a:cubicBezTo>
                    <a:pt x="10880" y="18723"/>
                    <a:pt x="10680" y="18636"/>
                    <a:pt x="10530" y="18611"/>
                  </a:cubicBezTo>
                  <a:cubicBezTo>
                    <a:pt x="10402" y="18586"/>
                    <a:pt x="10213" y="18573"/>
                    <a:pt x="9963" y="18573"/>
                  </a:cubicBezTo>
                  <a:cubicBezTo>
                    <a:pt x="8486" y="18573"/>
                    <a:pt x="7056" y="19325"/>
                    <a:pt x="5672" y="20829"/>
                  </a:cubicBezTo>
                  <a:cubicBezTo>
                    <a:pt x="4295" y="22333"/>
                    <a:pt x="3132" y="24764"/>
                    <a:pt x="2183" y="28123"/>
                  </a:cubicBezTo>
                  <a:cubicBezTo>
                    <a:pt x="1983" y="28749"/>
                    <a:pt x="1819" y="29138"/>
                    <a:pt x="1691" y="29288"/>
                  </a:cubicBezTo>
                  <a:cubicBezTo>
                    <a:pt x="1562" y="29439"/>
                    <a:pt x="1313" y="29514"/>
                    <a:pt x="942" y="29514"/>
                  </a:cubicBezTo>
                  <a:cubicBezTo>
                    <a:pt x="314" y="29489"/>
                    <a:pt x="0" y="29226"/>
                    <a:pt x="0" y="28724"/>
                  </a:cubicBezTo>
                  <a:cubicBezTo>
                    <a:pt x="0" y="28574"/>
                    <a:pt x="89" y="28210"/>
                    <a:pt x="268" y="27634"/>
                  </a:cubicBezTo>
                  <a:cubicBezTo>
                    <a:pt x="439" y="27032"/>
                    <a:pt x="689" y="26281"/>
                    <a:pt x="1017" y="25378"/>
                  </a:cubicBezTo>
                  <a:cubicBezTo>
                    <a:pt x="1338" y="24451"/>
                    <a:pt x="1787" y="23511"/>
                    <a:pt x="2365" y="22558"/>
                  </a:cubicBezTo>
                  <a:cubicBezTo>
                    <a:pt x="2943" y="21581"/>
                    <a:pt x="3581" y="20666"/>
                    <a:pt x="4281" y="19813"/>
                  </a:cubicBezTo>
                  <a:cubicBezTo>
                    <a:pt x="5008" y="18962"/>
                    <a:pt x="5886" y="18260"/>
                    <a:pt x="6913" y="17708"/>
                  </a:cubicBezTo>
                  <a:cubicBezTo>
                    <a:pt x="7940" y="17157"/>
                    <a:pt x="9032" y="16881"/>
                    <a:pt x="10188" y="16881"/>
                  </a:cubicBezTo>
                  <a:cubicBezTo>
                    <a:pt x="12071" y="16881"/>
                    <a:pt x="13587" y="17495"/>
                    <a:pt x="14736" y="18723"/>
                  </a:cubicBezTo>
                  <a:cubicBezTo>
                    <a:pt x="15913" y="19927"/>
                    <a:pt x="16501" y="21418"/>
                    <a:pt x="16501" y="23197"/>
                  </a:cubicBezTo>
                  <a:cubicBezTo>
                    <a:pt x="16501" y="24175"/>
                    <a:pt x="16163" y="25529"/>
                    <a:pt x="15485" y="27258"/>
                  </a:cubicBezTo>
                  <a:cubicBezTo>
                    <a:pt x="14657" y="29514"/>
                    <a:pt x="14094" y="31006"/>
                    <a:pt x="13794" y="31732"/>
                  </a:cubicBezTo>
                  <a:lnTo>
                    <a:pt x="10787" y="39815"/>
                  </a:lnTo>
                  <a:cubicBezTo>
                    <a:pt x="10059" y="41771"/>
                    <a:pt x="9585" y="43049"/>
                    <a:pt x="9364" y="43650"/>
                  </a:cubicBezTo>
                  <a:cubicBezTo>
                    <a:pt x="9164" y="44227"/>
                    <a:pt x="8975" y="44866"/>
                    <a:pt x="8797" y="45568"/>
                  </a:cubicBezTo>
                  <a:cubicBezTo>
                    <a:pt x="8647" y="46244"/>
                    <a:pt x="8572" y="46896"/>
                    <a:pt x="8572" y="47523"/>
                  </a:cubicBezTo>
                  <a:cubicBezTo>
                    <a:pt x="8572" y="48400"/>
                    <a:pt x="8711" y="49039"/>
                    <a:pt x="8989" y="49441"/>
                  </a:cubicBezTo>
                  <a:cubicBezTo>
                    <a:pt x="9289" y="49842"/>
                    <a:pt x="9763" y="50042"/>
                    <a:pt x="10412" y="50042"/>
                  </a:cubicBezTo>
                  <a:cubicBezTo>
                    <a:pt x="12217" y="50042"/>
                    <a:pt x="13783" y="49152"/>
                    <a:pt x="15110" y="47372"/>
                  </a:cubicBezTo>
                  <a:cubicBezTo>
                    <a:pt x="16444" y="45568"/>
                    <a:pt x="17497" y="43287"/>
                    <a:pt x="18267" y="40530"/>
                  </a:cubicBezTo>
                  <a:cubicBezTo>
                    <a:pt x="18296" y="40455"/>
                    <a:pt x="18321" y="40355"/>
                    <a:pt x="18342" y="40229"/>
                  </a:cubicBezTo>
                  <a:cubicBezTo>
                    <a:pt x="18549" y="39603"/>
                    <a:pt x="18752" y="39252"/>
                    <a:pt x="18952" y="39176"/>
                  </a:cubicBezTo>
                  <a:cubicBezTo>
                    <a:pt x="19052" y="39151"/>
                    <a:pt x="19202" y="39139"/>
                    <a:pt x="19401" y="39139"/>
                  </a:cubicBezTo>
                  <a:cubicBezTo>
                    <a:pt x="20029" y="39139"/>
                    <a:pt x="20343" y="39390"/>
                    <a:pt x="20343" y="3989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2" name="Freeform 3271">
              <a:extLst>
                <a:ext uri="{FF2B5EF4-FFF2-40B4-BE49-F238E27FC236}">
                  <a16:creationId xmlns:a16="http://schemas.microsoft.com/office/drawing/2014/main" id="{CB09084D-742E-93A2-7342-407E2A6F9A46}"/>
                </a:ext>
              </a:extLst>
            </p:cNvPr>
            <p:cNvSpPr/>
            <p:nvPr/>
          </p:nvSpPr>
          <p:spPr>
            <a:xfrm>
              <a:off x="5586399" y="3350564"/>
              <a:ext cx="17860" cy="76999"/>
            </a:xfrm>
            <a:custGeom>
              <a:avLst/>
              <a:gdLst>
                <a:gd name="csX0" fmla="*/ 0 w 17860"/>
                <a:gd name="csY0" fmla="*/ 76249 h 76999"/>
                <a:gd name="csX1" fmla="*/ 984 w 17860"/>
                <a:gd name="csY1" fmla="*/ 74932 h 76999"/>
                <a:gd name="csX2" fmla="*/ 13387 w 17860"/>
                <a:gd name="csY2" fmla="*/ 38500 h 76999"/>
                <a:gd name="csX3" fmla="*/ 1466 w 17860"/>
                <a:gd name="csY3" fmla="*/ 2558 h 76999"/>
                <a:gd name="csX4" fmla="*/ 0 w 17860"/>
                <a:gd name="csY4" fmla="*/ 752 h 76999"/>
                <a:gd name="csX5" fmla="*/ 760 w 17860"/>
                <a:gd name="csY5" fmla="*/ 0 h 76999"/>
                <a:gd name="csX6" fmla="*/ 3125 w 17860"/>
                <a:gd name="csY6" fmla="*/ 1542 h 76999"/>
                <a:gd name="csX7" fmla="*/ 7823 w 17860"/>
                <a:gd name="csY7" fmla="*/ 6618 h 76999"/>
                <a:gd name="csX8" fmla="*/ 12788 w 17860"/>
                <a:gd name="csY8" fmla="*/ 14476 h 76999"/>
                <a:gd name="csX9" fmla="*/ 17860 w 17860"/>
                <a:gd name="csY9" fmla="*/ 38500 h 76999"/>
                <a:gd name="csX10" fmla="*/ 13013 w 17860"/>
                <a:gd name="csY10" fmla="*/ 61999 h 76999"/>
                <a:gd name="csX11" fmla="*/ 8047 w 17860"/>
                <a:gd name="csY11" fmla="*/ 70083 h 76999"/>
                <a:gd name="csX12" fmla="*/ 3242 w 17860"/>
                <a:gd name="csY12" fmla="*/ 75383 h 76999"/>
                <a:gd name="csX13" fmla="*/ 760 w 17860"/>
                <a:gd name="csY13" fmla="*/ 77000 h 76999"/>
                <a:gd name="csX14" fmla="*/ 0 w 17860"/>
                <a:gd name="csY14" fmla="*/ 76249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60" h="76999">
                  <a:moveTo>
                    <a:pt x="0" y="76249"/>
                  </a:moveTo>
                  <a:cubicBezTo>
                    <a:pt x="0" y="75998"/>
                    <a:pt x="328" y="75559"/>
                    <a:pt x="984" y="74932"/>
                  </a:cubicBezTo>
                  <a:cubicBezTo>
                    <a:pt x="9253" y="66511"/>
                    <a:pt x="13387" y="54366"/>
                    <a:pt x="13387" y="38500"/>
                  </a:cubicBezTo>
                  <a:cubicBezTo>
                    <a:pt x="13387" y="22584"/>
                    <a:pt x="9414" y="10603"/>
                    <a:pt x="1466" y="2558"/>
                  </a:cubicBezTo>
                  <a:cubicBezTo>
                    <a:pt x="489" y="1630"/>
                    <a:pt x="0" y="1028"/>
                    <a:pt x="0" y="752"/>
                  </a:cubicBezTo>
                  <a:cubicBezTo>
                    <a:pt x="0" y="251"/>
                    <a:pt x="253" y="0"/>
                    <a:pt x="760" y="0"/>
                  </a:cubicBezTo>
                  <a:cubicBezTo>
                    <a:pt x="1109" y="0"/>
                    <a:pt x="1898" y="514"/>
                    <a:pt x="3125" y="1542"/>
                  </a:cubicBezTo>
                  <a:cubicBezTo>
                    <a:pt x="4380" y="2569"/>
                    <a:pt x="5946" y="4261"/>
                    <a:pt x="7823" y="6618"/>
                  </a:cubicBezTo>
                  <a:cubicBezTo>
                    <a:pt x="9727" y="8974"/>
                    <a:pt x="11383" y="11593"/>
                    <a:pt x="12788" y="14476"/>
                  </a:cubicBezTo>
                  <a:cubicBezTo>
                    <a:pt x="16170" y="21469"/>
                    <a:pt x="17860" y="29477"/>
                    <a:pt x="17860" y="38500"/>
                  </a:cubicBezTo>
                  <a:cubicBezTo>
                    <a:pt x="17860" y="47173"/>
                    <a:pt x="16244" y="55006"/>
                    <a:pt x="13013" y="61999"/>
                  </a:cubicBezTo>
                  <a:cubicBezTo>
                    <a:pt x="11636" y="64932"/>
                    <a:pt x="9981" y="67626"/>
                    <a:pt x="8047" y="70083"/>
                  </a:cubicBezTo>
                  <a:cubicBezTo>
                    <a:pt x="6121" y="72539"/>
                    <a:pt x="4519" y="74306"/>
                    <a:pt x="3242" y="75383"/>
                  </a:cubicBezTo>
                  <a:cubicBezTo>
                    <a:pt x="1958" y="76461"/>
                    <a:pt x="1131" y="77000"/>
                    <a:pt x="760" y="77000"/>
                  </a:cubicBezTo>
                  <a:cubicBezTo>
                    <a:pt x="253" y="77000"/>
                    <a:pt x="0" y="76750"/>
                    <a:pt x="0" y="76249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3" name="Freeform 3272">
              <a:extLst>
                <a:ext uri="{FF2B5EF4-FFF2-40B4-BE49-F238E27FC236}">
                  <a16:creationId xmlns:a16="http://schemas.microsoft.com/office/drawing/2014/main" id="{CF8BC5E8-1D95-A544-E48F-A0135B26F139}"/>
                </a:ext>
              </a:extLst>
            </p:cNvPr>
            <p:cNvSpPr/>
            <p:nvPr/>
          </p:nvSpPr>
          <p:spPr>
            <a:xfrm>
              <a:off x="5615967" y="3350564"/>
              <a:ext cx="17860" cy="76999"/>
            </a:xfrm>
            <a:custGeom>
              <a:avLst/>
              <a:gdLst>
                <a:gd name="csX0" fmla="*/ 0 w 17860"/>
                <a:gd name="csY0" fmla="*/ 76249 h 76999"/>
                <a:gd name="csX1" fmla="*/ 984 w 17860"/>
                <a:gd name="csY1" fmla="*/ 74932 h 76999"/>
                <a:gd name="csX2" fmla="*/ 13387 w 17860"/>
                <a:gd name="csY2" fmla="*/ 38500 h 76999"/>
                <a:gd name="csX3" fmla="*/ 1466 w 17860"/>
                <a:gd name="csY3" fmla="*/ 2558 h 76999"/>
                <a:gd name="csX4" fmla="*/ 0 w 17860"/>
                <a:gd name="csY4" fmla="*/ 752 h 76999"/>
                <a:gd name="csX5" fmla="*/ 760 w 17860"/>
                <a:gd name="csY5" fmla="*/ 0 h 76999"/>
                <a:gd name="csX6" fmla="*/ 3125 w 17860"/>
                <a:gd name="csY6" fmla="*/ 1542 h 76999"/>
                <a:gd name="csX7" fmla="*/ 7823 w 17860"/>
                <a:gd name="csY7" fmla="*/ 6618 h 76999"/>
                <a:gd name="csX8" fmla="*/ 12788 w 17860"/>
                <a:gd name="csY8" fmla="*/ 14476 h 76999"/>
                <a:gd name="csX9" fmla="*/ 17860 w 17860"/>
                <a:gd name="csY9" fmla="*/ 38500 h 76999"/>
                <a:gd name="csX10" fmla="*/ 13013 w 17860"/>
                <a:gd name="csY10" fmla="*/ 61999 h 76999"/>
                <a:gd name="csX11" fmla="*/ 8047 w 17860"/>
                <a:gd name="csY11" fmla="*/ 70083 h 76999"/>
                <a:gd name="csX12" fmla="*/ 3242 w 17860"/>
                <a:gd name="csY12" fmla="*/ 75383 h 76999"/>
                <a:gd name="csX13" fmla="*/ 760 w 17860"/>
                <a:gd name="csY13" fmla="*/ 77000 h 76999"/>
                <a:gd name="csX14" fmla="*/ 0 w 17860"/>
                <a:gd name="csY14" fmla="*/ 76249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60" h="76999">
                  <a:moveTo>
                    <a:pt x="0" y="76249"/>
                  </a:moveTo>
                  <a:cubicBezTo>
                    <a:pt x="0" y="75998"/>
                    <a:pt x="328" y="75559"/>
                    <a:pt x="984" y="74932"/>
                  </a:cubicBezTo>
                  <a:cubicBezTo>
                    <a:pt x="9253" y="66511"/>
                    <a:pt x="13387" y="54366"/>
                    <a:pt x="13387" y="38500"/>
                  </a:cubicBezTo>
                  <a:cubicBezTo>
                    <a:pt x="13387" y="22584"/>
                    <a:pt x="9414" y="10603"/>
                    <a:pt x="1466" y="2558"/>
                  </a:cubicBezTo>
                  <a:cubicBezTo>
                    <a:pt x="489" y="1630"/>
                    <a:pt x="0" y="1028"/>
                    <a:pt x="0" y="752"/>
                  </a:cubicBezTo>
                  <a:cubicBezTo>
                    <a:pt x="0" y="251"/>
                    <a:pt x="253" y="0"/>
                    <a:pt x="760" y="0"/>
                  </a:cubicBezTo>
                  <a:cubicBezTo>
                    <a:pt x="1109" y="0"/>
                    <a:pt x="1898" y="514"/>
                    <a:pt x="3125" y="1542"/>
                  </a:cubicBezTo>
                  <a:cubicBezTo>
                    <a:pt x="4380" y="2569"/>
                    <a:pt x="5946" y="4261"/>
                    <a:pt x="7823" y="6618"/>
                  </a:cubicBezTo>
                  <a:cubicBezTo>
                    <a:pt x="9727" y="8974"/>
                    <a:pt x="11383" y="11593"/>
                    <a:pt x="12788" y="14476"/>
                  </a:cubicBezTo>
                  <a:cubicBezTo>
                    <a:pt x="16170" y="21469"/>
                    <a:pt x="17860" y="29477"/>
                    <a:pt x="17860" y="38500"/>
                  </a:cubicBezTo>
                  <a:cubicBezTo>
                    <a:pt x="17860" y="47173"/>
                    <a:pt x="16244" y="55006"/>
                    <a:pt x="13013" y="61999"/>
                  </a:cubicBezTo>
                  <a:cubicBezTo>
                    <a:pt x="11636" y="64932"/>
                    <a:pt x="9981" y="67626"/>
                    <a:pt x="8047" y="70083"/>
                  </a:cubicBezTo>
                  <a:cubicBezTo>
                    <a:pt x="6121" y="72539"/>
                    <a:pt x="4519" y="74306"/>
                    <a:pt x="3242" y="75383"/>
                  </a:cubicBezTo>
                  <a:cubicBezTo>
                    <a:pt x="1958" y="76461"/>
                    <a:pt x="1131" y="77000"/>
                    <a:pt x="760" y="77000"/>
                  </a:cubicBezTo>
                  <a:cubicBezTo>
                    <a:pt x="253" y="77000"/>
                    <a:pt x="0" y="76750"/>
                    <a:pt x="0" y="76249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4" name="Freeform 3273">
              <a:extLst>
                <a:ext uri="{FF2B5EF4-FFF2-40B4-BE49-F238E27FC236}">
                  <a16:creationId xmlns:a16="http://schemas.microsoft.com/office/drawing/2014/main" id="{A23FAD74-54F1-74BC-8458-A8FDDE693537}"/>
                </a:ext>
              </a:extLst>
            </p:cNvPr>
            <p:cNvSpPr/>
            <p:nvPr/>
          </p:nvSpPr>
          <p:spPr>
            <a:xfrm>
              <a:off x="5641864" y="3347226"/>
              <a:ext cx="35892" cy="2158"/>
            </a:xfrm>
            <a:custGeom>
              <a:avLst/>
              <a:gdLst>
                <a:gd name="csX0" fmla="*/ 35582 w 35892"/>
                <a:gd name="csY0" fmla="*/ 316 h 2158"/>
                <a:gd name="csX1" fmla="*/ 35892 w 35892"/>
                <a:gd name="csY1" fmla="*/ 1079 h 2158"/>
                <a:gd name="csX2" fmla="*/ 35582 w 35892"/>
                <a:gd name="csY2" fmla="*/ 1842 h 2158"/>
                <a:gd name="csX3" fmla="*/ 34822 w 35892"/>
                <a:gd name="csY3" fmla="*/ 2158 h 2158"/>
                <a:gd name="csX4" fmla="*/ 1081 w 35892"/>
                <a:gd name="csY4" fmla="*/ 2158 h 2158"/>
                <a:gd name="csX5" fmla="*/ 310 w 35892"/>
                <a:gd name="csY5" fmla="*/ 1842 h 2158"/>
                <a:gd name="csX6" fmla="*/ 0 w 35892"/>
                <a:gd name="csY6" fmla="*/ 1079 h 2158"/>
                <a:gd name="csX7" fmla="*/ 310 w 35892"/>
                <a:gd name="csY7" fmla="*/ 316 h 2158"/>
                <a:gd name="csX8" fmla="*/ 1081 w 35892"/>
                <a:gd name="csY8" fmla="*/ 0 h 2158"/>
                <a:gd name="csX9" fmla="*/ 34822 w 35892"/>
                <a:gd name="csY9" fmla="*/ 0 h 2158"/>
                <a:gd name="csX10" fmla="*/ 35582 w 35892"/>
                <a:gd name="csY10" fmla="*/ 316 h 21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5892" h="2158">
                  <a:moveTo>
                    <a:pt x="35582" y="316"/>
                  </a:moveTo>
                  <a:cubicBezTo>
                    <a:pt x="35789" y="526"/>
                    <a:pt x="35892" y="780"/>
                    <a:pt x="35892" y="1079"/>
                  </a:cubicBezTo>
                  <a:cubicBezTo>
                    <a:pt x="35892" y="1377"/>
                    <a:pt x="35789" y="1631"/>
                    <a:pt x="35582" y="1842"/>
                  </a:cubicBezTo>
                  <a:cubicBezTo>
                    <a:pt x="35368" y="2053"/>
                    <a:pt x="35114" y="2158"/>
                    <a:pt x="34822" y="2158"/>
                  </a:cubicBezTo>
                  <a:lnTo>
                    <a:pt x="1081" y="2158"/>
                  </a:lnTo>
                  <a:cubicBezTo>
                    <a:pt x="781" y="2158"/>
                    <a:pt x="524" y="2053"/>
                    <a:pt x="310" y="1842"/>
                  </a:cubicBezTo>
                  <a:cubicBezTo>
                    <a:pt x="103" y="1631"/>
                    <a:pt x="0" y="1377"/>
                    <a:pt x="0" y="1079"/>
                  </a:cubicBezTo>
                  <a:cubicBezTo>
                    <a:pt x="0" y="780"/>
                    <a:pt x="103" y="526"/>
                    <a:pt x="310" y="316"/>
                  </a:cubicBezTo>
                  <a:cubicBezTo>
                    <a:pt x="524" y="105"/>
                    <a:pt x="781" y="0"/>
                    <a:pt x="1081" y="0"/>
                  </a:cubicBezTo>
                  <a:lnTo>
                    <a:pt x="34822" y="0"/>
                  </a:lnTo>
                  <a:cubicBezTo>
                    <a:pt x="35114" y="0"/>
                    <a:pt x="35368" y="105"/>
                    <a:pt x="35582" y="31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5" name="Freeform 3274">
              <a:extLst>
                <a:ext uri="{FF2B5EF4-FFF2-40B4-BE49-F238E27FC236}">
                  <a16:creationId xmlns:a16="http://schemas.microsoft.com/office/drawing/2014/main" id="{3F6C228C-C40B-8142-F821-54E62228E432}"/>
                </a:ext>
              </a:extLst>
            </p:cNvPr>
            <p:cNvSpPr/>
            <p:nvPr/>
          </p:nvSpPr>
          <p:spPr>
            <a:xfrm>
              <a:off x="5683385" y="3325881"/>
              <a:ext cx="17796" cy="35898"/>
            </a:xfrm>
            <a:custGeom>
              <a:avLst/>
              <a:gdLst>
                <a:gd name="csX0" fmla="*/ 0 w 17796"/>
                <a:gd name="csY0" fmla="*/ 5132 h 35898"/>
                <a:gd name="csX1" fmla="*/ 0 w 17796"/>
                <a:gd name="csY1" fmla="*/ 3448 h 35898"/>
                <a:gd name="csX2" fmla="*/ 9824 w 17796"/>
                <a:gd name="csY2" fmla="*/ 0 h 35898"/>
                <a:gd name="csX3" fmla="*/ 10894 w 17796"/>
                <a:gd name="csY3" fmla="*/ 211 h 35898"/>
                <a:gd name="csX4" fmla="*/ 11054 w 17796"/>
                <a:gd name="csY4" fmla="*/ 1395 h 35898"/>
                <a:gd name="csX5" fmla="*/ 11054 w 17796"/>
                <a:gd name="csY5" fmla="*/ 31635 h 35898"/>
                <a:gd name="csX6" fmla="*/ 11846 w 17796"/>
                <a:gd name="csY6" fmla="*/ 33740 h 35898"/>
                <a:gd name="csX7" fmla="*/ 16084 w 17796"/>
                <a:gd name="csY7" fmla="*/ 34241 h 35898"/>
                <a:gd name="csX8" fmla="*/ 17796 w 17796"/>
                <a:gd name="csY8" fmla="*/ 34241 h 35898"/>
                <a:gd name="csX9" fmla="*/ 17796 w 17796"/>
                <a:gd name="csY9" fmla="*/ 35899 h 35898"/>
                <a:gd name="csX10" fmla="*/ 9053 w 17796"/>
                <a:gd name="csY10" fmla="*/ 35741 h 35898"/>
                <a:gd name="csX11" fmla="*/ 342 w 17796"/>
                <a:gd name="csY11" fmla="*/ 35899 h 35898"/>
                <a:gd name="csX12" fmla="*/ 342 w 17796"/>
                <a:gd name="csY12" fmla="*/ 34241 h 35898"/>
                <a:gd name="csX13" fmla="*/ 2055 w 17796"/>
                <a:gd name="csY13" fmla="*/ 34241 h 35898"/>
                <a:gd name="csX14" fmla="*/ 6271 w 17796"/>
                <a:gd name="csY14" fmla="*/ 33767 h 35898"/>
                <a:gd name="csX15" fmla="*/ 7084 w 17796"/>
                <a:gd name="csY15" fmla="*/ 31635 h 35898"/>
                <a:gd name="csX16" fmla="*/ 7084 w 17796"/>
                <a:gd name="csY16" fmla="*/ 3711 h 35898"/>
                <a:gd name="csX17" fmla="*/ 0 w 17796"/>
                <a:gd name="csY17" fmla="*/ 5132 h 35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7796" h="35898">
                  <a:moveTo>
                    <a:pt x="0" y="5132"/>
                  </a:moveTo>
                  <a:lnTo>
                    <a:pt x="0" y="3448"/>
                  </a:lnTo>
                  <a:cubicBezTo>
                    <a:pt x="4316" y="3448"/>
                    <a:pt x="7591" y="2299"/>
                    <a:pt x="9824" y="0"/>
                  </a:cubicBezTo>
                  <a:cubicBezTo>
                    <a:pt x="10437" y="0"/>
                    <a:pt x="10794" y="70"/>
                    <a:pt x="10894" y="211"/>
                  </a:cubicBezTo>
                  <a:cubicBezTo>
                    <a:pt x="11001" y="351"/>
                    <a:pt x="11054" y="746"/>
                    <a:pt x="11054" y="1395"/>
                  </a:cubicBezTo>
                  <a:lnTo>
                    <a:pt x="11054" y="31635"/>
                  </a:lnTo>
                  <a:cubicBezTo>
                    <a:pt x="11054" y="32705"/>
                    <a:pt x="11318" y="33407"/>
                    <a:pt x="11846" y="33740"/>
                  </a:cubicBezTo>
                  <a:cubicBezTo>
                    <a:pt x="12374" y="34074"/>
                    <a:pt x="13787" y="34241"/>
                    <a:pt x="16084" y="34241"/>
                  </a:cubicBezTo>
                  <a:lnTo>
                    <a:pt x="17796" y="34241"/>
                  </a:lnTo>
                  <a:lnTo>
                    <a:pt x="17796" y="35899"/>
                  </a:lnTo>
                  <a:cubicBezTo>
                    <a:pt x="16533" y="35794"/>
                    <a:pt x="13619" y="35741"/>
                    <a:pt x="9053" y="35741"/>
                  </a:cubicBezTo>
                  <a:cubicBezTo>
                    <a:pt x="4494" y="35741"/>
                    <a:pt x="1591" y="35794"/>
                    <a:pt x="342" y="35899"/>
                  </a:cubicBezTo>
                  <a:lnTo>
                    <a:pt x="342" y="34241"/>
                  </a:lnTo>
                  <a:lnTo>
                    <a:pt x="2055" y="34241"/>
                  </a:lnTo>
                  <a:cubicBezTo>
                    <a:pt x="4316" y="34241"/>
                    <a:pt x="5722" y="34083"/>
                    <a:pt x="6271" y="33767"/>
                  </a:cubicBezTo>
                  <a:cubicBezTo>
                    <a:pt x="6813" y="33434"/>
                    <a:pt x="7084" y="32723"/>
                    <a:pt x="7084" y="31635"/>
                  </a:cubicBezTo>
                  <a:lnTo>
                    <a:pt x="7084" y="3711"/>
                  </a:lnTo>
                  <a:cubicBezTo>
                    <a:pt x="5208" y="4659"/>
                    <a:pt x="2846" y="5132"/>
                    <a:pt x="0" y="513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06" name="Group 3305">
            <a:extLst>
              <a:ext uri="{FF2B5EF4-FFF2-40B4-BE49-F238E27FC236}">
                <a16:creationId xmlns:a16="http://schemas.microsoft.com/office/drawing/2014/main" id="{74E577AB-2872-65B7-732A-39369BE35B4A}"/>
              </a:ext>
            </a:extLst>
          </p:cNvPr>
          <p:cNvGrpSpPr/>
          <p:nvPr/>
        </p:nvGrpSpPr>
        <p:grpSpPr>
          <a:xfrm>
            <a:off x="4738167" y="3537944"/>
            <a:ext cx="493731" cy="81941"/>
            <a:chOff x="4738167" y="3537944"/>
            <a:chExt cx="493731" cy="81941"/>
          </a:xfrm>
        </p:grpSpPr>
        <p:sp>
          <p:nvSpPr>
            <p:cNvPr id="3276" name="Freeform 3275">
              <a:extLst>
                <a:ext uri="{FF2B5EF4-FFF2-40B4-BE49-F238E27FC236}">
                  <a16:creationId xmlns:a16="http://schemas.microsoft.com/office/drawing/2014/main" id="{EAC24974-ABEC-4A25-3A3D-32526A8F9232}"/>
                </a:ext>
              </a:extLst>
            </p:cNvPr>
            <p:cNvSpPr/>
            <p:nvPr/>
          </p:nvSpPr>
          <p:spPr>
            <a:xfrm>
              <a:off x="4738167" y="3579181"/>
              <a:ext cx="152445" cy="1070"/>
            </a:xfrm>
            <a:custGeom>
              <a:avLst/>
              <a:gdLst>
                <a:gd name="csX0" fmla="*/ 0 w 152445"/>
                <a:gd name="csY0" fmla="*/ 0 h 1070"/>
                <a:gd name="csX1" fmla="*/ 152445 w 152445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2445" h="1070">
                  <a:moveTo>
                    <a:pt x="0" y="0"/>
                  </a:moveTo>
                  <a:lnTo>
                    <a:pt x="152445" y="0"/>
                  </a:lnTo>
                </a:path>
              </a:pathLst>
            </a:custGeom>
            <a:noFill/>
            <a:ln w="19217" cap="rnd">
              <a:solidFill>
                <a:srgbClr val="008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7" name="Freeform 3276">
              <a:extLst>
                <a:ext uri="{FF2B5EF4-FFF2-40B4-BE49-F238E27FC236}">
                  <a16:creationId xmlns:a16="http://schemas.microsoft.com/office/drawing/2014/main" id="{F84C28F1-1CB3-303B-E164-07676954F09A}"/>
                </a:ext>
              </a:extLst>
            </p:cNvPr>
            <p:cNvSpPr/>
            <p:nvPr/>
          </p:nvSpPr>
          <p:spPr>
            <a:xfrm>
              <a:off x="4916019" y="3543095"/>
              <a:ext cx="53651" cy="54290"/>
            </a:xfrm>
            <a:custGeom>
              <a:avLst/>
              <a:gdLst>
                <a:gd name="csX0" fmla="*/ 0 w 53651"/>
                <a:gd name="csY0" fmla="*/ 52599 h 54290"/>
                <a:gd name="csX1" fmla="*/ 0 w 53651"/>
                <a:gd name="csY1" fmla="*/ 50231 h 54290"/>
                <a:gd name="csX2" fmla="*/ 1843 w 53651"/>
                <a:gd name="csY2" fmla="*/ 50231 h 54290"/>
                <a:gd name="csX3" fmla="*/ 6956 w 53651"/>
                <a:gd name="csY3" fmla="*/ 49553 h 54290"/>
                <a:gd name="csX4" fmla="*/ 7933 w 53651"/>
                <a:gd name="csY4" fmla="*/ 46584 h 54290"/>
                <a:gd name="csX5" fmla="*/ 7933 w 53651"/>
                <a:gd name="csY5" fmla="*/ 6016 h 54290"/>
                <a:gd name="csX6" fmla="*/ 6956 w 53651"/>
                <a:gd name="csY6" fmla="*/ 3121 h 54290"/>
                <a:gd name="csX7" fmla="*/ 1843 w 53651"/>
                <a:gd name="csY7" fmla="*/ 2407 h 54290"/>
                <a:gd name="csX8" fmla="*/ 0 w 53651"/>
                <a:gd name="csY8" fmla="*/ 2407 h 54290"/>
                <a:gd name="csX9" fmla="*/ 0 w 53651"/>
                <a:gd name="csY9" fmla="*/ 0 h 54290"/>
                <a:gd name="csX10" fmla="*/ 24175 w 53651"/>
                <a:gd name="csY10" fmla="*/ 0 h 54290"/>
                <a:gd name="csX11" fmla="*/ 38388 w 53651"/>
                <a:gd name="csY11" fmla="*/ 4136 h 54290"/>
                <a:gd name="csX12" fmla="*/ 44252 w 53651"/>
                <a:gd name="csY12" fmla="*/ 13873 h 54290"/>
                <a:gd name="csX13" fmla="*/ 40455 w 53651"/>
                <a:gd name="csY13" fmla="*/ 21581 h 54290"/>
                <a:gd name="csX14" fmla="*/ 30793 w 53651"/>
                <a:gd name="csY14" fmla="*/ 26431 h 54290"/>
                <a:gd name="csX15" fmla="*/ 40192 w 53651"/>
                <a:gd name="csY15" fmla="*/ 35342 h 54290"/>
                <a:gd name="csX16" fmla="*/ 41169 w 53651"/>
                <a:gd name="csY16" fmla="*/ 41508 h 54290"/>
                <a:gd name="csX17" fmla="*/ 41658 w 53651"/>
                <a:gd name="csY17" fmla="*/ 44854 h 54290"/>
                <a:gd name="csX18" fmla="*/ 42222 w 53651"/>
                <a:gd name="csY18" fmla="*/ 47523 h 54290"/>
                <a:gd name="csX19" fmla="*/ 42899 w 53651"/>
                <a:gd name="csY19" fmla="*/ 49817 h 54290"/>
                <a:gd name="csX20" fmla="*/ 43801 w 53651"/>
                <a:gd name="csY20" fmla="*/ 51321 h 54290"/>
                <a:gd name="csX21" fmla="*/ 45004 w 53651"/>
                <a:gd name="csY21" fmla="*/ 52336 h 54290"/>
                <a:gd name="csX22" fmla="*/ 46659 w 53651"/>
                <a:gd name="csY22" fmla="*/ 52599 h 54290"/>
                <a:gd name="csX23" fmla="*/ 49930 w 53651"/>
                <a:gd name="csY23" fmla="*/ 51020 h 54290"/>
                <a:gd name="csX24" fmla="*/ 51734 w 53651"/>
                <a:gd name="csY24" fmla="*/ 45757 h 54290"/>
                <a:gd name="csX25" fmla="*/ 52674 w 53651"/>
                <a:gd name="csY25" fmla="*/ 44515 h 54290"/>
                <a:gd name="csX26" fmla="*/ 53652 w 53651"/>
                <a:gd name="csY26" fmla="*/ 45757 h 54290"/>
                <a:gd name="csX27" fmla="*/ 53351 w 53651"/>
                <a:gd name="csY27" fmla="*/ 48125 h 54290"/>
                <a:gd name="csX28" fmla="*/ 52298 w 53651"/>
                <a:gd name="csY28" fmla="*/ 50832 h 54290"/>
                <a:gd name="csX29" fmla="*/ 50005 w 53651"/>
                <a:gd name="csY29" fmla="*/ 53276 h 54290"/>
                <a:gd name="csX30" fmla="*/ 46358 w 53651"/>
                <a:gd name="csY30" fmla="*/ 54291 h 54290"/>
                <a:gd name="csX31" fmla="*/ 36657 w 53651"/>
                <a:gd name="csY31" fmla="*/ 51058 h 54290"/>
                <a:gd name="csX32" fmla="*/ 34401 w 53651"/>
                <a:gd name="csY32" fmla="*/ 47861 h 54290"/>
                <a:gd name="csX33" fmla="*/ 33613 w 53651"/>
                <a:gd name="csY33" fmla="*/ 44629 h 54290"/>
                <a:gd name="csX34" fmla="*/ 33499 w 53651"/>
                <a:gd name="csY34" fmla="*/ 40041 h 54290"/>
                <a:gd name="csX35" fmla="*/ 33010 w 53651"/>
                <a:gd name="csY35" fmla="*/ 33613 h 54290"/>
                <a:gd name="csX36" fmla="*/ 30567 w 53651"/>
                <a:gd name="csY36" fmla="*/ 29740 h 54290"/>
                <a:gd name="csX37" fmla="*/ 23386 w 53651"/>
                <a:gd name="csY37" fmla="*/ 27107 h 54290"/>
                <a:gd name="csX38" fmla="*/ 14551 w 53651"/>
                <a:gd name="csY38" fmla="*/ 27107 h 54290"/>
                <a:gd name="csX39" fmla="*/ 14551 w 53651"/>
                <a:gd name="csY39" fmla="*/ 46584 h 54290"/>
                <a:gd name="csX40" fmla="*/ 15490 w 53651"/>
                <a:gd name="csY40" fmla="*/ 49516 h 54290"/>
                <a:gd name="csX41" fmla="*/ 20642 w 53651"/>
                <a:gd name="csY41" fmla="*/ 50231 h 54290"/>
                <a:gd name="csX42" fmla="*/ 22483 w 53651"/>
                <a:gd name="csY42" fmla="*/ 50231 h 54290"/>
                <a:gd name="csX43" fmla="*/ 22483 w 53651"/>
                <a:gd name="csY43" fmla="*/ 52599 h 54290"/>
                <a:gd name="csX44" fmla="*/ 11242 w 53651"/>
                <a:gd name="csY44" fmla="*/ 52373 h 54290"/>
                <a:gd name="csX45" fmla="*/ 0 w 53651"/>
                <a:gd name="csY45" fmla="*/ 52599 h 54290"/>
                <a:gd name="csX46" fmla="*/ 14551 w 53651"/>
                <a:gd name="csY46" fmla="*/ 25416 h 54290"/>
                <a:gd name="csX47" fmla="*/ 23085 w 53651"/>
                <a:gd name="csY47" fmla="*/ 25416 h 54290"/>
                <a:gd name="csX48" fmla="*/ 29928 w 53651"/>
                <a:gd name="csY48" fmla="*/ 24439 h 54290"/>
                <a:gd name="csX49" fmla="*/ 34026 w 53651"/>
                <a:gd name="csY49" fmla="*/ 21619 h 54290"/>
                <a:gd name="csX50" fmla="*/ 35831 w 53651"/>
                <a:gd name="csY50" fmla="*/ 18009 h 54290"/>
                <a:gd name="csX51" fmla="*/ 36319 w 53651"/>
                <a:gd name="csY51" fmla="*/ 13873 h 54290"/>
                <a:gd name="csX52" fmla="*/ 35718 w 53651"/>
                <a:gd name="csY52" fmla="*/ 9137 h 54290"/>
                <a:gd name="csX53" fmla="*/ 33800 w 53651"/>
                <a:gd name="csY53" fmla="*/ 5903 h 54290"/>
                <a:gd name="csX54" fmla="*/ 31169 w 53651"/>
                <a:gd name="csY54" fmla="*/ 3948 h 54290"/>
                <a:gd name="csX55" fmla="*/ 27822 w 53651"/>
                <a:gd name="csY55" fmla="*/ 2857 h 54290"/>
                <a:gd name="csX56" fmla="*/ 24401 w 53651"/>
                <a:gd name="csY56" fmla="*/ 2482 h 54290"/>
                <a:gd name="csX57" fmla="*/ 20792 w 53651"/>
                <a:gd name="csY57" fmla="*/ 2407 h 54290"/>
                <a:gd name="csX58" fmla="*/ 16242 w 53651"/>
                <a:gd name="csY58" fmla="*/ 2557 h 54290"/>
                <a:gd name="csX59" fmla="*/ 15040 w 53651"/>
                <a:gd name="csY59" fmla="*/ 3046 h 54290"/>
                <a:gd name="csX60" fmla="*/ 14625 w 53651"/>
                <a:gd name="csY60" fmla="*/ 3948 h 54290"/>
                <a:gd name="csX61" fmla="*/ 14551 w 53651"/>
                <a:gd name="csY61" fmla="*/ 5490 h 54290"/>
                <a:gd name="csX62" fmla="*/ 14551 w 53651"/>
                <a:gd name="csY62" fmla="*/ 25416 h 5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3651" h="54290">
                  <a:moveTo>
                    <a:pt x="0" y="52599"/>
                  </a:moveTo>
                  <a:lnTo>
                    <a:pt x="0" y="50231"/>
                  </a:lnTo>
                  <a:lnTo>
                    <a:pt x="1843" y="50231"/>
                  </a:lnTo>
                  <a:cubicBezTo>
                    <a:pt x="4625" y="50231"/>
                    <a:pt x="6329" y="50005"/>
                    <a:pt x="6956" y="49553"/>
                  </a:cubicBezTo>
                  <a:cubicBezTo>
                    <a:pt x="7607" y="49077"/>
                    <a:pt x="7933" y="48088"/>
                    <a:pt x="7933" y="46584"/>
                  </a:cubicBezTo>
                  <a:lnTo>
                    <a:pt x="7933" y="6016"/>
                  </a:lnTo>
                  <a:cubicBezTo>
                    <a:pt x="7933" y="4537"/>
                    <a:pt x="7607" y="3572"/>
                    <a:pt x="6956" y="3121"/>
                  </a:cubicBezTo>
                  <a:cubicBezTo>
                    <a:pt x="6304" y="2645"/>
                    <a:pt x="4599" y="2407"/>
                    <a:pt x="1843" y="2407"/>
                  </a:cubicBezTo>
                  <a:lnTo>
                    <a:pt x="0" y="2407"/>
                  </a:lnTo>
                  <a:lnTo>
                    <a:pt x="0" y="0"/>
                  </a:lnTo>
                  <a:lnTo>
                    <a:pt x="24175" y="0"/>
                  </a:lnTo>
                  <a:cubicBezTo>
                    <a:pt x="29765" y="0"/>
                    <a:pt x="34502" y="1379"/>
                    <a:pt x="38388" y="4136"/>
                  </a:cubicBezTo>
                  <a:cubicBezTo>
                    <a:pt x="42297" y="6868"/>
                    <a:pt x="44252" y="10113"/>
                    <a:pt x="44252" y="13873"/>
                  </a:cubicBezTo>
                  <a:cubicBezTo>
                    <a:pt x="44252" y="16756"/>
                    <a:pt x="42986" y="19325"/>
                    <a:pt x="40455" y="21581"/>
                  </a:cubicBezTo>
                  <a:cubicBezTo>
                    <a:pt x="37923" y="23837"/>
                    <a:pt x="34702" y="25454"/>
                    <a:pt x="30793" y="26431"/>
                  </a:cubicBezTo>
                  <a:cubicBezTo>
                    <a:pt x="35881" y="28185"/>
                    <a:pt x="39014" y="31156"/>
                    <a:pt x="40192" y="35342"/>
                  </a:cubicBezTo>
                  <a:lnTo>
                    <a:pt x="41169" y="41508"/>
                  </a:lnTo>
                  <a:cubicBezTo>
                    <a:pt x="41370" y="42987"/>
                    <a:pt x="41533" y="44102"/>
                    <a:pt x="41658" y="44854"/>
                  </a:cubicBezTo>
                  <a:cubicBezTo>
                    <a:pt x="41808" y="45606"/>
                    <a:pt x="41996" y="46496"/>
                    <a:pt x="42222" y="47523"/>
                  </a:cubicBezTo>
                  <a:cubicBezTo>
                    <a:pt x="42447" y="48551"/>
                    <a:pt x="42673" y="49316"/>
                    <a:pt x="42899" y="49817"/>
                  </a:cubicBezTo>
                  <a:cubicBezTo>
                    <a:pt x="43150" y="50293"/>
                    <a:pt x="43450" y="50795"/>
                    <a:pt x="43801" y="51321"/>
                  </a:cubicBezTo>
                  <a:cubicBezTo>
                    <a:pt x="44152" y="51822"/>
                    <a:pt x="44553" y="52160"/>
                    <a:pt x="45004" y="52336"/>
                  </a:cubicBezTo>
                  <a:cubicBezTo>
                    <a:pt x="45481" y="52511"/>
                    <a:pt x="46032" y="52599"/>
                    <a:pt x="46659" y="52599"/>
                  </a:cubicBezTo>
                  <a:cubicBezTo>
                    <a:pt x="47836" y="52599"/>
                    <a:pt x="48927" y="52073"/>
                    <a:pt x="49930" y="51020"/>
                  </a:cubicBezTo>
                  <a:cubicBezTo>
                    <a:pt x="50932" y="49967"/>
                    <a:pt x="51534" y="48213"/>
                    <a:pt x="51734" y="45757"/>
                  </a:cubicBezTo>
                  <a:cubicBezTo>
                    <a:pt x="51835" y="44929"/>
                    <a:pt x="52148" y="44515"/>
                    <a:pt x="52674" y="44515"/>
                  </a:cubicBezTo>
                  <a:cubicBezTo>
                    <a:pt x="53326" y="44515"/>
                    <a:pt x="53652" y="44929"/>
                    <a:pt x="53652" y="45757"/>
                  </a:cubicBezTo>
                  <a:cubicBezTo>
                    <a:pt x="53652" y="46484"/>
                    <a:pt x="53552" y="47273"/>
                    <a:pt x="53351" y="48125"/>
                  </a:cubicBezTo>
                  <a:cubicBezTo>
                    <a:pt x="53151" y="48952"/>
                    <a:pt x="52800" y="49855"/>
                    <a:pt x="52298" y="50832"/>
                  </a:cubicBezTo>
                  <a:cubicBezTo>
                    <a:pt x="51822" y="51810"/>
                    <a:pt x="51058" y="52624"/>
                    <a:pt x="50005" y="53276"/>
                  </a:cubicBezTo>
                  <a:cubicBezTo>
                    <a:pt x="48952" y="53953"/>
                    <a:pt x="47736" y="54291"/>
                    <a:pt x="46358" y="54291"/>
                  </a:cubicBezTo>
                  <a:cubicBezTo>
                    <a:pt x="42348" y="54291"/>
                    <a:pt x="39114" y="53213"/>
                    <a:pt x="36657" y="51058"/>
                  </a:cubicBezTo>
                  <a:cubicBezTo>
                    <a:pt x="35630" y="50130"/>
                    <a:pt x="34878" y="49065"/>
                    <a:pt x="34401" y="47861"/>
                  </a:cubicBezTo>
                  <a:cubicBezTo>
                    <a:pt x="33951" y="46659"/>
                    <a:pt x="33688" y="45581"/>
                    <a:pt x="33613" y="44629"/>
                  </a:cubicBezTo>
                  <a:cubicBezTo>
                    <a:pt x="33537" y="43676"/>
                    <a:pt x="33499" y="42147"/>
                    <a:pt x="33499" y="40041"/>
                  </a:cubicBezTo>
                  <a:cubicBezTo>
                    <a:pt x="33499" y="37059"/>
                    <a:pt x="33336" y="34916"/>
                    <a:pt x="33010" y="33613"/>
                  </a:cubicBezTo>
                  <a:cubicBezTo>
                    <a:pt x="32710" y="32309"/>
                    <a:pt x="31896" y="31018"/>
                    <a:pt x="30567" y="29740"/>
                  </a:cubicBezTo>
                  <a:cubicBezTo>
                    <a:pt x="28762" y="27985"/>
                    <a:pt x="26368" y="27107"/>
                    <a:pt x="23386" y="27107"/>
                  </a:cubicBezTo>
                  <a:lnTo>
                    <a:pt x="14551" y="27107"/>
                  </a:lnTo>
                  <a:lnTo>
                    <a:pt x="14551" y="46584"/>
                  </a:lnTo>
                  <a:cubicBezTo>
                    <a:pt x="14551" y="48063"/>
                    <a:pt x="14864" y="49040"/>
                    <a:pt x="15490" y="49516"/>
                  </a:cubicBezTo>
                  <a:cubicBezTo>
                    <a:pt x="16142" y="49992"/>
                    <a:pt x="17859" y="50231"/>
                    <a:pt x="20642" y="50231"/>
                  </a:cubicBezTo>
                  <a:lnTo>
                    <a:pt x="22483" y="50231"/>
                  </a:lnTo>
                  <a:lnTo>
                    <a:pt x="22483" y="52599"/>
                  </a:lnTo>
                  <a:cubicBezTo>
                    <a:pt x="20628" y="52448"/>
                    <a:pt x="16881" y="52373"/>
                    <a:pt x="11242" y="52373"/>
                  </a:cubicBezTo>
                  <a:cubicBezTo>
                    <a:pt x="5602" y="52373"/>
                    <a:pt x="1855" y="52448"/>
                    <a:pt x="0" y="52599"/>
                  </a:cubicBezTo>
                  <a:moveTo>
                    <a:pt x="14551" y="25416"/>
                  </a:moveTo>
                  <a:lnTo>
                    <a:pt x="23085" y="25416"/>
                  </a:lnTo>
                  <a:cubicBezTo>
                    <a:pt x="25817" y="25416"/>
                    <a:pt x="28098" y="25090"/>
                    <a:pt x="29928" y="24439"/>
                  </a:cubicBezTo>
                  <a:cubicBezTo>
                    <a:pt x="31782" y="23761"/>
                    <a:pt x="33148" y="22822"/>
                    <a:pt x="34026" y="21619"/>
                  </a:cubicBezTo>
                  <a:cubicBezTo>
                    <a:pt x="34903" y="20416"/>
                    <a:pt x="35505" y="19213"/>
                    <a:pt x="35831" y="18009"/>
                  </a:cubicBezTo>
                  <a:cubicBezTo>
                    <a:pt x="36156" y="16781"/>
                    <a:pt x="36319" y="15403"/>
                    <a:pt x="36319" y="13873"/>
                  </a:cubicBezTo>
                  <a:cubicBezTo>
                    <a:pt x="36319" y="12069"/>
                    <a:pt x="36119" y="10490"/>
                    <a:pt x="35718" y="9137"/>
                  </a:cubicBezTo>
                  <a:cubicBezTo>
                    <a:pt x="35317" y="7783"/>
                    <a:pt x="34677" y="6705"/>
                    <a:pt x="33800" y="5903"/>
                  </a:cubicBezTo>
                  <a:cubicBezTo>
                    <a:pt x="32923" y="5101"/>
                    <a:pt x="32046" y="4449"/>
                    <a:pt x="31169" y="3948"/>
                  </a:cubicBezTo>
                  <a:cubicBezTo>
                    <a:pt x="30291" y="3421"/>
                    <a:pt x="29176" y="3058"/>
                    <a:pt x="27822" y="2857"/>
                  </a:cubicBezTo>
                  <a:cubicBezTo>
                    <a:pt x="26469" y="2657"/>
                    <a:pt x="25328" y="2532"/>
                    <a:pt x="24401" y="2482"/>
                  </a:cubicBezTo>
                  <a:cubicBezTo>
                    <a:pt x="23474" y="2432"/>
                    <a:pt x="22270" y="2407"/>
                    <a:pt x="20792" y="2407"/>
                  </a:cubicBezTo>
                  <a:cubicBezTo>
                    <a:pt x="18285" y="2407"/>
                    <a:pt x="16769" y="2457"/>
                    <a:pt x="16242" y="2557"/>
                  </a:cubicBezTo>
                  <a:cubicBezTo>
                    <a:pt x="15666" y="2606"/>
                    <a:pt x="15265" y="2770"/>
                    <a:pt x="15040" y="3046"/>
                  </a:cubicBezTo>
                  <a:cubicBezTo>
                    <a:pt x="14813" y="3321"/>
                    <a:pt x="14675" y="3622"/>
                    <a:pt x="14625" y="3948"/>
                  </a:cubicBezTo>
                  <a:cubicBezTo>
                    <a:pt x="14575" y="4249"/>
                    <a:pt x="14551" y="4763"/>
                    <a:pt x="14551" y="5490"/>
                  </a:cubicBezTo>
                  <a:lnTo>
                    <a:pt x="14551" y="2541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8" name="Freeform 3277">
              <a:extLst>
                <a:ext uri="{FF2B5EF4-FFF2-40B4-BE49-F238E27FC236}">
                  <a16:creationId xmlns:a16="http://schemas.microsoft.com/office/drawing/2014/main" id="{D39A3F88-EFB8-933F-1053-D1A3BAD2545C}"/>
                </a:ext>
              </a:extLst>
            </p:cNvPr>
            <p:cNvSpPr/>
            <p:nvPr/>
          </p:nvSpPr>
          <p:spPr>
            <a:xfrm>
              <a:off x="4972433" y="3561179"/>
              <a:ext cx="29814" cy="35379"/>
            </a:xfrm>
            <a:custGeom>
              <a:avLst/>
              <a:gdLst>
                <a:gd name="csX0" fmla="*/ 0 w 29814"/>
                <a:gd name="csY0" fmla="*/ 17559 h 35379"/>
                <a:gd name="csX1" fmla="*/ 4663 w 29814"/>
                <a:gd name="csY1" fmla="*/ 5152 h 35379"/>
                <a:gd name="csX2" fmla="*/ 16017 w 29814"/>
                <a:gd name="csY2" fmla="*/ 0 h 35379"/>
                <a:gd name="csX3" fmla="*/ 26281 w 29814"/>
                <a:gd name="csY3" fmla="*/ 4399 h 35379"/>
                <a:gd name="csX4" fmla="*/ 29815 w 29814"/>
                <a:gd name="csY4" fmla="*/ 15114 h 35379"/>
                <a:gd name="csX5" fmla="*/ 29514 w 29814"/>
                <a:gd name="csY5" fmla="*/ 16506 h 35379"/>
                <a:gd name="csX6" fmla="*/ 27897 w 29814"/>
                <a:gd name="csY6" fmla="*/ 16731 h 35379"/>
                <a:gd name="csX7" fmla="*/ 6392 w 29814"/>
                <a:gd name="csY7" fmla="*/ 16731 h 35379"/>
                <a:gd name="csX8" fmla="*/ 8723 w 29814"/>
                <a:gd name="csY8" fmla="*/ 28274 h 35379"/>
                <a:gd name="csX9" fmla="*/ 17408 w 29814"/>
                <a:gd name="csY9" fmla="*/ 33424 h 35379"/>
                <a:gd name="csX10" fmla="*/ 19062 w 29814"/>
                <a:gd name="csY10" fmla="*/ 33275 h 35379"/>
                <a:gd name="csX11" fmla="*/ 21807 w 29814"/>
                <a:gd name="csY11" fmla="*/ 32485 h 35379"/>
                <a:gd name="csX12" fmla="*/ 25266 w 29814"/>
                <a:gd name="csY12" fmla="*/ 30041 h 35379"/>
                <a:gd name="csX13" fmla="*/ 27822 w 29814"/>
                <a:gd name="csY13" fmla="*/ 25491 h 35379"/>
                <a:gd name="csX14" fmla="*/ 28800 w 29814"/>
                <a:gd name="csY14" fmla="*/ 24439 h 35379"/>
                <a:gd name="csX15" fmla="*/ 29815 w 29814"/>
                <a:gd name="csY15" fmla="*/ 25342 h 35379"/>
                <a:gd name="csX16" fmla="*/ 29064 w 29814"/>
                <a:gd name="csY16" fmla="*/ 27559 h 35379"/>
                <a:gd name="csX17" fmla="*/ 26958 w 29814"/>
                <a:gd name="csY17" fmla="*/ 30868 h 35379"/>
                <a:gd name="csX18" fmla="*/ 22859 w 29814"/>
                <a:gd name="csY18" fmla="*/ 34026 h 35379"/>
                <a:gd name="csX19" fmla="*/ 16956 w 29814"/>
                <a:gd name="csY19" fmla="*/ 35379 h 35379"/>
                <a:gd name="csX20" fmla="*/ 5076 w 29814"/>
                <a:gd name="csY20" fmla="*/ 30266 h 35379"/>
                <a:gd name="csX21" fmla="*/ 0 w 29814"/>
                <a:gd name="csY21" fmla="*/ 17559 h 35379"/>
                <a:gd name="csX22" fmla="*/ 6467 w 29814"/>
                <a:gd name="csY22" fmla="*/ 15114 h 35379"/>
                <a:gd name="csX23" fmla="*/ 24739 w 29814"/>
                <a:gd name="csY23" fmla="*/ 15114 h 35379"/>
                <a:gd name="csX24" fmla="*/ 24439 w 29814"/>
                <a:gd name="csY24" fmla="*/ 11693 h 35379"/>
                <a:gd name="csX25" fmla="*/ 23348 w 29814"/>
                <a:gd name="csY25" fmla="*/ 7407 h 35379"/>
                <a:gd name="csX26" fmla="*/ 20679 w 29814"/>
                <a:gd name="csY26" fmla="*/ 3309 h 35379"/>
                <a:gd name="csX27" fmla="*/ 16017 w 29814"/>
                <a:gd name="csY27" fmla="*/ 1730 h 35379"/>
                <a:gd name="csX28" fmla="*/ 13423 w 29814"/>
                <a:gd name="csY28" fmla="*/ 2256 h 35379"/>
                <a:gd name="csX29" fmla="*/ 10489 w 29814"/>
                <a:gd name="csY29" fmla="*/ 4061 h 35379"/>
                <a:gd name="csX30" fmla="*/ 7746 w 29814"/>
                <a:gd name="csY30" fmla="*/ 8235 h 35379"/>
                <a:gd name="csX31" fmla="*/ 6467 w 29814"/>
                <a:gd name="csY31" fmla="*/ 15114 h 35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29814" h="35379">
                  <a:moveTo>
                    <a:pt x="0" y="17559"/>
                  </a:moveTo>
                  <a:cubicBezTo>
                    <a:pt x="0" y="12721"/>
                    <a:pt x="1554" y="8585"/>
                    <a:pt x="4663" y="5152"/>
                  </a:cubicBezTo>
                  <a:cubicBezTo>
                    <a:pt x="7770" y="1717"/>
                    <a:pt x="11555" y="0"/>
                    <a:pt x="16017" y="0"/>
                  </a:cubicBezTo>
                  <a:cubicBezTo>
                    <a:pt x="20528" y="0"/>
                    <a:pt x="23950" y="1466"/>
                    <a:pt x="26281" y="4399"/>
                  </a:cubicBezTo>
                  <a:cubicBezTo>
                    <a:pt x="28637" y="7332"/>
                    <a:pt x="29815" y="10904"/>
                    <a:pt x="29815" y="15114"/>
                  </a:cubicBezTo>
                  <a:cubicBezTo>
                    <a:pt x="29815" y="15891"/>
                    <a:pt x="29715" y="16355"/>
                    <a:pt x="29514" y="16506"/>
                  </a:cubicBezTo>
                  <a:cubicBezTo>
                    <a:pt x="29314" y="16656"/>
                    <a:pt x="28775" y="16731"/>
                    <a:pt x="27897" y="16731"/>
                  </a:cubicBezTo>
                  <a:lnTo>
                    <a:pt x="6392" y="16731"/>
                  </a:lnTo>
                  <a:cubicBezTo>
                    <a:pt x="6392" y="21970"/>
                    <a:pt x="7169" y="25818"/>
                    <a:pt x="8723" y="28274"/>
                  </a:cubicBezTo>
                  <a:cubicBezTo>
                    <a:pt x="10879" y="31708"/>
                    <a:pt x="13774" y="33424"/>
                    <a:pt x="17408" y="33424"/>
                  </a:cubicBezTo>
                  <a:cubicBezTo>
                    <a:pt x="17909" y="33424"/>
                    <a:pt x="18461" y="33374"/>
                    <a:pt x="19062" y="33275"/>
                  </a:cubicBezTo>
                  <a:cubicBezTo>
                    <a:pt x="19664" y="33174"/>
                    <a:pt x="20579" y="32911"/>
                    <a:pt x="21807" y="32485"/>
                  </a:cubicBezTo>
                  <a:cubicBezTo>
                    <a:pt x="23035" y="32033"/>
                    <a:pt x="24188" y="31218"/>
                    <a:pt x="25266" y="30041"/>
                  </a:cubicBezTo>
                  <a:cubicBezTo>
                    <a:pt x="26344" y="28863"/>
                    <a:pt x="27196" y="27346"/>
                    <a:pt x="27822" y="25491"/>
                  </a:cubicBezTo>
                  <a:cubicBezTo>
                    <a:pt x="27973" y="24765"/>
                    <a:pt x="28299" y="24414"/>
                    <a:pt x="28800" y="24439"/>
                  </a:cubicBezTo>
                  <a:cubicBezTo>
                    <a:pt x="29477" y="24439"/>
                    <a:pt x="29815" y="24740"/>
                    <a:pt x="29815" y="25342"/>
                  </a:cubicBezTo>
                  <a:cubicBezTo>
                    <a:pt x="29815" y="25793"/>
                    <a:pt x="29564" y="26532"/>
                    <a:pt x="29064" y="27559"/>
                  </a:cubicBezTo>
                  <a:cubicBezTo>
                    <a:pt x="28587" y="28562"/>
                    <a:pt x="27885" y="29665"/>
                    <a:pt x="26958" y="30868"/>
                  </a:cubicBezTo>
                  <a:cubicBezTo>
                    <a:pt x="26030" y="32071"/>
                    <a:pt x="24664" y="33124"/>
                    <a:pt x="22859" y="34026"/>
                  </a:cubicBezTo>
                  <a:cubicBezTo>
                    <a:pt x="21080" y="34928"/>
                    <a:pt x="19112" y="35379"/>
                    <a:pt x="16956" y="35379"/>
                  </a:cubicBezTo>
                  <a:cubicBezTo>
                    <a:pt x="12445" y="35379"/>
                    <a:pt x="8484" y="33675"/>
                    <a:pt x="5076" y="30266"/>
                  </a:cubicBezTo>
                  <a:cubicBezTo>
                    <a:pt x="1692" y="26833"/>
                    <a:pt x="0" y="22597"/>
                    <a:pt x="0" y="17559"/>
                  </a:cubicBezTo>
                  <a:moveTo>
                    <a:pt x="6467" y="15114"/>
                  </a:moveTo>
                  <a:lnTo>
                    <a:pt x="24739" y="15114"/>
                  </a:lnTo>
                  <a:cubicBezTo>
                    <a:pt x="24739" y="14037"/>
                    <a:pt x="24639" y="12896"/>
                    <a:pt x="24439" y="11693"/>
                  </a:cubicBezTo>
                  <a:cubicBezTo>
                    <a:pt x="24263" y="10490"/>
                    <a:pt x="23900" y="9062"/>
                    <a:pt x="23348" y="7407"/>
                  </a:cubicBezTo>
                  <a:cubicBezTo>
                    <a:pt x="22822" y="5728"/>
                    <a:pt x="21932" y="4362"/>
                    <a:pt x="20679" y="3309"/>
                  </a:cubicBezTo>
                  <a:cubicBezTo>
                    <a:pt x="19426" y="2257"/>
                    <a:pt x="17871" y="1730"/>
                    <a:pt x="16017" y="1730"/>
                  </a:cubicBezTo>
                  <a:cubicBezTo>
                    <a:pt x="15190" y="1730"/>
                    <a:pt x="14325" y="1906"/>
                    <a:pt x="13423" y="2256"/>
                  </a:cubicBezTo>
                  <a:cubicBezTo>
                    <a:pt x="12545" y="2607"/>
                    <a:pt x="11567" y="3209"/>
                    <a:pt x="10489" y="4061"/>
                  </a:cubicBezTo>
                  <a:cubicBezTo>
                    <a:pt x="9412" y="4913"/>
                    <a:pt x="8498" y="6304"/>
                    <a:pt x="7746" y="8235"/>
                  </a:cubicBezTo>
                  <a:cubicBezTo>
                    <a:pt x="6994" y="10164"/>
                    <a:pt x="6567" y="12458"/>
                    <a:pt x="6467" y="15114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" name="Freeform 3278">
              <a:extLst>
                <a:ext uri="{FF2B5EF4-FFF2-40B4-BE49-F238E27FC236}">
                  <a16:creationId xmlns:a16="http://schemas.microsoft.com/office/drawing/2014/main" id="{B66F23FF-BDAC-0D23-F64C-286FAA762140}"/>
                </a:ext>
              </a:extLst>
            </p:cNvPr>
            <p:cNvSpPr/>
            <p:nvPr/>
          </p:nvSpPr>
          <p:spPr>
            <a:xfrm>
              <a:off x="5006282" y="3543095"/>
              <a:ext cx="42260" cy="52598"/>
            </a:xfrm>
            <a:custGeom>
              <a:avLst/>
              <a:gdLst>
                <a:gd name="csX0" fmla="*/ 0 w 42260"/>
                <a:gd name="csY0" fmla="*/ 52599 h 52598"/>
                <a:gd name="csX1" fmla="*/ 0 w 42260"/>
                <a:gd name="csY1" fmla="*/ 50231 h 52598"/>
                <a:gd name="csX2" fmla="*/ 1843 w 42260"/>
                <a:gd name="csY2" fmla="*/ 50231 h 52598"/>
                <a:gd name="csX3" fmla="*/ 6956 w 42260"/>
                <a:gd name="csY3" fmla="*/ 49553 h 52598"/>
                <a:gd name="csX4" fmla="*/ 7933 w 42260"/>
                <a:gd name="csY4" fmla="*/ 46584 h 52598"/>
                <a:gd name="csX5" fmla="*/ 7933 w 42260"/>
                <a:gd name="csY5" fmla="*/ 6016 h 52598"/>
                <a:gd name="csX6" fmla="*/ 6956 w 42260"/>
                <a:gd name="csY6" fmla="*/ 3121 h 52598"/>
                <a:gd name="csX7" fmla="*/ 1843 w 42260"/>
                <a:gd name="csY7" fmla="*/ 2407 h 52598"/>
                <a:gd name="csX8" fmla="*/ 0 w 42260"/>
                <a:gd name="csY8" fmla="*/ 2407 h 52598"/>
                <a:gd name="csX9" fmla="*/ 0 w 42260"/>
                <a:gd name="csY9" fmla="*/ 0 h 52598"/>
                <a:gd name="csX10" fmla="*/ 11693 w 42260"/>
                <a:gd name="csY10" fmla="*/ 226 h 52598"/>
                <a:gd name="csX11" fmla="*/ 24627 w 42260"/>
                <a:gd name="csY11" fmla="*/ 0 h 52598"/>
                <a:gd name="csX12" fmla="*/ 24627 w 42260"/>
                <a:gd name="csY12" fmla="*/ 2407 h 52598"/>
                <a:gd name="csX13" fmla="*/ 22070 w 42260"/>
                <a:gd name="csY13" fmla="*/ 2407 h 52598"/>
                <a:gd name="csX14" fmla="*/ 16919 w 42260"/>
                <a:gd name="csY14" fmla="*/ 2857 h 52598"/>
                <a:gd name="csX15" fmla="*/ 15040 w 42260"/>
                <a:gd name="csY15" fmla="*/ 3948 h 52598"/>
                <a:gd name="csX16" fmla="*/ 14776 w 42260"/>
                <a:gd name="csY16" fmla="*/ 6091 h 52598"/>
                <a:gd name="csX17" fmla="*/ 14776 w 42260"/>
                <a:gd name="csY17" fmla="*/ 47148 h 52598"/>
                <a:gd name="csX18" fmla="*/ 15340 w 42260"/>
                <a:gd name="csY18" fmla="*/ 49704 h 52598"/>
                <a:gd name="csX19" fmla="*/ 18536 w 42260"/>
                <a:gd name="csY19" fmla="*/ 50231 h 52598"/>
                <a:gd name="csX20" fmla="*/ 24853 w 42260"/>
                <a:gd name="csY20" fmla="*/ 50231 h 52598"/>
                <a:gd name="csX21" fmla="*/ 31583 w 42260"/>
                <a:gd name="csY21" fmla="*/ 49065 h 52598"/>
                <a:gd name="csX22" fmla="*/ 35906 w 42260"/>
                <a:gd name="csY22" fmla="*/ 46433 h 52598"/>
                <a:gd name="csX23" fmla="*/ 38388 w 42260"/>
                <a:gd name="csY23" fmla="*/ 42222 h 52598"/>
                <a:gd name="csX24" fmla="*/ 39703 w 42260"/>
                <a:gd name="csY24" fmla="*/ 37673 h 52598"/>
                <a:gd name="csX25" fmla="*/ 40343 w 42260"/>
                <a:gd name="csY25" fmla="*/ 32748 h 52598"/>
                <a:gd name="csX26" fmla="*/ 42260 w 42260"/>
                <a:gd name="csY26" fmla="*/ 32748 h 52598"/>
                <a:gd name="csX27" fmla="*/ 40117 w 42260"/>
                <a:gd name="csY27" fmla="*/ 52599 h 52598"/>
                <a:gd name="csX28" fmla="*/ 0 w 42260"/>
                <a:gd name="csY28" fmla="*/ 52599 h 52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2260" h="52598">
                  <a:moveTo>
                    <a:pt x="0" y="52599"/>
                  </a:moveTo>
                  <a:lnTo>
                    <a:pt x="0" y="50231"/>
                  </a:lnTo>
                  <a:lnTo>
                    <a:pt x="1843" y="50231"/>
                  </a:lnTo>
                  <a:cubicBezTo>
                    <a:pt x="4625" y="50231"/>
                    <a:pt x="6329" y="50005"/>
                    <a:pt x="6956" y="49553"/>
                  </a:cubicBezTo>
                  <a:cubicBezTo>
                    <a:pt x="7607" y="49077"/>
                    <a:pt x="7933" y="48088"/>
                    <a:pt x="7933" y="46584"/>
                  </a:cubicBezTo>
                  <a:lnTo>
                    <a:pt x="7933" y="6016"/>
                  </a:lnTo>
                  <a:cubicBezTo>
                    <a:pt x="7933" y="4537"/>
                    <a:pt x="7607" y="3572"/>
                    <a:pt x="6956" y="3121"/>
                  </a:cubicBezTo>
                  <a:cubicBezTo>
                    <a:pt x="6305" y="2645"/>
                    <a:pt x="4600" y="2407"/>
                    <a:pt x="1843" y="2407"/>
                  </a:cubicBezTo>
                  <a:lnTo>
                    <a:pt x="0" y="2407"/>
                  </a:lnTo>
                  <a:lnTo>
                    <a:pt x="0" y="0"/>
                  </a:lnTo>
                  <a:cubicBezTo>
                    <a:pt x="1805" y="151"/>
                    <a:pt x="5703" y="226"/>
                    <a:pt x="11693" y="226"/>
                  </a:cubicBezTo>
                  <a:cubicBezTo>
                    <a:pt x="18461" y="226"/>
                    <a:pt x="22772" y="151"/>
                    <a:pt x="24627" y="0"/>
                  </a:cubicBezTo>
                  <a:lnTo>
                    <a:pt x="24627" y="2407"/>
                  </a:lnTo>
                  <a:lnTo>
                    <a:pt x="22070" y="2407"/>
                  </a:lnTo>
                  <a:cubicBezTo>
                    <a:pt x="19714" y="2407"/>
                    <a:pt x="17997" y="2557"/>
                    <a:pt x="16919" y="2857"/>
                  </a:cubicBezTo>
                  <a:cubicBezTo>
                    <a:pt x="15841" y="3158"/>
                    <a:pt x="15215" y="3522"/>
                    <a:pt x="15040" y="3948"/>
                  </a:cubicBezTo>
                  <a:cubicBezTo>
                    <a:pt x="14864" y="4349"/>
                    <a:pt x="14776" y="5063"/>
                    <a:pt x="14776" y="6091"/>
                  </a:cubicBezTo>
                  <a:lnTo>
                    <a:pt x="14776" y="47148"/>
                  </a:lnTo>
                  <a:cubicBezTo>
                    <a:pt x="14776" y="48476"/>
                    <a:pt x="14964" y="49328"/>
                    <a:pt x="15340" y="49704"/>
                  </a:cubicBezTo>
                  <a:cubicBezTo>
                    <a:pt x="15741" y="50055"/>
                    <a:pt x="16806" y="50231"/>
                    <a:pt x="18536" y="50231"/>
                  </a:cubicBezTo>
                  <a:lnTo>
                    <a:pt x="24853" y="50231"/>
                  </a:lnTo>
                  <a:cubicBezTo>
                    <a:pt x="27460" y="50231"/>
                    <a:pt x="29703" y="49842"/>
                    <a:pt x="31583" y="49065"/>
                  </a:cubicBezTo>
                  <a:cubicBezTo>
                    <a:pt x="33463" y="48288"/>
                    <a:pt x="34904" y="47410"/>
                    <a:pt x="35906" y="46433"/>
                  </a:cubicBezTo>
                  <a:cubicBezTo>
                    <a:pt x="36908" y="45455"/>
                    <a:pt x="37736" y="44052"/>
                    <a:pt x="38388" y="42222"/>
                  </a:cubicBezTo>
                  <a:cubicBezTo>
                    <a:pt x="39064" y="40367"/>
                    <a:pt x="39502" y="38851"/>
                    <a:pt x="39703" y="37673"/>
                  </a:cubicBezTo>
                  <a:cubicBezTo>
                    <a:pt x="39929" y="36495"/>
                    <a:pt x="40142" y="34853"/>
                    <a:pt x="40343" y="32748"/>
                  </a:cubicBezTo>
                  <a:lnTo>
                    <a:pt x="42260" y="32748"/>
                  </a:lnTo>
                  <a:lnTo>
                    <a:pt x="40117" y="52599"/>
                  </a:lnTo>
                  <a:lnTo>
                    <a:pt x="0" y="52599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" name="Freeform 3279">
              <a:extLst>
                <a:ext uri="{FF2B5EF4-FFF2-40B4-BE49-F238E27FC236}">
                  <a16:creationId xmlns:a16="http://schemas.microsoft.com/office/drawing/2014/main" id="{3905BF68-D014-25D5-8221-F9DA5ADC0115}"/>
                </a:ext>
              </a:extLst>
            </p:cNvPr>
            <p:cNvSpPr/>
            <p:nvPr/>
          </p:nvSpPr>
          <p:spPr>
            <a:xfrm>
              <a:off x="5053615" y="3543095"/>
              <a:ext cx="52561" cy="54290"/>
            </a:xfrm>
            <a:custGeom>
              <a:avLst/>
              <a:gdLst>
                <a:gd name="csX0" fmla="*/ 0 w 52561"/>
                <a:gd name="csY0" fmla="*/ 2407 h 54290"/>
                <a:gd name="csX1" fmla="*/ 0 w 52561"/>
                <a:gd name="csY1" fmla="*/ 0 h 54290"/>
                <a:gd name="csX2" fmla="*/ 11393 w 52561"/>
                <a:gd name="csY2" fmla="*/ 226 h 54290"/>
                <a:gd name="csX3" fmla="*/ 22709 w 52561"/>
                <a:gd name="csY3" fmla="*/ 0 h 54290"/>
                <a:gd name="csX4" fmla="*/ 22709 w 52561"/>
                <a:gd name="csY4" fmla="*/ 2407 h 54290"/>
                <a:gd name="csX5" fmla="*/ 20866 w 52561"/>
                <a:gd name="csY5" fmla="*/ 2407 h 54290"/>
                <a:gd name="csX6" fmla="*/ 15716 w 52561"/>
                <a:gd name="csY6" fmla="*/ 3121 h 54290"/>
                <a:gd name="csX7" fmla="*/ 14776 w 52561"/>
                <a:gd name="csY7" fmla="*/ 6016 h 54290"/>
                <a:gd name="csX8" fmla="*/ 14776 w 52561"/>
                <a:gd name="csY8" fmla="*/ 35342 h 54290"/>
                <a:gd name="csX9" fmla="*/ 16205 w 52561"/>
                <a:gd name="csY9" fmla="*/ 44065 h 54290"/>
                <a:gd name="csX10" fmla="*/ 19852 w 52561"/>
                <a:gd name="csY10" fmla="*/ 49178 h 54290"/>
                <a:gd name="csX11" fmla="*/ 23875 w 52561"/>
                <a:gd name="csY11" fmla="*/ 51359 h 54290"/>
                <a:gd name="csX12" fmla="*/ 27484 w 52561"/>
                <a:gd name="csY12" fmla="*/ 51923 h 54290"/>
                <a:gd name="csX13" fmla="*/ 37786 w 52561"/>
                <a:gd name="csY13" fmla="*/ 47260 h 54290"/>
                <a:gd name="csX14" fmla="*/ 42260 w 52561"/>
                <a:gd name="csY14" fmla="*/ 34816 h 54290"/>
                <a:gd name="csX15" fmla="*/ 42260 w 52561"/>
                <a:gd name="csY15" fmla="*/ 8084 h 54290"/>
                <a:gd name="csX16" fmla="*/ 42110 w 52561"/>
                <a:gd name="csY16" fmla="*/ 6241 h 54290"/>
                <a:gd name="csX17" fmla="*/ 41282 w 52561"/>
                <a:gd name="csY17" fmla="*/ 4512 h 54290"/>
                <a:gd name="csX18" fmla="*/ 38876 w 52561"/>
                <a:gd name="csY18" fmla="*/ 2933 h 54290"/>
                <a:gd name="csX19" fmla="*/ 34327 w 52561"/>
                <a:gd name="csY19" fmla="*/ 2407 h 54290"/>
                <a:gd name="csX20" fmla="*/ 34327 w 52561"/>
                <a:gd name="csY20" fmla="*/ 0 h 54290"/>
                <a:gd name="csX21" fmla="*/ 43501 w 52561"/>
                <a:gd name="csY21" fmla="*/ 226 h 54290"/>
                <a:gd name="csX22" fmla="*/ 52561 w 52561"/>
                <a:gd name="csY22" fmla="*/ 0 h 54290"/>
                <a:gd name="csX23" fmla="*/ 52561 w 52561"/>
                <a:gd name="csY23" fmla="*/ 2407 h 54290"/>
                <a:gd name="csX24" fmla="*/ 48012 w 52561"/>
                <a:gd name="csY24" fmla="*/ 2895 h 54290"/>
                <a:gd name="csX25" fmla="*/ 45606 w 52561"/>
                <a:gd name="csY25" fmla="*/ 4474 h 54290"/>
                <a:gd name="csX26" fmla="*/ 44778 w 52561"/>
                <a:gd name="csY26" fmla="*/ 6354 h 54290"/>
                <a:gd name="csX27" fmla="*/ 44629 w 52561"/>
                <a:gd name="csY27" fmla="*/ 8384 h 54290"/>
                <a:gd name="csX28" fmla="*/ 44629 w 52561"/>
                <a:gd name="csY28" fmla="*/ 33049 h 54290"/>
                <a:gd name="csX29" fmla="*/ 44403 w 52561"/>
                <a:gd name="csY29" fmla="*/ 38349 h 54290"/>
                <a:gd name="csX30" fmla="*/ 38613 w 52561"/>
                <a:gd name="csY30" fmla="*/ 49667 h 54290"/>
                <a:gd name="csX31" fmla="*/ 27333 w 52561"/>
                <a:gd name="csY31" fmla="*/ 54291 h 54290"/>
                <a:gd name="csX32" fmla="*/ 13648 w 52561"/>
                <a:gd name="csY32" fmla="*/ 48726 h 54290"/>
                <a:gd name="csX33" fmla="*/ 7933 w 52561"/>
                <a:gd name="csY33" fmla="*/ 35041 h 54290"/>
                <a:gd name="csX34" fmla="*/ 7933 w 52561"/>
                <a:gd name="csY34" fmla="*/ 6016 h 54290"/>
                <a:gd name="csX35" fmla="*/ 6956 w 52561"/>
                <a:gd name="csY35" fmla="*/ 3121 h 54290"/>
                <a:gd name="csX36" fmla="*/ 1843 w 52561"/>
                <a:gd name="csY36" fmla="*/ 2407 h 54290"/>
                <a:gd name="csX37" fmla="*/ 0 w 52561"/>
                <a:gd name="csY37" fmla="*/ 2407 h 5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52561" h="54290">
                  <a:moveTo>
                    <a:pt x="0" y="2407"/>
                  </a:moveTo>
                  <a:lnTo>
                    <a:pt x="0" y="0"/>
                  </a:lnTo>
                  <a:cubicBezTo>
                    <a:pt x="1805" y="151"/>
                    <a:pt x="5602" y="226"/>
                    <a:pt x="11393" y="226"/>
                  </a:cubicBezTo>
                  <a:cubicBezTo>
                    <a:pt x="17132" y="226"/>
                    <a:pt x="20904" y="151"/>
                    <a:pt x="22709" y="0"/>
                  </a:cubicBezTo>
                  <a:lnTo>
                    <a:pt x="22709" y="2407"/>
                  </a:lnTo>
                  <a:lnTo>
                    <a:pt x="20866" y="2407"/>
                  </a:lnTo>
                  <a:cubicBezTo>
                    <a:pt x="18085" y="2407"/>
                    <a:pt x="16368" y="2645"/>
                    <a:pt x="15716" y="3121"/>
                  </a:cubicBezTo>
                  <a:cubicBezTo>
                    <a:pt x="15090" y="3572"/>
                    <a:pt x="14776" y="4537"/>
                    <a:pt x="14776" y="6016"/>
                  </a:cubicBezTo>
                  <a:lnTo>
                    <a:pt x="14776" y="35342"/>
                  </a:lnTo>
                  <a:cubicBezTo>
                    <a:pt x="14776" y="38776"/>
                    <a:pt x="15253" y="41683"/>
                    <a:pt x="16205" y="44065"/>
                  </a:cubicBezTo>
                  <a:cubicBezTo>
                    <a:pt x="17157" y="46420"/>
                    <a:pt x="18373" y="48125"/>
                    <a:pt x="19852" y="49178"/>
                  </a:cubicBezTo>
                  <a:cubicBezTo>
                    <a:pt x="21331" y="50231"/>
                    <a:pt x="22672" y="50958"/>
                    <a:pt x="23875" y="51359"/>
                  </a:cubicBezTo>
                  <a:cubicBezTo>
                    <a:pt x="25103" y="51735"/>
                    <a:pt x="26306" y="51923"/>
                    <a:pt x="27484" y="51923"/>
                  </a:cubicBezTo>
                  <a:cubicBezTo>
                    <a:pt x="31394" y="51923"/>
                    <a:pt x="34828" y="50368"/>
                    <a:pt x="37786" y="47260"/>
                  </a:cubicBezTo>
                  <a:cubicBezTo>
                    <a:pt x="40769" y="44152"/>
                    <a:pt x="42260" y="40004"/>
                    <a:pt x="42260" y="34816"/>
                  </a:cubicBezTo>
                  <a:lnTo>
                    <a:pt x="42260" y="8084"/>
                  </a:lnTo>
                  <a:cubicBezTo>
                    <a:pt x="42260" y="7307"/>
                    <a:pt x="42210" y="6693"/>
                    <a:pt x="42110" y="6241"/>
                  </a:cubicBezTo>
                  <a:cubicBezTo>
                    <a:pt x="42009" y="5790"/>
                    <a:pt x="41733" y="5214"/>
                    <a:pt x="41282" y="4512"/>
                  </a:cubicBezTo>
                  <a:cubicBezTo>
                    <a:pt x="40856" y="3810"/>
                    <a:pt x="40054" y="3284"/>
                    <a:pt x="38876" y="2933"/>
                  </a:cubicBezTo>
                  <a:cubicBezTo>
                    <a:pt x="37698" y="2582"/>
                    <a:pt x="36181" y="2407"/>
                    <a:pt x="34327" y="2407"/>
                  </a:cubicBezTo>
                  <a:lnTo>
                    <a:pt x="34327" y="0"/>
                  </a:lnTo>
                  <a:cubicBezTo>
                    <a:pt x="39866" y="151"/>
                    <a:pt x="42924" y="226"/>
                    <a:pt x="43501" y="226"/>
                  </a:cubicBezTo>
                  <a:cubicBezTo>
                    <a:pt x="44002" y="226"/>
                    <a:pt x="47022" y="151"/>
                    <a:pt x="52561" y="0"/>
                  </a:cubicBezTo>
                  <a:lnTo>
                    <a:pt x="52561" y="2407"/>
                  </a:lnTo>
                  <a:cubicBezTo>
                    <a:pt x="50707" y="2407"/>
                    <a:pt x="49190" y="2569"/>
                    <a:pt x="48012" y="2895"/>
                  </a:cubicBezTo>
                  <a:cubicBezTo>
                    <a:pt x="46834" y="3221"/>
                    <a:pt x="46032" y="3747"/>
                    <a:pt x="45606" y="4474"/>
                  </a:cubicBezTo>
                  <a:cubicBezTo>
                    <a:pt x="45180" y="5201"/>
                    <a:pt x="44904" y="5828"/>
                    <a:pt x="44778" y="6354"/>
                  </a:cubicBezTo>
                  <a:cubicBezTo>
                    <a:pt x="44679" y="6855"/>
                    <a:pt x="44629" y="7532"/>
                    <a:pt x="44629" y="8384"/>
                  </a:cubicBezTo>
                  <a:lnTo>
                    <a:pt x="44629" y="33049"/>
                  </a:lnTo>
                  <a:cubicBezTo>
                    <a:pt x="44629" y="35555"/>
                    <a:pt x="44553" y="37322"/>
                    <a:pt x="44403" y="38349"/>
                  </a:cubicBezTo>
                  <a:cubicBezTo>
                    <a:pt x="43727" y="42811"/>
                    <a:pt x="41797" y="46583"/>
                    <a:pt x="38613" y="49667"/>
                  </a:cubicBezTo>
                  <a:cubicBezTo>
                    <a:pt x="35455" y="52749"/>
                    <a:pt x="31695" y="54291"/>
                    <a:pt x="27333" y="54291"/>
                  </a:cubicBezTo>
                  <a:cubicBezTo>
                    <a:pt x="22045" y="54291"/>
                    <a:pt x="17483" y="52436"/>
                    <a:pt x="13648" y="48726"/>
                  </a:cubicBezTo>
                  <a:cubicBezTo>
                    <a:pt x="9838" y="44991"/>
                    <a:pt x="7933" y="40430"/>
                    <a:pt x="7933" y="35041"/>
                  </a:cubicBezTo>
                  <a:lnTo>
                    <a:pt x="7933" y="6016"/>
                  </a:lnTo>
                  <a:cubicBezTo>
                    <a:pt x="7933" y="4537"/>
                    <a:pt x="7607" y="3572"/>
                    <a:pt x="6956" y="3121"/>
                  </a:cubicBezTo>
                  <a:cubicBezTo>
                    <a:pt x="6305" y="2645"/>
                    <a:pt x="4600" y="2407"/>
                    <a:pt x="1843" y="2407"/>
                  </a:cubicBezTo>
                  <a:lnTo>
                    <a:pt x="0" y="2407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1" name="Freeform 3280">
              <a:extLst>
                <a:ext uri="{FF2B5EF4-FFF2-40B4-BE49-F238E27FC236}">
                  <a16:creationId xmlns:a16="http://schemas.microsoft.com/office/drawing/2014/main" id="{22586343-B8A3-B9EB-EDC0-22E4349DAD06}"/>
                </a:ext>
              </a:extLst>
            </p:cNvPr>
            <p:cNvSpPr/>
            <p:nvPr/>
          </p:nvSpPr>
          <p:spPr>
            <a:xfrm>
              <a:off x="5113885" y="3582803"/>
              <a:ext cx="22686" cy="37082"/>
            </a:xfrm>
            <a:custGeom>
              <a:avLst/>
              <a:gdLst>
                <a:gd name="csX0" fmla="*/ 0 w 22686"/>
                <a:gd name="csY0" fmla="*/ 18660 h 37082"/>
                <a:gd name="csX1" fmla="*/ 2000 w 22686"/>
                <a:gd name="csY1" fmla="*/ 6422 h 37082"/>
                <a:gd name="csX2" fmla="*/ 11369 w 22686"/>
                <a:gd name="csY2" fmla="*/ 0 h 37082"/>
                <a:gd name="csX3" fmla="*/ 14211 w 22686"/>
                <a:gd name="csY3" fmla="*/ 395 h 37082"/>
                <a:gd name="csX4" fmla="*/ 17528 w 22686"/>
                <a:gd name="csY4" fmla="*/ 2211 h 37082"/>
                <a:gd name="csX5" fmla="*/ 20528 w 22686"/>
                <a:gd name="csY5" fmla="*/ 6027 h 37082"/>
                <a:gd name="csX6" fmla="*/ 22687 w 22686"/>
                <a:gd name="csY6" fmla="*/ 18660 h 37082"/>
                <a:gd name="csX7" fmla="*/ 20686 w 22686"/>
                <a:gd name="csY7" fmla="*/ 30819 h 37082"/>
                <a:gd name="csX8" fmla="*/ 11317 w 22686"/>
                <a:gd name="csY8" fmla="*/ 37082 h 37082"/>
                <a:gd name="csX9" fmla="*/ 6422 w 22686"/>
                <a:gd name="csY9" fmla="*/ 35845 h 37082"/>
                <a:gd name="csX10" fmla="*/ 2422 w 22686"/>
                <a:gd name="csY10" fmla="*/ 31634 h 37082"/>
                <a:gd name="csX11" fmla="*/ 0 w 22686"/>
                <a:gd name="csY11" fmla="*/ 18660 h 37082"/>
                <a:gd name="csX12" fmla="*/ 4474 w 22686"/>
                <a:gd name="csY12" fmla="*/ 18002 h 37082"/>
                <a:gd name="csX13" fmla="*/ 5053 w 22686"/>
                <a:gd name="csY13" fmla="*/ 29371 h 37082"/>
                <a:gd name="csX14" fmla="*/ 7501 w 22686"/>
                <a:gd name="csY14" fmla="*/ 34398 h 37082"/>
                <a:gd name="csX15" fmla="*/ 11317 w 22686"/>
                <a:gd name="csY15" fmla="*/ 35897 h 37082"/>
                <a:gd name="csX16" fmla="*/ 15264 w 22686"/>
                <a:gd name="csY16" fmla="*/ 34292 h 37082"/>
                <a:gd name="csX17" fmla="*/ 17634 w 22686"/>
                <a:gd name="csY17" fmla="*/ 29161 h 37082"/>
                <a:gd name="csX18" fmla="*/ 18213 w 22686"/>
                <a:gd name="csY18" fmla="*/ 18002 h 37082"/>
                <a:gd name="csX19" fmla="*/ 17686 w 22686"/>
                <a:gd name="csY19" fmla="*/ 7501 h 37082"/>
                <a:gd name="csX20" fmla="*/ 15080 w 22686"/>
                <a:gd name="csY20" fmla="*/ 2606 h 37082"/>
                <a:gd name="csX21" fmla="*/ 11317 w 22686"/>
                <a:gd name="csY21" fmla="*/ 1185 h 37082"/>
                <a:gd name="csX22" fmla="*/ 9843 w 22686"/>
                <a:gd name="csY22" fmla="*/ 1394 h 37082"/>
                <a:gd name="csX23" fmla="*/ 8027 w 22686"/>
                <a:gd name="csY23" fmla="*/ 2211 h 37082"/>
                <a:gd name="csX24" fmla="*/ 6106 w 22686"/>
                <a:gd name="csY24" fmla="*/ 4316 h 37082"/>
                <a:gd name="csX25" fmla="*/ 4895 w 22686"/>
                <a:gd name="csY25" fmla="*/ 8079 h 37082"/>
                <a:gd name="csX26" fmla="*/ 4474 w 22686"/>
                <a:gd name="csY26" fmla="*/ 18002 h 3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2686" h="37082">
                  <a:moveTo>
                    <a:pt x="0" y="18660"/>
                  </a:moveTo>
                  <a:cubicBezTo>
                    <a:pt x="0" y="13378"/>
                    <a:pt x="667" y="9299"/>
                    <a:pt x="2000" y="6422"/>
                  </a:cubicBezTo>
                  <a:cubicBezTo>
                    <a:pt x="3860" y="2141"/>
                    <a:pt x="6983" y="0"/>
                    <a:pt x="11369" y="0"/>
                  </a:cubicBezTo>
                  <a:cubicBezTo>
                    <a:pt x="12299" y="0"/>
                    <a:pt x="13247" y="132"/>
                    <a:pt x="14211" y="395"/>
                  </a:cubicBezTo>
                  <a:cubicBezTo>
                    <a:pt x="15194" y="640"/>
                    <a:pt x="16300" y="1246"/>
                    <a:pt x="17528" y="2211"/>
                  </a:cubicBezTo>
                  <a:cubicBezTo>
                    <a:pt x="18773" y="3175"/>
                    <a:pt x="19773" y="4447"/>
                    <a:pt x="20528" y="6027"/>
                  </a:cubicBezTo>
                  <a:cubicBezTo>
                    <a:pt x="21967" y="9080"/>
                    <a:pt x="22687" y="13291"/>
                    <a:pt x="22687" y="18660"/>
                  </a:cubicBezTo>
                  <a:cubicBezTo>
                    <a:pt x="22687" y="23906"/>
                    <a:pt x="22020" y="27958"/>
                    <a:pt x="20686" y="30819"/>
                  </a:cubicBezTo>
                  <a:cubicBezTo>
                    <a:pt x="18739" y="34994"/>
                    <a:pt x="15616" y="37082"/>
                    <a:pt x="11317" y="37082"/>
                  </a:cubicBezTo>
                  <a:cubicBezTo>
                    <a:pt x="9703" y="37082"/>
                    <a:pt x="8071" y="36670"/>
                    <a:pt x="6422" y="35845"/>
                  </a:cubicBezTo>
                  <a:cubicBezTo>
                    <a:pt x="4790" y="35020"/>
                    <a:pt x="3457" y="33617"/>
                    <a:pt x="2422" y="31634"/>
                  </a:cubicBezTo>
                  <a:cubicBezTo>
                    <a:pt x="807" y="28669"/>
                    <a:pt x="0" y="24344"/>
                    <a:pt x="0" y="18660"/>
                  </a:cubicBezTo>
                  <a:moveTo>
                    <a:pt x="4474" y="18002"/>
                  </a:moveTo>
                  <a:cubicBezTo>
                    <a:pt x="4474" y="23423"/>
                    <a:pt x="4667" y="27213"/>
                    <a:pt x="5053" y="29371"/>
                  </a:cubicBezTo>
                  <a:cubicBezTo>
                    <a:pt x="5492" y="31704"/>
                    <a:pt x="6308" y="33380"/>
                    <a:pt x="7501" y="34398"/>
                  </a:cubicBezTo>
                  <a:cubicBezTo>
                    <a:pt x="8711" y="35398"/>
                    <a:pt x="9983" y="35897"/>
                    <a:pt x="11317" y="35897"/>
                  </a:cubicBezTo>
                  <a:cubicBezTo>
                    <a:pt x="12756" y="35897"/>
                    <a:pt x="14071" y="35362"/>
                    <a:pt x="15264" y="34292"/>
                  </a:cubicBezTo>
                  <a:cubicBezTo>
                    <a:pt x="16475" y="33204"/>
                    <a:pt x="17265" y="31494"/>
                    <a:pt x="17634" y="29161"/>
                  </a:cubicBezTo>
                  <a:cubicBezTo>
                    <a:pt x="18037" y="26862"/>
                    <a:pt x="18230" y="23143"/>
                    <a:pt x="18213" y="18002"/>
                  </a:cubicBezTo>
                  <a:cubicBezTo>
                    <a:pt x="18213" y="13001"/>
                    <a:pt x="18037" y="9501"/>
                    <a:pt x="17686" y="7501"/>
                  </a:cubicBezTo>
                  <a:cubicBezTo>
                    <a:pt x="17212" y="5167"/>
                    <a:pt x="16344" y="3535"/>
                    <a:pt x="15080" y="2606"/>
                  </a:cubicBezTo>
                  <a:cubicBezTo>
                    <a:pt x="13835" y="1658"/>
                    <a:pt x="12580" y="1185"/>
                    <a:pt x="11317" y="1185"/>
                  </a:cubicBezTo>
                  <a:cubicBezTo>
                    <a:pt x="10843" y="1185"/>
                    <a:pt x="10352" y="1255"/>
                    <a:pt x="9843" y="1394"/>
                  </a:cubicBezTo>
                  <a:cubicBezTo>
                    <a:pt x="9352" y="1535"/>
                    <a:pt x="8746" y="1807"/>
                    <a:pt x="8027" y="2211"/>
                  </a:cubicBezTo>
                  <a:cubicBezTo>
                    <a:pt x="7308" y="2614"/>
                    <a:pt x="6668" y="3316"/>
                    <a:pt x="6106" y="4316"/>
                  </a:cubicBezTo>
                  <a:cubicBezTo>
                    <a:pt x="5562" y="5316"/>
                    <a:pt x="5158" y="6571"/>
                    <a:pt x="4895" y="8079"/>
                  </a:cubicBezTo>
                  <a:cubicBezTo>
                    <a:pt x="4614" y="10027"/>
                    <a:pt x="4474" y="13334"/>
                    <a:pt x="4474" y="1800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2" name="Freeform 3281">
              <a:extLst>
                <a:ext uri="{FF2B5EF4-FFF2-40B4-BE49-F238E27FC236}">
                  <a16:creationId xmlns:a16="http://schemas.microsoft.com/office/drawing/2014/main" id="{8E95A209-13F7-5F2C-71B2-FE9D76DD0490}"/>
                </a:ext>
              </a:extLst>
            </p:cNvPr>
            <p:cNvSpPr/>
            <p:nvPr/>
          </p:nvSpPr>
          <p:spPr>
            <a:xfrm>
              <a:off x="5144565" y="3537944"/>
              <a:ext cx="17858" cy="76999"/>
            </a:xfrm>
            <a:custGeom>
              <a:avLst/>
              <a:gdLst>
                <a:gd name="csX0" fmla="*/ 0 w 17858"/>
                <a:gd name="csY0" fmla="*/ 38500 h 76999"/>
                <a:gd name="csX1" fmla="*/ 4850 w 17858"/>
                <a:gd name="csY1" fmla="*/ 15001 h 76999"/>
                <a:gd name="csX2" fmla="*/ 9813 w 17858"/>
                <a:gd name="csY2" fmla="*/ 6917 h 76999"/>
                <a:gd name="csX3" fmla="*/ 14625 w 17858"/>
                <a:gd name="csY3" fmla="*/ 1617 h 76999"/>
                <a:gd name="csX4" fmla="*/ 17070 w 17858"/>
                <a:gd name="csY4" fmla="*/ 0 h 76999"/>
                <a:gd name="csX5" fmla="*/ 17858 w 17858"/>
                <a:gd name="csY5" fmla="*/ 751 h 76999"/>
                <a:gd name="csX6" fmla="*/ 16844 w 17858"/>
                <a:gd name="csY6" fmla="*/ 2067 h 76999"/>
                <a:gd name="csX7" fmla="*/ 4474 w 17858"/>
                <a:gd name="csY7" fmla="*/ 38500 h 76999"/>
                <a:gd name="csX8" fmla="*/ 16543 w 17858"/>
                <a:gd name="csY8" fmla="*/ 74518 h 76999"/>
                <a:gd name="csX9" fmla="*/ 17858 w 17858"/>
                <a:gd name="csY9" fmla="*/ 76248 h 76999"/>
                <a:gd name="csX10" fmla="*/ 17070 w 17858"/>
                <a:gd name="csY10" fmla="*/ 77000 h 76999"/>
                <a:gd name="csX11" fmla="*/ 14700 w 17858"/>
                <a:gd name="csY11" fmla="*/ 75458 h 76999"/>
                <a:gd name="csX12" fmla="*/ 10001 w 17858"/>
                <a:gd name="csY12" fmla="*/ 70382 h 76999"/>
                <a:gd name="csX13" fmla="*/ 5076 w 17858"/>
                <a:gd name="csY13" fmla="*/ 62524 h 76999"/>
                <a:gd name="csX14" fmla="*/ 0 w 17858"/>
                <a:gd name="csY14" fmla="*/ 38500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8" h="76999">
                  <a:moveTo>
                    <a:pt x="0" y="38500"/>
                  </a:moveTo>
                  <a:cubicBezTo>
                    <a:pt x="0" y="29827"/>
                    <a:pt x="1617" y="21994"/>
                    <a:pt x="4850" y="15001"/>
                  </a:cubicBezTo>
                  <a:cubicBezTo>
                    <a:pt x="6229" y="12069"/>
                    <a:pt x="7883" y="9374"/>
                    <a:pt x="9813" y="6917"/>
                  </a:cubicBezTo>
                  <a:cubicBezTo>
                    <a:pt x="11743" y="4461"/>
                    <a:pt x="13347" y="2694"/>
                    <a:pt x="14625" y="1617"/>
                  </a:cubicBezTo>
                  <a:cubicBezTo>
                    <a:pt x="15904" y="539"/>
                    <a:pt x="16719" y="0"/>
                    <a:pt x="17070" y="0"/>
                  </a:cubicBezTo>
                  <a:cubicBezTo>
                    <a:pt x="17570" y="0"/>
                    <a:pt x="17833" y="250"/>
                    <a:pt x="17858" y="751"/>
                  </a:cubicBezTo>
                  <a:cubicBezTo>
                    <a:pt x="17858" y="1002"/>
                    <a:pt x="17520" y="1441"/>
                    <a:pt x="16844" y="2067"/>
                  </a:cubicBezTo>
                  <a:cubicBezTo>
                    <a:pt x="8572" y="10489"/>
                    <a:pt x="4449" y="22634"/>
                    <a:pt x="4474" y="38500"/>
                  </a:cubicBezTo>
                  <a:cubicBezTo>
                    <a:pt x="4474" y="54416"/>
                    <a:pt x="8497" y="66422"/>
                    <a:pt x="16543" y="74518"/>
                  </a:cubicBezTo>
                  <a:cubicBezTo>
                    <a:pt x="17420" y="75395"/>
                    <a:pt x="17858" y="75972"/>
                    <a:pt x="17858" y="76248"/>
                  </a:cubicBezTo>
                  <a:cubicBezTo>
                    <a:pt x="17858" y="76749"/>
                    <a:pt x="17595" y="77000"/>
                    <a:pt x="17070" y="77000"/>
                  </a:cubicBezTo>
                  <a:cubicBezTo>
                    <a:pt x="16719" y="77000"/>
                    <a:pt x="15929" y="76486"/>
                    <a:pt x="14700" y="75458"/>
                  </a:cubicBezTo>
                  <a:cubicBezTo>
                    <a:pt x="13473" y="74431"/>
                    <a:pt x="11906" y="72739"/>
                    <a:pt x="10001" y="70382"/>
                  </a:cubicBezTo>
                  <a:cubicBezTo>
                    <a:pt x="8096" y="68026"/>
                    <a:pt x="6454" y="65407"/>
                    <a:pt x="5076" y="62524"/>
                  </a:cubicBezTo>
                  <a:cubicBezTo>
                    <a:pt x="1692" y="55531"/>
                    <a:pt x="0" y="47523"/>
                    <a:pt x="0" y="3850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" name="Freeform 3282">
              <a:extLst>
                <a:ext uri="{FF2B5EF4-FFF2-40B4-BE49-F238E27FC236}">
                  <a16:creationId xmlns:a16="http://schemas.microsoft.com/office/drawing/2014/main" id="{D7967626-48D4-F612-C898-C613A15DEAB0}"/>
                </a:ext>
              </a:extLst>
            </p:cNvPr>
            <p:cNvSpPr/>
            <p:nvPr/>
          </p:nvSpPr>
          <p:spPr>
            <a:xfrm>
              <a:off x="5168276" y="3561668"/>
              <a:ext cx="38350" cy="34890"/>
            </a:xfrm>
            <a:custGeom>
              <a:avLst/>
              <a:gdLst>
                <a:gd name="csX0" fmla="*/ 38350 w 38350"/>
                <a:gd name="csY0" fmla="*/ 5076 h 34890"/>
                <a:gd name="csX1" fmla="*/ 37034 w 38350"/>
                <a:gd name="csY1" fmla="*/ 8384 h 34890"/>
                <a:gd name="csX2" fmla="*/ 34214 w 38350"/>
                <a:gd name="csY2" fmla="*/ 9550 h 34890"/>
                <a:gd name="csX3" fmla="*/ 32033 w 38350"/>
                <a:gd name="csY3" fmla="*/ 8723 h 34890"/>
                <a:gd name="csX4" fmla="*/ 31282 w 38350"/>
                <a:gd name="csY4" fmla="*/ 6842 h 34890"/>
                <a:gd name="csX5" fmla="*/ 32334 w 38350"/>
                <a:gd name="csY5" fmla="*/ 4173 h 34890"/>
                <a:gd name="csX6" fmla="*/ 34966 w 38350"/>
                <a:gd name="csY6" fmla="*/ 2670 h 34890"/>
                <a:gd name="csX7" fmla="*/ 31131 w 38350"/>
                <a:gd name="csY7" fmla="*/ 1692 h 34890"/>
                <a:gd name="csX8" fmla="*/ 28311 w 38350"/>
                <a:gd name="csY8" fmla="*/ 2482 h 34890"/>
                <a:gd name="csX9" fmla="*/ 26244 w 38350"/>
                <a:gd name="csY9" fmla="*/ 4286 h 34890"/>
                <a:gd name="csX10" fmla="*/ 24815 w 38350"/>
                <a:gd name="csY10" fmla="*/ 6767 h 34890"/>
                <a:gd name="csX11" fmla="*/ 23912 w 38350"/>
                <a:gd name="csY11" fmla="*/ 9061 h 34890"/>
                <a:gd name="csX12" fmla="*/ 23499 w 38350"/>
                <a:gd name="csY12" fmla="*/ 10791 h 34890"/>
                <a:gd name="csX13" fmla="*/ 20867 w 38350"/>
                <a:gd name="csY13" fmla="*/ 21318 h 34890"/>
                <a:gd name="csX14" fmla="*/ 19589 w 38350"/>
                <a:gd name="csY14" fmla="*/ 28085 h 34890"/>
                <a:gd name="csX15" fmla="*/ 20642 w 38350"/>
                <a:gd name="csY15" fmla="*/ 31732 h 34890"/>
                <a:gd name="csX16" fmla="*/ 23800 w 38350"/>
                <a:gd name="csY16" fmla="*/ 33161 h 34890"/>
                <a:gd name="csX17" fmla="*/ 25566 w 38350"/>
                <a:gd name="csY17" fmla="*/ 32935 h 34890"/>
                <a:gd name="csX18" fmla="*/ 27710 w 38350"/>
                <a:gd name="csY18" fmla="*/ 31996 h 34890"/>
                <a:gd name="csX19" fmla="*/ 30041 w 38350"/>
                <a:gd name="csY19" fmla="*/ 30229 h 34890"/>
                <a:gd name="csX20" fmla="*/ 32259 w 38350"/>
                <a:gd name="csY20" fmla="*/ 27296 h 34890"/>
                <a:gd name="csX21" fmla="*/ 34063 w 38350"/>
                <a:gd name="csY21" fmla="*/ 23085 h 34890"/>
                <a:gd name="csX22" fmla="*/ 35041 w 38350"/>
                <a:gd name="csY22" fmla="*/ 22258 h 34890"/>
                <a:gd name="csX23" fmla="*/ 35981 w 38350"/>
                <a:gd name="csY23" fmla="*/ 23010 h 34890"/>
                <a:gd name="csX24" fmla="*/ 35454 w 38350"/>
                <a:gd name="csY24" fmla="*/ 25002 h 34890"/>
                <a:gd name="csX25" fmla="*/ 33876 w 38350"/>
                <a:gd name="csY25" fmla="*/ 28048 h 34890"/>
                <a:gd name="csX26" fmla="*/ 31432 w 38350"/>
                <a:gd name="csY26" fmla="*/ 31281 h 34890"/>
                <a:gd name="csX27" fmla="*/ 27973 w 38350"/>
                <a:gd name="csY27" fmla="*/ 33837 h 34890"/>
                <a:gd name="csX28" fmla="*/ 23649 w 38350"/>
                <a:gd name="csY28" fmla="*/ 34890 h 34890"/>
                <a:gd name="csX29" fmla="*/ 18272 w 38350"/>
                <a:gd name="csY29" fmla="*/ 33161 h 34890"/>
                <a:gd name="csX30" fmla="*/ 15340 w 38350"/>
                <a:gd name="csY30" fmla="*/ 29025 h 34890"/>
                <a:gd name="csX31" fmla="*/ 14889 w 38350"/>
                <a:gd name="csY31" fmla="*/ 29815 h 34890"/>
                <a:gd name="csX32" fmla="*/ 13837 w 38350"/>
                <a:gd name="csY32" fmla="*/ 31281 h 34890"/>
                <a:gd name="csX33" fmla="*/ 12220 w 38350"/>
                <a:gd name="csY33" fmla="*/ 33011 h 34890"/>
                <a:gd name="csX34" fmla="*/ 10001 w 38350"/>
                <a:gd name="csY34" fmla="*/ 34289 h 34890"/>
                <a:gd name="csX35" fmla="*/ 7256 w 38350"/>
                <a:gd name="csY35" fmla="*/ 34890 h 34890"/>
                <a:gd name="csX36" fmla="*/ 3835 w 38350"/>
                <a:gd name="csY36" fmla="*/ 34364 h 34890"/>
                <a:gd name="csX37" fmla="*/ 1128 w 38350"/>
                <a:gd name="csY37" fmla="*/ 32635 h 34890"/>
                <a:gd name="csX38" fmla="*/ 0 w 38350"/>
                <a:gd name="csY38" fmla="*/ 29777 h 34890"/>
                <a:gd name="csX39" fmla="*/ 1241 w 38350"/>
                <a:gd name="csY39" fmla="*/ 26657 h 34890"/>
                <a:gd name="csX40" fmla="*/ 4248 w 38350"/>
                <a:gd name="csY40" fmla="*/ 25341 h 34890"/>
                <a:gd name="csX41" fmla="*/ 6204 w 38350"/>
                <a:gd name="csY41" fmla="*/ 25981 h 34890"/>
                <a:gd name="csX42" fmla="*/ 7107 w 38350"/>
                <a:gd name="csY42" fmla="*/ 28011 h 34890"/>
                <a:gd name="csX43" fmla="*/ 6054 w 38350"/>
                <a:gd name="csY43" fmla="*/ 30717 h 34890"/>
                <a:gd name="csX44" fmla="*/ 3497 w 38350"/>
                <a:gd name="csY44" fmla="*/ 32184 h 34890"/>
                <a:gd name="csX45" fmla="*/ 7331 w 38350"/>
                <a:gd name="csY45" fmla="*/ 33161 h 34890"/>
                <a:gd name="csX46" fmla="*/ 11768 w 38350"/>
                <a:gd name="csY46" fmla="*/ 30980 h 34890"/>
                <a:gd name="csX47" fmla="*/ 14663 w 38350"/>
                <a:gd name="csY47" fmla="*/ 25153 h 34890"/>
                <a:gd name="csX48" fmla="*/ 17897 w 38350"/>
                <a:gd name="csY48" fmla="*/ 12483 h 34890"/>
                <a:gd name="csX49" fmla="*/ 18799 w 38350"/>
                <a:gd name="csY49" fmla="*/ 6842 h 34890"/>
                <a:gd name="csX50" fmla="*/ 18386 w 38350"/>
                <a:gd name="csY50" fmla="*/ 4173 h 34890"/>
                <a:gd name="csX51" fmla="*/ 17258 w 38350"/>
                <a:gd name="csY51" fmla="*/ 2594 h 34890"/>
                <a:gd name="csX52" fmla="*/ 15942 w 38350"/>
                <a:gd name="csY52" fmla="*/ 1880 h 34890"/>
                <a:gd name="csX53" fmla="*/ 14663 w 38350"/>
                <a:gd name="csY53" fmla="*/ 1692 h 34890"/>
                <a:gd name="csX54" fmla="*/ 12257 w 38350"/>
                <a:gd name="csY54" fmla="*/ 2143 h 34890"/>
                <a:gd name="csX55" fmla="*/ 9512 w 38350"/>
                <a:gd name="csY55" fmla="*/ 3647 h 34890"/>
                <a:gd name="csX56" fmla="*/ 6655 w 38350"/>
                <a:gd name="csY56" fmla="*/ 6767 h 34890"/>
                <a:gd name="csX57" fmla="*/ 4324 w 38350"/>
                <a:gd name="csY57" fmla="*/ 11768 h 34890"/>
                <a:gd name="csX58" fmla="*/ 3309 w 38350"/>
                <a:gd name="csY58" fmla="*/ 12633 h 34890"/>
                <a:gd name="csX59" fmla="*/ 2407 w 38350"/>
                <a:gd name="csY59" fmla="*/ 11843 h 34890"/>
                <a:gd name="csX60" fmla="*/ 2896 w 38350"/>
                <a:gd name="csY60" fmla="*/ 9888 h 34890"/>
                <a:gd name="csX61" fmla="*/ 4474 w 38350"/>
                <a:gd name="csY61" fmla="*/ 6842 h 34890"/>
                <a:gd name="csX62" fmla="*/ 6956 w 38350"/>
                <a:gd name="csY62" fmla="*/ 3647 h 34890"/>
                <a:gd name="csX63" fmla="*/ 10452 w 38350"/>
                <a:gd name="csY63" fmla="*/ 1053 h 34890"/>
                <a:gd name="csX64" fmla="*/ 14814 w 38350"/>
                <a:gd name="csY64" fmla="*/ 0 h 34890"/>
                <a:gd name="csX65" fmla="*/ 16806 w 38350"/>
                <a:gd name="csY65" fmla="*/ 226 h 34890"/>
                <a:gd name="csX66" fmla="*/ 19025 w 38350"/>
                <a:gd name="csY66" fmla="*/ 978 h 34890"/>
                <a:gd name="csX67" fmla="*/ 21355 w 38350"/>
                <a:gd name="csY67" fmla="*/ 2782 h 34890"/>
                <a:gd name="csX68" fmla="*/ 23123 w 38350"/>
                <a:gd name="csY68" fmla="*/ 5828 h 34890"/>
                <a:gd name="csX69" fmla="*/ 24175 w 38350"/>
                <a:gd name="csY69" fmla="*/ 4136 h 34890"/>
                <a:gd name="csX70" fmla="*/ 25792 w 38350"/>
                <a:gd name="csY70" fmla="*/ 2293 h 34890"/>
                <a:gd name="csX71" fmla="*/ 28199 w 38350"/>
                <a:gd name="csY71" fmla="*/ 639 h 34890"/>
                <a:gd name="csX72" fmla="*/ 31206 w 38350"/>
                <a:gd name="csY72" fmla="*/ 0 h 34890"/>
                <a:gd name="csX73" fmla="*/ 34252 w 38350"/>
                <a:gd name="csY73" fmla="*/ 414 h 34890"/>
                <a:gd name="csX74" fmla="*/ 37034 w 38350"/>
                <a:gd name="csY74" fmla="*/ 2030 h 34890"/>
                <a:gd name="csX75" fmla="*/ 38350 w 38350"/>
                <a:gd name="csY75" fmla="*/ 5076 h 34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350" h="34890">
                  <a:moveTo>
                    <a:pt x="38350" y="5076"/>
                  </a:moveTo>
                  <a:cubicBezTo>
                    <a:pt x="38350" y="6480"/>
                    <a:pt x="37911" y="7583"/>
                    <a:pt x="37034" y="8384"/>
                  </a:cubicBezTo>
                  <a:cubicBezTo>
                    <a:pt x="36156" y="9161"/>
                    <a:pt x="35216" y="9550"/>
                    <a:pt x="34214" y="9550"/>
                  </a:cubicBezTo>
                  <a:cubicBezTo>
                    <a:pt x="33262" y="9550"/>
                    <a:pt x="32535" y="9274"/>
                    <a:pt x="32033" y="8723"/>
                  </a:cubicBezTo>
                  <a:cubicBezTo>
                    <a:pt x="31532" y="8171"/>
                    <a:pt x="31282" y="7544"/>
                    <a:pt x="31282" y="6842"/>
                  </a:cubicBezTo>
                  <a:cubicBezTo>
                    <a:pt x="31282" y="5890"/>
                    <a:pt x="31633" y="5000"/>
                    <a:pt x="32334" y="4173"/>
                  </a:cubicBezTo>
                  <a:cubicBezTo>
                    <a:pt x="33036" y="3347"/>
                    <a:pt x="33913" y="2845"/>
                    <a:pt x="34966" y="2670"/>
                  </a:cubicBezTo>
                  <a:cubicBezTo>
                    <a:pt x="33938" y="2018"/>
                    <a:pt x="32660" y="1692"/>
                    <a:pt x="31131" y="1692"/>
                  </a:cubicBezTo>
                  <a:cubicBezTo>
                    <a:pt x="30129" y="1692"/>
                    <a:pt x="29189" y="1955"/>
                    <a:pt x="28311" y="2482"/>
                  </a:cubicBezTo>
                  <a:cubicBezTo>
                    <a:pt x="27459" y="3008"/>
                    <a:pt x="26770" y="3610"/>
                    <a:pt x="26244" y="4286"/>
                  </a:cubicBezTo>
                  <a:cubicBezTo>
                    <a:pt x="25742" y="4963"/>
                    <a:pt x="25266" y="5790"/>
                    <a:pt x="24815" y="6767"/>
                  </a:cubicBezTo>
                  <a:cubicBezTo>
                    <a:pt x="24389" y="7720"/>
                    <a:pt x="24087" y="8484"/>
                    <a:pt x="23912" y="9061"/>
                  </a:cubicBezTo>
                  <a:cubicBezTo>
                    <a:pt x="23762" y="9612"/>
                    <a:pt x="23624" y="10189"/>
                    <a:pt x="23499" y="10791"/>
                  </a:cubicBezTo>
                  <a:lnTo>
                    <a:pt x="20867" y="21318"/>
                  </a:lnTo>
                  <a:cubicBezTo>
                    <a:pt x="20015" y="24652"/>
                    <a:pt x="19589" y="26908"/>
                    <a:pt x="19589" y="28085"/>
                  </a:cubicBezTo>
                  <a:cubicBezTo>
                    <a:pt x="19589" y="29539"/>
                    <a:pt x="19940" y="30755"/>
                    <a:pt x="20642" y="31732"/>
                  </a:cubicBezTo>
                  <a:cubicBezTo>
                    <a:pt x="21343" y="32685"/>
                    <a:pt x="22396" y="33161"/>
                    <a:pt x="23800" y="33161"/>
                  </a:cubicBezTo>
                  <a:cubicBezTo>
                    <a:pt x="24351" y="33161"/>
                    <a:pt x="24940" y="33086"/>
                    <a:pt x="25566" y="32935"/>
                  </a:cubicBezTo>
                  <a:cubicBezTo>
                    <a:pt x="26194" y="32760"/>
                    <a:pt x="26908" y="32447"/>
                    <a:pt x="27710" y="31996"/>
                  </a:cubicBezTo>
                  <a:cubicBezTo>
                    <a:pt x="28537" y="31519"/>
                    <a:pt x="29314" y="30930"/>
                    <a:pt x="30041" y="30229"/>
                  </a:cubicBezTo>
                  <a:cubicBezTo>
                    <a:pt x="30793" y="29502"/>
                    <a:pt x="31532" y="28524"/>
                    <a:pt x="32259" y="27296"/>
                  </a:cubicBezTo>
                  <a:cubicBezTo>
                    <a:pt x="32986" y="26068"/>
                    <a:pt x="33587" y="24664"/>
                    <a:pt x="34063" y="23085"/>
                  </a:cubicBezTo>
                  <a:cubicBezTo>
                    <a:pt x="34214" y="22533"/>
                    <a:pt x="34540" y="22258"/>
                    <a:pt x="35041" y="22258"/>
                  </a:cubicBezTo>
                  <a:cubicBezTo>
                    <a:pt x="35668" y="22258"/>
                    <a:pt x="35981" y="22508"/>
                    <a:pt x="35981" y="23010"/>
                  </a:cubicBezTo>
                  <a:cubicBezTo>
                    <a:pt x="35981" y="23436"/>
                    <a:pt x="35805" y="24100"/>
                    <a:pt x="35454" y="25002"/>
                  </a:cubicBezTo>
                  <a:cubicBezTo>
                    <a:pt x="35129" y="25880"/>
                    <a:pt x="34603" y="26895"/>
                    <a:pt x="33876" y="28048"/>
                  </a:cubicBezTo>
                  <a:cubicBezTo>
                    <a:pt x="33174" y="29176"/>
                    <a:pt x="32359" y="30254"/>
                    <a:pt x="31432" y="31281"/>
                  </a:cubicBezTo>
                  <a:cubicBezTo>
                    <a:pt x="30504" y="32284"/>
                    <a:pt x="29351" y="33136"/>
                    <a:pt x="27973" y="33837"/>
                  </a:cubicBezTo>
                  <a:cubicBezTo>
                    <a:pt x="26594" y="34539"/>
                    <a:pt x="25153" y="34890"/>
                    <a:pt x="23649" y="34890"/>
                  </a:cubicBezTo>
                  <a:cubicBezTo>
                    <a:pt x="21493" y="34890"/>
                    <a:pt x="19701" y="34314"/>
                    <a:pt x="18272" y="33161"/>
                  </a:cubicBezTo>
                  <a:cubicBezTo>
                    <a:pt x="16844" y="32008"/>
                    <a:pt x="15867" y="30630"/>
                    <a:pt x="15340" y="29025"/>
                  </a:cubicBezTo>
                  <a:cubicBezTo>
                    <a:pt x="15215" y="29251"/>
                    <a:pt x="15064" y="29514"/>
                    <a:pt x="14889" y="29815"/>
                  </a:cubicBezTo>
                  <a:cubicBezTo>
                    <a:pt x="14713" y="30116"/>
                    <a:pt x="14363" y="30605"/>
                    <a:pt x="13837" y="31281"/>
                  </a:cubicBezTo>
                  <a:cubicBezTo>
                    <a:pt x="13335" y="31933"/>
                    <a:pt x="12796" y="32510"/>
                    <a:pt x="12220" y="33011"/>
                  </a:cubicBezTo>
                  <a:cubicBezTo>
                    <a:pt x="11643" y="33487"/>
                    <a:pt x="10904" y="33913"/>
                    <a:pt x="10001" y="34289"/>
                  </a:cubicBezTo>
                  <a:cubicBezTo>
                    <a:pt x="9124" y="34690"/>
                    <a:pt x="8209" y="34890"/>
                    <a:pt x="7256" y="34890"/>
                  </a:cubicBezTo>
                  <a:cubicBezTo>
                    <a:pt x="6054" y="34890"/>
                    <a:pt x="4913" y="34715"/>
                    <a:pt x="3835" y="34364"/>
                  </a:cubicBezTo>
                  <a:cubicBezTo>
                    <a:pt x="2782" y="34013"/>
                    <a:pt x="1880" y="33436"/>
                    <a:pt x="1128" y="32635"/>
                  </a:cubicBezTo>
                  <a:cubicBezTo>
                    <a:pt x="376" y="31833"/>
                    <a:pt x="0" y="30880"/>
                    <a:pt x="0" y="29777"/>
                  </a:cubicBezTo>
                  <a:cubicBezTo>
                    <a:pt x="0" y="28549"/>
                    <a:pt x="414" y="27509"/>
                    <a:pt x="1241" y="26657"/>
                  </a:cubicBezTo>
                  <a:cubicBezTo>
                    <a:pt x="2093" y="25779"/>
                    <a:pt x="3095" y="25341"/>
                    <a:pt x="4248" y="25341"/>
                  </a:cubicBezTo>
                  <a:cubicBezTo>
                    <a:pt x="4975" y="25341"/>
                    <a:pt x="5627" y="25554"/>
                    <a:pt x="6204" y="25981"/>
                  </a:cubicBezTo>
                  <a:cubicBezTo>
                    <a:pt x="6806" y="26406"/>
                    <a:pt x="7107" y="27083"/>
                    <a:pt x="7107" y="28011"/>
                  </a:cubicBezTo>
                  <a:cubicBezTo>
                    <a:pt x="7107" y="29038"/>
                    <a:pt x="6756" y="29940"/>
                    <a:pt x="6054" y="30717"/>
                  </a:cubicBezTo>
                  <a:cubicBezTo>
                    <a:pt x="5352" y="31495"/>
                    <a:pt x="4500" y="31984"/>
                    <a:pt x="3497" y="32184"/>
                  </a:cubicBezTo>
                  <a:cubicBezTo>
                    <a:pt x="4524" y="32835"/>
                    <a:pt x="5803" y="33161"/>
                    <a:pt x="7331" y="33161"/>
                  </a:cubicBezTo>
                  <a:cubicBezTo>
                    <a:pt x="8986" y="33161"/>
                    <a:pt x="10465" y="32434"/>
                    <a:pt x="11768" y="30980"/>
                  </a:cubicBezTo>
                  <a:cubicBezTo>
                    <a:pt x="13072" y="29527"/>
                    <a:pt x="14036" y="27585"/>
                    <a:pt x="14663" y="25153"/>
                  </a:cubicBezTo>
                  <a:cubicBezTo>
                    <a:pt x="16217" y="19313"/>
                    <a:pt x="17295" y="15089"/>
                    <a:pt x="17897" y="12483"/>
                  </a:cubicBezTo>
                  <a:cubicBezTo>
                    <a:pt x="18498" y="9851"/>
                    <a:pt x="18799" y="7970"/>
                    <a:pt x="18799" y="6842"/>
                  </a:cubicBezTo>
                  <a:cubicBezTo>
                    <a:pt x="18799" y="5790"/>
                    <a:pt x="18661" y="4900"/>
                    <a:pt x="18386" y="4173"/>
                  </a:cubicBezTo>
                  <a:cubicBezTo>
                    <a:pt x="18110" y="3447"/>
                    <a:pt x="17734" y="2920"/>
                    <a:pt x="17258" y="2594"/>
                  </a:cubicBezTo>
                  <a:cubicBezTo>
                    <a:pt x="16806" y="2244"/>
                    <a:pt x="16368" y="2006"/>
                    <a:pt x="15942" y="1880"/>
                  </a:cubicBezTo>
                  <a:cubicBezTo>
                    <a:pt x="15541" y="1755"/>
                    <a:pt x="15114" y="1692"/>
                    <a:pt x="14663" y="1692"/>
                  </a:cubicBezTo>
                  <a:cubicBezTo>
                    <a:pt x="13911" y="1692"/>
                    <a:pt x="13109" y="1842"/>
                    <a:pt x="12257" y="2143"/>
                  </a:cubicBezTo>
                  <a:cubicBezTo>
                    <a:pt x="11430" y="2444"/>
                    <a:pt x="10515" y="2945"/>
                    <a:pt x="9512" y="3647"/>
                  </a:cubicBezTo>
                  <a:cubicBezTo>
                    <a:pt x="8535" y="4324"/>
                    <a:pt x="7583" y="5364"/>
                    <a:pt x="6655" y="6767"/>
                  </a:cubicBezTo>
                  <a:cubicBezTo>
                    <a:pt x="5728" y="8171"/>
                    <a:pt x="4951" y="9838"/>
                    <a:pt x="4324" y="11768"/>
                  </a:cubicBezTo>
                  <a:cubicBezTo>
                    <a:pt x="4199" y="12345"/>
                    <a:pt x="3860" y="12633"/>
                    <a:pt x="3309" y="12633"/>
                  </a:cubicBezTo>
                  <a:cubicBezTo>
                    <a:pt x="2707" y="12608"/>
                    <a:pt x="2407" y="12345"/>
                    <a:pt x="2407" y="11843"/>
                  </a:cubicBezTo>
                  <a:cubicBezTo>
                    <a:pt x="2407" y="11417"/>
                    <a:pt x="2570" y="10765"/>
                    <a:pt x="2896" y="9888"/>
                  </a:cubicBezTo>
                  <a:cubicBezTo>
                    <a:pt x="3246" y="8986"/>
                    <a:pt x="3772" y="7970"/>
                    <a:pt x="4474" y="6842"/>
                  </a:cubicBezTo>
                  <a:cubicBezTo>
                    <a:pt x="5201" y="5714"/>
                    <a:pt x="6028" y="4649"/>
                    <a:pt x="6956" y="3647"/>
                  </a:cubicBezTo>
                  <a:cubicBezTo>
                    <a:pt x="7908" y="2620"/>
                    <a:pt x="9074" y="1755"/>
                    <a:pt x="10452" y="1053"/>
                  </a:cubicBezTo>
                  <a:cubicBezTo>
                    <a:pt x="11856" y="351"/>
                    <a:pt x="13310" y="0"/>
                    <a:pt x="14814" y="0"/>
                  </a:cubicBezTo>
                  <a:cubicBezTo>
                    <a:pt x="15491" y="0"/>
                    <a:pt x="16155" y="75"/>
                    <a:pt x="16806" y="226"/>
                  </a:cubicBezTo>
                  <a:cubicBezTo>
                    <a:pt x="17483" y="351"/>
                    <a:pt x="18223" y="602"/>
                    <a:pt x="19025" y="978"/>
                  </a:cubicBezTo>
                  <a:cubicBezTo>
                    <a:pt x="19852" y="1354"/>
                    <a:pt x="20628" y="1955"/>
                    <a:pt x="21355" y="2782"/>
                  </a:cubicBezTo>
                  <a:cubicBezTo>
                    <a:pt x="22082" y="3609"/>
                    <a:pt x="22672" y="4624"/>
                    <a:pt x="23123" y="5828"/>
                  </a:cubicBezTo>
                  <a:cubicBezTo>
                    <a:pt x="23424" y="5251"/>
                    <a:pt x="23774" y="4687"/>
                    <a:pt x="24175" y="4136"/>
                  </a:cubicBezTo>
                  <a:cubicBezTo>
                    <a:pt x="24602" y="3585"/>
                    <a:pt x="25141" y="2970"/>
                    <a:pt x="25792" y="2293"/>
                  </a:cubicBezTo>
                  <a:cubicBezTo>
                    <a:pt x="26469" y="1592"/>
                    <a:pt x="27271" y="1041"/>
                    <a:pt x="28199" y="639"/>
                  </a:cubicBezTo>
                  <a:cubicBezTo>
                    <a:pt x="29151" y="213"/>
                    <a:pt x="30154" y="0"/>
                    <a:pt x="31206" y="0"/>
                  </a:cubicBezTo>
                  <a:cubicBezTo>
                    <a:pt x="32234" y="0"/>
                    <a:pt x="33249" y="138"/>
                    <a:pt x="34252" y="414"/>
                  </a:cubicBezTo>
                  <a:cubicBezTo>
                    <a:pt x="35254" y="665"/>
                    <a:pt x="36181" y="1203"/>
                    <a:pt x="37034" y="2030"/>
                  </a:cubicBezTo>
                  <a:cubicBezTo>
                    <a:pt x="37911" y="2833"/>
                    <a:pt x="38350" y="3848"/>
                    <a:pt x="38350" y="507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" name="Freeform 3283">
              <a:extLst>
                <a:ext uri="{FF2B5EF4-FFF2-40B4-BE49-F238E27FC236}">
                  <a16:creationId xmlns:a16="http://schemas.microsoft.com/office/drawing/2014/main" id="{302CE872-C12F-B6F4-43F9-7838725468A3}"/>
                </a:ext>
              </a:extLst>
            </p:cNvPr>
            <p:cNvSpPr/>
            <p:nvPr/>
          </p:nvSpPr>
          <p:spPr>
            <a:xfrm>
              <a:off x="5214039" y="3537944"/>
              <a:ext cx="17859" cy="76999"/>
            </a:xfrm>
            <a:custGeom>
              <a:avLst/>
              <a:gdLst>
                <a:gd name="csX0" fmla="*/ 0 w 17859"/>
                <a:gd name="csY0" fmla="*/ 76248 h 76999"/>
                <a:gd name="csX1" fmla="*/ 978 w 17859"/>
                <a:gd name="csY1" fmla="*/ 74931 h 76999"/>
                <a:gd name="csX2" fmla="*/ 13385 w 17859"/>
                <a:gd name="csY2" fmla="*/ 38500 h 76999"/>
                <a:gd name="csX3" fmla="*/ 1467 w 17859"/>
                <a:gd name="csY3" fmla="*/ 2557 h 76999"/>
                <a:gd name="csX4" fmla="*/ 0 w 17859"/>
                <a:gd name="csY4" fmla="*/ 751 h 76999"/>
                <a:gd name="csX5" fmla="*/ 752 w 17859"/>
                <a:gd name="csY5" fmla="*/ 0 h 76999"/>
                <a:gd name="csX6" fmla="*/ 3121 w 17859"/>
                <a:gd name="csY6" fmla="*/ 1541 h 76999"/>
                <a:gd name="csX7" fmla="*/ 7820 w 17859"/>
                <a:gd name="csY7" fmla="*/ 6617 h 76999"/>
                <a:gd name="csX8" fmla="*/ 12784 w 17859"/>
                <a:gd name="csY8" fmla="*/ 14475 h 76999"/>
                <a:gd name="csX9" fmla="*/ 17859 w 17859"/>
                <a:gd name="csY9" fmla="*/ 38500 h 76999"/>
                <a:gd name="csX10" fmla="*/ 13010 w 17859"/>
                <a:gd name="csY10" fmla="*/ 61998 h 76999"/>
                <a:gd name="csX11" fmla="*/ 8046 w 17859"/>
                <a:gd name="csY11" fmla="*/ 70082 h 76999"/>
                <a:gd name="csX12" fmla="*/ 3234 w 17859"/>
                <a:gd name="csY12" fmla="*/ 75383 h 76999"/>
                <a:gd name="csX13" fmla="*/ 752 w 17859"/>
                <a:gd name="csY13" fmla="*/ 77000 h 76999"/>
                <a:gd name="csX14" fmla="*/ 0 w 17859"/>
                <a:gd name="csY14" fmla="*/ 76248 h 76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9" h="76999">
                  <a:moveTo>
                    <a:pt x="0" y="76248"/>
                  </a:moveTo>
                  <a:cubicBezTo>
                    <a:pt x="0" y="75997"/>
                    <a:pt x="326" y="75558"/>
                    <a:pt x="978" y="74931"/>
                  </a:cubicBezTo>
                  <a:cubicBezTo>
                    <a:pt x="9249" y="66509"/>
                    <a:pt x="13385" y="54366"/>
                    <a:pt x="13385" y="38500"/>
                  </a:cubicBezTo>
                  <a:cubicBezTo>
                    <a:pt x="13385" y="22584"/>
                    <a:pt x="9412" y="10602"/>
                    <a:pt x="1467" y="2557"/>
                  </a:cubicBezTo>
                  <a:cubicBezTo>
                    <a:pt x="489" y="1629"/>
                    <a:pt x="0" y="1027"/>
                    <a:pt x="0" y="751"/>
                  </a:cubicBezTo>
                  <a:cubicBezTo>
                    <a:pt x="0" y="250"/>
                    <a:pt x="251" y="0"/>
                    <a:pt x="752" y="0"/>
                  </a:cubicBezTo>
                  <a:cubicBezTo>
                    <a:pt x="1103" y="0"/>
                    <a:pt x="1893" y="514"/>
                    <a:pt x="3121" y="1541"/>
                  </a:cubicBezTo>
                  <a:cubicBezTo>
                    <a:pt x="4374" y="2569"/>
                    <a:pt x="5941" y="4261"/>
                    <a:pt x="7820" y="6617"/>
                  </a:cubicBezTo>
                  <a:cubicBezTo>
                    <a:pt x="9725" y="8973"/>
                    <a:pt x="11380" y="11592"/>
                    <a:pt x="12784" y="14475"/>
                  </a:cubicBezTo>
                  <a:cubicBezTo>
                    <a:pt x="16167" y="21468"/>
                    <a:pt x="17859" y="29477"/>
                    <a:pt x="17859" y="38500"/>
                  </a:cubicBezTo>
                  <a:cubicBezTo>
                    <a:pt x="17859" y="47172"/>
                    <a:pt x="16243" y="55005"/>
                    <a:pt x="13010" y="61998"/>
                  </a:cubicBezTo>
                  <a:cubicBezTo>
                    <a:pt x="11631" y="64931"/>
                    <a:pt x="9976" y="67625"/>
                    <a:pt x="8046" y="70082"/>
                  </a:cubicBezTo>
                  <a:cubicBezTo>
                    <a:pt x="6116" y="72538"/>
                    <a:pt x="4512" y="74305"/>
                    <a:pt x="3234" y="75383"/>
                  </a:cubicBezTo>
                  <a:cubicBezTo>
                    <a:pt x="1955" y="76461"/>
                    <a:pt x="1128" y="77000"/>
                    <a:pt x="752" y="77000"/>
                  </a:cubicBezTo>
                  <a:cubicBezTo>
                    <a:pt x="251" y="77000"/>
                    <a:pt x="0" y="76749"/>
                    <a:pt x="0" y="76248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07" name="Group 3306">
            <a:extLst>
              <a:ext uri="{FF2B5EF4-FFF2-40B4-BE49-F238E27FC236}">
                <a16:creationId xmlns:a16="http://schemas.microsoft.com/office/drawing/2014/main" id="{DBC6EB7F-4A14-0840-83FF-7288152F445F}"/>
              </a:ext>
            </a:extLst>
          </p:cNvPr>
          <p:cNvGrpSpPr/>
          <p:nvPr/>
        </p:nvGrpSpPr>
        <p:grpSpPr>
          <a:xfrm>
            <a:off x="4738167" y="3732540"/>
            <a:ext cx="534055" cy="81941"/>
            <a:chOff x="4738167" y="3732540"/>
            <a:chExt cx="534055" cy="81941"/>
          </a:xfrm>
        </p:grpSpPr>
        <p:sp>
          <p:nvSpPr>
            <p:cNvPr id="3285" name="Freeform 3284">
              <a:extLst>
                <a:ext uri="{FF2B5EF4-FFF2-40B4-BE49-F238E27FC236}">
                  <a16:creationId xmlns:a16="http://schemas.microsoft.com/office/drawing/2014/main" id="{B31B0751-ABD4-1295-7B14-4E69609F4196}"/>
                </a:ext>
              </a:extLst>
            </p:cNvPr>
            <p:cNvSpPr/>
            <p:nvPr/>
          </p:nvSpPr>
          <p:spPr>
            <a:xfrm>
              <a:off x="4738167" y="3773778"/>
              <a:ext cx="152445" cy="1070"/>
            </a:xfrm>
            <a:custGeom>
              <a:avLst/>
              <a:gdLst>
                <a:gd name="csX0" fmla="*/ 0 w 152445"/>
                <a:gd name="csY0" fmla="*/ 0 h 1070"/>
                <a:gd name="csX1" fmla="*/ 152445 w 152445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2445" h="1070">
                  <a:moveTo>
                    <a:pt x="0" y="0"/>
                  </a:moveTo>
                  <a:lnTo>
                    <a:pt x="152445" y="0"/>
                  </a:lnTo>
                </a:path>
              </a:pathLst>
            </a:custGeom>
            <a:noFill/>
            <a:ln w="19217" cap="rnd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6" name="Freeform 3285">
              <a:extLst>
                <a:ext uri="{FF2B5EF4-FFF2-40B4-BE49-F238E27FC236}">
                  <a16:creationId xmlns:a16="http://schemas.microsoft.com/office/drawing/2014/main" id="{F2ED8C7E-12DA-7FFF-B3BE-43E4238E550B}"/>
                </a:ext>
              </a:extLst>
            </p:cNvPr>
            <p:cNvSpPr/>
            <p:nvPr/>
          </p:nvSpPr>
          <p:spPr>
            <a:xfrm>
              <a:off x="4916019" y="3737691"/>
              <a:ext cx="53651" cy="54290"/>
            </a:xfrm>
            <a:custGeom>
              <a:avLst/>
              <a:gdLst>
                <a:gd name="csX0" fmla="*/ 0 w 53651"/>
                <a:gd name="csY0" fmla="*/ 52599 h 54290"/>
                <a:gd name="csX1" fmla="*/ 0 w 53651"/>
                <a:gd name="csY1" fmla="*/ 50230 h 54290"/>
                <a:gd name="csX2" fmla="*/ 1843 w 53651"/>
                <a:gd name="csY2" fmla="*/ 50230 h 54290"/>
                <a:gd name="csX3" fmla="*/ 6956 w 53651"/>
                <a:gd name="csY3" fmla="*/ 49553 h 54290"/>
                <a:gd name="csX4" fmla="*/ 7933 w 53651"/>
                <a:gd name="csY4" fmla="*/ 46583 h 54290"/>
                <a:gd name="csX5" fmla="*/ 7933 w 53651"/>
                <a:gd name="csY5" fmla="*/ 6015 h 54290"/>
                <a:gd name="csX6" fmla="*/ 6956 w 53651"/>
                <a:gd name="csY6" fmla="*/ 3121 h 54290"/>
                <a:gd name="csX7" fmla="*/ 1843 w 53651"/>
                <a:gd name="csY7" fmla="*/ 2406 h 54290"/>
                <a:gd name="csX8" fmla="*/ 0 w 53651"/>
                <a:gd name="csY8" fmla="*/ 2406 h 54290"/>
                <a:gd name="csX9" fmla="*/ 0 w 53651"/>
                <a:gd name="csY9" fmla="*/ 0 h 54290"/>
                <a:gd name="csX10" fmla="*/ 24175 w 53651"/>
                <a:gd name="csY10" fmla="*/ 0 h 54290"/>
                <a:gd name="csX11" fmla="*/ 38388 w 53651"/>
                <a:gd name="csY11" fmla="*/ 4136 h 54290"/>
                <a:gd name="csX12" fmla="*/ 44252 w 53651"/>
                <a:gd name="csY12" fmla="*/ 13873 h 54290"/>
                <a:gd name="csX13" fmla="*/ 40455 w 53651"/>
                <a:gd name="csY13" fmla="*/ 21581 h 54290"/>
                <a:gd name="csX14" fmla="*/ 30793 w 53651"/>
                <a:gd name="csY14" fmla="*/ 26431 h 54290"/>
                <a:gd name="csX15" fmla="*/ 40192 w 53651"/>
                <a:gd name="csY15" fmla="*/ 35342 h 54290"/>
                <a:gd name="csX16" fmla="*/ 41169 w 53651"/>
                <a:gd name="csY16" fmla="*/ 41507 h 54290"/>
                <a:gd name="csX17" fmla="*/ 41658 w 53651"/>
                <a:gd name="csY17" fmla="*/ 44853 h 54290"/>
                <a:gd name="csX18" fmla="*/ 42222 w 53651"/>
                <a:gd name="csY18" fmla="*/ 47523 h 54290"/>
                <a:gd name="csX19" fmla="*/ 42899 w 53651"/>
                <a:gd name="csY19" fmla="*/ 49817 h 54290"/>
                <a:gd name="csX20" fmla="*/ 43801 w 53651"/>
                <a:gd name="csY20" fmla="*/ 51320 h 54290"/>
                <a:gd name="csX21" fmla="*/ 45004 w 53651"/>
                <a:gd name="csY21" fmla="*/ 52336 h 54290"/>
                <a:gd name="csX22" fmla="*/ 46659 w 53651"/>
                <a:gd name="csY22" fmla="*/ 52599 h 54290"/>
                <a:gd name="csX23" fmla="*/ 49930 w 53651"/>
                <a:gd name="csY23" fmla="*/ 51019 h 54290"/>
                <a:gd name="csX24" fmla="*/ 51734 w 53651"/>
                <a:gd name="csY24" fmla="*/ 45757 h 54290"/>
                <a:gd name="csX25" fmla="*/ 52674 w 53651"/>
                <a:gd name="csY25" fmla="*/ 44515 h 54290"/>
                <a:gd name="csX26" fmla="*/ 53652 w 53651"/>
                <a:gd name="csY26" fmla="*/ 45757 h 54290"/>
                <a:gd name="csX27" fmla="*/ 53351 w 53651"/>
                <a:gd name="csY27" fmla="*/ 48125 h 54290"/>
                <a:gd name="csX28" fmla="*/ 52298 w 53651"/>
                <a:gd name="csY28" fmla="*/ 50832 h 54290"/>
                <a:gd name="csX29" fmla="*/ 50005 w 53651"/>
                <a:gd name="csY29" fmla="*/ 53275 h 54290"/>
                <a:gd name="csX30" fmla="*/ 46358 w 53651"/>
                <a:gd name="csY30" fmla="*/ 54291 h 54290"/>
                <a:gd name="csX31" fmla="*/ 36657 w 53651"/>
                <a:gd name="csY31" fmla="*/ 51057 h 54290"/>
                <a:gd name="csX32" fmla="*/ 34401 w 53651"/>
                <a:gd name="csY32" fmla="*/ 47861 h 54290"/>
                <a:gd name="csX33" fmla="*/ 33613 w 53651"/>
                <a:gd name="csY33" fmla="*/ 44629 h 54290"/>
                <a:gd name="csX34" fmla="*/ 33499 w 53651"/>
                <a:gd name="csY34" fmla="*/ 40041 h 54290"/>
                <a:gd name="csX35" fmla="*/ 33010 w 53651"/>
                <a:gd name="csY35" fmla="*/ 33612 h 54290"/>
                <a:gd name="csX36" fmla="*/ 30567 w 53651"/>
                <a:gd name="csY36" fmla="*/ 29740 h 54290"/>
                <a:gd name="csX37" fmla="*/ 23386 w 53651"/>
                <a:gd name="csY37" fmla="*/ 27107 h 54290"/>
                <a:gd name="csX38" fmla="*/ 14551 w 53651"/>
                <a:gd name="csY38" fmla="*/ 27107 h 54290"/>
                <a:gd name="csX39" fmla="*/ 14551 w 53651"/>
                <a:gd name="csY39" fmla="*/ 46583 h 54290"/>
                <a:gd name="csX40" fmla="*/ 15490 w 53651"/>
                <a:gd name="csY40" fmla="*/ 49516 h 54290"/>
                <a:gd name="csX41" fmla="*/ 20642 w 53651"/>
                <a:gd name="csY41" fmla="*/ 50230 h 54290"/>
                <a:gd name="csX42" fmla="*/ 22483 w 53651"/>
                <a:gd name="csY42" fmla="*/ 50230 h 54290"/>
                <a:gd name="csX43" fmla="*/ 22483 w 53651"/>
                <a:gd name="csY43" fmla="*/ 52599 h 54290"/>
                <a:gd name="csX44" fmla="*/ 11242 w 53651"/>
                <a:gd name="csY44" fmla="*/ 52373 h 54290"/>
                <a:gd name="csX45" fmla="*/ 0 w 53651"/>
                <a:gd name="csY45" fmla="*/ 52599 h 54290"/>
                <a:gd name="csX46" fmla="*/ 14551 w 53651"/>
                <a:gd name="csY46" fmla="*/ 25416 h 54290"/>
                <a:gd name="csX47" fmla="*/ 23085 w 53651"/>
                <a:gd name="csY47" fmla="*/ 25416 h 54290"/>
                <a:gd name="csX48" fmla="*/ 29928 w 53651"/>
                <a:gd name="csY48" fmla="*/ 24439 h 54290"/>
                <a:gd name="csX49" fmla="*/ 34026 w 53651"/>
                <a:gd name="csY49" fmla="*/ 21619 h 54290"/>
                <a:gd name="csX50" fmla="*/ 35831 w 53651"/>
                <a:gd name="csY50" fmla="*/ 18009 h 54290"/>
                <a:gd name="csX51" fmla="*/ 36319 w 53651"/>
                <a:gd name="csY51" fmla="*/ 13873 h 54290"/>
                <a:gd name="csX52" fmla="*/ 35718 w 53651"/>
                <a:gd name="csY52" fmla="*/ 9136 h 54290"/>
                <a:gd name="csX53" fmla="*/ 33800 w 53651"/>
                <a:gd name="csY53" fmla="*/ 5903 h 54290"/>
                <a:gd name="csX54" fmla="*/ 31169 w 53651"/>
                <a:gd name="csY54" fmla="*/ 3948 h 54290"/>
                <a:gd name="csX55" fmla="*/ 27822 w 53651"/>
                <a:gd name="csY55" fmla="*/ 2857 h 54290"/>
                <a:gd name="csX56" fmla="*/ 24401 w 53651"/>
                <a:gd name="csY56" fmla="*/ 2482 h 54290"/>
                <a:gd name="csX57" fmla="*/ 20792 w 53651"/>
                <a:gd name="csY57" fmla="*/ 2406 h 54290"/>
                <a:gd name="csX58" fmla="*/ 16242 w 53651"/>
                <a:gd name="csY58" fmla="*/ 2557 h 54290"/>
                <a:gd name="csX59" fmla="*/ 15040 w 53651"/>
                <a:gd name="csY59" fmla="*/ 3046 h 54290"/>
                <a:gd name="csX60" fmla="*/ 14625 w 53651"/>
                <a:gd name="csY60" fmla="*/ 3948 h 54290"/>
                <a:gd name="csX61" fmla="*/ 14551 w 53651"/>
                <a:gd name="csY61" fmla="*/ 5489 h 54290"/>
                <a:gd name="csX62" fmla="*/ 14551 w 53651"/>
                <a:gd name="csY62" fmla="*/ 25416 h 5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3651" h="54290">
                  <a:moveTo>
                    <a:pt x="0" y="52599"/>
                  </a:moveTo>
                  <a:lnTo>
                    <a:pt x="0" y="50230"/>
                  </a:lnTo>
                  <a:lnTo>
                    <a:pt x="1843" y="50230"/>
                  </a:lnTo>
                  <a:cubicBezTo>
                    <a:pt x="4625" y="50230"/>
                    <a:pt x="6329" y="50004"/>
                    <a:pt x="6956" y="49553"/>
                  </a:cubicBezTo>
                  <a:cubicBezTo>
                    <a:pt x="7607" y="49077"/>
                    <a:pt x="7933" y="48087"/>
                    <a:pt x="7933" y="46583"/>
                  </a:cubicBezTo>
                  <a:lnTo>
                    <a:pt x="7933" y="6015"/>
                  </a:lnTo>
                  <a:cubicBezTo>
                    <a:pt x="7933" y="4536"/>
                    <a:pt x="7607" y="3571"/>
                    <a:pt x="6956" y="3121"/>
                  </a:cubicBezTo>
                  <a:cubicBezTo>
                    <a:pt x="6304" y="2644"/>
                    <a:pt x="4599" y="2406"/>
                    <a:pt x="1843" y="2406"/>
                  </a:cubicBezTo>
                  <a:lnTo>
                    <a:pt x="0" y="2406"/>
                  </a:lnTo>
                  <a:lnTo>
                    <a:pt x="0" y="0"/>
                  </a:lnTo>
                  <a:lnTo>
                    <a:pt x="24175" y="0"/>
                  </a:lnTo>
                  <a:cubicBezTo>
                    <a:pt x="29765" y="0"/>
                    <a:pt x="34502" y="1379"/>
                    <a:pt x="38388" y="4136"/>
                  </a:cubicBezTo>
                  <a:cubicBezTo>
                    <a:pt x="42297" y="6868"/>
                    <a:pt x="44252" y="10113"/>
                    <a:pt x="44252" y="13873"/>
                  </a:cubicBezTo>
                  <a:cubicBezTo>
                    <a:pt x="44252" y="16756"/>
                    <a:pt x="42986" y="19325"/>
                    <a:pt x="40455" y="21581"/>
                  </a:cubicBezTo>
                  <a:cubicBezTo>
                    <a:pt x="37923" y="23837"/>
                    <a:pt x="34702" y="25454"/>
                    <a:pt x="30793" y="26431"/>
                  </a:cubicBezTo>
                  <a:cubicBezTo>
                    <a:pt x="35881" y="28185"/>
                    <a:pt x="39014" y="31156"/>
                    <a:pt x="40192" y="35342"/>
                  </a:cubicBezTo>
                  <a:lnTo>
                    <a:pt x="41169" y="41507"/>
                  </a:lnTo>
                  <a:cubicBezTo>
                    <a:pt x="41370" y="42986"/>
                    <a:pt x="41533" y="44101"/>
                    <a:pt x="41658" y="44853"/>
                  </a:cubicBezTo>
                  <a:cubicBezTo>
                    <a:pt x="41808" y="45605"/>
                    <a:pt x="41996" y="46495"/>
                    <a:pt x="42222" y="47523"/>
                  </a:cubicBezTo>
                  <a:cubicBezTo>
                    <a:pt x="42447" y="48551"/>
                    <a:pt x="42673" y="49315"/>
                    <a:pt x="42899" y="49817"/>
                  </a:cubicBezTo>
                  <a:cubicBezTo>
                    <a:pt x="43150" y="50293"/>
                    <a:pt x="43450" y="50794"/>
                    <a:pt x="43801" y="51320"/>
                  </a:cubicBezTo>
                  <a:cubicBezTo>
                    <a:pt x="44152" y="51822"/>
                    <a:pt x="44553" y="52160"/>
                    <a:pt x="45004" y="52336"/>
                  </a:cubicBezTo>
                  <a:cubicBezTo>
                    <a:pt x="45481" y="52511"/>
                    <a:pt x="46032" y="52599"/>
                    <a:pt x="46659" y="52599"/>
                  </a:cubicBezTo>
                  <a:cubicBezTo>
                    <a:pt x="47836" y="52599"/>
                    <a:pt x="48927" y="52072"/>
                    <a:pt x="49930" y="51019"/>
                  </a:cubicBezTo>
                  <a:cubicBezTo>
                    <a:pt x="50932" y="49967"/>
                    <a:pt x="51534" y="48213"/>
                    <a:pt x="51734" y="45757"/>
                  </a:cubicBezTo>
                  <a:cubicBezTo>
                    <a:pt x="51835" y="44929"/>
                    <a:pt x="52148" y="44515"/>
                    <a:pt x="52674" y="44515"/>
                  </a:cubicBezTo>
                  <a:cubicBezTo>
                    <a:pt x="53326" y="44515"/>
                    <a:pt x="53652" y="44929"/>
                    <a:pt x="53652" y="45757"/>
                  </a:cubicBezTo>
                  <a:cubicBezTo>
                    <a:pt x="53652" y="46483"/>
                    <a:pt x="53552" y="47272"/>
                    <a:pt x="53351" y="48125"/>
                  </a:cubicBezTo>
                  <a:cubicBezTo>
                    <a:pt x="53151" y="48952"/>
                    <a:pt x="52800" y="49854"/>
                    <a:pt x="52298" y="50832"/>
                  </a:cubicBezTo>
                  <a:cubicBezTo>
                    <a:pt x="51822" y="51810"/>
                    <a:pt x="51058" y="52624"/>
                    <a:pt x="50005" y="53275"/>
                  </a:cubicBezTo>
                  <a:cubicBezTo>
                    <a:pt x="48952" y="53952"/>
                    <a:pt x="47736" y="54291"/>
                    <a:pt x="46358" y="54291"/>
                  </a:cubicBezTo>
                  <a:cubicBezTo>
                    <a:pt x="42348" y="54291"/>
                    <a:pt x="39114" y="53213"/>
                    <a:pt x="36657" y="51057"/>
                  </a:cubicBezTo>
                  <a:cubicBezTo>
                    <a:pt x="35630" y="50129"/>
                    <a:pt x="34878" y="49064"/>
                    <a:pt x="34401" y="47861"/>
                  </a:cubicBezTo>
                  <a:cubicBezTo>
                    <a:pt x="33951" y="46659"/>
                    <a:pt x="33688" y="45581"/>
                    <a:pt x="33613" y="44629"/>
                  </a:cubicBezTo>
                  <a:cubicBezTo>
                    <a:pt x="33537" y="43675"/>
                    <a:pt x="33499" y="42146"/>
                    <a:pt x="33499" y="40041"/>
                  </a:cubicBezTo>
                  <a:cubicBezTo>
                    <a:pt x="33499" y="37058"/>
                    <a:pt x="33336" y="34915"/>
                    <a:pt x="33010" y="33612"/>
                  </a:cubicBezTo>
                  <a:cubicBezTo>
                    <a:pt x="32710" y="32308"/>
                    <a:pt x="31896" y="31018"/>
                    <a:pt x="30567" y="29740"/>
                  </a:cubicBezTo>
                  <a:cubicBezTo>
                    <a:pt x="28762" y="27985"/>
                    <a:pt x="26368" y="27107"/>
                    <a:pt x="23386" y="27107"/>
                  </a:cubicBezTo>
                  <a:lnTo>
                    <a:pt x="14551" y="27107"/>
                  </a:lnTo>
                  <a:lnTo>
                    <a:pt x="14551" y="46583"/>
                  </a:lnTo>
                  <a:cubicBezTo>
                    <a:pt x="14551" y="48062"/>
                    <a:pt x="14864" y="49039"/>
                    <a:pt x="15490" y="49516"/>
                  </a:cubicBezTo>
                  <a:cubicBezTo>
                    <a:pt x="16142" y="49992"/>
                    <a:pt x="17859" y="50230"/>
                    <a:pt x="20642" y="50230"/>
                  </a:cubicBezTo>
                  <a:lnTo>
                    <a:pt x="22483" y="50230"/>
                  </a:lnTo>
                  <a:lnTo>
                    <a:pt x="22483" y="52599"/>
                  </a:lnTo>
                  <a:cubicBezTo>
                    <a:pt x="20628" y="52448"/>
                    <a:pt x="16881" y="52373"/>
                    <a:pt x="11242" y="52373"/>
                  </a:cubicBezTo>
                  <a:cubicBezTo>
                    <a:pt x="5602" y="52373"/>
                    <a:pt x="1855" y="52448"/>
                    <a:pt x="0" y="52599"/>
                  </a:cubicBezTo>
                  <a:moveTo>
                    <a:pt x="14551" y="25416"/>
                  </a:moveTo>
                  <a:lnTo>
                    <a:pt x="23085" y="25416"/>
                  </a:lnTo>
                  <a:cubicBezTo>
                    <a:pt x="25817" y="25416"/>
                    <a:pt x="28098" y="25090"/>
                    <a:pt x="29928" y="24439"/>
                  </a:cubicBezTo>
                  <a:cubicBezTo>
                    <a:pt x="31782" y="23761"/>
                    <a:pt x="33148" y="22822"/>
                    <a:pt x="34026" y="21619"/>
                  </a:cubicBezTo>
                  <a:cubicBezTo>
                    <a:pt x="34903" y="20415"/>
                    <a:pt x="35505" y="19212"/>
                    <a:pt x="35831" y="18009"/>
                  </a:cubicBezTo>
                  <a:cubicBezTo>
                    <a:pt x="36156" y="16781"/>
                    <a:pt x="36319" y="15402"/>
                    <a:pt x="36319" y="13873"/>
                  </a:cubicBezTo>
                  <a:cubicBezTo>
                    <a:pt x="36319" y="12069"/>
                    <a:pt x="36119" y="10490"/>
                    <a:pt x="35718" y="9136"/>
                  </a:cubicBezTo>
                  <a:cubicBezTo>
                    <a:pt x="35317" y="7782"/>
                    <a:pt x="34677" y="6705"/>
                    <a:pt x="33800" y="5903"/>
                  </a:cubicBezTo>
                  <a:cubicBezTo>
                    <a:pt x="32923" y="5101"/>
                    <a:pt x="32046" y="4449"/>
                    <a:pt x="31169" y="3948"/>
                  </a:cubicBezTo>
                  <a:cubicBezTo>
                    <a:pt x="30291" y="3421"/>
                    <a:pt x="29176" y="3058"/>
                    <a:pt x="27822" y="2857"/>
                  </a:cubicBezTo>
                  <a:cubicBezTo>
                    <a:pt x="26469" y="2657"/>
                    <a:pt x="25328" y="2532"/>
                    <a:pt x="24401" y="2482"/>
                  </a:cubicBezTo>
                  <a:cubicBezTo>
                    <a:pt x="23474" y="2431"/>
                    <a:pt x="22270" y="2406"/>
                    <a:pt x="20792" y="2406"/>
                  </a:cubicBezTo>
                  <a:cubicBezTo>
                    <a:pt x="18285" y="2406"/>
                    <a:pt x="16769" y="2456"/>
                    <a:pt x="16242" y="2557"/>
                  </a:cubicBezTo>
                  <a:cubicBezTo>
                    <a:pt x="15666" y="2606"/>
                    <a:pt x="15265" y="2770"/>
                    <a:pt x="15040" y="3046"/>
                  </a:cubicBezTo>
                  <a:cubicBezTo>
                    <a:pt x="14813" y="3321"/>
                    <a:pt x="14675" y="3622"/>
                    <a:pt x="14625" y="3948"/>
                  </a:cubicBezTo>
                  <a:cubicBezTo>
                    <a:pt x="14575" y="4249"/>
                    <a:pt x="14551" y="4762"/>
                    <a:pt x="14551" y="5489"/>
                  </a:cubicBezTo>
                  <a:lnTo>
                    <a:pt x="14551" y="2541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7" name="Freeform 3286">
              <a:extLst>
                <a:ext uri="{FF2B5EF4-FFF2-40B4-BE49-F238E27FC236}">
                  <a16:creationId xmlns:a16="http://schemas.microsoft.com/office/drawing/2014/main" id="{AD81F5BF-88F5-A5E4-4250-1CFE86804832}"/>
                </a:ext>
              </a:extLst>
            </p:cNvPr>
            <p:cNvSpPr/>
            <p:nvPr/>
          </p:nvSpPr>
          <p:spPr>
            <a:xfrm>
              <a:off x="4972433" y="3755775"/>
              <a:ext cx="29814" cy="35379"/>
            </a:xfrm>
            <a:custGeom>
              <a:avLst/>
              <a:gdLst>
                <a:gd name="csX0" fmla="*/ 0 w 29814"/>
                <a:gd name="csY0" fmla="*/ 17559 h 35379"/>
                <a:gd name="csX1" fmla="*/ 4663 w 29814"/>
                <a:gd name="csY1" fmla="*/ 5151 h 35379"/>
                <a:gd name="csX2" fmla="*/ 16017 w 29814"/>
                <a:gd name="csY2" fmla="*/ 0 h 35379"/>
                <a:gd name="csX3" fmla="*/ 26281 w 29814"/>
                <a:gd name="csY3" fmla="*/ 4399 h 35379"/>
                <a:gd name="csX4" fmla="*/ 29815 w 29814"/>
                <a:gd name="csY4" fmla="*/ 15115 h 35379"/>
                <a:gd name="csX5" fmla="*/ 29514 w 29814"/>
                <a:gd name="csY5" fmla="*/ 16506 h 35379"/>
                <a:gd name="csX6" fmla="*/ 27897 w 29814"/>
                <a:gd name="csY6" fmla="*/ 16731 h 35379"/>
                <a:gd name="csX7" fmla="*/ 6392 w 29814"/>
                <a:gd name="csY7" fmla="*/ 16731 h 35379"/>
                <a:gd name="csX8" fmla="*/ 8723 w 29814"/>
                <a:gd name="csY8" fmla="*/ 28274 h 35379"/>
                <a:gd name="csX9" fmla="*/ 17408 w 29814"/>
                <a:gd name="csY9" fmla="*/ 33424 h 35379"/>
                <a:gd name="csX10" fmla="*/ 19062 w 29814"/>
                <a:gd name="csY10" fmla="*/ 33273 h 35379"/>
                <a:gd name="csX11" fmla="*/ 21807 w 29814"/>
                <a:gd name="csY11" fmla="*/ 32485 h 35379"/>
                <a:gd name="csX12" fmla="*/ 25266 w 29814"/>
                <a:gd name="csY12" fmla="*/ 30041 h 35379"/>
                <a:gd name="csX13" fmla="*/ 27822 w 29814"/>
                <a:gd name="csY13" fmla="*/ 25492 h 35379"/>
                <a:gd name="csX14" fmla="*/ 28800 w 29814"/>
                <a:gd name="csY14" fmla="*/ 24439 h 35379"/>
                <a:gd name="csX15" fmla="*/ 29815 w 29814"/>
                <a:gd name="csY15" fmla="*/ 25341 h 35379"/>
                <a:gd name="csX16" fmla="*/ 29064 w 29814"/>
                <a:gd name="csY16" fmla="*/ 27559 h 35379"/>
                <a:gd name="csX17" fmla="*/ 26958 w 29814"/>
                <a:gd name="csY17" fmla="*/ 30868 h 35379"/>
                <a:gd name="csX18" fmla="*/ 22859 w 29814"/>
                <a:gd name="csY18" fmla="*/ 34026 h 35379"/>
                <a:gd name="csX19" fmla="*/ 16956 w 29814"/>
                <a:gd name="csY19" fmla="*/ 35380 h 35379"/>
                <a:gd name="csX20" fmla="*/ 5076 w 29814"/>
                <a:gd name="csY20" fmla="*/ 30266 h 35379"/>
                <a:gd name="csX21" fmla="*/ 0 w 29814"/>
                <a:gd name="csY21" fmla="*/ 17559 h 35379"/>
                <a:gd name="csX22" fmla="*/ 6467 w 29814"/>
                <a:gd name="csY22" fmla="*/ 15115 h 35379"/>
                <a:gd name="csX23" fmla="*/ 24739 w 29814"/>
                <a:gd name="csY23" fmla="*/ 15115 h 35379"/>
                <a:gd name="csX24" fmla="*/ 24439 w 29814"/>
                <a:gd name="csY24" fmla="*/ 11693 h 35379"/>
                <a:gd name="csX25" fmla="*/ 23348 w 29814"/>
                <a:gd name="csY25" fmla="*/ 7406 h 35379"/>
                <a:gd name="csX26" fmla="*/ 20679 w 29814"/>
                <a:gd name="csY26" fmla="*/ 3309 h 35379"/>
                <a:gd name="csX27" fmla="*/ 16017 w 29814"/>
                <a:gd name="csY27" fmla="*/ 1729 h 35379"/>
                <a:gd name="csX28" fmla="*/ 13423 w 29814"/>
                <a:gd name="csY28" fmla="*/ 2256 h 35379"/>
                <a:gd name="csX29" fmla="*/ 10489 w 29814"/>
                <a:gd name="csY29" fmla="*/ 4061 h 35379"/>
                <a:gd name="csX30" fmla="*/ 7746 w 29814"/>
                <a:gd name="csY30" fmla="*/ 8234 h 35379"/>
                <a:gd name="csX31" fmla="*/ 6467 w 29814"/>
                <a:gd name="csY31" fmla="*/ 15115 h 35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29814" h="35379">
                  <a:moveTo>
                    <a:pt x="0" y="17559"/>
                  </a:moveTo>
                  <a:cubicBezTo>
                    <a:pt x="0" y="12721"/>
                    <a:pt x="1554" y="8585"/>
                    <a:pt x="4663" y="5151"/>
                  </a:cubicBezTo>
                  <a:cubicBezTo>
                    <a:pt x="7770" y="1717"/>
                    <a:pt x="11555" y="0"/>
                    <a:pt x="16017" y="0"/>
                  </a:cubicBezTo>
                  <a:cubicBezTo>
                    <a:pt x="20528" y="0"/>
                    <a:pt x="23950" y="1466"/>
                    <a:pt x="26281" y="4399"/>
                  </a:cubicBezTo>
                  <a:cubicBezTo>
                    <a:pt x="28637" y="7331"/>
                    <a:pt x="29815" y="10903"/>
                    <a:pt x="29815" y="15115"/>
                  </a:cubicBezTo>
                  <a:cubicBezTo>
                    <a:pt x="29815" y="15891"/>
                    <a:pt x="29715" y="16355"/>
                    <a:pt x="29514" y="16506"/>
                  </a:cubicBezTo>
                  <a:cubicBezTo>
                    <a:pt x="29314" y="16656"/>
                    <a:pt x="28775" y="16731"/>
                    <a:pt x="27897" y="16731"/>
                  </a:cubicBezTo>
                  <a:lnTo>
                    <a:pt x="6392" y="16731"/>
                  </a:lnTo>
                  <a:cubicBezTo>
                    <a:pt x="6392" y="21970"/>
                    <a:pt x="7169" y="25818"/>
                    <a:pt x="8723" y="28274"/>
                  </a:cubicBezTo>
                  <a:cubicBezTo>
                    <a:pt x="10879" y="31708"/>
                    <a:pt x="13774" y="33424"/>
                    <a:pt x="17408" y="33424"/>
                  </a:cubicBezTo>
                  <a:cubicBezTo>
                    <a:pt x="17909" y="33424"/>
                    <a:pt x="18461" y="33374"/>
                    <a:pt x="19062" y="33273"/>
                  </a:cubicBezTo>
                  <a:cubicBezTo>
                    <a:pt x="19664" y="33174"/>
                    <a:pt x="20579" y="32911"/>
                    <a:pt x="21807" y="32485"/>
                  </a:cubicBezTo>
                  <a:cubicBezTo>
                    <a:pt x="23035" y="32033"/>
                    <a:pt x="24188" y="31218"/>
                    <a:pt x="25266" y="30041"/>
                  </a:cubicBezTo>
                  <a:cubicBezTo>
                    <a:pt x="26344" y="28863"/>
                    <a:pt x="27196" y="27346"/>
                    <a:pt x="27822" y="25492"/>
                  </a:cubicBezTo>
                  <a:cubicBezTo>
                    <a:pt x="27973" y="24765"/>
                    <a:pt x="28299" y="24414"/>
                    <a:pt x="28800" y="24439"/>
                  </a:cubicBezTo>
                  <a:cubicBezTo>
                    <a:pt x="29477" y="24439"/>
                    <a:pt x="29815" y="24739"/>
                    <a:pt x="29815" y="25341"/>
                  </a:cubicBezTo>
                  <a:cubicBezTo>
                    <a:pt x="29815" y="25792"/>
                    <a:pt x="29564" y="26532"/>
                    <a:pt x="29064" y="27559"/>
                  </a:cubicBezTo>
                  <a:cubicBezTo>
                    <a:pt x="28587" y="28561"/>
                    <a:pt x="27885" y="29664"/>
                    <a:pt x="26958" y="30868"/>
                  </a:cubicBezTo>
                  <a:cubicBezTo>
                    <a:pt x="26030" y="32071"/>
                    <a:pt x="24664" y="33123"/>
                    <a:pt x="22859" y="34026"/>
                  </a:cubicBezTo>
                  <a:cubicBezTo>
                    <a:pt x="21080" y="34928"/>
                    <a:pt x="19112" y="35380"/>
                    <a:pt x="16956" y="35380"/>
                  </a:cubicBezTo>
                  <a:cubicBezTo>
                    <a:pt x="12445" y="35380"/>
                    <a:pt x="8484" y="33675"/>
                    <a:pt x="5076" y="30266"/>
                  </a:cubicBezTo>
                  <a:cubicBezTo>
                    <a:pt x="1692" y="26832"/>
                    <a:pt x="0" y="22596"/>
                    <a:pt x="0" y="17559"/>
                  </a:cubicBezTo>
                  <a:moveTo>
                    <a:pt x="6467" y="15115"/>
                  </a:moveTo>
                  <a:lnTo>
                    <a:pt x="24739" y="15115"/>
                  </a:lnTo>
                  <a:cubicBezTo>
                    <a:pt x="24739" y="14037"/>
                    <a:pt x="24639" y="12896"/>
                    <a:pt x="24439" y="11693"/>
                  </a:cubicBezTo>
                  <a:cubicBezTo>
                    <a:pt x="24263" y="10490"/>
                    <a:pt x="23900" y="9061"/>
                    <a:pt x="23348" y="7406"/>
                  </a:cubicBezTo>
                  <a:cubicBezTo>
                    <a:pt x="22822" y="5728"/>
                    <a:pt x="21932" y="4362"/>
                    <a:pt x="20679" y="3309"/>
                  </a:cubicBezTo>
                  <a:cubicBezTo>
                    <a:pt x="19426" y="2256"/>
                    <a:pt x="17871" y="1729"/>
                    <a:pt x="16017" y="1729"/>
                  </a:cubicBezTo>
                  <a:cubicBezTo>
                    <a:pt x="15190" y="1729"/>
                    <a:pt x="14325" y="1905"/>
                    <a:pt x="13423" y="2256"/>
                  </a:cubicBezTo>
                  <a:cubicBezTo>
                    <a:pt x="12545" y="2607"/>
                    <a:pt x="11567" y="3209"/>
                    <a:pt x="10489" y="4061"/>
                  </a:cubicBezTo>
                  <a:cubicBezTo>
                    <a:pt x="9412" y="4913"/>
                    <a:pt x="8498" y="6304"/>
                    <a:pt x="7746" y="8234"/>
                  </a:cubicBezTo>
                  <a:cubicBezTo>
                    <a:pt x="6994" y="10164"/>
                    <a:pt x="6567" y="12458"/>
                    <a:pt x="6467" y="15115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" name="Freeform 3287">
              <a:extLst>
                <a:ext uri="{FF2B5EF4-FFF2-40B4-BE49-F238E27FC236}">
                  <a16:creationId xmlns:a16="http://schemas.microsoft.com/office/drawing/2014/main" id="{335A698C-2D47-99B7-B5CD-F096939BBA00}"/>
                </a:ext>
              </a:extLst>
            </p:cNvPr>
            <p:cNvSpPr/>
            <p:nvPr/>
          </p:nvSpPr>
          <p:spPr>
            <a:xfrm>
              <a:off x="5006282" y="3737691"/>
              <a:ext cx="42260" cy="52598"/>
            </a:xfrm>
            <a:custGeom>
              <a:avLst/>
              <a:gdLst>
                <a:gd name="csX0" fmla="*/ 0 w 42260"/>
                <a:gd name="csY0" fmla="*/ 52599 h 52598"/>
                <a:gd name="csX1" fmla="*/ 0 w 42260"/>
                <a:gd name="csY1" fmla="*/ 50230 h 52598"/>
                <a:gd name="csX2" fmla="*/ 1843 w 42260"/>
                <a:gd name="csY2" fmla="*/ 50230 h 52598"/>
                <a:gd name="csX3" fmla="*/ 6956 w 42260"/>
                <a:gd name="csY3" fmla="*/ 49553 h 52598"/>
                <a:gd name="csX4" fmla="*/ 7933 w 42260"/>
                <a:gd name="csY4" fmla="*/ 46583 h 52598"/>
                <a:gd name="csX5" fmla="*/ 7933 w 42260"/>
                <a:gd name="csY5" fmla="*/ 6015 h 52598"/>
                <a:gd name="csX6" fmla="*/ 6956 w 42260"/>
                <a:gd name="csY6" fmla="*/ 3121 h 52598"/>
                <a:gd name="csX7" fmla="*/ 1843 w 42260"/>
                <a:gd name="csY7" fmla="*/ 2406 h 52598"/>
                <a:gd name="csX8" fmla="*/ 0 w 42260"/>
                <a:gd name="csY8" fmla="*/ 2406 h 52598"/>
                <a:gd name="csX9" fmla="*/ 0 w 42260"/>
                <a:gd name="csY9" fmla="*/ 0 h 52598"/>
                <a:gd name="csX10" fmla="*/ 11693 w 42260"/>
                <a:gd name="csY10" fmla="*/ 226 h 52598"/>
                <a:gd name="csX11" fmla="*/ 24627 w 42260"/>
                <a:gd name="csY11" fmla="*/ 0 h 52598"/>
                <a:gd name="csX12" fmla="*/ 24627 w 42260"/>
                <a:gd name="csY12" fmla="*/ 2406 h 52598"/>
                <a:gd name="csX13" fmla="*/ 22070 w 42260"/>
                <a:gd name="csY13" fmla="*/ 2406 h 52598"/>
                <a:gd name="csX14" fmla="*/ 16919 w 42260"/>
                <a:gd name="csY14" fmla="*/ 2857 h 52598"/>
                <a:gd name="csX15" fmla="*/ 15040 w 42260"/>
                <a:gd name="csY15" fmla="*/ 3948 h 52598"/>
                <a:gd name="csX16" fmla="*/ 14776 w 42260"/>
                <a:gd name="csY16" fmla="*/ 6091 h 52598"/>
                <a:gd name="csX17" fmla="*/ 14776 w 42260"/>
                <a:gd name="csY17" fmla="*/ 47147 h 52598"/>
                <a:gd name="csX18" fmla="*/ 15340 w 42260"/>
                <a:gd name="csY18" fmla="*/ 49704 h 52598"/>
                <a:gd name="csX19" fmla="*/ 18536 w 42260"/>
                <a:gd name="csY19" fmla="*/ 50230 h 52598"/>
                <a:gd name="csX20" fmla="*/ 24853 w 42260"/>
                <a:gd name="csY20" fmla="*/ 50230 h 52598"/>
                <a:gd name="csX21" fmla="*/ 31583 w 42260"/>
                <a:gd name="csY21" fmla="*/ 49064 h 52598"/>
                <a:gd name="csX22" fmla="*/ 35906 w 42260"/>
                <a:gd name="csY22" fmla="*/ 46433 h 52598"/>
                <a:gd name="csX23" fmla="*/ 38388 w 42260"/>
                <a:gd name="csY23" fmla="*/ 42222 h 52598"/>
                <a:gd name="csX24" fmla="*/ 39703 w 42260"/>
                <a:gd name="csY24" fmla="*/ 37673 h 52598"/>
                <a:gd name="csX25" fmla="*/ 40343 w 42260"/>
                <a:gd name="csY25" fmla="*/ 32747 h 52598"/>
                <a:gd name="csX26" fmla="*/ 42260 w 42260"/>
                <a:gd name="csY26" fmla="*/ 32747 h 52598"/>
                <a:gd name="csX27" fmla="*/ 40117 w 42260"/>
                <a:gd name="csY27" fmla="*/ 52599 h 52598"/>
                <a:gd name="csX28" fmla="*/ 0 w 42260"/>
                <a:gd name="csY28" fmla="*/ 52599 h 52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2260" h="52598">
                  <a:moveTo>
                    <a:pt x="0" y="52599"/>
                  </a:moveTo>
                  <a:lnTo>
                    <a:pt x="0" y="50230"/>
                  </a:lnTo>
                  <a:lnTo>
                    <a:pt x="1843" y="50230"/>
                  </a:lnTo>
                  <a:cubicBezTo>
                    <a:pt x="4625" y="50230"/>
                    <a:pt x="6329" y="50004"/>
                    <a:pt x="6956" y="49553"/>
                  </a:cubicBezTo>
                  <a:cubicBezTo>
                    <a:pt x="7607" y="49077"/>
                    <a:pt x="7933" y="48087"/>
                    <a:pt x="7933" y="46583"/>
                  </a:cubicBezTo>
                  <a:lnTo>
                    <a:pt x="7933" y="6015"/>
                  </a:lnTo>
                  <a:cubicBezTo>
                    <a:pt x="7933" y="4536"/>
                    <a:pt x="7607" y="3571"/>
                    <a:pt x="6956" y="3121"/>
                  </a:cubicBezTo>
                  <a:cubicBezTo>
                    <a:pt x="6305" y="2644"/>
                    <a:pt x="4600" y="2406"/>
                    <a:pt x="1843" y="2406"/>
                  </a:cubicBezTo>
                  <a:lnTo>
                    <a:pt x="0" y="2406"/>
                  </a:lnTo>
                  <a:lnTo>
                    <a:pt x="0" y="0"/>
                  </a:lnTo>
                  <a:cubicBezTo>
                    <a:pt x="1805" y="151"/>
                    <a:pt x="5703" y="226"/>
                    <a:pt x="11693" y="226"/>
                  </a:cubicBezTo>
                  <a:cubicBezTo>
                    <a:pt x="18461" y="226"/>
                    <a:pt x="22772" y="151"/>
                    <a:pt x="24627" y="0"/>
                  </a:cubicBezTo>
                  <a:lnTo>
                    <a:pt x="24627" y="2406"/>
                  </a:lnTo>
                  <a:lnTo>
                    <a:pt x="22070" y="2406"/>
                  </a:lnTo>
                  <a:cubicBezTo>
                    <a:pt x="19714" y="2406"/>
                    <a:pt x="17997" y="2556"/>
                    <a:pt x="16919" y="2857"/>
                  </a:cubicBezTo>
                  <a:cubicBezTo>
                    <a:pt x="15841" y="3158"/>
                    <a:pt x="15215" y="3522"/>
                    <a:pt x="15040" y="3948"/>
                  </a:cubicBezTo>
                  <a:cubicBezTo>
                    <a:pt x="14864" y="4349"/>
                    <a:pt x="14776" y="5063"/>
                    <a:pt x="14776" y="6091"/>
                  </a:cubicBezTo>
                  <a:lnTo>
                    <a:pt x="14776" y="47147"/>
                  </a:lnTo>
                  <a:cubicBezTo>
                    <a:pt x="14776" y="48476"/>
                    <a:pt x="14964" y="49328"/>
                    <a:pt x="15340" y="49704"/>
                  </a:cubicBezTo>
                  <a:cubicBezTo>
                    <a:pt x="15741" y="50055"/>
                    <a:pt x="16806" y="50230"/>
                    <a:pt x="18536" y="50230"/>
                  </a:cubicBezTo>
                  <a:lnTo>
                    <a:pt x="24853" y="50230"/>
                  </a:lnTo>
                  <a:cubicBezTo>
                    <a:pt x="27460" y="50230"/>
                    <a:pt x="29703" y="49841"/>
                    <a:pt x="31583" y="49064"/>
                  </a:cubicBezTo>
                  <a:cubicBezTo>
                    <a:pt x="33463" y="48287"/>
                    <a:pt x="34904" y="47410"/>
                    <a:pt x="35906" y="46433"/>
                  </a:cubicBezTo>
                  <a:cubicBezTo>
                    <a:pt x="36908" y="45455"/>
                    <a:pt x="37736" y="44052"/>
                    <a:pt x="38388" y="42222"/>
                  </a:cubicBezTo>
                  <a:cubicBezTo>
                    <a:pt x="39064" y="40367"/>
                    <a:pt x="39502" y="38851"/>
                    <a:pt x="39703" y="37673"/>
                  </a:cubicBezTo>
                  <a:cubicBezTo>
                    <a:pt x="39929" y="36495"/>
                    <a:pt x="40142" y="34853"/>
                    <a:pt x="40343" y="32747"/>
                  </a:cubicBezTo>
                  <a:lnTo>
                    <a:pt x="42260" y="32747"/>
                  </a:lnTo>
                  <a:lnTo>
                    <a:pt x="40117" y="52599"/>
                  </a:lnTo>
                  <a:lnTo>
                    <a:pt x="0" y="52599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9" name="Freeform 3288">
              <a:extLst>
                <a:ext uri="{FF2B5EF4-FFF2-40B4-BE49-F238E27FC236}">
                  <a16:creationId xmlns:a16="http://schemas.microsoft.com/office/drawing/2014/main" id="{3F126E76-956F-3BDF-C2A9-83F5C0267E38}"/>
                </a:ext>
              </a:extLst>
            </p:cNvPr>
            <p:cNvSpPr/>
            <p:nvPr/>
          </p:nvSpPr>
          <p:spPr>
            <a:xfrm>
              <a:off x="5053615" y="3737691"/>
              <a:ext cx="52561" cy="54290"/>
            </a:xfrm>
            <a:custGeom>
              <a:avLst/>
              <a:gdLst>
                <a:gd name="csX0" fmla="*/ 0 w 52561"/>
                <a:gd name="csY0" fmla="*/ 2406 h 54290"/>
                <a:gd name="csX1" fmla="*/ 0 w 52561"/>
                <a:gd name="csY1" fmla="*/ 0 h 54290"/>
                <a:gd name="csX2" fmla="*/ 11393 w 52561"/>
                <a:gd name="csY2" fmla="*/ 226 h 54290"/>
                <a:gd name="csX3" fmla="*/ 22709 w 52561"/>
                <a:gd name="csY3" fmla="*/ 0 h 54290"/>
                <a:gd name="csX4" fmla="*/ 22709 w 52561"/>
                <a:gd name="csY4" fmla="*/ 2406 h 54290"/>
                <a:gd name="csX5" fmla="*/ 20866 w 52561"/>
                <a:gd name="csY5" fmla="*/ 2406 h 54290"/>
                <a:gd name="csX6" fmla="*/ 15716 w 52561"/>
                <a:gd name="csY6" fmla="*/ 3121 h 54290"/>
                <a:gd name="csX7" fmla="*/ 14776 w 52561"/>
                <a:gd name="csY7" fmla="*/ 6015 h 54290"/>
                <a:gd name="csX8" fmla="*/ 14776 w 52561"/>
                <a:gd name="csY8" fmla="*/ 35342 h 54290"/>
                <a:gd name="csX9" fmla="*/ 16205 w 52561"/>
                <a:gd name="csY9" fmla="*/ 44065 h 54290"/>
                <a:gd name="csX10" fmla="*/ 19852 w 52561"/>
                <a:gd name="csY10" fmla="*/ 49178 h 54290"/>
                <a:gd name="csX11" fmla="*/ 23875 w 52561"/>
                <a:gd name="csY11" fmla="*/ 51358 h 54290"/>
                <a:gd name="csX12" fmla="*/ 27484 w 52561"/>
                <a:gd name="csY12" fmla="*/ 51922 h 54290"/>
                <a:gd name="csX13" fmla="*/ 37786 w 52561"/>
                <a:gd name="csY13" fmla="*/ 47260 h 54290"/>
                <a:gd name="csX14" fmla="*/ 42260 w 52561"/>
                <a:gd name="csY14" fmla="*/ 34816 h 54290"/>
                <a:gd name="csX15" fmla="*/ 42260 w 52561"/>
                <a:gd name="csY15" fmla="*/ 8084 h 54290"/>
                <a:gd name="csX16" fmla="*/ 42110 w 52561"/>
                <a:gd name="csY16" fmla="*/ 6241 h 54290"/>
                <a:gd name="csX17" fmla="*/ 41282 w 52561"/>
                <a:gd name="csY17" fmla="*/ 4512 h 54290"/>
                <a:gd name="csX18" fmla="*/ 38876 w 52561"/>
                <a:gd name="csY18" fmla="*/ 2932 h 54290"/>
                <a:gd name="csX19" fmla="*/ 34327 w 52561"/>
                <a:gd name="csY19" fmla="*/ 2406 h 54290"/>
                <a:gd name="csX20" fmla="*/ 34327 w 52561"/>
                <a:gd name="csY20" fmla="*/ 0 h 54290"/>
                <a:gd name="csX21" fmla="*/ 43501 w 52561"/>
                <a:gd name="csY21" fmla="*/ 226 h 54290"/>
                <a:gd name="csX22" fmla="*/ 52561 w 52561"/>
                <a:gd name="csY22" fmla="*/ 0 h 54290"/>
                <a:gd name="csX23" fmla="*/ 52561 w 52561"/>
                <a:gd name="csY23" fmla="*/ 2406 h 54290"/>
                <a:gd name="csX24" fmla="*/ 48012 w 52561"/>
                <a:gd name="csY24" fmla="*/ 2895 h 54290"/>
                <a:gd name="csX25" fmla="*/ 45606 w 52561"/>
                <a:gd name="csY25" fmla="*/ 4474 h 54290"/>
                <a:gd name="csX26" fmla="*/ 44778 w 52561"/>
                <a:gd name="csY26" fmla="*/ 6353 h 54290"/>
                <a:gd name="csX27" fmla="*/ 44629 w 52561"/>
                <a:gd name="csY27" fmla="*/ 8384 h 54290"/>
                <a:gd name="csX28" fmla="*/ 44629 w 52561"/>
                <a:gd name="csY28" fmla="*/ 33048 h 54290"/>
                <a:gd name="csX29" fmla="*/ 44403 w 52561"/>
                <a:gd name="csY29" fmla="*/ 38349 h 54290"/>
                <a:gd name="csX30" fmla="*/ 38613 w 52561"/>
                <a:gd name="csY30" fmla="*/ 49666 h 54290"/>
                <a:gd name="csX31" fmla="*/ 27333 w 52561"/>
                <a:gd name="csY31" fmla="*/ 54291 h 54290"/>
                <a:gd name="csX32" fmla="*/ 13648 w 52561"/>
                <a:gd name="csY32" fmla="*/ 48726 h 54290"/>
                <a:gd name="csX33" fmla="*/ 7933 w 52561"/>
                <a:gd name="csY33" fmla="*/ 35040 h 54290"/>
                <a:gd name="csX34" fmla="*/ 7933 w 52561"/>
                <a:gd name="csY34" fmla="*/ 6015 h 54290"/>
                <a:gd name="csX35" fmla="*/ 6956 w 52561"/>
                <a:gd name="csY35" fmla="*/ 3121 h 54290"/>
                <a:gd name="csX36" fmla="*/ 1843 w 52561"/>
                <a:gd name="csY36" fmla="*/ 2406 h 54290"/>
                <a:gd name="csX37" fmla="*/ 0 w 52561"/>
                <a:gd name="csY37" fmla="*/ 2406 h 5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52561" h="54290">
                  <a:moveTo>
                    <a:pt x="0" y="2406"/>
                  </a:moveTo>
                  <a:lnTo>
                    <a:pt x="0" y="0"/>
                  </a:lnTo>
                  <a:cubicBezTo>
                    <a:pt x="1805" y="151"/>
                    <a:pt x="5602" y="226"/>
                    <a:pt x="11393" y="226"/>
                  </a:cubicBezTo>
                  <a:cubicBezTo>
                    <a:pt x="17132" y="226"/>
                    <a:pt x="20904" y="151"/>
                    <a:pt x="22709" y="0"/>
                  </a:cubicBezTo>
                  <a:lnTo>
                    <a:pt x="22709" y="2406"/>
                  </a:lnTo>
                  <a:lnTo>
                    <a:pt x="20866" y="2406"/>
                  </a:lnTo>
                  <a:cubicBezTo>
                    <a:pt x="18085" y="2406"/>
                    <a:pt x="16368" y="2644"/>
                    <a:pt x="15716" y="3121"/>
                  </a:cubicBezTo>
                  <a:cubicBezTo>
                    <a:pt x="15090" y="3571"/>
                    <a:pt x="14776" y="4536"/>
                    <a:pt x="14776" y="6015"/>
                  </a:cubicBezTo>
                  <a:lnTo>
                    <a:pt x="14776" y="35342"/>
                  </a:lnTo>
                  <a:cubicBezTo>
                    <a:pt x="14776" y="38776"/>
                    <a:pt x="15253" y="41683"/>
                    <a:pt x="16205" y="44065"/>
                  </a:cubicBezTo>
                  <a:cubicBezTo>
                    <a:pt x="17157" y="46420"/>
                    <a:pt x="18373" y="48125"/>
                    <a:pt x="19852" y="49178"/>
                  </a:cubicBezTo>
                  <a:cubicBezTo>
                    <a:pt x="21331" y="50230"/>
                    <a:pt x="22672" y="50957"/>
                    <a:pt x="23875" y="51358"/>
                  </a:cubicBezTo>
                  <a:cubicBezTo>
                    <a:pt x="25103" y="51734"/>
                    <a:pt x="26306" y="51922"/>
                    <a:pt x="27484" y="51922"/>
                  </a:cubicBezTo>
                  <a:cubicBezTo>
                    <a:pt x="31394" y="51922"/>
                    <a:pt x="34828" y="50368"/>
                    <a:pt x="37786" y="47260"/>
                  </a:cubicBezTo>
                  <a:cubicBezTo>
                    <a:pt x="40769" y="44152"/>
                    <a:pt x="42260" y="40004"/>
                    <a:pt x="42260" y="34816"/>
                  </a:cubicBezTo>
                  <a:lnTo>
                    <a:pt x="42260" y="8084"/>
                  </a:lnTo>
                  <a:cubicBezTo>
                    <a:pt x="42260" y="7306"/>
                    <a:pt x="42210" y="6692"/>
                    <a:pt x="42110" y="6241"/>
                  </a:cubicBezTo>
                  <a:cubicBezTo>
                    <a:pt x="42009" y="5790"/>
                    <a:pt x="41733" y="5214"/>
                    <a:pt x="41282" y="4512"/>
                  </a:cubicBezTo>
                  <a:cubicBezTo>
                    <a:pt x="40856" y="3810"/>
                    <a:pt x="40054" y="3283"/>
                    <a:pt x="38876" y="2932"/>
                  </a:cubicBezTo>
                  <a:cubicBezTo>
                    <a:pt x="37698" y="2581"/>
                    <a:pt x="36181" y="2406"/>
                    <a:pt x="34327" y="2406"/>
                  </a:cubicBezTo>
                  <a:lnTo>
                    <a:pt x="34327" y="0"/>
                  </a:lnTo>
                  <a:cubicBezTo>
                    <a:pt x="39866" y="151"/>
                    <a:pt x="42924" y="226"/>
                    <a:pt x="43501" y="226"/>
                  </a:cubicBezTo>
                  <a:cubicBezTo>
                    <a:pt x="44002" y="226"/>
                    <a:pt x="47022" y="151"/>
                    <a:pt x="52561" y="0"/>
                  </a:cubicBezTo>
                  <a:lnTo>
                    <a:pt x="52561" y="2406"/>
                  </a:lnTo>
                  <a:cubicBezTo>
                    <a:pt x="50707" y="2406"/>
                    <a:pt x="49190" y="2569"/>
                    <a:pt x="48012" y="2895"/>
                  </a:cubicBezTo>
                  <a:cubicBezTo>
                    <a:pt x="46834" y="3221"/>
                    <a:pt x="46032" y="3747"/>
                    <a:pt x="45606" y="4474"/>
                  </a:cubicBezTo>
                  <a:cubicBezTo>
                    <a:pt x="45180" y="5201"/>
                    <a:pt x="44904" y="5828"/>
                    <a:pt x="44778" y="6353"/>
                  </a:cubicBezTo>
                  <a:cubicBezTo>
                    <a:pt x="44679" y="6855"/>
                    <a:pt x="44629" y="7532"/>
                    <a:pt x="44629" y="8384"/>
                  </a:cubicBezTo>
                  <a:lnTo>
                    <a:pt x="44629" y="33048"/>
                  </a:lnTo>
                  <a:cubicBezTo>
                    <a:pt x="44629" y="35555"/>
                    <a:pt x="44553" y="37322"/>
                    <a:pt x="44403" y="38349"/>
                  </a:cubicBezTo>
                  <a:cubicBezTo>
                    <a:pt x="43727" y="42811"/>
                    <a:pt x="41797" y="46583"/>
                    <a:pt x="38613" y="49666"/>
                  </a:cubicBezTo>
                  <a:cubicBezTo>
                    <a:pt x="35455" y="52749"/>
                    <a:pt x="31695" y="54291"/>
                    <a:pt x="27333" y="54291"/>
                  </a:cubicBezTo>
                  <a:cubicBezTo>
                    <a:pt x="22045" y="54291"/>
                    <a:pt x="17483" y="52436"/>
                    <a:pt x="13648" y="48726"/>
                  </a:cubicBezTo>
                  <a:cubicBezTo>
                    <a:pt x="9838" y="44991"/>
                    <a:pt x="7933" y="40429"/>
                    <a:pt x="7933" y="35040"/>
                  </a:cubicBezTo>
                  <a:lnTo>
                    <a:pt x="7933" y="6015"/>
                  </a:lnTo>
                  <a:cubicBezTo>
                    <a:pt x="7933" y="4536"/>
                    <a:pt x="7607" y="3571"/>
                    <a:pt x="6956" y="3121"/>
                  </a:cubicBezTo>
                  <a:cubicBezTo>
                    <a:pt x="6305" y="2644"/>
                    <a:pt x="4600" y="2406"/>
                    <a:pt x="1843" y="2406"/>
                  </a:cubicBezTo>
                  <a:lnTo>
                    <a:pt x="0" y="240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" name="Freeform 3289">
              <a:extLst>
                <a:ext uri="{FF2B5EF4-FFF2-40B4-BE49-F238E27FC236}">
                  <a16:creationId xmlns:a16="http://schemas.microsoft.com/office/drawing/2014/main" id="{115BB962-48E1-0B68-244D-18A4AA76A49E}"/>
                </a:ext>
              </a:extLst>
            </p:cNvPr>
            <p:cNvSpPr/>
            <p:nvPr/>
          </p:nvSpPr>
          <p:spPr>
            <a:xfrm>
              <a:off x="5113885" y="3777399"/>
              <a:ext cx="22686" cy="37082"/>
            </a:xfrm>
            <a:custGeom>
              <a:avLst/>
              <a:gdLst>
                <a:gd name="csX0" fmla="*/ 0 w 22686"/>
                <a:gd name="csY0" fmla="*/ 18659 h 37082"/>
                <a:gd name="csX1" fmla="*/ 2000 w 22686"/>
                <a:gd name="csY1" fmla="*/ 6421 h 37082"/>
                <a:gd name="csX2" fmla="*/ 11369 w 22686"/>
                <a:gd name="csY2" fmla="*/ 0 h 37082"/>
                <a:gd name="csX3" fmla="*/ 14211 w 22686"/>
                <a:gd name="csY3" fmla="*/ 395 h 37082"/>
                <a:gd name="csX4" fmla="*/ 17528 w 22686"/>
                <a:gd name="csY4" fmla="*/ 2210 h 37082"/>
                <a:gd name="csX5" fmla="*/ 20528 w 22686"/>
                <a:gd name="csY5" fmla="*/ 6027 h 37082"/>
                <a:gd name="csX6" fmla="*/ 22687 w 22686"/>
                <a:gd name="csY6" fmla="*/ 18659 h 37082"/>
                <a:gd name="csX7" fmla="*/ 20686 w 22686"/>
                <a:gd name="csY7" fmla="*/ 30819 h 37082"/>
                <a:gd name="csX8" fmla="*/ 11317 w 22686"/>
                <a:gd name="csY8" fmla="*/ 37082 h 37082"/>
                <a:gd name="csX9" fmla="*/ 6422 w 22686"/>
                <a:gd name="csY9" fmla="*/ 35845 h 37082"/>
                <a:gd name="csX10" fmla="*/ 2422 w 22686"/>
                <a:gd name="csY10" fmla="*/ 31634 h 37082"/>
                <a:gd name="csX11" fmla="*/ 0 w 22686"/>
                <a:gd name="csY11" fmla="*/ 18659 h 37082"/>
                <a:gd name="csX12" fmla="*/ 4474 w 22686"/>
                <a:gd name="csY12" fmla="*/ 18002 h 37082"/>
                <a:gd name="csX13" fmla="*/ 5053 w 22686"/>
                <a:gd name="csY13" fmla="*/ 29371 h 37082"/>
                <a:gd name="csX14" fmla="*/ 7501 w 22686"/>
                <a:gd name="csY14" fmla="*/ 34397 h 37082"/>
                <a:gd name="csX15" fmla="*/ 11317 w 22686"/>
                <a:gd name="csY15" fmla="*/ 35897 h 37082"/>
                <a:gd name="csX16" fmla="*/ 15264 w 22686"/>
                <a:gd name="csY16" fmla="*/ 34292 h 37082"/>
                <a:gd name="csX17" fmla="*/ 17634 w 22686"/>
                <a:gd name="csY17" fmla="*/ 29160 h 37082"/>
                <a:gd name="csX18" fmla="*/ 18213 w 22686"/>
                <a:gd name="csY18" fmla="*/ 18002 h 37082"/>
                <a:gd name="csX19" fmla="*/ 17686 w 22686"/>
                <a:gd name="csY19" fmla="*/ 7500 h 37082"/>
                <a:gd name="csX20" fmla="*/ 15080 w 22686"/>
                <a:gd name="csY20" fmla="*/ 2605 h 37082"/>
                <a:gd name="csX21" fmla="*/ 11317 w 22686"/>
                <a:gd name="csY21" fmla="*/ 1184 h 37082"/>
                <a:gd name="csX22" fmla="*/ 9843 w 22686"/>
                <a:gd name="csY22" fmla="*/ 1394 h 37082"/>
                <a:gd name="csX23" fmla="*/ 8027 w 22686"/>
                <a:gd name="csY23" fmla="*/ 2210 h 37082"/>
                <a:gd name="csX24" fmla="*/ 6106 w 22686"/>
                <a:gd name="csY24" fmla="*/ 4316 h 37082"/>
                <a:gd name="csX25" fmla="*/ 4895 w 22686"/>
                <a:gd name="csY25" fmla="*/ 8079 h 37082"/>
                <a:gd name="csX26" fmla="*/ 4474 w 22686"/>
                <a:gd name="csY26" fmla="*/ 18002 h 37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2686" h="37082">
                  <a:moveTo>
                    <a:pt x="0" y="18659"/>
                  </a:moveTo>
                  <a:cubicBezTo>
                    <a:pt x="0" y="13378"/>
                    <a:pt x="667" y="9299"/>
                    <a:pt x="2000" y="6421"/>
                  </a:cubicBezTo>
                  <a:cubicBezTo>
                    <a:pt x="3860" y="2140"/>
                    <a:pt x="6983" y="0"/>
                    <a:pt x="11369" y="0"/>
                  </a:cubicBezTo>
                  <a:cubicBezTo>
                    <a:pt x="12299" y="0"/>
                    <a:pt x="13247" y="132"/>
                    <a:pt x="14211" y="395"/>
                  </a:cubicBezTo>
                  <a:cubicBezTo>
                    <a:pt x="15194" y="640"/>
                    <a:pt x="16300" y="1245"/>
                    <a:pt x="17528" y="2210"/>
                  </a:cubicBezTo>
                  <a:cubicBezTo>
                    <a:pt x="18773" y="3175"/>
                    <a:pt x="19773" y="4447"/>
                    <a:pt x="20528" y="6027"/>
                  </a:cubicBezTo>
                  <a:cubicBezTo>
                    <a:pt x="21967" y="9080"/>
                    <a:pt x="22687" y="13290"/>
                    <a:pt x="22687" y="18659"/>
                  </a:cubicBezTo>
                  <a:cubicBezTo>
                    <a:pt x="22687" y="23905"/>
                    <a:pt x="22020" y="27959"/>
                    <a:pt x="20686" y="30819"/>
                  </a:cubicBezTo>
                  <a:cubicBezTo>
                    <a:pt x="18739" y="34994"/>
                    <a:pt x="15616" y="37082"/>
                    <a:pt x="11317" y="37082"/>
                  </a:cubicBezTo>
                  <a:cubicBezTo>
                    <a:pt x="9703" y="37082"/>
                    <a:pt x="8071" y="36670"/>
                    <a:pt x="6422" y="35845"/>
                  </a:cubicBezTo>
                  <a:cubicBezTo>
                    <a:pt x="4790" y="35020"/>
                    <a:pt x="3457" y="33617"/>
                    <a:pt x="2422" y="31634"/>
                  </a:cubicBezTo>
                  <a:cubicBezTo>
                    <a:pt x="807" y="28669"/>
                    <a:pt x="0" y="24344"/>
                    <a:pt x="0" y="18659"/>
                  </a:cubicBezTo>
                  <a:moveTo>
                    <a:pt x="4474" y="18002"/>
                  </a:moveTo>
                  <a:cubicBezTo>
                    <a:pt x="4474" y="23423"/>
                    <a:pt x="4667" y="27213"/>
                    <a:pt x="5053" y="29371"/>
                  </a:cubicBezTo>
                  <a:cubicBezTo>
                    <a:pt x="5492" y="31704"/>
                    <a:pt x="6308" y="33380"/>
                    <a:pt x="7501" y="34397"/>
                  </a:cubicBezTo>
                  <a:cubicBezTo>
                    <a:pt x="8711" y="35397"/>
                    <a:pt x="9983" y="35897"/>
                    <a:pt x="11317" y="35897"/>
                  </a:cubicBezTo>
                  <a:cubicBezTo>
                    <a:pt x="12756" y="35897"/>
                    <a:pt x="14071" y="35362"/>
                    <a:pt x="15264" y="34292"/>
                  </a:cubicBezTo>
                  <a:cubicBezTo>
                    <a:pt x="16475" y="33204"/>
                    <a:pt x="17265" y="31494"/>
                    <a:pt x="17634" y="29160"/>
                  </a:cubicBezTo>
                  <a:cubicBezTo>
                    <a:pt x="18037" y="26862"/>
                    <a:pt x="18230" y="23143"/>
                    <a:pt x="18213" y="18002"/>
                  </a:cubicBezTo>
                  <a:cubicBezTo>
                    <a:pt x="18213" y="13001"/>
                    <a:pt x="18037" y="9500"/>
                    <a:pt x="17686" y="7500"/>
                  </a:cubicBezTo>
                  <a:cubicBezTo>
                    <a:pt x="17212" y="5167"/>
                    <a:pt x="16344" y="3535"/>
                    <a:pt x="15080" y="2605"/>
                  </a:cubicBezTo>
                  <a:cubicBezTo>
                    <a:pt x="13835" y="1657"/>
                    <a:pt x="12580" y="1184"/>
                    <a:pt x="11317" y="1184"/>
                  </a:cubicBezTo>
                  <a:cubicBezTo>
                    <a:pt x="10843" y="1184"/>
                    <a:pt x="10352" y="1254"/>
                    <a:pt x="9843" y="1394"/>
                  </a:cubicBezTo>
                  <a:cubicBezTo>
                    <a:pt x="9352" y="1535"/>
                    <a:pt x="8746" y="1807"/>
                    <a:pt x="8027" y="2210"/>
                  </a:cubicBezTo>
                  <a:cubicBezTo>
                    <a:pt x="7308" y="2614"/>
                    <a:pt x="6668" y="3316"/>
                    <a:pt x="6106" y="4316"/>
                  </a:cubicBezTo>
                  <a:cubicBezTo>
                    <a:pt x="5562" y="5316"/>
                    <a:pt x="5158" y="6571"/>
                    <a:pt x="4895" y="8079"/>
                  </a:cubicBezTo>
                  <a:cubicBezTo>
                    <a:pt x="4614" y="10027"/>
                    <a:pt x="4474" y="13335"/>
                    <a:pt x="4474" y="18002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" name="Freeform 3290">
              <a:extLst>
                <a:ext uri="{FF2B5EF4-FFF2-40B4-BE49-F238E27FC236}">
                  <a16:creationId xmlns:a16="http://schemas.microsoft.com/office/drawing/2014/main" id="{F10D7F5A-F177-E754-4517-9B24198B135C}"/>
                </a:ext>
              </a:extLst>
            </p:cNvPr>
            <p:cNvSpPr/>
            <p:nvPr/>
          </p:nvSpPr>
          <p:spPr>
            <a:xfrm>
              <a:off x="5140577" y="3807639"/>
              <a:ext cx="5657" cy="5657"/>
            </a:xfrm>
            <a:custGeom>
              <a:avLst/>
              <a:gdLst>
                <a:gd name="csX0" fmla="*/ 815 w 5657"/>
                <a:gd name="csY0" fmla="*/ 4790 h 5657"/>
                <a:gd name="csX1" fmla="*/ 0 w 5657"/>
                <a:gd name="csY1" fmla="*/ 2790 h 5657"/>
                <a:gd name="csX2" fmla="*/ 815 w 5657"/>
                <a:gd name="csY2" fmla="*/ 842 h 5657"/>
                <a:gd name="csX3" fmla="*/ 2869 w 5657"/>
                <a:gd name="csY3" fmla="*/ 0 h 5657"/>
                <a:gd name="csX4" fmla="*/ 4842 w 5657"/>
                <a:gd name="csY4" fmla="*/ 789 h 5657"/>
                <a:gd name="csX5" fmla="*/ 5658 w 5657"/>
                <a:gd name="csY5" fmla="*/ 2815 h 5657"/>
                <a:gd name="csX6" fmla="*/ 4790 w 5657"/>
                <a:gd name="csY6" fmla="*/ 4868 h 5657"/>
                <a:gd name="csX7" fmla="*/ 2869 w 5657"/>
                <a:gd name="csY7" fmla="*/ 5658 h 5657"/>
                <a:gd name="csX8" fmla="*/ 815 w 5657"/>
                <a:gd name="csY8" fmla="*/ 4790 h 56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657" h="5657">
                  <a:moveTo>
                    <a:pt x="815" y="4790"/>
                  </a:moveTo>
                  <a:cubicBezTo>
                    <a:pt x="272" y="4211"/>
                    <a:pt x="0" y="3544"/>
                    <a:pt x="0" y="2790"/>
                  </a:cubicBezTo>
                  <a:cubicBezTo>
                    <a:pt x="0" y="2035"/>
                    <a:pt x="272" y="1386"/>
                    <a:pt x="815" y="842"/>
                  </a:cubicBezTo>
                  <a:cubicBezTo>
                    <a:pt x="1360" y="281"/>
                    <a:pt x="2044" y="0"/>
                    <a:pt x="2869" y="0"/>
                  </a:cubicBezTo>
                  <a:cubicBezTo>
                    <a:pt x="3658" y="0"/>
                    <a:pt x="4316" y="263"/>
                    <a:pt x="4842" y="789"/>
                  </a:cubicBezTo>
                  <a:cubicBezTo>
                    <a:pt x="5386" y="1298"/>
                    <a:pt x="5658" y="1974"/>
                    <a:pt x="5658" y="2815"/>
                  </a:cubicBezTo>
                  <a:cubicBezTo>
                    <a:pt x="5658" y="3640"/>
                    <a:pt x="5369" y="4324"/>
                    <a:pt x="4790" y="4868"/>
                  </a:cubicBezTo>
                  <a:cubicBezTo>
                    <a:pt x="4228" y="5395"/>
                    <a:pt x="3588" y="5658"/>
                    <a:pt x="2869" y="5658"/>
                  </a:cubicBezTo>
                  <a:cubicBezTo>
                    <a:pt x="2044" y="5658"/>
                    <a:pt x="1360" y="5368"/>
                    <a:pt x="815" y="4790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2" name="Freeform 3291">
              <a:extLst>
                <a:ext uri="{FF2B5EF4-FFF2-40B4-BE49-F238E27FC236}">
                  <a16:creationId xmlns:a16="http://schemas.microsoft.com/office/drawing/2014/main" id="{C88270CE-B5C2-F3A6-EFBE-35C4D52BA57F}"/>
                </a:ext>
              </a:extLst>
            </p:cNvPr>
            <p:cNvSpPr/>
            <p:nvPr/>
          </p:nvSpPr>
          <p:spPr>
            <a:xfrm>
              <a:off x="5149979" y="3777399"/>
              <a:ext cx="17790" cy="35897"/>
            </a:xfrm>
            <a:custGeom>
              <a:avLst/>
              <a:gdLst>
                <a:gd name="csX0" fmla="*/ 0 w 17790"/>
                <a:gd name="csY0" fmla="*/ 5131 h 35897"/>
                <a:gd name="csX1" fmla="*/ 0 w 17790"/>
                <a:gd name="csY1" fmla="*/ 3447 h 35897"/>
                <a:gd name="csX2" fmla="*/ 9816 w 17790"/>
                <a:gd name="csY2" fmla="*/ 0 h 35897"/>
                <a:gd name="csX3" fmla="*/ 10896 w 17790"/>
                <a:gd name="csY3" fmla="*/ 210 h 35897"/>
                <a:gd name="csX4" fmla="*/ 11053 w 17790"/>
                <a:gd name="csY4" fmla="*/ 1394 h 35897"/>
                <a:gd name="csX5" fmla="*/ 11053 w 17790"/>
                <a:gd name="csY5" fmla="*/ 31634 h 35897"/>
                <a:gd name="csX6" fmla="*/ 11843 w 17790"/>
                <a:gd name="csY6" fmla="*/ 33740 h 35897"/>
                <a:gd name="csX7" fmla="*/ 16080 w 17790"/>
                <a:gd name="csY7" fmla="*/ 34240 h 35897"/>
                <a:gd name="csX8" fmla="*/ 17791 w 17790"/>
                <a:gd name="csY8" fmla="*/ 34240 h 35897"/>
                <a:gd name="csX9" fmla="*/ 17791 w 17790"/>
                <a:gd name="csY9" fmla="*/ 35897 h 35897"/>
                <a:gd name="csX10" fmla="*/ 9053 w 17790"/>
                <a:gd name="csY10" fmla="*/ 35740 h 35897"/>
                <a:gd name="csX11" fmla="*/ 342 w 17790"/>
                <a:gd name="csY11" fmla="*/ 35897 h 35897"/>
                <a:gd name="csX12" fmla="*/ 342 w 17790"/>
                <a:gd name="csY12" fmla="*/ 34240 h 35897"/>
                <a:gd name="csX13" fmla="*/ 2052 w 17790"/>
                <a:gd name="csY13" fmla="*/ 34240 h 35897"/>
                <a:gd name="csX14" fmla="*/ 6263 w 17790"/>
                <a:gd name="csY14" fmla="*/ 33766 h 35897"/>
                <a:gd name="csX15" fmla="*/ 7079 w 17790"/>
                <a:gd name="csY15" fmla="*/ 31634 h 35897"/>
                <a:gd name="csX16" fmla="*/ 7079 w 17790"/>
                <a:gd name="csY16" fmla="*/ 3710 h 35897"/>
                <a:gd name="csX17" fmla="*/ 0 w 17790"/>
                <a:gd name="csY17" fmla="*/ 5131 h 3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7790" h="35897">
                  <a:moveTo>
                    <a:pt x="0" y="5131"/>
                  </a:moveTo>
                  <a:lnTo>
                    <a:pt x="0" y="3447"/>
                  </a:lnTo>
                  <a:cubicBezTo>
                    <a:pt x="4316" y="3447"/>
                    <a:pt x="7588" y="2298"/>
                    <a:pt x="9816" y="0"/>
                  </a:cubicBezTo>
                  <a:cubicBezTo>
                    <a:pt x="10431" y="0"/>
                    <a:pt x="10790" y="70"/>
                    <a:pt x="10896" y="210"/>
                  </a:cubicBezTo>
                  <a:cubicBezTo>
                    <a:pt x="11001" y="350"/>
                    <a:pt x="11053" y="745"/>
                    <a:pt x="11053" y="1394"/>
                  </a:cubicBezTo>
                  <a:lnTo>
                    <a:pt x="11053" y="31634"/>
                  </a:lnTo>
                  <a:cubicBezTo>
                    <a:pt x="11053" y="32704"/>
                    <a:pt x="11317" y="33406"/>
                    <a:pt x="11843" y="33740"/>
                  </a:cubicBezTo>
                  <a:cubicBezTo>
                    <a:pt x="12370" y="34073"/>
                    <a:pt x="13782" y="34240"/>
                    <a:pt x="16080" y="34240"/>
                  </a:cubicBezTo>
                  <a:lnTo>
                    <a:pt x="17791" y="34240"/>
                  </a:lnTo>
                  <a:lnTo>
                    <a:pt x="17791" y="35897"/>
                  </a:lnTo>
                  <a:cubicBezTo>
                    <a:pt x="16527" y="35793"/>
                    <a:pt x="13615" y="35740"/>
                    <a:pt x="9053" y="35740"/>
                  </a:cubicBezTo>
                  <a:cubicBezTo>
                    <a:pt x="4492" y="35740"/>
                    <a:pt x="1588" y="35793"/>
                    <a:pt x="342" y="35897"/>
                  </a:cubicBezTo>
                  <a:lnTo>
                    <a:pt x="342" y="34240"/>
                  </a:lnTo>
                  <a:lnTo>
                    <a:pt x="2052" y="34240"/>
                  </a:lnTo>
                  <a:cubicBezTo>
                    <a:pt x="4316" y="34240"/>
                    <a:pt x="5720" y="34082"/>
                    <a:pt x="6263" y="33766"/>
                  </a:cubicBezTo>
                  <a:cubicBezTo>
                    <a:pt x="6807" y="33433"/>
                    <a:pt x="7079" y="32722"/>
                    <a:pt x="7079" y="31634"/>
                  </a:cubicBezTo>
                  <a:lnTo>
                    <a:pt x="7079" y="3710"/>
                  </a:lnTo>
                  <a:cubicBezTo>
                    <a:pt x="5202" y="4658"/>
                    <a:pt x="2842" y="5131"/>
                    <a:pt x="0" y="5131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3" name="Freeform 3292">
              <a:extLst>
                <a:ext uri="{FF2B5EF4-FFF2-40B4-BE49-F238E27FC236}">
                  <a16:creationId xmlns:a16="http://schemas.microsoft.com/office/drawing/2014/main" id="{C08EB948-F75A-1D66-6A36-B23C6A498236}"/>
                </a:ext>
              </a:extLst>
            </p:cNvPr>
            <p:cNvSpPr/>
            <p:nvPr/>
          </p:nvSpPr>
          <p:spPr>
            <a:xfrm>
              <a:off x="5184889" y="3732540"/>
              <a:ext cx="17858" cy="76998"/>
            </a:xfrm>
            <a:custGeom>
              <a:avLst/>
              <a:gdLst>
                <a:gd name="csX0" fmla="*/ 0 w 17858"/>
                <a:gd name="csY0" fmla="*/ 38499 h 76998"/>
                <a:gd name="csX1" fmla="*/ 4850 w 17858"/>
                <a:gd name="csY1" fmla="*/ 15001 h 76998"/>
                <a:gd name="csX2" fmla="*/ 9813 w 17858"/>
                <a:gd name="csY2" fmla="*/ 6917 h 76998"/>
                <a:gd name="csX3" fmla="*/ 14625 w 17858"/>
                <a:gd name="csY3" fmla="*/ 1616 h 76998"/>
                <a:gd name="csX4" fmla="*/ 17069 w 17858"/>
                <a:gd name="csY4" fmla="*/ 0 h 76998"/>
                <a:gd name="csX5" fmla="*/ 17858 w 17858"/>
                <a:gd name="csY5" fmla="*/ 751 h 76998"/>
                <a:gd name="csX6" fmla="*/ 16844 w 17858"/>
                <a:gd name="csY6" fmla="*/ 2067 h 76998"/>
                <a:gd name="csX7" fmla="*/ 4474 w 17858"/>
                <a:gd name="csY7" fmla="*/ 38499 h 76998"/>
                <a:gd name="csX8" fmla="*/ 16543 w 17858"/>
                <a:gd name="csY8" fmla="*/ 74517 h 76998"/>
                <a:gd name="csX9" fmla="*/ 17858 w 17858"/>
                <a:gd name="csY9" fmla="*/ 76248 h 76998"/>
                <a:gd name="csX10" fmla="*/ 17069 w 17858"/>
                <a:gd name="csY10" fmla="*/ 76999 h 76998"/>
                <a:gd name="csX11" fmla="*/ 14700 w 17858"/>
                <a:gd name="csY11" fmla="*/ 75458 h 76998"/>
                <a:gd name="csX12" fmla="*/ 10000 w 17858"/>
                <a:gd name="csY12" fmla="*/ 70382 h 76998"/>
                <a:gd name="csX13" fmla="*/ 5076 w 17858"/>
                <a:gd name="csY13" fmla="*/ 62524 h 76998"/>
                <a:gd name="csX14" fmla="*/ 0 w 17858"/>
                <a:gd name="csY14" fmla="*/ 38499 h 76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8" h="76998">
                  <a:moveTo>
                    <a:pt x="0" y="38499"/>
                  </a:moveTo>
                  <a:cubicBezTo>
                    <a:pt x="0" y="29827"/>
                    <a:pt x="1617" y="21994"/>
                    <a:pt x="4850" y="15001"/>
                  </a:cubicBezTo>
                  <a:cubicBezTo>
                    <a:pt x="6228" y="12068"/>
                    <a:pt x="7883" y="9374"/>
                    <a:pt x="9813" y="6917"/>
                  </a:cubicBezTo>
                  <a:cubicBezTo>
                    <a:pt x="11743" y="4461"/>
                    <a:pt x="13347" y="2694"/>
                    <a:pt x="14625" y="1616"/>
                  </a:cubicBezTo>
                  <a:cubicBezTo>
                    <a:pt x="15904" y="539"/>
                    <a:pt x="16718" y="0"/>
                    <a:pt x="17069" y="0"/>
                  </a:cubicBezTo>
                  <a:cubicBezTo>
                    <a:pt x="17570" y="0"/>
                    <a:pt x="17833" y="250"/>
                    <a:pt x="17858" y="751"/>
                  </a:cubicBezTo>
                  <a:cubicBezTo>
                    <a:pt x="17858" y="1002"/>
                    <a:pt x="17520" y="1441"/>
                    <a:pt x="16844" y="2067"/>
                  </a:cubicBezTo>
                  <a:cubicBezTo>
                    <a:pt x="8572" y="10489"/>
                    <a:pt x="4449" y="22633"/>
                    <a:pt x="4474" y="38499"/>
                  </a:cubicBezTo>
                  <a:cubicBezTo>
                    <a:pt x="4474" y="54415"/>
                    <a:pt x="8497" y="66421"/>
                    <a:pt x="16543" y="74517"/>
                  </a:cubicBezTo>
                  <a:cubicBezTo>
                    <a:pt x="17420" y="75395"/>
                    <a:pt x="17858" y="75972"/>
                    <a:pt x="17858" y="76248"/>
                  </a:cubicBezTo>
                  <a:cubicBezTo>
                    <a:pt x="17858" y="76748"/>
                    <a:pt x="17595" y="76999"/>
                    <a:pt x="17069" y="76999"/>
                  </a:cubicBezTo>
                  <a:cubicBezTo>
                    <a:pt x="16718" y="76999"/>
                    <a:pt x="15929" y="76485"/>
                    <a:pt x="14700" y="75458"/>
                  </a:cubicBezTo>
                  <a:cubicBezTo>
                    <a:pt x="13472" y="74430"/>
                    <a:pt x="11905" y="72738"/>
                    <a:pt x="10000" y="70382"/>
                  </a:cubicBezTo>
                  <a:cubicBezTo>
                    <a:pt x="8096" y="68026"/>
                    <a:pt x="6454" y="65407"/>
                    <a:pt x="5076" y="62524"/>
                  </a:cubicBezTo>
                  <a:cubicBezTo>
                    <a:pt x="1692" y="55531"/>
                    <a:pt x="0" y="47523"/>
                    <a:pt x="0" y="38499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4" name="Freeform 3293">
              <a:extLst>
                <a:ext uri="{FF2B5EF4-FFF2-40B4-BE49-F238E27FC236}">
                  <a16:creationId xmlns:a16="http://schemas.microsoft.com/office/drawing/2014/main" id="{1CC614B4-F866-335C-FDF8-0E0E5D70C804}"/>
                </a:ext>
              </a:extLst>
            </p:cNvPr>
            <p:cNvSpPr/>
            <p:nvPr/>
          </p:nvSpPr>
          <p:spPr>
            <a:xfrm>
              <a:off x="5208600" y="3756264"/>
              <a:ext cx="38349" cy="34890"/>
            </a:xfrm>
            <a:custGeom>
              <a:avLst/>
              <a:gdLst>
                <a:gd name="csX0" fmla="*/ 38349 w 38349"/>
                <a:gd name="csY0" fmla="*/ 5076 h 34890"/>
                <a:gd name="csX1" fmla="*/ 37034 w 38349"/>
                <a:gd name="csY1" fmla="*/ 8384 h 34890"/>
                <a:gd name="csX2" fmla="*/ 34214 w 38349"/>
                <a:gd name="csY2" fmla="*/ 9550 h 34890"/>
                <a:gd name="csX3" fmla="*/ 32033 w 38349"/>
                <a:gd name="csY3" fmla="*/ 8723 h 34890"/>
                <a:gd name="csX4" fmla="*/ 31281 w 38349"/>
                <a:gd name="csY4" fmla="*/ 6842 h 34890"/>
                <a:gd name="csX5" fmla="*/ 32334 w 38349"/>
                <a:gd name="csY5" fmla="*/ 4174 h 34890"/>
                <a:gd name="csX6" fmla="*/ 34965 w 38349"/>
                <a:gd name="csY6" fmla="*/ 2669 h 34890"/>
                <a:gd name="csX7" fmla="*/ 31131 w 38349"/>
                <a:gd name="csY7" fmla="*/ 1692 h 34890"/>
                <a:gd name="csX8" fmla="*/ 28311 w 38349"/>
                <a:gd name="csY8" fmla="*/ 2482 h 34890"/>
                <a:gd name="csX9" fmla="*/ 26243 w 38349"/>
                <a:gd name="csY9" fmla="*/ 4286 h 34890"/>
                <a:gd name="csX10" fmla="*/ 24814 w 38349"/>
                <a:gd name="csY10" fmla="*/ 6767 h 34890"/>
                <a:gd name="csX11" fmla="*/ 23912 w 38349"/>
                <a:gd name="csY11" fmla="*/ 9061 h 34890"/>
                <a:gd name="csX12" fmla="*/ 23499 w 38349"/>
                <a:gd name="csY12" fmla="*/ 10790 h 34890"/>
                <a:gd name="csX13" fmla="*/ 20866 w 38349"/>
                <a:gd name="csY13" fmla="*/ 21318 h 34890"/>
                <a:gd name="csX14" fmla="*/ 19589 w 38349"/>
                <a:gd name="csY14" fmla="*/ 28085 h 34890"/>
                <a:gd name="csX15" fmla="*/ 20641 w 38349"/>
                <a:gd name="csY15" fmla="*/ 31733 h 34890"/>
                <a:gd name="csX16" fmla="*/ 23800 w 38349"/>
                <a:gd name="csY16" fmla="*/ 33161 h 34890"/>
                <a:gd name="csX17" fmla="*/ 25566 w 38349"/>
                <a:gd name="csY17" fmla="*/ 32935 h 34890"/>
                <a:gd name="csX18" fmla="*/ 27710 w 38349"/>
                <a:gd name="csY18" fmla="*/ 31996 h 34890"/>
                <a:gd name="csX19" fmla="*/ 30041 w 38349"/>
                <a:gd name="csY19" fmla="*/ 30228 h 34890"/>
                <a:gd name="csX20" fmla="*/ 32259 w 38349"/>
                <a:gd name="csY20" fmla="*/ 27296 h 34890"/>
                <a:gd name="csX21" fmla="*/ 34063 w 38349"/>
                <a:gd name="csY21" fmla="*/ 23085 h 34890"/>
                <a:gd name="csX22" fmla="*/ 35041 w 38349"/>
                <a:gd name="csY22" fmla="*/ 22258 h 34890"/>
                <a:gd name="csX23" fmla="*/ 35981 w 38349"/>
                <a:gd name="csY23" fmla="*/ 23010 h 34890"/>
                <a:gd name="csX24" fmla="*/ 35454 w 38349"/>
                <a:gd name="csY24" fmla="*/ 25002 h 34890"/>
                <a:gd name="csX25" fmla="*/ 33876 w 38349"/>
                <a:gd name="csY25" fmla="*/ 28048 h 34890"/>
                <a:gd name="csX26" fmla="*/ 31432 w 38349"/>
                <a:gd name="csY26" fmla="*/ 31281 h 34890"/>
                <a:gd name="csX27" fmla="*/ 27973 w 38349"/>
                <a:gd name="csY27" fmla="*/ 33837 h 34890"/>
                <a:gd name="csX28" fmla="*/ 23649 w 38349"/>
                <a:gd name="csY28" fmla="*/ 34890 h 34890"/>
                <a:gd name="csX29" fmla="*/ 18272 w 38349"/>
                <a:gd name="csY29" fmla="*/ 33161 h 34890"/>
                <a:gd name="csX30" fmla="*/ 15340 w 38349"/>
                <a:gd name="csY30" fmla="*/ 29025 h 34890"/>
                <a:gd name="csX31" fmla="*/ 14889 w 38349"/>
                <a:gd name="csY31" fmla="*/ 29815 h 34890"/>
                <a:gd name="csX32" fmla="*/ 13836 w 38349"/>
                <a:gd name="csY32" fmla="*/ 31281 h 34890"/>
                <a:gd name="csX33" fmla="*/ 12220 w 38349"/>
                <a:gd name="csY33" fmla="*/ 33010 h 34890"/>
                <a:gd name="csX34" fmla="*/ 10001 w 38349"/>
                <a:gd name="csY34" fmla="*/ 34289 h 34890"/>
                <a:gd name="csX35" fmla="*/ 7257 w 38349"/>
                <a:gd name="csY35" fmla="*/ 34890 h 34890"/>
                <a:gd name="csX36" fmla="*/ 3835 w 38349"/>
                <a:gd name="csY36" fmla="*/ 34364 h 34890"/>
                <a:gd name="csX37" fmla="*/ 1128 w 38349"/>
                <a:gd name="csY37" fmla="*/ 32635 h 34890"/>
                <a:gd name="csX38" fmla="*/ 0 w 38349"/>
                <a:gd name="csY38" fmla="*/ 29777 h 34890"/>
                <a:gd name="csX39" fmla="*/ 1241 w 38349"/>
                <a:gd name="csY39" fmla="*/ 26657 h 34890"/>
                <a:gd name="csX40" fmla="*/ 4248 w 38349"/>
                <a:gd name="csY40" fmla="*/ 25341 h 34890"/>
                <a:gd name="csX41" fmla="*/ 6204 w 38349"/>
                <a:gd name="csY41" fmla="*/ 25979 h 34890"/>
                <a:gd name="csX42" fmla="*/ 7106 w 38349"/>
                <a:gd name="csY42" fmla="*/ 28010 h 34890"/>
                <a:gd name="csX43" fmla="*/ 6054 w 38349"/>
                <a:gd name="csY43" fmla="*/ 30717 h 34890"/>
                <a:gd name="csX44" fmla="*/ 3497 w 38349"/>
                <a:gd name="csY44" fmla="*/ 32183 h 34890"/>
                <a:gd name="csX45" fmla="*/ 7331 w 38349"/>
                <a:gd name="csY45" fmla="*/ 33161 h 34890"/>
                <a:gd name="csX46" fmla="*/ 11768 w 38349"/>
                <a:gd name="csY46" fmla="*/ 30980 h 34890"/>
                <a:gd name="csX47" fmla="*/ 14663 w 38349"/>
                <a:gd name="csY47" fmla="*/ 25152 h 34890"/>
                <a:gd name="csX48" fmla="*/ 17897 w 38349"/>
                <a:gd name="csY48" fmla="*/ 12482 h 34890"/>
                <a:gd name="csX49" fmla="*/ 18799 w 38349"/>
                <a:gd name="csY49" fmla="*/ 6842 h 34890"/>
                <a:gd name="csX50" fmla="*/ 18385 w 38349"/>
                <a:gd name="csY50" fmla="*/ 4174 h 34890"/>
                <a:gd name="csX51" fmla="*/ 17257 w 38349"/>
                <a:gd name="csY51" fmla="*/ 2594 h 34890"/>
                <a:gd name="csX52" fmla="*/ 15942 w 38349"/>
                <a:gd name="csY52" fmla="*/ 1880 h 34890"/>
                <a:gd name="csX53" fmla="*/ 14663 w 38349"/>
                <a:gd name="csY53" fmla="*/ 1692 h 34890"/>
                <a:gd name="csX54" fmla="*/ 12257 w 38349"/>
                <a:gd name="csY54" fmla="*/ 2143 h 34890"/>
                <a:gd name="csX55" fmla="*/ 9512 w 38349"/>
                <a:gd name="csY55" fmla="*/ 3647 h 34890"/>
                <a:gd name="csX56" fmla="*/ 6655 w 38349"/>
                <a:gd name="csY56" fmla="*/ 6767 h 34890"/>
                <a:gd name="csX57" fmla="*/ 4323 w 38349"/>
                <a:gd name="csY57" fmla="*/ 11768 h 34890"/>
                <a:gd name="csX58" fmla="*/ 3309 w 38349"/>
                <a:gd name="csY58" fmla="*/ 12633 h 34890"/>
                <a:gd name="csX59" fmla="*/ 2407 w 38349"/>
                <a:gd name="csY59" fmla="*/ 11843 h 34890"/>
                <a:gd name="csX60" fmla="*/ 2895 w 38349"/>
                <a:gd name="csY60" fmla="*/ 9888 h 34890"/>
                <a:gd name="csX61" fmla="*/ 4474 w 38349"/>
                <a:gd name="csY61" fmla="*/ 6842 h 34890"/>
                <a:gd name="csX62" fmla="*/ 6956 w 38349"/>
                <a:gd name="csY62" fmla="*/ 3647 h 34890"/>
                <a:gd name="csX63" fmla="*/ 10452 w 38349"/>
                <a:gd name="csY63" fmla="*/ 1053 h 34890"/>
                <a:gd name="csX64" fmla="*/ 14814 w 38349"/>
                <a:gd name="csY64" fmla="*/ 0 h 34890"/>
                <a:gd name="csX65" fmla="*/ 16806 w 38349"/>
                <a:gd name="csY65" fmla="*/ 226 h 34890"/>
                <a:gd name="csX66" fmla="*/ 19025 w 38349"/>
                <a:gd name="csY66" fmla="*/ 977 h 34890"/>
                <a:gd name="csX67" fmla="*/ 21356 w 38349"/>
                <a:gd name="csY67" fmla="*/ 2782 h 34890"/>
                <a:gd name="csX68" fmla="*/ 23122 w 38349"/>
                <a:gd name="csY68" fmla="*/ 5828 h 34890"/>
                <a:gd name="csX69" fmla="*/ 24175 w 38349"/>
                <a:gd name="csY69" fmla="*/ 4136 h 34890"/>
                <a:gd name="csX70" fmla="*/ 25792 w 38349"/>
                <a:gd name="csY70" fmla="*/ 2293 h 34890"/>
                <a:gd name="csX71" fmla="*/ 28198 w 38349"/>
                <a:gd name="csY71" fmla="*/ 639 h 34890"/>
                <a:gd name="csX72" fmla="*/ 31206 w 38349"/>
                <a:gd name="csY72" fmla="*/ 0 h 34890"/>
                <a:gd name="csX73" fmla="*/ 34252 w 38349"/>
                <a:gd name="csY73" fmla="*/ 413 h 34890"/>
                <a:gd name="csX74" fmla="*/ 37034 w 38349"/>
                <a:gd name="csY74" fmla="*/ 2030 h 34890"/>
                <a:gd name="csX75" fmla="*/ 38349 w 38349"/>
                <a:gd name="csY75" fmla="*/ 5076 h 34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349" h="34890">
                  <a:moveTo>
                    <a:pt x="38349" y="5076"/>
                  </a:moveTo>
                  <a:cubicBezTo>
                    <a:pt x="38349" y="6479"/>
                    <a:pt x="37911" y="7582"/>
                    <a:pt x="37034" y="8384"/>
                  </a:cubicBezTo>
                  <a:cubicBezTo>
                    <a:pt x="36156" y="9161"/>
                    <a:pt x="35217" y="9550"/>
                    <a:pt x="34214" y="9550"/>
                  </a:cubicBezTo>
                  <a:cubicBezTo>
                    <a:pt x="33262" y="9550"/>
                    <a:pt x="32535" y="9274"/>
                    <a:pt x="32033" y="8723"/>
                  </a:cubicBezTo>
                  <a:cubicBezTo>
                    <a:pt x="31532" y="8171"/>
                    <a:pt x="31281" y="7544"/>
                    <a:pt x="31281" y="6842"/>
                  </a:cubicBezTo>
                  <a:cubicBezTo>
                    <a:pt x="31281" y="5890"/>
                    <a:pt x="31632" y="5000"/>
                    <a:pt x="32334" y="4174"/>
                  </a:cubicBezTo>
                  <a:cubicBezTo>
                    <a:pt x="33036" y="3346"/>
                    <a:pt x="33913" y="2844"/>
                    <a:pt x="34965" y="2669"/>
                  </a:cubicBezTo>
                  <a:cubicBezTo>
                    <a:pt x="33938" y="2018"/>
                    <a:pt x="32660" y="1692"/>
                    <a:pt x="31131" y="1692"/>
                  </a:cubicBezTo>
                  <a:cubicBezTo>
                    <a:pt x="30128" y="1692"/>
                    <a:pt x="29188" y="1955"/>
                    <a:pt x="28311" y="2482"/>
                  </a:cubicBezTo>
                  <a:cubicBezTo>
                    <a:pt x="27459" y="3008"/>
                    <a:pt x="26769" y="3610"/>
                    <a:pt x="26243" y="4286"/>
                  </a:cubicBezTo>
                  <a:cubicBezTo>
                    <a:pt x="25742" y="4963"/>
                    <a:pt x="25266" y="5790"/>
                    <a:pt x="24814" y="6767"/>
                  </a:cubicBezTo>
                  <a:cubicBezTo>
                    <a:pt x="24388" y="7720"/>
                    <a:pt x="24088" y="8484"/>
                    <a:pt x="23912" y="9061"/>
                  </a:cubicBezTo>
                  <a:cubicBezTo>
                    <a:pt x="23761" y="9612"/>
                    <a:pt x="23624" y="10189"/>
                    <a:pt x="23499" y="10790"/>
                  </a:cubicBezTo>
                  <a:lnTo>
                    <a:pt x="20866" y="21318"/>
                  </a:lnTo>
                  <a:cubicBezTo>
                    <a:pt x="20015" y="24651"/>
                    <a:pt x="19589" y="26907"/>
                    <a:pt x="19589" y="28085"/>
                  </a:cubicBezTo>
                  <a:cubicBezTo>
                    <a:pt x="19589" y="29539"/>
                    <a:pt x="19939" y="30755"/>
                    <a:pt x="20641" y="31733"/>
                  </a:cubicBezTo>
                  <a:cubicBezTo>
                    <a:pt x="21343" y="32685"/>
                    <a:pt x="22396" y="33161"/>
                    <a:pt x="23800" y="33161"/>
                  </a:cubicBezTo>
                  <a:cubicBezTo>
                    <a:pt x="24351" y="33161"/>
                    <a:pt x="24940" y="33086"/>
                    <a:pt x="25566" y="32935"/>
                  </a:cubicBezTo>
                  <a:cubicBezTo>
                    <a:pt x="26193" y="32760"/>
                    <a:pt x="26907" y="32447"/>
                    <a:pt x="27710" y="31996"/>
                  </a:cubicBezTo>
                  <a:cubicBezTo>
                    <a:pt x="28537" y="31519"/>
                    <a:pt x="29314" y="30930"/>
                    <a:pt x="30041" y="30228"/>
                  </a:cubicBezTo>
                  <a:cubicBezTo>
                    <a:pt x="30793" y="29501"/>
                    <a:pt x="31532" y="28524"/>
                    <a:pt x="32259" y="27296"/>
                  </a:cubicBezTo>
                  <a:cubicBezTo>
                    <a:pt x="32986" y="26067"/>
                    <a:pt x="33587" y="24664"/>
                    <a:pt x="34063" y="23085"/>
                  </a:cubicBezTo>
                  <a:cubicBezTo>
                    <a:pt x="34214" y="22533"/>
                    <a:pt x="34540" y="22258"/>
                    <a:pt x="35041" y="22258"/>
                  </a:cubicBezTo>
                  <a:cubicBezTo>
                    <a:pt x="35668" y="22258"/>
                    <a:pt x="35981" y="22508"/>
                    <a:pt x="35981" y="23010"/>
                  </a:cubicBezTo>
                  <a:cubicBezTo>
                    <a:pt x="35981" y="23436"/>
                    <a:pt x="35805" y="24100"/>
                    <a:pt x="35454" y="25002"/>
                  </a:cubicBezTo>
                  <a:cubicBezTo>
                    <a:pt x="35128" y="25879"/>
                    <a:pt x="34602" y="26894"/>
                    <a:pt x="33876" y="28048"/>
                  </a:cubicBezTo>
                  <a:cubicBezTo>
                    <a:pt x="33174" y="29176"/>
                    <a:pt x="32359" y="30254"/>
                    <a:pt x="31432" y="31281"/>
                  </a:cubicBezTo>
                  <a:cubicBezTo>
                    <a:pt x="30504" y="32283"/>
                    <a:pt x="29352" y="33135"/>
                    <a:pt x="27973" y="33837"/>
                  </a:cubicBezTo>
                  <a:cubicBezTo>
                    <a:pt x="26594" y="34539"/>
                    <a:pt x="25153" y="34890"/>
                    <a:pt x="23649" y="34890"/>
                  </a:cubicBezTo>
                  <a:cubicBezTo>
                    <a:pt x="21494" y="34890"/>
                    <a:pt x="19701" y="34314"/>
                    <a:pt x="18272" y="33161"/>
                  </a:cubicBezTo>
                  <a:cubicBezTo>
                    <a:pt x="16843" y="32008"/>
                    <a:pt x="15866" y="30630"/>
                    <a:pt x="15340" y="29025"/>
                  </a:cubicBezTo>
                  <a:cubicBezTo>
                    <a:pt x="15215" y="29251"/>
                    <a:pt x="15064" y="29514"/>
                    <a:pt x="14889" y="29815"/>
                  </a:cubicBezTo>
                  <a:cubicBezTo>
                    <a:pt x="14713" y="30116"/>
                    <a:pt x="14362" y="30605"/>
                    <a:pt x="13836" y="31281"/>
                  </a:cubicBezTo>
                  <a:cubicBezTo>
                    <a:pt x="13335" y="31933"/>
                    <a:pt x="12796" y="32509"/>
                    <a:pt x="12220" y="33010"/>
                  </a:cubicBezTo>
                  <a:cubicBezTo>
                    <a:pt x="11643" y="33487"/>
                    <a:pt x="10903" y="33913"/>
                    <a:pt x="10001" y="34289"/>
                  </a:cubicBezTo>
                  <a:cubicBezTo>
                    <a:pt x="9124" y="34690"/>
                    <a:pt x="8209" y="34890"/>
                    <a:pt x="7257" y="34890"/>
                  </a:cubicBezTo>
                  <a:cubicBezTo>
                    <a:pt x="6053" y="34890"/>
                    <a:pt x="4913" y="34715"/>
                    <a:pt x="3835" y="34364"/>
                  </a:cubicBezTo>
                  <a:cubicBezTo>
                    <a:pt x="2782" y="34013"/>
                    <a:pt x="1880" y="33437"/>
                    <a:pt x="1128" y="32635"/>
                  </a:cubicBezTo>
                  <a:cubicBezTo>
                    <a:pt x="376" y="31833"/>
                    <a:pt x="0" y="30880"/>
                    <a:pt x="0" y="29777"/>
                  </a:cubicBezTo>
                  <a:cubicBezTo>
                    <a:pt x="0" y="28549"/>
                    <a:pt x="414" y="27509"/>
                    <a:pt x="1241" y="26657"/>
                  </a:cubicBezTo>
                  <a:cubicBezTo>
                    <a:pt x="2093" y="25779"/>
                    <a:pt x="3096" y="25341"/>
                    <a:pt x="4248" y="25341"/>
                  </a:cubicBezTo>
                  <a:cubicBezTo>
                    <a:pt x="4975" y="25341"/>
                    <a:pt x="5627" y="25554"/>
                    <a:pt x="6204" y="25979"/>
                  </a:cubicBezTo>
                  <a:cubicBezTo>
                    <a:pt x="6805" y="26406"/>
                    <a:pt x="7106" y="27083"/>
                    <a:pt x="7106" y="28010"/>
                  </a:cubicBezTo>
                  <a:cubicBezTo>
                    <a:pt x="7106" y="29038"/>
                    <a:pt x="6755" y="29940"/>
                    <a:pt x="6054" y="30717"/>
                  </a:cubicBezTo>
                  <a:cubicBezTo>
                    <a:pt x="5352" y="31494"/>
                    <a:pt x="4500" y="31983"/>
                    <a:pt x="3497" y="32183"/>
                  </a:cubicBezTo>
                  <a:cubicBezTo>
                    <a:pt x="4525" y="32835"/>
                    <a:pt x="5803" y="33161"/>
                    <a:pt x="7331" y="33161"/>
                  </a:cubicBezTo>
                  <a:cubicBezTo>
                    <a:pt x="8986" y="33161"/>
                    <a:pt x="10465" y="32434"/>
                    <a:pt x="11768" y="30980"/>
                  </a:cubicBezTo>
                  <a:cubicBezTo>
                    <a:pt x="13072" y="29526"/>
                    <a:pt x="14037" y="27584"/>
                    <a:pt x="14663" y="25152"/>
                  </a:cubicBezTo>
                  <a:cubicBezTo>
                    <a:pt x="16217" y="19312"/>
                    <a:pt x="17295" y="15089"/>
                    <a:pt x="17897" y="12482"/>
                  </a:cubicBezTo>
                  <a:cubicBezTo>
                    <a:pt x="18498" y="9850"/>
                    <a:pt x="18799" y="7970"/>
                    <a:pt x="18799" y="6842"/>
                  </a:cubicBezTo>
                  <a:cubicBezTo>
                    <a:pt x="18799" y="5790"/>
                    <a:pt x="18661" y="4900"/>
                    <a:pt x="18385" y="4174"/>
                  </a:cubicBezTo>
                  <a:cubicBezTo>
                    <a:pt x="18109" y="3447"/>
                    <a:pt x="17733" y="2920"/>
                    <a:pt x="17257" y="2594"/>
                  </a:cubicBezTo>
                  <a:cubicBezTo>
                    <a:pt x="16806" y="2243"/>
                    <a:pt x="16368" y="2005"/>
                    <a:pt x="15942" y="1880"/>
                  </a:cubicBezTo>
                  <a:cubicBezTo>
                    <a:pt x="15541" y="1755"/>
                    <a:pt x="15115" y="1692"/>
                    <a:pt x="14663" y="1692"/>
                  </a:cubicBezTo>
                  <a:cubicBezTo>
                    <a:pt x="13911" y="1692"/>
                    <a:pt x="13109" y="1842"/>
                    <a:pt x="12257" y="2143"/>
                  </a:cubicBezTo>
                  <a:cubicBezTo>
                    <a:pt x="11430" y="2444"/>
                    <a:pt x="10515" y="2945"/>
                    <a:pt x="9512" y="3647"/>
                  </a:cubicBezTo>
                  <a:cubicBezTo>
                    <a:pt x="8535" y="4323"/>
                    <a:pt x="7583" y="5364"/>
                    <a:pt x="6655" y="6767"/>
                  </a:cubicBezTo>
                  <a:cubicBezTo>
                    <a:pt x="5728" y="8171"/>
                    <a:pt x="4950" y="9838"/>
                    <a:pt x="4323" y="11768"/>
                  </a:cubicBezTo>
                  <a:cubicBezTo>
                    <a:pt x="4198" y="12345"/>
                    <a:pt x="3860" y="12633"/>
                    <a:pt x="3309" y="12633"/>
                  </a:cubicBezTo>
                  <a:cubicBezTo>
                    <a:pt x="2707" y="12608"/>
                    <a:pt x="2407" y="12345"/>
                    <a:pt x="2407" y="11843"/>
                  </a:cubicBezTo>
                  <a:cubicBezTo>
                    <a:pt x="2407" y="11417"/>
                    <a:pt x="2569" y="10765"/>
                    <a:pt x="2895" y="9888"/>
                  </a:cubicBezTo>
                  <a:cubicBezTo>
                    <a:pt x="3246" y="8986"/>
                    <a:pt x="3772" y="7970"/>
                    <a:pt x="4474" y="6842"/>
                  </a:cubicBezTo>
                  <a:cubicBezTo>
                    <a:pt x="5201" y="5714"/>
                    <a:pt x="6028" y="4649"/>
                    <a:pt x="6956" y="3647"/>
                  </a:cubicBezTo>
                  <a:cubicBezTo>
                    <a:pt x="7908" y="2619"/>
                    <a:pt x="9074" y="1754"/>
                    <a:pt x="10452" y="1053"/>
                  </a:cubicBezTo>
                  <a:cubicBezTo>
                    <a:pt x="11856" y="351"/>
                    <a:pt x="13310" y="0"/>
                    <a:pt x="14814" y="0"/>
                  </a:cubicBezTo>
                  <a:cubicBezTo>
                    <a:pt x="15490" y="0"/>
                    <a:pt x="16154" y="75"/>
                    <a:pt x="16806" y="226"/>
                  </a:cubicBezTo>
                  <a:cubicBezTo>
                    <a:pt x="17483" y="351"/>
                    <a:pt x="18222" y="601"/>
                    <a:pt x="19025" y="977"/>
                  </a:cubicBezTo>
                  <a:cubicBezTo>
                    <a:pt x="19852" y="1353"/>
                    <a:pt x="20629" y="1955"/>
                    <a:pt x="21356" y="2782"/>
                  </a:cubicBezTo>
                  <a:cubicBezTo>
                    <a:pt x="22082" y="3609"/>
                    <a:pt x="22671" y="4624"/>
                    <a:pt x="23122" y="5828"/>
                  </a:cubicBezTo>
                  <a:cubicBezTo>
                    <a:pt x="23423" y="5251"/>
                    <a:pt x="23774" y="4687"/>
                    <a:pt x="24175" y="4136"/>
                  </a:cubicBezTo>
                  <a:cubicBezTo>
                    <a:pt x="24601" y="3585"/>
                    <a:pt x="25140" y="2970"/>
                    <a:pt x="25792" y="2293"/>
                  </a:cubicBezTo>
                  <a:cubicBezTo>
                    <a:pt x="26469" y="1591"/>
                    <a:pt x="27270" y="1040"/>
                    <a:pt x="28198" y="639"/>
                  </a:cubicBezTo>
                  <a:cubicBezTo>
                    <a:pt x="29150" y="213"/>
                    <a:pt x="30153" y="0"/>
                    <a:pt x="31206" y="0"/>
                  </a:cubicBezTo>
                  <a:cubicBezTo>
                    <a:pt x="32234" y="0"/>
                    <a:pt x="33249" y="138"/>
                    <a:pt x="34252" y="413"/>
                  </a:cubicBezTo>
                  <a:cubicBezTo>
                    <a:pt x="35254" y="664"/>
                    <a:pt x="36181" y="1203"/>
                    <a:pt x="37034" y="2030"/>
                  </a:cubicBezTo>
                  <a:cubicBezTo>
                    <a:pt x="37911" y="2832"/>
                    <a:pt x="38349" y="3847"/>
                    <a:pt x="38349" y="507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5" name="Freeform 3294">
              <a:extLst>
                <a:ext uri="{FF2B5EF4-FFF2-40B4-BE49-F238E27FC236}">
                  <a16:creationId xmlns:a16="http://schemas.microsoft.com/office/drawing/2014/main" id="{59B84A07-634C-C79D-C8A8-6A36DF919C5B}"/>
                </a:ext>
              </a:extLst>
            </p:cNvPr>
            <p:cNvSpPr/>
            <p:nvPr/>
          </p:nvSpPr>
          <p:spPr>
            <a:xfrm>
              <a:off x="5254363" y="3732540"/>
              <a:ext cx="17859" cy="76998"/>
            </a:xfrm>
            <a:custGeom>
              <a:avLst/>
              <a:gdLst>
                <a:gd name="csX0" fmla="*/ 0 w 17859"/>
                <a:gd name="csY0" fmla="*/ 76248 h 76998"/>
                <a:gd name="csX1" fmla="*/ 978 w 17859"/>
                <a:gd name="csY1" fmla="*/ 74931 h 76998"/>
                <a:gd name="csX2" fmla="*/ 13385 w 17859"/>
                <a:gd name="csY2" fmla="*/ 38499 h 76998"/>
                <a:gd name="csX3" fmla="*/ 1466 w 17859"/>
                <a:gd name="csY3" fmla="*/ 2557 h 76998"/>
                <a:gd name="csX4" fmla="*/ 0 w 17859"/>
                <a:gd name="csY4" fmla="*/ 751 h 76998"/>
                <a:gd name="csX5" fmla="*/ 752 w 17859"/>
                <a:gd name="csY5" fmla="*/ 0 h 76998"/>
                <a:gd name="csX6" fmla="*/ 3121 w 17859"/>
                <a:gd name="csY6" fmla="*/ 1541 h 76998"/>
                <a:gd name="csX7" fmla="*/ 7820 w 17859"/>
                <a:gd name="csY7" fmla="*/ 6617 h 76998"/>
                <a:gd name="csX8" fmla="*/ 12784 w 17859"/>
                <a:gd name="csY8" fmla="*/ 14475 h 76998"/>
                <a:gd name="csX9" fmla="*/ 17859 w 17859"/>
                <a:gd name="csY9" fmla="*/ 38499 h 76998"/>
                <a:gd name="csX10" fmla="*/ 13008 w 17859"/>
                <a:gd name="csY10" fmla="*/ 61998 h 76998"/>
                <a:gd name="csX11" fmla="*/ 8046 w 17859"/>
                <a:gd name="csY11" fmla="*/ 70082 h 76998"/>
                <a:gd name="csX12" fmla="*/ 3234 w 17859"/>
                <a:gd name="csY12" fmla="*/ 75383 h 76998"/>
                <a:gd name="csX13" fmla="*/ 752 w 17859"/>
                <a:gd name="csY13" fmla="*/ 76999 h 76998"/>
                <a:gd name="csX14" fmla="*/ 0 w 17859"/>
                <a:gd name="csY14" fmla="*/ 76248 h 76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9" h="76998">
                  <a:moveTo>
                    <a:pt x="0" y="76248"/>
                  </a:moveTo>
                  <a:cubicBezTo>
                    <a:pt x="0" y="75997"/>
                    <a:pt x="326" y="75558"/>
                    <a:pt x="978" y="74931"/>
                  </a:cubicBezTo>
                  <a:cubicBezTo>
                    <a:pt x="9249" y="66509"/>
                    <a:pt x="13385" y="54365"/>
                    <a:pt x="13385" y="38499"/>
                  </a:cubicBezTo>
                  <a:cubicBezTo>
                    <a:pt x="13385" y="22583"/>
                    <a:pt x="9412" y="10602"/>
                    <a:pt x="1466" y="2557"/>
                  </a:cubicBezTo>
                  <a:cubicBezTo>
                    <a:pt x="489" y="1629"/>
                    <a:pt x="0" y="1027"/>
                    <a:pt x="0" y="751"/>
                  </a:cubicBezTo>
                  <a:cubicBezTo>
                    <a:pt x="0" y="250"/>
                    <a:pt x="251" y="0"/>
                    <a:pt x="752" y="0"/>
                  </a:cubicBezTo>
                  <a:cubicBezTo>
                    <a:pt x="1103" y="0"/>
                    <a:pt x="1893" y="514"/>
                    <a:pt x="3121" y="1541"/>
                  </a:cubicBezTo>
                  <a:cubicBezTo>
                    <a:pt x="4374" y="2569"/>
                    <a:pt x="5941" y="4261"/>
                    <a:pt x="7820" y="6617"/>
                  </a:cubicBezTo>
                  <a:cubicBezTo>
                    <a:pt x="9725" y="8973"/>
                    <a:pt x="11380" y="11592"/>
                    <a:pt x="12784" y="14475"/>
                  </a:cubicBezTo>
                  <a:cubicBezTo>
                    <a:pt x="16167" y="21467"/>
                    <a:pt x="17859" y="29476"/>
                    <a:pt x="17859" y="38499"/>
                  </a:cubicBezTo>
                  <a:cubicBezTo>
                    <a:pt x="17859" y="47172"/>
                    <a:pt x="16242" y="55005"/>
                    <a:pt x="13008" y="61998"/>
                  </a:cubicBezTo>
                  <a:cubicBezTo>
                    <a:pt x="11630" y="64931"/>
                    <a:pt x="9976" y="67625"/>
                    <a:pt x="8046" y="70082"/>
                  </a:cubicBezTo>
                  <a:cubicBezTo>
                    <a:pt x="6116" y="72538"/>
                    <a:pt x="4512" y="74305"/>
                    <a:pt x="3234" y="75383"/>
                  </a:cubicBezTo>
                  <a:cubicBezTo>
                    <a:pt x="1955" y="76460"/>
                    <a:pt x="1128" y="76999"/>
                    <a:pt x="752" y="76999"/>
                  </a:cubicBezTo>
                  <a:cubicBezTo>
                    <a:pt x="251" y="76999"/>
                    <a:pt x="0" y="76748"/>
                    <a:pt x="0" y="76248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08" name="Group 3307">
            <a:extLst>
              <a:ext uri="{FF2B5EF4-FFF2-40B4-BE49-F238E27FC236}">
                <a16:creationId xmlns:a16="http://schemas.microsoft.com/office/drawing/2014/main" id="{4BCF7262-BE37-57D9-A088-8FE18C6FF22B}"/>
              </a:ext>
            </a:extLst>
          </p:cNvPr>
          <p:cNvGrpSpPr/>
          <p:nvPr/>
        </p:nvGrpSpPr>
        <p:grpSpPr>
          <a:xfrm>
            <a:off x="4738167" y="3929694"/>
            <a:ext cx="485015" cy="76998"/>
            <a:chOff x="4738167" y="3929694"/>
            <a:chExt cx="485015" cy="76998"/>
          </a:xfrm>
        </p:grpSpPr>
        <p:sp>
          <p:nvSpPr>
            <p:cNvPr id="3296" name="Freeform 3295">
              <a:extLst>
                <a:ext uri="{FF2B5EF4-FFF2-40B4-BE49-F238E27FC236}">
                  <a16:creationId xmlns:a16="http://schemas.microsoft.com/office/drawing/2014/main" id="{D66A3114-B512-85F1-1DFB-8D7D48FE7E1F}"/>
                </a:ext>
              </a:extLst>
            </p:cNvPr>
            <p:cNvSpPr/>
            <p:nvPr/>
          </p:nvSpPr>
          <p:spPr>
            <a:xfrm>
              <a:off x="4738167" y="3968374"/>
              <a:ext cx="152445" cy="1070"/>
            </a:xfrm>
            <a:custGeom>
              <a:avLst/>
              <a:gdLst>
                <a:gd name="csX0" fmla="*/ 0 w 152445"/>
                <a:gd name="csY0" fmla="*/ 0 h 1070"/>
                <a:gd name="csX1" fmla="*/ 152445 w 152445"/>
                <a:gd name="csY1" fmla="*/ 0 h 10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2445" h="1070">
                  <a:moveTo>
                    <a:pt x="0" y="0"/>
                  </a:moveTo>
                  <a:lnTo>
                    <a:pt x="152445" y="0"/>
                  </a:lnTo>
                </a:path>
              </a:pathLst>
            </a:custGeom>
            <a:noFill/>
            <a:ln w="19217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7" name="Freeform 3296">
              <a:extLst>
                <a:ext uri="{FF2B5EF4-FFF2-40B4-BE49-F238E27FC236}">
                  <a16:creationId xmlns:a16="http://schemas.microsoft.com/office/drawing/2014/main" id="{C3A289D8-EDEE-DE8B-D82E-6771B563869E}"/>
                </a:ext>
              </a:extLst>
            </p:cNvPr>
            <p:cNvSpPr/>
            <p:nvPr/>
          </p:nvSpPr>
          <p:spPr>
            <a:xfrm>
              <a:off x="4916019" y="3933153"/>
              <a:ext cx="52260" cy="55982"/>
            </a:xfrm>
            <a:custGeom>
              <a:avLst/>
              <a:gdLst>
                <a:gd name="csX0" fmla="*/ 7895 w 52260"/>
                <a:gd name="csY0" fmla="*/ 47824 h 55982"/>
                <a:gd name="csX1" fmla="*/ 0 w 52260"/>
                <a:gd name="csY1" fmla="*/ 27972 h 55982"/>
                <a:gd name="csX2" fmla="*/ 7970 w 52260"/>
                <a:gd name="csY2" fmla="*/ 8121 h 55982"/>
                <a:gd name="csX3" fmla="*/ 26769 w 52260"/>
                <a:gd name="csY3" fmla="*/ 0 h 55982"/>
                <a:gd name="csX4" fmla="*/ 31770 w 52260"/>
                <a:gd name="csY4" fmla="*/ 639 h 55982"/>
                <a:gd name="csX5" fmla="*/ 35943 w 52260"/>
                <a:gd name="csY5" fmla="*/ 2482 h 55982"/>
                <a:gd name="csX6" fmla="*/ 38726 w 52260"/>
                <a:gd name="csY6" fmla="*/ 4512 h 55982"/>
                <a:gd name="csX7" fmla="*/ 41019 w 52260"/>
                <a:gd name="csY7" fmla="*/ 6617 h 55982"/>
                <a:gd name="csX8" fmla="*/ 44892 w 52260"/>
                <a:gd name="csY8" fmla="*/ 940 h 55982"/>
                <a:gd name="csX9" fmla="*/ 46095 w 52260"/>
                <a:gd name="csY9" fmla="*/ 0 h 55982"/>
                <a:gd name="csX10" fmla="*/ 46847 w 52260"/>
                <a:gd name="csY10" fmla="*/ 376 h 55982"/>
                <a:gd name="csX11" fmla="*/ 46959 w 52260"/>
                <a:gd name="csY11" fmla="*/ 1842 h 55982"/>
                <a:gd name="csX12" fmla="*/ 46959 w 52260"/>
                <a:gd name="csY12" fmla="*/ 20114 h 55982"/>
                <a:gd name="csX13" fmla="*/ 46810 w 52260"/>
                <a:gd name="csY13" fmla="*/ 21656 h 55982"/>
                <a:gd name="csX14" fmla="*/ 45719 w 52260"/>
                <a:gd name="csY14" fmla="*/ 21957 h 55982"/>
                <a:gd name="csX15" fmla="*/ 44816 w 52260"/>
                <a:gd name="csY15" fmla="*/ 21731 h 55982"/>
                <a:gd name="csX16" fmla="*/ 44478 w 52260"/>
                <a:gd name="csY16" fmla="*/ 20641 h 55982"/>
                <a:gd name="csX17" fmla="*/ 38651 w 52260"/>
                <a:gd name="csY17" fmla="*/ 7369 h 55982"/>
                <a:gd name="csX18" fmla="*/ 27710 w 52260"/>
                <a:gd name="csY18" fmla="*/ 2406 h 55982"/>
                <a:gd name="csX19" fmla="*/ 23800 w 52260"/>
                <a:gd name="csY19" fmla="*/ 2820 h 55982"/>
                <a:gd name="csX20" fmla="*/ 18761 w 52260"/>
                <a:gd name="csY20" fmla="*/ 4812 h 55982"/>
                <a:gd name="csX21" fmla="*/ 13497 w 52260"/>
                <a:gd name="csY21" fmla="*/ 8986 h 55982"/>
                <a:gd name="csX22" fmla="*/ 9587 w 52260"/>
                <a:gd name="csY22" fmla="*/ 16506 h 55982"/>
                <a:gd name="csX23" fmla="*/ 7933 w 52260"/>
                <a:gd name="csY23" fmla="*/ 27972 h 55982"/>
                <a:gd name="csX24" fmla="*/ 9587 w 52260"/>
                <a:gd name="csY24" fmla="*/ 39402 h 55982"/>
                <a:gd name="csX25" fmla="*/ 13535 w 52260"/>
                <a:gd name="csY25" fmla="*/ 46959 h 55982"/>
                <a:gd name="csX26" fmla="*/ 18874 w 52260"/>
                <a:gd name="csY26" fmla="*/ 51133 h 55982"/>
                <a:gd name="csX27" fmla="*/ 24063 w 52260"/>
                <a:gd name="csY27" fmla="*/ 53200 h 55982"/>
                <a:gd name="csX28" fmla="*/ 28160 w 52260"/>
                <a:gd name="csY28" fmla="*/ 53614 h 55982"/>
                <a:gd name="csX29" fmla="*/ 31018 w 52260"/>
                <a:gd name="csY29" fmla="*/ 53351 h 55982"/>
                <a:gd name="csX30" fmla="*/ 34853 w 52260"/>
                <a:gd name="csY30" fmla="*/ 52223 h 55982"/>
                <a:gd name="csX31" fmla="*/ 38651 w 52260"/>
                <a:gd name="csY31" fmla="*/ 49327 h 55982"/>
                <a:gd name="csX32" fmla="*/ 40117 w 52260"/>
                <a:gd name="csY32" fmla="*/ 44289 h 55982"/>
                <a:gd name="csX33" fmla="*/ 40117 w 52260"/>
                <a:gd name="csY33" fmla="*/ 39365 h 55982"/>
                <a:gd name="csX34" fmla="*/ 38989 w 52260"/>
                <a:gd name="csY34" fmla="*/ 36357 h 55982"/>
                <a:gd name="csX35" fmla="*/ 32935 w 52260"/>
                <a:gd name="csY35" fmla="*/ 35643 h 55982"/>
                <a:gd name="csX36" fmla="*/ 30492 w 52260"/>
                <a:gd name="csY36" fmla="*/ 35643 h 55982"/>
                <a:gd name="csX37" fmla="*/ 30492 w 52260"/>
                <a:gd name="csY37" fmla="*/ 33273 h 55982"/>
                <a:gd name="csX38" fmla="*/ 42861 w 52260"/>
                <a:gd name="csY38" fmla="*/ 33499 h 55982"/>
                <a:gd name="csX39" fmla="*/ 52261 w 52260"/>
                <a:gd name="csY39" fmla="*/ 33273 h 55982"/>
                <a:gd name="csX40" fmla="*/ 52261 w 52260"/>
                <a:gd name="csY40" fmla="*/ 35643 h 55982"/>
                <a:gd name="csX41" fmla="*/ 47749 w 52260"/>
                <a:gd name="csY41" fmla="*/ 36207 h 55982"/>
                <a:gd name="csX42" fmla="*/ 46959 w 52260"/>
                <a:gd name="csY42" fmla="*/ 39026 h 55982"/>
                <a:gd name="csX43" fmla="*/ 46959 w 52260"/>
                <a:gd name="csY43" fmla="*/ 52448 h 55982"/>
                <a:gd name="csX44" fmla="*/ 46283 w 52260"/>
                <a:gd name="csY44" fmla="*/ 54216 h 55982"/>
                <a:gd name="csX45" fmla="*/ 43876 w 52260"/>
                <a:gd name="csY45" fmla="*/ 52487 h 55982"/>
                <a:gd name="csX46" fmla="*/ 41320 w 52260"/>
                <a:gd name="csY46" fmla="*/ 49441 h 55982"/>
                <a:gd name="csX47" fmla="*/ 35454 w 52260"/>
                <a:gd name="csY47" fmla="*/ 54328 h 55982"/>
                <a:gd name="csX48" fmla="*/ 26920 w 52260"/>
                <a:gd name="csY48" fmla="*/ 55983 h 55982"/>
                <a:gd name="csX49" fmla="*/ 7895 w 52260"/>
                <a:gd name="csY49" fmla="*/ 47824 h 55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52260" h="55982">
                  <a:moveTo>
                    <a:pt x="7895" y="47824"/>
                  </a:moveTo>
                  <a:cubicBezTo>
                    <a:pt x="2632" y="42385"/>
                    <a:pt x="0" y="35768"/>
                    <a:pt x="0" y="27972"/>
                  </a:cubicBezTo>
                  <a:cubicBezTo>
                    <a:pt x="0" y="20152"/>
                    <a:pt x="2657" y="13535"/>
                    <a:pt x="7970" y="8121"/>
                  </a:cubicBezTo>
                  <a:cubicBezTo>
                    <a:pt x="13285" y="2707"/>
                    <a:pt x="19551" y="0"/>
                    <a:pt x="26769" y="0"/>
                  </a:cubicBezTo>
                  <a:cubicBezTo>
                    <a:pt x="28574" y="0"/>
                    <a:pt x="30241" y="213"/>
                    <a:pt x="31770" y="639"/>
                  </a:cubicBezTo>
                  <a:cubicBezTo>
                    <a:pt x="33324" y="1040"/>
                    <a:pt x="34715" y="1654"/>
                    <a:pt x="35943" y="2482"/>
                  </a:cubicBezTo>
                  <a:cubicBezTo>
                    <a:pt x="37171" y="3284"/>
                    <a:pt x="38099" y="3960"/>
                    <a:pt x="38726" y="4512"/>
                  </a:cubicBezTo>
                  <a:cubicBezTo>
                    <a:pt x="39377" y="5038"/>
                    <a:pt x="40142" y="5740"/>
                    <a:pt x="41019" y="6617"/>
                  </a:cubicBezTo>
                  <a:lnTo>
                    <a:pt x="44892" y="940"/>
                  </a:lnTo>
                  <a:cubicBezTo>
                    <a:pt x="45293" y="313"/>
                    <a:pt x="45694" y="0"/>
                    <a:pt x="46095" y="0"/>
                  </a:cubicBezTo>
                  <a:cubicBezTo>
                    <a:pt x="46521" y="0"/>
                    <a:pt x="46771" y="125"/>
                    <a:pt x="46847" y="376"/>
                  </a:cubicBezTo>
                  <a:cubicBezTo>
                    <a:pt x="46922" y="601"/>
                    <a:pt x="46959" y="1090"/>
                    <a:pt x="46959" y="1842"/>
                  </a:cubicBezTo>
                  <a:lnTo>
                    <a:pt x="46959" y="20114"/>
                  </a:lnTo>
                  <a:cubicBezTo>
                    <a:pt x="46959" y="20942"/>
                    <a:pt x="46909" y="21456"/>
                    <a:pt x="46810" y="21656"/>
                  </a:cubicBezTo>
                  <a:cubicBezTo>
                    <a:pt x="46709" y="21857"/>
                    <a:pt x="46345" y="21957"/>
                    <a:pt x="45719" y="21957"/>
                  </a:cubicBezTo>
                  <a:cubicBezTo>
                    <a:pt x="45218" y="21957"/>
                    <a:pt x="44916" y="21882"/>
                    <a:pt x="44816" y="21731"/>
                  </a:cubicBezTo>
                  <a:cubicBezTo>
                    <a:pt x="44716" y="21581"/>
                    <a:pt x="44603" y="21217"/>
                    <a:pt x="44478" y="20641"/>
                  </a:cubicBezTo>
                  <a:cubicBezTo>
                    <a:pt x="43701" y="15102"/>
                    <a:pt x="41759" y="10678"/>
                    <a:pt x="38651" y="7369"/>
                  </a:cubicBezTo>
                  <a:cubicBezTo>
                    <a:pt x="35567" y="4060"/>
                    <a:pt x="31920" y="2406"/>
                    <a:pt x="27710" y="2406"/>
                  </a:cubicBezTo>
                  <a:cubicBezTo>
                    <a:pt x="26481" y="2406"/>
                    <a:pt x="25178" y="2544"/>
                    <a:pt x="23800" y="2820"/>
                  </a:cubicBezTo>
                  <a:cubicBezTo>
                    <a:pt x="22446" y="3095"/>
                    <a:pt x="20767" y="3759"/>
                    <a:pt x="18761" y="4812"/>
                  </a:cubicBezTo>
                  <a:cubicBezTo>
                    <a:pt x="16781" y="5865"/>
                    <a:pt x="15026" y="7257"/>
                    <a:pt x="13497" y="8986"/>
                  </a:cubicBezTo>
                  <a:cubicBezTo>
                    <a:pt x="11994" y="10690"/>
                    <a:pt x="10690" y="13197"/>
                    <a:pt x="9587" y="16506"/>
                  </a:cubicBezTo>
                  <a:cubicBezTo>
                    <a:pt x="8484" y="19789"/>
                    <a:pt x="7933" y="23611"/>
                    <a:pt x="7933" y="27972"/>
                  </a:cubicBezTo>
                  <a:cubicBezTo>
                    <a:pt x="7933" y="32283"/>
                    <a:pt x="8484" y="36093"/>
                    <a:pt x="9587" y="39402"/>
                  </a:cubicBezTo>
                  <a:cubicBezTo>
                    <a:pt x="10690" y="42711"/>
                    <a:pt x="12006" y="45230"/>
                    <a:pt x="13535" y="46959"/>
                  </a:cubicBezTo>
                  <a:cubicBezTo>
                    <a:pt x="15089" y="48664"/>
                    <a:pt x="16869" y="50055"/>
                    <a:pt x="18874" y="51133"/>
                  </a:cubicBezTo>
                  <a:cubicBezTo>
                    <a:pt x="20904" y="52210"/>
                    <a:pt x="22634" y="52899"/>
                    <a:pt x="24063" y="53200"/>
                  </a:cubicBezTo>
                  <a:cubicBezTo>
                    <a:pt x="25516" y="53476"/>
                    <a:pt x="26882" y="53614"/>
                    <a:pt x="28160" y="53614"/>
                  </a:cubicBezTo>
                  <a:cubicBezTo>
                    <a:pt x="29038" y="53614"/>
                    <a:pt x="29990" y="53527"/>
                    <a:pt x="31018" y="53351"/>
                  </a:cubicBezTo>
                  <a:cubicBezTo>
                    <a:pt x="32046" y="53151"/>
                    <a:pt x="33324" y="52775"/>
                    <a:pt x="34853" y="52223"/>
                  </a:cubicBezTo>
                  <a:cubicBezTo>
                    <a:pt x="36407" y="51647"/>
                    <a:pt x="37673" y="50682"/>
                    <a:pt x="38651" y="49327"/>
                  </a:cubicBezTo>
                  <a:cubicBezTo>
                    <a:pt x="39628" y="47974"/>
                    <a:pt x="40117" y="46295"/>
                    <a:pt x="40117" y="44289"/>
                  </a:cubicBezTo>
                  <a:lnTo>
                    <a:pt x="40117" y="39365"/>
                  </a:lnTo>
                  <a:cubicBezTo>
                    <a:pt x="40117" y="37836"/>
                    <a:pt x="39741" y="36833"/>
                    <a:pt x="38989" y="36357"/>
                  </a:cubicBezTo>
                  <a:cubicBezTo>
                    <a:pt x="38237" y="35881"/>
                    <a:pt x="36219" y="35643"/>
                    <a:pt x="32935" y="35643"/>
                  </a:cubicBezTo>
                  <a:lnTo>
                    <a:pt x="30492" y="35643"/>
                  </a:lnTo>
                  <a:lnTo>
                    <a:pt x="30492" y="33273"/>
                  </a:lnTo>
                  <a:cubicBezTo>
                    <a:pt x="32346" y="33424"/>
                    <a:pt x="36469" y="33499"/>
                    <a:pt x="42861" y="33499"/>
                  </a:cubicBezTo>
                  <a:cubicBezTo>
                    <a:pt x="43438" y="33499"/>
                    <a:pt x="46571" y="33424"/>
                    <a:pt x="52261" y="33273"/>
                  </a:cubicBezTo>
                  <a:lnTo>
                    <a:pt x="52261" y="35643"/>
                  </a:lnTo>
                  <a:cubicBezTo>
                    <a:pt x="49804" y="35643"/>
                    <a:pt x="48301" y="35831"/>
                    <a:pt x="47749" y="36207"/>
                  </a:cubicBezTo>
                  <a:cubicBezTo>
                    <a:pt x="47223" y="36558"/>
                    <a:pt x="46959" y="37498"/>
                    <a:pt x="46959" y="39026"/>
                  </a:cubicBezTo>
                  <a:lnTo>
                    <a:pt x="46959" y="52448"/>
                  </a:lnTo>
                  <a:cubicBezTo>
                    <a:pt x="46959" y="53627"/>
                    <a:pt x="46734" y="54216"/>
                    <a:pt x="46283" y="54216"/>
                  </a:cubicBezTo>
                  <a:cubicBezTo>
                    <a:pt x="45882" y="54216"/>
                    <a:pt x="45080" y="53639"/>
                    <a:pt x="43876" y="52487"/>
                  </a:cubicBezTo>
                  <a:cubicBezTo>
                    <a:pt x="42698" y="51333"/>
                    <a:pt x="41846" y="50318"/>
                    <a:pt x="41320" y="49441"/>
                  </a:cubicBezTo>
                  <a:cubicBezTo>
                    <a:pt x="40091" y="51596"/>
                    <a:pt x="38136" y="53225"/>
                    <a:pt x="35454" y="54328"/>
                  </a:cubicBezTo>
                  <a:cubicBezTo>
                    <a:pt x="32798" y="55431"/>
                    <a:pt x="29953" y="55983"/>
                    <a:pt x="26920" y="55983"/>
                  </a:cubicBezTo>
                  <a:cubicBezTo>
                    <a:pt x="19526" y="55983"/>
                    <a:pt x="13184" y="53263"/>
                    <a:pt x="7895" y="47824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8" name="Freeform 3297">
              <a:extLst>
                <a:ext uri="{FF2B5EF4-FFF2-40B4-BE49-F238E27FC236}">
                  <a16:creationId xmlns:a16="http://schemas.microsoft.com/office/drawing/2014/main" id="{4B180F81-C2F0-E0F7-A084-D2EBED1615AB}"/>
                </a:ext>
              </a:extLst>
            </p:cNvPr>
            <p:cNvSpPr/>
            <p:nvPr/>
          </p:nvSpPr>
          <p:spPr>
            <a:xfrm>
              <a:off x="4975169" y="3935070"/>
              <a:ext cx="47636" cy="52373"/>
            </a:xfrm>
            <a:custGeom>
              <a:avLst/>
              <a:gdLst>
                <a:gd name="csX0" fmla="*/ 0 w 47636"/>
                <a:gd name="csY0" fmla="*/ 52373 h 52373"/>
                <a:gd name="csX1" fmla="*/ 0 w 47636"/>
                <a:gd name="csY1" fmla="*/ 50005 h 52373"/>
                <a:gd name="csX2" fmla="*/ 1843 w 47636"/>
                <a:gd name="csY2" fmla="*/ 50005 h 52373"/>
                <a:gd name="csX3" fmla="*/ 6956 w 47636"/>
                <a:gd name="csY3" fmla="*/ 49328 h 52373"/>
                <a:gd name="csX4" fmla="*/ 7934 w 47636"/>
                <a:gd name="csY4" fmla="*/ 46358 h 52373"/>
                <a:gd name="csX5" fmla="*/ 7934 w 47636"/>
                <a:gd name="csY5" fmla="*/ 6015 h 52373"/>
                <a:gd name="csX6" fmla="*/ 6956 w 47636"/>
                <a:gd name="csY6" fmla="*/ 3121 h 52373"/>
                <a:gd name="csX7" fmla="*/ 1843 w 47636"/>
                <a:gd name="csY7" fmla="*/ 2406 h 52373"/>
                <a:gd name="csX8" fmla="*/ 0 w 47636"/>
                <a:gd name="csY8" fmla="*/ 2406 h 52373"/>
                <a:gd name="csX9" fmla="*/ 0 w 47636"/>
                <a:gd name="csY9" fmla="*/ 0 h 52373"/>
                <a:gd name="csX10" fmla="*/ 43350 w 47636"/>
                <a:gd name="csY10" fmla="*/ 0 h 52373"/>
                <a:gd name="csX11" fmla="*/ 45493 w 47636"/>
                <a:gd name="csY11" fmla="*/ 17332 h 52373"/>
                <a:gd name="csX12" fmla="*/ 43576 w 47636"/>
                <a:gd name="csY12" fmla="*/ 17332 h 52373"/>
                <a:gd name="csX13" fmla="*/ 42335 w 47636"/>
                <a:gd name="csY13" fmla="*/ 10414 h 52373"/>
                <a:gd name="csX14" fmla="*/ 39966 w 47636"/>
                <a:gd name="csY14" fmla="*/ 5903 h 52373"/>
                <a:gd name="csX15" fmla="*/ 35568 w 47636"/>
                <a:gd name="csY15" fmla="*/ 3195 h 52373"/>
                <a:gd name="csX16" fmla="*/ 28462 w 47636"/>
                <a:gd name="csY16" fmla="*/ 2406 h 52373"/>
                <a:gd name="csX17" fmla="*/ 18536 w 47636"/>
                <a:gd name="csY17" fmla="*/ 2406 h 52373"/>
                <a:gd name="csX18" fmla="*/ 15340 w 47636"/>
                <a:gd name="csY18" fmla="*/ 2970 h 52373"/>
                <a:gd name="csX19" fmla="*/ 14776 w 47636"/>
                <a:gd name="csY19" fmla="*/ 5489 h 52373"/>
                <a:gd name="csX20" fmla="*/ 14776 w 47636"/>
                <a:gd name="csY20" fmla="*/ 23949 h 52373"/>
                <a:gd name="csX21" fmla="*/ 21694 w 47636"/>
                <a:gd name="csY21" fmla="*/ 23949 h 52373"/>
                <a:gd name="csX22" fmla="*/ 28500 w 47636"/>
                <a:gd name="csY22" fmla="*/ 22107 h 52373"/>
                <a:gd name="csX23" fmla="*/ 30003 w 47636"/>
                <a:gd name="csY23" fmla="*/ 14964 h 52373"/>
                <a:gd name="csX24" fmla="*/ 31958 w 47636"/>
                <a:gd name="csY24" fmla="*/ 14964 h 52373"/>
                <a:gd name="csX25" fmla="*/ 31958 w 47636"/>
                <a:gd name="csY25" fmla="*/ 35341 h 52373"/>
                <a:gd name="csX26" fmla="*/ 30003 w 47636"/>
                <a:gd name="csY26" fmla="*/ 35341 h 52373"/>
                <a:gd name="csX27" fmla="*/ 28500 w 47636"/>
                <a:gd name="csY27" fmla="*/ 28235 h 52373"/>
                <a:gd name="csX28" fmla="*/ 21694 w 47636"/>
                <a:gd name="csY28" fmla="*/ 26355 h 52373"/>
                <a:gd name="csX29" fmla="*/ 14776 w 47636"/>
                <a:gd name="csY29" fmla="*/ 26355 h 52373"/>
                <a:gd name="csX30" fmla="*/ 14776 w 47636"/>
                <a:gd name="csY30" fmla="*/ 46922 h 52373"/>
                <a:gd name="csX31" fmla="*/ 15340 w 47636"/>
                <a:gd name="csY31" fmla="*/ 49478 h 52373"/>
                <a:gd name="csX32" fmla="*/ 18536 w 47636"/>
                <a:gd name="csY32" fmla="*/ 50005 h 52373"/>
                <a:gd name="csX33" fmla="*/ 28800 w 47636"/>
                <a:gd name="csY33" fmla="*/ 50005 h 52373"/>
                <a:gd name="csX34" fmla="*/ 34515 w 47636"/>
                <a:gd name="csY34" fmla="*/ 49591 h 52373"/>
                <a:gd name="csX35" fmla="*/ 38651 w 47636"/>
                <a:gd name="csY35" fmla="*/ 48087 h 52373"/>
                <a:gd name="csX36" fmla="*/ 41471 w 47636"/>
                <a:gd name="csY36" fmla="*/ 45755 h 52373"/>
                <a:gd name="csX37" fmla="*/ 43426 w 47636"/>
                <a:gd name="csY37" fmla="*/ 42297 h 52373"/>
                <a:gd name="csX38" fmla="*/ 44704 w 47636"/>
                <a:gd name="csY38" fmla="*/ 37973 h 52373"/>
                <a:gd name="csX39" fmla="*/ 45719 w 47636"/>
                <a:gd name="csY39" fmla="*/ 32521 h 52373"/>
                <a:gd name="csX40" fmla="*/ 47637 w 47636"/>
                <a:gd name="csY40" fmla="*/ 32521 h 52373"/>
                <a:gd name="csX41" fmla="*/ 44403 w 47636"/>
                <a:gd name="csY41" fmla="*/ 52373 h 52373"/>
                <a:gd name="csX42" fmla="*/ 0 w 47636"/>
                <a:gd name="csY42" fmla="*/ 52373 h 52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47636" h="52373">
                  <a:moveTo>
                    <a:pt x="0" y="52373"/>
                  </a:moveTo>
                  <a:lnTo>
                    <a:pt x="0" y="50005"/>
                  </a:lnTo>
                  <a:lnTo>
                    <a:pt x="1843" y="50005"/>
                  </a:lnTo>
                  <a:cubicBezTo>
                    <a:pt x="4625" y="50005"/>
                    <a:pt x="6329" y="49779"/>
                    <a:pt x="6956" y="49328"/>
                  </a:cubicBezTo>
                  <a:cubicBezTo>
                    <a:pt x="7608" y="48852"/>
                    <a:pt x="7934" y="47862"/>
                    <a:pt x="7934" y="46358"/>
                  </a:cubicBezTo>
                  <a:lnTo>
                    <a:pt x="7934" y="6015"/>
                  </a:lnTo>
                  <a:cubicBezTo>
                    <a:pt x="7934" y="4536"/>
                    <a:pt x="7608" y="3571"/>
                    <a:pt x="6956" y="3121"/>
                  </a:cubicBezTo>
                  <a:cubicBezTo>
                    <a:pt x="6305" y="2644"/>
                    <a:pt x="4600" y="2406"/>
                    <a:pt x="1843" y="2406"/>
                  </a:cubicBezTo>
                  <a:lnTo>
                    <a:pt x="0" y="2406"/>
                  </a:lnTo>
                  <a:lnTo>
                    <a:pt x="0" y="0"/>
                  </a:lnTo>
                  <a:lnTo>
                    <a:pt x="43350" y="0"/>
                  </a:lnTo>
                  <a:lnTo>
                    <a:pt x="45493" y="17332"/>
                  </a:lnTo>
                  <a:lnTo>
                    <a:pt x="43576" y="17332"/>
                  </a:lnTo>
                  <a:cubicBezTo>
                    <a:pt x="43225" y="14400"/>
                    <a:pt x="42811" y="12094"/>
                    <a:pt x="42335" y="10414"/>
                  </a:cubicBezTo>
                  <a:cubicBezTo>
                    <a:pt x="41884" y="8710"/>
                    <a:pt x="41094" y="7206"/>
                    <a:pt x="39966" y="5903"/>
                  </a:cubicBezTo>
                  <a:cubicBezTo>
                    <a:pt x="38864" y="4599"/>
                    <a:pt x="37398" y="3697"/>
                    <a:pt x="35568" y="3195"/>
                  </a:cubicBezTo>
                  <a:cubicBezTo>
                    <a:pt x="33763" y="2669"/>
                    <a:pt x="31394" y="2406"/>
                    <a:pt x="28462" y="2406"/>
                  </a:cubicBezTo>
                  <a:lnTo>
                    <a:pt x="18536" y="2406"/>
                  </a:lnTo>
                  <a:cubicBezTo>
                    <a:pt x="16781" y="2406"/>
                    <a:pt x="15716" y="2594"/>
                    <a:pt x="15340" y="2970"/>
                  </a:cubicBezTo>
                  <a:cubicBezTo>
                    <a:pt x="14964" y="3321"/>
                    <a:pt x="14776" y="4160"/>
                    <a:pt x="14776" y="5489"/>
                  </a:cubicBezTo>
                  <a:lnTo>
                    <a:pt x="14776" y="23949"/>
                  </a:lnTo>
                  <a:lnTo>
                    <a:pt x="21694" y="23949"/>
                  </a:lnTo>
                  <a:cubicBezTo>
                    <a:pt x="25228" y="23949"/>
                    <a:pt x="27497" y="23335"/>
                    <a:pt x="28500" y="22107"/>
                  </a:cubicBezTo>
                  <a:cubicBezTo>
                    <a:pt x="29502" y="20879"/>
                    <a:pt x="30003" y="18498"/>
                    <a:pt x="30003" y="14964"/>
                  </a:cubicBezTo>
                  <a:lnTo>
                    <a:pt x="31958" y="14964"/>
                  </a:lnTo>
                  <a:lnTo>
                    <a:pt x="31958" y="35341"/>
                  </a:lnTo>
                  <a:lnTo>
                    <a:pt x="30003" y="35341"/>
                  </a:lnTo>
                  <a:cubicBezTo>
                    <a:pt x="30003" y="31857"/>
                    <a:pt x="29502" y="29489"/>
                    <a:pt x="28500" y="28235"/>
                  </a:cubicBezTo>
                  <a:cubicBezTo>
                    <a:pt x="27497" y="26982"/>
                    <a:pt x="25228" y="26355"/>
                    <a:pt x="21694" y="26355"/>
                  </a:cubicBezTo>
                  <a:lnTo>
                    <a:pt x="14776" y="26355"/>
                  </a:lnTo>
                  <a:lnTo>
                    <a:pt x="14776" y="46922"/>
                  </a:lnTo>
                  <a:cubicBezTo>
                    <a:pt x="14776" y="48250"/>
                    <a:pt x="14964" y="49102"/>
                    <a:pt x="15340" y="49478"/>
                  </a:cubicBezTo>
                  <a:cubicBezTo>
                    <a:pt x="15741" y="49829"/>
                    <a:pt x="16806" y="50005"/>
                    <a:pt x="18536" y="50005"/>
                  </a:cubicBezTo>
                  <a:lnTo>
                    <a:pt x="28800" y="50005"/>
                  </a:lnTo>
                  <a:cubicBezTo>
                    <a:pt x="31006" y="50005"/>
                    <a:pt x="32911" y="49867"/>
                    <a:pt x="34515" y="49591"/>
                  </a:cubicBezTo>
                  <a:cubicBezTo>
                    <a:pt x="36144" y="49290"/>
                    <a:pt x="37523" y="48789"/>
                    <a:pt x="38651" y="48087"/>
                  </a:cubicBezTo>
                  <a:cubicBezTo>
                    <a:pt x="39779" y="47360"/>
                    <a:pt x="40719" y="46583"/>
                    <a:pt x="41471" y="45755"/>
                  </a:cubicBezTo>
                  <a:cubicBezTo>
                    <a:pt x="42248" y="44929"/>
                    <a:pt x="42899" y="43776"/>
                    <a:pt x="43426" y="42297"/>
                  </a:cubicBezTo>
                  <a:cubicBezTo>
                    <a:pt x="43977" y="40793"/>
                    <a:pt x="44403" y="39352"/>
                    <a:pt x="44704" y="37973"/>
                  </a:cubicBezTo>
                  <a:cubicBezTo>
                    <a:pt x="45030" y="36594"/>
                    <a:pt x="45368" y="34777"/>
                    <a:pt x="45719" y="32521"/>
                  </a:cubicBezTo>
                  <a:lnTo>
                    <a:pt x="47637" y="32521"/>
                  </a:lnTo>
                  <a:lnTo>
                    <a:pt x="44403" y="52373"/>
                  </a:lnTo>
                  <a:lnTo>
                    <a:pt x="0" y="52373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9" name="Freeform 3298">
              <a:extLst>
                <a:ext uri="{FF2B5EF4-FFF2-40B4-BE49-F238E27FC236}">
                  <a16:creationId xmlns:a16="http://schemas.microsoft.com/office/drawing/2014/main" id="{905D42FA-B511-2520-D320-B008B823744A}"/>
                </a:ext>
              </a:extLst>
            </p:cNvPr>
            <p:cNvSpPr/>
            <p:nvPr/>
          </p:nvSpPr>
          <p:spPr>
            <a:xfrm>
              <a:off x="5031320" y="3934845"/>
              <a:ext cx="42259" cy="52598"/>
            </a:xfrm>
            <a:custGeom>
              <a:avLst/>
              <a:gdLst>
                <a:gd name="csX0" fmla="*/ 0 w 42259"/>
                <a:gd name="csY0" fmla="*/ 52599 h 52598"/>
                <a:gd name="csX1" fmla="*/ 0 w 42259"/>
                <a:gd name="csY1" fmla="*/ 50231 h 52598"/>
                <a:gd name="csX2" fmla="*/ 1842 w 42259"/>
                <a:gd name="csY2" fmla="*/ 50231 h 52598"/>
                <a:gd name="csX3" fmla="*/ 6955 w 42259"/>
                <a:gd name="csY3" fmla="*/ 49553 h 52598"/>
                <a:gd name="csX4" fmla="*/ 7933 w 42259"/>
                <a:gd name="csY4" fmla="*/ 46584 h 52598"/>
                <a:gd name="csX5" fmla="*/ 7933 w 42259"/>
                <a:gd name="csY5" fmla="*/ 6015 h 52598"/>
                <a:gd name="csX6" fmla="*/ 6955 w 42259"/>
                <a:gd name="csY6" fmla="*/ 3121 h 52598"/>
                <a:gd name="csX7" fmla="*/ 1842 w 42259"/>
                <a:gd name="csY7" fmla="*/ 2406 h 52598"/>
                <a:gd name="csX8" fmla="*/ 0 w 42259"/>
                <a:gd name="csY8" fmla="*/ 2406 h 52598"/>
                <a:gd name="csX9" fmla="*/ 0 w 42259"/>
                <a:gd name="csY9" fmla="*/ 0 h 52598"/>
                <a:gd name="csX10" fmla="*/ 11692 w 42259"/>
                <a:gd name="csY10" fmla="*/ 226 h 52598"/>
                <a:gd name="csX11" fmla="*/ 24626 w 42259"/>
                <a:gd name="csY11" fmla="*/ 0 h 52598"/>
                <a:gd name="csX12" fmla="*/ 24626 w 42259"/>
                <a:gd name="csY12" fmla="*/ 2406 h 52598"/>
                <a:gd name="csX13" fmla="*/ 22069 w 42259"/>
                <a:gd name="csY13" fmla="*/ 2406 h 52598"/>
                <a:gd name="csX14" fmla="*/ 16919 w 42259"/>
                <a:gd name="csY14" fmla="*/ 2857 h 52598"/>
                <a:gd name="csX15" fmla="*/ 15038 w 42259"/>
                <a:gd name="csY15" fmla="*/ 3948 h 52598"/>
                <a:gd name="csX16" fmla="*/ 14775 w 42259"/>
                <a:gd name="csY16" fmla="*/ 6091 h 52598"/>
                <a:gd name="csX17" fmla="*/ 14775 w 42259"/>
                <a:gd name="csY17" fmla="*/ 47148 h 52598"/>
                <a:gd name="csX18" fmla="*/ 15339 w 42259"/>
                <a:gd name="csY18" fmla="*/ 49704 h 52598"/>
                <a:gd name="csX19" fmla="*/ 18536 w 42259"/>
                <a:gd name="csY19" fmla="*/ 50231 h 52598"/>
                <a:gd name="csX20" fmla="*/ 24852 w 42259"/>
                <a:gd name="csY20" fmla="*/ 50231 h 52598"/>
                <a:gd name="csX21" fmla="*/ 31582 w 42259"/>
                <a:gd name="csY21" fmla="*/ 49064 h 52598"/>
                <a:gd name="csX22" fmla="*/ 35905 w 42259"/>
                <a:gd name="csY22" fmla="*/ 46433 h 52598"/>
                <a:gd name="csX23" fmla="*/ 38387 w 42259"/>
                <a:gd name="csY23" fmla="*/ 42222 h 52598"/>
                <a:gd name="csX24" fmla="*/ 39703 w 42259"/>
                <a:gd name="csY24" fmla="*/ 37673 h 52598"/>
                <a:gd name="csX25" fmla="*/ 40342 w 42259"/>
                <a:gd name="csY25" fmla="*/ 32747 h 52598"/>
                <a:gd name="csX26" fmla="*/ 42259 w 42259"/>
                <a:gd name="csY26" fmla="*/ 32747 h 52598"/>
                <a:gd name="csX27" fmla="*/ 40116 w 42259"/>
                <a:gd name="csY27" fmla="*/ 52599 h 52598"/>
                <a:gd name="csX28" fmla="*/ 0 w 42259"/>
                <a:gd name="csY28" fmla="*/ 52599 h 52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42259" h="52598">
                  <a:moveTo>
                    <a:pt x="0" y="52599"/>
                  </a:moveTo>
                  <a:lnTo>
                    <a:pt x="0" y="50231"/>
                  </a:lnTo>
                  <a:lnTo>
                    <a:pt x="1842" y="50231"/>
                  </a:lnTo>
                  <a:cubicBezTo>
                    <a:pt x="4624" y="50231"/>
                    <a:pt x="6328" y="50005"/>
                    <a:pt x="6955" y="49553"/>
                  </a:cubicBezTo>
                  <a:cubicBezTo>
                    <a:pt x="7607" y="49077"/>
                    <a:pt x="7933" y="48088"/>
                    <a:pt x="7933" y="46584"/>
                  </a:cubicBezTo>
                  <a:lnTo>
                    <a:pt x="7933" y="6015"/>
                  </a:lnTo>
                  <a:cubicBezTo>
                    <a:pt x="7933" y="4536"/>
                    <a:pt x="7607" y="3571"/>
                    <a:pt x="6955" y="3121"/>
                  </a:cubicBezTo>
                  <a:cubicBezTo>
                    <a:pt x="6303" y="2644"/>
                    <a:pt x="4599" y="2406"/>
                    <a:pt x="1842" y="2406"/>
                  </a:cubicBezTo>
                  <a:lnTo>
                    <a:pt x="0" y="2406"/>
                  </a:lnTo>
                  <a:lnTo>
                    <a:pt x="0" y="0"/>
                  </a:lnTo>
                  <a:cubicBezTo>
                    <a:pt x="1804" y="151"/>
                    <a:pt x="5702" y="226"/>
                    <a:pt x="11692" y="226"/>
                  </a:cubicBezTo>
                  <a:cubicBezTo>
                    <a:pt x="18460" y="226"/>
                    <a:pt x="22771" y="151"/>
                    <a:pt x="24626" y="0"/>
                  </a:cubicBezTo>
                  <a:lnTo>
                    <a:pt x="24626" y="2406"/>
                  </a:lnTo>
                  <a:lnTo>
                    <a:pt x="22069" y="2406"/>
                  </a:lnTo>
                  <a:cubicBezTo>
                    <a:pt x="19714" y="2406"/>
                    <a:pt x="17997" y="2556"/>
                    <a:pt x="16919" y="2857"/>
                  </a:cubicBezTo>
                  <a:cubicBezTo>
                    <a:pt x="15841" y="3158"/>
                    <a:pt x="15214" y="3522"/>
                    <a:pt x="15038" y="3948"/>
                  </a:cubicBezTo>
                  <a:cubicBezTo>
                    <a:pt x="14863" y="4349"/>
                    <a:pt x="14775" y="5063"/>
                    <a:pt x="14775" y="6091"/>
                  </a:cubicBezTo>
                  <a:lnTo>
                    <a:pt x="14775" y="47148"/>
                  </a:lnTo>
                  <a:cubicBezTo>
                    <a:pt x="14775" y="48476"/>
                    <a:pt x="14963" y="49328"/>
                    <a:pt x="15339" y="49704"/>
                  </a:cubicBezTo>
                  <a:cubicBezTo>
                    <a:pt x="15740" y="50055"/>
                    <a:pt x="16806" y="50231"/>
                    <a:pt x="18536" y="50231"/>
                  </a:cubicBezTo>
                  <a:lnTo>
                    <a:pt x="24852" y="50231"/>
                  </a:lnTo>
                  <a:cubicBezTo>
                    <a:pt x="27458" y="50231"/>
                    <a:pt x="29702" y="49842"/>
                    <a:pt x="31582" y="49064"/>
                  </a:cubicBezTo>
                  <a:cubicBezTo>
                    <a:pt x="33461" y="48287"/>
                    <a:pt x="34903" y="47410"/>
                    <a:pt x="35905" y="46433"/>
                  </a:cubicBezTo>
                  <a:cubicBezTo>
                    <a:pt x="36908" y="45455"/>
                    <a:pt x="37735" y="44052"/>
                    <a:pt x="38387" y="42222"/>
                  </a:cubicBezTo>
                  <a:cubicBezTo>
                    <a:pt x="39064" y="40367"/>
                    <a:pt x="39502" y="38851"/>
                    <a:pt x="39703" y="37673"/>
                  </a:cubicBezTo>
                  <a:cubicBezTo>
                    <a:pt x="39928" y="36495"/>
                    <a:pt x="40141" y="34853"/>
                    <a:pt x="40342" y="32747"/>
                  </a:cubicBezTo>
                  <a:lnTo>
                    <a:pt x="42259" y="32747"/>
                  </a:lnTo>
                  <a:lnTo>
                    <a:pt x="40116" y="52599"/>
                  </a:lnTo>
                  <a:lnTo>
                    <a:pt x="0" y="52599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0" name="Freeform 3299">
              <a:extLst>
                <a:ext uri="{FF2B5EF4-FFF2-40B4-BE49-F238E27FC236}">
                  <a16:creationId xmlns:a16="http://schemas.microsoft.com/office/drawing/2014/main" id="{70C0E127-CC92-07EC-43FC-6654157D0C69}"/>
                </a:ext>
              </a:extLst>
            </p:cNvPr>
            <p:cNvSpPr/>
            <p:nvPr/>
          </p:nvSpPr>
          <p:spPr>
            <a:xfrm>
              <a:off x="5078652" y="3934845"/>
              <a:ext cx="52561" cy="54290"/>
            </a:xfrm>
            <a:custGeom>
              <a:avLst/>
              <a:gdLst>
                <a:gd name="csX0" fmla="*/ 0 w 52561"/>
                <a:gd name="csY0" fmla="*/ 2406 h 54290"/>
                <a:gd name="csX1" fmla="*/ 0 w 52561"/>
                <a:gd name="csY1" fmla="*/ 0 h 54290"/>
                <a:gd name="csX2" fmla="*/ 11391 w 52561"/>
                <a:gd name="csY2" fmla="*/ 226 h 54290"/>
                <a:gd name="csX3" fmla="*/ 22708 w 52561"/>
                <a:gd name="csY3" fmla="*/ 0 h 54290"/>
                <a:gd name="csX4" fmla="*/ 22708 w 52561"/>
                <a:gd name="csY4" fmla="*/ 2406 h 54290"/>
                <a:gd name="csX5" fmla="*/ 20866 w 52561"/>
                <a:gd name="csY5" fmla="*/ 2406 h 54290"/>
                <a:gd name="csX6" fmla="*/ 15716 w 52561"/>
                <a:gd name="csY6" fmla="*/ 3121 h 54290"/>
                <a:gd name="csX7" fmla="*/ 14775 w 52561"/>
                <a:gd name="csY7" fmla="*/ 6015 h 54290"/>
                <a:gd name="csX8" fmla="*/ 14775 w 52561"/>
                <a:gd name="csY8" fmla="*/ 35342 h 54290"/>
                <a:gd name="csX9" fmla="*/ 16204 w 52561"/>
                <a:gd name="csY9" fmla="*/ 44065 h 54290"/>
                <a:gd name="csX10" fmla="*/ 19851 w 52561"/>
                <a:gd name="csY10" fmla="*/ 49178 h 54290"/>
                <a:gd name="csX11" fmla="*/ 23875 w 52561"/>
                <a:gd name="csY11" fmla="*/ 51359 h 54290"/>
                <a:gd name="csX12" fmla="*/ 27483 w 52561"/>
                <a:gd name="csY12" fmla="*/ 51923 h 54290"/>
                <a:gd name="csX13" fmla="*/ 37785 w 52561"/>
                <a:gd name="csY13" fmla="*/ 47260 h 54290"/>
                <a:gd name="csX14" fmla="*/ 42259 w 52561"/>
                <a:gd name="csY14" fmla="*/ 34816 h 54290"/>
                <a:gd name="csX15" fmla="*/ 42259 w 52561"/>
                <a:gd name="csY15" fmla="*/ 8084 h 54290"/>
                <a:gd name="csX16" fmla="*/ 42108 w 52561"/>
                <a:gd name="csY16" fmla="*/ 6241 h 54290"/>
                <a:gd name="csX17" fmla="*/ 41282 w 52561"/>
                <a:gd name="csY17" fmla="*/ 4512 h 54290"/>
                <a:gd name="csX18" fmla="*/ 38876 w 52561"/>
                <a:gd name="csY18" fmla="*/ 2932 h 54290"/>
                <a:gd name="csX19" fmla="*/ 34326 w 52561"/>
                <a:gd name="csY19" fmla="*/ 2406 h 54290"/>
                <a:gd name="csX20" fmla="*/ 34326 w 52561"/>
                <a:gd name="csY20" fmla="*/ 0 h 54290"/>
                <a:gd name="csX21" fmla="*/ 43500 w 52561"/>
                <a:gd name="csY21" fmla="*/ 226 h 54290"/>
                <a:gd name="csX22" fmla="*/ 52561 w 52561"/>
                <a:gd name="csY22" fmla="*/ 0 h 54290"/>
                <a:gd name="csX23" fmla="*/ 52561 w 52561"/>
                <a:gd name="csY23" fmla="*/ 2406 h 54290"/>
                <a:gd name="csX24" fmla="*/ 48011 w 52561"/>
                <a:gd name="csY24" fmla="*/ 2895 h 54290"/>
                <a:gd name="csX25" fmla="*/ 45606 w 52561"/>
                <a:gd name="csY25" fmla="*/ 4474 h 54290"/>
                <a:gd name="csX26" fmla="*/ 44778 w 52561"/>
                <a:gd name="csY26" fmla="*/ 6354 h 54290"/>
                <a:gd name="csX27" fmla="*/ 44628 w 52561"/>
                <a:gd name="csY27" fmla="*/ 8384 h 54290"/>
                <a:gd name="csX28" fmla="*/ 44628 w 52561"/>
                <a:gd name="csY28" fmla="*/ 33048 h 54290"/>
                <a:gd name="csX29" fmla="*/ 44403 w 52561"/>
                <a:gd name="csY29" fmla="*/ 38349 h 54290"/>
                <a:gd name="csX30" fmla="*/ 38612 w 52561"/>
                <a:gd name="csY30" fmla="*/ 49667 h 54290"/>
                <a:gd name="csX31" fmla="*/ 27333 w 52561"/>
                <a:gd name="csY31" fmla="*/ 54291 h 54290"/>
                <a:gd name="csX32" fmla="*/ 13647 w 52561"/>
                <a:gd name="csY32" fmla="*/ 48726 h 54290"/>
                <a:gd name="csX33" fmla="*/ 7933 w 52561"/>
                <a:gd name="csY33" fmla="*/ 35041 h 54290"/>
                <a:gd name="csX34" fmla="*/ 7933 w 52561"/>
                <a:gd name="csY34" fmla="*/ 6015 h 54290"/>
                <a:gd name="csX35" fmla="*/ 6955 w 52561"/>
                <a:gd name="csY35" fmla="*/ 3121 h 54290"/>
                <a:gd name="csX36" fmla="*/ 1842 w 52561"/>
                <a:gd name="csY36" fmla="*/ 2406 h 54290"/>
                <a:gd name="csX37" fmla="*/ 0 w 52561"/>
                <a:gd name="csY37" fmla="*/ 2406 h 5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52561" h="54290">
                  <a:moveTo>
                    <a:pt x="0" y="2406"/>
                  </a:moveTo>
                  <a:lnTo>
                    <a:pt x="0" y="0"/>
                  </a:lnTo>
                  <a:cubicBezTo>
                    <a:pt x="1804" y="151"/>
                    <a:pt x="5601" y="226"/>
                    <a:pt x="11391" y="226"/>
                  </a:cubicBezTo>
                  <a:cubicBezTo>
                    <a:pt x="17132" y="226"/>
                    <a:pt x="20904" y="151"/>
                    <a:pt x="22708" y="0"/>
                  </a:cubicBezTo>
                  <a:lnTo>
                    <a:pt x="22708" y="2406"/>
                  </a:lnTo>
                  <a:lnTo>
                    <a:pt x="20866" y="2406"/>
                  </a:lnTo>
                  <a:cubicBezTo>
                    <a:pt x="18084" y="2406"/>
                    <a:pt x="16367" y="2644"/>
                    <a:pt x="15716" y="3121"/>
                  </a:cubicBezTo>
                  <a:cubicBezTo>
                    <a:pt x="15089" y="3571"/>
                    <a:pt x="14775" y="4536"/>
                    <a:pt x="14775" y="6015"/>
                  </a:cubicBezTo>
                  <a:lnTo>
                    <a:pt x="14775" y="35342"/>
                  </a:lnTo>
                  <a:cubicBezTo>
                    <a:pt x="14775" y="38776"/>
                    <a:pt x="15251" y="41683"/>
                    <a:pt x="16204" y="44065"/>
                  </a:cubicBezTo>
                  <a:cubicBezTo>
                    <a:pt x="17156" y="46420"/>
                    <a:pt x="18372" y="48125"/>
                    <a:pt x="19851" y="49178"/>
                  </a:cubicBezTo>
                  <a:cubicBezTo>
                    <a:pt x="21330" y="50230"/>
                    <a:pt x="22671" y="50957"/>
                    <a:pt x="23875" y="51359"/>
                  </a:cubicBezTo>
                  <a:cubicBezTo>
                    <a:pt x="25102" y="51735"/>
                    <a:pt x="26305" y="51923"/>
                    <a:pt x="27483" y="51923"/>
                  </a:cubicBezTo>
                  <a:cubicBezTo>
                    <a:pt x="31393" y="51923"/>
                    <a:pt x="34827" y="50368"/>
                    <a:pt x="37785" y="47260"/>
                  </a:cubicBezTo>
                  <a:cubicBezTo>
                    <a:pt x="40768" y="44152"/>
                    <a:pt x="42259" y="40004"/>
                    <a:pt x="42259" y="34816"/>
                  </a:cubicBezTo>
                  <a:lnTo>
                    <a:pt x="42259" y="8084"/>
                  </a:lnTo>
                  <a:cubicBezTo>
                    <a:pt x="42259" y="7307"/>
                    <a:pt x="42209" y="6693"/>
                    <a:pt x="42108" y="6241"/>
                  </a:cubicBezTo>
                  <a:cubicBezTo>
                    <a:pt x="42009" y="5790"/>
                    <a:pt x="41733" y="5214"/>
                    <a:pt x="41282" y="4512"/>
                  </a:cubicBezTo>
                  <a:cubicBezTo>
                    <a:pt x="40856" y="3810"/>
                    <a:pt x="40053" y="3283"/>
                    <a:pt x="38876" y="2932"/>
                  </a:cubicBezTo>
                  <a:cubicBezTo>
                    <a:pt x="37698" y="2581"/>
                    <a:pt x="36181" y="2406"/>
                    <a:pt x="34326" y="2406"/>
                  </a:cubicBezTo>
                  <a:lnTo>
                    <a:pt x="34326" y="0"/>
                  </a:lnTo>
                  <a:cubicBezTo>
                    <a:pt x="39865" y="151"/>
                    <a:pt x="42923" y="226"/>
                    <a:pt x="43500" y="226"/>
                  </a:cubicBezTo>
                  <a:cubicBezTo>
                    <a:pt x="44001" y="226"/>
                    <a:pt x="47022" y="151"/>
                    <a:pt x="52561" y="0"/>
                  </a:cubicBezTo>
                  <a:lnTo>
                    <a:pt x="52561" y="2406"/>
                  </a:lnTo>
                  <a:cubicBezTo>
                    <a:pt x="50707" y="2406"/>
                    <a:pt x="49190" y="2569"/>
                    <a:pt x="48011" y="2895"/>
                  </a:cubicBezTo>
                  <a:cubicBezTo>
                    <a:pt x="46833" y="3221"/>
                    <a:pt x="46032" y="3747"/>
                    <a:pt x="45606" y="4474"/>
                  </a:cubicBezTo>
                  <a:cubicBezTo>
                    <a:pt x="45180" y="5201"/>
                    <a:pt x="44904" y="5828"/>
                    <a:pt x="44778" y="6354"/>
                  </a:cubicBezTo>
                  <a:cubicBezTo>
                    <a:pt x="44678" y="6855"/>
                    <a:pt x="44628" y="7532"/>
                    <a:pt x="44628" y="8384"/>
                  </a:cubicBezTo>
                  <a:lnTo>
                    <a:pt x="44628" y="33048"/>
                  </a:lnTo>
                  <a:cubicBezTo>
                    <a:pt x="44628" y="35555"/>
                    <a:pt x="44553" y="37322"/>
                    <a:pt x="44403" y="38349"/>
                  </a:cubicBezTo>
                  <a:cubicBezTo>
                    <a:pt x="43726" y="42811"/>
                    <a:pt x="41796" y="46583"/>
                    <a:pt x="38612" y="49667"/>
                  </a:cubicBezTo>
                  <a:cubicBezTo>
                    <a:pt x="35454" y="52749"/>
                    <a:pt x="31694" y="54291"/>
                    <a:pt x="27333" y="54291"/>
                  </a:cubicBezTo>
                  <a:cubicBezTo>
                    <a:pt x="22045" y="54291"/>
                    <a:pt x="17483" y="52436"/>
                    <a:pt x="13647" y="48726"/>
                  </a:cubicBezTo>
                  <a:cubicBezTo>
                    <a:pt x="9838" y="44991"/>
                    <a:pt x="7933" y="40430"/>
                    <a:pt x="7933" y="35041"/>
                  </a:cubicBezTo>
                  <a:lnTo>
                    <a:pt x="7933" y="6015"/>
                  </a:lnTo>
                  <a:cubicBezTo>
                    <a:pt x="7933" y="4536"/>
                    <a:pt x="7607" y="3571"/>
                    <a:pt x="6955" y="3121"/>
                  </a:cubicBezTo>
                  <a:cubicBezTo>
                    <a:pt x="6303" y="2644"/>
                    <a:pt x="4599" y="2406"/>
                    <a:pt x="1842" y="2406"/>
                  </a:cubicBezTo>
                  <a:lnTo>
                    <a:pt x="0" y="2406"/>
                  </a:ln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1" name="Freeform 3300">
              <a:extLst>
                <a:ext uri="{FF2B5EF4-FFF2-40B4-BE49-F238E27FC236}">
                  <a16:creationId xmlns:a16="http://schemas.microsoft.com/office/drawing/2014/main" id="{18AA9FD5-BF60-58AD-E209-D84FCC6F80A5}"/>
                </a:ext>
              </a:extLst>
            </p:cNvPr>
            <p:cNvSpPr/>
            <p:nvPr/>
          </p:nvSpPr>
          <p:spPr>
            <a:xfrm>
              <a:off x="5135850" y="3929694"/>
              <a:ext cx="17858" cy="76998"/>
            </a:xfrm>
            <a:custGeom>
              <a:avLst/>
              <a:gdLst>
                <a:gd name="csX0" fmla="*/ 0 w 17858"/>
                <a:gd name="csY0" fmla="*/ 38499 h 76998"/>
                <a:gd name="csX1" fmla="*/ 4850 w 17858"/>
                <a:gd name="csY1" fmla="*/ 15001 h 76998"/>
                <a:gd name="csX2" fmla="*/ 9813 w 17858"/>
                <a:gd name="csY2" fmla="*/ 6917 h 76998"/>
                <a:gd name="csX3" fmla="*/ 14625 w 17858"/>
                <a:gd name="csY3" fmla="*/ 1616 h 76998"/>
                <a:gd name="csX4" fmla="*/ 17070 w 17858"/>
                <a:gd name="csY4" fmla="*/ 0 h 76998"/>
                <a:gd name="csX5" fmla="*/ 17858 w 17858"/>
                <a:gd name="csY5" fmla="*/ 751 h 76998"/>
                <a:gd name="csX6" fmla="*/ 16844 w 17858"/>
                <a:gd name="csY6" fmla="*/ 2067 h 76998"/>
                <a:gd name="csX7" fmla="*/ 4474 w 17858"/>
                <a:gd name="csY7" fmla="*/ 38499 h 76998"/>
                <a:gd name="csX8" fmla="*/ 16543 w 17858"/>
                <a:gd name="csY8" fmla="*/ 74518 h 76998"/>
                <a:gd name="csX9" fmla="*/ 17858 w 17858"/>
                <a:gd name="csY9" fmla="*/ 76248 h 76998"/>
                <a:gd name="csX10" fmla="*/ 17070 w 17858"/>
                <a:gd name="csY10" fmla="*/ 76999 h 76998"/>
                <a:gd name="csX11" fmla="*/ 14700 w 17858"/>
                <a:gd name="csY11" fmla="*/ 75458 h 76998"/>
                <a:gd name="csX12" fmla="*/ 10001 w 17858"/>
                <a:gd name="csY12" fmla="*/ 70382 h 76998"/>
                <a:gd name="csX13" fmla="*/ 5076 w 17858"/>
                <a:gd name="csY13" fmla="*/ 62524 h 76998"/>
                <a:gd name="csX14" fmla="*/ 0 w 17858"/>
                <a:gd name="csY14" fmla="*/ 38499 h 76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8" h="76998">
                  <a:moveTo>
                    <a:pt x="0" y="38499"/>
                  </a:moveTo>
                  <a:cubicBezTo>
                    <a:pt x="0" y="29827"/>
                    <a:pt x="1617" y="21994"/>
                    <a:pt x="4850" y="15001"/>
                  </a:cubicBezTo>
                  <a:cubicBezTo>
                    <a:pt x="6229" y="12068"/>
                    <a:pt x="7883" y="9374"/>
                    <a:pt x="9813" y="6917"/>
                  </a:cubicBezTo>
                  <a:cubicBezTo>
                    <a:pt x="11743" y="4461"/>
                    <a:pt x="13347" y="2694"/>
                    <a:pt x="14625" y="1616"/>
                  </a:cubicBezTo>
                  <a:cubicBezTo>
                    <a:pt x="15904" y="539"/>
                    <a:pt x="16719" y="0"/>
                    <a:pt x="17070" y="0"/>
                  </a:cubicBezTo>
                  <a:cubicBezTo>
                    <a:pt x="17570" y="0"/>
                    <a:pt x="17833" y="250"/>
                    <a:pt x="17858" y="751"/>
                  </a:cubicBezTo>
                  <a:cubicBezTo>
                    <a:pt x="17858" y="1002"/>
                    <a:pt x="17520" y="1441"/>
                    <a:pt x="16844" y="2067"/>
                  </a:cubicBezTo>
                  <a:cubicBezTo>
                    <a:pt x="8572" y="10489"/>
                    <a:pt x="4449" y="22633"/>
                    <a:pt x="4474" y="38499"/>
                  </a:cubicBezTo>
                  <a:cubicBezTo>
                    <a:pt x="4474" y="54415"/>
                    <a:pt x="8497" y="66422"/>
                    <a:pt x="16543" y="74518"/>
                  </a:cubicBezTo>
                  <a:cubicBezTo>
                    <a:pt x="17420" y="75395"/>
                    <a:pt x="17858" y="75972"/>
                    <a:pt x="17858" y="76248"/>
                  </a:cubicBezTo>
                  <a:cubicBezTo>
                    <a:pt x="17858" y="76748"/>
                    <a:pt x="17595" y="76999"/>
                    <a:pt x="17070" y="76999"/>
                  </a:cubicBezTo>
                  <a:cubicBezTo>
                    <a:pt x="16719" y="76999"/>
                    <a:pt x="15929" y="76485"/>
                    <a:pt x="14700" y="75458"/>
                  </a:cubicBezTo>
                  <a:cubicBezTo>
                    <a:pt x="13473" y="74430"/>
                    <a:pt x="11906" y="72738"/>
                    <a:pt x="10001" y="70382"/>
                  </a:cubicBezTo>
                  <a:cubicBezTo>
                    <a:pt x="8096" y="68026"/>
                    <a:pt x="6454" y="65407"/>
                    <a:pt x="5076" y="62524"/>
                  </a:cubicBezTo>
                  <a:cubicBezTo>
                    <a:pt x="1692" y="55531"/>
                    <a:pt x="0" y="47523"/>
                    <a:pt x="0" y="38499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2" name="Freeform 3301">
              <a:extLst>
                <a:ext uri="{FF2B5EF4-FFF2-40B4-BE49-F238E27FC236}">
                  <a16:creationId xmlns:a16="http://schemas.microsoft.com/office/drawing/2014/main" id="{2DA250E7-95BF-85A2-163B-CE529589EA1A}"/>
                </a:ext>
              </a:extLst>
            </p:cNvPr>
            <p:cNvSpPr/>
            <p:nvPr/>
          </p:nvSpPr>
          <p:spPr>
            <a:xfrm>
              <a:off x="5159560" y="3953418"/>
              <a:ext cx="38350" cy="34890"/>
            </a:xfrm>
            <a:custGeom>
              <a:avLst/>
              <a:gdLst>
                <a:gd name="csX0" fmla="*/ 38350 w 38350"/>
                <a:gd name="csY0" fmla="*/ 5076 h 34890"/>
                <a:gd name="csX1" fmla="*/ 37034 w 38350"/>
                <a:gd name="csY1" fmla="*/ 8384 h 34890"/>
                <a:gd name="csX2" fmla="*/ 34214 w 38350"/>
                <a:gd name="csY2" fmla="*/ 9550 h 34890"/>
                <a:gd name="csX3" fmla="*/ 32033 w 38350"/>
                <a:gd name="csY3" fmla="*/ 8723 h 34890"/>
                <a:gd name="csX4" fmla="*/ 31282 w 38350"/>
                <a:gd name="csY4" fmla="*/ 6842 h 34890"/>
                <a:gd name="csX5" fmla="*/ 32334 w 38350"/>
                <a:gd name="csY5" fmla="*/ 4173 h 34890"/>
                <a:gd name="csX6" fmla="*/ 34966 w 38350"/>
                <a:gd name="csY6" fmla="*/ 2669 h 34890"/>
                <a:gd name="csX7" fmla="*/ 31131 w 38350"/>
                <a:gd name="csY7" fmla="*/ 1692 h 34890"/>
                <a:gd name="csX8" fmla="*/ 28311 w 38350"/>
                <a:gd name="csY8" fmla="*/ 2482 h 34890"/>
                <a:gd name="csX9" fmla="*/ 26244 w 38350"/>
                <a:gd name="csY9" fmla="*/ 4286 h 34890"/>
                <a:gd name="csX10" fmla="*/ 24815 w 38350"/>
                <a:gd name="csY10" fmla="*/ 6767 h 34890"/>
                <a:gd name="csX11" fmla="*/ 23912 w 38350"/>
                <a:gd name="csY11" fmla="*/ 9061 h 34890"/>
                <a:gd name="csX12" fmla="*/ 23499 w 38350"/>
                <a:gd name="csY12" fmla="*/ 10790 h 34890"/>
                <a:gd name="csX13" fmla="*/ 20866 w 38350"/>
                <a:gd name="csY13" fmla="*/ 21318 h 34890"/>
                <a:gd name="csX14" fmla="*/ 19589 w 38350"/>
                <a:gd name="csY14" fmla="*/ 28085 h 34890"/>
                <a:gd name="csX15" fmla="*/ 20642 w 38350"/>
                <a:gd name="csY15" fmla="*/ 31733 h 34890"/>
                <a:gd name="csX16" fmla="*/ 23800 w 38350"/>
                <a:gd name="csY16" fmla="*/ 33161 h 34890"/>
                <a:gd name="csX17" fmla="*/ 25566 w 38350"/>
                <a:gd name="csY17" fmla="*/ 32935 h 34890"/>
                <a:gd name="csX18" fmla="*/ 27710 w 38350"/>
                <a:gd name="csY18" fmla="*/ 31996 h 34890"/>
                <a:gd name="csX19" fmla="*/ 30041 w 38350"/>
                <a:gd name="csY19" fmla="*/ 30228 h 34890"/>
                <a:gd name="csX20" fmla="*/ 32259 w 38350"/>
                <a:gd name="csY20" fmla="*/ 27296 h 34890"/>
                <a:gd name="csX21" fmla="*/ 34063 w 38350"/>
                <a:gd name="csY21" fmla="*/ 23085 h 34890"/>
                <a:gd name="csX22" fmla="*/ 35041 w 38350"/>
                <a:gd name="csY22" fmla="*/ 22258 h 34890"/>
                <a:gd name="csX23" fmla="*/ 35981 w 38350"/>
                <a:gd name="csY23" fmla="*/ 23010 h 34890"/>
                <a:gd name="csX24" fmla="*/ 35454 w 38350"/>
                <a:gd name="csY24" fmla="*/ 25002 h 34890"/>
                <a:gd name="csX25" fmla="*/ 33876 w 38350"/>
                <a:gd name="csY25" fmla="*/ 28048 h 34890"/>
                <a:gd name="csX26" fmla="*/ 31432 w 38350"/>
                <a:gd name="csY26" fmla="*/ 31281 h 34890"/>
                <a:gd name="csX27" fmla="*/ 27973 w 38350"/>
                <a:gd name="csY27" fmla="*/ 33837 h 34890"/>
                <a:gd name="csX28" fmla="*/ 23649 w 38350"/>
                <a:gd name="csY28" fmla="*/ 34890 h 34890"/>
                <a:gd name="csX29" fmla="*/ 18272 w 38350"/>
                <a:gd name="csY29" fmla="*/ 33161 h 34890"/>
                <a:gd name="csX30" fmla="*/ 15340 w 38350"/>
                <a:gd name="csY30" fmla="*/ 29025 h 34890"/>
                <a:gd name="csX31" fmla="*/ 14889 w 38350"/>
                <a:gd name="csY31" fmla="*/ 29815 h 34890"/>
                <a:gd name="csX32" fmla="*/ 13836 w 38350"/>
                <a:gd name="csY32" fmla="*/ 31281 h 34890"/>
                <a:gd name="csX33" fmla="*/ 12220 w 38350"/>
                <a:gd name="csY33" fmla="*/ 33010 h 34890"/>
                <a:gd name="csX34" fmla="*/ 10001 w 38350"/>
                <a:gd name="csY34" fmla="*/ 34289 h 34890"/>
                <a:gd name="csX35" fmla="*/ 7257 w 38350"/>
                <a:gd name="csY35" fmla="*/ 34890 h 34890"/>
                <a:gd name="csX36" fmla="*/ 3835 w 38350"/>
                <a:gd name="csY36" fmla="*/ 34364 h 34890"/>
                <a:gd name="csX37" fmla="*/ 1128 w 38350"/>
                <a:gd name="csY37" fmla="*/ 32635 h 34890"/>
                <a:gd name="csX38" fmla="*/ 0 w 38350"/>
                <a:gd name="csY38" fmla="*/ 29777 h 34890"/>
                <a:gd name="csX39" fmla="*/ 1241 w 38350"/>
                <a:gd name="csY39" fmla="*/ 26657 h 34890"/>
                <a:gd name="csX40" fmla="*/ 4248 w 38350"/>
                <a:gd name="csY40" fmla="*/ 25341 h 34890"/>
                <a:gd name="csX41" fmla="*/ 6204 w 38350"/>
                <a:gd name="csY41" fmla="*/ 25979 h 34890"/>
                <a:gd name="csX42" fmla="*/ 7107 w 38350"/>
                <a:gd name="csY42" fmla="*/ 28011 h 34890"/>
                <a:gd name="csX43" fmla="*/ 6054 w 38350"/>
                <a:gd name="csY43" fmla="*/ 30717 h 34890"/>
                <a:gd name="csX44" fmla="*/ 3497 w 38350"/>
                <a:gd name="csY44" fmla="*/ 32183 h 34890"/>
                <a:gd name="csX45" fmla="*/ 7331 w 38350"/>
                <a:gd name="csY45" fmla="*/ 33161 h 34890"/>
                <a:gd name="csX46" fmla="*/ 11768 w 38350"/>
                <a:gd name="csY46" fmla="*/ 30980 h 34890"/>
                <a:gd name="csX47" fmla="*/ 14663 w 38350"/>
                <a:gd name="csY47" fmla="*/ 25152 h 34890"/>
                <a:gd name="csX48" fmla="*/ 17897 w 38350"/>
                <a:gd name="csY48" fmla="*/ 12482 h 34890"/>
                <a:gd name="csX49" fmla="*/ 18799 w 38350"/>
                <a:gd name="csY49" fmla="*/ 6842 h 34890"/>
                <a:gd name="csX50" fmla="*/ 18386 w 38350"/>
                <a:gd name="csY50" fmla="*/ 4173 h 34890"/>
                <a:gd name="csX51" fmla="*/ 17258 w 38350"/>
                <a:gd name="csY51" fmla="*/ 2594 h 34890"/>
                <a:gd name="csX52" fmla="*/ 15942 w 38350"/>
                <a:gd name="csY52" fmla="*/ 1880 h 34890"/>
                <a:gd name="csX53" fmla="*/ 14663 w 38350"/>
                <a:gd name="csY53" fmla="*/ 1692 h 34890"/>
                <a:gd name="csX54" fmla="*/ 12257 w 38350"/>
                <a:gd name="csY54" fmla="*/ 2143 h 34890"/>
                <a:gd name="csX55" fmla="*/ 9512 w 38350"/>
                <a:gd name="csY55" fmla="*/ 3647 h 34890"/>
                <a:gd name="csX56" fmla="*/ 6655 w 38350"/>
                <a:gd name="csY56" fmla="*/ 6767 h 34890"/>
                <a:gd name="csX57" fmla="*/ 4324 w 38350"/>
                <a:gd name="csY57" fmla="*/ 11768 h 34890"/>
                <a:gd name="csX58" fmla="*/ 3309 w 38350"/>
                <a:gd name="csY58" fmla="*/ 12633 h 34890"/>
                <a:gd name="csX59" fmla="*/ 2407 w 38350"/>
                <a:gd name="csY59" fmla="*/ 11843 h 34890"/>
                <a:gd name="csX60" fmla="*/ 2896 w 38350"/>
                <a:gd name="csY60" fmla="*/ 9888 h 34890"/>
                <a:gd name="csX61" fmla="*/ 4474 w 38350"/>
                <a:gd name="csY61" fmla="*/ 6842 h 34890"/>
                <a:gd name="csX62" fmla="*/ 6956 w 38350"/>
                <a:gd name="csY62" fmla="*/ 3647 h 34890"/>
                <a:gd name="csX63" fmla="*/ 10452 w 38350"/>
                <a:gd name="csY63" fmla="*/ 1053 h 34890"/>
                <a:gd name="csX64" fmla="*/ 14814 w 38350"/>
                <a:gd name="csY64" fmla="*/ 0 h 34890"/>
                <a:gd name="csX65" fmla="*/ 16806 w 38350"/>
                <a:gd name="csY65" fmla="*/ 226 h 34890"/>
                <a:gd name="csX66" fmla="*/ 19025 w 38350"/>
                <a:gd name="csY66" fmla="*/ 977 h 34890"/>
                <a:gd name="csX67" fmla="*/ 21355 w 38350"/>
                <a:gd name="csY67" fmla="*/ 2782 h 34890"/>
                <a:gd name="csX68" fmla="*/ 23123 w 38350"/>
                <a:gd name="csY68" fmla="*/ 5828 h 34890"/>
                <a:gd name="csX69" fmla="*/ 24175 w 38350"/>
                <a:gd name="csY69" fmla="*/ 4136 h 34890"/>
                <a:gd name="csX70" fmla="*/ 25792 w 38350"/>
                <a:gd name="csY70" fmla="*/ 2293 h 34890"/>
                <a:gd name="csX71" fmla="*/ 28199 w 38350"/>
                <a:gd name="csY71" fmla="*/ 639 h 34890"/>
                <a:gd name="csX72" fmla="*/ 31206 w 38350"/>
                <a:gd name="csY72" fmla="*/ 0 h 34890"/>
                <a:gd name="csX73" fmla="*/ 34252 w 38350"/>
                <a:gd name="csY73" fmla="*/ 413 h 34890"/>
                <a:gd name="csX74" fmla="*/ 37034 w 38350"/>
                <a:gd name="csY74" fmla="*/ 2030 h 34890"/>
                <a:gd name="csX75" fmla="*/ 38350 w 38350"/>
                <a:gd name="csY75" fmla="*/ 5076 h 34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38350" h="34890">
                  <a:moveTo>
                    <a:pt x="38350" y="5076"/>
                  </a:moveTo>
                  <a:cubicBezTo>
                    <a:pt x="38350" y="6479"/>
                    <a:pt x="37911" y="7582"/>
                    <a:pt x="37034" y="8384"/>
                  </a:cubicBezTo>
                  <a:cubicBezTo>
                    <a:pt x="36156" y="9161"/>
                    <a:pt x="35217" y="9550"/>
                    <a:pt x="34214" y="9550"/>
                  </a:cubicBezTo>
                  <a:cubicBezTo>
                    <a:pt x="33262" y="9550"/>
                    <a:pt x="32535" y="9274"/>
                    <a:pt x="32033" y="8723"/>
                  </a:cubicBezTo>
                  <a:cubicBezTo>
                    <a:pt x="31532" y="8171"/>
                    <a:pt x="31282" y="7544"/>
                    <a:pt x="31282" y="6842"/>
                  </a:cubicBezTo>
                  <a:cubicBezTo>
                    <a:pt x="31282" y="5890"/>
                    <a:pt x="31633" y="5000"/>
                    <a:pt x="32334" y="4173"/>
                  </a:cubicBezTo>
                  <a:cubicBezTo>
                    <a:pt x="33036" y="3346"/>
                    <a:pt x="33913" y="2844"/>
                    <a:pt x="34966" y="2669"/>
                  </a:cubicBezTo>
                  <a:cubicBezTo>
                    <a:pt x="33938" y="2018"/>
                    <a:pt x="32660" y="1692"/>
                    <a:pt x="31131" y="1692"/>
                  </a:cubicBezTo>
                  <a:cubicBezTo>
                    <a:pt x="30129" y="1692"/>
                    <a:pt x="29189" y="1955"/>
                    <a:pt x="28311" y="2482"/>
                  </a:cubicBezTo>
                  <a:cubicBezTo>
                    <a:pt x="27459" y="3008"/>
                    <a:pt x="26770" y="3610"/>
                    <a:pt x="26244" y="4286"/>
                  </a:cubicBezTo>
                  <a:cubicBezTo>
                    <a:pt x="25742" y="4963"/>
                    <a:pt x="25266" y="5790"/>
                    <a:pt x="24815" y="6767"/>
                  </a:cubicBezTo>
                  <a:cubicBezTo>
                    <a:pt x="24389" y="7720"/>
                    <a:pt x="24088" y="8484"/>
                    <a:pt x="23912" y="9061"/>
                  </a:cubicBezTo>
                  <a:cubicBezTo>
                    <a:pt x="23762" y="9612"/>
                    <a:pt x="23625" y="10189"/>
                    <a:pt x="23499" y="10790"/>
                  </a:cubicBezTo>
                  <a:lnTo>
                    <a:pt x="20866" y="21318"/>
                  </a:lnTo>
                  <a:cubicBezTo>
                    <a:pt x="20015" y="24652"/>
                    <a:pt x="19589" y="26908"/>
                    <a:pt x="19589" y="28085"/>
                  </a:cubicBezTo>
                  <a:cubicBezTo>
                    <a:pt x="19589" y="29539"/>
                    <a:pt x="19940" y="30755"/>
                    <a:pt x="20642" y="31733"/>
                  </a:cubicBezTo>
                  <a:cubicBezTo>
                    <a:pt x="21343" y="32685"/>
                    <a:pt x="22396" y="33161"/>
                    <a:pt x="23800" y="33161"/>
                  </a:cubicBezTo>
                  <a:cubicBezTo>
                    <a:pt x="24351" y="33161"/>
                    <a:pt x="24940" y="33086"/>
                    <a:pt x="25566" y="32935"/>
                  </a:cubicBezTo>
                  <a:cubicBezTo>
                    <a:pt x="26194" y="32760"/>
                    <a:pt x="26908" y="32447"/>
                    <a:pt x="27710" y="31996"/>
                  </a:cubicBezTo>
                  <a:cubicBezTo>
                    <a:pt x="28537" y="31519"/>
                    <a:pt x="29314" y="30930"/>
                    <a:pt x="30041" y="30228"/>
                  </a:cubicBezTo>
                  <a:cubicBezTo>
                    <a:pt x="30793" y="29502"/>
                    <a:pt x="31532" y="28524"/>
                    <a:pt x="32259" y="27296"/>
                  </a:cubicBezTo>
                  <a:cubicBezTo>
                    <a:pt x="32986" y="26067"/>
                    <a:pt x="33587" y="24664"/>
                    <a:pt x="34063" y="23085"/>
                  </a:cubicBezTo>
                  <a:cubicBezTo>
                    <a:pt x="34214" y="22533"/>
                    <a:pt x="34540" y="22258"/>
                    <a:pt x="35041" y="22258"/>
                  </a:cubicBezTo>
                  <a:cubicBezTo>
                    <a:pt x="35668" y="22258"/>
                    <a:pt x="35981" y="22508"/>
                    <a:pt x="35981" y="23010"/>
                  </a:cubicBezTo>
                  <a:cubicBezTo>
                    <a:pt x="35981" y="23436"/>
                    <a:pt x="35805" y="24100"/>
                    <a:pt x="35454" y="25002"/>
                  </a:cubicBezTo>
                  <a:cubicBezTo>
                    <a:pt x="35129" y="25880"/>
                    <a:pt x="34603" y="26895"/>
                    <a:pt x="33876" y="28048"/>
                  </a:cubicBezTo>
                  <a:cubicBezTo>
                    <a:pt x="33174" y="29176"/>
                    <a:pt x="32359" y="30254"/>
                    <a:pt x="31432" y="31281"/>
                  </a:cubicBezTo>
                  <a:cubicBezTo>
                    <a:pt x="30504" y="32284"/>
                    <a:pt x="29352" y="33136"/>
                    <a:pt x="27973" y="33837"/>
                  </a:cubicBezTo>
                  <a:cubicBezTo>
                    <a:pt x="26594" y="34539"/>
                    <a:pt x="25153" y="34890"/>
                    <a:pt x="23649" y="34890"/>
                  </a:cubicBezTo>
                  <a:cubicBezTo>
                    <a:pt x="21494" y="34890"/>
                    <a:pt x="19701" y="34314"/>
                    <a:pt x="18272" y="33161"/>
                  </a:cubicBezTo>
                  <a:cubicBezTo>
                    <a:pt x="16844" y="32008"/>
                    <a:pt x="15867" y="30630"/>
                    <a:pt x="15340" y="29025"/>
                  </a:cubicBezTo>
                  <a:cubicBezTo>
                    <a:pt x="15215" y="29251"/>
                    <a:pt x="15064" y="29514"/>
                    <a:pt x="14889" y="29815"/>
                  </a:cubicBezTo>
                  <a:cubicBezTo>
                    <a:pt x="14713" y="30116"/>
                    <a:pt x="14362" y="30605"/>
                    <a:pt x="13836" y="31281"/>
                  </a:cubicBezTo>
                  <a:cubicBezTo>
                    <a:pt x="13335" y="31933"/>
                    <a:pt x="12796" y="32509"/>
                    <a:pt x="12220" y="33010"/>
                  </a:cubicBezTo>
                  <a:cubicBezTo>
                    <a:pt x="11643" y="33487"/>
                    <a:pt x="10904" y="33913"/>
                    <a:pt x="10001" y="34289"/>
                  </a:cubicBezTo>
                  <a:cubicBezTo>
                    <a:pt x="9124" y="34690"/>
                    <a:pt x="8209" y="34890"/>
                    <a:pt x="7257" y="34890"/>
                  </a:cubicBezTo>
                  <a:cubicBezTo>
                    <a:pt x="6054" y="34890"/>
                    <a:pt x="4913" y="34715"/>
                    <a:pt x="3835" y="34364"/>
                  </a:cubicBezTo>
                  <a:cubicBezTo>
                    <a:pt x="2782" y="34013"/>
                    <a:pt x="1880" y="33436"/>
                    <a:pt x="1128" y="32635"/>
                  </a:cubicBezTo>
                  <a:cubicBezTo>
                    <a:pt x="376" y="31833"/>
                    <a:pt x="0" y="30880"/>
                    <a:pt x="0" y="29777"/>
                  </a:cubicBezTo>
                  <a:cubicBezTo>
                    <a:pt x="0" y="28549"/>
                    <a:pt x="414" y="27509"/>
                    <a:pt x="1241" y="26657"/>
                  </a:cubicBezTo>
                  <a:cubicBezTo>
                    <a:pt x="2093" y="25779"/>
                    <a:pt x="3096" y="25341"/>
                    <a:pt x="4248" y="25341"/>
                  </a:cubicBezTo>
                  <a:cubicBezTo>
                    <a:pt x="4975" y="25341"/>
                    <a:pt x="5627" y="25554"/>
                    <a:pt x="6204" y="25979"/>
                  </a:cubicBezTo>
                  <a:cubicBezTo>
                    <a:pt x="6806" y="26406"/>
                    <a:pt x="7107" y="27083"/>
                    <a:pt x="7107" y="28011"/>
                  </a:cubicBezTo>
                  <a:cubicBezTo>
                    <a:pt x="7107" y="29038"/>
                    <a:pt x="6756" y="29940"/>
                    <a:pt x="6054" y="30717"/>
                  </a:cubicBezTo>
                  <a:cubicBezTo>
                    <a:pt x="5352" y="31494"/>
                    <a:pt x="4500" y="31983"/>
                    <a:pt x="3497" y="32183"/>
                  </a:cubicBezTo>
                  <a:cubicBezTo>
                    <a:pt x="4525" y="32835"/>
                    <a:pt x="5803" y="33161"/>
                    <a:pt x="7331" y="33161"/>
                  </a:cubicBezTo>
                  <a:cubicBezTo>
                    <a:pt x="8986" y="33161"/>
                    <a:pt x="10465" y="32434"/>
                    <a:pt x="11768" y="30980"/>
                  </a:cubicBezTo>
                  <a:cubicBezTo>
                    <a:pt x="13072" y="29526"/>
                    <a:pt x="14037" y="27584"/>
                    <a:pt x="14663" y="25152"/>
                  </a:cubicBezTo>
                  <a:cubicBezTo>
                    <a:pt x="16217" y="19312"/>
                    <a:pt x="17295" y="15089"/>
                    <a:pt x="17897" y="12482"/>
                  </a:cubicBezTo>
                  <a:cubicBezTo>
                    <a:pt x="18498" y="9850"/>
                    <a:pt x="18799" y="7970"/>
                    <a:pt x="18799" y="6842"/>
                  </a:cubicBezTo>
                  <a:cubicBezTo>
                    <a:pt x="18799" y="5790"/>
                    <a:pt x="18661" y="4900"/>
                    <a:pt x="18386" y="4173"/>
                  </a:cubicBezTo>
                  <a:cubicBezTo>
                    <a:pt x="18110" y="3446"/>
                    <a:pt x="17734" y="2920"/>
                    <a:pt x="17258" y="2594"/>
                  </a:cubicBezTo>
                  <a:cubicBezTo>
                    <a:pt x="16806" y="2243"/>
                    <a:pt x="16368" y="2005"/>
                    <a:pt x="15942" y="1880"/>
                  </a:cubicBezTo>
                  <a:cubicBezTo>
                    <a:pt x="15541" y="1755"/>
                    <a:pt x="15115" y="1692"/>
                    <a:pt x="14663" y="1692"/>
                  </a:cubicBezTo>
                  <a:cubicBezTo>
                    <a:pt x="13911" y="1692"/>
                    <a:pt x="13109" y="1842"/>
                    <a:pt x="12257" y="2143"/>
                  </a:cubicBezTo>
                  <a:cubicBezTo>
                    <a:pt x="11430" y="2444"/>
                    <a:pt x="10515" y="2945"/>
                    <a:pt x="9512" y="3647"/>
                  </a:cubicBezTo>
                  <a:cubicBezTo>
                    <a:pt x="8535" y="4324"/>
                    <a:pt x="7583" y="5364"/>
                    <a:pt x="6655" y="6767"/>
                  </a:cubicBezTo>
                  <a:cubicBezTo>
                    <a:pt x="5728" y="8171"/>
                    <a:pt x="4951" y="9838"/>
                    <a:pt x="4324" y="11768"/>
                  </a:cubicBezTo>
                  <a:cubicBezTo>
                    <a:pt x="4199" y="12345"/>
                    <a:pt x="3860" y="12633"/>
                    <a:pt x="3309" y="12633"/>
                  </a:cubicBezTo>
                  <a:cubicBezTo>
                    <a:pt x="2707" y="12608"/>
                    <a:pt x="2407" y="12345"/>
                    <a:pt x="2407" y="11843"/>
                  </a:cubicBezTo>
                  <a:cubicBezTo>
                    <a:pt x="2407" y="11417"/>
                    <a:pt x="2570" y="10765"/>
                    <a:pt x="2896" y="9888"/>
                  </a:cubicBezTo>
                  <a:cubicBezTo>
                    <a:pt x="3246" y="8986"/>
                    <a:pt x="3772" y="7970"/>
                    <a:pt x="4474" y="6842"/>
                  </a:cubicBezTo>
                  <a:cubicBezTo>
                    <a:pt x="5201" y="5714"/>
                    <a:pt x="6028" y="4649"/>
                    <a:pt x="6956" y="3647"/>
                  </a:cubicBezTo>
                  <a:cubicBezTo>
                    <a:pt x="7908" y="2619"/>
                    <a:pt x="9074" y="1754"/>
                    <a:pt x="10452" y="1053"/>
                  </a:cubicBezTo>
                  <a:cubicBezTo>
                    <a:pt x="11856" y="351"/>
                    <a:pt x="13310" y="0"/>
                    <a:pt x="14814" y="0"/>
                  </a:cubicBezTo>
                  <a:cubicBezTo>
                    <a:pt x="15491" y="0"/>
                    <a:pt x="16155" y="75"/>
                    <a:pt x="16806" y="226"/>
                  </a:cubicBezTo>
                  <a:cubicBezTo>
                    <a:pt x="17483" y="351"/>
                    <a:pt x="18223" y="601"/>
                    <a:pt x="19025" y="977"/>
                  </a:cubicBezTo>
                  <a:cubicBezTo>
                    <a:pt x="19852" y="1353"/>
                    <a:pt x="20629" y="1955"/>
                    <a:pt x="21355" y="2782"/>
                  </a:cubicBezTo>
                  <a:cubicBezTo>
                    <a:pt x="22082" y="3609"/>
                    <a:pt x="22672" y="4624"/>
                    <a:pt x="23123" y="5828"/>
                  </a:cubicBezTo>
                  <a:cubicBezTo>
                    <a:pt x="23424" y="5251"/>
                    <a:pt x="23774" y="4687"/>
                    <a:pt x="24175" y="4136"/>
                  </a:cubicBezTo>
                  <a:cubicBezTo>
                    <a:pt x="24602" y="3585"/>
                    <a:pt x="25141" y="2970"/>
                    <a:pt x="25792" y="2293"/>
                  </a:cubicBezTo>
                  <a:cubicBezTo>
                    <a:pt x="26469" y="1591"/>
                    <a:pt x="27272" y="1040"/>
                    <a:pt x="28199" y="639"/>
                  </a:cubicBezTo>
                  <a:cubicBezTo>
                    <a:pt x="29151" y="213"/>
                    <a:pt x="30154" y="0"/>
                    <a:pt x="31206" y="0"/>
                  </a:cubicBezTo>
                  <a:cubicBezTo>
                    <a:pt x="32234" y="0"/>
                    <a:pt x="33249" y="138"/>
                    <a:pt x="34252" y="413"/>
                  </a:cubicBezTo>
                  <a:cubicBezTo>
                    <a:pt x="35254" y="664"/>
                    <a:pt x="36181" y="1203"/>
                    <a:pt x="37034" y="2030"/>
                  </a:cubicBezTo>
                  <a:cubicBezTo>
                    <a:pt x="37911" y="2832"/>
                    <a:pt x="38350" y="3847"/>
                    <a:pt x="38350" y="5076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3" name="Freeform 3302">
              <a:extLst>
                <a:ext uri="{FF2B5EF4-FFF2-40B4-BE49-F238E27FC236}">
                  <a16:creationId xmlns:a16="http://schemas.microsoft.com/office/drawing/2014/main" id="{60544645-47D4-18F7-11CA-26B6776C7094}"/>
                </a:ext>
              </a:extLst>
            </p:cNvPr>
            <p:cNvSpPr/>
            <p:nvPr/>
          </p:nvSpPr>
          <p:spPr>
            <a:xfrm>
              <a:off x="5205323" y="3929694"/>
              <a:ext cx="17859" cy="76998"/>
            </a:xfrm>
            <a:custGeom>
              <a:avLst/>
              <a:gdLst>
                <a:gd name="csX0" fmla="*/ 0 w 17859"/>
                <a:gd name="csY0" fmla="*/ 76248 h 76998"/>
                <a:gd name="csX1" fmla="*/ 978 w 17859"/>
                <a:gd name="csY1" fmla="*/ 74931 h 76998"/>
                <a:gd name="csX2" fmla="*/ 13385 w 17859"/>
                <a:gd name="csY2" fmla="*/ 38499 h 76998"/>
                <a:gd name="csX3" fmla="*/ 1467 w 17859"/>
                <a:gd name="csY3" fmla="*/ 2557 h 76998"/>
                <a:gd name="csX4" fmla="*/ 0 w 17859"/>
                <a:gd name="csY4" fmla="*/ 751 h 76998"/>
                <a:gd name="csX5" fmla="*/ 752 w 17859"/>
                <a:gd name="csY5" fmla="*/ 0 h 76998"/>
                <a:gd name="csX6" fmla="*/ 3120 w 17859"/>
                <a:gd name="csY6" fmla="*/ 1541 h 76998"/>
                <a:gd name="csX7" fmla="*/ 7820 w 17859"/>
                <a:gd name="csY7" fmla="*/ 6617 h 76998"/>
                <a:gd name="csX8" fmla="*/ 12784 w 17859"/>
                <a:gd name="csY8" fmla="*/ 14475 h 76998"/>
                <a:gd name="csX9" fmla="*/ 17859 w 17859"/>
                <a:gd name="csY9" fmla="*/ 38499 h 76998"/>
                <a:gd name="csX10" fmla="*/ 13010 w 17859"/>
                <a:gd name="csY10" fmla="*/ 61998 h 76998"/>
                <a:gd name="csX11" fmla="*/ 8046 w 17859"/>
                <a:gd name="csY11" fmla="*/ 70082 h 76998"/>
                <a:gd name="csX12" fmla="*/ 3234 w 17859"/>
                <a:gd name="csY12" fmla="*/ 75383 h 76998"/>
                <a:gd name="csX13" fmla="*/ 752 w 17859"/>
                <a:gd name="csY13" fmla="*/ 76999 h 76998"/>
                <a:gd name="csX14" fmla="*/ 0 w 17859"/>
                <a:gd name="csY14" fmla="*/ 76248 h 76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7859" h="76998">
                  <a:moveTo>
                    <a:pt x="0" y="76248"/>
                  </a:moveTo>
                  <a:cubicBezTo>
                    <a:pt x="0" y="75996"/>
                    <a:pt x="326" y="75558"/>
                    <a:pt x="978" y="74931"/>
                  </a:cubicBezTo>
                  <a:cubicBezTo>
                    <a:pt x="9249" y="66509"/>
                    <a:pt x="13385" y="54365"/>
                    <a:pt x="13385" y="38499"/>
                  </a:cubicBezTo>
                  <a:cubicBezTo>
                    <a:pt x="13385" y="22583"/>
                    <a:pt x="9412" y="10602"/>
                    <a:pt x="1467" y="2557"/>
                  </a:cubicBezTo>
                  <a:cubicBezTo>
                    <a:pt x="489" y="1629"/>
                    <a:pt x="0" y="1027"/>
                    <a:pt x="0" y="751"/>
                  </a:cubicBezTo>
                  <a:cubicBezTo>
                    <a:pt x="0" y="250"/>
                    <a:pt x="251" y="0"/>
                    <a:pt x="752" y="0"/>
                  </a:cubicBezTo>
                  <a:cubicBezTo>
                    <a:pt x="1103" y="0"/>
                    <a:pt x="1893" y="514"/>
                    <a:pt x="3120" y="1541"/>
                  </a:cubicBezTo>
                  <a:cubicBezTo>
                    <a:pt x="4374" y="2569"/>
                    <a:pt x="5941" y="4261"/>
                    <a:pt x="7820" y="6617"/>
                  </a:cubicBezTo>
                  <a:cubicBezTo>
                    <a:pt x="9725" y="8973"/>
                    <a:pt x="11380" y="11592"/>
                    <a:pt x="12784" y="14475"/>
                  </a:cubicBezTo>
                  <a:cubicBezTo>
                    <a:pt x="16167" y="21467"/>
                    <a:pt x="17859" y="29476"/>
                    <a:pt x="17859" y="38499"/>
                  </a:cubicBezTo>
                  <a:cubicBezTo>
                    <a:pt x="17859" y="47172"/>
                    <a:pt x="16243" y="55005"/>
                    <a:pt x="13010" y="61998"/>
                  </a:cubicBezTo>
                  <a:cubicBezTo>
                    <a:pt x="11630" y="64931"/>
                    <a:pt x="9976" y="67625"/>
                    <a:pt x="8046" y="70082"/>
                  </a:cubicBezTo>
                  <a:cubicBezTo>
                    <a:pt x="6116" y="72538"/>
                    <a:pt x="4512" y="74305"/>
                    <a:pt x="3234" y="75383"/>
                  </a:cubicBezTo>
                  <a:cubicBezTo>
                    <a:pt x="1955" y="76460"/>
                    <a:pt x="1128" y="76999"/>
                    <a:pt x="752" y="76999"/>
                  </a:cubicBezTo>
                  <a:cubicBezTo>
                    <a:pt x="251" y="76999"/>
                    <a:pt x="0" y="76748"/>
                    <a:pt x="0" y="76248"/>
                  </a:cubicBezTo>
                  <a:close/>
                </a:path>
              </a:pathLst>
            </a:custGeom>
            <a:solidFill>
              <a:srgbClr val="000000"/>
            </a:solidFill>
            <a:ln w="10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86339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3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3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9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0" dur="500"/>
                                        <p:tgtEl>
                                          <p:spTgt spid="3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3" dur="500"/>
                                        <p:tgtEl>
                                          <p:spTgt spid="3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6" dur="500"/>
                                        <p:tgtEl>
                                          <p:spTgt spid="3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9" dur="500"/>
                                        <p:tgtEl>
                                          <p:spTgt spid="3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2" dur="500"/>
                                        <p:tgtEl>
                                          <p:spTgt spid="3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9" grpId="0"/>
      <p:bldP spid="11" grpId="0"/>
      <p:bldP spid="12" grpId="0"/>
      <p:bldP spid="15" grpId="0"/>
      <p:bldP spid="16" grpId="0"/>
      <p:bldP spid="17" grpId="0"/>
      <p:bldP spid="21" grpId="0" animBg="1"/>
      <p:bldP spid="26" grpId="0" animBg="1"/>
      <p:bldP spid="27" grpId="0"/>
      <p:bldP spid="3233" grpId="0" animBg="1"/>
      <p:bldP spid="3233" grpId="1" animBg="1"/>
      <p:bldP spid="3249" grpId="0" animBg="1"/>
      <p:bldP spid="3250" grpId="0" animBg="1"/>
      <p:bldP spid="3250" grpId="2" animBg="1"/>
      <p:bldP spid="3251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FFB212-15F5-B4DC-C5BC-53B0B6FB54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Rectangle 87">
            <a:extLst>
              <a:ext uri="{FF2B5EF4-FFF2-40B4-BE49-F238E27FC236}">
                <a16:creationId xmlns:a16="http://schemas.microsoft.com/office/drawing/2014/main" id="{6EECB7C2-1DF8-7E63-4974-2502464EE871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BE5DAFD-FADD-F74D-6244-3286B9A0A681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096719"/>
                <a:ext cx="6965851" cy="3938780"/>
              </a:xfrm>
            </p:spPr>
            <p:txBody>
              <a:bodyPr/>
              <a:lstStyle/>
              <a:p>
                <a:r>
                  <a:rPr lang="en-US" b="1" dirty="0"/>
                  <a:t>Idea</a:t>
                </a:r>
                <a:r>
                  <a:rPr lang="en-US" dirty="0"/>
                  <a:t>: Since leaky </a:t>
                </a:r>
                <a:r>
                  <a:rPr lang="en-US" dirty="0" err="1"/>
                  <a:t>ReLU</a:t>
                </a:r>
                <a:r>
                  <a:rPr lang="en-US" dirty="0"/>
                  <a:t> is a deterministic, monotone and bijective function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Direct Message Approximation</a:t>
                </a:r>
                <a:r>
                  <a:rPr lang="en-US" dirty="0"/>
                  <a:t>: We explicitly match the first two moments of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 dirty="0" smtClean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𝐸</m:t>
                    </m:r>
                    <m:d>
                      <m:dPr>
                        <m:begChr m:val="["/>
                        <m:endChr m:val="]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var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1" i="1" dirty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i="1" dirty="0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 dirty="0">
                                    <a:latin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b="1" i="1" dirty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1" i="1" dirty="0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var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dirty="0"/>
                  <a:t>The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1" i="1" dirty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 dirty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i="1" dirty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d>
                      <m:dPr>
                        <m:ctrlPr>
                          <a:rPr lang="en-US" b="1" i="1" dirty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 dirty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follows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𝛿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𝒩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ReLU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𝛼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</m:d>
                        <m:r>
                          <a:rPr lang="en-US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𝛿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𝒩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ReLU</m:t>
                            </m:r>
                          </m:e>
                          <m:sub>
                            <m:f>
                              <m:fPr>
                                <m:ctrlP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𝛼</m:t>
                                </m:r>
                              </m:den>
                            </m:f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</m:d>
                        <m:r>
                          <a:rPr lang="en-US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</m:oMath>
                </a14:m>
                <a:r>
                  <a:rPr lang="en-US" dirty="0"/>
                  <a:t>!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BE5DAFD-FADD-F74D-6244-3286B9A0A681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096719"/>
                <a:ext cx="6965851" cy="3938780"/>
              </a:xfrm>
              <a:blipFill>
                <a:blip r:embed="rId2"/>
                <a:stretch>
                  <a:fillRect t="-322" r="-9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FDB54EF-2C02-2176-7D54-E022505585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Leaky Rectified Linear Unit Factor: Approximate Messages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713F1CDD-80A3-7CE4-1156-78CDDE73EFDC}"/>
                  </a:ext>
                </a:extLst>
              </p:cNvPr>
              <p:cNvSpPr/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Oval 3">
                <a:extLst>
                  <a:ext uri="{FF2B5EF4-FFF2-40B4-BE49-F238E27FC236}">
                    <a16:creationId xmlns:a16="http://schemas.microsoft.com/office/drawing/2014/main" id="{713F1CDD-80A3-7CE4-1156-78CDDE73EF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6D1B41F4-EEF3-F997-86CE-EDAC804B26B3}"/>
              </a:ext>
            </a:extLst>
          </p:cNvPr>
          <p:cNvSpPr/>
          <p:nvPr/>
        </p:nvSpPr>
        <p:spPr bwMode="gray">
          <a:xfrm>
            <a:off x="7823388" y="189431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AC50028E-10BC-1499-2881-2F265AE5BB26}"/>
              </a:ext>
            </a:extLst>
          </p:cNvPr>
          <p:cNvCxnSpPr>
            <a:cxnSpLocks/>
            <a:stCxn id="5" idx="3"/>
            <a:endCxn id="4" idx="2"/>
          </p:cNvCxnSpPr>
          <p:nvPr/>
        </p:nvCxnSpPr>
        <p:spPr bwMode="gray">
          <a:xfrm>
            <a:off x="7949387" y="1957314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16486F4-7006-AA28-8077-6458A27BF41B}"/>
                  </a:ext>
                </a:extLst>
              </p:cNvPr>
              <p:cNvSpPr/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616486F4-7006-AA28-8077-6458A27BF4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50817F47-1459-68EA-5DDD-8BCC3893A9F0}"/>
              </a:ext>
            </a:extLst>
          </p:cNvPr>
          <p:cNvCxnSpPr>
            <a:cxnSpLocks/>
            <a:stCxn id="5" idx="1"/>
          </p:cNvCxnSpPr>
          <p:nvPr/>
        </p:nvCxnSpPr>
        <p:spPr bwMode="gray">
          <a:xfrm flipH="1" flipV="1">
            <a:off x="7005870" y="1948696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F3A1684-473A-35C8-BF25-AB7572154984}"/>
                  </a:ext>
                </a:extLst>
              </p:cNvPr>
              <p:cNvSpPr txBox="1"/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F3A1684-473A-35C8-BF25-AB75721549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blipFill>
                <a:blip r:embed="rId5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E65560B-92D5-9986-EFDB-85342515962F}"/>
                  </a:ext>
                </a:extLst>
              </p:cNvPr>
              <p:cNvSpPr txBox="1"/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BE65560B-92D5-9986-EFDB-8534251596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blipFill>
                <a:blip r:embed="rId6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1A0A3545-FC73-1795-2368-054DDB2AD8D9}"/>
              </a:ext>
            </a:extLst>
          </p:cNvPr>
          <p:cNvCxnSpPr>
            <a:cxnSpLocks/>
          </p:cNvCxnSpPr>
          <p:nvPr/>
        </p:nvCxnSpPr>
        <p:spPr bwMode="gray">
          <a:xfrm flipH="1">
            <a:off x="8027696" y="188249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CC11CFAD-324C-0B77-856D-F9558A23B8C4}"/>
              </a:ext>
            </a:extLst>
          </p:cNvPr>
          <p:cNvCxnSpPr>
            <a:cxnSpLocks/>
          </p:cNvCxnSpPr>
          <p:nvPr/>
        </p:nvCxnSpPr>
        <p:spPr bwMode="gray">
          <a:xfrm flipH="1">
            <a:off x="7046699" y="187570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69F1C08-1A1F-63B6-57C5-D34F092D198D}"/>
                  </a:ext>
                </a:extLst>
              </p:cNvPr>
              <p:cNvSpPr txBox="1"/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800" b="0" i="0" smtClean="0">
                              <a:latin typeface="Cambria Math" panose="02040503050406030204" pitchFamily="18" charset="0"/>
                            </a:rPr>
                            <m:t>ReL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69F1C08-1A1F-63B6-57C5-D34F092D19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517B0BC-75D5-C5DE-41A5-981ADAA61C35}"/>
                  </a:ext>
                </a:extLst>
              </p:cNvPr>
              <p:cNvSpPr txBox="1"/>
              <p:nvPr/>
            </p:nvSpPr>
            <p:spPr bwMode="gray">
              <a:xfrm>
                <a:off x="1076232" y="1425516"/>
                <a:ext cx="4224157" cy="56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1400" b="0" i="0" smtClean="0">
                                      <a:latin typeface="Cambria Math" panose="02040503050406030204" pitchFamily="18" charset="0"/>
                                    </a:rPr>
                                    <m:t>ReLU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𝛼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9517B0BC-75D5-C5DE-41A5-981ADAA61C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076232" y="1425516"/>
                <a:ext cx="4224157" cy="568554"/>
              </a:xfrm>
              <a:prstGeom prst="rect">
                <a:avLst/>
              </a:prstGeom>
              <a:blipFill>
                <a:blip r:embed="rId8"/>
                <a:stretch>
                  <a:fillRect t="-148889" b="-22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AE0D61AE-36C3-76AD-C3AA-C3FE90647A5F}"/>
              </a:ext>
            </a:extLst>
          </p:cNvPr>
          <p:cNvSpPr txBox="1"/>
          <p:nvPr/>
        </p:nvSpPr>
        <p:spPr bwMode="gray">
          <a:xfrm>
            <a:off x="747423" y="3485084"/>
            <a:ext cx="7927449" cy="417614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lIns="0" tIns="0" rIns="0" bIns="0" rtlCol="0" anchor="ctr">
            <a:noAutofit/>
          </a:bodyPr>
          <a:lstStyle/>
          <a:p>
            <a:endParaRPr lang="en-US" sz="11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CC1BF02-ABB9-CC1B-A282-24BF258AE569}"/>
                  </a:ext>
                </a:extLst>
              </p:cNvPr>
              <p:cNvSpPr txBox="1"/>
              <p:nvPr/>
            </p:nvSpPr>
            <p:spPr bwMode="gray">
              <a:xfrm>
                <a:off x="787178" y="3485082"/>
                <a:ext cx="7998515" cy="417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̂"/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</m:acc>
                        </m:e>
                        <m: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1−</m:t>
                              </m:r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𝛼</m:t>
                              </m:r>
                            </m:e>
                          </m:d>
                          <m:r>
                            <a:rPr lang="en-US" sz="1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d>
                            <m:d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Sup>
                                <m:sSubSup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sSubSup>
                                <m:sSubSup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1−</m:t>
                              </m:r>
                              <m:sSup>
                                <m:sSup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𝛼</m:t>
                                  </m:r>
                                </m:e>
                                <m:sup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𝜙</m:t>
                                      </m:r>
                                    </m:e>
                                    <m:sub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𝑋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1−</m:t>
                                      </m:r>
                                      <m:r>
                                        <a:rPr lang="en-US" sz="14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𝛼</m:t>
                                      </m:r>
                                    </m:e>
                                  </m:d>
                                </m:e>
                              </m:d>
                            </m:e>
                            <m:sup>
                              <m: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</m:e>
                      </m:d>
                    </m:oMath>
                  </m:oMathPara>
                </a14:m>
                <a:endParaRPr lang="de-DE" sz="1400" dirty="0"/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CC1BF02-ABB9-CC1B-A282-24BF258AE5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7178" y="3485082"/>
                <a:ext cx="7998515" cy="41761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E9B0B71-D9E1-AF8B-89A1-F1AD4DF5B601}"/>
                  </a:ext>
                </a:extLst>
              </p:cNvPr>
              <p:cNvSpPr txBox="1"/>
              <p:nvPr/>
            </p:nvSpPr>
            <p:spPr bwMode="gray">
              <a:xfrm>
                <a:off x="1778804" y="1937417"/>
                <a:ext cx="5759033" cy="5854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4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+∞</m:t>
                          </m:r>
                        </m:sup>
                        <m:e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𝛿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  <m:sup>
                                  <m:r>
                                    <a:rPr lang="en-US" sz="14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nary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E9B0B71-D9E1-AF8B-89A1-F1AD4DF5B6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78804" y="1937417"/>
                <a:ext cx="5759033" cy="585417"/>
              </a:xfrm>
              <a:prstGeom prst="rect">
                <a:avLst/>
              </a:prstGeom>
              <a:blipFill>
                <a:blip r:embed="rId10"/>
                <a:stretch>
                  <a:fillRect l="-8150" t="-142553" b="-2085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FBF7242-B8C1-3304-B48B-4C59111DEA34}"/>
                  </a:ext>
                </a:extLst>
              </p:cNvPr>
              <p:cNvSpPr txBox="1"/>
              <p:nvPr/>
            </p:nvSpPr>
            <p:spPr bwMode="gray">
              <a:xfrm>
                <a:off x="1701579" y="2374889"/>
                <a:ext cx="4638245" cy="4970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4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≤0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f>
                        <m:fPr>
                          <m:ctrlP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den>
                      </m:f>
                      <m:r>
                        <a:rPr lang="en-US" sz="14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𝑦</m:t>
                              </m:r>
                            </m:num>
                            <m:den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𝛼</m:t>
                              </m:r>
                            </m:den>
                          </m:f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𝕀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&gt;0</m:t>
                          </m:r>
                        </m:e>
                      </m:d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⋅</m:t>
                      </m:r>
                      <m:r>
                        <a:rPr lang="en-US" sz="14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FBF7242-B8C1-3304-B48B-4C59111DEA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01579" y="2374889"/>
                <a:ext cx="4638245" cy="49705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1293EB2-9C22-CFB2-F1E0-65C6DDFC5EA6}"/>
                  </a:ext>
                </a:extLst>
              </p:cNvPr>
              <p:cNvSpPr txBox="1"/>
              <p:nvPr/>
            </p:nvSpPr>
            <p:spPr bwMode="gray">
              <a:xfrm>
                <a:off x="539802" y="4178196"/>
                <a:ext cx="1805833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𝐴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sz="14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1−</m:t>
                          </m:r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e>
                      </m:d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</m:oMath>
                  </m:oMathPara>
                </a14:m>
                <a:endParaRPr lang="de-DE" sz="14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1293EB2-9C22-CFB2-F1E0-65C6DDFC5E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9802" y="4178196"/>
                <a:ext cx="1805833" cy="307777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3BBF329-B6B8-0580-A46E-527995CB3C1B}"/>
                  </a:ext>
                </a:extLst>
              </p:cNvPr>
              <p:cNvSpPr txBox="1"/>
              <p:nvPr/>
            </p:nvSpPr>
            <p:spPr bwMode="gray">
              <a:xfrm>
                <a:off x="2610453" y="4178196"/>
                <a:ext cx="1961547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𝐵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e>
                        <m:sup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1400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1−</m:t>
                          </m:r>
                          <m:sSup>
                            <m:sSupPr>
                              <m:ctrlPr>
                                <a:rPr lang="en-US" sz="1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𝛼</m:t>
                              </m:r>
                            </m:e>
                            <m:sup>
                              <m:r>
                                <a:rPr lang="en-US" sz="1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</m:oMath>
                  </m:oMathPara>
                </a14:m>
                <a:endParaRPr lang="de-DE" sz="1400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23BBF329-B6B8-0580-A46E-527995CB3C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10453" y="4178196"/>
                <a:ext cx="1961547" cy="30777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862B041-480C-0A8B-6C42-37D8F88A3B9D}"/>
                  </a:ext>
                </a:extLst>
              </p:cNvPr>
              <p:cNvSpPr txBox="1"/>
              <p:nvPr/>
            </p:nvSpPr>
            <p:spPr bwMode="gray">
              <a:xfrm>
                <a:off x="4684828" y="4080092"/>
                <a:ext cx="1961547" cy="50398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𝜙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1400" i="1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1400" b="0" i="1" smtClean="0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den>
                          </m:f>
                          <m:r>
                            <a:rPr lang="en-US" sz="1400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de-DE" sz="14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862B041-480C-0A8B-6C42-37D8F88A3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84828" y="4080092"/>
                <a:ext cx="1961547" cy="50398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C3C4EE9-C280-BE1C-9A3D-EBC9954334FD}"/>
                  </a:ext>
                </a:extLst>
              </p:cNvPr>
              <p:cNvSpPr txBox="1"/>
              <p:nvPr/>
            </p:nvSpPr>
            <p:spPr bwMode="gray">
              <a:xfrm>
                <a:off x="6675118" y="4011163"/>
                <a:ext cx="1915242" cy="6418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𝑃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∞</m:t>
                          </m:r>
                        </m:sub>
                        <m:sup>
                          <m:f>
                            <m:fPr>
                              <m:ctrlPr>
                                <a:rPr lang="en-US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𝑋</m:t>
                                  </m:r>
                                </m:sub>
                              </m:sSub>
                            </m:den>
                          </m:f>
                        </m:sup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14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;0,1</m:t>
                              </m:r>
                            </m:e>
                          </m:d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1400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d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𝑡</m:t>
                          </m:r>
                        </m:e>
                      </m:nary>
                    </m:oMath>
                  </m:oMathPara>
                </a14:m>
                <a:endParaRPr lang="de-DE" sz="14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C3C4EE9-C280-BE1C-9A3D-EBC9954334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75118" y="4011163"/>
                <a:ext cx="1915242" cy="641842"/>
              </a:xfrm>
              <a:prstGeom prst="rect">
                <a:avLst/>
              </a:prstGeom>
              <a:blipFill>
                <a:blip r:embed="rId15"/>
                <a:stretch>
                  <a:fillRect l="-11842" t="-117308" b="-1884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ounded Rectangle 38">
            <a:extLst>
              <a:ext uri="{FF2B5EF4-FFF2-40B4-BE49-F238E27FC236}">
                <a16:creationId xmlns:a16="http://schemas.microsoft.com/office/drawing/2014/main" id="{92D1A180-A7B5-DB2F-0872-332458DBE999}"/>
              </a:ext>
            </a:extLst>
          </p:cNvPr>
          <p:cNvSpPr/>
          <p:nvPr/>
        </p:nvSpPr>
        <p:spPr bwMode="gray">
          <a:xfrm>
            <a:off x="2541381" y="3585971"/>
            <a:ext cx="211189" cy="23005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AF7E2E05-EBEE-D564-EEE0-C453036E2DB0}"/>
              </a:ext>
            </a:extLst>
          </p:cNvPr>
          <p:cNvCxnSpPr>
            <a:cxnSpLocks/>
            <a:stCxn id="35" idx="0"/>
            <a:endCxn id="39" idx="2"/>
          </p:cNvCxnSpPr>
          <p:nvPr/>
        </p:nvCxnSpPr>
        <p:spPr bwMode="gray">
          <a:xfrm flipV="1">
            <a:off x="1442719" y="3816028"/>
            <a:ext cx="1204257" cy="36216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ounded Rectangle 41">
            <a:extLst>
              <a:ext uri="{FF2B5EF4-FFF2-40B4-BE49-F238E27FC236}">
                <a16:creationId xmlns:a16="http://schemas.microsoft.com/office/drawing/2014/main" id="{67CA41E0-B1A9-7BB4-D3AC-EB0A7C0A1F96}"/>
              </a:ext>
            </a:extLst>
          </p:cNvPr>
          <p:cNvSpPr/>
          <p:nvPr/>
        </p:nvSpPr>
        <p:spPr bwMode="gray">
          <a:xfrm>
            <a:off x="6919625" y="3585971"/>
            <a:ext cx="211189" cy="230057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4C180DEA-6FE5-A4E6-A775-DBC7E07790D8}"/>
              </a:ext>
            </a:extLst>
          </p:cNvPr>
          <p:cNvCxnSpPr>
            <a:cxnSpLocks/>
            <a:stCxn id="35" idx="0"/>
            <a:endCxn id="42" idx="2"/>
          </p:cNvCxnSpPr>
          <p:nvPr/>
        </p:nvCxnSpPr>
        <p:spPr bwMode="gray">
          <a:xfrm flipV="1">
            <a:off x="1442719" y="3816028"/>
            <a:ext cx="5582501" cy="36216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9FDE2CE7-6BC9-878D-54AE-4D639A9F63A0}"/>
              </a:ext>
            </a:extLst>
          </p:cNvPr>
          <p:cNvSpPr/>
          <p:nvPr/>
        </p:nvSpPr>
        <p:spPr bwMode="gray">
          <a:xfrm>
            <a:off x="4729061" y="3585971"/>
            <a:ext cx="211189" cy="230057"/>
          </a:xfrm>
          <a:prstGeom prst="roundRect">
            <a:avLst/>
          </a:prstGeom>
          <a:solidFill>
            <a:srgbClr val="00B05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75B97087-1E3B-7625-811B-84B595891180}"/>
              </a:ext>
            </a:extLst>
          </p:cNvPr>
          <p:cNvCxnSpPr>
            <a:cxnSpLocks/>
            <a:stCxn id="36" idx="0"/>
            <a:endCxn id="51" idx="2"/>
          </p:cNvCxnSpPr>
          <p:nvPr/>
        </p:nvCxnSpPr>
        <p:spPr bwMode="gray">
          <a:xfrm flipV="1">
            <a:off x="3591227" y="3816028"/>
            <a:ext cx="1243429" cy="362168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DAEA1561-6447-D8A7-6A77-5BA6E6FF4E95}"/>
              </a:ext>
            </a:extLst>
          </p:cNvPr>
          <p:cNvSpPr/>
          <p:nvPr/>
        </p:nvSpPr>
        <p:spPr bwMode="gray">
          <a:xfrm>
            <a:off x="3131834" y="3592193"/>
            <a:ext cx="211189" cy="230057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59" name="Rounded Rectangle 58">
            <a:extLst>
              <a:ext uri="{FF2B5EF4-FFF2-40B4-BE49-F238E27FC236}">
                <a16:creationId xmlns:a16="http://schemas.microsoft.com/office/drawing/2014/main" id="{02934872-0293-7284-80E8-6F1B9B1CDE93}"/>
              </a:ext>
            </a:extLst>
          </p:cNvPr>
          <p:cNvSpPr/>
          <p:nvPr/>
        </p:nvSpPr>
        <p:spPr bwMode="gray">
          <a:xfrm>
            <a:off x="5560008" y="3593114"/>
            <a:ext cx="211189" cy="230057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60" name="Rounded Rectangle 59">
            <a:extLst>
              <a:ext uri="{FF2B5EF4-FFF2-40B4-BE49-F238E27FC236}">
                <a16:creationId xmlns:a16="http://schemas.microsoft.com/office/drawing/2014/main" id="{3FE0E20A-814E-ACAC-4495-AFC2FAC8C3A2}"/>
              </a:ext>
            </a:extLst>
          </p:cNvPr>
          <p:cNvSpPr/>
          <p:nvPr/>
        </p:nvSpPr>
        <p:spPr bwMode="gray">
          <a:xfrm>
            <a:off x="7524875" y="3593114"/>
            <a:ext cx="211189" cy="230057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676782D5-88EF-6CC4-DF98-48676B34D4E8}"/>
              </a:ext>
            </a:extLst>
          </p:cNvPr>
          <p:cNvCxnSpPr>
            <a:cxnSpLocks/>
            <a:stCxn id="37" idx="0"/>
            <a:endCxn id="58" idx="2"/>
          </p:cNvCxnSpPr>
          <p:nvPr/>
        </p:nvCxnSpPr>
        <p:spPr bwMode="gray">
          <a:xfrm flipH="1" flipV="1">
            <a:off x="3237429" y="3822250"/>
            <a:ext cx="2428173" cy="257842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E72348E2-2FB5-030A-A6C3-1E21AB4272FC}"/>
              </a:ext>
            </a:extLst>
          </p:cNvPr>
          <p:cNvCxnSpPr>
            <a:cxnSpLocks/>
            <a:stCxn id="37" idx="0"/>
            <a:endCxn id="59" idx="2"/>
          </p:cNvCxnSpPr>
          <p:nvPr/>
        </p:nvCxnSpPr>
        <p:spPr bwMode="gray">
          <a:xfrm flipV="1">
            <a:off x="5665602" y="3823171"/>
            <a:ext cx="1" cy="256921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>
            <a:extLst>
              <a:ext uri="{FF2B5EF4-FFF2-40B4-BE49-F238E27FC236}">
                <a16:creationId xmlns:a16="http://schemas.microsoft.com/office/drawing/2014/main" id="{1B36558D-F549-5C16-AE89-376B605B3443}"/>
              </a:ext>
            </a:extLst>
          </p:cNvPr>
          <p:cNvCxnSpPr>
            <a:cxnSpLocks/>
            <a:stCxn id="37" idx="0"/>
            <a:endCxn id="60" idx="2"/>
          </p:cNvCxnSpPr>
          <p:nvPr/>
        </p:nvCxnSpPr>
        <p:spPr bwMode="gray">
          <a:xfrm flipV="1">
            <a:off x="5665602" y="3823171"/>
            <a:ext cx="1964868" cy="256921"/>
          </a:xfrm>
          <a:prstGeom prst="straightConnector1">
            <a:avLst/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209385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9" grpId="0"/>
      <p:bldP spid="10" grpId="0"/>
      <p:bldP spid="18" grpId="0"/>
      <p:bldP spid="20" grpId="0"/>
      <p:bldP spid="17" grpId="0" animBg="1"/>
      <p:bldP spid="19" grpId="0"/>
      <p:bldP spid="32" grpId="0"/>
      <p:bldP spid="34" grpId="0"/>
      <p:bldP spid="35" grpId="0"/>
      <p:bldP spid="36" grpId="0"/>
      <p:bldP spid="37" grpId="0"/>
      <p:bldP spid="38" grpId="0"/>
      <p:bldP spid="39" grpId="0" animBg="1"/>
      <p:bldP spid="42" grpId="0" animBg="1"/>
      <p:bldP spid="51" grpId="0" animBg="1"/>
      <p:bldP spid="58" grpId="0" animBg="1"/>
      <p:bldP spid="59" grpId="0" animBg="1"/>
      <p:bldP spid="60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7C2A3C-0D34-CA7E-9A87-C53B677742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5D3152D2-BD2B-3E4C-9FC1-B4B62941075A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AC7653B-3F86-D32B-C41D-5F3340E3CC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Leaky </a:t>
            </a:r>
            <a:r>
              <a:rPr lang="en-US" dirty="0" err="1"/>
              <a:t>ReLU</a:t>
            </a:r>
            <a:r>
              <a:rPr lang="en-US" dirty="0"/>
              <a:t> Factor Message Approximation: Examples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29DD6C0-644A-1FD1-ABAB-9B5A73983E70}"/>
                  </a:ext>
                </a:extLst>
              </p:cNvPr>
              <p:cNvSpPr txBox="1"/>
              <p:nvPr/>
            </p:nvSpPr>
            <p:spPr bwMode="gray">
              <a:xfrm>
                <a:off x="1172610" y="1147802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;−2,1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29DD6C0-644A-1FD1-ABAB-9B5A73983E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72610" y="1147802"/>
                <a:ext cx="1224136" cy="21431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85048AA-3A0E-7A90-BCDC-8E78DCCE1965}"/>
                  </a:ext>
                </a:extLst>
              </p:cNvPr>
              <p:cNvSpPr txBox="1"/>
              <p:nvPr/>
            </p:nvSpPr>
            <p:spPr bwMode="gray">
              <a:xfrm>
                <a:off x="3898184" y="114780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C85048AA-3A0E-7A90-BCDC-8E78DCCE19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98184" y="1147803"/>
                <a:ext cx="1224136" cy="21431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013043E-5F78-416F-1604-B2B12541F57E}"/>
                  </a:ext>
                </a:extLst>
              </p:cNvPr>
              <p:cNvSpPr txBox="1"/>
              <p:nvPr/>
            </p:nvSpPr>
            <p:spPr bwMode="gray">
              <a:xfrm>
                <a:off x="6623758" y="1147804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𝑥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;2,1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013043E-5F78-416F-1604-B2B12541F5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23758" y="1147804"/>
                <a:ext cx="1224136" cy="21431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1416784-652F-5195-90FB-BEA2503C9880}"/>
                  </a:ext>
                </a:extLst>
              </p:cNvPr>
              <p:cNvSpPr txBox="1"/>
              <p:nvPr/>
            </p:nvSpPr>
            <p:spPr bwMode="gray">
              <a:xfrm>
                <a:off x="1172611" y="3177491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;−2,1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1416784-652F-5195-90FB-BEA2503C9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72611" y="3177491"/>
                <a:ext cx="1224136" cy="21431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90298CF-57CD-4158-6BEA-4BF1C613385E}"/>
                  </a:ext>
                </a:extLst>
              </p:cNvPr>
              <p:cNvSpPr txBox="1"/>
              <p:nvPr/>
            </p:nvSpPr>
            <p:spPr bwMode="gray">
              <a:xfrm>
                <a:off x="3898185" y="3177492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;0,1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90298CF-57CD-4158-6BEA-4BF1C61338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98185" y="3177492"/>
                <a:ext cx="1224136" cy="21431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2DE54980-DB16-4BBE-AC52-4CA6BBAA595B}"/>
                  </a:ext>
                </a:extLst>
              </p:cNvPr>
              <p:cNvSpPr txBox="1"/>
              <p:nvPr/>
            </p:nvSpPr>
            <p:spPr bwMode="gray">
              <a:xfrm>
                <a:off x="6623759" y="3177493"/>
                <a:ext cx="1224136" cy="214317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</m:e>
                      </m:d>
                      <m:r>
                        <a:rPr lang="en-US" sz="8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8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𝑦</m:t>
                          </m:r>
                          <m:r>
                            <a:rPr lang="en-US" sz="8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;2,1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2DE54980-DB16-4BBE-AC52-4CA6BBAA59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23759" y="3177493"/>
                <a:ext cx="1224136" cy="21431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08" name="Group 3707">
            <a:extLst>
              <a:ext uri="{FF2B5EF4-FFF2-40B4-BE49-F238E27FC236}">
                <a16:creationId xmlns:a16="http://schemas.microsoft.com/office/drawing/2014/main" id="{E982900B-0C38-5998-CC80-755630F1FB4B}"/>
              </a:ext>
            </a:extLst>
          </p:cNvPr>
          <p:cNvGrpSpPr/>
          <p:nvPr/>
        </p:nvGrpSpPr>
        <p:grpSpPr>
          <a:xfrm>
            <a:off x="620419" y="3391808"/>
            <a:ext cx="2328515" cy="1552343"/>
            <a:chOff x="620419" y="3391808"/>
            <a:chExt cx="2328515" cy="1552343"/>
          </a:xfrm>
        </p:grpSpPr>
        <p:sp>
          <p:nvSpPr>
            <p:cNvPr id="3646" name="Freeform 3645">
              <a:extLst>
                <a:ext uri="{FF2B5EF4-FFF2-40B4-BE49-F238E27FC236}">
                  <a16:creationId xmlns:a16="http://schemas.microsoft.com/office/drawing/2014/main" id="{8321B5BA-8844-996F-E5CB-8782C07EE26E}"/>
                </a:ext>
              </a:extLst>
            </p:cNvPr>
            <p:cNvSpPr/>
            <p:nvPr/>
          </p:nvSpPr>
          <p:spPr>
            <a:xfrm>
              <a:off x="620419" y="3391808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7" name="Freeform 3646">
              <a:extLst>
                <a:ext uri="{FF2B5EF4-FFF2-40B4-BE49-F238E27FC236}">
                  <a16:creationId xmlns:a16="http://schemas.microsoft.com/office/drawing/2014/main" id="{9AFC4444-BC5F-EC7D-ABC9-CFB13EA6531E}"/>
                </a:ext>
              </a:extLst>
            </p:cNvPr>
            <p:cNvSpPr/>
            <p:nvPr/>
          </p:nvSpPr>
          <p:spPr>
            <a:xfrm>
              <a:off x="962472" y="3437644"/>
              <a:ext cx="1940628" cy="1288848"/>
            </a:xfrm>
            <a:custGeom>
              <a:avLst/>
              <a:gdLst>
                <a:gd name="csX0" fmla="*/ 0 w 1940628"/>
                <a:gd name="csY0" fmla="*/ 1288848 h 1288848"/>
                <a:gd name="csX1" fmla="*/ 1940628 w 1940628"/>
                <a:gd name="csY1" fmla="*/ 1288848 h 1288848"/>
                <a:gd name="csX2" fmla="*/ 1940628 w 1940628"/>
                <a:gd name="csY2" fmla="*/ 0 h 1288848"/>
                <a:gd name="csX3" fmla="*/ 0 w 1940628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40628" h="1288848">
                  <a:moveTo>
                    <a:pt x="0" y="1288848"/>
                  </a:moveTo>
                  <a:lnTo>
                    <a:pt x="1940628" y="1288848"/>
                  </a:lnTo>
                  <a:lnTo>
                    <a:pt x="1940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8" name="Freeform 3647">
              <a:extLst>
                <a:ext uri="{FF2B5EF4-FFF2-40B4-BE49-F238E27FC236}">
                  <a16:creationId xmlns:a16="http://schemas.microsoft.com/office/drawing/2014/main" id="{7BD56983-85B5-DC58-EB68-0B7A320250A8}"/>
                </a:ext>
              </a:extLst>
            </p:cNvPr>
            <p:cNvSpPr/>
            <p:nvPr/>
          </p:nvSpPr>
          <p:spPr>
            <a:xfrm>
              <a:off x="1139447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9" name="Freeform 3648">
              <a:extLst>
                <a:ext uri="{FF2B5EF4-FFF2-40B4-BE49-F238E27FC236}">
                  <a16:creationId xmlns:a16="http://schemas.microsoft.com/office/drawing/2014/main" id="{F13C5E67-528D-5460-DDB6-52A30728448E}"/>
                </a:ext>
              </a:extLst>
            </p:cNvPr>
            <p:cNvSpPr/>
            <p:nvPr/>
          </p:nvSpPr>
          <p:spPr>
            <a:xfrm>
              <a:off x="1505603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0" name="Freeform 3649">
              <a:extLst>
                <a:ext uri="{FF2B5EF4-FFF2-40B4-BE49-F238E27FC236}">
                  <a16:creationId xmlns:a16="http://schemas.microsoft.com/office/drawing/2014/main" id="{6B972E0A-592D-AA54-A823-5279EAAE7F48}"/>
                </a:ext>
              </a:extLst>
            </p:cNvPr>
            <p:cNvSpPr/>
            <p:nvPr/>
          </p:nvSpPr>
          <p:spPr>
            <a:xfrm>
              <a:off x="1871762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1" name="Freeform 3650">
              <a:extLst>
                <a:ext uri="{FF2B5EF4-FFF2-40B4-BE49-F238E27FC236}">
                  <a16:creationId xmlns:a16="http://schemas.microsoft.com/office/drawing/2014/main" id="{8894E240-2277-E64F-6DDB-3A39CB3A55A1}"/>
                </a:ext>
              </a:extLst>
            </p:cNvPr>
            <p:cNvSpPr/>
            <p:nvPr/>
          </p:nvSpPr>
          <p:spPr>
            <a:xfrm>
              <a:off x="2237912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2" name="Freeform 3651">
              <a:extLst>
                <a:ext uri="{FF2B5EF4-FFF2-40B4-BE49-F238E27FC236}">
                  <a16:creationId xmlns:a16="http://schemas.microsoft.com/office/drawing/2014/main" id="{F247D65B-DFBE-3FFD-2971-3842F98C5616}"/>
                </a:ext>
              </a:extLst>
            </p:cNvPr>
            <p:cNvSpPr/>
            <p:nvPr/>
          </p:nvSpPr>
          <p:spPr>
            <a:xfrm>
              <a:off x="2604071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3" name="Freeform 3652">
              <a:extLst>
                <a:ext uri="{FF2B5EF4-FFF2-40B4-BE49-F238E27FC236}">
                  <a16:creationId xmlns:a16="http://schemas.microsoft.com/office/drawing/2014/main" id="{53412370-D43E-3BBA-E22B-50C787853BE4}"/>
                </a:ext>
              </a:extLst>
            </p:cNvPr>
            <p:cNvSpPr/>
            <p:nvPr/>
          </p:nvSpPr>
          <p:spPr>
            <a:xfrm>
              <a:off x="962472" y="4690013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4" name="Freeform 3653">
              <a:extLst>
                <a:ext uri="{FF2B5EF4-FFF2-40B4-BE49-F238E27FC236}">
                  <a16:creationId xmlns:a16="http://schemas.microsoft.com/office/drawing/2014/main" id="{724E515B-9809-FF25-8C75-315D2ABC2AF8}"/>
                </a:ext>
              </a:extLst>
            </p:cNvPr>
            <p:cNvSpPr/>
            <p:nvPr/>
          </p:nvSpPr>
          <p:spPr>
            <a:xfrm>
              <a:off x="962472" y="4388499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5" name="Freeform 3654">
              <a:extLst>
                <a:ext uri="{FF2B5EF4-FFF2-40B4-BE49-F238E27FC236}">
                  <a16:creationId xmlns:a16="http://schemas.microsoft.com/office/drawing/2014/main" id="{271945AB-F534-D52E-9DC1-E496646A0A7A}"/>
                </a:ext>
              </a:extLst>
            </p:cNvPr>
            <p:cNvSpPr/>
            <p:nvPr/>
          </p:nvSpPr>
          <p:spPr>
            <a:xfrm>
              <a:off x="962472" y="4086991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6" name="Freeform 3655">
              <a:extLst>
                <a:ext uri="{FF2B5EF4-FFF2-40B4-BE49-F238E27FC236}">
                  <a16:creationId xmlns:a16="http://schemas.microsoft.com/office/drawing/2014/main" id="{F61DAA54-F58B-69C7-3232-E3291CD76F3A}"/>
                </a:ext>
              </a:extLst>
            </p:cNvPr>
            <p:cNvSpPr/>
            <p:nvPr/>
          </p:nvSpPr>
          <p:spPr>
            <a:xfrm>
              <a:off x="962472" y="3785479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7" name="Freeform 3656">
              <a:extLst>
                <a:ext uri="{FF2B5EF4-FFF2-40B4-BE49-F238E27FC236}">
                  <a16:creationId xmlns:a16="http://schemas.microsoft.com/office/drawing/2014/main" id="{9CA3B982-F0F4-96FC-B731-E47FD74D4EAA}"/>
                </a:ext>
              </a:extLst>
            </p:cNvPr>
            <p:cNvSpPr/>
            <p:nvPr/>
          </p:nvSpPr>
          <p:spPr>
            <a:xfrm>
              <a:off x="962472" y="3483967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8" name="Freeform 3657">
              <a:extLst>
                <a:ext uri="{FF2B5EF4-FFF2-40B4-BE49-F238E27FC236}">
                  <a16:creationId xmlns:a16="http://schemas.microsoft.com/office/drawing/2014/main" id="{5B1B10BB-DD96-EB9E-49B0-3734B795240F}"/>
                </a:ext>
              </a:extLst>
            </p:cNvPr>
            <p:cNvSpPr/>
            <p:nvPr/>
          </p:nvSpPr>
          <p:spPr>
            <a:xfrm>
              <a:off x="962472" y="4726493"/>
              <a:ext cx="1940628" cy="970"/>
            </a:xfrm>
            <a:custGeom>
              <a:avLst/>
              <a:gdLst>
                <a:gd name="csX0" fmla="*/ 0 w 1940628"/>
                <a:gd name="csY0" fmla="*/ 0 h 970"/>
                <a:gd name="csX1" fmla="*/ 1940628 w 1940628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40628" h="970">
                  <a:moveTo>
                    <a:pt x="0" y="0"/>
                  </a:moveTo>
                  <a:lnTo>
                    <a:pt x="1940628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9" name="Freeform 3658">
              <a:extLst>
                <a:ext uri="{FF2B5EF4-FFF2-40B4-BE49-F238E27FC236}">
                  <a16:creationId xmlns:a16="http://schemas.microsoft.com/office/drawing/2014/main" id="{610B8DB3-E82F-B430-D70C-DE828189EA31}"/>
                </a:ext>
              </a:extLst>
            </p:cNvPr>
            <p:cNvSpPr/>
            <p:nvPr/>
          </p:nvSpPr>
          <p:spPr>
            <a:xfrm>
              <a:off x="1139447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0" name="Freeform 3659">
              <a:extLst>
                <a:ext uri="{FF2B5EF4-FFF2-40B4-BE49-F238E27FC236}">
                  <a16:creationId xmlns:a16="http://schemas.microsoft.com/office/drawing/2014/main" id="{55C22D4D-D328-2ABC-6E32-53EC151AFB63}"/>
                </a:ext>
              </a:extLst>
            </p:cNvPr>
            <p:cNvSpPr/>
            <p:nvPr/>
          </p:nvSpPr>
          <p:spPr>
            <a:xfrm>
              <a:off x="1505603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1" name="Freeform 3660">
              <a:extLst>
                <a:ext uri="{FF2B5EF4-FFF2-40B4-BE49-F238E27FC236}">
                  <a16:creationId xmlns:a16="http://schemas.microsoft.com/office/drawing/2014/main" id="{586D9A39-6837-58F2-9710-3A67923D3125}"/>
                </a:ext>
              </a:extLst>
            </p:cNvPr>
            <p:cNvSpPr/>
            <p:nvPr/>
          </p:nvSpPr>
          <p:spPr>
            <a:xfrm>
              <a:off x="1871762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2" name="Freeform 3661">
              <a:extLst>
                <a:ext uri="{FF2B5EF4-FFF2-40B4-BE49-F238E27FC236}">
                  <a16:creationId xmlns:a16="http://schemas.microsoft.com/office/drawing/2014/main" id="{E3C8A361-A4A0-33F5-8B2D-E15C3DCBE94F}"/>
                </a:ext>
              </a:extLst>
            </p:cNvPr>
            <p:cNvSpPr/>
            <p:nvPr/>
          </p:nvSpPr>
          <p:spPr>
            <a:xfrm>
              <a:off x="2237912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3" name="Freeform 3662">
              <a:extLst>
                <a:ext uri="{FF2B5EF4-FFF2-40B4-BE49-F238E27FC236}">
                  <a16:creationId xmlns:a16="http://schemas.microsoft.com/office/drawing/2014/main" id="{79C4FA9B-53C8-3E4C-D82F-573FC498A8E9}"/>
                </a:ext>
              </a:extLst>
            </p:cNvPr>
            <p:cNvSpPr/>
            <p:nvPr/>
          </p:nvSpPr>
          <p:spPr>
            <a:xfrm>
              <a:off x="2604071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4" name="Freeform 3663">
              <a:extLst>
                <a:ext uri="{FF2B5EF4-FFF2-40B4-BE49-F238E27FC236}">
                  <a16:creationId xmlns:a16="http://schemas.microsoft.com/office/drawing/2014/main" id="{016C061A-A735-A4D8-036E-8903E6B47329}"/>
                </a:ext>
              </a:extLst>
            </p:cNvPr>
            <p:cNvSpPr/>
            <p:nvPr/>
          </p:nvSpPr>
          <p:spPr>
            <a:xfrm>
              <a:off x="1087215" y="4789896"/>
              <a:ext cx="50385" cy="6684"/>
            </a:xfrm>
            <a:custGeom>
              <a:avLst/>
              <a:gdLst>
                <a:gd name="csX0" fmla="*/ 0 w 50385"/>
                <a:gd name="csY0" fmla="*/ 0 h 6684"/>
                <a:gd name="csX1" fmla="*/ 50385 w 50385"/>
                <a:gd name="csY1" fmla="*/ 0 h 6684"/>
                <a:gd name="csX2" fmla="*/ 50385 w 50385"/>
                <a:gd name="csY2" fmla="*/ 6685 h 6684"/>
                <a:gd name="csX3" fmla="*/ 0 w 50385"/>
                <a:gd name="csY3" fmla="*/ 6685 h 6684"/>
                <a:gd name="csX4" fmla="*/ 0 w 50385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5" h="6684">
                  <a:moveTo>
                    <a:pt x="0" y="0"/>
                  </a:moveTo>
                  <a:lnTo>
                    <a:pt x="50385" y="0"/>
                  </a:lnTo>
                  <a:lnTo>
                    <a:pt x="50385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5" name="Freeform 3664">
              <a:extLst>
                <a:ext uri="{FF2B5EF4-FFF2-40B4-BE49-F238E27FC236}">
                  <a16:creationId xmlns:a16="http://schemas.microsoft.com/office/drawing/2014/main" id="{9967133A-0CE2-1198-E019-2BA3D1855235}"/>
                </a:ext>
              </a:extLst>
            </p:cNvPr>
            <p:cNvSpPr/>
            <p:nvPr/>
          </p:nvSpPr>
          <p:spPr>
            <a:xfrm>
              <a:off x="1151199" y="4758733"/>
              <a:ext cx="40482" cy="60871"/>
            </a:xfrm>
            <a:custGeom>
              <a:avLst/>
              <a:gdLst>
                <a:gd name="csX0" fmla="*/ 3773 w 40482"/>
                <a:gd name="csY0" fmla="*/ 58514 h 60871"/>
                <a:gd name="csX1" fmla="*/ 3773 w 40482"/>
                <a:gd name="csY1" fmla="*/ 51286 h 60871"/>
                <a:gd name="csX2" fmla="*/ 9826 w 40482"/>
                <a:gd name="csY2" fmla="*/ 53449 h 60871"/>
                <a:gd name="csX3" fmla="*/ 15840 w 40482"/>
                <a:gd name="csY3" fmla="*/ 54196 h 60871"/>
                <a:gd name="csX4" fmla="*/ 27827 w 40482"/>
                <a:gd name="csY4" fmla="*/ 48928 h 60871"/>
                <a:gd name="csX5" fmla="*/ 32582 w 40482"/>
                <a:gd name="csY5" fmla="*/ 32851 h 60871"/>
                <a:gd name="csX6" fmla="*/ 26805 w 40482"/>
                <a:gd name="csY6" fmla="*/ 38042 h 60871"/>
                <a:gd name="csX7" fmla="*/ 19062 w 40482"/>
                <a:gd name="csY7" fmla="*/ 39847 h 60871"/>
                <a:gd name="csX8" fmla="*/ 5110 w 40482"/>
                <a:gd name="csY8" fmla="*/ 34540 h 60871"/>
                <a:gd name="csX9" fmla="*/ 0 w 40482"/>
                <a:gd name="csY9" fmla="*/ 19957 h 60871"/>
                <a:gd name="csX10" fmla="*/ 5346 w 40482"/>
                <a:gd name="csY10" fmla="*/ 5462 h 60871"/>
                <a:gd name="csX11" fmla="*/ 19573 w 40482"/>
                <a:gd name="csY11" fmla="*/ 0 h 60871"/>
                <a:gd name="csX12" fmla="*/ 35098 w 40482"/>
                <a:gd name="csY12" fmla="*/ 7820 h 60871"/>
                <a:gd name="csX13" fmla="*/ 40482 w 40482"/>
                <a:gd name="csY13" fmla="*/ 30455 h 60871"/>
                <a:gd name="csX14" fmla="*/ 33879 w 40482"/>
                <a:gd name="csY14" fmla="*/ 52624 h 60871"/>
                <a:gd name="csX15" fmla="*/ 16193 w 40482"/>
                <a:gd name="csY15" fmla="*/ 60871 h 60871"/>
                <a:gd name="csX16" fmla="*/ 10141 w 40482"/>
                <a:gd name="csY16" fmla="*/ 60289 h 60871"/>
                <a:gd name="csX17" fmla="*/ 3773 w 40482"/>
                <a:gd name="csY17" fmla="*/ 58514 h 60871"/>
                <a:gd name="csX18" fmla="*/ 19573 w 40482"/>
                <a:gd name="csY18" fmla="*/ 33637 h 60871"/>
                <a:gd name="csX19" fmla="*/ 28023 w 40482"/>
                <a:gd name="csY19" fmla="*/ 29980 h 60871"/>
                <a:gd name="csX20" fmla="*/ 31167 w 40482"/>
                <a:gd name="csY20" fmla="*/ 19957 h 60871"/>
                <a:gd name="csX21" fmla="*/ 28023 w 40482"/>
                <a:gd name="csY21" fmla="*/ 9984 h 60871"/>
                <a:gd name="csX22" fmla="*/ 19573 w 40482"/>
                <a:gd name="csY22" fmla="*/ 6287 h 60871"/>
                <a:gd name="csX23" fmla="*/ 11084 w 40482"/>
                <a:gd name="csY23" fmla="*/ 9984 h 60871"/>
                <a:gd name="csX24" fmla="*/ 7979 w 40482"/>
                <a:gd name="csY24" fmla="*/ 19957 h 60871"/>
                <a:gd name="csX25" fmla="*/ 11084 w 40482"/>
                <a:gd name="csY25" fmla="*/ 29980 h 60871"/>
                <a:gd name="csX26" fmla="*/ 19573 w 40482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2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5" y="52230"/>
                    <a:pt x="7782" y="52951"/>
                    <a:pt x="9826" y="53449"/>
                  </a:cubicBezTo>
                  <a:cubicBezTo>
                    <a:pt x="11870" y="53947"/>
                    <a:pt x="13874" y="54196"/>
                    <a:pt x="15840" y="54196"/>
                  </a:cubicBezTo>
                  <a:cubicBezTo>
                    <a:pt x="21080" y="54196"/>
                    <a:pt x="25075" y="52440"/>
                    <a:pt x="27827" y="48928"/>
                  </a:cubicBezTo>
                  <a:cubicBezTo>
                    <a:pt x="30604" y="45390"/>
                    <a:pt x="32189" y="40031"/>
                    <a:pt x="32582" y="32851"/>
                  </a:cubicBezTo>
                  <a:cubicBezTo>
                    <a:pt x="31062" y="35109"/>
                    <a:pt x="29137" y="36839"/>
                    <a:pt x="26805" y="38042"/>
                  </a:cubicBezTo>
                  <a:cubicBezTo>
                    <a:pt x="24473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10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6" y="5462"/>
                  </a:cubicBezTo>
                  <a:cubicBezTo>
                    <a:pt x="8909" y="1821"/>
                    <a:pt x="13652" y="0"/>
                    <a:pt x="19573" y="0"/>
                  </a:cubicBezTo>
                  <a:cubicBezTo>
                    <a:pt x="26359" y="0"/>
                    <a:pt x="31534" y="2607"/>
                    <a:pt x="35098" y="7820"/>
                  </a:cubicBezTo>
                  <a:cubicBezTo>
                    <a:pt x="38687" y="13007"/>
                    <a:pt x="40482" y="20552"/>
                    <a:pt x="40482" y="30455"/>
                  </a:cubicBezTo>
                  <a:cubicBezTo>
                    <a:pt x="40482" y="39704"/>
                    <a:pt x="38281" y="47094"/>
                    <a:pt x="33879" y="52624"/>
                  </a:cubicBezTo>
                  <a:cubicBezTo>
                    <a:pt x="29503" y="58122"/>
                    <a:pt x="23608" y="60871"/>
                    <a:pt x="16193" y="60871"/>
                  </a:cubicBezTo>
                  <a:cubicBezTo>
                    <a:pt x="14201" y="60871"/>
                    <a:pt x="12184" y="60677"/>
                    <a:pt x="10141" y="60289"/>
                  </a:cubicBezTo>
                  <a:cubicBezTo>
                    <a:pt x="8097" y="59895"/>
                    <a:pt x="5974" y="59303"/>
                    <a:pt x="3773" y="58514"/>
                  </a:cubicBezTo>
                  <a:moveTo>
                    <a:pt x="19573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9" y="27548"/>
                    <a:pt x="31167" y="24207"/>
                    <a:pt x="31167" y="19957"/>
                  </a:cubicBezTo>
                  <a:cubicBezTo>
                    <a:pt x="31167" y="15740"/>
                    <a:pt x="30119" y="12415"/>
                    <a:pt x="28023" y="9984"/>
                  </a:cubicBezTo>
                  <a:cubicBezTo>
                    <a:pt x="25953" y="7519"/>
                    <a:pt x="23136" y="6287"/>
                    <a:pt x="19573" y="6287"/>
                  </a:cubicBezTo>
                  <a:cubicBezTo>
                    <a:pt x="16010" y="6287"/>
                    <a:pt x="13180" y="7519"/>
                    <a:pt x="11084" y="9984"/>
                  </a:cubicBezTo>
                  <a:cubicBezTo>
                    <a:pt x="9014" y="12415"/>
                    <a:pt x="7979" y="15740"/>
                    <a:pt x="7979" y="19957"/>
                  </a:cubicBezTo>
                  <a:cubicBezTo>
                    <a:pt x="7979" y="24207"/>
                    <a:pt x="9014" y="27548"/>
                    <a:pt x="11084" y="29980"/>
                  </a:cubicBezTo>
                  <a:cubicBezTo>
                    <a:pt x="13180" y="32418"/>
                    <a:pt x="16010" y="33637"/>
                    <a:pt x="19573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6" name="Freeform 3665">
              <a:extLst>
                <a:ext uri="{FF2B5EF4-FFF2-40B4-BE49-F238E27FC236}">
                  <a16:creationId xmlns:a16="http://schemas.microsoft.com/office/drawing/2014/main" id="{40089236-9AD4-D151-BDB4-A46727D38740}"/>
                </a:ext>
              </a:extLst>
            </p:cNvPr>
            <p:cNvSpPr/>
            <p:nvPr/>
          </p:nvSpPr>
          <p:spPr>
            <a:xfrm>
              <a:off x="1453075" y="4789896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7" name="Freeform 3666">
              <a:extLst>
                <a:ext uri="{FF2B5EF4-FFF2-40B4-BE49-F238E27FC236}">
                  <a16:creationId xmlns:a16="http://schemas.microsoft.com/office/drawing/2014/main" id="{9BE6B02B-57C4-2EF3-8A78-2E22B59BB507}"/>
                </a:ext>
              </a:extLst>
            </p:cNvPr>
            <p:cNvSpPr/>
            <p:nvPr/>
          </p:nvSpPr>
          <p:spPr>
            <a:xfrm>
              <a:off x="1517610" y="4758733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2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2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6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8" name="Freeform 3667">
              <a:extLst>
                <a:ext uri="{FF2B5EF4-FFF2-40B4-BE49-F238E27FC236}">
                  <a16:creationId xmlns:a16="http://schemas.microsoft.com/office/drawing/2014/main" id="{5BE288AA-C430-B0E0-4C6B-16DF58F3D899}"/>
                </a:ext>
              </a:extLst>
            </p:cNvPr>
            <p:cNvSpPr/>
            <p:nvPr/>
          </p:nvSpPr>
          <p:spPr>
            <a:xfrm>
              <a:off x="1819914" y="4789896"/>
              <a:ext cx="50393" cy="6684"/>
            </a:xfrm>
            <a:custGeom>
              <a:avLst/>
              <a:gdLst>
                <a:gd name="csX0" fmla="*/ 0 w 50393"/>
                <a:gd name="csY0" fmla="*/ 0 h 6684"/>
                <a:gd name="csX1" fmla="*/ 50393 w 50393"/>
                <a:gd name="csY1" fmla="*/ 0 h 6684"/>
                <a:gd name="csX2" fmla="*/ 50393 w 50393"/>
                <a:gd name="csY2" fmla="*/ 6685 h 6684"/>
                <a:gd name="csX3" fmla="*/ 0 w 50393"/>
                <a:gd name="csY3" fmla="*/ 6685 h 6684"/>
                <a:gd name="csX4" fmla="*/ 0 w 5039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93" h="6684">
                  <a:moveTo>
                    <a:pt x="0" y="0"/>
                  </a:moveTo>
                  <a:lnTo>
                    <a:pt x="50393" y="0"/>
                  </a:lnTo>
                  <a:lnTo>
                    <a:pt x="5039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9" name="Freeform 3668">
              <a:extLst>
                <a:ext uri="{FF2B5EF4-FFF2-40B4-BE49-F238E27FC236}">
                  <a16:creationId xmlns:a16="http://schemas.microsoft.com/office/drawing/2014/main" id="{7DB3EA47-EEA8-FEDF-A3D4-F917E3460CFE}"/>
                </a:ext>
              </a:extLst>
            </p:cNvPr>
            <p:cNvSpPr/>
            <p:nvPr/>
          </p:nvSpPr>
          <p:spPr>
            <a:xfrm>
              <a:off x="1884967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10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0" name="Freeform 3669">
              <a:extLst>
                <a:ext uri="{FF2B5EF4-FFF2-40B4-BE49-F238E27FC236}">
                  <a16:creationId xmlns:a16="http://schemas.microsoft.com/office/drawing/2014/main" id="{59BBEA1C-FE59-6C37-1E0C-3F9AF6D6C950}"/>
                </a:ext>
              </a:extLst>
            </p:cNvPr>
            <p:cNvSpPr/>
            <p:nvPr/>
          </p:nvSpPr>
          <p:spPr>
            <a:xfrm>
              <a:off x="2217634" y="4758733"/>
              <a:ext cx="40564" cy="60871"/>
            </a:xfrm>
            <a:custGeom>
              <a:avLst/>
              <a:gdLst>
                <a:gd name="csX0" fmla="*/ 20278 w 40564"/>
                <a:gd name="csY0" fmla="*/ 6287 h 60871"/>
                <a:gd name="csX1" fmla="*/ 11041 w 40564"/>
                <a:gd name="csY1" fmla="*/ 12341 h 60871"/>
                <a:gd name="csX2" fmla="*/ 7975 w 40564"/>
                <a:gd name="csY2" fmla="*/ 30455 h 60871"/>
                <a:gd name="csX3" fmla="*/ 11041 w 40564"/>
                <a:gd name="csY3" fmla="*/ 48579 h 60871"/>
                <a:gd name="csX4" fmla="*/ 20278 w 40564"/>
                <a:gd name="csY4" fmla="*/ 54584 h 60871"/>
                <a:gd name="csX5" fmla="*/ 29514 w 40564"/>
                <a:gd name="csY5" fmla="*/ 48579 h 60871"/>
                <a:gd name="csX6" fmla="*/ 32619 w 40564"/>
                <a:gd name="csY6" fmla="*/ 30455 h 60871"/>
                <a:gd name="csX7" fmla="*/ 29514 w 40564"/>
                <a:gd name="csY7" fmla="*/ 12341 h 60871"/>
                <a:gd name="csX8" fmla="*/ 20278 w 40564"/>
                <a:gd name="csY8" fmla="*/ 6287 h 60871"/>
                <a:gd name="csX9" fmla="*/ 20278 w 40564"/>
                <a:gd name="csY9" fmla="*/ 0 h 60871"/>
                <a:gd name="csX10" fmla="*/ 35335 w 40564"/>
                <a:gd name="csY10" fmla="*/ 7820 h 60871"/>
                <a:gd name="csX11" fmla="*/ 40565 w 40564"/>
                <a:gd name="csY11" fmla="*/ 30455 h 60871"/>
                <a:gd name="csX12" fmla="*/ 35335 w 40564"/>
                <a:gd name="csY12" fmla="*/ 53090 h 60871"/>
                <a:gd name="csX13" fmla="*/ 20278 w 40564"/>
                <a:gd name="csY13" fmla="*/ 60871 h 60871"/>
                <a:gd name="csX14" fmla="*/ 5191 w 40564"/>
                <a:gd name="csY14" fmla="*/ 53090 h 60871"/>
                <a:gd name="csX15" fmla="*/ 0 w 40564"/>
                <a:gd name="csY15" fmla="*/ 30455 h 60871"/>
                <a:gd name="csX16" fmla="*/ 5191 w 40564"/>
                <a:gd name="csY16" fmla="*/ 7820 h 60871"/>
                <a:gd name="csX17" fmla="*/ 20278 w 40564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4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21" y="13007"/>
                    <a:pt x="40565" y="20552"/>
                    <a:pt x="40565" y="30455"/>
                  </a:cubicBezTo>
                  <a:cubicBezTo>
                    <a:pt x="40565" y="40332"/>
                    <a:pt x="38821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0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0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1" name="Freeform 3670">
              <a:extLst>
                <a:ext uri="{FF2B5EF4-FFF2-40B4-BE49-F238E27FC236}">
                  <a16:creationId xmlns:a16="http://schemas.microsoft.com/office/drawing/2014/main" id="{DCA8424F-7FB8-02D2-2EE6-7EFF2DDCBCDB}"/>
                </a:ext>
              </a:extLst>
            </p:cNvPr>
            <p:cNvSpPr/>
            <p:nvPr/>
          </p:nvSpPr>
          <p:spPr>
            <a:xfrm>
              <a:off x="2584754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80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7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4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6" y="54196"/>
                    <a:pt x="24213" y="53213"/>
                    <a:pt x="26807" y="51247"/>
                  </a:cubicBezTo>
                  <a:cubicBezTo>
                    <a:pt x="29427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16" y="7487"/>
                    <a:pt x="20963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8" y="21209"/>
                    <a:pt x="34472" y="23460"/>
                  </a:cubicBezTo>
                  <a:cubicBezTo>
                    <a:pt x="32609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2" name="Freeform 3671">
              <a:extLst>
                <a:ext uri="{FF2B5EF4-FFF2-40B4-BE49-F238E27FC236}">
                  <a16:creationId xmlns:a16="http://schemas.microsoft.com/office/drawing/2014/main" id="{3E1573BF-76A8-518F-BCD5-51A6EF144BF5}"/>
                </a:ext>
              </a:extLst>
            </p:cNvPr>
            <p:cNvSpPr/>
            <p:nvPr/>
          </p:nvSpPr>
          <p:spPr>
            <a:xfrm>
              <a:off x="1906428" y="4868396"/>
              <a:ext cx="46356" cy="42175"/>
            </a:xfrm>
            <a:custGeom>
              <a:avLst/>
              <a:gdLst>
                <a:gd name="csX0" fmla="*/ 46357 w 46356"/>
                <a:gd name="csY0" fmla="*/ 6132 h 42175"/>
                <a:gd name="csX1" fmla="*/ 44766 w 46356"/>
                <a:gd name="csY1" fmla="*/ 10129 h 42175"/>
                <a:gd name="csX2" fmla="*/ 41360 w 46356"/>
                <a:gd name="csY2" fmla="*/ 11545 h 42175"/>
                <a:gd name="csX3" fmla="*/ 38721 w 46356"/>
                <a:gd name="csY3" fmla="*/ 10546 h 42175"/>
                <a:gd name="csX4" fmla="*/ 37819 w 46356"/>
                <a:gd name="csY4" fmla="*/ 8266 h 42175"/>
                <a:gd name="csX5" fmla="*/ 39090 w 46356"/>
                <a:gd name="csY5" fmla="*/ 5045 h 42175"/>
                <a:gd name="csX6" fmla="*/ 42272 w 46356"/>
                <a:gd name="csY6" fmla="*/ 3221 h 42175"/>
                <a:gd name="csX7" fmla="*/ 37635 w 46356"/>
                <a:gd name="csY7" fmla="*/ 2047 h 42175"/>
                <a:gd name="csX8" fmla="*/ 34229 w 46356"/>
                <a:gd name="csY8" fmla="*/ 2998 h 42175"/>
                <a:gd name="csX9" fmla="*/ 31726 w 46356"/>
                <a:gd name="csY9" fmla="*/ 5181 h 42175"/>
                <a:gd name="csX10" fmla="*/ 29999 w 46356"/>
                <a:gd name="csY10" fmla="*/ 8179 h 42175"/>
                <a:gd name="csX11" fmla="*/ 28903 w 46356"/>
                <a:gd name="csY11" fmla="*/ 10954 h 42175"/>
                <a:gd name="csX12" fmla="*/ 28408 w 46356"/>
                <a:gd name="csY12" fmla="*/ 13040 h 42175"/>
                <a:gd name="csX13" fmla="*/ 25226 w 46356"/>
                <a:gd name="csY13" fmla="*/ 25769 h 42175"/>
                <a:gd name="csX14" fmla="*/ 23683 w 46356"/>
                <a:gd name="csY14" fmla="*/ 33948 h 42175"/>
                <a:gd name="csX15" fmla="*/ 24954 w 46356"/>
                <a:gd name="csY15" fmla="*/ 38362 h 42175"/>
                <a:gd name="csX16" fmla="*/ 28767 w 46356"/>
                <a:gd name="csY16" fmla="*/ 40089 h 42175"/>
                <a:gd name="csX17" fmla="*/ 30911 w 46356"/>
                <a:gd name="csY17" fmla="*/ 39808 h 42175"/>
                <a:gd name="csX18" fmla="*/ 33502 w 46356"/>
                <a:gd name="csY18" fmla="*/ 38673 h 42175"/>
                <a:gd name="csX19" fmla="*/ 36315 w 46356"/>
                <a:gd name="csY19" fmla="*/ 36538 h 42175"/>
                <a:gd name="csX20" fmla="*/ 38993 w 46356"/>
                <a:gd name="csY20" fmla="*/ 32997 h 42175"/>
                <a:gd name="csX21" fmla="*/ 41176 w 46356"/>
                <a:gd name="csY21" fmla="*/ 27903 h 42175"/>
                <a:gd name="csX22" fmla="*/ 42360 w 46356"/>
                <a:gd name="csY22" fmla="*/ 26904 h 42175"/>
                <a:gd name="csX23" fmla="*/ 43495 w 46356"/>
                <a:gd name="csY23" fmla="*/ 27816 h 42175"/>
                <a:gd name="csX24" fmla="*/ 42864 w 46356"/>
                <a:gd name="csY24" fmla="*/ 30222 h 42175"/>
                <a:gd name="csX25" fmla="*/ 40953 w 46356"/>
                <a:gd name="csY25" fmla="*/ 33899 h 42175"/>
                <a:gd name="csX26" fmla="*/ 37994 w 46356"/>
                <a:gd name="csY26" fmla="*/ 37809 h 42175"/>
                <a:gd name="csX27" fmla="*/ 33812 w 46356"/>
                <a:gd name="csY27" fmla="*/ 40904 h 42175"/>
                <a:gd name="csX28" fmla="*/ 28592 w 46356"/>
                <a:gd name="csY28" fmla="*/ 42175 h 42175"/>
                <a:gd name="csX29" fmla="*/ 22092 w 46356"/>
                <a:gd name="csY29" fmla="*/ 40089 h 42175"/>
                <a:gd name="csX30" fmla="*/ 18541 w 46356"/>
                <a:gd name="csY30" fmla="*/ 35083 h 42175"/>
                <a:gd name="csX31" fmla="*/ 17998 w 46356"/>
                <a:gd name="csY31" fmla="*/ 36043 h 42175"/>
                <a:gd name="csX32" fmla="*/ 16726 w 46356"/>
                <a:gd name="csY32" fmla="*/ 37809 h 42175"/>
                <a:gd name="csX33" fmla="*/ 14776 w 46356"/>
                <a:gd name="csY33" fmla="*/ 39905 h 42175"/>
                <a:gd name="csX34" fmla="*/ 12089 w 46356"/>
                <a:gd name="csY34" fmla="*/ 41448 h 42175"/>
                <a:gd name="csX35" fmla="*/ 8771 w 46356"/>
                <a:gd name="csY35" fmla="*/ 42175 h 42175"/>
                <a:gd name="csX36" fmla="*/ 4638 w 46356"/>
                <a:gd name="csY36" fmla="*/ 41535 h 42175"/>
                <a:gd name="csX37" fmla="*/ 1368 w 46356"/>
                <a:gd name="csY37" fmla="*/ 39449 h 42175"/>
                <a:gd name="csX38" fmla="*/ 0 w 46356"/>
                <a:gd name="csY38" fmla="*/ 35995 h 42175"/>
                <a:gd name="csX39" fmla="*/ 1504 w 46356"/>
                <a:gd name="csY39" fmla="*/ 32221 h 42175"/>
                <a:gd name="csX40" fmla="*/ 5132 w 46356"/>
                <a:gd name="csY40" fmla="*/ 30630 h 42175"/>
                <a:gd name="csX41" fmla="*/ 7500 w 46356"/>
                <a:gd name="csY41" fmla="*/ 31406 h 42175"/>
                <a:gd name="csX42" fmla="*/ 8596 w 46356"/>
                <a:gd name="csY42" fmla="*/ 33860 h 42175"/>
                <a:gd name="csX43" fmla="*/ 7315 w 46356"/>
                <a:gd name="csY43" fmla="*/ 37130 h 42175"/>
                <a:gd name="csX44" fmla="*/ 4230 w 46356"/>
                <a:gd name="csY44" fmla="*/ 38906 h 42175"/>
                <a:gd name="csX45" fmla="*/ 8868 w 46356"/>
                <a:gd name="csY45" fmla="*/ 40089 h 42175"/>
                <a:gd name="csX46" fmla="*/ 14223 w 46356"/>
                <a:gd name="csY46" fmla="*/ 37450 h 42175"/>
                <a:gd name="csX47" fmla="*/ 17726 w 46356"/>
                <a:gd name="csY47" fmla="*/ 30406 h 42175"/>
                <a:gd name="csX48" fmla="*/ 21636 w 46356"/>
                <a:gd name="csY48" fmla="*/ 15087 h 42175"/>
                <a:gd name="csX49" fmla="*/ 22722 w 46356"/>
                <a:gd name="csY49" fmla="*/ 8266 h 42175"/>
                <a:gd name="csX50" fmla="*/ 22228 w 46356"/>
                <a:gd name="csY50" fmla="*/ 5045 h 42175"/>
                <a:gd name="csX51" fmla="*/ 20860 w 46356"/>
                <a:gd name="csY51" fmla="*/ 3134 h 42175"/>
                <a:gd name="csX52" fmla="*/ 19268 w 46356"/>
                <a:gd name="csY52" fmla="*/ 2270 h 42175"/>
                <a:gd name="csX53" fmla="*/ 17726 w 46356"/>
                <a:gd name="csY53" fmla="*/ 2047 h 42175"/>
                <a:gd name="csX54" fmla="*/ 14815 w 46356"/>
                <a:gd name="csY54" fmla="*/ 2590 h 42175"/>
                <a:gd name="csX55" fmla="*/ 11497 w 46356"/>
                <a:gd name="csY55" fmla="*/ 4405 h 42175"/>
                <a:gd name="csX56" fmla="*/ 8043 w 46356"/>
                <a:gd name="csY56" fmla="*/ 8179 h 42175"/>
                <a:gd name="csX57" fmla="*/ 5229 w 46356"/>
                <a:gd name="csY57" fmla="*/ 14223 h 42175"/>
                <a:gd name="csX58" fmla="*/ 3997 w 46356"/>
                <a:gd name="csY58" fmla="*/ 15271 h 42175"/>
                <a:gd name="csX59" fmla="*/ 2911 w 46356"/>
                <a:gd name="csY59" fmla="*/ 14311 h 42175"/>
                <a:gd name="csX60" fmla="*/ 3502 w 46356"/>
                <a:gd name="csY60" fmla="*/ 11953 h 42175"/>
                <a:gd name="csX61" fmla="*/ 5414 w 46356"/>
                <a:gd name="csY61" fmla="*/ 8266 h 42175"/>
                <a:gd name="csX62" fmla="*/ 8412 w 46356"/>
                <a:gd name="csY62" fmla="*/ 4405 h 42175"/>
                <a:gd name="csX63" fmla="*/ 12632 w 46356"/>
                <a:gd name="csY63" fmla="*/ 1271 h 42175"/>
                <a:gd name="csX64" fmla="*/ 17910 w 46356"/>
                <a:gd name="csY64" fmla="*/ 0 h 42175"/>
                <a:gd name="csX65" fmla="*/ 20316 w 46356"/>
                <a:gd name="csY65" fmla="*/ 272 h 42175"/>
                <a:gd name="csX66" fmla="*/ 23004 w 46356"/>
                <a:gd name="csY66" fmla="*/ 1184 h 42175"/>
                <a:gd name="csX67" fmla="*/ 25817 w 46356"/>
                <a:gd name="csY67" fmla="*/ 3357 h 42175"/>
                <a:gd name="csX68" fmla="*/ 27952 w 46356"/>
                <a:gd name="csY68" fmla="*/ 7044 h 42175"/>
                <a:gd name="csX69" fmla="*/ 29223 w 46356"/>
                <a:gd name="csY69" fmla="*/ 4997 h 42175"/>
                <a:gd name="csX70" fmla="*/ 31183 w 46356"/>
                <a:gd name="csY70" fmla="*/ 2775 h 42175"/>
                <a:gd name="csX71" fmla="*/ 34093 w 46356"/>
                <a:gd name="csY71" fmla="*/ 766 h 42175"/>
                <a:gd name="csX72" fmla="*/ 37722 w 46356"/>
                <a:gd name="csY72" fmla="*/ 0 h 42175"/>
                <a:gd name="csX73" fmla="*/ 41409 w 46356"/>
                <a:gd name="csY73" fmla="*/ 495 h 42175"/>
                <a:gd name="csX74" fmla="*/ 44766 w 46356"/>
                <a:gd name="csY74" fmla="*/ 2455 h 42175"/>
                <a:gd name="csX75" fmla="*/ 46357 w 46356"/>
                <a:gd name="csY75" fmla="*/ 6132 h 42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356" h="42175">
                  <a:moveTo>
                    <a:pt x="46357" y="6132"/>
                  </a:moveTo>
                  <a:cubicBezTo>
                    <a:pt x="46357" y="7833"/>
                    <a:pt x="45827" y="9165"/>
                    <a:pt x="44766" y="10129"/>
                  </a:cubicBezTo>
                  <a:cubicBezTo>
                    <a:pt x="43705" y="11073"/>
                    <a:pt x="42570" y="11545"/>
                    <a:pt x="41360" y="11545"/>
                  </a:cubicBezTo>
                  <a:cubicBezTo>
                    <a:pt x="40209" y="11545"/>
                    <a:pt x="39329" y="11212"/>
                    <a:pt x="38721" y="10546"/>
                  </a:cubicBezTo>
                  <a:cubicBezTo>
                    <a:pt x="38120" y="9880"/>
                    <a:pt x="37819" y="9120"/>
                    <a:pt x="37819" y="8266"/>
                  </a:cubicBezTo>
                  <a:cubicBezTo>
                    <a:pt x="37819" y="7115"/>
                    <a:pt x="38243" y="6041"/>
                    <a:pt x="39090" y="5045"/>
                  </a:cubicBezTo>
                  <a:cubicBezTo>
                    <a:pt x="39937" y="4043"/>
                    <a:pt x="40998" y="3434"/>
                    <a:pt x="42272" y="3221"/>
                  </a:cubicBezTo>
                  <a:cubicBezTo>
                    <a:pt x="41030" y="2438"/>
                    <a:pt x="39484" y="2047"/>
                    <a:pt x="37635" y="2047"/>
                  </a:cubicBezTo>
                  <a:cubicBezTo>
                    <a:pt x="36425" y="2047"/>
                    <a:pt x="35290" y="2364"/>
                    <a:pt x="34229" y="2998"/>
                  </a:cubicBezTo>
                  <a:cubicBezTo>
                    <a:pt x="33194" y="3632"/>
                    <a:pt x="32360" y="4359"/>
                    <a:pt x="31726" y="5181"/>
                  </a:cubicBezTo>
                  <a:cubicBezTo>
                    <a:pt x="31118" y="5996"/>
                    <a:pt x="30542" y="6995"/>
                    <a:pt x="29999" y="8179"/>
                  </a:cubicBezTo>
                  <a:cubicBezTo>
                    <a:pt x="29482" y="9330"/>
                    <a:pt x="29116" y="10255"/>
                    <a:pt x="28903" y="10954"/>
                  </a:cubicBezTo>
                  <a:cubicBezTo>
                    <a:pt x="28722" y="11620"/>
                    <a:pt x="28557" y="12315"/>
                    <a:pt x="28408" y="13040"/>
                  </a:cubicBezTo>
                  <a:lnTo>
                    <a:pt x="25226" y="25769"/>
                  </a:lnTo>
                  <a:cubicBezTo>
                    <a:pt x="24197" y="29798"/>
                    <a:pt x="23683" y="32525"/>
                    <a:pt x="23683" y="33948"/>
                  </a:cubicBezTo>
                  <a:cubicBezTo>
                    <a:pt x="23683" y="35707"/>
                    <a:pt x="24107" y="37179"/>
                    <a:pt x="24954" y="38362"/>
                  </a:cubicBezTo>
                  <a:cubicBezTo>
                    <a:pt x="25801" y="39513"/>
                    <a:pt x="27072" y="40089"/>
                    <a:pt x="28767" y="40089"/>
                  </a:cubicBezTo>
                  <a:cubicBezTo>
                    <a:pt x="29433" y="40089"/>
                    <a:pt x="30148" y="39995"/>
                    <a:pt x="30911" y="39808"/>
                  </a:cubicBezTo>
                  <a:cubicBezTo>
                    <a:pt x="31668" y="39601"/>
                    <a:pt x="32531" y="39223"/>
                    <a:pt x="33502" y="38673"/>
                  </a:cubicBezTo>
                  <a:cubicBezTo>
                    <a:pt x="34498" y="38097"/>
                    <a:pt x="35435" y="37386"/>
                    <a:pt x="36315" y="36538"/>
                  </a:cubicBezTo>
                  <a:cubicBezTo>
                    <a:pt x="37227" y="35659"/>
                    <a:pt x="38120" y="34478"/>
                    <a:pt x="38993" y="32997"/>
                  </a:cubicBezTo>
                  <a:cubicBezTo>
                    <a:pt x="39873" y="31509"/>
                    <a:pt x="40600" y="29811"/>
                    <a:pt x="41176" y="27903"/>
                  </a:cubicBezTo>
                  <a:cubicBezTo>
                    <a:pt x="41357" y="27237"/>
                    <a:pt x="41752" y="26904"/>
                    <a:pt x="42360" y="26904"/>
                  </a:cubicBezTo>
                  <a:cubicBezTo>
                    <a:pt x="43116" y="26904"/>
                    <a:pt x="43495" y="27208"/>
                    <a:pt x="43495" y="27816"/>
                  </a:cubicBezTo>
                  <a:cubicBezTo>
                    <a:pt x="43495" y="28327"/>
                    <a:pt x="43285" y="29129"/>
                    <a:pt x="42864" y="30222"/>
                  </a:cubicBezTo>
                  <a:cubicBezTo>
                    <a:pt x="42470" y="31283"/>
                    <a:pt x="41832" y="32509"/>
                    <a:pt x="40953" y="33899"/>
                  </a:cubicBezTo>
                  <a:cubicBezTo>
                    <a:pt x="40105" y="35264"/>
                    <a:pt x="39119" y="36567"/>
                    <a:pt x="37994" y="37809"/>
                  </a:cubicBezTo>
                  <a:cubicBezTo>
                    <a:pt x="36875" y="39025"/>
                    <a:pt x="35481" y="40057"/>
                    <a:pt x="33812" y="40904"/>
                  </a:cubicBezTo>
                  <a:cubicBezTo>
                    <a:pt x="32150" y="41752"/>
                    <a:pt x="30410" y="42175"/>
                    <a:pt x="28592" y="42175"/>
                  </a:cubicBezTo>
                  <a:cubicBezTo>
                    <a:pt x="25986" y="42175"/>
                    <a:pt x="23819" y="41480"/>
                    <a:pt x="22092" y="40089"/>
                  </a:cubicBezTo>
                  <a:cubicBezTo>
                    <a:pt x="20365" y="38692"/>
                    <a:pt x="19181" y="37023"/>
                    <a:pt x="18541" y="35083"/>
                  </a:cubicBezTo>
                  <a:cubicBezTo>
                    <a:pt x="18392" y="35355"/>
                    <a:pt x="18211" y="35675"/>
                    <a:pt x="17998" y="36043"/>
                  </a:cubicBezTo>
                  <a:cubicBezTo>
                    <a:pt x="17784" y="36406"/>
                    <a:pt x="17360" y="36994"/>
                    <a:pt x="16726" y="37809"/>
                  </a:cubicBezTo>
                  <a:cubicBezTo>
                    <a:pt x="16118" y="38598"/>
                    <a:pt x="15468" y="39297"/>
                    <a:pt x="14776" y="39905"/>
                  </a:cubicBezTo>
                  <a:cubicBezTo>
                    <a:pt x="14078" y="40481"/>
                    <a:pt x="13182" y="40995"/>
                    <a:pt x="12089" y="41448"/>
                  </a:cubicBezTo>
                  <a:cubicBezTo>
                    <a:pt x="11028" y="41933"/>
                    <a:pt x="9922" y="42175"/>
                    <a:pt x="8771" y="42175"/>
                  </a:cubicBezTo>
                  <a:cubicBezTo>
                    <a:pt x="7315" y="42175"/>
                    <a:pt x="5938" y="41962"/>
                    <a:pt x="4638" y="41535"/>
                  </a:cubicBezTo>
                  <a:cubicBezTo>
                    <a:pt x="3363" y="41114"/>
                    <a:pt x="2274" y="40419"/>
                    <a:pt x="1368" y="39449"/>
                  </a:cubicBezTo>
                  <a:cubicBezTo>
                    <a:pt x="456" y="38479"/>
                    <a:pt x="0" y="37327"/>
                    <a:pt x="0" y="35995"/>
                  </a:cubicBezTo>
                  <a:cubicBezTo>
                    <a:pt x="0" y="34507"/>
                    <a:pt x="501" y="33249"/>
                    <a:pt x="1504" y="32221"/>
                  </a:cubicBezTo>
                  <a:cubicBezTo>
                    <a:pt x="2532" y="31160"/>
                    <a:pt x="3742" y="30630"/>
                    <a:pt x="5132" y="30630"/>
                  </a:cubicBezTo>
                  <a:cubicBezTo>
                    <a:pt x="6012" y="30630"/>
                    <a:pt x="6801" y="30888"/>
                    <a:pt x="7500" y="31406"/>
                  </a:cubicBezTo>
                  <a:cubicBezTo>
                    <a:pt x="8231" y="31917"/>
                    <a:pt x="8596" y="32735"/>
                    <a:pt x="8596" y="33860"/>
                  </a:cubicBezTo>
                  <a:cubicBezTo>
                    <a:pt x="8596" y="35102"/>
                    <a:pt x="8169" y="36192"/>
                    <a:pt x="7315" y="37130"/>
                  </a:cubicBezTo>
                  <a:cubicBezTo>
                    <a:pt x="6468" y="38068"/>
                    <a:pt x="5440" y="38660"/>
                    <a:pt x="4230" y="38906"/>
                  </a:cubicBezTo>
                  <a:cubicBezTo>
                    <a:pt x="5472" y="39695"/>
                    <a:pt x="7018" y="40089"/>
                    <a:pt x="8868" y="40089"/>
                  </a:cubicBezTo>
                  <a:cubicBezTo>
                    <a:pt x="10866" y="40089"/>
                    <a:pt x="12652" y="39210"/>
                    <a:pt x="14223" y="37450"/>
                  </a:cubicBezTo>
                  <a:cubicBezTo>
                    <a:pt x="15802" y="35691"/>
                    <a:pt x="16969" y="33343"/>
                    <a:pt x="17726" y="30406"/>
                  </a:cubicBezTo>
                  <a:cubicBezTo>
                    <a:pt x="19608" y="23343"/>
                    <a:pt x="20911" y="18237"/>
                    <a:pt x="21636" y="15087"/>
                  </a:cubicBezTo>
                  <a:cubicBezTo>
                    <a:pt x="22360" y="11904"/>
                    <a:pt x="22722" y="9631"/>
                    <a:pt x="22722" y="8266"/>
                  </a:cubicBezTo>
                  <a:cubicBezTo>
                    <a:pt x="22722" y="6998"/>
                    <a:pt x="22557" y="5925"/>
                    <a:pt x="22228" y="5045"/>
                  </a:cubicBezTo>
                  <a:cubicBezTo>
                    <a:pt x="21891" y="4165"/>
                    <a:pt x="21435" y="3528"/>
                    <a:pt x="20860" y="3134"/>
                  </a:cubicBezTo>
                  <a:cubicBezTo>
                    <a:pt x="20316" y="2707"/>
                    <a:pt x="19786" y="2419"/>
                    <a:pt x="19268" y="2270"/>
                  </a:cubicBezTo>
                  <a:cubicBezTo>
                    <a:pt x="18783" y="2122"/>
                    <a:pt x="18269" y="2047"/>
                    <a:pt x="17726" y="2047"/>
                  </a:cubicBezTo>
                  <a:cubicBezTo>
                    <a:pt x="16820" y="2047"/>
                    <a:pt x="15850" y="2228"/>
                    <a:pt x="14815" y="2590"/>
                  </a:cubicBezTo>
                  <a:cubicBezTo>
                    <a:pt x="13819" y="2953"/>
                    <a:pt x="12713" y="3557"/>
                    <a:pt x="11497" y="4405"/>
                  </a:cubicBezTo>
                  <a:cubicBezTo>
                    <a:pt x="10320" y="5226"/>
                    <a:pt x="9168" y="6484"/>
                    <a:pt x="8043" y="8179"/>
                  </a:cubicBezTo>
                  <a:cubicBezTo>
                    <a:pt x="6924" y="9874"/>
                    <a:pt x="5986" y="11888"/>
                    <a:pt x="5229" y="14223"/>
                  </a:cubicBezTo>
                  <a:cubicBezTo>
                    <a:pt x="5074" y="14922"/>
                    <a:pt x="4663" y="15271"/>
                    <a:pt x="3997" y="15271"/>
                  </a:cubicBezTo>
                  <a:cubicBezTo>
                    <a:pt x="3273" y="15239"/>
                    <a:pt x="2911" y="14919"/>
                    <a:pt x="2911" y="14311"/>
                  </a:cubicBezTo>
                  <a:cubicBezTo>
                    <a:pt x="2911" y="13800"/>
                    <a:pt x="3108" y="13014"/>
                    <a:pt x="3502" y="11953"/>
                  </a:cubicBezTo>
                  <a:cubicBezTo>
                    <a:pt x="3923" y="10860"/>
                    <a:pt x="4560" y="9631"/>
                    <a:pt x="5414" y="8266"/>
                  </a:cubicBezTo>
                  <a:cubicBezTo>
                    <a:pt x="6287" y="6908"/>
                    <a:pt x="7286" y="5621"/>
                    <a:pt x="8412" y="4405"/>
                  </a:cubicBezTo>
                  <a:cubicBezTo>
                    <a:pt x="9563" y="3163"/>
                    <a:pt x="10970" y="2118"/>
                    <a:pt x="12632" y="1271"/>
                  </a:cubicBezTo>
                  <a:cubicBezTo>
                    <a:pt x="14333" y="424"/>
                    <a:pt x="16093" y="0"/>
                    <a:pt x="17910" y="0"/>
                  </a:cubicBezTo>
                  <a:cubicBezTo>
                    <a:pt x="18725" y="0"/>
                    <a:pt x="19527" y="90"/>
                    <a:pt x="20316" y="272"/>
                  </a:cubicBezTo>
                  <a:cubicBezTo>
                    <a:pt x="21138" y="420"/>
                    <a:pt x="22034" y="724"/>
                    <a:pt x="23004" y="1184"/>
                  </a:cubicBezTo>
                  <a:cubicBezTo>
                    <a:pt x="24000" y="1636"/>
                    <a:pt x="24938" y="2361"/>
                    <a:pt x="25817" y="3357"/>
                  </a:cubicBezTo>
                  <a:cubicBezTo>
                    <a:pt x="26697" y="4359"/>
                    <a:pt x="27409" y="5588"/>
                    <a:pt x="27952" y="7044"/>
                  </a:cubicBezTo>
                  <a:cubicBezTo>
                    <a:pt x="28314" y="6345"/>
                    <a:pt x="28738" y="5663"/>
                    <a:pt x="29223" y="4997"/>
                  </a:cubicBezTo>
                  <a:cubicBezTo>
                    <a:pt x="29740" y="4330"/>
                    <a:pt x="30394" y="3590"/>
                    <a:pt x="31183" y="2775"/>
                  </a:cubicBezTo>
                  <a:cubicBezTo>
                    <a:pt x="31998" y="1921"/>
                    <a:pt x="32968" y="1251"/>
                    <a:pt x="34093" y="766"/>
                  </a:cubicBezTo>
                  <a:cubicBezTo>
                    <a:pt x="35245" y="255"/>
                    <a:pt x="36454" y="0"/>
                    <a:pt x="37722" y="0"/>
                  </a:cubicBezTo>
                  <a:cubicBezTo>
                    <a:pt x="38964" y="0"/>
                    <a:pt x="40193" y="165"/>
                    <a:pt x="41409" y="495"/>
                  </a:cubicBezTo>
                  <a:cubicBezTo>
                    <a:pt x="42618" y="799"/>
                    <a:pt x="43737" y="1452"/>
                    <a:pt x="44766" y="2455"/>
                  </a:cubicBezTo>
                  <a:cubicBezTo>
                    <a:pt x="45827" y="3425"/>
                    <a:pt x="46357" y="4651"/>
                    <a:pt x="46357" y="613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3" name="Freeform 3672">
              <a:extLst>
                <a:ext uri="{FF2B5EF4-FFF2-40B4-BE49-F238E27FC236}">
                  <a16:creationId xmlns:a16="http://schemas.microsoft.com/office/drawing/2014/main" id="{0F416E5D-3D44-84EB-85E8-8752F7DAC9CE}"/>
                </a:ext>
              </a:extLst>
            </p:cNvPr>
            <p:cNvSpPr/>
            <p:nvPr/>
          </p:nvSpPr>
          <p:spPr>
            <a:xfrm>
              <a:off x="962472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4" name="Freeform 3673">
              <a:extLst>
                <a:ext uri="{FF2B5EF4-FFF2-40B4-BE49-F238E27FC236}">
                  <a16:creationId xmlns:a16="http://schemas.microsoft.com/office/drawing/2014/main" id="{9B088BA7-21E4-958B-51B5-63D0B8470368}"/>
                </a:ext>
              </a:extLst>
            </p:cNvPr>
            <p:cNvSpPr/>
            <p:nvPr/>
          </p:nvSpPr>
          <p:spPr>
            <a:xfrm>
              <a:off x="962472" y="469001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5" name="Freeform 3674">
              <a:extLst>
                <a:ext uri="{FF2B5EF4-FFF2-40B4-BE49-F238E27FC236}">
                  <a16:creationId xmlns:a16="http://schemas.microsoft.com/office/drawing/2014/main" id="{A6C1B2ED-F1C9-C367-13E0-FE423ED9C3D3}"/>
                </a:ext>
              </a:extLst>
            </p:cNvPr>
            <p:cNvSpPr/>
            <p:nvPr/>
          </p:nvSpPr>
          <p:spPr>
            <a:xfrm>
              <a:off x="962472" y="4388499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6" name="Freeform 3675">
              <a:extLst>
                <a:ext uri="{FF2B5EF4-FFF2-40B4-BE49-F238E27FC236}">
                  <a16:creationId xmlns:a16="http://schemas.microsoft.com/office/drawing/2014/main" id="{91CAE147-D626-0961-C7D7-F1103BD8806D}"/>
                </a:ext>
              </a:extLst>
            </p:cNvPr>
            <p:cNvSpPr/>
            <p:nvPr/>
          </p:nvSpPr>
          <p:spPr>
            <a:xfrm>
              <a:off x="962472" y="4086991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7" name="Freeform 3676">
              <a:extLst>
                <a:ext uri="{FF2B5EF4-FFF2-40B4-BE49-F238E27FC236}">
                  <a16:creationId xmlns:a16="http://schemas.microsoft.com/office/drawing/2014/main" id="{27E2A788-341E-8612-00B9-394E9726FA94}"/>
                </a:ext>
              </a:extLst>
            </p:cNvPr>
            <p:cNvSpPr/>
            <p:nvPr/>
          </p:nvSpPr>
          <p:spPr>
            <a:xfrm>
              <a:off x="962472" y="3785479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8" name="Freeform 3677">
              <a:extLst>
                <a:ext uri="{FF2B5EF4-FFF2-40B4-BE49-F238E27FC236}">
                  <a16:creationId xmlns:a16="http://schemas.microsoft.com/office/drawing/2014/main" id="{3FAD3788-E712-8340-D95A-CF61694975D2}"/>
                </a:ext>
              </a:extLst>
            </p:cNvPr>
            <p:cNvSpPr/>
            <p:nvPr/>
          </p:nvSpPr>
          <p:spPr>
            <a:xfrm>
              <a:off x="962472" y="3483967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9" name="Freeform 3678">
              <a:extLst>
                <a:ext uri="{FF2B5EF4-FFF2-40B4-BE49-F238E27FC236}">
                  <a16:creationId xmlns:a16="http://schemas.microsoft.com/office/drawing/2014/main" id="{22FF5F22-94DD-414C-713B-4E7879EE95EE}"/>
                </a:ext>
              </a:extLst>
            </p:cNvPr>
            <p:cNvSpPr/>
            <p:nvPr/>
          </p:nvSpPr>
          <p:spPr>
            <a:xfrm>
              <a:off x="758977" y="4659616"/>
              <a:ext cx="40559" cy="60880"/>
            </a:xfrm>
            <a:custGeom>
              <a:avLst/>
              <a:gdLst>
                <a:gd name="csX0" fmla="*/ 20279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79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79 w 40559"/>
                <a:gd name="csY8" fmla="*/ 6287 h 60880"/>
                <a:gd name="csX9" fmla="*/ 20279 w 40559"/>
                <a:gd name="csY9" fmla="*/ 0 h 60880"/>
                <a:gd name="csX10" fmla="*/ 35332 w 40559"/>
                <a:gd name="csY10" fmla="*/ 7820 h 60880"/>
                <a:gd name="csX11" fmla="*/ 40560 w 40559"/>
                <a:gd name="csY11" fmla="*/ 30455 h 60880"/>
                <a:gd name="csX12" fmla="*/ 35332 w 40559"/>
                <a:gd name="csY12" fmla="*/ 53100 h 60880"/>
                <a:gd name="csX13" fmla="*/ 20279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79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79" y="6287"/>
                  </a:moveTo>
                  <a:cubicBezTo>
                    <a:pt x="16192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2" y="54594"/>
                    <a:pt x="20279" y="54594"/>
                  </a:cubicBezTo>
                  <a:cubicBezTo>
                    <a:pt x="24393" y="54594"/>
                    <a:pt x="27472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2" y="8305"/>
                    <a:pt x="24393" y="6287"/>
                    <a:pt x="20279" y="6287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0"/>
                  </a:cubicBezTo>
                  <a:cubicBezTo>
                    <a:pt x="38817" y="13007"/>
                    <a:pt x="40560" y="20552"/>
                    <a:pt x="40560" y="30455"/>
                  </a:cubicBezTo>
                  <a:cubicBezTo>
                    <a:pt x="40560" y="40338"/>
                    <a:pt x="38817" y="47887"/>
                    <a:pt x="35332" y="53100"/>
                  </a:cubicBezTo>
                  <a:cubicBezTo>
                    <a:pt x="31874" y="58287"/>
                    <a:pt x="26856" y="60881"/>
                    <a:pt x="20279" y="60881"/>
                  </a:cubicBezTo>
                  <a:cubicBezTo>
                    <a:pt x="13703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0" name="Freeform 3679">
              <a:extLst>
                <a:ext uri="{FF2B5EF4-FFF2-40B4-BE49-F238E27FC236}">
                  <a16:creationId xmlns:a16="http://schemas.microsoft.com/office/drawing/2014/main" id="{3A18F86E-D9F8-4FB7-8B24-9A79B26F4C27}"/>
                </a:ext>
              </a:extLst>
            </p:cNvPr>
            <p:cNvSpPr/>
            <p:nvPr/>
          </p:nvSpPr>
          <p:spPr>
            <a:xfrm>
              <a:off x="813489" y="4709368"/>
              <a:ext cx="8292" cy="9983"/>
            </a:xfrm>
            <a:custGeom>
              <a:avLst/>
              <a:gdLst>
                <a:gd name="csX0" fmla="*/ 0 w 8292"/>
                <a:gd name="csY0" fmla="*/ 0 h 9983"/>
                <a:gd name="csX1" fmla="*/ 8292 w 8292"/>
                <a:gd name="csY1" fmla="*/ 0 h 9983"/>
                <a:gd name="csX2" fmla="*/ 8292 w 8292"/>
                <a:gd name="csY2" fmla="*/ 9984 h 9983"/>
                <a:gd name="csX3" fmla="*/ 0 w 8292"/>
                <a:gd name="csY3" fmla="*/ 9984 h 9983"/>
                <a:gd name="csX4" fmla="*/ 0 w 8292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3">
                  <a:moveTo>
                    <a:pt x="0" y="0"/>
                  </a:moveTo>
                  <a:lnTo>
                    <a:pt x="8292" y="0"/>
                  </a:lnTo>
                  <a:lnTo>
                    <a:pt x="8292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1" name="Freeform 3680">
              <a:extLst>
                <a:ext uri="{FF2B5EF4-FFF2-40B4-BE49-F238E27FC236}">
                  <a16:creationId xmlns:a16="http://schemas.microsoft.com/office/drawing/2014/main" id="{0DA6AD89-35AF-3BE6-4049-6E0A6D7941E8}"/>
                </a:ext>
              </a:extLst>
            </p:cNvPr>
            <p:cNvSpPr/>
            <p:nvPr/>
          </p:nvSpPr>
          <p:spPr>
            <a:xfrm>
              <a:off x="835773" y="4659616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2" name="Freeform 3681">
              <a:extLst>
                <a:ext uri="{FF2B5EF4-FFF2-40B4-BE49-F238E27FC236}">
                  <a16:creationId xmlns:a16="http://schemas.microsoft.com/office/drawing/2014/main" id="{059A217B-84B2-117C-4CFE-70F05C87A3F0}"/>
                </a:ext>
              </a:extLst>
            </p:cNvPr>
            <p:cNvSpPr/>
            <p:nvPr/>
          </p:nvSpPr>
          <p:spPr>
            <a:xfrm>
              <a:off x="886985" y="4659616"/>
              <a:ext cx="40559" cy="60880"/>
            </a:xfrm>
            <a:custGeom>
              <a:avLst/>
              <a:gdLst>
                <a:gd name="csX0" fmla="*/ 20279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79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79 w 40559"/>
                <a:gd name="csY8" fmla="*/ 6287 h 60880"/>
                <a:gd name="csX9" fmla="*/ 20279 w 40559"/>
                <a:gd name="csY9" fmla="*/ 0 h 60880"/>
                <a:gd name="csX10" fmla="*/ 35332 w 40559"/>
                <a:gd name="csY10" fmla="*/ 7820 h 60880"/>
                <a:gd name="csX11" fmla="*/ 40560 w 40559"/>
                <a:gd name="csY11" fmla="*/ 30455 h 60880"/>
                <a:gd name="csX12" fmla="*/ 35332 w 40559"/>
                <a:gd name="csY12" fmla="*/ 53100 h 60880"/>
                <a:gd name="csX13" fmla="*/ 20279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79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79" y="6287"/>
                  </a:moveTo>
                  <a:cubicBezTo>
                    <a:pt x="16192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2" y="54594"/>
                    <a:pt x="20279" y="54594"/>
                  </a:cubicBezTo>
                  <a:cubicBezTo>
                    <a:pt x="24393" y="54594"/>
                    <a:pt x="27472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2" y="8305"/>
                    <a:pt x="24393" y="6287"/>
                    <a:pt x="20279" y="6287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0"/>
                  </a:cubicBezTo>
                  <a:cubicBezTo>
                    <a:pt x="38817" y="13007"/>
                    <a:pt x="40560" y="20552"/>
                    <a:pt x="40560" y="30455"/>
                  </a:cubicBezTo>
                  <a:cubicBezTo>
                    <a:pt x="40560" y="40338"/>
                    <a:pt x="38817" y="47887"/>
                    <a:pt x="35332" y="53100"/>
                  </a:cubicBezTo>
                  <a:cubicBezTo>
                    <a:pt x="31874" y="58287"/>
                    <a:pt x="26856" y="60881"/>
                    <a:pt x="20279" y="60881"/>
                  </a:cubicBezTo>
                  <a:cubicBezTo>
                    <a:pt x="13703" y="60881"/>
                    <a:pt x="8672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3" name="Freeform 3682">
              <a:extLst>
                <a:ext uri="{FF2B5EF4-FFF2-40B4-BE49-F238E27FC236}">
                  <a16:creationId xmlns:a16="http://schemas.microsoft.com/office/drawing/2014/main" id="{656C55FA-4089-EA4E-1A4F-354B7286DDF0}"/>
                </a:ext>
              </a:extLst>
            </p:cNvPr>
            <p:cNvSpPr/>
            <p:nvPr/>
          </p:nvSpPr>
          <p:spPr>
            <a:xfrm>
              <a:off x="760667" y="4358103"/>
              <a:ext cx="40559" cy="60879"/>
            </a:xfrm>
            <a:custGeom>
              <a:avLst/>
              <a:gdLst>
                <a:gd name="csX0" fmla="*/ 20279 w 40559"/>
                <a:gd name="csY0" fmla="*/ 6286 h 60879"/>
                <a:gd name="csX1" fmla="*/ 11044 w 40559"/>
                <a:gd name="csY1" fmla="*/ 12340 h 60879"/>
                <a:gd name="csX2" fmla="*/ 7978 w 40559"/>
                <a:gd name="csY2" fmla="*/ 30464 h 60879"/>
                <a:gd name="csX3" fmla="*/ 11044 w 40559"/>
                <a:gd name="csY3" fmla="*/ 48578 h 60879"/>
                <a:gd name="csX4" fmla="*/ 20279 w 40559"/>
                <a:gd name="csY4" fmla="*/ 54593 h 60879"/>
                <a:gd name="csX5" fmla="*/ 29516 w 40559"/>
                <a:gd name="csY5" fmla="*/ 48578 h 60879"/>
                <a:gd name="csX6" fmla="*/ 32621 w 40559"/>
                <a:gd name="csY6" fmla="*/ 30464 h 60879"/>
                <a:gd name="csX7" fmla="*/ 29516 w 40559"/>
                <a:gd name="csY7" fmla="*/ 12340 h 60879"/>
                <a:gd name="csX8" fmla="*/ 20279 w 40559"/>
                <a:gd name="csY8" fmla="*/ 6286 h 60879"/>
                <a:gd name="csX9" fmla="*/ 20279 w 40559"/>
                <a:gd name="csY9" fmla="*/ 0 h 60879"/>
                <a:gd name="csX10" fmla="*/ 35332 w 40559"/>
                <a:gd name="csY10" fmla="*/ 7819 h 60879"/>
                <a:gd name="csX11" fmla="*/ 40560 w 40559"/>
                <a:gd name="csY11" fmla="*/ 30464 h 60879"/>
                <a:gd name="csX12" fmla="*/ 35332 w 40559"/>
                <a:gd name="csY12" fmla="*/ 53099 h 60879"/>
                <a:gd name="csX13" fmla="*/ 20279 w 40559"/>
                <a:gd name="csY13" fmla="*/ 60880 h 60879"/>
                <a:gd name="csX14" fmla="*/ 5188 w 40559"/>
                <a:gd name="csY14" fmla="*/ 53099 h 60879"/>
                <a:gd name="csX15" fmla="*/ 0 w 40559"/>
                <a:gd name="csY15" fmla="*/ 30464 h 60879"/>
                <a:gd name="csX16" fmla="*/ 5188 w 40559"/>
                <a:gd name="csY16" fmla="*/ 7819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6"/>
                  </a:moveTo>
                  <a:cubicBezTo>
                    <a:pt x="16192" y="6286"/>
                    <a:pt x="13114" y="8304"/>
                    <a:pt x="11044" y="12340"/>
                  </a:cubicBezTo>
                  <a:cubicBezTo>
                    <a:pt x="9000" y="16350"/>
                    <a:pt x="7978" y="22392"/>
                    <a:pt x="7978" y="30464"/>
                  </a:cubicBezTo>
                  <a:cubicBezTo>
                    <a:pt x="7978" y="38504"/>
                    <a:pt x="9000" y="44542"/>
                    <a:pt x="11044" y="48578"/>
                  </a:cubicBezTo>
                  <a:cubicBezTo>
                    <a:pt x="13114" y="52588"/>
                    <a:pt x="16192" y="54593"/>
                    <a:pt x="20279" y="54593"/>
                  </a:cubicBezTo>
                  <a:cubicBezTo>
                    <a:pt x="24393" y="54593"/>
                    <a:pt x="27472" y="52588"/>
                    <a:pt x="29516" y="48578"/>
                  </a:cubicBezTo>
                  <a:cubicBezTo>
                    <a:pt x="31586" y="44542"/>
                    <a:pt x="32621" y="38504"/>
                    <a:pt x="32621" y="30464"/>
                  </a:cubicBezTo>
                  <a:cubicBezTo>
                    <a:pt x="32621" y="22392"/>
                    <a:pt x="31586" y="16350"/>
                    <a:pt x="29516" y="12340"/>
                  </a:cubicBezTo>
                  <a:cubicBezTo>
                    <a:pt x="27472" y="8304"/>
                    <a:pt x="24393" y="6286"/>
                    <a:pt x="20279" y="6286"/>
                  </a:cubicBezTo>
                  <a:moveTo>
                    <a:pt x="20279" y="0"/>
                  </a:moveTo>
                  <a:cubicBezTo>
                    <a:pt x="26856" y="0"/>
                    <a:pt x="31874" y="2606"/>
                    <a:pt x="35332" y="7819"/>
                  </a:cubicBezTo>
                  <a:cubicBezTo>
                    <a:pt x="38817" y="13006"/>
                    <a:pt x="40560" y="20555"/>
                    <a:pt x="40560" y="30464"/>
                  </a:cubicBezTo>
                  <a:cubicBezTo>
                    <a:pt x="40560" y="40341"/>
                    <a:pt x="38817" y="47886"/>
                    <a:pt x="35332" y="53099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2" y="58286"/>
                    <a:pt x="5188" y="53099"/>
                  </a:cubicBezTo>
                  <a:cubicBezTo>
                    <a:pt x="1729" y="47886"/>
                    <a:pt x="0" y="40341"/>
                    <a:pt x="0" y="30464"/>
                  </a:cubicBezTo>
                  <a:cubicBezTo>
                    <a:pt x="0" y="20555"/>
                    <a:pt x="1729" y="13006"/>
                    <a:pt x="5188" y="7819"/>
                  </a:cubicBezTo>
                  <a:cubicBezTo>
                    <a:pt x="8672" y="2606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4" name="Freeform 3683">
              <a:extLst>
                <a:ext uri="{FF2B5EF4-FFF2-40B4-BE49-F238E27FC236}">
                  <a16:creationId xmlns:a16="http://schemas.microsoft.com/office/drawing/2014/main" id="{759A5536-959F-67FD-7459-5E9980D67282}"/>
                </a:ext>
              </a:extLst>
            </p:cNvPr>
            <p:cNvSpPr/>
            <p:nvPr/>
          </p:nvSpPr>
          <p:spPr>
            <a:xfrm>
              <a:off x="815179" y="4407865"/>
              <a:ext cx="8292" cy="9973"/>
            </a:xfrm>
            <a:custGeom>
              <a:avLst/>
              <a:gdLst>
                <a:gd name="csX0" fmla="*/ 0 w 8292"/>
                <a:gd name="csY0" fmla="*/ 0 h 9973"/>
                <a:gd name="csX1" fmla="*/ 8292 w 8292"/>
                <a:gd name="csY1" fmla="*/ 0 h 9973"/>
                <a:gd name="csX2" fmla="*/ 8292 w 8292"/>
                <a:gd name="csY2" fmla="*/ 9974 h 9973"/>
                <a:gd name="csX3" fmla="*/ 0 w 8292"/>
                <a:gd name="csY3" fmla="*/ 9974 h 9973"/>
                <a:gd name="csX4" fmla="*/ 0 w 8292"/>
                <a:gd name="csY4" fmla="*/ 0 h 99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73">
                  <a:moveTo>
                    <a:pt x="0" y="0"/>
                  </a:moveTo>
                  <a:lnTo>
                    <a:pt x="8292" y="0"/>
                  </a:lnTo>
                  <a:lnTo>
                    <a:pt x="8292" y="9974"/>
                  </a:lnTo>
                  <a:lnTo>
                    <a:pt x="0" y="99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5" name="Freeform 3684">
              <a:extLst>
                <a:ext uri="{FF2B5EF4-FFF2-40B4-BE49-F238E27FC236}">
                  <a16:creationId xmlns:a16="http://schemas.microsoft.com/office/drawing/2014/main" id="{D31B6410-7C36-EA7D-BA89-E2E43ABF0573}"/>
                </a:ext>
              </a:extLst>
            </p:cNvPr>
            <p:cNvSpPr/>
            <p:nvPr/>
          </p:nvSpPr>
          <p:spPr>
            <a:xfrm>
              <a:off x="837463" y="4358103"/>
              <a:ext cx="40560" cy="60879"/>
            </a:xfrm>
            <a:custGeom>
              <a:avLst/>
              <a:gdLst>
                <a:gd name="csX0" fmla="*/ 20280 w 40560"/>
                <a:gd name="csY0" fmla="*/ 6286 h 60879"/>
                <a:gd name="csX1" fmla="*/ 11044 w 40560"/>
                <a:gd name="csY1" fmla="*/ 12340 h 60879"/>
                <a:gd name="csX2" fmla="*/ 7979 w 40560"/>
                <a:gd name="csY2" fmla="*/ 30464 h 60879"/>
                <a:gd name="csX3" fmla="*/ 11044 w 40560"/>
                <a:gd name="csY3" fmla="*/ 48578 h 60879"/>
                <a:gd name="csX4" fmla="*/ 20280 w 40560"/>
                <a:gd name="csY4" fmla="*/ 54593 h 60879"/>
                <a:gd name="csX5" fmla="*/ 29516 w 40560"/>
                <a:gd name="csY5" fmla="*/ 48578 h 60879"/>
                <a:gd name="csX6" fmla="*/ 32622 w 40560"/>
                <a:gd name="csY6" fmla="*/ 30464 h 60879"/>
                <a:gd name="csX7" fmla="*/ 29516 w 40560"/>
                <a:gd name="csY7" fmla="*/ 12340 h 60879"/>
                <a:gd name="csX8" fmla="*/ 20280 w 40560"/>
                <a:gd name="csY8" fmla="*/ 6286 h 60879"/>
                <a:gd name="csX9" fmla="*/ 20280 w 40560"/>
                <a:gd name="csY9" fmla="*/ 0 h 60879"/>
                <a:gd name="csX10" fmla="*/ 35333 w 40560"/>
                <a:gd name="csY10" fmla="*/ 7819 h 60879"/>
                <a:gd name="csX11" fmla="*/ 40561 w 40560"/>
                <a:gd name="csY11" fmla="*/ 30464 h 60879"/>
                <a:gd name="csX12" fmla="*/ 35333 w 40560"/>
                <a:gd name="csY12" fmla="*/ 53099 h 60879"/>
                <a:gd name="csX13" fmla="*/ 20280 w 40560"/>
                <a:gd name="csY13" fmla="*/ 60880 h 60879"/>
                <a:gd name="csX14" fmla="*/ 5188 w 40560"/>
                <a:gd name="csY14" fmla="*/ 53099 h 60879"/>
                <a:gd name="csX15" fmla="*/ 0 w 40560"/>
                <a:gd name="csY15" fmla="*/ 30464 h 60879"/>
                <a:gd name="csX16" fmla="*/ 5188 w 40560"/>
                <a:gd name="csY16" fmla="*/ 7819 h 60879"/>
                <a:gd name="csX17" fmla="*/ 20280 w 40560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9">
                  <a:moveTo>
                    <a:pt x="20280" y="6286"/>
                  </a:moveTo>
                  <a:cubicBezTo>
                    <a:pt x="16193" y="6286"/>
                    <a:pt x="13114" y="8304"/>
                    <a:pt x="11044" y="12340"/>
                  </a:cubicBezTo>
                  <a:cubicBezTo>
                    <a:pt x="9001" y="16350"/>
                    <a:pt x="7979" y="22392"/>
                    <a:pt x="7979" y="30464"/>
                  </a:cubicBezTo>
                  <a:cubicBezTo>
                    <a:pt x="7979" y="38504"/>
                    <a:pt x="9001" y="44542"/>
                    <a:pt x="11044" y="48578"/>
                  </a:cubicBezTo>
                  <a:cubicBezTo>
                    <a:pt x="13114" y="52588"/>
                    <a:pt x="16193" y="54593"/>
                    <a:pt x="20280" y="54593"/>
                  </a:cubicBezTo>
                  <a:cubicBezTo>
                    <a:pt x="24394" y="54593"/>
                    <a:pt x="27473" y="52588"/>
                    <a:pt x="29516" y="48578"/>
                  </a:cubicBezTo>
                  <a:cubicBezTo>
                    <a:pt x="31586" y="44542"/>
                    <a:pt x="32622" y="38504"/>
                    <a:pt x="32622" y="30464"/>
                  </a:cubicBezTo>
                  <a:cubicBezTo>
                    <a:pt x="32622" y="22392"/>
                    <a:pt x="31586" y="16350"/>
                    <a:pt x="29516" y="12340"/>
                  </a:cubicBezTo>
                  <a:cubicBezTo>
                    <a:pt x="27473" y="8304"/>
                    <a:pt x="24394" y="6286"/>
                    <a:pt x="20280" y="6286"/>
                  </a:cubicBezTo>
                  <a:moveTo>
                    <a:pt x="20280" y="0"/>
                  </a:moveTo>
                  <a:cubicBezTo>
                    <a:pt x="26857" y="0"/>
                    <a:pt x="31875" y="2606"/>
                    <a:pt x="35333" y="7819"/>
                  </a:cubicBezTo>
                  <a:cubicBezTo>
                    <a:pt x="38818" y="13006"/>
                    <a:pt x="40561" y="20555"/>
                    <a:pt x="40561" y="30464"/>
                  </a:cubicBezTo>
                  <a:cubicBezTo>
                    <a:pt x="40561" y="40341"/>
                    <a:pt x="38818" y="47886"/>
                    <a:pt x="35333" y="53099"/>
                  </a:cubicBezTo>
                  <a:cubicBezTo>
                    <a:pt x="31875" y="58286"/>
                    <a:pt x="26857" y="60880"/>
                    <a:pt x="20280" y="60880"/>
                  </a:cubicBezTo>
                  <a:cubicBezTo>
                    <a:pt x="13704" y="60880"/>
                    <a:pt x="8673" y="58286"/>
                    <a:pt x="5188" y="53099"/>
                  </a:cubicBezTo>
                  <a:cubicBezTo>
                    <a:pt x="1729" y="47886"/>
                    <a:pt x="0" y="40341"/>
                    <a:pt x="0" y="30464"/>
                  </a:cubicBezTo>
                  <a:cubicBezTo>
                    <a:pt x="0" y="20555"/>
                    <a:pt x="1729" y="13006"/>
                    <a:pt x="5188" y="7819"/>
                  </a:cubicBezTo>
                  <a:cubicBezTo>
                    <a:pt x="8673" y="2606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6" name="Freeform 3685">
              <a:extLst>
                <a:ext uri="{FF2B5EF4-FFF2-40B4-BE49-F238E27FC236}">
                  <a16:creationId xmlns:a16="http://schemas.microsoft.com/office/drawing/2014/main" id="{526FB0DC-E9C4-B9DB-9216-277764035343}"/>
                </a:ext>
              </a:extLst>
            </p:cNvPr>
            <p:cNvSpPr/>
            <p:nvPr/>
          </p:nvSpPr>
          <p:spPr>
            <a:xfrm>
              <a:off x="889578" y="4359165"/>
              <a:ext cx="37966" cy="59818"/>
            </a:xfrm>
            <a:custGeom>
              <a:avLst/>
              <a:gdLst>
                <a:gd name="csX0" fmla="*/ 2476 w 37966"/>
                <a:gd name="csY0" fmla="*/ 0 h 59818"/>
                <a:gd name="csX1" fmla="*/ 33643 w 37966"/>
                <a:gd name="csY1" fmla="*/ 0 h 59818"/>
                <a:gd name="csX2" fmla="*/ 33643 w 37966"/>
                <a:gd name="csY2" fmla="*/ 6680 h 59818"/>
                <a:gd name="csX3" fmla="*/ 9747 w 37966"/>
                <a:gd name="csY3" fmla="*/ 6680 h 59818"/>
                <a:gd name="csX4" fmla="*/ 9747 w 37966"/>
                <a:gd name="csY4" fmla="*/ 21068 h 59818"/>
                <a:gd name="csX5" fmla="*/ 13206 w 37966"/>
                <a:gd name="csY5" fmla="*/ 20205 h 59818"/>
                <a:gd name="csX6" fmla="*/ 16664 w 37966"/>
                <a:gd name="csY6" fmla="*/ 19885 h 59818"/>
                <a:gd name="csX7" fmla="*/ 32229 w 37966"/>
                <a:gd name="csY7" fmla="*/ 25269 h 59818"/>
                <a:gd name="csX8" fmla="*/ 37966 w 37966"/>
                <a:gd name="csY8" fmla="*/ 39852 h 59818"/>
                <a:gd name="csX9" fmla="*/ 32071 w 37966"/>
                <a:gd name="csY9" fmla="*/ 54589 h 59818"/>
                <a:gd name="csX10" fmla="*/ 15446 w 37966"/>
                <a:gd name="csY10" fmla="*/ 59819 h 59818"/>
                <a:gd name="csX11" fmla="*/ 7899 w 37966"/>
                <a:gd name="csY11" fmla="*/ 59188 h 59818"/>
                <a:gd name="csX12" fmla="*/ 0 w 37966"/>
                <a:gd name="csY12" fmla="*/ 57306 h 59818"/>
                <a:gd name="csX13" fmla="*/ 0 w 37966"/>
                <a:gd name="csY13" fmla="*/ 49321 h 59818"/>
                <a:gd name="csX14" fmla="*/ 7311 w 37966"/>
                <a:gd name="csY14" fmla="*/ 52193 h 59818"/>
                <a:gd name="csX15" fmla="*/ 15289 w 37966"/>
                <a:gd name="csY15" fmla="*/ 53134 h 59818"/>
                <a:gd name="csX16" fmla="*/ 26058 w 37966"/>
                <a:gd name="csY16" fmla="*/ 49563 h 59818"/>
                <a:gd name="csX17" fmla="*/ 30027 w 37966"/>
                <a:gd name="csY17" fmla="*/ 39852 h 59818"/>
                <a:gd name="csX18" fmla="*/ 26058 w 37966"/>
                <a:gd name="csY18" fmla="*/ 30149 h 59818"/>
                <a:gd name="csX19" fmla="*/ 15289 w 37966"/>
                <a:gd name="csY19" fmla="*/ 26569 h 59818"/>
                <a:gd name="csX20" fmla="*/ 8922 w 37966"/>
                <a:gd name="csY20" fmla="*/ 27278 h 59818"/>
                <a:gd name="csX21" fmla="*/ 2476 w 37966"/>
                <a:gd name="csY21" fmla="*/ 29480 h 59818"/>
                <a:gd name="csX22" fmla="*/ 2476 w 37966"/>
                <a:gd name="csY22" fmla="*/ 0 h 59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7966" h="59818">
                  <a:moveTo>
                    <a:pt x="2476" y="0"/>
                  </a:moveTo>
                  <a:lnTo>
                    <a:pt x="33643" y="0"/>
                  </a:lnTo>
                  <a:lnTo>
                    <a:pt x="33643" y="6680"/>
                  </a:lnTo>
                  <a:lnTo>
                    <a:pt x="9747" y="6680"/>
                  </a:lnTo>
                  <a:lnTo>
                    <a:pt x="9747" y="21068"/>
                  </a:lnTo>
                  <a:cubicBezTo>
                    <a:pt x="10900" y="20674"/>
                    <a:pt x="12053" y="20386"/>
                    <a:pt x="13206" y="20205"/>
                  </a:cubicBezTo>
                  <a:cubicBezTo>
                    <a:pt x="14359" y="19991"/>
                    <a:pt x="15512" y="19885"/>
                    <a:pt x="16664" y="19885"/>
                  </a:cubicBezTo>
                  <a:cubicBezTo>
                    <a:pt x="23215" y="19885"/>
                    <a:pt x="28403" y="21679"/>
                    <a:pt x="32229" y="25269"/>
                  </a:cubicBezTo>
                  <a:cubicBezTo>
                    <a:pt x="36054" y="28859"/>
                    <a:pt x="37966" y="33720"/>
                    <a:pt x="37966" y="39852"/>
                  </a:cubicBezTo>
                  <a:cubicBezTo>
                    <a:pt x="37966" y="46164"/>
                    <a:pt x="36001" y="51077"/>
                    <a:pt x="32071" y="54589"/>
                  </a:cubicBezTo>
                  <a:cubicBezTo>
                    <a:pt x="28141" y="58075"/>
                    <a:pt x="22599" y="59819"/>
                    <a:pt x="15446" y="59819"/>
                  </a:cubicBezTo>
                  <a:cubicBezTo>
                    <a:pt x="12983" y="59819"/>
                    <a:pt x="10467" y="59608"/>
                    <a:pt x="7899" y="59188"/>
                  </a:cubicBezTo>
                  <a:cubicBezTo>
                    <a:pt x="5358" y="58768"/>
                    <a:pt x="2725" y="58140"/>
                    <a:pt x="0" y="57306"/>
                  </a:cubicBezTo>
                  <a:lnTo>
                    <a:pt x="0" y="49321"/>
                  </a:lnTo>
                  <a:cubicBezTo>
                    <a:pt x="2358" y="50608"/>
                    <a:pt x="4795" y="51565"/>
                    <a:pt x="7311" y="52193"/>
                  </a:cubicBezTo>
                  <a:cubicBezTo>
                    <a:pt x="9826" y="52820"/>
                    <a:pt x="12485" y="53134"/>
                    <a:pt x="15289" y="53134"/>
                  </a:cubicBezTo>
                  <a:cubicBezTo>
                    <a:pt x="19821" y="53134"/>
                    <a:pt x="23411" y="51944"/>
                    <a:pt x="26058" y="49563"/>
                  </a:cubicBezTo>
                  <a:cubicBezTo>
                    <a:pt x="28704" y="47177"/>
                    <a:pt x="30027" y="43939"/>
                    <a:pt x="30027" y="39852"/>
                  </a:cubicBezTo>
                  <a:cubicBezTo>
                    <a:pt x="30027" y="35764"/>
                    <a:pt x="28704" y="32530"/>
                    <a:pt x="26058" y="30149"/>
                  </a:cubicBezTo>
                  <a:cubicBezTo>
                    <a:pt x="23411" y="27763"/>
                    <a:pt x="19821" y="26569"/>
                    <a:pt x="15289" y="26569"/>
                  </a:cubicBezTo>
                  <a:cubicBezTo>
                    <a:pt x="13166" y="26569"/>
                    <a:pt x="11044" y="26805"/>
                    <a:pt x="8922" y="27278"/>
                  </a:cubicBezTo>
                  <a:cubicBezTo>
                    <a:pt x="6826" y="27750"/>
                    <a:pt x="4677" y="28484"/>
                    <a:pt x="2476" y="29480"/>
                  </a:cubicBezTo>
                  <a:lnTo>
                    <a:pt x="2476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" name="Freeform 3686">
              <a:extLst>
                <a:ext uri="{FF2B5EF4-FFF2-40B4-BE49-F238E27FC236}">
                  <a16:creationId xmlns:a16="http://schemas.microsoft.com/office/drawing/2014/main" id="{2643C55B-4DCF-6A02-1ED2-DC8ED4C286FC}"/>
                </a:ext>
              </a:extLst>
            </p:cNvPr>
            <p:cNvSpPr/>
            <p:nvPr/>
          </p:nvSpPr>
          <p:spPr>
            <a:xfrm>
              <a:off x="758977" y="4056591"/>
              <a:ext cx="40559" cy="60879"/>
            </a:xfrm>
            <a:custGeom>
              <a:avLst/>
              <a:gdLst>
                <a:gd name="csX0" fmla="*/ 20279 w 40559"/>
                <a:gd name="csY0" fmla="*/ 6289 h 60879"/>
                <a:gd name="csX1" fmla="*/ 11044 w 40559"/>
                <a:gd name="csY1" fmla="*/ 12341 h 60879"/>
                <a:gd name="csX2" fmla="*/ 7978 w 40559"/>
                <a:gd name="csY2" fmla="*/ 30460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60 h 60879"/>
                <a:gd name="csX7" fmla="*/ 29516 w 40559"/>
                <a:gd name="csY7" fmla="*/ 12341 h 60879"/>
                <a:gd name="csX8" fmla="*/ 20279 w 40559"/>
                <a:gd name="csY8" fmla="*/ 6289 h 60879"/>
                <a:gd name="csX9" fmla="*/ 20279 w 40559"/>
                <a:gd name="csY9" fmla="*/ 0 h 60879"/>
                <a:gd name="csX10" fmla="*/ 35332 w 40559"/>
                <a:gd name="csY10" fmla="*/ 7822 h 60879"/>
                <a:gd name="csX11" fmla="*/ 40560 w 40559"/>
                <a:gd name="csY11" fmla="*/ 30460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60 h 60879"/>
                <a:gd name="csX16" fmla="*/ 5188 w 40559"/>
                <a:gd name="csY16" fmla="*/ 7822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9"/>
                  </a:moveTo>
                  <a:cubicBezTo>
                    <a:pt x="16192" y="6289"/>
                    <a:pt x="13114" y="8306"/>
                    <a:pt x="11044" y="12341"/>
                  </a:cubicBezTo>
                  <a:cubicBezTo>
                    <a:pt x="9000" y="16350"/>
                    <a:pt x="7978" y="22390"/>
                    <a:pt x="7978" y="30460"/>
                  </a:cubicBezTo>
                  <a:cubicBezTo>
                    <a:pt x="7978" y="38504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4"/>
                    <a:pt x="32621" y="30460"/>
                  </a:cubicBezTo>
                  <a:cubicBezTo>
                    <a:pt x="32621" y="22390"/>
                    <a:pt x="31586" y="16350"/>
                    <a:pt x="29516" y="12341"/>
                  </a:cubicBezTo>
                  <a:cubicBezTo>
                    <a:pt x="27472" y="8306"/>
                    <a:pt x="24393" y="6289"/>
                    <a:pt x="20279" y="6289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2"/>
                  </a:cubicBezTo>
                  <a:cubicBezTo>
                    <a:pt x="38817" y="13009"/>
                    <a:pt x="40560" y="20555"/>
                    <a:pt x="40560" y="30460"/>
                  </a:cubicBezTo>
                  <a:cubicBezTo>
                    <a:pt x="40560" y="40338"/>
                    <a:pt x="38817" y="47884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3" y="58286"/>
                    <a:pt x="5188" y="53098"/>
                  </a:cubicBezTo>
                  <a:cubicBezTo>
                    <a:pt x="1729" y="47884"/>
                    <a:pt x="0" y="40338"/>
                    <a:pt x="0" y="30460"/>
                  </a:cubicBezTo>
                  <a:cubicBezTo>
                    <a:pt x="0" y="20555"/>
                    <a:pt x="1729" y="13009"/>
                    <a:pt x="5188" y="7822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" name="Freeform 3687">
              <a:extLst>
                <a:ext uri="{FF2B5EF4-FFF2-40B4-BE49-F238E27FC236}">
                  <a16:creationId xmlns:a16="http://schemas.microsoft.com/office/drawing/2014/main" id="{63E3CC71-E632-F283-1024-2C985C0D57CE}"/>
                </a:ext>
              </a:extLst>
            </p:cNvPr>
            <p:cNvSpPr/>
            <p:nvPr/>
          </p:nvSpPr>
          <p:spPr>
            <a:xfrm>
              <a:off x="813489" y="4106348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" name="Freeform 3688">
              <a:extLst>
                <a:ext uri="{FF2B5EF4-FFF2-40B4-BE49-F238E27FC236}">
                  <a16:creationId xmlns:a16="http://schemas.microsoft.com/office/drawing/2014/main" id="{9FF58F41-AEE9-10A2-4E67-53326D34516A}"/>
                </a:ext>
              </a:extLst>
            </p:cNvPr>
            <p:cNvSpPr/>
            <p:nvPr/>
          </p:nvSpPr>
          <p:spPr>
            <a:xfrm>
              <a:off x="839311" y="4057652"/>
              <a:ext cx="34940" cy="58678"/>
            </a:xfrm>
            <a:custGeom>
              <a:avLst/>
              <a:gdLst>
                <a:gd name="csX0" fmla="*/ 1140 w 34940"/>
                <a:gd name="csY0" fmla="*/ 51997 h 58678"/>
                <a:gd name="csX1" fmla="*/ 14110 w 34940"/>
                <a:gd name="csY1" fmla="*/ 51997 h 58678"/>
                <a:gd name="csX2" fmla="*/ 14110 w 34940"/>
                <a:gd name="csY2" fmla="*/ 7232 h 58678"/>
                <a:gd name="csX3" fmla="*/ 0 w 34940"/>
                <a:gd name="csY3" fmla="*/ 10061 h 58678"/>
                <a:gd name="csX4" fmla="*/ 0 w 34940"/>
                <a:gd name="csY4" fmla="*/ 2830 h 58678"/>
                <a:gd name="csX5" fmla="*/ 14031 w 34940"/>
                <a:gd name="csY5" fmla="*/ 0 h 58678"/>
                <a:gd name="csX6" fmla="*/ 21971 w 34940"/>
                <a:gd name="csY6" fmla="*/ 0 h 58678"/>
                <a:gd name="csX7" fmla="*/ 21971 w 34940"/>
                <a:gd name="csY7" fmla="*/ 51997 h 58678"/>
                <a:gd name="csX8" fmla="*/ 34940 w 34940"/>
                <a:gd name="csY8" fmla="*/ 51997 h 58678"/>
                <a:gd name="csX9" fmla="*/ 34940 w 34940"/>
                <a:gd name="csY9" fmla="*/ 58679 h 58678"/>
                <a:gd name="csX10" fmla="*/ 1140 w 34940"/>
                <a:gd name="csY10" fmla="*/ 58679 h 58678"/>
                <a:gd name="csX11" fmla="*/ 1140 w 34940"/>
                <a:gd name="csY11" fmla="*/ 51997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940" h="58678">
                  <a:moveTo>
                    <a:pt x="1140" y="51997"/>
                  </a:moveTo>
                  <a:lnTo>
                    <a:pt x="14110" y="51997"/>
                  </a:lnTo>
                  <a:lnTo>
                    <a:pt x="14110" y="7232"/>
                  </a:lnTo>
                  <a:lnTo>
                    <a:pt x="0" y="10061"/>
                  </a:lnTo>
                  <a:lnTo>
                    <a:pt x="0" y="2830"/>
                  </a:lnTo>
                  <a:lnTo>
                    <a:pt x="14031" y="0"/>
                  </a:lnTo>
                  <a:lnTo>
                    <a:pt x="21971" y="0"/>
                  </a:lnTo>
                  <a:lnTo>
                    <a:pt x="21971" y="51997"/>
                  </a:lnTo>
                  <a:lnTo>
                    <a:pt x="34940" y="51997"/>
                  </a:lnTo>
                  <a:lnTo>
                    <a:pt x="34940" y="58679"/>
                  </a:lnTo>
                  <a:lnTo>
                    <a:pt x="1140" y="58679"/>
                  </a:lnTo>
                  <a:lnTo>
                    <a:pt x="1140" y="51997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" name="Freeform 3689">
              <a:extLst>
                <a:ext uri="{FF2B5EF4-FFF2-40B4-BE49-F238E27FC236}">
                  <a16:creationId xmlns:a16="http://schemas.microsoft.com/office/drawing/2014/main" id="{9ECB675B-C700-7E5C-D91A-52DA88CA0019}"/>
                </a:ext>
              </a:extLst>
            </p:cNvPr>
            <p:cNvSpPr/>
            <p:nvPr/>
          </p:nvSpPr>
          <p:spPr>
            <a:xfrm>
              <a:off x="886985" y="4056591"/>
              <a:ext cx="40559" cy="60879"/>
            </a:xfrm>
            <a:custGeom>
              <a:avLst/>
              <a:gdLst>
                <a:gd name="csX0" fmla="*/ 20279 w 40559"/>
                <a:gd name="csY0" fmla="*/ 6289 h 60879"/>
                <a:gd name="csX1" fmla="*/ 11044 w 40559"/>
                <a:gd name="csY1" fmla="*/ 12341 h 60879"/>
                <a:gd name="csX2" fmla="*/ 7978 w 40559"/>
                <a:gd name="csY2" fmla="*/ 30460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60 h 60879"/>
                <a:gd name="csX7" fmla="*/ 29516 w 40559"/>
                <a:gd name="csY7" fmla="*/ 12341 h 60879"/>
                <a:gd name="csX8" fmla="*/ 20279 w 40559"/>
                <a:gd name="csY8" fmla="*/ 6289 h 60879"/>
                <a:gd name="csX9" fmla="*/ 20279 w 40559"/>
                <a:gd name="csY9" fmla="*/ 0 h 60879"/>
                <a:gd name="csX10" fmla="*/ 35332 w 40559"/>
                <a:gd name="csY10" fmla="*/ 7822 h 60879"/>
                <a:gd name="csX11" fmla="*/ 40560 w 40559"/>
                <a:gd name="csY11" fmla="*/ 30460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60 h 60879"/>
                <a:gd name="csX16" fmla="*/ 5188 w 40559"/>
                <a:gd name="csY16" fmla="*/ 7822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9"/>
                  </a:moveTo>
                  <a:cubicBezTo>
                    <a:pt x="16192" y="6289"/>
                    <a:pt x="13114" y="8306"/>
                    <a:pt x="11044" y="12341"/>
                  </a:cubicBezTo>
                  <a:cubicBezTo>
                    <a:pt x="9000" y="16350"/>
                    <a:pt x="7978" y="22390"/>
                    <a:pt x="7978" y="30460"/>
                  </a:cubicBezTo>
                  <a:cubicBezTo>
                    <a:pt x="7978" y="38504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4"/>
                    <a:pt x="32621" y="30460"/>
                  </a:cubicBezTo>
                  <a:cubicBezTo>
                    <a:pt x="32621" y="22390"/>
                    <a:pt x="31586" y="16350"/>
                    <a:pt x="29516" y="12341"/>
                  </a:cubicBezTo>
                  <a:cubicBezTo>
                    <a:pt x="27472" y="8306"/>
                    <a:pt x="24393" y="6289"/>
                    <a:pt x="20279" y="6289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2"/>
                  </a:cubicBezTo>
                  <a:cubicBezTo>
                    <a:pt x="38817" y="13009"/>
                    <a:pt x="40560" y="20555"/>
                    <a:pt x="40560" y="30460"/>
                  </a:cubicBezTo>
                  <a:cubicBezTo>
                    <a:pt x="40560" y="40338"/>
                    <a:pt x="38817" y="47884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2" y="58286"/>
                    <a:pt x="5188" y="53098"/>
                  </a:cubicBezTo>
                  <a:cubicBezTo>
                    <a:pt x="1729" y="47884"/>
                    <a:pt x="0" y="40338"/>
                    <a:pt x="0" y="30460"/>
                  </a:cubicBezTo>
                  <a:cubicBezTo>
                    <a:pt x="0" y="20555"/>
                    <a:pt x="1729" y="13009"/>
                    <a:pt x="5188" y="7822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" name="Freeform 3690">
              <a:extLst>
                <a:ext uri="{FF2B5EF4-FFF2-40B4-BE49-F238E27FC236}">
                  <a16:creationId xmlns:a16="http://schemas.microsoft.com/office/drawing/2014/main" id="{B76F9D5B-E9C8-DC0B-60D0-4DF1D4B322DD}"/>
                </a:ext>
              </a:extLst>
            </p:cNvPr>
            <p:cNvSpPr/>
            <p:nvPr/>
          </p:nvSpPr>
          <p:spPr>
            <a:xfrm>
              <a:off x="760667" y="3755079"/>
              <a:ext cx="40559" cy="60878"/>
            </a:xfrm>
            <a:custGeom>
              <a:avLst/>
              <a:gdLst>
                <a:gd name="csX0" fmla="*/ 20279 w 40559"/>
                <a:gd name="csY0" fmla="*/ 6288 h 60878"/>
                <a:gd name="csX1" fmla="*/ 11044 w 40559"/>
                <a:gd name="csY1" fmla="*/ 12340 h 60878"/>
                <a:gd name="csX2" fmla="*/ 7978 w 40559"/>
                <a:gd name="csY2" fmla="*/ 30459 h 60878"/>
                <a:gd name="csX3" fmla="*/ 11044 w 40559"/>
                <a:gd name="csY3" fmla="*/ 48578 h 60878"/>
                <a:gd name="csX4" fmla="*/ 20279 w 40559"/>
                <a:gd name="csY4" fmla="*/ 54591 h 60878"/>
                <a:gd name="csX5" fmla="*/ 29516 w 40559"/>
                <a:gd name="csY5" fmla="*/ 48578 h 60878"/>
                <a:gd name="csX6" fmla="*/ 32621 w 40559"/>
                <a:gd name="csY6" fmla="*/ 30459 h 60878"/>
                <a:gd name="csX7" fmla="*/ 29516 w 40559"/>
                <a:gd name="csY7" fmla="*/ 12340 h 60878"/>
                <a:gd name="csX8" fmla="*/ 20279 w 40559"/>
                <a:gd name="csY8" fmla="*/ 6288 h 60878"/>
                <a:gd name="csX9" fmla="*/ 20279 w 40559"/>
                <a:gd name="csY9" fmla="*/ 0 h 60878"/>
                <a:gd name="csX10" fmla="*/ 35332 w 40559"/>
                <a:gd name="csY10" fmla="*/ 7821 h 60878"/>
                <a:gd name="csX11" fmla="*/ 40560 w 40559"/>
                <a:gd name="csY11" fmla="*/ 30459 h 60878"/>
                <a:gd name="csX12" fmla="*/ 35332 w 40559"/>
                <a:gd name="csY12" fmla="*/ 53097 h 60878"/>
                <a:gd name="csX13" fmla="*/ 20279 w 40559"/>
                <a:gd name="csY13" fmla="*/ 60879 h 60878"/>
                <a:gd name="csX14" fmla="*/ 5188 w 40559"/>
                <a:gd name="csY14" fmla="*/ 53097 h 60878"/>
                <a:gd name="csX15" fmla="*/ 0 w 40559"/>
                <a:gd name="csY15" fmla="*/ 30459 h 60878"/>
                <a:gd name="csX16" fmla="*/ 5188 w 40559"/>
                <a:gd name="csY16" fmla="*/ 7821 h 60878"/>
                <a:gd name="csX17" fmla="*/ 20279 w 40559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8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2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2" name="Freeform 3691">
              <a:extLst>
                <a:ext uri="{FF2B5EF4-FFF2-40B4-BE49-F238E27FC236}">
                  <a16:creationId xmlns:a16="http://schemas.microsoft.com/office/drawing/2014/main" id="{C9CE13AC-0B56-076F-83CD-49EB64FFD731}"/>
                </a:ext>
              </a:extLst>
            </p:cNvPr>
            <p:cNvSpPr/>
            <p:nvPr/>
          </p:nvSpPr>
          <p:spPr>
            <a:xfrm>
              <a:off x="815179" y="3804836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" name="Freeform 3692">
              <a:extLst>
                <a:ext uri="{FF2B5EF4-FFF2-40B4-BE49-F238E27FC236}">
                  <a16:creationId xmlns:a16="http://schemas.microsoft.com/office/drawing/2014/main" id="{5BA757EE-3776-1168-4F23-E388E6E09EA8}"/>
                </a:ext>
              </a:extLst>
            </p:cNvPr>
            <p:cNvSpPr/>
            <p:nvPr/>
          </p:nvSpPr>
          <p:spPr>
            <a:xfrm>
              <a:off x="841001" y="3756139"/>
              <a:ext cx="34940" cy="58678"/>
            </a:xfrm>
            <a:custGeom>
              <a:avLst/>
              <a:gdLst>
                <a:gd name="csX0" fmla="*/ 1140 w 34940"/>
                <a:gd name="csY0" fmla="*/ 51998 h 58678"/>
                <a:gd name="csX1" fmla="*/ 14110 w 34940"/>
                <a:gd name="csY1" fmla="*/ 51998 h 58678"/>
                <a:gd name="csX2" fmla="*/ 14110 w 34940"/>
                <a:gd name="csY2" fmla="*/ 7232 h 58678"/>
                <a:gd name="csX3" fmla="*/ 0 w 34940"/>
                <a:gd name="csY3" fmla="*/ 10062 h 58678"/>
                <a:gd name="csX4" fmla="*/ 0 w 34940"/>
                <a:gd name="csY4" fmla="*/ 2830 h 58678"/>
                <a:gd name="csX5" fmla="*/ 14031 w 34940"/>
                <a:gd name="csY5" fmla="*/ 0 h 58678"/>
                <a:gd name="csX6" fmla="*/ 21970 w 34940"/>
                <a:gd name="csY6" fmla="*/ 0 h 58678"/>
                <a:gd name="csX7" fmla="*/ 21970 w 34940"/>
                <a:gd name="csY7" fmla="*/ 51998 h 58678"/>
                <a:gd name="csX8" fmla="*/ 34940 w 34940"/>
                <a:gd name="csY8" fmla="*/ 51998 h 58678"/>
                <a:gd name="csX9" fmla="*/ 34940 w 34940"/>
                <a:gd name="csY9" fmla="*/ 58679 h 58678"/>
                <a:gd name="csX10" fmla="*/ 1140 w 34940"/>
                <a:gd name="csY10" fmla="*/ 58679 h 58678"/>
                <a:gd name="csX11" fmla="*/ 1140 w 34940"/>
                <a:gd name="csY11" fmla="*/ 51998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940" h="58678">
                  <a:moveTo>
                    <a:pt x="1140" y="51998"/>
                  </a:moveTo>
                  <a:lnTo>
                    <a:pt x="14110" y="51998"/>
                  </a:lnTo>
                  <a:lnTo>
                    <a:pt x="14110" y="7232"/>
                  </a:lnTo>
                  <a:lnTo>
                    <a:pt x="0" y="10062"/>
                  </a:lnTo>
                  <a:lnTo>
                    <a:pt x="0" y="2830"/>
                  </a:lnTo>
                  <a:lnTo>
                    <a:pt x="14031" y="0"/>
                  </a:lnTo>
                  <a:lnTo>
                    <a:pt x="21970" y="0"/>
                  </a:lnTo>
                  <a:lnTo>
                    <a:pt x="21970" y="51998"/>
                  </a:lnTo>
                  <a:lnTo>
                    <a:pt x="34940" y="51998"/>
                  </a:lnTo>
                  <a:lnTo>
                    <a:pt x="34940" y="58679"/>
                  </a:lnTo>
                  <a:lnTo>
                    <a:pt x="1140" y="58679"/>
                  </a:lnTo>
                  <a:lnTo>
                    <a:pt x="1140" y="51998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" name="Freeform 3693">
              <a:extLst>
                <a:ext uri="{FF2B5EF4-FFF2-40B4-BE49-F238E27FC236}">
                  <a16:creationId xmlns:a16="http://schemas.microsoft.com/office/drawing/2014/main" id="{A7BA8BC6-F33E-7AE3-5F8D-A04223BCD48F}"/>
                </a:ext>
              </a:extLst>
            </p:cNvPr>
            <p:cNvSpPr/>
            <p:nvPr/>
          </p:nvSpPr>
          <p:spPr>
            <a:xfrm>
              <a:off x="889578" y="3756139"/>
              <a:ext cx="37966" cy="59818"/>
            </a:xfrm>
            <a:custGeom>
              <a:avLst/>
              <a:gdLst>
                <a:gd name="csX0" fmla="*/ 2476 w 37966"/>
                <a:gd name="csY0" fmla="*/ 0 h 59818"/>
                <a:gd name="csX1" fmla="*/ 33643 w 37966"/>
                <a:gd name="csY1" fmla="*/ 0 h 59818"/>
                <a:gd name="csX2" fmla="*/ 33643 w 37966"/>
                <a:gd name="csY2" fmla="*/ 6682 h 59818"/>
                <a:gd name="csX3" fmla="*/ 9747 w 37966"/>
                <a:gd name="csY3" fmla="*/ 6682 h 59818"/>
                <a:gd name="csX4" fmla="*/ 9747 w 37966"/>
                <a:gd name="csY4" fmla="*/ 21066 h 59818"/>
                <a:gd name="csX5" fmla="*/ 13206 w 37966"/>
                <a:gd name="csY5" fmla="*/ 20202 h 59818"/>
                <a:gd name="csX6" fmla="*/ 16664 w 37966"/>
                <a:gd name="csY6" fmla="*/ 19887 h 59818"/>
                <a:gd name="csX7" fmla="*/ 32229 w 37966"/>
                <a:gd name="csY7" fmla="*/ 25272 h 59818"/>
                <a:gd name="csX8" fmla="*/ 37966 w 37966"/>
                <a:gd name="csY8" fmla="*/ 39853 h 59818"/>
                <a:gd name="csX9" fmla="*/ 32071 w 37966"/>
                <a:gd name="csY9" fmla="*/ 54591 h 59818"/>
                <a:gd name="csX10" fmla="*/ 15446 w 37966"/>
                <a:gd name="csY10" fmla="*/ 59819 h 59818"/>
                <a:gd name="csX11" fmla="*/ 7899 w 37966"/>
                <a:gd name="csY11" fmla="*/ 59190 h 59818"/>
                <a:gd name="csX12" fmla="*/ 0 w 37966"/>
                <a:gd name="csY12" fmla="*/ 57304 h 59818"/>
                <a:gd name="csX13" fmla="*/ 0 w 37966"/>
                <a:gd name="csY13" fmla="*/ 49325 h 59818"/>
                <a:gd name="csX14" fmla="*/ 7311 w 37966"/>
                <a:gd name="csY14" fmla="*/ 52194 h 59818"/>
                <a:gd name="csX15" fmla="*/ 15289 w 37966"/>
                <a:gd name="csY15" fmla="*/ 53138 h 59818"/>
                <a:gd name="csX16" fmla="*/ 26058 w 37966"/>
                <a:gd name="csY16" fmla="*/ 49560 h 59818"/>
                <a:gd name="csX17" fmla="*/ 30027 w 37966"/>
                <a:gd name="csY17" fmla="*/ 39853 h 59818"/>
                <a:gd name="csX18" fmla="*/ 26058 w 37966"/>
                <a:gd name="csY18" fmla="*/ 30146 h 59818"/>
                <a:gd name="csX19" fmla="*/ 15289 w 37966"/>
                <a:gd name="csY19" fmla="*/ 26568 h 59818"/>
                <a:gd name="csX20" fmla="*/ 8922 w 37966"/>
                <a:gd name="csY20" fmla="*/ 27277 h 59818"/>
                <a:gd name="csX21" fmla="*/ 2476 w 37966"/>
                <a:gd name="csY21" fmla="*/ 29477 h 59818"/>
                <a:gd name="csX22" fmla="*/ 2476 w 37966"/>
                <a:gd name="csY22" fmla="*/ 0 h 59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7966" h="59818">
                  <a:moveTo>
                    <a:pt x="2476" y="0"/>
                  </a:moveTo>
                  <a:lnTo>
                    <a:pt x="33643" y="0"/>
                  </a:lnTo>
                  <a:lnTo>
                    <a:pt x="33643" y="6682"/>
                  </a:lnTo>
                  <a:lnTo>
                    <a:pt x="9747" y="6682"/>
                  </a:lnTo>
                  <a:lnTo>
                    <a:pt x="9747" y="21066"/>
                  </a:lnTo>
                  <a:cubicBezTo>
                    <a:pt x="10900" y="20674"/>
                    <a:pt x="12053" y="20385"/>
                    <a:pt x="13206" y="20202"/>
                  </a:cubicBezTo>
                  <a:cubicBezTo>
                    <a:pt x="14359" y="19992"/>
                    <a:pt x="15512" y="19887"/>
                    <a:pt x="16664" y="19887"/>
                  </a:cubicBezTo>
                  <a:cubicBezTo>
                    <a:pt x="23215" y="19887"/>
                    <a:pt x="28403" y="21682"/>
                    <a:pt x="32229" y="25272"/>
                  </a:cubicBezTo>
                  <a:cubicBezTo>
                    <a:pt x="36054" y="28861"/>
                    <a:pt x="37966" y="33722"/>
                    <a:pt x="37966" y="39853"/>
                  </a:cubicBezTo>
                  <a:cubicBezTo>
                    <a:pt x="37966" y="46168"/>
                    <a:pt x="36001" y="51080"/>
                    <a:pt x="32071" y="54591"/>
                  </a:cubicBezTo>
                  <a:cubicBezTo>
                    <a:pt x="28141" y="58076"/>
                    <a:pt x="22599" y="59819"/>
                    <a:pt x="15446" y="59819"/>
                  </a:cubicBezTo>
                  <a:cubicBezTo>
                    <a:pt x="12983" y="59819"/>
                    <a:pt x="10467" y="59609"/>
                    <a:pt x="7899" y="59190"/>
                  </a:cubicBezTo>
                  <a:cubicBezTo>
                    <a:pt x="5358" y="58771"/>
                    <a:pt x="2725" y="58142"/>
                    <a:pt x="0" y="57304"/>
                  </a:cubicBezTo>
                  <a:lnTo>
                    <a:pt x="0" y="49325"/>
                  </a:lnTo>
                  <a:cubicBezTo>
                    <a:pt x="2358" y="50609"/>
                    <a:pt x="4795" y="51565"/>
                    <a:pt x="7311" y="52194"/>
                  </a:cubicBezTo>
                  <a:cubicBezTo>
                    <a:pt x="9826" y="52823"/>
                    <a:pt x="12485" y="53138"/>
                    <a:pt x="15289" y="53138"/>
                  </a:cubicBezTo>
                  <a:cubicBezTo>
                    <a:pt x="19821" y="53138"/>
                    <a:pt x="23411" y="51945"/>
                    <a:pt x="26058" y="49560"/>
                  </a:cubicBezTo>
                  <a:cubicBezTo>
                    <a:pt x="28704" y="47176"/>
                    <a:pt x="30027" y="43941"/>
                    <a:pt x="30027" y="39853"/>
                  </a:cubicBezTo>
                  <a:cubicBezTo>
                    <a:pt x="30027" y="35766"/>
                    <a:pt x="28704" y="32530"/>
                    <a:pt x="26058" y="30146"/>
                  </a:cubicBezTo>
                  <a:cubicBezTo>
                    <a:pt x="23411" y="27761"/>
                    <a:pt x="19821" y="26568"/>
                    <a:pt x="15289" y="26568"/>
                  </a:cubicBezTo>
                  <a:cubicBezTo>
                    <a:pt x="13166" y="26568"/>
                    <a:pt x="11044" y="26804"/>
                    <a:pt x="8922" y="27277"/>
                  </a:cubicBezTo>
                  <a:cubicBezTo>
                    <a:pt x="6826" y="27748"/>
                    <a:pt x="4677" y="28482"/>
                    <a:pt x="2476" y="29477"/>
                  </a:cubicBezTo>
                  <a:lnTo>
                    <a:pt x="2476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5" name="Freeform 3694">
              <a:extLst>
                <a:ext uri="{FF2B5EF4-FFF2-40B4-BE49-F238E27FC236}">
                  <a16:creationId xmlns:a16="http://schemas.microsoft.com/office/drawing/2014/main" id="{0A8BF652-E295-4AD6-F624-8BC366AB56A4}"/>
                </a:ext>
              </a:extLst>
            </p:cNvPr>
            <p:cNvSpPr/>
            <p:nvPr/>
          </p:nvSpPr>
          <p:spPr>
            <a:xfrm>
              <a:off x="758977" y="3453566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1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1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6"/>
                    <a:pt x="11044" y="12341"/>
                  </a:cubicBezTo>
                  <a:cubicBezTo>
                    <a:pt x="9000" y="16350"/>
                    <a:pt x="7978" y="22389"/>
                    <a:pt x="7978" y="30459"/>
                  </a:cubicBezTo>
                  <a:cubicBezTo>
                    <a:pt x="7978" y="38503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3"/>
                    <a:pt x="32621" y="30459"/>
                  </a:cubicBezTo>
                  <a:cubicBezTo>
                    <a:pt x="32621" y="22389"/>
                    <a:pt x="31586" y="16350"/>
                    <a:pt x="29516" y="12341"/>
                  </a:cubicBezTo>
                  <a:cubicBezTo>
                    <a:pt x="27472" y="8306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3" y="58286"/>
                    <a:pt x="5188" y="53098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6" name="Freeform 3695">
              <a:extLst>
                <a:ext uri="{FF2B5EF4-FFF2-40B4-BE49-F238E27FC236}">
                  <a16:creationId xmlns:a16="http://schemas.microsoft.com/office/drawing/2014/main" id="{E7786700-4AA3-E06D-59E4-B7ECE59484C7}"/>
                </a:ext>
              </a:extLst>
            </p:cNvPr>
            <p:cNvSpPr/>
            <p:nvPr/>
          </p:nvSpPr>
          <p:spPr>
            <a:xfrm>
              <a:off x="813489" y="3503323"/>
              <a:ext cx="8292" cy="9983"/>
            </a:xfrm>
            <a:custGeom>
              <a:avLst/>
              <a:gdLst>
                <a:gd name="csX0" fmla="*/ 0 w 8292"/>
                <a:gd name="csY0" fmla="*/ 0 h 9983"/>
                <a:gd name="csX1" fmla="*/ 8292 w 8292"/>
                <a:gd name="csY1" fmla="*/ 0 h 9983"/>
                <a:gd name="csX2" fmla="*/ 8292 w 8292"/>
                <a:gd name="csY2" fmla="*/ 9983 h 9983"/>
                <a:gd name="csX3" fmla="*/ 0 w 8292"/>
                <a:gd name="csY3" fmla="*/ 9983 h 9983"/>
                <a:gd name="csX4" fmla="*/ 0 w 8292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3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" name="Freeform 3696">
              <a:extLst>
                <a:ext uri="{FF2B5EF4-FFF2-40B4-BE49-F238E27FC236}">
                  <a16:creationId xmlns:a16="http://schemas.microsoft.com/office/drawing/2014/main" id="{A3F9CB3F-B003-95F8-8F80-2892263E33EC}"/>
                </a:ext>
              </a:extLst>
            </p:cNvPr>
            <p:cNvSpPr/>
            <p:nvPr/>
          </p:nvSpPr>
          <p:spPr>
            <a:xfrm>
              <a:off x="836363" y="3453566"/>
              <a:ext cx="37258" cy="59739"/>
            </a:xfrm>
            <a:custGeom>
              <a:avLst/>
              <a:gdLst>
                <a:gd name="csX0" fmla="*/ 9551 w 37258"/>
                <a:gd name="csY0" fmla="*/ 53058 h 59739"/>
                <a:gd name="csX1" fmla="*/ 37258 w 37258"/>
                <a:gd name="csY1" fmla="*/ 53058 h 59739"/>
                <a:gd name="csX2" fmla="*/ 37258 w 37258"/>
                <a:gd name="csY2" fmla="*/ 59740 h 59739"/>
                <a:gd name="csX3" fmla="*/ 0 w 37258"/>
                <a:gd name="csY3" fmla="*/ 59740 h 59739"/>
                <a:gd name="csX4" fmla="*/ 0 w 37258"/>
                <a:gd name="csY4" fmla="*/ 53058 h 59739"/>
                <a:gd name="csX5" fmla="*/ 12301 w 37258"/>
                <a:gd name="csY5" fmla="*/ 40521 h 59739"/>
                <a:gd name="csX6" fmla="*/ 22128 w 37258"/>
                <a:gd name="csY6" fmla="*/ 30342 h 59739"/>
                <a:gd name="csX7" fmla="*/ 27433 w 37258"/>
                <a:gd name="csY7" fmla="*/ 23110 h 59739"/>
                <a:gd name="csX8" fmla="*/ 28966 w 37258"/>
                <a:gd name="csY8" fmla="*/ 17254 h 59739"/>
                <a:gd name="csX9" fmla="*/ 25664 w 37258"/>
                <a:gd name="csY9" fmla="*/ 9629 h 59739"/>
                <a:gd name="csX10" fmla="*/ 17136 w 37258"/>
                <a:gd name="csY10" fmla="*/ 6681 h 59739"/>
                <a:gd name="csX11" fmla="*/ 9236 w 37258"/>
                <a:gd name="csY11" fmla="*/ 7978 h 59739"/>
                <a:gd name="csX12" fmla="*/ 393 w 37258"/>
                <a:gd name="csY12" fmla="*/ 11909 h 59739"/>
                <a:gd name="csX13" fmla="*/ 393 w 37258"/>
                <a:gd name="csY13" fmla="*/ 3891 h 59739"/>
                <a:gd name="csX14" fmla="*/ 9354 w 37258"/>
                <a:gd name="csY14" fmla="*/ 983 h 59739"/>
                <a:gd name="csX15" fmla="*/ 16979 w 37258"/>
                <a:gd name="csY15" fmla="*/ 0 h 59739"/>
                <a:gd name="csX16" fmla="*/ 31520 w 37258"/>
                <a:gd name="csY16" fmla="*/ 4559 h 59739"/>
                <a:gd name="csX17" fmla="*/ 36944 w 37258"/>
                <a:gd name="csY17" fmla="*/ 16743 h 59739"/>
                <a:gd name="csX18" fmla="*/ 35569 w 37258"/>
                <a:gd name="csY18" fmla="*/ 23621 h 59739"/>
                <a:gd name="csX19" fmla="*/ 30656 w 37258"/>
                <a:gd name="csY19" fmla="*/ 31245 h 59739"/>
                <a:gd name="csX20" fmla="*/ 24407 w 37258"/>
                <a:gd name="csY20" fmla="*/ 37848 h 59739"/>
                <a:gd name="csX21" fmla="*/ 9551 w 37258"/>
                <a:gd name="csY21" fmla="*/ 53058 h 59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39">
                  <a:moveTo>
                    <a:pt x="9551" y="53058"/>
                  </a:moveTo>
                  <a:lnTo>
                    <a:pt x="37258" y="53058"/>
                  </a:lnTo>
                  <a:lnTo>
                    <a:pt x="37258" y="59740"/>
                  </a:lnTo>
                  <a:lnTo>
                    <a:pt x="0" y="59740"/>
                  </a:lnTo>
                  <a:lnTo>
                    <a:pt x="0" y="53058"/>
                  </a:lnTo>
                  <a:cubicBezTo>
                    <a:pt x="3013" y="49940"/>
                    <a:pt x="7113" y="45761"/>
                    <a:pt x="12301" y="40521"/>
                  </a:cubicBezTo>
                  <a:cubicBezTo>
                    <a:pt x="17516" y="35254"/>
                    <a:pt x="20791" y="31861"/>
                    <a:pt x="22128" y="30342"/>
                  </a:cubicBezTo>
                  <a:cubicBezTo>
                    <a:pt x="24669" y="27486"/>
                    <a:pt x="26437" y="25075"/>
                    <a:pt x="27433" y="23110"/>
                  </a:cubicBezTo>
                  <a:cubicBezTo>
                    <a:pt x="28455" y="21119"/>
                    <a:pt x="28966" y="19167"/>
                    <a:pt x="28966" y="17254"/>
                  </a:cubicBezTo>
                  <a:cubicBezTo>
                    <a:pt x="28966" y="14136"/>
                    <a:pt x="27865" y="11594"/>
                    <a:pt x="25664" y="9629"/>
                  </a:cubicBezTo>
                  <a:cubicBezTo>
                    <a:pt x="23490" y="7664"/>
                    <a:pt x="20647" y="6681"/>
                    <a:pt x="17136" y="6681"/>
                  </a:cubicBezTo>
                  <a:cubicBezTo>
                    <a:pt x="14647" y="6681"/>
                    <a:pt x="12014" y="7114"/>
                    <a:pt x="9236" y="7978"/>
                  </a:cubicBezTo>
                  <a:cubicBezTo>
                    <a:pt x="6485" y="8843"/>
                    <a:pt x="3537" y="10153"/>
                    <a:pt x="393" y="11909"/>
                  </a:cubicBezTo>
                  <a:lnTo>
                    <a:pt x="393" y="3891"/>
                  </a:lnTo>
                  <a:cubicBezTo>
                    <a:pt x="3589" y="2607"/>
                    <a:pt x="6576" y="1638"/>
                    <a:pt x="9354" y="983"/>
                  </a:cubicBezTo>
                  <a:cubicBezTo>
                    <a:pt x="12131" y="328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59"/>
                  </a:cubicBezTo>
                  <a:cubicBezTo>
                    <a:pt x="35136" y="7598"/>
                    <a:pt x="36944" y="11660"/>
                    <a:pt x="36944" y="16743"/>
                  </a:cubicBezTo>
                  <a:cubicBezTo>
                    <a:pt x="36944" y="19153"/>
                    <a:pt x="36486" y="21446"/>
                    <a:pt x="35569" y="23621"/>
                  </a:cubicBezTo>
                  <a:cubicBezTo>
                    <a:pt x="34678" y="25769"/>
                    <a:pt x="33040" y="28311"/>
                    <a:pt x="30656" y="31245"/>
                  </a:cubicBezTo>
                  <a:cubicBezTo>
                    <a:pt x="30001" y="32005"/>
                    <a:pt x="27918" y="34206"/>
                    <a:pt x="24407" y="37848"/>
                  </a:cubicBezTo>
                  <a:cubicBezTo>
                    <a:pt x="20896" y="41464"/>
                    <a:pt x="15944" y="46534"/>
                    <a:pt x="9551" y="530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8" name="Freeform 3697">
              <a:extLst>
                <a:ext uri="{FF2B5EF4-FFF2-40B4-BE49-F238E27FC236}">
                  <a16:creationId xmlns:a16="http://schemas.microsoft.com/office/drawing/2014/main" id="{91089A4D-DA05-0F3D-7D04-922BEF8A47C5}"/>
                </a:ext>
              </a:extLst>
            </p:cNvPr>
            <p:cNvSpPr/>
            <p:nvPr/>
          </p:nvSpPr>
          <p:spPr>
            <a:xfrm>
              <a:off x="886985" y="3453566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1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1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6"/>
                    <a:pt x="11044" y="12341"/>
                  </a:cubicBezTo>
                  <a:cubicBezTo>
                    <a:pt x="9000" y="16350"/>
                    <a:pt x="7978" y="22389"/>
                    <a:pt x="7978" y="30459"/>
                  </a:cubicBezTo>
                  <a:cubicBezTo>
                    <a:pt x="7978" y="38503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3"/>
                    <a:pt x="32621" y="30459"/>
                  </a:cubicBezTo>
                  <a:cubicBezTo>
                    <a:pt x="32621" y="22389"/>
                    <a:pt x="31586" y="16350"/>
                    <a:pt x="29516" y="12341"/>
                  </a:cubicBezTo>
                  <a:cubicBezTo>
                    <a:pt x="27472" y="8306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2" y="58286"/>
                    <a:pt x="5188" y="53098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9" name="Freeform 3698">
              <a:extLst>
                <a:ext uri="{FF2B5EF4-FFF2-40B4-BE49-F238E27FC236}">
                  <a16:creationId xmlns:a16="http://schemas.microsoft.com/office/drawing/2014/main" id="{F3405675-F791-6BDD-C6C5-3812BD66A1C9}"/>
                </a:ext>
              </a:extLst>
            </p:cNvPr>
            <p:cNvSpPr/>
            <p:nvPr/>
          </p:nvSpPr>
          <p:spPr>
            <a:xfrm>
              <a:off x="652422" y="4206206"/>
              <a:ext cx="42177" cy="76263"/>
            </a:xfrm>
            <a:custGeom>
              <a:avLst/>
              <a:gdLst>
                <a:gd name="csX0" fmla="*/ 27815 w 42177"/>
                <a:gd name="csY0" fmla="*/ 0 h 76263"/>
                <a:gd name="csX1" fmla="*/ 29588 w 42177"/>
                <a:gd name="csY1" fmla="*/ 408 h 76263"/>
                <a:gd name="csX2" fmla="*/ 33178 w 42177"/>
                <a:gd name="csY2" fmla="*/ 1817 h 76263"/>
                <a:gd name="csX3" fmla="*/ 37360 w 42177"/>
                <a:gd name="csY3" fmla="*/ 4135 h 76263"/>
                <a:gd name="csX4" fmla="*/ 40768 w 42177"/>
                <a:gd name="csY4" fmla="*/ 7635 h 76263"/>
                <a:gd name="csX5" fmla="*/ 42177 w 42177"/>
                <a:gd name="csY5" fmla="*/ 12226 h 76263"/>
                <a:gd name="csX6" fmla="*/ 39996 w 42177"/>
                <a:gd name="csY6" fmla="*/ 17679 h 76263"/>
                <a:gd name="csX7" fmla="*/ 34542 w 42177"/>
                <a:gd name="csY7" fmla="*/ 19861 h 76263"/>
                <a:gd name="csX8" fmla="*/ 29406 w 42177"/>
                <a:gd name="csY8" fmla="*/ 18634 h 76263"/>
                <a:gd name="csX9" fmla="*/ 8545 w 42177"/>
                <a:gd name="csY9" fmla="*/ 12862 h 76263"/>
                <a:gd name="csX10" fmla="*/ 2045 w 42177"/>
                <a:gd name="csY10" fmla="*/ 17906 h 76263"/>
                <a:gd name="csX11" fmla="*/ 3227 w 42177"/>
                <a:gd name="csY11" fmla="*/ 23361 h 76263"/>
                <a:gd name="csX12" fmla="*/ 6045 w 42177"/>
                <a:gd name="csY12" fmla="*/ 27633 h 76263"/>
                <a:gd name="csX13" fmla="*/ 9544 w 42177"/>
                <a:gd name="csY13" fmla="*/ 30633 h 76263"/>
                <a:gd name="csX14" fmla="*/ 12635 w 42177"/>
                <a:gd name="csY14" fmla="*/ 32541 h 76263"/>
                <a:gd name="csX15" fmla="*/ 14408 w 42177"/>
                <a:gd name="csY15" fmla="*/ 33223 h 76263"/>
                <a:gd name="csX16" fmla="*/ 36860 w 42177"/>
                <a:gd name="csY16" fmla="*/ 38813 h 76263"/>
                <a:gd name="csX17" fmla="*/ 39678 w 42177"/>
                <a:gd name="csY17" fmla="*/ 39586 h 76263"/>
                <a:gd name="csX18" fmla="*/ 41359 w 42177"/>
                <a:gd name="csY18" fmla="*/ 40767 h 76263"/>
                <a:gd name="csX19" fmla="*/ 42177 w 42177"/>
                <a:gd name="csY19" fmla="*/ 42995 h 76263"/>
                <a:gd name="csX20" fmla="*/ 41495 w 42177"/>
                <a:gd name="csY20" fmla="*/ 44949 h 76263"/>
                <a:gd name="csX21" fmla="*/ 39632 w 42177"/>
                <a:gd name="csY21" fmla="*/ 45721 h 76263"/>
                <a:gd name="csX22" fmla="*/ 38496 w 42177"/>
                <a:gd name="csY22" fmla="*/ 45494 h 76263"/>
                <a:gd name="csX23" fmla="*/ 36223 w 42177"/>
                <a:gd name="csY23" fmla="*/ 44949 h 76263"/>
                <a:gd name="csX24" fmla="*/ 34133 w 42177"/>
                <a:gd name="csY24" fmla="*/ 44495 h 76263"/>
                <a:gd name="csX25" fmla="*/ 27088 w 42177"/>
                <a:gd name="csY25" fmla="*/ 42631 h 76263"/>
                <a:gd name="csX26" fmla="*/ 16271 w 42177"/>
                <a:gd name="csY26" fmla="*/ 40041 h 76263"/>
                <a:gd name="csX27" fmla="*/ 8545 w 42177"/>
                <a:gd name="csY27" fmla="*/ 38632 h 76263"/>
                <a:gd name="csX28" fmla="*/ 2045 w 42177"/>
                <a:gd name="csY28" fmla="*/ 43676 h 76263"/>
                <a:gd name="csX29" fmla="*/ 3000 w 42177"/>
                <a:gd name="csY29" fmla="*/ 48540 h 76263"/>
                <a:gd name="csX30" fmla="*/ 5181 w 42177"/>
                <a:gd name="csY30" fmla="*/ 52449 h 76263"/>
                <a:gd name="csX31" fmla="*/ 8226 w 42177"/>
                <a:gd name="csY31" fmla="*/ 55493 h 76263"/>
                <a:gd name="csX32" fmla="*/ 11135 w 42177"/>
                <a:gd name="csY32" fmla="*/ 57630 h 76263"/>
                <a:gd name="csX33" fmla="*/ 13408 w 42177"/>
                <a:gd name="csY33" fmla="*/ 58857 h 76263"/>
                <a:gd name="csX34" fmla="*/ 18044 w 42177"/>
                <a:gd name="csY34" fmla="*/ 60039 h 76263"/>
                <a:gd name="csX35" fmla="*/ 24270 w 42177"/>
                <a:gd name="csY35" fmla="*/ 61629 h 76263"/>
                <a:gd name="csX36" fmla="*/ 32678 w 42177"/>
                <a:gd name="csY36" fmla="*/ 63674 h 76263"/>
                <a:gd name="csX37" fmla="*/ 39541 w 42177"/>
                <a:gd name="csY37" fmla="*/ 65447 h 76263"/>
                <a:gd name="csX38" fmla="*/ 41495 w 42177"/>
                <a:gd name="csY38" fmla="*/ 66901 h 76263"/>
                <a:gd name="csX39" fmla="*/ 42177 w 42177"/>
                <a:gd name="csY39" fmla="*/ 68901 h 76263"/>
                <a:gd name="csX40" fmla="*/ 41495 w 42177"/>
                <a:gd name="csY40" fmla="*/ 70810 h 76263"/>
                <a:gd name="csX41" fmla="*/ 39632 w 42177"/>
                <a:gd name="csY41" fmla="*/ 71582 h 76263"/>
                <a:gd name="csX42" fmla="*/ 38769 w 42177"/>
                <a:gd name="csY42" fmla="*/ 71447 h 76263"/>
                <a:gd name="csX43" fmla="*/ 37132 w 42177"/>
                <a:gd name="csY43" fmla="*/ 71083 h 76263"/>
                <a:gd name="csX44" fmla="*/ 35632 w 42177"/>
                <a:gd name="csY44" fmla="*/ 70765 h 76263"/>
                <a:gd name="csX45" fmla="*/ 14135 w 42177"/>
                <a:gd name="csY45" fmla="*/ 65356 h 76263"/>
                <a:gd name="csX46" fmla="*/ 8999 w 42177"/>
                <a:gd name="csY46" fmla="*/ 64129 h 76263"/>
                <a:gd name="csX47" fmla="*/ 6318 w 42177"/>
                <a:gd name="csY47" fmla="*/ 63857 h 76263"/>
                <a:gd name="csX48" fmla="*/ 2045 w 42177"/>
                <a:gd name="csY48" fmla="*/ 66765 h 76263"/>
                <a:gd name="csX49" fmla="*/ 4863 w 42177"/>
                <a:gd name="csY49" fmla="*/ 70673 h 76263"/>
                <a:gd name="csX50" fmla="*/ 13135 w 42177"/>
                <a:gd name="csY50" fmla="*/ 73537 h 76263"/>
                <a:gd name="csX51" fmla="*/ 14953 w 42177"/>
                <a:gd name="csY51" fmla="*/ 74219 h 76263"/>
                <a:gd name="csX52" fmla="*/ 15271 w 42177"/>
                <a:gd name="csY52" fmla="*/ 75128 h 76263"/>
                <a:gd name="csX53" fmla="*/ 14317 w 42177"/>
                <a:gd name="csY53" fmla="*/ 76264 h 76263"/>
                <a:gd name="csX54" fmla="*/ 12635 w 42177"/>
                <a:gd name="csY54" fmla="*/ 75900 h 76263"/>
                <a:gd name="csX55" fmla="*/ 8999 w 42177"/>
                <a:gd name="csY55" fmla="*/ 74855 h 76263"/>
                <a:gd name="csX56" fmla="*/ 5318 w 42177"/>
                <a:gd name="csY56" fmla="*/ 73355 h 76263"/>
                <a:gd name="csX57" fmla="*/ 3727 w 42177"/>
                <a:gd name="csY57" fmla="*/ 72491 h 76263"/>
                <a:gd name="csX58" fmla="*/ 2091 w 42177"/>
                <a:gd name="csY58" fmla="*/ 71264 h 76263"/>
                <a:gd name="csX59" fmla="*/ 545 w 42177"/>
                <a:gd name="csY59" fmla="*/ 69219 h 76263"/>
                <a:gd name="csX60" fmla="*/ 0 w 42177"/>
                <a:gd name="csY60" fmla="*/ 66493 h 76263"/>
                <a:gd name="csX61" fmla="*/ 2136 w 42177"/>
                <a:gd name="csY61" fmla="*/ 60720 h 76263"/>
                <a:gd name="csX62" fmla="*/ 8090 w 42177"/>
                <a:gd name="csY62" fmla="*/ 57902 h 76263"/>
                <a:gd name="csX63" fmla="*/ 0 w 42177"/>
                <a:gd name="csY63" fmla="*/ 43404 h 76263"/>
                <a:gd name="csX64" fmla="*/ 2409 w 42177"/>
                <a:gd name="csY64" fmla="*/ 35768 h 76263"/>
                <a:gd name="csX65" fmla="*/ 8999 w 42177"/>
                <a:gd name="csY65" fmla="*/ 32769 h 76263"/>
                <a:gd name="csX66" fmla="*/ 0 w 42177"/>
                <a:gd name="csY66" fmla="*/ 17589 h 76263"/>
                <a:gd name="csX67" fmla="*/ 2682 w 42177"/>
                <a:gd name="csY67" fmla="*/ 9680 h 76263"/>
                <a:gd name="csX68" fmla="*/ 9954 w 42177"/>
                <a:gd name="csY68" fmla="*/ 6908 h 76263"/>
                <a:gd name="csX69" fmla="*/ 16953 w 42177"/>
                <a:gd name="csY69" fmla="*/ 8135 h 76263"/>
                <a:gd name="csX70" fmla="*/ 23770 w 42177"/>
                <a:gd name="csY70" fmla="*/ 10180 h 76263"/>
                <a:gd name="csX71" fmla="*/ 30406 w 42177"/>
                <a:gd name="csY71" fmla="*/ 12590 h 76263"/>
                <a:gd name="csX72" fmla="*/ 37041 w 42177"/>
                <a:gd name="csY72" fmla="*/ 14271 h 76263"/>
                <a:gd name="csX73" fmla="*/ 39359 w 42177"/>
                <a:gd name="csY73" fmla="*/ 13726 h 76263"/>
                <a:gd name="csX74" fmla="*/ 40087 w 42177"/>
                <a:gd name="csY74" fmla="*/ 11999 h 76263"/>
                <a:gd name="csX75" fmla="*/ 39041 w 42177"/>
                <a:gd name="csY75" fmla="*/ 8589 h 76263"/>
                <a:gd name="csX76" fmla="*/ 36178 w 42177"/>
                <a:gd name="csY76" fmla="*/ 5863 h 76263"/>
                <a:gd name="csX77" fmla="*/ 32542 w 42177"/>
                <a:gd name="csY77" fmla="*/ 3908 h 76263"/>
                <a:gd name="csX78" fmla="*/ 28588 w 42177"/>
                <a:gd name="csY78" fmla="*/ 2545 h 76263"/>
                <a:gd name="csX79" fmla="*/ 27179 w 42177"/>
                <a:gd name="csY79" fmla="*/ 2000 h 76263"/>
                <a:gd name="csX80" fmla="*/ 26906 w 42177"/>
                <a:gd name="csY80" fmla="*/ 1136 h 76263"/>
                <a:gd name="csX81" fmla="*/ 27815 w 42177"/>
                <a:gd name="csY81" fmla="*/ 0 h 76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3">
                  <a:moveTo>
                    <a:pt x="27815" y="0"/>
                  </a:moveTo>
                  <a:cubicBezTo>
                    <a:pt x="28058" y="0"/>
                    <a:pt x="28648" y="136"/>
                    <a:pt x="29588" y="408"/>
                  </a:cubicBezTo>
                  <a:cubicBezTo>
                    <a:pt x="30527" y="681"/>
                    <a:pt x="31724" y="1151"/>
                    <a:pt x="33178" y="1817"/>
                  </a:cubicBezTo>
                  <a:cubicBezTo>
                    <a:pt x="34633" y="2454"/>
                    <a:pt x="36026" y="3226"/>
                    <a:pt x="37360" y="4135"/>
                  </a:cubicBezTo>
                  <a:cubicBezTo>
                    <a:pt x="38663" y="5014"/>
                    <a:pt x="39799" y="6181"/>
                    <a:pt x="40768" y="7635"/>
                  </a:cubicBezTo>
                  <a:cubicBezTo>
                    <a:pt x="41708" y="9059"/>
                    <a:pt x="42177" y="10589"/>
                    <a:pt x="42177" y="12226"/>
                  </a:cubicBezTo>
                  <a:cubicBezTo>
                    <a:pt x="42177" y="14407"/>
                    <a:pt x="41450" y="16225"/>
                    <a:pt x="39996" y="17679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6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3"/>
                  </a:cubicBezTo>
                  <a:cubicBezTo>
                    <a:pt x="7136" y="28754"/>
                    <a:pt x="8302" y="29754"/>
                    <a:pt x="9544" y="30633"/>
                  </a:cubicBezTo>
                  <a:cubicBezTo>
                    <a:pt x="10787" y="31511"/>
                    <a:pt x="11817" y="32147"/>
                    <a:pt x="12635" y="32541"/>
                  </a:cubicBezTo>
                  <a:cubicBezTo>
                    <a:pt x="13453" y="32905"/>
                    <a:pt x="14044" y="33132"/>
                    <a:pt x="14408" y="33223"/>
                  </a:cubicBezTo>
                  <a:lnTo>
                    <a:pt x="36860" y="38813"/>
                  </a:lnTo>
                  <a:cubicBezTo>
                    <a:pt x="38132" y="39117"/>
                    <a:pt x="39072" y="39374"/>
                    <a:pt x="39678" y="39586"/>
                  </a:cubicBezTo>
                  <a:cubicBezTo>
                    <a:pt x="40284" y="39798"/>
                    <a:pt x="40844" y="40192"/>
                    <a:pt x="41359" y="40767"/>
                  </a:cubicBezTo>
                  <a:cubicBezTo>
                    <a:pt x="41905" y="41343"/>
                    <a:pt x="42177" y="42086"/>
                    <a:pt x="42177" y="42995"/>
                  </a:cubicBezTo>
                  <a:cubicBezTo>
                    <a:pt x="42177" y="43752"/>
                    <a:pt x="41950" y="44404"/>
                    <a:pt x="41495" y="44949"/>
                  </a:cubicBezTo>
                  <a:cubicBezTo>
                    <a:pt x="41041" y="45464"/>
                    <a:pt x="40420" y="45721"/>
                    <a:pt x="39632" y="45721"/>
                  </a:cubicBezTo>
                  <a:cubicBezTo>
                    <a:pt x="39511" y="45721"/>
                    <a:pt x="39132" y="45646"/>
                    <a:pt x="38496" y="45494"/>
                  </a:cubicBezTo>
                  <a:cubicBezTo>
                    <a:pt x="37860" y="45343"/>
                    <a:pt x="37102" y="45161"/>
                    <a:pt x="36223" y="44949"/>
                  </a:cubicBezTo>
                  <a:cubicBezTo>
                    <a:pt x="35345" y="44737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3"/>
                    <a:pt x="2045" y="43676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09"/>
                    <a:pt x="7045" y="54524"/>
                    <a:pt x="8226" y="55493"/>
                  </a:cubicBezTo>
                  <a:cubicBezTo>
                    <a:pt x="9378" y="56432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29"/>
                  </a:cubicBezTo>
                  <a:lnTo>
                    <a:pt x="32678" y="63674"/>
                  </a:lnTo>
                  <a:cubicBezTo>
                    <a:pt x="36860" y="64644"/>
                    <a:pt x="39147" y="65235"/>
                    <a:pt x="39541" y="65447"/>
                  </a:cubicBezTo>
                  <a:cubicBezTo>
                    <a:pt x="40390" y="65750"/>
                    <a:pt x="41041" y="66235"/>
                    <a:pt x="41495" y="66901"/>
                  </a:cubicBezTo>
                  <a:cubicBezTo>
                    <a:pt x="41950" y="67568"/>
                    <a:pt x="42177" y="68235"/>
                    <a:pt x="42177" y="68901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5"/>
                    <a:pt x="40420" y="71582"/>
                    <a:pt x="39632" y="71582"/>
                  </a:cubicBezTo>
                  <a:cubicBezTo>
                    <a:pt x="39511" y="71582"/>
                    <a:pt x="39223" y="71537"/>
                    <a:pt x="38769" y="71447"/>
                  </a:cubicBezTo>
                  <a:cubicBezTo>
                    <a:pt x="38314" y="71355"/>
                    <a:pt x="37769" y="71234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6"/>
                  </a:lnTo>
                  <a:cubicBezTo>
                    <a:pt x="11529" y="64689"/>
                    <a:pt x="9817" y="64281"/>
                    <a:pt x="8999" y="64129"/>
                  </a:cubicBezTo>
                  <a:cubicBezTo>
                    <a:pt x="8151" y="63947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3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7"/>
                    <a:pt x="14953" y="74219"/>
                  </a:cubicBezTo>
                  <a:cubicBezTo>
                    <a:pt x="15165" y="74370"/>
                    <a:pt x="15271" y="74673"/>
                    <a:pt x="15271" y="75128"/>
                  </a:cubicBezTo>
                  <a:cubicBezTo>
                    <a:pt x="15241" y="75885"/>
                    <a:pt x="14923" y="76264"/>
                    <a:pt x="14317" y="76264"/>
                  </a:cubicBezTo>
                  <a:cubicBezTo>
                    <a:pt x="14165" y="76264"/>
                    <a:pt x="13605" y="76142"/>
                    <a:pt x="12635" y="75900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0"/>
                    <a:pt x="5318" y="73355"/>
                  </a:cubicBezTo>
                  <a:cubicBezTo>
                    <a:pt x="4681" y="73052"/>
                    <a:pt x="4151" y="72764"/>
                    <a:pt x="3727" y="72491"/>
                  </a:cubicBezTo>
                  <a:cubicBezTo>
                    <a:pt x="3303" y="72219"/>
                    <a:pt x="2757" y="71810"/>
                    <a:pt x="2091" y="71264"/>
                  </a:cubicBezTo>
                  <a:cubicBezTo>
                    <a:pt x="1424" y="70719"/>
                    <a:pt x="909" y="70037"/>
                    <a:pt x="545" y="69219"/>
                  </a:cubicBezTo>
                  <a:cubicBezTo>
                    <a:pt x="182" y="68401"/>
                    <a:pt x="0" y="67492"/>
                    <a:pt x="0" y="66493"/>
                  </a:cubicBezTo>
                  <a:cubicBezTo>
                    <a:pt x="0" y="64281"/>
                    <a:pt x="712" y="62356"/>
                    <a:pt x="2136" y="60720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7"/>
                    <a:pt x="2409" y="35768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7"/>
                    <a:pt x="0" y="23527"/>
                    <a:pt x="0" y="17589"/>
                  </a:cubicBezTo>
                  <a:cubicBezTo>
                    <a:pt x="0" y="14165"/>
                    <a:pt x="894" y="11528"/>
                    <a:pt x="2682" y="9680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0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89"/>
                  </a:cubicBezTo>
                  <a:cubicBezTo>
                    <a:pt x="38314" y="7529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8"/>
                  </a:cubicBezTo>
                  <a:cubicBezTo>
                    <a:pt x="31300" y="3393"/>
                    <a:pt x="29982" y="2939"/>
                    <a:pt x="28588" y="2545"/>
                  </a:cubicBezTo>
                  <a:cubicBezTo>
                    <a:pt x="27830" y="2302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0" name="Freeform 3699">
              <a:extLst>
                <a:ext uri="{FF2B5EF4-FFF2-40B4-BE49-F238E27FC236}">
                  <a16:creationId xmlns:a16="http://schemas.microsoft.com/office/drawing/2014/main" id="{99BB6342-9722-E69E-769E-B33659B7A35C}"/>
                </a:ext>
              </a:extLst>
            </p:cNvPr>
            <p:cNvSpPr/>
            <p:nvPr/>
          </p:nvSpPr>
          <p:spPr>
            <a:xfrm>
              <a:off x="675946" y="4164527"/>
              <a:ext cx="59302" cy="32483"/>
            </a:xfrm>
            <a:custGeom>
              <a:avLst/>
              <a:gdLst>
                <a:gd name="csX0" fmla="*/ 4486 w 59302"/>
                <a:gd name="csY0" fmla="*/ 0 h 32483"/>
                <a:gd name="csX1" fmla="*/ 7317 w 59302"/>
                <a:gd name="csY1" fmla="*/ 1114 h 32483"/>
                <a:gd name="csX2" fmla="*/ 8399 w 59302"/>
                <a:gd name="csY2" fmla="*/ 3564 h 32483"/>
                <a:gd name="csX3" fmla="*/ 7795 w 59302"/>
                <a:gd name="csY3" fmla="*/ 5282 h 32483"/>
                <a:gd name="csX4" fmla="*/ 6140 w 59302"/>
                <a:gd name="csY4" fmla="*/ 5981 h 32483"/>
                <a:gd name="csX5" fmla="*/ 3913 w 59302"/>
                <a:gd name="csY5" fmla="*/ 5155 h 32483"/>
                <a:gd name="csX6" fmla="*/ 2609 w 59302"/>
                <a:gd name="csY6" fmla="*/ 2450 h 32483"/>
                <a:gd name="csX7" fmla="*/ 1432 w 59302"/>
                <a:gd name="csY7" fmla="*/ 5663 h 32483"/>
                <a:gd name="csX8" fmla="*/ 2068 w 59302"/>
                <a:gd name="csY8" fmla="*/ 7476 h 32483"/>
                <a:gd name="csX9" fmla="*/ 3659 w 59302"/>
                <a:gd name="csY9" fmla="*/ 8717 h 32483"/>
                <a:gd name="csX10" fmla="*/ 10435 w 59302"/>
                <a:gd name="csY10" fmla="*/ 10276 h 32483"/>
                <a:gd name="csX11" fmla="*/ 14126 w 59302"/>
                <a:gd name="csY11" fmla="*/ 10945 h 32483"/>
                <a:gd name="csX12" fmla="*/ 17848 w 59302"/>
                <a:gd name="csY12" fmla="*/ 11644 h 32483"/>
                <a:gd name="csX13" fmla="*/ 17848 w 59302"/>
                <a:gd name="csY13" fmla="*/ 6237 h 32483"/>
                <a:gd name="csX14" fmla="*/ 17880 w 59302"/>
                <a:gd name="csY14" fmla="*/ 5250 h 32483"/>
                <a:gd name="csX15" fmla="*/ 18071 w 59302"/>
                <a:gd name="csY15" fmla="*/ 4740 h 32483"/>
                <a:gd name="csX16" fmla="*/ 18580 w 59302"/>
                <a:gd name="csY16" fmla="*/ 4486 h 32483"/>
                <a:gd name="csX17" fmla="*/ 19693 w 59302"/>
                <a:gd name="csY17" fmla="*/ 4900 h 32483"/>
                <a:gd name="csX18" fmla="*/ 19884 w 59302"/>
                <a:gd name="csY18" fmla="*/ 6427 h 32483"/>
                <a:gd name="csX19" fmla="*/ 19884 w 59302"/>
                <a:gd name="csY19" fmla="*/ 12027 h 32483"/>
                <a:gd name="csX20" fmla="*/ 40532 w 59302"/>
                <a:gd name="csY20" fmla="*/ 15940 h 32483"/>
                <a:gd name="csX21" fmla="*/ 43045 w 59302"/>
                <a:gd name="csY21" fmla="*/ 16449 h 32483"/>
                <a:gd name="csX22" fmla="*/ 48009 w 59302"/>
                <a:gd name="csY22" fmla="*/ 17753 h 32483"/>
                <a:gd name="csX23" fmla="*/ 52971 w 59302"/>
                <a:gd name="csY23" fmla="*/ 19598 h 32483"/>
                <a:gd name="csX24" fmla="*/ 55008 w 59302"/>
                <a:gd name="csY24" fmla="*/ 20775 h 32483"/>
                <a:gd name="csX25" fmla="*/ 57043 w 59302"/>
                <a:gd name="csY25" fmla="*/ 22334 h 32483"/>
                <a:gd name="csX26" fmla="*/ 58666 w 59302"/>
                <a:gd name="csY26" fmla="*/ 24466 h 32483"/>
                <a:gd name="csX27" fmla="*/ 59303 w 59302"/>
                <a:gd name="csY27" fmla="*/ 26948 h 32483"/>
                <a:gd name="csX28" fmla="*/ 58094 w 59302"/>
                <a:gd name="csY28" fmla="*/ 30797 h 32483"/>
                <a:gd name="csX29" fmla="*/ 54817 w 59302"/>
                <a:gd name="csY29" fmla="*/ 32484 h 32483"/>
                <a:gd name="csX30" fmla="*/ 51986 w 59302"/>
                <a:gd name="csY30" fmla="*/ 31402 h 32483"/>
                <a:gd name="csX31" fmla="*/ 50904 w 59302"/>
                <a:gd name="csY31" fmla="*/ 28920 h 32483"/>
                <a:gd name="csX32" fmla="*/ 51508 w 59302"/>
                <a:gd name="csY32" fmla="*/ 27234 h 32483"/>
                <a:gd name="csX33" fmla="*/ 53162 w 59302"/>
                <a:gd name="csY33" fmla="*/ 26502 h 32483"/>
                <a:gd name="csX34" fmla="*/ 54117 w 59302"/>
                <a:gd name="csY34" fmla="*/ 26661 h 32483"/>
                <a:gd name="csX35" fmla="*/ 55199 w 59302"/>
                <a:gd name="csY35" fmla="*/ 27170 h 32483"/>
                <a:gd name="csX36" fmla="*/ 56217 w 59302"/>
                <a:gd name="csY36" fmla="*/ 28284 h 32483"/>
                <a:gd name="csX37" fmla="*/ 56694 w 59302"/>
                <a:gd name="csY37" fmla="*/ 30097 h 32483"/>
                <a:gd name="csX38" fmla="*/ 57871 w 59302"/>
                <a:gd name="csY38" fmla="*/ 26948 h 32483"/>
                <a:gd name="csX39" fmla="*/ 57617 w 59302"/>
                <a:gd name="csY39" fmla="*/ 25802 h 32483"/>
                <a:gd name="csX40" fmla="*/ 56821 w 59302"/>
                <a:gd name="csY40" fmla="*/ 24816 h 32483"/>
                <a:gd name="csX41" fmla="*/ 55675 w 59302"/>
                <a:gd name="csY41" fmla="*/ 23989 h 32483"/>
                <a:gd name="csX42" fmla="*/ 54085 w 59302"/>
                <a:gd name="csY42" fmla="*/ 23289 h 32483"/>
                <a:gd name="csX43" fmla="*/ 52304 w 59302"/>
                <a:gd name="csY43" fmla="*/ 22717 h 32483"/>
                <a:gd name="csX44" fmla="*/ 50172 w 59302"/>
                <a:gd name="csY44" fmla="*/ 22207 h 32483"/>
                <a:gd name="csX45" fmla="*/ 47977 w 59302"/>
                <a:gd name="csY45" fmla="*/ 21730 h 32483"/>
                <a:gd name="csX46" fmla="*/ 45622 w 59302"/>
                <a:gd name="csY46" fmla="*/ 21285 h 32483"/>
                <a:gd name="csX47" fmla="*/ 19884 w 59302"/>
                <a:gd name="csY47" fmla="*/ 16417 h 32483"/>
                <a:gd name="csX48" fmla="*/ 19884 w 59302"/>
                <a:gd name="csY48" fmla="*/ 20712 h 32483"/>
                <a:gd name="csX49" fmla="*/ 19852 w 59302"/>
                <a:gd name="csY49" fmla="*/ 21794 h 32483"/>
                <a:gd name="csX50" fmla="*/ 19661 w 59302"/>
                <a:gd name="csY50" fmla="*/ 22302 h 32483"/>
                <a:gd name="csX51" fmla="*/ 19089 w 59302"/>
                <a:gd name="csY51" fmla="*/ 22525 h 32483"/>
                <a:gd name="csX52" fmla="*/ 18230 w 59302"/>
                <a:gd name="csY52" fmla="*/ 22270 h 32483"/>
                <a:gd name="csX53" fmla="*/ 17912 w 59302"/>
                <a:gd name="csY53" fmla="*/ 21666 h 32483"/>
                <a:gd name="csX54" fmla="*/ 17848 w 59302"/>
                <a:gd name="csY54" fmla="*/ 20585 h 32483"/>
                <a:gd name="csX55" fmla="*/ 17848 w 59302"/>
                <a:gd name="csY55" fmla="*/ 16067 h 32483"/>
                <a:gd name="csX56" fmla="*/ 7635 w 59302"/>
                <a:gd name="csY56" fmla="*/ 13935 h 32483"/>
                <a:gd name="csX57" fmla="*/ 3754 w 59302"/>
                <a:gd name="csY57" fmla="*/ 12154 h 32483"/>
                <a:gd name="csX58" fmla="*/ 1368 w 59302"/>
                <a:gd name="csY58" fmla="*/ 9863 h 32483"/>
                <a:gd name="csX59" fmla="*/ 318 w 59302"/>
                <a:gd name="csY59" fmla="*/ 7668 h 32483"/>
                <a:gd name="csX60" fmla="*/ 0 w 59302"/>
                <a:gd name="csY60" fmla="*/ 5663 h 32483"/>
                <a:gd name="csX61" fmla="*/ 1209 w 59302"/>
                <a:gd name="csY61" fmla="*/ 1718 h 32483"/>
                <a:gd name="csX62" fmla="*/ 4486 w 59302"/>
                <a:gd name="csY62" fmla="*/ 0 h 32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3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4"/>
                    <a:pt x="7795" y="5282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5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1"/>
                    <a:pt x="1644" y="6925"/>
                    <a:pt x="2068" y="7476"/>
                  </a:cubicBezTo>
                  <a:cubicBezTo>
                    <a:pt x="2471" y="8007"/>
                    <a:pt x="3001" y="8420"/>
                    <a:pt x="3659" y="8717"/>
                  </a:cubicBezTo>
                  <a:cubicBezTo>
                    <a:pt x="4337" y="9036"/>
                    <a:pt x="6596" y="9555"/>
                    <a:pt x="10435" y="10276"/>
                  </a:cubicBezTo>
                  <a:cubicBezTo>
                    <a:pt x="11687" y="10510"/>
                    <a:pt x="12917" y="10733"/>
                    <a:pt x="14126" y="10945"/>
                  </a:cubicBezTo>
                  <a:cubicBezTo>
                    <a:pt x="15335" y="11157"/>
                    <a:pt x="16575" y="11390"/>
                    <a:pt x="17848" y="11644"/>
                  </a:cubicBezTo>
                  <a:lnTo>
                    <a:pt x="17848" y="6237"/>
                  </a:lnTo>
                  <a:cubicBezTo>
                    <a:pt x="17848" y="5770"/>
                    <a:pt x="17859" y="5441"/>
                    <a:pt x="17880" y="5250"/>
                  </a:cubicBezTo>
                  <a:cubicBezTo>
                    <a:pt x="17901" y="5059"/>
                    <a:pt x="17965" y="4889"/>
                    <a:pt x="18071" y="4740"/>
                  </a:cubicBezTo>
                  <a:cubicBezTo>
                    <a:pt x="18177" y="4571"/>
                    <a:pt x="18346" y="4486"/>
                    <a:pt x="18580" y="4486"/>
                  </a:cubicBezTo>
                  <a:cubicBezTo>
                    <a:pt x="19174" y="4486"/>
                    <a:pt x="19545" y="4624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7"/>
                  </a:lnTo>
                  <a:lnTo>
                    <a:pt x="40532" y="15940"/>
                  </a:lnTo>
                  <a:cubicBezTo>
                    <a:pt x="40935" y="16003"/>
                    <a:pt x="41773" y="16173"/>
                    <a:pt x="43045" y="16449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8"/>
                    <a:pt x="51741" y="18983"/>
                    <a:pt x="52971" y="19598"/>
                  </a:cubicBezTo>
                  <a:cubicBezTo>
                    <a:pt x="53671" y="19938"/>
                    <a:pt x="54350" y="20330"/>
                    <a:pt x="55008" y="20775"/>
                  </a:cubicBezTo>
                  <a:cubicBezTo>
                    <a:pt x="55686" y="21199"/>
                    <a:pt x="56365" y="21719"/>
                    <a:pt x="57043" y="22334"/>
                  </a:cubicBezTo>
                  <a:cubicBezTo>
                    <a:pt x="57722" y="22949"/>
                    <a:pt x="58263" y="23660"/>
                    <a:pt x="58666" y="24466"/>
                  </a:cubicBezTo>
                  <a:cubicBezTo>
                    <a:pt x="59091" y="25272"/>
                    <a:pt x="59303" y="26099"/>
                    <a:pt x="59303" y="26948"/>
                  </a:cubicBezTo>
                  <a:cubicBezTo>
                    <a:pt x="59303" y="28390"/>
                    <a:pt x="58900" y="29673"/>
                    <a:pt x="58094" y="30797"/>
                  </a:cubicBezTo>
                  <a:cubicBezTo>
                    <a:pt x="57288" y="31922"/>
                    <a:pt x="56196" y="32484"/>
                    <a:pt x="54817" y="32484"/>
                  </a:cubicBezTo>
                  <a:cubicBezTo>
                    <a:pt x="53650" y="32484"/>
                    <a:pt x="52707" y="32123"/>
                    <a:pt x="51986" y="31402"/>
                  </a:cubicBezTo>
                  <a:cubicBezTo>
                    <a:pt x="51264" y="30659"/>
                    <a:pt x="50904" y="29832"/>
                    <a:pt x="50904" y="28920"/>
                  </a:cubicBezTo>
                  <a:cubicBezTo>
                    <a:pt x="50904" y="28262"/>
                    <a:pt x="51105" y="27700"/>
                    <a:pt x="51508" y="27234"/>
                  </a:cubicBezTo>
                  <a:cubicBezTo>
                    <a:pt x="51911" y="26746"/>
                    <a:pt x="52463" y="26502"/>
                    <a:pt x="53162" y="26502"/>
                  </a:cubicBezTo>
                  <a:cubicBezTo>
                    <a:pt x="53459" y="26502"/>
                    <a:pt x="53778" y="26555"/>
                    <a:pt x="54117" y="26661"/>
                  </a:cubicBezTo>
                  <a:cubicBezTo>
                    <a:pt x="54456" y="26768"/>
                    <a:pt x="54817" y="26937"/>
                    <a:pt x="55199" y="27170"/>
                  </a:cubicBezTo>
                  <a:cubicBezTo>
                    <a:pt x="55602" y="27403"/>
                    <a:pt x="55941" y="27775"/>
                    <a:pt x="56217" y="28284"/>
                  </a:cubicBezTo>
                  <a:cubicBezTo>
                    <a:pt x="56492" y="28793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8"/>
                  </a:cubicBezTo>
                  <a:cubicBezTo>
                    <a:pt x="57871" y="26545"/>
                    <a:pt x="57786" y="26163"/>
                    <a:pt x="57617" y="25802"/>
                  </a:cubicBezTo>
                  <a:cubicBezTo>
                    <a:pt x="57468" y="25442"/>
                    <a:pt x="57203" y="25113"/>
                    <a:pt x="56821" y="24816"/>
                  </a:cubicBezTo>
                  <a:cubicBezTo>
                    <a:pt x="56439" y="24498"/>
                    <a:pt x="56058" y="24222"/>
                    <a:pt x="55675" y="23989"/>
                  </a:cubicBezTo>
                  <a:cubicBezTo>
                    <a:pt x="55315" y="23755"/>
                    <a:pt x="54785" y="23522"/>
                    <a:pt x="54085" y="23289"/>
                  </a:cubicBezTo>
                  <a:cubicBezTo>
                    <a:pt x="53407" y="23056"/>
                    <a:pt x="52813" y="22865"/>
                    <a:pt x="52304" y="22717"/>
                  </a:cubicBezTo>
                  <a:cubicBezTo>
                    <a:pt x="51795" y="22568"/>
                    <a:pt x="51084" y="22398"/>
                    <a:pt x="50172" y="22207"/>
                  </a:cubicBezTo>
                  <a:cubicBezTo>
                    <a:pt x="49260" y="21995"/>
                    <a:pt x="48528" y="21836"/>
                    <a:pt x="47977" y="21730"/>
                  </a:cubicBezTo>
                  <a:cubicBezTo>
                    <a:pt x="47446" y="21624"/>
                    <a:pt x="46661" y="21475"/>
                    <a:pt x="45622" y="21285"/>
                  </a:cubicBezTo>
                  <a:lnTo>
                    <a:pt x="19884" y="16417"/>
                  </a:lnTo>
                  <a:lnTo>
                    <a:pt x="19884" y="20712"/>
                  </a:lnTo>
                  <a:cubicBezTo>
                    <a:pt x="19884" y="21221"/>
                    <a:pt x="19874" y="21582"/>
                    <a:pt x="19852" y="21794"/>
                  </a:cubicBezTo>
                  <a:cubicBezTo>
                    <a:pt x="19831" y="21985"/>
                    <a:pt x="19768" y="22154"/>
                    <a:pt x="19661" y="22302"/>
                  </a:cubicBezTo>
                  <a:cubicBezTo>
                    <a:pt x="19534" y="22451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79"/>
                    <a:pt x="17933" y="21878"/>
                    <a:pt x="17912" y="21666"/>
                  </a:cubicBezTo>
                  <a:cubicBezTo>
                    <a:pt x="17869" y="21454"/>
                    <a:pt x="17848" y="21094"/>
                    <a:pt x="17848" y="20585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9"/>
                    <a:pt x="4815" y="12875"/>
                    <a:pt x="3754" y="12154"/>
                  </a:cubicBezTo>
                  <a:cubicBezTo>
                    <a:pt x="2672" y="11433"/>
                    <a:pt x="1877" y="10669"/>
                    <a:pt x="1368" y="9863"/>
                  </a:cubicBezTo>
                  <a:cubicBezTo>
                    <a:pt x="859" y="9057"/>
                    <a:pt x="509" y="8325"/>
                    <a:pt x="318" y="7668"/>
                  </a:cubicBezTo>
                  <a:cubicBezTo>
                    <a:pt x="106" y="6989"/>
                    <a:pt x="0" y="6321"/>
                    <a:pt x="0" y="5663"/>
                  </a:cubicBezTo>
                  <a:cubicBezTo>
                    <a:pt x="0" y="4179"/>
                    <a:pt x="403" y="2864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1" name="Freeform 3700">
              <a:extLst>
                <a:ext uri="{FF2B5EF4-FFF2-40B4-BE49-F238E27FC236}">
                  <a16:creationId xmlns:a16="http://schemas.microsoft.com/office/drawing/2014/main" id="{98A5715C-6AF1-6CD6-07F9-A4C2025CCAEF}"/>
                </a:ext>
              </a:extLst>
            </p:cNvPr>
            <p:cNvSpPr/>
            <p:nvPr/>
          </p:nvSpPr>
          <p:spPr>
            <a:xfrm>
              <a:off x="688672" y="4089684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3 h 57648"/>
                <a:gd name="csX4" fmla="*/ 32833 w 33850"/>
                <a:gd name="csY4" fmla="*/ 13299 h 57648"/>
                <a:gd name="csX5" fmla="*/ 33565 w 33850"/>
                <a:gd name="csY5" fmla="*/ 13744 h 57648"/>
                <a:gd name="csX6" fmla="*/ 33851 w 33850"/>
                <a:gd name="csY6" fmla="*/ 14572 h 57648"/>
                <a:gd name="csX7" fmla="*/ 33469 w 33850"/>
                <a:gd name="csY7" fmla="*/ 15494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3 h 57648"/>
                <a:gd name="csX11" fmla="*/ 22907 w 33850"/>
                <a:gd name="csY11" fmla="*/ 11517 h 57648"/>
                <a:gd name="csX12" fmla="*/ 18230 w 33850"/>
                <a:gd name="csY12" fmla="*/ 6427 h 57648"/>
                <a:gd name="csX13" fmla="*/ 18230 w 33850"/>
                <a:gd name="csY13" fmla="*/ 56344 h 57648"/>
                <a:gd name="csX14" fmla="*/ 17848 w 33850"/>
                <a:gd name="csY14" fmla="*/ 57267 h 57648"/>
                <a:gd name="csX15" fmla="*/ 16925 w 33850"/>
                <a:gd name="csY15" fmla="*/ 57648 h 57648"/>
                <a:gd name="csX16" fmla="*/ 16003 w 33850"/>
                <a:gd name="csY16" fmla="*/ 57267 h 57648"/>
                <a:gd name="csX17" fmla="*/ 15621 w 33850"/>
                <a:gd name="csY17" fmla="*/ 56344 h 57648"/>
                <a:gd name="csX18" fmla="*/ 15621 w 33850"/>
                <a:gd name="csY18" fmla="*/ 6427 h 57648"/>
                <a:gd name="csX19" fmla="*/ 10944 w 33850"/>
                <a:gd name="csY19" fmla="*/ 11517 h 57648"/>
                <a:gd name="csX20" fmla="*/ 1559 w 33850"/>
                <a:gd name="csY20" fmla="*/ 15813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4 h 57648"/>
                <a:gd name="csX24" fmla="*/ 0 w 33850"/>
                <a:gd name="csY24" fmla="*/ 14572 h 57648"/>
                <a:gd name="csX25" fmla="*/ 286 w 33850"/>
                <a:gd name="csY25" fmla="*/ 13744 h 57648"/>
                <a:gd name="csX26" fmla="*/ 1018 w 33850"/>
                <a:gd name="csY26" fmla="*/ 13299 h 57648"/>
                <a:gd name="csX27" fmla="*/ 9290 w 33850"/>
                <a:gd name="csY27" fmla="*/ 9513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3"/>
                  </a:cubicBezTo>
                  <a:cubicBezTo>
                    <a:pt x="27127" y="11485"/>
                    <a:pt x="29885" y="12747"/>
                    <a:pt x="32833" y="13299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8"/>
                    <a:pt x="33851" y="14253"/>
                    <a:pt x="33851" y="14572"/>
                  </a:cubicBezTo>
                  <a:cubicBezTo>
                    <a:pt x="33851" y="14932"/>
                    <a:pt x="33724" y="15239"/>
                    <a:pt x="33469" y="15494"/>
                  </a:cubicBezTo>
                  <a:cubicBezTo>
                    <a:pt x="33236" y="15749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3"/>
                    <a:pt x="32313" y="15813"/>
                    <a:pt x="32292" y="15813"/>
                  </a:cubicBezTo>
                  <a:cubicBezTo>
                    <a:pt x="28856" y="15176"/>
                    <a:pt x="25728" y="13744"/>
                    <a:pt x="22907" y="11517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4"/>
                  </a:lnTo>
                  <a:cubicBezTo>
                    <a:pt x="18230" y="56704"/>
                    <a:pt x="18103" y="57012"/>
                    <a:pt x="17848" y="57267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7"/>
                  </a:cubicBezTo>
                  <a:cubicBezTo>
                    <a:pt x="15748" y="57012"/>
                    <a:pt x="15621" y="56704"/>
                    <a:pt x="15621" y="56344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7"/>
                  </a:cubicBezTo>
                  <a:cubicBezTo>
                    <a:pt x="8123" y="13744"/>
                    <a:pt x="4995" y="15176"/>
                    <a:pt x="1559" y="15813"/>
                  </a:cubicBezTo>
                  <a:cubicBezTo>
                    <a:pt x="1538" y="15813"/>
                    <a:pt x="1495" y="15823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9"/>
                    <a:pt x="382" y="15494"/>
                  </a:cubicBezTo>
                  <a:cubicBezTo>
                    <a:pt x="127" y="15239"/>
                    <a:pt x="0" y="14932"/>
                    <a:pt x="0" y="14572"/>
                  </a:cubicBezTo>
                  <a:cubicBezTo>
                    <a:pt x="0" y="14253"/>
                    <a:pt x="95" y="13978"/>
                    <a:pt x="286" y="13744"/>
                  </a:cubicBezTo>
                  <a:cubicBezTo>
                    <a:pt x="477" y="13511"/>
                    <a:pt x="721" y="13362"/>
                    <a:pt x="1018" y="13299"/>
                  </a:cubicBezTo>
                  <a:cubicBezTo>
                    <a:pt x="3966" y="12747"/>
                    <a:pt x="6724" y="11485"/>
                    <a:pt x="9290" y="9513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2" name="Freeform 3701">
              <a:extLst>
                <a:ext uri="{FF2B5EF4-FFF2-40B4-BE49-F238E27FC236}">
                  <a16:creationId xmlns:a16="http://schemas.microsoft.com/office/drawing/2014/main" id="{75B50AFF-CAB3-2D80-7A2B-D66A1D8C2871}"/>
                </a:ext>
              </a:extLst>
            </p:cNvPr>
            <p:cNvSpPr/>
            <p:nvPr/>
          </p:nvSpPr>
          <p:spPr>
            <a:xfrm>
              <a:off x="677378" y="4011024"/>
              <a:ext cx="44508" cy="53703"/>
            </a:xfrm>
            <a:custGeom>
              <a:avLst/>
              <a:gdLst>
                <a:gd name="csX0" fmla="*/ 732 w 44508"/>
                <a:gd name="csY0" fmla="*/ 0 h 53703"/>
                <a:gd name="csX1" fmla="*/ 1622 w 44508"/>
                <a:gd name="csY1" fmla="*/ 222 h 53703"/>
                <a:gd name="csX2" fmla="*/ 1972 w 44508"/>
                <a:gd name="csY2" fmla="*/ 636 h 53703"/>
                <a:gd name="csX3" fmla="*/ 2036 w 44508"/>
                <a:gd name="csY3" fmla="*/ 1431 h 53703"/>
                <a:gd name="csX4" fmla="*/ 5345 w 44508"/>
                <a:gd name="csY4" fmla="*/ 9703 h 53703"/>
                <a:gd name="csX5" fmla="*/ 8622 w 44508"/>
                <a:gd name="csY5" fmla="*/ 12948 h 53703"/>
                <a:gd name="csX6" fmla="*/ 14412 w 44508"/>
                <a:gd name="csY6" fmla="*/ 18293 h 53703"/>
                <a:gd name="csX7" fmla="*/ 19502 w 44508"/>
                <a:gd name="csY7" fmla="*/ 23065 h 53703"/>
                <a:gd name="csX8" fmla="*/ 39609 w 44508"/>
                <a:gd name="csY8" fmla="*/ 14666 h 53703"/>
                <a:gd name="csX9" fmla="*/ 40755 w 44508"/>
                <a:gd name="csY9" fmla="*/ 14189 h 53703"/>
                <a:gd name="csX10" fmla="*/ 41486 w 44508"/>
                <a:gd name="csY10" fmla="*/ 13712 h 53703"/>
                <a:gd name="csX11" fmla="*/ 42028 w 44508"/>
                <a:gd name="csY11" fmla="*/ 13108 h 53703"/>
                <a:gd name="csX12" fmla="*/ 42314 w 44508"/>
                <a:gd name="csY12" fmla="*/ 12217 h 53703"/>
                <a:gd name="csX13" fmla="*/ 42473 w 44508"/>
                <a:gd name="csY13" fmla="*/ 10944 h 53703"/>
                <a:gd name="csX14" fmla="*/ 42504 w 44508"/>
                <a:gd name="csY14" fmla="*/ 9067 h 53703"/>
                <a:gd name="csX15" fmla="*/ 42536 w 44508"/>
                <a:gd name="csY15" fmla="*/ 8526 h 53703"/>
                <a:gd name="csX16" fmla="*/ 42727 w 44508"/>
                <a:gd name="csY16" fmla="*/ 8112 h 53703"/>
                <a:gd name="csX17" fmla="*/ 43268 w 44508"/>
                <a:gd name="csY17" fmla="*/ 7890 h 53703"/>
                <a:gd name="csX18" fmla="*/ 44159 w 44508"/>
                <a:gd name="csY18" fmla="*/ 8144 h 53703"/>
                <a:gd name="csX19" fmla="*/ 44476 w 44508"/>
                <a:gd name="csY19" fmla="*/ 8589 h 53703"/>
                <a:gd name="csX20" fmla="*/ 44508 w 44508"/>
                <a:gd name="csY20" fmla="*/ 9131 h 53703"/>
                <a:gd name="csX21" fmla="*/ 44413 w 44508"/>
                <a:gd name="csY21" fmla="*/ 12757 h 53703"/>
                <a:gd name="csX22" fmla="*/ 44318 w 44508"/>
                <a:gd name="csY22" fmla="*/ 16352 h 53703"/>
                <a:gd name="csX23" fmla="*/ 44508 w 44508"/>
                <a:gd name="csY23" fmla="*/ 24561 h 53703"/>
                <a:gd name="csX24" fmla="*/ 43713 w 44508"/>
                <a:gd name="csY24" fmla="*/ 25547 h 53703"/>
                <a:gd name="csX25" fmla="*/ 43077 w 44508"/>
                <a:gd name="csY25" fmla="*/ 25484 h 53703"/>
                <a:gd name="csX26" fmla="*/ 42727 w 44508"/>
                <a:gd name="csY26" fmla="*/ 25165 h 53703"/>
                <a:gd name="csX27" fmla="*/ 42568 w 44508"/>
                <a:gd name="csY27" fmla="*/ 24783 h 53703"/>
                <a:gd name="csX28" fmla="*/ 42504 w 44508"/>
                <a:gd name="csY28" fmla="*/ 24243 h 53703"/>
                <a:gd name="csX29" fmla="*/ 42028 w 44508"/>
                <a:gd name="csY29" fmla="*/ 22174 h 53703"/>
                <a:gd name="csX30" fmla="*/ 41264 w 44508"/>
                <a:gd name="csY30" fmla="*/ 20870 h 53703"/>
                <a:gd name="csX31" fmla="*/ 40596 w 44508"/>
                <a:gd name="csY31" fmla="*/ 20457 h 53703"/>
                <a:gd name="csX32" fmla="*/ 39673 w 44508"/>
                <a:gd name="csY32" fmla="*/ 20774 h 53703"/>
                <a:gd name="csX33" fmla="*/ 24116 w 44508"/>
                <a:gd name="csY33" fmla="*/ 27360 h 53703"/>
                <a:gd name="csX34" fmla="*/ 30510 w 44508"/>
                <a:gd name="csY34" fmla="*/ 33246 h 53703"/>
                <a:gd name="csX35" fmla="*/ 37541 w 44508"/>
                <a:gd name="csY35" fmla="*/ 39895 h 53703"/>
                <a:gd name="csX36" fmla="*/ 40469 w 44508"/>
                <a:gd name="csY36" fmla="*/ 41645 h 53703"/>
                <a:gd name="csX37" fmla="*/ 42504 w 44508"/>
                <a:gd name="csY37" fmla="*/ 39037 h 53703"/>
                <a:gd name="csX38" fmla="*/ 43205 w 44508"/>
                <a:gd name="csY38" fmla="*/ 38241 h 53703"/>
                <a:gd name="csX39" fmla="*/ 44127 w 44508"/>
                <a:gd name="csY39" fmla="*/ 38495 h 53703"/>
                <a:gd name="csX40" fmla="*/ 44476 w 44508"/>
                <a:gd name="csY40" fmla="*/ 38941 h 53703"/>
                <a:gd name="csX41" fmla="*/ 44508 w 44508"/>
                <a:gd name="csY41" fmla="*/ 39418 h 53703"/>
                <a:gd name="csX42" fmla="*/ 44413 w 44508"/>
                <a:gd name="csY42" fmla="*/ 43077 h 53703"/>
                <a:gd name="csX43" fmla="*/ 44318 w 44508"/>
                <a:gd name="csY43" fmla="*/ 46735 h 53703"/>
                <a:gd name="csX44" fmla="*/ 44413 w 44508"/>
                <a:gd name="csY44" fmla="*/ 49821 h 53703"/>
                <a:gd name="csX45" fmla="*/ 44508 w 44508"/>
                <a:gd name="csY45" fmla="*/ 52844 h 53703"/>
                <a:gd name="csX46" fmla="*/ 44318 w 44508"/>
                <a:gd name="csY46" fmla="*/ 53448 h 53703"/>
                <a:gd name="csX47" fmla="*/ 43936 w 44508"/>
                <a:gd name="csY47" fmla="*/ 53671 h 53703"/>
                <a:gd name="csX48" fmla="*/ 43777 w 44508"/>
                <a:gd name="csY48" fmla="*/ 53703 h 53703"/>
                <a:gd name="csX49" fmla="*/ 43077 w 44508"/>
                <a:gd name="csY49" fmla="*/ 53639 h 53703"/>
                <a:gd name="csX50" fmla="*/ 42695 w 44508"/>
                <a:gd name="csY50" fmla="*/ 53289 h 53703"/>
                <a:gd name="csX51" fmla="*/ 42568 w 44508"/>
                <a:gd name="csY51" fmla="*/ 52876 h 53703"/>
                <a:gd name="csX52" fmla="*/ 42504 w 44508"/>
                <a:gd name="csY52" fmla="*/ 52271 h 53703"/>
                <a:gd name="csX53" fmla="*/ 41295 w 44508"/>
                <a:gd name="csY53" fmla="*/ 47277 h 53703"/>
                <a:gd name="csX54" fmla="*/ 37796 w 44508"/>
                <a:gd name="csY54" fmla="*/ 42695 h 53703"/>
                <a:gd name="csX55" fmla="*/ 37446 w 44508"/>
                <a:gd name="csY55" fmla="*/ 42281 h 53703"/>
                <a:gd name="csX56" fmla="*/ 37096 w 44508"/>
                <a:gd name="csY56" fmla="*/ 41836 h 53703"/>
                <a:gd name="csX57" fmla="*/ 22302 w 44508"/>
                <a:gd name="csY57" fmla="*/ 28092 h 53703"/>
                <a:gd name="csX58" fmla="*/ 4104 w 44508"/>
                <a:gd name="csY58" fmla="*/ 35791 h 53703"/>
                <a:gd name="csX59" fmla="*/ 2927 w 44508"/>
                <a:gd name="csY59" fmla="*/ 36460 h 53703"/>
                <a:gd name="csX60" fmla="*/ 2291 w 44508"/>
                <a:gd name="csY60" fmla="*/ 37764 h 53703"/>
                <a:gd name="csX61" fmla="*/ 2036 w 44508"/>
                <a:gd name="csY61" fmla="*/ 40659 h 53703"/>
                <a:gd name="csX62" fmla="*/ 2004 w 44508"/>
                <a:gd name="csY62" fmla="*/ 41454 h 53703"/>
                <a:gd name="csX63" fmla="*/ 1813 w 44508"/>
                <a:gd name="csY63" fmla="*/ 41932 h 53703"/>
                <a:gd name="csX64" fmla="*/ 1304 w 44508"/>
                <a:gd name="csY64" fmla="*/ 42154 h 53703"/>
                <a:gd name="csX65" fmla="*/ 414 w 44508"/>
                <a:gd name="csY65" fmla="*/ 41932 h 53703"/>
                <a:gd name="csX66" fmla="*/ 64 w 44508"/>
                <a:gd name="csY66" fmla="*/ 41486 h 53703"/>
                <a:gd name="csX67" fmla="*/ 0 w 44508"/>
                <a:gd name="csY67" fmla="*/ 40977 h 53703"/>
                <a:gd name="csX68" fmla="*/ 95 w 44508"/>
                <a:gd name="csY68" fmla="*/ 37350 h 53703"/>
                <a:gd name="csX69" fmla="*/ 191 w 44508"/>
                <a:gd name="csY69" fmla="*/ 33692 h 53703"/>
                <a:gd name="csX70" fmla="*/ 95 w 44508"/>
                <a:gd name="csY70" fmla="*/ 29588 h 53703"/>
                <a:gd name="csX71" fmla="*/ 0 w 44508"/>
                <a:gd name="csY71" fmla="*/ 25484 h 53703"/>
                <a:gd name="csX72" fmla="*/ 795 w 44508"/>
                <a:gd name="csY72" fmla="*/ 24497 h 53703"/>
                <a:gd name="csX73" fmla="*/ 1591 w 44508"/>
                <a:gd name="csY73" fmla="*/ 24720 h 53703"/>
                <a:gd name="csX74" fmla="*/ 1941 w 44508"/>
                <a:gd name="csY74" fmla="*/ 25165 h 53703"/>
                <a:gd name="csX75" fmla="*/ 2036 w 44508"/>
                <a:gd name="csY75" fmla="*/ 25801 h 53703"/>
                <a:gd name="csX76" fmla="*/ 2577 w 44508"/>
                <a:gd name="csY76" fmla="*/ 27997 h 53703"/>
                <a:gd name="csX77" fmla="*/ 3341 w 44508"/>
                <a:gd name="csY77" fmla="*/ 29301 h 53703"/>
                <a:gd name="csX78" fmla="*/ 3913 w 44508"/>
                <a:gd name="csY78" fmla="*/ 29651 h 53703"/>
                <a:gd name="csX79" fmla="*/ 4772 w 44508"/>
                <a:gd name="csY79" fmla="*/ 29333 h 53703"/>
                <a:gd name="csX80" fmla="*/ 17721 w 44508"/>
                <a:gd name="csY80" fmla="*/ 23861 h 53703"/>
                <a:gd name="csX81" fmla="*/ 6395 w 44508"/>
                <a:gd name="csY81" fmla="*/ 13298 h 53703"/>
                <a:gd name="csX82" fmla="*/ 4040 w 44508"/>
                <a:gd name="csY82" fmla="*/ 12058 h 53703"/>
                <a:gd name="csX83" fmla="*/ 2036 w 44508"/>
                <a:gd name="csY83" fmla="*/ 14666 h 53703"/>
                <a:gd name="csX84" fmla="*/ 1304 w 44508"/>
                <a:gd name="csY84" fmla="*/ 15461 h 53703"/>
                <a:gd name="csX85" fmla="*/ 414 w 44508"/>
                <a:gd name="csY85" fmla="*/ 15207 h 53703"/>
                <a:gd name="csX86" fmla="*/ 64 w 44508"/>
                <a:gd name="csY86" fmla="*/ 14762 h 53703"/>
                <a:gd name="csX87" fmla="*/ 0 w 44508"/>
                <a:gd name="csY87" fmla="*/ 14220 h 53703"/>
                <a:gd name="csX88" fmla="*/ 95 w 44508"/>
                <a:gd name="csY88" fmla="*/ 10626 h 53703"/>
                <a:gd name="csX89" fmla="*/ 191 w 44508"/>
                <a:gd name="csY89" fmla="*/ 6967 h 53703"/>
                <a:gd name="csX90" fmla="*/ 95 w 44508"/>
                <a:gd name="csY90" fmla="*/ 3881 h 53703"/>
                <a:gd name="csX91" fmla="*/ 0 w 44508"/>
                <a:gd name="csY91" fmla="*/ 859 h 53703"/>
                <a:gd name="csX92" fmla="*/ 191 w 44508"/>
                <a:gd name="csY92" fmla="*/ 254 h 53703"/>
                <a:gd name="csX93" fmla="*/ 541 w 44508"/>
                <a:gd name="csY93" fmla="*/ 31 h 53703"/>
                <a:gd name="csX94" fmla="*/ 732 w 44508"/>
                <a:gd name="csY94" fmla="*/ 0 h 5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4508" h="53703">
                  <a:moveTo>
                    <a:pt x="732" y="0"/>
                  </a:moveTo>
                  <a:cubicBezTo>
                    <a:pt x="1113" y="0"/>
                    <a:pt x="1410" y="74"/>
                    <a:pt x="1622" y="222"/>
                  </a:cubicBezTo>
                  <a:cubicBezTo>
                    <a:pt x="1813" y="350"/>
                    <a:pt x="1930" y="487"/>
                    <a:pt x="1972" y="636"/>
                  </a:cubicBezTo>
                  <a:cubicBezTo>
                    <a:pt x="1994" y="784"/>
                    <a:pt x="2015" y="1049"/>
                    <a:pt x="2036" y="1431"/>
                  </a:cubicBezTo>
                  <a:cubicBezTo>
                    <a:pt x="2185" y="4464"/>
                    <a:pt x="3288" y="7221"/>
                    <a:pt x="5345" y="9703"/>
                  </a:cubicBezTo>
                  <a:cubicBezTo>
                    <a:pt x="5875" y="10318"/>
                    <a:pt x="6967" y="11400"/>
                    <a:pt x="8622" y="12948"/>
                  </a:cubicBezTo>
                  <a:cubicBezTo>
                    <a:pt x="10276" y="14476"/>
                    <a:pt x="12206" y="16257"/>
                    <a:pt x="14412" y="18293"/>
                  </a:cubicBezTo>
                  <a:cubicBezTo>
                    <a:pt x="16618" y="20308"/>
                    <a:pt x="18315" y="21899"/>
                    <a:pt x="19502" y="23065"/>
                  </a:cubicBezTo>
                  <a:lnTo>
                    <a:pt x="39609" y="14666"/>
                  </a:lnTo>
                  <a:cubicBezTo>
                    <a:pt x="40139" y="14433"/>
                    <a:pt x="40521" y="14274"/>
                    <a:pt x="40755" y="14189"/>
                  </a:cubicBezTo>
                  <a:cubicBezTo>
                    <a:pt x="40967" y="14083"/>
                    <a:pt x="41211" y="13924"/>
                    <a:pt x="41486" y="13712"/>
                  </a:cubicBezTo>
                  <a:cubicBezTo>
                    <a:pt x="41762" y="13479"/>
                    <a:pt x="41942" y="13277"/>
                    <a:pt x="42028" y="13108"/>
                  </a:cubicBezTo>
                  <a:cubicBezTo>
                    <a:pt x="42112" y="12917"/>
                    <a:pt x="42208" y="12620"/>
                    <a:pt x="42314" y="12217"/>
                  </a:cubicBezTo>
                  <a:cubicBezTo>
                    <a:pt x="42399" y="11793"/>
                    <a:pt x="42452" y="11368"/>
                    <a:pt x="42473" y="10944"/>
                  </a:cubicBezTo>
                  <a:cubicBezTo>
                    <a:pt x="42473" y="10498"/>
                    <a:pt x="42483" y="9873"/>
                    <a:pt x="42504" y="9067"/>
                  </a:cubicBezTo>
                  <a:cubicBezTo>
                    <a:pt x="42504" y="8812"/>
                    <a:pt x="42515" y="8632"/>
                    <a:pt x="42536" y="8526"/>
                  </a:cubicBezTo>
                  <a:cubicBezTo>
                    <a:pt x="42536" y="8399"/>
                    <a:pt x="42600" y="8261"/>
                    <a:pt x="42727" y="8112"/>
                  </a:cubicBezTo>
                  <a:cubicBezTo>
                    <a:pt x="42833" y="7964"/>
                    <a:pt x="43013" y="7890"/>
                    <a:pt x="43268" y="7890"/>
                  </a:cubicBezTo>
                  <a:cubicBezTo>
                    <a:pt x="43650" y="7890"/>
                    <a:pt x="43947" y="7975"/>
                    <a:pt x="44159" y="8144"/>
                  </a:cubicBezTo>
                  <a:cubicBezTo>
                    <a:pt x="44350" y="8293"/>
                    <a:pt x="44456" y="8441"/>
                    <a:pt x="44476" y="8589"/>
                  </a:cubicBezTo>
                  <a:cubicBezTo>
                    <a:pt x="44498" y="8717"/>
                    <a:pt x="44508" y="8897"/>
                    <a:pt x="44508" y="9131"/>
                  </a:cubicBezTo>
                  <a:cubicBezTo>
                    <a:pt x="44508" y="9682"/>
                    <a:pt x="44477" y="10891"/>
                    <a:pt x="44413" y="12757"/>
                  </a:cubicBezTo>
                  <a:cubicBezTo>
                    <a:pt x="44350" y="14624"/>
                    <a:pt x="44318" y="15822"/>
                    <a:pt x="44318" y="16352"/>
                  </a:cubicBezTo>
                  <a:lnTo>
                    <a:pt x="44508" y="24561"/>
                  </a:lnTo>
                  <a:cubicBezTo>
                    <a:pt x="44508" y="25218"/>
                    <a:pt x="44243" y="25547"/>
                    <a:pt x="43713" y="25547"/>
                  </a:cubicBezTo>
                  <a:cubicBezTo>
                    <a:pt x="43437" y="25547"/>
                    <a:pt x="43226" y="25526"/>
                    <a:pt x="43077" y="25484"/>
                  </a:cubicBezTo>
                  <a:cubicBezTo>
                    <a:pt x="42907" y="25420"/>
                    <a:pt x="42791" y="25314"/>
                    <a:pt x="42727" y="25165"/>
                  </a:cubicBezTo>
                  <a:cubicBezTo>
                    <a:pt x="42642" y="25017"/>
                    <a:pt x="42589" y="24889"/>
                    <a:pt x="42568" y="24783"/>
                  </a:cubicBezTo>
                  <a:cubicBezTo>
                    <a:pt x="42547" y="24677"/>
                    <a:pt x="42525" y="24497"/>
                    <a:pt x="42504" y="24243"/>
                  </a:cubicBezTo>
                  <a:cubicBezTo>
                    <a:pt x="42419" y="23458"/>
                    <a:pt x="42261" y="22768"/>
                    <a:pt x="42028" y="22174"/>
                  </a:cubicBezTo>
                  <a:cubicBezTo>
                    <a:pt x="41773" y="21559"/>
                    <a:pt x="41518" y="21124"/>
                    <a:pt x="41264" y="20870"/>
                  </a:cubicBezTo>
                  <a:cubicBezTo>
                    <a:pt x="41009" y="20595"/>
                    <a:pt x="40786" y="20457"/>
                    <a:pt x="40596" y="20457"/>
                  </a:cubicBezTo>
                  <a:lnTo>
                    <a:pt x="39673" y="20774"/>
                  </a:lnTo>
                  <a:lnTo>
                    <a:pt x="24116" y="27360"/>
                  </a:lnTo>
                  <a:lnTo>
                    <a:pt x="30510" y="33246"/>
                  </a:lnTo>
                  <a:lnTo>
                    <a:pt x="37541" y="39895"/>
                  </a:lnTo>
                  <a:cubicBezTo>
                    <a:pt x="38793" y="41062"/>
                    <a:pt x="39768" y="41645"/>
                    <a:pt x="40469" y="41645"/>
                  </a:cubicBezTo>
                  <a:cubicBezTo>
                    <a:pt x="41635" y="41645"/>
                    <a:pt x="42313" y="40776"/>
                    <a:pt x="42504" y="39037"/>
                  </a:cubicBezTo>
                  <a:cubicBezTo>
                    <a:pt x="42547" y="38506"/>
                    <a:pt x="42780" y="38241"/>
                    <a:pt x="43205" y="38241"/>
                  </a:cubicBezTo>
                  <a:cubicBezTo>
                    <a:pt x="43607" y="38241"/>
                    <a:pt x="43915" y="38326"/>
                    <a:pt x="44127" y="38495"/>
                  </a:cubicBezTo>
                  <a:cubicBezTo>
                    <a:pt x="44318" y="38644"/>
                    <a:pt x="44434" y="38792"/>
                    <a:pt x="44476" y="38941"/>
                  </a:cubicBezTo>
                  <a:cubicBezTo>
                    <a:pt x="44498" y="39068"/>
                    <a:pt x="44508" y="39227"/>
                    <a:pt x="44508" y="39418"/>
                  </a:cubicBezTo>
                  <a:cubicBezTo>
                    <a:pt x="44508" y="40203"/>
                    <a:pt x="44477" y="41423"/>
                    <a:pt x="44413" y="43077"/>
                  </a:cubicBezTo>
                  <a:cubicBezTo>
                    <a:pt x="44350" y="44710"/>
                    <a:pt x="44318" y="45929"/>
                    <a:pt x="44318" y="46735"/>
                  </a:cubicBezTo>
                  <a:cubicBezTo>
                    <a:pt x="44318" y="47414"/>
                    <a:pt x="44350" y="48443"/>
                    <a:pt x="44413" y="49821"/>
                  </a:cubicBezTo>
                  <a:cubicBezTo>
                    <a:pt x="44477" y="51200"/>
                    <a:pt x="44508" y="52207"/>
                    <a:pt x="44508" y="52844"/>
                  </a:cubicBezTo>
                  <a:cubicBezTo>
                    <a:pt x="44508" y="53099"/>
                    <a:pt x="44445" y="53300"/>
                    <a:pt x="44318" y="53448"/>
                  </a:cubicBezTo>
                  <a:cubicBezTo>
                    <a:pt x="44191" y="53597"/>
                    <a:pt x="44063" y="53671"/>
                    <a:pt x="43936" y="53671"/>
                  </a:cubicBezTo>
                  <a:lnTo>
                    <a:pt x="43777" y="53703"/>
                  </a:lnTo>
                  <a:cubicBezTo>
                    <a:pt x="43480" y="53703"/>
                    <a:pt x="43247" y="53682"/>
                    <a:pt x="43077" y="53639"/>
                  </a:cubicBezTo>
                  <a:cubicBezTo>
                    <a:pt x="42907" y="53576"/>
                    <a:pt x="42780" y="53459"/>
                    <a:pt x="42695" y="53289"/>
                  </a:cubicBezTo>
                  <a:cubicBezTo>
                    <a:pt x="42610" y="53098"/>
                    <a:pt x="42568" y="52960"/>
                    <a:pt x="42568" y="52876"/>
                  </a:cubicBezTo>
                  <a:cubicBezTo>
                    <a:pt x="42547" y="52791"/>
                    <a:pt x="42525" y="52590"/>
                    <a:pt x="42504" y="52271"/>
                  </a:cubicBezTo>
                  <a:cubicBezTo>
                    <a:pt x="42398" y="50469"/>
                    <a:pt x="41995" y="48804"/>
                    <a:pt x="41295" y="47277"/>
                  </a:cubicBezTo>
                  <a:cubicBezTo>
                    <a:pt x="40595" y="45728"/>
                    <a:pt x="39429" y="44201"/>
                    <a:pt x="37796" y="42695"/>
                  </a:cubicBezTo>
                  <a:cubicBezTo>
                    <a:pt x="37690" y="42568"/>
                    <a:pt x="37573" y="42430"/>
                    <a:pt x="37446" y="42281"/>
                  </a:cubicBezTo>
                  <a:cubicBezTo>
                    <a:pt x="37319" y="42112"/>
                    <a:pt x="37202" y="41963"/>
                    <a:pt x="37096" y="41836"/>
                  </a:cubicBezTo>
                  <a:lnTo>
                    <a:pt x="22302" y="28092"/>
                  </a:lnTo>
                  <a:lnTo>
                    <a:pt x="4104" y="35791"/>
                  </a:lnTo>
                  <a:cubicBezTo>
                    <a:pt x="3553" y="36025"/>
                    <a:pt x="3160" y="36248"/>
                    <a:pt x="2927" y="36460"/>
                  </a:cubicBezTo>
                  <a:cubicBezTo>
                    <a:pt x="2672" y="36672"/>
                    <a:pt x="2460" y="37106"/>
                    <a:pt x="2291" y="37764"/>
                  </a:cubicBezTo>
                  <a:cubicBezTo>
                    <a:pt x="2121" y="38421"/>
                    <a:pt x="2036" y="39387"/>
                    <a:pt x="2036" y="40659"/>
                  </a:cubicBezTo>
                  <a:cubicBezTo>
                    <a:pt x="2036" y="41020"/>
                    <a:pt x="2025" y="41285"/>
                    <a:pt x="2004" y="41454"/>
                  </a:cubicBezTo>
                  <a:cubicBezTo>
                    <a:pt x="1983" y="41624"/>
                    <a:pt x="1919" y="41783"/>
                    <a:pt x="1813" y="41932"/>
                  </a:cubicBezTo>
                  <a:cubicBezTo>
                    <a:pt x="1707" y="42080"/>
                    <a:pt x="1538" y="42154"/>
                    <a:pt x="1304" y="42154"/>
                  </a:cubicBezTo>
                  <a:cubicBezTo>
                    <a:pt x="901" y="42154"/>
                    <a:pt x="604" y="42080"/>
                    <a:pt x="414" y="41932"/>
                  </a:cubicBezTo>
                  <a:cubicBezTo>
                    <a:pt x="201" y="41762"/>
                    <a:pt x="85" y="41613"/>
                    <a:pt x="64" y="41486"/>
                  </a:cubicBezTo>
                  <a:cubicBezTo>
                    <a:pt x="21" y="41338"/>
                    <a:pt x="0" y="41168"/>
                    <a:pt x="0" y="40977"/>
                  </a:cubicBezTo>
                  <a:cubicBezTo>
                    <a:pt x="0" y="40447"/>
                    <a:pt x="32" y="39238"/>
                    <a:pt x="95" y="37350"/>
                  </a:cubicBezTo>
                  <a:cubicBezTo>
                    <a:pt x="159" y="35462"/>
                    <a:pt x="191" y="34243"/>
                    <a:pt x="191" y="33692"/>
                  </a:cubicBezTo>
                  <a:cubicBezTo>
                    <a:pt x="191" y="32780"/>
                    <a:pt x="159" y="31412"/>
                    <a:pt x="95" y="29588"/>
                  </a:cubicBezTo>
                  <a:cubicBezTo>
                    <a:pt x="32" y="27742"/>
                    <a:pt x="0" y="26374"/>
                    <a:pt x="0" y="25484"/>
                  </a:cubicBezTo>
                  <a:cubicBezTo>
                    <a:pt x="0" y="24826"/>
                    <a:pt x="265" y="24497"/>
                    <a:pt x="795" y="24497"/>
                  </a:cubicBezTo>
                  <a:cubicBezTo>
                    <a:pt x="1135" y="24497"/>
                    <a:pt x="1400" y="24571"/>
                    <a:pt x="1591" y="24720"/>
                  </a:cubicBezTo>
                  <a:cubicBezTo>
                    <a:pt x="1782" y="24868"/>
                    <a:pt x="1898" y="25017"/>
                    <a:pt x="1941" y="25165"/>
                  </a:cubicBezTo>
                  <a:cubicBezTo>
                    <a:pt x="1983" y="25314"/>
                    <a:pt x="2015" y="25525"/>
                    <a:pt x="2036" y="25801"/>
                  </a:cubicBezTo>
                  <a:cubicBezTo>
                    <a:pt x="2121" y="26628"/>
                    <a:pt x="2301" y="27360"/>
                    <a:pt x="2577" y="27997"/>
                  </a:cubicBezTo>
                  <a:cubicBezTo>
                    <a:pt x="2832" y="28612"/>
                    <a:pt x="3086" y="29047"/>
                    <a:pt x="3341" y="29301"/>
                  </a:cubicBezTo>
                  <a:cubicBezTo>
                    <a:pt x="3574" y="29534"/>
                    <a:pt x="3765" y="29651"/>
                    <a:pt x="3913" y="29651"/>
                  </a:cubicBezTo>
                  <a:lnTo>
                    <a:pt x="4772" y="29333"/>
                  </a:lnTo>
                  <a:lnTo>
                    <a:pt x="17721" y="23861"/>
                  </a:lnTo>
                  <a:lnTo>
                    <a:pt x="6395" y="13298"/>
                  </a:lnTo>
                  <a:cubicBezTo>
                    <a:pt x="5461" y="12471"/>
                    <a:pt x="4677" y="12058"/>
                    <a:pt x="4040" y="12058"/>
                  </a:cubicBezTo>
                  <a:cubicBezTo>
                    <a:pt x="2895" y="12058"/>
                    <a:pt x="2227" y="12927"/>
                    <a:pt x="2036" y="14666"/>
                  </a:cubicBezTo>
                  <a:cubicBezTo>
                    <a:pt x="1951" y="15196"/>
                    <a:pt x="1707" y="15461"/>
                    <a:pt x="1304" y="15461"/>
                  </a:cubicBezTo>
                  <a:cubicBezTo>
                    <a:pt x="901" y="15461"/>
                    <a:pt x="604" y="15377"/>
                    <a:pt x="414" y="15207"/>
                  </a:cubicBezTo>
                  <a:cubicBezTo>
                    <a:pt x="201" y="15038"/>
                    <a:pt x="85" y="14889"/>
                    <a:pt x="64" y="14762"/>
                  </a:cubicBezTo>
                  <a:cubicBezTo>
                    <a:pt x="21" y="14613"/>
                    <a:pt x="0" y="14433"/>
                    <a:pt x="0" y="14220"/>
                  </a:cubicBezTo>
                  <a:cubicBezTo>
                    <a:pt x="0" y="13436"/>
                    <a:pt x="32" y="12238"/>
                    <a:pt x="95" y="10626"/>
                  </a:cubicBezTo>
                  <a:cubicBezTo>
                    <a:pt x="159" y="8993"/>
                    <a:pt x="191" y="7773"/>
                    <a:pt x="191" y="6967"/>
                  </a:cubicBezTo>
                  <a:cubicBezTo>
                    <a:pt x="191" y="6289"/>
                    <a:pt x="159" y="5260"/>
                    <a:pt x="95" y="3881"/>
                  </a:cubicBezTo>
                  <a:cubicBezTo>
                    <a:pt x="32" y="2503"/>
                    <a:pt x="0" y="1495"/>
                    <a:pt x="0" y="859"/>
                  </a:cubicBezTo>
                  <a:cubicBezTo>
                    <a:pt x="0" y="604"/>
                    <a:pt x="64" y="403"/>
                    <a:pt x="191" y="254"/>
                  </a:cubicBezTo>
                  <a:cubicBezTo>
                    <a:pt x="297" y="105"/>
                    <a:pt x="414" y="31"/>
                    <a:pt x="541" y="31"/>
                  </a:cubicBezTo>
                  <a:lnTo>
                    <a:pt x="732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3" name="Freeform 3702">
              <a:extLst>
                <a:ext uri="{FF2B5EF4-FFF2-40B4-BE49-F238E27FC236}">
                  <a16:creationId xmlns:a16="http://schemas.microsoft.com/office/drawing/2014/main" id="{BF67C844-D815-19E4-027B-B5930422B699}"/>
                </a:ext>
              </a:extLst>
            </p:cNvPr>
            <p:cNvSpPr/>
            <p:nvPr/>
          </p:nvSpPr>
          <p:spPr>
            <a:xfrm>
              <a:off x="623743" y="3979796"/>
              <a:ext cx="93080" cy="21589"/>
            </a:xfrm>
            <a:custGeom>
              <a:avLst/>
              <a:gdLst>
                <a:gd name="csX0" fmla="*/ 46540 w 93080"/>
                <a:gd name="csY0" fmla="*/ 21589 h 21589"/>
                <a:gd name="csX1" fmla="*/ 18134 w 93080"/>
                <a:gd name="csY1" fmla="*/ 15726 h 21589"/>
                <a:gd name="csX2" fmla="*/ 8363 w 93080"/>
                <a:gd name="csY2" fmla="*/ 9726 h 21589"/>
                <a:gd name="csX3" fmla="*/ 1954 w 93080"/>
                <a:gd name="csY3" fmla="*/ 3909 h 21589"/>
                <a:gd name="csX4" fmla="*/ 0 w 93080"/>
                <a:gd name="csY4" fmla="*/ 955 h 21589"/>
                <a:gd name="csX5" fmla="*/ 909 w 93080"/>
                <a:gd name="csY5" fmla="*/ 0 h 21589"/>
                <a:gd name="csX6" fmla="*/ 2500 w 93080"/>
                <a:gd name="csY6" fmla="*/ 1227 h 21589"/>
                <a:gd name="csX7" fmla="*/ 46540 w 93080"/>
                <a:gd name="csY7" fmla="*/ 16180 h 21589"/>
                <a:gd name="csX8" fmla="*/ 90081 w 93080"/>
                <a:gd name="csY8" fmla="*/ 1591 h 21589"/>
                <a:gd name="csX9" fmla="*/ 92172 w 93080"/>
                <a:gd name="csY9" fmla="*/ 0 h 21589"/>
                <a:gd name="csX10" fmla="*/ 93081 w 93080"/>
                <a:gd name="csY10" fmla="*/ 955 h 21589"/>
                <a:gd name="csX11" fmla="*/ 91217 w 93080"/>
                <a:gd name="csY11" fmla="*/ 3818 h 21589"/>
                <a:gd name="csX12" fmla="*/ 85082 w 93080"/>
                <a:gd name="csY12" fmla="*/ 9499 h 21589"/>
                <a:gd name="csX13" fmla="*/ 75583 w 93080"/>
                <a:gd name="csY13" fmla="*/ 15454 h 21589"/>
                <a:gd name="csX14" fmla="*/ 46540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46540" y="21589"/>
                  </a:moveTo>
                  <a:cubicBezTo>
                    <a:pt x="36057" y="21589"/>
                    <a:pt x="26588" y="19635"/>
                    <a:pt x="18134" y="15726"/>
                  </a:cubicBezTo>
                  <a:cubicBezTo>
                    <a:pt x="14589" y="14059"/>
                    <a:pt x="11332" y="12059"/>
                    <a:pt x="8363" y="9726"/>
                  </a:cubicBezTo>
                  <a:cubicBezTo>
                    <a:pt x="5393" y="7393"/>
                    <a:pt x="3257" y="5454"/>
                    <a:pt x="1954" y="3909"/>
                  </a:cubicBezTo>
                  <a:cubicBezTo>
                    <a:pt x="651" y="2364"/>
                    <a:pt x="0" y="1379"/>
                    <a:pt x="0" y="955"/>
                  </a:cubicBezTo>
                  <a:cubicBezTo>
                    <a:pt x="0" y="349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7"/>
                  </a:cubicBezTo>
                  <a:cubicBezTo>
                    <a:pt x="12680" y="11226"/>
                    <a:pt x="27361" y="16211"/>
                    <a:pt x="46540" y="16180"/>
                  </a:cubicBezTo>
                  <a:cubicBezTo>
                    <a:pt x="65781" y="16180"/>
                    <a:pt x="80294" y="11317"/>
                    <a:pt x="90081" y="1591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5"/>
                  </a:cubicBezTo>
                  <a:cubicBezTo>
                    <a:pt x="93081" y="1379"/>
                    <a:pt x="92460" y="2333"/>
                    <a:pt x="91217" y="3818"/>
                  </a:cubicBezTo>
                  <a:cubicBezTo>
                    <a:pt x="89975" y="5303"/>
                    <a:pt x="87930" y="7197"/>
                    <a:pt x="85082" y="9499"/>
                  </a:cubicBezTo>
                  <a:cubicBezTo>
                    <a:pt x="82233" y="11802"/>
                    <a:pt x="79067" y="13787"/>
                    <a:pt x="75583" y="15454"/>
                  </a:cubicBezTo>
                  <a:cubicBezTo>
                    <a:pt x="67129" y="19544"/>
                    <a:pt x="57448" y="21589"/>
                    <a:pt x="46540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4" name="Freeform 3703">
              <a:extLst>
                <a:ext uri="{FF2B5EF4-FFF2-40B4-BE49-F238E27FC236}">
                  <a16:creationId xmlns:a16="http://schemas.microsoft.com/office/drawing/2014/main" id="{797273CD-FEA2-9427-B890-4EA8D020D788}"/>
                </a:ext>
              </a:extLst>
            </p:cNvPr>
            <p:cNvSpPr/>
            <p:nvPr/>
          </p:nvSpPr>
          <p:spPr>
            <a:xfrm>
              <a:off x="652422" y="3926366"/>
              <a:ext cx="42177" cy="46358"/>
            </a:xfrm>
            <a:custGeom>
              <a:avLst/>
              <a:gdLst>
                <a:gd name="csX0" fmla="*/ 6136 w 42177"/>
                <a:gd name="csY0" fmla="*/ 0 h 46358"/>
                <a:gd name="csX1" fmla="*/ 10135 w 42177"/>
                <a:gd name="csY1" fmla="*/ 1590 h 46358"/>
                <a:gd name="csX2" fmla="*/ 11544 w 42177"/>
                <a:gd name="csY2" fmla="*/ 5000 h 46358"/>
                <a:gd name="csX3" fmla="*/ 10544 w 42177"/>
                <a:gd name="csY3" fmla="*/ 7636 h 46358"/>
                <a:gd name="csX4" fmla="*/ 8272 w 42177"/>
                <a:gd name="csY4" fmla="*/ 8545 h 46358"/>
                <a:gd name="csX5" fmla="*/ 5045 w 42177"/>
                <a:gd name="csY5" fmla="*/ 7272 h 46358"/>
                <a:gd name="csX6" fmla="*/ 3227 w 42177"/>
                <a:gd name="csY6" fmla="*/ 4090 h 46358"/>
                <a:gd name="csX7" fmla="*/ 2045 w 42177"/>
                <a:gd name="csY7" fmla="*/ 8726 h 46358"/>
                <a:gd name="csX8" fmla="*/ 3000 w 42177"/>
                <a:gd name="csY8" fmla="*/ 12134 h 46358"/>
                <a:gd name="csX9" fmla="*/ 5181 w 42177"/>
                <a:gd name="csY9" fmla="*/ 14635 h 46358"/>
                <a:gd name="csX10" fmla="*/ 8181 w 42177"/>
                <a:gd name="csY10" fmla="*/ 16362 h 46358"/>
                <a:gd name="csX11" fmla="*/ 10953 w 42177"/>
                <a:gd name="csY11" fmla="*/ 17452 h 46358"/>
                <a:gd name="csX12" fmla="*/ 13044 w 42177"/>
                <a:gd name="csY12" fmla="*/ 17953 h 46358"/>
                <a:gd name="csX13" fmla="*/ 25770 w 42177"/>
                <a:gd name="csY13" fmla="*/ 21134 h 46358"/>
                <a:gd name="csX14" fmla="*/ 33951 w 42177"/>
                <a:gd name="csY14" fmla="*/ 22679 h 46358"/>
                <a:gd name="csX15" fmla="*/ 38359 w 42177"/>
                <a:gd name="csY15" fmla="*/ 21407 h 46358"/>
                <a:gd name="csX16" fmla="*/ 40087 w 42177"/>
                <a:gd name="csY16" fmla="*/ 17589 h 46358"/>
                <a:gd name="csX17" fmla="*/ 39814 w 42177"/>
                <a:gd name="csY17" fmla="*/ 15453 h 46358"/>
                <a:gd name="csX18" fmla="*/ 38678 w 42177"/>
                <a:gd name="csY18" fmla="*/ 12862 h 46358"/>
                <a:gd name="csX19" fmla="*/ 36541 w 42177"/>
                <a:gd name="csY19" fmla="*/ 10045 h 46358"/>
                <a:gd name="csX20" fmla="*/ 32996 w 42177"/>
                <a:gd name="csY20" fmla="*/ 7363 h 46358"/>
                <a:gd name="csX21" fmla="*/ 27906 w 42177"/>
                <a:gd name="csY21" fmla="*/ 5181 h 46358"/>
                <a:gd name="csX22" fmla="*/ 26906 w 42177"/>
                <a:gd name="csY22" fmla="*/ 3999 h 46358"/>
                <a:gd name="csX23" fmla="*/ 27815 w 42177"/>
                <a:gd name="csY23" fmla="*/ 2863 h 46358"/>
                <a:gd name="csX24" fmla="*/ 30224 w 42177"/>
                <a:gd name="csY24" fmla="*/ 3500 h 46358"/>
                <a:gd name="csX25" fmla="*/ 33905 w 42177"/>
                <a:gd name="csY25" fmla="*/ 5408 h 46358"/>
                <a:gd name="csX26" fmla="*/ 37814 w 42177"/>
                <a:gd name="csY26" fmla="*/ 8362 h 46358"/>
                <a:gd name="csX27" fmla="*/ 40905 w 42177"/>
                <a:gd name="csY27" fmla="*/ 12544 h 46358"/>
                <a:gd name="csX28" fmla="*/ 42177 w 42177"/>
                <a:gd name="csY28" fmla="*/ 17770 h 46358"/>
                <a:gd name="csX29" fmla="*/ 40087 w 42177"/>
                <a:gd name="csY29" fmla="*/ 24270 h 46358"/>
                <a:gd name="csX30" fmla="*/ 35087 w 42177"/>
                <a:gd name="csY30" fmla="*/ 27815 h 46358"/>
                <a:gd name="csX31" fmla="*/ 36042 w 42177"/>
                <a:gd name="csY31" fmla="*/ 28360 h 46358"/>
                <a:gd name="csX32" fmla="*/ 37814 w 42177"/>
                <a:gd name="csY32" fmla="*/ 29633 h 46358"/>
                <a:gd name="csX33" fmla="*/ 39905 w 42177"/>
                <a:gd name="csY33" fmla="*/ 31587 h 46358"/>
                <a:gd name="csX34" fmla="*/ 41450 w 42177"/>
                <a:gd name="csY34" fmla="*/ 34269 h 46358"/>
                <a:gd name="csX35" fmla="*/ 42177 w 42177"/>
                <a:gd name="csY35" fmla="*/ 37587 h 46358"/>
                <a:gd name="csX36" fmla="*/ 41541 w 42177"/>
                <a:gd name="csY36" fmla="*/ 41722 h 46358"/>
                <a:gd name="csX37" fmla="*/ 39450 w 42177"/>
                <a:gd name="csY37" fmla="*/ 44995 h 46358"/>
                <a:gd name="csX38" fmla="*/ 35996 w 42177"/>
                <a:gd name="csY38" fmla="*/ 46359 h 46358"/>
                <a:gd name="csX39" fmla="*/ 32224 w 42177"/>
                <a:gd name="csY39" fmla="*/ 44859 h 46358"/>
                <a:gd name="csX40" fmla="*/ 30633 w 42177"/>
                <a:gd name="csY40" fmla="*/ 41222 h 46358"/>
                <a:gd name="csX41" fmla="*/ 31406 w 42177"/>
                <a:gd name="csY41" fmla="*/ 38859 h 46358"/>
                <a:gd name="csX42" fmla="*/ 33860 w 42177"/>
                <a:gd name="csY42" fmla="*/ 37768 h 46358"/>
                <a:gd name="csX43" fmla="*/ 37132 w 42177"/>
                <a:gd name="csY43" fmla="*/ 39041 h 46358"/>
                <a:gd name="csX44" fmla="*/ 38905 w 42177"/>
                <a:gd name="csY44" fmla="*/ 42132 h 46358"/>
                <a:gd name="csX45" fmla="*/ 40087 w 42177"/>
                <a:gd name="csY45" fmla="*/ 37496 h 46358"/>
                <a:gd name="csX46" fmla="*/ 37450 w 42177"/>
                <a:gd name="csY46" fmla="*/ 32133 h 46358"/>
                <a:gd name="csX47" fmla="*/ 30406 w 42177"/>
                <a:gd name="csY47" fmla="*/ 28633 h 46358"/>
                <a:gd name="csX48" fmla="*/ 15089 w 42177"/>
                <a:gd name="csY48" fmla="*/ 24724 h 46358"/>
                <a:gd name="csX49" fmla="*/ 8272 w 42177"/>
                <a:gd name="csY49" fmla="*/ 23633 h 46358"/>
                <a:gd name="csX50" fmla="*/ 5045 w 42177"/>
                <a:gd name="csY50" fmla="*/ 24133 h 46358"/>
                <a:gd name="csX51" fmla="*/ 3136 w 42177"/>
                <a:gd name="csY51" fmla="*/ 25497 h 46358"/>
                <a:gd name="csX52" fmla="*/ 2273 w 42177"/>
                <a:gd name="csY52" fmla="*/ 27087 h 46358"/>
                <a:gd name="csX53" fmla="*/ 2045 w 42177"/>
                <a:gd name="csY53" fmla="*/ 28633 h 46358"/>
                <a:gd name="csX54" fmla="*/ 2591 w 42177"/>
                <a:gd name="csY54" fmla="*/ 31542 h 46358"/>
                <a:gd name="csX55" fmla="*/ 4409 w 42177"/>
                <a:gd name="csY55" fmla="*/ 34860 h 46358"/>
                <a:gd name="csX56" fmla="*/ 8181 w 42177"/>
                <a:gd name="csY56" fmla="*/ 38314 h 46358"/>
                <a:gd name="csX57" fmla="*/ 14226 w 42177"/>
                <a:gd name="csY57" fmla="*/ 41131 h 46358"/>
                <a:gd name="csX58" fmla="*/ 15271 w 42177"/>
                <a:gd name="csY58" fmla="*/ 42359 h 46358"/>
                <a:gd name="csX59" fmla="*/ 14317 w 42177"/>
                <a:gd name="csY59" fmla="*/ 43449 h 46358"/>
                <a:gd name="csX60" fmla="*/ 11953 w 42177"/>
                <a:gd name="csY60" fmla="*/ 42859 h 46358"/>
                <a:gd name="csX61" fmla="*/ 8272 w 42177"/>
                <a:gd name="csY61" fmla="*/ 40950 h 46358"/>
                <a:gd name="csX62" fmla="*/ 4409 w 42177"/>
                <a:gd name="csY62" fmla="*/ 37950 h 46358"/>
                <a:gd name="csX63" fmla="*/ 1273 w 42177"/>
                <a:gd name="csY63" fmla="*/ 33724 h 46358"/>
                <a:gd name="csX64" fmla="*/ 0 w 42177"/>
                <a:gd name="csY64" fmla="*/ 28452 h 46358"/>
                <a:gd name="csX65" fmla="*/ 273 w 42177"/>
                <a:gd name="csY65" fmla="*/ 26042 h 46358"/>
                <a:gd name="csX66" fmla="*/ 1182 w 42177"/>
                <a:gd name="csY66" fmla="*/ 23361 h 46358"/>
                <a:gd name="csX67" fmla="*/ 3363 w 42177"/>
                <a:gd name="csY67" fmla="*/ 20543 h 46358"/>
                <a:gd name="csX68" fmla="*/ 7045 w 42177"/>
                <a:gd name="csY68" fmla="*/ 18407 h 46358"/>
                <a:gd name="csX69" fmla="*/ 5000 w 42177"/>
                <a:gd name="csY69" fmla="*/ 17134 h 46358"/>
                <a:gd name="csX70" fmla="*/ 2772 w 42177"/>
                <a:gd name="csY70" fmla="*/ 15180 h 46358"/>
                <a:gd name="csX71" fmla="*/ 773 w 42177"/>
                <a:gd name="csY71" fmla="*/ 12271 h 46358"/>
                <a:gd name="csX72" fmla="*/ 0 w 42177"/>
                <a:gd name="csY72" fmla="*/ 8635 h 46358"/>
                <a:gd name="csX73" fmla="*/ 500 w 42177"/>
                <a:gd name="csY73" fmla="*/ 4954 h 46358"/>
                <a:gd name="csX74" fmla="*/ 2454 w 42177"/>
                <a:gd name="csY74" fmla="*/ 1590 h 46358"/>
                <a:gd name="csX75" fmla="*/ 6136 w 42177"/>
                <a:gd name="csY75" fmla="*/ 0 h 46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177" h="46358">
                  <a:moveTo>
                    <a:pt x="6136" y="0"/>
                  </a:moveTo>
                  <a:cubicBezTo>
                    <a:pt x="7833" y="0"/>
                    <a:pt x="9166" y="530"/>
                    <a:pt x="10135" y="1590"/>
                  </a:cubicBezTo>
                  <a:cubicBezTo>
                    <a:pt x="11075" y="2651"/>
                    <a:pt x="11544" y="3787"/>
                    <a:pt x="11544" y="5000"/>
                  </a:cubicBezTo>
                  <a:cubicBezTo>
                    <a:pt x="11544" y="6151"/>
                    <a:pt x="11211" y="7030"/>
                    <a:pt x="10544" y="7636"/>
                  </a:cubicBezTo>
                  <a:cubicBezTo>
                    <a:pt x="9878" y="8242"/>
                    <a:pt x="9120" y="8545"/>
                    <a:pt x="8272" y="8545"/>
                  </a:cubicBezTo>
                  <a:cubicBezTo>
                    <a:pt x="7120" y="8545"/>
                    <a:pt x="6045" y="8120"/>
                    <a:pt x="5045" y="7272"/>
                  </a:cubicBezTo>
                  <a:cubicBezTo>
                    <a:pt x="4045" y="6423"/>
                    <a:pt x="3439" y="5363"/>
                    <a:pt x="3227" y="4090"/>
                  </a:cubicBezTo>
                  <a:cubicBezTo>
                    <a:pt x="2439" y="5332"/>
                    <a:pt x="2045" y="6878"/>
                    <a:pt x="2045" y="8726"/>
                  </a:cubicBezTo>
                  <a:cubicBezTo>
                    <a:pt x="2045" y="9938"/>
                    <a:pt x="2363" y="11074"/>
                    <a:pt x="3000" y="12134"/>
                  </a:cubicBezTo>
                  <a:cubicBezTo>
                    <a:pt x="3636" y="13165"/>
                    <a:pt x="4363" y="13998"/>
                    <a:pt x="5181" y="14635"/>
                  </a:cubicBezTo>
                  <a:cubicBezTo>
                    <a:pt x="5999" y="15241"/>
                    <a:pt x="6999" y="15816"/>
                    <a:pt x="8181" y="16362"/>
                  </a:cubicBezTo>
                  <a:cubicBezTo>
                    <a:pt x="9332" y="16877"/>
                    <a:pt x="10256" y="17240"/>
                    <a:pt x="10953" y="17452"/>
                  </a:cubicBezTo>
                  <a:cubicBezTo>
                    <a:pt x="11620" y="17634"/>
                    <a:pt x="12317" y="17801"/>
                    <a:pt x="13044" y="17953"/>
                  </a:cubicBezTo>
                  <a:lnTo>
                    <a:pt x="25770" y="21134"/>
                  </a:lnTo>
                  <a:cubicBezTo>
                    <a:pt x="29800" y="22164"/>
                    <a:pt x="32527" y="22679"/>
                    <a:pt x="33951" y="22679"/>
                  </a:cubicBezTo>
                  <a:cubicBezTo>
                    <a:pt x="35708" y="22679"/>
                    <a:pt x="37178" y="22255"/>
                    <a:pt x="38359" y="21407"/>
                  </a:cubicBezTo>
                  <a:cubicBezTo>
                    <a:pt x="39511" y="20558"/>
                    <a:pt x="40087" y="19286"/>
                    <a:pt x="40087" y="17589"/>
                  </a:cubicBezTo>
                  <a:cubicBezTo>
                    <a:pt x="40087" y="16922"/>
                    <a:pt x="39996" y="16210"/>
                    <a:pt x="39814" y="15453"/>
                  </a:cubicBezTo>
                  <a:cubicBezTo>
                    <a:pt x="39602" y="14695"/>
                    <a:pt x="39223" y="13832"/>
                    <a:pt x="38678" y="12862"/>
                  </a:cubicBezTo>
                  <a:cubicBezTo>
                    <a:pt x="38102" y="11862"/>
                    <a:pt x="37390" y="10923"/>
                    <a:pt x="36541" y="10045"/>
                  </a:cubicBezTo>
                  <a:cubicBezTo>
                    <a:pt x="35663" y="9135"/>
                    <a:pt x="34481" y="8241"/>
                    <a:pt x="32996" y="7363"/>
                  </a:cubicBezTo>
                  <a:cubicBezTo>
                    <a:pt x="31512" y="6484"/>
                    <a:pt x="29815" y="5757"/>
                    <a:pt x="27906" y="5181"/>
                  </a:cubicBezTo>
                  <a:cubicBezTo>
                    <a:pt x="27239" y="4999"/>
                    <a:pt x="26906" y="4605"/>
                    <a:pt x="26906" y="3999"/>
                  </a:cubicBezTo>
                  <a:cubicBezTo>
                    <a:pt x="26906" y="3242"/>
                    <a:pt x="27209" y="2863"/>
                    <a:pt x="27815" y="2863"/>
                  </a:cubicBezTo>
                  <a:cubicBezTo>
                    <a:pt x="28330" y="2863"/>
                    <a:pt x="29133" y="3075"/>
                    <a:pt x="30224" y="3500"/>
                  </a:cubicBezTo>
                  <a:cubicBezTo>
                    <a:pt x="31285" y="3893"/>
                    <a:pt x="32512" y="4530"/>
                    <a:pt x="33905" y="5408"/>
                  </a:cubicBezTo>
                  <a:cubicBezTo>
                    <a:pt x="35269" y="6257"/>
                    <a:pt x="36572" y="7241"/>
                    <a:pt x="37814" y="8362"/>
                  </a:cubicBezTo>
                  <a:cubicBezTo>
                    <a:pt x="39026" y="9484"/>
                    <a:pt x="40056" y="10878"/>
                    <a:pt x="40905" y="12544"/>
                  </a:cubicBezTo>
                  <a:cubicBezTo>
                    <a:pt x="41753" y="14210"/>
                    <a:pt x="42177" y="15952"/>
                    <a:pt x="42177" y="17770"/>
                  </a:cubicBezTo>
                  <a:cubicBezTo>
                    <a:pt x="42177" y="20376"/>
                    <a:pt x="41480" y="22543"/>
                    <a:pt x="40087" y="24270"/>
                  </a:cubicBezTo>
                  <a:cubicBezTo>
                    <a:pt x="38693" y="25997"/>
                    <a:pt x="37026" y="27179"/>
                    <a:pt x="35087" y="27815"/>
                  </a:cubicBezTo>
                  <a:cubicBezTo>
                    <a:pt x="35360" y="27966"/>
                    <a:pt x="35678" y="28148"/>
                    <a:pt x="36042" y="28360"/>
                  </a:cubicBezTo>
                  <a:cubicBezTo>
                    <a:pt x="36405" y="28573"/>
                    <a:pt x="36996" y="28997"/>
                    <a:pt x="37814" y="29633"/>
                  </a:cubicBezTo>
                  <a:cubicBezTo>
                    <a:pt x="38602" y="30239"/>
                    <a:pt x="39299" y="30891"/>
                    <a:pt x="39905" y="31587"/>
                  </a:cubicBezTo>
                  <a:cubicBezTo>
                    <a:pt x="40480" y="32284"/>
                    <a:pt x="40996" y="33178"/>
                    <a:pt x="41450" y="34269"/>
                  </a:cubicBezTo>
                  <a:cubicBezTo>
                    <a:pt x="41935" y="35329"/>
                    <a:pt x="42177" y="36435"/>
                    <a:pt x="42177" y="37587"/>
                  </a:cubicBezTo>
                  <a:cubicBezTo>
                    <a:pt x="42177" y="39041"/>
                    <a:pt x="41965" y="40419"/>
                    <a:pt x="41541" y="41722"/>
                  </a:cubicBezTo>
                  <a:cubicBezTo>
                    <a:pt x="41117" y="42995"/>
                    <a:pt x="40420" y="44086"/>
                    <a:pt x="39450" y="44995"/>
                  </a:cubicBezTo>
                  <a:cubicBezTo>
                    <a:pt x="38481" y="45904"/>
                    <a:pt x="37329" y="46359"/>
                    <a:pt x="35996" y="46359"/>
                  </a:cubicBezTo>
                  <a:cubicBezTo>
                    <a:pt x="34511" y="46359"/>
                    <a:pt x="33254" y="45859"/>
                    <a:pt x="32224" y="44859"/>
                  </a:cubicBezTo>
                  <a:cubicBezTo>
                    <a:pt x="31163" y="43828"/>
                    <a:pt x="30633" y="42616"/>
                    <a:pt x="30633" y="41222"/>
                  </a:cubicBezTo>
                  <a:cubicBezTo>
                    <a:pt x="30633" y="40344"/>
                    <a:pt x="30891" y="39556"/>
                    <a:pt x="31406" y="38859"/>
                  </a:cubicBezTo>
                  <a:cubicBezTo>
                    <a:pt x="31921" y="38132"/>
                    <a:pt x="32739" y="37768"/>
                    <a:pt x="33860" y="37768"/>
                  </a:cubicBezTo>
                  <a:cubicBezTo>
                    <a:pt x="35102" y="37768"/>
                    <a:pt x="36193" y="38193"/>
                    <a:pt x="37132" y="39041"/>
                  </a:cubicBezTo>
                  <a:cubicBezTo>
                    <a:pt x="38072" y="39889"/>
                    <a:pt x="38663" y="40919"/>
                    <a:pt x="38905" y="42132"/>
                  </a:cubicBezTo>
                  <a:cubicBezTo>
                    <a:pt x="39693" y="40889"/>
                    <a:pt x="40087" y="39344"/>
                    <a:pt x="40087" y="37496"/>
                  </a:cubicBezTo>
                  <a:cubicBezTo>
                    <a:pt x="40087" y="35496"/>
                    <a:pt x="39208" y="33708"/>
                    <a:pt x="37450" y="32133"/>
                  </a:cubicBezTo>
                  <a:cubicBezTo>
                    <a:pt x="35693" y="30557"/>
                    <a:pt x="33345" y="29390"/>
                    <a:pt x="30406" y="28633"/>
                  </a:cubicBezTo>
                  <a:cubicBezTo>
                    <a:pt x="23346" y="26755"/>
                    <a:pt x="18240" y="25452"/>
                    <a:pt x="15089" y="24724"/>
                  </a:cubicBezTo>
                  <a:cubicBezTo>
                    <a:pt x="11908" y="23997"/>
                    <a:pt x="9635" y="23633"/>
                    <a:pt x="8272" y="23633"/>
                  </a:cubicBezTo>
                  <a:cubicBezTo>
                    <a:pt x="6999" y="23633"/>
                    <a:pt x="5924" y="23800"/>
                    <a:pt x="5045" y="24133"/>
                  </a:cubicBezTo>
                  <a:cubicBezTo>
                    <a:pt x="4166" y="24467"/>
                    <a:pt x="3530" y="24922"/>
                    <a:pt x="3136" y="25497"/>
                  </a:cubicBezTo>
                  <a:cubicBezTo>
                    <a:pt x="2712" y="26043"/>
                    <a:pt x="2424" y="26573"/>
                    <a:pt x="2273" y="27087"/>
                  </a:cubicBezTo>
                  <a:cubicBezTo>
                    <a:pt x="2121" y="27573"/>
                    <a:pt x="2045" y="28088"/>
                    <a:pt x="2045" y="28633"/>
                  </a:cubicBezTo>
                  <a:cubicBezTo>
                    <a:pt x="2045" y="29542"/>
                    <a:pt x="2227" y="30511"/>
                    <a:pt x="2591" y="31542"/>
                  </a:cubicBezTo>
                  <a:cubicBezTo>
                    <a:pt x="2954" y="32542"/>
                    <a:pt x="3560" y="33648"/>
                    <a:pt x="4409" y="34860"/>
                  </a:cubicBezTo>
                  <a:cubicBezTo>
                    <a:pt x="5227" y="36042"/>
                    <a:pt x="6484" y="37193"/>
                    <a:pt x="8181" y="38314"/>
                  </a:cubicBezTo>
                  <a:cubicBezTo>
                    <a:pt x="9878" y="39435"/>
                    <a:pt x="11893" y="40374"/>
                    <a:pt x="14226" y="41131"/>
                  </a:cubicBezTo>
                  <a:cubicBezTo>
                    <a:pt x="14923" y="41283"/>
                    <a:pt x="15271" y="41692"/>
                    <a:pt x="15271" y="42359"/>
                  </a:cubicBezTo>
                  <a:cubicBezTo>
                    <a:pt x="15241" y="43086"/>
                    <a:pt x="14923" y="43449"/>
                    <a:pt x="14317" y="43449"/>
                  </a:cubicBezTo>
                  <a:cubicBezTo>
                    <a:pt x="13802" y="43449"/>
                    <a:pt x="13014" y="43252"/>
                    <a:pt x="11953" y="42859"/>
                  </a:cubicBezTo>
                  <a:cubicBezTo>
                    <a:pt x="10862" y="42435"/>
                    <a:pt x="9635" y="41798"/>
                    <a:pt x="8272" y="40950"/>
                  </a:cubicBezTo>
                  <a:cubicBezTo>
                    <a:pt x="6908" y="40072"/>
                    <a:pt x="5621" y="39072"/>
                    <a:pt x="4409" y="37950"/>
                  </a:cubicBezTo>
                  <a:cubicBezTo>
                    <a:pt x="3166" y="36799"/>
                    <a:pt x="2121" y="35390"/>
                    <a:pt x="1273" y="33724"/>
                  </a:cubicBezTo>
                  <a:cubicBezTo>
                    <a:pt x="424" y="32026"/>
                    <a:pt x="0" y="30269"/>
                    <a:pt x="0" y="28452"/>
                  </a:cubicBezTo>
                  <a:cubicBezTo>
                    <a:pt x="0" y="27633"/>
                    <a:pt x="91" y="26830"/>
                    <a:pt x="273" y="26042"/>
                  </a:cubicBezTo>
                  <a:cubicBezTo>
                    <a:pt x="424" y="25224"/>
                    <a:pt x="727" y="24330"/>
                    <a:pt x="1182" y="23361"/>
                  </a:cubicBezTo>
                  <a:cubicBezTo>
                    <a:pt x="1636" y="22361"/>
                    <a:pt x="2363" y="21422"/>
                    <a:pt x="3363" y="20543"/>
                  </a:cubicBezTo>
                  <a:cubicBezTo>
                    <a:pt x="4363" y="19664"/>
                    <a:pt x="5590" y="18952"/>
                    <a:pt x="7045" y="18407"/>
                  </a:cubicBezTo>
                  <a:cubicBezTo>
                    <a:pt x="6348" y="18043"/>
                    <a:pt x="5666" y="17619"/>
                    <a:pt x="5000" y="17134"/>
                  </a:cubicBezTo>
                  <a:cubicBezTo>
                    <a:pt x="4333" y="16619"/>
                    <a:pt x="3591" y="15968"/>
                    <a:pt x="2772" y="15180"/>
                  </a:cubicBezTo>
                  <a:cubicBezTo>
                    <a:pt x="1924" y="14362"/>
                    <a:pt x="1257" y="13392"/>
                    <a:pt x="773" y="12271"/>
                  </a:cubicBezTo>
                  <a:cubicBezTo>
                    <a:pt x="258" y="11120"/>
                    <a:pt x="0" y="9908"/>
                    <a:pt x="0" y="8635"/>
                  </a:cubicBezTo>
                  <a:cubicBezTo>
                    <a:pt x="0" y="7393"/>
                    <a:pt x="167" y="6166"/>
                    <a:pt x="500" y="4954"/>
                  </a:cubicBezTo>
                  <a:cubicBezTo>
                    <a:pt x="803" y="3742"/>
                    <a:pt x="1454" y="2621"/>
                    <a:pt x="2454" y="1590"/>
                  </a:cubicBezTo>
                  <a:cubicBezTo>
                    <a:pt x="3424" y="530"/>
                    <a:pt x="4651" y="0"/>
                    <a:pt x="613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5" name="Freeform 3704">
              <a:extLst>
                <a:ext uri="{FF2B5EF4-FFF2-40B4-BE49-F238E27FC236}">
                  <a16:creationId xmlns:a16="http://schemas.microsoft.com/office/drawing/2014/main" id="{D685F463-9873-10EB-6BF0-A875B7175BF0}"/>
                </a:ext>
              </a:extLst>
            </p:cNvPr>
            <p:cNvSpPr/>
            <p:nvPr/>
          </p:nvSpPr>
          <p:spPr>
            <a:xfrm>
              <a:off x="623743" y="3895817"/>
              <a:ext cx="93080" cy="21589"/>
            </a:xfrm>
            <a:custGeom>
              <a:avLst/>
              <a:gdLst>
                <a:gd name="csX0" fmla="*/ 92172 w 93080"/>
                <a:gd name="csY0" fmla="*/ 21589 h 21589"/>
                <a:gd name="csX1" fmla="*/ 90581 w 93080"/>
                <a:gd name="csY1" fmla="*/ 20408 h 21589"/>
                <a:gd name="csX2" fmla="*/ 46540 w 93080"/>
                <a:gd name="csY2" fmla="*/ 5409 h 21589"/>
                <a:gd name="csX3" fmla="*/ 3091 w 93080"/>
                <a:gd name="csY3" fmla="*/ 19817 h 21589"/>
                <a:gd name="csX4" fmla="*/ 909 w 93080"/>
                <a:gd name="csY4" fmla="*/ 21589 h 21589"/>
                <a:gd name="csX5" fmla="*/ 0 w 93080"/>
                <a:gd name="csY5" fmla="*/ 20680 h 21589"/>
                <a:gd name="csX6" fmla="*/ 1863 w 93080"/>
                <a:gd name="csY6" fmla="*/ 17817 h 21589"/>
                <a:gd name="csX7" fmla="*/ 7999 w 93080"/>
                <a:gd name="csY7" fmla="*/ 12135 h 21589"/>
                <a:gd name="csX8" fmla="*/ 17498 w 93080"/>
                <a:gd name="csY8" fmla="*/ 6137 h 21589"/>
                <a:gd name="csX9" fmla="*/ 46540 w 93080"/>
                <a:gd name="csY9" fmla="*/ 0 h 21589"/>
                <a:gd name="csX10" fmla="*/ 74946 w 93080"/>
                <a:gd name="csY10" fmla="*/ 5863 h 21589"/>
                <a:gd name="csX11" fmla="*/ 84718 w 93080"/>
                <a:gd name="csY11" fmla="*/ 11863 h 21589"/>
                <a:gd name="csX12" fmla="*/ 91126 w 93080"/>
                <a:gd name="csY12" fmla="*/ 17680 h 21589"/>
                <a:gd name="csX13" fmla="*/ 93081 w 93080"/>
                <a:gd name="csY13" fmla="*/ 20680 h 21589"/>
                <a:gd name="csX14" fmla="*/ 92172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92172" y="21589"/>
                  </a:moveTo>
                  <a:cubicBezTo>
                    <a:pt x="91869" y="21589"/>
                    <a:pt x="91339" y="21195"/>
                    <a:pt x="90581" y="20408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2"/>
                    <a:pt x="3091" y="19817"/>
                  </a:cubicBezTo>
                  <a:cubicBezTo>
                    <a:pt x="1969" y="20998"/>
                    <a:pt x="1242" y="21589"/>
                    <a:pt x="909" y="21589"/>
                  </a:cubicBezTo>
                  <a:cubicBezTo>
                    <a:pt x="303" y="21589"/>
                    <a:pt x="0" y="21286"/>
                    <a:pt x="0" y="20680"/>
                  </a:cubicBezTo>
                  <a:cubicBezTo>
                    <a:pt x="0" y="20256"/>
                    <a:pt x="621" y="19301"/>
                    <a:pt x="1863" y="17817"/>
                  </a:cubicBezTo>
                  <a:cubicBezTo>
                    <a:pt x="3106" y="16302"/>
                    <a:pt x="5151" y="14408"/>
                    <a:pt x="7999" y="12135"/>
                  </a:cubicBezTo>
                  <a:cubicBezTo>
                    <a:pt x="10847" y="9833"/>
                    <a:pt x="14014" y="7833"/>
                    <a:pt x="17498" y="6137"/>
                  </a:cubicBezTo>
                  <a:cubicBezTo>
                    <a:pt x="25952" y="2046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30"/>
                    <a:pt x="81749" y="9530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80"/>
                  </a:cubicBezTo>
                  <a:cubicBezTo>
                    <a:pt x="93081" y="21286"/>
                    <a:pt x="92778" y="21589"/>
                    <a:pt x="92172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06" name="Freeform 3705">
            <a:extLst>
              <a:ext uri="{FF2B5EF4-FFF2-40B4-BE49-F238E27FC236}">
                <a16:creationId xmlns:a16="http://schemas.microsoft.com/office/drawing/2014/main" id="{E833776B-8B28-CDB4-943E-ED9CE39511D4}"/>
              </a:ext>
            </a:extLst>
          </p:cNvPr>
          <p:cNvSpPr/>
          <p:nvPr/>
        </p:nvSpPr>
        <p:spPr>
          <a:xfrm>
            <a:off x="1017395" y="3487162"/>
            <a:ext cx="1830781" cy="1202851"/>
          </a:xfrm>
          <a:custGeom>
            <a:avLst/>
            <a:gdLst>
              <a:gd name="csX0" fmla="*/ 0 w 1830781"/>
              <a:gd name="csY0" fmla="*/ 1189491 h 1202851"/>
              <a:gd name="csX1" fmla="*/ 1833 w 1830781"/>
              <a:gd name="csY1" fmla="*/ 1189190 h 1202851"/>
              <a:gd name="csX2" fmla="*/ 3665 w 1830781"/>
              <a:gd name="csY2" fmla="*/ 1188880 h 1202851"/>
              <a:gd name="csX3" fmla="*/ 5498 w 1830781"/>
              <a:gd name="csY3" fmla="*/ 1188560 h 1202851"/>
              <a:gd name="csX4" fmla="*/ 7331 w 1830781"/>
              <a:gd name="csY4" fmla="*/ 1188240 h 1202851"/>
              <a:gd name="csX5" fmla="*/ 9164 w 1830781"/>
              <a:gd name="csY5" fmla="*/ 1187910 h 1202851"/>
              <a:gd name="csX6" fmla="*/ 10996 w 1830781"/>
              <a:gd name="csY6" fmla="*/ 1187570 h 1202851"/>
              <a:gd name="csX7" fmla="*/ 12828 w 1830781"/>
              <a:gd name="csY7" fmla="*/ 1187231 h 1202851"/>
              <a:gd name="csX8" fmla="*/ 14661 w 1830781"/>
              <a:gd name="csY8" fmla="*/ 1186881 h 1202851"/>
              <a:gd name="csX9" fmla="*/ 16494 w 1830781"/>
              <a:gd name="csY9" fmla="*/ 1186522 h 1202851"/>
              <a:gd name="csX10" fmla="*/ 18326 w 1830781"/>
              <a:gd name="csY10" fmla="*/ 1186163 h 1202851"/>
              <a:gd name="csX11" fmla="*/ 20159 w 1830781"/>
              <a:gd name="csY11" fmla="*/ 1185795 h 1202851"/>
              <a:gd name="csX12" fmla="*/ 21992 w 1830781"/>
              <a:gd name="csY12" fmla="*/ 1185416 h 1202851"/>
              <a:gd name="csX13" fmla="*/ 23825 w 1830781"/>
              <a:gd name="csY13" fmla="*/ 1185028 h 1202851"/>
              <a:gd name="csX14" fmla="*/ 25657 w 1830781"/>
              <a:gd name="csY14" fmla="*/ 1184640 h 1202851"/>
              <a:gd name="csX15" fmla="*/ 27489 w 1830781"/>
              <a:gd name="csY15" fmla="*/ 1184242 h 1202851"/>
              <a:gd name="csX16" fmla="*/ 29322 w 1830781"/>
              <a:gd name="csY16" fmla="*/ 1183835 h 1202851"/>
              <a:gd name="csX17" fmla="*/ 31155 w 1830781"/>
              <a:gd name="csY17" fmla="*/ 1183418 h 1202851"/>
              <a:gd name="csX18" fmla="*/ 32987 w 1830781"/>
              <a:gd name="csY18" fmla="*/ 1182991 h 1202851"/>
              <a:gd name="csX19" fmla="*/ 34820 w 1830781"/>
              <a:gd name="csY19" fmla="*/ 1182564 h 1202851"/>
              <a:gd name="csX20" fmla="*/ 36653 w 1830781"/>
              <a:gd name="csY20" fmla="*/ 1182127 h 1202851"/>
              <a:gd name="csX21" fmla="*/ 38485 w 1830781"/>
              <a:gd name="csY21" fmla="*/ 1181671 h 1202851"/>
              <a:gd name="csX22" fmla="*/ 40318 w 1830781"/>
              <a:gd name="csY22" fmla="*/ 1181215 h 1202851"/>
              <a:gd name="csX23" fmla="*/ 42150 w 1830781"/>
              <a:gd name="csY23" fmla="*/ 1180750 h 1202851"/>
              <a:gd name="csX24" fmla="*/ 43983 w 1830781"/>
              <a:gd name="csY24" fmla="*/ 1180284 h 1202851"/>
              <a:gd name="csX25" fmla="*/ 45815 w 1830781"/>
              <a:gd name="csY25" fmla="*/ 1179799 h 1202851"/>
              <a:gd name="csX26" fmla="*/ 47648 w 1830781"/>
              <a:gd name="csY26" fmla="*/ 1179304 h 1202851"/>
              <a:gd name="csX27" fmla="*/ 49481 w 1830781"/>
              <a:gd name="csY27" fmla="*/ 1178809 h 1202851"/>
              <a:gd name="csX28" fmla="*/ 51314 w 1830781"/>
              <a:gd name="csY28" fmla="*/ 1178295 h 1202851"/>
              <a:gd name="csX29" fmla="*/ 53146 w 1830781"/>
              <a:gd name="csY29" fmla="*/ 1177781 h 1202851"/>
              <a:gd name="csX30" fmla="*/ 54978 w 1830781"/>
              <a:gd name="csY30" fmla="*/ 1177247 h 1202851"/>
              <a:gd name="csX31" fmla="*/ 56811 w 1830781"/>
              <a:gd name="csY31" fmla="*/ 1176713 h 1202851"/>
              <a:gd name="csX32" fmla="*/ 58644 w 1830781"/>
              <a:gd name="csY32" fmla="*/ 1176161 h 1202851"/>
              <a:gd name="csX33" fmla="*/ 60476 w 1830781"/>
              <a:gd name="csY33" fmla="*/ 1175607 h 1202851"/>
              <a:gd name="csX34" fmla="*/ 62309 w 1830781"/>
              <a:gd name="csY34" fmla="*/ 1175035 h 1202851"/>
              <a:gd name="csX35" fmla="*/ 64142 w 1830781"/>
              <a:gd name="csY35" fmla="*/ 1174463 h 1202851"/>
              <a:gd name="csX36" fmla="*/ 65975 w 1830781"/>
              <a:gd name="csY36" fmla="*/ 1173871 h 1202851"/>
              <a:gd name="csX37" fmla="*/ 67807 w 1830781"/>
              <a:gd name="csY37" fmla="*/ 1173269 h 1202851"/>
              <a:gd name="csX38" fmla="*/ 69639 w 1830781"/>
              <a:gd name="csY38" fmla="*/ 1172658 h 1202851"/>
              <a:gd name="csX39" fmla="*/ 71472 w 1830781"/>
              <a:gd name="csY39" fmla="*/ 1172037 h 1202851"/>
              <a:gd name="csX40" fmla="*/ 73305 w 1830781"/>
              <a:gd name="csY40" fmla="*/ 1171406 h 1202851"/>
              <a:gd name="csX41" fmla="*/ 75137 w 1830781"/>
              <a:gd name="csY41" fmla="*/ 1170766 h 1202851"/>
              <a:gd name="csX42" fmla="*/ 76970 w 1830781"/>
              <a:gd name="csY42" fmla="*/ 1170106 h 1202851"/>
              <a:gd name="csX43" fmla="*/ 78803 w 1830781"/>
              <a:gd name="csY43" fmla="*/ 1169447 h 1202851"/>
              <a:gd name="csX44" fmla="*/ 80636 w 1830781"/>
              <a:gd name="csY44" fmla="*/ 1168768 h 1202851"/>
              <a:gd name="csX45" fmla="*/ 82468 w 1830781"/>
              <a:gd name="csY45" fmla="*/ 1168079 h 1202851"/>
              <a:gd name="csX46" fmla="*/ 84300 w 1830781"/>
              <a:gd name="csY46" fmla="*/ 1167380 h 1202851"/>
              <a:gd name="csX47" fmla="*/ 86133 w 1830781"/>
              <a:gd name="csY47" fmla="*/ 1166662 h 1202851"/>
              <a:gd name="csX48" fmla="*/ 87965 w 1830781"/>
              <a:gd name="csY48" fmla="*/ 1165944 h 1202851"/>
              <a:gd name="csX49" fmla="*/ 89798 w 1830781"/>
              <a:gd name="csY49" fmla="*/ 1165197 h 1202851"/>
              <a:gd name="csX50" fmla="*/ 91631 w 1830781"/>
              <a:gd name="csY50" fmla="*/ 1164450 h 1202851"/>
              <a:gd name="csX51" fmla="*/ 93464 w 1830781"/>
              <a:gd name="csY51" fmla="*/ 1163683 h 1202851"/>
              <a:gd name="csX52" fmla="*/ 95296 w 1830781"/>
              <a:gd name="csY52" fmla="*/ 1162917 h 1202851"/>
              <a:gd name="csX53" fmla="*/ 97129 w 1830781"/>
              <a:gd name="csY53" fmla="*/ 1162121 h 1202851"/>
              <a:gd name="csX54" fmla="*/ 98961 w 1830781"/>
              <a:gd name="csY54" fmla="*/ 1161316 h 1202851"/>
              <a:gd name="csX55" fmla="*/ 100794 w 1830781"/>
              <a:gd name="csY55" fmla="*/ 1160501 h 1202851"/>
              <a:gd name="csX56" fmla="*/ 102626 w 1830781"/>
              <a:gd name="csY56" fmla="*/ 1159677 h 1202851"/>
              <a:gd name="csX57" fmla="*/ 104459 w 1830781"/>
              <a:gd name="csY57" fmla="*/ 1158832 h 1202851"/>
              <a:gd name="csX58" fmla="*/ 106292 w 1830781"/>
              <a:gd name="csY58" fmla="*/ 1157979 h 1202851"/>
              <a:gd name="csX59" fmla="*/ 108125 w 1830781"/>
              <a:gd name="csY59" fmla="*/ 1157106 h 1202851"/>
              <a:gd name="csX60" fmla="*/ 109957 w 1830781"/>
              <a:gd name="csY60" fmla="*/ 1156223 h 1202851"/>
              <a:gd name="csX61" fmla="*/ 111789 w 1830781"/>
              <a:gd name="csY61" fmla="*/ 1155320 h 1202851"/>
              <a:gd name="csX62" fmla="*/ 113622 w 1830781"/>
              <a:gd name="csY62" fmla="*/ 1154408 h 1202851"/>
              <a:gd name="csX63" fmla="*/ 115455 w 1830781"/>
              <a:gd name="csY63" fmla="*/ 1153477 h 1202851"/>
              <a:gd name="csX64" fmla="*/ 117287 w 1830781"/>
              <a:gd name="csY64" fmla="*/ 1152526 h 1202851"/>
              <a:gd name="csX65" fmla="*/ 119120 w 1830781"/>
              <a:gd name="csY65" fmla="*/ 1151575 h 1202851"/>
              <a:gd name="csX66" fmla="*/ 120953 w 1830781"/>
              <a:gd name="csY66" fmla="*/ 1150595 h 1202851"/>
              <a:gd name="csX67" fmla="*/ 122786 w 1830781"/>
              <a:gd name="csY67" fmla="*/ 1149606 h 1202851"/>
              <a:gd name="csX68" fmla="*/ 124618 w 1830781"/>
              <a:gd name="csY68" fmla="*/ 1148597 h 1202851"/>
              <a:gd name="csX69" fmla="*/ 126450 w 1830781"/>
              <a:gd name="csY69" fmla="*/ 1147578 h 1202851"/>
              <a:gd name="csX70" fmla="*/ 128283 w 1830781"/>
              <a:gd name="csY70" fmla="*/ 1146540 h 1202851"/>
              <a:gd name="csX71" fmla="*/ 130115 w 1830781"/>
              <a:gd name="csY71" fmla="*/ 1145482 h 1202851"/>
              <a:gd name="csX72" fmla="*/ 131948 w 1830781"/>
              <a:gd name="csY72" fmla="*/ 1144415 h 1202851"/>
              <a:gd name="csX73" fmla="*/ 133781 w 1830781"/>
              <a:gd name="csY73" fmla="*/ 1143328 h 1202851"/>
              <a:gd name="csX74" fmla="*/ 135614 w 1830781"/>
              <a:gd name="csY74" fmla="*/ 1142222 h 1202851"/>
              <a:gd name="csX75" fmla="*/ 137446 w 1830781"/>
              <a:gd name="csY75" fmla="*/ 1141107 h 1202851"/>
              <a:gd name="csX76" fmla="*/ 139279 w 1830781"/>
              <a:gd name="csY76" fmla="*/ 1139962 h 1202851"/>
              <a:gd name="csX77" fmla="*/ 141111 w 1830781"/>
              <a:gd name="csY77" fmla="*/ 1138807 h 1202851"/>
              <a:gd name="csX78" fmla="*/ 142944 w 1830781"/>
              <a:gd name="csY78" fmla="*/ 1137633 h 1202851"/>
              <a:gd name="csX79" fmla="*/ 144776 w 1830781"/>
              <a:gd name="csY79" fmla="*/ 1136440 h 1202851"/>
              <a:gd name="csX80" fmla="*/ 146609 w 1830781"/>
              <a:gd name="csY80" fmla="*/ 1135237 h 1202851"/>
              <a:gd name="csX81" fmla="*/ 148442 w 1830781"/>
              <a:gd name="csY81" fmla="*/ 1134005 h 1202851"/>
              <a:gd name="csX82" fmla="*/ 150275 w 1830781"/>
              <a:gd name="csY82" fmla="*/ 1132763 h 1202851"/>
              <a:gd name="csX83" fmla="*/ 152107 w 1830781"/>
              <a:gd name="csY83" fmla="*/ 1131502 h 1202851"/>
              <a:gd name="csX84" fmla="*/ 153940 w 1830781"/>
              <a:gd name="csY84" fmla="*/ 1130211 h 1202851"/>
              <a:gd name="csX85" fmla="*/ 155772 w 1830781"/>
              <a:gd name="csY85" fmla="*/ 1128911 h 1202851"/>
              <a:gd name="csX86" fmla="*/ 157605 w 1830781"/>
              <a:gd name="csY86" fmla="*/ 1127592 h 1202851"/>
              <a:gd name="csX87" fmla="*/ 159437 w 1830781"/>
              <a:gd name="csY87" fmla="*/ 1126253 h 1202851"/>
              <a:gd name="csX88" fmla="*/ 161270 w 1830781"/>
              <a:gd name="csY88" fmla="*/ 1124894 h 1202851"/>
              <a:gd name="csX89" fmla="*/ 163103 w 1830781"/>
              <a:gd name="csY89" fmla="*/ 1123517 h 1202851"/>
              <a:gd name="csX90" fmla="*/ 164936 w 1830781"/>
              <a:gd name="csY90" fmla="*/ 1122120 h 1202851"/>
              <a:gd name="csX91" fmla="*/ 166768 w 1830781"/>
              <a:gd name="csY91" fmla="*/ 1120693 h 1202851"/>
              <a:gd name="csX92" fmla="*/ 168600 w 1830781"/>
              <a:gd name="csY92" fmla="*/ 1119257 h 1202851"/>
              <a:gd name="csX93" fmla="*/ 170433 w 1830781"/>
              <a:gd name="csY93" fmla="*/ 1117802 h 1202851"/>
              <a:gd name="csX94" fmla="*/ 172266 w 1830781"/>
              <a:gd name="csY94" fmla="*/ 1116318 h 1202851"/>
              <a:gd name="csX95" fmla="*/ 174098 w 1830781"/>
              <a:gd name="csY95" fmla="*/ 1114814 h 1202851"/>
              <a:gd name="csX96" fmla="*/ 175931 w 1830781"/>
              <a:gd name="csY96" fmla="*/ 1113291 h 1202851"/>
              <a:gd name="csX97" fmla="*/ 177764 w 1830781"/>
              <a:gd name="csY97" fmla="*/ 1111748 h 1202851"/>
              <a:gd name="csX98" fmla="*/ 179596 w 1830781"/>
              <a:gd name="csY98" fmla="*/ 1110186 h 1202851"/>
              <a:gd name="csX99" fmla="*/ 181429 w 1830781"/>
              <a:gd name="csY99" fmla="*/ 1108604 h 1202851"/>
              <a:gd name="csX100" fmla="*/ 183261 w 1830781"/>
              <a:gd name="csY100" fmla="*/ 1106994 h 1202851"/>
              <a:gd name="csX101" fmla="*/ 185094 w 1830781"/>
              <a:gd name="csY101" fmla="*/ 1105364 h 1202851"/>
              <a:gd name="csX102" fmla="*/ 186926 w 1830781"/>
              <a:gd name="csY102" fmla="*/ 1103715 h 1202851"/>
              <a:gd name="csX103" fmla="*/ 188759 w 1830781"/>
              <a:gd name="csY103" fmla="*/ 1102036 h 1202851"/>
              <a:gd name="csX104" fmla="*/ 190592 w 1830781"/>
              <a:gd name="csY104" fmla="*/ 1100338 h 1202851"/>
              <a:gd name="csX105" fmla="*/ 192425 w 1830781"/>
              <a:gd name="csY105" fmla="*/ 1098621 h 1202851"/>
              <a:gd name="csX106" fmla="*/ 194257 w 1830781"/>
              <a:gd name="csY106" fmla="*/ 1096884 h 1202851"/>
              <a:gd name="csX107" fmla="*/ 196090 w 1830781"/>
              <a:gd name="csY107" fmla="*/ 1095118 h 1202851"/>
              <a:gd name="csX108" fmla="*/ 197922 w 1830781"/>
              <a:gd name="csY108" fmla="*/ 1093324 h 1202851"/>
              <a:gd name="csX109" fmla="*/ 199755 w 1830781"/>
              <a:gd name="csY109" fmla="*/ 1091509 h 1202851"/>
              <a:gd name="csX110" fmla="*/ 201587 w 1830781"/>
              <a:gd name="csY110" fmla="*/ 1089676 h 1202851"/>
              <a:gd name="csX111" fmla="*/ 203420 w 1830781"/>
              <a:gd name="csY111" fmla="*/ 1087822 h 1202851"/>
              <a:gd name="csX112" fmla="*/ 205253 w 1830781"/>
              <a:gd name="csY112" fmla="*/ 1085940 h 1202851"/>
              <a:gd name="csX113" fmla="*/ 207086 w 1830781"/>
              <a:gd name="csY113" fmla="*/ 1084029 h 1202851"/>
              <a:gd name="csX114" fmla="*/ 208918 w 1830781"/>
              <a:gd name="csY114" fmla="*/ 1082098 h 1202851"/>
              <a:gd name="csX115" fmla="*/ 210751 w 1830781"/>
              <a:gd name="csY115" fmla="*/ 1080138 h 1202851"/>
              <a:gd name="csX116" fmla="*/ 212583 w 1830781"/>
              <a:gd name="csY116" fmla="*/ 1078159 h 1202851"/>
              <a:gd name="csX117" fmla="*/ 214415 w 1830781"/>
              <a:gd name="csY117" fmla="*/ 1076151 h 1202851"/>
              <a:gd name="csX118" fmla="*/ 216248 w 1830781"/>
              <a:gd name="csY118" fmla="*/ 1074123 h 1202851"/>
              <a:gd name="csX119" fmla="*/ 218081 w 1830781"/>
              <a:gd name="csY119" fmla="*/ 1072066 h 1202851"/>
              <a:gd name="csX120" fmla="*/ 219914 w 1830781"/>
              <a:gd name="csY120" fmla="*/ 1069990 h 1202851"/>
              <a:gd name="csX121" fmla="*/ 221746 w 1830781"/>
              <a:gd name="csY121" fmla="*/ 1067885 h 1202851"/>
              <a:gd name="csX122" fmla="*/ 223579 w 1830781"/>
              <a:gd name="csY122" fmla="*/ 1065750 h 1202851"/>
              <a:gd name="csX123" fmla="*/ 225411 w 1830781"/>
              <a:gd name="csY123" fmla="*/ 1063587 h 1202851"/>
              <a:gd name="csX124" fmla="*/ 227244 w 1830781"/>
              <a:gd name="csY124" fmla="*/ 1061404 h 1202851"/>
              <a:gd name="csX125" fmla="*/ 229076 w 1830781"/>
              <a:gd name="csY125" fmla="*/ 1059191 h 1202851"/>
              <a:gd name="csX126" fmla="*/ 230909 w 1830781"/>
              <a:gd name="csY126" fmla="*/ 1056960 h 1202851"/>
              <a:gd name="csX127" fmla="*/ 232742 w 1830781"/>
              <a:gd name="csY127" fmla="*/ 1054699 h 1202851"/>
              <a:gd name="csX128" fmla="*/ 234575 w 1830781"/>
              <a:gd name="csY128" fmla="*/ 1052410 h 1202851"/>
              <a:gd name="csX129" fmla="*/ 236407 w 1830781"/>
              <a:gd name="csY129" fmla="*/ 1050091 h 1202851"/>
              <a:gd name="csX130" fmla="*/ 238240 w 1830781"/>
              <a:gd name="csY130" fmla="*/ 1047743 h 1202851"/>
              <a:gd name="csX131" fmla="*/ 240072 w 1830781"/>
              <a:gd name="csY131" fmla="*/ 1045376 h 1202851"/>
              <a:gd name="csX132" fmla="*/ 241905 w 1830781"/>
              <a:gd name="csY132" fmla="*/ 1042979 h 1202851"/>
              <a:gd name="csX133" fmla="*/ 243737 w 1830781"/>
              <a:gd name="csY133" fmla="*/ 1040554 h 1202851"/>
              <a:gd name="csX134" fmla="*/ 245570 w 1830781"/>
              <a:gd name="csY134" fmla="*/ 1038099 h 1202851"/>
              <a:gd name="csX135" fmla="*/ 247403 w 1830781"/>
              <a:gd name="csY135" fmla="*/ 1035625 h 1202851"/>
              <a:gd name="csX136" fmla="*/ 249236 w 1830781"/>
              <a:gd name="csY136" fmla="*/ 1033112 h 1202851"/>
              <a:gd name="csX137" fmla="*/ 251068 w 1830781"/>
              <a:gd name="csY137" fmla="*/ 1030580 h 1202851"/>
              <a:gd name="csX138" fmla="*/ 252901 w 1830781"/>
              <a:gd name="csY138" fmla="*/ 1028009 h 1202851"/>
              <a:gd name="csX139" fmla="*/ 254733 w 1830781"/>
              <a:gd name="csY139" fmla="*/ 1025418 h 1202851"/>
              <a:gd name="csX140" fmla="*/ 256566 w 1830781"/>
              <a:gd name="csY140" fmla="*/ 1022799 h 1202851"/>
              <a:gd name="csX141" fmla="*/ 258398 w 1830781"/>
              <a:gd name="csY141" fmla="*/ 1020150 h 1202851"/>
              <a:gd name="csX142" fmla="*/ 260231 w 1830781"/>
              <a:gd name="csY142" fmla="*/ 1017472 h 1202851"/>
              <a:gd name="csX143" fmla="*/ 262064 w 1830781"/>
              <a:gd name="csY143" fmla="*/ 1014765 h 1202851"/>
              <a:gd name="csX144" fmla="*/ 263896 w 1830781"/>
              <a:gd name="csY144" fmla="*/ 1012029 h 1202851"/>
              <a:gd name="csX145" fmla="*/ 265729 w 1830781"/>
              <a:gd name="csY145" fmla="*/ 1009274 h 1202851"/>
              <a:gd name="csX146" fmla="*/ 267562 w 1830781"/>
              <a:gd name="csY146" fmla="*/ 1006480 h 1202851"/>
              <a:gd name="csX147" fmla="*/ 269394 w 1830781"/>
              <a:gd name="csY147" fmla="*/ 1003656 h 1202851"/>
              <a:gd name="csX148" fmla="*/ 271226 w 1830781"/>
              <a:gd name="csY148" fmla="*/ 1000804 h 1202851"/>
              <a:gd name="csX149" fmla="*/ 273059 w 1830781"/>
              <a:gd name="csY149" fmla="*/ 997922 h 1202851"/>
              <a:gd name="csX150" fmla="*/ 274892 w 1830781"/>
              <a:gd name="csY150" fmla="*/ 995021 h 1202851"/>
              <a:gd name="csX151" fmla="*/ 276725 w 1830781"/>
              <a:gd name="csY151" fmla="*/ 992082 h 1202851"/>
              <a:gd name="csX152" fmla="*/ 278557 w 1830781"/>
              <a:gd name="csY152" fmla="*/ 989113 h 1202851"/>
              <a:gd name="csX153" fmla="*/ 280390 w 1830781"/>
              <a:gd name="csY153" fmla="*/ 986115 h 1202851"/>
              <a:gd name="csX154" fmla="*/ 282222 w 1830781"/>
              <a:gd name="csY154" fmla="*/ 983088 h 1202851"/>
              <a:gd name="csX155" fmla="*/ 284055 w 1830781"/>
              <a:gd name="csY155" fmla="*/ 980032 h 1202851"/>
              <a:gd name="csX156" fmla="*/ 285887 w 1830781"/>
              <a:gd name="csY156" fmla="*/ 976937 h 1202851"/>
              <a:gd name="csX157" fmla="*/ 287720 w 1830781"/>
              <a:gd name="csY157" fmla="*/ 973822 h 1202851"/>
              <a:gd name="csX158" fmla="*/ 289553 w 1830781"/>
              <a:gd name="csY158" fmla="*/ 970679 h 1202851"/>
              <a:gd name="csX159" fmla="*/ 291386 w 1830781"/>
              <a:gd name="csY159" fmla="*/ 967506 h 1202851"/>
              <a:gd name="csX160" fmla="*/ 293218 w 1830781"/>
              <a:gd name="csY160" fmla="*/ 964295 h 1202851"/>
              <a:gd name="csX161" fmla="*/ 295051 w 1830781"/>
              <a:gd name="csY161" fmla="*/ 961054 h 1202851"/>
              <a:gd name="csX162" fmla="*/ 296883 w 1830781"/>
              <a:gd name="csY162" fmla="*/ 957794 h 1202851"/>
              <a:gd name="csX163" fmla="*/ 298715 w 1830781"/>
              <a:gd name="csY163" fmla="*/ 954496 h 1202851"/>
              <a:gd name="csX164" fmla="*/ 300548 w 1830781"/>
              <a:gd name="csY164" fmla="*/ 951168 h 1202851"/>
              <a:gd name="csX165" fmla="*/ 302381 w 1830781"/>
              <a:gd name="csY165" fmla="*/ 947811 h 1202851"/>
              <a:gd name="csX166" fmla="*/ 304214 w 1830781"/>
              <a:gd name="csY166" fmla="*/ 944425 h 1202851"/>
              <a:gd name="csX167" fmla="*/ 306046 w 1830781"/>
              <a:gd name="csY167" fmla="*/ 941010 h 1202851"/>
              <a:gd name="csX168" fmla="*/ 307879 w 1830781"/>
              <a:gd name="csY168" fmla="*/ 937556 h 1202851"/>
              <a:gd name="csX169" fmla="*/ 309712 w 1830781"/>
              <a:gd name="csY169" fmla="*/ 934082 h 1202851"/>
              <a:gd name="csX170" fmla="*/ 311544 w 1830781"/>
              <a:gd name="csY170" fmla="*/ 930570 h 1202851"/>
              <a:gd name="csX171" fmla="*/ 313376 w 1830781"/>
              <a:gd name="csY171" fmla="*/ 927029 h 1202851"/>
              <a:gd name="csX172" fmla="*/ 315209 w 1830781"/>
              <a:gd name="csY172" fmla="*/ 923458 h 1202851"/>
              <a:gd name="csX173" fmla="*/ 317042 w 1830781"/>
              <a:gd name="csY173" fmla="*/ 919859 h 1202851"/>
              <a:gd name="csX174" fmla="*/ 318875 w 1830781"/>
              <a:gd name="csY174" fmla="*/ 916230 h 1202851"/>
              <a:gd name="csX175" fmla="*/ 320707 w 1830781"/>
              <a:gd name="csY175" fmla="*/ 912573 h 1202851"/>
              <a:gd name="csX176" fmla="*/ 322540 w 1830781"/>
              <a:gd name="csY176" fmla="*/ 908886 h 1202851"/>
              <a:gd name="csX177" fmla="*/ 324373 w 1830781"/>
              <a:gd name="csY177" fmla="*/ 905160 h 1202851"/>
              <a:gd name="csX178" fmla="*/ 326205 w 1830781"/>
              <a:gd name="csY178" fmla="*/ 901415 h 1202851"/>
              <a:gd name="csX179" fmla="*/ 328037 w 1830781"/>
              <a:gd name="csY179" fmla="*/ 897631 h 1202851"/>
              <a:gd name="csX180" fmla="*/ 329870 w 1830781"/>
              <a:gd name="csY180" fmla="*/ 893828 h 1202851"/>
              <a:gd name="csX181" fmla="*/ 331703 w 1830781"/>
              <a:gd name="csY181" fmla="*/ 889986 h 1202851"/>
              <a:gd name="csX182" fmla="*/ 333536 w 1830781"/>
              <a:gd name="csY182" fmla="*/ 886115 h 1202851"/>
              <a:gd name="csX183" fmla="*/ 335368 w 1830781"/>
              <a:gd name="csY183" fmla="*/ 882215 h 1202851"/>
              <a:gd name="csX184" fmla="*/ 337201 w 1830781"/>
              <a:gd name="csY184" fmla="*/ 878285 h 1202851"/>
              <a:gd name="csX185" fmla="*/ 339033 w 1830781"/>
              <a:gd name="csY185" fmla="*/ 874328 h 1202851"/>
              <a:gd name="csX186" fmla="*/ 340866 w 1830781"/>
              <a:gd name="csY186" fmla="*/ 870339 h 1202851"/>
              <a:gd name="csX187" fmla="*/ 342698 w 1830781"/>
              <a:gd name="csY187" fmla="*/ 866321 h 1202851"/>
              <a:gd name="csX188" fmla="*/ 344531 w 1830781"/>
              <a:gd name="csY188" fmla="*/ 862274 h 1202851"/>
              <a:gd name="csX189" fmla="*/ 346364 w 1830781"/>
              <a:gd name="csY189" fmla="*/ 858198 h 1202851"/>
              <a:gd name="csX190" fmla="*/ 348196 w 1830781"/>
              <a:gd name="csY190" fmla="*/ 854092 h 1202851"/>
              <a:gd name="csX191" fmla="*/ 350029 w 1830781"/>
              <a:gd name="csY191" fmla="*/ 849957 h 1202851"/>
              <a:gd name="csX192" fmla="*/ 351862 w 1830781"/>
              <a:gd name="csY192" fmla="*/ 845794 h 1202851"/>
              <a:gd name="csX193" fmla="*/ 353694 w 1830781"/>
              <a:gd name="csY193" fmla="*/ 841601 h 1202851"/>
              <a:gd name="csX194" fmla="*/ 355526 w 1830781"/>
              <a:gd name="csY194" fmla="*/ 837381 h 1202851"/>
              <a:gd name="csX195" fmla="*/ 357359 w 1830781"/>
              <a:gd name="csY195" fmla="*/ 833131 h 1202851"/>
              <a:gd name="csX196" fmla="*/ 359192 w 1830781"/>
              <a:gd name="csY196" fmla="*/ 828854 h 1202851"/>
              <a:gd name="csX197" fmla="*/ 361025 w 1830781"/>
              <a:gd name="csY197" fmla="*/ 824548 h 1202851"/>
              <a:gd name="csX198" fmla="*/ 362857 w 1830781"/>
              <a:gd name="csY198" fmla="*/ 820214 h 1202851"/>
              <a:gd name="csX199" fmla="*/ 364690 w 1830781"/>
              <a:gd name="csY199" fmla="*/ 815852 h 1202851"/>
              <a:gd name="csX200" fmla="*/ 366523 w 1830781"/>
              <a:gd name="csY200" fmla="*/ 811463 h 1202851"/>
              <a:gd name="csX201" fmla="*/ 368355 w 1830781"/>
              <a:gd name="csY201" fmla="*/ 807046 h 1202851"/>
              <a:gd name="csX202" fmla="*/ 370187 w 1830781"/>
              <a:gd name="csY202" fmla="*/ 802602 h 1202851"/>
              <a:gd name="csX203" fmla="*/ 372020 w 1830781"/>
              <a:gd name="csY203" fmla="*/ 798131 h 1202851"/>
              <a:gd name="csX204" fmla="*/ 373853 w 1830781"/>
              <a:gd name="csY204" fmla="*/ 793632 h 1202851"/>
              <a:gd name="csX205" fmla="*/ 375686 w 1830781"/>
              <a:gd name="csY205" fmla="*/ 789108 h 1202851"/>
              <a:gd name="csX206" fmla="*/ 377518 w 1830781"/>
              <a:gd name="csY206" fmla="*/ 784557 h 1202851"/>
              <a:gd name="csX207" fmla="*/ 379351 w 1830781"/>
              <a:gd name="csY207" fmla="*/ 779979 h 1202851"/>
              <a:gd name="csX208" fmla="*/ 381184 w 1830781"/>
              <a:gd name="csY208" fmla="*/ 775376 h 1202851"/>
              <a:gd name="csX209" fmla="*/ 383015 w 1830781"/>
              <a:gd name="csY209" fmla="*/ 770747 h 1202851"/>
              <a:gd name="csX210" fmla="*/ 384848 w 1830781"/>
              <a:gd name="csY210" fmla="*/ 766092 h 1202851"/>
              <a:gd name="csX211" fmla="*/ 386681 w 1830781"/>
              <a:gd name="csY211" fmla="*/ 761411 h 1202851"/>
              <a:gd name="csX212" fmla="*/ 388514 w 1830781"/>
              <a:gd name="csY212" fmla="*/ 756707 h 1202851"/>
              <a:gd name="csX213" fmla="*/ 390346 w 1830781"/>
              <a:gd name="csY213" fmla="*/ 751977 h 1202851"/>
              <a:gd name="csX214" fmla="*/ 392179 w 1830781"/>
              <a:gd name="csY214" fmla="*/ 747223 h 1202851"/>
              <a:gd name="csX215" fmla="*/ 394012 w 1830781"/>
              <a:gd name="csY215" fmla="*/ 742445 h 1202851"/>
              <a:gd name="csX216" fmla="*/ 395844 w 1830781"/>
              <a:gd name="csY216" fmla="*/ 737642 h 1202851"/>
              <a:gd name="csX217" fmla="*/ 397676 w 1830781"/>
              <a:gd name="csY217" fmla="*/ 732816 h 1202851"/>
              <a:gd name="csX218" fmla="*/ 399509 w 1830781"/>
              <a:gd name="csY218" fmla="*/ 727967 h 1202851"/>
              <a:gd name="csX219" fmla="*/ 401342 w 1830781"/>
              <a:gd name="csY219" fmla="*/ 723095 h 1202851"/>
              <a:gd name="csX220" fmla="*/ 403175 w 1830781"/>
              <a:gd name="csY220" fmla="*/ 718200 h 1202851"/>
              <a:gd name="csX221" fmla="*/ 405007 w 1830781"/>
              <a:gd name="csY221" fmla="*/ 713283 h 1202851"/>
              <a:gd name="csX222" fmla="*/ 406840 w 1830781"/>
              <a:gd name="csY222" fmla="*/ 708343 h 1202851"/>
              <a:gd name="csX223" fmla="*/ 408673 w 1830781"/>
              <a:gd name="csY223" fmla="*/ 703383 h 1202851"/>
              <a:gd name="csX224" fmla="*/ 410505 w 1830781"/>
              <a:gd name="csY224" fmla="*/ 698401 h 1202851"/>
              <a:gd name="csX225" fmla="*/ 412337 w 1830781"/>
              <a:gd name="csY225" fmla="*/ 693397 h 1202851"/>
              <a:gd name="csX226" fmla="*/ 414170 w 1830781"/>
              <a:gd name="csY226" fmla="*/ 688374 h 1202851"/>
              <a:gd name="csX227" fmla="*/ 416003 w 1830781"/>
              <a:gd name="csY227" fmla="*/ 683329 h 1202851"/>
              <a:gd name="csX228" fmla="*/ 417836 w 1830781"/>
              <a:gd name="csY228" fmla="*/ 678266 h 1202851"/>
              <a:gd name="csX229" fmla="*/ 419668 w 1830781"/>
              <a:gd name="csY229" fmla="*/ 673183 h 1202851"/>
              <a:gd name="csX230" fmla="*/ 421501 w 1830781"/>
              <a:gd name="csY230" fmla="*/ 668080 h 1202851"/>
              <a:gd name="csX231" fmla="*/ 423334 w 1830781"/>
              <a:gd name="csY231" fmla="*/ 662959 h 1202851"/>
              <a:gd name="csX232" fmla="*/ 425166 w 1830781"/>
              <a:gd name="csY232" fmla="*/ 657820 h 1202851"/>
              <a:gd name="csX233" fmla="*/ 426998 w 1830781"/>
              <a:gd name="csY233" fmla="*/ 652662 h 1202851"/>
              <a:gd name="csX234" fmla="*/ 428831 w 1830781"/>
              <a:gd name="csY234" fmla="*/ 647487 h 1202851"/>
              <a:gd name="csX235" fmla="*/ 430664 w 1830781"/>
              <a:gd name="csY235" fmla="*/ 642294 h 1202851"/>
              <a:gd name="csX236" fmla="*/ 432496 w 1830781"/>
              <a:gd name="csY236" fmla="*/ 637086 h 1202851"/>
              <a:gd name="csX237" fmla="*/ 434329 w 1830781"/>
              <a:gd name="csY237" fmla="*/ 631860 h 1202851"/>
              <a:gd name="csX238" fmla="*/ 436162 w 1830781"/>
              <a:gd name="csY238" fmla="*/ 626620 h 1202851"/>
              <a:gd name="csX239" fmla="*/ 437995 w 1830781"/>
              <a:gd name="csY239" fmla="*/ 621364 h 1202851"/>
              <a:gd name="csX240" fmla="*/ 439826 w 1830781"/>
              <a:gd name="csY240" fmla="*/ 616094 h 1202851"/>
              <a:gd name="csX241" fmla="*/ 441659 w 1830781"/>
              <a:gd name="csY241" fmla="*/ 610808 h 1202851"/>
              <a:gd name="csX242" fmla="*/ 443492 w 1830781"/>
              <a:gd name="csY242" fmla="*/ 605509 h 1202851"/>
              <a:gd name="csX243" fmla="*/ 445325 w 1830781"/>
              <a:gd name="csY243" fmla="*/ 600196 h 1202851"/>
              <a:gd name="csX244" fmla="*/ 447157 w 1830781"/>
              <a:gd name="csY244" fmla="*/ 594870 h 1202851"/>
              <a:gd name="csX245" fmla="*/ 448990 w 1830781"/>
              <a:gd name="csY245" fmla="*/ 589532 h 1202851"/>
              <a:gd name="csX246" fmla="*/ 450823 w 1830781"/>
              <a:gd name="csY246" fmla="*/ 584182 h 1202851"/>
              <a:gd name="csX247" fmla="*/ 452655 w 1830781"/>
              <a:gd name="csY247" fmla="*/ 578820 h 1202851"/>
              <a:gd name="csX248" fmla="*/ 454487 w 1830781"/>
              <a:gd name="csY248" fmla="*/ 573448 h 1202851"/>
              <a:gd name="csX249" fmla="*/ 456320 w 1830781"/>
              <a:gd name="csY249" fmla="*/ 568064 h 1202851"/>
              <a:gd name="csX250" fmla="*/ 458153 w 1830781"/>
              <a:gd name="csY250" fmla="*/ 562671 h 1202851"/>
              <a:gd name="csX251" fmla="*/ 459986 w 1830781"/>
              <a:gd name="csY251" fmla="*/ 557268 h 1202851"/>
              <a:gd name="csX252" fmla="*/ 461818 w 1830781"/>
              <a:gd name="csY252" fmla="*/ 551857 h 1202851"/>
              <a:gd name="csX253" fmla="*/ 463651 w 1830781"/>
              <a:gd name="csY253" fmla="*/ 546437 h 1202851"/>
              <a:gd name="csX254" fmla="*/ 465484 w 1830781"/>
              <a:gd name="csY254" fmla="*/ 541010 h 1202851"/>
              <a:gd name="csX255" fmla="*/ 467315 w 1830781"/>
              <a:gd name="csY255" fmla="*/ 535574 h 1202851"/>
              <a:gd name="csX256" fmla="*/ 469148 w 1830781"/>
              <a:gd name="csY256" fmla="*/ 530134 h 1202851"/>
              <a:gd name="csX257" fmla="*/ 470981 w 1830781"/>
              <a:gd name="csY257" fmla="*/ 524686 h 1202851"/>
              <a:gd name="csX258" fmla="*/ 472814 w 1830781"/>
              <a:gd name="csY258" fmla="*/ 519232 h 1202851"/>
              <a:gd name="csX259" fmla="*/ 474646 w 1830781"/>
              <a:gd name="csY259" fmla="*/ 513774 h 1202851"/>
              <a:gd name="csX260" fmla="*/ 476479 w 1830781"/>
              <a:gd name="csY260" fmla="*/ 508310 h 1202851"/>
              <a:gd name="csX261" fmla="*/ 478312 w 1830781"/>
              <a:gd name="csY261" fmla="*/ 502844 h 1202851"/>
              <a:gd name="csX262" fmla="*/ 480145 w 1830781"/>
              <a:gd name="csY262" fmla="*/ 497374 h 1202851"/>
              <a:gd name="csX263" fmla="*/ 481976 w 1830781"/>
              <a:gd name="csY263" fmla="*/ 491901 h 1202851"/>
              <a:gd name="csX264" fmla="*/ 483809 w 1830781"/>
              <a:gd name="csY264" fmla="*/ 486427 h 1202851"/>
              <a:gd name="csX265" fmla="*/ 485642 w 1830781"/>
              <a:gd name="csY265" fmla="*/ 480950 h 1202851"/>
              <a:gd name="csX266" fmla="*/ 487475 w 1830781"/>
              <a:gd name="csY266" fmla="*/ 475474 h 1202851"/>
              <a:gd name="csX267" fmla="*/ 489307 w 1830781"/>
              <a:gd name="csY267" fmla="*/ 469997 h 1202851"/>
              <a:gd name="csX268" fmla="*/ 491140 w 1830781"/>
              <a:gd name="csY268" fmla="*/ 464520 h 1202851"/>
              <a:gd name="csX269" fmla="*/ 492973 w 1830781"/>
              <a:gd name="csY269" fmla="*/ 459044 h 1202851"/>
              <a:gd name="csX270" fmla="*/ 494806 w 1830781"/>
              <a:gd name="csY270" fmla="*/ 453570 h 1202851"/>
              <a:gd name="csX271" fmla="*/ 496637 w 1830781"/>
              <a:gd name="csY271" fmla="*/ 448098 h 1202851"/>
              <a:gd name="csX272" fmla="*/ 498470 w 1830781"/>
              <a:gd name="csY272" fmla="*/ 442629 h 1202851"/>
              <a:gd name="csX273" fmla="*/ 500303 w 1830781"/>
              <a:gd name="csY273" fmla="*/ 437163 h 1202851"/>
              <a:gd name="csX274" fmla="*/ 502136 w 1830781"/>
              <a:gd name="csY274" fmla="*/ 431701 h 1202851"/>
              <a:gd name="csX275" fmla="*/ 503968 w 1830781"/>
              <a:gd name="csY275" fmla="*/ 426245 h 1202851"/>
              <a:gd name="csX276" fmla="*/ 505801 w 1830781"/>
              <a:gd name="csY276" fmla="*/ 420794 h 1202851"/>
              <a:gd name="csX277" fmla="*/ 507634 w 1830781"/>
              <a:gd name="csY277" fmla="*/ 415348 h 1202851"/>
              <a:gd name="csX278" fmla="*/ 509466 w 1830781"/>
              <a:gd name="csY278" fmla="*/ 409910 h 1202851"/>
              <a:gd name="csX279" fmla="*/ 511298 w 1830781"/>
              <a:gd name="csY279" fmla="*/ 404480 h 1202851"/>
              <a:gd name="csX280" fmla="*/ 513131 w 1830781"/>
              <a:gd name="csY280" fmla="*/ 399058 h 1202851"/>
              <a:gd name="csX281" fmla="*/ 514964 w 1830781"/>
              <a:gd name="csY281" fmla="*/ 393644 h 1202851"/>
              <a:gd name="csX282" fmla="*/ 516796 w 1830781"/>
              <a:gd name="csY282" fmla="*/ 388239 h 1202851"/>
              <a:gd name="csX283" fmla="*/ 518629 w 1830781"/>
              <a:gd name="csY283" fmla="*/ 382844 h 1202851"/>
              <a:gd name="csX284" fmla="*/ 520462 w 1830781"/>
              <a:gd name="csY284" fmla="*/ 377462 h 1202851"/>
              <a:gd name="csX285" fmla="*/ 522295 w 1830781"/>
              <a:gd name="csY285" fmla="*/ 372089 h 1202851"/>
              <a:gd name="csX286" fmla="*/ 524126 w 1830781"/>
              <a:gd name="csY286" fmla="*/ 366729 h 1202851"/>
              <a:gd name="csX287" fmla="*/ 525959 w 1830781"/>
              <a:gd name="csY287" fmla="*/ 361382 h 1202851"/>
              <a:gd name="csX288" fmla="*/ 527792 w 1830781"/>
              <a:gd name="csY288" fmla="*/ 356049 h 1202851"/>
              <a:gd name="csX289" fmla="*/ 529625 w 1830781"/>
              <a:gd name="csY289" fmla="*/ 350729 h 1202851"/>
              <a:gd name="csX290" fmla="*/ 531457 w 1830781"/>
              <a:gd name="csY290" fmla="*/ 345425 h 1202851"/>
              <a:gd name="csX291" fmla="*/ 533290 w 1830781"/>
              <a:gd name="csY291" fmla="*/ 340136 h 1202851"/>
              <a:gd name="csX292" fmla="*/ 535123 w 1830781"/>
              <a:gd name="csY292" fmla="*/ 334864 h 1202851"/>
              <a:gd name="csX293" fmla="*/ 536956 w 1830781"/>
              <a:gd name="csY293" fmla="*/ 329609 h 1202851"/>
              <a:gd name="csX294" fmla="*/ 538787 w 1830781"/>
              <a:gd name="csY294" fmla="*/ 324371 h 1202851"/>
              <a:gd name="csX295" fmla="*/ 540620 w 1830781"/>
              <a:gd name="csY295" fmla="*/ 319152 h 1202851"/>
              <a:gd name="csX296" fmla="*/ 542453 w 1830781"/>
              <a:gd name="csY296" fmla="*/ 313951 h 1202851"/>
              <a:gd name="csX297" fmla="*/ 544286 w 1830781"/>
              <a:gd name="csY297" fmla="*/ 308771 h 1202851"/>
              <a:gd name="csX298" fmla="*/ 546118 w 1830781"/>
              <a:gd name="csY298" fmla="*/ 303611 h 1202851"/>
              <a:gd name="csX299" fmla="*/ 547951 w 1830781"/>
              <a:gd name="csY299" fmla="*/ 298472 h 1202851"/>
              <a:gd name="csX300" fmla="*/ 549784 w 1830781"/>
              <a:gd name="csY300" fmla="*/ 293356 h 1202851"/>
              <a:gd name="csX301" fmla="*/ 551617 w 1830781"/>
              <a:gd name="csY301" fmla="*/ 288261 h 1202851"/>
              <a:gd name="csX302" fmla="*/ 553448 w 1830781"/>
              <a:gd name="csY302" fmla="*/ 283191 h 1202851"/>
              <a:gd name="csX303" fmla="*/ 555281 w 1830781"/>
              <a:gd name="csY303" fmla="*/ 278144 h 1202851"/>
              <a:gd name="csX304" fmla="*/ 557114 w 1830781"/>
              <a:gd name="csY304" fmla="*/ 273121 h 1202851"/>
              <a:gd name="csX305" fmla="*/ 558946 w 1830781"/>
              <a:gd name="csY305" fmla="*/ 268124 h 1202851"/>
              <a:gd name="csX306" fmla="*/ 560779 w 1830781"/>
              <a:gd name="csY306" fmla="*/ 263154 h 1202851"/>
              <a:gd name="csX307" fmla="*/ 562612 w 1830781"/>
              <a:gd name="csY307" fmla="*/ 258210 h 1202851"/>
              <a:gd name="csX308" fmla="*/ 564445 w 1830781"/>
              <a:gd name="csY308" fmla="*/ 253293 h 1202851"/>
              <a:gd name="csX309" fmla="*/ 566276 w 1830781"/>
              <a:gd name="csY309" fmla="*/ 248405 h 1202851"/>
              <a:gd name="csX310" fmla="*/ 568109 w 1830781"/>
              <a:gd name="csY310" fmla="*/ 243546 h 1202851"/>
              <a:gd name="csX311" fmla="*/ 569942 w 1830781"/>
              <a:gd name="csY311" fmla="*/ 238716 h 1202851"/>
              <a:gd name="csX312" fmla="*/ 571775 w 1830781"/>
              <a:gd name="csY312" fmla="*/ 233916 h 1202851"/>
              <a:gd name="csX313" fmla="*/ 573606 w 1830781"/>
              <a:gd name="csY313" fmla="*/ 229148 h 1202851"/>
              <a:gd name="csX314" fmla="*/ 575440 w 1830781"/>
              <a:gd name="csY314" fmla="*/ 224411 h 1202851"/>
              <a:gd name="csX315" fmla="*/ 577274 w 1830781"/>
              <a:gd name="csY315" fmla="*/ 219708 h 1202851"/>
              <a:gd name="csX316" fmla="*/ 579108 w 1830781"/>
              <a:gd name="csY316" fmla="*/ 215036 h 1202851"/>
              <a:gd name="csX317" fmla="*/ 580941 w 1830781"/>
              <a:gd name="csY317" fmla="*/ 210398 h 1202851"/>
              <a:gd name="csX318" fmla="*/ 582775 w 1830781"/>
              <a:gd name="csY318" fmla="*/ 205796 h 1202851"/>
              <a:gd name="csX319" fmla="*/ 584599 w 1830781"/>
              <a:gd name="csY319" fmla="*/ 201227 h 1202851"/>
              <a:gd name="csX320" fmla="*/ 586433 w 1830781"/>
              <a:gd name="csY320" fmla="*/ 196695 h 1202851"/>
              <a:gd name="csX321" fmla="*/ 588266 w 1830781"/>
              <a:gd name="csY321" fmla="*/ 192199 h 1202851"/>
              <a:gd name="csX322" fmla="*/ 590100 w 1830781"/>
              <a:gd name="csY322" fmla="*/ 187741 h 1202851"/>
              <a:gd name="csX323" fmla="*/ 591934 w 1830781"/>
              <a:gd name="csY323" fmla="*/ 183320 h 1202851"/>
              <a:gd name="csX324" fmla="*/ 593767 w 1830781"/>
              <a:gd name="csY324" fmla="*/ 178937 h 1202851"/>
              <a:gd name="csX325" fmla="*/ 595601 w 1830781"/>
              <a:gd name="csY325" fmla="*/ 174595 h 1202851"/>
              <a:gd name="csX326" fmla="*/ 597435 w 1830781"/>
              <a:gd name="csY326" fmla="*/ 170291 h 1202851"/>
              <a:gd name="csX327" fmla="*/ 599269 w 1830781"/>
              <a:gd name="csY327" fmla="*/ 166028 h 1202851"/>
              <a:gd name="csX328" fmla="*/ 601093 w 1830781"/>
              <a:gd name="csY328" fmla="*/ 161805 h 1202851"/>
              <a:gd name="csX329" fmla="*/ 602926 w 1830781"/>
              <a:gd name="csY329" fmla="*/ 157625 h 1202851"/>
              <a:gd name="csX330" fmla="*/ 604760 w 1830781"/>
              <a:gd name="csY330" fmla="*/ 153488 h 1202851"/>
              <a:gd name="csX331" fmla="*/ 606594 w 1830781"/>
              <a:gd name="csY331" fmla="*/ 149392 h 1202851"/>
              <a:gd name="csX332" fmla="*/ 608427 w 1830781"/>
              <a:gd name="csY332" fmla="*/ 145342 h 1202851"/>
              <a:gd name="csX333" fmla="*/ 610261 w 1830781"/>
              <a:gd name="csY333" fmla="*/ 141335 h 1202851"/>
              <a:gd name="csX334" fmla="*/ 612095 w 1830781"/>
              <a:gd name="csY334" fmla="*/ 137372 h 1202851"/>
              <a:gd name="csX335" fmla="*/ 613928 w 1830781"/>
              <a:gd name="csY335" fmla="*/ 133456 h 1202851"/>
              <a:gd name="csX336" fmla="*/ 615762 w 1830781"/>
              <a:gd name="csY336" fmla="*/ 129585 h 1202851"/>
              <a:gd name="csX337" fmla="*/ 617586 w 1830781"/>
              <a:gd name="csY337" fmla="*/ 125761 h 1202851"/>
              <a:gd name="csX338" fmla="*/ 619420 w 1830781"/>
              <a:gd name="csY338" fmla="*/ 121985 h 1202851"/>
              <a:gd name="csX339" fmla="*/ 621254 w 1830781"/>
              <a:gd name="csY339" fmla="*/ 118256 h 1202851"/>
              <a:gd name="csX340" fmla="*/ 623087 w 1830781"/>
              <a:gd name="csY340" fmla="*/ 114576 h 1202851"/>
              <a:gd name="csX341" fmla="*/ 624921 w 1830781"/>
              <a:gd name="csY341" fmla="*/ 110945 h 1202851"/>
              <a:gd name="csX342" fmla="*/ 626755 w 1830781"/>
              <a:gd name="csY342" fmla="*/ 107363 h 1202851"/>
              <a:gd name="csX343" fmla="*/ 628589 w 1830781"/>
              <a:gd name="csY343" fmla="*/ 103832 h 1202851"/>
              <a:gd name="csX344" fmla="*/ 630422 w 1830781"/>
              <a:gd name="csY344" fmla="*/ 100351 h 1202851"/>
              <a:gd name="csX345" fmla="*/ 632246 w 1830781"/>
              <a:gd name="csY345" fmla="*/ 96922 h 1202851"/>
              <a:gd name="csX346" fmla="*/ 634080 w 1830781"/>
              <a:gd name="csY346" fmla="*/ 93545 h 1202851"/>
              <a:gd name="csX347" fmla="*/ 635914 w 1830781"/>
              <a:gd name="csY347" fmla="*/ 90220 h 1202851"/>
              <a:gd name="csX348" fmla="*/ 637747 w 1830781"/>
              <a:gd name="csY348" fmla="*/ 86947 h 1202851"/>
              <a:gd name="csX349" fmla="*/ 639581 w 1830781"/>
              <a:gd name="csY349" fmla="*/ 83729 h 1202851"/>
              <a:gd name="csX350" fmla="*/ 641415 w 1830781"/>
              <a:gd name="csY350" fmla="*/ 80564 h 1202851"/>
              <a:gd name="csX351" fmla="*/ 643248 w 1830781"/>
              <a:gd name="csY351" fmla="*/ 77454 h 1202851"/>
              <a:gd name="csX352" fmla="*/ 645082 w 1830781"/>
              <a:gd name="csY352" fmla="*/ 74399 h 1202851"/>
              <a:gd name="csX353" fmla="*/ 646916 w 1830781"/>
              <a:gd name="csY353" fmla="*/ 71400 h 1202851"/>
              <a:gd name="csX354" fmla="*/ 648740 w 1830781"/>
              <a:gd name="csY354" fmla="*/ 68456 h 1202851"/>
              <a:gd name="csX355" fmla="*/ 650573 w 1830781"/>
              <a:gd name="csY355" fmla="*/ 65569 h 1202851"/>
              <a:gd name="csX356" fmla="*/ 652407 w 1830781"/>
              <a:gd name="csY356" fmla="*/ 62739 h 1202851"/>
              <a:gd name="csX357" fmla="*/ 654241 w 1830781"/>
              <a:gd name="csY357" fmla="*/ 59965 h 1202851"/>
              <a:gd name="csX358" fmla="*/ 656075 w 1830781"/>
              <a:gd name="csY358" fmla="*/ 57250 h 1202851"/>
              <a:gd name="csX359" fmla="*/ 657908 w 1830781"/>
              <a:gd name="csY359" fmla="*/ 54593 h 1202851"/>
              <a:gd name="csX360" fmla="*/ 659742 w 1830781"/>
              <a:gd name="csY360" fmla="*/ 51995 h 1202851"/>
              <a:gd name="csX361" fmla="*/ 661576 w 1830781"/>
              <a:gd name="csY361" fmla="*/ 49456 h 1202851"/>
              <a:gd name="csX362" fmla="*/ 663409 w 1830781"/>
              <a:gd name="csY362" fmla="*/ 46976 h 1202851"/>
              <a:gd name="csX363" fmla="*/ 665233 w 1830781"/>
              <a:gd name="csY363" fmla="*/ 44557 h 1202851"/>
              <a:gd name="csX364" fmla="*/ 667067 w 1830781"/>
              <a:gd name="csY364" fmla="*/ 42198 h 1202851"/>
              <a:gd name="csX365" fmla="*/ 668901 w 1830781"/>
              <a:gd name="csY365" fmla="*/ 39900 h 1202851"/>
              <a:gd name="csX366" fmla="*/ 670735 w 1830781"/>
              <a:gd name="csY366" fmla="*/ 37662 h 1202851"/>
              <a:gd name="csX367" fmla="*/ 672568 w 1830781"/>
              <a:gd name="csY367" fmla="*/ 35486 h 1202851"/>
              <a:gd name="csX368" fmla="*/ 674402 w 1830781"/>
              <a:gd name="csY368" fmla="*/ 33372 h 1202851"/>
              <a:gd name="csX369" fmla="*/ 676236 w 1830781"/>
              <a:gd name="csY369" fmla="*/ 31320 h 1202851"/>
              <a:gd name="csX370" fmla="*/ 678069 w 1830781"/>
              <a:gd name="csY370" fmla="*/ 29331 h 1202851"/>
              <a:gd name="csX371" fmla="*/ 679903 w 1830781"/>
              <a:gd name="csY371" fmla="*/ 27405 h 1202851"/>
              <a:gd name="csX372" fmla="*/ 681727 w 1830781"/>
              <a:gd name="csY372" fmla="*/ 25541 h 1202851"/>
              <a:gd name="csX373" fmla="*/ 683561 w 1830781"/>
              <a:gd name="csY373" fmla="*/ 23742 h 1202851"/>
              <a:gd name="csX374" fmla="*/ 685395 w 1830781"/>
              <a:gd name="csY374" fmla="*/ 22006 h 1202851"/>
              <a:gd name="csX375" fmla="*/ 687228 w 1830781"/>
              <a:gd name="csY375" fmla="*/ 20334 h 1202851"/>
              <a:gd name="csX376" fmla="*/ 689062 w 1830781"/>
              <a:gd name="csY376" fmla="*/ 18727 h 1202851"/>
              <a:gd name="csX377" fmla="*/ 690896 w 1830781"/>
              <a:gd name="csY377" fmla="*/ 17184 h 1202851"/>
              <a:gd name="csX378" fmla="*/ 692729 w 1830781"/>
              <a:gd name="csY378" fmla="*/ 15706 h 1202851"/>
              <a:gd name="csX379" fmla="*/ 694563 w 1830781"/>
              <a:gd name="csY379" fmla="*/ 14294 h 1202851"/>
              <a:gd name="csX380" fmla="*/ 696397 w 1830781"/>
              <a:gd name="csY380" fmla="*/ 12947 h 1202851"/>
              <a:gd name="csX381" fmla="*/ 698221 w 1830781"/>
              <a:gd name="csY381" fmla="*/ 11665 h 1202851"/>
              <a:gd name="csX382" fmla="*/ 700054 w 1830781"/>
              <a:gd name="csY382" fmla="*/ 10449 h 1202851"/>
              <a:gd name="csX383" fmla="*/ 701888 w 1830781"/>
              <a:gd name="csY383" fmla="*/ 9299 h 1202851"/>
              <a:gd name="csX384" fmla="*/ 703722 w 1830781"/>
              <a:gd name="csY384" fmla="*/ 8215 h 1202851"/>
              <a:gd name="csX385" fmla="*/ 705556 w 1830781"/>
              <a:gd name="csY385" fmla="*/ 7199 h 1202851"/>
              <a:gd name="csX386" fmla="*/ 707389 w 1830781"/>
              <a:gd name="csY386" fmla="*/ 6248 h 1202851"/>
              <a:gd name="csX387" fmla="*/ 709223 w 1830781"/>
              <a:gd name="csY387" fmla="*/ 5364 h 1202851"/>
              <a:gd name="csX388" fmla="*/ 711057 w 1830781"/>
              <a:gd name="csY388" fmla="*/ 4547 h 1202851"/>
              <a:gd name="csX389" fmla="*/ 712890 w 1830781"/>
              <a:gd name="csY389" fmla="*/ 3797 h 1202851"/>
              <a:gd name="csX390" fmla="*/ 714714 w 1830781"/>
              <a:gd name="csY390" fmla="*/ 3115 h 1202851"/>
              <a:gd name="csX391" fmla="*/ 716548 w 1830781"/>
              <a:gd name="csY391" fmla="*/ 2499 h 1202851"/>
              <a:gd name="csX392" fmla="*/ 718382 w 1830781"/>
              <a:gd name="csY392" fmla="*/ 1951 h 1202851"/>
              <a:gd name="csX393" fmla="*/ 720216 w 1830781"/>
              <a:gd name="csY393" fmla="*/ 1470 h 1202851"/>
              <a:gd name="csX394" fmla="*/ 722049 w 1830781"/>
              <a:gd name="csY394" fmla="*/ 1057 h 1202851"/>
              <a:gd name="csX395" fmla="*/ 723883 w 1830781"/>
              <a:gd name="csY395" fmla="*/ 712 h 1202851"/>
              <a:gd name="csX396" fmla="*/ 725717 w 1830781"/>
              <a:gd name="csY396" fmla="*/ 434 h 1202851"/>
              <a:gd name="csX397" fmla="*/ 727550 w 1830781"/>
              <a:gd name="csY397" fmla="*/ 224 h 1202851"/>
              <a:gd name="csX398" fmla="*/ 729374 w 1830781"/>
              <a:gd name="csY398" fmla="*/ 81 h 1202851"/>
              <a:gd name="csX399" fmla="*/ 731208 w 1830781"/>
              <a:gd name="csY399" fmla="*/ 7 h 1202851"/>
              <a:gd name="csX400" fmla="*/ 733042 w 1830781"/>
              <a:gd name="csY400" fmla="*/ 0 h 1202851"/>
              <a:gd name="csX401" fmla="*/ 734875 w 1830781"/>
              <a:gd name="csY401" fmla="*/ 61 h 1202851"/>
              <a:gd name="csX402" fmla="*/ 736709 w 1830781"/>
              <a:gd name="csY402" fmla="*/ 190 h 1202851"/>
              <a:gd name="csX403" fmla="*/ 738543 w 1830781"/>
              <a:gd name="csY403" fmla="*/ 386 h 1202851"/>
              <a:gd name="csX404" fmla="*/ 740377 w 1830781"/>
              <a:gd name="csY404" fmla="*/ 651 h 1202851"/>
              <a:gd name="csX405" fmla="*/ 742210 w 1830781"/>
              <a:gd name="csY405" fmla="*/ 983 h 1202851"/>
              <a:gd name="csX406" fmla="*/ 744044 w 1830781"/>
              <a:gd name="csY406" fmla="*/ 1382 h 1202851"/>
              <a:gd name="csX407" fmla="*/ 745868 w 1830781"/>
              <a:gd name="csY407" fmla="*/ 1850 h 1202851"/>
              <a:gd name="csX408" fmla="*/ 747702 w 1830781"/>
              <a:gd name="csY408" fmla="*/ 2384 h 1202851"/>
              <a:gd name="csX409" fmla="*/ 749535 w 1830781"/>
              <a:gd name="csY409" fmla="*/ 2986 h 1202851"/>
              <a:gd name="csX410" fmla="*/ 751369 w 1830781"/>
              <a:gd name="csY410" fmla="*/ 3655 h 1202851"/>
              <a:gd name="csX411" fmla="*/ 753203 w 1830781"/>
              <a:gd name="csY411" fmla="*/ 4392 h 1202851"/>
              <a:gd name="csX412" fmla="*/ 755037 w 1830781"/>
              <a:gd name="csY412" fmla="*/ 5195 h 1202851"/>
              <a:gd name="csX413" fmla="*/ 756870 w 1830781"/>
              <a:gd name="csY413" fmla="*/ 6066 h 1202851"/>
              <a:gd name="csX414" fmla="*/ 758704 w 1830781"/>
              <a:gd name="csY414" fmla="*/ 7004 h 1202851"/>
              <a:gd name="csX415" fmla="*/ 760538 w 1830781"/>
              <a:gd name="csY415" fmla="*/ 8007 h 1202851"/>
              <a:gd name="csX416" fmla="*/ 762362 w 1830781"/>
              <a:gd name="csY416" fmla="*/ 9077 h 1202851"/>
              <a:gd name="csX417" fmla="*/ 764195 w 1830781"/>
              <a:gd name="csY417" fmla="*/ 10214 h 1202851"/>
              <a:gd name="csX418" fmla="*/ 766029 w 1830781"/>
              <a:gd name="csY418" fmla="*/ 11416 h 1202851"/>
              <a:gd name="csX419" fmla="*/ 767863 w 1830781"/>
              <a:gd name="csY419" fmla="*/ 12685 h 1202851"/>
              <a:gd name="csX420" fmla="*/ 769696 w 1830781"/>
              <a:gd name="csY420" fmla="*/ 14019 h 1202851"/>
              <a:gd name="csX421" fmla="*/ 771530 w 1830781"/>
              <a:gd name="csY421" fmla="*/ 15419 h 1202851"/>
              <a:gd name="csX422" fmla="*/ 773364 w 1830781"/>
              <a:gd name="csY422" fmla="*/ 16883 h 1202851"/>
              <a:gd name="csX423" fmla="*/ 775198 w 1830781"/>
              <a:gd name="csY423" fmla="*/ 18413 h 1202851"/>
              <a:gd name="csX424" fmla="*/ 777031 w 1830781"/>
              <a:gd name="csY424" fmla="*/ 20008 h 1202851"/>
              <a:gd name="csX425" fmla="*/ 778855 w 1830781"/>
              <a:gd name="csY425" fmla="*/ 21666 h 1202851"/>
              <a:gd name="csX426" fmla="*/ 780689 w 1830781"/>
              <a:gd name="csY426" fmla="*/ 23390 h 1202851"/>
              <a:gd name="csX427" fmla="*/ 782523 w 1830781"/>
              <a:gd name="csY427" fmla="*/ 25177 h 1202851"/>
              <a:gd name="csX428" fmla="*/ 784356 w 1830781"/>
              <a:gd name="csY428" fmla="*/ 27027 h 1202851"/>
              <a:gd name="csX429" fmla="*/ 786190 w 1830781"/>
              <a:gd name="csY429" fmla="*/ 28941 h 1202851"/>
              <a:gd name="csX430" fmla="*/ 788024 w 1830781"/>
              <a:gd name="csY430" fmla="*/ 30917 h 1202851"/>
              <a:gd name="csX431" fmla="*/ 789858 w 1830781"/>
              <a:gd name="csY431" fmla="*/ 32957 h 1202851"/>
              <a:gd name="csX432" fmla="*/ 791691 w 1830781"/>
              <a:gd name="csY432" fmla="*/ 35058 h 1202851"/>
              <a:gd name="csX433" fmla="*/ 793525 w 1830781"/>
              <a:gd name="csY433" fmla="*/ 37222 h 1202851"/>
              <a:gd name="csX434" fmla="*/ 795349 w 1830781"/>
              <a:gd name="csY434" fmla="*/ 39447 h 1202851"/>
              <a:gd name="csX435" fmla="*/ 797183 w 1830781"/>
              <a:gd name="csY435" fmla="*/ 41733 h 1202851"/>
              <a:gd name="csX436" fmla="*/ 799016 w 1830781"/>
              <a:gd name="csY436" fmla="*/ 44080 h 1202851"/>
              <a:gd name="csX437" fmla="*/ 800850 w 1830781"/>
              <a:gd name="csY437" fmla="*/ 46487 h 1202851"/>
              <a:gd name="csX438" fmla="*/ 802684 w 1830781"/>
              <a:gd name="csY438" fmla="*/ 48956 h 1202851"/>
              <a:gd name="csX439" fmla="*/ 804517 w 1830781"/>
              <a:gd name="csY439" fmla="*/ 51482 h 1202851"/>
              <a:gd name="csX440" fmla="*/ 806351 w 1830781"/>
              <a:gd name="csY440" fmla="*/ 54069 h 1202851"/>
              <a:gd name="csX441" fmla="*/ 808185 w 1830781"/>
              <a:gd name="csY441" fmla="*/ 56713 h 1202851"/>
              <a:gd name="csX442" fmla="*/ 810019 w 1830781"/>
              <a:gd name="csY442" fmla="*/ 59417 h 1202851"/>
              <a:gd name="csX443" fmla="*/ 811843 w 1830781"/>
              <a:gd name="csY443" fmla="*/ 62179 h 1202851"/>
              <a:gd name="csX444" fmla="*/ 813676 w 1830781"/>
              <a:gd name="csY444" fmla="*/ 64998 h 1202851"/>
              <a:gd name="csX445" fmla="*/ 815510 w 1830781"/>
              <a:gd name="csY445" fmla="*/ 67874 h 1202851"/>
              <a:gd name="csX446" fmla="*/ 817344 w 1830781"/>
              <a:gd name="csY446" fmla="*/ 70806 h 1202851"/>
              <a:gd name="csX447" fmla="*/ 819177 w 1830781"/>
              <a:gd name="csY447" fmla="*/ 73795 h 1202851"/>
              <a:gd name="csX448" fmla="*/ 821011 w 1830781"/>
              <a:gd name="csY448" fmla="*/ 76839 h 1202851"/>
              <a:gd name="csX449" fmla="*/ 822845 w 1830781"/>
              <a:gd name="csY449" fmla="*/ 79938 h 1202851"/>
              <a:gd name="csX450" fmla="*/ 824679 w 1830781"/>
              <a:gd name="csY450" fmla="*/ 83092 h 1202851"/>
              <a:gd name="csX451" fmla="*/ 826512 w 1830781"/>
              <a:gd name="csY451" fmla="*/ 86299 h 1202851"/>
              <a:gd name="csX452" fmla="*/ 828336 w 1830781"/>
              <a:gd name="csY452" fmla="*/ 89561 h 1202851"/>
              <a:gd name="csX453" fmla="*/ 830170 w 1830781"/>
              <a:gd name="csY453" fmla="*/ 92875 h 1202851"/>
              <a:gd name="csX454" fmla="*/ 832004 w 1830781"/>
              <a:gd name="csY454" fmla="*/ 96242 h 1202851"/>
              <a:gd name="csX455" fmla="*/ 833837 w 1830781"/>
              <a:gd name="csY455" fmla="*/ 99661 h 1202851"/>
              <a:gd name="csX456" fmla="*/ 835671 w 1830781"/>
              <a:gd name="csY456" fmla="*/ 103131 h 1202851"/>
              <a:gd name="csX457" fmla="*/ 837505 w 1830781"/>
              <a:gd name="csY457" fmla="*/ 106652 h 1202851"/>
              <a:gd name="csX458" fmla="*/ 839339 w 1830781"/>
              <a:gd name="csY458" fmla="*/ 110225 h 1202851"/>
              <a:gd name="csX459" fmla="*/ 841172 w 1830781"/>
              <a:gd name="csY459" fmla="*/ 113846 h 1202851"/>
              <a:gd name="csX460" fmla="*/ 842996 w 1830781"/>
              <a:gd name="csY460" fmla="*/ 117516 h 1202851"/>
              <a:gd name="csX461" fmla="*/ 844830 w 1830781"/>
              <a:gd name="csY461" fmla="*/ 121235 h 1202851"/>
              <a:gd name="csX462" fmla="*/ 846664 w 1830781"/>
              <a:gd name="csY462" fmla="*/ 125002 h 1202851"/>
              <a:gd name="csX463" fmla="*/ 848497 w 1830781"/>
              <a:gd name="csY463" fmla="*/ 128816 h 1202851"/>
              <a:gd name="csX464" fmla="*/ 850331 w 1830781"/>
              <a:gd name="csY464" fmla="*/ 132677 h 1202851"/>
              <a:gd name="csX465" fmla="*/ 852165 w 1830781"/>
              <a:gd name="csY465" fmla="*/ 136585 h 1202851"/>
              <a:gd name="csX466" fmla="*/ 853998 w 1830781"/>
              <a:gd name="csY466" fmla="*/ 140538 h 1202851"/>
              <a:gd name="csX467" fmla="*/ 855832 w 1830781"/>
              <a:gd name="csY467" fmla="*/ 144536 h 1202851"/>
              <a:gd name="csX468" fmla="*/ 857666 w 1830781"/>
              <a:gd name="csY468" fmla="*/ 148579 h 1202851"/>
              <a:gd name="csX469" fmla="*/ 859490 w 1830781"/>
              <a:gd name="csY469" fmla="*/ 152665 h 1202851"/>
              <a:gd name="csX470" fmla="*/ 861324 w 1830781"/>
              <a:gd name="csY470" fmla="*/ 156794 h 1202851"/>
              <a:gd name="csX471" fmla="*/ 863157 w 1830781"/>
              <a:gd name="csY471" fmla="*/ 160966 h 1202851"/>
              <a:gd name="csX472" fmla="*/ 864991 w 1830781"/>
              <a:gd name="csY472" fmla="*/ 165180 h 1202851"/>
              <a:gd name="csX473" fmla="*/ 866825 w 1830781"/>
              <a:gd name="csY473" fmla="*/ 169435 h 1202851"/>
              <a:gd name="csX474" fmla="*/ 868658 w 1830781"/>
              <a:gd name="csY474" fmla="*/ 173730 h 1202851"/>
              <a:gd name="csX475" fmla="*/ 870492 w 1830781"/>
              <a:gd name="csY475" fmla="*/ 178066 h 1202851"/>
              <a:gd name="csX476" fmla="*/ 872326 w 1830781"/>
              <a:gd name="csY476" fmla="*/ 182441 h 1202851"/>
              <a:gd name="csX477" fmla="*/ 874160 w 1830781"/>
              <a:gd name="csY477" fmla="*/ 186853 h 1202851"/>
              <a:gd name="csX478" fmla="*/ 875984 w 1830781"/>
              <a:gd name="csY478" fmla="*/ 191305 h 1202851"/>
              <a:gd name="csX479" fmla="*/ 877817 w 1830781"/>
              <a:gd name="csY479" fmla="*/ 195793 h 1202851"/>
              <a:gd name="csX480" fmla="*/ 879651 w 1830781"/>
              <a:gd name="csY480" fmla="*/ 200318 h 1202851"/>
              <a:gd name="csX481" fmla="*/ 881485 w 1830781"/>
              <a:gd name="csY481" fmla="*/ 204879 h 1202851"/>
              <a:gd name="csX482" fmla="*/ 883318 w 1830781"/>
              <a:gd name="csY482" fmla="*/ 209475 h 1202851"/>
              <a:gd name="csX483" fmla="*/ 885152 w 1830781"/>
              <a:gd name="csY483" fmla="*/ 214106 h 1202851"/>
              <a:gd name="csX484" fmla="*/ 886986 w 1830781"/>
              <a:gd name="csY484" fmla="*/ 218770 h 1202851"/>
              <a:gd name="csX485" fmla="*/ 888819 w 1830781"/>
              <a:gd name="csY485" fmla="*/ 223468 h 1202851"/>
              <a:gd name="csX486" fmla="*/ 890653 w 1830781"/>
              <a:gd name="csY486" fmla="*/ 228198 h 1202851"/>
              <a:gd name="csX487" fmla="*/ 892477 w 1830781"/>
              <a:gd name="csY487" fmla="*/ 232961 h 1202851"/>
              <a:gd name="csX488" fmla="*/ 894311 w 1830781"/>
              <a:gd name="csY488" fmla="*/ 237754 h 1202851"/>
              <a:gd name="csX489" fmla="*/ 896144 w 1830781"/>
              <a:gd name="csY489" fmla="*/ 242577 h 1202851"/>
              <a:gd name="csX490" fmla="*/ 897978 w 1830781"/>
              <a:gd name="csY490" fmla="*/ 247430 h 1202851"/>
              <a:gd name="csX491" fmla="*/ 899812 w 1830781"/>
              <a:gd name="csY491" fmla="*/ 252314 h 1202851"/>
              <a:gd name="csX492" fmla="*/ 901646 w 1830781"/>
              <a:gd name="csY492" fmla="*/ 257224 h 1202851"/>
              <a:gd name="csX493" fmla="*/ 903479 w 1830781"/>
              <a:gd name="csY493" fmla="*/ 262162 h 1202851"/>
              <a:gd name="csX494" fmla="*/ 905313 w 1830781"/>
              <a:gd name="csY494" fmla="*/ 267128 h 1202851"/>
              <a:gd name="csX495" fmla="*/ 907147 w 1830781"/>
              <a:gd name="csY495" fmla="*/ 272120 h 1202851"/>
              <a:gd name="csX496" fmla="*/ 908971 w 1830781"/>
              <a:gd name="csY496" fmla="*/ 277137 h 1202851"/>
              <a:gd name="csX497" fmla="*/ 910805 w 1830781"/>
              <a:gd name="csY497" fmla="*/ 282179 h 1202851"/>
              <a:gd name="csX498" fmla="*/ 912638 w 1830781"/>
              <a:gd name="csY498" fmla="*/ 287245 h 1202851"/>
              <a:gd name="csX499" fmla="*/ 914472 w 1830781"/>
              <a:gd name="csY499" fmla="*/ 292335 h 1202851"/>
              <a:gd name="csX500" fmla="*/ 916306 w 1830781"/>
              <a:gd name="csY500" fmla="*/ 297447 h 1202851"/>
              <a:gd name="csX501" fmla="*/ 918139 w 1830781"/>
              <a:gd name="csY501" fmla="*/ 302581 h 1202851"/>
              <a:gd name="csX502" fmla="*/ 919973 w 1830781"/>
              <a:gd name="csY502" fmla="*/ 307737 h 1202851"/>
              <a:gd name="csX503" fmla="*/ 921807 w 1830781"/>
              <a:gd name="csY503" fmla="*/ 312914 h 1202851"/>
              <a:gd name="csX504" fmla="*/ 923640 w 1830781"/>
              <a:gd name="csY504" fmla="*/ 318110 h 1202851"/>
              <a:gd name="csX505" fmla="*/ 925464 w 1830781"/>
              <a:gd name="csY505" fmla="*/ 323325 h 1202851"/>
              <a:gd name="csX506" fmla="*/ 927298 w 1830781"/>
              <a:gd name="csY506" fmla="*/ 328560 h 1202851"/>
              <a:gd name="csX507" fmla="*/ 929132 w 1830781"/>
              <a:gd name="csY507" fmla="*/ 333812 h 1202851"/>
              <a:gd name="csX508" fmla="*/ 930966 w 1830781"/>
              <a:gd name="csY508" fmla="*/ 339081 h 1202851"/>
              <a:gd name="csX509" fmla="*/ 932799 w 1830781"/>
              <a:gd name="csY509" fmla="*/ 344367 h 1202851"/>
              <a:gd name="csX510" fmla="*/ 934633 w 1830781"/>
              <a:gd name="csY510" fmla="*/ 349668 h 1202851"/>
              <a:gd name="csX511" fmla="*/ 936467 w 1830781"/>
              <a:gd name="csY511" fmla="*/ 354984 h 1202851"/>
              <a:gd name="csX512" fmla="*/ 938300 w 1830781"/>
              <a:gd name="csY512" fmla="*/ 360315 h 1202851"/>
              <a:gd name="csX513" fmla="*/ 940134 w 1830781"/>
              <a:gd name="csY513" fmla="*/ 365659 h 1202851"/>
              <a:gd name="csX514" fmla="*/ 941958 w 1830781"/>
              <a:gd name="csY514" fmla="*/ 371016 h 1202851"/>
              <a:gd name="csX515" fmla="*/ 943792 w 1830781"/>
              <a:gd name="csY515" fmla="*/ 376386 h 1202851"/>
              <a:gd name="csX516" fmla="*/ 945625 w 1830781"/>
              <a:gd name="csY516" fmla="*/ 381767 h 1202851"/>
              <a:gd name="csX517" fmla="*/ 947459 w 1830781"/>
              <a:gd name="csY517" fmla="*/ 387159 h 1202851"/>
              <a:gd name="csX518" fmla="*/ 949293 w 1830781"/>
              <a:gd name="csY518" fmla="*/ 392562 h 1202851"/>
              <a:gd name="csX519" fmla="*/ 951127 w 1830781"/>
              <a:gd name="csY519" fmla="*/ 397974 h 1202851"/>
              <a:gd name="csX520" fmla="*/ 952960 w 1830781"/>
              <a:gd name="csY520" fmla="*/ 403394 h 1202851"/>
              <a:gd name="csX521" fmla="*/ 954794 w 1830781"/>
              <a:gd name="csY521" fmla="*/ 408824 h 1202851"/>
              <a:gd name="csX522" fmla="*/ 956618 w 1830781"/>
              <a:gd name="csY522" fmla="*/ 414261 h 1202851"/>
              <a:gd name="csX523" fmla="*/ 958452 w 1830781"/>
              <a:gd name="csY523" fmla="*/ 419705 h 1202851"/>
              <a:gd name="csX524" fmla="*/ 960285 w 1830781"/>
              <a:gd name="csY524" fmla="*/ 425154 h 1202851"/>
              <a:gd name="csX525" fmla="*/ 962119 w 1830781"/>
              <a:gd name="csY525" fmla="*/ 430610 h 1202851"/>
              <a:gd name="csX526" fmla="*/ 963953 w 1830781"/>
              <a:gd name="csY526" fmla="*/ 436070 h 1202851"/>
              <a:gd name="csX527" fmla="*/ 965787 w 1830781"/>
              <a:gd name="csY527" fmla="*/ 441535 h 1202851"/>
              <a:gd name="csX528" fmla="*/ 967620 w 1830781"/>
              <a:gd name="csY528" fmla="*/ 447004 h 1202851"/>
              <a:gd name="csX529" fmla="*/ 969454 w 1830781"/>
              <a:gd name="csY529" fmla="*/ 452475 h 1202851"/>
              <a:gd name="csX530" fmla="*/ 971288 w 1830781"/>
              <a:gd name="csY530" fmla="*/ 457949 h 1202851"/>
              <a:gd name="csX531" fmla="*/ 973112 w 1830781"/>
              <a:gd name="csY531" fmla="*/ 463424 h 1202851"/>
              <a:gd name="csX532" fmla="*/ 974945 w 1830781"/>
              <a:gd name="csY532" fmla="*/ 468901 h 1202851"/>
              <a:gd name="csX533" fmla="*/ 976779 w 1830781"/>
              <a:gd name="csY533" fmla="*/ 474378 h 1202851"/>
              <a:gd name="csX534" fmla="*/ 978613 w 1830781"/>
              <a:gd name="csY534" fmla="*/ 479855 h 1202851"/>
              <a:gd name="csX535" fmla="*/ 980446 w 1830781"/>
              <a:gd name="csY535" fmla="*/ 485332 h 1202851"/>
              <a:gd name="csX536" fmla="*/ 982280 w 1830781"/>
              <a:gd name="csY536" fmla="*/ 490807 h 1202851"/>
              <a:gd name="csX537" fmla="*/ 984114 w 1830781"/>
              <a:gd name="csY537" fmla="*/ 496280 h 1202851"/>
              <a:gd name="csX538" fmla="*/ 985948 w 1830781"/>
              <a:gd name="csY538" fmla="*/ 501751 h 1202851"/>
              <a:gd name="csX539" fmla="*/ 987781 w 1830781"/>
              <a:gd name="csY539" fmla="*/ 507218 h 1202851"/>
              <a:gd name="csX540" fmla="*/ 989605 w 1830781"/>
              <a:gd name="csY540" fmla="*/ 512681 h 1202851"/>
              <a:gd name="csX541" fmla="*/ 991439 w 1830781"/>
              <a:gd name="csY541" fmla="*/ 518141 h 1202851"/>
              <a:gd name="csX542" fmla="*/ 993273 w 1830781"/>
              <a:gd name="csY542" fmla="*/ 523595 h 1202851"/>
              <a:gd name="csX543" fmla="*/ 995106 w 1830781"/>
              <a:gd name="csY543" fmla="*/ 529044 h 1202851"/>
              <a:gd name="csX544" fmla="*/ 996940 w 1830781"/>
              <a:gd name="csY544" fmla="*/ 534487 h 1202851"/>
              <a:gd name="csX545" fmla="*/ 998774 w 1830781"/>
              <a:gd name="csY545" fmla="*/ 539923 h 1202851"/>
              <a:gd name="csX546" fmla="*/ 1000608 w 1830781"/>
              <a:gd name="csY546" fmla="*/ 545352 h 1202851"/>
              <a:gd name="csX547" fmla="*/ 1002441 w 1830781"/>
              <a:gd name="csY547" fmla="*/ 550774 h 1202851"/>
              <a:gd name="csX548" fmla="*/ 1004275 w 1830781"/>
              <a:gd name="csY548" fmla="*/ 556187 h 1202851"/>
              <a:gd name="csX549" fmla="*/ 1006099 w 1830781"/>
              <a:gd name="csY549" fmla="*/ 561592 h 1202851"/>
              <a:gd name="csX550" fmla="*/ 1007933 w 1830781"/>
              <a:gd name="csY550" fmla="*/ 566986 h 1202851"/>
              <a:gd name="csX551" fmla="*/ 1009766 w 1830781"/>
              <a:gd name="csY551" fmla="*/ 572372 h 1202851"/>
              <a:gd name="csX552" fmla="*/ 1011600 w 1830781"/>
              <a:gd name="csY552" fmla="*/ 577747 h 1202851"/>
              <a:gd name="csX553" fmla="*/ 1013434 w 1830781"/>
              <a:gd name="csY553" fmla="*/ 583110 h 1202851"/>
              <a:gd name="csX554" fmla="*/ 1015267 w 1830781"/>
              <a:gd name="csY554" fmla="*/ 588463 h 1202851"/>
              <a:gd name="csX555" fmla="*/ 1017101 w 1830781"/>
              <a:gd name="csY555" fmla="*/ 593804 h 1202851"/>
              <a:gd name="csX556" fmla="*/ 1018935 w 1830781"/>
              <a:gd name="csY556" fmla="*/ 599132 h 1202851"/>
              <a:gd name="csX557" fmla="*/ 1020769 w 1830781"/>
              <a:gd name="csY557" fmla="*/ 604447 h 1202851"/>
              <a:gd name="csX558" fmla="*/ 1022593 w 1830781"/>
              <a:gd name="csY558" fmla="*/ 609749 h 1202851"/>
              <a:gd name="csX559" fmla="*/ 1024426 w 1830781"/>
              <a:gd name="csY559" fmla="*/ 615037 h 1202851"/>
              <a:gd name="csX560" fmla="*/ 1026260 w 1830781"/>
              <a:gd name="csY560" fmla="*/ 620311 h 1202851"/>
              <a:gd name="csX561" fmla="*/ 1028094 w 1830781"/>
              <a:gd name="csY561" fmla="*/ 625571 h 1202851"/>
              <a:gd name="csX562" fmla="*/ 1029927 w 1830781"/>
              <a:gd name="csY562" fmla="*/ 630814 h 1202851"/>
              <a:gd name="csX563" fmla="*/ 1031761 w 1830781"/>
              <a:gd name="csY563" fmla="*/ 636042 h 1202851"/>
              <a:gd name="csX564" fmla="*/ 1033595 w 1830781"/>
              <a:gd name="csY564" fmla="*/ 641254 h 1202851"/>
              <a:gd name="csX565" fmla="*/ 1035429 w 1830781"/>
              <a:gd name="csY565" fmla="*/ 646450 h 1202851"/>
              <a:gd name="csX566" fmla="*/ 1037262 w 1830781"/>
              <a:gd name="csY566" fmla="*/ 651628 h 1202851"/>
              <a:gd name="csX567" fmla="*/ 1039086 w 1830781"/>
              <a:gd name="csY567" fmla="*/ 656789 h 1202851"/>
              <a:gd name="csX568" fmla="*/ 1040920 w 1830781"/>
              <a:gd name="csY568" fmla="*/ 661932 h 1202851"/>
              <a:gd name="csX569" fmla="*/ 1042754 w 1830781"/>
              <a:gd name="csY569" fmla="*/ 667057 h 1202851"/>
              <a:gd name="csX570" fmla="*/ 1044587 w 1830781"/>
              <a:gd name="csY570" fmla="*/ 672163 h 1202851"/>
              <a:gd name="csX571" fmla="*/ 1046421 w 1830781"/>
              <a:gd name="csY571" fmla="*/ 677251 h 1202851"/>
              <a:gd name="csX572" fmla="*/ 1048255 w 1830781"/>
              <a:gd name="csY572" fmla="*/ 682318 h 1202851"/>
              <a:gd name="csX573" fmla="*/ 1050089 w 1830781"/>
              <a:gd name="csY573" fmla="*/ 687366 h 1202851"/>
              <a:gd name="csX574" fmla="*/ 1051922 w 1830781"/>
              <a:gd name="csY574" fmla="*/ 692394 h 1202851"/>
              <a:gd name="csX575" fmla="*/ 1053756 w 1830781"/>
              <a:gd name="csY575" fmla="*/ 697401 h 1202851"/>
              <a:gd name="csX576" fmla="*/ 1055580 w 1830781"/>
              <a:gd name="csY576" fmla="*/ 702388 h 1202851"/>
              <a:gd name="csX577" fmla="*/ 1057414 w 1830781"/>
              <a:gd name="csY577" fmla="*/ 707354 h 1202851"/>
              <a:gd name="csX578" fmla="*/ 1059247 w 1830781"/>
              <a:gd name="csY578" fmla="*/ 712297 h 1202851"/>
              <a:gd name="csX579" fmla="*/ 1061081 w 1830781"/>
              <a:gd name="csY579" fmla="*/ 717218 h 1202851"/>
              <a:gd name="csX580" fmla="*/ 1062915 w 1830781"/>
              <a:gd name="csY580" fmla="*/ 722118 h 1202851"/>
              <a:gd name="csX581" fmla="*/ 1064748 w 1830781"/>
              <a:gd name="csY581" fmla="*/ 726995 h 1202851"/>
              <a:gd name="csX582" fmla="*/ 1066582 w 1830781"/>
              <a:gd name="csY582" fmla="*/ 731848 h 1202851"/>
              <a:gd name="csX583" fmla="*/ 1068416 w 1830781"/>
              <a:gd name="csY583" fmla="*/ 736679 h 1202851"/>
              <a:gd name="csX584" fmla="*/ 1070240 w 1830781"/>
              <a:gd name="csY584" fmla="*/ 741486 h 1202851"/>
              <a:gd name="csX585" fmla="*/ 1072074 w 1830781"/>
              <a:gd name="csY585" fmla="*/ 746269 h 1202851"/>
              <a:gd name="csX586" fmla="*/ 1073907 w 1830781"/>
              <a:gd name="csY586" fmla="*/ 751028 h 1202851"/>
              <a:gd name="csX587" fmla="*/ 1075741 w 1830781"/>
              <a:gd name="csY587" fmla="*/ 755763 h 1202851"/>
              <a:gd name="csX588" fmla="*/ 1077575 w 1830781"/>
              <a:gd name="csY588" fmla="*/ 760472 h 1202851"/>
              <a:gd name="csX589" fmla="*/ 1079408 w 1830781"/>
              <a:gd name="csY589" fmla="*/ 765157 h 1202851"/>
              <a:gd name="csX590" fmla="*/ 1081242 w 1830781"/>
              <a:gd name="csY590" fmla="*/ 769817 h 1202851"/>
              <a:gd name="csX591" fmla="*/ 1083076 w 1830781"/>
              <a:gd name="csY591" fmla="*/ 774452 h 1202851"/>
              <a:gd name="csX592" fmla="*/ 1084910 w 1830781"/>
              <a:gd name="csY592" fmla="*/ 779060 h 1202851"/>
              <a:gd name="csX593" fmla="*/ 1086734 w 1830781"/>
              <a:gd name="csY593" fmla="*/ 783643 h 1202851"/>
              <a:gd name="csX594" fmla="*/ 1088567 w 1830781"/>
              <a:gd name="csY594" fmla="*/ 788200 h 1202851"/>
              <a:gd name="csX595" fmla="*/ 1090401 w 1830781"/>
              <a:gd name="csY595" fmla="*/ 792730 h 1202851"/>
              <a:gd name="csX596" fmla="*/ 1092235 w 1830781"/>
              <a:gd name="csY596" fmla="*/ 797234 h 1202851"/>
              <a:gd name="csX597" fmla="*/ 1094068 w 1830781"/>
              <a:gd name="csY597" fmla="*/ 801710 h 1202851"/>
              <a:gd name="csX598" fmla="*/ 1095902 w 1830781"/>
              <a:gd name="csY598" fmla="*/ 806159 h 1202851"/>
              <a:gd name="csX599" fmla="*/ 1097736 w 1830781"/>
              <a:gd name="csY599" fmla="*/ 810582 h 1202851"/>
              <a:gd name="csX600" fmla="*/ 1099569 w 1830781"/>
              <a:gd name="csY600" fmla="*/ 814977 h 1202851"/>
              <a:gd name="csX601" fmla="*/ 1101403 w 1830781"/>
              <a:gd name="csY601" fmla="*/ 819344 h 1202851"/>
              <a:gd name="csX602" fmla="*/ 1103227 w 1830781"/>
              <a:gd name="csY602" fmla="*/ 823684 h 1202851"/>
              <a:gd name="csX603" fmla="*/ 1105061 w 1830781"/>
              <a:gd name="csY603" fmla="*/ 827995 h 1202851"/>
              <a:gd name="csX604" fmla="*/ 1106895 w 1830781"/>
              <a:gd name="csY604" fmla="*/ 832278 h 1202851"/>
              <a:gd name="csX605" fmla="*/ 1108728 w 1830781"/>
              <a:gd name="csY605" fmla="*/ 836533 h 1202851"/>
              <a:gd name="csX606" fmla="*/ 1110562 w 1830781"/>
              <a:gd name="csY606" fmla="*/ 840759 h 1202851"/>
              <a:gd name="csX607" fmla="*/ 1112396 w 1830781"/>
              <a:gd name="csY607" fmla="*/ 844957 h 1202851"/>
              <a:gd name="csX608" fmla="*/ 1114229 w 1830781"/>
              <a:gd name="csY608" fmla="*/ 849127 h 1202851"/>
              <a:gd name="csX609" fmla="*/ 1116063 w 1830781"/>
              <a:gd name="csY609" fmla="*/ 853267 h 1202851"/>
              <a:gd name="csX610" fmla="*/ 1117897 w 1830781"/>
              <a:gd name="csY610" fmla="*/ 857379 h 1202851"/>
              <a:gd name="csX611" fmla="*/ 1119721 w 1830781"/>
              <a:gd name="csY611" fmla="*/ 861461 h 1202851"/>
              <a:gd name="csX612" fmla="*/ 1121555 w 1830781"/>
              <a:gd name="csY612" fmla="*/ 865514 h 1202851"/>
              <a:gd name="csX613" fmla="*/ 1123388 w 1830781"/>
              <a:gd name="csY613" fmla="*/ 869538 h 1202851"/>
              <a:gd name="csX614" fmla="*/ 1125222 w 1830781"/>
              <a:gd name="csY614" fmla="*/ 873532 h 1202851"/>
              <a:gd name="csX615" fmla="*/ 1127056 w 1830781"/>
              <a:gd name="csY615" fmla="*/ 877499 h 1202851"/>
              <a:gd name="csX616" fmla="*/ 1128889 w 1830781"/>
              <a:gd name="csY616" fmla="*/ 881429 h 1202851"/>
              <a:gd name="csX617" fmla="*/ 1130723 w 1830781"/>
              <a:gd name="csY617" fmla="*/ 885339 h 1202851"/>
              <a:gd name="csX618" fmla="*/ 1132557 w 1830781"/>
              <a:gd name="csY618" fmla="*/ 889210 h 1202851"/>
              <a:gd name="csX619" fmla="*/ 1134390 w 1830781"/>
              <a:gd name="csY619" fmla="*/ 893062 h 1202851"/>
              <a:gd name="csX620" fmla="*/ 1136214 w 1830781"/>
              <a:gd name="csY620" fmla="*/ 896875 h 1202851"/>
              <a:gd name="csX621" fmla="*/ 1138048 w 1830781"/>
              <a:gd name="csY621" fmla="*/ 900658 h 1202851"/>
              <a:gd name="csX622" fmla="*/ 1139882 w 1830781"/>
              <a:gd name="csY622" fmla="*/ 904413 h 1202851"/>
              <a:gd name="csX623" fmla="*/ 1141716 w 1830781"/>
              <a:gd name="csY623" fmla="*/ 908139 h 1202851"/>
              <a:gd name="csX624" fmla="*/ 1143549 w 1830781"/>
              <a:gd name="csY624" fmla="*/ 911835 h 1202851"/>
              <a:gd name="csX625" fmla="*/ 1145383 w 1830781"/>
              <a:gd name="csY625" fmla="*/ 915503 h 1202851"/>
              <a:gd name="csX626" fmla="*/ 1147217 w 1830781"/>
              <a:gd name="csY626" fmla="*/ 919141 h 1202851"/>
              <a:gd name="csX627" fmla="*/ 1149050 w 1830781"/>
              <a:gd name="csY627" fmla="*/ 922740 h 1202851"/>
              <a:gd name="csX628" fmla="*/ 1150884 w 1830781"/>
              <a:gd name="csY628" fmla="*/ 926321 h 1202851"/>
              <a:gd name="csX629" fmla="*/ 1152708 w 1830781"/>
              <a:gd name="csY629" fmla="*/ 929862 h 1202851"/>
              <a:gd name="csX630" fmla="*/ 1154542 w 1830781"/>
              <a:gd name="csY630" fmla="*/ 933384 h 1202851"/>
              <a:gd name="csX631" fmla="*/ 1156376 w 1830781"/>
              <a:gd name="csY631" fmla="*/ 936867 h 1202851"/>
              <a:gd name="csX632" fmla="*/ 1158209 w 1830781"/>
              <a:gd name="csY632" fmla="*/ 940321 h 1202851"/>
              <a:gd name="csX633" fmla="*/ 1160043 w 1830781"/>
              <a:gd name="csY633" fmla="*/ 943746 h 1202851"/>
              <a:gd name="csX634" fmla="*/ 1161877 w 1830781"/>
              <a:gd name="csY634" fmla="*/ 947132 h 1202851"/>
              <a:gd name="csX635" fmla="*/ 1163710 w 1830781"/>
              <a:gd name="csY635" fmla="*/ 950498 h 1202851"/>
              <a:gd name="csX636" fmla="*/ 1165544 w 1830781"/>
              <a:gd name="csY636" fmla="*/ 953836 h 1202851"/>
              <a:gd name="csX637" fmla="*/ 1167378 w 1830781"/>
              <a:gd name="csY637" fmla="*/ 957135 h 1202851"/>
              <a:gd name="csX638" fmla="*/ 1169202 w 1830781"/>
              <a:gd name="csY638" fmla="*/ 960404 h 1202851"/>
              <a:gd name="csX639" fmla="*/ 1171036 w 1830781"/>
              <a:gd name="csY639" fmla="*/ 963654 h 1202851"/>
              <a:gd name="csX640" fmla="*/ 1172869 w 1830781"/>
              <a:gd name="csY640" fmla="*/ 966866 h 1202851"/>
              <a:gd name="csX641" fmla="*/ 1174703 w 1830781"/>
              <a:gd name="csY641" fmla="*/ 970048 h 1202851"/>
              <a:gd name="csX642" fmla="*/ 1176537 w 1830781"/>
              <a:gd name="csY642" fmla="*/ 973201 h 1202851"/>
              <a:gd name="csX643" fmla="*/ 1178370 w 1830781"/>
              <a:gd name="csY643" fmla="*/ 976316 h 1202851"/>
              <a:gd name="csX644" fmla="*/ 1180204 w 1830781"/>
              <a:gd name="csY644" fmla="*/ 979411 h 1202851"/>
              <a:gd name="csX645" fmla="*/ 1182038 w 1830781"/>
              <a:gd name="csY645" fmla="*/ 982477 h 1202851"/>
              <a:gd name="csX646" fmla="*/ 1183862 w 1830781"/>
              <a:gd name="csY646" fmla="*/ 985513 h 1202851"/>
              <a:gd name="csX647" fmla="*/ 1185695 w 1830781"/>
              <a:gd name="csY647" fmla="*/ 988511 h 1202851"/>
              <a:gd name="csX648" fmla="*/ 1187529 w 1830781"/>
              <a:gd name="csY648" fmla="*/ 991490 h 1202851"/>
              <a:gd name="csX649" fmla="*/ 1189363 w 1830781"/>
              <a:gd name="csY649" fmla="*/ 994430 h 1202851"/>
              <a:gd name="csX650" fmla="*/ 1191197 w 1830781"/>
              <a:gd name="csY650" fmla="*/ 997350 h 1202851"/>
              <a:gd name="csX651" fmla="*/ 1193030 w 1830781"/>
              <a:gd name="csY651" fmla="*/ 1000231 h 1202851"/>
              <a:gd name="csX652" fmla="*/ 1194864 w 1830781"/>
              <a:gd name="csY652" fmla="*/ 1003084 h 1202851"/>
              <a:gd name="csX653" fmla="*/ 1196698 w 1830781"/>
              <a:gd name="csY653" fmla="*/ 1005917 h 1202851"/>
              <a:gd name="csX654" fmla="*/ 1198531 w 1830781"/>
              <a:gd name="csY654" fmla="*/ 1008711 h 1202851"/>
              <a:gd name="csX655" fmla="*/ 1200355 w 1830781"/>
              <a:gd name="csY655" fmla="*/ 1011486 h 1202851"/>
              <a:gd name="csX656" fmla="*/ 1202189 w 1830781"/>
              <a:gd name="csY656" fmla="*/ 1014222 h 1202851"/>
              <a:gd name="csX657" fmla="*/ 1204023 w 1830781"/>
              <a:gd name="csY657" fmla="*/ 1016939 h 1202851"/>
              <a:gd name="csX658" fmla="*/ 1205857 w 1830781"/>
              <a:gd name="csY658" fmla="*/ 1019616 h 1202851"/>
              <a:gd name="csX659" fmla="*/ 1207690 w 1830781"/>
              <a:gd name="csY659" fmla="*/ 1022275 h 1202851"/>
              <a:gd name="csX660" fmla="*/ 1209524 w 1830781"/>
              <a:gd name="csY660" fmla="*/ 1024894 h 1202851"/>
              <a:gd name="csX661" fmla="*/ 1211358 w 1830781"/>
              <a:gd name="csY661" fmla="*/ 1027494 h 1202851"/>
              <a:gd name="csX662" fmla="*/ 1213191 w 1830781"/>
              <a:gd name="csY662" fmla="*/ 1030066 h 1202851"/>
              <a:gd name="csX663" fmla="*/ 1215025 w 1830781"/>
              <a:gd name="csY663" fmla="*/ 1032607 h 1202851"/>
              <a:gd name="csX664" fmla="*/ 1216849 w 1830781"/>
              <a:gd name="csY664" fmla="*/ 1035120 h 1202851"/>
              <a:gd name="csX665" fmla="*/ 1218683 w 1830781"/>
              <a:gd name="csY665" fmla="*/ 1037604 h 1202851"/>
              <a:gd name="csX666" fmla="*/ 1220516 w 1830781"/>
              <a:gd name="csY666" fmla="*/ 877276 h 1202851"/>
              <a:gd name="csX667" fmla="*/ 1222350 w 1830781"/>
              <a:gd name="csY667" fmla="*/ 886940 h 1202851"/>
              <a:gd name="csX668" fmla="*/ 1224184 w 1830781"/>
              <a:gd name="csY668" fmla="*/ 896389 h 1202851"/>
              <a:gd name="csX669" fmla="*/ 1226017 w 1830781"/>
              <a:gd name="csY669" fmla="*/ 905626 h 1202851"/>
              <a:gd name="csX670" fmla="*/ 1227851 w 1830781"/>
              <a:gd name="csY670" fmla="*/ 914649 h 1202851"/>
              <a:gd name="csX671" fmla="*/ 1229685 w 1830781"/>
              <a:gd name="csY671" fmla="*/ 923458 h 1202851"/>
              <a:gd name="csX672" fmla="*/ 1231519 w 1830781"/>
              <a:gd name="csY672" fmla="*/ 932054 h 1202851"/>
              <a:gd name="csX673" fmla="*/ 1233343 w 1830781"/>
              <a:gd name="csY673" fmla="*/ 940457 h 1202851"/>
              <a:gd name="csX674" fmla="*/ 1235176 w 1830781"/>
              <a:gd name="csY674" fmla="*/ 948645 h 1202851"/>
              <a:gd name="csX675" fmla="*/ 1237010 w 1830781"/>
              <a:gd name="csY675" fmla="*/ 956640 h 1202851"/>
              <a:gd name="csX676" fmla="*/ 1238844 w 1830781"/>
              <a:gd name="csY676" fmla="*/ 964431 h 1202851"/>
              <a:gd name="csX677" fmla="*/ 1240678 w 1830781"/>
              <a:gd name="csY677" fmla="*/ 972037 h 1202851"/>
              <a:gd name="csX678" fmla="*/ 1242511 w 1830781"/>
              <a:gd name="csY678" fmla="*/ 979440 h 1202851"/>
              <a:gd name="csX679" fmla="*/ 1244345 w 1830781"/>
              <a:gd name="csY679" fmla="*/ 986658 h 1202851"/>
              <a:gd name="csX680" fmla="*/ 1246179 w 1830781"/>
              <a:gd name="csY680" fmla="*/ 993692 h 1202851"/>
              <a:gd name="csX681" fmla="*/ 1248012 w 1830781"/>
              <a:gd name="csY681" fmla="*/ 1000542 h 1202851"/>
              <a:gd name="csX682" fmla="*/ 1249836 w 1830781"/>
              <a:gd name="csY682" fmla="*/ 1007217 h 1202851"/>
              <a:gd name="csX683" fmla="*/ 1251670 w 1830781"/>
              <a:gd name="csY683" fmla="*/ 1013708 h 1202851"/>
              <a:gd name="csX684" fmla="*/ 1253504 w 1830781"/>
              <a:gd name="csY684" fmla="*/ 1020024 h 1202851"/>
              <a:gd name="csX685" fmla="*/ 1255337 w 1830781"/>
              <a:gd name="csY685" fmla="*/ 1026175 h 1202851"/>
              <a:gd name="csX686" fmla="*/ 1257171 w 1830781"/>
              <a:gd name="csY686" fmla="*/ 1032152 h 1202851"/>
              <a:gd name="csX687" fmla="*/ 1259005 w 1830781"/>
              <a:gd name="csY687" fmla="*/ 1037963 h 1202851"/>
              <a:gd name="csX688" fmla="*/ 1260839 w 1830781"/>
              <a:gd name="csY688" fmla="*/ 1043619 h 1202851"/>
              <a:gd name="csX689" fmla="*/ 1262672 w 1830781"/>
              <a:gd name="csY689" fmla="*/ 1049111 h 1202851"/>
              <a:gd name="csX690" fmla="*/ 1264506 w 1830781"/>
              <a:gd name="csY690" fmla="*/ 1054447 h 1202851"/>
              <a:gd name="csX691" fmla="*/ 1266330 w 1830781"/>
              <a:gd name="csY691" fmla="*/ 1059628 h 1202851"/>
              <a:gd name="csX692" fmla="*/ 1268164 w 1830781"/>
              <a:gd name="csY692" fmla="*/ 1064663 h 1202851"/>
              <a:gd name="csX693" fmla="*/ 1269997 w 1830781"/>
              <a:gd name="csY693" fmla="*/ 1069553 h 1202851"/>
              <a:gd name="csX694" fmla="*/ 1271831 w 1830781"/>
              <a:gd name="csY694" fmla="*/ 1074298 h 1202851"/>
              <a:gd name="csX695" fmla="*/ 1273665 w 1830781"/>
              <a:gd name="csY695" fmla="*/ 1078897 h 1202851"/>
              <a:gd name="csX696" fmla="*/ 1275498 w 1830781"/>
              <a:gd name="csY696" fmla="*/ 1083360 h 1202851"/>
              <a:gd name="csX697" fmla="*/ 1277332 w 1830781"/>
              <a:gd name="csY697" fmla="*/ 1087696 h 1202851"/>
              <a:gd name="csX698" fmla="*/ 1279166 w 1830781"/>
              <a:gd name="csY698" fmla="*/ 1091888 h 1202851"/>
              <a:gd name="csX699" fmla="*/ 1281000 w 1830781"/>
              <a:gd name="csY699" fmla="*/ 1095963 h 1202851"/>
              <a:gd name="csX700" fmla="*/ 1282824 w 1830781"/>
              <a:gd name="csY700" fmla="*/ 1099902 h 1202851"/>
              <a:gd name="csX701" fmla="*/ 1284657 w 1830781"/>
              <a:gd name="csY701" fmla="*/ 1103724 h 1202851"/>
              <a:gd name="csX702" fmla="*/ 1286491 w 1830781"/>
              <a:gd name="csY702" fmla="*/ 1107421 h 1202851"/>
              <a:gd name="csX703" fmla="*/ 1288325 w 1830781"/>
              <a:gd name="csY703" fmla="*/ 1111001 h 1202851"/>
              <a:gd name="csX704" fmla="*/ 1290158 w 1830781"/>
              <a:gd name="csY704" fmla="*/ 1114474 h 1202851"/>
              <a:gd name="csX705" fmla="*/ 1291992 w 1830781"/>
              <a:gd name="csY705" fmla="*/ 1117831 h 1202851"/>
              <a:gd name="csX706" fmla="*/ 1293826 w 1830781"/>
              <a:gd name="csY706" fmla="*/ 1121072 h 1202851"/>
              <a:gd name="csX707" fmla="*/ 1295660 w 1830781"/>
              <a:gd name="csY707" fmla="*/ 1124215 h 1202851"/>
              <a:gd name="csX708" fmla="*/ 1297484 w 1830781"/>
              <a:gd name="csY708" fmla="*/ 1127252 h 1202851"/>
              <a:gd name="csX709" fmla="*/ 1299317 w 1830781"/>
              <a:gd name="csY709" fmla="*/ 1130192 h 1202851"/>
              <a:gd name="csX710" fmla="*/ 1301151 w 1830781"/>
              <a:gd name="csY710" fmla="*/ 1133025 h 1202851"/>
              <a:gd name="csX711" fmla="*/ 1302985 w 1830781"/>
              <a:gd name="csY711" fmla="*/ 1135771 h 1202851"/>
              <a:gd name="csX712" fmla="*/ 1304818 w 1830781"/>
              <a:gd name="csY712" fmla="*/ 1138419 h 1202851"/>
              <a:gd name="csX713" fmla="*/ 1306652 w 1830781"/>
              <a:gd name="csY713" fmla="*/ 1140971 h 1202851"/>
              <a:gd name="csX714" fmla="*/ 1308486 w 1830781"/>
              <a:gd name="csY714" fmla="*/ 1143445 h 1202851"/>
              <a:gd name="csX715" fmla="*/ 1310319 w 1830781"/>
              <a:gd name="csY715" fmla="*/ 1145832 h 1202851"/>
              <a:gd name="csX716" fmla="*/ 1312153 w 1830781"/>
              <a:gd name="csY716" fmla="*/ 1148131 h 1202851"/>
              <a:gd name="csX717" fmla="*/ 1313977 w 1830781"/>
              <a:gd name="csY717" fmla="*/ 1150353 h 1202851"/>
              <a:gd name="csX718" fmla="*/ 1315811 w 1830781"/>
              <a:gd name="csY718" fmla="*/ 1152497 h 1202851"/>
              <a:gd name="csX719" fmla="*/ 1317645 w 1830781"/>
              <a:gd name="csY719" fmla="*/ 1154554 h 1202851"/>
              <a:gd name="csX720" fmla="*/ 1319478 w 1830781"/>
              <a:gd name="csY720" fmla="*/ 1156552 h 1202851"/>
              <a:gd name="csX721" fmla="*/ 1321312 w 1830781"/>
              <a:gd name="csY721" fmla="*/ 1158464 h 1202851"/>
              <a:gd name="csX722" fmla="*/ 1323146 w 1830781"/>
              <a:gd name="csY722" fmla="*/ 1160317 h 1202851"/>
              <a:gd name="csX723" fmla="*/ 1324979 w 1830781"/>
              <a:gd name="csY723" fmla="*/ 1162092 h 1202851"/>
              <a:gd name="csX724" fmla="*/ 1326813 w 1830781"/>
              <a:gd name="csY724" fmla="*/ 1163810 h 1202851"/>
              <a:gd name="csX725" fmla="*/ 1328647 w 1830781"/>
              <a:gd name="csY725" fmla="*/ 1165459 h 1202851"/>
              <a:gd name="csX726" fmla="*/ 1330471 w 1830781"/>
              <a:gd name="csY726" fmla="*/ 1167050 h 1202851"/>
              <a:gd name="csX727" fmla="*/ 1332305 w 1830781"/>
              <a:gd name="csY727" fmla="*/ 1168583 h 1202851"/>
              <a:gd name="csX728" fmla="*/ 1334138 w 1830781"/>
              <a:gd name="csY728" fmla="*/ 1170058 h 1202851"/>
              <a:gd name="csX729" fmla="*/ 1335972 w 1830781"/>
              <a:gd name="csY729" fmla="*/ 1171474 h 1202851"/>
              <a:gd name="csX730" fmla="*/ 1337806 w 1830781"/>
              <a:gd name="csY730" fmla="*/ 1172833 h 1202851"/>
              <a:gd name="csX731" fmla="*/ 1339639 w 1830781"/>
              <a:gd name="csY731" fmla="*/ 1174142 h 1202851"/>
              <a:gd name="csX732" fmla="*/ 1341473 w 1830781"/>
              <a:gd name="csY732" fmla="*/ 1175394 h 1202851"/>
              <a:gd name="csX733" fmla="*/ 1343307 w 1830781"/>
              <a:gd name="csY733" fmla="*/ 1176607 h 1202851"/>
              <a:gd name="csX734" fmla="*/ 1345140 w 1830781"/>
              <a:gd name="csY734" fmla="*/ 1177771 h 1202851"/>
              <a:gd name="csX735" fmla="*/ 1346964 w 1830781"/>
              <a:gd name="csY735" fmla="*/ 1178887 h 1202851"/>
              <a:gd name="csX736" fmla="*/ 1348798 w 1830781"/>
              <a:gd name="csY736" fmla="*/ 1179954 h 1202851"/>
              <a:gd name="csX737" fmla="*/ 1350632 w 1830781"/>
              <a:gd name="csY737" fmla="*/ 1180982 h 1202851"/>
              <a:gd name="csX738" fmla="*/ 1352466 w 1830781"/>
              <a:gd name="csY738" fmla="*/ 1181972 h 1202851"/>
              <a:gd name="csX739" fmla="*/ 1354299 w 1830781"/>
              <a:gd name="csY739" fmla="*/ 1182913 h 1202851"/>
              <a:gd name="csX740" fmla="*/ 1356133 w 1830781"/>
              <a:gd name="csY740" fmla="*/ 1183825 h 1202851"/>
              <a:gd name="csX741" fmla="*/ 1357967 w 1830781"/>
              <a:gd name="csY741" fmla="*/ 1184689 h 1202851"/>
              <a:gd name="csX742" fmla="*/ 1359800 w 1830781"/>
              <a:gd name="csY742" fmla="*/ 1185533 h 1202851"/>
              <a:gd name="csX743" fmla="*/ 1361634 w 1830781"/>
              <a:gd name="csY743" fmla="*/ 1186328 h 1202851"/>
              <a:gd name="csX744" fmla="*/ 1363458 w 1830781"/>
              <a:gd name="csY744" fmla="*/ 1187095 h 1202851"/>
              <a:gd name="csX745" fmla="*/ 1365292 w 1830781"/>
              <a:gd name="csY745" fmla="*/ 1187832 h 1202851"/>
              <a:gd name="csX746" fmla="*/ 1367126 w 1830781"/>
              <a:gd name="csY746" fmla="*/ 1188531 h 1202851"/>
              <a:gd name="csX747" fmla="*/ 1368959 w 1830781"/>
              <a:gd name="csY747" fmla="*/ 1189210 h 1202851"/>
              <a:gd name="csX748" fmla="*/ 1370793 w 1830781"/>
              <a:gd name="csY748" fmla="*/ 1189850 h 1202851"/>
              <a:gd name="csX749" fmla="*/ 1372627 w 1830781"/>
              <a:gd name="csY749" fmla="*/ 1190471 h 1202851"/>
              <a:gd name="csX750" fmla="*/ 1374460 w 1830781"/>
              <a:gd name="csY750" fmla="*/ 1191063 h 1202851"/>
              <a:gd name="csX751" fmla="*/ 1376294 w 1830781"/>
              <a:gd name="csY751" fmla="*/ 1191626 h 1202851"/>
              <a:gd name="csX752" fmla="*/ 1378128 w 1830781"/>
              <a:gd name="csY752" fmla="*/ 1192169 h 1202851"/>
              <a:gd name="csX753" fmla="*/ 1379952 w 1830781"/>
              <a:gd name="csY753" fmla="*/ 1192683 h 1202851"/>
              <a:gd name="csX754" fmla="*/ 1381785 w 1830781"/>
              <a:gd name="csY754" fmla="*/ 1193178 h 1202851"/>
              <a:gd name="csX755" fmla="*/ 1383619 w 1830781"/>
              <a:gd name="csY755" fmla="*/ 1193644 h 1202851"/>
              <a:gd name="csX756" fmla="*/ 1385453 w 1830781"/>
              <a:gd name="csY756" fmla="*/ 1194100 h 1202851"/>
              <a:gd name="csX757" fmla="*/ 1387287 w 1830781"/>
              <a:gd name="csY757" fmla="*/ 1194527 h 1202851"/>
              <a:gd name="csX758" fmla="*/ 1389120 w 1830781"/>
              <a:gd name="csY758" fmla="*/ 1194944 h 1202851"/>
              <a:gd name="csX759" fmla="*/ 1390954 w 1830781"/>
              <a:gd name="csY759" fmla="*/ 1195332 h 1202851"/>
              <a:gd name="csX760" fmla="*/ 1392788 w 1830781"/>
              <a:gd name="csY760" fmla="*/ 1195710 h 1202851"/>
              <a:gd name="csX761" fmla="*/ 1394621 w 1830781"/>
              <a:gd name="csY761" fmla="*/ 1196069 h 1202851"/>
              <a:gd name="csX762" fmla="*/ 1396445 w 1830781"/>
              <a:gd name="csY762" fmla="*/ 1196409 h 1202851"/>
              <a:gd name="csX763" fmla="*/ 1398279 w 1830781"/>
              <a:gd name="csY763" fmla="*/ 1196729 h 1202851"/>
              <a:gd name="csX764" fmla="*/ 1400113 w 1830781"/>
              <a:gd name="csY764" fmla="*/ 1197039 h 1202851"/>
              <a:gd name="csX765" fmla="*/ 1401947 w 1830781"/>
              <a:gd name="csY765" fmla="*/ 1197340 h 1202851"/>
              <a:gd name="csX766" fmla="*/ 1403780 w 1830781"/>
              <a:gd name="csY766" fmla="*/ 1197622 h 1202851"/>
              <a:gd name="csX767" fmla="*/ 1405614 w 1830781"/>
              <a:gd name="csY767" fmla="*/ 1197884 h 1202851"/>
              <a:gd name="csX768" fmla="*/ 1407448 w 1830781"/>
              <a:gd name="csY768" fmla="*/ 1198146 h 1202851"/>
              <a:gd name="csX769" fmla="*/ 1409281 w 1830781"/>
              <a:gd name="csY769" fmla="*/ 1198388 h 1202851"/>
              <a:gd name="csX770" fmla="*/ 1411105 w 1830781"/>
              <a:gd name="csY770" fmla="*/ 1198621 h 1202851"/>
              <a:gd name="csX771" fmla="*/ 1412939 w 1830781"/>
              <a:gd name="csY771" fmla="*/ 1198844 h 1202851"/>
              <a:gd name="csX772" fmla="*/ 1414773 w 1830781"/>
              <a:gd name="csY772" fmla="*/ 1199048 h 1202851"/>
              <a:gd name="csX773" fmla="*/ 1416607 w 1830781"/>
              <a:gd name="csY773" fmla="*/ 1199252 h 1202851"/>
              <a:gd name="csX774" fmla="*/ 1418440 w 1830781"/>
              <a:gd name="csY774" fmla="*/ 1199446 h 1202851"/>
              <a:gd name="csX775" fmla="*/ 1420274 w 1830781"/>
              <a:gd name="csY775" fmla="*/ 1199620 h 1202851"/>
              <a:gd name="csX776" fmla="*/ 1422108 w 1830781"/>
              <a:gd name="csY776" fmla="*/ 1199795 h 1202851"/>
              <a:gd name="csX777" fmla="*/ 1423941 w 1830781"/>
              <a:gd name="csY777" fmla="*/ 1199960 h 1202851"/>
              <a:gd name="csX778" fmla="*/ 1425775 w 1830781"/>
              <a:gd name="csY778" fmla="*/ 1200115 h 1202851"/>
              <a:gd name="csX779" fmla="*/ 1427599 w 1830781"/>
              <a:gd name="csY779" fmla="*/ 1200261 h 1202851"/>
              <a:gd name="csX780" fmla="*/ 1429433 w 1830781"/>
              <a:gd name="csY780" fmla="*/ 1200406 h 1202851"/>
              <a:gd name="csX781" fmla="*/ 1431266 w 1830781"/>
              <a:gd name="csY781" fmla="*/ 1200532 h 1202851"/>
              <a:gd name="csX782" fmla="*/ 1433100 w 1830781"/>
              <a:gd name="csY782" fmla="*/ 1200658 h 1202851"/>
              <a:gd name="csX783" fmla="*/ 1434934 w 1830781"/>
              <a:gd name="csY783" fmla="*/ 1200785 h 1202851"/>
              <a:gd name="csX784" fmla="*/ 1436768 w 1830781"/>
              <a:gd name="csY784" fmla="*/ 1200891 h 1202851"/>
              <a:gd name="csX785" fmla="*/ 1438601 w 1830781"/>
              <a:gd name="csY785" fmla="*/ 1201008 h 1202851"/>
              <a:gd name="csX786" fmla="*/ 1440435 w 1830781"/>
              <a:gd name="csY786" fmla="*/ 1201105 h 1202851"/>
              <a:gd name="csX787" fmla="*/ 1442269 w 1830781"/>
              <a:gd name="csY787" fmla="*/ 1201202 h 1202851"/>
              <a:gd name="csX788" fmla="*/ 1444093 w 1830781"/>
              <a:gd name="csY788" fmla="*/ 1201299 h 1202851"/>
              <a:gd name="csX789" fmla="*/ 1445926 w 1830781"/>
              <a:gd name="csY789" fmla="*/ 1201386 h 1202851"/>
              <a:gd name="csX790" fmla="*/ 1447760 w 1830781"/>
              <a:gd name="csY790" fmla="*/ 1201464 h 1202851"/>
              <a:gd name="csX791" fmla="*/ 1449594 w 1830781"/>
              <a:gd name="csY791" fmla="*/ 1201541 h 1202851"/>
              <a:gd name="csX792" fmla="*/ 1451428 w 1830781"/>
              <a:gd name="csY792" fmla="*/ 1201619 h 1202851"/>
              <a:gd name="csX793" fmla="*/ 1453261 w 1830781"/>
              <a:gd name="csY793" fmla="*/ 1201687 h 1202851"/>
              <a:gd name="csX794" fmla="*/ 1455095 w 1830781"/>
              <a:gd name="csY794" fmla="*/ 1201755 h 1202851"/>
              <a:gd name="csX795" fmla="*/ 1456929 w 1830781"/>
              <a:gd name="csY795" fmla="*/ 1201813 h 1202851"/>
              <a:gd name="csX796" fmla="*/ 1458762 w 1830781"/>
              <a:gd name="csY796" fmla="*/ 1201881 h 1202851"/>
              <a:gd name="csX797" fmla="*/ 1460586 w 1830781"/>
              <a:gd name="csY797" fmla="*/ 1201929 h 1202851"/>
              <a:gd name="csX798" fmla="*/ 1462420 w 1830781"/>
              <a:gd name="csY798" fmla="*/ 1201988 h 1202851"/>
              <a:gd name="csX799" fmla="*/ 1464254 w 1830781"/>
              <a:gd name="csY799" fmla="*/ 1202036 h 1202851"/>
              <a:gd name="csX800" fmla="*/ 1466087 w 1830781"/>
              <a:gd name="csY800" fmla="*/ 1202085 h 1202851"/>
              <a:gd name="csX801" fmla="*/ 1467921 w 1830781"/>
              <a:gd name="csY801" fmla="*/ 1202133 h 1202851"/>
              <a:gd name="csX802" fmla="*/ 1469755 w 1830781"/>
              <a:gd name="csY802" fmla="*/ 1202172 h 1202851"/>
              <a:gd name="csX803" fmla="*/ 1471589 w 1830781"/>
              <a:gd name="csY803" fmla="*/ 1202211 h 1202851"/>
              <a:gd name="csX804" fmla="*/ 1473422 w 1830781"/>
              <a:gd name="csY804" fmla="*/ 1202249 h 1202851"/>
              <a:gd name="csX805" fmla="*/ 1475256 w 1830781"/>
              <a:gd name="csY805" fmla="*/ 1202288 h 1202851"/>
              <a:gd name="csX806" fmla="*/ 1477080 w 1830781"/>
              <a:gd name="csY806" fmla="*/ 1202317 h 1202851"/>
              <a:gd name="csX807" fmla="*/ 1478914 w 1830781"/>
              <a:gd name="csY807" fmla="*/ 1202356 h 1202851"/>
              <a:gd name="csX808" fmla="*/ 1480747 w 1830781"/>
              <a:gd name="csY808" fmla="*/ 1202385 h 1202851"/>
              <a:gd name="csX809" fmla="*/ 1482581 w 1830781"/>
              <a:gd name="csY809" fmla="*/ 1202414 h 1202851"/>
              <a:gd name="csX810" fmla="*/ 1484415 w 1830781"/>
              <a:gd name="csY810" fmla="*/ 1202434 h 1202851"/>
              <a:gd name="csX811" fmla="*/ 1486249 w 1830781"/>
              <a:gd name="csY811" fmla="*/ 1202463 h 1202851"/>
              <a:gd name="csX812" fmla="*/ 1488082 w 1830781"/>
              <a:gd name="csY812" fmla="*/ 1202482 h 1202851"/>
              <a:gd name="csX813" fmla="*/ 1489916 w 1830781"/>
              <a:gd name="csY813" fmla="*/ 1202511 h 1202851"/>
              <a:gd name="csX814" fmla="*/ 1491750 w 1830781"/>
              <a:gd name="csY814" fmla="*/ 1202531 h 1202851"/>
              <a:gd name="csX815" fmla="*/ 1493574 w 1830781"/>
              <a:gd name="csY815" fmla="*/ 1202550 h 1202851"/>
              <a:gd name="csX816" fmla="*/ 1495407 w 1830781"/>
              <a:gd name="csY816" fmla="*/ 1202570 h 1202851"/>
              <a:gd name="csX817" fmla="*/ 1497241 w 1830781"/>
              <a:gd name="csY817" fmla="*/ 1202589 h 1202851"/>
              <a:gd name="csX818" fmla="*/ 1499075 w 1830781"/>
              <a:gd name="csY818" fmla="*/ 1202599 h 1202851"/>
              <a:gd name="csX819" fmla="*/ 1500908 w 1830781"/>
              <a:gd name="csY819" fmla="*/ 1202618 h 1202851"/>
              <a:gd name="csX820" fmla="*/ 1502742 w 1830781"/>
              <a:gd name="csY820" fmla="*/ 1202638 h 1202851"/>
              <a:gd name="csX821" fmla="*/ 1504576 w 1830781"/>
              <a:gd name="csY821" fmla="*/ 1202647 h 1202851"/>
              <a:gd name="csX822" fmla="*/ 1506410 w 1830781"/>
              <a:gd name="csY822" fmla="*/ 1202657 h 1202851"/>
              <a:gd name="csX823" fmla="*/ 1508243 w 1830781"/>
              <a:gd name="csY823" fmla="*/ 1202676 h 1202851"/>
              <a:gd name="csX824" fmla="*/ 1510067 w 1830781"/>
              <a:gd name="csY824" fmla="*/ 1202686 h 1202851"/>
              <a:gd name="csX825" fmla="*/ 1511901 w 1830781"/>
              <a:gd name="csY825" fmla="*/ 1202696 h 1202851"/>
              <a:gd name="csX826" fmla="*/ 1513735 w 1830781"/>
              <a:gd name="csY826" fmla="*/ 1202706 h 1202851"/>
              <a:gd name="csX827" fmla="*/ 1515568 w 1830781"/>
              <a:gd name="csY827" fmla="*/ 1202715 h 1202851"/>
              <a:gd name="csX828" fmla="*/ 1517402 w 1830781"/>
              <a:gd name="csY828" fmla="*/ 1202725 h 1202851"/>
              <a:gd name="csX829" fmla="*/ 1519236 w 1830781"/>
              <a:gd name="csY829" fmla="*/ 1202735 h 1202851"/>
              <a:gd name="csX830" fmla="*/ 1521070 w 1830781"/>
              <a:gd name="csY830" fmla="*/ 1202744 h 1202851"/>
              <a:gd name="csX831" fmla="*/ 1522903 w 1830781"/>
              <a:gd name="csY831" fmla="*/ 1202744 h 1202851"/>
              <a:gd name="csX832" fmla="*/ 1524727 w 1830781"/>
              <a:gd name="csY832" fmla="*/ 1202754 h 1202851"/>
              <a:gd name="csX833" fmla="*/ 1526561 w 1830781"/>
              <a:gd name="csY833" fmla="*/ 1202764 h 1202851"/>
              <a:gd name="csX834" fmla="*/ 1528395 w 1830781"/>
              <a:gd name="csY834" fmla="*/ 1202764 h 1202851"/>
              <a:gd name="csX835" fmla="*/ 1530228 w 1830781"/>
              <a:gd name="csY835" fmla="*/ 1202773 h 1202851"/>
              <a:gd name="csX836" fmla="*/ 1532062 w 1830781"/>
              <a:gd name="csY836" fmla="*/ 1202773 h 1202851"/>
              <a:gd name="csX837" fmla="*/ 1533896 w 1830781"/>
              <a:gd name="csY837" fmla="*/ 1202783 h 1202851"/>
              <a:gd name="csX838" fmla="*/ 1535729 w 1830781"/>
              <a:gd name="csY838" fmla="*/ 1202783 h 1202851"/>
              <a:gd name="csX839" fmla="*/ 1537563 w 1830781"/>
              <a:gd name="csY839" fmla="*/ 1202793 h 1202851"/>
              <a:gd name="csX840" fmla="*/ 1539397 w 1830781"/>
              <a:gd name="csY840" fmla="*/ 1202793 h 1202851"/>
              <a:gd name="csX841" fmla="*/ 1541221 w 1830781"/>
              <a:gd name="csY841" fmla="*/ 1202803 h 1202851"/>
              <a:gd name="csX842" fmla="*/ 1543055 w 1830781"/>
              <a:gd name="csY842" fmla="*/ 1202803 h 1202851"/>
              <a:gd name="csX843" fmla="*/ 1544888 w 1830781"/>
              <a:gd name="csY843" fmla="*/ 1202803 h 1202851"/>
              <a:gd name="csX844" fmla="*/ 1546722 w 1830781"/>
              <a:gd name="csY844" fmla="*/ 1202812 h 1202851"/>
              <a:gd name="csX845" fmla="*/ 1548556 w 1830781"/>
              <a:gd name="csY845" fmla="*/ 1202812 h 1202851"/>
              <a:gd name="csX846" fmla="*/ 1550389 w 1830781"/>
              <a:gd name="csY846" fmla="*/ 1202812 h 1202851"/>
              <a:gd name="csX847" fmla="*/ 1552223 w 1830781"/>
              <a:gd name="csY847" fmla="*/ 1202822 h 1202851"/>
              <a:gd name="csX848" fmla="*/ 1554057 w 1830781"/>
              <a:gd name="csY848" fmla="*/ 1202822 h 1202851"/>
              <a:gd name="csX849" fmla="*/ 1555890 w 1830781"/>
              <a:gd name="csY849" fmla="*/ 1202822 h 1202851"/>
              <a:gd name="csX850" fmla="*/ 1557714 w 1830781"/>
              <a:gd name="csY850" fmla="*/ 1202822 h 1202851"/>
              <a:gd name="csX851" fmla="*/ 1559548 w 1830781"/>
              <a:gd name="csY851" fmla="*/ 1202832 h 1202851"/>
              <a:gd name="csX852" fmla="*/ 1561382 w 1830781"/>
              <a:gd name="csY852" fmla="*/ 1202832 h 1202851"/>
              <a:gd name="csX853" fmla="*/ 1563216 w 1830781"/>
              <a:gd name="csY853" fmla="*/ 1202832 h 1202851"/>
              <a:gd name="csX854" fmla="*/ 1565049 w 1830781"/>
              <a:gd name="csY854" fmla="*/ 1202832 h 1202851"/>
              <a:gd name="csX855" fmla="*/ 1566883 w 1830781"/>
              <a:gd name="csY855" fmla="*/ 1202832 h 1202851"/>
              <a:gd name="csX856" fmla="*/ 1568717 w 1830781"/>
              <a:gd name="csY856" fmla="*/ 1202832 h 1202851"/>
              <a:gd name="csX857" fmla="*/ 1570550 w 1830781"/>
              <a:gd name="csY857" fmla="*/ 1202841 h 1202851"/>
              <a:gd name="csX858" fmla="*/ 1572384 w 1830781"/>
              <a:gd name="csY858" fmla="*/ 1202841 h 1202851"/>
              <a:gd name="csX859" fmla="*/ 1574208 w 1830781"/>
              <a:gd name="csY859" fmla="*/ 1202841 h 1202851"/>
              <a:gd name="csX860" fmla="*/ 1576042 w 1830781"/>
              <a:gd name="csY860" fmla="*/ 1202841 h 1202851"/>
              <a:gd name="csX861" fmla="*/ 1577876 w 1830781"/>
              <a:gd name="csY861" fmla="*/ 1202841 h 1202851"/>
              <a:gd name="csX862" fmla="*/ 1579709 w 1830781"/>
              <a:gd name="csY862" fmla="*/ 1202841 h 1202851"/>
              <a:gd name="csX863" fmla="*/ 1581543 w 1830781"/>
              <a:gd name="csY863" fmla="*/ 1202841 h 1202851"/>
              <a:gd name="csX864" fmla="*/ 1583377 w 1830781"/>
              <a:gd name="csY864" fmla="*/ 1202841 h 1202851"/>
              <a:gd name="csX865" fmla="*/ 1585210 w 1830781"/>
              <a:gd name="csY865" fmla="*/ 1202841 h 1202851"/>
              <a:gd name="csX866" fmla="*/ 1587044 w 1830781"/>
              <a:gd name="csY866" fmla="*/ 1202841 h 1202851"/>
              <a:gd name="csX867" fmla="*/ 1588878 w 1830781"/>
              <a:gd name="csY867" fmla="*/ 1202841 h 1202851"/>
              <a:gd name="csX868" fmla="*/ 1590702 w 1830781"/>
              <a:gd name="csY868" fmla="*/ 1202851 h 1202851"/>
              <a:gd name="csX869" fmla="*/ 1592536 w 1830781"/>
              <a:gd name="csY869" fmla="*/ 1202851 h 1202851"/>
              <a:gd name="csX870" fmla="*/ 1594369 w 1830781"/>
              <a:gd name="csY870" fmla="*/ 1202851 h 1202851"/>
              <a:gd name="csX871" fmla="*/ 1596203 w 1830781"/>
              <a:gd name="csY871" fmla="*/ 1202851 h 1202851"/>
              <a:gd name="csX872" fmla="*/ 1598037 w 1830781"/>
              <a:gd name="csY872" fmla="*/ 1202851 h 1202851"/>
              <a:gd name="csX873" fmla="*/ 1599870 w 1830781"/>
              <a:gd name="csY873" fmla="*/ 1202851 h 1202851"/>
              <a:gd name="csX874" fmla="*/ 1601704 w 1830781"/>
              <a:gd name="csY874" fmla="*/ 1202851 h 1202851"/>
              <a:gd name="csX875" fmla="*/ 1603538 w 1830781"/>
              <a:gd name="csY875" fmla="*/ 1202851 h 1202851"/>
              <a:gd name="csX876" fmla="*/ 1605372 w 1830781"/>
              <a:gd name="csY876" fmla="*/ 1202851 h 1202851"/>
              <a:gd name="csX877" fmla="*/ 1607195 w 1830781"/>
              <a:gd name="csY877" fmla="*/ 1202851 h 1202851"/>
              <a:gd name="csX878" fmla="*/ 1609029 w 1830781"/>
              <a:gd name="csY878" fmla="*/ 1202851 h 1202851"/>
              <a:gd name="csX879" fmla="*/ 1610863 w 1830781"/>
              <a:gd name="csY879" fmla="*/ 1202851 h 1202851"/>
              <a:gd name="csX880" fmla="*/ 1612697 w 1830781"/>
              <a:gd name="csY880" fmla="*/ 1202851 h 1202851"/>
              <a:gd name="csX881" fmla="*/ 1614530 w 1830781"/>
              <a:gd name="csY881" fmla="*/ 1202851 h 1202851"/>
              <a:gd name="csX882" fmla="*/ 1616364 w 1830781"/>
              <a:gd name="csY882" fmla="*/ 1202851 h 1202851"/>
              <a:gd name="csX883" fmla="*/ 1618198 w 1830781"/>
              <a:gd name="csY883" fmla="*/ 1202851 h 1202851"/>
              <a:gd name="csX884" fmla="*/ 1620031 w 1830781"/>
              <a:gd name="csY884" fmla="*/ 1202851 h 1202851"/>
              <a:gd name="csX885" fmla="*/ 1621865 w 1830781"/>
              <a:gd name="csY885" fmla="*/ 1202851 h 1202851"/>
              <a:gd name="csX886" fmla="*/ 1623689 w 1830781"/>
              <a:gd name="csY886" fmla="*/ 1202851 h 1202851"/>
              <a:gd name="csX887" fmla="*/ 1625523 w 1830781"/>
              <a:gd name="csY887" fmla="*/ 1202851 h 1202851"/>
              <a:gd name="csX888" fmla="*/ 1627356 w 1830781"/>
              <a:gd name="csY888" fmla="*/ 1202851 h 1202851"/>
              <a:gd name="csX889" fmla="*/ 1629190 w 1830781"/>
              <a:gd name="csY889" fmla="*/ 1202851 h 1202851"/>
              <a:gd name="csX890" fmla="*/ 1631024 w 1830781"/>
              <a:gd name="csY890" fmla="*/ 1202851 h 1202851"/>
              <a:gd name="csX891" fmla="*/ 1632858 w 1830781"/>
              <a:gd name="csY891" fmla="*/ 1202851 h 1202851"/>
              <a:gd name="csX892" fmla="*/ 1634691 w 1830781"/>
              <a:gd name="csY892" fmla="*/ 1202851 h 1202851"/>
              <a:gd name="csX893" fmla="*/ 1636525 w 1830781"/>
              <a:gd name="csY893" fmla="*/ 1202851 h 1202851"/>
              <a:gd name="csX894" fmla="*/ 1638349 w 1830781"/>
              <a:gd name="csY894" fmla="*/ 1202851 h 1202851"/>
              <a:gd name="csX895" fmla="*/ 1640183 w 1830781"/>
              <a:gd name="csY895" fmla="*/ 1202851 h 1202851"/>
              <a:gd name="csX896" fmla="*/ 1642017 w 1830781"/>
              <a:gd name="csY896" fmla="*/ 1202851 h 1202851"/>
              <a:gd name="csX897" fmla="*/ 1643850 w 1830781"/>
              <a:gd name="csY897" fmla="*/ 1202851 h 1202851"/>
              <a:gd name="csX898" fmla="*/ 1645684 w 1830781"/>
              <a:gd name="csY898" fmla="*/ 1202851 h 1202851"/>
              <a:gd name="csX899" fmla="*/ 1647518 w 1830781"/>
              <a:gd name="csY899" fmla="*/ 1202851 h 1202851"/>
              <a:gd name="csX900" fmla="*/ 1649351 w 1830781"/>
              <a:gd name="csY900" fmla="*/ 1202851 h 1202851"/>
              <a:gd name="csX901" fmla="*/ 1651185 w 1830781"/>
              <a:gd name="csY901" fmla="*/ 1202851 h 1202851"/>
              <a:gd name="csX902" fmla="*/ 1653019 w 1830781"/>
              <a:gd name="csY902" fmla="*/ 1202851 h 1202851"/>
              <a:gd name="csX903" fmla="*/ 1654843 w 1830781"/>
              <a:gd name="csY903" fmla="*/ 1202851 h 1202851"/>
              <a:gd name="csX904" fmla="*/ 1656676 w 1830781"/>
              <a:gd name="csY904" fmla="*/ 1202851 h 1202851"/>
              <a:gd name="csX905" fmla="*/ 1658510 w 1830781"/>
              <a:gd name="csY905" fmla="*/ 1202851 h 1202851"/>
              <a:gd name="csX906" fmla="*/ 1660344 w 1830781"/>
              <a:gd name="csY906" fmla="*/ 1202851 h 1202851"/>
              <a:gd name="csX907" fmla="*/ 1662178 w 1830781"/>
              <a:gd name="csY907" fmla="*/ 1202851 h 1202851"/>
              <a:gd name="csX908" fmla="*/ 1664011 w 1830781"/>
              <a:gd name="csY908" fmla="*/ 1202851 h 1202851"/>
              <a:gd name="csX909" fmla="*/ 1665845 w 1830781"/>
              <a:gd name="csY909" fmla="*/ 1202851 h 1202851"/>
              <a:gd name="csX910" fmla="*/ 1667679 w 1830781"/>
              <a:gd name="csY910" fmla="*/ 1202851 h 1202851"/>
              <a:gd name="csX911" fmla="*/ 1669512 w 1830781"/>
              <a:gd name="csY911" fmla="*/ 1202851 h 1202851"/>
              <a:gd name="csX912" fmla="*/ 1671336 w 1830781"/>
              <a:gd name="csY912" fmla="*/ 1202851 h 1202851"/>
              <a:gd name="csX913" fmla="*/ 1673170 w 1830781"/>
              <a:gd name="csY913" fmla="*/ 1202851 h 1202851"/>
              <a:gd name="csX914" fmla="*/ 1675004 w 1830781"/>
              <a:gd name="csY914" fmla="*/ 1202851 h 1202851"/>
              <a:gd name="csX915" fmla="*/ 1676837 w 1830781"/>
              <a:gd name="csY915" fmla="*/ 1202851 h 1202851"/>
              <a:gd name="csX916" fmla="*/ 1678671 w 1830781"/>
              <a:gd name="csY916" fmla="*/ 1202851 h 1202851"/>
              <a:gd name="csX917" fmla="*/ 1680505 w 1830781"/>
              <a:gd name="csY917" fmla="*/ 1202851 h 1202851"/>
              <a:gd name="csX918" fmla="*/ 1682338 w 1830781"/>
              <a:gd name="csY918" fmla="*/ 1202851 h 1202851"/>
              <a:gd name="csX919" fmla="*/ 1684172 w 1830781"/>
              <a:gd name="csY919" fmla="*/ 1202851 h 1202851"/>
              <a:gd name="csX920" fmla="*/ 1686006 w 1830781"/>
              <a:gd name="csY920" fmla="*/ 1202851 h 1202851"/>
              <a:gd name="csX921" fmla="*/ 1687830 w 1830781"/>
              <a:gd name="csY921" fmla="*/ 1202851 h 1202851"/>
              <a:gd name="csX922" fmla="*/ 1689664 w 1830781"/>
              <a:gd name="csY922" fmla="*/ 1202851 h 1202851"/>
              <a:gd name="csX923" fmla="*/ 1691497 w 1830781"/>
              <a:gd name="csY923" fmla="*/ 1202851 h 1202851"/>
              <a:gd name="csX924" fmla="*/ 1693331 w 1830781"/>
              <a:gd name="csY924" fmla="*/ 1202851 h 1202851"/>
              <a:gd name="csX925" fmla="*/ 1695165 w 1830781"/>
              <a:gd name="csY925" fmla="*/ 1202851 h 1202851"/>
              <a:gd name="csX926" fmla="*/ 1696999 w 1830781"/>
              <a:gd name="csY926" fmla="*/ 1202851 h 1202851"/>
              <a:gd name="csX927" fmla="*/ 1698832 w 1830781"/>
              <a:gd name="csY927" fmla="*/ 1202851 h 1202851"/>
              <a:gd name="csX928" fmla="*/ 1700666 w 1830781"/>
              <a:gd name="csY928" fmla="*/ 1202851 h 1202851"/>
              <a:gd name="csX929" fmla="*/ 1702500 w 1830781"/>
              <a:gd name="csY929" fmla="*/ 1202851 h 1202851"/>
              <a:gd name="csX930" fmla="*/ 1704324 w 1830781"/>
              <a:gd name="csY930" fmla="*/ 1202851 h 1202851"/>
              <a:gd name="csX931" fmla="*/ 1706157 w 1830781"/>
              <a:gd name="csY931" fmla="*/ 1202851 h 1202851"/>
              <a:gd name="csX932" fmla="*/ 1707991 w 1830781"/>
              <a:gd name="csY932" fmla="*/ 1202851 h 1202851"/>
              <a:gd name="csX933" fmla="*/ 1709825 w 1830781"/>
              <a:gd name="csY933" fmla="*/ 1202851 h 1202851"/>
              <a:gd name="csX934" fmla="*/ 1711659 w 1830781"/>
              <a:gd name="csY934" fmla="*/ 1202851 h 1202851"/>
              <a:gd name="csX935" fmla="*/ 1713492 w 1830781"/>
              <a:gd name="csY935" fmla="*/ 1202851 h 1202851"/>
              <a:gd name="csX936" fmla="*/ 1715326 w 1830781"/>
              <a:gd name="csY936" fmla="*/ 1202851 h 1202851"/>
              <a:gd name="csX937" fmla="*/ 1717160 w 1830781"/>
              <a:gd name="csY937" fmla="*/ 1202851 h 1202851"/>
              <a:gd name="csX938" fmla="*/ 1718993 w 1830781"/>
              <a:gd name="csY938" fmla="*/ 1202851 h 1202851"/>
              <a:gd name="csX939" fmla="*/ 1720817 w 1830781"/>
              <a:gd name="csY939" fmla="*/ 1202851 h 1202851"/>
              <a:gd name="csX940" fmla="*/ 1722651 w 1830781"/>
              <a:gd name="csY940" fmla="*/ 1202851 h 1202851"/>
              <a:gd name="csX941" fmla="*/ 1724485 w 1830781"/>
              <a:gd name="csY941" fmla="*/ 1202851 h 1202851"/>
              <a:gd name="csX942" fmla="*/ 1726318 w 1830781"/>
              <a:gd name="csY942" fmla="*/ 1202851 h 1202851"/>
              <a:gd name="csX943" fmla="*/ 1728152 w 1830781"/>
              <a:gd name="csY943" fmla="*/ 1202851 h 1202851"/>
              <a:gd name="csX944" fmla="*/ 1729986 w 1830781"/>
              <a:gd name="csY944" fmla="*/ 1202851 h 1202851"/>
              <a:gd name="csX945" fmla="*/ 1731819 w 1830781"/>
              <a:gd name="csY945" fmla="*/ 1202851 h 1202851"/>
              <a:gd name="csX946" fmla="*/ 1733653 w 1830781"/>
              <a:gd name="csY946" fmla="*/ 1202851 h 1202851"/>
              <a:gd name="csX947" fmla="*/ 1735487 w 1830781"/>
              <a:gd name="csY947" fmla="*/ 1202851 h 1202851"/>
              <a:gd name="csX948" fmla="*/ 1737311 w 1830781"/>
              <a:gd name="csY948" fmla="*/ 1202851 h 1202851"/>
              <a:gd name="csX949" fmla="*/ 1739145 w 1830781"/>
              <a:gd name="csY949" fmla="*/ 1202851 h 1202851"/>
              <a:gd name="csX950" fmla="*/ 1740978 w 1830781"/>
              <a:gd name="csY950" fmla="*/ 1202851 h 1202851"/>
              <a:gd name="csX951" fmla="*/ 1742812 w 1830781"/>
              <a:gd name="csY951" fmla="*/ 1202851 h 1202851"/>
              <a:gd name="csX952" fmla="*/ 1744646 w 1830781"/>
              <a:gd name="csY952" fmla="*/ 1202851 h 1202851"/>
              <a:gd name="csX953" fmla="*/ 1746479 w 1830781"/>
              <a:gd name="csY953" fmla="*/ 1202851 h 1202851"/>
              <a:gd name="csX954" fmla="*/ 1748313 w 1830781"/>
              <a:gd name="csY954" fmla="*/ 1202851 h 1202851"/>
              <a:gd name="csX955" fmla="*/ 1750147 w 1830781"/>
              <a:gd name="csY955" fmla="*/ 1202851 h 1202851"/>
              <a:gd name="csX956" fmla="*/ 1751971 w 1830781"/>
              <a:gd name="csY956" fmla="*/ 1202851 h 1202851"/>
              <a:gd name="csX957" fmla="*/ 1753805 w 1830781"/>
              <a:gd name="csY957" fmla="*/ 1202851 h 1202851"/>
              <a:gd name="csX958" fmla="*/ 1755638 w 1830781"/>
              <a:gd name="csY958" fmla="*/ 1202851 h 1202851"/>
              <a:gd name="csX959" fmla="*/ 1757472 w 1830781"/>
              <a:gd name="csY959" fmla="*/ 1202851 h 1202851"/>
              <a:gd name="csX960" fmla="*/ 1759306 w 1830781"/>
              <a:gd name="csY960" fmla="*/ 1202851 h 1202851"/>
              <a:gd name="csX961" fmla="*/ 1761140 w 1830781"/>
              <a:gd name="csY961" fmla="*/ 1202851 h 1202851"/>
              <a:gd name="csX962" fmla="*/ 1762973 w 1830781"/>
              <a:gd name="csY962" fmla="*/ 1202851 h 1202851"/>
              <a:gd name="csX963" fmla="*/ 1764807 w 1830781"/>
              <a:gd name="csY963" fmla="*/ 1202851 h 1202851"/>
              <a:gd name="csX964" fmla="*/ 1766641 w 1830781"/>
              <a:gd name="csY964" fmla="*/ 1202851 h 1202851"/>
              <a:gd name="csX965" fmla="*/ 1768464 w 1830781"/>
              <a:gd name="csY965" fmla="*/ 1202851 h 1202851"/>
              <a:gd name="csX966" fmla="*/ 1770298 w 1830781"/>
              <a:gd name="csY966" fmla="*/ 1202851 h 1202851"/>
              <a:gd name="csX967" fmla="*/ 1772132 w 1830781"/>
              <a:gd name="csY967" fmla="*/ 1202851 h 1202851"/>
              <a:gd name="csX968" fmla="*/ 1773966 w 1830781"/>
              <a:gd name="csY968" fmla="*/ 1202851 h 1202851"/>
              <a:gd name="csX969" fmla="*/ 1775799 w 1830781"/>
              <a:gd name="csY969" fmla="*/ 1202851 h 1202851"/>
              <a:gd name="csX970" fmla="*/ 1777633 w 1830781"/>
              <a:gd name="csY970" fmla="*/ 1202851 h 1202851"/>
              <a:gd name="csX971" fmla="*/ 1779467 w 1830781"/>
              <a:gd name="csY971" fmla="*/ 1202851 h 1202851"/>
              <a:gd name="csX972" fmla="*/ 1781300 w 1830781"/>
              <a:gd name="csY972" fmla="*/ 1202851 h 1202851"/>
              <a:gd name="csX973" fmla="*/ 1783134 w 1830781"/>
              <a:gd name="csY973" fmla="*/ 1202851 h 1202851"/>
              <a:gd name="csX974" fmla="*/ 1784958 w 1830781"/>
              <a:gd name="csY974" fmla="*/ 1202851 h 1202851"/>
              <a:gd name="csX975" fmla="*/ 1786792 w 1830781"/>
              <a:gd name="csY975" fmla="*/ 1202851 h 1202851"/>
              <a:gd name="csX976" fmla="*/ 1788626 w 1830781"/>
              <a:gd name="csY976" fmla="*/ 1202851 h 1202851"/>
              <a:gd name="csX977" fmla="*/ 1790459 w 1830781"/>
              <a:gd name="csY977" fmla="*/ 1202851 h 1202851"/>
              <a:gd name="csX978" fmla="*/ 1792293 w 1830781"/>
              <a:gd name="csY978" fmla="*/ 1202851 h 1202851"/>
              <a:gd name="csX979" fmla="*/ 1794127 w 1830781"/>
              <a:gd name="csY979" fmla="*/ 1202851 h 1202851"/>
              <a:gd name="csX980" fmla="*/ 1795960 w 1830781"/>
              <a:gd name="csY980" fmla="*/ 1202851 h 1202851"/>
              <a:gd name="csX981" fmla="*/ 1797794 w 1830781"/>
              <a:gd name="csY981" fmla="*/ 1202851 h 1202851"/>
              <a:gd name="csX982" fmla="*/ 1799628 w 1830781"/>
              <a:gd name="csY982" fmla="*/ 1202851 h 1202851"/>
              <a:gd name="csX983" fmla="*/ 1801452 w 1830781"/>
              <a:gd name="csY983" fmla="*/ 1202851 h 1202851"/>
              <a:gd name="csX984" fmla="*/ 1803286 w 1830781"/>
              <a:gd name="csY984" fmla="*/ 1202851 h 1202851"/>
              <a:gd name="csX985" fmla="*/ 1805119 w 1830781"/>
              <a:gd name="csY985" fmla="*/ 1202851 h 1202851"/>
              <a:gd name="csX986" fmla="*/ 1806953 w 1830781"/>
              <a:gd name="csY986" fmla="*/ 1202851 h 1202851"/>
              <a:gd name="csX987" fmla="*/ 1808787 w 1830781"/>
              <a:gd name="csY987" fmla="*/ 1202851 h 1202851"/>
              <a:gd name="csX988" fmla="*/ 1810620 w 1830781"/>
              <a:gd name="csY988" fmla="*/ 1202851 h 1202851"/>
              <a:gd name="csX989" fmla="*/ 1812454 w 1830781"/>
              <a:gd name="csY989" fmla="*/ 1202851 h 1202851"/>
              <a:gd name="csX990" fmla="*/ 1814288 w 1830781"/>
              <a:gd name="csY990" fmla="*/ 1202851 h 1202851"/>
              <a:gd name="csX991" fmla="*/ 1816121 w 1830781"/>
              <a:gd name="csY991" fmla="*/ 1202851 h 1202851"/>
              <a:gd name="csX992" fmla="*/ 1817945 w 1830781"/>
              <a:gd name="csY992" fmla="*/ 1202851 h 1202851"/>
              <a:gd name="csX993" fmla="*/ 1819779 w 1830781"/>
              <a:gd name="csY993" fmla="*/ 1202851 h 1202851"/>
              <a:gd name="csX994" fmla="*/ 1821613 w 1830781"/>
              <a:gd name="csY994" fmla="*/ 1202851 h 1202851"/>
              <a:gd name="csX995" fmla="*/ 1823447 w 1830781"/>
              <a:gd name="csY995" fmla="*/ 1202851 h 1202851"/>
              <a:gd name="csX996" fmla="*/ 1825280 w 1830781"/>
              <a:gd name="csY996" fmla="*/ 1202851 h 1202851"/>
              <a:gd name="csX997" fmla="*/ 1827114 w 1830781"/>
              <a:gd name="csY997" fmla="*/ 1202851 h 1202851"/>
              <a:gd name="csX998" fmla="*/ 1828948 w 1830781"/>
              <a:gd name="csY998" fmla="*/ 1202851 h 1202851"/>
              <a:gd name="csX999" fmla="*/ 1830781 w 1830781"/>
              <a:gd name="csY999" fmla="*/ 1202851 h 120285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30781" h="1202851">
                <a:moveTo>
                  <a:pt x="0" y="1189491"/>
                </a:moveTo>
                <a:lnTo>
                  <a:pt x="1833" y="1189190"/>
                </a:lnTo>
                <a:lnTo>
                  <a:pt x="3665" y="1188880"/>
                </a:lnTo>
                <a:lnTo>
                  <a:pt x="5498" y="1188560"/>
                </a:lnTo>
                <a:lnTo>
                  <a:pt x="7331" y="1188240"/>
                </a:lnTo>
                <a:lnTo>
                  <a:pt x="9164" y="1187910"/>
                </a:lnTo>
                <a:lnTo>
                  <a:pt x="10996" y="1187570"/>
                </a:lnTo>
                <a:lnTo>
                  <a:pt x="12828" y="1187231"/>
                </a:lnTo>
                <a:lnTo>
                  <a:pt x="14661" y="1186881"/>
                </a:lnTo>
                <a:lnTo>
                  <a:pt x="16494" y="1186522"/>
                </a:lnTo>
                <a:lnTo>
                  <a:pt x="18326" y="1186163"/>
                </a:lnTo>
                <a:lnTo>
                  <a:pt x="20159" y="1185795"/>
                </a:lnTo>
                <a:lnTo>
                  <a:pt x="21992" y="1185416"/>
                </a:lnTo>
                <a:lnTo>
                  <a:pt x="23825" y="1185028"/>
                </a:lnTo>
                <a:lnTo>
                  <a:pt x="25657" y="1184640"/>
                </a:lnTo>
                <a:lnTo>
                  <a:pt x="27489" y="1184242"/>
                </a:lnTo>
                <a:lnTo>
                  <a:pt x="29322" y="1183835"/>
                </a:lnTo>
                <a:lnTo>
                  <a:pt x="31155" y="1183418"/>
                </a:lnTo>
                <a:lnTo>
                  <a:pt x="32987" y="1182991"/>
                </a:lnTo>
                <a:lnTo>
                  <a:pt x="34820" y="1182564"/>
                </a:lnTo>
                <a:lnTo>
                  <a:pt x="36653" y="1182127"/>
                </a:lnTo>
                <a:lnTo>
                  <a:pt x="38485" y="1181671"/>
                </a:lnTo>
                <a:lnTo>
                  <a:pt x="40318" y="1181215"/>
                </a:lnTo>
                <a:lnTo>
                  <a:pt x="42150" y="1180750"/>
                </a:lnTo>
                <a:lnTo>
                  <a:pt x="43983" y="1180284"/>
                </a:lnTo>
                <a:lnTo>
                  <a:pt x="45815" y="1179799"/>
                </a:lnTo>
                <a:lnTo>
                  <a:pt x="47648" y="1179304"/>
                </a:lnTo>
                <a:lnTo>
                  <a:pt x="49481" y="1178809"/>
                </a:lnTo>
                <a:lnTo>
                  <a:pt x="51314" y="1178295"/>
                </a:lnTo>
                <a:lnTo>
                  <a:pt x="53146" y="1177781"/>
                </a:lnTo>
                <a:lnTo>
                  <a:pt x="54978" y="1177247"/>
                </a:lnTo>
                <a:lnTo>
                  <a:pt x="56811" y="1176713"/>
                </a:lnTo>
                <a:lnTo>
                  <a:pt x="58644" y="1176161"/>
                </a:lnTo>
                <a:lnTo>
                  <a:pt x="60476" y="1175607"/>
                </a:lnTo>
                <a:lnTo>
                  <a:pt x="62309" y="1175035"/>
                </a:lnTo>
                <a:lnTo>
                  <a:pt x="64142" y="1174463"/>
                </a:lnTo>
                <a:lnTo>
                  <a:pt x="65975" y="1173871"/>
                </a:lnTo>
                <a:lnTo>
                  <a:pt x="67807" y="1173269"/>
                </a:lnTo>
                <a:lnTo>
                  <a:pt x="69639" y="1172658"/>
                </a:lnTo>
                <a:lnTo>
                  <a:pt x="71472" y="1172037"/>
                </a:lnTo>
                <a:lnTo>
                  <a:pt x="73305" y="1171406"/>
                </a:lnTo>
                <a:lnTo>
                  <a:pt x="75137" y="1170766"/>
                </a:lnTo>
                <a:lnTo>
                  <a:pt x="76970" y="1170106"/>
                </a:lnTo>
                <a:lnTo>
                  <a:pt x="78803" y="1169447"/>
                </a:lnTo>
                <a:lnTo>
                  <a:pt x="80636" y="1168768"/>
                </a:lnTo>
                <a:lnTo>
                  <a:pt x="82468" y="1168079"/>
                </a:lnTo>
                <a:lnTo>
                  <a:pt x="84300" y="1167380"/>
                </a:lnTo>
                <a:lnTo>
                  <a:pt x="86133" y="1166662"/>
                </a:lnTo>
                <a:lnTo>
                  <a:pt x="87965" y="1165944"/>
                </a:lnTo>
                <a:lnTo>
                  <a:pt x="89798" y="1165197"/>
                </a:lnTo>
                <a:lnTo>
                  <a:pt x="91631" y="1164450"/>
                </a:lnTo>
                <a:lnTo>
                  <a:pt x="93464" y="1163683"/>
                </a:lnTo>
                <a:lnTo>
                  <a:pt x="95296" y="1162917"/>
                </a:lnTo>
                <a:lnTo>
                  <a:pt x="97129" y="1162121"/>
                </a:lnTo>
                <a:lnTo>
                  <a:pt x="98961" y="1161316"/>
                </a:lnTo>
                <a:lnTo>
                  <a:pt x="100794" y="1160501"/>
                </a:lnTo>
                <a:lnTo>
                  <a:pt x="102626" y="1159677"/>
                </a:lnTo>
                <a:lnTo>
                  <a:pt x="104459" y="1158832"/>
                </a:lnTo>
                <a:lnTo>
                  <a:pt x="106292" y="1157979"/>
                </a:lnTo>
                <a:lnTo>
                  <a:pt x="108125" y="1157106"/>
                </a:lnTo>
                <a:lnTo>
                  <a:pt x="109957" y="1156223"/>
                </a:lnTo>
                <a:lnTo>
                  <a:pt x="111789" y="1155320"/>
                </a:lnTo>
                <a:lnTo>
                  <a:pt x="113622" y="1154408"/>
                </a:lnTo>
                <a:lnTo>
                  <a:pt x="115455" y="1153477"/>
                </a:lnTo>
                <a:lnTo>
                  <a:pt x="117287" y="1152526"/>
                </a:lnTo>
                <a:lnTo>
                  <a:pt x="119120" y="1151575"/>
                </a:lnTo>
                <a:lnTo>
                  <a:pt x="120953" y="1150595"/>
                </a:lnTo>
                <a:lnTo>
                  <a:pt x="122786" y="1149606"/>
                </a:lnTo>
                <a:lnTo>
                  <a:pt x="124618" y="1148597"/>
                </a:lnTo>
                <a:lnTo>
                  <a:pt x="126450" y="1147578"/>
                </a:lnTo>
                <a:lnTo>
                  <a:pt x="128283" y="1146540"/>
                </a:lnTo>
                <a:lnTo>
                  <a:pt x="130115" y="1145482"/>
                </a:lnTo>
                <a:lnTo>
                  <a:pt x="131948" y="1144415"/>
                </a:lnTo>
                <a:lnTo>
                  <a:pt x="133781" y="1143328"/>
                </a:lnTo>
                <a:lnTo>
                  <a:pt x="135614" y="1142222"/>
                </a:lnTo>
                <a:lnTo>
                  <a:pt x="137446" y="1141107"/>
                </a:lnTo>
                <a:lnTo>
                  <a:pt x="139279" y="1139962"/>
                </a:lnTo>
                <a:lnTo>
                  <a:pt x="141111" y="1138807"/>
                </a:lnTo>
                <a:lnTo>
                  <a:pt x="142944" y="1137633"/>
                </a:lnTo>
                <a:lnTo>
                  <a:pt x="144776" y="1136440"/>
                </a:lnTo>
                <a:lnTo>
                  <a:pt x="146609" y="1135237"/>
                </a:lnTo>
                <a:lnTo>
                  <a:pt x="148442" y="1134005"/>
                </a:lnTo>
                <a:lnTo>
                  <a:pt x="150275" y="1132763"/>
                </a:lnTo>
                <a:lnTo>
                  <a:pt x="152107" y="1131502"/>
                </a:lnTo>
                <a:lnTo>
                  <a:pt x="153940" y="1130211"/>
                </a:lnTo>
                <a:lnTo>
                  <a:pt x="155772" y="1128911"/>
                </a:lnTo>
                <a:lnTo>
                  <a:pt x="157605" y="1127592"/>
                </a:lnTo>
                <a:lnTo>
                  <a:pt x="159437" y="1126253"/>
                </a:lnTo>
                <a:lnTo>
                  <a:pt x="161270" y="1124894"/>
                </a:lnTo>
                <a:lnTo>
                  <a:pt x="163103" y="1123517"/>
                </a:lnTo>
                <a:lnTo>
                  <a:pt x="164936" y="1122120"/>
                </a:lnTo>
                <a:lnTo>
                  <a:pt x="166768" y="1120693"/>
                </a:lnTo>
                <a:lnTo>
                  <a:pt x="168600" y="1119257"/>
                </a:lnTo>
                <a:lnTo>
                  <a:pt x="170433" y="1117802"/>
                </a:lnTo>
                <a:lnTo>
                  <a:pt x="172266" y="1116318"/>
                </a:lnTo>
                <a:lnTo>
                  <a:pt x="174098" y="1114814"/>
                </a:lnTo>
                <a:lnTo>
                  <a:pt x="175931" y="1113291"/>
                </a:lnTo>
                <a:lnTo>
                  <a:pt x="177764" y="1111748"/>
                </a:lnTo>
                <a:lnTo>
                  <a:pt x="179596" y="1110186"/>
                </a:lnTo>
                <a:lnTo>
                  <a:pt x="181429" y="1108604"/>
                </a:lnTo>
                <a:lnTo>
                  <a:pt x="183261" y="1106994"/>
                </a:lnTo>
                <a:lnTo>
                  <a:pt x="185094" y="1105364"/>
                </a:lnTo>
                <a:lnTo>
                  <a:pt x="186926" y="1103715"/>
                </a:lnTo>
                <a:lnTo>
                  <a:pt x="188759" y="1102036"/>
                </a:lnTo>
                <a:lnTo>
                  <a:pt x="190592" y="1100338"/>
                </a:lnTo>
                <a:lnTo>
                  <a:pt x="192425" y="1098621"/>
                </a:lnTo>
                <a:lnTo>
                  <a:pt x="194257" y="1096884"/>
                </a:lnTo>
                <a:lnTo>
                  <a:pt x="196090" y="1095118"/>
                </a:lnTo>
                <a:lnTo>
                  <a:pt x="197922" y="1093324"/>
                </a:lnTo>
                <a:lnTo>
                  <a:pt x="199755" y="1091509"/>
                </a:lnTo>
                <a:lnTo>
                  <a:pt x="201587" y="1089676"/>
                </a:lnTo>
                <a:lnTo>
                  <a:pt x="203420" y="1087822"/>
                </a:lnTo>
                <a:lnTo>
                  <a:pt x="205253" y="1085940"/>
                </a:lnTo>
                <a:lnTo>
                  <a:pt x="207086" y="1084029"/>
                </a:lnTo>
                <a:lnTo>
                  <a:pt x="208918" y="1082098"/>
                </a:lnTo>
                <a:lnTo>
                  <a:pt x="210751" y="1080138"/>
                </a:lnTo>
                <a:lnTo>
                  <a:pt x="212583" y="1078159"/>
                </a:lnTo>
                <a:lnTo>
                  <a:pt x="214415" y="1076151"/>
                </a:lnTo>
                <a:lnTo>
                  <a:pt x="216248" y="1074123"/>
                </a:lnTo>
                <a:lnTo>
                  <a:pt x="218081" y="1072066"/>
                </a:lnTo>
                <a:lnTo>
                  <a:pt x="219914" y="1069990"/>
                </a:lnTo>
                <a:lnTo>
                  <a:pt x="221746" y="1067885"/>
                </a:lnTo>
                <a:lnTo>
                  <a:pt x="223579" y="1065750"/>
                </a:lnTo>
                <a:lnTo>
                  <a:pt x="225411" y="1063587"/>
                </a:lnTo>
                <a:lnTo>
                  <a:pt x="227244" y="1061404"/>
                </a:lnTo>
                <a:lnTo>
                  <a:pt x="229076" y="1059191"/>
                </a:lnTo>
                <a:lnTo>
                  <a:pt x="230909" y="1056960"/>
                </a:lnTo>
                <a:lnTo>
                  <a:pt x="232742" y="1054699"/>
                </a:lnTo>
                <a:lnTo>
                  <a:pt x="234575" y="1052410"/>
                </a:lnTo>
                <a:lnTo>
                  <a:pt x="236407" y="1050091"/>
                </a:lnTo>
                <a:lnTo>
                  <a:pt x="238240" y="1047743"/>
                </a:lnTo>
                <a:lnTo>
                  <a:pt x="240072" y="1045376"/>
                </a:lnTo>
                <a:lnTo>
                  <a:pt x="241905" y="1042979"/>
                </a:lnTo>
                <a:lnTo>
                  <a:pt x="243737" y="1040554"/>
                </a:lnTo>
                <a:lnTo>
                  <a:pt x="245570" y="1038099"/>
                </a:lnTo>
                <a:lnTo>
                  <a:pt x="247403" y="1035625"/>
                </a:lnTo>
                <a:lnTo>
                  <a:pt x="249236" y="1033112"/>
                </a:lnTo>
                <a:lnTo>
                  <a:pt x="251068" y="1030580"/>
                </a:lnTo>
                <a:lnTo>
                  <a:pt x="252901" y="1028009"/>
                </a:lnTo>
                <a:lnTo>
                  <a:pt x="254733" y="1025418"/>
                </a:lnTo>
                <a:lnTo>
                  <a:pt x="256566" y="1022799"/>
                </a:lnTo>
                <a:lnTo>
                  <a:pt x="258398" y="1020150"/>
                </a:lnTo>
                <a:lnTo>
                  <a:pt x="260231" y="1017472"/>
                </a:lnTo>
                <a:lnTo>
                  <a:pt x="262064" y="1014765"/>
                </a:lnTo>
                <a:lnTo>
                  <a:pt x="263896" y="1012029"/>
                </a:lnTo>
                <a:lnTo>
                  <a:pt x="265729" y="1009274"/>
                </a:lnTo>
                <a:lnTo>
                  <a:pt x="267562" y="1006480"/>
                </a:lnTo>
                <a:lnTo>
                  <a:pt x="269394" y="1003656"/>
                </a:lnTo>
                <a:lnTo>
                  <a:pt x="271226" y="1000804"/>
                </a:lnTo>
                <a:lnTo>
                  <a:pt x="273059" y="997922"/>
                </a:lnTo>
                <a:lnTo>
                  <a:pt x="274892" y="995021"/>
                </a:lnTo>
                <a:lnTo>
                  <a:pt x="276725" y="992082"/>
                </a:lnTo>
                <a:lnTo>
                  <a:pt x="278557" y="989113"/>
                </a:lnTo>
                <a:lnTo>
                  <a:pt x="280390" y="986115"/>
                </a:lnTo>
                <a:lnTo>
                  <a:pt x="282222" y="983088"/>
                </a:lnTo>
                <a:lnTo>
                  <a:pt x="284055" y="980032"/>
                </a:lnTo>
                <a:lnTo>
                  <a:pt x="285887" y="976937"/>
                </a:lnTo>
                <a:lnTo>
                  <a:pt x="287720" y="973822"/>
                </a:lnTo>
                <a:lnTo>
                  <a:pt x="289553" y="970679"/>
                </a:lnTo>
                <a:lnTo>
                  <a:pt x="291386" y="967506"/>
                </a:lnTo>
                <a:lnTo>
                  <a:pt x="293218" y="964295"/>
                </a:lnTo>
                <a:lnTo>
                  <a:pt x="295051" y="961054"/>
                </a:lnTo>
                <a:lnTo>
                  <a:pt x="296883" y="957794"/>
                </a:lnTo>
                <a:lnTo>
                  <a:pt x="298715" y="954496"/>
                </a:lnTo>
                <a:lnTo>
                  <a:pt x="300548" y="951168"/>
                </a:lnTo>
                <a:lnTo>
                  <a:pt x="302381" y="947811"/>
                </a:lnTo>
                <a:lnTo>
                  <a:pt x="304214" y="944425"/>
                </a:lnTo>
                <a:lnTo>
                  <a:pt x="306046" y="941010"/>
                </a:lnTo>
                <a:lnTo>
                  <a:pt x="307879" y="937556"/>
                </a:lnTo>
                <a:lnTo>
                  <a:pt x="309712" y="934082"/>
                </a:lnTo>
                <a:lnTo>
                  <a:pt x="311544" y="930570"/>
                </a:lnTo>
                <a:lnTo>
                  <a:pt x="313376" y="927029"/>
                </a:lnTo>
                <a:lnTo>
                  <a:pt x="315209" y="923458"/>
                </a:lnTo>
                <a:lnTo>
                  <a:pt x="317042" y="919859"/>
                </a:lnTo>
                <a:lnTo>
                  <a:pt x="318875" y="916230"/>
                </a:lnTo>
                <a:lnTo>
                  <a:pt x="320707" y="912573"/>
                </a:lnTo>
                <a:lnTo>
                  <a:pt x="322540" y="908886"/>
                </a:lnTo>
                <a:lnTo>
                  <a:pt x="324373" y="905160"/>
                </a:lnTo>
                <a:lnTo>
                  <a:pt x="326205" y="901415"/>
                </a:lnTo>
                <a:lnTo>
                  <a:pt x="328037" y="897631"/>
                </a:lnTo>
                <a:lnTo>
                  <a:pt x="329870" y="893828"/>
                </a:lnTo>
                <a:lnTo>
                  <a:pt x="331703" y="889986"/>
                </a:lnTo>
                <a:lnTo>
                  <a:pt x="333536" y="886115"/>
                </a:lnTo>
                <a:lnTo>
                  <a:pt x="335368" y="882215"/>
                </a:lnTo>
                <a:lnTo>
                  <a:pt x="337201" y="878285"/>
                </a:lnTo>
                <a:lnTo>
                  <a:pt x="339033" y="874328"/>
                </a:lnTo>
                <a:lnTo>
                  <a:pt x="340866" y="870339"/>
                </a:lnTo>
                <a:lnTo>
                  <a:pt x="342698" y="866321"/>
                </a:lnTo>
                <a:lnTo>
                  <a:pt x="344531" y="862274"/>
                </a:lnTo>
                <a:lnTo>
                  <a:pt x="346364" y="858198"/>
                </a:lnTo>
                <a:lnTo>
                  <a:pt x="348196" y="854092"/>
                </a:lnTo>
                <a:lnTo>
                  <a:pt x="350029" y="849957"/>
                </a:lnTo>
                <a:lnTo>
                  <a:pt x="351862" y="845794"/>
                </a:lnTo>
                <a:lnTo>
                  <a:pt x="353694" y="841601"/>
                </a:lnTo>
                <a:lnTo>
                  <a:pt x="355526" y="837381"/>
                </a:lnTo>
                <a:lnTo>
                  <a:pt x="357359" y="833131"/>
                </a:lnTo>
                <a:lnTo>
                  <a:pt x="359192" y="828854"/>
                </a:lnTo>
                <a:lnTo>
                  <a:pt x="361025" y="824548"/>
                </a:lnTo>
                <a:lnTo>
                  <a:pt x="362857" y="820214"/>
                </a:lnTo>
                <a:lnTo>
                  <a:pt x="364690" y="815852"/>
                </a:lnTo>
                <a:lnTo>
                  <a:pt x="366523" y="811463"/>
                </a:lnTo>
                <a:lnTo>
                  <a:pt x="368355" y="807046"/>
                </a:lnTo>
                <a:lnTo>
                  <a:pt x="370187" y="802602"/>
                </a:lnTo>
                <a:lnTo>
                  <a:pt x="372020" y="798131"/>
                </a:lnTo>
                <a:lnTo>
                  <a:pt x="373853" y="793632"/>
                </a:lnTo>
                <a:lnTo>
                  <a:pt x="375686" y="789108"/>
                </a:lnTo>
                <a:lnTo>
                  <a:pt x="377518" y="784557"/>
                </a:lnTo>
                <a:lnTo>
                  <a:pt x="379351" y="779979"/>
                </a:lnTo>
                <a:lnTo>
                  <a:pt x="381184" y="775376"/>
                </a:lnTo>
                <a:lnTo>
                  <a:pt x="383015" y="770747"/>
                </a:lnTo>
                <a:lnTo>
                  <a:pt x="384848" y="766092"/>
                </a:lnTo>
                <a:lnTo>
                  <a:pt x="386681" y="761411"/>
                </a:lnTo>
                <a:lnTo>
                  <a:pt x="388514" y="756707"/>
                </a:lnTo>
                <a:lnTo>
                  <a:pt x="390346" y="751977"/>
                </a:lnTo>
                <a:lnTo>
                  <a:pt x="392179" y="747223"/>
                </a:lnTo>
                <a:lnTo>
                  <a:pt x="394012" y="742445"/>
                </a:lnTo>
                <a:lnTo>
                  <a:pt x="395844" y="737642"/>
                </a:lnTo>
                <a:lnTo>
                  <a:pt x="397676" y="732816"/>
                </a:lnTo>
                <a:lnTo>
                  <a:pt x="399509" y="727967"/>
                </a:lnTo>
                <a:lnTo>
                  <a:pt x="401342" y="723095"/>
                </a:lnTo>
                <a:lnTo>
                  <a:pt x="403175" y="718200"/>
                </a:lnTo>
                <a:lnTo>
                  <a:pt x="405007" y="713283"/>
                </a:lnTo>
                <a:lnTo>
                  <a:pt x="406840" y="708343"/>
                </a:lnTo>
                <a:lnTo>
                  <a:pt x="408673" y="703383"/>
                </a:lnTo>
                <a:lnTo>
                  <a:pt x="410505" y="698401"/>
                </a:lnTo>
                <a:lnTo>
                  <a:pt x="412337" y="693397"/>
                </a:lnTo>
                <a:lnTo>
                  <a:pt x="414170" y="688374"/>
                </a:lnTo>
                <a:lnTo>
                  <a:pt x="416003" y="683329"/>
                </a:lnTo>
                <a:lnTo>
                  <a:pt x="417836" y="678266"/>
                </a:lnTo>
                <a:lnTo>
                  <a:pt x="419668" y="673183"/>
                </a:lnTo>
                <a:lnTo>
                  <a:pt x="421501" y="668080"/>
                </a:lnTo>
                <a:lnTo>
                  <a:pt x="423334" y="662959"/>
                </a:lnTo>
                <a:lnTo>
                  <a:pt x="425166" y="657820"/>
                </a:lnTo>
                <a:lnTo>
                  <a:pt x="426998" y="652662"/>
                </a:lnTo>
                <a:lnTo>
                  <a:pt x="428831" y="647487"/>
                </a:lnTo>
                <a:lnTo>
                  <a:pt x="430664" y="642294"/>
                </a:lnTo>
                <a:lnTo>
                  <a:pt x="432496" y="637086"/>
                </a:lnTo>
                <a:lnTo>
                  <a:pt x="434329" y="631860"/>
                </a:lnTo>
                <a:lnTo>
                  <a:pt x="436162" y="626620"/>
                </a:lnTo>
                <a:lnTo>
                  <a:pt x="437995" y="621364"/>
                </a:lnTo>
                <a:lnTo>
                  <a:pt x="439826" y="616094"/>
                </a:lnTo>
                <a:lnTo>
                  <a:pt x="441659" y="610808"/>
                </a:lnTo>
                <a:lnTo>
                  <a:pt x="443492" y="605509"/>
                </a:lnTo>
                <a:lnTo>
                  <a:pt x="445325" y="600196"/>
                </a:lnTo>
                <a:lnTo>
                  <a:pt x="447157" y="594870"/>
                </a:lnTo>
                <a:lnTo>
                  <a:pt x="448990" y="589532"/>
                </a:lnTo>
                <a:lnTo>
                  <a:pt x="450823" y="584182"/>
                </a:lnTo>
                <a:lnTo>
                  <a:pt x="452655" y="578820"/>
                </a:lnTo>
                <a:lnTo>
                  <a:pt x="454487" y="573448"/>
                </a:lnTo>
                <a:lnTo>
                  <a:pt x="456320" y="568064"/>
                </a:lnTo>
                <a:lnTo>
                  <a:pt x="458153" y="562671"/>
                </a:lnTo>
                <a:lnTo>
                  <a:pt x="459986" y="557268"/>
                </a:lnTo>
                <a:lnTo>
                  <a:pt x="461818" y="551857"/>
                </a:lnTo>
                <a:lnTo>
                  <a:pt x="463651" y="546437"/>
                </a:lnTo>
                <a:lnTo>
                  <a:pt x="465484" y="541010"/>
                </a:lnTo>
                <a:lnTo>
                  <a:pt x="467315" y="535574"/>
                </a:lnTo>
                <a:lnTo>
                  <a:pt x="469148" y="530134"/>
                </a:lnTo>
                <a:lnTo>
                  <a:pt x="470981" y="524686"/>
                </a:lnTo>
                <a:lnTo>
                  <a:pt x="472814" y="519232"/>
                </a:lnTo>
                <a:lnTo>
                  <a:pt x="474646" y="513774"/>
                </a:lnTo>
                <a:lnTo>
                  <a:pt x="476479" y="508310"/>
                </a:lnTo>
                <a:lnTo>
                  <a:pt x="478312" y="502844"/>
                </a:lnTo>
                <a:lnTo>
                  <a:pt x="480145" y="497374"/>
                </a:lnTo>
                <a:lnTo>
                  <a:pt x="481976" y="491901"/>
                </a:lnTo>
                <a:lnTo>
                  <a:pt x="483809" y="486427"/>
                </a:lnTo>
                <a:lnTo>
                  <a:pt x="485642" y="480950"/>
                </a:lnTo>
                <a:lnTo>
                  <a:pt x="487475" y="475474"/>
                </a:lnTo>
                <a:lnTo>
                  <a:pt x="489307" y="469997"/>
                </a:lnTo>
                <a:lnTo>
                  <a:pt x="491140" y="464520"/>
                </a:lnTo>
                <a:lnTo>
                  <a:pt x="492973" y="459044"/>
                </a:lnTo>
                <a:lnTo>
                  <a:pt x="494806" y="453570"/>
                </a:lnTo>
                <a:lnTo>
                  <a:pt x="496637" y="448098"/>
                </a:lnTo>
                <a:lnTo>
                  <a:pt x="498470" y="442629"/>
                </a:lnTo>
                <a:lnTo>
                  <a:pt x="500303" y="437163"/>
                </a:lnTo>
                <a:lnTo>
                  <a:pt x="502136" y="431701"/>
                </a:lnTo>
                <a:lnTo>
                  <a:pt x="503968" y="426245"/>
                </a:lnTo>
                <a:lnTo>
                  <a:pt x="505801" y="420794"/>
                </a:lnTo>
                <a:lnTo>
                  <a:pt x="507634" y="415348"/>
                </a:lnTo>
                <a:lnTo>
                  <a:pt x="509466" y="409910"/>
                </a:lnTo>
                <a:lnTo>
                  <a:pt x="511298" y="404480"/>
                </a:lnTo>
                <a:lnTo>
                  <a:pt x="513131" y="399058"/>
                </a:lnTo>
                <a:lnTo>
                  <a:pt x="514964" y="393644"/>
                </a:lnTo>
                <a:lnTo>
                  <a:pt x="516796" y="388239"/>
                </a:lnTo>
                <a:lnTo>
                  <a:pt x="518629" y="382844"/>
                </a:lnTo>
                <a:lnTo>
                  <a:pt x="520462" y="377462"/>
                </a:lnTo>
                <a:lnTo>
                  <a:pt x="522295" y="372089"/>
                </a:lnTo>
                <a:lnTo>
                  <a:pt x="524126" y="366729"/>
                </a:lnTo>
                <a:lnTo>
                  <a:pt x="525959" y="361382"/>
                </a:lnTo>
                <a:lnTo>
                  <a:pt x="527792" y="356049"/>
                </a:lnTo>
                <a:lnTo>
                  <a:pt x="529625" y="350729"/>
                </a:lnTo>
                <a:lnTo>
                  <a:pt x="531457" y="345425"/>
                </a:lnTo>
                <a:lnTo>
                  <a:pt x="533290" y="340136"/>
                </a:lnTo>
                <a:lnTo>
                  <a:pt x="535123" y="334864"/>
                </a:lnTo>
                <a:lnTo>
                  <a:pt x="536956" y="329609"/>
                </a:lnTo>
                <a:lnTo>
                  <a:pt x="538787" y="324371"/>
                </a:lnTo>
                <a:lnTo>
                  <a:pt x="540620" y="319152"/>
                </a:lnTo>
                <a:lnTo>
                  <a:pt x="542453" y="313951"/>
                </a:lnTo>
                <a:lnTo>
                  <a:pt x="544286" y="308771"/>
                </a:lnTo>
                <a:lnTo>
                  <a:pt x="546118" y="303611"/>
                </a:lnTo>
                <a:lnTo>
                  <a:pt x="547951" y="298472"/>
                </a:lnTo>
                <a:lnTo>
                  <a:pt x="549784" y="293356"/>
                </a:lnTo>
                <a:lnTo>
                  <a:pt x="551617" y="288261"/>
                </a:lnTo>
                <a:lnTo>
                  <a:pt x="553448" y="283191"/>
                </a:lnTo>
                <a:lnTo>
                  <a:pt x="555281" y="278144"/>
                </a:lnTo>
                <a:lnTo>
                  <a:pt x="557114" y="273121"/>
                </a:lnTo>
                <a:lnTo>
                  <a:pt x="558946" y="268124"/>
                </a:lnTo>
                <a:lnTo>
                  <a:pt x="560779" y="263154"/>
                </a:lnTo>
                <a:lnTo>
                  <a:pt x="562612" y="258210"/>
                </a:lnTo>
                <a:lnTo>
                  <a:pt x="564445" y="253293"/>
                </a:lnTo>
                <a:lnTo>
                  <a:pt x="566276" y="248405"/>
                </a:lnTo>
                <a:lnTo>
                  <a:pt x="568109" y="243546"/>
                </a:lnTo>
                <a:lnTo>
                  <a:pt x="569942" y="238716"/>
                </a:lnTo>
                <a:lnTo>
                  <a:pt x="571775" y="233916"/>
                </a:lnTo>
                <a:lnTo>
                  <a:pt x="573606" y="229148"/>
                </a:lnTo>
                <a:lnTo>
                  <a:pt x="575440" y="224411"/>
                </a:lnTo>
                <a:lnTo>
                  <a:pt x="577274" y="219708"/>
                </a:lnTo>
                <a:lnTo>
                  <a:pt x="579108" y="215036"/>
                </a:lnTo>
                <a:lnTo>
                  <a:pt x="580941" y="210398"/>
                </a:lnTo>
                <a:lnTo>
                  <a:pt x="582775" y="205796"/>
                </a:lnTo>
                <a:lnTo>
                  <a:pt x="584599" y="201227"/>
                </a:lnTo>
                <a:lnTo>
                  <a:pt x="586433" y="196695"/>
                </a:lnTo>
                <a:lnTo>
                  <a:pt x="588266" y="192199"/>
                </a:lnTo>
                <a:lnTo>
                  <a:pt x="590100" y="187741"/>
                </a:lnTo>
                <a:lnTo>
                  <a:pt x="591934" y="183320"/>
                </a:lnTo>
                <a:lnTo>
                  <a:pt x="593767" y="178937"/>
                </a:lnTo>
                <a:lnTo>
                  <a:pt x="595601" y="174595"/>
                </a:lnTo>
                <a:lnTo>
                  <a:pt x="597435" y="170291"/>
                </a:lnTo>
                <a:lnTo>
                  <a:pt x="599269" y="166028"/>
                </a:lnTo>
                <a:lnTo>
                  <a:pt x="601093" y="161805"/>
                </a:lnTo>
                <a:lnTo>
                  <a:pt x="602926" y="157625"/>
                </a:lnTo>
                <a:lnTo>
                  <a:pt x="604760" y="153488"/>
                </a:lnTo>
                <a:lnTo>
                  <a:pt x="606594" y="149392"/>
                </a:lnTo>
                <a:lnTo>
                  <a:pt x="608427" y="145342"/>
                </a:lnTo>
                <a:lnTo>
                  <a:pt x="610261" y="141335"/>
                </a:lnTo>
                <a:lnTo>
                  <a:pt x="612095" y="137372"/>
                </a:lnTo>
                <a:lnTo>
                  <a:pt x="613928" y="133456"/>
                </a:lnTo>
                <a:lnTo>
                  <a:pt x="615762" y="129585"/>
                </a:lnTo>
                <a:lnTo>
                  <a:pt x="617586" y="125761"/>
                </a:lnTo>
                <a:lnTo>
                  <a:pt x="619420" y="121985"/>
                </a:lnTo>
                <a:lnTo>
                  <a:pt x="621254" y="118256"/>
                </a:lnTo>
                <a:lnTo>
                  <a:pt x="623087" y="114576"/>
                </a:lnTo>
                <a:lnTo>
                  <a:pt x="624921" y="110945"/>
                </a:lnTo>
                <a:lnTo>
                  <a:pt x="626755" y="107363"/>
                </a:lnTo>
                <a:lnTo>
                  <a:pt x="628589" y="103832"/>
                </a:lnTo>
                <a:lnTo>
                  <a:pt x="630422" y="100351"/>
                </a:lnTo>
                <a:lnTo>
                  <a:pt x="632246" y="96922"/>
                </a:lnTo>
                <a:lnTo>
                  <a:pt x="634080" y="93545"/>
                </a:lnTo>
                <a:lnTo>
                  <a:pt x="635914" y="90220"/>
                </a:lnTo>
                <a:lnTo>
                  <a:pt x="637747" y="86947"/>
                </a:lnTo>
                <a:lnTo>
                  <a:pt x="639581" y="83729"/>
                </a:lnTo>
                <a:lnTo>
                  <a:pt x="641415" y="80564"/>
                </a:lnTo>
                <a:lnTo>
                  <a:pt x="643248" y="77454"/>
                </a:lnTo>
                <a:lnTo>
                  <a:pt x="645082" y="74399"/>
                </a:lnTo>
                <a:lnTo>
                  <a:pt x="646916" y="71400"/>
                </a:lnTo>
                <a:lnTo>
                  <a:pt x="648740" y="68456"/>
                </a:lnTo>
                <a:lnTo>
                  <a:pt x="650573" y="65569"/>
                </a:lnTo>
                <a:lnTo>
                  <a:pt x="652407" y="62739"/>
                </a:lnTo>
                <a:lnTo>
                  <a:pt x="654241" y="59965"/>
                </a:lnTo>
                <a:lnTo>
                  <a:pt x="656075" y="57250"/>
                </a:lnTo>
                <a:lnTo>
                  <a:pt x="657908" y="54593"/>
                </a:lnTo>
                <a:lnTo>
                  <a:pt x="659742" y="51995"/>
                </a:lnTo>
                <a:lnTo>
                  <a:pt x="661576" y="49456"/>
                </a:lnTo>
                <a:lnTo>
                  <a:pt x="663409" y="46976"/>
                </a:lnTo>
                <a:lnTo>
                  <a:pt x="665233" y="44557"/>
                </a:lnTo>
                <a:lnTo>
                  <a:pt x="667067" y="42198"/>
                </a:lnTo>
                <a:lnTo>
                  <a:pt x="668901" y="39900"/>
                </a:lnTo>
                <a:lnTo>
                  <a:pt x="670735" y="37662"/>
                </a:lnTo>
                <a:lnTo>
                  <a:pt x="672568" y="35486"/>
                </a:lnTo>
                <a:lnTo>
                  <a:pt x="674402" y="33372"/>
                </a:lnTo>
                <a:lnTo>
                  <a:pt x="676236" y="31320"/>
                </a:lnTo>
                <a:lnTo>
                  <a:pt x="678069" y="29331"/>
                </a:lnTo>
                <a:lnTo>
                  <a:pt x="679903" y="27405"/>
                </a:lnTo>
                <a:lnTo>
                  <a:pt x="681727" y="25541"/>
                </a:lnTo>
                <a:lnTo>
                  <a:pt x="683561" y="23742"/>
                </a:lnTo>
                <a:lnTo>
                  <a:pt x="685395" y="22006"/>
                </a:lnTo>
                <a:lnTo>
                  <a:pt x="687228" y="20334"/>
                </a:lnTo>
                <a:lnTo>
                  <a:pt x="689062" y="18727"/>
                </a:lnTo>
                <a:lnTo>
                  <a:pt x="690896" y="17184"/>
                </a:lnTo>
                <a:lnTo>
                  <a:pt x="692729" y="15706"/>
                </a:lnTo>
                <a:lnTo>
                  <a:pt x="694563" y="14294"/>
                </a:lnTo>
                <a:lnTo>
                  <a:pt x="696397" y="12947"/>
                </a:lnTo>
                <a:lnTo>
                  <a:pt x="698221" y="11665"/>
                </a:lnTo>
                <a:lnTo>
                  <a:pt x="700054" y="10449"/>
                </a:lnTo>
                <a:lnTo>
                  <a:pt x="701888" y="9299"/>
                </a:lnTo>
                <a:lnTo>
                  <a:pt x="703722" y="8215"/>
                </a:lnTo>
                <a:lnTo>
                  <a:pt x="705556" y="7199"/>
                </a:lnTo>
                <a:lnTo>
                  <a:pt x="707389" y="6248"/>
                </a:lnTo>
                <a:lnTo>
                  <a:pt x="709223" y="5364"/>
                </a:lnTo>
                <a:lnTo>
                  <a:pt x="711057" y="4547"/>
                </a:lnTo>
                <a:lnTo>
                  <a:pt x="712890" y="3797"/>
                </a:lnTo>
                <a:lnTo>
                  <a:pt x="714714" y="3115"/>
                </a:lnTo>
                <a:lnTo>
                  <a:pt x="716548" y="2499"/>
                </a:lnTo>
                <a:lnTo>
                  <a:pt x="718382" y="1951"/>
                </a:lnTo>
                <a:lnTo>
                  <a:pt x="720216" y="1470"/>
                </a:lnTo>
                <a:lnTo>
                  <a:pt x="722049" y="1057"/>
                </a:lnTo>
                <a:lnTo>
                  <a:pt x="723883" y="712"/>
                </a:lnTo>
                <a:lnTo>
                  <a:pt x="725717" y="434"/>
                </a:lnTo>
                <a:lnTo>
                  <a:pt x="727550" y="224"/>
                </a:lnTo>
                <a:lnTo>
                  <a:pt x="729374" y="81"/>
                </a:lnTo>
                <a:lnTo>
                  <a:pt x="731208" y="7"/>
                </a:lnTo>
                <a:lnTo>
                  <a:pt x="733042" y="0"/>
                </a:lnTo>
                <a:lnTo>
                  <a:pt x="734875" y="61"/>
                </a:lnTo>
                <a:lnTo>
                  <a:pt x="736709" y="190"/>
                </a:lnTo>
                <a:lnTo>
                  <a:pt x="738543" y="386"/>
                </a:lnTo>
                <a:lnTo>
                  <a:pt x="740377" y="651"/>
                </a:lnTo>
                <a:lnTo>
                  <a:pt x="742210" y="983"/>
                </a:lnTo>
                <a:lnTo>
                  <a:pt x="744044" y="1382"/>
                </a:lnTo>
                <a:lnTo>
                  <a:pt x="745868" y="1850"/>
                </a:lnTo>
                <a:lnTo>
                  <a:pt x="747702" y="2384"/>
                </a:lnTo>
                <a:lnTo>
                  <a:pt x="749535" y="2986"/>
                </a:lnTo>
                <a:lnTo>
                  <a:pt x="751369" y="3655"/>
                </a:lnTo>
                <a:lnTo>
                  <a:pt x="753203" y="4392"/>
                </a:lnTo>
                <a:lnTo>
                  <a:pt x="755037" y="5195"/>
                </a:lnTo>
                <a:lnTo>
                  <a:pt x="756870" y="6066"/>
                </a:lnTo>
                <a:lnTo>
                  <a:pt x="758704" y="7004"/>
                </a:lnTo>
                <a:lnTo>
                  <a:pt x="760538" y="8007"/>
                </a:lnTo>
                <a:lnTo>
                  <a:pt x="762362" y="9077"/>
                </a:lnTo>
                <a:lnTo>
                  <a:pt x="764195" y="10214"/>
                </a:lnTo>
                <a:lnTo>
                  <a:pt x="766029" y="11416"/>
                </a:lnTo>
                <a:lnTo>
                  <a:pt x="767863" y="12685"/>
                </a:lnTo>
                <a:lnTo>
                  <a:pt x="769696" y="14019"/>
                </a:lnTo>
                <a:lnTo>
                  <a:pt x="771530" y="15419"/>
                </a:lnTo>
                <a:lnTo>
                  <a:pt x="773364" y="16883"/>
                </a:lnTo>
                <a:lnTo>
                  <a:pt x="775198" y="18413"/>
                </a:lnTo>
                <a:lnTo>
                  <a:pt x="777031" y="20008"/>
                </a:lnTo>
                <a:lnTo>
                  <a:pt x="778855" y="21666"/>
                </a:lnTo>
                <a:lnTo>
                  <a:pt x="780689" y="23390"/>
                </a:lnTo>
                <a:lnTo>
                  <a:pt x="782523" y="25177"/>
                </a:lnTo>
                <a:lnTo>
                  <a:pt x="784356" y="27027"/>
                </a:lnTo>
                <a:lnTo>
                  <a:pt x="786190" y="28941"/>
                </a:lnTo>
                <a:lnTo>
                  <a:pt x="788024" y="30917"/>
                </a:lnTo>
                <a:lnTo>
                  <a:pt x="789858" y="32957"/>
                </a:lnTo>
                <a:lnTo>
                  <a:pt x="791691" y="35058"/>
                </a:lnTo>
                <a:lnTo>
                  <a:pt x="793525" y="37222"/>
                </a:lnTo>
                <a:lnTo>
                  <a:pt x="795349" y="39447"/>
                </a:lnTo>
                <a:lnTo>
                  <a:pt x="797183" y="41733"/>
                </a:lnTo>
                <a:lnTo>
                  <a:pt x="799016" y="44080"/>
                </a:lnTo>
                <a:lnTo>
                  <a:pt x="800850" y="46487"/>
                </a:lnTo>
                <a:lnTo>
                  <a:pt x="802684" y="48956"/>
                </a:lnTo>
                <a:lnTo>
                  <a:pt x="804517" y="51482"/>
                </a:lnTo>
                <a:lnTo>
                  <a:pt x="806351" y="54069"/>
                </a:lnTo>
                <a:lnTo>
                  <a:pt x="808185" y="56713"/>
                </a:lnTo>
                <a:lnTo>
                  <a:pt x="810019" y="59417"/>
                </a:lnTo>
                <a:lnTo>
                  <a:pt x="811843" y="62179"/>
                </a:lnTo>
                <a:lnTo>
                  <a:pt x="813676" y="64998"/>
                </a:lnTo>
                <a:lnTo>
                  <a:pt x="815510" y="67874"/>
                </a:lnTo>
                <a:lnTo>
                  <a:pt x="817344" y="70806"/>
                </a:lnTo>
                <a:lnTo>
                  <a:pt x="819177" y="73795"/>
                </a:lnTo>
                <a:lnTo>
                  <a:pt x="821011" y="76839"/>
                </a:lnTo>
                <a:lnTo>
                  <a:pt x="822845" y="79938"/>
                </a:lnTo>
                <a:lnTo>
                  <a:pt x="824679" y="83092"/>
                </a:lnTo>
                <a:lnTo>
                  <a:pt x="826512" y="86299"/>
                </a:lnTo>
                <a:lnTo>
                  <a:pt x="828336" y="89561"/>
                </a:lnTo>
                <a:lnTo>
                  <a:pt x="830170" y="92875"/>
                </a:lnTo>
                <a:lnTo>
                  <a:pt x="832004" y="96242"/>
                </a:lnTo>
                <a:lnTo>
                  <a:pt x="833837" y="99661"/>
                </a:lnTo>
                <a:lnTo>
                  <a:pt x="835671" y="103131"/>
                </a:lnTo>
                <a:lnTo>
                  <a:pt x="837505" y="106652"/>
                </a:lnTo>
                <a:lnTo>
                  <a:pt x="839339" y="110225"/>
                </a:lnTo>
                <a:lnTo>
                  <a:pt x="841172" y="113846"/>
                </a:lnTo>
                <a:lnTo>
                  <a:pt x="842996" y="117516"/>
                </a:lnTo>
                <a:lnTo>
                  <a:pt x="844830" y="121235"/>
                </a:lnTo>
                <a:lnTo>
                  <a:pt x="846664" y="125002"/>
                </a:lnTo>
                <a:lnTo>
                  <a:pt x="848497" y="128816"/>
                </a:lnTo>
                <a:lnTo>
                  <a:pt x="850331" y="132677"/>
                </a:lnTo>
                <a:lnTo>
                  <a:pt x="852165" y="136585"/>
                </a:lnTo>
                <a:lnTo>
                  <a:pt x="853998" y="140538"/>
                </a:lnTo>
                <a:lnTo>
                  <a:pt x="855832" y="144536"/>
                </a:lnTo>
                <a:lnTo>
                  <a:pt x="857666" y="148579"/>
                </a:lnTo>
                <a:lnTo>
                  <a:pt x="859490" y="152665"/>
                </a:lnTo>
                <a:lnTo>
                  <a:pt x="861324" y="156794"/>
                </a:lnTo>
                <a:lnTo>
                  <a:pt x="863157" y="160966"/>
                </a:lnTo>
                <a:lnTo>
                  <a:pt x="864991" y="165180"/>
                </a:lnTo>
                <a:lnTo>
                  <a:pt x="866825" y="169435"/>
                </a:lnTo>
                <a:lnTo>
                  <a:pt x="868658" y="173730"/>
                </a:lnTo>
                <a:lnTo>
                  <a:pt x="870492" y="178066"/>
                </a:lnTo>
                <a:lnTo>
                  <a:pt x="872326" y="182441"/>
                </a:lnTo>
                <a:lnTo>
                  <a:pt x="874160" y="186853"/>
                </a:lnTo>
                <a:lnTo>
                  <a:pt x="875984" y="191305"/>
                </a:lnTo>
                <a:lnTo>
                  <a:pt x="877817" y="195793"/>
                </a:lnTo>
                <a:lnTo>
                  <a:pt x="879651" y="200318"/>
                </a:lnTo>
                <a:lnTo>
                  <a:pt x="881485" y="204879"/>
                </a:lnTo>
                <a:lnTo>
                  <a:pt x="883318" y="209475"/>
                </a:lnTo>
                <a:lnTo>
                  <a:pt x="885152" y="214106"/>
                </a:lnTo>
                <a:lnTo>
                  <a:pt x="886986" y="218770"/>
                </a:lnTo>
                <a:lnTo>
                  <a:pt x="888819" y="223468"/>
                </a:lnTo>
                <a:lnTo>
                  <a:pt x="890653" y="228198"/>
                </a:lnTo>
                <a:lnTo>
                  <a:pt x="892477" y="232961"/>
                </a:lnTo>
                <a:lnTo>
                  <a:pt x="894311" y="237754"/>
                </a:lnTo>
                <a:lnTo>
                  <a:pt x="896144" y="242577"/>
                </a:lnTo>
                <a:lnTo>
                  <a:pt x="897978" y="247430"/>
                </a:lnTo>
                <a:lnTo>
                  <a:pt x="899812" y="252314"/>
                </a:lnTo>
                <a:lnTo>
                  <a:pt x="901646" y="257224"/>
                </a:lnTo>
                <a:lnTo>
                  <a:pt x="903479" y="262162"/>
                </a:lnTo>
                <a:lnTo>
                  <a:pt x="905313" y="267128"/>
                </a:lnTo>
                <a:lnTo>
                  <a:pt x="907147" y="272120"/>
                </a:lnTo>
                <a:lnTo>
                  <a:pt x="908971" y="277137"/>
                </a:lnTo>
                <a:lnTo>
                  <a:pt x="910805" y="282179"/>
                </a:lnTo>
                <a:lnTo>
                  <a:pt x="912638" y="287245"/>
                </a:lnTo>
                <a:lnTo>
                  <a:pt x="914472" y="292335"/>
                </a:lnTo>
                <a:lnTo>
                  <a:pt x="916306" y="297447"/>
                </a:lnTo>
                <a:lnTo>
                  <a:pt x="918139" y="302581"/>
                </a:lnTo>
                <a:lnTo>
                  <a:pt x="919973" y="307737"/>
                </a:lnTo>
                <a:lnTo>
                  <a:pt x="921807" y="312914"/>
                </a:lnTo>
                <a:lnTo>
                  <a:pt x="923640" y="318110"/>
                </a:lnTo>
                <a:lnTo>
                  <a:pt x="925464" y="323325"/>
                </a:lnTo>
                <a:lnTo>
                  <a:pt x="927298" y="328560"/>
                </a:lnTo>
                <a:lnTo>
                  <a:pt x="929132" y="333812"/>
                </a:lnTo>
                <a:lnTo>
                  <a:pt x="930966" y="339081"/>
                </a:lnTo>
                <a:lnTo>
                  <a:pt x="932799" y="344367"/>
                </a:lnTo>
                <a:lnTo>
                  <a:pt x="934633" y="349668"/>
                </a:lnTo>
                <a:lnTo>
                  <a:pt x="936467" y="354984"/>
                </a:lnTo>
                <a:lnTo>
                  <a:pt x="938300" y="360315"/>
                </a:lnTo>
                <a:lnTo>
                  <a:pt x="940134" y="365659"/>
                </a:lnTo>
                <a:lnTo>
                  <a:pt x="941958" y="371016"/>
                </a:lnTo>
                <a:lnTo>
                  <a:pt x="943792" y="376386"/>
                </a:lnTo>
                <a:lnTo>
                  <a:pt x="945625" y="381767"/>
                </a:lnTo>
                <a:lnTo>
                  <a:pt x="947459" y="387159"/>
                </a:lnTo>
                <a:lnTo>
                  <a:pt x="949293" y="392562"/>
                </a:lnTo>
                <a:lnTo>
                  <a:pt x="951127" y="397974"/>
                </a:lnTo>
                <a:lnTo>
                  <a:pt x="952960" y="403394"/>
                </a:lnTo>
                <a:lnTo>
                  <a:pt x="954794" y="408824"/>
                </a:lnTo>
                <a:lnTo>
                  <a:pt x="956618" y="414261"/>
                </a:lnTo>
                <a:lnTo>
                  <a:pt x="958452" y="419705"/>
                </a:lnTo>
                <a:lnTo>
                  <a:pt x="960285" y="425154"/>
                </a:lnTo>
                <a:lnTo>
                  <a:pt x="962119" y="430610"/>
                </a:lnTo>
                <a:lnTo>
                  <a:pt x="963953" y="436070"/>
                </a:lnTo>
                <a:lnTo>
                  <a:pt x="965787" y="441535"/>
                </a:lnTo>
                <a:lnTo>
                  <a:pt x="967620" y="447004"/>
                </a:lnTo>
                <a:lnTo>
                  <a:pt x="969454" y="452475"/>
                </a:lnTo>
                <a:lnTo>
                  <a:pt x="971288" y="457949"/>
                </a:lnTo>
                <a:lnTo>
                  <a:pt x="973112" y="463424"/>
                </a:lnTo>
                <a:lnTo>
                  <a:pt x="974945" y="468901"/>
                </a:lnTo>
                <a:lnTo>
                  <a:pt x="976779" y="474378"/>
                </a:lnTo>
                <a:lnTo>
                  <a:pt x="978613" y="479855"/>
                </a:lnTo>
                <a:lnTo>
                  <a:pt x="980446" y="485332"/>
                </a:lnTo>
                <a:lnTo>
                  <a:pt x="982280" y="490807"/>
                </a:lnTo>
                <a:lnTo>
                  <a:pt x="984114" y="496280"/>
                </a:lnTo>
                <a:lnTo>
                  <a:pt x="985948" y="501751"/>
                </a:lnTo>
                <a:lnTo>
                  <a:pt x="987781" y="507218"/>
                </a:lnTo>
                <a:lnTo>
                  <a:pt x="989605" y="512681"/>
                </a:lnTo>
                <a:lnTo>
                  <a:pt x="991439" y="518141"/>
                </a:lnTo>
                <a:lnTo>
                  <a:pt x="993273" y="523595"/>
                </a:lnTo>
                <a:lnTo>
                  <a:pt x="995106" y="529044"/>
                </a:lnTo>
                <a:lnTo>
                  <a:pt x="996940" y="534487"/>
                </a:lnTo>
                <a:lnTo>
                  <a:pt x="998774" y="539923"/>
                </a:lnTo>
                <a:lnTo>
                  <a:pt x="1000608" y="545352"/>
                </a:lnTo>
                <a:lnTo>
                  <a:pt x="1002441" y="550774"/>
                </a:lnTo>
                <a:lnTo>
                  <a:pt x="1004275" y="556187"/>
                </a:lnTo>
                <a:lnTo>
                  <a:pt x="1006099" y="561592"/>
                </a:lnTo>
                <a:lnTo>
                  <a:pt x="1007933" y="566986"/>
                </a:lnTo>
                <a:lnTo>
                  <a:pt x="1009766" y="572372"/>
                </a:lnTo>
                <a:lnTo>
                  <a:pt x="1011600" y="577747"/>
                </a:lnTo>
                <a:lnTo>
                  <a:pt x="1013434" y="583110"/>
                </a:lnTo>
                <a:lnTo>
                  <a:pt x="1015267" y="588463"/>
                </a:lnTo>
                <a:lnTo>
                  <a:pt x="1017101" y="593804"/>
                </a:lnTo>
                <a:lnTo>
                  <a:pt x="1018935" y="599132"/>
                </a:lnTo>
                <a:lnTo>
                  <a:pt x="1020769" y="604447"/>
                </a:lnTo>
                <a:lnTo>
                  <a:pt x="1022593" y="609749"/>
                </a:lnTo>
                <a:lnTo>
                  <a:pt x="1024426" y="615037"/>
                </a:lnTo>
                <a:lnTo>
                  <a:pt x="1026260" y="620311"/>
                </a:lnTo>
                <a:lnTo>
                  <a:pt x="1028094" y="625571"/>
                </a:lnTo>
                <a:lnTo>
                  <a:pt x="1029927" y="630814"/>
                </a:lnTo>
                <a:lnTo>
                  <a:pt x="1031761" y="636042"/>
                </a:lnTo>
                <a:lnTo>
                  <a:pt x="1033595" y="641254"/>
                </a:lnTo>
                <a:lnTo>
                  <a:pt x="1035429" y="646450"/>
                </a:lnTo>
                <a:lnTo>
                  <a:pt x="1037262" y="651628"/>
                </a:lnTo>
                <a:lnTo>
                  <a:pt x="1039086" y="656789"/>
                </a:lnTo>
                <a:lnTo>
                  <a:pt x="1040920" y="661932"/>
                </a:lnTo>
                <a:lnTo>
                  <a:pt x="1042754" y="667057"/>
                </a:lnTo>
                <a:lnTo>
                  <a:pt x="1044587" y="672163"/>
                </a:lnTo>
                <a:lnTo>
                  <a:pt x="1046421" y="677251"/>
                </a:lnTo>
                <a:lnTo>
                  <a:pt x="1048255" y="682318"/>
                </a:lnTo>
                <a:lnTo>
                  <a:pt x="1050089" y="687366"/>
                </a:lnTo>
                <a:lnTo>
                  <a:pt x="1051922" y="692394"/>
                </a:lnTo>
                <a:lnTo>
                  <a:pt x="1053756" y="697401"/>
                </a:lnTo>
                <a:lnTo>
                  <a:pt x="1055580" y="702388"/>
                </a:lnTo>
                <a:lnTo>
                  <a:pt x="1057414" y="707354"/>
                </a:lnTo>
                <a:lnTo>
                  <a:pt x="1059247" y="712297"/>
                </a:lnTo>
                <a:lnTo>
                  <a:pt x="1061081" y="717218"/>
                </a:lnTo>
                <a:lnTo>
                  <a:pt x="1062915" y="722118"/>
                </a:lnTo>
                <a:lnTo>
                  <a:pt x="1064748" y="726995"/>
                </a:lnTo>
                <a:lnTo>
                  <a:pt x="1066582" y="731848"/>
                </a:lnTo>
                <a:lnTo>
                  <a:pt x="1068416" y="736679"/>
                </a:lnTo>
                <a:lnTo>
                  <a:pt x="1070240" y="741486"/>
                </a:lnTo>
                <a:lnTo>
                  <a:pt x="1072074" y="746269"/>
                </a:lnTo>
                <a:lnTo>
                  <a:pt x="1073907" y="751028"/>
                </a:lnTo>
                <a:lnTo>
                  <a:pt x="1075741" y="755763"/>
                </a:lnTo>
                <a:lnTo>
                  <a:pt x="1077575" y="760472"/>
                </a:lnTo>
                <a:lnTo>
                  <a:pt x="1079408" y="765157"/>
                </a:lnTo>
                <a:lnTo>
                  <a:pt x="1081242" y="769817"/>
                </a:lnTo>
                <a:lnTo>
                  <a:pt x="1083076" y="774452"/>
                </a:lnTo>
                <a:lnTo>
                  <a:pt x="1084910" y="779060"/>
                </a:lnTo>
                <a:lnTo>
                  <a:pt x="1086734" y="783643"/>
                </a:lnTo>
                <a:lnTo>
                  <a:pt x="1088567" y="788200"/>
                </a:lnTo>
                <a:lnTo>
                  <a:pt x="1090401" y="792730"/>
                </a:lnTo>
                <a:lnTo>
                  <a:pt x="1092235" y="797234"/>
                </a:lnTo>
                <a:lnTo>
                  <a:pt x="1094068" y="801710"/>
                </a:lnTo>
                <a:lnTo>
                  <a:pt x="1095902" y="806159"/>
                </a:lnTo>
                <a:lnTo>
                  <a:pt x="1097736" y="810582"/>
                </a:lnTo>
                <a:lnTo>
                  <a:pt x="1099569" y="814977"/>
                </a:lnTo>
                <a:lnTo>
                  <a:pt x="1101403" y="819344"/>
                </a:lnTo>
                <a:lnTo>
                  <a:pt x="1103227" y="823684"/>
                </a:lnTo>
                <a:lnTo>
                  <a:pt x="1105061" y="827995"/>
                </a:lnTo>
                <a:lnTo>
                  <a:pt x="1106895" y="832278"/>
                </a:lnTo>
                <a:lnTo>
                  <a:pt x="1108728" y="836533"/>
                </a:lnTo>
                <a:lnTo>
                  <a:pt x="1110562" y="840759"/>
                </a:lnTo>
                <a:lnTo>
                  <a:pt x="1112396" y="844957"/>
                </a:lnTo>
                <a:lnTo>
                  <a:pt x="1114229" y="849127"/>
                </a:lnTo>
                <a:lnTo>
                  <a:pt x="1116063" y="853267"/>
                </a:lnTo>
                <a:lnTo>
                  <a:pt x="1117897" y="857379"/>
                </a:lnTo>
                <a:lnTo>
                  <a:pt x="1119721" y="861461"/>
                </a:lnTo>
                <a:lnTo>
                  <a:pt x="1121555" y="865514"/>
                </a:lnTo>
                <a:lnTo>
                  <a:pt x="1123388" y="869538"/>
                </a:lnTo>
                <a:lnTo>
                  <a:pt x="1125222" y="873532"/>
                </a:lnTo>
                <a:lnTo>
                  <a:pt x="1127056" y="877499"/>
                </a:lnTo>
                <a:lnTo>
                  <a:pt x="1128889" y="881429"/>
                </a:lnTo>
                <a:lnTo>
                  <a:pt x="1130723" y="885339"/>
                </a:lnTo>
                <a:lnTo>
                  <a:pt x="1132557" y="889210"/>
                </a:lnTo>
                <a:lnTo>
                  <a:pt x="1134390" y="893062"/>
                </a:lnTo>
                <a:lnTo>
                  <a:pt x="1136214" y="896875"/>
                </a:lnTo>
                <a:lnTo>
                  <a:pt x="1138048" y="900658"/>
                </a:lnTo>
                <a:lnTo>
                  <a:pt x="1139882" y="904413"/>
                </a:lnTo>
                <a:lnTo>
                  <a:pt x="1141716" y="908139"/>
                </a:lnTo>
                <a:lnTo>
                  <a:pt x="1143549" y="911835"/>
                </a:lnTo>
                <a:lnTo>
                  <a:pt x="1145383" y="915503"/>
                </a:lnTo>
                <a:lnTo>
                  <a:pt x="1147217" y="919141"/>
                </a:lnTo>
                <a:lnTo>
                  <a:pt x="1149050" y="922740"/>
                </a:lnTo>
                <a:lnTo>
                  <a:pt x="1150884" y="926321"/>
                </a:lnTo>
                <a:lnTo>
                  <a:pt x="1152708" y="929862"/>
                </a:lnTo>
                <a:lnTo>
                  <a:pt x="1154542" y="933384"/>
                </a:lnTo>
                <a:lnTo>
                  <a:pt x="1156376" y="936867"/>
                </a:lnTo>
                <a:lnTo>
                  <a:pt x="1158209" y="940321"/>
                </a:lnTo>
                <a:lnTo>
                  <a:pt x="1160043" y="943746"/>
                </a:lnTo>
                <a:lnTo>
                  <a:pt x="1161877" y="947132"/>
                </a:lnTo>
                <a:lnTo>
                  <a:pt x="1163710" y="950498"/>
                </a:lnTo>
                <a:lnTo>
                  <a:pt x="1165544" y="953836"/>
                </a:lnTo>
                <a:lnTo>
                  <a:pt x="1167378" y="957135"/>
                </a:lnTo>
                <a:lnTo>
                  <a:pt x="1169202" y="960404"/>
                </a:lnTo>
                <a:lnTo>
                  <a:pt x="1171036" y="963654"/>
                </a:lnTo>
                <a:lnTo>
                  <a:pt x="1172869" y="966866"/>
                </a:lnTo>
                <a:lnTo>
                  <a:pt x="1174703" y="970048"/>
                </a:lnTo>
                <a:lnTo>
                  <a:pt x="1176537" y="973201"/>
                </a:lnTo>
                <a:lnTo>
                  <a:pt x="1178370" y="976316"/>
                </a:lnTo>
                <a:lnTo>
                  <a:pt x="1180204" y="979411"/>
                </a:lnTo>
                <a:lnTo>
                  <a:pt x="1182038" y="982477"/>
                </a:lnTo>
                <a:lnTo>
                  <a:pt x="1183862" y="985513"/>
                </a:lnTo>
                <a:lnTo>
                  <a:pt x="1185695" y="988511"/>
                </a:lnTo>
                <a:lnTo>
                  <a:pt x="1187529" y="991490"/>
                </a:lnTo>
                <a:lnTo>
                  <a:pt x="1189363" y="994430"/>
                </a:lnTo>
                <a:lnTo>
                  <a:pt x="1191197" y="997350"/>
                </a:lnTo>
                <a:lnTo>
                  <a:pt x="1193030" y="1000231"/>
                </a:lnTo>
                <a:lnTo>
                  <a:pt x="1194864" y="1003084"/>
                </a:lnTo>
                <a:lnTo>
                  <a:pt x="1196698" y="1005917"/>
                </a:lnTo>
                <a:lnTo>
                  <a:pt x="1198531" y="1008711"/>
                </a:lnTo>
                <a:lnTo>
                  <a:pt x="1200355" y="1011486"/>
                </a:lnTo>
                <a:lnTo>
                  <a:pt x="1202189" y="1014222"/>
                </a:lnTo>
                <a:lnTo>
                  <a:pt x="1204023" y="1016939"/>
                </a:lnTo>
                <a:lnTo>
                  <a:pt x="1205857" y="1019616"/>
                </a:lnTo>
                <a:lnTo>
                  <a:pt x="1207690" y="1022275"/>
                </a:lnTo>
                <a:lnTo>
                  <a:pt x="1209524" y="1024894"/>
                </a:lnTo>
                <a:lnTo>
                  <a:pt x="1211358" y="1027494"/>
                </a:lnTo>
                <a:lnTo>
                  <a:pt x="1213191" y="1030066"/>
                </a:lnTo>
                <a:lnTo>
                  <a:pt x="1215025" y="1032607"/>
                </a:lnTo>
                <a:lnTo>
                  <a:pt x="1216849" y="1035120"/>
                </a:lnTo>
                <a:lnTo>
                  <a:pt x="1218683" y="1037604"/>
                </a:lnTo>
                <a:lnTo>
                  <a:pt x="1220516" y="877276"/>
                </a:lnTo>
                <a:lnTo>
                  <a:pt x="1222350" y="886940"/>
                </a:lnTo>
                <a:lnTo>
                  <a:pt x="1224184" y="896389"/>
                </a:lnTo>
                <a:lnTo>
                  <a:pt x="1226017" y="905626"/>
                </a:lnTo>
                <a:lnTo>
                  <a:pt x="1227851" y="914649"/>
                </a:lnTo>
                <a:lnTo>
                  <a:pt x="1229685" y="923458"/>
                </a:lnTo>
                <a:lnTo>
                  <a:pt x="1231519" y="932054"/>
                </a:lnTo>
                <a:lnTo>
                  <a:pt x="1233343" y="940457"/>
                </a:lnTo>
                <a:lnTo>
                  <a:pt x="1235176" y="948645"/>
                </a:lnTo>
                <a:lnTo>
                  <a:pt x="1237010" y="956640"/>
                </a:lnTo>
                <a:lnTo>
                  <a:pt x="1238844" y="964431"/>
                </a:lnTo>
                <a:lnTo>
                  <a:pt x="1240678" y="972037"/>
                </a:lnTo>
                <a:lnTo>
                  <a:pt x="1242511" y="979440"/>
                </a:lnTo>
                <a:lnTo>
                  <a:pt x="1244345" y="986658"/>
                </a:lnTo>
                <a:lnTo>
                  <a:pt x="1246179" y="993692"/>
                </a:lnTo>
                <a:lnTo>
                  <a:pt x="1248012" y="1000542"/>
                </a:lnTo>
                <a:lnTo>
                  <a:pt x="1249836" y="1007217"/>
                </a:lnTo>
                <a:lnTo>
                  <a:pt x="1251670" y="1013708"/>
                </a:lnTo>
                <a:lnTo>
                  <a:pt x="1253504" y="1020024"/>
                </a:lnTo>
                <a:lnTo>
                  <a:pt x="1255337" y="1026175"/>
                </a:lnTo>
                <a:lnTo>
                  <a:pt x="1257171" y="1032152"/>
                </a:lnTo>
                <a:lnTo>
                  <a:pt x="1259005" y="1037963"/>
                </a:lnTo>
                <a:lnTo>
                  <a:pt x="1260839" y="1043619"/>
                </a:lnTo>
                <a:lnTo>
                  <a:pt x="1262672" y="1049111"/>
                </a:lnTo>
                <a:lnTo>
                  <a:pt x="1264506" y="1054447"/>
                </a:lnTo>
                <a:lnTo>
                  <a:pt x="1266330" y="1059628"/>
                </a:lnTo>
                <a:lnTo>
                  <a:pt x="1268164" y="1064663"/>
                </a:lnTo>
                <a:lnTo>
                  <a:pt x="1269997" y="1069553"/>
                </a:lnTo>
                <a:lnTo>
                  <a:pt x="1271831" y="1074298"/>
                </a:lnTo>
                <a:lnTo>
                  <a:pt x="1273665" y="1078897"/>
                </a:lnTo>
                <a:lnTo>
                  <a:pt x="1275498" y="1083360"/>
                </a:lnTo>
                <a:lnTo>
                  <a:pt x="1277332" y="1087696"/>
                </a:lnTo>
                <a:lnTo>
                  <a:pt x="1279166" y="1091888"/>
                </a:lnTo>
                <a:lnTo>
                  <a:pt x="1281000" y="1095963"/>
                </a:lnTo>
                <a:lnTo>
                  <a:pt x="1282824" y="1099902"/>
                </a:lnTo>
                <a:lnTo>
                  <a:pt x="1284657" y="1103724"/>
                </a:lnTo>
                <a:lnTo>
                  <a:pt x="1286491" y="1107421"/>
                </a:lnTo>
                <a:lnTo>
                  <a:pt x="1288325" y="1111001"/>
                </a:lnTo>
                <a:lnTo>
                  <a:pt x="1290158" y="1114474"/>
                </a:lnTo>
                <a:lnTo>
                  <a:pt x="1291992" y="1117831"/>
                </a:lnTo>
                <a:lnTo>
                  <a:pt x="1293826" y="1121072"/>
                </a:lnTo>
                <a:lnTo>
                  <a:pt x="1295660" y="1124215"/>
                </a:lnTo>
                <a:lnTo>
                  <a:pt x="1297484" y="1127252"/>
                </a:lnTo>
                <a:lnTo>
                  <a:pt x="1299317" y="1130192"/>
                </a:lnTo>
                <a:lnTo>
                  <a:pt x="1301151" y="1133025"/>
                </a:lnTo>
                <a:lnTo>
                  <a:pt x="1302985" y="1135771"/>
                </a:lnTo>
                <a:lnTo>
                  <a:pt x="1304818" y="1138419"/>
                </a:lnTo>
                <a:lnTo>
                  <a:pt x="1306652" y="1140971"/>
                </a:lnTo>
                <a:lnTo>
                  <a:pt x="1308486" y="1143445"/>
                </a:lnTo>
                <a:lnTo>
                  <a:pt x="1310319" y="1145832"/>
                </a:lnTo>
                <a:lnTo>
                  <a:pt x="1312153" y="1148131"/>
                </a:lnTo>
                <a:lnTo>
                  <a:pt x="1313977" y="1150353"/>
                </a:lnTo>
                <a:lnTo>
                  <a:pt x="1315811" y="1152497"/>
                </a:lnTo>
                <a:lnTo>
                  <a:pt x="1317645" y="1154554"/>
                </a:lnTo>
                <a:lnTo>
                  <a:pt x="1319478" y="1156552"/>
                </a:lnTo>
                <a:lnTo>
                  <a:pt x="1321312" y="1158464"/>
                </a:lnTo>
                <a:lnTo>
                  <a:pt x="1323146" y="1160317"/>
                </a:lnTo>
                <a:lnTo>
                  <a:pt x="1324979" y="1162092"/>
                </a:lnTo>
                <a:lnTo>
                  <a:pt x="1326813" y="1163810"/>
                </a:lnTo>
                <a:lnTo>
                  <a:pt x="1328647" y="1165459"/>
                </a:lnTo>
                <a:lnTo>
                  <a:pt x="1330471" y="1167050"/>
                </a:lnTo>
                <a:lnTo>
                  <a:pt x="1332305" y="1168583"/>
                </a:lnTo>
                <a:lnTo>
                  <a:pt x="1334138" y="1170058"/>
                </a:lnTo>
                <a:lnTo>
                  <a:pt x="1335972" y="1171474"/>
                </a:lnTo>
                <a:lnTo>
                  <a:pt x="1337806" y="1172833"/>
                </a:lnTo>
                <a:lnTo>
                  <a:pt x="1339639" y="1174142"/>
                </a:lnTo>
                <a:lnTo>
                  <a:pt x="1341473" y="1175394"/>
                </a:lnTo>
                <a:lnTo>
                  <a:pt x="1343307" y="1176607"/>
                </a:lnTo>
                <a:lnTo>
                  <a:pt x="1345140" y="1177771"/>
                </a:lnTo>
                <a:lnTo>
                  <a:pt x="1346964" y="1178887"/>
                </a:lnTo>
                <a:lnTo>
                  <a:pt x="1348798" y="1179954"/>
                </a:lnTo>
                <a:lnTo>
                  <a:pt x="1350632" y="1180982"/>
                </a:lnTo>
                <a:lnTo>
                  <a:pt x="1352466" y="1181972"/>
                </a:lnTo>
                <a:lnTo>
                  <a:pt x="1354299" y="1182913"/>
                </a:lnTo>
                <a:lnTo>
                  <a:pt x="1356133" y="1183825"/>
                </a:lnTo>
                <a:lnTo>
                  <a:pt x="1357967" y="1184689"/>
                </a:lnTo>
                <a:lnTo>
                  <a:pt x="1359800" y="1185533"/>
                </a:lnTo>
                <a:lnTo>
                  <a:pt x="1361634" y="1186328"/>
                </a:lnTo>
                <a:lnTo>
                  <a:pt x="1363458" y="1187095"/>
                </a:lnTo>
                <a:lnTo>
                  <a:pt x="1365292" y="1187832"/>
                </a:lnTo>
                <a:lnTo>
                  <a:pt x="1367126" y="1188531"/>
                </a:lnTo>
                <a:lnTo>
                  <a:pt x="1368959" y="1189210"/>
                </a:lnTo>
                <a:lnTo>
                  <a:pt x="1370793" y="1189850"/>
                </a:lnTo>
                <a:lnTo>
                  <a:pt x="1372627" y="1190471"/>
                </a:lnTo>
                <a:lnTo>
                  <a:pt x="1374460" y="1191063"/>
                </a:lnTo>
                <a:lnTo>
                  <a:pt x="1376294" y="1191626"/>
                </a:lnTo>
                <a:lnTo>
                  <a:pt x="1378128" y="1192169"/>
                </a:lnTo>
                <a:lnTo>
                  <a:pt x="1379952" y="1192683"/>
                </a:lnTo>
                <a:lnTo>
                  <a:pt x="1381785" y="1193178"/>
                </a:lnTo>
                <a:lnTo>
                  <a:pt x="1383619" y="1193644"/>
                </a:lnTo>
                <a:lnTo>
                  <a:pt x="1385453" y="1194100"/>
                </a:lnTo>
                <a:lnTo>
                  <a:pt x="1387287" y="1194527"/>
                </a:lnTo>
                <a:lnTo>
                  <a:pt x="1389120" y="1194944"/>
                </a:lnTo>
                <a:lnTo>
                  <a:pt x="1390954" y="1195332"/>
                </a:lnTo>
                <a:lnTo>
                  <a:pt x="1392788" y="1195710"/>
                </a:lnTo>
                <a:lnTo>
                  <a:pt x="1394621" y="1196069"/>
                </a:lnTo>
                <a:lnTo>
                  <a:pt x="1396445" y="1196409"/>
                </a:lnTo>
                <a:lnTo>
                  <a:pt x="1398279" y="1196729"/>
                </a:lnTo>
                <a:lnTo>
                  <a:pt x="1400113" y="1197039"/>
                </a:lnTo>
                <a:lnTo>
                  <a:pt x="1401947" y="1197340"/>
                </a:lnTo>
                <a:lnTo>
                  <a:pt x="1403780" y="1197622"/>
                </a:lnTo>
                <a:lnTo>
                  <a:pt x="1405614" y="1197884"/>
                </a:lnTo>
                <a:lnTo>
                  <a:pt x="1407448" y="1198146"/>
                </a:lnTo>
                <a:lnTo>
                  <a:pt x="1409281" y="1198388"/>
                </a:lnTo>
                <a:lnTo>
                  <a:pt x="1411105" y="1198621"/>
                </a:lnTo>
                <a:lnTo>
                  <a:pt x="1412939" y="1198844"/>
                </a:lnTo>
                <a:lnTo>
                  <a:pt x="1414773" y="1199048"/>
                </a:lnTo>
                <a:lnTo>
                  <a:pt x="1416607" y="1199252"/>
                </a:lnTo>
                <a:lnTo>
                  <a:pt x="1418440" y="1199446"/>
                </a:lnTo>
                <a:lnTo>
                  <a:pt x="1420274" y="1199620"/>
                </a:lnTo>
                <a:lnTo>
                  <a:pt x="1422108" y="1199795"/>
                </a:lnTo>
                <a:lnTo>
                  <a:pt x="1423941" y="1199960"/>
                </a:lnTo>
                <a:lnTo>
                  <a:pt x="1425775" y="1200115"/>
                </a:lnTo>
                <a:lnTo>
                  <a:pt x="1427599" y="1200261"/>
                </a:lnTo>
                <a:lnTo>
                  <a:pt x="1429433" y="1200406"/>
                </a:lnTo>
                <a:lnTo>
                  <a:pt x="1431266" y="1200532"/>
                </a:lnTo>
                <a:lnTo>
                  <a:pt x="1433100" y="1200658"/>
                </a:lnTo>
                <a:lnTo>
                  <a:pt x="1434934" y="1200785"/>
                </a:lnTo>
                <a:lnTo>
                  <a:pt x="1436768" y="1200891"/>
                </a:lnTo>
                <a:lnTo>
                  <a:pt x="1438601" y="1201008"/>
                </a:lnTo>
                <a:lnTo>
                  <a:pt x="1440435" y="1201105"/>
                </a:lnTo>
                <a:lnTo>
                  <a:pt x="1442269" y="1201202"/>
                </a:lnTo>
                <a:lnTo>
                  <a:pt x="1444093" y="1201299"/>
                </a:lnTo>
                <a:lnTo>
                  <a:pt x="1445926" y="1201386"/>
                </a:lnTo>
                <a:lnTo>
                  <a:pt x="1447760" y="1201464"/>
                </a:lnTo>
                <a:lnTo>
                  <a:pt x="1449594" y="1201541"/>
                </a:lnTo>
                <a:lnTo>
                  <a:pt x="1451428" y="1201619"/>
                </a:lnTo>
                <a:lnTo>
                  <a:pt x="1453261" y="1201687"/>
                </a:lnTo>
                <a:lnTo>
                  <a:pt x="1455095" y="1201755"/>
                </a:lnTo>
                <a:lnTo>
                  <a:pt x="1456929" y="1201813"/>
                </a:lnTo>
                <a:lnTo>
                  <a:pt x="1458762" y="1201881"/>
                </a:lnTo>
                <a:lnTo>
                  <a:pt x="1460586" y="1201929"/>
                </a:lnTo>
                <a:lnTo>
                  <a:pt x="1462420" y="1201988"/>
                </a:lnTo>
                <a:lnTo>
                  <a:pt x="1464254" y="1202036"/>
                </a:lnTo>
                <a:lnTo>
                  <a:pt x="1466087" y="1202085"/>
                </a:lnTo>
                <a:lnTo>
                  <a:pt x="1467921" y="1202133"/>
                </a:lnTo>
                <a:lnTo>
                  <a:pt x="1469755" y="1202172"/>
                </a:lnTo>
                <a:lnTo>
                  <a:pt x="1471589" y="1202211"/>
                </a:lnTo>
                <a:lnTo>
                  <a:pt x="1473422" y="1202249"/>
                </a:lnTo>
                <a:lnTo>
                  <a:pt x="1475256" y="1202288"/>
                </a:lnTo>
                <a:lnTo>
                  <a:pt x="1477080" y="1202317"/>
                </a:lnTo>
                <a:lnTo>
                  <a:pt x="1478914" y="1202356"/>
                </a:lnTo>
                <a:lnTo>
                  <a:pt x="1480747" y="1202385"/>
                </a:lnTo>
                <a:lnTo>
                  <a:pt x="1482581" y="1202414"/>
                </a:lnTo>
                <a:lnTo>
                  <a:pt x="1484415" y="1202434"/>
                </a:lnTo>
                <a:lnTo>
                  <a:pt x="1486249" y="1202463"/>
                </a:lnTo>
                <a:lnTo>
                  <a:pt x="1488082" y="1202482"/>
                </a:lnTo>
                <a:lnTo>
                  <a:pt x="1489916" y="1202511"/>
                </a:lnTo>
                <a:lnTo>
                  <a:pt x="1491750" y="1202531"/>
                </a:lnTo>
                <a:lnTo>
                  <a:pt x="1493574" y="1202550"/>
                </a:lnTo>
                <a:lnTo>
                  <a:pt x="1495407" y="1202570"/>
                </a:lnTo>
                <a:lnTo>
                  <a:pt x="1497241" y="1202589"/>
                </a:lnTo>
                <a:lnTo>
                  <a:pt x="1499075" y="1202599"/>
                </a:lnTo>
                <a:lnTo>
                  <a:pt x="1500908" y="1202618"/>
                </a:lnTo>
                <a:lnTo>
                  <a:pt x="1502742" y="1202638"/>
                </a:lnTo>
                <a:lnTo>
                  <a:pt x="1504576" y="1202647"/>
                </a:lnTo>
                <a:lnTo>
                  <a:pt x="1506410" y="1202657"/>
                </a:lnTo>
                <a:lnTo>
                  <a:pt x="1508243" y="1202676"/>
                </a:lnTo>
                <a:lnTo>
                  <a:pt x="1510067" y="1202686"/>
                </a:lnTo>
                <a:lnTo>
                  <a:pt x="1511901" y="1202696"/>
                </a:lnTo>
                <a:lnTo>
                  <a:pt x="1513735" y="1202706"/>
                </a:lnTo>
                <a:lnTo>
                  <a:pt x="1515568" y="1202715"/>
                </a:lnTo>
                <a:lnTo>
                  <a:pt x="1517402" y="1202725"/>
                </a:lnTo>
                <a:lnTo>
                  <a:pt x="1519236" y="1202735"/>
                </a:lnTo>
                <a:lnTo>
                  <a:pt x="1521070" y="1202744"/>
                </a:lnTo>
                <a:lnTo>
                  <a:pt x="1522903" y="1202744"/>
                </a:lnTo>
                <a:lnTo>
                  <a:pt x="1524727" y="1202754"/>
                </a:lnTo>
                <a:lnTo>
                  <a:pt x="1526561" y="1202764"/>
                </a:lnTo>
                <a:lnTo>
                  <a:pt x="1528395" y="1202764"/>
                </a:lnTo>
                <a:lnTo>
                  <a:pt x="1530228" y="1202773"/>
                </a:lnTo>
                <a:lnTo>
                  <a:pt x="1532062" y="1202773"/>
                </a:lnTo>
                <a:lnTo>
                  <a:pt x="1533896" y="1202783"/>
                </a:lnTo>
                <a:lnTo>
                  <a:pt x="1535729" y="1202783"/>
                </a:lnTo>
                <a:lnTo>
                  <a:pt x="1537563" y="1202793"/>
                </a:lnTo>
                <a:lnTo>
                  <a:pt x="1539397" y="1202793"/>
                </a:lnTo>
                <a:lnTo>
                  <a:pt x="1541221" y="1202803"/>
                </a:lnTo>
                <a:lnTo>
                  <a:pt x="1543055" y="1202803"/>
                </a:lnTo>
                <a:lnTo>
                  <a:pt x="1544888" y="1202803"/>
                </a:lnTo>
                <a:lnTo>
                  <a:pt x="1546722" y="1202812"/>
                </a:lnTo>
                <a:lnTo>
                  <a:pt x="1548556" y="1202812"/>
                </a:lnTo>
                <a:lnTo>
                  <a:pt x="1550389" y="1202812"/>
                </a:lnTo>
                <a:lnTo>
                  <a:pt x="1552223" y="1202822"/>
                </a:lnTo>
                <a:lnTo>
                  <a:pt x="1554057" y="1202822"/>
                </a:lnTo>
                <a:lnTo>
                  <a:pt x="1555890" y="1202822"/>
                </a:lnTo>
                <a:lnTo>
                  <a:pt x="1557714" y="1202822"/>
                </a:lnTo>
                <a:lnTo>
                  <a:pt x="1559548" y="1202832"/>
                </a:lnTo>
                <a:lnTo>
                  <a:pt x="1561382" y="1202832"/>
                </a:lnTo>
                <a:lnTo>
                  <a:pt x="1563216" y="1202832"/>
                </a:lnTo>
                <a:lnTo>
                  <a:pt x="1565049" y="1202832"/>
                </a:lnTo>
                <a:lnTo>
                  <a:pt x="1566883" y="1202832"/>
                </a:lnTo>
                <a:lnTo>
                  <a:pt x="1568717" y="1202832"/>
                </a:lnTo>
                <a:lnTo>
                  <a:pt x="1570550" y="1202841"/>
                </a:lnTo>
                <a:lnTo>
                  <a:pt x="1572384" y="1202841"/>
                </a:lnTo>
                <a:lnTo>
                  <a:pt x="1574208" y="1202841"/>
                </a:lnTo>
                <a:lnTo>
                  <a:pt x="1576042" y="1202841"/>
                </a:lnTo>
                <a:lnTo>
                  <a:pt x="1577876" y="1202841"/>
                </a:lnTo>
                <a:lnTo>
                  <a:pt x="1579709" y="1202841"/>
                </a:lnTo>
                <a:lnTo>
                  <a:pt x="1581543" y="1202841"/>
                </a:lnTo>
                <a:lnTo>
                  <a:pt x="1583377" y="1202841"/>
                </a:lnTo>
                <a:lnTo>
                  <a:pt x="1585210" y="1202841"/>
                </a:lnTo>
                <a:lnTo>
                  <a:pt x="1587044" y="1202841"/>
                </a:lnTo>
                <a:lnTo>
                  <a:pt x="1588878" y="1202841"/>
                </a:lnTo>
                <a:lnTo>
                  <a:pt x="1590702" y="1202851"/>
                </a:lnTo>
                <a:lnTo>
                  <a:pt x="1592536" y="1202851"/>
                </a:lnTo>
                <a:lnTo>
                  <a:pt x="1594369" y="1202851"/>
                </a:lnTo>
                <a:lnTo>
                  <a:pt x="1596203" y="1202851"/>
                </a:lnTo>
                <a:lnTo>
                  <a:pt x="1598037" y="1202851"/>
                </a:lnTo>
                <a:lnTo>
                  <a:pt x="1599870" y="1202851"/>
                </a:lnTo>
                <a:lnTo>
                  <a:pt x="1601704" y="1202851"/>
                </a:lnTo>
                <a:lnTo>
                  <a:pt x="1603538" y="1202851"/>
                </a:lnTo>
                <a:lnTo>
                  <a:pt x="1605372" y="1202851"/>
                </a:lnTo>
                <a:lnTo>
                  <a:pt x="1607195" y="1202851"/>
                </a:lnTo>
                <a:lnTo>
                  <a:pt x="1609029" y="1202851"/>
                </a:lnTo>
                <a:lnTo>
                  <a:pt x="1610863" y="1202851"/>
                </a:lnTo>
                <a:lnTo>
                  <a:pt x="1612697" y="1202851"/>
                </a:lnTo>
                <a:lnTo>
                  <a:pt x="1614530" y="1202851"/>
                </a:lnTo>
                <a:lnTo>
                  <a:pt x="1616364" y="1202851"/>
                </a:lnTo>
                <a:lnTo>
                  <a:pt x="1618198" y="1202851"/>
                </a:lnTo>
                <a:lnTo>
                  <a:pt x="1620031" y="1202851"/>
                </a:lnTo>
                <a:lnTo>
                  <a:pt x="1621865" y="1202851"/>
                </a:lnTo>
                <a:lnTo>
                  <a:pt x="1623689" y="1202851"/>
                </a:lnTo>
                <a:lnTo>
                  <a:pt x="1625523" y="1202851"/>
                </a:lnTo>
                <a:lnTo>
                  <a:pt x="1627356" y="1202851"/>
                </a:lnTo>
                <a:lnTo>
                  <a:pt x="1629190" y="1202851"/>
                </a:lnTo>
                <a:lnTo>
                  <a:pt x="1631024" y="1202851"/>
                </a:lnTo>
                <a:lnTo>
                  <a:pt x="1632858" y="1202851"/>
                </a:lnTo>
                <a:lnTo>
                  <a:pt x="1634691" y="1202851"/>
                </a:lnTo>
                <a:lnTo>
                  <a:pt x="1636525" y="1202851"/>
                </a:lnTo>
                <a:lnTo>
                  <a:pt x="1638349" y="1202851"/>
                </a:lnTo>
                <a:lnTo>
                  <a:pt x="1640183" y="1202851"/>
                </a:lnTo>
                <a:lnTo>
                  <a:pt x="1642017" y="1202851"/>
                </a:lnTo>
                <a:lnTo>
                  <a:pt x="1643850" y="1202851"/>
                </a:lnTo>
                <a:lnTo>
                  <a:pt x="1645684" y="1202851"/>
                </a:lnTo>
                <a:lnTo>
                  <a:pt x="1647518" y="1202851"/>
                </a:lnTo>
                <a:lnTo>
                  <a:pt x="1649351" y="1202851"/>
                </a:lnTo>
                <a:lnTo>
                  <a:pt x="1651185" y="1202851"/>
                </a:lnTo>
                <a:lnTo>
                  <a:pt x="1653019" y="1202851"/>
                </a:lnTo>
                <a:lnTo>
                  <a:pt x="1654843" y="1202851"/>
                </a:lnTo>
                <a:lnTo>
                  <a:pt x="1656676" y="1202851"/>
                </a:lnTo>
                <a:lnTo>
                  <a:pt x="1658510" y="1202851"/>
                </a:lnTo>
                <a:lnTo>
                  <a:pt x="1660344" y="1202851"/>
                </a:lnTo>
                <a:lnTo>
                  <a:pt x="1662178" y="1202851"/>
                </a:lnTo>
                <a:lnTo>
                  <a:pt x="1664011" y="1202851"/>
                </a:lnTo>
                <a:lnTo>
                  <a:pt x="1665845" y="1202851"/>
                </a:lnTo>
                <a:lnTo>
                  <a:pt x="1667679" y="1202851"/>
                </a:lnTo>
                <a:lnTo>
                  <a:pt x="1669512" y="1202851"/>
                </a:lnTo>
                <a:lnTo>
                  <a:pt x="1671336" y="1202851"/>
                </a:lnTo>
                <a:lnTo>
                  <a:pt x="1673170" y="1202851"/>
                </a:lnTo>
                <a:lnTo>
                  <a:pt x="1675004" y="1202851"/>
                </a:lnTo>
                <a:lnTo>
                  <a:pt x="1676837" y="1202851"/>
                </a:lnTo>
                <a:lnTo>
                  <a:pt x="1678671" y="1202851"/>
                </a:lnTo>
                <a:lnTo>
                  <a:pt x="1680505" y="1202851"/>
                </a:lnTo>
                <a:lnTo>
                  <a:pt x="1682338" y="1202851"/>
                </a:lnTo>
                <a:lnTo>
                  <a:pt x="1684172" y="1202851"/>
                </a:lnTo>
                <a:lnTo>
                  <a:pt x="1686006" y="1202851"/>
                </a:lnTo>
                <a:lnTo>
                  <a:pt x="1687830" y="1202851"/>
                </a:lnTo>
                <a:lnTo>
                  <a:pt x="1689664" y="1202851"/>
                </a:lnTo>
                <a:lnTo>
                  <a:pt x="1691497" y="1202851"/>
                </a:lnTo>
                <a:lnTo>
                  <a:pt x="1693331" y="1202851"/>
                </a:lnTo>
                <a:lnTo>
                  <a:pt x="1695165" y="1202851"/>
                </a:lnTo>
                <a:lnTo>
                  <a:pt x="1696999" y="1202851"/>
                </a:lnTo>
                <a:lnTo>
                  <a:pt x="1698832" y="1202851"/>
                </a:lnTo>
                <a:lnTo>
                  <a:pt x="1700666" y="1202851"/>
                </a:lnTo>
                <a:lnTo>
                  <a:pt x="1702500" y="1202851"/>
                </a:lnTo>
                <a:lnTo>
                  <a:pt x="1704324" y="1202851"/>
                </a:lnTo>
                <a:lnTo>
                  <a:pt x="1706157" y="1202851"/>
                </a:lnTo>
                <a:lnTo>
                  <a:pt x="1707991" y="1202851"/>
                </a:lnTo>
                <a:lnTo>
                  <a:pt x="1709825" y="1202851"/>
                </a:lnTo>
                <a:lnTo>
                  <a:pt x="1711659" y="1202851"/>
                </a:lnTo>
                <a:lnTo>
                  <a:pt x="1713492" y="1202851"/>
                </a:lnTo>
                <a:lnTo>
                  <a:pt x="1715326" y="1202851"/>
                </a:lnTo>
                <a:lnTo>
                  <a:pt x="1717160" y="1202851"/>
                </a:lnTo>
                <a:lnTo>
                  <a:pt x="1718993" y="1202851"/>
                </a:lnTo>
                <a:lnTo>
                  <a:pt x="1720817" y="1202851"/>
                </a:lnTo>
                <a:lnTo>
                  <a:pt x="1722651" y="1202851"/>
                </a:lnTo>
                <a:lnTo>
                  <a:pt x="1724485" y="1202851"/>
                </a:lnTo>
                <a:lnTo>
                  <a:pt x="1726318" y="1202851"/>
                </a:lnTo>
                <a:lnTo>
                  <a:pt x="1728152" y="1202851"/>
                </a:lnTo>
                <a:lnTo>
                  <a:pt x="1729986" y="1202851"/>
                </a:lnTo>
                <a:lnTo>
                  <a:pt x="1731819" y="1202851"/>
                </a:lnTo>
                <a:lnTo>
                  <a:pt x="1733653" y="1202851"/>
                </a:lnTo>
                <a:lnTo>
                  <a:pt x="1735487" y="1202851"/>
                </a:lnTo>
                <a:lnTo>
                  <a:pt x="1737311" y="1202851"/>
                </a:lnTo>
                <a:lnTo>
                  <a:pt x="1739145" y="1202851"/>
                </a:lnTo>
                <a:lnTo>
                  <a:pt x="1740978" y="1202851"/>
                </a:lnTo>
                <a:lnTo>
                  <a:pt x="1742812" y="1202851"/>
                </a:lnTo>
                <a:lnTo>
                  <a:pt x="1744646" y="1202851"/>
                </a:lnTo>
                <a:lnTo>
                  <a:pt x="1746479" y="1202851"/>
                </a:lnTo>
                <a:lnTo>
                  <a:pt x="1748313" y="1202851"/>
                </a:lnTo>
                <a:lnTo>
                  <a:pt x="1750147" y="1202851"/>
                </a:lnTo>
                <a:lnTo>
                  <a:pt x="1751971" y="1202851"/>
                </a:lnTo>
                <a:lnTo>
                  <a:pt x="1753805" y="1202851"/>
                </a:lnTo>
                <a:lnTo>
                  <a:pt x="1755638" y="1202851"/>
                </a:lnTo>
                <a:lnTo>
                  <a:pt x="1757472" y="1202851"/>
                </a:lnTo>
                <a:lnTo>
                  <a:pt x="1759306" y="1202851"/>
                </a:lnTo>
                <a:lnTo>
                  <a:pt x="1761140" y="1202851"/>
                </a:lnTo>
                <a:lnTo>
                  <a:pt x="1762973" y="1202851"/>
                </a:lnTo>
                <a:lnTo>
                  <a:pt x="1764807" y="1202851"/>
                </a:lnTo>
                <a:lnTo>
                  <a:pt x="1766641" y="1202851"/>
                </a:lnTo>
                <a:lnTo>
                  <a:pt x="1768464" y="1202851"/>
                </a:lnTo>
                <a:lnTo>
                  <a:pt x="1770298" y="1202851"/>
                </a:lnTo>
                <a:lnTo>
                  <a:pt x="1772132" y="1202851"/>
                </a:lnTo>
                <a:lnTo>
                  <a:pt x="1773966" y="1202851"/>
                </a:lnTo>
                <a:lnTo>
                  <a:pt x="1775799" y="1202851"/>
                </a:lnTo>
                <a:lnTo>
                  <a:pt x="1777633" y="1202851"/>
                </a:lnTo>
                <a:lnTo>
                  <a:pt x="1779467" y="1202851"/>
                </a:lnTo>
                <a:lnTo>
                  <a:pt x="1781300" y="1202851"/>
                </a:lnTo>
                <a:lnTo>
                  <a:pt x="1783134" y="1202851"/>
                </a:lnTo>
                <a:lnTo>
                  <a:pt x="1784958" y="1202851"/>
                </a:lnTo>
                <a:lnTo>
                  <a:pt x="1786792" y="1202851"/>
                </a:lnTo>
                <a:lnTo>
                  <a:pt x="1788626" y="1202851"/>
                </a:lnTo>
                <a:lnTo>
                  <a:pt x="1790459" y="1202851"/>
                </a:lnTo>
                <a:lnTo>
                  <a:pt x="1792293" y="1202851"/>
                </a:lnTo>
                <a:lnTo>
                  <a:pt x="1794127" y="1202851"/>
                </a:lnTo>
                <a:lnTo>
                  <a:pt x="1795960" y="1202851"/>
                </a:lnTo>
                <a:lnTo>
                  <a:pt x="1797794" y="1202851"/>
                </a:lnTo>
                <a:lnTo>
                  <a:pt x="1799628" y="1202851"/>
                </a:lnTo>
                <a:lnTo>
                  <a:pt x="1801452" y="1202851"/>
                </a:lnTo>
                <a:lnTo>
                  <a:pt x="1803286" y="1202851"/>
                </a:lnTo>
                <a:lnTo>
                  <a:pt x="1805119" y="1202851"/>
                </a:lnTo>
                <a:lnTo>
                  <a:pt x="1806953" y="1202851"/>
                </a:lnTo>
                <a:lnTo>
                  <a:pt x="1808787" y="1202851"/>
                </a:lnTo>
                <a:lnTo>
                  <a:pt x="1810620" y="1202851"/>
                </a:lnTo>
                <a:lnTo>
                  <a:pt x="1812454" y="1202851"/>
                </a:lnTo>
                <a:lnTo>
                  <a:pt x="1814288" y="1202851"/>
                </a:lnTo>
                <a:lnTo>
                  <a:pt x="1816121" y="1202851"/>
                </a:lnTo>
                <a:lnTo>
                  <a:pt x="1817945" y="1202851"/>
                </a:lnTo>
                <a:lnTo>
                  <a:pt x="1819779" y="1202851"/>
                </a:lnTo>
                <a:lnTo>
                  <a:pt x="1821613" y="1202851"/>
                </a:lnTo>
                <a:lnTo>
                  <a:pt x="1823447" y="1202851"/>
                </a:lnTo>
                <a:lnTo>
                  <a:pt x="1825280" y="1202851"/>
                </a:lnTo>
                <a:lnTo>
                  <a:pt x="1827114" y="1202851"/>
                </a:lnTo>
                <a:lnTo>
                  <a:pt x="1828948" y="1202851"/>
                </a:lnTo>
                <a:lnTo>
                  <a:pt x="1830781" y="1202851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707" name="Freeform 3706">
            <a:extLst>
              <a:ext uri="{FF2B5EF4-FFF2-40B4-BE49-F238E27FC236}">
                <a16:creationId xmlns:a16="http://schemas.microsoft.com/office/drawing/2014/main" id="{E1E05916-E950-0785-F708-3AC817F5B607}"/>
              </a:ext>
            </a:extLst>
          </p:cNvPr>
          <p:cNvSpPr/>
          <p:nvPr/>
        </p:nvSpPr>
        <p:spPr>
          <a:xfrm>
            <a:off x="1017395" y="3474121"/>
            <a:ext cx="1830781" cy="1215852"/>
          </a:xfrm>
          <a:custGeom>
            <a:avLst/>
            <a:gdLst>
              <a:gd name="csX0" fmla="*/ 0 w 1830781"/>
              <a:gd name="csY0" fmla="*/ 1203492 h 1215852"/>
              <a:gd name="csX1" fmla="*/ 1833 w 1830781"/>
              <a:gd name="csY1" fmla="*/ 1203201 h 1215852"/>
              <a:gd name="csX2" fmla="*/ 3665 w 1830781"/>
              <a:gd name="csY2" fmla="*/ 1202910 h 1215852"/>
              <a:gd name="csX3" fmla="*/ 5498 w 1830781"/>
              <a:gd name="csY3" fmla="*/ 1202609 h 1215852"/>
              <a:gd name="csX4" fmla="*/ 7331 w 1830781"/>
              <a:gd name="csY4" fmla="*/ 1202299 h 1215852"/>
              <a:gd name="csX5" fmla="*/ 9164 w 1830781"/>
              <a:gd name="csY5" fmla="*/ 1201988 h 1215852"/>
              <a:gd name="csX6" fmla="*/ 10996 w 1830781"/>
              <a:gd name="csY6" fmla="*/ 1201668 h 1215852"/>
              <a:gd name="csX7" fmla="*/ 12828 w 1830781"/>
              <a:gd name="csY7" fmla="*/ 1201348 h 1215852"/>
              <a:gd name="csX8" fmla="*/ 14661 w 1830781"/>
              <a:gd name="csY8" fmla="*/ 1201008 h 1215852"/>
              <a:gd name="csX9" fmla="*/ 16494 w 1830781"/>
              <a:gd name="csY9" fmla="*/ 1200669 h 1215852"/>
              <a:gd name="csX10" fmla="*/ 18326 w 1830781"/>
              <a:gd name="csY10" fmla="*/ 1200329 h 1215852"/>
              <a:gd name="csX11" fmla="*/ 20159 w 1830781"/>
              <a:gd name="csY11" fmla="*/ 1199980 h 1215852"/>
              <a:gd name="csX12" fmla="*/ 21992 w 1830781"/>
              <a:gd name="csY12" fmla="*/ 1199621 h 1215852"/>
              <a:gd name="csX13" fmla="*/ 23825 w 1830781"/>
              <a:gd name="csY13" fmla="*/ 1199252 h 1215852"/>
              <a:gd name="csX14" fmla="*/ 25657 w 1830781"/>
              <a:gd name="csY14" fmla="*/ 1198874 h 1215852"/>
              <a:gd name="csX15" fmla="*/ 27489 w 1830781"/>
              <a:gd name="csY15" fmla="*/ 1198495 h 1215852"/>
              <a:gd name="csX16" fmla="*/ 29322 w 1830781"/>
              <a:gd name="csY16" fmla="*/ 1198107 h 1215852"/>
              <a:gd name="csX17" fmla="*/ 31155 w 1830781"/>
              <a:gd name="csY17" fmla="*/ 1197709 h 1215852"/>
              <a:gd name="csX18" fmla="*/ 32987 w 1830781"/>
              <a:gd name="csY18" fmla="*/ 1197302 h 1215852"/>
              <a:gd name="csX19" fmla="*/ 34820 w 1830781"/>
              <a:gd name="csY19" fmla="*/ 1196895 h 1215852"/>
              <a:gd name="csX20" fmla="*/ 36653 w 1830781"/>
              <a:gd name="csY20" fmla="*/ 1196477 h 1215852"/>
              <a:gd name="csX21" fmla="*/ 38485 w 1830781"/>
              <a:gd name="csY21" fmla="*/ 1196050 h 1215852"/>
              <a:gd name="csX22" fmla="*/ 40318 w 1830781"/>
              <a:gd name="csY22" fmla="*/ 1195614 h 1215852"/>
              <a:gd name="csX23" fmla="*/ 42150 w 1830781"/>
              <a:gd name="csY23" fmla="*/ 1195168 h 1215852"/>
              <a:gd name="csX24" fmla="*/ 43983 w 1830781"/>
              <a:gd name="csY24" fmla="*/ 1194712 h 1215852"/>
              <a:gd name="csX25" fmla="*/ 45815 w 1830781"/>
              <a:gd name="csY25" fmla="*/ 1194256 h 1215852"/>
              <a:gd name="csX26" fmla="*/ 47648 w 1830781"/>
              <a:gd name="csY26" fmla="*/ 1193780 h 1215852"/>
              <a:gd name="csX27" fmla="*/ 49481 w 1830781"/>
              <a:gd name="csY27" fmla="*/ 1193305 h 1215852"/>
              <a:gd name="csX28" fmla="*/ 51314 w 1830781"/>
              <a:gd name="csY28" fmla="*/ 1192810 h 1215852"/>
              <a:gd name="csX29" fmla="*/ 53146 w 1830781"/>
              <a:gd name="csY29" fmla="*/ 1192315 h 1215852"/>
              <a:gd name="csX30" fmla="*/ 54978 w 1830781"/>
              <a:gd name="csY30" fmla="*/ 1191811 h 1215852"/>
              <a:gd name="csX31" fmla="*/ 56811 w 1830781"/>
              <a:gd name="csY31" fmla="*/ 1191287 h 1215852"/>
              <a:gd name="csX32" fmla="*/ 58644 w 1830781"/>
              <a:gd name="csY32" fmla="*/ 1190763 h 1215852"/>
              <a:gd name="csX33" fmla="*/ 60476 w 1830781"/>
              <a:gd name="csY33" fmla="*/ 1190229 h 1215852"/>
              <a:gd name="csX34" fmla="*/ 62309 w 1830781"/>
              <a:gd name="csY34" fmla="*/ 1189686 h 1215852"/>
              <a:gd name="csX35" fmla="*/ 64142 w 1830781"/>
              <a:gd name="csY35" fmla="*/ 1189123 h 1215852"/>
              <a:gd name="csX36" fmla="*/ 65975 w 1830781"/>
              <a:gd name="csY36" fmla="*/ 1188560 h 1215852"/>
              <a:gd name="csX37" fmla="*/ 67807 w 1830781"/>
              <a:gd name="csY37" fmla="*/ 1187978 h 1215852"/>
              <a:gd name="csX38" fmla="*/ 69639 w 1830781"/>
              <a:gd name="csY38" fmla="*/ 1187396 h 1215852"/>
              <a:gd name="csX39" fmla="*/ 71472 w 1830781"/>
              <a:gd name="csY39" fmla="*/ 1186795 h 1215852"/>
              <a:gd name="csX40" fmla="*/ 73305 w 1830781"/>
              <a:gd name="csY40" fmla="*/ 1186193 h 1215852"/>
              <a:gd name="csX41" fmla="*/ 75137 w 1830781"/>
              <a:gd name="csY41" fmla="*/ 1185572 h 1215852"/>
              <a:gd name="csX42" fmla="*/ 76970 w 1830781"/>
              <a:gd name="csY42" fmla="*/ 1184942 h 1215852"/>
              <a:gd name="csX43" fmla="*/ 78803 w 1830781"/>
              <a:gd name="csY43" fmla="*/ 1184291 h 1215852"/>
              <a:gd name="csX44" fmla="*/ 80636 w 1830781"/>
              <a:gd name="csY44" fmla="*/ 1183641 h 1215852"/>
              <a:gd name="csX45" fmla="*/ 82468 w 1830781"/>
              <a:gd name="csY45" fmla="*/ 1182982 h 1215852"/>
              <a:gd name="csX46" fmla="*/ 84300 w 1830781"/>
              <a:gd name="csY46" fmla="*/ 1182302 h 1215852"/>
              <a:gd name="csX47" fmla="*/ 86133 w 1830781"/>
              <a:gd name="csY47" fmla="*/ 1181614 h 1215852"/>
              <a:gd name="csX48" fmla="*/ 87965 w 1830781"/>
              <a:gd name="csY48" fmla="*/ 1180905 h 1215852"/>
              <a:gd name="csX49" fmla="*/ 89798 w 1830781"/>
              <a:gd name="csY49" fmla="*/ 1180197 h 1215852"/>
              <a:gd name="csX50" fmla="*/ 91631 w 1830781"/>
              <a:gd name="csY50" fmla="*/ 1179470 h 1215852"/>
              <a:gd name="csX51" fmla="*/ 93464 w 1830781"/>
              <a:gd name="csY51" fmla="*/ 1178732 h 1215852"/>
              <a:gd name="csX52" fmla="*/ 95296 w 1830781"/>
              <a:gd name="csY52" fmla="*/ 1177985 h 1215852"/>
              <a:gd name="csX53" fmla="*/ 97129 w 1830781"/>
              <a:gd name="csY53" fmla="*/ 1177219 h 1215852"/>
              <a:gd name="csX54" fmla="*/ 98961 w 1830781"/>
              <a:gd name="csY54" fmla="*/ 1176442 h 1215852"/>
              <a:gd name="csX55" fmla="*/ 100794 w 1830781"/>
              <a:gd name="csY55" fmla="*/ 1175647 h 1215852"/>
              <a:gd name="csX56" fmla="*/ 102626 w 1830781"/>
              <a:gd name="csY56" fmla="*/ 1174842 h 1215852"/>
              <a:gd name="csX57" fmla="*/ 104459 w 1830781"/>
              <a:gd name="csY57" fmla="*/ 1174027 h 1215852"/>
              <a:gd name="csX58" fmla="*/ 106292 w 1830781"/>
              <a:gd name="csY58" fmla="*/ 1173192 h 1215852"/>
              <a:gd name="csX59" fmla="*/ 108125 w 1830781"/>
              <a:gd name="csY59" fmla="*/ 1172348 h 1215852"/>
              <a:gd name="csX60" fmla="*/ 109957 w 1830781"/>
              <a:gd name="csY60" fmla="*/ 1171485 h 1215852"/>
              <a:gd name="csX61" fmla="*/ 111789 w 1830781"/>
              <a:gd name="csY61" fmla="*/ 1170611 h 1215852"/>
              <a:gd name="csX62" fmla="*/ 113622 w 1830781"/>
              <a:gd name="csY62" fmla="*/ 1169729 h 1215852"/>
              <a:gd name="csX63" fmla="*/ 115455 w 1830781"/>
              <a:gd name="csY63" fmla="*/ 1168826 h 1215852"/>
              <a:gd name="csX64" fmla="*/ 117287 w 1830781"/>
              <a:gd name="csY64" fmla="*/ 1167905 h 1215852"/>
              <a:gd name="csX65" fmla="*/ 119120 w 1830781"/>
              <a:gd name="csY65" fmla="*/ 1166973 h 1215852"/>
              <a:gd name="csX66" fmla="*/ 120953 w 1830781"/>
              <a:gd name="csY66" fmla="*/ 1166022 h 1215852"/>
              <a:gd name="csX67" fmla="*/ 122786 w 1830781"/>
              <a:gd name="csY67" fmla="*/ 1165062 h 1215852"/>
              <a:gd name="csX68" fmla="*/ 124618 w 1830781"/>
              <a:gd name="csY68" fmla="*/ 1164082 h 1215852"/>
              <a:gd name="csX69" fmla="*/ 126450 w 1830781"/>
              <a:gd name="csY69" fmla="*/ 1163083 h 1215852"/>
              <a:gd name="csX70" fmla="*/ 128283 w 1830781"/>
              <a:gd name="csY70" fmla="*/ 1162074 h 1215852"/>
              <a:gd name="csX71" fmla="*/ 130115 w 1830781"/>
              <a:gd name="csY71" fmla="*/ 1161045 h 1215852"/>
              <a:gd name="csX72" fmla="*/ 131948 w 1830781"/>
              <a:gd name="csY72" fmla="*/ 1159997 h 1215852"/>
              <a:gd name="csX73" fmla="*/ 133781 w 1830781"/>
              <a:gd name="csY73" fmla="*/ 1158940 h 1215852"/>
              <a:gd name="csX74" fmla="*/ 135614 w 1830781"/>
              <a:gd name="csY74" fmla="*/ 1157853 h 1215852"/>
              <a:gd name="csX75" fmla="*/ 137446 w 1830781"/>
              <a:gd name="csY75" fmla="*/ 1156766 h 1215852"/>
              <a:gd name="csX76" fmla="*/ 139279 w 1830781"/>
              <a:gd name="csY76" fmla="*/ 1155651 h 1215852"/>
              <a:gd name="csX77" fmla="*/ 141111 w 1830781"/>
              <a:gd name="csY77" fmla="*/ 1154525 h 1215852"/>
              <a:gd name="csX78" fmla="*/ 142944 w 1830781"/>
              <a:gd name="csY78" fmla="*/ 1153371 h 1215852"/>
              <a:gd name="csX79" fmla="*/ 144776 w 1830781"/>
              <a:gd name="csY79" fmla="*/ 1152207 h 1215852"/>
              <a:gd name="csX80" fmla="*/ 146609 w 1830781"/>
              <a:gd name="csY80" fmla="*/ 1151023 h 1215852"/>
              <a:gd name="csX81" fmla="*/ 148442 w 1830781"/>
              <a:gd name="csY81" fmla="*/ 1149829 h 1215852"/>
              <a:gd name="csX82" fmla="*/ 150275 w 1830781"/>
              <a:gd name="csY82" fmla="*/ 1148607 h 1215852"/>
              <a:gd name="csX83" fmla="*/ 152107 w 1830781"/>
              <a:gd name="csY83" fmla="*/ 1147365 h 1215852"/>
              <a:gd name="csX84" fmla="*/ 153940 w 1830781"/>
              <a:gd name="csY84" fmla="*/ 1146114 h 1215852"/>
              <a:gd name="csX85" fmla="*/ 155772 w 1830781"/>
              <a:gd name="csY85" fmla="*/ 1144833 h 1215852"/>
              <a:gd name="csX86" fmla="*/ 157605 w 1830781"/>
              <a:gd name="csY86" fmla="*/ 1143542 h 1215852"/>
              <a:gd name="csX87" fmla="*/ 159437 w 1830781"/>
              <a:gd name="csY87" fmla="*/ 1142223 h 1215852"/>
              <a:gd name="csX88" fmla="*/ 161270 w 1830781"/>
              <a:gd name="csY88" fmla="*/ 1140894 h 1215852"/>
              <a:gd name="csX89" fmla="*/ 163103 w 1830781"/>
              <a:gd name="csY89" fmla="*/ 1139545 h 1215852"/>
              <a:gd name="csX90" fmla="*/ 164936 w 1830781"/>
              <a:gd name="csY90" fmla="*/ 1138167 h 1215852"/>
              <a:gd name="csX91" fmla="*/ 166768 w 1830781"/>
              <a:gd name="csY91" fmla="*/ 1136770 h 1215852"/>
              <a:gd name="csX92" fmla="*/ 168600 w 1830781"/>
              <a:gd name="csY92" fmla="*/ 1135364 h 1215852"/>
              <a:gd name="csX93" fmla="*/ 170433 w 1830781"/>
              <a:gd name="csY93" fmla="*/ 1133928 h 1215852"/>
              <a:gd name="csX94" fmla="*/ 172266 w 1830781"/>
              <a:gd name="csY94" fmla="*/ 1132472 h 1215852"/>
              <a:gd name="csX95" fmla="*/ 174098 w 1830781"/>
              <a:gd name="csY95" fmla="*/ 1130998 h 1215852"/>
              <a:gd name="csX96" fmla="*/ 175931 w 1830781"/>
              <a:gd name="csY96" fmla="*/ 1129494 h 1215852"/>
              <a:gd name="csX97" fmla="*/ 177764 w 1830781"/>
              <a:gd name="csY97" fmla="*/ 1127980 h 1215852"/>
              <a:gd name="csX98" fmla="*/ 179596 w 1830781"/>
              <a:gd name="csY98" fmla="*/ 1126438 h 1215852"/>
              <a:gd name="csX99" fmla="*/ 181429 w 1830781"/>
              <a:gd name="csY99" fmla="*/ 1124876 h 1215852"/>
              <a:gd name="csX100" fmla="*/ 183261 w 1830781"/>
              <a:gd name="csY100" fmla="*/ 1123294 h 1215852"/>
              <a:gd name="csX101" fmla="*/ 185094 w 1830781"/>
              <a:gd name="csY101" fmla="*/ 1121683 h 1215852"/>
              <a:gd name="csX102" fmla="*/ 186926 w 1830781"/>
              <a:gd name="csY102" fmla="*/ 1120063 h 1215852"/>
              <a:gd name="csX103" fmla="*/ 188759 w 1830781"/>
              <a:gd name="csY103" fmla="*/ 1118404 h 1215852"/>
              <a:gd name="csX104" fmla="*/ 190592 w 1830781"/>
              <a:gd name="csY104" fmla="*/ 1116735 h 1215852"/>
              <a:gd name="csX105" fmla="*/ 192425 w 1830781"/>
              <a:gd name="csY105" fmla="*/ 1115038 h 1215852"/>
              <a:gd name="csX106" fmla="*/ 194257 w 1830781"/>
              <a:gd name="csY106" fmla="*/ 1113320 h 1215852"/>
              <a:gd name="csX107" fmla="*/ 196090 w 1830781"/>
              <a:gd name="csY107" fmla="*/ 1111574 h 1215852"/>
              <a:gd name="csX108" fmla="*/ 197922 w 1830781"/>
              <a:gd name="csY108" fmla="*/ 1109808 h 1215852"/>
              <a:gd name="csX109" fmla="*/ 199755 w 1830781"/>
              <a:gd name="csY109" fmla="*/ 1108023 h 1215852"/>
              <a:gd name="csX110" fmla="*/ 201587 w 1830781"/>
              <a:gd name="csY110" fmla="*/ 1106209 h 1215852"/>
              <a:gd name="csX111" fmla="*/ 203420 w 1830781"/>
              <a:gd name="csY111" fmla="*/ 1104365 h 1215852"/>
              <a:gd name="csX112" fmla="*/ 205253 w 1830781"/>
              <a:gd name="csY112" fmla="*/ 1102502 h 1215852"/>
              <a:gd name="csX113" fmla="*/ 207086 w 1830781"/>
              <a:gd name="csY113" fmla="*/ 1100620 h 1215852"/>
              <a:gd name="csX114" fmla="*/ 208918 w 1830781"/>
              <a:gd name="csY114" fmla="*/ 1098709 h 1215852"/>
              <a:gd name="csX115" fmla="*/ 210751 w 1830781"/>
              <a:gd name="csY115" fmla="*/ 1096768 h 1215852"/>
              <a:gd name="csX116" fmla="*/ 212583 w 1830781"/>
              <a:gd name="csY116" fmla="*/ 1094809 h 1215852"/>
              <a:gd name="csX117" fmla="*/ 214415 w 1830781"/>
              <a:gd name="csY117" fmla="*/ 1092829 h 1215852"/>
              <a:gd name="csX118" fmla="*/ 216248 w 1830781"/>
              <a:gd name="csY118" fmla="*/ 1090811 h 1215852"/>
              <a:gd name="csX119" fmla="*/ 218081 w 1830781"/>
              <a:gd name="csY119" fmla="*/ 1088774 h 1215852"/>
              <a:gd name="csX120" fmla="*/ 219914 w 1830781"/>
              <a:gd name="csY120" fmla="*/ 1086717 h 1215852"/>
              <a:gd name="csX121" fmla="*/ 221746 w 1830781"/>
              <a:gd name="csY121" fmla="*/ 1084621 h 1215852"/>
              <a:gd name="csX122" fmla="*/ 223579 w 1830781"/>
              <a:gd name="csY122" fmla="*/ 1082506 h 1215852"/>
              <a:gd name="csX123" fmla="*/ 225411 w 1830781"/>
              <a:gd name="csY123" fmla="*/ 1080372 h 1215852"/>
              <a:gd name="csX124" fmla="*/ 227244 w 1830781"/>
              <a:gd name="csY124" fmla="*/ 1078199 h 1215852"/>
              <a:gd name="csX125" fmla="*/ 229076 w 1830781"/>
              <a:gd name="csY125" fmla="*/ 1076006 h 1215852"/>
              <a:gd name="csX126" fmla="*/ 230909 w 1830781"/>
              <a:gd name="csY126" fmla="*/ 1073784 h 1215852"/>
              <a:gd name="csX127" fmla="*/ 232742 w 1830781"/>
              <a:gd name="csY127" fmla="*/ 1071533 h 1215852"/>
              <a:gd name="csX128" fmla="*/ 234575 w 1830781"/>
              <a:gd name="csY128" fmla="*/ 1069263 h 1215852"/>
              <a:gd name="csX129" fmla="*/ 236407 w 1830781"/>
              <a:gd name="csY129" fmla="*/ 1066963 h 1215852"/>
              <a:gd name="csX130" fmla="*/ 238240 w 1830781"/>
              <a:gd name="csY130" fmla="*/ 1064625 h 1215852"/>
              <a:gd name="csX131" fmla="*/ 240072 w 1830781"/>
              <a:gd name="csY131" fmla="*/ 1062268 h 1215852"/>
              <a:gd name="csX132" fmla="*/ 241905 w 1830781"/>
              <a:gd name="csY132" fmla="*/ 1059891 h 1215852"/>
              <a:gd name="csX133" fmla="*/ 243737 w 1830781"/>
              <a:gd name="csY133" fmla="*/ 1057475 h 1215852"/>
              <a:gd name="csX134" fmla="*/ 245570 w 1830781"/>
              <a:gd name="csY134" fmla="*/ 1055030 h 1215852"/>
              <a:gd name="csX135" fmla="*/ 247403 w 1830781"/>
              <a:gd name="csY135" fmla="*/ 1052565 h 1215852"/>
              <a:gd name="csX136" fmla="*/ 249236 w 1830781"/>
              <a:gd name="csY136" fmla="*/ 1050062 h 1215852"/>
              <a:gd name="csX137" fmla="*/ 251068 w 1830781"/>
              <a:gd name="csY137" fmla="*/ 1047540 h 1215852"/>
              <a:gd name="csX138" fmla="*/ 252901 w 1830781"/>
              <a:gd name="csY138" fmla="*/ 1044988 h 1215852"/>
              <a:gd name="csX139" fmla="*/ 254733 w 1830781"/>
              <a:gd name="csY139" fmla="*/ 1042398 h 1215852"/>
              <a:gd name="csX140" fmla="*/ 256566 w 1830781"/>
              <a:gd name="csY140" fmla="*/ 1039788 h 1215852"/>
              <a:gd name="csX141" fmla="*/ 258398 w 1830781"/>
              <a:gd name="csY141" fmla="*/ 1037149 h 1215852"/>
              <a:gd name="csX142" fmla="*/ 260231 w 1830781"/>
              <a:gd name="csY142" fmla="*/ 1034471 h 1215852"/>
              <a:gd name="csX143" fmla="*/ 262064 w 1830781"/>
              <a:gd name="csY143" fmla="*/ 1031774 h 1215852"/>
              <a:gd name="csX144" fmla="*/ 263896 w 1830781"/>
              <a:gd name="csY144" fmla="*/ 1029047 h 1215852"/>
              <a:gd name="csX145" fmla="*/ 265729 w 1830781"/>
              <a:gd name="csY145" fmla="*/ 1026282 h 1215852"/>
              <a:gd name="csX146" fmla="*/ 267562 w 1830781"/>
              <a:gd name="csY146" fmla="*/ 1023498 h 1215852"/>
              <a:gd name="csX147" fmla="*/ 269394 w 1830781"/>
              <a:gd name="csY147" fmla="*/ 1020674 h 1215852"/>
              <a:gd name="csX148" fmla="*/ 271226 w 1830781"/>
              <a:gd name="csY148" fmla="*/ 1017832 h 1215852"/>
              <a:gd name="csX149" fmla="*/ 273059 w 1830781"/>
              <a:gd name="csY149" fmla="*/ 1014950 h 1215852"/>
              <a:gd name="csX150" fmla="*/ 274892 w 1830781"/>
              <a:gd name="csY150" fmla="*/ 1012040 h 1215852"/>
              <a:gd name="csX151" fmla="*/ 276725 w 1830781"/>
              <a:gd name="csY151" fmla="*/ 1009100 h 1215852"/>
              <a:gd name="csX152" fmla="*/ 278557 w 1830781"/>
              <a:gd name="csY152" fmla="*/ 1006131 h 1215852"/>
              <a:gd name="csX153" fmla="*/ 280390 w 1830781"/>
              <a:gd name="csY153" fmla="*/ 1003133 h 1215852"/>
              <a:gd name="csX154" fmla="*/ 282222 w 1830781"/>
              <a:gd name="csY154" fmla="*/ 1000106 h 1215852"/>
              <a:gd name="csX155" fmla="*/ 284055 w 1830781"/>
              <a:gd name="csY155" fmla="*/ 997040 h 1215852"/>
              <a:gd name="csX156" fmla="*/ 285887 w 1830781"/>
              <a:gd name="csY156" fmla="*/ 993955 h 1215852"/>
              <a:gd name="csX157" fmla="*/ 287720 w 1830781"/>
              <a:gd name="csY157" fmla="*/ 990831 h 1215852"/>
              <a:gd name="csX158" fmla="*/ 289553 w 1830781"/>
              <a:gd name="csY158" fmla="*/ 987677 h 1215852"/>
              <a:gd name="csX159" fmla="*/ 291386 w 1830781"/>
              <a:gd name="csY159" fmla="*/ 984495 h 1215852"/>
              <a:gd name="csX160" fmla="*/ 293218 w 1830781"/>
              <a:gd name="csY160" fmla="*/ 981284 h 1215852"/>
              <a:gd name="csX161" fmla="*/ 295051 w 1830781"/>
              <a:gd name="csY161" fmla="*/ 978034 h 1215852"/>
              <a:gd name="csX162" fmla="*/ 296883 w 1830781"/>
              <a:gd name="csY162" fmla="*/ 974764 h 1215852"/>
              <a:gd name="csX163" fmla="*/ 298715 w 1830781"/>
              <a:gd name="csY163" fmla="*/ 971456 h 1215852"/>
              <a:gd name="csX164" fmla="*/ 300548 w 1830781"/>
              <a:gd name="csY164" fmla="*/ 968118 h 1215852"/>
              <a:gd name="csX165" fmla="*/ 302381 w 1830781"/>
              <a:gd name="csY165" fmla="*/ 964742 h 1215852"/>
              <a:gd name="csX166" fmla="*/ 304214 w 1830781"/>
              <a:gd name="csY166" fmla="*/ 961346 h 1215852"/>
              <a:gd name="csX167" fmla="*/ 306046 w 1830781"/>
              <a:gd name="csY167" fmla="*/ 957911 h 1215852"/>
              <a:gd name="csX168" fmla="*/ 307879 w 1830781"/>
              <a:gd name="csY168" fmla="*/ 954448 h 1215852"/>
              <a:gd name="csX169" fmla="*/ 309712 w 1830781"/>
              <a:gd name="csY169" fmla="*/ 950955 h 1215852"/>
              <a:gd name="csX170" fmla="*/ 311544 w 1830781"/>
              <a:gd name="csY170" fmla="*/ 947433 h 1215852"/>
              <a:gd name="csX171" fmla="*/ 313376 w 1830781"/>
              <a:gd name="csY171" fmla="*/ 943872 h 1215852"/>
              <a:gd name="csX172" fmla="*/ 315209 w 1830781"/>
              <a:gd name="csY172" fmla="*/ 940283 h 1215852"/>
              <a:gd name="csX173" fmla="*/ 317042 w 1830781"/>
              <a:gd name="csY173" fmla="*/ 936664 h 1215852"/>
              <a:gd name="csX174" fmla="*/ 318875 w 1830781"/>
              <a:gd name="csY174" fmla="*/ 933016 h 1215852"/>
              <a:gd name="csX175" fmla="*/ 320707 w 1830781"/>
              <a:gd name="csY175" fmla="*/ 929329 h 1215852"/>
              <a:gd name="csX176" fmla="*/ 322540 w 1830781"/>
              <a:gd name="csY176" fmla="*/ 925623 h 1215852"/>
              <a:gd name="csX177" fmla="*/ 324373 w 1830781"/>
              <a:gd name="csY177" fmla="*/ 921878 h 1215852"/>
              <a:gd name="csX178" fmla="*/ 326205 w 1830781"/>
              <a:gd name="csY178" fmla="*/ 918103 h 1215852"/>
              <a:gd name="csX179" fmla="*/ 328037 w 1830781"/>
              <a:gd name="csY179" fmla="*/ 914290 h 1215852"/>
              <a:gd name="csX180" fmla="*/ 329870 w 1830781"/>
              <a:gd name="csY180" fmla="*/ 910458 h 1215852"/>
              <a:gd name="csX181" fmla="*/ 331703 w 1830781"/>
              <a:gd name="csY181" fmla="*/ 906587 h 1215852"/>
              <a:gd name="csX182" fmla="*/ 333536 w 1830781"/>
              <a:gd name="csY182" fmla="*/ 902687 h 1215852"/>
              <a:gd name="csX183" fmla="*/ 335368 w 1830781"/>
              <a:gd name="csY183" fmla="*/ 898757 h 1215852"/>
              <a:gd name="csX184" fmla="*/ 337201 w 1830781"/>
              <a:gd name="csY184" fmla="*/ 894799 h 1215852"/>
              <a:gd name="csX185" fmla="*/ 339033 w 1830781"/>
              <a:gd name="csY185" fmla="*/ 890811 h 1215852"/>
              <a:gd name="csX186" fmla="*/ 340866 w 1830781"/>
              <a:gd name="csY186" fmla="*/ 886784 h 1215852"/>
              <a:gd name="csX187" fmla="*/ 342698 w 1830781"/>
              <a:gd name="csY187" fmla="*/ 882731 h 1215852"/>
              <a:gd name="csX188" fmla="*/ 344531 w 1830781"/>
              <a:gd name="csY188" fmla="*/ 878648 h 1215852"/>
              <a:gd name="csX189" fmla="*/ 346364 w 1830781"/>
              <a:gd name="csY189" fmla="*/ 874534 h 1215852"/>
              <a:gd name="csX190" fmla="*/ 348196 w 1830781"/>
              <a:gd name="csY190" fmla="*/ 870389 h 1215852"/>
              <a:gd name="csX191" fmla="*/ 350029 w 1830781"/>
              <a:gd name="csY191" fmla="*/ 866215 h 1215852"/>
              <a:gd name="csX192" fmla="*/ 351862 w 1830781"/>
              <a:gd name="csY192" fmla="*/ 862010 h 1215852"/>
              <a:gd name="csX193" fmla="*/ 353694 w 1830781"/>
              <a:gd name="csY193" fmla="*/ 857776 h 1215852"/>
              <a:gd name="csX194" fmla="*/ 355526 w 1830781"/>
              <a:gd name="csY194" fmla="*/ 853512 h 1215852"/>
              <a:gd name="csX195" fmla="*/ 357359 w 1830781"/>
              <a:gd name="csY195" fmla="*/ 849218 h 1215852"/>
              <a:gd name="csX196" fmla="*/ 359192 w 1830781"/>
              <a:gd name="csY196" fmla="*/ 844895 h 1215852"/>
              <a:gd name="csX197" fmla="*/ 361025 w 1830781"/>
              <a:gd name="csY197" fmla="*/ 840543 h 1215852"/>
              <a:gd name="csX198" fmla="*/ 362857 w 1830781"/>
              <a:gd name="csY198" fmla="*/ 836160 h 1215852"/>
              <a:gd name="csX199" fmla="*/ 364690 w 1830781"/>
              <a:gd name="csY199" fmla="*/ 831749 h 1215852"/>
              <a:gd name="csX200" fmla="*/ 366523 w 1830781"/>
              <a:gd name="csY200" fmla="*/ 827310 h 1215852"/>
              <a:gd name="csX201" fmla="*/ 368355 w 1830781"/>
              <a:gd name="csY201" fmla="*/ 822841 h 1215852"/>
              <a:gd name="csX202" fmla="*/ 370187 w 1830781"/>
              <a:gd name="csY202" fmla="*/ 818344 h 1215852"/>
              <a:gd name="csX203" fmla="*/ 372020 w 1830781"/>
              <a:gd name="csY203" fmla="*/ 813819 h 1215852"/>
              <a:gd name="csX204" fmla="*/ 373853 w 1830781"/>
              <a:gd name="csY204" fmla="*/ 809266 h 1215852"/>
              <a:gd name="csX205" fmla="*/ 375686 w 1830781"/>
              <a:gd name="csY205" fmla="*/ 804684 h 1215852"/>
              <a:gd name="csX206" fmla="*/ 377518 w 1830781"/>
              <a:gd name="csY206" fmla="*/ 800075 h 1215852"/>
              <a:gd name="csX207" fmla="*/ 379351 w 1830781"/>
              <a:gd name="csY207" fmla="*/ 795439 h 1215852"/>
              <a:gd name="csX208" fmla="*/ 381184 w 1830781"/>
              <a:gd name="csY208" fmla="*/ 790775 h 1215852"/>
              <a:gd name="csX209" fmla="*/ 383015 w 1830781"/>
              <a:gd name="csY209" fmla="*/ 786084 h 1215852"/>
              <a:gd name="csX210" fmla="*/ 384848 w 1830781"/>
              <a:gd name="csY210" fmla="*/ 781367 h 1215852"/>
              <a:gd name="csX211" fmla="*/ 386681 w 1830781"/>
              <a:gd name="csY211" fmla="*/ 776624 h 1215852"/>
              <a:gd name="csX212" fmla="*/ 388514 w 1830781"/>
              <a:gd name="csY212" fmla="*/ 771853 h 1215852"/>
              <a:gd name="csX213" fmla="*/ 390346 w 1830781"/>
              <a:gd name="csY213" fmla="*/ 767058 h 1215852"/>
              <a:gd name="csX214" fmla="*/ 392179 w 1830781"/>
              <a:gd name="csY214" fmla="*/ 762237 h 1215852"/>
              <a:gd name="csX215" fmla="*/ 394012 w 1830781"/>
              <a:gd name="csY215" fmla="*/ 757389 h 1215852"/>
              <a:gd name="csX216" fmla="*/ 395844 w 1830781"/>
              <a:gd name="csY216" fmla="*/ 752517 h 1215852"/>
              <a:gd name="csX217" fmla="*/ 397676 w 1830781"/>
              <a:gd name="csY217" fmla="*/ 747620 h 1215852"/>
              <a:gd name="csX218" fmla="*/ 399509 w 1830781"/>
              <a:gd name="csY218" fmla="*/ 742699 h 1215852"/>
              <a:gd name="csX219" fmla="*/ 401342 w 1830781"/>
              <a:gd name="csY219" fmla="*/ 737753 h 1215852"/>
              <a:gd name="csX220" fmla="*/ 403175 w 1830781"/>
              <a:gd name="csY220" fmla="*/ 732784 h 1215852"/>
              <a:gd name="csX221" fmla="*/ 405007 w 1830781"/>
              <a:gd name="csY221" fmla="*/ 727791 h 1215852"/>
              <a:gd name="csX222" fmla="*/ 406840 w 1830781"/>
              <a:gd name="csY222" fmla="*/ 722775 h 1215852"/>
              <a:gd name="csX223" fmla="*/ 408673 w 1830781"/>
              <a:gd name="csY223" fmla="*/ 717736 h 1215852"/>
              <a:gd name="csX224" fmla="*/ 410505 w 1830781"/>
              <a:gd name="csY224" fmla="*/ 712674 h 1215852"/>
              <a:gd name="csX225" fmla="*/ 412337 w 1830781"/>
              <a:gd name="csY225" fmla="*/ 707591 h 1215852"/>
              <a:gd name="csX226" fmla="*/ 414170 w 1830781"/>
              <a:gd name="csY226" fmla="*/ 702485 h 1215852"/>
              <a:gd name="csX227" fmla="*/ 416003 w 1830781"/>
              <a:gd name="csY227" fmla="*/ 697358 h 1215852"/>
              <a:gd name="csX228" fmla="*/ 417836 w 1830781"/>
              <a:gd name="csY228" fmla="*/ 692210 h 1215852"/>
              <a:gd name="csX229" fmla="*/ 419668 w 1830781"/>
              <a:gd name="csY229" fmla="*/ 687042 h 1215852"/>
              <a:gd name="csX230" fmla="*/ 421501 w 1830781"/>
              <a:gd name="csY230" fmla="*/ 681853 h 1215852"/>
              <a:gd name="csX231" fmla="*/ 423334 w 1830781"/>
              <a:gd name="csY231" fmla="*/ 676644 h 1215852"/>
              <a:gd name="csX232" fmla="*/ 425166 w 1830781"/>
              <a:gd name="csY232" fmla="*/ 671417 h 1215852"/>
              <a:gd name="csX233" fmla="*/ 426998 w 1830781"/>
              <a:gd name="csY233" fmla="*/ 666169 h 1215852"/>
              <a:gd name="csX234" fmla="*/ 428831 w 1830781"/>
              <a:gd name="csY234" fmla="*/ 660903 h 1215852"/>
              <a:gd name="csX235" fmla="*/ 430664 w 1830781"/>
              <a:gd name="csY235" fmla="*/ 655620 h 1215852"/>
              <a:gd name="csX236" fmla="*/ 432496 w 1830781"/>
              <a:gd name="csY236" fmla="*/ 650317 h 1215852"/>
              <a:gd name="csX237" fmla="*/ 434329 w 1830781"/>
              <a:gd name="csY237" fmla="*/ 644999 h 1215852"/>
              <a:gd name="csX238" fmla="*/ 436162 w 1830781"/>
              <a:gd name="csY238" fmla="*/ 639664 h 1215852"/>
              <a:gd name="csX239" fmla="*/ 437995 w 1830781"/>
              <a:gd name="csY239" fmla="*/ 634311 h 1215852"/>
              <a:gd name="csX240" fmla="*/ 439826 w 1830781"/>
              <a:gd name="csY240" fmla="*/ 628943 h 1215852"/>
              <a:gd name="csX241" fmla="*/ 441659 w 1830781"/>
              <a:gd name="csY241" fmla="*/ 623560 h 1215852"/>
              <a:gd name="csX242" fmla="*/ 443492 w 1830781"/>
              <a:gd name="csY242" fmla="*/ 618161 h 1215852"/>
              <a:gd name="csX243" fmla="*/ 445325 w 1830781"/>
              <a:gd name="csY243" fmla="*/ 612748 h 1215852"/>
              <a:gd name="csX244" fmla="*/ 447157 w 1830781"/>
              <a:gd name="csY244" fmla="*/ 607321 h 1215852"/>
              <a:gd name="csX245" fmla="*/ 448990 w 1830781"/>
              <a:gd name="csY245" fmla="*/ 601881 h 1215852"/>
              <a:gd name="csX246" fmla="*/ 450823 w 1830781"/>
              <a:gd name="csY246" fmla="*/ 596428 h 1215852"/>
              <a:gd name="csX247" fmla="*/ 452655 w 1830781"/>
              <a:gd name="csY247" fmla="*/ 590962 h 1215852"/>
              <a:gd name="csX248" fmla="*/ 454487 w 1830781"/>
              <a:gd name="csY248" fmla="*/ 585484 h 1215852"/>
              <a:gd name="csX249" fmla="*/ 456320 w 1830781"/>
              <a:gd name="csY249" fmla="*/ 579995 h 1215852"/>
              <a:gd name="csX250" fmla="*/ 458153 w 1830781"/>
              <a:gd name="csY250" fmla="*/ 574495 h 1215852"/>
              <a:gd name="csX251" fmla="*/ 459986 w 1830781"/>
              <a:gd name="csY251" fmla="*/ 568985 h 1215852"/>
              <a:gd name="csX252" fmla="*/ 461818 w 1830781"/>
              <a:gd name="csY252" fmla="*/ 563465 h 1215852"/>
              <a:gd name="csX253" fmla="*/ 463651 w 1830781"/>
              <a:gd name="csY253" fmla="*/ 557936 h 1215852"/>
              <a:gd name="csX254" fmla="*/ 465484 w 1830781"/>
              <a:gd name="csY254" fmla="*/ 552399 h 1215852"/>
              <a:gd name="csX255" fmla="*/ 467315 w 1830781"/>
              <a:gd name="csY255" fmla="*/ 546852 h 1215852"/>
              <a:gd name="csX256" fmla="*/ 469148 w 1830781"/>
              <a:gd name="csY256" fmla="*/ 541299 h 1215852"/>
              <a:gd name="csX257" fmla="*/ 470981 w 1830781"/>
              <a:gd name="csY257" fmla="*/ 535739 h 1215852"/>
              <a:gd name="csX258" fmla="*/ 472814 w 1830781"/>
              <a:gd name="csY258" fmla="*/ 530172 h 1215852"/>
              <a:gd name="csX259" fmla="*/ 474646 w 1830781"/>
              <a:gd name="csY259" fmla="*/ 524599 h 1215852"/>
              <a:gd name="csX260" fmla="*/ 476479 w 1830781"/>
              <a:gd name="csY260" fmla="*/ 519022 h 1215852"/>
              <a:gd name="csX261" fmla="*/ 478312 w 1830781"/>
              <a:gd name="csY261" fmla="*/ 513440 h 1215852"/>
              <a:gd name="csX262" fmla="*/ 480145 w 1830781"/>
              <a:gd name="csY262" fmla="*/ 507854 h 1215852"/>
              <a:gd name="csX263" fmla="*/ 481976 w 1830781"/>
              <a:gd name="csY263" fmla="*/ 502265 h 1215852"/>
              <a:gd name="csX264" fmla="*/ 483809 w 1830781"/>
              <a:gd name="csY264" fmla="*/ 496672 h 1215852"/>
              <a:gd name="csX265" fmla="*/ 485642 w 1830781"/>
              <a:gd name="csY265" fmla="*/ 491078 h 1215852"/>
              <a:gd name="csX266" fmla="*/ 487475 w 1830781"/>
              <a:gd name="csY266" fmla="*/ 485483 h 1215852"/>
              <a:gd name="csX267" fmla="*/ 489307 w 1830781"/>
              <a:gd name="csY267" fmla="*/ 479886 h 1215852"/>
              <a:gd name="csX268" fmla="*/ 491140 w 1830781"/>
              <a:gd name="csY268" fmla="*/ 474289 h 1215852"/>
              <a:gd name="csX269" fmla="*/ 492973 w 1830781"/>
              <a:gd name="csY269" fmla="*/ 468693 h 1215852"/>
              <a:gd name="csX270" fmla="*/ 494806 w 1830781"/>
              <a:gd name="csY270" fmla="*/ 463098 h 1215852"/>
              <a:gd name="csX271" fmla="*/ 496637 w 1830781"/>
              <a:gd name="csY271" fmla="*/ 457506 h 1215852"/>
              <a:gd name="csX272" fmla="*/ 498470 w 1830781"/>
              <a:gd name="csY272" fmla="*/ 451914 h 1215852"/>
              <a:gd name="csX273" fmla="*/ 500303 w 1830781"/>
              <a:gd name="csY273" fmla="*/ 446327 h 1215852"/>
              <a:gd name="csX274" fmla="*/ 502136 w 1830781"/>
              <a:gd name="csY274" fmla="*/ 440743 h 1215852"/>
              <a:gd name="csX275" fmla="*/ 503968 w 1830781"/>
              <a:gd name="csY275" fmla="*/ 435164 h 1215852"/>
              <a:gd name="csX276" fmla="*/ 505801 w 1830781"/>
              <a:gd name="csY276" fmla="*/ 429590 h 1215852"/>
              <a:gd name="csX277" fmla="*/ 507634 w 1830781"/>
              <a:gd name="csY277" fmla="*/ 424021 h 1215852"/>
              <a:gd name="csX278" fmla="*/ 509466 w 1830781"/>
              <a:gd name="csY278" fmla="*/ 418459 h 1215852"/>
              <a:gd name="csX279" fmla="*/ 511298 w 1830781"/>
              <a:gd name="csY279" fmla="*/ 412904 h 1215852"/>
              <a:gd name="csX280" fmla="*/ 513131 w 1830781"/>
              <a:gd name="csY280" fmla="*/ 407357 h 1215852"/>
              <a:gd name="csX281" fmla="*/ 514964 w 1830781"/>
              <a:gd name="csY281" fmla="*/ 401819 h 1215852"/>
              <a:gd name="csX282" fmla="*/ 516796 w 1830781"/>
              <a:gd name="csY282" fmla="*/ 396290 h 1215852"/>
              <a:gd name="csX283" fmla="*/ 518629 w 1830781"/>
              <a:gd name="csY283" fmla="*/ 390771 h 1215852"/>
              <a:gd name="csX284" fmla="*/ 520462 w 1830781"/>
              <a:gd name="csY284" fmla="*/ 385263 h 1215852"/>
              <a:gd name="csX285" fmla="*/ 522295 w 1830781"/>
              <a:gd name="csY285" fmla="*/ 379765 h 1215852"/>
              <a:gd name="csX286" fmla="*/ 524126 w 1830781"/>
              <a:gd name="csY286" fmla="*/ 374280 h 1215852"/>
              <a:gd name="csX287" fmla="*/ 525959 w 1830781"/>
              <a:gd name="csY287" fmla="*/ 368808 h 1215852"/>
              <a:gd name="csX288" fmla="*/ 527792 w 1830781"/>
              <a:gd name="csY288" fmla="*/ 363349 h 1215852"/>
              <a:gd name="csX289" fmla="*/ 529625 w 1830781"/>
              <a:gd name="csY289" fmla="*/ 357905 h 1215852"/>
              <a:gd name="csX290" fmla="*/ 531457 w 1830781"/>
              <a:gd name="csY290" fmla="*/ 352475 h 1215852"/>
              <a:gd name="csX291" fmla="*/ 533290 w 1830781"/>
              <a:gd name="csY291" fmla="*/ 347061 h 1215852"/>
              <a:gd name="csX292" fmla="*/ 535123 w 1830781"/>
              <a:gd name="csY292" fmla="*/ 341664 h 1215852"/>
              <a:gd name="csX293" fmla="*/ 536956 w 1830781"/>
              <a:gd name="csY293" fmla="*/ 336284 h 1215852"/>
              <a:gd name="csX294" fmla="*/ 538787 w 1830781"/>
              <a:gd name="csY294" fmla="*/ 330922 h 1215852"/>
              <a:gd name="csX295" fmla="*/ 540620 w 1830781"/>
              <a:gd name="csY295" fmla="*/ 325578 h 1215852"/>
              <a:gd name="csX296" fmla="*/ 542453 w 1830781"/>
              <a:gd name="csY296" fmla="*/ 320253 h 1215852"/>
              <a:gd name="csX297" fmla="*/ 544286 w 1830781"/>
              <a:gd name="csY297" fmla="*/ 314949 h 1215852"/>
              <a:gd name="csX298" fmla="*/ 546118 w 1830781"/>
              <a:gd name="csY298" fmla="*/ 309665 h 1215852"/>
              <a:gd name="csX299" fmla="*/ 547951 w 1830781"/>
              <a:gd name="csY299" fmla="*/ 304403 h 1215852"/>
              <a:gd name="csX300" fmla="*/ 549784 w 1830781"/>
              <a:gd name="csY300" fmla="*/ 299163 h 1215852"/>
              <a:gd name="csX301" fmla="*/ 551617 w 1830781"/>
              <a:gd name="csY301" fmla="*/ 293946 h 1215852"/>
              <a:gd name="csX302" fmla="*/ 553448 w 1830781"/>
              <a:gd name="csY302" fmla="*/ 288753 h 1215852"/>
              <a:gd name="csX303" fmla="*/ 555281 w 1830781"/>
              <a:gd name="csY303" fmla="*/ 283584 h 1215852"/>
              <a:gd name="csX304" fmla="*/ 557114 w 1830781"/>
              <a:gd name="csY304" fmla="*/ 278440 h 1215852"/>
              <a:gd name="csX305" fmla="*/ 558946 w 1830781"/>
              <a:gd name="csY305" fmla="*/ 273323 h 1215852"/>
              <a:gd name="csX306" fmla="*/ 560779 w 1830781"/>
              <a:gd name="csY306" fmla="*/ 268232 h 1215852"/>
              <a:gd name="csX307" fmla="*/ 562612 w 1830781"/>
              <a:gd name="csY307" fmla="*/ 263168 h 1215852"/>
              <a:gd name="csX308" fmla="*/ 564445 w 1830781"/>
              <a:gd name="csY308" fmla="*/ 258133 h 1215852"/>
              <a:gd name="csX309" fmla="*/ 566276 w 1830781"/>
              <a:gd name="csY309" fmla="*/ 253125 h 1215852"/>
              <a:gd name="csX310" fmla="*/ 568109 w 1830781"/>
              <a:gd name="csY310" fmla="*/ 248148 h 1215852"/>
              <a:gd name="csX311" fmla="*/ 569942 w 1830781"/>
              <a:gd name="csY311" fmla="*/ 243201 h 1215852"/>
              <a:gd name="csX312" fmla="*/ 571775 w 1830781"/>
              <a:gd name="csY312" fmla="*/ 238286 h 1215852"/>
              <a:gd name="csX313" fmla="*/ 573606 w 1830781"/>
              <a:gd name="csY313" fmla="*/ 233402 h 1215852"/>
              <a:gd name="csX314" fmla="*/ 575440 w 1830781"/>
              <a:gd name="csY314" fmla="*/ 228550 h 1215852"/>
              <a:gd name="csX315" fmla="*/ 577274 w 1830781"/>
              <a:gd name="csY315" fmla="*/ 223731 h 1215852"/>
              <a:gd name="csX316" fmla="*/ 579108 w 1830781"/>
              <a:gd name="csY316" fmla="*/ 218947 h 1215852"/>
              <a:gd name="csX317" fmla="*/ 580941 w 1830781"/>
              <a:gd name="csY317" fmla="*/ 214196 h 1215852"/>
              <a:gd name="csX318" fmla="*/ 582775 w 1830781"/>
              <a:gd name="csY318" fmla="*/ 209482 h 1215852"/>
              <a:gd name="csX319" fmla="*/ 584599 w 1830781"/>
              <a:gd name="csY319" fmla="*/ 204803 h 1215852"/>
              <a:gd name="csX320" fmla="*/ 586433 w 1830781"/>
              <a:gd name="csY320" fmla="*/ 200161 h 1215852"/>
              <a:gd name="csX321" fmla="*/ 588266 w 1830781"/>
              <a:gd name="csY321" fmla="*/ 195557 h 1215852"/>
              <a:gd name="csX322" fmla="*/ 590100 w 1830781"/>
              <a:gd name="csY322" fmla="*/ 190991 h 1215852"/>
              <a:gd name="csX323" fmla="*/ 591934 w 1830781"/>
              <a:gd name="csY323" fmla="*/ 186463 h 1215852"/>
              <a:gd name="csX324" fmla="*/ 593767 w 1830781"/>
              <a:gd name="csY324" fmla="*/ 181976 h 1215852"/>
              <a:gd name="csX325" fmla="*/ 595601 w 1830781"/>
              <a:gd name="csY325" fmla="*/ 177527 h 1215852"/>
              <a:gd name="csX326" fmla="*/ 597435 w 1830781"/>
              <a:gd name="csY326" fmla="*/ 173120 h 1215852"/>
              <a:gd name="csX327" fmla="*/ 599269 w 1830781"/>
              <a:gd name="csY327" fmla="*/ 168755 h 1215852"/>
              <a:gd name="csX328" fmla="*/ 601093 w 1830781"/>
              <a:gd name="csY328" fmla="*/ 164433 h 1215852"/>
              <a:gd name="csX329" fmla="*/ 602926 w 1830781"/>
              <a:gd name="csY329" fmla="*/ 160153 h 1215852"/>
              <a:gd name="csX330" fmla="*/ 604760 w 1830781"/>
              <a:gd name="csY330" fmla="*/ 155917 h 1215852"/>
              <a:gd name="csX331" fmla="*/ 606594 w 1830781"/>
              <a:gd name="csY331" fmla="*/ 151725 h 1215852"/>
              <a:gd name="csX332" fmla="*/ 608427 w 1830781"/>
              <a:gd name="csY332" fmla="*/ 147578 h 1215852"/>
              <a:gd name="csX333" fmla="*/ 610261 w 1830781"/>
              <a:gd name="csY333" fmla="*/ 143476 h 1215852"/>
              <a:gd name="csX334" fmla="*/ 612095 w 1830781"/>
              <a:gd name="csY334" fmla="*/ 139421 h 1215852"/>
              <a:gd name="csX335" fmla="*/ 613928 w 1830781"/>
              <a:gd name="csY335" fmla="*/ 135413 h 1215852"/>
              <a:gd name="csX336" fmla="*/ 615762 w 1830781"/>
              <a:gd name="csY336" fmla="*/ 131453 h 1215852"/>
              <a:gd name="csX337" fmla="*/ 617586 w 1830781"/>
              <a:gd name="csY337" fmla="*/ 127540 h 1215852"/>
              <a:gd name="csX338" fmla="*/ 619420 w 1830781"/>
              <a:gd name="csY338" fmla="*/ 123676 h 1215852"/>
              <a:gd name="csX339" fmla="*/ 621254 w 1830781"/>
              <a:gd name="csY339" fmla="*/ 119861 h 1215852"/>
              <a:gd name="csX340" fmla="*/ 623087 w 1830781"/>
              <a:gd name="csY340" fmla="*/ 116097 h 1215852"/>
              <a:gd name="csX341" fmla="*/ 624921 w 1830781"/>
              <a:gd name="csY341" fmla="*/ 112383 h 1215852"/>
              <a:gd name="csX342" fmla="*/ 626755 w 1830781"/>
              <a:gd name="csY342" fmla="*/ 108720 h 1215852"/>
              <a:gd name="csX343" fmla="*/ 628589 w 1830781"/>
              <a:gd name="csY343" fmla="*/ 105110 h 1215852"/>
              <a:gd name="csX344" fmla="*/ 630422 w 1830781"/>
              <a:gd name="csY344" fmla="*/ 101552 h 1215852"/>
              <a:gd name="csX345" fmla="*/ 632246 w 1830781"/>
              <a:gd name="csY345" fmla="*/ 98047 h 1215852"/>
              <a:gd name="csX346" fmla="*/ 634080 w 1830781"/>
              <a:gd name="csY346" fmla="*/ 94595 h 1215852"/>
              <a:gd name="csX347" fmla="*/ 635914 w 1830781"/>
              <a:gd name="csY347" fmla="*/ 91197 h 1215852"/>
              <a:gd name="csX348" fmla="*/ 637747 w 1830781"/>
              <a:gd name="csY348" fmla="*/ 87854 h 1215852"/>
              <a:gd name="csX349" fmla="*/ 639581 w 1830781"/>
              <a:gd name="csY349" fmla="*/ 84567 h 1215852"/>
              <a:gd name="csX350" fmla="*/ 641415 w 1830781"/>
              <a:gd name="csY350" fmla="*/ 81334 h 1215852"/>
              <a:gd name="csX351" fmla="*/ 643248 w 1830781"/>
              <a:gd name="csY351" fmla="*/ 78159 h 1215852"/>
              <a:gd name="csX352" fmla="*/ 645082 w 1830781"/>
              <a:gd name="csY352" fmla="*/ 75040 h 1215852"/>
              <a:gd name="csX353" fmla="*/ 646916 w 1830781"/>
              <a:gd name="csY353" fmla="*/ 71978 h 1215852"/>
              <a:gd name="csX354" fmla="*/ 648740 w 1830781"/>
              <a:gd name="csY354" fmla="*/ 68975 h 1215852"/>
              <a:gd name="csX355" fmla="*/ 650573 w 1830781"/>
              <a:gd name="csY355" fmla="*/ 66029 h 1215852"/>
              <a:gd name="csX356" fmla="*/ 652407 w 1830781"/>
              <a:gd name="csY356" fmla="*/ 63143 h 1215852"/>
              <a:gd name="csX357" fmla="*/ 654241 w 1830781"/>
              <a:gd name="csY357" fmla="*/ 60316 h 1215852"/>
              <a:gd name="csX358" fmla="*/ 656075 w 1830781"/>
              <a:gd name="csY358" fmla="*/ 57548 h 1215852"/>
              <a:gd name="csX359" fmla="*/ 657908 w 1830781"/>
              <a:gd name="csY359" fmla="*/ 54841 h 1215852"/>
              <a:gd name="csX360" fmla="*/ 659742 w 1830781"/>
              <a:gd name="csY360" fmla="*/ 52195 h 1215852"/>
              <a:gd name="csX361" fmla="*/ 661576 w 1830781"/>
              <a:gd name="csY361" fmla="*/ 49609 h 1215852"/>
              <a:gd name="csX362" fmla="*/ 663409 w 1830781"/>
              <a:gd name="csY362" fmla="*/ 47085 h 1215852"/>
              <a:gd name="csX363" fmla="*/ 665233 w 1830781"/>
              <a:gd name="csY363" fmla="*/ 44623 h 1215852"/>
              <a:gd name="csX364" fmla="*/ 667067 w 1830781"/>
              <a:gd name="csY364" fmla="*/ 42224 h 1215852"/>
              <a:gd name="csX365" fmla="*/ 668901 w 1830781"/>
              <a:gd name="csY365" fmla="*/ 39888 h 1215852"/>
              <a:gd name="csX366" fmla="*/ 670735 w 1830781"/>
              <a:gd name="csY366" fmla="*/ 37613 h 1215852"/>
              <a:gd name="csX367" fmla="*/ 672568 w 1830781"/>
              <a:gd name="csY367" fmla="*/ 35404 h 1215852"/>
              <a:gd name="csX368" fmla="*/ 674402 w 1830781"/>
              <a:gd name="csY368" fmla="*/ 33258 h 1215852"/>
              <a:gd name="csX369" fmla="*/ 676236 w 1830781"/>
              <a:gd name="csY369" fmla="*/ 31177 h 1215852"/>
              <a:gd name="csX370" fmla="*/ 678069 w 1830781"/>
              <a:gd name="csY370" fmla="*/ 29160 h 1215852"/>
              <a:gd name="csX371" fmla="*/ 679903 w 1830781"/>
              <a:gd name="csY371" fmla="*/ 27208 h 1215852"/>
              <a:gd name="csX372" fmla="*/ 681727 w 1830781"/>
              <a:gd name="csY372" fmla="*/ 25322 h 1215852"/>
              <a:gd name="csX373" fmla="*/ 683561 w 1830781"/>
              <a:gd name="csY373" fmla="*/ 23501 h 1215852"/>
              <a:gd name="csX374" fmla="*/ 685395 w 1830781"/>
              <a:gd name="csY374" fmla="*/ 21747 h 1215852"/>
              <a:gd name="csX375" fmla="*/ 687228 w 1830781"/>
              <a:gd name="csY375" fmla="*/ 20057 h 1215852"/>
              <a:gd name="csX376" fmla="*/ 689062 w 1830781"/>
              <a:gd name="csY376" fmla="*/ 18436 h 1215852"/>
              <a:gd name="csX377" fmla="*/ 690896 w 1830781"/>
              <a:gd name="csY377" fmla="*/ 16881 h 1215852"/>
              <a:gd name="csX378" fmla="*/ 692729 w 1830781"/>
              <a:gd name="csY378" fmla="*/ 15393 h 1215852"/>
              <a:gd name="csX379" fmla="*/ 694563 w 1830781"/>
              <a:gd name="csY379" fmla="*/ 13972 h 1215852"/>
              <a:gd name="csX380" fmla="*/ 696397 w 1830781"/>
              <a:gd name="csY380" fmla="*/ 12619 h 1215852"/>
              <a:gd name="csX381" fmla="*/ 698221 w 1830781"/>
              <a:gd name="csY381" fmla="*/ 11334 h 1215852"/>
              <a:gd name="csX382" fmla="*/ 700054 w 1830781"/>
              <a:gd name="csY382" fmla="*/ 10117 h 1215852"/>
              <a:gd name="csX383" fmla="*/ 701888 w 1830781"/>
              <a:gd name="csY383" fmla="*/ 8969 h 1215852"/>
              <a:gd name="csX384" fmla="*/ 703722 w 1830781"/>
              <a:gd name="csY384" fmla="*/ 7888 h 1215852"/>
              <a:gd name="csX385" fmla="*/ 705556 w 1830781"/>
              <a:gd name="csY385" fmla="*/ 6877 h 1215852"/>
              <a:gd name="csX386" fmla="*/ 707389 w 1830781"/>
              <a:gd name="csY386" fmla="*/ 5934 h 1215852"/>
              <a:gd name="csX387" fmla="*/ 709223 w 1830781"/>
              <a:gd name="csY387" fmla="*/ 5060 h 1215852"/>
              <a:gd name="csX388" fmla="*/ 711057 w 1830781"/>
              <a:gd name="csY388" fmla="*/ 4256 h 1215852"/>
              <a:gd name="csX389" fmla="*/ 712890 w 1830781"/>
              <a:gd name="csY389" fmla="*/ 3520 h 1215852"/>
              <a:gd name="csX390" fmla="*/ 714714 w 1830781"/>
              <a:gd name="csY390" fmla="*/ 2854 h 1215852"/>
              <a:gd name="csX391" fmla="*/ 716548 w 1830781"/>
              <a:gd name="csY391" fmla="*/ 2258 h 1215852"/>
              <a:gd name="csX392" fmla="*/ 718382 w 1830781"/>
              <a:gd name="csY392" fmla="*/ 1731 h 1215852"/>
              <a:gd name="csX393" fmla="*/ 720216 w 1830781"/>
              <a:gd name="csY393" fmla="*/ 1274 h 1215852"/>
              <a:gd name="csX394" fmla="*/ 722049 w 1830781"/>
              <a:gd name="csY394" fmla="*/ 887 h 1215852"/>
              <a:gd name="csX395" fmla="*/ 723883 w 1830781"/>
              <a:gd name="csY395" fmla="*/ 570 h 1215852"/>
              <a:gd name="csX396" fmla="*/ 725717 w 1830781"/>
              <a:gd name="csY396" fmla="*/ 322 h 1215852"/>
              <a:gd name="csX397" fmla="*/ 727550 w 1830781"/>
              <a:gd name="csY397" fmla="*/ 145 h 1215852"/>
              <a:gd name="csX398" fmla="*/ 729374 w 1830781"/>
              <a:gd name="csY398" fmla="*/ 37 h 1215852"/>
              <a:gd name="csX399" fmla="*/ 731208 w 1830781"/>
              <a:gd name="csY399" fmla="*/ 0 h 1215852"/>
              <a:gd name="csX400" fmla="*/ 733042 w 1830781"/>
              <a:gd name="csY400" fmla="*/ 33 h 1215852"/>
              <a:gd name="csX401" fmla="*/ 734875 w 1830781"/>
              <a:gd name="csY401" fmla="*/ 135 h 1215852"/>
              <a:gd name="csX402" fmla="*/ 736709 w 1830781"/>
              <a:gd name="csY402" fmla="*/ 308 h 1215852"/>
              <a:gd name="csX403" fmla="*/ 738543 w 1830781"/>
              <a:gd name="csY403" fmla="*/ 550 h 1215852"/>
              <a:gd name="csX404" fmla="*/ 740377 w 1830781"/>
              <a:gd name="csY404" fmla="*/ 863 h 1215852"/>
              <a:gd name="csX405" fmla="*/ 742210 w 1830781"/>
              <a:gd name="csY405" fmla="*/ 1245 h 1215852"/>
              <a:gd name="csX406" fmla="*/ 744044 w 1830781"/>
              <a:gd name="csY406" fmla="*/ 1697 h 1215852"/>
              <a:gd name="csX407" fmla="*/ 745868 w 1830781"/>
              <a:gd name="csY407" fmla="*/ 2219 h 1215852"/>
              <a:gd name="csX408" fmla="*/ 747702 w 1830781"/>
              <a:gd name="csY408" fmla="*/ 2811 h 1215852"/>
              <a:gd name="csX409" fmla="*/ 749535 w 1830781"/>
              <a:gd name="csY409" fmla="*/ 3472 h 1215852"/>
              <a:gd name="csX410" fmla="*/ 751369 w 1830781"/>
              <a:gd name="csY410" fmla="*/ 4203 h 1215852"/>
              <a:gd name="csX411" fmla="*/ 753203 w 1830781"/>
              <a:gd name="csY411" fmla="*/ 5002 h 1215852"/>
              <a:gd name="csX412" fmla="*/ 755037 w 1830781"/>
              <a:gd name="csY412" fmla="*/ 5871 h 1215852"/>
              <a:gd name="csX413" fmla="*/ 756870 w 1830781"/>
              <a:gd name="csY413" fmla="*/ 6809 h 1215852"/>
              <a:gd name="csX414" fmla="*/ 758704 w 1830781"/>
              <a:gd name="csY414" fmla="*/ 7816 h 1215852"/>
              <a:gd name="csX415" fmla="*/ 760538 w 1830781"/>
              <a:gd name="csY415" fmla="*/ 8892 h 1215852"/>
              <a:gd name="csX416" fmla="*/ 762362 w 1830781"/>
              <a:gd name="csY416" fmla="*/ 10036 h 1215852"/>
              <a:gd name="csX417" fmla="*/ 764195 w 1830781"/>
              <a:gd name="csY417" fmla="*/ 11248 h 1215852"/>
              <a:gd name="csX418" fmla="*/ 766029 w 1830781"/>
              <a:gd name="csY418" fmla="*/ 12528 h 1215852"/>
              <a:gd name="csX419" fmla="*/ 767863 w 1830781"/>
              <a:gd name="csY419" fmla="*/ 13877 h 1215852"/>
              <a:gd name="csX420" fmla="*/ 769696 w 1830781"/>
              <a:gd name="csY420" fmla="*/ 15293 h 1215852"/>
              <a:gd name="csX421" fmla="*/ 771530 w 1830781"/>
              <a:gd name="csY421" fmla="*/ 16776 h 1215852"/>
              <a:gd name="csX422" fmla="*/ 773364 w 1830781"/>
              <a:gd name="csY422" fmla="*/ 18327 h 1215852"/>
              <a:gd name="csX423" fmla="*/ 775198 w 1830781"/>
              <a:gd name="csY423" fmla="*/ 19944 h 1215852"/>
              <a:gd name="csX424" fmla="*/ 777031 w 1830781"/>
              <a:gd name="csY424" fmla="*/ 21627 h 1215852"/>
              <a:gd name="csX425" fmla="*/ 778855 w 1830781"/>
              <a:gd name="csY425" fmla="*/ 23378 h 1215852"/>
              <a:gd name="csX426" fmla="*/ 780689 w 1830781"/>
              <a:gd name="csY426" fmla="*/ 25194 h 1215852"/>
              <a:gd name="csX427" fmla="*/ 782523 w 1830781"/>
              <a:gd name="csY427" fmla="*/ 27076 h 1215852"/>
              <a:gd name="csX428" fmla="*/ 784356 w 1830781"/>
              <a:gd name="csY428" fmla="*/ 29023 h 1215852"/>
              <a:gd name="csX429" fmla="*/ 786190 w 1830781"/>
              <a:gd name="csY429" fmla="*/ 31035 h 1215852"/>
              <a:gd name="csX430" fmla="*/ 788024 w 1830781"/>
              <a:gd name="csY430" fmla="*/ 33113 h 1215852"/>
              <a:gd name="csX431" fmla="*/ 789858 w 1830781"/>
              <a:gd name="csY431" fmla="*/ 35254 h 1215852"/>
              <a:gd name="csX432" fmla="*/ 791691 w 1830781"/>
              <a:gd name="csY432" fmla="*/ 37459 h 1215852"/>
              <a:gd name="csX433" fmla="*/ 793525 w 1830781"/>
              <a:gd name="csY433" fmla="*/ 39729 h 1215852"/>
              <a:gd name="csX434" fmla="*/ 795349 w 1830781"/>
              <a:gd name="csY434" fmla="*/ 42061 h 1215852"/>
              <a:gd name="csX435" fmla="*/ 797183 w 1830781"/>
              <a:gd name="csY435" fmla="*/ 44455 h 1215852"/>
              <a:gd name="csX436" fmla="*/ 799016 w 1830781"/>
              <a:gd name="csY436" fmla="*/ 46913 h 1215852"/>
              <a:gd name="csX437" fmla="*/ 800850 w 1830781"/>
              <a:gd name="csY437" fmla="*/ 49433 h 1215852"/>
              <a:gd name="csX438" fmla="*/ 802684 w 1830781"/>
              <a:gd name="csY438" fmla="*/ 52014 h 1215852"/>
              <a:gd name="csX439" fmla="*/ 804517 w 1830781"/>
              <a:gd name="csY439" fmla="*/ 54656 h 1215852"/>
              <a:gd name="csX440" fmla="*/ 806351 w 1830781"/>
              <a:gd name="csY440" fmla="*/ 57359 h 1215852"/>
              <a:gd name="csX441" fmla="*/ 808185 w 1830781"/>
              <a:gd name="csY441" fmla="*/ 60122 h 1215852"/>
              <a:gd name="csX442" fmla="*/ 810019 w 1830781"/>
              <a:gd name="csY442" fmla="*/ 62946 h 1215852"/>
              <a:gd name="csX443" fmla="*/ 811843 w 1830781"/>
              <a:gd name="csY443" fmla="*/ 65828 h 1215852"/>
              <a:gd name="csX444" fmla="*/ 813676 w 1830781"/>
              <a:gd name="csY444" fmla="*/ 68770 h 1215852"/>
              <a:gd name="csX445" fmla="*/ 815510 w 1830781"/>
              <a:gd name="csY445" fmla="*/ 71769 h 1215852"/>
              <a:gd name="csX446" fmla="*/ 817344 w 1830781"/>
              <a:gd name="csY446" fmla="*/ 74827 h 1215852"/>
              <a:gd name="csX447" fmla="*/ 819177 w 1830781"/>
              <a:gd name="csY447" fmla="*/ 77941 h 1215852"/>
              <a:gd name="csX448" fmla="*/ 821011 w 1830781"/>
              <a:gd name="csY448" fmla="*/ 81114 h 1215852"/>
              <a:gd name="csX449" fmla="*/ 822845 w 1830781"/>
              <a:gd name="csY449" fmla="*/ 84342 h 1215852"/>
              <a:gd name="csX450" fmla="*/ 824679 w 1830781"/>
              <a:gd name="csY450" fmla="*/ 87625 h 1215852"/>
              <a:gd name="csX451" fmla="*/ 826512 w 1830781"/>
              <a:gd name="csY451" fmla="*/ 90965 h 1215852"/>
              <a:gd name="csX452" fmla="*/ 828336 w 1830781"/>
              <a:gd name="csY452" fmla="*/ 94358 h 1215852"/>
              <a:gd name="csX453" fmla="*/ 830170 w 1830781"/>
              <a:gd name="csY453" fmla="*/ 97807 h 1215852"/>
              <a:gd name="csX454" fmla="*/ 832004 w 1830781"/>
              <a:gd name="csY454" fmla="*/ 101308 h 1215852"/>
              <a:gd name="csX455" fmla="*/ 833837 w 1830781"/>
              <a:gd name="csY455" fmla="*/ 104863 h 1215852"/>
              <a:gd name="csX456" fmla="*/ 835671 w 1830781"/>
              <a:gd name="csY456" fmla="*/ 108470 h 1215852"/>
              <a:gd name="csX457" fmla="*/ 837505 w 1830781"/>
              <a:gd name="csY457" fmla="*/ 112129 h 1215852"/>
              <a:gd name="csX458" fmla="*/ 839339 w 1830781"/>
              <a:gd name="csY458" fmla="*/ 115839 h 1215852"/>
              <a:gd name="csX459" fmla="*/ 841172 w 1830781"/>
              <a:gd name="csY459" fmla="*/ 119600 h 1215852"/>
              <a:gd name="csX460" fmla="*/ 842996 w 1830781"/>
              <a:gd name="csY460" fmla="*/ 123411 h 1215852"/>
              <a:gd name="csX461" fmla="*/ 844830 w 1830781"/>
              <a:gd name="csY461" fmla="*/ 127271 h 1215852"/>
              <a:gd name="csX462" fmla="*/ 846664 w 1830781"/>
              <a:gd name="csY462" fmla="*/ 131181 h 1215852"/>
              <a:gd name="csX463" fmla="*/ 848497 w 1830781"/>
              <a:gd name="csY463" fmla="*/ 135138 h 1215852"/>
              <a:gd name="csX464" fmla="*/ 850331 w 1830781"/>
              <a:gd name="csY464" fmla="*/ 139143 h 1215852"/>
              <a:gd name="csX465" fmla="*/ 852165 w 1830781"/>
              <a:gd name="csY465" fmla="*/ 143195 h 1215852"/>
              <a:gd name="csX466" fmla="*/ 853998 w 1830781"/>
              <a:gd name="csY466" fmla="*/ 147293 h 1215852"/>
              <a:gd name="csX467" fmla="*/ 855832 w 1830781"/>
              <a:gd name="csY467" fmla="*/ 151437 h 1215852"/>
              <a:gd name="csX468" fmla="*/ 857666 w 1830781"/>
              <a:gd name="csY468" fmla="*/ 155626 h 1215852"/>
              <a:gd name="csX469" fmla="*/ 859490 w 1830781"/>
              <a:gd name="csY469" fmla="*/ 159860 h 1215852"/>
              <a:gd name="csX470" fmla="*/ 861324 w 1830781"/>
              <a:gd name="csY470" fmla="*/ 164136 h 1215852"/>
              <a:gd name="csX471" fmla="*/ 863157 w 1830781"/>
              <a:gd name="csY471" fmla="*/ 168456 h 1215852"/>
              <a:gd name="csX472" fmla="*/ 864991 w 1830781"/>
              <a:gd name="csY472" fmla="*/ 172818 h 1215852"/>
              <a:gd name="csX473" fmla="*/ 866825 w 1830781"/>
              <a:gd name="csY473" fmla="*/ 177222 h 1215852"/>
              <a:gd name="csX474" fmla="*/ 868658 w 1830781"/>
              <a:gd name="csY474" fmla="*/ 181667 h 1215852"/>
              <a:gd name="csX475" fmla="*/ 870492 w 1830781"/>
              <a:gd name="csY475" fmla="*/ 186152 h 1215852"/>
              <a:gd name="csX476" fmla="*/ 872326 w 1830781"/>
              <a:gd name="csY476" fmla="*/ 190676 h 1215852"/>
              <a:gd name="csX477" fmla="*/ 874160 w 1830781"/>
              <a:gd name="csY477" fmla="*/ 195240 h 1215852"/>
              <a:gd name="csX478" fmla="*/ 875984 w 1830781"/>
              <a:gd name="csY478" fmla="*/ 199842 h 1215852"/>
              <a:gd name="csX479" fmla="*/ 877817 w 1830781"/>
              <a:gd name="csY479" fmla="*/ 204482 h 1215852"/>
              <a:gd name="csX480" fmla="*/ 879651 w 1830781"/>
              <a:gd name="csY480" fmla="*/ 209158 h 1215852"/>
              <a:gd name="csX481" fmla="*/ 881485 w 1830781"/>
              <a:gd name="csY481" fmla="*/ 213869 h 1215852"/>
              <a:gd name="csX482" fmla="*/ 883318 w 1830781"/>
              <a:gd name="csY482" fmla="*/ 218618 h 1215852"/>
              <a:gd name="csX483" fmla="*/ 885152 w 1830781"/>
              <a:gd name="csY483" fmla="*/ 223400 h 1215852"/>
              <a:gd name="csX484" fmla="*/ 886986 w 1830781"/>
              <a:gd name="csY484" fmla="*/ 228216 h 1215852"/>
              <a:gd name="csX485" fmla="*/ 888819 w 1830781"/>
              <a:gd name="csY485" fmla="*/ 233065 h 1215852"/>
              <a:gd name="csX486" fmla="*/ 890653 w 1830781"/>
              <a:gd name="csY486" fmla="*/ 237947 h 1215852"/>
              <a:gd name="csX487" fmla="*/ 892477 w 1830781"/>
              <a:gd name="csY487" fmla="*/ 242861 h 1215852"/>
              <a:gd name="csX488" fmla="*/ 894311 w 1830781"/>
              <a:gd name="csY488" fmla="*/ 247806 h 1215852"/>
              <a:gd name="csX489" fmla="*/ 896144 w 1830781"/>
              <a:gd name="csY489" fmla="*/ 252781 h 1215852"/>
              <a:gd name="csX490" fmla="*/ 897978 w 1830781"/>
              <a:gd name="csY490" fmla="*/ 257786 h 1215852"/>
              <a:gd name="csX491" fmla="*/ 899812 w 1830781"/>
              <a:gd name="csY491" fmla="*/ 262820 h 1215852"/>
              <a:gd name="csX492" fmla="*/ 901646 w 1830781"/>
              <a:gd name="csY492" fmla="*/ 267881 h 1215852"/>
              <a:gd name="csX493" fmla="*/ 903479 w 1830781"/>
              <a:gd name="csY493" fmla="*/ 272970 h 1215852"/>
              <a:gd name="csX494" fmla="*/ 905313 w 1830781"/>
              <a:gd name="csY494" fmla="*/ 278086 h 1215852"/>
              <a:gd name="csX495" fmla="*/ 907147 w 1830781"/>
              <a:gd name="csY495" fmla="*/ 283228 h 1215852"/>
              <a:gd name="csX496" fmla="*/ 908971 w 1830781"/>
              <a:gd name="csY496" fmla="*/ 288395 h 1215852"/>
              <a:gd name="csX497" fmla="*/ 910805 w 1830781"/>
              <a:gd name="csY497" fmla="*/ 293587 h 1215852"/>
              <a:gd name="csX498" fmla="*/ 912638 w 1830781"/>
              <a:gd name="csY498" fmla="*/ 298802 h 1215852"/>
              <a:gd name="csX499" fmla="*/ 914472 w 1830781"/>
              <a:gd name="csY499" fmla="*/ 304040 h 1215852"/>
              <a:gd name="csX500" fmla="*/ 916306 w 1830781"/>
              <a:gd name="csY500" fmla="*/ 309301 h 1215852"/>
              <a:gd name="csX501" fmla="*/ 918139 w 1830781"/>
              <a:gd name="csY501" fmla="*/ 314583 h 1215852"/>
              <a:gd name="csX502" fmla="*/ 919973 w 1830781"/>
              <a:gd name="csY502" fmla="*/ 319887 h 1215852"/>
              <a:gd name="csX503" fmla="*/ 921807 w 1830781"/>
              <a:gd name="csY503" fmla="*/ 325209 h 1215852"/>
              <a:gd name="csX504" fmla="*/ 923640 w 1830781"/>
              <a:gd name="csY504" fmla="*/ 330552 h 1215852"/>
              <a:gd name="csX505" fmla="*/ 925464 w 1830781"/>
              <a:gd name="csY505" fmla="*/ 335914 h 1215852"/>
              <a:gd name="csX506" fmla="*/ 927298 w 1830781"/>
              <a:gd name="csY506" fmla="*/ 341293 h 1215852"/>
              <a:gd name="csX507" fmla="*/ 929132 w 1830781"/>
              <a:gd name="csY507" fmla="*/ 346689 h 1215852"/>
              <a:gd name="csX508" fmla="*/ 930966 w 1830781"/>
              <a:gd name="csY508" fmla="*/ 352101 h 1215852"/>
              <a:gd name="csX509" fmla="*/ 932799 w 1830781"/>
              <a:gd name="csY509" fmla="*/ 357529 h 1215852"/>
              <a:gd name="csX510" fmla="*/ 934633 w 1830781"/>
              <a:gd name="csY510" fmla="*/ 362973 h 1215852"/>
              <a:gd name="csX511" fmla="*/ 936467 w 1830781"/>
              <a:gd name="csY511" fmla="*/ 368430 h 1215852"/>
              <a:gd name="csX512" fmla="*/ 938300 w 1830781"/>
              <a:gd name="csY512" fmla="*/ 373901 h 1215852"/>
              <a:gd name="csX513" fmla="*/ 940134 w 1830781"/>
              <a:gd name="csY513" fmla="*/ 379386 h 1215852"/>
              <a:gd name="csX514" fmla="*/ 941958 w 1830781"/>
              <a:gd name="csY514" fmla="*/ 384882 h 1215852"/>
              <a:gd name="csX515" fmla="*/ 943792 w 1830781"/>
              <a:gd name="csY515" fmla="*/ 390390 h 1215852"/>
              <a:gd name="csX516" fmla="*/ 945625 w 1830781"/>
              <a:gd name="csY516" fmla="*/ 395909 h 1215852"/>
              <a:gd name="csX517" fmla="*/ 947459 w 1830781"/>
              <a:gd name="csY517" fmla="*/ 401437 h 1215852"/>
              <a:gd name="csX518" fmla="*/ 949293 w 1830781"/>
              <a:gd name="csY518" fmla="*/ 406975 h 1215852"/>
              <a:gd name="csX519" fmla="*/ 951127 w 1830781"/>
              <a:gd name="csY519" fmla="*/ 412521 h 1215852"/>
              <a:gd name="csX520" fmla="*/ 952960 w 1830781"/>
              <a:gd name="csY520" fmla="*/ 418075 h 1215852"/>
              <a:gd name="csX521" fmla="*/ 954794 w 1830781"/>
              <a:gd name="csY521" fmla="*/ 423637 h 1215852"/>
              <a:gd name="csX522" fmla="*/ 956618 w 1830781"/>
              <a:gd name="csY522" fmla="*/ 429205 h 1215852"/>
              <a:gd name="csX523" fmla="*/ 958452 w 1830781"/>
              <a:gd name="csY523" fmla="*/ 434778 h 1215852"/>
              <a:gd name="csX524" fmla="*/ 960285 w 1830781"/>
              <a:gd name="csY524" fmla="*/ 440358 h 1215852"/>
              <a:gd name="csX525" fmla="*/ 962119 w 1830781"/>
              <a:gd name="csY525" fmla="*/ 445942 h 1215852"/>
              <a:gd name="csX526" fmla="*/ 963953 w 1830781"/>
              <a:gd name="csY526" fmla="*/ 451528 h 1215852"/>
              <a:gd name="csX527" fmla="*/ 965787 w 1830781"/>
              <a:gd name="csY527" fmla="*/ 457120 h 1215852"/>
              <a:gd name="csX528" fmla="*/ 967620 w 1830781"/>
              <a:gd name="csY528" fmla="*/ 462712 h 1215852"/>
              <a:gd name="csX529" fmla="*/ 969454 w 1830781"/>
              <a:gd name="csY529" fmla="*/ 468307 h 1215852"/>
              <a:gd name="csX530" fmla="*/ 971288 w 1830781"/>
              <a:gd name="csY530" fmla="*/ 473903 h 1215852"/>
              <a:gd name="csX531" fmla="*/ 973112 w 1830781"/>
              <a:gd name="csY531" fmla="*/ 479500 h 1215852"/>
              <a:gd name="csX532" fmla="*/ 974945 w 1830781"/>
              <a:gd name="csY532" fmla="*/ 485096 h 1215852"/>
              <a:gd name="csX533" fmla="*/ 976779 w 1830781"/>
              <a:gd name="csY533" fmla="*/ 490692 h 1215852"/>
              <a:gd name="csX534" fmla="*/ 978613 w 1830781"/>
              <a:gd name="csY534" fmla="*/ 496286 h 1215852"/>
              <a:gd name="csX535" fmla="*/ 980446 w 1830781"/>
              <a:gd name="csY535" fmla="*/ 501879 h 1215852"/>
              <a:gd name="csX536" fmla="*/ 982280 w 1830781"/>
              <a:gd name="csY536" fmla="*/ 507468 h 1215852"/>
              <a:gd name="csX537" fmla="*/ 984114 w 1830781"/>
              <a:gd name="csY537" fmla="*/ 513054 h 1215852"/>
              <a:gd name="csX538" fmla="*/ 985948 w 1830781"/>
              <a:gd name="csY538" fmla="*/ 518637 h 1215852"/>
              <a:gd name="csX539" fmla="*/ 987781 w 1830781"/>
              <a:gd name="csY539" fmla="*/ 524215 h 1215852"/>
              <a:gd name="csX540" fmla="*/ 989605 w 1830781"/>
              <a:gd name="csY540" fmla="*/ 529788 h 1215852"/>
              <a:gd name="csX541" fmla="*/ 991439 w 1830781"/>
              <a:gd name="csY541" fmla="*/ 535355 h 1215852"/>
              <a:gd name="csX542" fmla="*/ 993273 w 1830781"/>
              <a:gd name="csY542" fmla="*/ 540915 h 1215852"/>
              <a:gd name="csX543" fmla="*/ 995106 w 1830781"/>
              <a:gd name="csY543" fmla="*/ 546470 h 1215852"/>
              <a:gd name="csX544" fmla="*/ 996940 w 1830781"/>
              <a:gd name="csY544" fmla="*/ 552015 h 1215852"/>
              <a:gd name="csX545" fmla="*/ 998774 w 1830781"/>
              <a:gd name="csY545" fmla="*/ 557554 h 1215852"/>
              <a:gd name="csX546" fmla="*/ 1000608 w 1830781"/>
              <a:gd name="csY546" fmla="*/ 563084 h 1215852"/>
              <a:gd name="csX547" fmla="*/ 1002441 w 1830781"/>
              <a:gd name="csY547" fmla="*/ 568604 h 1215852"/>
              <a:gd name="csX548" fmla="*/ 1004275 w 1830781"/>
              <a:gd name="csY548" fmla="*/ 574115 h 1215852"/>
              <a:gd name="csX549" fmla="*/ 1006099 w 1830781"/>
              <a:gd name="csY549" fmla="*/ 579616 h 1215852"/>
              <a:gd name="csX550" fmla="*/ 1007933 w 1830781"/>
              <a:gd name="csY550" fmla="*/ 585105 h 1215852"/>
              <a:gd name="csX551" fmla="*/ 1009766 w 1830781"/>
              <a:gd name="csY551" fmla="*/ 590584 h 1215852"/>
              <a:gd name="csX552" fmla="*/ 1011600 w 1830781"/>
              <a:gd name="csY552" fmla="*/ 596050 h 1215852"/>
              <a:gd name="csX553" fmla="*/ 1013434 w 1830781"/>
              <a:gd name="csY553" fmla="*/ 601505 h 1215852"/>
              <a:gd name="csX554" fmla="*/ 1015267 w 1830781"/>
              <a:gd name="csY554" fmla="*/ 606946 h 1215852"/>
              <a:gd name="csX555" fmla="*/ 1017101 w 1830781"/>
              <a:gd name="csY555" fmla="*/ 612374 h 1215852"/>
              <a:gd name="csX556" fmla="*/ 1018935 w 1830781"/>
              <a:gd name="csY556" fmla="*/ 617788 h 1215852"/>
              <a:gd name="csX557" fmla="*/ 1020769 w 1830781"/>
              <a:gd name="csY557" fmla="*/ 623187 h 1215852"/>
              <a:gd name="csX558" fmla="*/ 1022593 w 1830781"/>
              <a:gd name="csY558" fmla="*/ 628572 h 1215852"/>
              <a:gd name="csX559" fmla="*/ 1024426 w 1830781"/>
              <a:gd name="csY559" fmla="*/ 633941 h 1215852"/>
              <a:gd name="csX560" fmla="*/ 1026260 w 1830781"/>
              <a:gd name="csY560" fmla="*/ 639294 h 1215852"/>
              <a:gd name="csX561" fmla="*/ 1028094 w 1830781"/>
              <a:gd name="csY561" fmla="*/ 644631 h 1215852"/>
              <a:gd name="csX562" fmla="*/ 1029927 w 1830781"/>
              <a:gd name="csY562" fmla="*/ 649952 h 1215852"/>
              <a:gd name="csX563" fmla="*/ 1031761 w 1830781"/>
              <a:gd name="csY563" fmla="*/ 655254 h 1215852"/>
              <a:gd name="csX564" fmla="*/ 1033595 w 1830781"/>
              <a:gd name="csY564" fmla="*/ 660540 h 1215852"/>
              <a:gd name="csX565" fmla="*/ 1035429 w 1830781"/>
              <a:gd name="csY565" fmla="*/ 665806 h 1215852"/>
              <a:gd name="csX566" fmla="*/ 1037262 w 1830781"/>
              <a:gd name="csY566" fmla="*/ 671055 h 1215852"/>
              <a:gd name="csX567" fmla="*/ 1039086 w 1830781"/>
              <a:gd name="csY567" fmla="*/ 676284 h 1215852"/>
              <a:gd name="csX568" fmla="*/ 1040920 w 1830781"/>
              <a:gd name="csY568" fmla="*/ 681494 h 1215852"/>
              <a:gd name="csX569" fmla="*/ 1042754 w 1830781"/>
              <a:gd name="csY569" fmla="*/ 686684 h 1215852"/>
              <a:gd name="csX570" fmla="*/ 1044587 w 1830781"/>
              <a:gd name="csY570" fmla="*/ 691854 h 1215852"/>
              <a:gd name="csX571" fmla="*/ 1046421 w 1830781"/>
              <a:gd name="csY571" fmla="*/ 697003 h 1215852"/>
              <a:gd name="csX572" fmla="*/ 1048255 w 1830781"/>
              <a:gd name="csY572" fmla="*/ 702132 h 1215852"/>
              <a:gd name="csX573" fmla="*/ 1050089 w 1830781"/>
              <a:gd name="csY573" fmla="*/ 707239 h 1215852"/>
              <a:gd name="csX574" fmla="*/ 1051922 w 1830781"/>
              <a:gd name="csY574" fmla="*/ 712324 h 1215852"/>
              <a:gd name="csX575" fmla="*/ 1053756 w 1830781"/>
              <a:gd name="csY575" fmla="*/ 717387 h 1215852"/>
              <a:gd name="csX576" fmla="*/ 1055580 w 1830781"/>
              <a:gd name="csY576" fmla="*/ 722428 h 1215852"/>
              <a:gd name="csX577" fmla="*/ 1057414 w 1830781"/>
              <a:gd name="csY577" fmla="*/ 727446 h 1215852"/>
              <a:gd name="csX578" fmla="*/ 1059247 w 1830781"/>
              <a:gd name="csY578" fmla="*/ 732440 h 1215852"/>
              <a:gd name="csX579" fmla="*/ 1061081 w 1830781"/>
              <a:gd name="csY579" fmla="*/ 737411 h 1215852"/>
              <a:gd name="csX580" fmla="*/ 1062915 w 1830781"/>
              <a:gd name="csY580" fmla="*/ 742359 h 1215852"/>
              <a:gd name="csX581" fmla="*/ 1064748 w 1830781"/>
              <a:gd name="csY581" fmla="*/ 747282 h 1215852"/>
              <a:gd name="csX582" fmla="*/ 1066582 w 1830781"/>
              <a:gd name="csY582" fmla="*/ 752180 h 1215852"/>
              <a:gd name="csX583" fmla="*/ 1068416 w 1830781"/>
              <a:gd name="csY583" fmla="*/ 757054 h 1215852"/>
              <a:gd name="csX584" fmla="*/ 1070240 w 1830781"/>
              <a:gd name="csY584" fmla="*/ 761903 h 1215852"/>
              <a:gd name="csX585" fmla="*/ 1072074 w 1830781"/>
              <a:gd name="csY585" fmla="*/ 766726 h 1215852"/>
              <a:gd name="csX586" fmla="*/ 1073907 w 1830781"/>
              <a:gd name="csY586" fmla="*/ 771523 h 1215852"/>
              <a:gd name="csX587" fmla="*/ 1075741 w 1830781"/>
              <a:gd name="csY587" fmla="*/ 776295 h 1215852"/>
              <a:gd name="csX588" fmla="*/ 1077575 w 1830781"/>
              <a:gd name="csY588" fmla="*/ 781040 h 1215852"/>
              <a:gd name="csX589" fmla="*/ 1079408 w 1830781"/>
              <a:gd name="csY589" fmla="*/ 785759 h 1215852"/>
              <a:gd name="csX590" fmla="*/ 1081242 w 1830781"/>
              <a:gd name="csY590" fmla="*/ 790452 h 1215852"/>
              <a:gd name="csX591" fmla="*/ 1083076 w 1830781"/>
              <a:gd name="csY591" fmla="*/ 795118 h 1215852"/>
              <a:gd name="csX592" fmla="*/ 1084910 w 1830781"/>
              <a:gd name="csY592" fmla="*/ 799756 h 1215852"/>
              <a:gd name="csX593" fmla="*/ 1086734 w 1830781"/>
              <a:gd name="csY593" fmla="*/ 804367 h 1215852"/>
              <a:gd name="csX594" fmla="*/ 1088567 w 1830781"/>
              <a:gd name="csY594" fmla="*/ 808949 h 1215852"/>
              <a:gd name="csX595" fmla="*/ 1090401 w 1830781"/>
              <a:gd name="csY595" fmla="*/ 813506 h 1215852"/>
              <a:gd name="csX596" fmla="*/ 1092235 w 1830781"/>
              <a:gd name="csY596" fmla="*/ 818033 h 1215852"/>
              <a:gd name="csX597" fmla="*/ 1094068 w 1830781"/>
              <a:gd name="csY597" fmla="*/ 822532 h 1215852"/>
              <a:gd name="csX598" fmla="*/ 1095902 w 1830781"/>
              <a:gd name="csY598" fmla="*/ 827002 h 1215852"/>
              <a:gd name="csX599" fmla="*/ 1097736 w 1830781"/>
              <a:gd name="csY599" fmla="*/ 831444 h 1215852"/>
              <a:gd name="csX600" fmla="*/ 1099569 w 1830781"/>
              <a:gd name="csY600" fmla="*/ 835856 h 1215852"/>
              <a:gd name="csX601" fmla="*/ 1101403 w 1830781"/>
              <a:gd name="csY601" fmla="*/ 840241 h 1215852"/>
              <a:gd name="csX602" fmla="*/ 1103227 w 1830781"/>
              <a:gd name="csY602" fmla="*/ 844595 h 1215852"/>
              <a:gd name="csX603" fmla="*/ 1105061 w 1830781"/>
              <a:gd name="csY603" fmla="*/ 848920 h 1215852"/>
              <a:gd name="csX604" fmla="*/ 1106895 w 1830781"/>
              <a:gd name="csY604" fmla="*/ 853216 h 1215852"/>
              <a:gd name="csX605" fmla="*/ 1108728 w 1830781"/>
              <a:gd name="csY605" fmla="*/ 857482 h 1215852"/>
              <a:gd name="csX606" fmla="*/ 1110562 w 1830781"/>
              <a:gd name="csY606" fmla="*/ 861719 h 1215852"/>
              <a:gd name="csX607" fmla="*/ 1112396 w 1830781"/>
              <a:gd name="csY607" fmla="*/ 865926 h 1215852"/>
              <a:gd name="csX608" fmla="*/ 1114229 w 1830781"/>
              <a:gd name="csY608" fmla="*/ 870102 h 1215852"/>
              <a:gd name="csX609" fmla="*/ 1116063 w 1830781"/>
              <a:gd name="csY609" fmla="*/ 874249 h 1215852"/>
              <a:gd name="csX610" fmla="*/ 1117897 w 1830781"/>
              <a:gd name="csY610" fmla="*/ 878364 h 1215852"/>
              <a:gd name="csX611" fmla="*/ 1119721 w 1830781"/>
              <a:gd name="csY611" fmla="*/ 882450 h 1215852"/>
              <a:gd name="csX612" fmla="*/ 1121555 w 1830781"/>
              <a:gd name="csY612" fmla="*/ 886505 h 1215852"/>
              <a:gd name="csX613" fmla="*/ 1123388 w 1830781"/>
              <a:gd name="csY613" fmla="*/ 890530 h 1215852"/>
              <a:gd name="csX614" fmla="*/ 1125222 w 1830781"/>
              <a:gd name="csY614" fmla="*/ 894527 h 1215852"/>
              <a:gd name="csX615" fmla="*/ 1127056 w 1830781"/>
              <a:gd name="csY615" fmla="*/ 898486 h 1215852"/>
              <a:gd name="csX616" fmla="*/ 1128889 w 1830781"/>
              <a:gd name="csY616" fmla="*/ 902415 h 1215852"/>
              <a:gd name="csX617" fmla="*/ 1130723 w 1830781"/>
              <a:gd name="csY617" fmla="*/ 906325 h 1215852"/>
              <a:gd name="csX618" fmla="*/ 1132557 w 1830781"/>
              <a:gd name="csY618" fmla="*/ 910196 h 1215852"/>
              <a:gd name="csX619" fmla="*/ 1134390 w 1830781"/>
              <a:gd name="csY619" fmla="*/ 914029 h 1215852"/>
              <a:gd name="csX620" fmla="*/ 1136214 w 1830781"/>
              <a:gd name="csY620" fmla="*/ 917841 h 1215852"/>
              <a:gd name="csX621" fmla="*/ 1138048 w 1830781"/>
              <a:gd name="csY621" fmla="*/ 921616 h 1215852"/>
              <a:gd name="csX622" fmla="*/ 1139882 w 1830781"/>
              <a:gd name="csY622" fmla="*/ 925361 h 1215852"/>
              <a:gd name="csX623" fmla="*/ 1141716 w 1830781"/>
              <a:gd name="csY623" fmla="*/ 929076 h 1215852"/>
              <a:gd name="csX624" fmla="*/ 1143549 w 1830781"/>
              <a:gd name="csY624" fmla="*/ 932763 h 1215852"/>
              <a:gd name="csX625" fmla="*/ 1145383 w 1830781"/>
              <a:gd name="csY625" fmla="*/ 936411 h 1215852"/>
              <a:gd name="csX626" fmla="*/ 1147217 w 1830781"/>
              <a:gd name="csY626" fmla="*/ 940040 h 1215852"/>
              <a:gd name="csX627" fmla="*/ 1149050 w 1830781"/>
              <a:gd name="csY627" fmla="*/ 943630 h 1215852"/>
              <a:gd name="csX628" fmla="*/ 1150884 w 1830781"/>
              <a:gd name="csY628" fmla="*/ 947181 h 1215852"/>
              <a:gd name="csX629" fmla="*/ 1152708 w 1830781"/>
              <a:gd name="csY629" fmla="*/ 950712 h 1215852"/>
              <a:gd name="csX630" fmla="*/ 1154542 w 1830781"/>
              <a:gd name="csY630" fmla="*/ 954205 h 1215852"/>
              <a:gd name="csX631" fmla="*/ 1156376 w 1830781"/>
              <a:gd name="csY631" fmla="*/ 957679 h 1215852"/>
              <a:gd name="csX632" fmla="*/ 1158209 w 1830781"/>
              <a:gd name="csY632" fmla="*/ 961113 h 1215852"/>
              <a:gd name="csX633" fmla="*/ 1160043 w 1830781"/>
              <a:gd name="csY633" fmla="*/ 964509 h 1215852"/>
              <a:gd name="csX634" fmla="*/ 1161877 w 1830781"/>
              <a:gd name="csY634" fmla="*/ 967885 h 1215852"/>
              <a:gd name="csX635" fmla="*/ 1163710 w 1830781"/>
              <a:gd name="csY635" fmla="*/ 971223 h 1215852"/>
              <a:gd name="csX636" fmla="*/ 1165544 w 1830781"/>
              <a:gd name="csY636" fmla="*/ 974531 h 1215852"/>
              <a:gd name="csX637" fmla="*/ 1167378 w 1830781"/>
              <a:gd name="csY637" fmla="*/ 977810 h 1215852"/>
              <a:gd name="csX638" fmla="*/ 1169202 w 1830781"/>
              <a:gd name="csY638" fmla="*/ 981061 h 1215852"/>
              <a:gd name="csX639" fmla="*/ 1171036 w 1830781"/>
              <a:gd name="csY639" fmla="*/ 984272 h 1215852"/>
              <a:gd name="csX640" fmla="*/ 1172869 w 1830781"/>
              <a:gd name="csY640" fmla="*/ 987464 h 1215852"/>
              <a:gd name="csX641" fmla="*/ 1174703 w 1830781"/>
              <a:gd name="csY641" fmla="*/ 990617 h 1215852"/>
              <a:gd name="csX642" fmla="*/ 1176537 w 1830781"/>
              <a:gd name="csY642" fmla="*/ 993741 h 1215852"/>
              <a:gd name="csX643" fmla="*/ 1178370 w 1830781"/>
              <a:gd name="csY643" fmla="*/ 996836 h 1215852"/>
              <a:gd name="csX644" fmla="*/ 1180204 w 1830781"/>
              <a:gd name="csY644" fmla="*/ 999893 h 1215852"/>
              <a:gd name="csX645" fmla="*/ 1182038 w 1830781"/>
              <a:gd name="csY645" fmla="*/ 1002929 h 1215852"/>
              <a:gd name="csX646" fmla="*/ 1183862 w 1830781"/>
              <a:gd name="csY646" fmla="*/ 1005927 h 1215852"/>
              <a:gd name="csX647" fmla="*/ 1185695 w 1830781"/>
              <a:gd name="csY647" fmla="*/ 1008896 h 1215852"/>
              <a:gd name="csX648" fmla="*/ 1187529 w 1830781"/>
              <a:gd name="csY648" fmla="*/ 1011836 h 1215852"/>
              <a:gd name="csX649" fmla="*/ 1189363 w 1830781"/>
              <a:gd name="csY649" fmla="*/ 1014746 h 1215852"/>
              <a:gd name="csX650" fmla="*/ 1191197 w 1830781"/>
              <a:gd name="csY650" fmla="*/ 1017628 h 1215852"/>
              <a:gd name="csX651" fmla="*/ 1193030 w 1830781"/>
              <a:gd name="csY651" fmla="*/ 1020480 h 1215852"/>
              <a:gd name="csX652" fmla="*/ 1194864 w 1830781"/>
              <a:gd name="csY652" fmla="*/ 1023304 h 1215852"/>
              <a:gd name="csX653" fmla="*/ 1196698 w 1830781"/>
              <a:gd name="csY653" fmla="*/ 1026098 h 1215852"/>
              <a:gd name="csX654" fmla="*/ 1198531 w 1830781"/>
              <a:gd name="csY654" fmla="*/ 1028853 h 1215852"/>
              <a:gd name="csX655" fmla="*/ 1200355 w 1830781"/>
              <a:gd name="csY655" fmla="*/ 1031589 h 1215852"/>
              <a:gd name="csX656" fmla="*/ 1202189 w 1830781"/>
              <a:gd name="csY656" fmla="*/ 1034287 h 1215852"/>
              <a:gd name="csX657" fmla="*/ 1204023 w 1830781"/>
              <a:gd name="csY657" fmla="*/ 1036964 h 1215852"/>
              <a:gd name="csX658" fmla="*/ 1205857 w 1830781"/>
              <a:gd name="csY658" fmla="*/ 1039603 h 1215852"/>
              <a:gd name="csX659" fmla="*/ 1207690 w 1830781"/>
              <a:gd name="csY659" fmla="*/ 1042223 h 1215852"/>
              <a:gd name="csX660" fmla="*/ 1209524 w 1830781"/>
              <a:gd name="csY660" fmla="*/ 1044804 h 1215852"/>
              <a:gd name="csX661" fmla="*/ 1211358 w 1830781"/>
              <a:gd name="csY661" fmla="*/ 1047365 h 1215852"/>
              <a:gd name="csX662" fmla="*/ 1213191 w 1830781"/>
              <a:gd name="csY662" fmla="*/ 1049888 h 1215852"/>
              <a:gd name="csX663" fmla="*/ 1215025 w 1830781"/>
              <a:gd name="csY663" fmla="*/ 1052391 h 1215852"/>
              <a:gd name="csX664" fmla="*/ 1216849 w 1830781"/>
              <a:gd name="csY664" fmla="*/ 1054865 h 1215852"/>
              <a:gd name="csX665" fmla="*/ 1218683 w 1830781"/>
              <a:gd name="csY665" fmla="*/ 1057310 h 1215852"/>
              <a:gd name="csX666" fmla="*/ 1220516 w 1830781"/>
              <a:gd name="csY666" fmla="*/ 1059716 h 1215852"/>
              <a:gd name="csX667" fmla="*/ 1222350 w 1830781"/>
              <a:gd name="csY667" fmla="*/ 1062112 h 1215852"/>
              <a:gd name="csX668" fmla="*/ 1224184 w 1830781"/>
              <a:gd name="csY668" fmla="*/ 1064470 h 1215852"/>
              <a:gd name="csX669" fmla="*/ 1226017 w 1830781"/>
              <a:gd name="csY669" fmla="*/ 1066799 h 1215852"/>
              <a:gd name="csX670" fmla="*/ 1227851 w 1830781"/>
              <a:gd name="csY670" fmla="*/ 1069108 h 1215852"/>
              <a:gd name="csX671" fmla="*/ 1229685 w 1830781"/>
              <a:gd name="csY671" fmla="*/ 1071378 h 1215852"/>
              <a:gd name="csX672" fmla="*/ 1231519 w 1830781"/>
              <a:gd name="csY672" fmla="*/ 1073629 h 1215852"/>
              <a:gd name="csX673" fmla="*/ 1233343 w 1830781"/>
              <a:gd name="csY673" fmla="*/ 1075851 h 1215852"/>
              <a:gd name="csX674" fmla="*/ 1235176 w 1830781"/>
              <a:gd name="csY674" fmla="*/ 1078053 h 1215852"/>
              <a:gd name="csX675" fmla="*/ 1237010 w 1830781"/>
              <a:gd name="csY675" fmla="*/ 1080217 h 1215852"/>
              <a:gd name="csX676" fmla="*/ 1238844 w 1830781"/>
              <a:gd name="csY676" fmla="*/ 1082361 h 1215852"/>
              <a:gd name="csX677" fmla="*/ 1240678 w 1830781"/>
              <a:gd name="csY677" fmla="*/ 1084476 h 1215852"/>
              <a:gd name="csX678" fmla="*/ 1242511 w 1830781"/>
              <a:gd name="csY678" fmla="*/ 1086571 h 1215852"/>
              <a:gd name="csX679" fmla="*/ 1244345 w 1830781"/>
              <a:gd name="csY679" fmla="*/ 1088638 h 1215852"/>
              <a:gd name="csX680" fmla="*/ 1246179 w 1830781"/>
              <a:gd name="csY680" fmla="*/ 1090675 h 1215852"/>
              <a:gd name="csX681" fmla="*/ 1248012 w 1830781"/>
              <a:gd name="csY681" fmla="*/ 1092684 h 1215852"/>
              <a:gd name="csX682" fmla="*/ 1249836 w 1830781"/>
              <a:gd name="csY682" fmla="*/ 1094673 h 1215852"/>
              <a:gd name="csX683" fmla="*/ 1251670 w 1830781"/>
              <a:gd name="csY683" fmla="*/ 1096642 h 1215852"/>
              <a:gd name="csX684" fmla="*/ 1253504 w 1830781"/>
              <a:gd name="csY684" fmla="*/ 1098573 h 1215852"/>
              <a:gd name="csX685" fmla="*/ 1255337 w 1830781"/>
              <a:gd name="csY685" fmla="*/ 1100484 h 1215852"/>
              <a:gd name="csX686" fmla="*/ 1257171 w 1830781"/>
              <a:gd name="csY686" fmla="*/ 1102376 h 1215852"/>
              <a:gd name="csX687" fmla="*/ 1259005 w 1830781"/>
              <a:gd name="csY687" fmla="*/ 1104239 h 1215852"/>
              <a:gd name="csX688" fmla="*/ 1260839 w 1830781"/>
              <a:gd name="csY688" fmla="*/ 1106082 h 1215852"/>
              <a:gd name="csX689" fmla="*/ 1262672 w 1830781"/>
              <a:gd name="csY689" fmla="*/ 1107897 h 1215852"/>
              <a:gd name="csX690" fmla="*/ 1264506 w 1830781"/>
              <a:gd name="csY690" fmla="*/ 1109692 h 1215852"/>
              <a:gd name="csX691" fmla="*/ 1266330 w 1830781"/>
              <a:gd name="csY691" fmla="*/ 1111458 h 1215852"/>
              <a:gd name="csX692" fmla="*/ 1268164 w 1830781"/>
              <a:gd name="csY692" fmla="*/ 1113204 h 1215852"/>
              <a:gd name="csX693" fmla="*/ 1269997 w 1830781"/>
              <a:gd name="csY693" fmla="*/ 1114921 h 1215852"/>
              <a:gd name="csX694" fmla="*/ 1271831 w 1830781"/>
              <a:gd name="csY694" fmla="*/ 1116619 h 1215852"/>
              <a:gd name="csX695" fmla="*/ 1273665 w 1830781"/>
              <a:gd name="csY695" fmla="*/ 1118297 h 1215852"/>
              <a:gd name="csX696" fmla="*/ 1275498 w 1830781"/>
              <a:gd name="csY696" fmla="*/ 1119947 h 1215852"/>
              <a:gd name="csX697" fmla="*/ 1277332 w 1830781"/>
              <a:gd name="csY697" fmla="*/ 1121577 h 1215852"/>
              <a:gd name="csX698" fmla="*/ 1279166 w 1830781"/>
              <a:gd name="csY698" fmla="*/ 1123187 h 1215852"/>
              <a:gd name="csX699" fmla="*/ 1281000 w 1830781"/>
              <a:gd name="csY699" fmla="*/ 1124769 h 1215852"/>
              <a:gd name="csX700" fmla="*/ 1282824 w 1830781"/>
              <a:gd name="csY700" fmla="*/ 1126331 h 1215852"/>
              <a:gd name="csX701" fmla="*/ 1284657 w 1830781"/>
              <a:gd name="csY701" fmla="*/ 1127873 h 1215852"/>
              <a:gd name="csX702" fmla="*/ 1286491 w 1830781"/>
              <a:gd name="csY702" fmla="*/ 1129397 h 1215852"/>
              <a:gd name="csX703" fmla="*/ 1288325 w 1830781"/>
              <a:gd name="csY703" fmla="*/ 1130891 h 1215852"/>
              <a:gd name="csX704" fmla="*/ 1290158 w 1830781"/>
              <a:gd name="csY704" fmla="*/ 1132366 h 1215852"/>
              <a:gd name="csX705" fmla="*/ 1291992 w 1830781"/>
              <a:gd name="csY705" fmla="*/ 1133831 h 1215852"/>
              <a:gd name="csX706" fmla="*/ 1293826 w 1830781"/>
              <a:gd name="csY706" fmla="*/ 1135257 h 1215852"/>
              <a:gd name="csX707" fmla="*/ 1295660 w 1830781"/>
              <a:gd name="csY707" fmla="*/ 1136673 h 1215852"/>
              <a:gd name="csX708" fmla="*/ 1297484 w 1830781"/>
              <a:gd name="csY708" fmla="*/ 1138070 h 1215852"/>
              <a:gd name="csX709" fmla="*/ 1299317 w 1830781"/>
              <a:gd name="csY709" fmla="*/ 1139448 h 1215852"/>
              <a:gd name="csX710" fmla="*/ 1301151 w 1830781"/>
              <a:gd name="csY710" fmla="*/ 1140797 h 1215852"/>
              <a:gd name="csX711" fmla="*/ 1302985 w 1830781"/>
              <a:gd name="csY711" fmla="*/ 1142136 h 1215852"/>
              <a:gd name="csX712" fmla="*/ 1304818 w 1830781"/>
              <a:gd name="csY712" fmla="*/ 1143455 h 1215852"/>
              <a:gd name="csX713" fmla="*/ 1306652 w 1830781"/>
              <a:gd name="csY713" fmla="*/ 1144746 h 1215852"/>
              <a:gd name="csX714" fmla="*/ 1308486 w 1830781"/>
              <a:gd name="csY714" fmla="*/ 1146026 h 1215852"/>
              <a:gd name="csX715" fmla="*/ 1310319 w 1830781"/>
              <a:gd name="csY715" fmla="*/ 1147278 h 1215852"/>
              <a:gd name="csX716" fmla="*/ 1312153 w 1830781"/>
              <a:gd name="csY716" fmla="*/ 1148520 h 1215852"/>
              <a:gd name="csX717" fmla="*/ 1313977 w 1830781"/>
              <a:gd name="csY717" fmla="*/ 1149742 h 1215852"/>
              <a:gd name="csX718" fmla="*/ 1315811 w 1830781"/>
              <a:gd name="csY718" fmla="*/ 1150945 h 1215852"/>
              <a:gd name="csX719" fmla="*/ 1317645 w 1830781"/>
              <a:gd name="csY719" fmla="*/ 1152129 h 1215852"/>
              <a:gd name="csX720" fmla="*/ 1319478 w 1830781"/>
              <a:gd name="csY720" fmla="*/ 1153293 h 1215852"/>
              <a:gd name="csX721" fmla="*/ 1321312 w 1830781"/>
              <a:gd name="csY721" fmla="*/ 1154438 h 1215852"/>
              <a:gd name="csX722" fmla="*/ 1323146 w 1830781"/>
              <a:gd name="csY722" fmla="*/ 1155573 h 1215852"/>
              <a:gd name="csX723" fmla="*/ 1324979 w 1830781"/>
              <a:gd name="csY723" fmla="*/ 1156689 h 1215852"/>
              <a:gd name="csX724" fmla="*/ 1326813 w 1830781"/>
              <a:gd name="csY724" fmla="*/ 1157785 h 1215852"/>
              <a:gd name="csX725" fmla="*/ 1328647 w 1830781"/>
              <a:gd name="csY725" fmla="*/ 1158862 h 1215852"/>
              <a:gd name="csX726" fmla="*/ 1330471 w 1830781"/>
              <a:gd name="csY726" fmla="*/ 1159920 h 1215852"/>
              <a:gd name="csX727" fmla="*/ 1332305 w 1830781"/>
              <a:gd name="csY727" fmla="*/ 1160967 h 1215852"/>
              <a:gd name="csX728" fmla="*/ 1334138 w 1830781"/>
              <a:gd name="csY728" fmla="*/ 1161996 h 1215852"/>
              <a:gd name="csX729" fmla="*/ 1335972 w 1830781"/>
              <a:gd name="csY729" fmla="*/ 1163015 h 1215852"/>
              <a:gd name="csX730" fmla="*/ 1337806 w 1830781"/>
              <a:gd name="csY730" fmla="*/ 1164004 h 1215852"/>
              <a:gd name="csX731" fmla="*/ 1339639 w 1830781"/>
              <a:gd name="csY731" fmla="*/ 1164994 h 1215852"/>
              <a:gd name="csX732" fmla="*/ 1341473 w 1830781"/>
              <a:gd name="csY732" fmla="*/ 1165954 h 1215852"/>
              <a:gd name="csX733" fmla="*/ 1343307 w 1830781"/>
              <a:gd name="csY733" fmla="*/ 1166905 h 1215852"/>
              <a:gd name="csX734" fmla="*/ 1345140 w 1830781"/>
              <a:gd name="csY734" fmla="*/ 1167837 h 1215852"/>
              <a:gd name="csX735" fmla="*/ 1346964 w 1830781"/>
              <a:gd name="csY735" fmla="*/ 1168758 h 1215852"/>
              <a:gd name="csX736" fmla="*/ 1348798 w 1830781"/>
              <a:gd name="csY736" fmla="*/ 1169661 h 1215852"/>
              <a:gd name="csX737" fmla="*/ 1350632 w 1830781"/>
              <a:gd name="csY737" fmla="*/ 1170553 h 1215852"/>
              <a:gd name="csX738" fmla="*/ 1352466 w 1830781"/>
              <a:gd name="csY738" fmla="*/ 1171426 h 1215852"/>
              <a:gd name="csX739" fmla="*/ 1354299 w 1830781"/>
              <a:gd name="csY739" fmla="*/ 1172290 h 1215852"/>
              <a:gd name="csX740" fmla="*/ 1356133 w 1830781"/>
              <a:gd name="csY740" fmla="*/ 1173134 h 1215852"/>
              <a:gd name="csX741" fmla="*/ 1357967 w 1830781"/>
              <a:gd name="csY741" fmla="*/ 1173968 h 1215852"/>
              <a:gd name="csX742" fmla="*/ 1359800 w 1830781"/>
              <a:gd name="csY742" fmla="*/ 1174783 h 1215852"/>
              <a:gd name="csX743" fmla="*/ 1361634 w 1830781"/>
              <a:gd name="csY743" fmla="*/ 1175589 h 1215852"/>
              <a:gd name="csX744" fmla="*/ 1363458 w 1830781"/>
              <a:gd name="csY744" fmla="*/ 1176384 h 1215852"/>
              <a:gd name="csX745" fmla="*/ 1365292 w 1830781"/>
              <a:gd name="csY745" fmla="*/ 1177160 h 1215852"/>
              <a:gd name="csX746" fmla="*/ 1367126 w 1830781"/>
              <a:gd name="csY746" fmla="*/ 1177927 h 1215852"/>
              <a:gd name="csX747" fmla="*/ 1368959 w 1830781"/>
              <a:gd name="csY747" fmla="*/ 1178684 h 1215852"/>
              <a:gd name="csX748" fmla="*/ 1370793 w 1830781"/>
              <a:gd name="csY748" fmla="*/ 1179421 h 1215852"/>
              <a:gd name="csX749" fmla="*/ 1372627 w 1830781"/>
              <a:gd name="csY749" fmla="*/ 1180149 h 1215852"/>
              <a:gd name="csX750" fmla="*/ 1374460 w 1830781"/>
              <a:gd name="csY750" fmla="*/ 1180857 h 1215852"/>
              <a:gd name="csX751" fmla="*/ 1376294 w 1830781"/>
              <a:gd name="csY751" fmla="*/ 1181565 h 1215852"/>
              <a:gd name="csX752" fmla="*/ 1378128 w 1830781"/>
              <a:gd name="csY752" fmla="*/ 1182254 h 1215852"/>
              <a:gd name="csX753" fmla="*/ 1379952 w 1830781"/>
              <a:gd name="csY753" fmla="*/ 1182933 h 1215852"/>
              <a:gd name="csX754" fmla="*/ 1381785 w 1830781"/>
              <a:gd name="csY754" fmla="*/ 1183593 h 1215852"/>
              <a:gd name="csX755" fmla="*/ 1383619 w 1830781"/>
              <a:gd name="csY755" fmla="*/ 1184253 h 1215852"/>
              <a:gd name="csX756" fmla="*/ 1385453 w 1830781"/>
              <a:gd name="csY756" fmla="*/ 1184893 h 1215852"/>
              <a:gd name="csX757" fmla="*/ 1387287 w 1830781"/>
              <a:gd name="csY757" fmla="*/ 1185524 h 1215852"/>
              <a:gd name="csX758" fmla="*/ 1389120 w 1830781"/>
              <a:gd name="csY758" fmla="*/ 1186145 h 1215852"/>
              <a:gd name="csX759" fmla="*/ 1390954 w 1830781"/>
              <a:gd name="csY759" fmla="*/ 1186756 h 1215852"/>
              <a:gd name="csX760" fmla="*/ 1392788 w 1830781"/>
              <a:gd name="csY760" fmla="*/ 1187357 h 1215852"/>
              <a:gd name="csX761" fmla="*/ 1394621 w 1830781"/>
              <a:gd name="csY761" fmla="*/ 1187939 h 1215852"/>
              <a:gd name="csX762" fmla="*/ 1396445 w 1830781"/>
              <a:gd name="csY762" fmla="*/ 1188522 h 1215852"/>
              <a:gd name="csX763" fmla="*/ 1398279 w 1830781"/>
              <a:gd name="csY763" fmla="*/ 1189084 h 1215852"/>
              <a:gd name="csX764" fmla="*/ 1400113 w 1830781"/>
              <a:gd name="csY764" fmla="*/ 1189647 h 1215852"/>
              <a:gd name="csX765" fmla="*/ 1401947 w 1830781"/>
              <a:gd name="csY765" fmla="*/ 1190190 h 1215852"/>
              <a:gd name="csX766" fmla="*/ 1403780 w 1830781"/>
              <a:gd name="csY766" fmla="*/ 1190724 h 1215852"/>
              <a:gd name="csX767" fmla="*/ 1405614 w 1830781"/>
              <a:gd name="csY767" fmla="*/ 1191258 h 1215852"/>
              <a:gd name="csX768" fmla="*/ 1407448 w 1830781"/>
              <a:gd name="csY768" fmla="*/ 1191772 h 1215852"/>
              <a:gd name="csX769" fmla="*/ 1409281 w 1830781"/>
              <a:gd name="csY769" fmla="*/ 1192276 h 1215852"/>
              <a:gd name="csX770" fmla="*/ 1411105 w 1830781"/>
              <a:gd name="csY770" fmla="*/ 1192781 h 1215852"/>
              <a:gd name="csX771" fmla="*/ 1412939 w 1830781"/>
              <a:gd name="csY771" fmla="*/ 1193266 h 1215852"/>
              <a:gd name="csX772" fmla="*/ 1414773 w 1830781"/>
              <a:gd name="csY772" fmla="*/ 1193751 h 1215852"/>
              <a:gd name="csX773" fmla="*/ 1416607 w 1830781"/>
              <a:gd name="csY773" fmla="*/ 1194217 h 1215852"/>
              <a:gd name="csX774" fmla="*/ 1418440 w 1830781"/>
              <a:gd name="csY774" fmla="*/ 1194682 h 1215852"/>
              <a:gd name="csX775" fmla="*/ 1420274 w 1830781"/>
              <a:gd name="csY775" fmla="*/ 1195139 h 1215852"/>
              <a:gd name="csX776" fmla="*/ 1422108 w 1830781"/>
              <a:gd name="csY776" fmla="*/ 1195585 h 1215852"/>
              <a:gd name="csX777" fmla="*/ 1423941 w 1830781"/>
              <a:gd name="csY777" fmla="*/ 1196021 h 1215852"/>
              <a:gd name="csX778" fmla="*/ 1425775 w 1830781"/>
              <a:gd name="csY778" fmla="*/ 1196448 h 1215852"/>
              <a:gd name="csX779" fmla="*/ 1427599 w 1830781"/>
              <a:gd name="csY779" fmla="*/ 1196865 h 1215852"/>
              <a:gd name="csX780" fmla="*/ 1429433 w 1830781"/>
              <a:gd name="csY780" fmla="*/ 1197283 h 1215852"/>
              <a:gd name="csX781" fmla="*/ 1431266 w 1830781"/>
              <a:gd name="csY781" fmla="*/ 1197680 h 1215852"/>
              <a:gd name="csX782" fmla="*/ 1433100 w 1830781"/>
              <a:gd name="csY782" fmla="*/ 1198078 h 1215852"/>
              <a:gd name="csX783" fmla="*/ 1434934 w 1830781"/>
              <a:gd name="csY783" fmla="*/ 1198466 h 1215852"/>
              <a:gd name="csX784" fmla="*/ 1436768 w 1830781"/>
              <a:gd name="csY784" fmla="*/ 1198854 h 1215852"/>
              <a:gd name="csX785" fmla="*/ 1438601 w 1830781"/>
              <a:gd name="csY785" fmla="*/ 1199223 h 1215852"/>
              <a:gd name="csX786" fmla="*/ 1440435 w 1830781"/>
              <a:gd name="csY786" fmla="*/ 1199592 h 1215852"/>
              <a:gd name="csX787" fmla="*/ 1442269 w 1830781"/>
              <a:gd name="csY787" fmla="*/ 1199951 h 1215852"/>
              <a:gd name="csX788" fmla="*/ 1444093 w 1830781"/>
              <a:gd name="csY788" fmla="*/ 1200300 h 1215852"/>
              <a:gd name="csX789" fmla="*/ 1445926 w 1830781"/>
              <a:gd name="csY789" fmla="*/ 1200649 h 1215852"/>
              <a:gd name="csX790" fmla="*/ 1447760 w 1830781"/>
              <a:gd name="csY790" fmla="*/ 1200989 h 1215852"/>
              <a:gd name="csX791" fmla="*/ 1449594 w 1830781"/>
              <a:gd name="csY791" fmla="*/ 1201319 h 1215852"/>
              <a:gd name="csX792" fmla="*/ 1451428 w 1830781"/>
              <a:gd name="csY792" fmla="*/ 1201649 h 1215852"/>
              <a:gd name="csX793" fmla="*/ 1453261 w 1830781"/>
              <a:gd name="csY793" fmla="*/ 1201969 h 1215852"/>
              <a:gd name="csX794" fmla="*/ 1455095 w 1830781"/>
              <a:gd name="csY794" fmla="*/ 1202279 h 1215852"/>
              <a:gd name="csX795" fmla="*/ 1456929 w 1830781"/>
              <a:gd name="csY795" fmla="*/ 1202590 h 1215852"/>
              <a:gd name="csX796" fmla="*/ 1458762 w 1830781"/>
              <a:gd name="csY796" fmla="*/ 1202891 h 1215852"/>
              <a:gd name="csX797" fmla="*/ 1460586 w 1830781"/>
              <a:gd name="csY797" fmla="*/ 1203182 h 1215852"/>
              <a:gd name="csX798" fmla="*/ 1462420 w 1830781"/>
              <a:gd name="csY798" fmla="*/ 1203473 h 1215852"/>
              <a:gd name="csX799" fmla="*/ 1464254 w 1830781"/>
              <a:gd name="csY799" fmla="*/ 1203754 h 1215852"/>
              <a:gd name="csX800" fmla="*/ 1466087 w 1830781"/>
              <a:gd name="csY800" fmla="*/ 1204026 h 1215852"/>
              <a:gd name="csX801" fmla="*/ 1467921 w 1830781"/>
              <a:gd name="csY801" fmla="*/ 1204297 h 1215852"/>
              <a:gd name="csX802" fmla="*/ 1469755 w 1830781"/>
              <a:gd name="csY802" fmla="*/ 1204569 h 1215852"/>
              <a:gd name="csX803" fmla="*/ 1471589 w 1830781"/>
              <a:gd name="csY803" fmla="*/ 1204821 h 1215852"/>
              <a:gd name="csX804" fmla="*/ 1473422 w 1830781"/>
              <a:gd name="csY804" fmla="*/ 1205083 h 1215852"/>
              <a:gd name="csX805" fmla="*/ 1475256 w 1830781"/>
              <a:gd name="csY805" fmla="*/ 1205326 h 1215852"/>
              <a:gd name="csX806" fmla="*/ 1477080 w 1830781"/>
              <a:gd name="csY806" fmla="*/ 1205578 h 1215852"/>
              <a:gd name="csX807" fmla="*/ 1478914 w 1830781"/>
              <a:gd name="csY807" fmla="*/ 1205811 h 1215852"/>
              <a:gd name="csX808" fmla="*/ 1480747 w 1830781"/>
              <a:gd name="csY808" fmla="*/ 1206044 h 1215852"/>
              <a:gd name="csX809" fmla="*/ 1482581 w 1830781"/>
              <a:gd name="csY809" fmla="*/ 1206277 h 1215852"/>
              <a:gd name="csX810" fmla="*/ 1484415 w 1830781"/>
              <a:gd name="csY810" fmla="*/ 1206500 h 1215852"/>
              <a:gd name="csX811" fmla="*/ 1486249 w 1830781"/>
              <a:gd name="csY811" fmla="*/ 1206723 h 1215852"/>
              <a:gd name="csX812" fmla="*/ 1488082 w 1830781"/>
              <a:gd name="csY812" fmla="*/ 1206936 h 1215852"/>
              <a:gd name="csX813" fmla="*/ 1489916 w 1830781"/>
              <a:gd name="csY813" fmla="*/ 1207150 h 1215852"/>
              <a:gd name="csX814" fmla="*/ 1491750 w 1830781"/>
              <a:gd name="csY814" fmla="*/ 1207353 h 1215852"/>
              <a:gd name="csX815" fmla="*/ 1493574 w 1830781"/>
              <a:gd name="csY815" fmla="*/ 1207557 h 1215852"/>
              <a:gd name="csX816" fmla="*/ 1495407 w 1830781"/>
              <a:gd name="csY816" fmla="*/ 1207751 h 1215852"/>
              <a:gd name="csX817" fmla="*/ 1497241 w 1830781"/>
              <a:gd name="csY817" fmla="*/ 1207945 h 1215852"/>
              <a:gd name="csX818" fmla="*/ 1499075 w 1830781"/>
              <a:gd name="csY818" fmla="*/ 1208139 h 1215852"/>
              <a:gd name="csX819" fmla="*/ 1500908 w 1830781"/>
              <a:gd name="csY819" fmla="*/ 1208324 h 1215852"/>
              <a:gd name="csX820" fmla="*/ 1502742 w 1830781"/>
              <a:gd name="csY820" fmla="*/ 1208498 h 1215852"/>
              <a:gd name="csX821" fmla="*/ 1504576 w 1830781"/>
              <a:gd name="csY821" fmla="*/ 1208683 h 1215852"/>
              <a:gd name="csX822" fmla="*/ 1506410 w 1830781"/>
              <a:gd name="csY822" fmla="*/ 1208857 h 1215852"/>
              <a:gd name="csX823" fmla="*/ 1508243 w 1830781"/>
              <a:gd name="csY823" fmla="*/ 1209022 h 1215852"/>
              <a:gd name="csX824" fmla="*/ 1510067 w 1830781"/>
              <a:gd name="csY824" fmla="*/ 1209187 h 1215852"/>
              <a:gd name="csX825" fmla="*/ 1511901 w 1830781"/>
              <a:gd name="csY825" fmla="*/ 1209352 h 1215852"/>
              <a:gd name="csX826" fmla="*/ 1513735 w 1830781"/>
              <a:gd name="csY826" fmla="*/ 1209507 h 1215852"/>
              <a:gd name="csX827" fmla="*/ 1515568 w 1830781"/>
              <a:gd name="csY827" fmla="*/ 1209663 h 1215852"/>
              <a:gd name="csX828" fmla="*/ 1517402 w 1830781"/>
              <a:gd name="csY828" fmla="*/ 1209818 h 1215852"/>
              <a:gd name="csX829" fmla="*/ 1519236 w 1830781"/>
              <a:gd name="csY829" fmla="*/ 1209963 h 1215852"/>
              <a:gd name="csX830" fmla="*/ 1521070 w 1830781"/>
              <a:gd name="csY830" fmla="*/ 1210109 h 1215852"/>
              <a:gd name="csX831" fmla="*/ 1522903 w 1830781"/>
              <a:gd name="csY831" fmla="*/ 1210254 h 1215852"/>
              <a:gd name="csX832" fmla="*/ 1524727 w 1830781"/>
              <a:gd name="csY832" fmla="*/ 1210390 h 1215852"/>
              <a:gd name="csX833" fmla="*/ 1526561 w 1830781"/>
              <a:gd name="csY833" fmla="*/ 1210526 h 1215852"/>
              <a:gd name="csX834" fmla="*/ 1528395 w 1830781"/>
              <a:gd name="csY834" fmla="*/ 1210662 h 1215852"/>
              <a:gd name="csX835" fmla="*/ 1530228 w 1830781"/>
              <a:gd name="csY835" fmla="*/ 1210788 h 1215852"/>
              <a:gd name="csX836" fmla="*/ 1532062 w 1830781"/>
              <a:gd name="csY836" fmla="*/ 1210914 h 1215852"/>
              <a:gd name="csX837" fmla="*/ 1533896 w 1830781"/>
              <a:gd name="csY837" fmla="*/ 1211040 h 1215852"/>
              <a:gd name="csX838" fmla="*/ 1535729 w 1830781"/>
              <a:gd name="csY838" fmla="*/ 1211157 h 1215852"/>
              <a:gd name="csX839" fmla="*/ 1537563 w 1830781"/>
              <a:gd name="csY839" fmla="*/ 1211283 h 1215852"/>
              <a:gd name="csX840" fmla="*/ 1539397 w 1830781"/>
              <a:gd name="csY840" fmla="*/ 1211399 h 1215852"/>
              <a:gd name="csX841" fmla="*/ 1541221 w 1830781"/>
              <a:gd name="csY841" fmla="*/ 1211506 h 1215852"/>
              <a:gd name="csX842" fmla="*/ 1543055 w 1830781"/>
              <a:gd name="csY842" fmla="*/ 1211622 h 1215852"/>
              <a:gd name="csX843" fmla="*/ 1544888 w 1830781"/>
              <a:gd name="csY843" fmla="*/ 1211729 h 1215852"/>
              <a:gd name="csX844" fmla="*/ 1546722 w 1830781"/>
              <a:gd name="csY844" fmla="*/ 1211836 h 1215852"/>
              <a:gd name="csX845" fmla="*/ 1548556 w 1830781"/>
              <a:gd name="csY845" fmla="*/ 1211933 h 1215852"/>
              <a:gd name="csX846" fmla="*/ 1550389 w 1830781"/>
              <a:gd name="csY846" fmla="*/ 1212040 h 1215852"/>
              <a:gd name="csX847" fmla="*/ 1552223 w 1830781"/>
              <a:gd name="csY847" fmla="*/ 1212137 h 1215852"/>
              <a:gd name="csX848" fmla="*/ 1554057 w 1830781"/>
              <a:gd name="csY848" fmla="*/ 1212234 h 1215852"/>
              <a:gd name="csX849" fmla="*/ 1555890 w 1830781"/>
              <a:gd name="csY849" fmla="*/ 1212321 h 1215852"/>
              <a:gd name="csX850" fmla="*/ 1557714 w 1830781"/>
              <a:gd name="csY850" fmla="*/ 1212418 h 1215852"/>
              <a:gd name="csX851" fmla="*/ 1559548 w 1830781"/>
              <a:gd name="csY851" fmla="*/ 1212505 h 1215852"/>
              <a:gd name="csX852" fmla="*/ 1561382 w 1830781"/>
              <a:gd name="csY852" fmla="*/ 1212593 h 1215852"/>
              <a:gd name="csX853" fmla="*/ 1563216 w 1830781"/>
              <a:gd name="csY853" fmla="*/ 1212680 h 1215852"/>
              <a:gd name="csX854" fmla="*/ 1565049 w 1830781"/>
              <a:gd name="csY854" fmla="*/ 1212758 h 1215852"/>
              <a:gd name="csX855" fmla="*/ 1566883 w 1830781"/>
              <a:gd name="csY855" fmla="*/ 1212845 h 1215852"/>
              <a:gd name="csX856" fmla="*/ 1568717 w 1830781"/>
              <a:gd name="csY856" fmla="*/ 1212922 h 1215852"/>
              <a:gd name="csX857" fmla="*/ 1570550 w 1830781"/>
              <a:gd name="csY857" fmla="*/ 1213000 h 1215852"/>
              <a:gd name="csX858" fmla="*/ 1572384 w 1830781"/>
              <a:gd name="csY858" fmla="*/ 1213068 h 1215852"/>
              <a:gd name="csX859" fmla="*/ 1574208 w 1830781"/>
              <a:gd name="csY859" fmla="*/ 1213146 h 1215852"/>
              <a:gd name="csX860" fmla="*/ 1576042 w 1830781"/>
              <a:gd name="csY860" fmla="*/ 1213214 h 1215852"/>
              <a:gd name="csX861" fmla="*/ 1577876 w 1830781"/>
              <a:gd name="csY861" fmla="*/ 1213291 h 1215852"/>
              <a:gd name="csX862" fmla="*/ 1579709 w 1830781"/>
              <a:gd name="csY862" fmla="*/ 1213359 h 1215852"/>
              <a:gd name="csX863" fmla="*/ 1581543 w 1830781"/>
              <a:gd name="csY863" fmla="*/ 1213427 h 1215852"/>
              <a:gd name="csX864" fmla="*/ 1583377 w 1830781"/>
              <a:gd name="csY864" fmla="*/ 1213485 h 1215852"/>
              <a:gd name="csX865" fmla="*/ 1585210 w 1830781"/>
              <a:gd name="csY865" fmla="*/ 1213553 h 1215852"/>
              <a:gd name="csX866" fmla="*/ 1587044 w 1830781"/>
              <a:gd name="csY866" fmla="*/ 1213611 h 1215852"/>
              <a:gd name="csX867" fmla="*/ 1588878 w 1830781"/>
              <a:gd name="csY867" fmla="*/ 1213679 h 1215852"/>
              <a:gd name="csX868" fmla="*/ 1590702 w 1830781"/>
              <a:gd name="csY868" fmla="*/ 1213737 h 1215852"/>
              <a:gd name="csX869" fmla="*/ 1592536 w 1830781"/>
              <a:gd name="csY869" fmla="*/ 1213796 h 1215852"/>
              <a:gd name="csX870" fmla="*/ 1594369 w 1830781"/>
              <a:gd name="csY870" fmla="*/ 1213844 h 1215852"/>
              <a:gd name="csX871" fmla="*/ 1596203 w 1830781"/>
              <a:gd name="csY871" fmla="*/ 1213902 h 1215852"/>
              <a:gd name="csX872" fmla="*/ 1598037 w 1830781"/>
              <a:gd name="csY872" fmla="*/ 1213961 h 1215852"/>
              <a:gd name="csX873" fmla="*/ 1599870 w 1830781"/>
              <a:gd name="csY873" fmla="*/ 1214009 h 1215852"/>
              <a:gd name="csX874" fmla="*/ 1601704 w 1830781"/>
              <a:gd name="csY874" fmla="*/ 1214058 h 1215852"/>
              <a:gd name="csX875" fmla="*/ 1603538 w 1830781"/>
              <a:gd name="csY875" fmla="*/ 1214106 h 1215852"/>
              <a:gd name="csX876" fmla="*/ 1605372 w 1830781"/>
              <a:gd name="csY876" fmla="*/ 1214155 h 1215852"/>
              <a:gd name="csX877" fmla="*/ 1607195 w 1830781"/>
              <a:gd name="csY877" fmla="*/ 1214203 h 1215852"/>
              <a:gd name="csX878" fmla="*/ 1609029 w 1830781"/>
              <a:gd name="csY878" fmla="*/ 1214252 h 1215852"/>
              <a:gd name="csX879" fmla="*/ 1610863 w 1830781"/>
              <a:gd name="csY879" fmla="*/ 1214291 h 1215852"/>
              <a:gd name="csX880" fmla="*/ 1612697 w 1830781"/>
              <a:gd name="csY880" fmla="*/ 1214339 h 1215852"/>
              <a:gd name="csX881" fmla="*/ 1614530 w 1830781"/>
              <a:gd name="csY881" fmla="*/ 1214378 h 1215852"/>
              <a:gd name="csX882" fmla="*/ 1616364 w 1830781"/>
              <a:gd name="csY882" fmla="*/ 1214426 h 1215852"/>
              <a:gd name="csX883" fmla="*/ 1618198 w 1830781"/>
              <a:gd name="csY883" fmla="*/ 1214465 h 1215852"/>
              <a:gd name="csX884" fmla="*/ 1620031 w 1830781"/>
              <a:gd name="csY884" fmla="*/ 1214504 h 1215852"/>
              <a:gd name="csX885" fmla="*/ 1621865 w 1830781"/>
              <a:gd name="csY885" fmla="*/ 1214543 h 1215852"/>
              <a:gd name="csX886" fmla="*/ 1623689 w 1830781"/>
              <a:gd name="csY886" fmla="*/ 1214582 h 1215852"/>
              <a:gd name="csX887" fmla="*/ 1625523 w 1830781"/>
              <a:gd name="csY887" fmla="*/ 1214611 h 1215852"/>
              <a:gd name="csX888" fmla="*/ 1627356 w 1830781"/>
              <a:gd name="csY888" fmla="*/ 1214650 h 1215852"/>
              <a:gd name="csX889" fmla="*/ 1629190 w 1830781"/>
              <a:gd name="csY889" fmla="*/ 1214688 h 1215852"/>
              <a:gd name="csX890" fmla="*/ 1631024 w 1830781"/>
              <a:gd name="csY890" fmla="*/ 1214717 h 1215852"/>
              <a:gd name="csX891" fmla="*/ 1632858 w 1830781"/>
              <a:gd name="csY891" fmla="*/ 1214746 h 1215852"/>
              <a:gd name="csX892" fmla="*/ 1634691 w 1830781"/>
              <a:gd name="csY892" fmla="*/ 1214785 h 1215852"/>
              <a:gd name="csX893" fmla="*/ 1636525 w 1830781"/>
              <a:gd name="csY893" fmla="*/ 1214814 h 1215852"/>
              <a:gd name="csX894" fmla="*/ 1638349 w 1830781"/>
              <a:gd name="csY894" fmla="*/ 1214843 h 1215852"/>
              <a:gd name="csX895" fmla="*/ 1640183 w 1830781"/>
              <a:gd name="csY895" fmla="*/ 1214873 h 1215852"/>
              <a:gd name="csX896" fmla="*/ 1642017 w 1830781"/>
              <a:gd name="csY896" fmla="*/ 1214902 h 1215852"/>
              <a:gd name="csX897" fmla="*/ 1643850 w 1830781"/>
              <a:gd name="csY897" fmla="*/ 1214931 h 1215852"/>
              <a:gd name="csX898" fmla="*/ 1645684 w 1830781"/>
              <a:gd name="csY898" fmla="*/ 1214960 h 1215852"/>
              <a:gd name="csX899" fmla="*/ 1647518 w 1830781"/>
              <a:gd name="csY899" fmla="*/ 1214989 h 1215852"/>
              <a:gd name="csX900" fmla="*/ 1649351 w 1830781"/>
              <a:gd name="csY900" fmla="*/ 1215008 h 1215852"/>
              <a:gd name="csX901" fmla="*/ 1651185 w 1830781"/>
              <a:gd name="csY901" fmla="*/ 1215038 h 1215852"/>
              <a:gd name="csX902" fmla="*/ 1653019 w 1830781"/>
              <a:gd name="csY902" fmla="*/ 1215057 h 1215852"/>
              <a:gd name="csX903" fmla="*/ 1654843 w 1830781"/>
              <a:gd name="csY903" fmla="*/ 1215086 h 1215852"/>
              <a:gd name="csX904" fmla="*/ 1656676 w 1830781"/>
              <a:gd name="csY904" fmla="*/ 1215105 h 1215852"/>
              <a:gd name="csX905" fmla="*/ 1658510 w 1830781"/>
              <a:gd name="csY905" fmla="*/ 1215135 h 1215852"/>
              <a:gd name="csX906" fmla="*/ 1660344 w 1830781"/>
              <a:gd name="csY906" fmla="*/ 1215154 h 1215852"/>
              <a:gd name="csX907" fmla="*/ 1662178 w 1830781"/>
              <a:gd name="csY907" fmla="*/ 1215173 h 1215852"/>
              <a:gd name="csX908" fmla="*/ 1664011 w 1830781"/>
              <a:gd name="csY908" fmla="*/ 1215193 h 1215852"/>
              <a:gd name="csX909" fmla="*/ 1665845 w 1830781"/>
              <a:gd name="csY909" fmla="*/ 1215212 h 1215852"/>
              <a:gd name="csX910" fmla="*/ 1667679 w 1830781"/>
              <a:gd name="csY910" fmla="*/ 1215232 h 1215852"/>
              <a:gd name="csX911" fmla="*/ 1669512 w 1830781"/>
              <a:gd name="csY911" fmla="*/ 1215251 h 1215852"/>
              <a:gd name="csX912" fmla="*/ 1671336 w 1830781"/>
              <a:gd name="csY912" fmla="*/ 1215270 h 1215852"/>
              <a:gd name="csX913" fmla="*/ 1673170 w 1830781"/>
              <a:gd name="csY913" fmla="*/ 1215290 h 1215852"/>
              <a:gd name="csX914" fmla="*/ 1675004 w 1830781"/>
              <a:gd name="csY914" fmla="*/ 1215309 h 1215852"/>
              <a:gd name="csX915" fmla="*/ 1676837 w 1830781"/>
              <a:gd name="csY915" fmla="*/ 1215329 h 1215852"/>
              <a:gd name="csX916" fmla="*/ 1678671 w 1830781"/>
              <a:gd name="csY916" fmla="*/ 1215338 h 1215852"/>
              <a:gd name="csX917" fmla="*/ 1680505 w 1830781"/>
              <a:gd name="csY917" fmla="*/ 1215358 h 1215852"/>
              <a:gd name="csX918" fmla="*/ 1682338 w 1830781"/>
              <a:gd name="csY918" fmla="*/ 1215377 h 1215852"/>
              <a:gd name="csX919" fmla="*/ 1684172 w 1830781"/>
              <a:gd name="csY919" fmla="*/ 1215387 h 1215852"/>
              <a:gd name="csX920" fmla="*/ 1686006 w 1830781"/>
              <a:gd name="csY920" fmla="*/ 1215406 h 1215852"/>
              <a:gd name="csX921" fmla="*/ 1687830 w 1830781"/>
              <a:gd name="csY921" fmla="*/ 1215416 h 1215852"/>
              <a:gd name="csX922" fmla="*/ 1689664 w 1830781"/>
              <a:gd name="csY922" fmla="*/ 1215435 h 1215852"/>
              <a:gd name="csX923" fmla="*/ 1691497 w 1830781"/>
              <a:gd name="csY923" fmla="*/ 1215445 h 1215852"/>
              <a:gd name="csX924" fmla="*/ 1693331 w 1830781"/>
              <a:gd name="csY924" fmla="*/ 1215455 h 1215852"/>
              <a:gd name="csX925" fmla="*/ 1695165 w 1830781"/>
              <a:gd name="csY925" fmla="*/ 1215474 h 1215852"/>
              <a:gd name="csX926" fmla="*/ 1696999 w 1830781"/>
              <a:gd name="csY926" fmla="*/ 1215484 h 1215852"/>
              <a:gd name="csX927" fmla="*/ 1698832 w 1830781"/>
              <a:gd name="csY927" fmla="*/ 1215494 h 1215852"/>
              <a:gd name="csX928" fmla="*/ 1700666 w 1830781"/>
              <a:gd name="csY928" fmla="*/ 1215513 h 1215852"/>
              <a:gd name="csX929" fmla="*/ 1702500 w 1830781"/>
              <a:gd name="csY929" fmla="*/ 1215523 h 1215852"/>
              <a:gd name="csX930" fmla="*/ 1704324 w 1830781"/>
              <a:gd name="csY930" fmla="*/ 1215532 h 1215852"/>
              <a:gd name="csX931" fmla="*/ 1706157 w 1830781"/>
              <a:gd name="csY931" fmla="*/ 1215542 h 1215852"/>
              <a:gd name="csX932" fmla="*/ 1707991 w 1830781"/>
              <a:gd name="csY932" fmla="*/ 1215552 h 1215852"/>
              <a:gd name="csX933" fmla="*/ 1709825 w 1830781"/>
              <a:gd name="csY933" fmla="*/ 1215561 h 1215852"/>
              <a:gd name="csX934" fmla="*/ 1711659 w 1830781"/>
              <a:gd name="csY934" fmla="*/ 1215571 h 1215852"/>
              <a:gd name="csX935" fmla="*/ 1713492 w 1830781"/>
              <a:gd name="csY935" fmla="*/ 1215581 h 1215852"/>
              <a:gd name="csX936" fmla="*/ 1715326 w 1830781"/>
              <a:gd name="csY936" fmla="*/ 1215591 h 1215852"/>
              <a:gd name="csX937" fmla="*/ 1717160 w 1830781"/>
              <a:gd name="csY937" fmla="*/ 1215600 h 1215852"/>
              <a:gd name="csX938" fmla="*/ 1718993 w 1830781"/>
              <a:gd name="csY938" fmla="*/ 1215610 h 1215852"/>
              <a:gd name="csX939" fmla="*/ 1720817 w 1830781"/>
              <a:gd name="csY939" fmla="*/ 1215620 h 1215852"/>
              <a:gd name="csX940" fmla="*/ 1722651 w 1830781"/>
              <a:gd name="csY940" fmla="*/ 1215629 h 1215852"/>
              <a:gd name="csX941" fmla="*/ 1724485 w 1830781"/>
              <a:gd name="csY941" fmla="*/ 1215639 h 1215852"/>
              <a:gd name="csX942" fmla="*/ 1726318 w 1830781"/>
              <a:gd name="csY942" fmla="*/ 1215649 h 1215852"/>
              <a:gd name="csX943" fmla="*/ 1728152 w 1830781"/>
              <a:gd name="csY943" fmla="*/ 1215649 h 1215852"/>
              <a:gd name="csX944" fmla="*/ 1729986 w 1830781"/>
              <a:gd name="csY944" fmla="*/ 1215658 h 1215852"/>
              <a:gd name="csX945" fmla="*/ 1731819 w 1830781"/>
              <a:gd name="csY945" fmla="*/ 1215668 h 1215852"/>
              <a:gd name="csX946" fmla="*/ 1733653 w 1830781"/>
              <a:gd name="csY946" fmla="*/ 1215678 h 1215852"/>
              <a:gd name="csX947" fmla="*/ 1735487 w 1830781"/>
              <a:gd name="csY947" fmla="*/ 1215678 h 1215852"/>
              <a:gd name="csX948" fmla="*/ 1737311 w 1830781"/>
              <a:gd name="csY948" fmla="*/ 1215688 h 1215852"/>
              <a:gd name="csX949" fmla="*/ 1739145 w 1830781"/>
              <a:gd name="csY949" fmla="*/ 1215697 h 1215852"/>
              <a:gd name="csX950" fmla="*/ 1740978 w 1830781"/>
              <a:gd name="csY950" fmla="*/ 1215697 h 1215852"/>
              <a:gd name="csX951" fmla="*/ 1742812 w 1830781"/>
              <a:gd name="csY951" fmla="*/ 1215707 h 1215852"/>
              <a:gd name="csX952" fmla="*/ 1744646 w 1830781"/>
              <a:gd name="csY952" fmla="*/ 1215717 h 1215852"/>
              <a:gd name="csX953" fmla="*/ 1746479 w 1830781"/>
              <a:gd name="csY953" fmla="*/ 1215717 h 1215852"/>
              <a:gd name="csX954" fmla="*/ 1748313 w 1830781"/>
              <a:gd name="csY954" fmla="*/ 1215726 h 1215852"/>
              <a:gd name="csX955" fmla="*/ 1750147 w 1830781"/>
              <a:gd name="csY955" fmla="*/ 1215726 h 1215852"/>
              <a:gd name="csX956" fmla="*/ 1751971 w 1830781"/>
              <a:gd name="csY956" fmla="*/ 1215736 h 1215852"/>
              <a:gd name="csX957" fmla="*/ 1753805 w 1830781"/>
              <a:gd name="csY957" fmla="*/ 1215736 h 1215852"/>
              <a:gd name="csX958" fmla="*/ 1755638 w 1830781"/>
              <a:gd name="csY958" fmla="*/ 1215746 h 1215852"/>
              <a:gd name="csX959" fmla="*/ 1757472 w 1830781"/>
              <a:gd name="csY959" fmla="*/ 1215746 h 1215852"/>
              <a:gd name="csX960" fmla="*/ 1759306 w 1830781"/>
              <a:gd name="csY960" fmla="*/ 1215756 h 1215852"/>
              <a:gd name="csX961" fmla="*/ 1761140 w 1830781"/>
              <a:gd name="csY961" fmla="*/ 1215756 h 1215852"/>
              <a:gd name="csX962" fmla="*/ 1762973 w 1830781"/>
              <a:gd name="csY962" fmla="*/ 1215765 h 1215852"/>
              <a:gd name="csX963" fmla="*/ 1764807 w 1830781"/>
              <a:gd name="csY963" fmla="*/ 1215765 h 1215852"/>
              <a:gd name="csX964" fmla="*/ 1766641 w 1830781"/>
              <a:gd name="csY964" fmla="*/ 1215775 h 1215852"/>
              <a:gd name="csX965" fmla="*/ 1768464 w 1830781"/>
              <a:gd name="csY965" fmla="*/ 1215775 h 1215852"/>
              <a:gd name="csX966" fmla="*/ 1770298 w 1830781"/>
              <a:gd name="csY966" fmla="*/ 1215775 h 1215852"/>
              <a:gd name="csX967" fmla="*/ 1772132 w 1830781"/>
              <a:gd name="csY967" fmla="*/ 1215785 h 1215852"/>
              <a:gd name="csX968" fmla="*/ 1773966 w 1830781"/>
              <a:gd name="csY968" fmla="*/ 1215785 h 1215852"/>
              <a:gd name="csX969" fmla="*/ 1775799 w 1830781"/>
              <a:gd name="csY969" fmla="*/ 1215785 h 1215852"/>
              <a:gd name="csX970" fmla="*/ 1777633 w 1830781"/>
              <a:gd name="csY970" fmla="*/ 1215794 h 1215852"/>
              <a:gd name="csX971" fmla="*/ 1779467 w 1830781"/>
              <a:gd name="csY971" fmla="*/ 1215794 h 1215852"/>
              <a:gd name="csX972" fmla="*/ 1781300 w 1830781"/>
              <a:gd name="csY972" fmla="*/ 1215794 h 1215852"/>
              <a:gd name="csX973" fmla="*/ 1783134 w 1830781"/>
              <a:gd name="csY973" fmla="*/ 1215804 h 1215852"/>
              <a:gd name="csX974" fmla="*/ 1784958 w 1830781"/>
              <a:gd name="csY974" fmla="*/ 1215804 h 1215852"/>
              <a:gd name="csX975" fmla="*/ 1786792 w 1830781"/>
              <a:gd name="csY975" fmla="*/ 1215804 h 1215852"/>
              <a:gd name="csX976" fmla="*/ 1788626 w 1830781"/>
              <a:gd name="csY976" fmla="*/ 1215814 h 1215852"/>
              <a:gd name="csX977" fmla="*/ 1790459 w 1830781"/>
              <a:gd name="csY977" fmla="*/ 1215814 h 1215852"/>
              <a:gd name="csX978" fmla="*/ 1792293 w 1830781"/>
              <a:gd name="csY978" fmla="*/ 1215814 h 1215852"/>
              <a:gd name="csX979" fmla="*/ 1794127 w 1830781"/>
              <a:gd name="csY979" fmla="*/ 1215823 h 1215852"/>
              <a:gd name="csX980" fmla="*/ 1795960 w 1830781"/>
              <a:gd name="csY980" fmla="*/ 1215823 h 1215852"/>
              <a:gd name="csX981" fmla="*/ 1797794 w 1830781"/>
              <a:gd name="csY981" fmla="*/ 1215823 h 1215852"/>
              <a:gd name="csX982" fmla="*/ 1799628 w 1830781"/>
              <a:gd name="csY982" fmla="*/ 1215823 h 1215852"/>
              <a:gd name="csX983" fmla="*/ 1801452 w 1830781"/>
              <a:gd name="csY983" fmla="*/ 1215833 h 1215852"/>
              <a:gd name="csX984" fmla="*/ 1803286 w 1830781"/>
              <a:gd name="csY984" fmla="*/ 1215833 h 1215852"/>
              <a:gd name="csX985" fmla="*/ 1805119 w 1830781"/>
              <a:gd name="csY985" fmla="*/ 1215833 h 1215852"/>
              <a:gd name="csX986" fmla="*/ 1806953 w 1830781"/>
              <a:gd name="csY986" fmla="*/ 1215833 h 1215852"/>
              <a:gd name="csX987" fmla="*/ 1808787 w 1830781"/>
              <a:gd name="csY987" fmla="*/ 1215833 h 1215852"/>
              <a:gd name="csX988" fmla="*/ 1810620 w 1830781"/>
              <a:gd name="csY988" fmla="*/ 1215843 h 1215852"/>
              <a:gd name="csX989" fmla="*/ 1812454 w 1830781"/>
              <a:gd name="csY989" fmla="*/ 1215843 h 1215852"/>
              <a:gd name="csX990" fmla="*/ 1814288 w 1830781"/>
              <a:gd name="csY990" fmla="*/ 1215843 h 1215852"/>
              <a:gd name="csX991" fmla="*/ 1816121 w 1830781"/>
              <a:gd name="csY991" fmla="*/ 1215843 h 1215852"/>
              <a:gd name="csX992" fmla="*/ 1817945 w 1830781"/>
              <a:gd name="csY992" fmla="*/ 1215843 h 1215852"/>
              <a:gd name="csX993" fmla="*/ 1819779 w 1830781"/>
              <a:gd name="csY993" fmla="*/ 1215843 h 1215852"/>
              <a:gd name="csX994" fmla="*/ 1821613 w 1830781"/>
              <a:gd name="csY994" fmla="*/ 1215853 h 1215852"/>
              <a:gd name="csX995" fmla="*/ 1823447 w 1830781"/>
              <a:gd name="csY995" fmla="*/ 1215853 h 1215852"/>
              <a:gd name="csX996" fmla="*/ 1825280 w 1830781"/>
              <a:gd name="csY996" fmla="*/ 1215853 h 1215852"/>
              <a:gd name="csX997" fmla="*/ 1827114 w 1830781"/>
              <a:gd name="csY997" fmla="*/ 1215853 h 1215852"/>
              <a:gd name="csX998" fmla="*/ 1828948 w 1830781"/>
              <a:gd name="csY998" fmla="*/ 1215853 h 1215852"/>
              <a:gd name="csX999" fmla="*/ 1830781 w 1830781"/>
              <a:gd name="csY999" fmla="*/ 1215853 h 12158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30781" h="1215852">
                <a:moveTo>
                  <a:pt x="0" y="1203492"/>
                </a:moveTo>
                <a:lnTo>
                  <a:pt x="1833" y="1203201"/>
                </a:lnTo>
                <a:lnTo>
                  <a:pt x="3665" y="1202910"/>
                </a:lnTo>
                <a:lnTo>
                  <a:pt x="5498" y="1202609"/>
                </a:lnTo>
                <a:lnTo>
                  <a:pt x="7331" y="1202299"/>
                </a:lnTo>
                <a:lnTo>
                  <a:pt x="9164" y="1201988"/>
                </a:lnTo>
                <a:lnTo>
                  <a:pt x="10996" y="1201668"/>
                </a:lnTo>
                <a:lnTo>
                  <a:pt x="12828" y="1201348"/>
                </a:lnTo>
                <a:lnTo>
                  <a:pt x="14661" y="1201008"/>
                </a:lnTo>
                <a:lnTo>
                  <a:pt x="16494" y="1200669"/>
                </a:lnTo>
                <a:lnTo>
                  <a:pt x="18326" y="1200329"/>
                </a:lnTo>
                <a:lnTo>
                  <a:pt x="20159" y="1199980"/>
                </a:lnTo>
                <a:lnTo>
                  <a:pt x="21992" y="1199621"/>
                </a:lnTo>
                <a:lnTo>
                  <a:pt x="23825" y="1199252"/>
                </a:lnTo>
                <a:lnTo>
                  <a:pt x="25657" y="1198874"/>
                </a:lnTo>
                <a:lnTo>
                  <a:pt x="27489" y="1198495"/>
                </a:lnTo>
                <a:lnTo>
                  <a:pt x="29322" y="1198107"/>
                </a:lnTo>
                <a:lnTo>
                  <a:pt x="31155" y="1197709"/>
                </a:lnTo>
                <a:lnTo>
                  <a:pt x="32987" y="1197302"/>
                </a:lnTo>
                <a:lnTo>
                  <a:pt x="34820" y="1196895"/>
                </a:lnTo>
                <a:lnTo>
                  <a:pt x="36653" y="1196477"/>
                </a:lnTo>
                <a:lnTo>
                  <a:pt x="38485" y="1196050"/>
                </a:lnTo>
                <a:lnTo>
                  <a:pt x="40318" y="1195614"/>
                </a:lnTo>
                <a:lnTo>
                  <a:pt x="42150" y="1195168"/>
                </a:lnTo>
                <a:lnTo>
                  <a:pt x="43983" y="1194712"/>
                </a:lnTo>
                <a:lnTo>
                  <a:pt x="45815" y="1194256"/>
                </a:lnTo>
                <a:lnTo>
                  <a:pt x="47648" y="1193780"/>
                </a:lnTo>
                <a:lnTo>
                  <a:pt x="49481" y="1193305"/>
                </a:lnTo>
                <a:lnTo>
                  <a:pt x="51314" y="1192810"/>
                </a:lnTo>
                <a:lnTo>
                  <a:pt x="53146" y="1192315"/>
                </a:lnTo>
                <a:lnTo>
                  <a:pt x="54978" y="1191811"/>
                </a:lnTo>
                <a:lnTo>
                  <a:pt x="56811" y="1191287"/>
                </a:lnTo>
                <a:lnTo>
                  <a:pt x="58644" y="1190763"/>
                </a:lnTo>
                <a:lnTo>
                  <a:pt x="60476" y="1190229"/>
                </a:lnTo>
                <a:lnTo>
                  <a:pt x="62309" y="1189686"/>
                </a:lnTo>
                <a:lnTo>
                  <a:pt x="64142" y="1189123"/>
                </a:lnTo>
                <a:lnTo>
                  <a:pt x="65975" y="1188560"/>
                </a:lnTo>
                <a:lnTo>
                  <a:pt x="67807" y="1187978"/>
                </a:lnTo>
                <a:lnTo>
                  <a:pt x="69639" y="1187396"/>
                </a:lnTo>
                <a:lnTo>
                  <a:pt x="71472" y="1186795"/>
                </a:lnTo>
                <a:lnTo>
                  <a:pt x="73305" y="1186193"/>
                </a:lnTo>
                <a:lnTo>
                  <a:pt x="75137" y="1185572"/>
                </a:lnTo>
                <a:lnTo>
                  <a:pt x="76970" y="1184942"/>
                </a:lnTo>
                <a:lnTo>
                  <a:pt x="78803" y="1184291"/>
                </a:lnTo>
                <a:lnTo>
                  <a:pt x="80636" y="1183641"/>
                </a:lnTo>
                <a:lnTo>
                  <a:pt x="82468" y="1182982"/>
                </a:lnTo>
                <a:lnTo>
                  <a:pt x="84300" y="1182302"/>
                </a:lnTo>
                <a:lnTo>
                  <a:pt x="86133" y="1181614"/>
                </a:lnTo>
                <a:lnTo>
                  <a:pt x="87965" y="1180905"/>
                </a:lnTo>
                <a:lnTo>
                  <a:pt x="89798" y="1180197"/>
                </a:lnTo>
                <a:lnTo>
                  <a:pt x="91631" y="1179470"/>
                </a:lnTo>
                <a:lnTo>
                  <a:pt x="93464" y="1178732"/>
                </a:lnTo>
                <a:lnTo>
                  <a:pt x="95296" y="1177985"/>
                </a:lnTo>
                <a:lnTo>
                  <a:pt x="97129" y="1177219"/>
                </a:lnTo>
                <a:lnTo>
                  <a:pt x="98961" y="1176442"/>
                </a:lnTo>
                <a:lnTo>
                  <a:pt x="100794" y="1175647"/>
                </a:lnTo>
                <a:lnTo>
                  <a:pt x="102626" y="1174842"/>
                </a:lnTo>
                <a:lnTo>
                  <a:pt x="104459" y="1174027"/>
                </a:lnTo>
                <a:lnTo>
                  <a:pt x="106292" y="1173192"/>
                </a:lnTo>
                <a:lnTo>
                  <a:pt x="108125" y="1172348"/>
                </a:lnTo>
                <a:lnTo>
                  <a:pt x="109957" y="1171485"/>
                </a:lnTo>
                <a:lnTo>
                  <a:pt x="111789" y="1170611"/>
                </a:lnTo>
                <a:lnTo>
                  <a:pt x="113622" y="1169729"/>
                </a:lnTo>
                <a:lnTo>
                  <a:pt x="115455" y="1168826"/>
                </a:lnTo>
                <a:lnTo>
                  <a:pt x="117287" y="1167905"/>
                </a:lnTo>
                <a:lnTo>
                  <a:pt x="119120" y="1166973"/>
                </a:lnTo>
                <a:lnTo>
                  <a:pt x="120953" y="1166022"/>
                </a:lnTo>
                <a:lnTo>
                  <a:pt x="122786" y="1165062"/>
                </a:lnTo>
                <a:lnTo>
                  <a:pt x="124618" y="1164082"/>
                </a:lnTo>
                <a:lnTo>
                  <a:pt x="126450" y="1163083"/>
                </a:lnTo>
                <a:lnTo>
                  <a:pt x="128283" y="1162074"/>
                </a:lnTo>
                <a:lnTo>
                  <a:pt x="130115" y="1161045"/>
                </a:lnTo>
                <a:lnTo>
                  <a:pt x="131948" y="1159997"/>
                </a:lnTo>
                <a:lnTo>
                  <a:pt x="133781" y="1158940"/>
                </a:lnTo>
                <a:lnTo>
                  <a:pt x="135614" y="1157853"/>
                </a:lnTo>
                <a:lnTo>
                  <a:pt x="137446" y="1156766"/>
                </a:lnTo>
                <a:lnTo>
                  <a:pt x="139279" y="1155651"/>
                </a:lnTo>
                <a:lnTo>
                  <a:pt x="141111" y="1154525"/>
                </a:lnTo>
                <a:lnTo>
                  <a:pt x="142944" y="1153371"/>
                </a:lnTo>
                <a:lnTo>
                  <a:pt x="144776" y="1152207"/>
                </a:lnTo>
                <a:lnTo>
                  <a:pt x="146609" y="1151023"/>
                </a:lnTo>
                <a:lnTo>
                  <a:pt x="148442" y="1149829"/>
                </a:lnTo>
                <a:lnTo>
                  <a:pt x="150275" y="1148607"/>
                </a:lnTo>
                <a:lnTo>
                  <a:pt x="152107" y="1147365"/>
                </a:lnTo>
                <a:lnTo>
                  <a:pt x="153940" y="1146114"/>
                </a:lnTo>
                <a:lnTo>
                  <a:pt x="155772" y="1144833"/>
                </a:lnTo>
                <a:lnTo>
                  <a:pt x="157605" y="1143542"/>
                </a:lnTo>
                <a:lnTo>
                  <a:pt x="159437" y="1142223"/>
                </a:lnTo>
                <a:lnTo>
                  <a:pt x="161270" y="1140894"/>
                </a:lnTo>
                <a:lnTo>
                  <a:pt x="163103" y="1139545"/>
                </a:lnTo>
                <a:lnTo>
                  <a:pt x="164936" y="1138167"/>
                </a:lnTo>
                <a:lnTo>
                  <a:pt x="166768" y="1136770"/>
                </a:lnTo>
                <a:lnTo>
                  <a:pt x="168600" y="1135364"/>
                </a:lnTo>
                <a:lnTo>
                  <a:pt x="170433" y="1133928"/>
                </a:lnTo>
                <a:lnTo>
                  <a:pt x="172266" y="1132472"/>
                </a:lnTo>
                <a:lnTo>
                  <a:pt x="174098" y="1130998"/>
                </a:lnTo>
                <a:lnTo>
                  <a:pt x="175931" y="1129494"/>
                </a:lnTo>
                <a:lnTo>
                  <a:pt x="177764" y="1127980"/>
                </a:lnTo>
                <a:lnTo>
                  <a:pt x="179596" y="1126438"/>
                </a:lnTo>
                <a:lnTo>
                  <a:pt x="181429" y="1124876"/>
                </a:lnTo>
                <a:lnTo>
                  <a:pt x="183261" y="1123294"/>
                </a:lnTo>
                <a:lnTo>
                  <a:pt x="185094" y="1121683"/>
                </a:lnTo>
                <a:lnTo>
                  <a:pt x="186926" y="1120063"/>
                </a:lnTo>
                <a:lnTo>
                  <a:pt x="188759" y="1118404"/>
                </a:lnTo>
                <a:lnTo>
                  <a:pt x="190592" y="1116735"/>
                </a:lnTo>
                <a:lnTo>
                  <a:pt x="192425" y="1115038"/>
                </a:lnTo>
                <a:lnTo>
                  <a:pt x="194257" y="1113320"/>
                </a:lnTo>
                <a:lnTo>
                  <a:pt x="196090" y="1111574"/>
                </a:lnTo>
                <a:lnTo>
                  <a:pt x="197922" y="1109808"/>
                </a:lnTo>
                <a:lnTo>
                  <a:pt x="199755" y="1108023"/>
                </a:lnTo>
                <a:lnTo>
                  <a:pt x="201587" y="1106209"/>
                </a:lnTo>
                <a:lnTo>
                  <a:pt x="203420" y="1104365"/>
                </a:lnTo>
                <a:lnTo>
                  <a:pt x="205253" y="1102502"/>
                </a:lnTo>
                <a:lnTo>
                  <a:pt x="207086" y="1100620"/>
                </a:lnTo>
                <a:lnTo>
                  <a:pt x="208918" y="1098709"/>
                </a:lnTo>
                <a:lnTo>
                  <a:pt x="210751" y="1096768"/>
                </a:lnTo>
                <a:lnTo>
                  <a:pt x="212583" y="1094809"/>
                </a:lnTo>
                <a:lnTo>
                  <a:pt x="214415" y="1092829"/>
                </a:lnTo>
                <a:lnTo>
                  <a:pt x="216248" y="1090811"/>
                </a:lnTo>
                <a:lnTo>
                  <a:pt x="218081" y="1088774"/>
                </a:lnTo>
                <a:lnTo>
                  <a:pt x="219914" y="1086717"/>
                </a:lnTo>
                <a:lnTo>
                  <a:pt x="221746" y="1084621"/>
                </a:lnTo>
                <a:lnTo>
                  <a:pt x="223579" y="1082506"/>
                </a:lnTo>
                <a:lnTo>
                  <a:pt x="225411" y="1080372"/>
                </a:lnTo>
                <a:lnTo>
                  <a:pt x="227244" y="1078199"/>
                </a:lnTo>
                <a:lnTo>
                  <a:pt x="229076" y="1076006"/>
                </a:lnTo>
                <a:lnTo>
                  <a:pt x="230909" y="1073784"/>
                </a:lnTo>
                <a:lnTo>
                  <a:pt x="232742" y="1071533"/>
                </a:lnTo>
                <a:lnTo>
                  <a:pt x="234575" y="1069263"/>
                </a:lnTo>
                <a:lnTo>
                  <a:pt x="236407" y="1066963"/>
                </a:lnTo>
                <a:lnTo>
                  <a:pt x="238240" y="1064625"/>
                </a:lnTo>
                <a:lnTo>
                  <a:pt x="240072" y="1062268"/>
                </a:lnTo>
                <a:lnTo>
                  <a:pt x="241905" y="1059891"/>
                </a:lnTo>
                <a:lnTo>
                  <a:pt x="243737" y="1057475"/>
                </a:lnTo>
                <a:lnTo>
                  <a:pt x="245570" y="1055030"/>
                </a:lnTo>
                <a:lnTo>
                  <a:pt x="247403" y="1052565"/>
                </a:lnTo>
                <a:lnTo>
                  <a:pt x="249236" y="1050062"/>
                </a:lnTo>
                <a:lnTo>
                  <a:pt x="251068" y="1047540"/>
                </a:lnTo>
                <a:lnTo>
                  <a:pt x="252901" y="1044988"/>
                </a:lnTo>
                <a:lnTo>
                  <a:pt x="254733" y="1042398"/>
                </a:lnTo>
                <a:lnTo>
                  <a:pt x="256566" y="1039788"/>
                </a:lnTo>
                <a:lnTo>
                  <a:pt x="258398" y="1037149"/>
                </a:lnTo>
                <a:lnTo>
                  <a:pt x="260231" y="1034471"/>
                </a:lnTo>
                <a:lnTo>
                  <a:pt x="262064" y="1031774"/>
                </a:lnTo>
                <a:lnTo>
                  <a:pt x="263896" y="1029047"/>
                </a:lnTo>
                <a:lnTo>
                  <a:pt x="265729" y="1026282"/>
                </a:lnTo>
                <a:lnTo>
                  <a:pt x="267562" y="1023498"/>
                </a:lnTo>
                <a:lnTo>
                  <a:pt x="269394" y="1020674"/>
                </a:lnTo>
                <a:lnTo>
                  <a:pt x="271226" y="1017832"/>
                </a:lnTo>
                <a:lnTo>
                  <a:pt x="273059" y="1014950"/>
                </a:lnTo>
                <a:lnTo>
                  <a:pt x="274892" y="1012040"/>
                </a:lnTo>
                <a:lnTo>
                  <a:pt x="276725" y="1009100"/>
                </a:lnTo>
                <a:lnTo>
                  <a:pt x="278557" y="1006131"/>
                </a:lnTo>
                <a:lnTo>
                  <a:pt x="280390" y="1003133"/>
                </a:lnTo>
                <a:lnTo>
                  <a:pt x="282222" y="1000106"/>
                </a:lnTo>
                <a:lnTo>
                  <a:pt x="284055" y="997040"/>
                </a:lnTo>
                <a:lnTo>
                  <a:pt x="285887" y="993955"/>
                </a:lnTo>
                <a:lnTo>
                  <a:pt x="287720" y="990831"/>
                </a:lnTo>
                <a:lnTo>
                  <a:pt x="289553" y="987677"/>
                </a:lnTo>
                <a:lnTo>
                  <a:pt x="291386" y="984495"/>
                </a:lnTo>
                <a:lnTo>
                  <a:pt x="293218" y="981284"/>
                </a:lnTo>
                <a:lnTo>
                  <a:pt x="295051" y="978034"/>
                </a:lnTo>
                <a:lnTo>
                  <a:pt x="296883" y="974764"/>
                </a:lnTo>
                <a:lnTo>
                  <a:pt x="298715" y="971456"/>
                </a:lnTo>
                <a:lnTo>
                  <a:pt x="300548" y="968118"/>
                </a:lnTo>
                <a:lnTo>
                  <a:pt x="302381" y="964742"/>
                </a:lnTo>
                <a:lnTo>
                  <a:pt x="304214" y="961346"/>
                </a:lnTo>
                <a:lnTo>
                  <a:pt x="306046" y="957911"/>
                </a:lnTo>
                <a:lnTo>
                  <a:pt x="307879" y="954448"/>
                </a:lnTo>
                <a:lnTo>
                  <a:pt x="309712" y="950955"/>
                </a:lnTo>
                <a:lnTo>
                  <a:pt x="311544" y="947433"/>
                </a:lnTo>
                <a:lnTo>
                  <a:pt x="313376" y="943872"/>
                </a:lnTo>
                <a:lnTo>
                  <a:pt x="315209" y="940283"/>
                </a:lnTo>
                <a:lnTo>
                  <a:pt x="317042" y="936664"/>
                </a:lnTo>
                <a:lnTo>
                  <a:pt x="318875" y="933016"/>
                </a:lnTo>
                <a:lnTo>
                  <a:pt x="320707" y="929329"/>
                </a:lnTo>
                <a:lnTo>
                  <a:pt x="322540" y="925623"/>
                </a:lnTo>
                <a:lnTo>
                  <a:pt x="324373" y="921878"/>
                </a:lnTo>
                <a:lnTo>
                  <a:pt x="326205" y="918103"/>
                </a:lnTo>
                <a:lnTo>
                  <a:pt x="328037" y="914290"/>
                </a:lnTo>
                <a:lnTo>
                  <a:pt x="329870" y="910458"/>
                </a:lnTo>
                <a:lnTo>
                  <a:pt x="331703" y="906587"/>
                </a:lnTo>
                <a:lnTo>
                  <a:pt x="333536" y="902687"/>
                </a:lnTo>
                <a:lnTo>
                  <a:pt x="335368" y="898757"/>
                </a:lnTo>
                <a:lnTo>
                  <a:pt x="337201" y="894799"/>
                </a:lnTo>
                <a:lnTo>
                  <a:pt x="339033" y="890811"/>
                </a:lnTo>
                <a:lnTo>
                  <a:pt x="340866" y="886784"/>
                </a:lnTo>
                <a:lnTo>
                  <a:pt x="342698" y="882731"/>
                </a:lnTo>
                <a:lnTo>
                  <a:pt x="344531" y="878648"/>
                </a:lnTo>
                <a:lnTo>
                  <a:pt x="346364" y="874534"/>
                </a:lnTo>
                <a:lnTo>
                  <a:pt x="348196" y="870389"/>
                </a:lnTo>
                <a:lnTo>
                  <a:pt x="350029" y="866215"/>
                </a:lnTo>
                <a:lnTo>
                  <a:pt x="351862" y="862010"/>
                </a:lnTo>
                <a:lnTo>
                  <a:pt x="353694" y="857776"/>
                </a:lnTo>
                <a:lnTo>
                  <a:pt x="355526" y="853512"/>
                </a:lnTo>
                <a:lnTo>
                  <a:pt x="357359" y="849218"/>
                </a:lnTo>
                <a:lnTo>
                  <a:pt x="359192" y="844895"/>
                </a:lnTo>
                <a:lnTo>
                  <a:pt x="361025" y="840543"/>
                </a:lnTo>
                <a:lnTo>
                  <a:pt x="362857" y="836160"/>
                </a:lnTo>
                <a:lnTo>
                  <a:pt x="364690" y="831749"/>
                </a:lnTo>
                <a:lnTo>
                  <a:pt x="366523" y="827310"/>
                </a:lnTo>
                <a:lnTo>
                  <a:pt x="368355" y="822841"/>
                </a:lnTo>
                <a:lnTo>
                  <a:pt x="370187" y="818344"/>
                </a:lnTo>
                <a:lnTo>
                  <a:pt x="372020" y="813819"/>
                </a:lnTo>
                <a:lnTo>
                  <a:pt x="373853" y="809266"/>
                </a:lnTo>
                <a:lnTo>
                  <a:pt x="375686" y="804684"/>
                </a:lnTo>
                <a:lnTo>
                  <a:pt x="377518" y="800075"/>
                </a:lnTo>
                <a:lnTo>
                  <a:pt x="379351" y="795439"/>
                </a:lnTo>
                <a:lnTo>
                  <a:pt x="381184" y="790775"/>
                </a:lnTo>
                <a:lnTo>
                  <a:pt x="383015" y="786084"/>
                </a:lnTo>
                <a:lnTo>
                  <a:pt x="384848" y="781367"/>
                </a:lnTo>
                <a:lnTo>
                  <a:pt x="386681" y="776624"/>
                </a:lnTo>
                <a:lnTo>
                  <a:pt x="388514" y="771853"/>
                </a:lnTo>
                <a:lnTo>
                  <a:pt x="390346" y="767058"/>
                </a:lnTo>
                <a:lnTo>
                  <a:pt x="392179" y="762237"/>
                </a:lnTo>
                <a:lnTo>
                  <a:pt x="394012" y="757389"/>
                </a:lnTo>
                <a:lnTo>
                  <a:pt x="395844" y="752517"/>
                </a:lnTo>
                <a:lnTo>
                  <a:pt x="397676" y="747620"/>
                </a:lnTo>
                <a:lnTo>
                  <a:pt x="399509" y="742699"/>
                </a:lnTo>
                <a:lnTo>
                  <a:pt x="401342" y="737753"/>
                </a:lnTo>
                <a:lnTo>
                  <a:pt x="403175" y="732784"/>
                </a:lnTo>
                <a:lnTo>
                  <a:pt x="405007" y="727791"/>
                </a:lnTo>
                <a:lnTo>
                  <a:pt x="406840" y="722775"/>
                </a:lnTo>
                <a:lnTo>
                  <a:pt x="408673" y="717736"/>
                </a:lnTo>
                <a:lnTo>
                  <a:pt x="410505" y="712674"/>
                </a:lnTo>
                <a:lnTo>
                  <a:pt x="412337" y="707591"/>
                </a:lnTo>
                <a:lnTo>
                  <a:pt x="414170" y="702485"/>
                </a:lnTo>
                <a:lnTo>
                  <a:pt x="416003" y="697358"/>
                </a:lnTo>
                <a:lnTo>
                  <a:pt x="417836" y="692210"/>
                </a:lnTo>
                <a:lnTo>
                  <a:pt x="419668" y="687042"/>
                </a:lnTo>
                <a:lnTo>
                  <a:pt x="421501" y="681853"/>
                </a:lnTo>
                <a:lnTo>
                  <a:pt x="423334" y="676644"/>
                </a:lnTo>
                <a:lnTo>
                  <a:pt x="425166" y="671417"/>
                </a:lnTo>
                <a:lnTo>
                  <a:pt x="426998" y="666169"/>
                </a:lnTo>
                <a:lnTo>
                  <a:pt x="428831" y="660903"/>
                </a:lnTo>
                <a:lnTo>
                  <a:pt x="430664" y="655620"/>
                </a:lnTo>
                <a:lnTo>
                  <a:pt x="432496" y="650317"/>
                </a:lnTo>
                <a:lnTo>
                  <a:pt x="434329" y="644999"/>
                </a:lnTo>
                <a:lnTo>
                  <a:pt x="436162" y="639664"/>
                </a:lnTo>
                <a:lnTo>
                  <a:pt x="437995" y="634311"/>
                </a:lnTo>
                <a:lnTo>
                  <a:pt x="439826" y="628943"/>
                </a:lnTo>
                <a:lnTo>
                  <a:pt x="441659" y="623560"/>
                </a:lnTo>
                <a:lnTo>
                  <a:pt x="443492" y="618161"/>
                </a:lnTo>
                <a:lnTo>
                  <a:pt x="445325" y="612748"/>
                </a:lnTo>
                <a:lnTo>
                  <a:pt x="447157" y="607321"/>
                </a:lnTo>
                <a:lnTo>
                  <a:pt x="448990" y="601881"/>
                </a:lnTo>
                <a:lnTo>
                  <a:pt x="450823" y="596428"/>
                </a:lnTo>
                <a:lnTo>
                  <a:pt x="452655" y="590962"/>
                </a:lnTo>
                <a:lnTo>
                  <a:pt x="454487" y="585484"/>
                </a:lnTo>
                <a:lnTo>
                  <a:pt x="456320" y="579995"/>
                </a:lnTo>
                <a:lnTo>
                  <a:pt x="458153" y="574495"/>
                </a:lnTo>
                <a:lnTo>
                  <a:pt x="459986" y="568985"/>
                </a:lnTo>
                <a:lnTo>
                  <a:pt x="461818" y="563465"/>
                </a:lnTo>
                <a:lnTo>
                  <a:pt x="463651" y="557936"/>
                </a:lnTo>
                <a:lnTo>
                  <a:pt x="465484" y="552399"/>
                </a:lnTo>
                <a:lnTo>
                  <a:pt x="467315" y="546852"/>
                </a:lnTo>
                <a:lnTo>
                  <a:pt x="469148" y="541299"/>
                </a:lnTo>
                <a:lnTo>
                  <a:pt x="470981" y="535739"/>
                </a:lnTo>
                <a:lnTo>
                  <a:pt x="472814" y="530172"/>
                </a:lnTo>
                <a:lnTo>
                  <a:pt x="474646" y="524599"/>
                </a:lnTo>
                <a:lnTo>
                  <a:pt x="476479" y="519022"/>
                </a:lnTo>
                <a:lnTo>
                  <a:pt x="478312" y="513440"/>
                </a:lnTo>
                <a:lnTo>
                  <a:pt x="480145" y="507854"/>
                </a:lnTo>
                <a:lnTo>
                  <a:pt x="481976" y="502265"/>
                </a:lnTo>
                <a:lnTo>
                  <a:pt x="483809" y="496672"/>
                </a:lnTo>
                <a:lnTo>
                  <a:pt x="485642" y="491078"/>
                </a:lnTo>
                <a:lnTo>
                  <a:pt x="487475" y="485483"/>
                </a:lnTo>
                <a:lnTo>
                  <a:pt x="489307" y="479886"/>
                </a:lnTo>
                <a:lnTo>
                  <a:pt x="491140" y="474289"/>
                </a:lnTo>
                <a:lnTo>
                  <a:pt x="492973" y="468693"/>
                </a:lnTo>
                <a:lnTo>
                  <a:pt x="494806" y="463098"/>
                </a:lnTo>
                <a:lnTo>
                  <a:pt x="496637" y="457506"/>
                </a:lnTo>
                <a:lnTo>
                  <a:pt x="498470" y="451914"/>
                </a:lnTo>
                <a:lnTo>
                  <a:pt x="500303" y="446327"/>
                </a:lnTo>
                <a:lnTo>
                  <a:pt x="502136" y="440743"/>
                </a:lnTo>
                <a:lnTo>
                  <a:pt x="503968" y="435164"/>
                </a:lnTo>
                <a:lnTo>
                  <a:pt x="505801" y="429590"/>
                </a:lnTo>
                <a:lnTo>
                  <a:pt x="507634" y="424021"/>
                </a:lnTo>
                <a:lnTo>
                  <a:pt x="509466" y="418459"/>
                </a:lnTo>
                <a:lnTo>
                  <a:pt x="511298" y="412904"/>
                </a:lnTo>
                <a:lnTo>
                  <a:pt x="513131" y="407357"/>
                </a:lnTo>
                <a:lnTo>
                  <a:pt x="514964" y="401819"/>
                </a:lnTo>
                <a:lnTo>
                  <a:pt x="516796" y="396290"/>
                </a:lnTo>
                <a:lnTo>
                  <a:pt x="518629" y="390771"/>
                </a:lnTo>
                <a:lnTo>
                  <a:pt x="520462" y="385263"/>
                </a:lnTo>
                <a:lnTo>
                  <a:pt x="522295" y="379765"/>
                </a:lnTo>
                <a:lnTo>
                  <a:pt x="524126" y="374280"/>
                </a:lnTo>
                <a:lnTo>
                  <a:pt x="525959" y="368808"/>
                </a:lnTo>
                <a:lnTo>
                  <a:pt x="527792" y="363349"/>
                </a:lnTo>
                <a:lnTo>
                  <a:pt x="529625" y="357905"/>
                </a:lnTo>
                <a:lnTo>
                  <a:pt x="531457" y="352475"/>
                </a:lnTo>
                <a:lnTo>
                  <a:pt x="533290" y="347061"/>
                </a:lnTo>
                <a:lnTo>
                  <a:pt x="535123" y="341664"/>
                </a:lnTo>
                <a:lnTo>
                  <a:pt x="536956" y="336284"/>
                </a:lnTo>
                <a:lnTo>
                  <a:pt x="538787" y="330922"/>
                </a:lnTo>
                <a:lnTo>
                  <a:pt x="540620" y="325578"/>
                </a:lnTo>
                <a:lnTo>
                  <a:pt x="542453" y="320253"/>
                </a:lnTo>
                <a:lnTo>
                  <a:pt x="544286" y="314949"/>
                </a:lnTo>
                <a:lnTo>
                  <a:pt x="546118" y="309665"/>
                </a:lnTo>
                <a:lnTo>
                  <a:pt x="547951" y="304403"/>
                </a:lnTo>
                <a:lnTo>
                  <a:pt x="549784" y="299163"/>
                </a:lnTo>
                <a:lnTo>
                  <a:pt x="551617" y="293946"/>
                </a:lnTo>
                <a:lnTo>
                  <a:pt x="553448" y="288753"/>
                </a:lnTo>
                <a:lnTo>
                  <a:pt x="555281" y="283584"/>
                </a:lnTo>
                <a:lnTo>
                  <a:pt x="557114" y="278440"/>
                </a:lnTo>
                <a:lnTo>
                  <a:pt x="558946" y="273323"/>
                </a:lnTo>
                <a:lnTo>
                  <a:pt x="560779" y="268232"/>
                </a:lnTo>
                <a:lnTo>
                  <a:pt x="562612" y="263168"/>
                </a:lnTo>
                <a:lnTo>
                  <a:pt x="564445" y="258133"/>
                </a:lnTo>
                <a:lnTo>
                  <a:pt x="566276" y="253125"/>
                </a:lnTo>
                <a:lnTo>
                  <a:pt x="568109" y="248148"/>
                </a:lnTo>
                <a:lnTo>
                  <a:pt x="569942" y="243201"/>
                </a:lnTo>
                <a:lnTo>
                  <a:pt x="571775" y="238286"/>
                </a:lnTo>
                <a:lnTo>
                  <a:pt x="573606" y="233402"/>
                </a:lnTo>
                <a:lnTo>
                  <a:pt x="575440" y="228550"/>
                </a:lnTo>
                <a:lnTo>
                  <a:pt x="577274" y="223731"/>
                </a:lnTo>
                <a:lnTo>
                  <a:pt x="579108" y="218947"/>
                </a:lnTo>
                <a:lnTo>
                  <a:pt x="580941" y="214196"/>
                </a:lnTo>
                <a:lnTo>
                  <a:pt x="582775" y="209482"/>
                </a:lnTo>
                <a:lnTo>
                  <a:pt x="584599" y="204803"/>
                </a:lnTo>
                <a:lnTo>
                  <a:pt x="586433" y="200161"/>
                </a:lnTo>
                <a:lnTo>
                  <a:pt x="588266" y="195557"/>
                </a:lnTo>
                <a:lnTo>
                  <a:pt x="590100" y="190991"/>
                </a:lnTo>
                <a:lnTo>
                  <a:pt x="591934" y="186463"/>
                </a:lnTo>
                <a:lnTo>
                  <a:pt x="593767" y="181976"/>
                </a:lnTo>
                <a:lnTo>
                  <a:pt x="595601" y="177527"/>
                </a:lnTo>
                <a:lnTo>
                  <a:pt x="597435" y="173120"/>
                </a:lnTo>
                <a:lnTo>
                  <a:pt x="599269" y="168755"/>
                </a:lnTo>
                <a:lnTo>
                  <a:pt x="601093" y="164433"/>
                </a:lnTo>
                <a:lnTo>
                  <a:pt x="602926" y="160153"/>
                </a:lnTo>
                <a:lnTo>
                  <a:pt x="604760" y="155917"/>
                </a:lnTo>
                <a:lnTo>
                  <a:pt x="606594" y="151725"/>
                </a:lnTo>
                <a:lnTo>
                  <a:pt x="608427" y="147578"/>
                </a:lnTo>
                <a:lnTo>
                  <a:pt x="610261" y="143476"/>
                </a:lnTo>
                <a:lnTo>
                  <a:pt x="612095" y="139421"/>
                </a:lnTo>
                <a:lnTo>
                  <a:pt x="613928" y="135413"/>
                </a:lnTo>
                <a:lnTo>
                  <a:pt x="615762" y="131453"/>
                </a:lnTo>
                <a:lnTo>
                  <a:pt x="617586" y="127540"/>
                </a:lnTo>
                <a:lnTo>
                  <a:pt x="619420" y="123676"/>
                </a:lnTo>
                <a:lnTo>
                  <a:pt x="621254" y="119861"/>
                </a:lnTo>
                <a:lnTo>
                  <a:pt x="623087" y="116097"/>
                </a:lnTo>
                <a:lnTo>
                  <a:pt x="624921" y="112383"/>
                </a:lnTo>
                <a:lnTo>
                  <a:pt x="626755" y="108720"/>
                </a:lnTo>
                <a:lnTo>
                  <a:pt x="628589" y="105110"/>
                </a:lnTo>
                <a:lnTo>
                  <a:pt x="630422" y="101552"/>
                </a:lnTo>
                <a:lnTo>
                  <a:pt x="632246" y="98047"/>
                </a:lnTo>
                <a:lnTo>
                  <a:pt x="634080" y="94595"/>
                </a:lnTo>
                <a:lnTo>
                  <a:pt x="635914" y="91197"/>
                </a:lnTo>
                <a:lnTo>
                  <a:pt x="637747" y="87854"/>
                </a:lnTo>
                <a:lnTo>
                  <a:pt x="639581" y="84567"/>
                </a:lnTo>
                <a:lnTo>
                  <a:pt x="641415" y="81334"/>
                </a:lnTo>
                <a:lnTo>
                  <a:pt x="643248" y="78159"/>
                </a:lnTo>
                <a:lnTo>
                  <a:pt x="645082" y="75040"/>
                </a:lnTo>
                <a:lnTo>
                  <a:pt x="646916" y="71978"/>
                </a:lnTo>
                <a:lnTo>
                  <a:pt x="648740" y="68975"/>
                </a:lnTo>
                <a:lnTo>
                  <a:pt x="650573" y="66029"/>
                </a:lnTo>
                <a:lnTo>
                  <a:pt x="652407" y="63143"/>
                </a:lnTo>
                <a:lnTo>
                  <a:pt x="654241" y="60316"/>
                </a:lnTo>
                <a:lnTo>
                  <a:pt x="656075" y="57548"/>
                </a:lnTo>
                <a:lnTo>
                  <a:pt x="657908" y="54841"/>
                </a:lnTo>
                <a:lnTo>
                  <a:pt x="659742" y="52195"/>
                </a:lnTo>
                <a:lnTo>
                  <a:pt x="661576" y="49609"/>
                </a:lnTo>
                <a:lnTo>
                  <a:pt x="663409" y="47085"/>
                </a:lnTo>
                <a:lnTo>
                  <a:pt x="665233" y="44623"/>
                </a:lnTo>
                <a:lnTo>
                  <a:pt x="667067" y="42224"/>
                </a:lnTo>
                <a:lnTo>
                  <a:pt x="668901" y="39888"/>
                </a:lnTo>
                <a:lnTo>
                  <a:pt x="670735" y="37613"/>
                </a:lnTo>
                <a:lnTo>
                  <a:pt x="672568" y="35404"/>
                </a:lnTo>
                <a:lnTo>
                  <a:pt x="674402" y="33258"/>
                </a:lnTo>
                <a:lnTo>
                  <a:pt x="676236" y="31177"/>
                </a:lnTo>
                <a:lnTo>
                  <a:pt x="678069" y="29160"/>
                </a:lnTo>
                <a:lnTo>
                  <a:pt x="679903" y="27208"/>
                </a:lnTo>
                <a:lnTo>
                  <a:pt x="681727" y="25322"/>
                </a:lnTo>
                <a:lnTo>
                  <a:pt x="683561" y="23501"/>
                </a:lnTo>
                <a:lnTo>
                  <a:pt x="685395" y="21747"/>
                </a:lnTo>
                <a:lnTo>
                  <a:pt x="687228" y="20057"/>
                </a:lnTo>
                <a:lnTo>
                  <a:pt x="689062" y="18436"/>
                </a:lnTo>
                <a:lnTo>
                  <a:pt x="690896" y="16881"/>
                </a:lnTo>
                <a:lnTo>
                  <a:pt x="692729" y="15393"/>
                </a:lnTo>
                <a:lnTo>
                  <a:pt x="694563" y="13972"/>
                </a:lnTo>
                <a:lnTo>
                  <a:pt x="696397" y="12619"/>
                </a:lnTo>
                <a:lnTo>
                  <a:pt x="698221" y="11334"/>
                </a:lnTo>
                <a:lnTo>
                  <a:pt x="700054" y="10117"/>
                </a:lnTo>
                <a:lnTo>
                  <a:pt x="701888" y="8969"/>
                </a:lnTo>
                <a:lnTo>
                  <a:pt x="703722" y="7888"/>
                </a:lnTo>
                <a:lnTo>
                  <a:pt x="705556" y="6877"/>
                </a:lnTo>
                <a:lnTo>
                  <a:pt x="707389" y="5934"/>
                </a:lnTo>
                <a:lnTo>
                  <a:pt x="709223" y="5060"/>
                </a:lnTo>
                <a:lnTo>
                  <a:pt x="711057" y="4256"/>
                </a:lnTo>
                <a:lnTo>
                  <a:pt x="712890" y="3520"/>
                </a:lnTo>
                <a:lnTo>
                  <a:pt x="714714" y="2854"/>
                </a:lnTo>
                <a:lnTo>
                  <a:pt x="716548" y="2258"/>
                </a:lnTo>
                <a:lnTo>
                  <a:pt x="718382" y="1731"/>
                </a:lnTo>
                <a:lnTo>
                  <a:pt x="720216" y="1274"/>
                </a:lnTo>
                <a:lnTo>
                  <a:pt x="722049" y="887"/>
                </a:lnTo>
                <a:lnTo>
                  <a:pt x="723883" y="570"/>
                </a:lnTo>
                <a:lnTo>
                  <a:pt x="725717" y="322"/>
                </a:lnTo>
                <a:lnTo>
                  <a:pt x="727550" y="145"/>
                </a:lnTo>
                <a:lnTo>
                  <a:pt x="729374" y="37"/>
                </a:lnTo>
                <a:lnTo>
                  <a:pt x="731208" y="0"/>
                </a:lnTo>
                <a:lnTo>
                  <a:pt x="733042" y="33"/>
                </a:lnTo>
                <a:lnTo>
                  <a:pt x="734875" y="135"/>
                </a:lnTo>
                <a:lnTo>
                  <a:pt x="736709" y="308"/>
                </a:lnTo>
                <a:lnTo>
                  <a:pt x="738543" y="550"/>
                </a:lnTo>
                <a:lnTo>
                  <a:pt x="740377" y="863"/>
                </a:lnTo>
                <a:lnTo>
                  <a:pt x="742210" y="1245"/>
                </a:lnTo>
                <a:lnTo>
                  <a:pt x="744044" y="1697"/>
                </a:lnTo>
                <a:lnTo>
                  <a:pt x="745868" y="2219"/>
                </a:lnTo>
                <a:lnTo>
                  <a:pt x="747702" y="2811"/>
                </a:lnTo>
                <a:lnTo>
                  <a:pt x="749535" y="3472"/>
                </a:lnTo>
                <a:lnTo>
                  <a:pt x="751369" y="4203"/>
                </a:lnTo>
                <a:lnTo>
                  <a:pt x="753203" y="5002"/>
                </a:lnTo>
                <a:lnTo>
                  <a:pt x="755037" y="5871"/>
                </a:lnTo>
                <a:lnTo>
                  <a:pt x="756870" y="6809"/>
                </a:lnTo>
                <a:lnTo>
                  <a:pt x="758704" y="7816"/>
                </a:lnTo>
                <a:lnTo>
                  <a:pt x="760538" y="8892"/>
                </a:lnTo>
                <a:lnTo>
                  <a:pt x="762362" y="10036"/>
                </a:lnTo>
                <a:lnTo>
                  <a:pt x="764195" y="11248"/>
                </a:lnTo>
                <a:lnTo>
                  <a:pt x="766029" y="12528"/>
                </a:lnTo>
                <a:lnTo>
                  <a:pt x="767863" y="13877"/>
                </a:lnTo>
                <a:lnTo>
                  <a:pt x="769696" y="15293"/>
                </a:lnTo>
                <a:lnTo>
                  <a:pt x="771530" y="16776"/>
                </a:lnTo>
                <a:lnTo>
                  <a:pt x="773364" y="18327"/>
                </a:lnTo>
                <a:lnTo>
                  <a:pt x="775198" y="19944"/>
                </a:lnTo>
                <a:lnTo>
                  <a:pt x="777031" y="21627"/>
                </a:lnTo>
                <a:lnTo>
                  <a:pt x="778855" y="23378"/>
                </a:lnTo>
                <a:lnTo>
                  <a:pt x="780689" y="25194"/>
                </a:lnTo>
                <a:lnTo>
                  <a:pt x="782523" y="27076"/>
                </a:lnTo>
                <a:lnTo>
                  <a:pt x="784356" y="29023"/>
                </a:lnTo>
                <a:lnTo>
                  <a:pt x="786190" y="31035"/>
                </a:lnTo>
                <a:lnTo>
                  <a:pt x="788024" y="33113"/>
                </a:lnTo>
                <a:lnTo>
                  <a:pt x="789858" y="35254"/>
                </a:lnTo>
                <a:lnTo>
                  <a:pt x="791691" y="37459"/>
                </a:lnTo>
                <a:lnTo>
                  <a:pt x="793525" y="39729"/>
                </a:lnTo>
                <a:lnTo>
                  <a:pt x="795349" y="42061"/>
                </a:lnTo>
                <a:lnTo>
                  <a:pt x="797183" y="44455"/>
                </a:lnTo>
                <a:lnTo>
                  <a:pt x="799016" y="46913"/>
                </a:lnTo>
                <a:lnTo>
                  <a:pt x="800850" y="49433"/>
                </a:lnTo>
                <a:lnTo>
                  <a:pt x="802684" y="52014"/>
                </a:lnTo>
                <a:lnTo>
                  <a:pt x="804517" y="54656"/>
                </a:lnTo>
                <a:lnTo>
                  <a:pt x="806351" y="57359"/>
                </a:lnTo>
                <a:lnTo>
                  <a:pt x="808185" y="60122"/>
                </a:lnTo>
                <a:lnTo>
                  <a:pt x="810019" y="62946"/>
                </a:lnTo>
                <a:lnTo>
                  <a:pt x="811843" y="65828"/>
                </a:lnTo>
                <a:lnTo>
                  <a:pt x="813676" y="68770"/>
                </a:lnTo>
                <a:lnTo>
                  <a:pt x="815510" y="71769"/>
                </a:lnTo>
                <a:lnTo>
                  <a:pt x="817344" y="74827"/>
                </a:lnTo>
                <a:lnTo>
                  <a:pt x="819177" y="77941"/>
                </a:lnTo>
                <a:lnTo>
                  <a:pt x="821011" y="81114"/>
                </a:lnTo>
                <a:lnTo>
                  <a:pt x="822845" y="84342"/>
                </a:lnTo>
                <a:lnTo>
                  <a:pt x="824679" y="87625"/>
                </a:lnTo>
                <a:lnTo>
                  <a:pt x="826512" y="90965"/>
                </a:lnTo>
                <a:lnTo>
                  <a:pt x="828336" y="94358"/>
                </a:lnTo>
                <a:lnTo>
                  <a:pt x="830170" y="97807"/>
                </a:lnTo>
                <a:lnTo>
                  <a:pt x="832004" y="101308"/>
                </a:lnTo>
                <a:lnTo>
                  <a:pt x="833837" y="104863"/>
                </a:lnTo>
                <a:lnTo>
                  <a:pt x="835671" y="108470"/>
                </a:lnTo>
                <a:lnTo>
                  <a:pt x="837505" y="112129"/>
                </a:lnTo>
                <a:lnTo>
                  <a:pt x="839339" y="115839"/>
                </a:lnTo>
                <a:lnTo>
                  <a:pt x="841172" y="119600"/>
                </a:lnTo>
                <a:lnTo>
                  <a:pt x="842996" y="123411"/>
                </a:lnTo>
                <a:lnTo>
                  <a:pt x="844830" y="127271"/>
                </a:lnTo>
                <a:lnTo>
                  <a:pt x="846664" y="131181"/>
                </a:lnTo>
                <a:lnTo>
                  <a:pt x="848497" y="135138"/>
                </a:lnTo>
                <a:lnTo>
                  <a:pt x="850331" y="139143"/>
                </a:lnTo>
                <a:lnTo>
                  <a:pt x="852165" y="143195"/>
                </a:lnTo>
                <a:lnTo>
                  <a:pt x="853998" y="147293"/>
                </a:lnTo>
                <a:lnTo>
                  <a:pt x="855832" y="151437"/>
                </a:lnTo>
                <a:lnTo>
                  <a:pt x="857666" y="155626"/>
                </a:lnTo>
                <a:lnTo>
                  <a:pt x="859490" y="159860"/>
                </a:lnTo>
                <a:lnTo>
                  <a:pt x="861324" y="164136"/>
                </a:lnTo>
                <a:lnTo>
                  <a:pt x="863157" y="168456"/>
                </a:lnTo>
                <a:lnTo>
                  <a:pt x="864991" y="172818"/>
                </a:lnTo>
                <a:lnTo>
                  <a:pt x="866825" y="177222"/>
                </a:lnTo>
                <a:lnTo>
                  <a:pt x="868658" y="181667"/>
                </a:lnTo>
                <a:lnTo>
                  <a:pt x="870492" y="186152"/>
                </a:lnTo>
                <a:lnTo>
                  <a:pt x="872326" y="190676"/>
                </a:lnTo>
                <a:lnTo>
                  <a:pt x="874160" y="195240"/>
                </a:lnTo>
                <a:lnTo>
                  <a:pt x="875984" y="199842"/>
                </a:lnTo>
                <a:lnTo>
                  <a:pt x="877817" y="204482"/>
                </a:lnTo>
                <a:lnTo>
                  <a:pt x="879651" y="209158"/>
                </a:lnTo>
                <a:lnTo>
                  <a:pt x="881485" y="213869"/>
                </a:lnTo>
                <a:lnTo>
                  <a:pt x="883318" y="218618"/>
                </a:lnTo>
                <a:lnTo>
                  <a:pt x="885152" y="223400"/>
                </a:lnTo>
                <a:lnTo>
                  <a:pt x="886986" y="228216"/>
                </a:lnTo>
                <a:lnTo>
                  <a:pt x="888819" y="233065"/>
                </a:lnTo>
                <a:lnTo>
                  <a:pt x="890653" y="237947"/>
                </a:lnTo>
                <a:lnTo>
                  <a:pt x="892477" y="242861"/>
                </a:lnTo>
                <a:lnTo>
                  <a:pt x="894311" y="247806"/>
                </a:lnTo>
                <a:lnTo>
                  <a:pt x="896144" y="252781"/>
                </a:lnTo>
                <a:lnTo>
                  <a:pt x="897978" y="257786"/>
                </a:lnTo>
                <a:lnTo>
                  <a:pt x="899812" y="262820"/>
                </a:lnTo>
                <a:lnTo>
                  <a:pt x="901646" y="267881"/>
                </a:lnTo>
                <a:lnTo>
                  <a:pt x="903479" y="272970"/>
                </a:lnTo>
                <a:lnTo>
                  <a:pt x="905313" y="278086"/>
                </a:lnTo>
                <a:lnTo>
                  <a:pt x="907147" y="283228"/>
                </a:lnTo>
                <a:lnTo>
                  <a:pt x="908971" y="288395"/>
                </a:lnTo>
                <a:lnTo>
                  <a:pt x="910805" y="293587"/>
                </a:lnTo>
                <a:lnTo>
                  <a:pt x="912638" y="298802"/>
                </a:lnTo>
                <a:lnTo>
                  <a:pt x="914472" y="304040"/>
                </a:lnTo>
                <a:lnTo>
                  <a:pt x="916306" y="309301"/>
                </a:lnTo>
                <a:lnTo>
                  <a:pt x="918139" y="314583"/>
                </a:lnTo>
                <a:lnTo>
                  <a:pt x="919973" y="319887"/>
                </a:lnTo>
                <a:lnTo>
                  <a:pt x="921807" y="325209"/>
                </a:lnTo>
                <a:lnTo>
                  <a:pt x="923640" y="330552"/>
                </a:lnTo>
                <a:lnTo>
                  <a:pt x="925464" y="335914"/>
                </a:lnTo>
                <a:lnTo>
                  <a:pt x="927298" y="341293"/>
                </a:lnTo>
                <a:lnTo>
                  <a:pt x="929132" y="346689"/>
                </a:lnTo>
                <a:lnTo>
                  <a:pt x="930966" y="352101"/>
                </a:lnTo>
                <a:lnTo>
                  <a:pt x="932799" y="357529"/>
                </a:lnTo>
                <a:lnTo>
                  <a:pt x="934633" y="362973"/>
                </a:lnTo>
                <a:lnTo>
                  <a:pt x="936467" y="368430"/>
                </a:lnTo>
                <a:lnTo>
                  <a:pt x="938300" y="373901"/>
                </a:lnTo>
                <a:lnTo>
                  <a:pt x="940134" y="379386"/>
                </a:lnTo>
                <a:lnTo>
                  <a:pt x="941958" y="384882"/>
                </a:lnTo>
                <a:lnTo>
                  <a:pt x="943792" y="390390"/>
                </a:lnTo>
                <a:lnTo>
                  <a:pt x="945625" y="395909"/>
                </a:lnTo>
                <a:lnTo>
                  <a:pt x="947459" y="401437"/>
                </a:lnTo>
                <a:lnTo>
                  <a:pt x="949293" y="406975"/>
                </a:lnTo>
                <a:lnTo>
                  <a:pt x="951127" y="412521"/>
                </a:lnTo>
                <a:lnTo>
                  <a:pt x="952960" y="418075"/>
                </a:lnTo>
                <a:lnTo>
                  <a:pt x="954794" y="423637"/>
                </a:lnTo>
                <a:lnTo>
                  <a:pt x="956618" y="429205"/>
                </a:lnTo>
                <a:lnTo>
                  <a:pt x="958452" y="434778"/>
                </a:lnTo>
                <a:lnTo>
                  <a:pt x="960285" y="440358"/>
                </a:lnTo>
                <a:lnTo>
                  <a:pt x="962119" y="445942"/>
                </a:lnTo>
                <a:lnTo>
                  <a:pt x="963953" y="451528"/>
                </a:lnTo>
                <a:lnTo>
                  <a:pt x="965787" y="457120"/>
                </a:lnTo>
                <a:lnTo>
                  <a:pt x="967620" y="462712"/>
                </a:lnTo>
                <a:lnTo>
                  <a:pt x="969454" y="468307"/>
                </a:lnTo>
                <a:lnTo>
                  <a:pt x="971288" y="473903"/>
                </a:lnTo>
                <a:lnTo>
                  <a:pt x="973112" y="479500"/>
                </a:lnTo>
                <a:lnTo>
                  <a:pt x="974945" y="485096"/>
                </a:lnTo>
                <a:lnTo>
                  <a:pt x="976779" y="490692"/>
                </a:lnTo>
                <a:lnTo>
                  <a:pt x="978613" y="496286"/>
                </a:lnTo>
                <a:lnTo>
                  <a:pt x="980446" y="501879"/>
                </a:lnTo>
                <a:lnTo>
                  <a:pt x="982280" y="507468"/>
                </a:lnTo>
                <a:lnTo>
                  <a:pt x="984114" y="513054"/>
                </a:lnTo>
                <a:lnTo>
                  <a:pt x="985948" y="518637"/>
                </a:lnTo>
                <a:lnTo>
                  <a:pt x="987781" y="524215"/>
                </a:lnTo>
                <a:lnTo>
                  <a:pt x="989605" y="529788"/>
                </a:lnTo>
                <a:lnTo>
                  <a:pt x="991439" y="535355"/>
                </a:lnTo>
                <a:lnTo>
                  <a:pt x="993273" y="540915"/>
                </a:lnTo>
                <a:lnTo>
                  <a:pt x="995106" y="546470"/>
                </a:lnTo>
                <a:lnTo>
                  <a:pt x="996940" y="552015"/>
                </a:lnTo>
                <a:lnTo>
                  <a:pt x="998774" y="557554"/>
                </a:lnTo>
                <a:lnTo>
                  <a:pt x="1000608" y="563084"/>
                </a:lnTo>
                <a:lnTo>
                  <a:pt x="1002441" y="568604"/>
                </a:lnTo>
                <a:lnTo>
                  <a:pt x="1004275" y="574115"/>
                </a:lnTo>
                <a:lnTo>
                  <a:pt x="1006099" y="579616"/>
                </a:lnTo>
                <a:lnTo>
                  <a:pt x="1007933" y="585105"/>
                </a:lnTo>
                <a:lnTo>
                  <a:pt x="1009766" y="590584"/>
                </a:lnTo>
                <a:lnTo>
                  <a:pt x="1011600" y="596050"/>
                </a:lnTo>
                <a:lnTo>
                  <a:pt x="1013434" y="601505"/>
                </a:lnTo>
                <a:lnTo>
                  <a:pt x="1015267" y="606946"/>
                </a:lnTo>
                <a:lnTo>
                  <a:pt x="1017101" y="612374"/>
                </a:lnTo>
                <a:lnTo>
                  <a:pt x="1018935" y="617788"/>
                </a:lnTo>
                <a:lnTo>
                  <a:pt x="1020769" y="623187"/>
                </a:lnTo>
                <a:lnTo>
                  <a:pt x="1022593" y="628572"/>
                </a:lnTo>
                <a:lnTo>
                  <a:pt x="1024426" y="633941"/>
                </a:lnTo>
                <a:lnTo>
                  <a:pt x="1026260" y="639294"/>
                </a:lnTo>
                <a:lnTo>
                  <a:pt x="1028094" y="644631"/>
                </a:lnTo>
                <a:lnTo>
                  <a:pt x="1029927" y="649952"/>
                </a:lnTo>
                <a:lnTo>
                  <a:pt x="1031761" y="655254"/>
                </a:lnTo>
                <a:lnTo>
                  <a:pt x="1033595" y="660540"/>
                </a:lnTo>
                <a:lnTo>
                  <a:pt x="1035429" y="665806"/>
                </a:lnTo>
                <a:lnTo>
                  <a:pt x="1037262" y="671055"/>
                </a:lnTo>
                <a:lnTo>
                  <a:pt x="1039086" y="676284"/>
                </a:lnTo>
                <a:lnTo>
                  <a:pt x="1040920" y="681494"/>
                </a:lnTo>
                <a:lnTo>
                  <a:pt x="1042754" y="686684"/>
                </a:lnTo>
                <a:lnTo>
                  <a:pt x="1044587" y="691854"/>
                </a:lnTo>
                <a:lnTo>
                  <a:pt x="1046421" y="697003"/>
                </a:lnTo>
                <a:lnTo>
                  <a:pt x="1048255" y="702132"/>
                </a:lnTo>
                <a:lnTo>
                  <a:pt x="1050089" y="707239"/>
                </a:lnTo>
                <a:lnTo>
                  <a:pt x="1051922" y="712324"/>
                </a:lnTo>
                <a:lnTo>
                  <a:pt x="1053756" y="717387"/>
                </a:lnTo>
                <a:lnTo>
                  <a:pt x="1055580" y="722428"/>
                </a:lnTo>
                <a:lnTo>
                  <a:pt x="1057414" y="727446"/>
                </a:lnTo>
                <a:lnTo>
                  <a:pt x="1059247" y="732440"/>
                </a:lnTo>
                <a:lnTo>
                  <a:pt x="1061081" y="737411"/>
                </a:lnTo>
                <a:lnTo>
                  <a:pt x="1062915" y="742359"/>
                </a:lnTo>
                <a:lnTo>
                  <a:pt x="1064748" y="747282"/>
                </a:lnTo>
                <a:lnTo>
                  <a:pt x="1066582" y="752180"/>
                </a:lnTo>
                <a:lnTo>
                  <a:pt x="1068416" y="757054"/>
                </a:lnTo>
                <a:lnTo>
                  <a:pt x="1070240" y="761903"/>
                </a:lnTo>
                <a:lnTo>
                  <a:pt x="1072074" y="766726"/>
                </a:lnTo>
                <a:lnTo>
                  <a:pt x="1073907" y="771523"/>
                </a:lnTo>
                <a:lnTo>
                  <a:pt x="1075741" y="776295"/>
                </a:lnTo>
                <a:lnTo>
                  <a:pt x="1077575" y="781040"/>
                </a:lnTo>
                <a:lnTo>
                  <a:pt x="1079408" y="785759"/>
                </a:lnTo>
                <a:lnTo>
                  <a:pt x="1081242" y="790452"/>
                </a:lnTo>
                <a:lnTo>
                  <a:pt x="1083076" y="795118"/>
                </a:lnTo>
                <a:lnTo>
                  <a:pt x="1084910" y="799756"/>
                </a:lnTo>
                <a:lnTo>
                  <a:pt x="1086734" y="804367"/>
                </a:lnTo>
                <a:lnTo>
                  <a:pt x="1088567" y="808949"/>
                </a:lnTo>
                <a:lnTo>
                  <a:pt x="1090401" y="813506"/>
                </a:lnTo>
                <a:lnTo>
                  <a:pt x="1092235" y="818033"/>
                </a:lnTo>
                <a:lnTo>
                  <a:pt x="1094068" y="822532"/>
                </a:lnTo>
                <a:lnTo>
                  <a:pt x="1095902" y="827002"/>
                </a:lnTo>
                <a:lnTo>
                  <a:pt x="1097736" y="831444"/>
                </a:lnTo>
                <a:lnTo>
                  <a:pt x="1099569" y="835856"/>
                </a:lnTo>
                <a:lnTo>
                  <a:pt x="1101403" y="840241"/>
                </a:lnTo>
                <a:lnTo>
                  <a:pt x="1103227" y="844595"/>
                </a:lnTo>
                <a:lnTo>
                  <a:pt x="1105061" y="848920"/>
                </a:lnTo>
                <a:lnTo>
                  <a:pt x="1106895" y="853216"/>
                </a:lnTo>
                <a:lnTo>
                  <a:pt x="1108728" y="857482"/>
                </a:lnTo>
                <a:lnTo>
                  <a:pt x="1110562" y="861719"/>
                </a:lnTo>
                <a:lnTo>
                  <a:pt x="1112396" y="865926"/>
                </a:lnTo>
                <a:lnTo>
                  <a:pt x="1114229" y="870102"/>
                </a:lnTo>
                <a:lnTo>
                  <a:pt x="1116063" y="874249"/>
                </a:lnTo>
                <a:lnTo>
                  <a:pt x="1117897" y="878364"/>
                </a:lnTo>
                <a:lnTo>
                  <a:pt x="1119721" y="882450"/>
                </a:lnTo>
                <a:lnTo>
                  <a:pt x="1121555" y="886505"/>
                </a:lnTo>
                <a:lnTo>
                  <a:pt x="1123388" y="890530"/>
                </a:lnTo>
                <a:lnTo>
                  <a:pt x="1125222" y="894527"/>
                </a:lnTo>
                <a:lnTo>
                  <a:pt x="1127056" y="898486"/>
                </a:lnTo>
                <a:lnTo>
                  <a:pt x="1128889" y="902415"/>
                </a:lnTo>
                <a:lnTo>
                  <a:pt x="1130723" y="906325"/>
                </a:lnTo>
                <a:lnTo>
                  <a:pt x="1132557" y="910196"/>
                </a:lnTo>
                <a:lnTo>
                  <a:pt x="1134390" y="914029"/>
                </a:lnTo>
                <a:lnTo>
                  <a:pt x="1136214" y="917841"/>
                </a:lnTo>
                <a:lnTo>
                  <a:pt x="1138048" y="921616"/>
                </a:lnTo>
                <a:lnTo>
                  <a:pt x="1139882" y="925361"/>
                </a:lnTo>
                <a:lnTo>
                  <a:pt x="1141716" y="929076"/>
                </a:lnTo>
                <a:lnTo>
                  <a:pt x="1143549" y="932763"/>
                </a:lnTo>
                <a:lnTo>
                  <a:pt x="1145383" y="936411"/>
                </a:lnTo>
                <a:lnTo>
                  <a:pt x="1147217" y="940040"/>
                </a:lnTo>
                <a:lnTo>
                  <a:pt x="1149050" y="943630"/>
                </a:lnTo>
                <a:lnTo>
                  <a:pt x="1150884" y="947181"/>
                </a:lnTo>
                <a:lnTo>
                  <a:pt x="1152708" y="950712"/>
                </a:lnTo>
                <a:lnTo>
                  <a:pt x="1154542" y="954205"/>
                </a:lnTo>
                <a:lnTo>
                  <a:pt x="1156376" y="957679"/>
                </a:lnTo>
                <a:lnTo>
                  <a:pt x="1158209" y="961113"/>
                </a:lnTo>
                <a:lnTo>
                  <a:pt x="1160043" y="964509"/>
                </a:lnTo>
                <a:lnTo>
                  <a:pt x="1161877" y="967885"/>
                </a:lnTo>
                <a:lnTo>
                  <a:pt x="1163710" y="971223"/>
                </a:lnTo>
                <a:lnTo>
                  <a:pt x="1165544" y="974531"/>
                </a:lnTo>
                <a:lnTo>
                  <a:pt x="1167378" y="977810"/>
                </a:lnTo>
                <a:lnTo>
                  <a:pt x="1169202" y="981061"/>
                </a:lnTo>
                <a:lnTo>
                  <a:pt x="1171036" y="984272"/>
                </a:lnTo>
                <a:lnTo>
                  <a:pt x="1172869" y="987464"/>
                </a:lnTo>
                <a:lnTo>
                  <a:pt x="1174703" y="990617"/>
                </a:lnTo>
                <a:lnTo>
                  <a:pt x="1176537" y="993741"/>
                </a:lnTo>
                <a:lnTo>
                  <a:pt x="1178370" y="996836"/>
                </a:lnTo>
                <a:lnTo>
                  <a:pt x="1180204" y="999893"/>
                </a:lnTo>
                <a:lnTo>
                  <a:pt x="1182038" y="1002929"/>
                </a:lnTo>
                <a:lnTo>
                  <a:pt x="1183862" y="1005927"/>
                </a:lnTo>
                <a:lnTo>
                  <a:pt x="1185695" y="1008896"/>
                </a:lnTo>
                <a:lnTo>
                  <a:pt x="1187529" y="1011836"/>
                </a:lnTo>
                <a:lnTo>
                  <a:pt x="1189363" y="1014746"/>
                </a:lnTo>
                <a:lnTo>
                  <a:pt x="1191197" y="1017628"/>
                </a:lnTo>
                <a:lnTo>
                  <a:pt x="1193030" y="1020480"/>
                </a:lnTo>
                <a:lnTo>
                  <a:pt x="1194864" y="1023304"/>
                </a:lnTo>
                <a:lnTo>
                  <a:pt x="1196698" y="1026098"/>
                </a:lnTo>
                <a:lnTo>
                  <a:pt x="1198531" y="1028853"/>
                </a:lnTo>
                <a:lnTo>
                  <a:pt x="1200355" y="1031589"/>
                </a:lnTo>
                <a:lnTo>
                  <a:pt x="1202189" y="1034287"/>
                </a:lnTo>
                <a:lnTo>
                  <a:pt x="1204023" y="1036964"/>
                </a:lnTo>
                <a:lnTo>
                  <a:pt x="1205857" y="1039603"/>
                </a:lnTo>
                <a:lnTo>
                  <a:pt x="1207690" y="1042223"/>
                </a:lnTo>
                <a:lnTo>
                  <a:pt x="1209524" y="1044804"/>
                </a:lnTo>
                <a:lnTo>
                  <a:pt x="1211358" y="1047365"/>
                </a:lnTo>
                <a:lnTo>
                  <a:pt x="1213191" y="1049888"/>
                </a:lnTo>
                <a:lnTo>
                  <a:pt x="1215025" y="1052391"/>
                </a:lnTo>
                <a:lnTo>
                  <a:pt x="1216849" y="1054865"/>
                </a:lnTo>
                <a:lnTo>
                  <a:pt x="1218683" y="1057310"/>
                </a:lnTo>
                <a:lnTo>
                  <a:pt x="1220516" y="1059716"/>
                </a:lnTo>
                <a:lnTo>
                  <a:pt x="1222350" y="1062112"/>
                </a:lnTo>
                <a:lnTo>
                  <a:pt x="1224184" y="1064470"/>
                </a:lnTo>
                <a:lnTo>
                  <a:pt x="1226017" y="1066799"/>
                </a:lnTo>
                <a:lnTo>
                  <a:pt x="1227851" y="1069108"/>
                </a:lnTo>
                <a:lnTo>
                  <a:pt x="1229685" y="1071378"/>
                </a:lnTo>
                <a:lnTo>
                  <a:pt x="1231519" y="1073629"/>
                </a:lnTo>
                <a:lnTo>
                  <a:pt x="1233343" y="1075851"/>
                </a:lnTo>
                <a:lnTo>
                  <a:pt x="1235176" y="1078053"/>
                </a:lnTo>
                <a:lnTo>
                  <a:pt x="1237010" y="1080217"/>
                </a:lnTo>
                <a:lnTo>
                  <a:pt x="1238844" y="1082361"/>
                </a:lnTo>
                <a:lnTo>
                  <a:pt x="1240678" y="1084476"/>
                </a:lnTo>
                <a:lnTo>
                  <a:pt x="1242511" y="1086571"/>
                </a:lnTo>
                <a:lnTo>
                  <a:pt x="1244345" y="1088638"/>
                </a:lnTo>
                <a:lnTo>
                  <a:pt x="1246179" y="1090675"/>
                </a:lnTo>
                <a:lnTo>
                  <a:pt x="1248012" y="1092684"/>
                </a:lnTo>
                <a:lnTo>
                  <a:pt x="1249836" y="1094673"/>
                </a:lnTo>
                <a:lnTo>
                  <a:pt x="1251670" y="1096642"/>
                </a:lnTo>
                <a:lnTo>
                  <a:pt x="1253504" y="1098573"/>
                </a:lnTo>
                <a:lnTo>
                  <a:pt x="1255337" y="1100484"/>
                </a:lnTo>
                <a:lnTo>
                  <a:pt x="1257171" y="1102376"/>
                </a:lnTo>
                <a:lnTo>
                  <a:pt x="1259005" y="1104239"/>
                </a:lnTo>
                <a:lnTo>
                  <a:pt x="1260839" y="1106082"/>
                </a:lnTo>
                <a:lnTo>
                  <a:pt x="1262672" y="1107897"/>
                </a:lnTo>
                <a:lnTo>
                  <a:pt x="1264506" y="1109692"/>
                </a:lnTo>
                <a:lnTo>
                  <a:pt x="1266330" y="1111458"/>
                </a:lnTo>
                <a:lnTo>
                  <a:pt x="1268164" y="1113204"/>
                </a:lnTo>
                <a:lnTo>
                  <a:pt x="1269997" y="1114921"/>
                </a:lnTo>
                <a:lnTo>
                  <a:pt x="1271831" y="1116619"/>
                </a:lnTo>
                <a:lnTo>
                  <a:pt x="1273665" y="1118297"/>
                </a:lnTo>
                <a:lnTo>
                  <a:pt x="1275498" y="1119947"/>
                </a:lnTo>
                <a:lnTo>
                  <a:pt x="1277332" y="1121577"/>
                </a:lnTo>
                <a:lnTo>
                  <a:pt x="1279166" y="1123187"/>
                </a:lnTo>
                <a:lnTo>
                  <a:pt x="1281000" y="1124769"/>
                </a:lnTo>
                <a:lnTo>
                  <a:pt x="1282824" y="1126331"/>
                </a:lnTo>
                <a:lnTo>
                  <a:pt x="1284657" y="1127873"/>
                </a:lnTo>
                <a:lnTo>
                  <a:pt x="1286491" y="1129397"/>
                </a:lnTo>
                <a:lnTo>
                  <a:pt x="1288325" y="1130891"/>
                </a:lnTo>
                <a:lnTo>
                  <a:pt x="1290158" y="1132366"/>
                </a:lnTo>
                <a:lnTo>
                  <a:pt x="1291992" y="1133831"/>
                </a:lnTo>
                <a:lnTo>
                  <a:pt x="1293826" y="1135257"/>
                </a:lnTo>
                <a:lnTo>
                  <a:pt x="1295660" y="1136673"/>
                </a:lnTo>
                <a:lnTo>
                  <a:pt x="1297484" y="1138070"/>
                </a:lnTo>
                <a:lnTo>
                  <a:pt x="1299317" y="1139448"/>
                </a:lnTo>
                <a:lnTo>
                  <a:pt x="1301151" y="1140797"/>
                </a:lnTo>
                <a:lnTo>
                  <a:pt x="1302985" y="1142136"/>
                </a:lnTo>
                <a:lnTo>
                  <a:pt x="1304818" y="1143455"/>
                </a:lnTo>
                <a:lnTo>
                  <a:pt x="1306652" y="1144746"/>
                </a:lnTo>
                <a:lnTo>
                  <a:pt x="1308486" y="1146026"/>
                </a:lnTo>
                <a:lnTo>
                  <a:pt x="1310319" y="1147278"/>
                </a:lnTo>
                <a:lnTo>
                  <a:pt x="1312153" y="1148520"/>
                </a:lnTo>
                <a:lnTo>
                  <a:pt x="1313977" y="1149742"/>
                </a:lnTo>
                <a:lnTo>
                  <a:pt x="1315811" y="1150945"/>
                </a:lnTo>
                <a:lnTo>
                  <a:pt x="1317645" y="1152129"/>
                </a:lnTo>
                <a:lnTo>
                  <a:pt x="1319478" y="1153293"/>
                </a:lnTo>
                <a:lnTo>
                  <a:pt x="1321312" y="1154438"/>
                </a:lnTo>
                <a:lnTo>
                  <a:pt x="1323146" y="1155573"/>
                </a:lnTo>
                <a:lnTo>
                  <a:pt x="1324979" y="1156689"/>
                </a:lnTo>
                <a:lnTo>
                  <a:pt x="1326813" y="1157785"/>
                </a:lnTo>
                <a:lnTo>
                  <a:pt x="1328647" y="1158862"/>
                </a:lnTo>
                <a:lnTo>
                  <a:pt x="1330471" y="1159920"/>
                </a:lnTo>
                <a:lnTo>
                  <a:pt x="1332305" y="1160967"/>
                </a:lnTo>
                <a:lnTo>
                  <a:pt x="1334138" y="1161996"/>
                </a:lnTo>
                <a:lnTo>
                  <a:pt x="1335972" y="1163015"/>
                </a:lnTo>
                <a:lnTo>
                  <a:pt x="1337806" y="1164004"/>
                </a:lnTo>
                <a:lnTo>
                  <a:pt x="1339639" y="1164994"/>
                </a:lnTo>
                <a:lnTo>
                  <a:pt x="1341473" y="1165954"/>
                </a:lnTo>
                <a:lnTo>
                  <a:pt x="1343307" y="1166905"/>
                </a:lnTo>
                <a:lnTo>
                  <a:pt x="1345140" y="1167837"/>
                </a:lnTo>
                <a:lnTo>
                  <a:pt x="1346964" y="1168758"/>
                </a:lnTo>
                <a:lnTo>
                  <a:pt x="1348798" y="1169661"/>
                </a:lnTo>
                <a:lnTo>
                  <a:pt x="1350632" y="1170553"/>
                </a:lnTo>
                <a:lnTo>
                  <a:pt x="1352466" y="1171426"/>
                </a:lnTo>
                <a:lnTo>
                  <a:pt x="1354299" y="1172290"/>
                </a:lnTo>
                <a:lnTo>
                  <a:pt x="1356133" y="1173134"/>
                </a:lnTo>
                <a:lnTo>
                  <a:pt x="1357967" y="1173968"/>
                </a:lnTo>
                <a:lnTo>
                  <a:pt x="1359800" y="1174783"/>
                </a:lnTo>
                <a:lnTo>
                  <a:pt x="1361634" y="1175589"/>
                </a:lnTo>
                <a:lnTo>
                  <a:pt x="1363458" y="1176384"/>
                </a:lnTo>
                <a:lnTo>
                  <a:pt x="1365292" y="1177160"/>
                </a:lnTo>
                <a:lnTo>
                  <a:pt x="1367126" y="1177927"/>
                </a:lnTo>
                <a:lnTo>
                  <a:pt x="1368959" y="1178684"/>
                </a:lnTo>
                <a:lnTo>
                  <a:pt x="1370793" y="1179421"/>
                </a:lnTo>
                <a:lnTo>
                  <a:pt x="1372627" y="1180149"/>
                </a:lnTo>
                <a:lnTo>
                  <a:pt x="1374460" y="1180857"/>
                </a:lnTo>
                <a:lnTo>
                  <a:pt x="1376294" y="1181565"/>
                </a:lnTo>
                <a:lnTo>
                  <a:pt x="1378128" y="1182254"/>
                </a:lnTo>
                <a:lnTo>
                  <a:pt x="1379952" y="1182933"/>
                </a:lnTo>
                <a:lnTo>
                  <a:pt x="1381785" y="1183593"/>
                </a:lnTo>
                <a:lnTo>
                  <a:pt x="1383619" y="1184253"/>
                </a:lnTo>
                <a:lnTo>
                  <a:pt x="1385453" y="1184893"/>
                </a:lnTo>
                <a:lnTo>
                  <a:pt x="1387287" y="1185524"/>
                </a:lnTo>
                <a:lnTo>
                  <a:pt x="1389120" y="1186145"/>
                </a:lnTo>
                <a:lnTo>
                  <a:pt x="1390954" y="1186756"/>
                </a:lnTo>
                <a:lnTo>
                  <a:pt x="1392788" y="1187357"/>
                </a:lnTo>
                <a:lnTo>
                  <a:pt x="1394621" y="1187939"/>
                </a:lnTo>
                <a:lnTo>
                  <a:pt x="1396445" y="1188522"/>
                </a:lnTo>
                <a:lnTo>
                  <a:pt x="1398279" y="1189084"/>
                </a:lnTo>
                <a:lnTo>
                  <a:pt x="1400113" y="1189647"/>
                </a:lnTo>
                <a:lnTo>
                  <a:pt x="1401947" y="1190190"/>
                </a:lnTo>
                <a:lnTo>
                  <a:pt x="1403780" y="1190724"/>
                </a:lnTo>
                <a:lnTo>
                  <a:pt x="1405614" y="1191258"/>
                </a:lnTo>
                <a:lnTo>
                  <a:pt x="1407448" y="1191772"/>
                </a:lnTo>
                <a:lnTo>
                  <a:pt x="1409281" y="1192276"/>
                </a:lnTo>
                <a:lnTo>
                  <a:pt x="1411105" y="1192781"/>
                </a:lnTo>
                <a:lnTo>
                  <a:pt x="1412939" y="1193266"/>
                </a:lnTo>
                <a:lnTo>
                  <a:pt x="1414773" y="1193751"/>
                </a:lnTo>
                <a:lnTo>
                  <a:pt x="1416607" y="1194217"/>
                </a:lnTo>
                <a:lnTo>
                  <a:pt x="1418440" y="1194682"/>
                </a:lnTo>
                <a:lnTo>
                  <a:pt x="1420274" y="1195139"/>
                </a:lnTo>
                <a:lnTo>
                  <a:pt x="1422108" y="1195585"/>
                </a:lnTo>
                <a:lnTo>
                  <a:pt x="1423941" y="1196021"/>
                </a:lnTo>
                <a:lnTo>
                  <a:pt x="1425775" y="1196448"/>
                </a:lnTo>
                <a:lnTo>
                  <a:pt x="1427599" y="1196865"/>
                </a:lnTo>
                <a:lnTo>
                  <a:pt x="1429433" y="1197283"/>
                </a:lnTo>
                <a:lnTo>
                  <a:pt x="1431266" y="1197680"/>
                </a:lnTo>
                <a:lnTo>
                  <a:pt x="1433100" y="1198078"/>
                </a:lnTo>
                <a:lnTo>
                  <a:pt x="1434934" y="1198466"/>
                </a:lnTo>
                <a:lnTo>
                  <a:pt x="1436768" y="1198854"/>
                </a:lnTo>
                <a:lnTo>
                  <a:pt x="1438601" y="1199223"/>
                </a:lnTo>
                <a:lnTo>
                  <a:pt x="1440435" y="1199592"/>
                </a:lnTo>
                <a:lnTo>
                  <a:pt x="1442269" y="1199951"/>
                </a:lnTo>
                <a:lnTo>
                  <a:pt x="1444093" y="1200300"/>
                </a:lnTo>
                <a:lnTo>
                  <a:pt x="1445926" y="1200649"/>
                </a:lnTo>
                <a:lnTo>
                  <a:pt x="1447760" y="1200989"/>
                </a:lnTo>
                <a:lnTo>
                  <a:pt x="1449594" y="1201319"/>
                </a:lnTo>
                <a:lnTo>
                  <a:pt x="1451428" y="1201649"/>
                </a:lnTo>
                <a:lnTo>
                  <a:pt x="1453261" y="1201969"/>
                </a:lnTo>
                <a:lnTo>
                  <a:pt x="1455095" y="1202279"/>
                </a:lnTo>
                <a:lnTo>
                  <a:pt x="1456929" y="1202590"/>
                </a:lnTo>
                <a:lnTo>
                  <a:pt x="1458762" y="1202891"/>
                </a:lnTo>
                <a:lnTo>
                  <a:pt x="1460586" y="1203182"/>
                </a:lnTo>
                <a:lnTo>
                  <a:pt x="1462420" y="1203473"/>
                </a:lnTo>
                <a:lnTo>
                  <a:pt x="1464254" y="1203754"/>
                </a:lnTo>
                <a:lnTo>
                  <a:pt x="1466087" y="1204026"/>
                </a:lnTo>
                <a:lnTo>
                  <a:pt x="1467921" y="1204297"/>
                </a:lnTo>
                <a:lnTo>
                  <a:pt x="1469755" y="1204569"/>
                </a:lnTo>
                <a:lnTo>
                  <a:pt x="1471589" y="1204821"/>
                </a:lnTo>
                <a:lnTo>
                  <a:pt x="1473422" y="1205083"/>
                </a:lnTo>
                <a:lnTo>
                  <a:pt x="1475256" y="1205326"/>
                </a:lnTo>
                <a:lnTo>
                  <a:pt x="1477080" y="1205578"/>
                </a:lnTo>
                <a:lnTo>
                  <a:pt x="1478914" y="1205811"/>
                </a:lnTo>
                <a:lnTo>
                  <a:pt x="1480747" y="1206044"/>
                </a:lnTo>
                <a:lnTo>
                  <a:pt x="1482581" y="1206277"/>
                </a:lnTo>
                <a:lnTo>
                  <a:pt x="1484415" y="1206500"/>
                </a:lnTo>
                <a:lnTo>
                  <a:pt x="1486249" y="1206723"/>
                </a:lnTo>
                <a:lnTo>
                  <a:pt x="1488082" y="1206936"/>
                </a:lnTo>
                <a:lnTo>
                  <a:pt x="1489916" y="1207150"/>
                </a:lnTo>
                <a:lnTo>
                  <a:pt x="1491750" y="1207353"/>
                </a:lnTo>
                <a:lnTo>
                  <a:pt x="1493574" y="1207557"/>
                </a:lnTo>
                <a:lnTo>
                  <a:pt x="1495407" y="1207751"/>
                </a:lnTo>
                <a:lnTo>
                  <a:pt x="1497241" y="1207945"/>
                </a:lnTo>
                <a:lnTo>
                  <a:pt x="1499075" y="1208139"/>
                </a:lnTo>
                <a:lnTo>
                  <a:pt x="1500908" y="1208324"/>
                </a:lnTo>
                <a:lnTo>
                  <a:pt x="1502742" y="1208498"/>
                </a:lnTo>
                <a:lnTo>
                  <a:pt x="1504576" y="1208683"/>
                </a:lnTo>
                <a:lnTo>
                  <a:pt x="1506410" y="1208857"/>
                </a:lnTo>
                <a:lnTo>
                  <a:pt x="1508243" y="1209022"/>
                </a:lnTo>
                <a:lnTo>
                  <a:pt x="1510067" y="1209187"/>
                </a:lnTo>
                <a:lnTo>
                  <a:pt x="1511901" y="1209352"/>
                </a:lnTo>
                <a:lnTo>
                  <a:pt x="1513735" y="1209507"/>
                </a:lnTo>
                <a:lnTo>
                  <a:pt x="1515568" y="1209663"/>
                </a:lnTo>
                <a:lnTo>
                  <a:pt x="1517402" y="1209818"/>
                </a:lnTo>
                <a:lnTo>
                  <a:pt x="1519236" y="1209963"/>
                </a:lnTo>
                <a:lnTo>
                  <a:pt x="1521070" y="1210109"/>
                </a:lnTo>
                <a:lnTo>
                  <a:pt x="1522903" y="1210254"/>
                </a:lnTo>
                <a:lnTo>
                  <a:pt x="1524727" y="1210390"/>
                </a:lnTo>
                <a:lnTo>
                  <a:pt x="1526561" y="1210526"/>
                </a:lnTo>
                <a:lnTo>
                  <a:pt x="1528395" y="1210662"/>
                </a:lnTo>
                <a:lnTo>
                  <a:pt x="1530228" y="1210788"/>
                </a:lnTo>
                <a:lnTo>
                  <a:pt x="1532062" y="1210914"/>
                </a:lnTo>
                <a:lnTo>
                  <a:pt x="1533896" y="1211040"/>
                </a:lnTo>
                <a:lnTo>
                  <a:pt x="1535729" y="1211157"/>
                </a:lnTo>
                <a:lnTo>
                  <a:pt x="1537563" y="1211283"/>
                </a:lnTo>
                <a:lnTo>
                  <a:pt x="1539397" y="1211399"/>
                </a:lnTo>
                <a:lnTo>
                  <a:pt x="1541221" y="1211506"/>
                </a:lnTo>
                <a:lnTo>
                  <a:pt x="1543055" y="1211622"/>
                </a:lnTo>
                <a:lnTo>
                  <a:pt x="1544888" y="1211729"/>
                </a:lnTo>
                <a:lnTo>
                  <a:pt x="1546722" y="1211836"/>
                </a:lnTo>
                <a:lnTo>
                  <a:pt x="1548556" y="1211933"/>
                </a:lnTo>
                <a:lnTo>
                  <a:pt x="1550389" y="1212040"/>
                </a:lnTo>
                <a:lnTo>
                  <a:pt x="1552223" y="1212137"/>
                </a:lnTo>
                <a:lnTo>
                  <a:pt x="1554057" y="1212234"/>
                </a:lnTo>
                <a:lnTo>
                  <a:pt x="1555890" y="1212321"/>
                </a:lnTo>
                <a:lnTo>
                  <a:pt x="1557714" y="1212418"/>
                </a:lnTo>
                <a:lnTo>
                  <a:pt x="1559548" y="1212505"/>
                </a:lnTo>
                <a:lnTo>
                  <a:pt x="1561382" y="1212593"/>
                </a:lnTo>
                <a:lnTo>
                  <a:pt x="1563216" y="1212680"/>
                </a:lnTo>
                <a:lnTo>
                  <a:pt x="1565049" y="1212758"/>
                </a:lnTo>
                <a:lnTo>
                  <a:pt x="1566883" y="1212845"/>
                </a:lnTo>
                <a:lnTo>
                  <a:pt x="1568717" y="1212922"/>
                </a:lnTo>
                <a:lnTo>
                  <a:pt x="1570550" y="1213000"/>
                </a:lnTo>
                <a:lnTo>
                  <a:pt x="1572384" y="1213068"/>
                </a:lnTo>
                <a:lnTo>
                  <a:pt x="1574208" y="1213146"/>
                </a:lnTo>
                <a:lnTo>
                  <a:pt x="1576042" y="1213214"/>
                </a:lnTo>
                <a:lnTo>
                  <a:pt x="1577876" y="1213291"/>
                </a:lnTo>
                <a:lnTo>
                  <a:pt x="1579709" y="1213359"/>
                </a:lnTo>
                <a:lnTo>
                  <a:pt x="1581543" y="1213427"/>
                </a:lnTo>
                <a:lnTo>
                  <a:pt x="1583377" y="1213485"/>
                </a:lnTo>
                <a:lnTo>
                  <a:pt x="1585210" y="1213553"/>
                </a:lnTo>
                <a:lnTo>
                  <a:pt x="1587044" y="1213611"/>
                </a:lnTo>
                <a:lnTo>
                  <a:pt x="1588878" y="1213679"/>
                </a:lnTo>
                <a:lnTo>
                  <a:pt x="1590702" y="1213737"/>
                </a:lnTo>
                <a:lnTo>
                  <a:pt x="1592536" y="1213796"/>
                </a:lnTo>
                <a:lnTo>
                  <a:pt x="1594369" y="1213844"/>
                </a:lnTo>
                <a:lnTo>
                  <a:pt x="1596203" y="1213902"/>
                </a:lnTo>
                <a:lnTo>
                  <a:pt x="1598037" y="1213961"/>
                </a:lnTo>
                <a:lnTo>
                  <a:pt x="1599870" y="1214009"/>
                </a:lnTo>
                <a:lnTo>
                  <a:pt x="1601704" y="1214058"/>
                </a:lnTo>
                <a:lnTo>
                  <a:pt x="1603538" y="1214106"/>
                </a:lnTo>
                <a:lnTo>
                  <a:pt x="1605372" y="1214155"/>
                </a:lnTo>
                <a:lnTo>
                  <a:pt x="1607195" y="1214203"/>
                </a:lnTo>
                <a:lnTo>
                  <a:pt x="1609029" y="1214252"/>
                </a:lnTo>
                <a:lnTo>
                  <a:pt x="1610863" y="1214291"/>
                </a:lnTo>
                <a:lnTo>
                  <a:pt x="1612697" y="1214339"/>
                </a:lnTo>
                <a:lnTo>
                  <a:pt x="1614530" y="1214378"/>
                </a:lnTo>
                <a:lnTo>
                  <a:pt x="1616364" y="1214426"/>
                </a:lnTo>
                <a:lnTo>
                  <a:pt x="1618198" y="1214465"/>
                </a:lnTo>
                <a:lnTo>
                  <a:pt x="1620031" y="1214504"/>
                </a:lnTo>
                <a:lnTo>
                  <a:pt x="1621865" y="1214543"/>
                </a:lnTo>
                <a:lnTo>
                  <a:pt x="1623689" y="1214582"/>
                </a:lnTo>
                <a:lnTo>
                  <a:pt x="1625523" y="1214611"/>
                </a:lnTo>
                <a:lnTo>
                  <a:pt x="1627356" y="1214650"/>
                </a:lnTo>
                <a:lnTo>
                  <a:pt x="1629190" y="1214688"/>
                </a:lnTo>
                <a:lnTo>
                  <a:pt x="1631024" y="1214717"/>
                </a:lnTo>
                <a:lnTo>
                  <a:pt x="1632858" y="1214746"/>
                </a:lnTo>
                <a:lnTo>
                  <a:pt x="1634691" y="1214785"/>
                </a:lnTo>
                <a:lnTo>
                  <a:pt x="1636525" y="1214814"/>
                </a:lnTo>
                <a:lnTo>
                  <a:pt x="1638349" y="1214843"/>
                </a:lnTo>
                <a:lnTo>
                  <a:pt x="1640183" y="1214873"/>
                </a:lnTo>
                <a:lnTo>
                  <a:pt x="1642017" y="1214902"/>
                </a:lnTo>
                <a:lnTo>
                  <a:pt x="1643850" y="1214931"/>
                </a:lnTo>
                <a:lnTo>
                  <a:pt x="1645684" y="1214960"/>
                </a:lnTo>
                <a:lnTo>
                  <a:pt x="1647518" y="1214989"/>
                </a:lnTo>
                <a:lnTo>
                  <a:pt x="1649351" y="1215008"/>
                </a:lnTo>
                <a:lnTo>
                  <a:pt x="1651185" y="1215038"/>
                </a:lnTo>
                <a:lnTo>
                  <a:pt x="1653019" y="1215057"/>
                </a:lnTo>
                <a:lnTo>
                  <a:pt x="1654843" y="1215086"/>
                </a:lnTo>
                <a:lnTo>
                  <a:pt x="1656676" y="1215105"/>
                </a:lnTo>
                <a:lnTo>
                  <a:pt x="1658510" y="1215135"/>
                </a:lnTo>
                <a:lnTo>
                  <a:pt x="1660344" y="1215154"/>
                </a:lnTo>
                <a:lnTo>
                  <a:pt x="1662178" y="1215173"/>
                </a:lnTo>
                <a:lnTo>
                  <a:pt x="1664011" y="1215193"/>
                </a:lnTo>
                <a:lnTo>
                  <a:pt x="1665845" y="1215212"/>
                </a:lnTo>
                <a:lnTo>
                  <a:pt x="1667679" y="1215232"/>
                </a:lnTo>
                <a:lnTo>
                  <a:pt x="1669512" y="1215251"/>
                </a:lnTo>
                <a:lnTo>
                  <a:pt x="1671336" y="1215270"/>
                </a:lnTo>
                <a:lnTo>
                  <a:pt x="1673170" y="1215290"/>
                </a:lnTo>
                <a:lnTo>
                  <a:pt x="1675004" y="1215309"/>
                </a:lnTo>
                <a:lnTo>
                  <a:pt x="1676837" y="1215329"/>
                </a:lnTo>
                <a:lnTo>
                  <a:pt x="1678671" y="1215338"/>
                </a:lnTo>
                <a:lnTo>
                  <a:pt x="1680505" y="1215358"/>
                </a:lnTo>
                <a:lnTo>
                  <a:pt x="1682338" y="1215377"/>
                </a:lnTo>
                <a:lnTo>
                  <a:pt x="1684172" y="1215387"/>
                </a:lnTo>
                <a:lnTo>
                  <a:pt x="1686006" y="1215406"/>
                </a:lnTo>
                <a:lnTo>
                  <a:pt x="1687830" y="1215416"/>
                </a:lnTo>
                <a:lnTo>
                  <a:pt x="1689664" y="1215435"/>
                </a:lnTo>
                <a:lnTo>
                  <a:pt x="1691497" y="1215445"/>
                </a:lnTo>
                <a:lnTo>
                  <a:pt x="1693331" y="1215455"/>
                </a:lnTo>
                <a:lnTo>
                  <a:pt x="1695165" y="1215474"/>
                </a:lnTo>
                <a:lnTo>
                  <a:pt x="1696999" y="1215484"/>
                </a:lnTo>
                <a:lnTo>
                  <a:pt x="1698832" y="1215494"/>
                </a:lnTo>
                <a:lnTo>
                  <a:pt x="1700666" y="1215513"/>
                </a:lnTo>
                <a:lnTo>
                  <a:pt x="1702500" y="1215523"/>
                </a:lnTo>
                <a:lnTo>
                  <a:pt x="1704324" y="1215532"/>
                </a:lnTo>
                <a:lnTo>
                  <a:pt x="1706157" y="1215542"/>
                </a:lnTo>
                <a:lnTo>
                  <a:pt x="1707991" y="1215552"/>
                </a:lnTo>
                <a:lnTo>
                  <a:pt x="1709825" y="1215561"/>
                </a:lnTo>
                <a:lnTo>
                  <a:pt x="1711659" y="1215571"/>
                </a:lnTo>
                <a:lnTo>
                  <a:pt x="1713492" y="1215581"/>
                </a:lnTo>
                <a:lnTo>
                  <a:pt x="1715326" y="1215591"/>
                </a:lnTo>
                <a:lnTo>
                  <a:pt x="1717160" y="1215600"/>
                </a:lnTo>
                <a:lnTo>
                  <a:pt x="1718993" y="1215610"/>
                </a:lnTo>
                <a:lnTo>
                  <a:pt x="1720817" y="1215620"/>
                </a:lnTo>
                <a:lnTo>
                  <a:pt x="1722651" y="1215629"/>
                </a:lnTo>
                <a:lnTo>
                  <a:pt x="1724485" y="1215639"/>
                </a:lnTo>
                <a:lnTo>
                  <a:pt x="1726318" y="1215649"/>
                </a:lnTo>
                <a:lnTo>
                  <a:pt x="1728152" y="1215649"/>
                </a:lnTo>
                <a:lnTo>
                  <a:pt x="1729986" y="1215658"/>
                </a:lnTo>
                <a:lnTo>
                  <a:pt x="1731819" y="1215668"/>
                </a:lnTo>
                <a:lnTo>
                  <a:pt x="1733653" y="1215678"/>
                </a:lnTo>
                <a:lnTo>
                  <a:pt x="1735487" y="1215678"/>
                </a:lnTo>
                <a:lnTo>
                  <a:pt x="1737311" y="1215688"/>
                </a:lnTo>
                <a:lnTo>
                  <a:pt x="1739145" y="1215697"/>
                </a:lnTo>
                <a:lnTo>
                  <a:pt x="1740978" y="1215697"/>
                </a:lnTo>
                <a:lnTo>
                  <a:pt x="1742812" y="1215707"/>
                </a:lnTo>
                <a:lnTo>
                  <a:pt x="1744646" y="1215717"/>
                </a:lnTo>
                <a:lnTo>
                  <a:pt x="1746479" y="1215717"/>
                </a:lnTo>
                <a:lnTo>
                  <a:pt x="1748313" y="1215726"/>
                </a:lnTo>
                <a:lnTo>
                  <a:pt x="1750147" y="1215726"/>
                </a:lnTo>
                <a:lnTo>
                  <a:pt x="1751971" y="1215736"/>
                </a:lnTo>
                <a:lnTo>
                  <a:pt x="1753805" y="1215736"/>
                </a:lnTo>
                <a:lnTo>
                  <a:pt x="1755638" y="1215746"/>
                </a:lnTo>
                <a:lnTo>
                  <a:pt x="1757472" y="1215746"/>
                </a:lnTo>
                <a:lnTo>
                  <a:pt x="1759306" y="1215756"/>
                </a:lnTo>
                <a:lnTo>
                  <a:pt x="1761140" y="1215756"/>
                </a:lnTo>
                <a:lnTo>
                  <a:pt x="1762973" y="1215765"/>
                </a:lnTo>
                <a:lnTo>
                  <a:pt x="1764807" y="1215765"/>
                </a:lnTo>
                <a:lnTo>
                  <a:pt x="1766641" y="1215775"/>
                </a:lnTo>
                <a:lnTo>
                  <a:pt x="1768464" y="1215775"/>
                </a:lnTo>
                <a:lnTo>
                  <a:pt x="1770298" y="1215775"/>
                </a:lnTo>
                <a:lnTo>
                  <a:pt x="1772132" y="1215785"/>
                </a:lnTo>
                <a:lnTo>
                  <a:pt x="1773966" y="1215785"/>
                </a:lnTo>
                <a:lnTo>
                  <a:pt x="1775799" y="1215785"/>
                </a:lnTo>
                <a:lnTo>
                  <a:pt x="1777633" y="1215794"/>
                </a:lnTo>
                <a:lnTo>
                  <a:pt x="1779467" y="1215794"/>
                </a:lnTo>
                <a:lnTo>
                  <a:pt x="1781300" y="1215794"/>
                </a:lnTo>
                <a:lnTo>
                  <a:pt x="1783134" y="1215804"/>
                </a:lnTo>
                <a:lnTo>
                  <a:pt x="1784958" y="1215804"/>
                </a:lnTo>
                <a:lnTo>
                  <a:pt x="1786792" y="1215804"/>
                </a:lnTo>
                <a:lnTo>
                  <a:pt x="1788626" y="1215814"/>
                </a:lnTo>
                <a:lnTo>
                  <a:pt x="1790459" y="1215814"/>
                </a:lnTo>
                <a:lnTo>
                  <a:pt x="1792293" y="1215814"/>
                </a:lnTo>
                <a:lnTo>
                  <a:pt x="1794127" y="1215823"/>
                </a:lnTo>
                <a:lnTo>
                  <a:pt x="1795960" y="1215823"/>
                </a:lnTo>
                <a:lnTo>
                  <a:pt x="1797794" y="1215823"/>
                </a:lnTo>
                <a:lnTo>
                  <a:pt x="1799628" y="1215823"/>
                </a:lnTo>
                <a:lnTo>
                  <a:pt x="1801452" y="1215833"/>
                </a:lnTo>
                <a:lnTo>
                  <a:pt x="1803286" y="1215833"/>
                </a:lnTo>
                <a:lnTo>
                  <a:pt x="1805119" y="1215833"/>
                </a:lnTo>
                <a:lnTo>
                  <a:pt x="1806953" y="1215833"/>
                </a:lnTo>
                <a:lnTo>
                  <a:pt x="1808787" y="1215833"/>
                </a:lnTo>
                <a:lnTo>
                  <a:pt x="1810620" y="1215843"/>
                </a:lnTo>
                <a:lnTo>
                  <a:pt x="1812454" y="1215843"/>
                </a:lnTo>
                <a:lnTo>
                  <a:pt x="1814288" y="1215843"/>
                </a:lnTo>
                <a:lnTo>
                  <a:pt x="1816121" y="1215843"/>
                </a:lnTo>
                <a:lnTo>
                  <a:pt x="1817945" y="1215843"/>
                </a:lnTo>
                <a:lnTo>
                  <a:pt x="1819779" y="1215843"/>
                </a:lnTo>
                <a:lnTo>
                  <a:pt x="1821613" y="1215853"/>
                </a:lnTo>
                <a:lnTo>
                  <a:pt x="1823447" y="1215853"/>
                </a:lnTo>
                <a:lnTo>
                  <a:pt x="1825280" y="1215853"/>
                </a:lnTo>
                <a:lnTo>
                  <a:pt x="1827114" y="1215853"/>
                </a:lnTo>
                <a:lnTo>
                  <a:pt x="1828948" y="1215853"/>
                </a:lnTo>
                <a:lnTo>
                  <a:pt x="1830781" y="1215853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2256" name="Group 2255">
            <a:extLst>
              <a:ext uri="{FF2B5EF4-FFF2-40B4-BE49-F238E27FC236}">
                <a16:creationId xmlns:a16="http://schemas.microsoft.com/office/drawing/2014/main" id="{869A0C09-3671-6332-5247-C1F62322FC8B}"/>
              </a:ext>
            </a:extLst>
          </p:cNvPr>
          <p:cNvGrpSpPr/>
          <p:nvPr/>
        </p:nvGrpSpPr>
        <p:grpSpPr>
          <a:xfrm>
            <a:off x="620420" y="1474331"/>
            <a:ext cx="2328515" cy="1552343"/>
            <a:chOff x="620420" y="1474331"/>
            <a:chExt cx="2328515" cy="1552343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3C90D021-3634-E438-0B71-FFEFAE33E21D}"/>
                </a:ext>
              </a:extLst>
            </p:cNvPr>
            <p:cNvSpPr/>
            <p:nvPr/>
          </p:nvSpPr>
          <p:spPr>
            <a:xfrm>
              <a:off x="620420" y="1474331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D4E184A-7530-B5CA-92C7-B736976C3725}"/>
                </a:ext>
              </a:extLst>
            </p:cNvPr>
            <p:cNvSpPr/>
            <p:nvPr/>
          </p:nvSpPr>
          <p:spPr>
            <a:xfrm>
              <a:off x="912087" y="1520167"/>
              <a:ext cx="1991014" cy="1288848"/>
            </a:xfrm>
            <a:custGeom>
              <a:avLst/>
              <a:gdLst>
                <a:gd name="csX0" fmla="*/ 0 w 1991014"/>
                <a:gd name="csY0" fmla="*/ 1288848 h 1288848"/>
                <a:gd name="csX1" fmla="*/ 1991014 w 1991014"/>
                <a:gd name="csY1" fmla="*/ 1288848 h 1288848"/>
                <a:gd name="csX2" fmla="*/ 1991014 w 1991014"/>
                <a:gd name="csY2" fmla="*/ 0 h 1288848"/>
                <a:gd name="csX3" fmla="*/ 0 w 1991014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91014" h="1288848">
                  <a:moveTo>
                    <a:pt x="0" y="1288848"/>
                  </a:moveTo>
                  <a:lnTo>
                    <a:pt x="1991014" y="1288848"/>
                  </a:lnTo>
                  <a:lnTo>
                    <a:pt x="1991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69C64744-7656-1D48-A926-2C2511344CFB}"/>
                </a:ext>
              </a:extLst>
            </p:cNvPr>
            <p:cNvSpPr/>
            <p:nvPr/>
          </p:nvSpPr>
          <p:spPr>
            <a:xfrm>
              <a:off x="1093658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7FA833B-1C4E-D6D3-2FA4-A90C4499058F}"/>
                </a:ext>
              </a:extLst>
            </p:cNvPr>
            <p:cNvSpPr/>
            <p:nvPr/>
          </p:nvSpPr>
          <p:spPr>
            <a:xfrm>
              <a:off x="1469320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DD6577F-5E57-B5C2-2D89-236181CD70A6}"/>
                </a:ext>
              </a:extLst>
            </p:cNvPr>
            <p:cNvSpPr/>
            <p:nvPr/>
          </p:nvSpPr>
          <p:spPr>
            <a:xfrm>
              <a:off x="1844986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07538C69-6073-1CDB-5AD6-447F0CD02622}"/>
                </a:ext>
              </a:extLst>
            </p:cNvPr>
            <p:cNvSpPr/>
            <p:nvPr/>
          </p:nvSpPr>
          <p:spPr>
            <a:xfrm>
              <a:off x="2220643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784B6228-7658-DD1B-3BBA-F6113014F1BD}"/>
                </a:ext>
              </a:extLst>
            </p:cNvPr>
            <p:cNvSpPr/>
            <p:nvPr/>
          </p:nvSpPr>
          <p:spPr>
            <a:xfrm>
              <a:off x="2596310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06D4B3C5-6473-3A39-25FF-BB070D2594AA}"/>
                </a:ext>
              </a:extLst>
            </p:cNvPr>
            <p:cNvSpPr/>
            <p:nvPr/>
          </p:nvSpPr>
          <p:spPr>
            <a:xfrm>
              <a:off x="912087" y="2772536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14AC620E-B374-8C13-8486-F0232C4636D9}"/>
                </a:ext>
              </a:extLst>
            </p:cNvPr>
            <p:cNvSpPr/>
            <p:nvPr/>
          </p:nvSpPr>
          <p:spPr>
            <a:xfrm>
              <a:off x="912087" y="246773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8B58994-00A5-488B-EC32-CE78B20B1485}"/>
                </a:ext>
              </a:extLst>
            </p:cNvPr>
            <p:cNvSpPr/>
            <p:nvPr/>
          </p:nvSpPr>
          <p:spPr>
            <a:xfrm>
              <a:off x="912087" y="2162935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2C1AAC8-6A09-BD41-0879-0594F8E30E11}"/>
                </a:ext>
              </a:extLst>
            </p:cNvPr>
            <p:cNvSpPr/>
            <p:nvPr/>
          </p:nvSpPr>
          <p:spPr>
            <a:xfrm>
              <a:off x="912087" y="1858134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340CD05-4FCE-ED21-5D13-EECAA17FF7CD}"/>
                </a:ext>
              </a:extLst>
            </p:cNvPr>
            <p:cNvSpPr/>
            <p:nvPr/>
          </p:nvSpPr>
          <p:spPr>
            <a:xfrm>
              <a:off x="912087" y="155333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3485D45B-1143-E36C-60C6-FA57559072C8}"/>
                </a:ext>
              </a:extLst>
            </p:cNvPr>
            <p:cNvSpPr/>
            <p:nvPr/>
          </p:nvSpPr>
          <p:spPr>
            <a:xfrm>
              <a:off x="912087" y="2809016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41A6750-397F-9E96-A737-B57C1EC8BDBE}"/>
                </a:ext>
              </a:extLst>
            </p:cNvPr>
            <p:cNvSpPr/>
            <p:nvPr/>
          </p:nvSpPr>
          <p:spPr>
            <a:xfrm>
              <a:off x="1093658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B7570E4-D077-19A0-5C81-3178B5C4E115}"/>
                </a:ext>
              </a:extLst>
            </p:cNvPr>
            <p:cNvSpPr/>
            <p:nvPr/>
          </p:nvSpPr>
          <p:spPr>
            <a:xfrm>
              <a:off x="1469320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F0A61C43-9CA6-4C2D-0050-5FD7B6CB9174}"/>
                </a:ext>
              </a:extLst>
            </p:cNvPr>
            <p:cNvSpPr/>
            <p:nvPr/>
          </p:nvSpPr>
          <p:spPr>
            <a:xfrm>
              <a:off x="1844986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C3244CC-C84D-0130-FD24-F47C6B3AAFEB}"/>
                </a:ext>
              </a:extLst>
            </p:cNvPr>
            <p:cNvSpPr/>
            <p:nvPr/>
          </p:nvSpPr>
          <p:spPr>
            <a:xfrm>
              <a:off x="2220643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171DA992-31D7-C08C-9B9E-6DBB46C0B863}"/>
                </a:ext>
              </a:extLst>
            </p:cNvPr>
            <p:cNvSpPr/>
            <p:nvPr/>
          </p:nvSpPr>
          <p:spPr>
            <a:xfrm>
              <a:off x="2596310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2273DE8-7394-BCE1-CF08-93EC0E2DE312}"/>
                </a:ext>
              </a:extLst>
            </p:cNvPr>
            <p:cNvSpPr/>
            <p:nvPr/>
          </p:nvSpPr>
          <p:spPr>
            <a:xfrm>
              <a:off x="1041425" y="2872419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4E24D6B6-C4DB-7AED-8ED1-2ABC5B1704A3}"/>
                </a:ext>
              </a:extLst>
            </p:cNvPr>
            <p:cNvSpPr/>
            <p:nvPr/>
          </p:nvSpPr>
          <p:spPr>
            <a:xfrm>
              <a:off x="1105409" y="2841256"/>
              <a:ext cx="40481" cy="60871"/>
            </a:xfrm>
            <a:custGeom>
              <a:avLst/>
              <a:gdLst>
                <a:gd name="csX0" fmla="*/ 3773 w 40481"/>
                <a:gd name="csY0" fmla="*/ 58514 h 60871"/>
                <a:gd name="csX1" fmla="*/ 3773 w 40481"/>
                <a:gd name="csY1" fmla="*/ 51286 h 60871"/>
                <a:gd name="csX2" fmla="*/ 9825 w 40481"/>
                <a:gd name="csY2" fmla="*/ 53449 h 60871"/>
                <a:gd name="csX3" fmla="*/ 15839 w 40481"/>
                <a:gd name="csY3" fmla="*/ 54196 h 60871"/>
                <a:gd name="csX4" fmla="*/ 27826 w 40481"/>
                <a:gd name="csY4" fmla="*/ 48928 h 60871"/>
                <a:gd name="csX5" fmla="*/ 32582 w 40481"/>
                <a:gd name="csY5" fmla="*/ 32851 h 60871"/>
                <a:gd name="csX6" fmla="*/ 26804 w 40481"/>
                <a:gd name="csY6" fmla="*/ 38042 h 60871"/>
                <a:gd name="csX7" fmla="*/ 19062 w 40481"/>
                <a:gd name="csY7" fmla="*/ 39847 h 60871"/>
                <a:gd name="csX8" fmla="*/ 5109 w 40481"/>
                <a:gd name="csY8" fmla="*/ 34540 h 60871"/>
                <a:gd name="csX9" fmla="*/ 0 w 40481"/>
                <a:gd name="csY9" fmla="*/ 19957 h 60871"/>
                <a:gd name="csX10" fmla="*/ 5345 w 40481"/>
                <a:gd name="csY10" fmla="*/ 5462 h 60871"/>
                <a:gd name="csX11" fmla="*/ 19572 w 40481"/>
                <a:gd name="csY11" fmla="*/ 0 h 60871"/>
                <a:gd name="csX12" fmla="*/ 35097 w 40481"/>
                <a:gd name="csY12" fmla="*/ 7820 h 60871"/>
                <a:gd name="csX13" fmla="*/ 40481 w 40481"/>
                <a:gd name="csY13" fmla="*/ 30455 h 60871"/>
                <a:gd name="csX14" fmla="*/ 33879 w 40481"/>
                <a:gd name="csY14" fmla="*/ 52624 h 60871"/>
                <a:gd name="csX15" fmla="*/ 16192 w 40481"/>
                <a:gd name="csY15" fmla="*/ 60871 h 60871"/>
                <a:gd name="csX16" fmla="*/ 10140 w 40481"/>
                <a:gd name="csY16" fmla="*/ 60289 h 60871"/>
                <a:gd name="csX17" fmla="*/ 3773 w 40481"/>
                <a:gd name="csY17" fmla="*/ 58514 h 60871"/>
                <a:gd name="csX18" fmla="*/ 19572 w 40481"/>
                <a:gd name="csY18" fmla="*/ 33637 h 60871"/>
                <a:gd name="csX19" fmla="*/ 28023 w 40481"/>
                <a:gd name="csY19" fmla="*/ 29980 h 60871"/>
                <a:gd name="csX20" fmla="*/ 31166 w 40481"/>
                <a:gd name="csY20" fmla="*/ 19957 h 60871"/>
                <a:gd name="csX21" fmla="*/ 28023 w 40481"/>
                <a:gd name="csY21" fmla="*/ 9984 h 60871"/>
                <a:gd name="csX22" fmla="*/ 19572 w 40481"/>
                <a:gd name="csY22" fmla="*/ 6287 h 60871"/>
                <a:gd name="csX23" fmla="*/ 11083 w 40481"/>
                <a:gd name="csY23" fmla="*/ 9984 h 60871"/>
                <a:gd name="csX24" fmla="*/ 7978 w 40481"/>
                <a:gd name="csY24" fmla="*/ 19957 h 60871"/>
                <a:gd name="csX25" fmla="*/ 11083 w 40481"/>
                <a:gd name="csY25" fmla="*/ 29980 h 60871"/>
                <a:gd name="csX26" fmla="*/ 19572 w 40481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1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4" y="52230"/>
                    <a:pt x="7781" y="52951"/>
                    <a:pt x="9825" y="53449"/>
                  </a:cubicBezTo>
                  <a:cubicBezTo>
                    <a:pt x="11869" y="53947"/>
                    <a:pt x="13874" y="54196"/>
                    <a:pt x="15839" y="54196"/>
                  </a:cubicBezTo>
                  <a:cubicBezTo>
                    <a:pt x="21079" y="54196"/>
                    <a:pt x="25075" y="52440"/>
                    <a:pt x="27826" y="48928"/>
                  </a:cubicBezTo>
                  <a:cubicBezTo>
                    <a:pt x="30603" y="45390"/>
                    <a:pt x="32188" y="40031"/>
                    <a:pt x="32582" y="32851"/>
                  </a:cubicBezTo>
                  <a:cubicBezTo>
                    <a:pt x="31062" y="35109"/>
                    <a:pt x="29136" y="36839"/>
                    <a:pt x="26804" y="38042"/>
                  </a:cubicBezTo>
                  <a:cubicBezTo>
                    <a:pt x="24472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09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5" y="5462"/>
                  </a:cubicBezTo>
                  <a:cubicBezTo>
                    <a:pt x="8908" y="1821"/>
                    <a:pt x="13651" y="0"/>
                    <a:pt x="19572" y="0"/>
                  </a:cubicBezTo>
                  <a:cubicBezTo>
                    <a:pt x="26358" y="0"/>
                    <a:pt x="31533" y="2607"/>
                    <a:pt x="35097" y="7820"/>
                  </a:cubicBezTo>
                  <a:cubicBezTo>
                    <a:pt x="38686" y="13007"/>
                    <a:pt x="40481" y="20552"/>
                    <a:pt x="40481" y="30455"/>
                  </a:cubicBezTo>
                  <a:cubicBezTo>
                    <a:pt x="40481" y="39704"/>
                    <a:pt x="38280" y="47094"/>
                    <a:pt x="33879" y="52624"/>
                  </a:cubicBezTo>
                  <a:cubicBezTo>
                    <a:pt x="29503" y="58122"/>
                    <a:pt x="23608" y="60871"/>
                    <a:pt x="16192" y="60871"/>
                  </a:cubicBezTo>
                  <a:cubicBezTo>
                    <a:pt x="14201" y="60871"/>
                    <a:pt x="12184" y="60677"/>
                    <a:pt x="10140" y="60289"/>
                  </a:cubicBezTo>
                  <a:cubicBezTo>
                    <a:pt x="8096" y="59895"/>
                    <a:pt x="5974" y="59303"/>
                    <a:pt x="3773" y="58514"/>
                  </a:cubicBezTo>
                  <a:moveTo>
                    <a:pt x="19572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8" y="27548"/>
                    <a:pt x="31166" y="24207"/>
                    <a:pt x="31166" y="19957"/>
                  </a:cubicBezTo>
                  <a:cubicBezTo>
                    <a:pt x="31166" y="15740"/>
                    <a:pt x="30118" y="12415"/>
                    <a:pt x="28023" y="9984"/>
                  </a:cubicBezTo>
                  <a:cubicBezTo>
                    <a:pt x="25953" y="7519"/>
                    <a:pt x="23136" y="6287"/>
                    <a:pt x="19572" y="6287"/>
                  </a:cubicBezTo>
                  <a:cubicBezTo>
                    <a:pt x="16009" y="6287"/>
                    <a:pt x="13179" y="7519"/>
                    <a:pt x="11083" y="9984"/>
                  </a:cubicBezTo>
                  <a:cubicBezTo>
                    <a:pt x="9013" y="12415"/>
                    <a:pt x="7978" y="15740"/>
                    <a:pt x="7978" y="19957"/>
                  </a:cubicBezTo>
                  <a:cubicBezTo>
                    <a:pt x="7978" y="24207"/>
                    <a:pt x="9013" y="27548"/>
                    <a:pt x="11083" y="29980"/>
                  </a:cubicBezTo>
                  <a:cubicBezTo>
                    <a:pt x="13179" y="32418"/>
                    <a:pt x="16009" y="33637"/>
                    <a:pt x="19572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B6D12E9D-A231-D46C-726B-6CB540567010}"/>
                </a:ext>
              </a:extLst>
            </p:cNvPr>
            <p:cNvSpPr/>
            <p:nvPr/>
          </p:nvSpPr>
          <p:spPr>
            <a:xfrm>
              <a:off x="1416792" y="2872419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3805A72-F2C5-5A7E-E4F6-417A7027B6E4}"/>
                </a:ext>
              </a:extLst>
            </p:cNvPr>
            <p:cNvSpPr/>
            <p:nvPr/>
          </p:nvSpPr>
          <p:spPr>
            <a:xfrm>
              <a:off x="1481327" y="2841256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3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3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7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56F7D71-B957-DD38-7F87-963E6FA3E540}"/>
                </a:ext>
              </a:extLst>
            </p:cNvPr>
            <p:cNvSpPr/>
            <p:nvPr/>
          </p:nvSpPr>
          <p:spPr>
            <a:xfrm>
              <a:off x="1793147" y="2872419"/>
              <a:ext cx="50383" cy="6684"/>
            </a:xfrm>
            <a:custGeom>
              <a:avLst/>
              <a:gdLst>
                <a:gd name="csX0" fmla="*/ 0 w 50383"/>
                <a:gd name="csY0" fmla="*/ 0 h 6684"/>
                <a:gd name="csX1" fmla="*/ 50383 w 50383"/>
                <a:gd name="csY1" fmla="*/ 0 h 6684"/>
                <a:gd name="csX2" fmla="*/ 50383 w 50383"/>
                <a:gd name="csY2" fmla="*/ 6685 h 6684"/>
                <a:gd name="csX3" fmla="*/ 0 w 50383"/>
                <a:gd name="csY3" fmla="*/ 6685 h 6684"/>
                <a:gd name="csX4" fmla="*/ 0 w 5038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3" h="6684">
                  <a:moveTo>
                    <a:pt x="0" y="0"/>
                  </a:moveTo>
                  <a:lnTo>
                    <a:pt x="50383" y="0"/>
                  </a:lnTo>
                  <a:lnTo>
                    <a:pt x="5038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A06FEBE3-7793-AC35-4387-EF004D1FC28E}"/>
                </a:ext>
              </a:extLst>
            </p:cNvPr>
            <p:cNvSpPr/>
            <p:nvPr/>
          </p:nvSpPr>
          <p:spPr>
            <a:xfrm>
              <a:off x="1858190" y="2841256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09" y="7487"/>
                    <a:pt x="20957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ADAACFA-B05B-9F0D-408C-C95F863FE030}"/>
                </a:ext>
              </a:extLst>
            </p:cNvPr>
            <p:cNvSpPr/>
            <p:nvPr/>
          </p:nvSpPr>
          <p:spPr>
            <a:xfrm>
              <a:off x="2200365" y="2841256"/>
              <a:ext cx="40555" cy="60871"/>
            </a:xfrm>
            <a:custGeom>
              <a:avLst/>
              <a:gdLst>
                <a:gd name="csX0" fmla="*/ 20278 w 40555"/>
                <a:gd name="csY0" fmla="*/ 6287 h 60871"/>
                <a:gd name="csX1" fmla="*/ 11041 w 40555"/>
                <a:gd name="csY1" fmla="*/ 12341 h 60871"/>
                <a:gd name="csX2" fmla="*/ 7975 w 40555"/>
                <a:gd name="csY2" fmla="*/ 30455 h 60871"/>
                <a:gd name="csX3" fmla="*/ 11041 w 40555"/>
                <a:gd name="csY3" fmla="*/ 48579 h 60871"/>
                <a:gd name="csX4" fmla="*/ 20278 w 40555"/>
                <a:gd name="csY4" fmla="*/ 54584 h 60871"/>
                <a:gd name="csX5" fmla="*/ 29514 w 40555"/>
                <a:gd name="csY5" fmla="*/ 48579 h 60871"/>
                <a:gd name="csX6" fmla="*/ 32619 w 40555"/>
                <a:gd name="csY6" fmla="*/ 30455 h 60871"/>
                <a:gd name="csX7" fmla="*/ 29514 w 40555"/>
                <a:gd name="csY7" fmla="*/ 12341 h 60871"/>
                <a:gd name="csX8" fmla="*/ 20278 w 40555"/>
                <a:gd name="csY8" fmla="*/ 6287 h 60871"/>
                <a:gd name="csX9" fmla="*/ 20278 w 40555"/>
                <a:gd name="csY9" fmla="*/ 0 h 60871"/>
                <a:gd name="csX10" fmla="*/ 35335 w 40555"/>
                <a:gd name="csY10" fmla="*/ 7820 h 60871"/>
                <a:gd name="csX11" fmla="*/ 40555 w 40555"/>
                <a:gd name="csY11" fmla="*/ 30455 h 60871"/>
                <a:gd name="csX12" fmla="*/ 35335 w 40555"/>
                <a:gd name="csY12" fmla="*/ 53090 h 60871"/>
                <a:gd name="csX13" fmla="*/ 20278 w 40555"/>
                <a:gd name="csY13" fmla="*/ 60871 h 60871"/>
                <a:gd name="csX14" fmla="*/ 5191 w 40555"/>
                <a:gd name="csY14" fmla="*/ 53090 h 60871"/>
                <a:gd name="csX15" fmla="*/ 0 w 40555"/>
                <a:gd name="csY15" fmla="*/ 30455 h 60871"/>
                <a:gd name="csX16" fmla="*/ 5191 w 40555"/>
                <a:gd name="csY16" fmla="*/ 7820 h 60871"/>
                <a:gd name="csX17" fmla="*/ 20278 w 40555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5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15" y="13007"/>
                    <a:pt x="40555" y="20552"/>
                    <a:pt x="40555" y="30455"/>
                  </a:cubicBezTo>
                  <a:cubicBezTo>
                    <a:pt x="40555" y="40332"/>
                    <a:pt x="38815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1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1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9DD91F6-F362-463D-73C1-F016B87BA70B}"/>
                </a:ext>
              </a:extLst>
            </p:cNvPr>
            <p:cNvSpPr/>
            <p:nvPr/>
          </p:nvSpPr>
          <p:spPr>
            <a:xfrm>
              <a:off x="2576993" y="2841256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27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2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17" y="49280"/>
                    <a:pt x="30727" y="46425"/>
                    <a:pt x="30727" y="42680"/>
                  </a:cubicBezTo>
                  <a:cubicBezTo>
                    <a:pt x="30727" y="39219"/>
                    <a:pt x="29511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2" y="10714"/>
                    <a:pt x="26128" y="9110"/>
                  </a:cubicBezTo>
                  <a:cubicBezTo>
                    <a:pt x="24006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3A81929A-2F9A-AD2A-497B-B86F0FBD618E}"/>
                </a:ext>
              </a:extLst>
            </p:cNvPr>
            <p:cNvSpPr/>
            <p:nvPr/>
          </p:nvSpPr>
          <p:spPr>
            <a:xfrm>
              <a:off x="1885017" y="2941983"/>
              <a:ext cx="42951" cy="60221"/>
            </a:xfrm>
            <a:custGeom>
              <a:avLst/>
              <a:gdLst>
                <a:gd name="csX0" fmla="*/ 42951 w 42951"/>
                <a:gd name="csY0" fmla="*/ 3541 h 60221"/>
                <a:gd name="csX1" fmla="*/ 42544 w 42951"/>
                <a:gd name="csY1" fmla="*/ 5676 h 60221"/>
                <a:gd name="csX2" fmla="*/ 33637 w 42951"/>
                <a:gd name="csY2" fmla="*/ 41224 h 60221"/>
                <a:gd name="csX3" fmla="*/ 25313 w 42951"/>
                <a:gd name="csY3" fmla="*/ 54672 h 60221"/>
                <a:gd name="csX4" fmla="*/ 11817 w 42951"/>
                <a:gd name="csY4" fmla="*/ 60221 h 60221"/>
                <a:gd name="csX5" fmla="*/ 4725 w 42951"/>
                <a:gd name="csY5" fmla="*/ 57902 h 60221"/>
                <a:gd name="csX6" fmla="*/ 1960 w 42951"/>
                <a:gd name="csY6" fmla="*/ 52130 h 60221"/>
                <a:gd name="csX7" fmla="*/ 3590 w 42951"/>
                <a:gd name="csY7" fmla="*/ 47541 h 60221"/>
                <a:gd name="csX8" fmla="*/ 7179 w 42951"/>
                <a:gd name="csY8" fmla="*/ 46085 h 60221"/>
                <a:gd name="csX9" fmla="*/ 8499 w 42951"/>
                <a:gd name="csY9" fmla="*/ 46270 h 60221"/>
                <a:gd name="csX10" fmla="*/ 9906 w 42951"/>
                <a:gd name="csY10" fmla="*/ 47220 h 60221"/>
                <a:gd name="csX11" fmla="*/ 10634 w 42951"/>
                <a:gd name="csY11" fmla="*/ 49306 h 60221"/>
                <a:gd name="csX12" fmla="*/ 8771 w 42951"/>
                <a:gd name="csY12" fmla="*/ 53129 h 60221"/>
                <a:gd name="csX13" fmla="*/ 7005 w 42951"/>
                <a:gd name="csY13" fmla="*/ 54080 h 60221"/>
                <a:gd name="csX14" fmla="*/ 4773 w 42951"/>
                <a:gd name="csY14" fmla="*/ 54264 h 60221"/>
                <a:gd name="csX15" fmla="*/ 6316 w 42951"/>
                <a:gd name="csY15" fmla="*/ 56399 h 60221"/>
                <a:gd name="csX16" fmla="*/ 8460 w 42951"/>
                <a:gd name="csY16" fmla="*/ 57582 h 60221"/>
                <a:gd name="csX17" fmla="*/ 10323 w 42951"/>
                <a:gd name="csY17" fmla="*/ 58038 h 60221"/>
                <a:gd name="csX18" fmla="*/ 11817 w 42951"/>
                <a:gd name="csY18" fmla="*/ 58174 h 60221"/>
                <a:gd name="csX19" fmla="*/ 22092 w 42951"/>
                <a:gd name="csY19" fmla="*/ 52314 h 60221"/>
                <a:gd name="csX20" fmla="*/ 24362 w 42951"/>
                <a:gd name="csY20" fmla="*/ 48763 h 60221"/>
                <a:gd name="csX21" fmla="*/ 26089 w 42951"/>
                <a:gd name="csY21" fmla="*/ 44902 h 60221"/>
                <a:gd name="csX22" fmla="*/ 27137 w 42951"/>
                <a:gd name="csY22" fmla="*/ 41671 h 60221"/>
                <a:gd name="csX23" fmla="*/ 28136 w 42951"/>
                <a:gd name="csY23" fmla="*/ 37945 h 60221"/>
                <a:gd name="csX24" fmla="*/ 18725 w 42951"/>
                <a:gd name="csY24" fmla="*/ 42175 h 60221"/>
                <a:gd name="csX25" fmla="*/ 14592 w 42951"/>
                <a:gd name="csY25" fmla="*/ 41583 h 60221"/>
                <a:gd name="csX26" fmla="*/ 11002 w 42951"/>
                <a:gd name="csY26" fmla="*/ 39769 h 60221"/>
                <a:gd name="csX27" fmla="*/ 8315 w 42951"/>
                <a:gd name="csY27" fmla="*/ 36267 h 60221"/>
                <a:gd name="csX28" fmla="*/ 7364 w 42951"/>
                <a:gd name="csY28" fmla="*/ 31086 h 60221"/>
                <a:gd name="csX29" fmla="*/ 8596 w 42951"/>
                <a:gd name="csY29" fmla="*/ 23673 h 60221"/>
                <a:gd name="csX30" fmla="*/ 12778 w 42951"/>
                <a:gd name="csY30" fmla="*/ 11546 h 60221"/>
                <a:gd name="csX31" fmla="*/ 14369 w 42951"/>
                <a:gd name="csY31" fmla="*/ 4997 h 60221"/>
                <a:gd name="csX32" fmla="*/ 14136 w 42951"/>
                <a:gd name="csY32" fmla="*/ 3318 h 60221"/>
                <a:gd name="csX33" fmla="*/ 13457 w 42951"/>
                <a:gd name="csY33" fmla="*/ 2406 h 60221"/>
                <a:gd name="csX34" fmla="*/ 12729 w 42951"/>
                <a:gd name="csY34" fmla="*/ 2086 h 60221"/>
                <a:gd name="csX35" fmla="*/ 12050 w 42951"/>
                <a:gd name="csY35" fmla="*/ 2047 h 60221"/>
                <a:gd name="csX36" fmla="*/ 6869 w 42951"/>
                <a:gd name="csY36" fmla="*/ 4773 h 60221"/>
                <a:gd name="csX37" fmla="*/ 2639 w 42951"/>
                <a:gd name="csY37" fmla="*/ 13583 h 60221"/>
                <a:gd name="csX38" fmla="*/ 2047 w 42951"/>
                <a:gd name="csY38" fmla="*/ 15000 h 60221"/>
                <a:gd name="csX39" fmla="*/ 1135 w 42951"/>
                <a:gd name="csY39" fmla="*/ 15271 h 60221"/>
                <a:gd name="csX40" fmla="*/ 0 w 42951"/>
                <a:gd name="csY40" fmla="*/ 14311 h 60221"/>
                <a:gd name="csX41" fmla="*/ 407 w 42951"/>
                <a:gd name="csY41" fmla="*/ 12545 h 60221"/>
                <a:gd name="csX42" fmla="*/ 1775 w 42951"/>
                <a:gd name="csY42" fmla="*/ 8955 h 60221"/>
                <a:gd name="csX43" fmla="*/ 4143 w 42951"/>
                <a:gd name="csY43" fmla="*/ 4812 h 60221"/>
                <a:gd name="csX44" fmla="*/ 7636 w 42951"/>
                <a:gd name="csY44" fmla="*/ 1407 h 60221"/>
                <a:gd name="csX45" fmla="*/ 12322 w 42951"/>
                <a:gd name="csY45" fmla="*/ 0 h 60221"/>
                <a:gd name="csX46" fmla="*/ 17823 w 42951"/>
                <a:gd name="csY46" fmla="*/ 2222 h 60221"/>
                <a:gd name="csX47" fmla="*/ 19957 w 42951"/>
                <a:gd name="csY47" fmla="*/ 7636 h 60221"/>
                <a:gd name="csX48" fmla="*/ 19589 w 42951"/>
                <a:gd name="csY48" fmla="*/ 10129 h 60221"/>
                <a:gd name="csX49" fmla="*/ 18094 w 42951"/>
                <a:gd name="csY49" fmla="*/ 14311 h 60221"/>
                <a:gd name="csX50" fmla="*/ 13321 w 42951"/>
                <a:gd name="csY50" fmla="*/ 32590 h 60221"/>
                <a:gd name="csX51" fmla="*/ 13544 w 42951"/>
                <a:gd name="csY51" fmla="*/ 35267 h 60221"/>
                <a:gd name="csX52" fmla="*/ 14408 w 42951"/>
                <a:gd name="csY52" fmla="*/ 37625 h 60221"/>
                <a:gd name="csX53" fmla="*/ 16183 w 42951"/>
                <a:gd name="csY53" fmla="*/ 39449 h 60221"/>
                <a:gd name="csX54" fmla="*/ 19094 w 42951"/>
                <a:gd name="csY54" fmla="*/ 40080 h 60221"/>
                <a:gd name="csX55" fmla="*/ 23227 w 42951"/>
                <a:gd name="csY55" fmla="*/ 39080 h 60221"/>
                <a:gd name="csX56" fmla="*/ 26545 w 42951"/>
                <a:gd name="csY56" fmla="*/ 36626 h 60221"/>
                <a:gd name="csX57" fmla="*/ 28631 w 42951"/>
                <a:gd name="csY57" fmla="*/ 34035 h 60221"/>
                <a:gd name="csX58" fmla="*/ 29640 w 42951"/>
                <a:gd name="csY58" fmla="*/ 32172 h 60221"/>
                <a:gd name="csX59" fmla="*/ 33812 w 42951"/>
                <a:gd name="csY59" fmla="*/ 15446 h 60221"/>
                <a:gd name="csX60" fmla="*/ 35684 w 42951"/>
                <a:gd name="csY60" fmla="*/ 7995 h 60221"/>
                <a:gd name="csX61" fmla="*/ 36955 w 42951"/>
                <a:gd name="csY61" fmla="*/ 2949 h 60221"/>
                <a:gd name="csX62" fmla="*/ 38450 w 42951"/>
                <a:gd name="csY62" fmla="*/ 1494 h 60221"/>
                <a:gd name="csX63" fmla="*/ 40225 w 42951"/>
                <a:gd name="csY63" fmla="*/ 999 h 60221"/>
                <a:gd name="csX64" fmla="*/ 42136 w 42951"/>
                <a:gd name="csY64" fmla="*/ 1678 h 60221"/>
                <a:gd name="csX65" fmla="*/ 42951 w 42951"/>
                <a:gd name="csY65" fmla="*/ 3541 h 6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2951" h="60221">
                  <a:moveTo>
                    <a:pt x="42951" y="3541"/>
                  </a:moveTo>
                  <a:cubicBezTo>
                    <a:pt x="42951" y="3968"/>
                    <a:pt x="42816" y="4680"/>
                    <a:pt x="42544" y="5676"/>
                  </a:cubicBezTo>
                  <a:lnTo>
                    <a:pt x="33637" y="41224"/>
                  </a:lnTo>
                  <a:cubicBezTo>
                    <a:pt x="32331" y="46496"/>
                    <a:pt x="29556" y="50978"/>
                    <a:pt x="25313" y="54672"/>
                  </a:cubicBezTo>
                  <a:cubicBezTo>
                    <a:pt x="21102" y="58371"/>
                    <a:pt x="16604" y="60221"/>
                    <a:pt x="11817" y="60221"/>
                  </a:cubicBezTo>
                  <a:cubicBezTo>
                    <a:pt x="8939" y="60221"/>
                    <a:pt x="6575" y="59448"/>
                    <a:pt x="4725" y="57902"/>
                  </a:cubicBezTo>
                  <a:cubicBezTo>
                    <a:pt x="2882" y="56389"/>
                    <a:pt x="1960" y="54465"/>
                    <a:pt x="1960" y="52130"/>
                  </a:cubicBezTo>
                  <a:cubicBezTo>
                    <a:pt x="1960" y="50066"/>
                    <a:pt x="2503" y="48537"/>
                    <a:pt x="3590" y="47541"/>
                  </a:cubicBezTo>
                  <a:cubicBezTo>
                    <a:pt x="4683" y="46570"/>
                    <a:pt x="5879" y="46085"/>
                    <a:pt x="7179" y="46085"/>
                  </a:cubicBezTo>
                  <a:cubicBezTo>
                    <a:pt x="7606" y="46085"/>
                    <a:pt x="8046" y="46147"/>
                    <a:pt x="8499" y="46270"/>
                  </a:cubicBezTo>
                  <a:cubicBezTo>
                    <a:pt x="8958" y="46386"/>
                    <a:pt x="9427" y="46703"/>
                    <a:pt x="9906" y="47220"/>
                  </a:cubicBezTo>
                  <a:cubicBezTo>
                    <a:pt x="10391" y="47738"/>
                    <a:pt x="10634" y="48433"/>
                    <a:pt x="10634" y="49306"/>
                  </a:cubicBezTo>
                  <a:cubicBezTo>
                    <a:pt x="10634" y="50736"/>
                    <a:pt x="10013" y="52010"/>
                    <a:pt x="8771" y="53129"/>
                  </a:cubicBezTo>
                  <a:cubicBezTo>
                    <a:pt x="8169" y="53646"/>
                    <a:pt x="7581" y="53963"/>
                    <a:pt x="7005" y="54080"/>
                  </a:cubicBezTo>
                  <a:cubicBezTo>
                    <a:pt x="6455" y="54203"/>
                    <a:pt x="5711" y="54264"/>
                    <a:pt x="4773" y="54264"/>
                  </a:cubicBezTo>
                  <a:cubicBezTo>
                    <a:pt x="5136" y="55111"/>
                    <a:pt x="5650" y="55823"/>
                    <a:pt x="6316" y="56399"/>
                  </a:cubicBezTo>
                  <a:cubicBezTo>
                    <a:pt x="6982" y="56974"/>
                    <a:pt x="7697" y="57369"/>
                    <a:pt x="8460" y="57582"/>
                  </a:cubicBezTo>
                  <a:cubicBezTo>
                    <a:pt x="9217" y="57822"/>
                    <a:pt x="9838" y="57974"/>
                    <a:pt x="10323" y="58038"/>
                  </a:cubicBezTo>
                  <a:cubicBezTo>
                    <a:pt x="10834" y="58129"/>
                    <a:pt x="11332" y="58174"/>
                    <a:pt x="11817" y="58174"/>
                  </a:cubicBezTo>
                  <a:cubicBezTo>
                    <a:pt x="15698" y="58174"/>
                    <a:pt x="19123" y="56221"/>
                    <a:pt x="22092" y="52314"/>
                  </a:cubicBezTo>
                  <a:cubicBezTo>
                    <a:pt x="22971" y="51130"/>
                    <a:pt x="23728" y="49947"/>
                    <a:pt x="24362" y="48763"/>
                  </a:cubicBezTo>
                  <a:cubicBezTo>
                    <a:pt x="25028" y="47612"/>
                    <a:pt x="25604" y="46325"/>
                    <a:pt x="26089" y="44902"/>
                  </a:cubicBezTo>
                  <a:cubicBezTo>
                    <a:pt x="26574" y="43511"/>
                    <a:pt x="26923" y="42434"/>
                    <a:pt x="27137" y="41671"/>
                  </a:cubicBezTo>
                  <a:cubicBezTo>
                    <a:pt x="27376" y="40914"/>
                    <a:pt x="27709" y="39672"/>
                    <a:pt x="28136" y="37945"/>
                  </a:cubicBezTo>
                  <a:cubicBezTo>
                    <a:pt x="25316" y="40765"/>
                    <a:pt x="22179" y="42175"/>
                    <a:pt x="18725" y="42175"/>
                  </a:cubicBezTo>
                  <a:cubicBezTo>
                    <a:pt x="17270" y="42175"/>
                    <a:pt x="15892" y="41978"/>
                    <a:pt x="14592" y="41583"/>
                  </a:cubicBezTo>
                  <a:cubicBezTo>
                    <a:pt x="13318" y="41189"/>
                    <a:pt x="12121" y="40584"/>
                    <a:pt x="11002" y="39769"/>
                  </a:cubicBezTo>
                  <a:cubicBezTo>
                    <a:pt x="9883" y="38915"/>
                    <a:pt x="8987" y="37748"/>
                    <a:pt x="8315" y="36267"/>
                  </a:cubicBezTo>
                  <a:cubicBezTo>
                    <a:pt x="7681" y="34779"/>
                    <a:pt x="7364" y="33052"/>
                    <a:pt x="7364" y="31086"/>
                  </a:cubicBezTo>
                  <a:cubicBezTo>
                    <a:pt x="7364" y="28997"/>
                    <a:pt x="7775" y="26526"/>
                    <a:pt x="8596" y="23673"/>
                  </a:cubicBezTo>
                  <a:cubicBezTo>
                    <a:pt x="9411" y="20827"/>
                    <a:pt x="10805" y="16785"/>
                    <a:pt x="12778" y="11546"/>
                  </a:cubicBezTo>
                  <a:cubicBezTo>
                    <a:pt x="13838" y="8603"/>
                    <a:pt x="14369" y="6420"/>
                    <a:pt x="14369" y="4997"/>
                  </a:cubicBezTo>
                  <a:cubicBezTo>
                    <a:pt x="14369" y="4298"/>
                    <a:pt x="14291" y="3739"/>
                    <a:pt x="14136" y="3318"/>
                  </a:cubicBezTo>
                  <a:cubicBezTo>
                    <a:pt x="13987" y="2859"/>
                    <a:pt x="13761" y="2555"/>
                    <a:pt x="13457" y="2406"/>
                  </a:cubicBezTo>
                  <a:cubicBezTo>
                    <a:pt x="13153" y="2225"/>
                    <a:pt x="12910" y="2118"/>
                    <a:pt x="12729" y="2086"/>
                  </a:cubicBezTo>
                  <a:cubicBezTo>
                    <a:pt x="12574" y="2060"/>
                    <a:pt x="12347" y="2047"/>
                    <a:pt x="12050" y="2047"/>
                  </a:cubicBezTo>
                  <a:cubicBezTo>
                    <a:pt x="10258" y="2047"/>
                    <a:pt x="8531" y="2956"/>
                    <a:pt x="6869" y="4773"/>
                  </a:cubicBezTo>
                  <a:cubicBezTo>
                    <a:pt x="5200" y="6591"/>
                    <a:pt x="3790" y="9528"/>
                    <a:pt x="2639" y="13583"/>
                  </a:cubicBezTo>
                  <a:cubicBezTo>
                    <a:pt x="2393" y="14340"/>
                    <a:pt x="2196" y="14812"/>
                    <a:pt x="2047" y="15000"/>
                  </a:cubicBezTo>
                  <a:cubicBezTo>
                    <a:pt x="1898" y="15181"/>
                    <a:pt x="1594" y="15271"/>
                    <a:pt x="1135" y="15271"/>
                  </a:cubicBezTo>
                  <a:cubicBezTo>
                    <a:pt x="378" y="15239"/>
                    <a:pt x="0" y="14919"/>
                    <a:pt x="0" y="14311"/>
                  </a:cubicBezTo>
                  <a:cubicBezTo>
                    <a:pt x="0" y="14071"/>
                    <a:pt x="136" y="13483"/>
                    <a:pt x="407" y="12545"/>
                  </a:cubicBezTo>
                  <a:cubicBezTo>
                    <a:pt x="686" y="11575"/>
                    <a:pt x="1142" y="10378"/>
                    <a:pt x="1775" y="8955"/>
                  </a:cubicBezTo>
                  <a:cubicBezTo>
                    <a:pt x="2442" y="7500"/>
                    <a:pt x="3231" y="6119"/>
                    <a:pt x="4143" y="4812"/>
                  </a:cubicBezTo>
                  <a:cubicBezTo>
                    <a:pt x="5048" y="3480"/>
                    <a:pt x="6213" y="2345"/>
                    <a:pt x="7636" y="1407"/>
                  </a:cubicBezTo>
                  <a:cubicBezTo>
                    <a:pt x="9091" y="469"/>
                    <a:pt x="10653" y="0"/>
                    <a:pt x="12322" y="0"/>
                  </a:cubicBezTo>
                  <a:cubicBezTo>
                    <a:pt x="14592" y="0"/>
                    <a:pt x="16426" y="741"/>
                    <a:pt x="17823" y="2222"/>
                  </a:cubicBezTo>
                  <a:cubicBezTo>
                    <a:pt x="19246" y="3677"/>
                    <a:pt x="19957" y="5482"/>
                    <a:pt x="19957" y="7636"/>
                  </a:cubicBezTo>
                  <a:cubicBezTo>
                    <a:pt x="19957" y="8515"/>
                    <a:pt x="19834" y="9346"/>
                    <a:pt x="19589" y="10129"/>
                  </a:cubicBezTo>
                  <a:cubicBezTo>
                    <a:pt x="19375" y="10886"/>
                    <a:pt x="18877" y="12280"/>
                    <a:pt x="18094" y="14311"/>
                  </a:cubicBezTo>
                  <a:cubicBezTo>
                    <a:pt x="14912" y="22493"/>
                    <a:pt x="13321" y="28586"/>
                    <a:pt x="13321" y="32590"/>
                  </a:cubicBezTo>
                  <a:cubicBezTo>
                    <a:pt x="13321" y="33553"/>
                    <a:pt x="13395" y="34446"/>
                    <a:pt x="13544" y="35267"/>
                  </a:cubicBezTo>
                  <a:cubicBezTo>
                    <a:pt x="13725" y="36057"/>
                    <a:pt x="14013" y="36842"/>
                    <a:pt x="14408" y="37625"/>
                  </a:cubicBezTo>
                  <a:cubicBezTo>
                    <a:pt x="14802" y="38388"/>
                    <a:pt x="15394" y="38996"/>
                    <a:pt x="16183" y="39449"/>
                  </a:cubicBezTo>
                  <a:cubicBezTo>
                    <a:pt x="16998" y="39869"/>
                    <a:pt x="17968" y="40080"/>
                    <a:pt x="19094" y="40080"/>
                  </a:cubicBezTo>
                  <a:cubicBezTo>
                    <a:pt x="20517" y="40080"/>
                    <a:pt x="21894" y="39746"/>
                    <a:pt x="23227" y="39080"/>
                  </a:cubicBezTo>
                  <a:cubicBezTo>
                    <a:pt x="24592" y="38388"/>
                    <a:pt x="25698" y="37570"/>
                    <a:pt x="26545" y="36626"/>
                  </a:cubicBezTo>
                  <a:cubicBezTo>
                    <a:pt x="27425" y="35688"/>
                    <a:pt x="28120" y="34824"/>
                    <a:pt x="28631" y="34035"/>
                  </a:cubicBezTo>
                  <a:cubicBezTo>
                    <a:pt x="29181" y="33220"/>
                    <a:pt x="29517" y="32599"/>
                    <a:pt x="29640" y="32172"/>
                  </a:cubicBezTo>
                  <a:lnTo>
                    <a:pt x="33812" y="15446"/>
                  </a:lnTo>
                  <a:lnTo>
                    <a:pt x="35684" y="7995"/>
                  </a:lnTo>
                  <a:cubicBezTo>
                    <a:pt x="36260" y="5297"/>
                    <a:pt x="36684" y="3616"/>
                    <a:pt x="36955" y="2949"/>
                  </a:cubicBezTo>
                  <a:cubicBezTo>
                    <a:pt x="37318" y="2316"/>
                    <a:pt x="37816" y="1831"/>
                    <a:pt x="38450" y="1494"/>
                  </a:cubicBezTo>
                  <a:cubicBezTo>
                    <a:pt x="39090" y="1164"/>
                    <a:pt x="39682" y="999"/>
                    <a:pt x="40225" y="999"/>
                  </a:cubicBezTo>
                  <a:cubicBezTo>
                    <a:pt x="40982" y="999"/>
                    <a:pt x="41619" y="1226"/>
                    <a:pt x="42136" y="1678"/>
                  </a:cubicBezTo>
                  <a:cubicBezTo>
                    <a:pt x="42680" y="2131"/>
                    <a:pt x="42951" y="2752"/>
                    <a:pt x="42951" y="354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D9C6DCB-1245-5284-546D-EE389EAA9FB3}"/>
                </a:ext>
              </a:extLst>
            </p:cNvPr>
            <p:cNvSpPr/>
            <p:nvPr/>
          </p:nvSpPr>
          <p:spPr>
            <a:xfrm>
              <a:off x="912087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AC2BD74-18CB-E8CD-E98A-24A70323F615}"/>
                </a:ext>
              </a:extLst>
            </p:cNvPr>
            <p:cNvSpPr/>
            <p:nvPr/>
          </p:nvSpPr>
          <p:spPr>
            <a:xfrm>
              <a:off x="912087" y="2772536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9C3F4310-F34E-F09F-979A-19D98A4D042D}"/>
                </a:ext>
              </a:extLst>
            </p:cNvPr>
            <p:cNvSpPr/>
            <p:nvPr/>
          </p:nvSpPr>
          <p:spPr>
            <a:xfrm>
              <a:off x="912087" y="246773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473D410-DD86-184C-42AF-435D1F97D7BF}"/>
                </a:ext>
              </a:extLst>
            </p:cNvPr>
            <p:cNvSpPr/>
            <p:nvPr/>
          </p:nvSpPr>
          <p:spPr>
            <a:xfrm>
              <a:off x="912087" y="2162935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2F498E4-4C5E-D7E5-E2B5-061A0DDE3708}"/>
                </a:ext>
              </a:extLst>
            </p:cNvPr>
            <p:cNvSpPr/>
            <p:nvPr/>
          </p:nvSpPr>
          <p:spPr>
            <a:xfrm>
              <a:off x="912087" y="1858134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779334E-F7F8-3324-AD8A-549704AC12B1}"/>
                </a:ext>
              </a:extLst>
            </p:cNvPr>
            <p:cNvSpPr/>
            <p:nvPr/>
          </p:nvSpPr>
          <p:spPr>
            <a:xfrm>
              <a:off x="912087" y="155333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07E11102-6759-4B1F-1F63-7B0F259ED744}"/>
                </a:ext>
              </a:extLst>
            </p:cNvPr>
            <p:cNvSpPr/>
            <p:nvPr/>
          </p:nvSpPr>
          <p:spPr>
            <a:xfrm>
              <a:off x="759802" y="2742139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2845E62-E20E-9E3B-4283-19542A262649}"/>
                </a:ext>
              </a:extLst>
            </p:cNvPr>
            <p:cNvSpPr/>
            <p:nvPr/>
          </p:nvSpPr>
          <p:spPr>
            <a:xfrm>
              <a:off x="814315" y="2791891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E490BAF-BD6F-948D-6091-A6D33CBF06D5}"/>
                </a:ext>
              </a:extLst>
            </p:cNvPr>
            <p:cNvSpPr/>
            <p:nvPr/>
          </p:nvSpPr>
          <p:spPr>
            <a:xfrm>
              <a:off x="836600" y="2742139"/>
              <a:ext cx="40559" cy="60880"/>
            </a:xfrm>
            <a:custGeom>
              <a:avLst/>
              <a:gdLst>
                <a:gd name="csX0" fmla="*/ 20280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80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80 w 40559"/>
                <a:gd name="csY8" fmla="*/ 6287 h 60880"/>
                <a:gd name="csX9" fmla="*/ 20280 w 40559"/>
                <a:gd name="csY9" fmla="*/ 0 h 60880"/>
                <a:gd name="csX10" fmla="*/ 35333 w 40559"/>
                <a:gd name="csY10" fmla="*/ 7820 h 60880"/>
                <a:gd name="csX11" fmla="*/ 40560 w 40559"/>
                <a:gd name="csY11" fmla="*/ 30455 h 60880"/>
                <a:gd name="csX12" fmla="*/ 35333 w 40559"/>
                <a:gd name="csY12" fmla="*/ 53100 h 60880"/>
                <a:gd name="csX13" fmla="*/ 20280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80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4" y="2607"/>
                    <a:pt x="35333" y="7820"/>
                  </a:cubicBezTo>
                  <a:cubicBezTo>
                    <a:pt x="38818" y="13007"/>
                    <a:pt x="40560" y="20552"/>
                    <a:pt x="40560" y="30455"/>
                  </a:cubicBezTo>
                  <a:cubicBezTo>
                    <a:pt x="40560" y="40338"/>
                    <a:pt x="38818" y="47887"/>
                    <a:pt x="35333" y="53100"/>
                  </a:cubicBezTo>
                  <a:cubicBezTo>
                    <a:pt x="31874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3F2ED6BB-1861-CBC2-5260-6F03540F8ABE}"/>
                </a:ext>
              </a:extLst>
            </p:cNvPr>
            <p:cNvSpPr/>
            <p:nvPr/>
          </p:nvSpPr>
          <p:spPr>
            <a:xfrm>
              <a:off x="762514" y="2437336"/>
              <a:ext cx="40560" cy="60880"/>
            </a:xfrm>
            <a:custGeom>
              <a:avLst/>
              <a:gdLst>
                <a:gd name="csX0" fmla="*/ 20280 w 40560"/>
                <a:gd name="csY0" fmla="*/ 6289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9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9 w 40560"/>
                <a:gd name="csY14" fmla="*/ 53100 h 60880"/>
                <a:gd name="csX15" fmla="*/ 0 w 40560"/>
                <a:gd name="csY15" fmla="*/ 30455 h 60880"/>
                <a:gd name="csX16" fmla="*/ 5189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9"/>
                  </a:moveTo>
                  <a:cubicBezTo>
                    <a:pt x="16193" y="6289"/>
                    <a:pt x="13114" y="8306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6"/>
                    <a:pt x="24394" y="6289"/>
                    <a:pt x="20280" y="6289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9" y="53100"/>
                  </a:cubicBezTo>
                  <a:cubicBezTo>
                    <a:pt x="1730" y="47887"/>
                    <a:pt x="0" y="40338"/>
                    <a:pt x="0" y="30455"/>
                  </a:cubicBezTo>
                  <a:cubicBezTo>
                    <a:pt x="0" y="20552"/>
                    <a:pt x="1730" y="13007"/>
                    <a:pt x="5189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602971C-1187-6322-27A3-86E4334F0F60}"/>
                </a:ext>
              </a:extLst>
            </p:cNvPr>
            <p:cNvSpPr/>
            <p:nvPr/>
          </p:nvSpPr>
          <p:spPr>
            <a:xfrm>
              <a:off x="817027" y="2487089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42D89BD-8F9C-95D3-A898-58417C862D19}"/>
                </a:ext>
              </a:extLst>
            </p:cNvPr>
            <p:cNvSpPr/>
            <p:nvPr/>
          </p:nvSpPr>
          <p:spPr>
            <a:xfrm>
              <a:off x="839901" y="2437336"/>
              <a:ext cx="37258" cy="59736"/>
            </a:xfrm>
            <a:custGeom>
              <a:avLst/>
              <a:gdLst>
                <a:gd name="csX0" fmla="*/ 9550 w 37258"/>
                <a:gd name="csY0" fmla="*/ 53061 h 59736"/>
                <a:gd name="csX1" fmla="*/ 37258 w 37258"/>
                <a:gd name="csY1" fmla="*/ 53061 h 59736"/>
                <a:gd name="csX2" fmla="*/ 37258 w 37258"/>
                <a:gd name="csY2" fmla="*/ 59736 h 59736"/>
                <a:gd name="csX3" fmla="*/ 0 w 37258"/>
                <a:gd name="csY3" fmla="*/ 59736 h 59736"/>
                <a:gd name="csX4" fmla="*/ 0 w 37258"/>
                <a:gd name="csY4" fmla="*/ 53061 h 59736"/>
                <a:gd name="csX5" fmla="*/ 12301 w 37258"/>
                <a:gd name="csY5" fmla="*/ 40526 h 59736"/>
                <a:gd name="csX6" fmla="*/ 22127 w 37258"/>
                <a:gd name="csY6" fmla="*/ 30339 h 59736"/>
                <a:gd name="csX7" fmla="*/ 27433 w 37258"/>
                <a:gd name="csY7" fmla="*/ 23111 h 59736"/>
                <a:gd name="csX8" fmla="*/ 28966 w 37258"/>
                <a:gd name="csY8" fmla="*/ 17250 h 59736"/>
                <a:gd name="csX9" fmla="*/ 25664 w 37258"/>
                <a:gd name="csY9" fmla="*/ 9634 h 59736"/>
                <a:gd name="csX10" fmla="*/ 17136 w 37258"/>
                <a:gd name="csY10" fmla="*/ 6682 h 59736"/>
                <a:gd name="csX11" fmla="*/ 9235 w 37258"/>
                <a:gd name="csY11" fmla="*/ 7975 h 59736"/>
                <a:gd name="csX12" fmla="*/ 393 w 37258"/>
                <a:gd name="csY12" fmla="*/ 11905 h 59736"/>
                <a:gd name="csX13" fmla="*/ 393 w 37258"/>
                <a:gd name="csY13" fmla="*/ 3892 h 59736"/>
                <a:gd name="csX14" fmla="*/ 9354 w 37258"/>
                <a:gd name="csY14" fmla="*/ 983 h 59736"/>
                <a:gd name="csX15" fmla="*/ 16979 w 37258"/>
                <a:gd name="csY15" fmla="*/ 0 h 59736"/>
                <a:gd name="csX16" fmla="*/ 31520 w 37258"/>
                <a:gd name="csY16" fmla="*/ 4560 h 59736"/>
                <a:gd name="csX17" fmla="*/ 36944 w 37258"/>
                <a:gd name="csY17" fmla="*/ 16746 h 59736"/>
                <a:gd name="csX18" fmla="*/ 35568 w 37258"/>
                <a:gd name="csY18" fmla="*/ 23625 h 59736"/>
                <a:gd name="csX19" fmla="*/ 30656 w 37258"/>
                <a:gd name="csY19" fmla="*/ 31251 h 59736"/>
                <a:gd name="csX20" fmla="*/ 24407 w 37258"/>
                <a:gd name="csY20" fmla="*/ 37848 h 59736"/>
                <a:gd name="csX21" fmla="*/ 9550 w 37258"/>
                <a:gd name="csY21" fmla="*/ 53061 h 597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36">
                  <a:moveTo>
                    <a:pt x="9550" y="53061"/>
                  </a:moveTo>
                  <a:lnTo>
                    <a:pt x="37258" y="53061"/>
                  </a:lnTo>
                  <a:lnTo>
                    <a:pt x="37258" y="59736"/>
                  </a:lnTo>
                  <a:lnTo>
                    <a:pt x="0" y="59736"/>
                  </a:lnTo>
                  <a:lnTo>
                    <a:pt x="0" y="53061"/>
                  </a:lnTo>
                  <a:cubicBezTo>
                    <a:pt x="3013" y="49943"/>
                    <a:pt x="7113" y="45765"/>
                    <a:pt x="12301" y="40526"/>
                  </a:cubicBezTo>
                  <a:cubicBezTo>
                    <a:pt x="17515" y="35254"/>
                    <a:pt x="20790" y="31859"/>
                    <a:pt x="22127" y="30339"/>
                  </a:cubicBezTo>
                  <a:cubicBezTo>
                    <a:pt x="24669" y="27486"/>
                    <a:pt x="26437" y="25077"/>
                    <a:pt x="27433" y="23111"/>
                  </a:cubicBezTo>
                  <a:cubicBezTo>
                    <a:pt x="28455" y="21118"/>
                    <a:pt x="28966" y="19165"/>
                    <a:pt x="28966" y="17250"/>
                  </a:cubicBezTo>
                  <a:cubicBezTo>
                    <a:pt x="28966" y="14133"/>
                    <a:pt x="27865" y="11594"/>
                    <a:pt x="25664" y="9634"/>
                  </a:cubicBezTo>
                  <a:cubicBezTo>
                    <a:pt x="23490" y="7666"/>
                    <a:pt x="20647" y="6682"/>
                    <a:pt x="17136" y="6682"/>
                  </a:cubicBezTo>
                  <a:cubicBezTo>
                    <a:pt x="14646" y="6682"/>
                    <a:pt x="12013" y="7113"/>
                    <a:pt x="9235" y="7975"/>
                  </a:cubicBezTo>
                  <a:cubicBezTo>
                    <a:pt x="6485" y="8842"/>
                    <a:pt x="3537" y="10152"/>
                    <a:pt x="393" y="11905"/>
                  </a:cubicBezTo>
                  <a:lnTo>
                    <a:pt x="393" y="3892"/>
                  </a:lnTo>
                  <a:cubicBezTo>
                    <a:pt x="3589" y="2608"/>
                    <a:pt x="6576" y="1638"/>
                    <a:pt x="9354" y="983"/>
                  </a:cubicBezTo>
                  <a:cubicBezTo>
                    <a:pt x="12131" y="328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60"/>
                  </a:cubicBezTo>
                  <a:cubicBezTo>
                    <a:pt x="35136" y="7600"/>
                    <a:pt x="36944" y="11662"/>
                    <a:pt x="36944" y="16746"/>
                  </a:cubicBezTo>
                  <a:cubicBezTo>
                    <a:pt x="36944" y="19152"/>
                    <a:pt x="36485" y="21445"/>
                    <a:pt x="35568" y="23625"/>
                  </a:cubicBezTo>
                  <a:cubicBezTo>
                    <a:pt x="34677" y="25772"/>
                    <a:pt x="33040" y="28314"/>
                    <a:pt x="30656" y="31251"/>
                  </a:cubicBezTo>
                  <a:cubicBezTo>
                    <a:pt x="30001" y="32007"/>
                    <a:pt x="27918" y="34207"/>
                    <a:pt x="24407" y="37848"/>
                  </a:cubicBezTo>
                  <a:cubicBezTo>
                    <a:pt x="20896" y="41464"/>
                    <a:pt x="15944" y="46535"/>
                    <a:pt x="9550" y="5306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FB27FBDE-4D38-DE4D-688B-AD7FDED3CF2A}"/>
                </a:ext>
              </a:extLst>
            </p:cNvPr>
            <p:cNvSpPr/>
            <p:nvPr/>
          </p:nvSpPr>
          <p:spPr>
            <a:xfrm>
              <a:off x="758978" y="2132536"/>
              <a:ext cx="40559" cy="60878"/>
            </a:xfrm>
            <a:custGeom>
              <a:avLst/>
              <a:gdLst>
                <a:gd name="csX0" fmla="*/ 20279 w 40559"/>
                <a:gd name="csY0" fmla="*/ 6288 h 60878"/>
                <a:gd name="csX1" fmla="*/ 11044 w 40559"/>
                <a:gd name="csY1" fmla="*/ 12340 h 60878"/>
                <a:gd name="csX2" fmla="*/ 7978 w 40559"/>
                <a:gd name="csY2" fmla="*/ 30459 h 60878"/>
                <a:gd name="csX3" fmla="*/ 11044 w 40559"/>
                <a:gd name="csY3" fmla="*/ 48578 h 60878"/>
                <a:gd name="csX4" fmla="*/ 20279 w 40559"/>
                <a:gd name="csY4" fmla="*/ 54591 h 60878"/>
                <a:gd name="csX5" fmla="*/ 29516 w 40559"/>
                <a:gd name="csY5" fmla="*/ 48578 h 60878"/>
                <a:gd name="csX6" fmla="*/ 32621 w 40559"/>
                <a:gd name="csY6" fmla="*/ 30459 h 60878"/>
                <a:gd name="csX7" fmla="*/ 29516 w 40559"/>
                <a:gd name="csY7" fmla="*/ 12340 h 60878"/>
                <a:gd name="csX8" fmla="*/ 20279 w 40559"/>
                <a:gd name="csY8" fmla="*/ 6288 h 60878"/>
                <a:gd name="csX9" fmla="*/ 20279 w 40559"/>
                <a:gd name="csY9" fmla="*/ 0 h 60878"/>
                <a:gd name="csX10" fmla="*/ 35332 w 40559"/>
                <a:gd name="csY10" fmla="*/ 7821 h 60878"/>
                <a:gd name="csX11" fmla="*/ 40560 w 40559"/>
                <a:gd name="csY11" fmla="*/ 30459 h 60878"/>
                <a:gd name="csX12" fmla="*/ 35332 w 40559"/>
                <a:gd name="csY12" fmla="*/ 53097 h 60878"/>
                <a:gd name="csX13" fmla="*/ 20279 w 40559"/>
                <a:gd name="csY13" fmla="*/ 60879 h 60878"/>
                <a:gd name="csX14" fmla="*/ 5188 w 40559"/>
                <a:gd name="csY14" fmla="*/ 53097 h 60878"/>
                <a:gd name="csX15" fmla="*/ 0 w 40559"/>
                <a:gd name="csY15" fmla="*/ 30459 h 60878"/>
                <a:gd name="csX16" fmla="*/ 5188 w 40559"/>
                <a:gd name="csY16" fmla="*/ 7821 h 60878"/>
                <a:gd name="csX17" fmla="*/ 20279 w 40559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8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31BB3B8E-F19B-9218-2FCC-1D1D76B833CA}"/>
                </a:ext>
              </a:extLst>
            </p:cNvPr>
            <p:cNvSpPr/>
            <p:nvPr/>
          </p:nvSpPr>
          <p:spPr>
            <a:xfrm>
              <a:off x="813490" y="2182292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0" name="Freeform 2239">
              <a:extLst>
                <a:ext uri="{FF2B5EF4-FFF2-40B4-BE49-F238E27FC236}">
                  <a16:creationId xmlns:a16="http://schemas.microsoft.com/office/drawing/2014/main" id="{17B83872-E682-DB4A-A5CD-8A7B9C2FEAE6}"/>
                </a:ext>
              </a:extLst>
            </p:cNvPr>
            <p:cNvSpPr/>
            <p:nvPr/>
          </p:nvSpPr>
          <p:spPr>
            <a:xfrm>
              <a:off x="834398" y="2133596"/>
              <a:ext cx="42761" cy="58678"/>
            </a:xfrm>
            <a:custGeom>
              <a:avLst/>
              <a:gdLst>
                <a:gd name="csX0" fmla="*/ 26491 w 42761"/>
                <a:gd name="csY0" fmla="*/ 6918 h 58678"/>
                <a:gd name="csX1" fmla="*/ 6446 w 42761"/>
                <a:gd name="csY1" fmla="*/ 38242 h 58678"/>
                <a:gd name="csX2" fmla="*/ 26491 w 42761"/>
                <a:gd name="csY2" fmla="*/ 38242 h 58678"/>
                <a:gd name="csX3" fmla="*/ 26491 w 42761"/>
                <a:gd name="csY3" fmla="*/ 6918 h 58678"/>
                <a:gd name="csX4" fmla="*/ 24408 w 42761"/>
                <a:gd name="csY4" fmla="*/ 0 h 58678"/>
                <a:gd name="csX5" fmla="*/ 34390 w 42761"/>
                <a:gd name="csY5" fmla="*/ 0 h 58678"/>
                <a:gd name="csX6" fmla="*/ 34390 w 42761"/>
                <a:gd name="csY6" fmla="*/ 38242 h 58678"/>
                <a:gd name="csX7" fmla="*/ 42761 w 42761"/>
                <a:gd name="csY7" fmla="*/ 38242 h 58678"/>
                <a:gd name="csX8" fmla="*/ 42761 w 42761"/>
                <a:gd name="csY8" fmla="*/ 44844 h 58678"/>
                <a:gd name="csX9" fmla="*/ 34390 w 42761"/>
                <a:gd name="csY9" fmla="*/ 44844 h 58678"/>
                <a:gd name="csX10" fmla="*/ 34390 w 42761"/>
                <a:gd name="csY10" fmla="*/ 58679 h 58678"/>
                <a:gd name="csX11" fmla="*/ 26491 w 42761"/>
                <a:gd name="csY11" fmla="*/ 58679 h 58678"/>
                <a:gd name="csX12" fmla="*/ 26491 w 42761"/>
                <a:gd name="csY12" fmla="*/ 44844 h 58678"/>
                <a:gd name="csX13" fmla="*/ 0 w 42761"/>
                <a:gd name="csY13" fmla="*/ 44844 h 58678"/>
                <a:gd name="csX14" fmla="*/ 0 w 42761"/>
                <a:gd name="csY14" fmla="*/ 37181 h 58678"/>
                <a:gd name="csX15" fmla="*/ 24408 w 42761"/>
                <a:gd name="csY15" fmla="*/ 0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761" h="58678">
                  <a:moveTo>
                    <a:pt x="26491" y="6918"/>
                  </a:moveTo>
                  <a:lnTo>
                    <a:pt x="6446" y="38242"/>
                  </a:lnTo>
                  <a:lnTo>
                    <a:pt x="26491" y="38242"/>
                  </a:lnTo>
                  <a:lnTo>
                    <a:pt x="26491" y="6918"/>
                  </a:lnTo>
                  <a:moveTo>
                    <a:pt x="24408" y="0"/>
                  </a:moveTo>
                  <a:lnTo>
                    <a:pt x="34390" y="0"/>
                  </a:lnTo>
                  <a:lnTo>
                    <a:pt x="34390" y="38242"/>
                  </a:lnTo>
                  <a:lnTo>
                    <a:pt x="42761" y="38242"/>
                  </a:lnTo>
                  <a:lnTo>
                    <a:pt x="42761" y="44844"/>
                  </a:lnTo>
                  <a:lnTo>
                    <a:pt x="34390" y="44844"/>
                  </a:lnTo>
                  <a:lnTo>
                    <a:pt x="34390" y="58679"/>
                  </a:lnTo>
                  <a:lnTo>
                    <a:pt x="26491" y="58679"/>
                  </a:lnTo>
                  <a:lnTo>
                    <a:pt x="26491" y="44844"/>
                  </a:lnTo>
                  <a:lnTo>
                    <a:pt x="0" y="44844"/>
                  </a:lnTo>
                  <a:lnTo>
                    <a:pt x="0" y="37181"/>
                  </a:lnTo>
                  <a:lnTo>
                    <a:pt x="24408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1" name="Freeform 2240">
              <a:extLst>
                <a:ext uri="{FF2B5EF4-FFF2-40B4-BE49-F238E27FC236}">
                  <a16:creationId xmlns:a16="http://schemas.microsoft.com/office/drawing/2014/main" id="{D3BC3384-8D83-CF2B-0DF6-81BBF8171818}"/>
                </a:ext>
              </a:extLst>
            </p:cNvPr>
            <p:cNvSpPr/>
            <p:nvPr/>
          </p:nvSpPr>
          <p:spPr>
            <a:xfrm>
              <a:off x="759528" y="1827734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0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0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7 h 60879"/>
                <a:gd name="csX13" fmla="*/ 20279 w 40559"/>
                <a:gd name="csY13" fmla="*/ 60879 h 60879"/>
                <a:gd name="csX14" fmla="*/ 5188 w 40559"/>
                <a:gd name="csY14" fmla="*/ 53097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" name="Freeform 2241">
              <a:extLst>
                <a:ext uri="{FF2B5EF4-FFF2-40B4-BE49-F238E27FC236}">
                  <a16:creationId xmlns:a16="http://schemas.microsoft.com/office/drawing/2014/main" id="{C410F503-CA6C-96C9-8B55-CE6D5DE83F69}"/>
                </a:ext>
              </a:extLst>
            </p:cNvPr>
            <p:cNvSpPr/>
            <p:nvPr/>
          </p:nvSpPr>
          <p:spPr>
            <a:xfrm>
              <a:off x="814040" y="1877490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" name="Freeform 2242">
              <a:extLst>
                <a:ext uri="{FF2B5EF4-FFF2-40B4-BE49-F238E27FC236}">
                  <a16:creationId xmlns:a16="http://schemas.microsoft.com/office/drawing/2014/main" id="{B5B0721B-7DC1-E45A-6762-9E07E899DD1A}"/>
                </a:ext>
              </a:extLst>
            </p:cNvPr>
            <p:cNvSpPr/>
            <p:nvPr/>
          </p:nvSpPr>
          <p:spPr>
            <a:xfrm>
              <a:off x="836639" y="1827734"/>
              <a:ext cx="40521" cy="60879"/>
            </a:xfrm>
            <a:custGeom>
              <a:avLst/>
              <a:gdLst>
                <a:gd name="csX0" fmla="*/ 20949 w 40521"/>
                <a:gd name="csY0" fmla="*/ 27236 h 60879"/>
                <a:gd name="csX1" fmla="*/ 12460 w 40521"/>
                <a:gd name="csY1" fmla="*/ 30892 h 60879"/>
                <a:gd name="csX2" fmla="*/ 9355 w 40521"/>
                <a:gd name="csY2" fmla="*/ 40914 h 60879"/>
                <a:gd name="csX3" fmla="*/ 12460 w 40521"/>
                <a:gd name="csY3" fmla="*/ 50935 h 60879"/>
                <a:gd name="csX4" fmla="*/ 20949 w 40521"/>
                <a:gd name="csY4" fmla="*/ 54591 h 60879"/>
                <a:gd name="csX5" fmla="*/ 29398 w 40521"/>
                <a:gd name="csY5" fmla="*/ 50935 h 60879"/>
                <a:gd name="csX6" fmla="*/ 32543 w 40521"/>
                <a:gd name="csY6" fmla="*/ 40914 h 60879"/>
                <a:gd name="csX7" fmla="*/ 29398 w 40521"/>
                <a:gd name="csY7" fmla="*/ 30892 h 60879"/>
                <a:gd name="csX8" fmla="*/ 20949 w 40521"/>
                <a:gd name="csY8" fmla="*/ 27236 h 60879"/>
                <a:gd name="csX9" fmla="*/ 36709 w 40521"/>
                <a:gd name="csY9" fmla="*/ 2358 h 60879"/>
                <a:gd name="csX10" fmla="*/ 36709 w 40521"/>
                <a:gd name="csY10" fmla="*/ 9590 h 60879"/>
                <a:gd name="csX11" fmla="*/ 30657 w 40521"/>
                <a:gd name="csY11" fmla="*/ 7428 h 60879"/>
                <a:gd name="csX12" fmla="*/ 24643 w 40521"/>
                <a:gd name="csY12" fmla="*/ 6681 h 60879"/>
                <a:gd name="csX13" fmla="*/ 12617 w 40521"/>
                <a:gd name="csY13" fmla="*/ 11987 h 60879"/>
                <a:gd name="csX14" fmla="*/ 7900 w 40521"/>
                <a:gd name="csY14" fmla="*/ 28023 h 60879"/>
                <a:gd name="csX15" fmla="*/ 13717 w 40521"/>
                <a:gd name="csY15" fmla="*/ 22795 h 60879"/>
                <a:gd name="csX16" fmla="*/ 21420 w 40521"/>
                <a:gd name="csY16" fmla="*/ 20948 h 60879"/>
                <a:gd name="csX17" fmla="*/ 35373 w 40521"/>
                <a:gd name="csY17" fmla="*/ 26333 h 60879"/>
                <a:gd name="csX18" fmla="*/ 40521 w 40521"/>
                <a:gd name="csY18" fmla="*/ 40914 h 60879"/>
                <a:gd name="csX19" fmla="*/ 35176 w 40521"/>
                <a:gd name="csY19" fmla="*/ 55416 h 60879"/>
                <a:gd name="csX20" fmla="*/ 20949 w 40521"/>
                <a:gd name="csY20" fmla="*/ 60879 h 60879"/>
                <a:gd name="csX21" fmla="*/ 5385 w 40521"/>
                <a:gd name="csY21" fmla="*/ 53097 h 60879"/>
                <a:gd name="csX22" fmla="*/ 0 w 40521"/>
                <a:gd name="csY22" fmla="*/ 30459 h 60879"/>
                <a:gd name="csX23" fmla="*/ 6603 w 40521"/>
                <a:gd name="csY23" fmla="*/ 8292 h 60879"/>
                <a:gd name="csX24" fmla="*/ 24329 w 40521"/>
                <a:gd name="csY24" fmla="*/ 0 h 60879"/>
                <a:gd name="csX25" fmla="*/ 30342 w 40521"/>
                <a:gd name="csY25" fmla="*/ 589 h 60879"/>
                <a:gd name="csX26" fmla="*/ 36709 w 40521"/>
                <a:gd name="csY26" fmla="*/ 2358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9">
                  <a:moveTo>
                    <a:pt x="20949" y="27236"/>
                  </a:moveTo>
                  <a:cubicBezTo>
                    <a:pt x="17386" y="27236"/>
                    <a:pt x="14556" y="28454"/>
                    <a:pt x="12460" y="30892"/>
                  </a:cubicBezTo>
                  <a:cubicBezTo>
                    <a:pt x="10390" y="33328"/>
                    <a:pt x="9355" y="36669"/>
                    <a:pt x="9355" y="40914"/>
                  </a:cubicBezTo>
                  <a:cubicBezTo>
                    <a:pt x="9355" y="45132"/>
                    <a:pt x="10390" y="48472"/>
                    <a:pt x="12460" y="50935"/>
                  </a:cubicBezTo>
                  <a:cubicBezTo>
                    <a:pt x="14556" y="53372"/>
                    <a:pt x="17386" y="54591"/>
                    <a:pt x="20949" y="54591"/>
                  </a:cubicBezTo>
                  <a:cubicBezTo>
                    <a:pt x="24512" y="54591"/>
                    <a:pt x="27329" y="53372"/>
                    <a:pt x="29398" y="50935"/>
                  </a:cubicBezTo>
                  <a:cubicBezTo>
                    <a:pt x="31495" y="48472"/>
                    <a:pt x="32543" y="45132"/>
                    <a:pt x="32543" y="40914"/>
                  </a:cubicBezTo>
                  <a:cubicBezTo>
                    <a:pt x="32543" y="36669"/>
                    <a:pt x="31495" y="33328"/>
                    <a:pt x="29398" y="30892"/>
                  </a:cubicBezTo>
                  <a:cubicBezTo>
                    <a:pt x="27329" y="28454"/>
                    <a:pt x="24512" y="27236"/>
                    <a:pt x="20949" y="27236"/>
                  </a:cubicBezTo>
                  <a:moveTo>
                    <a:pt x="36709" y="2358"/>
                  </a:moveTo>
                  <a:lnTo>
                    <a:pt x="36709" y="9590"/>
                  </a:lnTo>
                  <a:cubicBezTo>
                    <a:pt x="34718" y="8647"/>
                    <a:pt x="32700" y="7926"/>
                    <a:pt x="30657" y="7428"/>
                  </a:cubicBezTo>
                  <a:cubicBezTo>
                    <a:pt x="28639" y="6930"/>
                    <a:pt x="26634" y="6681"/>
                    <a:pt x="24643" y="6681"/>
                  </a:cubicBezTo>
                  <a:cubicBezTo>
                    <a:pt x="19403" y="6681"/>
                    <a:pt x="15394" y="8450"/>
                    <a:pt x="12617" y="11987"/>
                  </a:cubicBezTo>
                  <a:cubicBezTo>
                    <a:pt x="9865" y="15524"/>
                    <a:pt x="8293" y="20870"/>
                    <a:pt x="7900" y="28023"/>
                  </a:cubicBezTo>
                  <a:cubicBezTo>
                    <a:pt x="9446" y="25743"/>
                    <a:pt x="11385" y="24000"/>
                    <a:pt x="13717" y="22795"/>
                  </a:cubicBezTo>
                  <a:cubicBezTo>
                    <a:pt x="16049" y="21564"/>
                    <a:pt x="18616" y="20948"/>
                    <a:pt x="21420" y="20948"/>
                  </a:cubicBezTo>
                  <a:cubicBezTo>
                    <a:pt x="27315" y="20948"/>
                    <a:pt x="31966" y="22743"/>
                    <a:pt x="35373" y="26333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40"/>
                    <a:pt x="38739" y="51774"/>
                    <a:pt x="35176" y="55416"/>
                  </a:cubicBezTo>
                  <a:cubicBezTo>
                    <a:pt x="31613" y="59058"/>
                    <a:pt x="26870" y="60879"/>
                    <a:pt x="20949" y="60879"/>
                  </a:cubicBezTo>
                  <a:cubicBezTo>
                    <a:pt x="14163" y="60879"/>
                    <a:pt x="8974" y="58285"/>
                    <a:pt x="5385" y="53097"/>
                  </a:cubicBezTo>
                  <a:cubicBezTo>
                    <a:pt x="1795" y="47883"/>
                    <a:pt x="0" y="40337"/>
                    <a:pt x="0" y="30459"/>
                  </a:cubicBezTo>
                  <a:cubicBezTo>
                    <a:pt x="0" y="21184"/>
                    <a:pt x="2201" y="13795"/>
                    <a:pt x="6603" y="8292"/>
                  </a:cubicBezTo>
                  <a:cubicBezTo>
                    <a:pt x="11005" y="2764"/>
                    <a:pt x="16914" y="0"/>
                    <a:pt x="24329" y="0"/>
                  </a:cubicBezTo>
                  <a:cubicBezTo>
                    <a:pt x="26320" y="0"/>
                    <a:pt x="28324" y="196"/>
                    <a:pt x="30342" y="589"/>
                  </a:cubicBezTo>
                  <a:cubicBezTo>
                    <a:pt x="32385" y="982"/>
                    <a:pt x="34508" y="1572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" name="Freeform 2243">
              <a:extLst>
                <a:ext uri="{FF2B5EF4-FFF2-40B4-BE49-F238E27FC236}">
                  <a16:creationId xmlns:a16="http://schemas.microsoft.com/office/drawing/2014/main" id="{CE901752-E031-ACED-7191-7347D2DA6C21}"/>
                </a:ext>
              </a:extLst>
            </p:cNvPr>
            <p:cNvSpPr/>
            <p:nvPr/>
          </p:nvSpPr>
          <p:spPr>
            <a:xfrm>
              <a:off x="759960" y="1522932"/>
              <a:ext cx="40560" cy="60879"/>
            </a:xfrm>
            <a:custGeom>
              <a:avLst/>
              <a:gdLst>
                <a:gd name="csX0" fmla="*/ 20280 w 40560"/>
                <a:gd name="csY0" fmla="*/ 6288 h 60879"/>
                <a:gd name="csX1" fmla="*/ 11044 w 40560"/>
                <a:gd name="csY1" fmla="*/ 12341 h 60879"/>
                <a:gd name="csX2" fmla="*/ 7979 w 40560"/>
                <a:gd name="csY2" fmla="*/ 30459 h 60879"/>
                <a:gd name="csX3" fmla="*/ 11044 w 40560"/>
                <a:gd name="csY3" fmla="*/ 48578 h 60879"/>
                <a:gd name="csX4" fmla="*/ 20280 w 40560"/>
                <a:gd name="csY4" fmla="*/ 54591 h 60879"/>
                <a:gd name="csX5" fmla="*/ 29517 w 40560"/>
                <a:gd name="csY5" fmla="*/ 48578 h 60879"/>
                <a:gd name="csX6" fmla="*/ 32622 w 40560"/>
                <a:gd name="csY6" fmla="*/ 30459 h 60879"/>
                <a:gd name="csX7" fmla="*/ 29517 w 40560"/>
                <a:gd name="csY7" fmla="*/ 12341 h 60879"/>
                <a:gd name="csX8" fmla="*/ 20280 w 40560"/>
                <a:gd name="csY8" fmla="*/ 6288 h 60879"/>
                <a:gd name="csX9" fmla="*/ 20280 w 40560"/>
                <a:gd name="csY9" fmla="*/ 0 h 60879"/>
                <a:gd name="csX10" fmla="*/ 35333 w 40560"/>
                <a:gd name="csY10" fmla="*/ 7821 h 60879"/>
                <a:gd name="csX11" fmla="*/ 40561 w 40560"/>
                <a:gd name="csY11" fmla="*/ 30459 h 60879"/>
                <a:gd name="csX12" fmla="*/ 35333 w 40560"/>
                <a:gd name="csY12" fmla="*/ 53097 h 60879"/>
                <a:gd name="csX13" fmla="*/ 20280 w 40560"/>
                <a:gd name="csY13" fmla="*/ 60879 h 60879"/>
                <a:gd name="csX14" fmla="*/ 5189 w 40560"/>
                <a:gd name="csY14" fmla="*/ 53097 h 60879"/>
                <a:gd name="csX15" fmla="*/ 0 w 40560"/>
                <a:gd name="csY15" fmla="*/ 30459 h 60879"/>
                <a:gd name="csX16" fmla="*/ 5189 w 40560"/>
                <a:gd name="csY16" fmla="*/ 7821 h 60879"/>
                <a:gd name="csX17" fmla="*/ 20280 w 40560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9">
                  <a:moveTo>
                    <a:pt x="20280" y="6288"/>
                  </a:moveTo>
                  <a:cubicBezTo>
                    <a:pt x="16193" y="6288"/>
                    <a:pt x="13114" y="8306"/>
                    <a:pt x="11044" y="12341"/>
                  </a:cubicBezTo>
                  <a:cubicBezTo>
                    <a:pt x="9001" y="16350"/>
                    <a:pt x="7979" y="22389"/>
                    <a:pt x="7979" y="30459"/>
                  </a:cubicBezTo>
                  <a:cubicBezTo>
                    <a:pt x="7979" y="38503"/>
                    <a:pt x="9001" y="44543"/>
                    <a:pt x="11044" y="48578"/>
                  </a:cubicBezTo>
                  <a:cubicBezTo>
                    <a:pt x="13114" y="52587"/>
                    <a:pt x="16193" y="54591"/>
                    <a:pt x="20280" y="54591"/>
                  </a:cubicBezTo>
                  <a:cubicBezTo>
                    <a:pt x="24394" y="54591"/>
                    <a:pt x="27473" y="52587"/>
                    <a:pt x="29517" y="48578"/>
                  </a:cubicBezTo>
                  <a:cubicBezTo>
                    <a:pt x="31587" y="44543"/>
                    <a:pt x="32622" y="38503"/>
                    <a:pt x="32622" y="30459"/>
                  </a:cubicBezTo>
                  <a:cubicBezTo>
                    <a:pt x="32622" y="22389"/>
                    <a:pt x="31587" y="16350"/>
                    <a:pt x="29517" y="12341"/>
                  </a:cubicBezTo>
                  <a:cubicBezTo>
                    <a:pt x="27473" y="8306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1"/>
                  </a:cubicBezTo>
                  <a:cubicBezTo>
                    <a:pt x="38818" y="13009"/>
                    <a:pt x="40561" y="20555"/>
                    <a:pt x="40561" y="30459"/>
                  </a:cubicBezTo>
                  <a:cubicBezTo>
                    <a:pt x="40561" y="40337"/>
                    <a:pt x="38818" y="47883"/>
                    <a:pt x="35333" y="53097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9" y="53097"/>
                  </a:cubicBezTo>
                  <a:cubicBezTo>
                    <a:pt x="1730" y="47883"/>
                    <a:pt x="0" y="40337"/>
                    <a:pt x="0" y="30459"/>
                  </a:cubicBezTo>
                  <a:cubicBezTo>
                    <a:pt x="0" y="20555"/>
                    <a:pt x="1730" y="13009"/>
                    <a:pt x="5189" y="7821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5" name="Freeform 2244">
              <a:extLst>
                <a:ext uri="{FF2B5EF4-FFF2-40B4-BE49-F238E27FC236}">
                  <a16:creationId xmlns:a16="http://schemas.microsoft.com/office/drawing/2014/main" id="{6530436B-8FDE-448E-7EA9-32D575ECB731}"/>
                </a:ext>
              </a:extLst>
            </p:cNvPr>
            <p:cNvSpPr/>
            <p:nvPr/>
          </p:nvSpPr>
          <p:spPr>
            <a:xfrm>
              <a:off x="814472" y="1572689"/>
              <a:ext cx="8293" cy="9982"/>
            </a:xfrm>
            <a:custGeom>
              <a:avLst/>
              <a:gdLst>
                <a:gd name="csX0" fmla="*/ 0 w 8293"/>
                <a:gd name="csY0" fmla="*/ 0 h 9982"/>
                <a:gd name="csX1" fmla="*/ 8293 w 8293"/>
                <a:gd name="csY1" fmla="*/ 0 h 9982"/>
                <a:gd name="csX2" fmla="*/ 8293 w 8293"/>
                <a:gd name="csY2" fmla="*/ 9983 h 9982"/>
                <a:gd name="csX3" fmla="*/ 0 w 8293"/>
                <a:gd name="csY3" fmla="*/ 9983 h 9982"/>
                <a:gd name="csX4" fmla="*/ 0 w 8293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2">
                  <a:moveTo>
                    <a:pt x="0" y="0"/>
                  </a:moveTo>
                  <a:lnTo>
                    <a:pt x="8293" y="0"/>
                  </a:lnTo>
                  <a:lnTo>
                    <a:pt x="8293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6" name="Freeform 2245">
              <a:extLst>
                <a:ext uri="{FF2B5EF4-FFF2-40B4-BE49-F238E27FC236}">
                  <a16:creationId xmlns:a16="http://schemas.microsoft.com/office/drawing/2014/main" id="{9C98AAE8-FE05-5075-A401-FCCABAEEFF3A}"/>
                </a:ext>
              </a:extLst>
            </p:cNvPr>
            <p:cNvSpPr/>
            <p:nvPr/>
          </p:nvSpPr>
          <p:spPr>
            <a:xfrm>
              <a:off x="836914" y="1522932"/>
              <a:ext cx="40245" cy="60879"/>
            </a:xfrm>
            <a:custGeom>
              <a:avLst/>
              <a:gdLst>
                <a:gd name="csX0" fmla="*/ 20123 w 40245"/>
                <a:gd name="csY0" fmla="*/ 31874 h 60879"/>
                <a:gd name="csX1" fmla="*/ 11201 w 40245"/>
                <a:gd name="csY1" fmla="*/ 34901 h 60879"/>
                <a:gd name="csX2" fmla="*/ 7978 w 40245"/>
                <a:gd name="csY2" fmla="*/ 43233 h 60879"/>
                <a:gd name="csX3" fmla="*/ 11201 w 40245"/>
                <a:gd name="csY3" fmla="*/ 51565 h 60879"/>
                <a:gd name="csX4" fmla="*/ 20123 w 40245"/>
                <a:gd name="csY4" fmla="*/ 54591 h 60879"/>
                <a:gd name="csX5" fmla="*/ 29044 w 40245"/>
                <a:gd name="csY5" fmla="*/ 51565 h 60879"/>
                <a:gd name="csX6" fmla="*/ 32306 w 40245"/>
                <a:gd name="csY6" fmla="*/ 43233 h 60879"/>
                <a:gd name="csX7" fmla="*/ 29044 w 40245"/>
                <a:gd name="csY7" fmla="*/ 34901 h 60879"/>
                <a:gd name="csX8" fmla="*/ 20123 w 40245"/>
                <a:gd name="csY8" fmla="*/ 31874 h 60879"/>
                <a:gd name="csX9" fmla="*/ 12184 w 40245"/>
                <a:gd name="csY9" fmla="*/ 28494 h 60879"/>
                <a:gd name="csX10" fmla="*/ 4206 w 40245"/>
                <a:gd name="csY10" fmla="*/ 23739 h 60879"/>
                <a:gd name="csX11" fmla="*/ 1376 w 40245"/>
                <a:gd name="csY11" fmla="*/ 15210 h 60879"/>
                <a:gd name="csX12" fmla="*/ 6368 w 40245"/>
                <a:gd name="csY12" fmla="*/ 4087 h 60879"/>
                <a:gd name="csX13" fmla="*/ 20123 w 40245"/>
                <a:gd name="csY13" fmla="*/ 0 h 60879"/>
                <a:gd name="csX14" fmla="*/ 33879 w 40245"/>
                <a:gd name="csY14" fmla="*/ 4087 h 60879"/>
                <a:gd name="csX15" fmla="*/ 38870 w 40245"/>
                <a:gd name="csY15" fmla="*/ 15210 h 60879"/>
                <a:gd name="csX16" fmla="*/ 36001 w 40245"/>
                <a:gd name="csY16" fmla="*/ 23739 h 60879"/>
                <a:gd name="csX17" fmla="*/ 28101 w 40245"/>
                <a:gd name="csY17" fmla="*/ 28494 h 60879"/>
                <a:gd name="csX18" fmla="*/ 37023 w 40245"/>
                <a:gd name="csY18" fmla="*/ 33721 h 60879"/>
                <a:gd name="csX19" fmla="*/ 40245 w 40245"/>
                <a:gd name="csY19" fmla="*/ 43233 h 60879"/>
                <a:gd name="csX20" fmla="*/ 35019 w 40245"/>
                <a:gd name="csY20" fmla="*/ 56320 h 60879"/>
                <a:gd name="csX21" fmla="*/ 20123 w 40245"/>
                <a:gd name="csY21" fmla="*/ 60879 h 60879"/>
                <a:gd name="csX22" fmla="*/ 5188 w 40245"/>
                <a:gd name="csY22" fmla="*/ 56320 h 60879"/>
                <a:gd name="csX23" fmla="*/ 0 w 40245"/>
                <a:gd name="csY23" fmla="*/ 43233 h 60879"/>
                <a:gd name="csX24" fmla="*/ 3223 w 40245"/>
                <a:gd name="csY24" fmla="*/ 33721 h 60879"/>
                <a:gd name="csX25" fmla="*/ 12184 w 40245"/>
                <a:gd name="csY25" fmla="*/ 28494 h 60879"/>
                <a:gd name="csX26" fmla="*/ 9275 w 40245"/>
                <a:gd name="csY26" fmla="*/ 15957 h 60879"/>
                <a:gd name="csX27" fmla="*/ 12105 w 40245"/>
                <a:gd name="csY27" fmla="*/ 23071 h 60879"/>
                <a:gd name="csX28" fmla="*/ 20123 w 40245"/>
                <a:gd name="csY28" fmla="*/ 25625 h 60879"/>
                <a:gd name="csX29" fmla="*/ 28101 w 40245"/>
                <a:gd name="csY29" fmla="*/ 23071 h 60879"/>
                <a:gd name="csX30" fmla="*/ 31010 w 40245"/>
                <a:gd name="csY30" fmla="*/ 15957 h 60879"/>
                <a:gd name="csX31" fmla="*/ 28101 w 40245"/>
                <a:gd name="csY31" fmla="*/ 8843 h 60879"/>
                <a:gd name="csX32" fmla="*/ 20123 w 40245"/>
                <a:gd name="csY32" fmla="*/ 6288 h 60879"/>
                <a:gd name="csX33" fmla="*/ 12105 w 40245"/>
                <a:gd name="csY33" fmla="*/ 8843 h 60879"/>
                <a:gd name="csX34" fmla="*/ 9275 w 40245"/>
                <a:gd name="csY34" fmla="*/ 15957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0245" h="60879">
                  <a:moveTo>
                    <a:pt x="20123" y="31874"/>
                  </a:moveTo>
                  <a:cubicBezTo>
                    <a:pt x="16350" y="31874"/>
                    <a:pt x="13376" y="32883"/>
                    <a:pt x="11201" y="34901"/>
                  </a:cubicBezTo>
                  <a:cubicBezTo>
                    <a:pt x="9052" y="36918"/>
                    <a:pt x="7978" y="39695"/>
                    <a:pt x="7978" y="43233"/>
                  </a:cubicBezTo>
                  <a:cubicBezTo>
                    <a:pt x="7978" y="46770"/>
                    <a:pt x="9052" y="49547"/>
                    <a:pt x="11201" y="51565"/>
                  </a:cubicBezTo>
                  <a:cubicBezTo>
                    <a:pt x="13376" y="53583"/>
                    <a:pt x="16350" y="54591"/>
                    <a:pt x="20123" y="54591"/>
                  </a:cubicBezTo>
                  <a:cubicBezTo>
                    <a:pt x="23896" y="54591"/>
                    <a:pt x="26870" y="53583"/>
                    <a:pt x="29044" y="51565"/>
                  </a:cubicBezTo>
                  <a:cubicBezTo>
                    <a:pt x="31219" y="49521"/>
                    <a:pt x="32306" y="46744"/>
                    <a:pt x="32306" y="43233"/>
                  </a:cubicBezTo>
                  <a:cubicBezTo>
                    <a:pt x="32306" y="39695"/>
                    <a:pt x="31219" y="36918"/>
                    <a:pt x="29044" y="34901"/>
                  </a:cubicBezTo>
                  <a:cubicBezTo>
                    <a:pt x="26896" y="32883"/>
                    <a:pt x="23922" y="31874"/>
                    <a:pt x="20123" y="31874"/>
                  </a:cubicBezTo>
                  <a:moveTo>
                    <a:pt x="12184" y="28494"/>
                  </a:moveTo>
                  <a:cubicBezTo>
                    <a:pt x="8778" y="27656"/>
                    <a:pt x="6118" y="26071"/>
                    <a:pt x="4206" y="23739"/>
                  </a:cubicBezTo>
                  <a:cubicBezTo>
                    <a:pt x="2319" y="21407"/>
                    <a:pt x="1376" y="18564"/>
                    <a:pt x="1376" y="15210"/>
                  </a:cubicBezTo>
                  <a:cubicBezTo>
                    <a:pt x="1376" y="10520"/>
                    <a:pt x="3040" y="6812"/>
                    <a:pt x="6368" y="4087"/>
                  </a:cubicBezTo>
                  <a:cubicBezTo>
                    <a:pt x="9721" y="1362"/>
                    <a:pt x="14306" y="0"/>
                    <a:pt x="20123" y="0"/>
                  </a:cubicBezTo>
                  <a:cubicBezTo>
                    <a:pt x="25966" y="0"/>
                    <a:pt x="30551" y="1362"/>
                    <a:pt x="33879" y="4087"/>
                  </a:cubicBezTo>
                  <a:cubicBezTo>
                    <a:pt x="37206" y="6812"/>
                    <a:pt x="38870" y="10520"/>
                    <a:pt x="38870" y="15210"/>
                  </a:cubicBezTo>
                  <a:cubicBezTo>
                    <a:pt x="38870" y="18564"/>
                    <a:pt x="37913" y="21407"/>
                    <a:pt x="36001" y="23739"/>
                  </a:cubicBezTo>
                  <a:cubicBezTo>
                    <a:pt x="34115" y="26071"/>
                    <a:pt x="31482" y="27656"/>
                    <a:pt x="28101" y="28494"/>
                  </a:cubicBezTo>
                  <a:cubicBezTo>
                    <a:pt x="31927" y="29385"/>
                    <a:pt x="34901" y="31127"/>
                    <a:pt x="37023" y="33721"/>
                  </a:cubicBezTo>
                  <a:cubicBezTo>
                    <a:pt x="39171" y="36315"/>
                    <a:pt x="40245" y="39486"/>
                    <a:pt x="40245" y="43233"/>
                  </a:cubicBezTo>
                  <a:cubicBezTo>
                    <a:pt x="40245" y="48918"/>
                    <a:pt x="38503" y="53281"/>
                    <a:pt x="35019" y="56320"/>
                  </a:cubicBezTo>
                  <a:cubicBezTo>
                    <a:pt x="31560" y="59360"/>
                    <a:pt x="26595" y="60879"/>
                    <a:pt x="20123" y="60879"/>
                  </a:cubicBezTo>
                  <a:cubicBezTo>
                    <a:pt x="13651" y="60879"/>
                    <a:pt x="8673" y="59360"/>
                    <a:pt x="5188" y="56320"/>
                  </a:cubicBezTo>
                  <a:cubicBezTo>
                    <a:pt x="1729" y="53281"/>
                    <a:pt x="0" y="48918"/>
                    <a:pt x="0" y="43233"/>
                  </a:cubicBezTo>
                  <a:cubicBezTo>
                    <a:pt x="0" y="39486"/>
                    <a:pt x="1074" y="36315"/>
                    <a:pt x="3223" y="33721"/>
                  </a:cubicBezTo>
                  <a:cubicBezTo>
                    <a:pt x="5372" y="31127"/>
                    <a:pt x="8359" y="29385"/>
                    <a:pt x="12184" y="28494"/>
                  </a:cubicBezTo>
                  <a:moveTo>
                    <a:pt x="9275" y="15957"/>
                  </a:moveTo>
                  <a:cubicBezTo>
                    <a:pt x="9275" y="18996"/>
                    <a:pt x="10219" y="21367"/>
                    <a:pt x="12105" y="23071"/>
                  </a:cubicBezTo>
                  <a:cubicBezTo>
                    <a:pt x="14018" y="24774"/>
                    <a:pt x="16691" y="25625"/>
                    <a:pt x="20123" y="25625"/>
                  </a:cubicBezTo>
                  <a:cubicBezTo>
                    <a:pt x="23529" y="25625"/>
                    <a:pt x="26189" y="24774"/>
                    <a:pt x="28101" y="23071"/>
                  </a:cubicBezTo>
                  <a:cubicBezTo>
                    <a:pt x="30040" y="21367"/>
                    <a:pt x="31010" y="18996"/>
                    <a:pt x="31010" y="15957"/>
                  </a:cubicBezTo>
                  <a:cubicBezTo>
                    <a:pt x="31010" y="12917"/>
                    <a:pt x="30040" y="10546"/>
                    <a:pt x="28101" y="8843"/>
                  </a:cubicBezTo>
                  <a:cubicBezTo>
                    <a:pt x="26189" y="7140"/>
                    <a:pt x="23529" y="6288"/>
                    <a:pt x="20123" y="6288"/>
                  </a:cubicBezTo>
                  <a:cubicBezTo>
                    <a:pt x="16691" y="6288"/>
                    <a:pt x="14018" y="7140"/>
                    <a:pt x="12105" y="8843"/>
                  </a:cubicBezTo>
                  <a:cubicBezTo>
                    <a:pt x="10219" y="10546"/>
                    <a:pt x="9275" y="12917"/>
                    <a:pt x="9275" y="1595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7" name="Freeform 2246">
              <a:extLst>
                <a:ext uri="{FF2B5EF4-FFF2-40B4-BE49-F238E27FC236}">
                  <a16:creationId xmlns:a16="http://schemas.microsoft.com/office/drawing/2014/main" id="{9112BE79-C818-F89F-B2C7-E980A94FD4E6}"/>
                </a:ext>
              </a:extLst>
            </p:cNvPr>
            <p:cNvSpPr/>
            <p:nvPr/>
          </p:nvSpPr>
          <p:spPr>
            <a:xfrm>
              <a:off x="652423" y="2279025"/>
              <a:ext cx="42177" cy="76264"/>
            </a:xfrm>
            <a:custGeom>
              <a:avLst/>
              <a:gdLst>
                <a:gd name="csX0" fmla="*/ 27815 w 42177"/>
                <a:gd name="csY0" fmla="*/ 0 h 76264"/>
                <a:gd name="csX1" fmla="*/ 29588 w 42177"/>
                <a:gd name="csY1" fmla="*/ 409 h 76264"/>
                <a:gd name="csX2" fmla="*/ 33178 w 42177"/>
                <a:gd name="csY2" fmla="*/ 1818 h 76264"/>
                <a:gd name="csX3" fmla="*/ 37360 w 42177"/>
                <a:gd name="csY3" fmla="*/ 4136 h 76264"/>
                <a:gd name="csX4" fmla="*/ 40768 w 42177"/>
                <a:gd name="csY4" fmla="*/ 7636 h 76264"/>
                <a:gd name="csX5" fmla="*/ 42177 w 42177"/>
                <a:gd name="csY5" fmla="*/ 12226 h 76264"/>
                <a:gd name="csX6" fmla="*/ 39996 w 42177"/>
                <a:gd name="csY6" fmla="*/ 17680 h 76264"/>
                <a:gd name="csX7" fmla="*/ 34542 w 42177"/>
                <a:gd name="csY7" fmla="*/ 19861 h 76264"/>
                <a:gd name="csX8" fmla="*/ 29406 w 42177"/>
                <a:gd name="csY8" fmla="*/ 18634 h 76264"/>
                <a:gd name="csX9" fmla="*/ 8545 w 42177"/>
                <a:gd name="csY9" fmla="*/ 12862 h 76264"/>
                <a:gd name="csX10" fmla="*/ 2045 w 42177"/>
                <a:gd name="csY10" fmla="*/ 17907 h 76264"/>
                <a:gd name="csX11" fmla="*/ 3227 w 42177"/>
                <a:gd name="csY11" fmla="*/ 23361 h 76264"/>
                <a:gd name="csX12" fmla="*/ 6045 w 42177"/>
                <a:gd name="csY12" fmla="*/ 27634 h 76264"/>
                <a:gd name="csX13" fmla="*/ 9544 w 42177"/>
                <a:gd name="csY13" fmla="*/ 30633 h 76264"/>
                <a:gd name="csX14" fmla="*/ 12635 w 42177"/>
                <a:gd name="csY14" fmla="*/ 32542 h 76264"/>
                <a:gd name="csX15" fmla="*/ 14408 w 42177"/>
                <a:gd name="csY15" fmla="*/ 33224 h 76264"/>
                <a:gd name="csX16" fmla="*/ 36860 w 42177"/>
                <a:gd name="csY16" fmla="*/ 38814 h 76264"/>
                <a:gd name="csX17" fmla="*/ 39678 w 42177"/>
                <a:gd name="csY17" fmla="*/ 39587 h 76264"/>
                <a:gd name="csX18" fmla="*/ 41359 w 42177"/>
                <a:gd name="csY18" fmla="*/ 40768 h 76264"/>
                <a:gd name="csX19" fmla="*/ 42177 w 42177"/>
                <a:gd name="csY19" fmla="*/ 42995 h 76264"/>
                <a:gd name="csX20" fmla="*/ 41495 w 42177"/>
                <a:gd name="csY20" fmla="*/ 44950 h 76264"/>
                <a:gd name="csX21" fmla="*/ 39632 w 42177"/>
                <a:gd name="csY21" fmla="*/ 45722 h 76264"/>
                <a:gd name="csX22" fmla="*/ 38496 w 42177"/>
                <a:gd name="csY22" fmla="*/ 45495 h 76264"/>
                <a:gd name="csX23" fmla="*/ 36223 w 42177"/>
                <a:gd name="csY23" fmla="*/ 44950 h 76264"/>
                <a:gd name="csX24" fmla="*/ 34133 w 42177"/>
                <a:gd name="csY24" fmla="*/ 44495 h 76264"/>
                <a:gd name="csX25" fmla="*/ 27088 w 42177"/>
                <a:gd name="csY25" fmla="*/ 42631 h 76264"/>
                <a:gd name="csX26" fmla="*/ 16271 w 42177"/>
                <a:gd name="csY26" fmla="*/ 40041 h 76264"/>
                <a:gd name="csX27" fmla="*/ 8545 w 42177"/>
                <a:gd name="csY27" fmla="*/ 38632 h 76264"/>
                <a:gd name="csX28" fmla="*/ 2045 w 42177"/>
                <a:gd name="csY28" fmla="*/ 43677 h 76264"/>
                <a:gd name="csX29" fmla="*/ 3000 w 42177"/>
                <a:gd name="csY29" fmla="*/ 48540 h 76264"/>
                <a:gd name="csX30" fmla="*/ 5181 w 42177"/>
                <a:gd name="csY30" fmla="*/ 52449 h 76264"/>
                <a:gd name="csX31" fmla="*/ 8226 w 42177"/>
                <a:gd name="csY31" fmla="*/ 55494 h 76264"/>
                <a:gd name="csX32" fmla="*/ 11135 w 42177"/>
                <a:gd name="csY32" fmla="*/ 57630 h 76264"/>
                <a:gd name="csX33" fmla="*/ 13408 w 42177"/>
                <a:gd name="csY33" fmla="*/ 58857 h 76264"/>
                <a:gd name="csX34" fmla="*/ 18044 w 42177"/>
                <a:gd name="csY34" fmla="*/ 60039 h 76264"/>
                <a:gd name="csX35" fmla="*/ 24270 w 42177"/>
                <a:gd name="csY35" fmla="*/ 61630 h 76264"/>
                <a:gd name="csX36" fmla="*/ 32678 w 42177"/>
                <a:gd name="csY36" fmla="*/ 63675 h 76264"/>
                <a:gd name="csX37" fmla="*/ 39541 w 42177"/>
                <a:gd name="csY37" fmla="*/ 65448 h 76264"/>
                <a:gd name="csX38" fmla="*/ 41495 w 42177"/>
                <a:gd name="csY38" fmla="*/ 66902 h 76264"/>
                <a:gd name="csX39" fmla="*/ 42177 w 42177"/>
                <a:gd name="csY39" fmla="*/ 68902 h 76264"/>
                <a:gd name="csX40" fmla="*/ 41495 w 42177"/>
                <a:gd name="csY40" fmla="*/ 70810 h 76264"/>
                <a:gd name="csX41" fmla="*/ 39632 w 42177"/>
                <a:gd name="csY41" fmla="*/ 71583 h 76264"/>
                <a:gd name="csX42" fmla="*/ 38769 w 42177"/>
                <a:gd name="csY42" fmla="*/ 71447 h 76264"/>
                <a:gd name="csX43" fmla="*/ 37132 w 42177"/>
                <a:gd name="csY43" fmla="*/ 71083 h 76264"/>
                <a:gd name="csX44" fmla="*/ 35632 w 42177"/>
                <a:gd name="csY44" fmla="*/ 70765 h 76264"/>
                <a:gd name="csX45" fmla="*/ 14135 w 42177"/>
                <a:gd name="csY45" fmla="*/ 65357 h 76264"/>
                <a:gd name="csX46" fmla="*/ 8999 w 42177"/>
                <a:gd name="csY46" fmla="*/ 64129 h 76264"/>
                <a:gd name="csX47" fmla="*/ 6318 w 42177"/>
                <a:gd name="csY47" fmla="*/ 63857 h 76264"/>
                <a:gd name="csX48" fmla="*/ 2045 w 42177"/>
                <a:gd name="csY48" fmla="*/ 66765 h 76264"/>
                <a:gd name="csX49" fmla="*/ 4863 w 42177"/>
                <a:gd name="csY49" fmla="*/ 70674 h 76264"/>
                <a:gd name="csX50" fmla="*/ 13135 w 42177"/>
                <a:gd name="csY50" fmla="*/ 73537 h 76264"/>
                <a:gd name="csX51" fmla="*/ 14953 w 42177"/>
                <a:gd name="csY51" fmla="*/ 74219 h 76264"/>
                <a:gd name="csX52" fmla="*/ 15271 w 42177"/>
                <a:gd name="csY52" fmla="*/ 75129 h 76264"/>
                <a:gd name="csX53" fmla="*/ 14317 w 42177"/>
                <a:gd name="csY53" fmla="*/ 76265 h 76264"/>
                <a:gd name="csX54" fmla="*/ 12635 w 42177"/>
                <a:gd name="csY54" fmla="*/ 75901 h 76264"/>
                <a:gd name="csX55" fmla="*/ 8999 w 42177"/>
                <a:gd name="csY55" fmla="*/ 74855 h 76264"/>
                <a:gd name="csX56" fmla="*/ 5318 w 42177"/>
                <a:gd name="csY56" fmla="*/ 73356 h 76264"/>
                <a:gd name="csX57" fmla="*/ 3727 w 42177"/>
                <a:gd name="csY57" fmla="*/ 72492 h 76264"/>
                <a:gd name="csX58" fmla="*/ 2091 w 42177"/>
                <a:gd name="csY58" fmla="*/ 71265 h 76264"/>
                <a:gd name="csX59" fmla="*/ 545 w 42177"/>
                <a:gd name="csY59" fmla="*/ 69220 h 76264"/>
                <a:gd name="csX60" fmla="*/ 0 w 42177"/>
                <a:gd name="csY60" fmla="*/ 66493 h 76264"/>
                <a:gd name="csX61" fmla="*/ 2136 w 42177"/>
                <a:gd name="csY61" fmla="*/ 60721 h 76264"/>
                <a:gd name="csX62" fmla="*/ 8090 w 42177"/>
                <a:gd name="csY62" fmla="*/ 57902 h 76264"/>
                <a:gd name="csX63" fmla="*/ 0 w 42177"/>
                <a:gd name="csY63" fmla="*/ 43404 h 76264"/>
                <a:gd name="csX64" fmla="*/ 2409 w 42177"/>
                <a:gd name="csY64" fmla="*/ 35769 h 76264"/>
                <a:gd name="csX65" fmla="*/ 8999 w 42177"/>
                <a:gd name="csY65" fmla="*/ 32769 h 76264"/>
                <a:gd name="csX66" fmla="*/ 0 w 42177"/>
                <a:gd name="csY66" fmla="*/ 17589 h 76264"/>
                <a:gd name="csX67" fmla="*/ 2682 w 42177"/>
                <a:gd name="csY67" fmla="*/ 9681 h 76264"/>
                <a:gd name="csX68" fmla="*/ 9954 w 42177"/>
                <a:gd name="csY68" fmla="*/ 6908 h 76264"/>
                <a:gd name="csX69" fmla="*/ 16953 w 42177"/>
                <a:gd name="csY69" fmla="*/ 8135 h 76264"/>
                <a:gd name="csX70" fmla="*/ 23770 w 42177"/>
                <a:gd name="csY70" fmla="*/ 10181 h 76264"/>
                <a:gd name="csX71" fmla="*/ 30406 w 42177"/>
                <a:gd name="csY71" fmla="*/ 12590 h 76264"/>
                <a:gd name="csX72" fmla="*/ 37041 w 42177"/>
                <a:gd name="csY72" fmla="*/ 14271 h 76264"/>
                <a:gd name="csX73" fmla="*/ 39359 w 42177"/>
                <a:gd name="csY73" fmla="*/ 13726 h 76264"/>
                <a:gd name="csX74" fmla="*/ 40087 w 42177"/>
                <a:gd name="csY74" fmla="*/ 11999 h 76264"/>
                <a:gd name="csX75" fmla="*/ 39041 w 42177"/>
                <a:gd name="csY75" fmla="*/ 8590 h 76264"/>
                <a:gd name="csX76" fmla="*/ 36178 w 42177"/>
                <a:gd name="csY76" fmla="*/ 5863 h 76264"/>
                <a:gd name="csX77" fmla="*/ 32542 w 42177"/>
                <a:gd name="csY77" fmla="*/ 3909 h 76264"/>
                <a:gd name="csX78" fmla="*/ 28588 w 42177"/>
                <a:gd name="csY78" fmla="*/ 2545 h 76264"/>
                <a:gd name="csX79" fmla="*/ 27179 w 42177"/>
                <a:gd name="csY79" fmla="*/ 2000 h 76264"/>
                <a:gd name="csX80" fmla="*/ 26906 w 42177"/>
                <a:gd name="csY80" fmla="*/ 1136 h 76264"/>
                <a:gd name="csX81" fmla="*/ 27815 w 42177"/>
                <a:gd name="csY81" fmla="*/ 0 h 76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4">
                  <a:moveTo>
                    <a:pt x="27815" y="0"/>
                  </a:moveTo>
                  <a:cubicBezTo>
                    <a:pt x="28058" y="0"/>
                    <a:pt x="28648" y="136"/>
                    <a:pt x="29588" y="409"/>
                  </a:cubicBezTo>
                  <a:cubicBezTo>
                    <a:pt x="30527" y="682"/>
                    <a:pt x="31724" y="1151"/>
                    <a:pt x="33178" y="1818"/>
                  </a:cubicBezTo>
                  <a:cubicBezTo>
                    <a:pt x="34633" y="2455"/>
                    <a:pt x="36026" y="3227"/>
                    <a:pt x="37360" y="4136"/>
                  </a:cubicBezTo>
                  <a:cubicBezTo>
                    <a:pt x="38663" y="5014"/>
                    <a:pt x="39799" y="6181"/>
                    <a:pt x="40768" y="7636"/>
                  </a:cubicBezTo>
                  <a:cubicBezTo>
                    <a:pt x="41708" y="9060"/>
                    <a:pt x="42177" y="10590"/>
                    <a:pt x="42177" y="12226"/>
                  </a:cubicBezTo>
                  <a:cubicBezTo>
                    <a:pt x="42177" y="14407"/>
                    <a:pt x="41450" y="16226"/>
                    <a:pt x="39996" y="17680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7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4"/>
                  </a:cubicBezTo>
                  <a:cubicBezTo>
                    <a:pt x="7136" y="28755"/>
                    <a:pt x="8302" y="29754"/>
                    <a:pt x="9544" y="30633"/>
                  </a:cubicBezTo>
                  <a:cubicBezTo>
                    <a:pt x="10787" y="31512"/>
                    <a:pt x="11817" y="32148"/>
                    <a:pt x="12635" y="32542"/>
                  </a:cubicBezTo>
                  <a:cubicBezTo>
                    <a:pt x="13453" y="32906"/>
                    <a:pt x="14044" y="33133"/>
                    <a:pt x="14408" y="33224"/>
                  </a:cubicBezTo>
                  <a:lnTo>
                    <a:pt x="36860" y="38814"/>
                  </a:lnTo>
                  <a:cubicBezTo>
                    <a:pt x="38132" y="39117"/>
                    <a:pt x="39072" y="39375"/>
                    <a:pt x="39678" y="39587"/>
                  </a:cubicBezTo>
                  <a:cubicBezTo>
                    <a:pt x="40284" y="39799"/>
                    <a:pt x="40844" y="40193"/>
                    <a:pt x="41359" y="40768"/>
                  </a:cubicBezTo>
                  <a:cubicBezTo>
                    <a:pt x="41905" y="41344"/>
                    <a:pt x="42177" y="42086"/>
                    <a:pt x="42177" y="42995"/>
                  </a:cubicBezTo>
                  <a:cubicBezTo>
                    <a:pt x="42177" y="43753"/>
                    <a:pt x="41950" y="44404"/>
                    <a:pt x="41495" y="44950"/>
                  </a:cubicBezTo>
                  <a:cubicBezTo>
                    <a:pt x="41041" y="45465"/>
                    <a:pt x="40420" y="45722"/>
                    <a:pt x="39632" y="45722"/>
                  </a:cubicBezTo>
                  <a:cubicBezTo>
                    <a:pt x="39511" y="45722"/>
                    <a:pt x="39132" y="45647"/>
                    <a:pt x="38496" y="45495"/>
                  </a:cubicBezTo>
                  <a:cubicBezTo>
                    <a:pt x="37860" y="45343"/>
                    <a:pt x="37102" y="45162"/>
                    <a:pt x="36223" y="44950"/>
                  </a:cubicBezTo>
                  <a:cubicBezTo>
                    <a:pt x="35345" y="44738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4"/>
                    <a:pt x="2045" y="43677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10"/>
                    <a:pt x="7045" y="54525"/>
                    <a:pt x="8226" y="55494"/>
                  </a:cubicBezTo>
                  <a:cubicBezTo>
                    <a:pt x="9378" y="56434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30"/>
                  </a:cubicBezTo>
                  <a:lnTo>
                    <a:pt x="32678" y="63675"/>
                  </a:lnTo>
                  <a:cubicBezTo>
                    <a:pt x="36860" y="64645"/>
                    <a:pt x="39147" y="65236"/>
                    <a:pt x="39541" y="65448"/>
                  </a:cubicBezTo>
                  <a:cubicBezTo>
                    <a:pt x="40390" y="65751"/>
                    <a:pt x="41041" y="66235"/>
                    <a:pt x="41495" y="66902"/>
                  </a:cubicBezTo>
                  <a:cubicBezTo>
                    <a:pt x="41950" y="67568"/>
                    <a:pt x="42177" y="68235"/>
                    <a:pt x="42177" y="68902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6"/>
                    <a:pt x="40420" y="71583"/>
                    <a:pt x="39632" y="71583"/>
                  </a:cubicBezTo>
                  <a:cubicBezTo>
                    <a:pt x="39511" y="71583"/>
                    <a:pt x="39223" y="71538"/>
                    <a:pt x="38769" y="71447"/>
                  </a:cubicBezTo>
                  <a:cubicBezTo>
                    <a:pt x="38314" y="71356"/>
                    <a:pt x="37769" y="71235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7"/>
                  </a:lnTo>
                  <a:cubicBezTo>
                    <a:pt x="11529" y="64690"/>
                    <a:pt x="9817" y="64281"/>
                    <a:pt x="8999" y="64129"/>
                  </a:cubicBezTo>
                  <a:cubicBezTo>
                    <a:pt x="8151" y="63948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4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8"/>
                    <a:pt x="14953" y="74219"/>
                  </a:cubicBezTo>
                  <a:cubicBezTo>
                    <a:pt x="15165" y="74371"/>
                    <a:pt x="15271" y="74674"/>
                    <a:pt x="15271" y="75129"/>
                  </a:cubicBezTo>
                  <a:cubicBezTo>
                    <a:pt x="15241" y="75886"/>
                    <a:pt x="14923" y="76265"/>
                    <a:pt x="14317" y="76265"/>
                  </a:cubicBezTo>
                  <a:cubicBezTo>
                    <a:pt x="14165" y="76265"/>
                    <a:pt x="13605" y="76143"/>
                    <a:pt x="12635" y="75901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1"/>
                    <a:pt x="5318" y="73356"/>
                  </a:cubicBezTo>
                  <a:cubicBezTo>
                    <a:pt x="4681" y="73053"/>
                    <a:pt x="4151" y="72765"/>
                    <a:pt x="3727" y="72492"/>
                  </a:cubicBezTo>
                  <a:cubicBezTo>
                    <a:pt x="3303" y="72220"/>
                    <a:pt x="2757" y="71810"/>
                    <a:pt x="2091" y="71265"/>
                  </a:cubicBezTo>
                  <a:cubicBezTo>
                    <a:pt x="1424" y="70720"/>
                    <a:pt x="909" y="70038"/>
                    <a:pt x="545" y="69220"/>
                  </a:cubicBezTo>
                  <a:cubicBezTo>
                    <a:pt x="182" y="68402"/>
                    <a:pt x="0" y="67493"/>
                    <a:pt x="0" y="66493"/>
                  </a:cubicBezTo>
                  <a:cubicBezTo>
                    <a:pt x="0" y="64281"/>
                    <a:pt x="712" y="62357"/>
                    <a:pt x="2136" y="60721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8"/>
                    <a:pt x="2409" y="35769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8"/>
                    <a:pt x="0" y="23528"/>
                    <a:pt x="0" y="17589"/>
                  </a:cubicBezTo>
                  <a:cubicBezTo>
                    <a:pt x="0" y="14165"/>
                    <a:pt x="894" y="11529"/>
                    <a:pt x="2682" y="9681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1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90"/>
                  </a:cubicBezTo>
                  <a:cubicBezTo>
                    <a:pt x="38314" y="7530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9"/>
                  </a:cubicBezTo>
                  <a:cubicBezTo>
                    <a:pt x="31300" y="3394"/>
                    <a:pt x="29982" y="2939"/>
                    <a:pt x="28588" y="2545"/>
                  </a:cubicBezTo>
                  <a:cubicBezTo>
                    <a:pt x="27830" y="2303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8" name="Freeform 2247">
              <a:extLst>
                <a:ext uri="{FF2B5EF4-FFF2-40B4-BE49-F238E27FC236}">
                  <a16:creationId xmlns:a16="http://schemas.microsoft.com/office/drawing/2014/main" id="{9F603A99-5FE5-0A21-BBCB-2D3AFFE4430D}"/>
                </a:ext>
              </a:extLst>
            </p:cNvPr>
            <p:cNvSpPr/>
            <p:nvPr/>
          </p:nvSpPr>
          <p:spPr>
            <a:xfrm>
              <a:off x="675947" y="2237347"/>
              <a:ext cx="59302" cy="32482"/>
            </a:xfrm>
            <a:custGeom>
              <a:avLst/>
              <a:gdLst>
                <a:gd name="csX0" fmla="*/ 4486 w 59302"/>
                <a:gd name="csY0" fmla="*/ 0 h 32482"/>
                <a:gd name="csX1" fmla="*/ 7317 w 59302"/>
                <a:gd name="csY1" fmla="*/ 1114 h 32482"/>
                <a:gd name="csX2" fmla="*/ 8399 w 59302"/>
                <a:gd name="csY2" fmla="*/ 3564 h 32482"/>
                <a:gd name="csX3" fmla="*/ 7795 w 59302"/>
                <a:gd name="csY3" fmla="*/ 5281 h 32482"/>
                <a:gd name="csX4" fmla="*/ 6140 w 59302"/>
                <a:gd name="csY4" fmla="*/ 5981 h 32482"/>
                <a:gd name="csX5" fmla="*/ 3913 w 59302"/>
                <a:gd name="csY5" fmla="*/ 5154 h 32482"/>
                <a:gd name="csX6" fmla="*/ 2609 w 59302"/>
                <a:gd name="csY6" fmla="*/ 2450 h 32482"/>
                <a:gd name="csX7" fmla="*/ 1432 w 59302"/>
                <a:gd name="csY7" fmla="*/ 5663 h 32482"/>
                <a:gd name="csX8" fmla="*/ 2068 w 59302"/>
                <a:gd name="csY8" fmla="*/ 7476 h 32482"/>
                <a:gd name="csX9" fmla="*/ 3659 w 59302"/>
                <a:gd name="csY9" fmla="*/ 8717 h 32482"/>
                <a:gd name="csX10" fmla="*/ 10435 w 59302"/>
                <a:gd name="csY10" fmla="*/ 10277 h 32482"/>
                <a:gd name="csX11" fmla="*/ 14126 w 59302"/>
                <a:gd name="csY11" fmla="*/ 10944 h 32482"/>
                <a:gd name="csX12" fmla="*/ 17848 w 59302"/>
                <a:gd name="csY12" fmla="*/ 11645 h 32482"/>
                <a:gd name="csX13" fmla="*/ 17848 w 59302"/>
                <a:gd name="csY13" fmla="*/ 6236 h 32482"/>
                <a:gd name="csX14" fmla="*/ 17880 w 59302"/>
                <a:gd name="csY14" fmla="*/ 5249 h 32482"/>
                <a:gd name="csX15" fmla="*/ 18071 w 59302"/>
                <a:gd name="csY15" fmla="*/ 4741 h 32482"/>
                <a:gd name="csX16" fmla="*/ 18580 w 59302"/>
                <a:gd name="csY16" fmla="*/ 4485 h 32482"/>
                <a:gd name="csX17" fmla="*/ 19693 w 59302"/>
                <a:gd name="csY17" fmla="*/ 4900 h 32482"/>
                <a:gd name="csX18" fmla="*/ 19884 w 59302"/>
                <a:gd name="csY18" fmla="*/ 6427 h 32482"/>
                <a:gd name="csX19" fmla="*/ 19884 w 59302"/>
                <a:gd name="csY19" fmla="*/ 12026 h 32482"/>
                <a:gd name="csX20" fmla="*/ 40532 w 59302"/>
                <a:gd name="csY20" fmla="*/ 15939 h 32482"/>
                <a:gd name="csX21" fmla="*/ 43045 w 59302"/>
                <a:gd name="csY21" fmla="*/ 16448 h 32482"/>
                <a:gd name="csX22" fmla="*/ 48009 w 59302"/>
                <a:gd name="csY22" fmla="*/ 17753 h 32482"/>
                <a:gd name="csX23" fmla="*/ 52971 w 59302"/>
                <a:gd name="csY23" fmla="*/ 19597 h 32482"/>
                <a:gd name="csX24" fmla="*/ 55008 w 59302"/>
                <a:gd name="csY24" fmla="*/ 20775 h 32482"/>
                <a:gd name="csX25" fmla="*/ 57043 w 59302"/>
                <a:gd name="csY25" fmla="*/ 22333 h 32482"/>
                <a:gd name="csX26" fmla="*/ 58666 w 59302"/>
                <a:gd name="csY26" fmla="*/ 24466 h 32482"/>
                <a:gd name="csX27" fmla="*/ 59303 w 59302"/>
                <a:gd name="csY27" fmla="*/ 26947 h 32482"/>
                <a:gd name="csX28" fmla="*/ 58094 w 59302"/>
                <a:gd name="csY28" fmla="*/ 30797 h 32482"/>
                <a:gd name="csX29" fmla="*/ 54817 w 59302"/>
                <a:gd name="csY29" fmla="*/ 32483 h 32482"/>
                <a:gd name="csX30" fmla="*/ 51986 w 59302"/>
                <a:gd name="csY30" fmla="*/ 31401 h 32482"/>
                <a:gd name="csX31" fmla="*/ 50904 w 59302"/>
                <a:gd name="csY31" fmla="*/ 28919 h 32482"/>
                <a:gd name="csX32" fmla="*/ 51508 w 59302"/>
                <a:gd name="csY32" fmla="*/ 27233 h 32482"/>
                <a:gd name="csX33" fmla="*/ 53162 w 59302"/>
                <a:gd name="csY33" fmla="*/ 26501 h 32482"/>
                <a:gd name="csX34" fmla="*/ 54117 w 59302"/>
                <a:gd name="csY34" fmla="*/ 26661 h 32482"/>
                <a:gd name="csX35" fmla="*/ 55199 w 59302"/>
                <a:gd name="csY35" fmla="*/ 27170 h 32482"/>
                <a:gd name="csX36" fmla="*/ 56217 w 59302"/>
                <a:gd name="csY36" fmla="*/ 28283 h 32482"/>
                <a:gd name="csX37" fmla="*/ 56694 w 59302"/>
                <a:gd name="csY37" fmla="*/ 30097 h 32482"/>
                <a:gd name="csX38" fmla="*/ 57871 w 59302"/>
                <a:gd name="csY38" fmla="*/ 26947 h 32482"/>
                <a:gd name="csX39" fmla="*/ 57617 w 59302"/>
                <a:gd name="csY39" fmla="*/ 25802 h 32482"/>
                <a:gd name="csX40" fmla="*/ 56821 w 59302"/>
                <a:gd name="csY40" fmla="*/ 24815 h 32482"/>
                <a:gd name="csX41" fmla="*/ 55675 w 59302"/>
                <a:gd name="csY41" fmla="*/ 23989 h 32482"/>
                <a:gd name="csX42" fmla="*/ 54085 w 59302"/>
                <a:gd name="csY42" fmla="*/ 23288 h 32482"/>
                <a:gd name="csX43" fmla="*/ 52304 w 59302"/>
                <a:gd name="csY43" fmla="*/ 22716 h 32482"/>
                <a:gd name="csX44" fmla="*/ 50172 w 59302"/>
                <a:gd name="csY44" fmla="*/ 22206 h 32482"/>
                <a:gd name="csX45" fmla="*/ 47977 w 59302"/>
                <a:gd name="csY45" fmla="*/ 21729 h 32482"/>
                <a:gd name="csX46" fmla="*/ 45622 w 59302"/>
                <a:gd name="csY46" fmla="*/ 21284 h 32482"/>
                <a:gd name="csX47" fmla="*/ 19884 w 59302"/>
                <a:gd name="csY47" fmla="*/ 16416 h 32482"/>
                <a:gd name="csX48" fmla="*/ 19884 w 59302"/>
                <a:gd name="csY48" fmla="*/ 20711 h 32482"/>
                <a:gd name="csX49" fmla="*/ 19852 w 59302"/>
                <a:gd name="csY49" fmla="*/ 21793 h 32482"/>
                <a:gd name="csX50" fmla="*/ 19661 w 59302"/>
                <a:gd name="csY50" fmla="*/ 22302 h 32482"/>
                <a:gd name="csX51" fmla="*/ 19089 w 59302"/>
                <a:gd name="csY51" fmla="*/ 22525 h 32482"/>
                <a:gd name="csX52" fmla="*/ 18230 w 59302"/>
                <a:gd name="csY52" fmla="*/ 22270 h 32482"/>
                <a:gd name="csX53" fmla="*/ 17912 w 59302"/>
                <a:gd name="csY53" fmla="*/ 21666 h 32482"/>
                <a:gd name="csX54" fmla="*/ 17848 w 59302"/>
                <a:gd name="csY54" fmla="*/ 20584 h 32482"/>
                <a:gd name="csX55" fmla="*/ 17848 w 59302"/>
                <a:gd name="csY55" fmla="*/ 16067 h 32482"/>
                <a:gd name="csX56" fmla="*/ 7635 w 59302"/>
                <a:gd name="csY56" fmla="*/ 13935 h 32482"/>
                <a:gd name="csX57" fmla="*/ 3754 w 59302"/>
                <a:gd name="csY57" fmla="*/ 12153 h 32482"/>
                <a:gd name="csX58" fmla="*/ 1368 w 59302"/>
                <a:gd name="csY58" fmla="*/ 9862 h 32482"/>
                <a:gd name="csX59" fmla="*/ 318 w 59302"/>
                <a:gd name="csY59" fmla="*/ 7668 h 32482"/>
                <a:gd name="csX60" fmla="*/ 0 w 59302"/>
                <a:gd name="csY60" fmla="*/ 5663 h 32482"/>
                <a:gd name="csX61" fmla="*/ 1209 w 59302"/>
                <a:gd name="csY61" fmla="*/ 1718 h 32482"/>
                <a:gd name="csX62" fmla="*/ 4486 w 59302"/>
                <a:gd name="csY62" fmla="*/ 0 h 32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2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3"/>
                    <a:pt x="7795" y="5281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4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0"/>
                    <a:pt x="1644" y="6925"/>
                    <a:pt x="2068" y="7476"/>
                  </a:cubicBezTo>
                  <a:cubicBezTo>
                    <a:pt x="2471" y="8007"/>
                    <a:pt x="3001" y="8421"/>
                    <a:pt x="3659" y="8717"/>
                  </a:cubicBezTo>
                  <a:cubicBezTo>
                    <a:pt x="4337" y="9036"/>
                    <a:pt x="6596" y="9555"/>
                    <a:pt x="10435" y="10277"/>
                  </a:cubicBezTo>
                  <a:cubicBezTo>
                    <a:pt x="11687" y="10509"/>
                    <a:pt x="12917" y="10732"/>
                    <a:pt x="14126" y="10944"/>
                  </a:cubicBezTo>
                  <a:cubicBezTo>
                    <a:pt x="15335" y="11156"/>
                    <a:pt x="16575" y="11390"/>
                    <a:pt x="17848" y="11645"/>
                  </a:cubicBezTo>
                  <a:lnTo>
                    <a:pt x="17848" y="6236"/>
                  </a:lnTo>
                  <a:cubicBezTo>
                    <a:pt x="17848" y="5769"/>
                    <a:pt x="17859" y="5440"/>
                    <a:pt x="17880" y="5249"/>
                  </a:cubicBezTo>
                  <a:cubicBezTo>
                    <a:pt x="17901" y="5058"/>
                    <a:pt x="17965" y="4889"/>
                    <a:pt x="18071" y="4741"/>
                  </a:cubicBezTo>
                  <a:cubicBezTo>
                    <a:pt x="18177" y="4570"/>
                    <a:pt x="18346" y="4485"/>
                    <a:pt x="18580" y="4485"/>
                  </a:cubicBezTo>
                  <a:cubicBezTo>
                    <a:pt x="19174" y="4485"/>
                    <a:pt x="19545" y="4623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6"/>
                  </a:lnTo>
                  <a:lnTo>
                    <a:pt x="40532" y="15939"/>
                  </a:lnTo>
                  <a:cubicBezTo>
                    <a:pt x="40935" y="16003"/>
                    <a:pt x="41773" y="16173"/>
                    <a:pt x="43045" y="16448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7"/>
                    <a:pt x="51741" y="18982"/>
                    <a:pt x="52971" y="19597"/>
                  </a:cubicBezTo>
                  <a:cubicBezTo>
                    <a:pt x="53671" y="19937"/>
                    <a:pt x="54350" y="20330"/>
                    <a:pt x="55008" y="20775"/>
                  </a:cubicBezTo>
                  <a:cubicBezTo>
                    <a:pt x="55686" y="21200"/>
                    <a:pt x="56365" y="21719"/>
                    <a:pt x="57043" y="22333"/>
                  </a:cubicBezTo>
                  <a:cubicBezTo>
                    <a:pt x="57722" y="22948"/>
                    <a:pt x="58263" y="23659"/>
                    <a:pt x="58666" y="24466"/>
                  </a:cubicBezTo>
                  <a:cubicBezTo>
                    <a:pt x="59091" y="25272"/>
                    <a:pt x="59303" y="26099"/>
                    <a:pt x="59303" y="26947"/>
                  </a:cubicBezTo>
                  <a:cubicBezTo>
                    <a:pt x="59303" y="28389"/>
                    <a:pt x="58900" y="29672"/>
                    <a:pt x="58094" y="30797"/>
                  </a:cubicBezTo>
                  <a:cubicBezTo>
                    <a:pt x="57288" y="31921"/>
                    <a:pt x="56196" y="32483"/>
                    <a:pt x="54817" y="32483"/>
                  </a:cubicBezTo>
                  <a:cubicBezTo>
                    <a:pt x="53650" y="32483"/>
                    <a:pt x="52707" y="32122"/>
                    <a:pt x="51986" y="31401"/>
                  </a:cubicBezTo>
                  <a:cubicBezTo>
                    <a:pt x="51264" y="30658"/>
                    <a:pt x="50904" y="29831"/>
                    <a:pt x="50904" y="28919"/>
                  </a:cubicBezTo>
                  <a:cubicBezTo>
                    <a:pt x="50904" y="28262"/>
                    <a:pt x="51105" y="27700"/>
                    <a:pt x="51508" y="27233"/>
                  </a:cubicBezTo>
                  <a:cubicBezTo>
                    <a:pt x="51911" y="26745"/>
                    <a:pt x="52463" y="26501"/>
                    <a:pt x="53162" y="26501"/>
                  </a:cubicBezTo>
                  <a:cubicBezTo>
                    <a:pt x="53459" y="26501"/>
                    <a:pt x="53778" y="26554"/>
                    <a:pt x="54117" y="26661"/>
                  </a:cubicBezTo>
                  <a:cubicBezTo>
                    <a:pt x="54456" y="26767"/>
                    <a:pt x="54817" y="26936"/>
                    <a:pt x="55199" y="27170"/>
                  </a:cubicBezTo>
                  <a:cubicBezTo>
                    <a:pt x="55602" y="27403"/>
                    <a:pt x="55941" y="27774"/>
                    <a:pt x="56217" y="28283"/>
                  </a:cubicBezTo>
                  <a:cubicBezTo>
                    <a:pt x="56492" y="28792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7"/>
                  </a:cubicBezTo>
                  <a:cubicBezTo>
                    <a:pt x="57871" y="26544"/>
                    <a:pt x="57786" y="26162"/>
                    <a:pt x="57617" y="25802"/>
                  </a:cubicBezTo>
                  <a:cubicBezTo>
                    <a:pt x="57468" y="25441"/>
                    <a:pt x="57203" y="25112"/>
                    <a:pt x="56821" y="24815"/>
                  </a:cubicBezTo>
                  <a:cubicBezTo>
                    <a:pt x="56439" y="24497"/>
                    <a:pt x="56058" y="24221"/>
                    <a:pt x="55675" y="23989"/>
                  </a:cubicBezTo>
                  <a:cubicBezTo>
                    <a:pt x="55315" y="23755"/>
                    <a:pt x="54785" y="23522"/>
                    <a:pt x="54085" y="23288"/>
                  </a:cubicBezTo>
                  <a:cubicBezTo>
                    <a:pt x="53407" y="23055"/>
                    <a:pt x="52813" y="22864"/>
                    <a:pt x="52304" y="22716"/>
                  </a:cubicBezTo>
                  <a:cubicBezTo>
                    <a:pt x="51795" y="22567"/>
                    <a:pt x="51084" y="22397"/>
                    <a:pt x="50172" y="22206"/>
                  </a:cubicBezTo>
                  <a:cubicBezTo>
                    <a:pt x="49260" y="21994"/>
                    <a:pt x="48528" y="21835"/>
                    <a:pt x="47977" y="21729"/>
                  </a:cubicBezTo>
                  <a:cubicBezTo>
                    <a:pt x="47446" y="21623"/>
                    <a:pt x="46661" y="21474"/>
                    <a:pt x="45622" y="21284"/>
                  </a:cubicBezTo>
                  <a:lnTo>
                    <a:pt x="19884" y="16416"/>
                  </a:lnTo>
                  <a:lnTo>
                    <a:pt x="19884" y="20711"/>
                  </a:lnTo>
                  <a:cubicBezTo>
                    <a:pt x="19884" y="21220"/>
                    <a:pt x="19874" y="21581"/>
                    <a:pt x="19852" y="21793"/>
                  </a:cubicBezTo>
                  <a:cubicBezTo>
                    <a:pt x="19831" y="21984"/>
                    <a:pt x="19768" y="22154"/>
                    <a:pt x="19661" y="22302"/>
                  </a:cubicBezTo>
                  <a:cubicBezTo>
                    <a:pt x="19534" y="22450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80"/>
                    <a:pt x="17933" y="21878"/>
                    <a:pt x="17912" y="21666"/>
                  </a:cubicBezTo>
                  <a:cubicBezTo>
                    <a:pt x="17869" y="21454"/>
                    <a:pt x="17848" y="21093"/>
                    <a:pt x="17848" y="20584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8"/>
                    <a:pt x="4815" y="12874"/>
                    <a:pt x="3754" y="12153"/>
                  </a:cubicBezTo>
                  <a:cubicBezTo>
                    <a:pt x="2672" y="11432"/>
                    <a:pt x="1877" y="10668"/>
                    <a:pt x="1368" y="9862"/>
                  </a:cubicBezTo>
                  <a:cubicBezTo>
                    <a:pt x="859" y="9056"/>
                    <a:pt x="509" y="8325"/>
                    <a:pt x="318" y="7668"/>
                  </a:cubicBezTo>
                  <a:cubicBezTo>
                    <a:pt x="106" y="6988"/>
                    <a:pt x="0" y="6320"/>
                    <a:pt x="0" y="5663"/>
                  </a:cubicBezTo>
                  <a:cubicBezTo>
                    <a:pt x="0" y="4178"/>
                    <a:pt x="403" y="2863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9" name="Freeform 2248">
              <a:extLst>
                <a:ext uri="{FF2B5EF4-FFF2-40B4-BE49-F238E27FC236}">
                  <a16:creationId xmlns:a16="http://schemas.microsoft.com/office/drawing/2014/main" id="{08FB4540-187C-B671-98CB-24C1DC2F5BE0}"/>
                </a:ext>
              </a:extLst>
            </p:cNvPr>
            <p:cNvSpPr/>
            <p:nvPr/>
          </p:nvSpPr>
          <p:spPr>
            <a:xfrm>
              <a:off x="688673" y="2162504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2 h 57648"/>
                <a:gd name="csX4" fmla="*/ 32833 w 33850"/>
                <a:gd name="csY4" fmla="*/ 13298 h 57648"/>
                <a:gd name="csX5" fmla="*/ 33565 w 33850"/>
                <a:gd name="csY5" fmla="*/ 13744 h 57648"/>
                <a:gd name="csX6" fmla="*/ 33851 w 33850"/>
                <a:gd name="csY6" fmla="*/ 14571 h 57648"/>
                <a:gd name="csX7" fmla="*/ 33469 w 33850"/>
                <a:gd name="csY7" fmla="*/ 15493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2 h 57648"/>
                <a:gd name="csX11" fmla="*/ 22907 w 33850"/>
                <a:gd name="csY11" fmla="*/ 11516 h 57648"/>
                <a:gd name="csX12" fmla="*/ 18230 w 33850"/>
                <a:gd name="csY12" fmla="*/ 6427 h 57648"/>
                <a:gd name="csX13" fmla="*/ 18230 w 33850"/>
                <a:gd name="csY13" fmla="*/ 56343 h 57648"/>
                <a:gd name="csX14" fmla="*/ 17848 w 33850"/>
                <a:gd name="csY14" fmla="*/ 57266 h 57648"/>
                <a:gd name="csX15" fmla="*/ 16925 w 33850"/>
                <a:gd name="csY15" fmla="*/ 57648 h 57648"/>
                <a:gd name="csX16" fmla="*/ 16003 w 33850"/>
                <a:gd name="csY16" fmla="*/ 57266 h 57648"/>
                <a:gd name="csX17" fmla="*/ 15621 w 33850"/>
                <a:gd name="csY17" fmla="*/ 56343 h 57648"/>
                <a:gd name="csX18" fmla="*/ 15621 w 33850"/>
                <a:gd name="csY18" fmla="*/ 6427 h 57648"/>
                <a:gd name="csX19" fmla="*/ 10944 w 33850"/>
                <a:gd name="csY19" fmla="*/ 11516 h 57648"/>
                <a:gd name="csX20" fmla="*/ 1559 w 33850"/>
                <a:gd name="csY20" fmla="*/ 15812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3 h 57648"/>
                <a:gd name="csX24" fmla="*/ 0 w 33850"/>
                <a:gd name="csY24" fmla="*/ 14571 h 57648"/>
                <a:gd name="csX25" fmla="*/ 286 w 33850"/>
                <a:gd name="csY25" fmla="*/ 13744 h 57648"/>
                <a:gd name="csX26" fmla="*/ 1018 w 33850"/>
                <a:gd name="csY26" fmla="*/ 13298 h 57648"/>
                <a:gd name="csX27" fmla="*/ 9290 w 33850"/>
                <a:gd name="csY27" fmla="*/ 9512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2"/>
                  </a:cubicBezTo>
                  <a:cubicBezTo>
                    <a:pt x="27127" y="11485"/>
                    <a:pt x="29885" y="12747"/>
                    <a:pt x="32833" y="13298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7"/>
                    <a:pt x="33851" y="14252"/>
                    <a:pt x="33851" y="14571"/>
                  </a:cubicBezTo>
                  <a:cubicBezTo>
                    <a:pt x="33851" y="14932"/>
                    <a:pt x="33724" y="15239"/>
                    <a:pt x="33469" y="15493"/>
                  </a:cubicBezTo>
                  <a:cubicBezTo>
                    <a:pt x="33236" y="15748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2"/>
                    <a:pt x="32313" y="15812"/>
                    <a:pt x="32292" y="15812"/>
                  </a:cubicBezTo>
                  <a:cubicBezTo>
                    <a:pt x="28856" y="15175"/>
                    <a:pt x="25728" y="13743"/>
                    <a:pt x="22907" y="11516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3"/>
                  </a:lnTo>
                  <a:cubicBezTo>
                    <a:pt x="18230" y="56704"/>
                    <a:pt x="18103" y="57012"/>
                    <a:pt x="17848" y="57266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6"/>
                  </a:cubicBezTo>
                  <a:cubicBezTo>
                    <a:pt x="15748" y="57012"/>
                    <a:pt x="15621" y="56704"/>
                    <a:pt x="15621" y="56343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6"/>
                  </a:cubicBezTo>
                  <a:cubicBezTo>
                    <a:pt x="8123" y="13743"/>
                    <a:pt x="4995" y="15175"/>
                    <a:pt x="1559" y="15812"/>
                  </a:cubicBezTo>
                  <a:cubicBezTo>
                    <a:pt x="1538" y="15812"/>
                    <a:pt x="1495" y="15822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8"/>
                    <a:pt x="382" y="15493"/>
                  </a:cubicBezTo>
                  <a:cubicBezTo>
                    <a:pt x="127" y="15239"/>
                    <a:pt x="0" y="14932"/>
                    <a:pt x="0" y="14571"/>
                  </a:cubicBezTo>
                  <a:cubicBezTo>
                    <a:pt x="0" y="14252"/>
                    <a:pt x="95" y="13977"/>
                    <a:pt x="286" y="13744"/>
                  </a:cubicBezTo>
                  <a:cubicBezTo>
                    <a:pt x="477" y="13511"/>
                    <a:pt x="721" y="13362"/>
                    <a:pt x="1018" y="13298"/>
                  </a:cubicBezTo>
                  <a:cubicBezTo>
                    <a:pt x="3966" y="12747"/>
                    <a:pt x="6724" y="11485"/>
                    <a:pt x="9290" y="9512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0" name="Freeform 2249">
              <a:extLst>
                <a:ext uri="{FF2B5EF4-FFF2-40B4-BE49-F238E27FC236}">
                  <a16:creationId xmlns:a16="http://schemas.microsoft.com/office/drawing/2014/main" id="{CC090E40-3788-CFB2-A95C-96220E6034BA}"/>
                </a:ext>
              </a:extLst>
            </p:cNvPr>
            <p:cNvSpPr/>
            <p:nvPr/>
          </p:nvSpPr>
          <p:spPr>
            <a:xfrm>
              <a:off x="677379" y="2090175"/>
              <a:ext cx="44508" cy="47371"/>
            </a:xfrm>
            <a:custGeom>
              <a:avLst/>
              <a:gdLst>
                <a:gd name="csX0" fmla="*/ 795 w 44508"/>
                <a:gd name="csY0" fmla="*/ 0 h 47371"/>
                <a:gd name="csX1" fmla="*/ 1463 w 44508"/>
                <a:gd name="csY1" fmla="*/ 95 h 47371"/>
                <a:gd name="csX2" fmla="*/ 1845 w 44508"/>
                <a:gd name="csY2" fmla="*/ 413 h 47371"/>
                <a:gd name="csX3" fmla="*/ 1972 w 44508"/>
                <a:gd name="csY3" fmla="*/ 795 h 47371"/>
                <a:gd name="csX4" fmla="*/ 2036 w 44508"/>
                <a:gd name="csY4" fmla="*/ 1304 h 47371"/>
                <a:gd name="csX5" fmla="*/ 2577 w 44508"/>
                <a:gd name="csY5" fmla="*/ 4167 h 47371"/>
                <a:gd name="csX6" fmla="*/ 3722 w 44508"/>
                <a:gd name="csY6" fmla="*/ 6585 h 47371"/>
                <a:gd name="csX7" fmla="*/ 4995 w 44508"/>
                <a:gd name="csY7" fmla="*/ 8271 h 47371"/>
                <a:gd name="csX8" fmla="*/ 6522 w 44508"/>
                <a:gd name="csY8" fmla="*/ 9862 h 47371"/>
                <a:gd name="csX9" fmla="*/ 7445 w 44508"/>
                <a:gd name="csY9" fmla="*/ 10753 h 47371"/>
                <a:gd name="csX10" fmla="*/ 25993 w 44508"/>
                <a:gd name="csY10" fmla="*/ 26915 h 47371"/>
                <a:gd name="csX11" fmla="*/ 28029 w 44508"/>
                <a:gd name="csY11" fmla="*/ 27837 h 47371"/>
                <a:gd name="csX12" fmla="*/ 37223 w 44508"/>
                <a:gd name="csY12" fmla="*/ 30128 h 47371"/>
                <a:gd name="csX13" fmla="*/ 41327 w 44508"/>
                <a:gd name="csY13" fmla="*/ 31019 h 47371"/>
                <a:gd name="csX14" fmla="*/ 42091 w 44508"/>
                <a:gd name="csY14" fmla="*/ 30700 h 47371"/>
                <a:gd name="csX15" fmla="*/ 42345 w 44508"/>
                <a:gd name="csY15" fmla="*/ 29269 h 47371"/>
                <a:gd name="csX16" fmla="*/ 42504 w 44508"/>
                <a:gd name="csY16" fmla="*/ 26788 h 47371"/>
                <a:gd name="csX17" fmla="*/ 42759 w 44508"/>
                <a:gd name="csY17" fmla="*/ 25101 h 47371"/>
                <a:gd name="csX18" fmla="*/ 43205 w 44508"/>
                <a:gd name="csY18" fmla="*/ 24974 h 47371"/>
                <a:gd name="csX19" fmla="*/ 44127 w 44508"/>
                <a:gd name="csY19" fmla="*/ 25229 h 47371"/>
                <a:gd name="csX20" fmla="*/ 44476 w 44508"/>
                <a:gd name="csY20" fmla="*/ 25674 h 47371"/>
                <a:gd name="csX21" fmla="*/ 44508 w 44508"/>
                <a:gd name="csY21" fmla="*/ 26215 h 47371"/>
                <a:gd name="csX22" fmla="*/ 44318 w 44508"/>
                <a:gd name="csY22" fmla="*/ 34550 h 47371"/>
                <a:gd name="csX23" fmla="*/ 44508 w 44508"/>
                <a:gd name="csY23" fmla="*/ 42758 h 47371"/>
                <a:gd name="csX24" fmla="*/ 43777 w 44508"/>
                <a:gd name="csY24" fmla="*/ 43681 h 47371"/>
                <a:gd name="csX25" fmla="*/ 43045 w 44508"/>
                <a:gd name="csY25" fmla="*/ 43618 h 47371"/>
                <a:gd name="csX26" fmla="*/ 42663 w 44508"/>
                <a:gd name="csY26" fmla="*/ 43236 h 47371"/>
                <a:gd name="csX27" fmla="*/ 42536 w 44508"/>
                <a:gd name="csY27" fmla="*/ 42726 h 47371"/>
                <a:gd name="csX28" fmla="*/ 42504 w 44508"/>
                <a:gd name="csY28" fmla="*/ 41900 h 47371"/>
                <a:gd name="csX29" fmla="*/ 42473 w 44508"/>
                <a:gd name="csY29" fmla="*/ 39704 h 47371"/>
                <a:gd name="csX30" fmla="*/ 42250 w 44508"/>
                <a:gd name="csY30" fmla="*/ 38209 h 47371"/>
                <a:gd name="csX31" fmla="*/ 41932 w 44508"/>
                <a:gd name="csY31" fmla="*/ 37223 h 47371"/>
                <a:gd name="csX32" fmla="*/ 41232 w 44508"/>
                <a:gd name="csY32" fmla="*/ 36619 h 47371"/>
                <a:gd name="csX33" fmla="*/ 40213 w 44508"/>
                <a:gd name="csY33" fmla="*/ 36173 h 47371"/>
                <a:gd name="csX34" fmla="*/ 38655 w 44508"/>
                <a:gd name="csY34" fmla="*/ 35791 h 47371"/>
                <a:gd name="csX35" fmla="*/ 32292 w 44508"/>
                <a:gd name="csY35" fmla="*/ 34200 h 47371"/>
                <a:gd name="csX36" fmla="*/ 26788 w 44508"/>
                <a:gd name="csY36" fmla="*/ 32864 h 47371"/>
                <a:gd name="csX37" fmla="*/ 25674 w 44508"/>
                <a:gd name="csY37" fmla="*/ 33118 h 47371"/>
                <a:gd name="csX38" fmla="*/ 4231 w 44508"/>
                <a:gd name="csY38" fmla="*/ 41136 h 47371"/>
                <a:gd name="csX39" fmla="*/ 2895 w 44508"/>
                <a:gd name="csY39" fmla="*/ 41773 h 47371"/>
                <a:gd name="csX40" fmla="*/ 2291 w 44508"/>
                <a:gd name="csY40" fmla="*/ 43014 h 47371"/>
                <a:gd name="csX41" fmla="*/ 2036 w 44508"/>
                <a:gd name="csY41" fmla="*/ 45877 h 47371"/>
                <a:gd name="csX42" fmla="*/ 2004 w 44508"/>
                <a:gd name="csY42" fmla="*/ 46672 h 47371"/>
                <a:gd name="csX43" fmla="*/ 1813 w 44508"/>
                <a:gd name="csY43" fmla="*/ 47149 h 47371"/>
                <a:gd name="csX44" fmla="*/ 1304 w 44508"/>
                <a:gd name="csY44" fmla="*/ 47372 h 47371"/>
                <a:gd name="csX45" fmla="*/ 414 w 44508"/>
                <a:gd name="csY45" fmla="*/ 47118 h 47371"/>
                <a:gd name="csX46" fmla="*/ 64 w 44508"/>
                <a:gd name="csY46" fmla="*/ 46672 h 47371"/>
                <a:gd name="csX47" fmla="*/ 0 w 44508"/>
                <a:gd name="csY47" fmla="*/ 46131 h 47371"/>
                <a:gd name="csX48" fmla="*/ 95 w 44508"/>
                <a:gd name="csY48" fmla="*/ 42504 h 47371"/>
                <a:gd name="csX49" fmla="*/ 191 w 44508"/>
                <a:gd name="csY49" fmla="*/ 38845 h 47371"/>
                <a:gd name="csX50" fmla="*/ 0 w 44508"/>
                <a:gd name="csY50" fmla="*/ 30637 h 47371"/>
                <a:gd name="csX51" fmla="*/ 732 w 44508"/>
                <a:gd name="csY51" fmla="*/ 29651 h 47371"/>
                <a:gd name="csX52" fmla="*/ 1845 w 44508"/>
                <a:gd name="csY52" fmla="*/ 30001 h 47371"/>
                <a:gd name="csX53" fmla="*/ 2036 w 44508"/>
                <a:gd name="csY53" fmla="*/ 31210 h 47371"/>
                <a:gd name="csX54" fmla="*/ 3595 w 44508"/>
                <a:gd name="csY54" fmla="*/ 35060 h 47371"/>
                <a:gd name="csX55" fmla="*/ 4709 w 44508"/>
                <a:gd name="csY55" fmla="*/ 34677 h 47371"/>
                <a:gd name="csX56" fmla="*/ 24052 w 44508"/>
                <a:gd name="csY56" fmla="*/ 27519 h 47371"/>
                <a:gd name="csX57" fmla="*/ 6649 w 44508"/>
                <a:gd name="csY57" fmla="*/ 12407 h 47371"/>
                <a:gd name="csX58" fmla="*/ 6395 w 44508"/>
                <a:gd name="csY58" fmla="*/ 12185 h 47371"/>
                <a:gd name="csX59" fmla="*/ 5949 w 44508"/>
                <a:gd name="csY59" fmla="*/ 11835 h 47371"/>
                <a:gd name="csX60" fmla="*/ 5408 w 44508"/>
                <a:gd name="csY60" fmla="*/ 11421 h 47371"/>
                <a:gd name="csX61" fmla="*/ 4772 w 44508"/>
                <a:gd name="csY61" fmla="*/ 11039 h 47371"/>
                <a:gd name="csX62" fmla="*/ 4136 w 44508"/>
                <a:gd name="csY62" fmla="*/ 10753 h 47371"/>
                <a:gd name="csX63" fmla="*/ 3531 w 44508"/>
                <a:gd name="csY63" fmla="*/ 10626 h 47371"/>
                <a:gd name="csX64" fmla="*/ 2736 w 44508"/>
                <a:gd name="csY64" fmla="*/ 10912 h 47371"/>
                <a:gd name="csX65" fmla="*/ 2259 w 44508"/>
                <a:gd name="csY65" fmla="*/ 11644 h 47371"/>
                <a:gd name="csX66" fmla="*/ 2100 w 44508"/>
                <a:gd name="csY66" fmla="*/ 12407 h 47371"/>
                <a:gd name="csX67" fmla="*/ 2036 w 44508"/>
                <a:gd name="csY67" fmla="*/ 12980 h 47371"/>
                <a:gd name="csX68" fmla="*/ 1241 w 44508"/>
                <a:gd name="csY68" fmla="*/ 13966 h 47371"/>
                <a:gd name="csX69" fmla="*/ 382 w 44508"/>
                <a:gd name="csY69" fmla="*/ 13712 h 47371"/>
                <a:gd name="csX70" fmla="*/ 32 w 44508"/>
                <a:gd name="csY70" fmla="*/ 13267 h 47371"/>
                <a:gd name="csX71" fmla="*/ 0 w 44508"/>
                <a:gd name="csY71" fmla="*/ 12725 h 47371"/>
                <a:gd name="csX72" fmla="*/ 95 w 44508"/>
                <a:gd name="csY72" fmla="*/ 9480 h 47371"/>
                <a:gd name="csX73" fmla="*/ 191 w 44508"/>
                <a:gd name="csY73" fmla="*/ 6204 h 47371"/>
                <a:gd name="csX74" fmla="*/ 95 w 44508"/>
                <a:gd name="csY74" fmla="*/ 3500 h 47371"/>
                <a:gd name="csX75" fmla="*/ 0 w 44508"/>
                <a:gd name="csY75" fmla="*/ 859 h 47371"/>
                <a:gd name="csX76" fmla="*/ 795 w 44508"/>
                <a:gd name="csY76" fmla="*/ 0 h 4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4508" h="47371">
                  <a:moveTo>
                    <a:pt x="795" y="0"/>
                  </a:moveTo>
                  <a:cubicBezTo>
                    <a:pt x="1071" y="0"/>
                    <a:pt x="1294" y="32"/>
                    <a:pt x="1463" y="95"/>
                  </a:cubicBezTo>
                  <a:cubicBezTo>
                    <a:pt x="1633" y="138"/>
                    <a:pt x="1760" y="244"/>
                    <a:pt x="1845" y="413"/>
                  </a:cubicBezTo>
                  <a:cubicBezTo>
                    <a:pt x="1909" y="561"/>
                    <a:pt x="1951" y="689"/>
                    <a:pt x="1972" y="795"/>
                  </a:cubicBezTo>
                  <a:cubicBezTo>
                    <a:pt x="1994" y="880"/>
                    <a:pt x="2015" y="1050"/>
                    <a:pt x="2036" y="1304"/>
                  </a:cubicBezTo>
                  <a:cubicBezTo>
                    <a:pt x="2121" y="2343"/>
                    <a:pt x="2301" y="3298"/>
                    <a:pt x="2577" y="4167"/>
                  </a:cubicBezTo>
                  <a:cubicBezTo>
                    <a:pt x="2832" y="5037"/>
                    <a:pt x="3213" y="5843"/>
                    <a:pt x="3722" y="6585"/>
                  </a:cubicBezTo>
                  <a:cubicBezTo>
                    <a:pt x="4231" y="7306"/>
                    <a:pt x="4656" y="7868"/>
                    <a:pt x="4995" y="8271"/>
                  </a:cubicBezTo>
                  <a:cubicBezTo>
                    <a:pt x="5334" y="8653"/>
                    <a:pt x="5843" y="9184"/>
                    <a:pt x="6522" y="9862"/>
                  </a:cubicBezTo>
                  <a:lnTo>
                    <a:pt x="7445" y="10753"/>
                  </a:lnTo>
                  <a:lnTo>
                    <a:pt x="25993" y="26915"/>
                  </a:lnTo>
                  <a:cubicBezTo>
                    <a:pt x="26417" y="27296"/>
                    <a:pt x="27096" y="27604"/>
                    <a:pt x="28029" y="27837"/>
                  </a:cubicBezTo>
                  <a:lnTo>
                    <a:pt x="37223" y="30128"/>
                  </a:lnTo>
                  <a:cubicBezTo>
                    <a:pt x="39768" y="30722"/>
                    <a:pt x="41136" y="31019"/>
                    <a:pt x="41327" y="31019"/>
                  </a:cubicBezTo>
                  <a:cubicBezTo>
                    <a:pt x="41709" y="31019"/>
                    <a:pt x="41963" y="30913"/>
                    <a:pt x="42091" y="30700"/>
                  </a:cubicBezTo>
                  <a:cubicBezTo>
                    <a:pt x="42197" y="30468"/>
                    <a:pt x="42282" y="29991"/>
                    <a:pt x="42345" y="29269"/>
                  </a:cubicBezTo>
                  <a:lnTo>
                    <a:pt x="42504" y="26788"/>
                  </a:lnTo>
                  <a:cubicBezTo>
                    <a:pt x="42504" y="25812"/>
                    <a:pt x="42589" y="25250"/>
                    <a:pt x="42759" y="25101"/>
                  </a:cubicBezTo>
                  <a:cubicBezTo>
                    <a:pt x="42865" y="25017"/>
                    <a:pt x="43014" y="24974"/>
                    <a:pt x="43205" y="24974"/>
                  </a:cubicBezTo>
                  <a:cubicBezTo>
                    <a:pt x="43607" y="24974"/>
                    <a:pt x="43915" y="25059"/>
                    <a:pt x="44127" y="25229"/>
                  </a:cubicBezTo>
                  <a:cubicBezTo>
                    <a:pt x="44318" y="25377"/>
                    <a:pt x="44434" y="25526"/>
                    <a:pt x="44476" y="25674"/>
                  </a:cubicBezTo>
                  <a:cubicBezTo>
                    <a:pt x="44498" y="25801"/>
                    <a:pt x="44508" y="25982"/>
                    <a:pt x="44508" y="26215"/>
                  </a:cubicBezTo>
                  <a:lnTo>
                    <a:pt x="44318" y="34550"/>
                  </a:lnTo>
                  <a:lnTo>
                    <a:pt x="44508" y="42758"/>
                  </a:lnTo>
                  <a:cubicBezTo>
                    <a:pt x="44508" y="43373"/>
                    <a:pt x="44265" y="43681"/>
                    <a:pt x="43777" y="43681"/>
                  </a:cubicBezTo>
                  <a:cubicBezTo>
                    <a:pt x="43459" y="43681"/>
                    <a:pt x="43215" y="43660"/>
                    <a:pt x="43045" y="43618"/>
                  </a:cubicBezTo>
                  <a:cubicBezTo>
                    <a:pt x="42855" y="43554"/>
                    <a:pt x="42727" y="43427"/>
                    <a:pt x="42663" y="43236"/>
                  </a:cubicBezTo>
                  <a:cubicBezTo>
                    <a:pt x="42578" y="43045"/>
                    <a:pt x="42536" y="42875"/>
                    <a:pt x="42536" y="42726"/>
                  </a:cubicBezTo>
                  <a:cubicBezTo>
                    <a:pt x="42515" y="42578"/>
                    <a:pt x="42504" y="42303"/>
                    <a:pt x="42504" y="41900"/>
                  </a:cubicBezTo>
                  <a:cubicBezTo>
                    <a:pt x="42483" y="40924"/>
                    <a:pt x="42473" y="40192"/>
                    <a:pt x="42473" y="39704"/>
                  </a:cubicBezTo>
                  <a:cubicBezTo>
                    <a:pt x="42452" y="39195"/>
                    <a:pt x="42377" y="38697"/>
                    <a:pt x="42250" y="38209"/>
                  </a:cubicBezTo>
                  <a:cubicBezTo>
                    <a:pt x="42122" y="37721"/>
                    <a:pt x="42016" y="37393"/>
                    <a:pt x="41932" y="37223"/>
                  </a:cubicBezTo>
                  <a:cubicBezTo>
                    <a:pt x="41826" y="37032"/>
                    <a:pt x="41592" y="36830"/>
                    <a:pt x="41232" y="36619"/>
                  </a:cubicBezTo>
                  <a:cubicBezTo>
                    <a:pt x="40850" y="36385"/>
                    <a:pt x="40511" y="36237"/>
                    <a:pt x="40213" y="36173"/>
                  </a:cubicBezTo>
                  <a:cubicBezTo>
                    <a:pt x="39917" y="36088"/>
                    <a:pt x="39397" y="35961"/>
                    <a:pt x="38655" y="35791"/>
                  </a:cubicBezTo>
                  <a:cubicBezTo>
                    <a:pt x="37997" y="35622"/>
                    <a:pt x="35876" y="35091"/>
                    <a:pt x="32292" y="34200"/>
                  </a:cubicBezTo>
                  <a:cubicBezTo>
                    <a:pt x="28707" y="33309"/>
                    <a:pt x="26873" y="32864"/>
                    <a:pt x="26788" y="32864"/>
                  </a:cubicBezTo>
                  <a:cubicBezTo>
                    <a:pt x="26555" y="32864"/>
                    <a:pt x="26183" y="32949"/>
                    <a:pt x="25674" y="33118"/>
                  </a:cubicBezTo>
                  <a:lnTo>
                    <a:pt x="4231" y="41136"/>
                  </a:lnTo>
                  <a:cubicBezTo>
                    <a:pt x="3595" y="41370"/>
                    <a:pt x="3150" y="41582"/>
                    <a:pt x="2895" y="41773"/>
                  </a:cubicBezTo>
                  <a:cubicBezTo>
                    <a:pt x="2641" y="41963"/>
                    <a:pt x="2439" y="42377"/>
                    <a:pt x="2291" y="43014"/>
                  </a:cubicBezTo>
                  <a:cubicBezTo>
                    <a:pt x="2121" y="43649"/>
                    <a:pt x="2036" y="44604"/>
                    <a:pt x="2036" y="45877"/>
                  </a:cubicBezTo>
                  <a:cubicBezTo>
                    <a:pt x="2036" y="46237"/>
                    <a:pt x="2025" y="46502"/>
                    <a:pt x="2004" y="46672"/>
                  </a:cubicBezTo>
                  <a:cubicBezTo>
                    <a:pt x="1983" y="46842"/>
                    <a:pt x="1919" y="47000"/>
                    <a:pt x="1813" y="47149"/>
                  </a:cubicBezTo>
                  <a:cubicBezTo>
                    <a:pt x="1707" y="47297"/>
                    <a:pt x="1538" y="47372"/>
                    <a:pt x="1304" y="47372"/>
                  </a:cubicBezTo>
                  <a:cubicBezTo>
                    <a:pt x="901" y="47372"/>
                    <a:pt x="604" y="47287"/>
                    <a:pt x="414" y="47118"/>
                  </a:cubicBezTo>
                  <a:cubicBezTo>
                    <a:pt x="201" y="46947"/>
                    <a:pt x="85" y="46799"/>
                    <a:pt x="64" y="46672"/>
                  </a:cubicBezTo>
                  <a:cubicBezTo>
                    <a:pt x="21" y="46523"/>
                    <a:pt x="0" y="46343"/>
                    <a:pt x="0" y="46131"/>
                  </a:cubicBezTo>
                  <a:cubicBezTo>
                    <a:pt x="0" y="45600"/>
                    <a:pt x="32" y="44392"/>
                    <a:pt x="95" y="42504"/>
                  </a:cubicBezTo>
                  <a:cubicBezTo>
                    <a:pt x="159" y="40616"/>
                    <a:pt x="191" y="39397"/>
                    <a:pt x="191" y="38845"/>
                  </a:cubicBezTo>
                  <a:lnTo>
                    <a:pt x="0" y="30637"/>
                  </a:lnTo>
                  <a:cubicBezTo>
                    <a:pt x="0" y="29980"/>
                    <a:pt x="244" y="29651"/>
                    <a:pt x="732" y="29651"/>
                  </a:cubicBezTo>
                  <a:cubicBezTo>
                    <a:pt x="1326" y="29651"/>
                    <a:pt x="1697" y="29767"/>
                    <a:pt x="1845" y="30001"/>
                  </a:cubicBezTo>
                  <a:cubicBezTo>
                    <a:pt x="1972" y="30234"/>
                    <a:pt x="2036" y="30637"/>
                    <a:pt x="2036" y="31210"/>
                  </a:cubicBezTo>
                  <a:cubicBezTo>
                    <a:pt x="2036" y="33776"/>
                    <a:pt x="2556" y="35060"/>
                    <a:pt x="3595" y="35060"/>
                  </a:cubicBezTo>
                  <a:cubicBezTo>
                    <a:pt x="3722" y="35060"/>
                    <a:pt x="4093" y="34932"/>
                    <a:pt x="4709" y="34677"/>
                  </a:cubicBezTo>
                  <a:lnTo>
                    <a:pt x="24052" y="27519"/>
                  </a:lnTo>
                  <a:lnTo>
                    <a:pt x="6649" y="12407"/>
                  </a:lnTo>
                  <a:lnTo>
                    <a:pt x="6395" y="12185"/>
                  </a:lnTo>
                  <a:cubicBezTo>
                    <a:pt x="6225" y="12058"/>
                    <a:pt x="6077" y="11941"/>
                    <a:pt x="5949" y="11835"/>
                  </a:cubicBezTo>
                  <a:cubicBezTo>
                    <a:pt x="5822" y="11729"/>
                    <a:pt x="5642" y="11591"/>
                    <a:pt x="5408" y="11421"/>
                  </a:cubicBezTo>
                  <a:cubicBezTo>
                    <a:pt x="5175" y="11251"/>
                    <a:pt x="4963" y="11124"/>
                    <a:pt x="4772" y="11039"/>
                  </a:cubicBezTo>
                  <a:cubicBezTo>
                    <a:pt x="4581" y="10933"/>
                    <a:pt x="4369" y="10838"/>
                    <a:pt x="4136" y="10753"/>
                  </a:cubicBezTo>
                  <a:cubicBezTo>
                    <a:pt x="3903" y="10668"/>
                    <a:pt x="3701" y="10626"/>
                    <a:pt x="3531" y="10626"/>
                  </a:cubicBezTo>
                  <a:cubicBezTo>
                    <a:pt x="3213" y="10626"/>
                    <a:pt x="2948" y="10721"/>
                    <a:pt x="2736" y="10912"/>
                  </a:cubicBezTo>
                  <a:cubicBezTo>
                    <a:pt x="2503" y="11103"/>
                    <a:pt x="2344" y="11347"/>
                    <a:pt x="2259" y="11644"/>
                  </a:cubicBezTo>
                  <a:cubicBezTo>
                    <a:pt x="2174" y="11940"/>
                    <a:pt x="2121" y="12195"/>
                    <a:pt x="2100" y="12407"/>
                  </a:cubicBezTo>
                  <a:cubicBezTo>
                    <a:pt x="2057" y="12619"/>
                    <a:pt x="2036" y="12810"/>
                    <a:pt x="2036" y="12980"/>
                  </a:cubicBezTo>
                  <a:cubicBezTo>
                    <a:pt x="2036" y="13637"/>
                    <a:pt x="1771" y="13966"/>
                    <a:pt x="1241" y="13966"/>
                  </a:cubicBezTo>
                  <a:cubicBezTo>
                    <a:pt x="859" y="13966"/>
                    <a:pt x="573" y="13882"/>
                    <a:pt x="382" y="13712"/>
                  </a:cubicBezTo>
                  <a:cubicBezTo>
                    <a:pt x="170" y="13542"/>
                    <a:pt x="53" y="13394"/>
                    <a:pt x="32" y="13267"/>
                  </a:cubicBezTo>
                  <a:cubicBezTo>
                    <a:pt x="11" y="13118"/>
                    <a:pt x="0" y="12938"/>
                    <a:pt x="0" y="12725"/>
                  </a:cubicBezTo>
                  <a:cubicBezTo>
                    <a:pt x="0" y="12026"/>
                    <a:pt x="32" y="10944"/>
                    <a:pt x="95" y="9480"/>
                  </a:cubicBezTo>
                  <a:cubicBezTo>
                    <a:pt x="159" y="8017"/>
                    <a:pt x="191" y="6925"/>
                    <a:pt x="191" y="6204"/>
                  </a:cubicBezTo>
                  <a:cubicBezTo>
                    <a:pt x="191" y="5610"/>
                    <a:pt x="159" y="4708"/>
                    <a:pt x="95" y="3500"/>
                  </a:cubicBezTo>
                  <a:cubicBezTo>
                    <a:pt x="32" y="2291"/>
                    <a:pt x="0" y="1410"/>
                    <a:pt x="0" y="859"/>
                  </a:cubicBezTo>
                  <a:cubicBezTo>
                    <a:pt x="0" y="286"/>
                    <a:pt x="265" y="0"/>
                    <a:pt x="79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1" name="Freeform 2250">
              <a:extLst>
                <a:ext uri="{FF2B5EF4-FFF2-40B4-BE49-F238E27FC236}">
                  <a16:creationId xmlns:a16="http://schemas.microsoft.com/office/drawing/2014/main" id="{57175646-D2DA-058F-8DA2-21A6CF45BCA2}"/>
                </a:ext>
              </a:extLst>
            </p:cNvPr>
            <p:cNvSpPr/>
            <p:nvPr/>
          </p:nvSpPr>
          <p:spPr>
            <a:xfrm>
              <a:off x="623744" y="2068560"/>
              <a:ext cx="93080" cy="21588"/>
            </a:xfrm>
            <a:custGeom>
              <a:avLst/>
              <a:gdLst>
                <a:gd name="csX0" fmla="*/ 46540 w 93080"/>
                <a:gd name="csY0" fmla="*/ 21588 h 21588"/>
                <a:gd name="csX1" fmla="*/ 18134 w 93080"/>
                <a:gd name="csY1" fmla="*/ 15725 h 21588"/>
                <a:gd name="csX2" fmla="*/ 8363 w 93080"/>
                <a:gd name="csY2" fmla="*/ 9725 h 21588"/>
                <a:gd name="csX3" fmla="*/ 1954 w 93080"/>
                <a:gd name="csY3" fmla="*/ 3908 h 21588"/>
                <a:gd name="csX4" fmla="*/ 0 w 93080"/>
                <a:gd name="csY4" fmla="*/ 954 h 21588"/>
                <a:gd name="csX5" fmla="*/ 909 w 93080"/>
                <a:gd name="csY5" fmla="*/ 0 h 21588"/>
                <a:gd name="csX6" fmla="*/ 2500 w 93080"/>
                <a:gd name="csY6" fmla="*/ 1226 h 21588"/>
                <a:gd name="csX7" fmla="*/ 46540 w 93080"/>
                <a:gd name="csY7" fmla="*/ 16179 h 21588"/>
                <a:gd name="csX8" fmla="*/ 90081 w 93080"/>
                <a:gd name="csY8" fmla="*/ 1590 h 21588"/>
                <a:gd name="csX9" fmla="*/ 92172 w 93080"/>
                <a:gd name="csY9" fmla="*/ 0 h 21588"/>
                <a:gd name="csX10" fmla="*/ 93081 w 93080"/>
                <a:gd name="csY10" fmla="*/ 954 h 21588"/>
                <a:gd name="csX11" fmla="*/ 91217 w 93080"/>
                <a:gd name="csY11" fmla="*/ 3818 h 21588"/>
                <a:gd name="csX12" fmla="*/ 85082 w 93080"/>
                <a:gd name="csY12" fmla="*/ 9498 h 21588"/>
                <a:gd name="csX13" fmla="*/ 75583 w 93080"/>
                <a:gd name="csY13" fmla="*/ 15453 h 21588"/>
                <a:gd name="csX14" fmla="*/ 46540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46540" y="21588"/>
                  </a:moveTo>
                  <a:cubicBezTo>
                    <a:pt x="36057" y="21588"/>
                    <a:pt x="26588" y="19634"/>
                    <a:pt x="18134" y="15725"/>
                  </a:cubicBezTo>
                  <a:cubicBezTo>
                    <a:pt x="14589" y="14059"/>
                    <a:pt x="11332" y="12059"/>
                    <a:pt x="8363" y="9725"/>
                  </a:cubicBezTo>
                  <a:cubicBezTo>
                    <a:pt x="5393" y="7392"/>
                    <a:pt x="3257" y="5453"/>
                    <a:pt x="1954" y="3908"/>
                  </a:cubicBezTo>
                  <a:cubicBezTo>
                    <a:pt x="651" y="2363"/>
                    <a:pt x="0" y="1378"/>
                    <a:pt x="0" y="954"/>
                  </a:cubicBezTo>
                  <a:cubicBezTo>
                    <a:pt x="0" y="348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6"/>
                  </a:cubicBezTo>
                  <a:cubicBezTo>
                    <a:pt x="12680" y="11225"/>
                    <a:pt x="27361" y="16210"/>
                    <a:pt x="46540" y="16179"/>
                  </a:cubicBezTo>
                  <a:cubicBezTo>
                    <a:pt x="65781" y="16179"/>
                    <a:pt x="80294" y="11316"/>
                    <a:pt x="90081" y="1590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4"/>
                  </a:cubicBezTo>
                  <a:cubicBezTo>
                    <a:pt x="93081" y="1378"/>
                    <a:pt x="92460" y="2333"/>
                    <a:pt x="91217" y="3818"/>
                  </a:cubicBezTo>
                  <a:cubicBezTo>
                    <a:pt x="89975" y="5302"/>
                    <a:pt x="87930" y="7196"/>
                    <a:pt x="85082" y="9498"/>
                  </a:cubicBezTo>
                  <a:cubicBezTo>
                    <a:pt x="82233" y="11801"/>
                    <a:pt x="79067" y="13786"/>
                    <a:pt x="75583" y="15453"/>
                  </a:cubicBezTo>
                  <a:cubicBezTo>
                    <a:pt x="67129" y="19543"/>
                    <a:pt x="57448" y="21588"/>
                    <a:pt x="46540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2" name="Freeform 2251">
              <a:extLst>
                <a:ext uri="{FF2B5EF4-FFF2-40B4-BE49-F238E27FC236}">
                  <a16:creationId xmlns:a16="http://schemas.microsoft.com/office/drawing/2014/main" id="{01499432-5977-602D-BD3F-545CD38C1736}"/>
                </a:ext>
              </a:extLst>
            </p:cNvPr>
            <p:cNvSpPr/>
            <p:nvPr/>
          </p:nvSpPr>
          <p:spPr>
            <a:xfrm>
              <a:off x="652423" y="2018536"/>
              <a:ext cx="60220" cy="42950"/>
            </a:xfrm>
            <a:custGeom>
              <a:avLst/>
              <a:gdLst>
                <a:gd name="csX0" fmla="*/ 3545 w 60220"/>
                <a:gd name="csY0" fmla="*/ 0 h 42950"/>
                <a:gd name="csX1" fmla="*/ 5681 w 60220"/>
                <a:gd name="csY1" fmla="*/ 409 h 42950"/>
                <a:gd name="csX2" fmla="*/ 41223 w 60220"/>
                <a:gd name="csY2" fmla="*/ 9318 h 42950"/>
                <a:gd name="csX3" fmla="*/ 54676 w 60220"/>
                <a:gd name="csY3" fmla="*/ 17635 h 42950"/>
                <a:gd name="csX4" fmla="*/ 60221 w 60220"/>
                <a:gd name="csY4" fmla="*/ 31133 h 42950"/>
                <a:gd name="csX5" fmla="*/ 57903 w 60220"/>
                <a:gd name="csY5" fmla="*/ 38224 h 42950"/>
                <a:gd name="csX6" fmla="*/ 52131 w 60220"/>
                <a:gd name="csY6" fmla="*/ 40996 h 42950"/>
                <a:gd name="csX7" fmla="*/ 47540 w 60220"/>
                <a:gd name="csY7" fmla="*/ 39360 h 42950"/>
                <a:gd name="csX8" fmla="*/ 46086 w 60220"/>
                <a:gd name="csY8" fmla="*/ 35769 h 42950"/>
                <a:gd name="csX9" fmla="*/ 46268 w 60220"/>
                <a:gd name="csY9" fmla="*/ 34451 h 42950"/>
                <a:gd name="csX10" fmla="*/ 47222 w 60220"/>
                <a:gd name="csY10" fmla="*/ 33043 h 42950"/>
                <a:gd name="csX11" fmla="*/ 49313 w 60220"/>
                <a:gd name="csY11" fmla="*/ 32315 h 42950"/>
                <a:gd name="csX12" fmla="*/ 53131 w 60220"/>
                <a:gd name="csY12" fmla="*/ 34179 h 42950"/>
                <a:gd name="csX13" fmla="*/ 54085 w 60220"/>
                <a:gd name="csY13" fmla="*/ 35951 h 42950"/>
                <a:gd name="csX14" fmla="*/ 54267 w 60220"/>
                <a:gd name="csY14" fmla="*/ 38178 h 42950"/>
                <a:gd name="csX15" fmla="*/ 56403 w 60220"/>
                <a:gd name="csY15" fmla="*/ 36632 h 42950"/>
                <a:gd name="csX16" fmla="*/ 57585 w 60220"/>
                <a:gd name="csY16" fmla="*/ 34497 h 42950"/>
                <a:gd name="csX17" fmla="*/ 58039 w 60220"/>
                <a:gd name="csY17" fmla="*/ 32633 h 42950"/>
                <a:gd name="csX18" fmla="*/ 58176 w 60220"/>
                <a:gd name="csY18" fmla="*/ 31133 h 42950"/>
                <a:gd name="csX19" fmla="*/ 52313 w 60220"/>
                <a:gd name="csY19" fmla="*/ 20862 h 42950"/>
                <a:gd name="csX20" fmla="*/ 48767 w 60220"/>
                <a:gd name="csY20" fmla="*/ 18589 h 42950"/>
                <a:gd name="csX21" fmla="*/ 44904 w 60220"/>
                <a:gd name="csY21" fmla="*/ 16862 h 42950"/>
                <a:gd name="csX22" fmla="*/ 41677 w 60220"/>
                <a:gd name="csY22" fmla="*/ 15816 h 42950"/>
                <a:gd name="csX23" fmla="*/ 37950 w 60220"/>
                <a:gd name="csY23" fmla="*/ 14817 h 42950"/>
                <a:gd name="csX24" fmla="*/ 42177 w 60220"/>
                <a:gd name="csY24" fmla="*/ 24225 h 42950"/>
                <a:gd name="csX25" fmla="*/ 41586 w 60220"/>
                <a:gd name="csY25" fmla="*/ 28361 h 42950"/>
                <a:gd name="csX26" fmla="*/ 39768 w 60220"/>
                <a:gd name="csY26" fmla="*/ 31951 h 42950"/>
                <a:gd name="csX27" fmla="*/ 36269 w 60220"/>
                <a:gd name="csY27" fmla="*/ 34633 h 42950"/>
                <a:gd name="csX28" fmla="*/ 31088 w 60220"/>
                <a:gd name="csY28" fmla="*/ 35587 h 42950"/>
                <a:gd name="csX29" fmla="*/ 23679 w 60220"/>
                <a:gd name="csY29" fmla="*/ 34360 h 42950"/>
                <a:gd name="csX30" fmla="*/ 11544 w 60220"/>
                <a:gd name="csY30" fmla="*/ 30179 h 42950"/>
                <a:gd name="csX31" fmla="*/ 5000 w 60220"/>
                <a:gd name="csY31" fmla="*/ 28588 h 42950"/>
                <a:gd name="csX32" fmla="*/ 3318 w 60220"/>
                <a:gd name="csY32" fmla="*/ 28815 h 42950"/>
                <a:gd name="csX33" fmla="*/ 2409 w 60220"/>
                <a:gd name="csY33" fmla="*/ 29497 h 42950"/>
                <a:gd name="csX34" fmla="*/ 2091 w 60220"/>
                <a:gd name="csY34" fmla="*/ 30224 h 42950"/>
                <a:gd name="csX35" fmla="*/ 2045 w 60220"/>
                <a:gd name="csY35" fmla="*/ 30906 h 42950"/>
                <a:gd name="csX36" fmla="*/ 4772 w 60220"/>
                <a:gd name="csY36" fmla="*/ 36087 h 42950"/>
                <a:gd name="csX37" fmla="*/ 13590 w 60220"/>
                <a:gd name="csY37" fmla="*/ 40314 h 42950"/>
                <a:gd name="csX38" fmla="*/ 14998 w 60220"/>
                <a:gd name="csY38" fmla="*/ 40905 h 42950"/>
                <a:gd name="csX39" fmla="*/ 15271 w 60220"/>
                <a:gd name="csY39" fmla="*/ 41814 h 42950"/>
                <a:gd name="csX40" fmla="*/ 14317 w 60220"/>
                <a:gd name="csY40" fmla="*/ 42950 h 42950"/>
                <a:gd name="csX41" fmla="*/ 12544 w 60220"/>
                <a:gd name="csY41" fmla="*/ 42541 h 42950"/>
                <a:gd name="csX42" fmla="*/ 8954 w 60220"/>
                <a:gd name="csY42" fmla="*/ 41178 h 42950"/>
                <a:gd name="csX43" fmla="*/ 4818 w 60220"/>
                <a:gd name="csY43" fmla="*/ 38814 h 42950"/>
                <a:gd name="csX44" fmla="*/ 1409 w 60220"/>
                <a:gd name="csY44" fmla="*/ 35315 h 42950"/>
                <a:gd name="csX45" fmla="*/ 0 w 60220"/>
                <a:gd name="csY45" fmla="*/ 30634 h 42950"/>
                <a:gd name="csX46" fmla="*/ 2227 w 60220"/>
                <a:gd name="csY46" fmla="*/ 25134 h 42950"/>
                <a:gd name="csX47" fmla="*/ 7636 w 60220"/>
                <a:gd name="csY47" fmla="*/ 22998 h 42950"/>
                <a:gd name="csX48" fmla="*/ 10135 w 60220"/>
                <a:gd name="csY48" fmla="*/ 23362 h 42950"/>
                <a:gd name="csX49" fmla="*/ 14317 w 60220"/>
                <a:gd name="csY49" fmla="*/ 24862 h 42950"/>
                <a:gd name="csX50" fmla="*/ 32587 w 60220"/>
                <a:gd name="csY50" fmla="*/ 29633 h 42950"/>
                <a:gd name="csX51" fmla="*/ 35269 w 60220"/>
                <a:gd name="csY51" fmla="*/ 29406 h 42950"/>
                <a:gd name="csX52" fmla="*/ 37632 w 60220"/>
                <a:gd name="csY52" fmla="*/ 28543 h 42950"/>
                <a:gd name="csX53" fmla="*/ 39450 w 60220"/>
                <a:gd name="csY53" fmla="*/ 26770 h 42950"/>
                <a:gd name="csX54" fmla="*/ 40087 w 60220"/>
                <a:gd name="csY54" fmla="*/ 23861 h 42950"/>
                <a:gd name="csX55" fmla="*/ 39087 w 60220"/>
                <a:gd name="csY55" fmla="*/ 19725 h 42950"/>
                <a:gd name="csX56" fmla="*/ 36632 w 60220"/>
                <a:gd name="csY56" fmla="*/ 16407 h 42950"/>
                <a:gd name="csX57" fmla="*/ 34042 w 60220"/>
                <a:gd name="csY57" fmla="*/ 14317 h 42950"/>
                <a:gd name="csX58" fmla="*/ 32178 w 60220"/>
                <a:gd name="csY58" fmla="*/ 13317 h 42950"/>
                <a:gd name="csX59" fmla="*/ 15453 w 60220"/>
                <a:gd name="csY59" fmla="*/ 9135 h 42950"/>
                <a:gd name="csX60" fmla="*/ 7999 w 60220"/>
                <a:gd name="csY60" fmla="*/ 7273 h 42950"/>
                <a:gd name="csX61" fmla="*/ 2954 w 60220"/>
                <a:gd name="csY61" fmla="*/ 6000 h 42950"/>
                <a:gd name="csX62" fmla="*/ 1500 w 60220"/>
                <a:gd name="csY62" fmla="*/ 4500 h 42950"/>
                <a:gd name="csX63" fmla="*/ 1000 w 60220"/>
                <a:gd name="csY63" fmla="*/ 2727 h 42950"/>
                <a:gd name="csX64" fmla="*/ 1682 w 60220"/>
                <a:gd name="csY64" fmla="*/ 819 h 42950"/>
                <a:gd name="csX65" fmla="*/ 3545 w 60220"/>
                <a:gd name="csY65" fmla="*/ 0 h 42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220" h="42950">
                  <a:moveTo>
                    <a:pt x="3545" y="0"/>
                  </a:moveTo>
                  <a:cubicBezTo>
                    <a:pt x="3969" y="0"/>
                    <a:pt x="4681" y="136"/>
                    <a:pt x="5681" y="409"/>
                  </a:cubicBezTo>
                  <a:lnTo>
                    <a:pt x="41223" y="9318"/>
                  </a:lnTo>
                  <a:cubicBezTo>
                    <a:pt x="46495" y="10621"/>
                    <a:pt x="50979" y="13393"/>
                    <a:pt x="54676" y="17635"/>
                  </a:cubicBezTo>
                  <a:cubicBezTo>
                    <a:pt x="58372" y="21847"/>
                    <a:pt x="60221" y="26346"/>
                    <a:pt x="60221" y="31133"/>
                  </a:cubicBezTo>
                  <a:cubicBezTo>
                    <a:pt x="60221" y="34012"/>
                    <a:pt x="59448" y="36375"/>
                    <a:pt x="57903" y="38224"/>
                  </a:cubicBezTo>
                  <a:cubicBezTo>
                    <a:pt x="56388" y="40072"/>
                    <a:pt x="54464" y="40996"/>
                    <a:pt x="52131" y="40996"/>
                  </a:cubicBezTo>
                  <a:cubicBezTo>
                    <a:pt x="50070" y="40996"/>
                    <a:pt x="48540" y="40451"/>
                    <a:pt x="47540" y="39360"/>
                  </a:cubicBezTo>
                  <a:cubicBezTo>
                    <a:pt x="46571" y="38269"/>
                    <a:pt x="46086" y="37072"/>
                    <a:pt x="46086" y="35769"/>
                  </a:cubicBezTo>
                  <a:cubicBezTo>
                    <a:pt x="46086" y="35345"/>
                    <a:pt x="46147" y="34906"/>
                    <a:pt x="46268" y="34451"/>
                  </a:cubicBezTo>
                  <a:cubicBezTo>
                    <a:pt x="46389" y="33997"/>
                    <a:pt x="46707" y="33527"/>
                    <a:pt x="47222" y="33043"/>
                  </a:cubicBezTo>
                  <a:cubicBezTo>
                    <a:pt x="47737" y="32557"/>
                    <a:pt x="48434" y="32315"/>
                    <a:pt x="49313" y="32315"/>
                  </a:cubicBezTo>
                  <a:cubicBezTo>
                    <a:pt x="50737" y="32315"/>
                    <a:pt x="52010" y="32936"/>
                    <a:pt x="53131" y="34179"/>
                  </a:cubicBezTo>
                  <a:cubicBezTo>
                    <a:pt x="53646" y="34785"/>
                    <a:pt x="53964" y="35376"/>
                    <a:pt x="54085" y="35951"/>
                  </a:cubicBezTo>
                  <a:cubicBezTo>
                    <a:pt x="54206" y="36497"/>
                    <a:pt x="54267" y="37239"/>
                    <a:pt x="54267" y="38178"/>
                  </a:cubicBezTo>
                  <a:cubicBezTo>
                    <a:pt x="55115" y="37814"/>
                    <a:pt x="55827" y="37299"/>
                    <a:pt x="56403" y="36632"/>
                  </a:cubicBezTo>
                  <a:cubicBezTo>
                    <a:pt x="56979" y="35966"/>
                    <a:pt x="57373" y="35254"/>
                    <a:pt x="57585" y="34497"/>
                  </a:cubicBezTo>
                  <a:cubicBezTo>
                    <a:pt x="57827" y="33740"/>
                    <a:pt x="57979" y="33118"/>
                    <a:pt x="58039" y="32633"/>
                  </a:cubicBezTo>
                  <a:cubicBezTo>
                    <a:pt x="58130" y="32118"/>
                    <a:pt x="58176" y="31618"/>
                    <a:pt x="58176" y="31133"/>
                  </a:cubicBezTo>
                  <a:cubicBezTo>
                    <a:pt x="58176" y="27255"/>
                    <a:pt x="56221" y="23831"/>
                    <a:pt x="52313" y="20862"/>
                  </a:cubicBezTo>
                  <a:cubicBezTo>
                    <a:pt x="51131" y="19983"/>
                    <a:pt x="49949" y="19226"/>
                    <a:pt x="48767" y="18589"/>
                  </a:cubicBezTo>
                  <a:cubicBezTo>
                    <a:pt x="47616" y="17922"/>
                    <a:pt x="46328" y="17347"/>
                    <a:pt x="44904" y="16862"/>
                  </a:cubicBezTo>
                  <a:cubicBezTo>
                    <a:pt x="43510" y="16377"/>
                    <a:pt x="42435" y="16029"/>
                    <a:pt x="41677" y="15816"/>
                  </a:cubicBezTo>
                  <a:cubicBezTo>
                    <a:pt x="40920" y="15575"/>
                    <a:pt x="39678" y="15241"/>
                    <a:pt x="37950" y="14817"/>
                  </a:cubicBezTo>
                  <a:cubicBezTo>
                    <a:pt x="40768" y="17635"/>
                    <a:pt x="42177" y="20771"/>
                    <a:pt x="42177" y="24225"/>
                  </a:cubicBezTo>
                  <a:cubicBezTo>
                    <a:pt x="42177" y="25679"/>
                    <a:pt x="41980" y="27058"/>
                    <a:pt x="41586" y="28361"/>
                  </a:cubicBezTo>
                  <a:cubicBezTo>
                    <a:pt x="41192" y="29634"/>
                    <a:pt x="40587" y="30830"/>
                    <a:pt x="39768" y="31951"/>
                  </a:cubicBezTo>
                  <a:cubicBezTo>
                    <a:pt x="38920" y="33073"/>
                    <a:pt x="37754" y="33967"/>
                    <a:pt x="36269" y="34633"/>
                  </a:cubicBezTo>
                  <a:cubicBezTo>
                    <a:pt x="34784" y="35269"/>
                    <a:pt x="33057" y="35587"/>
                    <a:pt x="31088" y="35587"/>
                  </a:cubicBezTo>
                  <a:cubicBezTo>
                    <a:pt x="28997" y="35587"/>
                    <a:pt x="26527" y="35178"/>
                    <a:pt x="23679" y="34360"/>
                  </a:cubicBezTo>
                  <a:cubicBezTo>
                    <a:pt x="20831" y="33542"/>
                    <a:pt x="16786" y="32148"/>
                    <a:pt x="11544" y="30179"/>
                  </a:cubicBezTo>
                  <a:cubicBezTo>
                    <a:pt x="8605" y="29118"/>
                    <a:pt x="6424" y="28588"/>
                    <a:pt x="5000" y="28588"/>
                  </a:cubicBezTo>
                  <a:cubicBezTo>
                    <a:pt x="4303" y="28588"/>
                    <a:pt x="3742" y="28664"/>
                    <a:pt x="3318" y="28815"/>
                  </a:cubicBezTo>
                  <a:cubicBezTo>
                    <a:pt x="2863" y="28967"/>
                    <a:pt x="2560" y="29194"/>
                    <a:pt x="2409" y="29497"/>
                  </a:cubicBezTo>
                  <a:cubicBezTo>
                    <a:pt x="2227" y="29800"/>
                    <a:pt x="2121" y="30042"/>
                    <a:pt x="2091" y="30224"/>
                  </a:cubicBezTo>
                  <a:cubicBezTo>
                    <a:pt x="2060" y="30376"/>
                    <a:pt x="2045" y="30603"/>
                    <a:pt x="2045" y="30906"/>
                  </a:cubicBezTo>
                  <a:cubicBezTo>
                    <a:pt x="2045" y="32694"/>
                    <a:pt x="2954" y="34421"/>
                    <a:pt x="4772" y="36087"/>
                  </a:cubicBezTo>
                  <a:cubicBezTo>
                    <a:pt x="6590" y="37754"/>
                    <a:pt x="9529" y="39163"/>
                    <a:pt x="13590" y="40314"/>
                  </a:cubicBezTo>
                  <a:cubicBezTo>
                    <a:pt x="14347" y="40557"/>
                    <a:pt x="14817" y="40754"/>
                    <a:pt x="14998" y="40905"/>
                  </a:cubicBezTo>
                  <a:cubicBezTo>
                    <a:pt x="15180" y="41057"/>
                    <a:pt x="15271" y="41360"/>
                    <a:pt x="15271" y="41814"/>
                  </a:cubicBezTo>
                  <a:cubicBezTo>
                    <a:pt x="15241" y="42572"/>
                    <a:pt x="14923" y="42950"/>
                    <a:pt x="14317" y="42950"/>
                  </a:cubicBezTo>
                  <a:cubicBezTo>
                    <a:pt x="14074" y="42950"/>
                    <a:pt x="13483" y="42814"/>
                    <a:pt x="12544" y="42541"/>
                  </a:cubicBezTo>
                  <a:cubicBezTo>
                    <a:pt x="11575" y="42269"/>
                    <a:pt x="10378" y="41814"/>
                    <a:pt x="8954" y="41178"/>
                  </a:cubicBezTo>
                  <a:cubicBezTo>
                    <a:pt x="7499" y="40511"/>
                    <a:pt x="6121" y="39723"/>
                    <a:pt x="4818" y="38814"/>
                  </a:cubicBezTo>
                  <a:cubicBezTo>
                    <a:pt x="3484" y="37906"/>
                    <a:pt x="2348" y="36739"/>
                    <a:pt x="1409" y="35315"/>
                  </a:cubicBezTo>
                  <a:cubicBezTo>
                    <a:pt x="470" y="33860"/>
                    <a:pt x="0" y="32300"/>
                    <a:pt x="0" y="30634"/>
                  </a:cubicBezTo>
                  <a:cubicBezTo>
                    <a:pt x="0" y="28361"/>
                    <a:pt x="742" y="26528"/>
                    <a:pt x="2227" y="25134"/>
                  </a:cubicBezTo>
                  <a:cubicBezTo>
                    <a:pt x="3681" y="23710"/>
                    <a:pt x="5484" y="22998"/>
                    <a:pt x="7636" y="22998"/>
                  </a:cubicBezTo>
                  <a:cubicBezTo>
                    <a:pt x="8514" y="22998"/>
                    <a:pt x="9348" y="23119"/>
                    <a:pt x="10135" y="23362"/>
                  </a:cubicBezTo>
                  <a:cubicBezTo>
                    <a:pt x="10893" y="23574"/>
                    <a:pt x="12287" y="24074"/>
                    <a:pt x="14317" y="24862"/>
                  </a:cubicBezTo>
                  <a:cubicBezTo>
                    <a:pt x="22498" y="28043"/>
                    <a:pt x="28588" y="29633"/>
                    <a:pt x="32587" y="29633"/>
                  </a:cubicBezTo>
                  <a:cubicBezTo>
                    <a:pt x="33557" y="29633"/>
                    <a:pt x="34451" y="29558"/>
                    <a:pt x="35269" y="29406"/>
                  </a:cubicBezTo>
                  <a:cubicBezTo>
                    <a:pt x="36057" y="29224"/>
                    <a:pt x="36844" y="28937"/>
                    <a:pt x="37632" y="28543"/>
                  </a:cubicBezTo>
                  <a:cubicBezTo>
                    <a:pt x="38390" y="28149"/>
                    <a:pt x="38996" y="27558"/>
                    <a:pt x="39450" y="26770"/>
                  </a:cubicBezTo>
                  <a:cubicBezTo>
                    <a:pt x="39874" y="25952"/>
                    <a:pt x="40087" y="24982"/>
                    <a:pt x="40087" y="23861"/>
                  </a:cubicBezTo>
                  <a:cubicBezTo>
                    <a:pt x="40087" y="22437"/>
                    <a:pt x="39753" y="21058"/>
                    <a:pt x="39087" y="19725"/>
                  </a:cubicBezTo>
                  <a:cubicBezTo>
                    <a:pt x="38390" y="18362"/>
                    <a:pt x="37572" y="17256"/>
                    <a:pt x="36632" y="16407"/>
                  </a:cubicBezTo>
                  <a:cubicBezTo>
                    <a:pt x="35693" y="15529"/>
                    <a:pt x="34830" y="14832"/>
                    <a:pt x="34042" y="14317"/>
                  </a:cubicBezTo>
                  <a:cubicBezTo>
                    <a:pt x="33224" y="13771"/>
                    <a:pt x="32603" y="13438"/>
                    <a:pt x="32178" y="13317"/>
                  </a:cubicBezTo>
                  <a:lnTo>
                    <a:pt x="15453" y="9135"/>
                  </a:lnTo>
                  <a:lnTo>
                    <a:pt x="7999" y="7273"/>
                  </a:lnTo>
                  <a:cubicBezTo>
                    <a:pt x="5303" y="6697"/>
                    <a:pt x="3621" y="6273"/>
                    <a:pt x="2954" y="6000"/>
                  </a:cubicBezTo>
                  <a:cubicBezTo>
                    <a:pt x="2318" y="5636"/>
                    <a:pt x="1833" y="5136"/>
                    <a:pt x="1500" y="4500"/>
                  </a:cubicBezTo>
                  <a:cubicBezTo>
                    <a:pt x="1167" y="3863"/>
                    <a:pt x="1000" y="3273"/>
                    <a:pt x="1000" y="2727"/>
                  </a:cubicBezTo>
                  <a:cubicBezTo>
                    <a:pt x="1000" y="1970"/>
                    <a:pt x="1227" y="1334"/>
                    <a:pt x="1682" y="819"/>
                  </a:cubicBezTo>
                  <a:cubicBezTo>
                    <a:pt x="2136" y="273"/>
                    <a:pt x="2757" y="0"/>
                    <a:pt x="354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3" name="Freeform 2252">
              <a:extLst>
                <a:ext uri="{FF2B5EF4-FFF2-40B4-BE49-F238E27FC236}">
                  <a16:creationId xmlns:a16="http://schemas.microsoft.com/office/drawing/2014/main" id="{6FAF7946-5B77-7BDB-14A1-30706276F631}"/>
                </a:ext>
              </a:extLst>
            </p:cNvPr>
            <p:cNvSpPr/>
            <p:nvPr/>
          </p:nvSpPr>
          <p:spPr>
            <a:xfrm>
              <a:off x="623744" y="1988044"/>
              <a:ext cx="93080" cy="21588"/>
            </a:xfrm>
            <a:custGeom>
              <a:avLst/>
              <a:gdLst>
                <a:gd name="csX0" fmla="*/ 92172 w 93080"/>
                <a:gd name="csY0" fmla="*/ 21588 h 21588"/>
                <a:gd name="csX1" fmla="*/ 90581 w 93080"/>
                <a:gd name="csY1" fmla="*/ 20407 h 21588"/>
                <a:gd name="csX2" fmla="*/ 46540 w 93080"/>
                <a:gd name="csY2" fmla="*/ 5409 h 21588"/>
                <a:gd name="csX3" fmla="*/ 3091 w 93080"/>
                <a:gd name="csY3" fmla="*/ 19816 h 21588"/>
                <a:gd name="csX4" fmla="*/ 909 w 93080"/>
                <a:gd name="csY4" fmla="*/ 21588 h 21588"/>
                <a:gd name="csX5" fmla="*/ 0 w 93080"/>
                <a:gd name="csY5" fmla="*/ 20679 h 21588"/>
                <a:gd name="csX6" fmla="*/ 1863 w 93080"/>
                <a:gd name="csY6" fmla="*/ 17816 h 21588"/>
                <a:gd name="csX7" fmla="*/ 7999 w 93080"/>
                <a:gd name="csY7" fmla="*/ 12135 h 21588"/>
                <a:gd name="csX8" fmla="*/ 17498 w 93080"/>
                <a:gd name="csY8" fmla="*/ 6136 h 21588"/>
                <a:gd name="csX9" fmla="*/ 46540 w 93080"/>
                <a:gd name="csY9" fmla="*/ 0 h 21588"/>
                <a:gd name="csX10" fmla="*/ 74946 w 93080"/>
                <a:gd name="csY10" fmla="*/ 5863 h 21588"/>
                <a:gd name="csX11" fmla="*/ 84718 w 93080"/>
                <a:gd name="csY11" fmla="*/ 11863 h 21588"/>
                <a:gd name="csX12" fmla="*/ 91126 w 93080"/>
                <a:gd name="csY12" fmla="*/ 17680 h 21588"/>
                <a:gd name="csX13" fmla="*/ 93081 w 93080"/>
                <a:gd name="csY13" fmla="*/ 20679 h 21588"/>
                <a:gd name="csX14" fmla="*/ 92172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92172" y="21588"/>
                  </a:moveTo>
                  <a:cubicBezTo>
                    <a:pt x="91869" y="21588"/>
                    <a:pt x="91339" y="21194"/>
                    <a:pt x="90581" y="20407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1"/>
                    <a:pt x="3091" y="19816"/>
                  </a:cubicBezTo>
                  <a:cubicBezTo>
                    <a:pt x="1969" y="20997"/>
                    <a:pt x="1242" y="21588"/>
                    <a:pt x="909" y="21588"/>
                  </a:cubicBezTo>
                  <a:cubicBezTo>
                    <a:pt x="303" y="21588"/>
                    <a:pt x="0" y="21285"/>
                    <a:pt x="0" y="20679"/>
                  </a:cubicBezTo>
                  <a:cubicBezTo>
                    <a:pt x="0" y="20256"/>
                    <a:pt x="621" y="19301"/>
                    <a:pt x="1863" y="17816"/>
                  </a:cubicBezTo>
                  <a:cubicBezTo>
                    <a:pt x="3106" y="16301"/>
                    <a:pt x="5151" y="14408"/>
                    <a:pt x="7999" y="12135"/>
                  </a:cubicBezTo>
                  <a:cubicBezTo>
                    <a:pt x="10847" y="9832"/>
                    <a:pt x="14014" y="7832"/>
                    <a:pt x="17498" y="6136"/>
                  </a:cubicBezTo>
                  <a:cubicBezTo>
                    <a:pt x="25952" y="2045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29"/>
                    <a:pt x="81749" y="9529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79"/>
                  </a:cubicBezTo>
                  <a:cubicBezTo>
                    <a:pt x="93081" y="21285"/>
                    <a:pt x="92778" y="21588"/>
                    <a:pt x="92172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" name="Freeform 2253">
            <a:extLst>
              <a:ext uri="{FF2B5EF4-FFF2-40B4-BE49-F238E27FC236}">
                <a16:creationId xmlns:a16="http://schemas.microsoft.com/office/drawing/2014/main" id="{0C2CCC82-BE9C-6DBB-86CA-FB9D575E76AF}"/>
              </a:ext>
            </a:extLst>
          </p:cNvPr>
          <p:cNvSpPr/>
          <p:nvPr/>
        </p:nvSpPr>
        <p:spPr>
          <a:xfrm>
            <a:off x="968437" y="1556644"/>
            <a:ext cx="1878314" cy="1215891"/>
          </a:xfrm>
          <a:custGeom>
            <a:avLst/>
            <a:gdLst>
              <a:gd name="csX0" fmla="*/ 0 w 1878314"/>
              <a:gd name="csY0" fmla="*/ 1215891 h 1215891"/>
              <a:gd name="csX1" fmla="*/ 1879 w 1878314"/>
              <a:gd name="csY1" fmla="*/ 1215891 h 1215891"/>
              <a:gd name="csX2" fmla="*/ 3760 w 1878314"/>
              <a:gd name="csY2" fmla="*/ 1215891 h 1215891"/>
              <a:gd name="csX3" fmla="*/ 5640 w 1878314"/>
              <a:gd name="csY3" fmla="*/ 1215891 h 1215891"/>
              <a:gd name="csX4" fmla="*/ 7520 w 1878314"/>
              <a:gd name="csY4" fmla="*/ 1215891 h 1215891"/>
              <a:gd name="csX5" fmla="*/ 9400 w 1878314"/>
              <a:gd name="csY5" fmla="*/ 1215891 h 1215891"/>
              <a:gd name="csX6" fmla="*/ 11281 w 1878314"/>
              <a:gd name="csY6" fmla="*/ 1215891 h 1215891"/>
              <a:gd name="csX7" fmla="*/ 13161 w 1878314"/>
              <a:gd name="csY7" fmla="*/ 1215891 h 1215891"/>
              <a:gd name="csX8" fmla="*/ 15041 w 1878314"/>
              <a:gd name="csY8" fmla="*/ 1215891 h 1215891"/>
              <a:gd name="csX9" fmla="*/ 16922 w 1878314"/>
              <a:gd name="csY9" fmla="*/ 1215891 h 1215891"/>
              <a:gd name="csX10" fmla="*/ 18802 w 1878314"/>
              <a:gd name="csY10" fmla="*/ 1215891 h 1215891"/>
              <a:gd name="csX11" fmla="*/ 20682 w 1878314"/>
              <a:gd name="csY11" fmla="*/ 1215891 h 1215891"/>
              <a:gd name="csX12" fmla="*/ 22562 w 1878314"/>
              <a:gd name="csY12" fmla="*/ 1215891 h 1215891"/>
              <a:gd name="csX13" fmla="*/ 24442 w 1878314"/>
              <a:gd name="csY13" fmla="*/ 1215891 h 1215891"/>
              <a:gd name="csX14" fmla="*/ 26322 w 1878314"/>
              <a:gd name="csY14" fmla="*/ 1215891 h 1215891"/>
              <a:gd name="csX15" fmla="*/ 28202 w 1878314"/>
              <a:gd name="csY15" fmla="*/ 1215891 h 1215891"/>
              <a:gd name="csX16" fmla="*/ 30082 w 1878314"/>
              <a:gd name="csY16" fmla="*/ 1215891 h 1215891"/>
              <a:gd name="csX17" fmla="*/ 31963 w 1878314"/>
              <a:gd name="csY17" fmla="*/ 1215891 h 1215891"/>
              <a:gd name="csX18" fmla="*/ 33843 w 1878314"/>
              <a:gd name="csY18" fmla="*/ 1215891 h 1215891"/>
              <a:gd name="csX19" fmla="*/ 35723 w 1878314"/>
              <a:gd name="csY19" fmla="*/ 1215891 h 1215891"/>
              <a:gd name="csX20" fmla="*/ 37604 w 1878314"/>
              <a:gd name="csY20" fmla="*/ 1215891 h 1215891"/>
              <a:gd name="csX21" fmla="*/ 39484 w 1878314"/>
              <a:gd name="csY21" fmla="*/ 1215891 h 1215891"/>
              <a:gd name="csX22" fmla="*/ 41364 w 1878314"/>
              <a:gd name="csY22" fmla="*/ 1215891 h 1215891"/>
              <a:gd name="csX23" fmla="*/ 43244 w 1878314"/>
              <a:gd name="csY23" fmla="*/ 1215891 h 1215891"/>
              <a:gd name="csX24" fmla="*/ 45124 w 1878314"/>
              <a:gd name="csY24" fmla="*/ 1215891 h 1215891"/>
              <a:gd name="csX25" fmla="*/ 47004 w 1878314"/>
              <a:gd name="csY25" fmla="*/ 1215891 h 1215891"/>
              <a:gd name="csX26" fmla="*/ 48884 w 1878314"/>
              <a:gd name="csY26" fmla="*/ 1215891 h 1215891"/>
              <a:gd name="csX27" fmla="*/ 50765 w 1878314"/>
              <a:gd name="csY27" fmla="*/ 1215891 h 1215891"/>
              <a:gd name="csX28" fmla="*/ 52645 w 1878314"/>
              <a:gd name="csY28" fmla="*/ 1215891 h 1215891"/>
              <a:gd name="csX29" fmla="*/ 54525 w 1878314"/>
              <a:gd name="csY29" fmla="*/ 1215891 h 1215891"/>
              <a:gd name="csX30" fmla="*/ 56405 w 1878314"/>
              <a:gd name="csY30" fmla="*/ 1215891 h 1215891"/>
              <a:gd name="csX31" fmla="*/ 58286 w 1878314"/>
              <a:gd name="csY31" fmla="*/ 1215891 h 1215891"/>
              <a:gd name="csX32" fmla="*/ 60166 w 1878314"/>
              <a:gd name="csY32" fmla="*/ 1215891 h 1215891"/>
              <a:gd name="csX33" fmla="*/ 62046 w 1878314"/>
              <a:gd name="csY33" fmla="*/ 1215891 h 1215891"/>
              <a:gd name="csX34" fmla="*/ 63926 w 1878314"/>
              <a:gd name="csY34" fmla="*/ 1215891 h 1215891"/>
              <a:gd name="csX35" fmla="*/ 65807 w 1878314"/>
              <a:gd name="csY35" fmla="*/ 1215891 h 1215891"/>
              <a:gd name="csX36" fmla="*/ 67686 w 1878314"/>
              <a:gd name="csY36" fmla="*/ 1215891 h 1215891"/>
              <a:gd name="csX37" fmla="*/ 69566 w 1878314"/>
              <a:gd name="csY37" fmla="*/ 1215891 h 1215891"/>
              <a:gd name="csX38" fmla="*/ 71447 w 1878314"/>
              <a:gd name="csY38" fmla="*/ 1215891 h 1215891"/>
              <a:gd name="csX39" fmla="*/ 73327 w 1878314"/>
              <a:gd name="csY39" fmla="*/ 1215891 h 1215891"/>
              <a:gd name="csX40" fmla="*/ 75207 w 1878314"/>
              <a:gd name="csY40" fmla="*/ 1215891 h 1215891"/>
              <a:gd name="csX41" fmla="*/ 77087 w 1878314"/>
              <a:gd name="csY41" fmla="*/ 1215891 h 1215891"/>
              <a:gd name="csX42" fmla="*/ 78968 w 1878314"/>
              <a:gd name="csY42" fmla="*/ 1215891 h 1215891"/>
              <a:gd name="csX43" fmla="*/ 80848 w 1878314"/>
              <a:gd name="csY43" fmla="*/ 1215891 h 1215891"/>
              <a:gd name="csX44" fmla="*/ 82728 w 1878314"/>
              <a:gd name="csY44" fmla="*/ 1215891 h 1215891"/>
              <a:gd name="csX45" fmla="*/ 84609 w 1878314"/>
              <a:gd name="csY45" fmla="*/ 1215891 h 1215891"/>
              <a:gd name="csX46" fmla="*/ 86489 w 1878314"/>
              <a:gd name="csY46" fmla="*/ 1215891 h 1215891"/>
              <a:gd name="csX47" fmla="*/ 88368 w 1878314"/>
              <a:gd name="csY47" fmla="*/ 1215891 h 1215891"/>
              <a:gd name="csX48" fmla="*/ 90248 w 1878314"/>
              <a:gd name="csY48" fmla="*/ 1215891 h 1215891"/>
              <a:gd name="csX49" fmla="*/ 92129 w 1878314"/>
              <a:gd name="csY49" fmla="*/ 1215891 h 1215891"/>
              <a:gd name="csX50" fmla="*/ 94009 w 1878314"/>
              <a:gd name="csY50" fmla="*/ 1215891 h 1215891"/>
              <a:gd name="csX51" fmla="*/ 95889 w 1878314"/>
              <a:gd name="csY51" fmla="*/ 1215891 h 1215891"/>
              <a:gd name="csX52" fmla="*/ 97769 w 1878314"/>
              <a:gd name="csY52" fmla="*/ 1215891 h 1215891"/>
              <a:gd name="csX53" fmla="*/ 99650 w 1878314"/>
              <a:gd name="csY53" fmla="*/ 1215891 h 1215891"/>
              <a:gd name="csX54" fmla="*/ 101530 w 1878314"/>
              <a:gd name="csY54" fmla="*/ 1215891 h 1215891"/>
              <a:gd name="csX55" fmla="*/ 103410 w 1878314"/>
              <a:gd name="csY55" fmla="*/ 1215891 h 1215891"/>
              <a:gd name="csX56" fmla="*/ 105291 w 1878314"/>
              <a:gd name="csY56" fmla="*/ 1215891 h 1215891"/>
              <a:gd name="csX57" fmla="*/ 107171 w 1878314"/>
              <a:gd name="csY57" fmla="*/ 1215891 h 1215891"/>
              <a:gd name="csX58" fmla="*/ 109051 w 1878314"/>
              <a:gd name="csY58" fmla="*/ 1215891 h 1215891"/>
              <a:gd name="csX59" fmla="*/ 110930 w 1878314"/>
              <a:gd name="csY59" fmla="*/ 1215891 h 1215891"/>
              <a:gd name="csX60" fmla="*/ 112811 w 1878314"/>
              <a:gd name="csY60" fmla="*/ 1215891 h 1215891"/>
              <a:gd name="csX61" fmla="*/ 114691 w 1878314"/>
              <a:gd name="csY61" fmla="*/ 1215891 h 1215891"/>
              <a:gd name="csX62" fmla="*/ 116571 w 1878314"/>
              <a:gd name="csY62" fmla="*/ 1215891 h 1215891"/>
              <a:gd name="csX63" fmla="*/ 118452 w 1878314"/>
              <a:gd name="csY63" fmla="*/ 1215891 h 1215891"/>
              <a:gd name="csX64" fmla="*/ 120332 w 1878314"/>
              <a:gd name="csY64" fmla="*/ 1215891 h 1215891"/>
              <a:gd name="csX65" fmla="*/ 122212 w 1878314"/>
              <a:gd name="csY65" fmla="*/ 1215891 h 1215891"/>
              <a:gd name="csX66" fmla="*/ 124092 w 1878314"/>
              <a:gd name="csY66" fmla="*/ 1215891 h 1215891"/>
              <a:gd name="csX67" fmla="*/ 125973 w 1878314"/>
              <a:gd name="csY67" fmla="*/ 1215891 h 1215891"/>
              <a:gd name="csX68" fmla="*/ 127853 w 1878314"/>
              <a:gd name="csY68" fmla="*/ 1215891 h 1215891"/>
              <a:gd name="csX69" fmla="*/ 129733 w 1878314"/>
              <a:gd name="csY69" fmla="*/ 1215891 h 1215891"/>
              <a:gd name="csX70" fmla="*/ 131613 w 1878314"/>
              <a:gd name="csY70" fmla="*/ 1215891 h 1215891"/>
              <a:gd name="csX71" fmla="*/ 133493 w 1878314"/>
              <a:gd name="csY71" fmla="*/ 1215891 h 1215891"/>
              <a:gd name="csX72" fmla="*/ 135373 w 1878314"/>
              <a:gd name="csY72" fmla="*/ 1215891 h 1215891"/>
              <a:gd name="csX73" fmla="*/ 137253 w 1878314"/>
              <a:gd name="csY73" fmla="*/ 1215891 h 1215891"/>
              <a:gd name="csX74" fmla="*/ 139134 w 1878314"/>
              <a:gd name="csY74" fmla="*/ 1215891 h 1215891"/>
              <a:gd name="csX75" fmla="*/ 141014 w 1878314"/>
              <a:gd name="csY75" fmla="*/ 1215891 h 1215891"/>
              <a:gd name="csX76" fmla="*/ 142894 w 1878314"/>
              <a:gd name="csY76" fmla="*/ 1215891 h 1215891"/>
              <a:gd name="csX77" fmla="*/ 144774 w 1878314"/>
              <a:gd name="csY77" fmla="*/ 1215891 h 1215891"/>
              <a:gd name="csX78" fmla="*/ 146655 w 1878314"/>
              <a:gd name="csY78" fmla="*/ 1215891 h 1215891"/>
              <a:gd name="csX79" fmla="*/ 148535 w 1878314"/>
              <a:gd name="csY79" fmla="*/ 1215891 h 1215891"/>
              <a:gd name="csX80" fmla="*/ 150415 w 1878314"/>
              <a:gd name="csY80" fmla="*/ 1215891 h 1215891"/>
              <a:gd name="csX81" fmla="*/ 152296 w 1878314"/>
              <a:gd name="csY81" fmla="*/ 1215891 h 1215891"/>
              <a:gd name="csX82" fmla="*/ 154175 w 1878314"/>
              <a:gd name="csY82" fmla="*/ 1215891 h 1215891"/>
              <a:gd name="csX83" fmla="*/ 156055 w 1878314"/>
              <a:gd name="csY83" fmla="*/ 1215891 h 1215891"/>
              <a:gd name="csX84" fmla="*/ 157935 w 1878314"/>
              <a:gd name="csY84" fmla="*/ 1215891 h 1215891"/>
              <a:gd name="csX85" fmla="*/ 159816 w 1878314"/>
              <a:gd name="csY85" fmla="*/ 1215891 h 1215891"/>
              <a:gd name="csX86" fmla="*/ 161696 w 1878314"/>
              <a:gd name="csY86" fmla="*/ 1215891 h 1215891"/>
              <a:gd name="csX87" fmla="*/ 163576 w 1878314"/>
              <a:gd name="csY87" fmla="*/ 1215891 h 1215891"/>
              <a:gd name="csX88" fmla="*/ 165457 w 1878314"/>
              <a:gd name="csY88" fmla="*/ 1215891 h 1215891"/>
              <a:gd name="csX89" fmla="*/ 167337 w 1878314"/>
              <a:gd name="csY89" fmla="*/ 1215891 h 1215891"/>
              <a:gd name="csX90" fmla="*/ 169217 w 1878314"/>
              <a:gd name="csY90" fmla="*/ 1215891 h 1215891"/>
              <a:gd name="csX91" fmla="*/ 171097 w 1878314"/>
              <a:gd name="csY91" fmla="*/ 1215891 h 1215891"/>
              <a:gd name="csX92" fmla="*/ 172978 w 1878314"/>
              <a:gd name="csY92" fmla="*/ 1215891 h 1215891"/>
              <a:gd name="csX93" fmla="*/ 174857 w 1878314"/>
              <a:gd name="csY93" fmla="*/ 1215891 h 1215891"/>
              <a:gd name="csX94" fmla="*/ 176737 w 1878314"/>
              <a:gd name="csY94" fmla="*/ 1215891 h 1215891"/>
              <a:gd name="csX95" fmla="*/ 178617 w 1878314"/>
              <a:gd name="csY95" fmla="*/ 1215891 h 1215891"/>
              <a:gd name="csX96" fmla="*/ 180498 w 1878314"/>
              <a:gd name="csY96" fmla="*/ 1215891 h 1215891"/>
              <a:gd name="csX97" fmla="*/ 182378 w 1878314"/>
              <a:gd name="csY97" fmla="*/ 1215891 h 1215891"/>
              <a:gd name="csX98" fmla="*/ 184258 w 1878314"/>
              <a:gd name="csY98" fmla="*/ 1215891 h 1215891"/>
              <a:gd name="csX99" fmla="*/ 186139 w 1878314"/>
              <a:gd name="csY99" fmla="*/ 1215891 h 1215891"/>
              <a:gd name="csX100" fmla="*/ 188019 w 1878314"/>
              <a:gd name="csY100" fmla="*/ 1215891 h 1215891"/>
              <a:gd name="csX101" fmla="*/ 189899 w 1878314"/>
              <a:gd name="csY101" fmla="*/ 1215891 h 1215891"/>
              <a:gd name="csX102" fmla="*/ 191779 w 1878314"/>
              <a:gd name="csY102" fmla="*/ 1215891 h 1215891"/>
              <a:gd name="csX103" fmla="*/ 193660 w 1878314"/>
              <a:gd name="csY103" fmla="*/ 1215891 h 1215891"/>
              <a:gd name="csX104" fmla="*/ 195540 w 1878314"/>
              <a:gd name="csY104" fmla="*/ 1215891 h 1215891"/>
              <a:gd name="csX105" fmla="*/ 197419 w 1878314"/>
              <a:gd name="csY105" fmla="*/ 1215891 h 1215891"/>
              <a:gd name="csX106" fmla="*/ 199300 w 1878314"/>
              <a:gd name="csY106" fmla="*/ 1215891 h 1215891"/>
              <a:gd name="csX107" fmla="*/ 201180 w 1878314"/>
              <a:gd name="csY107" fmla="*/ 1215891 h 1215891"/>
              <a:gd name="csX108" fmla="*/ 203060 w 1878314"/>
              <a:gd name="csY108" fmla="*/ 1215891 h 1215891"/>
              <a:gd name="csX109" fmla="*/ 204940 w 1878314"/>
              <a:gd name="csY109" fmla="*/ 1215891 h 1215891"/>
              <a:gd name="csX110" fmla="*/ 206821 w 1878314"/>
              <a:gd name="csY110" fmla="*/ 1215891 h 1215891"/>
              <a:gd name="csX111" fmla="*/ 208701 w 1878314"/>
              <a:gd name="csY111" fmla="*/ 1215891 h 1215891"/>
              <a:gd name="csX112" fmla="*/ 210581 w 1878314"/>
              <a:gd name="csY112" fmla="*/ 1215891 h 1215891"/>
              <a:gd name="csX113" fmla="*/ 212461 w 1878314"/>
              <a:gd name="csY113" fmla="*/ 1215891 h 1215891"/>
              <a:gd name="csX114" fmla="*/ 214342 w 1878314"/>
              <a:gd name="csY114" fmla="*/ 1215891 h 1215891"/>
              <a:gd name="csX115" fmla="*/ 216222 w 1878314"/>
              <a:gd name="csY115" fmla="*/ 1215891 h 1215891"/>
              <a:gd name="csX116" fmla="*/ 218101 w 1878314"/>
              <a:gd name="csY116" fmla="*/ 1215891 h 1215891"/>
              <a:gd name="csX117" fmla="*/ 219982 w 1878314"/>
              <a:gd name="csY117" fmla="*/ 1215891 h 1215891"/>
              <a:gd name="csX118" fmla="*/ 221862 w 1878314"/>
              <a:gd name="csY118" fmla="*/ 1215891 h 1215891"/>
              <a:gd name="csX119" fmla="*/ 223742 w 1878314"/>
              <a:gd name="csY119" fmla="*/ 1215891 h 1215891"/>
              <a:gd name="csX120" fmla="*/ 225622 w 1878314"/>
              <a:gd name="csY120" fmla="*/ 1215891 h 1215891"/>
              <a:gd name="csX121" fmla="*/ 227503 w 1878314"/>
              <a:gd name="csY121" fmla="*/ 1215891 h 1215891"/>
              <a:gd name="csX122" fmla="*/ 229383 w 1878314"/>
              <a:gd name="csY122" fmla="*/ 1215891 h 1215891"/>
              <a:gd name="csX123" fmla="*/ 231263 w 1878314"/>
              <a:gd name="csY123" fmla="*/ 1215891 h 1215891"/>
              <a:gd name="csX124" fmla="*/ 233144 w 1878314"/>
              <a:gd name="csY124" fmla="*/ 1215891 h 1215891"/>
              <a:gd name="csX125" fmla="*/ 235024 w 1878314"/>
              <a:gd name="csY125" fmla="*/ 1215891 h 1215891"/>
              <a:gd name="csX126" fmla="*/ 236904 w 1878314"/>
              <a:gd name="csY126" fmla="*/ 1215891 h 1215891"/>
              <a:gd name="csX127" fmla="*/ 238784 w 1878314"/>
              <a:gd name="csY127" fmla="*/ 1215891 h 1215891"/>
              <a:gd name="csX128" fmla="*/ 240664 w 1878314"/>
              <a:gd name="csY128" fmla="*/ 1215891 h 1215891"/>
              <a:gd name="csX129" fmla="*/ 242544 w 1878314"/>
              <a:gd name="csY129" fmla="*/ 1215891 h 1215891"/>
              <a:gd name="csX130" fmla="*/ 244424 w 1878314"/>
              <a:gd name="csY130" fmla="*/ 1215891 h 1215891"/>
              <a:gd name="csX131" fmla="*/ 246305 w 1878314"/>
              <a:gd name="csY131" fmla="*/ 1215891 h 1215891"/>
              <a:gd name="csX132" fmla="*/ 248185 w 1878314"/>
              <a:gd name="csY132" fmla="*/ 1215891 h 1215891"/>
              <a:gd name="csX133" fmla="*/ 250065 w 1878314"/>
              <a:gd name="csY133" fmla="*/ 1215891 h 1215891"/>
              <a:gd name="csX134" fmla="*/ 251945 w 1878314"/>
              <a:gd name="csY134" fmla="*/ 1215891 h 1215891"/>
              <a:gd name="csX135" fmla="*/ 253826 w 1878314"/>
              <a:gd name="csY135" fmla="*/ 1215891 h 1215891"/>
              <a:gd name="csX136" fmla="*/ 255706 w 1878314"/>
              <a:gd name="csY136" fmla="*/ 1215891 h 1215891"/>
              <a:gd name="csX137" fmla="*/ 257586 w 1878314"/>
              <a:gd name="csY137" fmla="*/ 1215891 h 1215891"/>
              <a:gd name="csX138" fmla="*/ 259466 w 1878314"/>
              <a:gd name="csY138" fmla="*/ 1215891 h 1215891"/>
              <a:gd name="csX139" fmla="*/ 261346 w 1878314"/>
              <a:gd name="csY139" fmla="*/ 1215891 h 1215891"/>
              <a:gd name="csX140" fmla="*/ 263226 w 1878314"/>
              <a:gd name="csY140" fmla="*/ 1215891 h 1215891"/>
              <a:gd name="csX141" fmla="*/ 265106 w 1878314"/>
              <a:gd name="csY141" fmla="*/ 1215891 h 1215891"/>
              <a:gd name="csX142" fmla="*/ 266987 w 1878314"/>
              <a:gd name="csY142" fmla="*/ 1215891 h 1215891"/>
              <a:gd name="csX143" fmla="*/ 268867 w 1878314"/>
              <a:gd name="csY143" fmla="*/ 1215891 h 1215891"/>
              <a:gd name="csX144" fmla="*/ 270747 w 1878314"/>
              <a:gd name="csY144" fmla="*/ 1215891 h 1215891"/>
              <a:gd name="csX145" fmla="*/ 272627 w 1878314"/>
              <a:gd name="csY145" fmla="*/ 1215891 h 1215891"/>
              <a:gd name="csX146" fmla="*/ 274508 w 1878314"/>
              <a:gd name="csY146" fmla="*/ 1215891 h 1215891"/>
              <a:gd name="csX147" fmla="*/ 276388 w 1878314"/>
              <a:gd name="csY147" fmla="*/ 1215891 h 1215891"/>
              <a:gd name="csX148" fmla="*/ 278268 w 1878314"/>
              <a:gd name="csY148" fmla="*/ 1215891 h 1215891"/>
              <a:gd name="csX149" fmla="*/ 280148 w 1878314"/>
              <a:gd name="csY149" fmla="*/ 1215891 h 1215891"/>
              <a:gd name="csX150" fmla="*/ 282029 w 1878314"/>
              <a:gd name="csY150" fmla="*/ 1215891 h 1215891"/>
              <a:gd name="csX151" fmla="*/ 283908 w 1878314"/>
              <a:gd name="csY151" fmla="*/ 1215891 h 1215891"/>
              <a:gd name="csX152" fmla="*/ 285788 w 1878314"/>
              <a:gd name="csY152" fmla="*/ 1215891 h 1215891"/>
              <a:gd name="csX153" fmla="*/ 287669 w 1878314"/>
              <a:gd name="csY153" fmla="*/ 1215891 h 1215891"/>
              <a:gd name="csX154" fmla="*/ 289549 w 1878314"/>
              <a:gd name="csY154" fmla="*/ 1215891 h 1215891"/>
              <a:gd name="csX155" fmla="*/ 291429 w 1878314"/>
              <a:gd name="csY155" fmla="*/ 1215891 h 1215891"/>
              <a:gd name="csX156" fmla="*/ 293309 w 1878314"/>
              <a:gd name="csY156" fmla="*/ 1215891 h 1215891"/>
              <a:gd name="csX157" fmla="*/ 295190 w 1878314"/>
              <a:gd name="csY157" fmla="*/ 1215891 h 1215891"/>
              <a:gd name="csX158" fmla="*/ 297070 w 1878314"/>
              <a:gd name="csY158" fmla="*/ 1215891 h 1215891"/>
              <a:gd name="csX159" fmla="*/ 298950 w 1878314"/>
              <a:gd name="csY159" fmla="*/ 1215891 h 1215891"/>
              <a:gd name="csX160" fmla="*/ 300831 w 1878314"/>
              <a:gd name="csY160" fmla="*/ 1215891 h 1215891"/>
              <a:gd name="csX161" fmla="*/ 302711 w 1878314"/>
              <a:gd name="csY161" fmla="*/ 1215891 h 1215891"/>
              <a:gd name="csX162" fmla="*/ 304590 w 1878314"/>
              <a:gd name="csY162" fmla="*/ 1215891 h 1215891"/>
              <a:gd name="csX163" fmla="*/ 306470 w 1878314"/>
              <a:gd name="csY163" fmla="*/ 1215891 h 1215891"/>
              <a:gd name="csX164" fmla="*/ 308351 w 1878314"/>
              <a:gd name="csY164" fmla="*/ 1215891 h 1215891"/>
              <a:gd name="csX165" fmla="*/ 310231 w 1878314"/>
              <a:gd name="csY165" fmla="*/ 1215891 h 1215891"/>
              <a:gd name="csX166" fmla="*/ 312111 w 1878314"/>
              <a:gd name="csY166" fmla="*/ 1215891 h 1215891"/>
              <a:gd name="csX167" fmla="*/ 313992 w 1878314"/>
              <a:gd name="csY167" fmla="*/ 1215891 h 1215891"/>
              <a:gd name="csX168" fmla="*/ 315872 w 1878314"/>
              <a:gd name="csY168" fmla="*/ 1215891 h 1215891"/>
              <a:gd name="csX169" fmla="*/ 317752 w 1878314"/>
              <a:gd name="csY169" fmla="*/ 1215891 h 1215891"/>
              <a:gd name="csX170" fmla="*/ 319632 w 1878314"/>
              <a:gd name="csY170" fmla="*/ 1215891 h 1215891"/>
              <a:gd name="csX171" fmla="*/ 321513 w 1878314"/>
              <a:gd name="csY171" fmla="*/ 1215891 h 1215891"/>
              <a:gd name="csX172" fmla="*/ 323393 w 1878314"/>
              <a:gd name="csY172" fmla="*/ 1215891 h 1215891"/>
              <a:gd name="csX173" fmla="*/ 325273 w 1878314"/>
              <a:gd name="csY173" fmla="*/ 1215891 h 1215891"/>
              <a:gd name="csX174" fmla="*/ 327153 w 1878314"/>
              <a:gd name="csY174" fmla="*/ 1215891 h 1215891"/>
              <a:gd name="csX175" fmla="*/ 329033 w 1878314"/>
              <a:gd name="csY175" fmla="*/ 1215891 h 1215891"/>
              <a:gd name="csX176" fmla="*/ 330913 w 1878314"/>
              <a:gd name="csY176" fmla="*/ 1215891 h 1215891"/>
              <a:gd name="csX177" fmla="*/ 332793 w 1878314"/>
              <a:gd name="csY177" fmla="*/ 1215891 h 1215891"/>
              <a:gd name="csX178" fmla="*/ 334674 w 1878314"/>
              <a:gd name="csY178" fmla="*/ 1215891 h 1215891"/>
              <a:gd name="csX179" fmla="*/ 336554 w 1878314"/>
              <a:gd name="csY179" fmla="*/ 1215891 h 1215891"/>
              <a:gd name="csX180" fmla="*/ 338434 w 1878314"/>
              <a:gd name="csY180" fmla="*/ 1215891 h 1215891"/>
              <a:gd name="csX181" fmla="*/ 340314 w 1878314"/>
              <a:gd name="csY181" fmla="*/ 1215891 h 1215891"/>
              <a:gd name="csX182" fmla="*/ 342195 w 1878314"/>
              <a:gd name="csY182" fmla="*/ 1215891 h 1215891"/>
              <a:gd name="csX183" fmla="*/ 344075 w 1878314"/>
              <a:gd name="csY183" fmla="*/ 1215891 h 1215891"/>
              <a:gd name="csX184" fmla="*/ 345955 w 1878314"/>
              <a:gd name="csY184" fmla="*/ 1215891 h 1215891"/>
              <a:gd name="csX185" fmla="*/ 347835 w 1878314"/>
              <a:gd name="csY185" fmla="*/ 1215891 h 1215891"/>
              <a:gd name="csX186" fmla="*/ 349715 w 1878314"/>
              <a:gd name="csY186" fmla="*/ 1215891 h 1215891"/>
              <a:gd name="csX187" fmla="*/ 351595 w 1878314"/>
              <a:gd name="csY187" fmla="*/ 1215891 h 1215891"/>
              <a:gd name="csX188" fmla="*/ 353475 w 1878314"/>
              <a:gd name="csY188" fmla="*/ 1215891 h 1215891"/>
              <a:gd name="csX189" fmla="*/ 355356 w 1878314"/>
              <a:gd name="csY189" fmla="*/ 1215891 h 1215891"/>
              <a:gd name="csX190" fmla="*/ 357236 w 1878314"/>
              <a:gd name="csY190" fmla="*/ 1215891 h 1215891"/>
              <a:gd name="csX191" fmla="*/ 359116 w 1878314"/>
              <a:gd name="csY191" fmla="*/ 1215891 h 1215891"/>
              <a:gd name="csX192" fmla="*/ 360996 w 1878314"/>
              <a:gd name="csY192" fmla="*/ 1215891 h 1215891"/>
              <a:gd name="csX193" fmla="*/ 362877 w 1878314"/>
              <a:gd name="csY193" fmla="*/ 1215891 h 1215891"/>
              <a:gd name="csX194" fmla="*/ 364757 w 1878314"/>
              <a:gd name="csY194" fmla="*/ 1215891 h 1215891"/>
              <a:gd name="csX195" fmla="*/ 366637 w 1878314"/>
              <a:gd name="csY195" fmla="*/ 1215891 h 1215891"/>
              <a:gd name="csX196" fmla="*/ 368518 w 1878314"/>
              <a:gd name="csY196" fmla="*/ 1215891 h 1215891"/>
              <a:gd name="csX197" fmla="*/ 370397 w 1878314"/>
              <a:gd name="csY197" fmla="*/ 1215891 h 1215891"/>
              <a:gd name="csX198" fmla="*/ 372277 w 1878314"/>
              <a:gd name="csY198" fmla="*/ 1215891 h 1215891"/>
              <a:gd name="csX199" fmla="*/ 374157 w 1878314"/>
              <a:gd name="csY199" fmla="*/ 1215891 h 1215891"/>
              <a:gd name="csX200" fmla="*/ 376038 w 1878314"/>
              <a:gd name="csY200" fmla="*/ 1215891 h 1215891"/>
              <a:gd name="csX201" fmla="*/ 377918 w 1878314"/>
              <a:gd name="csY201" fmla="*/ 1215891 h 1215891"/>
              <a:gd name="csX202" fmla="*/ 379798 w 1878314"/>
              <a:gd name="csY202" fmla="*/ 1215891 h 1215891"/>
              <a:gd name="csX203" fmla="*/ 381679 w 1878314"/>
              <a:gd name="csY203" fmla="*/ 1215891 h 1215891"/>
              <a:gd name="csX204" fmla="*/ 383559 w 1878314"/>
              <a:gd name="csY204" fmla="*/ 1215891 h 1215891"/>
              <a:gd name="csX205" fmla="*/ 385439 w 1878314"/>
              <a:gd name="csY205" fmla="*/ 1215891 h 1215891"/>
              <a:gd name="csX206" fmla="*/ 387319 w 1878314"/>
              <a:gd name="csY206" fmla="*/ 1215891 h 1215891"/>
              <a:gd name="csX207" fmla="*/ 389200 w 1878314"/>
              <a:gd name="csY207" fmla="*/ 1215891 h 1215891"/>
              <a:gd name="csX208" fmla="*/ 391079 w 1878314"/>
              <a:gd name="csY208" fmla="*/ 1215891 h 1215891"/>
              <a:gd name="csX209" fmla="*/ 392959 w 1878314"/>
              <a:gd name="csY209" fmla="*/ 1215891 h 1215891"/>
              <a:gd name="csX210" fmla="*/ 394840 w 1878314"/>
              <a:gd name="csY210" fmla="*/ 1215891 h 1215891"/>
              <a:gd name="csX211" fmla="*/ 396720 w 1878314"/>
              <a:gd name="csY211" fmla="*/ 1215891 h 1215891"/>
              <a:gd name="csX212" fmla="*/ 398600 w 1878314"/>
              <a:gd name="csY212" fmla="*/ 1215891 h 1215891"/>
              <a:gd name="csX213" fmla="*/ 400480 w 1878314"/>
              <a:gd name="csY213" fmla="*/ 1215891 h 1215891"/>
              <a:gd name="csX214" fmla="*/ 402361 w 1878314"/>
              <a:gd name="csY214" fmla="*/ 1215891 h 1215891"/>
              <a:gd name="csX215" fmla="*/ 404241 w 1878314"/>
              <a:gd name="csY215" fmla="*/ 1215891 h 1215891"/>
              <a:gd name="csX216" fmla="*/ 406121 w 1878314"/>
              <a:gd name="csY216" fmla="*/ 1215891 h 1215891"/>
              <a:gd name="csX217" fmla="*/ 408001 w 1878314"/>
              <a:gd name="csY217" fmla="*/ 1215891 h 1215891"/>
              <a:gd name="csX218" fmla="*/ 409882 w 1878314"/>
              <a:gd name="csY218" fmla="*/ 1215891 h 1215891"/>
              <a:gd name="csX219" fmla="*/ 411762 w 1878314"/>
              <a:gd name="csY219" fmla="*/ 1215891 h 1215891"/>
              <a:gd name="csX220" fmla="*/ 413641 w 1878314"/>
              <a:gd name="csY220" fmla="*/ 1215891 h 1215891"/>
              <a:gd name="csX221" fmla="*/ 415522 w 1878314"/>
              <a:gd name="csY221" fmla="*/ 1215891 h 1215891"/>
              <a:gd name="csX222" fmla="*/ 417402 w 1878314"/>
              <a:gd name="csY222" fmla="*/ 1215891 h 1215891"/>
              <a:gd name="csX223" fmla="*/ 419282 w 1878314"/>
              <a:gd name="csY223" fmla="*/ 1215891 h 1215891"/>
              <a:gd name="csX224" fmla="*/ 421162 w 1878314"/>
              <a:gd name="csY224" fmla="*/ 1215891 h 1215891"/>
              <a:gd name="csX225" fmla="*/ 423043 w 1878314"/>
              <a:gd name="csY225" fmla="*/ 1215891 h 1215891"/>
              <a:gd name="csX226" fmla="*/ 424923 w 1878314"/>
              <a:gd name="csY226" fmla="*/ 1215891 h 1215891"/>
              <a:gd name="csX227" fmla="*/ 426803 w 1878314"/>
              <a:gd name="csY227" fmla="*/ 1215891 h 1215891"/>
              <a:gd name="csX228" fmla="*/ 428684 w 1878314"/>
              <a:gd name="csY228" fmla="*/ 1215891 h 1215891"/>
              <a:gd name="csX229" fmla="*/ 430564 w 1878314"/>
              <a:gd name="csY229" fmla="*/ 1215891 h 1215891"/>
              <a:gd name="csX230" fmla="*/ 432444 w 1878314"/>
              <a:gd name="csY230" fmla="*/ 1215891 h 1215891"/>
              <a:gd name="csX231" fmla="*/ 434323 w 1878314"/>
              <a:gd name="csY231" fmla="*/ 1215891 h 1215891"/>
              <a:gd name="csX232" fmla="*/ 436204 w 1878314"/>
              <a:gd name="csY232" fmla="*/ 1215891 h 1215891"/>
              <a:gd name="csX233" fmla="*/ 438084 w 1878314"/>
              <a:gd name="csY233" fmla="*/ 1215891 h 1215891"/>
              <a:gd name="csX234" fmla="*/ 439964 w 1878314"/>
              <a:gd name="csY234" fmla="*/ 1215891 h 1215891"/>
              <a:gd name="csX235" fmla="*/ 441844 w 1878314"/>
              <a:gd name="csY235" fmla="*/ 1215891 h 1215891"/>
              <a:gd name="csX236" fmla="*/ 443725 w 1878314"/>
              <a:gd name="csY236" fmla="*/ 1215891 h 1215891"/>
              <a:gd name="csX237" fmla="*/ 445605 w 1878314"/>
              <a:gd name="csY237" fmla="*/ 1215891 h 1215891"/>
              <a:gd name="csX238" fmla="*/ 447485 w 1878314"/>
              <a:gd name="csY238" fmla="*/ 1215891 h 1215891"/>
              <a:gd name="csX239" fmla="*/ 449366 w 1878314"/>
              <a:gd name="csY239" fmla="*/ 1215891 h 1215891"/>
              <a:gd name="csX240" fmla="*/ 451246 w 1878314"/>
              <a:gd name="csY240" fmla="*/ 1215891 h 1215891"/>
              <a:gd name="csX241" fmla="*/ 453126 w 1878314"/>
              <a:gd name="csY241" fmla="*/ 1215891 h 1215891"/>
              <a:gd name="csX242" fmla="*/ 455006 w 1878314"/>
              <a:gd name="csY242" fmla="*/ 1215891 h 1215891"/>
              <a:gd name="csX243" fmla="*/ 456886 w 1878314"/>
              <a:gd name="csY243" fmla="*/ 1215891 h 1215891"/>
              <a:gd name="csX244" fmla="*/ 458766 w 1878314"/>
              <a:gd name="csY244" fmla="*/ 1215891 h 1215891"/>
              <a:gd name="csX245" fmla="*/ 460646 w 1878314"/>
              <a:gd name="csY245" fmla="*/ 1215891 h 1215891"/>
              <a:gd name="csX246" fmla="*/ 462527 w 1878314"/>
              <a:gd name="csY246" fmla="*/ 1215891 h 1215891"/>
              <a:gd name="csX247" fmla="*/ 464407 w 1878314"/>
              <a:gd name="csY247" fmla="*/ 1215891 h 1215891"/>
              <a:gd name="csX248" fmla="*/ 466287 w 1878314"/>
              <a:gd name="csY248" fmla="*/ 1215891 h 1215891"/>
              <a:gd name="csX249" fmla="*/ 468167 w 1878314"/>
              <a:gd name="csY249" fmla="*/ 1215891 h 1215891"/>
              <a:gd name="csX250" fmla="*/ 470048 w 1878314"/>
              <a:gd name="csY250" fmla="*/ 1215891 h 1215891"/>
              <a:gd name="csX251" fmla="*/ 471928 w 1878314"/>
              <a:gd name="csY251" fmla="*/ 1215891 h 1215891"/>
              <a:gd name="csX252" fmla="*/ 473808 w 1878314"/>
              <a:gd name="csY252" fmla="*/ 1215891 h 1215891"/>
              <a:gd name="csX253" fmla="*/ 475688 w 1878314"/>
              <a:gd name="csY253" fmla="*/ 1215891 h 1215891"/>
              <a:gd name="csX254" fmla="*/ 477568 w 1878314"/>
              <a:gd name="csY254" fmla="*/ 1215891 h 1215891"/>
              <a:gd name="csX255" fmla="*/ 479448 w 1878314"/>
              <a:gd name="csY255" fmla="*/ 1215891 h 1215891"/>
              <a:gd name="csX256" fmla="*/ 481328 w 1878314"/>
              <a:gd name="csY256" fmla="*/ 1215891 h 1215891"/>
              <a:gd name="csX257" fmla="*/ 483209 w 1878314"/>
              <a:gd name="csY257" fmla="*/ 1215891 h 1215891"/>
              <a:gd name="csX258" fmla="*/ 485089 w 1878314"/>
              <a:gd name="csY258" fmla="*/ 1215891 h 1215891"/>
              <a:gd name="csX259" fmla="*/ 486969 w 1878314"/>
              <a:gd name="csY259" fmla="*/ 1215891 h 1215891"/>
              <a:gd name="csX260" fmla="*/ 488849 w 1878314"/>
              <a:gd name="csY260" fmla="*/ 1215891 h 1215891"/>
              <a:gd name="csX261" fmla="*/ 490730 w 1878314"/>
              <a:gd name="csY261" fmla="*/ 1215891 h 1215891"/>
              <a:gd name="csX262" fmla="*/ 492610 w 1878314"/>
              <a:gd name="csY262" fmla="*/ 1215891 h 1215891"/>
              <a:gd name="csX263" fmla="*/ 494490 w 1878314"/>
              <a:gd name="csY263" fmla="*/ 1215891 h 1215891"/>
              <a:gd name="csX264" fmla="*/ 496371 w 1878314"/>
              <a:gd name="csY264" fmla="*/ 1215891 h 1215891"/>
              <a:gd name="csX265" fmla="*/ 498251 w 1878314"/>
              <a:gd name="csY265" fmla="*/ 1215891 h 1215891"/>
              <a:gd name="csX266" fmla="*/ 500130 w 1878314"/>
              <a:gd name="csY266" fmla="*/ 1215891 h 1215891"/>
              <a:gd name="csX267" fmla="*/ 502010 w 1878314"/>
              <a:gd name="csY267" fmla="*/ 1215891 h 1215891"/>
              <a:gd name="csX268" fmla="*/ 503891 w 1878314"/>
              <a:gd name="csY268" fmla="*/ 1215891 h 1215891"/>
              <a:gd name="csX269" fmla="*/ 505771 w 1878314"/>
              <a:gd name="csY269" fmla="*/ 1215891 h 1215891"/>
              <a:gd name="csX270" fmla="*/ 507651 w 1878314"/>
              <a:gd name="csY270" fmla="*/ 1215891 h 1215891"/>
              <a:gd name="csX271" fmla="*/ 509531 w 1878314"/>
              <a:gd name="csY271" fmla="*/ 1215891 h 1215891"/>
              <a:gd name="csX272" fmla="*/ 511412 w 1878314"/>
              <a:gd name="csY272" fmla="*/ 1215891 h 1215891"/>
              <a:gd name="csX273" fmla="*/ 513292 w 1878314"/>
              <a:gd name="csY273" fmla="*/ 1215891 h 1215891"/>
              <a:gd name="csX274" fmla="*/ 515172 w 1878314"/>
              <a:gd name="csY274" fmla="*/ 1215891 h 1215891"/>
              <a:gd name="csX275" fmla="*/ 517053 w 1878314"/>
              <a:gd name="csY275" fmla="*/ 1215891 h 1215891"/>
              <a:gd name="csX276" fmla="*/ 518933 w 1878314"/>
              <a:gd name="csY276" fmla="*/ 1215891 h 1215891"/>
              <a:gd name="csX277" fmla="*/ 520812 w 1878314"/>
              <a:gd name="csY277" fmla="*/ 1215891 h 1215891"/>
              <a:gd name="csX278" fmla="*/ 522692 w 1878314"/>
              <a:gd name="csY278" fmla="*/ 1215891 h 1215891"/>
              <a:gd name="csX279" fmla="*/ 524573 w 1878314"/>
              <a:gd name="csY279" fmla="*/ 1215891 h 1215891"/>
              <a:gd name="csX280" fmla="*/ 526453 w 1878314"/>
              <a:gd name="csY280" fmla="*/ 1215891 h 1215891"/>
              <a:gd name="csX281" fmla="*/ 528333 w 1878314"/>
              <a:gd name="csY281" fmla="*/ 1215891 h 1215891"/>
              <a:gd name="csX282" fmla="*/ 530214 w 1878314"/>
              <a:gd name="csY282" fmla="*/ 1215891 h 1215891"/>
              <a:gd name="csX283" fmla="*/ 532094 w 1878314"/>
              <a:gd name="csY283" fmla="*/ 1215891 h 1215891"/>
              <a:gd name="csX284" fmla="*/ 533974 w 1878314"/>
              <a:gd name="csY284" fmla="*/ 1215891 h 1215891"/>
              <a:gd name="csX285" fmla="*/ 535854 w 1878314"/>
              <a:gd name="csY285" fmla="*/ 1215891 h 1215891"/>
              <a:gd name="csX286" fmla="*/ 537735 w 1878314"/>
              <a:gd name="csY286" fmla="*/ 1215891 h 1215891"/>
              <a:gd name="csX287" fmla="*/ 539615 w 1878314"/>
              <a:gd name="csY287" fmla="*/ 1215891 h 1215891"/>
              <a:gd name="csX288" fmla="*/ 541495 w 1878314"/>
              <a:gd name="csY288" fmla="*/ 1215891 h 1215891"/>
              <a:gd name="csX289" fmla="*/ 543375 w 1878314"/>
              <a:gd name="csY289" fmla="*/ 1215891 h 1215891"/>
              <a:gd name="csX290" fmla="*/ 545255 w 1878314"/>
              <a:gd name="csY290" fmla="*/ 1215891 h 1215891"/>
              <a:gd name="csX291" fmla="*/ 547135 w 1878314"/>
              <a:gd name="csY291" fmla="*/ 1215891 h 1215891"/>
              <a:gd name="csX292" fmla="*/ 549015 w 1878314"/>
              <a:gd name="csY292" fmla="*/ 1215891 h 1215891"/>
              <a:gd name="csX293" fmla="*/ 550896 w 1878314"/>
              <a:gd name="csY293" fmla="*/ 1215891 h 1215891"/>
              <a:gd name="csX294" fmla="*/ 552776 w 1878314"/>
              <a:gd name="csY294" fmla="*/ 1215891 h 1215891"/>
              <a:gd name="csX295" fmla="*/ 554656 w 1878314"/>
              <a:gd name="csY295" fmla="*/ 1215891 h 1215891"/>
              <a:gd name="csX296" fmla="*/ 556536 w 1878314"/>
              <a:gd name="csY296" fmla="*/ 1215891 h 1215891"/>
              <a:gd name="csX297" fmla="*/ 558417 w 1878314"/>
              <a:gd name="csY297" fmla="*/ 1215891 h 1215891"/>
              <a:gd name="csX298" fmla="*/ 560297 w 1878314"/>
              <a:gd name="csY298" fmla="*/ 1215891 h 1215891"/>
              <a:gd name="csX299" fmla="*/ 562177 w 1878314"/>
              <a:gd name="csY299" fmla="*/ 1215891 h 1215891"/>
              <a:gd name="csX300" fmla="*/ 564057 w 1878314"/>
              <a:gd name="csY300" fmla="*/ 1215891 h 1215891"/>
              <a:gd name="csX301" fmla="*/ 565937 w 1878314"/>
              <a:gd name="csY301" fmla="*/ 1215891 h 1215891"/>
              <a:gd name="csX302" fmla="*/ 567817 w 1878314"/>
              <a:gd name="csY302" fmla="*/ 1215891 h 1215891"/>
              <a:gd name="csX303" fmla="*/ 569697 w 1878314"/>
              <a:gd name="csY303" fmla="*/ 1215891 h 1215891"/>
              <a:gd name="csX304" fmla="*/ 571578 w 1878314"/>
              <a:gd name="csY304" fmla="*/ 1215891 h 1215891"/>
              <a:gd name="csX305" fmla="*/ 573458 w 1878314"/>
              <a:gd name="csY305" fmla="*/ 1215891 h 1215891"/>
              <a:gd name="csX306" fmla="*/ 575338 w 1878314"/>
              <a:gd name="csY306" fmla="*/ 1215891 h 1215891"/>
              <a:gd name="csX307" fmla="*/ 577219 w 1878314"/>
              <a:gd name="csY307" fmla="*/ 1215891 h 1215891"/>
              <a:gd name="csX308" fmla="*/ 579099 w 1878314"/>
              <a:gd name="csY308" fmla="*/ 1215891 h 1215891"/>
              <a:gd name="csX309" fmla="*/ 580979 w 1878314"/>
              <a:gd name="csY309" fmla="*/ 1215891 h 1215891"/>
              <a:gd name="csX310" fmla="*/ 582859 w 1878314"/>
              <a:gd name="csY310" fmla="*/ 1215891 h 1215891"/>
              <a:gd name="csX311" fmla="*/ 584740 w 1878314"/>
              <a:gd name="csY311" fmla="*/ 1215891 h 1215891"/>
              <a:gd name="csX312" fmla="*/ 586619 w 1878314"/>
              <a:gd name="csY312" fmla="*/ 1215891 h 1215891"/>
              <a:gd name="csX313" fmla="*/ 588499 w 1878314"/>
              <a:gd name="csY313" fmla="*/ 1215891 h 1215891"/>
              <a:gd name="csX314" fmla="*/ 590379 w 1878314"/>
              <a:gd name="csY314" fmla="*/ 1215891 h 1215891"/>
              <a:gd name="csX315" fmla="*/ 592260 w 1878314"/>
              <a:gd name="csY315" fmla="*/ 1215891 h 1215891"/>
              <a:gd name="csX316" fmla="*/ 594140 w 1878314"/>
              <a:gd name="csY316" fmla="*/ 1215891 h 1215891"/>
              <a:gd name="csX317" fmla="*/ 596020 w 1878314"/>
              <a:gd name="csY317" fmla="*/ 1215891 h 1215891"/>
              <a:gd name="csX318" fmla="*/ 597901 w 1878314"/>
              <a:gd name="csY318" fmla="*/ 1215891 h 1215891"/>
              <a:gd name="csX319" fmla="*/ 599781 w 1878314"/>
              <a:gd name="csY319" fmla="*/ 1215891 h 1215891"/>
              <a:gd name="csX320" fmla="*/ 601661 w 1878314"/>
              <a:gd name="csY320" fmla="*/ 1215891 h 1215891"/>
              <a:gd name="csX321" fmla="*/ 603541 w 1878314"/>
              <a:gd name="csY321" fmla="*/ 1215891 h 1215891"/>
              <a:gd name="csX322" fmla="*/ 605422 w 1878314"/>
              <a:gd name="csY322" fmla="*/ 1215891 h 1215891"/>
              <a:gd name="csX323" fmla="*/ 607301 w 1878314"/>
              <a:gd name="csY323" fmla="*/ 1215891 h 1215891"/>
              <a:gd name="csX324" fmla="*/ 609181 w 1878314"/>
              <a:gd name="csY324" fmla="*/ 1215891 h 1215891"/>
              <a:gd name="csX325" fmla="*/ 611062 w 1878314"/>
              <a:gd name="csY325" fmla="*/ 1215891 h 1215891"/>
              <a:gd name="csX326" fmla="*/ 612942 w 1878314"/>
              <a:gd name="csY326" fmla="*/ 1215891 h 1215891"/>
              <a:gd name="csX327" fmla="*/ 614822 w 1878314"/>
              <a:gd name="csY327" fmla="*/ 1215891 h 1215891"/>
              <a:gd name="csX328" fmla="*/ 616702 w 1878314"/>
              <a:gd name="csY328" fmla="*/ 1215891 h 1215891"/>
              <a:gd name="csX329" fmla="*/ 618583 w 1878314"/>
              <a:gd name="csY329" fmla="*/ 1215891 h 1215891"/>
              <a:gd name="csX330" fmla="*/ 620463 w 1878314"/>
              <a:gd name="csY330" fmla="*/ 1215891 h 1215891"/>
              <a:gd name="csX331" fmla="*/ 622342 w 1878314"/>
              <a:gd name="csY331" fmla="*/ 1215891 h 1215891"/>
              <a:gd name="csX332" fmla="*/ 624224 w 1878314"/>
              <a:gd name="csY332" fmla="*/ 1215891 h 1215891"/>
              <a:gd name="csX333" fmla="*/ 626107 w 1878314"/>
              <a:gd name="csY333" fmla="*/ 1215891 h 1215891"/>
              <a:gd name="csX334" fmla="*/ 627979 w 1878314"/>
              <a:gd name="csY334" fmla="*/ 1215891 h 1215891"/>
              <a:gd name="csX335" fmla="*/ 629861 w 1878314"/>
              <a:gd name="csY335" fmla="*/ 1215891 h 1215891"/>
              <a:gd name="csX336" fmla="*/ 631744 w 1878314"/>
              <a:gd name="csY336" fmla="*/ 1215891 h 1215891"/>
              <a:gd name="csX337" fmla="*/ 633626 w 1878314"/>
              <a:gd name="csY337" fmla="*/ 1215891 h 1215891"/>
              <a:gd name="csX338" fmla="*/ 635508 w 1878314"/>
              <a:gd name="csY338" fmla="*/ 1215891 h 1215891"/>
              <a:gd name="csX339" fmla="*/ 637381 w 1878314"/>
              <a:gd name="csY339" fmla="*/ 1215891 h 1215891"/>
              <a:gd name="csX340" fmla="*/ 639263 w 1878314"/>
              <a:gd name="csY340" fmla="*/ 1215891 h 1215891"/>
              <a:gd name="csX341" fmla="*/ 641145 w 1878314"/>
              <a:gd name="csY341" fmla="*/ 1215891 h 1215891"/>
              <a:gd name="csX342" fmla="*/ 643027 w 1878314"/>
              <a:gd name="csY342" fmla="*/ 1215891 h 1215891"/>
              <a:gd name="csX343" fmla="*/ 644909 w 1878314"/>
              <a:gd name="csY343" fmla="*/ 1215891 h 1215891"/>
              <a:gd name="csX344" fmla="*/ 646782 w 1878314"/>
              <a:gd name="csY344" fmla="*/ 1215891 h 1215891"/>
              <a:gd name="csX345" fmla="*/ 648664 w 1878314"/>
              <a:gd name="csY345" fmla="*/ 1215891 h 1215891"/>
              <a:gd name="csX346" fmla="*/ 650546 w 1878314"/>
              <a:gd name="csY346" fmla="*/ 1215891 h 1215891"/>
              <a:gd name="csX347" fmla="*/ 652429 w 1878314"/>
              <a:gd name="csY347" fmla="*/ 1215891 h 1215891"/>
              <a:gd name="csX348" fmla="*/ 654311 w 1878314"/>
              <a:gd name="csY348" fmla="*/ 1215891 h 1215891"/>
              <a:gd name="csX349" fmla="*/ 656183 w 1878314"/>
              <a:gd name="csY349" fmla="*/ 1215891 h 1215891"/>
              <a:gd name="csX350" fmla="*/ 658066 w 1878314"/>
              <a:gd name="csY350" fmla="*/ 1215891 h 1215891"/>
              <a:gd name="csX351" fmla="*/ 659948 w 1878314"/>
              <a:gd name="csY351" fmla="*/ 1215891 h 1215891"/>
              <a:gd name="csX352" fmla="*/ 661830 w 1878314"/>
              <a:gd name="csY352" fmla="*/ 1215891 h 1215891"/>
              <a:gd name="csX353" fmla="*/ 663703 w 1878314"/>
              <a:gd name="csY353" fmla="*/ 1215891 h 1215891"/>
              <a:gd name="csX354" fmla="*/ 665585 w 1878314"/>
              <a:gd name="csY354" fmla="*/ 1215891 h 1215891"/>
              <a:gd name="csX355" fmla="*/ 667467 w 1878314"/>
              <a:gd name="csY355" fmla="*/ 1215891 h 1215891"/>
              <a:gd name="csX356" fmla="*/ 669349 w 1878314"/>
              <a:gd name="csY356" fmla="*/ 1215891 h 1215891"/>
              <a:gd name="csX357" fmla="*/ 671231 w 1878314"/>
              <a:gd name="csY357" fmla="*/ 1215891 h 1215891"/>
              <a:gd name="csX358" fmla="*/ 673104 w 1878314"/>
              <a:gd name="csY358" fmla="*/ 1215891 h 1215891"/>
              <a:gd name="csX359" fmla="*/ 674986 w 1878314"/>
              <a:gd name="csY359" fmla="*/ 1215891 h 1215891"/>
              <a:gd name="csX360" fmla="*/ 676868 w 1878314"/>
              <a:gd name="csY360" fmla="*/ 1215891 h 1215891"/>
              <a:gd name="csX361" fmla="*/ 678751 w 1878314"/>
              <a:gd name="csY361" fmla="*/ 1215891 h 1215891"/>
              <a:gd name="csX362" fmla="*/ 680633 w 1878314"/>
              <a:gd name="csY362" fmla="*/ 1215891 h 1215891"/>
              <a:gd name="csX363" fmla="*/ 682505 w 1878314"/>
              <a:gd name="csY363" fmla="*/ 1215891 h 1215891"/>
              <a:gd name="csX364" fmla="*/ 684387 w 1878314"/>
              <a:gd name="csY364" fmla="*/ 1215891 h 1215891"/>
              <a:gd name="csX365" fmla="*/ 686270 w 1878314"/>
              <a:gd name="csY365" fmla="*/ 1215891 h 1215891"/>
              <a:gd name="csX366" fmla="*/ 688152 w 1878314"/>
              <a:gd name="csY366" fmla="*/ 1215891 h 1215891"/>
              <a:gd name="csX367" fmla="*/ 690034 w 1878314"/>
              <a:gd name="csY367" fmla="*/ 1215891 h 1215891"/>
              <a:gd name="csX368" fmla="*/ 691907 w 1878314"/>
              <a:gd name="csY368" fmla="*/ 1215891 h 1215891"/>
              <a:gd name="csX369" fmla="*/ 693789 w 1878314"/>
              <a:gd name="csY369" fmla="*/ 1215891 h 1215891"/>
              <a:gd name="csX370" fmla="*/ 695671 w 1878314"/>
              <a:gd name="csY370" fmla="*/ 1215891 h 1215891"/>
              <a:gd name="csX371" fmla="*/ 697553 w 1878314"/>
              <a:gd name="csY371" fmla="*/ 1215891 h 1215891"/>
              <a:gd name="csX372" fmla="*/ 699435 w 1878314"/>
              <a:gd name="csY372" fmla="*/ 1215891 h 1215891"/>
              <a:gd name="csX373" fmla="*/ 701308 w 1878314"/>
              <a:gd name="csY373" fmla="*/ 1215891 h 1215891"/>
              <a:gd name="csX374" fmla="*/ 703190 w 1878314"/>
              <a:gd name="csY374" fmla="*/ 1215891 h 1215891"/>
              <a:gd name="csX375" fmla="*/ 705072 w 1878314"/>
              <a:gd name="csY375" fmla="*/ 1215891 h 1215891"/>
              <a:gd name="csX376" fmla="*/ 706955 w 1878314"/>
              <a:gd name="csY376" fmla="*/ 1215891 h 1215891"/>
              <a:gd name="csX377" fmla="*/ 708827 w 1878314"/>
              <a:gd name="csY377" fmla="*/ 1215891 h 1215891"/>
              <a:gd name="csX378" fmla="*/ 710709 w 1878314"/>
              <a:gd name="csY378" fmla="*/ 1215891 h 1215891"/>
              <a:gd name="csX379" fmla="*/ 712592 w 1878314"/>
              <a:gd name="csY379" fmla="*/ 1215891 h 1215891"/>
              <a:gd name="csX380" fmla="*/ 714474 w 1878314"/>
              <a:gd name="csY380" fmla="*/ 1215891 h 1215891"/>
              <a:gd name="csX381" fmla="*/ 716356 w 1878314"/>
              <a:gd name="csY381" fmla="*/ 1215891 h 1215891"/>
              <a:gd name="csX382" fmla="*/ 718229 w 1878314"/>
              <a:gd name="csY382" fmla="*/ 1215891 h 1215891"/>
              <a:gd name="csX383" fmla="*/ 720111 w 1878314"/>
              <a:gd name="csY383" fmla="*/ 1215891 h 1215891"/>
              <a:gd name="csX384" fmla="*/ 721993 w 1878314"/>
              <a:gd name="csY384" fmla="*/ 1215891 h 1215891"/>
              <a:gd name="csX385" fmla="*/ 723875 w 1878314"/>
              <a:gd name="csY385" fmla="*/ 1215891 h 1215891"/>
              <a:gd name="csX386" fmla="*/ 725757 w 1878314"/>
              <a:gd name="csY386" fmla="*/ 1215891 h 1215891"/>
              <a:gd name="csX387" fmla="*/ 727630 w 1878314"/>
              <a:gd name="csY387" fmla="*/ 1215891 h 1215891"/>
              <a:gd name="csX388" fmla="*/ 729512 w 1878314"/>
              <a:gd name="csY388" fmla="*/ 1215891 h 1215891"/>
              <a:gd name="csX389" fmla="*/ 731394 w 1878314"/>
              <a:gd name="csY389" fmla="*/ 1215891 h 1215891"/>
              <a:gd name="csX390" fmla="*/ 733277 w 1878314"/>
              <a:gd name="csY390" fmla="*/ 1215891 h 1215891"/>
              <a:gd name="csX391" fmla="*/ 735159 w 1878314"/>
              <a:gd name="csY391" fmla="*/ 1215891 h 1215891"/>
              <a:gd name="csX392" fmla="*/ 737031 w 1878314"/>
              <a:gd name="csY392" fmla="*/ 1215891 h 1215891"/>
              <a:gd name="csX393" fmla="*/ 738914 w 1878314"/>
              <a:gd name="csY393" fmla="*/ 1215891 h 1215891"/>
              <a:gd name="csX394" fmla="*/ 740796 w 1878314"/>
              <a:gd name="csY394" fmla="*/ 1215891 h 1215891"/>
              <a:gd name="csX395" fmla="*/ 742678 w 1878314"/>
              <a:gd name="csY395" fmla="*/ 1215891 h 1215891"/>
              <a:gd name="csX396" fmla="*/ 744560 w 1878314"/>
              <a:gd name="csY396" fmla="*/ 1215891 h 1215891"/>
              <a:gd name="csX397" fmla="*/ 746433 w 1878314"/>
              <a:gd name="csY397" fmla="*/ 1215891 h 1215891"/>
              <a:gd name="csX398" fmla="*/ 748315 w 1878314"/>
              <a:gd name="csY398" fmla="*/ 1215891 h 1215891"/>
              <a:gd name="csX399" fmla="*/ 750197 w 1878314"/>
              <a:gd name="csY399" fmla="*/ 1215891 h 1215891"/>
              <a:gd name="csX400" fmla="*/ 752079 w 1878314"/>
              <a:gd name="csY400" fmla="*/ 1215891 h 1215891"/>
              <a:gd name="csX401" fmla="*/ 753952 w 1878314"/>
              <a:gd name="csY401" fmla="*/ 1215891 h 1215891"/>
              <a:gd name="csX402" fmla="*/ 755834 w 1878314"/>
              <a:gd name="csY402" fmla="*/ 1215891 h 1215891"/>
              <a:gd name="csX403" fmla="*/ 757716 w 1878314"/>
              <a:gd name="csY403" fmla="*/ 1215891 h 1215891"/>
              <a:gd name="csX404" fmla="*/ 759598 w 1878314"/>
              <a:gd name="csY404" fmla="*/ 1215891 h 1215891"/>
              <a:gd name="csX405" fmla="*/ 761481 w 1878314"/>
              <a:gd name="csY405" fmla="*/ 1215891 h 1215891"/>
              <a:gd name="csX406" fmla="*/ 763353 w 1878314"/>
              <a:gd name="csY406" fmla="*/ 1215891 h 1215891"/>
              <a:gd name="csX407" fmla="*/ 765235 w 1878314"/>
              <a:gd name="csY407" fmla="*/ 1215891 h 1215891"/>
              <a:gd name="csX408" fmla="*/ 767118 w 1878314"/>
              <a:gd name="csY408" fmla="*/ 1215891 h 1215891"/>
              <a:gd name="csX409" fmla="*/ 769000 w 1878314"/>
              <a:gd name="csY409" fmla="*/ 1215891 h 1215891"/>
              <a:gd name="csX410" fmla="*/ 770882 w 1878314"/>
              <a:gd name="csY410" fmla="*/ 1215891 h 1215891"/>
              <a:gd name="csX411" fmla="*/ 772755 w 1878314"/>
              <a:gd name="csY411" fmla="*/ 1215891 h 1215891"/>
              <a:gd name="csX412" fmla="*/ 774637 w 1878314"/>
              <a:gd name="csY412" fmla="*/ 1215891 h 1215891"/>
              <a:gd name="csX413" fmla="*/ 776519 w 1878314"/>
              <a:gd name="csY413" fmla="*/ 1215891 h 1215891"/>
              <a:gd name="csX414" fmla="*/ 778401 w 1878314"/>
              <a:gd name="csY414" fmla="*/ 1215891 h 1215891"/>
              <a:gd name="csX415" fmla="*/ 780283 w 1878314"/>
              <a:gd name="csY415" fmla="*/ 1215891 h 1215891"/>
              <a:gd name="csX416" fmla="*/ 782156 w 1878314"/>
              <a:gd name="csY416" fmla="*/ 1215891 h 1215891"/>
              <a:gd name="csX417" fmla="*/ 784038 w 1878314"/>
              <a:gd name="csY417" fmla="*/ 1215891 h 1215891"/>
              <a:gd name="csX418" fmla="*/ 785920 w 1878314"/>
              <a:gd name="csY418" fmla="*/ 1215891 h 1215891"/>
              <a:gd name="csX419" fmla="*/ 787803 w 1878314"/>
              <a:gd name="csY419" fmla="*/ 1215891 h 1215891"/>
              <a:gd name="csX420" fmla="*/ 789685 w 1878314"/>
              <a:gd name="csY420" fmla="*/ 1215891 h 1215891"/>
              <a:gd name="csX421" fmla="*/ 791557 w 1878314"/>
              <a:gd name="csY421" fmla="*/ 1215891 h 1215891"/>
              <a:gd name="csX422" fmla="*/ 793440 w 1878314"/>
              <a:gd name="csY422" fmla="*/ 1215891 h 1215891"/>
              <a:gd name="csX423" fmla="*/ 795322 w 1878314"/>
              <a:gd name="csY423" fmla="*/ 1215891 h 1215891"/>
              <a:gd name="csX424" fmla="*/ 797204 w 1878314"/>
              <a:gd name="csY424" fmla="*/ 1215891 h 1215891"/>
              <a:gd name="csX425" fmla="*/ 799077 w 1878314"/>
              <a:gd name="csY425" fmla="*/ 1215891 h 1215891"/>
              <a:gd name="csX426" fmla="*/ 800959 w 1878314"/>
              <a:gd name="csY426" fmla="*/ 1215891 h 1215891"/>
              <a:gd name="csX427" fmla="*/ 802841 w 1878314"/>
              <a:gd name="csY427" fmla="*/ 1215891 h 1215891"/>
              <a:gd name="csX428" fmla="*/ 804723 w 1878314"/>
              <a:gd name="csY428" fmla="*/ 1215891 h 1215891"/>
              <a:gd name="csX429" fmla="*/ 806605 w 1878314"/>
              <a:gd name="csY429" fmla="*/ 1215891 h 1215891"/>
              <a:gd name="csX430" fmla="*/ 808478 w 1878314"/>
              <a:gd name="csY430" fmla="*/ 1215891 h 1215891"/>
              <a:gd name="csX431" fmla="*/ 810360 w 1878314"/>
              <a:gd name="csY431" fmla="*/ 1215891 h 1215891"/>
              <a:gd name="csX432" fmla="*/ 812242 w 1878314"/>
              <a:gd name="csY432" fmla="*/ 1215891 h 1215891"/>
              <a:gd name="csX433" fmla="*/ 814125 w 1878314"/>
              <a:gd name="csY433" fmla="*/ 1215891 h 1215891"/>
              <a:gd name="csX434" fmla="*/ 816007 w 1878314"/>
              <a:gd name="csY434" fmla="*/ 1215891 h 1215891"/>
              <a:gd name="csX435" fmla="*/ 817879 w 1878314"/>
              <a:gd name="csY435" fmla="*/ 1215891 h 1215891"/>
              <a:gd name="csX436" fmla="*/ 819762 w 1878314"/>
              <a:gd name="csY436" fmla="*/ 1215891 h 1215891"/>
              <a:gd name="csX437" fmla="*/ 821644 w 1878314"/>
              <a:gd name="csY437" fmla="*/ 1215882 h 1215891"/>
              <a:gd name="csX438" fmla="*/ 823526 w 1878314"/>
              <a:gd name="csY438" fmla="*/ 1215882 h 1215891"/>
              <a:gd name="csX439" fmla="*/ 825408 w 1878314"/>
              <a:gd name="csY439" fmla="*/ 1215882 h 1215891"/>
              <a:gd name="csX440" fmla="*/ 827281 w 1878314"/>
              <a:gd name="csY440" fmla="*/ 1215882 h 1215891"/>
              <a:gd name="csX441" fmla="*/ 829163 w 1878314"/>
              <a:gd name="csY441" fmla="*/ 1215882 h 1215891"/>
              <a:gd name="csX442" fmla="*/ 831045 w 1878314"/>
              <a:gd name="csY442" fmla="*/ 1215882 h 1215891"/>
              <a:gd name="csX443" fmla="*/ 832927 w 1878314"/>
              <a:gd name="csY443" fmla="*/ 1215872 h 1215891"/>
              <a:gd name="csX444" fmla="*/ 834800 w 1878314"/>
              <a:gd name="csY444" fmla="*/ 1215872 h 1215891"/>
              <a:gd name="csX445" fmla="*/ 836682 w 1878314"/>
              <a:gd name="csY445" fmla="*/ 1215872 h 1215891"/>
              <a:gd name="csX446" fmla="*/ 838564 w 1878314"/>
              <a:gd name="csY446" fmla="*/ 1215862 h 1215891"/>
              <a:gd name="csX447" fmla="*/ 840446 w 1878314"/>
              <a:gd name="csY447" fmla="*/ 1215862 h 1215891"/>
              <a:gd name="csX448" fmla="*/ 842329 w 1878314"/>
              <a:gd name="csY448" fmla="*/ 1215853 h 1215891"/>
              <a:gd name="csX449" fmla="*/ 844201 w 1878314"/>
              <a:gd name="csY449" fmla="*/ 1215853 h 1215891"/>
              <a:gd name="csX450" fmla="*/ 846083 w 1878314"/>
              <a:gd name="csY450" fmla="*/ 1215843 h 1215891"/>
              <a:gd name="csX451" fmla="*/ 847966 w 1878314"/>
              <a:gd name="csY451" fmla="*/ 1215833 h 1215891"/>
              <a:gd name="csX452" fmla="*/ 849848 w 1878314"/>
              <a:gd name="csY452" fmla="*/ 1215823 h 1215891"/>
              <a:gd name="csX453" fmla="*/ 851730 w 1878314"/>
              <a:gd name="csY453" fmla="*/ 1215814 h 1215891"/>
              <a:gd name="csX454" fmla="*/ 853603 w 1878314"/>
              <a:gd name="csY454" fmla="*/ 1215804 h 1215891"/>
              <a:gd name="csX455" fmla="*/ 855485 w 1878314"/>
              <a:gd name="csY455" fmla="*/ 1215794 h 1215891"/>
              <a:gd name="csX456" fmla="*/ 857367 w 1878314"/>
              <a:gd name="csY456" fmla="*/ 1215785 h 1215891"/>
              <a:gd name="csX457" fmla="*/ 859249 w 1878314"/>
              <a:gd name="csY457" fmla="*/ 1215765 h 1215891"/>
              <a:gd name="csX458" fmla="*/ 861131 w 1878314"/>
              <a:gd name="csY458" fmla="*/ 1215746 h 1215891"/>
              <a:gd name="csX459" fmla="*/ 863004 w 1878314"/>
              <a:gd name="csY459" fmla="*/ 1215726 h 1215891"/>
              <a:gd name="csX460" fmla="*/ 864886 w 1878314"/>
              <a:gd name="csY460" fmla="*/ 1215707 h 1215891"/>
              <a:gd name="csX461" fmla="*/ 866768 w 1878314"/>
              <a:gd name="csY461" fmla="*/ 1215678 h 1215891"/>
              <a:gd name="csX462" fmla="*/ 868651 w 1878314"/>
              <a:gd name="csY462" fmla="*/ 1215649 h 1215891"/>
              <a:gd name="csX463" fmla="*/ 870533 w 1878314"/>
              <a:gd name="csY463" fmla="*/ 1215620 h 1215891"/>
              <a:gd name="csX464" fmla="*/ 872405 w 1878314"/>
              <a:gd name="csY464" fmla="*/ 1215581 h 1215891"/>
              <a:gd name="csX465" fmla="*/ 874288 w 1878314"/>
              <a:gd name="csY465" fmla="*/ 1215542 h 1215891"/>
              <a:gd name="csX466" fmla="*/ 876170 w 1878314"/>
              <a:gd name="csY466" fmla="*/ 1215494 h 1215891"/>
              <a:gd name="csX467" fmla="*/ 878052 w 1878314"/>
              <a:gd name="csY467" fmla="*/ 1215445 h 1215891"/>
              <a:gd name="csX468" fmla="*/ 879925 w 1878314"/>
              <a:gd name="csY468" fmla="*/ 1215387 h 1215891"/>
              <a:gd name="csX469" fmla="*/ 881807 w 1878314"/>
              <a:gd name="csY469" fmla="*/ 1215329 h 1215891"/>
              <a:gd name="csX470" fmla="*/ 883689 w 1878314"/>
              <a:gd name="csY470" fmla="*/ 1215251 h 1215891"/>
              <a:gd name="csX471" fmla="*/ 885571 w 1878314"/>
              <a:gd name="csY471" fmla="*/ 1215173 h 1215891"/>
              <a:gd name="csX472" fmla="*/ 887453 w 1878314"/>
              <a:gd name="csY472" fmla="*/ 1215086 h 1215891"/>
              <a:gd name="csX473" fmla="*/ 889326 w 1878314"/>
              <a:gd name="csY473" fmla="*/ 1214989 h 1215891"/>
              <a:gd name="csX474" fmla="*/ 891208 w 1878314"/>
              <a:gd name="csY474" fmla="*/ 1214882 h 1215891"/>
              <a:gd name="csX475" fmla="*/ 893090 w 1878314"/>
              <a:gd name="csY475" fmla="*/ 1214756 h 1215891"/>
              <a:gd name="csX476" fmla="*/ 894973 w 1878314"/>
              <a:gd name="csY476" fmla="*/ 1214630 h 1215891"/>
              <a:gd name="csX477" fmla="*/ 896855 w 1878314"/>
              <a:gd name="csY477" fmla="*/ 1214475 h 1215891"/>
              <a:gd name="csX478" fmla="*/ 898727 w 1878314"/>
              <a:gd name="csY478" fmla="*/ 1214310 h 1215891"/>
              <a:gd name="csX479" fmla="*/ 900609 w 1878314"/>
              <a:gd name="csY479" fmla="*/ 1214135 h 1215891"/>
              <a:gd name="csX480" fmla="*/ 902492 w 1878314"/>
              <a:gd name="csY480" fmla="*/ 1213932 h 1215891"/>
              <a:gd name="csX481" fmla="*/ 904374 w 1878314"/>
              <a:gd name="csY481" fmla="*/ 1213708 h 1215891"/>
              <a:gd name="csX482" fmla="*/ 906256 w 1878314"/>
              <a:gd name="csY482" fmla="*/ 1213466 h 1215891"/>
              <a:gd name="csX483" fmla="*/ 908129 w 1878314"/>
              <a:gd name="csY483" fmla="*/ 1213194 h 1215891"/>
              <a:gd name="csX484" fmla="*/ 910011 w 1878314"/>
              <a:gd name="csY484" fmla="*/ 1212893 h 1215891"/>
              <a:gd name="csX485" fmla="*/ 911893 w 1878314"/>
              <a:gd name="csY485" fmla="*/ 1212564 h 1215891"/>
              <a:gd name="csX486" fmla="*/ 913775 w 1878314"/>
              <a:gd name="csY486" fmla="*/ 1212205 h 1215891"/>
              <a:gd name="csX487" fmla="*/ 915657 w 1878314"/>
              <a:gd name="csY487" fmla="*/ 1211816 h 1215891"/>
              <a:gd name="csX488" fmla="*/ 917530 w 1878314"/>
              <a:gd name="csY488" fmla="*/ 1211380 h 1215891"/>
              <a:gd name="csX489" fmla="*/ 919412 w 1878314"/>
              <a:gd name="csY489" fmla="*/ 1210904 h 1215891"/>
              <a:gd name="csX490" fmla="*/ 921294 w 1878314"/>
              <a:gd name="csY490" fmla="*/ 1210381 h 1215891"/>
              <a:gd name="csX491" fmla="*/ 923177 w 1878314"/>
              <a:gd name="csY491" fmla="*/ 1209818 h 1215891"/>
              <a:gd name="csX492" fmla="*/ 925049 w 1878314"/>
              <a:gd name="csY492" fmla="*/ 1209197 h 1215891"/>
              <a:gd name="csX493" fmla="*/ 926931 w 1878314"/>
              <a:gd name="csY493" fmla="*/ 1208518 h 1215891"/>
              <a:gd name="csX494" fmla="*/ 928814 w 1878314"/>
              <a:gd name="csY494" fmla="*/ 1207780 h 1215891"/>
              <a:gd name="csX495" fmla="*/ 930696 w 1878314"/>
              <a:gd name="csY495" fmla="*/ 1206965 h 1215891"/>
              <a:gd name="csX496" fmla="*/ 932578 w 1878314"/>
              <a:gd name="csY496" fmla="*/ 1206092 h 1215891"/>
              <a:gd name="csX497" fmla="*/ 934451 w 1878314"/>
              <a:gd name="csY497" fmla="*/ 1205141 h 1215891"/>
              <a:gd name="csX498" fmla="*/ 936333 w 1878314"/>
              <a:gd name="csY498" fmla="*/ 1204103 h 1215891"/>
              <a:gd name="csX499" fmla="*/ 938215 w 1878314"/>
              <a:gd name="csY499" fmla="*/ 1202978 h 1215891"/>
              <a:gd name="csX500" fmla="*/ 940097 w 1878314"/>
              <a:gd name="csY500" fmla="*/ 1201765 h 1215891"/>
              <a:gd name="csX501" fmla="*/ 941979 w 1878314"/>
              <a:gd name="csY501" fmla="*/ 1200446 h 1215891"/>
              <a:gd name="csX502" fmla="*/ 943852 w 1878314"/>
              <a:gd name="csY502" fmla="*/ 1199019 h 1215891"/>
              <a:gd name="csX503" fmla="*/ 945734 w 1878314"/>
              <a:gd name="csY503" fmla="*/ 1197477 h 1215891"/>
              <a:gd name="csX504" fmla="*/ 947616 w 1878314"/>
              <a:gd name="csY504" fmla="*/ 1195818 h 1215891"/>
              <a:gd name="csX505" fmla="*/ 949499 w 1878314"/>
              <a:gd name="csY505" fmla="*/ 1194023 h 1215891"/>
              <a:gd name="csX506" fmla="*/ 951381 w 1878314"/>
              <a:gd name="csY506" fmla="*/ 1192092 h 1215891"/>
              <a:gd name="csX507" fmla="*/ 953253 w 1878314"/>
              <a:gd name="csY507" fmla="*/ 1190006 h 1215891"/>
              <a:gd name="csX508" fmla="*/ 955136 w 1878314"/>
              <a:gd name="csY508" fmla="*/ 1187774 h 1215891"/>
              <a:gd name="csX509" fmla="*/ 957018 w 1878314"/>
              <a:gd name="csY509" fmla="*/ 1185368 h 1215891"/>
              <a:gd name="csX510" fmla="*/ 958900 w 1878314"/>
              <a:gd name="csY510" fmla="*/ 1182797 h 1215891"/>
              <a:gd name="csX511" fmla="*/ 960782 w 1878314"/>
              <a:gd name="csY511" fmla="*/ 1180032 h 1215891"/>
              <a:gd name="csX512" fmla="*/ 962655 w 1878314"/>
              <a:gd name="csY512" fmla="*/ 1177073 h 1215891"/>
              <a:gd name="csX513" fmla="*/ 964537 w 1878314"/>
              <a:gd name="csY513" fmla="*/ 1173910 h 1215891"/>
              <a:gd name="csX514" fmla="*/ 966419 w 1878314"/>
              <a:gd name="csY514" fmla="*/ 1170524 h 1215891"/>
              <a:gd name="csX515" fmla="*/ 968301 w 1878314"/>
              <a:gd name="csY515" fmla="*/ 1166915 h 1215891"/>
              <a:gd name="csX516" fmla="*/ 970174 w 1878314"/>
              <a:gd name="csY516" fmla="*/ 1163063 h 1215891"/>
              <a:gd name="csX517" fmla="*/ 972056 w 1878314"/>
              <a:gd name="csY517" fmla="*/ 1158969 h 1215891"/>
              <a:gd name="csX518" fmla="*/ 973938 w 1878314"/>
              <a:gd name="csY518" fmla="*/ 1154603 h 1215891"/>
              <a:gd name="csX519" fmla="*/ 975820 w 1878314"/>
              <a:gd name="csY519" fmla="*/ 1149965 h 1215891"/>
              <a:gd name="csX520" fmla="*/ 977703 w 1878314"/>
              <a:gd name="csY520" fmla="*/ 1145037 h 1215891"/>
              <a:gd name="csX521" fmla="*/ 979575 w 1878314"/>
              <a:gd name="csY521" fmla="*/ 1139817 h 1215891"/>
              <a:gd name="csX522" fmla="*/ 981458 w 1878314"/>
              <a:gd name="csY522" fmla="*/ 1134277 h 1215891"/>
              <a:gd name="csX523" fmla="*/ 983340 w 1878314"/>
              <a:gd name="csY523" fmla="*/ 1128417 h 1215891"/>
              <a:gd name="csX524" fmla="*/ 985222 w 1878314"/>
              <a:gd name="csY524" fmla="*/ 1122217 h 1215891"/>
              <a:gd name="csX525" fmla="*/ 987104 w 1878314"/>
              <a:gd name="csY525" fmla="*/ 1115668 h 1215891"/>
              <a:gd name="csX526" fmla="*/ 988977 w 1878314"/>
              <a:gd name="csY526" fmla="*/ 1108760 h 1215891"/>
              <a:gd name="csX527" fmla="*/ 990859 w 1878314"/>
              <a:gd name="csY527" fmla="*/ 1101484 h 1215891"/>
              <a:gd name="csX528" fmla="*/ 992741 w 1878314"/>
              <a:gd name="csY528" fmla="*/ 1093819 h 1215891"/>
              <a:gd name="csX529" fmla="*/ 994623 w 1878314"/>
              <a:gd name="csY529" fmla="*/ 1085757 h 1215891"/>
              <a:gd name="csX530" fmla="*/ 996506 w 1878314"/>
              <a:gd name="csY530" fmla="*/ 1077296 h 1215891"/>
              <a:gd name="csX531" fmla="*/ 998378 w 1878314"/>
              <a:gd name="csY531" fmla="*/ 1068409 h 1215891"/>
              <a:gd name="csX532" fmla="*/ 1000260 w 1878314"/>
              <a:gd name="csY532" fmla="*/ 1059095 h 1215891"/>
              <a:gd name="csX533" fmla="*/ 1002142 w 1878314"/>
              <a:gd name="csY533" fmla="*/ 1049344 h 1215891"/>
              <a:gd name="csX534" fmla="*/ 1004025 w 1878314"/>
              <a:gd name="csY534" fmla="*/ 1039147 h 1215891"/>
              <a:gd name="csX535" fmla="*/ 1005907 w 1878314"/>
              <a:gd name="csY535" fmla="*/ 1028494 h 1215891"/>
              <a:gd name="csX536" fmla="*/ 1007779 w 1878314"/>
              <a:gd name="csY536" fmla="*/ 1017376 h 1215891"/>
              <a:gd name="csX537" fmla="*/ 1009662 w 1878314"/>
              <a:gd name="csY537" fmla="*/ 1005791 h 1215891"/>
              <a:gd name="csX538" fmla="*/ 1011544 w 1878314"/>
              <a:gd name="csY538" fmla="*/ 993732 h 1215891"/>
              <a:gd name="csX539" fmla="*/ 1013426 w 1878314"/>
              <a:gd name="csY539" fmla="*/ 981187 h 1215891"/>
              <a:gd name="csX540" fmla="*/ 1015299 w 1878314"/>
              <a:gd name="csY540" fmla="*/ 968157 h 1215891"/>
              <a:gd name="csX541" fmla="*/ 1017181 w 1878314"/>
              <a:gd name="csY541" fmla="*/ 954642 h 1215891"/>
              <a:gd name="csX542" fmla="*/ 1019063 w 1878314"/>
              <a:gd name="csY542" fmla="*/ 940641 h 1215891"/>
              <a:gd name="csX543" fmla="*/ 1020945 w 1878314"/>
              <a:gd name="csY543" fmla="*/ 926147 h 1215891"/>
              <a:gd name="csX544" fmla="*/ 1022827 w 1878314"/>
              <a:gd name="csY544" fmla="*/ 911166 h 1215891"/>
              <a:gd name="csX545" fmla="*/ 1024700 w 1878314"/>
              <a:gd name="csY545" fmla="*/ 895701 h 1215891"/>
              <a:gd name="csX546" fmla="*/ 1026582 w 1878314"/>
              <a:gd name="csY546" fmla="*/ 879752 h 1215891"/>
              <a:gd name="csX547" fmla="*/ 1028464 w 1878314"/>
              <a:gd name="csY547" fmla="*/ 863327 h 1215891"/>
              <a:gd name="csX548" fmla="*/ 1030347 w 1878314"/>
              <a:gd name="csY548" fmla="*/ 846434 h 1215891"/>
              <a:gd name="csX549" fmla="*/ 1032229 w 1878314"/>
              <a:gd name="csY549" fmla="*/ 829079 h 1215891"/>
              <a:gd name="csX550" fmla="*/ 1034101 w 1878314"/>
              <a:gd name="csY550" fmla="*/ 811275 h 1215891"/>
              <a:gd name="csX551" fmla="*/ 1035984 w 1878314"/>
              <a:gd name="csY551" fmla="*/ 793033 h 1215891"/>
              <a:gd name="csX552" fmla="*/ 1037866 w 1878314"/>
              <a:gd name="csY552" fmla="*/ 774367 h 1215891"/>
              <a:gd name="csX553" fmla="*/ 1039748 w 1878314"/>
              <a:gd name="csY553" fmla="*/ 755292 h 1215891"/>
              <a:gd name="csX554" fmla="*/ 1041630 w 1878314"/>
              <a:gd name="csY554" fmla="*/ 735826 h 1215891"/>
              <a:gd name="csX555" fmla="*/ 1043503 w 1878314"/>
              <a:gd name="csY555" fmla="*/ 715989 h 1215891"/>
              <a:gd name="csX556" fmla="*/ 1045385 w 1878314"/>
              <a:gd name="csY556" fmla="*/ 695801 h 1215891"/>
              <a:gd name="csX557" fmla="*/ 1047267 w 1878314"/>
              <a:gd name="csY557" fmla="*/ 675286 h 1215891"/>
              <a:gd name="csX558" fmla="*/ 1049149 w 1878314"/>
              <a:gd name="csY558" fmla="*/ 654468 h 1215891"/>
              <a:gd name="csX559" fmla="*/ 1051022 w 1878314"/>
              <a:gd name="csY559" fmla="*/ 633374 h 1215891"/>
              <a:gd name="csX560" fmla="*/ 1052904 w 1878314"/>
              <a:gd name="csY560" fmla="*/ 612032 h 1215891"/>
              <a:gd name="csX561" fmla="*/ 1054786 w 1878314"/>
              <a:gd name="csY561" fmla="*/ 590473 h 1215891"/>
              <a:gd name="csX562" fmla="*/ 1056669 w 1878314"/>
              <a:gd name="csY562" fmla="*/ 568727 h 1215891"/>
              <a:gd name="csX563" fmla="*/ 1058551 w 1878314"/>
              <a:gd name="csY563" fmla="*/ 546830 h 1215891"/>
              <a:gd name="csX564" fmla="*/ 1060423 w 1878314"/>
              <a:gd name="csY564" fmla="*/ 524814 h 1215891"/>
              <a:gd name="csX565" fmla="*/ 1062305 w 1878314"/>
              <a:gd name="csY565" fmla="*/ 502718 h 1215891"/>
              <a:gd name="csX566" fmla="*/ 1064188 w 1878314"/>
              <a:gd name="csY566" fmla="*/ 480578 h 1215891"/>
              <a:gd name="csX567" fmla="*/ 1066070 w 1878314"/>
              <a:gd name="csY567" fmla="*/ 458435 h 1215891"/>
              <a:gd name="csX568" fmla="*/ 1067952 w 1878314"/>
              <a:gd name="csY568" fmla="*/ 436329 h 1215891"/>
              <a:gd name="csX569" fmla="*/ 1069825 w 1878314"/>
              <a:gd name="csY569" fmla="*/ 414300 h 1215891"/>
              <a:gd name="csX570" fmla="*/ 1071707 w 1878314"/>
              <a:gd name="csY570" fmla="*/ 392392 h 1215891"/>
              <a:gd name="csX571" fmla="*/ 1073589 w 1878314"/>
              <a:gd name="csY571" fmla="*/ 370648 h 1215891"/>
              <a:gd name="csX572" fmla="*/ 1075471 w 1878314"/>
              <a:gd name="csY572" fmla="*/ 349111 h 1215891"/>
              <a:gd name="csX573" fmla="*/ 1077354 w 1878314"/>
              <a:gd name="csY573" fmla="*/ 327828 h 1215891"/>
              <a:gd name="csX574" fmla="*/ 1079226 w 1878314"/>
              <a:gd name="csY574" fmla="*/ 306841 h 1215891"/>
              <a:gd name="csX575" fmla="*/ 1081108 w 1878314"/>
              <a:gd name="csY575" fmla="*/ 286197 h 1215891"/>
              <a:gd name="csX576" fmla="*/ 1082990 w 1878314"/>
              <a:gd name="csY576" fmla="*/ 265942 h 1215891"/>
              <a:gd name="csX577" fmla="*/ 1084873 w 1878314"/>
              <a:gd name="csY577" fmla="*/ 246120 h 1215891"/>
              <a:gd name="csX578" fmla="*/ 1086755 w 1878314"/>
              <a:gd name="csY578" fmla="*/ 226777 h 1215891"/>
              <a:gd name="csX579" fmla="*/ 1088627 w 1878314"/>
              <a:gd name="csY579" fmla="*/ 207958 h 1215891"/>
              <a:gd name="csX580" fmla="*/ 1090510 w 1878314"/>
              <a:gd name="csY580" fmla="*/ 189706 h 1215891"/>
              <a:gd name="csX581" fmla="*/ 1092392 w 1878314"/>
              <a:gd name="csY581" fmla="*/ 172066 h 1215891"/>
              <a:gd name="csX582" fmla="*/ 1094274 w 1878314"/>
              <a:gd name="csY582" fmla="*/ 155079 h 1215891"/>
              <a:gd name="csX583" fmla="*/ 1096147 w 1878314"/>
              <a:gd name="csY583" fmla="*/ 138788 h 1215891"/>
              <a:gd name="csX584" fmla="*/ 1098029 w 1878314"/>
              <a:gd name="csY584" fmla="*/ 123233 h 1215891"/>
              <a:gd name="csX585" fmla="*/ 1099911 w 1878314"/>
              <a:gd name="csY585" fmla="*/ 108452 h 1215891"/>
              <a:gd name="csX586" fmla="*/ 1101793 w 1878314"/>
              <a:gd name="csY586" fmla="*/ 94483 h 1215891"/>
              <a:gd name="csX587" fmla="*/ 1103675 w 1878314"/>
              <a:gd name="csY587" fmla="*/ 81361 h 1215891"/>
              <a:gd name="csX588" fmla="*/ 1105548 w 1878314"/>
              <a:gd name="csY588" fmla="*/ 69120 h 1215891"/>
              <a:gd name="csX589" fmla="*/ 1107430 w 1878314"/>
              <a:gd name="csY589" fmla="*/ 57792 h 1215891"/>
              <a:gd name="csX590" fmla="*/ 1109312 w 1878314"/>
              <a:gd name="csY590" fmla="*/ 47407 h 1215891"/>
              <a:gd name="csX591" fmla="*/ 1111195 w 1878314"/>
              <a:gd name="csY591" fmla="*/ 37991 h 1215891"/>
              <a:gd name="csX592" fmla="*/ 1113077 w 1878314"/>
              <a:gd name="csY592" fmla="*/ 29568 h 1215891"/>
              <a:gd name="csX593" fmla="*/ 1114949 w 1878314"/>
              <a:gd name="csY593" fmla="*/ 22164 h 1215891"/>
              <a:gd name="csX594" fmla="*/ 1116831 w 1878314"/>
              <a:gd name="csY594" fmla="*/ 15795 h 1215891"/>
              <a:gd name="csX595" fmla="*/ 1118714 w 1878314"/>
              <a:gd name="csY595" fmla="*/ 10481 h 1215891"/>
              <a:gd name="csX596" fmla="*/ 1120596 w 1878314"/>
              <a:gd name="csY596" fmla="*/ 6234 h 1215891"/>
              <a:gd name="csX597" fmla="*/ 1122478 w 1878314"/>
              <a:gd name="csY597" fmla="*/ 3066 h 1215891"/>
              <a:gd name="csX598" fmla="*/ 1124351 w 1878314"/>
              <a:gd name="csY598" fmla="*/ 986 h 1215891"/>
              <a:gd name="csX599" fmla="*/ 1126233 w 1878314"/>
              <a:gd name="csY599" fmla="*/ 0 h 1215891"/>
              <a:gd name="csX600" fmla="*/ 1128115 w 1878314"/>
              <a:gd name="csY600" fmla="*/ 110 h 1215891"/>
              <a:gd name="csX601" fmla="*/ 1129997 w 1878314"/>
              <a:gd name="csY601" fmla="*/ 1315 h 1215891"/>
              <a:gd name="csX602" fmla="*/ 1131880 w 1878314"/>
              <a:gd name="csY602" fmla="*/ 3613 h 1215891"/>
              <a:gd name="csX603" fmla="*/ 1133752 w 1878314"/>
              <a:gd name="csY603" fmla="*/ 6997 h 1215891"/>
              <a:gd name="csX604" fmla="*/ 1135634 w 1878314"/>
              <a:gd name="csY604" fmla="*/ 11459 h 1215891"/>
              <a:gd name="csX605" fmla="*/ 1137517 w 1878314"/>
              <a:gd name="csY605" fmla="*/ 16986 h 1215891"/>
              <a:gd name="csX606" fmla="*/ 1139399 w 1878314"/>
              <a:gd name="csY606" fmla="*/ 23563 h 1215891"/>
              <a:gd name="csX607" fmla="*/ 1141271 w 1878314"/>
              <a:gd name="csY607" fmla="*/ 31172 h 1215891"/>
              <a:gd name="csX608" fmla="*/ 1143153 w 1878314"/>
              <a:gd name="csY608" fmla="*/ 39795 h 1215891"/>
              <a:gd name="csX609" fmla="*/ 1145036 w 1878314"/>
              <a:gd name="csY609" fmla="*/ 49407 h 1215891"/>
              <a:gd name="csX610" fmla="*/ 1146918 w 1878314"/>
              <a:gd name="csY610" fmla="*/ 59984 h 1215891"/>
              <a:gd name="csX611" fmla="*/ 1148800 w 1878314"/>
              <a:gd name="csY611" fmla="*/ 71496 h 1215891"/>
              <a:gd name="csX612" fmla="*/ 1150673 w 1878314"/>
              <a:gd name="csY612" fmla="*/ 83916 h 1215891"/>
              <a:gd name="csX613" fmla="*/ 1152555 w 1878314"/>
              <a:gd name="csY613" fmla="*/ 97210 h 1215891"/>
              <a:gd name="csX614" fmla="*/ 1154437 w 1878314"/>
              <a:gd name="csY614" fmla="*/ 111345 h 1215891"/>
              <a:gd name="csX615" fmla="*/ 1156319 w 1878314"/>
              <a:gd name="csY615" fmla="*/ 126283 h 1215891"/>
              <a:gd name="csX616" fmla="*/ 1158201 w 1878314"/>
              <a:gd name="csY616" fmla="*/ 141989 h 1215891"/>
              <a:gd name="csX617" fmla="*/ 1160074 w 1878314"/>
              <a:gd name="csY617" fmla="*/ 158423 h 1215891"/>
              <a:gd name="csX618" fmla="*/ 1161956 w 1878314"/>
              <a:gd name="csY618" fmla="*/ 175543 h 1215891"/>
              <a:gd name="csX619" fmla="*/ 1163838 w 1878314"/>
              <a:gd name="csY619" fmla="*/ 193310 h 1215891"/>
              <a:gd name="csX620" fmla="*/ 1165721 w 1878314"/>
              <a:gd name="csY620" fmla="*/ 211678 h 1215891"/>
              <a:gd name="csX621" fmla="*/ 1167603 w 1878314"/>
              <a:gd name="csY621" fmla="*/ 230606 h 1215891"/>
              <a:gd name="csX622" fmla="*/ 1169475 w 1878314"/>
              <a:gd name="csY622" fmla="*/ 250048 h 1215891"/>
              <a:gd name="csX623" fmla="*/ 1171358 w 1878314"/>
              <a:gd name="csY623" fmla="*/ 269959 h 1215891"/>
              <a:gd name="csX624" fmla="*/ 1173240 w 1878314"/>
              <a:gd name="csY624" fmla="*/ 290296 h 1215891"/>
              <a:gd name="csX625" fmla="*/ 1175122 w 1878314"/>
              <a:gd name="csY625" fmla="*/ 311012 h 1215891"/>
              <a:gd name="csX626" fmla="*/ 1177004 w 1878314"/>
              <a:gd name="csY626" fmla="*/ 332062 h 1215891"/>
              <a:gd name="csX627" fmla="*/ 1178877 w 1878314"/>
              <a:gd name="csY627" fmla="*/ 353400 h 1215891"/>
              <a:gd name="csX628" fmla="*/ 1180759 w 1878314"/>
              <a:gd name="csY628" fmla="*/ 374981 h 1215891"/>
              <a:gd name="csX629" fmla="*/ 1182641 w 1878314"/>
              <a:gd name="csY629" fmla="*/ 396762 h 1215891"/>
              <a:gd name="csX630" fmla="*/ 1184523 w 1878314"/>
              <a:gd name="csY630" fmla="*/ 418698 h 1215891"/>
              <a:gd name="csX631" fmla="*/ 1186396 w 1878314"/>
              <a:gd name="csY631" fmla="*/ 440745 h 1215891"/>
              <a:gd name="csX632" fmla="*/ 1188278 w 1878314"/>
              <a:gd name="csY632" fmla="*/ 462862 h 1215891"/>
              <a:gd name="csX633" fmla="*/ 1190160 w 1878314"/>
              <a:gd name="csY633" fmla="*/ 485008 h 1215891"/>
              <a:gd name="csX634" fmla="*/ 1192043 w 1878314"/>
              <a:gd name="csY634" fmla="*/ 507142 h 1215891"/>
              <a:gd name="csX635" fmla="*/ 1193925 w 1878314"/>
              <a:gd name="csY635" fmla="*/ 529225 h 1215891"/>
              <a:gd name="csX636" fmla="*/ 1195797 w 1878314"/>
              <a:gd name="csY636" fmla="*/ 551220 h 1215891"/>
              <a:gd name="csX637" fmla="*/ 1197680 w 1878314"/>
              <a:gd name="csY637" fmla="*/ 573089 h 1215891"/>
              <a:gd name="csX638" fmla="*/ 1199562 w 1878314"/>
              <a:gd name="csY638" fmla="*/ 594801 h 1215891"/>
              <a:gd name="csX639" fmla="*/ 1201444 w 1878314"/>
              <a:gd name="csY639" fmla="*/ 616319 h 1215891"/>
              <a:gd name="csX640" fmla="*/ 1203326 w 1878314"/>
              <a:gd name="csY640" fmla="*/ 637613 h 1215891"/>
              <a:gd name="csX641" fmla="*/ 1205199 w 1878314"/>
              <a:gd name="csY641" fmla="*/ 658655 h 1215891"/>
              <a:gd name="csX642" fmla="*/ 1207081 w 1878314"/>
              <a:gd name="csY642" fmla="*/ 679414 h 1215891"/>
              <a:gd name="csX643" fmla="*/ 1208963 w 1878314"/>
              <a:gd name="csY643" fmla="*/ 699866 h 1215891"/>
              <a:gd name="csX644" fmla="*/ 1210845 w 1878314"/>
              <a:gd name="csY644" fmla="*/ 719986 h 1215891"/>
              <a:gd name="csX645" fmla="*/ 1212728 w 1878314"/>
              <a:gd name="csY645" fmla="*/ 739750 h 1215891"/>
              <a:gd name="csX646" fmla="*/ 1214600 w 1878314"/>
              <a:gd name="csY646" fmla="*/ 759139 h 1215891"/>
              <a:gd name="csX647" fmla="*/ 1216482 w 1878314"/>
              <a:gd name="csY647" fmla="*/ 778133 h 1215891"/>
              <a:gd name="csX648" fmla="*/ 1218364 w 1878314"/>
              <a:gd name="csY648" fmla="*/ 796716 h 1215891"/>
              <a:gd name="csX649" fmla="*/ 1220247 w 1878314"/>
              <a:gd name="csY649" fmla="*/ 814872 h 1215891"/>
              <a:gd name="csX650" fmla="*/ 1222129 w 1878314"/>
              <a:gd name="csY650" fmla="*/ 832587 h 1215891"/>
              <a:gd name="csX651" fmla="*/ 1224001 w 1878314"/>
              <a:gd name="csY651" fmla="*/ 849850 h 1215891"/>
              <a:gd name="csX652" fmla="*/ 1225884 w 1878314"/>
              <a:gd name="csY652" fmla="*/ 866650 h 1215891"/>
              <a:gd name="csX653" fmla="*/ 1227766 w 1878314"/>
              <a:gd name="csY653" fmla="*/ 882980 h 1215891"/>
              <a:gd name="csX654" fmla="*/ 1229648 w 1878314"/>
              <a:gd name="csY654" fmla="*/ 898835 h 1215891"/>
              <a:gd name="csX655" fmla="*/ 1231521 w 1878314"/>
              <a:gd name="csY655" fmla="*/ 914203 h 1215891"/>
              <a:gd name="csX656" fmla="*/ 1233403 w 1878314"/>
              <a:gd name="csY656" fmla="*/ 929086 h 1215891"/>
              <a:gd name="csX657" fmla="*/ 1235285 w 1878314"/>
              <a:gd name="csY657" fmla="*/ 943484 h 1215891"/>
              <a:gd name="csX658" fmla="*/ 1237167 w 1878314"/>
              <a:gd name="csY658" fmla="*/ 957387 h 1215891"/>
              <a:gd name="csX659" fmla="*/ 1239050 w 1878314"/>
              <a:gd name="csY659" fmla="*/ 970805 h 1215891"/>
              <a:gd name="csX660" fmla="*/ 1240922 w 1878314"/>
              <a:gd name="csY660" fmla="*/ 983729 h 1215891"/>
              <a:gd name="csX661" fmla="*/ 1242804 w 1878314"/>
              <a:gd name="csY661" fmla="*/ 996177 h 1215891"/>
              <a:gd name="csX662" fmla="*/ 1244686 w 1878314"/>
              <a:gd name="csY662" fmla="*/ 1008149 h 1215891"/>
              <a:gd name="csX663" fmla="*/ 1246569 w 1878314"/>
              <a:gd name="csY663" fmla="*/ 1019636 h 1215891"/>
              <a:gd name="csX664" fmla="*/ 1248451 w 1878314"/>
              <a:gd name="csY664" fmla="*/ 1030658 h 1215891"/>
              <a:gd name="csX665" fmla="*/ 1250323 w 1878314"/>
              <a:gd name="csY665" fmla="*/ 1041224 h 1215891"/>
              <a:gd name="csX666" fmla="*/ 1252206 w 1878314"/>
              <a:gd name="csY666" fmla="*/ 1133607 h 1215891"/>
              <a:gd name="csX667" fmla="*/ 1254088 w 1878314"/>
              <a:gd name="csY667" fmla="*/ 1136052 h 1215891"/>
              <a:gd name="csX668" fmla="*/ 1255970 w 1878314"/>
              <a:gd name="csY668" fmla="*/ 1138439 h 1215891"/>
              <a:gd name="csX669" fmla="*/ 1257852 w 1878314"/>
              <a:gd name="csY669" fmla="*/ 1140777 h 1215891"/>
              <a:gd name="csX670" fmla="*/ 1259725 w 1878314"/>
              <a:gd name="csY670" fmla="*/ 1143057 h 1215891"/>
              <a:gd name="csX671" fmla="*/ 1261607 w 1878314"/>
              <a:gd name="csY671" fmla="*/ 1145279 h 1215891"/>
              <a:gd name="csX672" fmla="*/ 1263489 w 1878314"/>
              <a:gd name="csY672" fmla="*/ 1147452 h 1215891"/>
              <a:gd name="csX673" fmla="*/ 1265371 w 1878314"/>
              <a:gd name="csY673" fmla="*/ 1149577 h 1215891"/>
              <a:gd name="csX674" fmla="*/ 1267244 w 1878314"/>
              <a:gd name="csY674" fmla="*/ 1151653 h 1215891"/>
              <a:gd name="csX675" fmla="*/ 1269126 w 1878314"/>
              <a:gd name="csY675" fmla="*/ 1153672 h 1215891"/>
              <a:gd name="csX676" fmla="*/ 1271008 w 1878314"/>
              <a:gd name="csY676" fmla="*/ 1155641 h 1215891"/>
              <a:gd name="csX677" fmla="*/ 1272891 w 1878314"/>
              <a:gd name="csY677" fmla="*/ 1157562 h 1215891"/>
              <a:gd name="csX678" fmla="*/ 1274773 w 1878314"/>
              <a:gd name="csY678" fmla="*/ 1159435 h 1215891"/>
              <a:gd name="csX679" fmla="*/ 1276645 w 1878314"/>
              <a:gd name="csY679" fmla="*/ 1161259 h 1215891"/>
              <a:gd name="csX680" fmla="*/ 1278527 w 1878314"/>
              <a:gd name="csY680" fmla="*/ 1163034 h 1215891"/>
              <a:gd name="csX681" fmla="*/ 1280410 w 1878314"/>
              <a:gd name="csY681" fmla="*/ 1164761 h 1215891"/>
              <a:gd name="csX682" fmla="*/ 1282292 w 1878314"/>
              <a:gd name="csY682" fmla="*/ 1166449 h 1215891"/>
              <a:gd name="csX683" fmla="*/ 1284174 w 1878314"/>
              <a:gd name="csY683" fmla="*/ 1168089 h 1215891"/>
              <a:gd name="csX684" fmla="*/ 1286047 w 1878314"/>
              <a:gd name="csY684" fmla="*/ 1169690 h 1215891"/>
              <a:gd name="csX685" fmla="*/ 1287929 w 1878314"/>
              <a:gd name="csY685" fmla="*/ 1171242 h 1215891"/>
              <a:gd name="csX686" fmla="*/ 1289811 w 1878314"/>
              <a:gd name="csY686" fmla="*/ 1172756 h 1215891"/>
              <a:gd name="csX687" fmla="*/ 1291693 w 1878314"/>
              <a:gd name="csY687" fmla="*/ 1174221 h 1215891"/>
              <a:gd name="csX688" fmla="*/ 1293576 w 1878314"/>
              <a:gd name="csY688" fmla="*/ 1175647 h 1215891"/>
              <a:gd name="csX689" fmla="*/ 1295448 w 1878314"/>
              <a:gd name="csY689" fmla="*/ 1177044 h 1215891"/>
              <a:gd name="csX690" fmla="*/ 1297330 w 1878314"/>
              <a:gd name="csY690" fmla="*/ 1178393 h 1215891"/>
              <a:gd name="csX691" fmla="*/ 1299213 w 1878314"/>
              <a:gd name="csY691" fmla="*/ 1179702 h 1215891"/>
              <a:gd name="csX692" fmla="*/ 1301095 w 1878314"/>
              <a:gd name="csY692" fmla="*/ 1180973 h 1215891"/>
              <a:gd name="csX693" fmla="*/ 1302977 w 1878314"/>
              <a:gd name="csY693" fmla="*/ 1182205 h 1215891"/>
              <a:gd name="csX694" fmla="*/ 1304849 w 1878314"/>
              <a:gd name="csY694" fmla="*/ 1183409 h 1215891"/>
              <a:gd name="csX695" fmla="*/ 1306732 w 1878314"/>
              <a:gd name="csY695" fmla="*/ 1184563 h 1215891"/>
              <a:gd name="csX696" fmla="*/ 1308614 w 1878314"/>
              <a:gd name="csY696" fmla="*/ 1185698 h 1215891"/>
              <a:gd name="csX697" fmla="*/ 1310496 w 1878314"/>
              <a:gd name="csY697" fmla="*/ 1186785 h 1215891"/>
              <a:gd name="csX698" fmla="*/ 1312369 w 1878314"/>
              <a:gd name="csY698" fmla="*/ 1187852 h 1215891"/>
              <a:gd name="csX699" fmla="*/ 1314251 w 1878314"/>
              <a:gd name="csY699" fmla="*/ 1188881 h 1215891"/>
              <a:gd name="csX700" fmla="*/ 1316133 w 1878314"/>
              <a:gd name="csY700" fmla="*/ 1189880 h 1215891"/>
              <a:gd name="csX701" fmla="*/ 1318015 w 1878314"/>
              <a:gd name="csY701" fmla="*/ 1190840 h 1215891"/>
              <a:gd name="csX702" fmla="*/ 1319897 w 1878314"/>
              <a:gd name="csY702" fmla="*/ 1191772 h 1215891"/>
              <a:gd name="csX703" fmla="*/ 1321770 w 1878314"/>
              <a:gd name="csY703" fmla="*/ 1192684 h 1215891"/>
              <a:gd name="csX704" fmla="*/ 1323652 w 1878314"/>
              <a:gd name="csY704" fmla="*/ 1193557 h 1215891"/>
              <a:gd name="csX705" fmla="*/ 1325534 w 1878314"/>
              <a:gd name="csY705" fmla="*/ 1194401 h 1215891"/>
              <a:gd name="csX706" fmla="*/ 1327417 w 1878314"/>
              <a:gd name="csY706" fmla="*/ 1195226 h 1215891"/>
              <a:gd name="csX707" fmla="*/ 1329299 w 1878314"/>
              <a:gd name="csY707" fmla="*/ 1196021 h 1215891"/>
              <a:gd name="csX708" fmla="*/ 1331171 w 1878314"/>
              <a:gd name="csY708" fmla="*/ 1196788 h 1215891"/>
              <a:gd name="csX709" fmla="*/ 1333054 w 1878314"/>
              <a:gd name="csY709" fmla="*/ 1197525 h 1215891"/>
              <a:gd name="csX710" fmla="*/ 1334936 w 1878314"/>
              <a:gd name="csY710" fmla="*/ 1198243 h 1215891"/>
              <a:gd name="csX711" fmla="*/ 1336818 w 1878314"/>
              <a:gd name="csY711" fmla="*/ 1198942 h 1215891"/>
              <a:gd name="csX712" fmla="*/ 1338700 w 1878314"/>
              <a:gd name="csY712" fmla="*/ 1199611 h 1215891"/>
              <a:gd name="csX713" fmla="*/ 1340573 w 1878314"/>
              <a:gd name="csY713" fmla="*/ 1200251 h 1215891"/>
              <a:gd name="csX714" fmla="*/ 1342455 w 1878314"/>
              <a:gd name="csY714" fmla="*/ 1200882 h 1215891"/>
              <a:gd name="csX715" fmla="*/ 1344337 w 1878314"/>
              <a:gd name="csY715" fmla="*/ 1201484 h 1215891"/>
              <a:gd name="csX716" fmla="*/ 1346219 w 1878314"/>
              <a:gd name="csY716" fmla="*/ 1202066 h 1215891"/>
              <a:gd name="csX717" fmla="*/ 1348102 w 1878314"/>
              <a:gd name="csY717" fmla="*/ 1202629 h 1215891"/>
              <a:gd name="csX718" fmla="*/ 1349974 w 1878314"/>
              <a:gd name="csY718" fmla="*/ 1203162 h 1215891"/>
              <a:gd name="csX719" fmla="*/ 1351856 w 1878314"/>
              <a:gd name="csY719" fmla="*/ 1203686 h 1215891"/>
              <a:gd name="csX720" fmla="*/ 1353739 w 1878314"/>
              <a:gd name="csY720" fmla="*/ 1204191 h 1215891"/>
              <a:gd name="csX721" fmla="*/ 1355621 w 1878314"/>
              <a:gd name="csY721" fmla="*/ 1204676 h 1215891"/>
              <a:gd name="csX722" fmla="*/ 1357493 w 1878314"/>
              <a:gd name="csY722" fmla="*/ 1205141 h 1215891"/>
              <a:gd name="csX723" fmla="*/ 1359376 w 1878314"/>
              <a:gd name="csY723" fmla="*/ 1205597 h 1215891"/>
              <a:gd name="csX724" fmla="*/ 1361258 w 1878314"/>
              <a:gd name="csY724" fmla="*/ 1206024 h 1215891"/>
              <a:gd name="csX725" fmla="*/ 1363140 w 1878314"/>
              <a:gd name="csY725" fmla="*/ 1206441 h 1215891"/>
              <a:gd name="csX726" fmla="*/ 1365022 w 1878314"/>
              <a:gd name="csY726" fmla="*/ 1206849 h 1215891"/>
              <a:gd name="csX727" fmla="*/ 1366895 w 1878314"/>
              <a:gd name="csY727" fmla="*/ 1207237 h 1215891"/>
              <a:gd name="csX728" fmla="*/ 1368777 w 1878314"/>
              <a:gd name="csY728" fmla="*/ 1207606 h 1215891"/>
              <a:gd name="csX729" fmla="*/ 1370659 w 1878314"/>
              <a:gd name="csY729" fmla="*/ 1207965 h 1215891"/>
              <a:gd name="csX730" fmla="*/ 1372541 w 1878314"/>
              <a:gd name="csY730" fmla="*/ 1208304 h 1215891"/>
              <a:gd name="csX731" fmla="*/ 1374423 w 1878314"/>
              <a:gd name="csY731" fmla="*/ 1208634 h 1215891"/>
              <a:gd name="csX732" fmla="*/ 1376296 w 1878314"/>
              <a:gd name="csY732" fmla="*/ 1208954 h 1215891"/>
              <a:gd name="csX733" fmla="*/ 1378178 w 1878314"/>
              <a:gd name="csY733" fmla="*/ 1209265 h 1215891"/>
              <a:gd name="csX734" fmla="*/ 1380060 w 1878314"/>
              <a:gd name="csY734" fmla="*/ 1209556 h 1215891"/>
              <a:gd name="csX735" fmla="*/ 1381943 w 1878314"/>
              <a:gd name="csY735" fmla="*/ 1209837 h 1215891"/>
              <a:gd name="csX736" fmla="*/ 1383825 w 1878314"/>
              <a:gd name="csY736" fmla="*/ 1210109 h 1215891"/>
              <a:gd name="csX737" fmla="*/ 1385697 w 1878314"/>
              <a:gd name="csY737" fmla="*/ 1210371 h 1215891"/>
              <a:gd name="csX738" fmla="*/ 1387580 w 1878314"/>
              <a:gd name="csY738" fmla="*/ 1210613 h 1215891"/>
              <a:gd name="csX739" fmla="*/ 1389462 w 1878314"/>
              <a:gd name="csY739" fmla="*/ 1210856 h 1215891"/>
              <a:gd name="csX740" fmla="*/ 1391344 w 1878314"/>
              <a:gd name="csY740" fmla="*/ 1211089 h 1215891"/>
              <a:gd name="csX741" fmla="*/ 1393226 w 1878314"/>
              <a:gd name="csY741" fmla="*/ 1211302 h 1215891"/>
              <a:gd name="csX742" fmla="*/ 1395099 w 1878314"/>
              <a:gd name="csY742" fmla="*/ 1211516 h 1215891"/>
              <a:gd name="csX743" fmla="*/ 1396981 w 1878314"/>
              <a:gd name="csY743" fmla="*/ 1211719 h 1215891"/>
              <a:gd name="csX744" fmla="*/ 1398863 w 1878314"/>
              <a:gd name="csY744" fmla="*/ 1211913 h 1215891"/>
              <a:gd name="csX745" fmla="*/ 1400745 w 1878314"/>
              <a:gd name="csY745" fmla="*/ 1212098 h 1215891"/>
              <a:gd name="csX746" fmla="*/ 1402618 w 1878314"/>
              <a:gd name="csY746" fmla="*/ 1212272 h 1215891"/>
              <a:gd name="csX747" fmla="*/ 1404500 w 1878314"/>
              <a:gd name="csY747" fmla="*/ 1212447 h 1215891"/>
              <a:gd name="csX748" fmla="*/ 1406382 w 1878314"/>
              <a:gd name="csY748" fmla="*/ 1212612 h 1215891"/>
              <a:gd name="csX749" fmla="*/ 1408265 w 1878314"/>
              <a:gd name="csY749" fmla="*/ 1212767 h 1215891"/>
              <a:gd name="csX750" fmla="*/ 1410147 w 1878314"/>
              <a:gd name="csY750" fmla="*/ 1212913 h 1215891"/>
              <a:gd name="csX751" fmla="*/ 1412019 w 1878314"/>
              <a:gd name="csY751" fmla="*/ 1213058 h 1215891"/>
              <a:gd name="csX752" fmla="*/ 1413902 w 1878314"/>
              <a:gd name="csY752" fmla="*/ 1213194 h 1215891"/>
              <a:gd name="csX753" fmla="*/ 1415784 w 1878314"/>
              <a:gd name="csY753" fmla="*/ 1213320 h 1215891"/>
              <a:gd name="csX754" fmla="*/ 1417666 w 1878314"/>
              <a:gd name="csY754" fmla="*/ 1213446 h 1215891"/>
              <a:gd name="csX755" fmla="*/ 1419548 w 1878314"/>
              <a:gd name="csY755" fmla="*/ 1213563 h 1215891"/>
              <a:gd name="csX756" fmla="*/ 1421421 w 1878314"/>
              <a:gd name="csY756" fmla="*/ 1213679 h 1215891"/>
              <a:gd name="csX757" fmla="*/ 1423303 w 1878314"/>
              <a:gd name="csY757" fmla="*/ 1213786 h 1215891"/>
              <a:gd name="csX758" fmla="*/ 1425185 w 1878314"/>
              <a:gd name="csY758" fmla="*/ 1213893 h 1215891"/>
              <a:gd name="csX759" fmla="*/ 1427067 w 1878314"/>
              <a:gd name="csY759" fmla="*/ 1213990 h 1215891"/>
              <a:gd name="csX760" fmla="*/ 1428950 w 1878314"/>
              <a:gd name="csY760" fmla="*/ 1214087 h 1215891"/>
              <a:gd name="csX761" fmla="*/ 1430822 w 1878314"/>
              <a:gd name="csY761" fmla="*/ 1214174 h 1215891"/>
              <a:gd name="csX762" fmla="*/ 1432704 w 1878314"/>
              <a:gd name="csY762" fmla="*/ 1214261 h 1215891"/>
              <a:gd name="csX763" fmla="*/ 1434586 w 1878314"/>
              <a:gd name="csY763" fmla="*/ 1214349 h 1215891"/>
              <a:gd name="csX764" fmla="*/ 1436469 w 1878314"/>
              <a:gd name="csY764" fmla="*/ 1214426 h 1215891"/>
              <a:gd name="csX765" fmla="*/ 1438351 w 1878314"/>
              <a:gd name="csY765" fmla="*/ 1214504 h 1215891"/>
              <a:gd name="csX766" fmla="*/ 1440223 w 1878314"/>
              <a:gd name="csY766" fmla="*/ 1214572 h 1215891"/>
              <a:gd name="csX767" fmla="*/ 1442106 w 1878314"/>
              <a:gd name="csY767" fmla="*/ 1214640 h 1215891"/>
              <a:gd name="csX768" fmla="*/ 1443988 w 1878314"/>
              <a:gd name="csY768" fmla="*/ 1214708 h 1215891"/>
              <a:gd name="csX769" fmla="*/ 1445870 w 1878314"/>
              <a:gd name="csY769" fmla="*/ 1214766 h 1215891"/>
              <a:gd name="csX770" fmla="*/ 1447743 w 1878314"/>
              <a:gd name="csY770" fmla="*/ 1214824 h 1215891"/>
              <a:gd name="csX771" fmla="*/ 1449625 w 1878314"/>
              <a:gd name="csY771" fmla="*/ 1214882 h 1215891"/>
              <a:gd name="csX772" fmla="*/ 1451507 w 1878314"/>
              <a:gd name="csY772" fmla="*/ 1214931 h 1215891"/>
              <a:gd name="csX773" fmla="*/ 1453389 w 1878314"/>
              <a:gd name="csY773" fmla="*/ 1214979 h 1215891"/>
              <a:gd name="csX774" fmla="*/ 1455272 w 1878314"/>
              <a:gd name="csY774" fmla="*/ 1215028 h 1215891"/>
              <a:gd name="csX775" fmla="*/ 1457144 w 1878314"/>
              <a:gd name="csY775" fmla="*/ 1215076 h 1215891"/>
              <a:gd name="csX776" fmla="*/ 1459026 w 1878314"/>
              <a:gd name="csY776" fmla="*/ 1215125 h 1215891"/>
              <a:gd name="csX777" fmla="*/ 1460908 w 1878314"/>
              <a:gd name="csY777" fmla="*/ 1215164 h 1215891"/>
              <a:gd name="csX778" fmla="*/ 1462791 w 1878314"/>
              <a:gd name="csY778" fmla="*/ 1215202 h 1215891"/>
              <a:gd name="csX779" fmla="*/ 1464673 w 1878314"/>
              <a:gd name="csY779" fmla="*/ 1215241 h 1215891"/>
              <a:gd name="csX780" fmla="*/ 1466545 w 1878314"/>
              <a:gd name="csY780" fmla="*/ 1215270 h 1215891"/>
              <a:gd name="csX781" fmla="*/ 1468428 w 1878314"/>
              <a:gd name="csY781" fmla="*/ 1215309 h 1215891"/>
              <a:gd name="csX782" fmla="*/ 1470310 w 1878314"/>
              <a:gd name="csY782" fmla="*/ 1215338 h 1215891"/>
              <a:gd name="csX783" fmla="*/ 1472192 w 1878314"/>
              <a:gd name="csY783" fmla="*/ 1215367 h 1215891"/>
              <a:gd name="csX784" fmla="*/ 1474074 w 1878314"/>
              <a:gd name="csY784" fmla="*/ 1215397 h 1215891"/>
              <a:gd name="csX785" fmla="*/ 1475947 w 1878314"/>
              <a:gd name="csY785" fmla="*/ 1215426 h 1215891"/>
              <a:gd name="csX786" fmla="*/ 1477829 w 1878314"/>
              <a:gd name="csY786" fmla="*/ 1215455 h 1215891"/>
              <a:gd name="csX787" fmla="*/ 1479711 w 1878314"/>
              <a:gd name="csY787" fmla="*/ 1215474 h 1215891"/>
              <a:gd name="csX788" fmla="*/ 1481593 w 1878314"/>
              <a:gd name="csY788" fmla="*/ 1215503 h 1215891"/>
              <a:gd name="csX789" fmla="*/ 1483466 w 1878314"/>
              <a:gd name="csY789" fmla="*/ 1215523 h 1215891"/>
              <a:gd name="csX790" fmla="*/ 1485348 w 1878314"/>
              <a:gd name="csY790" fmla="*/ 1215542 h 1215891"/>
              <a:gd name="csX791" fmla="*/ 1487230 w 1878314"/>
              <a:gd name="csY791" fmla="*/ 1215561 h 1215891"/>
              <a:gd name="csX792" fmla="*/ 1489113 w 1878314"/>
              <a:gd name="csY792" fmla="*/ 1215581 h 1215891"/>
              <a:gd name="csX793" fmla="*/ 1490995 w 1878314"/>
              <a:gd name="csY793" fmla="*/ 1215600 h 1215891"/>
              <a:gd name="csX794" fmla="*/ 1492867 w 1878314"/>
              <a:gd name="csY794" fmla="*/ 1215620 h 1215891"/>
              <a:gd name="csX795" fmla="*/ 1494749 w 1878314"/>
              <a:gd name="csY795" fmla="*/ 1215629 h 1215891"/>
              <a:gd name="csX796" fmla="*/ 1496632 w 1878314"/>
              <a:gd name="csY796" fmla="*/ 1215649 h 1215891"/>
              <a:gd name="csX797" fmla="*/ 1498514 w 1878314"/>
              <a:gd name="csY797" fmla="*/ 1215658 h 1215891"/>
              <a:gd name="csX798" fmla="*/ 1500396 w 1878314"/>
              <a:gd name="csY798" fmla="*/ 1215678 h 1215891"/>
              <a:gd name="csX799" fmla="*/ 1502269 w 1878314"/>
              <a:gd name="csY799" fmla="*/ 1215688 h 1215891"/>
              <a:gd name="csX800" fmla="*/ 1504151 w 1878314"/>
              <a:gd name="csY800" fmla="*/ 1215697 h 1215891"/>
              <a:gd name="csX801" fmla="*/ 1506033 w 1878314"/>
              <a:gd name="csY801" fmla="*/ 1215707 h 1215891"/>
              <a:gd name="csX802" fmla="*/ 1507915 w 1878314"/>
              <a:gd name="csY802" fmla="*/ 1215726 h 1215891"/>
              <a:gd name="csX803" fmla="*/ 1509798 w 1878314"/>
              <a:gd name="csY803" fmla="*/ 1215736 h 1215891"/>
              <a:gd name="csX804" fmla="*/ 1511670 w 1878314"/>
              <a:gd name="csY804" fmla="*/ 1215746 h 1215891"/>
              <a:gd name="csX805" fmla="*/ 1513552 w 1878314"/>
              <a:gd name="csY805" fmla="*/ 1215756 h 1215891"/>
              <a:gd name="csX806" fmla="*/ 1515435 w 1878314"/>
              <a:gd name="csY806" fmla="*/ 1215756 h 1215891"/>
              <a:gd name="csX807" fmla="*/ 1517317 w 1878314"/>
              <a:gd name="csY807" fmla="*/ 1215765 h 1215891"/>
              <a:gd name="csX808" fmla="*/ 1519199 w 1878314"/>
              <a:gd name="csY808" fmla="*/ 1215775 h 1215891"/>
              <a:gd name="csX809" fmla="*/ 1521071 w 1878314"/>
              <a:gd name="csY809" fmla="*/ 1215785 h 1215891"/>
              <a:gd name="csX810" fmla="*/ 1522954 w 1878314"/>
              <a:gd name="csY810" fmla="*/ 1215785 h 1215891"/>
              <a:gd name="csX811" fmla="*/ 1524836 w 1878314"/>
              <a:gd name="csY811" fmla="*/ 1215794 h 1215891"/>
              <a:gd name="csX812" fmla="*/ 1526718 w 1878314"/>
              <a:gd name="csY812" fmla="*/ 1215804 h 1215891"/>
              <a:gd name="csX813" fmla="*/ 1528591 w 1878314"/>
              <a:gd name="csY813" fmla="*/ 1215804 h 1215891"/>
              <a:gd name="csX814" fmla="*/ 1530473 w 1878314"/>
              <a:gd name="csY814" fmla="*/ 1215814 h 1215891"/>
              <a:gd name="csX815" fmla="*/ 1532355 w 1878314"/>
              <a:gd name="csY815" fmla="*/ 1215814 h 1215891"/>
              <a:gd name="csX816" fmla="*/ 1534237 w 1878314"/>
              <a:gd name="csY816" fmla="*/ 1215823 h 1215891"/>
              <a:gd name="csX817" fmla="*/ 1536119 w 1878314"/>
              <a:gd name="csY817" fmla="*/ 1215823 h 1215891"/>
              <a:gd name="csX818" fmla="*/ 1537992 w 1878314"/>
              <a:gd name="csY818" fmla="*/ 1215833 h 1215891"/>
              <a:gd name="csX819" fmla="*/ 1539874 w 1878314"/>
              <a:gd name="csY819" fmla="*/ 1215833 h 1215891"/>
              <a:gd name="csX820" fmla="*/ 1541756 w 1878314"/>
              <a:gd name="csY820" fmla="*/ 1215843 h 1215891"/>
              <a:gd name="csX821" fmla="*/ 1543639 w 1878314"/>
              <a:gd name="csY821" fmla="*/ 1215843 h 1215891"/>
              <a:gd name="csX822" fmla="*/ 1545521 w 1878314"/>
              <a:gd name="csY822" fmla="*/ 1215843 h 1215891"/>
              <a:gd name="csX823" fmla="*/ 1547393 w 1878314"/>
              <a:gd name="csY823" fmla="*/ 1215853 h 1215891"/>
              <a:gd name="csX824" fmla="*/ 1549276 w 1878314"/>
              <a:gd name="csY824" fmla="*/ 1215853 h 1215891"/>
              <a:gd name="csX825" fmla="*/ 1551158 w 1878314"/>
              <a:gd name="csY825" fmla="*/ 1215853 h 1215891"/>
              <a:gd name="csX826" fmla="*/ 1553040 w 1878314"/>
              <a:gd name="csY826" fmla="*/ 1215853 h 1215891"/>
              <a:gd name="csX827" fmla="*/ 1554922 w 1878314"/>
              <a:gd name="csY827" fmla="*/ 1215862 h 1215891"/>
              <a:gd name="csX828" fmla="*/ 1556795 w 1878314"/>
              <a:gd name="csY828" fmla="*/ 1215862 h 1215891"/>
              <a:gd name="csX829" fmla="*/ 1558677 w 1878314"/>
              <a:gd name="csY829" fmla="*/ 1215862 h 1215891"/>
              <a:gd name="csX830" fmla="*/ 1560559 w 1878314"/>
              <a:gd name="csY830" fmla="*/ 1215862 h 1215891"/>
              <a:gd name="csX831" fmla="*/ 1562441 w 1878314"/>
              <a:gd name="csY831" fmla="*/ 1215872 h 1215891"/>
              <a:gd name="csX832" fmla="*/ 1564324 w 1878314"/>
              <a:gd name="csY832" fmla="*/ 1215872 h 1215891"/>
              <a:gd name="csX833" fmla="*/ 1566196 w 1878314"/>
              <a:gd name="csY833" fmla="*/ 1215872 h 1215891"/>
              <a:gd name="csX834" fmla="*/ 1568078 w 1878314"/>
              <a:gd name="csY834" fmla="*/ 1215872 h 1215891"/>
              <a:gd name="csX835" fmla="*/ 1569961 w 1878314"/>
              <a:gd name="csY835" fmla="*/ 1215872 h 1215891"/>
              <a:gd name="csX836" fmla="*/ 1571843 w 1878314"/>
              <a:gd name="csY836" fmla="*/ 1215872 h 1215891"/>
              <a:gd name="csX837" fmla="*/ 1573715 w 1878314"/>
              <a:gd name="csY837" fmla="*/ 1215872 h 1215891"/>
              <a:gd name="csX838" fmla="*/ 1575598 w 1878314"/>
              <a:gd name="csY838" fmla="*/ 1215882 h 1215891"/>
              <a:gd name="csX839" fmla="*/ 1577480 w 1878314"/>
              <a:gd name="csY839" fmla="*/ 1215882 h 1215891"/>
              <a:gd name="csX840" fmla="*/ 1579362 w 1878314"/>
              <a:gd name="csY840" fmla="*/ 1215882 h 1215891"/>
              <a:gd name="csX841" fmla="*/ 1581244 w 1878314"/>
              <a:gd name="csY841" fmla="*/ 1215882 h 1215891"/>
              <a:gd name="csX842" fmla="*/ 1583117 w 1878314"/>
              <a:gd name="csY842" fmla="*/ 1215882 h 1215891"/>
              <a:gd name="csX843" fmla="*/ 1584999 w 1878314"/>
              <a:gd name="csY843" fmla="*/ 1215882 h 1215891"/>
              <a:gd name="csX844" fmla="*/ 1586881 w 1878314"/>
              <a:gd name="csY844" fmla="*/ 1215882 h 1215891"/>
              <a:gd name="csX845" fmla="*/ 1588763 w 1878314"/>
              <a:gd name="csY845" fmla="*/ 1215882 h 1215891"/>
              <a:gd name="csX846" fmla="*/ 1590646 w 1878314"/>
              <a:gd name="csY846" fmla="*/ 1215882 h 1215891"/>
              <a:gd name="csX847" fmla="*/ 1592518 w 1878314"/>
              <a:gd name="csY847" fmla="*/ 1215882 h 1215891"/>
              <a:gd name="csX848" fmla="*/ 1594400 w 1878314"/>
              <a:gd name="csY848" fmla="*/ 1215882 h 1215891"/>
              <a:gd name="csX849" fmla="*/ 1596282 w 1878314"/>
              <a:gd name="csY849" fmla="*/ 1215891 h 1215891"/>
              <a:gd name="csX850" fmla="*/ 1598165 w 1878314"/>
              <a:gd name="csY850" fmla="*/ 1215891 h 1215891"/>
              <a:gd name="csX851" fmla="*/ 1600047 w 1878314"/>
              <a:gd name="csY851" fmla="*/ 1215891 h 1215891"/>
              <a:gd name="csX852" fmla="*/ 1601919 w 1878314"/>
              <a:gd name="csY852" fmla="*/ 1215891 h 1215891"/>
              <a:gd name="csX853" fmla="*/ 1603802 w 1878314"/>
              <a:gd name="csY853" fmla="*/ 1215891 h 1215891"/>
              <a:gd name="csX854" fmla="*/ 1605684 w 1878314"/>
              <a:gd name="csY854" fmla="*/ 1215891 h 1215891"/>
              <a:gd name="csX855" fmla="*/ 1607566 w 1878314"/>
              <a:gd name="csY855" fmla="*/ 1215891 h 1215891"/>
              <a:gd name="csX856" fmla="*/ 1609448 w 1878314"/>
              <a:gd name="csY856" fmla="*/ 1215891 h 1215891"/>
              <a:gd name="csX857" fmla="*/ 1611321 w 1878314"/>
              <a:gd name="csY857" fmla="*/ 1215891 h 1215891"/>
              <a:gd name="csX858" fmla="*/ 1613203 w 1878314"/>
              <a:gd name="csY858" fmla="*/ 1215891 h 1215891"/>
              <a:gd name="csX859" fmla="*/ 1615085 w 1878314"/>
              <a:gd name="csY859" fmla="*/ 1215891 h 1215891"/>
              <a:gd name="csX860" fmla="*/ 1616968 w 1878314"/>
              <a:gd name="csY860" fmla="*/ 1215891 h 1215891"/>
              <a:gd name="csX861" fmla="*/ 1618840 w 1878314"/>
              <a:gd name="csY861" fmla="*/ 1215891 h 1215891"/>
              <a:gd name="csX862" fmla="*/ 1620722 w 1878314"/>
              <a:gd name="csY862" fmla="*/ 1215891 h 1215891"/>
              <a:gd name="csX863" fmla="*/ 1622604 w 1878314"/>
              <a:gd name="csY863" fmla="*/ 1215891 h 1215891"/>
              <a:gd name="csX864" fmla="*/ 1624487 w 1878314"/>
              <a:gd name="csY864" fmla="*/ 1215891 h 1215891"/>
              <a:gd name="csX865" fmla="*/ 1626369 w 1878314"/>
              <a:gd name="csY865" fmla="*/ 1215891 h 1215891"/>
              <a:gd name="csX866" fmla="*/ 1628241 w 1878314"/>
              <a:gd name="csY866" fmla="*/ 1215891 h 1215891"/>
              <a:gd name="csX867" fmla="*/ 1630124 w 1878314"/>
              <a:gd name="csY867" fmla="*/ 1215891 h 1215891"/>
              <a:gd name="csX868" fmla="*/ 1632006 w 1878314"/>
              <a:gd name="csY868" fmla="*/ 1215891 h 1215891"/>
              <a:gd name="csX869" fmla="*/ 1633888 w 1878314"/>
              <a:gd name="csY869" fmla="*/ 1215891 h 1215891"/>
              <a:gd name="csX870" fmla="*/ 1635770 w 1878314"/>
              <a:gd name="csY870" fmla="*/ 1215891 h 1215891"/>
              <a:gd name="csX871" fmla="*/ 1637643 w 1878314"/>
              <a:gd name="csY871" fmla="*/ 1215891 h 1215891"/>
              <a:gd name="csX872" fmla="*/ 1639525 w 1878314"/>
              <a:gd name="csY872" fmla="*/ 1215891 h 1215891"/>
              <a:gd name="csX873" fmla="*/ 1641407 w 1878314"/>
              <a:gd name="csY873" fmla="*/ 1215891 h 1215891"/>
              <a:gd name="csX874" fmla="*/ 1643289 w 1878314"/>
              <a:gd name="csY874" fmla="*/ 1215891 h 1215891"/>
              <a:gd name="csX875" fmla="*/ 1645171 w 1878314"/>
              <a:gd name="csY875" fmla="*/ 1215891 h 1215891"/>
              <a:gd name="csX876" fmla="*/ 1647044 w 1878314"/>
              <a:gd name="csY876" fmla="*/ 1215891 h 1215891"/>
              <a:gd name="csX877" fmla="*/ 1648926 w 1878314"/>
              <a:gd name="csY877" fmla="*/ 1215891 h 1215891"/>
              <a:gd name="csX878" fmla="*/ 1650808 w 1878314"/>
              <a:gd name="csY878" fmla="*/ 1215891 h 1215891"/>
              <a:gd name="csX879" fmla="*/ 1652691 w 1878314"/>
              <a:gd name="csY879" fmla="*/ 1215891 h 1215891"/>
              <a:gd name="csX880" fmla="*/ 1654573 w 1878314"/>
              <a:gd name="csY880" fmla="*/ 1215891 h 1215891"/>
              <a:gd name="csX881" fmla="*/ 1656445 w 1878314"/>
              <a:gd name="csY881" fmla="*/ 1215891 h 1215891"/>
              <a:gd name="csX882" fmla="*/ 1658328 w 1878314"/>
              <a:gd name="csY882" fmla="*/ 1215891 h 1215891"/>
              <a:gd name="csX883" fmla="*/ 1660210 w 1878314"/>
              <a:gd name="csY883" fmla="*/ 1215891 h 1215891"/>
              <a:gd name="csX884" fmla="*/ 1662092 w 1878314"/>
              <a:gd name="csY884" fmla="*/ 1215891 h 1215891"/>
              <a:gd name="csX885" fmla="*/ 1663965 w 1878314"/>
              <a:gd name="csY885" fmla="*/ 1215891 h 1215891"/>
              <a:gd name="csX886" fmla="*/ 1665847 w 1878314"/>
              <a:gd name="csY886" fmla="*/ 1215891 h 1215891"/>
              <a:gd name="csX887" fmla="*/ 1667729 w 1878314"/>
              <a:gd name="csY887" fmla="*/ 1215891 h 1215891"/>
              <a:gd name="csX888" fmla="*/ 1669611 w 1878314"/>
              <a:gd name="csY888" fmla="*/ 1215891 h 1215891"/>
              <a:gd name="csX889" fmla="*/ 1671494 w 1878314"/>
              <a:gd name="csY889" fmla="*/ 1215891 h 1215891"/>
              <a:gd name="csX890" fmla="*/ 1673366 w 1878314"/>
              <a:gd name="csY890" fmla="*/ 1215891 h 1215891"/>
              <a:gd name="csX891" fmla="*/ 1675248 w 1878314"/>
              <a:gd name="csY891" fmla="*/ 1215891 h 1215891"/>
              <a:gd name="csX892" fmla="*/ 1677131 w 1878314"/>
              <a:gd name="csY892" fmla="*/ 1215891 h 1215891"/>
              <a:gd name="csX893" fmla="*/ 1679013 w 1878314"/>
              <a:gd name="csY893" fmla="*/ 1215891 h 1215891"/>
              <a:gd name="csX894" fmla="*/ 1680895 w 1878314"/>
              <a:gd name="csY894" fmla="*/ 1215891 h 1215891"/>
              <a:gd name="csX895" fmla="*/ 1682767 w 1878314"/>
              <a:gd name="csY895" fmla="*/ 1215891 h 1215891"/>
              <a:gd name="csX896" fmla="*/ 1684650 w 1878314"/>
              <a:gd name="csY896" fmla="*/ 1215891 h 1215891"/>
              <a:gd name="csX897" fmla="*/ 1686532 w 1878314"/>
              <a:gd name="csY897" fmla="*/ 1215891 h 1215891"/>
              <a:gd name="csX898" fmla="*/ 1688414 w 1878314"/>
              <a:gd name="csY898" fmla="*/ 1215891 h 1215891"/>
              <a:gd name="csX899" fmla="*/ 1690296 w 1878314"/>
              <a:gd name="csY899" fmla="*/ 1215891 h 1215891"/>
              <a:gd name="csX900" fmla="*/ 1692169 w 1878314"/>
              <a:gd name="csY900" fmla="*/ 1215891 h 1215891"/>
              <a:gd name="csX901" fmla="*/ 1694051 w 1878314"/>
              <a:gd name="csY901" fmla="*/ 1215891 h 1215891"/>
              <a:gd name="csX902" fmla="*/ 1695933 w 1878314"/>
              <a:gd name="csY902" fmla="*/ 1215891 h 1215891"/>
              <a:gd name="csX903" fmla="*/ 1697815 w 1878314"/>
              <a:gd name="csY903" fmla="*/ 1215891 h 1215891"/>
              <a:gd name="csX904" fmla="*/ 1699688 w 1878314"/>
              <a:gd name="csY904" fmla="*/ 1215891 h 1215891"/>
              <a:gd name="csX905" fmla="*/ 1701570 w 1878314"/>
              <a:gd name="csY905" fmla="*/ 1215891 h 1215891"/>
              <a:gd name="csX906" fmla="*/ 1703452 w 1878314"/>
              <a:gd name="csY906" fmla="*/ 1215891 h 1215891"/>
              <a:gd name="csX907" fmla="*/ 1705334 w 1878314"/>
              <a:gd name="csY907" fmla="*/ 1215891 h 1215891"/>
              <a:gd name="csX908" fmla="*/ 1707217 w 1878314"/>
              <a:gd name="csY908" fmla="*/ 1215891 h 1215891"/>
              <a:gd name="csX909" fmla="*/ 1709089 w 1878314"/>
              <a:gd name="csY909" fmla="*/ 1215891 h 1215891"/>
              <a:gd name="csX910" fmla="*/ 1710971 w 1878314"/>
              <a:gd name="csY910" fmla="*/ 1215891 h 1215891"/>
              <a:gd name="csX911" fmla="*/ 1712854 w 1878314"/>
              <a:gd name="csY911" fmla="*/ 1215891 h 1215891"/>
              <a:gd name="csX912" fmla="*/ 1714736 w 1878314"/>
              <a:gd name="csY912" fmla="*/ 1215891 h 1215891"/>
              <a:gd name="csX913" fmla="*/ 1716618 w 1878314"/>
              <a:gd name="csY913" fmla="*/ 1215891 h 1215891"/>
              <a:gd name="csX914" fmla="*/ 1718491 w 1878314"/>
              <a:gd name="csY914" fmla="*/ 1215891 h 1215891"/>
              <a:gd name="csX915" fmla="*/ 1720373 w 1878314"/>
              <a:gd name="csY915" fmla="*/ 1215891 h 1215891"/>
              <a:gd name="csX916" fmla="*/ 1722255 w 1878314"/>
              <a:gd name="csY916" fmla="*/ 1215891 h 1215891"/>
              <a:gd name="csX917" fmla="*/ 1724137 w 1878314"/>
              <a:gd name="csY917" fmla="*/ 1215891 h 1215891"/>
              <a:gd name="csX918" fmla="*/ 1726020 w 1878314"/>
              <a:gd name="csY918" fmla="*/ 1215891 h 1215891"/>
              <a:gd name="csX919" fmla="*/ 1727892 w 1878314"/>
              <a:gd name="csY919" fmla="*/ 1215891 h 1215891"/>
              <a:gd name="csX920" fmla="*/ 1729774 w 1878314"/>
              <a:gd name="csY920" fmla="*/ 1215891 h 1215891"/>
              <a:gd name="csX921" fmla="*/ 1731657 w 1878314"/>
              <a:gd name="csY921" fmla="*/ 1215891 h 1215891"/>
              <a:gd name="csX922" fmla="*/ 1733539 w 1878314"/>
              <a:gd name="csY922" fmla="*/ 1215891 h 1215891"/>
              <a:gd name="csX923" fmla="*/ 1735421 w 1878314"/>
              <a:gd name="csY923" fmla="*/ 1215891 h 1215891"/>
              <a:gd name="csX924" fmla="*/ 1737294 w 1878314"/>
              <a:gd name="csY924" fmla="*/ 1215891 h 1215891"/>
              <a:gd name="csX925" fmla="*/ 1739176 w 1878314"/>
              <a:gd name="csY925" fmla="*/ 1215891 h 1215891"/>
              <a:gd name="csX926" fmla="*/ 1741058 w 1878314"/>
              <a:gd name="csY926" fmla="*/ 1215891 h 1215891"/>
              <a:gd name="csX927" fmla="*/ 1742940 w 1878314"/>
              <a:gd name="csY927" fmla="*/ 1215891 h 1215891"/>
              <a:gd name="csX928" fmla="*/ 1744813 w 1878314"/>
              <a:gd name="csY928" fmla="*/ 1215891 h 1215891"/>
              <a:gd name="csX929" fmla="*/ 1746695 w 1878314"/>
              <a:gd name="csY929" fmla="*/ 1215891 h 1215891"/>
              <a:gd name="csX930" fmla="*/ 1748577 w 1878314"/>
              <a:gd name="csY930" fmla="*/ 1215891 h 1215891"/>
              <a:gd name="csX931" fmla="*/ 1750459 w 1878314"/>
              <a:gd name="csY931" fmla="*/ 1215891 h 1215891"/>
              <a:gd name="csX932" fmla="*/ 1752342 w 1878314"/>
              <a:gd name="csY932" fmla="*/ 1215891 h 1215891"/>
              <a:gd name="csX933" fmla="*/ 1754214 w 1878314"/>
              <a:gd name="csY933" fmla="*/ 1215891 h 1215891"/>
              <a:gd name="csX934" fmla="*/ 1756096 w 1878314"/>
              <a:gd name="csY934" fmla="*/ 1215891 h 1215891"/>
              <a:gd name="csX935" fmla="*/ 1757978 w 1878314"/>
              <a:gd name="csY935" fmla="*/ 1215891 h 1215891"/>
              <a:gd name="csX936" fmla="*/ 1759861 w 1878314"/>
              <a:gd name="csY936" fmla="*/ 1215891 h 1215891"/>
              <a:gd name="csX937" fmla="*/ 1761743 w 1878314"/>
              <a:gd name="csY937" fmla="*/ 1215891 h 1215891"/>
              <a:gd name="csX938" fmla="*/ 1763615 w 1878314"/>
              <a:gd name="csY938" fmla="*/ 1215891 h 1215891"/>
              <a:gd name="csX939" fmla="*/ 1765498 w 1878314"/>
              <a:gd name="csY939" fmla="*/ 1215891 h 1215891"/>
              <a:gd name="csX940" fmla="*/ 1767380 w 1878314"/>
              <a:gd name="csY940" fmla="*/ 1215891 h 1215891"/>
              <a:gd name="csX941" fmla="*/ 1769262 w 1878314"/>
              <a:gd name="csY941" fmla="*/ 1215891 h 1215891"/>
              <a:gd name="csX942" fmla="*/ 1771144 w 1878314"/>
              <a:gd name="csY942" fmla="*/ 1215891 h 1215891"/>
              <a:gd name="csX943" fmla="*/ 1773017 w 1878314"/>
              <a:gd name="csY943" fmla="*/ 1215891 h 1215891"/>
              <a:gd name="csX944" fmla="*/ 1774899 w 1878314"/>
              <a:gd name="csY944" fmla="*/ 1215891 h 1215891"/>
              <a:gd name="csX945" fmla="*/ 1776781 w 1878314"/>
              <a:gd name="csY945" fmla="*/ 1215891 h 1215891"/>
              <a:gd name="csX946" fmla="*/ 1778663 w 1878314"/>
              <a:gd name="csY946" fmla="*/ 1215891 h 1215891"/>
              <a:gd name="csX947" fmla="*/ 1780546 w 1878314"/>
              <a:gd name="csY947" fmla="*/ 1215891 h 1215891"/>
              <a:gd name="csX948" fmla="*/ 1782418 w 1878314"/>
              <a:gd name="csY948" fmla="*/ 1215891 h 1215891"/>
              <a:gd name="csX949" fmla="*/ 1784300 w 1878314"/>
              <a:gd name="csY949" fmla="*/ 1215891 h 1215891"/>
              <a:gd name="csX950" fmla="*/ 1786183 w 1878314"/>
              <a:gd name="csY950" fmla="*/ 1215891 h 1215891"/>
              <a:gd name="csX951" fmla="*/ 1788065 w 1878314"/>
              <a:gd name="csY951" fmla="*/ 1215891 h 1215891"/>
              <a:gd name="csX952" fmla="*/ 1789937 w 1878314"/>
              <a:gd name="csY952" fmla="*/ 1215891 h 1215891"/>
              <a:gd name="csX953" fmla="*/ 1791820 w 1878314"/>
              <a:gd name="csY953" fmla="*/ 1215891 h 1215891"/>
              <a:gd name="csX954" fmla="*/ 1793702 w 1878314"/>
              <a:gd name="csY954" fmla="*/ 1215891 h 1215891"/>
              <a:gd name="csX955" fmla="*/ 1795584 w 1878314"/>
              <a:gd name="csY955" fmla="*/ 1215891 h 1215891"/>
              <a:gd name="csX956" fmla="*/ 1797466 w 1878314"/>
              <a:gd name="csY956" fmla="*/ 1215891 h 1215891"/>
              <a:gd name="csX957" fmla="*/ 1799339 w 1878314"/>
              <a:gd name="csY957" fmla="*/ 1215891 h 1215891"/>
              <a:gd name="csX958" fmla="*/ 1801221 w 1878314"/>
              <a:gd name="csY958" fmla="*/ 1215891 h 1215891"/>
              <a:gd name="csX959" fmla="*/ 1803103 w 1878314"/>
              <a:gd name="csY959" fmla="*/ 1215891 h 1215891"/>
              <a:gd name="csX960" fmla="*/ 1804985 w 1878314"/>
              <a:gd name="csY960" fmla="*/ 1215891 h 1215891"/>
              <a:gd name="csX961" fmla="*/ 1806868 w 1878314"/>
              <a:gd name="csY961" fmla="*/ 1215891 h 1215891"/>
              <a:gd name="csX962" fmla="*/ 1808740 w 1878314"/>
              <a:gd name="csY962" fmla="*/ 1215891 h 1215891"/>
              <a:gd name="csX963" fmla="*/ 1810622 w 1878314"/>
              <a:gd name="csY963" fmla="*/ 1215891 h 1215891"/>
              <a:gd name="csX964" fmla="*/ 1812505 w 1878314"/>
              <a:gd name="csY964" fmla="*/ 1215891 h 1215891"/>
              <a:gd name="csX965" fmla="*/ 1814387 w 1878314"/>
              <a:gd name="csY965" fmla="*/ 1215891 h 1215891"/>
              <a:gd name="csX966" fmla="*/ 1816269 w 1878314"/>
              <a:gd name="csY966" fmla="*/ 1215891 h 1215891"/>
              <a:gd name="csX967" fmla="*/ 1818141 w 1878314"/>
              <a:gd name="csY967" fmla="*/ 1215891 h 1215891"/>
              <a:gd name="csX968" fmla="*/ 1820024 w 1878314"/>
              <a:gd name="csY968" fmla="*/ 1215891 h 1215891"/>
              <a:gd name="csX969" fmla="*/ 1821906 w 1878314"/>
              <a:gd name="csY969" fmla="*/ 1215891 h 1215891"/>
              <a:gd name="csX970" fmla="*/ 1823788 w 1878314"/>
              <a:gd name="csY970" fmla="*/ 1215891 h 1215891"/>
              <a:gd name="csX971" fmla="*/ 1825670 w 1878314"/>
              <a:gd name="csY971" fmla="*/ 1215891 h 1215891"/>
              <a:gd name="csX972" fmla="*/ 1827543 w 1878314"/>
              <a:gd name="csY972" fmla="*/ 1215891 h 1215891"/>
              <a:gd name="csX973" fmla="*/ 1829425 w 1878314"/>
              <a:gd name="csY973" fmla="*/ 1215891 h 1215891"/>
              <a:gd name="csX974" fmla="*/ 1831307 w 1878314"/>
              <a:gd name="csY974" fmla="*/ 1215891 h 1215891"/>
              <a:gd name="csX975" fmla="*/ 1833189 w 1878314"/>
              <a:gd name="csY975" fmla="*/ 1215891 h 1215891"/>
              <a:gd name="csX976" fmla="*/ 1835062 w 1878314"/>
              <a:gd name="csY976" fmla="*/ 1215891 h 1215891"/>
              <a:gd name="csX977" fmla="*/ 1836944 w 1878314"/>
              <a:gd name="csY977" fmla="*/ 1215891 h 1215891"/>
              <a:gd name="csX978" fmla="*/ 1838826 w 1878314"/>
              <a:gd name="csY978" fmla="*/ 1215891 h 1215891"/>
              <a:gd name="csX979" fmla="*/ 1840709 w 1878314"/>
              <a:gd name="csY979" fmla="*/ 1215891 h 1215891"/>
              <a:gd name="csX980" fmla="*/ 1842591 w 1878314"/>
              <a:gd name="csY980" fmla="*/ 1215891 h 1215891"/>
              <a:gd name="csX981" fmla="*/ 1844463 w 1878314"/>
              <a:gd name="csY981" fmla="*/ 1215891 h 1215891"/>
              <a:gd name="csX982" fmla="*/ 1846346 w 1878314"/>
              <a:gd name="csY982" fmla="*/ 1215891 h 1215891"/>
              <a:gd name="csX983" fmla="*/ 1848228 w 1878314"/>
              <a:gd name="csY983" fmla="*/ 1215891 h 1215891"/>
              <a:gd name="csX984" fmla="*/ 1850110 w 1878314"/>
              <a:gd name="csY984" fmla="*/ 1215891 h 1215891"/>
              <a:gd name="csX985" fmla="*/ 1851992 w 1878314"/>
              <a:gd name="csY985" fmla="*/ 1215891 h 1215891"/>
              <a:gd name="csX986" fmla="*/ 1853865 w 1878314"/>
              <a:gd name="csY986" fmla="*/ 1215891 h 1215891"/>
              <a:gd name="csX987" fmla="*/ 1855747 w 1878314"/>
              <a:gd name="csY987" fmla="*/ 1215891 h 1215891"/>
              <a:gd name="csX988" fmla="*/ 1857629 w 1878314"/>
              <a:gd name="csY988" fmla="*/ 1215891 h 1215891"/>
              <a:gd name="csX989" fmla="*/ 1859511 w 1878314"/>
              <a:gd name="csY989" fmla="*/ 1215891 h 1215891"/>
              <a:gd name="csX990" fmla="*/ 1861394 w 1878314"/>
              <a:gd name="csY990" fmla="*/ 1215891 h 1215891"/>
              <a:gd name="csX991" fmla="*/ 1863266 w 1878314"/>
              <a:gd name="csY991" fmla="*/ 1215891 h 1215891"/>
              <a:gd name="csX992" fmla="*/ 1865148 w 1878314"/>
              <a:gd name="csY992" fmla="*/ 1215891 h 1215891"/>
              <a:gd name="csX993" fmla="*/ 1867031 w 1878314"/>
              <a:gd name="csY993" fmla="*/ 1215891 h 1215891"/>
              <a:gd name="csX994" fmla="*/ 1868913 w 1878314"/>
              <a:gd name="csY994" fmla="*/ 1215891 h 1215891"/>
              <a:gd name="csX995" fmla="*/ 1870795 w 1878314"/>
              <a:gd name="csY995" fmla="*/ 1215891 h 1215891"/>
              <a:gd name="csX996" fmla="*/ 1872668 w 1878314"/>
              <a:gd name="csY996" fmla="*/ 1215891 h 1215891"/>
              <a:gd name="csX997" fmla="*/ 1874550 w 1878314"/>
              <a:gd name="csY997" fmla="*/ 1215891 h 1215891"/>
              <a:gd name="csX998" fmla="*/ 1876432 w 1878314"/>
              <a:gd name="csY998" fmla="*/ 1215891 h 1215891"/>
              <a:gd name="csX999" fmla="*/ 1878314 w 1878314"/>
              <a:gd name="csY999" fmla="*/ 1215891 h 12158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15891">
                <a:moveTo>
                  <a:pt x="0" y="1215891"/>
                </a:moveTo>
                <a:lnTo>
                  <a:pt x="1879" y="1215891"/>
                </a:lnTo>
                <a:lnTo>
                  <a:pt x="3760" y="1215891"/>
                </a:lnTo>
                <a:lnTo>
                  <a:pt x="5640" y="1215891"/>
                </a:lnTo>
                <a:lnTo>
                  <a:pt x="7520" y="1215891"/>
                </a:lnTo>
                <a:lnTo>
                  <a:pt x="9400" y="1215891"/>
                </a:lnTo>
                <a:lnTo>
                  <a:pt x="11281" y="1215891"/>
                </a:lnTo>
                <a:lnTo>
                  <a:pt x="13161" y="1215891"/>
                </a:lnTo>
                <a:lnTo>
                  <a:pt x="15041" y="1215891"/>
                </a:lnTo>
                <a:lnTo>
                  <a:pt x="16922" y="1215891"/>
                </a:lnTo>
                <a:lnTo>
                  <a:pt x="18802" y="1215891"/>
                </a:lnTo>
                <a:lnTo>
                  <a:pt x="20682" y="1215891"/>
                </a:lnTo>
                <a:lnTo>
                  <a:pt x="22562" y="1215891"/>
                </a:lnTo>
                <a:lnTo>
                  <a:pt x="24442" y="1215891"/>
                </a:lnTo>
                <a:lnTo>
                  <a:pt x="26322" y="1215891"/>
                </a:lnTo>
                <a:lnTo>
                  <a:pt x="28202" y="1215891"/>
                </a:lnTo>
                <a:lnTo>
                  <a:pt x="30082" y="1215891"/>
                </a:lnTo>
                <a:lnTo>
                  <a:pt x="31963" y="1215891"/>
                </a:lnTo>
                <a:lnTo>
                  <a:pt x="33843" y="1215891"/>
                </a:lnTo>
                <a:lnTo>
                  <a:pt x="35723" y="1215891"/>
                </a:lnTo>
                <a:lnTo>
                  <a:pt x="37604" y="1215891"/>
                </a:lnTo>
                <a:lnTo>
                  <a:pt x="39484" y="1215891"/>
                </a:lnTo>
                <a:lnTo>
                  <a:pt x="41364" y="1215891"/>
                </a:lnTo>
                <a:lnTo>
                  <a:pt x="43244" y="1215891"/>
                </a:lnTo>
                <a:lnTo>
                  <a:pt x="45124" y="1215891"/>
                </a:lnTo>
                <a:lnTo>
                  <a:pt x="47004" y="1215891"/>
                </a:lnTo>
                <a:lnTo>
                  <a:pt x="48884" y="1215891"/>
                </a:lnTo>
                <a:lnTo>
                  <a:pt x="50765" y="1215891"/>
                </a:lnTo>
                <a:lnTo>
                  <a:pt x="52645" y="1215891"/>
                </a:lnTo>
                <a:lnTo>
                  <a:pt x="54525" y="1215891"/>
                </a:lnTo>
                <a:lnTo>
                  <a:pt x="56405" y="1215891"/>
                </a:lnTo>
                <a:lnTo>
                  <a:pt x="58286" y="1215891"/>
                </a:lnTo>
                <a:lnTo>
                  <a:pt x="60166" y="1215891"/>
                </a:lnTo>
                <a:lnTo>
                  <a:pt x="62046" y="1215891"/>
                </a:lnTo>
                <a:lnTo>
                  <a:pt x="63926" y="1215891"/>
                </a:lnTo>
                <a:lnTo>
                  <a:pt x="65807" y="1215891"/>
                </a:lnTo>
                <a:lnTo>
                  <a:pt x="67686" y="1215891"/>
                </a:lnTo>
                <a:lnTo>
                  <a:pt x="69566" y="1215891"/>
                </a:lnTo>
                <a:lnTo>
                  <a:pt x="71447" y="1215891"/>
                </a:lnTo>
                <a:lnTo>
                  <a:pt x="73327" y="1215891"/>
                </a:lnTo>
                <a:lnTo>
                  <a:pt x="75207" y="1215891"/>
                </a:lnTo>
                <a:lnTo>
                  <a:pt x="77087" y="1215891"/>
                </a:lnTo>
                <a:lnTo>
                  <a:pt x="78968" y="1215891"/>
                </a:lnTo>
                <a:lnTo>
                  <a:pt x="80848" y="1215891"/>
                </a:lnTo>
                <a:lnTo>
                  <a:pt x="82728" y="1215891"/>
                </a:lnTo>
                <a:lnTo>
                  <a:pt x="84609" y="1215891"/>
                </a:lnTo>
                <a:lnTo>
                  <a:pt x="86489" y="1215891"/>
                </a:lnTo>
                <a:lnTo>
                  <a:pt x="88368" y="1215891"/>
                </a:lnTo>
                <a:lnTo>
                  <a:pt x="90248" y="1215891"/>
                </a:lnTo>
                <a:lnTo>
                  <a:pt x="92129" y="1215891"/>
                </a:lnTo>
                <a:lnTo>
                  <a:pt x="94009" y="1215891"/>
                </a:lnTo>
                <a:lnTo>
                  <a:pt x="95889" y="1215891"/>
                </a:lnTo>
                <a:lnTo>
                  <a:pt x="97769" y="1215891"/>
                </a:lnTo>
                <a:lnTo>
                  <a:pt x="99650" y="1215891"/>
                </a:lnTo>
                <a:lnTo>
                  <a:pt x="101530" y="1215891"/>
                </a:lnTo>
                <a:lnTo>
                  <a:pt x="103410" y="1215891"/>
                </a:lnTo>
                <a:lnTo>
                  <a:pt x="105291" y="1215891"/>
                </a:lnTo>
                <a:lnTo>
                  <a:pt x="107171" y="1215891"/>
                </a:lnTo>
                <a:lnTo>
                  <a:pt x="109051" y="1215891"/>
                </a:lnTo>
                <a:lnTo>
                  <a:pt x="110930" y="1215891"/>
                </a:lnTo>
                <a:lnTo>
                  <a:pt x="112811" y="1215891"/>
                </a:lnTo>
                <a:lnTo>
                  <a:pt x="114691" y="1215891"/>
                </a:lnTo>
                <a:lnTo>
                  <a:pt x="116571" y="1215891"/>
                </a:lnTo>
                <a:lnTo>
                  <a:pt x="118452" y="1215891"/>
                </a:lnTo>
                <a:lnTo>
                  <a:pt x="120332" y="1215891"/>
                </a:lnTo>
                <a:lnTo>
                  <a:pt x="122212" y="1215891"/>
                </a:lnTo>
                <a:lnTo>
                  <a:pt x="124092" y="1215891"/>
                </a:lnTo>
                <a:lnTo>
                  <a:pt x="125973" y="1215891"/>
                </a:lnTo>
                <a:lnTo>
                  <a:pt x="127853" y="1215891"/>
                </a:lnTo>
                <a:lnTo>
                  <a:pt x="129733" y="1215891"/>
                </a:lnTo>
                <a:lnTo>
                  <a:pt x="131613" y="1215891"/>
                </a:lnTo>
                <a:lnTo>
                  <a:pt x="133493" y="1215891"/>
                </a:lnTo>
                <a:lnTo>
                  <a:pt x="135373" y="1215891"/>
                </a:lnTo>
                <a:lnTo>
                  <a:pt x="137253" y="1215891"/>
                </a:lnTo>
                <a:lnTo>
                  <a:pt x="139134" y="1215891"/>
                </a:lnTo>
                <a:lnTo>
                  <a:pt x="141014" y="1215891"/>
                </a:lnTo>
                <a:lnTo>
                  <a:pt x="142894" y="1215891"/>
                </a:lnTo>
                <a:lnTo>
                  <a:pt x="144774" y="1215891"/>
                </a:lnTo>
                <a:lnTo>
                  <a:pt x="146655" y="1215891"/>
                </a:lnTo>
                <a:lnTo>
                  <a:pt x="148535" y="1215891"/>
                </a:lnTo>
                <a:lnTo>
                  <a:pt x="150415" y="1215891"/>
                </a:lnTo>
                <a:lnTo>
                  <a:pt x="152296" y="1215891"/>
                </a:lnTo>
                <a:lnTo>
                  <a:pt x="154175" y="1215891"/>
                </a:lnTo>
                <a:lnTo>
                  <a:pt x="156055" y="1215891"/>
                </a:lnTo>
                <a:lnTo>
                  <a:pt x="157935" y="1215891"/>
                </a:lnTo>
                <a:lnTo>
                  <a:pt x="159816" y="1215891"/>
                </a:lnTo>
                <a:lnTo>
                  <a:pt x="161696" y="1215891"/>
                </a:lnTo>
                <a:lnTo>
                  <a:pt x="163576" y="1215891"/>
                </a:lnTo>
                <a:lnTo>
                  <a:pt x="165457" y="1215891"/>
                </a:lnTo>
                <a:lnTo>
                  <a:pt x="167337" y="1215891"/>
                </a:lnTo>
                <a:lnTo>
                  <a:pt x="169217" y="1215891"/>
                </a:lnTo>
                <a:lnTo>
                  <a:pt x="171097" y="1215891"/>
                </a:lnTo>
                <a:lnTo>
                  <a:pt x="172978" y="1215891"/>
                </a:lnTo>
                <a:lnTo>
                  <a:pt x="174857" y="1215891"/>
                </a:lnTo>
                <a:lnTo>
                  <a:pt x="176737" y="1215891"/>
                </a:lnTo>
                <a:lnTo>
                  <a:pt x="178617" y="1215891"/>
                </a:lnTo>
                <a:lnTo>
                  <a:pt x="180498" y="1215891"/>
                </a:lnTo>
                <a:lnTo>
                  <a:pt x="182378" y="1215891"/>
                </a:lnTo>
                <a:lnTo>
                  <a:pt x="184258" y="1215891"/>
                </a:lnTo>
                <a:lnTo>
                  <a:pt x="186139" y="1215891"/>
                </a:lnTo>
                <a:lnTo>
                  <a:pt x="188019" y="1215891"/>
                </a:lnTo>
                <a:lnTo>
                  <a:pt x="189899" y="1215891"/>
                </a:lnTo>
                <a:lnTo>
                  <a:pt x="191779" y="1215891"/>
                </a:lnTo>
                <a:lnTo>
                  <a:pt x="193660" y="1215891"/>
                </a:lnTo>
                <a:lnTo>
                  <a:pt x="195540" y="1215891"/>
                </a:lnTo>
                <a:lnTo>
                  <a:pt x="197419" y="1215891"/>
                </a:lnTo>
                <a:lnTo>
                  <a:pt x="199300" y="1215891"/>
                </a:lnTo>
                <a:lnTo>
                  <a:pt x="201180" y="1215891"/>
                </a:lnTo>
                <a:lnTo>
                  <a:pt x="203060" y="1215891"/>
                </a:lnTo>
                <a:lnTo>
                  <a:pt x="204940" y="1215891"/>
                </a:lnTo>
                <a:lnTo>
                  <a:pt x="206821" y="1215891"/>
                </a:lnTo>
                <a:lnTo>
                  <a:pt x="208701" y="1215891"/>
                </a:lnTo>
                <a:lnTo>
                  <a:pt x="210581" y="1215891"/>
                </a:lnTo>
                <a:lnTo>
                  <a:pt x="212461" y="1215891"/>
                </a:lnTo>
                <a:lnTo>
                  <a:pt x="214342" y="1215891"/>
                </a:lnTo>
                <a:lnTo>
                  <a:pt x="216222" y="1215891"/>
                </a:lnTo>
                <a:lnTo>
                  <a:pt x="218101" y="1215891"/>
                </a:lnTo>
                <a:lnTo>
                  <a:pt x="219982" y="1215891"/>
                </a:lnTo>
                <a:lnTo>
                  <a:pt x="221862" y="1215891"/>
                </a:lnTo>
                <a:lnTo>
                  <a:pt x="223742" y="1215891"/>
                </a:lnTo>
                <a:lnTo>
                  <a:pt x="225622" y="1215891"/>
                </a:lnTo>
                <a:lnTo>
                  <a:pt x="227503" y="1215891"/>
                </a:lnTo>
                <a:lnTo>
                  <a:pt x="229383" y="1215891"/>
                </a:lnTo>
                <a:lnTo>
                  <a:pt x="231263" y="1215891"/>
                </a:lnTo>
                <a:lnTo>
                  <a:pt x="233144" y="1215891"/>
                </a:lnTo>
                <a:lnTo>
                  <a:pt x="235024" y="1215891"/>
                </a:lnTo>
                <a:lnTo>
                  <a:pt x="236904" y="1215891"/>
                </a:lnTo>
                <a:lnTo>
                  <a:pt x="238784" y="1215891"/>
                </a:lnTo>
                <a:lnTo>
                  <a:pt x="240664" y="1215891"/>
                </a:lnTo>
                <a:lnTo>
                  <a:pt x="242544" y="1215891"/>
                </a:lnTo>
                <a:lnTo>
                  <a:pt x="244424" y="1215891"/>
                </a:lnTo>
                <a:lnTo>
                  <a:pt x="246305" y="1215891"/>
                </a:lnTo>
                <a:lnTo>
                  <a:pt x="248185" y="1215891"/>
                </a:lnTo>
                <a:lnTo>
                  <a:pt x="250065" y="1215891"/>
                </a:lnTo>
                <a:lnTo>
                  <a:pt x="251945" y="1215891"/>
                </a:lnTo>
                <a:lnTo>
                  <a:pt x="253826" y="1215891"/>
                </a:lnTo>
                <a:lnTo>
                  <a:pt x="255706" y="1215891"/>
                </a:lnTo>
                <a:lnTo>
                  <a:pt x="257586" y="1215891"/>
                </a:lnTo>
                <a:lnTo>
                  <a:pt x="259466" y="1215891"/>
                </a:lnTo>
                <a:lnTo>
                  <a:pt x="261346" y="1215891"/>
                </a:lnTo>
                <a:lnTo>
                  <a:pt x="263226" y="1215891"/>
                </a:lnTo>
                <a:lnTo>
                  <a:pt x="265106" y="1215891"/>
                </a:lnTo>
                <a:lnTo>
                  <a:pt x="266987" y="1215891"/>
                </a:lnTo>
                <a:lnTo>
                  <a:pt x="268867" y="1215891"/>
                </a:lnTo>
                <a:lnTo>
                  <a:pt x="270747" y="1215891"/>
                </a:lnTo>
                <a:lnTo>
                  <a:pt x="272627" y="1215891"/>
                </a:lnTo>
                <a:lnTo>
                  <a:pt x="274508" y="1215891"/>
                </a:lnTo>
                <a:lnTo>
                  <a:pt x="276388" y="1215891"/>
                </a:lnTo>
                <a:lnTo>
                  <a:pt x="278268" y="1215891"/>
                </a:lnTo>
                <a:lnTo>
                  <a:pt x="280148" y="1215891"/>
                </a:lnTo>
                <a:lnTo>
                  <a:pt x="282029" y="1215891"/>
                </a:lnTo>
                <a:lnTo>
                  <a:pt x="283908" y="1215891"/>
                </a:lnTo>
                <a:lnTo>
                  <a:pt x="285788" y="1215891"/>
                </a:lnTo>
                <a:lnTo>
                  <a:pt x="287669" y="1215891"/>
                </a:lnTo>
                <a:lnTo>
                  <a:pt x="289549" y="1215891"/>
                </a:lnTo>
                <a:lnTo>
                  <a:pt x="291429" y="1215891"/>
                </a:lnTo>
                <a:lnTo>
                  <a:pt x="293309" y="1215891"/>
                </a:lnTo>
                <a:lnTo>
                  <a:pt x="295190" y="1215891"/>
                </a:lnTo>
                <a:lnTo>
                  <a:pt x="297070" y="1215891"/>
                </a:lnTo>
                <a:lnTo>
                  <a:pt x="298950" y="1215891"/>
                </a:lnTo>
                <a:lnTo>
                  <a:pt x="300831" y="1215891"/>
                </a:lnTo>
                <a:lnTo>
                  <a:pt x="302711" y="1215891"/>
                </a:lnTo>
                <a:lnTo>
                  <a:pt x="304590" y="1215891"/>
                </a:lnTo>
                <a:lnTo>
                  <a:pt x="306470" y="1215891"/>
                </a:lnTo>
                <a:lnTo>
                  <a:pt x="308351" y="1215891"/>
                </a:lnTo>
                <a:lnTo>
                  <a:pt x="310231" y="1215891"/>
                </a:lnTo>
                <a:lnTo>
                  <a:pt x="312111" y="1215891"/>
                </a:lnTo>
                <a:lnTo>
                  <a:pt x="313992" y="1215891"/>
                </a:lnTo>
                <a:lnTo>
                  <a:pt x="315872" y="1215891"/>
                </a:lnTo>
                <a:lnTo>
                  <a:pt x="317752" y="1215891"/>
                </a:lnTo>
                <a:lnTo>
                  <a:pt x="319632" y="1215891"/>
                </a:lnTo>
                <a:lnTo>
                  <a:pt x="321513" y="1215891"/>
                </a:lnTo>
                <a:lnTo>
                  <a:pt x="323393" y="1215891"/>
                </a:lnTo>
                <a:lnTo>
                  <a:pt x="325273" y="1215891"/>
                </a:lnTo>
                <a:lnTo>
                  <a:pt x="327153" y="1215891"/>
                </a:lnTo>
                <a:lnTo>
                  <a:pt x="329033" y="1215891"/>
                </a:lnTo>
                <a:lnTo>
                  <a:pt x="330913" y="1215891"/>
                </a:lnTo>
                <a:lnTo>
                  <a:pt x="332793" y="1215891"/>
                </a:lnTo>
                <a:lnTo>
                  <a:pt x="334674" y="1215891"/>
                </a:lnTo>
                <a:lnTo>
                  <a:pt x="336554" y="1215891"/>
                </a:lnTo>
                <a:lnTo>
                  <a:pt x="338434" y="1215891"/>
                </a:lnTo>
                <a:lnTo>
                  <a:pt x="340314" y="1215891"/>
                </a:lnTo>
                <a:lnTo>
                  <a:pt x="342195" y="1215891"/>
                </a:lnTo>
                <a:lnTo>
                  <a:pt x="344075" y="1215891"/>
                </a:lnTo>
                <a:lnTo>
                  <a:pt x="345955" y="1215891"/>
                </a:lnTo>
                <a:lnTo>
                  <a:pt x="347835" y="1215891"/>
                </a:lnTo>
                <a:lnTo>
                  <a:pt x="349715" y="1215891"/>
                </a:lnTo>
                <a:lnTo>
                  <a:pt x="351595" y="1215891"/>
                </a:lnTo>
                <a:lnTo>
                  <a:pt x="353475" y="1215891"/>
                </a:lnTo>
                <a:lnTo>
                  <a:pt x="355356" y="1215891"/>
                </a:lnTo>
                <a:lnTo>
                  <a:pt x="357236" y="1215891"/>
                </a:lnTo>
                <a:lnTo>
                  <a:pt x="359116" y="1215891"/>
                </a:lnTo>
                <a:lnTo>
                  <a:pt x="360996" y="1215891"/>
                </a:lnTo>
                <a:lnTo>
                  <a:pt x="362877" y="1215891"/>
                </a:lnTo>
                <a:lnTo>
                  <a:pt x="364757" y="1215891"/>
                </a:lnTo>
                <a:lnTo>
                  <a:pt x="366637" y="1215891"/>
                </a:lnTo>
                <a:lnTo>
                  <a:pt x="368518" y="1215891"/>
                </a:lnTo>
                <a:lnTo>
                  <a:pt x="370397" y="1215891"/>
                </a:lnTo>
                <a:lnTo>
                  <a:pt x="372277" y="1215891"/>
                </a:lnTo>
                <a:lnTo>
                  <a:pt x="374157" y="1215891"/>
                </a:lnTo>
                <a:lnTo>
                  <a:pt x="376038" y="1215891"/>
                </a:lnTo>
                <a:lnTo>
                  <a:pt x="377918" y="1215891"/>
                </a:lnTo>
                <a:lnTo>
                  <a:pt x="379798" y="1215891"/>
                </a:lnTo>
                <a:lnTo>
                  <a:pt x="381679" y="1215891"/>
                </a:lnTo>
                <a:lnTo>
                  <a:pt x="383559" y="1215891"/>
                </a:lnTo>
                <a:lnTo>
                  <a:pt x="385439" y="1215891"/>
                </a:lnTo>
                <a:lnTo>
                  <a:pt x="387319" y="1215891"/>
                </a:lnTo>
                <a:lnTo>
                  <a:pt x="389200" y="1215891"/>
                </a:lnTo>
                <a:lnTo>
                  <a:pt x="391079" y="1215891"/>
                </a:lnTo>
                <a:lnTo>
                  <a:pt x="392959" y="1215891"/>
                </a:lnTo>
                <a:lnTo>
                  <a:pt x="394840" y="1215891"/>
                </a:lnTo>
                <a:lnTo>
                  <a:pt x="396720" y="1215891"/>
                </a:lnTo>
                <a:lnTo>
                  <a:pt x="398600" y="1215891"/>
                </a:lnTo>
                <a:lnTo>
                  <a:pt x="400480" y="1215891"/>
                </a:lnTo>
                <a:lnTo>
                  <a:pt x="402361" y="1215891"/>
                </a:lnTo>
                <a:lnTo>
                  <a:pt x="404241" y="1215891"/>
                </a:lnTo>
                <a:lnTo>
                  <a:pt x="406121" y="1215891"/>
                </a:lnTo>
                <a:lnTo>
                  <a:pt x="408001" y="1215891"/>
                </a:lnTo>
                <a:lnTo>
                  <a:pt x="409882" y="1215891"/>
                </a:lnTo>
                <a:lnTo>
                  <a:pt x="411762" y="1215891"/>
                </a:lnTo>
                <a:lnTo>
                  <a:pt x="413641" y="1215891"/>
                </a:lnTo>
                <a:lnTo>
                  <a:pt x="415522" y="1215891"/>
                </a:lnTo>
                <a:lnTo>
                  <a:pt x="417402" y="1215891"/>
                </a:lnTo>
                <a:lnTo>
                  <a:pt x="419282" y="1215891"/>
                </a:lnTo>
                <a:lnTo>
                  <a:pt x="421162" y="1215891"/>
                </a:lnTo>
                <a:lnTo>
                  <a:pt x="423043" y="1215891"/>
                </a:lnTo>
                <a:lnTo>
                  <a:pt x="424923" y="1215891"/>
                </a:lnTo>
                <a:lnTo>
                  <a:pt x="426803" y="1215891"/>
                </a:lnTo>
                <a:lnTo>
                  <a:pt x="428684" y="1215891"/>
                </a:lnTo>
                <a:lnTo>
                  <a:pt x="430564" y="1215891"/>
                </a:lnTo>
                <a:lnTo>
                  <a:pt x="432444" y="1215891"/>
                </a:lnTo>
                <a:lnTo>
                  <a:pt x="434323" y="1215891"/>
                </a:lnTo>
                <a:lnTo>
                  <a:pt x="436204" y="1215891"/>
                </a:lnTo>
                <a:lnTo>
                  <a:pt x="438084" y="1215891"/>
                </a:lnTo>
                <a:lnTo>
                  <a:pt x="439964" y="1215891"/>
                </a:lnTo>
                <a:lnTo>
                  <a:pt x="441844" y="1215891"/>
                </a:lnTo>
                <a:lnTo>
                  <a:pt x="443725" y="1215891"/>
                </a:lnTo>
                <a:lnTo>
                  <a:pt x="445605" y="1215891"/>
                </a:lnTo>
                <a:lnTo>
                  <a:pt x="447485" y="1215891"/>
                </a:lnTo>
                <a:lnTo>
                  <a:pt x="449366" y="1215891"/>
                </a:lnTo>
                <a:lnTo>
                  <a:pt x="451246" y="1215891"/>
                </a:lnTo>
                <a:lnTo>
                  <a:pt x="453126" y="1215891"/>
                </a:lnTo>
                <a:lnTo>
                  <a:pt x="455006" y="1215891"/>
                </a:lnTo>
                <a:lnTo>
                  <a:pt x="456886" y="1215891"/>
                </a:lnTo>
                <a:lnTo>
                  <a:pt x="458766" y="1215891"/>
                </a:lnTo>
                <a:lnTo>
                  <a:pt x="460646" y="1215891"/>
                </a:lnTo>
                <a:lnTo>
                  <a:pt x="462527" y="1215891"/>
                </a:lnTo>
                <a:lnTo>
                  <a:pt x="464407" y="1215891"/>
                </a:lnTo>
                <a:lnTo>
                  <a:pt x="466287" y="1215891"/>
                </a:lnTo>
                <a:lnTo>
                  <a:pt x="468167" y="1215891"/>
                </a:lnTo>
                <a:lnTo>
                  <a:pt x="470048" y="1215891"/>
                </a:lnTo>
                <a:lnTo>
                  <a:pt x="471928" y="1215891"/>
                </a:lnTo>
                <a:lnTo>
                  <a:pt x="473808" y="1215891"/>
                </a:lnTo>
                <a:lnTo>
                  <a:pt x="475688" y="1215891"/>
                </a:lnTo>
                <a:lnTo>
                  <a:pt x="477568" y="1215891"/>
                </a:lnTo>
                <a:lnTo>
                  <a:pt x="479448" y="1215891"/>
                </a:lnTo>
                <a:lnTo>
                  <a:pt x="481328" y="1215891"/>
                </a:lnTo>
                <a:lnTo>
                  <a:pt x="483209" y="1215891"/>
                </a:lnTo>
                <a:lnTo>
                  <a:pt x="485089" y="1215891"/>
                </a:lnTo>
                <a:lnTo>
                  <a:pt x="486969" y="1215891"/>
                </a:lnTo>
                <a:lnTo>
                  <a:pt x="488849" y="1215891"/>
                </a:lnTo>
                <a:lnTo>
                  <a:pt x="490730" y="1215891"/>
                </a:lnTo>
                <a:lnTo>
                  <a:pt x="492610" y="1215891"/>
                </a:lnTo>
                <a:lnTo>
                  <a:pt x="494490" y="1215891"/>
                </a:lnTo>
                <a:lnTo>
                  <a:pt x="496371" y="1215891"/>
                </a:lnTo>
                <a:lnTo>
                  <a:pt x="498251" y="1215891"/>
                </a:lnTo>
                <a:lnTo>
                  <a:pt x="500130" y="1215891"/>
                </a:lnTo>
                <a:lnTo>
                  <a:pt x="502010" y="1215891"/>
                </a:lnTo>
                <a:lnTo>
                  <a:pt x="503891" y="1215891"/>
                </a:lnTo>
                <a:lnTo>
                  <a:pt x="505771" y="1215891"/>
                </a:lnTo>
                <a:lnTo>
                  <a:pt x="507651" y="1215891"/>
                </a:lnTo>
                <a:lnTo>
                  <a:pt x="509531" y="1215891"/>
                </a:lnTo>
                <a:lnTo>
                  <a:pt x="511412" y="1215891"/>
                </a:lnTo>
                <a:lnTo>
                  <a:pt x="513292" y="1215891"/>
                </a:lnTo>
                <a:lnTo>
                  <a:pt x="515172" y="1215891"/>
                </a:lnTo>
                <a:lnTo>
                  <a:pt x="517053" y="1215891"/>
                </a:lnTo>
                <a:lnTo>
                  <a:pt x="518933" y="1215891"/>
                </a:lnTo>
                <a:lnTo>
                  <a:pt x="520812" y="1215891"/>
                </a:lnTo>
                <a:lnTo>
                  <a:pt x="522692" y="1215891"/>
                </a:lnTo>
                <a:lnTo>
                  <a:pt x="524573" y="1215891"/>
                </a:lnTo>
                <a:lnTo>
                  <a:pt x="526453" y="1215891"/>
                </a:lnTo>
                <a:lnTo>
                  <a:pt x="528333" y="1215891"/>
                </a:lnTo>
                <a:lnTo>
                  <a:pt x="530214" y="1215891"/>
                </a:lnTo>
                <a:lnTo>
                  <a:pt x="532094" y="1215891"/>
                </a:lnTo>
                <a:lnTo>
                  <a:pt x="533974" y="1215891"/>
                </a:lnTo>
                <a:lnTo>
                  <a:pt x="535854" y="1215891"/>
                </a:lnTo>
                <a:lnTo>
                  <a:pt x="537735" y="1215891"/>
                </a:lnTo>
                <a:lnTo>
                  <a:pt x="539615" y="1215891"/>
                </a:lnTo>
                <a:lnTo>
                  <a:pt x="541495" y="1215891"/>
                </a:lnTo>
                <a:lnTo>
                  <a:pt x="543375" y="1215891"/>
                </a:lnTo>
                <a:lnTo>
                  <a:pt x="545255" y="1215891"/>
                </a:lnTo>
                <a:lnTo>
                  <a:pt x="547135" y="1215891"/>
                </a:lnTo>
                <a:lnTo>
                  <a:pt x="549015" y="1215891"/>
                </a:lnTo>
                <a:lnTo>
                  <a:pt x="550896" y="1215891"/>
                </a:lnTo>
                <a:lnTo>
                  <a:pt x="552776" y="1215891"/>
                </a:lnTo>
                <a:lnTo>
                  <a:pt x="554656" y="1215891"/>
                </a:lnTo>
                <a:lnTo>
                  <a:pt x="556536" y="1215891"/>
                </a:lnTo>
                <a:lnTo>
                  <a:pt x="558417" y="1215891"/>
                </a:lnTo>
                <a:lnTo>
                  <a:pt x="560297" y="1215891"/>
                </a:lnTo>
                <a:lnTo>
                  <a:pt x="562177" y="1215891"/>
                </a:lnTo>
                <a:lnTo>
                  <a:pt x="564057" y="1215891"/>
                </a:lnTo>
                <a:lnTo>
                  <a:pt x="565937" y="1215891"/>
                </a:lnTo>
                <a:lnTo>
                  <a:pt x="567817" y="1215891"/>
                </a:lnTo>
                <a:lnTo>
                  <a:pt x="569697" y="1215891"/>
                </a:lnTo>
                <a:lnTo>
                  <a:pt x="571578" y="1215891"/>
                </a:lnTo>
                <a:lnTo>
                  <a:pt x="573458" y="1215891"/>
                </a:lnTo>
                <a:lnTo>
                  <a:pt x="575338" y="1215891"/>
                </a:lnTo>
                <a:lnTo>
                  <a:pt x="577219" y="1215891"/>
                </a:lnTo>
                <a:lnTo>
                  <a:pt x="579099" y="1215891"/>
                </a:lnTo>
                <a:lnTo>
                  <a:pt x="580979" y="1215891"/>
                </a:lnTo>
                <a:lnTo>
                  <a:pt x="582859" y="1215891"/>
                </a:lnTo>
                <a:lnTo>
                  <a:pt x="584740" y="1215891"/>
                </a:lnTo>
                <a:lnTo>
                  <a:pt x="586619" y="1215891"/>
                </a:lnTo>
                <a:lnTo>
                  <a:pt x="588499" y="1215891"/>
                </a:lnTo>
                <a:lnTo>
                  <a:pt x="590379" y="1215891"/>
                </a:lnTo>
                <a:lnTo>
                  <a:pt x="592260" y="1215891"/>
                </a:lnTo>
                <a:lnTo>
                  <a:pt x="594140" y="1215891"/>
                </a:lnTo>
                <a:lnTo>
                  <a:pt x="596020" y="1215891"/>
                </a:lnTo>
                <a:lnTo>
                  <a:pt x="597901" y="1215891"/>
                </a:lnTo>
                <a:lnTo>
                  <a:pt x="599781" y="1215891"/>
                </a:lnTo>
                <a:lnTo>
                  <a:pt x="601661" y="1215891"/>
                </a:lnTo>
                <a:lnTo>
                  <a:pt x="603541" y="1215891"/>
                </a:lnTo>
                <a:lnTo>
                  <a:pt x="605422" y="1215891"/>
                </a:lnTo>
                <a:lnTo>
                  <a:pt x="607301" y="1215891"/>
                </a:lnTo>
                <a:lnTo>
                  <a:pt x="609181" y="1215891"/>
                </a:lnTo>
                <a:lnTo>
                  <a:pt x="611062" y="1215891"/>
                </a:lnTo>
                <a:lnTo>
                  <a:pt x="612942" y="1215891"/>
                </a:lnTo>
                <a:lnTo>
                  <a:pt x="614822" y="1215891"/>
                </a:lnTo>
                <a:lnTo>
                  <a:pt x="616702" y="1215891"/>
                </a:lnTo>
                <a:lnTo>
                  <a:pt x="618583" y="1215891"/>
                </a:lnTo>
                <a:lnTo>
                  <a:pt x="620463" y="1215891"/>
                </a:lnTo>
                <a:lnTo>
                  <a:pt x="622342" y="1215891"/>
                </a:lnTo>
                <a:lnTo>
                  <a:pt x="624224" y="1215891"/>
                </a:lnTo>
                <a:lnTo>
                  <a:pt x="626107" y="1215891"/>
                </a:lnTo>
                <a:lnTo>
                  <a:pt x="627979" y="1215891"/>
                </a:lnTo>
                <a:lnTo>
                  <a:pt x="629861" y="1215891"/>
                </a:lnTo>
                <a:lnTo>
                  <a:pt x="631744" y="1215891"/>
                </a:lnTo>
                <a:lnTo>
                  <a:pt x="633626" y="1215891"/>
                </a:lnTo>
                <a:lnTo>
                  <a:pt x="635508" y="1215891"/>
                </a:lnTo>
                <a:lnTo>
                  <a:pt x="637381" y="1215891"/>
                </a:lnTo>
                <a:lnTo>
                  <a:pt x="639263" y="1215891"/>
                </a:lnTo>
                <a:lnTo>
                  <a:pt x="641145" y="1215891"/>
                </a:lnTo>
                <a:lnTo>
                  <a:pt x="643027" y="1215891"/>
                </a:lnTo>
                <a:lnTo>
                  <a:pt x="644909" y="1215891"/>
                </a:lnTo>
                <a:lnTo>
                  <a:pt x="646782" y="1215891"/>
                </a:lnTo>
                <a:lnTo>
                  <a:pt x="648664" y="1215891"/>
                </a:lnTo>
                <a:lnTo>
                  <a:pt x="650546" y="1215891"/>
                </a:lnTo>
                <a:lnTo>
                  <a:pt x="652429" y="1215891"/>
                </a:lnTo>
                <a:lnTo>
                  <a:pt x="654311" y="1215891"/>
                </a:lnTo>
                <a:lnTo>
                  <a:pt x="656183" y="1215891"/>
                </a:lnTo>
                <a:lnTo>
                  <a:pt x="658066" y="1215891"/>
                </a:lnTo>
                <a:lnTo>
                  <a:pt x="659948" y="1215891"/>
                </a:lnTo>
                <a:lnTo>
                  <a:pt x="661830" y="1215891"/>
                </a:lnTo>
                <a:lnTo>
                  <a:pt x="663703" y="1215891"/>
                </a:lnTo>
                <a:lnTo>
                  <a:pt x="665585" y="1215891"/>
                </a:lnTo>
                <a:lnTo>
                  <a:pt x="667467" y="1215891"/>
                </a:lnTo>
                <a:lnTo>
                  <a:pt x="669349" y="1215891"/>
                </a:lnTo>
                <a:lnTo>
                  <a:pt x="671231" y="1215891"/>
                </a:lnTo>
                <a:lnTo>
                  <a:pt x="673104" y="1215891"/>
                </a:lnTo>
                <a:lnTo>
                  <a:pt x="674986" y="1215891"/>
                </a:lnTo>
                <a:lnTo>
                  <a:pt x="676868" y="1215891"/>
                </a:lnTo>
                <a:lnTo>
                  <a:pt x="678751" y="1215891"/>
                </a:lnTo>
                <a:lnTo>
                  <a:pt x="680633" y="1215891"/>
                </a:lnTo>
                <a:lnTo>
                  <a:pt x="682505" y="1215891"/>
                </a:lnTo>
                <a:lnTo>
                  <a:pt x="684387" y="1215891"/>
                </a:lnTo>
                <a:lnTo>
                  <a:pt x="686270" y="1215891"/>
                </a:lnTo>
                <a:lnTo>
                  <a:pt x="688152" y="1215891"/>
                </a:lnTo>
                <a:lnTo>
                  <a:pt x="690034" y="1215891"/>
                </a:lnTo>
                <a:lnTo>
                  <a:pt x="691907" y="1215891"/>
                </a:lnTo>
                <a:lnTo>
                  <a:pt x="693789" y="1215891"/>
                </a:lnTo>
                <a:lnTo>
                  <a:pt x="695671" y="1215891"/>
                </a:lnTo>
                <a:lnTo>
                  <a:pt x="697553" y="1215891"/>
                </a:lnTo>
                <a:lnTo>
                  <a:pt x="699435" y="1215891"/>
                </a:lnTo>
                <a:lnTo>
                  <a:pt x="701308" y="1215891"/>
                </a:lnTo>
                <a:lnTo>
                  <a:pt x="703190" y="1215891"/>
                </a:lnTo>
                <a:lnTo>
                  <a:pt x="705072" y="1215891"/>
                </a:lnTo>
                <a:lnTo>
                  <a:pt x="706955" y="1215891"/>
                </a:lnTo>
                <a:lnTo>
                  <a:pt x="708827" y="1215891"/>
                </a:lnTo>
                <a:lnTo>
                  <a:pt x="710709" y="1215891"/>
                </a:lnTo>
                <a:lnTo>
                  <a:pt x="712592" y="1215891"/>
                </a:lnTo>
                <a:lnTo>
                  <a:pt x="714474" y="1215891"/>
                </a:lnTo>
                <a:lnTo>
                  <a:pt x="716356" y="1215891"/>
                </a:lnTo>
                <a:lnTo>
                  <a:pt x="718229" y="1215891"/>
                </a:lnTo>
                <a:lnTo>
                  <a:pt x="720111" y="1215891"/>
                </a:lnTo>
                <a:lnTo>
                  <a:pt x="721993" y="1215891"/>
                </a:lnTo>
                <a:lnTo>
                  <a:pt x="723875" y="1215891"/>
                </a:lnTo>
                <a:lnTo>
                  <a:pt x="725757" y="1215891"/>
                </a:lnTo>
                <a:lnTo>
                  <a:pt x="727630" y="1215891"/>
                </a:lnTo>
                <a:lnTo>
                  <a:pt x="729512" y="1215891"/>
                </a:lnTo>
                <a:lnTo>
                  <a:pt x="731394" y="1215891"/>
                </a:lnTo>
                <a:lnTo>
                  <a:pt x="733277" y="1215891"/>
                </a:lnTo>
                <a:lnTo>
                  <a:pt x="735159" y="1215891"/>
                </a:lnTo>
                <a:lnTo>
                  <a:pt x="737031" y="1215891"/>
                </a:lnTo>
                <a:lnTo>
                  <a:pt x="738914" y="1215891"/>
                </a:lnTo>
                <a:lnTo>
                  <a:pt x="740796" y="1215891"/>
                </a:lnTo>
                <a:lnTo>
                  <a:pt x="742678" y="1215891"/>
                </a:lnTo>
                <a:lnTo>
                  <a:pt x="744560" y="1215891"/>
                </a:lnTo>
                <a:lnTo>
                  <a:pt x="746433" y="1215891"/>
                </a:lnTo>
                <a:lnTo>
                  <a:pt x="748315" y="1215891"/>
                </a:lnTo>
                <a:lnTo>
                  <a:pt x="750197" y="1215891"/>
                </a:lnTo>
                <a:lnTo>
                  <a:pt x="752079" y="1215891"/>
                </a:lnTo>
                <a:lnTo>
                  <a:pt x="753952" y="1215891"/>
                </a:lnTo>
                <a:lnTo>
                  <a:pt x="755834" y="1215891"/>
                </a:lnTo>
                <a:lnTo>
                  <a:pt x="757716" y="1215891"/>
                </a:lnTo>
                <a:lnTo>
                  <a:pt x="759598" y="1215891"/>
                </a:lnTo>
                <a:lnTo>
                  <a:pt x="761481" y="1215891"/>
                </a:lnTo>
                <a:lnTo>
                  <a:pt x="763353" y="1215891"/>
                </a:lnTo>
                <a:lnTo>
                  <a:pt x="765235" y="1215891"/>
                </a:lnTo>
                <a:lnTo>
                  <a:pt x="767118" y="1215891"/>
                </a:lnTo>
                <a:lnTo>
                  <a:pt x="769000" y="1215891"/>
                </a:lnTo>
                <a:lnTo>
                  <a:pt x="770882" y="1215891"/>
                </a:lnTo>
                <a:lnTo>
                  <a:pt x="772755" y="1215891"/>
                </a:lnTo>
                <a:lnTo>
                  <a:pt x="774637" y="1215891"/>
                </a:lnTo>
                <a:lnTo>
                  <a:pt x="776519" y="1215891"/>
                </a:lnTo>
                <a:lnTo>
                  <a:pt x="778401" y="1215891"/>
                </a:lnTo>
                <a:lnTo>
                  <a:pt x="780283" y="1215891"/>
                </a:lnTo>
                <a:lnTo>
                  <a:pt x="782156" y="1215891"/>
                </a:lnTo>
                <a:lnTo>
                  <a:pt x="784038" y="1215891"/>
                </a:lnTo>
                <a:lnTo>
                  <a:pt x="785920" y="1215891"/>
                </a:lnTo>
                <a:lnTo>
                  <a:pt x="787803" y="1215891"/>
                </a:lnTo>
                <a:lnTo>
                  <a:pt x="789685" y="1215891"/>
                </a:lnTo>
                <a:lnTo>
                  <a:pt x="791557" y="1215891"/>
                </a:lnTo>
                <a:lnTo>
                  <a:pt x="793440" y="1215891"/>
                </a:lnTo>
                <a:lnTo>
                  <a:pt x="795322" y="1215891"/>
                </a:lnTo>
                <a:lnTo>
                  <a:pt x="797204" y="1215891"/>
                </a:lnTo>
                <a:lnTo>
                  <a:pt x="799077" y="1215891"/>
                </a:lnTo>
                <a:lnTo>
                  <a:pt x="800959" y="1215891"/>
                </a:lnTo>
                <a:lnTo>
                  <a:pt x="802841" y="1215891"/>
                </a:lnTo>
                <a:lnTo>
                  <a:pt x="804723" y="1215891"/>
                </a:lnTo>
                <a:lnTo>
                  <a:pt x="806605" y="1215891"/>
                </a:lnTo>
                <a:lnTo>
                  <a:pt x="808478" y="1215891"/>
                </a:lnTo>
                <a:lnTo>
                  <a:pt x="810360" y="1215891"/>
                </a:lnTo>
                <a:lnTo>
                  <a:pt x="812242" y="1215891"/>
                </a:lnTo>
                <a:lnTo>
                  <a:pt x="814125" y="1215891"/>
                </a:lnTo>
                <a:lnTo>
                  <a:pt x="816007" y="1215891"/>
                </a:lnTo>
                <a:lnTo>
                  <a:pt x="817879" y="1215891"/>
                </a:lnTo>
                <a:lnTo>
                  <a:pt x="819762" y="1215891"/>
                </a:lnTo>
                <a:lnTo>
                  <a:pt x="821644" y="1215882"/>
                </a:lnTo>
                <a:lnTo>
                  <a:pt x="823526" y="1215882"/>
                </a:lnTo>
                <a:lnTo>
                  <a:pt x="825408" y="1215882"/>
                </a:lnTo>
                <a:lnTo>
                  <a:pt x="827281" y="1215882"/>
                </a:lnTo>
                <a:lnTo>
                  <a:pt x="829163" y="1215882"/>
                </a:lnTo>
                <a:lnTo>
                  <a:pt x="831045" y="1215882"/>
                </a:lnTo>
                <a:lnTo>
                  <a:pt x="832927" y="1215872"/>
                </a:lnTo>
                <a:lnTo>
                  <a:pt x="834800" y="1215872"/>
                </a:lnTo>
                <a:lnTo>
                  <a:pt x="836682" y="1215872"/>
                </a:lnTo>
                <a:lnTo>
                  <a:pt x="838564" y="1215862"/>
                </a:lnTo>
                <a:lnTo>
                  <a:pt x="840446" y="1215862"/>
                </a:lnTo>
                <a:lnTo>
                  <a:pt x="842329" y="1215853"/>
                </a:lnTo>
                <a:lnTo>
                  <a:pt x="844201" y="1215853"/>
                </a:lnTo>
                <a:lnTo>
                  <a:pt x="846083" y="1215843"/>
                </a:lnTo>
                <a:lnTo>
                  <a:pt x="847966" y="1215833"/>
                </a:lnTo>
                <a:lnTo>
                  <a:pt x="849848" y="1215823"/>
                </a:lnTo>
                <a:lnTo>
                  <a:pt x="851730" y="1215814"/>
                </a:lnTo>
                <a:lnTo>
                  <a:pt x="853603" y="1215804"/>
                </a:lnTo>
                <a:lnTo>
                  <a:pt x="855485" y="1215794"/>
                </a:lnTo>
                <a:lnTo>
                  <a:pt x="857367" y="1215785"/>
                </a:lnTo>
                <a:lnTo>
                  <a:pt x="859249" y="1215765"/>
                </a:lnTo>
                <a:lnTo>
                  <a:pt x="861131" y="1215746"/>
                </a:lnTo>
                <a:lnTo>
                  <a:pt x="863004" y="1215726"/>
                </a:lnTo>
                <a:lnTo>
                  <a:pt x="864886" y="1215707"/>
                </a:lnTo>
                <a:lnTo>
                  <a:pt x="866768" y="1215678"/>
                </a:lnTo>
                <a:lnTo>
                  <a:pt x="868651" y="1215649"/>
                </a:lnTo>
                <a:lnTo>
                  <a:pt x="870533" y="1215620"/>
                </a:lnTo>
                <a:lnTo>
                  <a:pt x="872405" y="1215581"/>
                </a:lnTo>
                <a:lnTo>
                  <a:pt x="874288" y="1215542"/>
                </a:lnTo>
                <a:lnTo>
                  <a:pt x="876170" y="1215494"/>
                </a:lnTo>
                <a:lnTo>
                  <a:pt x="878052" y="1215445"/>
                </a:lnTo>
                <a:lnTo>
                  <a:pt x="879925" y="1215387"/>
                </a:lnTo>
                <a:lnTo>
                  <a:pt x="881807" y="1215329"/>
                </a:lnTo>
                <a:lnTo>
                  <a:pt x="883689" y="1215251"/>
                </a:lnTo>
                <a:lnTo>
                  <a:pt x="885571" y="1215173"/>
                </a:lnTo>
                <a:lnTo>
                  <a:pt x="887453" y="1215086"/>
                </a:lnTo>
                <a:lnTo>
                  <a:pt x="889326" y="1214989"/>
                </a:lnTo>
                <a:lnTo>
                  <a:pt x="891208" y="1214882"/>
                </a:lnTo>
                <a:lnTo>
                  <a:pt x="893090" y="1214756"/>
                </a:lnTo>
                <a:lnTo>
                  <a:pt x="894973" y="1214630"/>
                </a:lnTo>
                <a:lnTo>
                  <a:pt x="896855" y="1214475"/>
                </a:lnTo>
                <a:lnTo>
                  <a:pt x="898727" y="1214310"/>
                </a:lnTo>
                <a:lnTo>
                  <a:pt x="900609" y="1214135"/>
                </a:lnTo>
                <a:lnTo>
                  <a:pt x="902492" y="1213932"/>
                </a:lnTo>
                <a:lnTo>
                  <a:pt x="904374" y="1213708"/>
                </a:lnTo>
                <a:lnTo>
                  <a:pt x="906256" y="1213466"/>
                </a:lnTo>
                <a:lnTo>
                  <a:pt x="908129" y="1213194"/>
                </a:lnTo>
                <a:lnTo>
                  <a:pt x="910011" y="1212893"/>
                </a:lnTo>
                <a:lnTo>
                  <a:pt x="911893" y="1212564"/>
                </a:lnTo>
                <a:lnTo>
                  <a:pt x="913775" y="1212205"/>
                </a:lnTo>
                <a:lnTo>
                  <a:pt x="915657" y="1211816"/>
                </a:lnTo>
                <a:lnTo>
                  <a:pt x="917530" y="1211380"/>
                </a:lnTo>
                <a:lnTo>
                  <a:pt x="919412" y="1210904"/>
                </a:lnTo>
                <a:lnTo>
                  <a:pt x="921294" y="1210381"/>
                </a:lnTo>
                <a:lnTo>
                  <a:pt x="923177" y="1209818"/>
                </a:lnTo>
                <a:lnTo>
                  <a:pt x="925049" y="1209197"/>
                </a:lnTo>
                <a:lnTo>
                  <a:pt x="926931" y="1208518"/>
                </a:lnTo>
                <a:lnTo>
                  <a:pt x="928814" y="1207780"/>
                </a:lnTo>
                <a:lnTo>
                  <a:pt x="930696" y="1206965"/>
                </a:lnTo>
                <a:lnTo>
                  <a:pt x="932578" y="1206092"/>
                </a:lnTo>
                <a:lnTo>
                  <a:pt x="934451" y="1205141"/>
                </a:lnTo>
                <a:lnTo>
                  <a:pt x="936333" y="1204103"/>
                </a:lnTo>
                <a:lnTo>
                  <a:pt x="938215" y="1202978"/>
                </a:lnTo>
                <a:lnTo>
                  <a:pt x="940097" y="1201765"/>
                </a:lnTo>
                <a:lnTo>
                  <a:pt x="941979" y="1200446"/>
                </a:lnTo>
                <a:lnTo>
                  <a:pt x="943852" y="1199019"/>
                </a:lnTo>
                <a:lnTo>
                  <a:pt x="945734" y="1197477"/>
                </a:lnTo>
                <a:lnTo>
                  <a:pt x="947616" y="1195818"/>
                </a:lnTo>
                <a:lnTo>
                  <a:pt x="949499" y="1194023"/>
                </a:lnTo>
                <a:lnTo>
                  <a:pt x="951381" y="1192092"/>
                </a:lnTo>
                <a:lnTo>
                  <a:pt x="953253" y="1190006"/>
                </a:lnTo>
                <a:lnTo>
                  <a:pt x="955136" y="1187774"/>
                </a:lnTo>
                <a:lnTo>
                  <a:pt x="957018" y="1185368"/>
                </a:lnTo>
                <a:lnTo>
                  <a:pt x="958900" y="1182797"/>
                </a:lnTo>
                <a:lnTo>
                  <a:pt x="960782" y="1180032"/>
                </a:lnTo>
                <a:lnTo>
                  <a:pt x="962655" y="1177073"/>
                </a:lnTo>
                <a:lnTo>
                  <a:pt x="964537" y="1173910"/>
                </a:lnTo>
                <a:lnTo>
                  <a:pt x="966419" y="1170524"/>
                </a:lnTo>
                <a:lnTo>
                  <a:pt x="968301" y="1166915"/>
                </a:lnTo>
                <a:lnTo>
                  <a:pt x="970174" y="1163063"/>
                </a:lnTo>
                <a:lnTo>
                  <a:pt x="972056" y="1158969"/>
                </a:lnTo>
                <a:lnTo>
                  <a:pt x="973938" y="1154603"/>
                </a:lnTo>
                <a:lnTo>
                  <a:pt x="975820" y="1149965"/>
                </a:lnTo>
                <a:lnTo>
                  <a:pt x="977703" y="1145037"/>
                </a:lnTo>
                <a:lnTo>
                  <a:pt x="979575" y="1139817"/>
                </a:lnTo>
                <a:lnTo>
                  <a:pt x="981458" y="1134277"/>
                </a:lnTo>
                <a:lnTo>
                  <a:pt x="983340" y="1128417"/>
                </a:lnTo>
                <a:lnTo>
                  <a:pt x="985222" y="1122217"/>
                </a:lnTo>
                <a:lnTo>
                  <a:pt x="987104" y="1115668"/>
                </a:lnTo>
                <a:lnTo>
                  <a:pt x="988977" y="1108760"/>
                </a:lnTo>
                <a:lnTo>
                  <a:pt x="990859" y="1101484"/>
                </a:lnTo>
                <a:lnTo>
                  <a:pt x="992741" y="1093819"/>
                </a:lnTo>
                <a:lnTo>
                  <a:pt x="994623" y="1085757"/>
                </a:lnTo>
                <a:lnTo>
                  <a:pt x="996506" y="1077296"/>
                </a:lnTo>
                <a:lnTo>
                  <a:pt x="998378" y="1068409"/>
                </a:lnTo>
                <a:lnTo>
                  <a:pt x="1000260" y="1059095"/>
                </a:lnTo>
                <a:lnTo>
                  <a:pt x="1002142" y="1049344"/>
                </a:lnTo>
                <a:lnTo>
                  <a:pt x="1004025" y="1039147"/>
                </a:lnTo>
                <a:lnTo>
                  <a:pt x="1005907" y="1028494"/>
                </a:lnTo>
                <a:lnTo>
                  <a:pt x="1007779" y="1017376"/>
                </a:lnTo>
                <a:lnTo>
                  <a:pt x="1009662" y="1005791"/>
                </a:lnTo>
                <a:lnTo>
                  <a:pt x="1011544" y="993732"/>
                </a:lnTo>
                <a:lnTo>
                  <a:pt x="1013426" y="981187"/>
                </a:lnTo>
                <a:lnTo>
                  <a:pt x="1015299" y="968157"/>
                </a:lnTo>
                <a:lnTo>
                  <a:pt x="1017181" y="954642"/>
                </a:lnTo>
                <a:lnTo>
                  <a:pt x="1019063" y="940641"/>
                </a:lnTo>
                <a:lnTo>
                  <a:pt x="1020945" y="926147"/>
                </a:lnTo>
                <a:lnTo>
                  <a:pt x="1022827" y="911166"/>
                </a:lnTo>
                <a:lnTo>
                  <a:pt x="1024700" y="895701"/>
                </a:lnTo>
                <a:lnTo>
                  <a:pt x="1026582" y="879752"/>
                </a:lnTo>
                <a:lnTo>
                  <a:pt x="1028464" y="863327"/>
                </a:lnTo>
                <a:lnTo>
                  <a:pt x="1030347" y="846434"/>
                </a:lnTo>
                <a:lnTo>
                  <a:pt x="1032229" y="829079"/>
                </a:lnTo>
                <a:lnTo>
                  <a:pt x="1034101" y="811275"/>
                </a:lnTo>
                <a:lnTo>
                  <a:pt x="1035984" y="793033"/>
                </a:lnTo>
                <a:lnTo>
                  <a:pt x="1037866" y="774367"/>
                </a:lnTo>
                <a:lnTo>
                  <a:pt x="1039748" y="755292"/>
                </a:lnTo>
                <a:lnTo>
                  <a:pt x="1041630" y="735826"/>
                </a:lnTo>
                <a:lnTo>
                  <a:pt x="1043503" y="715989"/>
                </a:lnTo>
                <a:lnTo>
                  <a:pt x="1045385" y="695801"/>
                </a:lnTo>
                <a:lnTo>
                  <a:pt x="1047267" y="675286"/>
                </a:lnTo>
                <a:lnTo>
                  <a:pt x="1049149" y="654468"/>
                </a:lnTo>
                <a:lnTo>
                  <a:pt x="1051022" y="633374"/>
                </a:lnTo>
                <a:lnTo>
                  <a:pt x="1052904" y="612032"/>
                </a:lnTo>
                <a:lnTo>
                  <a:pt x="1054786" y="590473"/>
                </a:lnTo>
                <a:lnTo>
                  <a:pt x="1056669" y="568727"/>
                </a:lnTo>
                <a:lnTo>
                  <a:pt x="1058551" y="546830"/>
                </a:lnTo>
                <a:lnTo>
                  <a:pt x="1060423" y="524814"/>
                </a:lnTo>
                <a:lnTo>
                  <a:pt x="1062305" y="502718"/>
                </a:lnTo>
                <a:lnTo>
                  <a:pt x="1064188" y="480578"/>
                </a:lnTo>
                <a:lnTo>
                  <a:pt x="1066070" y="458435"/>
                </a:lnTo>
                <a:lnTo>
                  <a:pt x="1067952" y="436329"/>
                </a:lnTo>
                <a:lnTo>
                  <a:pt x="1069825" y="414300"/>
                </a:lnTo>
                <a:lnTo>
                  <a:pt x="1071707" y="392392"/>
                </a:lnTo>
                <a:lnTo>
                  <a:pt x="1073589" y="370648"/>
                </a:lnTo>
                <a:lnTo>
                  <a:pt x="1075471" y="349111"/>
                </a:lnTo>
                <a:lnTo>
                  <a:pt x="1077354" y="327828"/>
                </a:lnTo>
                <a:lnTo>
                  <a:pt x="1079226" y="306841"/>
                </a:lnTo>
                <a:lnTo>
                  <a:pt x="1081108" y="286197"/>
                </a:lnTo>
                <a:lnTo>
                  <a:pt x="1082990" y="265942"/>
                </a:lnTo>
                <a:lnTo>
                  <a:pt x="1084873" y="246120"/>
                </a:lnTo>
                <a:lnTo>
                  <a:pt x="1086755" y="226777"/>
                </a:lnTo>
                <a:lnTo>
                  <a:pt x="1088627" y="207958"/>
                </a:lnTo>
                <a:lnTo>
                  <a:pt x="1090510" y="189706"/>
                </a:lnTo>
                <a:lnTo>
                  <a:pt x="1092392" y="172066"/>
                </a:lnTo>
                <a:lnTo>
                  <a:pt x="1094274" y="155079"/>
                </a:lnTo>
                <a:lnTo>
                  <a:pt x="1096147" y="138788"/>
                </a:lnTo>
                <a:lnTo>
                  <a:pt x="1098029" y="123233"/>
                </a:lnTo>
                <a:lnTo>
                  <a:pt x="1099911" y="108452"/>
                </a:lnTo>
                <a:lnTo>
                  <a:pt x="1101793" y="94483"/>
                </a:lnTo>
                <a:lnTo>
                  <a:pt x="1103675" y="81361"/>
                </a:lnTo>
                <a:lnTo>
                  <a:pt x="1105548" y="69120"/>
                </a:lnTo>
                <a:lnTo>
                  <a:pt x="1107430" y="57792"/>
                </a:lnTo>
                <a:lnTo>
                  <a:pt x="1109312" y="47407"/>
                </a:lnTo>
                <a:lnTo>
                  <a:pt x="1111195" y="37991"/>
                </a:lnTo>
                <a:lnTo>
                  <a:pt x="1113077" y="29568"/>
                </a:lnTo>
                <a:lnTo>
                  <a:pt x="1114949" y="22164"/>
                </a:lnTo>
                <a:lnTo>
                  <a:pt x="1116831" y="15795"/>
                </a:lnTo>
                <a:lnTo>
                  <a:pt x="1118714" y="10481"/>
                </a:lnTo>
                <a:lnTo>
                  <a:pt x="1120596" y="6234"/>
                </a:lnTo>
                <a:lnTo>
                  <a:pt x="1122478" y="3066"/>
                </a:lnTo>
                <a:lnTo>
                  <a:pt x="1124351" y="986"/>
                </a:lnTo>
                <a:lnTo>
                  <a:pt x="1126233" y="0"/>
                </a:lnTo>
                <a:lnTo>
                  <a:pt x="1128115" y="110"/>
                </a:lnTo>
                <a:lnTo>
                  <a:pt x="1129997" y="1315"/>
                </a:lnTo>
                <a:lnTo>
                  <a:pt x="1131880" y="3613"/>
                </a:lnTo>
                <a:lnTo>
                  <a:pt x="1133752" y="6997"/>
                </a:lnTo>
                <a:lnTo>
                  <a:pt x="1135634" y="11459"/>
                </a:lnTo>
                <a:lnTo>
                  <a:pt x="1137517" y="16986"/>
                </a:lnTo>
                <a:lnTo>
                  <a:pt x="1139399" y="23563"/>
                </a:lnTo>
                <a:lnTo>
                  <a:pt x="1141271" y="31172"/>
                </a:lnTo>
                <a:lnTo>
                  <a:pt x="1143153" y="39795"/>
                </a:lnTo>
                <a:lnTo>
                  <a:pt x="1145036" y="49407"/>
                </a:lnTo>
                <a:lnTo>
                  <a:pt x="1146918" y="59984"/>
                </a:lnTo>
                <a:lnTo>
                  <a:pt x="1148800" y="71496"/>
                </a:lnTo>
                <a:lnTo>
                  <a:pt x="1150673" y="83916"/>
                </a:lnTo>
                <a:lnTo>
                  <a:pt x="1152555" y="97210"/>
                </a:lnTo>
                <a:lnTo>
                  <a:pt x="1154437" y="111345"/>
                </a:lnTo>
                <a:lnTo>
                  <a:pt x="1156319" y="126283"/>
                </a:lnTo>
                <a:lnTo>
                  <a:pt x="1158201" y="141989"/>
                </a:lnTo>
                <a:lnTo>
                  <a:pt x="1160074" y="158423"/>
                </a:lnTo>
                <a:lnTo>
                  <a:pt x="1161956" y="175543"/>
                </a:lnTo>
                <a:lnTo>
                  <a:pt x="1163838" y="193310"/>
                </a:lnTo>
                <a:lnTo>
                  <a:pt x="1165721" y="211678"/>
                </a:lnTo>
                <a:lnTo>
                  <a:pt x="1167603" y="230606"/>
                </a:lnTo>
                <a:lnTo>
                  <a:pt x="1169475" y="250048"/>
                </a:lnTo>
                <a:lnTo>
                  <a:pt x="1171358" y="269959"/>
                </a:lnTo>
                <a:lnTo>
                  <a:pt x="1173240" y="290296"/>
                </a:lnTo>
                <a:lnTo>
                  <a:pt x="1175122" y="311012"/>
                </a:lnTo>
                <a:lnTo>
                  <a:pt x="1177004" y="332062"/>
                </a:lnTo>
                <a:lnTo>
                  <a:pt x="1178877" y="353400"/>
                </a:lnTo>
                <a:lnTo>
                  <a:pt x="1180759" y="374981"/>
                </a:lnTo>
                <a:lnTo>
                  <a:pt x="1182641" y="396762"/>
                </a:lnTo>
                <a:lnTo>
                  <a:pt x="1184523" y="418698"/>
                </a:lnTo>
                <a:lnTo>
                  <a:pt x="1186396" y="440745"/>
                </a:lnTo>
                <a:lnTo>
                  <a:pt x="1188278" y="462862"/>
                </a:lnTo>
                <a:lnTo>
                  <a:pt x="1190160" y="485008"/>
                </a:lnTo>
                <a:lnTo>
                  <a:pt x="1192043" y="507142"/>
                </a:lnTo>
                <a:lnTo>
                  <a:pt x="1193925" y="529225"/>
                </a:lnTo>
                <a:lnTo>
                  <a:pt x="1195797" y="551220"/>
                </a:lnTo>
                <a:lnTo>
                  <a:pt x="1197680" y="573089"/>
                </a:lnTo>
                <a:lnTo>
                  <a:pt x="1199562" y="594801"/>
                </a:lnTo>
                <a:lnTo>
                  <a:pt x="1201444" y="616319"/>
                </a:lnTo>
                <a:lnTo>
                  <a:pt x="1203326" y="637613"/>
                </a:lnTo>
                <a:lnTo>
                  <a:pt x="1205199" y="658655"/>
                </a:lnTo>
                <a:lnTo>
                  <a:pt x="1207081" y="679414"/>
                </a:lnTo>
                <a:lnTo>
                  <a:pt x="1208963" y="699866"/>
                </a:lnTo>
                <a:lnTo>
                  <a:pt x="1210845" y="719986"/>
                </a:lnTo>
                <a:lnTo>
                  <a:pt x="1212728" y="739750"/>
                </a:lnTo>
                <a:lnTo>
                  <a:pt x="1214600" y="759139"/>
                </a:lnTo>
                <a:lnTo>
                  <a:pt x="1216482" y="778133"/>
                </a:lnTo>
                <a:lnTo>
                  <a:pt x="1218364" y="796716"/>
                </a:lnTo>
                <a:lnTo>
                  <a:pt x="1220247" y="814872"/>
                </a:lnTo>
                <a:lnTo>
                  <a:pt x="1222129" y="832587"/>
                </a:lnTo>
                <a:lnTo>
                  <a:pt x="1224001" y="849850"/>
                </a:lnTo>
                <a:lnTo>
                  <a:pt x="1225884" y="866650"/>
                </a:lnTo>
                <a:lnTo>
                  <a:pt x="1227766" y="882980"/>
                </a:lnTo>
                <a:lnTo>
                  <a:pt x="1229648" y="898835"/>
                </a:lnTo>
                <a:lnTo>
                  <a:pt x="1231521" y="914203"/>
                </a:lnTo>
                <a:lnTo>
                  <a:pt x="1233403" y="929086"/>
                </a:lnTo>
                <a:lnTo>
                  <a:pt x="1235285" y="943484"/>
                </a:lnTo>
                <a:lnTo>
                  <a:pt x="1237167" y="957387"/>
                </a:lnTo>
                <a:lnTo>
                  <a:pt x="1239050" y="970805"/>
                </a:lnTo>
                <a:lnTo>
                  <a:pt x="1240922" y="983729"/>
                </a:lnTo>
                <a:lnTo>
                  <a:pt x="1242804" y="996177"/>
                </a:lnTo>
                <a:lnTo>
                  <a:pt x="1244686" y="1008149"/>
                </a:lnTo>
                <a:lnTo>
                  <a:pt x="1246569" y="1019636"/>
                </a:lnTo>
                <a:lnTo>
                  <a:pt x="1248451" y="1030658"/>
                </a:lnTo>
                <a:lnTo>
                  <a:pt x="1250323" y="1041224"/>
                </a:lnTo>
                <a:lnTo>
                  <a:pt x="1252206" y="1133607"/>
                </a:lnTo>
                <a:lnTo>
                  <a:pt x="1254088" y="1136052"/>
                </a:lnTo>
                <a:lnTo>
                  <a:pt x="1255970" y="1138439"/>
                </a:lnTo>
                <a:lnTo>
                  <a:pt x="1257852" y="1140777"/>
                </a:lnTo>
                <a:lnTo>
                  <a:pt x="1259725" y="1143057"/>
                </a:lnTo>
                <a:lnTo>
                  <a:pt x="1261607" y="1145279"/>
                </a:lnTo>
                <a:lnTo>
                  <a:pt x="1263489" y="1147452"/>
                </a:lnTo>
                <a:lnTo>
                  <a:pt x="1265371" y="1149577"/>
                </a:lnTo>
                <a:lnTo>
                  <a:pt x="1267244" y="1151653"/>
                </a:lnTo>
                <a:lnTo>
                  <a:pt x="1269126" y="1153672"/>
                </a:lnTo>
                <a:lnTo>
                  <a:pt x="1271008" y="1155641"/>
                </a:lnTo>
                <a:lnTo>
                  <a:pt x="1272891" y="1157562"/>
                </a:lnTo>
                <a:lnTo>
                  <a:pt x="1274773" y="1159435"/>
                </a:lnTo>
                <a:lnTo>
                  <a:pt x="1276645" y="1161259"/>
                </a:lnTo>
                <a:lnTo>
                  <a:pt x="1278527" y="1163034"/>
                </a:lnTo>
                <a:lnTo>
                  <a:pt x="1280410" y="1164761"/>
                </a:lnTo>
                <a:lnTo>
                  <a:pt x="1282292" y="1166449"/>
                </a:lnTo>
                <a:lnTo>
                  <a:pt x="1284174" y="1168089"/>
                </a:lnTo>
                <a:lnTo>
                  <a:pt x="1286047" y="1169690"/>
                </a:lnTo>
                <a:lnTo>
                  <a:pt x="1287929" y="1171242"/>
                </a:lnTo>
                <a:lnTo>
                  <a:pt x="1289811" y="1172756"/>
                </a:lnTo>
                <a:lnTo>
                  <a:pt x="1291693" y="1174221"/>
                </a:lnTo>
                <a:lnTo>
                  <a:pt x="1293576" y="1175647"/>
                </a:lnTo>
                <a:lnTo>
                  <a:pt x="1295448" y="1177044"/>
                </a:lnTo>
                <a:lnTo>
                  <a:pt x="1297330" y="1178393"/>
                </a:lnTo>
                <a:lnTo>
                  <a:pt x="1299213" y="1179702"/>
                </a:lnTo>
                <a:lnTo>
                  <a:pt x="1301095" y="1180973"/>
                </a:lnTo>
                <a:lnTo>
                  <a:pt x="1302977" y="1182205"/>
                </a:lnTo>
                <a:lnTo>
                  <a:pt x="1304849" y="1183409"/>
                </a:lnTo>
                <a:lnTo>
                  <a:pt x="1306732" y="1184563"/>
                </a:lnTo>
                <a:lnTo>
                  <a:pt x="1308614" y="1185698"/>
                </a:lnTo>
                <a:lnTo>
                  <a:pt x="1310496" y="1186785"/>
                </a:lnTo>
                <a:lnTo>
                  <a:pt x="1312369" y="1187852"/>
                </a:lnTo>
                <a:lnTo>
                  <a:pt x="1314251" y="1188881"/>
                </a:lnTo>
                <a:lnTo>
                  <a:pt x="1316133" y="1189880"/>
                </a:lnTo>
                <a:lnTo>
                  <a:pt x="1318015" y="1190840"/>
                </a:lnTo>
                <a:lnTo>
                  <a:pt x="1319897" y="1191772"/>
                </a:lnTo>
                <a:lnTo>
                  <a:pt x="1321770" y="1192684"/>
                </a:lnTo>
                <a:lnTo>
                  <a:pt x="1323652" y="1193557"/>
                </a:lnTo>
                <a:lnTo>
                  <a:pt x="1325534" y="1194401"/>
                </a:lnTo>
                <a:lnTo>
                  <a:pt x="1327417" y="1195226"/>
                </a:lnTo>
                <a:lnTo>
                  <a:pt x="1329299" y="1196021"/>
                </a:lnTo>
                <a:lnTo>
                  <a:pt x="1331171" y="1196788"/>
                </a:lnTo>
                <a:lnTo>
                  <a:pt x="1333054" y="1197525"/>
                </a:lnTo>
                <a:lnTo>
                  <a:pt x="1334936" y="1198243"/>
                </a:lnTo>
                <a:lnTo>
                  <a:pt x="1336818" y="1198942"/>
                </a:lnTo>
                <a:lnTo>
                  <a:pt x="1338700" y="1199611"/>
                </a:lnTo>
                <a:lnTo>
                  <a:pt x="1340573" y="1200251"/>
                </a:lnTo>
                <a:lnTo>
                  <a:pt x="1342455" y="1200882"/>
                </a:lnTo>
                <a:lnTo>
                  <a:pt x="1344337" y="1201484"/>
                </a:lnTo>
                <a:lnTo>
                  <a:pt x="1346219" y="1202066"/>
                </a:lnTo>
                <a:lnTo>
                  <a:pt x="1348102" y="1202629"/>
                </a:lnTo>
                <a:lnTo>
                  <a:pt x="1349974" y="1203162"/>
                </a:lnTo>
                <a:lnTo>
                  <a:pt x="1351856" y="1203686"/>
                </a:lnTo>
                <a:lnTo>
                  <a:pt x="1353739" y="1204191"/>
                </a:lnTo>
                <a:lnTo>
                  <a:pt x="1355621" y="1204676"/>
                </a:lnTo>
                <a:lnTo>
                  <a:pt x="1357493" y="1205141"/>
                </a:lnTo>
                <a:lnTo>
                  <a:pt x="1359376" y="1205597"/>
                </a:lnTo>
                <a:lnTo>
                  <a:pt x="1361258" y="1206024"/>
                </a:lnTo>
                <a:lnTo>
                  <a:pt x="1363140" y="1206441"/>
                </a:lnTo>
                <a:lnTo>
                  <a:pt x="1365022" y="1206849"/>
                </a:lnTo>
                <a:lnTo>
                  <a:pt x="1366895" y="1207237"/>
                </a:lnTo>
                <a:lnTo>
                  <a:pt x="1368777" y="1207606"/>
                </a:lnTo>
                <a:lnTo>
                  <a:pt x="1370659" y="1207965"/>
                </a:lnTo>
                <a:lnTo>
                  <a:pt x="1372541" y="1208304"/>
                </a:lnTo>
                <a:lnTo>
                  <a:pt x="1374423" y="1208634"/>
                </a:lnTo>
                <a:lnTo>
                  <a:pt x="1376296" y="1208954"/>
                </a:lnTo>
                <a:lnTo>
                  <a:pt x="1378178" y="1209265"/>
                </a:lnTo>
                <a:lnTo>
                  <a:pt x="1380060" y="1209556"/>
                </a:lnTo>
                <a:lnTo>
                  <a:pt x="1381943" y="1209837"/>
                </a:lnTo>
                <a:lnTo>
                  <a:pt x="1383825" y="1210109"/>
                </a:lnTo>
                <a:lnTo>
                  <a:pt x="1385697" y="1210371"/>
                </a:lnTo>
                <a:lnTo>
                  <a:pt x="1387580" y="1210613"/>
                </a:lnTo>
                <a:lnTo>
                  <a:pt x="1389462" y="1210856"/>
                </a:lnTo>
                <a:lnTo>
                  <a:pt x="1391344" y="1211089"/>
                </a:lnTo>
                <a:lnTo>
                  <a:pt x="1393226" y="1211302"/>
                </a:lnTo>
                <a:lnTo>
                  <a:pt x="1395099" y="1211516"/>
                </a:lnTo>
                <a:lnTo>
                  <a:pt x="1396981" y="1211719"/>
                </a:lnTo>
                <a:lnTo>
                  <a:pt x="1398863" y="1211913"/>
                </a:lnTo>
                <a:lnTo>
                  <a:pt x="1400745" y="1212098"/>
                </a:lnTo>
                <a:lnTo>
                  <a:pt x="1402618" y="1212272"/>
                </a:lnTo>
                <a:lnTo>
                  <a:pt x="1404500" y="1212447"/>
                </a:lnTo>
                <a:lnTo>
                  <a:pt x="1406382" y="1212612"/>
                </a:lnTo>
                <a:lnTo>
                  <a:pt x="1408265" y="1212767"/>
                </a:lnTo>
                <a:lnTo>
                  <a:pt x="1410147" y="1212913"/>
                </a:lnTo>
                <a:lnTo>
                  <a:pt x="1412019" y="1213058"/>
                </a:lnTo>
                <a:lnTo>
                  <a:pt x="1413902" y="1213194"/>
                </a:lnTo>
                <a:lnTo>
                  <a:pt x="1415784" y="1213320"/>
                </a:lnTo>
                <a:lnTo>
                  <a:pt x="1417666" y="1213446"/>
                </a:lnTo>
                <a:lnTo>
                  <a:pt x="1419548" y="1213563"/>
                </a:lnTo>
                <a:lnTo>
                  <a:pt x="1421421" y="1213679"/>
                </a:lnTo>
                <a:lnTo>
                  <a:pt x="1423303" y="1213786"/>
                </a:lnTo>
                <a:lnTo>
                  <a:pt x="1425185" y="1213893"/>
                </a:lnTo>
                <a:lnTo>
                  <a:pt x="1427067" y="1213990"/>
                </a:lnTo>
                <a:lnTo>
                  <a:pt x="1428950" y="1214087"/>
                </a:lnTo>
                <a:lnTo>
                  <a:pt x="1430822" y="1214174"/>
                </a:lnTo>
                <a:lnTo>
                  <a:pt x="1432704" y="1214261"/>
                </a:lnTo>
                <a:lnTo>
                  <a:pt x="1434586" y="1214349"/>
                </a:lnTo>
                <a:lnTo>
                  <a:pt x="1436469" y="1214426"/>
                </a:lnTo>
                <a:lnTo>
                  <a:pt x="1438351" y="1214504"/>
                </a:lnTo>
                <a:lnTo>
                  <a:pt x="1440223" y="1214572"/>
                </a:lnTo>
                <a:lnTo>
                  <a:pt x="1442106" y="1214640"/>
                </a:lnTo>
                <a:lnTo>
                  <a:pt x="1443988" y="1214708"/>
                </a:lnTo>
                <a:lnTo>
                  <a:pt x="1445870" y="1214766"/>
                </a:lnTo>
                <a:lnTo>
                  <a:pt x="1447743" y="1214824"/>
                </a:lnTo>
                <a:lnTo>
                  <a:pt x="1449625" y="1214882"/>
                </a:lnTo>
                <a:lnTo>
                  <a:pt x="1451507" y="1214931"/>
                </a:lnTo>
                <a:lnTo>
                  <a:pt x="1453389" y="1214979"/>
                </a:lnTo>
                <a:lnTo>
                  <a:pt x="1455272" y="1215028"/>
                </a:lnTo>
                <a:lnTo>
                  <a:pt x="1457144" y="1215076"/>
                </a:lnTo>
                <a:lnTo>
                  <a:pt x="1459026" y="1215125"/>
                </a:lnTo>
                <a:lnTo>
                  <a:pt x="1460908" y="1215164"/>
                </a:lnTo>
                <a:lnTo>
                  <a:pt x="1462791" y="1215202"/>
                </a:lnTo>
                <a:lnTo>
                  <a:pt x="1464673" y="1215241"/>
                </a:lnTo>
                <a:lnTo>
                  <a:pt x="1466545" y="1215270"/>
                </a:lnTo>
                <a:lnTo>
                  <a:pt x="1468428" y="1215309"/>
                </a:lnTo>
                <a:lnTo>
                  <a:pt x="1470310" y="1215338"/>
                </a:lnTo>
                <a:lnTo>
                  <a:pt x="1472192" y="1215367"/>
                </a:lnTo>
                <a:lnTo>
                  <a:pt x="1474074" y="1215397"/>
                </a:lnTo>
                <a:lnTo>
                  <a:pt x="1475947" y="1215426"/>
                </a:lnTo>
                <a:lnTo>
                  <a:pt x="1477829" y="1215455"/>
                </a:lnTo>
                <a:lnTo>
                  <a:pt x="1479711" y="1215474"/>
                </a:lnTo>
                <a:lnTo>
                  <a:pt x="1481593" y="1215503"/>
                </a:lnTo>
                <a:lnTo>
                  <a:pt x="1483466" y="1215523"/>
                </a:lnTo>
                <a:lnTo>
                  <a:pt x="1485348" y="1215542"/>
                </a:lnTo>
                <a:lnTo>
                  <a:pt x="1487230" y="1215561"/>
                </a:lnTo>
                <a:lnTo>
                  <a:pt x="1489113" y="1215581"/>
                </a:lnTo>
                <a:lnTo>
                  <a:pt x="1490995" y="1215600"/>
                </a:lnTo>
                <a:lnTo>
                  <a:pt x="1492867" y="1215620"/>
                </a:lnTo>
                <a:lnTo>
                  <a:pt x="1494749" y="1215629"/>
                </a:lnTo>
                <a:lnTo>
                  <a:pt x="1496632" y="1215649"/>
                </a:lnTo>
                <a:lnTo>
                  <a:pt x="1498514" y="1215658"/>
                </a:lnTo>
                <a:lnTo>
                  <a:pt x="1500396" y="1215678"/>
                </a:lnTo>
                <a:lnTo>
                  <a:pt x="1502269" y="1215688"/>
                </a:lnTo>
                <a:lnTo>
                  <a:pt x="1504151" y="1215697"/>
                </a:lnTo>
                <a:lnTo>
                  <a:pt x="1506033" y="1215707"/>
                </a:lnTo>
                <a:lnTo>
                  <a:pt x="1507915" y="1215726"/>
                </a:lnTo>
                <a:lnTo>
                  <a:pt x="1509798" y="1215736"/>
                </a:lnTo>
                <a:lnTo>
                  <a:pt x="1511670" y="1215746"/>
                </a:lnTo>
                <a:lnTo>
                  <a:pt x="1513552" y="1215756"/>
                </a:lnTo>
                <a:lnTo>
                  <a:pt x="1515435" y="1215756"/>
                </a:lnTo>
                <a:lnTo>
                  <a:pt x="1517317" y="1215765"/>
                </a:lnTo>
                <a:lnTo>
                  <a:pt x="1519199" y="1215775"/>
                </a:lnTo>
                <a:lnTo>
                  <a:pt x="1521071" y="1215785"/>
                </a:lnTo>
                <a:lnTo>
                  <a:pt x="1522954" y="1215785"/>
                </a:lnTo>
                <a:lnTo>
                  <a:pt x="1524836" y="1215794"/>
                </a:lnTo>
                <a:lnTo>
                  <a:pt x="1526718" y="1215804"/>
                </a:lnTo>
                <a:lnTo>
                  <a:pt x="1528591" y="1215804"/>
                </a:lnTo>
                <a:lnTo>
                  <a:pt x="1530473" y="1215814"/>
                </a:lnTo>
                <a:lnTo>
                  <a:pt x="1532355" y="1215814"/>
                </a:lnTo>
                <a:lnTo>
                  <a:pt x="1534237" y="1215823"/>
                </a:lnTo>
                <a:lnTo>
                  <a:pt x="1536119" y="1215823"/>
                </a:lnTo>
                <a:lnTo>
                  <a:pt x="1537992" y="1215833"/>
                </a:lnTo>
                <a:lnTo>
                  <a:pt x="1539874" y="1215833"/>
                </a:lnTo>
                <a:lnTo>
                  <a:pt x="1541756" y="1215843"/>
                </a:lnTo>
                <a:lnTo>
                  <a:pt x="1543639" y="1215843"/>
                </a:lnTo>
                <a:lnTo>
                  <a:pt x="1545521" y="1215843"/>
                </a:lnTo>
                <a:lnTo>
                  <a:pt x="1547393" y="1215853"/>
                </a:lnTo>
                <a:lnTo>
                  <a:pt x="1549276" y="1215853"/>
                </a:lnTo>
                <a:lnTo>
                  <a:pt x="1551158" y="1215853"/>
                </a:lnTo>
                <a:lnTo>
                  <a:pt x="1553040" y="1215853"/>
                </a:lnTo>
                <a:lnTo>
                  <a:pt x="1554922" y="1215862"/>
                </a:lnTo>
                <a:lnTo>
                  <a:pt x="1556795" y="1215862"/>
                </a:lnTo>
                <a:lnTo>
                  <a:pt x="1558677" y="1215862"/>
                </a:lnTo>
                <a:lnTo>
                  <a:pt x="1560559" y="1215862"/>
                </a:lnTo>
                <a:lnTo>
                  <a:pt x="1562441" y="1215872"/>
                </a:lnTo>
                <a:lnTo>
                  <a:pt x="1564324" y="1215872"/>
                </a:lnTo>
                <a:lnTo>
                  <a:pt x="1566196" y="1215872"/>
                </a:lnTo>
                <a:lnTo>
                  <a:pt x="1568078" y="1215872"/>
                </a:lnTo>
                <a:lnTo>
                  <a:pt x="1569961" y="1215872"/>
                </a:lnTo>
                <a:lnTo>
                  <a:pt x="1571843" y="1215872"/>
                </a:lnTo>
                <a:lnTo>
                  <a:pt x="1573715" y="1215872"/>
                </a:lnTo>
                <a:lnTo>
                  <a:pt x="1575598" y="1215882"/>
                </a:lnTo>
                <a:lnTo>
                  <a:pt x="1577480" y="1215882"/>
                </a:lnTo>
                <a:lnTo>
                  <a:pt x="1579362" y="1215882"/>
                </a:lnTo>
                <a:lnTo>
                  <a:pt x="1581244" y="1215882"/>
                </a:lnTo>
                <a:lnTo>
                  <a:pt x="1583117" y="1215882"/>
                </a:lnTo>
                <a:lnTo>
                  <a:pt x="1584999" y="1215882"/>
                </a:lnTo>
                <a:lnTo>
                  <a:pt x="1586881" y="1215882"/>
                </a:lnTo>
                <a:lnTo>
                  <a:pt x="1588763" y="1215882"/>
                </a:lnTo>
                <a:lnTo>
                  <a:pt x="1590646" y="1215882"/>
                </a:lnTo>
                <a:lnTo>
                  <a:pt x="1592518" y="1215882"/>
                </a:lnTo>
                <a:lnTo>
                  <a:pt x="1594400" y="1215882"/>
                </a:lnTo>
                <a:lnTo>
                  <a:pt x="1596282" y="1215891"/>
                </a:lnTo>
                <a:lnTo>
                  <a:pt x="1598165" y="1215891"/>
                </a:lnTo>
                <a:lnTo>
                  <a:pt x="1600047" y="1215891"/>
                </a:lnTo>
                <a:lnTo>
                  <a:pt x="1601919" y="1215891"/>
                </a:lnTo>
                <a:lnTo>
                  <a:pt x="1603802" y="1215891"/>
                </a:lnTo>
                <a:lnTo>
                  <a:pt x="1605684" y="1215891"/>
                </a:lnTo>
                <a:lnTo>
                  <a:pt x="1607566" y="1215891"/>
                </a:lnTo>
                <a:lnTo>
                  <a:pt x="1609448" y="1215891"/>
                </a:lnTo>
                <a:lnTo>
                  <a:pt x="1611321" y="1215891"/>
                </a:lnTo>
                <a:lnTo>
                  <a:pt x="1613203" y="1215891"/>
                </a:lnTo>
                <a:lnTo>
                  <a:pt x="1615085" y="1215891"/>
                </a:lnTo>
                <a:lnTo>
                  <a:pt x="1616968" y="1215891"/>
                </a:lnTo>
                <a:lnTo>
                  <a:pt x="1618840" y="1215891"/>
                </a:lnTo>
                <a:lnTo>
                  <a:pt x="1620722" y="1215891"/>
                </a:lnTo>
                <a:lnTo>
                  <a:pt x="1622604" y="1215891"/>
                </a:lnTo>
                <a:lnTo>
                  <a:pt x="1624487" y="1215891"/>
                </a:lnTo>
                <a:lnTo>
                  <a:pt x="1626369" y="1215891"/>
                </a:lnTo>
                <a:lnTo>
                  <a:pt x="1628241" y="1215891"/>
                </a:lnTo>
                <a:lnTo>
                  <a:pt x="1630124" y="1215891"/>
                </a:lnTo>
                <a:lnTo>
                  <a:pt x="1632006" y="1215891"/>
                </a:lnTo>
                <a:lnTo>
                  <a:pt x="1633888" y="1215891"/>
                </a:lnTo>
                <a:lnTo>
                  <a:pt x="1635770" y="1215891"/>
                </a:lnTo>
                <a:lnTo>
                  <a:pt x="1637643" y="1215891"/>
                </a:lnTo>
                <a:lnTo>
                  <a:pt x="1639525" y="1215891"/>
                </a:lnTo>
                <a:lnTo>
                  <a:pt x="1641407" y="1215891"/>
                </a:lnTo>
                <a:lnTo>
                  <a:pt x="1643289" y="1215891"/>
                </a:lnTo>
                <a:lnTo>
                  <a:pt x="1645171" y="1215891"/>
                </a:lnTo>
                <a:lnTo>
                  <a:pt x="1647044" y="1215891"/>
                </a:lnTo>
                <a:lnTo>
                  <a:pt x="1648926" y="1215891"/>
                </a:lnTo>
                <a:lnTo>
                  <a:pt x="1650808" y="1215891"/>
                </a:lnTo>
                <a:lnTo>
                  <a:pt x="1652691" y="1215891"/>
                </a:lnTo>
                <a:lnTo>
                  <a:pt x="1654573" y="1215891"/>
                </a:lnTo>
                <a:lnTo>
                  <a:pt x="1656445" y="1215891"/>
                </a:lnTo>
                <a:lnTo>
                  <a:pt x="1658328" y="1215891"/>
                </a:lnTo>
                <a:lnTo>
                  <a:pt x="1660210" y="1215891"/>
                </a:lnTo>
                <a:lnTo>
                  <a:pt x="1662092" y="1215891"/>
                </a:lnTo>
                <a:lnTo>
                  <a:pt x="1663965" y="1215891"/>
                </a:lnTo>
                <a:lnTo>
                  <a:pt x="1665847" y="1215891"/>
                </a:lnTo>
                <a:lnTo>
                  <a:pt x="1667729" y="1215891"/>
                </a:lnTo>
                <a:lnTo>
                  <a:pt x="1669611" y="1215891"/>
                </a:lnTo>
                <a:lnTo>
                  <a:pt x="1671494" y="1215891"/>
                </a:lnTo>
                <a:lnTo>
                  <a:pt x="1673366" y="1215891"/>
                </a:lnTo>
                <a:lnTo>
                  <a:pt x="1675248" y="1215891"/>
                </a:lnTo>
                <a:lnTo>
                  <a:pt x="1677131" y="1215891"/>
                </a:lnTo>
                <a:lnTo>
                  <a:pt x="1679013" y="1215891"/>
                </a:lnTo>
                <a:lnTo>
                  <a:pt x="1680895" y="1215891"/>
                </a:lnTo>
                <a:lnTo>
                  <a:pt x="1682767" y="1215891"/>
                </a:lnTo>
                <a:lnTo>
                  <a:pt x="1684650" y="1215891"/>
                </a:lnTo>
                <a:lnTo>
                  <a:pt x="1686532" y="1215891"/>
                </a:lnTo>
                <a:lnTo>
                  <a:pt x="1688414" y="1215891"/>
                </a:lnTo>
                <a:lnTo>
                  <a:pt x="1690296" y="1215891"/>
                </a:lnTo>
                <a:lnTo>
                  <a:pt x="1692169" y="1215891"/>
                </a:lnTo>
                <a:lnTo>
                  <a:pt x="1694051" y="1215891"/>
                </a:lnTo>
                <a:lnTo>
                  <a:pt x="1695933" y="1215891"/>
                </a:lnTo>
                <a:lnTo>
                  <a:pt x="1697815" y="1215891"/>
                </a:lnTo>
                <a:lnTo>
                  <a:pt x="1699688" y="1215891"/>
                </a:lnTo>
                <a:lnTo>
                  <a:pt x="1701570" y="1215891"/>
                </a:lnTo>
                <a:lnTo>
                  <a:pt x="1703452" y="1215891"/>
                </a:lnTo>
                <a:lnTo>
                  <a:pt x="1705334" y="1215891"/>
                </a:lnTo>
                <a:lnTo>
                  <a:pt x="1707217" y="1215891"/>
                </a:lnTo>
                <a:lnTo>
                  <a:pt x="1709089" y="1215891"/>
                </a:lnTo>
                <a:lnTo>
                  <a:pt x="1710971" y="1215891"/>
                </a:lnTo>
                <a:lnTo>
                  <a:pt x="1712854" y="1215891"/>
                </a:lnTo>
                <a:lnTo>
                  <a:pt x="1714736" y="1215891"/>
                </a:lnTo>
                <a:lnTo>
                  <a:pt x="1716618" y="1215891"/>
                </a:lnTo>
                <a:lnTo>
                  <a:pt x="1718491" y="1215891"/>
                </a:lnTo>
                <a:lnTo>
                  <a:pt x="1720373" y="1215891"/>
                </a:lnTo>
                <a:lnTo>
                  <a:pt x="1722255" y="1215891"/>
                </a:lnTo>
                <a:lnTo>
                  <a:pt x="1724137" y="1215891"/>
                </a:lnTo>
                <a:lnTo>
                  <a:pt x="1726020" y="1215891"/>
                </a:lnTo>
                <a:lnTo>
                  <a:pt x="1727892" y="1215891"/>
                </a:lnTo>
                <a:lnTo>
                  <a:pt x="1729774" y="1215891"/>
                </a:lnTo>
                <a:lnTo>
                  <a:pt x="1731657" y="1215891"/>
                </a:lnTo>
                <a:lnTo>
                  <a:pt x="1733539" y="1215891"/>
                </a:lnTo>
                <a:lnTo>
                  <a:pt x="1735421" y="1215891"/>
                </a:lnTo>
                <a:lnTo>
                  <a:pt x="1737294" y="1215891"/>
                </a:lnTo>
                <a:lnTo>
                  <a:pt x="1739176" y="1215891"/>
                </a:lnTo>
                <a:lnTo>
                  <a:pt x="1741058" y="1215891"/>
                </a:lnTo>
                <a:lnTo>
                  <a:pt x="1742940" y="1215891"/>
                </a:lnTo>
                <a:lnTo>
                  <a:pt x="1744813" y="1215891"/>
                </a:lnTo>
                <a:lnTo>
                  <a:pt x="1746695" y="1215891"/>
                </a:lnTo>
                <a:lnTo>
                  <a:pt x="1748577" y="1215891"/>
                </a:lnTo>
                <a:lnTo>
                  <a:pt x="1750459" y="1215891"/>
                </a:lnTo>
                <a:lnTo>
                  <a:pt x="1752342" y="1215891"/>
                </a:lnTo>
                <a:lnTo>
                  <a:pt x="1754214" y="1215891"/>
                </a:lnTo>
                <a:lnTo>
                  <a:pt x="1756096" y="1215891"/>
                </a:lnTo>
                <a:lnTo>
                  <a:pt x="1757978" y="1215891"/>
                </a:lnTo>
                <a:lnTo>
                  <a:pt x="1759861" y="1215891"/>
                </a:lnTo>
                <a:lnTo>
                  <a:pt x="1761743" y="1215891"/>
                </a:lnTo>
                <a:lnTo>
                  <a:pt x="1763615" y="1215891"/>
                </a:lnTo>
                <a:lnTo>
                  <a:pt x="1765498" y="1215891"/>
                </a:lnTo>
                <a:lnTo>
                  <a:pt x="1767380" y="1215891"/>
                </a:lnTo>
                <a:lnTo>
                  <a:pt x="1769262" y="1215891"/>
                </a:lnTo>
                <a:lnTo>
                  <a:pt x="1771144" y="1215891"/>
                </a:lnTo>
                <a:lnTo>
                  <a:pt x="1773017" y="1215891"/>
                </a:lnTo>
                <a:lnTo>
                  <a:pt x="1774899" y="1215891"/>
                </a:lnTo>
                <a:lnTo>
                  <a:pt x="1776781" y="1215891"/>
                </a:lnTo>
                <a:lnTo>
                  <a:pt x="1778663" y="1215891"/>
                </a:lnTo>
                <a:lnTo>
                  <a:pt x="1780546" y="1215891"/>
                </a:lnTo>
                <a:lnTo>
                  <a:pt x="1782418" y="1215891"/>
                </a:lnTo>
                <a:lnTo>
                  <a:pt x="1784300" y="1215891"/>
                </a:lnTo>
                <a:lnTo>
                  <a:pt x="1786183" y="1215891"/>
                </a:lnTo>
                <a:lnTo>
                  <a:pt x="1788065" y="1215891"/>
                </a:lnTo>
                <a:lnTo>
                  <a:pt x="1789937" y="1215891"/>
                </a:lnTo>
                <a:lnTo>
                  <a:pt x="1791820" y="1215891"/>
                </a:lnTo>
                <a:lnTo>
                  <a:pt x="1793702" y="1215891"/>
                </a:lnTo>
                <a:lnTo>
                  <a:pt x="1795584" y="1215891"/>
                </a:lnTo>
                <a:lnTo>
                  <a:pt x="1797466" y="1215891"/>
                </a:lnTo>
                <a:lnTo>
                  <a:pt x="1799339" y="1215891"/>
                </a:lnTo>
                <a:lnTo>
                  <a:pt x="1801221" y="1215891"/>
                </a:lnTo>
                <a:lnTo>
                  <a:pt x="1803103" y="1215891"/>
                </a:lnTo>
                <a:lnTo>
                  <a:pt x="1804985" y="1215891"/>
                </a:lnTo>
                <a:lnTo>
                  <a:pt x="1806868" y="1215891"/>
                </a:lnTo>
                <a:lnTo>
                  <a:pt x="1808740" y="1215891"/>
                </a:lnTo>
                <a:lnTo>
                  <a:pt x="1810622" y="1215891"/>
                </a:lnTo>
                <a:lnTo>
                  <a:pt x="1812505" y="1215891"/>
                </a:lnTo>
                <a:lnTo>
                  <a:pt x="1814387" y="1215891"/>
                </a:lnTo>
                <a:lnTo>
                  <a:pt x="1816269" y="1215891"/>
                </a:lnTo>
                <a:lnTo>
                  <a:pt x="1818141" y="1215891"/>
                </a:lnTo>
                <a:lnTo>
                  <a:pt x="1820024" y="1215891"/>
                </a:lnTo>
                <a:lnTo>
                  <a:pt x="1821906" y="1215891"/>
                </a:lnTo>
                <a:lnTo>
                  <a:pt x="1823788" y="1215891"/>
                </a:lnTo>
                <a:lnTo>
                  <a:pt x="1825670" y="1215891"/>
                </a:lnTo>
                <a:lnTo>
                  <a:pt x="1827543" y="1215891"/>
                </a:lnTo>
                <a:lnTo>
                  <a:pt x="1829425" y="1215891"/>
                </a:lnTo>
                <a:lnTo>
                  <a:pt x="1831307" y="1215891"/>
                </a:lnTo>
                <a:lnTo>
                  <a:pt x="1833189" y="1215891"/>
                </a:lnTo>
                <a:lnTo>
                  <a:pt x="1835062" y="1215891"/>
                </a:lnTo>
                <a:lnTo>
                  <a:pt x="1836944" y="1215891"/>
                </a:lnTo>
                <a:lnTo>
                  <a:pt x="1838826" y="1215891"/>
                </a:lnTo>
                <a:lnTo>
                  <a:pt x="1840709" y="1215891"/>
                </a:lnTo>
                <a:lnTo>
                  <a:pt x="1842591" y="1215891"/>
                </a:lnTo>
                <a:lnTo>
                  <a:pt x="1844463" y="1215891"/>
                </a:lnTo>
                <a:lnTo>
                  <a:pt x="1846346" y="1215891"/>
                </a:lnTo>
                <a:lnTo>
                  <a:pt x="1848228" y="1215891"/>
                </a:lnTo>
                <a:lnTo>
                  <a:pt x="1850110" y="1215891"/>
                </a:lnTo>
                <a:lnTo>
                  <a:pt x="1851992" y="1215891"/>
                </a:lnTo>
                <a:lnTo>
                  <a:pt x="1853865" y="1215891"/>
                </a:lnTo>
                <a:lnTo>
                  <a:pt x="1855747" y="1215891"/>
                </a:lnTo>
                <a:lnTo>
                  <a:pt x="1857629" y="1215891"/>
                </a:lnTo>
                <a:lnTo>
                  <a:pt x="1859511" y="1215891"/>
                </a:lnTo>
                <a:lnTo>
                  <a:pt x="1861394" y="1215891"/>
                </a:lnTo>
                <a:lnTo>
                  <a:pt x="1863266" y="1215891"/>
                </a:lnTo>
                <a:lnTo>
                  <a:pt x="1865148" y="1215891"/>
                </a:lnTo>
                <a:lnTo>
                  <a:pt x="1867031" y="1215891"/>
                </a:lnTo>
                <a:lnTo>
                  <a:pt x="1868913" y="1215891"/>
                </a:lnTo>
                <a:lnTo>
                  <a:pt x="1870795" y="1215891"/>
                </a:lnTo>
                <a:lnTo>
                  <a:pt x="1872668" y="1215891"/>
                </a:lnTo>
                <a:lnTo>
                  <a:pt x="1874550" y="1215891"/>
                </a:lnTo>
                <a:lnTo>
                  <a:pt x="1876432" y="1215891"/>
                </a:lnTo>
                <a:lnTo>
                  <a:pt x="1878314" y="1215891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255" name="Freeform 2254">
            <a:extLst>
              <a:ext uri="{FF2B5EF4-FFF2-40B4-BE49-F238E27FC236}">
                <a16:creationId xmlns:a16="http://schemas.microsoft.com/office/drawing/2014/main" id="{209A7C77-8C61-1AA8-5053-B4F8ECFB6FBE}"/>
              </a:ext>
            </a:extLst>
          </p:cNvPr>
          <p:cNvSpPr/>
          <p:nvPr/>
        </p:nvSpPr>
        <p:spPr>
          <a:xfrm>
            <a:off x="968437" y="1586588"/>
            <a:ext cx="1878314" cy="1185947"/>
          </a:xfrm>
          <a:custGeom>
            <a:avLst/>
            <a:gdLst>
              <a:gd name="csX0" fmla="*/ 0 w 1878314"/>
              <a:gd name="csY0" fmla="*/ 1185947 h 1185947"/>
              <a:gd name="csX1" fmla="*/ 1879 w 1878314"/>
              <a:gd name="csY1" fmla="*/ 1185947 h 1185947"/>
              <a:gd name="csX2" fmla="*/ 3760 w 1878314"/>
              <a:gd name="csY2" fmla="*/ 1185947 h 1185947"/>
              <a:gd name="csX3" fmla="*/ 5640 w 1878314"/>
              <a:gd name="csY3" fmla="*/ 1185947 h 1185947"/>
              <a:gd name="csX4" fmla="*/ 7520 w 1878314"/>
              <a:gd name="csY4" fmla="*/ 1185947 h 1185947"/>
              <a:gd name="csX5" fmla="*/ 9400 w 1878314"/>
              <a:gd name="csY5" fmla="*/ 1185947 h 1185947"/>
              <a:gd name="csX6" fmla="*/ 11281 w 1878314"/>
              <a:gd name="csY6" fmla="*/ 1185947 h 1185947"/>
              <a:gd name="csX7" fmla="*/ 13161 w 1878314"/>
              <a:gd name="csY7" fmla="*/ 1185947 h 1185947"/>
              <a:gd name="csX8" fmla="*/ 15041 w 1878314"/>
              <a:gd name="csY8" fmla="*/ 1185947 h 1185947"/>
              <a:gd name="csX9" fmla="*/ 16922 w 1878314"/>
              <a:gd name="csY9" fmla="*/ 1185947 h 1185947"/>
              <a:gd name="csX10" fmla="*/ 18802 w 1878314"/>
              <a:gd name="csY10" fmla="*/ 1185947 h 1185947"/>
              <a:gd name="csX11" fmla="*/ 20682 w 1878314"/>
              <a:gd name="csY11" fmla="*/ 1185947 h 1185947"/>
              <a:gd name="csX12" fmla="*/ 22562 w 1878314"/>
              <a:gd name="csY12" fmla="*/ 1185947 h 1185947"/>
              <a:gd name="csX13" fmla="*/ 24442 w 1878314"/>
              <a:gd name="csY13" fmla="*/ 1185947 h 1185947"/>
              <a:gd name="csX14" fmla="*/ 26322 w 1878314"/>
              <a:gd name="csY14" fmla="*/ 1185947 h 1185947"/>
              <a:gd name="csX15" fmla="*/ 28202 w 1878314"/>
              <a:gd name="csY15" fmla="*/ 1185947 h 1185947"/>
              <a:gd name="csX16" fmla="*/ 30082 w 1878314"/>
              <a:gd name="csY16" fmla="*/ 1185947 h 1185947"/>
              <a:gd name="csX17" fmla="*/ 31963 w 1878314"/>
              <a:gd name="csY17" fmla="*/ 1185947 h 1185947"/>
              <a:gd name="csX18" fmla="*/ 33843 w 1878314"/>
              <a:gd name="csY18" fmla="*/ 1185947 h 1185947"/>
              <a:gd name="csX19" fmla="*/ 35723 w 1878314"/>
              <a:gd name="csY19" fmla="*/ 1185947 h 1185947"/>
              <a:gd name="csX20" fmla="*/ 37604 w 1878314"/>
              <a:gd name="csY20" fmla="*/ 1185947 h 1185947"/>
              <a:gd name="csX21" fmla="*/ 39484 w 1878314"/>
              <a:gd name="csY21" fmla="*/ 1185947 h 1185947"/>
              <a:gd name="csX22" fmla="*/ 41364 w 1878314"/>
              <a:gd name="csY22" fmla="*/ 1185947 h 1185947"/>
              <a:gd name="csX23" fmla="*/ 43244 w 1878314"/>
              <a:gd name="csY23" fmla="*/ 1185947 h 1185947"/>
              <a:gd name="csX24" fmla="*/ 45124 w 1878314"/>
              <a:gd name="csY24" fmla="*/ 1185947 h 1185947"/>
              <a:gd name="csX25" fmla="*/ 47004 w 1878314"/>
              <a:gd name="csY25" fmla="*/ 1185947 h 1185947"/>
              <a:gd name="csX26" fmla="*/ 48884 w 1878314"/>
              <a:gd name="csY26" fmla="*/ 1185947 h 1185947"/>
              <a:gd name="csX27" fmla="*/ 50765 w 1878314"/>
              <a:gd name="csY27" fmla="*/ 1185947 h 1185947"/>
              <a:gd name="csX28" fmla="*/ 52645 w 1878314"/>
              <a:gd name="csY28" fmla="*/ 1185947 h 1185947"/>
              <a:gd name="csX29" fmla="*/ 54525 w 1878314"/>
              <a:gd name="csY29" fmla="*/ 1185947 h 1185947"/>
              <a:gd name="csX30" fmla="*/ 56405 w 1878314"/>
              <a:gd name="csY30" fmla="*/ 1185947 h 1185947"/>
              <a:gd name="csX31" fmla="*/ 58286 w 1878314"/>
              <a:gd name="csY31" fmla="*/ 1185947 h 1185947"/>
              <a:gd name="csX32" fmla="*/ 60166 w 1878314"/>
              <a:gd name="csY32" fmla="*/ 1185947 h 1185947"/>
              <a:gd name="csX33" fmla="*/ 62046 w 1878314"/>
              <a:gd name="csY33" fmla="*/ 1185947 h 1185947"/>
              <a:gd name="csX34" fmla="*/ 63926 w 1878314"/>
              <a:gd name="csY34" fmla="*/ 1185947 h 1185947"/>
              <a:gd name="csX35" fmla="*/ 65807 w 1878314"/>
              <a:gd name="csY35" fmla="*/ 1185947 h 1185947"/>
              <a:gd name="csX36" fmla="*/ 67686 w 1878314"/>
              <a:gd name="csY36" fmla="*/ 1185947 h 1185947"/>
              <a:gd name="csX37" fmla="*/ 69566 w 1878314"/>
              <a:gd name="csY37" fmla="*/ 1185947 h 1185947"/>
              <a:gd name="csX38" fmla="*/ 71447 w 1878314"/>
              <a:gd name="csY38" fmla="*/ 1185947 h 1185947"/>
              <a:gd name="csX39" fmla="*/ 73327 w 1878314"/>
              <a:gd name="csY39" fmla="*/ 1185947 h 1185947"/>
              <a:gd name="csX40" fmla="*/ 75207 w 1878314"/>
              <a:gd name="csY40" fmla="*/ 1185947 h 1185947"/>
              <a:gd name="csX41" fmla="*/ 77087 w 1878314"/>
              <a:gd name="csY41" fmla="*/ 1185947 h 1185947"/>
              <a:gd name="csX42" fmla="*/ 78968 w 1878314"/>
              <a:gd name="csY42" fmla="*/ 1185947 h 1185947"/>
              <a:gd name="csX43" fmla="*/ 80848 w 1878314"/>
              <a:gd name="csY43" fmla="*/ 1185947 h 1185947"/>
              <a:gd name="csX44" fmla="*/ 82728 w 1878314"/>
              <a:gd name="csY44" fmla="*/ 1185947 h 1185947"/>
              <a:gd name="csX45" fmla="*/ 84609 w 1878314"/>
              <a:gd name="csY45" fmla="*/ 1185947 h 1185947"/>
              <a:gd name="csX46" fmla="*/ 86489 w 1878314"/>
              <a:gd name="csY46" fmla="*/ 1185947 h 1185947"/>
              <a:gd name="csX47" fmla="*/ 88368 w 1878314"/>
              <a:gd name="csY47" fmla="*/ 1185947 h 1185947"/>
              <a:gd name="csX48" fmla="*/ 90248 w 1878314"/>
              <a:gd name="csY48" fmla="*/ 1185947 h 1185947"/>
              <a:gd name="csX49" fmla="*/ 92129 w 1878314"/>
              <a:gd name="csY49" fmla="*/ 1185947 h 1185947"/>
              <a:gd name="csX50" fmla="*/ 94009 w 1878314"/>
              <a:gd name="csY50" fmla="*/ 1185947 h 1185947"/>
              <a:gd name="csX51" fmla="*/ 95889 w 1878314"/>
              <a:gd name="csY51" fmla="*/ 1185947 h 1185947"/>
              <a:gd name="csX52" fmla="*/ 97769 w 1878314"/>
              <a:gd name="csY52" fmla="*/ 1185947 h 1185947"/>
              <a:gd name="csX53" fmla="*/ 99650 w 1878314"/>
              <a:gd name="csY53" fmla="*/ 1185947 h 1185947"/>
              <a:gd name="csX54" fmla="*/ 101530 w 1878314"/>
              <a:gd name="csY54" fmla="*/ 1185947 h 1185947"/>
              <a:gd name="csX55" fmla="*/ 103410 w 1878314"/>
              <a:gd name="csY55" fmla="*/ 1185947 h 1185947"/>
              <a:gd name="csX56" fmla="*/ 105291 w 1878314"/>
              <a:gd name="csY56" fmla="*/ 1185947 h 1185947"/>
              <a:gd name="csX57" fmla="*/ 107171 w 1878314"/>
              <a:gd name="csY57" fmla="*/ 1185947 h 1185947"/>
              <a:gd name="csX58" fmla="*/ 109051 w 1878314"/>
              <a:gd name="csY58" fmla="*/ 1185947 h 1185947"/>
              <a:gd name="csX59" fmla="*/ 110930 w 1878314"/>
              <a:gd name="csY59" fmla="*/ 1185947 h 1185947"/>
              <a:gd name="csX60" fmla="*/ 112811 w 1878314"/>
              <a:gd name="csY60" fmla="*/ 1185947 h 1185947"/>
              <a:gd name="csX61" fmla="*/ 114691 w 1878314"/>
              <a:gd name="csY61" fmla="*/ 1185947 h 1185947"/>
              <a:gd name="csX62" fmla="*/ 116571 w 1878314"/>
              <a:gd name="csY62" fmla="*/ 1185947 h 1185947"/>
              <a:gd name="csX63" fmla="*/ 118452 w 1878314"/>
              <a:gd name="csY63" fmla="*/ 1185947 h 1185947"/>
              <a:gd name="csX64" fmla="*/ 120332 w 1878314"/>
              <a:gd name="csY64" fmla="*/ 1185947 h 1185947"/>
              <a:gd name="csX65" fmla="*/ 122212 w 1878314"/>
              <a:gd name="csY65" fmla="*/ 1185947 h 1185947"/>
              <a:gd name="csX66" fmla="*/ 124092 w 1878314"/>
              <a:gd name="csY66" fmla="*/ 1185947 h 1185947"/>
              <a:gd name="csX67" fmla="*/ 125973 w 1878314"/>
              <a:gd name="csY67" fmla="*/ 1185947 h 1185947"/>
              <a:gd name="csX68" fmla="*/ 127853 w 1878314"/>
              <a:gd name="csY68" fmla="*/ 1185947 h 1185947"/>
              <a:gd name="csX69" fmla="*/ 129733 w 1878314"/>
              <a:gd name="csY69" fmla="*/ 1185947 h 1185947"/>
              <a:gd name="csX70" fmla="*/ 131613 w 1878314"/>
              <a:gd name="csY70" fmla="*/ 1185947 h 1185947"/>
              <a:gd name="csX71" fmla="*/ 133493 w 1878314"/>
              <a:gd name="csY71" fmla="*/ 1185947 h 1185947"/>
              <a:gd name="csX72" fmla="*/ 135373 w 1878314"/>
              <a:gd name="csY72" fmla="*/ 1185947 h 1185947"/>
              <a:gd name="csX73" fmla="*/ 137253 w 1878314"/>
              <a:gd name="csY73" fmla="*/ 1185947 h 1185947"/>
              <a:gd name="csX74" fmla="*/ 139134 w 1878314"/>
              <a:gd name="csY74" fmla="*/ 1185947 h 1185947"/>
              <a:gd name="csX75" fmla="*/ 141014 w 1878314"/>
              <a:gd name="csY75" fmla="*/ 1185947 h 1185947"/>
              <a:gd name="csX76" fmla="*/ 142894 w 1878314"/>
              <a:gd name="csY76" fmla="*/ 1185947 h 1185947"/>
              <a:gd name="csX77" fmla="*/ 144774 w 1878314"/>
              <a:gd name="csY77" fmla="*/ 1185947 h 1185947"/>
              <a:gd name="csX78" fmla="*/ 146655 w 1878314"/>
              <a:gd name="csY78" fmla="*/ 1185947 h 1185947"/>
              <a:gd name="csX79" fmla="*/ 148535 w 1878314"/>
              <a:gd name="csY79" fmla="*/ 1185947 h 1185947"/>
              <a:gd name="csX80" fmla="*/ 150415 w 1878314"/>
              <a:gd name="csY80" fmla="*/ 1185947 h 1185947"/>
              <a:gd name="csX81" fmla="*/ 152296 w 1878314"/>
              <a:gd name="csY81" fmla="*/ 1185947 h 1185947"/>
              <a:gd name="csX82" fmla="*/ 154175 w 1878314"/>
              <a:gd name="csY82" fmla="*/ 1185947 h 1185947"/>
              <a:gd name="csX83" fmla="*/ 156055 w 1878314"/>
              <a:gd name="csY83" fmla="*/ 1185947 h 1185947"/>
              <a:gd name="csX84" fmla="*/ 157935 w 1878314"/>
              <a:gd name="csY84" fmla="*/ 1185947 h 1185947"/>
              <a:gd name="csX85" fmla="*/ 159816 w 1878314"/>
              <a:gd name="csY85" fmla="*/ 1185947 h 1185947"/>
              <a:gd name="csX86" fmla="*/ 161696 w 1878314"/>
              <a:gd name="csY86" fmla="*/ 1185947 h 1185947"/>
              <a:gd name="csX87" fmla="*/ 163576 w 1878314"/>
              <a:gd name="csY87" fmla="*/ 1185947 h 1185947"/>
              <a:gd name="csX88" fmla="*/ 165457 w 1878314"/>
              <a:gd name="csY88" fmla="*/ 1185947 h 1185947"/>
              <a:gd name="csX89" fmla="*/ 167337 w 1878314"/>
              <a:gd name="csY89" fmla="*/ 1185947 h 1185947"/>
              <a:gd name="csX90" fmla="*/ 169217 w 1878314"/>
              <a:gd name="csY90" fmla="*/ 1185947 h 1185947"/>
              <a:gd name="csX91" fmla="*/ 171097 w 1878314"/>
              <a:gd name="csY91" fmla="*/ 1185947 h 1185947"/>
              <a:gd name="csX92" fmla="*/ 172978 w 1878314"/>
              <a:gd name="csY92" fmla="*/ 1185947 h 1185947"/>
              <a:gd name="csX93" fmla="*/ 174857 w 1878314"/>
              <a:gd name="csY93" fmla="*/ 1185947 h 1185947"/>
              <a:gd name="csX94" fmla="*/ 176737 w 1878314"/>
              <a:gd name="csY94" fmla="*/ 1185947 h 1185947"/>
              <a:gd name="csX95" fmla="*/ 178617 w 1878314"/>
              <a:gd name="csY95" fmla="*/ 1185947 h 1185947"/>
              <a:gd name="csX96" fmla="*/ 180498 w 1878314"/>
              <a:gd name="csY96" fmla="*/ 1185947 h 1185947"/>
              <a:gd name="csX97" fmla="*/ 182378 w 1878314"/>
              <a:gd name="csY97" fmla="*/ 1185947 h 1185947"/>
              <a:gd name="csX98" fmla="*/ 184258 w 1878314"/>
              <a:gd name="csY98" fmla="*/ 1185947 h 1185947"/>
              <a:gd name="csX99" fmla="*/ 186139 w 1878314"/>
              <a:gd name="csY99" fmla="*/ 1185947 h 1185947"/>
              <a:gd name="csX100" fmla="*/ 188019 w 1878314"/>
              <a:gd name="csY100" fmla="*/ 1185947 h 1185947"/>
              <a:gd name="csX101" fmla="*/ 189899 w 1878314"/>
              <a:gd name="csY101" fmla="*/ 1185947 h 1185947"/>
              <a:gd name="csX102" fmla="*/ 191779 w 1878314"/>
              <a:gd name="csY102" fmla="*/ 1185947 h 1185947"/>
              <a:gd name="csX103" fmla="*/ 193660 w 1878314"/>
              <a:gd name="csY103" fmla="*/ 1185947 h 1185947"/>
              <a:gd name="csX104" fmla="*/ 195540 w 1878314"/>
              <a:gd name="csY104" fmla="*/ 1185947 h 1185947"/>
              <a:gd name="csX105" fmla="*/ 197419 w 1878314"/>
              <a:gd name="csY105" fmla="*/ 1185947 h 1185947"/>
              <a:gd name="csX106" fmla="*/ 199300 w 1878314"/>
              <a:gd name="csY106" fmla="*/ 1185947 h 1185947"/>
              <a:gd name="csX107" fmla="*/ 201180 w 1878314"/>
              <a:gd name="csY107" fmla="*/ 1185947 h 1185947"/>
              <a:gd name="csX108" fmla="*/ 203060 w 1878314"/>
              <a:gd name="csY108" fmla="*/ 1185947 h 1185947"/>
              <a:gd name="csX109" fmla="*/ 204940 w 1878314"/>
              <a:gd name="csY109" fmla="*/ 1185947 h 1185947"/>
              <a:gd name="csX110" fmla="*/ 206821 w 1878314"/>
              <a:gd name="csY110" fmla="*/ 1185947 h 1185947"/>
              <a:gd name="csX111" fmla="*/ 208701 w 1878314"/>
              <a:gd name="csY111" fmla="*/ 1185947 h 1185947"/>
              <a:gd name="csX112" fmla="*/ 210581 w 1878314"/>
              <a:gd name="csY112" fmla="*/ 1185947 h 1185947"/>
              <a:gd name="csX113" fmla="*/ 212461 w 1878314"/>
              <a:gd name="csY113" fmla="*/ 1185947 h 1185947"/>
              <a:gd name="csX114" fmla="*/ 214342 w 1878314"/>
              <a:gd name="csY114" fmla="*/ 1185947 h 1185947"/>
              <a:gd name="csX115" fmla="*/ 216222 w 1878314"/>
              <a:gd name="csY115" fmla="*/ 1185947 h 1185947"/>
              <a:gd name="csX116" fmla="*/ 218101 w 1878314"/>
              <a:gd name="csY116" fmla="*/ 1185947 h 1185947"/>
              <a:gd name="csX117" fmla="*/ 219982 w 1878314"/>
              <a:gd name="csY117" fmla="*/ 1185947 h 1185947"/>
              <a:gd name="csX118" fmla="*/ 221862 w 1878314"/>
              <a:gd name="csY118" fmla="*/ 1185947 h 1185947"/>
              <a:gd name="csX119" fmla="*/ 223742 w 1878314"/>
              <a:gd name="csY119" fmla="*/ 1185947 h 1185947"/>
              <a:gd name="csX120" fmla="*/ 225622 w 1878314"/>
              <a:gd name="csY120" fmla="*/ 1185947 h 1185947"/>
              <a:gd name="csX121" fmla="*/ 227503 w 1878314"/>
              <a:gd name="csY121" fmla="*/ 1185947 h 1185947"/>
              <a:gd name="csX122" fmla="*/ 229383 w 1878314"/>
              <a:gd name="csY122" fmla="*/ 1185947 h 1185947"/>
              <a:gd name="csX123" fmla="*/ 231263 w 1878314"/>
              <a:gd name="csY123" fmla="*/ 1185947 h 1185947"/>
              <a:gd name="csX124" fmla="*/ 233144 w 1878314"/>
              <a:gd name="csY124" fmla="*/ 1185947 h 1185947"/>
              <a:gd name="csX125" fmla="*/ 235024 w 1878314"/>
              <a:gd name="csY125" fmla="*/ 1185947 h 1185947"/>
              <a:gd name="csX126" fmla="*/ 236904 w 1878314"/>
              <a:gd name="csY126" fmla="*/ 1185947 h 1185947"/>
              <a:gd name="csX127" fmla="*/ 238784 w 1878314"/>
              <a:gd name="csY127" fmla="*/ 1185947 h 1185947"/>
              <a:gd name="csX128" fmla="*/ 240664 w 1878314"/>
              <a:gd name="csY128" fmla="*/ 1185947 h 1185947"/>
              <a:gd name="csX129" fmla="*/ 242544 w 1878314"/>
              <a:gd name="csY129" fmla="*/ 1185947 h 1185947"/>
              <a:gd name="csX130" fmla="*/ 244424 w 1878314"/>
              <a:gd name="csY130" fmla="*/ 1185947 h 1185947"/>
              <a:gd name="csX131" fmla="*/ 246305 w 1878314"/>
              <a:gd name="csY131" fmla="*/ 1185947 h 1185947"/>
              <a:gd name="csX132" fmla="*/ 248185 w 1878314"/>
              <a:gd name="csY132" fmla="*/ 1185947 h 1185947"/>
              <a:gd name="csX133" fmla="*/ 250065 w 1878314"/>
              <a:gd name="csY133" fmla="*/ 1185947 h 1185947"/>
              <a:gd name="csX134" fmla="*/ 251945 w 1878314"/>
              <a:gd name="csY134" fmla="*/ 1185947 h 1185947"/>
              <a:gd name="csX135" fmla="*/ 253826 w 1878314"/>
              <a:gd name="csY135" fmla="*/ 1185947 h 1185947"/>
              <a:gd name="csX136" fmla="*/ 255706 w 1878314"/>
              <a:gd name="csY136" fmla="*/ 1185947 h 1185947"/>
              <a:gd name="csX137" fmla="*/ 257586 w 1878314"/>
              <a:gd name="csY137" fmla="*/ 1185947 h 1185947"/>
              <a:gd name="csX138" fmla="*/ 259466 w 1878314"/>
              <a:gd name="csY138" fmla="*/ 1185947 h 1185947"/>
              <a:gd name="csX139" fmla="*/ 261346 w 1878314"/>
              <a:gd name="csY139" fmla="*/ 1185947 h 1185947"/>
              <a:gd name="csX140" fmla="*/ 263226 w 1878314"/>
              <a:gd name="csY140" fmla="*/ 1185947 h 1185947"/>
              <a:gd name="csX141" fmla="*/ 265106 w 1878314"/>
              <a:gd name="csY141" fmla="*/ 1185947 h 1185947"/>
              <a:gd name="csX142" fmla="*/ 266987 w 1878314"/>
              <a:gd name="csY142" fmla="*/ 1185947 h 1185947"/>
              <a:gd name="csX143" fmla="*/ 268867 w 1878314"/>
              <a:gd name="csY143" fmla="*/ 1185947 h 1185947"/>
              <a:gd name="csX144" fmla="*/ 270747 w 1878314"/>
              <a:gd name="csY144" fmla="*/ 1185947 h 1185947"/>
              <a:gd name="csX145" fmla="*/ 272627 w 1878314"/>
              <a:gd name="csY145" fmla="*/ 1185947 h 1185947"/>
              <a:gd name="csX146" fmla="*/ 274508 w 1878314"/>
              <a:gd name="csY146" fmla="*/ 1185947 h 1185947"/>
              <a:gd name="csX147" fmla="*/ 276388 w 1878314"/>
              <a:gd name="csY147" fmla="*/ 1185947 h 1185947"/>
              <a:gd name="csX148" fmla="*/ 278268 w 1878314"/>
              <a:gd name="csY148" fmla="*/ 1185947 h 1185947"/>
              <a:gd name="csX149" fmla="*/ 280148 w 1878314"/>
              <a:gd name="csY149" fmla="*/ 1185947 h 1185947"/>
              <a:gd name="csX150" fmla="*/ 282029 w 1878314"/>
              <a:gd name="csY150" fmla="*/ 1185947 h 1185947"/>
              <a:gd name="csX151" fmla="*/ 283908 w 1878314"/>
              <a:gd name="csY151" fmla="*/ 1185947 h 1185947"/>
              <a:gd name="csX152" fmla="*/ 285788 w 1878314"/>
              <a:gd name="csY152" fmla="*/ 1185947 h 1185947"/>
              <a:gd name="csX153" fmla="*/ 287669 w 1878314"/>
              <a:gd name="csY153" fmla="*/ 1185947 h 1185947"/>
              <a:gd name="csX154" fmla="*/ 289549 w 1878314"/>
              <a:gd name="csY154" fmla="*/ 1185947 h 1185947"/>
              <a:gd name="csX155" fmla="*/ 291429 w 1878314"/>
              <a:gd name="csY155" fmla="*/ 1185947 h 1185947"/>
              <a:gd name="csX156" fmla="*/ 293309 w 1878314"/>
              <a:gd name="csY156" fmla="*/ 1185947 h 1185947"/>
              <a:gd name="csX157" fmla="*/ 295190 w 1878314"/>
              <a:gd name="csY157" fmla="*/ 1185947 h 1185947"/>
              <a:gd name="csX158" fmla="*/ 297070 w 1878314"/>
              <a:gd name="csY158" fmla="*/ 1185947 h 1185947"/>
              <a:gd name="csX159" fmla="*/ 298950 w 1878314"/>
              <a:gd name="csY159" fmla="*/ 1185947 h 1185947"/>
              <a:gd name="csX160" fmla="*/ 300831 w 1878314"/>
              <a:gd name="csY160" fmla="*/ 1185947 h 1185947"/>
              <a:gd name="csX161" fmla="*/ 302711 w 1878314"/>
              <a:gd name="csY161" fmla="*/ 1185947 h 1185947"/>
              <a:gd name="csX162" fmla="*/ 304590 w 1878314"/>
              <a:gd name="csY162" fmla="*/ 1185947 h 1185947"/>
              <a:gd name="csX163" fmla="*/ 306470 w 1878314"/>
              <a:gd name="csY163" fmla="*/ 1185947 h 1185947"/>
              <a:gd name="csX164" fmla="*/ 308351 w 1878314"/>
              <a:gd name="csY164" fmla="*/ 1185947 h 1185947"/>
              <a:gd name="csX165" fmla="*/ 310231 w 1878314"/>
              <a:gd name="csY165" fmla="*/ 1185947 h 1185947"/>
              <a:gd name="csX166" fmla="*/ 312111 w 1878314"/>
              <a:gd name="csY166" fmla="*/ 1185947 h 1185947"/>
              <a:gd name="csX167" fmla="*/ 313992 w 1878314"/>
              <a:gd name="csY167" fmla="*/ 1185947 h 1185947"/>
              <a:gd name="csX168" fmla="*/ 315872 w 1878314"/>
              <a:gd name="csY168" fmla="*/ 1185947 h 1185947"/>
              <a:gd name="csX169" fmla="*/ 317752 w 1878314"/>
              <a:gd name="csY169" fmla="*/ 1185947 h 1185947"/>
              <a:gd name="csX170" fmla="*/ 319632 w 1878314"/>
              <a:gd name="csY170" fmla="*/ 1185947 h 1185947"/>
              <a:gd name="csX171" fmla="*/ 321513 w 1878314"/>
              <a:gd name="csY171" fmla="*/ 1185947 h 1185947"/>
              <a:gd name="csX172" fmla="*/ 323393 w 1878314"/>
              <a:gd name="csY172" fmla="*/ 1185947 h 1185947"/>
              <a:gd name="csX173" fmla="*/ 325273 w 1878314"/>
              <a:gd name="csY173" fmla="*/ 1185947 h 1185947"/>
              <a:gd name="csX174" fmla="*/ 327153 w 1878314"/>
              <a:gd name="csY174" fmla="*/ 1185947 h 1185947"/>
              <a:gd name="csX175" fmla="*/ 329033 w 1878314"/>
              <a:gd name="csY175" fmla="*/ 1185947 h 1185947"/>
              <a:gd name="csX176" fmla="*/ 330913 w 1878314"/>
              <a:gd name="csY176" fmla="*/ 1185947 h 1185947"/>
              <a:gd name="csX177" fmla="*/ 332793 w 1878314"/>
              <a:gd name="csY177" fmla="*/ 1185947 h 1185947"/>
              <a:gd name="csX178" fmla="*/ 334674 w 1878314"/>
              <a:gd name="csY178" fmla="*/ 1185947 h 1185947"/>
              <a:gd name="csX179" fmla="*/ 336554 w 1878314"/>
              <a:gd name="csY179" fmla="*/ 1185947 h 1185947"/>
              <a:gd name="csX180" fmla="*/ 338434 w 1878314"/>
              <a:gd name="csY180" fmla="*/ 1185947 h 1185947"/>
              <a:gd name="csX181" fmla="*/ 340314 w 1878314"/>
              <a:gd name="csY181" fmla="*/ 1185947 h 1185947"/>
              <a:gd name="csX182" fmla="*/ 342195 w 1878314"/>
              <a:gd name="csY182" fmla="*/ 1185947 h 1185947"/>
              <a:gd name="csX183" fmla="*/ 344075 w 1878314"/>
              <a:gd name="csY183" fmla="*/ 1185947 h 1185947"/>
              <a:gd name="csX184" fmla="*/ 345955 w 1878314"/>
              <a:gd name="csY184" fmla="*/ 1185947 h 1185947"/>
              <a:gd name="csX185" fmla="*/ 347835 w 1878314"/>
              <a:gd name="csY185" fmla="*/ 1185947 h 1185947"/>
              <a:gd name="csX186" fmla="*/ 349715 w 1878314"/>
              <a:gd name="csY186" fmla="*/ 1185947 h 1185947"/>
              <a:gd name="csX187" fmla="*/ 351595 w 1878314"/>
              <a:gd name="csY187" fmla="*/ 1185947 h 1185947"/>
              <a:gd name="csX188" fmla="*/ 353475 w 1878314"/>
              <a:gd name="csY188" fmla="*/ 1185947 h 1185947"/>
              <a:gd name="csX189" fmla="*/ 355356 w 1878314"/>
              <a:gd name="csY189" fmla="*/ 1185947 h 1185947"/>
              <a:gd name="csX190" fmla="*/ 357236 w 1878314"/>
              <a:gd name="csY190" fmla="*/ 1185947 h 1185947"/>
              <a:gd name="csX191" fmla="*/ 359116 w 1878314"/>
              <a:gd name="csY191" fmla="*/ 1185947 h 1185947"/>
              <a:gd name="csX192" fmla="*/ 360996 w 1878314"/>
              <a:gd name="csY192" fmla="*/ 1185947 h 1185947"/>
              <a:gd name="csX193" fmla="*/ 362877 w 1878314"/>
              <a:gd name="csY193" fmla="*/ 1185947 h 1185947"/>
              <a:gd name="csX194" fmla="*/ 364757 w 1878314"/>
              <a:gd name="csY194" fmla="*/ 1185947 h 1185947"/>
              <a:gd name="csX195" fmla="*/ 366637 w 1878314"/>
              <a:gd name="csY195" fmla="*/ 1185947 h 1185947"/>
              <a:gd name="csX196" fmla="*/ 368518 w 1878314"/>
              <a:gd name="csY196" fmla="*/ 1185947 h 1185947"/>
              <a:gd name="csX197" fmla="*/ 370397 w 1878314"/>
              <a:gd name="csY197" fmla="*/ 1185947 h 1185947"/>
              <a:gd name="csX198" fmla="*/ 372277 w 1878314"/>
              <a:gd name="csY198" fmla="*/ 1185947 h 1185947"/>
              <a:gd name="csX199" fmla="*/ 374157 w 1878314"/>
              <a:gd name="csY199" fmla="*/ 1185947 h 1185947"/>
              <a:gd name="csX200" fmla="*/ 376038 w 1878314"/>
              <a:gd name="csY200" fmla="*/ 1185947 h 1185947"/>
              <a:gd name="csX201" fmla="*/ 377918 w 1878314"/>
              <a:gd name="csY201" fmla="*/ 1185947 h 1185947"/>
              <a:gd name="csX202" fmla="*/ 379798 w 1878314"/>
              <a:gd name="csY202" fmla="*/ 1185947 h 1185947"/>
              <a:gd name="csX203" fmla="*/ 381679 w 1878314"/>
              <a:gd name="csY203" fmla="*/ 1185947 h 1185947"/>
              <a:gd name="csX204" fmla="*/ 383559 w 1878314"/>
              <a:gd name="csY204" fmla="*/ 1185947 h 1185947"/>
              <a:gd name="csX205" fmla="*/ 385439 w 1878314"/>
              <a:gd name="csY205" fmla="*/ 1185947 h 1185947"/>
              <a:gd name="csX206" fmla="*/ 387319 w 1878314"/>
              <a:gd name="csY206" fmla="*/ 1185947 h 1185947"/>
              <a:gd name="csX207" fmla="*/ 389200 w 1878314"/>
              <a:gd name="csY207" fmla="*/ 1185947 h 1185947"/>
              <a:gd name="csX208" fmla="*/ 391079 w 1878314"/>
              <a:gd name="csY208" fmla="*/ 1185947 h 1185947"/>
              <a:gd name="csX209" fmla="*/ 392959 w 1878314"/>
              <a:gd name="csY209" fmla="*/ 1185947 h 1185947"/>
              <a:gd name="csX210" fmla="*/ 394840 w 1878314"/>
              <a:gd name="csY210" fmla="*/ 1185947 h 1185947"/>
              <a:gd name="csX211" fmla="*/ 396720 w 1878314"/>
              <a:gd name="csY211" fmla="*/ 1185947 h 1185947"/>
              <a:gd name="csX212" fmla="*/ 398600 w 1878314"/>
              <a:gd name="csY212" fmla="*/ 1185947 h 1185947"/>
              <a:gd name="csX213" fmla="*/ 400480 w 1878314"/>
              <a:gd name="csY213" fmla="*/ 1185947 h 1185947"/>
              <a:gd name="csX214" fmla="*/ 402361 w 1878314"/>
              <a:gd name="csY214" fmla="*/ 1185947 h 1185947"/>
              <a:gd name="csX215" fmla="*/ 404241 w 1878314"/>
              <a:gd name="csY215" fmla="*/ 1185947 h 1185947"/>
              <a:gd name="csX216" fmla="*/ 406121 w 1878314"/>
              <a:gd name="csY216" fmla="*/ 1185947 h 1185947"/>
              <a:gd name="csX217" fmla="*/ 408001 w 1878314"/>
              <a:gd name="csY217" fmla="*/ 1185947 h 1185947"/>
              <a:gd name="csX218" fmla="*/ 409882 w 1878314"/>
              <a:gd name="csY218" fmla="*/ 1185947 h 1185947"/>
              <a:gd name="csX219" fmla="*/ 411762 w 1878314"/>
              <a:gd name="csY219" fmla="*/ 1185947 h 1185947"/>
              <a:gd name="csX220" fmla="*/ 413641 w 1878314"/>
              <a:gd name="csY220" fmla="*/ 1185947 h 1185947"/>
              <a:gd name="csX221" fmla="*/ 415522 w 1878314"/>
              <a:gd name="csY221" fmla="*/ 1185947 h 1185947"/>
              <a:gd name="csX222" fmla="*/ 417402 w 1878314"/>
              <a:gd name="csY222" fmla="*/ 1185947 h 1185947"/>
              <a:gd name="csX223" fmla="*/ 419282 w 1878314"/>
              <a:gd name="csY223" fmla="*/ 1185947 h 1185947"/>
              <a:gd name="csX224" fmla="*/ 421162 w 1878314"/>
              <a:gd name="csY224" fmla="*/ 1185947 h 1185947"/>
              <a:gd name="csX225" fmla="*/ 423043 w 1878314"/>
              <a:gd name="csY225" fmla="*/ 1185947 h 1185947"/>
              <a:gd name="csX226" fmla="*/ 424923 w 1878314"/>
              <a:gd name="csY226" fmla="*/ 1185947 h 1185947"/>
              <a:gd name="csX227" fmla="*/ 426803 w 1878314"/>
              <a:gd name="csY227" fmla="*/ 1185947 h 1185947"/>
              <a:gd name="csX228" fmla="*/ 428684 w 1878314"/>
              <a:gd name="csY228" fmla="*/ 1185947 h 1185947"/>
              <a:gd name="csX229" fmla="*/ 430564 w 1878314"/>
              <a:gd name="csY229" fmla="*/ 1185947 h 1185947"/>
              <a:gd name="csX230" fmla="*/ 432444 w 1878314"/>
              <a:gd name="csY230" fmla="*/ 1185947 h 1185947"/>
              <a:gd name="csX231" fmla="*/ 434323 w 1878314"/>
              <a:gd name="csY231" fmla="*/ 1185947 h 1185947"/>
              <a:gd name="csX232" fmla="*/ 436204 w 1878314"/>
              <a:gd name="csY232" fmla="*/ 1185947 h 1185947"/>
              <a:gd name="csX233" fmla="*/ 438084 w 1878314"/>
              <a:gd name="csY233" fmla="*/ 1185947 h 1185947"/>
              <a:gd name="csX234" fmla="*/ 439964 w 1878314"/>
              <a:gd name="csY234" fmla="*/ 1185947 h 1185947"/>
              <a:gd name="csX235" fmla="*/ 441844 w 1878314"/>
              <a:gd name="csY235" fmla="*/ 1185947 h 1185947"/>
              <a:gd name="csX236" fmla="*/ 443725 w 1878314"/>
              <a:gd name="csY236" fmla="*/ 1185947 h 1185947"/>
              <a:gd name="csX237" fmla="*/ 445605 w 1878314"/>
              <a:gd name="csY237" fmla="*/ 1185947 h 1185947"/>
              <a:gd name="csX238" fmla="*/ 447485 w 1878314"/>
              <a:gd name="csY238" fmla="*/ 1185947 h 1185947"/>
              <a:gd name="csX239" fmla="*/ 449366 w 1878314"/>
              <a:gd name="csY239" fmla="*/ 1185947 h 1185947"/>
              <a:gd name="csX240" fmla="*/ 451246 w 1878314"/>
              <a:gd name="csY240" fmla="*/ 1185947 h 1185947"/>
              <a:gd name="csX241" fmla="*/ 453126 w 1878314"/>
              <a:gd name="csY241" fmla="*/ 1185947 h 1185947"/>
              <a:gd name="csX242" fmla="*/ 455006 w 1878314"/>
              <a:gd name="csY242" fmla="*/ 1185947 h 1185947"/>
              <a:gd name="csX243" fmla="*/ 456886 w 1878314"/>
              <a:gd name="csY243" fmla="*/ 1185947 h 1185947"/>
              <a:gd name="csX244" fmla="*/ 458766 w 1878314"/>
              <a:gd name="csY244" fmla="*/ 1185947 h 1185947"/>
              <a:gd name="csX245" fmla="*/ 460646 w 1878314"/>
              <a:gd name="csY245" fmla="*/ 1185947 h 1185947"/>
              <a:gd name="csX246" fmla="*/ 462527 w 1878314"/>
              <a:gd name="csY246" fmla="*/ 1185947 h 1185947"/>
              <a:gd name="csX247" fmla="*/ 464407 w 1878314"/>
              <a:gd name="csY247" fmla="*/ 1185947 h 1185947"/>
              <a:gd name="csX248" fmla="*/ 466287 w 1878314"/>
              <a:gd name="csY248" fmla="*/ 1185947 h 1185947"/>
              <a:gd name="csX249" fmla="*/ 468167 w 1878314"/>
              <a:gd name="csY249" fmla="*/ 1185947 h 1185947"/>
              <a:gd name="csX250" fmla="*/ 470048 w 1878314"/>
              <a:gd name="csY250" fmla="*/ 1185947 h 1185947"/>
              <a:gd name="csX251" fmla="*/ 471928 w 1878314"/>
              <a:gd name="csY251" fmla="*/ 1185947 h 1185947"/>
              <a:gd name="csX252" fmla="*/ 473808 w 1878314"/>
              <a:gd name="csY252" fmla="*/ 1185947 h 1185947"/>
              <a:gd name="csX253" fmla="*/ 475688 w 1878314"/>
              <a:gd name="csY253" fmla="*/ 1185947 h 1185947"/>
              <a:gd name="csX254" fmla="*/ 477568 w 1878314"/>
              <a:gd name="csY254" fmla="*/ 1185947 h 1185947"/>
              <a:gd name="csX255" fmla="*/ 479448 w 1878314"/>
              <a:gd name="csY255" fmla="*/ 1185947 h 1185947"/>
              <a:gd name="csX256" fmla="*/ 481328 w 1878314"/>
              <a:gd name="csY256" fmla="*/ 1185947 h 1185947"/>
              <a:gd name="csX257" fmla="*/ 483209 w 1878314"/>
              <a:gd name="csY257" fmla="*/ 1185947 h 1185947"/>
              <a:gd name="csX258" fmla="*/ 485089 w 1878314"/>
              <a:gd name="csY258" fmla="*/ 1185947 h 1185947"/>
              <a:gd name="csX259" fmla="*/ 486969 w 1878314"/>
              <a:gd name="csY259" fmla="*/ 1185947 h 1185947"/>
              <a:gd name="csX260" fmla="*/ 488849 w 1878314"/>
              <a:gd name="csY260" fmla="*/ 1185947 h 1185947"/>
              <a:gd name="csX261" fmla="*/ 490730 w 1878314"/>
              <a:gd name="csY261" fmla="*/ 1185947 h 1185947"/>
              <a:gd name="csX262" fmla="*/ 492610 w 1878314"/>
              <a:gd name="csY262" fmla="*/ 1185947 h 1185947"/>
              <a:gd name="csX263" fmla="*/ 494490 w 1878314"/>
              <a:gd name="csY263" fmla="*/ 1185947 h 1185947"/>
              <a:gd name="csX264" fmla="*/ 496371 w 1878314"/>
              <a:gd name="csY264" fmla="*/ 1185947 h 1185947"/>
              <a:gd name="csX265" fmla="*/ 498251 w 1878314"/>
              <a:gd name="csY265" fmla="*/ 1185947 h 1185947"/>
              <a:gd name="csX266" fmla="*/ 500130 w 1878314"/>
              <a:gd name="csY266" fmla="*/ 1185947 h 1185947"/>
              <a:gd name="csX267" fmla="*/ 502010 w 1878314"/>
              <a:gd name="csY267" fmla="*/ 1185947 h 1185947"/>
              <a:gd name="csX268" fmla="*/ 503891 w 1878314"/>
              <a:gd name="csY268" fmla="*/ 1185947 h 1185947"/>
              <a:gd name="csX269" fmla="*/ 505771 w 1878314"/>
              <a:gd name="csY269" fmla="*/ 1185947 h 1185947"/>
              <a:gd name="csX270" fmla="*/ 507651 w 1878314"/>
              <a:gd name="csY270" fmla="*/ 1185947 h 1185947"/>
              <a:gd name="csX271" fmla="*/ 509531 w 1878314"/>
              <a:gd name="csY271" fmla="*/ 1185947 h 1185947"/>
              <a:gd name="csX272" fmla="*/ 511412 w 1878314"/>
              <a:gd name="csY272" fmla="*/ 1185947 h 1185947"/>
              <a:gd name="csX273" fmla="*/ 513292 w 1878314"/>
              <a:gd name="csY273" fmla="*/ 1185947 h 1185947"/>
              <a:gd name="csX274" fmla="*/ 515172 w 1878314"/>
              <a:gd name="csY274" fmla="*/ 1185947 h 1185947"/>
              <a:gd name="csX275" fmla="*/ 517053 w 1878314"/>
              <a:gd name="csY275" fmla="*/ 1185947 h 1185947"/>
              <a:gd name="csX276" fmla="*/ 518933 w 1878314"/>
              <a:gd name="csY276" fmla="*/ 1185947 h 1185947"/>
              <a:gd name="csX277" fmla="*/ 520812 w 1878314"/>
              <a:gd name="csY277" fmla="*/ 1185947 h 1185947"/>
              <a:gd name="csX278" fmla="*/ 522692 w 1878314"/>
              <a:gd name="csY278" fmla="*/ 1185947 h 1185947"/>
              <a:gd name="csX279" fmla="*/ 524573 w 1878314"/>
              <a:gd name="csY279" fmla="*/ 1185947 h 1185947"/>
              <a:gd name="csX280" fmla="*/ 526453 w 1878314"/>
              <a:gd name="csY280" fmla="*/ 1185947 h 1185947"/>
              <a:gd name="csX281" fmla="*/ 528333 w 1878314"/>
              <a:gd name="csY281" fmla="*/ 1185947 h 1185947"/>
              <a:gd name="csX282" fmla="*/ 530214 w 1878314"/>
              <a:gd name="csY282" fmla="*/ 1185947 h 1185947"/>
              <a:gd name="csX283" fmla="*/ 532094 w 1878314"/>
              <a:gd name="csY283" fmla="*/ 1185947 h 1185947"/>
              <a:gd name="csX284" fmla="*/ 533974 w 1878314"/>
              <a:gd name="csY284" fmla="*/ 1185947 h 1185947"/>
              <a:gd name="csX285" fmla="*/ 535854 w 1878314"/>
              <a:gd name="csY285" fmla="*/ 1185947 h 1185947"/>
              <a:gd name="csX286" fmla="*/ 537735 w 1878314"/>
              <a:gd name="csY286" fmla="*/ 1185947 h 1185947"/>
              <a:gd name="csX287" fmla="*/ 539615 w 1878314"/>
              <a:gd name="csY287" fmla="*/ 1185947 h 1185947"/>
              <a:gd name="csX288" fmla="*/ 541495 w 1878314"/>
              <a:gd name="csY288" fmla="*/ 1185947 h 1185947"/>
              <a:gd name="csX289" fmla="*/ 543375 w 1878314"/>
              <a:gd name="csY289" fmla="*/ 1185947 h 1185947"/>
              <a:gd name="csX290" fmla="*/ 545255 w 1878314"/>
              <a:gd name="csY290" fmla="*/ 1185947 h 1185947"/>
              <a:gd name="csX291" fmla="*/ 547135 w 1878314"/>
              <a:gd name="csY291" fmla="*/ 1185947 h 1185947"/>
              <a:gd name="csX292" fmla="*/ 549015 w 1878314"/>
              <a:gd name="csY292" fmla="*/ 1185947 h 1185947"/>
              <a:gd name="csX293" fmla="*/ 550896 w 1878314"/>
              <a:gd name="csY293" fmla="*/ 1185947 h 1185947"/>
              <a:gd name="csX294" fmla="*/ 552776 w 1878314"/>
              <a:gd name="csY294" fmla="*/ 1185947 h 1185947"/>
              <a:gd name="csX295" fmla="*/ 554656 w 1878314"/>
              <a:gd name="csY295" fmla="*/ 1185947 h 1185947"/>
              <a:gd name="csX296" fmla="*/ 556536 w 1878314"/>
              <a:gd name="csY296" fmla="*/ 1185947 h 1185947"/>
              <a:gd name="csX297" fmla="*/ 558417 w 1878314"/>
              <a:gd name="csY297" fmla="*/ 1185947 h 1185947"/>
              <a:gd name="csX298" fmla="*/ 560297 w 1878314"/>
              <a:gd name="csY298" fmla="*/ 1185947 h 1185947"/>
              <a:gd name="csX299" fmla="*/ 562177 w 1878314"/>
              <a:gd name="csY299" fmla="*/ 1185947 h 1185947"/>
              <a:gd name="csX300" fmla="*/ 564057 w 1878314"/>
              <a:gd name="csY300" fmla="*/ 1185947 h 1185947"/>
              <a:gd name="csX301" fmla="*/ 565937 w 1878314"/>
              <a:gd name="csY301" fmla="*/ 1185947 h 1185947"/>
              <a:gd name="csX302" fmla="*/ 567817 w 1878314"/>
              <a:gd name="csY302" fmla="*/ 1185947 h 1185947"/>
              <a:gd name="csX303" fmla="*/ 569697 w 1878314"/>
              <a:gd name="csY303" fmla="*/ 1185947 h 1185947"/>
              <a:gd name="csX304" fmla="*/ 571578 w 1878314"/>
              <a:gd name="csY304" fmla="*/ 1185947 h 1185947"/>
              <a:gd name="csX305" fmla="*/ 573458 w 1878314"/>
              <a:gd name="csY305" fmla="*/ 1185947 h 1185947"/>
              <a:gd name="csX306" fmla="*/ 575338 w 1878314"/>
              <a:gd name="csY306" fmla="*/ 1185947 h 1185947"/>
              <a:gd name="csX307" fmla="*/ 577219 w 1878314"/>
              <a:gd name="csY307" fmla="*/ 1185947 h 1185947"/>
              <a:gd name="csX308" fmla="*/ 579099 w 1878314"/>
              <a:gd name="csY308" fmla="*/ 1185947 h 1185947"/>
              <a:gd name="csX309" fmla="*/ 580979 w 1878314"/>
              <a:gd name="csY309" fmla="*/ 1185947 h 1185947"/>
              <a:gd name="csX310" fmla="*/ 582859 w 1878314"/>
              <a:gd name="csY310" fmla="*/ 1185947 h 1185947"/>
              <a:gd name="csX311" fmla="*/ 584740 w 1878314"/>
              <a:gd name="csY311" fmla="*/ 1185947 h 1185947"/>
              <a:gd name="csX312" fmla="*/ 586619 w 1878314"/>
              <a:gd name="csY312" fmla="*/ 1185947 h 1185947"/>
              <a:gd name="csX313" fmla="*/ 588499 w 1878314"/>
              <a:gd name="csY313" fmla="*/ 1185947 h 1185947"/>
              <a:gd name="csX314" fmla="*/ 590379 w 1878314"/>
              <a:gd name="csY314" fmla="*/ 1185947 h 1185947"/>
              <a:gd name="csX315" fmla="*/ 592260 w 1878314"/>
              <a:gd name="csY315" fmla="*/ 1185947 h 1185947"/>
              <a:gd name="csX316" fmla="*/ 594140 w 1878314"/>
              <a:gd name="csY316" fmla="*/ 1185947 h 1185947"/>
              <a:gd name="csX317" fmla="*/ 596020 w 1878314"/>
              <a:gd name="csY317" fmla="*/ 1185947 h 1185947"/>
              <a:gd name="csX318" fmla="*/ 597901 w 1878314"/>
              <a:gd name="csY318" fmla="*/ 1185947 h 1185947"/>
              <a:gd name="csX319" fmla="*/ 599781 w 1878314"/>
              <a:gd name="csY319" fmla="*/ 1185947 h 1185947"/>
              <a:gd name="csX320" fmla="*/ 601661 w 1878314"/>
              <a:gd name="csY320" fmla="*/ 1185947 h 1185947"/>
              <a:gd name="csX321" fmla="*/ 603541 w 1878314"/>
              <a:gd name="csY321" fmla="*/ 1185947 h 1185947"/>
              <a:gd name="csX322" fmla="*/ 605422 w 1878314"/>
              <a:gd name="csY322" fmla="*/ 1185947 h 1185947"/>
              <a:gd name="csX323" fmla="*/ 607301 w 1878314"/>
              <a:gd name="csY323" fmla="*/ 1185947 h 1185947"/>
              <a:gd name="csX324" fmla="*/ 609181 w 1878314"/>
              <a:gd name="csY324" fmla="*/ 1185947 h 1185947"/>
              <a:gd name="csX325" fmla="*/ 611062 w 1878314"/>
              <a:gd name="csY325" fmla="*/ 1185947 h 1185947"/>
              <a:gd name="csX326" fmla="*/ 612942 w 1878314"/>
              <a:gd name="csY326" fmla="*/ 1185947 h 1185947"/>
              <a:gd name="csX327" fmla="*/ 614822 w 1878314"/>
              <a:gd name="csY327" fmla="*/ 1185947 h 1185947"/>
              <a:gd name="csX328" fmla="*/ 616702 w 1878314"/>
              <a:gd name="csY328" fmla="*/ 1185947 h 1185947"/>
              <a:gd name="csX329" fmla="*/ 618583 w 1878314"/>
              <a:gd name="csY329" fmla="*/ 1185947 h 1185947"/>
              <a:gd name="csX330" fmla="*/ 620463 w 1878314"/>
              <a:gd name="csY330" fmla="*/ 1185947 h 1185947"/>
              <a:gd name="csX331" fmla="*/ 622342 w 1878314"/>
              <a:gd name="csY331" fmla="*/ 1185947 h 1185947"/>
              <a:gd name="csX332" fmla="*/ 624224 w 1878314"/>
              <a:gd name="csY332" fmla="*/ 1185947 h 1185947"/>
              <a:gd name="csX333" fmla="*/ 626107 w 1878314"/>
              <a:gd name="csY333" fmla="*/ 1185947 h 1185947"/>
              <a:gd name="csX334" fmla="*/ 627979 w 1878314"/>
              <a:gd name="csY334" fmla="*/ 1185947 h 1185947"/>
              <a:gd name="csX335" fmla="*/ 629861 w 1878314"/>
              <a:gd name="csY335" fmla="*/ 1185947 h 1185947"/>
              <a:gd name="csX336" fmla="*/ 631744 w 1878314"/>
              <a:gd name="csY336" fmla="*/ 1185947 h 1185947"/>
              <a:gd name="csX337" fmla="*/ 633626 w 1878314"/>
              <a:gd name="csY337" fmla="*/ 1185947 h 1185947"/>
              <a:gd name="csX338" fmla="*/ 635508 w 1878314"/>
              <a:gd name="csY338" fmla="*/ 1185947 h 1185947"/>
              <a:gd name="csX339" fmla="*/ 637381 w 1878314"/>
              <a:gd name="csY339" fmla="*/ 1185947 h 1185947"/>
              <a:gd name="csX340" fmla="*/ 639263 w 1878314"/>
              <a:gd name="csY340" fmla="*/ 1185947 h 1185947"/>
              <a:gd name="csX341" fmla="*/ 641145 w 1878314"/>
              <a:gd name="csY341" fmla="*/ 1185947 h 1185947"/>
              <a:gd name="csX342" fmla="*/ 643027 w 1878314"/>
              <a:gd name="csY342" fmla="*/ 1185947 h 1185947"/>
              <a:gd name="csX343" fmla="*/ 644909 w 1878314"/>
              <a:gd name="csY343" fmla="*/ 1185947 h 1185947"/>
              <a:gd name="csX344" fmla="*/ 646782 w 1878314"/>
              <a:gd name="csY344" fmla="*/ 1185947 h 1185947"/>
              <a:gd name="csX345" fmla="*/ 648664 w 1878314"/>
              <a:gd name="csY345" fmla="*/ 1185947 h 1185947"/>
              <a:gd name="csX346" fmla="*/ 650546 w 1878314"/>
              <a:gd name="csY346" fmla="*/ 1185947 h 1185947"/>
              <a:gd name="csX347" fmla="*/ 652429 w 1878314"/>
              <a:gd name="csY347" fmla="*/ 1185947 h 1185947"/>
              <a:gd name="csX348" fmla="*/ 654311 w 1878314"/>
              <a:gd name="csY348" fmla="*/ 1185947 h 1185947"/>
              <a:gd name="csX349" fmla="*/ 656183 w 1878314"/>
              <a:gd name="csY349" fmla="*/ 1185947 h 1185947"/>
              <a:gd name="csX350" fmla="*/ 658066 w 1878314"/>
              <a:gd name="csY350" fmla="*/ 1185947 h 1185947"/>
              <a:gd name="csX351" fmla="*/ 659948 w 1878314"/>
              <a:gd name="csY351" fmla="*/ 1185947 h 1185947"/>
              <a:gd name="csX352" fmla="*/ 661830 w 1878314"/>
              <a:gd name="csY352" fmla="*/ 1185947 h 1185947"/>
              <a:gd name="csX353" fmla="*/ 663703 w 1878314"/>
              <a:gd name="csY353" fmla="*/ 1185947 h 1185947"/>
              <a:gd name="csX354" fmla="*/ 665585 w 1878314"/>
              <a:gd name="csY354" fmla="*/ 1185947 h 1185947"/>
              <a:gd name="csX355" fmla="*/ 667467 w 1878314"/>
              <a:gd name="csY355" fmla="*/ 1185947 h 1185947"/>
              <a:gd name="csX356" fmla="*/ 669349 w 1878314"/>
              <a:gd name="csY356" fmla="*/ 1185947 h 1185947"/>
              <a:gd name="csX357" fmla="*/ 671231 w 1878314"/>
              <a:gd name="csY357" fmla="*/ 1185947 h 1185947"/>
              <a:gd name="csX358" fmla="*/ 673104 w 1878314"/>
              <a:gd name="csY358" fmla="*/ 1185947 h 1185947"/>
              <a:gd name="csX359" fmla="*/ 674986 w 1878314"/>
              <a:gd name="csY359" fmla="*/ 1185947 h 1185947"/>
              <a:gd name="csX360" fmla="*/ 676868 w 1878314"/>
              <a:gd name="csY360" fmla="*/ 1185947 h 1185947"/>
              <a:gd name="csX361" fmla="*/ 678751 w 1878314"/>
              <a:gd name="csY361" fmla="*/ 1185947 h 1185947"/>
              <a:gd name="csX362" fmla="*/ 680633 w 1878314"/>
              <a:gd name="csY362" fmla="*/ 1185947 h 1185947"/>
              <a:gd name="csX363" fmla="*/ 682505 w 1878314"/>
              <a:gd name="csY363" fmla="*/ 1185947 h 1185947"/>
              <a:gd name="csX364" fmla="*/ 684387 w 1878314"/>
              <a:gd name="csY364" fmla="*/ 1185947 h 1185947"/>
              <a:gd name="csX365" fmla="*/ 686270 w 1878314"/>
              <a:gd name="csY365" fmla="*/ 1185947 h 1185947"/>
              <a:gd name="csX366" fmla="*/ 688152 w 1878314"/>
              <a:gd name="csY366" fmla="*/ 1185947 h 1185947"/>
              <a:gd name="csX367" fmla="*/ 690034 w 1878314"/>
              <a:gd name="csY367" fmla="*/ 1185947 h 1185947"/>
              <a:gd name="csX368" fmla="*/ 691907 w 1878314"/>
              <a:gd name="csY368" fmla="*/ 1185947 h 1185947"/>
              <a:gd name="csX369" fmla="*/ 693789 w 1878314"/>
              <a:gd name="csY369" fmla="*/ 1185947 h 1185947"/>
              <a:gd name="csX370" fmla="*/ 695671 w 1878314"/>
              <a:gd name="csY370" fmla="*/ 1185947 h 1185947"/>
              <a:gd name="csX371" fmla="*/ 697553 w 1878314"/>
              <a:gd name="csY371" fmla="*/ 1185947 h 1185947"/>
              <a:gd name="csX372" fmla="*/ 699435 w 1878314"/>
              <a:gd name="csY372" fmla="*/ 1185947 h 1185947"/>
              <a:gd name="csX373" fmla="*/ 701308 w 1878314"/>
              <a:gd name="csY373" fmla="*/ 1185947 h 1185947"/>
              <a:gd name="csX374" fmla="*/ 703190 w 1878314"/>
              <a:gd name="csY374" fmla="*/ 1185947 h 1185947"/>
              <a:gd name="csX375" fmla="*/ 705072 w 1878314"/>
              <a:gd name="csY375" fmla="*/ 1185947 h 1185947"/>
              <a:gd name="csX376" fmla="*/ 706955 w 1878314"/>
              <a:gd name="csY376" fmla="*/ 1185947 h 1185947"/>
              <a:gd name="csX377" fmla="*/ 708827 w 1878314"/>
              <a:gd name="csY377" fmla="*/ 1185947 h 1185947"/>
              <a:gd name="csX378" fmla="*/ 710709 w 1878314"/>
              <a:gd name="csY378" fmla="*/ 1185947 h 1185947"/>
              <a:gd name="csX379" fmla="*/ 712592 w 1878314"/>
              <a:gd name="csY379" fmla="*/ 1185947 h 1185947"/>
              <a:gd name="csX380" fmla="*/ 714474 w 1878314"/>
              <a:gd name="csY380" fmla="*/ 1185947 h 1185947"/>
              <a:gd name="csX381" fmla="*/ 716356 w 1878314"/>
              <a:gd name="csY381" fmla="*/ 1185947 h 1185947"/>
              <a:gd name="csX382" fmla="*/ 718229 w 1878314"/>
              <a:gd name="csY382" fmla="*/ 1185947 h 1185947"/>
              <a:gd name="csX383" fmla="*/ 720111 w 1878314"/>
              <a:gd name="csY383" fmla="*/ 1185947 h 1185947"/>
              <a:gd name="csX384" fmla="*/ 721993 w 1878314"/>
              <a:gd name="csY384" fmla="*/ 1185947 h 1185947"/>
              <a:gd name="csX385" fmla="*/ 723875 w 1878314"/>
              <a:gd name="csY385" fmla="*/ 1185947 h 1185947"/>
              <a:gd name="csX386" fmla="*/ 725757 w 1878314"/>
              <a:gd name="csY386" fmla="*/ 1185947 h 1185947"/>
              <a:gd name="csX387" fmla="*/ 727630 w 1878314"/>
              <a:gd name="csY387" fmla="*/ 1185947 h 1185947"/>
              <a:gd name="csX388" fmla="*/ 729512 w 1878314"/>
              <a:gd name="csY388" fmla="*/ 1185947 h 1185947"/>
              <a:gd name="csX389" fmla="*/ 731394 w 1878314"/>
              <a:gd name="csY389" fmla="*/ 1185947 h 1185947"/>
              <a:gd name="csX390" fmla="*/ 733277 w 1878314"/>
              <a:gd name="csY390" fmla="*/ 1185947 h 1185947"/>
              <a:gd name="csX391" fmla="*/ 735159 w 1878314"/>
              <a:gd name="csY391" fmla="*/ 1185947 h 1185947"/>
              <a:gd name="csX392" fmla="*/ 737031 w 1878314"/>
              <a:gd name="csY392" fmla="*/ 1185947 h 1185947"/>
              <a:gd name="csX393" fmla="*/ 738914 w 1878314"/>
              <a:gd name="csY393" fmla="*/ 1185947 h 1185947"/>
              <a:gd name="csX394" fmla="*/ 740796 w 1878314"/>
              <a:gd name="csY394" fmla="*/ 1185947 h 1185947"/>
              <a:gd name="csX395" fmla="*/ 742678 w 1878314"/>
              <a:gd name="csY395" fmla="*/ 1185947 h 1185947"/>
              <a:gd name="csX396" fmla="*/ 744560 w 1878314"/>
              <a:gd name="csY396" fmla="*/ 1185947 h 1185947"/>
              <a:gd name="csX397" fmla="*/ 746433 w 1878314"/>
              <a:gd name="csY397" fmla="*/ 1185947 h 1185947"/>
              <a:gd name="csX398" fmla="*/ 748315 w 1878314"/>
              <a:gd name="csY398" fmla="*/ 1185947 h 1185947"/>
              <a:gd name="csX399" fmla="*/ 750197 w 1878314"/>
              <a:gd name="csY399" fmla="*/ 1185947 h 1185947"/>
              <a:gd name="csX400" fmla="*/ 752079 w 1878314"/>
              <a:gd name="csY400" fmla="*/ 1185947 h 1185947"/>
              <a:gd name="csX401" fmla="*/ 753952 w 1878314"/>
              <a:gd name="csY401" fmla="*/ 1185947 h 1185947"/>
              <a:gd name="csX402" fmla="*/ 755834 w 1878314"/>
              <a:gd name="csY402" fmla="*/ 1185947 h 1185947"/>
              <a:gd name="csX403" fmla="*/ 757716 w 1878314"/>
              <a:gd name="csY403" fmla="*/ 1185947 h 1185947"/>
              <a:gd name="csX404" fmla="*/ 759598 w 1878314"/>
              <a:gd name="csY404" fmla="*/ 1185947 h 1185947"/>
              <a:gd name="csX405" fmla="*/ 761481 w 1878314"/>
              <a:gd name="csY405" fmla="*/ 1185947 h 1185947"/>
              <a:gd name="csX406" fmla="*/ 763353 w 1878314"/>
              <a:gd name="csY406" fmla="*/ 1185947 h 1185947"/>
              <a:gd name="csX407" fmla="*/ 765235 w 1878314"/>
              <a:gd name="csY407" fmla="*/ 1185947 h 1185947"/>
              <a:gd name="csX408" fmla="*/ 767118 w 1878314"/>
              <a:gd name="csY408" fmla="*/ 1185947 h 1185947"/>
              <a:gd name="csX409" fmla="*/ 769000 w 1878314"/>
              <a:gd name="csY409" fmla="*/ 1185947 h 1185947"/>
              <a:gd name="csX410" fmla="*/ 770882 w 1878314"/>
              <a:gd name="csY410" fmla="*/ 1185947 h 1185947"/>
              <a:gd name="csX411" fmla="*/ 772755 w 1878314"/>
              <a:gd name="csY411" fmla="*/ 1185947 h 1185947"/>
              <a:gd name="csX412" fmla="*/ 774637 w 1878314"/>
              <a:gd name="csY412" fmla="*/ 1185947 h 1185947"/>
              <a:gd name="csX413" fmla="*/ 776519 w 1878314"/>
              <a:gd name="csY413" fmla="*/ 1185947 h 1185947"/>
              <a:gd name="csX414" fmla="*/ 778401 w 1878314"/>
              <a:gd name="csY414" fmla="*/ 1185947 h 1185947"/>
              <a:gd name="csX415" fmla="*/ 780283 w 1878314"/>
              <a:gd name="csY415" fmla="*/ 1185947 h 1185947"/>
              <a:gd name="csX416" fmla="*/ 782156 w 1878314"/>
              <a:gd name="csY416" fmla="*/ 1185947 h 1185947"/>
              <a:gd name="csX417" fmla="*/ 784038 w 1878314"/>
              <a:gd name="csY417" fmla="*/ 1185947 h 1185947"/>
              <a:gd name="csX418" fmla="*/ 785920 w 1878314"/>
              <a:gd name="csY418" fmla="*/ 1185947 h 1185947"/>
              <a:gd name="csX419" fmla="*/ 787803 w 1878314"/>
              <a:gd name="csY419" fmla="*/ 1185947 h 1185947"/>
              <a:gd name="csX420" fmla="*/ 789685 w 1878314"/>
              <a:gd name="csY420" fmla="*/ 1185947 h 1185947"/>
              <a:gd name="csX421" fmla="*/ 791557 w 1878314"/>
              <a:gd name="csY421" fmla="*/ 1185947 h 1185947"/>
              <a:gd name="csX422" fmla="*/ 793440 w 1878314"/>
              <a:gd name="csY422" fmla="*/ 1185947 h 1185947"/>
              <a:gd name="csX423" fmla="*/ 795322 w 1878314"/>
              <a:gd name="csY423" fmla="*/ 1185947 h 1185947"/>
              <a:gd name="csX424" fmla="*/ 797204 w 1878314"/>
              <a:gd name="csY424" fmla="*/ 1185947 h 1185947"/>
              <a:gd name="csX425" fmla="*/ 799077 w 1878314"/>
              <a:gd name="csY425" fmla="*/ 1185947 h 1185947"/>
              <a:gd name="csX426" fmla="*/ 800959 w 1878314"/>
              <a:gd name="csY426" fmla="*/ 1185947 h 1185947"/>
              <a:gd name="csX427" fmla="*/ 802841 w 1878314"/>
              <a:gd name="csY427" fmla="*/ 1185947 h 1185947"/>
              <a:gd name="csX428" fmla="*/ 804723 w 1878314"/>
              <a:gd name="csY428" fmla="*/ 1185947 h 1185947"/>
              <a:gd name="csX429" fmla="*/ 806605 w 1878314"/>
              <a:gd name="csY429" fmla="*/ 1185947 h 1185947"/>
              <a:gd name="csX430" fmla="*/ 808478 w 1878314"/>
              <a:gd name="csY430" fmla="*/ 1185947 h 1185947"/>
              <a:gd name="csX431" fmla="*/ 810360 w 1878314"/>
              <a:gd name="csY431" fmla="*/ 1185947 h 1185947"/>
              <a:gd name="csX432" fmla="*/ 812242 w 1878314"/>
              <a:gd name="csY432" fmla="*/ 1185947 h 1185947"/>
              <a:gd name="csX433" fmla="*/ 814125 w 1878314"/>
              <a:gd name="csY433" fmla="*/ 1185947 h 1185947"/>
              <a:gd name="csX434" fmla="*/ 816007 w 1878314"/>
              <a:gd name="csY434" fmla="*/ 1185938 h 1185947"/>
              <a:gd name="csX435" fmla="*/ 817879 w 1878314"/>
              <a:gd name="csY435" fmla="*/ 1185938 h 1185947"/>
              <a:gd name="csX436" fmla="*/ 819762 w 1878314"/>
              <a:gd name="csY436" fmla="*/ 1185938 h 1185947"/>
              <a:gd name="csX437" fmla="*/ 821644 w 1878314"/>
              <a:gd name="csY437" fmla="*/ 1185938 h 1185947"/>
              <a:gd name="csX438" fmla="*/ 823526 w 1878314"/>
              <a:gd name="csY438" fmla="*/ 1185938 h 1185947"/>
              <a:gd name="csX439" fmla="*/ 825408 w 1878314"/>
              <a:gd name="csY439" fmla="*/ 1185928 h 1185947"/>
              <a:gd name="csX440" fmla="*/ 827281 w 1878314"/>
              <a:gd name="csY440" fmla="*/ 1185928 h 1185947"/>
              <a:gd name="csX441" fmla="*/ 829163 w 1878314"/>
              <a:gd name="csY441" fmla="*/ 1185928 h 1185947"/>
              <a:gd name="csX442" fmla="*/ 831045 w 1878314"/>
              <a:gd name="csY442" fmla="*/ 1185918 h 1185947"/>
              <a:gd name="csX443" fmla="*/ 832927 w 1878314"/>
              <a:gd name="csY443" fmla="*/ 1185918 h 1185947"/>
              <a:gd name="csX444" fmla="*/ 834800 w 1878314"/>
              <a:gd name="csY444" fmla="*/ 1185918 h 1185947"/>
              <a:gd name="csX445" fmla="*/ 836682 w 1878314"/>
              <a:gd name="csY445" fmla="*/ 1185909 h 1185947"/>
              <a:gd name="csX446" fmla="*/ 838564 w 1878314"/>
              <a:gd name="csY446" fmla="*/ 1185899 h 1185947"/>
              <a:gd name="csX447" fmla="*/ 840446 w 1878314"/>
              <a:gd name="csY447" fmla="*/ 1185899 h 1185947"/>
              <a:gd name="csX448" fmla="*/ 842329 w 1878314"/>
              <a:gd name="csY448" fmla="*/ 1185889 h 1185947"/>
              <a:gd name="csX449" fmla="*/ 844201 w 1878314"/>
              <a:gd name="csY449" fmla="*/ 1185879 h 1185947"/>
              <a:gd name="csX450" fmla="*/ 846083 w 1878314"/>
              <a:gd name="csY450" fmla="*/ 1185870 h 1185947"/>
              <a:gd name="csX451" fmla="*/ 847966 w 1878314"/>
              <a:gd name="csY451" fmla="*/ 1185860 h 1185947"/>
              <a:gd name="csX452" fmla="*/ 849848 w 1878314"/>
              <a:gd name="csY452" fmla="*/ 1185850 h 1185947"/>
              <a:gd name="csX453" fmla="*/ 851730 w 1878314"/>
              <a:gd name="csY453" fmla="*/ 1185831 h 1185947"/>
              <a:gd name="csX454" fmla="*/ 853603 w 1878314"/>
              <a:gd name="csY454" fmla="*/ 1185821 h 1185947"/>
              <a:gd name="csX455" fmla="*/ 855485 w 1878314"/>
              <a:gd name="csY455" fmla="*/ 1185802 h 1185947"/>
              <a:gd name="csX456" fmla="*/ 857367 w 1878314"/>
              <a:gd name="csY456" fmla="*/ 1185783 h 1185947"/>
              <a:gd name="csX457" fmla="*/ 859249 w 1878314"/>
              <a:gd name="csY457" fmla="*/ 1185763 h 1185947"/>
              <a:gd name="csX458" fmla="*/ 861131 w 1878314"/>
              <a:gd name="csY458" fmla="*/ 1185734 h 1185947"/>
              <a:gd name="csX459" fmla="*/ 863004 w 1878314"/>
              <a:gd name="csY459" fmla="*/ 1185705 h 1185947"/>
              <a:gd name="csX460" fmla="*/ 864886 w 1878314"/>
              <a:gd name="csY460" fmla="*/ 1185676 h 1185947"/>
              <a:gd name="csX461" fmla="*/ 866768 w 1878314"/>
              <a:gd name="csY461" fmla="*/ 1185637 h 1185947"/>
              <a:gd name="csX462" fmla="*/ 868651 w 1878314"/>
              <a:gd name="csY462" fmla="*/ 1185598 h 1185947"/>
              <a:gd name="csX463" fmla="*/ 870533 w 1878314"/>
              <a:gd name="csY463" fmla="*/ 1185559 h 1185947"/>
              <a:gd name="csX464" fmla="*/ 872405 w 1878314"/>
              <a:gd name="csY464" fmla="*/ 1185511 h 1185947"/>
              <a:gd name="csX465" fmla="*/ 874288 w 1878314"/>
              <a:gd name="csY465" fmla="*/ 1185453 h 1185947"/>
              <a:gd name="csX466" fmla="*/ 876170 w 1878314"/>
              <a:gd name="csY466" fmla="*/ 1185394 h 1185947"/>
              <a:gd name="csX467" fmla="*/ 878052 w 1878314"/>
              <a:gd name="csY467" fmla="*/ 1185327 h 1185947"/>
              <a:gd name="csX468" fmla="*/ 879925 w 1878314"/>
              <a:gd name="csY468" fmla="*/ 1185249 h 1185947"/>
              <a:gd name="csX469" fmla="*/ 881807 w 1878314"/>
              <a:gd name="csY469" fmla="*/ 1185171 h 1185947"/>
              <a:gd name="csX470" fmla="*/ 883689 w 1878314"/>
              <a:gd name="csY470" fmla="*/ 1185074 h 1185947"/>
              <a:gd name="csX471" fmla="*/ 885571 w 1878314"/>
              <a:gd name="csY471" fmla="*/ 1184977 h 1185947"/>
              <a:gd name="csX472" fmla="*/ 887453 w 1878314"/>
              <a:gd name="csY472" fmla="*/ 1184861 h 1185947"/>
              <a:gd name="csX473" fmla="*/ 889326 w 1878314"/>
              <a:gd name="csY473" fmla="*/ 1184735 h 1185947"/>
              <a:gd name="csX474" fmla="*/ 891208 w 1878314"/>
              <a:gd name="csY474" fmla="*/ 1184599 h 1185947"/>
              <a:gd name="csX475" fmla="*/ 893090 w 1878314"/>
              <a:gd name="csY475" fmla="*/ 1184444 h 1185947"/>
              <a:gd name="csX476" fmla="*/ 894973 w 1878314"/>
              <a:gd name="csY476" fmla="*/ 1184279 h 1185947"/>
              <a:gd name="csX477" fmla="*/ 896855 w 1878314"/>
              <a:gd name="csY477" fmla="*/ 1184085 h 1185947"/>
              <a:gd name="csX478" fmla="*/ 898727 w 1878314"/>
              <a:gd name="csY478" fmla="*/ 1183881 h 1185947"/>
              <a:gd name="csX479" fmla="*/ 900609 w 1878314"/>
              <a:gd name="csY479" fmla="*/ 1183658 h 1185947"/>
              <a:gd name="csX480" fmla="*/ 902492 w 1878314"/>
              <a:gd name="csY480" fmla="*/ 1183405 h 1185947"/>
              <a:gd name="csX481" fmla="*/ 904374 w 1878314"/>
              <a:gd name="csY481" fmla="*/ 1183134 h 1185947"/>
              <a:gd name="csX482" fmla="*/ 906256 w 1878314"/>
              <a:gd name="csY482" fmla="*/ 1182833 h 1185947"/>
              <a:gd name="csX483" fmla="*/ 908129 w 1878314"/>
              <a:gd name="csY483" fmla="*/ 1182503 h 1185947"/>
              <a:gd name="csX484" fmla="*/ 910011 w 1878314"/>
              <a:gd name="csY484" fmla="*/ 1182134 h 1185947"/>
              <a:gd name="csX485" fmla="*/ 911893 w 1878314"/>
              <a:gd name="csY485" fmla="*/ 1181746 h 1185947"/>
              <a:gd name="csX486" fmla="*/ 913775 w 1878314"/>
              <a:gd name="csY486" fmla="*/ 1181310 h 1185947"/>
              <a:gd name="csX487" fmla="*/ 915657 w 1878314"/>
              <a:gd name="csY487" fmla="*/ 1180834 h 1185947"/>
              <a:gd name="csX488" fmla="*/ 917530 w 1878314"/>
              <a:gd name="csY488" fmla="*/ 1180320 h 1185947"/>
              <a:gd name="csX489" fmla="*/ 919412 w 1878314"/>
              <a:gd name="csY489" fmla="*/ 1179758 h 1185947"/>
              <a:gd name="csX490" fmla="*/ 921294 w 1878314"/>
              <a:gd name="csY490" fmla="*/ 1179146 h 1185947"/>
              <a:gd name="csX491" fmla="*/ 923177 w 1878314"/>
              <a:gd name="csY491" fmla="*/ 1178477 h 1185947"/>
              <a:gd name="csX492" fmla="*/ 925049 w 1878314"/>
              <a:gd name="csY492" fmla="*/ 1177749 h 1185947"/>
              <a:gd name="csX493" fmla="*/ 926931 w 1878314"/>
              <a:gd name="csY493" fmla="*/ 1176954 h 1185947"/>
              <a:gd name="csX494" fmla="*/ 928814 w 1878314"/>
              <a:gd name="csY494" fmla="*/ 1176100 h 1185947"/>
              <a:gd name="csX495" fmla="*/ 930696 w 1878314"/>
              <a:gd name="csY495" fmla="*/ 1175168 h 1185947"/>
              <a:gd name="csX496" fmla="*/ 932578 w 1878314"/>
              <a:gd name="csY496" fmla="*/ 1174159 h 1185947"/>
              <a:gd name="csX497" fmla="*/ 934451 w 1878314"/>
              <a:gd name="csY497" fmla="*/ 1173073 h 1185947"/>
              <a:gd name="csX498" fmla="*/ 936333 w 1878314"/>
              <a:gd name="csY498" fmla="*/ 1171889 h 1185947"/>
              <a:gd name="csX499" fmla="*/ 938215 w 1878314"/>
              <a:gd name="csY499" fmla="*/ 1170618 h 1185947"/>
              <a:gd name="csX500" fmla="*/ 940097 w 1878314"/>
              <a:gd name="csY500" fmla="*/ 1169240 h 1185947"/>
              <a:gd name="csX501" fmla="*/ 941979 w 1878314"/>
              <a:gd name="csY501" fmla="*/ 1167756 h 1185947"/>
              <a:gd name="csX502" fmla="*/ 943852 w 1878314"/>
              <a:gd name="csY502" fmla="*/ 1166155 h 1185947"/>
              <a:gd name="csX503" fmla="*/ 945734 w 1878314"/>
              <a:gd name="csY503" fmla="*/ 1164438 h 1185947"/>
              <a:gd name="csX504" fmla="*/ 947616 w 1878314"/>
              <a:gd name="csY504" fmla="*/ 1162585 h 1185947"/>
              <a:gd name="csX505" fmla="*/ 949499 w 1878314"/>
              <a:gd name="csY505" fmla="*/ 1160596 h 1185947"/>
              <a:gd name="csX506" fmla="*/ 951381 w 1878314"/>
              <a:gd name="csY506" fmla="*/ 1158461 h 1185947"/>
              <a:gd name="csX507" fmla="*/ 953253 w 1878314"/>
              <a:gd name="csY507" fmla="*/ 1156172 h 1185947"/>
              <a:gd name="csX508" fmla="*/ 955136 w 1878314"/>
              <a:gd name="csY508" fmla="*/ 1153727 h 1185947"/>
              <a:gd name="csX509" fmla="*/ 957018 w 1878314"/>
              <a:gd name="csY509" fmla="*/ 1151097 h 1185947"/>
              <a:gd name="csX510" fmla="*/ 958900 w 1878314"/>
              <a:gd name="csY510" fmla="*/ 1148303 h 1185947"/>
              <a:gd name="csX511" fmla="*/ 960782 w 1878314"/>
              <a:gd name="csY511" fmla="*/ 1145305 h 1185947"/>
              <a:gd name="csX512" fmla="*/ 962655 w 1878314"/>
              <a:gd name="csY512" fmla="*/ 1142113 h 1185947"/>
              <a:gd name="csX513" fmla="*/ 964537 w 1878314"/>
              <a:gd name="csY513" fmla="*/ 1138708 h 1185947"/>
              <a:gd name="csX514" fmla="*/ 966419 w 1878314"/>
              <a:gd name="csY514" fmla="*/ 1135079 h 1185947"/>
              <a:gd name="csX515" fmla="*/ 968301 w 1878314"/>
              <a:gd name="csY515" fmla="*/ 1131227 h 1185947"/>
              <a:gd name="csX516" fmla="*/ 970174 w 1878314"/>
              <a:gd name="csY516" fmla="*/ 1127123 h 1185947"/>
              <a:gd name="csX517" fmla="*/ 972056 w 1878314"/>
              <a:gd name="csY517" fmla="*/ 1122777 h 1185947"/>
              <a:gd name="csX518" fmla="*/ 973938 w 1878314"/>
              <a:gd name="csY518" fmla="*/ 1118158 h 1185947"/>
              <a:gd name="csX519" fmla="*/ 975820 w 1878314"/>
              <a:gd name="csY519" fmla="*/ 1113269 h 1185947"/>
              <a:gd name="csX520" fmla="*/ 977703 w 1878314"/>
              <a:gd name="csY520" fmla="*/ 1108097 h 1185947"/>
              <a:gd name="csX521" fmla="*/ 979575 w 1878314"/>
              <a:gd name="csY521" fmla="*/ 1102625 h 1185947"/>
              <a:gd name="csX522" fmla="*/ 981458 w 1878314"/>
              <a:gd name="csY522" fmla="*/ 1096843 h 1185947"/>
              <a:gd name="csX523" fmla="*/ 983340 w 1878314"/>
              <a:gd name="csY523" fmla="*/ 1090740 h 1185947"/>
              <a:gd name="csX524" fmla="*/ 985222 w 1878314"/>
              <a:gd name="csY524" fmla="*/ 1084308 h 1185947"/>
              <a:gd name="csX525" fmla="*/ 987104 w 1878314"/>
              <a:gd name="csY525" fmla="*/ 1077545 h 1185947"/>
              <a:gd name="csX526" fmla="*/ 988977 w 1878314"/>
              <a:gd name="csY526" fmla="*/ 1070414 h 1185947"/>
              <a:gd name="csX527" fmla="*/ 990859 w 1878314"/>
              <a:gd name="csY527" fmla="*/ 1062934 h 1185947"/>
              <a:gd name="csX528" fmla="*/ 992741 w 1878314"/>
              <a:gd name="csY528" fmla="*/ 1055075 h 1185947"/>
              <a:gd name="csX529" fmla="*/ 994623 w 1878314"/>
              <a:gd name="csY529" fmla="*/ 1046828 h 1185947"/>
              <a:gd name="csX530" fmla="*/ 996506 w 1878314"/>
              <a:gd name="csY530" fmla="*/ 1038193 h 1185947"/>
              <a:gd name="csX531" fmla="*/ 998378 w 1878314"/>
              <a:gd name="csY531" fmla="*/ 1029161 h 1185947"/>
              <a:gd name="csX532" fmla="*/ 1000260 w 1878314"/>
              <a:gd name="csY532" fmla="*/ 1019721 h 1185947"/>
              <a:gd name="csX533" fmla="*/ 1002142 w 1878314"/>
              <a:gd name="csY533" fmla="*/ 1009854 h 1185947"/>
              <a:gd name="csX534" fmla="*/ 1004025 w 1878314"/>
              <a:gd name="csY534" fmla="*/ 999569 h 1185947"/>
              <a:gd name="csX535" fmla="*/ 1005907 w 1878314"/>
              <a:gd name="csY535" fmla="*/ 988848 h 1185947"/>
              <a:gd name="csX536" fmla="*/ 1007779 w 1878314"/>
              <a:gd name="csY536" fmla="*/ 977691 h 1185947"/>
              <a:gd name="csX537" fmla="*/ 1009662 w 1878314"/>
              <a:gd name="csY537" fmla="*/ 966097 h 1185947"/>
              <a:gd name="csX538" fmla="*/ 1011544 w 1878314"/>
              <a:gd name="csY538" fmla="*/ 954047 h 1185947"/>
              <a:gd name="csX539" fmla="*/ 1013426 w 1878314"/>
              <a:gd name="csY539" fmla="*/ 941550 h 1185947"/>
              <a:gd name="csX540" fmla="*/ 1015299 w 1878314"/>
              <a:gd name="csY540" fmla="*/ 928598 h 1185947"/>
              <a:gd name="csX541" fmla="*/ 1017181 w 1878314"/>
              <a:gd name="csY541" fmla="*/ 915199 h 1185947"/>
              <a:gd name="csX542" fmla="*/ 1019063 w 1878314"/>
              <a:gd name="csY542" fmla="*/ 901335 h 1185947"/>
              <a:gd name="csX543" fmla="*/ 1020945 w 1878314"/>
              <a:gd name="csY543" fmla="*/ 887024 h 1185947"/>
              <a:gd name="csX544" fmla="*/ 1022827 w 1878314"/>
              <a:gd name="csY544" fmla="*/ 872267 h 1185947"/>
              <a:gd name="csX545" fmla="*/ 1024700 w 1878314"/>
              <a:gd name="csY545" fmla="*/ 857060 h 1185947"/>
              <a:gd name="csX546" fmla="*/ 1026582 w 1878314"/>
              <a:gd name="csY546" fmla="*/ 841413 h 1185947"/>
              <a:gd name="csX547" fmla="*/ 1028464 w 1878314"/>
              <a:gd name="csY547" fmla="*/ 825328 h 1185947"/>
              <a:gd name="csX548" fmla="*/ 1030347 w 1878314"/>
              <a:gd name="csY548" fmla="*/ 808818 h 1185947"/>
              <a:gd name="csX549" fmla="*/ 1032229 w 1878314"/>
              <a:gd name="csY549" fmla="*/ 791890 h 1185947"/>
              <a:gd name="csX550" fmla="*/ 1034101 w 1878314"/>
              <a:gd name="csY550" fmla="*/ 774555 h 1185947"/>
              <a:gd name="csX551" fmla="*/ 1035984 w 1878314"/>
              <a:gd name="csY551" fmla="*/ 756825 h 1185947"/>
              <a:gd name="csX552" fmla="*/ 1037866 w 1878314"/>
              <a:gd name="csY552" fmla="*/ 738715 h 1185947"/>
              <a:gd name="csX553" fmla="*/ 1039748 w 1878314"/>
              <a:gd name="csY553" fmla="*/ 720242 h 1185947"/>
              <a:gd name="csX554" fmla="*/ 1041630 w 1878314"/>
              <a:gd name="csY554" fmla="*/ 701420 h 1185947"/>
              <a:gd name="csX555" fmla="*/ 1043503 w 1878314"/>
              <a:gd name="csY555" fmla="*/ 682270 h 1185947"/>
              <a:gd name="csX556" fmla="*/ 1045385 w 1878314"/>
              <a:gd name="csY556" fmla="*/ 662813 h 1185947"/>
              <a:gd name="csX557" fmla="*/ 1047267 w 1878314"/>
              <a:gd name="csY557" fmla="*/ 643069 h 1185947"/>
              <a:gd name="csX558" fmla="*/ 1049149 w 1878314"/>
              <a:gd name="csY558" fmla="*/ 623064 h 1185947"/>
              <a:gd name="csX559" fmla="*/ 1051022 w 1878314"/>
              <a:gd name="csY559" fmla="*/ 602821 h 1185947"/>
              <a:gd name="csX560" fmla="*/ 1052904 w 1878314"/>
              <a:gd name="csY560" fmla="*/ 582369 h 1185947"/>
              <a:gd name="csX561" fmla="*/ 1054786 w 1878314"/>
              <a:gd name="csY561" fmla="*/ 561736 h 1185947"/>
              <a:gd name="csX562" fmla="*/ 1056669 w 1878314"/>
              <a:gd name="csY562" fmla="*/ 540950 h 1185947"/>
              <a:gd name="csX563" fmla="*/ 1058551 w 1878314"/>
              <a:gd name="csY563" fmla="*/ 520044 h 1185947"/>
              <a:gd name="csX564" fmla="*/ 1060423 w 1878314"/>
              <a:gd name="csY564" fmla="*/ 499049 h 1185947"/>
              <a:gd name="csX565" fmla="*/ 1062305 w 1878314"/>
              <a:gd name="csY565" fmla="*/ 478001 h 1185947"/>
              <a:gd name="csX566" fmla="*/ 1064188 w 1878314"/>
              <a:gd name="csY566" fmla="*/ 456933 h 1185947"/>
              <a:gd name="csX567" fmla="*/ 1066070 w 1878314"/>
              <a:gd name="csY567" fmla="*/ 435882 h 1185947"/>
              <a:gd name="csX568" fmla="*/ 1067952 w 1878314"/>
              <a:gd name="csY568" fmla="*/ 414885 h 1185947"/>
              <a:gd name="csX569" fmla="*/ 1069825 w 1878314"/>
              <a:gd name="csY569" fmla="*/ 393980 h 1185947"/>
              <a:gd name="csX570" fmla="*/ 1071707 w 1878314"/>
              <a:gd name="csY570" fmla="*/ 373206 h 1185947"/>
              <a:gd name="csX571" fmla="*/ 1073589 w 1878314"/>
              <a:gd name="csY571" fmla="*/ 352601 h 1185947"/>
              <a:gd name="csX572" fmla="*/ 1075471 w 1878314"/>
              <a:gd name="csY572" fmla="*/ 332207 h 1185947"/>
              <a:gd name="csX573" fmla="*/ 1077354 w 1878314"/>
              <a:gd name="csY573" fmla="*/ 312065 h 1185947"/>
              <a:gd name="csX574" fmla="*/ 1079226 w 1878314"/>
              <a:gd name="csY574" fmla="*/ 292213 h 1185947"/>
              <a:gd name="csX575" fmla="*/ 1081108 w 1878314"/>
              <a:gd name="csY575" fmla="*/ 272695 h 1185947"/>
              <a:gd name="csX576" fmla="*/ 1082990 w 1878314"/>
              <a:gd name="csY576" fmla="*/ 253551 h 1185947"/>
              <a:gd name="csX577" fmla="*/ 1084873 w 1878314"/>
              <a:gd name="csY577" fmla="*/ 234821 h 1185947"/>
              <a:gd name="csX578" fmla="*/ 1086755 w 1878314"/>
              <a:gd name="csY578" fmla="*/ 216548 h 1185947"/>
              <a:gd name="csX579" fmla="*/ 1088627 w 1878314"/>
              <a:gd name="csY579" fmla="*/ 198771 h 1185947"/>
              <a:gd name="csX580" fmla="*/ 1090510 w 1878314"/>
              <a:gd name="csY580" fmla="*/ 181529 h 1185947"/>
              <a:gd name="csX581" fmla="*/ 1092392 w 1878314"/>
              <a:gd name="csY581" fmla="*/ 164864 h 1185947"/>
              <a:gd name="csX582" fmla="*/ 1094274 w 1878314"/>
              <a:gd name="csY582" fmla="*/ 148811 h 1185947"/>
              <a:gd name="csX583" fmla="*/ 1096147 w 1878314"/>
              <a:gd name="csY583" fmla="*/ 133409 h 1185947"/>
              <a:gd name="csX584" fmla="*/ 1098029 w 1878314"/>
              <a:gd name="csY584" fmla="*/ 118695 h 1185947"/>
              <a:gd name="csX585" fmla="*/ 1099911 w 1878314"/>
              <a:gd name="csY585" fmla="*/ 104704 h 1185947"/>
              <a:gd name="csX586" fmla="*/ 1101793 w 1878314"/>
              <a:gd name="csY586" fmla="*/ 91467 h 1185947"/>
              <a:gd name="csX587" fmla="*/ 1103675 w 1878314"/>
              <a:gd name="csY587" fmla="*/ 79019 h 1185947"/>
              <a:gd name="csX588" fmla="*/ 1105548 w 1878314"/>
              <a:gd name="csY588" fmla="*/ 67390 h 1185947"/>
              <a:gd name="csX589" fmla="*/ 1107430 w 1878314"/>
              <a:gd name="csY589" fmla="*/ 56607 h 1185947"/>
              <a:gd name="csX590" fmla="*/ 1109312 w 1878314"/>
              <a:gd name="csY590" fmla="*/ 46698 h 1185947"/>
              <a:gd name="csX591" fmla="*/ 1111195 w 1878314"/>
              <a:gd name="csY591" fmla="*/ 37688 h 1185947"/>
              <a:gd name="csX592" fmla="*/ 1113077 w 1878314"/>
              <a:gd name="csY592" fmla="*/ 29599 h 1185947"/>
              <a:gd name="csX593" fmla="*/ 1114949 w 1878314"/>
              <a:gd name="csY593" fmla="*/ 22452 h 1185947"/>
              <a:gd name="csX594" fmla="*/ 1116831 w 1878314"/>
              <a:gd name="csY594" fmla="*/ 16265 h 1185947"/>
              <a:gd name="csX595" fmla="*/ 1118714 w 1878314"/>
              <a:gd name="csY595" fmla="*/ 11053 h 1185947"/>
              <a:gd name="csX596" fmla="*/ 1120596 w 1878314"/>
              <a:gd name="csY596" fmla="*/ 6828 h 1185947"/>
              <a:gd name="csX597" fmla="*/ 1122478 w 1878314"/>
              <a:gd name="csY597" fmla="*/ 3605 h 1185947"/>
              <a:gd name="csX598" fmla="*/ 1124351 w 1878314"/>
              <a:gd name="csY598" fmla="*/ 1388 h 1185947"/>
              <a:gd name="csX599" fmla="*/ 1126233 w 1878314"/>
              <a:gd name="csY599" fmla="*/ 186 h 1185947"/>
              <a:gd name="csX600" fmla="*/ 1128115 w 1878314"/>
              <a:gd name="csY600" fmla="*/ 0 h 1185947"/>
              <a:gd name="csX601" fmla="*/ 1129997 w 1878314"/>
              <a:gd name="csY601" fmla="*/ 831 h 1185947"/>
              <a:gd name="csX602" fmla="*/ 1131880 w 1878314"/>
              <a:gd name="csY602" fmla="*/ 2678 h 1185947"/>
              <a:gd name="csX603" fmla="*/ 1133752 w 1878314"/>
              <a:gd name="csY603" fmla="*/ 5534 h 1185947"/>
              <a:gd name="csX604" fmla="*/ 1135634 w 1878314"/>
              <a:gd name="csY604" fmla="*/ 9394 h 1185947"/>
              <a:gd name="csX605" fmla="*/ 1137517 w 1878314"/>
              <a:gd name="csY605" fmla="*/ 14246 h 1185947"/>
              <a:gd name="csX606" fmla="*/ 1139399 w 1878314"/>
              <a:gd name="csY606" fmla="*/ 20079 h 1185947"/>
              <a:gd name="csX607" fmla="*/ 1141271 w 1878314"/>
              <a:gd name="csY607" fmla="*/ 26877 h 1185947"/>
              <a:gd name="csX608" fmla="*/ 1143153 w 1878314"/>
              <a:gd name="csY608" fmla="*/ 34624 h 1185947"/>
              <a:gd name="csX609" fmla="*/ 1145036 w 1878314"/>
              <a:gd name="csY609" fmla="*/ 43300 h 1185947"/>
              <a:gd name="csX610" fmla="*/ 1146918 w 1878314"/>
              <a:gd name="csY610" fmla="*/ 52883 h 1185947"/>
              <a:gd name="csX611" fmla="*/ 1148800 w 1878314"/>
              <a:gd name="csY611" fmla="*/ 63349 h 1185947"/>
              <a:gd name="csX612" fmla="*/ 1150673 w 1878314"/>
              <a:gd name="csY612" fmla="*/ 74673 h 1185947"/>
              <a:gd name="csX613" fmla="*/ 1152555 w 1878314"/>
              <a:gd name="csY613" fmla="*/ 86824 h 1185947"/>
              <a:gd name="csX614" fmla="*/ 1154437 w 1878314"/>
              <a:gd name="csY614" fmla="*/ 99777 h 1185947"/>
              <a:gd name="csX615" fmla="*/ 1156319 w 1878314"/>
              <a:gd name="csY615" fmla="*/ 113496 h 1185947"/>
              <a:gd name="csX616" fmla="*/ 1158201 w 1878314"/>
              <a:gd name="csY616" fmla="*/ 127950 h 1185947"/>
              <a:gd name="csX617" fmla="*/ 1160074 w 1878314"/>
              <a:gd name="csY617" fmla="*/ 143105 h 1185947"/>
              <a:gd name="csX618" fmla="*/ 1161956 w 1878314"/>
              <a:gd name="csY618" fmla="*/ 158923 h 1185947"/>
              <a:gd name="csX619" fmla="*/ 1163838 w 1878314"/>
              <a:gd name="csY619" fmla="*/ 175369 h 1185947"/>
              <a:gd name="csX620" fmla="*/ 1165721 w 1878314"/>
              <a:gd name="csY620" fmla="*/ 192405 h 1185947"/>
              <a:gd name="csX621" fmla="*/ 1167603 w 1878314"/>
              <a:gd name="csY621" fmla="*/ 209991 h 1185947"/>
              <a:gd name="csX622" fmla="*/ 1169475 w 1878314"/>
              <a:gd name="csY622" fmla="*/ 228088 h 1185947"/>
              <a:gd name="csX623" fmla="*/ 1171358 w 1878314"/>
              <a:gd name="csY623" fmla="*/ 246656 h 1185947"/>
              <a:gd name="csX624" fmla="*/ 1173240 w 1878314"/>
              <a:gd name="csY624" fmla="*/ 265652 h 1185947"/>
              <a:gd name="csX625" fmla="*/ 1175122 w 1878314"/>
              <a:gd name="csY625" fmla="*/ 285039 h 1185947"/>
              <a:gd name="csX626" fmla="*/ 1177004 w 1878314"/>
              <a:gd name="csY626" fmla="*/ 304773 h 1185947"/>
              <a:gd name="csX627" fmla="*/ 1178877 w 1878314"/>
              <a:gd name="csY627" fmla="*/ 324814 h 1185947"/>
              <a:gd name="csX628" fmla="*/ 1180759 w 1878314"/>
              <a:gd name="csY628" fmla="*/ 345121 h 1185947"/>
              <a:gd name="csX629" fmla="*/ 1182641 w 1878314"/>
              <a:gd name="csY629" fmla="*/ 365652 h 1185947"/>
              <a:gd name="csX630" fmla="*/ 1184523 w 1878314"/>
              <a:gd name="csY630" fmla="*/ 386369 h 1185947"/>
              <a:gd name="csX631" fmla="*/ 1186396 w 1878314"/>
              <a:gd name="csY631" fmla="*/ 407232 h 1185947"/>
              <a:gd name="csX632" fmla="*/ 1188278 w 1878314"/>
              <a:gd name="csY632" fmla="*/ 428199 h 1185947"/>
              <a:gd name="csX633" fmla="*/ 1190160 w 1878314"/>
              <a:gd name="csY633" fmla="*/ 449235 h 1185947"/>
              <a:gd name="csX634" fmla="*/ 1192043 w 1878314"/>
              <a:gd name="csY634" fmla="*/ 470302 h 1185947"/>
              <a:gd name="csX635" fmla="*/ 1193925 w 1878314"/>
              <a:gd name="csY635" fmla="*/ 491361 h 1185947"/>
              <a:gd name="csX636" fmla="*/ 1195797 w 1878314"/>
              <a:gd name="csY636" fmla="*/ 512379 h 1185947"/>
              <a:gd name="csX637" fmla="*/ 1197680 w 1878314"/>
              <a:gd name="csY637" fmla="*/ 533321 h 1185947"/>
              <a:gd name="csX638" fmla="*/ 1199562 w 1878314"/>
              <a:gd name="csY638" fmla="*/ 554154 h 1185947"/>
              <a:gd name="csX639" fmla="*/ 1201444 w 1878314"/>
              <a:gd name="csY639" fmla="*/ 574847 h 1185947"/>
              <a:gd name="csX640" fmla="*/ 1203326 w 1878314"/>
              <a:gd name="csY640" fmla="*/ 595369 h 1185947"/>
              <a:gd name="csX641" fmla="*/ 1205199 w 1878314"/>
              <a:gd name="csY641" fmla="*/ 615691 h 1185947"/>
              <a:gd name="csX642" fmla="*/ 1207081 w 1878314"/>
              <a:gd name="csY642" fmla="*/ 635786 h 1185947"/>
              <a:gd name="csX643" fmla="*/ 1208963 w 1878314"/>
              <a:gd name="csY643" fmla="*/ 655628 h 1185947"/>
              <a:gd name="csX644" fmla="*/ 1210845 w 1878314"/>
              <a:gd name="csY644" fmla="*/ 675194 h 1185947"/>
              <a:gd name="csX645" fmla="*/ 1212728 w 1878314"/>
              <a:gd name="csY645" fmla="*/ 694458 h 1185947"/>
              <a:gd name="csX646" fmla="*/ 1214600 w 1878314"/>
              <a:gd name="csY646" fmla="*/ 713402 h 1185947"/>
              <a:gd name="csX647" fmla="*/ 1216482 w 1878314"/>
              <a:gd name="csY647" fmla="*/ 732005 h 1185947"/>
              <a:gd name="csX648" fmla="*/ 1218364 w 1878314"/>
              <a:gd name="csY648" fmla="*/ 750250 h 1185947"/>
              <a:gd name="csX649" fmla="*/ 1220247 w 1878314"/>
              <a:gd name="csY649" fmla="*/ 768120 h 1185947"/>
              <a:gd name="csX650" fmla="*/ 1222129 w 1878314"/>
              <a:gd name="csY650" fmla="*/ 785601 h 1185947"/>
              <a:gd name="csX651" fmla="*/ 1224001 w 1878314"/>
              <a:gd name="csY651" fmla="*/ 802679 h 1185947"/>
              <a:gd name="csX652" fmla="*/ 1225884 w 1878314"/>
              <a:gd name="csY652" fmla="*/ 819343 h 1185947"/>
              <a:gd name="csX653" fmla="*/ 1227766 w 1878314"/>
              <a:gd name="csY653" fmla="*/ 835585 h 1185947"/>
              <a:gd name="csX654" fmla="*/ 1229648 w 1878314"/>
              <a:gd name="csY654" fmla="*/ 851392 h 1185947"/>
              <a:gd name="csX655" fmla="*/ 1231521 w 1878314"/>
              <a:gd name="csY655" fmla="*/ 866757 h 1185947"/>
              <a:gd name="csX656" fmla="*/ 1233403 w 1878314"/>
              <a:gd name="csY656" fmla="*/ 881688 h 1185947"/>
              <a:gd name="csX657" fmla="*/ 1235285 w 1878314"/>
              <a:gd name="csY657" fmla="*/ 896164 h 1185947"/>
              <a:gd name="csX658" fmla="*/ 1237167 w 1878314"/>
              <a:gd name="csY658" fmla="*/ 910183 h 1185947"/>
              <a:gd name="csX659" fmla="*/ 1239050 w 1878314"/>
              <a:gd name="csY659" fmla="*/ 923757 h 1185947"/>
              <a:gd name="csX660" fmla="*/ 1240922 w 1878314"/>
              <a:gd name="csY660" fmla="*/ 936864 h 1185947"/>
              <a:gd name="csX661" fmla="*/ 1242804 w 1878314"/>
              <a:gd name="csY661" fmla="*/ 949535 h 1185947"/>
              <a:gd name="csX662" fmla="*/ 1244686 w 1878314"/>
              <a:gd name="csY662" fmla="*/ 961741 h 1185947"/>
              <a:gd name="csX663" fmla="*/ 1246569 w 1878314"/>
              <a:gd name="csY663" fmla="*/ 973509 h 1185947"/>
              <a:gd name="csX664" fmla="*/ 1248451 w 1878314"/>
              <a:gd name="csY664" fmla="*/ 984822 h 1185947"/>
              <a:gd name="csX665" fmla="*/ 1250323 w 1878314"/>
              <a:gd name="csY665" fmla="*/ 995698 h 1185947"/>
              <a:gd name="csX666" fmla="*/ 1252206 w 1878314"/>
              <a:gd name="csY666" fmla="*/ 1006147 h 1185947"/>
              <a:gd name="csX667" fmla="*/ 1254088 w 1878314"/>
              <a:gd name="csY667" fmla="*/ 1016160 h 1185947"/>
              <a:gd name="csX668" fmla="*/ 1255970 w 1878314"/>
              <a:gd name="csY668" fmla="*/ 1025755 h 1185947"/>
              <a:gd name="csX669" fmla="*/ 1257852 w 1878314"/>
              <a:gd name="csY669" fmla="*/ 1034943 h 1185947"/>
              <a:gd name="csX670" fmla="*/ 1259725 w 1878314"/>
              <a:gd name="csY670" fmla="*/ 1043724 h 1185947"/>
              <a:gd name="csX671" fmla="*/ 1261607 w 1878314"/>
              <a:gd name="csY671" fmla="*/ 1052106 h 1185947"/>
              <a:gd name="csX672" fmla="*/ 1263489 w 1878314"/>
              <a:gd name="csY672" fmla="*/ 1060101 h 1185947"/>
              <a:gd name="csX673" fmla="*/ 1265371 w 1878314"/>
              <a:gd name="csY673" fmla="*/ 1067727 h 1185947"/>
              <a:gd name="csX674" fmla="*/ 1267244 w 1878314"/>
              <a:gd name="csY674" fmla="*/ 1074974 h 1185947"/>
              <a:gd name="csX675" fmla="*/ 1269126 w 1878314"/>
              <a:gd name="csY675" fmla="*/ 1081873 h 1185947"/>
              <a:gd name="csX676" fmla="*/ 1271008 w 1878314"/>
              <a:gd name="csY676" fmla="*/ 1088431 h 1185947"/>
              <a:gd name="csX677" fmla="*/ 1272891 w 1878314"/>
              <a:gd name="csY677" fmla="*/ 1094650 h 1185947"/>
              <a:gd name="csX678" fmla="*/ 1274773 w 1878314"/>
              <a:gd name="csY678" fmla="*/ 1100549 h 1185947"/>
              <a:gd name="csX679" fmla="*/ 1276645 w 1878314"/>
              <a:gd name="csY679" fmla="*/ 1106128 h 1185947"/>
              <a:gd name="csX680" fmla="*/ 1278527 w 1878314"/>
              <a:gd name="csY680" fmla="*/ 1111416 h 1185947"/>
              <a:gd name="csX681" fmla="*/ 1280410 w 1878314"/>
              <a:gd name="csY681" fmla="*/ 1116402 h 1185947"/>
              <a:gd name="csX682" fmla="*/ 1282292 w 1878314"/>
              <a:gd name="csY682" fmla="*/ 1121118 h 1185947"/>
              <a:gd name="csX683" fmla="*/ 1284174 w 1878314"/>
              <a:gd name="csY683" fmla="*/ 1125561 h 1185947"/>
              <a:gd name="csX684" fmla="*/ 1286047 w 1878314"/>
              <a:gd name="csY684" fmla="*/ 1129753 h 1185947"/>
              <a:gd name="csX685" fmla="*/ 1287929 w 1878314"/>
              <a:gd name="csY685" fmla="*/ 1133701 h 1185947"/>
              <a:gd name="csX686" fmla="*/ 1289811 w 1878314"/>
              <a:gd name="csY686" fmla="*/ 1137408 h 1185947"/>
              <a:gd name="csX687" fmla="*/ 1291693 w 1878314"/>
              <a:gd name="csY687" fmla="*/ 1140891 h 1185947"/>
              <a:gd name="csX688" fmla="*/ 1293576 w 1878314"/>
              <a:gd name="csY688" fmla="*/ 1144160 h 1185947"/>
              <a:gd name="csX689" fmla="*/ 1295448 w 1878314"/>
              <a:gd name="csY689" fmla="*/ 1147226 h 1185947"/>
              <a:gd name="csX690" fmla="*/ 1297330 w 1878314"/>
              <a:gd name="csY690" fmla="*/ 1150098 h 1185947"/>
              <a:gd name="csX691" fmla="*/ 1299213 w 1878314"/>
              <a:gd name="csY691" fmla="*/ 1152786 h 1185947"/>
              <a:gd name="csX692" fmla="*/ 1301095 w 1878314"/>
              <a:gd name="csY692" fmla="*/ 1155298 h 1185947"/>
              <a:gd name="csX693" fmla="*/ 1302977 w 1878314"/>
              <a:gd name="csY693" fmla="*/ 1157646 h 1185947"/>
              <a:gd name="csX694" fmla="*/ 1304849 w 1878314"/>
              <a:gd name="csY694" fmla="*/ 1159829 h 1185947"/>
              <a:gd name="csX695" fmla="*/ 1306732 w 1878314"/>
              <a:gd name="csY695" fmla="*/ 1161876 h 1185947"/>
              <a:gd name="csX696" fmla="*/ 1308614 w 1878314"/>
              <a:gd name="csY696" fmla="*/ 1163778 h 1185947"/>
              <a:gd name="csX697" fmla="*/ 1310496 w 1878314"/>
              <a:gd name="csY697" fmla="*/ 1165544 h 1185947"/>
              <a:gd name="csX698" fmla="*/ 1312369 w 1878314"/>
              <a:gd name="csY698" fmla="*/ 1167183 h 1185947"/>
              <a:gd name="csX699" fmla="*/ 1314251 w 1878314"/>
              <a:gd name="csY699" fmla="*/ 1168707 h 1185947"/>
              <a:gd name="csX700" fmla="*/ 1316133 w 1878314"/>
              <a:gd name="csY700" fmla="*/ 1170123 h 1185947"/>
              <a:gd name="csX701" fmla="*/ 1318015 w 1878314"/>
              <a:gd name="csY701" fmla="*/ 1171433 h 1185947"/>
              <a:gd name="csX702" fmla="*/ 1319897 w 1878314"/>
              <a:gd name="csY702" fmla="*/ 1172646 h 1185947"/>
              <a:gd name="csX703" fmla="*/ 1321770 w 1878314"/>
              <a:gd name="csY703" fmla="*/ 1173771 h 1185947"/>
              <a:gd name="csX704" fmla="*/ 1323652 w 1878314"/>
              <a:gd name="csY704" fmla="*/ 1174809 h 1185947"/>
              <a:gd name="csX705" fmla="*/ 1325534 w 1878314"/>
              <a:gd name="csY705" fmla="*/ 1175770 h 1185947"/>
              <a:gd name="csX706" fmla="*/ 1327417 w 1878314"/>
              <a:gd name="csY706" fmla="*/ 1176653 h 1185947"/>
              <a:gd name="csX707" fmla="*/ 1329299 w 1878314"/>
              <a:gd name="csY707" fmla="*/ 1177468 h 1185947"/>
              <a:gd name="csX708" fmla="*/ 1331171 w 1878314"/>
              <a:gd name="csY708" fmla="*/ 1178215 h 1185947"/>
              <a:gd name="csX709" fmla="*/ 1333054 w 1878314"/>
              <a:gd name="csY709" fmla="*/ 1178904 h 1185947"/>
              <a:gd name="csX710" fmla="*/ 1334936 w 1878314"/>
              <a:gd name="csY710" fmla="*/ 1179534 h 1185947"/>
              <a:gd name="csX711" fmla="*/ 1336818 w 1878314"/>
              <a:gd name="csY711" fmla="*/ 1180116 h 1185947"/>
              <a:gd name="csX712" fmla="*/ 1338700 w 1878314"/>
              <a:gd name="csY712" fmla="*/ 1180650 h 1185947"/>
              <a:gd name="csX713" fmla="*/ 1340573 w 1878314"/>
              <a:gd name="csY713" fmla="*/ 1181145 h 1185947"/>
              <a:gd name="csX714" fmla="*/ 1342455 w 1878314"/>
              <a:gd name="csY714" fmla="*/ 1181591 h 1185947"/>
              <a:gd name="csX715" fmla="*/ 1344337 w 1878314"/>
              <a:gd name="csY715" fmla="*/ 1181999 h 1185947"/>
              <a:gd name="csX716" fmla="*/ 1346219 w 1878314"/>
              <a:gd name="csY716" fmla="*/ 1182367 h 1185947"/>
              <a:gd name="csX717" fmla="*/ 1348102 w 1878314"/>
              <a:gd name="csY717" fmla="*/ 1182717 h 1185947"/>
              <a:gd name="csX718" fmla="*/ 1349974 w 1878314"/>
              <a:gd name="csY718" fmla="*/ 1183027 h 1185947"/>
              <a:gd name="csX719" fmla="*/ 1351856 w 1878314"/>
              <a:gd name="csY719" fmla="*/ 1183308 h 1185947"/>
              <a:gd name="csX720" fmla="*/ 1353739 w 1878314"/>
              <a:gd name="csY720" fmla="*/ 1183570 h 1185947"/>
              <a:gd name="csX721" fmla="*/ 1355621 w 1878314"/>
              <a:gd name="csY721" fmla="*/ 1183803 h 1185947"/>
              <a:gd name="csX722" fmla="*/ 1357493 w 1878314"/>
              <a:gd name="csY722" fmla="*/ 1184017 h 1185947"/>
              <a:gd name="csX723" fmla="*/ 1359376 w 1878314"/>
              <a:gd name="csY723" fmla="*/ 1184211 h 1185947"/>
              <a:gd name="csX724" fmla="*/ 1361258 w 1878314"/>
              <a:gd name="csY724" fmla="*/ 1184385 h 1185947"/>
              <a:gd name="csX725" fmla="*/ 1363140 w 1878314"/>
              <a:gd name="csY725" fmla="*/ 1184541 h 1185947"/>
              <a:gd name="csX726" fmla="*/ 1365022 w 1878314"/>
              <a:gd name="csY726" fmla="*/ 1184686 h 1185947"/>
              <a:gd name="csX727" fmla="*/ 1366895 w 1878314"/>
              <a:gd name="csY727" fmla="*/ 1184812 h 1185947"/>
              <a:gd name="csX728" fmla="*/ 1368777 w 1878314"/>
              <a:gd name="csY728" fmla="*/ 1184938 h 1185947"/>
              <a:gd name="csX729" fmla="*/ 1370659 w 1878314"/>
              <a:gd name="csY729" fmla="*/ 1185045 h 1185947"/>
              <a:gd name="csX730" fmla="*/ 1372541 w 1878314"/>
              <a:gd name="csY730" fmla="*/ 1185132 h 1185947"/>
              <a:gd name="csX731" fmla="*/ 1374423 w 1878314"/>
              <a:gd name="csY731" fmla="*/ 1185220 h 1185947"/>
              <a:gd name="csX732" fmla="*/ 1376296 w 1878314"/>
              <a:gd name="csY732" fmla="*/ 1185297 h 1185947"/>
              <a:gd name="csX733" fmla="*/ 1378178 w 1878314"/>
              <a:gd name="csY733" fmla="*/ 1185375 h 1185947"/>
              <a:gd name="csX734" fmla="*/ 1380060 w 1878314"/>
              <a:gd name="csY734" fmla="*/ 1185433 h 1185947"/>
              <a:gd name="csX735" fmla="*/ 1381943 w 1878314"/>
              <a:gd name="csY735" fmla="*/ 1185491 h 1185947"/>
              <a:gd name="csX736" fmla="*/ 1383825 w 1878314"/>
              <a:gd name="csY736" fmla="*/ 1185540 h 1185947"/>
              <a:gd name="csX737" fmla="*/ 1385697 w 1878314"/>
              <a:gd name="csY737" fmla="*/ 1185588 h 1185947"/>
              <a:gd name="csX738" fmla="*/ 1387580 w 1878314"/>
              <a:gd name="csY738" fmla="*/ 1185627 h 1185947"/>
              <a:gd name="csX739" fmla="*/ 1389462 w 1878314"/>
              <a:gd name="csY739" fmla="*/ 1185666 h 1185947"/>
              <a:gd name="csX740" fmla="*/ 1391344 w 1878314"/>
              <a:gd name="csY740" fmla="*/ 1185695 h 1185947"/>
              <a:gd name="csX741" fmla="*/ 1393226 w 1878314"/>
              <a:gd name="csY741" fmla="*/ 1185724 h 1185947"/>
              <a:gd name="csX742" fmla="*/ 1395099 w 1878314"/>
              <a:gd name="csY742" fmla="*/ 1185753 h 1185947"/>
              <a:gd name="csX743" fmla="*/ 1396981 w 1878314"/>
              <a:gd name="csY743" fmla="*/ 1185773 h 1185947"/>
              <a:gd name="csX744" fmla="*/ 1398863 w 1878314"/>
              <a:gd name="csY744" fmla="*/ 1185792 h 1185947"/>
              <a:gd name="csX745" fmla="*/ 1400745 w 1878314"/>
              <a:gd name="csY745" fmla="*/ 1185812 h 1185947"/>
              <a:gd name="csX746" fmla="*/ 1402618 w 1878314"/>
              <a:gd name="csY746" fmla="*/ 1185831 h 1185947"/>
              <a:gd name="csX747" fmla="*/ 1404500 w 1878314"/>
              <a:gd name="csY747" fmla="*/ 1185841 h 1185947"/>
              <a:gd name="csX748" fmla="*/ 1406382 w 1878314"/>
              <a:gd name="csY748" fmla="*/ 1185860 h 1185947"/>
              <a:gd name="csX749" fmla="*/ 1408265 w 1878314"/>
              <a:gd name="csY749" fmla="*/ 1185870 h 1185947"/>
              <a:gd name="csX750" fmla="*/ 1410147 w 1878314"/>
              <a:gd name="csY750" fmla="*/ 1185879 h 1185947"/>
              <a:gd name="csX751" fmla="*/ 1412019 w 1878314"/>
              <a:gd name="csY751" fmla="*/ 1185889 h 1185947"/>
              <a:gd name="csX752" fmla="*/ 1413902 w 1878314"/>
              <a:gd name="csY752" fmla="*/ 1185889 h 1185947"/>
              <a:gd name="csX753" fmla="*/ 1415784 w 1878314"/>
              <a:gd name="csY753" fmla="*/ 1185899 h 1185947"/>
              <a:gd name="csX754" fmla="*/ 1417666 w 1878314"/>
              <a:gd name="csY754" fmla="*/ 1185909 h 1185947"/>
              <a:gd name="csX755" fmla="*/ 1419548 w 1878314"/>
              <a:gd name="csY755" fmla="*/ 1185909 h 1185947"/>
              <a:gd name="csX756" fmla="*/ 1421421 w 1878314"/>
              <a:gd name="csY756" fmla="*/ 1185918 h 1185947"/>
              <a:gd name="csX757" fmla="*/ 1423303 w 1878314"/>
              <a:gd name="csY757" fmla="*/ 1185918 h 1185947"/>
              <a:gd name="csX758" fmla="*/ 1425185 w 1878314"/>
              <a:gd name="csY758" fmla="*/ 1185928 h 1185947"/>
              <a:gd name="csX759" fmla="*/ 1427067 w 1878314"/>
              <a:gd name="csY759" fmla="*/ 1185928 h 1185947"/>
              <a:gd name="csX760" fmla="*/ 1428950 w 1878314"/>
              <a:gd name="csY760" fmla="*/ 1185928 h 1185947"/>
              <a:gd name="csX761" fmla="*/ 1430822 w 1878314"/>
              <a:gd name="csY761" fmla="*/ 1185938 h 1185947"/>
              <a:gd name="csX762" fmla="*/ 1432704 w 1878314"/>
              <a:gd name="csY762" fmla="*/ 1185938 h 1185947"/>
              <a:gd name="csX763" fmla="*/ 1434586 w 1878314"/>
              <a:gd name="csY763" fmla="*/ 1185938 h 1185947"/>
              <a:gd name="csX764" fmla="*/ 1436469 w 1878314"/>
              <a:gd name="csY764" fmla="*/ 1185938 h 1185947"/>
              <a:gd name="csX765" fmla="*/ 1438351 w 1878314"/>
              <a:gd name="csY765" fmla="*/ 1185938 h 1185947"/>
              <a:gd name="csX766" fmla="*/ 1440223 w 1878314"/>
              <a:gd name="csY766" fmla="*/ 1185938 h 1185947"/>
              <a:gd name="csX767" fmla="*/ 1442106 w 1878314"/>
              <a:gd name="csY767" fmla="*/ 1185947 h 1185947"/>
              <a:gd name="csX768" fmla="*/ 1443988 w 1878314"/>
              <a:gd name="csY768" fmla="*/ 1185947 h 1185947"/>
              <a:gd name="csX769" fmla="*/ 1445870 w 1878314"/>
              <a:gd name="csY769" fmla="*/ 1185947 h 1185947"/>
              <a:gd name="csX770" fmla="*/ 1447743 w 1878314"/>
              <a:gd name="csY770" fmla="*/ 1185947 h 1185947"/>
              <a:gd name="csX771" fmla="*/ 1449625 w 1878314"/>
              <a:gd name="csY771" fmla="*/ 1185947 h 1185947"/>
              <a:gd name="csX772" fmla="*/ 1451507 w 1878314"/>
              <a:gd name="csY772" fmla="*/ 1185947 h 1185947"/>
              <a:gd name="csX773" fmla="*/ 1453389 w 1878314"/>
              <a:gd name="csY773" fmla="*/ 1185947 h 1185947"/>
              <a:gd name="csX774" fmla="*/ 1455272 w 1878314"/>
              <a:gd name="csY774" fmla="*/ 1185947 h 1185947"/>
              <a:gd name="csX775" fmla="*/ 1457144 w 1878314"/>
              <a:gd name="csY775" fmla="*/ 1185947 h 1185947"/>
              <a:gd name="csX776" fmla="*/ 1459026 w 1878314"/>
              <a:gd name="csY776" fmla="*/ 1185947 h 1185947"/>
              <a:gd name="csX777" fmla="*/ 1460908 w 1878314"/>
              <a:gd name="csY777" fmla="*/ 1185947 h 1185947"/>
              <a:gd name="csX778" fmla="*/ 1462791 w 1878314"/>
              <a:gd name="csY778" fmla="*/ 1185947 h 1185947"/>
              <a:gd name="csX779" fmla="*/ 1464673 w 1878314"/>
              <a:gd name="csY779" fmla="*/ 1185947 h 1185947"/>
              <a:gd name="csX780" fmla="*/ 1466545 w 1878314"/>
              <a:gd name="csY780" fmla="*/ 1185947 h 1185947"/>
              <a:gd name="csX781" fmla="*/ 1468428 w 1878314"/>
              <a:gd name="csY781" fmla="*/ 1185947 h 1185947"/>
              <a:gd name="csX782" fmla="*/ 1470310 w 1878314"/>
              <a:gd name="csY782" fmla="*/ 1185947 h 1185947"/>
              <a:gd name="csX783" fmla="*/ 1472192 w 1878314"/>
              <a:gd name="csY783" fmla="*/ 1185947 h 1185947"/>
              <a:gd name="csX784" fmla="*/ 1474074 w 1878314"/>
              <a:gd name="csY784" fmla="*/ 1185947 h 1185947"/>
              <a:gd name="csX785" fmla="*/ 1475947 w 1878314"/>
              <a:gd name="csY785" fmla="*/ 1185947 h 1185947"/>
              <a:gd name="csX786" fmla="*/ 1477829 w 1878314"/>
              <a:gd name="csY786" fmla="*/ 1185947 h 1185947"/>
              <a:gd name="csX787" fmla="*/ 1479711 w 1878314"/>
              <a:gd name="csY787" fmla="*/ 1185947 h 1185947"/>
              <a:gd name="csX788" fmla="*/ 1481593 w 1878314"/>
              <a:gd name="csY788" fmla="*/ 1185947 h 1185947"/>
              <a:gd name="csX789" fmla="*/ 1483466 w 1878314"/>
              <a:gd name="csY789" fmla="*/ 1185947 h 1185947"/>
              <a:gd name="csX790" fmla="*/ 1485348 w 1878314"/>
              <a:gd name="csY790" fmla="*/ 1185947 h 1185947"/>
              <a:gd name="csX791" fmla="*/ 1487230 w 1878314"/>
              <a:gd name="csY791" fmla="*/ 1185947 h 1185947"/>
              <a:gd name="csX792" fmla="*/ 1489113 w 1878314"/>
              <a:gd name="csY792" fmla="*/ 1185947 h 1185947"/>
              <a:gd name="csX793" fmla="*/ 1490995 w 1878314"/>
              <a:gd name="csY793" fmla="*/ 1185947 h 1185947"/>
              <a:gd name="csX794" fmla="*/ 1492867 w 1878314"/>
              <a:gd name="csY794" fmla="*/ 1185947 h 1185947"/>
              <a:gd name="csX795" fmla="*/ 1494749 w 1878314"/>
              <a:gd name="csY795" fmla="*/ 1185947 h 1185947"/>
              <a:gd name="csX796" fmla="*/ 1496632 w 1878314"/>
              <a:gd name="csY796" fmla="*/ 1185947 h 1185947"/>
              <a:gd name="csX797" fmla="*/ 1498514 w 1878314"/>
              <a:gd name="csY797" fmla="*/ 1185947 h 1185947"/>
              <a:gd name="csX798" fmla="*/ 1500396 w 1878314"/>
              <a:gd name="csY798" fmla="*/ 1185947 h 1185947"/>
              <a:gd name="csX799" fmla="*/ 1502269 w 1878314"/>
              <a:gd name="csY799" fmla="*/ 1185947 h 1185947"/>
              <a:gd name="csX800" fmla="*/ 1504151 w 1878314"/>
              <a:gd name="csY800" fmla="*/ 1185947 h 1185947"/>
              <a:gd name="csX801" fmla="*/ 1506033 w 1878314"/>
              <a:gd name="csY801" fmla="*/ 1185947 h 1185947"/>
              <a:gd name="csX802" fmla="*/ 1507915 w 1878314"/>
              <a:gd name="csY802" fmla="*/ 1185947 h 1185947"/>
              <a:gd name="csX803" fmla="*/ 1509798 w 1878314"/>
              <a:gd name="csY803" fmla="*/ 1185947 h 1185947"/>
              <a:gd name="csX804" fmla="*/ 1511670 w 1878314"/>
              <a:gd name="csY804" fmla="*/ 1185947 h 1185947"/>
              <a:gd name="csX805" fmla="*/ 1513552 w 1878314"/>
              <a:gd name="csY805" fmla="*/ 1185947 h 1185947"/>
              <a:gd name="csX806" fmla="*/ 1515435 w 1878314"/>
              <a:gd name="csY806" fmla="*/ 1185947 h 1185947"/>
              <a:gd name="csX807" fmla="*/ 1517317 w 1878314"/>
              <a:gd name="csY807" fmla="*/ 1185947 h 1185947"/>
              <a:gd name="csX808" fmla="*/ 1519199 w 1878314"/>
              <a:gd name="csY808" fmla="*/ 1185947 h 1185947"/>
              <a:gd name="csX809" fmla="*/ 1521071 w 1878314"/>
              <a:gd name="csY809" fmla="*/ 1185947 h 1185947"/>
              <a:gd name="csX810" fmla="*/ 1522954 w 1878314"/>
              <a:gd name="csY810" fmla="*/ 1185947 h 1185947"/>
              <a:gd name="csX811" fmla="*/ 1524836 w 1878314"/>
              <a:gd name="csY811" fmla="*/ 1185947 h 1185947"/>
              <a:gd name="csX812" fmla="*/ 1526718 w 1878314"/>
              <a:gd name="csY812" fmla="*/ 1185947 h 1185947"/>
              <a:gd name="csX813" fmla="*/ 1528591 w 1878314"/>
              <a:gd name="csY813" fmla="*/ 1185947 h 1185947"/>
              <a:gd name="csX814" fmla="*/ 1530473 w 1878314"/>
              <a:gd name="csY814" fmla="*/ 1185947 h 1185947"/>
              <a:gd name="csX815" fmla="*/ 1532355 w 1878314"/>
              <a:gd name="csY815" fmla="*/ 1185947 h 1185947"/>
              <a:gd name="csX816" fmla="*/ 1534237 w 1878314"/>
              <a:gd name="csY816" fmla="*/ 1185947 h 1185947"/>
              <a:gd name="csX817" fmla="*/ 1536119 w 1878314"/>
              <a:gd name="csY817" fmla="*/ 1185947 h 1185947"/>
              <a:gd name="csX818" fmla="*/ 1537992 w 1878314"/>
              <a:gd name="csY818" fmla="*/ 1185947 h 1185947"/>
              <a:gd name="csX819" fmla="*/ 1539874 w 1878314"/>
              <a:gd name="csY819" fmla="*/ 1185947 h 1185947"/>
              <a:gd name="csX820" fmla="*/ 1541756 w 1878314"/>
              <a:gd name="csY820" fmla="*/ 1185947 h 1185947"/>
              <a:gd name="csX821" fmla="*/ 1543639 w 1878314"/>
              <a:gd name="csY821" fmla="*/ 1185947 h 1185947"/>
              <a:gd name="csX822" fmla="*/ 1545521 w 1878314"/>
              <a:gd name="csY822" fmla="*/ 1185947 h 1185947"/>
              <a:gd name="csX823" fmla="*/ 1547393 w 1878314"/>
              <a:gd name="csY823" fmla="*/ 1185947 h 1185947"/>
              <a:gd name="csX824" fmla="*/ 1549276 w 1878314"/>
              <a:gd name="csY824" fmla="*/ 1185947 h 1185947"/>
              <a:gd name="csX825" fmla="*/ 1551158 w 1878314"/>
              <a:gd name="csY825" fmla="*/ 1185947 h 1185947"/>
              <a:gd name="csX826" fmla="*/ 1553040 w 1878314"/>
              <a:gd name="csY826" fmla="*/ 1185947 h 1185947"/>
              <a:gd name="csX827" fmla="*/ 1554922 w 1878314"/>
              <a:gd name="csY827" fmla="*/ 1185947 h 1185947"/>
              <a:gd name="csX828" fmla="*/ 1556795 w 1878314"/>
              <a:gd name="csY828" fmla="*/ 1185947 h 1185947"/>
              <a:gd name="csX829" fmla="*/ 1558677 w 1878314"/>
              <a:gd name="csY829" fmla="*/ 1185947 h 1185947"/>
              <a:gd name="csX830" fmla="*/ 1560559 w 1878314"/>
              <a:gd name="csY830" fmla="*/ 1185947 h 1185947"/>
              <a:gd name="csX831" fmla="*/ 1562441 w 1878314"/>
              <a:gd name="csY831" fmla="*/ 1185947 h 1185947"/>
              <a:gd name="csX832" fmla="*/ 1564324 w 1878314"/>
              <a:gd name="csY832" fmla="*/ 1185947 h 1185947"/>
              <a:gd name="csX833" fmla="*/ 1566196 w 1878314"/>
              <a:gd name="csY833" fmla="*/ 1185947 h 1185947"/>
              <a:gd name="csX834" fmla="*/ 1568078 w 1878314"/>
              <a:gd name="csY834" fmla="*/ 1185947 h 1185947"/>
              <a:gd name="csX835" fmla="*/ 1569961 w 1878314"/>
              <a:gd name="csY835" fmla="*/ 1185947 h 1185947"/>
              <a:gd name="csX836" fmla="*/ 1571843 w 1878314"/>
              <a:gd name="csY836" fmla="*/ 1185947 h 1185947"/>
              <a:gd name="csX837" fmla="*/ 1573715 w 1878314"/>
              <a:gd name="csY837" fmla="*/ 1185947 h 1185947"/>
              <a:gd name="csX838" fmla="*/ 1575598 w 1878314"/>
              <a:gd name="csY838" fmla="*/ 1185947 h 1185947"/>
              <a:gd name="csX839" fmla="*/ 1577480 w 1878314"/>
              <a:gd name="csY839" fmla="*/ 1185947 h 1185947"/>
              <a:gd name="csX840" fmla="*/ 1579362 w 1878314"/>
              <a:gd name="csY840" fmla="*/ 1185947 h 1185947"/>
              <a:gd name="csX841" fmla="*/ 1581244 w 1878314"/>
              <a:gd name="csY841" fmla="*/ 1185947 h 1185947"/>
              <a:gd name="csX842" fmla="*/ 1583117 w 1878314"/>
              <a:gd name="csY842" fmla="*/ 1185947 h 1185947"/>
              <a:gd name="csX843" fmla="*/ 1584999 w 1878314"/>
              <a:gd name="csY843" fmla="*/ 1185947 h 1185947"/>
              <a:gd name="csX844" fmla="*/ 1586881 w 1878314"/>
              <a:gd name="csY844" fmla="*/ 1185947 h 1185947"/>
              <a:gd name="csX845" fmla="*/ 1588763 w 1878314"/>
              <a:gd name="csY845" fmla="*/ 1185947 h 1185947"/>
              <a:gd name="csX846" fmla="*/ 1590646 w 1878314"/>
              <a:gd name="csY846" fmla="*/ 1185947 h 1185947"/>
              <a:gd name="csX847" fmla="*/ 1592518 w 1878314"/>
              <a:gd name="csY847" fmla="*/ 1185947 h 1185947"/>
              <a:gd name="csX848" fmla="*/ 1594400 w 1878314"/>
              <a:gd name="csY848" fmla="*/ 1185947 h 1185947"/>
              <a:gd name="csX849" fmla="*/ 1596282 w 1878314"/>
              <a:gd name="csY849" fmla="*/ 1185947 h 1185947"/>
              <a:gd name="csX850" fmla="*/ 1598165 w 1878314"/>
              <a:gd name="csY850" fmla="*/ 1185947 h 1185947"/>
              <a:gd name="csX851" fmla="*/ 1600047 w 1878314"/>
              <a:gd name="csY851" fmla="*/ 1185947 h 1185947"/>
              <a:gd name="csX852" fmla="*/ 1601919 w 1878314"/>
              <a:gd name="csY852" fmla="*/ 1185947 h 1185947"/>
              <a:gd name="csX853" fmla="*/ 1603802 w 1878314"/>
              <a:gd name="csY853" fmla="*/ 1185947 h 1185947"/>
              <a:gd name="csX854" fmla="*/ 1605684 w 1878314"/>
              <a:gd name="csY854" fmla="*/ 1185947 h 1185947"/>
              <a:gd name="csX855" fmla="*/ 1607566 w 1878314"/>
              <a:gd name="csY855" fmla="*/ 1185947 h 1185947"/>
              <a:gd name="csX856" fmla="*/ 1609448 w 1878314"/>
              <a:gd name="csY856" fmla="*/ 1185947 h 1185947"/>
              <a:gd name="csX857" fmla="*/ 1611321 w 1878314"/>
              <a:gd name="csY857" fmla="*/ 1185947 h 1185947"/>
              <a:gd name="csX858" fmla="*/ 1613203 w 1878314"/>
              <a:gd name="csY858" fmla="*/ 1185947 h 1185947"/>
              <a:gd name="csX859" fmla="*/ 1615085 w 1878314"/>
              <a:gd name="csY859" fmla="*/ 1185947 h 1185947"/>
              <a:gd name="csX860" fmla="*/ 1616968 w 1878314"/>
              <a:gd name="csY860" fmla="*/ 1185947 h 1185947"/>
              <a:gd name="csX861" fmla="*/ 1618840 w 1878314"/>
              <a:gd name="csY861" fmla="*/ 1185947 h 1185947"/>
              <a:gd name="csX862" fmla="*/ 1620722 w 1878314"/>
              <a:gd name="csY862" fmla="*/ 1185947 h 1185947"/>
              <a:gd name="csX863" fmla="*/ 1622604 w 1878314"/>
              <a:gd name="csY863" fmla="*/ 1185947 h 1185947"/>
              <a:gd name="csX864" fmla="*/ 1624487 w 1878314"/>
              <a:gd name="csY864" fmla="*/ 1185947 h 1185947"/>
              <a:gd name="csX865" fmla="*/ 1626369 w 1878314"/>
              <a:gd name="csY865" fmla="*/ 1185947 h 1185947"/>
              <a:gd name="csX866" fmla="*/ 1628241 w 1878314"/>
              <a:gd name="csY866" fmla="*/ 1185947 h 1185947"/>
              <a:gd name="csX867" fmla="*/ 1630124 w 1878314"/>
              <a:gd name="csY867" fmla="*/ 1185947 h 1185947"/>
              <a:gd name="csX868" fmla="*/ 1632006 w 1878314"/>
              <a:gd name="csY868" fmla="*/ 1185947 h 1185947"/>
              <a:gd name="csX869" fmla="*/ 1633888 w 1878314"/>
              <a:gd name="csY869" fmla="*/ 1185947 h 1185947"/>
              <a:gd name="csX870" fmla="*/ 1635770 w 1878314"/>
              <a:gd name="csY870" fmla="*/ 1185947 h 1185947"/>
              <a:gd name="csX871" fmla="*/ 1637643 w 1878314"/>
              <a:gd name="csY871" fmla="*/ 1185947 h 1185947"/>
              <a:gd name="csX872" fmla="*/ 1639525 w 1878314"/>
              <a:gd name="csY872" fmla="*/ 1185947 h 1185947"/>
              <a:gd name="csX873" fmla="*/ 1641407 w 1878314"/>
              <a:gd name="csY873" fmla="*/ 1185947 h 1185947"/>
              <a:gd name="csX874" fmla="*/ 1643289 w 1878314"/>
              <a:gd name="csY874" fmla="*/ 1185947 h 1185947"/>
              <a:gd name="csX875" fmla="*/ 1645171 w 1878314"/>
              <a:gd name="csY875" fmla="*/ 1185947 h 1185947"/>
              <a:gd name="csX876" fmla="*/ 1647044 w 1878314"/>
              <a:gd name="csY876" fmla="*/ 1185947 h 1185947"/>
              <a:gd name="csX877" fmla="*/ 1648926 w 1878314"/>
              <a:gd name="csY877" fmla="*/ 1185947 h 1185947"/>
              <a:gd name="csX878" fmla="*/ 1650808 w 1878314"/>
              <a:gd name="csY878" fmla="*/ 1185947 h 1185947"/>
              <a:gd name="csX879" fmla="*/ 1652691 w 1878314"/>
              <a:gd name="csY879" fmla="*/ 1185947 h 1185947"/>
              <a:gd name="csX880" fmla="*/ 1654573 w 1878314"/>
              <a:gd name="csY880" fmla="*/ 1185947 h 1185947"/>
              <a:gd name="csX881" fmla="*/ 1656445 w 1878314"/>
              <a:gd name="csY881" fmla="*/ 1185947 h 1185947"/>
              <a:gd name="csX882" fmla="*/ 1658328 w 1878314"/>
              <a:gd name="csY882" fmla="*/ 1185947 h 1185947"/>
              <a:gd name="csX883" fmla="*/ 1660210 w 1878314"/>
              <a:gd name="csY883" fmla="*/ 1185947 h 1185947"/>
              <a:gd name="csX884" fmla="*/ 1662092 w 1878314"/>
              <a:gd name="csY884" fmla="*/ 1185947 h 1185947"/>
              <a:gd name="csX885" fmla="*/ 1663965 w 1878314"/>
              <a:gd name="csY885" fmla="*/ 1185947 h 1185947"/>
              <a:gd name="csX886" fmla="*/ 1665847 w 1878314"/>
              <a:gd name="csY886" fmla="*/ 1185947 h 1185947"/>
              <a:gd name="csX887" fmla="*/ 1667729 w 1878314"/>
              <a:gd name="csY887" fmla="*/ 1185947 h 1185947"/>
              <a:gd name="csX888" fmla="*/ 1669611 w 1878314"/>
              <a:gd name="csY888" fmla="*/ 1185947 h 1185947"/>
              <a:gd name="csX889" fmla="*/ 1671494 w 1878314"/>
              <a:gd name="csY889" fmla="*/ 1185947 h 1185947"/>
              <a:gd name="csX890" fmla="*/ 1673366 w 1878314"/>
              <a:gd name="csY890" fmla="*/ 1185947 h 1185947"/>
              <a:gd name="csX891" fmla="*/ 1675248 w 1878314"/>
              <a:gd name="csY891" fmla="*/ 1185947 h 1185947"/>
              <a:gd name="csX892" fmla="*/ 1677131 w 1878314"/>
              <a:gd name="csY892" fmla="*/ 1185947 h 1185947"/>
              <a:gd name="csX893" fmla="*/ 1679013 w 1878314"/>
              <a:gd name="csY893" fmla="*/ 1185947 h 1185947"/>
              <a:gd name="csX894" fmla="*/ 1680895 w 1878314"/>
              <a:gd name="csY894" fmla="*/ 1185947 h 1185947"/>
              <a:gd name="csX895" fmla="*/ 1682767 w 1878314"/>
              <a:gd name="csY895" fmla="*/ 1185947 h 1185947"/>
              <a:gd name="csX896" fmla="*/ 1684650 w 1878314"/>
              <a:gd name="csY896" fmla="*/ 1185947 h 1185947"/>
              <a:gd name="csX897" fmla="*/ 1686532 w 1878314"/>
              <a:gd name="csY897" fmla="*/ 1185947 h 1185947"/>
              <a:gd name="csX898" fmla="*/ 1688414 w 1878314"/>
              <a:gd name="csY898" fmla="*/ 1185947 h 1185947"/>
              <a:gd name="csX899" fmla="*/ 1690296 w 1878314"/>
              <a:gd name="csY899" fmla="*/ 1185947 h 1185947"/>
              <a:gd name="csX900" fmla="*/ 1692169 w 1878314"/>
              <a:gd name="csY900" fmla="*/ 1185947 h 1185947"/>
              <a:gd name="csX901" fmla="*/ 1694051 w 1878314"/>
              <a:gd name="csY901" fmla="*/ 1185947 h 1185947"/>
              <a:gd name="csX902" fmla="*/ 1695933 w 1878314"/>
              <a:gd name="csY902" fmla="*/ 1185947 h 1185947"/>
              <a:gd name="csX903" fmla="*/ 1697815 w 1878314"/>
              <a:gd name="csY903" fmla="*/ 1185947 h 1185947"/>
              <a:gd name="csX904" fmla="*/ 1699688 w 1878314"/>
              <a:gd name="csY904" fmla="*/ 1185947 h 1185947"/>
              <a:gd name="csX905" fmla="*/ 1701570 w 1878314"/>
              <a:gd name="csY905" fmla="*/ 1185947 h 1185947"/>
              <a:gd name="csX906" fmla="*/ 1703452 w 1878314"/>
              <a:gd name="csY906" fmla="*/ 1185947 h 1185947"/>
              <a:gd name="csX907" fmla="*/ 1705334 w 1878314"/>
              <a:gd name="csY907" fmla="*/ 1185947 h 1185947"/>
              <a:gd name="csX908" fmla="*/ 1707217 w 1878314"/>
              <a:gd name="csY908" fmla="*/ 1185947 h 1185947"/>
              <a:gd name="csX909" fmla="*/ 1709089 w 1878314"/>
              <a:gd name="csY909" fmla="*/ 1185947 h 1185947"/>
              <a:gd name="csX910" fmla="*/ 1710971 w 1878314"/>
              <a:gd name="csY910" fmla="*/ 1185947 h 1185947"/>
              <a:gd name="csX911" fmla="*/ 1712854 w 1878314"/>
              <a:gd name="csY911" fmla="*/ 1185947 h 1185947"/>
              <a:gd name="csX912" fmla="*/ 1714736 w 1878314"/>
              <a:gd name="csY912" fmla="*/ 1185947 h 1185947"/>
              <a:gd name="csX913" fmla="*/ 1716618 w 1878314"/>
              <a:gd name="csY913" fmla="*/ 1185947 h 1185947"/>
              <a:gd name="csX914" fmla="*/ 1718491 w 1878314"/>
              <a:gd name="csY914" fmla="*/ 1185947 h 1185947"/>
              <a:gd name="csX915" fmla="*/ 1720373 w 1878314"/>
              <a:gd name="csY915" fmla="*/ 1185947 h 1185947"/>
              <a:gd name="csX916" fmla="*/ 1722255 w 1878314"/>
              <a:gd name="csY916" fmla="*/ 1185947 h 1185947"/>
              <a:gd name="csX917" fmla="*/ 1724137 w 1878314"/>
              <a:gd name="csY917" fmla="*/ 1185947 h 1185947"/>
              <a:gd name="csX918" fmla="*/ 1726020 w 1878314"/>
              <a:gd name="csY918" fmla="*/ 1185947 h 1185947"/>
              <a:gd name="csX919" fmla="*/ 1727892 w 1878314"/>
              <a:gd name="csY919" fmla="*/ 1185947 h 1185947"/>
              <a:gd name="csX920" fmla="*/ 1729774 w 1878314"/>
              <a:gd name="csY920" fmla="*/ 1185947 h 1185947"/>
              <a:gd name="csX921" fmla="*/ 1731657 w 1878314"/>
              <a:gd name="csY921" fmla="*/ 1185947 h 1185947"/>
              <a:gd name="csX922" fmla="*/ 1733539 w 1878314"/>
              <a:gd name="csY922" fmla="*/ 1185947 h 1185947"/>
              <a:gd name="csX923" fmla="*/ 1735421 w 1878314"/>
              <a:gd name="csY923" fmla="*/ 1185947 h 1185947"/>
              <a:gd name="csX924" fmla="*/ 1737294 w 1878314"/>
              <a:gd name="csY924" fmla="*/ 1185947 h 1185947"/>
              <a:gd name="csX925" fmla="*/ 1739176 w 1878314"/>
              <a:gd name="csY925" fmla="*/ 1185947 h 1185947"/>
              <a:gd name="csX926" fmla="*/ 1741058 w 1878314"/>
              <a:gd name="csY926" fmla="*/ 1185947 h 1185947"/>
              <a:gd name="csX927" fmla="*/ 1742940 w 1878314"/>
              <a:gd name="csY927" fmla="*/ 1185947 h 1185947"/>
              <a:gd name="csX928" fmla="*/ 1744813 w 1878314"/>
              <a:gd name="csY928" fmla="*/ 1185947 h 1185947"/>
              <a:gd name="csX929" fmla="*/ 1746695 w 1878314"/>
              <a:gd name="csY929" fmla="*/ 1185947 h 1185947"/>
              <a:gd name="csX930" fmla="*/ 1748577 w 1878314"/>
              <a:gd name="csY930" fmla="*/ 1185947 h 1185947"/>
              <a:gd name="csX931" fmla="*/ 1750459 w 1878314"/>
              <a:gd name="csY931" fmla="*/ 1185947 h 1185947"/>
              <a:gd name="csX932" fmla="*/ 1752342 w 1878314"/>
              <a:gd name="csY932" fmla="*/ 1185947 h 1185947"/>
              <a:gd name="csX933" fmla="*/ 1754214 w 1878314"/>
              <a:gd name="csY933" fmla="*/ 1185947 h 1185947"/>
              <a:gd name="csX934" fmla="*/ 1756096 w 1878314"/>
              <a:gd name="csY934" fmla="*/ 1185947 h 1185947"/>
              <a:gd name="csX935" fmla="*/ 1757978 w 1878314"/>
              <a:gd name="csY935" fmla="*/ 1185947 h 1185947"/>
              <a:gd name="csX936" fmla="*/ 1759861 w 1878314"/>
              <a:gd name="csY936" fmla="*/ 1185947 h 1185947"/>
              <a:gd name="csX937" fmla="*/ 1761743 w 1878314"/>
              <a:gd name="csY937" fmla="*/ 1185947 h 1185947"/>
              <a:gd name="csX938" fmla="*/ 1763615 w 1878314"/>
              <a:gd name="csY938" fmla="*/ 1185947 h 1185947"/>
              <a:gd name="csX939" fmla="*/ 1765498 w 1878314"/>
              <a:gd name="csY939" fmla="*/ 1185947 h 1185947"/>
              <a:gd name="csX940" fmla="*/ 1767380 w 1878314"/>
              <a:gd name="csY940" fmla="*/ 1185947 h 1185947"/>
              <a:gd name="csX941" fmla="*/ 1769262 w 1878314"/>
              <a:gd name="csY941" fmla="*/ 1185947 h 1185947"/>
              <a:gd name="csX942" fmla="*/ 1771144 w 1878314"/>
              <a:gd name="csY942" fmla="*/ 1185947 h 1185947"/>
              <a:gd name="csX943" fmla="*/ 1773017 w 1878314"/>
              <a:gd name="csY943" fmla="*/ 1185947 h 1185947"/>
              <a:gd name="csX944" fmla="*/ 1774899 w 1878314"/>
              <a:gd name="csY944" fmla="*/ 1185947 h 1185947"/>
              <a:gd name="csX945" fmla="*/ 1776781 w 1878314"/>
              <a:gd name="csY945" fmla="*/ 1185947 h 1185947"/>
              <a:gd name="csX946" fmla="*/ 1778663 w 1878314"/>
              <a:gd name="csY946" fmla="*/ 1185947 h 1185947"/>
              <a:gd name="csX947" fmla="*/ 1780546 w 1878314"/>
              <a:gd name="csY947" fmla="*/ 1185947 h 1185947"/>
              <a:gd name="csX948" fmla="*/ 1782418 w 1878314"/>
              <a:gd name="csY948" fmla="*/ 1185947 h 1185947"/>
              <a:gd name="csX949" fmla="*/ 1784300 w 1878314"/>
              <a:gd name="csY949" fmla="*/ 1185947 h 1185947"/>
              <a:gd name="csX950" fmla="*/ 1786183 w 1878314"/>
              <a:gd name="csY950" fmla="*/ 1185947 h 1185947"/>
              <a:gd name="csX951" fmla="*/ 1788065 w 1878314"/>
              <a:gd name="csY951" fmla="*/ 1185947 h 1185947"/>
              <a:gd name="csX952" fmla="*/ 1789937 w 1878314"/>
              <a:gd name="csY952" fmla="*/ 1185947 h 1185947"/>
              <a:gd name="csX953" fmla="*/ 1791820 w 1878314"/>
              <a:gd name="csY953" fmla="*/ 1185947 h 1185947"/>
              <a:gd name="csX954" fmla="*/ 1793702 w 1878314"/>
              <a:gd name="csY954" fmla="*/ 1185947 h 1185947"/>
              <a:gd name="csX955" fmla="*/ 1795584 w 1878314"/>
              <a:gd name="csY955" fmla="*/ 1185947 h 1185947"/>
              <a:gd name="csX956" fmla="*/ 1797466 w 1878314"/>
              <a:gd name="csY956" fmla="*/ 1185947 h 1185947"/>
              <a:gd name="csX957" fmla="*/ 1799339 w 1878314"/>
              <a:gd name="csY957" fmla="*/ 1185947 h 1185947"/>
              <a:gd name="csX958" fmla="*/ 1801221 w 1878314"/>
              <a:gd name="csY958" fmla="*/ 1185947 h 1185947"/>
              <a:gd name="csX959" fmla="*/ 1803103 w 1878314"/>
              <a:gd name="csY959" fmla="*/ 1185947 h 1185947"/>
              <a:gd name="csX960" fmla="*/ 1804985 w 1878314"/>
              <a:gd name="csY960" fmla="*/ 1185947 h 1185947"/>
              <a:gd name="csX961" fmla="*/ 1806868 w 1878314"/>
              <a:gd name="csY961" fmla="*/ 1185947 h 1185947"/>
              <a:gd name="csX962" fmla="*/ 1808740 w 1878314"/>
              <a:gd name="csY962" fmla="*/ 1185947 h 1185947"/>
              <a:gd name="csX963" fmla="*/ 1810622 w 1878314"/>
              <a:gd name="csY963" fmla="*/ 1185947 h 1185947"/>
              <a:gd name="csX964" fmla="*/ 1812505 w 1878314"/>
              <a:gd name="csY964" fmla="*/ 1185947 h 1185947"/>
              <a:gd name="csX965" fmla="*/ 1814387 w 1878314"/>
              <a:gd name="csY965" fmla="*/ 1185947 h 1185947"/>
              <a:gd name="csX966" fmla="*/ 1816269 w 1878314"/>
              <a:gd name="csY966" fmla="*/ 1185947 h 1185947"/>
              <a:gd name="csX967" fmla="*/ 1818141 w 1878314"/>
              <a:gd name="csY967" fmla="*/ 1185947 h 1185947"/>
              <a:gd name="csX968" fmla="*/ 1820024 w 1878314"/>
              <a:gd name="csY968" fmla="*/ 1185947 h 1185947"/>
              <a:gd name="csX969" fmla="*/ 1821906 w 1878314"/>
              <a:gd name="csY969" fmla="*/ 1185947 h 1185947"/>
              <a:gd name="csX970" fmla="*/ 1823788 w 1878314"/>
              <a:gd name="csY970" fmla="*/ 1185947 h 1185947"/>
              <a:gd name="csX971" fmla="*/ 1825670 w 1878314"/>
              <a:gd name="csY971" fmla="*/ 1185947 h 1185947"/>
              <a:gd name="csX972" fmla="*/ 1827543 w 1878314"/>
              <a:gd name="csY972" fmla="*/ 1185947 h 1185947"/>
              <a:gd name="csX973" fmla="*/ 1829425 w 1878314"/>
              <a:gd name="csY973" fmla="*/ 1185947 h 1185947"/>
              <a:gd name="csX974" fmla="*/ 1831307 w 1878314"/>
              <a:gd name="csY974" fmla="*/ 1185947 h 1185947"/>
              <a:gd name="csX975" fmla="*/ 1833189 w 1878314"/>
              <a:gd name="csY975" fmla="*/ 1185947 h 1185947"/>
              <a:gd name="csX976" fmla="*/ 1835062 w 1878314"/>
              <a:gd name="csY976" fmla="*/ 1185947 h 1185947"/>
              <a:gd name="csX977" fmla="*/ 1836944 w 1878314"/>
              <a:gd name="csY977" fmla="*/ 1185947 h 1185947"/>
              <a:gd name="csX978" fmla="*/ 1838826 w 1878314"/>
              <a:gd name="csY978" fmla="*/ 1185947 h 1185947"/>
              <a:gd name="csX979" fmla="*/ 1840709 w 1878314"/>
              <a:gd name="csY979" fmla="*/ 1185947 h 1185947"/>
              <a:gd name="csX980" fmla="*/ 1842591 w 1878314"/>
              <a:gd name="csY980" fmla="*/ 1185947 h 1185947"/>
              <a:gd name="csX981" fmla="*/ 1844463 w 1878314"/>
              <a:gd name="csY981" fmla="*/ 1185947 h 1185947"/>
              <a:gd name="csX982" fmla="*/ 1846346 w 1878314"/>
              <a:gd name="csY982" fmla="*/ 1185947 h 1185947"/>
              <a:gd name="csX983" fmla="*/ 1848228 w 1878314"/>
              <a:gd name="csY983" fmla="*/ 1185947 h 1185947"/>
              <a:gd name="csX984" fmla="*/ 1850110 w 1878314"/>
              <a:gd name="csY984" fmla="*/ 1185947 h 1185947"/>
              <a:gd name="csX985" fmla="*/ 1851992 w 1878314"/>
              <a:gd name="csY985" fmla="*/ 1185947 h 1185947"/>
              <a:gd name="csX986" fmla="*/ 1853865 w 1878314"/>
              <a:gd name="csY986" fmla="*/ 1185947 h 1185947"/>
              <a:gd name="csX987" fmla="*/ 1855747 w 1878314"/>
              <a:gd name="csY987" fmla="*/ 1185947 h 1185947"/>
              <a:gd name="csX988" fmla="*/ 1857629 w 1878314"/>
              <a:gd name="csY988" fmla="*/ 1185947 h 1185947"/>
              <a:gd name="csX989" fmla="*/ 1859511 w 1878314"/>
              <a:gd name="csY989" fmla="*/ 1185947 h 1185947"/>
              <a:gd name="csX990" fmla="*/ 1861394 w 1878314"/>
              <a:gd name="csY990" fmla="*/ 1185947 h 1185947"/>
              <a:gd name="csX991" fmla="*/ 1863266 w 1878314"/>
              <a:gd name="csY991" fmla="*/ 1185947 h 1185947"/>
              <a:gd name="csX992" fmla="*/ 1865148 w 1878314"/>
              <a:gd name="csY992" fmla="*/ 1185947 h 1185947"/>
              <a:gd name="csX993" fmla="*/ 1867031 w 1878314"/>
              <a:gd name="csY993" fmla="*/ 1185947 h 1185947"/>
              <a:gd name="csX994" fmla="*/ 1868913 w 1878314"/>
              <a:gd name="csY994" fmla="*/ 1185947 h 1185947"/>
              <a:gd name="csX995" fmla="*/ 1870795 w 1878314"/>
              <a:gd name="csY995" fmla="*/ 1185947 h 1185947"/>
              <a:gd name="csX996" fmla="*/ 1872668 w 1878314"/>
              <a:gd name="csY996" fmla="*/ 1185947 h 1185947"/>
              <a:gd name="csX997" fmla="*/ 1874550 w 1878314"/>
              <a:gd name="csY997" fmla="*/ 1185947 h 1185947"/>
              <a:gd name="csX998" fmla="*/ 1876432 w 1878314"/>
              <a:gd name="csY998" fmla="*/ 1185947 h 1185947"/>
              <a:gd name="csX999" fmla="*/ 1878314 w 1878314"/>
              <a:gd name="csY999" fmla="*/ 1185947 h 11859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185947">
                <a:moveTo>
                  <a:pt x="0" y="1185947"/>
                </a:moveTo>
                <a:lnTo>
                  <a:pt x="1879" y="1185947"/>
                </a:lnTo>
                <a:lnTo>
                  <a:pt x="3760" y="1185947"/>
                </a:lnTo>
                <a:lnTo>
                  <a:pt x="5640" y="1185947"/>
                </a:lnTo>
                <a:lnTo>
                  <a:pt x="7520" y="1185947"/>
                </a:lnTo>
                <a:lnTo>
                  <a:pt x="9400" y="1185947"/>
                </a:lnTo>
                <a:lnTo>
                  <a:pt x="11281" y="1185947"/>
                </a:lnTo>
                <a:lnTo>
                  <a:pt x="13161" y="1185947"/>
                </a:lnTo>
                <a:lnTo>
                  <a:pt x="15041" y="1185947"/>
                </a:lnTo>
                <a:lnTo>
                  <a:pt x="16922" y="1185947"/>
                </a:lnTo>
                <a:lnTo>
                  <a:pt x="18802" y="1185947"/>
                </a:lnTo>
                <a:lnTo>
                  <a:pt x="20682" y="1185947"/>
                </a:lnTo>
                <a:lnTo>
                  <a:pt x="22562" y="1185947"/>
                </a:lnTo>
                <a:lnTo>
                  <a:pt x="24442" y="1185947"/>
                </a:lnTo>
                <a:lnTo>
                  <a:pt x="26322" y="1185947"/>
                </a:lnTo>
                <a:lnTo>
                  <a:pt x="28202" y="1185947"/>
                </a:lnTo>
                <a:lnTo>
                  <a:pt x="30082" y="1185947"/>
                </a:lnTo>
                <a:lnTo>
                  <a:pt x="31963" y="1185947"/>
                </a:lnTo>
                <a:lnTo>
                  <a:pt x="33843" y="1185947"/>
                </a:lnTo>
                <a:lnTo>
                  <a:pt x="35723" y="1185947"/>
                </a:lnTo>
                <a:lnTo>
                  <a:pt x="37604" y="1185947"/>
                </a:lnTo>
                <a:lnTo>
                  <a:pt x="39484" y="1185947"/>
                </a:lnTo>
                <a:lnTo>
                  <a:pt x="41364" y="1185947"/>
                </a:lnTo>
                <a:lnTo>
                  <a:pt x="43244" y="1185947"/>
                </a:lnTo>
                <a:lnTo>
                  <a:pt x="45124" y="1185947"/>
                </a:lnTo>
                <a:lnTo>
                  <a:pt x="47004" y="1185947"/>
                </a:lnTo>
                <a:lnTo>
                  <a:pt x="48884" y="1185947"/>
                </a:lnTo>
                <a:lnTo>
                  <a:pt x="50765" y="1185947"/>
                </a:lnTo>
                <a:lnTo>
                  <a:pt x="52645" y="1185947"/>
                </a:lnTo>
                <a:lnTo>
                  <a:pt x="54525" y="1185947"/>
                </a:lnTo>
                <a:lnTo>
                  <a:pt x="56405" y="1185947"/>
                </a:lnTo>
                <a:lnTo>
                  <a:pt x="58286" y="1185947"/>
                </a:lnTo>
                <a:lnTo>
                  <a:pt x="60166" y="1185947"/>
                </a:lnTo>
                <a:lnTo>
                  <a:pt x="62046" y="1185947"/>
                </a:lnTo>
                <a:lnTo>
                  <a:pt x="63926" y="1185947"/>
                </a:lnTo>
                <a:lnTo>
                  <a:pt x="65807" y="1185947"/>
                </a:lnTo>
                <a:lnTo>
                  <a:pt x="67686" y="1185947"/>
                </a:lnTo>
                <a:lnTo>
                  <a:pt x="69566" y="1185947"/>
                </a:lnTo>
                <a:lnTo>
                  <a:pt x="71447" y="1185947"/>
                </a:lnTo>
                <a:lnTo>
                  <a:pt x="73327" y="1185947"/>
                </a:lnTo>
                <a:lnTo>
                  <a:pt x="75207" y="1185947"/>
                </a:lnTo>
                <a:lnTo>
                  <a:pt x="77087" y="1185947"/>
                </a:lnTo>
                <a:lnTo>
                  <a:pt x="78968" y="1185947"/>
                </a:lnTo>
                <a:lnTo>
                  <a:pt x="80848" y="1185947"/>
                </a:lnTo>
                <a:lnTo>
                  <a:pt x="82728" y="1185947"/>
                </a:lnTo>
                <a:lnTo>
                  <a:pt x="84609" y="1185947"/>
                </a:lnTo>
                <a:lnTo>
                  <a:pt x="86489" y="1185947"/>
                </a:lnTo>
                <a:lnTo>
                  <a:pt x="88368" y="1185947"/>
                </a:lnTo>
                <a:lnTo>
                  <a:pt x="90248" y="1185947"/>
                </a:lnTo>
                <a:lnTo>
                  <a:pt x="92129" y="1185947"/>
                </a:lnTo>
                <a:lnTo>
                  <a:pt x="94009" y="1185947"/>
                </a:lnTo>
                <a:lnTo>
                  <a:pt x="95889" y="1185947"/>
                </a:lnTo>
                <a:lnTo>
                  <a:pt x="97769" y="1185947"/>
                </a:lnTo>
                <a:lnTo>
                  <a:pt x="99650" y="1185947"/>
                </a:lnTo>
                <a:lnTo>
                  <a:pt x="101530" y="1185947"/>
                </a:lnTo>
                <a:lnTo>
                  <a:pt x="103410" y="1185947"/>
                </a:lnTo>
                <a:lnTo>
                  <a:pt x="105291" y="1185947"/>
                </a:lnTo>
                <a:lnTo>
                  <a:pt x="107171" y="1185947"/>
                </a:lnTo>
                <a:lnTo>
                  <a:pt x="109051" y="1185947"/>
                </a:lnTo>
                <a:lnTo>
                  <a:pt x="110930" y="1185947"/>
                </a:lnTo>
                <a:lnTo>
                  <a:pt x="112811" y="1185947"/>
                </a:lnTo>
                <a:lnTo>
                  <a:pt x="114691" y="1185947"/>
                </a:lnTo>
                <a:lnTo>
                  <a:pt x="116571" y="1185947"/>
                </a:lnTo>
                <a:lnTo>
                  <a:pt x="118452" y="1185947"/>
                </a:lnTo>
                <a:lnTo>
                  <a:pt x="120332" y="1185947"/>
                </a:lnTo>
                <a:lnTo>
                  <a:pt x="122212" y="1185947"/>
                </a:lnTo>
                <a:lnTo>
                  <a:pt x="124092" y="1185947"/>
                </a:lnTo>
                <a:lnTo>
                  <a:pt x="125973" y="1185947"/>
                </a:lnTo>
                <a:lnTo>
                  <a:pt x="127853" y="1185947"/>
                </a:lnTo>
                <a:lnTo>
                  <a:pt x="129733" y="1185947"/>
                </a:lnTo>
                <a:lnTo>
                  <a:pt x="131613" y="1185947"/>
                </a:lnTo>
                <a:lnTo>
                  <a:pt x="133493" y="1185947"/>
                </a:lnTo>
                <a:lnTo>
                  <a:pt x="135373" y="1185947"/>
                </a:lnTo>
                <a:lnTo>
                  <a:pt x="137253" y="1185947"/>
                </a:lnTo>
                <a:lnTo>
                  <a:pt x="139134" y="1185947"/>
                </a:lnTo>
                <a:lnTo>
                  <a:pt x="141014" y="1185947"/>
                </a:lnTo>
                <a:lnTo>
                  <a:pt x="142894" y="1185947"/>
                </a:lnTo>
                <a:lnTo>
                  <a:pt x="144774" y="1185947"/>
                </a:lnTo>
                <a:lnTo>
                  <a:pt x="146655" y="1185947"/>
                </a:lnTo>
                <a:lnTo>
                  <a:pt x="148535" y="1185947"/>
                </a:lnTo>
                <a:lnTo>
                  <a:pt x="150415" y="1185947"/>
                </a:lnTo>
                <a:lnTo>
                  <a:pt x="152296" y="1185947"/>
                </a:lnTo>
                <a:lnTo>
                  <a:pt x="154175" y="1185947"/>
                </a:lnTo>
                <a:lnTo>
                  <a:pt x="156055" y="1185947"/>
                </a:lnTo>
                <a:lnTo>
                  <a:pt x="157935" y="1185947"/>
                </a:lnTo>
                <a:lnTo>
                  <a:pt x="159816" y="1185947"/>
                </a:lnTo>
                <a:lnTo>
                  <a:pt x="161696" y="1185947"/>
                </a:lnTo>
                <a:lnTo>
                  <a:pt x="163576" y="1185947"/>
                </a:lnTo>
                <a:lnTo>
                  <a:pt x="165457" y="1185947"/>
                </a:lnTo>
                <a:lnTo>
                  <a:pt x="167337" y="1185947"/>
                </a:lnTo>
                <a:lnTo>
                  <a:pt x="169217" y="1185947"/>
                </a:lnTo>
                <a:lnTo>
                  <a:pt x="171097" y="1185947"/>
                </a:lnTo>
                <a:lnTo>
                  <a:pt x="172978" y="1185947"/>
                </a:lnTo>
                <a:lnTo>
                  <a:pt x="174857" y="1185947"/>
                </a:lnTo>
                <a:lnTo>
                  <a:pt x="176737" y="1185947"/>
                </a:lnTo>
                <a:lnTo>
                  <a:pt x="178617" y="1185947"/>
                </a:lnTo>
                <a:lnTo>
                  <a:pt x="180498" y="1185947"/>
                </a:lnTo>
                <a:lnTo>
                  <a:pt x="182378" y="1185947"/>
                </a:lnTo>
                <a:lnTo>
                  <a:pt x="184258" y="1185947"/>
                </a:lnTo>
                <a:lnTo>
                  <a:pt x="186139" y="1185947"/>
                </a:lnTo>
                <a:lnTo>
                  <a:pt x="188019" y="1185947"/>
                </a:lnTo>
                <a:lnTo>
                  <a:pt x="189899" y="1185947"/>
                </a:lnTo>
                <a:lnTo>
                  <a:pt x="191779" y="1185947"/>
                </a:lnTo>
                <a:lnTo>
                  <a:pt x="193660" y="1185947"/>
                </a:lnTo>
                <a:lnTo>
                  <a:pt x="195540" y="1185947"/>
                </a:lnTo>
                <a:lnTo>
                  <a:pt x="197419" y="1185947"/>
                </a:lnTo>
                <a:lnTo>
                  <a:pt x="199300" y="1185947"/>
                </a:lnTo>
                <a:lnTo>
                  <a:pt x="201180" y="1185947"/>
                </a:lnTo>
                <a:lnTo>
                  <a:pt x="203060" y="1185947"/>
                </a:lnTo>
                <a:lnTo>
                  <a:pt x="204940" y="1185947"/>
                </a:lnTo>
                <a:lnTo>
                  <a:pt x="206821" y="1185947"/>
                </a:lnTo>
                <a:lnTo>
                  <a:pt x="208701" y="1185947"/>
                </a:lnTo>
                <a:lnTo>
                  <a:pt x="210581" y="1185947"/>
                </a:lnTo>
                <a:lnTo>
                  <a:pt x="212461" y="1185947"/>
                </a:lnTo>
                <a:lnTo>
                  <a:pt x="214342" y="1185947"/>
                </a:lnTo>
                <a:lnTo>
                  <a:pt x="216222" y="1185947"/>
                </a:lnTo>
                <a:lnTo>
                  <a:pt x="218101" y="1185947"/>
                </a:lnTo>
                <a:lnTo>
                  <a:pt x="219982" y="1185947"/>
                </a:lnTo>
                <a:lnTo>
                  <a:pt x="221862" y="1185947"/>
                </a:lnTo>
                <a:lnTo>
                  <a:pt x="223742" y="1185947"/>
                </a:lnTo>
                <a:lnTo>
                  <a:pt x="225622" y="1185947"/>
                </a:lnTo>
                <a:lnTo>
                  <a:pt x="227503" y="1185947"/>
                </a:lnTo>
                <a:lnTo>
                  <a:pt x="229383" y="1185947"/>
                </a:lnTo>
                <a:lnTo>
                  <a:pt x="231263" y="1185947"/>
                </a:lnTo>
                <a:lnTo>
                  <a:pt x="233144" y="1185947"/>
                </a:lnTo>
                <a:lnTo>
                  <a:pt x="235024" y="1185947"/>
                </a:lnTo>
                <a:lnTo>
                  <a:pt x="236904" y="1185947"/>
                </a:lnTo>
                <a:lnTo>
                  <a:pt x="238784" y="1185947"/>
                </a:lnTo>
                <a:lnTo>
                  <a:pt x="240664" y="1185947"/>
                </a:lnTo>
                <a:lnTo>
                  <a:pt x="242544" y="1185947"/>
                </a:lnTo>
                <a:lnTo>
                  <a:pt x="244424" y="1185947"/>
                </a:lnTo>
                <a:lnTo>
                  <a:pt x="246305" y="1185947"/>
                </a:lnTo>
                <a:lnTo>
                  <a:pt x="248185" y="1185947"/>
                </a:lnTo>
                <a:lnTo>
                  <a:pt x="250065" y="1185947"/>
                </a:lnTo>
                <a:lnTo>
                  <a:pt x="251945" y="1185947"/>
                </a:lnTo>
                <a:lnTo>
                  <a:pt x="253826" y="1185947"/>
                </a:lnTo>
                <a:lnTo>
                  <a:pt x="255706" y="1185947"/>
                </a:lnTo>
                <a:lnTo>
                  <a:pt x="257586" y="1185947"/>
                </a:lnTo>
                <a:lnTo>
                  <a:pt x="259466" y="1185947"/>
                </a:lnTo>
                <a:lnTo>
                  <a:pt x="261346" y="1185947"/>
                </a:lnTo>
                <a:lnTo>
                  <a:pt x="263226" y="1185947"/>
                </a:lnTo>
                <a:lnTo>
                  <a:pt x="265106" y="1185947"/>
                </a:lnTo>
                <a:lnTo>
                  <a:pt x="266987" y="1185947"/>
                </a:lnTo>
                <a:lnTo>
                  <a:pt x="268867" y="1185947"/>
                </a:lnTo>
                <a:lnTo>
                  <a:pt x="270747" y="1185947"/>
                </a:lnTo>
                <a:lnTo>
                  <a:pt x="272627" y="1185947"/>
                </a:lnTo>
                <a:lnTo>
                  <a:pt x="274508" y="1185947"/>
                </a:lnTo>
                <a:lnTo>
                  <a:pt x="276388" y="1185947"/>
                </a:lnTo>
                <a:lnTo>
                  <a:pt x="278268" y="1185947"/>
                </a:lnTo>
                <a:lnTo>
                  <a:pt x="280148" y="1185947"/>
                </a:lnTo>
                <a:lnTo>
                  <a:pt x="282029" y="1185947"/>
                </a:lnTo>
                <a:lnTo>
                  <a:pt x="283908" y="1185947"/>
                </a:lnTo>
                <a:lnTo>
                  <a:pt x="285788" y="1185947"/>
                </a:lnTo>
                <a:lnTo>
                  <a:pt x="287669" y="1185947"/>
                </a:lnTo>
                <a:lnTo>
                  <a:pt x="289549" y="1185947"/>
                </a:lnTo>
                <a:lnTo>
                  <a:pt x="291429" y="1185947"/>
                </a:lnTo>
                <a:lnTo>
                  <a:pt x="293309" y="1185947"/>
                </a:lnTo>
                <a:lnTo>
                  <a:pt x="295190" y="1185947"/>
                </a:lnTo>
                <a:lnTo>
                  <a:pt x="297070" y="1185947"/>
                </a:lnTo>
                <a:lnTo>
                  <a:pt x="298950" y="1185947"/>
                </a:lnTo>
                <a:lnTo>
                  <a:pt x="300831" y="1185947"/>
                </a:lnTo>
                <a:lnTo>
                  <a:pt x="302711" y="1185947"/>
                </a:lnTo>
                <a:lnTo>
                  <a:pt x="304590" y="1185947"/>
                </a:lnTo>
                <a:lnTo>
                  <a:pt x="306470" y="1185947"/>
                </a:lnTo>
                <a:lnTo>
                  <a:pt x="308351" y="1185947"/>
                </a:lnTo>
                <a:lnTo>
                  <a:pt x="310231" y="1185947"/>
                </a:lnTo>
                <a:lnTo>
                  <a:pt x="312111" y="1185947"/>
                </a:lnTo>
                <a:lnTo>
                  <a:pt x="313992" y="1185947"/>
                </a:lnTo>
                <a:lnTo>
                  <a:pt x="315872" y="1185947"/>
                </a:lnTo>
                <a:lnTo>
                  <a:pt x="317752" y="1185947"/>
                </a:lnTo>
                <a:lnTo>
                  <a:pt x="319632" y="1185947"/>
                </a:lnTo>
                <a:lnTo>
                  <a:pt x="321513" y="1185947"/>
                </a:lnTo>
                <a:lnTo>
                  <a:pt x="323393" y="1185947"/>
                </a:lnTo>
                <a:lnTo>
                  <a:pt x="325273" y="1185947"/>
                </a:lnTo>
                <a:lnTo>
                  <a:pt x="327153" y="1185947"/>
                </a:lnTo>
                <a:lnTo>
                  <a:pt x="329033" y="1185947"/>
                </a:lnTo>
                <a:lnTo>
                  <a:pt x="330913" y="1185947"/>
                </a:lnTo>
                <a:lnTo>
                  <a:pt x="332793" y="1185947"/>
                </a:lnTo>
                <a:lnTo>
                  <a:pt x="334674" y="1185947"/>
                </a:lnTo>
                <a:lnTo>
                  <a:pt x="336554" y="1185947"/>
                </a:lnTo>
                <a:lnTo>
                  <a:pt x="338434" y="1185947"/>
                </a:lnTo>
                <a:lnTo>
                  <a:pt x="340314" y="1185947"/>
                </a:lnTo>
                <a:lnTo>
                  <a:pt x="342195" y="1185947"/>
                </a:lnTo>
                <a:lnTo>
                  <a:pt x="344075" y="1185947"/>
                </a:lnTo>
                <a:lnTo>
                  <a:pt x="345955" y="1185947"/>
                </a:lnTo>
                <a:lnTo>
                  <a:pt x="347835" y="1185947"/>
                </a:lnTo>
                <a:lnTo>
                  <a:pt x="349715" y="1185947"/>
                </a:lnTo>
                <a:lnTo>
                  <a:pt x="351595" y="1185947"/>
                </a:lnTo>
                <a:lnTo>
                  <a:pt x="353475" y="1185947"/>
                </a:lnTo>
                <a:lnTo>
                  <a:pt x="355356" y="1185947"/>
                </a:lnTo>
                <a:lnTo>
                  <a:pt x="357236" y="1185947"/>
                </a:lnTo>
                <a:lnTo>
                  <a:pt x="359116" y="1185947"/>
                </a:lnTo>
                <a:lnTo>
                  <a:pt x="360996" y="1185947"/>
                </a:lnTo>
                <a:lnTo>
                  <a:pt x="362877" y="1185947"/>
                </a:lnTo>
                <a:lnTo>
                  <a:pt x="364757" y="1185947"/>
                </a:lnTo>
                <a:lnTo>
                  <a:pt x="366637" y="1185947"/>
                </a:lnTo>
                <a:lnTo>
                  <a:pt x="368518" y="1185947"/>
                </a:lnTo>
                <a:lnTo>
                  <a:pt x="370397" y="1185947"/>
                </a:lnTo>
                <a:lnTo>
                  <a:pt x="372277" y="1185947"/>
                </a:lnTo>
                <a:lnTo>
                  <a:pt x="374157" y="1185947"/>
                </a:lnTo>
                <a:lnTo>
                  <a:pt x="376038" y="1185947"/>
                </a:lnTo>
                <a:lnTo>
                  <a:pt x="377918" y="1185947"/>
                </a:lnTo>
                <a:lnTo>
                  <a:pt x="379798" y="1185947"/>
                </a:lnTo>
                <a:lnTo>
                  <a:pt x="381679" y="1185947"/>
                </a:lnTo>
                <a:lnTo>
                  <a:pt x="383559" y="1185947"/>
                </a:lnTo>
                <a:lnTo>
                  <a:pt x="385439" y="1185947"/>
                </a:lnTo>
                <a:lnTo>
                  <a:pt x="387319" y="1185947"/>
                </a:lnTo>
                <a:lnTo>
                  <a:pt x="389200" y="1185947"/>
                </a:lnTo>
                <a:lnTo>
                  <a:pt x="391079" y="1185947"/>
                </a:lnTo>
                <a:lnTo>
                  <a:pt x="392959" y="1185947"/>
                </a:lnTo>
                <a:lnTo>
                  <a:pt x="394840" y="1185947"/>
                </a:lnTo>
                <a:lnTo>
                  <a:pt x="396720" y="1185947"/>
                </a:lnTo>
                <a:lnTo>
                  <a:pt x="398600" y="1185947"/>
                </a:lnTo>
                <a:lnTo>
                  <a:pt x="400480" y="1185947"/>
                </a:lnTo>
                <a:lnTo>
                  <a:pt x="402361" y="1185947"/>
                </a:lnTo>
                <a:lnTo>
                  <a:pt x="404241" y="1185947"/>
                </a:lnTo>
                <a:lnTo>
                  <a:pt x="406121" y="1185947"/>
                </a:lnTo>
                <a:lnTo>
                  <a:pt x="408001" y="1185947"/>
                </a:lnTo>
                <a:lnTo>
                  <a:pt x="409882" y="1185947"/>
                </a:lnTo>
                <a:lnTo>
                  <a:pt x="411762" y="1185947"/>
                </a:lnTo>
                <a:lnTo>
                  <a:pt x="413641" y="1185947"/>
                </a:lnTo>
                <a:lnTo>
                  <a:pt x="415522" y="1185947"/>
                </a:lnTo>
                <a:lnTo>
                  <a:pt x="417402" y="1185947"/>
                </a:lnTo>
                <a:lnTo>
                  <a:pt x="419282" y="1185947"/>
                </a:lnTo>
                <a:lnTo>
                  <a:pt x="421162" y="1185947"/>
                </a:lnTo>
                <a:lnTo>
                  <a:pt x="423043" y="1185947"/>
                </a:lnTo>
                <a:lnTo>
                  <a:pt x="424923" y="1185947"/>
                </a:lnTo>
                <a:lnTo>
                  <a:pt x="426803" y="1185947"/>
                </a:lnTo>
                <a:lnTo>
                  <a:pt x="428684" y="1185947"/>
                </a:lnTo>
                <a:lnTo>
                  <a:pt x="430564" y="1185947"/>
                </a:lnTo>
                <a:lnTo>
                  <a:pt x="432444" y="1185947"/>
                </a:lnTo>
                <a:lnTo>
                  <a:pt x="434323" y="1185947"/>
                </a:lnTo>
                <a:lnTo>
                  <a:pt x="436204" y="1185947"/>
                </a:lnTo>
                <a:lnTo>
                  <a:pt x="438084" y="1185947"/>
                </a:lnTo>
                <a:lnTo>
                  <a:pt x="439964" y="1185947"/>
                </a:lnTo>
                <a:lnTo>
                  <a:pt x="441844" y="1185947"/>
                </a:lnTo>
                <a:lnTo>
                  <a:pt x="443725" y="1185947"/>
                </a:lnTo>
                <a:lnTo>
                  <a:pt x="445605" y="1185947"/>
                </a:lnTo>
                <a:lnTo>
                  <a:pt x="447485" y="1185947"/>
                </a:lnTo>
                <a:lnTo>
                  <a:pt x="449366" y="1185947"/>
                </a:lnTo>
                <a:lnTo>
                  <a:pt x="451246" y="1185947"/>
                </a:lnTo>
                <a:lnTo>
                  <a:pt x="453126" y="1185947"/>
                </a:lnTo>
                <a:lnTo>
                  <a:pt x="455006" y="1185947"/>
                </a:lnTo>
                <a:lnTo>
                  <a:pt x="456886" y="1185947"/>
                </a:lnTo>
                <a:lnTo>
                  <a:pt x="458766" y="1185947"/>
                </a:lnTo>
                <a:lnTo>
                  <a:pt x="460646" y="1185947"/>
                </a:lnTo>
                <a:lnTo>
                  <a:pt x="462527" y="1185947"/>
                </a:lnTo>
                <a:lnTo>
                  <a:pt x="464407" y="1185947"/>
                </a:lnTo>
                <a:lnTo>
                  <a:pt x="466287" y="1185947"/>
                </a:lnTo>
                <a:lnTo>
                  <a:pt x="468167" y="1185947"/>
                </a:lnTo>
                <a:lnTo>
                  <a:pt x="470048" y="1185947"/>
                </a:lnTo>
                <a:lnTo>
                  <a:pt x="471928" y="1185947"/>
                </a:lnTo>
                <a:lnTo>
                  <a:pt x="473808" y="1185947"/>
                </a:lnTo>
                <a:lnTo>
                  <a:pt x="475688" y="1185947"/>
                </a:lnTo>
                <a:lnTo>
                  <a:pt x="477568" y="1185947"/>
                </a:lnTo>
                <a:lnTo>
                  <a:pt x="479448" y="1185947"/>
                </a:lnTo>
                <a:lnTo>
                  <a:pt x="481328" y="1185947"/>
                </a:lnTo>
                <a:lnTo>
                  <a:pt x="483209" y="1185947"/>
                </a:lnTo>
                <a:lnTo>
                  <a:pt x="485089" y="1185947"/>
                </a:lnTo>
                <a:lnTo>
                  <a:pt x="486969" y="1185947"/>
                </a:lnTo>
                <a:lnTo>
                  <a:pt x="488849" y="1185947"/>
                </a:lnTo>
                <a:lnTo>
                  <a:pt x="490730" y="1185947"/>
                </a:lnTo>
                <a:lnTo>
                  <a:pt x="492610" y="1185947"/>
                </a:lnTo>
                <a:lnTo>
                  <a:pt x="494490" y="1185947"/>
                </a:lnTo>
                <a:lnTo>
                  <a:pt x="496371" y="1185947"/>
                </a:lnTo>
                <a:lnTo>
                  <a:pt x="498251" y="1185947"/>
                </a:lnTo>
                <a:lnTo>
                  <a:pt x="500130" y="1185947"/>
                </a:lnTo>
                <a:lnTo>
                  <a:pt x="502010" y="1185947"/>
                </a:lnTo>
                <a:lnTo>
                  <a:pt x="503891" y="1185947"/>
                </a:lnTo>
                <a:lnTo>
                  <a:pt x="505771" y="1185947"/>
                </a:lnTo>
                <a:lnTo>
                  <a:pt x="507651" y="1185947"/>
                </a:lnTo>
                <a:lnTo>
                  <a:pt x="509531" y="1185947"/>
                </a:lnTo>
                <a:lnTo>
                  <a:pt x="511412" y="1185947"/>
                </a:lnTo>
                <a:lnTo>
                  <a:pt x="513292" y="1185947"/>
                </a:lnTo>
                <a:lnTo>
                  <a:pt x="515172" y="1185947"/>
                </a:lnTo>
                <a:lnTo>
                  <a:pt x="517053" y="1185947"/>
                </a:lnTo>
                <a:lnTo>
                  <a:pt x="518933" y="1185947"/>
                </a:lnTo>
                <a:lnTo>
                  <a:pt x="520812" y="1185947"/>
                </a:lnTo>
                <a:lnTo>
                  <a:pt x="522692" y="1185947"/>
                </a:lnTo>
                <a:lnTo>
                  <a:pt x="524573" y="1185947"/>
                </a:lnTo>
                <a:lnTo>
                  <a:pt x="526453" y="1185947"/>
                </a:lnTo>
                <a:lnTo>
                  <a:pt x="528333" y="1185947"/>
                </a:lnTo>
                <a:lnTo>
                  <a:pt x="530214" y="1185947"/>
                </a:lnTo>
                <a:lnTo>
                  <a:pt x="532094" y="1185947"/>
                </a:lnTo>
                <a:lnTo>
                  <a:pt x="533974" y="1185947"/>
                </a:lnTo>
                <a:lnTo>
                  <a:pt x="535854" y="1185947"/>
                </a:lnTo>
                <a:lnTo>
                  <a:pt x="537735" y="1185947"/>
                </a:lnTo>
                <a:lnTo>
                  <a:pt x="539615" y="1185947"/>
                </a:lnTo>
                <a:lnTo>
                  <a:pt x="541495" y="1185947"/>
                </a:lnTo>
                <a:lnTo>
                  <a:pt x="543375" y="1185947"/>
                </a:lnTo>
                <a:lnTo>
                  <a:pt x="545255" y="1185947"/>
                </a:lnTo>
                <a:lnTo>
                  <a:pt x="547135" y="1185947"/>
                </a:lnTo>
                <a:lnTo>
                  <a:pt x="549015" y="1185947"/>
                </a:lnTo>
                <a:lnTo>
                  <a:pt x="550896" y="1185947"/>
                </a:lnTo>
                <a:lnTo>
                  <a:pt x="552776" y="1185947"/>
                </a:lnTo>
                <a:lnTo>
                  <a:pt x="554656" y="1185947"/>
                </a:lnTo>
                <a:lnTo>
                  <a:pt x="556536" y="1185947"/>
                </a:lnTo>
                <a:lnTo>
                  <a:pt x="558417" y="1185947"/>
                </a:lnTo>
                <a:lnTo>
                  <a:pt x="560297" y="1185947"/>
                </a:lnTo>
                <a:lnTo>
                  <a:pt x="562177" y="1185947"/>
                </a:lnTo>
                <a:lnTo>
                  <a:pt x="564057" y="1185947"/>
                </a:lnTo>
                <a:lnTo>
                  <a:pt x="565937" y="1185947"/>
                </a:lnTo>
                <a:lnTo>
                  <a:pt x="567817" y="1185947"/>
                </a:lnTo>
                <a:lnTo>
                  <a:pt x="569697" y="1185947"/>
                </a:lnTo>
                <a:lnTo>
                  <a:pt x="571578" y="1185947"/>
                </a:lnTo>
                <a:lnTo>
                  <a:pt x="573458" y="1185947"/>
                </a:lnTo>
                <a:lnTo>
                  <a:pt x="575338" y="1185947"/>
                </a:lnTo>
                <a:lnTo>
                  <a:pt x="577219" y="1185947"/>
                </a:lnTo>
                <a:lnTo>
                  <a:pt x="579099" y="1185947"/>
                </a:lnTo>
                <a:lnTo>
                  <a:pt x="580979" y="1185947"/>
                </a:lnTo>
                <a:lnTo>
                  <a:pt x="582859" y="1185947"/>
                </a:lnTo>
                <a:lnTo>
                  <a:pt x="584740" y="1185947"/>
                </a:lnTo>
                <a:lnTo>
                  <a:pt x="586619" y="1185947"/>
                </a:lnTo>
                <a:lnTo>
                  <a:pt x="588499" y="1185947"/>
                </a:lnTo>
                <a:lnTo>
                  <a:pt x="590379" y="1185947"/>
                </a:lnTo>
                <a:lnTo>
                  <a:pt x="592260" y="1185947"/>
                </a:lnTo>
                <a:lnTo>
                  <a:pt x="594140" y="1185947"/>
                </a:lnTo>
                <a:lnTo>
                  <a:pt x="596020" y="1185947"/>
                </a:lnTo>
                <a:lnTo>
                  <a:pt x="597901" y="1185947"/>
                </a:lnTo>
                <a:lnTo>
                  <a:pt x="599781" y="1185947"/>
                </a:lnTo>
                <a:lnTo>
                  <a:pt x="601661" y="1185947"/>
                </a:lnTo>
                <a:lnTo>
                  <a:pt x="603541" y="1185947"/>
                </a:lnTo>
                <a:lnTo>
                  <a:pt x="605422" y="1185947"/>
                </a:lnTo>
                <a:lnTo>
                  <a:pt x="607301" y="1185947"/>
                </a:lnTo>
                <a:lnTo>
                  <a:pt x="609181" y="1185947"/>
                </a:lnTo>
                <a:lnTo>
                  <a:pt x="611062" y="1185947"/>
                </a:lnTo>
                <a:lnTo>
                  <a:pt x="612942" y="1185947"/>
                </a:lnTo>
                <a:lnTo>
                  <a:pt x="614822" y="1185947"/>
                </a:lnTo>
                <a:lnTo>
                  <a:pt x="616702" y="1185947"/>
                </a:lnTo>
                <a:lnTo>
                  <a:pt x="618583" y="1185947"/>
                </a:lnTo>
                <a:lnTo>
                  <a:pt x="620463" y="1185947"/>
                </a:lnTo>
                <a:lnTo>
                  <a:pt x="622342" y="1185947"/>
                </a:lnTo>
                <a:lnTo>
                  <a:pt x="624224" y="1185947"/>
                </a:lnTo>
                <a:lnTo>
                  <a:pt x="626107" y="1185947"/>
                </a:lnTo>
                <a:lnTo>
                  <a:pt x="627979" y="1185947"/>
                </a:lnTo>
                <a:lnTo>
                  <a:pt x="629861" y="1185947"/>
                </a:lnTo>
                <a:lnTo>
                  <a:pt x="631744" y="1185947"/>
                </a:lnTo>
                <a:lnTo>
                  <a:pt x="633626" y="1185947"/>
                </a:lnTo>
                <a:lnTo>
                  <a:pt x="635508" y="1185947"/>
                </a:lnTo>
                <a:lnTo>
                  <a:pt x="637381" y="1185947"/>
                </a:lnTo>
                <a:lnTo>
                  <a:pt x="639263" y="1185947"/>
                </a:lnTo>
                <a:lnTo>
                  <a:pt x="641145" y="1185947"/>
                </a:lnTo>
                <a:lnTo>
                  <a:pt x="643027" y="1185947"/>
                </a:lnTo>
                <a:lnTo>
                  <a:pt x="644909" y="1185947"/>
                </a:lnTo>
                <a:lnTo>
                  <a:pt x="646782" y="1185947"/>
                </a:lnTo>
                <a:lnTo>
                  <a:pt x="648664" y="1185947"/>
                </a:lnTo>
                <a:lnTo>
                  <a:pt x="650546" y="1185947"/>
                </a:lnTo>
                <a:lnTo>
                  <a:pt x="652429" y="1185947"/>
                </a:lnTo>
                <a:lnTo>
                  <a:pt x="654311" y="1185947"/>
                </a:lnTo>
                <a:lnTo>
                  <a:pt x="656183" y="1185947"/>
                </a:lnTo>
                <a:lnTo>
                  <a:pt x="658066" y="1185947"/>
                </a:lnTo>
                <a:lnTo>
                  <a:pt x="659948" y="1185947"/>
                </a:lnTo>
                <a:lnTo>
                  <a:pt x="661830" y="1185947"/>
                </a:lnTo>
                <a:lnTo>
                  <a:pt x="663703" y="1185947"/>
                </a:lnTo>
                <a:lnTo>
                  <a:pt x="665585" y="1185947"/>
                </a:lnTo>
                <a:lnTo>
                  <a:pt x="667467" y="1185947"/>
                </a:lnTo>
                <a:lnTo>
                  <a:pt x="669349" y="1185947"/>
                </a:lnTo>
                <a:lnTo>
                  <a:pt x="671231" y="1185947"/>
                </a:lnTo>
                <a:lnTo>
                  <a:pt x="673104" y="1185947"/>
                </a:lnTo>
                <a:lnTo>
                  <a:pt x="674986" y="1185947"/>
                </a:lnTo>
                <a:lnTo>
                  <a:pt x="676868" y="1185947"/>
                </a:lnTo>
                <a:lnTo>
                  <a:pt x="678751" y="1185947"/>
                </a:lnTo>
                <a:lnTo>
                  <a:pt x="680633" y="1185947"/>
                </a:lnTo>
                <a:lnTo>
                  <a:pt x="682505" y="1185947"/>
                </a:lnTo>
                <a:lnTo>
                  <a:pt x="684387" y="1185947"/>
                </a:lnTo>
                <a:lnTo>
                  <a:pt x="686270" y="1185947"/>
                </a:lnTo>
                <a:lnTo>
                  <a:pt x="688152" y="1185947"/>
                </a:lnTo>
                <a:lnTo>
                  <a:pt x="690034" y="1185947"/>
                </a:lnTo>
                <a:lnTo>
                  <a:pt x="691907" y="1185947"/>
                </a:lnTo>
                <a:lnTo>
                  <a:pt x="693789" y="1185947"/>
                </a:lnTo>
                <a:lnTo>
                  <a:pt x="695671" y="1185947"/>
                </a:lnTo>
                <a:lnTo>
                  <a:pt x="697553" y="1185947"/>
                </a:lnTo>
                <a:lnTo>
                  <a:pt x="699435" y="1185947"/>
                </a:lnTo>
                <a:lnTo>
                  <a:pt x="701308" y="1185947"/>
                </a:lnTo>
                <a:lnTo>
                  <a:pt x="703190" y="1185947"/>
                </a:lnTo>
                <a:lnTo>
                  <a:pt x="705072" y="1185947"/>
                </a:lnTo>
                <a:lnTo>
                  <a:pt x="706955" y="1185947"/>
                </a:lnTo>
                <a:lnTo>
                  <a:pt x="708827" y="1185947"/>
                </a:lnTo>
                <a:lnTo>
                  <a:pt x="710709" y="1185947"/>
                </a:lnTo>
                <a:lnTo>
                  <a:pt x="712592" y="1185947"/>
                </a:lnTo>
                <a:lnTo>
                  <a:pt x="714474" y="1185947"/>
                </a:lnTo>
                <a:lnTo>
                  <a:pt x="716356" y="1185947"/>
                </a:lnTo>
                <a:lnTo>
                  <a:pt x="718229" y="1185947"/>
                </a:lnTo>
                <a:lnTo>
                  <a:pt x="720111" y="1185947"/>
                </a:lnTo>
                <a:lnTo>
                  <a:pt x="721993" y="1185947"/>
                </a:lnTo>
                <a:lnTo>
                  <a:pt x="723875" y="1185947"/>
                </a:lnTo>
                <a:lnTo>
                  <a:pt x="725757" y="1185947"/>
                </a:lnTo>
                <a:lnTo>
                  <a:pt x="727630" y="1185947"/>
                </a:lnTo>
                <a:lnTo>
                  <a:pt x="729512" y="1185947"/>
                </a:lnTo>
                <a:lnTo>
                  <a:pt x="731394" y="1185947"/>
                </a:lnTo>
                <a:lnTo>
                  <a:pt x="733277" y="1185947"/>
                </a:lnTo>
                <a:lnTo>
                  <a:pt x="735159" y="1185947"/>
                </a:lnTo>
                <a:lnTo>
                  <a:pt x="737031" y="1185947"/>
                </a:lnTo>
                <a:lnTo>
                  <a:pt x="738914" y="1185947"/>
                </a:lnTo>
                <a:lnTo>
                  <a:pt x="740796" y="1185947"/>
                </a:lnTo>
                <a:lnTo>
                  <a:pt x="742678" y="1185947"/>
                </a:lnTo>
                <a:lnTo>
                  <a:pt x="744560" y="1185947"/>
                </a:lnTo>
                <a:lnTo>
                  <a:pt x="746433" y="1185947"/>
                </a:lnTo>
                <a:lnTo>
                  <a:pt x="748315" y="1185947"/>
                </a:lnTo>
                <a:lnTo>
                  <a:pt x="750197" y="1185947"/>
                </a:lnTo>
                <a:lnTo>
                  <a:pt x="752079" y="1185947"/>
                </a:lnTo>
                <a:lnTo>
                  <a:pt x="753952" y="1185947"/>
                </a:lnTo>
                <a:lnTo>
                  <a:pt x="755834" y="1185947"/>
                </a:lnTo>
                <a:lnTo>
                  <a:pt x="757716" y="1185947"/>
                </a:lnTo>
                <a:lnTo>
                  <a:pt x="759598" y="1185947"/>
                </a:lnTo>
                <a:lnTo>
                  <a:pt x="761481" y="1185947"/>
                </a:lnTo>
                <a:lnTo>
                  <a:pt x="763353" y="1185947"/>
                </a:lnTo>
                <a:lnTo>
                  <a:pt x="765235" y="1185947"/>
                </a:lnTo>
                <a:lnTo>
                  <a:pt x="767118" y="1185947"/>
                </a:lnTo>
                <a:lnTo>
                  <a:pt x="769000" y="1185947"/>
                </a:lnTo>
                <a:lnTo>
                  <a:pt x="770882" y="1185947"/>
                </a:lnTo>
                <a:lnTo>
                  <a:pt x="772755" y="1185947"/>
                </a:lnTo>
                <a:lnTo>
                  <a:pt x="774637" y="1185947"/>
                </a:lnTo>
                <a:lnTo>
                  <a:pt x="776519" y="1185947"/>
                </a:lnTo>
                <a:lnTo>
                  <a:pt x="778401" y="1185947"/>
                </a:lnTo>
                <a:lnTo>
                  <a:pt x="780283" y="1185947"/>
                </a:lnTo>
                <a:lnTo>
                  <a:pt x="782156" y="1185947"/>
                </a:lnTo>
                <a:lnTo>
                  <a:pt x="784038" y="1185947"/>
                </a:lnTo>
                <a:lnTo>
                  <a:pt x="785920" y="1185947"/>
                </a:lnTo>
                <a:lnTo>
                  <a:pt x="787803" y="1185947"/>
                </a:lnTo>
                <a:lnTo>
                  <a:pt x="789685" y="1185947"/>
                </a:lnTo>
                <a:lnTo>
                  <a:pt x="791557" y="1185947"/>
                </a:lnTo>
                <a:lnTo>
                  <a:pt x="793440" y="1185947"/>
                </a:lnTo>
                <a:lnTo>
                  <a:pt x="795322" y="1185947"/>
                </a:lnTo>
                <a:lnTo>
                  <a:pt x="797204" y="1185947"/>
                </a:lnTo>
                <a:lnTo>
                  <a:pt x="799077" y="1185947"/>
                </a:lnTo>
                <a:lnTo>
                  <a:pt x="800959" y="1185947"/>
                </a:lnTo>
                <a:lnTo>
                  <a:pt x="802841" y="1185947"/>
                </a:lnTo>
                <a:lnTo>
                  <a:pt x="804723" y="1185947"/>
                </a:lnTo>
                <a:lnTo>
                  <a:pt x="806605" y="1185947"/>
                </a:lnTo>
                <a:lnTo>
                  <a:pt x="808478" y="1185947"/>
                </a:lnTo>
                <a:lnTo>
                  <a:pt x="810360" y="1185947"/>
                </a:lnTo>
                <a:lnTo>
                  <a:pt x="812242" y="1185947"/>
                </a:lnTo>
                <a:lnTo>
                  <a:pt x="814125" y="1185947"/>
                </a:lnTo>
                <a:lnTo>
                  <a:pt x="816007" y="1185938"/>
                </a:lnTo>
                <a:lnTo>
                  <a:pt x="817879" y="1185938"/>
                </a:lnTo>
                <a:lnTo>
                  <a:pt x="819762" y="1185938"/>
                </a:lnTo>
                <a:lnTo>
                  <a:pt x="821644" y="1185938"/>
                </a:lnTo>
                <a:lnTo>
                  <a:pt x="823526" y="1185938"/>
                </a:lnTo>
                <a:lnTo>
                  <a:pt x="825408" y="1185928"/>
                </a:lnTo>
                <a:lnTo>
                  <a:pt x="827281" y="1185928"/>
                </a:lnTo>
                <a:lnTo>
                  <a:pt x="829163" y="1185928"/>
                </a:lnTo>
                <a:lnTo>
                  <a:pt x="831045" y="1185918"/>
                </a:lnTo>
                <a:lnTo>
                  <a:pt x="832927" y="1185918"/>
                </a:lnTo>
                <a:lnTo>
                  <a:pt x="834800" y="1185918"/>
                </a:lnTo>
                <a:lnTo>
                  <a:pt x="836682" y="1185909"/>
                </a:lnTo>
                <a:lnTo>
                  <a:pt x="838564" y="1185899"/>
                </a:lnTo>
                <a:lnTo>
                  <a:pt x="840446" y="1185899"/>
                </a:lnTo>
                <a:lnTo>
                  <a:pt x="842329" y="1185889"/>
                </a:lnTo>
                <a:lnTo>
                  <a:pt x="844201" y="1185879"/>
                </a:lnTo>
                <a:lnTo>
                  <a:pt x="846083" y="1185870"/>
                </a:lnTo>
                <a:lnTo>
                  <a:pt x="847966" y="1185860"/>
                </a:lnTo>
                <a:lnTo>
                  <a:pt x="849848" y="1185850"/>
                </a:lnTo>
                <a:lnTo>
                  <a:pt x="851730" y="1185831"/>
                </a:lnTo>
                <a:lnTo>
                  <a:pt x="853603" y="1185821"/>
                </a:lnTo>
                <a:lnTo>
                  <a:pt x="855485" y="1185802"/>
                </a:lnTo>
                <a:lnTo>
                  <a:pt x="857367" y="1185783"/>
                </a:lnTo>
                <a:lnTo>
                  <a:pt x="859249" y="1185763"/>
                </a:lnTo>
                <a:lnTo>
                  <a:pt x="861131" y="1185734"/>
                </a:lnTo>
                <a:lnTo>
                  <a:pt x="863004" y="1185705"/>
                </a:lnTo>
                <a:lnTo>
                  <a:pt x="864886" y="1185676"/>
                </a:lnTo>
                <a:lnTo>
                  <a:pt x="866768" y="1185637"/>
                </a:lnTo>
                <a:lnTo>
                  <a:pt x="868651" y="1185598"/>
                </a:lnTo>
                <a:lnTo>
                  <a:pt x="870533" y="1185559"/>
                </a:lnTo>
                <a:lnTo>
                  <a:pt x="872405" y="1185511"/>
                </a:lnTo>
                <a:lnTo>
                  <a:pt x="874288" y="1185453"/>
                </a:lnTo>
                <a:lnTo>
                  <a:pt x="876170" y="1185394"/>
                </a:lnTo>
                <a:lnTo>
                  <a:pt x="878052" y="1185327"/>
                </a:lnTo>
                <a:lnTo>
                  <a:pt x="879925" y="1185249"/>
                </a:lnTo>
                <a:lnTo>
                  <a:pt x="881807" y="1185171"/>
                </a:lnTo>
                <a:lnTo>
                  <a:pt x="883689" y="1185074"/>
                </a:lnTo>
                <a:lnTo>
                  <a:pt x="885571" y="1184977"/>
                </a:lnTo>
                <a:lnTo>
                  <a:pt x="887453" y="1184861"/>
                </a:lnTo>
                <a:lnTo>
                  <a:pt x="889326" y="1184735"/>
                </a:lnTo>
                <a:lnTo>
                  <a:pt x="891208" y="1184599"/>
                </a:lnTo>
                <a:lnTo>
                  <a:pt x="893090" y="1184444"/>
                </a:lnTo>
                <a:lnTo>
                  <a:pt x="894973" y="1184279"/>
                </a:lnTo>
                <a:lnTo>
                  <a:pt x="896855" y="1184085"/>
                </a:lnTo>
                <a:lnTo>
                  <a:pt x="898727" y="1183881"/>
                </a:lnTo>
                <a:lnTo>
                  <a:pt x="900609" y="1183658"/>
                </a:lnTo>
                <a:lnTo>
                  <a:pt x="902492" y="1183405"/>
                </a:lnTo>
                <a:lnTo>
                  <a:pt x="904374" y="1183134"/>
                </a:lnTo>
                <a:lnTo>
                  <a:pt x="906256" y="1182833"/>
                </a:lnTo>
                <a:lnTo>
                  <a:pt x="908129" y="1182503"/>
                </a:lnTo>
                <a:lnTo>
                  <a:pt x="910011" y="1182134"/>
                </a:lnTo>
                <a:lnTo>
                  <a:pt x="911893" y="1181746"/>
                </a:lnTo>
                <a:lnTo>
                  <a:pt x="913775" y="1181310"/>
                </a:lnTo>
                <a:lnTo>
                  <a:pt x="915657" y="1180834"/>
                </a:lnTo>
                <a:lnTo>
                  <a:pt x="917530" y="1180320"/>
                </a:lnTo>
                <a:lnTo>
                  <a:pt x="919412" y="1179758"/>
                </a:lnTo>
                <a:lnTo>
                  <a:pt x="921294" y="1179146"/>
                </a:lnTo>
                <a:lnTo>
                  <a:pt x="923177" y="1178477"/>
                </a:lnTo>
                <a:lnTo>
                  <a:pt x="925049" y="1177749"/>
                </a:lnTo>
                <a:lnTo>
                  <a:pt x="926931" y="1176954"/>
                </a:lnTo>
                <a:lnTo>
                  <a:pt x="928814" y="1176100"/>
                </a:lnTo>
                <a:lnTo>
                  <a:pt x="930696" y="1175168"/>
                </a:lnTo>
                <a:lnTo>
                  <a:pt x="932578" y="1174159"/>
                </a:lnTo>
                <a:lnTo>
                  <a:pt x="934451" y="1173073"/>
                </a:lnTo>
                <a:lnTo>
                  <a:pt x="936333" y="1171889"/>
                </a:lnTo>
                <a:lnTo>
                  <a:pt x="938215" y="1170618"/>
                </a:lnTo>
                <a:lnTo>
                  <a:pt x="940097" y="1169240"/>
                </a:lnTo>
                <a:lnTo>
                  <a:pt x="941979" y="1167756"/>
                </a:lnTo>
                <a:lnTo>
                  <a:pt x="943852" y="1166155"/>
                </a:lnTo>
                <a:lnTo>
                  <a:pt x="945734" y="1164438"/>
                </a:lnTo>
                <a:lnTo>
                  <a:pt x="947616" y="1162585"/>
                </a:lnTo>
                <a:lnTo>
                  <a:pt x="949499" y="1160596"/>
                </a:lnTo>
                <a:lnTo>
                  <a:pt x="951381" y="1158461"/>
                </a:lnTo>
                <a:lnTo>
                  <a:pt x="953253" y="1156172"/>
                </a:lnTo>
                <a:lnTo>
                  <a:pt x="955136" y="1153727"/>
                </a:lnTo>
                <a:lnTo>
                  <a:pt x="957018" y="1151097"/>
                </a:lnTo>
                <a:lnTo>
                  <a:pt x="958900" y="1148303"/>
                </a:lnTo>
                <a:lnTo>
                  <a:pt x="960782" y="1145305"/>
                </a:lnTo>
                <a:lnTo>
                  <a:pt x="962655" y="1142113"/>
                </a:lnTo>
                <a:lnTo>
                  <a:pt x="964537" y="1138708"/>
                </a:lnTo>
                <a:lnTo>
                  <a:pt x="966419" y="1135079"/>
                </a:lnTo>
                <a:lnTo>
                  <a:pt x="968301" y="1131227"/>
                </a:lnTo>
                <a:lnTo>
                  <a:pt x="970174" y="1127123"/>
                </a:lnTo>
                <a:lnTo>
                  <a:pt x="972056" y="1122777"/>
                </a:lnTo>
                <a:lnTo>
                  <a:pt x="973938" y="1118158"/>
                </a:lnTo>
                <a:lnTo>
                  <a:pt x="975820" y="1113269"/>
                </a:lnTo>
                <a:lnTo>
                  <a:pt x="977703" y="1108097"/>
                </a:lnTo>
                <a:lnTo>
                  <a:pt x="979575" y="1102625"/>
                </a:lnTo>
                <a:lnTo>
                  <a:pt x="981458" y="1096843"/>
                </a:lnTo>
                <a:lnTo>
                  <a:pt x="983340" y="1090740"/>
                </a:lnTo>
                <a:lnTo>
                  <a:pt x="985222" y="1084308"/>
                </a:lnTo>
                <a:lnTo>
                  <a:pt x="987104" y="1077545"/>
                </a:lnTo>
                <a:lnTo>
                  <a:pt x="988977" y="1070414"/>
                </a:lnTo>
                <a:lnTo>
                  <a:pt x="990859" y="1062934"/>
                </a:lnTo>
                <a:lnTo>
                  <a:pt x="992741" y="1055075"/>
                </a:lnTo>
                <a:lnTo>
                  <a:pt x="994623" y="1046828"/>
                </a:lnTo>
                <a:lnTo>
                  <a:pt x="996506" y="1038193"/>
                </a:lnTo>
                <a:lnTo>
                  <a:pt x="998378" y="1029161"/>
                </a:lnTo>
                <a:lnTo>
                  <a:pt x="1000260" y="1019721"/>
                </a:lnTo>
                <a:lnTo>
                  <a:pt x="1002142" y="1009854"/>
                </a:lnTo>
                <a:lnTo>
                  <a:pt x="1004025" y="999569"/>
                </a:lnTo>
                <a:lnTo>
                  <a:pt x="1005907" y="988848"/>
                </a:lnTo>
                <a:lnTo>
                  <a:pt x="1007779" y="977691"/>
                </a:lnTo>
                <a:lnTo>
                  <a:pt x="1009662" y="966097"/>
                </a:lnTo>
                <a:lnTo>
                  <a:pt x="1011544" y="954047"/>
                </a:lnTo>
                <a:lnTo>
                  <a:pt x="1013426" y="941550"/>
                </a:lnTo>
                <a:lnTo>
                  <a:pt x="1015299" y="928598"/>
                </a:lnTo>
                <a:lnTo>
                  <a:pt x="1017181" y="915199"/>
                </a:lnTo>
                <a:lnTo>
                  <a:pt x="1019063" y="901335"/>
                </a:lnTo>
                <a:lnTo>
                  <a:pt x="1020945" y="887024"/>
                </a:lnTo>
                <a:lnTo>
                  <a:pt x="1022827" y="872267"/>
                </a:lnTo>
                <a:lnTo>
                  <a:pt x="1024700" y="857060"/>
                </a:lnTo>
                <a:lnTo>
                  <a:pt x="1026582" y="841413"/>
                </a:lnTo>
                <a:lnTo>
                  <a:pt x="1028464" y="825328"/>
                </a:lnTo>
                <a:lnTo>
                  <a:pt x="1030347" y="808818"/>
                </a:lnTo>
                <a:lnTo>
                  <a:pt x="1032229" y="791890"/>
                </a:lnTo>
                <a:lnTo>
                  <a:pt x="1034101" y="774555"/>
                </a:lnTo>
                <a:lnTo>
                  <a:pt x="1035984" y="756825"/>
                </a:lnTo>
                <a:lnTo>
                  <a:pt x="1037866" y="738715"/>
                </a:lnTo>
                <a:lnTo>
                  <a:pt x="1039748" y="720242"/>
                </a:lnTo>
                <a:lnTo>
                  <a:pt x="1041630" y="701420"/>
                </a:lnTo>
                <a:lnTo>
                  <a:pt x="1043503" y="682270"/>
                </a:lnTo>
                <a:lnTo>
                  <a:pt x="1045385" y="662813"/>
                </a:lnTo>
                <a:lnTo>
                  <a:pt x="1047267" y="643069"/>
                </a:lnTo>
                <a:lnTo>
                  <a:pt x="1049149" y="623064"/>
                </a:lnTo>
                <a:lnTo>
                  <a:pt x="1051022" y="602821"/>
                </a:lnTo>
                <a:lnTo>
                  <a:pt x="1052904" y="582369"/>
                </a:lnTo>
                <a:lnTo>
                  <a:pt x="1054786" y="561736"/>
                </a:lnTo>
                <a:lnTo>
                  <a:pt x="1056669" y="540950"/>
                </a:lnTo>
                <a:lnTo>
                  <a:pt x="1058551" y="520044"/>
                </a:lnTo>
                <a:lnTo>
                  <a:pt x="1060423" y="499049"/>
                </a:lnTo>
                <a:lnTo>
                  <a:pt x="1062305" y="478001"/>
                </a:lnTo>
                <a:lnTo>
                  <a:pt x="1064188" y="456933"/>
                </a:lnTo>
                <a:lnTo>
                  <a:pt x="1066070" y="435882"/>
                </a:lnTo>
                <a:lnTo>
                  <a:pt x="1067952" y="414885"/>
                </a:lnTo>
                <a:lnTo>
                  <a:pt x="1069825" y="393980"/>
                </a:lnTo>
                <a:lnTo>
                  <a:pt x="1071707" y="373206"/>
                </a:lnTo>
                <a:lnTo>
                  <a:pt x="1073589" y="352601"/>
                </a:lnTo>
                <a:lnTo>
                  <a:pt x="1075471" y="332207"/>
                </a:lnTo>
                <a:lnTo>
                  <a:pt x="1077354" y="312065"/>
                </a:lnTo>
                <a:lnTo>
                  <a:pt x="1079226" y="292213"/>
                </a:lnTo>
                <a:lnTo>
                  <a:pt x="1081108" y="272695"/>
                </a:lnTo>
                <a:lnTo>
                  <a:pt x="1082990" y="253551"/>
                </a:lnTo>
                <a:lnTo>
                  <a:pt x="1084873" y="234821"/>
                </a:lnTo>
                <a:lnTo>
                  <a:pt x="1086755" y="216548"/>
                </a:lnTo>
                <a:lnTo>
                  <a:pt x="1088627" y="198771"/>
                </a:lnTo>
                <a:lnTo>
                  <a:pt x="1090510" y="181529"/>
                </a:lnTo>
                <a:lnTo>
                  <a:pt x="1092392" y="164864"/>
                </a:lnTo>
                <a:lnTo>
                  <a:pt x="1094274" y="148811"/>
                </a:lnTo>
                <a:lnTo>
                  <a:pt x="1096147" y="133409"/>
                </a:lnTo>
                <a:lnTo>
                  <a:pt x="1098029" y="118695"/>
                </a:lnTo>
                <a:lnTo>
                  <a:pt x="1099911" y="104704"/>
                </a:lnTo>
                <a:lnTo>
                  <a:pt x="1101793" y="91467"/>
                </a:lnTo>
                <a:lnTo>
                  <a:pt x="1103675" y="79019"/>
                </a:lnTo>
                <a:lnTo>
                  <a:pt x="1105548" y="67390"/>
                </a:lnTo>
                <a:lnTo>
                  <a:pt x="1107430" y="56607"/>
                </a:lnTo>
                <a:lnTo>
                  <a:pt x="1109312" y="46698"/>
                </a:lnTo>
                <a:lnTo>
                  <a:pt x="1111195" y="37688"/>
                </a:lnTo>
                <a:lnTo>
                  <a:pt x="1113077" y="29599"/>
                </a:lnTo>
                <a:lnTo>
                  <a:pt x="1114949" y="22452"/>
                </a:lnTo>
                <a:lnTo>
                  <a:pt x="1116831" y="16265"/>
                </a:lnTo>
                <a:lnTo>
                  <a:pt x="1118714" y="11053"/>
                </a:lnTo>
                <a:lnTo>
                  <a:pt x="1120596" y="6828"/>
                </a:lnTo>
                <a:lnTo>
                  <a:pt x="1122478" y="3605"/>
                </a:lnTo>
                <a:lnTo>
                  <a:pt x="1124351" y="1388"/>
                </a:lnTo>
                <a:lnTo>
                  <a:pt x="1126233" y="186"/>
                </a:lnTo>
                <a:lnTo>
                  <a:pt x="1128115" y="0"/>
                </a:lnTo>
                <a:lnTo>
                  <a:pt x="1129997" y="831"/>
                </a:lnTo>
                <a:lnTo>
                  <a:pt x="1131880" y="2678"/>
                </a:lnTo>
                <a:lnTo>
                  <a:pt x="1133752" y="5534"/>
                </a:lnTo>
                <a:lnTo>
                  <a:pt x="1135634" y="9394"/>
                </a:lnTo>
                <a:lnTo>
                  <a:pt x="1137517" y="14246"/>
                </a:lnTo>
                <a:lnTo>
                  <a:pt x="1139399" y="20079"/>
                </a:lnTo>
                <a:lnTo>
                  <a:pt x="1141271" y="26877"/>
                </a:lnTo>
                <a:lnTo>
                  <a:pt x="1143153" y="34624"/>
                </a:lnTo>
                <a:lnTo>
                  <a:pt x="1145036" y="43300"/>
                </a:lnTo>
                <a:lnTo>
                  <a:pt x="1146918" y="52883"/>
                </a:lnTo>
                <a:lnTo>
                  <a:pt x="1148800" y="63349"/>
                </a:lnTo>
                <a:lnTo>
                  <a:pt x="1150673" y="74673"/>
                </a:lnTo>
                <a:lnTo>
                  <a:pt x="1152555" y="86824"/>
                </a:lnTo>
                <a:lnTo>
                  <a:pt x="1154437" y="99777"/>
                </a:lnTo>
                <a:lnTo>
                  <a:pt x="1156319" y="113496"/>
                </a:lnTo>
                <a:lnTo>
                  <a:pt x="1158201" y="127950"/>
                </a:lnTo>
                <a:lnTo>
                  <a:pt x="1160074" y="143105"/>
                </a:lnTo>
                <a:lnTo>
                  <a:pt x="1161956" y="158923"/>
                </a:lnTo>
                <a:lnTo>
                  <a:pt x="1163838" y="175369"/>
                </a:lnTo>
                <a:lnTo>
                  <a:pt x="1165721" y="192405"/>
                </a:lnTo>
                <a:lnTo>
                  <a:pt x="1167603" y="209991"/>
                </a:lnTo>
                <a:lnTo>
                  <a:pt x="1169475" y="228088"/>
                </a:lnTo>
                <a:lnTo>
                  <a:pt x="1171358" y="246656"/>
                </a:lnTo>
                <a:lnTo>
                  <a:pt x="1173240" y="265652"/>
                </a:lnTo>
                <a:lnTo>
                  <a:pt x="1175122" y="285039"/>
                </a:lnTo>
                <a:lnTo>
                  <a:pt x="1177004" y="304773"/>
                </a:lnTo>
                <a:lnTo>
                  <a:pt x="1178877" y="324814"/>
                </a:lnTo>
                <a:lnTo>
                  <a:pt x="1180759" y="345121"/>
                </a:lnTo>
                <a:lnTo>
                  <a:pt x="1182641" y="365652"/>
                </a:lnTo>
                <a:lnTo>
                  <a:pt x="1184523" y="386369"/>
                </a:lnTo>
                <a:lnTo>
                  <a:pt x="1186396" y="407232"/>
                </a:lnTo>
                <a:lnTo>
                  <a:pt x="1188278" y="428199"/>
                </a:lnTo>
                <a:lnTo>
                  <a:pt x="1190160" y="449235"/>
                </a:lnTo>
                <a:lnTo>
                  <a:pt x="1192043" y="470302"/>
                </a:lnTo>
                <a:lnTo>
                  <a:pt x="1193925" y="491361"/>
                </a:lnTo>
                <a:lnTo>
                  <a:pt x="1195797" y="512379"/>
                </a:lnTo>
                <a:lnTo>
                  <a:pt x="1197680" y="533321"/>
                </a:lnTo>
                <a:lnTo>
                  <a:pt x="1199562" y="554154"/>
                </a:lnTo>
                <a:lnTo>
                  <a:pt x="1201444" y="574847"/>
                </a:lnTo>
                <a:lnTo>
                  <a:pt x="1203326" y="595369"/>
                </a:lnTo>
                <a:lnTo>
                  <a:pt x="1205199" y="615691"/>
                </a:lnTo>
                <a:lnTo>
                  <a:pt x="1207081" y="635786"/>
                </a:lnTo>
                <a:lnTo>
                  <a:pt x="1208963" y="655628"/>
                </a:lnTo>
                <a:lnTo>
                  <a:pt x="1210845" y="675194"/>
                </a:lnTo>
                <a:lnTo>
                  <a:pt x="1212728" y="694458"/>
                </a:lnTo>
                <a:lnTo>
                  <a:pt x="1214600" y="713402"/>
                </a:lnTo>
                <a:lnTo>
                  <a:pt x="1216482" y="732005"/>
                </a:lnTo>
                <a:lnTo>
                  <a:pt x="1218364" y="750250"/>
                </a:lnTo>
                <a:lnTo>
                  <a:pt x="1220247" y="768120"/>
                </a:lnTo>
                <a:lnTo>
                  <a:pt x="1222129" y="785601"/>
                </a:lnTo>
                <a:lnTo>
                  <a:pt x="1224001" y="802679"/>
                </a:lnTo>
                <a:lnTo>
                  <a:pt x="1225884" y="819343"/>
                </a:lnTo>
                <a:lnTo>
                  <a:pt x="1227766" y="835585"/>
                </a:lnTo>
                <a:lnTo>
                  <a:pt x="1229648" y="851392"/>
                </a:lnTo>
                <a:lnTo>
                  <a:pt x="1231521" y="866757"/>
                </a:lnTo>
                <a:lnTo>
                  <a:pt x="1233403" y="881688"/>
                </a:lnTo>
                <a:lnTo>
                  <a:pt x="1235285" y="896164"/>
                </a:lnTo>
                <a:lnTo>
                  <a:pt x="1237167" y="910183"/>
                </a:lnTo>
                <a:lnTo>
                  <a:pt x="1239050" y="923757"/>
                </a:lnTo>
                <a:lnTo>
                  <a:pt x="1240922" y="936864"/>
                </a:lnTo>
                <a:lnTo>
                  <a:pt x="1242804" y="949535"/>
                </a:lnTo>
                <a:lnTo>
                  <a:pt x="1244686" y="961741"/>
                </a:lnTo>
                <a:lnTo>
                  <a:pt x="1246569" y="973509"/>
                </a:lnTo>
                <a:lnTo>
                  <a:pt x="1248451" y="984822"/>
                </a:lnTo>
                <a:lnTo>
                  <a:pt x="1250323" y="995698"/>
                </a:lnTo>
                <a:lnTo>
                  <a:pt x="1252206" y="1006147"/>
                </a:lnTo>
                <a:lnTo>
                  <a:pt x="1254088" y="1016160"/>
                </a:lnTo>
                <a:lnTo>
                  <a:pt x="1255970" y="1025755"/>
                </a:lnTo>
                <a:lnTo>
                  <a:pt x="1257852" y="1034943"/>
                </a:lnTo>
                <a:lnTo>
                  <a:pt x="1259725" y="1043724"/>
                </a:lnTo>
                <a:lnTo>
                  <a:pt x="1261607" y="1052106"/>
                </a:lnTo>
                <a:lnTo>
                  <a:pt x="1263489" y="1060101"/>
                </a:lnTo>
                <a:lnTo>
                  <a:pt x="1265371" y="1067727"/>
                </a:lnTo>
                <a:lnTo>
                  <a:pt x="1267244" y="1074974"/>
                </a:lnTo>
                <a:lnTo>
                  <a:pt x="1269126" y="1081873"/>
                </a:lnTo>
                <a:lnTo>
                  <a:pt x="1271008" y="1088431"/>
                </a:lnTo>
                <a:lnTo>
                  <a:pt x="1272891" y="1094650"/>
                </a:lnTo>
                <a:lnTo>
                  <a:pt x="1274773" y="1100549"/>
                </a:lnTo>
                <a:lnTo>
                  <a:pt x="1276645" y="1106128"/>
                </a:lnTo>
                <a:lnTo>
                  <a:pt x="1278527" y="1111416"/>
                </a:lnTo>
                <a:lnTo>
                  <a:pt x="1280410" y="1116402"/>
                </a:lnTo>
                <a:lnTo>
                  <a:pt x="1282292" y="1121118"/>
                </a:lnTo>
                <a:lnTo>
                  <a:pt x="1284174" y="1125561"/>
                </a:lnTo>
                <a:lnTo>
                  <a:pt x="1286047" y="1129753"/>
                </a:lnTo>
                <a:lnTo>
                  <a:pt x="1287929" y="1133701"/>
                </a:lnTo>
                <a:lnTo>
                  <a:pt x="1289811" y="1137408"/>
                </a:lnTo>
                <a:lnTo>
                  <a:pt x="1291693" y="1140891"/>
                </a:lnTo>
                <a:lnTo>
                  <a:pt x="1293576" y="1144160"/>
                </a:lnTo>
                <a:lnTo>
                  <a:pt x="1295448" y="1147226"/>
                </a:lnTo>
                <a:lnTo>
                  <a:pt x="1297330" y="1150098"/>
                </a:lnTo>
                <a:lnTo>
                  <a:pt x="1299213" y="1152786"/>
                </a:lnTo>
                <a:lnTo>
                  <a:pt x="1301095" y="1155298"/>
                </a:lnTo>
                <a:lnTo>
                  <a:pt x="1302977" y="1157646"/>
                </a:lnTo>
                <a:lnTo>
                  <a:pt x="1304849" y="1159829"/>
                </a:lnTo>
                <a:lnTo>
                  <a:pt x="1306732" y="1161876"/>
                </a:lnTo>
                <a:lnTo>
                  <a:pt x="1308614" y="1163778"/>
                </a:lnTo>
                <a:lnTo>
                  <a:pt x="1310496" y="1165544"/>
                </a:lnTo>
                <a:lnTo>
                  <a:pt x="1312369" y="1167183"/>
                </a:lnTo>
                <a:lnTo>
                  <a:pt x="1314251" y="1168707"/>
                </a:lnTo>
                <a:lnTo>
                  <a:pt x="1316133" y="1170123"/>
                </a:lnTo>
                <a:lnTo>
                  <a:pt x="1318015" y="1171433"/>
                </a:lnTo>
                <a:lnTo>
                  <a:pt x="1319897" y="1172646"/>
                </a:lnTo>
                <a:lnTo>
                  <a:pt x="1321770" y="1173771"/>
                </a:lnTo>
                <a:lnTo>
                  <a:pt x="1323652" y="1174809"/>
                </a:lnTo>
                <a:lnTo>
                  <a:pt x="1325534" y="1175770"/>
                </a:lnTo>
                <a:lnTo>
                  <a:pt x="1327417" y="1176653"/>
                </a:lnTo>
                <a:lnTo>
                  <a:pt x="1329299" y="1177468"/>
                </a:lnTo>
                <a:lnTo>
                  <a:pt x="1331171" y="1178215"/>
                </a:lnTo>
                <a:lnTo>
                  <a:pt x="1333054" y="1178904"/>
                </a:lnTo>
                <a:lnTo>
                  <a:pt x="1334936" y="1179534"/>
                </a:lnTo>
                <a:lnTo>
                  <a:pt x="1336818" y="1180116"/>
                </a:lnTo>
                <a:lnTo>
                  <a:pt x="1338700" y="1180650"/>
                </a:lnTo>
                <a:lnTo>
                  <a:pt x="1340573" y="1181145"/>
                </a:lnTo>
                <a:lnTo>
                  <a:pt x="1342455" y="1181591"/>
                </a:lnTo>
                <a:lnTo>
                  <a:pt x="1344337" y="1181999"/>
                </a:lnTo>
                <a:lnTo>
                  <a:pt x="1346219" y="1182367"/>
                </a:lnTo>
                <a:lnTo>
                  <a:pt x="1348102" y="1182717"/>
                </a:lnTo>
                <a:lnTo>
                  <a:pt x="1349974" y="1183027"/>
                </a:lnTo>
                <a:lnTo>
                  <a:pt x="1351856" y="1183308"/>
                </a:lnTo>
                <a:lnTo>
                  <a:pt x="1353739" y="1183570"/>
                </a:lnTo>
                <a:lnTo>
                  <a:pt x="1355621" y="1183803"/>
                </a:lnTo>
                <a:lnTo>
                  <a:pt x="1357493" y="1184017"/>
                </a:lnTo>
                <a:lnTo>
                  <a:pt x="1359376" y="1184211"/>
                </a:lnTo>
                <a:lnTo>
                  <a:pt x="1361258" y="1184385"/>
                </a:lnTo>
                <a:lnTo>
                  <a:pt x="1363140" y="1184541"/>
                </a:lnTo>
                <a:lnTo>
                  <a:pt x="1365022" y="1184686"/>
                </a:lnTo>
                <a:lnTo>
                  <a:pt x="1366895" y="1184812"/>
                </a:lnTo>
                <a:lnTo>
                  <a:pt x="1368777" y="1184938"/>
                </a:lnTo>
                <a:lnTo>
                  <a:pt x="1370659" y="1185045"/>
                </a:lnTo>
                <a:lnTo>
                  <a:pt x="1372541" y="1185132"/>
                </a:lnTo>
                <a:lnTo>
                  <a:pt x="1374423" y="1185220"/>
                </a:lnTo>
                <a:lnTo>
                  <a:pt x="1376296" y="1185297"/>
                </a:lnTo>
                <a:lnTo>
                  <a:pt x="1378178" y="1185375"/>
                </a:lnTo>
                <a:lnTo>
                  <a:pt x="1380060" y="1185433"/>
                </a:lnTo>
                <a:lnTo>
                  <a:pt x="1381943" y="1185491"/>
                </a:lnTo>
                <a:lnTo>
                  <a:pt x="1383825" y="1185540"/>
                </a:lnTo>
                <a:lnTo>
                  <a:pt x="1385697" y="1185588"/>
                </a:lnTo>
                <a:lnTo>
                  <a:pt x="1387580" y="1185627"/>
                </a:lnTo>
                <a:lnTo>
                  <a:pt x="1389462" y="1185666"/>
                </a:lnTo>
                <a:lnTo>
                  <a:pt x="1391344" y="1185695"/>
                </a:lnTo>
                <a:lnTo>
                  <a:pt x="1393226" y="1185724"/>
                </a:lnTo>
                <a:lnTo>
                  <a:pt x="1395099" y="1185753"/>
                </a:lnTo>
                <a:lnTo>
                  <a:pt x="1396981" y="1185773"/>
                </a:lnTo>
                <a:lnTo>
                  <a:pt x="1398863" y="1185792"/>
                </a:lnTo>
                <a:lnTo>
                  <a:pt x="1400745" y="1185812"/>
                </a:lnTo>
                <a:lnTo>
                  <a:pt x="1402618" y="1185831"/>
                </a:lnTo>
                <a:lnTo>
                  <a:pt x="1404500" y="1185841"/>
                </a:lnTo>
                <a:lnTo>
                  <a:pt x="1406382" y="1185860"/>
                </a:lnTo>
                <a:lnTo>
                  <a:pt x="1408265" y="1185870"/>
                </a:lnTo>
                <a:lnTo>
                  <a:pt x="1410147" y="1185879"/>
                </a:lnTo>
                <a:lnTo>
                  <a:pt x="1412019" y="1185889"/>
                </a:lnTo>
                <a:lnTo>
                  <a:pt x="1413902" y="1185889"/>
                </a:lnTo>
                <a:lnTo>
                  <a:pt x="1415784" y="1185899"/>
                </a:lnTo>
                <a:lnTo>
                  <a:pt x="1417666" y="1185909"/>
                </a:lnTo>
                <a:lnTo>
                  <a:pt x="1419548" y="1185909"/>
                </a:lnTo>
                <a:lnTo>
                  <a:pt x="1421421" y="1185918"/>
                </a:lnTo>
                <a:lnTo>
                  <a:pt x="1423303" y="1185918"/>
                </a:lnTo>
                <a:lnTo>
                  <a:pt x="1425185" y="1185928"/>
                </a:lnTo>
                <a:lnTo>
                  <a:pt x="1427067" y="1185928"/>
                </a:lnTo>
                <a:lnTo>
                  <a:pt x="1428950" y="1185928"/>
                </a:lnTo>
                <a:lnTo>
                  <a:pt x="1430822" y="1185938"/>
                </a:lnTo>
                <a:lnTo>
                  <a:pt x="1432704" y="1185938"/>
                </a:lnTo>
                <a:lnTo>
                  <a:pt x="1434586" y="1185938"/>
                </a:lnTo>
                <a:lnTo>
                  <a:pt x="1436469" y="1185938"/>
                </a:lnTo>
                <a:lnTo>
                  <a:pt x="1438351" y="1185938"/>
                </a:lnTo>
                <a:lnTo>
                  <a:pt x="1440223" y="1185938"/>
                </a:lnTo>
                <a:lnTo>
                  <a:pt x="1442106" y="1185947"/>
                </a:lnTo>
                <a:lnTo>
                  <a:pt x="1443988" y="1185947"/>
                </a:lnTo>
                <a:lnTo>
                  <a:pt x="1445870" y="1185947"/>
                </a:lnTo>
                <a:lnTo>
                  <a:pt x="1447743" y="1185947"/>
                </a:lnTo>
                <a:lnTo>
                  <a:pt x="1449625" y="1185947"/>
                </a:lnTo>
                <a:lnTo>
                  <a:pt x="1451507" y="1185947"/>
                </a:lnTo>
                <a:lnTo>
                  <a:pt x="1453389" y="1185947"/>
                </a:lnTo>
                <a:lnTo>
                  <a:pt x="1455272" y="1185947"/>
                </a:lnTo>
                <a:lnTo>
                  <a:pt x="1457144" y="1185947"/>
                </a:lnTo>
                <a:lnTo>
                  <a:pt x="1459026" y="1185947"/>
                </a:lnTo>
                <a:lnTo>
                  <a:pt x="1460908" y="1185947"/>
                </a:lnTo>
                <a:lnTo>
                  <a:pt x="1462791" y="1185947"/>
                </a:lnTo>
                <a:lnTo>
                  <a:pt x="1464673" y="1185947"/>
                </a:lnTo>
                <a:lnTo>
                  <a:pt x="1466545" y="1185947"/>
                </a:lnTo>
                <a:lnTo>
                  <a:pt x="1468428" y="1185947"/>
                </a:lnTo>
                <a:lnTo>
                  <a:pt x="1470310" y="1185947"/>
                </a:lnTo>
                <a:lnTo>
                  <a:pt x="1472192" y="1185947"/>
                </a:lnTo>
                <a:lnTo>
                  <a:pt x="1474074" y="1185947"/>
                </a:lnTo>
                <a:lnTo>
                  <a:pt x="1475947" y="1185947"/>
                </a:lnTo>
                <a:lnTo>
                  <a:pt x="1477829" y="1185947"/>
                </a:lnTo>
                <a:lnTo>
                  <a:pt x="1479711" y="1185947"/>
                </a:lnTo>
                <a:lnTo>
                  <a:pt x="1481593" y="1185947"/>
                </a:lnTo>
                <a:lnTo>
                  <a:pt x="1483466" y="1185947"/>
                </a:lnTo>
                <a:lnTo>
                  <a:pt x="1485348" y="1185947"/>
                </a:lnTo>
                <a:lnTo>
                  <a:pt x="1487230" y="1185947"/>
                </a:lnTo>
                <a:lnTo>
                  <a:pt x="1489113" y="1185947"/>
                </a:lnTo>
                <a:lnTo>
                  <a:pt x="1490995" y="1185947"/>
                </a:lnTo>
                <a:lnTo>
                  <a:pt x="1492867" y="1185947"/>
                </a:lnTo>
                <a:lnTo>
                  <a:pt x="1494749" y="1185947"/>
                </a:lnTo>
                <a:lnTo>
                  <a:pt x="1496632" y="1185947"/>
                </a:lnTo>
                <a:lnTo>
                  <a:pt x="1498514" y="1185947"/>
                </a:lnTo>
                <a:lnTo>
                  <a:pt x="1500396" y="1185947"/>
                </a:lnTo>
                <a:lnTo>
                  <a:pt x="1502269" y="1185947"/>
                </a:lnTo>
                <a:lnTo>
                  <a:pt x="1504151" y="1185947"/>
                </a:lnTo>
                <a:lnTo>
                  <a:pt x="1506033" y="1185947"/>
                </a:lnTo>
                <a:lnTo>
                  <a:pt x="1507915" y="1185947"/>
                </a:lnTo>
                <a:lnTo>
                  <a:pt x="1509798" y="1185947"/>
                </a:lnTo>
                <a:lnTo>
                  <a:pt x="1511670" y="1185947"/>
                </a:lnTo>
                <a:lnTo>
                  <a:pt x="1513552" y="1185947"/>
                </a:lnTo>
                <a:lnTo>
                  <a:pt x="1515435" y="1185947"/>
                </a:lnTo>
                <a:lnTo>
                  <a:pt x="1517317" y="1185947"/>
                </a:lnTo>
                <a:lnTo>
                  <a:pt x="1519199" y="1185947"/>
                </a:lnTo>
                <a:lnTo>
                  <a:pt x="1521071" y="1185947"/>
                </a:lnTo>
                <a:lnTo>
                  <a:pt x="1522954" y="1185947"/>
                </a:lnTo>
                <a:lnTo>
                  <a:pt x="1524836" y="1185947"/>
                </a:lnTo>
                <a:lnTo>
                  <a:pt x="1526718" y="1185947"/>
                </a:lnTo>
                <a:lnTo>
                  <a:pt x="1528591" y="1185947"/>
                </a:lnTo>
                <a:lnTo>
                  <a:pt x="1530473" y="1185947"/>
                </a:lnTo>
                <a:lnTo>
                  <a:pt x="1532355" y="1185947"/>
                </a:lnTo>
                <a:lnTo>
                  <a:pt x="1534237" y="1185947"/>
                </a:lnTo>
                <a:lnTo>
                  <a:pt x="1536119" y="1185947"/>
                </a:lnTo>
                <a:lnTo>
                  <a:pt x="1537992" y="1185947"/>
                </a:lnTo>
                <a:lnTo>
                  <a:pt x="1539874" y="1185947"/>
                </a:lnTo>
                <a:lnTo>
                  <a:pt x="1541756" y="1185947"/>
                </a:lnTo>
                <a:lnTo>
                  <a:pt x="1543639" y="1185947"/>
                </a:lnTo>
                <a:lnTo>
                  <a:pt x="1545521" y="1185947"/>
                </a:lnTo>
                <a:lnTo>
                  <a:pt x="1547393" y="1185947"/>
                </a:lnTo>
                <a:lnTo>
                  <a:pt x="1549276" y="1185947"/>
                </a:lnTo>
                <a:lnTo>
                  <a:pt x="1551158" y="1185947"/>
                </a:lnTo>
                <a:lnTo>
                  <a:pt x="1553040" y="1185947"/>
                </a:lnTo>
                <a:lnTo>
                  <a:pt x="1554922" y="1185947"/>
                </a:lnTo>
                <a:lnTo>
                  <a:pt x="1556795" y="1185947"/>
                </a:lnTo>
                <a:lnTo>
                  <a:pt x="1558677" y="1185947"/>
                </a:lnTo>
                <a:lnTo>
                  <a:pt x="1560559" y="1185947"/>
                </a:lnTo>
                <a:lnTo>
                  <a:pt x="1562441" y="1185947"/>
                </a:lnTo>
                <a:lnTo>
                  <a:pt x="1564324" y="1185947"/>
                </a:lnTo>
                <a:lnTo>
                  <a:pt x="1566196" y="1185947"/>
                </a:lnTo>
                <a:lnTo>
                  <a:pt x="1568078" y="1185947"/>
                </a:lnTo>
                <a:lnTo>
                  <a:pt x="1569961" y="1185947"/>
                </a:lnTo>
                <a:lnTo>
                  <a:pt x="1571843" y="1185947"/>
                </a:lnTo>
                <a:lnTo>
                  <a:pt x="1573715" y="1185947"/>
                </a:lnTo>
                <a:lnTo>
                  <a:pt x="1575598" y="1185947"/>
                </a:lnTo>
                <a:lnTo>
                  <a:pt x="1577480" y="1185947"/>
                </a:lnTo>
                <a:lnTo>
                  <a:pt x="1579362" y="1185947"/>
                </a:lnTo>
                <a:lnTo>
                  <a:pt x="1581244" y="1185947"/>
                </a:lnTo>
                <a:lnTo>
                  <a:pt x="1583117" y="1185947"/>
                </a:lnTo>
                <a:lnTo>
                  <a:pt x="1584999" y="1185947"/>
                </a:lnTo>
                <a:lnTo>
                  <a:pt x="1586881" y="1185947"/>
                </a:lnTo>
                <a:lnTo>
                  <a:pt x="1588763" y="1185947"/>
                </a:lnTo>
                <a:lnTo>
                  <a:pt x="1590646" y="1185947"/>
                </a:lnTo>
                <a:lnTo>
                  <a:pt x="1592518" y="1185947"/>
                </a:lnTo>
                <a:lnTo>
                  <a:pt x="1594400" y="1185947"/>
                </a:lnTo>
                <a:lnTo>
                  <a:pt x="1596282" y="1185947"/>
                </a:lnTo>
                <a:lnTo>
                  <a:pt x="1598165" y="1185947"/>
                </a:lnTo>
                <a:lnTo>
                  <a:pt x="1600047" y="1185947"/>
                </a:lnTo>
                <a:lnTo>
                  <a:pt x="1601919" y="1185947"/>
                </a:lnTo>
                <a:lnTo>
                  <a:pt x="1603802" y="1185947"/>
                </a:lnTo>
                <a:lnTo>
                  <a:pt x="1605684" y="1185947"/>
                </a:lnTo>
                <a:lnTo>
                  <a:pt x="1607566" y="1185947"/>
                </a:lnTo>
                <a:lnTo>
                  <a:pt x="1609448" y="1185947"/>
                </a:lnTo>
                <a:lnTo>
                  <a:pt x="1611321" y="1185947"/>
                </a:lnTo>
                <a:lnTo>
                  <a:pt x="1613203" y="1185947"/>
                </a:lnTo>
                <a:lnTo>
                  <a:pt x="1615085" y="1185947"/>
                </a:lnTo>
                <a:lnTo>
                  <a:pt x="1616968" y="1185947"/>
                </a:lnTo>
                <a:lnTo>
                  <a:pt x="1618840" y="1185947"/>
                </a:lnTo>
                <a:lnTo>
                  <a:pt x="1620722" y="1185947"/>
                </a:lnTo>
                <a:lnTo>
                  <a:pt x="1622604" y="1185947"/>
                </a:lnTo>
                <a:lnTo>
                  <a:pt x="1624487" y="1185947"/>
                </a:lnTo>
                <a:lnTo>
                  <a:pt x="1626369" y="1185947"/>
                </a:lnTo>
                <a:lnTo>
                  <a:pt x="1628241" y="1185947"/>
                </a:lnTo>
                <a:lnTo>
                  <a:pt x="1630124" y="1185947"/>
                </a:lnTo>
                <a:lnTo>
                  <a:pt x="1632006" y="1185947"/>
                </a:lnTo>
                <a:lnTo>
                  <a:pt x="1633888" y="1185947"/>
                </a:lnTo>
                <a:lnTo>
                  <a:pt x="1635770" y="1185947"/>
                </a:lnTo>
                <a:lnTo>
                  <a:pt x="1637643" y="1185947"/>
                </a:lnTo>
                <a:lnTo>
                  <a:pt x="1639525" y="1185947"/>
                </a:lnTo>
                <a:lnTo>
                  <a:pt x="1641407" y="1185947"/>
                </a:lnTo>
                <a:lnTo>
                  <a:pt x="1643289" y="1185947"/>
                </a:lnTo>
                <a:lnTo>
                  <a:pt x="1645171" y="1185947"/>
                </a:lnTo>
                <a:lnTo>
                  <a:pt x="1647044" y="1185947"/>
                </a:lnTo>
                <a:lnTo>
                  <a:pt x="1648926" y="1185947"/>
                </a:lnTo>
                <a:lnTo>
                  <a:pt x="1650808" y="1185947"/>
                </a:lnTo>
                <a:lnTo>
                  <a:pt x="1652691" y="1185947"/>
                </a:lnTo>
                <a:lnTo>
                  <a:pt x="1654573" y="1185947"/>
                </a:lnTo>
                <a:lnTo>
                  <a:pt x="1656445" y="1185947"/>
                </a:lnTo>
                <a:lnTo>
                  <a:pt x="1658328" y="1185947"/>
                </a:lnTo>
                <a:lnTo>
                  <a:pt x="1660210" y="1185947"/>
                </a:lnTo>
                <a:lnTo>
                  <a:pt x="1662092" y="1185947"/>
                </a:lnTo>
                <a:lnTo>
                  <a:pt x="1663965" y="1185947"/>
                </a:lnTo>
                <a:lnTo>
                  <a:pt x="1665847" y="1185947"/>
                </a:lnTo>
                <a:lnTo>
                  <a:pt x="1667729" y="1185947"/>
                </a:lnTo>
                <a:lnTo>
                  <a:pt x="1669611" y="1185947"/>
                </a:lnTo>
                <a:lnTo>
                  <a:pt x="1671494" y="1185947"/>
                </a:lnTo>
                <a:lnTo>
                  <a:pt x="1673366" y="1185947"/>
                </a:lnTo>
                <a:lnTo>
                  <a:pt x="1675248" y="1185947"/>
                </a:lnTo>
                <a:lnTo>
                  <a:pt x="1677131" y="1185947"/>
                </a:lnTo>
                <a:lnTo>
                  <a:pt x="1679013" y="1185947"/>
                </a:lnTo>
                <a:lnTo>
                  <a:pt x="1680895" y="1185947"/>
                </a:lnTo>
                <a:lnTo>
                  <a:pt x="1682767" y="1185947"/>
                </a:lnTo>
                <a:lnTo>
                  <a:pt x="1684650" y="1185947"/>
                </a:lnTo>
                <a:lnTo>
                  <a:pt x="1686532" y="1185947"/>
                </a:lnTo>
                <a:lnTo>
                  <a:pt x="1688414" y="1185947"/>
                </a:lnTo>
                <a:lnTo>
                  <a:pt x="1690296" y="1185947"/>
                </a:lnTo>
                <a:lnTo>
                  <a:pt x="1692169" y="1185947"/>
                </a:lnTo>
                <a:lnTo>
                  <a:pt x="1694051" y="1185947"/>
                </a:lnTo>
                <a:lnTo>
                  <a:pt x="1695933" y="1185947"/>
                </a:lnTo>
                <a:lnTo>
                  <a:pt x="1697815" y="1185947"/>
                </a:lnTo>
                <a:lnTo>
                  <a:pt x="1699688" y="1185947"/>
                </a:lnTo>
                <a:lnTo>
                  <a:pt x="1701570" y="1185947"/>
                </a:lnTo>
                <a:lnTo>
                  <a:pt x="1703452" y="1185947"/>
                </a:lnTo>
                <a:lnTo>
                  <a:pt x="1705334" y="1185947"/>
                </a:lnTo>
                <a:lnTo>
                  <a:pt x="1707217" y="1185947"/>
                </a:lnTo>
                <a:lnTo>
                  <a:pt x="1709089" y="1185947"/>
                </a:lnTo>
                <a:lnTo>
                  <a:pt x="1710971" y="1185947"/>
                </a:lnTo>
                <a:lnTo>
                  <a:pt x="1712854" y="1185947"/>
                </a:lnTo>
                <a:lnTo>
                  <a:pt x="1714736" y="1185947"/>
                </a:lnTo>
                <a:lnTo>
                  <a:pt x="1716618" y="1185947"/>
                </a:lnTo>
                <a:lnTo>
                  <a:pt x="1718491" y="1185947"/>
                </a:lnTo>
                <a:lnTo>
                  <a:pt x="1720373" y="1185947"/>
                </a:lnTo>
                <a:lnTo>
                  <a:pt x="1722255" y="1185947"/>
                </a:lnTo>
                <a:lnTo>
                  <a:pt x="1724137" y="1185947"/>
                </a:lnTo>
                <a:lnTo>
                  <a:pt x="1726020" y="1185947"/>
                </a:lnTo>
                <a:lnTo>
                  <a:pt x="1727892" y="1185947"/>
                </a:lnTo>
                <a:lnTo>
                  <a:pt x="1729774" y="1185947"/>
                </a:lnTo>
                <a:lnTo>
                  <a:pt x="1731657" y="1185947"/>
                </a:lnTo>
                <a:lnTo>
                  <a:pt x="1733539" y="1185947"/>
                </a:lnTo>
                <a:lnTo>
                  <a:pt x="1735421" y="1185947"/>
                </a:lnTo>
                <a:lnTo>
                  <a:pt x="1737294" y="1185947"/>
                </a:lnTo>
                <a:lnTo>
                  <a:pt x="1739176" y="1185947"/>
                </a:lnTo>
                <a:lnTo>
                  <a:pt x="1741058" y="1185947"/>
                </a:lnTo>
                <a:lnTo>
                  <a:pt x="1742940" y="1185947"/>
                </a:lnTo>
                <a:lnTo>
                  <a:pt x="1744813" y="1185947"/>
                </a:lnTo>
                <a:lnTo>
                  <a:pt x="1746695" y="1185947"/>
                </a:lnTo>
                <a:lnTo>
                  <a:pt x="1748577" y="1185947"/>
                </a:lnTo>
                <a:lnTo>
                  <a:pt x="1750459" y="1185947"/>
                </a:lnTo>
                <a:lnTo>
                  <a:pt x="1752342" y="1185947"/>
                </a:lnTo>
                <a:lnTo>
                  <a:pt x="1754214" y="1185947"/>
                </a:lnTo>
                <a:lnTo>
                  <a:pt x="1756096" y="1185947"/>
                </a:lnTo>
                <a:lnTo>
                  <a:pt x="1757978" y="1185947"/>
                </a:lnTo>
                <a:lnTo>
                  <a:pt x="1759861" y="1185947"/>
                </a:lnTo>
                <a:lnTo>
                  <a:pt x="1761743" y="1185947"/>
                </a:lnTo>
                <a:lnTo>
                  <a:pt x="1763615" y="1185947"/>
                </a:lnTo>
                <a:lnTo>
                  <a:pt x="1765498" y="1185947"/>
                </a:lnTo>
                <a:lnTo>
                  <a:pt x="1767380" y="1185947"/>
                </a:lnTo>
                <a:lnTo>
                  <a:pt x="1769262" y="1185947"/>
                </a:lnTo>
                <a:lnTo>
                  <a:pt x="1771144" y="1185947"/>
                </a:lnTo>
                <a:lnTo>
                  <a:pt x="1773017" y="1185947"/>
                </a:lnTo>
                <a:lnTo>
                  <a:pt x="1774899" y="1185947"/>
                </a:lnTo>
                <a:lnTo>
                  <a:pt x="1776781" y="1185947"/>
                </a:lnTo>
                <a:lnTo>
                  <a:pt x="1778663" y="1185947"/>
                </a:lnTo>
                <a:lnTo>
                  <a:pt x="1780546" y="1185947"/>
                </a:lnTo>
                <a:lnTo>
                  <a:pt x="1782418" y="1185947"/>
                </a:lnTo>
                <a:lnTo>
                  <a:pt x="1784300" y="1185947"/>
                </a:lnTo>
                <a:lnTo>
                  <a:pt x="1786183" y="1185947"/>
                </a:lnTo>
                <a:lnTo>
                  <a:pt x="1788065" y="1185947"/>
                </a:lnTo>
                <a:lnTo>
                  <a:pt x="1789937" y="1185947"/>
                </a:lnTo>
                <a:lnTo>
                  <a:pt x="1791820" y="1185947"/>
                </a:lnTo>
                <a:lnTo>
                  <a:pt x="1793702" y="1185947"/>
                </a:lnTo>
                <a:lnTo>
                  <a:pt x="1795584" y="1185947"/>
                </a:lnTo>
                <a:lnTo>
                  <a:pt x="1797466" y="1185947"/>
                </a:lnTo>
                <a:lnTo>
                  <a:pt x="1799339" y="1185947"/>
                </a:lnTo>
                <a:lnTo>
                  <a:pt x="1801221" y="1185947"/>
                </a:lnTo>
                <a:lnTo>
                  <a:pt x="1803103" y="1185947"/>
                </a:lnTo>
                <a:lnTo>
                  <a:pt x="1804985" y="1185947"/>
                </a:lnTo>
                <a:lnTo>
                  <a:pt x="1806868" y="1185947"/>
                </a:lnTo>
                <a:lnTo>
                  <a:pt x="1808740" y="1185947"/>
                </a:lnTo>
                <a:lnTo>
                  <a:pt x="1810622" y="1185947"/>
                </a:lnTo>
                <a:lnTo>
                  <a:pt x="1812505" y="1185947"/>
                </a:lnTo>
                <a:lnTo>
                  <a:pt x="1814387" y="1185947"/>
                </a:lnTo>
                <a:lnTo>
                  <a:pt x="1816269" y="1185947"/>
                </a:lnTo>
                <a:lnTo>
                  <a:pt x="1818141" y="1185947"/>
                </a:lnTo>
                <a:lnTo>
                  <a:pt x="1820024" y="1185947"/>
                </a:lnTo>
                <a:lnTo>
                  <a:pt x="1821906" y="1185947"/>
                </a:lnTo>
                <a:lnTo>
                  <a:pt x="1823788" y="1185947"/>
                </a:lnTo>
                <a:lnTo>
                  <a:pt x="1825670" y="1185947"/>
                </a:lnTo>
                <a:lnTo>
                  <a:pt x="1827543" y="1185947"/>
                </a:lnTo>
                <a:lnTo>
                  <a:pt x="1829425" y="1185947"/>
                </a:lnTo>
                <a:lnTo>
                  <a:pt x="1831307" y="1185947"/>
                </a:lnTo>
                <a:lnTo>
                  <a:pt x="1833189" y="1185947"/>
                </a:lnTo>
                <a:lnTo>
                  <a:pt x="1835062" y="1185947"/>
                </a:lnTo>
                <a:lnTo>
                  <a:pt x="1836944" y="1185947"/>
                </a:lnTo>
                <a:lnTo>
                  <a:pt x="1838826" y="1185947"/>
                </a:lnTo>
                <a:lnTo>
                  <a:pt x="1840709" y="1185947"/>
                </a:lnTo>
                <a:lnTo>
                  <a:pt x="1842591" y="1185947"/>
                </a:lnTo>
                <a:lnTo>
                  <a:pt x="1844463" y="1185947"/>
                </a:lnTo>
                <a:lnTo>
                  <a:pt x="1846346" y="1185947"/>
                </a:lnTo>
                <a:lnTo>
                  <a:pt x="1848228" y="1185947"/>
                </a:lnTo>
                <a:lnTo>
                  <a:pt x="1850110" y="1185947"/>
                </a:lnTo>
                <a:lnTo>
                  <a:pt x="1851992" y="1185947"/>
                </a:lnTo>
                <a:lnTo>
                  <a:pt x="1853865" y="1185947"/>
                </a:lnTo>
                <a:lnTo>
                  <a:pt x="1855747" y="1185947"/>
                </a:lnTo>
                <a:lnTo>
                  <a:pt x="1857629" y="1185947"/>
                </a:lnTo>
                <a:lnTo>
                  <a:pt x="1859511" y="1185947"/>
                </a:lnTo>
                <a:lnTo>
                  <a:pt x="1861394" y="1185947"/>
                </a:lnTo>
                <a:lnTo>
                  <a:pt x="1863266" y="1185947"/>
                </a:lnTo>
                <a:lnTo>
                  <a:pt x="1865148" y="1185947"/>
                </a:lnTo>
                <a:lnTo>
                  <a:pt x="1867031" y="1185947"/>
                </a:lnTo>
                <a:lnTo>
                  <a:pt x="1868913" y="1185947"/>
                </a:lnTo>
                <a:lnTo>
                  <a:pt x="1870795" y="1185947"/>
                </a:lnTo>
                <a:lnTo>
                  <a:pt x="1872668" y="1185947"/>
                </a:lnTo>
                <a:lnTo>
                  <a:pt x="1874550" y="1185947"/>
                </a:lnTo>
                <a:lnTo>
                  <a:pt x="1876432" y="1185947"/>
                </a:lnTo>
                <a:lnTo>
                  <a:pt x="1878314" y="1185947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644" name="Group 3643">
            <a:extLst>
              <a:ext uri="{FF2B5EF4-FFF2-40B4-BE49-F238E27FC236}">
                <a16:creationId xmlns:a16="http://schemas.microsoft.com/office/drawing/2014/main" id="{B6AD427C-DBD3-9C05-878C-88C1B078E84A}"/>
              </a:ext>
            </a:extLst>
          </p:cNvPr>
          <p:cNvGrpSpPr/>
          <p:nvPr/>
        </p:nvGrpSpPr>
        <p:grpSpPr>
          <a:xfrm>
            <a:off x="3407742" y="3391808"/>
            <a:ext cx="2328515" cy="1552343"/>
            <a:chOff x="3407742" y="3391808"/>
            <a:chExt cx="2328515" cy="1552343"/>
          </a:xfrm>
        </p:grpSpPr>
        <p:sp>
          <p:nvSpPr>
            <p:cNvPr id="3587" name="Freeform 3586">
              <a:extLst>
                <a:ext uri="{FF2B5EF4-FFF2-40B4-BE49-F238E27FC236}">
                  <a16:creationId xmlns:a16="http://schemas.microsoft.com/office/drawing/2014/main" id="{F23D9B2B-4D0F-7629-0B81-32BA7A63ECCC}"/>
                </a:ext>
              </a:extLst>
            </p:cNvPr>
            <p:cNvSpPr/>
            <p:nvPr/>
          </p:nvSpPr>
          <p:spPr>
            <a:xfrm>
              <a:off x="3407742" y="3391808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" name="Freeform 3587">
              <a:extLst>
                <a:ext uri="{FF2B5EF4-FFF2-40B4-BE49-F238E27FC236}">
                  <a16:creationId xmlns:a16="http://schemas.microsoft.com/office/drawing/2014/main" id="{6C9B2F37-85D1-3858-103C-12D2F9CAF35B}"/>
                </a:ext>
              </a:extLst>
            </p:cNvPr>
            <p:cNvSpPr/>
            <p:nvPr/>
          </p:nvSpPr>
          <p:spPr>
            <a:xfrm>
              <a:off x="3699409" y="3437644"/>
              <a:ext cx="1991014" cy="1288848"/>
            </a:xfrm>
            <a:custGeom>
              <a:avLst/>
              <a:gdLst>
                <a:gd name="csX0" fmla="*/ 0 w 1991014"/>
                <a:gd name="csY0" fmla="*/ 1288848 h 1288848"/>
                <a:gd name="csX1" fmla="*/ 1991014 w 1991014"/>
                <a:gd name="csY1" fmla="*/ 1288848 h 1288848"/>
                <a:gd name="csX2" fmla="*/ 1991014 w 1991014"/>
                <a:gd name="csY2" fmla="*/ 0 h 1288848"/>
                <a:gd name="csX3" fmla="*/ 0 w 1991014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91014" h="1288848">
                  <a:moveTo>
                    <a:pt x="0" y="1288848"/>
                  </a:moveTo>
                  <a:lnTo>
                    <a:pt x="1991014" y="1288848"/>
                  </a:lnTo>
                  <a:lnTo>
                    <a:pt x="1991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" name="Freeform 3588">
              <a:extLst>
                <a:ext uri="{FF2B5EF4-FFF2-40B4-BE49-F238E27FC236}">
                  <a16:creationId xmlns:a16="http://schemas.microsoft.com/office/drawing/2014/main" id="{35E31F5A-3785-C180-24FA-35BDD399BD85}"/>
                </a:ext>
              </a:extLst>
            </p:cNvPr>
            <p:cNvSpPr/>
            <p:nvPr/>
          </p:nvSpPr>
          <p:spPr>
            <a:xfrm>
              <a:off x="3880980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" name="Freeform 3589">
              <a:extLst>
                <a:ext uri="{FF2B5EF4-FFF2-40B4-BE49-F238E27FC236}">
                  <a16:creationId xmlns:a16="http://schemas.microsoft.com/office/drawing/2014/main" id="{8A774DA2-B73A-529A-50E0-43F0098995D3}"/>
                </a:ext>
              </a:extLst>
            </p:cNvPr>
            <p:cNvSpPr/>
            <p:nvPr/>
          </p:nvSpPr>
          <p:spPr>
            <a:xfrm>
              <a:off x="4256642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" name="Freeform 3590">
              <a:extLst>
                <a:ext uri="{FF2B5EF4-FFF2-40B4-BE49-F238E27FC236}">
                  <a16:creationId xmlns:a16="http://schemas.microsoft.com/office/drawing/2014/main" id="{7098812A-39CB-3FBB-5144-EA299FBCFB43}"/>
                </a:ext>
              </a:extLst>
            </p:cNvPr>
            <p:cNvSpPr/>
            <p:nvPr/>
          </p:nvSpPr>
          <p:spPr>
            <a:xfrm>
              <a:off x="4632308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2" name="Freeform 3591">
              <a:extLst>
                <a:ext uri="{FF2B5EF4-FFF2-40B4-BE49-F238E27FC236}">
                  <a16:creationId xmlns:a16="http://schemas.microsoft.com/office/drawing/2014/main" id="{B89CD042-9504-8B40-28C3-6BBE40F3F546}"/>
                </a:ext>
              </a:extLst>
            </p:cNvPr>
            <p:cNvSpPr/>
            <p:nvPr/>
          </p:nvSpPr>
          <p:spPr>
            <a:xfrm>
              <a:off x="5007965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" name="Freeform 3592">
              <a:extLst>
                <a:ext uri="{FF2B5EF4-FFF2-40B4-BE49-F238E27FC236}">
                  <a16:creationId xmlns:a16="http://schemas.microsoft.com/office/drawing/2014/main" id="{FFC6DD25-8845-9846-4727-820F54B41AE9}"/>
                </a:ext>
              </a:extLst>
            </p:cNvPr>
            <p:cNvSpPr/>
            <p:nvPr/>
          </p:nvSpPr>
          <p:spPr>
            <a:xfrm>
              <a:off x="5383632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" name="Freeform 3593">
              <a:extLst>
                <a:ext uri="{FF2B5EF4-FFF2-40B4-BE49-F238E27FC236}">
                  <a16:creationId xmlns:a16="http://schemas.microsoft.com/office/drawing/2014/main" id="{007ED00A-5E9C-2299-3EAB-46B070ACC6E7}"/>
                </a:ext>
              </a:extLst>
            </p:cNvPr>
            <p:cNvSpPr/>
            <p:nvPr/>
          </p:nvSpPr>
          <p:spPr>
            <a:xfrm>
              <a:off x="3699409" y="469001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" name="Freeform 3594">
              <a:extLst>
                <a:ext uri="{FF2B5EF4-FFF2-40B4-BE49-F238E27FC236}">
                  <a16:creationId xmlns:a16="http://schemas.microsoft.com/office/drawing/2014/main" id="{66090CBC-5F22-0E4B-BDE5-E6D561CD05E2}"/>
                </a:ext>
              </a:extLst>
            </p:cNvPr>
            <p:cNvSpPr/>
            <p:nvPr/>
          </p:nvSpPr>
          <p:spPr>
            <a:xfrm>
              <a:off x="3699409" y="4385239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6" name="Freeform 3595">
              <a:extLst>
                <a:ext uri="{FF2B5EF4-FFF2-40B4-BE49-F238E27FC236}">
                  <a16:creationId xmlns:a16="http://schemas.microsoft.com/office/drawing/2014/main" id="{4335D1D8-DB8C-FED4-B598-5E08803A8055}"/>
                </a:ext>
              </a:extLst>
            </p:cNvPr>
            <p:cNvSpPr/>
            <p:nvPr/>
          </p:nvSpPr>
          <p:spPr>
            <a:xfrm>
              <a:off x="3699409" y="4080457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A9D7EC5C-B5B9-F5A2-6E15-5D99A5BF7C48}"/>
                </a:ext>
              </a:extLst>
            </p:cNvPr>
            <p:cNvSpPr/>
            <p:nvPr/>
          </p:nvSpPr>
          <p:spPr>
            <a:xfrm>
              <a:off x="3699409" y="3775677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" name="Freeform 3597">
              <a:extLst>
                <a:ext uri="{FF2B5EF4-FFF2-40B4-BE49-F238E27FC236}">
                  <a16:creationId xmlns:a16="http://schemas.microsoft.com/office/drawing/2014/main" id="{90B07E48-5103-008D-0003-91CB7AD08296}"/>
                </a:ext>
              </a:extLst>
            </p:cNvPr>
            <p:cNvSpPr/>
            <p:nvPr/>
          </p:nvSpPr>
          <p:spPr>
            <a:xfrm>
              <a:off x="3699409" y="3470898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" name="Freeform 3598">
              <a:extLst>
                <a:ext uri="{FF2B5EF4-FFF2-40B4-BE49-F238E27FC236}">
                  <a16:creationId xmlns:a16="http://schemas.microsoft.com/office/drawing/2014/main" id="{AED0E6A5-3883-9787-E4DE-F12B8EEEA774}"/>
                </a:ext>
              </a:extLst>
            </p:cNvPr>
            <p:cNvSpPr/>
            <p:nvPr/>
          </p:nvSpPr>
          <p:spPr>
            <a:xfrm>
              <a:off x="3699409" y="472649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0" name="Freeform 3599">
              <a:extLst>
                <a:ext uri="{FF2B5EF4-FFF2-40B4-BE49-F238E27FC236}">
                  <a16:creationId xmlns:a16="http://schemas.microsoft.com/office/drawing/2014/main" id="{404C9530-093E-E16C-E3D0-700E07066A2D}"/>
                </a:ext>
              </a:extLst>
            </p:cNvPr>
            <p:cNvSpPr/>
            <p:nvPr/>
          </p:nvSpPr>
          <p:spPr>
            <a:xfrm>
              <a:off x="3880980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1" name="Freeform 3600">
              <a:extLst>
                <a:ext uri="{FF2B5EF4-FFF2-40B4-BE49-F238E27FC236}">
                  <a16:creationId xmlns:a16="http://schemas.microsoft.com/office/drawing/2014/main" id="{57BEC14D-6414-98F6-751D-8462EA6A63FB}"/>
                </a:ext>
              </a:extLst>
            </p:cNvPr>
            <p:cNvSpPr/>
            <p:nvPr/>
          </p:nvSpPr>
          <p:spPr>
            <a:xfrm>
              <a:off x="4256642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2" name="Freeform 3601">
              <a:extLst>
                <a:ext uri="{FF2B5EF4-FFF2-40B4-BE49-F238E27FC236}">
                  <a16:creationId xmlns:a16="http://schemas.microsoft.com/office/drawing/2014/main" id="{8FC65E26-C63E-853B-8754-DAB0706649DF}"/>
                </a:ext>
              </a:extLst>
            </p:cNvPr>
            <p:cNvSpPr/>
            <p:nvPr/>
          </p:nvSpPr>
          <p:spPr>
            <a:xfrm>
              <a:off x="4632308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3" name="Freeform 3602">
              <a:extLst>
                <a:ext uri="{FF2B5EF4-FFF2-40B4-BE49-F238E27FC236}">
                  <a16:creationId xmlns:a16="http://schemas.microsoft.com/office/drawing/2014/main" id="{4EB2C45B-67EA-87F9-B04C-B92117201766}"/>
                </a:ext>
              </a:extLst>
            </p:cNvPr>
            <p:cNvSpPr/>
            <p:nvPr/>
          </p:nvSpPr>
          <p:spPr>
            <a:xfrm>
              <a:off x="5007965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4" name="Freeform 3603">
              <a:extLst>
                <a:ext uri="{FF2B5EF4-FFF2-40B4-BE49-F238E27FC236}">
                  <a16:creationId xmlns:a16="http://schemas.microsoft.com/office/drawing/2014/main" id="{8A5B713C-651A-90B8-A55D-DB86EBC18075}"/>
                </a:ext>
              </a:extLst>
            </p:cNvPr>
            <p:cNvSpPr/>
            <p:nvPr/>
          </p:nvSpPr>
          <p:spPr>
            <a:xfrm>
              <a:off x="5383632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" name="Freeform 3604">
              <a:extLst>
                <a:ext uri="{FF2B5EF4-FFF2-40B4-BE49-F238E27FC236}">
                  <a16:creationId xmlns:a16="http://schemas.microsoft.com/office/drawing/2014/main" id="{96392F0F-E38A-C63A-65FE-5F8DDA50DBFE}"/>
                </a:ext>
              </a:extLst>
            </p:cNvPr>
            <p:cNvSpPr/>
            <p:nvPr/>
          </p:nvSpPr>
          <p:spPr>
            <a:xfrm>
              <a:off x="3828747" y="4789896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" name="Freeform 3605">
              <a:extLst>
                <a:ext uri="{FF2B5EF4-FFF2-40B4-BE49-F238E27FC236}">
                  <a16:creationId xmlns:a16="http://schemas.microsoft.com/office/drawing/2014/main" id="{BA3CCEF8-BAF5-087B-47BD-B75921CAFE59}"/>
                </a:ext>
              </a:extLst>
            </p:cNvPr>
            <p:cNvSpPr/>
            <p:nvPr/>
          </p:nvSpPr>
          <p:spPr>
            <a:xfrm>
              <a:off x="3892731" y="4758733"/>
              <a:ext cx="40481" cy="60871"/>
            </a:xfrm>
            <a:custGeom>
              <a:avLst/>
              <a:gdLst>
                <a:gd name="csX0" fmla="*/ 3773 w 40481"/>
                <a:gd name="csY0" fmla="*/ 58514 h 60871"/>
                <a:gd name="csX1" fmla="*/ 3773 w 40481"/>
                <a:gd name="csY1" fmla="*/ 51286 h 60871"/>
                <a:gd name="csX2" fmla="*/ 9825 w 40481"/>
                <a:gd name="csY2" fmla="*/ 53449 h 60871"/>
                <a:gd name="csX3" fmla="*/ 15839 w 40481"/>
                <a:gd name="csY3" fmla="*/ 54196 h 60871"/>
                <a:gd name="csX4" fmla="*/ 27826 w 40481"/>
                <a:gd name="csY4" fmla="*/ 48928 h 60871"/>
                <a:gd name="csX5" fmla="*/ 32582 w 40481"/>
                <a:gd name="csY5" fmla="*/ 32851 h 60871"/>
                <a:gd name="csX6" fmla="*/ 26804 w 40481"/>
                <a:gd name="csY6" fmla="*/ 38042 h 60871"/>
                <a:gd name="csX7" fmla="*/ 19062 w 40481"/>
                <a:gd name="csY7" fmla="*/ 39847 h 60871"/>
                <a:gd name="csX8" fmla="*/ 5109 w 40481"/>
                <a:gd name="csY8" fmla="*/ 34540 h 60871"/>
                <a:gd name="csX9" fmla="*/ 0 w 40481"/>
                <a:gd name="csY9" fmla="*/ 19957 h 60871"/>
                <a:gd name="csX10" fmla="*/ 5345 w 40481"/>
                <a:gd name="csY10" fmla="*/ 5462 h 60871"/>
                <a:gd name="csX11" fmla="*/ 19572 w 40481"/>
                <a:gd name="csY11" fmla="*/ 0 h 60871"/>
                <a:gd name="csX12" fmla="*/ 35097 w 40481"/>
                <a:gd name="csY12" fmla="*/ 7820 h 60871"/>
                <a:gd name="csX13" fmla="*/ 40481 w 40481"/>
                <a:gd name="csY13" fmla="*/ 30455 h 60871"/>
                <a:gd name="csX14" fmla="*/ 33879 w 40481"/>
                <a:gd name="csY14" fmla="*/ 52624 h 60871"/>
                <a:gd name="csX15" fmla="*/ 16192 w 40481"/>
                <a:gd name="csY15" fmla="*/ 60871 h 60871"/>
                <a:gd name="csX16" fmla="*/ 10140 w 40481"/>
                <a:gd name="csY16" fmla="*/ 60289 h 60871"/>
                <a:gd name="csX17" fmla="*/ 3773 w 40481"/>
                <a:gd name="csY17" fmla="*/ 58514 h 60871"/>
                <a:gd name="csX18" fmla="*/ 19572 w 40481"/>
                <a:gd name="csY18" fmla="*/ 33637 h 60871"/>
                <a:gd name="csX19" fmla="*/ 28023 w 40481"/>
                <a:gd name="csY19" fmla="*/ 29980 h 60871"/>
                <a:gd name="csX20" fmla="*/ 31166 w 40481"/>
                <a:gd name="csY20" fmla="*/ 19957 h 60871"/>
                <a:gd name="csX21" fmla="*/ 28023 w 40481"/>
                <a:gd name="csY21" fmla="*/ 9984 h 60871"/>
                <a:gd name="csX22" fmla="*/ 19572 w 40481"/>
                <a:gd name="csY22" fmla="*/ 6287 h 60871"/>
                <a:gd name="csX23" fmla="*/ 11083 w 40481"/>
                <a:gd name="csY23" fmla="*/ 9984 h 60871"/>
                <a:gd name="csX24" fmla="*/ 7978 w 40481"/>
                <a:gd name="csY24" fmla="*/ 19957 h 60871"/>
                <a:gd name="csX25" fmla="*/ 11083 w 40481"/>
                <a:gd name="csY25" fmla="*/ 29980 h 60871"/>
                <a:gd name="csX26" fmla="*/ 19572 w 40481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1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4" y="52230"/>
                    <a:pt x="7781" y="52951"/>
                    <a:pt x="9825" y="53449"/>
                  </a:cubicBezTo>
                  <a:cubicBezTo>
                    <a:pt x="11869" y="53947"/>
                    <a:pt x="13874" y="54196"/>
                    <a:pt x="15839" y="54196"/>
                  </a:cubicBezTo>
                  <a:cubicBezTo>
                    <a:pt x="21079" y="54196"/>
                    <a:pt x="25075" y="52440"/>
                    <a:pt x="27826" y="48928"/>
                  </a:cubicBezTo>
                  <a:cubicBezTo>
                    <a:pt x="30603" y="45390"/>
                    <a:pt x="32188" y="40031"/>
                    <a:pt x="32582" y="32851"/>
                  </a:cubicBezTo>
                  <a:cubicBezTo>
                    <a:pt x="31062" y="35109"/>
                    <a:pt x="29136" y="36839"/>
                    <a:pt x="26804" y="38042"/>
                  </a:cubicBezTo>
                  <a:cubicBezTo>
                    <a:pt x="24472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09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5" y="5462"/>
                  </a:cubicBezTo>
                  <a:cubicBezTo>
                    <a:pt x="8908" y="1821"/>
                    <a:pt x="13651" y="0"/>
                    <a:pt x="19572" y="0"/>
                  </a:cubicBezTo>
                  <a:cubicBezTo>
                    <a:pt x="26358" y="0"/>
                    <a:pt x="31533" y="2607"/>
                    <a:pt x="35097" y="7820"/>
                  </a:cubicBezTo>
                  <a:cubicBezTo>
                    <a:pt x="38686" y="13007"/>
                    <a:pt x="40481" y="20552"/>
                    <a:pt x="40481" y="30455"/>
                  </a:cubicBezTo>
                  <a:cubicBezTo>
                    <a:pt x="40481" y="39704"/>
                    <a:pt x="38280" y="47094"/>
                    <a:pt x="33879" y="52624"/>
                  </a:cubicBezTo>
                  <a:cubicBezTo>
                    <a:pt x="29503" y="58122"/>
                    <a:pt x="23608" y="60871"/>
                    <a:pt x="16192" y="60871"/>
                  </a:cubicBezTo>
                  <a:cubicBezTo>
                    <a:pt x="14201" y="60871"/>
                    <a:pt x="12184" y="60677"/>
                    <a:pt x="10140" y="60289"/>
                  </a:cubicBezTo>
                  <a:cubicBezTo>
                    <a:pt x="8096" y="59895"/>
                    <a:pt x="5974" y="59303"/>
                    <a:pt x="3773" y="58514"/>
                  </a:cubicBezTo>
                  <a:moveTo>
                    <a:pt x="19572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8" y="27548"/>
                    <a:pt x="31166" y="24207"/>
                    <a:pt x="31166" y="19957"/>
                  </a:cubicBezTo>
                  <a:cubicBezTo>
                    <a:pt x="31166" y="15740"/>
                    <a:pt x="30118" y="12415"/>
                    <a:pt x="28023" y="9984"/>
                  </a:cubicBezTo>
                  <a:cubicBezTo>
                    <a:pt x="25953" y="7519"/>
                    <a:pt x="23136" y="6287"/>
                    <a:pt x="19572" y="6287"/>
                  </a:cubicBezTo>
                  <a:cubicBezTo>
                    <a:pt x="16009" y="6287"/>
                    <a:pt x="13179" y="7519"/>
                    <a:pt x="11083" y="9984"/>
                  </a:cubicBezTo>
                  <a:cubicBezTo>
                    <a:pt x="9013" y="12415"/>
                    <a:pt x="7978" y="15740"/>
                    <a:pt x="7978" y="19957"/>
                  </a:cubicBezTo>
                  <a:cubicBezTo>
                    <a:pt x="7978" y="24207"/>
                    <a:pt x="9013" y="27548"/>
                    <a:pt x="11083" y="29980"/>
                  </a:cubicBezTo>
                  <a:cubicBezTo>
                    <a:pt x="13179" y="32418"/>
                    <a:pt x="16009" y="33637"/>
                    <a:pt x="19572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7" name="Freeform 3606">
              <a:extLst>
                <a:ext uri="{FF2B5EF4-FFF2-40B4-BE49-F238E27FC236}">
                  <a16:creationId xmlns:a16="http://schemas.microsoft.com/office/drawing/2014/main" id="{0082399F-DCD3-F1D4-2DC7-2AC9E5F37CB5}"/>
                </a:ext>
              </a:extLst>
            </p:cNvPr>
            <p:cNvSpPr/>
            <p:nvPr/>
          </p:nvSpPr>
          <p:spPr>
            <a:xfrm>
              <a:off x="4204114" y="4789896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8" name="Freeform 3607">
              <a:extLst>
                <a:ext uri="{FF2B5EF4-FFF2-40B4-BE49-F238E27FC236}">
                  <a16:creationId xmlns:a16="http://schemas.microsoft.com/office/drawing/2014/main" id="{0797F56F-6977-CC9E-50E9-80566234AEEC}"/>
                </a:ext>
              </a:extLst>
            </p:cNvPr>
            <p:cNvSpPr/>
            <p:nvPr/>
          </p:nvSpPr>
          <p:spPr>
            <a:xfrm>
              <a:off x="4268649" y="4758733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3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3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7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" name="Freeform 3608">
              <a:extLst>
                <a:ext uri="{FF2B5EF4-FFF2-40B4-BE49-F238E27FC236}">
                  <a16:creationId xmlns:a16="http://schemas.microsoft.com/office/drawing/2014/main" id="{EEDDB8BA-0D61-294D-1D93-65648293C092}"/>
                </a:ext>
              </a:extLst>
            </p:cNvPr>
            <p:cNvSpPr/>
            <p:nvPr/>
          </p:nvSpPr>
          <p:spPr>
            <a:xfrm>
              <a:off x="4580469" y="4789896"/>
              <a:ext cx="50383" cy="6684"/>
            </a:xfrm>
            <a:custGeom>
              <a:avLst/>
              <a:gdLst>
                <a:gd name="csX0" fmla="*/ 0 w 50383"/>
                <a:gd name="csY0" fmla="*/ 0 h 6684"/>
                <a:gd name="csX1" fmla="*/ 50383 w 50383"/>
                <a:gd name="csY1" fmla="*/ 0 h 6684"/>
                <a:gd name="csX2" fmla="*/ 50383 w 50383"/>
                <a:gd name="csY2" fmla="*/ 6685 h 6684"/>
                <a:gd name="csX3" fmla="*/ 0 w 50383"/>
                <a:gd name="csY3" fmla="*/ 6685 h 6684"/>
                <a:gd name="csX4" fmla="*/ 0 w 5038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3" h="6684">
                  <a:moveTo>
                    <a:pt x="0" y="0"/>
                  </a:moveTo>
                  <a:lnTo>
                    <a:pt x="50383" y="0"/>
                  </a:lnTo>
                  <a:lnTo>
                    <a:pt x="5038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0" name="Freeform 3609">
              <a:extLst>
                <a:ext uri="{FF2B5EF4-FFF2-40B4-BE49-F238E27FC236}">
                  <a16:creationId xmlns:a16="http://schemas.microsoft.com/office/drawing/2014/main" id="{E18B3EEA-9C4D-E328-8230-FFE91188A48A}"/>
                </a:ext>
              </a:extLst>
            </p:cNvPr>
            <p:cNvSpPr/>
            <p:nvPr/>
          </p:nvSpPr>
          <p:spPr>
            <a:xfrm>
              <a:off x="4645512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09" y="7487"/>
                    <a:pt x="20957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1" name="Freeform 3610">
              <a:extLst>
                <a:ext uri="{FF2B5EF4-FFF2-40B4-BE49-F238E27FC236}">
                  <a16:creationId xmlns:a16="http://schemas.microsoft.com/office/drawing/2014/main" id="{A0D6FB0B-9F22-DE39-5DC6-CF003B2A001C}"/>
                </a:ext>
              </a:extLst>
            </p:cNvPr>
            <p:cNvSpPr/>
            <p:nvPr/>
          </p:nvSpPr>
          <p:spPr>
            <a:xfrm>
              <a:off x="4987687" y="4758733"/>
              <a:ext cx="40555" cy="60871"/>
            </a:xfrm>
            <a:custGeom>
              <a:avLst/>
              <a:gdLst>
                <a:gd name="csX0" fmla="*/ 20278 w 40555"/>
                <a:gd name="csY0" fmla="*/ 6287 h 60871"/>
                <a:gd name="csX1" fmla="*/ 11041 w 40555"/>
                <a:gd name="csY1" fmla="*/ 12341 h 60871"/>
                <a:gd name="csX2" fmla="*/ 7975 w 40555"/>
                <a:gd name="csY2" fmla="*/ 30455 h 60871"/>
                <a:gd name="csX3" fmla="*/ 11041 w 40555"/>
                <a:gd name="csY3" fmla="*/ 48579 h 60871"/>
                <a:gd name="csX4" fmla="*/ 20278 w 40555"/>
                <a:gd name="csY4" fmla="*/ 54584 h 60871"/>
                <a:gd name="csX5" fmla="*/ 29514 w 40555"/>
                <a:gd name="csY5" fmla="*/ 48579 h 60871"/>
                <a:gd name="csX6" fmla="*/ 32619 w 40555"/>
                <a:gd name="csY6" fmla="*/ 30455 h 60871"/>
                <a:gd name="csX7" fmla="*/ 29514 w 40555"/>
                <a:gd name="csY7" fmla="*/ 12341 h 60871"/>
                <a:gd name="csX8" fmla="*/ 20278 w 40555"/>
                <a:gd name="csY8" fmla="*/ 6287 h 60871"/>
                <a:gd name="csX9" fmla="*/ 20278 w 40555"/>
                <a:gd name="csY9" fmla="*/ 0 h 60871"/>
                <a:gd name="csX10" fmla="*/ 35335 w 40555"/>
                <a:gd name="csY10" fmla="*/ 7820 h 60871"/>
                <a:gd name="csX11" fmla="*/ 40555 w 40555"/>
                <a:gd name="csY11" fmla="*/ 30455 h 60871"/>
                <a:gd name="csX12" fmla="*/ 35335 w 40555"/>
                <a:gd name="csY12" fmla="*/ 53090 h 60871"/>
                <a:gd name="csX13" fmla="*/ 20278 w 40555"/>
                <a:gd name="csY13" fmla="*/ 60871 h 60871"/>
                <a:gd name="csX14" fmla="*/ 5191 w 40555"/>
                <a:gd name="csY14" fmla="*/ 53090 h 60871"/>
                <a:gd name="csX15" fmla="*/ 0 w 40555"/>
                <a:gd name="csY15" fmla="*/ 30455 h 60871"/>
                <a:gd name="csX16" fmla="*/ 5191 w 40555"/>
                <a:gd name="csY16" fmla="*/ 7820 h 60871"/>
                <a:gd name="csX17" fmla="*/ 20278 w 40555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5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15" y="13007"/>
                    <a:pt x="40555" y="20552"/>
                    <a:pt x="40555" y="30455"/>
                  </a:cubicBezTo>
                  <a:cubicBezTo>
                    <a:pt x="40555" y="40332"/>
                    <a:pt x="38815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1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1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2" name="Freeform 3611">
              <a:extLst>
                <a:ext uri="{FF2B5EF4-FFF2-40B4-BE49-F238E27FC236}">
                  <a16:creationId xmlns:a16="http://schemas.microsoft.com/office/drawing/2014/main" id="{A589A9C2-B97D-4D78-63B6-633F6AF9D22C}"/>
                </a:ext>
              </a:extLst>
            </p:cNvPr>
            <p:cNvSpPr/>
            <p:nvPr/>
          </p:nvSpPr>
          <p:spPr>
            <a:xfrm>
              <a:off x="5364315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27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2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17" y="49280"/>
                    <a:pt x="30727" y="46425"/>
                    <a:pt x="30727" y="42680"/>
                  </a:cubicBezTo>
                  <a:cubicBezTo>
                    <a:pt x="30727" y="39219"/>
                    <a:pt x="29511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2" y="10714"/>
                    <a:pt x="26128" y="9110"/>
                  </a:cubicBezTo>
                  <a:cubicBezTo>
                    <a:pt x="24006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3" name="Freeform 3612">
              <a:extLst>
                <a:ext uri="{FF2B5EF4-FFF2-40B4-BE49-F238E27FC236}">
                  <a16:creationId xmlns:a16="http://schemas.microsoft.com/office/drawing/2014/main" id="{746CE051-0DE0-9146-CDA0-C59947A7BD1A}"/>
                </a:ext>
              </a:extLst>
            </p:cNvPr>
            <p:cNvSpPr/>
            <p:nvPr/>
          </p:nvSpPr>
          <p:spPr>
            <a:xfrm>
              <a:off x="4668564" y="4868396"/>
              <a:ext cx="46356" cy="42175"/>
            </a:xfrm>
            <a:custGeom>
              <a:avLst/>
              <a:gdLst>
                <a:gd name="csX0" fmla="*/ 46357 w 46356"/>
                <a:gd name="csY0" fmla="*/ 6132 h 42175"/>
                <a:gd name="csX1" fmla="*/ 44766 w 46356"/>
                <a:gd name="csY1" fmla="*/ 10129 h 42175"/>
                <a:gd name="csX2" fmla="*/ 41351 w 46356"/>
                <a:gd name="csY2" fmla="*/ 11545 h 42175"/>
                <a:gd name="csX3" fmla="*/ 38721 w 46356"/>
                <a:gd name="csY3" fmla="*/ 10546 h 42175"/>
                <a:gd name="csX4" fmla="*/ 37809 w 46356"/>
                <a:gd name="csY4" fmla="*/ 8266 h 42175"/>
                <a:gd name="csX5" fmla="*/ 39080 w 46356"/>
                <a:gd name="csY5" fmla="*/ 5045 h 42175"/>
                <a:gd name="csX6" fmla="*/ 42262 w 46356"/>
                <a:gd name="csY6" fmla="*/ 3221 h 42175"/>
                <a:gd name="csX7" fmla="*/ 37625 w 46356"/>
                <a:gd name="csY7" fmla="*/ 2047 h 42175"/>
                <a:gd name="csX8" fmla="*/ 34219 w 46356"/>
                <a:gd name="csY8" fmla="*/ 2998 h 42175"/>
                <a:gd name="csX9" fmla="*/ 31716 w 46356"/>
                <a:gd name="csY9" fmla="*/ 5181 h 42175"/>
                <a:gd name="csX10" fmla="*/ 29989 w 46356"/>
                <a:gd name="csY10" fmla="*/ 8179 h 42175"/>
                <a:gd name="csX11" fmla="*/ 28903 w 46356"/>
                <a:gd name="csY11" fmla="*/ 10954 h 42175"/>
                <a:gd name="csX12" fmla="*/ 28398 w 46356"/>
                <a:gd name="csY12" fmla="*/ 13040 h 42175"/>
                <a:gd name="csX13" fmla="*/ 25216 w 46356"/>
                <a:gd name="csY13" fmla="*/ 25769 h 42175"/>
                <a:gd name="csX14" fmla="*/ 23673 w 46356"/>
                <a:gd name="csY14" fmla="*/ 33948 h 42175"/>
                <a:gd name="csX15" fmla="*/ 24944 w 46356"/>
                <a:gd name="csY15" fmla="*/ 38362 h 42175"/>
                <a:gd name="csX16" fmla="*/ 28767 w 46356"/>
                <a:gd name="csY16" fmla="*/ 40089 h 42175"/>
                <a:gd name="csX17" fmla="*/ 30901 w 46356"/>
                <a:gd name="csY17" fmla="*/ 39808 h 42175"/>
                <a:gd name="csX18" fmla="*/ 33492 w 46356"/>
                <a:gd name="csY18" fmla="*/ 38673 h 42175"/>
                <a:gd name="csX19" fmla="*/ 36305 w 46356"/>
                <a:gd name="csY19" fmla="*/ 36538 h 42175"/>
                <a:gd name="csX20" fmla="*/ 38993 w 46356"/>
                <a:gd name="csY20" fmla="*/ 32997 h 42175"/>
                <a:gd name="csX21" fmla="*/ 41176 w 46356"/>
                <a:gd name="csY21" fmla="*/ 27903 h 42175"/>
                <a:gd name="csX22" fmla="*/ 42350 w 46356"/>
                <a:gd name="csY22" fmla="*/ 26904 h 42175"/>
                <a:gd name="csX23" fmla="*/ 43495 w 46356"/>
                <a:gd name="csY23" fmla="*/ 27816 h 42175"/>
                <a:gd name="csX24" fmla="*/ 42854 w 46356"/>
                <a:gd name="csY24" fmla="*/ 30222 h 42175"/>
                <a:gd name="csX25" fmla="*/ 40943 w 46356"/>
                <a:gd name="csY25" fmla="*/ 33899 h 42175"/>
                <a:gd name="csX26" fmla="*/ 37994 w 46356"/>
                <a:gd name="csY26" fmla="*/ 37809 h 42175"/>
                <a:gd name="csX27" fmla="*/ 33812 w 46356"/>
                <a:gd name="csY27" fmla="*/ 40904 h 42175"/>
                <a:gd name="csX28" fmla="*/ 28582 w 46356"/>
                <a:gd name="csY28" fmla="*/ 42175 h 42175"/>
                <a:gd name="csX29" fmla="*/ 22082 w 46356"/>
                <a:gd name="csY29" fmla="*/ 40089 h 42175"/>
                <a:gd name="csX30" fmla="*/ 18541 w 46356"/>
                <a:gd name="csY30" fmla="*/ 35083 h 42175"/>
                <a:gd name="csX31" fmla="*/ 17997 w 46356"/>
                <a:gd name="csY31" fmla="*/ 36043 h 42175"/>
                <a:gd name="csX32" fmla="*/ 16717 w 46356"/>
                <a:gd name="csY32" fmla="*/ 37809 h 42175"/>
                <a:gd name="csX33" fmla="*/ 14767 w 46356"/>
                <a:gd name="csY33" fmla="*/ 39905 h 42175"/>
                <a:gd name="csX34" fmla="*/ 12089 w 46356"/>
                <a:gd name="csY34" fmla="*/ 41448 h 42175"/>
                <a:gd name="csX35" fmla="*/ 8771 w 46356"/>
                <a:gd name="csY35" fmla="*/ 42175 h 42175"/>
                <a:gd name="csX36" fmla="*/ 4628 w 46356"/>
                <a:gd name="csY36" fmla="*/ 41535 h 42175"/>
                <a:gd name="csX37" fmla="*/ 1358 w 46356"/>
                <a:gd name="csY37" fmla="*/ 39449 h 42175"/>
                <a:gd name="csX38" fmla="*/ 0 w 46356"/>
                <a:gd name="csY38" fmla="*/ 35995 h 42175"/>
                <a:gd name="csX39" fmla="*/ 1494 w 46356"/>
                <a:gd name="csY39" fmla="*/ 32221 h 42175"/>
                <a:gd name="csX40" fmla="*/ 5132 w 46356"/>
                <a:gd name="csY40" fmla="*/ 30630 h 42175"/>
                <a:gd name="csX41" fmla="*/ 7490 w 46356"/>
                <a:gd name="csY41" fmla="*/ 31406 h 42175"/>
                <a:gd name="csX42" fmla="*/ 8586 w 46356"/>
                <a:gd name="csY42" fmla="*/ 33860 h 42175"/>
                <a:gd name="csX43" fmla="*/ 7315 w 46356"/>
                <a:gd name="csY43" fmla="*/ 37130 h 42175"/>
                <a:gd name="csX44" fmla="*/ 4220 w 46356"/>
                <a:gd name="csY44" fmla="*/ 38906 h 42175"/>
                <a:gd name="csX45" fmla="*/ 8858 w 46356"/>
                <a:gd name="csY45" fmla="*/ 40089 h 42175"/>
                <a:gd name="csX46" fmla="*/ 14223 w 46356"/>
                <a:gd name="csY46" fmla="*/ 37450 h 42175"/>
                <a:gd name="csX47" fmla="*/ 17716 w 46356"/>
                <a:gd name="csY47" fmla="*/ 30406 h 42175"/>
                <a:gd name="csX48" fmla="*/ 21626 w 46356"/>
                <a:gd name="csY48" fmla="*/ 15087 h 42175"/>
                <a:gd name="csX49" fmla="*/ 22722 w 46356"/>
                <a:gd name="csY49" fmla="*/ 8266 h 42175"/>
                <a:gd name="csX50" fmla="*/ 22218 w 46356"/>
                <a:gd name="csY50" fmla="*/ 5045 h 42175"/>
                <a:gd name="csX51" fmla="*/ 20860 w 46356"/>
                <a:gd name="csY51" fmla="*/ 3134 h 42175"/>
                <a:gd name="csX52" fmla="*/ 19268 w 46356"/>
                <a:gd name="csY52" fmla="*/ 2270 h 42175"/>
                <a:gd name="csX53" fmla="*/ 17716 w 46356"/>
                <a:gd name="csY53" fmla="*/ 2047 h 42175"/>
                <a:gd name="csX54" fmla="*/ 14815 w 46356"/>
                <a:gd name="csY54" fmla="*/ 2590 h 42175"/>
                <a:gd name="csX55" fmla="*/ 11497 w 46356"/>
                <a:gd name="csY55" fmla="*/ 4405 h 42175"/>
                <a:gd name="csX56" fmla="*/ 8043 w 46356"/>
                <a:gd name="csY56" fmla="*/ 8179 h 42175"/>
                <a:gd name="csX57" fmla="*/ 5220 w 46356"/>
                <a:gd name="csY57" fmla="*/ 14223 h 42175"/>
                <a:gd name="csX58" fmla="*/ 3997 w 46356"/>
                <a:gd name="csY58" fmla="*/ 15271 h 42175"/>
                <a:gd name="csX59" fmla="*/ 2901 w 46356"/>
                <a:gd name="csY59" fmla="*/ 14311 h 42175"/>
                <a:gd name="csX60" fmla="*/ 3493 w 46356"/>
                <a:gd name="csY60" fmla="*/ 11953 h 42175"/>
                <a:gd name="csX61" fmla="*/ 5404 w 46356"/>
                <a:gd name="csY61" fmla="*/ 8266 h 42175"/>
                <a:gd name="csX62" fmla="*/ 8402 w 46356"/>
                <a:gd name="csY62" fmla="*/ 4405 h 42175"/>
                <a:gd name="csX63" fmla="*/ 12632 w 46356"/>
                <a:gd name="csY63" fmla="*/ 1271 h 42175"/>
                <a:gd name="csX64" fmla="*/ 17900 w 46356"/>
                <a:gd name="csY64" fmla="*/ 0 h 42175"/>
                <a:gd name="csX65" fmla="*/ 20307 w 46356"/>
                <a:gd name="csY65" fmla="*/ 272 h 42175"/>
                <a:gd name="csX66" fmla="*/ 22994 w 46356"/>
                <a:gd name="csY66" fmla="*/ 1184 h 42175"/>
                <a:gd name="csX67" fmla="*/ 25808 w 46356"/>
                <a:gd name="csY67" fmla="*/ 3357 h 42175"/>
                <a:gd name="csX68" fmla="*/ 27942 w 46356"/>
                <a:gd name="csY68" fmla="*/ 7044 h 42175"/>
                <a:gd name="csX69" fmla="*/ 29223 w 46356"/>
                <a:gd name="csY69" fmla="*/ 4997 h 42175"/>
                <a:gd name="csX70" fmla="*/ 31173 w 46356"/>
                <a:gd name="csY70" fmla="*/ 2775 h 42175"/>
                <a:gd name="csX71" fmla="*/ 34084 w 46356"/>
                <a:gd name="csY71" fmla="*/ 766 h 42175"/>
                <a:gd name="csX72" fmla="*/ 37722 w 46356"/>
                <a:gd name="csY72" fmla="*/ 0 h 42175"/>
                <a:gd name="csX73" fmla="*/ 41399 w 46356"/>
                <a:gd name="csY73" fmla="*/ 495 h 42175"/>
                <a:gd name="csX74" fmla="*/ 44766 w 46356"/>
                <a:gd name="csY74" fmla="*/ 2455 h 42175"/>
                <a:gd name="csX75" fmla="*/ 46357 w 46356"/>
                <a:gd name="csY75" fmla="*/ 6132 h 42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356" h="42175">
                  <a:moveTo>
                    <a:pt x="46357" y="6132"/>
                  </a:moveTo>
                  <a:cubicBezTo>
                    <a:pt x="46357" y="7833"/>
                    <a:pt x="45826" y="9165"/>
                    <a:pt x="44766" y="10129"/>
                  </a:cubicBezTo>
                  <a:cubicBezTo>
                    <a:pt x="43705" y="11073"/>
                    <a:pt x="42567" y="11545"/>
                    <a:pt x="41351" y="11545"/>
                  </a:cubicBezTo>
                  <a:cubicBezTo>
                    <a:pt x="40199" y="11545"/>
                    <a:pt x="39323" y="11212"/>
                    <a:pt x="38721" y="10546"/>
                  </a:cubicBezTo>
                  <a:cubicBezTo>
                    <a:pt x="38113" y="9880"/>
                    <a:pt x="37809" y="9120"/>
                    <a:pt x="37809" y="8266"/>
                  </a:cubicBezTo>
                  <a:cubicBezTo>
                    <a:pt x="37809" y="7115"/>
                    <a:pt x="38233" y="6041"/>
                    <a:pt x="39080" y="5045"/>
                  </a:cubicBezTo>
                  <a:cubicBezTo>
                    <a:pt x="39928" y="4043"/>
                    <a:pt x="40988" y="3434"/>
                    <a:pt x="42262" y="3221"/>
                  </a:cubicBezTo>
                  <a:cubicBezTo>
                    <a:pt x="41021" y="2438"/>
                    <a:pt x="39475" y="2047"/>
                    <a:pt x="37625" y="2047"/>
                  </a:cubicBezTo>
                  <a:cubicBezTo>
                    <a:pt x="36415" y="2047"/>
                    <a:pt x="35280" y="2364"/>
                    <a:pt x="34219" y="2998"/>
                  </a:cubicBezTo>
                  <a:cubicBezTo>
                    <a:pt x="33191" y="3632"/>
                    <a:pt x="32357" y="4359"/>
                    <a:pt x="31716" y="5181"/>
                  </a:cubicBezTo>
                  <a:cubicBezTo>
                    <a:pt x="31115" y="5996"/>
                    <a:pt x="30539" y="6995"/>
                    <a:pt x="29989" y="8179"/>
                  </a:cubicBezTo>
                  <a:cubicBezTo>
                    <a:pt x="29478" y="9330"/>
                    <a:pt x="29116" y="10255"/>
                    <a:pt x="28903" y="10954"/>
                  </a:cubicBezTo>
                  <a:cubicBezTo>
                    <a:pt x="28722" y="11620"/>
                    <a:pt x="28553" y="12315"/>
                    <a:pt x="28398" y="13040"/>
                  </a:cubicBezTo>
                  <a:lnTo>
                    <a:pt x="25216" y="25769"/>
                  </a:lnTo>
                  <a:cubicBezTo>
                    <a:pt x="24187" y="29798"/>
                    <a:pt x="23673" y="32525"/>
                    <a:pt x="23673" y="33948"/>
                  </a:cubicBezTo>
                  <a:cubicBezTo>
                    <a:pt x="23673" y="35707"/>
                    <a:pt x="24097" y="37179"/>
                    <a:pt x="24944" y="38362"/>
                  </a:cubicBezTo>
                  <a:cubicBezTo>
                    <a:pt x="25791" y="39513"/>
                    <a:pt x="27066" y="40089"/>
                    <a:pt x="28767" y="40089"/>
                  </a:cubicBezTo>
                  <a:cubicBezTo>
                    <a:pt x="29433" y="40089"/>
                    <a:pt x="30145" y="39995"/>
                    <a:pt x="30901" y="39808"/>
                  </a:cubicBezTo>
                  <a:cubicBezTo>
                    <a:pt x="31658" y="39601"/>
                    <a:pt x="32522" y="39223"/>
                    <a:pt x="33492" y="38673"/>
                  </a:cubicBezTo>
                  <a:cubicBezTo>
                    <a:pt x="34494" y="38097"/>
                    <a:pt x="35432" y="37386"/>
                    <a:pt x="36305" y="36538"/>
                  </a:cubicBezTo>
                  <a:cubicBezTo>
                    <a:pt x="37217" y="35659"/>
                    <a:pt x="38113" y="34478"/>
                    <a:pt x="38993" y="32997"/>
                  </a:cubicBezTo>
                  <a:cubicBezTo>
                    <a:pt x="39873" y="31509"/>
                    <a:pt x="40600" y="29811"/>
                    <a:pt x="41176" y="27903"/>
                  </a:cubicBezTo>
                  <a:cubicBezTo>
                    <a:pt x="41357" y="27237"/>
                    <a:pt x="41748" y="26904"/>
                    <a:pt x="42350" y="26904"/>
                  </a:cubicBezTo>
                  <a:cubicBezTo>
                    <a:pt x="43113" y="26904"/>
                    <a:pt x="43495" y="27208"/>
                    <a:pt x="43495" y="27816"/>
                  </a:cubicBezTo>
                  <a:cubicBezTo>
                    <a:pt x="43495" y="28327"/>
                    <a:pt x="43281" y="29129"/>
                    <a:pt x="42854" y="30222"/>
                  </a:cubicBezTo>
                  <a:cubicBezTo>
                    <a:pt x="42460" y="31283"/>
                    <a:pt x="41823" y="32509"/>
                    <a:pt x="40943" y="33899"/>
                  </a:cubicBezTo>
                  <a:cubicBezTo>
                    <a:pt x="40096" y="35264"/>
                    <a:pt x="39113" y="36567"/>
                    <a:pt x="37994" y="37809"/>
                  </a:cubicBezTo>
                  <a:cubicBezTo>
                    <a:pt x="36868" y="39025"/>
                    <a:pt x="35474" y="40057"/>
                    <a:pt x="33812" y="40904"/>
                  </a:cubicBezTo>
                  <a:cubicBezTo>
                    <a:pt x="32143" y="41752"/>
                    <a:pt x="30400" y="42175"/>
                    <a:pt x="28582" y="42175"/>
                  </a:cubicBezTo>
                  <a:cubicBezTo>
                    <a:pt x="25976" y="42175"/>
                    <a:pt x="23809" y="41480"/>
                    <a:pt x="22082" y="40089"/>
                  </a:cubicBezTo>
                  <a:cubicBezTo>
                    <a:pt x="20355" y="38692"/>
                    <a:pt x="19175" y="37023"/>
                    <a:pt x="18541" y="35083"/>
                  </a:cubicBezTo>
                  <a:cubicBezTo>
                    <a:pt x="18386" y="35355"/>
                    <a:pt x="18204" y="35675"/>
                    <a:pt x="17997" y="36043"/>
                  </a:cubicBezTo>
                  <a:cubicBezTo>
                    <a:pt x="17784" y="36406"/>
                    <a:pt x="17357" y="36994"/>
                    <a:pt x="16717" y="37809"/>
                  </a:cubicBezTo>
                  <a:cubicBezTo>
                    <a:pt x="16115" y="38598"/>
                    <a:pt x="15465" y="39297"/>
                    <a:pt x="14767" y="39905"/>
                  </a:cubicBezTo>
                  <a:cubicBezTo>
                    <a:pt x="14068" y="40481"/>
                    <a:pt x="13175" y="40995"/>
                    <a:pt x="12089" y="41448"/>
                  </a:cubicBezTo>
                  <a:cubicBezTo>
                    <a:pt x="11028" y="41933"/>
                    <a:pt x="9922" y="42175"/>
                    <a:pt x="8771" y="42175"/>
                  </a:cubicBezTo>
                  <a:cubicBezTo>
                    <a:pt x="7315" y="42175"/>
                    <a:pt x="5934" y="41962"/>
                    <a:pt x="4628" y="41535"/>
                  </a:cubicBezTo>
                  <a:cubicBezTo>
                    <a:pt x="3360" y="41114"/>
                    <a:pt x="2270" y="40419"/>
                    <a:pt x="1358" y="39449"/>
                  </a:cubicBezTo>
                  <a:cubicBezTo>
                    <a:pt x="453" y="38479"/>
                    <a:pt x="0" y="37327"/>
                    <a:pt x="0" y="35995"/>
                  </a:cubicBezTo>
                  <a:cubicBezTo>
                    <a:pt x="0" y="34507"/>
                    <a:pt x="498" y="33249"/>
                    <a:pt x="1494" y="32221"/>
                  </a:cubicBezTo>
                  <a:cubicBezTo>
                    <a:pt x="2523" y="31160"/>
                    <a:pt x="3735" y="30630"/>
                    <a:pt x="5132" y="30630"/>
                  </a:cubicBezTo>
                  <a:cubicBezTo>
                    <a:pt x="6012" y="30630"/>
                    <a:pt x="6798" y="30888"/>
                    <a:pt x="7490" y="31406"/>
                  </a:cubicBezTo>
                  <a:cubicBezTo>
                    <a:pt x="8221" y="31917"/>
                    <a:pt x="8586" y="32735"/>
                    <a:pt x="8586" y="33860"/>
                  </a:cubicBezTo>
                  <a:cubicBezTo>
                    <a:pt x="8586" y="35102"/>
                    <a:pt x="8163" y="36192"/>
                    <a:pt x="7315" y="37130"/>
                  </a:cubicBezTo>
                  <a:cubicBezTo>
                    <a:pt x="6468" y="38068"/>
                    <a:pt x="5436" y="38660"/>
                    <a:pt x="4220" y="38906"/>
                  </a:cubicBezTo>
                  <a:cubicBezTo>
                    <a:pt x="5462" y="39695"/>
                    <a:pt x="7008" y="40089"/>
                    <a:pt x="8858" y="40089"/>
                  </a:cubicBezTo>
                  <a:cubicBezTo>
                    <a:pt x="10857" y="40089"/>
                    <a:pt x="12645" y="39210"/>
                    <a:pt x="14223" y="37450"/>
                  </a:cubicBezTo>
                  <a:cubicBezTo>
                    <a:pt x="15795" y="35691"/>
                    <a:pt x="16959" y="33343"/>
                    <a:pt x="17716" y="30406"/>
                  </a:cubicBezTo>
                  <a:cubicBezTo>
                    <a:pt x="19598" y="23343"/>
                    <a:pt x="20902" y="18237"/>
                    <a:pt x="21626" y="15087"/>
                  </a:cubicBezTo>
                  <a:cubicBezTo>
                    <a:pt x="22357" y="11904"/>
                    <a:pt x="22722" y="9631"/>
                    <a:pt x="22722" y="8266"/>
                  </a:cubicBezTo>
                  <a:cubicBezTo>
                    <a:pt x="22722" y="6998"/>
                    <a:pt x="22554" y="5925"/>
                    <a:pt x="22218" y="5045"/>
                  </a:cubicBezTo>
                  <a:cubicBezTo>
                    <a:pt x="21888" y="4165"/>
                    <a:pt x="21435" y="3528"/>
                    <a:pt x="20860" y="3134"/>
                  </a:cubicBezTo>
                  <a:cubicBezTo>
                    <a:pt x="20310" y="2707"/>
                    <a:pt x="19779" y="2419"/>
                    <a:pt x="19268" y="2270"/>
                  </a:cubicBezTo>
                  <a:cubicBezTo>
                    <a:pt x="18783" y="2122"/>
                    <a:pt x="18266" y="2047"/>
                    <a:pt x="17716" y="2047"/>
                  </a:cubicBezTo>
                  <a:cubicBezTo>
                    <a:pt x="16811" y="2047"/>
                    <a:pt x="15844" y="2228"/>
                    <a:pt x="14815" y="2590"/>
                  </a:cubicBezTo>
                  <a:cubicBezTo>
                    <a:pt x="13813" y="2953"/>
                    <a:pt x="12707" y="3557"/>
                    <a:pt x="11497" y="4405"/>
                  </a:cubicBezTo>
                  <a:cubicBezTo>
                    <a:pt x="10313" y="5226"/>
                    <a:pt x="9162" y="6484"/>
                    <a:pt x="8043" y="8179"/>
                  </a:cubicBezTo>
                  <a:cubicBezTo>
                    <a:pt x="6918" y="9874"/>
                    <a:pt x="5976" y="11888"/>
                    <a:pt x="5220" y="14223"/>
                  </a:cubicBezTo>
                  <a:cubicBezTo>
                    <a:pt x="5071" y="14922"/>
                    <a:pt x="4663" y="15271"/>
                    <a:pt x="3997" y="15271"/>
                  </a:cubicBezTo>
                  <a:cubicBezTo>
                    <a:pt x="3266" y="15239"/>
                    <a:pt x="2901" y="14919"/>
                    <a:pt x="2901" y="14311"/>
                  </a:cubicBezTo>
                  <a:cubicBezTo>
                    <a:pt x="2901" y="13800"/>
                    <a:pt x="3098" y="13014"/>
                    <a:pt x="3493" y="11953"/>
                  </a:cubicBezTo>
                  <a:cubicBezTo>
                    <a:pt x="3920" y="10860"/>
                    <a:pt x="4557" y="9631"/>
                    <a:pt x="5404" y="8266"/>
                  </a:cubicBezTo>
                  <a:cubicBezTo>
                    <a:pt x="6284" y="6908"/>
                    <a:pt x="7283" y="5621"/>
                    <a:pt x="8402" y="4405"/>
                  </a:cubicBezTo>
                  <a:cubicBezTo>
                    <a:pt x="9553" y="3163"/>
                    <a:pt x="10963" y="2118"/>
                    <a:pt x="12632" y="1271"/>
                  </a:cubicBezTo>
                  <a:cubicBezTo>
                    <a:pt x="14327" y="424"/>
                    <a:pt x="16083" y="0"/>
                    <a:pt x="17900" y="0"/>
                  </a:cubicBezTo>
                  <a:cubicBezTo>
                    <a:pt x="18722" y="0"/>
                    <a:pt x="19524" y="90"/>
                    <a:pt x="20307" y="272"/>
                  </a:cubicBezTo>
                  <a:cubicBezTo>
                    <a:pt x="21128" y="420"/>
                    <a:pt x="22024" y="724"/>
                    <a:pt x="22994" y="1184"/>
                  </a:cubicBezTo>
                  <a:cubicBezTo>
                    <a:pt x="23990" y="1636"/>
                    <a:pt x="24928" y="2361"/>
                    <a:pt x="25808" y="3357"/>
                  </a:cubicBezTo>
                  <a:cubicBezTo>
                    <a:pt x="26687" y="4359"/>
                    <a:pt x="27399" y="5588"/>
                    <a:pt x="27942" y="7044"/>
                  </a:cubicBezTo>
                  <a:cubicBezTo>
                    <a:pt x="28311" y="6345"/>
                    <a:pt x="28738" y="5663"/>
                    <a:pt x="29223" y="4997"/>
                  </a:cubicBezTo>
                  <a:cubicBezTo>
                    <a:pt x="29734" y="4330"/>
                    <a:pt x="30384" y="3590"/>
                    <a:pt x="31173" y="2775"/>
                  </a:cubicBezTo>
                  <a:cubicBezTo>
                    <a:pt x="31994" y="1921"/>
                    <a:pt x="32965" y="1251"/>
                    <a:pt x="34084" y="766"/>
                  </a:cubicBezTo>
                  <a:cubicBezTo>
                    <a:pt x="35235" y="255"/>
                    <a:pt x="36448" y="0"/>
                    <a:pt x="37722" y="0"/>
                  </a:cubicBezTo>
                  <a:cubicBezTo>
                    <a:pt x="38964" y="0"/>
                    <a:pt x="40190" y="165"/>
                    <a:pt x="41399" y="495"/>
                  </a:cubicBezTo>
                  <a:cubicBezTo>
                    <a:pt x="42609" y="799"/>
                    <a:pt x="43731" y="1452"/>
                    <a:pt x="44766" y="2455"/>
                  </a:cubicBezTo>
                  <a:cubicBezTo>
                    <a:pt x="45826" y="3425"/>
                    <a:pt x="46357" y="4651"/>
                    <a:pt x="46357" y="613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4" name="Freeform 3613">
              <a:extLst>
                <a:ext uri="{FF2B5EF4-FFF2-40B4-BE49-F238E27FC236}">
                  <a16:creationId xmlns:a16="http://schemas.microsoft.com/office/drawing/2014/main" id="{3C7EAEF7-8202-D5FB-8EC8-18848A72265E}"/>
                </a:ext>
              </a:extLst>
            </p:cNvPr>
            <p:cNvSpPr/>
            <p:nvPr/>
          </p:nvSpPr>
          <p:spPr>
            <a:xfrm>
              <a:off x="3699409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5" name="Freeform 3614">
              <a:extLst>
                <a:ext uri="{FF2B5EF4-FFF2-40B4-BE49-F238E27FC236}">
                  <a16:creationId xmlns:a16="http://schemas.microsoft.com/office/drawing/2014/main" id="{757D52BE-BBE5-0245-590C-1835666F2F9A}"/>
                </a:ext>
              </a:extLst>
            </p:cNvPr>
            <p:cNvSpPr/>
            <p:nvPr/>
          </p:nvSpPr>
          <p:spPr>
            <a:xfrm>
              <a:off x="3699409" y="469001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6" name="Freeform 3615">
              <a:extLst>
                <a:ext uri="{FF2B5EF4-FFF2-40B4-BE49-F238E27FC236}">
                  <a16:creationId xmlns:a16="http://schemas.microsoft.com/office/drawing/2014/main" id="{357F1CBD-7618-E432-C734-5E161CDD6AD1}"/>
                </a:ext>
              </a:extLst>
            </p:cNvPr>
            <p:cNvSpPr/>
            <p:nvPr/>
          </p:nvSpPr>
          <p:spPr>
            <a:xfrm>
              <a:off x="3699409" y="4385239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7" name="Freeform 3616">
              <a:extLst>
                <a:ext uri="{FF2B5EF4-FFF2-40B4-BE49-F238E27FC236}">
                  <a16:creationId xmlns:a16="http://schemas.microsoft.com/office/drawing/2014/main" id="{F67392EE-20D2-77AB-A952-0E164E6606D0}"/>
                </a:ext>
              </a:extLst>
            </p:cNvPr>
            <p:cNvSpPr/>
            <p:nvPr/>
          </p:nvSpPr>
          <p:spPr>
            <a:xfrm>
              <a:off x="3699409" y="4080457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8" name="Freeform 3617">
              <a:extLst>
                <a:ext uri="{FF2B5EF4-FFF2-40B4-BE49-F238E27FC236}">
                  <a16:creationId xmlns:a16="http://schemas.microsoft.com/office/drawing/2014/main" id="{B507AF60-B2EF-90B3-10A9-E68831EF601E}"/>
                </a:ext>
              </a:extLst>
            </p:cNvPr>
            <p:cNvSpPr/>
            <p:nvPr/>
          </p:nvSpPr>
          <p:spPr>
            <a:xfrm>
              <a:off x="3699409" y="3775677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" name="Freeform 3618">
              <a:extLst>
                <a:ext uri="{FF2B5EF4-FFF2-40B4-BE49-F238E27FC236}">
                  <a16:creationId xmlns:a16="http://schemas.microsoft.com/office/drawing/2014/main" id="{D2CA6153-22C7-3AB9-8F85-EDDDD07D9F52}"/>
                </a:ext>
              </a:extLst>
            </p:cNvPr>
            <p:cNvSpPr/>
            <p:nvPr/>
          </p:nvSpPr>
          <p:spPr>
            <a:xfrm>
              <a:off x="3699409" y="3470898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0" name="Freeform 3619">
              <a:extLst>
                <a:ext uri="{FF2B5EF4-FFF2-40B4-BE49-F238E27FC236}">
                  <a16:creationId xmlns:a16="http://schemas.microsoft.com/office/drawing/2014/main" id="{0E2344AB-B8A1-F785-2DFF-62380C183989}"/>
                </a:ext>
              </a:extLst>
            </p:cNvPr>
            <p:cNvSpPr/>
            <p:nvPr/>
          </p:nvSpPr>
          <p:spPr>
            <a:xfrm>
              <a:off x="3547124" y="4659616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" name="Freeform 3620">
              <a:extLst>
                <a:ext uri="{FF2B5EF4-FFF2-40B4-BE49-F238E27FC236}">
                  <a16:creationId xmlns:a16="http://schemas.microsoft.com/office/drawing/2014/main" id="{42FF653E-DE70-31D0-BAC7-A8F3121A4AA5}"/>
                </a:ext>
              </a:extLst>
            </p:cNvPr>
            <p:cNvSpPr/>
            <p:nvPr/>
          </p:nvSpPr>
          <p:spPr>
            <a:xfrm>
              <a:off x="3601637" y="4709368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2" name="Freeform 3621">
              <a:extLst>
                <a:ext uri="{FF2B5EF4-FFF2-40B4-BE49-F238E27FC236}">
                  <a16:creationId xmlns:a16="http://schemas.microsoft.com/office/drawing/2014/main" id="{B7D920B8-A163-BBB8-AAA7-2A86519B503B}"/>
                </a:ext>
              </a:extLst>
            </p:cNvPr>
            <p:cNvSpPr/>
            <p:nvPr/>
          </p:nvSpPr>
          <p:spPr>
            <a:xfrm>
              <a:off x="3623922" y="4659616"/>
              <a:ext cx="40559" cy="60880"/>
            </a:xfrm>
            <a:custGeom>
              <a:avLst/>
              <a:gdLst>
                <a:gd name="csX0" fmla="*/ 20280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80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80 w 40559"/>
                <a:gd name="csY8" fmla="*/ 6287 h 60880"/>
                <a:gd name="csX9" fmla="*/ 20280 w 40559"/>
                <a:gd name="csY9" fmla="*/ 0 h 60880"/>
                <a:gd name="csX10" fmla="*/ 35333 w 40559"/>
                <a:gd name="csY10" fmla="*/ 7820 h 60880"/>
                <a:gd name="csX11" fmla="*/ 40560 w 40559"/>
                <a:gd name="csY11" fmla="*/ 30455 h 60880"/>
                <a:gd name="csX12" fmla="*/ 35333 w 40559"/>
                <a:gd name="csY12" fmla="*/ 53100 h 60880"/>
                <a:gd name="csX13" fmla="*/ 20280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80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4" y="2607"/>
                    <a:pt x="35333" y="7820"/>
                  </a:cubicBezTo>
                  <a:cubicBezTo>
                    <a:pt x="38818" y="13007"/>
                    <a:pt x="40560" y="20552"/>
                    <a:pt x="40560" y="30455"/>
                  </a:cubicBezTo>
                  <a:cubicBezTo>
                    <a:pt x="40560" y="40338"/>
                    <a:pt x="38818" y="47887"/>
                    <a:pt x="35333" y="53100"/>
                  </a:cubicBezTo>
                  <a:cubicBezTo>
                    <a:pt x="31874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3" name="Freeform 3622">
              <a:extLst>
                <a:ext uri="{FF2B5EF4-FFF2-40B4-BE49-F238E27FC236}">
                  <a16:creationId xmlns:a16="http://schemas.microsoft.com/office/drawing/2014/main" id="{A9190326-B628-4680-E9A4-AC5FE5A995AD}"/>
                </a:ext>
              </a:extLst>
            </p:cNvPr>
            <p:cNvSpPr/>
            <p:nvPr/>
          </p:nvSpPr>
          <p:spPr>
            <a:xfrm>
              <a:off x="3549208" y="4354836"/>
              <a:ext cx="40560" cy="60877"/>
            </a:xfrm>
            <a:custGeom>
              <a:avLst/>
              <a:gdLst>
                <a:gd name="csX0" fmla="*/ 20280 w 40560"/>
                <a:gd name="csY0" fmla="*/ 6289 h 60877"/>
                <a:gd name="csX1" fmla="*/ 11044 w 40560"/>
                <a:gd name="csY1" fmla="*/ 12338 h 60877"/>
                <a:gd name="csX2" fmla="*/ 7979 w 40560"/>
                <a:gd name="csY2" fmla="*/ 30462 h 60877"/>
                <a:gd name="csX3" fmla="*/ 11044 w 40560"/>
                <a:gd name="csY3" fmla="*/ 48576 h 60877"/>
                <a:gd name="csX4" fmla="*/ 20280 w 40560"/>
                <a:gd name="csY4" fmla="*/ 54591 h 60877"/>
                <a:gd name="csX5" fmla="*/ 29517 w 40560"/>
                <a:gd name="csY5" fmla="*/ 48576 h 60877"/>
                <a:gd name="csX6" fmla="*/ 32622 w 40560"/>
                <a:gd name="csY6" fmla="*/ 30462 h 60877"/>
                <a:gd name="csX7" fmla="*/ 29517 w 40560"/>
                <a:gd name="csY7" fmla="*/ 12338 h 60877"/>
                <a:gd name="csX8" fmla="*/ 20280 w 40560"/>
                <a:gd name="csY8" fmla="*/ 6289 h 60877"/>
                <a:gd name="csX9" fmla="*/ 20280 w 40560"/>
                <a:gd name="csY9" fmla="*/ 0 h 60877"/>
                <a:gd name="csX10" fmla="*/ 35333 w 40560"/>
                <a:gd name="csY10" fmla="*/ 7817 h 60877"/>
                <a:gd name="csX11" fmla="*/ 40561 w 40560"/>
                <a:gd name="csY11" fmla="*/ 30462 h 60877"/>
                <a:gd name="csX12" fmla="*/ 35333 w 40560"/>
                <a:gd name="csY12" fmla="*/ 53097 h 60877"/>
                <a:gd name="csX13" fmla="*/ 20280 w 40560"/>
                <a:gd name="csY13" fmla="*/ 60878 h 60877"/>
                <a:gd name="csX14" fmla="*/ 5188 w 40560"/>
                <a:gd name="csY14" fmla="*/ 53097 h 60877"/>
                <a:gd name="csX15" fmla="*/ 0 w 40560"/>
                <a:gd name="csY15" fmla="*/ 30462 h 60877"/>
                <a:gd name="csX16" fmla="*/ 5188 w 40560"/>
                <a:gd name="csY16" fmla="*/ 7817 h 60877"/>
                <a:gd name="csX17" fmla="*/ 20280 w 40560"/>
                <a:gd name="csY17" fmla="*/ 0 h 60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7">
                  <a:moveTo>
                    <a:pt x="20280" y="6289"/>
                  </a:moveTo>
                  <a:cubicBezTo>
                    <a:pt x="16193" y="6289"/>
                    <a:pt x="13114" y="8305"/>
                    <a:pt x="11044" y="12338"/>
                  </a:cubicBezTo>
                  <a:cubicBezTo>
                    <a:pt x="9001" y="16348"/>
                    <a:pt x="7979" y="22390"/>
                    <a:pt x="7979" y="30462"/>
                  </a:cubicBezTo>
                  <a:cubicBezTo>
                    <a:pt x="7979" y="38502"/>
                    <a:pt x="9001" y="44540"/>
                    <a:pt x="11044" y="48576"/>
                  </a:cubicBezTo>
                  <a:cubicBezTo>
                    <a:pt x="13114" y="52586"/>
                    <a:pt x="16193" y="54591"/>
                    <a:pt x="20280" y="54591"/>
                  </a:cubicBezTo>
                  <a:cubicBezTo>
                    <a:pt x="24394" y="54591"/>
                    <a:pt x="27473" y="52586"/>
                    <a:pt x="29517" y="48576"/>
                  </a:cubicBezTo>
                  <a:cubicBezTo>
                    <a:pt x="31587" y="44540"/>
                    <a:pt x="32622" y="38502"/>
                    <a:pt x="32622" y="30462"/>
                  </a:cubicBezTo>
                  <a:cubicBezTo>
                    <a:pt x="32622" y="22390"/>
                    <a:pt x="31587" y="16348"/>
                    <a:pt x="29517" y="12338"/>
                  </a:cubicBezTo>
                  <a:cubicBezTo>
                    <a:pt x="27473" y="8305"/>
                    <a:pt x="24394" y="6289"/>
                    <a:pt x="20280" y="6289"/>
                  </a:cubicBezTo>
                  <a:moveTo>
                    <a:pt x="20280" y="0"/>
                  </a:moveTo>
                  <a:cubicBezTo>
                    <a:pt x="26857" y="0"/>
                    <a:pt x="31875" y="2606"/>
                    <a:pt x="35333" y="7817"/>
                  </a:cubicBezTo>
                  <a:cubicBezTo>
                    <a:pt x="38818" y="13011"/>
                    <a:pt x="40561" y="20559"/>
                    <a:pt x="40561" y="30462"/>
                  </a:cubicBezTo>
                  <a:cubicBezTo>
                    <a:pt x="40561" y="40339"/>
                    <a:pt x="38818" y="47884"/>
                    <a:pt x="35333" y="53097"/>
                  </a:cubicBezTo>
                  <a:cubicBezTo>
                    <a:pt x="31875" y="58284"/>
                    <a:pt x="26857" y="60878"/>
                    <a:pt x="20280" y="60878"/>
                  </a:cubicBezTo>
                  <a:cubicBezTo>
                    <a:pt x="13704" y="60878"/>
                    <a:pt x="8673" y="58284"/>
                    <a:pt x="5188" y="53097"/>
                  </a:cubicBezTo>
                  <a:cubicBezTo>
                    <a:pt x="1729" y="47884"/>
                    <a:pt x="0" y="40339"/>
                    <a:pt x="0" y="30462"/>
                  </a:cubicBezTo>
                  <a:cubicBezTo>
                    <a:pt x="0" y="20559"/>
                    <a:pt x="1729" y="13011"/>
                    <a:pt x="5188" y="7817"/>
                  </a:cubicBezTo>
                  <a:cubicBezTo>
                    <a:pt x="8673" y="2606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4" name="Freeform 3623">
              <a:extLst>
                <a:ext uri="{FF2B5EF4-FFF2-40B4-BE49-F238E27FC236}">
                  <a16:creationId xmlns:a16="http://schemas.microsoft.com/office/drawing/2014/main" id="{D474DFE0-4E6F-667B-3A51-E60E843B5F0C}"/>
                </a:ext>
              </a:extLst>
            </p:cNvPr>
            <p:cNvSpPr/>
            <p:nvPr/>
          </p:nvSpPr>
          <p:spPr>
            <a:xfrm>
              <a:off x="3603720" y="4404595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5" name="Freeform 3624">
              <a:extLst>
                <a:ext uri="{FF2B5EF4-FFF2-40B4-BE49-F238E27FC236}">
                  <a16:creationId xmlns:a16="http://schemas.microsoft.com/office/drawing/2014/main" id="{A1428215-BFEB-9F76-EAA5-FF903F6D34D6}"/>
                </a:ext>
              </a:extLst>
            </p:cNvPr>
            <p:cNvSpPr/>
            <p:nvPr/>
          </p:nvSpPr>
          <p:spPr>
            <a:xfrm>
              <a:off x="3629542" y="4355897"/>
              <a:ext cx="34939" cy="58681"/>
            </a:xfrm>
            <a:custGeom>
              <a:avLst/>
              <a:gdLst>
                <a:gd name="csX0" fmla="*/ 1140 w 34939"/>
                <a:gd name="csY0" fmla="*/ 51997 h 58681"/>
                <a:gd name="csX1" fmla="*/ 14110 w 34939"/>
                <a:gd name="csY1" fmla="*/ 51997 h 58681"/>
                <a:gd name="csX2" fmla="*/ 14110 w 34939"/>
                <a:gd name="csY2" fmla="*/ 7231 h 58681"/>
                <a:gd name="csX3" fmla="*/ 0 w 34939"/>
                <a:gd name="csY3" fmla="*/ 10064 h 58681"/>
                <a:gd name="csX4" fmla="*/ 0 w 34939"/>
                <a:gd name="csY4" fmla="*/ 2830 h 58681"/>
                <a:gd name="csX5" fmla="*/ 14030 w 34939"/>
                <a:gd name="csY5" fmla="*/ 0 h 58681"/>
                <a:gd name="csX6" fmla="*/ 21970 w 34939"/>
                <a:gd name="csY6" fmla="*/ 0 h 58681"/>
                <a:gd name="csX7" fmla="*/ 21970 w 34939"/>
                <a:gd name="csY7" fmla="*/ 51997 h 58681"/>
                <a:gd name="csX8" fmla="*/ 34939 w 34939"/>
                <a:gd name="csY8" fmla="*/ 51997 h 58681"/>
                <a:gd name="csX9" fmla="*/ 34939 w 34939"/>
                <a:gd name="csY9" fmla="*/ 58682 h 58681"/>
                <a:gd name="csX10" fmla="*/ 1140 w 34939"/>
                <a:gd name="csY10" fmla="*/ 58682 h 58681"/>
                <a:gd name="csX11" fmla="*/ 1140 w 34939"/>
                <a:gd name="csY11" fmla="*/ 51997 h 58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939" h="58681">
                  <a:moveTo>
                    <a:pt x="1140" y="51997"/>
                  </a:moveTo>
                  <a:lnTo>
                    <a:pt x="14110" y="51997"/>
                  </a:lnTo>
                  <a:lnTo>
                    <a:pt x="14110" y="7231"/>
                  </a:lnTo>
                  <a:lnTo>
                    <a:pt x="0" y="10064"/>
                  </a:lnTo>
                  <a:lnTo>
                    <a:pt x="0" y="2830"/>
                  </a:lnTo>
                  <a:lnTo>
                    <a:pt x="14030" y="0"/>
                  </a:lnTo>
                  <a:lnTo>
                    <a:pt x="21970" y="0"/>
                  </a:lnTo>
                  <a:lnTo>
                    <a:pt x="21970" y="51997"/>
                  </a:lnTo>
                  <a:lnTo>
                    <a:pt x="34939" y="51997"/>
                  </a:lnTo>
                  <a:lnTo>
                    <a:pt x="34939" y="58682"/>
                  </a:lnTo>
                  <a:lnTo>
                    <a:pt x="1140" y="58682"/>
                  </a:lnTo>
                  <a:lnTo>
                    <a:pt x="1140" y="51997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6" name="Freeform 3625">
              <a:extLst>
                <a:ext uri="{FF2B5EF4-FFF2-40B4-BE49-F238E27FC236}">
                  <a16:creationId xmlns:a16="http://schemas.microsoft.com/office/drawing/2014/main" id="{BE952CA3-108B-8629-B16B-CF3C26618521}"/>
                </a:ext>
              </a:extLst>
            </p:cNvPr>
            <p:cNvSpPr/>
            <p:nvPr/>
          </p:nvSpPr>
          <p:spPr>
            <a:xfrm>
              <a:off x="3549836" y="4050056"/>
              <a:ext cx="40560" cy="60879"/>
            </a:xfrm>
            <a:custGeom>
              <a:avLst/>
              <a:gdLst>
                <a:gd name="csX0" fmla="*/ 20280 w 40560"/>
                <a:gd name="csY0" fmla="*/ 6288 h 60879"/>
                <a:gd name="csX1" fmla="*/ 11044 w 40560"/>
                <a:gd name="csY1" fmla="*/ 12341 h 60879"/>
                <a:gd name="csX2" fmla="*/ 7979 w 40560"/>
                <a:gd name="csY2" fmla="*/ 30459 h 60879"/>
                <a:gd name="csX3" fmla="*/ 11044 w 40560"/>
                <a:gd name="csY3" fmla="*/ 48578 h 60879"/>
                <a:gd name="csX4" fmla="*/ 20280 w 40560"/>
                <a:gd name="csY4" fmla="*/ 54591 h 60879"/>
                <a:gd name="csX5" fmla="*/ 29517 w 40560"/>
                <a:gd name="csY5" fmla="*/ 48578 h 60879"/>
                <a:gd name="csX6" fmla="*/ 32622 w 40560"/>
                <a:gd name="csY6" fmla="*/ 30459 h 60879"/>
                <a:gd name="csX7" fmla="*/ 29517 w 40560"/>
                <a:gd name="csY7" fmla="*/ 12341 h 60879"/>
                <a:gd name="csX8" fmla="*/ 20280 w 40560"/>
                <a:gd name="csY8" fmla="*/ 6288 h 60879"/>
                <a:gd name="csX9" fmla="*/ 20280 w 40560"/>
                <a:gd name="csY9" fmla="*/ 0 h 60879"/>
                <a:gd name="csX10" fmla="*/ 35333 w 40560"/>
                <a:gd name="csY10" fmla="*/ 7821 h 60879"/>
                <a:gd name="csX11" fmla="*/ 40561 w 40560"/>
                <a:gd name="csY11" fmla="*/ 30459 h 60879"/>
                <a:gd name="csX12" fmla="*/ 35333 w 40560"/>
                <a:gd name="csY12" fmla="*/ 53098 h 60879"/>
                <a:gd name="csX13" fmla="*/ 20280 w 40560"/>
                <a:gd name="csY13" fmla="*/ 60879 h 60879"/>
                <a:gd name="csX14" fmla="*/ 5189 w 40560"/>
                <a:gd name="csY14" fmla="*/ 53098 h 60879"/>
                <a:gd name="csX15" fmla="*/ 0 w 40560"/>
                <a:gd name="csY15" fmla="*/ 30459 h 60879"/>
                <a:gd name="csX16" fmla="*/ 5189 w 40560"/>
                <a:gd name="csY16" fmla="*/ 7821 h 60879"/>
                <a:gd name="csX17" fmla="*/ 20280 w 40560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9">
                  <a:moveTo>
                    <a:pt x="20280" y="6288"/>
                  </a:moveTo>
                  <a:cubicBezTo>
                    <a:pt x="16193" y="6288"/>
                    <a:pt x="13114" y="8306"/>
                    <a:pt x="11044" y="12341"/>
                  </a:cubicBezTo>
                  <a:cubicBezTo>
                    <a:pt x="9001" y="16350"/>
                    <a:pt x="7979" y="22389"/>
                    <a:pt x="7979" y="30459"/>
                  </a:cubicBezTo>
                  <a:cubicBezTo>
                    <a:pt x="7979" y="38503"/>
                    <a:pt x="9001" y="44543"/>
                    <a:pt x="11044" y="48578"/>
                  </a:cubicBezTo>
                  <a:cubicBezTo>
                    <a:pt x="13114" y="52587"/>
                    <a:pt x="16193" y="54591"/>
                    <a:pt x="20280" y="54591"/>
                  </a:cubicBezTo>
                  <a:cubicBezTo>
                    <a:pt x="24394" y="54591"/>
                    <a:pt x="27473" y="52587"/>
                    <a:pt x="29517" y="48578"/>
                  </a:cubicBezTo>
                  <a:cubicBezTo>
                    <a:pt x="31587" y="44543"/>
                    <a:pt x="32622" y="38503"/>
                    <a:pt x="32622" y="30459"/>
                  </a:cubicBezTo>
                  <a:cubicBezTo>
                    <a:pt x="32622" y="22389"/>
                    <a:pt x="31587" y="16350"/>
                    <a:pt x="29517" y="12341"/>
                  </a:cubicBezTo>
                  <a:cubicBezTo>
                    <a:pt x="27473" y="8306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1"/>
                  </a:cubicBezTo>
                  <a:cubicBezTo>
                    <a:pt x="38818" y="13009"/>
                    <a:pt x="40561" y="20555"/>
                    <a:pt x="40561" y="30459"/>
                  </a:cubicBezTo>
                  <a:cubicBezTo>
                    <a:pt x="40561" y="40337"/>
                    <a:pt x="38818" y="47883"/>
                    <a:pt x="35333" y="53098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9" y="53098"/>
                  </a:cubicBezTo>
                  <a:cubicBezTo>
                    <a:pt x="1730" y="47883"/>
                    <a:pt x="0" y="40337"/>
                    <a:pt x="0" y="30459"/>
                  </a:cubicBezTo>
                  <a:cubicBezTo>
                    <a:pt x="0" y="20555"/>
                    <a:pt x="1730" y="13009"/>
                    <a:pt x="5189" y="7821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7" name="Freeform 3626">
              <a:extLst>
                <a:ext uri="{FF2B5EF4-FFF2-40B4-BE49-F238E27FC236}">
                  <a16:creationId xmlns:a16="http://schemas.microsoft.com/office/drawing/2014/main" id="{EFF1E7A8-9A24-1AAE-317D-99D0D193AA34}"/>
                </a:ext>
              </a:extLst>
            </p:cNvPr>
            <p:cNvSpPr/>
            <p:nvPr/>
          </p:nvSpPr>
          <p:spPr>
            <a:xfrm>
              <a:off x="3604349" y="4099813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3 h 9983"/>
                <a:gd name="csX3" fmla="*/ 0 w 8293"/>
                <a:gd name="csY3" fmla="*/ 9983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8" name="Freeform 3627">
              <a:extLst>
                <a:ext uri="{FF2B5EF4-FFF2-40B4-BE49-F238E27FC236}">
                  <a16:creationId xmlns:a16="http://schemas.microsoft.com/office/drawing/2014/main" id="{110D6862-5DA4-F6E4-934A-76E9FB0CE579}"/>
                </a:ext>
              </a:extLst>
            </p:cNvPr>
            <p:cNvSpPr/>
            <p:nvPr/>
          </p:nvSpPr>
          <p:spPr>
            <a:xfrm>
              <a:off x="3627223" y="4050056"/>
              <a:ext cx="37258" cy="59740"/>
            </a:xfrm>
            <a:custGeom>
              <a:avLst/>
              <a:gdLst>
                <a:gd name="csX0" fmla="*/ 9550 w 37258"/>
                <a:gd name="csY0" fmla="*/ 53058 h 59740"/>
                <a:gd name="csX1" fmla="*/ 37258 w 37258"/>
                <a:gd name="csY1" fmla="*/ 53058 h 59740"/>
                <a:gd name="csX2" fmla="*/ 37258 w 37258"/>
                <a:gd name="csY2" fmla="*/ 59740 h 59740"/>
                <a:gd name="csX3" fmla="*/ 0 w 37258"/>
                <a:gd name="csY3" fmla="*/ 59740 h 59740"/>
                <a:gd name="csX4" fmla="*/ 0 w 37258"/>
                <a:gd name="csY4" fmla="*/ 53058 h 59740"/>
                <a:gd name="csX5" fmla="*/ 12301 w 37258"/>
                <a:gd name="csY5" fmla="*/ 40521 h 59740"/>
                <a:gd name="csX6" fmla="*/ 22127 w 37258"/>
                <a:gd name="csY6" fmla="*/ 30342 h 59740"/>
                <a:gd name="csX7" fmla="*/ 27433 w 37258"/>
                <a:gd name="csY7" fmla="*/ 23110 h 59740"/>
                <a:gd name="csX8" fmla="*/ 28966 w 37258"/>
                <a:gd name="csY8" fmla="*/ 17253 h 59740"/>
                <a:gd name="csX9" fmla="*/ 25664 w 37258"/>
                <a:gd name="csY9" fmla="*/ 9629 h 59740"/>
                <a:gd name="csX10" fmla="*/ 17136 w 37258"/>
                <a:gd name="csY10" fmla="*/ 6681 h 59740"/>
                <a:gd name="csX11" fmla="*/ 9235 w 37258"/>
                <a:gd name="csY11" fmla="*/ 7978 h 59740"/>
                <a:gd name="csX12" fmla="*/ 393 w 37258"/>
                <a:gd name="csY12" fmla="*/ 11908 h 59740"/>
                <a:gd name="csX13" fmla="*/ 393 w 37258"/>
                <a:gd name="csY13" fmla="*/ 3891 h 59740"/>
                <a:gd name="csX14" fmla="*/ 9354 w 37258"/>
                <a:gd name="csY14" fmla="*/ 983 h 59740"/>
                <a:gd name="csX15" fmla="*/ 16979 w 37258"/>
                <a:gd name="csY15" fmla="*/ 0 h 59740"/>
                <a:gd name="csX16" fmla="*/ 31520 w 37258"/>
                <a:gd name="csY16" fmla="*/ 4559 h 59740"/>
                <a:gd name="csX17" fmla="*/ 36944 w 37258"/>
                <a:gd name="csY17" fmla="*/ 16743 h 59740"/>
                <a:gd name="csX18" fmla="*/ 35568 w 37258"/>
                <a:gd name="csY18" fmla="*/ 23621 h 59740"/>
                <a:gd name="csX19" fmla="*/ 30656 w 37258"/>
                <a:gd name="csY19" fmla="*/ 31246 h 59740"/>
                <a:gd name="csX20" fmla="*/ 24407 w 37258"/>
                <a:gd name="csY20" fmla="*/ 37848 h 59740"/>
                <a:gd name="csX21" fmla="*/ 9550 w 37258"/>
                <a:gd name="csY21" fmla="*/ 53058 h 59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40">
                  <a:moveTo>
                    <a:pt x="9550" y="53058"/>
                  </a:moveTo>
                  <a:lnTo>
                    <a:pt x="37258" y="53058"/>
                  </a:lnTo>
                  <a:lnTo>
                    <a:pt x="37258" y="59740"/>
                  </a:lnTo>
                  <a:lnTo>
                    <a:pt x="0" y="59740"/>
                  </a:lnTo>
                  <a:lnTo>
                    <a:pt x="0" y="53058"/>
                  </a:lnTo>
                  <a:cubicBezTo>
                    <a:pt x="3013" y="49941"/>
                    <a:pt x="7113" y="45762"/>
                    <a:pt x="12301" y="40521"/>
                  </a:cubicBezTo>
                  <a:cubicBezTo>
                    <a:pt x="17515" y="35254"/>
                    <a:pt x="20790" y="31861"/>
                    <a:pt x="22127" y="30342"/>
                  </a:cubicBezTo>
                  <a:cubicBezTo>
                    <a:pt x="24669" y="27485"/>
                    <a:pt x="26437" y="25075"/>
                    <a:pt x="27433" y="23110"/>
                  </a:cubicBezTo>
                  <a:cubicBezTo>
                    <a:pt x="28455" y="21119"/>
                    <a:pt x="28966" y="19167"/>
                    <a:pt x="28966" y="17253"/>
                  </a:cubicBezTo>
                  <a:cubicBezTo>
                    <a:pt x="28966" y="14136"/>
                    <a:pt x="27865" y="11594"/>
                    <a:pt x="25664" y="9629"/>
                  </a:cubicBezTo>
                  <a:cubicBezTo>
                    <a:pt x="23490" y="7664"/>
                    <a:pt x="20647" y="6681"/>
                    <a:pt x="17136" y="6681"/>
                  </a:cubicBezTo>
                  <a:cubicBezTo>
                    <a:pt x="14646" y="6681"/>
                    <a:pt x="12013" y="7113"/>
                    <a:pt x="9235" y="7978"/>
                  </a:cubicBezTo>
                  <a:cubicBezTo>
                    <a:pt x="6485" y="8843"/>
                    <a:pt x="3537" y="10153"/>
                    <a:pt x="393" y="11908"/>
                  </a:cubicBezTo>
                  <a:lnTo>
                    <a:pt x="393" y="3891"/>
                  </a:lnTo>
                  <a:cubicBezTo>
                    <a:pt x="3589" y="2607"/>
                    <a:pt x="6576" y="1637"/>
                    <a:pt x="9354" y="983"/>
                  </a:cubicBezTo>
                  <a:cubicBezTo>
                    <a:pt x="12131" y="328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59"/>
                  </a:cubicBezTo>
                  <a:cubicBezTo>
                    <a:pt x="35136" y="7598"/>
                    <a:pt x="36944" y="11660"/>
                    <a:pt x="36944" y="16743"/>
                  </a:cubicBezTo>
                  <a:cubicBezTo>
                    <a:pt x="36944" y="19154"/>
                    <a:pt x="36485" y="21446"/>
                    <a:pt x="35568" y="23621"/>
                  </a:cubicBezTo>
                  <a:cubicBezTo>
                    <a:pt x="34677" y="25770"/>
                    <a:pt x="33040" y="28311"/>
                    <a:pt x="30656" y="31246"/>
                  </a:cubicBezTo>
                  <a:cubicBezTo>
                    <a:pt x="30001" y="32005"/>
                    <a:pt x="27918" y="34206"/>
                    <a:pt x="24407" y="37848"/>
                  </a:cubicBezTo>
                  <a:cubicBezTo>
                    <a:pt x="20896" y="41464"/>
                    <a:pt x="15944" y="46534"/>
                    <a:pt x="9550" y="530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9" name="Freeform 3628">
              <a:extLst>
                <a:ext uri="{FF2B5EF4-FFF2-40B4-BE49-F238E27FC236}">
                  <a16:creationId xmlns:a16="http://schemas.microsoft.com/office/drawing/2014/main" id="{A10397BD-76B4-6A45-24CB-2E990F97B02F}"/>
                </a:ext>
              </a:extLst>
            </p:cNvPr>
            <p:cNvSpPr/>
            <p:nvPr/>
          </p:nvSpPr>
          <p:spPr>
            <a:xfrm>
              <a:off x="3548226" y="3745277"/>
              <a:ext cx="40559" cy="60878"/>
            </a:xfrm>
            <a:custGeom>
              <a:avLst/>
              <a:gdLst>
                <a:gd name="csX0" fmla="*/ 20279 w 40559"/>
                <a:gd name="csY0" fmla="*/ 6288 h 60878"/>
                <a:gd name="csX1" fmla="*/ 11044 w 40559"/>
                <a:gd name="csY1" fmla="*/ 12340 h 60878"/>
                <a:gd name="csX2" fmla="*/ 7978 w 40559"/>
                <a:gd name="csY2" fmla="*/ 30459 h 60878"/>
                <a:gd name="csX3" fmla="*/ 11044 w 40559"/>
                <a:gd name="csY3" fmla="*/ 48578 h 60878"/>
                <a:gd name="csX4" fmla="*/ 20279 w 40559"/>
                <a:gd name="csY4" fmla="*/ 54591 h 60878"/>
                <a:gd name="csX5" fmla="*/ 29516 w 40559"/>
                <a:gd name="csY5" fmla="*/ 48578 h 60878"/>
                <a:gd name="csX6" fmla="*/ 32621 w 40559"/>
                <a:gd name="csY6" fmla="*/ 30459 h 60878"/>
                <a:gd name="csX7" fmla="*/ 29516 w 40559"/>
                <a:gd name="csY7" fmla="*/ 12340 h 60878"/>
                <a:gd name="csX8" fmla="*/ 20279 w 40559"/>
                <a:gd name="csY8" fmla="*/ 6288 h 60878"/>
                <a:gd name="csX9" fmla="*/ 20279 w 40559"/>
                <a:gd name="csY9" fmla="*/ 0 h 60878"/>
                <a:gd name="csX10" fmla="*/ 35332 w 40559"/>
                <a:gd name="csY10" fmla="*/ 7821 h 60878"/>
                <a:gd name="csX11" fmla="*/ 40560 w 40559"/>
                <a:gd name="csY11" fmla="*/ 30459 h 60878"/>
                <a:gd name="csX12" fmla="*/ 35332 w 40559"/>
                <a:gd name="csY12" fmla="*/ 53097 h 60878"/>
                <a:gd name="csX13" fmla="*/ 20279 w 40559"/>
                <a:gd name="csY13" fmla="*/ 60879 h 60878"/>
                <a:gd name="csX14" fmla="*/ 5188 w 40559"/>
                <a:gd name="csY14" fmla="*/ 53097 h 60878"/>
                <a:gd name="csX15" fmla="*/ 0 w 40559"/>
                <a:gd name="csY15" fmla="*/ 30459 h 60878"/>
                <a:gd name="csX16" fmla="*/ 5188 w 40559"/>
                <a:gd name="csY16" fmla="*/ 7821 h 60878"/>
                <a:gd name="csX17" fmla="*/ 20279 w 40559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8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2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0" name="Freeform 3629">
              <a:extLst>
                <a:ext uri="{FF2B5EF4-FFF2-40B4-BE49-F238E27FC236}">
                  <a16:creationId xmlns:a16="http://schemas.microsoft.com/office/drawing/2014/main" id="{FE4B7511-C7B3-853B-70F0-29BC6AA8702B}"/>
                </a:ext>
              </a:extLst>
            </p:cNvPr>
            <p:cNvSpPr/>
            <p:nvPr/>
          </p:nvSpPr>
          <p:spPr>
            <a:xfrm>
              <a:off x="3602738" y="3795033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1" name="Freeform 3630">
              <a:extLst>
                <a:ext uri="{FF2B5EF4-FFF2-40B4-BE49-F238E27FC236}">
                  <a16:creationId xmlns:a16="http://schemas.microsoft.com/office/drawing/2014/main" id="{8320C229-29E5-2FA4-37AC-17C7764731D7}"/>
                </a:ext>
              </a:extLst>
            </p:cNvPr>
            <p:cNvSpPr/>
            <p:nvPr/>
          </p:nvSpPr>
          <p:spPr>
            <a:xfrm>
              <a:off x="3625848" y="3745277"/>
              <a:ext cx="38633" cy="60878"/>
            </a:xfrm>
            <a:custGeom>
              <a:avLst/>
              <a:gdLst>
                <a:gd name="csX0" fmla="*/ 26530 w 38633"/>
                <a:gd name="csY0" fmla="*/ 28101 h 60878"/>
                <a:gd name="csX1" fmla="*/ 35412 w 38633"/>
                <a:gd name="csY1" fmla="*/ 33171 h 60878"/>
                <a:gd name="csX2" fmla="*/ 38634 w 38633"/>
                <a:gd name="csY2" fmla="*/ 42682 h 60878"/>
                <a:gd name="csX3" fmla="*/ 32660 w 38633"/>
                <a:gd name="csY3" fmla="*/ 56124 h 60878"/>
                <a:gd name="csX4" fmla="*/ 15682 w 38633"/>
                <a:gd name="csY4" fmla="*/ 60879 h 60878"/>
                <a:gd name="csX5" fmla="*/ 8057 w 38633"/>
                <a:gd name="csY5" fmla="*/ 60132 h 60878"/>
                <a:gd name="csX6" fmla="*/ 0 w 38633"/>
                <a:gd name="csY6" fmla="*/ 57970 h 60878"/>
                <a:gd name="csX7" fmla="*/ 0 w 38633"/>
                <a:gd name="csY7" fmla="*/ 50307 h 60878"/>
                <a:gd name="csX8" fmla="*/ 7232 w 38633"/>
                <a:gd name="csY8" fmla="*/ 53215 h 60878"/>
                <a:gd name="csX9" fmla="*/ 15446 w 38633"/>
                <a:gd name="csY9" fmla="*/ 54198 h 60878"/>
                <a:gd name="csX10" fmla="*/ 26804 w 38633"/>
                <a:gd name="csY10" fmla="*/ 51250 h 60878"/>
                <a:gd name="csX11" fmla="*/ 30734 w 38633"/>
                <a:gd name="csY11" fmla="*/ 42682 h 60878"/>
                <a:gd name="csX12" fmla="*/ 27080 w 38633"/>
                <a:gd name="csY12" fmla="*/ 34586 h 60878"/>
                <a:gd name="csX13" fmla="*/ 16979 w 38633"/>
                <a:gd name="csY13" fmla="*/ 31638 h 60878"/>
                <a:gd name="csX14" fmla="*/ 10140 w 38633"/>
                <a:gd name="csY14" fmla="*/ 31638 h 60878"/>
                <a:gd name="csX15" fmla="*/ 10140 w 38633"/>
                <a:gd name="csY15" fmla="*/ 25114 h 60878"/>
                <a:gd name="csX16" fmla="*/ 17293 w 38633"/>
                <a:gd name="csY16" fmla="*/ 25114 h 60878"/>
                <a:gd name="csX17" fmla="*/ 26254 w 38633"/>
                <a:gd name="csY17" fmla="*/ 22795 h 60878"/>
                <a:gd name="csX18" fmla="*/ 29359 w 38633"/>
                <a:gd name="csY18" fmla="*/ 16035 h 60878"/>
                <a:gd name="csX19" fmla="*/ 26136 w 38633"/>
                <a:gd name="csY19" fmla="*/ 9118 h 60878"/>
                <a:gd name="csX20" fmla="*/ 16979 w 38633"/>
                <a:gd name="csY20" fmla="*/ 6681 h 60878"/>
                <a:gd name="csX21" fmla="*/ 9983 w 38633"/>
                <a:gd name="csY21" fmla="*/ 7388 h 60878"/>
                <a:gd name="csX22" fmla="*/ 1769 w 38633"/>
                <a:gd name="csY22" fmla="*/ 9590 h 60878"/>
                <a:gd name="csX23" fmla="*/ 1769 w 38633"/>
                <a:gd name="csY23" fmla="*/ 2515 h 60878"/>
                <a:gd name="csX24" fmla="*/ 10218 w 38633"/>
                <a:gd name="csY24" fmla="*/ 629 h 60878"/>
                <a:gd name="csX25" fmla="*/ 17686 w 38633"/>
                <a:gd name="csY25" fmla="*/ 0 h 60878"/>
                <a:gd name="csX26" fmla="*/ 31992 w 38633"/>
                <a:gd name="csY26" fmla="*/ 4126 h 60878"/>
                <a:gd name="csX27" fmla="*/ 37258 w 38633"/>
                <a:gd name="csY27" fmla="*/ 15210 h 60878"/>
                <a:gd name="csX28" fmla="*/ 34468 w 38633"/>
                <a:gd name="csY28" fmla="*/ 23464 h 60878"/>
                <a:gd name="csX29" fmla="*/ 26530 w 38633"/>
                <a:gd name="csY29" fmla="*/ 28101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8">
                  <a:moveTo>
                    <a:pt x="26530" y="28101"/>
                  </a:moveTo>
                  <a:cubicBezTo>
                    <a:pt x="30328" y="28913"/>
                    <a:pt x="33289" y="30603"/>
                    <a:pt x="35412" y="33171"/>
                  </a:cubicBezTo>
                  <a:cubicBezTo>
                    <a:pt x="37560" y="35738"/>
                    <a:pt x="38634" y="38909"/>
                    <a:pt x="38634" y="42682"/>
                  </a:cubicBezTo>
                  <a:cubicBezTo>
                    <a:pt x="38634" y="48473"/>
                    <a:pt x="36643" y="52953"/>
                    <a:pt x="32660" y="56124"/>
                  </a:cubicBezTo>
                  <a:cubicBezTo>
                    <a:pt x="28678" y="59294"/>
                    <a:pt x="23018" y="60879"/>
                    <a:pt x="15682" y="60879"/>
                  </a:cubicBezTo>
                  <a:cubicBezTo>
                    <a:pt x="13219" y="60879"/>
                    <a:pt x="10677" y="60630"/>
                    <a:pt x="8057" y="60132"/>
                  </a:cubicBezTo>
                  <a:cubicBezTo>
                    <a:pt x="5463" y="59660"/>
                    <a:pt x="2777" y="58940"/>
                    <a:pt x="0" y="57970"/>
                  </a:cubicBezTo>
                  <a:lnTo>
                    <a:pt x="0" y="50307"/>
                  </a:lnTo>
                  <a:cubicBezTo>
                    <a:pt x="2201" y="51590"/>
                    <a:pt x="4612" y="52560"/>
                    <a:pt x="7232" y="53215"/>
                  </a:cubicBezTo>
                  <a:cubicBezTo>
                    <a:pt x="9852" y="53870"/>
                    <a:pt x="12590" y="54198"/>
                    <a:pt x="15446" y="54198"/>
                  </a:cubicBezTo>
                  <a:cubicBezTo>
                    <a:pt x="20424" y="54198"/>
                    <a:pt x="24210" y="53215"/>
                    <a:pt x="26804" y="51250"/>
                  </a:cubicBezTo>
                  <a:cubicBezTo>
                    <a:pt x="29424" y="49285"/>
                    <a:pt x="30734" y="46429"/>
                    <a:pt x="30734" y="42682"/>
                  </a:cubicBezTo>
                  <a:cubicBezTo>
                    <a:pt x="30734" y="39223"/>
                    <a:pt x="29516" y="36525"/>
                    <a:pt x="27080" y="34586"/>
                  </a:cubicBezTo>
                  <a:cubicBezTo>
                    <a:pt x="24669" y="32621"/>
                    <a:pt x="21302" y="31638"/>
                    <a:pt x="16979" y="31638"/>
                  </a:cubicBezTo>
                  <a:lnTo>
                    <a:pt x="10140" y="31638"/>
                  </a:lnTo>
                  <a:lnTo>
                    <a:pt x="10140" y="25114"/>
                  </a:lnTo>
                  <a:lnTo>
                    <a:pt x="17293" y="25114"/>
                  </a:lnTo>
                  <a:cubicBezTo>
                    <a:pt x="21197" y="25114"/>
                    <a:pt x="24184" y="24341"/>
                    <a:pt x="26254" y="22795"/>
                  </a:cubicBezTo>
                  <a:cubicBezTo>
                    <a:pt x="28324" y="21223"/>
                    <a:pt x="29359" y="18969"/>
                    <a:pt x="29359" y="16035"/>
                  </a:cubicBezTo>
                  <a:cubicBezTo>
                    <a:pt x="29359" y="13022"/>
                    <a:pt x="28284" y="10716"/>
                    <a:pt x="26136" y="9118"/>
                  </a:cubicBezTo>
                  <a:cubicBezTo>
                    <a:pt x="24013" y="7493"/>
                    <a:pt x="20961" y="6681"/>
                    <a:pt x="16979" y="6681"/>
                  </a:cubicBezTo>
                  <a:cubicBezTo>
                    <a:pt x="14804" y="6681"/>
                    <a:pt x="12472" y="6917"/>
                    <a:pt x="9983" y="7388"/>
                  </a:cubicBezTo>
                  <a:cubicBezTo>
                    <a:pt x="7494" y="7860"/>
                    <a:pt x="4756" y="8594"/>
                    <a:pt x="1769" y="9590"/>
                  </a:cubicBezTo>
                  <a:lnTo>
                    <a:pt x="1769" y="2515"/>
                  </a:lnTo>
                  <a:cubicBezTo>
                    <a:pt x="4782" y="1677"/>
                    <a:pt x="7598" y="1048"/>
                    <a:pt x="10218" y="629"/>
                  </a:cubicBezTo>
                  <a:cubicBezTo>
                    <a:pt x="12865" y="210"/>
                    <a:pt x="15354" y="0"/>
                    <a:pt x="17686" y="0"/>
                  </a:cubicBezTo>
                  <a:cubicBezTo>
                    <a:pt x="23712" y="0"/>
                    <a:pt x="28481" y="1375"/>
                    <a:pt x="31992" y="4126"/>
                  </a:cubicBezTo>
                  <a:cubicBezTo>
                    <a:pt x="35503" y="6851"/>
                    <a:pt x="37258" y="10546"/>
                    <a:pt x="37258" y="15210"/>
                  </a:cubicBezTo>
                  <a:cubicBezTo>
                    <a:pt x="37258" y="18459"/>
                    <a:pt x="36328" y="21210"/>
                    <a:pt x="34468" y="23464"/>
                  </a:cubicBezTo>
                  <a:cubicBezTo>
                    <a:pt x="32608" y="25691"/>
                    <a:pt x="29962" y="27237"/>
                    <a:pt x="26530" y="2810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2" name="Freeform 3631">
              <a:extLst>
                <a:ext uri="{FF2B5EF4-FFF2-40B4-BE49-F238E27FC236}">
                  <a16:creationId xmlns:a16="http://schemas.microsoft.com/office/drawing/2014/main" id="{A4CF8001-FBDE-5714-0E83-5FDA380B0D23}"/>
                </a:ext>
              </a:extLst>
            </p:cNvPr>
            <p:cNvSpPr/>
            <p:nvPr/>
          </p:nvSpPr>
          <p:spPr>
            <a:xfrm>
              <a:off x="3546300" y="3440497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1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1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6"/>
                    <a:pt x="11044" y="12341"/>
                  </a:cubicBezTo>
                  <a:cubicBezTo>
                    <a:pt x="9000" y="16350"/>
                    <a:pt x="7978" y="22389"/>
                    <a:pt x="7978" y="30459"/>
                  </a:cubicBezTo>
                  <a:cubicBezTo>
                    <a:pt x="7978" y="38503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3"/>
                    <a:pt x="32621" y="30459"/>
                  </a:cubicBezTo>
                  <a:cubicBezTo>
                    <a:pt x="32621" y="22389"/>
                    <a:pt x="31586" y="16350"/>
                    <a:pt x="29516" y="12341"/>
                  </a:cubicBezTo>
                  <a:cubicBezTo>
                    <a:pt x="27472" y="8306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4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3" y="58286"/>
                    <a:pt x="5188" y="53098"/>
                  </a:cubicBezTo>
                  <a:cubicBezTo>
                    <a:pt x="1729" y="47884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3" name="Freeform 3632">
              <a:extLst>
                <a:ext uri="{FF2B5EF4-FFF2-40B4-BE49-F238E27FC236}">
                  <a16:creationId xmlns:a16="http://schemas.microsoft.com/office/drawing/2014/main" id="{B4B22588-122E-B580-3372-0DF13430E6ED}"/>
                </a:ext>
              </a:extLst>
            </p:cNvPr>
            <p:cNvSpPr/>
            <p:nvPr/>
          </p:nvSpPr>
          <p:spPr>
            <a:xfrm>
              <a:off x="3600812" y="3490254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4" name="Freeform 3633">
              <a:extLst>
                <a:ext uri="{FF2B5EF4-FFF2-40B4-BE49-F238E27FC236}">
                  <a16:creationId xmlns:a16="http://schemas.microsoft.com/office/drawing/2014/main" id="{0E4C441F-C11B-1712-23C2-8F536139A5B8}"/>
                </a:ext>
              </a:extLst>
            </p:cNvPr>
            <p:cNvSpPr/>
            <p:nvPr/>
          </p:nvSpPr>
          <p:spPr>
            <a:xfrm>
              <a:off x="3621720" y="3441558"/>
              <a:ext cx="42761" cy="58678"/>
            </a:xfrm>
            <a:custGeom>
              <a:avLst/>
              <a:gdLst>
                <a:gd name="csX0" fmla="*/ 26491 w 42761"/>
                <a:gd name="csY0" fmla="*/ 6917 h 58678"/>
                <a:gd name="csX1" fmla="*/ 6446 w 42761"/>
                <a:gd name="csY1" fmla="*/ 38241 h 58678"/>
                <a:gd name="csX2" fmla="*/ 26491 w 42761"/>
                <a:gd name="csY2" fmla="*/ 38241 h 58678"/>
                <a:gd name="csX3" fmla="*/ 26491 w 42761"/>
                <a:gd name="csY3" fmla="*/ 6917 h 58678"/>
                <a:gd name="csX4" fmla="*/ 24408 w 42761"/>
                <a:gd name="csY4" fmla="*/ 0 h 58678"/>
                <a:gd name="csX5" fmla="*/ 34390 w 42761"/>
                <a:gd name="csY5" fmla="*/ 0 h 58678"/>
                <a:gd name="csX6" fmla="*/ 34390 w 42761"/>
                <a:gd name="csY6" fmla="*/ 38241 h 58678"/>
                <a:gd name="csX7" fmla="*/ 42761 w 42761"/>
                <a:gd name="csY7" fmla="*/ 38241 h 58678"/>
                <a:gd name="csX8" fmla="*/ 42761 w 42761"/>
                <a:gd name="csY8" fmla="*/ 44844 h 58678"/>
                <a:gd name="csX9" fmla="*/ 34390 w 42761"/>
                <a:gd name="csY9" fmla="*/ 44844 h 58678"/>
                <a:gd name="csX10" fmla="*/ 34390 w 42761"/>
                <a:gd name="csY10" fmla="*/ 58678 h 58678"/>
                <a:gd name="csX11" fmla="*/ 26491 w 42761"/>
                <a:gd name="csY11" fmla="*/ 58678 h 58678"/>
                <a:gd name="csX12" fmla="*/ 26491 w 42761"/>
                <a:gd name="csY12" fmla="*/ 44844 h 58678"/>
                <a:gd name="csX13" fmla="*/ 0 w 42761"/>
                <a:gd name="csY13" fmla="*/ 44844 h 58678"/>
                <a:gd name="csX14" fmla="*/ 0 w 42761"/>
                <a:gd name="csY14" fmla="*/ 37180 h 58678"/>
                <a:gd name="csX15" fmla="*/ 24408 w 42761"/>
                <a:gd name="csY15" fmla="*/ 0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761" h="58678">
                  <a:moveTo>
                    <a:pt x="26491" y="6917"/>
                  </a:moveTo>
                  <a:lnTo>
                    <a:pt x="6446" y="38241"/>
                  </a:lnTo>
                  <a:lnTo>
                    <a:pt x="26491" y="38241"/>
                  </a:lnTo>
                  <a:lnTo>
                    <a:pt x="26491" y="6917"/>
                  </a:lnTo>
                  <a:moveTo>
                    <a:pt x="24408" y="0"/>
                  </a:moveTo>
                  <a:lnTo>
                    <a:pt x="34390" y="0"/>
                  </a:lnTo>
                  <a:lnTo>
                    <a:pt x="34390" y="38241"/>
                  </a:lnTo>
                  <a:lnTo>
                    <a:pt x="42761" y="38241"/>
                  </a:lnTo>
                  <a:lnTo>
                    <a:pt x="42761" y="44844"/>
                  </a:lnTo>
                  <a:lnTo>
                    <a:pt x="34390" y="44844"/>
                  </a:lnTo>
                  <a:lnTo>
                    <a:pt x="34390" y="58678"/>
                  </a:lnTo>
                  <a:lnTo>
                    <a:pt x="26491" y="58678"/>
                  </a:lnTo>
                  <a:lnTo>
                    <a:pt x="26491" y="44844"/>
                  </a:lnTo>
                  <a:lnTo>
                    <a:pt x="0" y="44844"/>
                  </a:lnTo>
                  <a:lnTo>
                    <a:pt x="0" y="37180"/>
                  </a:lnTo>
                  <a:lnTo>
                    <a:pt x="24408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5" name="Freeform 3634">
              <a:extLst>
                <a:ext uri="{FF2B5EF4-FFF2-40B4-BE49-F238E27FC236}">
                  <a16:creationId xmlns:a16="http://schemas.microsoft.com/office/drawing/2014/main" id="{A1A6102F-ACB8-5447-60F4-BCEE7322CD8A}"/>
                </a:ext>
              </a:extLst>
            </p:cNvPr>
            <p:cNvSpPr/>
            <p:nvPr/>
          </p:nvSpPr>
          <p:spPr>
            <a:xfrm>
              <a:off x="3439745" y="4206206"/>
              <a:ext cx="42177" cy="76263"/>
            </a:xfrm>
            <a:custGeom>
              <a:avLst/>
              <a:gdLst>
                <a:gd name="csX0" fmla="*/ 27815 w 42177"/>
                <a:gd name="csY0" fmla="*/ 0 h 76263"/>
                <a:gd name="csX1" fmla="*/ 29588 w 42177"/>
                <a:gd name="csY1" fmla="*/ 408 h 76263"/>
                <a:gd name="csX2" fmla="*/ 33178 w 42177"/>
                <a:gd name="csY2" fmla="*/ 1817 h 76263"/>
                <a:gd name="csX3" fmla="*/ 37360 w 42177"/>
                <a:gd name="csY3" fmla="*/ 4135 h 76263"/>
                <a:gd name="csX4" fmla="*/ 40768 w 42177"/>
                <a:gd name="csY4" fmla="*/ 7635 h 76263"/>
                <a:gd name="csX5" fmla="*/ 42177 w 42177"/>
                <a:gd name="csY5" fmla="*/ 12226 h 76263"/>
                <a:gd name="csX6" fmla="*/ 39996 w 42177"/>
                <a:gd name="csY6" fmla="*/ 17679 h 76263"/>
                <a:gd name="csX7" fmla="*/ 34542 w 42177"/>
                <a:gd name="csY7" fmla="*/ 19861 h 76263"/>
                <a:gd name="csX8" fmla="*/ 29406 w 42177"/>
                <a:gd name="csY8" fmla="*/ 18634 h 76263"/>
                <a:gd name="csX9" fmla="*/ 8545 w 42177"/>
                <a:gd name="csY9" fmla="*/ 12862 h 76263"/>
                <a:gd name="csX10" fmla="*/ 2045 w 42177"/>
                <a:gd name="csY10" fmla="*/ 17906 h 76263"/>
                <a:gd name="csX11" fmla="*/ 3227 w 42177"/>
                <a:gd name="csY11" fmla="*/ 23361 h 76263"/>
                <a:gd name="csX12" fmla="*/ 6045 w 42177"/>
                <a:gd name="csY12" fmla="*/ 27633 h 76263"/>
                <a:gd name="csX13" fmla="*/ 9544 w 42177"/>
                <a:gd name="csY13" fmla="*/ 30633 h 76263"/>
                <a:gd name="csX14" fmla="*/ 12635 w 42177"/>
                <a:gd name="csY14" fmla="*/ 32541 h 76263"/>
                <a:gd name="csX15" fmla="*/ 14408 w 42177"/>
                <a:gd name="csY15" fmla="*/ 33223 h 76263"/>
                <a:gd name="csX16" fmla="*/ 36860 w 42177"/>
                <a:gd name="csY16" fmla="*/ 38813 h 76263"/>
                <a:gd name="csX17" fmla="*/ 39678 w 42177"/>
                <a:gd name="csY17" fmla="*/ 39586 h 76263"/>
                <a:gd name="csX18" fmla="*/ 41359 w 42177"/>
                <a:gd name="csY18" fmla="*/ 40767 h 76263"/>
                <a:gd name="csX19" fmla="*/ 42177 w 42177"/>
                <a:gd name="csY19" fmla="*/ 42995 h 76263"/>
                <a:gd name="csX20" fmla="*/ 41495 w 42177"/>
                <a:gd name="csY20" fmla="*/ 44949 h 76263"/>
                <a:gd name="csX21" fmla="*/ 39632 w 42177"/>
                <a:gd name="csY21" fmla="*/ 45721 h 76263"/>
                <a:gd name="csX22" fmla="*/ 38496 w 42177"/>
                <a:gd name="csY22" fmla="*/ 45494 h 76263"/>
                <a:gd name="csX23" fmla="*/ 36223 w 42177"/>
                <a:gd name="csY23" fmla="*/ 44949 h 76263"/>
                <a:gd name="csX24" fmla="*/ 34133 w 42177"/>
                <a:gd name="csY24" fmla="*/ 44495 h 76263"/>
                <a:gd name="csX25" fmla="*/ 27088 w 42177"/>
                <a:gd name="csY25" fmla="*/ 42631 h 76263"/>
                <a:gd name="csX26" fmla="*/ 16271 w 42177"/>
                <a:gd name="csY26" fmla="*/ 40041 h 76263"/>
                <a:gd name="csX27" fmla="*/ 8545 w 42177"/>
                <a:gd name="csY27" fmla="*/ 38632 h 76263"/>
                <a:gd name="csX28" fmla="*/ 2045 w 42177"/>
                <a:gd name="csY28" fmla="*/ 43676 h 76263"/>
                <a:gd name="csX29" fmla="*/ 3000 w 42177"/>
                <a:gd name="csY29" fmla="*/ 48540 h 76263"/>
                <a:gd name="csX30" fmla="*/ 5181 w 42177"/>
                <a:gd name="csY30" fmla="*/ 52449 h 76263"/>
                <a:gd name="csX31" fmla="*/ 8226 w 42177"/>
                <a:gd name="csY31" fmla="*/ 55493 h 76263"/>
                <a:gd name="csX32" fmla="*/ 11135 w 42177"/>
                <a:gd name="csY32" fmla="*/ 57630 h 76263"/>
                <a:gd name="csX33" fmla="*/ 13408 w 42177"/>
                <a:gd name="csY33" fmla="*/ 58857 h 76263"/>
                <a:gd name="csX34" fmla="*/ 18044 w 42177"/>
                <a:gd name="csY34" fmla="*/ 60039 h 76263"/>
                <a:gd name="csX35" fmla="*/ 24270 w 42177"/>
                <a:gd name="csY35" fmla="*/ 61629 h 76263"/>
                <a:gd name="csX36" fmla="*/ 32678 w 42177"/>
                <a:gd name="csY36" fmla="*/ 63674 h 76263"/>
                <a:gd name="csX37" fmla="*/ 39541 w 42177"/>
                <a:gd name="csY37" fmla="*/ 65447 h 76263"/>
                <a:gd name="csX38" fmla="*/ 41495 w 42177"/>
                <a:gd name="csY38" fmla="*/ 66901 h 76263"/>
                <a:gd name="csX39" fmla="*/ 42177 w 42177"/>
                <a:gd name="csY39" fmla="*/ 68901 h 76263"/>
                <a:gd name="csX40" fmla="*/ 41495 w 42177"/>
                <a:gd name="csY40" fmla="*/ 70810 h 76263"/>
                <a:gd name="csX41" fmla="*/ 39632 w 42177"/>
                <a:gd name="csY41" fmla="*/ 71582 h 76263"/>
                <a:gd name="csX42" fmla="*/ 38769 w 42177"/>
                <a:gd name="csY42" fmla="*/ 71447 h 76263"/>
                <a:gd name="csX43" fmla="*/ 37132 w 42177"/>
                <a:gd name="csY43" fmla="*/ 71083 h 76263"/>
                <a:gd name="csX44" fmla="*/ 35632 w 42177"/>
                <a:gd name="csY44" fmla="*/ 70765 h 76263"/>
                <a:gd name="csX45" fmla="*/ 14135 w 42177"/>
                <a:gd name="csY45" fmla="*/ 65356 h 76263"/>
                <a:gd name="csX46" fmla="*/ 8999 w 42177"/>
                <a:gd name="csY46" fmla="*/ 64129 h 76263"/>
                <a:gd name="csX47" fmla="*/ 6318 w 42177"/>
                <a:gd name="csY47" fmla="*/ 63857 h 76263"/>
                <a:gd name="csX48" fmla="*/ 2045 w 42177"/>
                <a:gd name="csY48" fmla="*/ 66765 h 76263"/>
                <a:gd name="csX49" fmla="*/ 4863 w 42177"/>
                <a:gd name="csY49" fmla="*/ 70673 h 76263"/>
                <a:gd name="csX50" fmla="*/ 13135 w 42177"/>
                <a:gd name="csY50" fmla="*/ 73537 h 76263"/>
                <a:gd name="csX51" fmla="*/ 14953 w 42177"/>
                <a:gd name="csY51" fmla="*/ 74219 h 76263"/>
                <a:gd name="csX52" fmla="*/ 15271 w 42177"/>
                <a:gd name="csY52" fmla="*/ 75128 h 76263"/>
                <a:gd name="csX53" fmla="*/ 14317 w 42177"/>
                <a:gd name="csY53" fmla="*/ 76264 h 76263"/>
                <a:gd name="csX54" fmla="*/ 12635 w 42177"/>
                <a:gd name="csY54" fmla="*/ 75900 h 76263"/>
                <a:gd name="csX55" fmla="*/ 8999 w 42177"/>
                <a:gd name="csY55" fmla="*/ 74855 h 76263"/>
                <a:gd name="csX56" fmla="*/ 5318 w 42177"/>
                <a:gd name="csY56" fmla="*/ 73355 h 76263"/>
                <a:gd name="csX57" fmla="*/ 3727 w 42177"/>
                <a:gd name="csY57" fmla="*/ 72491 h 76263"/>
                <a:gd name="csX58" fmla="*/ 2091 w 42177"/>
                <a:gd name="csY58" fmla="*/ 71264 h 76263"/>
                <a:gd name="csX59" fmla="*/ 545 w 42177"/>
                <a:gd name="csY59" fmla="*/ 69219 h 76263"/>
                <a:gd name="csX60" fmla="*/ 0 w 42177"/>
                <a:gd name="csY60" fmla="*/ 66493 h 76263"/>
                <a:gd name="csX61" fmla="*/ 2136 w 42177"/>
                <a:gd name="csY61" fmla="*/ 60720 h 76263"/>
                <a:gd name="csX62" fmla="*/ 8090 w 42177"/>
                <a:gd name="csY62" fmla="*/ 57902 h 76263"/>
                <a:gd name="csX63" fmla="*/ 0 w 42177"/>
                <a:gd name="csY63" fmla="*/ 43404 h 76263"/>
                <a:gd name="csX64" fmla="*/ 2409 w 42177"/>
                <a:gd name="csY64" fmla="*/ 35768 h 76263"/>
                <a:gd name="csX65" fmla="*/ 8999 w 42177"/>
                <a:gd name="csY65" fmla="*/ 32769 h 76263"/>
                <a:gd name="csX66" fmla="*/ 0 w 42177"/>
                <a:gd name="csY66" fmla="*/ 17589 h 76263"/>
                <a:gd name="csX67" fmla="*/ 2682 w 42177"/>
                <a:gd name="csY67" fmla="*/ 9680 h 76263"/>
                <a:gd name="csX68" fmla="*/ 9954 w 42177"/>
                <a:gd name="csY68" fmla="*/ 6908 h 76263"/>
                <a:gd name="csX69" fmla="*/ 16953 w 42177"/>
                <a:gd name="csY69" fmla="*/ 8135 h 76263"/>
                <a:gd name="csX70" fmla="*/ 23770 w 42177"/>
                <a:gd name="csY70" fmla="*/ 10180 h 76263"/>
                <a:gd name="csX71" fmla="*/ 30406 w 42177"/>
                <a:gd name="csY71" fmla="*/ 12590 h 76263"/>
                <a:gd name="csX72" fmla="*/ 37041 w 42177"/>
                <a:gd name="csY72" fmla="*/ 14271 h 76263"/>
                <a:gd name="csX73" fmla="*/ 39359 w 42177"/>
                <a:gd name="csY73" fmla="*/ 13726 h 76263"/>
                <a:gd name="csX74" fmla="*/ 40087 w 42177"/>
                <a:gd name="csY74" fmla="*/ 11999 h 76263"/>
                <a:gd name="csX75" fmla="*/ 39041 w 42177"/>
                <a:gd name="csY75" fmla="*/ 8589 h 76263"/>
                <a:gd name="csX76" fmla="*/ 36178 w 42177"/>
                <a:gd name="csY76" fmla="*/ 5863 h 76263"/>
                <a:gd name="csX77" fmla="*/ 32542 w 42177"/>
                <a:gd name="csY77" fmla="*/ 3908 h 76263"/>
                <a:gd name="csX78" fmla="*/ 28588 w 42177"/>
                <a:gd name="csY78" fmla="*/ 2545 h 76263"/>
                <a:gd name="csX79" fmla="*/ 27179 w 42177"/>
                <a:gd name="csY79" fmla="*/ 2000 h 76263"/>
                <a:gd name="csX80" fmla="*/ 26906 w 42177"/>
                <a:gd name="csY80" fmla="*/ 1136 h 76263"/>
                <a:gd name="csX81" fmla="*/ 27815 w 42177"/>
                <a:gd name="csY81" fmla="*/ 0 h 76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3">
                  <a:moveTo>
                    <a:pt x="27815" y="0"/>
                  </a:moveTo>
                  <a:cubicBezTo>
                    <a:pt x="28058" y="0"/>
                    <a:pt x="28648" y="136"/>
                    <a:pt x="29588" y="408"/>
                  </a:cubicBezTo>
                  <a:cubicBezTo>
                    <a:pt x="30527" y="681"/>
                    <a:pt x="31724" y="1151"/>
                    <a:pt x="33178" y="1817"/>
                  </a:cubicBezTo>
                  <a:cubicBezTo>
                    <a:pt x="34633" y="2454"/>
                    <a:pt x="36026" y="3226"/>
                    <a:pt x="37360" y="4135"/>
                  </a:cubicBezTo>
                  <a:cubicBezTo>
                    <a:pt x="38663" y="5014"/>
                    <a:pt x="39799" y="6181"/>
                    <a:pt x="40768" y="7635"/>
                  </a:cubicBezTo>
                  <a:cubicBezTo>
                    <a:pt x="41708" y="9059"/>
                    <a:pt x="42177" y="10589"/>
                    <a:pt x="42177" y="12226"/>
                  </a:cubicBezTo>
                  <a:cubicBezTo>
                    <a:pt x="42177" y="14407"/>
                    <a:pt x="41450" y="16225"/>
                    <a:pt x="39996" y="17679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6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3"/>
                  </a:cubicBezTo>
                  <a:cubicBezTo>
                    <a:pt x="7136" y="28754"/>
                    <a:pt x="8302" y="29754"/>
                    <a:pt x="9544" y="30633"/>
                  </a:cubicBezTo>
                  <a:cubicBezTo>
                    <a:pt x="10787" y="31511"/>
                    <a:pt x="11817" y="32147"/>
                    <a:pt x="12635" y="32541"/>
                  </a:cubicBezTo>
                  <a:cubicBezTo>
                    <a:pt x="13453" y="32905"/>
                    <a:pt x="14044" y="33132"/>
                    <a:pt x="14408" y="33223"/>
                  </a:cubicBezTo>
                  <a:lnTo>
                    <a:pt x="36860" y="38813"/>
                  </a:lnTo>
                  <a:cubicBezTo>
                    <a:pt x="38132" y="39117"/>
                    <a:pt x="39072" y="39374"/>
                    <a:pt x="39678" y="39586"/>
                  </a:cubicBezTo>
                  <a:cubicBezTo>
                    <a:pt x="40284" y="39798"/>
                    <a:pt x="40844" y="40192"/>
                    <a:pt x="41359" y="40767"/>
                  </a:cubicBezTo>
                  <a:cubicBezTo>
                    <a:pt x="41905" y="41343"/>
                    <a:pt x="42177" y="42086"/>
                    <a:pt x="42177" y="42995"/>
                  </a:cubicBezTo>
                  <a:cubicBezTo>
                    <a:pt x="42177" y="43752"/>
                    <a:pt x="41950" y="44404"/>
                    <a:pt x="41495" y="44949"/>
                  </a:cubicBezTo>
                  <a:cubicBezTo>
                    <a:pt x="41041" y="45464"/>
                    <a:pt x="40420" y="45721"/>
                    <a:pt x="39632" y="45721"/>
                  </a:cubicBezTo>
                  <a:cubicBezTo>
                    <a:pt x="39511" y="45721"/>
                    <a:pt x="39132" y="45646"/>
                    <a:pt x="38496" y="45494"/>
                  </a:cubicBezTo>
                  <a:cubicBezTo>
                    <a:pt x="37860" y="45343"/>
                    <a:pt x="37102" y="45161"/>
                    <a:pt x="36223" y="44949"/>
                  </a:cubicBezTo>
                  <a:cubicBezTo>
                    <a:pt x="35345" y="44737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3"/>
                    <a:pt x="2045" y="43676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09"/>
                    <a:pt x="7045" y="54524"/>
                    <a:pt x="8226" y="55493"/>
                  </a:cubicBezTo>
                  <a:cubicBezTo>
                    <a:pt x="9378" y="56432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29"/>
                  </a:cubicBezTo>
                  <a:lnTo>
                    <a:pt x="32678" y="63674"/>
                  </a:lnTo>
                  <a:cubicBezTo>
                    <a:pt x="36860" y="64644"/>
                    <a:pt x="39147" y="65235"/>
                    <a:pt x="39541" y="65447"/>
                  </a:cubicBezTo>
                  <a:cubicBezTo>
                    <a:pt x="40390" y="65750"/>
                    <a:pt x="41041" y="66235"/>
                    <a:pt x="41495" y="66901"/>
                  </a:cubicBezTo>
                  <a:cubicBezTo>
                    <a:pt x="41950" y="67568"/>
                    <a:pt x="42177" y="68235"/>
                    <a:pt x="42177" y="68901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5"/>
                    <a:pt x="40420" y="71582"/>
                    <a:pt x="39632" y="71582"/>
                  </a:cubicBezTo>
                  <a:cubicBezTo>
                    <a:pt x="39511" y="71582"/>
                    <a:pt x="39223" y="71537"/>
                    <a:pt x="38769" y="71447"/>
                  </a:cubicBezTo>
                  <a:cubicBezTo>
                    <a:pt x="38314" y="71355"/>
                    <a:pt x="37769" y="71234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6"/>
                  </a:lnTo>
                  <a:cubicBezTo>
                    <a:pt x="11529" y="64689"/>
                    <a:pt x="9817" y="64281"/>
                    <a:pt x="8999" y="64129"/>
                  </a:cubicBezTo>
                  <a:cubicBezTo>
                    <a:pt x="8151" y="63947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3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7"/>
                    <a:pt x="14953" y="74219"/>
                  </a:cubicBezTo>
                  <a:cubicBezTo>
                    <a:pt x="15165" y="74370"/>
                    <a:pt x="15271" y="74673"/>
                    <a:pt x="15271" y="75128"/>
                  </a:cubicBezTo>
                  <a:cubicBezTo>
                    <a:pt x="15241" y="75885"/>
                    <a:pt x="14923" y="76264"/>
                    <a:pt x="14317" y="76264"/>
                  </a:cubicBezTo>
                  <a:cubicBezTo>
                    <a:pt x="14165" y="76264"/>
                    <a:pt x="13605" y="76142"/>
                    <a:pt x="12635" y="75900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0"/>
                    <a:pt x="5318" y="73355"/>
                  </a:cubicBezTo>
                  <a:cubicBezTo>
                    <a:pt x="4681" y="73052"/>
                    <a:pt x="4151" y="72764"/>
                    <a:pt x="3727" y="72491"/>
                  </a:cubicBezTo>
                  <a:cubicBezTo>
                    <a:pt x="3303" y="72219"/>
                    <a:pt x="2757" y="71810"/>
                    <a:pt x="2091" y="71264"/>
                  </a:cubicBezTo>
                  <a:cubicBezTo>
                    <a:pt x="1424" y="70719"/>
                    <a:pt x="909" y="70037"/>
                    <a:pt x="545" y="69219"/>
                  </a:cubicBezTo>
                  <a:cubicBezTo>
                    <a:pt x="182" y="68401"/>
                    <a:pt x="0" y="67492"/>
                    <a:pt x="0" y="66493"/>
                  </a:cubicBezTo>
                  <a:cubicBezTo>
                    <a:pt x="0" y="64281"/>
                    <a:pt x="712" y="62356"/>
                    <a:pt x="2136" y="60720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7"/>
                    <a:pt x="2409" y="35768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7"/>
                    <a:pt x="0" y="23527"/>
                    <a:pt x="0" y="17589"/>
                  </a:cubicBezTo>
                  <a:cubicBezTo>
                    <a:pt x="0" y="14165"/>
                    <a:pt x="894" y="11528"/>
                    <a:pt x="2682" y="9680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0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89"/>
                  </a:cubicBezTo>
                  <a:cubicBezTo>
                    <a:pt x="38314" y="7529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8"/>
                  </a:cubicBezTo>
                  <a:cubicBezTo>
                    <a:pt x="31300" y="3393"/>
                    <a:pt x="29982" y="2939"/>
                    <a:pt x="28588" y="2545"/>
                  </a:cubicBezTo>
                  <a:cubicBezTo>
                    <a:pt x="27830" y="2302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6" name="Freeform 3635">
              <a:extLst>
                <a:ext uri="{FF2B5EF4-FFF2-40B4-BE49-F238E27FC236}">
                  <a16:creationId xmlns:a16="http://schemas.microsoft.com/office/drawing/2014/main" id="{ACDF3D44-8560-DAD9-2115-948F303C9AFF}"/>
                </a:ext>
              </a:extLst>
            </p:cNvPr>
            <p:cNvSpPr/>
            <p:nvPr/>
          </p:nvSpPr>
          <p:spPr>
            <a:xfrm>
              <a:off x="3463269" y="4164527"/>
              <a:ext cx="59302" cy="32483"/>
            </a:xfrm>
            <a:custGeom>
              <a:avLst/>
              <a:gdLst>
                <a:gd name="csX0" fmla="*/ 4486 w 59302"/>
                <a:gd name="csY0" fmla="*/ 0 h 32483"/>
                <a:gd name="csX1" fmla="*/ 7317 w 59302"/>
                <a:gd name="csY1" fmla="*/ 1114 h 32483"/>
                <a:gd name="csX2" fmla="*/ 8399 w 59302"/>
                <a:gd name="csY2" fmla="*/ 3564 h 32483"/>
                <a:gd name="csX3" fmla="*/ 7795 w 59302"/>
                <a:gd name="csY3" fmla="*/ 5282 h 32483"/>
                <a:gd name="csX4" fmla="*/ 6140 w 59302"/>
                <a:gd name="csY4" fmla="*/ 5981 h 32483"/>
                <a:gd name="csX5" fmla="*/ 3913 w 59302"/>
                <a:gd name="csY5" fmla="*/ 5155 h 32483"/>
                <a:gd name="csX6" fmla="*/ 2609 w 59302"/>
                <a:gd name="csY6" fmla="*/ 2450 h 32483"/>
                <a:gd name="csX7" fmla="*/ 1432 w 59302"/>
                <a:gd name="csY7" fmla="*/ 5663 h 32483"/>
                <a:gd name="csX8" fmla="*/ 2068 w 59302"/>
                <a:gd name="csY8" fmla="*/ 7476 h 32483"/>
                <a:gd name="csX9" fmla="*/ 3659 w 59302"/>
                <a:gd name="csY9" fmla="*/ 8717 h 32483"/>
                <a:gd name="csX10" fmla="*/ 10435 w 59302"/>
                <a:gd name="csY10" fmla="*/ 10276 h 32483"/>
                <a:gd name="csX11" fmla="*/ 14126 w 59302"/>
                <a:gd name="csY11" fmla="*/ 10945 h 32483"/>
                <a:gd name="csX12" fmla="*/ 17848 w 59302"/>
                <a:gd name="csY12" fmla="*/ 11644 h 32483"/>
                <a:gd name="csX13" fmla="*/ 17848 w 59302"/>
                <a:gd name="csY13" fmla="*/ 6237 h 32483"/>
                <a:gd name="csX14" fmla="*/ 17880 w 59302"/>
                <a:gd name="csY14" fmla="*/ 5250 h 32483"/>
                <a:gd name="csX15" fmla="*/ 18071 w 59302"/>
                <a:gd name="csY15" fmla="*/ 4740 h 32483"/>
                <a:gd name="csX16" fmla="*/ 18580 w 59302"/>
                <a:gd name="csY16" fmla="*/ 4486 h 32483"/>
                <a:gd name="csX17" fmla="*/ 19693 w 59302"/>
                <a:gd name="csY17" fmla="*/ 4900 h 32483"/>
                <a:gd name="csX18" fmla="*/ 19884 w 59302"/>
                <a:gd name="csY18" fmla="*/ 6427 h 32483"/>
                <a:gd name="csX19" fmla="*/ 19884 w 59302"/>
                <a:gd name="csY19" fmla="*/ 12027 h 32483"/>
                <a:gd name="csX20" fmla="*/ 40532 w 59302"/>
                <a:gd name="csY20" fmla="*/ 15940 h 32483"/>
                <a:gd name="csX21" fmla="*/ 43045 w 59302"/>
                <a:gd name="csY21" fmla="*/ 16449 h 32483"/>
                <a:gd name="csX22" fmla="*/ 48009 w 59302"/>
                <a:gd name="csY22" fmla="*/ 17753 h 32483"/>
                <a:gd name="csX23" fmla="*/ 52971 w 59302"/>
                <a:gd name="csY23" fmla="*/ 19598 h 32483"/>
                <a:gd name="csX24" fmla="*/ 55008 w 59302"/>
                <a:gd name="csY24" fmla="*/ 20775 h 32483"/>
                <a:gd name="csX25" fmla="*/ 57043 w 59302"/>
                <a:gd name="csY25" fmla="*/ 22334 h 32483"/>
                <a:gd name="csX26" fmla="*/ 58666 w 59302"/>
                <a:gd name="csY26" fmla="*/ 24466 h 32483"/>
                <a:gd name="csX27" fmla="*/ 59303 w 59302"/>
                <a:gd name="csY27" fmla="*/ 26948 h 32483"/>
                <a:gd name="csX28" fmla="*/ 58094 w 59302"/>
                <a:gd name="csY28" fmla="*/ 30797 h 32483"/>
                <a:gd name="csX29" fmla="*/ 54817 w 59302"/>
                <a:gd name="csY29" fmla="*/ 32484 h 32483"/>
                <a:gd name="csX30" fmla="*/ 51986 w 59302"/>
                <a:gd name="csY30" fmla="*/ 31402 h 32483"/>
                <a:gd name="csX31" fmla="*/ 50904 w 59302"/>
                <a:gd name="csY31" fmla="*/ 28920 h 32483"/>
                <a:gd name="csX32" fmla="*/ 51508 w 59302"/>
                <a:gd name="csY32" fmla="*/ 27234 h 32483"/>
                <a:gd name="csX33" fmla="*/ 53162 w 59302"/>
                <a:gd name="csY33" fmla="*/ 26502 h 32483"/>
                <a:gd name="csX34" fmla="*/ 54117 w 59302"/>
                <a:gd name="csY34" fmla="*/ 26661 h 32483"/>
                <a:gd name="csX35" fmla="*/ 55199 w 59302"/>
                <a:gd name="csY35" fmla="*/ 27170 h 32483"/>
                <a:gd name="csX36" fmla="*/ 56217 w 59302"/>
                <a:gd name="csY36" fmla="*/ 28284 h 32483"/>
                <a:gd name="csX37" fmla="*/ 56694 w 59302"/>
                <a:gd name="csY37" fmla="*/ 30097 h 32483"/>
                <a:gd name="csX38" fmla="*/ 57871 w 59302"/>
                <a:gd name="csY38" fmla="*/ 26948 h 32483"/>
                <a:gd name="csX39" fmla="*/ 57617 w 59302"/>
                <a:gd name="csY39" fmla="*/ 25802 h 32483"/>
                <a:gd name="csX40" fmla="*/ 56821 w 59302"/>
                <a:gd name="csY40" fmla="*/ 24816 h 32483"/>
                <a:gd name="csX41" fmla="*/ 55675 w 59302"/>
                <a:gd name="csY41" fmla="*/ 23989 h 32483"/>
                <a:gd name="csX42" fmla="*/ 54085 w 59302"/>
                <a:gd name="csY42" fmla="*/ 23289 h 32483"/>
                <a:gd name="csX43" fmla="*/ 52304 w 59302"/>
                <a:gd name="csY43" fmla="*/ 22717 h 32483"/>
                <a:gd name="csX44" fmla="*/ 50172 w 59302"/>
                <a:gd name="csY44" fmla="*/ 22207 h 32483"/>
                <a:gd name="csX45" fmla="*/ 47977 w 59302"/>
                <a:gd name="csY45" fmla="*/ 21730 h 32483"/>
                <a:gd name="csX46" fmla="*/ 45622 w 59302"/>
                <a:gd name="csY46" fmla="*/ 21285 h 32483"/>
                <a:gd name="csX47" fmla="*/ 19884 w 59302"/>
                <a:gd name="csY47" fmla="*/ 16417 h 32483"/>
                <a:gd name="csX48" fmla="*/ 19884 w 59302"/>
                <a:gd name="csY48" fmla="*/ 20712 h 32483"/>
                <a:gd name="csX49" fmla="*/ 19852 w 59302"/>
                <a:gd name="csY49" fmla="*/ 21794 h 32483"/>
                <a:gd name="csX50" fmla="*/ 19661 w 59302"/>
                <a:gd name="csY50" fmla="*/ 22302 h 32483"/>
                <a:gd name="csX51" fmla="*/ 19089 w 59302"/>
                <a:gd name="csY51" fmla="*/ 22525 h 32483"/>
                <a:gd name="csX52" fmla="*/ 18230 w 59302"/>
                <a:gd name="csY52" fmla="*/ 22270 h 32483"/>
                <a:gd name="csX53" fmla="*/ 17912 w 59302"/>
                <a:gd name="csY53" fmla="*/ 21666 h 32483"/>
                <a:gd name="csX54" fmla="*/ 17848 w 59302"/>
                <a:gd name="csY54" fmla="*/ 20585 h 32483"/>
                <a:gd name="csX55" fmla="*/ 17848 w 59302"/>
                <a:gd name="csY55" fmla="*/ 16067 h 32483"/>
                <a:gd name="csX56" fmla="*/ 7635 w 59302"/>
                <a:gd name="csY56" fmla="*/ 13935 h 32483"/>
                <a:gd name="csX57" fmla="*/ 3754 w 59302"/>
                <a:gd name="csY57" fmla="*/ 12154 h 32483"/>
                <a:gd name="csX58" fmla="*/ 1368 w 59302"/>
                <a:gd name="csY58" fmla="*/ 9863 h 32483"/>
                <a:gd name="csX59" fmla="*/ 318 w 59302"/>
                <a:gd name="csY59" fmla="*/ 7668 h 32483"/>
                <a:gd name="csX60" fmla="*/ 0 w 59302"/>
                <a:gd name="csY60" fmla="*/ 5663 h 32483"/>
                <a:gd name="csX61" fmla="*/ 1209 w 59302"/>
                <a:gd name="csY61" fmla="*/ 1718 h 32483"/>
                <a:gd name="csX62" fmla="*/ 4486 w 59302"/>
                <a:gd name="csY62" fmla="*/ 0 h 32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3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4"/>
                    <a:pt x="7795" y="5282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5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1"/>
                    <a:pt x="1644" y="6925"/>
                    <a:pt x="2068" y="7476"/>
                  </a:cubicBezTo>
                  <a:cubicBezTo>
                    <a:pt x="2471" y="8007"/>
                    <a:pt x="3001" y="8420"/>
                    <a:pt x="3659" y="8717"/>
                  </a:cubicBezTo>
                  <a:cubicBezTo>
                    <a:pt x="4337" y="9036"/>
                    <a:pt x="6596" y="9555"/>
                    <a:pt x="10435" y="10276"/>
                  </a:cubicBezTo>
                  <a:cubicBezTo>
                    <a:pt x="11687" y="10510"/>
                    <a:pt x="12917" y="10733"/>
                    <a:pt x="14126" y="10945"/>
                  </a:cubicBezTo>
                  <a:cubicBezTo>
                    <a:pt x="15335" y="11157"/>
                    <a:pt x="16575" y="11390"/>
                    <a:pt x="17848" y="11644"/>
                  </a:cubicBezTo>
                  <a:lnTo>
                    <a:pt x="17848" y="6237"/>
                  </a:lnTo>
                  <a:cubicBezTo>
                    <a:pt x="17848" y="5770"/>
                    <a:pt x="17859" y="5441"/>
                    <a:pt x="17880" y="5250"/>
                  </a:cubicBezTo>
                  <a:cubicBezTo>
                    <a:pt x="17901" y="5059"/>
                    <a:pt x="17965" y="4889"/>
                    <a:pt x="18071" y="4740"/>
                  </a:cubicBezTo>
                  <a:cubicBezTo>
                    <a:pt x="18177" y="4571"/>
                    <a:pt x="18346" y="4486"/>
                    <a:pt x="18580" y="4486"/>
                  </a:cubicBezTo>
                  <a:cubicBezTo>
                    <a:pt x="19174" y="4486"/>
                    <a:pt x="19545" y="4624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7"/>
                  </a:lnTo>
                  <a:lnTo>
                    <a:pt x="40532" y="15940"/>
                  </a:lnTo>
                  <a:cubicBezTo>
                    <a:pt x="40935" y="16003"/>
                    <a:pt x="41773" y="16173"/>
                    <a:pt x="43045" y="16449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8"/>
                    <a:pt x="51741" y="18983"/>
                    <a:pt x="52971" y="19598"/>
                  </a:cubicBezTo>
                  <a:cubicBezTo>
                    <a:pt x="53671" y="19938"/>
                    <a:pt x="54350" y="20330"/>
                    <a:pt x="55008" y="20775"/>
                  </a:cubicBezTo>
                  <a:cubicBezTo>
                    <a:pt x="55686" y="21199"/>
                    <a:pt x="56365" y="21719"/>
                    <a:pt x="57043" y="22334"/>
                  </a:cubicBezTo>
                  <a:cubicBezTo>
                    <a:pt x="57722" y="22949"/>
                    <a:pt x="58263" y="23660"/>
                    <a:pt x="58666" y="24466"/>
                  </a:cubicBezTo>
                  <a:cubicBezTo>
                    <a:pt x="59091" y="25272"/>
                    <a:pt x="59303" y="26099"/>
                    <a:pt x="59303" y="26948"/>
                  </a:cubicBezTo>
                  <a:cubicBezTo>
                    <a:pt x="59303" y="28390"/>
                    <a:pt x="58900" y="29673"/>
                    <a:pt x="58094" y="30797"/>
                  </a:cubicBezTo>
                  <a:cubicBezTo>
                    <a:pt x="57288" y="31922"/>
                    <a:pt x="56196" y="32484"/>
                    <a:pt x="54817" y="32484"/>
                  </a:cubicBezTo>
                  <a:cubicBezTo>
                    <a:pt x="53650" y="32484"/>
                    <a:pt x="52707" y="32123"/>
                    <a:pt x="51986" y="31402"/>
                  </a:cubicBezTo>
                  <a:cubicBezTo>
                    <a:pt x="51264" y="30659"/>
                    <a:pt x="50904" y="29832"/>
                    <a:pt x="50904" y="28920"/>
                  </a:cubicBezTo>
                  <a:cubicBezTo>
                    <a:pt x="50904" y="28262"/>
                    <a:pt x="51105" y="27700"/>
                    <a:pt x="51508" y="27234"/>
                  </a:cubicBezTo>
                  <a:cubicBezTo>
                    <a:pt x="51911" y="26746"/>
                    <a:pt x="52463" y="26502"/>
                    <a:pt x="53162" y="26502"/>
                  </a:cubicBezTo>
                  <a:cubicBezTo>
                    <a:pt x="53459" y="26502"/>
                    <a:pt x="53778" y="26555"/>
                    <a:pt x="54117" y="26661"/>
                  </a:cubicBezTo>
                  <a:cubicBezTo>
                    <a:pt x="54456" y="26768"/>
                    <a:pt x="54817" y="26937"/>
                    <a:pt x="55199" y="27170"/>
                  </a:cubicBezTo>
                  <a:cubicBezTo>
                    <a:pt x="55602" y="27403"/>
                    <a:pt x="55941" y="27775"/>
                    <a:pt x="56217" y="28284"/>
                  </a:cubicBezTo>
                  <a:cubicBezTo>
                    <a:pt x="56492" y="28793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8"/>
                  </a:cubicBezTo>
                  <a:cubicBezTo>
                    <a:pt x="57871" y="26545"/>
                    <a:pt x="57786" y="26163"/>
                    <a:pt x="57617" y="25802"/>
                  </a:cubicBezTo>
                  <a:cubicBezTo>
                    <a:pt x="57468" y="25442"/>
                    <a:pt x="57203" y="25113"/>
                    <a:pt x="56821" y="24816"/>
                  </a:cubicBezTo>
                  <a:cubicBezTo>
                    <a:pt x="56439" y="24498"/>
                    <a:pt x="56058" y="24222"/>
                    <a:pt x="55675" y="23989"/>
                  </a:cubicBezTo>
                  <a:cubicBezTo>
                    <a:pt x="55315" y="23755"/>
                    <a:pt x="54785" y="23522"/>
                    <a:pt x="54085" y="23289"/>
                  </a:cubicBezTo>
                  <a:cubicBezTo>
                    <a:pt x="53407" y="23056"/>
                    <a:pt x="52813" y="22865"/>
                    <a:pt x="52304" y="22717"/>
                  </a:cubicBezTo>
                  <a:cubicBezTo>
                    <a:pt x="51795" y="22568"/>
                    <a:pt x="51084" y="22398"/>
                    <a:pt x="50172" y="22207"/>
                  </a:cubicBezTo>
                  <a:cubicBezTo>
                    <a:pt x="49260" y="21995"/>
                    <a:pt x="48528" y="21836"/>
                    <a:pt x="47977" y="21730"/>
                  </a:cubicBezTo>
                  <a:cubicBezTo>
                    <a:pt x="47446" y="21624"/>
                    <a:pt x="46661" y="21475"/>
                    <a:pt x="45622" y="21285"/>
                  </a:cubicBezTo>
                  <a:lnTo>
                    <a:pt x="19884" y="16417"/>
                  </a:lnTo>
                  <a:lnTo>
                    <a:pt x="19884" y="20712"/>
                  </a:lnTo>
                  <a:cubicBezTo>
                    <a:pt x="19884" y="21221"/>
                    <a:pt x="19874" y="21582"/>
                    <a:pt x="19852" y="21794"/>
                  </a:cubicBezTo>
                  <a:cubicBezTo>
                    <a:pt x="19831" y="21985"/>
                    <a:pt x="19768" y="22154"/>
                    <a:pt x="19661" y="22302"/>
                  </a:cubicBezTo>
                  <a:cubicBezTo>
                    <a:pt x="19534" y="22451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79"/>
                    <a:pt x="17933" y="21878"/>
                    <a:pt x="17912" y="21666"/>
                  </a:cubicBezTo>
                  <a:cubicBezTo>
                    <a:pt x="17869" y="21454"/>
                    <a:pt x="17848" y="21094"/>
                    <a:pt x="17848" y="20585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9"/>
                    <a:pt x="4815" y="12875"/>
                    <a:pt x="3754" y="12154"/>
                  </a:cubicBezTo>
                  <a:cubicBezTo>
                    <a:pt x="2672" y="11433"/>
                    <a:pt x="1877" y="10669"/>
                    <a:pt x="1368" y="9863"/>
                  </a:cubicBezTo>
                  <a:cubicBezTo>
                    <a:pt x="859" y="9057"/>
                    <a:pt x="509" y="8325"/>
                    <a:pt x="318" y="7668"/>
                  </a:cubicBezTo>
                  <a:cubicBezTo>
                    <a:pt x="106" y="6989"/>
                    <a:pt x="0" y="6321"/>
                    <a:pt x="0" y="5663"/>
                  </a:cubicBezTo>
                  <a:cubicBezTo>
                    <a:pt x="0" y="4179"/>
                    <a:pt x="403" y="2864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7" name="Freeform 3636">
              <a:extLst>
                <a:ext uri="{FF2B5EF4-FFF2-40B4-BE49-F238E27FC236}">
                  <a16:creationId xmlns:a16="http://schemas.microsoft.com/office/drawing/2014/main" id="{2BBF0D7A-9CCC-B225-103D-711D035D56B9}"/>
                </a:ext>
              </a:extLst>
            </p:cNvPr>
            <p:cNvSpPr/>
            <p:nvPr/>
          </p:nvSpPr>
          <p:spPr>
            <a:xfrm>
              <a:off x="3475995" y="4089684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3 h 57648"/>
                <a:gd name="csX4" fmla="*/ 32833 w 33850"/>
                <a:gd name="csY4" fmla="*/ 13299 h 57648"/>
                <a:gd name="csX5" fmla="*/ 33565 w 33850"/>
                <a:gd name="csY5" fmla="*/ 13744 h 57648"/>
                <a:gd name="csX6" fmla="*/ 33851 w 33850"/>
                <a:gd name="csY6" fmla="*/ 14572 h 57648"/>
                <a:gd name="csX7" fmla="*/ 33469 w 33850"/>
                <a:gd name="csY7" fmla="*/ 15494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3 h 57648"/>
                <a:gd name="csX11" fmla="*/ 22907 w 33850"/>
                <a:gd name="csY11" fmla="*/ 11517 h 57648"/>
                <a:gd name="csX12" fmla="*/ 18230 w 33850"/>
                <a:gd name="csY12" fmla="*/ 6427 h 57648"/>
                <a:gd name="csX13" fmla="*/ 18230 w 33850"/>
                <a:gd name="csY13" fmla="*/ 56344 h 57648"/>
                <a:gd name="csX14" fmla="*/ 17848 w 33850"/>
                <a:gd name="csY14" fmla="*/ 57267 h 57648"/>
                <a:gd name="csX15" fmla="*/ 16925 w 33850"/>
                <a:gd name="csY15" fmla="*/ 57648 h 57648"/>
                <a:gd name="csX16" fmla="*/ 16003 w 33850"/>
                <a:gd name="csY16" fmla="*/ 57267 h 57648"/>
                <a:gd name="csX17" fmla="*/ 15621 w 33850"/>
                <a:gd name="csY17" fmla="*/ 56344 h 57648"/>
                <a:gd name="csX18" fmla="*/ 15621 w 33850"/>
                <a:gd name="csY18" fmla="*/ 6427 h 57648"/>
                <a:gd name="csX19" fmla="*/ 10944 w 33850"/>
                <a:gd name="csY19" fmla="*/ 11517 h 57648"/>
                <a:gd name="csX20" fmla="*/ 1559 w 33850"/>
                <a:gd name="csY20" fmla="*/ 15813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4 h 57648"/>
                <a:gd name="csX24" fmla="*/ 0 w 33850"/>
                <a:gd name="csY24" fmla="*/ 14572 h 57648"/>
                <a:gd name="csX25" fmla="*/ 286 w 33850"/>
                <a:gd name="csY25" fmla="*/ 13744 h 57648"/>
                <a:gd name="csX26" fmla="*/ 1018 w 33850"/>
                <a:gd name="csY26" fmla="*/ 13299 h 57648"/>
                <a:gd name="csX27" fmla="*/ 9290 w 33850"/>
                <a:gd name="csY27" fmla="*/ 9513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3"/>
                  </a:cubicBezTo>
                  <a:cubicBezTo>
                    <a:pt x="27127" y="11485"/>
                    <a:pt x="29885" y="12747"/>
                    <a:pt x="32833" y="13299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8"/>
                    <a:pt x="33851" y="14253"/>
                    <a:pt x="33851" y="14572"/>
                  </a:cubicBezTo>
                  <a:cubicBezTo>
                    <a:pt x="33851" y="14932"/>
                    <a:pt x="33724" y="15239"/>
                    <a:pt x="33469" y="15494"/>
                  </a:cubicBezTo>
                  <a:cubicBezTo>
                    <a:pt x="33236" y="15749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3"/>
                    <a:pt x="32313" y="15813"/>
                    <a:pt x="32292" y="15813"/>
                  </a:cubicBezTo>
                  <a:cubicBezTo>
                    <a:pt x="28856" y="15176"/>
                    <a:pt x="25728" y="13744"/>
                    <a:pt x="22907" y="11517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4"/>
                  </a:lnTo>
                  <a:cubicBezTo>
                    <a:pt x="18230" y="56704"/>
                    <a:pt x="18103" y="57012"/>
                    <a:pt x="17848" y="57267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7"/>
                  </a:cubicBezTo>
                  <a:cubicBezTo>
                    <a:pt x="15748" y="57012"/>
                    <a:pt x="15621" y="56704"/>
                    <a:pt x="15621" y="56344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7"/>
                  </a:cubicBezTo>
                  <a:cubicBezTo>
                    <a:pt x="8123" y="13744"/>
                    <a:pt x="4995" y="15176"/>
                    <a:pt x="1559" y="15813"/>
                  </a:cubicBezTo>
                  <a:cubicBezTo>
                    <a:pt x="1538" y="15813"/>
                    <a:pt x="1495" y="15823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9"/>
                    <a:pt x="382" y="15494"/>
                  </a:cubicBezTo>
                  <a:cubicBezTo>
                    <a:pt x="127" y="15239"/>
                    <a:pt x="0" y="14932"/>
                    <a:pt x="0" y="14572"/>
                  </a:cubicBezTo>
                  <a:cubicBezTo>
                    <a:pt x="0" y="14253"/>
                    <a:pt x="95" y="13978"/>
                    <a:pt x="286" y="13744"/>
                  </a:cubicBezTo>
                  <a:cubicBezTo>
                    <a:pt x="477" y="13511"/>
                    <a:pt x="721" y="13362"/>
                    <a:pt x="1018" y="13299"/>
                  </a:cubicBezTo>
                  <a:cubicBezTo>
                    <a:pt x="3966" y="12747"/>
                    <a:pt x="6724" y="11485"/>
                    <a:pt x="9290" y="9513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8" name="Freeform 3637">
              <a:extLst>
                <a:ext uri="{FF2B5EF4-FFF2-40B4-BE49-F238E27FC236}">
                  <a16:creationId xmlns:a16="http://schemas.microsoft.com/office/drawing/2014/main" id="{BA83DF3C-6DAB-B1BD-8159-62ADE11E10DB}"/>
                </a:ext>
              </a:extLst>
            </p:cNvPr>
            <p:cNvSpPr/>
            <p:nvPr/>
          </p:nvSpPr>
          <p:spPr>
            <a:xfrm>
              <a:off x="3464701" y="4011024"/>
              <a:ext cx="44508" cy="53703"/>
            </a:xfrm>
            <a:custGeom>
              <a:avLst/>
              <a:gdLst>
                <a:gd name="csX0" fmla="*/ 732 w 44508"/>
                <a:gd name="csY0" fmla="*/ 0 h 53703"/>
                <a:gd name="csX1" fmla="*/ 1622 w 44508"/>
                <a:gd name="csY1" fmla="*/ 222 h 53703"/>
                <a:gd name="csX2" fmla="*/ 1972 w 44508"/>
                <a:gd name="csY2" fmla="*/ 636 h 53703"/>
                <a:gd name="csX3" fmla="*/ 2036 w 44508"/>
                <a:gd name="csY3" fmla="*/ 1431 h 53703"/>
                <a:gd name="csX4" fmla="*/ 5345 w 44508"/>
                <a:gd name="csY4" fmla="*/ 9703 h 53703"/>
                <a:gd name="csX5" fmla="*/ 8622 w 44508"/>
                <a:gd name="csY5" fmla="*/ 12948 h 53703"/>
                <a:gd name="csX6" fmla="*/ 14412 w 44508"/>
                <a:gd name="csY6" fmla="*/ 18293 h 53703"/>
                <a:gd name="csX7" fmla="*/ 19502 w 44508"/>
                <a:gd name="csY7" fmla="*/ 23065 h 53703"/>
                <a:gd name="csX8" fmla="*/ 39609 w 44508"/>
                <a:gd name="csY8" fmla="*/ 14666 h 53703"/>
                <a:gd name="csX9" fmla="*/ 40755 w 44508"/>
                <a:gd name="csY9" fmla="*/ 14189 h 53703"/>
                <a:gd name="csX10" fmla="*/ 41486 w 44508"/>
                <a:gd name="csY10" fmla="*/ 13712 h 53703"/>
                <a:gd name="csX11" fmla="*/ 42028 w 44508"/>
                <a:gd name="csY11" fmla="*/ 13108 h 53703"/>
                <a:gd name="csX12" fmla="*/ 42314 w 44508"/>
                <a:gd name="csY12" fmla="*/ 12217 h 53703"/>
                <a:gd name="csX13" fmla="*/ 42473 w 44508"/>
                <a:gd name="csY13" fmla="*/ 10944 h 53703"/>
                <a:gd name="csX14" fmla="*/ 42504 w 44508"/>
                <a:gd name="csY14" fmla="*/ 9067 h 53703"/>
                <a:gd name="csX15" fmla="*/ 42536 w 44508"/>
                <a:gd name="csY15" fmla="*/ 8526 h 53703"/>
                <a:gd name="csX16" fmla="*/ 42727 w 44508"/>
                <a:gd name="csY16" fmla="*/ 8112 h 53703"/>
                <a:gd name="csX17" fmla="*/ 43268 w 44508"/>
                <a:gd name="csY17" fmla="*/ 7890 h 53703"/>
                <a:gd name="csX18" fmla="*/ 44159 w 44508"/>
                <a:gd name="csY18" fmla="*/ 8144 h 53703"/>
                <a:gd name="csX19" fmla="*/ 44476 w 44508"/>
                <a:gd name="csY19" fmla="*/ 8589 h 53703"/>
                <a:gd name="csX20" fmla="*/ 44508 w 44508"/>
                <a:gd name="csY20" fmla="*/ 9131 h 53703"/>
                <a:gd name="csX21" fmla="*/ 44413 w 44508"/>
                <a:gd name="csY21" fmla="*/ 12757 h 53703"/>
                <a:gd name="csX22" fmla="*/ 44318 w 44508"/>
                <a:gd name="csY22" fmla="*/ 16352 h 53703"/>
                <a:gd name="csX23" fmla="*/ 44508 w 44508"/>
                <a:gd name="csY23" fmla="*/ 24561 h 53703"/>
                <a:gd name="csX24" fmla="*/ 43713 w 44508"/>
                <a:gd name="csY24" fmla="*/ 25547 h 53703"/>
                <a:gd name="csX25" fmla="*/ 43077 w 44508"/>
                <a:gd name="csY25" fmla="*/ 25484 h 53703"/>
                <a:gd name="csX26" fmla="*/ 42727 w 44508"/>
                <a:gd name="csY26" fmla="*/ 25165 h 53703"/>
                <a:gd name="csX27" fmla="*/ 42568 w 44508"/>
                <a:gd name="csY27" fmla="*/ 24783 h 53703"/>
                <a:gd name="csX28" fmla="*/ 42504 w 44508"/>
                <a:gd name="csY28" fmla="*/ 24243 h 53703"/>
                <a:gd name="csX29" fmla="*/ 42028 w 44508"/>
                <a:gd name="csY29" fmla="*/ 22174 h 53703"/>
                <a:gd name="csX30" fmla="*/ 41264 w 44508"/>
                <a:gd name="csY30" fmla="*/ 20870 h 53703"/>
                <a:gd name="csX31" fmla="*/ 40596 w 44508"/>
                <a:gd name="csY31" fmla="*/ 20457 h 53703"/>
                <a:gd name="csX32" fmla="*/ 39673 w 44508"/>
                <a:gd name="csY32" fmla="*/ 20774 h 53703"/>
                <a:gd name="csX33" fmla="*/ 24116 w 44508"/>
                <a:gd name="csY33" fmla="*/ 27360 h 53703"/>
                <a:gd name="csX34" fmla="*/ 30510 w 44508"/>
                <a:gd name="csY34" fmla="*/ 33246 h 53703"/>
                <a:gd name="csX35" fmla="*/ 37541 w 44508"/>
                <a:gd name="csY35" fmla="*/ 39895 h 53703"/>
                <a:gd name="csX36" fmla="*/ 40469 w 44508"/>
                <a:gd name="csY36" fmla="*/ 41645 h 53703"/>
                <a:gd name="csX37" fmla="*/ 42504 w 44508"/>
                <a:gd name="csY37" fmla="*/ 39037 h 53703"/>
                <a:gd name="csX38" fmla="*/ 43205 w 44508"/>
                <a:gd name="csY38" fmla="*/ 38241 h 53703"/>
                <a:gd name="csX39" fmla="*/ 44127 w 44508"/>
                <a:gd name="csY39" fmla="*/ 38495 h 53703"/>
                <a:gd name="csX40" fmla="*/ 44476 w 44508"/>
                <a:gd name="csY40" fmla="*/ 38941 h 53703"/>
                <a:gd name="csX41" fmla="*/ 44508 w 44508"/>
                <a:gd name="csY41" fmla="*/ 39418 h 53703"/>
                <a:gd name="csX42" fmla="*/ 44413 w 44508"/>
                <a:gd name="csY42" fmla="*/ 43077 h 53703"/>
                <a:gd name="csX43" fmla="*/ 44318 w 44508"/>
                <a:gd name="csY43" fmla="*/ 46735 h 53703"/>
                <a:gd name="csX44" fmla="*/ 44413 w 44508"/>
                <a:gd name="csY44" fmla="*/ 49821 h 53703"/>
                <a:gd name="csX45" fmla="*/ 44508 w 44508"/>
                <a:gd name="csY45" fmla="*/ 52844 h 53703"/>
                <a:gd name="csX46" fmla="*/ 44318 w 44508"/>
                <a:gd name="csY46" fmla="*/ 53448 h 53703"/>
                <a:gd name="csX47" fmla="*/ 43936 w 44508"/>
                <a:gd name="csY47" fmla="*/ 53671 h 53703"/>
                <a:gd name="csX48" fmla="*/ 43777 w 44508"/>
                <a:gd name="csY48" fmla="*/ 53703 h 53703"/>
                <a:gd name="csX49" fmla="*/ 43077 w 44508"/>
                <a:gd name="csY49" fmla="*/ 53639 h 53703"/>
                <a:gd name="csX50" fmla="*/ 42695 w 44508"/>
                <a:gd name="csY50" fmla="*/ 53289 h 53703"/>
                <a:gd name="csX51" fmla="*/ 42568 w 44508"/>
                <a:gd name="csY51" fmla="*/ 52876 h 53703"/>
                <a:gd name="csX52" fmla="*/ 42504 w 44508"/>
                <a:gd name="csY52" fmla="*/ 52271 h 53703"/>
                <a:gd name="csX53" fmla="*/ 41295 w 44508"/>
                <a:gd name="csY53" fmla="*/ 47277 h 53703"/>
                <a:gd name="csX54" fmla="*/ 37796 w 44508"/>
                <a:gd name="csY54" fmla="*/ 42695 h 53703"/>
                <a:gd name="csX55" fmla="*/ 37446 w 44508"/>
                <a:gd name="csY55" fmla="*/ 42281 h 53703"/>
                <a:gd name="csX56" fmla="*/ 37096 w 44508"/>
                <a:gd name="csY56" fmla="*/ 41836 h 53703"/>
                <a:gd name="csX57" fmla="*/ 22302 w 44508"/>
                <a:gd name="csY57" fmla="*/ 28092 h 53703"/>
                <a:gd name="csX58" fmla="*/ 4104 w 44508"/>
                <a:gd name="csY58" fmla="*/ 35791 h 53703"/>
                <a:gd name="csX59" fmla="*/ 2927 w 44508"/>
                <a:gd name="csY59" fmla="*/ 36460 h 53703"/>
                <a:gd name="csX60" fmla="*/ 2291 w 44508"/>
                <a:gd name="csY60" fmla="*/ 37764 h 53703"/>
                <a:gd name="csX61" fmla="*/ 2036 w 44508"/>
                <a:gd name="csY61" fmla="*/ 40659 h 53703"/>
                <a:gd name="csX62" fmla="*/ 2004 w 44508"/>
                <a:gd name="csY62" fmla="*/ 41454 h 53703"/>
                <a:gd name="csX63" fmla="*/ 1813 w 44508"/>
                <a:gd name="csY63" fmla="*/ 41932 h 53703"/>
                <a:gd name="csX64" fmla="*/ 1304 w 44508"/>
                <a:gd name="csY64" fmla="*/ 42154 h 53703"/>
                <a:gd name="csX65" fmla="*/ 414 w 44508"/>
                <a:gd name="csY65" fmla="*/ 41932 h 53703"/>
                <a:gd name="csX66" fmla="*/ 64 w 44508"/>
                <a:gd name="csY66" fmla="*/ 41486 h 53703"/>
                <a:gd name="csX67" fmla="*/ 0 w 44508"/>
                <a:gd name="csY67" fmla="*/ 40977 h 53703"/>
                <a:gd name="csX68" fmla="*/ 95 w 44508"/>
                <a:gd name="csY68" fmla="*/ 37350 h 53703"/>
                <a:gd name="csX69" fmla="*/ 191 w 44508"/>
                <a:gd name="csY69" fmla="*/ 33692 h 53703"/>
                <a:gd name="csX70" fmla="*/ 95 w 44508"/>
                <a:gd name="csY70" fmla="*/ 29588 h 53703"/>
                <a:gd name="csX71" fmla="*/ 0 w 44508"/>
                <a:gd name="csY71" fmla="*/ 25484 h 53703"/>
                <a:gd name="csX72" fmla="*/ 795 w 44508"/>
                <a:gd name="csY72" fmla="*/ 24497 h 53703"/>
                <a:gd name="csX73" fmla="*/ 1591 w 44508"/>
                <a:gd name="csY73" fmla="*/ 24720 h 53703"/>
                <a:gd name="csX74" fmla="*/ 1941 w 44508"/>
                <a:gd name="csY74" fmla="*/ 25165 h 53703"/>
                <a:gd name="csX75" fmla="*/ 2036 w 44508"/>
                <a:gd name="csY75" fmla="*/ 25801 h 53703"/>
                <a:gd name="csX76" fmla="*/ 2577 w 44508"/>
                <a:gd name="csY76" fmla="*/ 27997 h 53703"/>
                <a:gd name="csX77" fmla="*/ 3341 w 44508"/>
                <a:gd name="csY77" fmla="*/ 29301 h 53703"/>
                <a:gd name="csX78" fmla="*/ 3913 w 44508"/>
                <a:gd name="csY78" fmla="*/ 29651 h 53703"/>
                <a:gd name="csX79" fmla="*/ 4772 w 44508"/>
                <a:gd name="csY79" fmla="*/ 29333 h 53703"/>
                <a:gd name="csX80" fmla="*/ 17721 w 44508"/>
                <a:gd name="csY80" fmla="*/ 23861 h 53703"/>
                <a:gd name="csX81" fmla="*/ 6395 w 44508"/>
                <a:gd name="csY81" fmla="*/ 13298 h 53703"/>
                <a:gd name="csX82" fmla="*/ 4040 w 44508"/>
                <a:gd name="csY82" fmla="*/ 12058 h 53703"/>
                <a:gd name="csX83" fmla="*/ 2036 w 44508"/>
                <a:gd name="csY83" fmla="*/ 14666 h 53703"/>
                <a:gd name="csX84" fmla="*/ 1304 w 44508"/>
                <a:gd name="csY84" fmla="*/ 15461 h 53703"/>
                <a:gd name="csX85" fmla="*/ 414 w 44508"/>
                <a:gd name="csY85" fmla="*/ 15207 h 53703"/>
                <a:gd name="csX86" fmla="*/ 64 w 44508"/>
                <a:gd name="csY86" fmla="*/ 14762 h 53703"/>
                <a:gd name="csX87" fmla="*/ 0 w 44508"/>
                <a:gd name="csY87" fmla="*/ 14220 h 53703"/>
                <a:gd name="csX88" fmla="*/ 95 w 44508"/>
                <a:gd name="csY88" fmla="*/ 10626 h 53703"/>
                <a:gd name="csX89" fmla="*/ 191 w 44508"/>
                <a:gd name="csY89" fmla="*/ 6967 h 53703"/>
                <a:gd name="csX90" fmla="*/ 95 w 44508"/>
                <a:gd name="csY90" fmla="*/ 3881 h 53703"/>
                <a:gd name="csX91" fmla="*/ 0 w 44508"/>
                <a:gd name="csY91" fmla="*/ 859 h 53703"/>
                <a:gd name="csX92" fmla="*/ 191 w 44508"/>
                <a:gd name="csY92" fmla="*/ 254 h 53703"/>
                <a:gd name="csX93" fmla="*/ 541 w 44508"/>
                <a:gd name="csY93" fmla="*/ 31 h 53703"/>
                <a:gd name="csX94" fmla="*/ 732 w 44508"/>
                <a:gd name="csY94" fmla="*/ 0 h 5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4508" h="53703">
                  <a:moveTo>
                    <a:pt x="732" y="0"/>
                  </a:moveTo>
                  <a:cubicBezTo>
                    <a:pt x="1113" y="0"/>
                    <a:pt x="1410" y="74"/>
                    <a:pt x="1622" y="222"/>
                  </a:cubicBezTo>
                  <a:cubicBezTo>
                    <a:pt x="1813" y="350"/>
                    <a:pt x="1930" y="487"/>
                    <a:pt x="1972" y="636"/>
                  </a:cubicBezTo>
                  <a:cubicBezTo>
                    <a:pt x="1994" y="784"/>
                    <a:pt x="2015" y="1049"/>
                    <a:pt x="2036" y="1431"/>
                  </a:cubicBezTo>
                  <a:cubicBezTo>
                    <a:pt x="2185" y="4464"/>
                    <a:pt x="3288" y="7221"/>
                    <a:pt x="5345" y="9703"/>
                  </a:cubicBezTo>
                  <a:cubicBezTo>
                    <a:pt x="5875" y="10318"/>
                    <a:pt x="6967" y="11400"/>
                    <a:pt x="8622" y="12948"/>
                  </a:cubicBezTo>
                  <a:cubicBezTo>
                    <a:pt x="10276" y="14476"/>
                    <a:pt x="12206" y="16257"/>
                    <a:pt x="14412" y="18293"/>
                  </a:cubicBezTo>
                  <a:cubicBezTo>
                    <a:pt x="16618" y="20308"/>
                    <a:pt x="18315" y="21899"/>
                    <a:pt x="19502" y="23065"/>
                  </a:cubicBezTo>
                  <a:lnTo>
                    <a:pt x="39609" y="14666"/>
                  </a:lnTo>
                  <a:cubicBezTo>
                    <a:pt x="40139" y="14433"/>
                    <a:pt x="40521" y="14274"/>
                    <a:pt x="40755" y="14189"/>
                  </a:cubicBezTo>
                  <a:cubicBezTo>
                    <a:pt x="40967" y="14083"/>
                    <a:pt x="41211" y="13924"/>
                    <a:pt x="41486" y="13712"/>
                  </a:cubicBezTo>
                  <a:cubicBezTo>
                    <a:pt x="41762" y="13479"/>
                    <a:pt x="41942" y="13277"/>
                    <a:pt x="42028" y="13108"/>
                  </a:cubicBezTo>
                  <a:cubicBezTo>
                    <a:pt x="42112" y="12917"/>
                    <a:pt x="42208" y="12620"/>
                    <a:pt x="42314" y="12217"/>
                  </a:cubicBezTo>
                  <a:cubicBezTo>
                    <a:pt x="42399" y="11793"/>
                    <a:pt x="42452" y="11368"/>
                    <a:pt x="42473" y="10944"/>
                  </a:cubicBezTo>
                  <a:cubicBezTo>
                    <a:pt x="42473" y="10498"/>
                    <a:pt x="42483" y="9873"/>
                    <a:pt x="42504" y="9067"/>
                  </a:cubicBezTo>
                  <a:cubicBezTo>
                    <a:pt x="42504" y="8812"/>
                    <a:pt x="42515" y="8632"/>
                    <a:pt x="42536" y="8526"/>
                  </a:cubicBezTo>
                  <a:cubicBezTo>
                    <a:pt x="42536" y="8399"/>
                    <a:pt x="42600" y="8261"/>
                    <a:pt x="42727" y="8112"/>
                  </a:cubicBezTo>
                  <a:cubicBezTo>
                    <a:pt x="42833" y="7964"/>
                    <a:pt x="43013" y="7890"/>
                    <a:pt x="43268" y="7890"/>
                  </a:cubicBezTo>
                  <a:cubicBezTo>
                    <a:pt x="43650" y="7890"/>
                    <a:pt x="43947" y="7975"/>
                    <a:pt x="44159" y="8144"/>
                  </a:cubicBezTo>
                  <a:cubicBezTo>
                    <a:pt x="44350" y="8293"/>
                    <a:pt x="44456" y="8441"/>
                    <a:pt x="44476" y="8589"/>
                  </a:cubicBezTo>
                  <a:cubicBezTo>
                    <a:pt x="44498" y="8717"/>
                    <a:pt x="44508" y="8897"/>
                    <a:pt x="44508" y="9131"/>
                  </a:cubicBezTo>
                  <a:cubicBezTo>
                    <a:pt x="44508" y="9682"/>
                    <a:pt x="44477" y="10891"/>
                    <a:pt x="44413" y="12757"/>
                  </a:cubicBezTo>
                  <a:cubicBezTo>
                    <a:pt x="44350" y="14624"/>
                    <a:pt x="44318" y="15822"/>
                    <a:pt x="44318" y="16352"/>
                  </a:cubicBezTo>
                  <a:lnTo>
                    <a:pt x="44508" y="24561"/>
                  </a:lnTo>
                  <a:cubicBezTo>
                    <a:pt x="44508" y="25218"/>
                    <a:pt x="44243" y="25547"/>
                    <a:pt x="43713" y="25547"/>
                  </a:cubicBezTo>
                  <a:cubicBezTo>
                    <a:pt x="43437" y="25547"/>
                    <a:pt x="43226" y="25526"/>
                    <a:pt x="43077" y="25484"/>
                  </a:cubicBezTo>
                  <a:cubicBezTo>
                    <a:pt x="42907" y="25420"/>
                    <a:pt x="42791" y="25314"/>
                    <a:pt x="42727" y="25165"/>
                  </a:cubicBezTo>
                  <a:cubicBezTo>
                    <a:pt x="42642" y="25017"/>
                    <a:pt x="42589" y="24889"/>
                    <a:pt x="42568" y="24783"/>
                  </a:cubicBezTo>
                  <a:cubicBezTo>
                    <a:pt x="42547" y="24677"/>
                    <a:pt x="42525" y="24497"/>
                    <a:pt x="42504" y="24243"/>
                  </a:cubicBezTo>
                  <a:cubicBezTo>
                    <a:pt x="42419" y="23458"/>
                    <a:pt x="42261" y="22768"/>
                    <a:pt x="42028" y="22174"/>
                  </a:cubicBezTo>
                  <a:cubicBezTo>
                    <a:pt x="41773" y="21559"/>
                    <a:pt x="41518" y="21124"/>
                    <a:pt x="41264" y="20870"/>
                  </a:cubicBezTo>
                  <a:cubicBezTo>
                    <a:pt x="41009" y="20595"/>
                    <a:pt x="40786" y="20457"/>
                    <a:pt x="40596" y="20457"/>
                  </a:cubicBezTo>
                  <a:lnTo>
                    <a:pt x="39673" y="20774"/>
                  </a:lnTo>
                  <a:lnTo>
                    <a:pt x="24116" y="27360"/>
                  </a:lnTo>
                  <a:lnTo>
                    <a:pt x="30510" y="33246"/>
                  </a:lnTo>
                  <a:lnTo>
                    <a:pt x="37541" y="39895"/>
                  </a:lnTo>
                  <a:cubicBezTo>
                    <a:pt x="38793" y="41062"/>
                    <a:pt x="39768" y="41645"/>
                    <a:pt x="40469" y="41645"/>
                  </a:cubicBezTo>
                  <a:cubicBezTo>
                    <a:pt x="41635" y="41645"/>
                    <a:pt x="42313" y="40776"/>
                    <a:pt x="42504" y="39037"/>
                  </a:cubicBezTo>
                  <a:cubicBezTo>
                    <a:pt x="42547" y="38506"/>
                    <a:pt x="42780" y="38241"/>
                    <a:pt x="43205" y="38241"/>
                  </a:cubicBezTo>
                  <a:cubicBezTo>
                    <a:pt x="43607" y="38241"/>
                    <a:pt x="43915" y="38326"/>
                    <a:pt x="44127" y="38495"/>
                  </a:cubicBezTo>
                  <a:cubicBezTo>
                    <a:pt x="44318" y="38644"/>
                    <a:pt x="44434" y="38792"/>
                    <a:pt x="44476" y="38941"/>
                  </a:cubicBezTo>
                  <a:cubicBezTo>
                    <a:pt x="44498" y="39068"/>
                    <a:pt x="44508" y="39227"/>
                    <a:pt x="44508" y="39418"/>
                  </a:cubicBezTo>
                  <a:cubicBezTo>
                    <a:pt x="44508" y="40203"/>
                    <a:pt x="44477" y="41423"/>
                    <a:pt x="44413" y="43077"/>
                  </a:cubicBezTo>
                  <a:cubicBezTo>
                    <a:pt x="44350" y="44710"/>
                    <a:pt x="44318" y="45929"/>
                    <a:pt x="44318" y="46735"/>
                  </a:cubicBezTo>
                  <a:cubicBezTo>
                    <a:pt x="44318" y="47414"/>
                    <a:pt x="44350" y="48443"/>
                    <a:pt x="44413" y="49821"/>
                  </a:cubicBezTo>
                  <a:cubicBezTo>
                    <a:pt x="44477" y="51200"/>
                    <a:pt x="44508" y="52207"/>
                    <a:pt x="44508" y="52844"/>
                  </a:cubicBezTo>
                  <a:cubicBezTo>
                    <a:pt x="44508" y="53099"/>
                    <a:pt x="44445" y="53300"/>
                    <a:pt x="44318" y="53448"/>
                  </a:cubicBezTo>
                  <a:cubicBezTo>
                    <a:pt x="44191" y="53597"/>
                    <a:pt x="44063" y="53671"/>
                    <a:pt x="43936" y="53671"/>
                  </a:cubicBezTo>
                  <a:lnTo>
                    <a:pt x="43777" y="53703"/>
                  </a:lnTo>
                  <a:cubicBezTo>
                    <a:pt x="43480" y="53703"/>
                    <a:pt x="43247" y="53682"/>
                    <a:pt x="43077" y="53639"/>
                  </a:cubicBezTo>
                  <a:cubicBezTo>
                    <a:pt x="42907" y="53576"/>
                    <a:pt x="42780" y="53459"/>
                    <a:pt x="42695" y="53289"/>
                  </a:cubicBezTo>
                  <a:cubicBezTo>
                    <a:pt x="42610" y="53098"/>
                    <a:pt x="42568" y="52960"/>
                    <a:pt x="42568" y="52876"/>
                  </a:cubicBezTo>
                  <a:cubicBezTo>
                    <a:pt x="42547" y="52791"/>
                    <a:pt x="42525" y="52590"/>
                    <a:pt x="42504" y="52271"/>
                  </a:cubicBezTo>
                  <a:cubicBezTo>
                    <a:pt x="42398" y="50469"/>
                    <a:pt x="41995" y="48804"/>
                    <a:pt x="41295" y="47277"/>
                  </a:cubicBezTo>
                  <a:cubicBezTo>
                    <a:pt x="40595" y="45728"/>
                    <a:pt x="39429" y="44201"/>
                    <a:pt x="37796" y="42695"/>
                  </a:cubicBezTo>
                  <a:cubicBezTo>
                    <a:pt x="37690" y="42568"/>
                    <a:pt x="37573" y="42430"/>
                    <a:pt x="37446" y="42281"/>
                  </a:cubicBezTo>
                  <a:cubicBezTo>
                    <a:pt x="37319" y="42112"/>
                    <a:pt x="37202" y="41963"/>
                    <a:pt x="37096" y="41836"/>
                  </a:cubicBezTo>
                  <a:lnTo>
                    <a:pt x="22302" y="28092"/>
                  </a:lnTo>
                  <a:lnTo>
                    <a:pt x="4104" y="35791"/>
                  </a:lnTo>
                  <a:cubicBezTo>
                    <a:pt x="3553" y="36025"/>
                    <a:pt x="3160" y="36248"/>
                    <a:pt x="2927" y="36460"/>
                  </a:cubicBezTo>
                  <a:cubicBezTo>
                    <a:pt x="2672" y="36672"/>
                    <a:pt x="2460" y="37106"/>
                    <a:pt x="2291" y="37764"/>
                  </a:cubicBezTo>
                  <a:cubicBezTo>
                    <a:pt x="2121" y="38421"/>
                    <a:pt x="2036" y="39387"/>
                    <a:pt x="2036" y="40659"/>
                  </a:cubicBezTo>
                  <a:cubicBezTo>
                    <a:pt x="2036" y="41020"/>
                    <a:pt x="2025" y="41285"/>
                    <a:pt x="2004" y="41454"/>
                  </a:cubicBezTo>
                  <a:cubicBezTo>
                    <a:pt x="1983" y="41624"/>
                    <a:pt x="1919" y="41783"/>
                    <a:pt x="1813" y="41932"/>
                  </a:cubicBezTo>
                  <a:cubicBezTo>
                    <a:pt x="1707" y="42080"/>
                    <a:pt x="1538" y="42154"/>
                    <a:pt x="1304" y="42154"/>
                  </a:cubicBezTo>
                  <a:cubicBezTo>
                    <a:pt x="901" y="42154"/>
                    <a:pt x="604" y="42080"/>
                    <a:pt x="414" y="41932"/>
                  </a:cubicBezTo>
                  <a:cubicBezTo>
                    <a:pt x="201" y="41762"/>
                    <a:pt x="85" y="41613"/>
                    <a:pt x="64" y="41486"/>
                  </a:cubicBezTo>
                  <a:cubicBezTo>
                    <a:pt x="21" y="41338"/>
                    <a:pt x="0" y="41168"/>
                    <a:pt x="0" y="40977"/>
                  </a:cubicBezTo>
                  <a:cubicBezTo>
                    <a:pt x="0" y="40447"/>
                    <a:pt x="32" y="39238"/>
                    <a:pt x="95" y="37350"/>
                  </a:cubicBezTo>
                  <a:cubicBezTo>
                    <a:pt x="159" y="35462"/>
                    <a:pt x="191" y="34243"/>
                    <a:pt x="191" y="33692"/>
                  </a:cubicBezTo>
                  <a:cubicBezTo>
                    <a:pt x="191" y="32780"/>
                    <a:pt x="159" y="31412"/>
                    <a:pt x="95" y="29588"/>
                  </a:cubicBezTo>
                  <a:cubicBezTo>
                    <a:pt x="32" y="27742"/>
                    <a:pt x="0" y="26374"/>
                    <a:pt x="0" y="25484"/>
                  </a:cubicBezTo>
                  <a:cubicBezTo>
                    <a:pt x="0" y="24826"/>
                    <a:pt x="265" y="24497"/>
                    <a:pt x="795" y="24497"/>
                  </a:cubicBezTo>
                  <a:cubicBezTo>
                    <a:pt x="1135" y="24497"/>
                    <a:pt x="1400" y="24571"/>
                    <a:pt x="1591" y="24720"/>
                  </a:cubicBezTo>
                  <a:cubicBezTo>
                    <a:pt x="1782" y="24868"/>
                    <a:pt x="1898" y="25017"/>
                    <a:pt x="1941" y="25165"/>
                  </a:cubicBezTo>
                  <a:cubicBezTo>
                    <a:pt x="1983" y="25314"/>
                    <a:pt x="2015" y="25525"/>
                    <a:pt x="2036" y="25801"/>
                  </a:cubicBezTo>
                  <a:cubicBezTo>
                    <a:pt x="2121" y="26628"/>
                    <a:pt x="2301" y="27360"/>
                    <a:pt x="2577" y="27997"/>
                  </a:cubicBezTo>
                  <a:cubicBezTo>
                    <a:pt x="2832" y="28612"/>
                    <a:pt x="3086" y="29047"/>
                    <a:pt x="3341" y="29301"/>
                  </a:cubicBezTo>
                  <a:cubicBezTo>
                    <a:pt x="3574" y="29534"/>
                    <a:pt x="3765" y="29651"/>
                    <a:pt x="3913" y="29651"/>
                  </a:cubicBezTo>
                  <a:lnTo>
                    <a:pt x="4772" y="29333"/>
                  </a:lnTo>
                  <a:lnTo>
                    <a:pt x="17721" y="23861"/>
                  </a:lnTo>
                  <a:lnTo>
                    <a:pt x="6395" y="13298"/>
                  </a:lnTo>
                  <a:cubicBezTo>
                    <a:pt x="5461" y="12471"/>
                    <a:pt x="4677" y="12058"/>
                    <a:pt x="4040" y="12058"/>
                  </a:cubicBezTo>
                  <a:cubicBezTo>
                    <a:pt x="2895" y="12058"/>
                    <a:pt x="2227" y="12927"/>
                    <a:pt x="2036" y="14666"/>
                  </a:cubicBezTo>
                  <a:cubicBezTo>
                    <a:pt x="1951" y="15196"/>
                    <a:pt x="1707" y="15461"/>
                    <a:pt x="1304" y="15461"/>
                  </a:cubicBezTo>
                  <a:cubicBezTo>
                    <a:pt x="901" y="15461"/>
                    <a:pt x="604" y="15377"/>
                    <a:pt x="414" y="15207"/>
                  </a:cubicBezTo>
                  <a:cubicBezTo>
                    <a:pt x="201" y="15038"/>
                    <a:pt x="85" y="14889"/>
                    <a:pt x="64" y="14762"/>
                  </a:cubicBezTo>
                  <a:cubicBezTo>
                    <a:pt x="21" y="14613"/>
                    <a:pt x="0" y="14433"/>
                    <a:pt x="0" y="14220"/>
                  </a:cubicBezTo>
                  <a:cubicBezTo>
                    <a:pt x="0" y="13436"/>
                    <a:pt x="32" y="12238"/>
                    <a:pt x="95" y="10626"/>
                  </a:cubicBezTo>
                  <a:cubicBezTo>
                    <a:pt x="159" y="8993"/>
                    <a:pt x="191" y="7773"/>
                    <a:pt x="191" y="6967"/>
                  </a:cubicBezTo>
                  <a:cubicBezTo>
                    <a:pt x="191" y="6289"/>
                    <a:pt x="159" y="5260"/>
                    <a:pt x="95" y="3881"/>
                  </a:cubicBezTo>
                  <a:cubicBezTo>
                    <a:pt x="32" y="2503"/>
                    <a:pt x="0" y="1495"/>
                    <a:pt x="0" y="859"/>
                  </a:cubicBezTo>
                  <a:cubicBezTo>
                    <a:pt x="0" y="604"/>
                    <a:pt x="64" y="403"/>
                    <a:pt x="191" y="254"/>
                  </a:cubicBezTo>
                  <a:cubicBezTo>
                    <a:pt x="297" y="105"/>
                    <a:pt x="414" y="31"/>
                    <a:pt x="541" y="31"/>
                  </a:cubicBezTo>
                  <a:lnTo>
                    <a:pt x="732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9" name="Freeform 3638">
              <a:extLst>
                <a:ext uri="{FF2B5EF4-FFF2-40B4-BE49-F238E27FC236}">
                  <a16:creationId xmlns:a16="http://schemas.microsoft.com/office/drawing/2014/main" id="{EB142A69-1C94-11FF-BAD5-84D6714D6C06}"/>
                </a:ext>
              </a:extLst>
            </p:cNvPr>
            <p:cNvSpPr/>
            <p:nvPr/>
          </p:nvSpPr>
          <p:spPr>
            <a:xfrm>
              <a:off x="3411066" y="3979796"/>
              <a:ext cx="93080" cy="21589"/>
            </a:xfrm>
            <a:custGeom>
              <a:avLst/>
              <a:gdLst>
                <a:gd name="csX0" fmla="*/ 46540 w 93080"/>
                <a:gd name="csY0" fmla="*/ 21589 h 21589"/>
                <a:gd name="csX1" fmla="*/ 18134 w 93080"/>
                <a:gd name="csY1" fmla="*/ 15726 h 21589"/>
                <a:gd name="csX2" fmla="*/ 8363 w 93080"/>
                <a:gd name="csY2" fmla="*/ 9726 h 21589"/>
                <a:gd name="csX3" fmla="*/ 1954 w 93080"/>
                <a:gd name="csY3" fmla="*/ 3909 h 21589"/>
                <a:gd name="csX4" fmla="*/ 0 w 93080"/>
                <a:gd name="csY4" fmla="*/ 955 h 21589"/>
                <a:gd name="csX5" fmla="*/ 909 w 93080"/>
                <a:gd name="csY5" fmla="*/ 0 h 21589"/>
                <a:gd name="csX6" fmla="*/ 2500 w 93080"/>
                <a:gd name="csY6" fmla="*/ 1227 h 21589"/>
                <a:gd name="csX7" fmla="*/ 46540 w 93080"/>
                <a:gd name="csY7" fmla="*/ 16180 h 21589"/>
                <a:gd name="csX8" fmla="*/ 90081 w 93080"/>
                <a:gd name="csY8" fmla="*/ 1591 h 21589"/>
                <a:gd name="csX9" fmla="*/ 92172 w 93080"/>
                <a:gd name="csY9" fmla="*/ 0 h 21589"/>
                <a:gd name="csX10" fmla="*/ 93081 w 93080"/>
                <a:gd name="csY10" fmla="*/ 955 h 21589"/>
                <a:gd name="csX11" fmla="*/ 91217 w 93080"/>
                <a:gd name="csY11" fmla="*/ 3818 h 21589"/>
                <a:gd name="csX12" fmla="*/ 85082 w 93080"/>
                <a:gd name="csY12" fmla="*/ 9499 h 21589"/>
                <a:gd name="csX13" fmla="*/ 75583 w 93080"/>
                <a:gd name="csY13" fmla="*/ 15454 h 21589"/>
                <a:gd name="csX14" fmla="*/ 46540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46540" y="21589"/>
                  </a:moveTo>
                  <a:cubicBezTo>
                    <a:pt x="36057" y="21589"/>
                    <a:pt x="26588" y="19635"/>
                    <a:pt x="18134" y="15726"/>
                  </a:cubicBezTo>
                  <a:cubicBezTo>
                    <a:pt x="14589" y="14059"/>
                    <a:pt x="11332" y="12059"/>
                    <a:pt x="8363" y="9726"/>
                  </a:cubicBezTo>
                  <a:cubicBezTo>
                    <a:pt x="5393" y="7393"/>
                    <a:pt x="3257" y="5454"/>
                    <a:pt x="1954" y="3909"/>
                  </a:cubicBezTo>
                  <a:cubicBezTo>
                    <a:pt x="651" y="2364"/>
                    <a:pt x="0" y="1379"/>
                    <a:pt x="0" y="955"/>
                  </a:cubicBezTo>
                  <a:cubicBezTo>
                    <a:pt x="0" y="349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7"/>
                  </a:cubicBezTo>
                  <a:cubicBezTo>
                    <a:pt x="12680" y="11226"/>
                    <a:pt x="27361" y="16211"/>
                    <a:pt x="46540" y="16180"/>
                  </a:cubicBezTo>
                  <a:cubicBezTo>
                    <a:pt x="65781" y="16180"/>
                    <a:pt x="80294" y="11317"/>
                    <a:pt x="90081" y="1591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5"/>
                  </a:cubicBezTo>
                  <a:cubicBezTo>
                    <a:pt x="93081" y="1379"/>
                    <a:pt x="92460" y="2333"/>
                    <a:pt x="91217" y="3818"/>
                  </a:cubicBezTo>
                  <a:cubicBezTo>
                    <a:pt x="89975" y="5303"/>
                    <a:pt x="87930" y="7197"/>
                    <a:pt x="85082" y="9499"/>
                  </a:cubicBezTo>
                  <a:cubicBezTo>
                    <a:pt x="82233" y="11802"/>
                    <a:pt x="79067" y="13787"/>
                    <a:pt x="75583" y="15454"/>
                  </a:cubicBezTo>
                  <a:cubicBezTo>
                    <a:pt x="67129" y="19544"/>
                    <a:pt x="57448" y="21589"/>
                    <a:pt x="46540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0" name="Freeform 3639">
              <a:extLst>
                <a:ext uri="{FF2B5EF4-FFF2-40B4-BE49-F238E27FC236}">
                  <a16:creationId xmlns:a16="http://schemas.microsoft.com/office/drawing/2014/main" id="{AFF202EE-D94F-7A85-1350-760A79D05202}"/>
                </a:ext>
              </a:extLst>
            </p:cNvPr>
            <p:cNvSpPr/>
            <p:nvPr/>
          </p:nvSpPr>
          <p:spPr>
            <a:xfrm>
              <a:off x="3439745" y="3926366"/>
              <a:ext cx="42177" cy="46358"/>
            </a:xfrm>
            <a:custGeom>
              <a:avLst/>
              <a:gdLst>
                <a:gd name="csX0" fmla="*/ 6136 w 42177"/>
                <a:gd name="csY0" fmla="*/ 0 h 46358"/>
                <a:gd name="csX1" fmla="*/ 10135 w 42177"/>
                <a:gd name="csY1" fmla="*/ 1590 h 46358"/>
                <a:gd name="csX2" fmla="*/ 11544 w 42177"/>
                <a:gd name="csY2" fmla="*/ 5000 h 46358"/>
                <a:gd name="csX3" fmla="*/ 10544 w 42177"/>
                <a:gd name="csY3" fmla="*/ 7636 h 46358"/>
                <a:gd name="csX4" fmla="*/ 8272 w 42177"/>
                <a:gd name="csY4" fmla="*/ 8545 h 46358"/>
                <a:gd name="csX5" fmla="*/ 5045 w 42177"/>
                <a:gd name="csY5" fmla="*/ 7272 h 46358"/>
                <a:gd name="csX6" fmla="*/ 3227 w 42177"/>
                <a:gd name="csY6" fmla="*/ 4090 h 46358"/>
                <a:gd name="csX7" fmla="*/ 2045 w 42177"/>
                <a:gd name="csY7" fmla="*/ 8726 h 46358"/>
                <a:gd name="csX8" fmla="*/ 3000 w 42177"/>
                <a:gd name="csY8" fmla="*/ 12134 h 46358"/>
                <a:gd name="csX9" fmla="*/ 5181 w 42177"/>
                <a:gd name="csY9" fmla="*/ 14635 h 46358"/>
                <a:gd name="csX10" fmla="*/ 8181 w 42177"/>
                <a:gd name="csY10" fmla="*/ 16362 h 46358"/>
                <a:gd name="csX11" fmla="*/ 10953 w 42177"/>
                <a:gd name="csY11" fmla="*/ 17452 h 46358"/>
                <a:gd name="csX12" fmla="*/ 13044 w 42177"/>
                <a:gd name="csY12" fmla="*/ 17953 h 46358"/>
                <a:gd name="csX13" fmla="*/ 25770 w 42177"/>
                <a:gd name="csY13" fmla="*/ 21134 h 46358"/>
                <a:gd name="csX14" fmla="*/ 33951 w 42177"/>
                <a:gd name="csY14" fmla="*/ 22679 h 46358"/>
                <a:gd name="csX15" fmla="*/ 38359 w 42177"/>
                <a:gd name="csY15" fmla="*/ 21407 h 46358"/>
                <a:gd name="csX16" fmla="*/ 40087 w 42177"/>
                <a:gd name="csY16" fmla="*/ 17589 h 46358"/>
                <a:gd name="csX17" fmla="*/ 39814 w 42177"/>
                <a:gd name="csY17" fmla="*/ 15453 h 46358"/>
                <a:gd name="csX18" fmla="*/ 38678 w 42177"/>
                <a:gd name="csY18" fmla="*/ 12862 h 46358"/>
                <a:gd name="csX19" fmla="*/ 36541 w 42177"/>
                <a:gd name="csY19" fmla="*/ 10045 h 46358"/>
                <a:gd name="csX20" fmla="*/ 32996 w 42177"/>
                <a:gd name="csY20" fmla="*/ 7363 h 46358"/>
                <a:gd name="csX21" fmla="*/ 27906 w 42177"/>
                <a:gd name="csY21" fmla="*/ 5181 h 46358"/>
                <a:gd name="csX22" fmla="*/ 26906 w 42177"/>
                <a:gd name="csY22" fmla="*/ 3999 h 46358"/>
                <a:gd name="csX23" fmla="*/ 27815 w 42177"/>
                <a:gd name="csY23" fmla="*/ 2863 h 46358"/>
                <a:gd name="csX24" fmla="*/ 30224 w 42177"/>
                <a:gd name="csY24" fmla="*/ 3500 h 46358"/>
                <a:gd name="csX25" fmla="*/ 33905 w 42177"/>
                <a:gd name="csY25" fmla="*/ 5408 h 46358"/>
                <a:gd name="csX26" fmla="*/ 37814 w 42177"/>
                <a:gd name="csY26" fmla="*/ 8362 h 46358"/>
                <a:gd name="csX27" fmla="*/ 40905 w 42177"/>
                <a:gd name="csY27" fmla="*/ 12544 h 46358"/>
                <a:gd name="csX28" fmla="*/ 42177 w 42177"/>
                <a:gd name="csY28" fmla="*/ 17770 h 46358"/>
                <a:gd name="csX29" fmla="*/ 40087 w 42177"/>
                <a:gd name="csY29" fmla="*/ 24270 h 46358"/>
                <a:gd name="csX30" fmla="*/ 35087 w 42177"/>
                <a:gd name="csY30" fmla="*/ 27815 h 46358"/>
                <a:gd name="csX31" fmla="*/ 36042 w 42177"/>
                <a:gd name="csY31" fmla="*/ 28360 h 46358"/>
                <a:gd name="csX32" fmla="*/ 37814 w 42177"/>
                <a:gd name="csY32" fmla="*/ 29633 h 46358"/>
                <a:gd name="csX33" fmla="*/ 39905 w 42177"/>
                <a:gd name="csY33" fmla="*/ 31587 h 46358"/>
                <a:gd name="csX34" fmla="*/ 41450 w 42177"/>
                <a:gd name="csY34" fmla="*/ 34269 h 46358"/>
                <a:gd name="csX35" fmla="*/ 42177 w 42177"/>
                <a:gd name="csY35" fmla="*/ 37587 h 46358"/>
                <a:gd name="csX36" fmla="*/ 41541 w 42177"/>
                <a:gd name="csY36" fmla="*/ 41722 h 46358"/>
                <a:gd name="csX37" fmla="*/ 39450 w 42177"/>
                <a:gd name="csY37" fmla="*/ 44995 h 46358"/>
                <a:gd name="csX38" fmla="*/ 35996 w 42177"/>
                <a:gd name="csY38" fmla="*/ 46359 h 46358"/>
                <a:gd name="csX39" fmla="*/ 32224 w 42177"/>
                <a:gd name="csY39" fmla="*/ 44859 h 46358"/>
                <a:gd name="csX40" fmla="*/ 30633 w 42177"/>
                <a:gd name="csY40" fmla="*/ 41222 h 46358"/>
                <a:gd name="csX41" fmla="*/ 31406 w 42177"/>
                <a:gd name="csY41" fmla="*/ 38859 h 46358"/>
                <a:gd name="csX42" fmla="*/ 33860 w 42177"/>
                <a:gd name="csY42" fmla="*/ 37768 h 46358"/>
                <a:gd name="csX43" fmla="*/ 37132 w 42177"/>
                <a:gd name="csY43" fmla="*/ 39041 h 46358"/>
                <a:gd name="csX44" fmla="*/ 38905 w 42177"/>
                <a:gd name="csY44" fmla="*/ 42132 h 46358"/>
                <a:gd name="csX45" fmla="*/ 40087 w 42177"/>
                <a:gd name="csY45" fmla="*/ 37496 h 46358"/>
                <a:gd name="csX46" fmla="*/ 37450 w 42177"/>
                <a:gd name="csY46" fmla="*/ 32133 h 46358"/>
                <a:gd name="csX47" fmla="*/ 30406 w 42177"/>
                <a:gd name="csY47" fmla="*/ 28633 h 46358"/>
                <a:gd name="csX48" fmla="*/ 15089 w 42177"/>
                <a:gd name="csY48" fmla="*/ 24724 h 46358"/>
                <a:gd name="csX49" fmla="*/ 8272 w 42177"/>
                <a:gd name="csY49" fmla="*/ 23633 h 46358"/>
                <a:gd name="csX50" fmla="*/ 5045 w 42177"/>
                <a:gd name="csY50" fmla="*/ 24133 h 46358"/>
                <a:gd name="csX51" fmla="*/ 3136 w 42177"/>
                <a:gd name="csY51" fmla="*/ 25497 h 46358"/>
                <a:gd name="csX52" fmla="*/ 2273 w 42177"/>
                <a:gd name="csY52" fmla="*/ 27087 h 46358"/>
                <a:gd name="csX53" fmla="*/ 2045 w 42177"/>
                <a:gd name="csY53" fmla="*/ 28633 h 46358"/>
                <a:gd name="csX54" fmla="*/ 2591 w 42177"/>
                <a:gd name="csY54" fmla="*/ 31542 h 46358"/>
                <a:gd name="csX55" fmla="*/ 4409 w 42177"/>
                <a:gd name="csY55" fmla="*/ 34860 h 46358"/>
                <a:gd name="csX56" fmla="*/ 8181 w 42177"/>
                <a:gd name="csY56" fmla="*/ 38314 h 46358"/>
                <a:gd name="csX57" fmla="*/ 14226 w 42177"/>
                <a:gd name="csY57" fmla="*/ 41131 h 46358"/>
                <a:gd name="csX58" fmla="*/ 15271 w 42177"/>
                <a:gd name="csY58" fmla="*/ 42359 h 46358"/>
                <a:gd name="csX59" fmla="*/ 14317 w 42177"/>
                <a:gd name="csY59" fmla="*/ 43449 h 46358"/>
                <a:gd name="csX60" fmla="*/ 11953 w 42177"/>
                <a:gd name="csY60" fmla="*/ 42859 h 46358"/>
                <a:gd name="csX61" fmla="*/ 8272 w 42177"/>
                <a:gd name="csY61" fmla="*/ 40950 h 46358"/>
                <a:gd name="csX62" fmla="*/ 4409 w 42177"/>
                <a:gd name="csY62" fmla="*/ 37950 h 46358"/>
                <a:gd name="csX63" fmla="*/ 1273 w 42177"/>
                <a:gd name="csY63" fmla="*/ 33724 h 46358"/>
                <a:gd name="csX64" fmla="*/ 0 w 42177"/>
                <a:gd name="csY64" fmla="*/ 28452 h 46358"/>
                <a:gd name="csX65" fmla="*/ 273 w 42177"/>
                <a:gd name="csY65" fmla="*/ 26042 h 46358"/>
                <a:gd name="csX66" fmla="*/ 1182 w 42177"/>
                <a:gd name="csY66" fmla="*/ 23361 h 46358"/>
                <a:gd name="csX67" fmla="*/ 3363 w 42177"/>
                <a:gd name="csY67" fmla="*/ 20543 h 46358"/>
                <a:gd name="csX68" fmla="*/ 7045 w 42177"/>
                <a:gd name="csY68" fmla="*/ 18407 h 46358"/>
                <a:gd name="csX69" fmla="*/ 5000 w 42177"/>
                <a:gd name="csY69" fmla="*/ 17134 h 46358"/>
                <a:gd name="csX70" fmla="*/ 2772 w 42177"/>
                <a:gd name="csY70" fmla="*/ 15180 h 46358"/>
                <a:gd name="csX71" fmla="*/ 773 w 42177"/>
                <a:gd name="csY71" fmla="*/ 12271 h 46358"/>
                <a:gd name="csX72" fmla="*/ 0 w 42177"/>
                <a:gd name="csY72" fmla="*/ 8635 h 46358"/>
                <a:gd name="csX73" fmla="*/ 500 w 42177"/>
                <a:gd name="csY73" fmla="*/ 4954 h 46358"/>
                <a:gd name="csX74" fmla="*/ 2454 w 42177"/>
                <a:gd name="csY74" fmla="*/ 1590 h 46358"/>
                <a:gd name="csX75" fmla="*/ 6136 w 42177"/>
                <a:gd name="csY75" fmla="*/ 0 h 46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177" h="46358">
                  <a:moveTo>
                    <a:pt x="6136" y="0"/>
                  </a:moveTo>
                  <a:cubicBezTo>
                    <a:pt x="7833" y="0"/>
                    <a:pt x="9166" y="530"/>
                    <a:pt x="10135" y="1590"/>
                  </a:cubicBezTo>
                  <a:cubicBezTo>
                    <a:pt x="11075" y="2651"/>
                    <a:pt x="11544" y="3787"/>
                    <a:pt x="11544" y="5000"/>
                  </a:cubicBezTo>
                  <a:cubicBezTo>
                    <a:pt x="11544" y="6151"/>
                    <a:pt x="11211" y="7030"/>
                    <a:pt x="10544" y="7636"/>
                  </a:cubicBezTo>
                  <a:cubicBezTo>
                    <a:pt x="9878" y="8242"/>
                    <a:pt x="9120" y="8545"/>
                    <a:pt x="8272" y="8545"/>
                  </a:cubicBezTo>
                  <a:cubicBezTo>
                    <a:pt x="7120" y="8545"/>
                    <a:pt x="6045" y="8120"/>
                    <a:pt x="5045" y="7272"/>
                  </a:cubicBezTo>
                  <a:cubicBezTo>
                    <a:pt x="4045" y="6423"/>
                    <a:pt x="3439" y="5363"/>
                    <a:pt x="3227" y="4090"/>
                  </a:cubicBezTo>
                  <a:cubicBezTo>
                    <a:pt x="2439" y="5332"/>
                    <a:pt x="2045" y="6878"/>
                    <a:pt x="2045" y="8726"/>
                  </a:cubicBezTo>
                  <a:cubicBezTo>
                    <a:pt x="2045" y="9938"/>
                    <a:pt x="2363" y="11074"/>
                    <a:pt x="3000" y="12134"/>
                  </a:cubicBezTo>
                  <a:cubicBezTo>
                    <a:pt x="3636" y="13165"/>
                    <a:pt x="4363" y="13998"/>
                    <a:pt x="5181" y="14635"/>
                  </a:cubicBezTo>
                  <a:cubicBezTo>
                    <a:pt x="5999" y="15241"/>
                    <a:pt x="6999" y="15816"/>
                    <a:pt x="8181" y="16362"/>
                  </a:cubicBezTo>
                  <a:cubicBezTo>
                    <a:pt x="9332" y="16877"/>
                    <a:pt x="10256" y="17240"/>
                    <a:pt x="10953" y="17452"/>
                  </a:cubicBezTo>
                  <a:cubicBezTo>
                    <a:pt x="11620" y="17634"/>
                    <a:pt x="12317" y="17801"/>
                    <a:pt x="13044" y="17953"/>
                  </a:cubicBezTo>
                  <a:lnTo>
                    <a:pt x="25770" y="21134"/>
                  </a:lnTo>
                  <a:cubicBezTo>
                    <a:pt x="29800" y="22164"/>
                    <a:pt x="32527" y="22679"/>
                    <a:pt x="33951" y="22679"/>
                  </a:cubicBezTo>
                  <a:cubicBezTo>
                    <a:pt x="35708" y="22679"/>
                    <a:pt x="37178" y="22255"/>
                    <a:pt x="38359" y="21407"/>
                  </a:cubicBezTo>
                  <a:cubicBezTo>
                    <a:pt x="39511" y="20558"/>
                    <a:pt x="40087" y="19286"/>
                    <a:pt x="40087" y="17589"/>
                  </a:cubicBezTo>
                  <a:cubicBezTo>
                    <a:pt x="40087" y="16922"/>
                    <a:pt x="39996" y="16210"/>
                    <a:pt x="39814" y="15453"/>
                  </a:cubicBezTo>
                  <a:cubicBezTo>
                    <a:pt x="39602" y="14695"/>
                    <a:pt x="39223" y="13832"/>
                    <a:pt x="38678" y="12862"/>
                  </a:cubicBezTo>
                  <a:cubicBezTo>
                    <a:pt x="38102" y="11862"/>
                    <a:pt x="37390" y="10923"/>
                    <a:pt x="36541" y="10045"/>
                  </a:cubicBezTo>
                  <a:cubicBezTo>
                    <a:pt x="35663" y="9135"/>
                    <a:pt x="34481" y="8241"/>
                    <a:pt x="32996" y="7363"/>
                  </a:cubicBezTo>
                  <a:cubicBezTo>
                    <a:pt x="31512" y="6484"/>
                    <a:pt x="29815" y="5757"/>
                    <a:pt x="27906" y="5181"/>
                  </a:cubicBezTo>
                  <a:cubicBezTo>
                    <a:pt x="27239" y="4999"/>
                    <a:pt x="26906" y="4605"/>
                    <a:pt x="26906" y="3999"/>
                  </a:cubicBezTo>
                  <a:cubicBezTo>
                    <a:pt x="26906" y="3242"/>
                    <a:pt x="27209" y="2863"/>
                    <a:pt x="27815" y="2863"/>
                  </a:cubicBezTo>
                  <a:cubicBezTo>
                    <a:pt x="28330" y="2863"/>
                    <a:pt x="29133" y="3075"/>
                    <a:pt x="30224" y="3500"/>
                  </a:cubicBezTo>
                  <a:cubicBezTo>
                    <a:pt x="31285" y="3893"/>
                    <a:pt x="32512" y="4530"/>
                    <a:pt x="33905" y="5408"/>
                  </a:cubicBezTo>
                  <a:cubicBezTo>
                    <a:pt x="35269" y="6257"/>
                    <a:pt x="36572" y="7241"/>
                    <a:pt x="37814" y="8362"/>
                  </a:cubicBezTo>
                  <a:cubicBezTo>
                    <a:pt x="39026" y="9484"/>
                    <a:pt x="40056" y="10878"/>
                    <a:pt x="40905" y="12544"/>
                  </a:cubicBezTo>
                  <a:cubicBezTo>
                    <a:pt x="41753" y="14210"/>
                    <a:pt x="42177" y="15952"/>
                    <a:pt x="42177" y="17770"/>
                  </a:cubicBezTo>
                  <a:cubicBezTo>
                    <a:pt x="42177" y="20376"/>
                    <a:pt x="41480" y="22543"/>
                    <a:pt x="40087" y="24270"/>
                  </a:cubicBezTo>
                  <a:cubicBezTo>
                    <a:pt x="38693" y="25997"/>
                    <a:pt x="37026" y="27179"/>
                    <a:pt x="35087" y="27815"/>
                  </a:cubicBezTo>
                  <a:cubicBezTo>
                    <a:pt x="35360" y="27966"/>
                    <a:pt x="35678" y="28148"/>
                    <a:pt x="36042" y="28360"/>
                  </a:cubicBezTo>
                  <a:cubicBezTo>
                    <a:pt x="36405" y="28573"/>
                    <a:pt x="36996" y="28997"/>
                    <a:pt x="37814" y="29633"/>
                  </a:cubicBezTo>
                  <a:cubicBezTo>
                    <a:pt x="38602" y="30239"/>
                    <a:pt x="39299" y="30891"/>
                    <a:pt x="39905" y="31587"/>
                  </a:cubicBezTo>
                  <a:cubicBezTo>
                    <a:pt x="40480" y="32284"/>
                    <a:pt x="40996" y="33178"/>
                    <a:pt x="41450" y="34269"/>
                  </a:cubicBezTo>
                  <a:cubicBezTo>
                    <a:pt x="41935" y="35329"/>
                    <a:pt x="42177" y="36435"/>
                    <a:pt x="42177" y="37587"/>
                  </a:cubicBezTo>
                  <a:cubicBezTo>
                    <a:pt x="42177" y="39041"/>
                    <a:pt x="41965" y="40419"/>
                    <a:pt x="41541" y="41722"/>
                  </a:cubicBezTo>
                  <a:cubicBezTo>
                    <a:pt x="41117" y="42995"/>
                    <a:pt x="40420" y="44086"/>
                    <a:pt x="39450" y="44995"/>
                  </a:cubicBezTo>
                  <a:cubicBezTo>
                    <a:pt x="38481" y="45904"/>
                    <a:pt x="37329" y="46359"/>
                    <a:pt x="35996" y="46359"/>
                  </a:cubicBezTo>
                  <a:cubicBezTo>
                    <a:pt x="34511" y="46359"/>
                    <a:pt x="33254" y="45859"/>
                    <a:pt x="32224" y="44859"/>
                  </a:cubicBezTo>
                  <a:cubicBezTo>
                    <a:pt x="31163" y="43828"/>
                    <a:pt x="30633" y="42616"/>
                    <a:pt x="30633" y="41222"/>
                  </a:cubicBezTo>
                  <a:cubicBezTo>
                    <a:pt x="30633" y="40344"/>
                    <a:pt x="30891" y="39556"/>
                    <a:pt x="31406" y="38859"/>
                  </a:cubicBezTo>
                  <a:cubicBezTo>
                    <a:pt x="31921" y="38132"/>
                    <a:pt x="32739" y="37768"/>
                    <a:pt x="33860" y="37768"/>
                  </a:cubicBezTo>
                  <a:cubicBezTo>
                    <a:pt x="35102" y="37768"/>
                    <a:pt x="36193" y="38193"/>
                    <a:pt x="37132" y="39041"/>
                  </a:cubicBezTo>
                  <a:cubicBezTo>
                    <a:pt x="38072" y="39889"/>
                    <a:pt x="38663" y="40919"/>
                    <a:pt x="38905" y="42132"/>
                  </a:cubicBezTo>
                  <a:cubicBezTo>
                    <a:pt x="39693" y="40889"/>
                    <a:pt x="40087" y="39344"/>
                    <a:pt x="40087" y="37496"/>
                  </a:cubicBezTo>
                  <a:cubicBezTo>
                    <a:pt x="40087" y="35496"/>
                    <a:pt x="39208" y="33708"/>
                    <a:pt x="37450" y="32133"/>
                  </a:cubicBezTo>
                  <a:cubicBezTo>
                    <a:pt x="35693" y="30557"/>
                    <a:pt x="33345" y="29390"/>
                    <a:pt x="30406" y="28633"/>
                  </a:cubicBezTo>
                  <a:cubicBezTo>
                    <a:pt x="23346" y="26755"/>
                    <a:pt x="18240" y="25452"/>
                    <a:pt x="15089" y="24724"/>
                  </a:cubicBezTo>
                  <a:cubicBezTo>
                    <a:pt x="11908" y="23997"/>
                    <a:pt x="9635" y="23633"/>
                    <a:pt x="8272" y="23633"/>
                  </a:cubicBezTo>
                  <a:cubicBezTo>
                    <a:pt x="6999" y="23633"/>
                    <a:pt x="5924" y="23800"/>
                    <a:pt x="5045" y="24133"/>
                  </a:cubicBezTo>
                  <a:cubicBezTo>
                    <a:pt x="4166" y="24467"/>
                    <a:pt x="3530" y="24922"/>
                    <a:pt x="3136" y="25497"/>
                  </a:cubicBezTo>
                  <a:cubicBezTo>
                    <a:pt x="2712" y="26043"/>
                    <a:pt x="2424" y="26573"/>
                    <a:pt x="2273" y="27087"/>
                  </a:cubicBezTo>
                  <a:cubicBezTo>
                    <a:pt x="2121" y="27573"/>
                    <a:pt x="2045" y="28088"/>
                    <a:pt x="2045" y="28633"/>
                  </a:cubicBezTo>
                  <a:cubicBezTo>
                    <a:pt x="2045" y="29542"/>
                    <a:pt x="2227" y="30511"/>
                    <a:pt x="2591" y="31542"/>
                  </a:cubicBezTo>
                  <a:cubicBezTo>
                    <a:pt x="2954" y="32542"/>
                    <a:pt x="3560" y="33648"/>
                    <a:pt x="4409" y="34860"/>
                  </a:cubicBezTo>
                  <a:cubicBezTo>
                    <a:pt x="5227" y="36042"/>
                    <a:pt x="6484" y="37193"/>
                    <a:pt x="8181" y="38314"/>
                  </a:cubicBezTo>
                  <a:cubicBezTo>
                    <a:pt x="9878" y="39435"/>
                    <a:pt x="11893" y="40374"/>
                    <a:pt x="14226" y="41131"/>
                  </a:cubicBezTo>
                  <a:cubicBezTo>
                    <a:pt x="14923" y="41283"/>
                    <a:pt x="15271" y="41692"/>
                    <a:pt x="15271" y="42359"/>
                  </a:cubicBezTo>
                  <a:cubicBezTo>
                    <a:pt x="15241" y="43086"/>
                    <a:pt x="14923" y="43449"/>
                    <a:pt x="14317" y="43449"/>
                  </a:cubicBezTo>
                  <a:cubicBezTo>
                    <a:pt x="13802" y="43449"/>
                    <a:pt x="13014" y="43252"/>
                    <a:pt x="11953" y="42859"/>
                  </a:cubicBezTo>
                  <a:cubicBezTo>
                    <a:pt x="10862" y="42435"/>
                    <a:pt x="9635" y="41798"/>
                    <a:pt x="8272" y="40950"/>
                  </a:cubicBezTo>
                  <a:cubicBezTo>
                    <a:pt x="6908" y="40072"/>
                    <a:pt x="5621" y="39072"/>
                    <a:pt x="4409" y="37950"/>
                  </a:cubicBezTo>
                  <a:cubicBezTo>
                    <a:pt x="3166" y="36799"/>
                    <a:pt x="2121" y="35390"/>
                    <a:pt x="1273" y="33724"/>
                  </a:cubicBezTo>
                  <a:cubicBezTo>
                    <a:pt x="424" y="32026"/>
                    <a:pt x="0" y="30269"/>
                    <a:pt x="0" y="28452"/>
                  </a:cubicBezTo>
                  <a:cubicBezTo>
                    <a:pt x="0" y="27633"/>
                    <a:pt x="91" y="26830"/>
                    <a:pt x="273" y="26042"/>
                  </a:cubicBezTo>
                  <a:cubicBezTo>
                    <a:pt x="424" y="25224"/>
                    <a:pt x="727" y="24330"/>
                    <a:pt x="1182" y="23361"/>
                  </a:cubicBezTo>
                  <a:cubicBezTo>
                    <a:pt x="1636" y="22361"/>
                    <a:pt x="2363" y="21422"/>
                    <a:pt x="3363" y="20543"/>
                  </a:cubicBezTo>
                  <a:cubicBezTo>
                    <a:pt x="4363" y="19664"/>
                    <a:pt x="5590" y="18952"/>
                    <a:pt x="7045" y="18407"/>
                  </a:cubicBezTo>
                  <a:cubicBezTo>
                    <a:pt x="6348" y="18043"/>
                    <a:pt x="5666" y="17619"/>
                    <a:pt x="5000" y="17134"/>
                  </a:cubicBezTo>
                  <a:cubicBezTo>
                    <a:pt x="4333" y="16619"/>
                    <a:pt x="3591" y="15968"/>
                    <a:pt x="2772" y="15180"/>
                  </a:cubicBezTo>
                  <a:cubicBezTo>
                    <a:pt x="1924" y="14362"/>
                    <a:pt x="1257" y="13392"/>
                    <a:pt x="773" y="12271"/>
                  </a:cubicBezTo>
                  <a:cubicBezTo>
                    <a:pt x="258" y="11120"/>
                    <a:pt x="0" y="9908"/>
                    <a:pt x="0" y="8635"/>
                  </a:cubicBezTo>
                  <a:cubicBezTo>
                    <a:pt x="0" y="7393"/>
                    <a:pt x="167" y="6166"/>
                    <a:pt x="500" y="4954"/>
                  </a:cubicBezTo>
                  <a:cubicBezTo>
                    <a:pt x="803" y="3742"/>
                    <a:pt x="1454" y="2621"/>
                    <a:pt x="2454" y="1590"/>
                  </a:cubicBezTo>
                  <a:cubicBezTo>
                    <a:pt x="3424" y="530"/>
                    <a:pt x="4651" y="0"/>
                    <a:pt x="613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" name="Freeform 3640">
              <a:extLst>
                <a:ext uri="{FF2B5EF4-FFF2-40B4-BE49-F238E27FC236}">
                  <a16:creationId xmlns:a16="http://schemas.microsoft.com/office/drawing/2014/main" id="{3957A585-CBB9-4C04-B447-2487BB4C2553}"/>
                </a:ext>
              </a:extLst>
            </p:cNvPr>
            <p:cNvSpPr/>
            <p:nvPr/>
          </p:nvSpPr>
          <p:spPr>
            <a:xfrm>
              <a:off x="3411066" y="3895817"/>
              <a:ext cx="93080" cy="21589"/>
            </a:xfrm>
            <a:custGeom>
              <a:avLst/>
              <a:gdLst>
                <a:gd name="csX0" fmla="*/ 92172 w 93080"/>
                <a:gd name="csY0" fmla="*/ 21589 h 21589"/>
                <a:gd name="csX1" fmla="*/ 90581 w 93080"/>
                <a:gd name="csY1" fmla="*/ 20408 h 21589"/>
                <a:gd name="csX2" fmla="*/ 46540 w 93080"/>
                <a:gd name="csY2" fmla="*/ 5409 h 21589"/>
                <a:gd name="csX3" fmla="*/ 3091 w 93080"/>
                <a:gd name="csY3" fmla="*/ 19817 h 21589"/>
                <a:gd name="csX4" fmla="*/ 909 w 93080"/>
                <a:gd name="csY4" fmla="*/ 21589 h 21589"/>
                <a:gd name="csX5" fmla="*/ 0 w 93080"/>
                <a:gd name="csY5" fmla="*/ 20680 h 21589"/>
                <a:gd name="csX6" fmla="*/ 1863 w 93080"/>
                <a:gd name="csY6" fmla="*/ 17817 h 21589"/>
                <a:gd name="csX7" fmla="*/ 7999 w 93080"/>
                <a:gd name="csY7" fmla="*/ 12135 h 21589"/>
                <a:gd name="csX8" fmla="*/ 17498 w 93080"/>
                <a:gd name="csY8" fmla="*/ 6137 h 21589"/>
                <a:gd name="csX9" fmla="*/ 46540 w 93080"/>
                <a:gd name="csY9" fmla="*/ 0 h 21589"/>
                <a:gd name="csX10" fmla="*/ 74946 w 93080"/>
                <a:gd name="csY10" fmla="*/ 5863 h 21589"/>
                <a:gd name="csX11" fmla="*/ 84718 w 93080"/>
                <a:gd name="csY11" fmla="*/ 11863 h 21589"/>
                <a:gd name="csX12" fmla="*/ 91126 w 93080"/>
                <a:gd name="csY12" fmla="*/ 17680 h 21589"/>
                <a:gd name="csX13" fmla="*/ 93081 w 93080"/>
                <a:gd name="csY13" fmla="*/ 20680 h 21589"/>
                <a:gd name="csX14" fmla="*/ 92172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92172" y="21589"/>
                  </a:moveTo>
                  <a:cubicBezTo>
                    <a:pt x="91869" y="21589"/>
                    <a:pt x="91339" y="21195"/>
                    <a:pt x="90581" y="20408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2"/>
                    <a:pt x="3091" y="19817"/>
                  </a:cubicBezTo>
                  <a:cubicBezTo>
                    <a:pt x="1969" y="20998"/>
                    <a:pt x="1242" y="21589"/>
                    <a:pt x="909" y="21589"/>
                  </a:cubicBezTo>
                  <a:cubicBezTo>
                    <a:pt x="303" y="21589"/>
                    <a:pt x="0" y="21286"/>
                    <a:pt x="0" y="20680"/>
                  </a:cubicBezTo>
                  <a:cubicBezTo>
                    <a:pt x="0" y="20256"/>
                    <a:pt x="621" y="19301"/>
                    <a:pt x="1863" y="17817"/>
                  </a:cubicBezTo>
                  <a:cubicBezTo>
                    <a:pt x="3106" y="16302"/>
                    <a:pt x="5151" y="14408"/>
                    <a:pt x="7999" y="12135"/>
                  </a:cubicBezTo>
                  <a:cubicBezTo>
                    <a:pt x="10847" y="9833"/>
                    <a:pt x="14014" y="7833"/>
                    <a:pt x="17498" y="6137"/>
                  </a:cubicBezTo>
                  <a:cubicBezTo>
                    <a:pt x="25952" y="2046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30"/>
                    <a:pt x="81749" y="9530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80"/>
                  </a:cubicBezTo>
                  <a:cubicBezTo>
                    <a:pt x="93081" y="21286"/>
                    <a:pt x="92778" y="21589"/>
                    <a:pt x="92172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42" name="Freeform 3641">
            <a:extLst>
              <a:ext uri="{FF2B5EF4-FFF2-40B4-BE49-F238E27FC236}">
                <a16:creationId xmlns:a16="http://schemas.microsoft.com/office/drawing/2014/main" id="{1DE020AE-ACC3-D954-B086-46D4007FF909}"/>
              </a:ext>
            </a:extLst>
          </p:cNvPr>
          <p:cNvSpPr/>
          <p:nvPr/>
        </p:nvSpPr>
        <p:spPr>
          <a:xfrm>
            <a:off x="3755759" y="3474121"/>
            <a:ext cx="1878314" cy="1215891"/>
          </a:xfrm>
          <a:custGeom>
            <a:avLst/>
            <a:gdLst>
              <a:gd name="csX0" fmla="*/ 0 w 1878314"/>
              <a:gd name="csY0" fmla="*/ 1215891 h 1215891"/>
              <a:gd name="csX1" fmla="*/ 1879 w 1878314"/>
              <a:gd name="csY1" fmla="*/ 1215891 h 1215891"/>
              <a:gd name="csX2" fmla="*/ 3760 w 1878314"/>
              <a:gd name="csY2" fmla="*/ 1215891 h 1215891"/>
              <a:gd name="csX3" fmla="*/ 5640 w 1878314"/>
              <a:gd name="csY3" fmla="*/ 1215891 h 1215891"/>
              <a:gd name="csX4" fmla="*/ 7520 w 1878314"/>
              <a:gd name="csY4" fmla="*/ 1215891 h 1215891"/>
              <a:gd name="csX5" fmla="*/ 9400 w 1878314"/>
              <a:gd name="csY5" fmla="*/ 1215891 h 1215891"/>
              <a:gd name="csX6" fmla="*/ 11281 w 1878314"/>
              <a:gd name="csY6" fmla="*/ 1215891 h 1215891"/>
              <a:gd name="csX7" fmla="*/ 13161 w 1878314"/>
              <a:gd name="csY7" fmla="*/ 1215891 h 1215891"/>
              <a:gd name="csX8" fmla="*/ 15041 w 1878314"/>
              <a:gd name="csY8" fmla="*/ 1215891 h 1215891"/>
              <a:gd name="csX9" fmla="*/ 16922 w 1878314"/>
              <a:gd name="csY9" fmla="*/ 1215891 h 1215891"/>
              <a:gd name="csX10" fmla="*/ 18802 w 1878314"/>
              <a:gd name="csY10" fmla="*/ 1215891 h 1215891"/>
              <a:gd name="csX11" fmla="*/ 20682 w 1878314"/>
              <a:gd name="csY11" fmla="*/ 1215891 h 1215891"/>
              <a:gd name="csX12" fmla="*/ 22562 w 1878314"/>
              <a:gd name="csY12" fmla="*/ 1215891 h 1215891"/>
              <a:gd name="csX13" fmla="*/ 24442 w 1878314"/>
              <a:gd name="csY13" fmla="*/ 1215891 h 1215891"/>
              <a:gd name="csX14" fmla="*/ 26322 w 1878314"/>
              <a:gd name="csY14" fmla="*/ 1215891 h 1215891"/>
              <a:gd name="csX15" fmla="*/ 28202 w 1878314"/>
              <a:gd name="csY15" fmla="*/ 1215891 h 1215891"/>
              <a:gd name="csX16" fmla="*/ 30082 w 1878314"/>
              <a:gd name="csY16" fmla="*/ 1215891 h 1215891"/>
              <a:gd name="csX17" fmla="*/ 31963 w 1878314"/>
              <a:gd name="csY17" fmla="*/ 1215891 h 1215891"/>
              <a:gd name="csX18" fmla="*/ 33843 w 1878314"/>
              <a:gd name="csY18" fmla="*/ 1215891 h 1215891"/>
              <a:gd name="csX19" fmla="*/ 35723 w 1878314"/>
              <a:gd name="csY19" fmla="*/ 1215891 h 1215891"/>
              <a:gd name="csX20" fmla="*/ 37604 w 1878314"/>
              <a:gd name="csY20" fmla="*/ 1215891 h 1215891"/>
              <a:gd name="csX21" fmla="*/ 39484 w 1878314"/>
              <a:gd name="csY21" fmla="*/ 1215891 h 1215891"/>
              <a:gd name="csX22" fmla="*/ 41364 w 1878314"/>
              <a:gd name="csY22" fmla="*/ 1215891 h 1215891"/>
              <a:gd name="csX23" fmla="*/ 43244 w 1878314"/>
              <a:gd name="csY23" fmla="*/ 1215891 h 1215891"/>
              <a:gd name="csX24" fmla="*/ 45124 w 1878314"/>
              <a:gd name="csY24" fmla="*/ 1215891 h 1215891"/>
              <a:gd name="csX25" fmla="*/ 47004 w 1878314"/>
              <a:gd name="csY25" fmla="*/ 1215891 h 1215891"/>
              <a:gd name="csX26" fmla="*/ 48884 w 1878314"/>
              <a:gd name="csY26" fmla="*/ 1215891 h 1215891"/>
              <a:gd name="csX27" fmla="*/ 50765 w 1878314"/>
              <a:gd name="csY27" fmla="*/ 1215891 h 1215891"/>
              <a:gd name="csX28" fmla="*/ 52645 w 1878314"/>
              <a:gd name="csY28" fmla="*/ 1215891 h 1215891"/>
              <a:gd name="csX29" fmla="*/ 54525 w 1878314"/>
              <a:gd name="csY29" fmla="*/ 1215891 h 1215891"/>
              <a:gd name="csX30" fmla="*/ 56405 w 1878314"/>
              <a:gd name="csY30" fmla="*/ 1215891 h 1215891"/>
              <a:gd name="csX31" fmla="*/ 58286 w 1878314"/>
              <a:gd name="csY31" fmla="*/ 1215891 h 1215891"/>
              <a:gd name="csX32" fmla="*/ 60166 w 1878314"/>
              <a:gd name="csY32" fmla="*/ 1215891 h 1215891"/>
              <a:gd name="csX33" fmla="*/ 62046 w 1878314"/>
              <a:gd name="csY33" fmla="*/ 1215891 h 1215891"/>
              <a:gd name="csX34" fmla="*/ 63926 w 1878314"/>
              <a:gd name="csY34" fmla="*/ 1215891 h 1215891"/>
              <a:gd name="csX35" fmla="*/ 65807 w 1878314"/>
              <a:gd name="csY35" fmla="*/ 1215882 h 1215891"/>
              <a:gd name="csX36" fmla="*/ 67686 w 1878314"/>
              <a:gd name="csY36" fmla="*/ 1215882 h 1215891"/>
              <a:gd name="csX37" fmla="*/ 69566 w 1878314"/>
              <a:gd name="csY37" fmla="*/ 1215882 h 1215891"/>
              <a:gd name="csX38" fmla="*/ 71447 w 1878314"/>
              <a:gd name="csY38" fmla="*/ 1215882 h 1215891"/>
              <a:gd name="csX39" fmla="*/ 73327 w 1878314"/>
              <a:gd name="csY39" fmla="*/ 1215882 h 1215891"/>
              <a:gd name="csX40" fmla="*/ 75207 w 1878314"/>
              <a:gd name="csY40" fmla="*/ 1215882 h 1215891"/>
              <a:gd name="csX41" fmla="*/ 77087 w 1878314"/>
              <a:gd name="csY41" fmla="*/ 1215882 h 1215891"/>
              <a:gd name="csX42" fmla="*/ 78968 w 1878314"/>
              <a:gd name="csY42" fmla="*/ 1215882 h 1215891"/>
              <a:gd name="csX43" fmla="*/ 80848 w 1878314"/>
              <a:gd name="csY43" fmla="*/ 1215882 h 1215891"/>
              <a:gd name="csX44" fmla="*/ 82728 w 1878314"/>
              <a:gd name="csY44" fmla="*/ 1215882 h 1215891"/>
              <a:gd name="csX45" fmla="*/ 84609 w 1878314"/>
              <a:gd name="csY45" fmla="*/ 1215882 h 1215891"/>
              <a:gd name="csX46" fmla="*/ 86489 w 1878314"/>
              <a:gd name="csY46" fmla="*/ 1215882 h 1215891"/>
              <a:gd name="csX47" fmla="*/ 88368 w 1878314"/>
              <a:gd name="csY47" fmla="*/ 1215882 h 1215891"/>
              <a:gd name="csX48" fmla="*/ 90248 w 1878314"/>
              <a:gd name="csY48" fmla="*/ 1215882 h 1215891"/>
              <a:gd name="csX49" fmla="*/ 92129 w 1878314"/>
              <a:gd name="csY49" fmla="*/ 1215882 h 1215891"/>
              <a:gd name="csX50" fmla="*/ 94009 w 1878314"/>
              <a:gd name="csY50" fmla="*/ 1215882 h 1215891"/>
              <a:gd name="csX51" fmla="*/ 95889 w 1878314"/>
              <a:gd name="csY51" fmla="*/ 1215882 h 1215891"/>
              <a:gd name="csX52" fmla="*/ 97769 w 1878314"/>
              <a:gd name="csY52" fmla="*/ 1215882 h 1215891"/>
              <a:gd name="csX53" fmla="*/ 99650 w 1878314"/>
              <a:gd name="csY53" fmla="*/ 1215882 h 1215891"/>
              <a:gd name="csX54" fmla="*/ 101530 w 1878314"/>
              <a:gd name="csY54" fmla="*/ 1215882 h 1215891"/>
              <a:gd name="csX55" fmla="*/ 103410 w 1878314"/>
              <a:gd name="csY55" fmla="*/ 1215882 h 1215891"/>
              <a:gd name="csX56" fmla="*/ 105291 w 1878314"/>
              <a:gd name="csY56" fmla="*/ 1215882 h 1215891"/>
              <a:gd name="csX57" fmla="*/ 107171 w 1878314"/>
              <a:gd name="csY57" fmla="*/ 1215882 h 1215891"/>
              <a:gd name="csX58" fmla="*/ 109051 w 1878314"/>
              <a:gd name="csY58" fmla="*/ 1215872 h 1215891"/>
              <a:gd name="csX59" fmla="*/ 110930 w 1878314"/>
              <a:gd name="csY59" fmla="*/ 1215872 h 1215891"/>
              <a:gd name="csX60" fmla="*/ 112811 w 1878314"/>
              <a:gd name="csY60" fmla="*/ 1215872 h 1215891"/>
              <a:gd name="csX61" fmla="*/ 114691 w 1878314"/>
              <a:gd name="csY61" fmla="*/ 1215872 h 1215891"/>
              <a:gd name="csX62" fmla="*/ 116571 w 1878314"/>
              <a:gd name="csY62" fmla="*/ 1215872 h 1215891"/>
              <a:gd name="csX63" fmla="*/ 118452 w 1878314"/>
              <a:gd name="csY63" fmla="*/ 1215872 h 1215891"/>
              <a:gd name="csX64" fmla="*/ 120332 w 1878314"/>
              <a:gd name="csY64" fmla="*/ 1215872 h 1215891"/>
              <a:gd name="csX65" fmla="*/ 122212 w 1878314"/>
              <a:gd name="csY65" fmla="*/ 1215872 h 1215891"/>
              <a:gd name="csX66" fmla="*/ 124092 w 1878314"/>
              <a:gd name="csY66" fmla="*/ 1215872 h 1215891"/>
              <a:gd name="csX67" fmla="*/ 125973 w 1878314"/>
              <a:gd name="csY67" fmla="*/ 1215872 h 1215891"/>
              <a:gd name="csX68" fmla="*/ 127853 w 1878314"/>
              <a:gd name="csY68" fmla="*/ 1215872 h 1215891"/>
              <a:gd name="csX69" fmla="*/ 129733 w 1878314"/>
              <a:gd name="csY69" fmla="*/ 1215872 h 1215891"/>
              <a:gd name="csX70" fmla="*/ 131613 w 1878314"/>
              <a:gd name="csY70" fmla="*/ 1215872 h 1215891"/>
              <a:gd name="csX71" fmla="*/ 133493 w 1878314"/>
              <a:gd name="csY71" fmla="*/ 1215862 h 1215891"/>
              <a:gd name="csX72" fmla="*/ 135373 w 1878314"/>
              <a:gd name="csY72" fmla="*/ 1215862 h 1215891"/>
              <a:gd name="csX73" fmla="*/ 137253 w 1878314"/>
              <a:gd name="csY73" fmla="*/ 1215862 h 1215891"/>
              <a:gd name="csX74" fmla="*/ 139134 w 1878314"/>
              <a:gd name="csY74" fmla="*/ 1215862 h 1215891"/>
              <a:gd name="csX75" fmla="*/ 141014 w 1878314"/>
              <a:gd name="csY75" fmla="*/ 1215862 h 1215891"/>
              <a:gd name="csX76" fmla="*/ 142894 w 1878314"/>
              <a:gd name="csY76" fmla="*/ 1215862 h 1215891"/>
              <a:gd name="csX77" fmla="*/ 144774 w 1878314"/>
              <a:gd name="csY77" fmla="*/ 1215862 h 1215891"/>
              <a:gd name="csX78" fmla="*/ 146655 w 1878314"/>
              <a:gd name="csY78" fmla="*/ 1215862 h 1215891"/>
              <a:gd name="csX79" fmla="*/ 148535 w 1878314"/>
              <a:gd name="csY79" fmla="*/ 1215862 h 1215891"/>
              <a:gd name="csX80" fmla="*/ 150415 w 1878314"/>
              <a:gd name="csY80" fmla="*/ 1215853 h 1215891"/>
              <a:gd name="csX81" fmla="*/ 152296 w 1878314"/>
              <a:gd name="csY81" fmla="*/ 1215853 h 1215891"/>
              <a:gd name="csX82" fmla="*/ 154175 w 1878314"/>
              <a:gd name="csY82" fmla="*/ 1215853 h 1215891"/>
              <a:gd name="csX83" fmla="*/ 156055 w 1878314"/>
              <a:gd name="csY83" fmla="*/ 1215853 h 1215891"/>
              <a:gd name="csX84" fmla="*/ 157935 w 1878314"/>
              <a:gd name="csY84" fmla="*/ 1215853 h 1215891"/>
              <a:gd name="csX85" fmla="*/ 159816 w 1878314"/>
              <a:gd name="csY85" fmla="*/ 1215853 h 1215891"/>
              <a:gd name="csX86" fmla="*/ 161696 w 1878314"/>
              <a:gd name="csY86" fmla="*/ 1215853 h 1215891"/>
              <a:gd name="csX87" fmla="*/ 163576 w 1878314"/>
              <a:gd name="csY87" fmla="*/ 1215843 h 1215891"/>
              <a:gd name="csX88" fmla="*/ 165457 w 1878314"/>
              <a:gd name="csY88" fmla="*/ 1215843 h 1215891"/>
              <a:gd name="csX89" fmla="*/ 167337 w 1878314"/>
              <a:gd name="csY89" fmla="*/ 1215843 h 1215891"/>
              <a:gd name="csX90" fmla="*/ 169217 w 1878314"/>
              <a:gd name="csY90" fmla="*/ 1215843 h 1215891"/>
              <a:gd name="csX91" fmla="*/ 171097 w 1878314"/>
              <a:gd name="csY91" fmla="*/ 1215843 h 1215891"/>
              <a:gd name="csX92" fmla="*/ 172978 w 1878314"/>
              <a:gd name="csY92" fmla="*/ 1215843 h 1215891"/>
              <a:gd name="csX93" fmla="*/ 174857 w 1878314"/>
              <a:gd name="csY93" fmla="*/ 1215833 h 1215891"/>
              <a:gd name="csX94" fmla="*/ 176737 w 1878314"/>
              <a:gd name="csY94" fmla="*/ 1215833 h 1215891"/>
              <a:gd name="csX95" fmla="*/ 178617 w 1878314"/>
              <a:gd name="csY95" fmla="*/ 1215833 h 1215891"/>
              <a:gd name="csX96" fmla="*/ 180498 w 1878314"/>
              <a:gd name="csY96" fmla="*/ 1215833 h 1215891"/>
              <a:gd name="csX97" fmla="*/ 182378 w 1878314"/>
              <a:gd name="csY97" fmla="*/ 1215823 h 1215891"/>
              <a:gd name="csX98" fmla="*/ 184258 w 1878314"/>
              <a:gd name="csY98" fmla="*/ 1215823 h 1215891"/>
              <a:gd name="csX99" fmla="*/ 186139 w 1878314"/>
              <a:gd name="csY99" fmla="*/ 1215823 h 1215891"/>
              <a:gd name="csX100" fmla="*/ 188019 w 1878314"/>
              <a:gd name="csY100" fmla="*/ 1215823 h 1215891"/>
              <a:gd name="csX101" fmla="*/ 189899 w 1878314"/>
              <a:gd name="csY101" fmla="*/ 1215823 h 1215891"/>
              <a:gd name="csX102" fmla="*/ 191779 w 1878314"/>
              <a:gd name="csY102" fmla="*/ 1215814 h 1215891"/>
              <a:gd name="csX103" fmla="*/ 193660 w 1878314"/>
              <a:gd name="csY103" fmla="*/ 1215814 h 1215891"/>
              <a:gd name="csX104" fmla="*/ 195540 w 1878314"/>
              <a:gd name="csY104" fmla="*/ 1215814 h 1215891"/>
              <a:gd name="csX105" fmla="*/ 197419 w 1878314"/>
              <a:gd name="csY105" fmla="*/ 1215814 h 1215891"/>
              <a:gd name="csX106" fmla="*/ 199300 w 1878314"/>
              <a:gd name="csY106" fmla="*/ 1215804 h 1215891"/>
              <a:gd name="csX107" fmla="*/ 201180 w 1878314"/>
              <a:gd name="csY107" fmla="*/ 1215804 h 1215891"/>
              <a:gd name="csX108" fmla="*/ 203060 w 1878314"/>
              <a:gd name="csY108" fmla="*/ 1215804 h 1215891"/>
              <a:gd name="csX109" fmla="*/ 204940 w 1878314"/>
              <a:gd name="csY109" fmla="*/ 1215794 h 1215891"/>
              <a:gd name="csX110" fmla="*/ 206821 w 1878314"/>
              <a:gd name="csY110" fmla="*/ 1215794 h 1215891"/>
              <a:gd name="csX111" fmla="*/ 208701 w 1878314"/>
              <a:gd name="csY111" fmla="*/ 1215794 h 1215891"/>
              <a:gd name="csX112" fmla="*/ 210581 w 1878314"/>
              <a:gd name="csY112" fmla="*/ 1215785 h 1215891"/>
              <a:gd name="csX113" fmla="*/ 212461 w 1878314"/>
              <a:gd name="csY113" fmla="*/ 1215785 h 1215891"/>
              <a:gd name="csX114" fmla="*/ 214342 w 1878314"/>
              <a:gd name="csY114" fmla="*/ 1215785 h 1215891"/>
              <a:gd name="csX115" fmla="*/ 216222 w 1878314"/>
              <a:gd name="csY115" fmla="*/ 1215775 h 1215891"/>
              <a:gd name="csX116" fmla="*/ 218101 w 1878314"/>
              <a:gd name="csY116" fmla="*/ 1215775 h 1215891"/>
              <a:gd name="csX117" fmla="*/ 219982 w 1878314"/>
              <a:gd name="csY117" fmla="*/ 1215765 h 1215891"/>
              <a:gd name="csX118" fmla="*/ 221862 w 1878314"/>
              <a:gd name="csY118" fmla="*/ 1215765 h 1215891"/>
              <a:gd name="csX119" fmla="*/ 223742 w 1878314"/>
              <a:gd name="csY119" fmla="*/ 1215765 h 1215891"/>
              <a:gd name="csX120" fmla="*/ 225622 w 1878314"/>
              <a:gd name="csY120" fmla="*/ 1215756 h 1215891"/>
              <a:gd name="csX121" fmla="*/ 227503 w 1878314"/>
              <a:gd name="csY121" fmla="*/ 1215756 h 1215891"/>
              <a:gd name="csX122" fmla="*/ 229383 w 1878314"/>
              <a:gd name="csY122" fmla="*/ 1215746 h 1215891"/>
              <a:gd name="csX123" fmla="*/ 231263 w 1878314"/>
              <a:gd name="csY123" fmla="*/ 1215746 h 1215891"/>
              <a:gd name="csX124" fmla="*/ 233144 w 1878314"/>
              <a:gd name="csY124" fmla="*/ 1215736 h 1215891"/>
              <a:gd name="csX125" fmla="*/ 235024 w 1878314"/>
              <a:gd name="csY125" fmla="*/ 1215736 h 1215891"/>
              <a:gd name="csX126" fmla="*/ 236904 w 1878314"/>
              <a:gd name="csY126" fmla="*/ 1215726 h 1215891"/>
              <a:gd name="csX127" fmla="*/ 238784 w 1878314"/>
              <a:gd name="csY127" fmla="*/ 1215726 h 1215891"/>
              <a:gd name="csX128" fmla="*/ 240664 w 1878314"/>
              <a:gd name="csY128" fmla="*/ 1215717 h 1215891"/>
              <a:gd name="csX129" fmla="*/ 242544 w 1878314"/>
              <a:gd name="csY129" fmla="*/ 1215717 h 1215891"/>
              <a:gd name="csX130" fmla="*/ 244424 w 1878314"/>
              <a:gd name="csY130" fmla="*/ 1215707 h 1215891"/>
              <a:gd name="csX131" fmla="*/ 246305 w 1878314"/>
              <a:gd name="csY131" fmla="*/ 1215707 h 1215891"/>
              <a:gd name="csX132" fmla="*/ 248185 w 1878314"/>
              <a:gd name="csY132" fmla="*/ 1215697 h 1215891"/>
              <a:gd name="csX133" fmla="*/ 250065 w 1878314"/>
              <a:gd name="csY133" fmla="*/ 1215688 h 1215891"/>
              <a:gd name="csX134" fmla="*/ 251945 w 1878314"/>
              <a:gd name="csY134" fmla="*/ 1215688 h 1215891"/>
              <a:gd name="csX135" fmla="*/ 253826 w 1878314"/>
              <a:gd name="csY135" fmla="*/ 1215678 h 1215891"/>
              <a:gd name="csX136" fmla="*/ 255706 w 1878314"/>
              <a:gd name="csY136" fmla="*/ 1215668 h 1215891"/>
              <a:gd name="csX137" fmla="*/ 257586 w 1878314"/>
              <a:gd name="csY137" fmla="*/ 1215668 h 1215891"/>
              <a:gd name="csX138" fmla="*/ 259466 w 1878314"/>
              <a:gd name="csY138" fmla="*/ 1215658 h 1215891"/>
              <a:gd name="csX139" fmla="*/ 261346 w 1878314"/>
              <a:gd name="csY139" fmla="*/ 1215649 h 1215891"/>
              <a:gd name="csX140" fmla="*/ 263226 w 1878314"/>
              <a:gd name="csY140" fmla="*/ 1215649 h 1215891"/>
              <a:gd name="csX141" fmla="*/ 265106 w 1878314"/>
              <a:gd name="csY141" fmla="*/ 1215639 h 1215891"/>
              <a:gd name="csX142" fmla="*/ 266987 w 1878314"/>
              <a:gd name="csY142" fmla="*/ 1215629 h 1215891"/>
              <a:gd name="csX143" fmla="*/ 268867 w 1878314"/>
              <a:gd name="csY143" fmla="*/ 1215620 h 1215891"/>
              <a:gd name="csX144" fmla="*/ 270747 w 1878314"/>
              <a:gd name="csY144" fmla="*/ 1215610 h 1215891"/>
              <a:gd name="csX145" fmla="*/ 272627 w 1878314"/>
              <a:gd name="csY145" fmla="*/ 1215600 h 1215891"/>
              <a:gd name="csX146" fmla="*/ 274508 w 1878314"/>
              <a:gd name="csY146" fmla="*/ 1215600 h 1215891"/>
              <a:gd name="csX147" fmla="*/ 276388 w 1878314"/>
              <a:gd name="csY147" fmla="*/ 1215591 h 1215891"/>
              <a:gd name="csX148" fmla="*/ 278268 w 1878314"/>
              <a:gd name="csY148" fmla="*/ 1215581 h 1215891"/>
              <a:gd name="csX149" fmla="*/ 280148 w 1878314"/>
              <a:gd name="csY149" fmla="*/ 1215571 h 1215891"/>
              <a:gd name="csX150" fmla="*/ 282029 w 1878314"/>
              <a:gd name="csY150" fmla="*/ 1215561 h 1215891"/>
              <a:gd name="csX151" fmla="*/ 283908 w 1878314"/>
              <a:gd name="csY151" fmla="*/ 1215552 h 1215891"/>
              <a:gd name="csX152" fmla="*/ 285788 w 1878314"/>
              <a:gd name="csY152" fmla="*/ 1215542 h 1215891"/>
              <a:gd name="csX153" fmla="*/ 287669 w 1878314"/>
              <a:gd name="csY153" fmla="*/ 1215532 h 1215891"/>
              <a:gd name="csX154" fmla="*/ 289549 w 1878314"/>
              <a:gd name="csY154" fmla="*/ 1215523 h 1215891"/>
              <a:gd name="csX155" fmla="*/ 291429 w 1878314"/>
              <a:gd name="csY155" fmla="*/ 1215503 h 1215891"/>
              <a:gd name="csX156" fmla="*/ 293309 w 1878314"/>
              <a:gd name="csY156" fmla="*/ 1215494 h 1215891"/>
              <a:gd name="csX157" fmla="*/ 295190 w 1878314"/>
              <a:gd name="csY157" fmla="*/ 1215484 h 1215891"/>
              <a:gd name="csX158" fmla="*/ 297070 w 1878314"/>
              <a:gd name="csY158" fmla="*/ 1215474 h 1215891"/>
              <a:gd name="csX159" fmla="*/ 298950 w 1878314"/>
              <a:gd name="csY159" fmla="*/ 1215464 h 1215891"/>
              <a:gd name="csX160" fmla="*/ 300831 w 1878314"/>
              <a:gd name="csY160" fmla="*/ 1215445 h 1215891"/>
              <a:gd name="csX161" fmla="*/ 302711 w 1878314"/>
              <a:gd name="csY161" fmla="*/ 1215435 h 1215891"/>
              <a:gd name="csX162" fmla="*/ 304590 w 1878314"/>
              <a:gd name="csY162" fmla="*/ 1215426 h 1215891"/>
              <a:gd name="csX163" fmla="*/ 306470 w 1878314"/>
              <a:gd name="csY163" fmla="*/ 1215406 h 1215891"/>
              <a:gd name="csX164" fmla="*/ 308351 w 1878314"/>
              <a:gd name="csY164" fmla="*/ 1215397 h 1215891"/>
              <a:gd name="csX165" fmla="*/ 310231 w 1878314"/>
              <a:gd name="csY165" fmla="*/ 1215377 h 1215891"/>
              <a:gd name="csX166" fmla="*/ 312111 w 1878314"/>
              <a:gd name="csY166" fmla="*/ 1215367 h 1215891"/>
              <a:gd name="csX167" fmla="*/ 313992 w 1878314"/>
              <a:gd name="csY167" fmla="*/ 1215348 h 1215891"/>
              <a:gd name="csX168" fmla="*/ 315872 w 1878314"/>
              <a:gd name="csY168" fmla="*/ 1215338 h 1215891"/>
              <a:gd name="csX169" fmla="*/ 317752 w 1878314"/>
              <a:gd name="csY169" fmla="*/ 1215319 h 1215891"/>
              <a:gd name="csX170" fmla="*/ 319632 w 1878314"/>
              <a:gd name="csY170" fmla="*/ 1215299 h 1215891"/>
              <a:gd name="csX171" fmla="*/ 321513 w 1878314"/>
              <a:gd name="csY171" fmla="*/ 1215280 h 1215891"/>
              <a:gd name="csX172" fmla="*/ 323393 w 1878314"/>
              <a:gd name="csY172" fmla="*/ 1215270 h 1215891"/>
              <a:gd name="csX173" fmla="*/ 325273 w 1878314"/>
              <a:gd name="csY173" fmla="*/ 1215251 h 1215891"/>
              <a:gd name="csX174" fmla="*/ 327153 w 1878314"/>
              <a:gd name="csY174" fmla="*/ 1215232 h 1215891"/>
              <a:gd name="csX175" fmla="*/ 329033 w 1878314"/>
              <a:gd name="csY175" fmla="*/ 1215212 h 1215891"/>
              <a:gd name="csX176" fmla="*/ 330913 w 1878314"/>
              <a:gd name="csY176" fmla="*/ 1215193 h 1215891"/>
              <a:gd name="csX177" fmla="*/ 332793 w 1878314"/>
              <a:gd name="csY177" fmla="*/ 1215173 h 1215891"/>
              <a:gd name="csX178" fmla="*/ 334674 w 1878314"/>
              <a:gd name="csY178" fmla="*/ 1215154 h 1215891"/>
              <a:gd name="csX179" fmla="*/ 336554 w 1878314"/>
              <a:gd name="csY179" fmla="*/ 1215135 h 1215891"/>
              <a:gd name="csX180" fmla="*/ 338434 w 1878314"/>
              <a:gd name="csY180" fmla="*/ 1215115 h 1215891"/>
              <a:gd name="csX181" fmla="*/ 340314 w 1878314"/>
              <a:gd name="csY181" fmla="*/ 1215096 h 1215891"/>
              <a:gd name="csX182" fmla="*/ 342195 w 1878314"/>
              <a:gd name="csY182" fmla="*/ 1215067 h 1215891"/>
              <a:gd name="csX183" fmla="*/ 344075 w 1878314"/>
              <a:gd name="csY183" fmla="*/ 1215047 h 1215891"/>
              <a:gd name="csX184" fmla="*/ 345955 w 1878314"/>
              <a:gd name="csY184" fmla="*/ 1215018 h 1215891"/>
              <a:gd name="csX185" fmla="*/ 347835 w 1878314"/>
              <a:gd name="csY185" fmla="*/ 1214999 h 1215891"/>
              <a:gd name="csX186" fmla="*/ 349715 w 1878314"/>
              <a:gd name="csY186" fmla="*/ 1214970 h 1215891"/>
              <a:gd name="csX187" fmla="*/ 351595 w 1878314"/>
              <a:gd name="csY187" fmla="*/ 1214950 h 1215891"/>
              <a:gd name="csX188" fmla="*/ 353475 w 1878314"/>
              <a:gd name="csY188" fmla="*/ 1214921 h 1215891"/>
              <a:gd name="csX189" fmla="*/ 355356 w 1878314"/>
              <a:gd name="csY189" fmla="*/ 1214892 h 1215891"/>
              <a:gd name="csX190" fmla="*/ 357236 w 1878314"/>
              <a:gd name="csY190" fmla="*/ 1214873 h 1215891"/>
              <a:gd name="csX191" fmla="*/ 359116 w 1878314"/>
              <a:gd name="csY191" fmla="*/ 1214843 h 1215891"/>
              <a:gd name="csX192" fmla="*/ 360996 w 1878314"/>
              <a:gd name="csY192" fmla="*/ 1214814 h 1215891"/>
              <a:gd name="csX193" fmla="*/ 362877 w 1878314"/>
              <a:gd name="csY193" fmla="*/ 1214785 h 1215891"/>
              <a:gd name="csX194" fmla="*/ 364757 w 1878314"/>
              <a:gd name="csY194" fmla="*/ 1214756 h 1215891"/>
              <a:gd name="csX195" fmla="*/ 366637 w 1878314"/>
              <a:gd name="csY195" fmla="*/ 1214727 h 1215891"/>
              <a:gd name="csX196" fmla="*/ 368518 w 1878314"/>
              <a:gd name="csY196" fmla="*/ 1214688 h 1215891"/>
              <a:gd name="csX197" fmla="*/ 370397 w 1878314"/>
              <a:gd name="csY197" fmla="*/ 1214659 h 1215891"/>
              <a:gd name="csX198" fmla="*/ 372277 w 1878314"/>
              <a:gd name="csY198" fmla="*/ 1214630 h 1215891"/>
              <a:gd name="csX199" fmla="*/ 374157 w 1878314"/>
              <a:gd name="csY199" fmla="*/ 1214591 h 1215891"/>
              <a:gd name="csX200" fmla="*/ 376038 w 1878314"/>
              <a:gd name="csY200" fmla="*/ 1214562 h 1215891"/>
              <a:gd name="csX201" fmla="*/ 377918 w 1878314"/>
              <a:gd name="csY201" fmla="*/ 1214523 h 1215891"/>
              <a:gd name="csX202" fmla="*/ 379798 w 1878314"/>
              <a:gd name="csY202" fmla="*/ 1214485 h 1215891"/>
              <a:gd name="csX203" fmla="*/ 381679 w 1878314"/>
              <a:gd name="csY203" fmla="*/ 1214446 h 1215891"/>
              <a:gd name="csX204" fmla="*/ 383559 w 1878314"/>
              <a:gd name="csY204" fmla="*/ 1214407 h 1215891"/>
              <a:gd name="csX205" fmla="*/ 385439 w 1878314"/>
              <a:gd name="csY205" fmla="*/ 1214368 h 1215891"/>
              <a:gd name="csX206" fmla="*/ 387319 w 1878314"/>
              <a:gd name="csY206" fmla="*/ 1214329 h 1215891"/>
              <a:gd name="csX207" fmla="*/ 389200 w 1878314"/>
              <a:gd name="csY207" fmla="*/ 1214291 h 1215891"/>
              <a:gd name="csX208" fmla="*/ 391079 w 1878314"/>
              <a:gd name="csY208" fmla="*/ 1214252 h 1215891"/>
              <a:gd name="csX209" fmla="*/ 392959 w 1878314"/>
              <a:gd name="csY209" fmla="*/ 1214203 h 1215891"/>
              <a:gd name="csX210" fmla="*/ 394840 w 1878314"/>
              <a:gd name="csY210" fmla="*/ 1214164 h 1215891"/>
              <a:gd name="csX211" fmla="*/ 396720 w 1878314"/>
              <a:gd name="csY211" fmla="*/ 1214116 h 1215891"/>
              <a:gd name="csX212" fmla="*/ 398600 w 1878314"/>
              <a:gd name="csY212" fmla="*/ 1214067 h 1215891"/>
              <a:gd name="csX213" fmla="*/ 400480 w 1878314"/>
              <a:gd name="csY213" fmla="*/ 1214019 h 1215891"/>
              <a:gd name="csX214" fmla="*/ 402361 w 1878314"/>
              <a:gd name="csY214" fmla="*/ 1213970 h 1215891"/>
              <a:gd name="csX215" fmla="*/ 404241 w 1878314"/>
              <a:gd name="csY215" fmla="*/ 1213922 h 1215891"/>
              <a:gd name="csX216" fmla="*/ 406121 w 1878314"/>
              <a:gd name="csY216" fmla="*/ 1213873 h 1215891"/>
              <a:gd name="csX217" fmla="*/ 408001 w 1878314"/>
              <a:gd name="csY217" fmla="*/ 1213825 h 1215891"/>
              <a:gd name="csX218" fmla="*/ 409882 w 1878314"/>
              <a:gd name="csY218" fmla="*/ 1213767 h 1215891"/>
              <a:gd name="csX219" fmla="*/ 411762 w 1878314"/>
              <a:gd name="csY219" fmla="*/ 1213718 h 1215891"/>
              <a:gd name="csX220" fmla="*/ 413641 w 1878314"/>
              <a:gd name="csY220" fmla="*/ 1213660 h 1215891"/>
              <a:gd name="csX221" fmla="*/ 415522 w 1878314"/>
              <a:gd name="csY221" fmla="*/ 1213602 h 1215891"/>
              <a:gd name="csX222" fmla="*/ 417402 w 1878314"/>
              <a:gd name="csY222" fmla="*/ 1213543 h 1215891"/>
              <a:gd name="csX223" fmla="*/ 419282 w 1878314"/>
              <a:gd name="csY223" fmla="*/ 1213485 h 1215891"/>
              <a:gd name="csX224" fmla="*/ 421162 w 1878314"/>
              <a:gd name="csY224" fmla="*/ 1213427 h 1215891"/>
              <a:gd name="csX225" fmla="*/ 423043 w 1878314"/>
              <a:gd name="csY225" fmla="*/ 1213359 h 1215891"/>
              <a:gd name="csX226" fmla="*/ 424923 w 1878314"/>
              <a:gd name="csY226" fmla="*/ 1213301 h 1215891"/>
              <a:gd name="csX227" fmla="*/ 426803 w 1878314"/>
              <a:gd name="csY227" fmla="*/ 1213233 h 1215891"/>
              <a:gd name="csX228" fmla="*/ 428684 w 1878314"/>
              <a:gd name="csY228" fmla="*/ 1213165 h 1215891"/>
              <a:gd name="csX229" fmla="*/ 430564 w 1878314"/>
              <a:gd name="csY229" fmla="*/ 1213097 h 1215891"/>
              <a:gd name="csX230" fmla="*/ 432444 w 1878314"/>
              <a:gd name="csY230" fmla="*/ 1213029 h 1215891"/>
              <a:gd name="csX231" fmla="*/ 434323 w 1878314"/>
              <a:gd name="csY231" fmla="*/ 1212961 h 1215891"/>
              <a:gd name="csX232" fmla="*/ 436204 w 1878314"/>
              <a:gd name="csY232" fmla="*/ 1212884 h 1215891"/>
              <a:gd name="csX233" fmla="*/ 438084 w 1878314"/>
              <a:gd name="csY233" fmla="*/ 1212806 h 1215891"/>
              <a:gd name="csX234" fmla="*/ 439964 w 1878314"/>
              <a:gd name="csY234" fmla="*/ 1212738 h 1215891"/>
              <a:gd name="csX235" fmla="*/ 441844 w 1878314"/>
              <a:gd name="csY235" fmla="*/ 1212661 h 1215891"/>
              <a:gd name="csX236" fmla="*/ 443725 w 1878314"/>
              <a:gd name="csY236" fmla="*/ 1212573 h 1215891"/>
              <a:gd name="csX237" fmla="*/ 445605 w 1878314"/>
              <a:gd name="csY237" fmla="*/ 1212496 h 1215891"/>
              <a:gd name="csX238" fmla="*/ 447485 w 1878314"/>
              <a:gd name="csY238" fmla="*/ 1212408 h 1215891"/>
              <a:gd name="csX239" fmla="*/ 449366 w 1878314"/>
              <a:gd name="csY239" fmla="*/ 1212331 h 1215891"/>
              <a:gd name="csX240" fmla="*/ 451246 w 1878314"/>
              <a:gd name="csY240" fmla="*/ 1212243 h 1215891"/>
              <a:gd name="csX241" fmla="*/ 453126 w 1878314"/>
              <a:gd name="csY241" fmla="*/ 1212156 h 1215891"/>
              <a:gd name="csX242" fmla="*/ 455006 w 1878314"/>
              <a:gd name="csY242" fmla="*/ 1212059 h 1215891"/>
              <a:gd name="csX243" fmla="*/ 456886 w 1878314"/>
              <a:gd name="csY243" fmla="*/ 1211972 h 1215891"/>
              <a:gd name="csX244" fmla="*/ 458766 w 1878314"/>
              <a:gd name="csY244" fmla="*/ 1211875 h 1215891"/>
              <a:gd name="csX245" fmla="*/ 460646 w 1878314"/>
              <a:gd name="csY245" fmla="*/ 1211778 h 1215891"/>
              <a:gd name="csX246" fmla="*/ 462527 w 1878314"/>
              <a:gd name="csY246" fmla="*/ 1211681 h 1215891"/>
              <a:gd name="csX247" fmla="*/ 464407 w 1878314"/>
              <a:gd name="csY247" fmla="*/ 1211574 h 1215891"/>
              <a:gd name="csX248" fmla="*/ 466287 w 1878314"/>
              <a:gd name="csY248" fmla="*/ 1211477 h 1215891"/>
              <a:gd name="csX249" fmla="*/ 468167 w 1878314"/>
              <a:gd name="csY249" fmla="*/ 1211370 h 1215891"/>
              <a:gd name="csX250" fmla="*/ 470048 w 1878314"/>
              <a:gd name="csY250" fmla="*/ 1211263 h 1215891"/>
              <a:gd name="csX251" fmla="*/ 471928 w 1878314"/>
              <a:gd name="csY251" fmla="*/ 1211157 h 1215891"/>
              <a:gd name="csX252" fmla="*/ 473808 w 1878314"/>
              <a:gd name="csY252" fmla="*/ 1211040 h 1215891"/>
              <a:gd name="csX253" fmla="*/ 475688 w 1878314"/>
              <a:gd name="csY253" fmla="*/ 1210924 h 1215891"/>
              <a:gd name="csX254" fmla="*/ 477568 w 1878314"/>
              <a:gd name="csY254" fmla="*/ 1210807 h 1215891"/>
              <a:gd name="csX255" fmla="*/ 479448 w 1878314"/>
              <a:gd name="csY255" fmla="*/ 1210691 h 1215891"/>
              <a:gd name="csX256" fmla="*/ 481328 w 1878314"/>
              <a:gd name="csY256" fmla="*/ 1210565 h 1215891"/>
              <a:gd name="csX257" fmla="*/ 483209 w 1878314"/>
              <a:gd name="csY257" fmla="*/ 1210439 h 1215891"/>
              <a:gd name="csX258" fmla="*/ 485089 w 1878314"/>
              <a:gd name="csY258" fmla="*/ 1210313 h 1215891"/>
              <a:gd name="csX259" fmla="*/ 486969 w 1878314"/>
              <a:gd name="csY259" fmla="*/ 1210187 h 1215891"/>
              <a:gd name="csX260" fmla="*/ 488849 w 1878314"/>
              <a:gd name="csY260" fmla="*/ 1210051 h 1215891"/>
              <a:gd name="csX261" fmla="*/ 490730 w 1878314"/>
              <a:gd name="csY261" fmla="*/ 1209915 h 1215891"/>
              <a:gd name="csX262" fmla="*/ 492610 w 1878314"/>
              <a:gd name="csY262" fmla="*/ 1209779 h 1215891"/>
              <a:gd name="csX263" fmla="*/ 494490 w 1878314"/>
              <a:gd name="csY263" fmla="*/ 1209643 h 1215891"/>
              <a:gd name="csX264" fmla="*/ 496371 w 1878314"/>
              <a:gd name="csY264" fmla="*/ 1209498 h 1215891"/>
              <a:gd name="csX265" fmla="*/ 498251 w 1878314"/>
              <a:gd name="csY265" fmla="*/ 1209352 h 1215891"/>
              <a:gd name="csX266" fmla="*/ 500130 w 1878314"/>
              <a:gd name="csY266" fmla="*/ 1209197 h 1215891"/>
              <a:gd name="csX267" fmla="*/ 502010 w 1878314"/>
              <a:gd name="csY267" fmla="*/ 1209051 h 1215891"/>
              <a:gd name="csX268" fmla="*/ 503891 w 1878314"/>
              <a:gd name="csY268" fmla="*/ 1208896 h 1215891"/>
              <a:gd name="csX269" fmla="*/ 505771 w 1878314"/>
              <a:gd name="csY269" fmla="*/ 1208731 h 1215891"/>
              <a:gd name="csX270" fmla="*/ 507651 w 1878314"/>
              <a:gd name="csY270" fmla="*/ 1208576 h 1215891"/>
              <a:gd name="csX271" fmla="*/ 509531 w 1878314"/>
              <a:gd name="csY271" fmla="*/ 1208411 h 1215891"/>
              <a:gd name="csX272" fmla="*/ 511412 w 1878314"/>
              <a:gd name="csY272" fmla="*/ 1208236 h 1215891"/>
              <a:gd name="csX273" fmla="*/ 513292 w 1878314"/>
              <a:gd name="csY273" fmla="*/ 1208071 h 1215891"/>
              <a:gd name="csX274" fmla="*/ 515172 w 1878314"/>
              <a:gd name="csY274" fmla="*/ 1207897 h 1215891"/>
              <a:gd name="csX275" fmla="*/ 517053 w 1878314"/>
              <a:gd name="csY275" fmla="*/ 1207712 h 1215891"/>
              <a:gd name="csX276" fmla="*/ 518933 w 1878314"/>
              <a:gd name="csY276" fmla="*/ 1207528 h 1215891"/>
              <a:gd name="csX277" fmla="*/ 520812 w 1878314"/>
              <a:gd name="csY277" fmla="*/ 1207344 h 1215891"/>
              <a:gd name="csX278" fmla="*/ 522692 w 1878314"/>
              <a:gd name="csY278" fmla="*/ 1207159 h 1215891"/>
              <a:gd name="csX279" fmla="*/ 524573 w 1878314"/>
              <a:gd name="csY279" fmla="*/ 1206965 h 1215891"/>
              <a:gd name="csX280" fmla="*/ 526453 w 1878314"/>
              <a:gd name="csY280" fmla="*/ 1206771 h 1215891"/>
              <a:gd name="csX281" fmla="*/ 528333 w 1878314"/>
              <a:gd name="csY281" fmla="*/ 1206568 h 1215891"/>
              <a:gd name="csX282" fmla="*/ 530214 w 1878314"/>
              <a:gd name="csY282" fmla="*/ 1206364 h 1215891"/>
              <a:gd name="csX283" fmla="*/ 532094 w 1878314"/>
              <a:gd name="csY283" fmla="*/ 1206150 h 1215891"/>
              <a:gd name="csX284" fmla="*/ 533974 w 1878314"/>
              <a:gd name="csY284" fmla="*/ 1205947 h 1215891"/>
              <a:gd name="csX285" fmla="*/ 535854 w 1878314"/>
              <a:gd name="csY285" fmla="*/ 1205723 h 1215891"/>
              <a:gd name="csX286" fmla="*/ 537735 w 1878314"/>
              <a:gd name="csY286" fmla="*/ 1205510 h 1215891"/>
              <a:gd name="csX287" fmla="*/ 539615 w 1878314"/>
              <a:gd name="csY287" fmla="*/ 1205277 h 1215891"/>
              <a:gd name="csX288" fmla="*/ 541495 w 1878314"/>
              <a:gd name="csY288" fmla="*/ 1205054 h 1215891"/>
              <a:gd name="csX289" fmla="*/ 543375 w 1878314"/>
              <a:gd name="csY289" fmla="*/ 1204821 h 1215891"/>
              <a:gd name="csX290" fmla="*/ 545255 w 1878314"/>
              <a:gd name="csY290" fmla="*/ 1204579 h 1215891"/>
              <a:gd name="csX291" fmla="*/ 547135 w 1878314"/>
              <a:gd name="csY291" fmla="*/ 1204336 h 1215891"/>
              <a:gd name="csX292" fmla="*/ 549015 w 1878314"/>
              <a:gd name="csY292" fmla="*/ 1204094 h 1215891"/>
              <a:gd name="csX293" fmla="*/ 550896 w 1878314"/>
              <a:gd name="csY293" fmla="*/ 1203841 h 1215891"/>
              <a:gd name="csX294" fmla="*/ 552776 w 1878314"/>
              <a:gd name="csY294" fmla="*/ 1203589 h 1215891"/>
              <a:gd name="csX295" fmla="*/ 554656 w 1878314"/>
              <a:gd name="csY295" fmla="*/ 1203327 h 1215891"/>
              <a:gd name="csX296" fmla="*/ 556536 w 1878314"/>
              <a:gd name="csY296" fmla="*/ 1203065 h 1215891"/>
              <a:gd name="csX297" fmla="*/ 558417 w 1878314"/>
              <a:gd name="csY297" fmla="*/ 1202794 h 1215891"/>
              <a:gd name="csX298" fmla="*/ 560297 w 1878314"/>
              <a:gd name="csY298" fmla="*/ 1202512 h 1215891"/>
              <a:gd name="csX299" fmla="*/ 562177 w 1878314"/>
              <a:gd name="csY299" fmla="*/ 1202240 h 1215891"/>
              <a:gd name="csX300" fmla="*/ 564057 w 1878314"/>
              <a:gd name="csY300" fmla="*/ 1201949 h 1215891"/>
              <a:gd name="csX301" fmla="*/ 565937 w 1878314"/>
              <a:gd name="csY301" fmla="*/ 1201658 h 1215891"/>
              <a:gd name="csX302" fmla="*/ 567817 w 1878314"/>
              <a:gd name="csY302" fmla="*/ 1201367 h 1215891"/>
              <a:gd name="csX303" fmla="*/ 569697 w 1878314"/>
              <a:gd name="csY303" fmla="*/ 1201067 h 1215891"/>
              <a:gd name="csX304" fmla="*/ 571578 w 1878314"/>
              <a:gd name="csY304" fmla="*/ 1200756 h 1215891"/>
              <a:gd name="csX305" fmla="*/ 573458 w 1878314"/>
              <a:gd name="csY305" fmla="*/ 1200446 h 1215891"/>
              <a:gd name="csX306" fmla="*/ 575338 w 1878314"/>
              <a:gd name="csY306" fmla="*/ 1200125 h 1215891"/>
              <a:gd name="csX307" fmla="*/ 577219 w 1878314"/>
              <a:gd name="csY307" fmla="*/ 1199805 h 1215891"/>
              <a:gd name="csX308" fmla="*/ 579099 w 1878314"/>
              <a:gd name="csY308" fmla="*/ 1199475 h 1215891"/>
              <a:gd name="csX309" fmla="*/ 580979 w 1878314"/>
              <a:gd name="csY309" fmla="*/ 1199145 h 1215891"/>
              <a:gd name="csX310" fmla="*/ 582859 w 1878314"/>
              <a:gd name="csY310" fmla="*/ 1198806 h 1215891"/>
              <a:gd name="csX311" fmla="*/ 584740 w 1878314"/>
              <a:gd name="csY311" fmla="*/ 1198457 h 1215891"/>
              <a:gd name="csX312" fmla="*/ 586619 w 1878314"/>
              <a:gd name="csY312" fmla="*/ 1198107 h 1215891"/>
              <a:gd name="csX313" fmla="*/ 588499 w 1878314"/>
              <a:gd name="csY313" fmla="*/ 1197748 h 1215891"/>
              <a:gd name="csX314" fmla="*/ 590379 w 1878314"/>
              <a:gd name="csY314" fmla="*/ 1197380 h 1215891"/>
              <a:gd name="csX315" fmla="*/ 592260 w 1878314"/>
              <a:gd name="csY315" fmla="*/ 1197011 h 1215891"/>
              <a:gd name="csX316" fmla="*/ 594140 w 1878314"/>
              <a:gd name="csY316" fmla="*/ 1196633 h 1215891"/>
              <a:gd name="csX317" fmla="*/ 596020 w 1878314"/>
              <a:gd name="csY317" fmla="*/ 1196254 h 1215891"/>
              <a:gd name="csX318" fmla="*/ 597901 w 1878314"/>
              <a:gd name="csY318" fmla="*/ 1195866 h 1215891"/>
              <a:gd name="csX319" fmla="*/ 599781 w 1878314"/>
              <a:gd name="csY319" fmla="*/ 1195468 h 1215891"/>
              <a:gd name="csX320" fmla="*/ 601661 w 1878314"/>
              <a:gd name="csY320" fmla="*/ 1195071 h 1215891"/>
              <a:gd name="csX321" fmla="*/ 603541 w 1878314"/>
              <a:gd name="csY321" fmla="*/ 1194653 h 1215891"/>
              <a:gd name="csX322" fmla="*/ 605422 w 1878314"/>
              <a:gd name="csY322" fmla="*/ 1194236 h 1215891"/>
              <a:gd name="csX323" fmla="*/ 607301 w 1878314"/>
              <a:gd name="csY323" fmla="*/ 1193819 h 1215891"/>
              <a:gd name="csX324" fmla="*/ 609181 w 1878314"/>
              <a:gd name="csY324" fmla="*/ 1193382 h 1215891"/>
              <a:gd name="csX325" fmla="*/ 611062 w 1878314"/>
              <a:gd name="csY325" fmla="*/ 1192946 h 1215891"/>
              <a:gd name="csX326" fmla="*/ 612942 w 1878314"/>
              <a:gd name="csY326" fmla="*/ 1192499 h 1215891"/>
              <a:gd name="csX327" fmla="*/ 614822 w 1878314"/>
              <a:gd name="csY327" fmla="*/ 1192053 h 1215891"/>
              <a:gd name="csX328" fmla="*/ 616702 w 1878314"/>
              <a:gd name="csY328" fmla="*/ 1191597 h 1215891"/>
              <a:gd name="csX329" fmla="*/ 618583 w 1878314"/>
              <a:gd name="csY329" fmla="*/ 1191122 h 1215891"/>
              <a:gd name="csX330" fmla="*/ 620463 w 1878314"/>
              <a:gd name="csY330" fmla="*/ 1190656 h 1215891"/>
              <a:gd name="csX331" fmla="*/ 622342 w 1878314"/>
              <a:gd name="csY331" fmla="*/ 1190171 h 1215891"/>
              <a:gd name="csX332" fmla="*/ 624224 w 1878314"/>
              <a:gd name="csY332" fmla="*/ 1189676 h 1215891"/>
              <a:gd name="csX333" fmla="*/ 626107 w 1878314"/>
              <a:gd name="csY333" fmla="*/ 1189181 h 1215891"/>
              <a:gd name="csX334" fmla="*/ 627979 w 1878314"/>
              <a:gd name="csY334" fmla="*/ 1188677 h 1215891"/>
              <a:gd name="csX335" fmla="*/ 629861 w 1878314"/>
              <a:gd name="csY335" fmla="*/ 1188163 h 1215891"/>
              <a:gd name="csX336" fmla="*/ 631744 w 1878314"/>
              <a:gd name="csY336" fmla="*/ 1187639 h 1215891"/>
              <a:gd name="csX337" fmla="*/ 633626 w 1878314"/>
              <a:gd name="csY337" fmla="*/ 1187115 h 1215891"/>
              <a:gd name="csX338" fmla="*/ 635508 w 1878314"/>
              <a:gd name="csY338" fmla="*/ 1186571 h 1215891"/>
              <a:gd name="csX339" fmla="*/ 637381 w 1878314"/>
              <a:gd name="csY339" fmla="*/ 1186028 h 1215891"/>
              <a:gd name="csX340" fmla="*/ 639263 w 1878314"/>
              <a:gd name="csY340" fmla="*/ 1185475 h 1215891"/>
              <a:gd name="csX341" fmla="*/ 641145 w 1878314"/>
              <a:gd name="csY341" fmla="*/ 1184912 h 1215891"/>
              <a:gd name="csX342" fmla="*/ 643027 w 1878314"/>
              <a:gd name="csY342" fmla="*/ 1184340 h 1215891"/>
              <a:gd name="csX343" fmla="*/ 644909 w 1878314"/>
              <a:gd name="csY343" fmla="*/ 1183758 h 1215891"/>
              <a:gd name="csX344" fmla="*/ 646782 w 1878314"/>
              <a:gd name="csY344" fmla="*/ 1183166 h 1215891"/>
              <a:gd name="csX345" fmla="*/ 648664 w 1878314"/>
              <a:gd name="csY345" fmla="*/ 1182574 h 1215891"/>
              <a:gd name="csX346" fmla="*/ 650546 w 1878314"/>
              <a:gd name="csY346" fmla="*/ 1181963 h 1215891"/>
              <a:gd name="csX347" fmla="*/ 652429 w 1878314"/>
              <a:gd name="csY347" fmla="*/ 1181352 h 1215891"/>
              <a:gd name="csX348" fmla="*/ 654311 w 1878314"/>
              <a:gd name="csY348" fmla="*/ 1180721 h 1215891"/>
              <a:gd name="csX349" fmla="*/ 656183 w 1878314"/>
              <a:gd name="csY349" fmla="*/ 1180090 h 1215891"/>
              <a:gd name="csX350" fmla="*/ 658066 w 1878314"/>
              <a:gd name="csY350" fmla="*/ 1179440 h 1215891"/>
              <a:gd name="csX351" fmla="*/ 659948 w 1878314"/>
              <a:gd name="csY351" fmla="*/ 1178790 h 1215891"/>
              <a:gd name="csX352" fmla="*/ 661830 w 1878314"/>
              <a:gd name="csY352" fmla="*/ 1178121 h 1215891"/>
              <a:gd name="csX353" fmla="*/ 663703 w 1878314"/>
              <a:gd name="csY353" fmla="*/ 1177451 h 1215891"/>
              <a:gd name="csX354" fmla="*/ 665585 w 1878314"/>
              <a:gd name="csY354" fmla="*/ 1176772 h 1215891"/>
              <a:gd name="csX355" fmla="*/ 667467 w 1878314"/>
              <a:gd name="csY355" fmla="*/ 1176074 h 1215891"/>
              <a:gd name="csX356" fmla="*/ 669349 w 1878314"/>
              <a:gd name="csY356" fmla="*/ 1175375 h 1215891"/>
              <a:gd name="csX357" fmla="*/ 671231 w 1878314"/>
              <a:gd name="csY357" fmla="*/ 1174657 h 1215891"/>
              <a:gd name="csX358" fmla="*/ 673104 w 1878314"/>
              <a:gd name="csY358" fmla="*/ 1173939 h 1215891"/>
              <a:gd name="csX359" fmla="*/ 674986 w 1878314"/>
              <a:gd name="csY359" fmla="*/ 1173202 h 1215891"/>
              <a:gd name="csX360" fmla="*/ 676868 w 1878314"/>
              <a:gd name="csY360" fmla="*/ 1172455 h 1215891"/>
              <a:gd name="csX361" fmla="*/ 678751 w 1878314"/>
              <a:gd name="csY361" fmla="*/ 1171708 h 1215891"/>
              <a:gd name="csX362" fmla="*/ 680633 w 1878314"/>
              <a:gd name="csY362" fmla="*/ 1170941 h 1215891"/>
              <a:gd name="csX363" fmla="*/ 682505 w 1878314"/>
              <a:gd name="csY363" fmla="*/ 1170165 h 1215891"/>
              <a:gd name="csX364" fmla="*/ 684387 w 1878314"/>
              <a:gd name="csY364" fmla="*/ 1169379 h 1215891"/>
              <a:gd name="csX365" fmla="*/ 686270 w 1878314"/>
              <a:gd name="csY365" fmla="*/ 1168584 h 1215891"/>
              <a:gd name="csX366" fmla="*/ 688152 w 1878314"/>
              <a:gd name="csY366" fmla="*/ 1167769 h 1215891"/>
              <a:gd name="csX367" fmla="*/ 690034 w 1878314"/>
              <a:gd name="csY367" fmla="*/ 1166954 h 1215891"/>
              <a:gd name="csX368" fmla="*/ 691907 w 1878314"/>
              <a:gd name="csY368" fmla="*/ 1166119 h 1215891"/>
              <a:gd name="csX369" fmla="*/ 693789 w 1878314"/>
              <a:gd name="csY369" fmla="*/ 1165275 h 1215891"/>
              <a:gd name="csX370" fmla="*/ 695671 w 1878314"/>
              <a:gd name="csY370" fmla="*/ 1164431 h 1215891"/>
              <a:gd name="csX371" fmla="*/ 697553 w 1878314"/>
              <a:gd name="csY371" fmla="*/ 1163558 h 1215891"/>
              <a:gd name="csX372" fmla="*/ 699435 w 1878314"/>
              <a:gd name="csY372" fmla="*/ 1162685 h 1215891"/>
              <a:gd name="csX373" fmla="*/ 701308 w 1878314"/>
              <a:gd name="csY373" fmla="*/ 1161802 h 1215891"/>
              <a:gd name="csX374" fmla="*/ 703190 w 1878314"/>
              <a:gd name="csY374" fmla="*/ 1160900 h 1215891"/>
              <a:gd name="csX375" fmla="*/ 705072 w 1878314"/>
              <a:gd name="csY375" fmla="*/ 1159988 h 1215891"/>
              <a:gd name="csX376" fmla="*/ 706955 w 1878314"/>
              <a:gd name="csY376" fmla="*/ 1159066 h 1215891"/>
              <a:gd name="csX377" fmla="*/ 708827 w 1878314"/>
              <a:gd name="csY377" fmla="*/ 1158135 h 1215891"/>
              <a:gd name="csX378" fmla="*/ 710709 w 1878314"/>
              <a:gd name="csY378" fmla="*/ 1157184 h 1215891"/>
              <a:gd name="csX379" fmla="*/ 712592 w 1878314"/>
              <a:gd name="csY379" fmla="*/ 1156223 h 1215891"/>
              <a:gd name="csX380" fmla="*/ 714474 w 1878314"/>
              <a:gd name="csY380" fmla="*/ 1155253 h 1215891"/>
              <a:gd name="csX381" fmla="*/ 716356 w 1878314"/>
              <a:gd name="csY381" fmla="*/ 1154273 h 1215891"/>
              <a:gd name="csX382" fmla="*/ 718229 w 1878314"/>
              <a:gd name="csY382" fmla="*/ 1153274 h 1215891"/>
              <a:gd name="csX383" fmla="*/ 720111 w 1878314"/>
              <a:gd name="csY383" fmla="*/ 1152265 h 1215891"/>
              <a:gd name="csX384" fmla="*/ 721993 w 1878314"/>
              <a:gd name="csY384" fmla="*/ 1151246 h 1215891"/>
              <a:gd name="csX385" fmla="*/ 723875 w 1878314"/>
              <a:gd name="csY385" fmla="*/ 1150208 h 1215891"/>
              <a:gd name="csX386" fmla="*/ 725757 w 1878314"/>
              <a:gd name="csY386" fmla="*/ 1149160 h 1215891"/>
              <a:gd name="csX387" fmla="*/ 727630 w 1878314"/>
              <a:gd name="csY387" fmla="*/ 1148102 h 1215891"/>
              <a:gd name="csX388" fmla="*/ 729512 w 1878314"/>
              <a:gd name="csY388" fmla="*/ 1147035 h 1215891"/>
              <a:gd name="csX389" fmla="*/ 731394 w 1878314"/>
              <a:gd name="csY389" fmla="*/ 1145949 h 1215891"/>
              <a:gd name="csX390" fmla="*/ 733277 w 1878314"/>
              <a:gd name="csY390" fmla="*/ 1144843 h 1215891"/>
              <a:gd name="csX391" fmla="*/ 735159 w 1878314"/>
              <a:gd name="csY391" fmla="*/ 1143736 h 1215891"/>
              <a:gd name="csX392" fmla="*/ 737031 w 1878314"/>
              <a:gd name="csY392" fmla="*/ 1142611 h 1215891"/>
              <a:gd name="csX393" fmla="*/ 738914 w 1878314"/>
              <a:gd name="csY393" fmla="*/ 1141476 h 1215891"/>
              <a:gd name="csX394" fmla="*/ 740796 w 1878314"/>
              <a:gd name="csY394" fmla="*/ 1140321 h 1215891"/>
              <a:gd name="csX395" fmla="*/ 742678 w 1878314"/>
              <a:gd name="csY395" fmla="*/ 1139157 h 1215891"/>
              <a:gd name="csX396" fmla="*/ 744560 w 1878314"/>
              <a:gd name="csY396" fmla="*/ 1137973 h 1215891"/>
              <a:gd name="csX397" fmla="*/ 746433 w 1878314"/>
              <a:gd name="csY397" fmla="*/ 1136780 h 1215891"/>
              <a:gd name="csX398" fmla="*/ 748315 w 1878314"/>
              <a:gd name="csY398" fmla="*/ 1135577 h 1215891"/>
              <a:gd name="csX399" fmla="*/ 750197 w 1878314"/>
              <a:gd name="csY399" fmla="*/ 1134355 h 1215891"/>
              <a:gd name="csX400" fmla="*/ 752079 w 1878314"/>
              <a:gd name="csY400" fmla="*/ 1133122 h 1215891"/>
              <a:gd name="csX401" fmla="*/ 753952 w 1878314"/>
              <a:gd name="csY401" fmla="*/ 1131871 h 1215891"/>
              <a:gd name="csX402" fmla="*/ 755834 w 1878314"/>
              <a:gd name="csY402" fmla="*/ 1130610 h 1215891"/>
              <a:gd name="csX403" fmla="*/ 757716 w 1878314"/>
              <a:gd name="csY403" fmla="*/ 1129338 h 1215891"/>
              <a:gd name="csX404" fmla="*/ 759598 w 1878314"/>
              <a:gd name="csY404" fmla="*/ 1128048 h 1215891"/>
              <a:gd name="csX405" fmla="*/ 761481 w 1878314"/>
              <a:gd name="csY405" fmla="*/ 1126738 h 1215891"/>
              <a:gd name="csX406" fmla="*/ 763353 w 1878314"/>
              <a:gd name="csY406" fmla="*/ 1125419 h 1215891"/>
              <a:gd name="csX407" fmla="*/ 765235 w 1878314"/>
              <a:gd name="csY407" fmla="*/ 1124090 h 1215891"/>
              <a:gd name="csX408" fmla="*/ 767118 w 1878314"/>
              <a:gd name="csY408" fmla="*/ 1122741 h 1215891"/>
              <a:gd name="csX409" fmla="*/ 769000 w 1878314"/>
              <a:gd name="csY409" fmla="*/ 1121383 h 1215891"/>
              <a:gd name="csX410" fmla="*/ 770882 w 1878314"/>
              <a:gd name="csY410" fmla="*/ 1120005 h 1215891"/>
              <a:gd name="csX411" fmla="*/ 772755 w 1878314"/>
              <a:gd name="csY411" fmla="*/ 1118618 h 1215891"/>
              <a:gd name="csX412" fmla="*/ 774637 w 1878314"/>
              <a:gd name="csY412" fmla="*/ 1117211 h 1215891"/>
              <a:gd name="csX413" fmla="*/ 776519 w 1878314"/>
              <a:gd name="csY413" fmla="*/ 1115785 h 1215891"/>
              <a:gd name="csX414" fmla="*/ 778401 w 1878314"/>
              <a:gd name="csY414" fmla="*/ 1114358 h 1215891"/>
              <a:gd name="csX415" fmla="*/ 780283 w 1878314"/>
              <a:gd name="csY415" fmla="*/ 1112903 h 1215891"/>
              <a:gd name="csX416" fmla="*/ 782156 w 1878314"/>
              <a:gd name="csY416" fmla="*/ 1111438 h 1215891"/>
              <a:gd name="csX417" fmla="*/ 784038 w 1878314"/>
              <a:gd name="csY417" fmla="*/ 1109963 h 1215891"/>
              <a:gd name="csX418" fmla="*/ 785920 w 1878314"/>
              <a:gd name="csY418" fmla="*/ 1108469 h 1215891"/>
              <a:gd name="csX419" fmla="*/ 787803 w 1878314"/>
              <a:gd name="csY419" fmla="*/ 1106956 h 1215891"/>
              <a:gd name="csX420" fmla="*/ 789685 w 1878314"/>
              <a:gd name="csY420" fmla="*/ 1105432 h 1215891"/>
              <a:gd name="csX421" fmla="*/ 791557 w 1878314"/>
              <a:gd name="csY421" fmla="*/ 1103890 h 1215891"/>
              <a:gd name="csX422" fmla="*/ 793440 w 1878314"/>
              <a:gd name="csY422" fmla="*/ 1102337 h 1215891"/>
              <a:gd name="csX423" fmla="*/ 795322 w 1878314"/>
              <a:gd name="csY423" fmla="*/ 1100775 h 1215891"/>
              <a:gd name="csX424" fmla="*/ 797204 w 1878314"/>
              <a:gd name="csY424" fmla="*/ 1099184 h 1215891"/>
              <a:gd name="csX425" fmla="*/ 799077 w 1878314"/>
              <a:gd name="csY425" fmla="*/ 1097583 h 1215891"/>
              <a:gd name="csX426" fmla="*/ 800959 w 1878314"/>
              <a:gd name="csY426" fmla="*/ 1095973 h 1215891"/>
              <a:gd name="csX427" fmla="*/ 802841 w 1878314"/>
              <a:gd name="csY427" fmla="*/ 1094343 h 1215891"/>
              <a:gd name="csX428" fmla="*/ 804723 w 1878314"/>
              <a:gd name="csY428" fmla="*/ 1092693 h 1215891"/>
              <a:gd name="csX429" fmla="*/ 806605 w 1878314"/>
              <a:gd name="csY429" fmla="*/ 1091034 h 1215891"/>
              <a:gd name="csX430" fmla="*/ 808478 w 1878314"/>
              <a:gd name="csY430" fmla="*/ 1089366 h 1215891"/>
              <a:gd name="csX431" fmla="*/ 810360 w 1878314"/>
              <a:gd name="csY431" fmla="*/ 1087668 h 1215891"/>
              <a:gd name="csX432" fmla="*/ 812242 w 1878314"/>
              <a:gd name="csY432" fmla="*/ 1085960 h 1215891"/>
              <a:gd name="csX433" fmla="*/ 814125 w 1878314"/>
              <a:gd name="csY433" fmla="*/ 1084243 h 1215891"/>
              <a:gd name="csX434" fmla="*/ 816007 w 1878314"/>
              <a:gd name="csY434" fmla="*/ 1082506 h 1215891"/>
              <a:gd name="csX435" fmla="*/ 817879 w 1878314"/>
              <a:gd name="csY435" fmla="*/ 1080760 h 1215891"/>
              <a:gd name="csX436" fmla="*/ 819762 w 1878314"/>
              <a:gd name="csY436" fmla="*/ 1078984 h 1215891"/>
              <a:gd name="csX437" fmla="*/ 821644 w 1878314"/>
              <a:gd name="csY437" fmla="*/ 1077209 h 1215891"/>
              <a:gd name="csX438" fmla="*/ 823526 w 1878314"/>
              <a:gd name="csY438" fmla="*/ 1075404 h 1215891"/>
              <a:gd name="csX439" fmla="*/ 825408 w 1878314"/>
              <a:gd name="csY439" fmla="*/ 1073600 h 1215891"/>
              <a:gd name="csX440" fmla="*/ 827281 w 1878314"/>
              <a:gd name="csY440" fmla="*/ 1071766 h 1215891"/>
              <a:gd name="csX441" fmla="*/ 829163 w 1878314"/>
              <a:gd name="csY441" fmla="*/ 1069923 h 1215891"/>
              <a:gd name="csX442" fmla="*/ 831045 w 1878314"/>
              <a:gd name="csY442" fmla="*/ 1068069 h 1215891"/>
              <a:gd name="csX443" fmla="*/ 832927 w 1878314"/>
              <a:gd name="csY443" fmla="*/ 1066187 h 1215891"/>
              <a:gd name="csX444" fmla="*/ 834800 w 1878314"/>
              <a:gd name="csY444" fmla="*/ 1064305 h 1215891"/>
              <a:gd name="csX445" fmla="*/ 836682 w 1878314"/>
              <a:gd name="csY445" fmla="*/ 1062394 h 1215891"/>
              <a:gd name="csX446" fmla="*/ 838564 w 1878314"/>
              <a:gd name="csY446" fmla="*/ 1060473 h 1215891"/>
              <a:gd name="csX447" fmla="*/ 840446 w 1878314"/>
              <a:gd name="csY447" fmla="*/ 1058542 h 1215891"/>
              <a:gd name="csX448" fmla="*/ 842329 w 1878314"/>
              <a:gd name="csY448" fmla="*/ 1056592 h 1215891"/>
              <a:gd name="csX449" fmla="*/ 844201 w 1878314"/>
              <a:gd name="csY449" fmla="*/ 1054632 h 1215891"/>
              <a:gd name="csX450" fmla="*/ 846083 w 1878314"/>
              <a:gd name="csY450" fmla="*/ 1052653 h 1215891"/>
              <a:gd name="csX451" fmla="*/ 847966 w 1878314"/>
              <a:gd name="csY451" fmla="*/ 1050654 h 1215891"/>
              <a:gd name="csX452" fmla="*/ 849848 w 1878314"/>
              <a:gd name="csY452" fmla="*/ 1048646 h 1215891"/>
              <a:gd name="csX453" fmla="*/ 851730 w 1878314"/>
              <a:gd name="csY453" fmla="*/ 1046618 h 1215891"/>
              <a:gd name="csX454" fmla="*/ 853603 w 1878314"/>
              <a:gd name="csY454" fmla="*/ 1044581 h 1215891"/>
              <a:gd name="csX455" fmla="*/ 855485 w 1878314"/>
              <a:gd name="csY455" fmla="*/ 1042524 h 1215891"/>
              <a:gd name="csX456" fmla="*/ 857367 w 1878314"/>
              <a:gd name="csY456" fmla="*/ 1040457 h 1215891"/>
              <a:gd name="csX457" fmla="*/ 859249 w 1878314"/>
              <a:gd name="csY457" fmla="*/ 1038371 h 1215891"/>
              <a:gd name="csX458" fmla="*/ 861131 w 1878314"/>
              <a:gd name="csY458" fmla="*/ 1036276 h 1215891"/>
              <a:gd name="csX459" fmla="*/ 863004 w 1878314"/>
              <a:gd name="csY459" fmla="*/ 1034160 h 1215891"/>
              <a:gd name="csX460" fmla="*/ 864886 w 1878314"/>
              <a:gd name="csY460" fmla="*/ 1032036 h 1215891"/>
              <a:gd name="csX461" fmla="*/ 866768 w 1878314"/>
              <a:gd name="csY461" fmla="*/ 1029891 h 1215891"/>
              <a:gd name="csX462" fmla="*/ 868651 w 1878314"/>
              <a:gd name="csY462" fmla="*/ 1027738 h 1215891"/>
              <a:gd name="csX463" fmla="*/ 870533 w 1878314"/>
              <a:gd name="csY463" fmla="*/ 1025564 h 1215891"/>
              <a:gd name="csX464" fmla="*/ 872405 w 1878314"/>
              <a:gd name="csY464" fmla="*/ 1023381 h 1215891"/>
              <a:gd name="csX465" fmla="*/ 874288 w 1878314"/>
              <a:gd name="csY465" fmla="*/ 1021179 h 1215891"/>
              <a:gd name="csX466" fmla="*/ 876170 w 1878314"/>
              <a:gd name="csY466" fmla="*/ 1018967 h 1215891"/>
              <a:gd name="csX467" fmla="*/ 878052 w 1878314"/>
              <a:gd name="csY467" fmla="*/ 1016745 h 1215891"/>
              <a:gd name="csX468" fmla="*/ 879925 w 1878314"/>
              <a:gd name="csY468" fmla="*/ 1014504 h 1215891"/>
              <a:gd name="csX469" fmla="*/ 881807 w 1878314"/>
              <a:gd name="csY469" fmla="*/ 1012243 h 1215891"/>
              <a:gd name="csX470" fmla="*/ 883689 w 1878314"/>
              <a:gd name="csY470" fmla="*/ 1009973 h 1215891"/>
              <a:gd name="csX471" fmla="*/ 885571 w 1878314"/>
              <a:gd name="csY471" fmla="*/ 1007693 h 1215891"/>
              <a:gd name="csX472" fmla="*/ 887453 w 1878314"/>
              <a:gd name="csY472" fmla="*/ 1005403 h 1215891"/>
              <a:gd name="csX473" fmla="*/ 889326 w 1878314"/>
              <a:gd name="csY473" fmla="*/ 1003094 h 1215891"/>
              <a:gd name="csX474" fmla="*/ 891208 w 1878314"/>
              <a:gd name="csY474" fmla="*/ 1000775 h 1215891"/>
              <a:gd name="csX475" fmla="*/ 893090 w 1878314"/>
              <a:gd name="csY475" fmla="*/ 998437 h 1215891"/>
              <a:gd name="csX476" fmla="*/ 894973 w 1878314"/>
              <a:gd name="csY476" fmla="*/ 996089 h 1215891"/>
              <a:gd name="csX477" fmla="*/ 896855 w 1878314"/>
              <a:gd name="csY477" fmla="*/ 993732 h 1215891"/>
              <a:gd name="csX478" fmla="*/ 898727 w 1878314"/>
              <a:gd name="csY478" fmla="*/ 991355 h 1215891"/>
              <a:gd name="csX479" fmla="*/ 900609 w 1878314"/>
              <a:gd name="csY479" fmla="*/ 988968 h 1215891"/>
              <a:gd name="csX480" fmla="*/ 902492 w 1878314"/>
              <a:gd name="csY480" fmla="*/ 986571 h 1215891"/>
              <a:gd name="csX481" fmla="*/ 904374 w 1878314"/>
              <a:gd name="csY481" fmla="*/ 984165 h 1215891"/>
              <a:gd name="csX482" fmla="*/ 906256 w 1878314"/>
              <a:gd name="csY482" fmla="*/ 981740 h 1215891"/>
              <a:gd name="csX483" fmla="*/ 908129 w 1878314"/>
              <a:gd name="csY483" fmla="*/ 979305 h 1215891"/>
              <a:gd name="csX484" fmla="*/ 910011 w 1878314"/>
              <a:gd name="csY484" fmla="*/ 976860 h 1215891"/>
              <a:gd name="csX485" fmla="*/ 911893 w 1878314"/>
              <a:gd name="csY485" fmla="*/ 974405 h 1215891"/>
              <a:gd name="csX486" fmla="*/ 913775 w 1878314"/>
              <a:gd name="csY486" fmla="*/ 971931 h 1215891"/>
              <a:gd name="csX487" fmla="*/ 915657 w 1878314"/>
              <a:gd name="csY487" fmla="*/ 969447 h 1215891"/>
              <a:gd name="csX488" fmla="*/ 917530 w 1878314"/>
              <a:gd name="csY488" fmla="*/ 966963 h 1215891"/>
              <a:gd name="csX489" fmla="*/ 919412 w 1878314"/>
              <a:gd name="csY489" fmla="*/ 964460 h 1215891"/>
              <a:gd name="csX490" fmla="*/ 921294 w 1878314"/>
              <a:gd name="csY490" fmla="*/ 961947 h 1215891"/>
              <a:gd name="csX491" fmla="*/ 923177 w 1878314"/>
              <a:gd name="csY491" fmla="*/ 959415 h 1215891"/>
              <a:gd name="csX492" fmla="*/ 925049 w 1878314"/>
              <a:gd name="csY492" fmla="*/ 956883 h 1215891"/>
              <a:gd name="csX493" fmla="*/ 926931 w 1878314"/>
              <a:gd name="csY493" fmla="*/ 954341 h 1215891"/>
              <a:gd name="csX494" fmla="*/ 928814 w 1878314"/>
              <a:gd name="csY494" fmla="*/ 951780 h 1215891"/>
              <a:gd name="csX495" fmla="*/ 930696 w 1878314"/>
              <a:gd name="csY495" fmla="*/ 949218 h 1215891"/>
              <a:gd name="csX496" fmla="*/ 932578 w 1878314"/>
              <a:gd name="csY496" fmla="*/ 946647 h 1215891"/>
              <a:gd name="csX497" fmla="*/ 934451 w 1878314"/>
              <a:gd name="csY497" fmla="*/ 944057 h 1215891"/>
              <a:gd name="csX498" fmla="*/ 936333 w 1878314"/>
              <a:gd name="csY498" fmla="*/ 941466 h 1215891"/>
              <a:gd name="csX499" fmla="*/ 938215 w 1878314"/>
              <a:gd name="csY499" fmla="*/ 938856 h 1215891"/>
              <a:gd name="csX500" fmla="*/ 940097 w 1878314"/>
              <a:gd name="csY500" fmla="*/ 936246 h 1215891"/>
              <a:gd name="csX501" fmla="*/ 941979 w 1878314"/>
              <a:gd name="csY501" fmla="*/ 933627 h 1215891"/>
              <a:gd name="csX502" fmla="*/ 943852 w 1878314"/>
              <a:gd name="csY502" fmla="*/ 930998 h 1215891"/>
              <a:gd name="csX503" fmla="*/ 945734 w 1878314"/>
              <a:gd name="csY503" fmla="*/ 928359 h 1215891"/>
              <a:gd name="csX504" fmla="*/ 947616 w 1878314"/>
              <a:gd name="csY504" fmla="*/ 925720 h 1215891"/>
              <a:gd name="csX505" fmla="*/ 949499 w 1878314"/>
              <a:gd name="csY505" fmla="*/ 923061 h 1215891"/>
              <a:gd name="csX506" fmla="*/ 951381 w 1878314"/>
              <a:gd name="csY506" fmla="*/ 920403 h 1215891"/>
              <a:gd name="csX507" fmla="*/ 953253 w 1878314"/>
              <a:gd name="csY507" fmla="*/ 917735 h 1215891"/>
              <a:gd name="csX508" fmla="*/ 955136 w 1878314"/>
              <a:gd name="csY508" fmla="*/ 915057 h 1215891"/>
              <a:gd name="csX509" fmla="*/ 957018 w 1878314"/>
              <a:gd name="csY509" fmla="*/ 912379 h 1215891"/>
              <a:gd name="csX510" fmla="*/ 958900 w 1878314"/>
              <a:gd name="csY510" fmla="*/ 909682 h 1215891"/>
              <a:gd name="csX511" fmla="*/ 960782 w 1878314"/>
              <a:gd name="csY511" fmla="*/ 906994 h 1215891"/>
              <a:gd name="csX512" fmla="*/ 962655 w 1878314"/>
              <a:gd name="csY512" fmla="*/ 904288 h 1215891"/>
              <a:gd name="csX513" fmla="*/ 964537 w 1878314"/>
              <a:gd name="csY513" fmla="*/ 901581 h 1215891"/>
              <a:gd name="csX514" fmla="*/ 966419 w 1878314"/>
              <a:gd name="csY514" fmla="*/ 898864 h 1215891"/>
              <a:gd name="csX515" fmla="*/ 968301 w 1878314"/>
              <a:gd name="csY515" fmla="*/ 896147 h 1215891"/>
              <a:gd name="csX516" fmla="*/ 970174 w 1878314"/>
              <a:gd name="csY516" fmla="*/ 893421 h 1215891"/>
              <a:gd name="csX517" fmla="*/ 972056 w 1878314"/>
              <a:gd name="csY517" fmla="*/ 890695 h 1215891"/>
              <a:gd name="csX518" fmla="*/ 973938 w 1878314"/>
              <a:gd name="csY518" fmla="*/ 887959 h 1215891"/>
              <a:gd name="csX519" fmla="*/ 975820 w 1878314"/>
              <a:gd name="csY519" fmla="*/ 885226 h 1215891"/>
              <a:gd name="csX520" fmla="*/ 977703 w 1878314"/>
              <a:gd name="csY520" fmla="*/ 882484 h 1215891"/>
              <a:gd name="csX521" fmla="*/ 979575 w 1878314"/>
              <a:gd name="csY521" fmla="*/ 879738 h 1215891"/>
              <a:gd name="csX522" fmla="*/ 981458 w 1878314"/>
              <a:gd name="csY522" fmla="*/ 876990 h 1215891"/>
              <a:gd name="csX523" fmla="*/ 983340 w 1878314"/>
              <a:gd name="csY523" fmla="*/ 874237 h 1215891"/>
              <a:gd name="csX524" fmla="*/ 985222 w 1878314"/>
              <a:gd name="csY524" fmla="*/ 871482 h 1215891"/>
              <a:gd name="csX525" fmla="*/ 987104 w 1878314"/>
              <a:gd name="csY525" fmla="*/ 868724 h 1215891"/>
              <a:gd name="csX526" fmla="*/ 988977 w 1878314"/>
              <a:gd name="csY526" fmla="*/ 865964 h 1215891"/>
              <a:gd name="csX527" fmla="*/ 990859 w 1878314"/>
              <a:gd name="csY527" fmla="*/ 863202 h 1215891"/>
              <a:gd name="csX528" fmla="*/ 992741 w 1878314"/>
              <a:gd name="csY528" fmla="*/ 860438 h 1215891"/>
              <a:gd name="csX529" fmla="*/ 994623 w 1878314"/>
              <a:gd name="csY529" fmla="*/ 857673 h 1215891"/>
              <a:gd name="csX530" fmla="*/ 996506 w 1878314"/>
              <a:gd name="csY530" fmla="*/ 854906 h 1215891"/>
              <a:gd name="csX531" fmla="*/ 998378 w 1878314"/>
              <a:gd name="csY531" fmla="*/ 852139 h 1215891"/>
              <a:gd name="csX532" fmla="*/ 1000260 w 1878314"/>
              <a:gd name="csY532" fmla="*/ 849371 h 1215891"/>
              <a:gd name="csX533" fmla="*/ 1002142 w 1878314"/>
              <a:gd name="csY533" fmla="*/ 846603 h 1215891"/>
              <a:gd name="csX534" fmla="*/ 1004025 w 1878314"/>
              <a:gd name="csY534" fmla="*/ 843834 h 1215891"/>
              <a:gd name="csX535" fmla="*/ 1005907 w 1878314"/>
              <a:gd name="csY535" fmla="*/ 841066 h 1215891"/>
              <a:gd name="csX536" fmla="*/ 1007779 w 1878314"/>
              <a:gd name="csY536" fmla="*/ 838298 h 1215891"/>
              <a:gd name="csX537" fmla="*/ 1009662 w 1878314"/>
              <a:gd name="csY537" fmla="*/ 835532 h 1215891"/>
              <a:gd name="csX538" fmla="*/ 1011544 w 1878314"/>
              <a:gd name="csY538" fmla="*/ 832768 h 1215891"/>
              <a:gd name="csX539" fmla="*/ 1013426 w 1878314"/>
              <a:gd name="csY539" fmla="*/ 830005 h 1215891"/>
              <a:gd name="csX540" fmla="*/ 1015299 w 1878314"/>
              <a:gd name="csY540" fmla="*/ 827244 h 1215891"/>
              <a:gd name="csX541" fmla="*/ 1017181 w 1878314"/>
              <a:gd name="csY541" fmla="*/ 824485 h 1215891"/>
              <a:gd name="csX542" fmla="*/ 1019063 w 1878314"/>
              <a:gd name="csY542" fmla="*/ 821728 h 1215891"/>
              <a:gd name="csX543" fmla="*/ 1020945 w 1878314"/>
              <a:gd name="csY543" fmla="*/ 818976 h 1215891"/>
              <a:gd name="csX544" fmla="*/ 1022827 w 1878314"/>
              <a:gd name="csY544" fmla="*/ 816225 h 1215891"/>
              <a:gd name="csX545" fmla="*/ 1024700 w 1878314"/>
              <a:gd name="csY545" fmla="*/ 813479 h 1215891"/>
              <a:gd name="csX546" fmla="*/ 1026582 w 1878314"/>
              <a:gd name="csY546" fmla="*/ 810737 h 1215891"/>
              <a:gd name="csX547" fmla="*/ 1028464 w 1878314"/>
              <a:gd name="csY547" fmla="*/ 807999 h 1215891"/>
              <a:gd name="csX548" fmla="*/ 1030347 w 1878314"/>
              <a:gd name="csY548" fmla="*/ 805265 h 1215891"/>
              <a:gd name="csX549" fmla="*/ 1032229 w 1878314"/>
              <a:gd name="csY549" fmla="*/ 802536 h 1215891"/>
              <a:gd name="csX550" fmla="*/ 1034101 w 1878314"/>
              <a:gd name="csY550" fmla="*/ 799813 h 1215891"/>
              <a:gd name="csX551" fmla="*/ 1035984 w 1878314"/>
              <a:gd name="csY551" fmla="*/ 797096 h 1215891"/>
              <a:gd name="csX552" fmla="*/ 1037866 w 1878314"/>
              <a:gd name="csY552" fmla="*/ 794385 h 1215891"/>
              <a:gd name="csX553" fmla="*/ 1039748 w 1878314"/>
              <a:gd name="csY553" fmla="*/ 791680 h 1215891"/>
              <a:gd name="csX554" fmla="*/ 1041630 w 1878314"/>
              <a:gd name="csY554" fmla="*/ 788981 h 1215891"/>
              <a:gd name="csX555" fmla="*/ 1043503 w 1878314"/>
              <a:gd name="csY555" fmla="*/ 786289 h 1215891"/>
              <a:gd name="csX556" fmla="*/ 1045385 w 1878314"/>
              <a:gd name="csY556" fmla="*/ 783606 h 1215891"/>
              <a:gd name="csX557" fmla="*/ 1047267 w 1878314"/>
              <a:gd name="csY557" fmla="*/ 780930 h 1215891"/>
              <a:gd name="csX558" fmla="*/ 1049149 w 1878314"/>
              <a:gd name="csY558" fmla="*/ 778262 h 1215891"/>
              <a:gd name="csX559" fmla="*/ 1051022 w 1878314"/>
              <a:gd name="csY559" fmla="*/ 775601 h 1215891"/>
              <a:gd name="csX560" fmla="*/ 1052904 w 1878314"/>
              <a:gd name="csY560" fmla="*/ 772951 h 1215891"/>
              <a:gd name="csX561" fmla="*/ 1054786 w 1878314"/>
              <a:gd name="csY561" fmla="*/ 770309 h 1215891"/>
              <a:gd name="csX562" fmla="*/ 1056669 w 1878314"/>
              <a:gd name="csY562" fmla="*/ 767677 h 1215891"/>
              <a:gd name="csX563" fmla="*/ 1058551 w 1878314"/>
              <a:gd name="csY563" fmla="*/ 765054 h 1215891"/>
              <a:gd name="csX564" fmla="*/ 1060423 w 1878314"/>
              <a:gd name="csY564" fmla="*/ 762442 h 1215891"/>
              <a:gd name="csX565" fmla="*/ 1062305 w 1878314"/>
              <a:gd name="csY565" fmla="*/ 759841 h 1215891"/>
              <a:gd name="csX566" fmla="*/ 1064188 w 1878314"/>
              <a:gd name="csY566" fmla="*/ 757251 h 1215891"/>
              <a:gd name="csX567" fmla="*/ 1066070 w 1878314"/>
              <a:gd name="csY567" fmla="*/ 754671 h 1215891"/>
              <a:gd name="csX568" fmla="*/ 1067952 w 1878314"/>
              <a:gd name="csY568" fmla="*/ 752104 h 1215891"/>
              <a:gd name="csX569" fmla="*/ 1069825 w 1878314"/>
              <a:gd name="csY569" fmla="*/ 749547 h 1215891"/>
              <a:gd name="csX570" fmla="*/ 1071707 w 1878314"/>
              <a:gd name="csY570" fmla="*/ 747004 h 1215891"/>
              <a:gd name="csX571" fmla="*/ 1073589 w 1878314"/>
              <a:gd name="csY571" fmla="*/ 744474 h 1215891"/>
              <a:gd name="csX572" fmla="*/ 1075471 w 1878314"/>
              <a:gd name="csY572" fmla="*/ 741956 h 1215891"/>
              <a:gd name="csX573" fmla="*/ 1077354 w 1878314"/>
              <a:gd name="csY573" fmla="*/ 739452 h 1215891"/>
              <a:gd name="csX574" fmla="*/ 1079226 w 1878314"/>
              <a:gd name="csY574" fmla="*/ 736961 h 1215891"/>
              <a:gd name="csX575" fmla="*/ 1081108 w 1878314"/>
              <a:gd name="csY575" fmla="*/ 734485 h 1215891"/>
              <a:gd name="csX576" fmla="*/ 1082990 w 1878314"/>
              <a:gd name="csY576" fmla="*/ 732023 h 1215891"/>
              <a:gd name="csX577" fmla="*/ 1084873 w 1878314"/>
              <a:gd name="csY577" fmla="*/ 729576 h 1215891"/>
              <a:gd name="csX578" fmla="*/ 1086755 w 1878314"/>
              <a:gd name="csY578" fmla="*/ 727144 h 1215891"/>
              <a:gd name="csX579" fmla="*/ 1088627 w 1878314"/>
              <a:gd name="csY579" fmla="*/ 724728 h 1215891"/>
              <a:gd name="csX580" fmla="*/ 1090510 w 1878314"/>
              <a:gd name="csY580" fmla="*/ 722328 h 1215891"/>
              <a:gd name="csX581" fmla="*/ 1092392 w 1878314"/>
              <a:gd name="csY581" fmla="*/ 719943 h 1215891"/>
              <a:gd name="csX582" fmla="*/ 1094274 w 1878314"/>
              <a:gd name="csY582" fmla="*/ 717576 h 1215891"/>
              <a:gd name="csX583" fmla="*/ 1096147 w 1878314"/>
              <a:gd name="csY583" fmla="*/ 715225 h 1215891"/>
              <a:gd name="csX584" fmla="*/ 1098029 w 1878314"/>
              <a:gd name="csY584" fmla="*/ 712891 h 1215891"/>
              <a:gd name="csX585" fmla="*/ 1099911 w 1878314"/>
              <a:gd name="csY585" fmla="*/ 710576 h 1215891"/>
              <a:gd name="csX586" fmla="*/ 1101793 w 1878314"/>
              <a:gd name="csY586" fmla="*/ 708277 h 1215891"/>
              <a:gd name="csX587" fmla="*/ 1103675 w 1878314"/>
              <a:gd name="csY587" fmla="*/ 705998 h 1215891"/>
              <a:gd name="csX588" fmla="*/ 1105548 w 1878314"/>
              <a:gd name="csY588" fmla="*/ 703736 h 1215891"/>
              <a:gd name="csX589" fmla="*/ 1107430 w 1878314"/>
              <a:gd name="csY589" fmla="*/ 701494 h 1215891"/>
              <a:gd name="csX590" fmla="*/ 1109312 w 1878314"/>
              <a:gd name="csY590" fmla="*/ 699272 h 1215891"/>
              <a:gd name="csX591" fmla="*/ 1111195 w 1878314"/>
              <a:gd name="csY591" fmla="*/ 697068 h 1215891"/>
              <a:gd name="csX592" fmla="*/ 1113077 w 1878314"/>
              <a:gd name="csY592" fmla="*/ 694885 h 1215891"/>
              <a:gd name="csX593" fmla="*/ 1114949 w 1878314"/>
              <a:gd name="csY593" fmla="*/ 692723 h 1215891"/>
              <a:gd name="csX594" fmla="*/ 1116831 w 1878314"/>
              <a:gd name="csY594" fmla="*/ 690580 h 1215891"/>
              <a:gd name="csX595" fmla="*/ 1118714 w 1878314"/>
              <a:gd name="csY595" fmla="*/ 688459 h 1215891"/>
              <a:gd name="csX596" fmla="*/ 1120596 w 1878314"/>
              <a:gd name="csY596" fmla="*/ 686359 h 1215891"/>
              <a:gd name="csX597" fmla="*/ 1122478 w 1878314"/>
              <a:gd name="csY597" fmla="*/ 684281 h 1215891"/>
              <a:gd name="csX598" fmla="*/ 1124351 w 1878314"/>
              <a:gd name="csY598" fmla="*/ 682225 h 1215891"/>
              <a:gd name="csX599" fmla="*/ 1126233 w 1878314"/>
              <a:gd name="csY599" fmla="*/ 680190 h 1215891"/>
              <a:gd name="csX600" fmla="*/ 1128115 w 1878314"/>
              <a:gd name="csY600" fmla="*/ 678178 h 1215891"/>
              <a:gd name="csX601" fmla="*/ 1129997 w 1878314"/>
              <a:gd name="csY601" fmla="*/ 676190 h 1215891"/>
              <a:gd name="csX602" fmla="*/ 1131880 w 1878314"/>
              <a:gd name="csY602" fmla="*/ 674224 h 1215891"/>
              <a:gd name="csX603" fmla="*/ 1133752 w 1878314"/>
              <a:gd name="csY603" fmla="*/ 672282 h 1215891"/>
              <a:gd name="csX604" fmla="*/ 1135634 w 1878314"/>
              <a:gd name="csY604" fmla="*/ 670364 h 1215891"/>
              <a:gd name="csX605" fmla="*/ 1137517 w 1878314"/>
              <a:gd name="csY605" fmla="*/ 668469 h 1215891"/>
              <a:gd name="csX606" fmla="*/ 1139399 w 1878314"/>
              <a:gd name="csY606" fmla="*/ 666600 h 1215891"/>
              <a:gd name="csX607" fmla="*/ 1141271 w 1878314"/>
              <a:gd name="csY607" fmla="*/ 664754 h 1215891"/>
              <a:gd name="csX608" fmla="*/ 1143153 w 1878314"/>
              <a:gd name="csY608" fmla="*/ 662934 h 1215891"/>
              <a:gd name="csX609" fmla="*/ 1145036 w 1878314"/>
              <a:gd name="csY609" fmla="*/ 661139 h 1215891"/>
              <a:gd name="csX610" fmla="*/ 1146918 w 1878314"/>
              <a:gd name="csY610" fmla="*/ 659370 h 1215891"/>
              <a:gd name="csX611" fmla="*/ 1148800 w 1878314"/>
              <a:gd name="csY611" fmla="*/ 657626 h 1215891"/>
              <a:gd name="csX612" fmla="*/ 1150673 w 1878314"/>
              <a:gd name="csY612" fmla="*/ 655909 h 1215891"/>
              <a:gd name="csX613" fmla="*/ 1152555 w 1878314"/>
              <a:gd name="csY613" fmla="*/ 654218 h 1215891"/>
              <a:gd name="csX614" fmla="*/ 1154437 w 1878314"/>
              <a:gd name="csY614" fmla="*/ 652553 h 1215891"/>
              <a:gd name="csX615" fmla="*/ 1156319 w 1878314"/>
              <a:gd name="csY615" fmla="*/ 650915 h 1215891"/>
              <a:gd name="csX616" fmla="*/ 1158201 w 1878314"/>
              <a:gd name="csY616" fmla="*/ 649306 h 1215891"/>
              <a:gd name="csX617" fmla="*/ 1160074 w 1878314"/>
              <a:gd name="csY617" fmla="*/ 647722 h 1215891"/>
              <a:gd name="csX618" fmla="*/ 1161956 w 1878314"/>
              <a:gd name="csY618" fmla="*/ 646167 h 1215891"/>
              <a:gd name="csX619" fmla="*/ 1163838 w 1878314"/>
              <a:gd name="csY619" fmla="*/ 644640 h 1215891"/>
              <a:gd name="csX620" fmla="*/ 1165721 w 1878314"/>
              <a:gd name="csY620" fmla="*/ 643141 h 1215891"/>
              <a:gd name="csX621" fmla="*/ 1167603 w 1878314"/>
              <a:gd name="csY621" fmla="*/ 641670 h 1215891"/>
              <a:gd name="csX622" fmla="*/ 1169475 w 1878314"/>
              <a:gd name="csY622" fmla="*/ 640227 h 1215891"/>
              <a:gd name="csX623" fmla="*/ 1171358 w 1878314"/>
              <a:gd name="csY623" fmla="*/ 638815 h 1215891"/>
              <a:gd name="csX624" fmla="*/ 1173240 w 1878314"/>
              <a:gd name="csY624" fmla="*/ 637430 h 1215891"/>
              <a:gd name="csX625" fmla="*/ 1175122 w 1878314"/>
              <a:gd name="csY625" fmla="*/ 636076 h 1215891"/>
              <a:gd name="csX626" fmla="*/ 1177004 w 1878314"/>
              <a:gd name="csY626" fmla="*/ 634750 h 1215891"/>
              <a:gd name="csX627" fmla="*/ 1178877 w 1878314"/>
              <a:gd name="csY627" fmla="*/ 633455 h 1215891"/>
              <a:gd name="csX628" fmla="*/ 1180759 w 1878314"/>
              <a:gd name="csY628" fmla="*/ 632190 h 1215891"/>
              <a:gd name="csX629" fmla="*/ 1182641 w 1878314"/>
              <a:gd name="csY629" fmla="*/ 630955 h 1215891"/>
              <a:gd name="csX630" fmla="*/ 1184523 w 1878314"/>
              <a:gd name="csY630" fmla="*/ 629751 h 1215891"/>
              <a:gd name="csX631" fmla="*/ 1186396 w 1878314"/>
              <a:gd name="csY631" fmla="*/ 628577 h 1215891"/>
              <a:gd name="csX632" fmla="*/ 1188278 w 1878314"/>
              <a:gd name="csY632" fmla="*/ 627434 h 1215891"/>
              <a:gd name="csX633" fmla="*/ 1190160 w 1878314"/>
              <a:gd name="csY633" fmla="*/ 626321 h 1215891"/>
              <a:gd name="csX634" fmla="*/ 1192043 w 1878314"/>
              <a:gd name="csY634" fmla="*/ 625240 h 1215891"/>
              <a:gd name="csX635" fmla="*/ 1193925 w 1878314"/>
              <a:gd name="csY635" fmla="*/ 624191 h 1215891"/>
              <a:gd name="csX636" fmla="*/ 1195797 w 1878314"/>
              <a:gd name="csY636" fmla="*/ 623173 h 1215891"/>
              <a:gd name="csX637" fmla="*/ 1197680 w 1878314"/>
              <a:gd name="csY637" fmla="*/ 622186 h 1215891"/>
              <a:gd name="csX638" fmla="*/ 1199562 w 1878314"/>
              <a:gd name="csY638" fmla="*/ 621232 h 1215891"/>
              <a:gd name="csX639" fmla="*/ 1201444 w 1878314"/>
              <a:gd name="csY639" fmla="*/ 620310 h 1215891"/>
              <a:gd name="csX640" fmla="*/ 1203326 w 1878314"/>
              <a:gd name="csY640" fmla="*/ 619419 h 1215891"/>
              <a:gd name="csX641" fmla="*/ 1205199 w 1878314"/>
              <a:gd name="csY641" fmla="*/ 618561 h 1215891"/>
              <a:gd name="csX642" fmla="*/ 1207081 w 1878314"/>
              <a:gd name="csY642" fmla="*/ 617736 h 1215891"/>
              <a:gd name="csX643" fmla="*/ 1208963 w 1878314"/>
              <a:gd name="csY643" fmla="*/ 616943 h 1215891"/>
              <a:gd name="csX644" fmla="*/ 1210845 w 1878314"/>
              <a:gd name="csY644" fmla="*/ 616183 h 1215891"/>
              <a:gd name="csX645" fmla="*/ 1212728 w 1878314"/>
              <a:gd name="csY645" fmla="*/ 615456 h 1215891"/>
              <a:gd name="csX646" fmla="*/ 1214600 w 1878314"/>
              <a:gd name="csY646" fmla="*/ 614762 h 1215891"/>
              <a:gd name="csX647" fmla="*/ 1216482 w 1878314"/>
              <a:gd name="csY647" fmla="*/ 614100 h 1215891"/>
              <a:gd name="csX648" fmla="*/ 1218364 w 1878314"/>
              <a:gd name="csY648" fmla="*/ 613473 h 1215891"/>
              <a:gd name="csX649" fmla="*/ 1220247 w 1878314"/>
              <a:gd name="csY649" fmla="*/ 612879 h 1215891"/>
              <a:gd name="csX650" fmla="*/ 1222129 w 1878314"/>
              <a:gd name="csY650" fmla="*/ 612317 h 1215891"/>
              <a:gd name="csX651" fmla="*/ 1224001 w 1878314"/>
              <a:gd name="csY651" fmla="*/ 611790 h 1215891"/>
              <a:gd name="csX652" fmla="*/ 1225884 w 1878314"/>
              <a:gd name="csY652" fmla="*/ 611296 h 1215891"/>
              <a:gd name="csX653" fmla="*/ 1227766 w 1878314"/>
              <a:gd name="csY653" fmla="*/ 610836 h 1215891"/>
              <a:gd name="csX654" fmla="*/ 1229648 w 1878314"/>
              <a:gd name="csY654" fmla="*/ 610410 h 1215891"/>
              <a:gd name="csX655" fmla="*/ 1231521 w 1878314"/>
              <a:gd name="csY655" fmla="*/ 610017 h 1215891"/>
              <a:gd name="csX656" fmla="*/ 1233403 w 1878314"/>
              <a:gd name="csY656" fmla="*/ 609658 h 1215891"/>
              <a:gd name="csX657" fmla="*/ 1235285 w 1878314"/>
              <a:gd name="csY657" fmla="*/ 609334 h 1215891"/>
              <a:gd name="csX658" fmla="*/ 1237167 w 1878314"/>
              <a:gd name="csY658" fmla="*/ 609043 h 1215891"/>
              <a:gd name="csX659" fmla="*/ 1239050 w 1878314"/>
              <a:gd name="csY659" fmla="*/ 608786 h 1215891"/>
              <a:gd name="csX660" fmla="*/ 1240922 w 1878314"/>
              <a:gd name="csY660" fmla="*/ 608563 h 1215891"/>
              <a:gd name="csX661" fmla="*/ 1242804 w 1878314"/>
              <a:gd name="csY661" fmla="*/ 608375 h 1215891"/>
              <a:gd name="csX662" fmla="*/ 1244686 w 1878314"/>
              <a:gd name="csY662" fmla="*/ 608221 h 1215891"/>
              <a:gd name="csX663" fmla="*/ 1246569 w 1878314"/>
              <a:gd name="csY663" fmla="*/ 608102 h 1215891"/>
              <a:gd name="csX664" fmla="*/ 1248451 w 1878314"/>
              <a:gd name="csY664" fmla="*/ 608016 h 1215891"/>
              <a:gd name="csX665" fmla="*/ 1250323 w 1878314"/>
              <a:gd name="csY665" fmla="*/ 607965 h 1215891"/>
              <a:gd name="csX666" fmla="*/ 1252206 w 1878314"/>
              <a:gd name="csY666" fmla="*/ 0 h 1215891"/>
              <a:gd name="csX667" fmla="*/ 1254088 w 1878314"/>
              <a:gd name="csY667" fmla="*/ 137 h 1215891"/>
              <a:gd name="csX668" fmla="*/ 1255970 w 1878314"/>
              <a:gd name="csY668" fmla="*/ 548 h 1215891"/>
              <a:gd name="csX669" fmla="*/ 1257852 w 1878314"/>
              <a:gd name="csY669" fmla="*/ 1233 h 1215891"/>
              <a:gd name="csX670" fmla="*/ 1259725 w 1878314"/>
              <a:gd name="csY670" fmla="*/ 2191 h 1215891"/>
              <a:gd name="csX671" fmla="*/ 1261607 w 1878314"/>
              <a:gd name="csY671" fmla="*/ 3422 h 1215891"/>
              <a:gd name="csX672" fmla="*/ 1263489 w 1878314"/>
              <a:gd name="csY672" fmla="*/ 4924 h 1215891"/>
              <a:gd name="csX673" fmla="*/ 1265371 w 1878314"/>
              <a:gd name="csY673" fmla="*/ 6697 h 1215891"/>
              <a:gd name="csX674" fmla="*/ 1267244 w 1878314"/>
              <a:gd name="csY674" fmla="*/ 8740 h 1215891"/>
              <a:gd name="csX675" fmla="*/ 1269126 w 1878314"/>
              <a:gd name="csY675" fmla="*/ 11051 h 1215891"/>
              <a:gd name="csX676" fmla="*/ 1271008 w 1878314"/>
              <a:gd name="csY676" fmla="*/ 13629 h 1215891"/>
              <a:gd name="csX677" fmla="*/ 1272891 w 1878314"/>
              <a:gd name="csY677" fmla="*/ 16472 h 1215891"/>
              <a:gd name="csX678" fmla="*/ 1274773 w 1878314"/>
              <a:gd name="csY678" fmla="*/ 19577 h 1215891"/>
              <a:gd name="csX679" fmla="*/ 1276645 w 1878314"/>
              <a:gd name="csY679" fmla="*/ 22944 h 1215891"/>
              <a:gd name="csX680" fmla="*/ 1278527 w 1878314"/>
              <a:gd name="csY680" fmla="*/ 26570 h 1215891"/>
              <a:gd name="csX681" fmla="*/ 1280410 w 1878314"/>
              <a:gd name="csY681" fmla="*/ 30451 h 1215891"/>
              <a:gd name="csX682" fmla="*/ 1282292 w 1878314"/>
              <a:gd name="csY682" fmla="*/ 34586 h 1215891"/>
              <a:gd name="csX683" fmla="*/ 1284174 w 1878314"/>
              <a:gd name="csY683" fmla="*/ 38973 h 1215891"/>
              <a:gd name="csX684" fmla="*/ 1286047 w 1878314"/>
              <a:gd name="csY684" fmla="*/ 43606 h 1215891"/>
              <a:gd name="csX685" fmla="*/ 1287929 w 1878314"/>
              <a:gd name="csY685" fmla="*/ 48486 h 1215891"/>
              <a:gd name="csX686" fmla="*/ 1289811 w 1878314"/>
              <a:gd name="csY686" fmla="*/ 53607 h 1215891"/>
              <a:gd name="csX687" fmla="*/ 1291693 w 1878314"/>
              <a:gd name="csY687" fmla="*/ 58967 h 1215891"/>
              <a:gd name="csX688" fmla="*/ 1293576 w 1878314"/>
              <a:gd name="csY688" fmla="*/ 64561 h 1215891"/>
              <a:gd name="csX689" fmla="*/ 1295448 w 1878314"/>
              <a:gd name="csY689" fmla="*/ 70386 h 1215891"/>
              <a:gd name="csX690" fmla="*/ 1297330 w 1878314"/>
              <a:gd name="csY690" fmla="*/ 76440 h 1215891"/>
              <a:gd name="csX691" fmla="*/ 1299213 w 1878314"/>
              <a:gd name="csY691" fmla="*/ 82716 h 1215891"/>
              <a:gd name="csX692" fmla="*/ 1301095 w 1878314"/>
              <a:gd name="csY692" fmla="*/ 89211 h 1215891"/>
              <a:gd name="csX693" fmla="*/ 1302977 w 1878314"/>
              <a:gd name="csY693" fmla="*/ 95923 h 1215891"/>
              <a:gd name="csX694" fmla="*/ 1304849 w 1878314"/>
              <a:gd name="csY694" fmla="*/ 102845 h 1215891"/>
              <a:gd name="csX695" fmla="*/ 1306732 w 1878314"/>
              <a:gd name="csY695" fmla="*/ 109974 h 1215891"/>
              <a:gd name="csX696" fmla="*/ 1308614 w 1878314"/>
              <a:gd name="csY696" fmla="*/ 117305 h 1215891"/>
              <a:gd name="csX697" fmla="*/ 1310496 w 1878314"/>
              <a:gd name="csY697" fmla="*/ 124833 h 1215891"/>
              <a:gd name="csX698" fmla="*/ 1312369 w 1878314"/>
              <a:gd name="csY698" fmla="*/ 132554 h 1215891"/>
              <a:gd name="csX699" fmla="*/ 1314251 w 1878314"/>
              <a:gd name="csY699" fmla="*/ 140463 h 1215891"/>
              <a:gd name="csX700" fmla="*/ 1316133 w 1878314"/>
              <a:gd name="csY700" fmla="*/ 148555 h 1215891"/>
              <a:gd name="csX701" fmla="*/ 1318015 w 1878314"/>
              <a:gd name="csY701" fmla="*/ 156824 h 1215891"/>
              <a:gd name="csX702" fmla="*/ 1319897 w 1878314"/>
              <a:gd name="csY702" fmla="*/ 165267 h 1215891"/>
              <a:gd name="csX703" fmla="*/ 1321770 w 1878314"/>
              <a:gd name="csY703" fmla="*/ 173876 h 1215891"/>
              <a:gd name="csX704" fmla="*/ 1323652 w 1878314"/>
              <a:gd name="csY704" fmla="*/ 182649 h 1215891"/>
              <a:gd name="csX705" fmla="*/ 1325534 w 1878314"/>
              <a:gd name="csY705" fmla="*/ 191579 h 1215891"/>
              <a:gd name="csX706" fmla="*/ 1327417 w 1878314"/>
              <a:gd name="csY706" fmla="*/ 200660 h 1215891"/>
              <a:gd name="csX707" fmla="*/ 1329299 w 1878314"/>
              <a:gd name="csY707" fmla="*/ 209888 h 1215891"/>
              <a:gd name="csX708" fmla="*/ 1331171 w 1878314"/>
              <a:gd name="csY708" fmla="*/ 219256 h 1215891"/>
              <a:gd name="csX709" fmla="*/ 1333054 w 1878314"/>
              <a:gd name="csY709" fmla="*/ 228760 h 1215891"/>
              <a:gd name="csX710" fmla="*/ 1334936 w 1878314"/>
              <a:gd name="csY710" fmla="*/ 238394 h 1215891"/>
              <a:gd name="csX711" fmla="*/ 1336818 w 1878314"/>
              <a:gd name="csY711" fmla="*/ 248152 h 1215891"/>
              <a:gd name="csX712" fmla="*/ 1338700 w 1878314"/>
              <a:gd name="csY712" fmla="*/ 258028 h 1215891"/>
              <a:gd name="csX713" fmla="*/ 1340573 w 1878314"/>
              <a:gd name="csY713" fmla="*/ 268017 h 1215891"/>
              <a:gd name="csX714" fmla="*/ 1342455 w 1878314"/>
              <a:gd name="csY714" fmla="*/ 278114 h 1215891"/>
              <a:gd name="csX715" fmla="*/ 1344337 w 1878314"/>
              <a:gd name="csY715" fmla="*/ 288312 h 1215891"/>
              <a:gd name="csX716" fmla="*/ 1346219 w 1878314"/>
              <a:gd name="csY716" fmla="*/ 298606 h 1215891"/>
              <a:gd name="csX717" fmla="*/ 1348102 w 1878314"/>
              <a:gd name="csY717" fmla="*/ 308990 h 1215891"/>
              <a:gd name="csX718" fmla="*/ 1349974 w 1878314"/>
              <a:gd name="csY718" fmla="*/ 319459 h 1215891"/>
              <a:gd name="csX719" fmla="*/ 1351856 w 1878314"/>
              <a:gd name="csY719" fmla="*/ 330007 h 1215891"/>
              <a:gd name="csX720" fmla="*/ 1353739 w 1878314"/>
              <a:gd name="csY720" fmla="*/ 340628 h 1215891"/>
              <a:gd name="csX721" fmla="*/ 1355621 w 1878314"/>
              <a:gd name="csY721" fmla="*/ 351317 h 1215891"/>
              <a:gd name="csX722" fmla="*/ 1357493 w 1878314"/>
              <a:gd name="csY722" fmla="*/ 362068 h 1215891"/>
              <a:gd name="csX723" fmla="*/ 1359376 w 1878314"/>
              <a:gd name="csY723" fmla="*/ 372875 h 1215891"/>
              <a:gd name="csX724" fmla="*/ 1361258 w 1878314"/>
              <a:gd name="csY724" fmla="*/ 383733 h 1215891"/>
              <a:gd name="csX725" fmla="*/ 1363140 w 1878314"/>
              <a:gd name="csY725" fmla="*/ 394636 h 1215891"/>
              <a:gd name="csX726" fmla="*/ 1365022 w 1878314"/>
              <a:gd name="csY726" fmla="*/ 405579 h 1215891"/>
              <a:gd name="csX727" fmla="*/ 1366895 w 1878314"/>
              <a:gd name="csY727" fmla="*/ 416556 h 1215891"/>
              <a:gd name="csX728" fmla="*/ 1368777 w 1878314"/>
              <a:gd name="csY728" fmla="*/ 427563 h 1215891"/>
              <a:gd name="csX729" fmla="*/ 1370659 w 1878314"/>
              <a:gd name="csY729" fmla="*/ 438592 h 1215891"/>
              <a:gd name="csX730" fmla="*/ 1372541 w 1878314"/>
              <a:gd name="csY730" fmla="*/ 449641 h 1215891"/>
              <a:gd name="csX731" fmla="*/ 1374423 w 1878314"/>
              <a:gd name="csY731" fmla="*/ 460704 h 1215891"/>
              <a:gd name="csX732" fmla="*/ 1376296 w 1878314"/>
              <a:gd name="csY732" fmla="*/ 471774 h 1215891"/>
              <a:gd name="csX733" fmla="*/ 1378178 w 1878314"/>
              <a:gd name="csY733" fmla="*/ 482847 h 1215891"/>
              <a:gd name="csX734" fmla="*/ 1380060 w 1878314"/>
              <a:gd name="csY734" fmla="*/ 493917 h 1215891"/>
              <a:gd name="csX735" fmla="*/ 1381943 w 1878314"/>
              <a:gd name="csY735" fmla="*/ 504981 h 1215891"/>
              <a:gd name="csX736" fmla="*/ 1383825 w 1878314"/>
              <a:gd name="csY736" fmla="*/ 516034 h 1215891"/>
              <a:gd name="csX737" fmla="*/ 1385697 w 1878314"/>
              <a:gd name="csY737" fmla="*/ 527070 h 1215891"/>
              <a:gd name="csX738" fmla="*/ 1387580 w 1878314"/>
              <a:gd name="csY738" fmla="*/ 538084 h 1215891"/>
              <a:gd name="csX739" fmla="*/ 1389462 w 1878314"/>
              <a:gd name="csY739" fmla="*/ 549074 h 1215891"/>
              <a:gd name="csX740" fmla="*/ 1391344 w 1878314"/>
              <a:gd name="csY740" fmla="*/ 560032 h 1215891"/>
              <a:gd name="csX741" fmla="*/ 1393226 w 1878314"/>
              <a:gd name="csY741" fmla="*/ 570956 h 1215891"/>
              <a:gd name="csX742" fmla="*/ 1395099 w 1878314"/>
              <a:gd name="csY742" fmla="*/ 581841 h 1215891"/>
              <a:gd name="csX743" fmla="*/ 1396981 w 1878314"/>
              <a:gd name="csY743" fmla="*/ 592683 h 1215891"/>
              <a:gd name="csX744" fmla="*/ 1398863 w 1878314"/>
              <a:gd name="csY744" fmla="*/ 603476 h 1215891"/>
              <a:gd name="csX745" fmla="*/ 1400745 w 1878314"/>
              <a:gd name="csY745" fmla="*/ 614220 h 1215891"/>
              <a:gd name="csX746" fmla="*/ 1402618 w 1878314"/>
              <a:gd name="csY746" fmla="*/ 624908 h 1215891"/>
              <a:gd name="csX747" fmla="*/ 1404500 w 1878314"/>
              <a:gd name="csY747" fmla="*/ 635537 h 1215891"/>
              <a:gd name="csX748" fmla="*/ 1406382 w 1878314"/>
              <a:gd name="csY748" fmla="*/ 646103 h 1215891"/>
              <a:gd name="csX749" fmla="*/ 1408265 w 1878314"/>
              <a:gd name="csY749" fmla="*/ 656603 h 1215891"/>
              <a:gd name="csX750" fmla="*/ 1410147 w 1878314"/>
              <a:gd name="csY750" fmla="*/ 667033 h 1215891"/>
              <a:gd name="csX751" fmla="*/ 1412019 w 1878314"/>
              <a:gd name="csY751" fmla="*/ 677390 h 1215891"/>
              <a:gd name="csX752" fmla="*/ 1413902 w 1878314"/>
              <a:gd name="csY752" fmla="*/ 687672 h 1215891"/>
              <a:gd name="csX753" fmla="*/ 1415784 w 1878314"/>
              <a:gd name="csY753" fmla="*/ 697873 h 1215891"/>
              <a:gd name="csX754" fmla="*/ 1417666 w 1878314"/>
              <a:gd name="csY754" fmla="*/ 707992 h 1215891"/>
              <a:gd name="csX755" fmla="*/ 1419548 w 1878314"/>
              <a:gd name="csY755" fmla="*/ 718025 h 1215891"/>
              <a:gd name="csX756" fmla="*/ 1421421 w 1878314"/>
              <a:gd name="csY756" fmla="*/ 727970 h 1215891"/>
              <a:gd name="csX757" fmla="*/ 1423303 w 1878314"/>
              <a:gd name="csY757" fmla="*/ 737825 h 1215891"/>
              <a:gd name="csX758" fmla="*/ 1425185 w 1878314"/>
              <a:gd name="csY758" fmla="*/ 747585 h 1215891"/>
              <a:gd name="csX759" fmla="*/ 1427067 w 1878314"/>
              <a:gd name="csY759" fmla="*/ 757251 h 1215891"/>
              <a:gd name="csX760" fmla="*/ 1428950 w 1878314"/>
              <a:gd name="csY760" fmla="*/ 766818 h 1215891"/>
              <a:gd name="csX761" fmla="*/ 1430822 w 1878314"/>
              <a:gd name="csY761" fmla="*/ 776284 h 1215891"/>
              <a:gd name="csX762" fmla="*/ 1432704 w 1878314"/>
              <a:gd name="csY762" fmla="*/ 785648 h 1215891"/>
              <a:gd name="csX763" fmla="*/ 1434586 w 1878314"/>
              <a:gd name="csY763" fmla="*/ 794908 h 1215891"/>
              <a:gd name="csX764" fmla="*/ 1436469 w 1878314"/>
              <a:gd name="csY764" fmla="*/ 804061 h 1215891"/>
              <a:gd name="csX765" fmla="*/ 1438351 w 1878314"/>
              <a:gd name="csY765" fmla="*/ 813105 h 1215891"/>
              <a:gd name="csX766" fmla="*/ 1440223 w 1878314"/>
              <a:gd name="csY766" fmla="*/ 822040 h 1215891"/>
              <a:gd name="csX767" fmla="*/ 1442106 w 1878314"/>
              <a:gd name="csY767" fmla="*/ 830864 h 1215891"/>
              <a:gd name="csX768" fmla="*/ 1443988 w 1878314"/>
              <a:gd name="csY768" fmla="*/ 839574 h 1215891"/>
              <a:gd name="csX769" fmla="*/ 1445870 w 1878314"/>
              <a:gd name="csY769" fmla="*/ 848170 h 1215891"/>
              <a:gd name="csX770" fmla="*/ 1447743 w 1878314"/>
              <a:gd name="csY770" fmla="*/ 856652 h 1215891"/>
              <a:gd name="csX771" fmla="*/ 1449625 w 1878314"/>
              <a:gd name="csY771" fmla="*/ 865016 h 1215891"/>
              <a:gd name="csX772" fmla="*/ 1451507 w 1878314"/>
              <a:gd name="csY772" fmla="*/ 873264 h 1215891"/>
              <a:gd name="csX773" fmla="*/ 1453389 w 1878314"/>
              <a:gd name="csY773" fmla="*/ 881392 h 1215891"/>
              <a:gd name="csX774" fmla="*/ 1455272 w 1878314"/>
              <a:gd name="csY774" fmla="*/ 889404 h 1215891"/>
              <a:gd name="csX775" fmla="*/ 1457144 w 1878314"/>
              <a:gd name="csY775" fmla="*/ 897292 h 1215891"/>
              <a:gd name="csX776" fmla="*/ 1459026 w 1878314"/>
              <a:gd name="csY776" fmla="*/ 905064 h 1215891"/>
              <a:gd name="csX777" fmla="*/ 1460908 w 1878314"/>
              <a:gd name="csY777" fmla="*/ 912709 h 1215891"/>
              <a:gd name="csX778" fmla="*/ 1462791 w 1878314"/>
              <a:gd name="csY778" fmla="*/ 920238 h 1215891"/>
              <a:gd name="csX779" fmla="*/ 1464673 w 1878314"/>
              <a:gd name="csY779" fmla="*/ 927641 h 1215891"/>
              <a:gd name="csX780" fmla="*/ 1466545 w 1878314"/>
              <a:gd name="csY780" fmla="*/ 934917 h 1215891"/>
              <a:gd name="csX781" fmla="*/ 1468428 w 1878314"/>
              <a:gd name="csY781" fmla="*/ 942077 h 1215891"/>
              <a:gd name="csX782" fmla="*/ 1470310 w 1878314"/>
              <a:gd name="csY782" fmla="*/ 949121 h 1215891"/>
              <a:gd name="csX783" fmla="*/ 1472192 w 1878314"/>
              <a:gd name="csY783" fmla="*/ 956039 h 1215891"/>
              <a:gd name="csX784" fmla="*/ 1474074 w 1878314"/>
              <a:gd name="csY784" fmla="*/ 962830 h 1215891"/>
              <a:gd name="csX785" fmla="*/ 1475947 w 1878314"/>
              <a:gd name="csY785" fmla="*/ 969496 h 1215891"/>
              <a:gd name="csX786" fmla="*/ 1477829 w 1878314"/>
              <a:gd name="csY786" fmla="*/ 976054 h 1215891"/>
              <a:gd name="csX787" fmla="*/ 1479711 w 1878314"/>
              <a:gd name="csY787" fmla="*/ 982477 h 1215891"/>
              <a:gd name="csX788" fmla="*/ 1481593 w 1878314"/>
              <a:gd name="csY788" fmla="*/ 988784 h 1215891"/>
              <a:gd name="csX789" fmla="*/ 1483466 w 1878314"/>
              <a:gd name="csY789" fmla="*/ 994973 h 1215891"/>
              <a:gd name="csX790" fmla="*/ 1485348 w 1878314"/>
              <a:gd name="csY790" fmla="*/ 1001037 h 1215891"/>
              <a:gd name="csX791" fmla="*/ 1487230 w 1878314"/>
              <a:gd name="csY791" fmla="*/ 1006985 h 1215891"/>
              <a:gd name="csX792" fmla="*/ 1489113 w 1878314"/>
              <a:gd name="csY792" fmla="*/ 1012816 h 1215891"/>
              <a:gd name="csX793" fmla="*/ 1490995 w 1878314"/>
              <a:gd name="csY793" fmla="*/ 1018521 h 1215891"/>
              <a:gd name="csX794" fmla="*/ 1492867 w 1878314"/>
              <a:gd name="csY794" fmla="*/ 1024119 h 1215891"/>
              <a:gd name="csX795" fmla="*/ 1494749 w 1878314"/>
              <a:gd name="csY795" fmla="*/ 1029591 h 1215891"/>
              <a:gd name="csX796" fmla="*/ 1496632 w 1878314"/>
              <a:gd name="csY796" fmla="*/ 1034956 h 1215891"/>
              <a:gd name="csX797" fmla="*/ 1498514 w 1878314"/>
              <a:gd name="csY797" fmla="*/ 1040195 h 1215891"/>
              <a:gd name="csX798" fmla="*/ 1500396 w 1878314"/>
              <a:gd name="csY798" fmla="*/ 1045328 h 1215891"/>
              <a:gd name="csX799" fmla="*/ 1502269 w 1878314"/>
              <a:gd name="csY799" fmla="*/ 1050353 h 1215891"/>
              <a:gd name="csX800" fmla="*/ 1504151 w 1878314"/>
              <a:gd name="csY800" fmla="*/ 1055263 h 1215891"/>
              <a:gd name="csX801" fmla="*/ 1506033 w 1878314"/>
              <a:gd name="csY801" fmla="*/ 1060055 h 1215891"/>
              <a:gd name="csX802" fmla="*/ 1507915 w 1878314"/>
              <a:gd name="csY802" fmla="*/ 1064742 h 1215891"/>
              <a:gd name="csX803" fmla="*/ 1509798 w 1878314"/>
              <a:gd name="csY803" fmla="*/ 1069321 h 1215891"/>
              <a:gd name="csX804" fmla="*/ 1511670 w 1878314"/>
              <a:gd name="csY804" fmla="*/ 1073803 h 1215891"/>
              <a:gd name="csX805" fmla="*/ 1513552 w 1878314"/>
              <a:gd name="csY805" fmla="*/ 1078169 h 1215891"/>
              <a:gd name="csX806" fmla="*/ 1515435 w 1878314"/>
              <a:gd name="csY806" fmla="*/ 1082429 h 1215891"/>
              <a:gd name="csX807" fmla="*/ 1517317 w 1878314"/>
              <a:gd name="csY807" fmla="*/ 1086591 h 1215891"/>
              <a:gd name="csX808" fmla="*/ 1519199 w 1878314"/>
              <a:gd name="csY808" fmla="*/ 1090656 h 1215891"/>
              <a:gd name="csX809" fmla="*/ 1521071 w 1878314"/>
              <a:gd name="csY809" fmla="*/ 1094615 h 1215891"/>
              <a:gd name="csX810" fmla="*/ 1522954 w 1878314"/>
              <a:gd name="csY810" fmla="*/ 1098476 h 1215891"/>
              <a:gd name="csX811" fmla="*/ 1524836 w 1878314"/>
              <a:gd name="csY811" fmla="*/ 1102240 h 1215891"/>
              <a:gd name="csX812" fmla="*/ 1526718 w 1878314"/>
              <a:gd name="csY812" fmla="*/ 1105908 h 1215891"/>
              <a:gd name="csX813" fmla="*/ 1528591 w 1878314"/>
              <a:gd name="csY813" fmla="*/ 1109478 h 1215891"/>
              <a:gd name="csX814" fmla="*/ 1530473 w 1878314"/>
              <a:gd name="csY814" fmla="*/ 1112961 h 1215891"/>
              <a:gd name="csX815" fmla="*/ 1532355 w 1878314"/>
              <a:gd name="csY815" fmla="*/ 1116347 h 1215891"/>
              <a:gd name="csX816" fmla="*/ 1534237 w 1878314"/>
              <a:gd name="csY816" fmla="*/ 1119646 h 1215891"/>
              <a:gd name="csX817" fmla="*/ 1536119 w 1878314"/>
              <a:gd name="csY817" fmla="*/ 1122858 h 1215891"/>
              <a:gd name="csX818" fmla="*/ 1537992 w 1878314"/>
              <a:gd name="csY818" fmla="*/ 1125982 h 1215891"/>
              <a:gd name="csX819" fmla="*/ 1539874 w 1878314"/>
              <a:gd name="csY819" fmla="*/ 1129018 h 1215891"/>
              <a:gd name="csX820" fmla="*/ 1541756 w 1878314"/>
              <a:gd name="csY820" fmla="*/ 1131977 h 1215891"/>
              <a:gd name="csX821" fmla="*/ 1543639 w 1878314"/>
              <a:gd name="csY821" fmla="*/ 1134849 h 1215891"/>
              <a:gd name="csX822" fmla="*/ 1545521 w 1878314"/>
              <a:gd name="csY822" fmla="*/ 1137644 h 1215891"/>
              <a:gd name="csX823" fmla="*/ 1547393 w 1878314"/>
              <a:gd name="csY823" fmla="*/ 1140350 h 1215891"/>
              <a:gd name="csX824" fmla="*/ 1549276 w 1878314"/>
              <a:gd name="csY824" fmla="*/ 1142989 h 1215891"/>
              <a:gd name="csX825" fmla="*/ 1551158 w 1878314"/>
              <a:gd name="csY825" fmla="*/ 1145551 h 1215891"/>
              <a:gd name="csX826" fmla="*/ 1553040 w 1878314"/>
              <a:gd name="csY826" fmla="*/ 1148035 h 1215891"/>
              <a:gd name="csX827" fmla="*/ 1554922 w 1878314"/>
              <a:gd name="csY827" fmla="*/ 1150441 h 1215891"/>
              <a:gd name="csX828" fmla="*/ 1556795 w 1878314"/>
              <a:gd name="csY828" fmla="*/ 1152789 h 1215891"/>
              <a:gd name="csX829" fmla="*/ 1558677 w 1878314"/>
              <a:gd name="csY829" fmla="*/ 1155059 h 1215891"/>
              <a:gd name="csX830" fmla="*/ 1560559 w 1878314"/>
              <a:gd name="csY830" fmla="*/ 1157261 h 1215891"/>
              <a:gd name="csX831" fmla="*/ 1562441 w 1878314"/>
              <a:gd name="csY831" fmla="*/ 1159396 h 1215891"/>
              <a:gd name="csX832" fmla="*/ 1564324 w 1878314"/>
              <a:gd name="csY832" fmla="*/ 1161462 h 1215891"/>
              <a:gd name="csX833" fmla="*/ 1566196 w 1878314"/>
              <a:gd name="csY833" fmla="*/ 1163471 h 1215891"/>
              <a:gd name="csX834" fmla="*/ 1568078 w 1878314"/>
              <a:gd name="csY834" fmla="*/ 1165411 h 1215891"/>
              <a:gd name="csX835" fmla="*/ 1569961 w 1878314"/>
              <a:gd name="csY835" fmla="*/ 1167293 h 1215891"/>
              <a:gd name="csX836" fmla="*/ 1571843 w 1878314"/>
              <a:gd name="csY836" fmla="*/ 1169117 h 1215891"/>
              <a:gd name="csX837" fmla="*/ 1573715 w 1878314"/>
              <a:gd name="csY837" fmla="*/ 1170873 h 1215891"/>
              <a:gd name="csX838" fmla="*/ 1575598 w 1878314"/>
              <a:gd name="csY838" fmla="*/ 1172581 h 1215891"/>
              <a:gd name="csX839" fmla="*/ 1577480 w 1878314"/>
              <a:gd name="csY839" fmla="*/ 1174240 h 1215891"/>
              <a:gd name="csX840" fmla="*/ 1579362 w 1878314"/>
              <a:gd name="csY840" fmla="*/ 1175831 h 1215891"/>
              <a:gd name="csX841" fmla="*/ 1581244 w 1878314"/>
              <a:gd name="csY841" fmla="*/ 1177384 h 1215891"/>
              <a:gd name="csX842" fmla="*/ 1583117 w 1878314"/>
              <a:gd name="csY842" fmla="*/ 1178878 h 1215891"/>
              <a:gd name="csX843" fmla="*/ 1584999 w 1878314"/>
              <a:gd name="csY843" fmla="*/ 1180323 h 1215891"/>
              <a:gd name="csX844" fmla="*/ 1586881 w 1878314"/>
              <a:gd name="csY844" fmla="*/ 1181711 h 1215891"/>
              <a:gd name="csX845" fmla="*/ 1588763 w 1878314"/>
              <a:gd name="csY845" fmla="*/ 1183059 h 1215891"/>
              <a:gd name="csX846" fmla="*/ 1590646 w 1878314"/>
              <a:gd name="csY846" fmla="*/ 1184369 h 1215891"/>
              <a:gd name="csX847" fmla="*/ 1592518 w 1878314"/>
              <a:gd name="csY847" fmla="*/ 1185621 h 1215891"/>
              <a:gd name="csX848" fmla="*/ 1594400 w 1878314"/>
              <a:gd name="csY848" fmla="*/ 1186833 h 1215891"/>
              <a:gd name="csX849" fmla="*/ 1596282 w 1878314"/>
              <a:gd name="csY849" fmla="*/ 1188007 h 1215891"/>
              <a:gd name="csX850" fmla="*/ 1598165 w 1878314"/>
              <a:gd name="csY850" fmla="*/ 1189133 h 1215891"/>
              <a:gd name="csX851" fmla="*/ 1600047 w 1878314"/>
              <a:gd name="csY851" fmla="*/ 1190229 h 1215891"/>
              <a:gd name="csX852" fmla="*/ 1601919 w 1878314"/>
              <a:gd name="csY852" fmla="*/ 1191277 h 1215891"/>
              <a:gd name="csX853" fmla="*/ 1603802 w 1878314"/>
              <a:gd name="csY853" fmla="*/ 1192296 h 1215891"/>
              <a:gd name="csX854" fmla="*/ 1605684 w 1878314"/>
              <a:gd name="csY854" fmla="*/ 1193266 h 1215891"/>
              <a:gd name="csX855" fmla="*/ 1607566 w 1878314"/>
              <a:gd name="csY855" fmla="*/ 1194207 h 1215891"/>
              <a:gd name="csX856" fmla="*/ 1609448 w 1878314"/>
              <a:gd name="csY856" fmla="*/ 1195119 h 1215891"/>
              <a:gd name="csX857" fmla="*/ 1611321 w 1878314"/>
              <a:gd name="csY857" fmla="*/ 1195992 h 1215891"/>
              <a:gd name="csX858" fmla="*/ 1613203 w 1878314"/>
              <a:gd name="csY858" fmla="*/ 1196836 h 1215891"/>
              <a:gd name="csX859" fmla="*/ 1615085 w 1878314"/>
              <a:gd name="csY859" fmla="*/ 1197642 h 1215891"/>
              <a:gd name="csX860" fmla="*/ 1616968 w 1878314"/>
              <a:gd name="csY860" fmla="*/ 1198418 h 1215891"/>
              <a:gd name="csX861" fmla="*/ 1618840 w 1878314"/>
              <a:gd name="csY861" fmla="*/ 1199175 h 1215891"/>
              <a:gd name="csX862" fmla="*/ 1620722 w 1878314"/>
              <a:gd name="csY862" fmla="*/ 1199892 h 1215891"/>
              <a:gd name="csX863" fmla="*/ 1622604 w 1878314"/>
              <a:gd name="csY863" fmla="*/ 1200581 h 1215891"/>
              <a:gd name="csX864" fmla="*/ 1624487 w 1878314"/>
              <a:gd name="csY864" fmla="*/ 1201251 h 1215891"/>
              <a:gd name="csX865" fmla="*/ 1626369 w 1878314"/>
              <a:gd name="csY865" fmla="*/ 1201891 h 1215891"/>
              <a:gd name="csX866" fmla="*/ 1628241 w 1878314"/>
              <a:gd name="csY866" fmla="*/ 1202512 h 1215891"/>
              <a:gd name="csX867" fmla="*/ 1630124 w 1878314"/>
              <a:gd name="csY867" fmla="*/ 1203104 h 1215891"/>
              <a:gd name="csX868" fmla="*/ 1632006 w 1878314"/>
              <a:gd name="csY868" fmla="*/ 1203667 h 1215891"/>
              <a:gd name="csX869" fmla="*/ 1633888 w 1878314"/>
              <a:gd name="csY869" fmla="*/ 1204210 h 1215891"/>
              <a:gd name="csX870" fmla="*/ 1635770 w 1878314"/>
              <a:gd name="csY870" fmla="*/ 1204734 h 1215891"/>
              <a:gd name="csX871" fmla="*/ 1637643 w 1878314"/>
              <a:gd name="csY871" fmla="*/ 1205238 h 1215891"/>
              <a:gd name="csX872" fmla="*/ 1639525 w 1878314"/>
              <a:gd name="csY872" fmla="*/ 1205723 h 1215891"/>
              <a:gd name="csX873" fmla="*/ 1641407 w 1878314"/>
              <a:gd name="csY873" fmla="*/ 1206189 h 1215891"/>
              <a:gd name="csX874" fmla="*/ 1643289 w 1878314"/>
              <a:gd name="csY874" fmla="*/ 1206626 h 1215891"/>
              <a:gd name="csX875" fmla="*/ 1645171 w 1878314"/>
              <a:gd name="csY875" fmla="*/ 1207053 h 1215891"/>
              <a:gd name="csX876" fmla="*/ 1647044 w 1878314"/>
              <a:gd name="csY876" fmla="*/ 1207460 h 1215891"/>
              <a:gd name="csX877" fmla="*/ 1648926 w 1878314"/>
              <a:gd name="csY877" fmla="*/ 1207858 h 1215891"/>
              <a:gd name="csX878" fmla="*/ 1650808 w 1878314"/>
              <a:gd name="csY878" fmla="*/ 1208227 h 1215891"/>
              <a:gd name="csX879" fmla="*/ 1652691 w 1878314"/>
              <a:gd name="csY879" fmla="*/ 1208586 h 1215891"/>
              <a:gd name="csX880" fmla="*/ 1654573 w 1878314"/>
              <a:gd name="csY880" fmla="*/ 1208925 h 1215891"/>
              <a:gd name="csX881" fmla="*/ 1656445 w 1878314"/>
              <a:gd name="csY881" fmla="*/ 1209255 h 1215891"/>
              <a:gd name="csX882" fmla="*/ 1658328 w 1878314"/>
              <a:gd name="csY882" fmla="*/ 1209575 h 1215891"/>
              <a:gd name="csX883" fmla="*/ 1660210 w 1878314"/>
              <a:gd name="csY883" fmla="*/ 1209876 h 1215891"/>
              <a:gd name="csX884" fmla="*/ 1662092 w 1878314"/>
              <a:gd name="csY884" fmla="*/ 1210167 h 1215891"/>
              <a:gd name="csX885" fmla="*/ 1663965 w 1878314"/>
              <a:gd name="csY885" fmla="*/ 1210439 h 1215891"/>
              <a:gd name="csX886" fmla="*/ 1665847 w 1878314"/>
              <a:gd name="csY886" fmla="*/ 1210701 h 1215891"/>
              <a:gd name="csX887" fmla="*/ 1667729 w 1878314"/>
              <a:gd name="csY887" fmla="*/ 1210953 h 1215891"/>
              <a:gd name="csX888" fmla="*/ 1669611 w 1878314"/>
              <a:gd name="csY888" fmla="*/ 1211195 h 1215891"/>
              <a:gd name="csX889" fmla="*/ 1671494 w 1878314"/>
              <a:gd name="csY889" fmla="*/ 1211428 h 1215891"/>
              <a:gd name="csX890" fmla="*/ 1673366 w 1878314"/>
              <a:gd name="csY890" fmla="*/ 1211642 h 1215891"/>
              <a:gd name="csX891" fmla="*/ 1675248 w 1878314"/>
              <a:gd name="csY891" fmla="*/ 1211855 h 1215891"/>
              <a:gd name="csX892" fmla="*/ 1677131 w 1878314"/>
              <a:gd name="csY892" fmla="*/ 1212049 h 1215891"/>
              <a:gd name="csX893" fmla="*/ 1679013 w 1878314"/>
              <a:gd name="csY893" fmla="*/ 1212243 h 1215891"/>
              <a:gd name="csX894" fmla="*/ 1680895 w 1878314"/>
              <a:gd name="csY894" fmla="*/ 1212428 h 1215891"/>
              <a:gd name="csX895" fmla="*/ 1682767 w 1878314"/>
              <a:gd name="csY895" fmla="*/ 1212602 h 1215891"/>
              <a:gd name="csX896" fmla="*/ 1684650 w 1878314"/>
              <a:gd name="csY896" fmla="*/ 1212767 h 1215891"/>
              <a:gd name="csX897" fmla="*/ 1686532 w 1878314"/>
              <a:gd name="csY897" fmla="*/ 1212922 h 1215891"/>
              <a:gd name="csX898" fmla="*/ 1688414 w 1878314"/>
              <a:gd name="csY898" fmla="*/ 1213078 h 1215891"/>
              <a:gd name="csX899" fmla="*/ 1690296 w 1878314"/>
              <a:gd name="csY899" fmla="*/ 1213223 h 1215891"/>
              <a:gd name="csX900" fmla="*/ 1692169 w 1878314"/>
              <a:gd name="csY900" fmla="*/ 1213359 h 1215891"/>
              <a:gd name="csX901" fmla="*/ 1694051 w 1878314"/>
              <a:gd name="csY901" fmla="*/ 1213485 h 1215891"/>
              <a:gd name="csX902" fmla="*/ 1695933 w 1878314"/>
              <a:gd name="csY902" fmla="*/ 1213611 h 1215891"/>
              <a:gd name="csX903" fmla="*/ 1697815 w 1878314"/>
              <a:gd name="csY903" fmla="*/ 1213728 h 1215891"/>
              <a:gd name="csX904" fmla="*/ 1699688 w 1878314"/>
              <a:gd name="csY904" fmla="*/ 1213844 h 1215891"/>
              <a:gd name="csX905" fmla="*/ 1701570 w 1878314"/>
              <a:gd name="csY905" fmla="*/ 1213951 h 1215891"/>
              <a:gd name="csX906" fmla="*/ 1703452 w 1878314"/>
              <a:gd name="csY906" fmla="*/ 1214058 h 1215891"/>
              <a:gd name="csX907" fmla="*/ 1705334 w 1878314"/>
              <a:gd name="csY907" fmla="*/ 1214155 h 1215891"/>
              <a:gd name="csX908" fmla="*/ 1707217 w 1878314"/>
              <a:gd name="csY908" fmla="*/ 1214242 h 1215891"/>
              <a:gd name="csX909" fmla="*/ 1709089 w 1878314"/>
              <a:gd name="csY909" fmla="*/ 1214329 h 1215891"/>
              <a:gd name="csX910" fmla="*/ 1710971 w 1878314"/>
              <a:gd name="csY910" fmla="*/ 1214417 h 1215891"/>
              <a:gd name="csX911" fmla="*/ 1712854 w 1878314"/>
              <a:gd name="csY911" fmla="*/ 1214494 h 1215891"/>
              <a:gd name="csX912" fmla="*/ 1714736 w 1878314"/>
              <a:gd name="csY912" fmla="*/ 1214572 h 1215891"/>
              <a:gd name="csX913" fmla="*/ 1716618 w 1878314"/>
              <a:gd name="csY913" fmla="*/ 1214640 h 1215891"/>
              <a:gd name="csX914" fmla="*/ 1718491 w 1878314"/>
              <a:gd name="csY914" fmla="*/ 1214708 h 1215891"/>
              <a:gd name="csX915" fmla="*/ 1720373 w 1878314"/>
              <a:gd name="csY915" fmla="*/ 1214776 h 1215891"/>
              <a:gd name="csX916" fmla="*/ 1722255 w 1878314"/>
              <a:gd name="csY916" fmla="*/ 1214834 h 1215891"/>
              <a:gd name="csX917" fmla="*/ 1724137 w 1878314"/>
              <a:gd name="csY917" fmla="*/ 1214892 h 1215891"/>
              <a:gd name="csX918" fmla="*/ 1726020 w 1878314"/>
              <a:gd name="csY918" fmla="*/ 1214950 h 1215891"/>
              <a:gd name="csX919" fmla="*/ 1727892 w 1878314"/>
              <a:gd name="csY919" fmla="*/ 1214999 h 1215891"/>
              <a:gd name="csX920" fmla="*/ 1729774 w 1878314"/>
              <a:gd name="csY920" fmla="*/ 1215047 h 1215891"/>
              <a:gd name="csX921" fmla="*/ 1731657 w 1878314"/>
              <a:gd name="csY921" fmla="*/ 1215096 h 1215891"/>
              <a:gd name="csX922" fmla="*/ 1733539 w 1878314"/>
              <a:gd name="csY922" fmla="*/ 1215144 h 1215891"/>
              <a:gd name="csX923" fmla="*/ 1735421 w 1878314"/>
              <a:gd name="csY923" fmla="*/ 1215183 h 1215891"/>
              <a:gd name="csX924" fmla="*/ 1737294 w 1878314"/>
              <a:gd name="csY924" fmla="*/ 1215222 h 1215891"/>
              <a:gd name="csX925" fmla="*/ 1739176 w 1878314"/>
              <a:gd name="csY925" fmla="*/ 1215261 h 1215891"/>
              <a:gd name="csX926" fmla="*/ 1741058 w 1878314"/>
              <a:gd name="csY926" fmla="*/ 1215299 h 1215891"/>
              <a:gd name="csX927" fmla="*/ 1742940 w 1878314"/>
              <a:gd name="csY927" fmla="*/ 1215329 h 1215891"/>
              <a:gd name="csX928" fmla="*/ 1744813 w 1878314"/>
              <a:gd name="csY928" fmla="*/ 1215367 h 1215891"/>
              <a:gd name="csX929" fmla="*/ 1746695 w 1878314"/>
              <a:gd name="csY929" fmla="*/ 1215397 h 1215891"/>
              <a:gd name="csX930" fmla="*/ 1748577 w 1878314"/>
              <a:gd name="csY930" fmla="*/ 1215426 h 1215891"/>
              <a:gd name="csX931" fmla="*/ 1750459 w 1878314"/>
              <a:gd name="csY931" fmla="*/ 1215455 h 1215891"/>
              <a:gd name="csX932" fmla="*/ 1752342 w 1878314"/>
              <a:gd name="csY932" fmla="*/ 1215474 h 1215891"/>
              <a:gd name="csX933" fmla="*/ 1754214 w 1878314"/>
              <a:gd name="csY933" fmla="*/ 1215503 h 1215891"/>
              <a:gd name="csX934" fmla="*/ 1756096 w 1878314"/>
              <a:gd name="csY934" fmla="*/ 1215523 h 1215891"/>
              <a:gd name="csX935" fmla="*/ 1757978 w 1878314"/>
              <a:gd name="csY935" fmla="*/ 1215542 h 1215891"/>
              <a:gd name="csX936" fmla="*/ 1759861 w 1878314"/>
              <a:gd name="csY936" fmla="*/ 1215571 h 1215891"/>
              <a:gd name="csX937" fmla="*/ 1761743 w 1878314"/>
              <a:gd name="csY937" fmla="*/ 1215591 h 1215891"/>
              <a:gd name="csX938" fmla="*/ 1763615 w 1878314"/>
              <a:gd name="csY938" fmla="*/ 1215600 h 1215891"/>
              <a:gd name="csX939" fmla="*/ 1765498 w 1878314"/>
              <a:gd name="csY939" fmla="*/ 1215620 h 1215891"/>
              <a:gd name="csX940" fmla="*/ 1767380 w 1878314"/>
              <a:gd name="csY940" fmla="*/ 1215639 h 1215891"/>
              <a:gd name="csX941" fmla="*/ 1769262 w 1878314"/>
              <a:gd name="csY941" fmla="*/ 1215649 h 1215891"/>
              <a:gd name="csX942" fmla="*/ 1771144 w 1878314"/>
              <a:gd name="csY942" fmla="*/ 1215668 h 1215891"/>
              <a:gd name="csX943" fmla="*/ 1773017 w 1878314"/>
              <a:gd name="csY943" fmla="*/ 1215678 h 1215891"/>
              <a:gd name="csX944" fmla="*/ 1774899 w 1878314"/>
              <a:gd name="csY944" fmla="*/ 1215697 h 1215891"/>
              <a:gd name="csX945" fmla="*/ 1776781 w 1878314"/>
              <a:gd name="csY945" fmla="*/ 1215707 h 1215891"/>
              <a:gd name="csX946" fmla="*/ 1778663 w 1878314"/>
              <a:gd name="csY946" fmla="*/ 1215717 h 1215891"/>
              <a:gd name="csX947" fmla="*/ 1780546 w 1878314"/>
              <a:gd name="csY947" fmla="*/ 1215726 h 1215891"/>
              <a:gd name="csX948" fmla="*/ 1782418 w 1878314"/>
              <a:gd name="csY948" fmla="*/ 1215736 h 1215891"/>
              <a:gd name="csX949" fmla="*/ 1784300 w 1878314"/>
              <a:gd name="csY949" fmla="*/ 1215746 h 1215891"/>
              <a:gd name="csX950" fmla="*/ 1786183 w 1878314"/>
              <a:gd name="csY950" fmla="*/ 1215756 h 1215891"/>
              <a:gd name="csX951" fmla="*/ 1788065 w 1878314"/>
              <a:gd name="csY951" fmla="*/ 1215765 h 1215891"/>
              <a:gd name="csX952" fmla="*/ 1789937 w 1878314"/>
              <a:gd name="csY952" fmla="*/ 1215775 h 1215891"/>
              <a:gd name="csX953" fmla="*/ 1791820 w 1878314"/>
              <a:gd name="csY953" fmla="*/ 1215785 h 1215891"/>
              <a:gd name="csX954" fmla="*/ 1793702 w 1878314"/>
              <a:gd name="csY954" fmla="*/ 1215785 h 1215891"/>
              <a:gd name="csX955" fmla="*/ 1795584 w 1878314"/>
              <a:gd name="csY955" fmla="*/ 1215794 h 1215891"/>
              <a:gd name="csX956" fmla="*/ 1797466 w 1878314"/>
              <a:gd name="csY956" fmla="*/ 1215804 h 1215891"/>
              <a:gd name="csX957" fmla="*/ 1799339 w 1878314"/>
              <a:gd name="csY957" fmla="*/ 1215804 h 1215891"/>
              <a:gd name="csX958" fmla="*/ 1801221 w 1878314"/>
              <a:gd name="csY958" fmla="*/ 1215814 h 1215891"/>
              <a:gd name="csX959" fmla="*/ 1803103 w 1878314"/>
              <a:gd name="csY959" fmla="*/ 1215814 h 1215891"/>
              <a:gd name="csX960" fmla="*/ 1804985 w 1878314"/>
              <a:gd name="csY960" fmla="*/ 1215823 h 1215891"/>
              <a:gd name="csX961" fmla="*/ 1806868 w 1878314"/>
              <a:gd name="csY961" fmla="*/ 1215823 h 1215891"/>
              <a:gd name="csX962" fmla="*/ 1808740 w 1878314"/>
              <a:gd name="csY962" fmla="*/ 1215833 h 1215891"/>
              <a:gd name="csX963" fmla="*/ 1810622 w 1878314"/>
              <a:gd name="csY963" fmla="*/ 1215833 h 1215891"/>
              <a:gd name="csX964" fmla="*/ 1812505 w 1878314"/>
              <a:gd name="csY964" fmla="*/ 1215843 h 1215891"/>
              <a:gd name="csX965" fmla="*/ 1814387 w 1878314"/>
              <a:gd name="csY965" fmla="*/ 1215843 h 1215891"/>
              <a:gd name="csX966" fmla="*/ 1816269 w 1878314"/>
              <a:gd name="csY966" fmla="*/ 1215843 h 1215891"/>
              <a:gd name="csX967" fmla="*/ 1818141 w 1878314"/>
              <a:gd name="csY967" fmla="*/ 1215853 h 1215891"/>
              <a:gd name="csX968" fmla="*/ 1820024 w 1878314"/>
              <a:gd name="csY968" fmla="*/ 1215853 h 1215891"/>
              <a:gd name="csX969" fmla="*/ 1821906 w 1878314"/>
              <a:gd name="csY969" fmla="*/ 1215853 h 1215891"/>
              <a:gd name="csX970" fmla="*/ 1823788 w 1878314"/>
              <a:gd name="csY970" fmla="*/ 1215862 h 1215891"/>
              <a:gd name="csX971" fmla="*/ 1825670 w 1878314"/>
              <a:gd name="csY971" fmla="*/ 1215862 h 1215891"/>
              <a:gd name="csX972" fmla="*/ 1827543 w 1878314"/>
              <a:gd name="csY972" fmla="*/ 1215862 h 1215891"/>
              <a:gd name="csX973" fmla="*/ 1829425 w 1878314"/>
              <a:gd name="csY973" fmla="*/ 1215862 h 1215891"/>
              <a:gd name="csX974" fmla="*/ 1831307 w 1878314"/>
              <a:gd name="csY974" fmla="*/ 1215862 h 1215891"/>
              <a:gd name="csX975" fmla="*/ 1833189 w 1878314"/>
              <a:gd name="csY975" fmla="*/ 1215872 h 1215891"/>
              <a:gd name="csX976" fmla="*/ 1835062 w 1878314"/>
              <a:gd name="csY976" fmla="*/ 1215872 h 1215891"/>
              <a:gd name="csX977" fmla="*/ 1836944 w 1878314"/>
              <a:gd name="csY977" fmla="*/ 1215872 h 1215891"/>
              <a:gd name="csX978" fmla="*/ 1838826 w 1878314"/>
              <a:gd name="csY978" fmla="*/ 1215872 h 1215891"/>
              <a:gd name="csX979" fmla="*/ 1840709 w 1878314"/>
              <a:gd name="csY979" fmla="*/ 1215872 h 1215891"/>
              <a:gd name="csX980" fmla="*/ 1842591 w 1878314"/>
              <a:gd name="csY980" fmla="*/ 1215872 h 1215891"/>
              <a:gd name="csX981" fmla="*/ 1844463 w 1878314"/>
              <a:gd name="csY981" fmla="*/ 1215882 h 1215891"/>
              <a:gd name="csX982" fmla="*/ 1846346 w 1878314"/>
              <a:gd name="csY982" fmla="*/ 1215882 h 1215891"/>
              <a:gd name="csX983" fmla="*/ 1848228 w 1878314"/>
              <a:gd name="csY983" fmla="*/ 1215882 h 1215891"/>
              <a:gd name="csX984" fmla="*/ 1850110 w 1878314"/>
              <a:gd name="csY984" fmla="*/ 1215882 h 1215891"/>
              <a:gd name="csX985" fmla="*/ 1851992 w 1878314"/>
              <a:gd name="csY985" fmla="*/ 1215882 h 1215891"/>
              <a:gd name="csX986" fmla="*/ 1853865 w 1878314"/>
              <a:gd name="csY986" fmla="*/ 1215882 h 1215891"/>
              <a:gd name="csX987" fmla="*/ 1855747 w 1878314"/>
              <a:gd name="csY987" fmla="*/ 1215882 h 1215891"/>
              <a:gd name="csX988" fmla="*/ 1857629 w 1878314"/>
              <a:gd name="csY988" fmla="*/ 1215882 h 1215891"/>
              <a:gd name="csX989" fmla="*/ 1859511 w 1878314"/>
              <a:gd name="csY989" fmla="*/ 1215882 h 1215891"/>
              <a:gd name="csX990" fmla="*/ 1861394 w 1878314"/>
              <a:gd name="csY990" fmla="*/ 1215882 h 1215891"/>
              <a:gd name="csX991" fmla="*/ 1863266 w 1878314"/>
              <a:gd name="csY991" fmla="*/ 1215882 h 1215891"/>
              <a:gd name="csX992" fmla="*/ 1865148 w 1878314"/>
              <a:gd name="csY992" fmla="*/ 1215891 h 1215891"/>
              <a:gd name="csX993" fmla="*/ 1867031 w 1878314"/>
              <a:gd name="csY993" fmla="*/ 1215891 h 1215891"/>
              <a:gd name="csX994" fmla="*/ 1868913 w 1878314"/>
              <a:gd name="csY994" fmla="*/ 1215891 h 1215891"/>
              <a:gd name="csX995" fmla="*/ 1870795 w 1878314"/>
              <a:gd name="csY995" fmla="*/ 1215891 h 1215891"/>
              <a:gd name="csX996" fmla="*/ 1872668 w 1878314"/>
              <a:gd name="csY996" fmla="*/ 1215891 h 1215891"/>
              <a:gd name="csX997" fmla="*/ 1874550 w 1878314"/>
              <a:gd name="csY997" fmla="*/ 1215891 h 1215891"/>
              <a:gd name="csX998" fmla="*/ 1876432 w 1878314"/>
              <a:gd name="csY998" fmla="*/ 1215891 h 1215891"/>
              <a:gd name="csX999" fmla="*/ 1878314 w 1878314"/>
              <a:gd name="csY999" fmla="*/ 1215891 h 12158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15891">
                <a:moveTo>
                  <a:pt x="0" y="1215891"/>
                </a:moveTo>
                <a:lnTo>
                  <a:pt x="1879" y="1215891"/>
                </a:lnTo>
                <a:lnTo>
                  <a:pt x="3760" y="1215891"/>
                </a:lnTo>
                <a:lnTo>
                  <a:pt x="5640" y="1215891"/>
                </a:lnTo>
                <a:lnTo>
                  <a:pt x="7520" y="1215891"/>
                </a:lnTo>
                <a:lnTo>
                  <a:pt x="9400" y="1215891"/>
                </a:lnTo>
                <a:lnTo>
                  <a:pt x="11281" y="1215891"/>
                </a:lnTo>
                <a:lnTo>
                  <a:pt x="13161" y="1215891"/>
                </a:lnTo>
                <a:lnTo>
                  <a:pt x="15041" y="1215891"/>
                </a:lnTo>
                <a:lnTo>
                  <a:pt x="16922" y="1215891"/>
                </a:lnTo>
                <a:lnTo>
                  <a:pt x="18802" y="1215891"/>
                </a:lnTo>
                <a:lnTo>
                  <a:pt x="20682" y="1215891"/>
                </a:lnTo>
                <a:lnTo>
                  <a:pt x="22562" y="1215891"/>
                </a:lnTo>
                <a:lnTo>
                  <a:pt x="24442" y="1215891"/>
                </a:lnTo>
                <a:lnTo>
                  <a:pt x="26322" y="1215891"/>
                </a:lnTo>
                <a:lnTo>
                  <a:pt x="28202" y="1215891"/>
                </a:lnTo>
                <a:lnTo>
                  <a:pt x="30082" y="1215891"/>
                </a:lnTo>
                <a:lnTo>
                  <a:pt x="31963" y="1215891"/>
                </a:lnTo>
                <a:lnTo>
                  <a:pt x="33843" y="1215891"/>
                </a:lnTo>
                <a:lnTo>
                  <a:pt x="35723" y="1215891"/>
                </a:lnTo>
                <a:lnTo>
                  <a:pt x="37604" y="1215891"/>
                </a:lnTo>
                <a:lnTo>
                  <a:pt x="39484" y="1215891"/>
                </a:lnTo>
                <a:lnTo>
                  <a:pt x="41364" y="1215891"/>
                </a:lnTo>
                <a:lnTo>
                  <a:pt x="43244" y="1215891"/>
                </a:lnTo>
                <a:lnTo>
                  <a:pt x="45124" y="1215891"/>
                </a:lnTo>
                <a:lnTo>
                  <a:pt x="47004" y="1215891"/>
                </a:lnTo>
                <a:lnTo>
                  <a:pt x="48884" y="1215891"/>
                </a:lnTo>
                <a:lnTo>
                  <a:pt x="50765" y="1215891"/>
                </a:lnTo>
                <a:lnTo>
                  <a:pt x="52645" y="1215891"/>
                </a:lnTo>
                <a:lnTo>
                  <a:pt x="54525" y="1215891"/>
                </a:lnTo>
                <a:lnTo>
                  <a:pt x="56405" y="1215891"/>
                </a:lnTo>
                <a:lnTo>
                  <a:pt x="58286" y="1215891"/>
                </a:lnTo>
                <a:lnTo>
                  <a:pt x="60166" y="1215891"/>
                </a:lnTo>
                <a:lnTo>
                  <a:pt x="62046" y="1215891"/>
                </a:lnTo>
                <a:lnTo>
                  <a:pt x="63926" y="1215891"/>
                </a:lnTo>
                <a:lnTo>
                  <a:pt x="65807" y="1215882"/>
                </a:lnTo>
                <a:lnTo>
                  <a:pt x="67686" y="1215882"/>
                </a:lnTo>
                <a:lnTo>
                  <a:pt x="69566" y="1215882"/>
                </a:lnTo>
                <a:lnTo>
                  <a:pt x="71447" y="1215882"/>
                </a:lnTo>
                <a:lnTo>
                  <a:pt x="73327" y="1215882"/>
                </a:lnTo>
                <a:lnTo>
                  <a:pt x="75207" y="1215882"/>
                </a:lnTo>
                <a:lnTo>
                  <a:pt x="77087" y="1215882"/>
                </a:lnTo>
                <a:lnTo>
                  <a:pt x="78968" y="1215882"/>
                </a:lnTo>
                <a:lnTo>
                  <a:pt x="80848" y="1215882"/>
                </a:lnTo>
                <a:lnTo>
                  <a:pt x="82728" y="1215882"/>
                </a:lnTo>
                <a:lnTo>
                  <a:pt x="84609" y="1215882"/>
                </a:lnTo>
                <a:lnTo>
                  <a:pt x="86489" y="1215882"/>
                </a:lnTo>
                <a:lnTo>
                  <a:pt x="88368" y="1215882"/>
                </a:lnTo>
                <a:lnTo>
                  <a:pt x="90248" y="1215882"/>
                </a:lnTo>
                <a:lnTo>
                  <a:pt x="92129" y="1215882"/>
                </a:lnTo>
                <a:lnTo>
                  <a:pt x="94009" y="1215882"/>
                </a:lnTo>
                <a:lnTo>
                  <a:pt x="95889" y="1215882"/>
                </a:lnTo>
                <a:lnTo>
                  <a:pt x="97769" y="1215882"/>
                </a:lnTo>
                <a:lnTo>
                  <a:pt x="99650" y="1215882"/>
                </a:lnTo>
                <a:lnTo>
                  <a:pt x="101530" y="1215882"/>
                </a:lnTo>
                <a:lnTo>
                  <a:pt x="103410" y="1215882"/>
                </a:lnTo>
                <a:lnTo>
                  <a:pt x="105291" y="1215882"/>
                </a:lnTo>
                <a:lnTo>
                  <a:pt x="107171" y="1215882"/>
                </a:lnTo>
                <a:lnTo>
                  <a:pt x="109051" y="1215872"/>
                </a:lnTo>
                <a:lnTo>
                  <a:pt x="110930" y="1215872"/>
                </a:lnTo>
                <a:lnTo>
                  <a:pt x="112811" y="1215872"/>
                </a:lnTo>
                <a:lnTo>
                  <a:pt x="114691" y="1215872"/>
                </a:lnTo>
                <a:lnTo>
                  <a:pt x="116571" y="1215872"/>
                </a:lnTo>
                <a:lnTo>
                  <a:pt x="118452" y="1215872"/>
                </a:lnTo>
                <a:lnTo>
                  <a:pt x="120332" y="1215872"/>
                </a:lnTo>
                <a:lnTo>
                  <a:pt x="122212" y="1215872"/>
                </a:lnTo>
                <a:lnTo>
                  <a:pt x="124092" y="1215872"/>
                </a:lnTo>
                <a:lnTo>
                  <a:pt x="125973" y="1215872"/>
                </a:lnTo>
                <a:lnTo>
                  <a:pt x="127853" y="1215872"/>
                </a:lnTo>
                <a:lnTo>
                  <a:pt x="129733" y="1215872"/>
                </a:lnTo>
                <a:lnTo>
                  <a:pt x="131613" y="1215872"/>
                </a:lnTo>
                <a:lnTo>
                  <a:pt x="133493" y="1215862"/>
                </a:lnTo>
                <a:lnTo>
                  <a:pt x="135373" y="1215862"/>
                </a:lnTo>
                <a:lnTo>
                  <a:pt x="137253" y="1215862"/>
                </a:lnTo>
                <a:lnTo>
                  <a:pt x="139134" y="1215862"/>
                </a:lnTo>
                <a:lnTo>
                  <a:pt x="141014" y="1215862"/>
                </a:lnTo>
                <a:lnTo>
                  <a:pt x="142894" y="1215862"/>
                </a:lnTo>
                <a:lnTo>
                  <a:pt x="144774" y="1215862"/>
                </a:lnTo>
                <a:lnTo>
                  <a:pt x="146655" y="1215862"/>
                </a:lnTo>
                <a:lnTo>
                  <a:pt x="148535" y="1215862"/>
                </a:lnTo>
                <a:lnTo>
                  <a:pt x="150415" y="1215853"/>
                </a:lnTo>
                <a:lnTo>
                  <a:pt x="152296" y="1215853"/>
                </a:lnTo>
                <a:lnTo>
                  <a:pt x="154175" y="1215853"/>
                </a:lnTo>
                <a:lnTo>
                  <a:pt x="156055" y="1215853"/>
                </a:lnTo>
                <a:lnTo>
                  <a:pt x="157935" y="1215853"/>
                </a:lnTo>
                <a:lnTo>
                  <a:pt x="159816" y="1215853"/>
                </a:lnTo>
                <a:lnTo>
                  <a:pt x="161696" y="1215853"/>
                </a:lnTo>
                <a:lnTo>
                  <a:pt x="163576" y="1215843"/>
                </a:lnTo>
                <a:lnTo>
                  <a:pt x="165457" y="1215843"/>
                </a:lnTo>
                <a:lnTo>
                  <a:pt x="167337" y="1215843"/>
                </a:lnTo>
                <a:lnTo>
                  <a:pt x="169217" y="1215843"/>
                </a:lnTo>
                <a:lnTo>
                  <a:pt x="171097" y="1215843"/>
                </a:lnTo>
                <a:lnTo>
                  <a:pt x="172978" y="1215843"/>
                </a:lnTo>
                <a:lnTo>
                  <a:pt x="174857" y="1215833"/>
                </a:lnTo>
                <a:lnTo>
                  <a:pt x="176737" y="1215833"/>
                </a:lnTo>
                <a:lnTo>
                  <a:pt x="178617" y="1215833"/>
                </a:lnTo>
                <a:lnTo>
                  <a:pt x="180498" y="1215833"/>
                </a:lnTo>
                <a:lnTo>
                  <a:pt x="182378" y="1215823"/>
                </a:lnTo>
                <a:lnTo>
                  <a:pt x="184258" y="1215823"/>
                </a:lnTo>
                <a:lnTo>
                  <a:pt x="186139" y="1215823"/>
                </a:lnTo>
                <a:lnTo>
                  <a:pt x="188019" y="1215823"/>
                </a:lnTo>
                <a:lnTo>
                  <a:pt x="189899" y="1215823"/>
                </a:lnTo>
                <a:lnTo>
                  <a:pt x="191779" y="1215814"/>
                </a:lnTo>
                <a:lnTo>
                  <a:pt x="193660" y="1215814"/>
                </a:lnTo>
                <a:lnTo>
                  <a:pt x="195540" y="1215814"/>
                </a:lnTo>
                <a:lnTo>
                  <a:pt x="197419" y="1215814"/>
                </a:lnTo>
                <a:lnTo>
                  <a:pt x="199300" y="1215804"/>
                </a:lnTo>
                <a:lnTo>
                  <a:pt x="201180" y="1215804"/>
                </a:lnTo>
                <a:lnTo>
                  <a:pt x="203060" y="1215804"/>
                </a:lnTo>
                <a:lnTo>
                  <a:pt x="204940" y="1215794"/>
                </a:lnTo>
                <a:lnTo>
                  <a:pt x="206821" y="1215794"/>
                </a:lnTo>
                <a:lnTo>
                  <a:pt x="208701" y="1215794"/>
                </a:lnTo>
                <a:lnTo>
                  <a:pt x="210581" y="1215785"/>
                </a:lnTo>
                <a:lnTo>
                  <a:pt x="212461" y="1215785"/>
                </a:lnTo>
                <a:lnTo>
                  <a:pt x="214342" y="1215785"/>
                </a:lnTo>
                <a:lnTo>
                  <a:pt x="216222" y="1215775"/>
                </a:lnTo>
                <a:lnTo>
                  <a:pt x="218101" y="1215775"/>
                </a:lnTo>
                <a:lnTo>
                  <a:pt x="219982" y="1215765"/>
                </a:lnTo>
                <a:lnTo>
                  <a:pt x="221862" y="1215765"/>
                </a:lnTo>
                <a:lnTo>
                  <a:pt x="223742" y="1215765"/>
                </a:lnTo>
                <a:lnTo>
                  <a:pt x="225622" y="1215756"/>
                </a:lnTo>
                <a:lnTo>
                  <a:pt x="227503" y="1215756"/>
                </a:lnTo>
                <a:lnTo>
                  <a:pt x="229383" y="1215746"/>
                </a:lnTo>
                <a:lnTo>
                  <a:pt x="231263" y="1215746"/>
                </a:lnTo>
                <a:lnTo>
                  <a:pt x="233144" y="1215736"/>
                </a:lnTo>
                <a:lnTo>
                  <a:pt x="235024" y="1215736"/>
                </a:lnTo>
                <a:lnTo>
                  <a:pt x="236904" y="1215726"/>
                </a:lnTo>
                <a:lnTo>
                  <a:pt x="238784" y="1215726"/>
                </a:lnTo>
                <a:lnTo>
                  <a:pt x="240664" y="1215717"/>
                </a:lnTo>
                <a:lnTo>
                  <a:pt x="242544" y="1215717"/>
                </a:lnTo>
                <a:lnTo>
                  <a:pt x="244424" y="1215707"/>
                </a:lnTo>
                <a:lnTo>
                  <a:pt x="246305" y="1215707"/>
                </a:lnTo>
                <a:lnTo>
                  <a:pt x="248185" y="1215697"/>
                </a:lnTo>
                <a:lnTo>
                  <a:pt x="250065" y="1215688"/>
                </a:lnTo>
                <a:lnTo>
                  <a:pt x="251945" y="1215688"/>
                </a:lnTo>
                <a:lnTo>
                  <a:pt x="253826" y="1215678"/>
                </a:lnTo>
                <a:lnTo>
                  <a:pt x="255706" y="1215668"/>
                </a:lnTo>
                <a:lnTo>
                  <a:pt x="257586" y="1215668"/>
                </a:lnTo>
                <a:lnTo>
                  <a:pt x="259466" y="1215658"/>
                </a:lnTo>
                <a:lnTo>
                  <a:pt x="261346" y="1215649"/>
                </a:lnTo>
                <a:lnTo>
                  <a:pt x="263226" y="1215649"/>
                </a:lnTo>
                <a:lnTo>
                  <a:pt x="265106" y="1215639"/>
                </a:lnTo>
                <a:lnTo>
                  <a:pt x="266987" y="1215629"/>
                </a:lnTo>
                <a:lnTo>
                  <a:pt x="268867" y="1215620"/>
                </a:lnTo>
                <a:lnTo>
                  <a:pt x="270747" y="1215610"/>
                </a:lnTo>
                <a:lnTo>
                  <a:pt x="272627" y="1215600"/>
                </a:lnTo>
                <a:lnTo>
                  <a:pt x="274508" y="1215600"/>
                </a:lnTo>
                <a:lnTo>
                  <a:pt x="276388" y="1215591"/>
                </a:lnTo>
                <a:lnTo>
                  <a:pt x="278268" y="1215581"/>
                </a:lnTo>
                <a:lnTo>
                  <a:pt x="280148" y="1215571"/>
                </a:lnTo>
                <a:lnTo>
                  <a:pt x="282029" y="1215561"/>
                </a:lnTo>
                <a:lnTo>
                  <a:pt x="283908" y="1215552"/>
                </a:lnTo>
                <a:lnTo>
                  <a:pt x="285788" y="1215542"/>
                </a:lnTo>
                <a:lnTo>
                  <a:pt x="287669" y="1215532"/>
                </a:lnTo>
                <a:lnTo>
                  <a:pt x="289549" y="1215523"/>
                </a:lnTo>
                <a:lnTo>
                  <a:pt x="291429" y="1215503"/>
                </a:lnTo>
                <a:lnTo>
                  <a:pt x="293309" y="1215494"/>
                </a:lnTo>
                <a:lnTo>
                  <a:pt x="295190" y="1215484"/>
                </a:lnTo>
                <a:lnTo>
                  <a:pt x="297070" y="1215474"/>
                </a:lnTo>
                <a:lnTo>
                  <a:pt x="298950" y="1215464"/>
                </a:lnTo>
                <a:lnTo>
                  <a:pt x="300831" y="1215445"/>
                </a:lnTo>
                <a:lnTo>
                  <a:pt x="302711" y="1215435"/>
                </a:lnTo>
                <a:lnTo>
                  <a:pt x="304590" y="1215426"/>
                </a:lnTo>
                <a:lnTo>
                  <a:pt x="306470" y="1215406"/>
                </a:lnTo>
                <a:lnTo>
                  <a:pt x="308351" y="1215397"/>
                </a:lnTo>
                <a:lnTo>
                  <a:pt x="310231" y="1215377"/>
                </a:lnTo>
                <a:lnTo>
                  <a:pt x="312111" y="1215367"/>
                </a:lnTo>
                <a:lnTo>
                  <a:pt x="313992" y="1215348"/>
                </a:lnTo>
                <a:lnTo>
                  <a:pt x="315872" y="1215338"/>
                </a:lnTo>
                <a:lnTo>
                  <a:pt x="317752" y="1215319"/>
                </a:lnTo>
                <a:lnTo>
                  <a:pt x="319632" y="1215299"/>
                </a:lnTo>
                <a:lnTo>
                  <a:pt x="321513" y="1215280"/>
                </a:lnTo>
                <a:lnTo>
                  <a:pt x="323393" y="1215270"/>
                </a:lnTo>
                <a:lnTo>
                  <a:pt x="325273" y="1215251"/>
                </a:lnTo>
                <a:lnTo>
                  <a:pt x="327153" y="1215232"/>
                </a:lnTo>
                <a:lnTo>
                  <a:pt x="329033" y="1215212"/>
                </a:lnTo>
                <a:lnTo>
                  <a:pt x="330913" y="1215193"/>
                </a:lnTo>
                <a:lnTo>
                  <a:pt x="332793" y="1215173"/>
                </a:lnTo>
                <a:lnTo>
                  <a:pt x="334674" y="1215154"/>
                </a:lnTo>
                <a:lnTo>
                  <a:pt x="336554" y="1215135"/>
                </a:lnTo>
                <a:lnTo>
                  <a:pt x="338434" y="1215115"/>
                </a:lnTo>
                <a:lnTo>
                  <a:pt x="340314" y="1215096"/>
                </a:lnTo>
                <a:lnTo>
                  <a:pt x="342195" y="1215067"/>
                </a:lnTo>
                <a:lnTo>
                  <a:pt x="344075" y="1215047"/>
                </a:lnTo>
                <a:lnTo>
                  <a:pt x="345955" y="1215018"/>
                </a:lnTo>
                <a:lnTo>
                  <a:pt x="347835" y="1214999"/>
                </a:lnTo>
                <a:lnTo>
                  <a:pt x="349715" y="1214970"/>
                </a:lnTo>
                <a:lnTo>
                  <a:pt x="351595" y="1214950"/>
                </a:lnTo>
                <a:lnTo>
                  <a:pt x="353475" y="1214921"/>
                </a:lnTo>
                <a:lnTo>
                  <a:pt x="355356" y="1214892"/>
                </a:lnTo>
                <a:lnTo>
                  <a:pt x="357236" y="1214873"/>
                </a:lnTo>
                <a:lnTo>
                  <a:pt x="359116" y="1214843"/>
                </a:lnTo>
                <a:lnTo>
                  <a:pt x="360996" y="1214814"/>
                </a:lnTo>
                <a:lnTo>
                  <a:pt x="362877" y="1214785"/>
                </a:lnTo>
                <a:lnTo>
                  <a:pt x="364757" y="1214756"/>
                </a:lnTo>
                <a:lnTo>
                  <a:pt x="366637" y="1214727"/>
                </a:lnTo>
                <a:lnTo>
                  <a:pt x="368518" y="1214688"/>
                </a:lnTo>
                <a:lnTo>
                  <a:pt x="370397" y="1214659"/>
                </a:lnTo>
                <a:lnTo>
                  <a:pt x="372277" y="1214630"/>
                </a:lnTo>
                <a:lnTo>
                  <a:pt x="374157" y="1214591"/>
                </a:lnTo>
                <a:lnTo>
                  <a:pt x="376038" y="1214562"/>
                </a:lnTo>
                <a:lnTo>
                  <a:pt x="377918" y="1214523"/>
                </a:lnTo>
                <a:lnTo>
                  <a:pt x="379798" y="1214485"/>
                </a:lnTo>
                <a:lnTo>
                  <a:pt x="381679" y="1214446"/>
                </a:lnTo>
                <a:lnTo>
                  <a:pt x="383559" y="1214407"/>
                </a:lnTo>
                <a:lnTo>
                  <a:pt x="385439" y="1214368"/>
                </a:lnTo>
                <a:lnTo>
                  <a:pt x="387319" y="1214329"/>
                </a:lnTo>
                <a:lnTo>
                  <a:pt x="389200" y="1214291"/>
                </a:lnTo>
                <a:lnTo>
                  <a:pt x="391079" y="1214252"/>
                </a:lnTo>
                <a:lnTo>
                  <a:pt x="392959" y="1214203"/>
                </a:lnTo>
                <a:lnTo>
                  <a:pt x="394840" y="1214164"/>
                </a:lnTo>
                <a:lnTo>
                  <a:pt x="396720" y="1214116"/>
                </a:lnTo>
                <a:lnTo>
                  <a:pt x="398600" y="1214067"/>
                </a:lnTo>
                <a:lnTo>
                  <a:pt x="400480" y="1214019"/>
                </a:lnTo>
                <a:lnTo>
                  <a:pt x="402361" y="1213970"/>
                </a:lnTo>
                <a:lnTo>
                  <a:pt x="404241" y="1213922"/>
                </a:lnTo>
                <a:lnTo>
                  <a:pt x="406121" y="1213873"/>
                </a:lnTo>
                <a:lnTo>
                  <a:pt x="408001" y="1213825"/>
                </a:lnTo>
                <a:lnTo>
                  <a:pt x="409882" y="1213767"/>
                </a:lnTo>
                <a:lnTo>
                  <a:pt x="411762" y="1213718"/>
                </a:lnTo>
                <a:lnTo>
                  <a:pt x="413641" y="1213660"/>
                </a:lnTo>
                <a:lnTo>
                  <a:pt x="415522" y="1213602"/>
                </a:lnTo>
                <a:lnTo>
                  <a:pt x="417402" y="1213543"/>
                </a:lnTo>
                <a:lnTo>
                  <a:pt x="419282" y="1213485"/>
                </a:lnTo>
                <a:lnTo>
                  <a:pt x="421162" y="1213427"/>
                </a:lnTo>
                <a:lnTo>
                  <a:pt x="423043" y="1213359"/>
                </a:lnTo>
                <a:lnTo>
                  <a:pt x="424923" y="1213301"/>
                </a:lnTo>
                <a:lnTo>
                  <a:pt x="426803" y="1213233"/>
                </a:lnTo>
                <a:lnTo>
                  <a:pt x="428684" y="1213165"/>
                </a:lnTo>
                <a:lnTo>
                  <a:pt x="430564" y="1213097"/>
                </a:lnTo>
                <a:lnTo>
                  <a:pt x="432444" y="1213029"/>
                </a:lnTo>
                <a:lnTo>
                  <a:pt x="434323" y="1212961"/>
                </a:lnTo>
                <a:lnTo>
                  <a:pt x="436204" y="1212884"/>
                </a:lnTo>
                <a:lnTo>
                  <a:pt x="438084" y="1212806"/>
                </a:lnTo>
                <a:lnTo>
                  <a:pt x="439964" y="1212738"/>
                </a:lnTo>
                <a:lnTo>
                  <a:pt x="441844" y="1212661"/>
                </a:lnTo>
                <a:lnTo>
                  <a:pt x="443725" y="1212573"/>
                </a:lnTo>
                <a:lnTo>
                  <a:pt x="445605" y="1212496"/>
                </a:lnTo>
                <a:lnTo>
                  <a:pt x="447485" y="1212408"/>
                </a:lnTo>
                <a:lnTo>
                  <a:pt x="449366" y="1212331"/>
                </a:lnTo>
                <a:lnTo>
                  <a:pt x="451246" y="1212243"/>
                </a:lnTo>
                <a:lnTo>
                  <a:pt x="453126" y="1212156"/>
                </a:lnTo>
                <a:lnTo>
                  <a:pt x="455006" y="1212059"/>
                </a:lnTo>
                <a:lnTo>
                  <a:pt x="456886" y="1211972"/>
                </a:lnTo>
                <a:lnTo>
                  <a:pt x="458766" y="1211875"/>
                </a:lnTo>
                <a:lnTo>
                  <a:pt x="460646" y="1211778"/>
                </a:lnTo>
                <a:lnTo>
                  <a:pt x="462527" y="1211681"/>
                </a:lnTo>
                <a:lnTo>
                  <a:pt x="464407" y="1211574"/>
                </a:lnTo>
                <a:lnTo>
                  <a:pt x="466287" y="1211477"/>
                </a:lnTo>
                <a:lnTo>
                  <a:pt x="468167" y="1211370"/>
                </a:lnTo>
                <a:lnTo>
                  <a:pt x="470048" y="1211263"/>
                </a:lnTo>
                <a:lnTo>
                  <a:pt x="471928" y="1211157"/>
                </a:lnTo>
                <a:lnTo>
                  <a:pt x="473808" y="1211040"/>
                </a:lnTo>
                <a:lnTo>
                  <a:pt x="475688" y="1210924"/>
                </a:lnTo>
                <a:lnTo>
                  <a:pt x="477568" y="1210807"/>
                </a:lnTo>
                <a:lnTo>
                  <a:pt x="479448" y="1210691"/>
                </a:lnTo>
                <a:lnTo>
                  <a:pt x="481328" y="1210565"/>
                </a:lnTo>
                <a:lnTo>
                  <a:pt x="483209" y="1210439"/>
                </a:lnTo>
                <a:lnTo>
                  <a:pt x="485089" y="1210313"/>
                </a:lnTo>
                <a:lnTo>
                  <a:pt x="486969" y="1210187"/>
                </a:lnTo>
                <a:lnTo>
                  <a:pt x="488849" y="1210051"/>
                </a:lnTo>
                <a:lnTo>
                  <a:pt x="490730" y="1209915"/>
                </a:lnTo>
                <a:lnTo>
                  <a:pt x="492610" y="1209779"/>
                </a:lnTo>
                <a:lnTo>
                  <a:pt x="494490" y="1209643"/>
                </a:lnTo>
                <a:lnTo>
                  <a:pt x="496371" y="1209498"/>
                </a:lnTo>
                <a:lnTo>
                  <a:pt x="498251" y="1209352"/>
                </a:lnTo>
                <a:lnTo>
                  <a:pt x="500130" y="1209197"/>
                </a:lnTo>
                <a:lnTo>
                  <a:pt x="502010" y="1209051"/>
                </a:lnTo>
                <a:lnTo>
                  <a:pt x="503891" y="1208896"/>
                </a:lnTo>
                <a:lnTo>
                  <a:pt x="505771" y="1208731"/>
                </a:lnTo>
                <a:lnTo>
                  <a:pt x="507651" y="1208576"/>
                </a:lnTo>
                <a:lnTo>
                  <a:pt x="509531" y="1208411"/>
                </a:lnTo>
                <a:lnTo>
                  <a:pt x="511412" y="1208236"/>
                </a:lnTo>
                <a:lnTo>
                  <a:pt x="513292" y="1208071"/>
                </a:lnTo>
                <a:lnTo>
                  <a:pt x="515172" y="1207897"/>
                </a:lnTo>
                <a:lnTo>
                  <a:pt x="517053" y="1207712"/>
                </a:lnTo>
                <a:lnTo>
                  <a:pt x="518933" y="1207528"/>
                </a:lnTo>
                <a:lnTo>
                  <a:pt x="520812" y="1207344"/>
                </a:lnTo>
                <a:lnTo>
                  <a:pt x="522692" y="1207159"/>
                </a:lnTo>
                <a:lnTo>
                  <a:pt x="524573" y="1206965"/>
                </a:lnTo>
                <a:lnTo>
                  <a:pt x="526453" y="1206771"/>
                </a:lnTo>
                <a:lnTo>
                  <a:pt x="528333" y="1206568"/>
                </a:lnTo>
                <a:lnTo>
                  <a:pt x="530214" y="1206364"/>
                </a:lnTo>
                <a:lnTo>
                  <a:pt x="532094" y="1206150"/>
                </a:lnTo>
                <a:lnTo>
                  <a:pt x="533974" y="1205947"/>
                </a:lnTo>
                <a:lnTo>
                  <a:pt x="535854" y="1205723"/>
                </a:lnTo>
                <a:lnTo>
                  <a:pt x="537735" y="1205510"/>
                </a:lnTo>
                <a:lnTo>
                  <a:pt x="539615" y="1205277"/>
                </a:lnTo>
                <a:lnTo>
                  <a:pt x="541495" y="1205054"/>
                </a:lnTo>
                <a:lnTo>
                  <a:pt x="543375" y="1204821"/>
                </a:lnTo>
                <a:lnTo>
                  <a:pt x="545255" y="1204579"/>
                </a:lnTo>
                <a:lnTo>
                  <a:pt x="547135" y="1204336"/>
                </a:lnTo>
                <a:lnTo>
                  <a:pt x="549015" y="1204094"/>
                </a:lnTo>
                <a:lnTo>
                  <a:pt x="550896" y="1203841"/>
                </a:lnTo>
                <a:lnTo>
                  <a:pt x="552776" y="1203589"/>
                </a:lnTo>
                <a:lnTo>
                  <a:pt x="554656" y="1203327"/>
                </a:lnTo>
                <a:lnTo>
                  <a:pt x="556536" y="1203065"/>
                </a:lnTo>
                <a:lnTo>
                  <a:pt x="558417" y="1202794"/>
                </a:lnTo>
                <a:lnTo>
                  <a:pt x="560297" y="1202512"/>
                </a:lnTo>
                <a:lnTo>
                  <a:pt x="562177" y="1202240"/>
                </a:lnTo>
                <a:lnTo>
                  <a:pt x="564057" y="1201949"/>
                </a:lnTo>
                <a:lnTo>
                  <a:pt x="565937" y="1201658"/>
                </a:lnTo>
                <a:lnTo>
                  <a:pt x="567817" y="1201367"/>
                </a:lnTo>
                <a:lnTo>
                  <a:pt x="569697" y="1201067"/>
                </a:lnTo>
                <a:lnTo>
                  <a:pt x="571578" y="1200756"/>
                </a:lnTo>
                <a:lnTo>
                  <a:pt x="573458" y="1200446"/>
                </a:lnTo>
                <a:lnTo>
                  <a:pt x="575338" y="1200125"/>
                </a:lnTo>
                <a:lnTo>
                  <a:pt x="577219" y="1199805"/>
                </a:lnTo>
                <a:lnTo>
                  <a:pt x="579099" y="1199475"/>
                </a:lnTo>
                <a:lnTo>
                  <a:pt x="580979" y="1199145"/>
                </a:lnTo>
                <a:lnTo>
                  <a:pt x="582859" y="1198806"/>
                </a:lnTo>
                <a:lnTo>
                  <a:pt x="584740" y="1198457"/>
                </a:lnTo>
                <a:lnTo>
                  <a:pt x="586619" y="1198107"/>
                </a:lnTo>
                <a:lnTo>
                  <a:pt x="588499" y="1197748"/>
                </a:lnTo>
                <a:lnTo>
                  <a:pt x="590379" y="1197380"/>
                </a:lnTo>
                <a:lnTo>
                  <a:pt x="592260" y="1197011"/>
                </a:lnTo>
                <a:lnTo>
                  <a:pt x="594140" y="1196633"/>
                </a:lnTo>
                <a:lnTo>
                  <a:pt x="596020" y="1196254"/>
                </a:lnTo>
                <a:lnTo>
                  <a:pt x="597901" y="1195866"/>
                </a:lnTo>
                <a:lnTo>
                  <a:pt x="599781" y="1195468"/>
                </a:lnTo>
                <a:lnTo>
                  <a:pt x="601661" y="1195071"/>
                </a:lnTo>
                <a:lnTo>
                  <a:pt x="603541" y="1194653"/>
                </a:lnTo>
                <a:lnTo>
                  <a:pt x="605422" y="1194236"/>
                </a:lnTo>
                <a:lnTo>
                  <a:pt x="607301" y="1193819"/>
                </a:lnTo>
                <a:lnTo>
                  <a:pt x="609181" y="1193382"/>
                </a:lnTo>
                <a:lnTo>
                  <a:pt x="611062" y="1192946"/>
                </a:lnTo>
                <a:lnTo>
                  <a:pt x="612942" y="1192499"/>
                </a:lnTo>
                <a:lnTo>
                  <a:pt x="614822" y="1192053"/>
                </a:lnTo>
                <a:lnTo>
                  <a:pt x="616702" y="1191597"/>
                </a:lnTo>
                <a:lnTo>
                  <a:pt x="618583" y="1191122"/>
                </a:lnTo>
                <a:lnTo>
                  <a:pt x="620463" y="1190656"/>
                </a:lnTo>
                <a:lnTo>
                  <a:pt x="622342" y="1190171"/>
                </a:lnTo>
                <a:lnTo>
                  <a:pt x="624224" y="1189676"/>
                </a:lnTo>
                <a:lnTo>
                  <a:pt x="626107" y="1189181"/>
                </a:lnTo>
                <a:lnTo>
                  <a:pt x="627979" y="1188677"/>
                </a:lnTo>
                <a:lnTo>
                  <a:pt x="629861" y="1188163"/>
                </a:lnTo>
                <a:lnTo>
                  <a:pt x="631744" y="1187639"/>
                </a:lnTo>
                <a:lnTo>
                  <a:pt x="633626" y="1187115"/>
                </a:lnTo>
                <a:lnTo>
                  <a:pt x="635508" y="1186571"/>
                </a:lnTo>
                <a:lnTo>
                  <a:pt x="637381" y="1186028"/>
                </a:lnTo>
                <a:lnTo>
                  <a:pt x="639263" y="1185475"/>
                </a:lnTo>
                <a:lnTo>
                  <a:pt x="641145" y="1184912"/>
                </a:lnTo>
                <a:lnTo>
                  <a:pt x="643027" y="1184340"/>
                </a:lnTo>
                <a:lnTo>
                  <a:pt x="644909" y="1183758"/>
                </a:lnTo>
                <a:lnTo>
                  <a:pt x="646782" y="1183166"/>
                </a:lnTo>
                <a:lnTo>
                  <a:pt x="648664" y="1182574"/>
                </a:lnTo>
                <a:lnTo>
                  <a:pt x="650546" y="1181963"/>
                </a:lnTo>
                <a:lnTo>
                  <a:pt x="652429" y="1181352"/>
                </a:lnTo>
                <a:lnTo>
                  <a:pt x="654311" y="1180721"/>
                </a:lnTo>
                <a:lnTo>
                  <a:pt x="656183" y="1180090"/>
                </a:lnTo>
                <a:lnTo>
                  <a:pt x="658066" y="1179440"/>
                </a:lnTo>
                <a:lnTo>
                  <a:pt x="659948" y="1178790"/>
                </a:lnTo>
                <a:lnTo>
                  <a:pt x="661830" y="1178121"/>
                </a:lnTo>
                <a:lnTo>
                  <a:pt x="663703" y="1177451"/>
                </a:lnTo>
                <a:lnTo>
                  <a:pt x="665585" y="1176772"/>
                </a:lnTo>
                <a:lnTo>
                  <a:pt x="667467" y="1176074"/>
                </a:lnTo>
                <a:lnTo>
                  <a:pt x="669349" y="1175375"/>
                </a:lnTo>
                <a:lnTo>
                  <a:pt x="671231" y="1174657"/>
                </a:lnTo>
                <a:lnTo>
                  <a:pt x="673104" y="1173939"/>
                </a:lnTo>
                <a:lnTo>
                  <a:pt x="674986" y="1173202"/>
                </a:lnTo>
                <a:lnTo>
                  <a:pt x="676868" y="1172455"/>
                </a:lnTo>
                <a:lnTo>
                  <a:pt x="678751" y="1171708"/>
                </a:lnTo>
                <a:lnTo>
                  <a:pt x="680633" y="1170941"/>
                </a:lnTo>
                <a:lnTo>
                  <a:pt x="682505" y="1170165"/>
                </a:lnTo>
                <a:lnTo>
                  <a:pt x="684387" y="1169379"/>
                </a:lnTo>
                <a:lnTo>
                  <a:pt x="686270" y="1168584"/>
                </a:lnTo>
                <a:lnTo>
                  <a:pt x="688152" y="1167769"/>
                </a:lnTo>
                <a:lnTo>
                  <a:pt x="690034" y="1166954"/>
                </a:lnTo>
                <a:lnTo>
                  <a:pt x="691907" y="1166119"/>
                </a:lnTo>
                <a:lnTo>
                  <a:pt x="693789" y="1165275"/>
                </a:lnTo>
                <a:lnTo>
                  <a:pt x="695671" y="1164431"/>
                </a:lnTo>
                <a:lnTo>
                  <a:pt x="697553" y="1163558"/>
                </a:lnTo>
                <a:lnTo>
                  <a:pt x="699435" y="1162685"/>
                </a:lnTo>
                <a:lnTo>
                  <a:pt x="701308" y="1161802"/>
                </a:lnTo>
                <a:lnTo>
                  <a:pt x="703190" y="1160900"/>
                </a:lnTo>
                <a:lnTo>
                  <a:pt x="705072" y="1159988"/>
                </a:lnTo>
                <a:lnTo>
                  <a:pt x="706955" y="1159066"/>
                </a:lnTo>
                <a:lnTo>
                  <a:pt x="708827" y="1158135"/>
                </a:lnTo>
                <a:lnTo>
                  <a:pt x="710709" y="1157184"/>
                </a:lnTo>
                <a:lnTo>
                  <a:pt x="712592" y="1156223"/>
                </a:lnTo>
                <a:lnTo>
                  <a:pt x="714474" y="1155253"/>
                </a:lnTo>
                <a:lnTo>
                  <a:pt x="716356" y="1154273"/>
                </a:lnTo>
                <a:lnTo>
                  <a:pt x="718229" y="1153274"/>
                </a:lnTo>
                <a:lnTo>
                  <a:pt x="720111" y="1152265"/>
                </a:lnTo>
                <a:lnTo>
                  <a:pt x="721993" y="1151246"/>
                </a:lnTo>
                <a:lnTo>
                  <a:pt x="723875" y="1150208"/>
                </a:lnTo>
                <a:lnTo>
                  <a:pt x="725757" y="1149160"/>
                </a:lnTo>
                <a:lnTo>
                  <a:pt x="727630" y="1148102"/>
                </a:lnTo>
                <a:lnTo>
                  <a:pt x="729512" y="1147035"/>
                </a:lnTo>
                <a:lnTo>
                  <a:pt x="731394" y="1145949"/>
                </a:lnTo>
                <a:lnTo>
                  <a:pt x="733277" y="1144843"/>
                </a:lnTo>
                <a:lnTo>
                  <a:pt x="735159" y="1143736"/>
                </a:lnTo>
                <a:lnTo>
                  <a:pt x="737031" y="1142611"/>
                </a:lnTo>
                <a:lnTo>
                  <a:pt x="738914" y="1141476"/>
                </a:lnTo>
                <a:lnTo>
                  <a:pt x="740796" y="1140321"/>
                </a:lnTo>
                <a:lnTo>
                  <a:pt x="742678" y="1139157"/>
                </a:lnTo>
                <a:lnTo>
                  <a:pt x="744560" y="1137973"/>
                </a:lnTo>
                <a:lnTo>
                  <a:pt x="746433" y="1136780"/>
                </a:lnTo>
                <a:lnTo>
                  <a:pt x="748315" y="1135577"/>
                </a:lnTo>
                <a:lnTo>
                  <a:pt x="750197" y="1134355"/>
                </a:lnTo>
                <a:lnTo>
                  <a:pt x="752079" y="1133122"/>
                </a:lnTo>
                <a:lnTo>
                  <a:pt x="753952" y="1131871"/>
                </a:lnTo>
                <a:lnTo>
                  <a:pt x="755834" y="1130610"/>
                </a:lnTo>
                <a:lnTo>
                  <a:pt x="757716" y="1129338"/>
                </a:lnTo>
                <a:lnTo>
                  <a:pt x="759598" y="1128048"/>
                </a:lnTo>
                <a:lnTo>
                  <a:pt x="761481" y="1126738"/>
                </a:lnTo>
                <a:lnTo>
                  <a:pt x="763353" y="1125419"/>
                </a:lnTo>
                <a:lnTo>
                  <a:pt x="765235" y="1124090"/>
                </a:lnTo>
                <a:lnTo>
                  <a:pt x="767118" y="1122741"/>
                </a:lnTo>
                <a:lnTo>
                  <a:pt x="769000" y="1121383"/>
                </a:lnTo>
                <a:lnTo>
                  <a:pt x="770882" y="1120005"/>
                </a:lnTo>
                <a:lnTo>
                  <a:pt x="772755" y="1118618"/>
                </a:lnTo>
                <a:lnTo>
                  <a:pt x="774637" y="1117211"/>
                </a:lnTo>
                <a:lnTo>
                  <a:pt x="776519" y="1115785"/>
                </a:lnTo>
                <a:lnTo>
                  <a:pt x="778401" y="1114358"/>
                </a:lnTo>
                <a:lnTo>
                  <a:pt x="780283" y="1112903"/>
                </a:lnTo>
                <a:lnTo>
                  <a:pt x="782156" y="1111438"/>
                </a:lnTo>
                <a:lnTo>
                  <a:pt x="784038" y="1109963"/>
                </a:lnTo>
                <a:lnTo>
                  <a:pt x="785920" y="1108469"/>
                </a:lnTo>
                <a:lnTo>
                  <a:pt x="787803" y="1106956"/>
                </a:lnTo>
                <a:lnTo>
                  <a:pt x="789685" y="1105432"/>
                </a:lnTo>
                <a:lnTo>
                  <a:pt x="791557" y="1103890"/>
                </a:lnTo>
                <a:lnTo>
                  <a:pt x="793440" y="1102337"/>
                </a:lnTo>
                <a:lnTo>
                  <a:pt x="795322" y="1100775"/>
                </a:lnTo>
                <a:lnTo>
                  <a:pt x="797204" y="1099184"/>
                </a:lnTo>
                <a:lnTo>
                  <a:pt x="799077" y="1097583"/>
                </a:lnTo>
                <a:lnTo>
                  <a:pt x="800959" y="1095973"/>
                </a:lnTo>
                <a:lnTo>
                  <a:pt x="802841" y="1094343"/>
                </a:lnTo>
                <a:lnTo>
                  <a:pt x="804723" y="1092693"/>
                </a:lnTo>
                <a:lnTo>
                  <a:pt x="806605" y="1091034"/>
                </a:lnTo>
                <a:lnTo>
                  <a:pt x="808478" y="1089366"/>
                </a:lnTo>
                <a:lnTo>
                  <a:pt x="810360" y="1087668"/>
                </a:lnTo>
                <a:lnTo>
                  <a:pt x="812242" y="1085960"/>
                </a:lnTo>
                <a:lnTo>
                  <a:pt x="814125" y="1084243"/>
                </a:lnTo>
                <a:lnTo>
                  <a:pt x="816007" y="1082506"/>
                </a:lnTo>
                <a:lnTo>
                  <a:pt x="817879" y="1080760"/>
                </a:lnTo>
                <a:lnTo>
                  <a:pt x="819762" y="1078984"/>
                </a:lnTo>
                <a:lnTo>
                  <a:pt x="821644" y="1077209"/>
                </a:lnTo>
                <a:lnTo>
                  <a:pt x="823526" y="1075404"/>
                </a:lnTo>
                <a:lnTo>
                  <a:pt x="825408" y="1073600"/>
                </a:lnTo>
                <a:lnTo>
                  <a:pt x="827281" y="1071766"/>
                </a:lnTo>
                <a:lnTo>
                  <a:pt x="829163" y="1069923"/>
                </a:lnTo>
                <a:lnTo>
                  <a:pt x="831045" y="1068069"/>
                </a:lnTo>
                <a:lnTo>
                  <a:pt x="832927" y="1066187"/>
                </a:lnTo>
                <a:lnTo>
                  <a:pt x="834800" y="1064305"/>
                </a:lnTo>
                <a:lnTo>
                  <a:pt x="836682" y="1062394"/>
                </a:lnTo>
                <a:lnTo>
                  <a:pt x="838564" y="1060473"/>
                </a:lnTo>
                <a:lnTo>
                  <a:pt x="840446" y="1058542"/>
                </a:lnTo>
                <a:lnTo>
                  <a:pt x="842329" y="1056592"/>
                </a:lnTo>
                <a:lnTo>
                  <a:pt x="844201" y="1054632"/>
                </a:lnTo>
                <a:lnTo>
                  <a:pt x="846083" y="1052653"/>
                </a:lnTo>
                <a:lnTo>
                  <a:pt x="847966" y="1050654"/>
                </a:lnTo>
                <a:lnTo>
                  <a:pt x="849848" y="1048646"/>
                </a:lnTo>
                <a:lnTo>
                  <a:pt x="851730" y="1046618"/>
                </a:lnTo>
                <a:lnTo>
                  <a:pt x="853603" y="1044581"/>
                </a:lnTo>
                <a:lnTo>
                  <a:pt x="855485" y="1042524"/>
                </a:lnTo>
                <a:lnTo>
                  <a:pt x="857367" y="1040457"/>
                </a:lnTo>
                <a:lnTo>
                  <a:pt x="859249" y="1038371"/>
                </a:lnTo>
                <a:lnTo>
                  <a:pt x="861131" y="1036276"/>
                </a:lnTo>
                <a:lnTo>
                  <a:pt x="863004" y="1034160"/>
                </a:lnTo>
                <a:lnTo>
                  <a:pt x="864886" y="1032036"/>
                </a:lnTo>
                <a:lnTo>
                  <a:pt x="866768" y="1029891"/>
                </a:lnTo>
                <a:lnTo>
                  <a:pt x="868651" y="1027738"/>
                </a:lnTo>
                <a:lnTo>
                  <a:pt x="870533" y="1025564"/>
                </a:lnTo>
                <a:lnTo>
                  <a:pt x="872405" y="1023381"/>
                </a:lnTo>
                <a:lnTo>
                  <a:pt x="874288" y="1021179"/>
                </a:lnTo>
                <a:lnTo>
                  <a:pt x="876170" y="1018967"/>
                </a:lnTo>
                <a:lnTo>
                  <a:pt x="878052" y="1016745"/>
                </a:lnTo>
                <a:lnTo>
                  <a:pt x="879925" y="1014504"/>
                </a:lnTo>
                <a:lnTo>
                  <a:pt x="881807" y="1012243"/>
                </a:lnTo>
                <a:lnTo>
                  <a:pt x="883689" y="1009973"/>
                </a:lnTo>
                <a:lnTo>
                  <a:pt x="885571" y="1007693"/>
                </a:lnTo>
                <a:lnTo>
                  <a:pt x="887453" y="1005403"/>
                </a:lnTo>
                <a:lnTo>
                  <a:pt x="889326" y="1003094"/>
                </a:lnTo>
                <a:lnTo>
                  <a:pt x="891208" y="1000775"/>
                </a:lnTo>
                <a:lnTo>
                  <a:pt x="893090" y="998437"/>
                </a:lnTo>
                <a:lnTo>
                  <a:pt x="894973" y="996089"/>
                </a:lnTo>
                <a:lnTo>
                  <a:pt x="896855" y="993732"/>
                </a:lnTo>
                <a:lnTo>
                  <a:pt x="898727" y="991355"/>
                </a:lnTo>
                <a:lnTo>
                  <a:pt x="900609" y="988968"/>
                </a:lnTo>
                <a:lnTo>
                  <a:pt x="902492" y="986571"/>
                </a:lnTo>
                <a:lnTo>
                  <a:pt x="904374" y="984165"/>
                </a:lnTo>
                <a:lnTo>
                  <a:pt x="906256" y="981740"/>
                </a:lnTo>
                <a:lnTo>
                  <a:pt x="908129" y="979305"/>
                </a:lnTo>
                <a:lnTo>
                  <a:pt x="910011" y="976860"/>
                </a:lnTo>
                <a:lnTo>
                  <a:pt x="911893" y="974405"/>
                </a:lnTo>
                <a:lnTo>
                  <a:pt x="913775" y="971931"/>
                </a:lnTo>
                <a:lnTo>
                  <a:pt x="915657" y="969447"/>
                </a:lnTo>
                <a:lnTo>
                  <a:pt x="917530" y="966963"/>
                </a:lnTo>
                <a:lnTo>
                  <a:pt x="919412" y="964460"/>
                </a:lnTo>
                <a:lnTo>
                  <a:pt x="921294" y="961947"/>
                </a:lnTo>
                <a:lnTo>
                  <a:pt x="923177" y="959415"/>
                </a:lnTo>
                <a:lnTo>
                  <a:pt x="925049" y="956883"/>
                </a:lnTo>
                <a:lnTo>
                  <a:pt x="926931" y="954341"/>
                </a:lnTo>
                <a:lnTo>
                  <a:pt x="928814" y="951780"/>
                </a:lnTo>
                <a:lnTo>
                  <a:pt x="930696" y="949218"/>
                </a:lnTo>
                <a:lnTo>
                  <a:pt x="932578" y="946647"/>
                </a:lnTo>
                <a:lnTo>
                  <a:pt x="934451" y="944057"/>
                </a:lnTo>
                <a:lnTo>
                  <a:pt x="936333" y="941466"/>
                </a:lnTo>
                <a:lnTo>
                  <a:pt x="938215" y="938856"/>
                </a:lnTo>
                <a:lnTo>
                  <a:pt x="940097" y="936246"/>
                </a:lnTo>
                <a:lnTo>
                  <a:pt x="941979" y="933627"/>
                </a:lnTo>
                <a:lnTo>
                  <a:pt x="943852" y="930998"/>
                </a:lnTo>
                <a:lnTo>
                  <a:pt x="945734" y="928359"/>
                </a:lnTo>
                <a:lnTo>
                  <a:pt x="947616" y="925720"/>
                </a:lnTo>
                <a:lnTo>
                  <a:pt x="949499" y="923061"/>
                </a:lnTo>
                <a:lnTo>
                  <a:pt x="951381" y="920403"/>
                </a:lnTo>
                <a:lnTo>
                  <a:pt x="953253" y="917735"/>
                </a:lnTo>
                <a:lnTo>
                  <a:pt x="955136" y="915057"/>
                </a:lnTo>
                <a:lnTo>
                  <a:pt x="957018" y="912379"/>
                </a:lnTo>
                <a:lnTo>
                  <a:pt x="958900" y="909682"/>
                </a:lnTo>
                <a:lnTo>
                  <a:pt x="960782" y="906994"/>
                </a:lnTo>
                <a:lnTo>
                  <a:pt x="962655" y="904288"/>
                </a:lnTo>
                <a:lnTo>
                  <a:pt x="964537" y="901581"/>
                </a:lnTo>
                <a:lnTo>
                  <a:pt x="966419" y="898864"/>
                </a:lnTo>
                <a:lnTo>
                  <a:pt x="968301" y="896147"/>
                </a:lnTo>
                <a:lnTo>
                  <a:pt x="970174" y="893421"/>
                </a:lnTo>
                <a:lnTo>
                  <a:pt x="972056" y="890695"/>
                </a:lnTo>
                <a:lnTo>
                  <a:pt x="973938" y="887959"/>
                </a:lnTo>
                <a:lnTo>
                  <a:pt x="975820" y="885226"/>
                </a:lnTo>
                <a:lnTo>
                  <a:pt x="977703" y="882484"/>
                </a:lnTo>
                <a:lnTo>
                  <a:pt x="979575" y="879738"/>
                </a:lnTo>
                <a:lnTo>
                  <a:pt x="981458" y="876990"/>
                </a:lnTo>
                <a:lnTo>
                  <a:pt x="983340" y="874237"/>
                </a:lnTo>
                <a:lnTo>
                  <a:pt x="985222" y="871482"/>
                </a:lnTo>
                <a:lnTo>
                  <a:pt x="987104" y="868724"/>
                </a:lnTo>
                <a:lnTo>
                  <a:pt x="988977" y="865964"/>
                </a:lnTo>
                <a:lnTo>
                  <a:pt x="990859" y="863202"/>
                </a:lnTo>
                <a:lnTo>
                  <a:pt x="992741" y="860438"/>
                </a:lnTo>
                <a:lnTo>
                  <a:pt x="994623" y="857673"/>
                </a:lnTo>
                <a:lnTo>
                  <a:pt x="996506" y="854906"/>
                </a:lnTo>
                <a:lnTo>
                  <a:pt x="998378" y="852139"/>
                </a:lnTo>
                <a:lnTo>
                  <a:pt x="1000260" y="849371"/>
                </a:lnTo>
                <a:lnTo>
                  <a:pt x="1002142" y="846603"/>
                </a:lnTo>
                <a:lnTo>
                  <a:pt x="1004025" y="843834"/>
                </a:lnTo>
                <a:lnTo>
                  <a:pt x="1005907" y="841066"/>
                </a:lnTo>
                <a:lnTo>
                  <a:pt x="1007779" y="838298"/>
                </a:lnTo>
                <a:lnTo>
                  <a:pt x="1009662" y="835532"/>
                </a:lnTo>
                <a:lnTo>
                  <a:pt x="1011544" y="832768"/>
                </a:lnTo>
                <a:lnTo>
                  <a:pt x="1013426" y="830005"/>
                </a:lnTo>
                <a:lnTo>
                  <a:pt x="1015299" y="827244"/>
                </a:lnTo>
                <a:lnTo>
                  <a:pt x="1017181" y="824485"/>
                </a:lnTo>
                <a:lnTo>
                  <a:pt x="1019063" y="821728"/>
                </a:lnTo>
                <a:lnTo>
                  <a:pt x="1020945" y="818976"/>
                </a:lnTo>
                <a:lnTo>
                  <a:pt x="1022827" y="816225"/>
                </a:lnTo>
                <a:lnTo>
                  <a:pt x="1024700" y="813479"/>
                </a:lnTo>
                <a:lnTo>
                  <a:pt x="1026582" y="810737"/>
                </a:lnTo>
                <a:lnTo>
                  <a:pt x="1028464" y="807999"/>
                </a:lnTo>
                <a:lnTo>
                  <a:pt x="1030347" y="805265"/>
                </a:lnTo>
                <a:lnTo>
                  <a:pt x="1032229" y="802536"/>
                </a:lnTo>
                <a:lnTo>
                  <a:pt x="1034101" y="799813"/>
                </a:lnTo>
                <a:lnTo>
                  <a:pt x="1035984" y="797096"/>
                </a:lnTo>
                <a:lnTo>
                  <a:pt x="1037866" y="794385"/>
                </a:lnTo>
                <a:lnTo>
                  <a:pt x="1039748" y="791680"/>
                </a:lnTo>
                <a:lnTo>
                  <a:pt x="1041630" y="788981"/>
                </a:lnTo>
                <a:lnTo>
                  <a:pt x="1043503" y="786289"/>
                </a:lnTo>
                <a:lnTo>
                  <a:pt x="1045385" y="783606"/>
                </a:lnTo>
                <a:lnTo>
                  <a:pt x="1047267" y="780930"/>
                </a:lnTo>
                <a:lnTo>
                  <a:pt x="1049149" y="778262"/>
                </a:lnTo>
                <a:lnTo>
                  <a:pt x="1051022" y="775601"/>
                </a:lnTo>
                <a:lnTo>
                  <a:pt x="1052904" y="772951"/>
                </a:lnTo>
                <a:lnTo>
                  <a:pt x="1054786" y="770309"/>
                </a:lnTo>
                <a:lnTo>
                  <a:pt x="1056669" y="767677"/>
                </a:lnTo>
                <a:lnTo>
                  <a:pt x="1058551" y="765054"/>
                </a:lnTo>
                <a:lnTo>
                  <a:pt x="1060423" y="762442"/>
                </a:lnTo>
                <a:lnTo>
                  <a:pt x="1062305" y="759841"/>
                </a:lnTo>
                <a:lnTo>
                  <a:pt x="1064188" y="757251"/>
                </a:lnTo>
                <a:lnTo>
                  <a:pt x="1066070" y="754671"/>
                </a:lnTo>
                <a:lnTo>
                  <a:pt x="1067952" y="752104"/>
                </a:lnTo>
                <a:lnTo>
                  <a:pt x="1069825" y="749547"/>
                </a:lnTo>
                <a:lnTo>
                  <a:pt x="1071707" y="747004"/>
                </a:lnTo>
                <a:lnTo>
                  <a:pt x="1073589" y="744474"/>
                </a:lnTo>
                <a:lnTo>
                  <a:pt x="1075471" y="741956"/>
                </a:lnTo>
                <a:lnTo>
                  <a:pt x="1077354" y="739452"/>
                </a:lnTo>
                <a:lnTo>
                  <a:pt x="1079226" y="736961"/>
                </a:lnTo>
                <a:lnTo>
                  <a:pt x="1081108" y="734485"/>
                </a:lnTo>
                <a:lnTo>
                  <a:pt x="1082990" y="732023"/>
                </a:lnTo>
                <a:lnTo>
                  <a:pt x="1084873" y="729576"/>
                </a:lnTo>
                <a:lnTo>
                  <a:pt x="1086755" y="727144"/>
                </a:lnTo>
                <a:lnTo>
                  <a:pt x="1088627" y="724728"/>
                </a:lnTo>
                <a:lnTo>
                  <a:pt x="1090510" y="722328"/>
                </a:lnTo>
                <a:lnTo>
                  <a:pt x="1092392" y="719943"/>
                </a:lnTo>
                <a:lnTo>
                  <a:pt x="1094274" y="717576"/>
                </a:lnTo>
                <a:lnTo>
                  <a:pt x="1096147" y="715225"/>
                </a:lnTo>
                <a:lnTo>
                  <a:pt x="1098029" y="712891"/>
                </a:lnTo>
                <a:lnTo>
                  <a:pt x="1099911" y="710576"/>
                </a:lnTo>
                <a:lnTo>
                  <a:pt x="1101793" y="708277"/>
                </a:lnTo>
                <a:lnTo>
                  <a:pt x="1103675" y="705998"/>
                </a:lnTo>
                <a:lnTo>
                  <a:pt x="1105548" y="703736"/>
                </a:lnTo>
                <a:lnTo>
                  <a:pt x="1107430" y="701494"/>
                </a:lnTo>
                <a:lnTo>
                  <a:pt x="1109312" y="699272"/>
                </a:lnTo>
                <a:lnTo>
                  <a:pt x="1111195" y="697068"/>
                </a:lnTo>
                <a:lnTo>
                  <a:pt x="1113077" y="694885"/>
                </a:lnTo>
                <a:lnTo>
                  <a:pt x="1114949" y="692723"/>
                </a:lnTo>
                <a:lnTo>
                  <a:pt x="1116831" y="690580"/>
                </a:lnTo>
                <a:lnTo>
                  <a:pt x="1118714" y="688459"/>
                </a:lnTo>
                <a:lnTo>
                  <a:pt x="1120596" y="686359"/>
                </a:lnTo>
                <a:lnTo>
                  <a:pt x="1122478" y="684281"/>
                </a:lnTo>
                <a:lnTo>
                  <a:pt x="1124351" y="682225"/>
                </a:lnTo>
                <a:lnTo>
                  <a:pt x="1126233" y="680190"/>
                </a:lnTo>
                <a:lnTo>
                  <a:pt x="1128115" y="678178"/>
                </a:lnTo>
                <a:lnTo>
                  <a:pt x="1129997" y="676190"/>
                </a:lnTo>
                <a:lnTo>
                  <a:pt x="1131880" y="674224"/>
                </a:lnTo>
                <a:lnTo>
                  <a:pt x="1133752" y="672282"/>
                </a:lnTo>
                <a:lnTo>
                  <a:pt x="1135634" y="670364"/>
                </a:lnTo>
                <a:lnTo>
                  <a:pt x="1137517" y="668469"/>
                </a:lnTo>
                <a:lnTo>
                  <a:pt x="1139399" y="666600"/>
                </a:lnTo>
                <a:lnTo>
                  <a:pt x="1141271" y="664754"/>
                </a:lnTo>
                <a:lnTo>
                  <a:pt x="1143153" y="662934"/>
                </a:lnTo>
                <a:lnTo>
                  <a:pt x="1145036" y="661139"/>
                </a:lnTo>
                <a:lnTo>
                  <a:pt x="1146918" y="659370"/>
                </a:lnTo>
                <a:lnTo>
                  <a:pt x="1148800" y="657626"/>
                </a:lnTo>
                <a:lnTo>
                  <a:pt x="1150673" y="655909"/>
                </a:lnTo>
                <a:lnTo>
                  <a:pt x="1152555" y="654218"/>
                </a:lnTo>
                <a:lnTo>
                  <a:pt x="1154437" y="652553"/>
                </a:lnTo>
                <a:lnTo>
                  <a:pt x="1156319" y="650915"/>
                </a:lnTo>
                <a:lnTo>
                  <a:pt x="1158201" y="649306"/>
                </a:lnTo>
                <a:lnTo>
                  <a:pt x="1160074" y="647722"/>
                </a:lnTo>
                <a:lnTo>
                  <a:pt x="1161956" y="646167"/>
                </a:lnTo>
                <a:lnTo>
                  <a:pt x="1163838" y="644640"/>
                </a:lnTo>
                <a:lnTo>
                  <a:pt x="1165721" y="643141"/>
                </a:lnTo>
                <a:lnTo>
                  <a:pt x="1167603" y="641670"/>
                </a:lnTo>
                <a:lnTo>
                  <a:pt x="1169475" y="640227"/>
                </a:lnTo>
                <a:lnTo>
                  <a:pt x="1171358" y="638815"/>
                </a:lnTo>
                <a:lnTo>
                  <a:pt x="1173240" y="637430"/>
                </a:lnTo>
                <a:lnTo>
                  <a:pt x="1175122" y="636076"/>
                </a:lnTo>
                <a:lnTo>
                  <a:pt x="1177004" y="634750"/>
                </a:lnTo>
                <a:lnTo>
                  <a:pt x="1178877" y="633455"/>
                </a:lnTo>
                <a:lnTo>
                  <a:pt x="1180759" y="632190"/>
                </a:lnTo>
                <a:lnTo>
                  <a:pt x="1182641" y="630955"/>
                </a:lnTo>
                <a:lnTo>
                  <a:pt x="1184523" y="629751"/>
                </a:lnTo>
                <a:lnTo>
                  <a:pt x="1186396" y="628577"/>
                </a:lnTo>
                <a:lnTo>
                  <a:pt x="1188278" y="627434"/>
                </a:lnTo>
                <a:lnTo>
                  <a:pt x="1190160" y="626321"/>
                </a:lnTo>
                <a:lnTo>
                  <a:pt x="1192043" y="625240"/>
                </a:lnTo>
                <a:lnTo>
                  <a:pt x="1193925" y="624191"/>
                </a:lnTo>
                <a:lnTo>
                  <a:pt x="1195797" y="623173"/>
                </a:lnTo>
                <a:lnTo>
                  <a:pt x="1197680" y="622186"/>
                </a:lnTo>
                <a:lnTo>
                  <a:pt x="1199562" y="621232"/>
                </a:lnTo>
                <a:lnTo>
                  <a:pt x="1201444" y="620310"/>
                </a:lnTo>
                <a:lnTo>
                  <a:pt x="1203326" y="619419"/>
                </a:lnTo>
                <a:lnTo>
                  <a:pt x="1205199" y="618561"/>
                </a:lnTo>
                <a:lnTo>
                  <a:pt x="1207081" y="617736"/>
                </a:lnTo>
                <a:lnTo>
                  <a:pt x="1208963" y="616943"/>
                </a:lnTo>
                <a:lnTo>
                  <a:pt x="1210845" y="616183"/>
                </a:lnTo>
                <a:lnTo>
                  <a:pt x="1212728" y="615456"/>
                </a:lnTo>
                <a:lnTo>
                  <a:pt x="1214600" y="614762"/>
                </a:lnTo>
                <a:lnTo>
                  <a:pt x="1216482" y="614100"/>
                </a:lnTo>
                <a:lnTo>
                  <a:pt x="1218364" y="613473"/>
                </a:lnTo>
                <a:lnTo>
                  <a:pt x="1220247" y="612879"/>
                </a:lnTo>
                <a:lnTo>
                  <a:pt x="1222129" y="612317"/>
                </a:lnTo>
                <a:lnTo>
                  <a:pt x="1224001" y="611790"/>
                </a:lnTo>
                <a:lnTo>
                  <a:pt x="1225884" y="611296"/>
                </a:lnTo>
                <a:lnTo>
                  <a:pt x="1227766" y="610836"/>
                </a:lnTo>
                <a:lnTo>
                  <a:pt x="1229648" y="610410"/>
                </a:lnTo>
                <a:lnTo>
                  <a:pt x="1231521" y="610017"/>
                </a:lnTo>
                <a:lnTo>
                  <a:pt x="1233403" y="609658"/>
                </a:lnTo>
                <a:lnTo>
                  <a:pt x="1235285" y="609334"/>
                </a:lnTo>
                <a:lnTo>
                  <a:pt x="1237167" y="609043"/>
                </a:lnTo>
                <a:lnTo>
                  <a:pt x="1239050" y="608786"/>
                </a:lnTo>
                <a:lnTo>
                  <a:pt x="1240922" y="608563"/>
                </a:lnTo>
                <a:lnTo>
                  <a:pt x="1242804" y="608375"/>
                </a:lnTo>
                <a:lnTo>
                  <a:pt x="1244686" y="608221"/>
                </a:lnTo>
                <a:lnTo>
                  <a:pt x="1246569" y="608102"/>
                </a:lnTo>
                <a:lnTo>
                  <a:pt x="1248451" y="608016"/>
                </a:lnTo>
                <a:lnTo>
                  <a:pt x="1250323" y="607965"/>
                </a:lnTo>
                <a:lnTo>
                  <a:pt x="1252206" y="0"/>
                </a:lnTo>
                <a:lnTo>
                  <a:pt x="1254088" y="137"/>
                </a:lnTo>
                <a:lnTo>
                  <a:pt x="1255970" y="548"/>
                </a:lnTo>
                <a:lnTo>
                  <a:pt x="1257852" y="1233"/>
                </a:lnTo>
                <a:lnTo>
                  <a:pt x="1259725" y="2191"/>
                </a:lnTo>
                <a:lnTo>
                  <a:pt x="1261607" y="3422"/>
                </a:lnTo>
                <a:lnTo>
                  <a:pt x="1263489" y="4924"/>
                </a:lnTo>
                <a:lnTo>
                  <a:pt x="1265371" y="6697"/>
                </a:lnTo>
                <a:lnTo>
                  <a:pt x="1267244" y="8740"/>
                </a:lnTo>
                <a:lnTo>
                  <a:pt x="1269126" y="11051"/>
                </a:lnTo>
                <a:lnTo>
                  <a:pt x="1271008" y="13629"/>
                </a:lnTo>
                <a:lnTo>
                  <a:pt x="1272891" y="16472"/>
                </a:lnTo>
                <a:lnTo>
                  <a:pt x="1274773" y="19577"/>
                </a:lnTo>
                <a:lnTo>
                  <a:pt x="1276645" y="22944"/>
                </a:lnTo>
                <a:lnTo>
                  <a:pt x="1278527" y="26570"/>
                </a:lnTo>
                <a:lnTo>
                  <a:pt x="1280410" y="30451"/>
                </a:lnTo>
                <a:lnTo>
                  <a:pt x="1282292" y="34586"/>
                </a:lnTo>
                <a:lnTo>
                  <a:pt x="1284174" y="38973"/>
                </a:lnTo>
                <a:lnTo>
                  <a:pt x="1286047" y="43606"/>
                </a:lnTo>
                <a:lnTo>
                  <a:pt x="1287929" y="48486"/>
                </a:lnTo>
                <a:lnTo>
                  <a:pt x="1289811" y="53607"/>
                </a:lnTo>
                <a:lnTo>
                  <a:pt x="1291693" y="58967"/>
                </a:lnTo>
                <a:lnTo>
                  <a:pt x="1293576" y="64561"/>
                </a:lnTo>
                <a:lnTo>
                  <a:pt x="1295448" y="70386"/>
                </a:lnTo>
                <a:lnTo>
                  <a:pt x="1297330" y="76440"/>
                </a:lnTo>
                <a:lnTo>
                  <a:pt x="1299213" y="82716"/>
                </a:lnTo>
                <a:lnTo>
                  <a:pt x="1301095" y="89211"/>
                </a:lnTo>
                <a:lnTo>
                  <a:pt x="1302977" y="95923"/>
                </a:lnTo>
                <a:lnTo>
                  <a:pt x="1304849" y="102845"/>
                </a:lnTo>
                <a:lnTo>
                  <a:pt x="1306732" y="109974"/>
                </a:lnTo>
                <a:lnTo>
                  <a:pt x="1308614" y="117305"/>
                </a:lnTo>
                <a:lnTo>
                  <a:pt x="1310496" y="124833"/>
                </a:lnTo>
                <a:lnTo>
                  <a:pt x="1312369" y="132554"/>
                </a:lnTo>
                <a:lnTo>
                  <a:pt x="1314251" y="140463"/>
                </a:lnTo>
                <a:lnTo>
                  <a:pt x="1316133" y="148555"/>
                </a:lnTo>
                <a:lnTo>
                  <a:pt x="1318015" y="156824"/>
                </a:lnTo>
                <a:lnTo>
                  <a:pt x="1319897" y="165267"/>
                </a:lnTo>
                <a:lnTo>
                  <a:pt x="1321770" y="173876"/>
                </a:lnTo>
                <a:lnTo>
                  <a:pt x="1323652" y="182649"/>
                </a:lnTo>
                <a:lnTo>
                  <a:pt x="1325534" y="191579"/>
                </a:lnTo>
                <a:lnTo>
                  <a:pt x="1327417" y="200660"/>
                </a:lnTo>
                <a:lnTo>
                  <a:pt x="1329299" y="209888"/>
                </a:lnTo>
                <a:lnTo>
                  <a:pt x="1331171" y="219256"/>
                </a:lnTo>
                <a:lnTo>
                  <a:pt x="1333054" y="228760"/>
                </a:lnTo>
                <a:lnTo>
                  <a:pt x="1334936" y="238394"/>
                </a:lnTo>
                <a:lnTo>
                  <a:pt x="1336818" y="248152"/>
                </a:lnTo>
                <a:lnTo>
                  <a:pt x="1338700" y="258028"/>
                </a:lnTo>
                <a:lnTo>
                  <a:pt x="1340573" y="268017"/>
                </a:lnTo>
                <a:lnTo>
                  <a:pt x="1342455" y="278114"/>
                </a:lnTo>
                <a:lnTo>
                  <a:pt x="1344337" y="288312"/>
                </a:lnTo>
                <a:lnTo>
                  <a:pt x="1346219" y="298606"/>
                </a:lnTo>
                <a:lnTo>
                  <a:pt x="1348102" y="308990"/>
                </a:lnTo>
                <a:lnTo>
                  <a:pt x="1349974" y="319459"/>
                </a:lnTo>
                <a:lnTo>
                  <a:pt x="1351856" y="330007"/>
                </a:lnTo>
                <a:lnTo>
                  <a:pt x="1353739" y="340628"/>
                </a:lnTo>
                <a:lnTo>
                  <a:pt x="1355621" y="351317"/>
                </a:lnTo>
                <a:lnTo>
                  <a:pt x="1357493" y="362068"/>
                </a:lnTo>
                <a:lnTo>
                  <a:pt x="1359376" y="372875"/>
                </a:lnTo>
                <a:lnTo>
                  <a:pt x="1361258" y="383733"/>
                </a:lnTo>
                <a:lnTo>
                  <a:pt x="1363140" y="394636"/>
                </a:lnTo>
                <a:lnTo>
                  <a:pt x="1365022" y="405579"/>
                </a:lnTo>
                <a:lnTo>
                  <a:pt x="1366895" y="416556"/>
                </a:lnTo>
                <a:lnTo>
                  <a:pt x="1368777" y="427563"/>
                </a:lnTo>
                <a:lnTo>
                  <a:pt x="1370659" y="438592"/>
                </a:lnTo>
                <a:lnTo>
                  <a:pt x="1372541" y="449641"/>
                </a:lnTo>
                <a:lnTo>
                  <a:pt x="1374423" y="460704"/>
                </a:lnTo>
                <a:lnTo>
                  <a:pt x="1376296" y="471774"/>
                </a:lnTo>
                <a:lnTo>
                  <a:pt x="1378178" y="482847"/>
                </a:lnTo>
                <a:lnTo>
                  <a:pt x="1380060" y="493917"/>
                </a:lnTo>
                <a:lnTo>
                  <a:pt x="1381943" y="504981"/>
                </a:lnTo>
                <a:lnTo>
                  <a:pt x="1383825" y="516034"/>
                </a:lnTo>
                <a:lnTo>
                  <a:pt x="1385697" y="527070"/>
                </a:lnTo>
                <a:lnTo>
                  <a:pt x="1387580" y="538084"/>
                </a:lnTo>
                <a:lnTo>
                  <a:pt x="1389462" y="549074"/>
                </a:lnTo>
                <a:lnTo>
                  <a:pt x="1391344" y="560032"/>
                </a:lnTo>
                <a:lnTo>
                  <a:pt x="1393226" y="570956"/>
                </a:lnTo>
                <a:lnTo>
                  <a:pt x="1395099" y="581841"/>
                </a:lnTo>
                <a:lnTo>
                  <a:pt x="1396981" y="592683"/>
                </a:lnTo>
                <a:lnTo>
                  <a:pt x="1398863" y="603476"/>
                </a:lnTo>
                <a:lnTo>
                  <a:pt x="1400745" y="614220"/>
                </a:lnTo>
                <a:lnTo>
                  <a:pt x="1402618" y="624908"/>
                </a:lnTo>
                <a:lnTo>
                  <a:pt x="1404500" y="635537"/>
                </a:lnTo>
                <a:lnTo>
                  <a:pt x="1406382" y="646103"/>
                </a:lnTo>
                <a:lnTo>
                  <a:pt x="1408265" y="656603"/>
                </a:lnTo>
                <a:lnTo>
                  <a:pt x="1410147" y="667033"/>
                </a:lnTo>
                <a:lnTo>
                  <a:pt x="1412019" y="677390"/>
                </a:lnTo>
                <a:lnTo>
                  <a:pt x="1413902" y="687672"/>
                </a:lnTo>
                <a:lnTo>
                  <a:pt x="1415784" y="697873"/>
                </a:lnTo>
                <a:lnTo>
                  <a:pt x="1417666" y="707992"/>
                </a:lnTo>
                <a:lnTo>
                  <a:pt x="1419548" y="718025"/>
                </a:lnTo>
                <a:lnTo>
                  <a:pt x="1421421" y="727970"/>
                </a:lnTo>
                <a:lnTo>
                  <a:pt x="1423303" y="737825"/>
                </a:lnTo>
                <a:lnTo>
                  <a:pt x="1425185" y="747585"/>
                </a:lnTo>
                <a:lnTo>
                  <a:pt x="1427067" y="757251"/>
                </a:lnTo>
                <a:lnTo>
                  <a:pt x="1428950" y="766818"/>
                </a:lnTo>
                <a:lnTo>
                  <a:pt x="1430822" y="776284"/>
                </a:lnTo>
                <a:lnTo>
                  <a:pt x="1432704" y="785648"/>
                </a:lnTo>
                <a:lnTo>
                  <a:pt x="1434586" y="794908"/>
                </a:lnTo>
                <a:lnTo>
                  <a:pt x="1436469" y="804061"/>
                </a:lnTo>
                <a:lnTo>
                  <a:pt x="1438351" y="813105"/>
                </a:lnTo>
                <a:lnTo>
                  <a:pt x="1440223" y="822040"/>
                </a:lnTo>
                <a:lnTo>
                  <a:pt x="1442106" y="830864"/>
                </a:lnTo>
                <a:lnTo>
                  <a:pt x="1443988" y="839574"/>
                </a:lnTo>
                <a:lnTo>
                  <a:pt x="1445870" y="848170"/>
                </a:lnTo>
                <a:lnTo>
                  <a:pt x="1447743" y="856652"/>
                </a:lnTo>
                <a:lnTo>
                  <a:pt x="1449625" y="865016"/>
                </a:lnTo>
                <a:lnTo>
                  <a:pt x="1451507" y="873264"/>
                </a:lnTo>
                <a:lnTo>
                  <a:pt x="1453389" y="881392"/>
                </a:lnTo>
                <a:lnTo>
                  <a:pt x="1455272" y="889404"/>
                </a:lnTo>
                <a:lnTo>
                  <a:pt x="1457144" y="897292"/>
                </a:lnTo>
                <a:lnTo>
                  <a:pt x="1459026" y="905064"/>
                </a:lnTo>
                <a:lnTo>
                  <a:pt x="1460908" y="912709"/>
                </a:lnTo>
                <a:lnTo>
                  <a:pt x="1462791" y="920238"/>
                </a:lnTo>
                <a:lnTo>
                  <a:pt x="1464673" y="927641"/>
                </a:lnTo>
                <a:lnTo>
                  <a:pt x="1466545" y="934917"/>
                </a:lnTo>
                <a:lnTo>
                  <a:pt x="1468428" y="942077"/>
                </a:lnTo>
                <a:lnTo>
                  <a:pt x="1470310" y="949121"/>
                </a:lnTo>
                <a:lnTo>
                  <a:pt x="1472192" y="956039"/>
                </a:lnTo>
                <a:lnTo>
                  <a:pt x="1474074" y="962830"/>
                </a:lnTo>
                <a:lnTo>
                  <a:pt x="1475947" y="969496"/>
                </a:lnTo>
                <a:lnTo>
                  <a:pt x="1477829" y="976054"/>
                </a:lnTo>
                <a:lnTo>
                  <a:pt x="1479711" y="982477"/>
                </a:lnTo>
                <a:lnTo>
                  <a:pt x="1481593" y="988784"/>
                </a:lnTo>
                <a:lnTo>
                  <a:pt x="1483466" y="994973"/>
                </a:lnTo>
                <a:lnTo>
                  <a:pt x="1485348" y="1001037"/>
                </a:lnTo>
                <a:lnTo>
                  <a:pt x="1487230" y="1006985"/>
                </a:lnTo>
                <a:lnTo>
                  <a:pt x="1489113" y="1012816"/>
                </a:lnTo>
                <a:lnTo>
                  <a:pt x="1490995" y="1018521"/>
                </a:lnTo>
                <a:lnTo>
                  <a:pt x="1492867" y="1024119"/>
                </a:lnTo>
                <a:lnTo>
                  <a:pt x="1494749" y="1029591"/>
                </a:lnTo>
                <a:lnTo>
                  <a:pt x="1496632" y="1034956"/>
                </a:lnTo>
                <a:lnTo>
                  <a:pt x="1498514" y="1040195"/>
                </a:lnTo>
                <a:lnTo>
                  <a:pt x="1500396" y="1045328"/>
                </a:lnTo>
                <a:lnTo>
                  <a:pt x="1502269" y="1050353"/>
                </a:lnTo>
                <a:lnTo>
                  <a:pt x="1504151" y="1055263"/>
                </a:lnTo>
                <a:lnTo>
                  <a:pt x="1506033" y="1060055"/>
                </a:lnTo>
                <a:lnTo>
                  <a:pt x="1507915" y="1064742"/>
                </a:lnTo>
                <a:lnTo>
                  <a:pt x="1509798" y="1069321"/>
                </a:lnTo>
                <a:lnTo>
                  <a:pt x="1511670" y="1073803"/>
                </a:lnTo>
                <a:lnTo>
                  <a:pt x="1513552" y="1078169"/>
                </a:lnTo>
                <a:lnTo>
                  <a:pt x="1515435" y="1082429"/>
                </a:lnTo>
                <a:lnTo>
                  <a:pt x="1517317" y="1086591"/>
                </a:lnTo>
                <a:lnTo>
                  <a:pt x="1519199" y="1090656"/>
                </a:lnTo>
                <a:lnTo>
                  <a:pt x="1521071" y="1094615"/>
                </a:lnTo>
                <a:lnTo>
                  <a:pt x="1522954" y="1098476"/>
                </a:lnTo>
                <a:lnTo>
                  <a:pt x="1524836" y="1102240"/>
                </a:lnTo>
                <a:lnTo>
                  <a:pt x="1526718" y="1105908"/>
                </a:lnTo>
                <a:lnTo>
                  <a:pt x="1528591" y="1109478"/>
                </a:lnTo>
                <a:lnTo>
                  <a:pt x="1530473" y="1112961"/>
                </a:lnTo>
                <a:lnTo>
                  <a:pt x="1532355" y="1116347"/>
                </a:lnTo>
                <a:lnTo>
                  <a:pt x="1534237" y="1119646"/>
                </a:lnTo>
                <a:lnTo>
                  <a:pt x="1536119" y="1122858"/>
                </a:lnTo>
                <a:lnTo>
                  <a:pt x="1537992" y="1125982"/>
                </a:lnTo>
                <a:lnTo>
                  <a:pt x="1539874" y="1129018"/>
                </a:lnTo>
                <a:lnTo>
                  <a:pt x="1541756" y="1131977"/>
                </a:lnTo>
                <a:lnTo>
                  <a:pt x="1543639" y="1134849"/>
                </a:lnTo>
                <a:lnTo>
                  <a:pt x="1545521" y="1137644"/>
                </a:lnTo>
                <a:lnTo>
                  <a:pt x="1547393" y="1140350"/>
                </a:lnTo>
                <a:lnTo>
                  <a:pt x="1549276" y="1142989"/>
                </a:lnTo>
                <a:lnTo>
                  <a:pt x="1551158" y="1145551"/>
                </a:lnTo>
                <a:lnTo>
                  <a:pt x="1553040" y="1148035"/>
                </a:lnTo>
                <a:lnTo>
                  <a:pt x="1554922" y="1150441"/>
                </a:lnTo>
                <a:lnTo>
                  <a:pt x="1556795" y="1152789"/>
                </a:lnTo>
                <a:lnTo>
                  <a:pt x="1558677" y="1155059"/>
                </a:lnTo>
                <a:lnTo>
                  <a:pt x="1560559" y="1157261"/>
                </a:lnTo>
                <a:lnTo>
                  <a:pt x="1562441" y="1159396"/>
                </a:lnTo>
                <a:lnTo>
                  <a:pt x="1564324" y="1161462"/>
                </a:lnTo>
                <a:lnTo>
                  <a:pt x="1566196" y="1163471"/>
                </a:lnTo>
                <a:lnTo>
                  <a:pt x="1568078" y="1165411"/>
                </a:lnTo>
                <a:lnTo>
                  <a:pt x="1569961" y="1167293"/>
                </a:lnTo>
                <a:lnTo>
                  <a:pt x="1571843" y="1169117"/>
                </a:lnTo>
                <a:lnTo>
                  <a:pt x="1573715" y="1170873"/>
                </a:lnTo>
                <a:lnTo>
                  <a:pt x="1575598" y="1172581"/>
                </a:lnTo>
                <a:lnTo>
                  <a:pt x="1577480" y="1174240"/>
                </a:lnTo>
                <a:lnTo>
                  <a:pt x="1579362" y="1175831"/>
                </a:lnTo>
                <a:lnTo>
                  <a:pt x="1581244" y="1177384"/>
                </a:lnTo>
                <a:lnTo>
                  <a:pt x="1583117" y="1178878"/>
                </a:lnTo>
                <a:lnTo>
                  <a:pt x="1584999" y="1180323"/>
                </a:lnTo>
                <a:lnTo>
                  <a:pt x="1586881" y="1181711"/>
                </a:lnTo>
                <a:lnTo>
                  <a:pt x="1588763" y="1183059"/>
                </a:lnTo>
                <a:lnTo>
                  <a:pt x="1590646" y="1184369"/>
                </a:lnTo>
                <a:lnTo>
                  <a:pt x="1592518" y="1185621"/>
                </a:lnTo>
                <a:lnTo>
                  <a:pt x="1594400" y="1186833"/>
                </a:lnTo>
                <a:lnTo>
                  <a:pt x="1596282" y="1188007"/>
                </a:lnTo>
                <a:lnTo>
                  <a:pt x="1598165" y="1189133"/>
                </a:lnTo>
                <a:lnTo>
                  <a:pt x="1600047" y="1190229"/>
                </a:lnTo>
                <a:lnTo>
                  <a:pt x="1601919" y="1191277"/>
                </a:lnTo>
                <a:lnTo>
                  <a:pt x="1603802" y="1192296"/>
                </a:lnTo>
                <a:lnTo>
                  <a:pt x="1605684" y="1193266"/>
                </a:lnTo>
                <a:lnTo>
                  <a:pt x="1607566" y="1194207"/>
                </a:lnTo>
                <a:lnTo>
                  <a:pt x="1609448" y="1195119"/>
                </a:lnTo>
                <a:lnTo>
                  <a:pt x="1611321" y="1195992"/>
                </a:lnTo>
                <a:lnTo>
                  <a:pt x="1613203" y="1196836"/>
                </a:lnTo>
                <a:lnTo>
                  <a:pt x="1615085" y="1197642"/>
                </a:lnTo>
                <a:lnTo>
                  <a:pt x="1616968" y="1198418"/>
                </a:lnTo>
                <a:lnTo>
                  <a:pt x="1618840" y="1199175"/>
                </a:lnTo>
                <a:lnTo>
                  <a:pt x="1620722" y="1199892"/>
                </a:lnTo>
                <a:lnTo>
                  <a:pt x="1622604" y="1200581"/>
                </a:lnTo>
                <a:lnTo>
                  <a:pt x="1624487" y="1201251"/>
                </a:lnTo>
                <a:lnTo>
                  <a:pt x="1626369" y="1201891"/>
                </a:lnTo>
                <a:lnTo>
                  <a:pt x="1628241" y="1202512"/>
                </a:lnTo>
                <a:lnTo>
                  <a:pt x="1630124" y="1203104"/>
                </a:lnTo>
                <a:lnTo>
                  <a:pt x="1632006" y="1203667"/>
                </a:lnTo>
                <a:lnTo>
                  <a:pt x="1633888" y="1204210"/>
                </a:lnTo>
                <a:lnTo>
                  <a:pt x="1635770" y="1204734"/>
                </a:lnTo>
                <a:lnTo>
                  <a:pt x="1637643" y="1205238"/>
                </a:lnTo>
                <a:lnTo>
                  <a:pt x="1639525" y="1205723"/>
                </a:lnTo>
                <a:lnTo>
                  <a:pt x="1641407" y="1206189"/>
                </a:lnTo>
                <a:lnTo>
                  <a:pt x="1643289" y="1206626"/>
                </a:lnTo>
                <a:lnTo>
                  <a:pt x="1645171" y="1207053"/>
                </a:lnTo>
                <a:lnTo>
                  <a:pt x="1647044" y="1207460"/>
                </a:lnTo>
                <a:lnTo>
                  <a:pt x="1648926" y="1207858"/>
                </a:lnTo>
                <a:lnTo>
                  <a:pt x="1650808" y="1208227"/>
                </a:lnTo>
                <a:lnTo>
                  <a:pt x="1652691" y="1208586"/>
                </a:lnTo>
                <a:lnTo>
                  <a:pt x="1654573" y="1208925"/>
                </a:lnTo>
                <a:lnTo>
                  <a:pt x="1656445" y="1209255"/>
                </a:lnTo>
                <a:lnTo>
                  <a:pt x="1658328" y="1209575"/>
                </a:lnTo>
                <a:lnTo>
                  <a:pt x="1660210" y="1209876"/>
                </a:lnTo>
                <a:lnTo>
                  <a:pt x="1662092" y="1210167"/>
                </a:lnTo>
                <a:lnTo>
                  <a:pt x="1663965" y="1210439"/>
                </a:lnTo>
                <a:lnTo>
                  <a:pt x="1665847" y="1210701"/>
                </a:lnTo>
                <a:lnTo>
                  <a:pt x="1667729" y="1210953"/>
                </a:lnTo>
                <a:lnTo>
                  <a:pt x="1669611" y="1211195"/>
                </a:lnTo>
                <a:lnTo>
                  <a:pt x="1671494" y="1211428"/>
                </a:lnTo>
                <a:lnTo>
                  <a:pt x="1673366" y="1211642"/>
                </a:lnTo>
                <a:lnTo>
                  <a:pt x="1675248" y="1211855"/>
                </a:lnTo>
                <a:lnTo>
                  <a:pt x="1677131" y="1212049"/>
                </a:lnTo>
                <a:lnTo>
                  <a:pt x="1679013" y="1212243"/>
                </a:lnTo>
                <a:lnTo>
                  <a:pt x="1680895" y="1212428"/>
                </a:lnTo>
                <a:lnTo>
                  <a:pt x="1682767" y="1212602"/>
                </a:lnTo>
                <a:lnTo>
                  <a:pt x="1684650" y="1212767"/>
                </a:lnTo>
                <a:lnTo>
                  <a:pt x="1686532" y="1212922"/>
                </a:lnTo>
                <a:lnTo>
                  <a:pt x="1688414" y="1213078"/>
                </a:lnTo>
                <a:lnTo>
                  <a:pt x="1690296" y="1213223"/>
                </a:lnTo>
                <a:lnTo>
                  <a:pt x="1692169" y="1213359"/>
                </a:lnTo>
                <a:lnTo>
                  <a:pt x="1694051" y="1213485"/>
                </a:lnTo>
                <a:lnTo>
                  <a:pt x="1695933" y="1213611"/>
                </a:lnTo>
                <a:lnTo>
                  <a:pt x="1697815" y="1213728"/>
                </a:lnTo>
                <a:lnTo>
                  <a:pt x="1699688" y="1213844"/>
                </a:lnTo>
                <a:lnTo>
                  <a:pt x="1701570" y="1213951"/>
                </a:lnTo>
                <a:lnTo>
                  <a:pt x="1703452" y="1214058"/>
                </a:lnTo>
                <a:lnTo>
                  <a:pt x="1705334" y="1214155"/>
                </a:lnTo>
                <a:lnTo>
                  <a:pt x="1707217" y="1214242"/>
                </a:lnTo>
                <a:lnTo>
                  <a:pt x="1709089" y="1214329"/>
                </a:lnTo>
                <a:lnTo>
                  <a:pt x="1710971" y="1214417"/>
                </a:lnTo>
                <a:lnTo>
                  <a:pt x="1712854" y="1214494"/>
                </a:lnTo>
                <a:lnTo>
                  <a:pt x="1714736" y="1214572"/>
                </a:lnTo>
                <a:lnTo>
                  <a:pt x="1716618" y="1214640"/>
                </a:lnTo>
                <a:lnTo>
                  <a:pt x="1718491" y="1214708"/>
                </a:lnTo>
                <a:lnTo>
                  <a:pt x="1720373" y="1214776"/>
                </a:lnTo>
                <a:lnTo>
                  <a:pt x="1722255" y="1214834"/>
                </a:lnTo>
                <a:lnTo>
                  <a:pt x="1724137" y="1214892"/>
                </a:lnTo>
                <a:lnTo>
                  <a:pt x="1726020" y="1214950"/>
                </a:lnTo>
                <a:lnTo>
                  <a:pt x="1727892" y="1214999"/>
                </a:lnTo>
                <a:lnTo>
                  <a:pt x="1729774" y="1215047"/>
                </a:lnTo>
                <a:lnTo>
                  <a:pt x="1731657" y="1215096"/>
                </a:lnTo>
                <a:lnTo>
                  <a:pt x="1733539" y="1215144"/>
                </a:lnTo>
                <a:lnTo>
                  <a:pt x="1735421" y="1215183"/>
                </a:lnTo>
                <a:lnTo>
                  <a:pt x="1737294" y="1215222"/>
                </a:lnTo>
                <a:lnTo>
                  <a:pt x="1739176" y="1215261"/>
                </a:lnTo>
                <a:lnTo>
                  <a:pt x="1741058" y="1215299"/>
                </a:lnTo>
                <a:lnTo>
                  <a:pt x="1742940" y="1215329"/>
                </a:lnTo>
                <a:lnTo>
                  <a:pt x="1744813" y="1215367"/>
                </a:lnTo>
                <a:lnTo>
                  <a:pt x="1746695" y="1215397"/>
                </a:lnTo>
                <a:lnTo>
                  <a:pt x="1748577" y="1215426"/>
                </a:lnTo>
                <a:lnTo>
                  <a:pt x="1750459" y="1215455"/>
                </a:lnTo>
                <a:lnTo>
                  <a:pt x="1752342" y="1215474"/>
                </a:lnTo>
                <a:lnTo>
                  <a:pt x="1754214" y="1215503"/>
                </a:lnTo>
                <a:lnTo>
                  <a:pt x="1756096" y="1215523"/>
                </a:lnTo>
                <a:lnTo>
                  <a:pt x="1757978" y="1215542"/>
                </a:lnTo>
                <a:lnTo>
                  <a:pt x="1759861" y="1215571"/>
                </a:lnTo>
                <a:lnTo>
                  <a:pt x="1761743" y="1215591"/>
                </a:lnTo>
                <a:lnTo>
                  <a:pt x="1763615" y="1215600"/>
                </a:lnTo>
                <a:lnTo>
                  <a:pt x="1765498" y="1215620"/>
                </a:lnTo>
                <a:lnTo>
                  <a:pt x="1767380" y="1215639"/>
                </a:lnTo>
                <a:lnTo>
                  <a:pt x="1769262" y="1215649"/>
                </a:lnTo>
                <a:lnTo>
                  <a:pt x="1771144" y="1215668"/>
                </a:lnTo>
                <a:lnTo>
                  <a:pt x="1773017" y="1215678"/>
                </a:lnTo>
                <a:lnTo>
                  <a:pt x="1774899" y="1215697"/>
                </a:lnTo>
                <a:lnTo>
                  <a:pt x="1776781" y="1215707"/>
                </a:lnTo>
                <a:lnTo>
                  <a:pt x="1778663" y="1215717"/>
                </a:lnTo>
                <a:lnTo>
                  <a:pt x="1780546" y="1215726"/>
                </a:lnTo>
                <a:lnTo>
                  <a:pt x="1782418" y="1215736"/>
                </a:lnTo>
                <a:lnTo>
                  <a:pt x="1784300" y="1215746"/>
                </a:lnTo>
                <a:lnTo>
                  <a:pt x="1786183" y="1215756"/>
                </a:lnTo>
                <a:lnTo>
                  <a:pt x="1788065" y="1215765"/>
                </a:lnTo>
                <a:lnTo>
                  <a:pt x="1789937" y="1215775"/>
                </a:lnTo>
                <a:lnTo>
                  <a:pt x="1791820" y="1215785"/>
                </a:lnTo>
                <a:lnTo>
                  <a:pt x="1793702" y="1215785"/>
                </a:lnTo>
                <a:lnTo>
                  <a:pt x="1795584" y="1215794"/>
                </a:lnTo>
                <a:lnTo>
                  <a:pt x="1797466" y="1215804"/>
                </a:lnTo>
                <a:lnTo>
                  <a:pt x="1799339" y="1215804"/>
                </a:lnTo>
                <a:lnTo>
                  <a:pt x="1801221" y="1215814"/>
                </a:lnTo>
                <a:lnTo>
                  <a:pt x="1803103" y="1215814"/>
                </a:lnTo>
                <a:lnTo>
                  <a:pt x="1804985" y="1215823"/>
                </a:lnTo>
                <a:lnTo>
                  <a:pt x="1806868" y="1215823"/>
                </a:lnTo>
                <a:lnTo>
                  <a:pt x="1808740" y="1215833"/>
                </a:lnTo>
                <a:lnTo>
                  <a:pt x="1810622" y="1215833"/>
                </a:lnTo>
                <a:lnTo>
                  <a:pt x="1812505" y="1215843"/>
                </a:lnTo>
                <a:lnTo>
                  <a:pt x="1814387" y="1215843"/>
                </a:lnTo>
                <a:lnTo>
                  <a:pt x="1816269" y="1215843"/>
                </a:lnTo>
                <a:lnTo>
                  <a:pt x="1818141" y="1215853"/>
                </a:lnTo>
                <a:lnTo>
                  <a:pt x="1820024" y="1215853"/>
                </a:lnTo>
                <a:lnTo>
                  <a:pt x="1821906" y="1215853"/>
                </a:lnTo>
                <a:lnTo>
                  <a:pt x="1823788" y="1215862"/>
                </a:lnTo>
                <a:lnTo>
                  <a:pt x="1825670" y="1215862"/>
                </a:lnTo>
                <a:lnTo>
                  <a:pt x="1827543" y="1215862"/>
                </a:lnTo>
                <a:lnTo>
                  <a:pt x="1829425" y="1215862"/>
                </a:lnTo>
                <a:lnTo>
                  <a:pt x="1831307" y="1215862"/>
                </a:lnTo>
                <a:lnTo>
                  <a:pt x="1833189" y="1215872"/>
                </a:lnTo>
                <a:lnTo>
                  <a:pt x="1835062" y="1215872"/>
                </a:lnTo>
                <a:lnTo>
                  <a:pt x="1836944" y="1215872"/>
                </a:lnTo>
                <a:lnTo>
                  <a:pt x="1838826" y="1215872"/>
                </a:lnTo>
                <a:lnTo>
                  <a:pt x="1840709" y="1215872"/>
                </a:lnTo>
                <a:lnTo>
                  <a:pt x="1842591" y="1215872"/>
                </a:lnTo>
                <a:lnTo>
                  <a:pt x="1844463" y="1215882"/>
                </a:lnTo>
                <a:lnTo>
                  <a:pt x="1846346" y="1215882"/>
                </a:lnTo>
                <a:lnTo>
                  <a:pt x="1848228" y="1215882"/>
                </a:lnTo>
                <a:lnTo>
                  <a:pt x="1850110" y="1215882"/>
                </a:lnTo>
                <a:lnTo>
                  <a:pt x="1851992" y="1215882"/>
                </a:lnTo>
                <a:lnTo>
                  <a:pt x="1853865" y="1215882"/>
                </a:lnTo>
                <a:lnTo>
                  <a:pt x="1855747" y="1215882"/>
                </a:lnTo>
                <a:lnTo>
                  <a:pt x="1857629" y="1215882"/>
                </a:lnTo>
                <a:lnTo>
                  <a:pt x="1859511" y="1215882"/>
                </a:lnTo>
                <a:lnTo>
                  <a:pt x="1861394" y="1215882"/>
                </a:lnTo>
                <a:lnTo>
                  <a:pt x="1863266" y="1215882"/>
                </a:lnTo>
                <a:lnTo>
                  <a:pt x="1865148" y="1215891"/>
                </a:lnTo>
                <a:lnTo>
                  <a:pt x="1867031" y="1215891"/>
                </a:lnTo>
                <a:lnTo>
                  <a:pt x="1868913" y="1215891"/>
                </a:lnTo>
                <a:lnTo>
                  <a:pt x="1870795" y="1215891"/>
                </a:lnTo>
                <a:lnTo>
                  <a:pt x="1872668" y="1215891"/>
                </a:lnTo>
                <a:lnTo>
                  <a:pt x="1874550" y="1215891"/>
                </a:lnTo>
                <a:lnTo>
                  <a:pt x="1876432" y="1215891"/>
                </a:lnTo>
                <a:lnTo>
                  <a:pt x="1878314" y="1215891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643" name="Freeform 3642">
            <a:extLst>
              <a:ext uri="{FF2B5EF4-FFF2-40B4-BE49-F238E27FC236}">
                <a16:creationId xmlns:a16="http://schemas.microsoft.com/office/drawing/2014/main" id="{4D982C40-35AF-86BC-76CC-E24525C01519}"/>
              </a:ext>
            </a:extLst>
          </p:cNvPr>
          <p:cNvSpPr/>
          <p:nvPr/>
        </p:nvSpPr>
        <p:spPr>
          <a:xfrm>
            <a:off x="3755759" y="3895311"/>
            <a:ext cx="1878314" cy="794701"/>
          </a:xfrm>
          <a:custGeom>
            <a:avLst/>
            <a:gdLst>
              <a:gd name="csX0" fmla="*/ 0 w 1878314"/>
              <a:gd name="csY0" fmla="*/ 794702 h 794701"/>
              <a:gd name="csX1" fmla="*/ 1879 w 1878314"/>
              <a:gd name="csY1" fmla="*/ 794702 h 794701"/>
              <a:gd name="csX2" fmla="*/ 3760 w 1878314"/>
              <a:gd name="csY2" fmla="*/ 794702 h 794701"/>
              <a:gd name="csX3" fmla="*/ 5640 w 1878314"/>
              <a:gd name="csY3" fmla="*/ 794702 h 794701"/>
              <a:gd name="csX4" fmla="*/ 7520 w 1878314"/>
              <a:gd name="csY4" fmla="*/ 794702 h 794701"/>
              <a:gd name="csX5" fmla="*/ 9400 w 1878314"/>
              <a:gd name="csY5" fmla="*/ 794702 h 794701"/>
              <a:gd name="csX6" fmla="*/ 11281 w 1878314"/>
              <a:gd name="csY6" fmla="*/ 794702 h 794701"/>
              <a:gd name="csX7" fmla="*/ 13161 w 1878314"/>
              <a:gd name="csY7" fmla="*/ 794702 h 794701"/>
              <a:gd name="csX8" fmla="*/ 15041 w 1878314"/>
              <a:gd name="csY8" fmla="*/ 794702 h 794701"/>
              <a:gd name="csX9" fmla="*/ 16922 w 1878314"/>
              <a:gd name="csY9" fmla="*/ 794702 h 794701"/>
              <a:gd name="csX10" fmla="*/ 18802 w 1878314"/>
              <a:gd name="csY10" fmla="*/ 794702 h 794701"/>
              <a:gd name="csX11" fmla="*/ 20682 w 1878314"/>
              <a:gd name="csY11" fmla="*/ 794702 h 794701"/>
              <a:gd name="csX12" fmla="*/ 22562 w 1878314"/>
              <a:gd name="csY12" fmla="*/ 794702 h 794701"/>
              <a:gd name="csX13" fmla="*/ 24442 w 1878314"/>
              <a:gd name="csY13" fmla="*/ 794702 h 794701"/>
              <a:gd name="csX14" fmla="*/ 26322 w 1878314"/>
              <a:gd name="csY14" fmla="*/ 794702 h 794701"/>
              <a:gd name="csX15" fmla="*/ 28202 w 1878314"/>
              <a:gd name="csY15" fmla="*/ 794702 h 794701"/>
              <a:gd name="csX16" fmla="*/ 30082 w 1878314"/>
              <a:gd name="csY16" fmla="*/ 794702 h 794701"/>
              <a:gd name="csX17" fmla="*/ 31963 w 1878314"/>
              <a:gd name="csY17" fmla="*/ 794702 h 794701"/>
              <a:gd name="csX18" fmla="*/ 33843 w 1878314"/>
              <a:gd name="csY18" fmla="*/ 794702 h 794701"/>
              <a:gd name="csX19" fmla="*/ 35723 w 1878314"/>
              <a:gd name="csY19" fmla="*/ 794702 h 794701"/>
              <a:gd name="csX20" fmla="*/ 37604 w 1878314"/>
              <a:gd name="csY20" fmla="*/ 794702 h 794701"/>
              <a:gd name="csX21" fmla="*/ 39484 w 1878314"/>
              <a:gd name="csY21" fmla="*/ 794702 h 794701"/>
              <a:gd name="csX22" fmla="*/ 41364 w 1878314"/>
              <a:gd name="csY22" fmla="*/ 794702 h 794701"/>
              <a:gd name="csX23" fmla="*/ 43244 w 1878314"/>
              <a:gd name="csY23" fmla="*/ 794702 h 794701"/>
              <a:gd name="csX24" fmla="*/ 45124 w 1878314"/>
              <a:gd name="csY24" fmla="*/ 794702 h 794701"/>
              <a:gd name="csX25" fmla="*/ 47004 w 1878314"/>
              <a:gd name="csY25" fmla="*/ 794702 h 794701"/>
              <a:gd name="csX26" fmla="*/ 48884 w 1878314"/>
              <a:gd name="csY26" fmla="*/ 794702 h 794701"/>
              <a:gd name="csX27" fmla="*/ 50765 w 1878314"/>
              <a:gd name="csY27" fmla="*/ 794702 h 794701"/>
              <a:gd name="csX28" fmla="*/ 52645 w 1878314"/>
              <a:gd name="csY28" fmla="*/ 794702 h 794701"/>
              <a:gd name="csX29" fmla="*/ 54525 w 1878314"/>
              <a:gd name="csY29" fmla="*/ 794702 h 794701"/>
              <a:gd name="csX30" fmla="*/ 56405 w 1878314"/>
              <a:gd name="csY30" fmla="*/ 794702 h 794701"/>
              <a:gd name="csX31" fmla="*/ 58286 w 1878314"/>
              <a:gd name="csY31" fmla="*/ 794702 h 794701"/>
              <a:gd name="csX32" fmla="*/ 60166 w 1878314"/>
              <a:gd name="csY32" fmla="*/ 794702 h 794701"/>
              <a:gd name="csX33" fmla="*/ 62046 w 1878314"/>
              <a:gd name="csY33" fmla="*/ 794702 h 794701"/>
              <a:gd name="csX34" fmla="*/ 63926 w 1878314"/>
              <a:gd name="csY34" fmla="*/ 794702 h 794701"/>
              <a:gd name="csX35" fmla="*/ 65807 w 1878314"/>
              <a:gd name="csY35" fmla="*/ 794702 h 794701"/>
              <a:gd name="csX36" fmla="*/ 67686 w 1878314"/>
              <a:gd name="csY36" fmla="*/ 794702 h 794701"/>
              <a:gd name="csX37" fmla="*/ 69566 w 1878314"/>
              <a:gd name="csY37" fmla="*/ 794702 h 794701"/>
              <a:gd name="csX38" fmla="*/ 71447 w 1878314"/>
              <a:gd name="csY38" fmla="*/ 794702 h 794701"/>
              <a:gd name="csX39" fmla="*/ 73327 w 1878314"/>
              <a:gd name="csY39" fmla="*/ 794702 h 794701"/>
              <a:gd name="csX40" fmla="*/ 75207 w 1878314"/>
              <a:gd name="csY40" fmla="*/ 794702 h 794701"/>
              <a:gd name="csX41" fmla="*/ 77087 w 1878314"/>
              <a:gd name="csY41" fmla="*/ 794702 h 794701"/>
              <a:gd name="csX42" fmla="*/ 78968 w 1878314"/>
              <a:gd name="csY42" fmla="*/ 794702 h 794701"/>
              <a:gd name="csX43" fmla="*/ 80848 w 1878314"/>
              <a:gd name="csY43" fmla="*/ 794702 h 794701"/>
              <a:gd name="csX44" fmla="*/ 82728 w 1878314"/>
              <a:gd name="csY44" fmla="*/ 794702 h 794701"/>
              <a:gd name="csX45" fmla="*/ 84609 w 1878314"/>
              <a:gd name="csY45" fmla="*/ 794702 h 794701"/>
              <a:gd name="csX46" fmla="*/ 86489 w 1878314"/>
              <a:gd name="csY46" fmla="*/ 794702 h 794701"/>
              <a:gd name="csX47" fmla="*/ 88368 w 1878314"/>
              <a:gd name="csY47" fmla="*/ 794702 h 794701"/>
              <a:gd name="csX48" fmla="*/ 90248 w 1878314"/>
              <a:gd name="csY48" fmla="*/ 794702 h 794701"/>
              <a:gd name="csX49" fmla="*/ 92129 w 1878314"/>
              <a:gd name="csY49" fmla="*/ 794702 h 794701"/>
              <a:gd name="csX50" fmla="*/ 94009 w 1878314"/>
              <a:gd name="csY50" fmla="*/ 794702 h 794701"/>
              <a:gd name="csX51" fmla="*/ 95889 w 1878314"/>
              <a:gd name="csY51" fmla="*/ 794702 h 794701"/>
              <a:gd name="csX52" fmla="*/ 97769 w 1878314"/>
              <a:gd name="csY52" fmla="*/ 794702 h 794701"/>
              <a:gd name="csX53" fmla="*/ 99650 w 1878314"/>
              <a:gd name="csY53" fmla="*/ 794702 h 794701"/>
              <a:gd name="csX54" fmla="*/ 101530 w 1878314"/>
              <a:gd name="csY54" fmla="*/ 794702 h 794701"/>
              <a:gd name="csX55" fmla="*/ 103410 w 1878314"/>
              <a:gd name="csY55" fmla="*/ 794702 h 794701"/>
              <a:gd name="csX56" fmla="*/ 105291 w 1878314"/>
              <a:gd name="csY56" fmla="*/ 794702 h 794701"/>
              <a:gd name="csX57" fmla="*/ 107171 w 1878314"/>
              <a:gd name="csY57" fmla="*/ 794702 h 794701"/>
              <a:gd name="csX58" fmla="*/ 109051 w 1878314"/>
              <a:gd name="csY58" fmla="*/ 794702 h 794701"/>
              <a:gd name="csX59" fmla="*/ 110930 w 1878314"/>
              <a:gd name="csY59" fmla="*/ 794702 h 794701"/>
              <a:gd name="csX60" fmla="*/ 112811 w 1878314"/>
              <a:gd name="csY60" fmla="*/ 794702 h 794701"/>
              <a:gd name="csX61" fmla="*/ 114691 w 1878314"/>
              <a:gd name="csY61" fmla="*/ 794702 h 794701"/>
              <a:gd name="csX62" fmla="*/ 116571 w 1878314"/>
              <a:gd name="csY62" fmla="*/ 794702 h 794701"/>
              <a:gd name="csX63" fmla="*/ 118452 w 1878314"/>
              <a:gd name="csY63" fmla="*/ 794702 h 794701"/>
              <a:gd name="csX64" fmla="*/ 120332 w 1878314"/>
              <a:gd name="csY64" fmla="*/ 794702 h 794701"/>
              <a:gd name="csX65" fmla="*/ 122212 w 1878314"/>
              <a:gd name="csY65" fmla="*/ 794702 h 794701"/>
              <a:gd name="csX66" fmla="*/ 124092 w 1878314"/>
              <a:gd name="csY66" fmla="*/ 794702 h 794701"/>
              <a:gd name="csX67" fmla="*/ 125973 w 1878314"/>
              <a:gd name="csY67" fmla="*/ 794702 h 794701"/>
              <a:gd name="csX68" fmla="*/ 127853 w 1878314"/>
              <a:gd name="csY68" fmla="*/ 794702 h 794701"/>
              <a:gd name="csX69" fmla="*/ 129733 w 1878314"/>
              <a:gd name="csY69" fmla="*/ 794702 h 794701"/>
              <a:gd name="csX70" fmla="*/ 131613 w 1878314"/>
              <a:gd name="csY70" fmla="*/ 794702 h 794701"/>
              <a:gd name="csX71" fmla="*/ 133493 w 1878314"/>
              <a:gd name="csY71" fmla="*/ 794702 h 794701"/>
              <a:gd name="csX72" fmla="*/ 135373 w 1878314"/>
              <a:gd name="csY72" fmla="*/ 794702 h 794701"/>
              <a:gd name="csX73" fmla="*/ 137253 w 1878314"/>
              <a:gd name="csY73" fmla="*/ 794702 h 794701"/>
              <a:gd name="csX74" fmla="*/ 139134 w 1878314"/>
              <a:gd name="csY74" fmla="*/ 794702 h 794701"/>
              <a:gd name="csX75" fmla="*/ 141014 w 1878314"/>
              <a:gd name="csY75" fmla="*/ 794702 h 794701"/>
              <a:gd name="csX76" fmla="*/ 142894 w 1878314"/>
              <a:gd name="csY76" fmla="*/ 794702 h 794701"/>
              <a:gd name="csX77" fmla="*/ 144774 w 1878314"/>
              <a:gd name="csY77" fmla="*/ 794702 h 794701"/>
              <a:gd name="csX78" fmla="*/ 146655 w 1878314"/>
              <a:gd name="csY78" fmla="*/ 794702 h 794701"/>
              <a:gd name="csX79" fmla="*/ 148535 w 1878314"/>
              <a:gd name="csY79" fmla="*/ 794702 h 794701"/>
              <a:gd name="csX80" fmla="*/ 150415 w 1878314"/>
              <a:gd name="csY80" fmla="*/ 794702 h 794701"/>
              <a:gd name="csX81" fmla="*/ 152296 w 1878314"/>
              <a:gd name="csY81" fmla="*/ 794702 h 794701"/>
              <a:gd name="csX82" fmla="*/ 154175 w 1878314"/>
              <a:gd name="csY82" fmla="*/ 794702 h 794701"/>
              <a:gd name="csX83" fmla="*/ 156055 w 1878314"/>
              <a:gd name="csY83" fmla="*/ 794702 h 794701"/>
              <a:gd name="csX84" fmla="*/ 157935 w 1878314"/>
              <a:gd name="csY84" fmla="*/ 794702 h 794701"/>
              <a:gd name="csX85" fmla="*/ 159816 w 1878314"/>
              <a:gd name="csY85" fmla="*/ 794702 h 794701"/>
              <a:gd name="csX86" fmla="*/ 161696 w 1878314"/>
              <a:gd name="csY86" fmla="*/ 794702 h 794701"/>
              <a:gd name="csX87" fmla="*/ 163576 w 1878314"/>
              <a:gd name="csY87" fmla="*/ 794702 h 794701"/>
              <a:gd name="csX88" fmla="*/ 165457 w 1878314"/>
              <a:gd name="csY88" fmla="*/ 794702 h 794701"/>
              <a:gd name="csX89" fmla="*/ 167337 w 1878314"/>
              <a:gd name="csY89" fmla="*/ 794702 h 794701"/>
              <a:gd name="csX90" fmla="*/ 169217 w 1878314"/>
              <a:gd name="csY90" fmla="*/ 794702 h 794701"/>
              <a:gd name="csX91" fmla="*/ 171097 w 1878314"/>
              <a:gd name="csY91" fmla="*/ 794702 h 794701"/>
              <a:gd name="csX92" fmla="*/ 172978 w 1878314"/>
              <a:gd name="csY92" fmla="*/ 794702 h 794701"/>
              <a:gd name="csX93" fmla="*/ 174857 w 1878314"/>
              <a:gd name="csY93" fmla="*/ 794702 h 794701"/>
              <a:gd name="csX94" fmla="*/ 176737 w 1878314"/>
              <a:gd name="csY94" fmla="*/ 794702 h 794701"/>
              <a:gd name="csX95" fmla="*/ 178617 w 1878314"/>
              <a:gd name="csY95" fmla="*/ 794702 h 794701"/>
              <a:gd name="csX96" fmla="*/ 180498 w 1878314"/>
              <a:gd name="csY96" fmla="*/ 794702 h 794701"/>
              <a:gd name="csX97" fmla="*/ 182378 w 1878314"/>
              <a:gd name="csY97" fmla="*/ 794702 h 794701"/>
              <a:gd name="csX98" fmla="*/ 184258 w 1878314"/>
              <a:gd name="csY98" fmla="*/ 794702 h 794701"/>
              <a:gd name="csX99" fmla="*/ 186139 w 1878314"/>
              <a:gd name="csY99" fmla="*/ 794702 h 794701"/>
              <a:gd name="csX100" fmla="*/ 188019 w 1878314"/>
              <a:gd name="csY100" fmla="*/ 794702 h 794701"/>
              <a:gd name="csX101" fmla="*/ 189899 w 1878314"/>
              <a:gd name="csY101" fmla="*/ 794702 h 794701"/>
              <a:gd name="csX102" fmla="*/ 191779 w 1878314"/>
              <a:gd name="csY102" fmla="*/ 794702 h 794701"/>
              <a:gd name="csX103" fmla="*/ 193660 w 1878314"/>
              <a:gd name="csY103" fmla="*/ 794702 h 794701"/>
              <a:gd name="csX104" fmla="*/ 195540 w 1878314"/>
              <a:gd name="csY104" fmla="*/ 794702 h 794701"/>
              <a:gd name="csX105" fmla="*/ 197419 w 1878314"/>
              <a:gd name="csY105" fmla="*/ 794702 h 794701"/>
              <a:gd name="csX106" fmla="*/ 199300 w 1878314"/>
              <a:gd name="csY106" fmla="*/ 794702 h 794701"/>
              <a:gd name="csX107" fmla="*/ 201180 w 1878314"/>
              <a:gd name="csY107" fmla="*/ 794702 h 794701"/>
              <a:gd name="csX108" fmla="*/ 203060 w 1878314"/>
              <a:gd name="csY108" fmla="*/ 794702 h 794701"/>
              <a:gd name="csX109" fmla="*/ 204940 w 1878314"/>
              <a:gd name="csY109" fmla="*/ 794702 h 794701"/>
              <a:gd name="csX110" fmla="*/ 206821 w 1878314"/>
              <a:gd name="csY110" fmla="*/ 794702 h 794701"/>
              <a:gd name="csX111" fmla="*/ 208701 w 1878314"/>
              <a:gd name="csY111" fmla="*/ 794702 h 794701"/>
              <a:gd name="csX112" fmla="*/ 210581 w 1878314"/>
              <a:gd name="csY112" fmla="*/ 794702 h 794701"/>
              <a:gd name="csX113" fmla="*/ 212461 w 1878314"/>
              <a:gd name="csY113" fmla="*/ 794702 h 794701"/>
              <a:gd name="csX114" fmla="*/ 214342 w 1878314"/>
              <a:gd name="csY114" fmla="*/ 794702 h 794701"/>
              <a:gd name="csX115" fmla="*/ 216222 w 1878314"/>
              <a:gd name="csY115" fmla="*/ 794702 h 794701"/>
              <a:gd name="csX116" fmla="*/ 218101 w 1878314"/>
              <a:gd name="csY116" fmla="*/ 794702 h 794701"/>
              <a:gd name="csX117" fmla="*/ 219982 w 1878314"/>
              <a:gd name="csY117" fmla="*/ 794702 h 794701"/>
              <a:gd name="csX118" fmla="*/ 221862 w 1878314"/>
              <a:gd name="csY118" fmla="*/ 794702 h 794701"/>
              <a:gd name="csX119" fmla="*/ 223742 w 1878314"/>
              <a:gd name="csY119" fmla="*/ 794702 h 794701"/>
              <a:gd name="csX120" fmla="*/ 225622 w 1878314"/>
              <a:gd name="csY120" fmla="*/ 794702 h 794701"/>
              <a:gd name="csX121" fmla="*/ 227503 w 1878314"/>
              <a:gd name="csY121" fmla="*/ 794702 h 794701"/>
              <a:gd name="csX122" fmla="*/ 229383 w 1878314"/>
              <a:gd name="csY122" fmla="*/ 794702 h 794701"/>
              <a:gd name="csX123" fmla="*/ 231263 w 1878314"/>
              <a:gd name="csY123" fmla="*/ 794702 h 794701"/>
              <a:gd name="csX124" fmla="*/ 233144 w 1878314"/>
              <a:gd name="csY124" fmla="*/ 794702 h 794701"/>
              <a:gd name="csX125" fmla="*/ 235024 w 1878314"/>
              <a:gd name="csY125" fmla="*/ 794702 h 794701"/>
              <a:gd name="csX126" fmla="*/ 236904 w 1878314"/>
              <a:gd name="csY126" fmla="*/ 794702 h 794701"/>
              <a:gd name="csX127" fmla="*/ 238784 w 1878314"/>
              <a:gd name="csY127" fmla="*/ 794702 h 794701"/>
              <a:gd name="csX128" fmla="*/ 240664 w 1878314"/>
              <a:gd name="csY128" fmla="*/ 794702 h 794701"/>
              <a:gd name="csX129" fmla="*/ 242544 w 1878314"/>
              <a:gd name="csY129" fmla="*/ 794702 h 794701"/>
              <a:gd name="csX130" fmla="*/ 244424 w 1878314"/>
              <a:gd name="csY130" fmla="*/ 794702 h 794701"/>
              <a:gd name="csX131" fmla="*/ 246305 w 1878314"/>
              <a:gd name="csY131" fmla="*/ 794702 h 794701"/>
              <a:gd name="csX132" fmla="*/ 248185 w 1878314"/>
              <a:gd name="csY132" fmla="*/ 794702 h 794701"/>
              <a:gd name="csX133" fmla="*/ 250065 w 1878314"/>
              <a:gd name="csY133" fmla="*/ 794702 h 794701"/>
              <a:gd name="csX134" fmla="*/ 251945 w 1878314"/>
              <a:gd name="csY134" fmla="*/ 794702 h 794701"/>
              <a:gd name="csX135" fmla="*/ 253826 w 1878314"/>
              <a:gd name="csY135" fmla="*/ 794702 h 794701"/>
              <a:gd name="csX136" fmla="*/ 255706 w 1878314"/>
              <a:gd name="csY136" fmla="*/ 794702 h 794701"/>
              <a:gd name="csX137" fmla="*/ 257586 w 1878314"/>
              <a:gd name="csY137" fmla="*/ 794702 h 794701"/>
              <a:gd name="csX138" fmla="*/ 259466 w 1878314"/>
              <a:gd name="csY138" fmla="*/ 794702 h 794701"/>
              <a:gd name="csX139" fmla="*/ 261346 w 1878314"/>
              <a:gd name="csY139" fmla="*/ 794702 h 794701"/>
              <a:gd name="csX140" fmla="*/ 263226 w 1878314"/>
              <a:gd name="csY140" fmla="*/ 794702 h 794701"/>
              <a:gd name="csX141" fmla="*/ 265106 w 1878314"/>
              <a:gd name="csY141" fmla="*/ 794702 h 794701"/>
              <a:gd name="csX142" fmla="*/ 266987 w 1878314"/>
              <a:gd name="csY142" fmla="*/ 794702 h 794701"/>
              <a:gd name="csX143" fmla="*/ 268867 w 1878314"/>
              <a:gd name="csY143" fmla="*/ 794702 h 794701"/>
              <a:gd name="csX144" fmla="*/ 270747 w 1878314"/>
              <a:gd name="csY144" fmla="*/ 794702 h 794701"/>
              <a:gd name="csX145" fmla="*/ 272627 w 1878314"/>
              <a:gd name="csY145" fmla="*/ 794702 h 794701"/>
              <a:gd name="csX146" fmla="*/ 274508 w 1878314"/>
              <a:gd name="csY146" fmla="*/ 794702 h 794701"/>
              <a:gd name="csX147" fmla="*/ 276388 w 1878314"/>
              <a:gd name="csY147" fmla="*/ 794702 h 794701"/>
              <a:gd name="csX148" fmla="*/ 278268 w 1878314"/>
              <a:gd name="csY148" fmla="*/ 794702 h 794701"/>
              <a:gd name="csX149" fmla="*/ 280148 w 1878314"/>
              <a:gd name="csY149" fmla="*/ 794702 h 794701"/>
              <a:gd name="csX150" fmla="*/ 282029 w 1878314"/>
              <a:gd name="csY150" fmla="*/ 794702 h 794701"/>
              <a:gd name="csX151" fmla="*/ 283908 w 1878314"/>
              <a:gd name="csY151" fmla="*/ 794692 h 794701"/>
              <a:gd name="csX152" fmla="*/ 285788 w 1878314"/>
              <a:gd name="csY152" fmla="*/ 794692 h 794701"/>
              <a:gd name="csX153" fmla="*/ 287669 w 1878314"/>
              <a:gd name="csY153" fmla="*/ 794692 h 794701"/>
              <a:gd name="csX154" fmla="*/ 289549 w 1878314"/>
              <a:gd name="csY154" fmla="*/ 794692 h 794701"/>
              <a:gd name="csX155" fmla="*/ 291429 w 1878314"/>
              <a:gd name="csY155" fmla="*/ 794692 h 794701"/>
              <a:gd name="csX156" fmla="*/ 293309 w 1878314"/>
              <a:gd name="csY156" fmla="*/ 794692 h 794701"/>
              <a:gd name="csX157" fmla="*/ 295190 w 1878314"/>
              <a:gd name="csY157" fmla="*/ 794692 h 794701"/>
              <a:gd name="csX158" fmla="*/ 297070 w 1878314"/>
              <a:gd name="csY158" fmla="*/ 794692 h 794701"/>
              <a:gd name="csX159" fmla="*/ 298950 w 1878314"/>
              <a:gd name="csY159" fmla="*/ 794692 h 794701"/>
              <a:gd name="csX160" fmla="*/ 300831 w 1878314"/>
              <a:gd name="csY160" fmla="*/ 794692 h 794701"/>
              <a:gd name="csX161" fmla="*/ 302711 w 1878314"/>
              <a:gd name="csY161" fmla="*/ 794692 h 794701"/>
              <a:gd name="csX162" fmla="*/ 304590 w 1878314"/>
              <a:gd name="csY162" fmla="*/ 794692 h 794701"/>
              <a:gd name="csX163" fmla="*/ 306470 w 1878314"/>
              <a:gd name="csY163" fmla="*/ 794692 h 794701"/>
              <a:gd name="csX164" fmla="*/ 308351 w 1878314"/>
              <a:gd name="csY164" fmla="*/ 794692 h 794701"/>
              <a:gd name="csX165" fmla="*/ 310231 w 1878314"/>
              <a:gd name="csY165" fmla="*/ 794692 h 794701"/>
              <a:gd name="csX166" fmla="*/ 312111 w 1878314"/>
              <a:gd name="csY166" fmla="*/ 794692 h 794701"/>
              <a:gd name="csX167" fmla="*/ 313992 w 1878314"/>
              <a:gd name="csY167" fmla="*/ 794692 h 794701"/>
              <a:gd name="csX168" fmla="*/ 315872 w 1878314"/>
              <a:gd name="csY168" fmla="*/ 794682 h 794701"/>
              <a:gd name="csX169" fmla="*/ 317752 w 1878314"/>
              <a:gd name="csY169" fmla="*/ 794682 h 794701"/>
              <a:gd name="csX170" fmla="*/ 319632 w 1878314"/>
              <a:gd name="csY170" fmla="*/ 794682 h 794701"/>
              <a:gd name="csX171" fmla="*/ 321513 w 1878314"/>
              <a:gd name="csY171" fmla="*/ 794682 h 794701"/>
              <a:gd name="csX172" fmla="*/ 323393 w 1878314"/>
              <a:gd name="csY172" fmla="*/ 794682 h 794701"/>
              <a:gd name="csX173" fmla="*/ 325273 w 1878314"/>
              <a:gd name="csY173" fmla="*/ 794682 h 794701"/>
              <a:gd name="csX174" fmla="*/ 327153 w 1878314"/>
              <a:gd name="csY174" fmla="*/ 794682 h 794701"/>
              <a:gd name="csX175" fmla="*/ 329033 w 1878314"/>
              <a:gd name="csY175" fmla="*/ 794682 h 794701"/>
              <a:gd name="csX176" fmla="*/ 330913 w 1878314"/>
              <a:gd name="csY176" fmla="*/ 794682 h 794701"/>
              <a:gd name="csX177" fmla="*/ 332793 w 1878314"/>
              <a:gd name="csY177" fmla="*/ 794682 h 794701"/>
              <a:gd name="csX178" fmla="*/ 334674 w 1878314"/>
              <a:gd name="csY178" fmla="*/ 794673 h 794701"/>
              <a:gd name="csX179" fmla="*/ 336554 w 1878314"/>
              <a:gd name="csY179" fmla="*/ 794673 h 794701"/>
              <a:gd name="csX180" fmla="*/ 338434 w 1878314"/>
              <a:gd name="csY180" fmla="*/ 794673 h 794701"/>
              <a:gd name="csX181" fmla="*/ 340314 w 1878314"/>
              <a:gd name="csY181" fmla="*/ 794673 h 794701"/>
              <a:gd name="csX182" fmla="*/ 342195 w 1878314"/>
              <a:gd name="csY182" fmla="*/ 794673 h 794701"/>
              <a:gd name="csX183" fmla="*/ 344075 w 1878314"/>
              <a:gd name="csY183" fmla="*/ 794673 h 794701"/>
              <a:gd name="csX184" fmla="*/ 345955 w 1878314"/>
              <a:gd name="csY184" fmla="*/ 794673 h 794701"/>
              <a:gd name="csX185" fmla="*/ 347835 w 1878314"/>
              <a:gd name="csY185" fmla="*/ 794663 h 794701"/>
              <a:gd name="csX186" fmla="*/ 349715 w 1878314"/>
              <a:gd name="csY186" fmla="*/ 794663 h 794701"/>
              <a:gd name="csX187" fmla="*/ 351595 w 1878314"/>
              <a:gd name="csY187" fmla="*/ 794663 h 794701"/>
              <a:gd name="csX188" fmla="*/ 353475 w 1878314"/>
              <a:gd name="csY188" fmla="*/ 794663 h 794701"/>
              <a:gd name="csX189" fmla="*/ 355356 w 1878314"/>
              <a:gd name="csY189" fmla="*/ 794663 h 794701"/>
              <a:gd name="csX190" fmla="*/ 357236 w 1878314"/>
              <a:gd name="csY190" fmla="*/ 794653 h 794701"/>
              <a:gd name="csX191" fmla="*/ 359116 w 1878314"/>
              <a:gd name="csY191" fmla="*/ 794653 h 794701"/>
              <a:gd name="csX192" fmla="*/ 360996 w 1878314"/>
              <a:gd name="csY192" fmla="*/ 794653 h 794701"/>
              <a:gd name="csX193" fmla="*/ 362877 w 1878314"/>
              <a:gd name="csY193" fmla="*/ 794653 h 794701"/>
              <a:gd name="csX194" fmla="*/ 364757 w 1878314"/>
              <a:gd name="csY194" fmla="*/ 794653 h 794701"/>
              <a:gd name="csX195" fmla="*/ 366637 w 1878314"/>
              <a:gd name="csY195" fmla="*/ 794643 h 794701"/>
              <a:gd name="csX196" fmla="*/ 368518 w 1878314"/>
              <a:gd name="csY196" fmla="*/ 794643 h 794701"/>
              <a:gd name="csX197" fmla="*/ 370397 w 1878314"/>
              <a:gd name="csY197" fmla="*/ 794643 h 794701"/>
              <a:gd name="csX198" fmla="*/ 372277 w 1878314"/>
              <a:gd name="csY198" fmla="*/ 794634 h 794701"/>
              <a:gd name="csX199" fmla="*/ 374157 w 1878314"/>
              <a:gd name="csY199" fmla="*/ 794634 h 794701"/>
              <a:gd name="csX200" fmla="*/ 376038 w 1878314"/>
              <a:gd name="csY200" fmla="*/ 794634 h 794701"/>
              <a:gd name="csX201" fmla="*/ 377918 w 1878314"/>
              <a:gd name="csY201" fmla="*/ 794624 h 794701"/>
              <a:gd name="csX202" fmla="*/ 379798 w 1878314"/>
              <a:gd name="csY202" fmla="*/ 794624 h 794701"/>
              <a:gd name="csX203" fmla="*/ 381679 w 1878314"/>
              <a:gd name="csY203" fmla="*/ 794624 h 794701"/>
              <a:gd name="csX204" fmla="*/ 383559 w 1878314"/>
              <a:gd name="csY204" fmla="*/ 794614 h 794701"/>
              <a:gd name="csX205" fmla="*/ 385439 w 1878314"/>
              <a:gd name="csY205" fmla="*/ 794614 h 794701"/>
              <a:gd name="csX206" fmla="*/ 387319 w 1878314"/>
              <a:gd name="csY206" fmla="*/ 794614 h 794701"/>
              <a:gd name="csX207" fmla="*/ 389200 w 1878314"/>
              <a:gd name="csY207" fmla="*/ 794605 h 794701"/>
              <a:gd name="csX208" fmla="*/ 391079 w 1878314"/>
              <a:gd name="csY208" fmla="*/ 794605 h 794701"/>
              <a:gd name="csX209" fmla="*/ 392959 w 1878314"/>
              <a:gd name="csY209" fmla="*/ 794595 h 794701"/>
              <a:gd name="csX210" fmla="*/ 394840 w 1878314"/>
              <a:gd name="csY210" fmla="*/ 794595 h 794701"/>
              <a:gd name="csX211" fmla="*/ 396720 w 1878314"/>
              <a:gd name="csY211" fmla="*/ 794585 h 794701"/>
              <a:gd name="csX212" fmla="*/ 398600 w 1878314"/>
              <a:gd name="csY212" fmla="*/ 794585 h 794701"/>
              <a:gd name="csX213" fmla="*/ 400480 w 1878314"/>
              <a:gd name="csY213" fmla="*/ 794576 h 794701"/>
              <a:gd name="csX214" fmla="*/ 402361 w 1878314"/>
              <a:gd name="csY214" fmla="*/ 794576 h 794701"/>
              <a:gd name="csX215" fmla="*/ 404241 w 1878314"/>
              <a:gd name="csY215" fmla="*/ 794566 h 794701"/>
              <a:gd name="csX216" fmla="*/ 406121 w 1878314"/>
              <a:gd name="csY216" fmla="*/ 794566 h 794701"/>
              <a:gd name="csX217" fmla="*/ 408001 w 1878314"/>
              <a:gd name="csY217" fmla="*/ 794556 h 794701"/>
              <a:gd name="csX218" fmla="*/ 409882 w 1878314"/>
              <a:gd name="csY218" fmla="*/ 794556 h 794701"/>
              <a:gd name="csX219" fmla="*/ 411762 w 1878314"/>
              <a:gd name="csY219" fmla="*/ 794546 h 794701"/>
              <a:gd name="csX220" fmla="*/ 413641 w 1878314"/>
              <a:gd name="csY220" fmla="*/ 794537 h 794701"/>
              <a:gd name="csX221" fmla="*/ 415522 w 1878314"/>
              <a:gd name="csY221" fmla="*/ 794527 h 794701"/>
              <a:gd name="csX222" fmla="*/ 417402 w 1878314"/>
              <a:gd name="csY222" fmla="*/ 794527 h 794701"/>
              <a:gd name="csX223" fmla="*/ 419282 w 1878314"/>
              <a:gd name="csY223" fmla="*/ 794517 h 794701"/>
              <a:gd name="csX224" fmla="*/ 421162 w 1878314"/>
              <a:gd name="csY224" fmla="*/ 794508 h 794701"/>
              <a:gd name="csX225" fmla="*/ 423043 w 1878314"/>
              <a:gd name="csY225" fmla="*/ 794498 h 794701"/>
              <a:gd name="csX226" fmla="*/ 424923 w 1878314"/>
              <a:gd name="csY226" fmla="*/ 794498 h 794701"/>
              <a:gd name="csX227" fmla="*/ 426803 w 1878314"/>
              <a:gd name="csY227" fmla="*/ 794488 h 794701"/>
              <a:gd name="csX228" fmla="*/ 428684 w 1878314"/>
              <a:gd name="csY228" fmla="*/ 794478 h 794701"/>
              <a:gd name="csX229" fmla="*/ 430564 w 1878314"/>
              <a:gd name="csY229" fmla="*/ 794469 h 794701"/>
              <a:gd name="csX230" fmla="*/ 432444 w 1878314"/>
              <a:gd name="csY230" fmla="*/ 794459 h 794701"/>
              <a:gd name="csX231" fmla="*/ 434323 w 1878314"/>
              <a:gd name="csY231" fmla="*/ 794449 h 794701"/>
              <a:gd name="csX232" fmla="*/ 436204 w 1878314"/>
              <a:gd name="csY232" fmla="*/ 794440 h 794701"/>
              <a:gd name="csX233" fmla="*/ 438084 w 1878314"/>
              <a:gd name="csY233" fmla="*/ 794430 h 794701"/>
              <a:gd name="csX234" fmla="*/ 439964 w 1878314"/>
              <a:gd name="csY234" fmla="*/ 794411 h 794701"/>
              <a:gd name="csX235" fmla="*/ 441844 w 1878314"/>
              <a:gd name="csY235" fmla="*/ 794401 h 794701"/>
              <a:gd name="csX236" fmla="*/ 443725 w 1878314"/>
              <a:gd name="csY236" fmla="*/ 794391 h 794701"/>
              <a:gd name="csX237" fmla="*/ 445605 w 1878314"/>
              <a:gd name="csY237" fmla="*/ 794381 h 794701"/>
              <a:gd name="csX238" fmla="*/ 447485 w 1878314"/>
              <a:gd name="csY238" fmla="*/ 794362 h 794701"/>
              <a:gd name="csX239" fmla="*/ 449366 w 1878314"/>
              <a:gd name="csY239" fmla="*/ 794352 h 794701"/>
              <a:gd name="csX240" fmla="*/ 451246 w 1878314"/>
              <a:gd name="csY240" fmla="*/ 794343 h 794701"/>
              <a:gd name="csX241" fmla="*/ 453126 w 1878314"/>
              <a:gd name="csY241" fmla="*/ 794323 h 794701"/>
              <a:gd name="csX242" fmla="*/ 455006 w 1878314"/>
              <a:gd name="csY242" fmla="*/ 794314 h 794701"/>
              <a:gd name="csX243" fmla="*/ 456886 w 1878314"/>
              <a:gd name="csY243" fmla="*/ 794294 h 794701"/>
              <a:gd name="csX244" fmla="*/ 458766 w 1878314"/>
              <a:gd name="csY244" fmla="*/ 794275 h 794701"/>
              <a:gd name="csX245" fmla="*/ 460646 w 1878314"/>
              <a:gd name="csY245" fmla="*/ 794265 h 794701"/>
              <a:gd name="csX246" fmla="*/ 462527 w 1878314"/>
              <a:gd name="csY246" fmla="*/ 794246 h 794701"/>
              <a:gd name="csX247" fmla="*/ 464407 w 1878314"/>
              <a:gd name="csY247" fmla="*/ 794226 h 794701"/>
              <a:gd name="csX248" fmla="*/ 466287 w 1878314"/>
              <a:gd name="csY248" fmla="*/ 794207 h 794701"/>
              <a:gd name="csX249" fmla="*/ 468167 w 1878314"/>
              <a:gd name="csY249" fmla="*/ 794187 h 794701"/>
              <a:gd name="csX250" fmla="*/ 470048 w 1878314"/>
              <a:gd name="csY250" fmla="*/ 794168 h 794701"/>
              <a:gd name="csX251" fmla="*/ 471928 w 1878314"/>
              <a:gd name="csY251" fmla="*/ 794149 h 794701"/>
              <a:gd name="csX252" fmla="*/ 473808 w 1878314"/>
              <a:gd name="csY252" fmla="*/ 794129 h 794701"/>
              <a:gd name="csX253" fmla="*/ 475688 w 1878314"/>
              <a:gd name="csY253" fmla="*/ 794110 h 794701"/>
              <a:gd name="csX254" fmla="*/ 477568 w 1878314"/>
              <a:gd name="csY254" fmla="*/ 794081 h 794701"/>
              <a:gd name="csX255" fmla="*/ 479448 w 1878314"/>
              <a:gd name="csY255" fmla="*/ 794061 h 794701"/>
              <a:gd name="csX256" fmla="*/ 481328 w 1878314"/>
              <a:gd name="csY256" fmla="*/ 794032 h 794701"/>
              <a:gd name="csX257" fmla="*/ 483209 w 1878314"/>
              <a:gd name="csY257" fmla="*/ 794013 h 794701"/>
              <a:gd name="csX258" fmla="*/ 485089 w 1878314"/>
              <a:gd name="csY258" fmla="*/ 793984 h 794701"/>
              <a:gd name="csX259" fmla="*/ 486969 w 1878314"/>
              <a:gd name="csY259" fmla="*/ 793955 h 794701"/>
              <a:gd name="csX260" fmla="*/ 488849 w 1878314"/>
              <a:gd name="csY260" fmla="*/ 793925 h 794701"/>
              <a:gd name="csX261" fmla="*/ 490730 w 1878314"/>
              <a:gd name="csY261" fmla="*/ 793896 h 794701"/>
              <a:gd name="csX262" fmla="*/ 492610 w 1878314"/>
              <a:gd name="csY262" fmla="*/ 793867 h 794701"/>
              <a:gd name="csX263" fmla="*/ 494490 w 1878314"/>
              <a:gd name="csY263" fmla="*/ 793838 h 794701"/>
              <a:gd name="csX264" fmla="*/ 496371 w 1878314"/>
              <a:gd name="csY264" fmla="*/ 793809 h 794701"/>
              <a:gd name="csX265" fmla="*/ 498251 w 1878314"/>
              <a:gd name="csY265" fmla="*/ 793780 h 794701"/>
              <a:gd name="csX266" fmla="*/ 500130 w 1878314"/>
              <a:gd name="csY266" fmla="*/ 793741 h 794701"/>
              <a:gd name="csX267" fmla="*/ 502010 w 1878314"/>
              <a:gd name="csY267" fmla="*/ 793702 h 794701"/>
              <a:gd name="csX268" fmla="*/ 503891 w 1878314"/>
              <a:gd name="csY268" fmla="*/ 793673 h 794701"/>
              <a:gd name="csX269" fmla="*/ 505771 w 1878314"/>
              <a:gd name="csY269" fmla="*/ 793634 h 794701"/>
              <a:gd name="csX270" fmla="*/ 507651 w 1878314"/>
              <a:gd name="csY270" fmla="*/ 793596 h 794701"/>
              <a:gd name="csX271" fmla="*/ 509531 w 1878314"/>
              <a:gd name="csY271" fmla="*/ 793557 h 794701"/>
              <a:gd name="csX272" fmla="*/ 511412 w 1878314"/>
              <a:gd name="csY272" fmla="*/ 793508 h 794701"/>
              <a:gd name="csX273" fmla="*/ 513292 w 1878314"/>
              <a:gd name="csY273" fmla="*/ 793470 h 794701"/>
              <a:gd name="csX274" fmla="*/ 515172 w 1878314"/>
              <a:gd name="csY274" fmla="*/ 793421 h 794701"/>
              <a:gd name="csX275" fmla="*/ 517053 w 1878314"/>
              <a:gd name="csY275" fmla="*/ 793382 h 794701"/>
              <a:gd name="csX276" fmla="*/ 518933 w 1878314"/>
              <a:gd name="csY276" fmla="*/ 793334 h 794701"/>
              <a:gd name="csX277" fmla="*/ 520812 w 1878314"/>
              <a:gd name="csY277" fmla="*/ 793285 h 794701"/>
              <a:gd name="csX278" fmla="*/ 522692 w 1878314"/>
              <a:gd name="csY278" fmla="*/ 793227 h 794701"/>
              <a:gd name="csX279" fmla="*/ 524573 w 1878314"/>
              <a:gd name="csY279" fmla="*/ 793178 h 794701"/>
              <a:gd name="csX280" fmla="*/ 526453 w 1878314"/>
              <a:gd name="csY280" fmla="*/ 793130 h 794701"/>
              <a:gd name="csX281" fmla="*/ 528333 w 1878314"/>
              <a:gd name="csY281" fmla="*/ 793072 h 794701"/>
              <a:gd name="csX282" fmla="*/ 530214 w 1878314"/>
              <a:gd name="csY282" fmla="*/ 793013 h 794701"/>
              <a:gd name="csX283" fmla="*/ 532094 w 1878314"/>
              <a:gd name="csY283" fmla="*/ 792955 h 794701"/>
              <a:gd name="csX284" fmla="*/ 533974 w 1878314"/>
              <a:gd name="csY284" fmla="*/ 792897 h 794701"/>
              <a:gd name="csX285" fmla="*/ 535854 w 1878314"/>
              <a:gd name="csY285" fmla="*/ 792829 h 794701"/>
              <a:gd name="csX286" fmla="*/ 537735 w 1878314"/>
              <a:gd name="csY286" fmla="*/ 792761 h 794701"/>
              <a:gd name="csX287" fmla="*/ 539615 w 1878314"/>
              <a:gd name="csY287" fmla="*/ 792693 h 794701"/>
              <a:gd name="csX288" fmla="*/ 541495 w 1878314"/>
              <a:gd name="csY288" fmla="*/ 792625 h 794701"/>
              <a:gd name="csX289" fmla="*/ 543375 w 1878314"/>
              <a:gd name="csY289" fmla="*/ 792557 h 794701"/>
              <a:gd name="csX290" fmla="*/ 545255 w 1878314"/>
              <a:gd name="csY290" fmla="*/ 792480 h 794701"/>
              <a:gd name="csX291" fmla="*/ 547135 w 1878314"/>
              <a:gd name="csY291" fmla="*/ 792412 h 794701"/>
              <a:gd name="csX292" fmla="*/ 549015 w 1878314"/>
              <a:gd name="csY292" fmla="*/ 792325 h 794701"/>
              <a:gd name="csX293" fmla="*/ 550896 w 1878314"/>
              <a:gd name="csY293" fmla="*/ 792247 h 794701"/>
              <a:gd name="csX294" fmla="*/ 552776 w 1878314"/>
              <a:gd name="csY294" fmla="*/ 792169 h 794701"/>
              <a:gd name="csX295" fmla="*/ 554656 w 1878314"/>
              <a:gd name="csY295" fmla="*/ 792082 h 794701"/>
              <a:gd name="csX296" fmla="*/ 556536 w 1878314"/>
              <a:gd name="csY296" fmla="*/ 791995 h 794701"/>
              <a:gd name="csX297" fmla="*/ 558417 w 1878314"/>
              <a:gd name="csY297" fmla="*/ 791898 h 794701"/>
              <a:gd name="csX298" fmla="*/ 560297 w 1878314"/>
              <a:gd name="csY298" fmla="*/ 791810 h 794701"/>
              <a:gd name="csX299" fmla="*/ 562177 w 1878314"/>
              <a:gd name="csY299" fmla="*/ 791713 h 794701"/>
              <a:gd name="csX300" fmla="*/ 564057 w 1878314"/>
              <a:gd name="csY300" fmla="*/ 791607 h 794701"/>
              <a:gd name="csX301" fmla="*/ 565937 w 1878314"/>
              <a:gd name="csY301" fmla="*/ 791510 h 794701"/>
              <a:gd name="csX302" fmla="*/ 567817 w 1878314"/>
              <a:gd name="csY302" fmla="*/ 791403 h 794701"/>
              <a:gd name="csX303" fmla="*/ 569697 w 1878314"/>
              <a:gd name="csY303" fmla="*/ 791296 h 794701"/>
              <a:gd name="csX304" fmla="*/ 571578 w 1878314"/>
              <a:gd name="csY304" fmla="*/ 791180 h 794701"/>
              <a:gd name="csX305" fmla="*/ 573458 w 1878314"/>
              <a:gd name="csY305" fmla="*/ 791063 h 794701"/>
              <a:gd name="csX306" fmla="*/ 575338 w 1878314"/>
              <a:gd name="csY306" fmla="*/ 790947 h 794701"/>
              <a:gd name="csX307" fmla="*/ 577219 w 1878314"/>
              <a:gd name="csY307" fmla="*/ 790821 h 794701"/>
              <a:gd name="csX308" fmla="*/ 579099 w 1878314"/>
              <a:gd name="csY308" fmla="*/ 790695 h 794701"/>
              <a:gd name="csX309" fmla="*/ 580979 w 1878314"/>
              <a:gd name="csY309" fmla="*/ 790569 h 794701"/>
              <a:gd name="csX310" fmla="*/ 582859 w 1878314"/>
              <a:gd name="csY310" fmla="*/ 790433 h 794701"/>
              <a:gd name="csX311" fmla="*/ 584740 w 1878314"/>
              <a:gd name="csY311" fmla="*/ 790297 h 794701"/>
              <a:gd name="csX312" fmla="*/ 586619 w 1878314"/>
              <a:gd name="csY312" fmla="*/ 790151 h 794701"/>
              <a:gd name="csX313" fmla="*/ 588499 w 1878314"/>
              <a:gd name="csY313" fmla="*/ 790006 h 794701"/>
              <a:gd name="csX314" fmla="*/ 590379 w 1878314"/>
              <a:gd name="csY314" fmla="*/ 789860 h 794701"/>
              <a:gd name="csX315" fmla="*/ 592260 w 1878314"/>
              <a:gd name="csY315" fmla="*/ 789705 h 794701"/>
              <a:gd name="csX316" fmla="*/ 594140 w 1878314"/>
              <a:gd name="csY316" fmla="*/ 789550 h 794701"/>
              <a:gd name="csX317" fmla="*/ 596020 w 1878314"/>
              <a:gd name="csY317" fmla="*/ 789385 h 794701"/>
              <a:gd name="csX318" fmla="*/ 597901 w 1878314"/>
              <a:gd name="csY318" fmla="*/ 789220 h 794701"/>
              <a:gd name="csX319" fmla="*/ 599781 w 1878314"/>
              <a:gd name="csY319" fmla="*/ 789045 h 794701"/>
              <a:gd name="csX320" fmla="*/ 601661 w 1878314"/>
              <a:gd name="csY320" fmla="*/ 788871 h 794701"/>
              <a:gd name="csX321" fmla="*/ 603541 w 1878314"/>
              <a:gd name="csY321" fmla="*/ 788686 h 794701"/>
              <a:gd name="csX322" fmla="*/ 605422 w 1878314"/>
              <a:gd name="csY322" fmla="*/ 788502 h 794701"/>
              <a:gd name="csX323" fmla="*/ 607301 w 1878314"/>
              <a:gd name="csY323" fmla="*/ 788308 h 794701"/>
              <a:gd name="csX324" fmla="*/ 609181 w 1878314"/>
              <a:gd name="csY324" fmla="*/ 788104 h 794701"/>
              <a:gd name="csX325" fmla="*/ 611062 w 1878314"/>
              <a:gd name="csY325" fmla="*/ 787901 h 794701"/>
              <a:gd name="csX326" fmla="*/ 612942 w 1878314"/>
              <a:gd name="csY326" fmla="*/ 787697 h 794701"/>
              <a:gd name="csX327" fmla="*/ 614822 w 1878314"/>
              <a:gd name="csY327" fmla="*/ 787483 h 794701"/>
              <a:gd name="csX328" fmla="*/ 616702 w 1878314"/>
              <a:gd name="csY328" fmla="*/ 787260 h 794701"/>
              <a:gd name="csX329" fmla="*/ 618583 w 1878314"/>
              <a:gd name="csY329" fmla="*/ 787037 h 794701"/>
              <a:gd name="csX330" fmla="*/ 620463 w 1878314"/>
              <a:gd name="csY330" fmla="*/ 786804 h 794701"/>
              <a:gd name="csX331" fmla="*/ 622342 w 1878314"/>
              <a:gd name="csY331" fmla="*/ 786562 h 794701"/>
              <a:gd name="csX332" fmla="*/ 624224 w 1878314"/>
              <a:gd name="csY332" fmla="*/ 786319 h 794701"/>
              <a:gd name="csX333" fmla="*/ 626107 w 1878314"/>
              <a:gd name="csY333" fmla="*/ 786067 h 794701"/>
              <a:gd name="csX334" fmla="*/ 627979 w 1878314"/>
              <a:gd name="csY334" fmla="*/ 785805 h 794701"/>
              <a:gd name="csX335" fmla="*/ 629861 w 1878314"/>
              <a:gd name="csY335" fmla="*/ 785543 h 794701"/>
              <a:gd name="csX336" fmla="*/ 631744 w 1878314"/>
              <a:gd name="csY336" fmla="*/ 785271 h 794701"/>
              <a:gd name="csX337" fmla="*/ 633626 w 1878314"/>
              <a:gd name="csY337" fmla="*/ 784990 h 794701"/>
              <a:gd name="csX338" fmla="*/ 635508 w 1878314"/>
              <a:gd name="csY338" fmla="*/ 784708 h 794701"/>
              <a:gd name="csX339" fmla="*/ 637381 w 1878314"/>
              <a:gd name="csY339" fmla="*/ 784408 h 794701"/>
              <a:gd name="csX340" fmla="*/ 639263 w 1878314"/>
              <a:gd name="csY340" fmla="*/ 784107 h 794701"/>
              <a:gd name="csX341" fmla="*/ 641145 w 1878314"/>
              <a:gd name="csY341" fmla="*/ 783796 h 794701"/>
              <a:gd name="csX342" fmla="*/ 643027 w 1878314"/>
              <a:gd name="csY342" fmla="*/ 783486 h 794701"/>
              <a:gd name="csX343" fmla="*/ 644909 w 1878314"/>
              <a:gd name="csY343" fmla="*/ 783156 h 794701"/>
              <a:gd name="csX344" fmla="*/ 646782 w 1878314"/>
              <a:gd name="csY344" fmla="*/ 782826 h 794701"/>
              <a:gd name="csX345" fmla="*/ 648664 w 1878314"/>
              <a:gd name="csY345" fmla="*/ 782477 h 794701"/>
              <a:gd name="csX346" fmla="*/ 650546 w 1878314"/>
              <a:gd name="csY346" fmla="*/ 782128 h 794701"/>
              <a:gd name="csX347" fmla="*/ 652429 w 1878314"/>
              <a:gd name="csY347" fmla="*/ 781769 h 794701"/>
              <a:gd name="csX348" fmla="*/ 654311 w 1878314"/>
              <a:gd name="csY348" fmla="*/ 781400 h 794701"/>
              <a:gd name="csX349" fmla="*/ 656183 w 1878314"/>
              <a:gd name="csY349" fmla="*/ 781022 h 794701"/>
              <a:gd name="csX350" fmla="*/ 658066 w 1878314"/>
              <a:gd name="csY350" fmla="*/ 780634 h 794701"/>
              <a:gd name="csX351" fmla="*/ 659948 w 1878314"/>
              <a:gd name="csY351" fmla="*/ 780236 h 794701"/>
              <a:gd name="csX352" fmla="*/ 661830 w 1878314"/>
              <a:gd name="csY352" fmla="*/ 779828 h 794701"/>
              <a:gd name="csX353" fmla="*/ 663703 w 1878314"/>
              <a:gd name="csY353" fmla="*/ 779411 h 794701"/>
              <a:gd name="csX354" fmla="*/ 665585 w 1878314"/>
              <a:gd name="csY354" fmla="*/ 778984 h 794701"/>
              <a:gd name="csX355" fmla="*/ 667467 w 1878314"/>
              <a:gd name="csY355" fmla="*/ 778548 h 794701"/>
              <a:gd name="csX356" fmla="*/ 669349 w 1878314"/>
              <a:gd name="csY356" fmla="*/ 778101 h 794701"/>
              <a:gd name="csX357" fmla="*/ 671231 w 1878314"/>
              <a:gd name="csY357" fmla="*/ 777645 h 794701"/>
              <a:gd name="csX358" fmla="*/ 673104 w 1878314"/>
              <a:gd name="csY358" fmla="*/ 777180 h 794701"/>
              <a:gd name="csX359" fmla="*/ 674986 w 1878314"/>
              <a:gd name="csY359" fmla="*/ 776694 h 794701"/>
              <a:gd name="csX360" fmla="*/ 676868 w 1878314"/>
              <a:gd name="csY360" fmla="*/ 776200 h 794701"/>
              <a:gd name="csX361" fmla="*/ 678751 w 1878314"/>
              <a:gd name="csY361" fmla="*/ 775695 h 794701"/>
              <a:gd name="csX362" fmla="*/ 680633 w 1878314"/>
              <a:gd name="csY362" fmla="*/ 775181 h 794701"/>
              <a:gd name="csX363" fmla="*/ 682505 w 1878314"/>
              <a:gd name="csY363" fmla="*/ 774657 h 794701"/>
              <a:gd name="csX364" fmla="*/ 684387 w 1878314"/>
              <a:gd name="csY364" fmla="*/ 774114 h 794701"/>
              <a:gd name="csX365" fmla="*/ 686270 w 1878314"/>
              <a:gd name="csY365" fmla="*/ 773561 h 794701"/>
              <a:gd name="csX366" fmla="*/ 688152 w 1878314"/>
              <a:gd name="csY366" fmla="*/ 772998 h 794701"/>
              <a:gd name="csX367" fmla="*/ 690034 w 1878314"/>
              <a:gd name="csY367" fmla="*/ 772416 h 794701"/>
              <a:gd name="csX368" fmla="*/ 691907 w 1878314"/>
              <a:gd name="csY368" fmla="*/ 771824 h 794701"/>
              <a:gd name="csX369" fmla="*/ 693789 w 1878314"/>
              <a:gd name="csY369" fmla="*/ 771222 h 794701"/>
              <a:gd name="csX370" fmla="*/ 695671 w 1878314"/>
              <a:gd name="csY370" fmla="*/ 770602 h 794701"/>
              <a:gd name="csX371" fmla="*/ 697553 w 1878314"/>
              <a:gd name="csY371" fmla="*/ 769971 h 794701"/>
              <a:gd name="csX372" fmla="*/ 699435 w 1878314"/>
              <a:gd name="csY372" fmla="*/ 769331 h 794701"/>
              <a:gd name="csX373" fmla="*/ 701308 w 1878314"/>
              <a:gd name="csY373" fmla="*/ 768661 h 794701"/>
              <a:gd name="csX374" fmla="*/ 703190 w 1878314"/>
              <a:gd name="csY374" fmla="*/ 767992 h 794701"/>
              <a:gd name="csX375" fmla="*/ 705072 w 1878314"/>
              <a:gd name="csY375" fmla="*/ 767303 h 794701"/>
              <a:gd name="csX376" fmla="*/ 706955 w 1878314"/>
              <a:gd name="csY376" fmla="*/ 766595 h 794701"/>
              <a:gd name="csX377" fmla="*/ 708827 w 1878314"/>
              <a:gd name="csY377" fmla="*/ 765877 h 794701"/>
              <a:gd name="csX378" fmla="*/ 710709 w 1878314"/>
              <a:gd name="csY378" fmla="*/ 765139 h 794701"/>
              <a:gd name="csX379" fmla="*/ 712592 w 1878314"/>
              <a:gd name="csY379" fmla="*/ 764383 h 794701"/>
              <a:gd name="csX380" fmla="*/ 714474 w 1878314"/>
              <a:gd name="csY380" fmla="*/ 763616 h 794701"/>
              <a:gd name="csX381" fmla="*/ 716356 w 1878314"/>
              <a:gd name="csY381" fmla="*/ 762830 h 794701"/>
              <a:gd name="csX382" fmla="*/ 718229 w 1878314"/>
              <a:gd name="csY382" fmla="*/ 762025 h 794701"/>
              <a:gd name="csX383" fmla="*/ 720111 w 1878314"/>
              <a:gd name="csY383" fmla="*/ 761210 h 794701"/>
              <a:gd name="csX384" fmla="*/ 721993 w 1878314"/>
              <a:gd name="csY384" fmla="*/ 760376 h 794701"/>
              <a:gd name="csX385" fmla="*/ 723875 w 1878314"/>
              <a:gd name="csY385" fmla="*/ 759522 h 794701"/>
              <a:gd name="csX386" fmla="*/ 725757 w 1878314"/>
              <a:gd name="csY386" fmla="*/ 758649 h 794701"/>
              <a:gd name="csX387" fmla="*/ 727630 w 1878314"/>
              <a:gd name="csY387" fmla="*/ 757756 h 794701"/>
              <a:gd name="csX388" fmla="*/ 729512 w 1878314"/>
              <a:gd name="csY388" fmla="*/ 756854 h 794701"/>
              <a:gd name="csX389" fmla="*/ 731394 w 1878314"/>
              <a:gd name="csY389" fmla="*/ 755922 h 794701"/>
              <a:gd name="csX390" fmla="*/ 733277 w 1878314"/>
              <a:gd name="csY390" fmla="*/ 754981 h 794701"/>
              <a:gd name="csX391" fmla="*/ 735159 w 1878314"/>
              <a:gd name="csY391" fmla="*/ 754021 h 794701"/>
              <a:gd name="csX392" fmla="*/ 737031 w 1878314"/>
              <a:gd name="csY392" fmla="*/ 753031 h 794701"/>
              <a:gd name="csX393" fmla="*/ 738914 w 1878314"/>
              <a:gd name="csY393" fmla="*/ 752032 h 794701"/>
              <a:gd name="csX394" fmla="*/ 740796 w 1878314"/>
              <a:gd name="csY394" fmla="*/ 751013 h 794701"/>
              <a:gd name="csX395" fmla="*/ 742678 w 1878314"/>
              <a:gd name="csY395" fmla="*/ 749965 h 794701"/>
              <a:gd name="csX396" fmla="*/ 744560 w 1878314"/>
              <a:gd name="csY396" fmla="*/ 748898 h 794701"/>
              <a:gd name="csX397" fmla="*/ 746433 w 1878314"/>
              <a:gd name="csY397" fmla="*/ 747821 h 794701"/>
              <a:gd name="csX398" fmla="*/ 748315 w 1878314"/>
              <a:gd name="csY398" fmla="*/ 746715 h 794701"/>
              <a:gd name="csX399" fmla="*/ 750197 w 1878314"/>
              <a:gd name="csY399" fmla="*/ 745589 h 794701"/>
              <a:gd name="csX400" fmla="*/ 752079 w 1878314"/>
              <a:gd name="csY400" fmla="*/ 744435 h 794701"/>
              <a:gd name="csX401" fmla="*/ 753952 w 1878314"/>
              <a:gd name="csY401" fmla="*/ 743271 h 794701"/>
              <a:gd name="csX402" fmla="*/ 755834 w 1878314"/>
              <a:gd name="csY402" fmla="*/ 742077 h 794701"/>
              <a:gd name="csX403" fmla="*/ 757716 w 1878314"/>
              <a:gd name="csY403" fmla="*/ 740864 h 794701"/>
              <a:gd name="csX404" fmla="*/ 759598 w 1878314"/>
              <a:gd name="csY404" fmla="*/ 739623 h 794701"/>
              <a:gd name="csX405" fmla="*/ 761481 w 1878314"/>
              <a:gd name="csY405" fmla="*/ 738361 h 794701"/>
              <a:gd name="csX406" fmla="*/ 763353 w 1878314"/>
              <a:gd name="csY406" fmla="*/ 737081 h 794701"/>
              <a:gd name="csX407" fmla="*/ 765235 w 1878314"/>
              <a:gd name="csY407" fmla="*/ 735771 h 794701"/>
              <a:gd name="csX408" fmla="*/ 767118 w 1878314"/>
              <a:gd name="csY408" fmla="*/ 734442 h 794701"/>
              <a:gd name="csX409" fmla="*/ 769000 w 1878314"/>
              <a:gd name="csY409" fmla="*/ 733083 h 794701"/>
              <a:gd name="csX410" fmla="*/ 770882 w 1878314"/>
              <a:gd name="csY410" fmla="*/ 731706 h 794701"/>
              <a:gd name="csX411" fmla="*/ 772755 w 1878314"/>
              <a:gd name="csY411" fmla="*/ 730299 h 794701"/>
              <a:gd name="csX412" fmla="*/ 774637 w 1878314"/>
              <a:gd name="csY412" fmla="*/ 728873 h 794701"/>
              <a:gd name="csX413" fmla="*/ 776519 w 1878314"/>
              <a:gd name="csY413" fmla="*/ 727417 h 794701"/>
              <a:gd name="csX414" fmla="*/ 778401 w 1878314"/>
              <a:gd name="csY414" fmla="*/ 725933 h 794701"/>
              <a:gd name="csX415" fmla="*/ 780283 w 1878314"/>
              <a:gd name="csY415" fmla="*/ 724429 h 794701"/>
              <a:gd name="csX416" fmla="*/ 782156 w 1878314"/>
              <a:gd name="csY416" fmla="*/ 722896 h 794701"/>
              <a:gd name="csX417" fmla="*/ 784038 w 1878314"/>
              <a:gd name="csY417" fmla="*/ 721344 h 794701"/>
              <a:gd name="csX418" fmla="*/ 785920 w 1878314"/>
              <a:gd name="csY418" fmla="*/ 719753 h 794701"/>
              <a:gd name="csX419" fmla="*/ 787803 w 1878314"/>
              <a:gd name="csY419" fmla="*/ 718142 h 794701"/>
              <a:gd name="csX420" fmla="*/ 789685 w 1878314"/>
              <a:gd name="csY420" fmla="*/ 716502 h 794701"/>
              <a:gd name="csX421" fmla="*/ 791557 w 1878314"/>
              <a:gd name="csY421" fmla="*/ 714834 h 794701"/>
              <a:gd name="csX422" fmla="*/ 793440 w 1878314"/>
              <a:gd name="csY422" fmla="*/ 713145 h 794701"/>
              <a:gd name="csX423" fmla="*/ 795322 w 1878314"/>
              <a:gd name="csY423" fmla="*/ 711418 h 794701"/>
              <a:gd name="csX424" fmla="*/ 797204 w 1878314"/>
              <a:gd name="csY424" fmla="*/ 709672 h 794701"/>
              <a:gd name="csX425" fmla="*/ 799077 w 1878314"/>
              <a:gd name="csY425" fmla="*/ 707897 h 794701"/>
              <a:gd name="csX426" fmla="*/ 800959 w 1878314"/>
              <a:gd name="csY426" fmla="*/ 706082 h 794701"/>
              <a:gd name="csX427" fmla="*/ 802841 w 1878314"/>
              <a:gd name="csY427" fmla="*/ 704249 h 794701"/>
              <a:gd name="csX428" fmla="*/ 804723 w 1878314"/>
              <a:gd name="csY428" fmla="*/ 702386 h 794701"/>
              <a:gd name="csX429" fmla="*/ 806605 w 1878314"/>
              <a:gd name="csY429" fmla="*/ 700484 h 794701"/>
              <a:gd name="csX430" fmla="*/ 808478 w 1878314"/>
              <a:gd name="csY430" fmla="*/ 698563 h 794701"/>
              <a:gd name="csX431" fmla="*/ 810360 w 1878314"/>
              <a:gd name="csY431" fmla="*/ 696613 h 794701"/>
              <a:gd name="csX432" fmla="*/ 812242 w 1878314"/>
              <a:gd name="csY432" fmla="*/ 694624 h 794701"/>
              <a:gd name="csX433" fmla="*/ 814125 w 1878314"/>
              <a:gd name="csY433" fmla="*/ 692616 h 794701"/>
              <a:gd name="csX434" fmla="*/ 816007 w 1878314"/>
              <a:gd name="csY434" fmla="*/ 690569 h 794701"/>
              <a:gd name="csX435" fmla="*/ 817879 w 1878314"/>
              <a:gd name="csY435" fmla="*/ 688492 h 794701"/>
              <a:gd name="csX436" fmla="*/ 819762 w 1878314"/>
              <a:gd name="csY436" fmla="*/ 686387 h 794701"/>
              <a:gd name="csX437" fmla="*/ 821644 w 1878314"/>
              <a:gd name="csY437" fmla="*/ 684243 h 794701"/>
              <a:gd name="csX438" fmla="*/ 823526 w 1878314"/>
              <a:gd name="csY438" fmla="*/ 682079 h 794701"/>
              <a:gd name="csX439" fmla="*/ 825408 w 1878314"/>
              <a:gd name="csY439" fmla="*/ 679877 h 794701"/>
              <a:gd name="csX440" fmla="*/ 827281 w 1878314"/>
              <a:gd name="csY440" fmla="*/ 677645 h 794701"/>
              <a:gd name="csX441" fmla="*/ 829163 w 1878314"/>
              <a:gd name="csY441" fmla="*/ 675375 h 794701"/>
              <a:gd name="csX442" fmla="*/ 831045 w 1878314"/>
              <a:gd name="csY442" fmla="*/ 673085 h 794701"/>
              <a:gd name="csX443" fmla="*/ 832927 w 1878314"/>
              <a:gd name="csY443" fmla="*/ 670757 h 794701"/>
              <a:gd name="csX444" fmla="*/ 834800 w 1878314"/>
              <a:gd name="csY444" fmla="*/ 668389 h 794701"/>
              <a:gd name="csX445" fmla="*/ 836682 w 1878314"/>
              <a:gd name="csY445" fmla="*/ 666003 h 794701"/>
              <a:gd name="csX446" fmla="*/ 838564 w 1878314"/>
              <a:gd name="csY446" fmla="*/ 663568 h 794701"/>
              <a:gd name="csX447" fmla="*/ 840446 w 1878314"/>
              <a:gd name="csY447" fmla="*/ 661113 h 794701"/>
              <a:gd name="csX448" fmla="*/ 842329 w 1878314"/>
              <a:gd name="csY448" fmla="*/ 658619 h 794701"/>
              <a:gd name="csX449" fmla="*/ 844201 w 1878314"/>
              <a:gd name="csY449" fmla="*/ 656097 h 794701"/>
              <a:gd name="csX450" fmla="*/ 846083 w 1878314"/>
              <a:gd name="csY450" fmla="*/ 653536 h 794701"/>
              <a:gd name="csX451" fmla="*/ 847966 w 1878314"/>
              <a:gd name="csY451" fmla="*/ 650945 h 794701"/>
              <a:gd name="csX452" fmla="*/ 849848 w 1878314"/>
              <a:gd name="csY452" fmla="*/ 648316 h 794701"/>
              <a:gd name="csX453" fmla="*/ 851730 w 1878314"/>
              <a:gd name="csY453" fmla="*/ 645657 h 794701"/>
              <a:gd name="csX454" fmla="*/ 853603 w 1878314"/>
              <a:gd name="csY454" fmla="*/ 642960 h 794701"/>
              <a:gd name="csX455" fmla="*/ 855485 w 1878314"/>
              <a:gd name="csY455" fmla="*/ 640234 h 794701"/>
              <a:gd name="csX456" fmla="*/ 857367 w 1878314"/>
              <a:gd name="csY456" fmla="*/ 637478 h 794701"/>
              <a:gd name="csX457" fmla="*/ 859249 w 1878314"/>
              <a:gd name="csY457" fmla="*/ 634684 h 794701"/>
              <a:gd name="csX458" fmla="*/ 861131 w 1878314"/>
              <a:gd name="csY458" fmla="*/ 631851 h 794701"/>
              <a:gd name="csX459" fmla="*/ 863004 w 1878314"/>
              <a:gd name="csY459" fmla="*/ 628989 h 794701"/>
              <a:gd name="csX460" fmla="*/ 864886 w 1878314"/>
              <a:gd name="csY460" fmla="*/ 626098 h 794701"/>
              <a:gd name="csX461" fmla="*/ 866768 w 1878314"/>
              <a:gd name="csY461" fmla="*/ 623168 h 794701"/>
              <a:gd name="csX462" fmla="*/ 868651 w 1878314"/>
              <a:gd name="csY462" fmla="*/ 620199 h 794701"/>
              <a:gd name="csX463" fmla="*/ 870533 w 1878314"/>
              <a:gd name="csY463" fmla="*/ 617201 h 794701"/>
              <a:gd name="csX464" fmla="*/ 872405 w 1878314"/>
              <a:gd name="csY464" fmla="*/ 614164 h 794701"/>
              <a:gd name="csX465" fmla="*/ 874288 w 1878314"/>
              <a:gd name="csY465" fmla="*/ 611098 h 794701"/>
              <a:gd name="csX466" fmla="*/ 876170 w 1878314"/>
              <a:gd name="csY466" fmla="*/ 607994 h 794701"/>
              <a:gd name="csX467" fmla="*/ 878052 w 1878314"/>
              <a:gd name="csY467" fmla="*/ 604860 h 794701"/>
              <a:gd name="csX468" fmla="*/ 879925 w 1878314"/>
              <a:gd name="csY468" fmla="*/ 601687 h 794701"/>
              <a:gd name="csX469" fmla="*/ 881807 w 1878314"/>
              <a:gd name="csY469" fmla="*/ 598485 h 794701"/>
              <a:gd name="csX470" fmla="*/ 883689 w 1878314"/>
              <a:gd name="csY470" fmla="*/ 595255 h 794701"/>
              <a:gd name="csX471" fmla="*/ 885571 w 1878314"/>
              <a:gd name="csY471" fmla="*/ 591975 h 794701"/>
              <a:gd name="csX472" fmla="*/ 887453 w 1878314"/>
              <a:gd name="csY472" fmla="*/ 588677 h 794701"/>
              <a:gd name="csX473" fmla="*/ 889326 w 1878314"/>
              <a:gd name="csY473" fmla="*/ 585329 h 794701"/>
              <a:gd name="csX474" fmla="*/ 891208 w 1878314"/>
              <a:gd name="csY474" fmla="*/ 581963 h 794701"/>
              <a:gd name="csX475" fmla="*/ 893090 w 1878314"/>
              <a:gd name="csY475" fmla="*/ 578557 h 794701"/>
              <a:gd name="csX476" fmla="*/ 894973 w 1878314"/>
              <a:gd name="csY476" fmla="*/ 575113 h 794701"/>
              <a:gd name="csX477" fmla="*/ 896855 w 1878314"/>
              <a:gd name="csY477" fmla="*/ 571640 h 794701"/>
              <a:gd name="csX478" fmla="*/ 898727 w 1878314"/>
              <a:gd name="csY478" fmla="*/ 568137 h 794701"/>
              <a:gd name="csX479" fmla="*/ 900609 w 1878314"/>
              <a:gd name="csY479" fmla="*/ 564596 h 794701"/>
              <a:gd name="csX480" fmla="*/ 902492 w 1878314"/>
              <a:gd name="csY480" fmla="*/ 561025 h 794701"/>
              <a:gd name="csX481" fmla="*/ 904374 w 1878314"/>
              <a:gd name="csY481" fmla="*/ 557416 h 794701"/>
              <a:gd name="csX482" fmla="*/ 906256 w 1878314"/>
              <a:gd name="csY482" fmla="*/ 553788 h 794701"/>
              <a:gd name="csX483" fmla="*/ 908129 w 1878314"/>
              <a:gd name="csY483" fmla="*/ 550111 h 794701"/>
              <a:gd name="csX484" fmla="*/ 910011 w 1878314"/>
              <a:gd name="csY484" fmla="*/ 546414 h 794701"/>
              <a:gd name="csX485" fmla="*/ 911893 w 1878314"/>
              <a:gd name="csY485" fmla="*/ 542679 h 794701"/>
              <a:gd name="csX486" fmla="*/ 913775 w 1878314"/>
              <a:gd name="csY486" fmla="*/ 538914 h 794701"/>
              <a:gd name="csX487" fmla="*/ 915657 w 1878314"/>
              <a:gd name="csY487" fmla="*/ 535121 h 794701"/>
              <a:gd name="csX488" fmla="*/ 917530 w 1878314"/>
              <a:gd name="csY488" fmla="*/ 531298 h 794701"/>
              <a:gd name="csX489" fmla="*/ 919412 w 1878314"/>
              <a:gd name="csY489" fmla="*/ 527437 h 794701"/>
              <a:gd name="csX490" fmla="*/ 921294 w 1878314"/>
              <a:gd name="csY490" fmla="*/ 523556 h 794701"/>
              <a:gd name="csX491" fmla="*/ 923177 w 1878314"/>
              <a:gd name="csY491" fmla="*/ 519636 h 794701"/>
              <a:gd name="csX492" fmla="*/ 925049 w 1878314"/>
              <a:gd name="csY492" fmla="*/ 515687 h 794701"/>
              <a:gd name="csX493" fmla="*/ 926931 w 1878314"/>
              <a:gd name="csY493" fmla="*/ 511710 h 794701"/>
              <a:gd name="csX494" fmla="*/ 928814 w 1878314"/>
              <a:gd name="csY494" fmla="*/ 507703 h 794701"/>
              <a:gd name="csX495" fmla="*/ 930696 w 1878314"/>
              <a:gd name="csY495" fmla="*/ 503666 h 794701"/>
              <a:gd name="csX496" fmla="*/ 932578 w 1878314"/>
              <a:gd name="csY496" fmla="*/ 499611 h 794701"/>
              <a:gd name="csX497" fmla="*/ 934451 w 1878314"/>
              <a:gd name="csY497" fmla="*/ 495517 h 794701"/>
              <a:gd name="csX498" fmla="*/ 936333 w 1878314"/>
              <a:gd name="csY498" fmla="*/ 491403 h 794701"/>
              <a:gd name="csX499" fmla="*/ 938215 w 1878314"/>
              <a:gd name="csY499" fmla="*/ 487250 h 794701"/>
              <a:gd name="csX500" fmla="*/ 940097 w 1878314"/>
              <a:gd name="csY500" fmla="*/ 483078 h 794701"/>
              <a:gd name="csX501" fmla="*/ 941979 w 1878314"/>
              <a:gd name="csY501" fmla="*/ 478887 h 794701"/>
              <a:gd name="csX502" fmla="*/ 943852 w 1878314"/>
              <a:gd name="csY502" fmla="*/ 474667 h 794701"/>
              <a:gd name="csX503" fmla="*/ 945734 w 1878314"/>
              <a:gd name="csY503" fmla="*/ 470417 h 794701"/>
              <a:gd name="csX504" fmla="*/ 947616 w 1878314"/>
              <a:gd name="csY504" fmla="*/ 466140 h 794701"/>
              <a:gd name="csX505" fmla="*/ 949499 w 1878314"/>
              <a:gd name="csY505" fmla="*/ 461842 h 794701"/>
              <a:gd name="csX506" fmla="*/ 951381 w 1878314"/>
              <a:gd name="csY506" fmla="*/ 457521 h 794701"/>
              <a:gd name="csX507" fmla="*/ 953253 w 1878314"/>
              <a:gd name="csY507" fmla="*/ 453176 h 794701"/>
              <a:gd name="csX508" fmla="*/ 955136 w 1878314"/>
              <a:gd name="csY508" fmla="*/ 448809 h 794701"/>
              <a:gd name="csX509" fmla="*/ 957018 w 1878314"/>
              <a:gd name="csY509" fmla="*/ 444419 h 794701"/>
              <a:gd name="csX510" fmla="*/ 958900 w 1878314"/>
              <a:gd name="csY510" fmla="*/ 440009 h 794701"/>
              <a:gd name="csX511" fmla="*/ 960782 w 1878314"/>
              <a:gd name="csY511" fmla="*/ 435577 h 794701"/>
              <a:gd name="csX512" fmla="*/ 962655 w 1878314"/>
              <a:gd name="csY512" fmla="*/ 431124 h 794701"/>
              <a:gd name="csX513" fmla="*/ 964537 w 1878314"/>
              <a:gd name="csY513" fmla="*/ 426653 h 794701"/>
              <a:gd name="csX514" fmla="*/ 966419 w 1878314"/>
              <a:gd name="csY514" fmla="*/ 422162 h 794701"/>
              <a:gd name="csX515" fmla="*/ 968301 w 1878314"/>
              <a:gd name="csY515" fmla="*/ 417652 h 794701"/>
              <a:gd name="csX516" fmla="*/ 970174 w 1878314"/>
              <a:gd name="csY516" fmla="*/ 413124 h 794701"/>
              <a:gd name="csX517" fmla="*/ 972056 w 1878314"/>
              <a:gd name="csY517" fmla="*/ 408580 h 794701"/>
              <a:gd name="csX518" fmla="*/ 973938 w 1878314"/>
              <a:gd name="csY518" fmla="*/ 404019 h 794701"/>
              <a:gd name="csX519" fmla="*/ 975820 w 1878314"/>
              <a:gd name="csY519" fmla="*/ 399442 h 794701"/>
              <a:gd name="csX520" fmla="*/ 977703 w 1878314"/>
              <a:gd name="csY520" fmla="*/ 394850 h 794701"/>
              <a:gd name="csX521" fmla="*/ 979575 w 1878314"/>
              <a:gd name="csY521" fmla="*/ 390244 h 794701"/>
              <a:gd name="csX522" fmla="*/ 981458 w 1878314"/>
              <a:gd name="csY522" fmla="*/ 385623 h 794701"/>
              <a:gd name="csX523" fmla="*/ 983340 w 1878314"/>
              <a:gd name="csY523" fmla="*/ 380990 h 794701"/>
              <a:gd name="csX524" fmla="*/ 985222 w 1878314"/>
              <a:gd name="csY524" fmla="*/ 376345 h 794701"/>
              <a:gd name="csX525" fmla="*/ 987104 w 1878314"/>
              <a:gd name="csY525" fmla="*/ 371688 h 794701"/>
              <a:gd name="csX526" fmla="*/ 988977 w 1878314"/>
              <a:gd name="csY526" fmla="*/ 367021 h 794701"/>
              <a:gd name="csX527" fmla="*/ 990859 w 1878314"/>
              <a:gd name="csY527" fmla="*/ 362344 h 794701"/>
              <a:gd name="csX528" fmla="*/ 992741 w 1878314"/>
              <a:gd name="csY528" fmla="*/ 357658 h 794701"/>
              <a:gd name="csX529" fmla="*/ 994623 w 1878314"/>
              <a:gd name="csY529" fmla="*/ 352963 h 794701"/>
              <a:gd name="csX530" fmla="*/ 996506 w 1878314"/>
              <a:gd name="csY530" fmla="*/ 348261 h 794701"/>
              <a:gd name="csX531" fmla="*/ 998378 w 1878314"/>
              <a:gd name="csY531" fmla="*/ 343553 h 794701"/>
              <a:gd name="csX532" fmla="*/ 1000260 w 1878314"/>
              <a:gd name="csY532" fmla="*/ 338839 h 794701"/>
              <a:gd name="csX533" fmla="*/ 1002142 w 1878314"/>
              <a:gd name="csY533" fmla="*/ 334120 h 794701"/>
              <a:gd name="csX534" fmla="*/ 1004025 w 1878314"/>
              <a:gd name="csY534" fmla="*/ 329397 h 794701"/>
              <a:gd name="csX535" fmla="*/ 1005907 w 1878314"/>
              <a:gd name="csY535" fmla="*/ 324671 h 794701"/>
              <a:gd name="csX536" fmla="*/ 1007779 w 1878314"/>
              <a:gd name="csY536" fmla="*/ 319942 h 794701"/>
              <a:gd name="csX537" fmla="*/ 1009662 w 1878314"/>
              <a:gd name="csY537" fmla="*/ 315212 h 794701"/>
              <a:gd name="csX538" fmla="*/ 1011544 w 1878314"/>
              <a:gd name="csY538" fmla="*/ 310482 h 794701"/>
              <a:gd name="csX539" fmla="*/ 1013426 w 1878314"/>
              <a:gd name="csY539" fmla="*/ 305751 h 794701"/>
              <a:gd name="csX540" fmla="*/ 1015299 w 1878314"/>
              <a:gd name="csY540" fmla="*/ 301024 h 794701"/>
              <a:gd name="csX541" fmla="*/ 1017181 w 1878314"/>
              <a:gd name="csY541" fmla="*/ 296297 h 794701"/>
              <a:gd name="csX542" fmla="*/ 1019063 w 1878314"/>
              <a:gd name="csY542" fmla="*/ 291574 h 794701"/>
              <a:gd name="csX543" fmla="*/ 1020945 w 1878314"/>
              <a:gd name="csY543" fmla="*/ 286855 h 794701"/>
              <a:gd name="csX544" fmla="*/ 1022827 w 1878314"/>
              <a:gd name="csY544" fmla="*/ 282140 h 794701"/>
              <a:gd name="csX545" fmla="*/ 1024700 w 1878314"/>
              <a:gd name="csY545" fmla="*/ 277433 h 794701"/>
              <a:gd name="csX546" fmla="*/ 1026582 w 1878314"/>
              <a:gd name="csY546" fmla="*/ 272732 h 794701"/>
              <a:gd name="csX547" fmla="*/ 1028464 w 1878314"/>
              <a:gd name="csY547" fmla="*/ 268039 h 794701"/>
              <a:gd name="csX548" fmla="*/ 1030347 w 1878314"/>
              <a:gd name="csY548" fmla="*/ 263356 h 794701"/>
              <a:gd name="csX549" fmla="*/ 1032229 w 1878314"/>
              <a:gd name="csY549" fmla="*/ 258681 h 794701"/>
              <a:gd name="csX550" fmla="*/ 1034101 w 1878314"/>
              <a:gd name="csY550" fmla="*/ 254019 h 794701"/>
              <a:gd name="csX551" fmla="*/ 1035984 w 1878314"/>
              <a:gd name="csY551" fmla="*/ 249368 h 794701"/>
              <a:gd name="csX552" fmla="*/ 1037866 w 1878314"/>
              <a:gd name="csY552" fmla="*/ 244730 h 794701"/>
              <a:gd name="csX553" fmla="*/ 1039748 w 1878314"/>
              <a:gd name="csY553" fmla="*/ 240106 h 794701"/>
              <a:gd name="csX554" fmla="*/ 1041630 w 1878314"/>
              <a:gd name="csY554" fmla="*/ 235497 h 794701"/>
              <a:gd name="csX555" fmla="*/ 1043503 w 1878314"/>
              <a:gd name="csY555" fmla="*/ 230904 h 794701"/>
              <a:gd name="csX556" fmla="*/ 1045385 w 1878314"/>
              <a:gd name="csY556" fmla="*/ 226329 h 794701"/>
              <a:gd name="csX557" fmla="*/ 1047267 w 1878314"/>
              <a:gd name="csY557" fmla="*/ 221771 h 794701"/>
              <a:gd name="csX558" fmla="*/ 1049149 w 1878314"/>
              <a:gd name="csY558" fmla="*/ 217232 h 794701"/>
              <a:gd name="csX559" fmla="*/ 1051022 w 1878314"/>
              <a:gd name="csY559" fmla="*/ 212713 h 794701"/>
              <a:gd name="csX560" fmla="*/ 1052904 w 1878314"/>
              <a:gd name="csY560" fmla="*/ 208215 h 794701"/>
              <a:gd name="csX561" fmla="*/ 1054786 w 1878314"/>
              <a:gd name="csY561" fmla="*/ 203740 h 794701"/>
              <a:gd name="csX562" fmla="*/ 1056669 w 1878314"/>
              <a:gd name="csY562" fmla="*/ 199288 h 794701"/>
              <a:gd name="csX563" fmla="*/ 1058551 w 1878314"/>
              <a:gd name="csY563" fmla="*/ 194860 h 794701"/>
              <a:gd name="csX564" fmla="*/ 1060423 w 1878314"/>
              <a:gd name="csY564" fmla="*/ 190457 h 794701"/>
              <a:gd name="csX565" fmla="*/ 1062305 w 1878314"/>
              <a:gd name="csY565" fmla="*/ 186080 h 794701"/>
              <a:gd name="csX566" fmla="*/ 1064188 w 1878314"/>
              <a:gd name="csY566" fmla="*/ 181731 h 794701"/>
              <a:gd name="csX567" fmla="*/ 1066070 w 1878314"/>
              <a:gd name="csY567" fmla="*/ 177410 h 794701"/>
              <a:gd name="csX568" fmla="*/ 1067952 w 1878314"/>
              <a:gd name="csY568" fmla="*/ 173119 h 794701"/>
              <a:gd name="csX569" fmla="*/ 1069825 w 1878314"/>
              <a:gd name="csY569" fmla="*/ 168858 h 794701"/>
              <a:gd name="csX570" fmla="*/ 1071707 w 1878314"/>
              <a:gd name="csY570" fmla="*/ 164629 h 794701"/>
              <a:gd name="csX571" fmla="*/ 1073589 w 1878314"/>
              <a:gd name="csY571" fmla="*/ 160432 h 794701"/>
              <a:gd name="csX572" fmla="*/ 1075471 w 1878314"/>
              <a:gd name="csY572" fmla="*/ 156269 h 794701"/>
              <a:gd name="csX573" fmla="*/ 1077354 w 1878314"/>
              <a:gd name="csY573" fmla="*/ 152140 h 794701"/>
              <a:gd name="csX574" fmla="*/ 1079226 w 1878314"/>
              <a:gd name="csY574" fmla="*/ 148047 h 794701"/>
              <a:gd name="csX575" fmla="*/ 1081108 w 1878314"/>
              <a:gd name="csY575" fmla="*/ 143991 h 794701"/>
              <a:gd name="csX576" fmla="*/ 1082990 w 1878314"/>
              <a:gd name="csY576" fmla="*/ 139972 h 794701"/>
              <a:gd name="csX577" fmla="*/ 1084873 w 1878314"/>
              <a:gd name="csY577" fmla="*/ 135991 h 794701"/>
              <a:gd name="csX578" fmla="*/ 1086755 w 1878314"/>
              <a:gd name="csY578" fmla="*/ 132050 h 794701"/>
              <a:gd name="csX579" fmla="*/ 1088627 w 1878314"/>
              <a:gd name="csY579" fmla="*/ 128150 h 794701"/>
              <a:gd name="csX580" fmla="*/ 1090510 w 1878314"/>
              <a:gd name="csY580" fmla="*/ 124291 h 794701"/>
              <a:gd name="csX581" fmla="*/ 1092392 w 1878314"/>
              <a:gd name="csY581" fmla="*/ 120475 h 794701"/>
              <a:gd name="csX582" fmla="*/ 1094274 w 1878314"/>
              <a:gd name="csY582" fmla="*/ 116703 h 794701"/>
              <a:gd name="csX583" fmla="*/ 1096147 w 1878314"/>
              <a:gd name="csY583" fmla="*/ 112976 h 794701"/>
              <a:gd name="csX584" fmla="*/ 1098029 w 1878314"/>
              <a:gd name="csY584" fmla="*/ 109294 h 794701"/>
              <a:gd name="csX585" fmla="*/ 1099911 w 1878314"/>
              <a:gd name="csY585" fmla="*/ 105658 h 794701"/>
              <a:gd name="csX586" fmla="*/ 1101793 w 1878314"/>
              <a:gd name="csY586" fmla="*/ 102069 h 794701"/>
              <a:gd name="csX587" fmla="*/ 1103675 w 1878314"/>
              <a:gd name="csY587" fmla="*/ 98529 h 794701"/>
              <a:gd name="csX588" fmla="*/ 1105548 w 1878314"/>
              <a:gd name="csY588" fmla="*/ 95039 h 794701"/>
              <a:gd name="csX589" fmla="*/ 1107430 w 1878314"/>
              <a:gd name="csY589" fmla="*/ 91599 h 794701"/>
              <a:gd name="csX590" fmla="*/ 1109312 w 1878314"/>
              <a:gd name="csY590" fmla="*/ 88209 h 794701"/>
              <a:gd name="csX591" fmla="*/ 1111195 w 1878314"/>
              <a:gd name="csY591" fmla="*/ 84872 h 794701"/>
              <a:gd name="csX592" fmla="*/ 1113077 w 1878314"/>
              <a:gd name="csY592" fmla="*/ 81587 h 794701"/>
              <a:gd name="csX593" fmla="*/ 1114949 w 1878314"/>
              <a:gd name="csY593" fmla="*/ 78357 h 794701"/>
              <a:gd name="csX594" fmla="*/ 1116831 w 1878314"/>
              <a:gd name="csY594" fmla="*/ 75181 h 794701"/>
              <a:gd name="csX595" fmla="*/ 1118714 w 1878314"/>
              <a:gd name="csY595" fmla="*/ 72061 h 794701"/>
              <a:gd name="csX596" fmla="*/ 1120596 w 1878314"/>
              <a:gd name="csY596" fmla="*/ 68997 h 794701"/>
              <a:gd name="csX597" fmla="*/ 1122478 w 1878314"/>
              <a:gd name="csY597" fmla="*/ 65990 h 794701"/>
              <a:gd name="csX598" fmla="*/ 1124351 w 1878314"/>
              <a:gd name="csY598" fmla="*/ 63042 h 794701"/>
              <a:gd name="csX599" fmla="*/ 1126233 w 1878314"/>
              <a:gd name="csY599" fmla="*/ 60151 h 794701"/>
              <a:gd name="csX600" fmla="*/ 1128115 w 1878314"/>
              <a:gd name="csY600" fmla="*/ 57321 h 794701"/>
              <a:gd name="csX601" fmla="*/ 1129997 w 1878314"/>
              <a:gd name="csY601" fmla="*/ 54551 h 794701"/>
              <a:gd name="csX602" fmla="*/ 1131880 w 1878314"/>
              <a:gd name="csY602" fmla="*/ 51842 h 794701"/>
              <a:gd name="csX603" fmla="*/ 1133752 w 1878314"/>
              <a:gd name="csY603" fmla="*/ 49195 h 794701"/>
              <a:gd name="csX604" fmla="*/ 1135634 w 1878314"/>
              <a:gd name="csY604" fmla="*/ 46611 h 794701"/>
              <a:gd name="csX605" fmla="*/ 1137517 w 1878314"/>
              <a:gd name="csY605" fmla="*/ 44089 h 794701"/>
              <a:gd name="csX606" fmla="*/ 1139399 w 1878314"/>
              <a:gd name="csY606" fmla="*/ 41633 h 794701"/>
              <a:gd name="csX607" fmla="*/ 1141271 w 1878314"/>
              <a:gd name="csY607" fmla="*/ 39240 h 794701"/>
              <a:gd name="csX608" fmla="*/ 1143153 w 1878314"/>
              <a:gd name="csY608" fmla="*/ 36914 h 794701"/>
              <a:gd name="csX609" fmla="*/ 1145036 w 1878314"/>
              <a:gd name="csY609" fmla="*/ 34653 h 794701"/>
              <a:gd name="csX610" fmla="*/ 1146918 w 1878314"/>
              <a:gd name="csY610" fmla="*/ 32459 h 794701"/>
              <a:gd name="csX611" fmla="*/ 1148800 w 1878314"/>
              <a:gd name="csY611" fmla="*/ 30332 h 794701"/>
              <a:gd name="csX612" fmla="*/ 1150673 w 1878314"/>
              <a:gd name="csY612" fmla="*/ 28273 h 794701"/>
              <a:gd name="csX613" fmla="*/ 1152555 w 1878314"/>
              <a:gd name="csY613" fmla="*/ 26283 h 794701"/>
              <a:gd name="csX614" fmla="*/ 1154437 w 1878314"/>
              <a:gd name="csY614" fmla="*/ 24361 h 794701"/>
              <a:gd name="csX615" fmla="*/ 1156319 w 1878314"/>
              <a:gd name="csY615" fmla="*/ 22509 h 794701"/>
              <a:gd name="csX616" fmla="*/ 1158201 w 1878314"/>
              <a:gd name="csY616" fmla="*/ 20728 h 794701"/>
              <a:gd name="csX617" fmla="*/ 1160074 w 1878314"/>
              <a:gd name="csY617" fmla="*/ 19016 h 794701"/>
              <a:gd name="csX618" fmla="*/ 1161956 w 1878314"/>
              <a:gd name="csY618" fmla="*/ 17377 h 794701"/>
              <a:gd name="csX619" fmla="*/ 1163838 w 1878314"/>
              <a:gd name="csY619" fmla="*/ 15808 h 794701"/>
              <a:gd name="csX620" fmla="*/ 1165721 w 1878314"/>
              <a:gd name="csY620" fmla="*/ 14311 h 794701"/>
              <a:gd name="csX621" fmla="*/ 1167603 w 1878314"/>
              <a:gd name="csY621" fmla="*/ 12887 h 794701"/>
              <a:gd name="csX622" fmla="*/ 1169475 w 1878314"/>
              <a:gd name="csY622" fmla="*/ 11536 h 794701"/>
              <a:gd name="csX623" fmla="*/ 1171358 w 1878314"/>
              <a:gd name="csY623" fmla="*/ 10258 h 794701"/>
              <a:gd name="csX624" fmla="*/ 1173240 w 1878314"/>
              <a:gd name="csY624" fmla="*/ 9053 h 794701"/>
              <a:gd name="csX625" fmla="*/ 1175122 w 1878314"/>
              <a:gd name="csY625" fmla="*/ 7923 h 794701"/>
              <a:gd name="csX626" fmla="*/ 1177004 w 1878314"/>
              <a:gd name="csY626" fmla="*/ 6866 h 794701"/>
              <a:gd name="csX627" fmla="*/ 1178877 w 1878314"/>
              <a:gd name="csY627" fmla="*/ 5884 h 794701"/>
              <a:gd name="csX628" fmla="*/ 1180759 w 1878314"/>
              <a:gd name="csY628" fmla="*/ 4977 h 794701"/>
              <a:gd name="csX629" fmla="*/ 1182641 w 1878314"/>
              <a:gd name="csY629" fmla="*/ 4146 h 794701"/>
              <a:gd name="csX630" fmla="*/ 1184523 w 1878314"/>
              <a:gd name="csY630" fmla="*/ 3389 h 794701"/>
              <a:gd name="csX631" fmla="*/ 1186396 w 1878314"/>
              <a:gd name="csY631" fmla="*/ 2709 h 794701"/>
              <a:gd name="csX632" fmla="*/ 1188278 w 1878314"/>
              <a:gd name="csY632" fmla="*/ 2103 h 794701"/>
              <a:gd name="csX633" fmla="*/ 1190160 w 1878314"/>
              <a:gd name="csY633" fmla="*/ 1574 h 794701"/>
              <a:gd name="csX634" fmla="*/ 1192043 w 1878314"/>
              <a:gd name="csY634" fmla="*/ 1121 h 794701"/>
              <a:gd name="csX635" fmla="*/ 1193925 w 1878314"/>
              <a:gd name="csY635" fmla="*/ 744 h 794701"/>
              <a:gd name="csX636" fmla="*/ 1195797 w 1878314"/>
              <a:gd name="csY636" fmla="*/ 443 h 794701"/>
              <a:gd name="csX637" fmla="*/ 1197680 w 1878314"/>
              <a:gd name="csY637" fmla="*/ 219 h 794701"/>
              <a:gd name="csX638" fmla="*/ 1199562 w 1878314"/>
              <a:gd name="csY638" fmla="*/ 72 h 794701"/>
              <a:gd name="csX639" fmla="*/ 1201444 w 1878314"/>
              <a:gd name="csY639" fmla="*/ 0 h 794701"/>
              <a:gd name="csX640" fmla="*/ 1203326 w 1878314"/>
              <a:gd name="csY640" fmla="*/ 6 h 794701"/>
              <a:gd name="csX641" fmla="*/ 1205199 w 1878314"/>
              <a:gd name="csY641" fmla="*/ 87 h 794701"/>
              <a:gd name="csX642" fmla="*/ 1207081 w 1878314"/>
              <a:gd name="csY642" fmla="*/ 245 h 794701"/>
              <a:gd name="csX643" fmla="*/ 1208963 w 1878314"/>
              <a:gd name="csY643" fmla="*/ 480 h 794701"/>
              <a:gd name="csX644" fmla="*/ 1210845 w 1878314"/>
              <a:gd name="csY644" fmla="*/ 792 h 794701"/>
              <a:gd name="csX645" fmla="*/ 1212728 w 1878314"/>
              <a:gd name="csY645" fmla="*/ 1180 h 794701"/>
              <a:gd name="csX646" fmla="*/ 1214600 w 1878314"/>
              <a:gd name="csY646" fmla="*/ 1644 h 794701"/>
              <a:gd name="csX647" fmla="*/ 1216482 w 1878314"/>
              <a:gd name="csY647" fmla="*/ 2183 h 794701"/>
              <a:gd name="csX648" fmla="*/ 1218364 w 1878314"/>
              <a:gd name="csY648" fmla="*/ 2799 h 794701"/>
              <a:gd name="csX649" fmla="*/ 1220247 w 1878314"/>
              <a:gd name="csY649" fmla="*/ 3490 h 794701"/>
              <a:gd name="csX650" fmla="*/ 1222129 w 1878314"/>
              <a:gd name="csY650" fmla="*/ 4257 h 794701"/>
              <a:gd name="csX651" fmla="*/ 1224001 w 1878314"/>
              <a:gd name="csY651" fmla="*/ 5099 h 794701"/>
              <a:gd name="csX652" fmla="*/ 1225884 w 1878314"/>
              <a:gd name="csY652" fmla="*/ 6016 h 794701"/>
              <a:gd name="csX653" fmla="*/ 1227766 w 1878314"/>
              <a:gd name="csY653" fmla="*/ 7009 h 794701"/>
              <a:gd name="csX654" fmla="*/ 1229648 w 1878314"/>
              <a:gd name="csY654" fmla="*/ 8075 h 794701"/>
              <a:gd name="csX655" fmla="*/ 1231521 w 1878314"/>
              <a:gd name="csY655" fmla="*/ 9216 h 794701"/>
              <a:gd name="csX656" fmla="*/ 1233403 w 1878314"/>
              <a:gd name="csY656" fmla="*/ 10431 h 794701"/>
              <a:gd name="csX657" fmla="*/ 1235285 w 1878314"/>
              <a:gd name="csY657" fmla="*/ 11719 h 794701"/>
              <a:gd name="csX658" fmla="*/ 1237167 w 1878314"/>
              <a:gd name="csY658" fmla="*/ 13080 h 794701"/>
              <a:gd name="csX659" fmla="*/ 1239050 w 1878314"/>
              <a:gd name="csY659" fmla="*/ 14515 h 794701"/>
              <a:gd name="csX660" fmla="*/ 1240922 w 1878314"/>
              <a:gd name="csY660" fmla="*/ 16021 h 794701"/>
              <a:gd name="csX661" fmla="*/ 1242804 w 1878314"/>
              <a:gd name="csY661" fmla="*/ 17600 h 794701"/>
              <a:gd name="csX662" fmla="*/ 1244686 w 1878314"/>
              <a:gd name="csY662" fmla="*/ 19250 h 794701"/>
              <a:gd name="csX663" fmla="*/ 1246569 w 1878314"/>
              <a:gd name="csY663" fmla="*/ 20971 h 794701"/>
              <a:gd name="csX664" fmla="*/ 1248451 w 1878314"/>
              <a:gd name="csY664" fmla="*/ 22763 h 794701"/>
              <a:gd name="csX665" fmla="*/ 1250323 w 1878314"/>
              <a:gd name="csY665" fmla="*/ 24624 h 794701"/>
              <a:gd name="csX666" fmla="*/ 1252206 w 1878314"/>
              <a:gd name="csY666" fmla="*/ 26556 h 794701"/>
              <a:gd name="csX667" fmla="*/ 1254088 w 1878314"/>
              <a:gd name="csY667" fmla="*/ 28555 h 794701"/>
              <a:gd name="csX668" fmla="*/ 1255970 w 1878314"/>
              <a:gd name="csY668" fmla="*/ 30624 h 794701"/>
              <a:gd name="csX669" fmla="*/ 1257852 w 1878314"/>
              <a:gd name="csY669" fmla="*/ 32760 h 794701"/>
              <a:gd name="csX670" fmla="*/ 1259725 w 1878314"/>
              <a:gd name="csY670" fmla="*/ 34964 h 794701"/>
              <a:gd name="csX671" fmla="*/ 1261607 w 1878314"/>
              <a:gd name="csY671" fmla="*/ 37234 h 794701"/>
              <a:gd name="csX672" fmla="*/ 1263489 w 1878314"/>
              <a:gd name="csY672" fmla="*/ 39569 h 794701"/>
              <a:gd name="csX673" fmla="*/ 1265371 w 1878314"/>
              <a:gd name="csY673" fmla="*/ 41970 h 794701"/>
              <a:gd name="csX674" fmla="*/ 1267244 w 1878314"/>
              <a:gd name="csY674" fmla="*/ 44437 h 794701"/>
              <a:gd name="csX675" fmla="*/ 1269126 w 1878314"/>
              <a:gd name="csY675" fmla="*/ 46966 h 794701"/>
              <a:gd name="csX676" fmla="*/ 1271008 w 1878314"/>
              <a:gd name="csY676" fmla="*/ 49560 h 794701"/>
              <a:gd name="csX677" fmla="*/ 1272891 w 1878314"/>
              <a:gd name="csY677" fmla="*/ 52215 h 794701"/>
              <a:gd name="csX678" fmla="*/ 1274773 w 1878314"/>
              <a:gd name="csY678" fmla="*/ 54933 h 794701"/>
              <a:gd name="csX679" fmla="*/ 1276645 w 1878314"/>
              <a:gd name="csY679" fmla="*/ 57711 h 794701"/>
              <a:gd name="csX680" fmla="*/ 1278527 w 1878314"/>
              <a:gd name="csY680" fmla="*/ 60550 h 794701"/>
              <a:gd name="csX681" fmla="*/ 1280410 w 1878314"/>
              <a:gd name="csY681" fmla="*/ 63448 h 794701"/>
              <a:gd name="csX682" fmla="*/ 1282292 w 1878314"/>
              <a:gd name="csY682" fmla="*/ 66405 h 794701"/>
              <a:gd name="csX683" fmla="*/ 1284174 w 1878314"/>
              <a:gd name="csY683" fmla="*/ 69420 h 794701"/>
              <a:gd name="csX684" fmla="*/ 1286047 w 1878314"/>
              <a:gd name="csY684" fmla="*/ 72491 h 794701"/>
              <a:gd name="csX685" fmla="*/ 1287929 w 1878314"/>
              <a:gd name="csY685" fmla="*/ 75619 h 794701"/>
              <a:gd name="csX686" fmla="*/ 1289811 w 1878314"/>
              <a:gd name="csY686" fmla="*/ 78804 h 794701"/>
              <a:gd name="csX687" fmla="*/ 1291693 w 1878314"/>
              <a:gd name="csY687" fmla="*/ 82041 h 794701"/>
              <a:gd name="csX688" fmla="*/ 1293576 w 1878314"/>
              <a:gd name="csY688" fmla="*/ 85333 h 794701"/>
              <a:gd name="csX689" fmla="*/ 1295448 w 1878314"/>
              <a:gd name="csY689" fmla="*/ 88678 h 794701"/>
              <a:gd name="csX690" fmla="*/ 1297330 w 1878314"/>
              <a:gd name="csY690" fmla="*/ 92074 h 794701"/>
              <a:gd name="csX691" fmla="*/ 1299213 w 1878314"/>
              <a:gd name="csY691" fmla="*/ 95521 h 794701"/>
              <a:gd name="csX692" fmla="*/ 1301095 w 1878314"/>
              <a:gd name="csY692" fmla="*/ 99019 h 794701"/>
              <a:gd name="csX693" fmla="*/ 1302977 w 1878314"/>
              <a:gd name="csY693" fmla="*/ 102566 h 794701"/>
              <a:gd name="csX694" fmla="*/ 1304849 w 1878314"/>
              <a:gd name="csY694" fmla="*/ 106161 h 794701"/>
              <a:gd name="csX695" fmla="*/ 1306732 w 1878314"/>
              <a:gd name="csY695" fmla="*/ 109803 h 794701"/>
              <a:gd name="csX696" fmla="*/ 1308614 w 1878314"/>
              <a:gd name="csY696" fmla="*/ 113492 h 794701"/>
              <a:gd name="csX697" fmla="*/ 1310496 w 1878314"/>
              <a:gd name="csY697" fmla="*/ 117226 h 794701"/>
              <a:gd name="csX698" fmla="*/ 1312369 w 1878314"/>
              <a:gd name="csY698" fmla="*/ 121004 h 794701"/>
              <a:gd name="csX699" fmla="*/ 1314251 w 1878314"/>
              <a:gd name="csY699" fmla="*/ 124826 h 794701"/>
              <a:gd name="csX700" fmla="*/ 1316133 w 1878314"/>
              <a:gd name="csY700" fmla="*/ 128690 h 794701"/>
              <a:gd name="csX701" fmla="*/ 1318015 w 1878314"/>
              <a:gd name="csY701" fmla="*/ 132596 h 794701"/>
              <a:gd name="csX702" fmla="*/ 1319897 w 1878314"/>
              <a:gd name="csY702" fmla="*/ 136542 h 794701"/>
              <a:gd name="csX703" fmla="*/ 1321770 w 1878314"/>
              <a:gd name="csY703" fmla="*/ 140528 h 794701"/>
              <a:gd name="csX704" fmla="*/ 1323652 w 1878314"/>
              <a:gd name="csY704" fmla="*/ 144552 h 794701"/>
              <a:gd name="csX705" fmla="*/ 1325534 w 1878314"/>
              <a:gd name="csY705" fmla="*/ 148615 h 794701"/>
              <a:gd name="csX706" fmla="*/ 1327417 w 1878314"/>
              <a:gd name="csY706" fmla="*/ 152713 h 794701"/>
              <a:gd name="csX707" fmla="*/ 1329299 w 1878314"/>
              <a:gd name="csY707" fmla="*/ 156846 h 794701"/>
              <a:gd name="csX708" fmla="*/ 1331171 w 1878314"/>
              <a:gd name="csY708" fmla="*/ 161014 h 794701"/>
              <a:gd name="csX709" fmla="*/ 1333054 w 1878314"/>
              <a:gd name="csY709" fmla="*/ 165216 h 794701"/>
              <a:gd name="csX710" fmla="*/ 1334936 w 1878314"/>
              <a:gd name="csY710" fmla="*/ 169449 h 794701"/>
              <a:gd name="csX711" fmla="*/ 1336818 w 1878314"/>
              <a:gd name="csY711" fmla="*/ 173715 h 794701"/>
              <a:gd name="csX712" fmla="*/ 1338700 w 1878314"/>
              <a:gd name="csY712" fmla="*/ 178010 h 794701"/>
              <a:gd name="csX713" fmla="*/ 1340573 w 1878314"/>
              <a:gd name="csY713" fmla="*/ 182334 h 794701"/>
              <a:gd name="csX714" fmla="*/ 1342455 w 1878314"/>
              <a:gd name="csY714" fmla="*/ 186688 h 794701"/>
              <a:gd name="csX715" fmla="*/ 1344337 w 1878314"/>
              <a:gd name="csY715" fmla="*/ 191068 h 794701"/>
              <a:gd name="csX716" fmla="*/ 1346219 w 1878314"/>
              <a:gd name="csY716" fmla="*/ 195474 h 794701"/>
              <a:gd name="csX717" fmla="*/ 1348102 w 1878314"/>
              <a:gd name="csY717" fmla="*/ 199906 h 794701"/>
              <a:gd name="csX718" fmla="*/ 1349974 w 1878314"/>
              <a:gd name="csY718" fmla="*/ 204361 h 794701"/>
              <a:gd name="csX719" fmla="*/ 1351856 w 1878314"/>
              <a:gd name="csY719" fmla="*/ 208840 h 794701"/>
              <a:gd name="csX720" fmla="*/ 1353739 w 1878314"/>
              <a:gd name="csY720" fmla="*/ 213340 h 794701"/>
              <a:gd name="csX721" fmla="*/ 1355621 w 1878314"/>
              <a:gd name="csY721" fmla="*/ 217862 h 794701"/>
              <a:gd name="csX722" fmla="*/ 1357493 w 1878314"/>
              <a:gd name="csY722" fmla="*/ 222403 h 794701"/>
              <a:gd name="csX723" fmla="*/ 1359376 w 1878314"/>
              <a:gd name="csY723" fmla="*/ 226964 h 794701"/>
              <a:gd name="csX724" fmla="*/ 1361258 w 1878314"/>
              <a:gd name="csY724" fmla="*/ 231543 h 794701"/>
              <a:gd name="csX725" fmla="*/ 1363140 w 1878314"/>
              <a:gd name="csY725" fmla="*/ 236138 h 794701"/>
              <a:gd name="csX726" fmla="*/ 1365022 w 1878314"/>
              <a:gd name="csY726" fmla="*/ 240749 h 794701"/>
              <a:gd name="csX727" fmla="*/ 1366895 w 1878314"/>
              <a:gd name="csY727" fmla="*/ 245375 h 794701"/>
              <a:gd name="csX728" fmla="*/ 1368777 w 1878314"/>
              <a:gd name="csY728" fmla="*/ 250015 h 794701"/>
              <a:gd name="csX729" fmla="*/ 1370659 w 1878314"/>
              <a:gd name="csY729" fmla="*/ 254667 h 794701"/>
              <a:gd name="csX730" fmla="*/ 1372541 w 1878314"/>
              <a:gd name="csY730" fmla="*/ 259332 h 794701"/>
              <a:gd name="csX731" fmla="*/ 1374423 w 1878314"/>
              <a:gd name="csY731" fmla="*/ 264007 h 794701"/>
              <a:gd name="csX732" fmla="*/ 1376296 w 1878314"/>
              <a:gd name="csY732" fmla="*/ 268692 h 794701"/>
              <a:gd name="csX733" fmla="*/ 1378178 w 1878314"/>
              <a:gd name="csY733" fmla="*/ 273386 h 794701"/>
              <a:gd name="csX734" fmla="*/ 1380060 w 1878314"/>
              <a:gd name="csY734" fmla="*/ 278088 h 794701"/>
              <a:gd name="csX735" fmla="*/ 1381943 w 1878314"/>
              <a:gd name="csY735" fmla="*/ 282796 h 794701"/>
              <a:gd name="csX736" fmla="*/ 1383825 w 1878314"/>
              <a:gd name="csY736" fmla="*/ 287510 h 794701"/>
              <a:gd name="csX737" fmla="*/ 1385697 w 1878314"/>
              <a:gd name="csY737" fmla="*/ 292231 h 794701"/>
              <a:gd name="csX738" fmla="*/ 1387580 w 1878314"/>
              <a:gd name="csY738" fmla="*/ 296954 h 794701"/>
              <a:gd name="csX739" fmla="*/ 1389462 w 1878314"/>
              <a:gd name="csY739" fmla="*/ 301680 h 794701"/>
              <a:gd name="csX740" fmla="*/ 1391344 w 1878314"/>
              <a:gd name="csY740" fmla="*/ 306409 h 794701"/>
              <a:gd name="csX741" fmla="*/ 1393226 w 1878314"/>
              <a:gd name="csY741" fmla="*/ 311140 h 794701"/>
              <a:gd name="csX742" fmla="*/ 1395099 w 1878314"/>
              <a:gd name="csY742" fmla="*/ 315870 h 794701"/>
              <a:gd name="csX743" fmla="*/ 1396981 w 1878314"/>
              <a:gd name="csY743" fmla="*/ 320600 h 794701"/>
              <a:gd name="csX744" fmla="*/ 1398863 w 1878314"/>
              <a:gd name="csY744" fmla="*/ 325328 h 794701"/>
              <a:gd name="csX745" fmla="*/ 1400745 w 1878314"/>
              <a:gd name="csY745" fmla="*/ 330054 h 794701"/>
              <a:gd name="csX746" fmla="*/ 1402618 w 1878314"/>
              <a:gd name="csY746" fmla="*/ 334776 h 794701"/>
              <a:gd name="csX747" fmla="*/ 1404500 w 1878314"/>
              <a:gd name="csY747" fmla="*/ 339496 h 794701"/>
              <a:gd name="csX748" fmla="*/ 1406382 w 1878314"/>
              <a:gd name="csY748" fmla="*/ 344209 h 794701"/>
              <a:gd name="csX749" fmla="*/ 1408265 w 1878314"/>
              <a:gd name="csY749" fmla="*/ 348916 h 794701"/>
              <a:gd name="csX750" fmla="*/ 1410147 w 1878314"/>
              <a:gd name="csY750" fmla="*/ 353617 h 794701"/>
              <a:gd name="csX751" fmla="*/ 1412019 w 1878314"/>
              <a:gd name="csY751" fmla="*/ 358310 h 794701"/>
              <a:gd name="csX752" fmla="*/ 1413902 w 1878314"/>
              <a:gd name="csY752" fmla="*/ 362995 h 794701"/>
              <a:gd name="csX753" fmla="*/ 1415784 w 1878314"/>
              <a:gd name="csY753" fmla="*/ 367671 h 794701"/>
              <a:gd name="csX754" fmla="*/ 1417666 w 1878314"/>
              <a:gd name="csY754" fmla="*/ 372336 h 794701"/>
              <a:gd name="csX755" fmla="*/ 1419548 w 1878314"/>
              <a:gd name="csY755" fmla="*/ 376991 h 794701"/>
              <a:gd name="csX756" fmla="*/ 1421421 w 1878314"/>
              <a:gd name="csY756" fmla="*/ 381636 h 794701"/>
              <a:gd name="csX757" fmla="*/ 1423303 w 1878314"/>
              <a:gd name="csY757" fmla="*/ 386267 h 794701"/>
              <a:gd name="csX758" fmla="*/ 1425185 w 1878314"/>
              <a:gd name="csY758" fmla="*/ 390885 h 794701"/>
              <a:gd name="csX759" fmla="*/ 1427067 w 1878314"/>
              <a:gd name="csY759" fmla="*/ 395489 h 794701"/>
              <a:gd name="csX760" fmla="*/ 1428950 w 1878314"/>
              <a:gd name="csY760" fmla="*/ 400080 h 794701"/>
              <a:gd name="csX761" fmla="*/ 1430822 w 1878314"/>
              <a:gd name="csY761" fmla="*/ 404654 h 794701"/>
              <a:gd name="csX762" fmla="*/ 1432704 w 1878314"/>
              <a:gd name="csY762" fmla="*/ 409213 h 794701"/>
              <a:gd name="csX763" fmla="*/ 1434586 w 1878314"/>
              <a:gd name="csY763" fmla="*/ 413755 h 794701"/>
              <a:gd name="csX764" fmla="*/ 1436469 w 1878314"/>
              <a:gd name="csY764" fmla="*/ 418280 h 794701"/>
              <a:gd name="csX765" fmla="*/ 1438351 w 1878314"/>
              <a:gd name="csY765" fmla="*/ 422787 h 794701"/>
              <a:gd name="csX766" fmla="*/ 1440223 w 1878314"/>
              <a:gd name="csY766" fmla="*/ 427276 h 794701"/>
              <a:gd name="csX767" fmla="*/ 1442106 w 1878314"/>
              <a:gd name="csY767" fmla="*/ 431745 h 794701"/>
              <a:gd name="csX768" fmla="*/ 1443988 w 1878314"/>
              <a:gd name="csY768" fmla="*/ 436195 h 794701"/>
              <a:gd name="csX769" fmla="*/ 1445870 w 1878314"/>
              <a:gd name="csY769" fmla="*/ 440624 h 794701"/>
              <a:gd name="csX770" fmla="*/ 1447743 w 1878314"/>
              <a:gd name="csY770" fmla="*/ 445032 h 794701"/>
              <a:gd name="csX771" fmla="*/ 1449625 w 1878314"/>
              <a:gd name="csY771" fmla="*/ 449418 h 794701"/>
              <a:gd name="csX772" fmla="*/ 1451507 w 1878314"/>
              <a:gd name="csY772" fmla="*/ 453782 h 794701"/>
              <a:gd name="csX773" fmla="*/ 1453389 w 1878314"/>
              <a:gd name="csY773" fmla="*/ 458124 h 794701"/>
              <a:gd name="csX774" fmla="*/ 1455272 w 1878314"/>
              <a:gd name="csY774" fmla="*/ 462442 h 794701"/>
              <a:gd name="csX775" fmla="*/ 1457144 w 1878314"/>
              <a:gd name="csY775" fmla="*/ 466740 h 794701"/>
              <a:gd name="csX776" fmla="*/ 1459026 w 1878314"/>
              <a:gd name="csY776" fmla="*/ 471009 h 794701"/>
              <a:gd name="csX777" fmla="*/ 1460908 w 1878314"/>
              <a:gd name="csY777" fmla="*/ 475249 h 794701"/>
              <a:gd name="csX778" fmla="*/ 1462791 w 1878314"/>
              <a:gd name="csY778" fmla="*/ 479469 h 794701"/>
              <a:gd name="csX779" fmla="*/ 1464673 w 1878314"/>
              <a:gd name="csY779" fmla="*/ 483661 h 794701"/>
              <a:gd name="csX780" fmla="*/ 1466545 w 1878314"/>
              <a:gd name="csY780" fmla="*/ 487833 h 794701"/>
              <a:gd name="csX781" fmla="*/ 1468428 w 1878314"/>
              <a:gd name="csY781" fmla="*/ 491975 h 794701"/>
              <a:gd name="csX782" fmla="*/ 1470310 w 1878314"/>
              <a:gd name="csY782" fmla="*/ 496089 h 794701"/>
              <a:gd name="csX783" fmla="*/ 1472192 w 1878314"/>
              <a:gd name="csY783" fmla="*/ 500174 h 794701"/>
              <a:gd name="csX784" fmla="*/ 1474074 w 1878314"/>
              <a:gd name="csY784" fmla="*/ 504229 h 794701"/>
              <a:gd name="csX785" fmla="*/ 1475947 w 1878314"/>
              <a:gd name="csY785" fmla="*/ 508265 h 794701"/>
              <a:gd name="csX786" fmla="*/ 1477829 w 1878314"/>
              <a:gd name="csY786" fmla="*/ 512262 h 794701"/>
              <a:gd name="csX787" fmla="*/ 1479711 w 1878314"/>
              <a:gd name="csY787" fmla="*/ 516240 h 794701"/>
              <a:gd name="csX788" fmla="*/ 1481593 w 1878314"/>
              <a:gd name="csY788" fmla="*/ 520179 h 794701"/>
              <a:gd name="csX789" fmla="*/ 1483466 w 1878314"/>
              <a:gd name="csY789" fmla="*/ 524089 h 794701"/>
              <a:gd name="csX790" fmla="*/ 1485348 w 1878314"/>
              <a:gd name="csY790" fmla="*/ 527980 h 794701"/>
              <a:gd name="csX791" fmla="*/ 1487230 w 1878314"/>
              <a:gd name="csY791" fmla="*/ 531832 h 794701"/>
              <a:gd name="csX792" fmla="*/ 1489113 w 1878314"/>
              <a:gd name="csY792" fmla="*/ 535654 h 794701"/>
              <a:gd name="csX793" fmla="*/ 1490995 w 1878314"/>
              <a:gd name="csY793" fmla="*/ 539438 h 794701"/>
              <a:gd name="csX794" fmla="*/ 1492867 w 1878314"/>
              <a:gd name="csY794" fmla="*/ 543203 h 794701"/>
              <a:gd name="csX795" fmla="*/ 1494749 w 1878314"/>
              <a:gd name="csY795" fmla="*/ 546928 h 794701"/>
              <a:gd name="csX796" fmla="*/ 1496632 w 1878314"/>
              <a:gd name="csY796" fmla="*/ 550625 h 794701"/>
              <a:gd name="csX797" fmla="*/ 1498514 w 1878314"/>
              <a:gd name="csY797" fmla="*/ 554292 h 794701"/>
              <a:gd name="csX798" fmla="*/ 1500396 w 1878314"/>
              <a:gd name="csY798" fmla="*/ 557921 h 794701"/>
              <a:gd name="csX799" fmla="*/ 1502269 w 1878314"/>
              <a:gd name="csY799" fmla="*/ 561520 h 794701"/>
              <a:gd name="csX800" fmla="*/ 1504151 w 1878314"/>
              <a:gd name="csY800" fmla="*/ 565091 h 794701"/>
              <a:gd name="csX801" fmla="*/ 1506033 w 1878314"/>
              <a:gd name="csY801" fmla="*/ 568622 h 794701"/>
              <a:gd name="csX802" fmla="*/ 1507915 w 1878314"/>
              <a:gd name="csY802" fmla="*/ 572125 h 794701"/>
              <a:gd name="csX803" fmla="*/ 1509798 w 1878314"/>
              <a:gd name="csY803" fmla="*/ 575598 h 794701"/>
              <a:gd name="csX804" fmla="*/ 1511670 w 1878314"/>
              <a:gd name="csY804" fmla="*/ 579033 h 794701"/>
              <a:gd name="csX805" fmla="*/ 1513552 w 1878314"/>
              <a:gd name="csY805" fmla="*/ 582428 h 794701"/>
              <a:gd name="csX806" fmla="*/ 1515435 w 1878314"/>
              <a:gd name="csY806" fmla="*/ 585805 h 794701"/>
              <a:gd name="csX807" fmla="*/ 1517317 w 1878314"/>
              <a:gd name="csY807" fmla="*/ 589133 h 794701"/>
              <a:gd name="csX808" fmla="*/ 1519199 w 1878314"/>
              <a:gd name="csY808" fmla="*/ 592431 h 794701"/>
              <a:gd name="csX809" fmla="*/ 1521071 w 1878314"/>
              <a:gd name="csY809" fmla="*/ 595701 h 794701"/>
              <a:gd name="csX810" fmla="*/ 1522954 w 1878314"/>
              <a:gd name="csY810" fmla="*/ 598932 h 794701"/>
              <a:gd name="csX811" fmla="*/ 1524836 w 1878314"/>
              <a:gd name="csY811" fmla="*/ 602133 h 794701"/>
              <a:gd name="csX812" fmla="*/ 1526718 w 1878314"/>
              <a:gd name="csY812" fmla="*/ 605296 h 794701"/>
              <a:gd name="csX813" fmla="*/ 1528591 w 1878314"/>
              <a:gd name="csY813" fmla="*/ 608430 h 794701"/>
              <a:gd name="csX814" fmla="*/ 1530473 w 1878314"/>
              <a:gd name="csY814" fmla="*/ 611525 h 794701"/>
              <a:gd name="csX815" fmla="*/ 1532355 w 1878314"/>
              <a:gd name="csY815" fmla="*/ 614591 h 794701"/>
              <a:gd name="csX816" fmla="*/ 1534237 w 1878314"/>
              <a:gd name="csY816" fmla="*/ 617618 h 794701"/>
              <a:gd name="csX817" fmla="*/ 1536119 w 1878314"/>
              <a:gd name="csY817" fmla="*/ 620616 h 794701"/>
              <a:gd name="csX818" fmla="*/ 1537992 w 1878314"/>
              <a:gd name="csY818" fmla="*/ 623575 h 794701"/>
              <a:gd name="csX819" fmla="*/ 1539874 w 1878314"/>
              <a:gd name="csY819" fmla="*/ 626496 h 794701"/>
              <a:gd name="csX820" fmla="*/ 1541756 w 1878314"/>
              <a:gd name="csY820" fmla="*/ 629397 h 794701"/>
              <a:gd name="csX821" fmla="*/ 1543639 w 1878314"/>
              <a:gd name="csY821" fmla="*/ 632249 h 794701"/>
              <a:gd name="csX822" fmla="*/ 1545521 w 1878314"/>
              <a:gd name="csY822" fmla="*/ 635072 h 794701"/>
              <a:gd name="csX823" fmla="*/ 1547393 w 1878314"/>
              <a:gd name="csY823" fmla="*/ 637867 h 794701"/>
              <a:gd name="csX824" fmla="*/ 1549276 w 1878314"/>
              <a:gd name="csY824" fmla="*/ 640622 h 794701"/>
              <a:gd name="csX825" fmla="*/ 1551158 w 1878314"/>
              <a:gd name="csY825" fmla="*/ 643339 h 794701"/>
              <a:gd name="csX826" fmla="*/ 1553040 w 1878314"/>
              <a:gd name="csY826" fmla="*/ 646026 h 794701"/>
              <a:gd name="csX827" fmla="*/ 1554922 w 1878314"/>
              <a:gd name="csY827" fmla="*/ 648684 h 794701"/>
              <a:gd name="csX828" fmla="*/ 1556795 w 1878314"/>
              <a:gd name="csY828" fmla="*/ 651304 h 794701"/>
              <a:gd name="csX829" fmla="*/ 1558677 w 1878314"/>
              <a:gd name="csY829" fmla="*/ 653894 h 794701"/>
              <a:gd name="csX830" fmla="*/ 1560559 w 1878314"/>
              <a:gd name="csY830" fmla="*/ 656446 h 794701"/>
              <a:gd name="csX831" fmla="*/ 1562441 w 1878314"/>
              <a:gd name="csY831" fmla="*/ 658969 h 794701"/>
              <a:gd name="csX832" fmla="*/ 1564324 w 1878314"/>
              <a:gd name="csY832" fmla="*/ 661452 h 794701"/>
              <a:gd name="csX833" fmla="*/ 1566196 w 1878314"/>
              <a:gd name="csY833" fmla="*/ 663907 h 794701"/>
              <a:gd name="csX834" fmla="*/ 1568078 w 1878314"/>
              <a:gd name="csY834" fmla="*/ 666333 h 794701"/>
              <a:gd name="csX835" fmla="*/ 1569961 w 1878314"/>
              <a:gd name="csY835" fmla="*/ 668719 h 794701"/>
              <a:gd name="csX836" fmla="*/ 1571843 w 1878314"/>
              <a:gd name="csY836" fmla="*/ 671077 h 794701"/>
              <a:gd name="csX837" fmla="*/ 1573715 w 1878314"/>
              <a:gd name="csY837" fmla="*/ 673405 h 794701"/>
              <a:gd name="csX838" fmla="*/ 1575598 w 1878314"/>
              <a:gd name="csY838" fmla="*/ 675695 h 794701"/>
              <a:gd name="csX839" fmla="*/ 1577480 w 1878314"/>
              <a:gd name="csY839" fmla="*/ 677956 h 794701"/>
              <a:gd name="csX840" fmla="*/ 1579362 w 1878314"/>
              <a:gd name="csY840" fmla="*/ 680187 h 794701"/>
              <a:gd name="csX841" fmla="*/ 1581244 w 1878314"/>
              <a:gd name="csY841" fmla="*/ 682380 h 794701"/>
              <a:gd name="csX842" fmla="*/ 1583117 w 1878314"/>
              <a:gd name="csY842" fmla="*/ 684544 h 794701"/>
              <a:gd name="csX843" fmla="*/ 1584999 w 1878314"/>
              <a:gd name="csY843" fmla="*/ 686678 h 794701"/>
              <a:gd name="csX844" fmla="*/ 1586881 w 1878314"/>
              <a:gd name="csY844" fmla="*/ 688783 h 794701"/>
              <a:gd name="csX845" fmla="*/ 1588763 w 1878314"/>
              <a:gd name="csY845" fmla="*/ 690850 h 794701"/>
              <a:gd name="csX846" fmla="*/ 1590646 w 1878314"/>
              <a:gd name="csY846" fmla="*/ 692897 h 794701"/>
              <a:gd name="csX847" fmla="*/ 1592518 w 1878314"/>
              <a:gd name="csY847" fmla="*/ 694905 h 794701"/>
              <a:gd name="csX848" fmla="*/ 1594400 w 1878314"/>
              <a:gd name="csY848" fmla="*/ 696885 h 794701"/>
              <a:gd name="csX849" fmla="*/ 1596282 w 1878314"/>
              <a:gd name="csY849" fmla="*/ 698835 h 794701"/>
              <a:gd name="csX850" fmla="*/ 1598165 w 1878314"/>
              <a:gd name="csY850" fmla="*/ 700756 h 794701"/>
              <a:gd name="csX851" fmla="*/ 1600047 w 1878314"/>
              <a:gd name="csY851" fmla="*/ 702648 h 794701"/>
              <a:gd name="csX852" fmla="*/ 1601919 w 1878314"/>
              <a:gd name="csY852" fmla="*/ 704511 h 794701"/>
              <a:gd name="csX853" fmla="*/ 1603802 w 1878314"/>
              <a:gd name="csY853" fmla="*/ 706335 h 794701"/>
              <a:gd name="csX854" fmla="*/ 1605684 w 1878314"/>
              <a:gd name="csY854" fmla="*/ 708139 h 794701"/>
              <a:gd name="csX855" fmla="*/ 1607566 w 1878314"/>
              <a:gd name="csY855" fmla="*/ 709915 h 794701"/>
              <a:gd name="csX856" fmla="*/ 1609448 w 1878314"/>
              <a:gd name="csY856" fmla="*/ 711661 h 794701"/>
              <a:gd name="csX857" fmla="*/ 1611321 w 1878314"/>
              <a:gd name="csY857" fmla="*/ 713378 h 794701"/>
              <a:gd name="csX858" fmla="*/ 1613203 w 1878314"/>
              <a:gd name="csY858" fmla="*/ 715066 h 794701"/>
              <a:gd name="csX859" fmla="*/ 1615085 w 1878314"/>
              <a:gd name="csY859" fmla="*/ 716735 h 794701"/>
              <a:gd name="csX860" fmla="*/ 1616968 w 1878314"/>
              <a:gd name="csY860" fmla="*/ 718365 h 794701"/>
              <a:gd name="csX861" fmla="*/ 1618840 w 1878314"/>
              <a:gd name="csY861" fmla="*/ 719976 h 794701"/>
              <a:gd name="csX862" fmla="*/ 1620722 w 1878314"/>
              <a:gd name="csY862" fmla="*/ 721557 h 794701"/>
              <a:gd name="csX863" fmla="*/ 1622604 w 1878314"/>
              <a:gd name="csY863" fmla="*/ 723110 h 794701"/>
              <a:gd name="csX864" fmla="*/ 1624487 w 1878314"/>
              <a:gd name="csY864" fmla="*/ 724642 h 794701"/>
              <a:gd name="csX865" fmla="*/ 1626369 w 1878314"/>
              <a:gd name="csY865" fmla="*/ 726146 h 794701"/>
              <a:gd name="csX866" fmla="*/ 1628241 w 1878314"/>
              <a:gd name="csY866" fmla="*/ 727621 h 794701"/>
              <a:gd name="csX867" fmla="*/ 1630124 w 1878314"/>
              <a:gd name="csY867" fmla="*/ 729067 h 794701"/>
              <a:gd name="csX868" fmla="*/ 1632006 w 1878314"/>
              <a:gd name="csY868" fmla="*/ 730493 h 794701"/>
              <a:gd name="csX869" fmla="*/ 1633888 w 1878314"/>
              <a:gd name="csY869" fmla="*/ 731900 h 794701"/>
              <a:gd name="csX870" fmla="*/ 1635770 w 1878314"/>
              <a:gd name="csY870" fmla="*/ 733277 h 794701"/>
              <a:gd name="csX871" fmla="*/ 1637643 w 1878314"/>
              <a:gd name="csY871" fmla="*/ 734626 h 794701"/>
              <a:gd name="csX872" fmla="*/ 1639525 w 1878314"/>
              <a:gd name="csY872" fmla="*/ 735955 h 794701"/>
              <a:gd name="csX873" fmla="*/ 1641407 w 1878314"/>
              <a:gd name="csY873" fmla="*/ 737255 h 794701"/>
              <a:gd name="csX874" fmla="*/ 1643289 w 1878314"/>
              <a:gd name="csY874" fmla="*/ 738536 h 794701"/>
              <a:gd name="csX875" fmla="*/ 1645171 w 1878314"/>
              <a:gd name="csY875" fmla="*/ 739797 h 794701"/>
              <a:gd name="csX876" fmla="*/ 1647044 w 1878314"/>
              <a:gd name="csY876" fmla="*/ 741029 h 794701"/>
              <a:gd name="csX877" fmla="*/ 1648926 w 1878314"/>
              <a:gd name="csY877" fmla="*/ 742242 h 794701"/>
              <a:gd name="csX878" fmla="*/ 1650808 w 1878314"/>
              <a:gd name="csY878" fmla="*/ 743436 h 794701"/>
              <a:gd name="csX879" fmla="*/ 1652691 w 1878314"/>
              <a:gd name="csY879" fmla="*/ 744600 h 794701"/>
              <a:gd name="csX880" fmla="*/ 1654573 w 1878314"/>
              <a:gd name="csY880" fmla="*/ 745745 h 794701"/>
              <a:gd name="csX881" fmla="*/ 1656445 w 1878314"/>
              <a:gd name="csY881" fmla="*/ 746870 h 794701"/>
              <a:gd name="csX882" fmla="*/ 1658328 w 1878314"/>
              <a:gd name="csY882" fmla="*/ 747966 h 794701"/>
              <a:gd name="csX883" fmla="*/ 1660210 w 1878314"/>
              <a:gd name="csY883" fmla="*/ 749053 h 794701"/>
              <a:gd name="csX884" fmla="*/ 1662092 w 1878314"/>
              <a:gd name="csY884" fmla="*/ 750111 h 794701"/>
              <a:gd name="csX885" fmla="*/ 1663965 w 1878314"/>
              <a:gd name="csY885" fmla="*/ 751149 h 794701"/>
              <a:gd name="csX886" fmla="*/ 1665847 w 1878314"/>
              <a:gd name="csY886" fmla="*/ 752167 h 794701"/>
              <a:gd name="csX887" fmla="*/ 1667729 w 1878314"/>
              <a:gd name="csY887" fmla="*/ 753176 h 794701"/>
              <a:gd name="csX888" fmla="*/ 1669611 w 1878314"/>
              <a:gd name="csY888" fmla="*/ 754156 h 794701"/>
              <a:gd name="csX889" fmla="*/ 1671494 w 1878314"/>
              <a:gd name="csY889" fmla="*/ 755117 h 794701"/>
              <a:gd name="csX890" fmla="*/ 1673366 w 1878314"/>
              <a:gd name="csY890" fmla="*/ 756058 h 794701"/>
              <a:gd name="csX891" fmla="*/ 1675248 w 1878314"/>
              <a:gd name="csY891" fmla="*/ 756980 h 794701"/>
              <a:gd name="csX892" fmla="*/ 1677131 w 1878314"/>
              <a:gd name="csY892" fmla="*/ 757882 h 794701"/>
              <a:gd name="csX893" fmla="*/ 1679013 w 1878314"/>
              <a:gd name="csY893" fmla="*/ 758775 h 794701"/>
              <a:gd name="csX894" fmla="*/ 1680895 w 1878314"/>
              <a:gd name="csY894" fmla="*/ 759638 h 794701"/>
              <a:gd name="csX895" fmla="*/ 1682767 w 1878314"/>
              <a:gd name="csY895" fmla="*/ 760492 h 794701"/>
              <a:gd name="csX896" fmla="*/ 1684650 w 1878314"/>
              <a:gd name="csY896" fmla="*/ 761326 h 794701"/>
              <a:gd name="csX897" fmla="*/ 1686532 w 1878314"/>
              <a:gd name="csY897" fmla="*/ 762141 h 794701"/>
              <a:gd name="csX898" fmla="*/ 1688414 w 1878314"/>
              <a:gd name="csY898" fmla="*/ 762937 h 794701"/>
              <a:gd name="csX899" fmla="*/ 1690296 w 1878314"/>
              <a:gd name="csY899" fmla="*/ 763723 h 794701"/>
              <a:gd name="csX900" fmla="*/ 1692169 w 1878314"/>
              <a:gd name="csY900" fmla="*/ 764489 h 794701"/>
              <a:gd name="csX901" fmla="*/ 1694051 w 1878314"/>
              <a:gd name="csY901" fmla="*/ 765236 h 794701"/>
              <a:gd name="csX902" fmla="*/ 1695933 w 1878314"/>
              <a:gd name="csY902" fmla="*/ 765974 h 794701"/>
              <a:gd name="csX903" fmla="*/ 1697815 w 1878314"/>
              <a:gd name="csY903" fmla="*/ 766692 h 794701"/>
              <a:gd name="csX904" fmla="*/ 1699688 w 1878314"/>
              <a:gd name="csY904" fmla="*/ 767400 h 794701"/>
              <a:gd name="csX905" fmla="*/ 1701570 w 1878314"/>
              <a:gd name="csY905" fmla="*/ 768089 h 794701"/>
              <a:gd name="csX906" fmla="*/ 1703452 w 1878314"/>
              <a:gd name="csY906" fmla="*/ 768758 h 794701"/>
              <a:gd name="csX907" fmla="*/ 1705334 w 1878314"/>
              <a:gd name="csY907" fmla="*/ 769418 h 794701"/>
              <a:gd name="csX908" fmla="*/ 1707217 w 1878314"/>
              <a:gd name="csY908" fmla="*/ 770058 h 794701"/>
              <a:gd name="csX909" fmla="*/ 1709089 w 1878314"/>
              <a:gd name="csY909" fmla="*/ 770689 h 794701"/>
              <a:gd name="csX910" fmla="*/ 1710971 w 1878314"/>
              <a:gd name="csY910" fmla="*/ 771310 h 794701"/>
              <a:gd name="csX911" fmla="*/ 1712854 w 1878314"/>
              <a:gd name="csY911" fmla="*/ 771911 h 794701"/>
              <a:gd name="csX912" fmla="*/ 1714736 w 1878314"/>
              <a:gd name="csY912" fmla="*/ 772503 h 794701"/>
              <a:gd name="csX913" fmla="*/ 1716618 w 1878314"/>
              <a:gd name="csY913" fmla="*/ 773076 h 794701"/>
              <a:gd name="csX914" fmla="*/ 1718491 w 1878314"/>
              <a:gd name="csY914" fmla="*/ 773638 h 794701"/>
              <a:gd name="csX915" fmla="*/ 1720373 w 1878314"/>
              <a:gd name="csY915" fmla="*/ 774191 h 794701"/>
              <a:gd name="csX916" fmla="*/ 1722255 w 1878314"/>
              <a:gd name="csY916" fmla="*/ 774725 h 794701"/>
              <a:gd name="csX917" fmla="*/ 1724137 w 1878314"/>
              <a:gd name="csY917" fmla="*/ 775259 h 794701"/>
              <a:gd name="csX918" fmla="*/ 1726020 w 1878314"/>
              <a:gd name="csY918" fmla="*/ 775773 h 794701"/>
              <a:gd name="csX919" fmla="*/ 1727892 w 1878314"/>
              <a:gd name="csY919" fmla="*/ 776268 h 794701"/>
              <a:gd name="csX920" fmla="*/ 1729774 w 1878314"/>
              <a:gd name="csY920" fmla="*/ 776762 h 794701"/>
              <a:gd name="csX921" fmla="*/ 1731657 w 1878314"/>
              <a:gd name="csY921" fmla="*/ 777238 h 794701"/>
              <a:gd name="csX922" fmla="*/ 1733539 w 1878314"/>
              <a:gd name="csY922" fmla="*/ 777713 h 794701"/>
              <a:gd name="csX923" fmla="*/ 1735421 w 1878314"/>
              <a:gd name="csY923" fmla="*/ 778169 h 794701"/>
              <a:gd name="csX924" fmla="*/ 1737294 w 1878314"/>
              <a:gd name="csY924" fmla="*/ 778615 h 794701"/>
              <a:gd name="csX925" fmla="*/ 1739176 w 1878314"/>
              <a:gd name="csY925" fmla="*/ 779052 h 794701"/>
              <a:gd name="csX926" fmla="*/ 1741058 w 1878314"/>
              <a:gd name="csY926" fmla="*/ 779469 h 794701"/>
              <a:gd name="csX927" fmla="*/ 1742940 w 1878314"/>
              <a:gd name="csY927" fmla="*/ 779887 h 794701"/>
              <a:gd name="csX928" fmla="*/ 1744813 w 1878314"/>
              <a:gd name="csY928" fmla="*/ 780294 h 794701"/>
              <a:gd name="csX929" fmla="*/ 1746695 w 1878314"/>
              <a:gd name="csY929" fmla="*/ 780692 h 794701"/>
              <a:gd name="csX930" fmla="*/ 1748577 w 1878314"/>
              <a:gd name="csY930" fmla="*/ 781080 h 794701"/>
              <a:gd name="csX931" fmla="*/ 1750459 w 1878314"/>
              <a:gd name="csY931" fmla="*/ 781449 h 794701"/>
              <a:gd name="csX932" fmla="*/ 1752342 w 1878314"/>
              <a:gd name="csY932" fmla="*/ 781817 h 794701"/>
              <a:gd name="csX933" fmla="*/ 1754214 w 1878314"/>
              <a:gd name="csY933" fmla="*/ 782176 h 794701"/>
              <a:gd name="csX934" fmla="*/ 1756096 w 1878314"/>
              <a:gd name="csY934" fmla="*/ 782525 h 794701"/>
              <a:gd name="csX935" fmla="*/ 1757978 w 1878314"/>
              <a:gd name="csY935" fmla="*/ 782875 h 794701"/>
              <a:gd name="csX936" fmla="*/ 1759861 w 1878314"/>
              <a:gd name="csY936" fmla="*/ 783205 h 794701"/>
              <a:gd name="csX937" fmla="*/ 1761743 w 1878314"/>
              <a:gd name="csY937" fmla="*/ 783525 h 794701"/>
              <a:gd name="csX938" fmla="*/ 1763615 w 1878314"/>
              <a:gd name="csY938" fmla="*/ 783845 h 794701"/>
              <a:gd name="csX939" fmla="*/ 1765498 w 1878314"/>
              <a:gd name="csY939" fmla="*/ 784155 h 794701"/>
              <a:gd name="csX940" fmla="*/ 1767380 w 1878314"/>
              <a:gd name="csY940" fmla="*/ 784456 h 794701"/>
              <a:gd name="csX941" fmla="*/ 1769262 w 1878314"/>
              <a:gd name="csY941" fmla="*/ 784747 h 794701"/>
              <a:gd name="csX942" fmla="*/ 1771144 w 1878314"/>
              <a:gd name="csY942" fmla="*/ 785029 h 794701"/>
              <a:gd name="csX943" fmla="*/ 1773017 w 1878314"/>
              <a:gd name="csY943" fmla="*/ 785310 h 794701"/>
              <a:gd name="csX944" fmla="*/ 1774899 w 1878314"/>
              <a:gd name="csY944" fmla="*/ 785582 h 794701"/>
              <a:gd name="csX945" fmla="*/ 1776781 w 1878314"/>
              <a:gd name="csY945" fmla="*/ 785844 h 794701"/>
              <a:gd name="csX946" fmla="*/ 1778663 w 1878314"/>
              <a:gd name="csY946" fmla="*/ 786106 h 794701"/>
              <a:gd name="csX947" fmla="*/ 1780546 w 1878314"/>
              <a:gd name="csY947" fmla="*/ 786348 h 794701"/>
              <a:gd name="csX948" fmla="*/ 1782418 w 1878314"/>
              <a:gd name="csY948" fmla="*/ 786600 h 794701"/>
              <a:gd name="csX949" fmla="*/ 1784300 w 1878314"/>
              <a:gd name="csY949" fmla="*/ 786833 h 794701"/>
              <a:gd name="csX950" fmla="*/ 1786183 w 1878314"/>
              <a:gd name="csY950" fmla="*/ 787066 h 794701"/>
              <a:gd name="csX951" fmla="*/ 1788065 w 1878314"/>
              <a:gd name="csY951" fmla="*/ 787289 h 794701"/>
              <a:gd name="csX952" fmla="*/ 1789937 w 1878314"/>
              <a:gd name="csY952" fmla="*/ 787512 h 794701"/>
              <a:gd name="csX953" fmla="*/ 1791820 w 1878314"/>
              <a:gd name="csY953" fmla="*/ 787726 h 794701"/>
              <a:gd name="csX954" fmla="*/ 1793702 w 1878314"/>
              <a:gd name="csY954" fmla="*/ 787930 h 794701"/>
              <a:gd name="csX955" fmla="*/ 1795584 w 1878314"/>
              <a:gd name="csY955" fmla="*/ 788133 h 794701"/>
              <a:gd name="csX956" fmla="*/ 1797466 w 1878314"/>
              <a:gd name="csY956" fmla="*/ 788337 h 794701"/>
              <a:gd name="csX957" fmla="*/ 1799339 w 1878314"/>
              <a:gd name="csY957" fmla="*/ 788521 h 794701"/>
              <a:gd name="csX958" fmla="*/ 1801221 w 1878314"/>
              <a:gd name="csY958" fmla="*/ 788706 h 794701"/>
              <a:gd name="csX959" fmla="*/ 1803103 w 1878314"/>
              <a:gd name="csY959" fmla="*/ 788890 h 794701"/>
              <a:gd name="csX960" fmla="*/ 1804985 w 1878314"/>
              <a:gd name="csY960" fmla="*/ 789065 h 794701"/>
              <a:gd name="csX961" fmla="*/ 1806868 w 1878314"/>
              <a:gd name="csY961" fmla="*/ 789239 h 794701"/>
              <a:gd name="csX962" fmla="*/ 1808740 w 1878314"/>
              <a:gd name="csY962" fmla="*/ 789404 h 794701"/>
              <a:gd name="csX963" fmla="*/ 1810622 w 1878314"/>
              <a:gd name="csY963" fmla="*/ 789569 h 794701"/>
              <a:gd name="csX964" fmla="*/ 1812505 w 1878314"/>
              <a:gd name="csY964" fmla="*/ 789725 h 794701"/>
              <a:gd name="csX965" fmla="*/ 1814387 w 1878314"/>
              <a:gd name="csY965" fmla="*/ 789880 h 794701"/>
              <a:gd name="csX966" fmla="*/ 1816269 w 1878314"/>
              <a:gd name="csY966" fmla="*/ 790025 h 794701"/>
              <a:gd name="csX967" fmla="*/ 1818141 w 1878314"/>
              <a:gd name="csY967" fmla="*/ 790171 h 794701"/>
              <a:gd name="csX968" fmla="*/ 1820024 w 1878314"/>
              <a:gd name="csY968" fmla="*/ 790316 h 794701"/>
              <a:gd name="csX969" fmla="*/ 1821906 w 1878314"/>
              <a:gd name="csY969" fmla="*/ 790452 h 794701"/>
              <a:gd name="csX970" fmla="*/ 1823788 w 1878314"/>
              <a:gd name="csY970" fmla="*/ 790588 h 794701"/>
              <a:gd name="csX971" fmla="*/ 1825670 w 1878314"/>
              <a:gd name="csY971" fmla="*/ 790714 h 794701"/>
              <a:gd name="csX972" fmla="*/ 1827543 w 1878314"/>
              <a:gd name="csY972" fmla="*/ 790840 h 794701"/>
              <a:gd name="csX973" fmla="*/ 1829425 w 1878314"/>
              <a:gd name="csY973" fmla="*/ 790966 h 794701"/>
              <a:gd name="csX974" fmla="*/ 1831307 w 1878314"/>
              <a:gd name="csY974" fmla="*/ 791083 h 794701"/>
              <a:gd name="csX975" fmla="*/ 1833189 w 1878314"/>
              <a:gd name="csY975" fmla="*/ 791199 h 794701"/>
              <a:gd name="csX976" fmla="*/ 1835062 w 1878314"/>
              <a:gd name="csY976" fmla="*/ 791306 h 794701"/>
              <a:gd name="csX977" fmla="*/ 1836944 w 1878314"/>
              <a:gd name="csY977" fmla="*/ 791413 h 794701"/>
              <a:gd name="csX978" fmla="*/ 1838826 w 1878314"/>
              <a:gd name="csY978" fmla="*/ 791519 h 794701"/>
              <a:gd name="csX979" fmla="*/ 1840709 w 1878314"/>
              <a:gd name="csY979" fmla="*/ 791626 h 794701"/>
              <a:gd name="csX980" fmla="*/ 1842591 w 1878314"/>
              <a:gd name="csY980" fmla="*/ 791723 h 794701"/>
              <a:gd name="csX981" fmla="*/ 1844463 w 1878314"/>
              <a:gd name="csY981" fmla="*/ 791820 h 794701"/>
              <a:gd name="csX982" fmla="*/ 1846346 w 1878314"/>
              <a:gd name="csY982" fmla="*/ 791917 h 794701"/>
              <a:gd name="csX983" fmla="*/ 1848228 w 1878314"/>
              <a:gd name="csY983" fmla="*/ 792004 h 794701"/>
              <a:gd name="csX984" fmla="*/ 1850110 w 1878314"/>
              <a:gd name="csY984" fmla="*/ 792092 h 794701"/>
              <a:gd name="csX985" fmla="*/ 1851992 w 1878314"/>
              <a:gd name="csY985" fmla="*/ 792179 h 794701"/>
              <a:gd name="csX986" fmla="*/ 1853865 w 1878314"/>
              <a:gd name="csY986" fmla="*/ 792257 h 794701"/>
              <a:gd name="csX987" fmla="*/ 1855747 w 1878314"/>
              <a:gd name="csY987" fmla="*/ 792344 h 794701"/>
              <a:gd name="csX988" fmla="*/ 1857629 w 1878314"/>
              <a:gd name="csY988" fmla="*/ 792422 h 794701"/>
              <a:gd name="csX989" fmla="*/ 1859511 w 1878314"/>
              <a:gd name="csY989" fmla="*/ 792490 h 794701"/>
              <a:gd name="csX990" fmla="*/ 1861394 w 1878314"/>
              <a:gd name="csY990" fmla="*/ 792567 h 794701"/>
              <a:gd name="csX991" fmla="*/ 1863266 w 1878314"/>
              <a:gd name="csY991" fmla="*/ 792635 h 794701"/>
              <a:gd name="csX992" fmla="*/ 1865148 w 1878314"/>
              <a:gd name="csY992" fmla="*/ 792703 h 794701"/>
              <a:gd name="csX993" fmla="*/ 1867031 w 1878314"/>
              <a:gd name="csY993" fmla="*/ 792771 h 794701"/>
              <a:gd name="csX994" fmla="*/ 1868913 w 1878314"/>
              <a:gd name="csY994" fmla="*/ 792839 h 794701"/>
              <a:gd name="csX995" fmla="*/ 1870795 w 1878314"/>
              <a:gd name="csY995" fmla="*/ 792897 h 794701"/>
              <a:gd name="csX996" fmla="*/ 1872668 w 1878314"/>
              <a:gd name="csY996" fmla="*/ 792965 h 794701"/>
              <a:gd name="csX997" fmla="*/ 1874550 w 1878314"/>
              <a:gd name="csY997" fmla="*/ 793023 h 794701"/>
              <a:gd name="csX998" fmla="*/ 1876432 w 1878314"/>
              <a:gd name="csY998" fmla="*/ 793081 h 794701"/>
              <a:gd name="csX999" fmla="*/ 1878314 w 1878314"/>
              <a:gd name="csY999" fmla="*/ 793130 h 79470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794701">
                <a:moveTo>
                  <a:pt x="0" y="794702"/>
                </a:moveTo>
                <a:lnTo>
                  <a:pt x="1879" y="794702"/>
                </a:lnTo>
                <a:lnTo>
                  <a:pt x="3760" y="794702"/>
                </a:lnTo>
                <a:lnTo>
                  <a:pt x="5640" y="794702"/>
                </a:lnTo>
                <a:lnTo>
                  <a:pt x="7520" y="794702"/>
                </a:lnTo>
                <a:lnTo>
                  <a:pt x="9400" y="794702"/>
                </a:lnTo>
                <a:lnTo>
                  <a:pt x="11281" y="794702"/>
                </a:lnTo>
                <a:lnTo>
                  <a:pt x="13161" y="794702"/>
                </a:lnTo>
                <a:lnTo>
                  <a:pt x="15041" y="794702"/>
                </a:lnTo>
                <a:lnTo>
                  <a:pt x="16922" y="794702"/>
                </a:lnTo>
                <a:lnTo>
                  <a:pt x="18802" y="794702"/>
                </a:lnTo>
                <a:lnTo>
                  <a:pt x="20682" y="794702"/>
                </a:lnTo>
                <a:lnTo>
                  <a:pt x="22562" y="794702"/>
                </a:lnTo>
                <a:lnTo>
                  <a:pt x="24442" y="794702"/>
                </a:lnTo>
                <a:lnTo>
                  <a:pt x="26322" y="794702"/>
                </a:lnTo>
                <a:lnTo>
                  <a:pt x="28202" y="794702"/>
                </a:lnTo>
                <a:lnTo>
                  <a:pt x="30082" y="794702"/>
                </a:lnTo>
                <a:lnTo>
                  <a:pt x="31963" y="794702"/>
                </a:lnTo>
                <a:lnTo>
                  <a:pt x="33843" y="794702"/>
                </a:lnTo>
                <a:lnTo>
                  <a:pt x="35723" y="794702"/>
                </a:lnTo>
                <a:lnTo>
                  <a:pt x="37604" y="794702"/>
                </a:lnTo>
                <a:lnTo>
                  <a:pt x="39484" y="794702"/>
                </a:lnTo>
                <a:lnTo>
                  <a:pt x="41364" y="794702"/>
                </a:lnTo>
                <a:lnTo>
                  <a:pt x="43244" y="794702"/>
                </a:lnTo>
                <a:lnTo>
                  <a:pt x="45124" y="794702"/>
                </a:lnTo>
                <a:lnTo>
                  <a:pt x="47004" y="794702"/>
                </a:lnTo>
                <a:lnTo>
                  <a:pt x="48884" y="794702"/>
                </a:lnTo>
                <a:lnTo>
                  <a:pt x="50765" y="794702"/>
                </a:lnTo>
                <a:lnTo>
                  <a:pt x="52645" y="794702"/>
                </a:lnTo>
                <a:lnTo>
                  <a:pt x="54525" y="794702"/>
                </a:lnTo>
                <a:lnTo>
                  <a:pt x="56405" y="794702"/>
                </a:lnTo>
                <a:lnTo>
                  <a:pt x="58286" y="794702"/>
                </a:lnTo>
                <a:lnTo>
                  <a:pt x="60166" y="794702"/>
                </a:lnTo>
                <a:lnTo>
                  <a:pt x="62046" y="794702"/>
                </a:lnTo>
                <a:lnTo>
                  <a:pt x="63926" y="794702"/>
                </a:lnTo>
                <a:lnTo>
                  <a:pt x="65807" y="794702"/>
                </a:lnTo>
                <a:lnTo>
                  <a:pt x="67686" y="794702"/>
                </a:lnTo>
                <a:lnTo>
                  <a:pt x="69566" y="794702"/>
                </a:lnTo>
                <a:lnTo>
                  <a:pt x="71447" y="794702"/>
                </a:lnTo>
                <a:lnTo>
                  <a:pt x="73327" y="794702"/>
                </a:lnTo>
                <a:lnTo>
                  <a:pt x="75207" y="794702"/>
                </a:lnTo>
                <a:lnTo>
                  <a:pt x="77087" y="794702"/>
                </a:lnTo>
                <a:lnTo>
                  <a:pt x="78968" y="794702"/>
                </a:lnTo>
                <a:lnTo>
                  <a:pt x="80848" y="794702"/>
                </a:lnTo>
                <a:lnTo>
                  <a:pt x="82728" y="794702"/>
                </a:lnTo>
                <a:lnTo>
                  <a:pt x="84609" y="794702"/>
                </a:lnTo>
                <a:lnTo>
                  <a:pt x="86489" y="794702"/>
                </a:lnTo>
                <a:lnTo>
                  <a:pt x="88368" y="794702"/>
                </a:lnTo>
                <a:lnTo>
                  <a:pt x="90248" y="794702"/>
                </a:lnTo>
                <a:lnTo>
                  <a:pt x="92129" y="794702"/>
                </a:lnTo>
                <a:lnTo>
                  <a:pt x="94009" y="794702"/>
                </a:lnTo>
                <a:lnTo>
                  <a:pt x="95889" y="794702"/>
                </a:lnTo>
                <a:lnTo>
                  <a:pt x="97769" y="794702"/>
                </a:lnTo>
                <a:lnTo>
                  <a:pt x="99650" y="794702"/>
                </a:lnTo>
                <a:lnTo>
                  <a:pt x="101530" y="794702"/>
                </a:lnTo>
                <a:lnTo>
                  <a:pt x="103410" y="794702"/>
                </a:lnTo>
                <a:lnTo>
                  <a:pt x="105291" y="794702"/>
                </a:lnTo>
                <a:lnTo>
                  <a:pt x="107171" y="794702"/>
                </a:lnTo>
                <a:lnTo>
                  <a:pt x="109051" y="794702"/>
                </a:lnTo>
                <a:lnTo>
                  <a:pt x="110930" y="794702"/>
                </a:lnTo>
                <a:lnTo>
                  <a:pt x="112811" y="794702"/>
                </a:lnTo>
                <a:lnTo>
                  <a:pt x="114691" y="794702"/>
                </a:lnTo>
                <a:lnTo>
                  <a:pt x="116571" y="794702"/>
                </a:lnTo>
                <a:lnTo>
                  <a:pt x="118452" y="794702"/>
                </a:lnTo>
                <a:lnTo>
                  <a:pt x="120332" y="794702"/>
                </a:lnTo>
                <a:lnTo>
                  <a:pt x="122212" y="794702"/>
                </a:lnTo>
                <a:lnTo>
                  <a:pt x="124092" y="794702"/>
                </a:lnTo>
                <a:lnTo>
                  <a:pt x="125973" y="794702"/>
                </a:lnTo>
                <a:lnTo>
                  <a:pt x="127853" y="794702"/>
                </a:lnTo>
                <a:lnTo>
                  <a:pt x="129733" y="794702"/>
                </a:lnTo>
                <a:lnTo>
                  <a:pt x="131613" y="794702"/>
                </a:lnTo>
                <a:lnTo>
                  <a:pt x="133493" y="794702"/>
                </a:lnTo>
                <a:lnTo>
                  <a:pt x="135373" y="794702"/>
                </a:lnTo>
                <a:lnTo>
                  <a:pt x="137253" y="794702"/>
                </a:lnTo>
                <a:lnTo>
                  <a:pt x="139134" y="794702"/>
                </a:lnTo>
                <a:lnTo>
                  <a:pt x="141014" y="794702"/>
                </a:lnTo>
                <a:lnTo>
                  <a:pt x="142894" y="794702"/>
                </a:lnTo>
                <a:lnTo>
                  <a:pt x="144774" y="794702"/>
                </a:lnTo>
                <a:lnTo>
                  <a:pt x="146655" y="794702"/>
                </a:lnTo>
                <a:lnTo>
                  <a:pt x="148535" y="794702"/>
                </a:lnTo>
                <a:lnTo>
                  <a:pt x="150415" y="794702"/>
                </a:lnTo>
                <a:lnTo>
                  <a:pt x="152296" y="794702"/>
                </a:lnTo>
                <a:lnTo>
                  <a:pt x="154175" y="794702"/>
                </a:lnTo>
                <a:lnTo>
                  <a:pt x="156055" y="794702"/>
                </a:lnTo>
                <a:lnTo>
                  <a:pt x="157935" y="794702"/>
                </a:lnTo>
                <a:lnTo>
                  <a:pt x="159816" y="794702"/>
                </a:lnTo>
                <a:lnTo>
                  <a:pt x="161696" y="794702"/>
                </a:lnTo>
                <a:lnTo>
                  <a:pt x="163576" y="794702"/>
                </a:lnTo>
                <a:lnTo>
                  <a:pt x="165457" y="794702"/>
                </a:lnTo>
                <a:lnTo>
                  <a:pt x="167337" y="794702"/>
                </a:lnTo>
                <a:lnTo>
                  <a:pt x="169217" y="794702"/>
                </a:lnTo>
                <a:lnTo>
                  <a:pt x="171097" y="794702"/>
                </a:lnTo>
                <a:lnTo>
                  <a:pt x="172978" y="794702"/>
                </a:lnTo>
                <a:lnTo>
                  <a:pt x="174857" y="794702"/>
                </a:lnTo>
                <a:lnTo>
                  <a:pt x="176737" y="794702"/>
                </a:lnTo>
                <a:lnTo>
                  <a:pt x="178617" y="794702"/>
                </a:lnTo>
                <a:lnTo>
                  <a:pt x="180498" y="794702"/>
                </a:lnTo>
                <a:lnTo>
                  <a:pt x="182378" y="794702"/>
                </a:lnTo>
                <a:lnTo>
                  <a:pt x="184258" y="794702"/>
                </a:lnTo>
                <a:lnTo>
                  <a:pt x="186139" y="794702"/>
                </a:lnTo>
                <a:lnTo>
                  <a:pt x="188019" y="794702"/>
                </a:lnTo>
                <a:lnTo>
                  <a:pt x="189899" y="794702"/>
                </a:lnTo>
                <a:lnTo>
                  <a:pt x="191779" y="794702"/>
                </a:lnTo>
                <a:lnTo>
                  <a:pt x="193660" y="794702"/>
                </a:lnTo>
                <a:lnTo>
                  <a:pt x="195540" y="794702"/>
                </a:lnTo>
                <a:lnTo>
                  <a:pt x="197419" y="794702"/>
                </a:lnTo>
                <a:lnTo>
                  <a:pt x="199300" y="794702"/>
                </a:lnTo>
                <a:lnTo>
                  <a:pt x="201180" y="794702"/>
                </a:lnTo>
                <a:lnTo>
                  <a:pt x="203060" y="794702"/>
                </a:lnTo>
                <a:lnTo>
                  <a:pt x="204940" y="794702"/>
                </a:lnTo>
                <a:lnTo>
                  <a:pt x="206821" y="794702"/>
                </a:lnTo>
                <a:lnTo>
                  <a:pt x="208701" y="794702"/>
                </a:lnTo>
                <a:lnTo>
                  <a:pt x="210581" y="794702"/>
                </a:lnTo>
                <a:lnTo>
                  <a:pt x="212461" y="794702"/>
                </a:lnTo>
                <a:lnTo>
                  <a:pt x="214342" y="794702"/>
                </a:lnTo>
                <a:lnTo>
                  <a:pt x="216222" y="794702"/>
                </a:lnTo>
                <a:lnTo>
                  <a:pt x="218101" y="794702"/>
                </a:lnTo>
                <a:lnTo>
                  <a:pt x="219982" y="794702"/>
                </a:lnTo>
                <a:lnTo>
                  <a:pt x="221862" y="794702"/>
                </a:lnTo>
                <a:lnTo>
                  <a:pt x="223742" y="794702"/>
                </a:lnTo>
                <a:lnTo>
                  <a:pt x="225622" y="794702"/>
                </a:lnTo>
                <a:lnTo>
                  <a:pt x="227503" y="794702"/>
                </a:lnTo>
                <a:lnTo>
                  <a:pt x="229383" y="794702"/>
                </a:lnTo>
                <a:lnTo>
                  <a:pt x="231263" y="794702"/>
                </a:lnTo>
                <a:lnTo>
                  <a:pt x="233144" y="794702"/>
                </a:lnTo>
                <a:lnTo>
                  <a:pt x="235024" y="794702"/>
                </a:lnTo>
                <a:lnTo>
                  <a:pt x="236904" y="794702"/>
                </a:lnTo>
                <a:lnTo>
                  <a:pt x="238784" y="794702"/>
                </a:lnTo>
                <a:lnTo>
                  <a:pt x="240664" y="794702"/>
                </a:lnTo>
                <a:lnTo>
                  <a:pt x="242544" y="794702"/>
                </a:lnTo>
                <a:lnTo>
                  <a:pt x="244424" y="794702"/>
                </a:lnTo>
                <a:lnTo>
                  <a:pt x="246305" y="794702"/>
                </a:lnTo>
                <a:lnTo>
                  <a:pt x="248185" y="794702"/>
                </a:lnTo>
                <a:lnTo>
                  <a:pt x="250065" y="794702"/>
                </a:lnTo>
                <a:lnTo>
                  <a:pt x="251945" y="794702"/>
                </a:lnTo>
                <a:lnTo>
                  <a:pt x="253826" y="794702"/>
                </a:lnTo>
                <a:lnTo>
                  <a:pt x="255706" y="794702"/>
                </a:lnTo>
                <a:lnTo>
                  <a:pt x="257586" y="794702"/>
                </a:lnTo>
                <a:lnTo>
                  <a:pt x="259466" y="794702"/>
                </a:lnTo>
                <a:lnTo>
                  <a:pt x="261346" y="794702"/>
                </a:lnTo>
                <a:lnTo>
                  <a:pt x="263226" y="794702"/>
                </a:lnTo>
                <a:lnTo>
                  <a:pt x="265106" y="794702"/>
                </a:lnTo>
                <a:lnTo>
                  <a:pt x="266987" y="794702"/>
                </a:lnTo>
                <a:lnTo>
                  <a:pt x="268867" y="794702"/>
                </a:lnTo>
                <a:lnTo>
                  <a:pt x="270747" y="794702"/>
                </a:lnTo>
                <a:lnTo>
                  <a:pt x="272627" y="794702"/>
                </a:lnTo>
                <a:lnTo>
                  <a:pt x="274508" y="794702"/>
                </a:lnTo>
                <a:lnTo>
                  <a:pt x="276388" y="794702"/>
                </a:lnTo>
                <a:lnTo>
                  <a:pt x="278268" y="794702"/>
                </a:lnTo>
                <a:lnTo>
                  <a:pt x="280148" y="794702"/>
                </a:lnTo>
                <a:lnTo>
                  <a:pt x="282029" y="794702"/>
                </a:lnTo>
                <a:lnTo>
                  <a:pt x="283908" y="794692"/>
                </a:lnTo>
                <a:lnTo>
                  <a:pt x="285788" y="794692"/>
                </a:lnTo>
                <a:lnTo>
                  <a:pt x="287669" y="794692"/>
                </a:lnTo>
                <a:lnTo>
                  <a:pt x="289549" y="794692"/>
                </a:lnTo>
                <a:lnTo>
                  <a:pt x="291429" y="794692"/>
                </a:lnTo>
                <a:lnTo>
                  <a:pt x="293309" y="794692"/>
                </a:lnTo>
                <a:lnTo>
                  <a:pt x="295190" y="794692"/>
                </a:lnTo>
                <a:lnTo>
                  <a:pt x="297070" y="794692"/>
                </a:lnTo>
                <a:lnTo>
                  <a:pt x="298950" y="794692"/>
                </a:lnTo>
                <a:lnTo>
                  <a:pt x="300831" y="794692"/>
                </a:lnTo>
                <a:lnTo>
                  <a:pt x="302711" y="794692"/>
                </a:lnTo>
                <a:lnTo>
                  <a:pt x="304590" y="794692"/>
                </a:lnTo>
                <a:lnTo>
                  <a:pt x="306470" y="794692"/>
                </a:lnTo>
                <a:lnTo>
                  <a:pt x="308351" y="794692"/>
                </a:lnTo>
                <a:lnTo>
                  <a:pt x="310231" y="794692"/>
                </a:lnTo>
                <a:lnTo>
                  <a:pt x="312111" y="794692"/>
                </a:lnTo>
                <a:lnTo>
                  <a:pt x="313992" y="794692"/>
                </a:lnTo>
                <a:lnTo>
                  <a:pt x="315872" y="794682"/>
                </a:lnTo>
                <a:lnTo>
                  <a:pt x="317752" y="794682"/>
                </a:lnTo>
                <a:lnTo>
                  <a:pt x="319632" y="794682"/>
                </a:lnTo>
                <a:lnTo>
                  <a:pt x="321513" y="794682"/>
                </a:lnTo>
                <a:lnTo>
                  <a:pt x="323393" y="794682"/>
                </a:lnTo>
                <a:lnTo>
                  <a:pt x="325273" y="794682"/>
                </a:lnTo>
                <a:lnTo>
                  <a:pt x="327153" y="794682"/>
                </a:lnTo>
                <a:lnTo>
                  <a:pt x="329033" y="794682"/>
                </a:lnTo>
                <a:lnTo>
                  <a:pt x="330913" y="794682"/>
                </a:lnTo>
                <a:lnTo>
                  <a:pt x="332793" y="794682"/>
                </a:lnTo>
                <a:lnTo>
                  <a:pt x="334674" y="794673"/>
                </a:lnTo>
                <a:lnTo>
                  <a:pt x="336554" y="794673"/>
                </a:lnTo>
                <a:lnTo>
                  <a:pt x="338434" y="794673"/>
                </a:lnTo>
                <a:lnTo>
                  <a:pt x="340314" y="794673"/>
                </a:lnTo>
                <a:lnTo>
                  <a:pt x="342195" y="794673"/>
                </a:lnTo>
                <a:lnTo>
                  <a:pt x="344075" y="794673"/>
                </a:lnTo>
                <a:lnTo>
                  <a:pt x="345955" y="794673"/>
                </a:lnTo>
                <a:lnTo>
                  <a:pt x="347835" y="794663"/>
                </a:lnTo>
                <a:lnTo>
                  <a:pt x="349715" y="794663"/>
                </a:lnTo>
                <a:lnTo>
                  <a:pt x="351595" y="794663"/>
                </a:lnTo>
                <a:lnTo>
                  <a:pt x="353475" y="794663"/>
                </a:lnTo>
                <a:lnTo>
                  <a:pt x="355356" y="794663"/>
                </a:lnTo>
                <a:lnTo>
                  <a:pt x="357236" y="794653"/>
                </a:lnTo>
                <a:lnTo>
                  <a:pt x="359116" y="794653"/>
                </a:lnTo>
                <a:lnTo>
                  <a:pt x="360996" y="794653"/>
                </a:lnTo>
                <a:lnTo>
                  <a:pt x="362877" y="794653"/>
                </a:lnTo>
                <a:lnTo>
                  <a:pt x="364757" y="794653"/>
                </a:lnTo>
                <a:lnTo>
                  <a:pt x="366637" y="794643"/>
                </a:lnTo>
                <a:lnTo>
                  <a:pt x="368518" y="794643"/>
                </a:lnTo>
                <a:lnTo>
                  <a:pt x="370397" y="794643"/>
                </a:lnTo>
                <a:lnTo>
                  <a:pt x="372277" y="794634"/>
                </a:lnTo>
                <a:lnTo>
                  <a:pt x="374157" y="794634"/>
                </a:lnTo>
                <a:lnTo>
                  <a:pt x="376038" y="794634"/>
                </a:lnTo>
                <a:lnTo>
                  <a:pt x="377918" y="794624"/>
                </a:lnTo>
                <a:lnTo>
                  <a:pt x="379798" y="794624"/>
                </a:lnTo>
                <a:lnTo>
                  <a:pt x="381679" y="794624"/>
                </a:lnTo>
                <a:lnTo>
                  <a:pt x="383559" y="794614"/>
                </a:lnTo>
                <a:lnTo>
                  <a:pt x="385439" y="794614"/>
                </a:lnTo>
                <a:lnTo>
                  <a:pt x="387319" y="794614"/>
                </a:lnTo>
                <a:lnTo>
                  <a:pt x="389200" y="794605"/>
                </a:lnTo>
                <a:lnTo>
                  <a:pt x="391079" y="794605"/>
                </a:lnTo>
                <a:lnTo>
                  <a:pt x="392959" y="794595"/>
                </a:lnTo>
                <a:lnTo>
                  <a:pt x="394840" y="794595"/>
                </a:lnTo>
                <a:lnTo>
                  <a:pt x="396720" y="794585"/>
                </a:lnTo>
                <a:lnTo>
                  <a:pt x="398600" y="794585"/>
                </a:lnTo>
                <a:lnTo>
                  <a:pt x="400480" y="794576"/>
                </a:lnTo>
                <a:lnTo>
                  <a:pt x="402361" y="794576"/>
                </a:lnTo>
                <a:lnTo>
                  <a:pt x="404241" y="794566"/>
                </a:lnTo>
                <a:lnTo>
                  <a:pt x="406121" y="794566"/>
                </a:lnTo>
                <a:lnTo>
                  <a:pt x="408001" y="794556"/>
                </a:lnTo>
                <a:lnTo>
                  <a:pt x="409882" y="794556"/>
                </a:lnTo>
                <a:lnTo>
                  <a:pt x="411762" y="794546"/>
                </a:lnTo>
                <a:lnTo>
                  <a:pt x="413641" y="794537"/>
                </a:lnTo>
                <a:lnTo>
                  <a:pt x="415522" y="794527"/>
                </a:lnTo>
                <a:lnTo>
                  <a:pt x="417402" y="794527"/>
                </a:lnTo>
                <a:lnTo>
                  <a:pt x="419282" y="794517"/>
                </a:lnTo>
                <a:lnTo>
                  <a:pt x="421162" y="794508"/>
                </a:lnTo>
                <a:lnTo>
                  <a:pt x="423043" y="794498"/>
                </a:lnTo>
                <a:lnTo>
                  <a:pt x="424923" y="794498"/>
                </a:lnTo>
                <a:lnTo>
                  <a:pt x="426803" y="794488"/>
                </a:lnTo>
                <a:lnTo>
                  <a:pt x="428684" y="794478"/>
                </a:lnTo>
                <a:lnTo>
                  <a:pt x="430564" y="794469"/>
                </a:lnTo>
                <a:lnTo>
                  <a:pt x="432444" y="794459"/>
                </a:lnTo>
                <a:lnTo>
                  <a:pt x="434323" y="794449"/>
                </a:lnTo>
                <a:lnTo>
                  <a:pt x="436204" y="794440"/>
                </a:lnTo>
                <a:lnTo>
                  <a:pt x="438084" y="794430"/>
                </a:lnTo>
                <a:lnTo>
                  <a:pt x="439964" y="794411"/>
                </a:lnTo>
                <a:lnTo>
                  <a:pt x="441844" y="794401"/>
                </a:lnTo>
                <a:lnTo>
                  <a:pt x="443725" y="794391"/>
                </a:lnTo>
                <a:lnTo>
                  <a:pt x="445605" y="794381"/>
                </a:lnTo>
                <a:lnTo>
                  <a:pt x="447485" y="794362"/>
                </a:lnTo>
                <a:lnTo>
                  <a:pt x="449366" y="794352"/>
                </a:lnTo>
                <a:lnTo>
                  <a:pt x="451246" y="794343"/>
                </a:lnTo>
                <a:lnTo>
                  <a:pt x="453126" y="794323"/>
                </a:lnTo>
                <a:lnTo>
                  <a:pt x="455006" y="794314"/>
                </a:lnTo>
                <a:lnTo>
                  <a:pt x="456886" y="794294"/>
                </a:lnTo>
                <a:lnTo>
                  <a:pt x="458766" y="794275"/>
                </a:lnTo>
                <a:lnTo>
                  <a:pt x="460646" y="794265"/>
                </a:lnTo>
                <a:lnTo>
                  <a:pt x="462527" y="794246"/>
                </a:lnTo>
                <a:lnTo>
                  <a:pt x="464407" y="794226"/>
                </a:lnTo>
                <a:lnTo>
                  <a:pt x="466287" y="794207"/>
                </a:lnTo>
                <a:lnTo>
                  <a:pt x="468167" y="794187"/>
                </a:lnTo>
                <a:lnTo>
                  <a:pt x="470048" y="794168"/>
                </a:lnTo>
                <a:lnTo>
                  <a:pt x="471928" y="794149"/>
                </a:lnTo>
                <a:lnTo>
                  <a:pt x="473808" y="794129"/>
                </a:lnTo>
                <a:lnTo>
                  <a:pt x="475688" y="794110"/>
                </a:lnTo>
                <a:lnTo>
                  <a:pt x="477568" y="794081"/>
                </a:lnTo>
                <a:lnTo>
                  <a:pt x="479448" y="794061"/>
                </a:lnTo>
                <a:lnTo>
                  <a:pt x="481328" y="794032"/>
                </a:lnTo>
                <a:lnTo>
                  <a:pt x="483209" y="794013"/>
                </a:lnTo>
                <a:lnTo>
                  <a:pt x="485089" y="793984"/>
                </a:lnTo>
                <a:lnTo>
                  <a:pt x="486969" y="793955"/>
                </a:lnTo>
                <a:lnTo>
                  <a:pt x="488849" y="793925"/>
                </a:lnTo>
                <a:lnTo>
                  <a:pt x="490730" y="793896"/>
                </a:lnTo>
                <a:lnTo>
                  <a:pt x="492610" y="793867"/>
                </a:lnTo>
                <a:lnTo>
                  <a:pt x="494490" y="793838"/>
                </a:lnTo>
                <a:lnTo>
                  <a:pt x="496371" y="793809"/>
                </a:lnTo>
                <a:lnTo>
                  <a:pt x="498251" y="793780"/>
                </a:lnTo>
                <a:lnTo>
                  <a:pt x="500130" y="793741"/>
                </a:lnTo>
                <a:lnTo>
                  <a:pt x="502010" y="793702"/>
                </a:lnTo>
                <a:lnTo>
                  <a:pt x="503891" y="793673"/>
                </a:lnTo>
                <a:lnTo>
                  <a:pt x="505771" y="793634"/>
                </a:lnTo>
                <a:lnTo>
                  <a:pt x="507651" y="793596"/>
                </a:lnTo>
                <a:lnTo>
                  <a:pt x="509531" y="793557"/>
                </a:lnTo>
                <a:lnTo>
                  <a:pt x="511412" y="793508"/>
                </a:lnTo>
                <a:lnTo>
                  <a:pt x="513292" y="793470"/>
                </a:lnTo>
                <a:lnTo>
                  <a:pt x="515172" y="793421"/>
                </a:lnTo>
                <a:lnTo>
                  <a:pt x="517053" y="793382"/>
                </a:lnTo>
                <a:lnTo>
                  <a:pt x="518933" y="793334"/>
                </a:lnTo>
                <a:lnTo>
                  <a:pt x="520812" y="793285"/>
                </a:lnTo>
                <a:lnTo>
                  <a:pt x="522692" y="793227"/>
                </a:lnTo>
                <a:lnTo>
                  <a:pt x="524573" y="793178"/>
                </a:lnTo>
                <a:lnTo>
                  <a:pt x="526453" y="793130"/>
                </a:lnTo>
                <a:lnTo>
                  <a:pt x="528333" y="793072"/>
                </a:lnTo>
                <a:lnTo>
                  <a:pt x="530214" y="793013"/>
                </a:lnTo>
                <a:lnTo>
                  <a:pt x="532094" y="792955"/>
                </a:lnTo>
                <a:lnTo>
                  <a:pt x="533974" y="792897"/>
                </a:lnTo>
                <a:lnTo>
                  <a:pt x="535854" y="792829"/>
                </a:lnTo>
                <a:lnTo>
                  <a:pt x="537735" y="792761"/>
                </a:lnTo>
                <a:lnTo>
                  <a:pt x="539615" y="792693"/>
                </a:lnTo>
                <a:lnTo>
                  <a:pt x="541495" y="792625"/>
                </a:lnTo>
                <a:lnTo>
                  <a:pt x="543375" y="792557"/>
                </a:lnTo>
                <a:lnTo>
                  <a:pt x="545255" y="792480"/>
                </a:lnTo>
                <a:lnTo>
                  <a:pt x="547135" y="792412"/>
                </a:lnTo>
                <a:lnTo>
                  <a:pt x="549015" y="792325"/>
                </a:lnTo>
                <a:lnTo>
                  <a:pt x="550896" y="792247"/>
                </a:lnTo>
                <a:lnTo>
                  <a:pt x="552776" y="792169"/>
                </a:lnTo>
                <a:lnTo>
                  <a:pt x="554656" y="792082"/>
                </a:lnTo>
                <a:lnTo>
                  <a:pt x="556536" y="791995"/>
                </a:lnTo>
                <a:lnTo>
                  <a:pt x="558417" y="791898"/>
                </a:lnTo>
                <a:lnTo>
                  <a:pt x="560297" y="791810"/>
                </a:lnTo>
                <a:lnTo>
                  <a:pt x="562177" y="791713"/>
                </a:lnTo>
                <a:lnTo>
                  <a:pt x="564057" y="791607"/>
                </a:lnTo>
                <a:lnTo>
                  <a:pt x="565937" y="791510"/>
                </a:lnTo>
                <a:lnTo>
                  <a:pt x="567817" y="791403"/>
                </a:lnTo>
                <a:lnTo>
                  <a:pt x="569697" y="791296"/>
                </a:lnTo>
                <a:lnTo>
                  <a:pt x="571578" y="791180"/>
                </a:lnTo>
                <a:lnTo>
                  <a:pt x="573458" y="791063"/>
                </a:lnTo>
                <a:lnTo>
                  <a:pt x="575338" y="790947"/>
                </a:lnTo>
                <a:lnTo>
                  <a:pt x="577219" y="790821"/>
                </a:lnTo>
                <a:lnTo>
                  <a:pt x="579099" y="790695"/>
                </a:lnTo>
                <a:lnTo>
                  <a:pt x="580979" y="790569"/>
                </a:lnTo>
                <a:lnTo>
                  <a:pt x="582859" y="790433"/>
                </a:lnTo>
                <a:lnTo>
                  <a:pt x="584740" y="790297"/>
                </a:lnTo>
                <a:lnTo>
                  <a:pt x="586619" y="790151"/>
                </a:lnTo>
                <a:lnTo>
                  <a:pt x="588499" y="790006"/>
                </a:lnTo>
                <a:lnTo>
                  <a:pt x="590379" y="789860"/>
                </a:lnTo>
                <a:lnTo>
                  <a:pt x="592260" y="789705"/>
                </a:lnTo>
                <a:lnTo>
                  <a:pt x="594140" y="789550"/>
                </a:lnTo>
                <a:lnTo>
                  <a:pt x="596020" y="789385"/>
                </a:lnTo>
                <a:lnTo>
                  <a:pt x="597901" y="789220"/>
                </a:lnTo>
                <a:lnTo>
                  <a:pt x="599781" y="789045"/>
                </a:lnTo>
                <a:lnTo>
                  <a:pt x="601661" y="788871"/>
                </a:lnTo>
                <a:lnTo>
                  <a:pt x="603541" y="788686"/>
                </a:lnTo>
                <a:lnTo>
                  <a:pt x="605422" y="788502"/>
                </a:lnTo>
                <a:lnTo>
                  <a:pt x="607301" y="788308"/>
                </a:lnTo>
                <a:lnTo>
                  <a:pt x="609181" y="788104"/>
                </a:lnTo>
                <a:lnTo>
                  <a:pt x="611062" y="787901"/>
                </a:lnTo>
                <a:lnTo>
                  <a:pt x="612942" y="787697"/>
                </a:lnTo>
                <a:lnTo>
                  <a:pt x="614822" y="787483"/>
                </a:lnTo>
                <a:lnTo>
                  <a:pt x="616702" y="787260"/>
                </a:lnTo>
                <a:lnTo>
                  <a:pt x="618583" y="787037"/>
                </a:lnTo>
                <a:lnTo>
                  <a:pt x="620463" y="786804"/>
                </a:lnTo>
                <a:lnTo>
                  <a:pt x="622342" y="786562"/>
                </a:lnTo>
                <a:lnTo>
                  <a:pt x="624224" y="786319"/>
                </a:lnTo>
                <a:lnTo>
                  <a:pt x="626107" y="786067"/>
                </a:lnTo>
                <a:lnTo>
                  <a:pt x="627979" y="785805"/>
                </a:lnTo>
                <a:lnTo>
                  <a:pt x="629861" y="785543"/>
                </a:lnTo>
                <a:lnTo>
                  <a:pt x="631744" y="785271"/>
                </a:lnTo>
                <a:lnTo>
                  <a:pt x="633626" y="784990"/>
                </a:lnTo>
                <a:lnTo>
                  <a:pt x="635508" y="784708"/>
                </a:lnTo>
                <a:lnTo>
                  <a:pt x="637381" y="784408"/>
                </a:lnTo>
                <a:lnTo>
                  <a:pt x="639263" y="784107"/>
                </a:lnTo>
                <a:lnTo>
                  <a:pt x="641145" y="783796"/>
                </a:lnTo>
                <a:lnTo>
                  <a:pt x="643027" y="783486"/>
                </a:lnTo>
                <a:lnTo>
                  <a:pt x="644909" y="783156"/>
                </a:lnTo>
                <a:lnTo>
                  <a:pt x="646782" y="782826"/>
                </a:lnTo>
                <a:lnTo>
                  <a:pt x="648664" y="782477"/>
                </a:lnTo>
                <a:lnTo>
                  <a:pt x="650546" y="782128"/>
                </a:lnTo>
                <a:lnTo>
                  <a:pt x="652429" y="781769"/>
                </a:lnTo>
                <a:lnTo>
                  <a:pt x="654311" y="781400"/>
                </a:lnTo>
                <a:lnTo>
                  <a:pt x="656183" y="781022"/>
                </a:lnTo>
                <a:lnTo>
                  <a:pt x="658066" y="780634"/>
                </a:lnTo>
                <a:lnTo>
                  <a:pt x="659948" y="780236"/>
                </a:lnTo>
                <a:lnTo>
                  <a:pt x="661830" y="779828"/>
                </a:lnTo>
                <a:lnTo>
                  <a:pt x="663703" y="779411"/>
                </a:lnTo>
                <a:lnTo>
                  <a:pt x="665585" y="778984"/>
                </a:lnTo>
                <a:lnTo>
                  <a:pt x="667467" y="778548"/>
                </a:lnTo>
                <a:lnTo>
                  <a:pt x="669349" y="778101"/>
                </a:lnTo>
                <a:lnTo>
                  <a:pt x="671231" y="777645"/>
                </a:lnTo>
                <a:lnTo>
                  <a:pt x="673104" y="777180"/>
                </a:lnTo>
                <a:lnTo>
                  <a:pt x="674986" y="776694"/>
                </a:lnTo>
                <a:lnTo>
                  <a:pt x="676868" y="776200"/>
                </a:lnTo>
                <a:lnTo>
                  <a:pt x="678751" y="775695"/>
                </a:lnTo>
                <a:lnTo>
                  <a:pt x="680633" y="775181"/>
                </a:lnTo>
                <a:lnTo>
                  <a:pt x="682505" y="774657"/>
                </a:lnTo>
                <a:lnTo>
                  <a:pt x="684387" y="774114"/>
                </a:lnTo>
                <a:lnTo>
                  <a:pt x="686270" y="773561"/>
                </a:lnTo>
                <a:lnTo>
                  <a:pt x="688152" y="772998"/>
                </a:lnTo>
                <a:lnTo>
                  <a:pt x="690034" y="772416"/>
                </a:lnTo>
                <a:lnTo>
                  <a:pt x="691907" y="771824"/>
                </a:lnTo>
                <a:lnTo>
                  <a:pt x="693789" y="771222"/>
                </a:lnTo>
                <a:lnTo>
                  <a:pt x="695671" y="770602"/>
                </a:lnTo>
                <a:lnTo>
                  <a:pt x="697553" y="769971"/>
                </a:lnTo>
                <a:lnTo>
                  <a:pt x="699435" y="769331"/>
                </a:lnTo>
                <a:lnTo>
                  <a:pt x="701308" y="768661"/>
                </a:lnTo>
                <a:lnTo>
                  <a:pt x="703190" y="767992"/>
                </a:lnTo>
                <a:lnTo>
                  <a:pt x="705072" y="767303"/>
                </a:lnTo>
                <a:lnTo>
                  <a:pt x="706955" y="766595"/>
                </a:lnTo>
                <a:lnTo>
                  <a:pt x="708827" y="765877"/>
                </a:lnTo>
                <a:lnTo>
                  <a:pt x="710709" y="765139"/>
                </a:lnTo>
                <a:lnTo>
                  <a:pt x="712592" y="764383"/>
                </a:lnTo>
                <a:lnTo>
                  <a:pt x="714474" y="763616"/>
                </a:lnTo>
                <a:lnTo>
                  <a:pt x="716356" y="762830"/>
                </a:lnTo>
                <a:lnTo>
                  <a:pt x="718229" y="762025"/>
                </a:lnTo>
                <a:lnTo>
                  <a:pt x="720111" y="761210"/>
                </a:lnTo>
                <a:lnTo>
                  <a:pt x="721993" y="760376"/>
                </a:lnTo>
                <a:lnTo>
                  <a:pt x="723875" y="759522"/>
                </a:lnTo>
                <a:lnTo>
                  <a:pt x="725757" y="758649"/>
                </a:lnTo>
                <a:lnTo>
                  <a:pt x="727630" y="757756"/>
                </a:lnTo>
                <a:lnTo>
                  <a:pt x="729512" y="756854"/>
                </a:lnTo>
                <a:lnTo>
                  <a:pt x="731394" y="755922"/>
                </a:lnTo>
                <a:lnTo>
                  <a:pt x="733277" y="754981"/>
                </a:lnTo>
                <a:lnTo>
                  <a:pt x="735159" y="754021"/>
                </a:lnTo>
                <a:lnTo>
                  <a:pt x="737031" y="753031"/>
                </a:lnTo>
                <a:lnTo>
                  <a:pt x="738914" y="752032"/>
                </a:lnTo>
                <a:lnTo>
                  <a:pt x="740796" y="751013"/>
                </a:lnTo>
                <a:lnTo>
                  <a:pt x="742678" y="749965"/>
                </a:lnTo>
                <a:lnTo>
                  <a:pt x="744560" y="748898"/>
                </a:lnTo>
                <a:lnTo>
                  <a:pt x="746433" y="747821"/>
                </a:lnTo>
                <a:lnTo>
                  <a:pt x="748315" y="746715"/>
                </a:lnTo>
                <a:lnTo>
                  <a:pt x="750197" y="745589"/>
                </a:lnTo>
                <a:lnTo>
                  <a:pt x="752079" y="744435"/>
                </a:lnTo>
                <a:lnTo>
                  <a:pt x="753952" y="743271"/>
                </a:lnTo>
                <a:lnTo>
                  <a:pt x="755834" y="742077"/>
                </a:lnTo>
                <a:lnTo>
                  <a:pt x="757716" y="740864"/>
                </a:lnTo>
                <a:lnTo>
                  <a:pt x="759598" y="739623"/>
                </a:lnTo>
                <a:lnTo>
                  <a:pt x="761481" y="738361"/>
                </a:lnTo>
                <a:lnTo>
                  <a:pt x="763353" y="737081"/>
                </a:lnTo>
                <a:lnTo>
                  <a:pt x="765235" y="735771"/>
                </a:lnTo>
                <a:lnTo>
                  <a:pt x="767118" y="734442"/>
                </a:lnTo>
                <a:lnTo>
                  <a:pt x="769000" y="733083"/>
                </a:lnTo>
                <a:lnTo>
                  <a:pt x="770882" y="731706"/>
                </a:lnTo>
                <a:lnTo>
                  <a:pt x="772755" y="730299"/>
                </a:lnTo>
                <a:lnTo>
                  <a:pt x="774637" y="728873"/>
                </a:lnTo>
                <a:lnTo>
                  <a:pt x="776519" y="727417"/>
                </a:lnTo>
                <a:lnTo>
                  <a:pt x="778401" y="725933"/>
                </a:lnTo>
                <a:lnTo>
                  <a:pt x="780283" y="724429"/>
                </a:lnTo>
                <a:lnTo>
                  <a:pt x="782156" y="722896"/>
                </a:lnTo>
                <a:lnTo>
                  <a:pt x="784038" y="721344"/>
                </a:lnTo>
                <a:lnTo>
                  <a:pt x="785920" y="719753"/>
                </a:lnTo>
                <a:lnTo>
                  <a:pt x="787803" y="718142"/>
                </a:lnTo>
                <a:lnTo>
                  <a:pt x="789685" y="716502"/>
                </a:lnTo>
                <a:lnTo>
                  <a:pt x="791557" y="714834"/>
                </a:lnTo>
                <a:lnTo>
                  <a:pt x="793440" y="713145"/>
                </a:lnTo>
                <a:lnTo>
                  <a:pt x="795322" y="711418"/>
                </a:lnTo>
                <a:lnTo>
                  <a:pt x="797204" y="709672"/>
                </a:lnTo>
                <a:lnTo>
                  <a:pt x="799077" y="707897"/>
                </a:lnTo>
                <a:lnTo>
                  <a:pt x="800959" y="706082"/>
                </a:lnTo>
                <a:lnTo>
                  <a:pt x="802841" y="704249"/>
                </a:lnTo>
                <a:lnTo>
                  <a:pt x="804723" y="702386"/>
                </a:lnTo>
                <a:lnTo>
                  <a:pt x="806605" y="700484"/>
                </a:lnTo>
                <a:lnTo>
                  <a:pt x="808478" y="698563"/>
                </a:lnTo>
                <a:lnTo>
                  <a:pt x="810360" y="696613"/>
                </a:lnTo>
                <a:lnTo>
                  <a:pt x="812242" y="694624"/>
                </a:lnTo>
                <a:lnTo>
                  <a:pt x="814125" y="692616"/>
                </a:lnTo>
                <a:lnTo>
                  <a:pt x="816007" y="690569"/>
                </a:lnTo>
                <a:lnTo>
                  <a:pt x="817879" y="688492"/>
                </a:lnTo>
                <a:lnTo>
                  <a:pt x="819762" y="686387"/>
                </a:lnTo>
                <a:lnTo>
                  <a:pt x="821644" y="684243"/>
                </a:lnTo>
                <a:lnTo>
                  <a:pt x="823526" y="682079"/>
                </a:lnTo>
                <a:lnTo>
                  <a:pt x="825408" y="679877"/>
                </a:lnTo>
                <a:lnTo>
                  <a:pt x="827281" y="677645"/>
                </a:lnTo>
                <a:lnTo>
                  <a:pt x="829163" y="675375"/>
                </a:lnTo>
                <a:lnTo>
                  <a:pt x="831045" y="673085"/>
                </a:lnTo>
                <a:lnTo>
                  <a:pt x="832927" y="670757"/>
                </a:lnTo>
                <a:lnTo>
                  <a:pt x="834800" y="668389"/>
                </a:lnTo>
                <a:lnTo>
                  <a:pt x="836682" y="666003"/>
                </a:lnTo>
                <a:lnTo>
                  <a:pt x="838564" y="663568"/>
                </a:lnTo>
                <a:lnTo>
                  <a:pt x="840446" y="661113"/>
                </a:lnTo>
                <a:lnTo>
                  <a:pt x="842329" y="658619"/>
                </a:lnTo>
                <a:lnTo>
                  <a:pt x="844201" y="656097"/>
                </a:lnTo>
                <a:lnTo>
                  <a:pt x="846083" y="653536"/>
                </a:lnTo>
                <a:lnTo>
                  <a:pt x="847966" y="650945"/>
                </a:lnTo>
                <a:lnTo>
                  <a:pt x="849848" y="648316"/>
                </a:lnTo>
                <a:lnTo>
                  <a:pt x="851730" y="645657"/>
                </a:lnTo>
                <a:lnTo>
                  <a:pt x="853603" y="642960"/>
                </a:lnTo>
                <a:lnTo>
                  <a:pt x="855485" y="640234"/>
                </a:lnTo>
                <a:lnTo>
                  <a:pt x="857367" y="637478"/>
                </a:lnTo>
                <a:lnTo>
                  <a:pt x="859249" y="634684"/>
                </a:lnTo>
                <a:lnTo>
                  <a:pt x="861131" y="631851"/>
                </a:lnTo>
                <a:lnTo>
                  <a:pt x="863004" y="628989"/>
                </a:lnTo>
                <a:lnTo>
                  <a:pt x="864886" y="626098"/>
                </a:lnTo>
                <a:lnTo>
                  <a:pt x="866768" y="623168"/>
                </a:lnTo>
                <a:lnTo>
                  <a:pt x="868651" y="620199"/>
                </a:lnTo>
                <a:lnTo>
                  <a:pt x="870533" y="617201"/>
                </a:lnTo>
                <a:lnTo>
                  <a:pt x="872405" y="614164"/>
                </a:lnTo>
                <a:lnTo>
                  <a:pt x="874288" y="611098"/>
                </a:lnTo>
                <a:lnTo>
                  <a:pt x="876170" y="607994"/>
                </a:lnTo>
                <a:lnTo>
                  <a:pt x="878052" y="604860"/>
                </a:lnTo>
                <a:lnTo>
                  <a:pt x="879925" y="601687"/>
                </a:lnTo>
                <a:lnTo>
                  <a:pt x="881807" y="598485"/>
                </a:lnTo>
                <a:lnTo>
                  <a:pt x="883689" y="595255"/>
                </a:lnTo>
                <a:lnTo>
                  <a:pt x="885571" y="591975"/>
                </a:lnTo>
                <a:lnTo>
                  <a:pt x="887453" y="588677"/>
                </a:lnTo>
                <a:lnTo>
                  <a:pt x="889326" y="585329"/>
                </a:lnTo>
                <a:lnTo>
                  <a:pt x="891208" y="581963"/>
                </a:lnTo>
                <a:lnTo>
                  <a:pt x="893090" y="578557"/>
                </a:lnTo>
                <a:lnTo>
                  <a:pt x="894973" y="575113"/>
                </a:lnTo>
                <a:lnTo>
                  <a:pt x="896855" y="571640"/>
                </a:lnTo>
                <a:lnTo>
                  <a:pt x="898727" y="568137"/>
                </a:lnTo>
                <a:lnTo>
                  <a:pt x="900609" y="564596"/>
                </a:lnTo>
                <a:lnTo>
                  <a:pt x="902492" y="561025"/>
                </a:lnTo>
                <a:lnTo>
                  <a:pt x="904374" y="557416"/>
                </a:lnTo>
                <a:lnTo>
                  <a:pt x="906256" y="553788"/>
                </a:lnTo>
                <a:lnTo>
                  <a:pt x="908129" y="550111"/>
                </a:lnTo>
                <a:lnTo>
                  <a:pt x="910011" y="546414"/>
                </a:lnTo>
                <a:lnTo>
                  <a:pt x="911893" y="542679"/>
                </a:lnTo>
                <a:lnTo>
                  <a:pt x="913775" y="538914"/>
                </a:lnTo>
                <a:lnTo>
                  <a:pt x="915657" y="535121"/>
                </a:lnTo>
                <a:lnTo>
                  <a:pt x="917530" y="531298"/>
                </a:lnTo>
                <a:lnTo>
                  <a:pt x="919412" y="527437"/>
                </a:lnTo>
                <a:lnTo>
                  <a:pt x="921294" y="523556"/>
                </a:lnTo>
                <a:lnTo>
                  <a:pt x="923177" y="519636"/>
                </a:lnTo>
                <a:lnTo>
                  <a:pt x="925049" y="515687"/>
                </a:lnTo>
                <a:lnTo>
                  <a:pt x="926931" y="511710"/>
                </a:lnTo>
                <a:lnTo>
                  <a:pt x="928814" y="507703"/>
                </a:lnTo>
                <a:lnTo>
                  <a:pt x="930696" y="503666"/>
                </a:lnTo>
                <a:lnTo>
                  <a:pt x="932578" y="499611"/>
                </a:lnTo>
                <a:lnTo>
                  <a:pt x="934451" y="495517"/>
                </a:lnTo>
                <a:lnTo>
                  <a:pt x="936333" y="491403"/>
                </a:lnTo>
                <a:lnTo>
                  <a:pt x="938215" y="487250"/>
                </a:lnTo>
                <a:lnTo>
                  <a:pt x="940097" y="483078"/>
                </a:lnTo>
                <a:lnTo>
                  <a:pt x="941979" y="478887"/>
                </a:lnTo>
                <a:lnTo>
                  <a:pt x="943852" y="474667"/>
                </a:lnTo>
                <a:lnTo>
                  <a:pt x="945734" y="470417"/>
                </a:lnTo>
                <a:lnTo>
                  <a:pt x="947616" y="466140"/>
                </a:lnTo>
                <a:lnTo>
                  <a:pt x="949499" y="461842"/>
                </a:lnTo>
                <a:lnTo>
                  <a:pt x="951381" y="457521"/>
                </a:lnTo>
                <a:lnTo>
                  <a:pt x="953253" y="453176"/>
                </a:lnTo>
                <a:lnTo>
                  <a:pt x="955136" y="448809"/>
                </a:lnTo>
                <a:lnTo>
                  <a:pt x="957018" y="444419"/>
                </a:lnTo>
                <a:lnTo>
                  <a:pt x="958900" y="440009"/>
                </a:lnTo>
                <a:lnTo>
                  <a:pt x="960782" y="435577"/>
                </a:lnTo>
                <a:lnTo>
                  <a:pt x="962655" y="431124"/>
                </a:lnTo>
                <a:lnTo>
                  <a:pt x="964537" y="426653"/>
                </a:lnTo>
                <a:lnTo>
                  <a:pt x="966419" y="422162"/>
                </a:lnTo>
                <a:lnTo>
                  <a:pt x="968301" y="417652"/>
                </a:lnTo>
                <a:lnTo>
                  <a:pt x="970174" y="413124"/>
                </a:lnTo>
                <a:lnTo>
                  <a:pt x="972056" y="408580"/>
                </a:lnTo>
                <a:lnTo>
                  <a:pt x="973938" y="404019"/>
                </a:lnTo>
                <a:lnTo>
                  <a:pt x="975820" y="399442"/>
                </a:lnTo>
                <a:lnTo>
                  <a:pt x="977703" y="394850"/>
                </a:lnTo>
                <a:lnTo>
                  <a:pt x="979575" y="390244"/>
                </a:lnTo>
                <a:lnTo>
                  <a:pt x="981458" y="385623"/>
                </a:lnTo>
                <a:lnTo>
                  <a:pt x="983340" y="380990"/>
                </a:lnTo>
                <a:lnTo>
                  <a:pt x="985222" y="376345"/>
                </a:lnTo>
                <a:lnTo>
                  <a:pt x="987104" y="371688"/>
                </a:lnTo>
                <a:lnTo>
                  <a:pt x="988977" y="367021"/>
                </a:lnTo>
                <a:lnTo>
                  <a:pt x="990859" y="362344"/>
                </a:lnTo>
                <a:lnTo>
                  <a:pt x="992741" y="357658"/>
                </a:lnTo>
                <a:lnTo>
                  <a:pt x="994623" y="352963"/>
                </a:lnTo>
                <a:lnTo>
                  <a:pt x="996506" y="348261"/>
                </a:lnTo>
                <a:lnTo>
                  <a:pt x="998378" y="343553"/>
                </a:lnTo>
                <a:lnTo>
                  <a:pt x="1000260" y="338839"/>
                </a:lnTo>
                <a:lnTo>
                  <a:pt x="1002142" y="334120"/>
                </a:lnTo>
                <a:lnTo>
                  <a:pt x="1004025" y="329397"/>
                </a:lnTo>
                <a:lnTo>
                  <a:pt x="1005907" y="324671"/>
                </a:lnTo>
                <a:lnTo>
                  <a:pt x="1007779" y="319942"/>
                </a:lnTo>
                <a:lnTo>
                  <a:pt x="1009662" y="315212"/>
                </a:lnTo>
                <a:lnTo>
                  <a:pt x="1011544" y="310482"/>
                </a:lnTo>
                <a:lnTo>
                  <a:pt x="1013426" y="305751"/>
                </a:lnTo>
                <a:lnTo>
                  <a:pt x="1015299" y="301024"/>
                </a:lnTo>
                <a:lnTo>
                  <a:pt x="1017181" y="296297"/>
                </a:lnTo>
                <a:lnTo>
                  <a:pt x="1019063" y="291574"/>
                </a:lnTo>
                <a:lnTo>
                  <a:pt x="1020945" y="286855"/>
                </a:lnTo>
                <a:lnTo>
                  <a:pt x="1022827" y="282140"/>
                </a:lnTo>
                <a:lnTo>
                  <a:pt x="1024700" y="277433"/>
                </a:lnTo>
                <a:lnTo>
                  <a:pt x="1026582" y="272732"/>
                </a:lnTo>
                <a:lnTo>
                  <a:pt x="1028464" y="268039"/>
                </a:lnTo>
                <a:lnTo>
                  <a:pt x="1030347" y="263356"/>
                </a:lnTo>
                <a:lnTo>
                  <a:pt x="1032229" y="258681"/>
                </a:lnTo>
                <a:lnTo>
                  <a:pt x="1034101" y="254019"/>
                </a:lnTo>
                <a:lnTo>
                  <a:pt x="1035984" y="249368"/>
                </a:lnTo>
                <a:lnTo>
                  <a:pt x="1037866" y="244730"/>
                </a:lnTo>
                <a:lnTo>
                  <a:pt x="1039748" y="240106"/>
                </a:lnTo>
                <a:lnTo>
                  <a:pt x="1041630" y="235497"/>
                </a:lnTo>
                <a:lnTo>
                  <a:pt x="1043503" y="230904"/>
                </a:lnTo>
                <a:lnTo>
                  <a:pt x="1045385" y="226329"/>
                </a:lnTo>
                <a:lnTo>
                  <a:pt x="1047267" y="221771"/>
                </a:lnTo>
                <a:lnTo>
                  <a:pt x="1049149" y="217232"/>
                </a:lnTo>
                <a:lnTo>
                  <a:pt x="1051022" y="212713"/>
                </a:lnTo>
                <a:lnTo>
                  <a:pt x="1052904" y="208215"/>
                </a:lnTo>
                <a:lnTo>
                  <a:pt x="1054786" y="203740"/>
                </a:lnTo>
                <a:lnTo>
                  <a:pt x="1056669" y="199288"/>
                </a:lnTo>
                <a:lnTo>
                  <a:pt x="1058551" y="194860"/>
                </a:lnTo>
                <a:lnTo>
                  <a:pt x="1060423" y="190457"/>
                </a:lnTo>
                <a:lnTo>
                  <a:pt x="1062305" y="186080"/>
                </a:lnTo>
                <a:lnTo>
                  <a:pt x="1064188" y="181731"/>
                </a:lnTo>
                <a:lnTo>
                  <a:pt x="1066070" y="177410"/>
                </a:lnTo>
                <a:lnTo>
                  <a:pt x="1067952" y="173119"/>
                </a:lnTo>
                <a:lnTo>
                  <a:pt x="1069825" y="168858"/>
                </a:lnTo>
                <a:lnTo>
                  <a:pt x="1071707" y="164629"/>
                </a:lnTo>
                <a:lnTo>
                  <a:pt x="1073589" y="160432"/>
                </a:lnTo>
                <a:lnTo>
                  <a:pt x="1075471" y="156269"/>
                </a:lnTo>
                <a:lnTo>
                  <a:pt x="1077354" y="152140"/>
                </a:lnTo>
                <a:lnTo>
                  <a:pt x="1079226" y="148047"/>
                </a:lnTo>
                <a:lnTo>
                  <a:pt x="1081108" y="143991"/>
                </a:lnTo>
                <a:lnTo>
                  <a:pt x="1082990" y="139972"/>
                </a:lnTo>
                <a:lnTo>
                  <a:pt x="1084873" y="135991"/>
                </a:lnTo>
                <a:lnTo>
                  <a:pt x="1086755" y="132050"/>
                </a:lnTo>
                <a:lnTo>
                  <a:pt x="1088627" y="128150"/>
                </a:lnTo>
                <a:lnTo>
                  <a:pt x="1090510" y="124291"/>
                </a:lnTo>
                <a:lnTo>
                  <a:pt x="1092392" y="120475"/>
                </a:lnTo>
                <a:lnTo>
                  <a:pt x="1094274" y="116703"/>
                </a:lnTo>
                <a:lnTo>
                  <a:pt x="1096147" y="112976"/>
                </a:lnTo>
                <a:lnTo>
                  <a:pt x="1098029" y="109294"/>
                </a:lnTo>
                <a:lnTo>
                  <a:pt x="1099911" y="105658"/>
                </a:lnTo>
                <a:lnTo>
                  <a:pt x="1101793" y="102069"/>
                </a:lnTo>
                <a:lnTo>
                  <a:pt x="1103675" y="98529"/>
                </a:lnTo>
                <a:lnTo>
                  <a:pt x="1105548" y="95039"/>
                </a:lnTo>
                <a:lnTo>
                  <a:pt x="1107430" y="91599"/>
                </a:lnTo>
                <a:lnTo>
                  <a:pt x="1109312" y="88209"/>
                </a:lnTo>
                <a:lnTo>
                  <a:pt x="1111195" y="84872"/>
                </a:lnTo>
                <a:lnTo>
                  <a:pt x="1113077" y="81587"/>
                </a:lnTo>
                <a:lnTo>
                  <a:pt x="1114949" y="78357"/>
                </a:lnTo>
                <a:lnTo>
                  <a:pt x="1116831" y="75181"/>
                </a:lnTo>
                <a:lnTo>
                  <a:pt x="1118714" y="72061"/>
                </a:lnTo>
                <a:lnTo>
                  <a:pt x="1120596" y="68997"/>
                </a:lnTo>
                <a:lnTo>
                  <a:pt x="1122478" y="65990"/>
                </a:lnTo>
                <a:lnTo>
                  <a:pt x="1124351" y="63042"/>
                </a:lnTo>
                <a:lnTo>
                  <a:pt x="1126233" y="60151"/>
                </a:lnTo>
                <a:lnTo>
                  <a:pt x="1128115" y="57321"/>
                </a:lnTo>
                <a:lnTo>
                  <a:pt x="1129997" y="54551"/>
                </a:lnTo>
                <a:lnTo>
                  <a:pt x="1131880" y="51842"/>
                </a:lnTo>
                <a:lnTo>
                  <a:pt x="1133752" y="49195"/>
                </a:lnTo>
                <a:lnTo>
                  <a:pt x="1135634" y="46611"/>
                </a:lnTo>
                <a:lnTo>
                  <a:pt x="1137517" y="44089"/>
                </a:lnTo>
                <a:lnTo>
                  <a:pt x="1139399" y="41633"/>
                </a:lnTo>
                <a:lnTo>
                  <a:pt x="1141271" y="39240"/>
                </a:lnTo>
                <a:lnTo>
                  <a:pt x="1143153" y="36914"/>
                </a:lnTo>
                <a:lnTo>
                  <a:pt x="1145036" y="34653"/>
                </a:lnTo>
                <a:lnTo>
                  <a:pt x="1146918" y="32459"/>
                </a:lnTo>
                <a:lnTo>
                  <a:pt x="1148800" y="30332"/>
                </a:lnTo>
                <a:lnTo>
                  <a:pt x="1150673" y="28273"/>
                </a:lnTo>
                <a:lnTo>
                  <a:pt x="1152555" y="26283"/>
                </a:lnTo>
                <a:lnTo>
                  <a:pt x="1154437" y="24361"/>
                </a:lnTo>
                <a:lnTo>
                  <a:pt x="1156319" y="22509"/>
                </a:lnTo>
                <a:lnTo>
                  <a:pt x="1158201" y="20728"/>
                </a:lnTo>
                <a:lnTo>
                  <a:pt x="1160074" y="19016"/>
                </a:lnTo>
                <a:lnTo>
                  <a:pt x="1161956" y="17377"/>
                </a:lnTo>
                <a:lnTo>
                  <a:pt x="1163838" y="15808"/>
                </a:lnTo>
                <a:lnTo>
                  <a:pt x="1165721" y="14311"/>
                </a:lnTo>
                <a:lnTo>
                  <a:pt x="1167603" y="12887"/>
                </a:lnTo>
                <a:lnTo>
                  <a:pt x="1169475" y="11536"/>
                </a:lnTo>
                <a:lnTo>
                  <a:pt x="1171358" y="10258"/>
                </a:lnTo>
                <a:lnTo>
                  <a:pt x="1173240" y="9053"/>
                </a:lnTo>
                <a:lnTo>
                  <a:pt x="1175122" y="7923"/>
                </a:lnTo>
                <a:lnTo>
                  <a:pt x="1177004" y="6866"/>
                </a:lnTo>
                <a:lnTo>
                  <a:pt x="1178877" y="5884"/>
                </a:lnTo>
                <a:lnTo>
                  <a:pt x="1180759" y="4977"/>
                </a:lnTo>
                <a:lnTo>
                  <a:pt x="1182641" y="4146"/>
                </a:lnTo>
                <a:lnTo>
                  <a:pt x="1184523" y="3389"/>
                </a:lnTo>
                <a:lnTo>
                  <a:pt x="1186396" y="2709"/>
                </a:lnTo>
                <a:lnTo>
                  <a:pt x="1188278" y="2103"/>
                </a:lnTo>
                <a:lnTo>
                  <a:pt x="1190160" y="1574"/>
                </a:lnTo>
                <a:lnTo>
                  <a:pt x="1192043" y="1121"/>
                </a:lnTo>
                <a:lnTo>
                  <a:pt x="1193925" y="744"/>
                </a:lnTo>
                <a:lnTo>
                  <a:pt x="1195797" y="443"/>
                </a:lnTo>
                <a:lnTo>
                  <a:pt x="1197680" y="219"/>
                </a:lnTo>
                <a:lnTo>
                  <a:pt x="1199562" y="72"/>
                </a:lnTo>
                <a:lnTo>
                  <a:pt x="1201444" y="0"/>
                </a:lnTo>
                <a:lnTo>
                  <a:pt x="1203326" y="6"/>
                </a:lnTo>
                <a:lnTo>
                  <a:pt x="1205199" y="87"/>
                </a:lnTo>
                <a:lnTo>
                  <a:pt x="1207081" y="245"/>
                </a:lnTo>
                <a:lnTo>
                  <a:pt x="1208963" y="480"/>
                </a:lnTo>
                <a:lnTo>
                  <a:pt x="1210845" y="792"/>
                </a:lnTo>
                <a:lnTo>
                  <a:pt x="1212728" y="1180"/>
                </a:lnTo>
                <a:lnTo>
                  <a:pt x="1214600" y="1644"/>
                </a:lnTo>
                <a:lnTo>
                  <a:pt x="1216482" y="2183"/>
                </a:lnTo>
                <a:lnTo>
                  <a:pt x="1218364" y="2799"/>
                </a:lnTo>
                <a:lnTo>
                  <a:pt x="1220247" y="3490"/>
                </a:lnTo>
                <a:lnTo>
                  <a:pt x="1222129" y="4257"/>
                </a:lnTo>
                <a:lnTo>
                  <a:pt x="1224001" y="5099"/>
                </a:lnTo>
                <a:lnTo>
                  <a:pt x="1225884" y="6016"/>
                </a:lnTo>
                <a:lnTo>
                  <a:pt x="1227766" y="7009"/>
                </a:lnTo>
                <a:lnTo>
                  <a:pt x="1229648" y="8075"/>
                </a:lnTo>
                <a:lnTo>
                  <a:pt x="1231521" y="9216"/>
                </a:lnTo>
                <a:lnTo>
                  <a:pt x="1233403" y="10431"/>
                </a:lnTo>
                <a:lnTo>
                  <a:pt x="1235285" y="11719"/>
                </a:lnTo>
                <a:lnTo>
                  <a:pt x="1237167" y="13080"/>
                </a:lnTo>
                <a:lnTo>
                  <a:pt x="1239050" y="14515"/>
                </a:lnTo>
                <a:lnTo>
                  <a:pt x="1240922" y="16021"/>
                </a:lnTo>
                <a:lnTo>
                  <a:pt x="1242804" y="17600"/>
                </a:lnTo>
                <a:lnTo>
                  <a:pt x="1244686" y="19250"/>
                </a:lnTo>
                <a:lnTo>
                  <a:pt x="1246569" y="20971"/>
                </a:lnTo>
                <a:lnTo>
                  <a:pt x="1248451" y="22763"/>
                </a:lnTo>
                <a:lnTo>
                  <a:pt x="1250323" y="24624"/>
                </a:lnTo>
                <a:lnTo>
                  <a:pt x="1252206" y="26556"/>
                </a:lnTo>
                <a:lnTo>
                  <a:pt x="1254088" y="28555"/>
                </a:lnTo>
                <a:lnTo>
                  <a:pt x="1255970" y="30624"/>
                </a:lnTo>
                <a:lnTo>
                  <a:pt x="1257852" y="32760"/>
                </a:lnTo>
                <a:lnTo>
                  <a:pt x="1259725" y="34964"/>
                </a:lnTo>
                <a:lnTo>
                  <a:pt x="1261607" y="37234"/>
                </a:lnTo>
                <a:lnTo>
                  <a:pt x="1263489" y="39569"/>
                </a:lnTo>
                <a:lnTo>
                  <a:pt x="1265371" y="41970"/>
                </a:lnTo>
                <a:lnTo>
                  <a:pt x="1267244" y="44437"/>
                </a:lnTo>
                <a:lnTo>
                  <a:pt x="1269126" y="46966"/>
                </a:lnTo>
                <a:lnTo>
                  <a:pt x="1271008" y="49560"/>
                </a:lnTo>
                <a:lnTo>
                  <a:pt x="1272891" y="52215"/>
                </a:lnTo>
                <a:lnTo>
                  <a:pt x="1274773" y="54933"/>
                </a:lnTo>
                <a:lnTo>
                  <a:pt x="1276645" y="57711"/>
                </a:lnTo>
                <a:lnTo>
                  <a:pt x="1278527" y="60550"/>
                </a:lnTo>
                <a:lnTo>
                  <a:pt x="1280410" y="63448"/>
                </a:lnTo>
                <a:lnTo>
                  <a:pt x="1282292" y="66405"/>
                </a:lnTo>
                <a:lnTo>
                  <a:pt x="1284174" y="69420"/>
                </a:lnTo>
                <a:lnTo>
                  <a:pt x="1286047" y="72491"/>
                </a:lnTo>
                <a:lnTo>
                  <a:pt x="1287929" y="75619"/>
                </a:lnTo>
                <a:lnTo>
                  <a:pt x="1289811" y="78804"/>
                </a:lnTo>
                <a:lnTo>
                  <a:pt x="1291693" y="82041"/>
                </a:lnTo>
                <a:lnTo>
                  <a:pt x="1293576" y="85333"/>
                </a:lnTo>
                <a:lnTo>
                  <a:pt x="1295448" y="88678"/>
                </a:lnTo>
                <a:lnTo>
                  <a:pt x="1297330" y="92074"/>
                </a:lnTo>
                <a:lnTo>
                  <a:pt x="1299213" y="95521"/>
                </a:lnTo>
                <a:lnTo>
                  <a:pt x="1301095" y="99019"/>
                </a:lnTo>
                <a:lnTo>
                  <a:pt x="1302977" y="102566"/>
                </a:lnTo>
                <a:lnTo>
                  <a:pt x="1304849" y="106161"/>
                </a:lnTo>
                <a:lnTo>
                  <a:pt x="1306732" y="109803"/>
                </a:lnTo>
                <a:lnTo>
                  <a:pt x="1308614" y="113492"/>
                </a:lnTo>
                <a:lnTo>
                  <a:pt x="1310496" y="117226"/>
                </a:lnTo>
                <a:lnTo>
                  <a:pt x="1312369" y="121004"/>
                </a:lnTo>
                <a:lnTo>
                  <a:pt x="1314251" y="124826"/>
                </a:lnTo>
                <a:lnTo>
                  <a:pt x="1316133" y="128690"/>
                </a:lnTo>
                <a:lnTo>
                  <a:pt x="1318015" y="132596"/>
                </a:lnTo>
                <a:lnTo>
                  <a:pt x="1319897" y="136542"/>
                </a:lnTo>
                <a:lnTo>
                  <a:pt x="1321770" y="140528"/>
                </a:lnTo>
                <a:lnTo>
                  <a:pt x="1323652" y="144552"/>
                </a:lnTo>
                <a:lnTo>
                  <a:pt x="1325534" y="148615"/>
                </a:lnTo>
                <a:lnTo>
                  <a:pt x="1327417" y="152713"/>
                </a:lnTo>
                <a:lnTo>
                  <a:pt x="1329299" y="156846"/>
                </a:lnTo>
                <a:lnTo>
                  <a:pt x="1331171" y="161014"/>
                </a:lnTo>
                <a:lnTo>
                  <a:pt x="1333054" y="165216"/>
                </a:lnTo>
                <a:lnTo>
                  <a:pt x="1334936" y="169449"/>
                </a:lnTo>
                <a:lnTo>
                  <a:pt x="1336818" y="173715"/>
                </a:lnTo>
                <a:lnTo>
                  <a:pt x="1338700" y="178010"/>
                </a:lnTo>
                <a:lnTo>
                  <a:pt x="1340573" y="182334"/>
                </a:lnTo>
                <a:lnTo>
                  <a:pt x="1342455" y="186688"/>
                </a:lnTo>
                <a:lnTo>
                  <a:pt x="1344337" y="191068"/>
                </a:lnTo>
                <a:lnTo>
                  <a:pt x="1346219" y="195474"/>
                </a:lnTo>
                <a:lnTo>
                  <a:pt x="1348102" y="199906"/>
                </a:lnTo>
                <a:lnTo>
                  <a:pt x="1349974" y="204361"/>
                </a:lnTo>
                <a:lnTo>
                  <a:pt x="1351856" y="208840"/>
                </a:lnTo>
                <a:lnTo>
                  <a:pt x="1353739" y="213340"/>
                </a:lnTo>
                <a:lnTo>
                  <a:pt x="1355621" y="217862"/>
                </a:lnTo>
                <a:lnTo>
                  <a:pt x="1357493" y="222403"/>
                </a:lnTo>
                <a:lnTo>
                  <a:pt x="1359376" y="226964"/>
                </a:lnTo>
                <a:lnTo>
                  <a:pt x="1361258" y="231543"/>
                </a:lnTo>
                <a:lnTo>
                  <a:pt x="1363140" y="236138"/>
                </a:lnTo>
                <a:lnTo>
                  <a:pt x="1365022" y="240749"/>
                </a:lnTo>
                <a:lnTo>
                  <a:pt x="1366895" y="245375"/>
                </a:lnTo>
                <a:lnTo>
                  <a:pt x="1368777" y="250015"/>
                </a:lnTo>
                <a:lnTo>
                  <a:pt x="1370659" y="254667"/>
                </a:lnTo>
                <a:lnTo>
                  <a:pt x="1372541" y="259332"/>
                </a:lnTo>
                <a:lnTo>
                  <a:pt x="1374423" y="264007"/>
                </a:lnTo>
                <a:lnTo>
                  <a:pt x="1376296" y="268692"/>
                </a:lnTo>
                <a:lnTo>
                  <a:pt x="1378178" y="273386"/>
                </a:lnTo>
                <a:lnTo>
                  <a:pt x="1380060" y="278088"/>
                </a:lnTo>
                <a:lnTo>
                  <a:pt x="1381943" y="282796"/>
                </a:lnTo>
                <a:lnTo>
                  <a:pt x="1383825" y="287510"/>
                </a:lnTo>
                <a:lnTo>
                  <a:pt x="1385697" y="292231"/>
                </a:lnTo>
                <a:lnTo>
                  <a:pt x="1387580" y="296954"/>
                </a:lnTo>
                <a:lnTo>
                  <a:pt x="1389462" y="301680"/>
                </a:lnTo>
                <a:lnTo>
                  <a:pt x="1391344" y="306409"/>
                </a:lnTo>
                <a:lnTo>
                  <a:pt x="1393226" y="311140"/>
                </a:lnTo>
                <a:lnTo>
                  <a:pt x="1395099" y="315870"/>
                </a:lnTo>
                <a:lnTo>
                  <a:pt x="1396981" y="320600"/>
                </a:lnTo>
                <a:lnTo>
                  <a:pt x="1398863" y="325328"/>
                </a:lnTo>
                <a:lnTo>
                  <a:pt x="1400745" y="330054"/>
                </a:lnTo>
                <a:lnTo>
                  <a:pt x="1402618" y="334776"/>
                </a:lnTo>
                <a:lnTo>
                  <a:pt x="1404500" y="339496"/>
                </a:lnTo>
                <a:lnTo>
                  <a:pt x="1406382" y="344209"/>
                </a:lnTo>
                <a:lnTo>
                  <a:pt x="1408265" y="348916"/>
                </a:lnTo>
                <a:lnTo>
                  <a:pt x="1410147" y="353617"/>
                </a:lnTo>
                <a:lnTo>
                  <a:pt x="1412019" y="358310"/>
                </a:lnTo>
                <a:lnTo>
                  <a:pt x="1413902" y="362995"/>
                </a:lnTo>
                <a:lnTo>
                  <a:pt x="1415784" y="367671"/>
                </a:lnTo>
                <a:lnTo>
                  <a:pt x="1417666" y="372336"/>
                </a:lnTo>
                <a:lnTo>
                  <a:pt x="1419548" y="376991"/>
                </a:lnTo>
                <a:lnTo>
                  <a:pt x="1421421" y="381636"/>
                </a:lnTo>
                <a:lnTo>
                  <a:pt x="1423303" y="386267"/>
                </a:lnTo>
                <a:lnTo>
                  <a:pt x="1425185" y="390885"/>
                </a:lnTo>
                <a:lnTo>
                  <a:pt x="1427067" y="395489"/>
                </a:lnTo>
                <a:lnTo>
                  <a:pt x="1428950" y="400080"/>
                </a:lnTo>
                <a:lnTo>
                  <a:pt x="1430822" y="404654"/>
                </a:lnTo>
                <a:lnTo>
                  <a:pt x="1432704" y="409213"/>
                </a:lnTo>
                <a:lnTo>
                  <a:pt x="1434586" y="413755"/>
                </a:lnTo>
                <a:lnTo>
                  <a:pt x="1436469" y="418280"/>
                </a:lnTo>
                <a:lnTo>
                  <a:pt x="1438351" y="422787"/>
                </a:lnTo>
                <a:lnTo>
                  <a:pt x="1440223" y="427276"/>
                </a:lnTo>
                <a:lnTo>
                  <a:pt x="1442106" y="431745"/>
                </a:lnTo>
                <a:lnTo>
                  <a:pt x="1443988" y="436195"/>
                </a:lnTo>
                <a:lnTo>
                  <a:pt x="1445870" y="440624"/>
                </a:lnTo>
                <a:lnTo>
                  <a:pt x="1447743" y="445032"/>
                </a:lnTo>
                <a:lnTo>
                  <a:pt x="1449625" y="449418"/>
                </a:lnTo>
                <a:lnTo>
                  <a:pt x="1451507" y="453782"/>
                </a:lnTo>
                <a:lnTo>
                  <a:pt x="1453389" y="458124"/>
                </a:lnTo>
                <a:lnTo>
                  <a:pt x="1455272" y="462442"/>
                </a:lnTo>
                <a:lnTo>
                  <a:pt x="1457144" y="466740"/>
                </a:lnTo>
                <a:lnTo>
                  <a:pt x="1459026" y="471009"/>
                </a:lnTo>
                <a:lnTo>
                  <a:pt x="1460908" y="475249"/>
                </a:lnTo>
                <a:lnTo>
                  <a:pt x="1462791" y="479469"/>
                </a:lnTo>
                <a:lnTo>
                  <a:pt x="1464673" y="483661"/>
                </a:lnTo>
                <a:lnTo>
                  <a:pt x="1466545" y="487833"/>
                </a:lnTo>
                <a:lnTo>
                  <a:pt x="1468428" y="491975"/>
                </a:lnTo>
                <a:lnTo>
                  <a:pt x="1470310" y="496089"/>
                </a:lnTo>
                <a:lnTo>
                  <a:pt x="1472192" y="500174"/>
                </a:lnTo>
                <a:lnTo>
                  <a:pt x="1474074" y="504229"/>
                </a:lnTo>
                <a:lnTo>
                  <a:pt x="1475947" y="508265"/>
                </a:lnTo>
                <a:lnTo>
                  <a:pt x="1477829" y="512262"/>
                </a:lnTo>
                <a:lnTo>
                  <a:pt x="1479711" y="516240"/>
                </a:lnTo>
                <a:lnTo>
                  <a:pt x="1481593" y="520179"/>
                </a:lnTo>
                <a:lnTo>
                  <a:pt x="1483466" y="524089"/>
                </a:lnTo>
                <a:lnTo>
                  <a:pt x="1485348" y="527980"/>
                </a:lnTo>
                <a:lnTo>
                  <a:pt x="1487230" y="531832"/>
                </a:lnTo>
                <a:lnTo>
                  <a:pt x="1489113" y="535654"/>
                </a:lnTo>
                <a:lnTo>
                  <a:pt x="1490995" y="539438"/>
                </a:lnTo>
                <a:lnTo>
                  <a:pt x="1492867" y="543203"/>
                </a:lnTo>
                <a:lnTo>
                  <a:pt x="1494749" y="546928"/>
                </a:lnTo>
                <a:lnTo>
                  <a:pt x="1496632" y="550625"/>
                </a:lnTo>
                <a:lnTo>
                  <a:pt x="1498514" y="554292"/>
                </a:lnTo>
                <a:lnTo>
                  <a:pt x="1500396" y="557921"/>
                </a:lnTo>
                <a:lnTo>
                  <a:pt x="1502269" y="561520"/>
                </a:lnTo>
                <a:lnTo>
                  <a:pt x="1504151" y="565091"/>
                </a:lnTo>
                <a:lnTo>
                  <a:pt x="1506033" y="568622"/>
                </a:lnTo>
                <a:lnTo>
                  <a:pt x="1507915" y="572125"/>
                </a:lnTo>
                <a:lnTo>
                  <a:pt x="1509798" y="575598"/>
                </a:lnTo>
                <a:lnTo>
                  <a:pt x="1511670" y="579033"/>
                </a:lnTo>
                <a:lnTo>
                  <a:pt x="1513552" y="582428"/>
                </a:lnTo>
                <a:lnTo>
                  <a:pt x="1515435" y="585805"/>
                </a:lnTo>
                <a:lnTo>
                  <a:pt x="1517317" y="589133"/>
                </a:lnTo>
                <a:lnTo>
                  <a:pt x="1519199" y="592431"/>
                </a:lnTo>
                <a:lnTo>
                  <a:pt x="1521071" y="595701"/>
                </a:lnTo>
                <a:lnTo>
                  <a:pt x="1522954" y="598932"/>
                </a:lnTo>
                <a:lnTo>
                  <a:pt x="1524836" y="602133"/>
                </a:lnTo>
                <a:lnTo>
                  <a:pt x="1526718" y="605296"/>
                </a:lnTo>
                <a:lnTo>
                  <a:pt x="1528591" y="608430"/>
                </a:lnTo>
                <a:lnTo>
                  <a:pt x="1530473" y="611525"/>
                </a:lnTo>
                <a:lnTo>
                  <a:pt x="1532355" y="614591"/>
                </a:lnTo>
                <a:lnTo>
                  <a:pt x="1534237" y="617618"/>
                </a:lnTo>
                <a:lnTo>
                  <a:pt x="1536119" y="620616"/>
                </a:lnTo>
                <a:lnTo>
                  <a:pt x="1537992" y="623575"/>
                </a:lnTo>
                <a:lnTo>
                  <a:pt x="1539874" y="626496"/>
                </a:lnTo>
                <a:lnTo>
                  <a:pt x="1541756" y="629397"/>
                </a:lnTo>
                <a:lnTo>
                  <a:pt x="1543639" y="632249"/>
                </a:lnTo>
                <a:lnTo>
                  <a:pt x="1545521" y="635072"/>
                </a:lnTo>
                <a:lnTo>
                  <a:pt x="1547393" y="637867"/>
                </a:lnTo>
                <a:lnTo>
                  <a:pt x="1549276" y="640622"/>
                </a:lnTo>
                <a:lnTo>
                  <a:pt x="1551158" y="643339"/>
                </a:lnTo>
                <a:lnTo>
                  <a:pt x="1553040" y="646026"/>
                </a:lnTo>
                <a:lnTo>
                  <a:pt x="1554922" y="648684"/>
                </a:lnTo>
                <a:lnTo>
                  <a:pt x="1556795" y="651304"/>
                </a:lnTo>
                <a:lnTo>
                  <a:pt x="1558677" y="653894"/>
                </a:lnTo>
                <a:lnTo>
                  <a:pt x="1560559" y="656446"/>
                </a:lnTo>
                <a:lnTo>
                  <a:pt x="1562441" y="658969"/>
                </a:lnTo>
                <a:lnTo>
                  <a:pt x="1564324" y="661452"/>
                </a:lnTo>
                <a:lnTo>
                  <a:pt x="1566196" y="663907"/>
                </a:lnTo>
                <a:lnTo>
                  <a:pt x="1568078" y="666333"/>
                </a:lnTo>
                <a:lnTo>
                  <a:pt x="1569961" y="668719"/>
                </a:lnTo>
                <a:lnTo>
                  <a:pt x="1571843" y="671077"/>
                </a:lnTo>
                <a:lnTo>
                  <a:pt x="1573715" y="673405"/>
                </a:lnTo>
                <a:lnTo>
                  <a:pt x="1575598" y="675695"/>
                </a:lnTo>
                <a:lnTo>
                  <a:pt x="1577480" y="677956"/>
                </a:lnTo>
                <a:lnTo>
                  <a:pt x="1579362" y="680187"/>
                </a:lnTo>
                <a:lnTo>
                  <a:pt x="1581244" y="682380"/>
                </a:lnTo>
                <a:lnTo>
                  <a:pt x="1583117" y="684544"/>
                </a:lnTo>
                <a:lnTo>
                  <a:pt x="1584999" y="686678"/>
                </a:lnTo>
                <a:lnTo>
                  <a:pt x="1586881" y="688783"/>
                </a:lnTo>
                <a:lnTo>
                  <a:pt x="1588763" y="690850"/>
                </a:lnTo>
                <a:lnTo>
                  <a:pt x="1590646" y="692897"/>
                </a:lnTo>
                <a:lnTo>
                  <a:pt x="1592518" y="694905"/>
                </a:lnTo>
                <a:lnTo>
                  <a:pt x="1594400" y="696885"/>
                </a:lnTo>
                <a:lnTo>
                  <a:pt x="1596282" y="698835"/>
                </a:lnTo>
                <a:lnTo>
                  <a:pt x="1598165" y="700756"/>
                </a:lnTo>
                <a:lnTo>
                  <a:pt x="1600047" y="702648"/>
                </a:lnTo>
                <a:lnTo>
                  <a:pt x="1601919" y="704511"/>
                </a:lnTo>
                <a:lnTo>
                  <a:pt x="1603802" y="706335"/>
                </a:lnTo>
                <a:lnTo>
                  <a:pt x="1605684" y="708139"/>
                </a:lnTo>
                <a:lnTo>
                  <a:pt x="1607566" y="709915"/>
                </a:lnTo>
                <a:lnTo>
                  <a:pt x="1609448" y="711661"/>
                </a:lnTo>
                <a:lnTo>
                  <a:pt x="1611321" y="713378"/>
                </a:lnTo>
                <a:lnTo>
                  <a:pt x="1613203" y="715066"/>
                </a:lnTo>
                <a:lnTo>
                  <a:pt x="1615085" y="716735"/>
                </a:lnTo>
                <a:lnTo>
                  <a:pt x="1616968" y="718365"/>
                </a:lnTo>
                <a:lnTo>
                  <a:pt x="1618840" y="719976"/>
                </a:lnTo>
                <a:lnTo>
                  <a:pt x="1620722" y="721557"/>
                </a:lnTo>
                <a:lnTo>
                  <a:pt x="1622604" y="723110"/>
                </a:lnTo>
                <a:lnTo>
                  <a:pt x="1624487" y="724642"/>
                </a:lnTo>
                <a:lnTo>
                  <a:pt x="1626369" y="726146"/>
                </a:lnTo>
                <a:lnTo>
                  <a:pt x="1628241" y="727621"/>
                </a:lnTo>
                <a:lnTo>
                  <a:pt x="1630124" y="729067"/>
                </a:lnTo>
                <a:lnTo>
                  <a:pt x="1632006" y="730493"/>
                </a:lnTo>
                <a:lnTo>
                  <a:pt x="1633888" y="731900"/>
                </a:lnTo>
                <a:lnTo>
                  <a:pt x="1635770" y="733277"/>
                </a:lnTo>
                <a:lnTo>
                  <a:pt x="1637643" y="734626"/>
                </a:lnTo>
                <a:lnTo>
                  <a:pt x="1639525" y="735955"/>
                </a:lnTo>
                <a:lnTo>
                  <a:pt x="1641407" y="737255"/>
                </a:lnTo>
                <a:lnTo>
                  <a:pt x="1643289" y="738536"/>
                </a:lnTo>
                <a:lnTo>
                  <a:pt x="1645171" y="739797"/>
                </a:lnTo>
                <a:lnTo>
                  <a:pt x="1647044" y="741029"/>
                </a:lnTo>
                <a:lnTo>
                  <a:pt x="1648926" y="742242"/>
                </a:lnTo>
                <a:lnTo>
                  <a:pt x="1650808" y="743436"/>
                </a:lnTo>
                <a:lnTo>
                  <a:pt x="1652691" y="744600"/>
                </a:lnTo>
                <a:lnTo>
                  <a:pt x="1654573" y="745745"/>
                </a:lnTo>
                <a:lnTo>
                  <a:pt x="1656445" y="746870"/>
                </a:lnTo>
                <a:lnTo>
                  <a:pt x="1658328" y="747966"/>
                </a:lnTo>
                <a:lnTo>
                  <a:pt x="1660210" y="749053"/>
                </a:lnTo>
                <a:lnTo>
                  <a:pt x="1662092" y="750111"/>
                </a:lnTo>
                <a:lnTo>
                  <a:pt x="1663965" y="751149"/>
                </a:lnTo>
                <a:lnTo>
                  <a:pt x="1665847" y="752167"/>
                </a:lnTo>
                <a:lnTo>
                  <a:pt x="1667729" y="753176"/>
                </a:lnTo>
                <a:lnTo>
                  <a:pt x="1669611" y="754156"/>
                </a:lnTo>
                <a:lnTo>
                  <a:pt x="1671494" y="755117"/>
                </a:lnTo>
                <a:lnTo>
                  <a:pt x="1673366" y="756058"/>
                </a:lnTo>
                <a:lnTo>
                  <a:pt x="1675248" y="756980"/>
                </a:lnTo>
                <a:lnTo>
                  <a:pt x="1677131" y="757882"/>
                </a:lnTo>
                <a:lnTo>
                  <a:pt x="1679013" y="758775"/>
                </a:lnTo>
                <a:lnTo>
                  <a:pt x="1680895" y="759638"/>
                </a:lnTo>
                <a:lnTo>
                  <a:pt x="1682767" y="760492"/>
                </a:lnTo>
                <a:lnTo>
                  <a:pt x="1684650" y="761326"/>
                </a:lnTo>
                <a:lnTo>
                  <a:pt x="1686532" y="762141"/>
                </a:lnTo>
                <a:lnTo>
                  <a:pt x="1688414" y="762937"/>
                </a:lnTo>
                <a:lnTo>
                  <a:pt x="1690296" y="763723"/>
                </a:lnTo>
                <a:lnTo>
                  <a:pt x="1692169" y="764489"/>
                </a:lnTo>
                <a:lnTo>
                  <a:pt x="1694051" y="765236"/>
                </a:lnTo>
                <a:lnTo>
                  <a:pt x="1695933" y="765974"/>
                </a:lnTo>
                <a:lnTo>
                  <a:pt x="1697815" y="766692"/>
                </a:lnTo>
                <a:lnTo>
                  <a:pt x="1699688" y="767400"/>
                </a:lnTo>
                <a:lnTo>
                  <a:pt x="1701570" y="768089"/>
                </a:lnTo>
                <a:lnTo>
                  <a:pt x="1703452" y="768758"/>
                </a:lnTo>
                <a:lnTo>
                  <a:pt x="1705334" y="769418"/>
                </a:lnTo>
                <a:lnTo>
                  <a:pt x="1707217" y="770058"/>
                </a:lnTo>
                <a:lnTo>
                  <a:pt x="1709089" y="770689"/>
                </a:lnTo>
                <a:lnTo>
                  <a:pt x="1710971" y="771310"/>
                </a:lnTo>
                <a:lnTo>
                  <a:pt x="1712854" y="771911"/>
                </a:lnTo>
                <a:lnTo>
                  <a:pt x="1714736" y="772503"/>
                </a:lnTo>
                <a:lnTo>
                  <a:pt x="1716618" y="773076"/>
                </a:lnTo>
                <a:lnTo>
                  <a:pt x="1718491" y="773638"/>
                </a:lnTo>
                <a:lnTo>
                  <a:pt x="1720373" y="774191"/>
                </a:lnTo>
                <a:lnTo>
                  <a:pt x="1722255" y="774725"/>
                </a:lnTo>
                <a:lnTo>
                  <a:pt x="1724137" y="775259"/>
                </a:lnTo>
                <a:lnTo>
                  <a:pt x="1726020" y="775773"/>
                </a:lnTo>
                <a:lnTo>
                  <a:pt x="1727892" y="776268"/>
                </a:lnTo>
                <a:lnTo>
                  <a:pt x="1729774" y="776762"/>
                </a:lnTo>
                <a:lnTo>
                  <a:pt x="1731657" y="777238"/>
                </a:lnTo>
                <a:lnTo>
                  <a:pt x="1733539" y="777713"/>
                </a:lnTo>
                <a:lnTo>
                  <a:pt x="1735421" y="778169"/>
                </a:lnTo>
                <a:lnTo>
                  <a:pt x="1737294" y="778615"/>
                </a:lnTo>
                <a:lnTo>
                  <a:pt x="1739176" y="779052"/>
                </a:lnTo>
                <a:lnTo>
                  <a:pt x="1741058" y="779469"/>
                </a:lnTo>
                <a:lnTo>
                  <a:pt x="1742940" y="779887"/>
                </a:lnTo>
                <a:lnTo>
                  <a:pt x="1744813" y="780294"/>
                </a:lnTo>
                <a:lnTo>
                  <a:pt x="1746695" y="780692"/>
                </a:lnTo>
                <a:lnTo>
                  <a:pt x="1748577" y="781080"/>
                </a:lnTo>
                <a:lnTo>
                  <a:pt x="1750459" y="781449"/>
                </a:lnTo>
                <a:lnTo>
                  <a:pt x="1752342" y="781817"/>
                </a:lnTo>
                <a:lnTo>
                  <a:pt x="1754214" y="782176"/>
                </a:lnTo>
                <a:lnTo>
                  <a:pt x="1756096" y="782525"/>
                </a:lnTo>
                <a:lnTo>
                  <a:pt x="1757978" y="782875"/>
                </a:lnTo>
                <a:lnTo>
                  <a:pt x="1759861" y="783205"/>
                </a:lnTo>
                <a:lnTo>
                  <a:pt x="1761743" y="783525"/>
                </a:lnTo>
                <a:lnTo>
                  <a:pt x="1763615" y="783845"/>
                </a:lnTo>
                <a:lnTo>
                  <a:pt x="1765498" y="784155"/>
                </a:lnTo>
                <a:lnTo>
                  <a:pt x="1767380" y="784456"/>
                </a:lnTo>
                <a:lnTo>
                  <a:pt x="1769262" y="784747"/>
                </a:lnTo>
                <a:lnTo>
                  <a:pt x="1771144" y="785029"/>
                </a:lnTo>
                <a:lnTo>
                  <a:pt x="1773017" y="785310"/>
                </a:lnTo>
                <a:lnTo>
                  <a:pt x="1774899" y="785582"/>
                </a:lnTo>
                <a:lnTo>
                  <a:pt x="1776781" y="785844"/>
                </a:lnTo>
                <a:lnTo>
                  <a:pt x="1778663" y="786106"/>
                </a:lnTo>
                <a:lnTo>
                  <a:pt x="1780546" y="786348"/>
                </a:lnTo>
                <a:lnTo>
                  <a:pt x="1782418" y="786600"/>
                </a:lnTo>
                <a:lnTo>
                  <a:pt x="1784300" y="786833"/>
                </a:lnTo>
                <a:lnTo>
                  <a:pt x="1786183" y="787066"/>
                </a:lnTo>
                <a:lnTo>
                  <a:pt x="1788065" y="787289"/>
                </a:lnTo>
                <a:lnTo>
                  <a:pt x="1789937" y="787512"/>
                </a:lnTo>
                <a:lnTo>
                  <a:pt x="1791820" y="787726"/>
                </a:lnTo>
                <a:lnTo>
                  <a:pt x="1793702" y="787930"/>
                </a:lnTo>
                <a:lnTo>
                  <a:pt x="1795584" y="788133"/>
                </a:lnTo>
                <a:lnTo>
                  <a:pt x="1797466" y="788337"/>
                </a:lnTo>
                <a:lnTo>
                  <a:pt x="1799339" y="788521"/>
                </a:lnTo>
                <a:lnTo>
                  <a:pt x="1801221" y="788706"/>
                </a:lnTo>
                <a:lnTo>
                  <a:pt x="1803103" y="788890"/>
                </a:lnTo>
                <a:lnTo>
                  <a:pt x="1804985" y="789065"/>
                </a:lnTo>
                <a:lnTo>
                  <a:pt x="1806868" y="789239"/>
                </a:lnTo>
                <a:lnTo>
                  <a:pt x="1808740" y="789404"/>
                </a:lnTo>
                <a:lnTo>
                  <a:pt x="1810622" y="789569"/>
                </a:lnTo>
                <a:lnTo>
                  <a:pt x="1812505" y="789725"/>
                </a:lnTo>
                <a:lnTo>
                  <a:pt x="1814387" y="789880"/>
                </a:lnTo>
                <a:lnTo>
                  <a:pt x="1816269" y="790025"/>
                </a:lnTo>
                <a:lnTo>
                  <a:pt x="1818141" y="790171"/>
                </a:lnTo>
                <a:lnTo>
                  <a:pt x="1820024" y="790316"/>
                </a:lnTo>
                <a:lnTo>
                  <a:pt x="1821906" y="790452"/>
                </a:lnTo>
                <a:lnTo>
                  <a:pt x="1823788" y="790588"/>
                </a:lnTo>
                <a:lnTo>
                  <a:pt x="1825670" y="790714"/>
                </a:lnTo>
                <a:lnTo>
                  <a:pt x="1827543" y="790840"/>
                </a:lnTo>
                <a:lnTo>
                  <a:pt x="1829425" y="790966"/>
                </a:lnTo>
                <a:lnTo>
                  <a:pt x="1831307" y="791083"/>
                </a:lnTo>
                <a:lnTo>
                  <a:pt x="1833189" y="791199"/>
                </a:lnTo>
                <a:lnTo>
                  <a:pt x="1835062" y="791306"/>
                </a:lnTo>
                <a:lnTo>
                  <a:pt x="1836944" y="791413"/>
                </a:lnTo>
                <a:lnTo>
                  <a:pt x="1838826" y="791519"/>
                </a:lnTo>
                <a:lnTo>
                  <a:pt x="1840709" y="791626"/>
                </a:lnTo>
                <a:lnTo>
                  <a:pt x="1842591" y="791723"/>
                </a:lnTo>
                <a:lnTo>
                  <a:pt x="1844463" y="791820"/>
                </a:lnTo>
                <a:lnTo>
                  <a:pt x="1846346" y="791917"/>
                </a:lnTo>
                <a:lnTo>
                  <a:pt x="1848228" y="792004"/>
                </a:lnTo>
                <a:lnTo>
                  <a:pt x="1850110" y="792092"/>
                </a:lnTo>
                <a:lnTo>
                  <a:pt x="1851992" y="792179"/>
                </a:lnTo>
                <a:lnTo>
                  <a:pt x="1853865" y="792257"/>
                </a:lnTo>
                <a:lnTo>
                  <a:pt x="1855747" y="792344"/>
                </a:lnTo>
                <a:lnTo>
                  <a:pt x="1857629" y="792422"/>
                </a:lnTo>
                <a:lnTo>
                  <a:pt x="1859511" y="792490"/>
                </a:lnTo>
                <a:lnTo>
                  <a:pt x="1861394" y="792567"/>
                </a:lnTo>
                <a:lnTo>
                  <a:pt x="1863266" y="792635"/>
                </a:lnTo>
                <a:lnTo>
                  <a:pt x="1865148" y="792703"/>
                </a:lnTo>
                <a:lnTo>
                  <a:pt x="1867031" y="792771"/>
                </a:lnTo>
                <a:lnTo>
                  <a:pt x="1868913" y="792839"/>
                </a:lnTo>
                <a:lnTo>
                  <a:pt x="1870795" y="792897"/>
                </a:lnTo>
                <a:lnTo>
                  <a:pt x="1872668" y="792965"/>
                </a:lnTo>
                <a:lnTo>
                  <a:pt x="1874550" y="793023"/>
                </a:lnTo>
                <a:lnTo>
                  <a:pt x="1876432" y="793081"/>
                </a:lnTo>
                <a:lnTo>
                  <a:pt x="1878314" y="793130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467" name="Group 3466">
            <a:extLst>
              <a:ext uri="{FF2B5EF4-FFF2-40B4-BE49-F238E27FC236}">
                <a16:creationId xmlns:a16="http://schemas.microsoft.com/office/drawing/2014/main" id="{A7FB508D-91A0-36C5-F202-7CF76EEA852E}"/>
              </a:ext>
            </a:extLst>
          </p:cNvPr>
          <p:cNvGrpSpPr/>
          <p:nvPr/>
        </p:nvGrpSpPr>
        <p:grpSpPr>
          <a:xfrm>
            <a:off x="3407742" y="1465985"/>
            <a:ext cx="2328515" cy="1552343"/>
            <a:chOff x="3407742" y="1465985"/>
            <a:chExt cx="2328515" cy="1552343"/>
          </a:xfrm>
        </p:grpSpPr>
        <p:sp>
          <p:nvSpPr>
            <p:cNvPr id="2258" name="Freeform 2257">
              <a:extLst>
                <a:ext uri="{FF2B5EF4-FFF2-40B4-BE49-F238E27FC236}">
                  <a16:creationId xmlns:a16="http://schemas.microsoft.com/office/drawing/2014/main" id="{D9933720-32DF-D388-AAF4-E983007B65E4}"/>
                </a:ext>
              </a:extLst>
            </p:cNvPr>
            <p:cNvSpPr/>
            <p:nvPr/>
          </p:nvSpPr>
          <p:spPr>
            <a:xfrm>
              <a:off x="3407742" y="1465985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9" name="Freeform 2258">
              <a:extLst>
                <a:ext uri="{FF2B5EF4-FFF2-40B4-BE49-F238E27FC236}">
                  <a16:creationId xmlns:a16="http://schemas.microsoft.com/office/drawing/2014/main" id="{47C168BA-D3E8-1830-055F-DC006B18F559}"/>
                </a:ext>
              </a:extLst>
            </p:cNvPr>
            <p:cNvSpPr/>
            <p:nvPr/>
          </p:nvSpPr>
          <p:spPr>
            <a:xfrm>
              <a:off x="3699409" y="1511821"/>
              <a:ext cx="1991014" cy="1288848"/>
            </a:xfrm>
            <a:custGeom>
              <a:avLst/>
              <a:gdLst>
                <a:gd name="csX0" fmla="*/ 0 w 1991014"/>
                <a:gd name="csY0" fmla="*/ 1288848 h 1288848"/>
                <a:gd name="csX1" fmla="*/ 1991014 w 1991014"/>
                <a:gd name="csY1" fmla="*/ 1288848 h 1288848"/>
                <a:gd name="csX2" fmla="*/ 1991014 w 1991014"/>
                <a:gd name="csY2" fmla="*/ 0 h 1288848"/>
                <a:gd name="csX3" fmla="*/ 0 w 1991014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91014" h="1288848">
                  <a:moveTo>
                    <a:pt x="0" y="1288848"/>
                  </a:moveTo>
                  <a:lnTo>
                    <a:pt x="1991014" y="1288848"/>
                  </a:lnTo>
                  <a:lnTo>
                    <a:pt x="1991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0" name="Freeform 2259">
              <a:extLst>
                <a:ext uri="{FF2B5EF4-FFF2-40B4-BE49-F238E27FC236}">
                  <a16:creationId xmlns:a16="http://schemas.microsoft.com/office/drawing/2014/main" id="{BCC88B2A-FFE3-2247-B1AD-2FB79B8F270B}"/>
                </a:ext>
              </a:extLst>
            </p:cNvPr>
            <p:cNvSpPr/>
            <p:nvPr/>
          </p:nvSpPr>
          <p:spPr>
            <a:xfrm>
              <a:off x="3880980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1" name="Freeform 2260">
              <a:extLst>
                <a:ext uri="{FF2B5EF4-FFF2-40B4-BE49-F238E27FC236}">
                  <a16:creationId xmlns:a16="http://schemas.microsoft.com/office/drawing/2014/main" id="{BF0B06DA-0059-E1A8-66DD-3C9C8BA53883}"/>
                </a:ext>
              </a:extLst>
            </p:cNvPr>
            <p:cNvSpPr/>
            <p:nvPr/>
          </p:nvSpPr>
          <p:spPr>
            <a:xfrm>
              <a:off x="4256642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2" name="Freeform 2261">
              <a:extLst>
                <a:ext uri="{FF2B5EF4-FFF2-40B4-BE49-F238E27FC236}">
                  <a16:creationId xmlns:a16="http://schemas.microsoft.com/office/drawing/2014/main" id="{1BFB0FE4-C8AB-CD9A-1472-01242AA1D10E}"/>
                </a:ext>
              </a:extLst>
            </p:cNvPr>
            <p:cNvSpPr/>
            <p:nvPr/>
          </p:nvSpPr>
          <p:spPr>
            <a:xfrm>
              <a:off x="4632308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3" name="Freeform 2262">
              <a:extLst>
                <a:ext uri="{FF2B5EF4-FFF2-40B4-BE49-F238E27FC236}">
                  <a16:creationId xmlns:a16="http://schemas.microsoft.com/office/drawing/2014/main" id="{9723D412-B11B-DA52-BE90-4E39AEC19AEF}"/>
                </a:ext>
              </a:extLst>
            </p:cNvPr>
            <p:cNvSpPr/>
            <p:nvPr/>
          </p:nvSpPr>
          <p:spPr>
            <a:xfrm>
              <a:off x="5007965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4" name="Freeform 2263">
              <a:extLst>
                <a:ext uri="{FF2B5EF4-FFF2-40B4-BE49-F238E27FC236}">
                  <a16:creationId xmlns:a16="http://schemas.microsoft.com/office/drawing/2014/main" id="{6DBB0E55-C289-6FF4-6D65-2BD173E51AF7}"/>
                </a:ext>
              </a:extLst>
            </p:cNvPr>
            <p:cNvSpPr/>
            <p:nvPr/>
          </p:nvSpPr>
          <p:spPr>
            <a:xfrm>
              <a:off x="5383632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5" name="Freeform 2264">
              <a:extLst>
                <a:ext uri="{FF2B5EF4-FFF2-40B4-BE49-F238E27FC236}">
                  <a16:creationId xmlns:a16="http://schemas.microsoft.com/office/drawing/2014/main" id="{54A9535F-D848-8B38-FE1B-2AA805D1FDF4}"/>
                </a:ext>
              </a:extLst>
            </p:cNvPr>
            <p:cNvSpPr/>
            <p:nvPr/>
          </p:nvSpPr>
          <p:spPr>
            <a:xfrm>
              <a:off x="3699409" y="2764190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6" name="Freeform 2265">
              <a:extLst>
                <a:ext uri="{FF2B5EF4-FFF2-40B4-BE49-F238E27FC236}">
                  <a16:creationId xmlns:a16="http://schemas.microsoft.com/office/drawing/2014/main" id="{DC53FEFB-FD76-62CD-C62B-A6BE483047C9}"/>
                </a:ext>
              </a:extLst>
            </p:cNvPr>
            <p:cNvSpPr/>
            <p:nvPr/>
          </p:nvSpPr>
          <p:spPr>
            <a:xfrm>
              <a:off x="3699409" y="2459280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7" name="Freeform 2266">
              <a:extLst>
                <a:ext uri="{FF2B5EF4-FFF2-40B4-BE49-F238E27FC236}">
                  <a16:creationId xmlns:a16="http://schemas.microsoft.com/office/drawing/2014/main" id="{76F12FF5-2302-04DB-E762-47C64A0172B1}"/>
                </a:ext>
              </a:extLst>
            </p:cNvPr>
            <p:cNvSpPr/>
            <p:nvPr/>
          </p:nvSpPr>
          <p:spPr>
            <a:xfrm>
              <a:off x="3699409" y="2154358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8" name="Freeform 2267">
              <a:extLst>
                <a:ext uri="{FF2B5EF4-FFF2-40B4-BE49-F238E27FC236}">
                  <a16:creationId xmlns:a16="http://schemas.microsoft.com/office/drawing/2014/main" id="{6E30D4D9-9959-9D37-47BD-C16DE43F8CD4}"/>
                </a:ext>
              </a:extLst>
            </p:cNvPr>
            <p:cNvSpPr/>
            <p:nvPr/>
          </p:nvSpPr>
          <p:spPr>
            <a:xfrm>
              <a:off x="3699409" y="1849441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9" name="Freeform 2268">
              <a:extLst>
                <a:ext uri="{FF2B5EF4-FFF2-40B4-BE49-F238E27FC236}">
                  <a16:creationId xmlns:a16="http://schemas.microsoft.com/office/drawing/2014/main" id="{AE22105C-01E0-D335-FE85-490C57993D19}"/>
                </a:ext>
              </a:extLst>
            </p:cNvPr>
            <p:cNvSpPr/>
            <p:nvPr/>
          </p:nvSpPr>
          <p:spPr>
            <a:xfrm>
              <a:off x="3699409" y="1544525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0" name="Freeform 2269">
              <a:extLst>
                <a:ext uri="{FF2B5EF4-FFF2-40B4-BE49-F238E27FC236}">
                  <a16:creationId xmlns:a16="http://schemas.microsoft.com/office/drawing/2014/main" id="{F221295B-FC8F-679B-AE07-4AE778D0C4A1}"/>
                </a:ext>
              </a:extLst>
            </p:cNvPr>
            <p:cNvSpPr/>
            <p:nvPr/>
          </p:nvSpPr>
          <p:spPr>
            <a:xfrm>
              <a:off x="3699409" y="2800670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1" name="Freeform 2270">
              <a:extLst>
                <a:ext uri="{FF2B5EF4-FFF2-40B4-BE49-F238E27FC236}">
                  <a16:creationId xmlns:a16="http://schemas.microsoft.com/office/drawing/2014/main" id="{9E920EF5-1DD0-007D-315E-8326498D8A06}"/>
                </a:ext>
              </a:extLst>
            </p:cNvPr>
            <p:cNvSpPr/>
            <p:nvPr/>
          </p:nvSpPr>
          <p:spPr>
            <a:xfrm>
              <a:off x="3880980" y="2782333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2" name="Freeform 2271">
              <a:extLst>
                <a:ext uri="{FF2B5EF4-FFF2-40B4-BE49-F238E27FC236}">
                  <a16:creationId xmlns:a16="http://schemas.microsoft.com/office/drawing/2014/main" id="{3642E729-0DE5-A21F-972A-52BC96C3897F}"/>
                </a:ext>
              </a:extLst>
            </p:cNvPr>
            <p:cNvSpPr/>
            <p:nvPr/>
          </p:nvSpPr>
          <p:spPr>
            <a:xfrm>
              <a:off x="4256642" y="2782333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" name="Freeform 2272">
              <a:extLst>
                <a:ext uri="{FF2B5EF4-FFF2-40B4-BE49-F238E27FC236}">
                  <a16:creationId xmlns:a16="http://schemas.microsoft.com/office/drawing/2014/main" id="{17E7FDCF-5D79-621E-F1C7-4D1A5D6167F3}"/>
                </a:ext>
              </a:extLst>
            </p:cNvPr>
            <p:cNvSpPr/>
            <p:nvPr/>
          </p:nvSpPr>
          <p:spPr>
            <a:xfrm>
              <a:off x="4632308" y="2782333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" name="Freeform 2475">
              <a:extLst>
                <a:ext uri="{FF2B5EF4-FFF2-40B4-BE49-F238E27FC236}">
                  <a16:creationId xmlns:a16="http://schemas.microsoft.com/office/drawing/2014/main" id="{699DEE28-9EB8-7648-697E-B36573A1F61E}"/>
                </a:ext>
              </a:extLst>
            </p:cNvPr>
            <p:cNvSpPr/>
            <p:nvPr/>
          </p:nvSpPr>
          <p:spPr>
            <a:xfrm>
              <a:off x="5007965" y="2782333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" name="Freeform 2478">
              <a:extLst>
                <a:ext uri="{FF2B5EF4-FFF2-40B4-BE49-F238E27FC236}">
                  <a16:creationId xmlns:a16="http://schemas.microsoft.com/office/drawing/2014/main" id="{46DB76EB-14AE-D342-F531-DE45A41C8309}"/>
                </a:ext>
              </a:extLst>
            </p:cNvPr>
            <p:cNvSpPr/>
            <p:nvPr/>
          </p:nvSpPr>
          <p:spPr>
            <a:xfrm>
              <a:off x="5383632" y="2782333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1" name="Freeform 2670">
              <a:extLst>
                <a:ext uri="{FF2B5EF4-FFF2-40B4-BE49-F238E27FC236}">
                  <a16:creationId xmlns:a16="http://schemas.microsoft.com/office/drawing/2014/main" id="{825A4A78-5855-FF2B-363F-2682CE89DD37}"/>
                </a:ext>
              </a:extLst>
            </p:cNvPr>
            <p:cNvSpPr/>
            <p:nvPr/>
          </p:nvSpPr>
          <p:spPr>
            <a:xfrm>
              <a:off x="3828747" y="2864073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4" name="Freeform 2673">
              <a:extLst>
                <a:ext uri="{FF2B5EF4-FFF2-40B4-BE49-F238E27FC236}">
                  <a16:creationId xmlns:a16="http://schemas.microsoft.com/office/drawing/2014/main" id="{C0946DAB-D610-DD38-FF55-C9E51F0E61A1}"/>
                </a:ext>
              </a:extLst>
            </p:cNvPr>
            <p:cNvSpPr/>
            <p:nvPr/>
          </p:nvSpPr>
          <p:spPr>
            <a:xfrm>
              <a:off x="3892731" y="2832910"/>
              <a:ext cx="40481" cy="60871"/>
            </a:xfrm>
            <a:custGeom>
              <a:avLst/>
              <a:gdLst>
                <a:gd name="csX0" fmla="*/ 3773 w 40481"/>
                <a:gd name="csY0" fmla="*/ 58514 h 60871"/>
                <a:gd name="csX1" fmla="*/ 3773 w 40481"/>
                <a:gd name="csY1" fmla="*/ 51286 h 60871"/>
                <a:gd name="csX2" fmla="*/ 9825 w 40481"/>
                <a:gd name="csY2" fmla="*/ 53449 h 60871"/>
                <a:gd name="csX3" fmla="*/ 15839 w 40481"/>
                <a:gd name="csY3" fmla="*/ 54196 h 60871"/>
                <a:gd name="csX4" fmla="*/ 27826 w 40481"/>
                <a:gd name="csY4" fmla="*/ 48928 h 60871"/>
                <a:gd name="csX5" fmla="*/ 32582 w 40481"/>
                <a:gd name="csY5" fmla="*/ 32851 h 60871"/>
                <a:gd name="csX6" fmla="*/ 26804 w 40481"/>
                <a:gd name="csY6" fmla="*/ 38042 h 60871"/>
                <a:gd name="csX7" fmla="*/ 19062 w 40481"/>
                <a:gd name="csY7" fmla="*/ 39847 h 60871"/>
                <a:gd name="csX8" fmla="*/ 5109 w 40481"/>
                <a:gd name="csY8" fmla="*/ 34540 h 60871"/>
                <a:gd name="csX9" fmla="*/ 0 w 40481"/>
                <a:gd name="csY9" fmla="*/ 19957 h 60871"/>
                <a:gd name="csX10" fmla="*/ 5345 w 40481"/>
                <a:gd name="csY10" fmla="*/ 5462 h 60871"/>
                <a:gd name="csX11" fmla="*/ 19572 w 40481"/>
                <a:gd name="csY11" fmla="*/ 0 h 60871"/>
                <a:gd name="csX12" fmla="*/ 35097 w 40481"/>
                <a:gd name="csY12" fmla="*/ 7820 h 60871"/>
                <a:gd name="csX13" fmla="*/ 40481 w 40481"/>
                <a:gd name="csY13" fmla="*/ 30455 h 60871"/>
                <a:gd name="csX14" fmla="*/ 33879 w 40481"/>
                <a:gd name="csY14" fmla="*/ 52624 h 60871"/>
                <a:gd name="csX15" fmla="*/ 16192 w 40481"/>
                <a:gd name="csY15" fmla="*/ 60871 h 60871"/>
                <a:gd name="csX16" fmla="*/ 10140 w 40481"/>
                <a:gd name="csY16" fmla="*/ 60289 h 60871"/>
                <a:gd name="csX17" fmla="*/ 3773 w 40481"/>
                <a:gd name="csY17" fmla="*/ 58514 h 60871"/>
                <a:gd name="csX18" fmla="*/ 19572 w 40481"/>
                <a:gd name="csY18" fmla="*/ 33637 h 60871"/>
                <a:gd name="csX19" fmla="*/ 28023 w 40481"/>
                <a:gd name="csY19" fmla="*/ 29980 h 60871"/>
                <a:gd name="csX20" fmla="*/ 31166 w 40481"/>
                <a:gd name="csY20" fmla="*/ 19957 h 60871"/>
                <a:gd name="csX21" fmla="*/ 28023 w 40481"/>
                <a:gd name="csY21" fmla="*/ 9984 h 60871"/>
                <a:gd name="csX22" fmla="*/ 19572 w 40481"/>
                <a:gd name="csY22" fmla="*/ 6287 h 60871"/>
                <a:gd name="csX23" fmla="*/ 11083 w 40481"/>
                <a:gd name="csY23" fmla="*/ 9984 h 60871"/>
                <a:gd name="csX24" fmla="*/ 7978 w 40481"/>
                <a:gd name="csY24" fmla="*/ 19957 h 60871"/>
                <a:gd name="csX25" fmla="*/ 11083 w 40481"/>
                <a:gd name="csY25" fmla="*/ 29980 h 60871"/>
                <a:gd name="csX26" fmla="*/ 19572 w 40481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1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4" y="52230"/>
                    <a:pt x="7781" y="52951"/>
                    <a:pt x="9825" y="53449"/>
                  </a:cubicBezTo>
                  <a:cubicBezTo>
                    <a:pt x="11869" y="53947"/>
                    <a:pt x="13874" y="54196"/>
                    <a:pt x="15839" y="54196"/>
                  </a:cubicBezTo>
                  <a:cubicBezTo>
                    <a:pt x="21079" y="54196"/>
                    <a:pt x="25075" y="52440"/>
                    <a:pt x="27826" y="48928"/>
                  </a:cubicBezTo>
                  <a:cubicBezTo>
                    <a:pt x="30603" y="45390"/>
                    <a:pt x="32188" y="40031"/>
                    <a:pt x="32582" y="32851"/>
                  </a:cubicBezTo>
                  <a:cubicBezTo>
                    <a:pt x="31062" y="35109"/>
                    <a:pt x="29136" y="36839"/>
                    <a:pt x="26804" y="38042"/>
                  </a:cubicBezTo>
                  <a:cubicBezTo>
                    <a:pt x="24472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09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5" y="5462"/>
                  </a:cubicBezTo>
                  <a:cubicBezTo>
                    <a:pt x="8908" y="1821"/>
                    <a:pt x="13651" y="0"/>
                    <a:pt x="19572" y="0"/>
                  </a:cubicBezTo>
                  <a:cubicBezTo>
                    <a:pt x="26358" y="0"/>
                    <a:pt x="31533" y="2607"/>
                    <a:pt x="35097" y="7820"/>
                  </a:cubicBezTo>
                  <a:cubicBezTo>
                    <a:pt x="38686" y="13007"/>
                    <a:pt x="40481" y="20552"/>
                    <a:pt x="40481" y="30455"/>
                  </a:cubicBezTo>
                  <a:cubicBezTo>
                    <a:pt x="40481" y="39704"/>
                    <a:pt x="38280" y="47094"/>
                    <a:pt x="33879" y="52624"/>
                  </a:cubicBezTo>
                  <a:cubicBezTo>
                    <a:pt x="29503" y="58122"/>
                    <a:pt x="23608" y="60871"/>
                    <a:pt x="16192" y="60871"/>
                  </a:cubicBezTo>
                  <a:cubicBezTo>
                    <a:pt x="14201" y="60871"/>
                    <a:pt x="12184" y="60677"/>
                    <a:pt x="10140" y="60289"/>
                  </a:cubicBezTo>
                  <a:cubicBezTo>
                    <a:pt x="8096" y="59895"/>
                    <a:pt x="5974" y="59303"/>
                    <a:pt x="3773" y="58514"/>
                  </a:cubicBezTo>
                  <a:moveTo>
                    <a:pt x="19572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8" y="27548"/>
                    <a:pt x="31166" y="24207"/>
                    <a:pt x="31166" y="19957"/>
                  </a:cubicBezTo>
                  <a:cubicBezTo>
                    <a:pt x="31166" y="15740"/>
                    <a:pt x="30118" y="12415"/>
                    <a:pt x="28023" y="9984"/>
                  </a:cubicBezTo>
                  <a:cubicBezTo>
                    <a:pt x="25953" y="7519"/>
                    <a:pt x="23136" y="6287"/>
                    <a:pt x="19572" y="6287"/>
                  </a:cubicBezTo>
                  <a:cubicBezTo>
                    <a:pt x="16009" y="6287"/>
                    <a:pt x="13179" y="7519"/>
                    <a:pt x="11083" y="9984"/>
                  </a:cubicBezTo>
                  <a:cubicBezTo>
                    <a:pt x="9013" y="12415"/>
                    <a:pt x="7978" y="15740"/>
                    <a:pt x="7978" y="19957"/>
                  </a:cubicBezTo>
                  <a:cubicBezTo>
                    <a:pt x="7978" y="24207"/>
                    <a:pt x="9013" y="27548"/>
                    <a:pt x="11083" y="29980"/>
                  </a:cubicBezTo>
                  <a:cubicBezTo>
                    <a:pt x="13179" y="32418"/>
                    <a:pt x="16009" y="33637"/>
                    <a:pt x="19572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7" name="Freeform 2846">
              <a:extLst>
                <a:ext uri="{FF2B5EF4-FFF2-40B4-BE49-F238E27FC236}">
                  <a16:creationId xmlns:a16="http://schemas.microsoft.com/office/drawing/2014/main" id="{F92AA17B-EAA9-0525-9AC5-7DAFAB981651}"/>
                </a:ext>
              </a:extLst>
            </p:cNvPr>
            <p:cNvSpPr/>
            <p:nvPr/>
          </p:nvSpPr>
          <p:spPr>
            <a:xfrm>
              <a:off x="4204114" y="2864073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5" name="Freeform 3064">
              <a:extLst>
                <a:ext uri="{FF2B5EF4-FFF2-40B4-BE49-F238E27FC236}">
                  <a16:creationId xmlns:a16="http://schemas.microsoft.com/office/drawing/2014/main" id="{A5B1A338-61B1-8A0B-28C4-CE2911CA246E}"/>
                </a:ext>
              </a:extLst>
            </p:cNvPr>
            <p:cNvSpPr/>
            <p:nvPr/>
          </p:nvSpPr>
          <p:spPr>
            <a:xfrm>
              <a:off x="4268649" y="2832910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3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3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7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7" name="Freeform 3236">
              <a:extLst>
                <a:ext uri="{FF2B5EF4-FFF2-40B4-BE49-F238E27FC236}">
                  <a16:creationId xmlns:a16="http://schemas.microsoft.com/office/drawing/2014/main" id="{45A4DFD3-8989-1882-5DAA-31B41D4913B1}"/>
                </a:ext>
              </a:extLst>
            </p:cNvPr>
            <p:cNvSpPr/>
            <p:nvPr/>
          </p:nvSpPr>
          <p:spPr>
            <a:xfrm>
              <a:off x="4580469" y="2864073"/>
              <a:ext cx="50383" cy="6684"/>
            </a:xfrm>
            <a:custGeom>
              <a:avLst/>
              <a:gdLst>
                <a:gd name="csX0" fmla="*/ 0 w 50383"/>
                <a:gd name="csY0" fmla="*/ 0 h 6684"/>
                <a:gd name="csX1" fmla="*/ 50383 w 50383"/>
                <a:gd name="csY1" fmla="*/ 0 h 6684"/>
                <a:gd name="csX2" fmla="*/ 50383 w 50383"/>
                <a:gd name="csY2" fmla="*/ 6685 h 6684"/>
                <a:gd name="csX3" fmla="*/ 0 w 50383"/>
                <a:gd name="csY3" fmla="*/ 6685 h 6684"/>
                <a:gd name="csX4" fmla="*/ 0 w 5038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3" h="6684">
                  <a:moveTo>
                    <a:pt x="0" y="0"/>
                  </a:moveTo>
                  <a:lnTo>
                    <a:pt x="50383" y="0"/>
                  </a:lnTo>
                  <a:lnTo>
                    <a:pt x="5038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3" name="Freeform 3432">
              <a:extLst>
                <a:ext uri="{FF2B5EF4-FFF2-40B4-BE49-F238E27FC236}">
                  <a16:creationId xmlns:a16="http://schemas.microsoft.com/office/drawing/2014/main" id="{8FDA6D03-616D-FD6B-3479-44BDBD37B378}"/>
                </a:ext>
              </a:extLst>
            </p:cNvPr>
            <p:cNvSpPr/>
            <p:nvPr/>
          </p:nvSpPr>
          <p:spPr>
            <a:xfrm>
              <a:off x="4645512" y="2832910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09" y="7487"/>
                    <a:pt x="20957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4" name="Freeform 3433">
              <a:extLst>
                <a:ext uri="{FF2B5EF4-FFF2-40B4-BE49-F238E27FC236}">
                  <a16:creationId xmlns:a16="http://schemas.microsoft.com/office/drawing/2014/main" id="{D0376336-D981-99C8-E7F0-47FAFC81A7AE}"/>
                </a:ext>
              </a:extLst>
            </p:cNvPr>
            <p:cNvSpPr/>
            <p:nvPr/>
          </p:nvSpPr>
          <p:spPr>
            <a:xfrm>
              <a:off x="4987687" y="2832910"/>
              <a:ext cx="40555" cy="60871"/>
            </a:xfrm>
            <a:custGeom>
              <a:avLst/>
              <a:gdLst>
                <a:gd name="csX0" fmla="*/ 20278 w 40555"/>
                <a:gd name="csY0" fmla="*/ 6287 h 60871"/>
                <a:gd name="csX1" fmla="*/ 11041 w 40555"/>
                <a:gd name="csY1" fmla="*/ 12341 h 60871"/>
                <a:gd name="csX2" fmla="*/ 7975 w 40555"/>
                <a:gd name="csY2" fmla="*/ 30455 h 60871"/>
                <a:gd name="csX3" fmla="*/ 11041 w 40555"/>
                <a:gd name="csY3" fmla="*/ 48579 h 60871"/>
                <a:gd name="csX4" fmla="*/ 20278 w 40555"/>
                <a:gd name="csY4" fmla="*/ 54584 h 60871"/>
                <a:gd name="csX5" fmla="*/ 29514 w 40555"/>
                <a:gd name="csY5" fmla="*/ 48579 h 60871"/>
                <a:gd name="csX6" fmla="*/ 32619 w 40555"/>
                <a:gd name="csY6" fmla="*/ 30455 h 60871"/>
                <a:gd name="csX7" fmla="*/ 29514 w 40555"/>
                <a:gd name="csY7" fmla="*/ 12341 h 60871"/>
                <a:gd name="csX8" fmla="*/ 20278 w 40555"/>
                <a:gd name="csY8" fmla="*/ 6287 h 60871"/>
                <a:gd name="csX9" fmla="*/ 20278 w 40555"/>
                <a:gd name="csY9" fmla="*/ 0 h 60871"/>
                <a:gd name="csX10" fmla="*/ 35335 w 40555"/>
                <a:gd name="csY10" fmla="*/ 7820 h 60871"/>
                <a:gd name="csX11" fmla="*/ 40555 w 40555"/>
                <a:gd name="csY11" fmla="*/ 30455 h 60871"/>
                <a:gd name="csX12" fmla="*/ 35335 w 40555"/>
                <a:gd name="csY12" fmla="*/ 53090 h 60871"/>
                <a:gd name="csX13" fmla="*/ 20278 w 40555"/>
                <a:gd name="csY13" fmla="*/ 60871 h 60871"/>
                <a:gd name="csX14" fmla="*/ 5191 w 40555"/>
                <a:gd name="csY14" fmla="*/ 53090 h 60871"/>
                <a:gd name="csX15" fmla="*/ 0 w 40555"/>
                <a:gd name="csY15" fmla="*/ 30455 h 60871"/>
                <a:gd name="csX16" fmla="*/ 5191 w 40555"/>
                <a:gd name="csY16" fmla="*/ 7820 h 60871"/>
                <a:gd name="csX17" fmla="*/ 20278 w 40555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5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15" y="13007"/>
                    <a:pt x="40555" y="20552"/>
                    <a:pt x="40555" y="30455"/>
                  </a:cubicBezTo>
                  <a:cubicBezTo>
                    <a:pt x="40555" y="40332"/>
                    <a:pt x="38815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1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1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5" name="Freeform 3434">
              <a:extLst>
                <a:ext uri="{FF2B5EF4-FFF2-40B4-BE49-F238E27FC236}">
                  <a16:creationId xmlns:a16="http://schemas.microsoft.com/office/drawing/2014/main" id="{088578A9-9C10-38C6-EE16-D23C7330DD45}"/>
                </a:ext>
              </a:extLst>
            </p:cNvPr>
            <p:cNvSpPr/>
            <p:nvPr/>
          </p:nvSpPr>
          <p:spPr>
            <a:xfrm>
              <a:off x="5364315" y="2832910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27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2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17" y="49280"/>
                    <a:pt x="30727" y="46425"/>
                    <a:pt x="30727" y="42680"/>
                  </a:cubicBezTo>
                  <a:cubicBezTo>
                    <a:pt x="30727" y="39219"/>
                    <a:pt x="29511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2" y="10714"/>
                    <a:pt x="26128" y="9110"/>
                  </a:cubicBezTo>
                  <a:cubicBezTo>
                    <a:pt x="24006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6" name="Freeform 3435">
              <a:extLst>
                <a:ext uri="{FF2B5EF4-FFF2-40B4-BE49-F238E27FC236}">
                  <a16:creationId xmlns:a16="http://schemas.microsoft.com/office/drawing/2014/main" id="{808E4B2E-9514-94BE-6E30-BBCD48395877}"/>
                </a:ext>
              </a:extLst>
            </p:cNvPr>
            <p:cNvSpPr/>
            <p:nvPr/>
          </p:nvSpPr>
          <p:spPr>
            <a:xfrm>
              <a:off x="4672339" y="2933637"/>
              <a:ext cx="42951" cy="60221"/>
            </a:xfrm>
            <a:custGeom>
              <a:avLst/>
              <a:gdLst>
                <a:gd name="csX0" fmla="*/ 42951 w 42951"/>
                <a:gd name="csY0" fmla="*/ 3541 h 60221"/>
                <a:gd name="csX1" fmla="*/ 42544 w 42951"/>
                <a:gd name="csY1" fmla="*/ 5676 h 60221"/>
                <a:gd name="csX2" fmla="*/ 33637 w 42951"/>
                <a:gd name="csY2" fmla="*/ 41224 h 60221"/>
                <a:gd name="csX3" fmla="*/ 25313 w 42951"/>
                <a:gd name="csY3" fmla="*/ 54672 h 60221"/>
                <a:gd name="csX4" fmla="*/ 11817 w 42951"/>
                <a:gd name="csY4" fmla="*/ 60221 h 60221"/>
                <a:gd name="csX5" fmla="*/ 4725 w 42951"/>
                <a:gd name="csY5" fmla="*/ 57902 h 60221"/>
                <a:gd name="csX6" fmla="*/ 1960 w 42951"/>
                <a:gd name="csY6" fmla="*/ 52130 h 60221"/>
                <a:gd name="csX7" fmla="*/ 3590 w 42951"/>
                <a:gd name="csY7" fmla="*/ 47541 h 60221"/>
                <a:gd name="csX8" fmla="*/ 7179 w 42951"/>
                <a:gd name="csY8" fmla="*/ 46085 h 60221"/>
                <a:gd name="csX9" fmla="*/ 8499 w 42951"/>
                <a:gd name="csY9" fmla="*/ 46270 h 60221"/>
                <a:gd name="csX10" fmla="*/ 9906 w 42951"/>
                <a:gd name="csY10" fmla="*/ 47220 h 60221"/>
                <a:gd name="csX11" fmla="*/ 10634 w 42951"/>
                <a:gd name="csY11" fmla="*/ 49306 h 60221"/>
                <a:gd name="csX12" fmla="*/ 8771 w 42951"/>
                <a:gd name="csY12" fmla="*/ 53129 h 60221"/>
                <a:gd name="csX13" fmla="*/ 7005 w 42951"/>
                <a:gd name="csY13" fmla="*/ 54080 h 60221"/>
                <a:gd name="csX14" fmla="*/ 4773 w 42951"/>
                <a:gd name="csY14" fmla="*/ 54264 h 60221"/>
                <a:gd name="csX15" fmla="*/ 6316 w 42951"/>
                <a:gd name="csY15" fmla="*/ 56399 h 60221"/>
                <a:gd name="csX16" fmla="*/ 8460 w 42951"/>
                <a:gd name="csY16" fmla="*/ 57582 h 60221"/>
                <a:gd name="csX17" fmla="*/ 10323 w 42951"/>
                <a:gd name="csY17" fmla="*/ 58038 h 60221"/>
                <a:gd name="csX18" fmla="*/ 11817 w 42951"/>
                <a:gd name="csY18" fmla="*/ 58174 h 60221"/>
                <a:gd name="csX19" fmla="*/ 22092 w 42951"/>
                <a:gd name="csY19" fmla="*/ 52314 h 60221"/>
                <a:gd name="csX20" fmla="*/ 24362 w 42951"/>
                <a:gd name="csY20" fmla="*/ 48763 h 60221"/>
                <a:gd name="csX21" fmla="*/ 26089 w 42951"/>
                <a:gd name="csY21" fmla="*/ 44902 h 60221"/>
                <a:gd name="csX22" fmla="*/ 27137 w 42951"/>
                <a:gd name="csY22" fmla="*/ 41671 h 60221"/>
                <a:gd name="csX23" fmla="*/ 28136 w 42951"/>
                <a:gd name="csY23" fmla="*/ 37945 h 60221"/>
                <a:gd name="csX24" fmla="*/ 18725 w 42951"/>
                <a:gd name="csY24" fmla="*/ 42175 h 60221"/>
                <a:gd name="csX25" fmla="*/ 14592 w 42951"/>
                <a:gd name="csY25" fmla="*/ 41583 h 60221"/>
                <a:gd name="csX26" fmla="*/ 11002 w 42951"/>
                <a:gd name="csY26" fmla="*/ 39769 h 60221"/>
                <a:gd name="csX27" fmla="*/ 8315 w 42951"/>
                <a:gd name="csY27" fmla="*/ 36267 h 60221"/>
                <a:gd name="csX28" fmla="*/ 7364 w 42951"/>
                <a:gd name="csY28" fmla="*/ 31086 h 60221"/>
                <a:gd name="csX29" fmla="*/ 8596 w 42951"/>
                <a:gd name="csY29" fmla="*/ 23673 h 60221"/>
                <a:gd name="csX30" fmla="*/ 12778 w 42951"/>
                <a:gd name="csY30" fmla="*/ 11546 h 60221"/>
                <a:gd name="csX31" fmla="*/ 14369 w 42951"/>
                <a:gd name="csY31" fmla="*/ 4997 h 60221"/>
                <a:gd name="csX32" fmla="*/ 14136 w 42951"/>
                <a:gd name="csY32" fmla="*/ 3318 h 60221"/>
                <a:gd name="csX33" fmla="*/ 13457 w 42951"/>
                <a:gd name="csY33" fmla="*/ 2406 h 60221"/>
                <a:gd name="csX34" fmla="*/ 12729 w 42951"/>
                <a:gd name="csY34" fmla="*/ 2086 h 60221"/>
                <a:gd name="csX35" fmla="*/ 12050 w 42951"/>
                <a:gd name="csY35" fmla="*/ 2047 h 60221"/>
                <a:gd name="csX36" fmla="*/ 6869 w 42951"/>
                <a:gd name="csY36" fmla="*/ 4773 h 60221"/>
                <a:gd name="csX37" fmla="*/ 2639 w 42951"/>
                <a:gd name="csY37" fmla="*/ 13583 h 60221"/>
                <a:gd name="csX38" fmla="*/ 2047 w 42951"/>
                <a:gd name="csY38" fmla="*/ 15000 h 60221"/>
                <a:gd name="csX39" fmla="*/ 1135 w 42951"/>
                <a:gd name="csY39" fmla="*/ 15271 h 60221"/>
                <a:gd name="csX40" fmla="*/ 0 w 42951"/>
                <a:gd name="csY40" fmla="*/ 14311 h 60221"/>
                <a:gd name="csX41" fmla="*/ 407 w 42951"/>
                <a:gd name="csY41" fmla="*/ 12545 h 60221"/>
                <a:gd name="csX42" fmla="*/ 1775 w 42951"/>
                <a:gd name="csY42" fmla="*/ 8955 h 60221"/>
                <a:gd name="csX43" fmla="*/ 4143 w 42951"/>
                <a:gd name="csY43" fmla="*/ 4812 h 60221"/>
                <a:gd name="csX44" fmla="*/ 7636 w 42951"/>
                <a:gd name="csY44" fmla="*/ 1407 h 60221"/>
                <a:gd name="csX45" fmla="*/ 12322 w 42951"/>
                <a:gd name="csY45" fmla="*/ 0 h 60221"/>
                <a:gd name="csX46" fmla="*/ 17823 w 42951"/>
                <a:gd name="csY46" fmla="*/ 2222 h 60221"/>
                <a:gd name="csX47" fmla="*/ 19957 w 42951"/>
                <a:gd name="csY47" fmla="*/ 7636 h 60221"/>
                <a:gd name="csX48" fmla="*/ 19589 w 42951"/>
                <a:gd name="csY48" fmla="*/ 10129 h 60221"/>
                <a:gd name="csX49" fmla="*/ 18094 w 42951"/>
                <a:gd name="csY49" fmla="*/ 14311 h 60221"/>
                <a:gd name="csX50" fmla="*/ 13321 w 42951"/>
                <a:gd name="csY50" fmla="*/ 32590 h 60221"/>
                <a:gd name="csX51" fmla="*/ 13544 w 42951"/>
                <a:gd name="csY51" fmla="*/ 35267 h 60221"/>
                <a:gd name="csX52" fmla="*/ 14408 w 42951"/>
                <a:gd name="csY52" fmla="*/ 37625 h 60221"/>
                <a:gd name="csX53" fmla="*/ 16183 w 42951"/>
                <a:gd name="csY53" fmla="*/ 39449 h 60221"/>
                <a:gd name="csX54" fmla="*/ 19094 w 42951"/>
                <a:gd name="csY54" fmla="*/ 40080 h 60221"/>
                <a:gd name="csX55" fmla="*/ 23227 w 42951"/>
                <a:gd name="csY55" fmla="*/ 39080 h 60221"/>
                <a:gd name="csX56" fmla="*/ 26545 w 42951"/>
                <a:gd name="csY56" fmla="*/ 36626 h 60221"/>
                <a:gd name="csX57" fmla="*/ 28631 w 42951"/>
                <a:gd name="csY57" fmla="*/ 34035 h 60221"/>
                <a:gd name="csX58" fmla="*/ 29640 w 42951"/>
                <a:gd name="csY58" fmla="*/ 32172 h 60221"/>
                <a:gd name="csX59" fmla="*/ 33812 w 42951"/>
                <a:gd name="csY59" fmla="*/ 15446 h 60221"/>
                <a:gd name="csX60" fmla="*/ 35684 w 42951"/>
                <a:gd name="csY60" fmla="*/ 7995 h 60221"/>
                <a:gd name="csX61" fmla="*/ 36955 w 42951"/>
                <a:gd name="csY61" fmla="*/ 2949 h 60221"/>
                <a:gd name="csX62" fmla="*/ 38450 w 42951"/>
                <a:gd name="csY62" fmla="*/ 1494 h 60221"/>
                <a:gd name="csX63" fmla="*/ 40225 w 42951"/>
                <a:gd name="csY63" fmla="*/ 999 h 60221"/>
                <a:gd name="csX64" fmla="*/ 42136 w 42951"/>
                <a:gd name="csY64" fmla="*/ 1678 h 60221"/>
                <a:gd name="csX65" fmla="*/ 42951 w 42951"/>
                <a:gd name="csY65" fmla="*/ 3541 h 6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2951" h="60221">
                  <a:moveTo>
                    <a:pt x="42951" y="3541"/>
                  </a:moveTo>
                  <a:cubicBezTo>
                    <a:pt x="42951" y="3968"/>
                    <a:pt x="42816" y="4680"/>
                    <a:pt x="42544" y="5676"/>
                  </a:cubicBezTo>
                  <a:lnTo>
                    <a:pt x="33637" y="41224"/>
                  </a:lnTo>
                  <a:cubicBezTo>
                    <a:pt x="32331" y="46496"/>
                    <a:pt x="29556" y="50978"/>
                    <a:pt x="25313" y="54672"/>
                  </a:cubicBezTo>
                  <a:cubicBezTo>
                    <a:pt x="21102" y="58371"/>
                    <a:pt x="16604" y="60221"/>
                    <a:pt x="11817" y="60221"/>
                  </a:cubicBezTo>
                  <a:cubicBezTo>
                    <a:pt x="8939" y="60221"/>
                    <a:pt x="6575" y="59448"/>
                    <a:pt x="4725" y="57902"/>
                  </a:cubicBezTo>
                  <a:cubicBezTo>
                    <a:pt x="2882" y="56389"/>
                    <a:pt x="1960" y="54465"/>
                    <a:pt x="1960" y="52130"/>
                  </a:cubicBezTo>
                  <a:cubicBezTo>
                    <a:pt x="1960" y="50066"/>
                    <a:pt x="2503" y="48537"/>
                    <a:pt x="3590" y="47541"/>
                  </a:cubicBezTo>
                  <a:cubicBezTo>
                    <a:pt x="4683" y="46570"/>
                    <a:pt x="5879" y="46085"/>
                    <a:pt x="7179" y="46085"/>
                  </a:cubicBezTo>
                  <a:cubicBezTo>
                    <a:pt x="7606" y="46085"/>
                    <a:pt x="8046" y="46147"/>
                    <a:pt x="8499" y="46270"/>
                  </a:cubicBezTo>
                  <a:cubicBezTo>
                    <a:pt x="8958" y="46386"/>
                    <a:pt x="9427" y="46703"/>
                    <a:pt x="9906" y="47220"/>
                  </a:cubicBezTo>
                  <a:cubicBezTo>
                    <a:pt x="10391" y="47738"/>
                    <a:pt x="10634" y="48433"/>
                    <a:pt x="10634" y="49306"/>
                  </a:cubicBezTo>
                  <a:cubicBezTo>
                    <a:pt x="10634" y="50736"/>
                    <a:pt x="10013" y="52010"/>
                    <a:pt x="8771" y="53129"/>
                  </a:cubicBezTo>
                  <a:cubicBezTo>
                    <a:pt x="8169" y="53646"/>
                    <a:pt x="7581" y="53963"/>
                    <a:pt x="7005" y="54080"/>
                  </a:cubicBezTo>
                  <a:cubicBezTo>
                    <a:pt x="6455" y="54203"/>
                    <a:pt x="5711" y="54264"/>
                    <a:pt x="4773" y="54264"/>
                  </a:cubicBezTo>
                  <a:cubicBezTo>
                    <a:pt x="5136" y="55111"/>
                    <a:pt x="5650" y="55823"/>
                    <a:pt x="6316" y="56399"/>
                  </a:cubicBezTo>
                  <a:cubicBezTo>
                    <a:pt x="6982" y="56974"/>
                    <a:pt x="7697" y="57369"/>
                    <a:pt x="8460" y="57582"/>
                  </a:cubicBezTo>
                  <a:cubicBezTo>
                    <a:pt x="9217" y="57822"/>
                    <a:pt x="9838" y="57974"/>
                    <a:pt x="10323" y="58038"/>
                  </a:cubicBezTo>
                  <a:cubicBezTo>
                    <a:pt x="10834" y="58129"/>
                    <a:pt x="11332" y="58174"/>
                    <a:pt x="11817" y="58174"/>
                  </a:cubicBezTo>
                  <a:cubicBezTo>
                    <a:pt x="15698" y="58174"/>
                    <a:pt x="19123" y="56221"/>
                    <a:pt x="22092" y="52314"/>
                  </a:cubicBezTo>
                  <a:cubicBezTo>
                    <a:pt x="22971" y="51130"/>
                    <a:pt x="23728" y="49947"/>
                    <a:pt x="24362" y="48763"/>
                  </a:cubicBezTo>
                  <a:cubicBezTo>
                    <a:pt x="25028" y="47612"/>
                    <a:pt x="25604" y="46325"/>
                    <a:pt x="26089" y="44902"/>
                  </a:cubicBezTo>
                  <a:cubicBezTo>
                    <a:pt x="26574" y="43511"/>
                    <a:pt x="26923" y="42434"/>
                    <a:pt x="27137" y="41671"/>
                  </a:cubicBezTo>
                  <a:cubicBezTo>
                    <a:pt x="27376" y="40914"/>
                    <a:pt x="27709" y="39672"/>
                    <a:pt x="28136" y="37945"/>
                  </a:cubicBezTo>
                  <a:cubicBezTo>
                    <a:pt x="25316" y="40765"/>
                    <a:pt x="22179" y="42175"/>
                    <a:pt x="18725" y="42175"/>
                  </a:cubicBezTo>
                  <a:cubicBezTo>
                    <a:pt x="17270" y="42175"/>
                    <a:pt x="15892" y="41978"/>
                    <a:pt x="14592" y="41583"/>
                  </a:cubicBezTo>
                  <a:cubicBezTo>
                    <a:pt x="13318" y="41189"/>
                    <a:pt x="12121" y="40584"/>
                    <a:pt x="11002" y="39769"/>
                  </a:cubicBezTo>
                  <a:cubicBezTo>
                    <a:pt x="9883" y="38915"/>
                    <a:pt x="8987" y="37748"/>
                    <a:pt x="8315" y="36267"/>
                  </a:cubicBezTo>
                  <a:cubicBezTo>
                    <a:pt x="7681" y="34779"/>
                    <a:pt x="7364" y="33052"/>
                    <a:pt x="7364" y="31086"/>
                  </a:cubicBezTo>
                  <a:cubicBezTo>
                    <a:pt x="7364" y="28997"/>
                    <a:pt x="7775" y="26526"/>
                    <a:pt x="8596" y="23673"/>
                  </a:cubicBezTo>
                  <a:cubicBezTo>
                    <a:pt x="9411" y="20827"/>
                    <a:pt x="10805" y="16785"/>
                    <a:pt x="12778" y="11546"/>
                  </a:cubicBezTo>
                  <a:cubicBezTo>
                    <a:pt x="13838" y="8603"/>
                    <a:pt x="14369" y="6420"/>
                    <a:pt x="14369" y="4997"/>
                  </a:cubicBezTo>
                  <a:cubicBezTo>
                    <a:pt x="14369" y="4298"/>
                    <a:pt x="14291" y="3739"/>
                    <a:pt x="14136" y="3318"/>
                  </a:cubicBezTo>
                  <a:cubicBezTo>
                    <a:pt x="13987" y="2859"/>
                    <a:pt x="13761" y="2555"/>
                    <a:pt x="13457" y="2406"/>
                  </a:cubicBezTo>
                  <a:cubicBezTo>
                    <a:pt x="13153" y="2225"/>
                    <a:pt x="12910" y="2118"/>
                    <a:pt x="12729" y="2086"/>
                  </a:cubicBezTo>
                  <a:cubicBezTo>
                    <a:pt x="12574" y="2060"/>
                    <a:pt x="12347" y="2047"/>
                    <a:pt x="12050" y="2047"/>
                  </a:cubicBezTo>
                  <a:cubicBezTo>
                    <a:pt x="10258" y="2047"/>
                    <a:pt x="8531" y="2956"/>
                    <a:pt x="6869" y="4773"/>
                  </a:cubicBezTo>
                  <a:cubicBezTo>
                    <a:pt x="5200" y="6591"/>
                    <a:pt x="3790" y="9528"/>
                    <a:pt x="2639" y="13583"/>
                  </a:cubicBezTo>
                  <a:cubicBezTo>
                    <a:pt x="2393" y="14340"/>
                    <a:pt x="2196" y="14812"/>
                    <a:pt x="2047" y="15000"/>
                  </a:cubicBezTo>
                  <a:cubicBezTo>
                    <a:pt x="1898" y="15181"/>
                    <a:pt x="1594" y="15271"/>
                    <a:pt x="1135" y="15271"/>
                  </a:cubicBezTo>
                  <a:cubicBezTo>
                    <a:pt x="378" y="15239"/>
                    <a:pt x="0" y="14919"/>
                    <a:pt x="0" y="14311"/>
                  </a:cubicBezTo>
                  <a:cubicBezTo>
                    <a:pt x="0" y="14071"/>
                    <a:pt x="136" y="13483"/>
                    <a:pt x="407" y="12545"/>
                  </a:cubicBezTo>
                  <a:cubicBezTo>
                    <a:pt x="686" y="11575"/>
                    <a:pt x="1142" y="10378"/>
                    <a:pt x="1775" y="8955"/>
                  </a:cubicBezTo>
                  <a:cubicBezTo>
                    <a:pt x="2442" y="7500"/>
                    <a:pt x="3231" y="6119"/>
                    <a:pt x="4143" y="4812"/>
                  </a:cubicBezTo>
                  <a:cubicBezTo>
                    <a:pt x="5048" y="3480"/>
                    <a:pt x="6213" y="2345"/>
                    <a:pt x="7636" y="1407"/>
                  </a:cubicBezTo>
                  <a:cubicBezTo>
                    <a:pt x="9091" y="469"/>
                    <a:pt x="10653" y="0"/>
                    <a:pt x="12322" y="0"/>
                  </a:cubicBezTo>
                  <a:cubicBezTo>
                    <a:pt x="14592" y="0"/>
                    <a:pt x="16426" y="741"/>
                    <a:pt x="17823" y="2222"/>
                  </a:cubicBezTo>
                  <a:cubicBezTo>
                    <a:pt x="19246" y="3677"/>
                    <a:pt x="19957" y="5482"/>
                    <a:pt x="19957" y="7636"/>
                  </a:cubicBezTo>
                  <a:cubicBezTo>
                    <a:pt x="19957" y="8515"/>
                    <a:pt x="19834" y="9346"/>
                    <a:pt x="19589" y="10129"/>
                  </a:cubicBezTo>
                  <a:cubicBezTo>
                    <a:pt x="19375" y="10886"/>
                    <a:pt x="18877" y="12280"/>
                    <a:pt x="18094" y="14311"/>
                  </a:cubicBezTo>
                  <a:cubicBezTo>
                    <a:pt x="14912" y="22493"/>
                    <a:pt x="13321" y="28586"/>
                    <a:pt x="13321" y="32590"/>
                  </a:cubicBezTo>
                  <a:cubicBezTo>
                    <a:pt x="13321" y="33553"/>
                    <a:pt x="13395" y="34446"/>
                    <a:pt x="13544" y="35267"/>
                  </a:cubicBezTo>
                  <a:cubicBezTo>
                    <a:pt x="13725" y="36057"/>
                    <a:pt x="14013" y="36842"/>
                    <a:pt x="14408" y="37625"/>
                  </a:cubicBezTo>
                  <a:cubicBezTo>
                    <a:pt x="14802" y="38388"/>
                    <a:pt x="15394" y="38996"/>
                    <a:pt x="16183" y="39449"/>
                  </a:cubicBezTo>
                  <a:cubicBezTo>
                    <a:pt x="16998" y="39869"/>
                    <a:pt x="17968" y="40080"/>
                    <a:pt x="19094" y="40080"/>
                  </a:cubicBezTo>
                  <a:cubicBezTo>
                    <a:pt x="20517" y="40080"/>
                    <a:pt x="21894" y="39746"/>
                    <a:pt x="23227" y="39080"/>
                  </a:cubicBezTo>
                  <a:cubicBezTo>
                    <a:pt x="24592" y="38388"/>
                    <a:pt x="25698" y="37570"/>
                    <a:pt x="26545" y="36626"/>
                  </a:cubicBezTo>
                  <a:cubicBezTo>
                    <a:pt x="27425" y="35688"/>
                    <a:pt x="28120" y="34824"/>
                    <a:pt x="28631" y="34035"/>
                  </a:cubicBezTo>
                  <a:cubicBezTo>
                    <a:pt x="29181" y="33220"/>
                    <a:pt x="29517" y="32599"/>
                    <a:pt x="29640" y="32172"/>
                  </a:cubicBezTo>
                  <a:lnTo>
                    <a:pt x="33812" y="15446"/>
                  </a:lnTo>
                  <a:lnTo>
                    <a:pt x="35684" y="7995"/>
                  </a:lnTo>
                  <a:cubicBezTo>
                    <a:pt x="36260" y="5297"/>
                    <a:pt x="36684" y="3616"/>
                    <a:pt x="36955" y="2949"/>
                  </a:cubicBezTo>
                  <a:cubicBezTo>
                    <a:pt x="37318" y="2316"/>
                    <a:pt x="37816" y="1831"/>
                    <a:pt x="38450" y="1494"/>
                  </a:cubicBezTo>
                  <a:cubicBezTo>
                    <a:pt x="39090" y="1164"/>
                    <a:pt x="39682" y="999"/>
                    <a:pt x="40225" y="999"/>
                  </a:cubicBezTo>
                  <a:cubicBezTo>
                    <a:pt x="40982" y="999"/>
                    <a:pt x="41619" y="1226"/>
                    <a:pt x="42136" y="1678"/>
                  </a:cubicBezTo>
                  <a:cubicBezTo>
                    <a:pt x="42680" y="2131"/>
                    <a:pt x="42951" y="2752"/>
                    <a:pt x="42951" y="354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7" name="Freeform 3436">
              <a:extLst>
                <a:ext uri="{FF2B5EF4-FFF2-40B4-BE49-F238E27FC236}">
                  <a16:creationId xmlns:a16="http://schemas.microsoft.com/office/drawing/2014/main" id="{E29B42F1-1C46-C2FD-8A66-42641A7DE63C}"/>
                </a:ext>
              </a:extLst>
            </p:cNvPr>
            <p:cNvSpPr/>
            <p:nvPr/>
          </p:nvSpPr>
          <p:spPr>
            <a:xfrm>
              <a:off x="3699409" y="1511821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8" name="Freeform 3437">
              <a:extLst>
                <a:ext uri="{FF2B5EF4-FFF2-40B4-BE49-F238E27FC236}">
                  <a16:creationId xmlns:a16="http://schemas.microsoft.com/office/drawing/2014/main" id="{7E6C7395-187E-0EA7-E92F-CE345CD1FE78}"/>
                </a:ext>
              </a:extLst>
            </p:cNvPr>
            <p:cNvSpPr/>
            <p:nvPr/>
          </p:nvSpPr>
          <p:spPr>
            <a:xfrm>
              <a:off x="3699409" y="2764190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9" name="Freeform 3438">
              <a:extLst>
                <a:ext uri="{FF2B5EF4-FFF2-40B4-BE49-F238E27FC236}">
                  <a16:creationId xmlns:a16="http://schemas.microsoft.com/office/drawing/2014/main" id="{8886E4BA-9B09-21CD-6510-F2ACCDC1CFED}"/>
                </a:ext>
              </a:extLst>
            </p:cNvPr>
            <p:cNvSpPr/>
            <p:nvPr/>
          </p:nvSpPr>
          <p:spPr>
            <a:xfrm>
              <a:off x="3699409" y="2459280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0" name="Freeform 3439">
              <a:extLst>
                <a:ext uri="{FF2B5EF4-FFF2-40B4-BE49-F238E27FC236}">
                  <a16:creationId xmlns:a16="http://schemas.microsoft.com/office/drawing/2014/main" id="{940B12B1-57BC-BF04-CFB6-61D740F9E7B7}"/>
                </a:ext>
              </a:extLst>
            </p:cNvPr>
            <p:cNvSpPr/>
            <p:nvPr/>
          </p:nvSpPr>
          <p:spPr>
            <a:xfrm>
              <a:off x="3699409" y="2154358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1" name="Freeform 3440">
              <a:extLst>
                <a:ext uri="{FF2B5EF4-FFF2-40B4-BE49-F238E27FC236}">
                  <a16:creationId xmlns:a16="http://schemas.microsoft.com/office/drawing/2014/main" id="{0E910DE4-DDE3-E88D-E9B9-262EC4F6C3D5}"/>
                </a:ext>
              </a:extLst>
            </p:cNvPr>
            <p:cNvSpPr/>
            <p:nvPr/>
          </p:nvSpPr>
          <p:spPr>
            <a:xfrm>
              <a:off x="3699409" y="1849441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2" name="Freeform 3441">
              <a:extLst>
                <a:ext uri="{FF2B5EF4-FFF2-40B4-BE49-F238E27FC236}">
                  <a16:creationId xmlns:a16="http://schemas.microsoft.com/office/drawing/2014/main" id="{75646F4F-40CF-64EA-EEEC-D86B701AFE91}"/>
                </a:ext>
              </a:extLst>
            </p:cNvPr>
            <p:cNvSpPr/>
            <p:nvPr/>
          </p:nvSpPr>
          <p:spPr>
            <a:xfrm>
              <a:off x="3699409" y="1544525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3" name="Freeform 3442">
              <a:extLst>
                <a:ext uri="{FF2B5EF4-FFF2-40B4-BE49-F238E27FC236}">
                  <a16:creationId xmlns:a16="http://schemas.microsoft.com/office/drawing/2014/main" id="{A7349E06-4E7F-12B5-E79B-42FE70F1A133}"/>
                </a:ext>
              </a:extLst>
            </p:cNvPr>
            <p:cNvSpPr/>
            <p:nvPr/>
          </p:nvSpPr>
          <p:spPr>
            <a:xfrm>
              <a:off x="3547124" y="2733793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4" name="Freeform 3443">
              <a:extLst>
                <a:ext uri="{FF2B5EF4-FFF2-40B4-BE49-F238E27FC236}">
                  <a16:creationId xmlns:a16="http://schemas.microsoft.com/office/drawing/2014/main" id="{22C12DD0-F079-C03C-0D0E-1E8C59B3359A}"/>
                </a:ext>
              </a:extLst>
            </p:cNvPr>
            <p:cNvSpPr/>
            <p:nvPr/>
          </p:nvSpPr>
          <p:spPr>
            <a:xfrm>
              <a:off x="3601637" y="2783545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5" name="Freeform 3444">
              <a:extLst>
                <a:ext uri="{FF2B5EF4-FFF2-40B4-BE49-F238E27FC236}">
                  <a16:creationId xmlns:a16="http://schemas.microsoft.com/office/drawing/2014/main" id="{8771E23F-AA44-3588-64A8-64CF1AC84742}"/>
                </a:ext>
              </a:extLst>
            </p:cNvPr>
            <p:cNvSpPr/>
            <p:nvPr/>
          </p:nvSpPr>
          <p:spPr>
            <a:xfrm>
              <a:off x="3623922" y="2733793"/>
              <a:ext cx="40559" cy="60880"/>
            </a:xfrm>
            <a:custGeom>
              <a:avLst/>
              <a:gdLst>
                <a:gd name="csX0" fmla="*/ 20280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80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80 w 40559"/>
                <a:gd name="csY8" fmla="*/ 6287 h 60880"/>
                <a:gd name="csX9" fmla="*/ 20280 w 40559"/>
                <a:gd name="csY9" fmla="*/ 0 h 60880"/>
                <a:gd name="csX10" fmla="*/ 35333 w 40559"/>
                <a:gd name="csY10" fmla="*/ 7820 h 60880"/>
                <a:gd name="csX11" fmla="*/ 40560 w 40559"/>
                <a:gd name="csY11" fmla="*/ 30455 h 60880"/>
                <a:gd name="csX12" fmla="*/ 35333 w 40559"/>
                <a:gd name="csY12" fmla="*/ 53100 h 60880"/>
                <a:gd name="csX13" fmla="*/ 20280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80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4" y="2607"/>
                    <a:pt x="35333" y="7820"/>
                  </a:cubicBezTo>
                  <a:cubicBezTo>
                    <a:pt x="38818" y="13007"/>
                    <a:pt x="40560" y="20552"/>
                    <a:pt x="40560" y="30455"/>
                  </a:cubicBezTo>
                  <a:cubicBezTo>
                    <a:pt x="40560" y="40338"/>
                    <a:pt x="38818" y="47887"/>
                    <a:pt x="35333" y="53100"/>
                  </a:cubicBezTo>
                  <a:cubicBezTo>
                    <a:pt x="31874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6" name="Freeform 3445">
              <a:extLst>
                <a:ext uri="{FF2B5EF4-FFF2-40B4-BE49-F238E27FC236}">
                  <a16:creationId xmlns:a16="http://schemas.microsoft.com/office/drawing/2014/main" id="{3AE52FB4-7574-C68E-DF0E-3D11A21E4831}"/>
                </a:ext>
              </a:extLst>
            </p:cNvPr>
            <p:cNvSpPr/>
            <p:nvPr/>
          </p:nvSpPr>
          <p:spPr>
            <a:xfrm>
              <a:off x="3549836" y="2428875"/>
              <a:ext cx="40560" cy="60879"/>
            </a:xfrm>
            <a:custGeom>
              <a:avLst/>
              <a:gdLst>
                <a:gd name="csX0" fmla="*/ 20280 w 40560"/>
                <a:gd name="csY0" fmla="*/ 6289 h 60879"/>
                <a:gd name="csX1" fmla="*/ 11044 w 40560"/>
                <a:gd name="csY1" fmla="*/ 12340 h 60879"/>
                <a:gd name="csX2" fmla="*/ 7979 w 40560"/>
                <a:gd name="csY2" fmla="*/ 30464 h 60879"/>
                <a:gd name="csX3" fmla="*/ 11044 w 40560"/>
                <a:gd name="csY3" fmla="*/ 48578 h 60879"/>
                <a:gd name="csX4" fmla="*/ 20280 w 40560"/>
                <a:gd name="csY4" fmla="*/ 54593 h 60879"/>
                <a:gd name="csX5" fmla="*/ 29517 w 40560"/>
                <a:gd name="csY5" fmla="*/ 48578 h 60879"/>
                <a:gd name="csX6" fmla="*/ 32622 w 40560"/>
                <a:gd name="csY6" fmla="*/ 30464 h 60879"/>
                <a:gd name="csX7" fmla="*/ 29517 w 40560"/>
                <a:gd name="csY7" fmla="*/ 12340 h 60879"/>
                <a:gd name="csX8" fmla="*/ 20280 w 40560"/>
                <a:gd name="csY8" fmla="*/ 6289 h 60879"/>
                <a:gd name="csX9" fmla="*/ 20280 w 40560"/>
                <a:gd name="csY9" fmla="*/ 0 h 60879"/>
                <a:gd name="csX10" fmla="*/ 35333 w 40560"/>
                <a:gd name="csY10" fmla="*/ 7819 h 60879"/>
                <a:gd name="csX11" fmla="*/ 40561 w 40560"/>
                <a:gd name="csY11" fmla="*/ 30464 h 60879"/>
                <a:gd name="csX12" fmla="*/ 35333 w 40560"/>
                <a:gd name="csY12" fmla="*/ 53099 h 60879"/>
                <a:gd name="csX13" fmla="*/ 20280 w 40560"/>
                <a:gd name="csY13" fmla="*/ 60880 h 60879"/>
                <a:gd name="csX14" fmla="*/ 5189 w 40560"/>
                <a:gd name="csY14" fmla="*/ 53099 h 60879"/>
                <a:gd name="csX15" fmla="*/ 0 w 40560"/>
                <a:gd name="csY15" fmla="*/ 30464 h 60879"/>
                <a:gd name="csX16" fmla="*/ 5189 w 40560"/>
                <a:gd name="csY16" fmla="*/ 7819 h 60879"/>
                <a:gd name="csX17" fmla="*/ 20280 w 40560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9">
                  <a:moveTo>
                    <a:pt x="20280" y="6289"/>
                  </a:moveTo>
                  <a:cubicBezTo>
                    <a:pt x="16193" y="6289"/>
                    <a:pt x="13114" y="8306"/>
                    <a:pt x="11044" y="12340"/>
                  </a:cubicBezTo>
                  <a:cubicBezTo>
                    <a:pt x="9001" y="16350"/>
                    <a:pt x="7979" y="22392"/>
                    <a:pt x="7979" y="30464"/>
                  </a:cubicBezTo>
                  <a:cubicBezTo>
                    <a:pt x="7979" y="38504"/>
                    <a:pt x="9001" y="44542"/>
                    <a:pt x="11044" y="48578"/>
                  </a:cubicBezTo>
                  <a:cubicBezTo>
                    <a:pt x="13114" y="52588"/>
                    <a:pt x="16193" y="54593"/>
                    <a:pt x="20280" y="54593"/>
                  </a:cubicBezTo>
                  <a:cubicBezTo>
                    <a:pt x="24394" y="54593"/>
                    <a:pt x="27473" y="52588"/>
                    <a:pt x="29517" y="48578"/>
                  </a:cubicBezTo>
                  <a:cubicBezTo>
                    <a:pt x="31587" y="44542"/>
                    <a:pt x="32622" y="38504"/>
                    <a:pt x="32622" y="30464"/>
                  </a:cubicBezTo>
                  <a:cubicBezTo>
                    <a:pt x="32622" y="22392"/>
                    <a:pt x="31587" y="16350"/>
                    <a:pt x="29517" y="12340"/>
                  </a:cubicBezTo>
                  <a:cubicBezTo>
                    <a:pt x="27473" y="8306"/>
                    <a:pt x="24394" y="6289"/>
                    <a:pt x="20280" y="6289"/>
                  </a:cubicBezTo>
                  <a:moveTo>
                    <a:pt x="20280" y="0"/>
                  </a:moveTo>
                  <a:cubicBezTo>
                    <a:pt x="26857" y="0"/>
                    <a:pt x="31875" y="2606"/>
                    <a:pt x="35333" y="7819"/>
                  </a:cubicBezTo>
                  <a:cubicBezTo>
                    <a:pt x="38818" y="13006"/>
                    <a:pt x="40561" y="20555"/>
                    <a:pt x="40561" y="30464"/>
                  </a:cubicBezTo>
                  <a:cubicBezTo>
                    <a:pt x="40561" y="40341"/>
                    <a:pt x="38818" y="47886"/>
                    <a:pt x="35333" y="53099"/>
                  </a:cubicBezTo>
                  <a:cubicBezTo>
                    <a:pt x="31875" y="58286"/>
                    <a:pt x="26857" y="60880"/>
                    <a:pt x="20280" y="60880"/>
                  </a:cubicBezTo>
                  <a:cubicBezTo>
                    <a:pt x="13704" y="60880"/>
                    <a:pt x="8673" y="58286"/>
                    <a:pt x="5189" y="53099"/>
                  </a:cubicBezTo>
                  <a:cubicBezTo>
                    <a:pt x="1730" y="47886"/>
                    <a:pt x="0" y="40341"/>
                    <a:pt x="0" y="30464"/>
                  </a:cubicBezTo>
                  <a:cubicBezTo>
                    <a:pt x="0" y="20555"/>
                    <a:pt x="1730" y="13006"/>
                    <a:pt x="5189" y="7819"/>
                  </a:cubicBezTo>
                  <a:cubicBezTo>
                    <a:pt x="8673" y="2606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7" name="Freeform 3446">
              <a:extLst>
                <a:ext uri="{FF2B5EF4-FFF2-40B4-BE49-F238E27FC236}">
                  <a16:creationId xmlns:a16="http://schemas.microsoft.com/office/drawing/2014/main" id="{854B081D-99FE-4374-4C5D-EB0C99B5F812}"/>
                </a:ext>
              </a:extLst>
            </p:cNvPr>
            <p:cNvSpPr/>
            <p:nvPr/>
          </p:nvSpPr>
          <p:spPr>
            <a:xfrm>
              <a:off x="3604349" y="2478636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8" name="Freeform 3447">
              <a:extLst>
                <a:ext uri="{FF2B5EF4-FFF2-40B4-BE49-F238E27FC236}">
                  <a16:creationId xmlns:a16="http://schemas.microsoft.com/office/drawing/2014/main" id="{E724DE3E-B30B-8CBE-FEAC-E3729636221A}"/>
                </a:ext>
              </a:extLst>
            </p:cNvPr>
            <p:cNvSpPr/>
            <p:nvPr/>
          </p:nvSpPr>
          <p:spPr>
            <a:xfrm>
              <a:off x="3627223" y="2428875"/>
              <a:ext cx="37258" cy="59744"/>
            </a:xfrm>
            <a:custGeom>
              <a:avLst/>
              <a:gdLst>
                <a:gd name="csX0" fmla="*/ 9550 w 37258"/>
                <a:gd name="csY0" fmla="*/ 53060 h 59744"/>
                <a:gd name="csX1" fmla="*/ 37258 w 37258"/>
                <a:gd name="csY1" fmla="*/ 53060 h 59744"/>
                <a:gd name="csX2" fmla="*/ 37258 w 37258"/>
                <a:gd name="csY2" fmla="*/ 59745 h 59744"/>
                <a:gd name="csX3" fmla="*/ 0 w 37258"/>
                <a:gd name="csY3" fmla="*/ 59745 h 59744"/>
                <a:gd name="csX4" fmla="*/ 0 w 37258"/>
                <a:gd name="csY4" fmla="*/ 53060 h 59744"/>
                <a:gd name="csX5" fmla="*/ 12301 w 37258"/>
                <a:gd name="csY5" fmla="*/ 40525 h 59744"/>
                <a:gd name="csX6" fmla="*/ 22127 w 37258"/>
                <a:gd name="csY6" fmla="*/ 30338 h 59744"/>
                <a:gd name="csX7" fmla="*/ 27433 w 37258"/>
                <a:gd name="csY7" fmla="*/ 23110 h 59744"/>
                <a:gd name="csX8" fmla="*/ 28966 w 37258"/>
                <a:gd name="csY8" fmla="*/ 17249 h 59744"/>
                <a:gd name="csX9" fmla="*/ 25664 w 37258"/>
                <a:gd name="csY9" fmla="*/ 9633 h 59744"/>
                <a:gd name="csX10" fmla="*/ 17136 w 37258"/>
                <a:gd name="csY10" fmla="*/ 6682 h 59744"/>
                <a:gd name="csX11" fmla="*/ 9235 w 37258"/>
                <a:gd name="csY11" fmla="*/ 7974 h 59744"/>
                <a:gd name="csX12" fmla="*/ 393 w 37258"/>
                <a:gd name="csY12" fmla="*/ 11913 h 59744"/>
                <a:gd name="csX13" fmla="*/ 393 w 37258"/>
                <a:gd name="csY13" fmla="*/ 3892 h 59744"/>
                <a:gd name="csX14" fmla="*/ 9354 w 37258"/>
                <a:gd name="csY14" fmla="*/ 983 h 59744"/>
                <a:gd name="csX15" fmla="*/ 16979 w 37258"/>
                <a:gd name="csY15" fmla="*/ 0 h 59744"/>
                <a:gd name="csX16" fmla="*/ 31520 w 37258"/>
                <a:gd name="csY16" fmla="*/ 4560 h 59744"/>
                <a:gd name="csX17" fmla="*/ 36944 w 37258"/>
                <a:gd name="csY17" fmla="*/ 16745 h 59744"/>
                <a:gd name="csX18" fmla="*/ 35568 w 37258"/>
                <a:gd name="csY18" fmla="*/ 23624 h 59744"/>
                <a:gd name="csX19" fmla="*/ 30656 w 37258"/>
                <a:gd name="csY19" fmla="*/ 31250 h 59744"/>
                <a:gd name="csX20" fmla="*/ 24407 w 37258"/>
                <a:gd name="csY20" fmla="*/ 37847 h 59744"/>
                <a:gd name="csX21" fmla="*/ 9550 w 37258"/>
                <a:gd name="csY21" fmla="*/ 53060 h 59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44">
                  <a:moveTo>
                    <a:pt x="9550" y="53060"/>
                  </a:moveTo>
                  <a:lnTo>
                    <a:pt x="37258" y="53060"/>
                  </a:lnTo>
                  <a:lnTo>
                    <a:pt x="37258" y="59745"/>
                  </a:lnTo>
                  <a:lnTo>
                    <a:pt x="0" y="59745"/>
                  </a:lnTo>
                  <a:lnTo>
                    <a:pt x="0" y="53060"/>
                  </a:lnTo>
                  <a:cubicBezTo>
                    <a:pt x="3013" y="49942"/>
                    <a:pt x="7113" y="45764"/>
                    <a:pt x="12301" y="40525"/>
                  </a:cubicBezTo>
                  <a:cubicBezTo>
                    <a:pt x="17515" y="35253"/>
                    <a:pt x="20790" y="31858"/>
                    <a:pt x="22127" y="30338"/>
                  </a:cubicBezTo>
                  <a:cubicBezTo>
                    <a:pt x="24669" y="27485"/>
                    <a:pt x="26437" y="25076"/>
                    <a:pt x="27433" y="23110"/>
                  </a:cubicBezTo>
                  <a:cubicBezTo>
                    <a:pt x="28455" y="21117"/>
                    <a:pt x="28966" y="19164"/>
                    <a:pt x="28966" y="17249"/>
                  </a:cubicBezTo>
                  <a:cubicBezTo>
                    <a:pt x="28966" y="14132"/>
                    <a:pt x="27865" y="11593"/>
                    <a:pt x="25664" y="9633"/>
                  </a:cubicBezTo>
                  <a:cubicBezTo>
                    <a:pt x="23490" y="7666"/>
                    <a:pt x="20647" y="6682"/>
                    <a:pt x="17136" y="6682"/>
                  </a:cubicBezTo>
                  <a:cubicBezTo>
                    <a:pt x="14646" y="6682"/>
                    <a:pt x="12013" y="7113"/>
                    <a:pt x="9235" y="7974"/>
                  </a:cubicBezTo>
                  <a:cubicBezTo>
                    <a:pt x="6485" y="8841"/>
                    <a:pt x="3537" y="10154"/>
                    <a:pt x="393" y="11913"/>
                  </a:cubicBezTo>
                  <a:lnTo>
                    <a:pt x="393" y="3892"/>
                  </a:lnTo>
                  <a:cubicBezTo>
                    <a:pt x="3589" y="2608"/>
                    <a:pt x="6576" y="1638"/>
                    <a:pt x="9354" y="983"/>
                  </a:cubicBezTo>
                  <a:cubicBezTo>
                    <a:pt x="12131" y="328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60"/>
                  </a:cubicBezTo>
                  <a:cubicBezTo>
                    <a:pt x="35136" y="7599"/>
                    <a:pt x="36944" y="11661"/>
                    <a:pt x="36944" y="16745"/>
                  </a:cubicBezTo>
                  <a:cubicBezTo>
                    <a:pt x="36944" y="19158"/>
                    <a:pt x="36485" y="21450"/>
                    <a:pt x="35568" y="23624"/>
                  </a:cubicBezTo>
                  <a:cubicBezTo>
                    <a:pt x="34677" y="25771"/>
                    <a:pt x="33040" y="28313"/>
                    <a:pt x="30656" y="31250"/>
                  </a:cubicBezTo>
                  <a:cubicBezTo>
                    <a:pt x="30001" y="32006"/>
                    <a:pt x="27918" y="34206"/>
                    <a:pt x="24407" y="37847"/>
                  </a:cubicBezTo>
                  <a:cubicBezTo>
                    <a:pt x="20896" y="41463"/>
                    <a:pt x="15944" y="46534"/>
                    <a:pt x="9550" y="5306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9" name="Freeform 3448">
              <a:extLst>
                <a:ext uri="{FF2B5EF4-FFF2-40B4-BE49-F238E27FC236}">
                  <a16:creationId xmlns:a16="http://schemas.microsoft.com/office/drawing/2014/main" id="{AD5A912C-255B-4D42-DABE-C0351F8C5C15}"/>
                </a:ext>
              </a:extLst>
            </p:cNvPr>
            <p:cNvSpPr/>
            <p:nvPr/>
          </p:nvSpPr>
          <p:spPr>
            <a:xfrm>
              <a:off x="3546300" y="2123959"/>
              <a:ext cx="40559" cy="60878"/>
            </a:xfrm>
            <a:custGeom>
              <a:avLst/>
              <a:gdLst>
                <a:gd name="csX0" fmla="*/ 20279 w 40559"/>
                <a:gd name="csY0" fmla="*/ 6288 h 60878"/>
                <a:gd name="csX1" fmla="*/ 11044 w 40559"/>
                <a:gd name="csY1" fmla="*/ 12340 h 60878"/>
                <a:gd name="csX2" fmla="*/ 7978 w 40559"/>
                <a:gd name="csY2" fmla="*/ 30459 h 60878"/>
                <a:gd name="csX3" fmla="*/ 11044 w 40559"/>
                <a:gd name="csY3" fmla="*/ 48578 h 60878"/>
                <a:gd name="csX4" fmla="*/ 20279 w 40559"/>
                <a:gd name="csY4" fmla="*/ 54591 h 60878"/>
                <a:gd name="csX5" fmla="*/ 29516 w 40559"/>
                <a:gd name="csY5" fmla="*/ 48578 h 60878"/>
                <a:gd name="csX6" fmla="*/ 32621 w 40559"/>
                <a:gd name="csY6" fmla="*/ 30459 h 60878"/>
                <a:gd name="csX7" fmla="*/ 29516 w 40559"/>
                <a:gd name="csY7" fmla="*/ 12340 h 60878"/>
                <a:gd name="csX8" fmla="*/ 20279 w 40559"/>
                <a:gd name="csY8" fmla="*/ 6288 h 60878"/>
                <a:gd name="csX9" fmla="*/ 20279 w 40559"/>
                <a:gd name="csY9" fmla="*/ 0 h 60878"/>
                <a:gd name="csX10" fmla="*/ 35332 w 40559"/>
                <a:gd name="csY10" fmla="*/ 7821 h 60878"/>
                <a:gd name="csX11" fmla="*/ 40560 w 40559"/>
                <a:gd name="csY11" fmla="*/ 30459 h 60878"/>
                <a:gd name="csX12" fmla="*/ 35332 w 40559"/>
                <a:gd name="csY12" fmla="*/ 53097 h 60878"/>
                <a:gd name="csX13" fmla="*/ 20279 w 40559"/>
                <a:gd name="csY13" fmla="*/ 60879 h 60878"/>
                <a:gd name="csX14" fmla="*/ 5188 w 40559"/>
                <a:gd name="csY14" fmla="*/ 53097 h 60878"/>
                <a:gd name="csX15" fmla="*/ 0 w 40559"/>
                <a:gd name="csY15" fmla="*/ 30459 h 60878"/>
                <a:gd name="csX16" fmla="*/ 5188 w 40559"/>
                <a:gd name="csY16" fmla="*/ 7821 h 60878"/>
                <a:gd name="csX17" fmla="*/ 20279 w 40559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8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0" name="Freeform 3449">
              <a:extLst>
                <a:ext uri="{FF2B5EF4-FFF2-40B4-BE49-F238E27FC236}">
                  <a16:creationId xmlns:a16="http://schemas.microsoft.com/office/drawing/2014/main" id="{CEAADD6B-6FE3-11C4-67A4-D8457AC8D6E2}"/>
                </a:ext>
              </a:extLst>
            </p:cNvPr>
            <p:cNvSpPr/>
            <p:nvPr/>
          </p:nvSpPr>
          <p:spPr>
            <a:xfrm>
              <a:off x="3600812" y="2173715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1" name="Freeform 3450">
              <a:extLst>
                <a:ext uri="{FF2B5EF4-FFF2-40B4-BE49-F238E27FC236}">
                  <a16:creationId xmlns:a16="http://schemas.microsoft.com/office/drawing/2014/main" id="{D9D00422-757B-8B00-556C-60F41BCA9357}"/>
                </a:ext>
              </a:extLst>
            </p:cNvPr>
            <p:cNvSpPr/>
            <p:nvPr/>
          </p:nvSpPr>
          <p:spPr>
            <a:xfrm>
              <a:off x="3621720" y="2125019"/>
              <a:ext cx="42761" cy="58678"/>
            </a:xfrm>
            <a:custGeom>
              <a:avLst/>
              <a:gdLst>
                <a:gd name="csX0" fmla="*/ 26491 w 42761"/>
                <a:gd name="csY0" fmla="*/ 6918 h 58678"/>
                <a:gd name="csX1" fmla="*/ 6446 w 42761"/>
                <a:gd name="csY1" fmla="*/ 38242 h 58678"/>
                <a:gd name="csX2" fmla="*/ 26491 w 42761"/>
                <a:gd name="csY2" fmla="*/ 38242 h 58678"/>
                <a:gd name="csX3" fmla="*/ 26491 w 42761"/>
                <a:gd name="csY3" fmla="*/ 6918 h 58678"/>
                <a:gd name="csX4" fmla="*/ 24408 w 42761"/>
                <a:gd name="csY4" fmla="*/ 0 h 58678"/>
                <a:gd name="csX5" fmla="*/ 34390 w 42761"/>
                <a:gd name="csY5" fmla="*/ 0 h 58678"/>
                <a:gd name="csX6" fmla="*/ 34390 w 42761"/>
                <a:gd name="csY6" fmla="*/ 38242 h 58678"/>
                <a:gd name="csX7" fmla="*/ 42761 w 42761"/>
                <a:gd name="csY7" fmla="*/ 38242 h 58678"/>
                <a:gd name="csX8" fmla="*/ 42761 w 42761"/>
                <a:gd name="csY8" fmla="*/ 44844 h 58678"/>
                <a:gd name="csX9" fmla="*/ 34390 w 42761"/>
                <a:gd name="csY9" fmla="*/ 44844 h 58678"/>
                <a:gd name="csX10" fmla="*/ 34390 w 42761"/>
                <a:gd name="csY10" fmla="*/ 58679 h 58678"/>
                <a:gd name="csX11" fmla="*/ 26491 w 42761"/>
                <a:gd name="csY11" fmla="*/ 58679 h 58678"/>
                <a:gd name="csX12" fmla="*/ 26491 w 42761"/>
                <a:gd name="csY12" fmla="*/ 44844 h 58678"/>
                <a:gd name="csX13" fmla="*/ 0 w 42761"/>
                <a:gd name="csY13" fmla="*/ 44844 h 58678"/>
                <a:gd name="csX14" fmla="*/ 0 w 42761"/>
                <a:gd name="csY14" fmla="*/ 37181 h 58678"/>
                <a:gd name="csX15" fmla="*/ 24408 w 42761"/>
                <a:gd name="csY15" fmla="*/ 0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761" h="58678">
                  <a:moveTo>
                    <a:pt x="26491" y="6918"/>
                  </a:moveTo>
                  <a:lnTo>
                    <a:pt x="6446" y="38242"/>
                  </a:lnTo>
                  <a:lnTo>
                    <a:pt x="26491" y="38242"/>
                  </a:lnTo>
                  <a:lnTo>
                    <a:pt x="26491" y="6918"/>
                  </a:lnTo>
                  <a:moveTo>
                    <a:pt x="24408" y="0"/>
                  </a:moveTo>
                  <a:lnTo>
                    <a:pt x="34390" y="0"/>
                  </a:lnTo>
                  <a:lnTo>
                    <a:pt x="34390" y="38242"/>
                  </a:lnTo>
                  <a:lnTo>
                    <a:pt x="42761" y="38242"/>
                  </a:lnTo>
                  <a:lnTo>
                    <a:pt x="42761" y="44844"/>
                  </a:lnTo>
                  <a:lnTo>
                    <a:pt x="34390" y="44844"/>
                  </a:lnTo>
                  <a:lnTo>
                    <a:pt x="34390" y="58679"/>
                  </a:lnTo>
                  <a:lnTo>
                    <a:pt x="26491" y="58679"/>
                  </a:lnTo>
                  <a:lnTo>
                    <a:pt x="26491" y="44844"/>
                  </a:lnTo>
                  <a:lnTo>
                    <a:pt x="0" y="44844"/>
                  </a:lnTo>
                  <a:lnTo>
                    <a:pt x="0" y="37181"/>
                  </a:lnTo>
                  <a:lnTo>
                    <a:pt x="24408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2" name="Freeform 3451">
              <a:extLst>
                <a:ext uri="{FF2B5EF4-FFF2-40B4-BE49-F238E27FC236}">
                  <a16:creationId xmlns:a16="http://schemas.microsoft.com/office/drawing/2014/main" id="{D23E8D68-5D85-4911-8C17-4F5F044E1F45}"/>
                </a:ext>
              </a:extLst>
            </p:cNvPr>
            <p:cNvSpPr/>
            <p:nvPr/>
          </p:nvSpPr>
          <p:spPr>
            <a:xfrm>
              <a:off x="3546850" y="1819042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0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0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7 h 60879"/>
                <a:gd name="csX13" fmla="*/ 20279 w 40559"/>
                <a:gd name="csY13" fmla="*/ 60879 h 60879"/>
                <a:gd name="csX14" fmla="*/ 5188 w 40559"/>
                <a:gd name="csY14" fmla="*/ 53097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3" name="Freeform 3452">
              <a:extLst>
                <a:ext uri="{FF2B5EF4-FFF2-40B4-BE49-F238E27FC236}">
                  <a16:creationId xmlns:a16="http://schemas.microsoft.com/office/drawing/2014/main" id="{E1C55C4F-A9E9-45F2-6414-7DFA0A20F273}"/>
                </a:ext>
              </a:extLst>
            </p:cNvPr>
            <p:cNvSpPr/>
            <p:nvPr/>
          </p:nvSpPr>
          <p:spPr>
            <a:xfrm>
              <a:off x="3601362" y="1868798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4" name="Freeform 3453">
              <a:extLst>
                <a:ext uri="{FF2B5EF4-FFF2-40B4-BE49-F238E27FC236}">
                  <a16:creationId xmlns:a16="http://schemas.microsoft.com/office/drawing/2014/main" id="{995CEDE9-754D-791C-B34E-547C17666E00}"/>
                </a:ext>
              </a:extLst>
            </p:cNvPr>
            <p:cNvSpPr/>
            <p:nvPr/>
          </p:nvSpPr>
          <p:spPr>
            <a:xfrm>
              <a:off x="3623961" y="1819042"/>
              <a:ext cx="40521" cy="60879"/>
            </a:xfrm>
            <a:custGeom>
              <a:avLst/>
              <a:gdLst>
                <a:gd name="csX0" fmla="*/ 20949 w 40521"/>
                <a:gd name="csY0" fmla="*/ 27236 h 60879"/>
                <a:gd name="csX1" fmla="*/ 12460 w 40521"/>
                <a:gd name="csY1" fmla="*/ 30892 h 60879"/>
                <a:gd name="csX2" fmla="*/ 9355 w 40521"/>
                <a:gd name="csY2" fmla="*/ 40913 h 60879"/>
                <a:gd name="csX3" fmla="*/ 12460 w 40521"/>
                <a:gd name="csY3" fmla="*/ 50935 h 60879"/>
                <a:gd name="csX4" fmla="*/ 20949 w 40521"/>
                <a:gd name="csY4" fmla="*/ 54591 h 60879"/>
                <a:gd name="csX5" fmla="*/ 29398 w 40521"/>
                <a:gd name="csY5" fmla="*/ 50935 h 60879"/>
                <a:gd name="csX6" fmla="*/ 32543 w 40521"/>
                <a:gd name="csY6" fmla="*/ 40913 h 60879"/>
                <a:gd name="csX7" fmla="*/ 29398 w 40521"/>
                <a:gd name="csY7" fmla="*/ 30892 h 60879"/>
                <a:gd name="csX8" fmla="*/ 20949 w 40521"/>
                <a:gd name="csY8" fmla="*/ 27236 h 60879"/>
                <a:gd name="csX9" fmla="*/ 36709 w 40521"/>
                <a:gd name="csY9" fmla="*/ 2358 h 60879"/>
                <a:gd name="csX10" fmla="*/ 36709 w 40521"/>
                <a:gd name="csY10" fmla="*/ 9590 h 60879"/>
                <a:gd name="csX11" fmla="*/ 30657 w 40521"/>
                <a:gd name="csY11" fmla="*/ 7428 h 60879"/>
                <a:gd name="csX12" fmla="*/ 24643 w 40521"/>
                <a:gd name="csY12" fmla="*/ 6681 h 60879"/>
                <a:gd name="csX13" fmla="*/ 12617 w 40521"/>
                <a:gd name="csY13" fmla="*/ 11987 h 60879"/>
                <a:gd name="csX14" fmla="*/ 7900 w 40521"/>
                <a:gd name="csY14" fmla="*/ 28023 h 60879"/>
                <a:gd name="csX15" fmla="*/ 13717 w 40521"/>
                <a:gd name="csY15" fmla="*/ 22795 h 60879"/>
                <a:gd name="csX16" fmla="*/ 21420 w 40521"/>
                <a:gd name="csY16" fmla="*/ 20948 h 60879"/>
                <a:gd name="csX17" fmla="*/ 35373 w 40521"/>
                <a:gd name="csY17" fmla="*/ 26333 h 60879"/>
                <a:gd name="csX18" fmla="*/ 40521 w 40521"/>
                <a:gd name="csY18" fmla="*/ 40913 h 60879"/>
                <a:gd name="csX19" fmla="*/ 35176 w 40521"/>
                <a:gd name="csY19" fmla="*/ 55416 h 60879"/>
                <a:gd name="csX20" fmla="*/ 20949 w 40521"/>
                <a:gd name="csY20" fmla="*/ 60879 h 60879"/>
                <a:gd name="csX21" fmla="*/ 5385 w 40521"/>
                <a:gd name="csY21" fmla="*/ 53097 h 60879"/>
                <a:gd name="csX22" fmla="*/ 0 w 40521"/>
                <a:gd name="csY22" fmla="*/ 30459 h 60879"/>
                <a:gd name="csX23" fmla="*/ 6603 w 40521"/>
                <a:gd name="csY23" fmla="*/ 8292 h 60879"/>
                <a:gd name="csX24" fmla="*/ 24329 w 40521"/>
                <a:gd name="csY24" fmla="*/ 0 h 60879"/>
                <a:gd name="csX25" fmla="*/ 30342 w 40521"/>
                <a:gd name="csY25" fmla="*/ 589 h 60879"/>
                <a:gd name="csX26" fmla="*/ 36709 w 40521"/>
                <a:gd name="csY26" fmla="*/ 2358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9">
                  <a:moveTo>
                    <a:pt x="20949" y="27236"/>
                  </a:moveTo>
                  <a:cubicBezTo>
                    <a:pt x="17386" y="27236"/>
                    <a:pt x="14556" y="28454"/>
                    <a:pt x="12460" y="30892"/>
                  </a:cubicBezTo>
                  <a:cubicBezTo>
                    <a:pt x="10390" y="33328"/>
                    <a:pt x="9355" y="36669"/>
                    <a:pt x="9355" y="40913"/>
                  </a:cubicBezTo>
                  <a:cubicBezTo>
                    <a:pt x="9355" y="45131"/>
                    <a:pt x="10390" y="48472"/>
                    <a:pt x="12460" y="50935"/>
                  </a:cubicBezTo>
                  <a:cubicBezTo>
                    <a:pt x="14556" y="53372"/>
                    <a:pt x="17386" y="54591"/>
                    <a:pt x="20949" y="54591"/>
                  </a:cubicBezTo>
                  <a:cubicBezTo>
                    <a:pt x="24512" y="54591"/>
                    <a:pt x="27329" y="53372"/>
                    <a:pt x="29398" y="50935"/>
                  </a:cubicBezTo>
                  <a:cubicBezTo>
                    <a:pt x="31495" y="48472"/>
                    <a:pt x="32543" y="45131"/>
                    <a:pt x="32543" y="40913"/>
                  </a:cubicBezTo>
                  <a:cubicBezTo>
                    <a:pt x="32543" y="36669"/>
                    <a:pt x="31495" y="33328"/>
                    <a:pt x="29398" y="30892"/>
                  </a:cubicBezTo>
                  <a:cubicBezTo>
                    <a:pt x="27329" y="28454"/>
                    <a:pt x="24512" y="27236"/>
                    <a:pt x="20949" y="27236"/>
                  </a:cubicBezTo>
                  <a:moveTo>
                    <a:pt x="36709" y="2358"/>
                  </a:moveTo>
                  <a:lnTo>
                    <a:pt x="36709" y="9590"/>
                  </a:lnTo>
                  <a:cubicBezTo>
                    <a:pt x="34718" y="8646"/>
                    <a:pt x="32700" y="7925"/>
                    <a:pt x="30657" y="7428"/>
                  </a:cubicBezTo>
                  <a:cubicBezTo>
                    <a:pt x="28639" y="6930"/>
                    <a:pt x="26634" y="6681"/>
                    <a:pt x="24643" y="6681"/>
                  </a:cubicBezTo>
                  <a:cubicBezTo>
                    <a:pt x="19403" y="6681"/>
                    <a:pt x="15394" y="8450"/>
                    <a:pt x="12617" y="11987"/>
                  </a:cubicBezTo>
                  <a:cubicBezTo>
                    <a:pt x="9865" y="15524"/>
                    <a:pt x="8293" y="20870"/>
                    <a:pt x="7900" y="28023"/>
                  </a:cubicBezTo>
                  <a:cubicBezTo>
                    <a:pt x="9446" y="25743"/>
                    <a:pt x="11385" y="24000"/>
                    <a:pt x="13717" y="22795"/>
                  </a:cubicBezTo>
                  <a:cubicBezTo>
                    <a:pt x="16049" y="21564"/>
                    <a:pt x="18616" y="20948"/>
                    <a:pt x="21420" y="20948"/>
                  </a:cubicBezTo>
                  <a:cubicBezTo>
                    <a:pt x="27315" y="20948"/>
                    <a:pt x="31966" y="22743"/>
                    <a:pt x="35373" y="26333"/>
                  </a:cubicBezTo>
                  <a:cubicBezTo>
                    <a:pt x="38805" y="29896"/>
                    <a:pt x="40521" y="34756"/>
                    <a:pt x="40521" y="40913"/>
                  </a:cubicBezTo>
                  <a:cubicBezTo>
                    <a:pt x="40521" y="46940"/>
                    <a:pt x="38739" y="51774"/>
                    <a:pt x="35176" y="55416"/>
                  </a:cubicBezTo>
                  <a:cubicBezTo>
                    <a:pt x="31613" y="59058"/>
                    <a:pt x="26870" y="60879"/>
                    <a:pt x="20949" y="60879"/>
                  </a:cubicBezTo>
                  <a:cubicBezTo>
                    <a:pt x="14163" y="60879"/>
                    <a:pt x="8974" y="58285"/>
                    <a:pt x="5385" y="53097"/>
                  </a:cubicBezTo>
                  <a:cubicBezTo>
                    <a:pt x="1795" y="47883"/>
                    <a:pt x="0" y="40337"/>
                    <a:pt x="0" y="30459"/>
                  </a:cubicBezTo>
                  <a:cubicBezTo>
                    <a:pt x="0" y="21184"/>
                    <a:pt x="2201" y="13795"/>
                    <a:pt x="6603" y="8292"/>
                  </a:cubicBezTo>
                  <a:cubicBezTo>
                    <a:pt x="11005" y="2764"/>
                    <a:pt x="16914" y="0"/>
                    <a:pt x="24329" y="0"/>
                  </a:cubicBezTo>
                  <a:cubicBezTo>
                    <a:pt x="26320" y="0"/>
                    <a:pt x="28324" y="196"/>
                    <a:pt x="30342" y="589"/>
                  </a:cubicBezTo>
                  <a:cubicBezTo>
                    <a:pt x="32385" y="982"/>
                    <a:pt x="34508" y="1572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5" name="Freeform 3454">
              <a:extLst>
                <a:ext uri="{FF2B5EF4-FFF2-40B4-BE49-F238E27FC236}">
                  <a16:creationId xmlns:a16="http://schemas.microsoft.com/office/drawing/2014/main" id="{A04CC0FD-B599-AF3B-4CD1-D7E8F7F5B9C9}"/>
                </a:ext>
              </a:extLst>
            </p:cNvPr>
            <p:cNvSpPr/>
            <p:nvPr/>
          </p:nvSpPr>
          <p:spPr>
            <a:xfrm>
              <a:off x="3547282" y="1514124"/>
              <a:ext cx="40560" cy="60879"/>
            </a:xfrm>
            <a:custGeom>
              <a:avLst/>
              <a:gdLst>
                <a:gd name="csX0" fmla="*/ 20280 w 40560"/>
                <a:gd name="csY0" fmla="*/ 6288 h 60879"/>
                <a:gd name="csX1" fmla="*/ 11044 w 40560"/>
                <a:gd name="csY1" fmla="*/ 12341 h 60879"/>
                <a:gd name="csX2" fmla="*/ 7979 w 40560"/>
                <a:gd name="csY2" fmla="*/ 30459 h 60879"/>
                <a:gd name="csX3" fmla="*/ 11044 w 40560"/>
                <a:gd name="csY3" fmla="*/ 48578 h 60879"/>
                <a:gd name="csX4" fmla="*/ 20280 w 40560"/>
                <a:gd name="csY4" fmla="*/ 54591 h 60879"/>
                <a:gd name="csX5" fmla="*/ 29517 w 40560"/>
                <a:gd name="csY5" fmla="*/ 48578 h 60879"/>
                <a:gd name="csX6" fmla="*/ 32622 w 40560"/>
                <a:gd name="csY6" fmla="*/ 30459 h 60879"/>
                <a:gd name="csX7" fmla="*/ 29517 w 40560"/>
                <a:gd name="csY7" fmla="*/ 12341 h 60879"/>
                <a:gd name="csX8" fmla="*/ 20280 w 40560"/>
                <a:gd name="csY8" fmla="*/ 6288 h 60879"/>
                <a:gd name="csX9" fmla="*/ 20280 w 40560"/>
                <a:gd name="csY9" fmla="*/ 0 h 60879"/>
                <a:gd name="csX10" fmla="*/ 35333 w 40560"/>
                <a:gd name="csY10" fmla="*/ 7821 h 60879"/>
                <a:gd name="csX11" fmla="*/ 40561 w 40560"/>
                <a:gd name="csY11" fmla="*/ 30459 h 60879"/>
                <a:gd name="csX12" fmla="*/ 35333 w 40560"/>
                <a:gd name="csY12" fmla="*/ 53097 h 60879"/>
                <a:gd name="csX13" fmla="*/ 20280 w 40560"/>
                <a:gd name="csY13" fmla="*/ 60879 h 60879"/>
                <a:gd name="csX14" fmla="*/ 5189 w 40560"/>
                <a:gd name="csY14" fmla="*/ 53097 h 60879"/>
                <a:gd name="csX15" fmla="*/ 0 w 40560"/>
                <a:gd name="csY15" fmla="*/ 30459 h 60879"/>
                <a:gd name="csX16" fmla="*/ 5189 w 40560"/>
                <a:gd name="csY16" fmla="*/ 7821 h 60879"/>
                <a:gd name="csX17" fmla="*/ 20280 w 40560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9">
                  <a:moveTo>
                    <a:pt x="20280" y="6288"/>
                  </a:moveTo>
                  <a:cubicBezTo>
                    <a:pt x="16193" y="6288"/>
                    <a:pt x="13114" y="8306"/>
                    <a:pt x="11044" y="12341"/>
                  </a:cubicBezTo>
                  <a:cubicBezTo>
                    <a:pt x="9001" y="16350"/>
                    <a:pt x="7979" y="22389"/>
                    <a:pt x="7979" y="30459"/>
                  </a:cubicBezTo>
                  <a:cubicBezTo>
                    <a:pt x="7979" y="38503"/>
                    <a:pt x="9001" y="44543"/>
                    <a:pt x="11044" y="48578"/>
                  </a:cubicBezTo>
                  <a:cubicBezTo>
                    <a:pt x="13114" y="52587"/>
                    <a:pt x="16193" y="54591"/>
                    <a:pt x="20280" y="54591"/>
                  </a:cubicBezTo>
                  <a:cubicBezTo>
                    <a:pt x="24394" y="54591"/>
                    <a:pt x="27473" y="52587"/>
                    <a:pt x="29517" y="48578"/>
                  </a:cubicBezTo>
                  <a:cubicBezTo>
                    <a:pt x="31587" y="44543"/>
                    <a:pt x="32622" y="38503"/>
                    <a:pt x="32622" y="30459"/>
                  </a:cubicBezTo>
                  <a:cubicBezTo>
                    <a:pt x="32622" y="22389"/>
                    <a:pt x="31587" y="16350"/>
                    <a:pt x="29517" y="12341"/>
                  </a:cubicBezTo>
                  <a:cubicBezTo>
                    <a:pt x="27473" y="8306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1"/>
                  </a:cubicBezTo>
                  <a:cubicBezTo>
                    <a:pt x="38818" y="13009"/>
                    <a:pt x="40561" y="20555"/>
                    <a:pt x="40561" y="30459"/>
                  </a:cubicBezTo>
                  <a:cubicBezTo>
                    <a:pt x="40561" y="40337"/>
                    <a:pt x="38818" y="47883"/>
                    <a:pt x="35333" y="53097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9" y="53097"/>
                  </a:cubicBezTo>
                  <a:cubicBezTo>
                    <a:pt x="1730" y="47883"/>
                    <a:pt x="0" y="40337"/>
                    <a:pt x="0" y="30459"/>
                  </a:cubicBezTo>
                  <a:cubicBezTo>
                    <a:pt x="0" y="20555"/>
                    <a:pt x="1730" y="13009"/>
                    <a:pt x="5189" y="7821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6" name="Freeform 3455">
              <a:extLst>
                <a:ext uri="{FF2B5EF4-FFF2-40B4-BE49-F238E27FC236}">
                  <a16:creationId xmlns:a16="http://schemas.microsoft.com/office/drawing/2014/main" id="{74B00C1E-EFA5-90DE-2270-6C6386FD78FF}"/>
                </a:ext>
              </a:extLst>
            </p:cNvPr>
            <p:cNvSpPr/>
            <p:nvPr/>
          </p:nvSpPr>
          <p:spPr>
            <a:xfrm>
              <a:off x="3601794" y="1563881"/>
              <a:ext cx="8293" cy="9982"/>
            </a:xfrm>
            <a:custGeom>
              <a:avLst/>
              <a:gdLst>
                <a:gd name="csX0" fmla="*/ 0 w 8293"/>
                <a:gd name="csY0" fmla="*/ 0 h 9982"/>
                <a:gd name="csX1" fmla="*/ 8293 w 8293"/>
                <a:gd name="csY1" fmla="*/ 0 h 9982"/>
                <a:gd name="csX2" fmla="*/ 8293 w 8293"/>
                <a:gd name="csY2" fmla="*/ 9983 h 9982"/>
                <a:gd name="csX3" fmla="*/ 0 w 8293"/>
                <a:gd name="csY3" fmla="*/ 9983 h 9982"/>
                <a:gd name="csX4" fmla="*/ 0 w 8293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2">
                  <a:moveTo>
                    <a:pt x="0" y="0"/>
                  </a:moveTo>
                  <a:lnTo>
                    <a:pt x="8293" y="0"/>
                  </a:lnTo>
                  <a:lnTo>
                    <a:pt x="8293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7" name="Freeform 3456">
              <a:extLst>
                <a:ext uri="{FF2B5EF4-FFF2-40B4-BE49-F238E27FC236}">
                  <a16:creationId xmlns:a16="http://schemas.microsoft.com/office/drawing/2014/main" id="{4FEEC1F7-CBD2-3CAB-53F3-C82D95821EB2}"/>
                </a:ext>
              </a:extLst>
            </p:cNvPr>
            <p:cNvSpPr/>
            <p:nvPr/>
          </p:nvSpPr>
          <p:spPr>
            <a:xfrm>
              <a:off x="3624236" y="1514124"/>
              <a:ext cx="40245" cy="60879"/>
            </a:xfrm>
            <a:custGeom>
              <a:avLst/>
              <a:gdLst>
                <a:gd name="csX0" fmla="*/ 20123 w 40245"/>
                <a:gd name="csY0" fmla="*/ 31874 h 60879"/>
                <a:gd name="csX1" fmla="*/ 11201 w 40245"/>
                <a:gd name="csY1" fmla="*/ 34901 h 60879"/>
                <a:gd name="csX2" fmla="*/ 7978 w 40245"/>
                <a:gd name="csY2" fmla="*/ 43233 h 60879"/>
                <a:gd name="csX3" fmla="*/ 11201 w 40245"/>
                <a:gd name="csY3" fmla="*/ 51564 h 60879"/>
                <a:gd name="csX4" fmla="*/ 20123 w 40245"/>
                <a:gd name="csY4" fmla="*/ 54591 h 60879"/>
                <a:gd name="csX5" fmla="*/ 29044 w 40245"/>
                <a:gd name="csY5" fmla="*/ 51564 h 60879"/>
                <a:gd name="csX6" fmla="*/ 32306 w 40245"/>
                <a:gd name="csY6" fmla="*/ 43233 h 60879"/>
                <a:gd name="csX7" fmla="*/ 29044 w 40245"/>
                <a:gd name="csY7" fmla="*/ 34901 h 60879"/>
                <a:gd name="csX8" fmla="*/ 20123 w 40245"/>
                <a:gd name="csY8" fmla="*/ 31874 h 60879"/>
                <a:gd name="csX9" fmla="*/ 12184 w 40245"/>
                <a:gd name="csY9" fmla="*/ 28494 h 60879"/>
                <a:gd name="csX10" fmla="*/ 4206 w 40245"/>
                <a:gd name="csY10" fmla="*/ 23739 h 60879"/>
                <a:gd name="csX11" fmla="*/ 1376 w 40245"/>
                <a:gd name="csY11" fmla="*/ 15210 h 60879"/>
                <a:gd name="csX12" fmla="*/ 6368 w 40245"/>
                <a:gd name="csY12" fmla="*/ 4088 h 60879"/>
                <a:gd name="csX13" fmla="*/ 20123 w 40245"/>
                <a:gd name="csY13" fmla="*/ 0 h 60879"/>
                <a:gd name="csX14" fmla="*/ 33879 w 40245"/>
                <a:gd name="csY14" fmla="*/ 4088 h 60879"/>
                <a:gd name="csX15" fmla="*/ 38870 w 40245"/>
                <a:gd name="csY15" fmla="*/ 15210 h 60879"/>
                <a:gd name="csX16" fmla="*/ 36001 w 40245"/>
                <a:gd name="csY16" fmla="*/ 23739 h 60879"/>
                <a:gd name="csX17" fmla="*/ 28101 w 40245"/>
                <a:gd name="csY17" fmla="*/ 28494 h 60879"/>
                <a:gd name="csX18" fmla="*/ 37023 w 40245"/>
                <a:gd name="csY18" fmla="*/ 33722 h 60879"/>
                <a:gd name="csX19" fmla="*/ 40245 w 40245"/>
                <a:gd name="csY19" fmla="*/ 43233 h 60879"/>
                <a:gd name="csX20" fmla="*/ 35019 w 40245"/>
                <a:gd name="csY20" fmla="*/ 56320 h 60879"/>
                <a:gd name="csX21" fmla="*/ 20123 w 40245"/>
                <a:gd name="csY21" fmla="*/ 60879 h 60879"/>
                <a:gd name="csX22" fmla="*/ 5188 w 40245"/>
                <a:gd name="csY22" fmla="*/ 56320 h 60879"/>
                <a:gd name="csX23" fmla="*/ 0 w 40245"/>
                <a:gd name="csY23" fmla="*/ 43233 h 60879"/>
                <a:gd name="csX24" fmla="*/ 3223 w 40245"/>
                <a:gd name="csY24" fmla="*/ 33722 h 60879"/>
                <a:gd name="csX25" fmla="*/ 12184 w 40245"/>
                <a:gd name="csY25" fmla="*/ 28494 h 60879"/>
                <a:gd name="csX26" fmla="*/ 9275 w 40245"/>
                <a:gd name="csY26" fmla="*/ 15957 h 60879"/>
                <a:gd name="csX27" fmla="*/ 12105 w 40245"/>
                <a:gd name="csY27" fmla="*/ 23071 h 60879"/>
                <a:gd name="csX28" fmla="*/ 20123 w 40245"/>
                <a:gd name="csY28" fmla="*/ 25625 h 60879"/>
                <a:gd name="csX29" fmla="*/ 28101 w 40245"/>
                <a:gd name="csY29" fmla="*/ 23071 h 60879"/>
                <a:gd name="csX30" fmla="*/ 31010 w 40245"/>
                <a:gd name="csY30" fmla="*/ 15957 h 60879"/>
                <a:gd name="csX31" fmla="*/ 28101 w 40245"/>
                <a:gd name="csY31" fmla="*/ 8843 h 60879"/>
                <a:gd name="csX32" fmla="*/ 20123 w 40245"/>
                <a:gd name="csY32" fmla="*/ 6288 h 60879"/>
                <a:gd name="csX33" fmla="*/ 12105 w 40245"/>
                <a:gd name="csY33" fmla="*/ 8843 h 60879"/>
                <a:gd name="csX34" fmla="*/ 9275 w 40245"/>
                <a:gd name="csY34" fmla="*/ 15957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40245" h="60879">
                  <a:moveTo>
                    <a:pt x="20123" y="31874"/>
                  </a:moveTo>
                  <a:cubicBezTo>
                    <a:pt x="16350" y="31874"/>
                    <a:pt x="13376" y="32883"/>
                    <a:pt x="11201" y="34901"/>
                  </a:cubicBezTo>
                  <a:cubicBezTo>
                    <a:pt x="9052" y="36918"/>
                    <a:pt x="7978" y="39696"/>
                    <a:pt x="7978" y="43233"/>
                  </a:cubicBezTo>
                  <a:cubicBezTo>
                    <a:pt x="7978" y="46770"/>
                    <a:pt x="9052" y="49547"/>
                    <a:pt x="11201" y="51564"/>
                  </a:cubicBezTo>
                  <a:cubicBezTo>
                    <a:pt x="13376" y="53582"/>
                    <a:pt x="16350" y="54591"/>
                    <a:pt x="20123" y="54591"/>
                  </a:cubicBezTo>
                  <a:cubicBezTo>
                    <a:pt x="23896" y="54591"/>
                    <a:pt x="26870" y="53582"/>
                    <a:pt x="29044" y="51564"/>
                  </a:cubicBezTo>
                  <a:cubicBezTo>
                    <a:pt x="31219" y="49521"/>
                    <a:pt x="32306" y="46744"/>
                    <a:pt x="32306" y="43233"/>
                  </a:cubicBezTo>
                  <a:cubicBezTo>
                    <a:pt x="32306" y="39696"/>
                    <a:pt x="31219" y="36918"/>
                    <a:pt x="29044" y="34901"/>
                  </a:cubicBezTo>
                  <a:cubicBezTo>
                    <a:pt x="26896" y="32883"/>
                    <a:pt x="23922" y="31874"/>
                    <a:pt x="20123" y="31874"/>
                  </a:cubicBezTo>
                  <a:moveTo>
                    <a:pt x="12184" y="28494"/>
                  </a:moveTo>
                  <a:cubicBezTo>
                    <a:pt x="8778" y="27656"/>
                    <a:pt x="6118" y="26071"/>
                    <a:pt x="4206" y="23739"/>
                  </a:cubicBezTo>
                  <a:cubicBezTo>
                    <a:pt x="2319" y="21407"/>
                    <a:pt x="1376" y="18564"/>
                    <a:pt x="1376" y="15210"/>
                  </a:cubicBezTo>
                  <a:cubicBezTo>
                    <a:pt x="1376" y="10520"/>
                    <a:pt x="3040" y="6812"/>
                    <a:pt x="6368" y="4088"/>
                  </a:cubicBezTo>
                  <a:cubicBezTo>
                    <a:pt x="9721" y="1363"/>
                    <a:pt x="14306" y="0"/>
                    <a:pt x="20123" y="0"/>
                  </a:cubicBezTo>
                  <a:cubicBezTo>
                    <a:pt x="25966" y="0"/>
                    <a:pt x="30551" y="1363"/>
                    <a:pt x="33879" y="4088"/>
                  </a:cubicBezTo>
                  <a:cubicBezTo>
                    <a:pt x="37206" y="6812"/>
                    <a:pt x="38870" y="10520"/>
                    <a:pt x="38870" y="15210"/>
                  </a:cubicBezTo>
                  <a:cubicBezTo>
                    <a:pt x="38870" y="18564"/>
                    <a:pt x="37913" y="21407"/>
                    <a:pt x="36001" y="23739"/>
                  </a:cubicBezTo>
                  <a:cubicBezTo>
                    <a:pt x="34115" y="26071"/>
                    <a:pt x="31482" y="27656"/>
                    <a:pt x="28101" y="28494"/>
                  </a:cubicBezTo>
                  <a:cubicBezTo>
                    <a:pt x="31927" y="29385"/>
                    <a:pt x="34901" y="31128"/>
                    <a:pt x="37023" y="33722"/>
                  </a:cubicBezTo>
                  <a:cubicBezTo>
                    <a:pt x="39171" y="36316"/>
                    <a:pt x="40245" y="39486"/>
                    <a:pt x="40245" y="43233"/>
                  </a:cubicBezTo>
                  <a:cubicBezTo>
                    <a:pt x="40245" y="48918"/>
                    <a:pt x="38503" y="53281"/>
                    <a:pt x="35019" y="56320"/>
                  </a:cubicBezTo>
                  <a:cubicBezTo>
                    <a:pt x="31560" y="59360"/>
                    <a:pt x="26595" y="60879"/>
                    <a:pt x="20123" y="60879"/>
                  </a:cubicBezTo>
                  <a:cubicBezTo>
                    <a:pt x="13651" y="60879"/>
                    <a:pt x="8673" y="59360"/>
                    <a:pt x="5188" y="56320"/>
                  </a:cubicBezTo>
                  <a:cubicBezTo>
                    <a:pt x="1729" y="53281"/>
                    <a:pt x="0" y="48918"/>
                    <a:pt x="0" y="43233"/>
                  </a:cubicBezTo>
                  <a:cubicBezTo>
                    <a:pt x="0" y="39486"/>
                    <a:pt x="1074" y="36316"/>
                    <a:pt x="3223" y="33722"/>
                  </a:cubicBezTo>
                  <a:cubicBezTo>
                    <a:pt x="5372" y="31128"/>
                    <a:pt x="8359" y="29385"/>
                    <a:pt x="12184" y="28494"/>
                  </a:cubicBezTo>
                  <a:moveTo>
                    <a:pt x="9275" y="15957"/>
                  </a:moveTo>
                  <a:cubicBezTo>
                    <a:pt x="9275" y="18996"/>
                    <a:pt x="10219" y="21367"/>
                    <a:pt x="12105" y="23071"/>
                  </a:cubicBezTo>
                  <a:cubicBezTo>
                    <a:pt x="14018" y="24774"/>
                    <a:pt x="16691" y="25625"/>
                    <a:pt x="20123" y="25625"/>
                  </a:cubicBezTo>
                  <a:cubicBezTo>
                    <a:pt x="23529" y="25625"/>
                    <a:pt x="26189" y="24774"/>
                    <a:pt x="28101" y="23071"/>
                  </a:cubicBezTo>
                  <a:cubicBezTo>
                    <a:pt x="30040" y="21367"/>
                    <a:pt x="31010" y="18996"/>
                    <a:pt x="31010" y="15957"/>
                  </a:cubicBezTo>
                  <a:cubicBezTo>
                    <a:pt x="31010" y="12917"/>
                    <a:pt x="30040" y="10546"/>
                    <a:pt x="28101" y="8843"/>
                  </a:cubicBezTo>
                  <a:cubicBezTo>
                    <a:pt x="26189" y="7140"/>
                    <a:pt x="23529" y="6288"/>
                    <a:pt x="20123" y="6288"/>
                  </a:cubicBezTo>
                  <a:cubicBezTo>
                    <a:pt x="16691" y="6288"/>
                    <a:pt x="14018" y="7140"/>
                    <a:pt x="12105" y="8843"/>
                  </a:cubicBezTo>
                  <a:cubicBezTo>
                    <a:pt x="10219" y="10546"/>
                    <a:pt x="9275" y="12917"/>
                    <a:pt x="9275" y="1595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8" name="Freeform 3457">
              <a:extLst>
                <a:ext uri="{FF2B5EF4-FFF2-40B4-BE49-F238E27FC236}">
                  <a16:creationId xmlns:a16="http://schemas.microsoft.com/office/drawing/2014/main" id="{7468E6DC-42BA-421E-0598-F79C8FFD87F3}"/>
                </a:ext>
              </a:extLst>
            </p:cNvPr>
            <p:cNvSpPr/>
            <p:nvPr/>
          </p:nvSpPr>
          <p:spPr>
            <a:xfrm>
              <a:off x="3439745" y="2270679"/>
              <a:ext cx="42177" cy="76264"/>
            </a:xfrm>
            <a:custGeom>
              <a:avLst/>
              <a:gdLst>
                <a:gd name="csX0" fmla="*/ 27815 w 42177"/>
                <a:gd name="csY0" fmla="*/ 0 h 76264"/>
                <a:gd name="csX1" fmla="*/ 29588 w 42177"/>
                <a:gd name="csY1" fmla="*/ 409 h 76264"/>
                <a:gd name="csX2" fmla="*/ 33178 w 42177"/>
                <a:gd name="csY2" fmla="*/ 1818 h 76264"/>
                <a:gd name="csX3" fmla="*/ 37360 w 42177"/>
                <a:gd name="csY3" fmla="*/ 4136 h 76264"/>
                <a:gd name="csX4" fmla="*/ 40768 w 42177"/>
                <a:gd name="csY4" fmla="*/ 7636 h 76264"/>
                <a:gd name="csX5" fmla="*/ 42177 w 42177"/>
                <a:gd name="csY5" fmla="*/ 12226 h 76264"/>
                <a:gd name="csX6" fmla="*/ 39996 w 42177"/>
                <a:gd name="csY6" fmla="*/ 17680 h 76264"/>
                <a:gd name="csX7" fmla="*/ 34542 w 42177"/>
                <a:gd name="csY7" fmla="*/ 19861 h 76264"/>
                <a:gd name="csX8" fmla="*/ 29406 w 42177"/>
                <a:gd name="csY8" fmla="*/ 18634 h 76264"/>
                <a:gd name="csX9" fmla="*/ 8545 w 42177"/>
                <a:gd name="csY9" fmla="*/ 12862 h 76264"/>
                <a:gd name="csX10" fmla="*/ 2045 w 42177"/>
                <a:gd name="csY10" fmla="*/ 17907 h 76264"/>
                <a:gd name="csX11" fmla="*/ 3227 w 42177"/>
                <a:gd name="csY11" fmla="*/ 23361 h 76264"/>
                <a:gd name="csX12" fmla="*/ 6045 w 42177"/>
                <a:gd name="csY12" fmla="*/ 27634 h 76264"/>
                <a:gd name="csX13" fmla="*/ 9544 w 42177"/>
                <a:gd name="csY13" fmla="*/ 30633 h 76264"/>
                <a:gd name="csX14" fmla="*/ 12635 w 42177"/>
                <a:gd name="csY14" fmla="*/ 32542 h 76264"/>
                <a:gd name="csX15" fmla="*/ 14408 w 42177"/>
                <a:gd name="csY15" fmla="*/ 33224 h 76264"/>
                <a:gd name="csX16" fmla="*/ 36860 w 42177"/>
                <a:gd name="csY16" fmla="*/ 38814 h 76264"/>
                <a:gd name="csX17" fmla="*/ 39678 w 42177"/>
                <a:gd name="csY17" fmla="*/ 39587 h 76264"/>
                <a:gd name="csX18" fmla="*/ 41359 w 42177"/>
                <a:gd name="csY18" fmla="*/ 40768 h 76264"/>
                <a:gd name="csX19" fmla="*/ 42177 w 42177"/>
                <a:gd name="csY19" fmla="*/ 42995 h 76264"/>
                <a:gd name="csX20" fmla="*/ 41495 w 42177"/>
                <a:gd name="csY20" fmla="*/ 44950 h 76264"/>
                <a:gd name="csX21" fmla="*/ 39632 w 42177"/>
                <a:gd name="csY21" fmla="*/ 45722 h 76264"/>
                <a:gd name="csX22" fmla="*/ 38496 w 42177"/>
                <a:gd name="csY22" fmla="*/ 45495 h 76264"/>
                <a:gd name="csX23" fmla="*/ 36223 w 42177"/>
                <a:gd name="csY23" fmla="*/ 44950 h 76264"/>
                <a:gd name="csX24" fmla="*/ 34133 w 42177"/>
                <a:gd name="csY24" fmla="*/ 44495 h 76264"/>
                <a:gd name="csX25" fmla="*/ 27088 w 42177"/>
                <a:gd name="csY25" fmla="*/ 42631 h 76264"/>
                <a:gd name="csX26" fmla="*/ 16271 w 42177"/>
                <a:gd name="csY26" fmla="*/ 40041 h 76264"/>
                <a:gd name="csX27" fmla="*/ 8545 w 42177"/>
                <a:gd name="csY27" fmla="*/ 38632 h 76264"/>
                <a:gd name="csX28" fmla="*/ 2045 w 42177"/>
                <a:gd name="csY28" fmla="*/ 43677 h 76264"/>
                <a:gd name="csX29" fmla="*/ 3000 w 42177"/>
                <a:gd name="csY29" fmla="*/ 48540 h 76264"/>
                <a:gd name="csX30" fmla="*/ 5181 w 42177"/>
                <a:gd name="csY30" fmla="*/ 52449 h 76264"/>
                <a:gd name="csX31" fmla="*/ 8226 w 42177"/>
                <a:gd name="csY31" fmla="*/ 55494 h 76264"/>
                <a:gd name="csX32" fmla="*/ 11135 w 42177"/>
                <a:gd name="csY32" fmla="*/ 57630 h 76264"/>
                <a:gd name="csX33" fmla="*/ 13408 w 42177"/>
                <a:gd name="csY33" fmla="*/ 58857 h 76264"/>
                <a:gd name="csX34" fmla="*/ 18044 w 42177"/>
                <a:gd name="csY34" fmla="*/ 60039 h 76264"/>
                <a:gd name="csX35" fmla="*/ 24270 w 42177"/>
                <a:gd name="csY35" fmla="*/ 61630 h 76264"/>
                <a:gd name="csX36" fmla="*/ 32678 w 42177"/>
                <a:gd name="csY36" fmla="*/ 63675 h 76264"/>
                <a:gd name="csX37" fmla="*/ 39541 w 42177"/>
                <a:gd name="csY37" fmla="*/ 65448 h 76264"/>
                <a:gd name="csX38" fmla="*/ 41495 w 42177"/>
                <a:gd name="csY38" fmla="*/ 66902 h 76264"/>
                <a:gd name="csX39" fmla="*/ 42177 w 42177"/>
                <a:gd name="csY39" fmla="*/ 68902 h 76264"/>
                <a:gd name="csX40" fmla="*/ 41495 w 42177"/>
                <a:gd name="csY40" fmla="*/ 70810 h 76264"/>
                <a:gd name="csX41" fmla="*/ 39632 w 42177"/>
                <a:gd name="csY41" fmla="*/ 71583 h 76264"/>
                <a:gd name="csX42" fmla="*/ 38769 w 42177"/>
                <a:gd name="csY42" fmla="*/ 71447 h 76264"/>
                <a:gd name="csX43" fmla="*/ 37132 w 42177"/>
                <a:gd name="csY43" fmla="*/ 71083 h 76264"/>
                <a:gd name="csX44" fmla="*/ 35632 w 42177"/>
                <a:gd name="csY44" fmla="*/ 70765 h 76264"/>
                <a:gd name="csX45" fmla="*/ 14135 w 42177"/>
                <a:gd name="csY45" fmla="*/ 65357 h 76264"/>
                <a:gd name="csX46" fmla="*/ 8999 w 42177"/>
                <a:gd name="csY46" fmla="*/ 64129 h 76264"/>
                <a:gd name="csX47" fmla="*/ 6318 w 42177"/>
                <a:gd name="csY47" fmla="*/ 63857 h 76264"/>
                <a:gd name="csX48" fmla="*/ 2045 w 42177"/>
                <a:gd name="csY48" fmla="*/ 66765 h 76264"/>
                <a:gd name="csX49" fmla="*/ 4863 w 42177"/>
                <a:gd name="csY49" fmla="*/ 70674 h 76264"/>
                <a:gd name="csX50" fmla="*/ 13135 w 42177"/>
                <a:gd name="csY50" fmla="*/ 73537 h 76264"/>
                <a:gd name="csX51" fmla="*/ 14953 w 42177"/>
                <a:gd name="csY51" fmla="*/ 74219 h 76264"/>
                <a:gd name="csX52" fmla="*/ 15271 w 42177"/>
                <a:gd name="csY52" fmla="*/ 75129 h 76264"/>
                <a:gd name="csX53" fmla="*/ 14317 w 42177"/>
                <a:gd name="csY53" fmla="*/ 76265 h 76264"/>
                <a:gd name="csX54" fmla="*/ 12635 w 42177"/>
                <a:gd name="csY54" fmla="*/ 75901 h 76264"/>
                <a:gd name="csX55" fmla="*/ 8999 w 42177"/>
                <a:gd name="csY55" fmla="*/ 74855 h 76264"/>
                <a:gd name="csX56" fmla="*/ 5318 w 42177"/>
                <a:gd name="csY56" fmla="*/ 73356 h 76264"/>
                <a:gd name="csX57" fmla="*/ 3727 w 42177"/>
                <a:gd name="csY57" fmla="*/ 72492 h 76264"/>
                <a:gd name="csX58" fmla="*/ 2091 w 42177"/>
                <a:gd name="csY58" fmla="*/ 71265 h 76264"/>
                <a:gd name="csX59" fmla="*/ 545 w 42177"/>
                <a:gd name="csY59" fmla="*/ 69220 h 76264"/>
                <a:gd name="csX60" fmla="*/ 0 w 42177"/>
                <a:gd name="csY60" fmla="*/ 66493 h 76264"/>
                <a:gd name="csX61" fmla="*/ 2136 w 42177"/>
                <a:gd name="csY61" fmla="*/ 60721 h 76264"/>
                <a:gd name="csX62" fmla="*/ 8090 w 42177"/>
                <a:gd name="csY62" fmla="*/ 57902 h 76264"/>
                <a:gd name="csX63" fmla="*/ 0 w 42177"/>
                <a:gd name="csY63" fmla="*/ 43404 h 76264"/>
                <a:gd name="csX64" fmla="*/ 2409 w 42177"/>
                <a:gd name="csY64" fmla="*/ 35769 h 76264"/>
                <a:gd name="csX65" fmla="*/ 8999 w 42177"/>
                <a:gd name="csY65" fmla="*/ 32769 h 76264"/>
                <a:gd name="csX66" fmla="*/ 0 w 42177"/>
                <a:gd name="csY66" fmla="*/ 17589 h 76264"/>
                <a:gd name="csX67" fmla="*/ 2682 w 42177"/>
                <a:gd name="csY67" fmla="*/ 9681 h 76264"/>
                <a:gd name="csX68" fmla="*/ 9954 w 42177"/>
                <a:gd name="csY68" fmla="*/ 6908 h 76264"/>
                <a:gd name="csX69" fmla="*/ 16953 w 42177"/>
                <a:gd name="csY69" fmla="*/ 8135 h 76264"/>
                <a:gd name="csX70" fmla="*/ 23770 w 42177"/>
                <a:gd name="csY70" fmla="*/ 10181 h 76264"/>
                <a:gd name="csX71" fmla="*/ 30406 w 42177"/>
                <a:gd name="csY71" fmla="*/ 12590 h 76264"/>
                <a:gd name="csX72" fmla="*/ 37041 w 42177"/>
                <a:gd name="csY72" fmla="*/ 14271 h 76264"/>
                <a:gd name="csX73" fmla="*/ 39359 w 42177"/>
                <a:gd name="csY73" fmla="*/ 13726 h 76264"/>
                <a:gd name="csX74" fmla="*/ 40087 w 42177"/>
                <a:gd name="csY74" fmla="*/ 11999 h 76264"/>
                <a:gd name="csX75" fmla="*/ 39041 w 42177"/>
                <a:gd name="csY75" fmla="*/ 8590 h 76264"/>
                <a:gd name="csX76" fmla="*/ 36178 w 42177"/>
                <a:gd name="csY76" fmla="*/ 5863 h 76264"/>
                <a:gd name="csX77" fmla="*/ 32542 w 42177"/>
                <a:gd name="csY77" fmla="*/ 3909 h 76264"/>
                <a:gd name="csX78" fmla="*/ 28588 w 42177"/>
                <a:gd name="csY78" fmla="*/ 2545 h 76264"/>
                <a:gd name="csX79" fmla="*/ 27179 w 42177"/>
                <a:gd name="csY79" fmla="*/ 2000 h 76264"/>
                <a:gd name="csX80" fmla="*/ 26906 w 42177"/>
                <a:gd name="csY80" fmla="*/ 1136 h 76264"/>
                <a:gd name="csX81" fmla="*/ 27815 w 42177"/>
                <a:gd name="csY81" fmla="*/ 0 h 76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4">
                  <a:moveTo>
                    <a:pt x="27815" y="0"/>
                  </a:moveTo>
                  <a:cubicBezTo>
                    <a:pt x="28058" y="0"/>
                    <a:pt x="28648" y="136"/>
                    <a:pt x="29588" y="409"/>
                  </a:cubicBezTo>
                  <a:cubicBezTo>
                    <a:pt x="30527" y="682"/>
                    <a:pt x="31724" y="1151"/>
                    <a:pt x="33178" y="1818"/>
                  </a:cubicBezTo>
                  <a:cubicBezTo>
                    <a:pt x="34633" y="2455"/>
                    <a:pt x="36026" y="3227"/>
                    <a:pt x="37360" y="4136"/>
                  </a:cubicBezTo>
                  <a:cubicBezTo>
                    <a:pt x="38663" y="5014"/>
                    <a:pt x="39799" y="6181"/>
                    <a:pt x="40768" y="7636"/>
                  </a:cubicBezTo>
                  <a:cubicBezTo>
                    <a:pt x="41708" y="9060"/>
                    <a:pt x="42177" y="10590"/>
                    <a:pt x="42177" y="12226"/>
                  </a:cubicBezTo>
                  <a:cubicBezTo>
                    <a:pt x="42177" y="14407"/>
                    <a:pt x="41450" y="16226"/>
                    <a:pt x="39996" y="17680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7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4"/>
                  </a:cubicBezTo>
                  <a:cubicBezTo>
                    <a:pt x="7136" y="28755"/>
                    <a:pt x="8302" y="29754"/>
                    <a:pt x="9544" y="30633"/>
                  </a:cubicBezTo>
                  <a:cubicBezTo>
                    <a:pt x="10787" y="31512"/>
                    <a:pt x="11817" y="32148"/>
                    <a:pt x="12635" y="32542"/>
                  </a:cubicBezTo>
                  <a:cubicBezTo>
                    <a:pt x="13453" y="32906"/>
                    <a:pt x="14044" y="33133"/>
                    <a:pt x="14408" y="33224"/>
                  </a:cubicBezTo>
                  <a:lnTo>
                    <a:pt x="36860" y="38814"/>
                  </a:lnTo>
                  <a:cubicBezTo>
                    <a:pt x="38132" y="39117"/>
                    <a:pt x="39072" y="39375"/>
                    <a:pt x="39678" y="39587"/>
                  </a:cubicBezTo>
                  <a:cubicBezTo>
                    <a:pt x="40284" y="39799"/>
                    <a:pt x="40844" y="40193"/>
                    <a:pt x="41359" y="40768"/>
                  </a:cubicBezTo>
                  <a:cubicBezTo>
                    <a:pt x="41905" y="41344"/>
                    <a:pt x="42177" y="42086"/>
                    <a:pt x="42177" y="42995"/>
                  </a:cubicBezTo>
                  <a:cubicBezTo>
                    <a:pt x="42177" y="43753"/>
                    <a:pt x="41950" y="44404"/>
                    <a:pt x="41495" y="44950"/>
                  </a:cubicBezTo>
                  <a:cubicBezTo>
                    <a:pt x="41041" y="45465"/>
                    <a:pt x="40420" y="45722"/>
                    <a:pt x="39632" y="45722"/>
                  </a:cubicBezTo>
                  <a:cubicBezTo>
                    <a:pt x="39511" y="45722"/>
                    <a:pt x="39132" y="45647"/>
                    <a:pt x="38496" y="45495"/>
                  </a:cubicBezTo>
                  <a:cubicBezTo>
                    <a:pt x="37860" y="45343"/>
                    <a:pt x="37102" y="45162"/>
                    <a:pt x="36223" y="44950"/>
                  </a:cubicBezTo>
                  <a:cubicBezTo>
                    <a:pt x="35345" y="44738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4"/>
                    <a:pt x="2045" y="43677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10"/>
                    <a:pt x="7045" y="54525"/>
                    <a:pt x="8226" y="55494"/>
                  </a:cubicBezTo>
                  <a:cubicBezTo>
                    <a:pt x="9378" y="56434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30"/>
                  </a:cubicBezTo>
                  <a:lnTo>
                    <a:pt x="32678" y="63675"/>
                  </a:lnTo>
                  <a:cubicBezTo>
                    <a:pt x="36860" y="64645"/>
                    <a:pt x="39147" y="65236"/>
                    <a:pt x="39541" y="65448"/>
                  </a:cubicBezTo>
                  <a:cubicBezTo>
                    <a:pt x="40390" y="65751"/>
                    <a:pt x="41041" y="66235"/>
                    <a:pt x="41495" y="66902"/>
                  </a:cubicBezTo>
                  <a:cubicBezTo>
                    <a:pt x="41950" y="67568"/>
                    <a:pt x="42177" y="68235"/>
                    <a:pt x="42177" y="68902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6"/>
                    <a:pt x="40420" y="71583"/>
                    <a:pt x="39632" y="71583"/>
                  </a:cubicBezTo>
                  <a:cubicBezTo>
                    <a:pt x="39511" y="71583"/>
                    <a:pt x="39223" y="71538"/>
                    <a:pt x="38769" y="71447"/>
                  </a:cubicBezTo>
                  <a:cubicBezTo>
                    <a:pt x="38314" y="71356"/>
                    <a:pt x="37769" y="71235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7"/>
                  </a:lnTo>
                  <a:cubicBezTo>
                    <a:pt x="11529" y="64690"/>
                    <a:pt x="9817" y="64281"/>
                    <a:pt x="8999" y="64129"/>
                  </a:cubicBezTo>
                  <a:cubicBezTo>
                    <a:pt x="8151" y="63948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4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8"/>
                    <a:pt x="14953" y="74219"/>
                  </a:cubicBezTo>
                  <a:cubicBezTo>
                    <a:pt x="15165" y="74371"/>
                    <a:pt x="15271" y="74674"/>
                    <a:pt x="15271" y="75129"/>
                  </a:cubicBezTo>
                  <a:cubicBezTo>
                    <a:pt x="15241" y="75886"/>
                    <a:pt x="14923" y="76265"/>
                    <a:pt x="14317" y="76265"/>
                  </a:cubicBezTo>
                  <a:cubicBezTo>
                    <a:pt x="14165" y="76265"/>
                    <a:pt x="13605" y="76143"/>
                    <a:pt x="12635" y="75901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1"/>
                    <a:pt x="5318" y="73356"/>
                  </a:cubicBezTo>
                  <a:cubicBezTo>
                    <a:pt x="4681" y="73053"/>
                    <a:pt x="4151" y="72765"/>
                    <a:pt x="3727" y="72492"/>
                  </a:cubicBezTo>
                  <a:cubicBezTo>
                    <a:pt x="3303" y="72220"/>
                    <a:pt x="2757" y="71810"/>
                    <a:pt x="2091" y="71265"/>
                  </a:cubicBezTo>
                  <a:cubicBezTo>
                    <a:pt x="1424" y="70720"/>
                    <a:pt x="909" y="70038"/>
                    <a:pt x="545" y="69220"/>
                  </a:cubicBezTo>
                  <a:cubicBezTo>
                    <a:pt x="182" y="68402"/>
                    <a:pt x="0" y="67493"/>
                    <a:pt x="0" y="66493"/>
                  </a:cubicBezTo>
                  <a:cubicBezTo>
                    <a:pt x="0" y="64281"/>
                    <a:pt x="712" y="62357"/>
                    <a:pt x="2136" y="60721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8"/>
                    <a:pt x="2409" y="35769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8"/>
                    <a:pt x="0" y="23528"/>
                    <a:pt x="0" y="17589"/>
                  </a:cubicBezTo>
                  <a:cubicBezTo>
                    <a:pt x="0" y="14165"/>
                    <a:pt x="894" y="11529"/>
                    <a:pt x="2682" y="9681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1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90"/>
                  </a:cubicBezTo>
                  <a:cubicBezTo>
                    <a:pt x="38314" y="7530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9"/>
                  </a:cubicBezTo>
                  <a:cubicBezTo>
                    <a:pt x="31300" y="3394"/>
                    <a:pt x="29982" y="2939"/>
                    <a:pt x="28588" y="2545"/>
                  </a:cubicBezTo>
                  <a:cubicBezTo>
                    <a:pt x="27830" y="2303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9" name="Freeform 3458">
              <a:extLst>
                <a:ext uri="{FF2B5EF4-FFF2-40B4-BE49-F238E27FC236}">
                  <a16:creationId xmlns:a16="http://schemas.microsoft.com/office/drawing/2014/main" id="{A83CC140-B84C-B01D-1044-95AD691723F9}"/>
                </a:ext>
              </a:extLst>
            </p:cNvPr>
            <p:cNvSpPr/>
            <p:nvPr/>
          </p:nvSpPr>
          <p:spPr>
            <a:xfrm>
              <a:off x="3463269" y="2229001"/>
              <a:ext cx="59302" cy="32482"/>
            </a:xfrm>
            <a:custGeom>
              <a:avLst/>
              <a:gdLst>
                <a:gd name="csX0" fmla="*/ 4486 w 59302"/>
                <a:gd name="csY0" fmla="*/ 0 h 32482"/>
                <a:gd name="csX1" fmla="*/ 7317 w 59302"/>
                <a:gd name="csY1" fmla="*/ 1114 h 32482"/>
                <a:gd name="csX2" fmla="*/ 8399 w 59302"/>
                <a:gd name="csY2" fmla="*/ 3564 h 32482"/>
                <a:gd name="csX3" fmla="*/ 7795 w 59302"/>
                <a:gd name="csY3" fmla="*/ 5281 h 32482"/>
                <a:gd name="csX4" fmla="*/ 6140 w 59302"/>
                <a:gd name="csY4" fmla="*/ 5981 h 32482"/>
                <a:gd name="csX5" fmla="*/ 3913 w 59302"/>
                <a:gd name="csY5" fmla="*/ 5154 h 32482"/>
                <a:gd name="csX6" fmla="*/ 2609 w 59302"/>
                <a:gd name="csY6" fmla="*/ 2450 h 32482"/>
                <a:gd name="csX7" fmla="*/ 1432 w 59302"/>
                <a:gd name="csY7" fmla="*/ 5663 h 32482"/>
                <a:gd name="csX8" fmla="*/ 2068 w 59302"/>
                <a:gd name="csY8" fmla="*/ 7476 h 32482"/>
                <a:gd name="csX9" fmla="*/ 3659 w 59302"/>
                <a:gd name="csY9" fmla="*/ 8717 h 32482"/>
                <a:gd name="csX10" fmla="*/ 10435 w 59302"/>
                <a:gd name="csY10" fmla="*/ 10277 h 32482"/>
                <a:gd name="csX11" fmla="*/ 14126 w 59302"/>
                <a:gd name="csY11" fmla="*/ 10944 h 32482"/>
                <a:gd name="csX12" fmla="*/ 17848 w 59302"/>
                <a:gd name="csY12" fmla="*/ 11645 h 32482"/>
                <a:gd name="csX13" fmla="*/ 17848 w 59302"/>
                <a:gd name="csY13" fmla="*/ 6236 h 32482"/>
                <a:gd name="csX14" fmla="*/ 17880 w 59302"/>
                <a:gd name="csY14" fmla="*/ 5249 h 32482"/>
                <a:gd name="csX15" fmla="*/ 18071 w 59302"/>
                <a:gd name="csY15" fmla="*/ 4741 h 32482"/>
                <a:gd name="csX16" fmla="*/ 18580 w 59302"/>
                <a:gd name="csY16" fmla="*/ 4485 h 32482"/>
                <a:gd name="csX17" fmla="*/ 19693 w 59302"/>
                <a:gd name="csY17" fmla="*/ 4900 h 32482"/>
                <a:gd name="csX18" fmla="*/ 19884 w 59302"/>
                <a:gd name="csY18" fmla="*/ 6427 h 32482"/>
                <a:gd name="csX19" fmla="*/ 19884 w 59302"/>
                <a:gd name="csY19" fmla="*/ 12026 h 32482"/>
                <a:gd name="csX20" fmla="*/ 40532 w 59302"/>
                <a:gd name="csY20" fmla="*/ 15939 h 32482"/>
                <a:gd name="csX21" fmla="*/ 43045 w 59302"/>
                <a:gd name="csY21" fmla="*/ 16448 h 32482"/>
                <a:gd name="csX22" fmla="*/ 48009 w 59302"/>
                <a:gd name="csY22" fmla="*/ 17753 h 32482"/>
                <a:gd name="csX23" fmla="*/ 52971 w 59302"/>
                <a:gd name="csY23" fmla="*/ 19597 h 32482"/>
                <a:gd name="csX24" fmla="*/ 55008 w 59302"/>
                <a:gd name="csY24" fmla="*/ 20775 h 32482"/>
                <a:gd name="csX25" fmla="*/ 57043 w 59302"/>
                <a:gd name="csY25" fmla="*/ 22333 h 32482"/>
                <a:gd name="csX26" fmla="*/ 58666 w 59302"/>
                <a:gd name="csY26" fmla="*/ 24466 h 32482"/>
                <a:gd name="csX27" fmla="*/ 59303 w 59302"/>
                <a:gd name="csY27" fmla="*/ 26947 h 32482"/>
                <a:gd name="csX28" fmla="*/ 58094 w 59302"/>
                <a:gd name="csY28" fmla="*/ 30797 h 32482"/>
                <a:gd name="csX29" fmla="*/ 54817 w 59302"/>
                <a:gd name="csY29" fmla="*/ 32483 h 32482"/>
                <a:gd name="csX30" fmla="*/ 51986 w 59302"/>
                <a:gd name="csY30" fmla="*/ 31401 h 32482"/>
                <a:gd name="csX31" fmla="*/ 50904 w 59302"/>
                <a:gd name="csY31" fmla="*/ 28919 h 32482"/>
                <a:gd name="csX32" fmla="*/ 51508 w 59302"/>
                <a:gd name="csY32" fmla="*/ 27233 h 32482"/>
                <a:gd name="csX33" fmla="*/ 53162 w 59302"/>
                <a:gd name="csY33" fmla="*/ 26501 h 32482"/>
                <a:gd name="csX34" fmla="*/ 54117 w 59302"/>
                <a:gd name="csY34" fmla="*/ 26661 h 32482"/>
                <a:gd name="csX35" fmla="*/ 55199 w 59302"/>
                <a:gd name="csY35" fmla="*/ 27170 h 32482"/>
                <a:gd name="csX36" fmla="*/ 56217 w 59302"/>
                <a:gd name="csY36" fmla="*/ 28283 h 32482"/>
                <a:gd name="csX37" fmla="*/ 56694 w 59302"/>
                <a:gd name="csY37" fmla="*/ 30097 h 32482"/>
                <a:gd name="csX38" fmla="*/ 57871 w 59302"/>
                <a:gd name="csY38" fmla="*/ 26947 h 32482"/>
                <a:gd name="csX39" fmla="*/ 57617 w 59302"/>
                <a:gd name="csY39" fmla="*/ 25802 h 32482"/>
                <a:gd name="csX40" fmla="*/ 56821 w 59302"/>
                <a:gd name="csY40" fmla="*/ 24815 h 32482"/>
                <a:gd name="csX41" fmla="*/ 55675 w 59302"/>
                <a:gd name="csY41" fmla="*/ 23989 h 32482"/>
                <a:gd name="csX42" fmla="*/ 54085 w 59302"/>
                <a:gd name="csY42" fmla="*/ 23288 h 32482"/>
                <a:gd name="csX43" fmla="*/ 52304 w 59302"/>
                <a:gd name="csY43" fmla="*/ 22716 h 32482"/>
                <a:gd name="csX44" fmla="*/ 50172 w 59302"/>
                <a:gd name="csY44" fmla="*/ 22206 h 32482"/>
                <a:gd name="csX45" fmla="*/ 47977 w 59302"/>
                <a:gd name="csY45" fmla="*/ 21729 h 32482"/>
                <a:gd name="csX46" fmla="*/ 45622 w 59302"/>
                <a:gd name="csY46" fmla="*/ 21284 h 32482"/>
                <a:gd name="csX47" fmla="*/ 19884 w 59302"/>
                <a:gd name="csY47" fmla="*/ 16416 h 32482"/>
                <a:gd name="csX48" fmla="*/ 19884 w 59302"/>
                <a:gd name="csY48" fmla="*/ 20711 h 32482"/>
                <a:gd name="csX49" fmla="*/ 19852 w 59302"/>
                <a:gd name="csY49" fmla="*/ 21793 h 32482"/>
                <a:gd name="csX50" fmla="*/ 19661 w 59302"/>
                <a:gd name="csY50" fmla="*/ 22302 h 32482"/>
                <a:gd name="csX51" fmla="*/ 19089 w 59302"/>
                <a:gd name="csY51" fmla="*/ 22525 h 32482"/>
                <a:gd name="csX52" fmla="*/ 18230 w 59302"/>
                <a:gd name="csY52" fmla="*/ 22270 h 32482"/>
                <a:gd name="csX53" fmla="*/ 17912 w 59302"/>
                <a:gd name="csY53" fmla="*/ 21666 h 32482"/>
                <a:gd name="csX54" fmla="*/ 17848 w 59302"/>
                <a:gd name="csY54" fmla="*/ 20584 h 32482"/>
                <a:gd name="csX55" fmla="*/ 17848 w 59302"/>
                <a:gd name="csY55" fmla="*/ 16067 h 32482"/>
                <a:gd name="csX56" fmla="*/ 7635 w 59302"/>
                <a:gd name="csY56" fmla="*/ 13935 h 32482"/>
                <a:gd name="csX57" fmla="*/ 3754 w 59302"/>
                <a:gd name="csY57" fmla="*/ 12153 h 32482"/>
                <a:gd name="csX58" fmla="*/ 1368 w 59302"/>
                <a:gd name="csY58" fmla="*/ 9862 h 32482"/>
                <a:gd name="csX59" fmla="*/ 318 w 59302"/>
                <a:gd name="csY59" fmla="*/ 7668 h 32482"/>
                <a:gd name="csX60" fmla="*/ 0 w 59302"/>
                <a:gd name="csY60" fmla="*/ 5663 h 32482"/>
                <a:gd name="csX61" fmla="*/ 1209 w 59302"/>
                <a:gd name="csY61" fmla="*/ 1718 h 32482"/>
                <a:gd name="csX62" fmla="*/ 4486 w 59302"/>
                <a:gd name="csY62" fmla="*/ 0 h 32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2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3"/>
                    <a:pt x="7795" y="5281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4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0"/>
                    <a:pt x="1644" y="6925"/>
                    <a:pt x="2068" y="7476"/>
                  </a:cubicBezTo>
                  <a:cubicBezTo>
                    <a:pt x="2471" y="8007"/>
                    <a:pt x="3001" y="8421"/>
                    <a:pt x="3659" y="8717"/>
                  </a:cubicBezTo>
                  <a:cubicBezTo>
                    <a:pt x="4337" y="9036"/>
                    <a:pt x="6596" y="9555"/>
                    <a:pt x="10435" y="10277"/>
                  </a:cubicBezTo>
                  <a:cubicBezTo>
                    <a:pt x="11687" y="10509"/>
                    <a:pt x="12917" y="10732"/>
                    <a:pt x="14126" y="10944"/>
                  </a:cubicBezTo>
                  <a:cubicBezTo>
                    <a:pt x="15335" y="11156"/>
                    <a:pt x="16575" y="11390"/>
                    <a:pt x="17848" y="11645"/>
                  </a:cubicBezTo>
                  <a:lnTo>
                    <a:pt x="17848" y="6236"/>
                  </a:lnTo>
                  <a:cubicBezTo>
                    <a:pt x="17848" y="5769"/>
                    <a:pt x="17859" y="5440"/>
                    <a:pt x="17880" y="5249"/>
                  </a:cubicBezTo>
                  <a:cubicBezTo>
                    <a:pt x="17901" y="5058"/>
                    <a:pt x="17965" y="4889"/>
                    <a:pt x="18071" y="4741"/>
                  </a:cubicBezTo>
                  <a:cubicBezTo>
                    <a:pt x="18177" y="4570"/>
                    <a:pt x="18346" y="4485"/>
                    <a:pt x="18580" y="4485"/>
                  </a:cubicBezTo>
                  <a:cubicBezTo>
                    <a:pt x="19174" y="4485"/>
                    <a:pt x="19545" y="4623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6"/>
                  </a:lnTo>
                  <a:lnTo>
                    <a:pt x="40532" y="15939"/>
                  </a:lnTo>
                  <a:cubicBezTo>
                    <a:pt x="40935" y="16003"/>
                    <a:pt x="41773" y="16173"/>
                    <a:pt x="43045" y="16448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7"/>
                    <a:pt x="51741" y="18982"/>
                    <a:pt x="52971" y="19597"/>
                  </a:cubicBezTo>
                  <a:cubicBezTo>
                    <a:pt x="53671" y="19937"/>
                    <a:pt x="54350" y="20330"/>
                    <a:pt x="55008" y="20775"/>
                  </a:cubicBezTo>
                  <a:cubicBezTo>
                    <a:pt x="55686" y="21200"/>
                    <a:pt x="56365" y="21719"/>
                    <a:pt x="57043" y="22333"/>
                  </a:cubicBezTo>
                  <a:cubicBezTo>
                    <a:pt x="57722" y="22948"/>
                    <a:pt x="58263" y="23659"/>
                    <a:pt x="58666" y="24466"/>
                  </a:cubicBezTo>
                  <a:cubicBezTo>
                    <a:pt x="59091" y="25272"/>
                    <a:pt x="59303" y="26099"/>
                    <a:pt x="59303" y="26947"/>
                  </a:cubicBezTo>
                  <a:cubicBezTo>
                    <a:pt x="59303" y="28389"/>
                    <a:pt x="58900" y="29672"/>
                    <a:pt x="58094" y="30797"/>
                  </a:cubicBezTo>
                  <a:cubicBezTo>
                    <a:pt x="57288" y="31921"/>
                    <a:pt x="56196" y="32483"/>
                    <a:pt x="54817" y="32483"/>
                  </a:cubicBezTo>
                  <a:cubicBezTo>
                    <a:pt x="53650" y="32483"/>
                    <a:pt x="52707" y="32122"/>
                    <a:pt x="51986" y="31401"/>
                  </a:cubicBezTo>
                  <a:cubicBezTo>
                    <a:pt x="51264" y="30658"/>
                    <a:pt x="50904" y="29831"/>
                    <a:pt x="50904" y="28919"/>
                  </a:cubicBezTo>
                  <a:cubicBezTo>
                    <a:pt x="50904" y="28262"/>
                    <a:pt x="51105" y="27700"/>
                    <a:pt x="51508" y="27233"/>
                  </a:cubicBezTo>
                  <a:cubicBezTo>
                    <a:pt x="51911" y="26745"/>
                    <a:pt x="52463" y="26501"/>
                    <a:pt x="53162" y="26501"/>
                  </a:cubicBezTo>
                  <a:cubicBezTo>
                    <a:pt x="53459" y="26501"/>
                    <a:pt x="53778" y="26554"/>
                    <a:pt x="54117" y="26661"/>
                  </a:cubicBezTo>
                  <a:cubicBezTo>
                    <a:pt x="54456" y="26767"/>
                    <a:pt x="54817" y="26936"/>
                    <a:pt x="55199" y="27170"/>
                  </a:cubicBezTo>
                  <a:cubicBezTo>
                    <a:pt x="55602" y="27403"/>
                    <a:pt x="55941" y="27774"/>
                    <a:pt x="56217" y="28283"/>
                  </a:cubicBezTo>
                  <a:cubicBezTo>
                    <a:pt x="56492" y="28792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7"/>
                  </a:cubicBezTo>
                  <a:cubicBezTo>
                    <a:pt x="57871" y="26544"/>
                    <a:pt x="57786" y="26162"/>
                    <a:pt x="57617" y="25802"/>
                  </a:cubicBezTo>
                  <a:cubicBezTo>
                    <a:pt x="57468" y="25441"/>
                    <a:pt x="57203" y="25112"/>
                    <a:pt x="56821" y="24815"/>
                  </a:cubicBezTo>
                  <a:cubicBezTo>
                    <a:pt x="56439" y="24497"/>
                    <a:pt x="56058" y="24221"/>
                    <a:pt x="55675" y="23989"/>
                  </a:cubicBezTo>
                  <a:cubicBezTo>
                    <a:pt x="55315" y="23755"/>
                    <a:pt x="54785" y="23522"/>
                    <a:pt x="54085" y="23288"/>
                  </a:cubicBezTo>
                  <a:cubicBezTo>
                    <a:pt x="53407" y="23055"/>
                    <a:pt x="52813" y="22864"/>
                    <a:pt x="52304" y="22716"/>
                  </a:cubicBezTo>
                  <a:cubicBezTo>
                    <a:pt x="51795" y="22567"/>
                    <a:pt x="51084" y="22397"/>
                    <a:pt x="50172" y="22206"/>
                  </a:cubicBezTo>
                  <a:cubicBezTo>
                    <a:pt x="49260" y="21994"/>
                    <a:pt x="48528" y="21835"/>
                    <a:pt x="47977" y="21729"/>
                  </a:cubicBezTo>
                  <a:cubicBezTo>
                    <a:pt x="47446" y="21623"/>
                    <a:pt x="46661" y="21474"/>
                    <a:pt x="45622" y="21284"/>
                  </a:cubicBezTo>
                  <a:lnTo>
                    <a:pt x="19884" y="16416"/>
                  </a:lnTo>
                  <a:lnTo>
                    <a:pt x="19884" y="20711"/>
                  </a:lnTo>
                  <a:cubicBezTo>
                    <a:pt x="19884" y="21220"/>
                    <a:pt x="19874" y="21581"/>
                    <a:pt x="19852" y="21793"/>
                  </a:cubicBezTo>
                  <a:cubicBezTo>
                    <a:pt x="19831" y="21984"/>
                    <a:pt x="19768" y="22154"/>
                    <a:pt x="19661" y="22302"/>
                  </a:cubicBezTo>
                  <a:cubicBezTo>
                    <a:pt x="19534" y="22450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80"/>
                    <a:pt x="17933" y="21878"/>
                    <a:pt x="17912" y="21666"/>
                  </a:cubicBezTo>
                  <a:cubicBezTo>
                    <a:pt x="17869" y="21454"/>
                    <a:pt x="17848" y="21093"/>
                    <a:pt x="17848" y="20584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8"/>
                    <a:pt x="4815" y="12874"/>
                    <a:pt x="3754" y="12153"/>
                  </a:cubicBezTo>
                  <a:cubicBezTo>
                    <a:pt x="2672" y="11432"/>
                    <a:pt x="1877" y="10668"/>
                    <a:pt x="1368" y="9862"/>
                  </a:cubicBezTo>
                  <a:cubicBezTo>
                    <a:pt x="859" y="9056"/>
                    <a:pt x="509" y="8325"/>
                    <a:pt x="318" y="7668"/>
                  </a:cubicBezTo>
                  <a:cubicBezTo>
                    <a:pt x="106" y="6988"/>
                    <a:pt x="0" y="6320"/>
                    <a:pt x="0" y="5663"/>
                  </a:cubicBezTo>
                  <a:cubicBezTo>
                    <a:pt x="0" y="4178"/>
                    <a:pt x="403" y="2863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0" name="Freeform 3459">
              <a:extLst>
                <a:ext uri="{FF2B5EF4-FFF2-40B4-BE49-F238E27FC236}">
                  <a16:creationId xmlns:a16="http://schemas.microsoft.com/office/drawing/2014/main" id="{6902D333-9FDA-3D69-339C-746BDF0D11A6}"/>
                </a:ext>
              </a:extLst>
            </p:cNvPr>
            <p:cNvSpPr/>
            <p:nvPr/>
          </p:nvSpPr>
          <p:spPr>
            <a:xfrm>
              <a:off x="3475995" y="2154158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2 h 57648"/>
                <a:gd name="csX4" fmla="*/ 32833 w 33850"/>
                <a:gd name="csY4" fmla="*/ 13298 h 57648"/>
                <a:gd name="csX5" fmla="*/ 33565 w 33850"/>
                <a:gd name="csY5" fmla="*/ 13744 h 57648"/>
                <a:gd name="csX6" fmla="*/ 33851 w 33850"/>
                <a:gd name="csY6" fmla="*/ 14571 h 57648"/>
                <a:gd name="csX7" fmla="*/ 33469 w 33850"/>
                <a:gd name="csY7" fmla="*/ 15493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2 h 57648"/>
                <a:gd name="csX11" fmla="*/ 22907 w 33850"/>
                <a:gd name="csY11" fmla="*/ 11516 h 57648"/>
                <a:gd name="csX12" fmla="*/ 18230 w 33850"/>
                <a:gd name="csY12" fmla="*/ 6427 h 57648"/>
                <a:gd name="csX13" fmla="*/ 18230 w 33850"/>
                <a:gd name="csY13" fmla="*/ 56343 h 57648"/>
                <a:gd name="csX14" fmla="*/ 17848 w 33850"/>
                <a:gd name="csY14" fmla="*/ 57266 h 57648"/>
                <a:gd name="csX15" fmla="*/ 16925 w 33850"/>
                <a:gd name="csY15" fmla="*/ 57648 h 57648"/>
                <a:gd name="csX16" fmla="*/ 16003 w 33850"/>
                <a:gd name="csY16" fmla="*/ 57266 h 57648"/>
                <a:gd name="csX17" fmla="*/ 15621 w 33850"/>
                <a:gd name="csY17" fmla="*/ 56343 h 57648"/>
                <a:gd name="csX18" fmla="*/ 15621 w 33850"/>
                <a:gd name="csY18" fmla="*/ 6427 h 57648"/>
                <a:gd name="csX19" fmla="*/ 10944 w 33850"/>
                <a:gd name="csY19" fmla="*/ 11516 h 57648"/>
                <a:gd name="csX20" fmla="*/ 1559 w 33850"/>
                <a:gd name="csY20" fmla="*/ 15812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3 h 57648"/>
                <a:gd name="csX24" fmla="*/ 0 w 33850"/>
                <a:gd name="csY24" fmla="*/ 14571 h 57648"/>
                <a:gd name="csX25" fmla="*/ 286 w 33850"/>
                <a:gd name="csY25" fmla="*/ 13744 h 57648"/>
                <a:gd name="csX26" fmla="*/ 1018 w 33850"/>
                <a:gd name="csY26" fmla="*/ 13298 h 57648"/>
                <a:gd name="csX27" fmla="*/ 9290 w 33850"/>
                <a:gd name="csY27" fmla="*/ 9512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2"/>
                  </a:cubicBezTo>
                  <a:cubicBezTo>
                    <a:pt x="27127" y="11485"/>
                    <a:pt x="29885" y="12747"/>
                    <a:pt x="32833" y="13298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7"/>
                    <a:pt x="33851" y="14252"/>
                    <a:pt x="33851" y="14571"/>
                  </a:cubicBezTo>
                  <a:cubicBezTo>
                    <a:pt x="33851" y="14932"/>
                    <a:pt x="33724" y="15239"/>
                    <a:pt x="33469" y="15493"/>
                  </a:cubicBezTo>
                  <a:cubicBezTo>
                    <a:pt x="33236" y="15748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2"/>
                    <a:pt x="32313" y="15812"/>
                    <a:pt x="32292" y="15812"/>
                  </a:cubicBezTo>
                  <a:cubicBezTo>
                    <a:pt x="28856" y="15175"/>
                    <a:pt x="25728" y="13743"/>
                    <a:pt x="22907" y="11516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3"/>
                  </a:lnTo>
                  <a:cubicBezTo>
                    <a:pt x="18230" y="56704"/>
                    <a:pt x="18103" y="57012"/>
                    <a:pt x="17848" y="57266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6"/>
                  </a:cubicBezTo>
                  <a:cubicBezTo>
                    <a:pt x="15748" y="57012"/>
                    <a:pt x="15621" y="56704"/>
                    <a:pt x="15621" y="56343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6"/>
                  </a:cubicBezTo>
                  <a:cubicBezTo>
                    <a:pt x="8123" y="13743"/>
                    <a:pt x="4995" y="15175"/>
                    <a:pt x="1559" y="15812"/>
                  </a:cubicBezTo>
                  <a:cubicBezTo>
                    <a:pt x="1538" y="15812"/>
                    <a:pt x="1495" y="15822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8"/>
                    <a:pt x="382" y="15493"/>
                  </a:cubicBezTo>
                  <a:cubicBezTo>
                    <a:pt x="127" y="15239"/>
                    <a:pt x="0" y="14932"/>
                    <a:pt x="0" y="14571"/>
                  </a:cubicBezTo>
                  <a:cubicBezTo>
                    <a:pt x="0" y="14252"/>
                    <a:pt x="95" y="13977"/>
                    <a:pt x="286" y="13744"/>
                  </a:cubicBezTo>
                  <a:cubicBezTo>
                    <a:pt x="477" y="13511"/>
                    <a:pt x="721" y="13362"/>
                    <a:pt x="1018" y="13298"/>
                  </a:cubicBezTo>
                  <a:cubicBezTo>
                    <a:pt x="3966" y="12747"/>
                    <a:pt x="6724" y="11485"/>
                    <a:pt x="9290" y="9512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1" name="Freeform 3460">
              <a:extLst>
                <a:ext uri="{FF2B5EF4-FFF2-40B4-BE49-F238E27FC236}">
                  <a16:creationId xmlns:a16="http://schemas.microsoft.com/office/drawing/2014/main" id="{77E89D3F-C75F-FA25-D9C6-7926018D3F12}"/>
                </a:ext>
              </a:extLst>
            </p:cNvPr>
            <p:cNvSpPr/>
            <p:nvPr/>
          </p:nvSpPr>
          <p:spPr>
            <a:xfrm>
              <a:off x="3464701" y="2081829"/>
              <a:ext cx="44508" cy="47371"/>
            </a:xfrm>
            <a:custGeom>
              <a:avLst/>
              <a:gdLst>
                <a:gd name="csX0" fmla="*/ 795 w 44508"/>
                <a:gd name="csY0" fmla="*/ 0 h 47371"/>
                <a:gd name="csX1" fmla="*/ 1463 w 44508"/>
                <a:gd name="csY1" fmla="*/ 95 h 47371"/>
                <a:gd name="csX2" fmla="*/ 1845 w 44508"/>
                <a:gd name="csY2" fmla="*/ 413 h 47371"/>
                <a:gd name="csX3" fmla="*/ 1972 w 44508"/>
                <a:gd name="csY3" fmla="*/ 795 h 47371"/>
                <a:gd name="csX4" fmla="*/ 2036 w 44508"/>
                <a:gd name="csY4" fmla="*/ 1304 h 47371"/>
                <a:gd name="csX5" fmla="*/ 2577 w 44508"/>
                <a:gd name="csY5" fmla="*/ 4167 h 47371"/>
                <a:gd name="csX6" fmla="*/ 3722 w 44508"/>
                <a:gd name="csY6" fmla="*/ 6585 h 47371"/>
                <a:gd name="csX7" fmla="*/ 4995 w 44508"/>
                <a:gd name="csY7" fmla="*/ 8271 h 47371"/>
                <a:gd name="csX8" fmla="*/ 6522 w 44508"/>
                <a:gd name="csY8" fmla="*/ 9862 h 47371"/>
                <a:gd name="csX9" fmla="*/ 7445 w 44508"/>
                <a:gd name="csY9" fmla="*/ 10753 h 47371"/>
                <a:gd name="csX10" fmla="*/ 25993 w 44508"/>
                <a:gd name="csY10" fmla="*/ 26915 h 47371"/>
                <a:gd name="csX11" fmla="*/ 28029 w 44508"/>
                <a:gd name="csY11" fmla="*/ 27837 h 47371"/>
                <a:gd name="csX12" fmla="*/ 37223 w 44508"/>
                <a:gd name="csY12" fmla="*/ 30128 h 47371"/>
                <a:gd name="csX13" fmla="*/ 41327 w 44508"/>
                <a:gd name="csY13" fmla="*/ 31019 h 47371"/>
                <a:gd name="csX14" fmla="*/ 42091 w 44508"/>
                <a:gd name="csY14" fmla="*/ 30700 h 47371"/>
                <a:gd name="csX15" fmla="*/ 42345 w 44508"/>
                <a:gd name="csY15" fmla="*/ 29269 h 47371"/>
                <a:gd name="csX16" fmla="*/ 42504 w 44508"/>
                <a:gd name="csY16" fmla="*/ 26788 h 47371"/>
                <a:gd name="csX17" fmla="*/ 42759 w 44508"/>
                <a:gd name="csY17" fmla="*/ 25101 h 47371"/>
                <a:gd name="csX18" fmla="*/ 43205 w 44508"/>
                <a:gd name="csY18" fmla="*/ 24974 h 47371"/>
                <a:gd name="csX19" fmla="*/ 44127 w 44508"/>
                <a:gd name="csY19" fmla="*/ 25229 h 47371"/>
                <a:gd name="csX20" fmla="*/ 44476 w 44508"/>
                <a:gd name="csY20" fmla="*/ 25674 h 47371"/>
                <a:gd name="csX21" fmla="*/ 44508 w 44508"/>
                <a:gd name="csY21" fmla="*/ 26215 h 47371"/>
                <a:gd name="csX22" fmla="*/ 44318 w 44508"/>
                <a:gd name="csY22" fmla="*/ 34550 h 47371"/>
                <a:gd name="csX23" fmla="*/ 44508 w 44508"/>
                <a:gd name="csY23" fmla="*/ 42758 h 47371"/>
                <a:gd name="csX24" fmla="*/ 43777 w 44508"/>
                <a:gd name="csY24" fmla="*/ 43681 h 47371"/>
                <a:gd name="csX25" fmla="*/ 43045 w 44508"/>
                <a:gd name="csY25" fmla="*/ 43618 h 47371"/>
                <a:gd name="csX26" fmla="*/ 42663 w 44508"/>
                <a:gd name="csY26" fmla="*/ 43236 h 47371"/>
                <a:gd name="csX27" fmla="*/ 42536 w 44508"/>
                <a:gd name="csY27" fmla="*/ 42726 h 47371"/>
                <a:gd name="csX28" fmla="*/ 42504 w 44508"/>
                <a:gd name="csY28" fmla="*/ 41900 h 47371"/>
                <a:gd name="csX29" fmla="*/ 42473 w 44508"/>
                <a:gd name="csY29" fmla="*/ 39704 h 47371"/>
                <a:gd name="csX30" fmla="*/ 42250 w 44508"/>
                <a:gd name="csY30" fmla="*/ 38209 h 47371"/>
                <a:gd name="csX31" fmla="*/ 41932 w 44508"/>
                <a:gd name="csY31" fmla="*/ 37223 h 47371"/>
                <a:gd name="csX32" fmla="*/ 41232 w 44508"/>
                <a:gd name="csY32" fmla="*/ 36619 h 47371"/>
                <a:gd name="csX33" fmla="*/ 40213 w 44508"/>
                <a:gd name="csY33" fmla="*/ 36173 h 47371"/>
                <a:gd name="csX34" fmla="*/ 38655 w 44508"/>
                <a:gd name="csY34" fmla="*/ 35791 h 47371"/>
                <a:gd name="csX35" fmla="*/ 32292 w 44508"/>
                <a:gd name="csY35" fmla="*/ 34200 h 47371"/>
                <a:gd name="csX36" fmla="*/ 26788 w 44508"/>
                <a:gd name="csY36" fmla="*/ 32864 h 47371"/>
                <a:gd name="csX37" fmla="*/ 25674 w 44508"/>
                <a:gd name="csY37" fmla="*/ 33118 h 47371"/>
                <a:gd name="csX38" fmla="*/ 4231 w 44508"/>
                <a:gd name="csY38" fmla="*/ 41136 h 47371"/>
                <a:gd name="csX39" fmla="*/ 2895 w 44508"/>
                <a:gd name="csY39" fmla="*/ 41773 h 47371"/>
                <a:gd name="csX40" fmla="*/ 2291 w 44508"/>
                <a:gd name="csY40" fmla="*/ 43014 h 47371"/>
                <a:gd name="csX41" fmla="*/ 2036 w 44508"/>
                <a:gd name="csY41" fmla="*/ 45877 h 47371"/>
                <a:gd name="csX42" fmla="*/ 2004 w 44508"/>
                <a:gd name="csY42" fmla="*/ 46672 h 47371"/>
                <a:gd name="csX43" fmla="*/ 1813 w 44508"/>
                <a:gd name="csY43" fmla="*/ 47149 h 47371"/>
                <a:gd name="csX44" fmla="*/ 1304 w 44508"/>
                <a:gd name="csY44" fmla="*/ 47372 h 47371"/>
                <a:gd name="csX45" fmla="*/ 414 w 44508"/>
                <a:gd name="csY45" fmla="*/ 47118 h 47371"/>
                <a:gd name="csX46" fmla="*/ 64 w 44508"/>
                <a:gd name="csY46" fmla="*/ 46672 h 47371"/>
                <a:gd name="csX47" fmla="*/ 0 w 44508"/>
                <a:gd name="csY47" fmla="*/ 46131 h 47371"/>
                <a:gd name="csX48" fmla="*/ 95 w 44508"/>
                <a:gd name="csY48" fmla="*/ 42504 h 47371"/>
                <a:gd name="csX49" fmla="*/ 191 w 44508"/>
                <a:gd name="csY49" fmla="*/ 38845 h 47371"/>
                <a:gd name="csX50" fmla="*/ 0 w 44508"/>
                <a:gd name="csY50" fmla="*/ 30637 h 47371"/>
                <a:gd name="csX51" fmla="*/ 732 w 44508"/>
                <a:gd name="csY51" fmla="*/ 29651 h 47371"/>
                <a:gd name="csX52" fmla="*/ 1845 w 44508"/>
                <a:gd name="csY52" fmla="*/ 30001 h 47371"/>
                <a:gd name="csX53" fmla="*/ 2036 w 44508"/>
                <a:gd name="csY53" fmla="*/ 31210 h 47371"/>
                <a:gd name="csX54" fmla="*/ 3595 w 44508"/>
                <a:gd name="csY54" fmla="*/ 35060 h 47371"/>
                <a:gd name="csX55" fmla="*/ 4709 w 44508"/>
                <a:gd name="csY55" fmla="*/ 34677 h 47371"/>
                <a:gd name="csX56" fmla="*/ 24052 w 44508"/>
                <a:gd name="csY56" fmla="*/ 27519 h 47371"/>
                <a:gd name="csX57" fmla="*/ 6649 w 44508"/>
                <a:gd name="csY57" fmla="*/ 12407 h 47371"/>
                <a:gd name="csX58" fmla="*/ 6395 w 44508"/>
                <a:gd name="csY58" fmla="*/ 12185 h 47371"/>
                <a:gd name="csX59" fmla="*/ 5949 w 44508"/>
                <a:gd name="csY59" fmla="*/ 11835 h 47371"/>
                <a:gd name="csX60" fmla="*/ 5408 w 44508"/>
                <a:gd name="csY60" fmla="*/ 11421 h 47371"/>
                <a:gd name="csX61" fmla="*/ 4772 w 44508"/>
                <a:gd name="csY61" fmla="*/ 11039 h 47371"/>
                <a:gd name="csX62" fmla="*/ 4136 w 44508"/>
                <a:gd name="csY62" fmla="*/ 10753 h 47371"/>
                <a:gd name="csX63" fmla="*/ 3531 w 44508"/>
                <a:gd name="csY63" fmla="*/ 10626 h 47371"/>
                <a:gd name="csX64" fmla="*/ 2736 w 44508"/>
                <a:gd name="csY64" fmla="*/ 10912 h 47371"/>
                <a:gd name="csX65" fmla="*/ 2259 w 44508"/>
                <a:gd name="csY65" fmla="*/ 11644 h 47371"/>
                <a:gd name="csX66" fmla="*/ 2100 w 44508"/>
                <a:gd name="csY66" fmla="*/ 12407 h 47371"/>
                <a:gd name="csX67" fmla="*/ 2036 w 44508"/>
                <a:gd name="csY67" fmla="*/ 12980 h 47371"/>
                <a:gd name="csX68" fmla="*/ 1241 w 44508"/>
                <a:gd name="csY68" fmla="*/ 13966 h 47371"/>
                <a:gd name="csX69" fmla="*/ 382 w 44508"/>
                <a:gd name="csY69" fmla="*/ 13712 h 47371"/>
                <a:gd name="csX70" fmla="*/ 32 w 44508"/>
                <a:gd name="csY70" fmla="*/ 13267 h 47371"/>
                <a:gd name="csX71" fmla="*/ 0 w 44508"/>
                <a:gd name="csY71" fmla="*/ 12725 h 47371"/>
                <a:gd name="csX72" fmla="*/ 95 w 44508"/>
                <a:gd name="csY72" fmla="*/ 9480 h 47371"/>
                <a:gd name="csX73" fmla="*/ 191 w 44508"/>
                <a:gd name="csY73" fmla="*/ 6204 h 47371"/>
                <a:gd name="csX74" fmla="*/ 95 w 44508"/>
                <a:gd name="csY74" fmla="*/ 3500 h 47371"/>
                <a:gd name="csX75" fmla="*/ 0 w 44508"/>
                <a:gd name="csY75" fmla="*/ 859 h 47371"/>
                <a:gd name="csX76" fmla="*/ 795 w 44508"/>
                <a:gd name="csY76" fmla="*/ 0 h 4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4508" h="47371">
                  <a:moveTo>
                    <a:pt x="795" y="0"/>
                  </a:moveTo>
                  <a:cubicBezTo>
                    <a:pt x="1071" y="0"/>
                    <a:pt x="1294" y="32"/>
                    <a:pt x="1463" y="95"/>
                  </a:cubicBezTo>
                  <a:cubicBezTo>
                    <a:pt x="1633" y="138"/>
                    <a:pt x="1760" y="244"/>
                    <a:pt x="1845" y="413"/>
                  </a:cubicBezTo>
                  <a:cubicBezTo>
                    <a:pt x="1909" y="561"/>
                    <a:pt x="1951" y="689"/>
                    <a:pt x="1972" y="795"/>
                  </a:cubicBezTo>
                  <a:cubicBezTo>
                    <a:pt x="1994" y="880"/>
                    <a:pt x="2015" y="1050"/>
                    <a:pt x="2036" y="1304"/>
                  </a:cubicBezTo>
                  <a:cubicBezTo>
                    <a:pt x="2121" y="2343"/>
                    <a:pt x="2301" y="3298"/>
                    <a:pt x="2577" y="4167"/>
                  </a:cubicBezTo>
                  <a:cubicBezTo>
                    <a:pt x="2832" y="5037"/>
                    <a:pt x="3213" y="5843"/>
                    <a:pt x="3722" y="6585"/>
                  </a:cubicBezTo>
                  <a:cubicBezTo>
                    <a:pt x="4231" y="7306"/>
                    <a:pt x="4656" y="7868"/>
                    <a:pt x="4995" y="8271"/>
                  </a:cubicBezTo>
                  <a:cubicBezTo>
                    <a:pt x="5334" y="8653"/>
                    <a:pt x="5843" y="9184"/>
                    <a:pt x="6522" y="9862"/>
                  </a:cubicBezTo>
                  <a:lnTo>
                    <a:pt x="7445" y="10753"/>
                  </a:lnTo>
                  <a:lnTo>
                    <a:pt x="25993" y="26915"/>
                  </a:lnTo>
                  <a:cubicBezTo>
                    <a:pt x="26417" y="27296"/>
                    <a:pt x="27096" y="27604"/>
                    <a:pt x="28029" y="27837"/>
                  </a:cubicBezTo>
                  <a:lnTo>
                    <a:pt x="37223" y="30128"/>
                  </a:lnTo>
                  <a:cubicBezTo>
                    <a:pt x="39768" y="30722"/>
                    <a:pt x="41136" y="31019"/>
                    <a:pt x="41327" y="31019"/>
                  </a:cubicBezTo>
                  <a:cubicBezTo>
                    <a:pt x="41709" y="31019"/>
                    <a:pt x="41963" y="30913"/>
                    <a:pt x="42091" y="30700"/>
                  </a:cubicBezTo>
                  <a:cubicBezTo>
                    <a:pt x="42197" y="30468"/>
                    <a:pt x="42282" y="29991"/>
                    <a:pt x="42345" y="29269"/>
                  </a:cubicBezTo>
                  <a:lnTo>
                    <a:pt x="42504" y="26788"/>
                  </a:lnTo>
                  <a:cubicBezTo>
                    <a:pt x="42504" y="25812"/>
                    <a:pt x="42589" y="25250"/>
                    <a:pt x="42759" y="25101"/>
                  </a:cubicBezTo>
                  <a:cubicBezTo>
                    <a:pt x="42865" y="25017"/>
                    <a:pt x="43014" y="24974"/>
                    <a:pt x="43205" y="24974"/>
                  </a:cubicBezTo>
                  <a:cubicBezTo>
                    <a:pt x="43607" y="24974"/>
                    <a:pt x="43915" y="25059"/>
                    <a:pt x="44127" y="25229"/>
                  </a:cubicBezTo>
                  <a:cubicBezTo>
                    <a:pt x="44318" y="25377"/>
                    <a:pt x="44434" y="25526"/>
                    <a:pt x="44476" y="25674"/>
                  </a:cubicBezTo>
                  <a:cubicBezTo>
                    <a:pt x="44498" y="25801"/>
                    <a:pt x="44508" y="25982"/>
                    <a:pt x="44508" y="26215"/>
                  </a:cubicBezTo>
                  <a:lnTo>
                    <a:pt x="44318" y="34550"/>
                  </a:lnTo>
                  <a:lnTo>
                    <a:pt x="44508" y="42758"/>
                  </a:lnTo>
                  <a:cubicBezTo>
                    <a:pt x="44508" y="43373"/>
                    <a:pt x="44265" y="43681"/>
                    <a:pt x="43777" y="43681"/>
                  </a:cubicBezTo>
                  <a:cubicBezTo>
                    <a:pt x="43459" y="43681"/>
                    <a:pt x="43215" y="43660"/>
                    <a:pt x="43045" y="43618"/>
                  </a:cubicBezTo>
                  <a:cubicBezTo>
                    <a:pt x="42855" y="43554"/>
                    <a:pt x="42727" y="43427"/>
                    <a:pt x="42663" y="43236"/>
                  </a:cubicBezTo>
                  <a:cubicBezTo>
                    <a:pt x="42578" y="43045"/>
                    <a:pt x="42536" y="42875"/>
                    <a:pt x="42536" y="42726"/>
                  </a:cubicBezTo>
                  <a:cubicBezTo>
                    <a:pt x="42515" y="42578"/>
                    <a:pt x="42504" y="42303"/>
                    <a:pt x="42504" y="41900"/>
                  </a:cubicBezTo>
                  <a:cubicBezTo>
                    <a:pt x="42483" y="40924"/>
                    <a:pt x="42473" y="40192"/>
                    <a:pt x="42473" y="39704"/>
                  </a:cubicBezTo>
                  <a:cubicBezTo>
                    <a:pt x="42452" y="39195"/>
                    <a:pt x="42377" y="38697"/>
                    <a:pt x="42250" y="38209"/>
                  </a:cubicBezTo>
                  <a:cubicBezTo>
                    <a:pt x="42122" y="37721"/>
                    <a:pt x="42016" y="37393"/>
                    <a:pt x="41932" y="37223"/>
                  </a:cubicBezTo>
                  <a:cubicBezTo>
                    <a:pt x="41826" y="37032"/>
                    <a:pt x="41592" y="36830"/>
                    <a:pt x="41232" y="36619"/>
                  </a:cubicBezTo>
                  <a:cubicBezTo>
                    <a:pt x="40850" y="36385"/>
                    <a:pt x="40511" y="36237"/>
                    <a:pt x="40213" y="36173"/>
                  </a:cubicBezTo>
                  <a:cubicBezTo>
                    <a:pt x="39917" y="36088"/>
                    <a:pt x="39397" y="35961"/>
                    <a:pt x="38655" y="35791"/>
                  </a:cubicBezTo>
                  <a:cubicBezTo>
                    <a:pt x="37997" y="35622"/>
                    <a:pt x="35876" y="35091"/>
                    <a:pt x="32292" y="34200"/>
                  </a:cubicBezTo>
                  <a:cubicBezTo>
                    <a:pt x="28707" y="33309"/>
                    <a:pt x="26873" y="32864"/>
                    <a:pt x="26788" y="32864"/>
                  </a:cubicBezTo>
                  <a:cubicBezTo>
                    <a:pt x="26555" y="32864"/>
                    <a:pt x="26183" y="32949"/>
                    <a:pt x="25674" y="33118"/>
                  </a:cubicBezTo>
                  <a:lnTo>
                    <a:pt x="4231" y="41136"/>
                  </a:lnTo>
                  <a:cubicBezTo>
                    <a:pt x="3595" y="41370"/>
                    <a:pt x="3150" y="41582"/>
                    <a:pt x="2895" y="41773"/>
                  </a:cubicBezTo>
                  <a:cubicBezTo>
                    <a:pt x="2641" y="41963"/>
                    <a:pt x="2439" y="42377"/>
                    <a:pt x="2291" y="43014"/>
                  </a:cubicBezTo>
                  <a:cubicBezTo>
                    <a:pt x="2121" y="43649"/>
                    <a:pt x="2036" y="44604"/>
                    <a:pt x="2036" y="45877"/>
                  </a:cubicBezTo>
                  <a:cubicBezTo>
                    <a:pt x="2036" y="46237"/>
                    <a:pt x="2025" y="46502"/>
                    <a:pt x="2004" y="46672"/>
                  </a:cubicBezTo>
                  <a:cubicBezTo>
                    <a:pt x="1983" y="46842"/>
                    <a:pt x="1919" y="47000"/>
                    <a:pt x="1813" y="47149"/>
                  </a:cubicBezTo>
                  <a:cubicBezTo>
                    <a:pt x="1707" y="47297"/>
                    <a:pt x="1538" y="47372"/>
                    <a:pt x="1304" y="47372"/>
                  </a:cubicBezTo>
                  <a:cubicBezTo>
                    <a:pt x="901" y="47372"/>
                    <a:pt x="604" y="47287"/>
                    <a:pt x="414" y="47118"/>
                  </a:cubicBezTo>
                  <a:cubicBezTo>
                    <a:pt x="201" y="46947"/>
                    <a:pt x="85" y="46799"/>
                    <a:pt x="64" y="46672"/>
                  </a:cubicBezTo>
                  <a:cubicBezTo>
                    <a:pt x="21" y="46523"/>
                    <a:pt x="0" y="46343"/>
                    <a:pt x="0" y="46131"/>
                  </a:cubicBezTo>
                  <a:cubicBezTo>
                    <a:pt x="0" y="45600"/>
                    <a:pt x="32" y="44392"/>
                    <a:pt x="95" y="42504"/>
                  </a:cubicBezTo>
                  <a:cubicBezTo>
                    <a:pt x="159" y="40616"/>
                    <a:pt x="191" y="39397"/>
                    <a:pt x="191" y="38845"/>
                  </a:cubicBezTo>
                  <a:lnTo>
                    <a:pt x="0" y="30637"/>
                  </a:lnTo>
                  <a:cubicBezTo>
                    <a:pt x="0" y="29980"/>
                    <a:pt x="244" y="29651"/>
                    <a:pt x="732" y="29651"/>
                  </a:cubicBezTo>
                  <a:cubicBezTo>
                    <a:pt x="1326" y="29651"/>
                    <a:pt x="1697" y="29767"/>
                    <a:pt x="1845" y="30001"/>
                  </a:cubicBezTo>
                  <a:cubicBezTo>
                    <a:pt x="1972" y="30234"/>
                    <a:pt x="2036" y="30637"/>
                    <a:pt x="2036" y="31210"/>
                  </a:cubicBezTo>
                  <a:cubicBezTo>
                    <a:pt x="2036" y="33776"/>
                    <a:pt x="2556" y="35060"/>
                    <a:pt x="3595" y="35060"/>
                  </a:cubicBezTo>
                  <a:cubicBezTo>
                    <a:pt x="3722" y="35060"/>
                    <a:pt x="4093" y="34932"/>
                    <a:pt x="4709" y="34677"/>
                  </a:cubicBezTo>
                  <a:lnTo>
                    <a:pt x="24052" y="27519"/>
                  </a:lnTo>
                  <a:lnTo>
                    <a:pt x="6649" y="12407"/>
                  </a:lnTo>
                  <a:lnTo>
                    <a:pt x="6395" y="12185"/>
                  </a:lnTo>
                  <a:cubicBezTo>
                    <a:pt x="6225" y="12058"/>
                    <a:pt x="6077" y="11941"/>
                    <a:pt x="5949" y="11835"/>
                  </a:cubicBezTo>
                  <a:cubicBezTo>
                    <a:pt x="5822" y="11729"/>
                    <a:pt x="5642" y="11591"/>
                    <a:pt x="5408" y="11421"/>
                  </a:cubicBezTo>
                  <a:cubicBezTo>
                    <a:pt x="5175" y="11251"/>
                    <a:pt x="4963" y="11124"/>
                    <a:pt x="4772" y="11039"/>
                  </a:cubicBezTo>
                  <a:cubicBezTo>
                    <a:pt x="4581" y="10933"/>
                    <a:pt x="4369" y="10838"/>
                    <a:pt x="4136" y="10753"/>
                  </a:cubicBezTo>
                  <a:cubicBezTo>
                    <a:pt x="3903" y="10668"/>
                    <a:pt x="3701" y="10626"/>
                    <a:pt x="3531" y="10626"/>
                  </a:cubicBezTo>
                  <a:cubicBezTo>
                    <a:pt x="3213" y="10626"/>
                    <a:pt x="2948" y="10721"/>
                    <a:pt x="2736" y="10912"/>
                  </a:cubicBezTo>
                  <a:cubicBezTo>
                    <a:pt x="2503" y="11103"/>
                    <a:pt x="2344" y="11347"/>
                    <a:pt x="2259" y="11644"/>
                  </a:cubicBezTo>
                  <a:cubicBezTo>
                    <a:pt x="2174" y="11940"/>
                    <a:pt x="2121" y="12195"/>
                    <a:pt x="2100" y="12407"/>
                  </a:cubicBezTo>
                  <a:cubicBezTo>
                    <a:pt x="2057" y="12619"/>
                    <a:pt x="2036" y="12810"/>
                    <a:pt x="2036" y="12980"/>
                  </a:cubicBezTo>
                  <a:cubicBezTo>
                    <a:pt x="2036" y="13637"/>
                    <a:pt x="1771" y="13966"/>
                    <a:pt x="1241" y="13966"/>
                  </a:cubicBezTo>
                  <a:cubicBezTo>
                    <a:pt x="859" y="13966"/>
                    <a:pt x="573" y="13882"/>
                    <a:pt x="382" y="13712"/>
                  </a:cubicBezTo>
                  <a:cubicBezTo>
                    <a:pt x="170" y="13542"/>
                    <a:pt x="53" y="13394"/>
                    <a:pt x="32" y="13267"/>
                  </a:cubicBezTo>
                  <a:cubicBezTo>
                    <a:pt x="11" y="13118"/>
                    <a:pt x="0" y="12938"/>
                    <a:pt x="0" y="12725"/>
                  </a:cubicBezTo>
                  <a:cubicBezTo>
                    <a:pt x="0" y="12026"/>
                    <a:pt x="32" y="10944"/>
                    <a:pt x="95" y="9480"/>
                  </a:cubicBezTo>
                  <a:cubicBezTo>
                    <a:pt x="159" y="8017"/>
                    <a:pt x="191" y="6925"/>
                    <a:pt x="191" y="6204"/>
                  </a:cubicBezTo>
                  <a:cubicBezTo>
                    <a:pt x="191" y="5610"/>
                    <a:pt x="159" y="4708"/>
                    <a:pt x="95" y="3500"/>
                  </a:cubicBezTo>
                  <a:cubicBezTo>
                    <a:pt x="32" y="2291"/>
                    <a:pt x="0" y="1410"/>
                    <a:pt x="0" y="859"/>
                  </a:cubicBezTo>
                  <a:cubicBezTo>
                    <a:pt x="0" y="286"/>
                    <a:pt x="265" y="0"/>
                    <a:pt x="79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2" name="Freeform 3461">
              <a:extLst>
                <a:ext uri="{FF2B5EF4-FFF2-40B4-BE49-F238E27FC236}">
                  <a16:creationId xmlns:a16="http://schemas.microsoft.com/office/drawing/2014/main" id="{F01FE189-1027-93B8-C934-0F782F59BD16}"/>
                </a:ext>
              </a:extLst>
            </p:cNvPr>
            <p:cNvSpPr/>
            <p:nvPr/>
          </p:nvSpPr>
          <p:spPr>
            <a:xfrm>
              <a:off x="3411066" y="2060214"/>
              <a:ext cx="93080" cy="21588"/>
            </a:xfrm>
            <a:custGeom>
              <a:avLst/>
              <a:gdLst>
                <a:gd name="csX0" fmla="*/ 46540 w 93080"/>
                <a:gd name="csY0" fmla="*/ 21588 h 21588"/>
                <a:gd name="csX1" fmla="*/ 18134 w 93080"/>
                <a:gd name="csY1" fmla="*/ 15725 h 21588"/>
                <a:gd name="csX2" fmla="*/ 8363 w 93080"/>
                <a:gd name="csY2" fmla="*/ 9725 h 21588"/>
                <a:gd name="csX3" fmla="*/ 1954 w 93080"/>
                <a:gd name="csY3" fmla="*/ 3908 h 21588"/>
                <a:gd name="csX4" fmla="*/ 0 w 93080"/>
                <a:gd name="csY4" fmla="*/ 954 h 21588"/>
                <a:gd name="csX5" fmla="*/ 909 w 93080"/>
                <a:gd name="csY5" fmla="*/ 0 h 21588"/>
                <a:gd name="csX6" fmla="*/ 2500 w 93080"/>
                <a:gd name="csY6" fmla="*/ 1226 h 21588"/>
                <a:gd name="csX7" fmla="*/ 46540 w 93080"/>
                <a:gd name="csY7" fmla="*/ 16179 h 21588"/>
                <a:gd name="csX8" fmla="*/ 90081 w 93080"/>
                <a:gd name="csY8" fmla="*/ 1590 h 21588"/>
                <a:gd name="csX9" fmla="*/ 92172 w 93080"/>
                <a:gd name="csY9" fmla="*/ 0 h 21588"/>
                <a:gd name="csX10" fmla="*/ 93081 w 93080"/>
                <a:gd name="csY10" fmla="*/ 954 h 21588"/>
                <a:gd name="csX11" fmla="*/ 91217 w 93080"/>
                <a:gd name="csY11" fmla="*/ 3818 h 21588"/>
                <a:gd name="csX12" fmla="*/ 85082 w 93080"/>
                <a:gd name="csY12" fmla="*/ 9498 h 21588"/>
                <a:gd name="csX13" fmla="*/ 75583 w 93080"/>
                <a:gd name="csY13" fmla="*/ 15453 h 21588"/>
                <a:gd name="csX14" fmla="*/ 46540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46540" y="21588"/>
                  </a:moveTo>
                  <a:cubicBezTo>
                    <a:pt x="36057" y="21588"/>
                    <a:pt x="26588" y="19634"/>
                    <a:pt x="18134" y="15725"/>
                  </a:cubicBezTo>
                  <a:cubicBezTo>
                    <a:pt x="14589" y="14059"/>
                    <a:pt x="11332" y="12059"/>
                    <a:pt x="8363" y="9725"/>
                  </a:cubicBezTo>
                  <a:cubicBezTo>
                    <a:pt x="5393" y="7392"/>
                    <a:pt x="3257" y="5453"/>
                    <a:pt x="1954" y="3908"/>
                  </a:cubicBezTo>
                  <a:cubicBezTo>
                    <a:pt x="651" y="2363"/>
                    <a:pt x="0" y="1378"/>
                    <a:pt x="0" y="954"/>
                  </a:cubicBezTo>
                  <a:cubicBezTo>
                    <a:pt x="0" y="348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6"/>
                  </a:cubicBezTo>
                  <a:cubicBezTo>
                    <a:pt x="12680" y="11225"/>
                    <a:pt x="27361" y="16210"/>
                    <a:pt x="46540" y="16179"/>
                  </a:cubicBezTo>
                  <a:cubicBezTo>
                    <a:pt x="65781" y="16179"/>
                    <a:pt x="80294" y="11316"/>
                    <a:pt x="90081" y="1590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4"/>
                  </a:cubicBezTo>
                  <a:cubicBezTo>
                    <a:pt x="93081" y="1378"/>
                    <a:pt x="92460" y="2333"/>
                    <a:pt x="91217" y="3818"/>
                  </a:cubicBezTo>
                  <a:cubicBezTo>
                    <a:pt x="89975" y="5302"/>
                    <a:pt x="87930" y="7196"/>
                    <a:pt x="85082" y="9498"/>
                  </a:cubicBezTo>
                  <a:cubicBezTo>
                    <a:pt x="82233" y="11801"/>
                    <a:pt x="79067" y="13786"/>
                    <a:pt x="75583" y="15453"/>
                  </a:cubicBezTo>
                  <a:cubicBezTo>
                    <a:pt x="67129" y="19543"/>
                    <a:pt x="57448" y="21588"/>
                    <a:pt x="46540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3" name="Freeform 3462">
              <a:extLst>
                <a:ext uri="{FF2B5EF4-FFF2-40B4-BE49-F238E27FC236}">
                  <a16:creationId xmlns:a16="http://schemas.microsoft.com/office/drawing/2014/main" id="{B1350EC9-752C-2A43-575C-64B17E8E6F99}"/>
                </a:ext>
              </a:extLst>
            </p:cNvPr>
            <p:cNvSpPr/>
            <p:nvPr/>
          </p:nvSpPr>
          <p:spPr>
            <a:xfrm>
              <a:off x="3439745" y="2010190"/>
              <a:ext cx="60220" cy="42950"/>
            </a:xfrm>
            <a:custGeom>
              <a:avLst/>
              <a:gdLst>
                <a:gd name="csX0" fmla="*/ 3545 w 60220"/>
                <a:gd name="csY0" fmla="*/ 0 h 42950"/>
                <a:gd name="csX1" fmla="*/ 5681 w 60220"/>
                <a:gd name="csY1" fmla="*/ 409 h 42950"/>
                <a:gd name="csX2" fmla="*/ 41223 w 60220"/>
                <a:gd name="csY2" fmla="*/ 9318 h 42950"/>
                <a:gd name="csX3" fmla="*/ 54676 w 60220"/>
                <a:gd name="csY3" fmla="*/ 17635 h 42950"/>
                <a:gd name="csX4" fmla="*/ 60221 w 60220"/>
                <a:gd name="csY4" fmla="*/ 31133 h 42950"/>
                <a:gd name="csX5" fmla="*/ 57903 w 60220"/>
                <a:gd name="csY5" fmla="*/ 38224 h 42950"/>
                <a:gd name="csX6" fmla="*/ 52131 w 60220"/>
                <a:gd name="csY6" fmla="*/ 40996 h 42950"/>
                <a:gd name="csX7" fmla="*/ 47540 w 60220"/>
                <a:gd name="csY7" fmla="*/ 39360 h 42950"/>
                <a:gd name="csX8" fmla="*/ 46086 w 60220"/>
                <a:gd name="csY8" fmla="*/ 35769 h 42950"/>
                <a:gd name="csX9" fmla="*/ 46268 w 60220"/>
                <a:gd name="csY9" fmla="*/ 34451 h 42950"/>
                <a:gd name="csX10" fmla="*/ 47222 w 60220"/>
                <a:gd name="csY10" fmla="*/ 33043 h 42950"/>
                <a:gd name="csX11" fmla="*/ 49313 w 60220"/>
                <a:gd name="csY11" fmla="*/ 32315 h 42950"/>
                <a:gd name="csX12" fmla="*/ 53131 w 60220"/>
                <a:gd name="csY12" fmla="*/ 34179 h 42950"/>
                <a:gd name="csX13" fmla="*/ 54085 w 60220"/>
                <a:gd name="csY13" fmla="*/ 35951 h 42950"/>
                <a:gd name="csX14" fmla="*/ 54267 w 60220"/>
                <a:gd name="csY14" fmla="*/ 38178 h 42950"/>
                <a:gd name="csX15" fmla="*/ 56403 w 60220"/>
                <a:gd name="csY15" fmla="*/ 36632 h 42950"/>
                <a:gd name="csX16" fmla="*/ 57585 w 60220"/>
                <a:gd name="csY16" fmla="*/ 34497 h 42950"/>
                <a:gd name="csX17" fmla="*/ 58039 w 60220"/>
                <a:gd name="csY17" fmla="*/ 32633 h 42950"/>
                <a:gd name="csX18" fmla="*/ 58176 w 60220"/>
                <a:gd name="csY18" fmla="*/ 31133 h 42950"/>
                <a:gd name="csX19" fmla="*/ 52313 w 60220"/>
                <a:gd name="csY19" fmla="*/ 20862 h 42950"/>
                <a:gd name="csX20" fmla="*/ 48767 w 60220"/>
                <a:gd name="csY20" fmla="*/ 18589 h 42950"/>
                <a:gd name="csX21" fmla="*/ 44904 w 60220"/>
                <a:gd name="csY21" fmla="*/ 16862 h 42950"/>
                <a:gd name="csX22" fmla="*/ 41677 w 60220"/>
                <a:gd name="csY22" fmla="*/ 15816 h 42950"/>
                <a:gd name="csX23" fmla="*/ 37950 w 60220"/>
                <a:gd name="csY23" fmla="*/ 14817 h 42950"/>
                <a:gd name="csX24" fmla="*/ 42177 w 60220"/>
                <a:gd name="csY24" fmla="*/ 24225 h 42950"/>
                <a:gd name="csX25" fmla="*/ 41586 w 60220"/>
                <a:gd name="csY25" fmla="*/ 28361 h 42950"/>
                <a:gd name="csX26" fmla="*/ 39768 w 60220"/>
                <a:gd name="csY26" fmla="*/ 31951 h 42950"/>
                <a:gd name="csX27" fmla="*/ 36269 w 60220"/>
                <a:gd name="csY27" fmla="*/ 34633 h 42950"/>
                <a:gd name="csX28" fmla="*/ 31088 w 60220"/>
                <a:gd name="csY28" fmla="*/ 35587 h 42950"/>
                <a:gd name="csX29" fmla="*/ 23679 w 60220"/>
                <a:gd name="csY29" fmla="*/ 34360 h 42950"/>
                <a:gd name="csX30" fmla="*/ 11544 w 60220"/>
                <a:gd name="csY30" fmla="*/ 30179 h 42950"/>
                <a:gd name="csX31" fmla="*/ 5000 w 60220"/>
                <a:gd name="csY31" fmla="*/ 28588 h 42950"/>
                <a:gd name="csX32" fmla="*/ 3318 w 60220"/>
                <a:gd name="csY32" fmla="*/ 28815 h 42950"/>
                <a:gd name="csX33" fmla="*/ 2409 w 60220"/>
                <a:gd name="csY33" fmla="*/ 29497 h 42950"/>
                <a:gd name="csX34" fmla="*/ 2091 w 60220"/>
                <a:gd name="csY34" fmla="*/ 30224 h 42950"/>
                <a:gd name="csX35" fmla="*/ 2045 w 60220"/>
                <a:gd name="csY35" fmla="*/ 30906 h 42950"/>
                <a:gd name="csX36" fmla="*/ 4772 w 60220"/>
                <a:gd name="csY36" fmla="*/ 36087 h 42950"/>
                <a:gd name="csX37" fmla="*/ 13590 w 60220"/>
                <a:gd name="csY37" fmla="*/ 40314 h 42950"/>
                <a:gd name="csX38" fmla="*/ 14998 w 60220"/>
                <a:gd name="csY38" fmla="*/ 40905 h 42950"/>
                <a:gd name="csX39" fmla="*/ 15271 w 60220"/>
                <a:gd name="csY39" fmla="*/ 41814 h 42950"/>
                <a:gd name="csX40" fmla="*/ 14317 w 60220"/>
                <a:gd name="csY40" fmla="*/ 42950 h 42950"/>
                <a:gd name="csX41" fmla="*/ 12544 w 60220"/>
                <a:gd name="csY41" fmla="*/ 42541 h 42950"/>
                <a:gd name="csX42" fmla="*/ 8954 w 60220"/>
                <a:gd name="csY42" fmla="*/ 41178 h 42950"/>
                <a:gd name="csX43" fmla="*/ 4818 w 60220"/>
                <a:gd name="csY43" fmla="*/ 38814 h 42950"/>
                <a:gd name="csX44" fmla="*/ 1409 w 60220"/>
                <a:gd name="csY44" fmla="*/ 35315 h 42950"/>
                <a:gd name="csX45" fmla="*/ 0 w 60220"/>
                <a:gd name="csY45" fmla="*/ 30634 h 42950"/>
                <a:gd name="csX46" fmla="*/ 2227 w 60220"/>
                <a:gd name="csY46" fmla="*/ 25134 h 42950"/>
                <a:gd name="csX47" fmla="*/ 7636 w 60220"/>
                <a:gd name="csY47" fmla="*/ 22998 h 42950"/>
                <a:gd name="csX48" fmla="*/ 10135 w 60220"/>
                <a:gd name="csY48" fmla="*/ 23362 h 42950"/>
                <a:gd name="csX49" fmla="*/ 14317 w 60220"/>
                <a:gd name="csY49" fmla="*/ 24862 h 42950"/>
                <a:gd name="csX50" fmla="*/ 32587 w 60220"/>
                <a:gd name="csY50" fmla="*/ 29633 h 42950"/>
                <a:gd name="csX51" fmla="*/ 35269 w 60220"/>
                <a:gd name="csY51" fmla="*/ 29406 h 42950"/>
                <a:gd name="csX52" fmla="*/ 37632 w 60220"/>
                <a:gd name="csY52" fmla="*/ 28543 h 42950"/>
                <a:gd name="csX53" fmla="*/ 39450 w 60220"/>
                <a:gd name="csY53" fmla="*/ 26770 h 42950"/>
                <a:gd name="csX54" fmla="*/ 40087 w 60220"/>
                <a:gd name="csY54" fmla="*/ 23861 h 42950"/>
                <a:gd name="csX55" fmla="*/ 39087 w 60220"/>
                <a:gd name="csY55" fmla="*/ 19725 h 42950"/>
                <a:gd name="csX56" fmla="*/ 36632 w 60220"/>
                <a:gd name="csY56" fmla="*/ 16407 h 42950"/>
                <a:gd name="csX57" fmla="*/ 34042 w 60220"/>
                <a:gd name="csY57" fmla="*/ 14317 h 42950"/>
                <a:gd name="csX58" fmla="*/ 32178 w 60220"/>
                <a:gd name="csY58" fmla="*/ 13317 h 42950"/>
                <a:gd name="csX59" fmla="*/ 15453 w 60220"/>
                <a:gd name="csY59" fmla="*/ 9135 h 42950"/>
                <a:gd name="csX60" fmla="*/ 7999 w 60220"/>
                <a:gd name="csY60" fmla="*/ 7273 h 42950"/>
                <a:gd name="csX61" fmla="*/ 2954 w 60220"/>
                <a:gd name="csY61" fmla="*/ 6000 h 42950"/>
                <a:gd name="csX62" fmla="*/ 1500 w 60220"/>
                <a:gd name="csY62" fmla="*/ 4500 h 42950"/>
                <a:gd name="csX63" fmla="*/ 1000 w 60220"/>
                <a:gd name="csY63" fmla="*/ 2727 h 42950"/>
                <a:gd name="csX64" fmla="*/ 1682 w 60220"/>
                <a:gd name="csY64" fmla="*/ 819 h 42950"/>
                <a:gd name="csX65" fmla="*/ 3545 w 60220"/>
                <a:gd name="csY65" fmla="*/ 0 h 42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220" h="42950">
                  <a:moveTo>
                    <a:pt x="3545" y="0"/>
                  </a:moveTo>
                  <a:cubicBezTo>
                    <a:pt x="3969" y="0"/>
                    <a:pt x="4681" y="136"/>
                    <a:pt x="5681" y="409"/>
                  </a:cubicBezTo>
                  <a:lnTo>
                    <a:pt x="41223" y="9318"/>
                  </a:lnTo>
                  <a:cubicBezTo>
                    <a:pt x="46495" y="10621"/>
                    <a:pt x="50979" y="13393"/>
                    <a:pt x="54676" y="17635"/>
                  </a:cubicBezTo>
                  <a:cubicBezTo>
                    <a:pt x="58372" y="21847"/>
                    <a:pt x="60221" y="26346"/>
                    <a:pt x="60221" y="31133"/>
                  </a:cubicBezTo>
                  <a:cubicBezTo>
                    <a:pt x="60221" y="34012"/>
                    <a:pt x="59448" y="36375"/>
                    <a:pt x="57903" y="38224"/>
                  </a:cubicBezTo>
                  <a:cubicBezTo>
                    <a:pt x="56388" y="40072"/>
                    <a:pt x="54464" y="40996"/>
                    <a:pt x="52131" y="40996"/>
                  </a:cubicBezTo>
                  <a:cubicBezTo>
                    <a:pt x="50070" y="40996"/>
                    <a:pt x="48540" y="40451"/>
                    <a:pt x="47540" y="39360"/>
                  </a:cubicBezTo>
                  <a:cubicBezTo>
                    <a:pt x="46571" y="38269"/>
                    <a:pt x="46086" y="37072"/>
                    <a:pt x="46086" y="35769"/>
                  </a:cubicBezTo>
                  <a:cubicBezTo>
                    <a:pt x="46086" y="35345"/>
                    <a:pt x="46147" y="34906"/>
                    <a:pt x="46268" y="34451"/>
                  </a:cubicBezTo>
                  <a:cubicBezTo>
                    <a:pt x="46389" y="33997"/>
                    <a:pt x="46707" y="33527"/>
                    <a:pt x="47222" y="33043"/>
                  </a:cubicBezTo>
                  <a:cubicBezTo>
                    <a:pt x="47737" y="32557"/>
                    <a:pt x="48434" y="32315"/>
                    <a:pt x="49313" y="32315"/>
                  </a:cubicBezTo>
                  <a:cubicBezTo>
                    <a:pt x="50737" y="32315"/>
                    <a:pt x="52010" y="32936"/>
                    <a:pt x="53131" y="34179"/>
                  </a:cubicBezTo>
                  <a:cubicBezTo>
                    <a:pt x="53646" y="34785"/>
                    <a:pt x="53964" y="35376"/>
                    <a:pt x="54085" y="35951"/>
                  </a:cubicBezTo>
                  <a:cubicBezTo>
                    <a:pt x="54206" y="36497"/>
                    <a:pt x="54267" y="37239"/>
                    <a:pt x="54267" y="38178"/>
                  </a:cubicBezTo>
                  <a:cubicBezTo>
                    <a:pt x="55115" y="37814"/>
                    <a:pt x="55827" y="37299"/>
                    <a:pt x="56403" y="36632"/>
                  </a:cubicBezTo>
                  <a:cubicBezTo>
                    <a:pt x="56979" y="35966"/>
                    <a:pt x="57373" y="35254"/>
                    <a:pt x="57585" y="34497"/>
                  </a:cubicBezTo>
                  <a:cubicBezTo>
                    <a:pt x="57827" y="33740"/>
                    <a:pt x="57979" y="33118"/>
                    <a:pt x="58039" y="32633"/>
                  </a:cubicBezTo>
                  <a:cubicBezTo>
                    <a:pt x="58130" y="32118"/>
                    <a:pt x="58176" y="31618"/>
                    <a:pt x="58176" y="31133"/>
                  </a:cubicBezTo>
                  <a:cubicBezTo>
                    <a:pt x="58176" y="27255"/>
                    <a:pt x="56221" y="23831"/>
                    <a:pt x="52313" y="20862"/>
                  </a:cubicBezTo>
                  <a:cubicBezTo>
                    <a:pt x="51131" y="19983"/>
                    <a:pt x="49949" y="19226"/>
                    <a:pt x="48767" y="18589"/>
                  </a:cubicBezTo>
                  <a:cubicBezTo>
                    <a:pt x="47616" y="17922"/>
                    <a:pt x="46328" y="17347"/>
                    <a:pt x="44904" y="16862"/>
                  </a:cubicBezTo>
                  <a:cubicBezTo>
                    <a:pt x="43510" y="16377"/>
                    <a:pt x="42435" y="16029"/>
                    <a:pt x="41677" y="15816"/>
                  </a:cubicBezTo>
                  <a:cubicBezTo>
                    <a:pt x="40920" y="15575"/>
                    <a:pt x="39678" y="15241"/>
                    <a:pt x="37950" y="14817"/>
                  </a:cubicBezTo>
                  <a:cubicBezTo>
                    <a:pt x="40768" y="17635"/>
                    <a:pt x="42177" y="20771"/>
                    <a:pt x="42177" y="24225"/>
                  </a:cubicBezTo>
                  <a:cubicBezTo>
                    <a:pt x="42177" y="25679"/>
                    <a:pt x="41980" y="27058"/>
                    <a:pt x="41586" y="28361"/>
                  </a:cubicBezTo>
                  <a:cubicBezTo>
                    <a:pt x="41192" y="29634"/>
                    <a:pt x="40587" y="30830"/>
                    <a:pt x="39768" y="31951"/>
                  </a:cubicBezTo>
                  <a:cubicBezTo>
                    <a:pt x="38920" y="33073"/>
                    <a:pt x="37754" y="33967"/>
                    <a:pt x="36269" y="34633"/>
                  </a:cubicBezTo>
                  <a:cubicBezTo>
                    <a:pt x="34784" y="35269"/>
                    <a:pt x="33057" y="35587"/>
                    <a:pt x="31088" y="35587"/>
                  </a:cubicBezTo>
                  <a:cubicBezTo>
                    <a:pt x="28997" y="35587"/>
                    <a:pt x="26527" y="35178"/>
                    <a:pt x="23679" y="34360"/>
                  </a:cubicBezTo>
                  <a:cubicBezTo>
                    <a:pt x="20831" y="33542"/>
                    <a:pt x="16786" y="32148"/>
                    <a:pt x="11544" y="30179"/>
                  </a:cubicBezTo>
                  <a:cubicBezTo>
                    <a:pt x="8605" y="29118"/>
                    <a:pt x="6424" y="28588"/>
                    <a:pt x="5000" y="28588"/>
                  </a:cubicBezTo>
                  <a:cubicBezTo>
                    <a:pt x="4303" y="28588"/>
                    <a:pt x="3742" y="28664"/>
                    <a:pt x="3318" y="28815"/>
                  </a:cubicBezTo>
                  <a:cubicBezTo>
                    <a:pt x="2863" y="28967"/>
                    <a:pt x="2560" y="29194"/>
                    <a:pt x="2409" y="29497"/>
                  </a:cubicBezTo>
                  <a:cubicBezTo>
                    <a:pt x="2227" y="29800"/>
                    <a:pt x="2121" y="30042"/>
                    <a:pt x="2091" y="30224"/>
                  </a:cubicBezTo>
                  <a:cubicBezTo>
                    <a:pt x="2060" y="30376"/>
                    <a:pt x="2045" y="30603"/>
                    <a:pt x="2045" y="30906"/>
                  </a:cubicBezTo>
                  <a:cubicBezTo>
                    <a:pt x="2045" y="32694"/>
                    <a:pt x="2954" y="34421"/>
                    <a:pt x="4772" y="36087"/>
                  </a:cubicBezTo>
                  <a:cubicBezTo>
                    <a:pt x="6590" y="37754"/>
                    <a:pt x="9529" y="39163"/>
                    <a:pt x="13590" y="40314"/>
                  </a:cubicBezTo>
                  <a:cubicBezTo>
                    <a:pt x="14347" y="40557"/>
                    <a:pt x="14817" y="40754"/>
                    <a:pt x="14998" y="40905"/>
                  </a:cubicBezTo>
                  <a:cubicBezTo>
                    <a:pt x="15180" y="41057"/>
                    <a:pt x="15271" y="41360"/>
                    <a:pt x="15271" y="41814"/>
                  </a:cubicBezTo>
                  <a:cubicBezTo>
                    <a:pt x="15241" y="42572"/>
                    <a:pt x="14923" y="42950"/>
                    <a:pt x="14317" y="42950"/>
                  </a:cubicBezTo>
                  <a:cubicBezTo>
                    <a:pt x="14074" y="42950"/>
                    <a:pt x="13483" y="42814"/>
                    <a:pt x="12544" y="42541"/>
                  </a:cubicBezTo>
                  <a:cubicBezTo>
                    <a:pt x="11575" y="42269"/>
                    <a:pt x="10378" y="41814"/>
                    <a:pt x="8954" y="41178"/>
                  </a:cubicBezTo>
                  <a:cubicBezTo>
                    <a:pt x="7499" y="40511"/>
                    <a:pt x="6121" y="39723"/>
                    <a:pt x="4818" y="38814"/>
                  </a:cubicBezTo>
                  <a:cubicBezTo>
                    <a:pt x="3484" y="37906"/>
                    <a:pt x="2348" y="36739"/>
                    <a:pt x="1409" y="35315"/>
                  </a:cubicBezTo>
                  <a:cubicBezTo>
                    <a:pt x="470" y="33860"/>
                    <a:pt x="0" y="32300"/>
                    <a:pt x="0" y="30634"/>
                  </a:cubicBezTo>
                  <a:cubicBezTo>
                    <a:pt x="0" y="28361"/>
                    <a:pt x="742" y="26528"/>
                    <a:pt x="2227" y="25134"/>
                  </a:cubicBezTo>
                  <a:cubicBezTo>
                    <a:pt x="3681" y="23710"/>
                    <a:pt x="5484" y="22998"/>
                    <a:pt x="7636" y="22998"/>
                  </a:cubicBezTo>
                  <a:cubicBezTo>
                    <a:pt x="8514" y="22998"/>
                    <a:pt x="9348" y="23119"/>
                    <a:pt x="10135" y="23362"/>
                  </a:cubicBezTo>
                  <a:cubicBezTo>
                    <a:pt x="10893" y="23574"/>
                    <a:pt x="12287" y="24074"/>
                    <a:pt x="14317" y="24862"/>
                  </a:cubicBezTo>
                  <a:cubicBezTo>
                    <a:pt x="22498" y="28043"/>
                    <a:pt x="28588" y="29633"/>
                    <a:pt x="32587" y="29633"/>
                  </a:cubicBezTo>
                  <a:cubicBezTo>
                    <a:pt x="33557" y="29633"/>
                    <a:pt x="34451" y="29558"/>
                    <a:pt x="35269" y="29406"/>
                  </a:cubicBezTo>
                  <a:cubicBezTo>
                    <a:pt x="36057" y="29224"/>
                    <a:pt x="36844" y="28937"/>
                    <a:pt x="37632" y="28543"/>
                  </a:cubicBezTo>
                  <a:cubicBezTo>
                    <a:pt x="38390" y="28149"/>
                    <a:pt x="38996" y="27558"/>
                    <a:pt x="39450" y="26770"/>
                  </a:cubicBezTo>
                  <a:cubicBezTo>
                    <a:pt x="39874" y="25952"/>
                    <a:pt x="40087" y="24982"/>
                    <a:pt x="40087" y="23861"/>
                  </a:cubicBezTo>
                  <a:cubicBezTo>
                    <a:pt x="40087" y="22437"/>
                    <a:pt x="39753" y="21058"/>
                    <a:pt x="39087" y="19725"/>
                  </a:cubicBezTo>
                  <a:cubicBezTo>
                    <a:pt x="38390" y="18362"/>
                    <a:pt x="37572" y="17256"/>
                    <a:pt x="36632" y="16407"/>
                  </a:cubicBezTo>
                  <a:cubicBezTo>
                    <a:pt x="35693" y="15529"/>
                    <a:pt x="34830" y="14832"/>
                    <a:pt x="34042" y="14317"/>
                  </a:cubicBezTo>
                  <a:cubicBezTo>
                    <a:pt x="33224" y="13771"/>
                    <a:pt x="32603" y="13438"/>
                    <a:pt x="32178" y="13317"/>
                  </a:cubicBezTo>
                  <a:lnTo>
                    <a:pt x="15453" y="9135"/>
                  </a:lnTo>
                  <a:lnTo>
                    <a:pt x="7999" y="7273"/>
                  </a:lnTo>
                  <a:cubicBezTo>
                    <a:pt x="5303" y="6697"/>
                    <a:pt x="3621" y="6273"/>
                    <a:pt x="2954" y="6000"/>
                  </a:cubicBezTo>
                  <a:cubicBezTo>
                    <a:pt x="2318" y="5636"/>
                    <a:pt x="1833" y="5136"/>
                    <a:pt x="1500" y="4500"/>
                  </a:cubicBezTo>
                  <a:cubicBezTo>
                    <a:pt x="1167" y="3863"/>
                    <a:pt x="1000" y="3273"/>
                    <a:pt x="1000" y="2727"/>
                  </a:cubicBezTo>
                  <a:cubicBezTo>
                    <a:pt x="1000" y="1970"/>
                    <a:pt x="1227" y="1334"/>
                    <a:pt x="1682" y="819"/>
                  </a:cubicBezTo>
                  <a:cubicBezTo>
                    <a:pt x="2136" y="273"/>
                    <a:pt x="2757" y="0"/>
                    <a:pt x="354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4" name="Freeform 3463">
              <a:extLst>
                <a:ext uri="{FF2B5EF4-FFF2-40B4-BE49-F238E27FC236}">
                  <a16:creationId xmlns:a16="http://schemas.microsoft.com/office/drawing/2014/main" id="{41FA2624-05AA-E6C3-D6A5-2BC75E348C26}"/>
                </a:ext>
              </a:extLst>
            </p:cNvPr>
            <p:cNvSpPr/>
            <p:nvPr/>
          </p:nvSpPr>
          <p:spPr>
            <a:xfrm>
              <a:off x="3411066" y="1979698"/>
              <a:ext cx="93080" cy="21588"/>
            </a:xfrm>
            <a:custGeom>
              <a:avLst/>
              <a:gdLst>
                <a:gd name="csX0" fmla="*/ 92172 w 93080"/>
                <a:gd name="csY0" fmla="*/ 21588 h 21588"/>
                <a:gd name="csX1" fmla="*/ 90581 w 93080"/>
                <a:gd name="csY1" fmla="*/ 20407 h 21588"/>
                <a:gd name="csX2" fmla="*/ 46540 w 93080"/>
                <a:gd name="csY2" fmla="*/ 5409 h 21588"/>
                <a:gd name="csX3" fmla="*/ 3091 w 93080"/>
                <a:gd name="csY3" fmla="*/ 19816 h 21588"/>
                <a:gd name="csX4" fmla="*/ 909 w 93080"/>
                <a:gd name="csY4" fmla="*/ 21588 h 21588"/>
                <a:gd name="csX5" fmla="*/ 0 w 93080"/>
                <a:gd name="csY5" fmla="*/ 20679 h 21588"/>
                <a:gd name="csX6" fmla="*/ 1863 w 93080"/>
                <a:gd name="csY6" fmla="*/ 17816 h 21588"/>
                <a:gd name="csX7" fmla="*/ 7999 w 93080"/>
                <a:gd name="csY7" fmla="*/ 12135 h 21588"/>
                <a:gd name="csX8" fmla="*/ 17498 w 93080"/>
                <a:gd name="csY8" fmla="*/ 6136 h 21588"/>
                <a:gd name="csX9" fmla="*/ 46540 w 93080"/>
                <a:gd name="csY9" fmla="*/ 0 h 21588"/>
                <a:gd name="csX10" fmla="*/ 74946 w 93080"/>
                <a:gd name="csY10" fmla="*/ 5863 h 21588"/>
                <a:gd name="csX11" fmla="*/ 84718 w 93080"/>
                <a:gd name="csY11" fmla="*/ 11863 h 21588"/>
                <a:gd name="csX12" fmla="*/ 91126 w 93080"/>
                <a:gd name="csY12" fmla="*/ 17680 h 21588"/>
                <a:gd name="csX13" fmla="*/ 93081 w 93080"/>
                <a:gd name="csY13" fmla="*/ 20679 h 21588"/>
                <a:gd name="csX14" fmla="*/ 92172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92172" y="21588"/>
                  </a:moveTo>
                  <a:cubicBezTo>
                    <a:pt x="91869" y="21588"/>
                    <a:pt x="91339" y="21194"/>
                    <a:pt x="90581" y="20407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1"/>
                    <a:pt x="3091" y="19816"/>
                  </a:cubicBezTo>
                  <a:cubicBezTo>
                    <a:pt x="1969" y="20997"/>
                    <a:pt x="1242" y="21588"/>
                    <a:pt x="909" y="21588"/>
                  </a:cubicBezTo>
                  <a:cubicBezTo>
                    <a:pt x="303" y="21588"/>
                    <a:pt x="0" y="21285"/>
                    <a:pt x="0" y="20679"/>
                  </a:cubicBezTo>
                  <a:cubicBezTo>
                    <a:pt x="0" y="20256"/>
                    <a:pt x="621" y="19301"/>
                    <a:pt x="1863" y="17816"/>
                  </a:cubicBezTo>
                  <a:cubicBezTo>
                    <a:pt x="3106" y="16301"/>
                    <a:pt x="5151" y="14408"/>
                    <a:pt x="7999" y="12135"/>
                  </a:cubicBezTo>
                  <a:cubicBezTo>
                    <a:pt x="10847" y="9832"/>
                    <a:pt x="14014" y="7832"/>
                    <a:pt x="17498" y="6136"/>
                  </a:cubicBezTo>
                  <a:cubicBezTo>
                    <a:pt x="25952" y="2045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29"/>
                    <a:pt x="81749" y="9529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79"/>
                  </a:cubicBezTo>
                  <a:cubicBezTo>
                    <a:pt x="93081" y="21285"/>
                    <a:pt x="92778" y="21588"/>
                    <a:pt x="92172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465" name="Freeform 3464">
            <a:extLst>
              <a:ext uri="{FF2B5EF4-FFF2-40B4-BE49-F238E27FC236}">
                <a16:creationId xmlns:a16="http://schemas.microsoft.com/office/drawing/2014/main" id="{DB8F1D9F-536A-6C7F-609E-84058596B69F}"/>
              </a:ext>
            </a:extLst>
          </p:cNvPr>
          <p:cNvSpPr/>
          <p:nvPr/>
        </p:nvSpPr>
        <p:spPr>
          <a:xfrm>
            <a:off x="3755759" y="1548298"/>
            <a:ext cx="1878314" cy="1215891"/>
          </a:xfrm>
          <a:custGeom>
            <a:avLst/>
            <a:gdLst>
              <a:gd name="csX0" fmla="*/ 0 w 1878314"/>
              <a:gd name="csY0" fmla="*/ 1215891 h 1215891"/>
              <a:gd name="csX1" fmla="*/ 1879 w 1878314"/>
              <a:gd name="csY1" fmla="*/ 1215891 h 1215891"/>
              <a:gd name="csX2" fmla="*/ 3760 w 1878314"/>
              <a:gd name="csY2" fmla="*/ 1215891 h 1215891"/>
              <a:gd name="csX3" fmla="*/ 5640 w 1878314"/>
              <a:gd name="csY3" fmla="*/ 1215891 h 1215891"/>
              <a:gd name="csX4" fmla="*/ 7520 w 1878314"/>
              <a:gd name="csY4" fmla="*/ 1215891 h 1215891"/>
              <a:gd name="csX5" fmla="*/ 9400 w 1878314"/>
              <a:gd name="csY5" fmla="*/ 1215891 h 1215891"/>
              <a:gd name="csX6" fmla="*/ 11281 w 1878314"/>
              <a:gd name="csY6" fmla="*/ 1215891 h 1215891"/>
              <a:gd name="csX7" fmla="*/ 13161 w 1878314"/>
              <a:gd name="csY7" fmla="*/ 1215891 h 1215891"/>
              <a:gd name="csX8" fmla="*/ 15041 w 1878314"/>
              <a:gd name="csY8" fmla="*/ 1215891 h 1215891"/>
              <a:gd name="csX9" fmla="*/ 16922 w 1878314"/>
              <a:gd name="csY9" fmla="*/ 1215891 h 1215891"/>
              <a:gd name="csX10" fmla="*/ 18802 w 1878314"/>
              <a:gd name="csY10" fmla="*/ 1215891 h 1215891"/>
              <a:gd name="csX11" fmla="*/ 20682 w 1878314"/>
              <a:gd name="csY11" fmla="*/ 1215891 h 1215891"/>
              <a:gd name="csX12" fmla="*/ 22562 w 1878314"/>
              <a:gd name="csY12" fmla="*/ 1215891 h 1215891"/>
              <a:gd name="csX13" fmla="*/ 24442 w 1878314"/>
              <a:gd name="csY13" fmla="*/ 1215891 h 1215891"/>
              <a:gd name="csX14" fmla="*/ 26322 w 1878314"/>
              <a:gd name="csY14" fmla="*/ 1215891 h 1215891"/>
              <a:gd name="csX15" fmla="*/ 28202 w 1878314"/>
              <a:gd name="csY15" fmla="*/ 1215891 h 1215891"/>
              <a:gd name="csX16" fmla="*/ 30082 w 1878314"/>
              <a:gd name="csY16" fmla="*/ 1215891 h 1215891"/>
              <a:gd name="csX17" fmla="*/ 31963 w 1878314"/>
              <a:gd name="csY17" fmla="*/ 1215891 h 1215891"/>
              <a:gd name="csX18" fmla="*/ 33843 w 1878314"/>
              <a:gd name="csY18" fmla="*/ 1215891 h 1215891"/>
              <a:gd name="csX19" fmla="*/ 35723 w 1878314"/>
              <a:gd name="csY19" fmla="*/ 1215891 h 1215891"/>
              <a:gd name="csX20" fmla="*/ 37604 w 1878314"/>
              <a:gd name="csY20" fmla="*/ 1215891 h 1215891"/>
              <a:gd name="csX21" fmla="*/ 39484 w 1878314"/>
              <a:gd name="csY21" fmla="*/ 1215891 h 1215891"/>
              <a:gd name="csX22" fmla="*/ 41364 w 1878314"/>
              <a:gd name="csY22" fmla="*/ 1215891 h 1215891"/>
              <a:gd name="csX23" fmla="*/ 43244 w 1878314"/>
              <a:gd name="csY23" fmla="*/ 1215891 h 1215891"/>
              <a:gd name="csX24" fmla="*/ 45124 w 1878314"/>
              <a:gd name="csY24" fmla="*/ 1215891 h 1215891"/>
              <a:gd name="csX25" fmla="*/ 47004 w 1878314"/>
              <a:gd name="csY25" fmla="*/ 1215891 h 1215891"/>
              <a:gd name="csX26" fmla="*/ 48884 w 1878314"/>
              <a:gd name="csY26" fmla="*/ 1215891 h 1215891"/>
              <a:gd name="csX27" fmla="*/ 50765 w 1878314"/>
              <a:gd name="csY27" fmla="*/ 1215891 h 1215891"/>
              <a:gd name="csX28" fmla="*/ 52645 w 1878314"/>
              <a:gd name="csY28" fmla="*/ 1215891 h 1215891"/>
              <a:gd name="csX29" fmla="*/ 54525 w 1878314"/>
              <a:gd name="csY29" fmla="*/ 1215891 h 1215891"/>
              <a:gd name="csX30" fmla="*/ 56405 w 1878314"/>
              <a:gd name="csY30" fmla="*/ 1215891 h 1215891"/>
              <a:gd name="csX31" fmla="*/ 58286 w 1878314"/>
              <a:gd name="csY31" fmla="*/ 1215891 h 1215891"/>
              <a:gd name="csX32" fmla="*/ 60166 w 1878314"/>
              <a:gd name="csY32" fmla="*/ 1215891 h 1215891"/>
              <a:gd name="csX33" fmla="*/ 62046 w 1878314"/>
              <a:gd name="csY33" fmla="*/ 1215891 h 1215891"/>
              <a:gd name="csX34" fmla="*/ 63926 w 1878314"/>
              <a:gd name="csY34" fmla="*/ 1215891 h 1215891"/>
              <a:gd name="csX35" fmla="*/ 65807 w 1878314"/>
              <a:gd name="csY35" fmla="*/ 1215891 h 1215891"/>
              <a:gd name="csX36" fmla="*/ 67686 w 1878314"/>
              <a:gd name="csY36" fmla="*/ 1215891 h 1215891"/>
              <a:gd name="csX37" fmla="*/ 69566 w 1878314"/>
              <a:gd name="csY37" fmla="*/ 1215891 h 1215891"/>
              <a:gd name="csX38" fmla="*/ 71447 w 1878314"/>
              <a:gd name="csY38" fmla="*/ 1215891 h 1215891"/>
              <a:gd name="csX39" fmla="*/ 73327 w 1878314"/>
              <a:gd name="csY39" fmla="*/ 1215891 h 1215891"/>
              <a:gd name="csX40" fmla="*/ 75207 w 1878314"/>
              <a:gd name="csY40" fmla="*/ 1215891 h 1215891"/>
              <a:gd name="csX41" fmla="*/ 77087 w 1878314"/>
              <a:gd name="csY41" fmla="*/ 1215891 h 1215891"/>
              <a:gd name="csX42" fmla="*/ 78968 w 1878314"/>
              <a:gd name="csY42" fmla="*/ 1215891 h 1215891"/>
              <a:gd name="csX43" fmla="*/ 80848 w 1878314"/>
              <a:gd name="csY43" fmla="*/ 1215891 h 1215891"/>
              <a:gd name="csX44" fmla="*/ 82728 w 1878314"/>
              <a:gd name="csY44" fmla="*/ 1215891 h 1215891"/>
              <a:gd name="csX45" fmla="*/ 84609 w 1878314"/>
              <a:gd name="csY45" fmla="*/ 1215891 h 1215891"/>
              <a:gd name="csX46" fmla="*/ 86489 w 1878314"/>
              <a:gd name="csY46" fmla="*/ 1215891 h 1215891"/>
              <a:gd name="csX47" fmla="*/ 88368 w 1878314"/>
              <a:gd name="csY47" fmla="*/ 1215891 h 1215891"/>
              <a:gd name="csX48" fmla="*/ 90248 w 1878314"/>
              <a:gd name="csY48" fmla="*/ 1215891 h 1215891"/>
              <a:gd name="csX49" fmla="*/ 92129 w 1878314"/>
              <a:gd name="csY49" fmla="*/ 1215891 h 1215891"/>
              <a:gd name="csX50" fmla="*/ 94009 w 1878314"/>
              <a:gd name="csY50" fmla="*/ 1215891 h 1215891"/>
              <a:gd name="csX51" fmla="*/ 95889 w 1878314"/>
              <a:gd name="csY51" fmla="*/ 1215891 h 1215891"/>
              <a:gd name="csX52" fmla="*/ 97769 w 1878314"/>
              <a:gd name="csY52" fmla="*/ 1215891 h 1215891"/>
              <a:gd name="csX53" fmla="*/ 99650 w 1878314"/>
              <a:gd name="csY53" fmla="*/ 1215891 h 1215891"/>
              <a:gd name="csX54" fmla="*/ 101530 w 1878314"/>
              <a:gd name="csY54" fmla="*/ 1215891 h 1215891"/>
              <a:gd name="csX55" fmla="*/ 103410 w 1878314"/>
              <a:gd name="csY55" fmla="*/ 1215891 h 1215891"/>
              <a:gd name="csX56" fmla="*/ 105291 w 1878314"/>
              <a:gd name="csY56" fmla="*/ 1215891 h 1215891"/>
              <a:gd name="csX57" fmla="*/ 107171 w 1878314"/>
              <a:gd name="csY57" fmla="*/ 1215891 h 1215891"/>
              <a:gd name="csX58" fmla="*/ 109051 w 1878314"/>
              <a:gd name="csY58" fmla="*/ 1215891 h 1215891"/>
              <a:gd name="csX59" fmla="*/ 110930 w 1878314"/>
              <a:gd name="csY59" fmla="*/ 1215891 h 1215891"/>
              <a:gd name="csX60" fmla="*/ 112811 w 1878314"/>
              <a:gd name="csY60" fmla="*/ 1215891 h 1215891"/>
              <a:gd name="csX61" fmla="*/ 114691 w 1878314"/>
              <a:gd name="csY61" fmla="*/ 1215891 h 1215891"/>
              <a:gd name="csX62" fmla="*/ 116571 w 1878314"/>
              <a:gd name="csY62" fmla="*/ 1215891 h 1215891"/>
              <a:gd name="csX63" fmla="*/ 118452 w 1878314"/>
              <a:gd name="csY63" fmla="*/ 1215891 h 1215891"/>
              <a:gd name="csX64" fmla="*/ 120332 w 1878314"/>
              <a:gd name="csY64" fmla="*/ 1215891 h 1215891"/>
              <a:gd name="csX65" fmla="*/ 122212 w 1878314"/>
              <a:gd name="csY65" fmla="*/ 1215891 h 1215891"/>
              <a:gd name="csX66" fmla="*/ 124092 w 1878314"/>
              <a:gd name="csY66" fmla="*/ 1215891 h 1215891"/>
              <a:gd name="csX67" fmla="*/ 125973 w 1878314"/>
              <a:gd name="csY67" fmla="*/ 1215891 h 1215891"/>
              <a:gd name="csX68" fmla="*/ 127853 w 1878314"/>
              <a:gd name="csY68" fmla="*/ 1215891 h 1215891"/>
              <a:gd name="csX69" fmla="*/ 129733 w 1878314"/>
              <a:gd name="csY69" fmla="*/ 1215891 h 1215891"/>
              <a:gd name="csX70" fmla="*/ 131613 w 1878314"/>
              <a:gd name="csY70" fmla="*/ 1215891 h 1215891"/>
              <a:gd name="csX71" fmla="*/ 133493 w 1878314"/>
              <a:gd name="csY71" fmla="*/ 1215891 h 1215891"/>
              <a:gd name="csX72" fmla="*/ 135373 w 1878314"/>
              <a:gd name="csY72" fmla="*/ 1215891 h 1215891"/>
              <a:gd name="csX73" fmla="*/ 137253 w 1878314"/>
              <a:gd name="csY73" fmla="*/ 1215891 h 1215891"/>
              <a:gd name="csX74" fmla="*/ 139134 w 1878314"/>
              <a:gd name="csY74" fmla="*/ 1215891 h 1215891"/>
              <a:gd name="csX75" fmla="*/ 141014 w 1878314"/>
              <a:gd name="csY75" fmla="*/ 1215891 h 1215891"/>
              <a:gd name="csX76" fmla="*/ 142894 w 1878314"/>
              <a:gd name="csY76" fmla="*/ 1215891 h 1215891"/>
              <a:gd name="csX77" fmla="*/ 144774 w 1878314"/>
              <a:gd name="csY77" fmla="*/ 1215891 h 1215891"/>
              <a:gd name="csX78" fmla="*/ 146655 w 1878314"/>
              <a:gd name="csY78" fmla="*/ 1215891 h 1215891"/>
              <a:gd name="csX79" fmla="*/ 148535 w 1878314"/>
              <a:gd name="csY79" fmla="*/ 1215891 h 1215891"/>
              <a:gd name="csX80" fmla="*/ 150415 w 1878314"/>
              <a:gd name="csY80" fmla="*/ 1215891 h 1215891"/>
              <a:gd name="csX81" fmla="*/ 152296 w 1878314"/>
              <a:gd name="csY81" fmla="*/ 1215891 h 1215891"/>
              <a:gd name="csX82" fmla="*/ 154175 w 1878314"/>
              <a:gd name="csY82" fmla="*/ 1215891 h 1215891"/>
              <a:gd name="csX83" fmla="*/ 156055 w 1878314"/>
              <a:gd name="csY83" fmla="*/ 1215891 h 1215891"/>
              <a:gd name="csX84" fmla="*/ 157935 w 1878314"/>
              <a:gd name="csY84" fmla="*/ 1215891 h 1215891"/>
              <a:gd name="csX85" fmla="*/ 159816 w 1878314"/>
              <a:gd name="csY85" fmla="*/ 1215891 h 1215891"/>
              <a:gd name="csX86" fmla="*/ 161696 w 1878314"/>
              <a:gd name="csY86" fmla="*/ 1215891 h 1215891"/>
              <a:gd name="csX87" fmla="*/ 163576 w 1878314"/>
              <a:gd name="csY87" fmla="*/ 1215891 h 1215891"/>
              <a:gd name="csX88" fmla="*/ 165457 w 1878314"/>
              <a:gd name="csY88" fmla="*/ 1215891 h 1215891"/>
              <a:gd name="csX89" fmla="*/ 167337 w 1878314"/>
              <a:gd name="csY89" fmla="*/ 1215891 h 1215891"/>
              <a:gd name="csX90" fmla="*/ 169217 w 1878314"/>
              <a:gd name="csY90" fmla="*/ 1215891 h 1215891"/>
              <a:gd name="csX91" fmla="*/ 171097 w 1878314"/>
              <a:gd name="csY91" fmla="*/ 1215891 h 1215891"/>
              <a:gd name="csX92" fmla="*/ 172978 w 1878314"/>
              <a:gd name="csY92" fmla="*/ 1215891 h 1215891"/>
              <a:gd name="csX93" fmla="*/ 174857 w 1878314"/>
              <a:gd name="csY93" fmla="*/ 1215891 h 1215891"/>
              <a:gd name="csX94" fmla="*/ 176737 w 1878314"/>
              <a:gd name="csY94" fmla="*/ 1215891 h 1215891"/>
              <a:gd name="csX95" fmla="*/ 178617 w 1878314"/>
              <a:gd name="csY95" fmla="*/ 1215891 h 1215891"/>
              <a:gd name="csX96" fmla="*/ 180498 w 1878314"/>
              <a:gd name="csY96" fmla="*/ 1215891 h 1215891"/>
              <a:gd name="csX97" fmla="*/ 182378 w 1878314"/>
              <a:gd name="csY97" fmla="*/ 1215891 h 1215891"/>
              <a:gd name="csX98" fmla="*/ 184258 w 1878314"/>
              <a:gd name="csY98" fmla="*/ 1215891 h 1215891"/>
              <a:gd name="csX99" fmla="*/ 186139 w 1878314"/>
              <a:gd name="csY99" fmla="*/ 1215891 h 1215891"/>
              <a:gd name="csX100" fmla="*/ 188019 w 1878314"/>
              <a:gd name="csY100" fmla="*/ 1215891 h 1215891"/>
              <a:gd name="csX101" fmla="*/ 189899 w 1878314"/>
              <a:gd name="csY101" fmla="*/ 1215891 h 1215891"/>
              <a:gd name="csX102" fmla="*/ 191779 w 1878314"/>
              <a:gd name="csY102" fmla="*/ 1215891 h 1215891"/>
              <a:gd name="csX103" fmla="*/ 193660 w 1878314"/>
              <a:gd name="csY103" fmla="*/ 1215891 h 1215891"/>
              <a:gd name="csX104" fmla="*/ 195540 w 1878314"/>
              <a:gd name="csY104" fmla="*/ 1215891 h 1215891"/>
              <a:gd name="csX105" fmla="*/ 197419 w 1878314"/>
              <a:gd name="csY105" fmla="*/ 1215891 h 1215891"/>
              <a:gd name="csX106" fmla="*/ 199300 w 1878314"/>
              <a:gd name="csY106" fmla="*/ 1215891 h 1215891"/>
              <a:gd name="csX107" fmla="*/ 201180 w 1878314"/>
              <a:gd name="csY107" fmla="*/ 1215891 h 1215891"/>
              <a:gd name="csX108" fmla="*/ 203060 w 1878314"/>
              <a:gd name="csY108" fmla="*/ 1215891 h 1215891"/>
              <a:gd name="csX109" fmla="*/ 204940 w 1878314"/>
              <a:gd name="csY109" fmla="*/ 1215891 h 1215891"/>
              <a:gd name="csX110" fmla="*/ 206821 w 1878314"/>
              <a:gd name="csY110" fmla="*/ 1215891 h 1215891"/>
              <a:gd name="csX111" fmla="*/ 208701 w 1878314"/>
              <a:gd name="csY111" fmla="*/ 1215891 h 1215891"/>
              <a:gd name="csX112" fmla="*/ 210581 w 1878314"/>
              <a:gd name="csY112" fmla="*/ 1215891 h 1215891"/>
              <a:gd name="csX113" fmla="*/ 212461 w 1878314"/>
              <a:gd name="csY113" fmla="*/ 1215891 h 1215891"/>
              <a:gd name="csX114" fmla="*/ 214342 w 1878314"/>
              <a:gd name="csY114" fmla="*/ 1215891 h 1215891"/>
              <a:gd name="csX115" fmla="*/ 216222 w 1878314"/>
              <a:gd name="csY115" fmla="*/ 1215891 h 1215891"/>
              <a:gd name="csX116" fmla="*/ 218101 w 1878314"/>
              <a:gd name="csY116" fmla="*/ 1215891 h 1215891"/>
              <a:gd name="csX117" fmla="*/ 219982 w 1878314"/>
              <a:gd name="csY117" fmla="*/ 1215891 h 1215891"/>
              <a:gd name="csX118" fmla="*/ 221862 w 1878314"/>
              <a:gd name="csY118" fmla="*/ 1215891 h 1215891"/>
              <a:gd name="csX119" fmla="*/ 223742 w 1878314"/>
              <a:gd name="csY119" fmla="*/ 1215891 h 1215891"/>
              <a:gd name="csX120" fmla="*/ 225622 w 1878314"/>
              <a:gd name="csY120" fmla="*/ 1215891 h 1215891"/>
              <a:gd name="csX121" fmla="*/ 227503 w 1878314"/>
              <a:gd name="csY121" fmla="*/ 1215891 h 1215891"/>
              <a:gd name="csX122" fmla="*/ 229383 w 1878314"/>
              <a:gd name="csY122" fmla="*/ 1215891 h 1215891"/>
              <a:gd name="csX123" fmla="*/ 231263 w 1878314"/>
              <a:gd name="csY123" fmla="*/ 1215891 h 1215891"/>
              <a:gd name="csX124" fmla="*/ 233144 w 1878314"/>
              <a:gd name="csY124" fmla="*/ 1215891 h 1215891"/>
              <a:gd name="csX125" fmla="*/ 235024 w 1878314"/>
              <a:gd name="csY125" fmla="*/ 1215891 h 1215891"/>
              <a:gd name="csX126" fmla="*/ 236904 w 1878314"/>
              <a:gd name="csY126" fmla="*/ 1215891 h 1215891"/>
              <a:gd name="csX127" fmla="*/ 238784 w 1878314"/>
              <a:gd name="csY127" fmla="*/ 1215891 h 1215891"/>
              <a:gd name="csX128" fmla="*/ 240664 w 1878314"/>
              <a:gd name="csY128" fmla="*/ 1215891 h 1215891"/>
              <a:gd name="csX129" fmla="*/ 242544 w 1878314"/>
              <a:gd name="csY129" fmla="*/ 1215891 h 1215891"/>
              <a:gd name="csX130" fmla="*/ 244424 w 1878314"/>
              <a:gd name="csY130" fmla="*/ 1215891 h 1215891"/>
              <a:gd name="csX131" fmla="*/ 246305 w 1878314"/>
              <a:gd name="csY131" fmla="*/ 1215891 h 1215891"/>
              <a:gd name="csX132" fmla="*/ 248185 w 1878314"/>
              <a:gd name="csY132" fmla="*/ 1215891 h 1215891"/>
              <a:gd name="csX133" fmla="*/ 250065 w 1878314"/>
              <a:gd name="csY133" fmla="*/ 1215891 h 1215891"/>
              <a:gd name="csX134" fmla="*/ 251945 w 1878314"/>
              <a:gd name="csY134" fmla="*/ 1215891 h 1215891"/>
              <a:gd name="csX135" fmla="*/ 253826 w 1878314"/>
              <a:gd name="csY135" fmla="*/ 1215891 h 1215891"/>
              <a:gd name="csX136" fmla="*/ 255706 w 1878314"/>
              <a:gd name="csY136" fmla="*/ 1215891 h 1215891"/>
              <a:gd name="csX137" fmla="*/ 257586 w 1878314"/>
              <a:gd name="csY137" fmla="*/ 1215891 h 1215891"/>
              <a:gd name="csX138" fmla="*/ 259466 w 1878314"/>
              <a:gd name="csY138" fmla="*/ 1215891 h 1215891"/>
              <a:gd name="csX139" fmla="*/ 261346 w 1878314"/>
              <a:gd name="csY139" fmla="*/ 1215891 h 1215891"/>
              <a:gd name="csX140" fmla="*/ 263226 w 1878314"/>
              <a:gd name="csY140" fmla="*/ 1215891 h 1215891"/>
              <a:gd name="csX141" fmla="*/ 265106 w 1878314"/>
              <a:gd name="csY141" fmla="*/ 1215891 h 1215891"/>
              <a:gd name="csX142" fmla="*/ 266987 w 1878314"/>
              <a:gd name="csY142" fmla="*/ 1215891 h 1215891"/>
              <a:gd name="csX143" fmla="*/ 268867 w 1878314"/>
              <a:gd name="csY143" fmla="*/ 1215891 h 1215891"/>
              <a:gd name="csX144" fmla="*/ 270747 w 1878314"/>
              <a:gd name="csY144" fmla="*/ 1215891 h 1215891"/>
              <a:gd name="csX145" fmla="*/ 272627 w 1878314"/>
              <a:gd name="csY145" fmla="*/ 1215891 h 1215891"/>
              <a:gd name="csX146" fmla="*/ 274508 w 1878314"/>
              <a:gd name="csY146" fmla="*/ 1215891 h 1215891"/>
              <a:gd name="csX147" fmla="*/ 276388 w 1878314"/>
              <a:gd name="csY147" fmla="*/ 1215891 h 1215891"/>
              <a:gd name="csX148" fmla="*/ 278268 w 1878314"/>
              <a:gd name="csY148" fmla="*/ 1215891 h 1215891"/>
              <a:gd name="csX149" fmla="*/ 280148 w 1878314"/>
              <a:gd name="csY149" fmla="*/ 1215891 h 1215891"/>
              <a:gd name="csX150" fmla="*/ 282029 w 1878314"/>
              <a:gd name="csY150" fmla="*/ 1215891 h 1215891"/>
              <a:gd name="csX151" fmla="*/ 283908 w 1878314"/>
              <a:gd name="csY151" fmla="*/ 1215891 h 1215891"/>
              <a:gd name="csX152" fmla="*/ 285788 w 1878314"/>
              <a:gd name="csY152" fmla="*/ 1215891 h 1215891"/>
              <a:gd name="csX153" fmla="*/ 287669 w 1878314"/>
              <a:gd name="csY153" fmla="*/ 1215891 h 1215891"/>
              <a:gd name="csX154" fmla="*/ 289549 w 1878314"/>
              <a:gd name="csY154" fmla="*/ 1215891 h 1215891"/>
              <a:gd name="csX155" fmla="*/ 291429 w 1878314"/>
              <a:gd name="csY155" fmla="*/ 1215891 h 1215891"/>
              <a:gd name="csX156" fmla="*/ 293309 w 1878314"/>
              <a:gd name="csY156" fmla="*/ 1215891 h 1215891"/>
              <a:gd name="csX157" fmla="*/ 295190 w 1878314"/>
              <a:gd name="csY157" fmla="*/ 1215891 h 1215891"/>
              <a:gd name="csX158" fmla="*/ 297070 w 1878314"/>
              <a:gd name="csY158" fmla="*/ 1215891 h 1215891"/>
              <a:gd name="csX159" fmla="*/ 298950 w 1878314"/>
              <a:gd name="csY159" fmla="*/ 1215891 h 1215891"/>
              <a:gd name="csX160" fmla="*/ 300831 w 1878314"/>
              <a:gd name="csY160" fmla="*/ 1215891 h 1215891"/>
              <a:gd name="csX161" fmla="*/ 302711 w 1878314"/>
              <a:gd name="csY161" fmla="*/ 1215891 h 1215891"/>
              <a:gd name="csX162" fmla="*/ 304590 w 1878314"/>
              <a:gd name="csY162" fmla="*/ 1215891 h 1215891"/>
              <a:gd name="csX163" fmla="*/ 306470 w 1878314"/>
              <a:gd name="csY163" fmla="*/ 1215891 h 1215891"/>
              <a:gd name="csX164" fmla="*/ 308351 w 1878314"/>
              <a:gd name="csY164" fmla="*/ 1215891 h 1215891"/>
              <a:gd name="csX165" fmla="*/ 310231 w 1878314"/>
              <a:gd name="csY165" fmla="*/ 1215891 h 1215891"/>
              <a:gd name="csX166" fmla="*/ 312111 w 1878314"/>
              <a:gd name="csY166" fmla="*/ 1215891 h 1215891"/>
              <a:gd name="csX167" fmla="*/ 313992 w 1878314"/>
              <a:gd name="csY167" fmla="*/ 1215891 h 1215891"/>
              <a:gd name="csX168" fmla="*/ 315872 w 1878314"/>
              <a:gd name="csY168" fmla="*/ 1215891 h 1215891"/>
              <a:gd name="csX169" fmla="*/ 317752 w 1878314"/>
              <a:gd name="csY169" fmla="*/ 1215891 h 1215891"/>
              <a:gd name="csX170" fmla="*/ 319632 w 1878314"/>
              <a:gd name="csY170" fmla="*/ 1215891 h 1215891"/>
              <a:gd name="csX171" fmla="*/ 321513 w 1878314"/>
              <a:gd name="csY171" fmla="*/ 1215891 h 1215891"/>
              <a:gd name="csX172" fmla="*/ 323393 w 1878314"/>
              <a:gd name="csY172" fmla="*/ 1215891 h 1215891"/>
              <a:gd name="csX173" fmla="*/ 325273 w 1878314"/>
              <a:gd name="csY173" fmla="*/ 1215891 h 1215891"/>
              <a:gd name="csX174" fmla="*/ 327153 w 1878314"/>
              <a:gd name="csY174" fmla="*/ 1215891 h 1215891"/>
              <a:gd name="csX175" fmla="*/ 329033 w 1878314"/>
              <a:gd name="csY175" fmla="*/ 1215891 h 1215891"/>
              <a:gd name="csX176" fmla="*/ 330913 w 1878314"/>
              <a:gd name="csY176" fmla="*/ 1215891 h 1215891"/>
              <a:gd name="csX177" fmla="*/ 332793 w 1878314"/>
              <a:gd name="csY177" fmla="*/ 1215891 h 1215891"/>
              <a:gd name="csX178" fmla="*/ 334674 w 1878314"/>
              <a:gd name="csY178" fmla="*/ 1215891 h 1215891"/>
              <a:gd name="csX179" fmla="*/ 336554 w 1878314"/>
              <a:gd name="csY179" fmla="*/ 1215891 h 1215891"/>
              <a:gd name="csX180" fmla="*/ 338434 w 1878314"/>
              <a:gd name="csY180" fmla="*/ 1215891 h 1215891"/>
              <a:gd name="csX181" fmla="*/ 340314 w 1878314"/>
              <a:gd name="csY181" fmla="*/ 1215891 h 1215891"/>
              <a:gd name="csX182" fmla="*/ 342195 w 1878314"/>
              <a:gd name="csY182" fmla="*/ 1215891 h 1215891"/>
              <a:gd name="csX183" fmla="*/ 344075 w 1878314"/>
              <a:gd name="csY183" fmla="*/ 1215891 h 1215891"/>
              <a:gd name="csX184" fmla="*/ 345955 w 1878314"/>
              <a:gd name="csY184" fmla="*/ 1215891 h 1215891"/>
              <a:gd name="csX185" fmla="*/ 347835 w 1878314"/>
              <a:gd name="csY185" fmla="*/ 1215891 h 1215891"/>
              <a:gd name="csX186" fmla="*/ 349715 w 1878314"/>
              <a:gd name="csY186" fmla="*/ 1215891 h 1215891"/>
              <a:gd name="csX187" fmla="*/ 351595 w 1878314"/>
              <a:gd name="csY187" fmla="*/ 1215891 h 1215891"/>
              <a:gd name="csX188" fmla="*/ 353475 w 1878314"/>
              <a:gd name="csY188" fmla="*/ 1215891 h 1215891"/>
              <a:gd name="csX189" fmla="*/ 355356 w 1878314"/>
              <a:gd name="csY189" fmla="*/ 1215891 h 1215891"/>
              <a:gd name="csX190" fmla="*/ 357236 w 1878314"/>
              <a:gd name="csY190" fmla="*/ 1215891 h 1215891"/>
              <a:gd name="csX191" fmla="*/ 359116 w 1878314"/>
              <a:gd name="csY191" fmla="*/ 1215891 h 1215891"/>
              <a:gd name="csX192" fmla="*/ 360996 w 1878314"/>
              <a:gd name="csY192" fmla="*/ 1215891 h 1215891"/>
              <a:gd name="csX193" fmla="*/ 362877 w 1878314"/>
              <a:gd name="csY193" fmla="*/ 1215891 h 1215891"/>
              <a:gd name="csX194" fmla="*/ 364757 w 1878314"/>
              <a:gd name="csY194" fmla="*/ 1215891 h 1215891"/>
              <a:gd name="csX195" fmla="*/ 366637 w 1878314"/>
              <a:gd name="csY195" fmla="*/ 1215891 h 1215891"/>
              <a:gd name="csX196" fmla="*/ 368518 w 1878314"/>
              <a:gd name="csY196" fmla="*/ 1215891 h 1215891"/>
              <a:gd name="csX197" fmla="*/ 370397 w 1878314"/>
              <a:gd name="csY197" fmla="*/ 1215891 h 1215891"/>
              <a:gd name="csX198" fmla="*/ 372277 w 1878314"/>
              <a:gd name="csY198" fmla="*/ 1215891 h 1215891"/>
              <a:gd name="csX199" fmla="*/ 374157 w 1878314"/>
              <a:gd name="csY199" fmla="*/ 1215891 h 1215891"/>
              <a:gd name="csX200" fmla="*/ 376038 w 1878314"/>
              <a:gd name="csY200" fmla="*/ 1215891 h 1215891"/>
              <a:gd name="csX201" fmla="*/ 377918 w 1878314"/>
              <a:gd name="csY201" fmla="*/ 1215891 h 1215891"/>
              <a:gd name="csX202" fmla="*/ 379798 w 1878314"/>
              <a:gd name="csY202" fmla="*/ 1215891 h 1215891"/>
              <a:gd name="csX203" fmla="*/ 381679 w 1878314"/>
              <a:gd name="csY203" fmla="*/ 1215891 h 1215891"/>
              <a:gd name="csX204" fmla="*/ 383559 w 1878314"/>
              <a:gd name="csY204" fmla="*/ 1215891 h 1215891"/>
              <a:gd name="csX205" fmla="*/ 385439 w 1878314"/>
              <a:gd name="csY205" fmla="*/ 1215891 h 1215891"/>
              <a:gd name="csX206" fmla="*/ 387319 w 1878314"/>
              <a:gd name="csY206" fmla="*/ 1215891 h 1215891"/>
              <a:gd name="csX207" fmla="*/ 389200 w 1878314"/>
              <a:gd name="csY207" fmla="*/ 1215891 h 1215891"/>
              <a:gd name="csX208" fmla="*/ 391079 w 1878314"/>
              <a:gd name="csY208" fmla="*/ 1215891 h 1215891"/>
              <a:gd name="csX209" fmla="*/ 392959 w 1878314"/>
              <a:gd name="csY209" fmla="*/ 1215891 h 1215891"/>
              <a:gd name="csX210" fmla="*/ 394840 w 1878314"/>
              <a:gd name="csY210" fmla="*/ 1215891 h 1215891"/>
              <a:gd name="csX211" fmla="*/ 396720 w 1878314"/>
              <a:gd name="csY211" fmla="*/ 1215891 h 1215891"/>
              <a:gd name="csX212" fmla="*/ 398600 w 1878314"/>
              <a:gd name="csY212" fmla="*/ 1215891 h 1215891"/>
              <a:gd name="csX213" fmla="*/ 400480 w 1878314"/>
              <a:gd name="csY213" fmla="*/ 1215891 h 1215891"/>
              <a:gd name="csX214" fmla="*/ 402361 w 1878314"/>
              <a:gd name="csY214" fmla="*/ 1215891 h 1215891"/>
              <a:gd name="csX215" fmla="*/ 404241 w 1878314"/>
              <a:gd name="csY215" fmla="*/ 1215891 h 1215891"/>
              <a:gd name="csX216" fmla="*/ 406121 w 1878314"/>
              <a:gd name="csY216" fmla="*/ 1215891 h 1215891"/>
              <a:gd name="csX217" fmla="*/ 408001 w 1878314"/>
              <a:gd name="csY217" fmla="*/ 1215891 h 1215891"/>
              <a:gd name="csX218" fmla="*/ 409882 w 1878314"/>
              <a:gd name="csY218" fmla="*/ 1215891 h 1215891"/>
              <a:gd name="csX219" fmla="*/ 411762 w 1878314"/>
              <a:gd name="csY219" fmla="*/ 1215891 h 1215891"/>
              <a:gd name="csX220" fmla="*/ 413641 w 1878314"/>
              <a:gd name="csY220" fmla="*/ 1215891 h 1215891"/>
              <a:gd name="csX221" fmla="*/ 415522 w 1878314"/>
              <a:gd name="csY221" fmla="*/ 1215891 h 1215891"/>
              <a:gd name="csX222" fmla="*/ 417402 w 1878314"/>
              <a:gd name="csY222" fmla="*/ 1215891 h 1215891"/>
              <a:gd name="csX223" fmla="*/ 419282 w 1878314"/>
              <a:gd name="csY223" fmla="*/ 1215891 h 1215891"/>
              <a:gd name="csX224" fmla="*/ 421162 w 1878314"/>
              <a:gd name="csY224" fmla="*/ 1215891 h 1215891"/>
              <a:gd name="csX225" fmla="*/ 423043 w 1878314"/>
              <a:gd name="csY225" fmla="*/ 1215891 h 1215891"/>
              <a:gd name="csX226" fmla="*/ 424923 w 1878314"/>
              <a:gd name="csY226" fmla="*/ 1215891 h 1215891"/>
              <a:gd name="csX227" fmla="*/ 426803 w 1878314"/>
              <a:gd name="csY227" fmla="*/ 1215891 h 1215891"/>
              <a:gd name="csX228" fmla="*/ 428684 w 1878314"/>
              <a:gd name="csY228" fmla="*/ 1215891 h 1215891"/>
              <a:gd name="csX229" fmla="*/ 430564 w 1878314"/>
              <a:gd name="csY229" fmla="*/ 1215891 h 1215891"/>
              <a:gd name="csX230" fmla="*/ 432444 w 1878314"/>
              <a:gd name="csY230" fmla="*/ 1215891 h 1215891"/>
              <a:gd name="csX231" fmla="*/ 434323 w 1878314"/>
              <a:gd name="csY231" fmla="*/ 1215891 h 1215891"/>
              <a:gd name="csX232" fmla="*/ 436204 w 1878314"/>
              <a:gd name="csY232" fmla="*/ 1215891 h 1215891"/>
              <a:gd name="csX233" fmla="*/ 438084 w 1878314"/>
              <a:gd name="csY233" fmla="*/ 1215891 h 1215891"/>
              <a:gd name="csX234" fmla="*/ 439964 w 1878314"/>
              <a:gd name="csY234" fmla="*/ 1215891 h 1215891"/>
              <a:gd name="csX235" fmla="*/ 441844 w 1878314"/>
              <a:gd name="csY235" fmla="*/ 1215891 h 1215891"/>
              <a:gd name="csX236" fmla="*/ 443725 w 1878314"/>
              <a:gd name="csY236" fmla="*/ 1215891 h 1215891"/>
              <a:gd name="csX237" fmla="*/ 445605 w 1878314"/>
              <a:gd name="csY237" fmla="*/ 1215891 h 1215891"/>
              <a:gd name="csX238" fmla="*/ 447485 w 1878314"/>
              <a:gd name="csY238" fmla="*/ 1215891 h 1215891"/>
              <a:gd name="csX239" fmla="*/ 449366 w 1878314"/>
              <a:gd name="csY239" fmla="*/ 1215891 h 1215891"/>
              <a:gd name="csX240" fmla="*/ 451246 w 1878314"/>
              <a:gd name="csY240" fmla="*/ 1215891 h 1215891"/>
              <a:gd name="csX241" fmla="*/ 453126 w 1878314"/>
              <a:gd name="csY241" fmla="*/ 1215891 h 1215891"/>
              <a:gd name="csX242" fmla="*/ 455006 w 1878314"/>
              <a:gd name="csY242" fmla="*/ 1215891 h 1215891"/>
              <a:gd name="csX243" fmla="*/ 456886 w 1878314"/>
              <a:gd name="csY243" fmla="*/ 1215891 h 1215891"/>
              <a:gd name="csX244" fmla="*/ 458766 w 1878314"/>
              <a:gd name="csY244" fmla="*/ 1215891 h 1215891"/>
              <a:gd name="csX245" fmla="*/ 460646 w 1878314"/>
              <a:gd name="csY245" fmla="*/ 1215891 h 1215891"/>
              <a:gd name="csX246" fmla="*/ 462527 w 1878314"/>
              <a:gd name="csY246" fmla="*/ 1215891 h 1215891"/>
              <a:gd name="csX247" fmla="*/ 464407 w 1878314"/>
              <a:gd name="csY247" fmla="*/ 1215891 h 1215891"/>
              <a:gd name="csX248" fmla="*/ 466287 w 1878314"/>
              <a:gd name="csY248" fmla="*/ 1215891 h 1215891"/>
              <a:gd name="csX249" fmla="*/ 468167 w 1878314"/>
              <a:gd name="csY249" fmla="*/ 1215891 h 1215891"/>
              <a:gd name="csX250" fmla="*/ 470048 w 1878314"/>
              <a:gd name="csY250" fmla="*/ 1215891 h 1215891"/>
              <a:gd name="csX251" fmla="*/ 471928 w 1878314"/>
              <a:gd name="csY251" fmla="*/ 1215891 h 1215891"/>
              <a:gd name="csX252" fmla="*/ 473808 w 1878314"/>
              <a:gd name="csY252" fmla="*/ 1215891 h 1215891"/>
              <a:gd name="csX253" fmla="*/ 475688 w 1878314"/>
              <a:gd name="csY253" fmla="*/ 1215891 h 1215891"/>
              <a:gd name="csX254" fmla="*/ 477568 w 1878314"/>
              <a:gd name="csY254" fmla="*/ 1215891 h 1215891"/>
              <a:gd name="csX255" fmla="*/ 479448 w 1878314"/>
              <a:gd name="csY255" fmla="*/ 1215891 h 1215891"/>
              <a:gd name="csX256" fmla="*/ 481328 w 1878314"/>
              <a:gd name="csY256" fmla="*/ 1215891 h 1215891"/>
              <a:gd name="csX257" fmla="*/ 483209 w 1878314"/>
              <a:gd name="csY257" fmla="*/ 1215891 h 1215891"/>
              <a:gd name="csX258" fmla="*/ 485089 w 1878314"/>
              <a:gd name="csY258" fmla="*/ 1215891 h 1215891"/>
              <a:gd name="csX259" fmla="*/ 486969 w 1878314"/>
              <a:gd name="csY259" fmla="*/ 1215891 h 1215891"/>
              <a:gd name="csX260" fmla="*/ 488849 w 1878314"/>
              <a:gd name="csY260" fmla="*/ 1215891 h 1215891"/>
              <a:gd name="csX261" fmla="*/ 490730 w 1878314"/>
              <a:gd name="csY261" fmla="*/ 1215891 h 1215891"/>
              <a:gd name="csX262" fmla="*/ 492610 w 1878314"/>
              <a:gd name="csY262" fmla="*/ 1215891 h 1215891"/>
              <a:gd name="csX263" fmla="*/ 494490 w 1878314"/>
              <a:gd name="csY263" fmla="*/ 1215891 h 1215891"/>
              <a:gd name="csX264" fmla="*/ 496371 w 1878314"/>
              <a:gd name="csY264" fmla="*/ 1215891 h 1215891"/>
              <a:gd name="csX265" fmla="*/ 498251 w 1878314"/>
              <a:gd name="csY265" fmla="*/ 1215891 h 1215891"/>
              <a:gd name="csX266" fmla="*/ 500130 w 1878314"/>
              <a:gd name="csY266" fmla="*/ 1215891 h 1215891"/>
              <a:gd name="csX267" fmla="*/ 502010 w 1878314"/>
              <a:gd name="csY267" fmla="*/ 1215891 h 1215891"/>
              <a:gd name="csX268" fmla="*/ 503891 w 1878314"/>
              <a:gd name="csY268" fmla="*/ 1215891 h 1215891"/>
              <a:gd name="csX269" fmla="*/ 505771 w 1878314"/>
              <a:gd name="csY269" fmla="*/ 1215891 h 1215891"/>
              <a:gd name="csX270" fmla="*/ 507651 w 1878314"/>
              <a:gd name="csY270" fmla="*/ 1215891 h 1215891"/>
              <a:gd name="csX271" fmla="*/ 509531 w 1878314"/>
              <a:gd name="csY271" fmla="*/ 1215891 h 1215891"/>
              <a:gd name="csX272" fmla="*/ 511412 w 1878314"/>
              <a:gd name="csY272" fmla="*/ 1215891 h 1215891"/>
              <a:gd name="csX273" fmla="*/ 513292 w 1878314"/>
              <a:gd name="csY273" fmla="*/ 1215891 h 1215891"/>
              <a:gd name="csX274" fmla="*/ 515172 w 1878314"/>
              <a:gd name="csY274" fmla="*/ 1215891 h 1215891"/>
              <a:gd name="csX275" fmla="*/ 517053 w 1878314"/>
              <a:gd name="csY275" fmla="*/ 1215891 h 1215891"/>
              <a:gd name="csX276" fmla="*/ 518933 w 1878314"/>
              <a:gd name="csY276" fmla="*/ 1215891 h 1215891"/>
              <a:gd name="csX277" fmla="*/ 520812 w 1878314"/>
              <a:gd name="csY277" fmla="*/ 1215891 h 1215891"/>
              <a:gd name="csX278" fmla="*/ 522692 w 1878314"/>
              <a:gd name="csY278" fmla="*/ 1215891 h 1215891"/>
              <a:gd name="csX279" fmla="*/ 524573 w 1878314"/>
              <a:gd name="csY279" fmla="*/ 1215891 h 1215891"/>
              <a:gd name="csX280" fmla="*/ 526453 w 1878314"/>
              <a:gd name="csY280" fmla="*/ 1215891 h 1215891"/>
              <a:gd name="csX281" fmla="*/ 528333 w 1878314"/>
              <a:gd name="csY281" fmla="*/ 1215891 h 1215891"/>
              <a:gd name="csX282" fmla="*/ 530214 w 1878314"/>
              <a:gd name="csY282" fmla="*/ 1215891 h 1215891"/>
              <a:gd name="csX283" fmla="*/ 532094 w 1878314"/>
              <a:gd name="csY283" fmla="*/ 1215891 h 1215891"/>
              <a:gd name="csX284" fmla="*/ 533974 w 1878314"/>
              <a:gd name="csY284" fmla="*/ 1215891 h 1215891"/>
              <a:gd name="csX285" fmla="*/ 535854 w 1878314"/>
              <a:gd name="csY285" fmla="*/ 1215891 h 1215891"/>
              <a:gd name="csX286" fmla="*/ 537735 w 1878314"/>
              <a:gd name="csY286" fmla="*/ 1215891 h 1215891"/>
              <a:gd name="csX287" fmla="*/ 539615 w 1878314"/>
              <a:gd name="csY287" fmla="*/ 1215891 h 1215891"/>
              <a:gd name="csX288" fmla="*/ 541495 w 1878314"/>
              <a:gd name="csY288" fmla="*/ 1215891 h 1215891"/>
              <a:gd name="csX289" fmla="*/ 543375 w 1878314"/>
              <a:gd name="csY289" fmla="*/ 1215891 h 1215891"/>
              <a:gd name="csX290" fmla="*/ 545255 w 1878314"/>
              <a:gd name="csY290" fmla="*/ 1215891 h 1215891"/>
              <a:gd name="csX291" fmla="*/ 547135 w 1878314"/>
              <a:gd name="csY291" fmla="*/ 1215891 h 1215891"/>
              <a:gd name="csX292" fmla="*/ 549015 w 1878314"/>
              <a:gd name="csY292" fmla="*/ 1215891 h 1215891"/>
              <a:gd name="csX293" fmla="*/ 550896 w 1878314"/>
              <a:gd name="csY293" fmla="*/ 1215891 h 1215891"/>
              <a:gd name="csX294" fmla="*/ 552776 w 1878314"/>
              <a:gd name="csY294" fmla="*/ 1215891 h 1215891"/>
              <a:gd name="csX295" fmla="*/ 554656 w 1878314"/>
              <a:gd name="csY295" fmla="*/ 1215891 h 1215891"/>
              <a:gd name="csX296" fmla="*/ 556536 w 1878314"/>
              <a:gd name="csY296" fmla="*/ 1215891 h 1215891"/>
              <a:gd name="csX297" fmla="*/ 558417 w 1878314"/>
              <a:gd name="csY297" fmla="*/ 1215891 h 1215891"/>
              <a:gd name="csX298" fmla="*/ 560297 w 1878314"/>
              <a:gd name="csY298" fmla="*/ 1215891 h 1215891"/>
              <a:gd name="csX299" fmla="*/ 562177 w 1878314"/>
              <a:gd name="csY299" fmla="*/ 1215891 h 1215891"/>
              <a:gd name="csX300" fmla="*/ 564057 w 1878314"/>
              <a:gd name="csY300" fmla="*/ 1215891 h 1215891"/>
              <a:gd name="csX301" fmla="*/ 565937 w 1878314"/>
              <a:gd name="csY301" fmla="*/ 1215891 h 1215891"/>
              <a:gd name="csX302" fmla="*/ 567817 w 1878314"/>
              <a:gd name="csY302" fmla="*/ 1215891 h 1215891"/>
              <a:gd name="csX303" fmla="*/ 569697 w 1878314"/>
              <a:gd name="csY303" fmla="*/ 1215891 h 1215891"/>
              <a:gd name="csX304" fmla="*/ 571578 w 1878314"/>
              <a:gd name="csY304" fmla="*/ 1215891 h 1215891"/>
              <a:gd name="csX305" fmla="*/ 573458 w 1878314"/>
              <a:gd name="csY305" fmla="*/ 1215891 h 1215891"/>
              <a:gd name="csX306" fmla="*/ 575338 w 1878314"/>
              <a:gd name="csY306" fmla="*/ 1215891 h 1215891"/>
              <a:gd name="csX307" fmla="*/ 577219 w 1878314"/>
              <a:gd name="csY307" fmla="*/ 1215891 h 1215891"/>
              <a:gd name="csX308" fmla="*/ 579099 w 1878314"/>
              <a:gd name="csY308" fmla="*/ 1215891 h 1215891"/>
              <a:gd name="csX309" fmla="*/ 580979 w 1878314"/>
              <a:gd name="csY309" fmla="*/ 1215891 h 1215891"/>
              <a:gd name="csX310" fmla="*/ 582859 w 1878314"/>
              <a:gd name="csY310" fmla="*/ 1215891 h 1215891"/>
              <a:gd name="csX311" fmla="*/ 584740 w 1878314"/>
              <a:gd name="csY311" fmla="*/ 1215891 h 1215891"/>
              <a:gd name="csX312" fmla="*/ 586619 w 1878314"/>
              <a:gd name="csY312" fmla="*/ 1215891 h 1215891"/>
              <a:gd name="csX313" fmla="*/ 588499 w 1878314"/>
              <a:gd name="csY313" fmla="*/ 1215891 h 1215891"/>
              <a:gd name="csX314" fmla="*/ 590379 w 1878314"/>
              <a:gd name="csY314" fmla="*/ 1215891 h 1215891"/>
              <a:gd name="csX315" fmla="*/ 592260 w 1878314"/>
              <a:gd name="csY315" fmla="*/ 1215891 h 1215891"/>
              <a:gd name="csX316" fmla="*/ 594140 w 1878314"/>
              <a:gd name="csY316" fmla="*/ 1215891 h 1215891"/>
              <a:gd name="csX317" fmla="*/ 596020 w 1878314"/>
              <a:gd name="csY317" fmla="*/ 1215891 h 1215891"/>
              <a:gd name="csX318" fmla="*/ 597901 w 1878314"/>
              <a:gd name="csY318" fmla="*/ 1215891 h 1215891"/>
              <a:gd name="csX319" fmla="*/ 599781 w 1878314"/>
              <a:gd name="csY319" fmla="*/ 1215891 h 1215891"/>
              <a:gd name="csX320" fmla="*/ 601661 w 1878314"/>
              <a:gd name="csY320" fmla="*/ 1215891 h 1215891"/>
              <a:gd name="csX321" fmla="*/ 603541 w 1878314"/>
              <a:gd name="csY321" fmla="*/ 1215891 h 1215891"/>
              <a:gd name="csX322" fmla="*/ 605422 w 1878314"/>
              <a:gd name="csY322" fmla="*/ 1215891 h 1215891"/>
              <a:gd name="csX323" fmla="*/ 607301 w 1878314"/>
              <a:gd name="csY323" fmla="*/ 1215891 h 1215891"/>
              <a:gd name="csX324" fmla="*/ 609181 w 1878314"/>
              <a:gd name="csY324" fmla="*/ 1215891 h 1215891"/>
              <a:gd name="csX325" fmla="*/ 611062 w 1878314"/>
              <a:gd name="csY325" fmla="*/ 1215891 h 1215891"/>
              <a:gd name="csX326" fmla="*/ 612942 w 1878314"/>
              <a:gd name="csY326" fmla="*/ 1215891 h 1215891"/>
              <a:gd name="csX327" fmla="*/ 614822 w 1878314"/>
              <a:gd name="csY327" fmla="*/ 1215891 h 1215891"/>
              <a:gd name="csX328" fmla="*/ 616702 w 1878314"/>
              <a:gd name="csY328" fmla="*/ 1215891 h 1215891"/>
              <a:gd name="csX329" fmla="*/ 618583 w 1878314"/>
              <a:gd name="csY329" fmla="*/ 1215891 h 1215891"/>
              <a:gd name="csX330" fmla="*/ 620463 w 1878314"/>
              <a:gd name="csY330" fmla="*/ 1215891 h 1215891"/>
              <a:gd name="csX331" fmla="*/ 622342 w 1878314"/>
              <a:gd name="csY331" fmla="*/ 1215891 h 1215891"/>
              <a:gd name="csX332" fmla="*/ 624224 w 1878314"/>
              <a:gd name="csY332" fmla="*/ 1215891 h 1215891"/>
              <a:gd name="csX333" fmla="*/ 626107 w 1878314"/>
              <a:gd name="csY333" fmla="*/ 1215891 h 1215891"/>
              <a:gd name="csX334" fmla="*/ 627979 w 1878314"/>
              <a:gd name="csY334" fmla="*/ 1215891 h 1215891"/>
              <a:gd name="csX335" fmla="*/ 629861 w 1878314"/>
              <a:gd name="csY335" fmla="*/ 1215891 h 1215891"/>
              <a:gd name="csX336" fmla="*/ 631744 w 1878314"/>
              <a:gd name="csY336" fmla="*/ 1215891 h 1215891"/>
              <a:gd name="csX337" fmla="*/ 633626 w 1878314"/>
              <a:gd name="csY337" fmla="*/ 1215891 h 1215891"/>
              <a:gd name="csX338" fmla="*/ 635508 w 1878314"/>
              <a:gd name="csY338" fmla="*/ 1215891 h 1215891"/>
              <a:gd name="csX339" fmla="*/ 637381 w 1878314"/>
              <a:gd name="csY339" fmla="*/ 1215891 h 1215891"/>
              <a:gd name="csX340" fmla="*/ 639263 w 1878314"/>
              <a:gd name="csY340" fmla="*/ 1215891 h 1215891"/>
              <a:gd name="csX341" fmla="*/ 641145 w 1878314"/>
              <a:gd name="csY341" fmla="*/ 1215891 h 1215891"/>
              <a:gd name="csX342" fmla="*/ 643027 w 1878314"/>
              <a:gd name="csY342" fmla="*/ 1215891 h 1215891"/>
              <a:gd name="csX343" fmla="*/ 644909 w 1878314"/>
              <a:gd name="csY343" fmla="*/ 1215891 h 1215891"/>
              <a:gd name="csX344" fmla="*/ 646782 w 1878314"/>
              <a:gd name="csY344" fmla="*/ 1215891 h 1215891"/>
              <a:gd name="csX345" fmla="*/ 648664 w 1878314"/>
              <a:gd name="csY345" fmla="*/ 1215891 h 1215891"/>
              <a:gd name="csX346" fmla="*/ 650546 w 1878314"/>
              <a:gd name="csY346" fmla="*/ 1215891 h 1215891"/>
              <a:gd name="csX347" fmla="*/ 652429 w 1878314"/>
              <a:gd name="csY347" fmla="*/ 1215891 h 1215891"/>
              <a:gd name="csX348" fmla="*/ 654311 w 1878314"/>
              <a:gd name="csY348" fmla="*/ 1215891 h 1215891"/>
              <a:gd name="csX349" fmla="*/ 656183 w 1878314"/>
              <a:gd name="csY349" fmla="*/ 1215891 h 1215891"/>
              <a:gd name="csX350" fmla="*/ 658066 w 1878314"/>
              <a:gd name="csY350" fmla="*/ 1215891 h 1215891"/>
              <a:gd name="csX351" fmla="*/ 659948 w 1878314"/>
              <a:gd name="csY351" fmla="*/ 1215891 h 1215891"/>
              <a:gd name="csX352" fmla="*/ 661830 w 1878314"/>
              <a:gd name="csY352" fmla="*/ 1215891 h 1215891"/>
              <a:gd name="csX353" fmla="*/ 663703 w 1878314"/>
              <a:gd name="csY353" fmla="*/ 1215891 h 1215891"/>
              <a:gd name="csX354" fmla="*/ 665585 w 1878314"/>
              <a:gd name="csY354" fmla="*/ 1215891 h 1215891"/>
              <a:gd name="csX355" fmla="*/ 667467 w 1878314"/>
              <a:gd name="csY355" fmla="*/ 1215891 h 1215891"/>
              <a:gd name="csX356" fmla="*/ 669349 w 1878314"/>
              <a:gd name="csY356" fmla="*/ 1215891 h 1215891"/>
              <a:gd name="csX357" fmla="*/ 671231 w 1878314"/>
              <a:gd name="csY357" fmla="*/ 1215891 h 1215891"/>
              <a:gd name="csX358" fmla="*/ 673104 w 1878314"/>
              <a:gd name="csY358" fmla="*/ 1215891 h 1215891"/>
              <a:gd name="csX359" fmla="*/ 674986 w 1878314"/>
              <a:gd name="csY359" fmla="*/ 1215891 h 1215891"/>
              <a:gd name="csX360" fmla="*/ 676868 w 1878314"/>
              <a:gd name="csY360" fmla="*/ 1215891 h 1215891"/>
              <a:gd name="csX361" fmla="*/ 678751 w 1878314"/>
              <a:gd name="csY361" fmla="*/ 1215891 h 1215891"/>
              <a:gd name="csX362" fmla="*/ 680633 w 1878314"/>
              <a:gd name="csY362" fmla="*/ 1215891 h 1215891"/>
              <a:gd name="csX363" fmla="*/ 682505 w 1878314"/>
              <a:gd name="csY363" fmla="*/ 1215891 h 1215891"/>
              <a:gd name="csX364" fmla="*/ 684387 w 1878314"/>
              <a:gd name="csY364" fmla="*/ 1215891 h 1215891"/>
              <a:gd name="csX365" fmla="*/ 686270 w 1878314"/>
              <a:gd name="csY365" fmla="*/ 1215891 h 1215891"/>
              <a:gd name="csX366" fmla="*/ 688152 w 1878314"/>
              <a:gd name="csY366" fmla="*/ 1215891 h 1215891"/>
              <a:gd name="csX367" fmla="*/ 690034 w 1878314"/>
              <a:gd name="csY367" fmla="*/ 1215891 h 1215891"/>
              <a:gd name="csX368" fmla="*/ 691907 w 1878314"/>
              <a:gd name="csY368" fmla="*/ 1215891 h 1215891"/>
              <a:gd name="csX369" fmla="*/ 693789 w 1878314"/>
              <a:gd name="csY369" fmla="*/ 1215891 h 1215891"/>
              <a:gd name="csX370" fmla="*/ 695671 w 1878314"/>
              <a:gd name="csY370" fmla="*/ 1215891 h 1215891"/>
              <a:gd name="csX371" fmla="*/ 697553 w 1878314"/>
              <a:gd name="csY371" fmla="*/ 1215891 h 1215891"/>
              <a:gd name="csX372" fmla="*/ 699435 w 1878314"/>
              <a:gd name="csY372" fmla="*/ 1215891 h 1215891"/>
              <a:gd name="csX373" fmla="*/ 701308 w 1878314"/>
              <a:gd name="csY373" fmla="*/ 1215891 h 1215891"/>
              <a:gd name="csX374" fmla="*/ 703190 w 1878314"/>
              <a:gd name="csY374" fmla="*/ 1215891 h 1215891"/>
              <a:gd name="csX375" fmla="*/ 705072 w 1878314"/>
              <a:gd name="csY375" fmla="*/ 1215891 h 1215891"/>
              <a:gd name="csX376" fmla="*/ 706955 w 1878314"/>
              <a:gd name="csY376" fmla="*/ 1215891 h 1215891"/>
              <a:gd name="csX377" fmla="*/ 708827 w 1878314"/>
              <a:gd name="csY377" fmla="*/ 1215891 h 1215891"/>
              <a:gd name="csX378" fmla="*/ 710709 w 1878314"/>
              <a:gd name="csY378" fmla="*/ 1215891 h 1215891"/>
              <a:gd name="csX379" fmla="*/ 712592 w 1878314"/>
              <a:gd name="csY379" fmla="*/ 1215891 h 1215891"/>
              <a:gd name="csX380" fmla="*/ 714474 w 1878314"/>
              <a:gd name="csY380" fmla="*/ 1215891 h 1215891"/>
              <a:gd name="csX381" fmla="*/ 716356 w 1878314"/>
              <a:gd name="csY381" fmla="*/ 1215891 h 1215891"/>
              <a:gd name="csX382" fmla="*/ 718229 w 1878314"/>
              <a:gd name="csY382" fmla="*/ 1215891 h 1215891"/>
              <a:gd name="csX383" fmla="*/ 720111 w 1878314"/>
              <a:gd name="csY383" fmla="*/ 1215891 h 1215891"/>
              <a:gd name="csX384" fmla="*/ 721993 w 1878314"/>
              <a:gd name="csY384" fmla="*/ 1215891 h 1215891"/>
              <a:gd name="csX385" fmla="*/ 723875 w 1878314"/>
              <a:gd name="csY385" fmla="*/ 1215891 h 1215891"/>
              <a:gd name="csX386" fmla="*/ 725757 w 1878314"/>
              <a:gd name="csY386" fmla="*/ 1215891 h 1215891"/>
              <a:gd name="csX387" fmla="*/ 727630 w 1878314"/>
              <a:gd name="csY387" fmla="*/ 1215891 h 1215891"/>
              <a:gd name="csX388" fmla="*/ 729512 w 1878314"/>
              <a:gd name="csY388" fmla="*/ 1215891 h 1215891"/>
              <a:gd name="csX389" fmla="*/ 731394 w 1878314"/>
              <a:gd name="csY389" fmla="*/ 1215891 h 1215891"/>
              <a:gd name="csX390" fmla="*/ 733277 w 1878314"/>
              <a:gd name="csY390" fmla="*/ 1215891 h 1215891"/>
              <a:gd name="csX391" fmla="*/ 735159 w 1878314"/>
              <a:gd name="csY391" fmla="*/ 1215891 h 1215891"/>
              <a:gd name="csX392" fmla="*/ 737031 w 1878314"/>
              <a:gd name="csY392" fmla="*/ 1215891 h 1215891"/>
              <a:gd name="csX393" fmla="*/ 738914 w 1878314"/>
              <a:gd name="csY393" fmla="*/ 1215891 h 1215891"/>
              <a:gd name="csX394" fmla="*/ 740796 w 1878314"/>
              <a:gd name="csY394" fmla="*/ 1215891 h 1215891"/>
              <a:gd name="csX395" fmla="*/ 742678 w 1878314"/>
              <a:gd name="csY395" fmla="*/ 1215891 h 1215891"/>
              <a:gd name="csX396" fmla="*/ 744560 w 1878314"/>
              <a:gd name="csY396" fmla="*/ 1215891 h 1215891"/>
              <a:gd name="csX397" fmla="*/ 746433 w 1878314"/>
              <a:gd name="csY397" fmla="*/ 1215891 h 1215891"/>
              <a:gd name="csX398" fmla="*/ 748315 w 1878314"/>
              <a:gd name="csY398" fmla="*/ 1215891 h 1215891"/>
              <a:gd name="csX399" fmla="*/ 750197 w 1878314"/>
              <a:gd name="csY399" fmla="*/ 1215891 h 1215891"/>
              <a:gd name="csX400" fmla="*/ 752079 w 1878314"/>
              <a:gd name="csY400" fmla="*/ 1215891 h 1215891"/>
              <a:gd name="csX401" fmla="*/ 753952 w 1878314"/>
              <a:gd name="csY401" fmla="*/ 1215891 h 1215891"/>
              <a:gd name="csX402" fmla="*/ 755834 w 1878314"/>
              <a:gd name="csY402" fmla="*/ 1215891 h 1215891"/>
              <a:gd name="csX403" fmla="*/ 757716 w 1878314"/>
              <a:gd name="csY403" fmla="*/ 1215891 h 1215891"/>
              <a:gd name="csX404" fmla="*/ 759598 w 1878314"/>
              <a:gd name="csY404" fmla="*/ 1215891 h 1215891"/>
              <a:gd name="csX405" fmla="*/ 761481 w 1878314"/>
              <a:gd name="csY405" fmla="*/ 1215891 h 1215891"/>
              <a:gd name="csX406" fmla="*/ 763353 w 1878314"/>
              <a:gd name="csY406" fmla="*/ 1215891 h 1215891"/>
              <a:gd name="csX407" fmla="*/ 765235 w 1878314"/>
              <a:gd name="csY407" fmla="*/ 1215891 h 1215891"/>
              <a:gd name="csX408" fmla="*/ 767118 w 1878314"/>
              <a:gd name="csY408" fmla="*/ 1215891 h 1215891"/>
              <a:gd name="csX409" fmla="*/ 769000 w 1878314"/>
              <a:gd name="csY409" fmla="*/ 1215891 h 1215891"/>
              <a:gd name="csX410" fmla="*/ 770882 w 1878314"/>
              <a:gd name="csY410" fmla="*/ 1215891 h 1215891"/>
              <a:gd name="csX411" fmla="*/ 772755 w 1878314"/>
              <a:gd name="csY411" fmla="*/ 1215891 h 1215891"/>
              <a:gd name="csX412" fmla="*/ 774637 w 1878314"/>
              <a:gd name="csY412" fmla="*/ 1215891 h 1215891"/>
              <a:gd name="csX413" fmla="*/ 776519 w 1878314"/>
              <a:gd name="csY413" fmla="*/ 1215891 h 1215891"/>
              <a:gd name="csX414" fmla="*/ 778401 w 1878314"/>
              <a:gd name="csY414" fmla="*/ 1215891 h 1215891"/>
              <a:gd name="csX415" fmla="*/ 780283 w 1878314"/>
              <a:gd name="csY415" fmla="*/ 1215891 h 1215891"/>
              <a:gd name="csX416" fmla="*/ 782156 w 1878314"/>
              <a:gd name="csY416" fmla="*/ 1215891 h 1215891"/>
              <a:gd name="csX417" fmla="*/ 784038 w 1878314"/>
              <a:gd name="csY417" fmla="*/ 1215891 h 1215891"/>
              <a:gd name="csX418" fmla="*/ 785920 w 1878314"/>
              <a:gd name="csY418" fmla="*/ 1215891 h 1215891"/>
              <a:gd name="csX419" fmla="*/ 787803 w 1878314"/>
              <a:gd name="csY419" fmla="*/ 1215891 h 1215891"/>
              <a:gd name="csX420" fmla="*/ 789685 w 1878314"/>
              <a:gd name="csY420" fmla="*/ 1215891 h 1215891"/>
              <a:gd name="csX421" fmla="*/ 791557 w 1878314"/>
              <a:gd name="csY421" fmla="*/ 1215891 h 1215891"/>
              <a:gd name="csX422" fmla="*/ 793440 w 1878314"/>
              <a:gd name="csY422" fmla="*/ 1215891 h 1215891"/>
              <a:gd name="csX423" fmla="*/ 795322 w 1878314"/>
              <a:gd name="csY423" fmla="*/ 1215891 h 1215891"/>
              <a:gd name="csX424" fmla="*/ 797204 w 1878314"/>
              <a:gd name="csY424" fmla="*/ 1215891 h 1215891"/>
              <a:gd name="csX425" fmla="*/ 799077 w 1878314"/>
              <a:gd name="csY425" fmla="*/ 1215891 h 1215891"/>
              <a:gd name="csX426" fmla="*/ 800959 w 1878314"/>
              <a:gd name="csY426" fmla="*/ 1215891 h 1215891"/>
              <a:gd name="csX427" fmla="*/ 802841 w 1878314"/>
              <a:gd name="csY427" fmla="*/ 1215891 h 1215891"/>
              <a:gd name="csX428" fmla="*/ 804723 w 1878314"/>
              <a:gd name="csY428" fmla="*/ 1215891 h 1215891"/>
              <a:gd name="csX429" fmla="*/ 806605 w 1878314"/>
              <a:gd name="csY429" fmla="*/ 1215891 h 1215891"/>
              <a:gd name="csX430" fmla="*/ 808478 w 1878314"/>
              <a:gd name="csY430" fmla="*/ 1215891 h 1215891"/>
              <a:gd name="csX431" fmla="*/ 810360 w 1878314"/>
              <a:gd name="csY431" fmla="*/ 1215891 h 1215891"/>
              <a:gd name="csX432" fmla="*/ 812242 w 1878314"/>
              <a:gd name="csY432" fmla="*/ 1215891 h 1215891"/>
              <a:gd name="csX433" fmla="*/ 814125 w 1878314"/>
              <a:gd name="csY433" fmla="*/ 1215891 h 1215891"/>
              <a:gd name="csX434" fmla="*/ 816007 w 1878314"/>
              <a:gd name="csY434" fmla="*/ 1215891 h 1215891"/>
              <a:gd name="csX435" fmla="*/ 817879 w 1878314"/>
              <a:gd name="csY435" fmla="*/ 1215891 h 1215891"/>
              <a:gd name="csX436" fmla="*/ 819762 w 1878314"/>
              <a:gd name="csY436" fmla="*/ 1215891 h 1215891"/>
              <a:gd name="csX437" fmla="*/ 821644 w 1878314"/>
              <a:gd name="csY437" fmla="*/ 1215891 h 1215891"/>
              <a:gd name="csX438" fmla="*/ 823526 w 1878314"/>
              <a:gd name="csY438" fmla="*/ 1215891 h 1215891"/>
              <a:gd name="csX439" fmla="*/ 825408 w 1878314"/>
              <a:gd name="csY439" fmla="*/ 1215891 h 1215891"/>
              <a:gd name="csX440" fmla="*/ 827281 w 1878314"/>
              <a:gd name="csY440" fmla="*/ 1215891 h 1215891"/>
              <a:gd name="csX441" fmla="*/ 829163 w 1878314"/>
              <a:gd name="csY441" fmla="*/ 1215891 h 1215891"/>
              <a:gd name="csX442" fmla="*/ 831045 w 1878314"/>
              <a:gd name="csY442" fmla="*/ 1215891 h 1215891"/>
              <a:gd name="csX443" fmla="*/ 832927 w 1878314"/>
              <a:gd name="csY443" fmla="*/ 1215891 h 1215891"/>
              <a:gd name="csX444" fmla="*/ 834800 w 1878314"/>
              <a:gd name="csY444" fmla="*/ 1215891 h 1215891"/>
              <a:gd name="csX445" fmla="*/ 836682 w 1878314"/>
              <a:gd name="csY445" fmla="*/ 1215891 h 1215891"/>
              <a:gd name="csX446" fmla="*/ 838564 w 1878314"/>
              <a:gd name="csY446" fmla="*/ 1215891 h 1215891"/>
              <a:gd name="csX447" fmla="*/ 840446 w 1878314"/>
              <a:gd name="csY447" fmla="*/ 1215891 h 1215891"/>
              <a:gd name="csX448" fmla="*/ 842329 w 1878314"/>
              <a:gd name="csY448" fmla="*/ 1215891 h 1215891"/>
              <a:gd name="csX449" fmla="*/ 844201 w 1878314"/>
              <a:gd name="csY449" fmla="*/ 1215891 h 1215891"/>
              <a:gd name="csX450" fmla="*/ 846083 w 1878314"/>
              <a:gd name="csY450" fmla="*/ 1215891 h 1215891"/>
              <a:gd name="csX451" fmla="*/ 847966 w 1878314"/>
              <a:gd name="csY451" fmla="*/ 1215891 h 1215891"/>
              <a:gd name="csX452" fmla="*/ 849848 w 1878314"/>
              <a:gd name="csY452" fmla="*/ 1215891 h 1215891"/>
              <a:gd name="csX453" fmla="*/ 851730 w 1878314"/>
              <a:gd name="csY453" fmla="*/ 1215891 h 1215891"/>
              <a:gd name="csX454" fmla="*/ 853603 w 1878314"/>
              <a:gd name="csY454" fmla="*/ 1215891 h 1215891"/>
              <a:gd name="csX455" fmla="*/ 855485 w 1878314"/>
              <a:gd name="csY455" fmla="*/ 1215891 h 1215891"/>
              <a:gd name="csX456" fmla="*/ 857367 w 1878314"/>
              <a:gd name="csY456" fmla="*/ 1215891 h 1215891"/>
              <a:gd name="csX457" fmla="*/ 859249 w 1878314"/>
              <a:gd name="csY457" fmla="*/ 1215891 h 1215891"/>
              <a:gd name="csX458" fmla="*/ 861131 w 1878314"/>
              <a:gd name="csY458" fmla="*/ 1215891 h 1215891"/>
              <a:gd name="csX459" fmla="*/ 863004 w 1878314"/>
              <a:gd name="csY459" fmla="*/ 1215891 h 1215891"/>
              <a:gd name="csX460" fmla="*/ 864886 w 1878314"/>
              <a:gd name="csY460" fmla="*/ 1215891 h 1215891"/>
              <a:gd name="csX461" fmla="*/ 866768 w 1878314"/>
              <a:gd name="csY461" fmla="*/ 1215891 h 1215891"/>
              <a:gd name="csX462" fmla="*/ 868651 w 1878314"/>
              <a:gd name="csY462" fmla="*/ 1215891 h 1215891"/>
              <a:gd name="csX463" fmla="*/ 870533 w 1878314"/>
              <a:gd name="csY463" fmla="*/ 1215891 h 1215891"/>
              <a:gd name="csX464" fmla="*/ 872405 w 1878314"/>
              <a:gd name="csY464" fmla="*/ 1215891 h 1215891"/>
              <a:gd name="csX465" fmla="*/ 874288 w 1878314"/>
              <a:gd name="csY465" fmla="*/ 1215891 h 1215891"/>
              <a:gd name="csX466" fmla="*/ 876170 w 1878314"/>
              <a:gd name="csY466" fmla="*/ 1215891 h 1215891"/>
              <a:gd name="csX467" fmla="*/ 878052 w 1878314"/>
              <a:gd name="csY467" fmla="*/ 1215891 h 1215891"/>
              <a:gd name="csX468" fmla="*/ 879925 w 1878314"/>
              <a:gd name="csY468" fmla="*/ 1215891 h 1215891"/>
              <a:gd name="csX469" fmla="*/ 881807 w 1878314"/>
              <a:gd name="csY469" fmla="*/ 1215891 h 1215891"/>
              <a:gd name="csX470" fmla="*/ 883689 w 1878314"/>
              <a:gd name="csY470" fmla="*/ 1215891 h 1215891"/>
              <a:gd name="csX471" fmla="*/ 885571 w 1878314"/>
              <a:gd name="csY471" fmla="*/ 1215891 h 1215891"/>
              <a:gd name="csX472" fmla="*/ 887453 w 1878314"/>
              <a:gd name="csY472" fmla="*/ 1215891 h 1215891"/>
              <a:gd name="csX473" fmla="*/ 889326 w 1878314"/>
              <a:gd name="csY473" fmla="*/ 1215891 h 1215891"/>
              <a:gd name="csX474" fmla="*/ 891208 w 1878314"/>
              <a:gd name="csY474" fmla="*/ 1215891 h 1215891"/>
              <a:gd name="csX475" fmla="*/ 893090 w 1878314"/>
              <a:gd name="csY475" fmla="*/ 1215891 h 1215891"/>
              <a:gd name="csX476" fmla="*/ 894973 w 1878314"/>
              <a:gd name="csY476" fmla="*/ 1215891 h 1215891"/>
              <a:gd name="csX477" fmla="*/ 896855 w 1878314"/>
              <a:gd name="csY477" fmla="*/ 1215891 h 1215891"/>
              <a:gd name="csX478" fmla="*/ 898727 w 1878314"/>
              <a:gd name="csY478" fmla="*/ 1215891 h 1215891"/>
              <a:gd name="csX479" fmla="*/ 900609 w 1878314"/>
              <a:gd name="csY479" fmla="*/ 1215891 h 1215891"/>
              <a:gd name="csX480" fmla="*/ 902492 w 1878314"/>
              <a:gd name="csY480" fmla="*/ 1215891 h 1215891"/>
              <a:gd name="csX481" fmla="*/ 904374 w 1878314"/>
              <a:gd name="csY481" fmla="*/ 1215891 h 1215891"/>
              <a:gd name="csX482" fmla="*/ 906256 w 1878314"/>
              <a:gd name="csY482" fmla="*/ 1215891 h 1215891"/>
              <a:gd name="csX483" fmla="*/ 908129 w 1878314"/>
              <a:gd name="csY483" fmla="*/ 1215891 h 1215891"/>
              <a:gd name="csX484" fmla="*/ 910011 w 1878314"/>
              <a:gd name="csY484" fmla="*/ 1215891 h 1215891"/>
              <a:gd name="csX485" fmla="*/ 911893 w 1878314"/>
              <a:gd name="csY485" fmla="*/ 1215891 h 1215891"/>
              <a:gd name="csX486" fmla="*/ 913775 w 1878314"/>
              <a:gd name="csY486" fmla="*/ 1215891 h 1215891"/>
              <a:gd name="csX487" fmla="*/ 915657 w 1878314"/>
              <a:gd name="csY487" fmla="*/ 1215891 h 1215891"/>
              <a:gd name="csX488" fmla="*/ 917530 w 1878314"/>
              <a:gd name="csY488" fmla="*/ 1215891 h 1215891"/>
              <a:gd name="csX489" fmla="*/ 919412 w 1878314"/>
              <a:gd name="csY489" fmla="*/ 1215891 h 1215891"/>
              <a:gd name="csX490" fmla="*/ 921294 w 1878314"/>
              <a:gd name="csY490" fmla="*/ 1215891 h 1215891"/>
              <a:gd name="csX491" fmla="*/ 923177 w 1878314"/>
              <a:gd name="csY491" fmla="*/ 1215891 h 1215891"/>
              <a:gd name="csX492" fmla="*/ 925049 w 1878314"/>
              <a:gd name="csY492" fmla="*/ 1215891 h 1215891"/>
              <a:gd name="csX493" fmla="*/ 926931 w 1878314"/>
              <a:gd name="csY493" fmla="*/ 1215891 h 1215891"/>
              <a:gd name="csX494" fmla="*/ 928814 w 1878314"/>
              <a:gd name="csY494" fmla="*/ 1215891 h 1215891"/>
              <a:gd name="csX495" fmla="*/ 930696 w 1878314"/>
              <a:gd name="csY495" fmla="*/ 1215891 h 1215891"/>
              <a:gd name="csX496" fmla="*/ 932578 w 1878314"/>
              <a:gd name="csY496" fmla="*/ 1215891 h 1215891"/>
              <a:gd name="csX497" fmla="*/ 934451 w 1878314"/>
              <a:gd name="csY497" fmla="*/ 1215891 h 1215891"/>
              <a:gd name="csX498" fmla="*/ 936333 w 1878314"/>
              <a:gd name="csY498" fmla="*/ 1215891 h 1215891"/>
              <a:gd name="csX499" fmla="*/ 938215 w 1878314"/>
              <a:gd name="csY499" fmla="*/ 1215891 h 1215891"/>
              <a:gd name="csX500" fmla="*/ 940097 w 1878314"/>
              <a:gd name="csY500" fmla="*/ 1215891 h 1215891"/>
              <a:gd name="csX501" fmla="*/ 941979 w 1878314"/>
              <a:gd name="csY501" fmla="*/ 1215891 h 1215891"/>
              <a:gd name="csX502" fmla="*/ 943852 w 1878314"/>
              <a:gd name="csY502" fmla="*/ 1215891 h 1215891"/>
              <a:gd name="csX503" fmla="*/ 945734 w 1878314"/>
              <a:gd name="csY503" fmla="*/ 1215891 h 1215891"/>
              <a:gd name="csX504" fmla="*/ 947616 w 1878314"/>
              <a:gd name="csY504" fmla="*/ 1215882 h 1215891"/>
              <a:gd name="csX505" fmla="*/ 949499 w 1878314"/>
              <a:gd name="csY505" fmla="*/ 1215882 h 1215891"/>
              <a:gd name="csX506" fmla="*/ 951381 w 1878314"/>
              <a:gd name="csY506" fmla="*/ 1215882 h 1215891"/>
              <a:gd name="csX507" fmla="*/ 953253 w 1878314"/>
              <a:gd name="csY507" fmla="*/ 1215882 h 1215891"/>
              <a:gd name="csX508" fmla="*/ 955136 w 1878314"/>
              <a:gd name="csY508" fmla="*/ 1215882 h 1215891"/>
              <a:gd name="csX509" fmla="*/ 957018 w 1878314"/>
              <a:gd name="csY509" fmla="*/ 1215872 h 1215891"/>
              <a:gd name="csX510" fmla="*/ 958900 w 1878314"/>
              <a:gd name="csY510" fmla="*/ 1215872 h 1215891"/>
              <a:gd name="csX511" fmla="*/ 960782 w 1878314"/>
              <a:gd name="csY511" fmla="*/ 1215872 h 1215891"/>
              <a:gd name="csX512" fmla="*/ 962655 w 1878314"/>
              <a:gd name="csY512" fmla="*/ 1215862 h 1215891"/>
              <a:gd name="csX513" fmla="*/ 964537 w 1878314"/>
              <a:gd name="csY513" fmla="*/ 1215862 h 1215891"/>
              <a:gd name="csX514" fmla="*/ 966419 w 1878314"/>
              <a:gd name="csY514" fmla="*/ 1215862 h 1215891"/>
              <a:gd name="csX515" fmla="*/ 968301 w 1878314"/>
              <a:gd name="csY515" fmla="*/ 1215853 h 1215891"/>
              <a:gd name="csX516" fmla="*/ 970174 w 1878314"/>
              <a:gd name="csY516" fmla="*/ 1215843 h 1215891"/>
              <a:gd name="csX517" fmla="*/ 972056 w 1878314"/>
              <a:gd name="csY517" fmla="*/ 1215843 h 1215891"/>
              <a:gd name="csX518" fmla="*/ 973938 w 1878314"/>
              <a:gd name="csY518" fmla="*/ 1215833 h 1215891"/>
              <a:gd name="csX519" fmla="*/ 975820 w 1878314"/>
              <a:gd name="csY519" fmla="*/ 1215823 h 1215891"/>
              <a:gd name="csX520" fmla="*/ 977703 w 1878314"/>
              <a:gd name="csY520" fmla="*/ 1215814 h 1215891"/>
              <a:gd name="csX521" fmla="*/ 979575 w 1878314"/>
              <a:gd name="csY521" fmla="*/ 1215804 h 1215891"/>
              <a:gd name="csX522" fmla="*/ 981458 w 1878314"/>
              <a:gd name="csY522" fmla="*/ 1215785 h 1215891"/>
              <a:gd name="csX523" fmla="*/ 983340 w 1878314"/>
              <a:gd name="csY523" fmla="*/ 1215775 h 1215891"/>
              <a:gd name="csX524" fmla="*/ 985222 w 1878314"/>
              <a:gd name="csY524" fmla="*/ 1215756 h 1215891"/>
              <a:gd name="csX525" fmla="*/ 987104 w 1878314"/>
              <a:gd name="csY525" fmla="*/ 1215736 h 1215891"/>
              <a:gd name="csX526" fmla="*/ 988977 w 1878314"/>
              <a:gd name="csY526" fmla="*/ 1215717 h 1215891"/>
              <a:gd name="csX527" fmla="*/ 990859 w 1878314"/>
              <a:gd name="csY527" fmla="*/ 1215697 h 1215891"/>
              <a:gd name="csX528" fmla="*/ 992741 w 1878314"/>
              <a:gd name="csY528" fmla="*/ 1215668 h 1215891"/>
              <a:gd name="csX529" fmla="*/ 994623 w 1878314"/>
              <a:gd name="csY529" fmla="*/ 1215639 h 1215891"/>
              <a:gd name="csX530" fmla="*/ 996506 w 1878314"/>
              <a:gd name="csY530" fmla="*/ 1215600 h 1215891"/>
              <a:gd name="csX531" fmla="*/ 998378 w 1878314"/>
              <a:gd name="csY531" fmla="*/ 1215561 h 1215891"/>
              <a:gd name="csX532" fmla="*/ 1000260 w 1878314"/>
              <a:gd name="csY532" fmla="*/ 1215523 h 1215891"/>
              <a:gd name="csX533" fmla="*/ 1002142 w 1878314"/>
              <a:gd name="csY533" fmla="*/ 1215474 h 1215891"/>
              <a:gd name="csX534" fmla="*/ 1004025 w 1878314"/>
              <a:gd name="csY534" fmla="*/ 1215426 h 1215891"/>
              <a:gd name="csX535" fmla="*/ 1005907 w 1878314"/>
              <a:gd name="csY535" fmla="*/ 1215367 h 1215891"/>
              <a:gd name="csX536" fmla="*/ 1007779 w 1878314"/>
              <a:gd name="csY536" fmla="*/ 1215299 h 1215891"/>
              <a:gd name="csX537" fmla="*/ 1009662 w 1878314"/>
              <a:gd name="csY537" fmla="*/ 1215222 h 1215891"/>
              <a:gd name="csX538" fmla="*/ 1011544 w 1878314"/>
              <a:gd name="csY538" fmla="*/ 1215144 h 1215891"/>
              <a:gd name="csX539" fmla="*/ 1013426 w 1878314"/>
              <a:gd name="csY539" fmla="*/ 1215047 h 1215891"/>
              <a:gd name="csX540" fmla="*/ 1015299 w 1878314"/>
              <a:gd name="csY540" fmla="*/ 1214950 h 1215891"/>
              <a:gd name="csX541" fmla="*/ 1017181 w 1878314"/>
              <a:gd name="csY541" fmla="*/ 1214834 h 1215891"/>
              <a:gd name="csX542" fmla="*/ 1019063 w 1878314"/>
              <a:gd name="csY542" fmla="*/ 1214708 h 1215891"/>
              <a:gd name="csX543" fmla="*/ 1020945 w 1878314"/>
              <a:gd name="csY543" fmla="*/ 1214572 h 1215891"/>
              <a:gd name="csX544" fmla="*/ 1022827 w 1878314"/>
              <a:gd name="csY544" fmla="*/ 1214417 h 1215891"/>
              <a:gd name="csX545" fmla="*/ 1024700 w 1878314"/>
              <a:gd name="csY545" fmla="*/ 1214242 h 1215891"/>
              <a:gd name="csX546" fmla="*/ 1026582 w 1878314"/>
              <a:gd name="csY546" fmla="*/ 1214048 h 1215891"/>
              <a:gd name="csX547" fmla="*/ 1028464 w 1878314"/>
              <a:gd name="csY547" fmla="*/ 1213844 h 1215891"/>
              <a:gd name="csX548" fmla="*/ 1030347 w 1878314"/>
              <a:gd name="csY548" fmla="*/ 1213611 h 1215891"/>
              <a:gd name="csX549" fmla="*/ 1032229 w 1878314"/>
              <a:gd name="csY549" fmla="*/ 1213359 h 1215891"/>
              <a:gd name="csX550" fmla="*/ 1034101 w 1878314"/>
              <a:gd name="csY550" fmla="*/ 1213078 h 1215891"/>
              <a:gd name="csX551" fmla="*/ 1035984 w 1878314"/>
              <a:gd name="csY551" fmla="*/ 1212767 h 1215891"/>
              <a:gd name="csX552" fmla="*/ 1037866 w 1878314"/>
              <a:gd name="csY552" fmla="*/ 1212428 h 1215891"/>
              <a:gd name="csX553" fmla="*/ 1039748 w 1878314"/>
              <a:gd name="csY553" fmla="*/ 1212049 h 1215891"/>
              <a:gd name="csX554" fmla="*/ 1041630 w 1878314"/>
              <a:gd name="csY554" fmla="*/ 1211642 h 1215891"/>
              <a:gd name="csX555" fmla="*/ 1043503 w 1878314"/>
              <a:gd name="csY555" fmla="*/ 1211195 h 1215891"/>
              <a:gd name="csX556" fmla="*/ 1045385 w 1878314"/>
              <a:gd name="csY556" fmla="*/ 1210701 h 1215891"/>
              <a:gd name="csX557" fmla="*/ 1047267 w 1878314"/>
              <a:gd name="csY557" fmla="*/ 1210157 h 1215891"/>
              <a:gd name="csX558" fmla="*/ 1049149 w 1878314"/>
              <a:gd name="csY558" fmla="*/ 1209566 h 1215891"/>
              <a:gd name="csX559" fmla="*/ 1051022 w 1878314"/>
              <a:gd name="csY559" fmla="*/ 1208925 h 1215891"/>
              <a:gd name="csX560" fmla="*/ 1052904 w 1878314"/>
              <a:gd name="csY560" fmla="*/ 1208227 h 1215891"/>
              <a:gd name="csX561" fmla="*/ 1054786 w 1878314"/>
              <a:gd name="csY561" fmla="*/ 1207460 h 1215891"/>
              <a:gd name="csX562" fmla="*/ 1056669 w 1878314"/>
              <a:gd name="csY562" fmla="*/ 1206626 h 1215891"/>
              <a:gd name="csX563" fmla="*/ 1058551 w 1878314"/>
              <a:gd name="csY563" fmla="*/ 1205714 h 1215891"/>
              <a:gd name="csX564" fmla="*/ 1060423 w 1878314"/>
              <a:gd name="csY564" fmla="*/ 1204734 h 1215891"/>
              <a:gd name="csX565" fmla="*/ 1062305 w 1878314"/>
              <a:gd name="csY565" fmla="*/ 1203667 h 1215891"/>
              <a:gd name="csX566" fmla="*/ 1064188 w 1878314"/>
              <a:gd name="csY566" fmla="*/ 1202502 h 1215891"/>
              <a:gd name="csX567" fmla="*/ 1066070 w 1878314"/>
              <a:gd name="csY567" fmla="*/ 1201241 h 1215891"/>
              <a:gd name="csX568" fmla="*/ 1067952 w 1878314"/>
              <a:gd name="csY568" fmla="*/ 1199883 h 1215891"/>
              <a:gd name="csX569" fmla="*/ 1069825 w 1878314"/>
              <a:gd name="csY569" fmla="*/ 1198408 h 1215891"/>
              <a:gd name="csX570" fmla="*/ 1071707 w 1878314"/>
              <a:gd name="csY570" fmla="*/ 1196827 h 1215891"/>
              <a:gd name="csX571" fmla="*/ 1073589 w 1878314"/>
              <a:gd name="csY571" fmla="*/ 1195109 h 1215891"/>
              <a:gd name="csX572" fmla="*/ 1075471 w 1878314"/>
              <a:gd name="csY572" fmla="*/ 1193256 h 1215891"/>
              <a:gd name="csX573" fmla="*/ 1077354 w 1878314"/>
              <a:gd name="csY573" fmla="*/ 1191267 h 1215891"/>
              <a:gd name="csX574" fmla="*/ 1079226 w 1878314"/>
              <a:gd name="csY574" fmla="*/ 1189123 h 1215891"/>
              <a:gd name="csX575" fmla="*/ 1081108 w 1878314"/>
              <a:gd name="csY575" fmla="*/ 1186824 h 1215891"/>
              <a:gd name="csX576" fmla="*/ 1082990 w 1878314"/>
              <a:gd name="csY576" fmla="*/ 1184350 h 1215891"/>
              <a:gd name="csX577" fmla="*/ 1084873 w 1878314"/>
              <a:gd name="csY577" fmla="*/ 1181701 h 1215891"/>
              <a:gd name="csX578" fmla="*/ 1086755 w 1878314"/>
              <a:gd name="csY578" fmla="*/ 1178858 h 1215891"/>
              <a:gd name="csX579" fmla="*/ 1088627 w 1878314"/>
              <a:gd name="csY579" fmla="*/ 1175822 h 1215891"/>
              <a:gd name="csX580" fmla="*/ 1090510 w 1878314"/>
              <a:gd name="csY580" fmla="*/ 1172562 h 1215891"/>
              <a:gd name="csX581" fmla="*/ 1092392 w 1878314"/>
              <a:gd name="csY581" fmla="*/ 1169088 h 1215891"/>
              <a:gd name="csX582" fmla="*/ 1094274 w 1878314"/>
              <a:gd name="csY582" fmla="*/ 1165382 h 1215891"/>
              <a:gd name="csX583" fmla="*/ 1096147 w 1878314"/>
              <a:gd name="csY583" fmla="*/ 1161433 h 1215891"/>
              <a:gd name="csX584" fmla="*/ 1098029 w 1878314"/>
              <a:gd name="csY584" fmla="*/ 1157232 h 1215891"/>
              <a:gd name="csX585" fmla="*/ 1099911 w 1878314"/>
              <a:gd name="csY585" fmla="*/ 1152759 h 1215891"/>
              <a:gd name="csX586" fmla="*/ 1101793 w 1878314"/>
              <a:gd name="csY586" fmla="*/ 1148005 h 1215891"/>
              <a:gd name="csX587" fmla="*/ 1103675 w 1878314"/>
              <a:gd name="csY587" fmla="*/ 1142960 h 1215891"/>
              <a:gd name="csX588" fmla="*/ 1105548 w 1878314"/>
              <a:gd name="csY588" fmla="*/ 1137605 h 1215891"/>
              <a:gd name="csX589" fmla="*/ 1107430 w 1878314"/>
              <a:gd name="csY589" fmla="*/ 1131939 h 1215891"/>
              <a:gd name="csX590" fmla="*/ 1109312 w 1878314"/>
              <a:gd name="csY590" fmla="*/ 1125943 h 1215891"/>
              <a:gd name="csX591" fmla="*/ 1111195 w 1878314"/>
              <a:gd name="csY591" fmla="*/ 1119607 h 1215891"/>
              <a:gd name="csX592" fmla="*/ 1113077 w 1878314"/>
              <a:gd name="csY592" fmla="*/ 1112913 h 1215891"/>
              <a:gd name="csX593" fmla="*/ 1114949 w 1878314"/>
              <a:gd name="csY593" fmla="*/ 1105859 h 1215891"/>
              <a:gd name="csX594" fmla="*/ 1116831 w 1878314"/>
              <a:gd name="csY594" fmla="*/ 1098418 h 1215891"/>
              <a:gd name="csX595" fmla="*/ 1118714 w 1878314"/>
              <a:gd name="csY595" fmla="*/ 1090598 h 1215891"/>
              <a:gd name="csX596" fmla="*/ 1120596 w 1878314"/>
              <a:gd name="csY596" fmla="*/ 1082370 h 1215891"/>
              <a:gd name="csX597" fmla="*/ 1122478 w 1878314"/>
              <a:gd name="csY597" fmla="*/ 1073736 h 1215891"/>
              <a:gd name="csX598" fmla="*/ 1124351 w 1878314"/>
              <a:gd name="csY598" fmla="*/ 1064674 h 1215891"/>
              <a:gd name="csX599" fmla="*/ 1126233 w 1878314"/>
              <a:gd name="csY599" fmla="*/ 1055185 h 1215891"/>
              <a:gd name="csX600" fmla="*/ 1128115 w 1878314"/>
              <a:gd name="csY600" fmla="*/ 1045250 h 1215891"/>
              <a:gd name="csX601" fmla="*/ 1129997 w 1878314"/>
              <a:gd name="csY601" fmla="*/ 1034869 h 1215891"/>
              <a:gd name="csX602" fmla="*/ 1131880 w 1878314"/>
              <a:gd name="csY602" fmla="*/ 1024031 h 1215891"/>
              <a:gd name="csX603" fmla="*/ 1133752 w 1878314"/>
              <a:gd name="csY603" fmla="*/ 1012719 h 1215891"/>
              <a:gd name="csX604" fmla="*/ 1135634 w 1878314"/>
              <a:gd name="csY604" fmla="*/ 1000940 h 1215891"/>
              <a:gd name="csX605" fmla="*/ 1137517 w 1878314"/>
              <a:gd name="csY605" fmla="*/ 988687 h 1215891"/>
              <a:gd name="csX606" fmla="*/ 1139399 w 1878314"/>
              <a:gd name="csY606" fmla="*/ 975938 h 1215891"/>
              <a:gd name="csX607" fmla="*/ 1141271 w 1878314"/>
              <a:gd name="csY607" fmla="*/ 962714 h 1215891"/>
              <a:gd name="csX608" fmla="*/ 1143153 w 1878314"/>
              <a:gd name="csY608" fmla="*/ 948995 h 1215891"/>
              <a:gd name="csX609" fmla="*/ 1145036 w 1878314"/>
              <a:gd name="csY609" fmla="*/ 934791 h 1215891"/>
              <a:gd name="csX610" fmla="*/ 1146918 w 1878314"/>
              <a:gd name="csY610" fmla="*/ 920102 h 1215891"/>
              <a:gd name="csX611" fmla="*/ 1148800 w 1878314"/>
              <a:gd name="csY611" fmla="*/ 904918 h 1215891"/>
              <a:gd name="csX612" fmla="*/ 1150673 w 1878314"/>
              <a:gd name="csY612" fmla="*/ 889259 h 1215891"/>
              <a:gd name="csX613" fmla="*/ 1152555 w 1878314"/>
              <a:gd name="csY613" fmla="*/ 873109 h 1215891"/>
              <a:gd name="csX614" fmla="*/ 1154437 w 1878314"/>
              <a:gd name="csY614" fmla="*/ 856490 h 1215891"/>
              <a:gd name="csX615" fmla="*/ 1156319 w 1878314"/>
              <a:gd name="csY615" fmla="*/ 839404 h 1215891"/>
              <a:gd name="csX616" fmla="*/ 1158201 w 1878314"/>
              <a:gd name="csY616" fmla="*/ 821862 h 1215891"/>
              <a:gd name="csX617" fmla="*/ 1160074 w 1878314"/>
              <a:gd name="csY617" fmla="*/ 803874 h 1215891"/>
              <a:gd name="csX618" fmla="*/ 1161956 w 1878314"/>
              <a:gd name="csY618" fmla="*/ 785454 h 1215891"/>
              <a:gd name="csX619" fmla="*/ 1163838 w 1878314"/>
              <a:gd name="csY619" fmla="*/ 766615 h 1215891"/>
              <a:gd name="csX620" fmla="*/ 1165721 w 1878314"/>
              <a:gd name="csY620" fmla="*/ 747375 h 1215891"/>
              <a:gd name="csX621" fmla="*/ 1167603 w 1878314"/>
              <a:gd name="csY621" fmla="*/ 727750 h 1215891"/>
              <a:gd name="csX622" fmla="*/ 1169475 w 1878314"/>
              <a:gd name="csY622" fmla="*/ 707763 h 1215891"/>
              <a:gd name="csX623" fmla="*/ 1171358 w 1878314"/>
              <a:gd name="csY623" fmla="*/ 687433 h 1215891"/>
              <a:gd name="csX624" fmla="*/ 1173240 w 1878314"/>
              <a:gd name="csY624" fmla="*/ 666786 h 1215891"/>
              <a:gd name="csX625" fmla="*/ 1175122 w 1878314"/>
              <a:gd name="csY625" fmla="*/ 645846 h 1215891"/>
              <a:gd name="csX626" fmla="*/ 1177004 w 1878314"/>
              <a:gd name="csY626" fmla="*/ 624642 h 1215891"/>
              <a:gd name="csX627" fmla="*/ 1178877 w 1878314"/>
              <a:gd name="csY627" fmla="*/ 603201 h 1215891"/>
              <a:gd name="csX628" fmla="*/ 1180759 w 1878314"/>
              <a:gd name="csY628" fmla="*/ 581555 h 1215891"/>
              <a:gd name="csX629" fmla="*/ 1182641 w 1878314"/>
              <a:gd name="csY629" fmla="*/ 559736 h 1215891"/>
              <a:gd name="csX630" fmla="*/ 1184523 w 1878314"/>
              <a:gd name="csY630" fmla="*/ 537778 h 1215891"/>
              <a:gd name="csX631" fmla="*/ 1186396 w 1878314"/>
              <a:gd name="csY631" fmla="*/ 515719 h 1215891"/>
              <a:gd name="csX632" fmla="*/ 1188278 w 1878314"/>
              <a:gd name="csY632" fmla="*/ 493592 h 1215891"/>
              <a:gd name="csX633" fmla="*/ 1190160 w 1878314"/>
              <a:gd name="csY633" fmla="*/ 471438 h 1215891"/>
              <a:gd name="csX634" fmla="*/ 1192043 w 1878314"/>
              <a:gd name="csY634" fmla="*/ 449296 h 1215891"/>
              <a:gd name="csX635" fmla="*/ 1193925 w 1878314"/>
              <a:gd name="csY635" fmla="*/ 427207 h 1215891"/>
              <a:gd name="csX636" fmla="*/ 1195797 w 1878314"/>
              <a:gd name="csY636" fmla="*/ 405213 h 1215891"/>
              <a:gd name="csX637" fmla="*/ 1197680 w 1878314"/>
              <a:gd name="csY637" fmla="*/ 383357 h 1215891"/>
              <a:gd name="csX638" fmla="*/ 1199562 w 1878314"/>
              <a:gd name="csY638" fmla="*/ 361683 h 1215891"/>
              <a:gd name="csX639" fmla="*/ 1201444 w 1878314"/>
              <a:gd name="csY639" fmla="*/ 340233 h 1215891"/>
              <a:gd name="csX640" fmla="*/ 1203326 w 1878314"/>
              <a:gd name="csY640" fmla="*/ 319055 h 1215891"/>
              <a:gd name="csX641" fmla="*/ 1205199 w 1878314"/>
              <a:gd name="csY641" fmla="*/ 298193 h 1215891"/>
              <a:gd name="csX642" fmla="*/ 1207081 w 1878314"/>
              <a:gd name="csY642" fmla="*/ 277691 h 1215891"/>
              <a:gd name="csX643" fmla="*/ 1208963 w 1878314"/>
              <a:gd name="csY643" fmla="*/ 257596 h 1215891"/>
              <a:gd name="csX644" fmla="*/ 1210845 w 1878314"/>
              <a:gd name="csY644" fmla="*/ 237953 h 1215891"/>
              <a:gd name="csX645" fmla="*/ 1212728 w 1878314"/>
              <a:gd name="csY645" fmla="*/ 218807 h 1215891"/>
              <a:gd name="csX646" fmla="*/ 1214600 w 1878314"/>
              <a:gd name="csY646" fmla="*/ 200202 h 1215891"/>
              <a:gd name="csX647" fmla="*/ 1216482 w 1878314"/>
              <a:gd name="csY647" fmla="*/ 182183 h 1215891"/>
              <a:gd name="csX648" fmla="*/ 1218364 w 1878314"/>
              <a:gd name="csY648" fmla="*/ 164793 h 1215891"/>
              <a:gd name="csX649" fmla="*/ 1220247 w 1878314"/>
              <a:gd name="csY649" fmla="*/ 148073 h 1215891"/>
              <a:gd name="csX650" fmla="*/ 1222129 w 1878314"/>
              <a:gd name="csY650" fmla="*/ 132066 h 1215891"/>
              <a:gd name="csX651" fmla="*/ 1224001 w 1878314"/>
              <a:gd name="csY651" fmla="*/ 116809 h 1215891"/>
              <a:gd name="csX652" fmla="*/ 1225884 w 1878314"/>
              <a:gd name="csY652" fmla="*/ 102343 h 1215891"/>
              <a:gd name="csX653" fmla="*/ 1227766 w 1878314"/>
              <a:gd name="csY653" fmla="*/ 88704 h 1215891"/>
              <a:gd name="csX654" fmla="*/ 1229648 w 1878314"/>
              <a:gd name="csY654" fmla="*/ 75925 h 1215891"/>
              <a:gd name="csX655" fmla="*/ 1231521 w 1878314"/>
              <a:gd name="csY655" fmla="*/ 64041 h 1215891"/>
              <a:gd name="csX656" fmla="*/ 1233403 w 1878314"/>
              <a:gd name="csY656" fmla="*/ 53083 h 1215891"/>
              <a:gd name="csX657" fmla="*/ 1235285 w 1878314"/>
              <a:gd name="csY657" fmla="*/ 43079 h 1215891"/>
              <a:gd name="csX658" fmla="*/ 1237167 w 1878314"/>
              <a:gd name="csY658" fmla="*/ 34054 h 1215891"/>
              <a:gd name="csX659" fmla="*/ 1239050 w 1878314"/>
              <a:gd name="csY659" fmla="*/ 26033 h 1215891"/>
              <a:gd name="csX660" fmla="*/ 1240922 w 1878314"/>
              <a:gd name="csY660" fmla="*/ 19038 h 1215891"/>
              <a:gd name="csX661" fmla="*/ 1242804 w 1878314"/>
              <a:gd name="csY661" fmla="*/ 13087 h 1215891"/>
              <a:gd name="csX662" fmla="*/ 1244686 w 1878314"/>
              <a:gd name="csY662" fmla="*/ 8196 h 1215891"/>
              <a:gd name="csX663" fmla="*/ 1246569 w 1878314"/>
              <a:gd name="csY663" fmla="*/ 4378 h 1215891"/>
              <a:gd name="csX664" fmla="*/ 1248451 w 1878314"/>
              <a:gd name="csY664" fmla="*/ 1644 h 1215891"/>
              <a:gd name="csX665" fmla="*/ 1250323 w 1878314"/>
              <a:gd name="csY665" fmla="*/ 0 h 1215891"/>
              <a:gd name="csX666" fmla="*/ 1252206 w 1878314"/>
              <a:gd name="csY666" fmla="*/ 607673 h 1215891"/>
              <a:gd name="csX667" fmla="*/ 1254088 w 1878314"/>
              <a:gd name="csY667" fmla="*/ 607742 h 1215891"/>
              <a:gd name="csX668" fmla="*/ 1255970 w 1878314"/>
              <a:gd name="csY668" fmla="*/ 607947 h 1215891"/>
              <a:gd name="csX669" fmla="*/ 1257852 w 1878314"/>
              <a:gd name="csY669" fmla="*/ 608290 h 1215891"/>
              <a:gd name="csX670" fmla="*/ 1259725 w 1878314"/>
              <a:gd name="csY670" fmla="*/ 608769 h 1215891"/>
              <a:gd name="csX671" fmla="*/ 1261607 w 1878314"/>
              <a:gd name="csY671" fmla="*/ 609385 h 1215891"/>
              <a:gd name="csX672" fmla="*/ 1263489 w 1878314"/>
              <a:gd name="csY672" fmla="*/ 610136 h 1215891"/>
              <a:gd name="csX673" fmla="*/ 1265371 w 1878314"/>
              <a:gd name="csY673" fmla="*/ 611023 h 1215891"/>
              <a:gd name="csX674" fmla="*/ 1267244 w 1878314"/>
              <a:gd name="csY674" fmla="*/ 612045 h 1215891"/>
              <a:gd name="csX675" fmla="*/ 1269126 w 1878314"/>
              <a:gd name="csY675" fmla="*/ 613201 h 1215891"/>
              <a:gd name="csX676" fmla="*/ 1271008 w 1878314"/>
              <a:gd name="csY676" fmla="*/ 614490 h 1215891"/>
              <a:gd name="csX677" fmla="*/ 1272891 w 1878314"/>
              <a:gd name="csY677" fmla="*/ 615913 h 1215891"/>
              <a:gd name="csX678" fmla="*/ 1274773 w 1878314"/>
              <a:gd name="csY678" fmla="*/ 617466 h 1215891"/>
              <a:gd name="csX679" fmla="*/ 1276645 w 1878314"/>
              <a:gd name="csY679" fmla="*/ 619150 h 1215891"/>
              <a:gd name="csX680" fmla="*/ 1278527 w 1878314"/>
              <a:gd name="csY680" fmla="*/ 620964 h 1215891"/>
              <a:gd name="csX681" fmla="*/ 1280410 w 1878314"/>
              <a:gd name="csY681" fmla="*/ 622905 h 1215891"/>
              <a:gd name="csX682" fmla="*/ 1282292 w 1878314"/>
              <a:gd name="csY682" fmla="*/ 624975 h 1215891"/>
              <a:gd name="csX683" fmla="*/ 1284174 w 1878314"/>
              <a:gd name="csY683" fmla="*/ 627168 h 1215891"/>
              <a:gd name="csX684" fmla="*/ 1286047 w 1878314"/>
              <a:gd name="csY684" fmla="*/ 629486 h 1215891"/>
              <a:gd name="csX685" fmla="*/ 1287929 w 1878314"/>
              <a:gd name="csY685" fmla="*/ 631927 h 1215891"/>
              <a:gd name="csX686" fmla="*/ 1289811 w 1878314"/>
              <a:gd name="csY686" fmla="*/ 634488 h 1215891"/>
              <a:gd name="csX687" fmla="*/ 1291693 w 1878314"/>
              <a:gd name="csY687" fmla="*/ 637169 h 1215891"/>
              <a:gd name="csX688" fmla="*/ 1293576 w 1878314"/>
              <a:gd name="csY688" fmla="*/ 639968 h 1215891"/>
              <a:gd name="csX689" fmla="*/ 1295448 w 1878314"/>
              <a:gd name="csY689" fmla="*/ 642882 h 1215891"/>
              <a:gd name="csX690" fmla="*/ 1297330 w 1878314"/>
              <a:gd name="csY690" fmla="*/ 645910 h 1215891"/>
              <a:gd name="csX691" fmla="*/ 1299213 w 1878314"/>
              <a:gd name="csY691" fmla="*/ 649049 h 1215891"/>
              <a:gd name="csX692" fmla="*/ 1301095 w 1878314"/>
              <a:gd name="csY692" fmla="*/ 652299 h 1215891"/>
              <a:gd name="csX693" fmla="*/ 1302977 w 1878314"/>
              <a:gd name="csY693" fmla="*/ 655657 h 1215891"/>
              <a:gd name="csX694" fmla="*/ 1304849 w 1878314"/>
              <a:gd name="csY694" fmla="*/ 659119 h 1215891"/>
              <a:gd name="csX695" fmla="*/ 1306732 w 1878314"/>
              <a:gd name="csY695" fmla="*/ 662685 h 1215891"/>
              <a:gd name="csX696" fmla="*/ 1308614 w 1878314"/>
              <a:gd name="csY696" fmla="*/ 666352 h 1215891"/>
              <a:gd name="csX697" fmla="*/ 1310496 w 1878314"/>
              <a:gd name="csY697" fmla="*/ 670118 h 1215891"/>
              <a:gd name="csX698" fmla="*/ 1312369 w 1878314"/>
              <a:gd name="csY698" fmla="*/ 673980 h 1215891"/>
              <a:gd name="csX699" fmla="*/ 1314251 w 1878314"/>
              <a:gd name="csY699" fmla="*/ 677937 h 1215891"/>
              <a:gd name="csX700" fmla="*/ 1316133 w 1878314"/>
              <a:gd name="csY700" fmla="*/ 681983 h 1215891"/>
              <a:gd name="csX701" fmla="*/ 1318015 w 1878314"/>
              <a:gd name="csY701" fmla="*/ 686120 h 1215891"/>
              <a:gd name="csX702" fmla="*/ 1319897 w 1878314"/>
              <a:gd name="csY702" fmla="*/ 690344 h 1215891"/>
              <a:gd name="csX703" fmla="*/ 1321770 w 1878314"/>
              <a:gd name="csY703" fmla="*/ 694650 h 1215891"/>
              <a:gd name="csX704" fmla="*/ 1323652 w 1878314"/>
              <a:gd name="csY704" fmla="*/ 699039 h 1215891"/>
              <a:gd name="csX705" fmla="*/ 1325534 w 1878314"/>
              <a:gd name="csY705" fmla="*/ 703506 h 1215891"/>
              <a:gd name="csX706" fmla="*/ 1327417 w 1878314"/>
              <a:gd name="csY706" fmla="*/ 708048 h 1215891"/>
              <a:gd name="csX707" fmla="*/ 1329299 w 1878314"/>
              <a:gd name="csY707" fmla="*/ 712664 h 1215891"/>
              <a:gd name="csX708" fmla="*/ 1331171 w 1878314"/>
              <a:gd name="csY708" fmla="*/ 717351 h 1215891"/>
              <a:gd name="csX709" fmla="*/ 1333054 w 1878314"/>
              <a:gd name="csY709" fmla="*/ 722105 h 1215891"/>
              <a:gd name="csX710" fmla="*/ 1334936 w 1878314"/>
              <a:gd name="csY710" fmla="*/ 726924 h 1215891"/>
              <a:gd name="csX711" fmla="*/ 1336818 w 1878314"/>
              <a:gd name="csY711" fmla="*/ 731805 h 1215891"/>
              <a:gd name="csX712" fmla="*/ 1338700 w 1878314"/>
              <a:gd name="csY712" fmla="*/ 736745 h 1215891"/>
              <a:gd name="csX713" fmla="*/ 1340573 w 1878314"/>
              <a:gd name="csY713" fmla="*/ 741742 h 1215891"/>
              <a:gd name="csX714" fmla="*/ 1342455 w 1878314"/>
              <a:gd name="csY714" fmla="*/ 746793 h 1215891"/>
              <a:gd name="csX715" fmla="*/ 1344337 w 1878314"/>
              <a:gd name="csY715" fmla="*/ 751894 h 1215891"/>
              <a:gd name="csX716" fmla="*/ 1346219 w 1878314"/>
              <a:gd name="csY716" fmla="*/ 757043 h 1215891"/>
              <a:gd name="csX717" fmla="*/ 1348102 w 1878314"/>
              <a:gd name="csY717" fmla="*/ 762238 h 1215891"/>
              <a:gd name="csX718" fmla="*/ 1349974 w 1878314"/>
              <a:gd name="csY718" fmla="*/ 767475 h 1215891"/>
              <a:gd name="csX719" fmla="*/ 1351856 w 1878314"/>
              <a:gd name="csY719" fmla="*/ 772751 h 1215891"/>
              <a:gd name="csX720" fmla="*/ 1353739 w 1878314"/>
              <a:gd name="csY720" fmla="*/ 778064 h 1215891"/>
              <a:gd name="csX721" fmla="*/ 1355621 w 1878314"/>
              <a:gd name="csY721" fmla="*/ 783410 h 1215891"/>
              <a:gd name="csX722" fmla="*/ 1357493 w 1878314"/>
              <a:gd name="csY722" fmla="*/ 788788 h 1215891"/>
              <a:gd name="csX723" fmla="*/ 1359376 w 1878314"/>
              <a:gd name="csY723" fmla="*/ 794194 h 1215891"/>
              <a:gd name="csX724" fmla="*/ 1361258 w 1878314"/>
              <a:gd name="csY724" fmla="*/ 799626 h 1215891"/>
              <a:gd name="csX725" fmla="*/ 1363140 w 1878314"/>
              <a:gd name="csY725" fmla="*/ 805080 h 1215891"/>
              <a:gd name="csX726" fmla="*/ 1365022 w 1878314"/>
              <a:gd name="csY726" fmla="*/ 810554 h 1215891"/>
              <a:gd name="csX727" fmla="*/ 1366895 w 1878314"/>
              <a:gd name="csY727" fmla="*/ 816045 h 1215891"/>
              <a:gd name="csX728" fmla="*/ 1368777 w 1878314"/>
              <a:gd name="csY728" fmla="*/ 821551 h 1215891"/>
              <a:gd name="csX729" fmla="*/ 1370659 w 1878314"/>
              <a:gd name="csY729" fmla="*/ 827068 h 1215891"/>
              <a:gd name="csX730" fmla="*/ 1372541 w 1878314"/>
              <a:gd name="csY730" fmla="*/ 832596 h 1215891"/>
              <a:gd name="csX731" fmla="*/ 1374423 w 1878314"/>
              <a:gd name="csY731" fmla="*/ 838129 h 1215891"/>
              <a:gd name="csX732" fmla="*/ 1376296 w 1878314"/>
              <a:gd name="csY732" fmla="*/ 843666 h 1215891"/>
              <a:gd name="csX733" fmla="*/ 1378178 w 1878314"/>
              <a:gd name="csY733" fmla="*/ 849205 h 1215891"/>
              <a:gd name="csX734" fmla="*/ 1380060 w 1878314"/>
              <a:gd name="csY734" fmla="*/ 854744 h 1215891"/>
              <a:gd name="csX735" fmla="*/ 1381943 w 1878314"/>
              <a:gd name="csY735" fmla="*/ 860278 h 1215891"/>
              <a:gd name="csX736" fmla="*/ 1383825 w 1878314"/>
              <a:gd name="csY736" fmla="*/ 865806 h 1215891"/>
              <a:gd name="csX737" fmla="*/ 1385697 w 1878314"/>
              <a:gd name="csY737" fmla="*/ 871326 h 1215891"/>
              <a:gd name="csX738" fmla="*/ 1387580 w 1878314"/>
              <a:gd name="csY738" fmla="*/ 876836 h 1215891"/>
              <a:gd name="csX739" fmla="*/ 1389462 w 1878314"/>
              <a:gd name="csY739" fmla="*/ 882334 h 1215891"/>
              <a:gd name="csX740" fmla="*/ 1391344 w 1878314"/>
              <a:gd name="csY740" fmla="*/ 887815 h 1215891"/>
              <a:gd name="csX741" fmla="*/ 1393226 w 1878314"/>
              <a:gd name="csY741" fmla="*/ 893276 h 1215891"/>
              <a:gd name="csX742" fmla="*/ 1395099 w 1878314"/>
              <a:gd name="csY742" fmla="*/ 898728 h 1215891"/>
              <a:gd name="csX743" fmla="*/ 1396981 w 1878314"/>
              <a:gd name="csY743" fmla="*/ 904152 h 1215891"/>
              <a:gd name="csX744" fmla="*/ 1398863 w 1878314"/>
              <a:gd name="csY744" fmla="*/ 909546 h 1215891"/>
              <a:gd name="csX745" fmla="*/ 1400745 w 1878314"/>
              <a:gd name="csY745" fmla="*/ 914921 h 1215891"/>
              <a:gd name="csX746" fmla="*/ 1402618 w 1878314"/>
              <a:gd name="csY746" fmla="*/ 920267 h 1215891"/>
              <a:gd name="csX747" fmla="*/ 1404500 w 1878314"/>
              <a:gd name="csY747" fmla="*/ 925584 h 1215891"/>
              <a:gd name="csX748" fmla="*/ 1406382 w 1878314"/>
              <a:gd name="csY748" fmla="*/ 930871 h 1215891"/>
              <a:gd name="csX749" fmla="*/ 1408265 w 1878314"/>
              <a:gd name="csY749" fmla="*/ 936120 h 1215891"/>
              <a:gd name="csX750" fmla="*/ 1410147 w 1878314"/>
              <a:gd name="csY750" fmla="*/ 941340 h 1215891"/>
              <a:gd name="csX751" fmla="*/ 1412019 w 1878314"/>
              <a:gd name="csY751" fmla="*/ 946521 h 1215891"/>
              <a:gd name="csX752" fmla="*/ 1413902 w 1878314"/>
              <a:gd name="csY752" fmla="*/ 951663 h 1215891"/>
              <a:gd name="csX753" fmla="*/ 1415784 w 1878314"/>
              <a:gd name="csY753" fmla="*/ 956766 h 1215891"/>
              <a:gd name="csX754" fmla="*/ 1417666 w 1878314"/>
              <a:gd name="csY754" fmla="*/ 961831 h 1215891"/>
              <a:gd name="csX755" fmla="*/ 1419548 w 1878314"/>
              <a:gd name="csY755" fmla="*/ 966847 h 1215891"/>
              <a:gd name="csX756" fmla="*/ 1421421 w 1878314"/>
              <a:gd name="csY756" fmla="*/ 971824 h 1215891"/>
              <a:gd name="csX757" fmla="*/ 1423303 w 1878314"/>
              <a:gd name="csY757" fmla="*/ 976753 h 1215891"/>
              <a:gd name="csX758" fmla="*/ 1425185 w 1878314"/>
              <a:gd name="csY758" fmla="*/ 981633 h 1215891"/>
              <a:gd name="csX759" fmla="*/ 1427067 w 1878314"/>
              <a:gd name="csY759" fmla="*/ 986465 h 1215891"/>
              <a:gd name="csX760" fmla="*/ 1428950 w 1878314"/>
              <a:gd name="csY760" fmla="*/ 991258 h 1215891"/>
              <a:gd name="csX761" fmla="*/ 1430822 w 1878314"/>
              <a:gd name="csY761" fmla="*/ 995992 h 1215891"/>
              <a:gd name="csX762" fmla="*/ 1432704 w 1878314"/>
              <a:gd name="csY762" fmla="*/ 1000678 h 1215891"/>
              <a:gd name="csX763" fmla="*/ 1434586 w 1878314"/>
              <a:gd name="csY763" fmla="*/ 1005306 h 1215891"/>
              <a:gd name="csX764" fmla="*/ 1436469 w 1878314"/>
              <a:gd name="csY764" fmla="*/ 1009886 h 1215891"/>
              <a:gd name="csX765" fmla="*/ 1438351 w 1878314"/>
              <a:gd name="csY765" fmla="*/ 1014407 h 1215891"/>
              <a:gd name="csX766" fmla="*/ 1440223 w 1878314"/>
              <a:gd name="csY766" fmla="*/ 1018880 h 1215891"/>
              <a:gd name="csX767" fmla="*/ 1442106 w 1878314"/>
              <a:gd name="csY767" fmla="*/ 1023294 h 1215891"/>
              <a:gd name="csX768" fmla="*/ 1443988 w 1878314"/>
              <a:gd name="csY768" fmla="*/ 1027650 h 1215891"/>
              <a:gd name="csX769" fmla="*/ 1445870 w 1878314"/>
              <a:gd name="csY769" fmla="*/ 1031948 h 1215891"/>
              <a:gd name="csX770" fmla="*/ 1447743 w 1878314"/>
              <a:gd name="csY770" fmla="*/ 1036188 h 1215891"/>
              <a:gd name="csX771" fmla="*/ 1449625 w 1878314"/>
              <a:gd name="csY771" fmla="*/ 1040380 h 1215891"/>
              <a:gd name="csX772" fmla="*/ 1451507 w 1878314"/>
              <a:gd name="csY772" fmla="*/ 1044503 h 1215891"/>
              <a:gd name="csX773" fmla="*/ 1453389 w 1878314"/>
              <a:gd name="csY773" fmla="*/ 1048568 h 1215891"/>
              <a:gd name="csX774" fmla="*/ 1455272 w 1878314"/>
              <a:gd name="csY774" fmla="*/ 1052575 h 1215891"/>
              <a:gd name="csX775" fmla="*/ 1457144 w 1878314"/>
              <a:gd name="csY775" fmla="*/ 1056524 h 1215891"/>
              <a:gd name="csX776" fmla="*/ 1459026 w 1878314"/>
              <a:gd name="csY776" fmla="*/ 1060405 h 1215891"/>
              <a:gd name="csX777" fmla="*/ 1460908 w 1878314"/>
              <a:gd name="csY777" fmla="*/ 1064237 h 1215891"/>
              <a:gd name="csX778" fmla="*/ 1462791 w 1878314"/>
              <a:gd name="csY778" fmla="*/ 1068002 h 1215891"/>
              <a:gd name="csX779" fmla="*/ 1464673 w 1878314"/>
              <a:gd name="csY779" fmla="*/ 1071698 h 1215891"/>
              <a:gd name="csX780" fmla="*/ 1466545 w 1878314"/>
              <a:gd name="csY780" fmla="*/ 1075346 h 1215891"/>
              <a:gd name="csX781" fmla="*/ 1468428 w 1878314"/>
              <a:gd name="csY781" fmla="*/ 1078926 h 1215891"/>
              <a:gd name="csX782" fmla="*/ 1470310 w 1878314"/>
              <a:gd name="csY782" fmla="*/ 1082448 h 1215891"/>
              <a:gd name="csX783" fmla="*/ 1472192 w 1878314"/>
              <a:gd name="csY783" fmla="*/ 1085902 h 1215891"/>
              <a:gd name="csX784" fmla="*/ 1474074 w 1878314"/>
              <a:gd name="csY784" fmla="*/ 1089307 h 1215891"/>
              <a:gd name="csX785" fmla="*/ 1475947 w 1878314"/>
              <a:gd name="csY785" fmla="*/ 1092645 h 1215891"/>
              <a:gd name="csX786" fmla="*/ 1477829 w 1878314"/>
              <a:gd name="csY786" fmla="*/ 1095915 h 1215891"/>
              <a:gd name="csX787" fmla="*/ 1479711 w 1878314"/>
              <a:gd name="csY787" fmla="*/ 1099136 h 1215891"/>
              <a:gd name="csX788" fmla="*/ 1481593 w 1878314"/>
              <a:gd name="csY788" fmla="*/ 1102289 h 1215891"/>
              <a:gd name="csX789" fmla="*/ 1483466 w 1878314"/>
              <a:gd name="csY789" fmla="*/ 1105384 h 1215891"/>
              <a:gd name="csX790" fmla="*/ 1485348 w 1878314"/>
              <a:gd name="csY790" fmla="*/ 1108421 h 1215891"/>
              <a:gd name="csX791" fmla="*/ 1487230 w 1878314"/>
              <a:gd name="csY791" fmla="*/ 1111390 h 1215891"/>
              <a:gd name="csX792" fmla="*/ 1489113 w 1878314"/>
              <a:gd name="csY792" fmla="*/ 1114310 h 1215891"/>
              <a:gd name="csX793" fmla="*/ 1490995 w 1878314"/>
              <a:gd name="csY793" fmla="*/ 1117162 h 1215891"/>
              <a:gd name="csX794" fmla="*/ 1492867 w 1878314"/>
              <a:gd name="csY794" fmla="*/ 1119966 h 1215891"/>
              <a:gd name="csX795" fmla="*/ 1494749 w 1878314"/>
              <a:gd name="csY795" fmla="*/ 1122702 h 1215891"/>
              <a:gd name="csX796" fmla="*/ 1496632 w 1878314"/>
              <a:gd name="csY796" fmla="*/ 1125380 h 1215891"/>
              <a:gd name="csX797" fmla="*/ 1498514 w 1878314"/>
              <a:gd name="csY797" fmla="*/ 1128009 h 1215891"/>
              <a:gd name="csX798" fmla="*/ 1500396 w 1878314"/>
              <a:gd name="csY798" fmla="*/ 1130571 h 1215891"/>
              <a:gd name="csX799" fmla="*/ 1502269 w 1878314"/>
              <a:gd name="csY799" fmla="*/ 1133084 h 1215891"/>
              <a:gd name="csX800" fmla="*/ 1504151 w 1878314"/>
              <a:gd name="csY800" fmla="*/ 1135538 h 1215891"/>
              <a:gd name="csX801" fmla="*/ 1506033 w 1878314"/>
              <a:gd name="csY801" fmla="*/ 1137944 h 1215891"/>
              <a:gd name="csX802" fmla="*/ 1507915 w 1878314"/>
              <a:gd name="csY802" fmla="*/ 1140283 h 1215891"/>
              <a:gd name="csX803" fmla="*/ 1509798 w 1878314"/>
              <a:gd name="csY803" fmla="*/ 1142572 h 1215891"/>
              <a:gd name="csX804" fmla="*/ 1511670 w 1878314"/>
              <a:gd name="csY804" fmla="*/ 1144813 h 1215891"/>
              <a:gd name="csX805" fmla="*/ 1513552 w 1878314"/>
              <a:gd name="csY805" fmla="*/ 1146996 h 1215891"/>
              <a:gd name="csX806" fmla="*/ 1515435 w 1878314"/>
              <a:gd name="csY806" fmla="*/ 1149131 h 1215891"/>
              <a:gd name="csX807" fmla="*/ 1517317 w 1878314"/>
              <a:gd name="csY807" fmla="*/ 1151217 h 1215891"/>
              <a:gd name="csX808" fmla="*/ 1519199 w 1878314"/>
              <a:gd name="csY808" fmla="*/ 1153245 h 1215891"/>
              <a:gd name="csX809" fmla="*/ 1521071 w 1878314"/>
              <a:gd name="csY809" fmla="*/ 1155224 h 1215891"/>
              <a:gd name="csX810" fmla="*/ 1522954 w 1878314"/>
              <a:gd name="csY810" fmla="*/ 1157155 h 1215891"/>
              <a:gd name="csX811" fmla="*/ 1524836 w 1878314"/>
              <a:gd name="csY811" fmla="*/ 1159037 h 1215891"/>
              <a:gd name="csX812" fmla="*/ 1526718 w 1878314"/>
              <a:gd name="csY812" fmla="*/ 1160870 h 1215891"/>
              <a:gd name="csX813" fmla="*/ 1528591 w 1878314"/>
              <a:gd name="csY813" fmla="*/ 1162665 h 1215891"/>
              <a:gd name="csX814" fmla="*/ 1530473 w 1878314"/>
              <a:gd name="csY814" fmla="*/ 1164402 h 1215891"/>
              <a:gd name="csX815" fmla="*/ 1532355 w 1878314"/>
              <a:gd name="csY815" fmla="*/ 1166100 h 1215891"/>
              <a:gd name="csX816" fmla="*/ 1534237 w 1878314"/>
              <a:gd name="csY816" fmla="*/ 1167749 h 1215891"/>
              <a:gd name="csX817" fmla="*/ 1536119 w 1878314"/>
              <a:gd name="csY817" fmla="*/ 1169360 h 1215891"/>
              <a:gd name="csX818" fmla="*/ 1537992 w 1878314"/>
              <a:gd name="csY818" fmla="*/ 1170922 h 1215891"/>
              <a:gd name="csX819" fmla="*/ 1539874 w 1878314"/>
              <a:gd name="csY819" fmla="*/ 1172435 h 1215891"/>
              <a:gd name="csX820" fmla="*/ 1541756 w 1878314"/>
              <a:gd name="csY820" fmla="*/ 1173920 h 1215891"/>
              <a:gd name="csX821" fmla="*/ 1543639 w 1878314"/>
              <a:gd name="csY821" fmla="*/ 1175356 h 1215891"/>
              <a:gd name="csX822" fmla="*/ 1545521 w 1878314"/>
              <a:gd name="csY822" fmla="*/ 1176753 h 1215891"/>
              <a:gd name="csX823" fmla="*/ 1547393 w 1878314"/>
              <a:gd name="csY823" fmla="*/ 1178111 h 1215891"/>
              <a:gd name="csX824" fmla="*/ 1549276 w 1878314"/>
              <a:gd name="csY824" fmla="*/ 1179421 h 1215891"/>
              <a:gd name="csX825" fmla="*/ 1551158 w 1878314"/>
              <a:gd name="csY825" fmla="*/ 1180702 h 1215891"/>
              <a:gd name="csX826" fmla="*/ 1553040 w 1878314"/>
              <a:gd name="csY826" fmla="*/ 1181953 h 1215891"/>
              <a:gd name="csX827" fmla="*/ 1554922 w 1878314"/>
              <a:gd name="csY827" fmla="*/ 1183156 h 1215891"/>
              <a:gd name="csX828" fmla="*/ 1556795 w 1878314"/>
              <a:gd name="csY828" fmla="*/ 1184330 h 1215891"/>
              <a:gd name="csX829" fmla="*/ 1558677 w 1878314"/>
              <a:gd name="csY829" fmla="*/ 1185465 h 1215891"/>
              <a:gd name="csX830" fmla="*/ 1560559 w 1878314"/>
              <a:gd name="csY830" fmla="*/ 1186562 h 1215891"/>
              <a:gd name="csX831" fmla="*/ 1562441 w 1878314"/>
              <a:gd name="csY831" fmla="*/ 1187629 h 1215891"/>
              <a:gd name="csX832" fmla="*/ 1564324 w 1878314"/>
              <a:gd name="csY832" fmla="*/ 1188667 h 1215891"/>
              <a:gd name="csX833" fmla="*/ 1566196 w 1878314"/>
              <a:gd name="csY833" fmla="*/ 1189666 h 1215891"/>
              <a:gd name="csX834" fmla="*/ 1568078 w 1878314"/>
              <a:gd name="csY834" fmla="*/ 1190637 h 1215891"/>
              <a:gd name="csX835" fmla="*/ 1569961 w 1878314"/>
              <a:gd name="csY835" fmla="*/ 1191578 h 1215891"/>
              <a:gd name="csX836" fmla="*/ 1571843 w 1878314"/>
              <a:gd name="csY836" fmla="*/ 1192490 h 1215891"/>
              <a:gd name="csX837" fmla="*/ 1573715 w 1878314"/>
              <a:gd name="csY837" fmla="*/ 1193373 h 1215891"/>
              <a:gd name="csX838" fmla="*/ 1575598 w 1878314"/>
              <a:gd name="csY838" fmla="*/ 1194226 h 1215891"/>
              <a:gd name="csX839" fmla="*/ 1577480 w 1878314"/>
              <a:gd name="csY839" fmla="*/ 1195061 h 1215891"/>
              <a:gd name="csX840" fmla="*/ 1579362 w 1878314"/>
              <a:gd name="csY840" fmla="*/ 1195856 h 1215891"/>
              <a:gd name="csX841" fmla="*/ 1581244 w 1878314"/>
              <a:gd name="csY841" fmla="*/ 1196633 h 1215891"/>
              <a:gd name="csX842" fmla="*/ 1583117 w 1878314"/>
              <a:gd name="csY842" fmla="*/ 1197380 h 1215891"/>
              <a:gd name="csX843" fmla="*/ 1584999 w 1878314"/>
              <a:gd name="csY843" fmla="*/ 1198098 h 1215891"/>
              <a:gd name="csX844" fmla="*/ 1586881 w 1878314"/>
              <a:gd name="csY844" fmla="*/ 1198796 h 1215891"/>
              <a:gd name="csX845" fmla="*/ 1588763 w 1878314"/>
              <a:gd name="csY845" fmla="*/ 1199475 h 1215891"/>
              <a:gd name="csX846" fmla="*/ 1590646 w 1878314"/>
              <a:gd name="csY846" fmla="*/ 1200125 h 1215891"/>
              <a:gd name="csX847" fmla="*/ 1592518 w 1878314"/>
              <a:gd name="csY847" fmla="*/ 1200756 h 1215891"/>
              <a:gd name="csX848" fmla="*/ 1594400 w 1878314"/>
              <a:gd name="csY848" fmla="*/ 1201357 h 1215891"/>
              <a:gd name="csX849" fmla="*/ 1596282 w 1878314"/>
              <a:gd name="csY849" fmla="*/ 1201940 h 1215891"/>
              <a:gd name="csX850" fmla="*/ 1598165 w 1878314"/>
              <a:gd name="csY850" fmla="*/ 1202512 h 1215891"/>
              <a:gd name="csX851" fmla="*/ 1600047 w 1878314"/>
              <a:gd name="csY851" fmla="*/ 1203055 h 1215891"/>
              <a:gd name="csX852" fmla="*/ 1601919 w 1878314"/>
              <a:gd name="csY852" fmla="*/ 1203579 h 1215891"/>
              <a:gd name="csX853" fmla="*/ 1603802 w 1878314"/>
              <a:gd name="csY853" fmla="*/ 1204084 h 1215891"/>
              <a:gd name="csX854" fmla="*/ 1605684 w 1878314"/>
              <a:gd name="csY854" fmla="*/ 1204579 h 1215891"/>
              <a:gd name="csX855" fmla="*/ 1607566 w 1878314"/>
              <a:gd name="csY855" fmla="*/ 1205044 h 1215891"/>
              <a:gd name="csX856" fmla="*/ 1609448 w 1878314"/>
              <a:gd name="csY856" fmla="*/ 1205500 h 1215891"/>
              <a:gd name="csX857" fmla="*/ 1611321 w 1878314"/>
              <a:gd name="csY857" fmla="*/ 1205937 h 1215891"/>
              <a:gd name="csX858" fmla="*/ 1613203 w 1878314"/>
              <a:gd name="csY858" fmla="*/ 1206354 h 1215891"/>
              <a:gd name="csX859" fmla="*/ 1615085 w 1878314"/>
              <a:gd name="csY859" fmla="*/ 1206762 h 1215891"/>
              <a:gd name="csX860" fmla="*/ 1616968 w 1878314"/>
              <a:gd name="csY860" fmla="*/ 1207150 h 1215891"/>
              <a:gd name="csX861" fmla="*/ 1618840 w 1878314"/>
              <a:gd name="csY861" fmla="*/ 1207528 h 1215891"/>
              <a:gd name="csX862" fmla="*/ 1620722 w 1878314"/>
              <a:gd name="csY862" fmla="*/ 1207887 h 1215891"/>
              <a:gd name="csX863" fmla="*/ 1622604 w 1878314"/>
              <a:gd name="csY863" fmla="*/ 1208236 h 1215891"/>
              <a:gd name="csX864" fmla="*/ 1624487 w 1878314"/>
              <a:gd name="csY864" fmla="*/ 1208566 h 1215891"/>
              <a:gd name="csX865" fmla="*/ 1626369 w 1878314"/>
              <a:gd name="csY865" fmla="*/ 1208886 h 1215891"/>
              <a:gd name="csX866" fmla="*/ 1628241 w 1878314"/>
              <a:gd name="csY866" fmla="*/ 1209197 h 1215891"/>
              <a:gd name="csX867" fmla="*/ 1630124 w 1878314"/>
              <a:gd name="csY867" fmla="*/ 1209498 h 1215891"/>
              <a:gd name="csX868" fmla="*/ 1632006 w 1878314"/>
              <a:gd name="csY868" fmla="*/ 1209779 h 1215891"/>
              <a:gd name="csX869" fmla="*/ 1633888 w 1878314"/>
              <a:gd name="csY869" fmla="*/ 1210051 h 1215891"/>
              <a:gd name="csX870" fmla="*/ 1635770 w 1878314"/>
              <a:gd name="csY870" fmla="*/ 1210313 h 1215891"/>
              <a:gd name="csX871" fmla="*/ 1637643 w 1878314"/>
              <a:gd name="csY871" fmla="*/ 1210565 h 1215891"/>
              <a:gd name="csX872" fmla="*/ 1639525 w 1878314"/>
              <a:gd name="csY872" fmla="*/ 1210807 h 1215891"/>
              <a:gd name="csX873" fmla="*/ 1641407 w 1878314"/>
              <a:gd name="csY873" fmla="*/ 1211040 h 1215891"/>
              <a:gd name="csX874" fmla="*/ 1643289 w 1878314"/>
              <a:gd name="csY874" fmla="*/ 1211263 h 1215891"/>
              <a:gd name="csX875" fmla="*/ 1645171 w 1878314"/>
              <a:gd name="csY875" fmla="*/ 1211477 h 1215891"/>
              <a:gd name="csX876" fmla="*/ 1647044 w 1878314"/>
              <a:gd name="csY876" fmla="*/ 1211681 h 1215891"/>
              <a:gd name="csX877" fmla="*/ 1648926 w 1878314"/>
              <a:gd name="csY877" fmla="*/ 1211875 h 1215891"/>
              <a:gd name="csX878" fmla="*/ 1650808 w 1878314"/>
              <a:gd name="csY878" fmla="*/ 1212059 h 1215891"/>
              <a:gd name="csX879" fmla="*/ 1652691 w 1878314"/>
              <a:gd name="csY879" fmla="*/ 1212243 h 1215891"/>
              <a:gd name="csX880" fmla="*/ 1654573 w 1878314"/>
              <a:gd name="csY880" fmla="*/ 1212408 h 1215891"/>
              <a:gd name="csX881" fmla="*/ 1656445 w 1878314"/>
              <a:gd name="csY881" fmla="*/ 1212573 h 1215891"/>
              <a:gd name="csX882" fmla="*/ 1658328 w 1878314"/>
              <a:gd name="csY882" fmla="*/ 1212728 h 1215891"/>
              <a:gd name="csX883" fmla="*/ 1660210 w 1878314"/>
              <a:gd name="csY883" fmla="*/ 1212884 h 1215891"/>
              <a:gd name="csX884" fmla="*/ 1662092 w 1878314"/>
              <a:gd name="csY884" fmla="*/ 1213029 h 1215891"/>
              <a:gd name="csX885" fmla="*/ 1663965 w 1878314"/>
              <a:gd name="csY885" fmla="*/ 1213165 h 1215891"/>
              <a:gd name="csX886" fmla="*/ 1665847 w 1878314"/>
              <a:gd name="csY886" fmla="*/ 1213301 h 1215891"/>
              <a:gd name="csX887" fmla="*/ 1667729 w 1878314"/>
              <a:gd name="csY887" fmla="*/ 1213427 h 1215891"/>
              <a:gd name="csX888" fmla="*/ 1669611 w 1878314"/>
              <a:gd name="csY888" fmla="*/ 1213543 h 1215891"/>
              <a:gd name="csX889" fmla="*/ 1671494 w 1878314"/>
              <a:gd name="csY889" fmla="*/ 1213660 h 1215891"/>
              <a:gd name="csX890" fmla="*/ 1673366 w 1878314"/>
              <a:gd name="csY890" fmla="*/ 1213767 h 1215891"/>
              <a:gd name="csX891" fmla="*/ 1675248 w 1878314"/>
              <a:gd name="csY891" fmla="*/ 1213873 h 1215891"/>
              <a:gd name="csX892" fmla="*/ 1677131 w 1878314"/>
              <a:gd name="csY892" fmla="*/ 1213970 h 1215891"/>
              <a:gd name="csX893" fmla="*/ 1679013 w 1878314"/>
              <a:gd name="csY893" fmla="*/ 1214067 h 1215891"/>
              <a:gd name="csX894" fmla="*/ 1680895 w 1878314"/>
              <a:gd name="csY894" fmla="*/ 1214164 h 1215891"/>
              <a:gd name="csX895" fmla="*/ 1682767 w 1878314"/>
              <a:gd name="csY895" fmla="*/ 1214252 h 1215891"/>
              <a:gd name="csX896" fmla="*/ 1684650 w 1878314"/>
              <a:gd name="csY896" fmla="*/ 1214329 h 1215891"/>
              <a:gd name="csX897" fmla="*/ 1686532 w 1878314"/>
              <a:gd name="csY897" fmla="*/ 1214407 h 1215891"/>
              <a:gd name="csX898" fmla="*/ 1688414 w 1878314"/>
              <a:gd name="csY898" fmla="*/ 1214485 h 1215891"/>
              <a:gd name="csX899" fmla="*/ 1690296 w 1878314"/>
              <a:gd name="csY899" fmla="*/ 1214553 h 1215891"/>
              <a:gd name="csX900" fmla="*/ 1692169 w 1878314"/>
              <a:gd name="csY900" fmla="*/ 1214630 h 1215891"/>
              <a:gd name="csX901" fmla="*/ 1694051 w 1878314"/>
              <a:gd name="csY901" fmla="*/ 1214688 h 1215891"/>
              <a:gd name="csX902" fmla="*/ 1695933 w 1878314"/>
              <a:gd name="csY902" fmla="*/ 1214756 h 1215891"/>
              <a:gd name="csX903" fmla="*/ 1697815 w 1878314"/>
              <a:gd name="csY903" fmla="*/ 1214814 h 1215891"/>
              <a:gd name="csX904" fmla="*/ 1699688 w 1878314"/>
              <a:gd name="csY904" fmla="*/ 1214873 h 1215891"/>
              <a:gd name="csX905" fmla="*/ 1701570 w 1878314"/>
              <a:gd name="csY905" fmla="*/ 1214921 h 1215891"/>
              <a:gd name="csX906" fmla="*/ 1703452 w 1878314"/>
              <a:gd name="csY906" fmla="*/ 1214970 h 1215891"/>
              <a:gd name="csX907" fmla="*/ 1705334 w 1878314"/>
              <a:gd name="csY907" fmla="*/ 1215018 h 1215891"/>
              <a:gd name="csX908" fmla="*/ 1707217 w 1878314"/>
              <a:gd name="csY908" fmla="*/ 1215067 h 1215891"/>
              <a:gd name="csX909" fmla="*/ 1709089 w 1878314"/>
              <a:gd name="csY909" fmla="*/ 1215115 h 1215891"/>
              <a:gd name="csX910" fmla="*/ 1710971 w 1878314"/>
              <a:gd name="csY910" fmla="*/ 1215154 h 1215891"/>
              <a:gd name="csX911" fmla="*/ 1712854 w 1878314"/>
              <a:gd name="csY911" fmla="*/ 1215193 h 1215891"/>
              <a:gd name="csX912" fmla="*/ 1714736 w 1878314"/>
              <a:gd name="csY912" fmla="*/ 1215232 h 1215891"/>
              <a:gd name="csX913" fmla="*/ 1716618 w 1878314"/>
              <a:gd name="csY913" fmla="*/ 1215270 h 1215891"/>
              <a:gd name="csX914" fmla="*/ 1718491 w 1878314"/>
              <a:gd name="csY914" fmla="*/ 1215299 h 1215891"/>
              <a:gd name="csX915" fmla="*/ 1720373 w 1878314"/>
              <a:gd name="csY915" fmla="*/ 1215338 h 1215891"/>
              <a:gd name="csX916" fmla="*/ 1722255 w 1878314"/>
              <a:gd name="csY916" fmla="*/ 1215367 h 1215891"/>
              <a:gd name="csX917" fmla="*/ 1724137 w 1878314"/>
              <a:gd name="csY917" fmla="*/ 1215397 h 1215891"/>
              <a:gd name="csX918" fmla="*/ 1726020 w 1878314"/>
              <a:gd name="csY918" fmla="*/ 1215426 h 1215891"/>
              <a:gd name="csX919" fmla="*/ 1727892 w 1878314"/>
              <a:gd name="csY919" fmla="*/ 1215445 h 1215891"/>
              <a:gd name="csX920" fmla="*/ 1729774 w 1878314"/>
              <a:gd name="csY920" fmla="*/ 1215474 h 1215891"/>
              <a:gd name="csX921" fmla="*/ 1731657 w 1878314"/>
              <a:gd name="csY921" fmla="*/ 1215494 h 1215891"/>
              <a:gd name="csX922" fmla="*/ 1733539 w 1878314"/>
              <a:gd name="csY922" fmla="*/ 1215523 h 1215891"/>
              <a:gd name="csX923" fmla="*/ 1735421 w 1878314"/>
              <a:gd name="csY923" fmla="*/ 1215542 h 1215891"/>
              <a:gd name="csX924" fmla="*/ 1737294 w 1878314"/>
              <a:gd name="csY924" fmla="*/ 1215561 h 1215891"/>
              <a:gd name="csX925" fmla="*/ 1739176 w 1878314"/>
              <a:gd name="csY925" fmla="*/ 1215581 h 1215891"/>
              <a:gd name="csX926" fmla="*/ 1741058 w 1878314"/>
              <a:gd name="csY926" fmla="*/ 1215600 h 1215891"/>
              <a:gd name="csX927" fmla="*/ 1742940 w 1878314"/>
              <a:gd name="csY927" fmla="*/ 1215610 h 1215891"/>
              <a:gd name="csX928" fmla="*/ 1744813 w 1878314"/>
              <a:gd name="csY928" fmla="*/ 1215629 h 1215891"/>
              <a:gd name="csX929" fmla="*/ 1746695 w 1878314"/>
              <a:gd name="csY929" fmla="*/ 1215649 h 1215891"/>
              <a:gd name="csX930" fmla="*/ 1748577 w 1878314"/>
              <a:gd name="csY930" fmla="*/ 1215658 h 1215891"/>
              <a:gd name="csX931" fmla="*/ 1750459 w 1878314"/>
              <a:gd name="csY931" fmla="*/ 1215668 h 1215891"/>
              <a:gd name="csX932" fmla="*/ 1752342 w 1878314"/>
              <a:gd name="csY932" fmla="*/ 1215688 h 1215891"/>
              <a:gd name="csX933" fmla="*/ 1754214 w 1878314"/>
              <a:gd name="csY933" fmla="*/ 1215697 h 1215891"/>
              <a:gd name="csX934" fmla="*/ 1756096 w 1878314"/>
              <a:gd name="csY934" fmla="*/ 1215707 h 1215891"/>
              <a:gd name="csX935" fmla="*/ 1757978 w 1878314"/>
              <a:gd name="csY935" fmla="*/ 1215717 h 1215891"/>
              <a:gd name="csX936" fmla="*/ 1759861 w 1878314"/>
              <a:gd name="csY936" fmla="*/ 1215726 h 1215891"/>
              <a:gd name="csX937" fmla="*/ 1761743 w 1878314"/>
              <a:gd name="csY937" fmla="*/ 1215736 h 1215891"/>
              <a:gd name="csX938" fmla="*/ 1763615 w 1878314"/>
              <a:gd name="csY938" fmla="*/ 1215746 h 1215891"/>
              <a:gd name="csX939" fmla="*/ 1765498 w 1878314"/>
              <a:gd name="csY939" fmla="*/ 1215756 h 1215891"/>
              <a:gd name="csX940" fmla="*/ 1767380 w 1878314"/>
              <a:gd name="csY940" fmla="*/ 1215765 h 1215891"/>
              <a:gd name="csX941" fmla="*/ 1769262 w 1878314"/>
              <a:gd name="csY941" fmla="*/ 1215775 h 1215891"/>
              <a:gd name="csX942" fmla="*/ 1771144 w 1878314"/>
              <a:gd name="csY942" fmla="*/ 1215785 h 1215891"/>
              <a:gd name="csX943" fmla="*/ 1773017 w 1878314"/>
              <a:gd name="csY943" fmla="*/ 1215785 h 1215891"/>
              <a:gd name="csX944" fmla="*/ 1774899 w 1878314"/>
              <a:gd name="csY944" fmla="*/ 1215794 h 1215891"/>
              <a:gd name="csX945" fmla="*/ 1776781 w 1878314"/>
              <a:gd name="csY945" fmla="*/ 1215804 h 1215891"/>
              <a:gd name="csX946" fmla="*/ 1778663 w 1878314"/>
              <a:gd name="csY946" fmla="*/ 1215804 h 1215891"/>
              <a:gd name="csX947" fmla="*/ 1780546 w 1878314"/>
              <a:gd name="csY947" fmla="*/ 1215814 h 1215891"/>
              <a:gd name="csX948" fmla="*/ 1782418 w 1878314"/>
              <a:gd name="csY948" fmla="*/ 1215814 h 1215891"/>
              <a:gd name="csX949" fmla="*/ 1784300 w 1878314"/>
              <a:gd name="csY949" fmla="*/ 1215823 h 1215891"/>
              <a:gd name="csX950" fmla="*/ 1786183 w 1878314"/>
              <a:gd name="csY950" fmla="*/ 1215823 h 1215891"/>
              <a:gd name="csX951" fmla="*/ 1788065 w 1878314"/>
              <a:gd name="csY951" fmla="*/ 1215833 h 1215891"/>
              <a:gd name="csX952" fmla="*/ 1789937 w 1878314"/>
              <a:gd name="csY952" fmla="*/ 1215833 h 1215891"/>
              <a:gd name="csX953" fmla="*/ 1791820 w 1878314"/>
              <a:gd name="csY953" fmla="*/ 1215833 h 1215891"/>
              <a:gd name="csX954" fmla="*/ 1793702 w 1878314"/>
              <a:gd name="csY954" fmla="*/ 1215843 h 1215891"/>
              <a:gd name="csX955" fmla="*/ 1795584 w 1878314"/>
              <a:gd name="csY955" fmla="*/ 1215843 h 1215891"/>
              <a:gd name="csX956" fmla="*/ 1797466 w 1878314"/>
              <a:gd name="csY956" fmla="*/ 1215853 h 1215891"/>
              <a:gd name="csX957" fmla="*/ 1799339 w 1878314"/>
              <a:gd name="csY957" fmla="*/ 1215853 h 1215891"/>
              <a:gd name="csX958" fmla="*/ 1801221 w 1878314"/>
              <a:gd name="csY958" fmla="*/ 1215853 h 1215891"/>
              <a:gd name="csX959" fmla="*/ 1803103 w 1878314"/>
              <a:gd name="csY959" fmla="*/ 1215853 h 1215891"/>
              <a:gd name="csX960" fmla="*/ 1804985 w 1878314"/>
              <a:gd name="csY960" fmla="*/ 1215862 h 1215891"/>
              <a:gd name="csX961" fmla="*/ 1806868 w 1878314"/>
              <a:gd name="csY961" fmla="*/ 1215862 h 1215891"/>
              <a:gd name="csX962" fmla="*/ 1808740 w 1878314"/>
              <a:gd name="csY962" fmla="*/ 1215862 h 1215891"/>
              <a:gd name="csX963" fmla="*/ 1810622 w 1878314"/>
              <a:gd name="csY963" fmla="*/ 1215862 h 1215891"/>
              <a:gd name="csX964" fmla="*/ 1812505 w 1878314"/>
              <a:gd name="csY964" fmla="*/ 1215872 h 1215891"/>
              <a:gd name="csX965" fmla="*/ 1814387 w 1878314"/>
              <a:gd name="csY965" fmla="*/ 1215872 h 1215891"/>
              <a:gd name="csX966" fmla="*/ 1816269 w 1878314"/>
              <a:gd name="csY966" fmla="*/ 1215872 h 1215891"/>
              <a:gd name="csX967" fmla="*/ 1818141 w 1878314"/>
              <a:gd name="csY967" fmla="*/ 1215872 h 1215891"/>
              <a:gd name="csX968" fmla="*/ 1820024 w 1878314"/>
              <a:gd name="csY968" fmla="*/ 1215872 h 1215891"/>
              <a:gd name="csX969" fmla="*/ 1821906 w 1878314"/>
              <a:gd name="csY969" fmla="*/ 1215872 h 1215891"/>
              <a:gd name="csX970" fmla="*/ 1823788 w 1878314"/>
              <a:gd name="csY970" fmla="*/ 1215872 h 1215891"/>
              <a:gd name="csX971" fmla="*/ 1825670 w 1878314"/>
              <a:gd name="csY971" fmla="*/ 1215882 h 1215891"/>
              <a:gd name="csX972" fmla="*/ 1827543 w 1878314"/>
              <a:gd name="csY972" fmla="*/ 1215882 h 1215891"/>
              <a:gd name="csX973" fmla="*/ 1829425 w 1878314"/>
              <a:gd name="csY973" fmla="*/ 1215882 h 1215891"/>
              <a:gd name="csX974" fmla="*/ 1831307 w 1878314"/>
              <a:gd name="csY974" fmla="*/ 1215882 h 1215891"/>
              <a:gd name="csX975" fmla="*/ 1833189 w 1878314"/>
              <a:gd name="csY975" fmla="*/ 1215882 h 1215891"/>
              <a:gd name="csX976" fmla="*/ 1835062 w 1878314"/>
              <a:gd name="csY976" fmla="*/ 1215882 h 1215891"/>
              <a:gd name="csX977" fmla="*/ 1836944 w 1878314"/>
              <a:gd name="csY977" fmla="*/ 1215882 h 1215891"/>
              <a:gd name="csX978" fmla="*/ 1838826 w 1878314"/>
              <a:gd name="csY978" fmla="*/ 1215882 h 1215891"/>
              <a:gd name="csX979" fmla="*/ 1840709 w 1878314"/>
              <a:gd name="csY979" fmla="*/ 1215882 h 1215891"/>
              <a:gd name="csX980" fmla="*/ 1842591 w 1878314"/>
              <a:gd name="csY980" fmla="*/ 1215882 h 1215891"/>
              <a:gd name="csX981" fmla="*/ 1844463 w 1878314"/>
              <a:gd name="csY981" fmla="*/ 1215882 h 1215891"/>
              <a:gd name="csX982" fmla="*/ 1846346 w 1878314"/>
              <a:gd name="csY982" fmla="*/ 1215891 h 1215891"/>
              <a:gd name="csX983" fmla="*/ 1848228 w 1878314"/>
              <a:gd name="csY983" fmla="*/ 1215891 h 1215891"/>
              <a:gd name="csX984" fmla="*/ 1850110 w 1878314"/>
              <a:gd name="csY984" fmla="*/ 1215891 h 1215891"/>
              <a:gd name="csX985" fmla="*/ 1851992 w 1878314"/>
              <a:gd name="csY985" fmla="*/ 1215891 h 1215891"/>
              <a:gd name="csX986" fmla="*/ 1853865 w 1878314"/>
              <a:gd name="csY986" fmla="*/ 1215891 h 1215891"/>
              <a:gd name="csX987" fmla="*/ 1855747 w 1878314"/>
              <a:gd name="csY987" fmla="*/ 1215891 h 1215891"/>
              <a:gd name="csX988" fmla="*/ 1857629 w 1878314"/>
              <a:gd name="csY988" fmla="*/ 1215891 h 1215891"/>
              <a:gd name="csX989" fmla="*/ 1859511 w 1878314"/>
              <a:gd name="csY989" fmla="*/ 1215891 h 1215891"/>
              <a:gd name="csX990" fmla="*/ 1861394 w 1878314"/>
              <a:gd name="csY990" fmla="*/ 1215891 h 1215891"/>
              <a:gd name="csX991" fmla="*/ 1863266 w 1878314"/>
              <a:gd name="csY991" fmla="*/ 1215891 h 1215891"/>
              <a:gd name="csX992" fmla="*/ 1865148 w 1878314"/>
              <a:gd name="csY992" fmla="*/ 1215891 h 1215891"/>
              <a:gd name="csX993" fmla="*/ 1867031 w 1878314"/>
              <a:gd name="csY993" fmla="*/ 1215891 h 1215891"/>
              <a:gd name="csX994" fmla="*/ 1868913 w 1878314"/>
              <a:gd name="csY994" fmla="*/ 1215891 h 1215891"/>
              <a:gd name="csX995" fmla="*/ 1870795 w 1878314"/>
              <a:gd name="csY995" fmla="*/ 1215891 h 1215891"/>
              <a:gd name="csX996" fmla="*/ 1872668 w 1878314"/>
              <a:gd name="csY996" fmla="*/ 1215891 h 1215891"/>
              <a:gd name="csX997" fmla="*/ 1874550 w 1878314"/>
              <a:gd name="csY997" fmla="*/ 1215891 h 1215891"/>
              <a:gd name="csX998" fmla="*/ 1876432 w 1878314"/>
              <a:gd name="csY998" fmla="*/ 1215891 h 1215891"/>
              <a:gd name="csX999" fmla="*/ 1878314 w 1878314"/>
              <a:gd name="csY999" fmla="*/ 1215891 h 12158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15891">
                <a:moveTo>
                  <a:pt x="0" y="1215891"/>
                </a:moveTo>
                <a:lnTo>
                  <a:pt x="1879" y="1215891"/>
                </a:lnTo>
                <a:lnTo>
                  <a:pt x="3760" y="1215891"/>
                </a:lnTo>
                <a:lnTo>
                  <a:pt x="5640" y="1215891"/>
                </a:lnTo>
                <a:lnTo>
                  <a:pt x="7520" y="1215891"/>
                </a:lnTo>
                <a:lnTo>
                  <a:pt x="9400" y="1215891"/>
                </a:lnTo>
                <a:lnTo>
                  <a:pt x="11281" y="1215891"/>
                </a:lnTo>
                <a:lnTo>
                  <a:pt x="13161" y="1215891"/>
                </a:lnTo>
                <a:lnTo>
                  <a:pt x="15041" y="1215891"/>
                </a:lnTo>
                <a:lnTo>
                  <a:pt x="16922" y="1215891"/>
                </a:lnTo>
                <a:lnTo>
                  <a:pt x="18802" y="1215891"/>
                </a:lnTo>
                <a:lnTo>
                  <a:pt x="20682" y="1215891"/>
                </a:lnTo>
                <a:lnTo>
                  <a:pt x="22562" y="1215891"/>
                </a:lnTo>
                <a:lnTo>
                  <a:pt x="24442" y="1215891"/>
                </a:lnTo>
                <a:lnTo>
                  <a:pt x="26322" y="1215891"/>
                </a:lnTo>
                <a:lnTo>
                  <a:pt x="28202" y="1215891"/>
                </a:lnTo>
                <a:lnTo>
                  <a:pt x="30082" y="1215891"/>
                </a:lnTo>
                <a:lnTo>
                  <a:pt x="31963" y="1215891"/>
                </a:lnTo>
                <a:lnTo>
                  <a:pt x="33843" y="1215891"/>
                </a:lnTo>
                <a:lnTo>
                  <a:pt x="35723" y="1215891"/>
                </a:lnTo>
                <a:lnTo>
                  <a:pt x="37604" y="1215891"/>
                </a:lnTo>
                <a:lnTo>
                  <a:pt x="39484" y="1215891"/>
                </a:lnTo>
                <a:lnTo>
                  <a:pt x="41364" y="1215891"/>
                </a:lnTo>
                <a:lnTo>
                  <a:pt x="43244" y="1215891"/>
                </a:lnTo>
                <a:lnTo>
                  <a:pt x="45124" y="1215891"/>
                </a:lnTo>
                <a:lnTo>
                  <a:pt x="47004" y="1215891"/>
                </a:lnTo>
                <a:lnTo>
                  <a:pt x="48884" y="1215891"/>
                </a:lnTo>
                <a:lnTo>
                  <a:pt x="50765" y="1215891"/>
                </a:lnTo>
                <a:lnTo>
                  <a:pt x="52645" y="1215891"/>
                </a:lnTo>
                <a:lnTo>
                  <a:pt x="54525" y="1215891"/>
                </a:lnTo>
                <a:lnTo>
                  <a:pt x="56405" y="1215891"/>
                </a:lnTo>
                <a:lnTo>
                  <a:pt x="58286" y="1215891"/>
                </a:lnTo>
                <a:lnTo>
                  <a:pt x="60166" y="1215891"/>
                </a:lnTo>
                <a:lnTo>
                  <a:pt x="62046" y="1215891"/>
                </a:lnTo>
                <a:lnTo>
                  <a:pt x="63926" y="1215891"/>
                </a:lnTo>
                <a:lnTo>
                  <a:pt x="65807" y="1215891"/>
                </a:lnTo>
                <a:lnTo>
                  <a:pt x="67686" y="1215891"/>
                </a:lnTo>
                <a:lnTo>
                  <a:pt x="69566" y="1215891"/>
                </a:lnTo>
                <a:lnTo>
                  <a:pt x="71447" y="1215891"/>
                </a:lnTo>
                <a:lnTo>
                  <a:pt x="73327" y="1215891"/>
                </a:lnTo>
                <a:lnTo>
                  <a:pt x="75207" y="1215891"/>
                </a:lnTo>
                <a:lnTo>
                  <a:pt x="77087" y="1215891"/>
                </a:lnTo>
                <a:lnTo>
                  <a:pt x="78968" y="1215891"/>
                </a:lnTo>
                <a:lnTo>
                  <a:pt x="80848" y="1215891"/>
                </a:lnTo>
                <a:lnTo>
                  <a:pt x="82728" y="1215891"/>
                </a:lnTo>
                <a:lnTo>
                  <a:pt x="84609" y="1215891"/>
                </a:lnTo>
                <a:lnTo>
                  <a:pt x="86489" y="1215891"/>
                </a:lnTo>
                <a:lnTo>
                  <a:pt x="88368" y="1215891"/>
                </a:lnTo>
                <a:lnTo>
                  <a:pt x="90248" y="1215891"/>
                </a:lnTo>
                <a:lnTo>
                  <a:pt x="92129" y="1215891"/>
                </a:lnTo>
                <a:lnTo>
                  <a:pt x="94009" y="1215891"/>
                </a:lnTo>
                <a:lnTo>
                  <a:pt x="95889" y="1215891"/>
                </a:lnTo>
                <a:lnTo>
                  <a:pt x="97769" y="1215891"/>
                </a:lnTo>
                <a:lnTo>
                  <a:pt x="99650" y="1215891"/>
                </a:lnTo>
                <a:lnTo>
                  <a:pt x="101530" y="1215891"/>
                </a:lnTo>
                <a:lnTo>
                  <a:pt x="103410" y="1215891"/>
                </a:lnTo>
                <a:lnTo>
                  <a:pt x="105291" y="1215891"/>
                </a:lnTo>
                <a:lnTo>
                  <a:pt x="107171" y="1215891"/>
                </a:lnTo>
                <a:lnTo>
                  <a:pt x="109051" y="1215891"/>
                </a:lnTo>
                <a:lnTo>
                  <a:pt x="110930" y="1215891"/>
                </a:lnTo>
                <a:lnTo>
                  <a:pt x="112811" y="1215891"/>
                </a:lnTo>
                <a:lnTo>
                  <a:pt x="114691" y="1215891"/>
                </a:lnTo>
                <a:lnTo>
                  <a:pt x="116571" y="1215891"/>
                </a:lnTo>
                <a:lnTo>
                  <a:pt x="118452" y="1215891"/>
                </a:lnTo>
                <a:lnTo>
                  <a:pt x="120332" y="1215891"/>
                </a:lnTo>
                <a:lnTo>
                  <a:pt x="122212" y="1215891"/>
                </a:lnTo>
                <a:lnTo>
                  <a:pt x="124092" y="1215891"/>
                </a:lnTo>
                <a:lnTo>
                  <a:pt x="125973" y="1215891"/>
                </a:lnTo>
                <a:lnTo>
                  <a:pt x="127853" y="1215891"/>
                </a:lnTo>
                <a:lnTo>
                  <a:pt x="129733" y="1215891"/>
                </a:lnTo>
                <a:lnTo>
                  <a:pt x="131613" y="1215891"/>
                </a:lnTo>
                <a:lnTo>
                  <a:pt x="133493" y="1215891"/>
                </a:lnTo>
                <a:lnTo>
                  <a:pt x="135373" y="1215891"/>
                </a:lnTo>
                <a:lnTo>
                  <a:pt x="137253" y="1215891"/>
                </a:lnTo>
                <a:lnTo>
                  <a:pt x="139134" y="1215891"/>
                </a:lnTo>
                <a:lnTo>
                  <a:pt x="141014" y="1215891"/>
                </a:lnTo>
                <a:lnTo>
                  <a:pt x="142894" y="1215891"/>
                </a:lnTo>
                <a:lnTo>
                  <a:pt x="144774" y="1215891"/>
                </a:lnTo>
                <a:lnTo>
                  <a:pt x="146655" y="1215891"/>
                </a:lnTo>
                <a:lnTo>
                  <a:pt x="148535" y="1215891"/>
                </a:lnTo>
                <a:lnTo>
                  <a:pt x="150415" y="1215891"/>
                </a:lnTo>
                <a:lnTo>
                  <a:pt x="152296" y="1215891"/>
                </a:lnTo>
                <a:lnTo>
                  <a:pt x="154175" y="1215891"/>
                </a:lnTo>
                <a:lnTo>
                  <a:pt x="156055" y="1215891"/>
                </a:lnTo>
                <a:lnTo>
                  <a:pt x="157935" y="1215891"/>
                </a:lnTo>
                <a:lnTo>
                  <a:pt x="159816" y="1215891"/>
                </a:lnTo>
                <a:lnTo>
                  <a:pt x="161696" y="1215891"/>
                </a:lnTo>
                <a:lnTo>
                  <a:pt x="163576" y="1215891"/>
                </a:lnTo>
                <a:lnTo>
                  <a:pt x="165457" y="1215891"/>
                </a:lnTo>
                <a:lnTo>
                  <a:pt x="167337" y="1215891"/>
                </a:lnTo>
                <a:lnTo>
                  <a:pt x="169217" y="1215891"/>
                </a:lnTo>
                <a:lnTo>
                  <a:pt x="171097" y="1215891"/>
                </a:lnTo>
                <a:lnTo>
                  <a:pt x="172978" y="1215891"/>
                </a:lnTo>
                <a:lnTo>
                  <a:pt x="174857" y="1215891"/>
                </a:lnTo>
                <a:lnTo>
                  <a:pt x="176737" y="1215891"/>
                </a:lnTo>
                <a:lnTo>
                  <a:pt x="178617" y="1215891"/>
                </a:lnTo>
                <a:lnTo>
                  <a:pt x="180498" y="1215891"/>
                </a:lnTo>
                <a:lnTo>
                  <a:pt x="182378" y="1215891"/>
                </a:lnTo>
                <a:lnTo>
                  <a:pt x="184258" y="1215891"/>
                </a:lnTo>
                <a:lnTo>
                  <a:pt x="186139" y="1215891"/>
                </a:lnTo>
                <a:lnTo>
                  <a:pt x="188019" y="1215891"/>
                </a:lnTo>
                <a:lnTo>
                  <a:pt x="189899" y="1215891"/>
                </a:lnTo>
                <a:lnTo>
                  <a:pt x="191779" y="1215891"/>
                </a:lnTo>
                <a:lnTo>
                  <a:pt x="193660" y="1215891"/>
                </a:lnTo>
                <a:lnTo>
                  <a:pt x="195540" y="1215891"/>
                </a:lnTo>
                <a:lnTo>
                  <a:pt x="197419" y="1215891"/>
                </a:lnTo>
                <a:lnTo>
                  <a:pt x="199300" y="1215891"/>
                </a:lnTo>
                <a:lnTo>
                  <a:pt x="201180" y="1215891"/>
                </a:lnTo>
                <a:lnTo>
                  <a:pt x="203060" y="1215891"/>
                </a:lnTo>
                <a:lnTo>
                  <a:pt x="204940" y="1215891"/>
                </a:lnTo>
                <a:lnTo>
                  <a:pt x="206821" y="1215891"/>
                </a:lnTo>
                <a:lnTo>
                  <a:pt x="208701" y="1215891"/>
                </a:lnTo>
                <a:lnTo>
                  <a:pt x="210581" y="1215891"/>
                </a:lnTo>
                <a:lnTo>
                  <a:pt x="212461" y="1215891"/>
                </a:lnTo>
                <a:lnTo>
                  <a:pt x="214342" y="1215891"/>
                </a:lnTo>
                <a:lnTo>
                  <a:pt x="216222" y="1215891"/>
                </a:lnTo>
                <a:lnTo>
                  <a:pt x="218101" y="1215891"/>
                </a:lnTo>
                <a:lnTo>
                  <a:pt x="219982" y="1215891"/>
                </a:lnTo>
                <a:lnTo>
                  <a:pt x="221862" y="1215891"/>
                </a:lnTo>
                <a:lnTo>
                  <a:pt x="223742" y="1215891"/>
                </a:lnTo>
                <a:lnTo>
                  <a:pt x="225622" y="1215891"/>
                </a:lnTo>
                <a:lnTo>
                  <a:pt x="227503" y="1215891"/>
                </a:lnTo>
                <a:lnTo>
                  <a:pt x="229383" y="1215891"/>
                </a:lnTo>
                <a:lnTo>
                  <a:pt x="231263" y="1215891"/>
                </a:lnTo>
                <a:lnTo>
                  <a:pt x="233144" y="1215891"/>
                </a:lnTo>
                <a:lnTo>
                  <a:pt x="235024" y="1215891"/>
                </a:lnTo>
                <a:lnTo>
                  <a:pt x="236904" y="1215891"/>
                </a:lnTo>
                <a:lnTo>
                  <a:pt x="238784" y="1215891"/>
                </a:lnTo>
                <a:lnTo>
                  <a:pt x="240664" y="1215891"/>
                </a:lnTo>
                <a:lnTo>
                  <a:pt x="242544" y="1215891"/>
                </a:lnTo>
                <a:lnTo>
                  <a:pt x="244424" y="1215891"/>
                </a:lnTo>
                <a:lnTo>
                  <a:pt x="246305" y="1215891"/>
                </a:lnTo>
                <a:lnTo>
                  <a:pt x="248185" y="1215891"/>
                </a:lnTo>
                <a:lnTo>
                  <a:pt x="250065" y="1215891"/>
                </a:lnTo>
                <a:lnTo>
                  <a:pt x="251945" y="1215891"/>
                </a:lnTo>
                <a:lnTo>
                  <a:pt x="253826" y="1215891"/>
                </a:lnTo>
                <a:lnTo>
                  <a:pt x="255706" y="1215891"/>
                </a:lnTo>
                <a:lnTo>
                  <a:pt x="257586" y="1215891"/>
                </a:lnTo>
                <a:lnTo>
                  <a:pt x="259466" y="1215891"/>
                </a:lnTo>
                <a:lnTo>
                  <a:pt x="261346" y="1215891"/>
                </a:lnTo>
                <a:lnTo>
                  <a:pt x="263226" y="1215891"/>
                </a:lnTo>
                <a:lnTo>
                  <a:pt x="265106" y="1215891"/>
                </a:lnTo>
                <a:lnTo>
                  <a:pt x="266987" y="1215891"/>
                </a:lnTo>
                <a:lnTo>
                  <a:pt x="268867" y="1215891"/>
                </a:lnTo>
                <a:lnTo>
                  <a:pt x="270747" y="1215891"/>
                </a:lnTo>
                <a:lnTo>
                  <a:pt x="272627" y="1215891"/>
                </a:lnTo>
                <a:lnTo>
                  <a:pt x="274508" y="1215891"/>
                </a:lnTo>
                <a:lnTo>
                  <a:pt x="276388" y="1215891"/>
                </a:lnTo>
                <a:lnTo>
                  <a:pt x="278268" y="1215891"/>
                </a:lnTo>
                <a:lnTo>
                  <a:pt x="280148" y="1215891"/>
                </a:lnTo>
                <a:lnTo>
                  <a:pt x="282029" y="1215891"/>
                </a:lnTo>
                <a:lnTo>
                  <a:pt x="283908" y="1215891"/>
                </a:lnTo>
                <a:lnTo>
                  <a:pt x="285788" y="1215891"/>
                </a:lnTo>
                <a:lnTo>
                  <a:pt x="287669" y="1215891"/>
                </a:lnTo>
                <a:lnTo>
                  <a:pt x="289549" y="1215891"/>
                </a:lnTo>
                <a:lnTo>
                  <a:pt x="291429" y="1215891"/>
                </a:lnTo>
                <a:lnTo>
                  <a:pt x="293309" y="1215891"/>
                </a:lnTo>
                <a:lnTo>
                  <a:pt x="295190" y="1215891"/>
                </a:lnTo>
                <a:lnTo>
                  <a:pt x="297070" y="1215891"/>
                </a:lnTo>
                <a:lnTo>
                  <a:pt x="298950" y="1215891"/>
                </a:lnTo>
                <a:lnTo>
                  <a:pt x="300831" y="1215891"/>
                </a:lnTo>
                <a:lnTo>
                  <a:pt x="302711" y="1215891"/>
                </a:lnTo>
                <a:lnTo>
                  <a:pt x="304590" y="1215891"/>
                </a:lnTo>
                <a:lnTo>
                  <a:pt x="306470" y="1215891"/>
                </a:lnTo>
                <a:lnTo>
                  <a:pt x="308351" y="1215891"/>
                </a:lnTo>
                <a:lnTo>
                  <a:pt x="310231" y="1215891"/>
                </a:lnTo>
                <a:lnTo>
                  <a:pt x="312111" y="1215891"/>
                </a:lnTo>
                <a:lnTo>
                  <a:pt x="313992" y="1215891"/>
                </a:lnTo>
                <a:lnTo>
                  <a:pt x="315872" y="1215891"/>
                </a:lnTo>
                <a:lnTo>
                  <a:pt x="317752" y="1215891"/>
                </a:lnTo>
                <a:lnTo>
                  <a:pt x="319632" y="1215891"/>
                </a:lnTo>
                <a:lnTo>
                  <a:pt x="321513" y="1215891"/>
                </a:lnTo>
                <a:lnTo>
                  <a:pt x="323393" y="1215891"/>
                </a:lnTo>
                <a:lnTo>
                  <a:pt x="325273" y="1215891"/>
                </a:lnTo>
                <a:lnTo>
                  <a:pt x="327153" y="1215891"/>
                </a:lnTo>
                <a:lnTo>
                  <a:pt x="329033" y="1215891"/>
                </a:lnTo>
                <a:lnTo>
                  <a:pt x="330913" y="1215891"/>
                </a:lnTo>
                <a:lnTo>
                  <a:pt x="332793" y="1215891"/>
                </a:lnTo>
                <a:lnTo>
                  <a:pt x="334674" y="1215891"/>
                </a:lnTo>
                <a:lnTo>
                  <a:pt x="336554" y="1215891"/>
                </a:lnTo>
                <a:lnTo>
                  <a:pt x="338434" y="1215891"/>
                </a:lnTo>
                <a:lnTo>
                  <a:pt x="340314" y="1215891"/>
                </a:lnTo>
                <a:lnTo>
                  <a:pt x="342195" y="1215891"/>
                </a:lnTo>
                <a:lnTo>
                  <a:pt x="344075" y="1215891"/>
                </a:lnTo>
                <a:lnTo>
                  <a:pt x="345955" y="1215891"/>
                </a:lnTo>
                <a:lnTo>
                  <a:pt x="347835" y="1215891"/>
                </a:lnTo>
                <a:lnTo>
                  <a:pt x="349715" y="1215891"/>
                </a:lnTo>
                <a:lnTo>
                  <a:pt x="351595" y="1215891"/>
                </a:lnTo>
                <a:lnTo>
                  <a:pt x="353475" y="1215891"/>
                </a:lnTo>
                <a:lnTo>
                  <a:pt x="355356" y="1215891"/>
                </a:lnTo>
                <a:lnTo>
                  <a:pt x="357236" y="1215891"/>
                </a:lnTo>
                <a:lnTo>
                  <a:pt x="359116" y="1215891"/>
                </a:lnTo>
                <a:lnTo>
                  <a:pt x="360996" y="1215891"/>
                </a:lnTo>
                <a:lnTo>
                  <a:pt x="362877" y="1215891"/>
                </a:lnTo>
                <a:lnTo>
                  <a:pt x="364757" y="1215891"/>
                </a:lnTo>
                <a:lnTo>
                  <a:pt x="366637" y="1215891"/>
                </a:lnTo>
                <a:lnTo>
                  <a:pt x="368518" y="1215891"/>
                </a:lnTo>
                <a:lnTo>
                  <a:pt x="370397" y="1215891"/>
                </a:lnTo>
                <a:lnTo>
                  <a:pt x="372277" y="1215891"/>
                </a:lnTo>
                <a:lnTo>
                  <a:pt x="374157" y="1215891"/>
                </a:lnTo>
                <a:lnTo>
                  <a:pt x="376038" y="1215891"/>
                </a:lnTo>
                <a:lnTo>
                  <a:pt x="377918" y="1215891"/>
                </a:lnTo>
                <a:lnTo>
                  <a:pt x="379798" y="1215891"/>
                </a:lnTo>
                <a:lnTo>
                  <a:pt x="381679" y="1215891"/>
                </a:lnTo>
                <a:lnTo>
                  <a:pt x="383559" y="1215891"/>
                </a:lnTo>
                <a:lnTo>
                  <a:pt x="385439" y="1215891"/>
                </a:lnTo>
                <a:lnTo>
                  <a:pt x="387319" y="1215891"/>
                </a:lnTo>
                <a:lnTo>
                  <a:pt x="389200" y="1215891"/>
                </a:lnTo>
                <a:lnTo>
                  <a:pt x="391079" y="1215891"/>
                </a:lnTo>
                <a:lnTo>
                  <a:pt x="392959" y="1215891"/>
                </a:lnTo>
                <a:lnTo>
                  <a:pt x="394840" y="1215891"/>
                </a:lnTo>
                <a:lnTo>
                  <a:pt x="396720" y="1215891"/>
                </a:lnTo>
                <a:lnTo>
                  <a:pt x="398600" y="1215891"/>
                </a:lnTo>
                <a:lnTo>
                  <a:pt x="400480" y="1215891"/>
                </a:lnTo>
                <a:lnTo>
                  <a:pt x="402361" y="1215891"/>
                </a:lnTo>
                <a:lnTo>
                  <a:pt x="404241" y="1215891"/>
                </a:lnTo>
                <a:lnTo>
                  <a:pt x="406121" y="1215891"/>
                </a:lnTo>
                <a:lnTo>
                  <a:pt x="408001" y="1215891"/>
                </a:lnTo>
                <a:lnTo>
                  <a:pt x="409882" y="1215891"/>
                </a:lnTo>
                <a:lnTo>
                  <a:pt x="411762" y="1215891"/>
                </a:lnTo>
                <a:lnTo>
                  <a:pt x="413641" y="1215891"/>
                </a:lnTo>
                <a:lnTo>
                  <a:pt x="415522" y="1215891"/>
                </a:lnTo>
                <a:lnTo>
                  <a:pt x="417402" y="1215891"/>
                </a:lnTo>
                <a:lnTo>
                  <a:pt x="419282" y="1215891"/>
                </a:lnTo>
                <a:lnTo>
                  <a:pt x="421162" y="1215891"/>
                </a:lnTo>
                <a:lnTo>
                  <a:pt x="423043" y="1215891"/>
                </a:lnTo>
                <a:lnTo>
                  <a:pt x="424923" y="1215891"/>
                </a:lnTo>
                <a:lnTo>
                  <a:pt x="426803" y="1215891"/>
                </a:lnTo>
                <a:lnTo>
                  <a:pt x="428684" y="1215891"/>
                </a:lnTo>
                <a:lnTo>
                  <a:pt x="430564" y="1215891"/>
                </a:lnTo>
                <a:lnTo>
                  <a:pt x="432444" y="1215891"/>
                </a:lnTo>
                <a:lnTo>
                  <a:pt x="434323" y="1215891"/>
                </a:lnTo>
                <a:lnTo>
                  <a:pt x="436204" y="1215891"/>
                </a:lnTo>
                <a:lnTo>
                  <a:pt x="438084" y="1215891"/>
                </a:lnTo>
                <a:lnTo>
                  <a:pt x="439964" y="1215891"/>
                </a:lnTo>
                <a:lnTo>
                  <a:pt x="441844" y="1215891"/>
                </a:lnTo>
                <a:lnTo>
                  <a:pt x="443725" y="1215891"/>
                </a:lnTo>
                <a:lnTo>
                  <a:pt x="445605" y="1215891"/>
                </a:lnTo>
                <a:lnTo>
                  <a:pt x="447485" y="1215891"/>
                </a:lnTo>
                <a:lnTo>
                  <a:pt x="449366" y="1215891"/>
                </a:lnTo>
                <a:lnTo>
                  <a:pt x="451246" y="1215891"/>
                </a:lnTo>
                <a:lnTo>
                  <a:pt x="453126" y="1215891"/>
                </a:lnTo>
                <a:lnTo>
                  <a:pt x="455006" y="1215891"/>
                </a:lnTo>
                <a:lnTo>
                  <a:pt x="456886" y="1215891"/>
                </a:lnTo>
                <a:lnTo>
                  <a:pt x="458766" y="1215891"/>
                </a:lnTo>
                <a:lnTo>
                  <a:pt x="460646" y="1215891"/>
                </a:lnTo>
                <a:lnTo>
                  <a:pt x="462527" y="1215891"/>
                </a:lnTo>
                <a:lnTo>
                  <a:pt x="464407" y="1215891"/>
                </a:lnTo>
                <a:lnTo>
                  <a:pt x="466287" y="1215891"/>
                </a:lnTo>
                <a:lnTo>
                  <a:pt x="468167" y="1215891"/>
                </a:lnTo>
                <a:lnTo>
                  <a:pt x="470048" y="1215891"/>
                </a:lnTo>
                <a:lnTo>
                  <a:pt x="471928" y="1215891"/>
                </a:lnTo>
                <a:lnTo>
                  <a:pt x="473808" y="1215891"/>
                </a:lnTo>
                <a:lnTo>
                  <a:pt x="475688" y="1215891"/>
                </a:lnTo>
                <a:lnTo>
                  <a:pt x="477568" y="1215891"/>
                </a:lnTo>
                <a:lnTo>
                  <a:pt x="479448" y="1215891"/>
                </a:lnTo>
                <a:lnTo>
                  <a:pt x="481328" y="1215891"/>
                </a:lnTo>
                <a:lnTo>
                  <a:pt x="483209" y="1215891"/>
                </a:lnTo>
                <a:lnTo>
                  <a:pt x="485089" y="1215891"/>
                </a:lnTo>
                <a:lnTo>
                  <a:pt x="486969" y="1215891"/>
                </a:lnTo>
                <a:lnTo>
                  <a:pt x="488849" y="1215891"/>
                </a:lnTo>
                <a:lnTo>
                  <a:pt x="490730" y="1215891"/>
                </a:lnTo>
                <a:lnTo>
                  <a:pt x="492610" y="1215891"/>
                </a:lnTo>
                <a:lnTo>
                  <a:pt x="494490" y="1215891"/>
                </a:lnTo>
                <a:lnTo>
                  <a:pt x="496371" y="1215891"/>
                </a:lnTo>
                <a:lnTo>
                  <a:pt x="498251" y="1215891"/>
                </a:lnTo>
                <a:lnTo>
                  <a:pt x="500130" y="1215891"/>
                </a:lnTo>
                <a:lnTo>
                  <a:pt x="502010" y="1215891"/>
                </a:lnTo>
                <a:lnTo>
                  <a:pt x="503891" y="1215891"/>
                </a:lnTo>
                <a:lnTo>
                  <a:pt x="505771" y="1215891"/>
                </a:lnTo>
                <a:lnTo>
                  <a:pt x="507651" y="1215891"/>
                </a:lnTo>
                <a:lnTo>
                  <a:pt x="509531" y="1215891"/>
                </a:lnTo>
                <a:lnTo>
                  <a:pt x="511412" y="1215891"/>
                </a:lnTo>
                <a:lnTo>
                  <a:pt x="513292" y="1215891"/>
                </a:lnTo>
                <a:lnTo>
                  <a:pt x="515172" y="1215891"/>
                </a:lnTo>
                <a:lnTo>
                  <a:pt x="517053" y="1215891"/>
                </a:lnTo>
                <a:lnTo>
                  <a:pt x="518933" y="1215891"/>
                </a:lnTo>
                <a:lnTo>
                  <a:pt x="520812" y="1215891"/>
                </a:lnTo>
                <a:lnTo>
                  <a:pt x="522692" y="1215891"/>
                </a:lnTo>
                <a:lnTo>
                  <a:pt x="524573" y="1215891"/>
                </a:lnTo>
                <a:lnTo>
                  <a:pt x="526453" y="1215891"/>
                </a:lnTo>
                <a:lnTo>
                  <a:pt x="528333" y="1215891"/>
                </a:lnTo>
                <a:lnTo>
                  <a:pt x="530214" y="1215891"/>
                </a:lnTo>
                <a:lnTo>
                  <a:pt x="532094" y="1215891"/>
                </a:lnTo>
                <a:lnTo>
                  <a:pt x="533974" y="1215891"/>
                </a:lnTo>
                <a:lnTo>
                  <a:pt x="535854" y="1215891"/>
                </a:lnTo>
                <a:lnTo>
                  <a:pt x="537735" y="1215891"/>
                </a:lnTo>
                <a:lnTo>
                  <a:pt x="539615" y="1215891"/>
                </a:lnTo>
                <a:lnTo>
                  <a:pt x="541495" y="1215891"/>
                </a:lnTo>
                <a:lnTo>
                  <a:pt x="543375" y="1215891"/>
                </a:lnTo>
                <a:lnTo>
                  <a:pt x="545255" y="1215891"/>
                </a:lnTo>
                <a:lnTo>
                  <a:pt x="547135" y="1215891"/>
                </a:lnTo>
                <a:lnTo>
                  <a:pt x="549015" y="1215891"/>
                </a:lnTo>
                <a:lnTo>
                  <a:pt x="550896" y="1215891"/>
                </a:lnTo>
                <a:lnTo>
                  <a:pt x="552776" y="1215891"/>
                </a:lnTo>
                <a:lnTo>
                  <a:pt x="554656" y="1215891"/>
                </a:lnTo>
                <a:lnTo>
                  <a:pt x="556536" y="1215891"/>
                </a:lnTo>
                <a:lnTo>
                  <a:pt x="558417" y="1215891"/>
                </a:lnTo>
                <a:lnTo>
                  <a:pt x="560297" y="1215891"/>
                </a:lnTo>
                <a:lnTo>
                  <a:pt x="562177" y="1215891"/>
                </a:lnTo>
                <a:lnTo>
                  <a:pt x="564057" y="1215891"/>
                </a:lnTo>
                <a:lnTo>
                  <a:pt x="565937" y="1215891"/>
                </a:lnTo>
                <a:lnTo>
                  <a:pt x="567817" y="1215891"/>
                </a:lnTo>
                <a:lnTo>
                  <a:pt x="569697" y="1215891"/>
                </a:lnTo>
                <a:lnTo>
                  <a:pt x="571578" y="1215891"/>
                </a:lnTo>
                <a:lnTo>
                  <a:pt x="573458" y="1215891"/>
                </a:lnTo>
                <a:lnTo>
                  <a:pt x="575338" y="1215891"/>
                </a:lnTo>
                <a:lnTo>
                  <a:pt x="577219" y="1215891"/>
                </a:lnTo>
                <a:lnTo>
                  <a:pt x="579099" y="1215891"/>
                </a:lnTo>
                <a:lnTo>
                  <a:pt x="580979" y="1215891"/>
                </a:lnTo>
                <a:lnTo>
                  <a:pt x="582859" y="1215891"/>
                </a:lnTo>
                <a:lnTo>
                  <a:pt x="584740" y="1215891"/>
                </a:lnTo>
                <a:lnTo>
                  <a:pt x="586619" y="1215891"/>
                </a:lnTo>
                <a:lnTo>
                  <a:pt x="588499" y="1215891"/>
                </a:lnTo>
                <a:lnTo>
                  <a:pt x="590379" y="1215891"/>
                </a:lnTo>
                <a:lnTo>
                  <a:pt x="592260" y="1215891"/>
                </a:lnTo>
                <a:lnTo>
                  <a:pt x="594140" y="1215891"/>
                </a:lnTo>
                <a:lnTo>
                  <a:pt x="596020" y="1215891"/>
                </a:lnTo>
                <a:lnTo>
                  <a:pt x="597901" y="1215891"/>
                </a:lnTo>
                <a:lnTo>
                  <a:pt x="599781" y="1215891"/>
                </a:lnTo>
                <a:lnTo>
                  <a:pt x="601661" y="1215891"/>
                </a:lnTo>
                <a:lnTo>
                  <a:pt x="603541" y="1215891"/>
                </a:lnTo>
                <a:lnTo>
                  <a:pt x="605422" y="1215891"/>
                </a:lnTo>
                <a:lnTo>
                  <a:pt x="607301" y="1215891"/>
                </a:lnTo>
                <a:lnTo>
                  <a:pt x="609181" y="1215891"/>
                </a:lnTo>
                <a:lnTo>
                  <a:pt x="611062" y="1215891"/>
                </a:lnTo>
                <a:lnTo>
                  <a:pt x="612942" y="1215891"/>
                </a:lnTo>
                <a:lnTo>
                  <a:pt x="614822" y="1215891"/>
                </a:lnTo>
                <a:lnTo>
                  <a:pt x="616702" y="1215891"/>
                </a:lnTo>
                <a:lnTo>
                  <a:pt x="618583" y="1215891"/>
                </a:lnTo>
                <a:lnTo>
                  <a:pt x="620463" y="1215891"/>
                </a:lnTo>
                <a:lnTo>
                  <a:pt x="622342" y="1215891"/>
                </a:lnTo>
                <a:lnTo>
                  <a:pt x="624224" y="1215891"/>
                </a:lnTo>
                <a:lnTo>
                  <a:pt x="626107" y="1215891"/>
                </a:lnTo>
                <a:lnTo>
                  <a:pt x="627979" y="1215891"/>
                </a:lnTo>
                <a:lnTo>
                  <a:pt x="629861" y="1215891"/>
                </a:lnTo>
                <a:lnTo>
                  <a:pt x="631744" y="1215891"/>
                </a:lnTo>
                <a:lnTo>
                  <a:pt x="633626" y="1215891"/>
                </a:lnTo>
                <a:lnTo>
                  <a:pt x="635508" y="1215891"/>
                </a:lnTo>
                <a:lnTo>
                  <a:pt x="637381" y="1215891"/>
                </a:lnTo>
                <a:lnTo>
                  <a:pt x="639263" y="1215891"/>
                </a:lnTo>
                <a:lnTo>
                  <a:pt x="641145" y="1215891"/>
                </a:lnTo>
                <a:lnTo>
                  <a:pt x="643027" y="1215891"/>
                </a:lnTo>
                <a:lnTo>
                  <a:pt x="644909" y="1215891"/>
                </a:lnTo>
                <a:lnTo>
                  <a:pt x="646782" y="1215891"/>
                </a:lnTo>
                <a:lnTo>
                  <a:pt x="648664" y="1215891"/>
                </a:lnTo>
                <a:lnTo>
                  <a:pt x="650546" y="1215891"/>
                </a:lnTo>
                <a:lnTo>
                  <a:pt x="652429" y="1215891"/>
                </a:lnTo>
                <a:lnTo>
                  <a:pt x="654311" y="1215891"/>
                </a:lnTo>
                <a:lnTo>
                  <a:pt x="656183" y="1215891"/>
                </a:lnTo>
                <a:lnTo>
                  <a:pt x="658066" y="1215891"/>
                </a:lnTo>
                <a:lnTo>
                  <a:pt x="659948" y="1215891"/>
                </a:lnTo>
                <a:lnTo>
                  <a:pt x="661830" y="1215891"/>
                </a:lnTo>
                <a:lnTo>
                  <a:pt x="663703" y="1215891"/>
                </a:lnTo>
                <a:lnTo>
                  <a:pt x="665585" y="1215891"/>
                </a:lnTo>
                <a:lnTo>
                  <a:pt x="667467" y="1215891"/>
                </a:lnTo>
                <a:lnTo>
                  <a:pt x="669349" y="1215891"/>
                </a:lnTo>
                <a:lnTo>
                  <a:pt x="671231" y="1215891"/>
                </a:lnTo>
                <a:lnTo>
                  <a:pt x="673104" y="1215891"/>
                </a:lnTo>
                <a:lnTo>
                  <a:pt x="674986" y="1215891"/>
                </a:lnTo>
                <a:lnTo>
                  <a:pt x="676868" y="1215891"/>
                </a:lnTo>
                <a:lnTo>
                  <a:pt x="678751" y="1215891"/>
                </a:lnTo>
                <a:lnTo>
                  <a:pt x="680633" y="1215891"/>
                </a:lnTo>
                <a:lnTo>
                  <a:pt x="682505" y="1215891"/>
                </a:lnTo>
                <a:lnTo>
                  <a:pt x="684387" y="1215891"/>
                </a:lnTo>
                <a:lnTo>
                  <a:pt x="686270" y="1215891"/>
                </a:lnTo>
                <a:lnTo>
                  <a:pt x="688152" y="1215891"/>
                </a:lnTo>
                <a:lnTo>
                  <a:pt x="690034" y="1215891"/>
                </a:lnTo>
                <a:lnTo>
                  <a:pt x="691907" y="1215891"/>
                </a:lnTo>
                <a:lnTo>
                  <a:pt x="693789" y="1215891"/>
                </a:lnTo>
                <a:lnTo>
                  <a:pt x="695671" y="1215891"/>
                </a:lnTo>
                <a:lnTo>
                  <a:pt x="697553" y="1215891"/>
                </a:lnTo>
                <a:lnTo>
                  <a:pt x="699435" y="1215891"/>
                </a:lnTo>
                <a:lnTo>
                  <a:pt x="701308" y="1215891"/>
                </a:lnTo>
                <a:lnTo>
                  <a:pt x="703190" y="1215891"/>
                </a:lnTo>
                <a:lnTo>
                  <a:pt x="705072" y="1215891"/>
                </a:lnTo>
                <a:lnTo>
                  <a:pt x="706955" y="1215891"/>
                </a:lnTo>
                <a:lnTo>
                  <a:pt x="708827" y="1215891"/>
                </a:lnTo>
                <a:lnTo>
                  <a:pt x="710709" y="1215891"/>
                </a:lnTo>
                <a:lnTo>
                  <a:pt x="712592" y="1215891"/>
                </a:lnTo>
                <a:lnTo>
                  <a:pt x="714474" y="1215891"/>
                </a:lnTo>
                <a:lnTo>
                  <a:pt x="716356" y="1215891"/>
                </a:lnTo>
                <a:lnTo>
                  <a:pt x="718229" y="1215891"/>
                </a:lnTo>
                <a:lnTo>
                  <a:pt x="720111" y="1215891"/>
                </a:lnTo>
                <a:lnTo>
                  <a:pt x="721993" y="1215891"/>
                </a:lnTo>
                <a:lnTo>
                  <a:pt x="723875" y="1215891"/>
                </a:lnTo>
                <a:lnTo>
                  <a:pt x="725757" y="1215891"/>
                </a:lnTo>
                <a:lnTo>
                  <a:pt x="727630" y="1215891"/>
                </a:lnTo>
                <a:lnTo>
                  <a:pt x="729512" y="1215891"/>
                </a:lnTo>
                <a:lnTo>
                  <a:pt x="731394" y="1215891"/>
                </a:lnTo>
                <a:lnTo>
                  <a:pt x="733277" y="1215891"/>
                </a:lnTo>
                <a:lnTo>
                  <a:pt x="735159" y="1215891"/>
                </a:lnTo>
                <a:lnTo>
                  <a:pt x="737031" y="1215891"/>
                </a:lnTo>
                <a:lnTo>
                  <a:pt x="738914" y="1215891"/>
                </a:lnTo>
                <a:lnTo>
                  <a:pt x="740796" y="1215891"/>
                </a:lnTo>
                <a:lnTo>
                  <a:pt x="742678" y="1215891"/>
                </a:lnTo>
                <a:lnTo>
                  <a:pt x="744560" y="1215891"/>
                </a:lnTo>
                <a:lnTo>
                  <a:pt x="746433" y="1215891"/>
                </a:lnTo>
                <a:lnTo>
                  <a:pt x="748315" y="1215891"/>
                </a:lnTo>
                <a:lnTo>
                  <a:pt x="750197" y="1215891"/>
                </a:lnTo>
                <a:lnTo>
                  <a:pt x="752079" y="1215891"/>
                </a:lnTo>
                <a:lnTo>
                  <a:pt x="753952" y="1215891"/>
                </a:lnTo>
                <a:lnTo>
                  <a:pt x="755834" y="1215891"/>
                </a:lnTo>
                <a:lnTo>
                  <a:pt x="757716" y="1215891"/>
                </a:lnTo>
                <a:lnTo>
                  <a:pt x="759598" y="1215891"/>
                </a:lnTo>
                <a:lnTo>
                  <a:pt x="761481" y="1215891"/>
                </a:lnTo>
                <a:lnTo>
                  <a:pt x="763353" y="1215891"/>
                </a:lnTo>
                <a:lnTo>
                  <a:pt x="765235" y="1215891"/>
                </a:lnTo>
                <a:lnTo>
                  <a:pt x="767118" y="1215891"/>
                </a:lnTo>
                <a:lnTo>
                  <a:pt x="769000" y="1215891"/>
                </a:lnTo>
                <a:lnTo>
                  <a:pt x="770882" y="1215891"/>
                </a:lnTo>
                <a:lnTo>
                  <a:pt x="772755" y="1215891"/>
                </a:lnTo>
                <a:lnTo>
                  <a:pt x="774637" y="1215891"/>
                </a:lnTo>
                <a:lnTo>
                  <a:pt x="776519" y="1215891"/>
                </a:lnTo>
                <a:lnTo>
                  <a:pt x="778401" y="1215891"/>
                </a:lnTo>
                <a:lnTo>
                  <a:pt x="780283" y="1215891"/>
                </a:lnTo>
                <a:lnTo>
                  <a:pt x="782156" y="1215891"/>
                </a:lnTo>
                <a:lnTo>
                  <a:pt x="784038" y="1215891"/>
                </a:lnTo>
                <a:lnTo>
                  <a:pt x="785920" y="1215891"/>
                </a:lnTo>
                <a:lnTo>
                  <a:pt x="787803" y="1215891"/>
                </a:lnTo>
                <a:lnTo>
                  <a:pt x="789685" y="1215891"/>
                </a:lnTo>
                <a:lnTo>
                  <a:pt x="791557" y="1215891"/>
                </a:lnTo>
                <a:lnTo>
                  <a:pt x="793440" y="1215891"/>
                </a:lnTo>
                <a:lnTo>
                  <a:pt x="795322" y="1215891"/>
                </a:lnTo>
                <a:lnTo>
                  <a:pt x="797204" y="1215891"/>
                </a:lnTo>
                <a:lnTo>
                  <a:pt x="799077" y="1215891"/>
                </a:lnTo>
                <a:lnTo>
                  <a:pt x="800959" y="1215891"/>
                </a:lnTo>
                <a:lnTo>
                  <a:pt x="802841" y="1215891"/>
                </a:lnTo>
                <a:lnTo>
                  <a:pt x="804723" y="1215891"/>
                </a:lnTo>
                <a:lnTo>
                  <a:pt x="806605" y="1215891"/>
                </a:lnTo>
                <a:lnTo>
                  <a:pt x="808478" y="1215891"/>
                </a:lnTo>
                <a:lnTo>
                  <a:pt x="810360" y="1215891"/>
                </a:lnTo>
                <a:lnTo>
                  <a:pt x="812242" y="1215891"/>
                </a:lnTo>
                <a:lnTo>
                  <a:pt x="814125" y="1215891"/>
                </a:lnTo>
                <a:lnTo>
                  <a:pt x="816007" y="1215891"/>
                </a:lnTo>
                <a:lnTo>
                  <a:pt x="817879" y="1215891"/>
                </a:lnTo>
                <a:lnTo>
                  <a:pt x="819762" y="1215891"/>
                </a:lnTo>
                <a:lnTo>
                  <a:pt x="821644" y="1215891"/>
                </a:lnTo>
                <a:lnTo>
                  <a:pt x="823526" y="1215891"/>
                </a:lnTo>
                <a:lnTo>
                  <a:pt x="825408" y="1215891"/>
                </a:lnTo>
                <a:lnTo>
                  <a:pt x="827281" y="1215891"/>
                </a:lnTo>
                <a:lnTo>
                  <a:pt x="829163" y="1215891"/>
                </a:lnTo>
                <a:lnTo>
                  <a:pt x="831045" y="1215891"/>
                </a:lnTo>
                <a:lnTo>
                  <a:pt x="832927" y="1215891"/>
                </a:lnTo>
                <a:lnTo>
                  <a:pt x="834800" y="1215891"/>
                </a:lnTo>
                <a:lnTo>
                  <a:pt x="836682" y="1215891"/>
                </a:lnTo>
                <a:lnTo>
                  <a:pt x="838564" y="1215891"/>
                </a:lnTo>
                <a:lnTo>
                  <a:pt x="840446" y="1215891"/>
                </a:lnTo>
                <a:lnTo>
                  <a:pt x="842329" y="1215891"/>
                </a:lnTo>
                <a:lnTo>
                  <a:pt x="844201" y="1215891"/>
                </a:lnTo>
                <a:lnTo>
                  <a:pt x="846083" y="1215891"/>
                </a:lnTo>
                <a:lnTo>
                  <a:pt x="847966" y="1215891"/>
                </a:lnTo>
                <a:lnTo>
                  <a:pt x="849848" y="1215891"/>
                </a:lnTo>
                <a:lnTo>
                  <a:pt x="851730" y="1215891"/>
                </a:lnTo>
                <a:lnTo>
                  <a:pt x="853603" y="1215891"/>
                </a:lnTo>
                <a:lnTo>
                  <a:pt x="855485" y="1215891"/>
                </a:lnTo>
                <a:lnTo>
                  <a:pt x="857367" y="1215891"/>
                </a:lnTo>
                <a:lnTo>
                  <a:pt x="859249" y="1215891"/>
                </a:lnTo>
                <a:lnTo>
                  <a:pt x="861131" y="1215891"/>
                </a:lnTo>
                <a:lnTo>
                  <a:pt x="863004" y="1215891"/>
                </a:lnTo>
                <a:lnTo>
                  <a:pt x="864886" y="1215891"/>
                </a:lnTo>
                <a:lnTo>
                  <a:pt x="866768" y="1215891"/>
                </a:lnTo>
                <a:lnTo>
                  <a:pt x="868651" y="1215891"/>
                </a:lnTo>
                <a:lnTo>
                  <a:pt x="870533" y="1215891"/>
                </a:lnTo>
                <a:lnTo>
                  <a:pt x="872405" y="1215891"/>
                </a:lnTo>
                <a:lnTo>
                  <a:pt x="874288" y="1215891"/>
                </a:lnTo>
                <a:lnTo>
                  <a:pt x="876170" y="1215891"/>
                </a:lnTo>
                <a:lnTo>
                  <a:pt x="878052" y="1215891"/>
                </a:lnTo>
                <a:lnTo>
                  <a:pt x="879925" y="1215891"/>
                </a:lnTo>
                <a:lnTo>
                  <a:pt x="881807" y="1215891"/>
                </a:lnTo>
                <a:lnTo>
                  <a:pt x="883689" y="1215891"/>
                </a:lnTo>
                <a:lnTo>
                  <a:pt x="885571" y="1215891"/>
                </a:lnTo>
                <a:lnTo>
                  <a:pt x="887453" y="1215891"/>
                </a:lnTo>
                <a:lnTo>
                  <a:pt x="889326" y="1215891"/>
                </a:lnTo>
                <a:lnTo>
                  <a:pt x="891208" y="1215891"/>
                </a:lnTo>
                <a:lnTo>
                  <a:pt x="893090" y="1215891"/>
                </a:lnTo>
                <a:lnTo>
                  <a:pt x="894973" y="1215891"/>
                </a:lnTo>
                <a:lnTo>
                  <a:pt x="896855" y="1215891"/>
                </a:lnTo>
                <a:lnTo>
                  <a:pt x="898727" y="1215891"/>
                </a:lnTo>
                <a:lnTo>
                  <a:pt x="900609" y="1215891"/>
                </a:lnTo>
                <a:lnTo>
                  <a:pt x="902492" y="1215891"/>
                </a:lnTo>
                <a:lnTo>
                  <a:pt x="904374" y="1215891"/>
                </a:lnTo>
                <a:lnTo>
                  <a:pt x="906256" y="1215891"/>
                </a:lnTo>
                <a:lnTo>
                  <a:pt x="908129" y="1215891"/>
                </a:lnTo>
                <a:lnTo>
                  <a:pt x="910011" y="1215891"/>
                </a:lnTo>
                <a:lnTo>
                  <a:pt x="911893" y="1215891"/>
                </a:lnTo>
                <a:lnTo>
                  <a:pt x="913775" y="1215891"/>
                </a:lnTo>
                <a:lnTo>
                  <a:pt x="915657" y="1215891"/>
                </a:lnTo>
                <a:lnTo>
                  <a:pt x="917530" y="1215891"/>
                </a:lnTo>
                <a:lnTo>
                  <a:pt x="919412" y="1215891"/>
                </a:lnTo>
                <a:lnTo>
                  <a:pt x="921294" y="1215891"/>
                </a:lnTo>
                <a:lnTo>
                  <a:pt x="923177" y="1215891"/>
                </a:lnTo>
                <a:lnTo>
                  <a:pt x="925049" y="1215891"/>
                </a:lnTo>
                <a:lnTo>
                  <a:pt x="926931" y="1215891"/>
                </a:lnTo>
                <a:lnTo>
                  <a:pt x="928814" y="1215891"/>
                </a:lnTo>
                <a:lnTo>
                  <a:pt x="930696" y="1215891"/>
                </a:lnTo>
                <a:lnTo>
                  <a:pt x="932578" y="1215891"/>
                </a:lnTo>
                <a:lnTo>
                  <a:pt x="934451" y="1215891"/>
                </a:lnTo>
                <a:lnTo>
                  <a:pt x="936333" y="1215891"/>
                </a:lnTo>
                <a:lnTo>
                  <a:pt x="938215" y="1215891"/>
                </a:lnTo>
                <a:lnTo>
                  <a:pt x="940097" y="1215891"/>
                </a:lnTo>
                <a:lnTo>
                  <a:pt x="941979" y="1215891"/>
                </a:lnTo>
                <a:lnTo>
                  <a:pt x="943852" y="1215891"/>
                </a:lnTo>
                <a:lnTo>
                  <a:pt x="945734" y="1215891"/>
                </a:lnTo>
                <a:lnTo>
                  <a:pt x="947616" y="1215882"/>
                </a:lnTo>
                <a:lnTo>
                  <a:pt x="949499" y="1215882"/>
                </a:lnTo>
                <a:lnTo>
                  <a:pt x="951381" y="1215882"/>
                </a:lnTo>
                <a:lnTo>
                  <a:pt x="953253" y="1215882"/>
                </a:lnTo>
                <a:lnTo>
                  <a:pt x="955136" y="1215882"/>
                </a:lnTo>
                <a:lnTo>
                  <a:pt x="957018" y="1215872"/>
                </a:lnTo>
                <a:lnTo>
                  <a:pt x="958900" y="1215872"/>
                </a:lnTo>
                <a:lnTo>
                  <a:pt x="960782" y="1215872"/>
                </a:lnTo>
                <a:lnTo>
                  <a:pt x="962655" y="1215862"/>
                </a:lnTo>
                <a:lnTo>
                  <a:pt x="964537" y="1215862"/>
                </a:lnTo>
                <a:lnTo>
                  <a:pt x="966419" y="1215862"/>
                </a:lnTo>
                <a:lnTo>
                  <a:pt x="968301" y="1215853"/>
                </a:lnTo>
                <a:lnTo>
                  <a:pt x="970174" y="1215843"/>
                </a:lnTo>
                <a:lnTo>
                  <a:pt x="972056" y="1215843"/>
                </a:lnTo>
                <a:lnTo>
                  <a:pt x="973938" y="1215833"/>
                </a:lnTo>
                <a:lnTo>
                  <a:pt x="975820" y="1215823"/>
                </a:lnTo>
                <a:lnTo>
                  <a:pt x="977703" y="1215814"/>
                </a:lnTo>
                <a:lnTo>
                  <a:pt x="979575" y="1215804"/>
                </a:lnTo>
                <a:lnTo>
                  <a:pt x="981458" y="1215785"/>
                </a:lnTo>
                <a:lnTo>
                  <a:pt x="983340" y="1215775"/>
                </a:lnTo>
                <a:lnTo>
                  <a:pt x="985222" y="1215756"/>
                </a:lnTo>
                <a:lnTo>
                  <a:pt x="987104" y="1215736"/>
                </a:lnTo>
                <a:lnTo>
                  <a:pt x="988977" y="1215717"/>
                </a:lnTo>
                <a:lnTo>
                  <a:pt x="990859" y="1215697"/>
                </a:lnTo>
                <a:lnTo>
                  <a:pt x="992741" y="1215668"/>
                </a:lnTo>
                <a:lnTo>
                  <a:pt x="994623" y="1215639"/>
                </a:lnTo>
                <a:lnTo>
                  <a:pt x="996506" y="1215600"/>
                </a:lnTo>
                <a:lnTo>
                  <a:pt x="998378" y="1215561"/>
                </a:lnTo>
                <a:lnTo>
                  <a:pt x="1000260" y="1215523"/>
                </a:lnTo>
                <a:lnTo>
                  <a:pt x="1002142" y="1215474"/>
                </a:lnTo>
                <a:lnTo>
                  <a:pt x="1004025" y="1215426"/>
                </a:lnTo>
                <a:lnTo>
                  <a:pt x="1005907" y="1215367"/>
                </a:lnTo>
                <a:lnTo>
                  <a:pt x="1007779" y="1215299"/>
                </a:lnTo>
                <a:lnTo>
                  <a:pt x="1009662" y="1215222"/>
                </a:lnTo>
                <a:lnTo>
                  <a:pt x="1011544" y="1215144"/>
                </a:lnTo>
                <a:lnTo>
                  <a:pt x="1013426" y="1215047"/>
                </a:lnTo>
                <a:lnTo>
                  <a:pt x="1015299" y="1214950"/>
                </a:lnTo>
                <a:lnTo>
                  <a:pt x="1017181" y="1214834"/>
                </a:lnTo>
                <a:lnTo>
                  <a:pt x="1019063" y="1214708"/>
                </a:lnTo>
                <a:lnTo>
                  <a:pt x="1020945" y="1214572"/>
                </a:lnTo>
                <a:lnTo>
                  <a:pt x="1022827" y="1214417"/>
                </a:lnTo>
                <a:lnTo>
                  <a:pt x="1024700" y="1214242"/>
                </a:lnTo>
                <a:lnTo>
                  <a:pt x="1026582" y="1214048"/>
                </a:lnTo>
                <a:lnTo>
                  <a:pt x="1028464" y="1213844"/>
                </a:lnTo>
                <a:lnTo>
                  <a:pt x="1030347" y="1213611"/>
                </a:lnTo>
                <a:lnTo>
                  <a:pt x="1032229" y="1213359"/>
                </a:lnTo>
                <a:lnTo>
                  <a:pt x="1034101" y="1213078"/>
                </a:lnTo>
                <a:lnTo>
                  <a:pt x="1035984" y="1212767"/>
                </a:lnTo>
                <a:lnTo>
                  <a:pt x="1037866" y="1212428"/>
                </a:lnTo>
                <a:lnTo>
                  <a:pt x="1039748" y="1212049"/>
                </a:lnTo>
                <a:lnTo>
                  <a:pt x="1041630" y="1211642"/>
                </a:lnTo>
                <a:lnTo>
                  <a:pt x="1043503" y="1211195"/>
                </a:lnTo>
                <a:lnTo>
                  <a:pt x="1045385" y="1210701"/>
                </a:lnTo>
                <a:lnTo>
                  <a:pt x="1047267" y="1210157"/>
                </a:lnTo>
                <a:lnTo>
                  <a:pt x="1049149" y="1209566"/>
                </a:lnTo>
                <a:lnTo>
                  <a:pt x="1051022" y="1208925"/>
                </a:lnTo>
                <a:lnTo>
                  <a:pt x="1052904" y="1208227"/>
                </a:lnTo>
                <a:lnTo>
                  <a:pt x="1054786" y="1207460"/>
                </a:lnTo>
                <a:lnTo>
                  <a:pt x="1056669" y="1206626"/>
                </a:lnTo>
                <a:lnTo>
                  <a:pt x="1058551" y="1205714"/>
                </a:lnTo>
                <a:lnTo>
                  <a:pt x="1060423" y="1204734"/>
                </a:lnTo>
                <a:lnTo>
                  <a:pt x="1062305" y="1203667"/>
                </a:lnTo>
                <a:lnTo>
                  <a:pt x="1064188" y="1202502"/>
                </a:lnTo>
                <a:lnTo>
                  <a:pt x="1066070" y="1201241"/>
                </a:lnTo>
                <a:lnTo>
                  <a:pt x="1067952" y="1199883"/>
                </a:lnTo>
                <a:lnTo>
                  <a:pt x="1069825" y="1198408"/>
                </a:lnTo>
                <a:lnTo>
                  <a:pt x="1071707" y="1196827"/>
                </a:lnTo>
                <a:lnTo>
                  <a:pt x="1073589" y="1195109"/>
                </a:lnTo>
                <a:lnTo>
                  <a:pt x="1075471" y="1193256"/>
                </a:lnTo>
                <a:lnTo>
                  <a:pt x="1077354" y="1191267"/>
                </a:lnTo>
                <a:lnTo>
                  <a:pt x="1079226" y="1189123"/>
                </a:lnTo>
                <a:lnTo>
                  <a:pt x="1081108" y="1186824"/>
                </a:lnTo>
                <a:lnTo>
                  <a:pt x="1082990" y="1184350"/>
                </a:lnTo>
                <a:lnTo>
                  <a:pt x="1084873" y="1181701"/>
                </a:lnTo>
                <a:lnTo>
                  <a:pt x="1086755" y="1178858"/>
                </a:lnTo>
                <a:lnTo>
                  <a:pt x="1088627" y="1175822"/>
                </a:lnTo>
                <a:lnTo>
                  <a:pt x="1090510" y="1172562"/>
                </a:lnTo>
                <a:lnTo>
                  <a:pt x="1092392" y="1169088"/>
                </a:lnTo>
                <a:lnTo>
                  <a:pt x="1094274" y="1165382"/>
                </a:lnTo>
                <a:lnTo>
                  <a:pt x="1096147" y="1161433"/>
                </a:lnTo>
                <a:lnTo>
                  <a:pt x="1098029" y="1157232"/>
                </a:lnTo>
                <a:lnTo>
                  <a:pt x="1099911" y="1152759"/>
                </a:lnTo>
                <a:lnTo>
                  <a:pt x="1101793" y="1148005"/>
                </a:lnTo>
                <a:lnTo>
                  <a:pt x="1103675" y="1142960"/>
                </a:lnTo>
                <a:lnTo>
                  <a:pt x="1105548" y="1137605"/>
                </a:lnTo>
                <a:lnTo>
                  <a:pt x="1107430" y="1131939"/>
                </a:lnTo>
                <a:lnTo>
                  <a:pt x="1109312" y="1125943"/>
                </a:lnTo>
                <a:lnTo>
                  <a:pt x="1111195" y="1119607"/>
                </a:lnTo>
                <a:lnTo>
                  <a:pt x="1113077" y="1112913"/>
                </a:lnTo>
                <a:lnTo>
                  <a:pt x="1114949" y="1105859"/>
                </a:lnTo>
                <a:lnTo>
                  <a:pt x="1116831" y="1098418"/>
                </a:lnTo>
                <a:lnTo>
                  <a:pt x="1118714" y="1090598"/>
                </a:lnTo>
                <a:lnTo>
                  <a:pt x="1120596" y="1082370"/>
                </a:lnTo>
                <a:lnTo>
                  <a:pt x="1122478" y="1073736"/>
                </a:lnTo>
                <a:lnTo>
                  <a:pt x="1124351" y="1064674"/>
                </a:lnTo>
                <a:lnTo>
                  <a:pt x="1126233" y="1055185"/>
                </a:lnTo>
                <a:lnTo>
                  <a:pt x="1128115" y="1045250"/>
                </a:lnTo>
                <a:lnTo>
                  <a:pt x="1129997" y="1034869"/>
                </a:lnTo>
                <a:lnTo>
                  <a:pt x="1131880" y="1024031"/>
                </a:lnTo>
                <a:lnTo>
                  <a:pt x="1133752" y="1012719"/>
                </a:lnTo>
                <a:lnTo>
                  <a:pt x="1135634" y="1000940"/>
                </a:lnTo>
                <a:lnTo>
                  <a:pt x="1137517" y="988687"/>
                </a:lnTo>
                <a:lnTo>
                  <a:pt x="1139399" y="975938"/>
                </a:lnTo>
                <a:lnTo>
                  <a:pt x="1141271" y="962714"/>
                </a:lnTo>
                <a:lnTo>
                  <a:pt x="1143153" y="948995"/>
                </a:lnTo>
                <a:lnTo>
                  <a:pt x="1145036" y="934791"/>
                </a:lnTo>
                <a:lnTo>
                  <a:pt x="1146918" y="920102"/>
                </a:lnTo>
                <a:lnTo>
                  <a:pt x="1148800" y="904918"/>
                </a:lnTo>
                <a:lnTo>
                  <a:pt x="1150673" y="889259"/>
                </a:lnTo>
                <a:lnTo>
                  <a:pt x="1152555" y="873109"/>
                </a:lnTo>
                <a:lnTo>
                  <a:pt x="1154437" y="856490"/>
                </a:lnTo>
                <a:lnTo>
                  <a:pt x="1156319" y="839404"/>
                </a:lnTo>
                <a:lnTo>
                  <a:pt x="1158201" y="821862"/>
                </a:lnTo>
                <a:lnTo>
                  <a:pt x="1160074" y="803874"/>
                </a:lnTo>
                <a:lnTo>
                  <a:pt x="1161956" y="785454"/>
                </a:lnTo>
                <a:lnTo>
                  <a:pt x="1163838" y="766615"/>
                </a:lnTo>
                <a:lnTo>
                  <a:pt x="1165721" y="747375"/>
                </a:lnTo>
                <a:lnTo>
                  <a:pt x="1167603" y="727750"/>
                </a:lnTo>
                <a:lnTo>
                  <a:pt x="1169475" y="707763"/>
                </a:lnTo>
                <a:lnTo>
                  <a:pt x="1171358" y="687433"/>
                </a:lnTo>
                <a:lnTo>
                  <a:pt x="1173240" y="666786"/>
                </a:lnTo>
                <a:lnTo>
                  <a:pt x="1175122" y="645846"/>
                </a:lnTo>
                <a:lnTo>
                  <a:pt x="1177004" y="624642"/>
                </a:lnTo>
                <a:lnTo>
                  <a:pt x="1178877" y="603201"/>
                </a:lnTo>
                <a:lnTo>
                  <a:pt x="1180759" y="581555"/>
                </a:lnTo>
                <a:lnTo>
                  <a:pt x="1182641" y="559736"/>
                </a:lnTo>
                <a:lnTo>
                  <a:pt x="1184523" y="537778"/>
                </a:lnTo>
                <a:lnTo>
                  <a:pt x="1186396" y="515719"/>
                </a:lnTo>
                <a:lnTo>
                  <a:pt x="1188278" y="493592"/>
                </a:lnTo>
                <a:lnTo>
                  <a:pt x="1190160" y="471438"/>
                </a:lnTo>
                <a:lnTo>
                  <a:pt x="1192043" y="449296"/>
                </a:lnTo>
                <a:lnTo>
                  <a:pt x="1193925" y="427207"/>
                </a:lnTo>
                <a:lnTo>
                  <a:pt x="1195797" y="405213"/>
                </a:lnTo>
                <a:lnTo>
                  <a:pt x="1197680" y="383357"/>
                </a:lnTo>
                <a:lnTo>
                  <a:pt x="1199562" y="361683"/>
                </a:lnTo>
                <a:lnTo>
                  <a:pt x="1201444" y="340233"/>
                </a:lnTo>
                <a:lnTo>
                  <a:pt x="1203326" y="319055"/>
                </a:lnTo>
                <a:lnTo>
                  <a:pt x="1205199" y="298193"/>
                </a:lnTo>
                <a:lnTo>
                  <a:pt x="1207081" y="277691"/>
                </a:lnTo>
                <a:lnTo>
                  <a:pt x="1208963" y="257596"/>
                </a:lnTo>
                <a:lnTo>
                  <a:pt x="1210845" y="237953"/>
                </a:lnTo>
                <a:lnTo>
                  <a:pt x="1212728" y="218807"/>
                </a:lnTo>
                <a:lnTo>
                  <a:pt x="1214600" y="200202"/>
                </a:lnTo>
                <a:lnTo>
                  <a:pt x="1216482" y="182183"/>
                </a:lnTo>
                <a:lnTo>
                  <a:pt x="1218364" y="164793"/>
                </a:lnTo>
                <a:lnTo>
                  <a:pt x="1220247" y="148073"/>
                </a:lnTo>
                <a:lnTo>
                  <a:pt x="1222129" y="132066"/>
                </a:lnTo>
                <a:lnTo>
                  <a:pt x="1224001" y="116809"/>
                </a:lnTo>
                <a:lnTo>
                  <a:pt x="1225884" y="102343"/>
                </a:lnTo>
                <a:lnTo>
                  <a:pt x="1227766" y="88704"/>
                </a:lnTo>
                <a:lnTo>
                  <a:pt x="1229648" y="75925"/>
                </a:lnTo>
                <a:lnTo>
                  <a:pt x="1231521" y="64041"/>
                </a:lnTo>
                <a:lnTo>
                  <a:pt x="1233403" y="53083"/>
                </a:lnTo>
                <a:lnTo>
                  <a:pt x="1235285" y="43079"/>
                </a:lnTo>
                <a:lnTo>
                  <a:pt x="1237167" y="34054"/>
                </a:lnTo>
                <a:lnTo>
                  <a:pt x="1239050" y="26033"/>
                </a:lnTo>
                <a:lnTo>
                  <a:pt x="1240922" y="19038"/>
                </a:lnTo>
                <a:lnTo>
                  <a:pt x="1242804" y="13087"/>
                </a:lnTo>
                <a:lnTo>
                  <a:pt x="1244686" y="8196"/>
                </a:lnTo>
                <a:lnTo>
                  <a:pt x="1246569" y="4378"/>
                </a:lnTo>
                <a:lnTo>
                  <a:pt x="1248451" y="1644"/>
                </a:lnTo>
                <a:lnTo>
                  <a:pt x="1250323" y="0"/>
                </a:lnTo>
                <a:lnTo>
                  <a:pt x="1252206" y="607673"/>
                </a:lnTo>
                <a:lnTo>
                  <a:pt x="1254088" y="607742"/>
                </a:lnTo>
                <a:lnTo>
                  <a:pt x="1255970" y="607947"/>
                </a:lnTo>
                <a:lnTo>
                  <a:pt x="1257852" y="608290"/>
                </a:lnTo>
                <a:lnTo>
                  <a:pt x="1259725" y="608769"/>
                </a:lnTo>
                <a:lnTo>
                  <a:pt x="1261607" y="609385"/>
                </a:lnTo>
                <a:lnTo>
                  <a:pt x="1263489" y="610136"/>
                </a:lnTo>
                <a:lnTo>
                  <a:pt x="1265371" y="611023"/>
                </a:lnTo>
                <a:lnTo>
                  <a:pt x="1267244" y="612045"/>
                </a:lnTo>
                <a:lnTo>
                  <a:pt x="1269126" y="613201"/>
                </a:lnTo>
                <a:lnTo>
                  <a:pt x="1271008" y="614490"/>
                </a:lnTo>
                <a:lnTo>
                  <a:pt x="1272891" y="615913"/>
                </a:lnTo>
                <a:lnTo>
                  <a:pt x="1274773" y="617466"/>
                </a:lnTo>
                <a:lnTo>
                  <a:pt x="1276645" y="619150"/>
                </a:lnTo>
                <a:lnTo>
                  <a:pt x="1278527" y="620964"/>
                </a:lnTo>
                <a:lnTo>
                  <a:pt x="1280410" y="622905"/>
                </a:lnTo>
                <a:lnTo>
                  <a:pt x="1282292" y="624975"/>
                </a:lnTo>
                <a:lnTo>
                  <a:pt x="1284174" y="627168"/>
                </a:lnTo>
                <a:lnTo>
                  <a:pt x="1286047" y="629486"/>
                </a:lnTo>
                <a:lnTo>
                  <a:pt x="1287929" y="631927"/>
                </a:lnTo>
                <a:lnTo>
                  <a:pt x="1289811" y="634488"/>
                </a:lnTo>
                <a:lnTo>
                  <a:pt x="1291693" y="637169"/>
                </a:lnTo>
                <a:lnTo>
                  <a:pt x="1293576" y="639968"/>
                </a:lnTo>
                <a:lnTo>
                  <a:pt x="1295448" y="642882"/>
                </a:lnTo>
                <a:lnTo>
                  <a:pt x="1297330" y="645910"/>
                </a:lnTo>
                <a:lnTo>
                  <a:pt x="1299213" y="649049"/>
                </a:lnTo>
                <a:lnTo>
                  <a:pt x="1301095" y="652299"/>
                </a:lnTo>
                <a:lnTo>
                  <a:pt x="1302977" y="655657"/>
                </a:lnTo>
                <a:lnTo>
                  <a:pt x="1304849" y="659119"/>
                </a:lnTo>
                <a:lnTo>
                  <a:pt x="1306732" y="662685"/>
                </a:lnTo>
                <a:lnTo>
                  <a:pt x="1308614" y="666352"/>
                </a:lnTo>
                <a:lnTo>
                  <a:pt x="1310496" y="670118"/>
                </a:lnTo>
                <a:lnTo>
                  <a:pt x="1312369" y="673980"/>
                </a:lnTo>
                <a:lnTo>
                  <a:pt x="1314251" y="677937"/>
                </a:lnTo>
                <a:lnTo>
                  <a:pt x="1316133" y="681983"/>
                </a:lnTo>
                <a:lnTo>
                  <a:pt x="1318015" y="686120"/>
                </a:lnTo>
                <a:lnTo>
                  <a:pt x="1319897" y="690344"/>
                </a:lnTo>
                <a:lnTo>
                  <a:pt x="1321770" y="694650"/>
                </a:lnTo>
                <a:lnTo>
                  <a:pt x="1323652" y="699039"/>
                </a:lnTo>
                <a:lnTo>
                  <a:pt x="1325534" y="703506"/>
                </a:lnTo>
                <a:lnTo>
                  <a:pt x="1327417" y="708048"/>
                </a:lnTo>
                <a:lnTo>
                  <a:pt x="1329299" y="712664"/>
                </a:lnTo>
                <a:lnTo>
                  <a:pt x="1331171" y="717351"/>
                </a:lnTo>
                <a:lnTo>
                  <a:pt x="1333054" y="722105"/>
                </a:lnTo>
                <a:lnTo>
                  <a:pt x="1334936" y="726924"/>
                </a:lnTo>
                <a:lnTo>
                  <a:pt x="1336818" y="731805"/>
                </a:lnTo>
                <a:lnTo>
                  <a:pt x="1338700" y="736745"/>
                </a:lnTo>
                <a:lnTo>
                  <a:pt x="1340573" y="741742"/>
                </a:lnTo>
                <a:lnTo>
                  <a:pt x="1342455" y="746793"/>
                </a:lnTo>
                <a:lnTo>
                  <a:pt x="1344337" y="751894"/>
                </a:lnTo>
                <a:lnTo>
                  <a:pt x="1346219" y="757043"/>
                </a:lnTo>
                <a:lnTo>
                  <a:pt x="1348102" y="762238"/>
                </a:lnTo>
                <a:lnTo>
                  <a:pt x="1349974" y="767475"/>
                </a:lnTo>
                <a:lnTo>
                  <a:pt x="1351856" y="772751"/>
                </a:lnTo>
                <a:lnTo>
                  <a:pt x="1353739" y="778064"/>
                </a:lnTo>
                <a:lnTo>
                  <a:pt x="1355621" y="783410"/>
                </a:lnTo>
                <a:lnTo>
                  <a:pt x="1357493" y="788788"/>
                </a:lnTo>
                <a:lnTo>
                  <a:pt x="1359376" y="794194"/>
                </a:lnTo>
                <a:lnTo>
                  <a:pt x="1361258" y="799626"/>
                </a:lnTo>
                <a:lnTo>
                  <a:pt x="1363140" y="805080"/>
                </a:lnTo>
                <a:lnTo>
                  <a:pt x="1365022" y="810554"/>
                </a:lnTo>
                <a:lnTo>
                  <a:pt x="1366895" y="816045"/>
                </a:lnTo>
                <a:lnTo>
                  <a:pt x="1368777" y="821551"/>
                </a:lnTo>
                <a:lnTo>
                  <a:pt x="1370659" y="827068"/>
                </a:lnTo>
                <a:lnTo>
                  <a:pt x="1372541" y="832596"/>
                </a:lnTo>
                <a:lnTo>
                  <a:pt x="1374423" y="838129"/>
                </a:lnTo>
                <a:lnTo>
                  <a:pt x="1376296" y="843666"/>
                </a:lnTo>
                <a:lnTo>
                  <a:pt x="1378178" y="849205"/>
                </a:lnTo>
                <a:lnTo>
                  <a:pt x="1380060" y="854744"/>
                </a:lnTo>
                <a:lnTo>
                  <a:pt x="1381943" y="860278"/>
                </a:lnTo>
                <a:lnTo>
                  <a:pt x="1383825" y="865806"/>
                </a:lnTo>
                <a:lnTo>
                  <a:pt x="1385697" y="871326"/>
                </a:lnTo>
                <a:lnTo>
                  <a:pt x="1387580" y="876836"/>
                </a:lnTo>
                <a:lnTo>
                  <a:pt x="1389462" y="882334"/>
                </a:lnTo>
                <a:lnTo>
                  <a:pt x="1391344" y="887815"/>
                </a:lnTo>
                <a:lnTo>
                  <a:pt x="1393226" y="893276"/>
                </a:lnTo>
                <a:lnTo>
                  <a:pt x="1395099" y="898728"/>
                </a:lnTo>
                <a:lnTo>
                  <a:pt x="1396981" y="904152"/>
                </a:lnTo>
                <a:lnTo>
                  <a:pt x="1398863" y="909546"/>
                </a:lnTo>
                <a:lnTo>
                  <a:pt x="1400745" y="914921"/>
                </a:lnTo>
                <a:lnTo>
                  <a:pt x="1402618" y="920267"/>
                </a:lnTo>
                <a:lnTo>
                  <a:pt x="1404500" y="925584"/>
                </a:lnTo>
                <a:lnTo>
                  <a:pt x="1406382" y="930871"/>
                </a:lnTo>
                <a:lnTo>
                  <a:pt x="1408265" y="936120"/>
                </a:lnTo>
                <a:lnTo>
                  <a:pt x="1410147" y="941340"/>
                </a:lnTo>
                <a:lnTo>
                  <a:pt x="1412019" y="946521"/>
                </a:lnTo>
                <a:lnTo>
                  <a:pt x="1413902" y="951663"/>
                </a:lnTo>
                <a:lnTo>
                  <a:pt x="1415784" y="956766"/>
                </a:lnTo>
                <a:lnTo>
                  <a:pt x="1417666" y="961831"/>
                </a:lnTo>
                <a:lnTo>
                  <a:pt x="1419548" y="966847"/>
                </a:lnTo>
                <a:lnTo>
                  <a:pt x="1421421" y="971824"/>
                </a:lnTo>
                <a:lnTo>
                  <a:pt x="1423303" y="976753"/>
                </a:lnTo>
                <a:lnTo>
                  <a:pt x="1425185" y="981633"/>
                </a:lnTo>
                <a:lnTo>
                  <a:pt x="1427067" y="986465"/>
                </a:lnTo>
                <a:lnTo>
                  <a:pt x="1428950" y="991258"/>
                </a:lnTo>
                <a:lnTo>
                  <a:pt x="1430822" y="995992"/>
                </a:lnTo>
                <a:lnTo>
                  <a:pt x="1432704" y="1000678"/>
                </a:lnTo>
                <a:lnTo>
                  <a:pt x="1434586" y="1005306"/>
                </a:lnTo>
                <a:lnTo>
                  <a:pt x="1436469" y="1009886"/>
                </a:lnTo>
                <a:lnTo>
                  <a:pt x="1438351" y="1014407"/>
                </a:lnTo>
                <a:lnTo>
                  <a:pt x="1440223" y="1018880"/>
                </a:lnTo>
                <a:lnTo>
                  <a:pt x="1442106" y="1023294"/>
                </a:lnTo>
                <a:lnTo>
                  <a:pt x="1443988" y="1027650"/>
                </a:lnTo>
                <a:lnTo>
                  <a:pt x="1445870" y="1031948"/>
                </a:lnTo>
                <a:lnTo>
                  <a:pt x="1447743" y="1036188"/>
                </a:lnTo>
                <a:lnTo>
                  <a:pt x="1449625" y="1040380"/>
                </a:lnTo>
                <a:lnTo>
                  <a:pt x="1451507" y="1044503"/>
                </a:lnTo>
                <a:lnTo>
                  <a:pt x="1453389" y="1048568"/>
                </a:lnTo>
                <a:lnTo>
                  <a:pt x="1455272" y="1052575"/>
                </a:lnTo>
                <a:lnTo>
                  <a:pt x="1457144" y="1056524"/>
                </a:lnTo>
                <a:lnTo>
                  <a:pt x="1459026" y="1060405"/>
                </a:lnTo>
                <a:lnTo>
                  <a:pt x="1460908" y="1064237"/>
                </a:lnTo>
                <a:lnTo>
                  <a:pt x="1462791" y="1068002"/>
                </a:lnTo>
                <a:lnTo>
                  <a:pt x="1464673" y="1071698"/>
                </a:lnTo>
                <a:lnTo>
                  <a:pt x="1466545" y="1075346"/>
                </a:lnTo>
                <a:lnTo>
                  <a:pt x="1468428" y="1078926"/>
                </a:lnTo>
                <a:lnTo>
                  <a:pt x="1470310" y="1082448"/>
                </a:lnTo>
                <a:lnTo>
                  <a:pt x="1472192" y="1085902"/>
                </a:lnTo>
                <a:lnTo>
                  <a:pt x="1474074" y="1089307"/>
                </a:lnTo>
                <a:lnTo>
                  <a:pt x="1475947" y="1092645"/>
                </a:lnTo>
                <a:lnTo>
                  <a:pt x="1477829" y="1095915"/>
                </a:lnTo>
                <a:lnTo>
                  <a:pt x="1479711" y="1099136"/>
                </a:lnTo>
                <a:lnTo>
                  <a:pt x="1481593" y="1102289"/>
                </a:lnTo>
                <a:lnTo>
                  <a:pt x="1483466" y="1105384"/>
                </a:lnTo>
                <a:lnTo>
                  <a:pt x="1485348" y="1108421"/>
                </a:lnTo>
                <a:lnTo>
                  <a:pt x="1487230" y="1111390"/>
                </a:lnTo>
                <a:lnTo>
                  <a:pt x="1489113" y="1114310"/>
                </a:lnTo>
                <a:lnTo>
                  <a:pt x="1490995" y="1117162"/>
                </a:lnTo>
                <a:lnTo>
                  <a:pt x="1492867" y="1119966"/>
                </a:lnTo>
                <a:lnTo>
                  <a:pt x="1494749" y="1122702"/>
                </a:lnTo>
                <a:lnTo>
                  <a:pt x="1496632" y="1125380"/>
                </a:lnTo>
                <a:lnTo>
                  <a:pt x="1498514" y="1128009"/>
                </a:lnTo>
                <a:lnTo>
                  <a:pt x="1500396" y="1130571"/>
                </a:lnTo>
                <a:lnTo>
                  <a:pt x="1502269" y="1133084"/>
                </a:lnTo>
                <a:lnTo>
                  <a:pt x="1504151" y="1135538"/>
                </a:lnTo>
                <a:lnTo>
                  <a:pt x="1506033" y="1137944"/>
                </a:lnTo>
                <a:lnTo>
                  <a:pt x="1507915" y="1140283"/>
                </a:lnTo>
                <a:lnTo>
                  <a:pt x="1509798" y="1142572"/>
                </a:lnTo>
                <a:lnTo>
                  <a:pt x="1511670" y="1144813"/>
                </a:lnTo>
                <a:lnTo>
                  <a:pt x="1513552" y="1146996"/>
                </a:lnTo>
                <a:lnTo>
                  <a:pt x="1515435" y="1149131"/>
                </a:lnTo>
                <a:lnTo>
                  <a:pt x="1517317" y="1151217"/>
                </a:lnTo>
                <a:lnTo>
                  <a:pt x="1519199" y="1153245"/>
                </a:lnTo>
                <a:lnTo>
                  <a:pt x="1521071" y="1155224"/>
                </a:lnTo>
                <a:lnTo>
                  <a:pt x="1522954" y="1157155"/>
                </a:lnTo>
                <a:lnTo>
                  <a:pt x="1524836" y="1159037"/>
                </a:lnTo>
                <a:lnTo>
                  <a:pt x="1526718" y="1160870"/>
                </a:lnTo>
                <a:lnTo>
                  <a:pt x="1528591" y="1162665"/>
                </a:lnTo>
                <a:lnTo>
                  <a:pt x="1530473" y="1164402"/>
                </a:lnTo>
                <a:lnTo>
                  <a:pt x="1532355" y="1166100"/>
                </a:lnTo>
                <a:lnTo>
                  <a:pt x="1534237" y="1167749"/>
                </a:lnTo>
                <a:lnTo>
                  <a:pt x="1536119" y="1169360"/>
                </a:lnTo>
                <a:lnTo>
                  <a:pt x="1537992" y="1170922"/>
                </a:lnTo>
                <a:lnTo>
                  <a:pt x="1539874" y="1172435"/>
                </a:lnTo>
                <a:lnTo>
                  <a:pt x="1541756" y="1173920"/>
                </a:lnTo>
                <a:lnTo>
                  <a:pt x="1543639" y="1175356"/>
                </a:lnTo>
                <a:lnTo>
                  <a:pt x="1545521" y="1176753"/>
                </a:lnTo>
                <a:lnTo>
                  <a:pt x="1547393" y="1178111"/>
                </a:lnTo>
                <a:lnTo>
                  <a:pt x="1549276" y="1179421"/>
                </a:lnTo>
                <a:lnTo>
                  <a:pt x="1551158" y="1180702"/>
                </a:lnTo>
                <a:lnTo>
                  <a:pt x="1553040" y="1181953"/>
                </a:lnTo>
                <a:lnTo>
                  <a:pt x="1554922" y="1183156"/>
                </a:lnTo>
                <a:lnTo>
                  <a:pt x="1556795" y="1184330"/>
                </a:lnTo>
                <a:lnTo>
                  <a:pt x="1558677" y="1185465"/>
                </a:lnTo>
                <a:lnTo>
                  <a:pt x="1560559" y="1186562"/>
                </a:lnTo>
                <a:lnTo>
                  <a:pt x="1562441" y="1187629"/>
                </a:lnTo>
                <a:lnTo>
                  <a:pt x="1564324" y="1188667"/>
                </a:lnTo>
                <a:lnTo>
                  <a:pt x="1566196" y="1189666"/>
                </a:lnTo>
                <a:lnTo>
                  <a:pt x="1568078" y="1190637"/>
                </a:lnTo>
                <a:lnTo>
                  <a:pt x="1569961" y="1191578"/>
                </a:lnTo>
                <a:lnTo>
                  <a:pt x="1571843" y="1192490"/>
                </a:lnTo>
                <a:lnTo>
                  <a:pt x="1573715" y="1193373"/>
                </a:lnTo>
                <a:lnTo>
                  <a:pt x="1575598" y="1194226"/>
                </a:lnTo>
                <a:lnTo>
                  <a:pt x="1577480" y="1195061"/>
                </a:lnTo>
                <a:lnTo>
                  <a:pt x="1579362" y="1195856"/>
                </a:lnTo>
                <a:lnTo>
                  <a:pt x="1581244" y="1196633"/>
                </a:lnTo>
                <a:lnTo>
                  <a:pt x="1583117" y="1197380"/>
                </a:lnTo>
                <a:lnTo>
                  <a:pt x="1584999" y="1198098"/>
                </a:lnTo>
                <a:lnTo>
                  <a:pt x="1586881" y="1198796"/>
                </a:lnTo>
                <a:lnTo>
                  <a:pt x="1588763" y="1199475"/>
                </a:lnTo>
                <a:lnTo>
                  <a:pt x="1590646" y="1200125"/>
                </a:lnTo>
                <a:lnTo>
                  <a:pt x="1592518" y="1200756"/>
                </a:lnTo>
                <a:lnTo>
                  <a:pt x="1594400" y="1201357"/>
                </a:lnTo>
                <a:lnTo>
                  <a:pt x="1596282" y="1201940"/>
                </a:lnTo>
                <a:lnTo>
                  <a:pt x="1598165" y="1202512"/>
                </a:lnTo>
                <a:lnTo>
                  <a:pt x="1600047" y="1203055"/>
                </a:lnTo>
                <a:lnTo>
                  <a:pt x="1601919" y="1203579"/>
                </a:lnTo>
                <a:lnTo>
                  <a:pt x="1603802" y="1204084"/>
                </a:lnTo>
                <a:lnTo>
                  <a:pt x="1605684" y="1204579"/>
                </a:lnTo>
                <a:lnTo>
                  <a:pt x="1607566" y="1205044"/>
                </a:lnTo>
                <a:lnTo>
                  <a:pt x="1609448" y="1205500"/>
                </a:lnTo>
                <a:lnTo>
                  <a:pt x="1611321" y="1205937"/>
                </a:lnTo>
                <a:lnTo>
                  <a:pt x="1613203" y="1206354"/>
                </a:lnTo>
                <a:lnTo>
                  <a:pt x="1615085" y="1206762"/>
                </a:lnTo>
                <a:lnTo>
                  <a:pt x="1616968" y="1207150"/>
                </a:lnTo>
                <a:lnTo>
                  <a:pt x="1618840" y="1207528"/>
                </a:lnTo>
                <a:lnTo>
                  <a:pt x="1620722" y="1207887"/>
                </a:lnTo>
                <a:lnTo>
                  <a:pt x="1622604" y="1208236"/>
                </a:lnTo>
                <a:lnTo>
                  <a:pt x="1624487" y="1208566"/>
                </a:lnTo>
                <a:lnTo>
                  <a:pt x="1626369" y="1208886"/>
                </a:lnTo>
                <a:lnTo>
                  <a:pt x="1628241" y="1209197"/>
                </a:lnTo>
                <a:lnTo>
                  <a:pt x="1630124" y="1209498"/>
                </a:lnTo>
                <a:lnTo>
                  <a:pt x="1632006" y="1209779"/>
                </a:lnTo>
                <a:lnTo>
                  <a:pt x="1633888" y="1210051"/>
                </a:lnTo>
                <a:lnTo>
                  <a:pt x="1635770" y="1210313"/>
                </a:lnTo>
                <a:lnTo>
                  <a:pt x="1637643" y="1210565"/>
                </a:lnTo>
                <a:lnTo>
                  <a:pt x="1639525" y="1210807"/>
                </a:lnTo>
                <a:lnTo>
                  <a:pt x="1641407" y="1211040"/>
                </a:lnTo>
                <a:lnTo>
                  <a:pt x="1643289" y="1211263"/>
                </a:lnTo>
                <a:lnTo>
                  <a:pt x="1645171" y="1211477"/>
                </a:lnTo>
                <a:lnTo>
                  <a:pt x="1647044" y="1211681"/>
                </a:lnTo>
                <a:lnTo>
                  <a:pt x="1648926" y="1211875"/>
                </a:lnTo>
                <a:lnTo>
                  <a:pt x="1650808" y="1212059"/>
                </a:lnTo>
                <a:lnTo>
                  <a:pt x="1652691" y="1212243"/>
                </a:lnTo>
                <a:lnTo>
                  <a:pt x="1654573" y="1212408"/>
                </a:lnTo>
                <a:lnTo>
                  <a:pt x="1656445" y="1212573"/>
                </a:lnTo>
                <a:lnTo>
                  <a:pt x="1658328" y="1212728"/>
                </a:lnTo>
                <a:lnTo>
                  <a:pt x="1660210" y="1212884"/>
                </a:lnTo>
                <a:lnTo>
                  <a:pt x="1662092" y="1213029"/>
                </a:lnTo>
                <a:lnTo>
                  <a:pt x="1663965" y="1213165"/>
                </a:lnTo>
                <a:lnTo>
                  <a:pt x="1665847" y="1213301"/>
                </a:lnTo>
                <a:lnTo>
                  <a:pt x="1667729" y="1213427"/>
                </a:lnTo>
                <a:lnTo>
                  <a:pt x="1669611" y="1213543"/>
                </a:lnTo>
                <a:lnTo>
                  <a:pt x="1671494" y="1213660"/>
                </a:lnTo>
                <a:lnTo>
                  <a:pt x="1673366" y="1213767"/>
                </a:lnTo>
                <a:lnTo>
                  <a:pt x="1675248" y="1213873"/>
                </a:lnTo>
                <a:lnTo>
                  <a:pt x="1677131" y="1213970"/>
                </a:lnTo>
                <a:lnTo>
                  <a:pt x="1679013" y="1214067"/>
                </a:lnTo>
                <a:lnTo>
                  <a:pt x="1680895" y="1214164"/>
                </a:lnTo>
                <a:lnTo>
                  <a:pt x="1682767" y="1214252"/>
                </a:lnTo>
                <a:lnTo>
                  <a:pt x="1684650" y="1214329"/>
                </a:lnTo>
                <a:lnTo>
                  <a:pt x="1686532" y="1214407"/>
                </a:lnTo>
                <a:lnTo>
                  <a:pt x="1688414" y="1214485"/>
                </a:lnTo>
                <a:lnTo>
                  <a:pt x="1690296" y="1214553"/>
                </a:lnTo>
                <a:lnTo>
                  <a:pt x="1692169" y="1214630"/>
                </a:lnTo>
                <a:lnTo>
                  <a:pt x="1694051" y="1214688"/>
                </a:lnTo>
                <a:lnTo>
                  <a:pt x="1695933" y="1214756"/>
                </a:lnTo>
                <a:lnTo>
                  <a:pt x="1697815" y="1214814"/>
                </a:lnTo>
                <a:lnTo>
                  <a:pt x="1699688" y="1214873"/>
                </a:lnTo>
                <a:lnTo>
                  <a:pt x="1701570" y="1214921"/>
                </a:lnTo>
                <a:lnTo>
                  <a:pt x="1703452" y="1214970"/>
                </a:lnTo>
                <a:lnTo>
                  <a:pt x="1705334" y="1215018"/>
                </a:lnTo>
                <a:lnTo>
                  <a:pt x="1707217" y="1215067"/>
                </a:lnTo>
                <a:lnTo>
                  <a:pt x="1709089" y="1215115"/>
                </a:lnTo>
                <a:lnTo>
                  <a:pt x="1710971" y="1215154"/>
                </a:lnTo>
                <a:lnTo>
                  <a:pt x="1712854" y="1215193"/>
                </a:lnTo>
                <a:lnTo>
                  <a:pt x="1714736" y="1215232"/>
                </a:lnTo>
                <a:lnTo>
                  <a:pt x="1716618" y="1215270"/>
                </a:lnTo>
                <a:lnTo>
                  <a:pt x="1718491" y="1215299"/>
                </a:lnTo>
                <a:lnTo>
                  <a:pt x="1720373" y="1215338"/>
                </a:lnTo>
                <a:lnTo>
                  <a:pt x="1722255" y="1215367"/>
                </a:lnTo>
                <a:lnTo>
                  <a:pt x="1724137" y="1215397"/>
                </a:lnTo>
                <a:lnTo>
                  <a:pt x="1726020" y="1215426"/>
                </a:lnTo>
                <a:lnTo>
                  <a:pt x="1727892" y="1215445"/>
                </a:lnTo>
                <a:lnTo>
                  <a:pt x="1729774" y="1215474"/>
                </a:lnTo>
                <a:lnTo>
                  <a:pt x="1731657" y="1215494"/>
                </a:lnTo>
                <a:lnTo>
                  <a:pt x="1733539" y="1215523"/>
                </a:lnTo>
                <a:lnTo>
                  <a:pt x="1735421" y="1215542"/>
                </a:lnTo>
                <a:lnTo>
                  <a:pt x="1737294" y="1215561"/>
                </a:lnTo>
                <a:lnTo>
                  <a:pt x="1739176" y="1215581"/>
                </a:lnTo>
                <a:lnTo>
                  <a:pt x="1741058" y="1215600"/>
                </a:lnTo>
                <a:lnTo>
                  <a:pt x="1742940" y="1215610"/>
                </a:lnTo>
                <a:lnTo>
                  <a:pt x="1744813" y="1215629"/>
                </a:lnTo>
                <a:lnTo>
                  <a:pt x="1746695" y="1215649"/>
                </a:lnTo>
                <a:lnTo>
                  <a:pt x="1748577" y="1215658"/>
                </a:lnTo>
                <a:lnTo>
                  <a:pt x="1750459" y="1215668"/>
                </a:lnTo>
                <a:lnTo>
                  <a:pt x="1752342" y="1215688"/>
                </a:lnTo>
                <a:lnTo>
                  <a:pt x="1754214" y="1215697"/>
                </a:lnTo>
                <a:lnTo>
                  <a:pt x="1756096" y="1215707"/>
                </a:lnTo>
                <a:lnTo>
                  <a:pt x="1757978" y="1215717"/>
                </a:lnTo>
                <a:lnTo>
                  <a:pt x="1759861" y="1215726"/>
                </a:lnTo>
                <a:lnTo>
                  <a:pt x="1761743" y="1215736"/>
                </a:lnTo>
                <a:lnTo>
                  <a:pt x="1763615" y="1215746"/>
                </a:lnTo>
                <a:lnTo>
                  <a:pt x="1765498" y="1215756"/>
                </a:lnTo>
                <a:lnTo>
                  <a:pt x="1767380" y="1215765"/>
                </a:lnTo>
                <a:lnTo>
                  <a:pt x="1769262" y="1215775"/>
                </a:lnTo>
                <a:lnTo>
                  <a:pt x="1771144" y="1215785"/>
                </a:lnTo>
                <a:lnTo>
                  <a:pt x="1773017" y="1215785"/>
                </a:lnTo>
                <a:lnTo>
                  <a:pt x="1774899" y="1215794"/>
                </a:lnTo>
                <a:lnTo>
                  <a:pt x="1776781" y="1215804"/>
                </a:lnTo>
                <a:lnTo>
                  <a:pt x="1778663" y="1215804"/>
                </a:lnTo>
                <a:lnTo>
                  <a:pt x="1780546" y="1215814"/>
                </a:lnTo>
                <a:lnTo>
                  <a:pt x="1782418" y="1215814"/>
                </a:lnTo>
                <a:lnTo>
                  <a:pt x="1784300" y="1215823"/>
                </a:lnTo>
                <a:lnTo>
                  <a:pt x="1786183" y="1215823"/>
                </a:lnTo>
                <a:lnTo>
                  <a:pt x="1788065" y="1215833"/>
                </a:lnTo>
                <a:lnTo>
                  <a:pt x="1789937" y="1215833"/>
                </a:lnTo>
                <a:lnTo>
                  <a:pt x="1791820" y="1215833"/>
                </a:lnTo>
                <a:lnTo>
                  <a:pt x="1793702" y="1215843"/>
                </a:lnTo>
                <a:lnTo>
                  <a:pt x="1795584" y="1215843"/>
                </a:lnTo>
                <a:lnTo>
                  <a:pt x="1797466" y="1215853"/>
                </a:lnTo>
                <a:lnTo>
                  <a:pt x="1799339" y="1215853"/>
                </a:lnTo>
                <a:lnTo>
                  <a:pt x="1801221" y="1215853"/>
                </a:lnTo>
                <a:lnTo>
                  <a:pt x="1803103" y="1215853"/>
                </a:lnTo>
                <a:lnTo>
                  <a:pt x="1804985" y="1215862"/>
                </a:lnTo>
                <a:lnTo>
                  <a:pt x="1806868" y="1215862"/>
                </a:lnTo>
                <a:lnTo>
                  <a:pt x="1808740" y="1215862"/>
                </a:lnTo>
                <a:lnTo>
                  <a:pt x="1810622" y="1215862"/>
                </a:lnTo>
                <a:lnTo>
                  <a:pt x="1812505" y="1215872"/>
                </a:lnTo>
                <a:lnTo>
                  <a:pt x="1814387" y="1215872"/>
                </a:lnTo>
                <a:lnTo>
                  <a:pt x="1816269" y="1215872"/>
                </a:lnTo>
                <a:lnTo>
                  <a:pt x="1818141" y="1215872"/>
                </a:lnTo>
                <a:lnTo>
                  <a:pt x="1820024" y="1215872"/>
                </a:lnTo>
                <a:lnTo>
                  <a:pt x="1821906" y="1215872"/>
                </a:lnTo>
                <a:lnTo>
                  <a:pt x="1823788" y="1215872"/>
                </a:lnTo>
                <a:lnTo>
                  <a:pt x="1825670" y="1215882"/>
                </a:lnTo>
                <a:lnTo>
                  <a:pt x="1827543" y="1215882"/>
                </a:lnTo>
                <a:lnTo>
                  <a:pt x="1829425" y="1215882"/>
                </a:lnTo>
                <a:lnTo>
                  <a:pt x="1831307" y="1215882"/>
                </a:lnTo>
                <a:lnTo>
                  <a:pt x="1833189" y="1215882"/>
                </a:lnTo>
                <a:lnTo>
                  <a:pt x="1835062" y="1215882"/>
                </a:lnTo>
                <a:lnTo>
                  <a:pt x="1836944" y="1215882"/>
                </a:lnTo>
                <a:lnTo>
                  <a:pt x="1838826" y="1215882"/>
                </a:lnTo>
                <a:lnTo>
                  <a:pt x="1840709" y="1215882"/>
                </a:lnTo>
                <a:lnTo>
                  <a:pt x="1842591" y="1215882"/>
                </a:lnTo>
                <a:lnTo>
                  <a:pt x="1844463" y="1215882"/>
                </a:lnTo>
                <a:lnTo>
                  <a:pt x="1846346" y="1215891"/>
                </a:lnTo>
                <a:lnTo>
                  <a:pt x="1848228" y="1215891"/>
                </a:lnTo>
                <a:lnTo>
                  <a:pt x="1850110" y="1215891"/>
                </a:lnTo>
                <a:lnTo>
                  <a:pt x="1851992" y="1215891"/>
                </a:lnTo>
                <a:lnTo>
                  <a:pt x="1853865" y="1215891"/>
                </a:lnTo>
                <a:lnTo>
                  <a:pt x="1855747" y="1215891"/>
                </a:lnTo>
                <a:lnTo>
                  <a:pt x="1857629" y="1215891"/>
                </a:lnTo>
                <a:lnTo>
                  <a:pt x="1859511" y="1215891"/>
                </a:lnTo>
                <a:lnTo>
                  <a:pt x="1861394" y="1215891"/>
                </a:lnTo>
                <a:lnTo>
                  <a:pt x="1863266" y="1215891"/>
                </a:lnTo>
                <a:lnTo>
                  <a:pt x="1865148" y="1215891"/>
                </a:lnTo>
                <a:lnTo>
                  <a:pt x="1867031" y="1215891"/>
                </a:lnTo>
                <a:lnTo>
                  <a:pt x="1868913" y="1215891"/>
                </a:lnTo>
                <a:lnTo>
                  <a:pt x="1870795" y="1215891"/>
                </a:lnTo>
                <a:lnTo>
                  <a:pt x="1872668" y="1215891"/>
                </a:lnTo>
                <a:lnTo>
                  <a:pt x="1874550" y="1215891"/>
                </a:lnTo>
                <a:lnTo>
                  <a:pt x="1876432" y="1215891"/>
                </a:lnTo>
                <a:lnTo>
                  <a:pt x="1878314" y="1215891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466" name="Freeform 3465">
            <a:extLst>
              <a:ext uri="{FF2B5EF4-FFF2-40B4-BE49-F238E27FC236}">
                <a16:creationId xmlns:a16="http://schemas.microsoft.com/office/drawing/2014/main" id="{F6152016-9DB1-F383-BD63-4E10F8D32EC4}"/>
              </a:ext>
            </a:extLst>
          </p:cNvPr>
          <p:cNvSpPr/>
          <p:nvPr/>
        </p:nvSpPr>
        <p:spPr>
          <a:xfrm>
            <a:off x="3755759" y="1969135"/>
            <a:ext cx="1878314" cy="795054"/>
          </a:xfrm>
          <a:custGeom>
            <a:avLst/>
            <a:gdLst>
              <a:gd name="csX0" fmla="*/ 0 w 1878314"/>
              <a:gd name="csY0" fmla="*/ 795055 h 795054"/>
              <a:gd name="csX1" fmla="*/ 1879 w 1878314"/>
              <a:gd name="csY1" fmla="*/ 795055 h 795054"/>
              <a:gd name="csX2" fmla="*/ 3760 w 1878314"/>
              <a:gd name="csY2" fmla="*/ 795055 h 795054"/>
              <a:gd name="csX3" fmla="*/ 5640 w 1878314"/>
              <a:gd name="csY3" fmla="*/ 795055 h 795054"/>
              <a:gd name="csX4" fmla="*/ 7520 w 1878314"/>
              <a:gd name="csY4" fmla="*/ 795055 h 795054"/>
              <a:gd name="csX5" fmla="*/ 9400 w 1878314"/>
              <a:gd name="csY5" fmla="*/ 795055 h 795054"/>
              <a:gd name="csX6" fmla="*/ 11281 w 1878314"/>
              <a:gd name="csY6" fmla="*/ 795055 h 795054"/>
              <a:gd name="csX7" fmla="*/ 13161 w 1878314"/>
              <a:gd name="csY7" fmla="*/ 795055 h 795054"/>
              <a:gd name="csX8" fmla="*/ 15041 w 1878314"/>
              <a:gd name="csY8" fmla="*/ 795055 h 795054"/>
              <a:gd name="csX9" fmla="*/ 16922 w 1878314"/>
              <a:gd name="csY9" fmla="*/ 795055 h 795054"/>
              <a:gd name="csX10" fmla="*/ 18802 w 1878314"/>
              <a:gd name="csY10" fmla="*/ 795055 h 795054"/>
              <a:gd name="csX11" fmla="*/ 20682 w 1878314"/>
              <a:gd name="csY11" fmla="*/ 795055 h 795054"/>
              <a:gd name="csX12" fmla="*/ 22562 w 1878314"/>
              <a:gd name="csY12" fmla="*/ 795055 h 795054"/>
              <a:gd name="csX13" fmla="*/ 24442 w 1878314"/>
              <a:gd name="csY13" fmla="*/ 795055 h 795054"/>
              <a:gd name="csX14" fmla="*/ 26322 w 1878314"/>
              <a:gd name="csY14" fmla="*/ 795055 h 795054"/>
              <a:gd name="csX15" fmla="*/ 28202 w 1878314"/>
              <a:gd name="csY15" fmla="*/ 795055 h 795054"/>
              <a:gd name="csX16" fmla="*/ 30082 w 1878314"/>
              <a:gd name="csY16" fmla="*/ 795055 h 795054"/>
              <a:gd name="csX17" fmla="*/ 31963 w 1878314"/>
              <a:gd name="csY17" fmla="*/ 795055 h 795054"/>
              <a:gd name="csX18" fmla="*/ 33843 w 1878314"/>
              <a:gd name="csY18" fmla="*/ 795055 h 795054"/>
              <a:gd name="csX19" fmla="*/ 35723 w 1878314"/>
              <a:gd name="csY19" fmla="*/ 795055 h 795054"/>
              <a:gd name="csX20" fmla="*/ 37604 w 1878314"/>
              <a:gd name="csY20" fmla="*/ 795055 h 795054"/>
              <a:gd name="csX21" fmla="*/ 39484 w 1878314"/>
              <a:gd name="csY21" fmla="*/ 795055 h 795054"/>
              <a:gd name="csX22" fmla="*/ 41364 w 1878314"/>
              <a:gd name="csY22" fmla="*/ 795055 h 795054"/>
              <a:gd name="csX23" fmla="*/ 43244 w 1878314"/>
              <a:gd name="csY23" fmla="*/ 795055 h 795054"/>
              <a:gd name="csX24" fmla="*/ 45124 w 1878314"/>
              <a:gd name="csY24" fmla="*/ 795055 h 795054"/>
              <a:gd name="csX25" fmla="*/ 47004 w 1878314"/>
              <a:gd name="csY25" fmla="*/ 795055 h 795054"/>
              <a:gd name="csX26" fmla="*/ 48884 w 1878314"/>
              <a:gd name="csY26" fmla="*/ 795055 h 795054"/>
              <a:gd name="csX27" fmla="*/ 50765 w 1878314"/>
              <a:gd name="csY27" fmla="*/ 795055 h 795054"/>
              <a:gd name="csX28" fmla="*/ 52645 w 1878314"/>
              <a:gd name="csY28" fmla="*/ 795055 h 795054"/>
              <a:gd name="csX29" fmla="*/ 54525 w 1878314"/>
              <a:gd name="csY29" fmla="*/ 795055 h 795054"/>
              <a:gd name="csX30" fmla="*/ 56405 w 1878314"/>
              <a:gd name="csY30" fmla="*/ 795055 h 795054"/>
              <a:gd name="csX31" fmla="*/ 58286 w 1878314"/>
              <a:gd name="csY31" fmla="*/ 795055 h 795054"/>
              <a:gd name="csX32" fmla="*/ 60166 w 1878314"/>
              <a:gd name="csY32" fmla="*/ 795055 h 795054"/>
              <a:gd name="csX33" fmla="*/ 62046 w 1878314"/>
              <a:gd name="csY33" fmla="*/ 795055 h 795054"/>
              <a:gd name="csX34" fmla="*/ 63926 w 1878314"/>
              <a:gd name="csY34" fmla="*/ 795055 h 795054"/>
              <a:gd name="csX35" fmla="*/ 65807 w 1878314"/>
              <a:gd name="csY35" fmla="*/ 795055 h 795054"/>
              <a:gd name="csX36" fmla="*/ 67686 w 1878314"/>
              <a:gd name="csY36" fmla="*/ 795055 h 795054"/>
              <a:gd name="csX37" fmla="*/ 69566 w 1878314"/>
              <a:gd name="csY37" fmla="*/ 795055 h 795054"/>
              <a:gd name="csX38" fmla="*/ 71447 w 1878314"/>
              <a:gd name="csY38" fmla="*/ 795055 h 795054"/>
              <a:gd name="csX39" fmla="*/ 73327 w 1878314"/>
              <a:gd name="csY39" fmla="*/ 795055 h 795054"/>
              <a:gd name="csX40" fmla="*/ 75207 w 1878314"/>
              <a:gd name="csY40" fmla="*/ 795055 h 795054"/>
              <a:gd name="csX41" fmla="*/ 77087 w 1878314"/>
              <a:gd name="csY41" fmla="*/ 795055 h 795054"/>
              <a:gd name="csX42" fmla="*/ 78968 w 1878314"/>
              <a:gd name="csY42" fmla="*/ 795055 h 795054"/>
              <a:gd name="csX43" fmla="*/ 80848 w 1878314"/>
              <a:gd name="csY43" fmla="*/ 795055 h 795054"/>
              <a:gd name="csX44" fmla="*/ 82728 w 1878314"/>
              <a:gd name="csY44" fmla="*/ 795055 h 795054"/>
              <a:gd name="csX45" fmla="*/ 84609 w 1878314"/>
              <a:gd name="csY45" fmla="*/ 795055 h 795054"/>
              <a:gd name="csX46" fmla="*/ 86489 w 1878314"/>
              <a:gd name="csY46" fmla="*/ 795055 h 795054"/>
              <a:gd name="csX47" fmla="*/ 88368 w 1878314"/>
              <a:gd name="csY47" fmla="*/ 795055 h 795054"/>
              <a:gd name="csX48" fmla="*/ 90248 w 1878314"/>
              <a:gd name="csY48" fmla="*/ 795055 h 795054"/>
              <a:gd name="csX49" fmla="*/ 92129 w 1878314"/>
              <a:gd name="csY49" fmla="*/ 795055 h 795054"/>
              <a:gd name="csX50" fmla="*/ 94009 w 1878314"/>
              <a:gd name="csY50" fmla="*/ 795055 h 795054"/>
              <a:gd name="csX51" fmla="*/ 95889 w 1878314"/>
              <a:gd name="csY51" fmla="*/ 795055 h 795054"/>
              <a:gd name="csX52" fmla="*/ 97769 w 1878314"/>
              <a:gd name="csY52" fmla="*/ 795055 h 795054"/>
              <a:gd name="csX53" fmla="*/ 99650 w 1878314"/>
              <a:gd name="csY53" fmla="*/ 795055 h 795054"/>
              <a:gd name="csX54" fmla="*/ 101530 w 1878314"/>
              <a:gd name="csY54" fmla="*/ 795055 h 795054"/>
              <a:gd name="csX55" fmla="*/ 103410 w 1878314"/>
              <a:gd name="csY55" fmla="*/ 795055 h 795054"/>
              <a:gd name="csX56" fmla="*/ 105291 w 1878314"/>
              <a:gd name="csY56" fmla="*/ 795055 h 795054"/>
              <a:gd name="csX57" fmla="*/ 107171 w 1878314"/>
              <a:gd name="csY57" fmla="*/ 795055 h 795054"/>
              <a:gd name="csX58" fmla="*/ 109051 w 1878314"/>
              <a:gd name="csY58" fmla="*/ 795055 h 795054"/>
              <a:gd name="csX59" fmla="*/ 110930 w 1878314"/>
              <a:gd name="csY59" fmla="*/ 795055 h 795054"/>
              <a:gd name="csX60" fmla="*/ 112811 w 1878314"/>
              <a:gd name="csY60" fmla="*/ 795055 h 795054"/>
              <a:gd name="csX61" fmla="*/ 114691 w 1878314"/>
              <a:gd name="csY61" fmla="*/ 795055 h 795054"/>
              <a:gd name="csX62" fmla="*/ 116571 w 1878314"/>
              <a:gd name="csY62" fmla="*/ 795055 h 795054"/>
              <a:gd name="csX63" fmla="*/ 118452 w 1878314"/>
              <a:gd name="csY63" fmla="*/ 795055 h 795054"/>
              <a:gd name="csX64" fmla="*/ 120332 w 1878314"/>
              <a:gd name="csY64" fmla="*/ 795055 h 795054"/>
              <a:gd name="csX65" fmla="*/ 122212 w 1878314"/>
              <a:gd name="csY65" fmla="*/ 795055 h 795054"/>
              <a:gd name="csX66" fmla="*/ 124092 w 1878314"/>
              <a:gd name="csY66" fmla="*/ 795055 h 795054"/>
              <a:gd name="csX67" fmla="*/ 125973 w 1878314"/>
              <a:gd name="csY67" fmla="*/ 795055 h 795054"/>
              <a:gd name="csX68" fmla="*/ 127853 w 1878314"/>
              <a:gd name="csY68" fmla="*/ 795055 h 795054"/>
              <a:gd name="csX69" fmla="*/ 129733 w 1878314"/>
              <a:gd name="csY69" fmla="*/ 795055 h 795054"/>
              <a:gd name="csX70" fmla="*/ 131613 w 1878314"/>
              <a:gd name="csY70" fmla="*/ 795055 h 795054"/>
              <a:gd name="csX71" fmla="*/ 133493 w 1878314"/>
              <a:gd name="csY71" fmla="*/ 795055 h 795054"/>
              <a:gd name="csX72" fmla="*/ 135373 w 1878314"/>
              <a:gd name="csY72" fmla="*/ 795055 h 795054"/>
              <a:gd name="csX73" fmla="*/ 137253 w 1878314"/>
              <a:gd name="csY73" fmla="*/ 795055 h 795054"/>
              <a:gd name="csX74" fmla="*/ 139134 w 1878314"/>
              <a:gd name="csY74" fmla="*/ 795055 h 795054"/>
              <a:gd name="csX75" fmla="*/ 141014 w 1878314"/>
              <a:gd name="csY75" fmla="*/ 795055 h 795054"/>
              <a:gd name="csX76" fmla="*/ 142894 w 1878314"/>
              <a:gd name="csY76" fmla="*/ 795055 h 795054"/>
              <a:gd name="csX77" fmla="*/ 144774 w 1878314"/>
              <a:gd name="csY77" fmla="*/ 795055 h 795054"/>
              <a:gd name="csX78" fmla="*/ 146655 w 1878314"/>
              <a:gd name="csY78" fmla="*/ 795055 h 795054"/>
              <a:gd name="csX79" fmla="*/ 148535 w 1878314"/>
              <a:gd name="csY79" fmla="*/ 795055 h 795054"/>
              <a:gd name="csX80" fmla="*/ 150415 w 1878314"/>
              <a:gd name="csY80" fmla="*/ 795055 h 795054"/>
              <a:gd name="csX81" fmla="*/ 152296 w 1878314"/>
              <a:gd name="csY81" fmla="*/ 795055 h 795054"/>
              <a:gd name="csX82" fmla="*/ 154175 w 1878314"/>
              <a:gd name="csY82" fmla="*/ 795055 h 795054"/>
              <a:gd name="csX83" fmla="*/ 156055 w 1878314"/>
              <a:gd name="csY83" fmla="*/ 795055 h 795054"/>
              <a:gd name="csX84" fmla="*/ 157935 w 1878314"/>
              <a:gd name="csY84" fmla="*/ 795055 h 795054"/>
              <a:gd name="csX85" fmla="*/ 159816 w 1878314"/>
              <a:gd name="csY85" fmla="*/ 795055 h 795054"/>
              <a:gd name="csX86" fmla="*/ 161696 w 1878314"/>
              <a:gd name="csY86" fmla="*/ 795055 h 795054"/>
              <a:gd name="csX87" fmla="*/ 163576 w 1878314"/>
              <a:gd name="csY87" fmla="*/ 795055 h 795054"/>
              <a:gd name="csX88" fmla="*/ 165457 w 1878314"/>
              <a:gd name="csY88" fmla="*/ 795055 h 795054"/>
              <a:gd name="csX89" fmla="*/ 167337 w 1878314"/>
              <a:gd name="csY89" fmla="*/ 795055 h 795054"/>
              <a:gd name="csX90" fmla="*/ 169217 w 1878314"/>
              <a:gd name="csY90" fmla="*/ 795055 h 795054"/>
              <a:gd name="csX91" fmla="*/ 171097 w 1878314"/>
              <a:gd name="csY91" fmla="*/ 795055 h 795054"/>
              <a:gd name="csX92" fmla="*/ 172978 w 1878314"/>
              <a:gd name="csY92" fmla="*/ 795055 h 795054"/>
              <a:gd name="csX93" fmla="*/ 174857 w 1878314"/>
              <a:gd name="csY93" fmla="*/ 795055 h 795054"/>
              <a:gd name="csX94" fmla="*/ 176737 w 1878314"/>
              <a:gd name="csY94" fmla="*/ 795055 h 795054"/>
              <a:gd name="csX95" fmla="*/ 178617 w 1878314"/>
              <a:gd name="csY95" fmla="*/ 795055 h 795054"/>
              <a:gd name="csX96" fmla="*/ 180498 w 1878314"/>
              <a:gd name="csY96" fmla="*/ 795055 h 795054"/>
              <a:gd name="csX97" fmla="*/ 182378 w 1878314"/>
              <a:gd name="csY97" fmla="*/ 795055 h 795054"/>
              <a:gd name="csX98" fmla="*/ 184258 w 1878314"/>
              <a:gd name="csY98" fmla="*/ 795055 h 795054"/>
              <a:gd name="csX99" fmla="*/ 186139 w 1878314"/>
              <a:gd name="csY99" fmla="*/ 795055 h 795054"/>
              <a:gd name="csX100" fmla="*/ 188019 w 1878314"/>
              <a:gd name="csY100" fmla="*/ 795055 h 795054"/>
              <a:gd name="csX101" fmla="*/ 189899 w 1878314"/>
              <a:gd name="csY101" fmla="*/ 795055 h 795054"/>
              <a:gd name="csX102" fmla="*/ 191779 w 1878314"/>
              <a:gd name="csY102" fmla="*/ 795055 h 795054"/>
              <a:gd name="csX103" fmla="*/ 193660 w 1878314"/>
              <a:gd name="csY103" fmla="*/ 795055 h 795054"/>
              <a:gd name="csX104" fmla="*/ 195540 w 1878314"/>
              <a:gd name="csY104" fmla="*/ 795055 h 795054"/>
              <a:gd name="csX105" fmla="*/ 197419 w 1878314"/>
              <a:gd name="csY105" fmla="*/ 795055 h 795054"/>
              <a:gd name="csX106" fmla="*/ 199300 w 1878314"/>
              <a:gd name="csY106" fmla="*/ 795055 h 795054"/>
              <a:gd name="csX107" fmla="*/ 201180 w 1878314"/>
              <a:gd name="csY107" fmla="*/ 795055 h 795054"/>
              <a:gd name="csX108" fmla="*/ 203060 w 1878314"/>
              <a:gd name="csY108" fmla="*/ 795055 h 795054"/>
              <a:gd name="csX109" fmla="*/ 204940 w 1878314"/>
              <a:gd name="csY109" fmla="*/ 795055 h 795054"/>
              <a:gd name="csX110" fmla="*/ 206821 w 1878314"/>
              <a:gd name="csY110" fmla="*/ 795055 h 795054"/>
              <a:gd name="csX111" fmla="*/ 208701 w 1878314"/>
              <a:gd name="csY111" fmla="*/ 795055 h 795054"/>
              <a:gd name="csX112" fmla="*/ 210581 w 1878314"/>
              <a:gd name="csY112" fmla="*/ 795055 h 795054"/>
              <a:gd name="csX113" fmla="*/ 212461 w 1878314"/>
              <a:gd name="csY113" fmla="*/ 795055 h 795054"/>
              <a:gd name="csX114" fmla="*/ 214342 w 1878314"/>
              <a:gd name="csY114" fmla="*/ 795055 h 795054"/>
              <a:gd name="csX115" fmla="*/ 216222 w 1878314"/>
              <a:gd name="csY115" fmla="*/ 795055 h 795054"/>
              <a:gd name="csX116" fmla="*/ 218101 w 1878314"/>
              <a:gd name="csY116" fmla="*/ 795055 h 795054"/>
              <a:gd name="csX117" fmla="*/ 219982 w 1878314"/>
              <a:gd name="csY117" fmla="*/ 795055 h 795054"/>
              <a:gd name="csX118" fmla="*/ 221862 w 1878314"/>
              <a:gd name="csY118" fmla="*/ 795055 h 795054"/>
              <a:gd name="csX119" fmla="*/ 223742 w 1878314"/>
              <a:gd name="csY119" fmla="*/ 795055 h 795054"/>
              <a:gd name="csX120" fmla="*/ 225622 w 1878314"/>
              <a:gd name="csY120" fmla="*/ 795055 h 795054"/>
              <a:gd name="csX121" fmla="*/ 227503 w 1878314"/>
              <a:gd name="csY121" fmla="*/ 795055 h 795054"/>
              <a:gd name="csX122" fmla="*/ 229383 w 1878314"/>
              <a:gd name="csY122" fmla="*/ 795055 h 795054"/>
              <a:gd name="csX123" fmla="*/ 231263 w 1878314"/>
              <a:gd name="csY123" fmla="*/ 795055 h 795054"/>
              <a:gd name="csX124" fmla="*/ 233144 w 1878314"/>
              <a:gd name="csY124" fmla="*/ 795055 h 795054"/>
              <a:gd name="csX125" fmla="*/ 235024 w 1878314"/>
              <a:gd name="csY125" fmla="*/ 795055 h 795054"/>
              <a:gd name="csX126" fmla="*/ 236904 w 1878314"/>
              <a:gd name="csY126" fmla="*/ 795055 h 795054"/>
              <a:gd name="csX127" fmla="*/ 238784 w 1878314"/>
              <a:gd name="csY127" fmla="*/ 795055 h 795054"/>
              <a:gd name="csX128" fmla="*/ 240664 w 1878314"/>
              <a:gd name="csY128" fmla="*/ 795055 h 795054"/>
              <a:gd name="csX129" fmla="*/ 242544 w 1878314"/>
              <a:gd name="csY129" fmla="*/ 795055 h 795054"/>
              <a:gd name="csX130" fmla="*/ 244424 w 1878314"/>
              <a:gd name="csY130" fmla="*/ 795055 h 795054"/>
              <a:gd name="csX131" fmla="*/ 246305 w 1878314"/>
              <a:gd name="csY131" fmla="*/ 795055 h 795054"/>
              <a:gd name="csX132" fmla="*/ 248185 w 1878314"/>
              <a:gd name="csY132" fmla="*/ 795055 h 795054"/>
              <a:gd name="csX133" fmla="*/ 250065 w 1878314"/>
              <a:gd name="csY133" fmla="*/ 795055 h 795054"/>
              <a:gd name="csX134" fmla="*/ 251945 w 1878314"/>
              <a:gd name="csY134" fmla="*/ 795055 h 795054"/>
              <a:gd name="csX135" fmla="*/ 253826 w 1878314"/>
              <a:gd name="csY135" fmla="*/ 795055 h 795054"/>
              <a:gd name="csX136" fmla="*/ 255706 w 1878314"/>
              <a:gd name="csY136" fmla="*/ 795055 h 795054"/>
              <a:gd name="csX137" fmla="*/ 257586 w 1878314"/>
              <a:gd name="csY137" fmla="*/ 795055 h 795054"/>
              <a:gd name="csX138" fmla="*/ 259466 w 1878314"/>
              <a:gd name="csY138" fmla="*/ 795055 h 795054"/>
              <a:gd name="csX139" fmla="*/ 261346 w 1878314"/>
              <a:gd name="csY139" fmla="*/ 795055 h 795054"/>
              <a:gd name="csX140" fmla="*/ 263226 w 1878314"/>
              <a:gd name="csY140" fmla="*/ 795055 h 795054"/>
              <a:gd name="csX141" fmla="*/ 265106 w 1878314"/>
              <a:gd name="csY141" fmla="*/ 795055 h 795054"/>
              <a:gd name="csX142" fmla="*/ 266987 w 1878314"/>
              <a:gd name="csY142" fmla="*/ 795055 h 795054"/>
              <a:gd name="csX143" fmla="*/ 268867 w 1878314"/>
              <a:gd name="csY143" fmla="*/ 795055 h 795054"/>
              <a:gd name="csX144" fmla="*/ 270747 w 1878314"/>
              <a:gd name="csY144" fmla="*/ 795055 h 795054"/>
              <a:gd name="csX145" fmla="*/ 272627 w 1878314"/>
              <a:gd name="csY145" fmla="*/ 795055 h 795054"/>
              <a:gd name="csX146" fmla="*/ 274508 w 1878314"/>
              <a:gd name="csY146" fmla="*/ 795055 h 795054"/>
              <a:gd name="csX147" fmla="*/ 276388 w 1878314"/>
              <a:gd name="csY147" fmla="*/ 795055 h 795054"/>
              <a:gd name="csX148" fmla="*/ 278268 w 1878314"/>
              <a:gd name="csY148" fmla="*/ 795055 h 795054"/>
              <a:gd name="csX149" fmla="*/ 280148 w 1878314"/>
              <a:gd name="csY149" fmla="*/ 795055 h 795054"/>
              <a:gd name="csX150" fmla="*/ 282029 w 1878314"/>
              <a:gd name="csY150" fmla="*/ 795055 h 795054"/>
              <a:gd name="csX151" fmla="*/ 283908 w 1878314"/>
              <a:gd name="csY151" fmla="*/ 795055 h 795054"/>
              <a:gd name="csX152" fmla="*/ 285788 w 1878314"/>
              <a:gd name="csY152" fmla="*/ 795055 h 795054"/>
              <a:gd name="csX153" fmla="*/ 287669 w 1878314"/>
              <a:gd name="csY153" fmla="*/ 795055 h 795054"/>
              <a:gd name="csX154" fmla="*/ 289549 w 1878314"/>
              <a:gd name="csY154" fmla="*/ 795055 h 795054"/>
              <a:gd name="csX155" fmla="*/ 291429 w 1878314"/>
              <a:gd name="csY155" fmla="*/ 795055 h 795054"/>
              <a:gd name="csX156" fmla="*/ 293309 w 1878314"/>
              <a:gd name="csY156" fmla="*/ 795055 h 795054"/>
              <a:gd name="csX157" fmla="*/ 295190 w 1878314"/>
              <a:gd name="csY157" fmla="*/ 795055 h 795054"/>
              <a:gd name="csX158" fmla="*/ 297070 w 1878314"/>
              <a:gd name="csY158" fmla="*/ 795055 h 795054"/>
              <a:gd name="csX159" fmla="*/ 298950 w 1878314"/>
              <a:gd name="csY159" fmla="*/ 795055 h 795054"/>
              <a:gd name="csX160" fmla="*/ 300831 w 1878314"/>
              <a:gd name="csY160" fmla="*/ 795055 h 795054"/>
              <a:gd name="csX161" fmla="*/ 302711 w 1878314"/>
              <a:gd name="csY161" fmla="*/ 795055 h 795054"/>
              <a:gd name="csX162" fmla="*/ 304590 w 1878314"/>
              <a:gd name="csY162" fmla="*/ 795055 h 795054"/>
              <a:gd name="csX163" fmla="*/ 306470 w 1878314"/>
              <a:gd name="csY163" fmla="*/ 795055 h 795054"/>
              <a:gd name="csX164" fmla="*/ 308351 w 1878314"/>
              <a:gd name="csY164" fmla="*/ 795055 h 795054"/>
              <a:gd name="csX165" fmla="*/ 310231 w 1878314"/>
              <a:gd name="csY165" fmla="*/ 795055 h 795054"/>
              <a:gd name="csX166" fmla="*/ 312111 w 1878314"/>
              <a:gd name="csY166" fmla="*/ 795055 h 795054"/>
              <a:gd name="csX167" fmla="*/ 313992 w 1878314"/>
              <a:gd name="csY167" fmla="*/ 795055 h 795054"/>
              <a:gd name="csX168" fmla="*/ 315872 w 1878314"/>
              <a:gd name="csY168" fmla="*/ 795055 h 795054"/>
              <a:gd name="csX169" fmla="*/ 317752 w 1878314"/>
              <a:gd name="csY169" fmla="*/ 795055 h 795054"/>
              <a:gd name="csX170" fmla="*/ 319632 w 1878314"/>
              <a:gd name="csY170" fmla="*/ 795055 h 795054"/>
              <a:gd name="csX171" fmla="*/ 321513 w 1878314"/>
              <a:gd name="csY171" fmla="*/ 795055 h 795054"/>
              <a:gd name="csX172" fmla="*/ 323393 w 1878314"/>
              <a:gd name="csY172" fmla="*/ 795055 h 795054"/>
              <a:gd name="csX173" fmla="*/ 325273 w 1878314"/>
              <a:gd name="csY173" fmla="*/ 795055 h 795054"/>
              <a:gd name="csX174" fmla="*/ 327153 w 1878314"/>
              <a:gd name="csY174" fmla="*/ 795055 h 795054"/>
              <a:gd name="csX175" fmla="*/ 329033 w 1878314"/>
              <a:gd name="csY175" fmla="*/ 795055 h 795054"/>
              <a:gd name="csX176" fmla="*/ 330913 w 1878314"/>
              <a:gd name="csY176" fmla="*/ 795055 h 795054"/>
              <a:gd name="csX177" fmla="*/ 332793 w 1878314"/>
              <a:gd name="csY177" fmla="*/ 795055 h 795054"/>
              <a:gd name="csX178" fmla="*/ 334674 w 1878314"/>
              <a:gd name="csY178" fmla="*/ 795055 h 795054"/>
              <a:gd name="csX179" fmla="*/ 336554 w 1878314"/>
              <a:gd name="csY179" fmla="*/ 795055 h 795054"/>
              <a:gd name="csX180" fmla="*/ 338434 w 1878314"/>
              <a:gd name="csY180" fmla="*/ 795055 h 795054"/>
              <a:gd name="csX181" fmla="*/ 340314 w 1878314"/>
              <a:gd name="csY181" fmla="*/ 795055 h 795054"/>
              <a:gd name="csX182" fmla="*/ 342195 w 1878314"/>
              <a:gd name="csY182" fmla="*/ 795055 h 795054"/>
              <a:gd name="csX183" fmla="*/ 344075 w 1878314"/>
              <a:gd name="csY183" fmla="*/ 795055 h 795054"/>
              <a:gd name="csX184" fmla="*/ 345955 w 1878314"/>
              <a:gd name="csY184" fmla="*/ 795055 h 795054"/>
              <a:gd name="csX185" fmla="*/ 347835 w 1878314"/>
              <a:gd name="csY185" fmla="*/ 795055 h 795054"/>
              <a:gd name="csX186" fmla="*/ 349715 w 1878314"/>
              <a:gd name="csY186" fmla="*/ 795055 h 795054"/>
              <a:gd name="csX187" fmla="*/ 351595 w 1878314"/>
              <a:gd name="csY187" fmla="*/ 795055 h 795054"/>
              <a:gd name="csX188" fmla="*/ 353475 w 1878314"/>
              <a:gd name="csY188" fmla="*/ 795055 h 795054"/>
              <a:gd name="csX189" fmla="*/ 355356 w 1878314"/>
              <a:gd name="csY189" fmla="*/ 795055 h 795054"/>
              <a:gd name="csX190" fmla="*/ 357236 w 1878314"/>
              <a:gd name="csY190" fmla="*/ 795055 h 795054"/>
              <a:gd name="csX191" fmla="*/ 359116 w 1878314"/>
              <a:gd name="csY191" fmla="*/ 795055 h 795054"/>
              <a:gd name="csX192" fmla="*/ 360996 w 1878314"/>
              <a:gd name="csY192" fmla="*/ 795055 h 795054"/>
              <a:gd name="csX193" fmla="*/ 362877 w 1878314"/>
              <a:gd name="csY193" fmla="*/ 795055 h 795054"/>
              <a:gd name="csX194" fmla="*/ 364757 w 1878314"/>
              <a:gd name="csY194" fmla="*/ 795055 h 795054"/>
              <a:gd name="csX195" fmla="*/ 366637 w 1878314"/>
              <a:gd name="csY195" fmla="*/ 795055 h 795054"/>
              <a:gd name="csX196" fmla="*/ 368518 w 1878314"/>
              <a:gd name="csY196" fmla="*/ 795055 h 795054"/>
              <a:gd name="csX197" fmla="*/ 370397 w 1878314"/>
              <a:gd name="csY197" fmla="*/ 795055 h 795054"/>
              <a:gd name="csX198" fmla="*/ 372277 w 1878314"/>
              <a:gd name="csY198" fmla="*/ 795055 h 795054"/>
              <a:gd name="csX199" fmla="*/ 374157 w 1878314"/>
              <a:gd name="csY199" fmla="*/ 795055 h 795054"/>
              <a:gd name="csX200" fmla="*/ 376038 w 1878314"/>
              <a:gd name="csY200" fmla="*/ 795055 h 795054"/>
              <a:gd name="csX201" fmla="*/ 377918 w 1878314"/>
              <a:gd name="csY201" fmla="*/ 795055 h 795054"/>
              <a:gd name="csX202" fmla="*/ 379798 w 1878314"/>
              <a:gd name="csY202" fmla="*/ 795055 h 795054"/>
              <a:gd name="csX203" fmla="*/ 381679 w 1878314"/>
              <a:gd name="csY203" fmla="*/ 795055 h 795054"/>
              <a:gd name="csX204" fmla="*/ 383559 w 1878314"/>
              <a:gd name="csY204" fmla="*/ 795055 h 795054"/>
              <a:gd name="csX205" fmla="*/ 385439 w 1878314"/>
              <a:gd name="csY205" fmla="*/ 795055 h 795054"/>
              <a:gd name="csX206" fmla="*/ 387319 w 1878314"/>
              <a:gd name="csY206" fmla="*/ 795055 h 795054"/>
              <a:gd name="csX207" fmla="*/ 389200 w 1878314"/>
              <a:gd name="csY207" fmla="*/ 795055 h 795054"/>
              <a:gd name="csX208" fmla="*/ 391079 w 1878314"/>
              <a:gd name="csY208" fmla="*/ 795055 h 795054"/>
              <a:gd name="csX209" fmla="*/ 392959 w 1878314"/>
              <a:gd name="csY209" fmla="*/ 795055 h 795054"/>
              <a:gd name="csX210" fmla="*/ 394840 w 1878314"/>
              <a:gd name="csY210" fmla="*/ 795055 h 795054"/>
              <a:gd name="csX211" fmla="*/ 396720 w 1878314"/>
              <a:gd name="csY211" fmla="*/ 795055 h 795054"/>
              <a:gd name="csX212" fmla="*/ 398600 w 1878314"/>
              <a:gd name="csY212" fmla="*/ 795055 h 795054"/>
              <a:gd name="csX213" fmla="*/ 400480 w 1878314"/>
              <a:gd name="csY213" fmla="*/ 795055 h 795054"/>
              <a:gd name="csX214" fmla="*/ 402361 w 1878314"/>
              <a:gd name="csY214" fmla="*/ 795055 h 795054"/>
              <a:gd name="csX215" fmla="*/ 404241 w 1878314"/>
              <a:gd name="csY215" fmla="*/ 795055 h 795054"/>
              <a:gd name="csX216" fmla="*/ 406121 w 1878314"/>
              <a:gd name="csY216" fmla="*/ 795055 h 795054"/>
              <a:gd name="csX217" fmla="*/ 408001 w 1878314"/>
              <a:gd name="csY217" fmla="*/ 795055 h 795054"/>
              <a:gd name="csX218" fmla="*/ 409882 w 1878314"/>
              <a:gd name="csY218" fmla="*/ 795055 h 795054"/>
              <a:gd name="csX219" fmla="*/ 411762 w 1878314"/>
              <a:gd name="csY219" fmla="*/ 795055 h 795054"/>
              <a:gd name="csX220" fmla="*/ 413641 w 1878314"/>
              <a:gd name="csY220" fmla="*/ 795055 h 795054"/>
              <a:gd name="csX221" fmla="*/ 415522 w 1878314"/>
              <a:gd name="csY221" fmla="*/ 795055 h 795054"/>
              <a:gd name="csX222" fmla="*/ 417402 w 1878314"/>
              <a:gd name="csY222" fmla="*/ 795055 h 795054"/>
              <a:gd name="csX223" fmla="*/ 419282 w 1878314"/>
              <a:gd name="csY223" fmla="*/ 795055 h 795054"/>
              <a:gd name="csX224" fmla="*/ 421162 w 1878314"/>
              <a:gd name="csY224" fmla="*/ 795055 h 795054"/>
              <a:gd name="csX225" fmla="*/ 423043 w 1878314"/>
              <a:gd name="csY225" fmla="*/ 795055 h 795054"/>
              <a:gd name="csX226" fmla="*/ 424923 w 1878314"/>
              <a:gd name="csY226" fmla="*/ 795055 h 795054"/>
              <a:gd name="csX227" fmla="*/ 426803 w 1878314"/>
              <a:gd name="csY227" fmla="*/ 795055 h 795054"/>
              <a:gd name="csX228" fmla="*/ 428684 w 1878314"/>
              <a:gd name="csY228" fmla="*/ 795055 h 795054"/>
              <a:gd name="csX229" fmla="*/ 430564 w 1878314"/>
              <a:gd name="csY229" fmla="*/ 795055 h 795054"/>
              <a:gd name="csX230" fmla="*/ 432444 w 1878314"/>
              <a:gd name="csY230" fmla="*/ 795055 h 795054"/>
              <a:gd name="csX231" fmla="*/ 434323 w 1878314"/>
              <a:gd name="csY231" fmla="*/ 795055 h 795054"/>
              <a:gd name="csX232" fmla="*/ 436204 w 1878314"/>
              <a:gd name="csY232" fmla="*/ 795055 h 795054"/>
              <a:gd name="csX233" fmla="*/ 438084 w 1878314"/>
              <a:gd name="csY233" fmla="*/ 795055 h 795054"/>
              <a:gd name="csX234" fmla="*/ 439964 w 1878314"/>
              <a:gd name="csY234" fmla="*/ 795055 h 795054"/>
              <a:gd name="csX235" fmla="*/ 441844 w 1878314"/>
              <a:gd name="csY235" fmla="*/ 795055 h 795054"/>
              <a:gd name="csX236" fmla="*/ 443725 w 1878314"/>
              <a:gd name="csY236" fmla="*/ 795055 h 795054"/>
              <a:gd name="csX237" fmla="*/ 445605 w 1878314"/>
              <a:gd name="csY237" fmla="*/ 795055 h 795054"/>
              <a:gd name="csX238" fmla="*/ 447485 w 1878314"/>
              <a:gd name="csY238" fmla="*/ 795055 h 795054"/>
              <a:gd name="csX239" fmla="*/ 449366 w 1878314"/>
              <a:gd name="csY239" fmla="*/ 795055 h 795054"/>
              <a:gd name="csX240" fmla="*/ 451246 w 1878314"/>
              <a:gd name="csY240" fmla="*/ 795055 h 795054"/>
              <a:gd name="csX241" fmla="*/ 453126 w 1878314"/>
              <a:gd name="csY241" fmla="*/ 795055 h 795054"/>
              <a:gd name="csX242" fmla="*/ 455006 w 1878314"/>
              <a:gd name="csY242" fmla="*/ 795055 h 795054"/>
              <a:gd name="csX243" fmla="*/ 456886 w 1878314"/>
              <a:gd name="csY243" fmla="*/ 795055 h 795054"/>
              <a:gd name="csX244" fmla="*/ 458766 w 1878314"/>
              <a:gd name="csY244" fmla="*/ 795055 h 795054"/>
              <a:gd name="csX245" fmla="*/ 460646 w 1878314"/>
              <a:gd name="csY245" fmla="*/ 795055 h 795054"/>
              <a:gd name="csX246" fmla="*/ 462527 w 1878314"/>
              <a:gd name="csY246" fmla="*/ 795055 h 795054"/>
              <a:gd name="csX247" fmla="*/ 464407 w 1878314"/>
              <a:gd name="csY247" fmla="*/ 795055 h 795054"/>
              <a:gd name="csX248" fmla="*/ 466287 w 1878314"/>
              <a:gd name="csY248" fmla="*/ 795055 h 795054"/>
              <a:gd name="csX249" fmla="*/ 468167 w 1878314"/>
              <a:gd name="csY249" fmla="*/ 795055 h 795054"/>
              <a:gd name="csX250" fmla="*/ 470048 w 1878314"/>
              <a:gd name="csY250" fmla="*/ 795055 h 795054"/>
              <a:gd name="csX251" fmla="*/ 471928 w 1878314"/>
              <a:gd name="csY251" fmla="*/ 795055 h 795054"/>
              <a:gd name="csX252" fmla="*/ 473808 w 1878314"/>
              <a:gd name="csY252" fmla="*/ 795055 h 795054"/>
              <a:gd name="csX253" fmla="*/ 475688 w 1878314"/>
              <a:gd name="csY253" fmla="*/ 795055 h 795054"/>
              <a:gd name="csX254" fmla="*/ 477568 w 1878314"/>
              <a:gd name="csY254" fmla="*/ 795055 h 795054"/>
              <a:gd name="csX255" fmla="*/ 479448 w 1878314"/>
              <a:gd name="csY255" fmla="*/ 795055 h 795054"/>
              <a:gd name="csX256" fmla="*/ 481328 w 1878314"/>
              <a:gd name="csY256" fmla="*/ 795055 h 795054"/>
              <a:gd name="csX257" fmla="*/ 483209 w 1878314"/>
              <a:gd name="csY257" fmla="*/ 795055 h 795054"/>
              <a:gd name="csX258" fmla="*/ 485089 w 1878314"/>
              <a:gd name="csY258" fmla="*/ 795055 h 795054"/>
              <a:gd name="csX259" fmla="*/ 486969 w 1878314"/>
              <a:gd name="csY259" fmla="*/ 795055 h 795054"/>
              <a:gd name="csX260" fmla="*/ 488849 w 1878314"/>
              <a:gd name="csY260" fmla="*/ 795055 h 795054"/>
              <a:gd name="csX261" fmla="*/ 490730 w 1878314"/>
              <a:gd name="csY261" fmla="*/ 795055 h 795054"/>
              <a:gd name="csX262" fmla="*/ 492610 w 1878314"/>
              <a:gd name="csY262" fmla="*/ 795055 h 795054"/>
              <a:gd name="csX263" fmla="*/ 494490 w 1878314"/>
              <a:gd name="csY263" fmla="*/ 795055 h 795054"/>
              <a:gd name="csX264" fmla="*/ 496371 w 1878314"/>
              <a:gd name="csY264" fmla="*/ 795055 h 795054"/>
              <a:gd name="csX265" fmla="*/ 498251 w 1878314"/>
              <a:gd name="csY265" fmla="*/ 795055 h 795054"/>
              <a:gd name="csX266" fmla="*/ 500130 w 1878314"/>
              <a:gd name="csY266" fmla="*/ 795055 h 795054"/>
              <a:gd name="csX267" fmla="*/ 502010 w 1878314"/>
              <a:gd name="csY267" fmla="*/ 795055 h 795054"/>
              <a:gd name="csX268" fmla="*/ 503891 w 1878314"/>
              <a:gd name="csY268" fmla="*/ 795055 h 795054"/>
              <a:gd name="csX269" fmla="*/ 505771 w 1878314"/>
              <a:gd name="csY269" fmla="*/ 795055 h 795054"/>
              <a:gd name="csX270" fmla="*/ 507651 w 1878314"/>
              <a:gd name="csY270" fmla="*/ 795055 h 795054"/>
              <a:gd name="csX271" fmla="*/ 509531 w 1878314"/>
              <a:gd name="csY271" fmla="*/ 795055 h 795054"/>
              <a:gd name="csX272" fmla="*/ 511412 w 1878314"/>
              <a:gd name="csY272" fmla="*/ 795055 h 795054"/>
              <a:gd name="csX273" fmla="*/ 513292 w 1878314"/>
              <a:gd name="csY273" fmla="*/ 795055 h 795054"/>
              <a:gd name="csX274" fmla="*/ 515172 w 1878314"/>
              <a:gd name="csY274" fmla="*/ 795055 h 795054"/>
              <a:gd name="csX275" fmla="*/ 517053 w 1878314"/>
              <a:gd name="csY275" fmla="*/ 795055 h 795054"/>
              <a:gd name="csX276" fmla="*/ 518933 w 1878314"/>
              <a:gd name="csY276" fmla="*/ 795055 h 795054"/>
              <a:gd name="csX277" fmla="*/ 520812 w 1878314"/>
              <a:gd name="csY277" fmla="*/ 795055 h 795054"/>
              <a:gd name="csX278" fmla="*/ 522692 w 1878314"/>
              <a:gd name="csY278" fmla="*/ 795055 h 795054"/>
              <a:gd name="csX279" fmla="*/ 524573 w 1878314"/>
              <a:gd name="csY279" fmla="*/ 795055 h 795054"/>
              <a:gd name="csX280" fmla="*/ 526453 w 1878314"/>
              <a:gd name="csY280" fmla="*/ 795055 h 795054"/>
              <a:gd name="csX281" fmla="*/ 528333 w 1878314"/>
              <a:gd name="csY281" fmla="*/ 795055 h 795054"/>
              <a:gd name="csX282" fmla="*/ 530214 w 1878314"/>
              <a:gd name="csY282" fmla="*/ 795055 h 795054"/>
              <a:gd name="csX283" fmla="*/ 532094 w 1878314"/>
              <a:gd name="csY283" fmla="*/ 795055 h 795054"/>
              <a:gd name="csX284" fmla="*/ 533974 w 1878314"/>
              <a:gd name="csY284" fmla="*/ 795055 h 795054"/>
              <a:gd name="csX285" fmla="*/ 535854 w 1878314"/>
              <a:gd name="csY285" fmla="*/ 795055 h 795054"/>
              <a:gd name="csX286" fmla="*/ 537735 w 1878314"/>
              <a:gd name="csY286" fmla="*/ 795055 h 795054"/>
              <a:gd name="csX287" fmla="*/ 539615 w 1878314"/>
              <a:gd name="csY287" fmla="*/ 795055 h 795054"/>
              <a:gd name="csX288" fmla="*/ 541495 w 1878314"/>
              <a:gd name="csY288" fmla="*/ 795055 h 795054"/>
              <a:gd name="csX289" fmla="*/ 543375 w 1878314"/>
              <a:gd name="csY289" fmla="*/ 795055 h 795054"/>
              <a:gd name="csX290" fmla="*/ 545255 w 1878314"/>
              <a:gd name="csY290" fmla="*/ 795055 h 795054"/>
              <a:gd name="csX291" fmla="*/ 547135 w 1878314"/>
              <a:gd name="csY291" fmla="*/ 795055 h 795054"/>
              <a:gd name="csX292" fmla="*/ 549015 w 1878314"/>
              <a:gd name="csY292" fmla="*/ 795055 h 795054"/>
              <a:gd name="csX293" fmla="*/ 550896 w 1878314"/>
              <a:gd name="csY293" fmla="*/ 795055 h 795054"/>
              <a:gd name="csX294" fmla="*/ 552776 w 1878314"/>
              <a:gd name="csY294" fmla="*/ 795055 h 795054"/>
              <a:gd name="csX295" fmla="*/ 554656 w 1878314"/>
              <a:gd name="csY295" fmla="*/ 795055 h 795054"/>
              <a:gd name="csX296" fmla="*/ 556536 w 1878314"/>
              <a:gd name="csY296" fmla="*/ 795055 h 795054"/>
              <a:gd name="csX297" fmla="*/ 558417 w 1878314"/>
              <a:gd name="csY297" fmla="*/ 795055 h 795054"/>
              <a:gd name="csX298" fmla="*/ 560297 w 1878314"/>
              <a:gd name="csY298" fmla="*/ 795055 h 795054"/>
              <a:gd name="csX299" fmla="*/ 562177 w 1878314"/>
              <a:gd name="csY299" fmla="*/ 795055 h 795054"/>
              <a:gd name="csX300" fmla="*/ 564057 w 1878314"/>
              <a:gd name="csY300" fmla="*/ 795055 h 795054"/>
              <a:gd name="csX301" fmla="*/ 565937 w 1878314"/>
              <a:gd name="csY301" fmla="*/ 795055 h 795054"/>
              <a:gd name="csX302" fmla="*/ 567817 w 1878314"/>
              <a:gd name="csY302" fmla="*/ 795055 h 795054"/>
              <a:gd name="csX303" fmla="*/ 569697 w 1878314"/>
              <a:gd name="csY303" fmla="*/ 795055 h 795054"/>
              <a:gd name="csX304" fmla="*/ 571578 w 1878314"/>
              <a:gd name="csY304" fmla="*/ 795055 h 795054"/>
              <a:gd name="csX305" fmla="*/ 573458 w 1878314"/>
              <a:gd name="csY305" fmla="*/ 795055 h 795054"/>
              <a:gd name="csX306" fmla="*/ 575338 w 1878314"/>
              <a:gd name="csY306" fmla="*/ 795055 h 795054"/>
              <a:gd name="csX307" fmla="*/ 577219 w 1878314"/>
              <a:gd name="csY307" fmla="*/ 795055 h 795054"/>
              <a:gd name="csX308" fmla="*/ 579099 w 1878314"/>
              <a:gd name="csY308" fmla="*/ 795055 h 795054"/>
              <a:gd name="csX309" fmla="*/ 580979 w 1878314"/>
              <a:gd name="csY309" fmla="*/ 795055 h 795054"/>
              <a:gd name="csX310" fmla="*/ 582859 w 1878314"/>
              <a:gd name="csY310" fmla="*/ 795055 h 795054"/>
              <a:gd name="csX311" fmla="*/ 584740 w 1878314"/>
              <a:gd name="csY311" fmla="*/ 795055 h 795054"/>
              <a:gd name="csX312" fmla="*/ 586619 w 1878314"/>
              <a:gd name="csY312" fmla="*/ 795055 h 795054"/>
              <a:gd name="csX313" fmla="*/ 588499 w 1878314"/>
              <a:gd name="csY313" fmla="*/ 795055 h 795054"/>
              <a:gd name="csX314" fmla="*/ 590379 w 1878314"/>
              <a:gd name="csY314" fmla="*/ 795055 h 795054"/>
              <a:gd name="csX315" fmla="*/ 592260 w 1878314"/>
              <a:gd name="csY315" fmla="*/ 795055 h 795054"/>
              <a:gd name="csX316" fmla="*/ 594140 w 1878314"/>
              <a:gd name="csY316" fmla="*/ 795055 h 795054"/>
              <a:gd name="csX317" fmla="*/ 596020 w 1878314"/>
              <a:gd name="csY317" fmla="*/ 795055 h 795054"/>
              <a:gd name="csX318" fmla="*/ 597901 w 1878314"/>
              <a:gd name="csY318" fmla="*/ 795055 h 795054"/>
              <a:gd name="csX319" fmla="*/ 599781 w 1878314"/>
              <a:gd name="csY319" fmla="*/ 795055 h 795054"/>
              <a:gd name="csX320" fmla="*/ 601661 w 1878314"/>
              <a:gd name="csY320" fmla="*/ 795055 h 795054"/>
              <a:gd name="csX321" fmla="*/ 603541 w 1878314"/>
              <a:gd name="csY321" fmla="*/ 795055 h 795054"/>
              <a:gd name="csX322" fmla="*/ 605422 w 1878314"/>
              <a:gd name="csY322" fmla="*/ 795055 h 795054"/>
              <a:gd name="csX323" fmla="*/ 607301 w 1878314"/>
              <a:gd name="csY323" fmla="*/ 795055 h 795054"/>
              <a:gd name="csX324" fmla="*/ 609181 w 1878314"/>
              <a:gd name="csY324" fmla="*/ 795055 h 795054"/>
              <a:gd name="csX325" fmla="*/ 611062 w 1878314"/>
              <a:gd name="csY325" fmla="*/ 795055 h 795054"/>
              <a:gd name="csX326" fmla="*/ 612942 w 1878314"/>
              <a:gd name="csY326" fmla="*/ 795055 h 795054"/>
              <a:gd name="csX327" fmla="*/ 614822 w 1878314"/>
              <a:gd name="csY327" fmla="*/ 795055 h 795054"/>
              <a:gd name="csX328" fmla="*/ 616702 w 1878314"/>
              <a:gd name="csY328" fmla="*/ 795055 h 795054"/>
              <a:gd name="csX329" fmla="*/ 618583 w 1878314"/>
              <a:gd name="csY329" fmla="*/ 795055 h 795054"/>
              <a:gd name="csX330" fmla="*/ 620463 w 1878314"/>
              <a:gd name="csY330" fmla="*/ 795055 h 795054"/>
              <a:gd name="csX331" fmla="*/ 622342 w 1878314"/>
              <a:gd name="csY331" fmla="*/ 795055 h 795054"/>
              <a:gd name="csX332" fmla="*/ 624224 w 1878314"/>
              <a:gd name="csY332" fmla="*/ 795055 h 795054"/>
              <a:gd name="csX333" fmla="*/ 626107 w 1878314"/>
              <a:gd name="csY333" fmla="*/ 795055 h 795054"/>
              <a:gd name="csX334" fmla="*/ 627979 w 1878314"/>
              <a:gd name="csY334" fmla="*/ 795055 h 795054"/>
              <a:gd name="csX335" fmla="*/ 629861 w 1878314"/>
              <a:gd name="csY335" fmla="*/ 795055 h 795054"/>
              <a:gd name="csX336" fmla="*/ 631744 w 1878314"/>
              <a:gd name="csY336" fmla="*/ 795055 h 795054"/>
              <a:gd name="csX337" fmla="*/ 633626 w 1878314"/>
              <a:gd name="csY337" fmla="*/ 795055 h 795054"/>
              <a:gd name="csX338" fmla="*/ 635508 w 1878314"/>
              <a:gd name="csY338" fmla="*/ 795055 h 795054"/>
              <a:gd name="csX339" fmla="*/ 637381 w 1878314"/>
              <a:gd name="csY339" fmla="*/ 795055 h 795054"/>
              <a:gd name="csX340" fmla="*/ 639263 w 1878314"/>
              <a:gd name="csY340" fmla="*/ 795055 h 795054"/>
              <a:gd name="csX341" fmla="*/ 641145 w 1878314"/>
              <a:gd name="csY341" fmla="*/ 795055 h 795054"/>
              <a:gd name="csX342" fmla="*/ 643027 w 1878314"/>
              <a:gd name="csY342" fmla="*/ 795055 h 795054"/>
              <a:gd name="csX343" fmla="*/ 644909 w 1878314"/>
              <a:gd name="csY343" fmla="*/ 795055 h 795054"/>
              <a:gd name="csX344" fmla="*/ 646782 w 1878314"/>
              <a:gd name="csY344" fmla="*/ 795055 h 795054"/>
              <a:gd name="csX345" fmla="*/ 648664 w 1878314"/>
              <a:gd name="csY345" fmla="*/ 795055 h 795054"/>
              <a:gd name="csX346" fmla="*/ 650546 w 1878314"/>
              <a:gd name="csY346" fmla="*/ 795055 h 795054"/>
              <a:gd name="csX347" fmla="*/ 652429 w 1878314"/>
              <a:gd name="csY347" fmla="*/ 795055 h 795054"/>
              <a:gd name="csX348" fmla="*/ 654311 w 1878314"/>
              <a:gd name="csY348" fmla="*/ 795055 h 795054"/>
              <a:gd name="csX349" fmla="*/ 656183 w 1878314"/>
              <a:gd name="csY349" fmla="*/ 795055 h 795054"/>
              <a:gd name="csX350" fmla="*/ 658066 w 1878314"/>
              <a:gd name="csY350" fmla="*/ 795055 h 795054"/>
              <a:gd name="csX351" fmla="*/ 659948 w 1878314"/>
              <a:gd name="csY351" fmla="*/ 795055 h 795054"/>
              <a:gd name="csX352" fmla="*/ 661830 w 1878314"/>
              <a:gd name="csY352" fmla="*/ 795055 h 795054"/>
              <a:gd name="csX353" fmla="*/ 663703 w 1878314"/>
              <a:gd name="csY353" fmla="*/ 795055 h 795054"/>
              <a:gd name="csX354" fmla="*/ 665585 w 1878314"/>
              <a:gd name="csY354" fmla="*/ 795055 h 795054"/>
              <a:gd name="csX355" fmla="*/ 667467 w 1878314"/>
              <a:gd name="csY355" fmla="*/ 795055 h 795054"/>
              <a:gd name="csX356" fmla="*/ 669349 w 1878314"/>
              <a:gd name="csY356" fmla="*/ 795055 h 795054"/>
              <a:gd name="csX357" fmla="*/ 671231 w 1878314"/>
              <a:gd name="csY357" fmla="*/ 795055 h 795054"/>
              <a:gd name="csX358" fmla="*/ 673104 w 1878314"/>
              <a:gd name="csY358" fmla="*/ 795055 h 795054"/>
              <a:gd name="csX359" fmla="*/ 674986 w 1878314"/>
              <a:gd name="csY359" fmla="*/ 795055 h 795054"/>
              <a:gd name="csX360" fmla="*/ 676868 w 1878314"/>
              <a:gd name="csY360" fmla="*/ 795055 h 795054"/>
              <a:gd name="csX361" fmla="*/ 678751 w 1878314"/>
              <a:gd name="csY361" fmla="*/ 795055 h 795054"/>
              <a:gd name="csX362" fmla="*/ 680633 w 1878314"/>
              <a:gd name="csY362" fmla="*/ 795055 h 795054"/>
              <a:gd name="csX363" fmla="*/ 682505 w 1878314"/>
              <a:gd name="csY363" fmla="*/ 795055 h 795054"/>
              <a:gd name="csX364" fmla="*/ 684387 w 1878314"/>
              <a:gd name="csY364" fmla="*/ 795055 h 795054"/>
              <a:gd name="csX365" fmla="*/ 686270 w 1878314"/>
              <a:gd name="csY365" fmla="*/ 795055 h 795054"/>
              <a:gd name="csX366" fmla="*/ 688152 w 1878314"/>
              <a:gd name="csY366" fmla="*/ 795055 h 795054"/>
              <a:gd name="csX367" fmla="*/ 690034 w 1878314"/>
              <a:gd name="csY367" fmla="*/ 795055 h 795054"/>
              <a:gd name="csX368" fmla="*/ 691907 w 1878314"/>
              <a:gd name="csY368" fmla="*/ 795055 h 795054"/>
              <a:gd name="csX369" fmla="*/ 693789 w 1878314"/>
              <a:gd name="csY369" fmla="*/ 795055 h 795054"/>
              <a:gd name="csX370" fmla="*/ 695671 w 1878314"/>
              <a:gd name="csY370" fmla="*/ 795055 h 795054"/>
              <a:gd name="csX371" fmla="*/ 697553 w 1878314"/>
              <a:gd name="csY371" fmla="*/ 795055 h 795054"/>
              <a:gd name="csX372" fmla="*/ 699435 w 1878314"/>
              <a:gd name="csY372" fmla="*/ 795055 h 795054"/>
              <a:gd name="csX373" fmla="*/ 701308 w 1878314"/>
              <a:gd name="csY373" fmla="*/ 795055 h 795054"/>
              <a:gd name="csX374" fmla="*/ 703190 w 1878314"/>
              <a:gd name="csY374" fmla="*/ 795055 h 795054"/>
              <a:gd name="csX375" fmla="*/ 705072 w 1878314"/>
              <a:gd name="csY375" fmla="*/ 795055 h 795054"/>
              <a:gd name="csX376" fmla="*/ 706955 w 1878314"/>
              <a:gd name="csY376" fmla="*/ 795055 h 795054"/>
              <a:gd name="csX377" fmla="*/ 708827 w 1878314"/>
              <a:gd name="csY377" fmla="*/ 795055 h 795054"/>
              <a:gd name="csX378" fmla="*/ 710709 w 1878314"/>
              <a:gd name="csY378" fmla="*/ 795055 h 795054"/>
              <a:gd name="csX379" fmla="*/ 712592 w 1878314"/>
              <a:gd name="csY379" fmla="*/ 795055 h 795054"/>
              <a:gd name="csX380" fmla="*/ 714474 w 1878314"/>
              <a:gd name="csY380" fmla="*/ 795055 h 795054"/>
              <a:gd name="csX381" fmla="*/ 716356 w 1878314"/>
              <a:gd name="csY381" fmla="*/ 795055 h 795054"/>
              <a:gd name="csX382" fmla="*/ 718229 w 1878314"/>
              <a:gd name="csY382" fmla="*/ 795055 h 795054"/>
              <a:gd name="csX383" fmla="*/ 720111 w 1878314"/>
              <a:gd name="csY383" fmla="*/ 795055 h 795054"/>
              <a:gd name="csX384" fmla="*/ 721993 w 1878314"/>
              <a:gd name="csY384" fmla="*/ 795055 h 795054"/>
              <a:gd name="csX385" fmla="*/ 723875 w 1878314"/>
              <a:gd name="csY385" fmla="*/ 795055 h 795054"/>
              <a:gd name="csX386" fmla="*/ 725757 w 1878314"/>
              <a:gd name="csY386" fmla="*/ 795055 h 795054"/>
              <a:gd name="csX387" fmla="*/ 727630 w 1878314"/>
              <a:gd name="csY387" fmla="*/ 795055 h 795054"/>
              <a:gd name="csX388" fmla="*/ 729512 w 1878314"/>
              <a:gd name="csY388" fmla="*/ 795055 h 795054"/>
              <a:gd name="csX389" fmla="*/ 731394 w 1878314"/>
              <a:gd name="csY389" fmla="*/ 795055 h 795054"/>
              <a:gd name="csX390" fmla="*/ 733277 w 1878314"/>
              <a:gd name="csY390" fmla="*/ 795055 h 795054"/>
              <a:gd name="csX391" fmla="*/ 735159 w 1878314"/>
              <a:gd name="csY391" fmla="*/ 795055 h 795054"/>
              <a:gd name="csX392" fmla="*/ 737031 w 1878314"/>
              <a:gd name="csY392" fmla="*/ 795055 h 795054"/>
              <a:gd name="csX393" fmla="*/ 738914 w 1878314"/>
              <a:gd name="csY393" fmla="*/ 795055 h 795054"/>
              <a:gd name="csX394" fmla="*/ 740796 w 1878314"/>
              <a:gd name="csY394" fmla="*/ 795055 h 795054"/>
              <a:gd name="csX395" fmla="*/ 742678 w 1878314"/>
              <a:gd name="csY395" fmla="*/ 795055 h 795054"/>
              <a:gd name="csX396" fmla="*/ 744560 w 1878314"/>
              <a:gd name="csY396" fmla="*/ 795055 h 795054"/>
              <a:gd name="csX397" fmla="*/ 746433 w 1878314"/>
              <a:gd name="csY397" fmla="*/ 795055 h 795054"/>
              <a:gd name="csX398" fmla="*/ 748315 w 1878314"/>
              <a:gd name="csY398" fmla="*/ 795055 h 795054"/>
              <a:gd name="csX399" fmla="*/ 750197 w 1878314"/>
              <a:gd name="csY399" fmla="*/ 795055 h 795054"/>
              <a:gd name="csX400" fmla="*/ 752079 w 1878314"/>
              <a:gd name="csY400" fmla="*/ 795055 h 795054"/>
              <a:gd name="csX401" fmla="*/ 753952 w 1878314"/>
              <a:gd name="csY401" fmla="*/ 795055 h 795054"/>
              <a:gd name="csX402" fmla="*/ 755834 w 1878314"/>
              <a:gd name="csY402" fmla="*/ 795055 h 795054"/>
              <a:gd name="csX403" fmla="*/ 757716 w 1878314"/>
              <a:gd name="csY403" fmla="*/ 795055 h 795054"/>
              <a:gd name="csX404" fmla="*/ 759598 w 1878314"/>
              <a:gd name="csY404" fmla="*/ 795055 h 795054"/>
              <a:gd name="csX405" fmla="*/ 761481 w 1878314"/>
              <a:gd name="csY405" fmla="*/ 795055 h 795054"/>
              <a:gd name="csX406" fmla="*/ 763353 w 1878314"/>
              <a:gd name="csY406" fmla="*/ 795055 h 795054"/>
              <a:gd name="csX407" fmla="*/ 765235 w 1878314"/>
              <a:gd name="csY407" fmla="*/ 795055 h 795054"/>
              <a:gd name="csX408" fmla="*/ 767118 w 1878314"/>
              <a:gd name="csY408" fmla="*/ 795055 h 795054"/>
              <a:gd name="csX409" fmla="*/ 769000 w 1878314"/>
              <a:gd name="csY409" fmla="*/ 795055 h 795054"/>
              <a:gd name="csX410" fmla="*/ 770882 w 1878314"/>
              <a:gd name="csY410" fmla="*/ 795055 h 795054"/>
              <a:gd name="csX411" fmla="*/ 772755 w 1878314"/>
              <a:gd name="csY411" fmla="*/ 795055 h 795054"/>
              <a:gd name="csX412" fmla="*/ 774637 w 1878314"/>
              <a:gd name="csY412" fmla="*/ 795055 h 795054"/>
              <a:gd name="csX413" fmla="*/ 776519 w 1878314"/>
              <a:gd name="csY413" fmla="*/ 795055 h 795054"/>
              <a:gd name="csX414" fmla="*/ 778401 w 1878314"/>
              <a:gd name="csY414" fmla="*/ 795055 h 795054"/>
              <a:gd name="csX415" fmla="*/ 780283 w 1878314"/>
              <a:gd name="csY415" fmla="*/ 795055 h 795054"/>
              <a:gd name="csX416" fmla="*/ 782156 w 1878314"/>
              <a:gd name="csY416" fmla="*/ 795055 h 795054"/>
              <a:gd name="csX417" fmla="*/ 784038 w 1878314"/>
              <a:gd name="csY417" fmla="*/ 795055 h 795054"/>
              <a:gd name="csX418" fmla="*/ 785920 w 1878314"/>
              <a:gd name="csY418" fmla="*/ 795055 h 795054"/>
              <a:gd name="csX419" fmla="*/ 787803 w 1878314"/>
              <a:gd name="csY419" fmla="*/ 795055 h 795054"/>
              <a:gd name="csX420" fmla="*/ 789685 w 1878314"/>
              <a:gd name="csY420" fmla="*/ 795055 h 795054"/>
              <a:gd name="csX421" fmla="*/ 791557 w 1878314"/>
              <a:gd name="csY421" fmla="*/ 795055 h 795054"/>
              <a:gd name="csX422" fmla="*/ 793440 w 1878314"/>
              <a:gd name="csY422" fmla="*/ 795055 h 795054"/>
              <a:gd name="csX423" fmla="*/ 795322 w 1878314"/>
              <a:gd name="csY423" fmla="*/ 795055 h 795054"/>
              <a:gd name="csX424" fmla="*/ 797204 w 1878314"/>
              <a:gd name="csY424" fmla="*/ 795055 h 795054"/>
              <a:gd name="csX425" fmla="*/ 799077 w 1878314"/>
              <a:gd name="csY425" fmla="*/ 795055 h 795054"/>
              <a:gd name="csX426" fmla="*/ 800959 w 1878314"/>
              <a:gd name="csY426" fmla="*/ 795055 h 795054"/>
              <a:gd name="csX427" fmla="*/ 802841 w 1878314"/>
              <a:gd name="csY427" fmla="*/ 795055 h 795054"/>
              <a:gd name="csX428" fmla="*/ 804723 w 1878314"/>
              <a:gd name="csY428" fmla="*/ 795055 h 795054"/>
              <a:gd name="csX429" fmla="*/ 806605 w 1878314"/>
              <a:gd name="csY429" fmla="*/ 795055 h 795054"/>
              <a:gd name="csX430" fmla="*/ 808478 w 1878314"/>
              <a:gd name="csY430" fmla="*/ 795055 h 795054"/>
              <a:gd name="csX431" fmla="*/ 810360 w 1878314"/>
              <a:gd name="csY431" fmla="*/ 795055 h 795054"/>
              <a:gd name="csX432" fmla="*/ 812242 w 1878314"/>
              <a:gd name="csY432" fmla="*/ 795055 h 795054"/>
              <a:gd name="csX433" fmla="*/ 814125 w 1878314"/>
              <a:gd name="csY433" fmla="*/ 795055 h 795054"/>
              <a:gd name="csX434" fmla="*/ 816007 w 1878314"/>
              <a:gd name="csY434" fmla="*/ 795055 h 795054"/>
              <a:gd name="csX435" fmla="*/ 817879 w 1878314"/>
              <a:gd name="csY435" fmla="*/ 795045 h 795054"/>
              <a:gd name="csX436" fmla="*/ 819762 w 1878314"/>
              <a:gd name="csY436" fmla="*/ 795045 h 795054"/>
              <a:gd name="csX437" fmla="*/ 821644 w 1878314"/>
              <a:gd name="csY437" fmla="*/ 795045 h 795054"/>
              <a:gd name="csX438" fmla="*/ 823526 w 1878314"/>
              <a:gd name="csY438" fmla="*/ 795045 h 795054"/>
              <a:gd name="csX439" fmla="*/ 825408 w 1878314"/>
              <a:gd name="csY439" fmla="*/ 795045 h 795054"/>
              <a:gd name="csX440" fmla="*/ 827281 w 1878314"/>
              <a:gd name="csY440" fmla="*/ 795045 h 795054"/>
              <a:gd name="csX441" fmla="*/ 829163 w 1878314"/>
              <a:gd name="csY441" fmla="*/ 795045 h 795054"/>
              <a:gd name="csX442" fmla="*/ 831045 w 1878314"/>
              <a:gd name="csY442" fmla="*/ 795045 h 795054"/>
              <a:gd name="csX443" fmla="*/ 832927 w 1878314"/>
              <a:gd name="csY443" fmla="*/ 795045 h 795054"/>
              <a:gd name="csX444" fmla="*/ 834800 w 1878314"/>
              <a:gd name="csY444" fmla="*/ 795035 h 795054"/>
              <a:gd name="csX445" fmla="*/ 836682 w 1878314"/>
              <a:gd name="csY445" fmla="*/ 795035 h 795054"/>
              <a:gd name="csX446" fmla="*/ 838564 w 1878314"/>
              <a:gd name="csY446" fmla="*/ 795035 h 795054"/>
              <a:gd name="csX447" fmla="*/ 840446 w 1878314"/>
              <a:gd name="csY447" fmla="*/ 795035 h 795054"/>
              <a:gd name="csX448" fmla="*/ 842329 w 1878314"/>
              <a:gd name="csY448" fmla="*/ 795035 h 795054"/>
              <a:gd name="csX449" fmla="*/ 844201 w 1878314"/>
              <a:gd name="csY449" fmla="*/ 795026 h 795054"/>
              <a:gd name="csX450" fmla="*/ 846083 w 1878314"/>
              <a:gd name="csY450" fmla="*/ 795026 h 795054"/>
              <a:gd name="csX451" fmla="*/ 847966 w 1878314"/>
              <a:gd name="csY451" fmla="*/ 795026 h 795054"/>
              <a:gd name="csX452" fmla="*/ 849848 w 1878314"/>
              <a:gd name="csY452" fmla="*/ 795016 h 795054"/>
              <a:gd name="csX453" fmla="*/ 851730 w 1878314"/>
              <a:gd name="csY453" fmla="*/ 795016 h 795054"/>
              <a:gd name="csX454" fmla="*/ 853603 w 1878314"/>
              <a:gd name="csY454" fmla="*/ 795016 h 795054"/>
              <a:gd name="csX455" fmla="*/ 855485 w 1878314"/>
              <a:gd name="csY455" fmla="*/ 795006 h 795054"/>
              <a:gd name="csX456" fmla="*/ 857367 w 1878314"/>
              <a:gd name="csY456" fmla="*/ 795006 h 795054"/>
              <a:gd name="csX457" fmla="*/ 859249 w 1878314"/>
              <a:gd name="csY457" fmla="*/ 794997 h 795054"/>
              <a:gd name="csX458" fmla="*/ 861131 w 1878314"/>
              <a:gd name="csY458" fmla="*/ 794997 h 795054"/>
              <a:gd name="csX459" fmla="*/ 863004 w 1878314"/>
              <a:gd name="csY459" fmla="*/ 794987 h 795054"/>
              <a:gd name="csX460" fmla="*/ 864886 w 1878314"/>
              <a:gd name="csY460" fmla="*/ 794987 h 795054"/>
              <a:gd name="csX461" fmla="*/ 866768 w 1878314"/>
              <a:gd name="csY461" fmla="*/ 794977 h 795054"/>
              <a:gd name="csX462" fmla="*/ 868651 w 1878314"/>
              <a:gd name="csY462" fmla="*/ 794967 h 795054"/>
              <a:gd name="csX463" fmla="*/ 870533 w 1878314"/>
              <a:gd name="csY463" fmla="*/ 794958 h 795054"/>
              <a:gd name="csX464" fmla="*/ 872405 w 1878314"/>
              <a:gd name="csY464" fmla="*/ 794948 h 795054"/>
              <a:gd name="csX465" fmla="*/ 874288 w 1878314"/>
              <a:gd name="csY465" fmla="*/ 794948 h 795054"/>
              <a:gd name="csX466" fmla="*/ 876170 w 1878314"/>
              <a:gd name="csY466" fmla="*/ 794929 h 795054"/>
              <a:gd name="csX467" fmla="*/ 878052 w 1878314"/>
              <a:gd name="csY467" fmla="*/ 794919 h 795054"/>
              <a:gd name="csX468" fmla="*/ 879925 w 1878314"/>
              <a:gd name="csY468" fmla="*/ 794909 h 795054"/>
              <a:gd name="csX469" fmla="*/ 881807 w 1878314"/>
              <a:gd name="csY469" fmla="*/ 794900 h 795054"/>
              <a:gd name="csX470" fmla="*/ 883689 w 1878314"/>
              <a:gd name="csY470" fmla="*/ 794890 h 795054"/>
              <a:gd name="csX471" fmla="*/ 885571 w 1878314"/>
              <a:gd name="csY471" fmla="*/ 794870 h 795054"/>
              <a:gd name="csX472" fmla="*/ 887453 w 1878314"/>
              <a:gd name="csY472" fmla="*/ 794851 h 795054"/>
              <a:gd name="csX473" fmla="*/ 889326 w 1878314"/>
              <a:gd name="csY473" fmla="*/ 794841 h 795054"/>
              <a:gd name="csX474" fmla="*/ 891208 w 1878314"/>
              <a:gd name="csY474" fmla="*/ 794822 h 795054"/>
              <a:gd name="csX475" fmla="*/ 893090 w 1878314"/>
              <a:gd name="csY475" fmla="*/ 794803 h 795054"/>
              <a:gd name="csX476" fmla="*/ 894973 w 1878314"/>
              <a:gd name="csY476" fmla="*/ 794783 h 795054"/>
              <a:gd name="csX477" fmla="*/ 896855 w 1878314"/>
              <a:gd name="csY477" fmla="*/ 794754 h 795054"/>
              <a:gd name="csX478" fmla="*/ 898727 w 1878314"/>
              <a:gd name="csY478" fmla="*/ 794735 h 795054"/>
              <a:gd name="csX479" fmla="*/ 900609 w 1878314"/>
              <a:gd name="csY479" fmla="*/ 794706 h 795054"/>
              <a:gd name="csX480" fmla="*/ 902492 w 1878314"/>
              <a:gd name="csY480" fmla="*/ 794676 h 795054"/>
              <a:gd name="csX481" fmla="*/ 904374 w 1878314"/>
              <a:gd name="csY481" fmla="*/ 794647 h 795054"/>
              <a:gd name="csX482" fmla="*/ 906256 w 1878314"/>
              <a:gd name="csY482" fmla="*/ 794618 h 795054"/>
              <a:gd name="csX483" fmla="*/ 908129 w 1878314"/>
              <a:gd name="csY483" fmla="*/ 794579 h 795054"/>
              <a:gd name="csX484" fmla="*/ 910011 w 1878314"/>
              <a:gd name="csY484" fmla="*/ 794541 h 795054"/>
              <a:gd name="csX485" fmla="*/ 911893 w 1878314"/>
              <a:gd name="csY485" fmla="*/ 794502 h 795054"/>
              <a:gd name="csX486" fmla="*/ 913775 w 1878314"/>
              <a:gd name="csY486" fmla="*/ 794463 h 795054"/>
              <a:gd name="csX487" fmla="*/ 915657 w 1878314"/>
              <a:gd name="csY487" fmla="*/ 794415 h 795054"/>
              <a:gd name="csX488" fmla="*/ 917530 w 1878314"/>
              <a:gd name="csY488" fmla="*/ 794366 h 795054"/>
              <a:gd name="csX489" fmla="*/ 919412 w 1878314"/>
              <a:gd name="csY489" fmla="*/ 794318 h 795054"/>
              <a:gd name="csX490" fmla="*/ 921294 w 1878314"/>
              <a:gd name="csY490" fmla="*/ 794259 h 795054"/>
              <a:gd name="csX491" fmla="*/ 923177 w 1878314"/>
              <a:gd name="csY491" fmla="*/ 794201 h 795054"/>
              <a:gd name="csX492" fmla="*/ 925049 w 1878314"/>
              <a:gd name="csY492" fmla="*/ 794133 h 795054"/>
              <a:gd name="csX493" fmla="*/ 926931 w 1878314"/>
              <a:gd name="csY493" fmla="*/ 794065 h 795054"/>
              <a:gd name="csX494" fmla="*/ 928814 w 1878314"/>
              <a:gd name="csY494" fmla="*/ 793988 h 795054"/>
              <a:gd name="csX495" fmla="*/ 930696 w 1878314"/>
              <a:gd name="csY495" fmla="*/ 793910 h 795054"/>
              <a:gd name="csX496" fmla="*/ 932578 w 1878314"/>
              <a:gd name="csY496" fmla="*/ 793823 h 795054"/>
              <a:gd name="csX497" fmla="*/ 934451 w 1878314"/>
              <a:gd name="csY497" fmla="*/ 793735 h 795054"/>
              <a:gd name="csX498" fmla="*/ 936333 w 1878314"/>
              <a:gd name="csY498" fmla="*/ 793638 h 795054"/>
              <a:gd name="csX499" fmla="*/ 938215 w 1878314"/>
              <a:gd name="csY499" fmla="*/ 793541 h 795054"/>
              <a:gd name="csX500" fmla="*/ 940097 w 1878314"/>
              <a:gd name="csY500" fmla="*/ 793435 h 795054"/>
              <a:gd name="csX501" fmla="*/ 941979 w 1878314"/>
              <a:gd name="csY501" fmla="*/ 793318 h 795054"/>
              <a:gd name="csX502" fmla="*/ 943852 w 1878314"/>
              <a:gd name="csY502" fmla="*/ 793192 h 795054"/>
              <a:gd name="csX503" fmla="*/ 945734 w 1878314"/>
              <a:gd name="csY503" fmla="*/ 793056 h 795054"/>
              <a:gd name="csX504" fmla="*/ 947616 w 1878314"/>
              <a:gd name="csY504" fmla="*/ 792920 h 795054"/>
              <a:gd name="csX505" fmla="*/ 949499 w 1878314"/>
              <a:gd name="csY505" fmla="*/ 792775 h 795054"/>
              <a:gd name="csX506" fmla="*/ 951381 w 1878314"/>
              <a:gd name="csY506" fmla="*/ 792610 h 795054"/>
              <a:gd name="csX507" fmla="*/ 953253 w 1878314"/>
              <a:gd name="csY507" fmla="*/ 792445 h 795054"/>
              <a:gd name="csX508" fmla="*/ 955136 w 1878314"/>
              <a:gd name="csY508" fmla="*/ 792261 h 795054"/>
              <a:gd name="csX509" fmla="*/ 957018 w 1878314"/>
              <a:gd name="csY509" fmla="*/ 792076 h 795054"/>
              <a:gd name="csX510" fmla="*/ 958900 w 1878314"/>
              <a:gd name="csY510" fmla="*/ 791873 h 795054"/>
              <a:gd name="csX511" fmla="*/ 960782 w 1878314"/>
              <a:gd name="csY511" fmla="*/ 791659 h 795054"/>
              <a:gd name="csX512" fmla="*/ 962655 w 1878314"/>
              <a:gd name="csY512" fmla="*/ 791436 h 795054"/>
              <a:gd name="csX513" fmla="*/ 964537 w 1878314"/>
              <a:gd name="csY513" fmla="*/ 791193 h 795054"/>
              <a:gd name="csX514" fmla="*/ 966419 w 1878314"/>
              <a:gd name="csY514" fmla="*/ 790941 h 795054"/>
              <a:gd name="csX515" fmla="*/ 968301 w 1878314"/>
              <a:gd name="csY515" fmla="*/ 790669 h 795054"/>
              <a:gd name="csX516" fmla="*/ 970174 w 1878314"/>
              <a:gd name="csY516" fmla="*/ 790378 h 795054"/>
              <a:gd name="csX517" fmla="*/ 972056 w 1878314"/>
              <a:gd name="csY517" fmla="*/ 790078 h 795054"/>
              <a:gd name="csX518" fmla="*/ 973938 w 1878314"/>
              <a:gd name="csY518" fmla="*/ 789757 h 795054"/>
              <a:gd name="csX519" fmla="*/ 975820 w 1878314"/>
              <a:gd name="csY519" fmla="*/ 789418 h 795054"/>
              <a:gd name="csX520" fmla="*/ 977703 w 1878314"/>
              <a:gd name="csY520" fmla="*/ 789059 h 795054"/>
              <a:gd name="csX521" fmla="*/ 979575 w 1878314"/>
              <a:gd name="csY521" fmla="*/ 788681 h 795054"/>
              <a:gd name="csX522" fmla="*/ 981458 w 1878314"/>
              <a:gd name="csY522" fmla="*/ 788283 h 795054"/>
              <a:gd name="csX523" fmla="*/ 983340 w 1878314"/>
              <a:gd name="csY523" fmla="*/ 787866 h 795054"/>
              <a:gd name="csX524" fmla="*/ 985222 w 1878314"/>
              <a:gd name="csY524" fmla="*/ 787419 h 795054"/>
              <a:gd name="csX525" fmla="*/ 987104 w 1878314"/>
              <a:gd name="csY525" fmla="*/ 786944 h 795054"/>
              <a:gd name="csX526" fmla="*/ 988977 w 1878314"/>
              <a:gd name="csY526" fmla="*/ 786449 h 795054"/>
              <a:gd name="csX527" fmla="*/ 990859 w 1878314"/>
              <a:gd name="csY527" fmla="*/ 785925 h 795054"/>
              <a:gd name="csX528" fmla="*/ 992741 w 1878314"/>
              <a:gd name="csY528" fmla="*/ 785382 h 795054"/>
              <a:gd name="csX529" fmla="*/ 994623 w 1878314"/>
              <a:gd name="csY529" fmla="*/ 784800 h 795054"/>
              <a:gd name="csX530" fmla="*/ 996506 w 1878314"/>
              <a:gd name="csY530" fmla="*/ 784188 h 795054"/>
              <a:gd name="csX531" fmla="*/ 998378 w 1878314"/>
              <a:gd name="csY531" fmla="*/ 783548 h 795054"/>
              <a:gd name="csX532" fmla="*/ 1000260 w 1878314"/>
              <a:gd name="csY532" fmla="*/ 782879 h 795054"/>
              <a:gd name="csX533" fmla="*/ 1002142 w 1878314"/>
              <a:gd name="csY533" fmla="*/ 782170 h 795054"/>
              <a:gd name="csX534" fmla="*/ 1004025 w 1878314"/>
              <a:gd name="csY534" fmla="*/ 781423 h 795054"/>
              <a:gd name="csX535" fmla="*/ 1005907 w 1878314"/>
              <a:gd name="csY535" fmla="*/ 780637 h 795054"/>
              <a:gd name="csX536" fmla="*/ 1007779 w 1878314"/>
              <a:gd name="csY536" fmla="*/ 779822 h 795054"/>
              <a:gd name="csX537" fmla="*/ 1009662 w 1878314"/>
              <a:gd name="csY537" fmla="*/ 778959 h 795054"/>
              <a:gd name="csX538" fmla="*/ 1011544 w 1878314"/>
              <a:gd name="csY538" fmla="*/ 778057 h 795054"/>
              <a:gd name="csX539" fmla="*/ 1013426 w 1878314"/>
              <a:gd name="csY539" fmla="*/ 777106 h 795054"/>
              <a:gd name="csX540" fmla="*/ 1015299 w 1878314"/>
              <a:gd name="csY540" fmla="*/ 776116 h 795054"/>
              <a:gd name="csX541" fmla="*/ 1017181 w 1878314"/>
              <a:gd name="csY541" fmla="*/ 775078 h 795054"/>
              <a:gd name="csX542" fmla="*/ 1019063 w 1878314"/>
              <a:gd name="csY542" fmla="*/ 773982 h 795054"/>
              <a:gd name="csX543" fmla="*/ 1020945 w 1878314"/>
              <a:gd name="csY543" fmla="*/ 772847 h 795054"/>
              <a:gd name="csX544" fmla="*/ 1022827 w 1878314"/>
              <a:gd name="csY544" fmla="*/ 771653 h 795054"/>
              <a:gd name="csX545" fmla="*/ 1024700 w 1878314"/>
              <a:gd name="csY545" fmla="*/ 770402 h 795054"/>
              <a:gd name="csX546" fmla="*/ 1026582 w 1878314"/>
              <a:gd name="csY546" fmla="*/ 769102 h 795054"/>
              <a:gd name="csX547" fmla="*/ 1028464 w 1878314"/>
              <a:gd name="csY547" fmla="*/ 767734 h 795054"/>
              <a:gd name="csX548" fmla="*/ 1030347 w 1878314"/>
              <a:gd name="csY548" fmla="*/ 766317 h 795054"/>
              <a:gd name="csX549" fmla="*/ 1032229 w 1878314"/>
              <a:gd name="csY549" fmla="*/ 764833 h 795054"/>
              <a:gd name="csX550" fmla="*/ 1034101 w 1878314"/>
              <a:gd name="csY550" fmla="*/ 763280 h 795054"/>
              <a:gd name="csX551" fmla="*/ 1035984 w 1878314"/>
              <a:gd name="csY551" fmla="*/ 761660 h 795054"/>
              <a:gd name="csX552" fmla="*/ 1037866 w 1878314"/>
              <a:gd name="csY552" fmla="*/ 759982 h 795054"/>
              <a:gd name="csX553" fmla="*/ 1039748 w 1878314"/>
              <a:gd name="csY553" fmla="*/ 758225 h 795054"/>
              <a:gd name="csX554" fmla="*/ 1041630 w 1878314"/>
              <a:gd name="csY554" fmla="*/ 756392 h 795054"/>
              <a:gd name="csX555" fmla="*/ 1043503 w 1878314"/>
              <a:gd name="csY555" fmla="*/ 754490 h 795054"/>
              <a:gd name="csX556" fmla="*/ 1045385 w 1878314"/>
              <a:gd name="csY556" fmla="*/ 752511 h 795054"/>
              <a:gd name="csX557" fmla="*/ 1047267 w 1878314"/>
              <a:gd name="csY557" fmla="*/ 750444 h 795054"/>
              <a:gd name="csX558" fmla="*/ 1049149 w 1878314"/>
              <a:gd name="csY558" fmla="*/ 748300 h 795054"/>
              <a:gd name="csX559" fmla="*/ 1051022 w 1878314"/>
              <a:gd name="csY559" fmla="*/ 746078 h 795054"/>
              <a:gd name="csX560" fmla="*/ 1052904 w 1878314"/>
              <a:gd name="csY560" fmla="*/ 743760 h 795054"/>
              <a:gd name="csX561" fmla="*/ 1054786 w 1878314"/>
              <a:gd name="csY561" fmla="*/ 741363 h 795054"/>
              <a:gd name="csX562" fmla="*/ 1056669 w 1878314"/>
              <a:gd name="csY562" fmla="*/ 738870 h 795054"/>
              <a:gd name="csX563" fmla="*/ 1058551 w 1878314"/>
              <a:gd name="csY563" fmla="*/ 736279 h 795054"/>
              <a:gd name="csX564" fmla="*/ 1060423 w 1878314"/>
              <a:gd name="csY564" fmla="*/ 733601 h 795054"/>
              <a:gd name="csX565" fmla="*/ 1062305 w 1878314"/>
              <a:gd name="csY565" fmla="*/ 730817 h 795054"/>
              <a:gd name="csX566" fmla="*/ 1064188 w 1878314"/>
              <a:gd name="csY566" fmla="*/ 727945 h 795054"/>
              <a:gd name="csX567" fmla="*/ 1066070 w 1878314"/>
              <a:gd name="csY567" fmla="*/ 724966 h 795054"/>
              <a:gd name="csX568" fmla="*/ 1067952 w 1878314"/>
              <a:gd name="csY568" fmla="*/ 721881 h 795054"/>
              <a:gd name="csX569" fmla="*/ 1069825 w 1878314"/>
              <a:gd name="csY569" fmla="*/ 718689 h 795054"/>
              <a:gd name="csX570" fmla="*/ 1071707 w 1878314"/>
              <a:gd name="csY570" fmla="*/ 715390 h 795054"/>
              <a:gd name="csX571" fmla="*/ 1073589 w 1878314"/>
              <a:gd name="csY571" fmla="*/ 711975 h 795054"/>
              <a:gd name="csX572" fmla="*/ 1075471 w 1878314"/>
              <a:gd name="csY572" fmla="*/ 708454 h 795054"/>
              <a:gd name="csX573" fmla="*/ 1077354 w 1878314"/>
              <a:gd name="csY573" fmla="*/ 704815 h 795054"/>
              <a:gd name="csX574" fmla="*/ 1079226 w 1878314"/>
              <a:gd name="csY574" fmla="*/ 701061 h 795054"/>
              <a:gd name="csX575" fmla="*/ 1081108 w 1878314"/>
              <a:gd name="csY575" fmla="*/ 697189 h 795054"/>
              <a:gd name="csX576" fmla="*/ 1082990 w 1878314"/>
              <a:gd name="csY576" fmla="*/ 693202 h 795054"/>
              <a:gd name="csX577" fmla="*/ 1084873 w 1878314"/>
              <a:gd name="csY577" fmla="*/ 689088 h 795054"/>
              <a:gd name="csX578" fmla="*/ 1086755 w 1878314"/>
              <a:gd name="csY578" fmla="*/ 684848 h 795054"/>
              <a:gd name="csX579" fmla="*/ 1088627 w 1878314"/>
              <a:gd name="csY579" fmla="*/ 680482 h 795054"/>
              <a:gd name="csX580" fmla="*/ 1090510 w 1878314"/>
              <a:gd name="csY580" fmla="*/ 676000 h 795054"/>
              <a:gd name="csX581" fmla="*/ 1092392 w 1878314"/>
              <a:gd name="csY581" fmla="*/ 671372 h 795054"/>
              <a:gd name="csX582" fmla="*/ 1094274 w 1878314"/>
              <a:gd name="csY582" fmla="*/ 666627 h 795054"/>
              <a:gd name="csX583" fmla="*/ 1096147 w 1878314"/>
              <a:gd name="csY583" fmla="*/ 661747 h 795054"/>
              <a:gd name="csX584" fmla="*/ 1098029 w 1878314"/>
              <a:gd name="csY584" fmla="*/ 656741 h 795054"/>
              <a:gd name="csX585" fmla="*/ 1099911 w 1878314"/>
              <a:gd name="csY585" fmla="*/ 651599 h 795054"/>
              <a:gd name="csX586" fmla="*/ 1101793 w 1878314"/>
              <a:gd name="csY586" fmla="*/ 646311 h 795054"/>
              <a:gd name="csX587" fmla="*/ 1103675 w 1878314"/>
              <a:gd name="csY587" fmla="*/ 640907 h 795054"/>
              <a:gd name="csX588" fmla="*/ 1105548 w 1878314"/>
              <a:gd name="csY588" fmla="*/ 635358 h 795054"/>
              <a:gd name="csX589" fmla="*/ 1107430 w 1878314"/>
              <a:gd name="csY589" fmla="*/ 629672 h 795054"/>
              <a:gd name="csX590" fmla="*/ 1109312 w 1878314"/>
              <a:gd name="csY590" fmla="*/ 623851 h 795054"/>
              <a:gd name="csX591" fmla="*/ 1111195 w 1878314"/>
              <a:gd name="csY591" fmla="*/ 617894 h 795054"/>
              <a:gd name="csX592" fmla="*/ 1113077 w 1878314"/>
              <a:gd name="csY592" fmla="*/ 611801 h 795054"/>
              <a:gd name="csX593" fmla="*/ 1114949 w 1878314"/>
              <a:gd name="csY593" fmla="*/ 605572 h 795054"/>
              <a:gd name="csX594" fmla="*/ 1116831 w 1878314"/>
              <a:gd name="csY594" fmla="*/ 599198 h 795054"/>
              <a:gd name="csX595" fmla="*/ 1118714 w 1878314"/>
              <a:gd name="csY595" fmla="*/ 592697 h 795054"/>
              <a:gd name="csX596" fmla="*/ 1120596 w 1878314"/>
              <a:gd name="csY596" fmla="*/ 586061 h 795054"/>
              <a:gd name="csX597" fmla="*/ 1122478 w 1878314"/>
              <a:gd name="csY597" fmla="*/ 579289 h 795054"/>
              <a:gd name="csX598" fmla="*/ 1124351 w 1878314"/>
              <a:gd name="csY598" fmla="*/ 572381 h 795054"/>
              <a:gd name="csX599" fmla="*/ 1126233 w 1878314"/>
              <a:gd name="csY599" fmla="*/ 565337 h 795054"/>
              <a:gd name="csX600" fmla="*/ 1128115 w 1878314"/>
              <a:gd name="csY600" fmla="*/ 558167 h 795054"/>
              <a:gd name="csX601" fmla="*/ 1129997 w 1878314"/>
              <a:gd name="csY601" fmla="*/ 550871 h 795054"/>
              <a:gd name="csX602" fmla="*/ 1131880 w 1878314"/>
              <a:gd name="csY602" fmla="*/ 543439 h 795054"/>
              <a:gd name="csX603" fmla="*/ 1133752 w 1878314"/>
              <a:gd name="csY603" fmla="*/ 535891 h 795054"/>
              <a:gd name="csX604" fmla="*/ 1135634 w 1878314"/>
              <a:gd name="csY604" fmla="*/ 528207 h 795054"/>
              <a:gd name="csX605" fmla="*/ 1137517 w 1878314"/>
              <a:gd name="csY605" fmla="*/ 520407 h 795054"/>
              <a:gd name="csX606" fmla="*/ 1139399 w 1878314"/>
              <a:gd name="csY606" fmla="*/ 512490 h 795054"/>
              <a:gd name="csX607" fmla="*/ 1141271 w 1878314"/>
              <a:gd name="csY607" fmla="*/ 504456 h 795054"/>
              <a:gd name="csX608" fmla="*/ 1143153 w 1878314"/>
              <a:gd name="csY608" fmla="*/ 496306 h 795054"/>
              <a:gd name="csX609" fmla="*/ 1145036 w 1878314"/>
              <a:gd name="csY609" fmla="*/ 488050 h 795054"/>
              <a:gd name="csX610" fmla="*/ 1146918 w 1878314"/>
              <a:gd name="csY610" fmla="*/ 479687 h 795054"/>
              <a:gd name="csX611" fmla="*/ 1148800 w 1878314"/>
              <a:gd name="csY611" fmla="*/ 471217 h 795054"/>
              <a:gd name="csX612" fmla="*/ 1150673 w 1878314"/>
              <a:gd name="csY612" fmla="*/ 462645 h 795054"/>
              <a:gd name="csX613" fmla="*/ 1152555 w 1878314"/>
              <a:gd name="csY613" fmla="*/ 453982 h 795054"/>
              <a:gd name="csX614" fmla="*/ 1154437 w 1878314"/>
              <a:gd name="csY614" fmla="*/ 445227 h 795054"/>
              <a:gd name="csX615" fmla="*/ 1156319 w 1878314"/>
              <a:gd name="csY615" fmla="*/ 436386 h 795054"/>
              <a:gd name="csX616" fmla="*/ 1158201 w 1878314"/>
              <a:gd name="csY616" fmla="*/ 427463 h 795054"/>
              <a:gd name="csX617" fmla="*/ 1160074 w 1878314"/>
              <a:gd name="csY617" fmla="*/ 418463 h 795054"/>
              <a:gd name="csX618" fmla="*/ 1161956 w 1878314"/>
              <a:gd name="csY618" fmla="*/ 409393 h 795054"/>
              <a:gd name="csX619" fmla="*/ 1163838 w 1878314"/>
              <a:gd name="csY619" fmla="*/ 400254 h 795054"/>
              <a:gd name="csX620" fmla="*/ 1165721 w 1878314"/>
              <a:gd name="csY620" fmla="*/ 391056 h 795054"/>
              <a:gd name="csX621" fmla="*/ 1167603 w 1878314"/>
              <a:gd name="csY621" fmla="*/ 381803 h 795054"/>
              <a:gd name="csX622" fmla="*/ 1169475 w 1878314"/>
              <a:gd name="csY622" fmla="*/ 372499 h 795054"/>
              <a:gd name="csX623" fmla="*/ 1171358 w 1878314"/>
              <a:gd name="csY623" fmla="*/ 363153 h 795054"/>
              <a:gd name="csX624" fmla="*/ 1173240 w 1878314"/>
              <a:gd name="csY624" fmla="*/ 353771 h 795054"/>
              <a:gd name="csX625" fmla="*/ 1175122 w 1878314"/>
              <a:gd name="csY625" fmla="*/ 344358 h 795054"/>
              <a:gd name="csX626" fmla="*/ 1177004 w 1878314"/>
              <a:gd name="csY626" fmla="*/ 334923 h 795054"/>
              <a:gd name="csX627" fmla="*/ 1178877 w 1878314"/>
              <a:gd name="csY627" fmla="*/ 325470 h 795054"/>
              <a:gd name="csX628" fmla="*/ 1180759 w 1878314"/>
              <a:gd name="csY628" fmla="*/ 316008 h 795054"/>
              <a:gd name="csX629" fmla="*/ 1182641 w 1878314"/>
              <a:gd name="csY629" fmla="*/ 306542 h 795054"/>
              <a:gd name="csX630" fmla="*/ 1184523 w 1878314"/>
              <a:gd name="csY630" fmla="*/ 297083 h 795054"/>
              <a:gd name="csX631" fmla="*/ 1186396 w 1878314"/>
              <a:gd name="csY631" fmla="*/ 287636 h 795054"/>
              <a:gd name="csX632" fmla="*/ 1188278 w 1878314"/>
              <a:gd name="csY632" fmla="*/ 278208 h 795054"/>
              <a:gd name="csX633" fmla="*/ 1190160 w 1878314"/>
              <a:gd name="csY633" fmla="*/ 268808 h 795054"/>
              <a:gd name="csX634" fmla="*/ 1192043 w 1878314"/>
              <a:gd name="csY634" fmla="*/ 259443 h 795054"/>
              <a:gd name="csX635" fmla="*/ 1193925 w 1878314"/>
              <a:gd name="csY635" fmla="*/ 250122 h 795054"/>
              <a:gd name="csX636" fmla="*/ 1195797 w 1878314"/>
              <a:gd name="csY636" fmla="*/ 240852 h 795054"/>
              <a:gd name="csX637" fmla="*/ 1197680 w 1878314"/>
              <a:gd name="csY637" fmla="*/ 231642 h 795054"/>
              <a:gd name="csX638" fmla="*/ 1199562 w 1878314"/>
              <a:gd name="csY638" fmla="*/ 222498 h 795054"/>
              <a:gd name="csX639" fmla="*/ 1201444 w 1878314"/>
              <a:gd name="csY639" fmla="*/ 213432 h 795054"/>
              <a:gd name="csX640" fmla="*/ 1203326 w 1878314"/>
              <a:gd name="csY640" fmla="*/ 204448 h 795054"/>
              <a:gd name="csX641" fmla="*/ 1205199 w 1878314"/>
              <a:gd name="csY641" fmla="*/ 195557 h 795054"/>
              <a:gd name="csX642" fmla="*/ 1207081 w 1878314"/>
              <a:gd name="csY642" fmla="*/ 186766 h 795054"/>
              <a:gd name="csX643" fmla="*/ 1208963 w 1878314"/>
              <a:gd name="csY643" fmla="*/ 178085 h 795054"/>
              <a:gd name="csX644" fmla="*/ 1210845 w 1878314"/>
              <a:gd name="csY644" fmla="*/ 169521 h 795054"/>
              <a:gd name="csX645" fmla="*/ 1212728 w 1878314"/>
              <a:gd name="csY645" fmla="*/ 161082 h 795054"/>
              <a:gd name="csX646" fmla="*/ 1214600 w 1878314"/>
              <a:gd name="csY646" fmla="*/ 152776 h 795054"/>
              <a:gd name="csX647" fmla="*/ 1216482 w 1878314"/>
              <a:gd name="csY647" fmla="*/ 144612 h 795054"/>
              <a:gd name="csX648" fmla="*/ 1218364 w 1878314"/>
              <a:gd name="csY648" fmla="*/ 136598 h 795054"/>
              <a:gd name="csX649" fmla="*/ 1220247 w 1878314"/>
              <a:gd name="csY649" fmla="*/ 128743 h 795054"/>
              <a:gd name="csX650" fmla="*/ 1222129 w 1878314"/>
              <a:gd name="csY650" fmla="*/ 121054 h 795054"/>
              <a:gd name="csX651" fmla="*/ 1224001 w 1878314"/>
              <a:gd name="csY651" fmla="*/ 113537 h 795054"/>
              <a:gd name="csX652" fmla="*/ 1225884 w 1878314"/>
              <a:gd name="csY652" fmla="*/ 106204 h 795054"/>
              <a:gd name="csX653" fmla="*/ 1227766 w 1878314"/>
              <a:gd name="csY653" fmla="*/ 99059 h 795054"/>
              <a:gd name="csX654" fmla="*/ 1229648 w 1878314"/>
              <a:gd name="csY654" fmla="*/ 92110 h 795054"/>
              <a:gd name="csX655" fmla="*/ 1231521 w 1878314"/>
              <a:gd name="csY655" fmla="*/ 85366 h 795054"/>
              <a:gd name="csX656" fmla="*/ 1233403 w 1878314"/>
              <a:gd name="csY656" fmla="*/ 78834 h 795054"/>
              <a:gd name="csX657" fmla="*/ 1235285 w 1878314"/>
              <a:gd name="csY657" fmla="*/ 72519 h 795054"/>
              <a:gd name="csX658" fmla="*/ 1237167 w 1878314"/>
              <a:gd name="csY658" fmla="*/ 66430 h 795054"/>
              <a:gd name="csX659" fmla="*/ 1239050 w 1878314"/>
              <a:gd name="csY659" fmla="*/ 60571 h 795054"/>
              <a:gd name="csX660" fmla="*/ 1240922 w 1878314"/>
              <a:gd name="csY660" fmla="*/ 54952 h 795054"/>
              <a:gd name="csX661" fmla="*/ 1242804 w 1878314"/>
              <a:gd name="csY661" fmla="*/ 49577 h 795054"/>
              <a:gd name="csX662" fmla="*/ 1244686 w 1878314"/>
              <a:gd name="csY662" fmla="*/ 44451 h 795054"/>
              <a:gd name="csX663" fmla="*/ 1246569 w 1878314"/>
              <a:gd name="csY663" fmla="*/ 39582 h 795054"/>
              <a:gd name="csX664" fmla="*/ 1248451 w 1878314"/>
              <a:gd name="csY664" fmla="*/ 34974 h 795054"/>
              <a:gd name="csX665" fmla="*/ 1250323 w 1878314"/>
              <a:gd name="csY665" fmla="*/ 30633 h 795054"/>
              <a:gd name="csX666" fmla="*/ 1252206 w 1878314"/>
              <a:gd name="csY666" fmla="*/ 26563 h 795054"/>
              <a:gd name="csX667" fmla="*/ 1254088 w 1878314"/>
              <a:gd name="csY667" fmla="*/ 22768 h 795054"/>
              <a:gd name="csX668" fmla="*/ 1255970 w 1878314"/>
              <a:gd name="csY668" fmla="*/ 19254 h 795054"/>
              <a:gd name="csX669" fmla="*/ 1257852 w 1878314"/>
              <a:gd name="csY669" fmla="*/ 16023 h 795054"/>
              <a:gd name="csX670" fmla="*/ 1259725 w 1878314"/>
              <a:gd name="csY670" fmla="*/ 13081 h 795054"/>
              <a:gd name="csX671" fmla="*/ 1261607 w 1878314"/>
              <a:gd name="csY671" fmla="*/ 10431 h 795054"/>
              <a:gd name="csX672" fmla="*/ 1263489 w 1878314"/>
              <a:gd name="csY672" fmla="*/ 8074 h 795054"/>
              <a:gd name="csX673" fmla="*/ 1265371 w 1878314"/>
              <a:gd name="csY673" fmla="*/ 6014 h 795054"/>
              <a:gd name="csX674" fmla="*/ 1267244 w 1878314"/>
              <a:gd name="csY674" fmla="*/ 4253 h 795054"/>
              <a:gd name="csX675" fmla="*/ 1269126 w 1878314"/>
              <a:gd name="csY675" fmla="*/ 2794 h 795054"/>
              <a:gd name="csX676" fmla="*/ 1271008 w 1878314"/>
              <a:gd name="csY676" fmla="*/ 1639 h 795054"/>
              <a:gd name="csX677" fmla="*/ 1272891 w 1878314"/>
              <a:gd name="csY677" fmla="*/ 787 h 795054"/>
              <a:gd name="csX678" fmla="*/ 1274773 w 1878314"/>
              <a:gd name="csY678" fmla="*/ 241 h 795054"/>
              <a:gd name="csX679" fmla="*/ 1276645 w 1878314"/>
              <a:gd name="csY679" fmla="*/ 0 h 795054"/>
              <a:gd name="csX680" fmla="*/ 1278527 w 1878314"/>
              <a:gd name="csY680" fmla="*/ 66 h 795054"/>
              <a:gd name="csX681" fmla="*/ 1280410 w 1878314"/>
              <a:gd name="csY681" fmla="*/ 439 h 795054"/>
              <a:gd name="csX682" fmla="*/ 1282292 w 1878314"/>
              <a:gd name="csY682" fmla="*/ 1116 h 795054"/>
              <a:gd name="csX683" fmla="*/ 1284174 w 1878314"/>
              <a:gd name="csY683" fmla="*/ 2099 h 795054"/>
              <a:gd name="csX684" fmla="*/ 1286047 w 1878314"/>
              <a:gd name="csY684" fmla="*/ 3386 h 795054"/>
              <a:gd name="csX685" fmla="*/ 1287929 w 1878314"/>
              <a:gd name="csY685" fmla="*/ 4974 h 795054"/>
              <a:gd name="csX686" fmla="*/ 1289811 w 1878314"/>
              <a:gd name="csY686" fmla="*/ 6864 h 795054"/>
              <a:gd name="csX687" fmla="*/ 1291693 w 1878314"/>
              <a:gd name="csY687" fmla="*/ 9052 h 795054"/>
              <a:gd name="csX688" fmla="*/ 1293576 w 1878314"/>
              <a:gd name="csY688" fmla="*/ 11536 h 795054"/>
              <a:gd name="csX689" fmla="*/ 1295448 w 1878314"/>
              <a:gd name="csY689" fmla="*/ 14313 h 795054"/>
              <a:gd name="csX690" fmla="*/ 1297330 w 1878314"/>
              <a:gd name="csY690" fmla="*/ 17378 h 795054"/>
              <a:gd name="csX691" fmla="*/ 1299213 w 1878314"/>
              <a:gd name="csY691" fmla="*/ 20732 h 795054"/>
              <a:gd name="csX692" fmla="*/ 1301095 w 1878314"/>
              <a:gd name="csY692" fmla="*/ 24367 h 795054"/>
              <a:gd name="csX693" fmla="*/ 1302977 w 1878314"/>
              <a:gd name="csY693" fmla="*/ 28281 h 795054"/>
              <a:gd name="csX694" fmla="*/ 1304849 w 1878314"/>
              <a:gd name="csY694" fmla="*/ 32468 h 795054"/>
              <a:gd name="csX695" fmla="*/ 1306732 w 1878314"/>
              <a:gd name="csY695" fmla="*/ 36925 h 795054"/>
              <a:gd name="csX696" fmla="*/ 1308614 w 1878314"/>
              <a:gd name="csY696" fmla="*/ 41646 h 795054"/>
              <a:gd name="csX697" fmla="*/ 1310496 w 1878314"/>
              <a:gd name="csY697" fmla="*/ 46627 h 795054"/>
              <a:gd name="csX698" fmla="*/ 1312369 w 1878314"/>
              <a:gd name="csY698" fmla="*/ 51860 h 795054"/>
              <a:gd name="csX699" fmla="*/ 1314251 w 1878314"/>
              <a:gd name="csY699" fmla="*/ 57342 h 795054"/>
              <a:gd name="csX700" fmla="*/ 1316133 w 1878314"/>
              <a:gd name="csY700" fmla="*/ 63065 h 795054"/>
              <a:gd name="csX701" fmla="*/ 1318015 w 1878314"/>
              <a:gd name="csY701" fmla="*/ 69023 h 795054"/>
              <a:gd name="csX702" fmla="*/ 1319897 w 1878314"/>
              <a:gd name="csY702" fmla="*/ 75210 h 795054"/>
              <a:gd name="csX703" fmla="*/ 1321770 w 1878314"/>
              <a:gd name="csY703" fmla="*/ 81619 h 795054"/>
              <a:gd name="csX704" fmla="*/ 1323652 w 1878314"/>
              <a:gd name="csY704" fmla="*/ 88244 h 795054"/>
              <a:gd name="csX705" fmla="*/ 1325534 w 1878314"/>
              <a:gd name="csY705" fmla="*/ 95076 h 795054"/>
              <a:gd name="csX706" fmla="*/ 1327417 w 1878314"/>
              <a:gd name="csY706" fmla="*/ 102110 h 795054"/>
              <a:gd name="csX707" fmla="*/ 1329299 w 1878314"/>
              <a:gd name="csY707" fmla="*/ 109337 h 795054"/>
              <a:gd name="csX708" fmla="*/ 1331171 w 1878314"/>
              <a:gd name="csY708" fmla="*/ 116751 h 795054"/>
              <a:gd name="csX709" fmla="*/ 1333054 w 1878314"/>
              <a:gd name="csY709" fmla="*/ 124343 h 795054"/>
              <a:gd name="csX710" fmla="*/ 1334936 w 1878314"/>
              <a:gd name="csY710" fmla="*/ 132104 h 795054"/>
              <a:gd name="csX711" fmla="*/ 1336818 w 1878314"/>
              <a:gd name="csY711" fmla="*/ 140029 h 795054"/>
              <a:gd name="csX712" fmla="*/ 1338700 w 1878314"/>
              <a:gd name="csY712" fmla="*/ 148108 h 795054"/>
              <a:gd name="csX713" fmla="*/ 1340573 w 1878314"/>
              <a:gd name="csY713" fmla="*/ 156335 h 795054"/>
              <a:gd name="csX714" fmla="*/ 1342455 w 1878314"/>
              <a:gd name="csY714" fmla="*/ 164698 h 795054"/>
              <a:gd name="csX715" fmla="*/ 1344337 w 1878314"/>
              <a:gd name="csY715" fmla="*/ 173192 h 795054"/>
              <a:gd name="csX716" fmla="*/ 1346219 w 1878314"/>
              <a:gd name="csY716" fmla="*/ 181808 h 795054"/>
              <a:gd name="csX717" fmla="*/ 1348102 w 1878314"/>
              <a:gd name="csY717" fmla="*/ 190538 h 795054"/>
              <a:gd name="csX718" fmla="*/ 1349974 w 1878314"/>
              <a:gd name="csY718" fmla="*/ 199372 h 795054"/>
              <a:gd name="csX719" fmla="*/ 1351856 w 1878314"/>
              <a:gd name="csY719" fmla="*/ 208304 h 795054"/>
              <a:gd name="csX720" fmla="*/ 1353739 w 1878314"/>
              <a:gd name="csY720" fmla="*/ 217324 h 795054"/>
              <a:gd name="csX721" fmla="*/ 1355621 w 1878314"/>
              <a:gd name="csY721" fmla="*/ 226425 h 795054"/>
              <a:gd name="csX722" fmla="*/ 1357493 w 1878314"/>
              <a:gd name="csY722" fmla="*/ 235598 h 795054"/>
              <a:gd name="csX723" fmla="*/ 1359376 w 1878314"/>
              <a:gd name="csY723" fmla="*/ 244836 h 795054"/>
              <a:gd name="csX724" fmla="*/ 1361258 w 1878314"/>
              <a:gd name="csY724" fmla="*/ 254128 h 795054"/>
              <a:gd name="csX725" fmla="*/ 1363140 w 1878314"/>
              <a:gd name="csY725" fmla="*/ 263470 h 795054"/>
              <a:gd name="csX726" fmla="*/ 1365022 w 1878314"/>
              <a:gd name="csY726" fmla="*/ 272850 h 795054"/>
              <a:gd name="csX727" fmla="*/ 1366895 w 1878314"/>
              <a:gd name="csY727" fmla="*/ 282263 h 795054"/>
              <a:gd name="csX728" fmla="*/ 1368777 w 1878314"/>
              <a:gd name="csY728" fmla="*/ 291700 h 795054"/>
              <a:gd name="csX729" fmla="*/ 1370659 w 1878314"/>
              <a:gd name="csY729" fmla="*/ 301154 h 795054"/>
              <a:gd name="csX730" fmla="*/ 1372541 w 1878314"/>
              <a:gd name="csY730" fmla="*/ 310616 h 795054"/>
              <a:gd name="csX731" fmla="*/ 1374423 w 1878314"/>
              <a:gd name="csY731" fmla="*/ 320082 h 795054"/>
              <a:gd name="csX732" fmla="*/ 1376296 w 1878314"/>
              <a:gd name="csY732" fmla="*/ 329540 h 795054"/>
              <a:gd name="csX733" fmla="*/ 1378178 w 1878314"/>
              <a:gd name="csY733" fmla="*/ 338986 h 795054"/>
              <a:gd name="csX734" fmla="*/ 1380060 w 1878314"/>
              <a:gd name="csY734" fmla="*/ 348414 h 795054"/>
              <a:gd name="csX735" fmla="*/ 1381943 w 1878314"/>
              <a:gd name="csY735" fmla="*/ 357814 h 795054"/>
              <a:gd name="csX736" fmla="*/ 1383825 w 1878314"/>
              <a:gd name="csY736" fmla="*/ 367182 h 795054"/>
              <a:gd name="csX737" fmla="*/ 1385697 w 1878314"/>
              <a:gd name="csY737" fmla="*/ 376509 h 795054"/>
              <a:gd name="csX738" fmla="*/ 1387580 w 1878314"/>
              <a:gd name="csY738" fmla="*/ 385792 h 795054"/>
              <a:gd name="csX739" fmla="*/ 1389462 w 1878314"/>
              <a:gd name="csY739" fmla="*/ 395023 h 795054"/>
              <a:gd name="csX740" fmla="*/ 1391344 w 1878314"/>
              <a:gd name="csY740" fmla="*/ 404195 h 795054"/>
              <a:gd name="csX741" fmla="*/ 1393226 w 1878314"/>
              <a:gd name="csY741" fmla="*/ 413306 h 795054"/>
              <a:gd name="csX742" fmla="*/ 1395099 w 1878314"/>
              <a:gd name="csY742" fmla="*/ 422347 h 795054"/>
              <a:gd name="csX743" fmla="*/ 1396981 w 1878314"/>
              <a:gd name="csY743" fmla="*/ 431314 h 795054"/>
              <a:gd name="csX744" fmla="*/ 1398863 w 1878314"/>
              <a:gd name="csY744" fmla="*/ 440202 h 795054"/>
              <a:gd name="csX745" fmla="*/ 1400745 w 1878314"/>
              <a:gd name="csY745" fmla="*/ 449007 h 795054"/>
              <a:gd name="csX746" fmla="*/ 1402618 w 1878314"/>
              <a:gd name="csY746" fmla="*/ 457722 h 795054"/>
              <a:gd name="csX747" fmla="*/ 1404500 w 1878314"/>
              <a:gd name="csY747" fmla="*/ 466345 h 795054"/>
              <a:gd name="csX748" fmla="*/ 1406382 w 1878314"/>
              <a:gd name="csY748" fmla="*/ 474874 h 795054"/>
              <a:gd name="csX749" fmla="*/ 1408265 w 1878314"/>
              <a:gd name="csY749" fmla="*/ 483296 h 795054"/>
              <a:gd name="csX750" fmla="*/ 1410147 w 1878314"/>
              <a:gd name="csY750" fmla="*/ 491620 h 795054"/>
              <a:gd name="csX751" fmla="*/ 1412019 w 1878314"/>
              <a:gd name="csY751" fmla="*/ 499828 h 795054"/>
              <a:gd name="csX752" fmla="*/ 1413902 w 1878314"/>
              <a:gd name="csY752" fmla="*/ 507930 h 795054"/>
              <a:gd name="csX753" fmla="*/ 1415784 w 1878314"/>
              <a:gd name="csY753" fmla="*/ 515914 h 795054"/>
              <a:gd name="csX754" fmla="*/ 1417666 w 1878314"/>
              <a:gd name="csY754" fmla="*/ 523783 h 795054"/>
              <a:gd name="csX755" fmla="*/ 1419548 w 1878314"/>
              <a:gd name="csY755" fmla="*/ 531525 h 795054"/>
              <a:gd name="csX756" fmla="*/ 1421421 w 1878314"/>
              <a:gd name="csY756" fmla="*/ 539151 h 795054"/>
              <a:gd name="csX757" fmla="*/ 1423303 w 1878314"/>
              <a:gd name="csY757" fmla="*/ 546651 h 795054"/>
              <a:gd name="csX758" fmla="*/ 1425185 w 1878314"/>
              <a:gd name="csY758" fmla="*/ 554024 h 795054"/>
              <a:gd name="csX759" fmla="*/ 1427067 w 1878314"/>
              <a:gd name="csY759" fmla="*/ 561272 h 795054"/>
              <a:gd name="csX760" fmla="*/ 1428950 w 1878314"/>
              <a:gd name="csY760" fmla="*/ 568384 h 795054"/>
              <a:gd name="csX761" fmla="*/ 1430822 w 1878314"/>
              <a:gd name="csY761" fmla="*/ 575369 h 795054"/>
              <a:gd name="csX762" fmla="*/ 1432704 w 1878314"/>
              <a:gd name="csY762" fmla="*/ 582219 h 795054"/>
              <a:gd name="csX763" fmla="*/ 1434586 w 1878314"/>
              <a:gd name="csY763" fmla="*/ 588933 h 795054"/>
              <a:gd name="csX764" fmla="*/ 1436469 w 1878314"/>
              <a:gd name="csY764" fmla="*/ 595511 h 795054"/>
              <a:gd name="csX765" fmla="*/ 1438351 w 1878314"/>
              <a:gd name="csY765" fmla="*/ 601963 h 795054"/>
              <a:gd name="csX766" fmla="*/ 1440223 w 1878314"/>
              <a:gd name="csY766" fmla="*/ 608269 h 795054"/>
              <a:gd name="csX767" fmla="*/ 1442106 w 1878314"/>
              <a:gd name="csY767" fmla="*/ 614440 h 795054"/>
              <a:gd name="csX768" fmla="*/ 1443988 w 1878314"/>
              <a:gd name="csY768" fmla="*/ 620474 h 795054"/>
              <a:gd name="csX769" fmla="*/ 1445870 w 1878314"/>
              <a:gd name="csY769" fmla="*/ 626373 h 795054"/>
              <a:gd name="csX770" fmla="*/ 1447743 w 1878314"/>
              <a:gd name="csY770" fmla="*/ 632136 h 795054"/>
              <a:gd name="csX771" fmla="*/ 1449625 w 1878314"/>
              <a:gd name="csY771" fmla="*/ 637764 h 795054"/>
              <a:gd name="csX772" fmla="*/ 1451507 w 1878314"/>
              <a:gd name="csY772" fmla="*/ 643245 h 795054"/>
              <a:gd name="csX773" fmla="*/ 1453389 w 1878314"/>
              <a:gd name="csY773" fmla="*/ 648601 h 795054"/>
              <a:gd name="csX774" fmla="*/ 1455272 w 1878314"/>
              <a:gd name="csY774" fmla="*/ 653821 h 795054"/>
              <a:gd name="csX775" fmla="*/ 1457144 w 1878314"/>
              <a:gd name="csY775" fmla="*/ 658914 h 795054"/>
              <a:gd name="csX776" fmla="*/ 1459026 w 1878314"/>
              <a:gd name="csY776" fmla="*/ 663862 h 795054"/>
              <a:gd name="csX777" fmla="*/ 1460908 w 1878314"/>
              <a:gd name="csY777" fmla="*/ 668684 h 795054"/>
              <a:gd name="csX778" fmla="*/ 1462791 w 1878314"/>
              <a:gd name="csY778" fmla="*/ 673380 h 795054"/>
              <a:gd name="csX779" fmla="*/ 1464673 w 1878314"/>
              <a:gd name="csY779" fmla="*/ 677940 h 795054"/>
              <a:gd name="csX780" fmla="*/ 1466545 w 1878314"/>
              <a:gd name="csY780" fmla="*/ 682374 h 795054"/>
              <a:gd name="csX781" fmla="*/ 1468428 w 1878314"/>
              <a:gd name="csY781" fmla="*/ 686692 h 795054"/>
              <a:gd name="csX782" fmla="*/ 1470310 w 1878314"/>
              <a:gd name="csY782" fmla="*/ 690873 h 795054"/>
              <a:gd name="csX783" fmla="*/ 1472192 w 1878314"/>
              <a:gd name="csY783" fmla="*/ 694938 h 795054"/>
              <a:gd name="csX784" fmla="*/ 1474074 w 1878314"/>
              <a:gd name="csY784" fmla="*/ 698878 h 795054"/>
              <a:gd name="csX785" fmla="*/ 1475947 w 1878314"/>
              <a:gd name="csY785" fmla="*/ 702690 h 795054"/>
              <a:gd name="csX786" fmla="*/ 1477829 w 1878314"/>
              <a:gd name="csY786" fmla="*/ 706397 h 795054"/>
              <a:gd name="csX787" fmla="*/ 1479711 w 1878314"/>
              <a:gd name="csY787" fmla="*/ 709986 h 795054"/>
              <a:gd name="csX788" fmla="*/ 1481593 w 1878314"/>
              <a:gd name="csY788" fmla="*/ 713460 h 795054"/>
              <a:gd name="csX789" fmla="*/ 1483466 w 1878314"/>
              <a:gd name="csY789" fmla="*/ 716817 h 795054"/>
              <a:gd name="csX790" fmla="*/ 1485348 w 1878314"/>
              <a:gd name="csY790" fmla="*/ 720077 h 795054"/>
              <a:gd name="csX791" fmla="*/ 1487230 w 1878314"/>
              <a:gd name="csY791" fmla="*/ 723220 h 795054"/>
              <a:gd name="csX792" fmla="*/ 1489113 w 1878314"/>
              <a:gd name="csY792" fmla="*/ 726257 h 795054"/>
              <a:gd name="csX793" fmla="*/ 1490995 w 1878314"/>
              <a:gd name="csY793" fmla="*/ 729197 h 795054"/>
              <a:gd name="csX794" fmla="*/ 1492867 w 1878314"/>
              <a:gd name="csY794" fmla="*/ 732030 h 795054"/>
              <a:gd name="csX795" fmla="*/ 1494749 w 1878314"/>
              <a:gd name="csY795" fmla="*/ 734766 h 795054"/>
              <a:gd name="csX796" fmla="*/ 1496632 w 1878314"/>
              <a:gd name="csY796" fmla="*/ 737405 h 795054"/>
              <a:gd name="csX797" fmla="*/ 1498514 w 1878314"/>
              <a:gd name="csY797" fmla="*/ 739947 h 795054"/>
              <a:gd name="csX798" fmla="*/ 1500396 w 1878314"/>
              <a:gd name="csY798" fmla="*/ 742401 h 795054"/>
              <a:gd name="csX799" fmla="*/ 1502269 w 1878314"/>
              <a:gd name="csY799" fmla="*/ 744769 h 795054"/>
              <a:gd name="csX800" fmla="*/ 1504151 w 1878314"/>
              <a:gd name="csY800" fmla="*/ 747049 h 795054"/>
              <a:gd name="csX801" fmla="*/ 1506033 w 1878314"/>
              <a:gd name="csY801" fmla="*/ 749232 h 795054"/>
              <a:gd name="csX802" fmla="*/ 1507915 w 1878314"/>
              <a:gd name="csY802" fmla="*/ 751347 h 795054"/>
              <a:gd name="csX803" fmla="*/ 1509798 w 1878314"/>
              <a:gd name="csY803" fmla="*/ 753365 h 795054"/>
              <a:gd name="csX804" fmla="*/ 1511670 w 1878314"/>
              <a:gd name="csY804" fmla="*/ 755315 h 795054"/>
              <a:gd name="csX805" fmla="*/ 1513552 w 1878314"/>
              <a:gd name="csY805" fmla="*/ 757187 h 795054"/>
              <a:gd name="csX806" fmla="*/ 1515435 w 1878314"/>
              <a:gd name="csY806" fmla="*/ 758982 h 795054"/>
              <a:gd name="csX807" fmla="*/ 1517317 w 1878314"/>
              <a:gd name="csY807" fmla="*/ 760709 h 795054"/>
              <a:gd name="csX808" fmla="*/ 1519199 w 1878314"/>
              <a:gd name="csY808" fmla="*/ 762368 h 795054"/>
              <a:gd name="csX809" fmla="*/ 1521071 w 1878314"/>
              <a:gd name="csY809" fmla="*/ 763950 h 795054"/>
              <a:gd name="csX810" fmla="*/ 1522954 w 1878314"/>
              <a:gd name="csY810" fmla="*/ 765473 h 795054"/>
              <a:gd name="csX811" fmla="*/ 1524836 w 1878314"/>
              <a:gd name="csY811" fmla="*/ 766938 h 795054"/>
              <a:gd name="csX812" fmla="*/ 1526718 w 1878314"/>
              <a:gd name="csY812" fmla="*/ 768335 h 795054"/>
              <a:gd name="csX813" fmla="*/ 1528591 w 1878314"/>
              <a:gd name="csY813" fmla="*/ 769664 h 795054"/>
              <a:gd name="csX814" fmla="*/ 1530473 w 1878314"/>
              <a:gd name="csY814" fmla="*/ 770945 h 795054"/>
              <a:gd name="csX815" fmla="*/ 1532355 w 1878314"/>
              <a:gd name="csY815" fmla="*/ 772167 h 795054"/>
              <a:gd name="csX816" fmla="*/ 1534237 w 1878314"/>
              <a:gd name="csY816" fmla="*/ 773341 h 795054"/>
              <a:gd name="csX817" fmla="*/ 1536119 w 1878314"/>
              <a:gd name="csY817" fmla="*/ 774457 h 795054"/>
              <a:gd name="csX818" fmla="*/ 1537992 w 1878314"/>
              <a:gd name="csY818" fmla="*/ 775524 h 795054"/>
              <a:gd name="csX819" fmla="*/ 1539874 w 1878314"/>
              <a:gd name="csY819" fmla="*/ 776543 h 795054"/>
              <a:gd name="csX820" fmla="*/ 1541756 w 1878314"/>
              <a:gd name="csY820" fmla="*/ 777523 h 795054"/>
              <a:gd name="csX821" fmla="*/ 1543639 w 1878314"/>
              <a:gd name="csY821" fmla="*/ 778445 h 795054"/>
              <a:gd name="csX822" fmla="*/ 1545521 w 1878314"/>
              <a:gd name="csY822" fmla="*/ 779337 h 795054"/>
              <a:gd name="csX823" fmla="*/ 1547393 w 1878314"/>
              <a:gd name="csY823" fmla="*/ 780181 h 795054"/>
              <a:gd name="csX824" fmla="*/ 1549276 w 1878314"/>
              <a:gd name="csY824" fmla="*/ 780987 h 795054"/>
              <a:gd name="csX825" fmla="*/ 1551158 w 1878314"/>
              <a:gd name="csY825" fmla="*/ 781753 h 795054"/>
              <a:gd name="csX826" fmla="*/ 1553040 w 1878314"/>
              <a:gd name="csY826" fmla="*/ 782481 h 795054"/>
              <a:gd name="csX827" fmla="*/ 1554922 w 1878314"/>
              <a:gd name="csY827" fmla="*/ 783170 h 795054"/>
              <a:gd name="csX828" fmla="*/ 1556795 w 1878314"/>
              <a:gd name="csY828" fmla="*/ 783829 h 795054"/>
              <a:gd name="csX829" fmla="*/ 1558677 w 1878314"/>
              <a:gd name="csY829" fmla="*/ 784460 h 795054"/>
              <a:gd name="csX830" fmla="*/ 1560559 w 1878314"/>
              <a:gd name="csY830" fmla="*/ 785052 h 795054"/>
              <a:gd name="csX831" fmla="*/ 1562441 w 1878314"/>
              <a:gd name="csY831" fmla="*/ 785624 h 795054"/>
              <a:gd name="csX832" fmla="*/ 1564324 w 1878314"/>
              <a:gd name="csY832" fmla="*/ 786158 h 795054"/>
              <a:gd name="csX833" fmla="*/ 1566196 w 1878314"/>
              <a:gd name="csY833" fmla="*/ 786672 h 795054"/>
              <a:gd name="csX834" fmla="*/ 1568078 w 1878314"/>
              <a:gd name="csY834" fmla="*/ 787148 h 795054"/>
              <a:gd name="csX835" fmla="*/ 1569961 w 1878314"/>
              <a:gd name="csY835" fmla="*/ 787613 h 795054"/>
              <a:gd name="csX836" fmla="*/ 1571843 w 1878314"/>
              <a:gd name="csY836" fmla="*/ 788050 h 795054"/>
              <a:gd name="csX837" fmla="*/ 1573715 w 1878314"/>
              <a:gd name="csY837" fmla="*/ 788457 h 795054"/>
              <a:gd name="csX838" fmla="*/ 1575598 w 1878314"/>
              <a:gd name="csY838" fmla="*/ 788845 h 795054"/>
              <a:gd name="csX839" fmla="*/ 1577480 w 1878314"/>
              <a:gd name="csY839" fmla="*/ 789214 h 795054"/>
              <a:gd name="csX840" fmla="*/ 1579362 w 1878314"/>
              <a:gd name="csY840" fmla="*/ 789563 h 795054"/>
              <a:gd name="csX841" fmla="*/ 1581244 w 1878314"/>
              <a:gd name="csY841" fmla="*/ 789893 h 795054"/>
              <a:gd name="csX842" fmla="*/ 1583117 w 1878314"/>
              <a:gd name="csY842" fmla="*/ 790213 h 795054"/>
              <a:gd name="csX843" fmla="*/ 1584999 w 1878314"/>
              <a:gd name="csY843" fmla="*/ 790505 h 795054"/>
              <a:gd name="csX844" fmla="*/ 1586881 w 1878314"/>
              <a:gd name="csY844" fmla="*/ 790786 h 795054"/>
              <a:gd name="csX845" fmla="*/ 1588763 w 1878314"/>
              <a:gd name="csY845" fmla="*/ 791048 h 795054"/>
              <a:gd name="csX846" fmla="*/ 1590646 w 1878314"/>
              <a:gd name="csY846" fmla="*/ 791300 h 795054"/>
              <a:gd name="csX847" fmla="*/ 1592518 w 1878314"/>
              <a:gd name="csY847" fmla="*/ 791533 h 795054"/>
              <a:gd name="csX848" fmla="*/ 1594400 w 1878314"/>
              <a:gd name="csY848" fmla="*/ 791756 h 795054"/>
              <a:gd name="csX849" fmla="*/ 1596282 w 1878314"/>
              <a:gd name="csY849" fmla="*/ 791960 h 795054"/>
              <a:gd name="csX850" fmla="*/ 1598165 w 1878314"/>
              <a:gd name="csY850" fmla="*/ 792154 h 795054"/>
              <a:gd name="csX851" fmla="*/ 1600047 w 1878314"/>
              <a:gd name="csY851" fmla="*/ 792348 h 795054"/>
              <a:gd name="csX852" fmla="*/ 1601919 w 1878314"/>
              <a:gd name="csY852" fmla="*/ 792513 h 795054"/>
              <a:gd name="csX853" fmla="*/ 1603802 w 1878314"/>
              <a:gd name="csY853" fmla="*/ 792678 h 795054"/>
              <a:gd name="csX854" fmla="*/ 1605684 w 1878314"/>
              <a:gd name="csY854" fmla="*/ 792833 h 795054"/>
              <a:gd name="csX855" fmla="*/ 1607566 w 1878314"/>
              <a:gd name="csY855" fmla="*/ 792979 h 795054"/>
              <a:gd name="csX856" fmla="*/ 1609448 w 1878314"/>
              <a:gd name="csY856" fmla="*/ 793114 h 795054"/>
              <a:gd name="csX857" fmla="*/ 1611321 w 1878314"/>
              <a:gd name="csY857" fmla="*/ 793240 h 795054"/>
              <a:gd name="csX858" fmla="*/ 1613203 w 1878314"/>
              <a:gd name="csY858" fmla="*/ 793367 h 795054"/>
              <a:gd name="csX859" fmla="*/ 1615085 w 1878314"/>
              <a:gd name="csY859" fmla="*/ 793483 h 795054"/>
              <a:gd name="csX860" fmla="*/ 1616968 w 1878314"/>
              <a:gd name="csY860" fmla="*/ 793580 h 795054"/>
              <a:gd name="csX861" fmla="*/ 1618840 w 1878314"/>
              <a:gd name="csY861" fmla="*/ 793687 h 795054"/>
              <a:gd name="csX862" fmla="*/ 1620722 w 1878314"/>
              <a:gd name="csY862" fmla="*/ 793774 h 795054"/>
              <a:gd name="csX863" fmla="*/ 1622604 w 1878314"/>
              <a:gd name="csY863" fmla="*/ 793861 h 795054"/>
              <a:gd name="csX864" fmla="*/ 1624487 w 1878314"/>
              <a:gd name="csY864" fmla="*/ 793949 h 795054"/>
              <a:gd name="csX865" fmla="*/ 1626369 w 1878314"/>
              <a:gd name="csY865" fmla="*/ 794026 h 795054"/>
              <a:gd name="csX866" fmla="*/ 1628241 w 1878314"/>
              <a:gd name="csY866" fmla="*/ 794094 h 795054"/>
              <a:gd name="csX867" fmla="*/ 1630124 w 1878314"/>
              <a:gd name="csY867" fmla="*/ 794162 h 795054"/>
              <a:gd name="csX868" fmla="*/ 1632006 w 1878314"/>
              <a:gd name="csY868" fmla="*/ 794220 h 795054"/>
              <a:gd name="csX869" fmla="*/ 1633888 w 1878314"/>
              <a:gd name="csY869" fmla="*/ 794279 h 795054"/>
              <a:gd name="csX870" fmla="*/ 1635770 w 1878314"/>
              <a:gd name="csY870" fmla="*/ 794337 h 795054"/>
              <a:gd name="csX871" fmla="*/ 1637643 w 1878314"/>
              <a:gd name="csY871" fmla="*/ 794385 h 795054"/>
              <a:gd name="csX872" fmla="*/ 1639525 w 1878314"/>
              <a:gd name="csY872" fmla="*/ 794434 h 795054"/>
              <a:gd name="csX873" fmla="*/ 1641407 w 1878314"/>
              <a:gd name="csY873" fmla="*/ 794482 h 795054"/>
              <a:gd name="csX874" fmla="*/ 1643289 w 1878314"/>
              <a:gd name="csY874" fmla="*/ 794521 h 795054"/>
              <a:gd name="csX875" fmla="*/ 1645171 w 1878314"/>
              <a:gd name="csY875" fmla="*/ 794560 h 795054"/>
              <a:gd name="csX876" fmla="*/ 1647044 w 1878314"/>
              <a:gd name="csY876" fmla="*/ 794599 h 795054"/>
              <a:gd name="csX877" fmla="*/ 1648926 w 1878314"/>
              <a:gd name="csY877" fmla="*/ 794628 h 795054"/>
              <a:gd name="csX878" fmla="*/ 1650808 w 1878314"/>
              <a:gd name="csY878" fmla="*/ 794667 h 795054"/>
              <a:gd name="csX879" fmla="*/ 1652691 w 1878314"/>
              <a:gd name="csY879" fmla="*/ 794696 h 795054"/>
              <a:gd name="csX880" fmla="*/ 1654573 w 1878314"/>
              <a:gd name="csY880" fmla="*/ 794715 h 795054"/>
              <a:gd name="csX881" fmla="*/ 1656445 w 1878314"/>
              <a:gd name="csY881" fmla="*/ 794744 h 795054"/>
              <a:gd name="csX882" fmla="*/ 1658328 w 1878314"/>
              <a:gd name="csY882" fmla="*/ 794764 h 795054"/>
              <a:gd name="csX883" fmla="*/ 1660210 w 1878314"/>
              <a:gd name="csY883" fmla="*/ 794793 h 795054"/>
              <a:gd name="csX884" fmla="*/ 1662092 w 1878314"/>
              <a:gd name="csY884" fmla="*/ 794812 h 795054"/>
              <a:gd name="csX885" fmla="*/ 1663965 w 1878314"/>
              <a:gd name="csY885" fmla="*/ 794832 h 795054"/>
              <a:gd name="csX886" fmla="*/ 1665847 w 1878314"/>
              <a:gd name="csY886" fmla="*/ 794841 h 795054"/>
              <a:gd name="csX887" fmla="*/ 1667729 w 1878314"/>
              <a:gd name="csY887" fmla="*/ 794861 h 795054"/>
              <a:gd name="csX888" fmla="*/ 1669611 w 1878314"/>
              <a:gd name="csY888" fmla="*/ 794880 h 795054"/>
              <a:gd name="csX889" fmla="*/ 1671494 w 1878314"/>
              <a:gd name="csY889" fmla="*/ 794890 h 795054"/>
              <a:gd name="csX890" fmla="*/ 1673366 w 1878314"/>
              <a:gd name="csY890" fmla="*/ 794900 h 795054"/>
              <a:gd name="csX891" fmla="*/ 1675248 w 1878314"/>
              <a:gd name="csY891" fmla="*/ 794919 h 795054"/>
              <a:gd name="csX892" fmla="*/ 1677131 w 1878314"/>
              <a:gd name="csY892" fmla="*/ 794929 h 795054"/>
              <a:gd name="csX893" fmla="*/ 1679013 w 1878314"/>
              <a:gd name="csY893" fmla="*/ 794938 h 795054"/>
              <a:gd name="csX894" fmla="*/ 1680895 w 1878314"/>
              <a:gd name="csY894" fmla="*/ 794948 h 795054"/>
              <a:gd name="csX895" fmla="*/ 1682767 w 1878314"/>
              <a:gd name="csY895" fmla="*/ 794958 h 795054"/>
              <a:gd name="csX896" fmla="*/ 1684650 w 1878314"/>
              <a:gd name="csY896" fmla="*/ 794967 h 795054"/>
              <a:gd name="csX897" fmla="*/ 1686532 w 1878314"/>
              <a:gd name="csY897" fmla="*/ 794967 h 795054"/>
              <a:gd name="csX898" fmla="*/ 1688414 w 1878314"/>
              <a:gd name="csY898" fmla="*/ 794977 h 795054"/>
              <a:gd name="csX899" fmla="*/ 1690296 w 1878314"/>
              <a:gd name="csY899" fmla="*/ 794987 h 795054"/>
              <a:gd name="csX900" fmla="*/ 1692169 w 1878314"/>
              <a:gd name="csY900" fmla="*/ 794987 h 795054"/>
              <a:gd name="csX901" fmla="*/ 1694051 w 1878314"/>
              <a:gd name="csY901" fmla="*/ 794997 h 795054"/>
              <a:gd name="csX902" fmla="*/ 1695933 w 1878314"/>
              <a:gd name="csY902" fmla="*/ 795006 h 795054"/>
              <a:gd name="csX903" fmla="*/ 1697815 w 1878314"/>
              <a:gd name="csY903" fmla="*/ 795006 h 795054"/>
              <a:gd name="csX904" fmla="*/ 1699688 w 1878314"/>
              <a:gd name="csY904" fmla="*/ 795006 h 795054"/>
              <a:gd name="csX905" fmla="*/ 1701570 w 1878314"/>
              <a:gd name="csY905" fmla="*/ 795016 h 795054"/>
              <a:gd name="csX906" fmla="*/ 1703452 w 1878314"/>
              <a:gd name="csY906" fmla="*/ 795016 h 795054"/>
              <a:gd name="csX907" fmla="*/ 1705334 w 1878314"/>
              <a:gd name="csY907" fmla="*/ 795026 h 795054"/>
              <a:gd name="csX908" fmla="*/ 1707217 w 1878314"/>
              <a:gd name="csY908" fmla="*/ 795026 h 795054"/>
              <a:gd name="csX909" fmla="*/ 1709089 w 1878314"/>
              <a:gd name="csY909" fmla="*/ 795026 h 795054"/>
              <a:gd name="csX910" fmla="*/ 1710971 w 1878314"/>
              <a:gd name="csY910" fmla="*/ 795026 h 795054"/>
              <a:gd name="csX911" fmla="*/ 1712854 w 1878314"/>
              <a:gd name="csY911" fmla="*/ 795035 h 795054"/>
              <a:gd name="csX912" fmla="*/ 1714736 w 1878314"/>
              <a:gd name="csY912" fmla="*/ 795035 h 795054"/>
              <a:gd name="csX913" fmla="*/ 1716618 w 1878314"/>
              <a:gd name="csY913" fmla="*/ 795035 h 795054"/>
              <a:gd name="csX914" fmla="*/ 1718491 w 1878314"/>
              <a:gd name="csY914" fmla="*/ 795035 h 795054"/>
              <a:gd name="csX915" fmla="*/ 1720373 w 1878314"/>
              <a:gd name="csY915" fmla="*/ 795035 h 795054"/>
              <a:gd name="csX916" fmla="*/ 1722255 w 1878314"/>
              <a:gd name="csY916" fmla="*/ 795045 h 795054"/>
              <a:gd name="csX917" fmla="*/ 1724137 w 1878314"/>
              <a:gd name="csY917" fmla="*/ 795045 h 795054"/>
              <a:gd name="csX918" fmla="*/ 1726020 w 1878314"/>
              <a:gd name="csY918" fmla="*/ 795045 h 795054"/>
              <a:gd name="csX919" fmla="*/ 1727892 w 1878314"/>
              <a:gd name="csY919" fmla="*/ 795045 h 795054"/>
              <a:gd name="csX920" fmla="*/ 1729774 w 1878314"/>
              <a:gd name="csY920" fmla="*/ 795045 h 795054"/>
              <a:gd name="csX921" fmla="*/ 1731657 w 1878314"/>
              <a:gd name="csY921" fmla="*/ 795045 h 795054"/>
              <a:gd name="csX922" fmla="*/ 1733539 w 1878314"/>
              <a:gd name="csY922" fmla="*/ 795045 h 795054"/>
              <a:gd name="csX923" fmla="*/ 1735421 w 1878314"/>
              <a:gd name="csY923" fmla="*/ 795045 h 795054"/>
              <a:gd name="csX924" fmla="*/ 1737294 w 1878314"/>
              <a:gd name="csY924" fmla="*/ 795055 h 795054"/>
              <a:gd name="csX925" fmla="*/ 1739176 w 1878314"/>
              <a:gd name="csY925" fmla="*/ 795055 h 795054"/>
              <a:gd name="csX926" fmla="*/ 1741058 w 1878314"/>
              <a:gd name="csY926" fmla="*/ 795055 h 795054"/>
              <a:gd name="csX927" fmla="*/ 1742940 w 1878314"/>
              <a:gd name="csY927" fmla="*/ 795055 h 795054"/>
              <a:gd name="csX928" fmla="*/ 1744813 w 1878314"/>
              <a:gd name="csY928" fmla="*/ 795055 h 795054"/>
              <a:gd name="csX929" fmla="*/ 1746695 w 1878314"/>
              <a:gd name="csY929" fmla="*/ 795055 h 795054"/>
              <a:gd name="csX930" fmla="*/ 1748577 w 1878314"/>
              <a:gd name="csY930" fmla="*/ 795055 h 795054"/>
              <a:gd name="csX931" fmla="*/ 1750459 w 1878314"/>
              <a:gd name="csY931" fmla="*/ 795055 h 795054"/>
              <a:gd name="csX932" fmla="*/ 1752342 w 1878314"/>
              <a:gd name="csY932" fmla="*/ 795055 h 795054"/>
              <a:gd name="csX933" fmla="*/ 1754214 w 1878314"/>
              <a:gd name="csY933" fmla="*/ 795055 h 795054"/>
              <a:gd name="csX934" fmla="*/ 1756096 w 1878314"/>
              <a:gd name="csY934" fmla="*/ 795055 h 795054"/>
              <a:gd name="csX935" fmla="*/ 1757978 w 1878314"/>
              <a:gd name="csY935" fmla="*/ 795055 h 795054"/>
              <a:gd name="csX936" fmla="*/ 1759861 w 1878314"/>
              <a:gd name="csY936" fmla="*/ 795055 h 795054"/>
              <a:gd name="csX937" fmla="*/ 1761743 w 1878314"/>
              <a:gd name="csY937" fmla="*/ 795055 h 795054"/>
              <a:gd name="csX938" fmla="*/ 1763615 w 1878314"/>
              <a:gd name="csY938" fmla="*/ 795055 h 795054"/>
              <a:gd name="csX939" fmla="*/ 1765498 w 1878314"/>
              <a:gd name="csY939" fmla="*/ 795055 h 795054"/>
              <a:gd name="csX940" fmla="*/ 1767380 w 1878314"/>
              <a:gd name="csY940" fmla="*/ 795055 h 795054"/>
              <a:gd name="csX941" fmla="*/ 1769262 w 1878314"/>
              <a:gd name="csY941" fmla="*/ 795055 h 795054"/>
              <a:gd name="csX942" fmla="*/ 1771144 w 1878314"/>
              <a:gd name="csY942" fmla="*/ 795055 h 795054"/>
              <a:gd name="csX943" fmla="*/ 1773017 w 1878314"/>
              <a:gd name="csY943" fmla="*/ 795055 h 795054"/>
              <a:gd name="csX944" fmla="*/ 1774899 w 1878314"/>
              <a:gd name="csY944" fmla="*/ 795055 h 795054"/>
              <a:gd name="csX945" fmla="*/ 1776781 w 1878314"/>
              <a:gd name="csY945" fmla="*/ 795055 h 795054"/>
              <a:gd name="csX946" fmla="*/ 1778663 w 1878314"/>
              <a:gd name="csY946" fmla="*/ 795055 h 795054"/>
              <a:gd name="csX947" fmla="*/ 1780546 w 1878314"/>
              <a:gd name="csY947" fmla="*/ 795055 h 795054"/>
              <a:gd name="csX948" fmla="*/ 1782418 w 1878314"/>
              <a:gd name="csY948" fmla="*/ 795055 h 795054"/>
              <a:gd name="csX949" fmla="*/ 1784300 w 1878314"/>
              <a:gd name="csY949" fmla="*/ 795055 h 795054"/>
              <a:gd name="csX950" fmla="*/ 1786183 w 1878314"/>
              <a:gd name="csY950" fmla="*/ 795055 h 795054"/>
              <a:gd name="csX951" fmla="*/ 1788065 w 1878314"/>
              <a:gd name="csY951" fmla="*/ 795055 h 795054"/>
              <a:gd name="csX952" fmla="*/ 1789937 w 1878314"/>
              <a:gd name="csY952" fmla="*/ 795055 h 795054"/>
              <a:gd name="csX953" fmla="*/ 1791820 w 1878314"/>
              <a:gd name="csY953" fmla="*/ 795055 h 795054"/>
              <a:gd name="csX954" fmla="*/ 1793702 w 1878314"/>
              <a:gd name="csY954" fmla="*/ 795055 h 795054"/>
              <a:gd name="csX955" fmla="*/ 1795584 w 1878314"/>
              <a:gd name="csY955" fmla="*/ 795055 h 795054"/>
              <a:gd name="csX956" fmla="*/ 1797466 w 1878314"/>
              <a:gd name="csY956" fmla="*/ 795055 h 795054"/>
              <a:gd name="csX957" fmla="*/ 1799339 w 1878314"/>
              <a:gd name="csY957" fmla="*/ 795055 h 795054"/>
              <a:gd name="csX958" fmla="*/ 1801221 w 1878314"/>
              <a:gd name="csY958" fmla="*/ 795055 h 795054"/>
              <a:gd name="csX959" fmla="*/ 1803103 w 1878314"/>
              <a:gd name="csY959" fmla="*/ 795055 h 795054"/>
              <a:gd name="csX960" fmla="*/ 1804985 w 1878314"/>
              <a:gd name="csY960" fmla="*/ 795055 h 795054"/>
              <a:gd name="csX961" fmla="*/ 1806868 w 1878314"/>
              <a:gd name="csY961" fmla="*/ 795055 h 795054"/>
              <a:gd name="csX962" fmla="*/ 1808740 w 1878314"/>
              <a:gd name="csY962" fmla="*/ 795055 h 795054"/>
              <a:gd name="csX963" fmla="*/ 1810622 w 1878314"/>
              <a:gd name="csY963" fmla="*/ 795055 h 795054"/>
              <a:gd name="csX964" fmla="*/ 1812505 w 1878314"/>
              <a:gd name="csY964" fmla="*/ 795055 h 795054"/>
              <a:gd name="csX965" fmla="*/ 1814387 w 1878314"/>
              <a:gd name="csY965" fmla="*/ 795055 h 795054"/>
              <a:gd name="csX966" fmla="*/ 1816269 w 1878314"/>
              <a:gd name="csY966" fmla="*/ 795055 h 795054"/>
              <a:gd name="csX967" fmla="*/ 1818141 w 1878314"/>
              <a:gd name="csY967" fmla="*/ 795055 h 795054"/>
              <a:gd name="csX968" fmla="*/ 1820024 w 1878314"/>
              <a:gd name="csY968" fmla="*/ 795055 h 795054"/>
              <a:gd name="csX969" fmla="*/ 1821906 w 1878314"/>
              <a:gd name="csY969" fmla="*/ 795055 h 795054"/>
              <a:gd name="csX970" fmla="*/ 1823788 w 1878314"/>
              <a:gd name="csY970" fmla="*/ 795055 h 795054"/>
              <a:gd name="csX971" fmla="*/ 1825670 w 1878314"/>
              <a:gd name="csY971" fmla="*/ 795055 h 795054"/>
              <a:gd name="csX972" fmla="*/ 1827543 w 1878314"/>
              <a:gd name="csY972" fmla="*/ 795055 h 795054"/>
              <a:gd name="csX973" fmla="*/ 1829425 w 1878314"/>
              <a:gd name="csY973" fmla="*/ 795055 h 795054"/>
              <a:gd name="csX974" fmla="*/ 1831307 w 1878314"/>
              <a:gd name="csY974" fmla="*/ 795055 h 795054"/>
              <a:gd name="csX975" fmla="*/ 1833189 w 1878314"/>
              <a:gd name="csY975" fmla="*/ 795055 h 795054"/>
              <a:gd name="csX976" fmla="*/ 1835062 w 1878314"/>
              <a:gd name="csY976" fmla="*/ 795055 h 795054"/>
              <a:gd name="csX977" fmla="*/ 1836944 w 1878314"/>
              <a:gd name="csY977" fmla="*/ 795055 h 795054"/>
              <a:gd name="csX978" fmla="*/ 1838826 w 1878314"/>
              <a:gd name="csY978" fmla="*/ 795055 h 795054"/>
              <a:gd name="csX979" fmla="*/ 1840709 w 1878314"/>
              <a:gd name="csY979" fmla="*/ 795055 h 795054"/>
              <a:gd name="csX980" fmla="*/ 1842591 w 1878314"/>
              <a:gd name="csY980" fmla="*/ 795055 h 795054"/>
              <a:gd name="csX981" fmla="*/ 1844463 w 1878314"/>
              <a:gd name="csY981" fmla="*/ 795055 h 795054"/>
              <a:gd name="csX982" fmla="*/ 1846346 w 1878314"/>
              <a:gd name="csY982" fmla="*/ 795055 h 795054"/>
              <a:gd name="csX983" fmla="*/ 1848228 w 1878314"/>
              <a:gd name="csY983" fmla="*/ 795055 h 795054"/>
              <a:gd name="csX984" fmla="*/ 1850110 w 1878314"/>
              <a:gd name="csY984" fmla="*/ 795055 h 795054"/>
              <a:gd name="csX985" fmla="*/ 1851992 w 1878314"/>
              <a:gd name="csY985" fmla="*/ 795055 h 795054"/>
              <a:gd name="csX986" fmla="*/ 1853865 w 1878314"/>
              <a:gd name="csY986" fmla="*/ 795055 h 795054"/>
              <a:gd name="csX987" fmla="*/ 1855747 w 1878314"/>
              <a:gd name="csY987" fmla="*/ 795055 h 795054"/>
              <a:gd name="csX988" fmla="*/ 1857629 w 1878314"/>
              <a:gd name="csY988" fmla="*/ 795055 h 795054"/>
              <a:gd name="csX989" fmla="*/ 1859511 w 1878314"/>
              <a:gd name="csY989" fmla="*/ 795055 h 795054"/>
              <a:gd name="csX990" fmla="*/ 1861394 w 1878314"/>
              <a:gd name="csY990" fmla="*/ 795055 h 795054"/>
              <a:gd name="csX991" fmla="*/ 1863266 w 1878314"/>
              <a:gd name="csY991" fmla="*/ 795055 h 795054"/>
              <a:gd name="csX992" fmla="*/ 1865148 w 1878314"/>
              <a:gd name="csY992" fmla="*/ 795055 h 795054"/>
              <a:gd name="csX993" fmla="*/ 1867031 w 1878314"/>
              <a:gd name="csY993" fmla="*/ 795055 h 795054"/>
              <a:gd name="csX994" fmla="*/ 1868913 w 1878314"/>
              <a:gd name="csY994" fmla="*/ 795055 h 795054"/>
              <a:gd name="csX995" fmla="*/ 1870795 w 1878314"/>
              <a:gd name="csY995" fmla="*/ 795055 h 795054"/>
              <a:gd name="csX996" fmla="*/ 1872668 w 1878314"/>
              <a:gd name="csY996" fmla="*/ 795055 h 795054"/>
              <a:gd name="csX997" fmla="*/ 1874550 w 1878314"/>
              <a:gd name="csY997" fmla="*/ 795055 h 795054"/>
              <a:gd name="csX998" fmla="*/ 1876432 w 1878314"/>
              <a:gd name="csY998" fmla="*/ 795055 h 795054"/>
              <a:gd name="csX999" fmla="*/ 1878314 w 1878314"/>
              <a:gd name="csY999" fmla="*/ 795055 h 7950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795054">
                <a:moveTo>
                  <a:pt x="0" y="795055"/>
                </a:moveTo>
                <a:lnTo>
                  <a:pt x="1879" y="795055"/>
                </a:lnTo>
                <a:lnTo>
                  <a:pt x="3760" y="795055"/>
                </a:lnTo>
                <a:lnTo>
                  <a:pt x="5640" y="795055"/>
                </a:lnTo>
                <a:lnTo>
                  <a:pt x="7520" y="795055"/>
                </a:lnTo>
                <a:lnTo>
                  <a:pt x="9400" y="795055"/>
                </a:lnTo>
                <a:lnTo>
                  <a:pt x="11281" y="795055"/>
                </a:lnTo>
                <a:lnTo>
                  <a:pt x="13161" y="795055"/>
                </a:lnTo>
                <a:lnTo>
                  <a:pt x="15041" y="795055"/>
                </a:lnTo>
                <a:lnTo>
                  <a:pt x="16922" y="795055"/>
                </a:lnTo>
                <a:lnTo>
                  <a:pt x="18802" y="795055"/>
                </a:lnTo>
                <a:lnTo>
                  <a:pt x="20682" y="795055"/>
                </a:lnTo>
                <a:lnTo>
                  <a:pt x="22562" y="795055"/>
                </a:lnTo>
                <a:lnTo>
                  <a:pt x="24442" y="795055"/>
                </a:lnTo>
                <a:lnTo>
                  <a:pt x="26322" y="795055"/>
                </a:lnTo>
                <a:lnTo>
                  <a:pt x="28202" y="795055"/>
                </a:lnTo>
                <a:lnTo>
                  <a:pt x="30082" y="795055"/>
                </a:lnTo>
                <a:lnTo>
                  <a:pt x="31963" y="795055"/>
                </a:lnTo>
                <a:lnTo>
                  <a:pt x="33843" y="795055"/>
                </a:lnTo>
                <a:lnTo>
                  <a:pt x="35723" y="795055"/>
                </a:lnTo>
                <a:lnTo>
                  <a:pt x="37604" y="795055"/>
                </a:lnTo>
                <a:lnTo>
                  <a:pt x="39484" y="795055"/>
                </a:lnTo>
                <a:lnTo>
                  <a:pt x="41364" y="795055"/>
                </a:lnTo>
                <a:lnTo>
                  <a:pt x="43244" y="795055"/>
                </a:lnTo>
                <a:lnTo>
                  <a:pt x="45124" y="795055"/>
                </a:lnTo>
                <a:lnTo>
                  <a:pt x="47004" y="795055"/>
                </a:lnTo>
                <a:lnTo>
                  <a:pt x="48884" y="795055"/>
                </a:lnTo>
                <a:lnTo>
                  <a:pt x="50765" y="795055"/>
                </a:lnTo>
                <a:lnTo>
                  <a:pt x="52645" y="795055"/>
                </a:lnTo>
                <a:lnTo>
                  <a:pt x="54525" y="795055"/>
                </a:lnTo>
                <a:lnTo>
                  <a:pt x="56405" y="795055"/>
                </a:lnTo>
                <a:lnTo>
                  <a:pt x="58286" y="795055"/>
                </a:lnTo>
                <a:lnTo>
                  <a:pt x="60166" y="795055"/>
                </a:lnTo>
                <a:lnTo>
                  <a:pt x="62046" y="795055"/>
                </a:lnTo>
                <a:lnTo>
                  <a:pt x="63926" y="795055"/>
                </a:lnTo>
                <a:lnTo>
                  <a:pt x="65807" y="795055"/>
                </a:lnTo>
                <a:lnTo>
                  <a:pt x="67686" y="795055"/>
                </a:lnTo>
                <a:lnTo>
                  <a:pt x="69566" y="795055"/>
                </a:lnTo>
                <a:lnTo>
                  <a:pt x="71447" y="795055"/>
                </a:lnTo>
                <a:lnTo>
                  <a:pt x="73327" y="795055"/>
                </a:lnTo>
                <a:lnTo>
                  <a:pt x="75207" y="795055"/>
                </a:lnTo>
                <a:lnTo>
                  <a:pt x="77087" y="795055"/>
                </a:lnTo>
                <a:lnTo>
                  <a:pt x="78968" y="795055"/>
                </a:lnTo>
                <a:lnTo>
                  <a:pt x="80848" y="795055"/>
                </a:lnTo>
                <a:lnTo>
                  <a:pt x="82728" y="795055"/>
                </a:lnTo>
                <a:lnTo>
                  <a:pt x="84609" y="795055"/>
                </a:lnTo>
                <a:lnTo>
                  <a:pt x="86489" y="795055"/>
                </a:lnTo>
                <a:lnTo>
                  <a:pt x="88368" y="795055"/>
                </a:lnTo>
                <a:lnTo>
                  <a:pt x="90248" y="795055"/>
                </a:lnTo>
                <a:lnTo>
                  <a:pt x="92129" y="795055"/>
                </a:lnTo>
                <a:lnTo>
                  <a:pt x="94009" y="795055"/>
                </a:lnTo>
                <a:lnTo>
                  <a:pt x="95889" y="795055"/>
                </a:lnTo>
                <a:lnTo>
                  <a:pt x="97769" y="795055"/>
                </a:lnTo>
                <a:lnTo>
                  <a:pt x="99650" y="795055"/>
                </a:lnTo>
                <a:lnTo>
                  <a:pt x="101530" y="795055"/>
                </a:lnTo>
                <a:lnTo>
                  <a:pt x="103410" y="795055"/>
                </a:lnTo>
                <a:lnTo>
                  <a:pt x="105291" y="795055"/>
                </a:lnTo>
                <a:lnTo>
                  <a:pt x="107171" y="795055"/>
                </a:lnTo>
                <a:lnTo>
                  <a:pt x="109051" y="795055"/>
                </a:lnTo>
                <a:lnTo>
                  <a:pt x="110930" y="795055"/>
                </a:lnTo>
                <a:lnTo>
                  <a:pt x="112811" y="795055"/>
                </a:lnTo>
                <a:lnTo>
                  <a:pt x="114691" y="795055"/>
                </a:lnTo>
                <a:lnTo>
                  <a:pt x="116571" y="795055"/>
                </a:lnTo>
                <a:lnTo>
                  <a:pt x="118452" y="795055"/>
                </a:lnTo>
                <a:lnTo>
                  <a:pt x="120332" y="795055"/>
                </a:lnTo>
                <a:lnTo>
                  <a:pt x="122212" y="795055"/>
                </a:lnTo>
                <a:lnTo>
                  <a:pt x="124092" y="795055"/>
                </a:lnTo>
                <a:lnTo>
                  <a:pt x="125973" y="795055"/>
                </a:lnTo>
                <a:lnTo>
                  <a:pt x="127853" y="795055"/>
                </a:lnTo>
                <a:lnTo>
                  <a:pt x="129733" y="795055"/>
                </a:lnTo>
                <a:lnTo>
                  <a:pt x="131613" y="795055"/>
                </a:lnTo>
                <a:lnTo>
                  <a:pt x="133493" y="795055"/>
                </a:lnTo>
                <a:lnTo>
                  <a:pt x="135373" y="795055"/>
                </a:lnTo>
                <a:lnTo>
                  <a:pt x="137253" y="795055"/>
                </a:lnTo>
                <a:lnTo>
                  <a:pt x="139134" y="795055"/>
                </a:lnTo>
                <a:lnTo>
                  <a:pt x="141014" y="795055"/>
                </a:lnTo>
                <a:lnTo>
                  <a:pt x="142894" y="795055"/>
                </a:lnTo>
                <a:lnTo>
                  <a:pt x="144774" y="795055"/>
                </a:lnTo>
                <a:lnTo>
                  <a:pt x="146655" y="795055"/>
                </a:lnTo>
                <a:lnTo>
                  <a:pt x="148535" y="795055"/>
                </a:lnTo>
                <a:lnTo>
                  <a:pt x="150415" y="795055"/>
                </a:lnTo>
                <a:lnTo>
                  <a:pt x="152296" y="795055"/>
                </a:lnTo>
                <a:lnTo>
                  <a:pt x="154175" y="795055"/>
                </a:lnTo>
                <a:lnTo>
                  <a:pt x="156055" y="795055"/>
                </a:lnTo>
                <a:lnTo>
                  <a:pt x="157935" y="795055"/>
                </a:lnTo>
                <a:lnTo>
                  <a:pt x="159816" y="795055"/>
                </a:lnTo>
                <a:lnTo>
                  <a:pt x="161696" y="795055"/>
                </a:lnTo>
                <a:lnTo>
                  <a:pt x="163576" y="795055"/>
                </a:lnTo>
                <a:lnTo>
                  <a:pt x="165457" y="795055"/>
                </a:lnTo>
                <a:lnTo>
                  <a:pt x="167337" y="795055"/>
                </a:lnTo>
                <a:lnTo>
                  <a:pt x="169217" y="795055"/>
                </a:lnTo>
                <a:lnTo>
                  <a:pt x="171097" y="795055"/>
                </a:lnTo>
                <a:lnTo>
                  <a:pt x="172978" y="795055"/>
                </a:lnTo>
                <a:lnTo>
                  <a:pt x="174857" y="795055"/>
                </a:lnTo>
                <a:lnTo>
                  <a:pt x="176737" y="795055"/>
                </a:lnTo>
                <a:lnTo>
                  <a:pt x="178617" y="795055"/>
                </a:lnTo>
                <a:lnTo>
                  <a:pt x="180498" y="795055"/>
                </a:lnTo>
                <a:lnTo>
                  <a:pt x="182378" y="795055"/>
                </a:lnTo>
                <a:lnTo>
                  <a:pt x="184258" y="795055"/>
                </a:lnTo>
                <a:lnTo>
                  <a:pt x="186139" y="795055"/>
                </a:lnTo>
                <a:lnTo>
                  <a:pt x="188019" y="795055"/>
                </a:lnTo>
                <a:lnTo>
                  <a:pt x="189899" y="795055"/>
                </a:lnTo>
                <a:lnTo>
                  <a:pt x="191779" y="795055"/>
                </a:lnTo>
                <a:lnTo>
                  <a:pt x="193660" y="795055"/>
                </a:lnTo>
                <a:lnTo>
                  <a:pt x="195540" y="795055"/>
                </a:lnTo>
                <a:lnTo>
                  <a:pt x="197419" y="795055"/>
                </a:lnTo>
                <a:lnTo>
                  <a:pt x="199300" y="795055"/>
                </a:lnTo>
                <a:lnTo>
                  <a:pt x="201180" y="795055"/>
                </a:lnTo>
                <a:lnTo>
                  <a:pt x="203060" y="795055"/>
                </a:lnTo>
                <a:lnTo>
                  <a:pt x="204940" y="795055"/>
                </a:lnTo>
                <a:lnTo>
                  <a:pt x="206821" y="795055"/>
                </a:lnTo>
                <a:lnTo>
                  <a:pt x="208701" y="795055"/>
                </a:lnTo>
                <a:lnTo>
                  <a:pt x="210581" y="795055"/>
                </a:lnTo>
                <a:lnTo>
                  <a:pt x="212461" y="795055"/>
                </a:lnTo>
                <a:lnTo>
                  <a:pt x="214342" y="795055"/>
                </a:lnTo>
                <a:lnTo>
                  <a:pt x="216222" y="795055"/>
                </a:lnTo>
                <a:lnTo>
                  <a:pt x="218101" y="795055"/>
                </a:lnTo>
                <a:lnTo>
                  <a:pt x="219982" y="795055"/>
                </a:lnTo>
                <a:lnTo>
                  <a:pt x="221862" y="795055"/>
                </a:lnTo>
                <a:lnTo>
                  <a:pt x="223742" y="795055"/>
                </a:lnTo>
                <a:lnTo>
                  <a:pt x="225622" y="795055"/>
                </a:lnTo>
                <a:lnTo>
                  <a:pt x="227503" y="795055"/>
                </a:lnTo>
                <a:lnTo>
                  <a:pt x="229383" y="795055"/>
                </a:lnTo>
                <a:lnTo>
                  <a:pt x="231263" y="795055"/>
                </a:lnTo>
                <a:lnTo>
                  <a:pt x="233144" y="795055"/>
                </a:lnTo>
                <a:lnTo>
                  <a:pt x="235024" y="795055"/>
                </a:lnTo>
                <a:lnTo>
                  <a:pt x="236904" y="795055"/>
                </a:lnTo>
                <a:lnTo>
                  <a:pt x="238784" y="795055"/>
                </a:lnTo>
                <a:lnTo>
                  <a:pt x="240664" y="795055"/>
                </a:lnTo>
                <a:lnTo>
                  <a:pt x="242544" y="795055"/>
                </a:lnTo>
                <a:lnTo>
                  <a:pt x="244424" y="795055"/>
                </a:lnTo>
                <a:lnTo>
                  <a:pt x="246305" y="795055"/>
                </a:lnTo>
                <a:lnTo>
                  <a:pt x="248185" y="795055"/>
                </a:lnTo>
                <a:lnTo>
                  <a:pt x="250065" y="795055"/>
                </a:lnTo>
                <a:lnTo>
                  <a:pt x="251945" y="795055"/>
                </a:lnTo>
                <a:lnTo>
                  <a:pt x="253826" y="795055"/>
                </a:lnTo>
                <a:lnTo>
                  <a:pt x="255706" y="795055"/>
                </a:lnTo>
                <a:lnTo>
                  <a:pt x="257586" y="795055"/>
                </a:lnTo>
                <a:lnTo>
                  <a:pt x="259466" y="795055"/>
                </a:lnTo>
                <a:lnTo>
                  <a:pt x="261346" y="795055"/>
                </a:lnTo>
                <a:lnTo>
                  <a:pt x="263226" y="795055"/>
                </a:lnTo>
                <a:lnTo>
                  <a:pt x="265106" y="795055"/>
                </a:lnTo>
                <a:lnTo>
                  <a:pt x="266987" y="795055"/>
                </a:lnTo>
                <a:lnTo>
                  <a:pt x="268867" y="795055"/>
                </a:lnTo>
                <a:lnTo>
                  <a:pt x="270747" y="795055"/>
                </a:lnTo>
                <a:lnTo>
                  <a:pt x="272627" y="795055"/>
                </a:lnTo>
                <a:lnTo>
                  <a:pt x="274508" y="795055"/>
                </a:lnTo>
                <a:lnTo>
                  <a:pt x="276388" y="795055"/>
                </a:lnTo>
                <a:lnTo>
                  <a:pt x="278268" y="795055"/>
                </a:lnTo>
                <a:lnTo>
                  <a:pt x="280148" y="795055"/>
                </a:lnTo>
                <a:lnTo>
                  <a:pt x="282029" y="795055"/>
                </a:lnTo>
                <a:lnTo>
                  <a:pt x="283908" y="795055"/>
                </a:lnTo>
                <a:lnTo>
                  <a:pt x="285788" y="795055"/>
                </a:lnTo>
                <a:lnTo>
                  <a:pt x="287669" y="795055"/>
                </a:lnTo>
                <a:lnTo>
                  <a:pt x="289549" y="795055"/>
                </a:lnTo>
                <a:lnTo>
                  <a:pt x="291429" y="795055"/>
                </a:lnTo>
                <a:lnTo>
                  <a:pt x="293309" y="795055"/>
                </a:lnTo>
                <a:lnTo>
                  <a:pt x="295190" y="795055"/>
                </a:lnTo>
                <a:lnTo>
                  <a:pt x="297070" y="795055"/>
                </a:lnTo>
                <a:lnTo>
                  <a:pt x="298950" y="795055"/>
                </a:lnTo>
                <a:lnTo>
                  <a:pt x="300831" y="795055"/>
                </a:lnTo>
                <a:lnTo>
                  <a:pt x="302711" y="795055"/>
                </a:lnTo>
                <a:lnTo>
                  <a:pt x="304590" y="795055"/>
                </a:lnTo>
                <a:lnTo>
                  <a:pt x="306470" y="795055"/>
                </a:lnTo>
                <a:lnTo>
                  <a:pt x="308351" y="795055"/>
                </a:lnTo>
                <a:lnTo>
                  <a:pt x="310231" y="795055"/>
                </a:lnTo>
                <a:lnTo>
                  <a:pt x="312111" y="795055"/>
                </a:lnTo>
                <a:lnTo>
                  <a:pt x="313992" y="795055"/>
                </a:lnTo>
                <a:lnTo>
                  <a:pt x="315872" y="795055"/>
                </a:lnTo>
                <a:lnTo>
                  <a:pt x="317752" y="795055"/>
                </a:lnTo>
                <a:lnTo>
                  <a:pt x="319632" y="795055"/>
                </a:lnTo>
                <a:lnTo>
                  <a:pt x="321513" y="795055"/>
                </a:lnTo>
                <a:lnTo>
                  <a:pt x="323393" y="795055"/>
                </a:lnTo>
                <a:lnTo>
                  <a:pt x="325273" y="795055"/>
                </a:lnTo>
                <a:lnTo>
                  <a:pt x="327153" y="795055"/>
                </a:lnTo>
                <a:lnTo>
                  <a:pt x="329033" y="795055"/>
                </a:lnTo>
                <a:lnTo>
                  <a:pt x="330913" y="795055"/>
                </a:lnTo>
                <a:lnTo>
                  <a:pt x="332793" y="795055"/>
                </a:lnTo>
                <a:lnTo>
                  <a:pt x="334674" y="795055"/>
                </a:lnTo>
                <a:lnTo>
                  <a:pt x="336554" y="795055"/>
                </a:lnTo>
                <a:lnTo>
                  <a:pt x="338434" y="795055"/>
                </a:lnTo>
                <a:lnTo>
                  <a:pt x="340314" y="795055"/>
                </a:lnTo>
                <a:lnTo>
                  <a:pt x="342195" y="795055"/>
                </a:lnTo>
                <a:lnTo>
                  <a:pt x="344075" y="795055"/>
                </a:lnTo>
                <a:lnTo>
                  <a:pt x="345955" y="795055"/>
                </a:lnTo>
                <a:lnTo>
                  <a:pt x="347835" y="795055"/>
                </a:lnTo>
                <a:lnTo>
                  <a:pt x="349715" y="795055"/>
                </a:lnTo>
                <a:lnTo>
                  <a:pt x="351595" y="795055"/>
                </a:lnTo>
                <a:lnTo>
                  <a:pt x="353475" y="795055"/>
                </a:lnTo>
                <a:lnTo>
                  <a:pt x="355356" y="795055"/>
                </a:lnTo>
                <a:lnTo>
                  <a:pt x="357236" y="795055"/>
                </a:lnTo>
                <a:lnTo>
                  <a:pt x="359116" y="795055"/>
                </a:lnTo>
                <a:lnTo>
                  <a:pt x="360996" y="795055"/>
                </a:lnTo>
                <a:lnTo>
                  <a:pt x="362877" y="795055"/>
                </a:lnTo>
                <a:lnTo>
                  <a:pt x="364757" y="795055"/>
                </a:lnTo>
                <a:lnTo>
                  <a:pt x="366637" y="795055"/>
                </a:lnTo>
                <a:lnTo>
                  <a:pt x="368518" y="795055"/>
                </a:lnTo>
                <a:lnTo>
                  <a:pt x="370397" y="795055"/>
                </a:lnTo>
                <a:lnTo>
                  <a:pt x="372277" y="795055"/>
                </a:lnTo>
                <a:lnTo>
                  <a:pt x="374157" y="795055"/>
                </a:lnTo>
                <a:lnTo>
                  <a:pt x="376038" y="795055"/>
                </a:lnTo>
                <a:lnTo>
                  <a:pt x="377918" y="795055"/>
                </a:lnTo>
                <a:lnTo>
                  <a:pt x="379798" y="795055"/>
                </a:lnTo>
                <a:lnTo>
                  <a:pt x="381679" y="795055"/>
                </a:lnTo>
                <a:lnTo>
                  <a:pt x="383559" y="795055"/>
                </a:lnTo>
                <a:lnTo>
                  <a:pt x="385439" y="795055"/>
                </a:lnTo>
                <a:lnTo>
                  <a:pt x="387319" y="795055"/>
                </a:lnTo>
                <a:lnTo>
                  <a:pt x="389200" y="795055"/>
                </a:lnTo>
                <a:lnTo>
                  <a:pt x="391079" y="795055"/>
                </a:lnTo>
                <a:lnTo>
                  <a:pt x="392959" y="795055"/>
                </a:lnTo>
                <a:lnTo>
                  <a:pt x="394840" y="795055"/>
                </a:lnTo>
                <a:lnTo>
                  <a:pt x="396720" y="795055"/>
                </a:lnTo>
                <a:lnTo>
                  <a:pt x="398600" y="795055"/>
                </a:lnTo>
                <a:lnTo>
                  <a:pt x="400480" y="795055"/>
                </a:lnTo>
                <a:lnTo>
                  <a:pt x="402361" y="795055"/>
                </a:lnTo>
                <a:lnTo>
                  <a:pt x="404241" y="795055"/>
                </a:lnTo>
                <a:lnTo>
                  <a:pt x="406121" y="795055"/>
                </a:lnTo>
                <a:lnTo>
                  <a:pt x="408001" y="795055"/>
                </a:lnTo>
                <a:lnTo>
                  <a:pt x="409882" y="795055"/>
                </a:lnTo>
                <a:lnTo>
                  <a:pt x="411762" y="795055"/>
                </a:lnTo>
                <a:lnTo>
                  <a:pt x="413641" y="795055"/>
                </a:lnTo>
                <a:lnTo>
                  <a:pt x="415522" y="795055"/>
                </a:lnTo>
                <a:lnTo>
                  <a:pt x="417402" y="795055"/>
                </a:lnTo>
                <a:lnTo>
                  <a:pt x="419282" y="795055"/>
                </a:lnTo>
                <a:lnTo>
                  <a:pt x="421162" y="795055"/>
                </a:lnTo>
                <a:lnTo>
                  <a:pt x="423043" y="795055"/>
                </a:lnTo>
                <a:lnTo>
                  <a:pt x="424923" y="795055"/>
                </a:lnTo>
                <a:lnTo>
                  <a:pt x="426803" y="795055"/>
                </a:lnTo>
                <a:lnTo>
                  <a:pt x="428684" y="795055"/>
                </a:lnTo>
                <a:lnTo>
                  <a:pt x="430564" y="795055"/>
                </a:lnTo>
                <a:lnTo>
                  <a:pt x="432444" y="795055"/>
                </a:lnTo>
                <a:lnTo>
                  <a:pt x="434323" y="795055"/>
                </a:lnTo>
                <a:lnTo>
                  <a:pt x="436204" y="795055"/>
                </a:lnTo>
                <a:lnTo>
                  <a:pt x="438084" y="795055"/>
                </a:lnTo>
                <a:lnTo>
                  <a:pt x="439964" y="795055"/>
                </a:lnTo>
                <a:lnTo>
                  <a:pt x="441844" y="795055"/>
                </a:lnTo>
                <a:lnTo>
                  <a:pt x="443725" y="795055"/>
                </a:lnTo>
                <a:lnTo>
                  <a:pt x="445605" y="795055"/>
                </a:lnTo>
                <a:lnTo>
                  <a:pt x="447485" y="795055"/>
                </a:lnTo>
                <a:lnTo>
                  <a:pt x="449366" y="795055"/>
                </a:lnTo>
                <a:lnTo>
                  <a:pt x="451246" y="795055"/>
                </a:lnTo>
                <a:lnTo>
                  <a:pt x="453126" y="795055"/>
                </a:lnTo>
                <a:lnTo>
                  <a:pt x="455006" y="795055"/>
                </a:lnTo>
                <a:lnTo>
                  <a:pt x="456886" y="795055"/>
                </a:lnTo>
                <a:lnTo>
                  <a:pt x="458766" y="795055"/>
                </a:lnTo>
                <a:lnTo>
                  <a:pt x="460646" y="795055"/>
                </a:lnTo>
                <a:lnTo>
                  <a:pt x="462527" y="795055"/>
                </a:lnTo>
                <a:lnTo>
                  <a:pt x="464407" y="795055"/>
                </a:lnTo>
                <a:lnTo>
                  <a:pt x="466287" y="795055"/>
                </a:lnTo>
                <a:lnTo>
                  <a:pt x="468167" y="795055"/>
                </a:lnTo>
                <a:lnTo>
                  <a:pt x="470048" y="795055"/>
                </a:lnTo>
                <a:lnTo>
                  <a:pt x="471928" y="795055"/>
                </a:lnTo>
                <a:lnTo>
                  <a:pt x="473808" y="795055"/>
                </a:lnTo>
                <a:lnTo>
                  <a:pt x="475688" y="795055"/>
                </a:lnTo>
                <a:lnTo>
                  <a:pt x="477568" y="795055"/>
                </a:lnTo>
                <a:lnTo>
                  <a:pt x="479448" y="795055"/>
                </a:lnTo>
                <a:lnTo>
                  <a:pt x="481328" y="795055"/>
                </a:lnTo>
                <a:lnTo>
                  <a:pt x="483209" y="795055"/>
                </a:lnTo>
                <a:lnTo>
                  <a:pt x="485089" y="795055"/>
                </a:lnTo>
                <a:lnTo>
                  <a:pt x="486969" y="795055"/>
                </a:lnTo>
                <a:lnTo>
                  <a:pt x="488849" y="795055"/>
                </a:lnTo>
                <a:lnTo>
                  <a:pt x="490730" y="795055"/>
                </a:lnTo>
                <a:lnTo>
                  <a:pt x="492610" y="795055"/>
                </a:lnTo>
                <a:lnTo>
                  <a:pt x="494490" y="795055"/>
                </a:lnTo>
                <a:lnTo>
                  <a:pt x="496371" y="795055"/>
                </a:lnTo>
                <a:lnTo>
                  <a:pt x="498251" y="795055"/>
                </a:lnTo>
                <a:lnTo>
                  <a:pt x="500130" y="795055"/>
                </a:lnTo>
                <a:lnTo>
                  <a:pt x="502010" y="795055"/>
                </a:lnTo>
                <a:lnTo>
                  <a:pt x="503891" y="795055"/>
                </a:lnTo>
                <a:lnTo>
                  <a:pt x="505771" y="795055"/>
                </a:lnTo>
                <a:lnTo>
                  <a:pt x="507651" y="795055"/>
                </a:lnTo>
                <a:lnTo>
                  <a:pt x="509531" y="795055"/>
                </a:lnTo>
                <a:lnTo>
                  <a:pt x="511412" y="795055"/>
                </a:lnTo>
                <a:lnTo>
                  <a:pt x="513292" y="795055"/>
                </a:lnTo>
                <a:lnTo>
                  <a:pt x="515172" y="795055"/>
                </a:lnTo>
                <a:lnTo>
                  <a:pt x="517053" y="795055"/>
                </a:lnTo>
                <a:lnTo>
                  <a:pt x="518933" y="795055"/>
                </a:lnTo>
                <a:lnTo>
                  <a:pt x="520812" y="795055"/>
                </a:lnTo>
                <a:lnTo>
                  <a:pt x="522692" y="795055"/>
                </a:lnTo>
                <a:lnTo>
                  <a:pt x="524573" y="795055"/>
                </a:lnTo>
                <a:lnTo>
                  <a:pt x="526453" y="795055"/>
                </a:lnTo>
                <a:lnTo>
                  <a:pt x="528333" y="795055"/>
                </a:lnTo>
                <a:lnTo>
                  <a:pt x="530214" y="795055"/>
                </a:lnTo>
                <a:lnTo>
                  <a:pt x="532094" y="795055"/>
                </a:lnTo>
                <a:lnTo>
                  <a:pt x="533974" y="795055"/>
                </a:lnTo>
                <a:lnTo>
                  <a:pt x="535854" y="795055"/>
                </a:lnTo>
                <a:lnTo>
                  <a:pt x="537735" y="795055"/>
                </a:lnTo>
                <a:lnTo>
                  <a:pt x="539615" y="795055"/>
                </a:lnTo>
                <a:lnTo>
                  <a:pt x="541495" y="795055"/>
                </a:lnTo>
                <a:lnTo>
                  <a:pt x="543375" y="795055"/>
                </a:lnTo>
                <a:lnTo>
                  <a:pt x="545255" y="795055"/>
                </a:lnTo>
                <a:lnTo>
                  <a:pt x="547135" y="795055"/>
                </a:lnTo>
                <a:lnTo>
                  <a:pt x="549015" y="795055"/>
                </a:lnTo>
                <a:lnTo>
                  <a:pt x="550896" y="795055"/>
                </a:lnTo>
                <a:lnTo>
                  <a:pt x="552776" y="795055"/>
                </a:lnTo>
                <a:lnTo>
                  <a:pt x="554656" y="795055"/>
                </a:lnTo>
                <a:lnTo>
                  <a:pt x="556536" y="795055"/>
                </a:lnTo>
                <a:lnTo>
                  <a:pt x="558417" y="795055"/>
                </a:lnTo>
                <a:lnTo>
                  <a:pt x="560297" y="795055"/>
                </a:lnTo>
                <a:lnTo>
                  <a:pt x="562177" y="795055"/>
                </a:lnTo>
                <a:lnTo>
                  <a:pt x="564057" y="795055"/>
                </a:lnTo>
                <a:lnTo>
                  <a:pt x="565937" y="795055"/>
                </a:lnTo>
                <a:lnTo>
                  <a:pt x="567817" y="795055"/>
                </a:lnTo>
                <a:lnTo>
                  <a:pt x="569697" y="795055"/>
                </a:lnTo>
                <a:lnTo>
                  <a:pt x="571578" y="795055"/>
                </a:lnTo>
                <a:lnTo>
                  <a:pt x="573458" y="795055"/>
                </a:lnTo>
                <a:lnTo>
                  <a:pt x="575338" y="795055"/>
                </a:lnTo>
                <a:lnTo>
                  <a:pt x="577219" y="795055"/>
                </a:lnTo>
                <a:lnTo>
                  <a:pt x="579099" y="795055"/>
                </a:lnTo>
                <a:lnTo>
                  <a:pt x="580979" y="795055"/>
                </a:lnTo>
                <a:lnTo>
                  <a:pt x="582859" y="795055"/>
                </a:lnTo>
                <a:lnTo>
                  <a:pt x="584740" y="795055"/>
                </a:lnTo>
                <a:lnTo>
                  <a:pt x="586619" y="795055"/>
                </a:lnTo>
                <a:lnTo>
                  <a:pt x="588499" y="795055"/>
                </a:lnTo>
                <a:lnTo>
                  <a:pt x="590379" y="795055"/>
                </a:lnTo>
                <a:lnTo>
                  <a:pt x="592260" y="795055"/>
                </a:lnTo>
                <a:lnTo>
                  <a:pt x="594140" y="795055"/>
                </a:lnTo>
                <a:lnTo>
                  <a:pt x="596020" y="795055"/>
                </a:lnTo>
                <a:lnTo>
                  <a:pt x="597901" y="795055"/>
                </a:lnTo>
                <a:lnTo>
                  <a:pt x="599781" y="795055"/>
                </a:lnTo>
                <a:lnTo>
                  <a:pt x="601661" y="795055"/>
                </a:lnTo>
                <a:lnTo>
                  <a:pt x="603541" y="795055"/>
                </a:lnTo>
                <a:lnTo>
                  <a:pt x="605422" y="795055"/>
                </a:lnTo>
                <a:lnTo>
                  <a:pt x="607301" y="795055"/>
                </a:lnTo>
                <a:lnTo>
                  <a:pt x="609181" y="795055"/>
                </a:lnTo>
                <a:lnTo>
                  <a:pt x="611062" y="795055"/>
                </a:lnTo>
                <a:lnTo>
                  <a:pt x="612942" y="795055"/>
                </a:lnTo>
                <a:lnTo>
                  <a:pt x="614822" y="795055"/>
                </a:lnTo>
                <a:lnTo>
                  <a:pt x="616702" y="795055"/>
                </a:lnTo>
                <a:lnTo>
                  <a:pt x="618583" y="795055"/>
                </a:lnTo>
                <a:lnTo>
                  <a:pt x="620463" y="795055"/>
                </a:lnTo>
                <a:lnTo>
                  <a:pt x="622342" y="795055"/>
                </a:lnTo>
                <a:lnTo>
                  <a:pt x="624224" y="795055"/>
                </a:lnTo>
                <a:lnTo>
                  <a:pt x="626107" y="795055"/>
                </a:lnTo>
                <a:lnTo>
                  <a:pt x="627979" y="795055"/>
                </a:lnTo>
                <a:lnTo>
                  <a:pt x="629861" y="795055"/>
                </a:lnTo>
                <a:lnTo>
                  <a:pt x="631744" y="795055"/>
                </a:lnTo>
                <a:lnTo>
                  <a:pt x="633626" y="795055"/>
                </a:lnTo>
                <a:lnTo>
                  <a:pt x="635508" y="795055"/>
                </a:lnTo>
                <a:lnTo>
                  <a:pt x="637381" y="795055"/>
                </a:lnTo>
                <a:lnTo>
                  <a:pt x="639263" y="795055"/>
                </a:lnTo>
                <a:lnTo>
                  <a:pt x="641145" y="795055"/>
                </a:lnTo>
                <a:lnTo>
                  <a:pt x="643027" y="795055"/>
                </a:lnTo>
                <a:lnTo>
                  <a:pt x="644909" y="795055"/>
                </a:lnTo>
                <a:lnTo>
                  <a:pt x="646782" y="795055"/>
                </a:lnTo>
                <a:lnTo>
                  <a:pt x="648664" y="795055"/>
                </a:lnTo>
                <a:lnTo>
                  <a:pt x="650546" y="795055"/>
                </a:lnTo>
                <a:lnTo>
                  <a:pt x="652429" y="795055"/>
                </a:lnTo>
                <a:lnTo>
                  <a:pt x="654311" y="795055"/>
                </a:lnTo>
                <a:lnTo>
                  <a:pt x="656183" y="795055"/>
                </a:lnTo>
                <a:lnTo>
                  <a:pt x="658066" y="795055"/>
                </a:lnTo>
                <a:lnTo>
                  <a:pt x="659948" y="795055"/>
                </a:lnTo>
                <a:lnTo>
                  <a:pt x="661830" y="795055"/>
                </a:lnTo>
                <a:lnTo>
                  <a:pt x="663703" y="795055"/>
                </a:lnTo>
                <a:lnTo>
                  <a:pt x="665585" y="795055"/>
                </a:lnTo>
                <a:lnTo>
                  <a:pt x="667467" y="795055"/>
                </a:lnTo>
                <a:lnTo>
                  <a:pt x="669349" y="795055"/>
                </a:lnTo>
                <a:lnTo>
                  <a:pt x="671231" y="795055"/>
                </a:lnTo>
                <a:lnTo>
                  <a:pt x="673104" y="795055"/>
                </a:lnTo>
                <a:lnTo>
                  <a:pt x="674986" y="795055"/>
                </a:lnTo>
                <a:lnTo>
                  <a:pt x="676868" y="795055"/>
                </a:lnTo>
                <a:lnTo>
                  <a:pt x="678751" y="795055"/>
                </a:lnTo>
                <a:lnTo>
                  <a:pt x="680633" y="795055"/>
                </a:lnTo>
                <a:lnTo>
                  <a:pt x="682505" y="795055"/>
                </a:lnTo>
                <a:lnTo>
                  <a:pt x="684387" y="795055"/>
                </a:lnTo>
                <a:lnTo>
                  <a:pt x="686270" y="795055"/>
                </a:lnTo>
                <a:lnTo>
                  <a:pt x="688152" y="795055"/>
                </a:lnTo>
                <a:lnTo>
                  <a:pt x="690034" y="795055"/>
                </a:lnTo>
                <a:lnTo>
                  <a:pt x="691907" y="795055"/>
                </a:lnTo>
                <a:lnTo>
                  <a:pt x="693789" y="795055"/>
                </a:lnTo>
                <a:lnTo>
                  <a:pt x="695671" y="795055"/>
                </a:lnTo>
                <a:lnTo>
                  <a:pt x="697553" y="795055"/>
                </a:lnTo>
                <a:lnTo>
                  <a:pt x="699435" y="795055"/>
                </a:lnTo>
                <a:lnTo>
                  <a:pt x="701308" y="795055"/>
                </a:lnTo>
                <a:lnTo>
                  <a:pt x="703190" y="795055"/>
                </a:lnTo>
                <a:lnTo>
                  <a:pt x="705072" y="795055"/>
                </a:lnTo>
                <a:lnTo>
                  <a:pt x="706955" y="795055"/>
                </a:lnTo>
                <a:lnTo>
                  <a:pt x="708827" y="795055"/>
                </a:lnTo>
                <a:lnTo>
                  <a:pt x="710709" y="795055"/>
                </a:lnTo>
                <a:lnTo>
                  <a:pt x="712592" y="795055"/>
                </a:lnTo>
                <a:lnTo>
                  <a:pt x="714474" y="795055"/>
                </a:lnTo>
                <a:lnTo>
                  <a:pt x="716356" y="795055"/>
                </a:lnTo>
                <a:lnTo>
                  <a:pt x="718229" y="795055"/>
                </a:lnTo>
                <a:lnTo>
                  <a:pt x="720111" y="795055"/>
                </a:lnTo>
                <a:lnTo>
                  <a:pt x="721993" y="795055"/>
                </a:lnTo>
                <a:lnTo>
                  <a:pt x="723875" y="795055"/>
                </a:lnTo>
                <a:lnTo>
                  <a:pt x="725757" y="795055"/>
                </a:lnTo>
                <a:lnTo>
                  <a:pt x="727630" y="795055"/>
                </a:lnTo>
                <a:lnTo>
                  <a:pt x="729512" y="795055"/>
                </a:lnTo>
                <a:lnTo>
                  <a:pt x="731394" y="795055"/>
                </a:lnTo>
                <a:lnTo>
                  <a:pt x="733277" y="795055"/>
                </a:lnTo>
                <a:lnTo>
                  <a:pt x="735159" y="795055"/>
                </a:lnTo>
                <a:lnTo>
                  <a:pt x="737031" y="795055"/>
                </a:lnTo>
                <a:lnTo>
                  <a:pt x="738914" y="795055"/>
                </a:lnTo>
                <a:lnTo>
                  <a:pt x="740796" y="795055"/>
                </a:lnTo>
                <a:lnTo>
                  <a:pt x="742678" y="795055"/>
                </a:lnTo>
                <a:lnTo>
                  <a:pt x="744560" y="795055"/>
                </a:lnTo>
                <a:lnTo>
                  <a:pt x="746433" y="795055"/>
                </a:lnTo>
                <a:lnTo>
                  <a:pt x="748315" y="795055"/>
                </a:lnTo>
                <a:lnTo>
                  <a:pt x="750197" y="795055"/>
                </a:lnTo>
                <a:lnTo>
                  <a:pt x="752079" y="795055"/>
                </a:lnTo>
                <a:lnTo>
                  <a:pt x="753952" y="795055"/>
                </a:lnTo>
                <a:lnTo>
                  <a:pt x="755834" y="795055"/>
                </a:lnTo>
                <a:lnTo>
                  <a:pt x="757716" y="795055"/>
                </a:lnTo>
                <a:lnTo>
                  <a:pt x="759598" y="795055"/>
                </a:lnTo>
                <a:lnTo>
                  <a:pt x="761481" y="795055"/>
                </a:lnTo>
                <a:lnTo>
                  <a:pt x="763353" y="795055"/>
                </a:lnTo>
                <a:lnTo>
                  <a:pt x="765235" y="795055"/>
                </a:lnTo>
                <a:lnTo>
                  <a:pt x="767118" y="795055"/>
                </a:lnTo>
                <a:lnTo>
                  <a:pt x="769000" y="795055"/>
                </a:lnTo>
                <a:lnTo>
                  <a:pt x="770882" y="795055"/>
                </a:lnTo>
                <a:lnTo>
                  <a:pt x="772755" y="795055"/>
                </a:lnTo>
                <a:lnTo>
                  <a:pt x="774637" y="795055"/>
                </a:lnTo>
                <a:lnTo>
                  <a:pt x="776519" y="795055"/>
                </a:lnTo>
                <a:lnTo>
                  <a:pt x="778401" y="795055"/>
                </a:lnTo>
                <a:lnTo>
                  <a:pt x="780283" y="795055"/>
                </a:lnTo>
                <a:lnTo>
                  <a:pt x="782156" y="795055"/>
                </a:lnTo>
                <a:lnTo>
                  <a:pt x="784038" y="795055"/>
                </a:lnTo>
                <a:lnTo>
                  <a:pt x="785920" y="795055"/>
                </a:lnTo>
                <a:lnTo>
                  <a:pt x="787803" y="795055"/>
                </a:lnTo>
                <a:lnTo>
                  <a:pt x="789685" y="795055"/>
                </a:lnTo>
                <a:lnTo>
                  <a:pt x="791557" y="795055"/>
                </a:lnTo>
                <a:lnTo>
                  <a:pt x="793440" y="795055"/>
                </a:lnTo>
                <a:lnTo>
                  <a:pt x="795322" y="795055"/>
                </a:lnTo>
                <a:lnTo>
                  <a:pt x="797204" y="795055"/>
                </a:lnTo>
                <a:lnTo>
                  <a:pt x="799077" y="795055"/>
                </a:lnTo>
                <a:lnTo>
                  <a:pt x="800959" y="795055"/>
                </a:lnTo>
                <a:lnTo>
                  <a:pt x="802841" y="795055"/>
                </a:lnTo>
                <a:lnTo>
                  <a:pt x="804723" y="795055"/>
                </a:lnTo>
                <a:lnTo>
                  <a:pt x="806605" y="795055"/>
                </a:lnTo>
                <a:lnTo>
                  <a:pt x="808478" y="795055"/>
                </a:lnTo>
                <a:lnTo>
                  <a:pt x="810360" y="795055"/>
                </a:lnTo>
                <a:lnTo>
                  <a:pt x="812242" y="795055"/>
                </a:lnTo>
                <a:lnTo>
                  <a:pt x="814125" y="795055"/>
                </a:lnTo>
                <a:lnTo>
                  <a:pt x="816007" y="795055"/>
                </a:lnTo>
                <a:lnTo>
                  <a:pt x="817879" y="795045"/>
                </a:lnTo>
                <a:lnTo>
                  <a:pt x="819762" y="795045"/>
                </a:lnTo>
                <a:lnTo>
                  <a:pt x="821644" y="795045"/>
                </a:lnTo>
                <a:lnTo>
                  <a:pt x="823526" y="795045"/>
                </a:lnTo>
                <a:lnTo>
                  <a:pt x="825408" y="795045"/>
                </a:lnTo>
                <a:lnTo>
                  <a:pt x="827281" y="795045"/>
                </a:lnTo>
                <a:lnTo>
                  <a:pt x="829163" y="795045"/>
                </a:lnTo>
                <a:lnTo>
                  <a:pt x="831045" y="795045"/>
                </a:lnTo>
                <a:lnTo>
                  <a:pt x="832927" y="795045"/>
                </a:lnTo>
                <a:lnTo>
                  <a:pt x="834800" y="795035"/>
                </a:lnTo>
                <a:lnTo>
                  <a:pt x="836682" y="795035"/>
                </a:lnTo>
                <a:lnTo>
                  <a:pt x="838564" y="795035"/>
                </a:lnTo>
                <a:lnTo>
                  <a:pt x="840446" y="795035"/>
                </a:lnTo>
                <a:lnTo>
                  <a:pt x="842329" y="795035"/>
                </a:lnTo>
                <a:lnTo>
                  <a:pt x="844201" y="795026"/>
                </a:lnTo>
                <a:lnTo>
                  <a:pt x="846083" y="795026"/>
                </a:lnTo>
                <a:lnTo>
                  <a:pt x="847966" y="795026"/>
                </a:lnTo>
                <a:lnTo>
                  <a:pt x="849848" y="795016"/>
                </a:lnTo>
                <a:lnTo>
                  <a:pt x="851730" y="795016"/>
                </a:lnTo>
                <a:lnTo>
                  <a:pt x="853603" y="795016"/>
                </a:lnTo>
                <a:lnTo>
                  <a:pt x="855485" y="795006"/>
                </a:lnTo>
                <a:lnTo>
                  <a:pt x="857367" y="795006"/>
                </a:lnTo>
                <a:lnTo>
                  <a:pt x="859249" y="794997"/>
                </a:lnTo>
                <a:lnTo>
                  <a:pt x="861131" y="794997"/>
                </a:lnTo>
                <a:lnTo>
                  <a:pt x="863004" y="794987"/>
                </a:lnTo>
                <a:lnTo>
                  <a:pt x="864886" y="794987"/>
                </a:lnTo>
                <a:lnTo>
                  <a:pt x="866768" y="794977"/>
                </a:lnTo>
                <a:lnTo>
                  <a:pt x="868651" y="794967"/>
                </a:lnTo>
                <a:lnTo>
                  <a:pt x="870533" y="794958"/>
                </a:lnTo>
                <a:lnTo>
                  <a:pt x="872405" y="794948"/>
                </a:lnTo>
                <a:lnTo>
                  <a:pt x="874288" y="794948"/>
                </a:lnTo>
                <a:lnTo>
                  <a:pt x="876170" y="794929"/>
                </a:lnTo>
                <a:lnTo>
                  <a:pt x="878052" y="794919"/>
                </a:lnTo>
                <a:lnTo>
                  <a:pt x="879925" y="794909"/>
                </a:lnTo>
                <a:lnTo>
                  <a:pt x="881807" y="794900"/>
                </a:lnTo>
                <a:lnTo>
                  <a:pt x="883689" y="794890"/>
                </a:lnTo>
                <a:lnTo>
                  <a:pt x="885571" y="794870"/>
                </a:lnTo>
                <a:lnTo>
                  <a:pt x="887453" y="794851"/>
                </a:lnTo>
                <a:lnTo>
                  <a:pt x="889326" y="794841"/>
                </a:lnTo>
                <a:lnTo>
                  <a:pt x="891208" y="794822"/>
                </a:lnTo>
                <a:lnTo>
                  <a:pt x="893090" y="794803"/>
                </a:lnTo>
                <a:lnTo>
                  <a:pt x="894973" y="794783"/>
                </a:lnTo>
                <a:lnTo>
                  <a:pt x="896855" y="794754"/>
                </a:lnTo>
                <a:lnTo>
                  <a:pt x="898727" y="794735"/>
                </a:lnTo>
                <a:lnTo>
                  <a:pt x="900609" y="794706"/>
                </a:lnTo>
                <a:lnTo>
                  <a:pt x="902492" y="794676"/>
                </a:lnTo>
                <a:lnTo>
                  <a:pt x="904374" y="794647"/>
                </a:lnTo>
                <a:lnTo>
                  <a:pt x="906256" y="794618"/>
                </a:lnTo>
                <a:lnTo>
                  <a:pt x="908129" y="794579"/>
                </a:lnTo>
                <a:lnTo>
                  <a:pt x="910011" y="794541"/>
                </a:lnTo>
                <a:lnTo>
                  <a:pt x="911893" y="794502"/>
                </a:lnTo>
                <a:lnTo>
                  <a:pt x="913775" y="794463"/>
                </a:lnTo>
                <a:lnTo>
                  <a:pt x="915657" y="794415"/>
                </a:lnTo>
                <a:lnTo>
                  <a:pt x="917530" y="794366"/>
                </a:lnTo>
                <a:lnTo>
                  <a:pt x="919412" y="794318"/>
                </a:lnTo>
                <a:lnTo>
                  <a:pt x="921294" y="794259"/>
                </a:lnTo>
                <a:lnTo>
                  <a:pt x="923177" y="794201"/>
                </a:lnTo>
                <a:lnTo>
                  <a:pt x="925049" y="794133"/>
                </a:lnTo>
                <a:lnTo>
                  <a:pt x="926931" y="794065"/>
                </a:lnTo>
                <a:lnTo>
                  <a:pt x="928814" y="793988"/>
                </a:lnTo>
                <a:lnTo>
                  <a:pt x="930696" y="793910"/>
                </a:lnTo>
                <a:lnTo>
                  <a:pt x="932578" y="793823"/>
                </a:lnTo>
                <a:lnTo>
                  <a:pt x="934451" y="793735"/>
                </a:lnTo>
                <a:lnTo>
                  <a:pt x="936333" y="793638"/>
                </a:lnTo>
                <a:lnTo>
                  <a:pt x="938215" y="793541"/>
                </a:lnTo>
                <a:lnTo>
                  <a:pt x="940097" y="793435"/>
                </a:lnTo>
                <a:lnTo>
                  <a:pt x="941979" y="793318"/>
                </a:lnTo>
                <a:lnTo>
                  <a:pt x="943852" y="793192"/>
                </a:lnTo>
                <a:lnTo>
                  <a:pt x="945734" y="793056"/>
                </a:lnTo>
                <a:lnTo>
                  <a:pt x="947616" y="792920"/>
                </a:lnTo>
                <a:lnTo>
                  <a:pt x="949499" y="792775"/>
                </a:lnTo>
                <a:lnTo>
                  <a:pt x="951381" y="792610"/>
                </a:lnTo>
                <a:lnTo>
                  <a:pt x="953253" y="792445"/>
                </a:lnTo>
                <a:lnTo>
                  <a:pt x="955136" y="792261"/>
                </a:lnTo>
                <a:lnTo>
                  <a:pt x="957018" y="792076"/>
                </a:lnTo>
                <a:lnTo>
                  <a:pt x="958900" y="791873"/>
                </a:lnTo>
                <a:lnTo>
                  <a:pt x="960782" y="791659"/>
                </a:lnTo>
                <a:lnTo>
                  <a:pt x="962655" y="791436"/>
                </a:lnTo>
                <a:lnTo>
                  <a:pt x="964537" y="791193"/>
                </a:lnTo>
                <a:lnTo>
                  <a:pt x="966419" y="790941"/>
                </a:lnTo>
                <a:lnTo>
                  <a:pt x="968301" y="790669"/>
                </a:lnTo>
                <a:lnTo>
                  <a:pt x="970174" y="790378"/>
                </a:lnTo>
                <a:lnTo>
                  <a:pt x="972056" y="790078"/>
                </a:lnTo>
                <a:lnTo>
                  <a:pt x="973938" y="789757"/>
                </a:lnTo>
                <a:lnTo>
                  <a:pt x="975820" y="789418"/>
                </a:lnTo>
                <a:lnTo>
                  <a:pt x="977703" y="789059"/>
                </a:lnTo>
                <a:lnTo>
                  <a:pt x="979575" y="788681"/>
                </a:lnTo>
                <a:lnTo>
                  <a:pt x="981458" y="788283"/>
                </a:lnTo>
                <a:lnTo>
                  <a:pt x="983340" y="787866"/>
                </a:lnTo>
                <a:lnTo>
                  <a:pt x="985222" y="787419"/>
                </a:lnTo>
                <a:lnTo>
                  <a:pt x="987104" y="786944"/>
                </a:lnTo>
                <a:lnTo>
                  <a:pt x="988977" y="786449"/>
                </a:lnTo>
                <a:lnTo>
                  <a:pt x="990859" y="785925"/>
                </a:lnTo>
                <a:lnTo>
                  <a:pt x="992741" y="785382"/>
                </a:lnTo>
                <a:lnTo>
                  <a:pt x="994623" y="784800"/>
                </a:lnTo>
                <a:lnTo>
                  <a:pt x="996506" y="784188"/>
                </a:lnTo>
                <a:lnTo>
                  <a:pt x="998378" y="783548"/>
                </a:lnTo>
                <a:lnTo>
                  <a:pt x="1000260" y="782879"/>
                </a:lnTo>
                <a:lnTo>
                  <a:pt x="1002142" y="782170"/>
                </a:lnTo>
                <a:lnTo>
                  <a:pt x="1004025" y="781423"/>
                </a:lnTo>
                <a:lnTo>
                  <a:pt x="1005907" y="780637"/>
                </a:lnTo>
                <a:lnTo>
                  <a:pt x="1007779" y="779822"/>
                </a:lnTo>
                <a:lnTo>
                  <a:pt x="1009662" y="778959"/>
                </a:lnTo>
                <a:lnTo>
                  <a:pt x="1011544" y="778057"/>
                </a:lnTo>
                <a:lnTo>
                  <a:pt x="1013426" y="777106"/>
                </a:lnTo>
                <a:lnTo>
                  <a:pt x="1015299" y="776116"/>
                </a:lnTo>
                <a:lnTo>
                  <a:pt x="1017181" y="775078"/>
                </a:lnTo>
                <a:lnTo>
                  <a:pt x="1019063" y="773982"/>
                </a:lnTo>
                <a:lnTo>
                  <a:pt x="1020945" y="772847"/>
                </a:lnTo>
                <a:lnTo>
                  <a:pt x="1022827" y="771653"/>
                </a:lnTo>
                <a:lnTo>
                  <a:pt x="1024700" y="770402"/>
                </a:lnTo>
                <a:lnTo>
                  <a:pt x="1026582" y="769102"/>
                </a:lnTo>
                <a:lnTo>
                  <a:pt x="1028464" y="767734"/>
                </a:lnTo>
                <a:lnTo>
                  <a:pt x="1030347" y="766317"/>
                </a:lnTo>
                <a:lnTo>
                  <a:pt x="1032229" y="764833"/>
                </a:lnTo>
                <a:lnTo>
                  <a:pt x="1034101" y="763280"/>
                </a:lnTo>
                <a:lnTo>
                  <a:pt x="1035984" y="761660"/>
                </a:lnTo>
                <a:lnTo>
                  <a:pt x="1037866" y="759982"/>
                </a:lnTo>
                <a:lnTo>
                  <a:pt x="1039748" y="758225"/>
                </a:lnTo>
                <a:lnTo>
                  <a:pt x="1041630" y="756392"/>
                </a:lnTo>
                <a:lnTo>
                  <a:pt x="1043503" y="754490"/>
                </a:lnTo>
                <a:lnTo>
                  <a:pt x="1045385" y="752511"/>
                </a:lnTo>
                <a:lnTo>
                  <a:pt x="1047267" y="750444"/>
                </a:lnTo>
                <a:lnTo>
                  <a:pt x="1049149" y="748300"/>
                </a:lnTo>
                <a:lnTo>
                  <a:pt x="1051022" y="746078"/>
                </a:lnTo>
                <a:lnTo>
                  <a:pt x="1052904" y="743760"/>
                </a:lnTo>
                <a:lnTo>
                  <a:pt x="1054786" y="741363"/>
                </a:lnTo>
                <a:lnTo>
                  <a:pt x="1056669" y="738870"/>
                </a:lnTo>
                <a:lnTo>
                  <a:pt x="1058551" y="736279"/>
                </a:lnTo>
                <a:lnTo>
                  <a:pt x="1060423" y="733601"/>
                </a:lnTo>
                <a:lnTo>
                  <a:pt x="1062305" y="730817"/>
                </a:lnTo>
                <a:lnTo>
                  <a:pt x="1064188" y="727945"/>
                </a:lnTo>
                <a:lnTo>
                  <a:pt x="1066070" y="724966"/>
                </a:lnTo>
                <a:lnTo>
                  <a:pt x="1067952" y="721881"/>
                </a:lnTo>
                <a:lnTo>
                  <a:pt x="1069825" y="718689"/>
                </a:lnTo>
                <a:lnTo>
                  <a:pt x="1071707" y="715390"/>
                </a:lnTo>
                <a:lnTo>
                  <a:pt x="1073589" y="711975"/>
                </a:lnTo>
                <a:lnTo>
                  <a:pt x="1075471" y="708454"/>
                </a:lnTo>
                <a:lnTo>
                  <a:pt x="1077354" y="704815"/>
                </a:lnTo>
                <a:lnTo>
                  <a:pt x="1079226" y="701061"/>
                </a:lnTo>
                <a:lnTo>
                  <a:pt x="1081108" y="697189"/>
                </a:lnTo>
                <a:lnTo>
                  <a:pt x="1082990" y="693202"/>
                </a:lnTo>
                <a:lnTo>
                  <a:pt x="1084873" y="689088"/>
                </a:lnTo>
                <a:lnTo>
                  <a:pt x="1086755" y="684848"/>
                </a:lnTo>
                <a:lnTo>
                  <a:pt x="1088627" y="680482"/>
                </a:lnTo>
                <a:lnTo>
                  <a:pt x="1090510" y="676000"/>
                </a:lnTo>
                <a:lnTo>
                  <a:pt x="1092392" y="671372"/>
                </a:lnTo>
                <a:lnTo>
                  <a:pt x="1094274" y="666627"/>
                </a:lnTo>
                <a:lnTo>
                  <a:pt x="1096147" y="661747"/>
                </a:lnTo>
                <a:lnTo>
                  <a:pt x="1098029" y="656741"/>
                </a:lnTo>
                <a:lnTo>
                  <a:pt x="1099911" y="651599"/>
                </a:lnTo>
                <a:lnTo>
                  <a:pt x="1101793" y="646311"/>
                </a:lnTo>
                <a:lnTo>
                  <a:pt x="1103675" y="640907"/>
                </a:lnTo>
                <a:lnTo>
                  <a:pt x="1105548" y="635358"/>
                </a:lnTo>
                <a:lnTo>
                  <a:pt x="1107430" y="629672"/>
                </a:lnTo>
                <a:lnTo>
                  <a:pt x="1109312" y="623851"/>
                </a:lnTo>
                <a:lnTo>
                  <a:pt x="1111195" y="617894"/>
                </a:lnTo>
                <a:lnTo>
                  <a:pt x="1113077" y="611801"/>
                </a:lnTo>
                <a:lnTo>
                  <a:pt x="1114949" y="605572"/>
                </a:lnTo>
                <a:lnTo>
                  <a:pt x="1116831" y="599198"/>
                </a:lnTo>
                <a:lnTo>
                  <a:pt x="1118714" y="592697"/>
                </a:lnTo>
                <a:lnTo>
                  <a:pt x="1120596" y="586061"/>
                </a:lnTo>
                <a:lnTo>
                  <a:pt x="1122478" y="579289"/>
                </a:lnTo>
                <a:lnTo>
                  <a:pt x="1124351" y="572381"/>
                </a:lnTo>
                <a:lnTo>
                  <a:pt x="1126233" y="565337"/>
                </a:lnTo>
                <a:lnTo>
                  <a:pt x="1128115" y="558167"/>
                </a:lnTo>
                <a:lnTo>
                  <a:pt x="1129997" y="550871"/>
                </a:lnTo>
                <a:lnTo>
                  <a:pt x="1131880" y="543439"/>
                </a:lnTo>
                <a:lnTo>
                  <a:pt x="1133752" y="535891"/>
                </a:lnTo>
                <a:lnTo>
                  <a:pt x="1135634" y="528207"/>
                </a:lnTo>
                <a:lnTo>
                  <a:pt x="1137517" y="520407"/>
                </a:lnTo>
                <a:lnTo>
                  <a:pt x="1139399" y="512490"/>
                </a:lnTo>
                <a:lnTo>
                  <a:pt x="1141271" y="504456"/>
                </a:lnTo>
                <a:lnTo>
                  <a:pt x="1143153" y="496306"/>
                </a:lnTo>
                <a:lnTo>
                  <a:pt x="1145036" y="488050"/>
                </a:lnTo>
                <a:lnTo>
                  <a:pt x="1146918" y="479687"/>
                </a:lnTo>
                <a:lnTo>
                  <a:pt x="1148800" y="471217"/>
                </a:lnTo>
                <a:lnTo>
                  <a:pt x="1150673" y="462645"/>
                </a:lnTo>
                <a:lnTo>
                  <a:pt x="1152555" y="453982"/>
                </a:lnTo>
                <a:lnTo>
                  <a:pt x="1154437" y="445227"/>
                </a:lnTo>
                <a:lnTo>
                  <a:pt x="1156319" y="436386"/>
                </a:lnTo>
                <a:lnTo>
                  <a:pt x="1158201" y="427463"/>
                </a:lnTo>
                <a:lnTo>
                  <a:pt x="1160074" y="418463"/>
                </a:lnTo>
                <a:lnTo>
                  <a:pt x="1161956" y="409393"/>
                </a:lnTo>
                <a:lnTo>
                  <a:pt x="1163838" y="400254"/>
                </a:lnTo>
                <a:lnTo>
                  <a:pt x="1165721" y="391056"/>
                </a:lnTo>
                <a:lnTo>
                  <a:pt x="1167603" y="381803"/>
                </a:lnTo>
                <a:lnTo>
                  <a:pt x="1169475" y="372499"/>
                </a:lnTo>
                <a:lnTo>
                  <a:pt x="1171358" y="363153"/>
                </a:lnTo>
                <a:lnTo>
                  <a:pt x="1173240" y="353771"/>
                </a:lnTo>
                <a:lnTo>
                  <a:pt x="1175122" y="344358"/>
                </a:lnTo>
                <a:lnTo>
                  <a:pt x="1177004" y="334923"/>
                </a:lnTo>
                <a:lnTo>
                  <a:pt x="1178877" y="325470"/>
                </a:lnTo>
                <a:lnTo>
                  <a:pt x="1180759" y="316008"/>
                </a:lnTo>
                <a:lnTo>
                  <a:pt x="1182641" y="306542"/>
                </a:lnTo>
                <a:lnTo>
                  <a:pt x="1184523" y="297083"/>
                </a:lnTo>
                <a:lnTo>
                  <a:pt x="1186396" y="287636"/>
                </a:lnTo>
                <a:lnTo>
                  <a:pt x="1188278" y="278208"/>
                </a:lnTo>
                <a:lnTo>
                  <a:pt x="1190160" y="268808"/>
                </a:lnTo>
                <a:lnTo>
                  <a:pt x="1192043" y="259443"/>
                </a:lnTo>
                <a:lnTo>
                  <a:pt x="1193925" y="250122"/>
                </a:lnTo>
                <a:lnTo>
                  <a:pt x="1195797" y="240852"/>
                </a:lnTo>
                <a:lnTo>
                  <a:pt x="1197680" y="231642"/>
                </a:lnTo>
                <a:lnTo>
                  <a:pt x="1199562" y="222498"/>
                </a:lnTo>
                <a:lnTo>
                  <a:pt x="1201444" y="213432"/>
                </a:lnTo>
                <a:lnTo>
                  <a:pt x="1203326" y="204448"/>
                </a:lnTo>
                <a:lnTo>
                  <a:pt x="1205199" y="195557"/>
                </a:lnTo>
                <a:lnTo>
                  <a:pt x="1207081" y="186766"/>
                </a:lnTo>
                <a:lnTo>
                  <a:pt x="1208963" y="178085"/>
                </a:lnTo>
                <a:lnTo>
                  <a:pt x="1210845" y="169521"/>
                </a:lnTo>
                <a:lnTo>
                  <a:pt x="1212728" y="161082"/>
                </a:lnTo>
                <a:lnTo>
                  <a:pt x="1214600" y="152776"/>
                </a:lnTo>
                <a:lnTo>
                  <a:pt x="1216482" y="144612"/>
                </a:lnTo>
                <a:lnTo>
                  <a:pt x="1218364" y="136598"/>
                </a:lnTo>
                <a:lnTo>
                  <a:pt x="1220247" y="128743"/>
                </a:lnTo>
                <a:lnTo>
                  <a:pt x="1222129" y="121054"/>
                </a:lnTo>
                <a:lnTo>
                  <a:pt x="1224001" y="113537"/>
                </a:lnTo>
                <a:lnTo>
                  <a:pt x="1225884" y="106204"/>
                </a:lnTo>
                <a:lnTo>
                  <a:pt x="1227766" y="99059"/>
                </a:lnTo>
                <a:lnTo>
                  <a:pt x="1229648" y="92110"/>
                </a:lnTo>
                <a:lnTo>
                  <a:pt x="1231521" y="85366"/>
                </a:lnTo>
                <a:lnTo>
                  <a:pt x="1233403" y="78834"/>
                </a:lnTo>
                <a:lnTo>
                  <a:pt x="1235285" y="72519"/>
                </a:lnTo>
                <a:lnTo>
                  <a:pt x="1237167" y="66430"/>
                </a:lnTo>
                <a:lnTo>
                  <a:pt x="1239050" y="60571"/>
                </a:lnTo>
                <a:lnTo>
                  <a:pt x="1240922" y="54952"/>
                </a:lnTo>
                <a:lnTo>
                  <a:pt x="1242804" y="49577"/>
                </a:lnTo>
                <a:lnTo>
                  <a:pt x="1244686" y="44451"/>
                </a:lnTo>
                <a:lnTo>
                  <a:pt x="1246569" y="39582"/>
                </a:lnTo>
                <a:lnTo>
                  <a:pt x="1248451" y="34974"/>
                </a:lnTo>
                <a:lnTo>
                  <a:pt x="1250323" y="30633"/>
                </a:lnTo>
                <a:lnTo>
                  <a:pt x="1252206" y="26563"/>
                </a:lnTo>
                <a:lnTo>
                  <a:pt x="1254088" y="22768"/>
                </a:lnTo>
                <a:lnTo>
                  <a:pt x="1255970" y="19254"/>
                </a:lnTo>
                <a:lnTo>
                  <a:pt x="1257852" y="16023"/>
                </a:lnTo>
                <a:lnTo>
                  <a:pt x="1259725" y="13081"/>
                </a:lnTo>
                <a:lnTo>
                  <a:pt x="1261607" y="10431"/>
                </a:lnTo>
                <a:lnTo>
                  <a:pt x="1263489" y="8074"/>
                </a:lnTo>
                <a:lnTo>
                  <a:pt x="1265371" y="6014"/>
                </a:lnTo>
                <a:lnTo>
                  <a:pt x="1267244" y="4253"/>
                </a:lnTo>
                <a:lnTo>
                  <a:pt x="1269126" y="2794"/>
                </a:lnTo>
                <a:lnTo>
                  <a:pt x="1271008" y="1639"/>
                </a:lnTo>
                <a:lnTo>
                  <a:pt x="1272891" y="787"/>
                </a:lnTo>
                <a:lnTo>
                  <a:pt x="1274773" y="241"/>
                </a:lnTo>
                <a:lnTo>
                  <a:pt x="1276645" y="0"/>
                </a:lnTo>
                <a:lnTo>
                  <a:pt x="1278527" y="66"/>
                </a:lnTo>
                <a:lnTo>
                  <a:pt x="1280410" y="439"/>
                </a:lnTo>
                <a:lnTo>
                  <a:pt x="1282292" y="1116"/>
                </a:lnTo>
                <a:lnTo>
                  <a:pt x="1284174" y="2099"/>
                </a:lnTo>
                <a:lnTo>
                  <a:pt x="1286047" y="3386"/>
                </a:lnTo>
                <a:lnTo>
                  <a:pt x="1287929" y="4974"/>
                </a:lnTo>
                <a:lnTo>
                  <a:pt x="1289811" y="6864"/>
                </a:lnTo>
                <a:lnTo>
                  <a:pt x="1291693" y="9052"/>
                </a:lnTo>
                <a:lnTo>
                  <a:pt x="1293576" y="11536"/>
                </a:lnTo>
                <a:lnTo>
                  <a:pt x="1295448" y="14313"/>
                </a:lnTo>
                <a:lnTo>
                  <a:pt x="1297330" y="17378"/>
                </a:lnTo>
                <a:lnTo>
                  <a:pt x="1299213" y="20732"/>
                </a:lnTo>
                <a:lnTo>
                  <a:pt x="1301095" y="24367"/>
                </a:lnTo>
                <a:lnTo>
                  <a:pt x="1302977" y="28281"/>
                </a:lnTo>
                <a:lnTo>
                  <a:pt x="1304849" y="32468"/>
                </a:lnTo>
                <a:lnTo>
                  <a:pt x="1306732" y="36925"/>
                </a:lnTo>
                <a:lnTo>
                  <a:pt x="1308614" y="41646"/>
                </a:lnTo>
                <a:lnTo>
                  <a:pt x="1310496" y="46627"/>
                </a:lnTo>
                <a:lnTo>
                  <a:pt x="1312369" y="51860"/>
                </a:lnTo>
                <a:lnTo>
                  <a:pt x="1314251" y="57342"/>
                </a:lnTo>
                <a:lnTo>
                  <a:pt x="1316133" y="63065"/>
                </a:lnTo>
                <a:lnTo>
                  <a:pt x="1318015" y="69023"/>
                </a:lnTo>
                <a:lnTo>
                  <a:pt x="1319897" y="75210"/>
                </a:lnTo>
                <a:lnTo>
                  <a:pt x="1321770" y="81619"/>
                </a:lnTo>
                <a:lnTo>
                  <a:pt x="1323652" y="88244"/>
                </a:lnTo>
                <a:lnTo>
                  <a:pt x="1325534" y="95076"/>
                </a:lnTo>
                <a:lnTo>
                  <a:pt x="1327417" y="102110"/>
                </a:lnTo>
                <a:lnTo>
                  <a:pt x="1329299" y="109337"/>
                </a:lnTo>
                <a:lnTo>
                  <a:pt x="1331171" y="116751"/>
                </a:lnTo>
                <a:lnTo>
                  <a:pt x="1333054" y="124343"/>
                </a:lnTo>
                <a:lnTo>
                  <a:pt x="1334936" y="132104"/>
                </a:lnTo>
                <a:lnTo>
                  <a:pt x="1336818" y="140029"/>
                </a:lnTo>
                <a:lnTo>
                  <a:pt x="1338700" y="148108"/>
                </a:lnTo>
                <a:lnTo>
                  <a:pt x="1340573" y="156335"/>
                </a:lnTo>
                <a:lnTo>
                  <a:pt x="1342455" y="164698"/>
                </a:lnTo>
                <a:lnTo>
                  <a:pt x="1344337" y="173192"/>
                </a:lnTo>
                <a:lnTo>
                  <a:pt x="1346219" y="181808"/>
                </a:lnTo>
                <a:lnTo>
                  <a:pt x="1348102" y="190538"/>
                </a:lnTo>
                <a:lnTo>
                  <a:pt x="1349974" y="199372"/>
                </a:lnTo>
                <a:lnTo>
                  <a:pt x="1351856" y="208304"/>
                </a:lnTo>
                <a:lnTo>
                  <a:pt x="1353739" y="217324"/>
                </a:lnTo>
                <a:lnTo>
                  <a:pt x="1355621" y="226425"/>
                </a:lnTo>
                <a:lnTo>
                  <a:pt x="1357493" y="235598"/>
                </a:lnTo>
                <a:lnTo>
                  <a:pt x="1359376" y="244836"/>
                </a:lnTo>
                <a:lnTo>
                  <a:pt x="1361258" y="254128"/>
                </a:lnTo>
                <a:lnTo>
                  <a:pt x="1363140" y="263470"/>
                </a:lnTo>
                <a:lnTo>
                  <a:pt x="1365022" y="272850"/>
                </a:lnTo>
                <a:lnTo>
                  <a:pt x="1366895" y="282263"/>
                </a:lnTo>
                <a:lnTo>
                  <a:pt x="1368777" y="291700"/>
                </a:lnTo>
                <a:lnTo>
                  <a:pt x="1370659" y="301154"/>
                </a:lnTo>
                <a:lnTo>
                  <a:pt x="1372541" y="310616"/>
                </a:lnTo>
                <a:lnTo>
                  <a:pt x="1374423" y="320082"/>
                </a:lnTo>
                <a:lnTo>
                  <a:pt x="1376296" y="329540"/>
                </a:lnTo>
                <a:lnTo>
                  <a:pt x="1378178" y="338986"/>
                </a:lnTo>
                <a:lnTo>
                  <a:pt x="1380060" y="348414"/>
                </a:lnTo>
                <a:lnTo>
                  <a:pt x="1381943" y="357814"/>
                </a:lnTo>
                <a:lnTo>
                  <a:pt x="1383825" y="367182"/>
                </a:lnTo>
                <a:lnTo>
                  <a:pt x="1385697" y="376509"/>
                </a:lnTo>
                <a:lnTo>
                  <a:pt x="1387580" y="385792"/>
                </a:lnTo>
                <a:lnTo>
                  <a:pt x="1389462" y="395023"/>
                </a:lnTo>
                <a:lnTo>
                  <a:pt x="1391344" y="404195"/>
                </a:lnTo>
                <a:lnTo>
                  <a:pt x="1393226" y="413306"/>
                </a:lnTo>
                <a:lnTo>
                  <a:pt x="1395099" y="422347"/>
                </a:lnTo>
                <a:lnTo>
                  <a:pt x="1396981" y="431314"/>
                </a:lnTo>
                <a:lnTo>
                  <a:pt x="1398863" y="440202"/>
                </a:lnTo>
                <a:lnTo>
                  <a:pt x="1400745" y="449007"/>
                </a:lnTo>
                <a:lnTo>
                  <a:pt x="1402618" y="457722"/>
                </a:lnTo>
                <a:lnTo>
                  <a:pt x="1404500" y="466345"/>
                </a:lnTo>
                <a:lnTo>
                  <a:pt x="1406382" y="474874"/>
                </a:lnTo>
                <a:lnTo>
                  <a:pt x="1408265" y="483296"/>
                </a:lnTo>
                <a:lnTo>
                  <a:pt x="1410147" y="491620"/>
                </a:lnTo>
                <a:lnTo>
                  <a:pt x="1412019" y="499828"/>
                </a:lnTo>
                <a:lnTo>
                  <a:pt x="1413902" y="507930"/>
                </a:lnTo>
                <a:lnTo>
                  <a:pt x="1415784" y="515914"/>
                </a:lnTo>
                <a:lnTo>
                  <a:pt x="1417666" y="523783"/>
                </a:lnTo>
                <a:lnTo>
                  <a:pt x="1419548" y="531525"/>
                </a:lnTo>
                <a:lnTo>
                  <a:pt x="1421421" y="539151"/>
                </a:lnTo>
                <a:lnTo>
                  <a:pt x="1423303" y="546651"/>
                </a:lnTo>
                <a:lnTo>
                  <a:pt x="1425185" y="554024"/>
                </a:lnTo>
                <a:lnTo>
                  <a:pt x="1427067" y="561272"/>
                </a:lnTo>
                <a:lnTo>
                  <a:pt x="1428950" y="568384"/>
                </a:lnTo>
                <a:lnTo>
                  <a:pt x="1430822" y="575369"/>
                </a:lnTo>
                <a:lnTo>
                  <a:pt x="1432704" y="582219"/>
                </a:lnTo>
                <a:lnTo>
                  <a:pt x="1434586" y="588933"/>
                </a:lnTo>
                <a:lnTo>
                  <a:pt x="1436469" y="595511"/>
                </a:lnTo>
                <a:lnTo>
                  <a:pt x="1438351" y="601963"/>
                </a:lnTo>
                <a:lnTo>
                  <a:pt x="1440223" y="608269"/>
                </a:lnTo>
                <a:lnTo>
                  <a:pt x="1442106" y="614440"/>
                </a:lnTo>
                <a:lnTo>
                  <a:pt x="1443988" y="620474"/>
                </a:lnTo>
                <a:lnTo>
                  <a:pt x="1445870" y="626373"/>
                </a:lnTo>
                <a:lnTo>
                  <a:pt x="1447743" y="632136"/>
                </a:lnTo>
                <a:lnTo>
                  <a:pt x="1449625" y="637764"/>
                </a:lnTo>
                <a:lnTo>
                  <a:pt x="1451507" y="643245"/>
                </a:lnTo>
                <a:lnTo>
                  <a:pt x="1453389" y="648601"/>
                </a:lnTo>
                <a:lnTo>
                  <a:pt x="1455272" y="653821"/>
                </a:lnTo>
                <a:lnTo>
                  <a:pt x="1457144" y="658914"/>
                </a:lnTo>
                <a:lnTo>
                  <a:pt x="1459026" y="663862"/>
                </a:lnTo>
                <a:lnTo>
                  <a:pt x="1460908" y="668684"/>
                </a:lnTo>
                <a:lnTo>
                  <a:pt x="1462791" y="673380"/>
                </a:lnTo>
                <a:lnTo>
                  <a:pt x="1464673" y="677940"/>
                </a:lnTo>
                <a:lnTo>
                  <a:pt x="1466545" y="682374"/>
                </a:lnTo>
                <a:lnTo>
                  <a:pt x="1468428" y="686692"/>
                </a:lnTo>
                <a:lnTo>
                  <a:pt x="1470310" y="690873"/>
                </a:lnTo>
                <a:lnTo>
                  <a:pt x="1472192" y="694938"/>
                </a:lnTo>
                <a:lnTo>
                  <a:pt x="1474074" y="698878"/>
                </a:lnTo>
                <a:lnTo>
                  <a:pt x="1475947" y="702690"/>
                </a:lnTo>
                <a:lnTo>
                  <a:pt x="1477829" y="706397"/>
                </a:lnTo>
                <a:lnTo>
                  <a:pt x="1479711" y="709986"/>
                </a:lnTo>
                <a:lnTo>
                  <a:pt x="1481593" y="713460"/>
                </a:lnTo>
                <a:lnTo>
                  <a:pt x="1483466" y="716817"/>
                </a:lnTo>
                <a:lnTo>
                  <a:pt x="1485348" y="720077"/>
                </a:lnTo>
                <a:lnTo>
                  <a:pt x="1487230" y="723220"/>
                </a:lnTo>
                <a:lnTo>
                  <a:pt x="1489113" y="726257"/>
                </a:lnTo>
                <a:lnTo>
                  <a:pt x="1490995" y="729197"/>
                </a:lnTo>
                <a:lnTo>
                  <a:pt x="1492867" y="732030"/>
                </a:lnTo>
                <a:lnTo>
                  <a:pt x="1494749" y="734766"/>
                </a:lnTo>
                <a:lnTo>
                  <a:pt x="1496632" y="737405"/>
                </a:lnTo>
                <a:lnTo>
                  <a:pt x="1498514" y="739947"/>
                </a:lnTo>
                <a:lnTo>
                  <a:pt x="1500396" y="742401"/>
                </a:lnTo>
                <a:lnTo>
                  <a:pt x="1502269" y="744769"/>
                </a:lnTo>
                <a:lnTo>
                  <a:pt x="1504151" y="747049"/>
                </a:lnTo>
                <a:lnTo>
                  <a:pt x="1506033" y="749232"/>
                </a:lnTo>
                <a:lnTo>
                  <a:pt x="1507915" y="751347"/>
                </a:lnTo>
                <a:lnTo>
                  <a:pt x="1509798" y="753365"/>
                </a:lnTo>
                <a:lnTo>
                  <a:pt x="1511670" y="755315"/>
                </a:lnTo>
                <a:lnTo>
                  <a:pt x="1513552" y="757187"/>
                </a:lnTo>
                <a:lnTo>
                  <a:pt x="1515435" y="758982"/>
                </a:lnTo>
                <a:lnTo>
                  <a:pt x="1517317" y="760709"/>
                </a:lnTo>
                <a:lnTo>
                  <a:pt x="1519199" y="762368"/>
                </a:lnTo>
                <a:lnTo>
                  <a:pt x="1521071" y="763950"/>
                </a:lnTo>
                <a:lnTo>
                  <a:pt x="1522954" y="765473"/>
                </a:lnTo>
                <a:lnTo>
                  <a:pt x="1524836" y="766938"/>
                </a:lnTo>
                <a:lnTo>
                  <a:pt x="1526718" y="768335"/>
                </a:lnTo>
                <a:lnTo>
                  <a:pt x="1528591" y="769664"/>
                </a:lnTo>
                <a:lnTo>
                  <a:pt x="1530473" y="770945"/>
                </a:lnTo>
                <a:lnTo>
                  <a:pt x="1532355" y="772167"/>
                </a:lnTo>
                <a:lnTo>
                  <a:pt x="1534237" y="773341"/>
                </a:lnTo>
                <a:lnTo>
                  <a:pt x="1536119" y="774457"/>
                </a:lnTo>
                <a:lnTo>
                  <a:pt x="1537992" y="775524"/>
                </a:lnTo>
                <a:lnTo>
                  <a:pt x="1539874" y="776543"/>
                </a:lnTo>
                <a:lnTo>
                  <a:pt x="1541756" y="777523"/>
                </a:lnTo>
                <a:lnTo>
                  <a:pt x="1543639" y="778445"/>
                </a:lnTo>
                <a:lnTo>
                  <a:pt x="1545521" y="779337"/>
                </a:lnTo>
                <a:lnTo>
                  <a:pt x="1547393" y="780181"/>
                </a:lnTo>
                <a:lnTo>
                  <a:pt x="1549276" y="780987"/>
                </a:lnTo>
                <a:lnTo>
                  <a:pt x="1551158" y="781753"/>
                </a:lnTo>
                <a:lnTo>
                  <a:pt x="1553040" y="782481"/>
                </a:lnTo>
                <a:lnTo>
                  <a:pt x="1554922" y="783170"/>
                </a:lnTo>
                <a:lnTo>
                  <a:pt x="1556795" y="783829"/>
                </a:lnTo>
                <a:lnTo>
                  <a:pt x="1558677" y="784460"/>
                </a:lnTo>
                <a:lnTo>
                  <a:pt x="1560559" y="785052"/>
                </a:lnTo>
                <a:lnTo>
                  <a:pt x="1562441" y="785624"/>
                </a:lnTo>
                <a:lnTo>
                  <a:pt x="1564324" y="786158"/>
                </a:lnTo>
                <a:lnTo>
                  <a:pt x="1566196" y="786672"/>
                </a:lnTo>
                <a:lnTo>
                  <a:pt x="1568078" y="787148"/>
                </a:lnTo>
                <a:lnTo>
                  <a:pt x="1569961" y="787613"/>
                </a:lnTo>
                <a:lnTo>
                  <a:pt x="1571843" y="788050"/>
                </a:lnTo>
                <a:lnTo>
                  <a:pt x="1573715" y="788457"/>
                </a:lnTo>
                <a:lnTo>
                  <a:pt x="1575598" y="788845"/>
                </a:lnTo>
                <a:lnTo>
                  <a:pt x="1577480" y="789214"/>
                </a:lnTo>
                <a:lnTo>
                  <a:pt x="1579362" y="789563"/>
                </a:lnTo>
                <a:lnTo>
                  <a:pt x="1581244" y="789893"/>
                </a:lnTo>
                <a:lnTo>
                  <a:pt x="1583117" y="790213"/>
                </a:lnTo>
                <a:lnTo>
                  <a:pt x="1584999" y="790505"/>
                </a:lnTo>
                <a:lnTo>
                  <a:pt x="1586881" y="790786"/>
                </a:lnTo>
                <a:lnTo>
                  <a:pt x="1588763" y="791048"/>
                </a:lnTo>
                <a:lnTo>
                  <a:pt x="1590646" y="791300"/>
                </a:lnTo>
                <a:lnTo>
                  <a:pt x="1592518" y="791533"/>
                </a:lnTo>
                <a:lnTo>
                  <a:pt x="1594400" y="791756"/>
                </a:lnTo>
                <a:lnTo>
                  <a:pt x="1596282" y="791960"/>
                </a:lnTo>
                <a:lnTo>
                  <a:pt x="1598165" y="792154"/>
                </a:lnTo>
                <a:lnTo>
                  <a:pt x="1600047" y="792348"/>
                </a:lnTo>
                <a:lnTo>
                  <a:pt x="1601919" y="792513"/>
                </a:lnTo>
                <a:lnTo>
                  <a:pt x="1603802" y="792678"/>
                </a:lnTo>
                <a:lnTo>
                  <a:pt x="1605684" y="792833"/>
                </a:lnTo>
                <a:lnTo>
                  <a:pt x="1607566" y="792979"/>
                </a:lnTo>
                <a:lnTo>
                  <a:pt x="1609448" y="793114"/>
                </a:lnTo>
                <a:lnTo>
                  <a:pt x="1611321" y="793240"/>
                </a:lnTo>
                <a:lnTo>
                  <a:pt x="1613203" y="793367"/>
                </a:lnTo>
                <a:lnTo>
                  <a:pt x="1615085" y="793483"/>
                </a:lnTo>
                <a:lnTo>
                  <a:pt x="1616968" y="793580"/>
                </a:lnTo>
                <a:lnTo>
                  <a:pt x="1618840" y="793687"/>
                </a:lnTo>
                <a:lnTo>
                  <a:pt x="1620722" y="793774"/>
                </a:lnTo>
                <a:lnTo>
                  <a:pt x="1622604" y="793861"/>
                </a:lnTo>
                <a:lnTo>
                  <a:pt x="1624487" y="793949"/>
                </a:lnTo>
                <a:lnTo>
                  <a:pt x="1626369" y="794026"/>
                </a:lnTo>
                <a:lnTo>
                  <a:pt x="1628241" y="794094"/>
                </a:lnTo>
                <a:lnTo>
                  <a:pt x="1630124" y="794162"/>
                </a:lnTo>
                <a:lnTo>
                  <a:pt x="1632006" y="794220"/>
                </a:lnTo>
                <a:lnTo>
                  <a:pt x="1633888" y="794279"/>
                </a:lnTo>
                <a:lnTo>
                  <a:pt x="1635770" y="794337"/>
                </a:lnTo>
                <a:lnTo>
                  <a:pt x="1637643" y="794385"/>
                </a:lnTo>
                <a:lnTo>
                  <a:pt x="1639525" y="794434"/>
                </a:lnTo>
                <a:lnTo>
                  <a:pt x="1641407" y="794482"/>
                </a:lnTo>
                <a:lnTo>
                  <a:pt x="1643289" y="794521"/>
                </a:lnTo>
                <a:lnTo>
                  <a:pt x="1645171" y="794560"/>
                </a:lnTo>
                <a:lnTo>
                  <a:pt x="1647044" y="794599"/>
                </a:lnTo>
                <a:lnTo>
                  <a:pt x="1648926" y="794628"/>
                </a:lnTo>
                <a:lnTo>
                  <a:pt x="1650808" y="794667"/>
                </a:lnTo>
                <a:lnTo>
                  <a:pt x="1652691" y="794696"/>
                </a:lnTo>
                <a:lnTo>
                  <a:pt x="1654573" y="794715"/>
                </a:lnTo>
                <a:lnTo>
                  <a:pt x="1656445" y="794744"/>
                </a:lnTo>
                <a:lnTo>
                  <a:pt x="1658328" y="794764"/>
                </a:lnTo>
                <a:lnTo>
                  <a:pt x="1660210" y="794793"/>
                </a:lnTo>
                <a:lnTo>
                  <a:pt x="1662092" y="794812"/>
                </a:lnTo>
                <a:lnTo>
                  <a:pt x="1663965" y="794832"/>
                </a:lnTo>
                <a:lnTo>
                  <a:pt x="1665847" y="794841"/>
                </a:lnTo>
                <a:lnTo>
                  <a:pt x="1667729" y="794861"/>
                </a:lnTo>
                <a:lnTo>
                  <a:pt x="1669611" y="794880"/>
                </a:lnTo>
                <a:lnTo>
                  <a:pt x="1671494" y="794890"/>
                </a:lnTo>
                <a:lnTo>
                  <a:pt x="1673366" y="794900"/>
                </a:lnTo>
                <a:lnTo>
                  <a:pt x="1675248" y="794919"/>
                </a:lnTo>
                <a:lnTo>
                  <a:pt x="1677131" y="794929"/>
                </a:lnTo>
                <a:lnTo>
                  <a:pt x="1679013" y="794938"/>
                </a:lnTo>
                <a:lnTo>
                  <a:pt x="1680895" y="794948"/>
                </a:lnTo>
                <a:lnTo>
                  <a:pt x="1682767" y="794958"/>
                </a:lnTo>
                <a:lnTo>
                  <a:pt x="1684650" y="794967"/>
                </a:lnTo>
                <a:lnTo>
                  <a:pt x="1686532" y="794967"/>
                </a:lnTo>
                <a:lnTo>
                  <a:pt x="1688414" y="794977"/>
                </a:lnTo>
                <a:lnTo>
                  <a:pt x="1690296" y="794987"/>
                </a:lnTo>
                <a:lnTo>
                  <a:pt x="1692169" y="794987"/>
                </a:lnTo>
                <a:lnTo>
                  <a:pt x="1694051" y="794997"/>
                </a:lnTo>
                <a:lnTo>
                  <a:pt x="1695933" y="795006"/>
                </a:lnTo>
                <a:lnTo>
                  <a:pt x="1697815" y="795006"/>
                </a:lnTo>
                <a:lnTo>
                  <a:pt x="1699688" y="795006"/>
                </a:lnTo>
                <a:lnTo>
                  <a:pt x="1701570" y="795016"/>
                </a:lnTo>
                <a:lnTo>
                  <a:pt x="1703452" y="795016"/>
                </a:lnTo>
                <a:lnTo>
                  <a:pt x="1705334" y="795026"/>
                </a:lnTo>
                <a:lnTo>
                  <a:pt x="1707217" y="795026"/>
                </a:lnTo>
                <a:lnTo>
                  <a:pt x="1709089" y="795026"/>
                </a:lnTo>
                <a:lnTo>
                  <a:pt x="1710971" y="795026"/>
                </a:lnTo>
                <a:lnTo>
                  <a:pt x="1712854" y="795035"/>
                </a:lnTo>
                <a:lnTo>
                  <a:pt x="1714736" y="795035"/>
                </a:lnTo>
                <a:lnTo>
                  <a:pt x="1716618" y="795035"/>
                </a:lnTo>
                <a:lnTo>
                  <a:pt x="1718491" y="795035"/>
                </a:lnTo>
                <a:lnTo>
                  <a:pt x="1720373" y="795035"/>
                </a:lnTo>
                <a:lnTo>
                  <a:pt x="1722255" y="795045"/>
                </a:lnTo>
                <a:lnTo>
                  <a:pt x="1724137" y="795045"/>
                </a:lnTo>
                <a:lnTo>
                  <a:pt x="1726020" y="795045"/>
                </a:lnTo>
                <a:lnTo>
                  <a:pt x="1727892" y="795045"/>
                </a:lnTo>
                <a:lnTo>
                  <a:pt x="1729774" y="795045"/>
                </a:lnTo>
                <a:lnTo>
                  <a:pt x="1731657" y="795045"/>
                </a:lnTo>
                <a:lnTo>
                  <a:pt x="1733539" y="795045"/>
                </a:lnTo>
                <a:lnTo>
                  <a:pt x="1735421" y="795045"/>
                </a:lnTo>
                <a:lnTo>
                  <a:pt x="1737294" y="795055"/>
                </a:lnTo>
                <a:lnTo>
                  <a:pt x="1739176" y="795055"/>
                </a:lnTo>
                <a:lnTo>
                  <a:pt x="1741058" y="795055"/>
                </a:lnTo>
                <a:lnTo>
                  <a:pt x="1742940" y="795055"/>
                </a:lnTo>
                <a:lnTo>
                  <a:pt x="1744813" y="795055"/>
                </a:lnTo>
                <a:lnTo>
                  <a:pt x="1746695" y="795055"/>
                </a:lnTo>
                <a:lnTo>
                  <a:pt x="1748577" y="795055"/>
                </a:lnTo>
                <a:lnTo>
                  <a:pt x="1750459" y="795055"/>
                </a:lnTo>
                <a:lnTo>
                  <a:pt x="1752342" y="795055"/>
                </a:lnTo>
                <a:lnTo>
                  <a:pt x="1754214" y="795055"/>
                </a:lnTo>
                <a:lnTo>
                  <a:pt x="1756096" y="795055"/>
                </a:lnTo>
                <a:lnTo>
                  <a:pt x="1757978" y="795055"/>
                </a:lnTo>
                <a:lnTo>
                  <a:pt x="1759861" y="795055"/>
                </a:lnTo>
                <a:lnTo>
                  <a:pt x="1761743" y="795055"/>
                </a:lnTo>
                <a:lnTo>
                  <a:pt x="1763615" y="795055"/>
                </a:lnTo>
                <a:lnTo>
                  <a:pt x="1765498" y="795055"/>
                </a:lnTo>
                <a:lnTo>
                  <a:pt x="1767380" y="795055"/>
                </a:lnTo>
                <a:lnTo>
                  <a:pt x="1769262" y="795055"/>
                </a:lnTo>
                <a:lnTo>
                  <a:pt x="1771144" y="795055"/>
                </a:lnTo>
                <a:lnTo>
                  <a:pt x="1773017" y="795055"/>
                </a:lnTo>
                <a:lnTo>
                  <a:pt x="1774899" y="795055"/>
                </a:lnTo>
                <a:lnTo>
                  <a:pt x="1776781" y="795055"/>
                </a:lnTo>
                <a:lnTo>
                  <a:pt x="1778663" y="795055"/>
                </a:lnTo>
                <a:lnTo>
                  <a:pt x="1780546" y="795055"/>
                </a:lnTo>
                <a:lnTo>
                  <a:pt x="1782418" y="795055"/>
                </a:lnTo>
                <a:lnTo>
                  <a:pt x="1784300" y="795055"/>
                </a:lnTo>
                <a:lnTo>
                  <a:pt x="1786183" y="795055"/>
                </a:lnTo>
                <a:lnTo>
                  <a:pt x="1788065" y="795055"/>
                </a:lnTo>
                <a:lnTo>
                  <a:pt x="1789937" y="795055"/>
                </a:lnTo>
                <a:lnTo>
                  <a:pt x="1791820" y="795055"/>
                </a:lnTo>
                <a:lnTo>
                  <a:pt x="1793702" y="795055"/>
                </a:lnTo>
                <a:lnTo>
                  <a:pt x="1795584" y="795055"/>
                </a:lnTo>
                <a:lnTo>
                  <a:pt x="1797466" y="795055"/>
                </a:lnTo>
                <a:lnTo>
                  <a:pt x="1799339" y="795055"/>
                </a:lnTo>
                <a:lnTo>
                  <a:pt x="1801221" y="795055"/>
                </a:lnTo>
                <a:lnTo>
                  <a:pt x="1803103" y="795055"/>
                </a:lnTo>
                <a:lnTo>
                  <a:pt x="1804985" y="795055"/>
                </a:lnTo>
                <a:lnTo>
                  <a:pt x="1806868" y="795055"/>
                </a:lnTo>
                <a:lnTo>
                  <a:pt x="1808740" y="795055"/>
                </a:lnTo>
                <a:lnTo>
                  <a:pt x="1810622" y="795055"/>
                </a:lnTo>
                <a:lnTo>
                  <a:pt x="1812505" y="795055"/>
                </a:lnTo>
                <a:lnTo>
                  <a:pt x="1814387" y="795055"/>
                </a:lnTo>
                <a:lnTo>
                  <a:pt x="1816269" y="795055"/>
                </a:lnTo>
                <a:lnTo>
                  <a:pt x="1818141" y="795055"/>
                </a:lnTo>
                <a:lnTo>
                  <a:pt x="1820024" y="795055"/>
                </a:lnTo>
                <a:lnTo>
                  <a:pt x="1821906" y="795055"/>
                </a:lnTo>
                <a:lnTo>
                  <a:pt x="1823788" y="795055"/>
                </a:lnTo>
                <a:lnTo>
                  <a:pt x="1825670" y="795055"/>
                </a:lnTo>
                <a:lnTo>
                  <a:pt x="1827543" y="795055"/>
                </a:lnTo>
                <a:lnTo>
                  <a:pt x="1829425" y="795055"/>
                </a:lnTo>
                <a:lnTo>
                  <a:pt x="1831307" y="795055"/>
                </a:lnTo>
                <a:lnTo>
                  <a:pt x="1833189" y="795055"/>
                </a:lnTo>
                <a:lnTo>
                  <a:pt x="1835062" y="795055"/>
                </a:lnTo>
                <a:lnTo>
                  <a:pt x="1836944" y="795055"/>
                </a:lnTo>
                <a:lnTo>
                  <a:pt x="1838826" y="795055"/>
                </a:lnTo>
                <a:lnTo>
                  <a:pt x="1840709" y="795055"/>
                </a:lnTo>
                <a:lnTo>
                  <a:pt x="1842591" y="795055"/>
                </a:lnTo>
                <a:lnTo>
                  <a:pt x="1844463" y="795055"/>
                </a:lnTo>
                <a:lnTo>
                  <a:pt x="1846346" y="795055"/>
                </a:lnTo>
                <a:lnTo>
                  <a:pt x="1848228" y="795055"/>
                </a:lnTo>
                <a:lnTo>
                  <a:pt x="1850110" y="795055"/>
                </a:lnTo>
                <a:lnTo>
                  <a:pt x="1851992" y="795055"/>
                </a:lnTo>
                <a:lnTo>
                  <a:pt x="1853865" y="795055"/>
                </a:lnTo>
                <a:lnTo>
                  <a:pt x="1855747" y="795055"/>
                </a:lnTo>
                <a:lnTo>
                  <a:pt x="1857629" y="795055"/>
                </a:lnTo>
                <a:lnTo>
                  <a:pt x="1859511" y="795055"/>
                </a:lnTo>
                <a:lnTo>
                  <a:pt x="1861394" y="795055"/>
                </a:lnTo>
                <a:lnTo>
                  <a:pt x="1863266" y="795055"/>
                </a:lnTo>
                <a:lnTo>
                  <a:pt x="1865148" y="795055"/>
                </a:lnTo>
                <a:lnTo>
                  <a:pt x="1867031" y="795055"/>
                </a:lnTo>
                <a:lnTo>
                  <a:pt x="1868913" y="795055"/>
                </a:lnTo>
                <a:lnTo>
                  <a:pt x="1870795" y="795055"/>
                </a:lnTo>
                <a:lnTo>
                  <a:pt x="1872668" y="795055"/>
                </a:lnTo>
                <a:lnTo>
                  <a:pt x="1874550" y="795055"/>
                </a:lnTo>
                <a:lnTo>
                  <a:pt x="1876432" y="795055"/>
                </a:lnTo>
                <a:lnTo>
                  <a:pt x="1878314" y="795055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526" name="Group 3525">
            <a:extLst>
              <a:ext uri="{FF2B5EF4-FFF2-40B4-BE49-F238E27FC236}">
                <a16:creationId xmlns:a16="http://schemas.microsoft.com/office/drawing/2014/main" id="{C79B498C-AF52-65A8-6C2D-811CAAA8347F}"/>
              </a:ext>
            </a:extLst>
          </p:cNvPr>
          <p:cNvGrpSpPr/>
          <p:nvPr/>
        </p:nvGrpSpPr>
        <p:grpSpPr>
          <a:xfrm>
            <a:off x="6071568" y="1474331"/>
            <a:ext cx="2328515" cy="1552343"/>
            <a:chOff x="6071568" y="1474331"/>
            <a:chExt cx="2328515" cy="1552343"/>
          </a:xfrm>
        </p:grpSpPr>
        <p:sp>
          <p:nvSpPr>
            <p:cNvPr id="3469" name="Freeform 3468">
              <a:extLst>
                <a:ext uri="{FF2B5EF4-FFF2-40B4-BE49-F238E27FC236}">
                  <a16:creationId xmlns:a16="http://schemas.microsoft.com/office/drawing/2014/main" id="{97AB4D6F-1069-19DC-B207-064624C07C82}"/>
                </a:ext>
              </a:extLst>
            </p:cNvPr>
            <p:cNvSpPr/>
            <p:nvPr/>
          </p:nvSpPr>
          <p:spPr>
            <a:xfrm>
              <a:off x="6071568" y="1474331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0" name="Freeform 3469">
              <a:extLst>
                <a:ext uri="{FF2B5EF4-FFF2-40B4-BE49-F238E27FC236}">
                  <a16:creationId xmlns:a16="http://schemas.microsoft.com/office/drawing/2014/main" id="{34348983-5D99-0BFD-755B-93B3C540B507}"/>
                </a:ext>
              </a:extLst>
            </p:cNvPr>
            <p:cNvSpPr/>
            <p:nvPr/>
          </p:nvSpPr>
          <p:spPr>
            <a:xfrm>
              <a:off x="6363235" y="1520167"/>
              <a:ext cx="1991014" cy="1288848"/>
            </a:xfrm>
            <a:custGeom>
              <a:avLst/>
              <a:gdLst>
                <a:gd name="csX0" fmla="*/ 0 w 1991014"/>
                <a:gd name="csY0" fmla="*/ 1288848 h 1288848"/>
                <a:gd name="csX1" fmla="*/ 1991014 w 1991014"/>
                <a:gd name="csY1" fmla="*/ 1288848 h 1288848"/>
                <a:gd name="csX2" fmla="*/ 1991014 w 1991014"/>
                <a:gd name="csY2" fmla="*/ 0 h 1288848"/>
                <a:gd name="csX3" fmla="*/ 0 w 1991014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91014" h="1288848">
                  <a:moveTo>
                    <a:pt x="0" y="1288848"/>
                  </a:moveTo>
                  <a:lnTo>
                    <a:pt x="1991014" y="1288848"/>
                  </a:lnTo>
                  <a:lnTo>
                    <a:pt x="1991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1" name="Freeform 3470">
              <a:extLst>
                <a:ext uri="{FF2B5EF4-FFF2-40B4-BE49-F238E27FC236}">
                  <a16:creationId xmlns:a16="http://schemas.microsoft.com/office/drawing/2014/main" id="{57595141-97ED-F3AF-D78C-AC90D6B4D8BE}"/>
                </a:ext>
              </a:extLst>
            </p:cNvPr>
            <p:cNvSpPr/>
            <p:nvPr/>
          </p:nvSpPr>
          <p:spPr>
            <a:xfrm>
              <a:off x="6544806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2" name="Freeform 3471">
              <a:extLst>
                <a:ext uri="{FF2B5EF4-FFF2-40B4-BE49-F238E27FC236}">
                  <a16:creationId xmlns:a16="http://schemas.microsoft.com/office/drawing/2014/main" id="{E3B38C75-A331-C5CC-1BB2-13852407E7FB}"/>
                </a:ext>
              </a:extLst>
            </p:cNvPr>
            <p:cNvSpPr/>
            <p:nvPr/>
          </p:nvSpPr>
          <p:spPr>
            <a:xfrm>
              <a:off x="6920468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3" name="Freeform 3472">
              <a:extLst>
                <a:ext uri="{FF2B5EF4-FFF2-40B4-BE49-F238E27FC236}">
                  <a16:creationId xmlns:a16="http://schemas.microsoft.com/office/drawing/2014/main" id="{C2B798C0-519D-1AD6-A12A-DA2CC6EEE541}"/>
                </a:ext>
              </a:extLst>
            </p:cNvPr>
            <p:cNvSpPr/>
            <p:nvPr/>
          </p:nvSpPr>
          <p:spPr>
            <a:xfrm>
              <a:off x="7296134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4" name="Freeform 3473">
              <a:extLst>
                <a:ext uri="{FF2B5EF4-FFF2-40B4-BE49-F238E27FC236}">
                  <a16:creationId xmlns:a16="http://schemas.microsoft.com/office/drawing/2014/main" id="{EF6F9A1B-6244-D5B9-BC60-FE40F85E8F1D}"/>
                </a:ext>
              </a:extLst>
            </p:cNvPr>
            <p:cNvSpPr/>
            <p:nvPr/>
          </p:nvSpPr>
          <p:spPr>
            <a:xfrm>
              <a:off x="7671791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5" name="Freeform 3474">
              <a:extLst>
                <a:ext uri="{FF2B5EF4-FFF2-40B4-BE49-F238E27FC236}">
                  <a16:creationId xmlns:a16="http://schemas.microsoft.com/office/drawing/2014/main" id="{14DA8090-4D5F-43DB-187C-077E5B1DC887}"/>
                </a:ext>
              </a:extLst>
            </p:cNvPr>
            <p:cNvSpPr/>
            <p:nvPr/>
          </p:nvSpPr>
          <p:spPr>
            <a:xfrm>
              <a:off x="8047458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6" name="Freeform 3475">
              <a:extLst>
                <a:ext uri="{FF2B5EF4-FFF2-40B4-BE49-F238E27FC236}">
                  <a16:creationId xmlns:a16="http://schemas.microsoft.com/office/drawing/2014/main" id="{7C779138-5F61-A899-0335-85741952B52F}"/>
                </a:ext>
              </a:extLst>
            </p:cNvPr>
            <p:cNvSpPr/>
            <p:nvPr/>
          </p:nvSpPr>
          <p:spPr>
            <a:xfrm>
              <a:off x="6363235" y="2772536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7" name="Freeform 3476">
              <a:extLst>
                <a:ext uri="{FF2B5EF4-FFF2-40B4-BE49-F238E27FC236}">
                  <a16:creationId xmlns:a16="http://schemas.microsoft.com/office/drawing/2014/main" id="{5DA88E05-6E8C-E36F-4268-F6BD8752C6A4}"/>
                </a:ext>
              </a:extLst>
            </p:cNvPr>
            <p:cNvSpPr/>
            <p:nvPr/>
          </p:nvSpPr>
          <p:spPr>
            <a:xfrm>
              <a:off x="6363235" y="2471022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8" name="Freeform 3477">
              <a:extLst>
                <a:ext uri="{FF2B5EF4-FFF2-40B4-BE49-F238E27FC236}">
                  <a16:creationId xmlns:a16="http://schemas.microsoft.com/office/drawing/2014/main" id="{2D1A976D-82DD-FB7F-91F7-7B6A7DEC7D60}"/>
                </a:ext>
              </a:extLst>
            </p:cNvPr>
            <p:cNvSpPr/>
            <p:nvPr/>
          </p:nvSpPr>
          <p:spPr>
            <a:xfrm>
              <a:off x="6363235" y="2169498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9" name="Freeform 3478">
              <a:extLst>
                <a:ext uri="{FF2B5EF4-FFF2-40B4-BE49-F238E27FC236}">
                  <a16:creationId xmlns:a16="http://schemas.microsoft.com/office/drawing/2014/main" id="{60EA7C4B-0681-606A-C61C-61369E892A51}"/>
                </a:ext>
              </a:extLst>
            </p:cNvPr>
            <p:cNvSpPr/>
            <p:nvPr/>
          </p:nvSpPr>
          <p:spPr>
            <a:xfrm>
              <a:off x="6363235" y="1867978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0" name="Freeform 3479">
              <a:extLst>
                <a:ext uri="{FF2B5EF4-FFF2-40B4-BE49-F238E27FC236}">
                  <a16:creationId xmlns:a16="http://schemas.microsoft.com/office/drawing/2014/main" id="{ADFD7D78-E2AE-6F46-5B85-F331B2DEC448}"/>
                </a:ext>
              </a:extLst>
            </p:cNvPr>
            <p:cNvSpPr/>
            <p:nvPr/>
          </p:nvSpPr>
          <p:spPr>
            <a:xfrm>
              <a:off x="6363235" y="1566458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1" name="Freeform 3480">
              <a:extLst>
                <a:ext uri="{FF2B5EF4-FFF2-40B4-BE49-F238E27FC236}">
                  <a16:creationId xmlns:a16="http://schemas.microsoft.com/office/drawing/2014/main" id="{AA980633-B5D5-75DE-20CB-52F4E0E73039}"/>
                </a:ext>
              </a:extLst>
            </p:cNvPr>
            <p:cNvSpPr/>
            <p:nvPr/>
          </p:nvSpPr>
          <p:spPr>
            <a:xfrm>
              <a:off x="6363235" y="2809016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2" name="Freeform 3481">
              <a:extLst>
                <a:ext uri="{FF2B5EF4-FFF2-40B4-BE49-F238E27FC236}">
                  <a16:creationId xmlns:a16="http://schemas.microsoft.com/office/drawing/2014/main" id="{593B76CC-FB76-E837-F952-AD03EB919C5B}"/>
                </a:ext>
              </a:extLst>
            </p:cNvPr>
            <p:cNvSpPr/>
            <p:nvPr/>
          </p:nvSpPr>
          <p:spPr>
            <a:xfrm>
              <a:off x="6544806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3" name="Freeform 3482">
              <a:extLst>
                <a:ext uri="{FF2B5EF4-FFF2-40B4-BE49-F238E27FC236}">
                  <a16:creationId xmlns:a16="http://schemas.microsoft.com/office/drawing/2014/main" id="{BC8A12A7-42CA-7596-E42C-BC8C73763F1A}"/>
                </a:ext>
              </a:extLst>
            </p:cNvPr>
            <p:cNvSpPr/>
            <p:nvPr/>
          </p:nvSpPr>
          <p:spPr>
            <a:xfrm>
              <a:off x="6920468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4" name="Freeform 3483">
              <a:extLst>
                <a:ext uri="{FF2B5EF4-FFF2-40B4-BE49-F238E27FC236}">
                  <a16:creationId xmlns:a16="http://schemas.microsoft.com/office/drawing/2014/main" id="{28E7D688-330D-DFB6-2D7C-47BA7148ED2C}"/>
                </a:ext>
              </a:extLst>
            </p:cNvPr>
            <p:cNvSpPr/>
            <p:nvPr/>
          </p:nvSpPr>
          <p:spPr>
            <a:xfrm>
              <a:off x="7296134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5" name="Freeform 3484">
              <a:extLst>
                <a:ext uri="{FF2B5EF4-FFF2-40B4-BE49-F238E27FC236}">
                  <a16:creationId xmlns:a16="http://schemas.microsoft.com/office/drawing/2014/main" id="{DCBF15D2-31CA-78BB-EE84-7929D66A399E}"/>
                </a:ext>
              </a:extLst>
            </p:cNvPr>
            <p:cNvSpPr/>
            <p:nvPr/>
          </p:nvSpPr>
          <p:spPr>
            <a:xfrm>
              <a:off x="7671791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6" name="Freeform 3485">
              <a:extLst>
                <a:ext uri="{FF2B5EF4-FFF2-40B4-BE49-F238E27FC236}">
                  <a16:creationId xmlns:a16="http://schemas.microsoft.com/office/drawing/2014/main" id="{20C810F1-EDF0-1711-5131-616F1F435F1C}"/>
                </a:ext>
              </a:extLst>
            </p:cNvPr>
            <p:cNvSpPr/>
            <p:nvPr/>
          </p:nvSpPr>
          <p:spPr>
            <a:xfrm>
              <a:off x="8047458" y="2790679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7" name="Freeform 3486">
              <a:extLst>
                <a:ext uri="{FF2B5EF4-FFF2-40B4-BE49-F238E27FC236}">
                  <a16:creationId xmlns:a16="http://schemas.microsoft.com/office/drawing/2014/main" id="{71CD6871-3343-E6C5-6B03-0C7B61D43EB6}"/>
                </a:ext>
              </a:extLst>
            </p:cNvPr>
            <p:cNvSpPr/>
            <p:nvPr/>
          </p:nvSpPr>
          <p:spPr>
            <a:xfrm>
              <a:off x="6492573" y="2872419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8" name="Freeform 3487">
              <a:extLst>
                <a:ext uri="{FF2B5EF4-FFF2-40B4-BE49-F238E27FC236}">
                  <a16:creationId xmlns:a16="http://schemas.microsoft.com/office/drawing/2014/main" id="{AF5E3DB4-0DF9-CD7F-7576-9F2B49784660}"/>
                </a:ext>
              </a:extLst>
            </p:cNvPr>
            <p:cNvSpPr/>
            <p:nvPr/>
          </p:nvSpPr>
          <p:spPr>
            <a:xfrm>
              <a:off x="6556557" y="2841256"/>
              <a:ext cx="40481" cy="60871"/>
            </a:xfrm>
            <a:custGeom>
              <a:avLst/>
              <a:gdLst>
                <a:gd name="csX0" fmla="*/ 3773 w 40481"/>
                <a:gd name="csY0" fmla="*/ 58514 h 60871"/>
                <a:gd name="csX1" fmla="*/ 3773 w 40481"/>
                <a:gd name="csY1" fmla="*/ 51286 h 60871"/>
                <a:gd name="csX2" fmla="*/ 9825 w 40481"/>
                <a:gd name="csY2" fmla="*/ 53449 h 60871"/>
                <a:gd name="csX3" fmla="*/ 15839 w 40481"/>
                <a:gd name="csY3" fmla="*/ 54196 h 60871"/>
                <a:gd name="csX4" fmla="*/ 27826 w 40481"/>
                <a:gd name="csY4" fmla="*/ 48928 h 60871"/>
                <a:gd name="csX5" fmla="*/ 32582 w 40481"/>
                <a:gd name="csY5" fmla="*/ 32851 h 60871"/>
                <a:gd name="csX6" fmla="*/ 26804 w 40481"/>
                <a:gd name="csY6" fmla="*/ 38042 h 60871"/>
                <a:gd name="csX7" fmla="*/ 19062 w 40481"/>
                <a:gd name="csY7" fmla="*/ 39847 h 60871"/>
                <a:gd name="csX8" fmla="*/ 5109 w 40481"/>
                <a:gd name="csY8" fmla="*/ 34540 h 60871"/>
                <a:gd name="csX9" fmla="*/ 0 w 40481"/>
                <a:gd name="csY9" fmla="*/ 19957 h 60871"/>
                <a:gd name="csX10" fmla="*/ 5345 w 40481"/>
                <a:gd name="csY10" fmla="*/ 5462 h 60871"/>
                <a:gd name="csX11" fmla="*/ 19572 w 40481"/>
                <a:gd name="csY11" fmla="*/ 0 h 60871"/>
                <a:gd name="csX12" fmla="*/ 35097 w 40481"/>
                <a:gd name="csY12" fmla="*/ 7820 h 60871"/>
                <a:gd name="csX13" fmla="*/ 40481 w 40481"/>
                <a:gd name="csY13" fmla="*/ 30455 h 60871"/>
                <a:gd name="csX14" fmla="*/ 33879 w 40481"/>
                <a:gd name="csY14" fmla="*/ 52624 h 60871"/>
                <a:gd name="csX15" fmla="*/ 16192 w 40481"/>
                <a:gd name="csY15" fmla="*/ 60871 h 60871"/>
                <a:gd name="csX16" fmla="*/ 10140 w 40481"/>
                <a:gd name="csY16" fmla="*/ 60289 h 60871"/>
                <a:gd name="csX17" fmla="*/ 3773 w 40481"/>
                <a:gd name="csY17" fmla="*/ 58514 h 60871"/>
                <a:gd name="csX18" fmla="*/ 19572 w 40481"/>
                <a:gd name="csY18" fmla="*/ 33637 h 60871"/>
                <a:gd name="csX19" fmla="*/ 28023 w 40481"/>
                <a:gd name="csY19" fmla="*/ 29980 h 60871"/>
                <a:gd name="csX20" fmla="*/ 31166 w 40481"/>
                <a:gd name="csY20" fmla="*/ 19957 h 60871"/>
                <a:gd name="csX21" fmla="*/ 28023 w 40481"/>
                <a:gd name="csY21" fmla="*/ 9984 h 60871"/>
                <a:gd name="csX22" fmla="*/ 19572 w 40481"/>
                <a:gd name="csY22" fmla="*/ 6287 h 60871"/>
                <a:gd name="csX23" fmla="*/ 11083 w 40481"/>
                <a:gd name="csY23" fmla="*/ 9984 h 60871"/>
                <a:gd name="csX24" fmla="*/ 7978 w 40481"/>
                <a:gd name="csY24" fmla="*/ 19957 h 60871"/>
                <a:gd name="csX25" fmla="*/ 11083 w 40481"/>
                <a:gd name="csY25" fmla="*/ 29980 h 60871"/>
                <a:gd name="csX26" fmla="*/ 19572 w 40481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1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4" y="52230"/>
                    <a:pt x="7781" y="52951"/>
                    <a:pt x="9825" y="53449"/>
                  </a:cubicBezTo>
                  <a:cubicBezTo>
                    <a:pt x="11869" y="53947"/>
                    <a:pt x="13874" y="54196"/>
                    <a:pt x="15839" y="54196"/>
                  </a:cubicBezTo>
                  <a:cubicBezTo>
                    <a:pt x="21079" y="54196"/>
                    <a:pt x="25075" y="52440"/>
                    <a:pt x="27826" y="48928"/>
                  </a:cubicBezTo>
                  <a:cubicBezTo>
                    <a:pt x="30603" y="45390"/>
                    <a:pt x="32188" y="40031"/>
                    <a:pt x="32582" y="32851"/>
                  </a:cubicBezTo>
                  <a:cubicBezTo>
                    <a:pt x="31062" y="35109"/>
                    <a:pt x="29136" y="36839"/>
                    <a:pt x="26804" y="38042"/>
                  </a:cubicBezTo>
                  <a:cubicBezTo>
                    <a:pt x="24472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09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5" y="5462"/>
                  </a:cubicBezTo>
                  <a:cubicBezTo>
                    <a:pt x="8908" y="1821"/>
                    <a:pt x="13651" y="0"/>
                    <a:pt x="19572" y="0"/>
                  </a:cubicBezTo>
                  <a:cubicBezTo>
                    <a:pt x="26358" y="0"/>
                    <a:pt x="31533" y="2607"/>
                    <a:pt x="35097" y="7820"/>
                  </a:cubicBezTo>
                  <a:cubicBezTo>
                    <a:pt x="38686" y="13007"/>
                    <a:pt x="40481" y="20552"/>
                    <a:pt x="40481" y="30455"/>
                  </a:cubicBezTo>
                  <a:cubicBezTo>
                    <a:pt x="40481" y="39704"/>
                    <a:pt x="38280" y="47094"/>
                    <a:pt x="33879" y="52624"/>
                  </a:cubicBezTo>
                  <a:cubicBezTo>
                    <a:pt x="29503" y="58122"/>
                    <a:pt x="23608" y="60871"/>
                    <a:pt x="16192" y="60871"/>
                  </a:cubicBezTo>
                  <a:cubicBezTo>
                    <a:pt x="14201" y="60871"/>
                    <a:pt x="12184" y="60677"/>
                    <a:pt x="10140" y="60289"/>
                  </a:cubicBezTo>
                  <a:cubicBezTo>
                    <a:pt x="8096" y="59895"/>
                    <a:pt x="5974" y="59303"/>
                    <a:pt x="3773" y="58514"/>
                  </a:cubicBezTo>
                  <a:moveTo>
                    <a:pt x="19572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8" y="27548"/>
                    <a:pt x="31166" y="24207"/>
                    <a:pt x="31166" y="19957"/>
                  </a:cubicBezTo>
                  <a:cubicBezTo>
                    <a:pt x="31166" y="15740"/>
                    <a:pt x="30118" y="12415"/>
                    <a:pt x="28023" y="9984"/>
                  </a:cubicBezTo>
                  <a:cubicBezTo>
                    <a:pt x="25953" y="7519"/>
                    <a:pt x="23136" y="6287"/>
                    <a:pt x="19572" y="6287"/>
                  </a:cubicBezTo>
                  <a:cubicBezTo>
                    <a:pt x="16009" y="6287"/>
                    <a:pt x="13179" y="7519"/>
                    <a:pt x="11083" y="9984"/>
                  </a:cubicBezTo>
                  <a:cubicBezTo>
                    <a:pt x="9013" y="12415"/>
                    <a:pt x="7978" y="15740"/>
                    <a:pt x="7978" y="19957"/>
                  </a:cubicBezTo>
                  <a:cubicBezTo>
                    <a:pt x="7978" y="24207"/>
                    <a:pt x="9013" y="27548"/>
                    <a:pt x="11083" y="29980"/>
                  </a:cubicBezTo>
                  <a:cubicBezTo>
                    <a:pt x="13179" y="32418"/>
                    <a:pt x="16009" y="33637"/>
                    <a:pt x="19572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9" name="Freeform 3488">
              <a:extLst>
                <a:ext uri="{FF2B5EF4-FFF2-40B4-BE49-F238E27FC236}">
                  <a16:creationId xmlns:a16="http://schemas.microsoft.com/office/drawing/2014/main" id="{48C8EC1C-A01B-EE3C-8F71-825D32A0912A}"/>
                </a:ext>
              </a:extLst>
            </p:cNvPr>
            <p:cNvSpPr/>
            <p:nvPr/>
          </p:nvSpPr>
          <p:spPr>
            <a:xfrm>
              <a:off x="6867940" y="2872419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0" name="Freeform 3489">
              <a:extLst>
                <a:ext uri="{FF2B5EF4-FFF2-40B4-BE49-F238E27FC236}">
                  <a16:creationId xmlns:a16="http://schemas.microsoft.com/office/drawing/2014/main" id="{D7A6ABE0-2094-3C4A-5EBD-0C5D571B6323}"/>
                </a:ext>
              </a:extLst>
            </p:cNvPr>
            <p:cNvSpPr/>
            <p:nvPr/>
          </p:nvSpPr>
          <p:spPr>
            <a:xfrm>
              <a:off x="6932475" y="2841256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3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3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7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" name="Freeform 3490">
              <a:extLst>
                <a:ext uri="{FF2B5EF4-FFF2-40B4-BE49-F238E27FC236}">
                  <a16:creationId xmlns:a16="http://schemas.microsoft.com/office/drawing/2014/main" id="{909B074F-EB42-5814-9D2C-B5B0AA187C07}"/>
                </a:ext>
              </a:extLst>
            </p:cNvPr>
            <p:cNvSpPr/>
            <p:nvPr/>
          </p:nvSpPr>
          <p:spPr>
            <a:xfrm>
              <a:off x="7244295" y="2872419"/>
              <a:ext cx="50383" cy="6684"/>
            </a:xfrm>
            <a:custGeom>
              <a:avLst/>
              <a:gdLst>
                <a:gd name="csX0" fmla="*/ 0 w 50383"/>
                <a:gd name="csY0" fmla="*/ 0 h 6684"/>
                <a:gd name="csX1" fmla="*/ 50383 w 50383"/>
                <a:gd name="csY1" fmla="*/ 0 h 6684"/>
                <a:gd name="csX2" fmla="*/ 50383 w 50383"/>
                <a:gd name="csY2" fmla="*/ 6685 h 6684"/>
                <a:gd name="csX3" fmla="*/ 0 w 50383"/>
                <a:gd name="csY3" fmla="*/ 6685 h 6684"/>
                <a:gd name="csX4" fmla="*/ 0 w 5038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3" h="6684">
                  <a:moveTo>
                    <a:pt x="0" y="0"/>
                  </a:moveTo>
                  <a:lnTo>
                    <a:pt x="50383" y="0"/>
                  </a:lnTo>
                  <a:lnTo>
                    <a:pt x="5038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2" name="Freeform 3491">
              <a:extLst>
                <a:ext uri="{FF2B5EF4-FFF2-40B4-BE49-F238E27FC236}">
                  <a16:creationId xmlns:a16="http://schemas.microsoft.com/office/drawing/2014/main" id="{8B27D91F-6D35-A22D-A0E0-ADA8598E1090}"/>
                </a:ext>
              </a:extLst>
            </p:cNvPr>
            <p:cNvSpPr/>
            <p:nvPr/>
          </p:nvSpPr>
          <p:spPr>
            <a:xfrm>
              <a:off x="7309338" y="2841256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09" y="7487"/>
                    <a:pt x="20957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3" name="Freeform 3492">
              <a:extLst>
                <a:ext uri="{FF2B5EF4-FFF2-40B4-BE49-F238E27FC236}">
                  <a16:creationId xmlns:a16="http://schemas.microsoft.com/office/drawing/2014/main" id="{ED69BD9E-D8B3-1B35-19E9-A23600D3E45F}"/>
                </a:ext>
              </a:extLst>
            </p:cNvPr>
            <p:cNvSpPr/>
            <p:nvPr/>
          </p:nvSpPr>
          <p:spPr>
            <a:xfrm>
              <a:off x="7651513" y="2841256"/>
              <a:ext cx="40555" cy="60871"/>
            </a:xfrm>
            <a:custGeom>
              <a:avLst/>
              <a:gdLst>
                <a:gd name="csX0" fmla="*/ 20278 w 40555"/>
                <a:gd name="csY0" fmla="*/ 6287 h 60871"/>
                <a:gd name="csX1" fmla="*/ 11041 w 40555"/>
                <a:gd name="csY1" fmla="*/ 12341 h 60871"/>
                <a:gd name="csX2" fmla="*/ 7975 w 40555"/>
                <a:gd name="csY2" fmla="*/ 30455 h 60871"/>
                <a:gd name="csX3" fmla="*/ 11041 w 40555"/>
                <a:gd name="csY3" fmla="*/ 48579 h 60871"/>
                <a:gd name="csX4" fmla="*/ 20278 w 40555"/>
                <a:gd name="csY4" fmla="*/ 54584 h 60871"/>
                <a:gd name="csX5" fmla="*/ 29514 w 40555"/>
                <a:gd name="csY5" fmla="*/ 48579 h 60871"/>
                <a:gd name="csX6" fmla="*/ 32619 w 40555"/>
                <a:gd name="csY6" fmla="*/ 30455 h 60871"/>
                <a:gd name="csX7" fmla="*/ 29514 w 40555"/>
                <a:gd name="csY7" fmla="*/ 12341 h 60871"/>
                <a:gd name="csX8" fmla="*/ 20278 w 40555"/>
                <a:gd name="csY8" fmla="*/ 6287 h 60871"/>
                <a:gd name="csX9" fmla="*/ 20278 w 40555"/>
                <a:gd name="csY9" fmla="*/ 0 h 60871"/>
                <a:gd name="csX10" fmla="*/ 35335 w 40555"/>
                <a:gd name="csY10" fmla="*/ 7820 h 60871"/>
                <a:gd name="csX11" fmla="*/ 40555 w 40555"/>
                <a:gd name="csY11" fmla="*/ 30455 h 60871"/>
                <a:gd name="csX12" fmla="*/ 35335 w 40555"/>
                <a:gd name="csY12" fmla="*/ 53090 h 60871"/>
                <a:gd name="csX13" fmla="*/ 20278 w 40555"/>
                <a:gd name="csY13" fmla="*/ 60871 h 60871"/>
                <a:gd name="csX14" fmla="*/ 5191 w 40555"/>
                <a:gd name="csY14" fmla="*/ 53090 h 60871"/>
                <a:gd name="csX15" fmla="*/ 0 w 40555"/>
                <a:gd name="csY15" fmla="*/ 30455 h 60871"/>
                <a:gd name="csX16" fmla="*/ 5191 w 40555"/>
                <a:gd name="csY16" fmla="*/ 7820 h 60871"/>
                <a:gd name="csX17" fmla="*/ 20278 w 40555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5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15" y="13007"/>
                    <a:pt x="40555" y="20552"/>
                    <a:pt x="40555" y="30455"/>
                  </a:cubicBezTo>
                  <a:cubicBezTo>
                    <a:pt x="40555" y="40332"/>
                    <a:pt x="38815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1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1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4" name="Freeform 3493">
              <a:extLst>
                <a:ext uri="{FF2B5EF4-FFF2-40B4-BE49-F238E27FC236}">
                  <a16:creationId xmlns:a16="http://schemas.microsoft.com/office/drawing/2014/main" id="{9002B3BB-EC91-150A-06DE-12DEFF0BAFAB}"/>
                </a:ext>
              </a:extLst>
            </p:cNvPr>
            <p:cNvSpPr/>
            <p:nvPr/>
          </p:nvSpPr>
          <p:spPr>
            <a:xfrm>
              <a:off x="8028141" y="2841256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27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2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17" y="49280"/>
                    <a:pt x="30727" y="46425"/>
                    <a:pt x="30727" y="42680"/>
                  </a:cubicBezTo>
                  <a:cubicBezTo>
                    <a:pt x="30727" y="39219"/>
                    <a:pt x="29511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2" y="10714"/>
                    <a:pt x="26128" y="9110"/>
                  </a:cubicBezTo>
                  <a:cubicBezTo>
                    <a:pt x="24006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5" name="Freeform 3494">
              <a:extLst>
                <a:ext uri="{FF2B5EF4-FFF2-40B4-BE49-F238E27FC236}">
                  <a16:creationId xmlns:a16="http://schemas.microsoft.com/office/drawing/2014/main" id="{DCB1B766-1702-BCA2-0AFA-30B9358E39E1}"/>
                </a:ext>
              </a:extLst>
            </p:cNvPr>
            <p:cNvSpPr/>
            <p:nvPr/>
          </p:nvSpPr>
          <p:spPr>
            <a:xfrm>
              <a:off x="7336165" y="2941983"/>
              <a:ext cx="42951" cy="60221"/>
            </a:xfrm>
            <a:custGeom>
              <a:avLst/>
              <a:gdLst>
                <a:gd name="csX0" fmla="*/ 42951 w 42951"/>
                <a:gd name="csY0" fmla="*/ 3541 h 60221"/>
                <a:gd name="csX1" fmla="*/ 42544 w 42951"/>
                <a:gd name="csY1" fmla="*/ 5676 h 60221"/>
                <a:gd name="csX2" fmla="*/ 33637 w 42951"/>
                <a:gd name="csY2" fmla="*/ 41224 h 60221"/>
                <a:gd name="csX3" fmla="*/ 25313 w 42951"/>
                <a:gd name="csY3" fmla="*/ 54672 h 60221"/>
                <a:gd name="csX4" fmla="*/ 11817 w 42951"/>
                <a:gd name="csY4" fmla="*/ 60221 h 60221"/>
                <a:gd name="csX5" fmla="*/ 4725 w 42951"/>
                <a:gd name="csY5" fmla="*/ 57902 h 60221"/>
                <a:gd name="csX6" fmla="*/ 1960 w 42951"/>
                <a:gd name="csY6" fmla="*/ 52130 h 60221"/>
                <a:gd name="csX7" fmla="*/ 3590 w 42951"/>
                <a:gd name="csY7" fmla="*/ 47541 h 60221"/>
                <a:gd name="csX8" fmla="*/ 7179 w 42951"/>
                <a:gd name="csY8" fmla="*/ 46085 h 60221"/>
                <a:gd name="csX9" fmla="*/ 8499 w 42951"/>
                <a:gd name="csY9" fmla="*/ 46270 h 60221"/>
                <a:gd name="csX10" fmla="*/ 9906 w 42951"/>
                <a:gd name="csY10" fmla="*/ 47220 h 60221"/>
                <a:gd name="csX11" fmla="*/ 10634 w 42951"/>
                <a:gd name="csY11" fmla="*/ 49306 h 60221"/>
                <a:gd name="csX12" fmla="*/ 8771 w 42951"/>
                <a:gd name="csY12" fmla="*/ 53129 h 60221"/>
                <a:gd name="csX13" fmla="*/ 7005 w 42951"/>
                <a:gd name="csY13" fmla="*/ 54080 h 60221"/>
                <a:gd name="csX14" fmla="*/ 4773 w 42951"/>
                <a:gd name="csY14" fmla="*/ 54264 h 60221"/>
                <a:gd name="csX15" fmla="*/ 6316 w 42951"/>
                <a:gd name="csY15" fmla="*/ 56399 h 60221"/>
                <a:gd name="csX16" fmla="*/ 8460 w 42951"/>
                <a:gd name="csY16" fmla="*/ 57582 h 60221"/>
                <a:gd name="csX17" fmla="*/ 10323 w 42951"/>
                <a:gd name="csY17" fmla="*/ 58038 h 60221"/>
                <a:gd name="csX18" fmla="*/ 11817 w 42951"/>
                <a:gd name="csY18" fmla="*/ 58174 h 60221"/>
                <a:gd name="csX19" fmla="*/ 22092 w 42951"/>
                <a:gd name="csY19" fmla="*/ 52314 h 60221"/>
                <a:gd name="csX20" fmla="*/ 24362 w 42951"/>
                <a:gd name="csY20" fmla="*/ 48763 h 60221"/>
                <a:gd name="csX21" fmla="*/ 26089 w 42951"/>
                <a:gd name="csY21" fmla="*/ 44902 h 60221"/>
                <a:gd name="csX22" fmla="*/ 27137 w 42951"/>
                <a:gd name="csY22" fmla="*/ 41671 h 60221"/>
                <a:gd name="csX23" fmla="*/ 28136 w 42951"/>
                <a:gd name="csY23" fmla="*/ 37945 h 60221"/>
                <a:gd name="csX24" fmla="*/ 18725 w 42951"/>
                <a:gd name="csY24" fmla="*/ 42175 h 60221"/>
                <a:gd name="csX25" fmla="*/ 14592 w 42951"/>
                <a:gd name="csY25" fmla="*/ 41583 h 60221"/>
                <a:gd name="csX26" fmla="*/ 11002 w 42951"/>
                <a:gd name="csY26" fmla="*/ 39769 h 60221"/>
                <a:gd name="csX27" fmla="*/ 8315 w 42951"/>
                <a:gd name="csY27" fmla="*/ 36267 h 60221"/>
                <a:gd name="csX28" fmla="*/ 7364 w 42951"/>
                <a:gd name="csY28" fmla="*/ 31086 h 60221"/>
                <a:gd name="csX29" fmla="*/ 8596 w 42951"/>
                <a:gd name="csY29" fmla="*/ 23673 h 60221"/>
                <a:gd name="csX30" fmla="*/ 12778 w 42951"/>
                <a:gd name="csY30" fmla="*/ 11546 h 60221"/>
                <a:gd name="csX31" fmla="*/ 14369 w 42951"/>
                <a:gd name="csY31" fmla="*/ 4997 h 60221"/>
                <a:gd name="csX32" fmla="*/ 14136 w 42951"/>
                <a:gd name="csY32" fmla="*/ 3318 h 60221"/>
                <a:gd name="csX33" fmla="*/ 13457 w 42951"/>
                <a:gd name="csY33" fmla="*/ 2406 h 60221"/>
                <a:gd name="csX34" fmla="*/ 12729 w 42951"/>
                <a:gd name="csY34" fmla="*/ 2086 h 60221"/>
                <a:gd name="csX35" fmla="*/ 12050 w 42951"/>
                <a:gd name="csY35" fmla="*/ 2047 h 60221"/>
                <a:gd name="csX36" fmla="*/ 6869 w 42951"/>
                <a:gd name="csY36" fmla="*/ 4773 h 60221"/>
                <a:gd name="csX37" fmla="*/ 2639 w 42951"/>
                <a:gd name="csY37" fmla="*/ 13583 h 60221"/>
                <a:gd name="csX38" fmla="*/ 2047 w 42951"/>
                <a:gd name="csY38" fmla="*/ 15000 h 60221"/>
                <a:gd name="csX39" fmla="*/ 1135 w 42951"/>
                <a:gd name="csY39" fmla="*/ 15271 h 60221"/>
                <a:gd name="csX40" fmla="*/ 0 w 42951"/>
                <a:gd name="csY40" fmla="*/ 14311 h 60221"/>
                <a:gd name="csX41" fmla="*/ 407 w 42951"/>
                <a:gd name="csY41" fmla="*/ 12545 h 60221"/>
                <a:gd name="csX42" fmla="*/ 1775 w 42951"/>
                <a:gd name="csY42" fmla="*/ 8955 h 60221"/>
                <a:gd name="csX43" fmla="*/ 4143 w 42951"/>
                <a:gd name="csY43" fmla="*/ 4812 h 60221"/>
                <a:gd name="csX44" fmla="*/ 7636 w 42951"/>
                <a:gd name="csY44" fmla="*/ 1407 h 60221"/>
                <a:gd name="csX45" fmla="*/ 12322 w 42951"/>
                <a:gd name="csY45" fmla="*/ 0 h 60221"/>
                <a:gd name="csX46" fmla="*/ 17823 w 42951"/>
                <a:gd name="csY46" fmla="*/ 2222 h 60221"/>
                <a:gd name="csX47" fmla="*/ 19957 w 42951"/>
                <a:gd name="csY47" fmla="*/ 7636 h 60221"/>
                <a:gd name="csX48" fmla="*/ 19589 w 42951"/>
                <a:gd name="csY48" fmla="*/ 10129 h 60221"/>
                <a:gd name="csX49" fmla="*/ 18094 w 42951"/>
                <a:gd name="csY49" fmla="*/ 14311 h 60221"/>
                <a:gd name="csX50" fmla="*/ 13321 w 42951"/>
                <a:gd name="csY50" fmla="*/ 32590 h 60221"/>
                <a:gd name="csX51" fmla="*/ 13544 w 42951"/>
                <a:gd name="csY51" fmla="*/ 35267 h 60221"/>
                <a:gd name="csX52" fmla="*/ 14408 w 42951"/>
                <a:gd name="csY52" fmla="*/ 37625 h 60221"/>
                <a:gd name="csX53" fmla="*/ 16183 w 42951"/>
                <a:gd name="csY53" fmla="*/ 39449 h 60221"/>
                <a:gd name="csX54" fmla="*/ 19094 w 42951"/>
                <a:gd name="csY54" fmla="*/ 40080 h 60221"/>
                <a:gd name="csX55" fmla="*/ 23227 w 42951"/>
                <a:gd name="csY55" fmla="*/ 39080 h 60221"/>
                <a:gd name="csX56" fmla="*/ 26545 w 42951"/>
                <a:gd name="csY56" fmla="*/ 36626 h 60221"/>
                <a:gd name="csX57" fmla="*/ 28631 w 42951"/>
                <a:gd name="csY57" fmla="*/ 34035 h 60221"/>
                <a:gd name="csX58" fmla="*/ 29640 w 42951"/>
                <a:gd name="csY58" fmla="*/ 32172 h 60221"/>
                <a:gd name="csX59" fmla="*/ 33812 w 42951"/>
                <a:gd name="csY59" fmla="*/ 15446 h 60221"/>
                <a:gd name="csX60" fmla="*/ 35684 w 42951"/>
                <a:gd name="csY60" fmla="*/ 7995 h 60221"/>
                <a:gd name="csX61" fmla="*/ 36955 w 42951"/>
                <a:gd name="csY61" fmla="*/ 2949 h 60221"/>
                <a:gd name="csX62" fmla="*/ 38450 w 42951"/>
                <a:gd name="csY62" fmla="*/ 1494 h 60221"/>
                <a:gd name="csX63" fmla="*/ 40225 w 42951"/>
                <a:gd name="csY63" fmla="*/ 999 h 60221"/>
                <a:gd name="csX64" fmla="*/ 42136 w 42951"/>
                <a:gd name="csY64" fmla="*/ 1678 h 60221"/>
                <a:gd name="csX65" fmla="*/ 42951 w 42951"/>
                <a:gd name="csY65" fmla="*/ 3541 h 60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42951" h="60221">
                  <a:moveTo>
                    <a:pt x="42951" y="3541"/>
                  </a:moveTo>
                  <a:cubicBezTo>
                    <a:pt x="42951" y="3968"/>
                    <a:pt x="42816" y="4680"/>
                    <a:pt x="42544" y="5676"/>
                  </a:cubicBezTo>
                  <a:lnTo>
                    <a:pt x="33637" y="41224"/>
                  </a:lnTo>
                  <a:cubicBezTo>
                    <a:pt x="32331" y="46496"/>
                    <a:pt x="29556" y="50978"/>
                    <a:pt x="25313" y="54672"/>
                  </a:cubicBezTo>
                  <a:cubicBezTo>
                    <a:pt x="21102" y="58371"/>
                    <a:pt x="16604" y="60221"/>
                    <a:pt x="11817" y="60221"/>
                  </a:cubicBezTo>
                  <a:cubicBezTo>
                    <a:pt x="8939" y="60221"/>
                    <a:pt x="6575" y="59448"/>
                    <a:pt x="4725" y="57902"/>
                  </a:cubicBezTo>
                  <a:cubicBezTo>
                    <a:pt x="2882" y="56389"/>
                    <a:pt x="1960" y="54465"/>
                    <a:pt x="1960" y="52130"/>
                  </a:cubicBezTo>
                  <a:cubicBezTo>
                    <a:pt x="1960" y="50066"/>
                    <a:pt x="2503" y="48537"/>
                    <a:pt x="3590" y="47541"/>
                  </a:cubicBezTo>
                  <a:cubicBezTo>
                    <a:pt x="4683" y="46570"/>
                    <a:pt x="5879" y="46085"/>
                    <a:pt x="7179" y="46085"/>
                  </a:cubicBezTo>
                  <a:cubicBezTo>
                    <a:pt x="7606" y="46085"/>
                    <a:pt x="8046" y="46147"/>
                    <a:pt x="8499" y="46270"/>
                  </a:cubicBezTo>
                  <a:cubicBezTo>
                    <a:pt x="8958" y="46386"/>
                    <a:pt x="9427" y="46703"/>
                    <a:pt x="9906" y="47220"/>
                  </a:cubicBezTo>
                  <a:cubicBezTo>
                    <a:pt x="10391" y="47738"/>
                    <a:pt x="10634" y="48433"/>
                    <a:pt x="10634" y="49306"/>
                  </a:cubicBezTo>
                  <a:cubicBezTo>
                    <a:pt x="10634" y="50736"/>
                    <a:pt x="10013" y="52010"/>
                    <a:pt x="8771" y="53129"/>
                  </a:cubicBezTo>
                  <a:cubicBezTo>
                    <a:pt x="8169" y="53646"/>
                    <a:pt x="7581" y="53963"/>
                    <a:pt x="7005" y="54080"/>
                  </a:cubicBezTo>
                  <a:cubicBezTo>
                    <a:pt x="6455" y="54203"/>
                    <a:pt x="5711" y="54264"/>
                    <a:pt x="4773" y="54264"/>
                  </a:cubicBezTo>
                  <a:cubicBezTo>
                    <a:pt x="5136" y="55111"/>
                    <a:pt x="5650" y="55823"/>
                    <a:pt x="6316" y="56399"/>
                  </a:cubicBezTo>
                  <a:cubicBezTo>
                    <a:pt x="6982" y="56974"/>
                    <a:pt x="7697" y="57369"/>
                    <a:pt x="8460" y="57582"/>
                  </a:cubicBezTo>
                  <a:cubicBezTo>
                    <a:pt x="9217" y="57822"/>
                    <a:pt x="9838" y="57974"/>
                    <a:pt x="10323" y="58038"/>
                  </a:cubicBezTo>
                  <a:cubicBezTo>
                    <a:pt x="10834" y="58129"/>
                    <a:pt x="11332" y="58174"/>
                    <a:pt x="11817" y="58174"/>
                  </a:cubicBezTo>
                  <a:cubicBezTo>
                    <a:pt x="15698" y="58174"/>
                    <a:pt x="19123" y="56221"/>
                    <a:pt x="22092" y="52314"/>
                  </a:cubicBezTo>
                  <a:cubicBezTo>
                    <a:pt x="22971" y="51130"/>
                    <a:pt x="23728" y="49947"/>
                    <a:pt x="24362" y="48763"/>
                  </a:cubicBezTo>
                  <a:cubicBezTo>
                    <a:pt x="25028" y="47612"/>
                    <a:pt x="25604" y="46325"/>
                    <a:pt x="26089" y="44902"/>
                  </a:cubicBezTo>
                  <a:cubicBezTo>
                    <a:pt x="26574" y="43511"/>
                    <a:pt x="26923" y="42434"/>
                    <a:pt x="27137" y="41671"/>
                  </a:cubicBezTo>
                  <a:cubicBezTo>
                    <a:pt x="27376" y="40914"/>
                    <a:pt x="27709" y="39672"/>
                    <a:pt x="28136" y="37945"/>
                  </a:cubicBezTo>
                  <a:cubicBezTo>
                    <a:pt x="25316" y="40765"/>
                    <a:pt x="22179" y="42175"/>
                    <a:pt x="18725" y="42175"/>
                  </a:cubicBezTo>
                  <a:cubicBezTo>
                    <a:pt x="17270" y="42175"/>
                    <a:pt x="15892" y="41978"/>
                    <a:pt x="14592" y="41583"/>
                  </a:cubicBezTo>
                  <a:cubicBezTo>
                    <a:pt x="13318" y="41189"/>
                    <a:pt x="12121" y="40584"/>
                    <a:pt x="11002" y="39769"/>
                  </a:cubicBezTo>
                  <a:cubicBezTo>
                    <a:pt x="9883" y="38915"/>
                    <a:pt x="8987" y="37748"/>
                    <a:pt x="8315" y="36267"/>
                  </a:cubicBezTo>
                  <a:cubicBezTo>
                    <a:pt x="7681" y="34779"/>
                    <a:pt x="7364" y="33052"/>
                    <a:pt x="7364" y="31086"/>
                  </a:cubicBezTo>
                  <a:cubicBezTo>
                    <a:pt x="7364" y="28997"/>
                    <a:pt x="7775" y="26526"/>
                    <a:pt x="8596" y="23673"/>
                  </a:cubicBezTo>
                  <a:cubicBezTo>
                    <a:pt x="9411" y="20827"/>
                    <a:pt x="10805" y="16785"/>
                    <a:pt x="12778" y="11546"/>
                  </a:cubicBezTo>
                  <a:cubicBezTo>
                    <a:pt x="13838" y="8603"/>
                    <a:pt x="14369" y="6420"/>
                    <a:pt x="14369" y="4997"/>
                  </a:cubicBezTo>
                  <a:cubicBezTo>
                    <a:pt x="14369" y="4298"/>
                    <a:pt x="14291" y="3739"/>
                    <a:pt x="14136" y="3318"/>
                  </a:cubicBezTo>
                  <a:cubicBezTo>
                    <a:pt x="13987" y="2859"/>
                    <a:pt x="13761" y="2555"/>
                    <a:pt x="13457" y="2406"/>
                  </a:cubicBezTo>
                  <a:cubicBezTo>
                    <a:pt x="13153" y="2225"/>
                    <a:pt x="12910" y="2118"/>
                    <a:pt x="12729" y="2086"/>
                  </a:cubicBezTo>
                  <a:cubicBezTo>
                    <a:pt x="12574" y="2060"/>
                    <a:pt x="12347" y="2047"/>
                    <a:pt x="12050" y="2047"/>
                  </a:cubicBezTo>
                  <a:cubicBezTo>
                    <a:pt x="10258" y="2047"/>
                    <a:pt x="8531" y="2956"/>
                    <a:pt x="6869" y="4773"/>
                  </a:cubicBezTo>
                  <a:cubicBezTo>
                    <a:pt x="5200" y="6591"/>
                    <a:pt x="3790" y="9528"/>
                    <a:pt x="2639" y="13583"/>
                  </a:cubicBezTo>
                  <a:cubicBezTo>
                    <a:pt x="2393" y="14340"/>
                    <a:pt x="2196" y="14812"/>
                    <a:pt x="2047" y="15000"/>
                  </a:cubicBezTo>
                  <a:cubicBezTo>
                    <a:pt x="1898" y="15181"/>
                    <a:pt x="1594" y="15271"/>
                    <a:pt x="1135" y="15271"/>
                  </a:cubicBezTo>
                  <a:cubicBezTo>
                    <a:pt x="378" y="15239"/>
                    <a:pt x="0" y="14919"/>
                    <a:pt x="0" y="14311"/>
                  </a:cubicBezTo>
                  <a:cubicBezTo>
                    <a:pt x="0" y="14071"/>
                    <a:pt x="136" y="13483"/>
                    <a:pt x="407" y="12545"/>
                  </a:cubicBezTo>
                  <a:cubicBezTo>
                    <a:pt x="686" y="11575"/>
                    <a:pt x="1142" y="10378"/>
                    <a:pt x="1775" y="8955"/>
                  </a:cubicBezTo>
                  <a:cubicBezTo>
                    <a:pt x="2442" y="7500"/>
                    <a:pt x="3231" y="6119"/>
                    <a:pt x="4143" y="4812"/>
                  </a:cubicBezTo>
                  <a:cubicBezTo>
                    <a:pt x="5048" y="3480"/>
                    <a:pt x="6213" y="2345"/>
                    <a:pt x="7636" y="1407"/>
                  </a:cubicBezTo>
                  <a:cubicBezTo>
                    <a:pt x="9091" y="469"/>
                    <a:pt x="10653" y="0"/>
                    <a:pt x="12322" y="0"/>
                  </a:cubicBezTo>
                  <a:cubicBezTo>
                    <a:pt x="14592" y="0"/>
                    <a:pt x="16426" y="741"/>
                    <a:pt x="17823" y="2222"/>
                  </a:cubicBezTo>
                  <a:cubicBezTo>
                    <a:pt x="19246" y="3677"/>
                    <a:pt x="19957" y="5482"/>
                    <a:pt x="19957" y="7636"/>
                  </a:cubicBezTo>
                  <a:cubicBezTo>
                    <a:pt x="19957" y="8515"/>
                    <a:pt x="19834" y="9346"/>
                    <a:pt x="19589" y="10129"/>
                  </a:cubicBezTo>
                  <a:cubicBezTo>
                    <a:pt x="19375" y="10886"/>
                    <a:pt x="18877" y="12280"/>
                    <a:pt x="18094" y="14311"/>
                  </a:cubicBezTo>
                  <a:cubicBezTo>
                    <a:pt x="14912" y="22493"/>
                    <a:pt x="13321" y="28586"/>
                    <a:pt x="13321" y="32590"/>
                  </a:cubicBezTo>
                  <a:cubicBezTo>
                    <a:pt x="13321" y="33553"/>
                    <a:pt x="13395" y="34446"/>
                    <a:pt x="13544" y="35267"/>
                  </a:cubicBezTo>
                  <a:cubicBezTo>
                    <a:pt x="13725" y="36057"/>
                    <a:pt x="14013" y="36842"/>
                    <a:pt x="14408" y="37625"/>
                  </a:cubicBezTo>
                  <a:cubicBezTo>
                    <a:pt x="14802" y="38388"/>
                    <a:pt x="15394" y="38996"/>
                    <a:pt x="16183" y="39449"/>
                  </a:cubicBezTo>
                  <a:cubicBezTo>
                    <a:pt x="16998" y="39869"/>
                    <a:pt x="17968" y="40080"/>
                    <a:pt x="19094" y="40080"/>
                  </a:cubicBezTo>
                  <a:cubicBezTo>
                    <a:pt x="20517" y="40080"/>
                    <a:pt x="21894" y="39746"/>
                    <a:pt x="23227" y="39080"/>
                  </a:cubicBezTo>
                  <a:cubicBezTo>
                    <a:pt x="24592" y="38388"/>
                    <a:pt x="25698" y="37570"/>
                    <a:pt x="26545" y="36626"/>
                  </a:cubicBezTo>
                  <a:cubicBezTo>
                    <a:pt x="27425" y="35688"/>
                    <a:pt x="28120" y="34824"/>
                    <a:pt x="28631" y="34035"/>
                  </a:cubicBezTo>
                  <a:cubicBezTo>
                    <a:pt x="29181" y="33220"/>
                    <a:pt x="29517" y="32599"/>
                    <a:pt x="29640" y="32172"/>
                  </a:cubicBezTo>
                  <a:lnTo>
                    <a:pt x="33812" y="15446"/>
                  </a:lnTo>
                  <a:lnTo>
                    <a:pt x="35684" y="7995"/>
                  </a:lnTo>
                  <a:cubicBezTo>
                    <a:pt x="36260" y="5297"/>
                    <a:pt x="36684" y="3616"/>
                    <a:pt x="36955" y="2949"/>
                  </a:cubicBezTo>
                  <a:cubicBezTo>
                    <a:pt x="37318" y="2316"/>
                    <a:pt x="37816" y="1831"/>
                    <a:pt x="38450" y="1494"/>
                  </a:cubicBezTo>
                  <a:cubicBezTo>
                    <a:pt x="39090" y="1164"/>
                    <a:pt x="39682" y="999"/>
                    <a:pt x="40225" y="999"/>
                  </a:cubicBezTo>
                  <a:cubicBezTo>
                    <a:pt x="40982" y="999"/>
                    <a:pt x="41619" y="1226"/>
                    <a:pt x="42136" y="1678"/>
                  </a:cubicBezTo>
                  <a:cubicBezTo>
                    <a:pt x="42680" y="2131"/>
                    <a:pt x="42951" y="2752"/>
                    <a:pt x="42951" y="354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6" name="Freeform 3495">
              <a:extLst>
                <a:ext uri="{FF2B5EF4-FFF2-40B4-BE49-F238E27FC236}">
                  <a16:creationId xmlns:a16="http://schemas.microsoft.com/office/drawing/2014/main" id="{6E758666-8820-8ED7-83C6-1B596C35AF9D}"/>
                </a:ext>
              </a:extLst>
            </p:cNvPr>
            <p:cNvSpPr/>
            <p:nvPr/>
          </p:nvSpPr>
          <p:spPr>
            <a:xfrm>
              <a:off x="6363235" y="1520167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7" name="Freeform 3496">
              <a:extLst>
                <a:ext uri="{FF2B5EF4-FFF2-40B4-BE49-F238E27FC236}">
                  <a16:creationId xmlns:a16="http://schemas.microsoft.com/office/drawing/2014/main" id="{F4C297FB-723A-673F-437E-5892CFA53C22}"/>
                </a:ext>
              </a:extLst>
            </p:cNvPr>
            <p:cNvSpPr/>
            <p:nvPr/>
          </p:nvSpPr>
          <p:spPr>
            <a:xfrm>
              <a:off x="6363235" y="2772536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" name="Freeform 3497">
              <a:extLst>
                <a:ext uri="{FF2B5EF4-FFF2-40B4-BE49-F238E27FC236}">
                  <a16:creationId xmlns:a16="http://schemas.microsoft.com/office/drawing/2014/main" id="{EF881651-FA4E-E77C-3020-962D05910791}"/>
                </a:ext>
              </a:extLst>
            </p:cNvPr>
            <p:cNvSpPr/>
            <p:nvPr/>
          </p:nvSpPr>
          <p:spPr>
            <a:xfrm>
              <a:off x="6363235" y="2471022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9" name="Freeform 3498">
              <a:extLst>
                <a:ext uri="{FF2B5EF4-FFF2-40B4-BE49-F238E27FC236}">
                  <a16:creationId xmlns:a16="http://schemas.microsoft.com/office/drawing/2014/main" id="{574C4A61-E72A-E1DF-767E-8C1DCD31183E}"/>
                </a:ext>
              </a:extLst>
            </p:cNvPr>
            <p:cNvSpPr/>
            <p:nvPr/>
          </p:nvSpPr>
          <p:spPr>
            <a:xfrm>
              <a:off x="6363235" y="2169498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0" name="Freeform 3499">
              <a:extLst>
                <a:ext uri="{FF2B5EF4-FFF2-40B4-BE49-F238E27FC236}">
                  <a16:creationId xmlns:a16="http://schemas.microsoft.com/office/drawing/2014/main" id="{A0FD5E11-490D-18B4-F752-8BFDFC8B704D}"/>
                </a:ext>
              </a:extLst>
            </p:cNvPr>
            <p:cNvSpPr/>
            <p:nvPr/>
          </p:nvSpPr>
          <p:spPr>
            <a:xfrm>
              <a:off x="6363235" y="1867978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" name="Freeform 3500">
              <a:extLst>
                <a:ext uri="{FF2B5EF4-FFF2-40B4-BE49-F238E27FC236}">
                  <a16:creationId xmlns:a16="http://schemas.microsoft.com/office/drawing/2014/main" id="{79882C03-C086-7AFB-8A74-44747BD6B064}"/>
                </a:ext>
              </a:extLst>
            </p:cNvPr>
            <p:cNvSpPr/>
            <p:nvPr/>
          </p:nvSpPr>
          <p:spPr>
            <a:xfrm>
              <a:off x="6363235" y="1566458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2" name="Freeform 3501">
              <a:extLst>
                <a:ext uri="{FF2B5EF4-FFF2-40B4-BE49-F238E27FC236}">
                  <a16:creationId xmlns:a16="http://schemas.microsoft.com/office/drawing/2014/main" id="{B5349E1D-D797-6A86-DEBB-E63EF5B86C14}"/>
                </a:ext>
              </a:extLst>
            </p:cNvPr>
            <p:cNvSpPr/>
            <p:nvPr/>
          </p:nvSpPr>
          <p:spPr>
            <a:xfrm>
              <a:off x="6210950" y="2742139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3" name="Freeform 3502">
              <a:extLst>
                <a:ext uri="{FF2B5EF4-FFF2-40B4-BE49-F238E27FC236}">
                  <a16:creationId xmlns:a16="http://schemas.microsoft.com/office/drawing/2014/main" id="{19B53689-C7DD-F2B9-76C2-AB53C4F4881A}"/>
                </a:ext>
              </a:extLst>
            </p:cNvPr>
            <p:cNvSpPr/>
            <p:nvPr/>
          </p:nvSpPr>
          <p:spPr>
            <a:xfrm>
              <a:off x="6265463" y="2791891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" name="Freeform 3503">
              <a:extLst>
                <a:ext uri="{FF2B5EF4-FFF2-40B4-BE49-F238E27FC236}">
                  <a16:creationId xmlns:a16="http://schemas.microsoft.com/office/drawing/2014/main" id="{26E76012-3ED6-9394-6E6B-366245C5DB5E}"/>
                </a:ext>
              </a:extLst>
            </p:cNvPr>
            <p:cNvSpPr/>
            <p:nvPr/>
          </p:nvSpPr>
          <p:spPr>
            <a:xfrm>
              <a:off x="6287748" y="2742139"/>
              <a:ext cx="40559" cy="60880"/>
            </a:xfrm>
            <a:custGeom>
              <a:avLst/>
              <a:gdLst>
                <a:gd name="csX0" fmla="*/ 20280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80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80 w 40559"/>
                <a:gd name="csY8" fmla="*/ 6287 h 60880"/>
                <a:gd name="csX9" fmla="*/ 20280 w 40559"/>
                <a:gd name="csY9" fmla="*/ 0 h 60880"/>
                <a:gd name="csX10" fmla="*/ 35333 w 40559"/>
                <a:gd name="csY10" fmla="*/ 7820 h 60880"/>
                <a:gd name="csX11" fmla="*/ 40560 w 40559"/>
                <a:gd name="csY11" fmla="*/ 30455 h 60880"/>
                <a:gd name="csX12" fmla="*/ 35333 w 40559"/>
                <a:gd name="csY12" fmla="*/ 53100 h 60880"/>
                <a:gd name="csX13" fmla="*/ 20280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80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4" y="2607"/>
                    <a:pt x="35333" y="7820"/>
                  </a:cubicBezTo>
                  <a:cubicBezTo>
                    <a:pt x="38818" y="13007"/>
                    <a:pt x="40560" y="20552"/>
                    <a:pt x="40560" y="30455"/>
                  </a:cubicBezTo>
                  <a:cubicBezTo>
                    <a:pt x="40560" y="40338"/>
                    <a:pt x="38818" y="47887"/>
                    <a:pt x="35333" y="53100"/>
                  </a:cubicBezTo>
                  <a:cubicBezTo>
                    <a:pt x="31874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5" name="Freeform 3504">
              <a:extLst>
                <a:ext uri="{FF2B5EF4-FFF2-40B4-BE49-F238E27FC236}">
                  <a16:creationId xmlns:a16="http://schemas.microsoft.com/office/drawing/2014/main" id="{B1F72C5D-CA14-56BB-1EA4-77E0705A7FA3}"/>
                </a:ext>
              </a:extLst>
            </p:cNvPr>
            <p:cNvSpPr/>
            <p:nvPr/>
          </p:nvSpPr>
          <p:spPr>
            <a:xfrm>
              <a:off x="6213034" y="2440617"/>
              <a:ext cx="40560" cy="60878"/>
            </a:xfrm>
            <a:custGeom>
              <a:avLst/>
              <a:gdLst>
                <a:gd name="csX0" fmla="*/ 20280 w 40560"/>
                <a:gd name="csY0" fmla="*/ 6285 h 60878"/>
                <a:gd name="csX1" fmla="*/ 11044 w 40560"/>
                <a:gd name="csY1" fmla="*/ 12339 h 60878"/>
                <a:gd name="csX2" fmla="*/ 7979 w 40560"/>
                <a:gd name="csY2" fmla="*/ 30463 h 60878"/>
                <a:gd name="csX3" fmla="*/ 11044 w 40560"/>
                <a:gd name="csY3" fmla="*/ 48577 h 60878"/>
                <a:gd name="csX4" fmla="*/ 20280 w 40560"/>
                <a:gd name="csY4" fmla="*/ 54592 h 60878"/>
                <a:gd name="csX5" fmla="*/ 29517 w 40560"/>
                <a:gd name="csY5" fmla="*/ 48577 h 60878"/>
                <a:gd name="csX6" fmla="*/ 32622 w 40560"/>
                <a:gd name="csY6" fmla="*/ 30463 h 60878"/>
                <a:gd name="csX7" fmla="*/ 29517 w 40560"/>
                <a:gd name="csY7" fmla="*/ 12339 h 60878"/>
                <a:gd name="csX8" fmla="*/ 20280 w 40560"/>
                <a:gd name="csY8" fmla="*/ 6285 h 60878"/>
                <a:gd name="csX9" fmla="*/ 20280 w 40560"/>
                <a:gd name="csY9" fmla="*/ 0 h 60878"/>
                <a:gd name="csX10" fmla="*/ 35333 w 40560"/>
                <a:gd name="csY10" fmla="*/ 7818 h 60878"/>
                <a:gd name="csX11" fmla="*/ 40561 w 40560"/>
                <a:gd name="csY11" fmla="*/ 30463 h 60878"/>
                <a:gd name="csX12" fmla="*/ 35333 w 40560"/>
                <a:gd name="csY12" fmla="*/ 53098 h 60878"/>
                <a:gd name="csX13" fmla="*/ 20280 w 40560"/>
                <a:gd name="csY13" fmla="*/ 60879 h 60878"/>
                <a:gd name="csX14" fmla="*/ 5188 w 40560"/>
                <a:gd name="csY14" fmla="*/ 53098 h 60878"/>
                <a:gd name="csX15" fmla="*/ 0 w 40560"/>
                <a:gd name="csY15" fmla="*/ 30463 h 60878"/>
                <a:gd name="csX16" fmla="*/ 5188 w 40560"/>
                <a:gd name="csY16" fmla="*/ 7818 h 60878"/>
                <a:gd name="csX17" fmla="*/ 20280 w 40560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8">
                  <a:moveTo>
                    <a:pt x="20280" y="6285"/>
                  </a:moveTo>
                  <a:cubicBezTo>
                    <a:pt x="16193" y="6285"/>
                    <a:pt x="13114" y="8303"/>
                    <a:pt x="11044" y="12339"/>
                  </a:cubicBezTo>
                  <a:cubicBezTo>
                    <a:pt x="9001" y="16349"/>
                    <a:pt x="7979" y="22391"/>
                    <a:pt x="7979" y="30463"/>
                  </a:cubicBezTo>
                  <a:cubicBezTo>
                    <a:pt x="7979" y="38503"/>
                    <a:pt x="9001" y="44541"/>
                    <a:pt x="11044" y="48577"/>
                  </a:cubicBezTo>
                  <a:cubicBezTo>
                    <a:pt x="13114" y="52587"/>
                    <a:pt x="16193" y="54592"/>
                    <a:pt x="20280" y="54592"/>
                  </a:cubicBezTo>
                  <a:cubicBezTo>
                    <a:pt x="24394" y="54592"/>
                    <a:pt x="27473" y="52587"/>
                    <a:pt x="29517" y="48577"/>
                  </a:cubicBezTo>
                  <a:cubicBezTo>
                    <a:pt x="31587" y="44541"/>
                    <a:pt x="32622" y="38503"/>
                    <a:pt x="32622" y="30463"/>
                  </a:cubicBezTo>
                  <a:cubicBezTo>
                    <a:pt x="32622" y="22391"/>
                    <a:pt x="31587" y="16349"/>
                    <a:pt x="29517" y="12339"/>
                  </a:cubicBezTo>
                  <a:cubicBezTo>
                    <a:pt x="27473" y="8303"/>
                    <a:pt x="24394" y="6285"/>
                    <a:pt x="20280" y="6285"/>
                  </a:cubicBezTo>
                  <a:moveTo>
                    <a:pt x="20280" y="0"/>
                  </a:moveTo>
                  <a:cubicBezTo>
                    <a:pt x="26857" y="0"/>
                    <a:pt x="31875" y="2606"/>
                    <a:pt x="35333" y="7818"/>
                  </a:cubicBezTo>
                  <a:cubicBezTo>
                    <a:pt x="38818" y="13005"/>
                    <a:pt x="40561" y="20554"/>
                    <a:pt x="40561" y="30463"/>
                  </a:cubicBezTo>
                  <a:cubicBezTo>
                    <a:pt x="40561" y="40340"/>
                    <a:pt x="38818" y="47885"/>
                    <a:pt x="35333" y="53098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8" y="53098"/>
                  </a:cubicBezTo>
                  <a:cubicBezTo>
                    <a:pt x="1729" y="47885"/>
                    <a:pt x="0" y="40340"/>
                    <a:pt x="0" y="30463"/>
                  </a:cubicBezTo>
                  <a:cubicBezTo>
                    <a:pt x="0" y="20554"/>
                    <a:pt x="1729" y="13005"/>
                    <a:pt x="5188" y="7818"/>
                  </a:cubicBezTo>
                  <a:cubicBezTo>
                    <a:pt x="8673" y="2606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6" name="Freeform 3505">
              <a:extLst>
                <a:ext uri="{FF2B5EF4-FFF2-40B4-BE49-F238E27FC236}">
                  <a16:creationId xmlns:a16="http://schemas.microsoft.com/office/drawing/2014/main" id="{F1FB01B6-4BF6-724B-154E-4852256039C1}"/>
                </a:ext>
              </a:extLst>
            </p:cNvPr>
            <p:cNvSpPr/>
            <p:nvPr/>
          </p:nvSpPr>
          <p:spPr>
            <a:xfrm>
              <a:off x="6267546" y="2490378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" name="Freeform 3506">
              <a:extLst>
                <a:ext uri="{FF2B5EF4-FFF2-40B4-BE49-F238E27FC236}">
                  <a16:creationId xmlns:a16="http://schemas.microsoft.com/office/drawing/2014/main" id="{BF84631E-A038-5A20-F319-7D42FDC0955D}"/>
                </a:ext>
              </a:extLst>
            </p:cNvPr>
            <p:cNvSpPr/>
            <p:nvPr/>
          </p:nvSpPr>
          <p:spPr>
            <a:xfrm>
              <a:off x="6293368" y="2441679"/>
              <a:ext cx="34939" cy="58682"/>
            </a:xfrm>
            <a:custGeom>
              <a:avLst/>
              <a:gdLst>
                <a:gd name="csX0" fmla="*/ 1140 w 34939"/>
                <a:gd name="csY0" fmla="*/ 51998 h 58682"/>
                <a:gd name="csX1" fmla="*/ 14110 w 34939"/>
                <a:gd name="csY1" fmla="*/ 51998 h 58682"/>
                <a:gd name="csX2" fmla="*/ 14110 w 34939"/>
                <a:gd name="csY2" fmla="*/ 7232 h 58682"/>
                <a:gd name="csX3" fmla="*/ 0 w 34939"/>
                <a:gd name="csY3" fmla="*/ 10065 h 58682"/>
                <a:gd name="csX4" fmla="*/ 0 w 34939"/>
                <a:gd name="csY4" fmla="*/ 2830 h 58682"/>
                <a:gd name="csX5" fmla="*/ 14030 w 34939"/>
                <a:gd name="csY5" fmla="*/ 0 h 58682"/>
                <a:gd name="csX6" fmla="*/ 21970 w 34939"/>
                <a:gd name="csY6" fmla="*/ 0 h 58682"/>
                <a:gd name="csX7" fmla="*/ 21970 w 34939"/>
                <a:gd name="csY7" fmla="*/ 51998 h 58682"/>
                <a:gd name="csX8" fmla="*/ 34939 w 34939"/>
                <a:gd name="csY8" fmla="*/ 51998 h 58682"/>
                <a:gd name="csX9" fmla="*/ 34939 w 34939"/>
                <a:gd name="csY9" fmla="*/ 58682 h 58682"/>
                <a:gd name="csX10" fmla="*/ 1140 w 34939"/>
                <a:gd name="csY10" fmla="*/ 58682 h 58682"/>
                <a:gd name="csX11" fmla="*/ 1140 w 34939"/>
                <a:gd name="csY11" fmla="*/ 51998 h 58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939" h="58682">
                  <a:moveTo>
                    <a:pt x="1140" y="51998"/>
                  </a:moveTo>
                  <a:lnTo>
                    <a:pt x="14110" y="51998"/>
                  </a:lnTo>
                  <a:lnTo>
                    <a:pt x="14110" y="7232"/>
                  </a:lnTo>
                  <a:lnTo>
                    <a:pt x="0" y="10065"/>
                  </a:lnTo>
                  <a:lnTo>
                    <a:pt x="0" y="2830"/>
                  </a:lnTo>
                  <a:lnTo>
                    <a:pt x="14030" y="0"/>
                  </a:lnTo>
                  <a:lnTo>
                    <a:pt x="21970" y="0"/>
                  </a:lnTo>
                  <a:lnTo>
                    <a:pt x="21970" y="51998"/>
                  </a:lnTo>
                  <a:lnTo>
                    <a:pt x="34939" y="51998"/>
                  </a:lnTo>
                  <a:lnTo>
                    <a:pt x="34939" y="58682"/>
                  </a:lnTo>
                  <a:lnTo>
                    <a:pt x="1140" y="58682"/>
                  </a:lnTo>
                  <a:lnTo>
                    <a:pt x="1140" y="51998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8" name="Freeform 3507">
              <a:extLst>
                <a:ext uri="{FF2B5EF4-FFF2-40B4-BE49-F238E27FC236}">
                  <a16:creationId xmlns:a16="http://schemas.microsoft.com/office/drawing/2014/main" id="{2828BAB4-DDC7-5DCB-DE2E-145DB37E8CE4}"/>
                </a:ext>
              </a:extLst>
            </p:cNvPr>
            <p:cNvSpPr/>
            <p:nvPr/>
          </p:nvSpPr>
          <p:spPr>
            <a:xfrm>
              <a:off x="6213662" y="2139098"/>
              <a:ext cx="40560" cy="60878"/>
            </a:xfrm>
            <a:custGeom>
              <a:avLst/>
              <a:gdLst>
                <a:gd name="csX0" fmla="*/ 20280 w 40560"/>
                <a:gd name="csY0" fmla="*/ 6288 h 60878"/>
                <a:gd name="csX1" fmla="*/ 11044 w 40560"/>
                <a:gd name="csY1" fmla="*/ 12340 h 60878"/>
                <a:gd name="csX2" fmla="*/ 7979 w 40560"/>
                <a:gd name="csY2" fmla="*/ 30459 h 60878"/>
                <a:gd name="csX3" fmla="*/ 11044 w 40560"/>
                <a:gd name="csY3" fmla="*/ 48578 h 60878"/>
                <a:gd name="csX4" fmla="*/ 20280 w 40560"/>
                <a:gd name="csY4" fmla="*/ 54591 h 60878"/>
                <a:gd name="csX5" fmla="*/ 29517 w 40560"/>
                <a:gd name="csY5" fmla="*/ 48578 h 60878"/>
                <a:gd name="csX6" fmla="*/ 32622 w 40560"/>
                <a:gd name="csY6" fmla="*/ 30459 h 60878"/>
                <a:gd name="csX7" fmla="*/ 29517 w 40560"/>
                <a:gd name="csY7" fmla="*/ 12340 h 60878"/>
                <a:gd name="csX8" fmla="*/ 20280 w 40560"/>
                <a:gd name="csY8" fmla="*/ 6288 h 60878"/>
                <a:gd name="csX9" fmla="*/ 20280 w 40560"/>
                <a:gd name="csY9" fmla="*/ 0 h 60878"/>
                <a:gd name="csX10" fmla="*/ 35333 w 40560"/>
                <a:gd name="csY10" fmla="*/ 7821 h 60878"/>
                <a:gd name="csX11" fmla="*/ 40561 w 40560"/>
                <a:gd name="csY11" fmla="*/ 30459 h 60878"/>
                <a:gd name="csX12" fmla="*/ 35333 w 40560"/>
                <a:gd name="csY12" fmla="*/ 53097 h 60878"/>
                <a:gd name="csX13" fmla="*/ 20280 w 40560"/>
                <a:gd name="csY13" fmla="*/ 60879 h 60878"/>
                <a:gd name="csX14" fmla="*/ 5189 w 40560"/>
                <a:gd name="csY14" fmla="*/ 53097 h 60878"/>
                <a:gd name="csX15" fmla="*/ 0 w 40560"/>
                <a:gd name="csY15" fmla="*/ 30459 h 60878"/>
                <a:gd name="csX16" fmla="*/ 5189 w 40560"/>
                <a:gd name="csY16" fmla="*/ 7821 h 60878"/>
                <a:gd name="csX17" fmla="*/ 20280 w 40560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8">
                  <a:moveTo>
                    <a:pt x="20280" y="6288"/>
                  </a:moveTo>
                  <a:cubicBezTo>
                    <a:pt x="16193" y="6288"/>
                    <a:pt x="13114" y="8305"/>
                    <a:pt x="11044" y="12340"/>
                  </a:cubicBezTo>
                  <a:cubicBezTo>
                    <a:pt x="9001" y="16349"/>
                    <a:pt x="7979" y="22389"/>
                    <a:pt x="7979" y="30459"/>
                  </a:cubicBezTo>
                  <a:cubicBezTo>
                    <a:pt x="7979" y="38503"/>
                    <a:pt x="9001" y="44542"/>
                    <a:pt x="11044" y="48578"/>
                  </a:cubicBezTo>
                  <a:cubicBezTo>
                    <a:pt x="13114" y="52587"/>
                    <a:pt x="16193" y="54591"/>
                    <a:pt x="20280" y="54591"/>
                  </a:cubicBezTo>
                  <a:cubicBezTo>
                    <a:pt x="24394" y="54591"/>
                    <a:pt x="27473" y="52587"/>
                    <a:pt x="29517" y="48578"/>
                  </a:cubicBezTo>
                  <a:cubicBezTo>
                    <a:pt x="31587" y="44542"/>
                    <a:pt x="32622" y="38503"/>
                    <a:pt x="32622" y="30459"/>
                  </a:cubicBezTo>
                  <a:cubicBezTo>
                    <a:pt x="32622" y="22389"/>
                    <a:pt x="31587" y="16349"/>
                    <a:pt x="29517" y="12340"/>
                  </a:cubicBezTo>
                  <a:cubicBezTo>
                    <a:pt x="27473" y="8305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1"/>
                  </a:cubicBezTo>
                  <a:cubicBezTo>
                    <a:pt x="38818" y="13009"/>
                    <a:pt x="40561" y="20555"/>
                    <a:pt x="40561" y="30459"/>
                  </a:cubicBezTo>
                  <a:cubicBezTo>
                    <a:pt x="40561" y="40337"/>
                    <a:pt x="38818" y="47883"/>
                    <a:pt x="35333" y="53097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9" y="53097"/>
                  </a:cubicBezTo>
                  <a:cubicBezTo>
                    <a:pt x="1730" y="47883"/>
                    <a:pt x="0" y="40337"/>
                    <a:pt x="0" y="30459"/>
                  </a:cubicBezTo>
                  <a:cubicBezTo>
                    <a:pt x="0" y="20555"/>
                    <a:pt x="1730" y="13009"/>
                    <a:pt x="5189" y="7821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9" name="Freeform 3508">
              <a:extLst>
                <a:ext uri="{FF2B5EF4-FFF2-40B4-BE49-F238E27FC236}">
                  <a16:creationId xmlns:a16="http://schemas.microsoft.com/office/drawing/2014/main" id="{47F84CE7-03A8-5B42-840B-3743DAA40AEF}"/>
                </a:ext>
              </a:extLst>
            </p:cNvPr>
            <p:cNvSpPr/>
            <p:nvPr/>
          </p:nvSpPr>
          <p:spPr>
            <a:xfrm>
              <a:off x="6268175" y="2188855"/>
              <a:ext cx="8293" cy="9982"/>
            </a:xfrm>
            <a:custGeom>
              <a:avLst/>
              <a:gdLst>
                <a:gd name="csX0" fmla="*/ 0 w 8293"/>
                <a:gd name="csY0" fmla="*/ 0 h 9982"/>
                <a:gd name="csX1" fmla="*/ 8293 w 8293"/>
                <a:gd name="csY1" fmla="*/ 0 h 9982"/>
                <a:gd name="csX2" fmla="*/ 8293 w 8293"/>
                <a:gd name="csY2" fmla="*/ 9983 h 9982"/>
                <a:gd name="csX3" fmla="*/ 0 w 8293"/>
                <a:gd name="csY3" fmla="*/ 9983 h 9982"/>
                <a:gd name="csX4" fmla="*/ 0 w 8293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2">
                  <a:moveTo>
                    <a:pt x="0" y="0"/>
                  </a:moveTo>
                  <a:lnTo>
                    <a:pt x="8293" y="0"/>
                  </a:lnTo>
                  <a:lnTo>
                    <a:pt x="8293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0" name="Freeform 3509">
              <a:extLst>
                <a:ext uri="{FF2B5EF4-FFF2-40B4-BE49-F238E27FC236}">
                  <a16:creationId xmlns:a16="http://schemas.microsoft.com/office/drawing/2014/main" id="{F5443D04-AAE2-08D8-897E-81BCE6E915BB}"/>
                </a:ext>
              </a:extLst>
            </p:cNvPr>
            <p:cNvSpPr/>
            <p:nvPr/>
          </p:nvSpPr>
          <p:spPr>
            <a:xfrm>
              <a:off x="6291049" y="2139098"/>
              <a:ext cx="37258" cy="59739"/>
            </a:xfrm>
            <a:custGeom>
              <a:avLst/>
              <a:gdLst>
                <a:gd name="csX0" fmla="*/ 9550 w 37258"/>
                <a:gd name="csY0" fmla="*/ 53058 h 59739"/>
                <a:gd name="csX1" fmla="*/ 37258 w 37258"/>
                <a:gd name="csY1" fmla="*/ 53058 h 59739"/>
                <a:gd name="csX2" fmla="*/ 37258 w 37258"/>
                <a:gd name="csY2" fmla="*/ 59739 h 59739"/>
                <a:gd name="csX3" fmla="*/ 0 w 37258"/>
                <a:gd name="csY3" fmla="*/ 59739 h 59739"/>
                <a:gd name="csX4" fmla="*/ 0 w 37258"/>
                <a:gd name="csY4" fmla="*/ 53058 h 59739"/>
                <a:gd name="csX5" fmla="*/ 12301 w 37258"/>
                <a:gd name="csY5" fmla="*/ 40520 h 59739"/>
                <a:gd name="csX6" fmla="*/ 22127 w 37258"/>
                <a:gd name="csY6" fmla="*/ 30341 h 59739"/>
                <a:gd name="csX7" fmla="*/ 27433 w 37258"/>
                <a:gd name="csY7" fmla="*/ 23110 h 59739"/>
                <a:gd name="csX8" fmla="*/ 28966 w 37258"/>
                <a:gd name="csY8" fmla="*/ 17253 h 59739"/>
                <a:gd name="csX9" fmla="*/ 25664 w 37258"/>
                <a:gd name="csY9" fmla="*/ 9628 h 59739"/>
                <a:gd name="csX10" fmla="*/ 17136 w 37258"/>
                <a:gd name="csY10" fmla="*/ 6681 h 59739"/>
                <a:gd name="csX11" fmla="*/ 9235 w 37258"/>
                <a:gd name="csY11" fmla="*/ 7978 h 59739"/>
                <a:gd name="csX12" fmla="*/ 393 w 37258"/>
                <a:gd name="csY12" fmla="*/ 11908 h 59739"/>
                <a:gd name="csX13" fmla="*/ 393 w 37258"/>
                <a:gd name="csY13" fmla="*/ 3891 h 59739"/>
                <a:gd name="csX14" fmla="*/ 9354 w 37258"/>
                <a:gd name="csY14" fmla="*/ 982 h 59739"/>
                <a:gd name="csX15" fmla="*/ 16979 w 37258"/>
                <a:gd name="csY15" fmla="*/ 0 h 59739"/>
                <a:gd name="csX16" fmla="*/ 31520 w 37258"/>
                <a:gd name="csY16" fmla="*/ 4559 h 59739"/>
                <a:gd name="csX17" fmla="*/ 36944 w 37258"/>
                <a:gd name="csY17" fmla="*/ 16742 h 59739"/>
                <a:gd name="csX18" fmla="*/ 35568 w 37258"/>
                <a:gd name="csY18" fmla="*/ 23620 h 59739"/>
                <a:gd name="csX19" fmla="*/ 30656 w 37258"/>
                <a:gd name="csY19" fmla="*/ 31245 h 59739"/>
                <a:gd name="csX20" fmla="*/ 24407 w 37258"/>
                <a:gd name="csY20" fmla="*/ 37848 h 59739"/>
                <a:gd name="csX21" fmla="*/ 9550 w 37258"/>
                <a:gd name="csY21" fmla="*/ 53058 h 597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39">
                  <a:moveTo>
                    <a:pt x="9550" y="53058"/>
                  </a:moveTo>
                  <a:lnTo>
                    <a:pt x="37258" y="53058"/>
                  </a:lnTo>
                  <a:lnTo>
                    <a:pt x="37258" y="59739"/>
                  </a:lnTo>
                  <a:lnTo>
                    <a:pt x="0" y="59739"/>
                  </a:lnTo>
                  <a:lnTo>
                    <a:pt x="0" y="53058"/>
                  </a:lnTo>
                  <a:cubicBezTo>
                    <a:pt x="3013" y="49940"/>
                    <a:pt x="7113" y="45760"/>
                    <a:pt x="12301" y="40520"/>
                  </a:cubicBezTo>
                  <a:cubicBezTo>
                    <a:pt x="17515" y="35254"/>
                    <a:pt x="20790" y="31861"/>
                    <a:pt x="22127" y="30341"/>
                  </a:cubicBezTo>
                  <a:cubicBezTo>
                    <a:pt x="24669" y="27485"/>
                    <a:pt x="26437" y="25075"/>
                    <a:pt x="27433" y="23110"/>
                  </a:cubicBezTo>
                  <a:cubicBezTo>
                    <a:pt x="28455" y="21118"/>
                    <a:pt x="28966" y="19166"/>
                    <a:pt x="28966" y="17253"/>
                  </a:cubicBezTo>
                  <a:cubicBezTo>
                    <a:pt x="28966" y="14135"/>
                    <a:pt x="27865" y="11593"/>
                    <a:pt x="25664" y="9628"/>
                  </a:cubicBezTo>
                  <a:cubicBezTo>
                    <a:pt x="23490" y="7663"/>
                    <a:pt x="20647" y="6681"/>
                    <a:pt x="17136" y="6681"/>
                  </a:cubicBezTo>
                  <a:cubicBezTo>
                    <a:pt x="14646" y="6681"/>
                    <a:pt x="12013" y="7113"/>
                    <a:pt x="9235" y="7978"/>
                  </a:cubicBezTo>
                  <a:cubicBezTo>
                    <a:pt x="6485" y="8843"/>
                    <a:pt x="3537" y="10153"/>
                    <a:pt x="393" y="11908"/>
                  </a:cubicBezTo>
                  <a:lnTo>
                    <a:pt x="393" y="3891"/>
                  </a:lnTo>
                  <a:cubicBezTo>
                    <a:pt x="3589" y="2607"/>
                    <a:pt x="6576" y="1637"/>
                    <a:pt x="9354" y="982"/>
                  </a:cubicBezTo>
                  <a:cubicBezTo>
                    <a:pt x="12131" y="327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59"/>
                  </a:cubicBezTo>
                  <a:cubicBezTo>
                    <a:pt x="35136" y="7598"/>
                    <a:pt x="36944" y="11659"/>
                    <a:pt x="36944" y="16742"/>
                  </a:cubicBezTo>
                  <a:cubicBezTo>
                    <a:pt x="36944" y="19153"/>
                    <a:pt x="36485" y="21445"/>
                    <a:pt x="35568" y="23620"/>
                  </a:cubicBezTo>
                  <a:cubicBezTo>
                    <a:pt x="34677" y="25769"/>
                    <a:pt x="33040" y="28310"/>
                    <a:pt x="30656" y="31245"/>
                  </a:cubicBezTo>
                  <a:cubicBezTo>
                    <a:pt x="30001" y="32005"/>
                    <a:pt x="27918" y="34206"/>
                    <a:pt x="24407" y="37848"/>
                  </a:cubicBezTo>
                  <a:cubicBezTo>
                    <a:pt x="20896" y="41464"/>
                    <a:pt x="15944" y="46534"/>
                    <a:pt x="9550" y="530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1" name="Freeform 3510">
              <a:extLst>
                <a:ext uri="{FF2B5EF4-FFF2-40B4-BE49-F238E27FC236}">
                  <a16:creationId xmlns:a16="http://schemas.microsoft.com/office/drawing/2014/main" id="{24185DDF-1D5F-96A5-D233-A53153B8CAF1}"/>
                </a:ext>
              </a:extLst>
            </p:cNvPr>
            <p:cNvSpPr/>
            <p:nvPr/>
          </p:nvSpPr>
          <p:spPr>
            <a:xfrm>
              <a:off x="6212052" y="1837578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0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0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7 h 60879"/>
                <a:gd name="csX13" fmla="*/ 20279 w 40559"/>
                <a:gd name="csY13" fmla="*/ 60879 h 60879"/>
                <a:gd name="csX14" fmla="*/ 5188 w 40559"/>
                <a:gd name="csY14" fmla="*/ 53097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5"/>
                    <a:pt x="11044" y="12340"/>
                  </a:cubicBezTo>
                  <a:cubicBezTo>
                    <a:pt x="9000" y="16349"/>
                    <a:pt x="7978" y="22389"/>
                    <a:pt x="7978" y="30459"/>
                  </a:cubicBezTo>
                  <a:cubicBezTo>
                    <a:pt x="7978" y="38503"/>
                    <a:pt x="9000" y="44542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2"/>
                    <a:pt x="32621" y="38503"/>
                    <a:pt x="32621" y="30459"/>
                  </a:cubicBezTo>
                  <a:cubicBezTo>
                    <a:pt x="32621" y="22389"/>
                    <a:pt x="31586" y="16349"/>
                    <a:pt x="29516" y="12340"/>
                  </a:cubicBezTo>
                  <a:cubicBezTo>
                    <a:pt x="27472" y="8305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2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2" name="Freeform 3511">
              <a:extLst>
                <a:ext uri="{FF2B5EF4-FFF2-40B4-BE49-F238E27FC236}">
                  <a16:creationId xmlns:a16="http://schemas.microsoft.com/office/drawing/2014/main" id="{98156A9F-FED9-7C5A-A588-DB4779C961AD}"/>
                </a:ext>
              </a:extLst>
            </p:cNvPr>
            <p:cNvSpPr/>
            <p:nvPr/>
          </p:nvSpPr>
          <p:spPr>
            <a:xfrm>
              <a:off x="6266564" y="1887334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3" name="Freeform 3512">
              <a:extLst>
                <a:ext uri="{FF2B5EF4-FFF2-40B4-BE49-F238E27FC236}">
                  <a16:creationId xmlns:a16="http://schemas.microsoft.com/office/drawing/2014/main" id="{1EF7CB12-23A0-746B-7F0A-BBA3BB27351F}"/>
                </a:ext>
              </a:extLst>
            </p:cNvPr>
            <p:cNvSpPr/>
            <p:nvPr/>
          </p:nvSpPr>
          <p:spPr>
            <a:xfrm>
              <a:off x="6289674" y="1837578"/>
              <a:ext cx="38633" cy="60879"/>
            </a:xfrm>
            <a:custGeom>
              <a:avLst/>
              <a:gdLst>
                <a:gd name="csX0" fmla="*/ 26530 w 38633"/>
                <a:gd name="csY0" fmla="*/ 28101 h 60879"/>
                <a:gd name="csX1" fmla="*/ 35412 w 38633"/>
                <a:gd name="csY1" fmla="*/ 33171 h 60879"/>
                <a:gd name="csX2" fmla="*/ 38634 w 38633"/>
                <a:gd name="csY2" fmla="*/ 42682 h 60879"/>
                <a:gd name="csX3" fmla="*/ 32660 w 38633"/>
                <a:gd name="csY3" fmla="*/ 56124 h 60879"/>
                <a:gd name="csX4" fmla="*/ 15682 w 38633"/>
                <a:gd name="csY4" fmla="*/ 60879 h 60879"/>
                <a:gd name="csX5" fmla="*/ 8057 w 38633"/>
                <a:gd name="csY5" fmla="*/ 60132 h 60879"/>
                <a:gd name="csX6" fmla="*/ 0 w 38633"/>
                <a:gd name="csY6" fmla="*/ 57970 h 60879"/>
                <a:gd name="csX7" fmla="*/ 0 w 38633"/>
                <a:gd name="csY7" fmla="*/ 50307 h 60879"/>
                <a:gd name="csX8" fmla="*/ 7232 w 38633"/>
                <a:gd name="csY8" fmla="*/ 53215 h 60879"/>
                <a:gd name="csX9" fmla="*/ 15446 w 38633"/>
                <a:gd name="csY9" fmla="*/ 54198 h 60879"/>
                <a:gd name="csX10" fmla="*/ 26804 w 38633"/>
                <a:gd name="csY10" fmla="*/ 51250 h 60879"/>
                <a:gd name="csX11" fmla="*/ 30734 w 38633"/>
                <a:gd name="csY11" fmla="*/ 42682 h 60879"/>
                <a:gd name="csX12" fmla="*/ 27080 w 38633"/>
                <a:gd name="csY12" fmla="*/ 34586 h 60879"/>
                <a:gd name="csX13" fmla="*/ 16979 w 38633"/>
                <a:gd name="csY13" fmla="*/ 31638 h 60879"/>
                <a:gd name="csX14" fmla="*/ 10140 w 38633"/>
                <a:gd name="csY14" fmla="*/ 31638 h 60879"/>
                <a:gd name="csX15" fmla="*/ 10140 w 38633"/>
                <a:gd name="csY15" fmla="*/ 25114 h 60879"/>
                <a:gd name="csX16" fmla="*/ 17293 w 38633"/>
                <a:gd name="csY16" fmla="*/ 25114 h 60879"/>
                <a:gd name="csX17" fmla="*/ 26254 w 38633"/>
                <a:gd name="csY17" fmla="*/ 22795 h 60879"/>
                <a:gd name="csX18" fmla="*/ 29359 w 38633"/>
                <a:gd name="csY18" fmla="*/ 16035 h 60879"/>
                <a:gd name="csX19" fmla="*/ 26136 w 38633"/>
                <a:gd name="csY19" fmla="*/ 9118 h 60879"/>
                <a:gd name="csX20" fmla="*/ 16979 w 38633"/>
                <a:gd name="csY20" fmla="*/ 6681 h 60879"/>
                <a:gd name="csX21" fmla="*/ 9983 w 38633"/>
                <a:gd name="csY21" fmla="*/ 7388 h 60879"/>
                <a:gd name="csX22" fmla="*/ 1769 w 38633"/>
                <a:gd name="csY22" fmla="*/ 9590 h 60879"/>
                <a:gd name="csX23" fmla="*/ 1769 w 38633"/>
                <a:gd name="csY23" fmla="*/ 2515 h 60879"/>
                <a:gd name="csX24" fmla="*/ 10218 w 38633"/>
                <a:gd name="csY24" fmla="*/ 629 h 60879"/>
                <a:gd name="csX25" fmla="*/ 17686 w 38633"/>
                <a:gd name="csY25" fmla="*/ 0 h 60879"/>
                <a:gd name="csX26" fmla="*/ 31992 w 38633"/>
                <a:gd name="csY26" fmla="*/ 4126 h 60879"/>
                <a:gd name="csX27" fmla="*/ 37258 w 38633"/>
                <a:gd name="csY27" fmla="*/ 15210 h 60879"/>
                <a:gd name="csX28" fmla="*/ 34468 w 38633"/>
                <a:gd name="csY28" fmla="*/ 23464 h 60879"/>
                <a:gd name="csX29" fmla="*/ 26530 w 38633"/>
                <a:gd name="csY29" fmla="*/ 28101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9">
                  <a:moveTo>
                    <a:pt x="26530" y="28101"/>
                  </a:moveTo>
                  <a:cubicBezTo>
                    <a:pt x="30328" y="28913"/>
                    <a:pt x="33289" y="30603"/>
                    <a:pt x="35412" y="33171"/>
                  </a:cubicBezTo>
                  <a:cubicBezTo>
                    <a:pt x="37560" y="35739"/>
                    <a:pt x="38634" y="38909"/>
                    <a:pt x="38634" y="42682"/>
                  </a:cubicBezTo>
                  <a:cubicBezTo>
                    <a:pt x="38634" y="48473"/>
                    <a:pt x="36643" y="52953"/>
                    <a:pt x="32660" y="56124"/>
                  </a:cubicBezTo>
                  <a:cubicBezTo>
                    <a:pt x="28678" y="59294"/>
                    <a:pt x="23018" y="60879"/>
                    <a:pt x="15682" y="60879"/>
                  </a:cubicBezTo>
                  <a:cubicBezTo>
                    <a:pt x="13219" y="60879"/>
                    <a:pt x="10677" y="60630"/>
                    <a:pt x="8057" y="60132"/>
                  </a:cubicBezTo>
                  <a:cubicBezTo>
                    <a:pt x="5463" y="59660"/>
                    <a:pt x="2777" y="58940"/>
                    <a:pt x="0" y="57970"/>
                  </a:cubicBezTo>
                  <a:lnTo>
                    <a:pt x="0" y="50307"/>
                  </a:lnTo>
                  <a:cubicBezTo>
                    <a:pt x="2201" y="51591"/>
                    <a:pt x="4612" y="52560"/>
                    <a:pt x="7232" y="53215"/>
                  </a:cubicBezTo>
                  <a:cubicBezTo>
                    <a:pt x="9852" y="53871"/>
                    <a:pt x="12590" y="54198"/>
                    <a:pt x="15446" y="54198"/>
                  </a:cubicBezTo>
                  <a:cubicBezTo>
                    <a:pt x="20424" y="54198"/>
                    <a:pt x="24210" y="53215"/>
                    <a:pt x="26804" y="51250"/>
                  </a:cubicBezTo>
                  <a:cubicBezTo>
                    <a:pt x="29424" y="49285"/>
                    <a:pt x="30734" y="46429"/>
                    <a:pt x="30734" y="42682"/>
                  </a:cubicBezTo>
                  <a:cubicBezTo>
                    <a:pt x="30734" y="39223"/>
                    <a:pt x="29516" y="36525"/>
                    <a:pt x="27080" y="34586"/>
                  </a:cubicBezTo>
                  <a:cubicBezTo>
                    <a:pt x="24669" y="32621"/>
                    <a:pt x="21302" y="31638"/>
                    <a:pt x="16979" y="31638"/>
                  </a:cubicBezTo>
                  <a:lnTo>
                    <a:pt x="10140" y="31638"/>
                  </a:lnTo>
                  <a:lnTo>
                    <a:pt x="10140" y="25114"/>
                  </a:lnTo>
                  <a:lnTo>
                    <a:pt x="17293" y="25114"/>
                  </a:lnTo>
                  <a:cubicBezTo>
                    <a:pt x="21197" y="25114"/>
                    <a:pt x="24184" y="24341"/>
                    <a:pt x="26254" y="22795"/>
                  </a:cubicBezTo>
                  <a:cubicBezTo>
                    <a:pt x="28324" y="21223"/>
                    <a:pt x="29359" y="18969"/>
                    <a:pt x="29359" y="16035"/>
                  </a:cubicBezTo>
                  <a:cubicBezTo>
                    <a:pt x="29359" y="13022"/>
                    <a:pt x="28284" y="10716"/>
                    <a:pt x="26136" y="9118"/>
                  </a:cubicBezTo>
                  <a:cubicBezTo>
                    <a:pt x="24013" y="7493"/>
                    <a:pt x="20961" y="6681"/>
                    <a:pt x="16979" y="6681"/>
                  </a:cubicBezTo>
                  <a:cubicBezTo>
                    <a:pt x="14804" y="6681"/>
                    <a:pt x="12472" y="6917"/>
                    <a:pt x="9983" y="7388"/>
                  </a:cubicBezTo>
                  <a:cubicBezTo>
                    <a:pt x="7494" y="7860"/>
                    <a:pt x="4756" y="8594"/>
                    <a:pt x="1769" y="9590"/>
                  </a:cubicBezTo>
                  <a:lnTo>
                    <a:pt x="1769" y="2515"/>
                  </a:lnTo>
                  <a:cubicBezTo>
                    <a:pt x="4782" y="1677"/>
                    <a:pt x="7598" y="1048"/>
                    <a:pt x="10218" y="629"/>
                  </a:cubicBezTo>
                  <a:cubicBezTo>
                    <a:pt x="12865" y="210"/>
                    <a:pt x="15354" y="0"/>
                    <a:pt x="17686" y="0"/>
                  </a:cubicBezTo>
                  <a:cubicBezTo>
                    <a:pt x="23712" y="0"/>
                    <a:pt x="28481" y="1375"/>
                    <a:pt x="31992" y="4126"/>
                  </a:cubicBezTo>
                  <a:cubicBezTo>
                    <a:pt x="35503" y="6851"/>
                    <a:pt x="37258" y="10546"/>
                    <a:pt x="37258" y="15210"/>
                  </a:cubicBezTo>
                  <a:cubicBezTo>
                    <a:pt x="37258" y="18459"/>
                    <a:pt x="36328" y="21210"/>
                    <a:pt x="34468" y="23464"/>
                  </a:cubicBezTo>
                  <a:cubicBezTo>
                    <a:pt x="32608" y="25691"/>
                    <a:pt x="29962" y="27237"/>
                    <a:pt x="26530" y="2810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4" name="Freeform 3513">
              <a:extLst>
                <a:ext uri="{FF2B5EF4-FFF2-40B4-BE49-F238E27FC236}">
                  <a16:creationId xmlns:a16="http://schemas.microsoft.com/office/drawing/2014/main" id="{A66FEB62-2171-E1ED-4B79-E734879DB887}"/>
                </a:ext>
              </a:extLst>
            </p:cNvPr>
            <p:cNvSpPr/>
            <p:nvPr/>
          </p:nvSpPr>
          <p:spPr>
            <a:xfrm>
              <a:off x="6210126" y="1536057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1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1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7 h 60879"/>
                <a:gd name="csX13" fmla="*/ 20279 w 40559"/>
                <a:gd name="csY13" fmla="*/ 60879 h 60879"/>
                <a:gd name="csX14" fmla="*/ 5188 w 40559"/>
                <a:gd name="csY14" fmla="*/ 53097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6"/>
                    <a:pt x="11044" y="12341"/>
                  </a:cubicBezTo>
                  <a:cubicBezTo>
                    <a:pt x="9000" y="16350"/>
                    <a:pt x="7978" y="22389"/>
                    <a:pt x="7978" y="30459"/>
                  </a:cubicBezTo>
                  <a:cubicBezTo>
                    <a:pt x="7978" y="38503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3"/>
                    <a:pt x="32621" y="30459"/>
                  </a:cubicBezTo>
                  <a:cubicBezTo>
                    <a:pt x="32621" y="22389"/>
                    <a:pt x="31586" y="16350"/>
                    <a:pt x="29516" y="12341"/>
                  </a:cubicBezTo>
                  <a:cubicBezTo>
                    <a:pt x="27472" y="8306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5" name="Freeform 3514">
              <a:extLst>
                <a:ext uri="{FF2B5EF4-FFF2-40B4-BE49-F238E27FC236}">
                  <a16:creationId xmlns:a16="http://schemas.microsoft.com/office/drawing/2014/main" id="{99CF3AC4-B229-315F-C421-BE503CF25C7A}"/>
                </a:ext>
              </a:extLst>
            </p:cNvPr>
            <p:cNvSpPr/>
            <p:nvPr/>
          </p:nvSpPr>
          <p:spPr>
            <a:xfrm>
              <a:off x="6264638" y="1585814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" name="Freeform 3515">
              <a:extLst>
                <a:ext uri="{FF2B5EF4-FFF2-40B4-BE49-F238E27FC236}">
                  <a16:creationId xmlns:a16="http://schemas.microsoft.com/office/drawing/2014/main" id="{3AF0AC98-8FA6-19D9-7567-0DB136F24094}"/>
                </a:ext>
              </a:extLst>
            </p:cNvPr>
            <p:cNvSpPr/>
            <p:nvPr/>
          </p:nvSpPr>
          <p:spPr>
            <a:xfrm>
              <a:off x="6285546" y="1537118"/>
              <a:ext cx="42761" cy="58678"/>
            </a:xfrm>
            <a:custGeom>
              <a:avLst/>
              <a:gdLst>
                <a:gd name="csX0" fmla="*/ 26491 w 42761"/>
                <a:gd name="csY0" fmla="*/ 6917 h 58678"/>
                <a:gd name="csX1" fmla="*/ 6446 w 42761"/>
                <a:gd name="csY1" fmla="*/ 38242 h 58678"/>
                <a:gd name="csX2" fmla="*/ 26491 w 42761"/>
                <a:gd name="csY2" fmla="*/ 38242 h 58678"/>
                <a:gd name="csX3" fmla="*/ 26491 w 42761"/>
                <a:gd name="csY3" fmla="*/ 6917 h 58678"/>
                <a:gd name="csX4" fmla="*/ 24408 w 42761"/>
                <a:gd name="csY4" fmla="*/ 0 h 58678"/>
                <a:gd name="csX5" fmla="*/ 34390 w 42761"/>
                <a:gd name="csY5" fmla="*/ 0 h 58678"/>
                <a:gd name="csX6" fmla="*/ 34390 w 42761"/>
                <a:gd name="csY6" fmla="*/ 38242 h 58678"/>
                <a:gd name="csX7" fmla="*/ 42761 w 42761"/>
                <a:gd name="csY7" fmla="*/ 38242 h 58678"/>
                <a:gd name="csX8" fmla="*/ 42761 w 42761"/>
                <a:gd name="csY8" fmla="*/ 44844 h 58678"/>
                <a:gd name="csX9" fmla="*/ 34390 w 42761"/>
                <a:gd name="csY9" fmla="*/ 44844 h 58678"/>
                <a:gd name="csX10" fmla="*/ 34390 w 42761"/>
                <a:gd name="csY10" fmla="*/ 58678 h 58678"/>
                <a:gd name="csX11" fmla="*/ 26491 w 42761"/>
                <a:gd name="csY11" fmla="*/ 58678 h 58678"/>
                <a:gd name="csX12" fmla="*/ 26491 w 42761"/>
                <a:gd name="csY12" fmla="*/ 44844 h 58678"/>
                <a:gd name="csX13" fmla="*/ 0 w 42761"/>
                <a:gd name="csY13" fmla="*/ 44844 h 58678"/>
                <a:gd name="csX14" fmla="*/ 0 w 42761"/>
                <a:gd name="csY14" fmla="*/ 37180 h 58678"/>
                <a:gd name="csX15" fmla="*/ 24408 w 42761"/>
                <a:gd name="csY15" fmla="*/ 0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761" h="58678">
                  <a:moveTo>
                    <a:pt x="26491" y="6917"/>
                  </a:moveTo>
                  <a:lnTo>
                    <a:pt x="6446" y="38242"/>
                  </a:lnTo>
                  <a:lnTo>
                    <a:pt x="26491" y="38242"/>
                  </a:lnTo>
                  <a:lnTo>
                    <a:pt x="26491" y="6917"/>
                  </a:lnTo>
                  <a:moveTo>
                    <a:pt x="24408" y="0"/>
                  </a:moveTo>
                  <a:lnTo>
                    <a:pt x="34390" y="0"/>
                  </a:lnTo>
                  <a:lnTo>
                    <a:pt x="34390" y="38242"/>
                  </a:lnTo>
                  <a:lnTo>
                    <a:pt x="42761" y="38242"/>
                  </a:lnTo>
                  <a:lnTo>
                    <a:pt x="42761" y="44844"/>
                  </a:lnTo>
                  <a:lnTo>
                    <a:pt x="34390" y="44844"/>
                  </a:lnTo>
                  <a:lnTo>
                    <a:pt x="34390" y="58678"/>
                  </a:lnTo>
                  <a:lnTo>
                    <a:pt x="26491" y="58678"/>
                  </a:lnTo>
                  <a:lnTo>
                    <a:pt x="26491" y="44844"/>
                  </a:lnTo>
                  <a:lnTo>
                    <a:pt x="0" y="44844"/>
                  </a:lnTo>
                  <a:lnTo>
                    <a:pt x="0" y="37180"/>
                  </a:lnTo>
                  <a:lnTo>
                    <a:pt x="24408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7" name="Freeform 3516">
              <a:extLst>
                <a:ext uri="{FF2B5EF4-FFF2-40B4-BE49-F238E27FC236}">
                  <a16:creationId xmlns:a16="http://schemas.microsoft.com/office/drawing/2014/main" id="{FA843FC7-BC68-FBEE-E730-7843E5EC247A}"/>
                </a:ext>
              </a:extLst>
            </p:cNvPr>
            <p:cNvSpPr/>
            <p:nvPr/>
          </p:nvSpPr>
          <p:spPr>
            <a:xfrm>
              <a:off x="6103571" y="2279025"/>
              <a:ext cx="42177" cy="76264"/>
            </a:xfrm>
            <a:custGeom>
              <a:avLst/>
              <a:gdLst>
                <a:gd name="csX0" fmla="*/ 27815 w 42177"/>
                <a:gd name="csY0" fmla="*/ 0 h 76264"/>
                <a:gd name="csX1" fmla="*/ 29588 w 42177"/>
                <a:gd name="csY1" fmla="*/ 409 h 76264"/>
                <a:gd name="csX2" fmla="*/ 33178 w 42177"/>
                <a:gd name="csY2" fmla="*/ 1818 h 76264"/>
                <a:gd name="csX3" fmla="*/ 37360 w 42177"/>
                <a:gd name="csY3" fmla="*/ 4136 h 76264"/>
                <a:gd name="csX4" fmla="*/ 40768 w 42177"/>
                <a:gd name="csY4" fmla="*/ 7636 h 76264"/>
                <a:gd name="csX5" fmla="*/ 42177 w 42177"/>
                <a:gd name="csY5" fmla="*/ 12226 h 76264"/>
                <a:gd name="csX6" fmla="*/ 39996 w 42177"/>
                <a:gd name="csY6" fmla="*/ 17680 h 76264"/>
                <a:gd name="csX7" fmla="*/ 34542 w 42177"/>
                <a:gd name="csY7" fmla="*/ 19861 h 76264"/>
                <a:gd name="csX8" fmla="*/ 29406 w 42177"/>
                <a:gd name="csY8" fmla="*/ 18634 h 76264"/>
                <a:gd name="csX9" fmla="*/ 8545 w 42177"/>
                <a:gd name="csY9" fmla="*/ 12862 h 76264"/>
                <a:gd name="csX10" fmla="*/ 2045 w 42177"/>
                <a:gd name="csY10" fmla="*/ 17907 h 76264"/>
                <a:gd name="csX11" fmla="*/ 3227 w 42177"/>
                <a:gd name="csY11" fmla="*/ 23361 h 76264"/>
                <a:gd name="csX12" fmla="*/ 6045 w 42177"/>
                <a:gd name="csY12" fmla="*/ 27634 h 76264"/>
                <a:gd name="csX13" fmla="*/ 9544 w 42177"/>
                <a:gd name="csY13" fmla="*/ 30633 h 76264"/>
                <a:gd name="csX14" fmla="*/ 12635 w 42177"/>
                <a:gd name="csY14" fmla="*/ 32542 h 76264"/>
                <a:gd name="csX15" fmla="*/ 14408 w 42177"/>
                <a:gd name="csY15" fmla="*/ 33224 h 76264"/>
                <a:gd name="csX16" fmla="*/ 36860 w 42177"/>
                <a:gd name="csY16" fmla="*/ 38814 h 76264"/>
                <a:gd name="csX17" fmla="*/ 39678 w 42177"/>
                <a:gd name="csY17" fmla="*/ 39587 h 76264"/>
                <a:gd name="csX18" fmla="*/ 41359 w 42177"/>
                <a:gd name="csY18" fmla="*/ 40768 h 76264"/>
                <a:gd name="csX19" fmla="*/ 42177 w 42177"/>
                <a:gd name="csY19" fmla="*/ 42995 h 76264"/>
                <a:gd name="csX20" fmla="*/ 41495 w 42177"/>
                <a:gd name="csY20" fmla="*/ 44950 h 76264"/>
                <a:gd name="csX21" fmla="*/ 39632 w 42177"/>
                <a:gd name="csY21" fmla="*/ 45722 h 76264"/>
                <a:gd name="csX22" fmla="*/ 38496 w 42177"/>
                <a:gd name="csY22" fmla="*/ 45495 h 76264"/>
                <a:gd name="csX23" fmla="*/ 36223 w 42177"/>
                <a:gd name="csY23" fmla="*/ 44950 h 76264"/>
                <a:gd name="csX24" fmla="*/ 34133 w 42177"/>
                <a:gd name="csY24" fmla="*/ 44495 h 76264"/>
                <a:gd name="csX25" fmla="*/ 27088 w 42177"/>
                <a:gd name="csY25" fmla="*/ 42631 h 76264"/>
                <a:gd name="csX26" fmla="*/ 16271 w 42177"/>
                <a:gd name="csY26" fmla="*/ 40041 h 76264"/>
                <a:gd name="csX27" fmla="*/ 8545 w 42177"/>
                <a:gd name="csY27" fmla="*/ 38632 h 76264"/>
                <a:gd name="csX28" fmla="*/ 2045 w 42177"/>
                <a:gd name="csY28" fmla="*/ 43677 h 76264"/>
                <a:gd name="csX29" fmla="*/ 3000 w 42177"/>
                <a:gd name="csY29" fmla="*/ 48540 h 76264"/>
                <a:gd name="csX30" fmla="*/ 5181 w 42177"/>
                <a:gd name="csY30" fmla="*/ 52449 h 76264"/>
                <a:gd name="csX31" fmla="*/ 8226 w 42177"/>
                <a:gd name="csY31" fmla="*/ 55494 h 76264"/>
                <a:gd name="csX32" fmla="*/ 11135 w 42177"/>
                <a:gd name="csY32" fmla="*/ 57630 h 76264"/>
                <a:gd name="csX33" fmla="*/ 13408 w 42177"/>
                <a:gd name="csY33" fmla="*/ 58857 h 76264"/>
                <a:gd name="csX34" fmla="*/ 18044 w 42177"/>
                <a:gd name="csY34" fmla="*/ 60039 h 76264"/>
                <a:gd name="csX35" fmla="*/ 24270 w 42177"/>
                <a:gd name="csY35" fmla="*/ 61630 h 76264"/>
                <a:gd name="csX36" fmla="*/ 32678 w 42177"/>
                <a:gd name="csY36" fmla="*/ 63675 h 76264"/>
                <a:gd name="csX37" fmla="*/ 39541 w 42177"/>
                <a:gd name="csY37" fmla="*/ 65448 h 76264"/>
                <a:gd name="csX38" fmla="*/ 41495 w 42177"/>
                <a:gd name="csY38" fmla="*/ 66902 h 76264"/>
                <a:gd name="csX39" fmla="*/ 42177 w 42177"/>
                <a:gd name="csY39" fmla="*/ 68902 h 76264"/>
                <a:gd name="csX40" fmla="*/ 41495 w 42177"/>
                <a:gd name="csY40" fmla="*/ 70810 h 76264"/>
                <a:gd name="csX41" fmla="*/ 39632 w 42177"/>
                <a:gd name="csY41" fmla="*/ 71583 h 76264"/>
                <a:gd name="csX42" fmla="*/ 38769 w 42177"/>
                <a:gd name="csY42" fmla="*/ 71447 h 76264"/>
                <a:gd name="csX43" fmla="*/ 37132 w 42177"/>
                <a:gd name="csY43" fmla="*/ 71083 h 76264"/>
                <a:gd name="csX44" fmla="*/ 35632 w 42177"/>
                <a:gd name="csY44" fmla="*/ 70765 h 76264"/>
                <a:gd name="csX45" fmla="*/ 14135 w 42177"/>
                <a:gd name="csY45" fmla="*/ 65357 h 76264"/>
                <a:gd name="csX46" fmla="*/ 8999 w 42177"/>
                <a:gd name="csY46" fmla="*/ 64129 h 76264"/>
                <a:gd name="csX47" fmla="*/ 6318 w 42177"/>
                <a:gd name="csY47" fmla="*/ 63857 h 76264"/>
                <a:gd name="csX48" fmla="*/ 2045 w 42177"/>
                <a:gd name="csY48" fmla="*/ 66765 h 76264"/>
                <a:gd name="csX49" fmla="*/ 4863 w 42177"/>
                <a:gd name="csY49" fmla="*/ 70674 h 76264"/>
                <a:gd name="csX50" fmla="*/ 13135 w 42177"/>
                <a:gd name="csY50" fmla="*/ 73537 h 76264"/>
                <a:gd name="csX51" fmla="*/ 14953 w 42177"/>
                <a:gd name="csY51" fmla="*/ 74219 h 76264"/>
                <a:gd name="csX52" fmla="*/ 15271 w 42177"/>
                <a:gd name="csY52" fmla="*/ 75129 h 76264"/>
                <a:gd name="csX53" fmla="*/ 14317 w 42177"/>
                <a:gd name="csY53" fmla="*/ 76265 h 76264"/>
                <a:gd name="csX54" fmla="*/ 12635 w 42177"/>
                <a:gd name="csY54" fmla="*/ 75901 h 76264"/>
                <a:gd name="csX55" fmla="*/ 8999 w 42177"/>
                <a:gd name="csY55" fmla="*/ 74855 h 76264"/>
                <a:gd name="csX56" fmla="*/ 5318 w 42177"/>
                <a:gd name="csY56" fmla="*/ 73356 h 76264"/>
                <a:gd name="csX57" fmla="*/ 3727 w 42177"/>
                <a:gd name="csY57" fmla="*/ 72492 h 76264"/>
                <a:gd name="csX58" fmla="*/ 2091 w 42177"/>
                <a:gd name="csY58" fmla="*/ 71265 h 76264"/>
                <a:gd name="csX59" fmla="*/ 545 w 42177"/>
                <a:gd name="csY59" fmla="*/ 69220 h 76264"/>
                <a:gd name="csX60" fmla="*/ 0 w 42177"/>
                <a:gd name="csY60" fmla="*/ 66493 h 76264"/>
                <a:gd name="csX61" fmla="*/ 2136 w 42177"/>
                <a:gd name="csY61" fmla="*/ 60721 h 76264"/>
                <a:gd name="csX62" fmla="*/ 8090 w 42177"/>
                <a:gd name="csY62" fmla="*/ 57902 h 76264"/>
                <a:gd name="csX63" fmla="*/ 0 w 42177"/>
                <a:gd name="csY63" fmla="*/ 43404 h 76264"/>
                <a:gd name="csX64" fmla="*/ 2409 w 42177"/>
                <a:gd name="csY64" fmla="*/ 35769 h 76264"/>
                <a:gd name="csX65" fmla="*/ 8999 w 42177"/>
                <a:gd name="csY65" fmla="*/ 32769 h 76264"/>
                <a:gd name="csX66" fmla="*/ 0 w 42177"/>
                <a:gd name="csY66" fmla="*/ 17589 h 76264"/>
                <a:gd name="csX67" fmla="*/ 2682 w 42177"/>
                <a:gd name="csY67" fmla="*/ 9681 h 76264"/>
                <a:gd name="csX68" fmla="*/ 9954 w 42177"/>
                <a:gd name="csY68" fmla="*/ 6908 h 76264"/>
                <a:gd name="csX69" fmla="*/ 16953 w 42177"/>
                <a:gd name="csY69" fmla="*/ 8135 h 76264"/>
                <a:gd name="csX70" fmla="*/ 23770 w 42177"/>
                <a:gd name="csY70" fmla="*/ 10181 h 76264"/>
                <a:gd name="csX71" fmla="*/ 30406 w 42177"/>
                <a:gd name="csY71" fmla="*/ 12590 h 76264"/>
                <a:gd name="csX72" fmla="*/ 37041 w 42177"/>
                <a:gd name="csY72" fmla="*/ 14271 h 76264"/>
                <a:gd name="csX73" fmla="*/ 39359 w 42177"/>
                <a:gd name="csY73" fmla="*/ 13726 h 76264"/>
                <a:gd name="csX74" fmla="*/ 40087 w 42177"/>
                <a:gd name="csY74" fmla="*/ 11999 h 76264"/>
                <a:gd name="csX75" fmla="*/ 39041 w 42177"/>
                <a:gd name="csY75" fmla="*/ 8590 h 76264"/>
                <a:gd name="csX76" fmla="*/ 36178 w 42177"/>
                <a:gd name="csY76" fmla="*/ 5863 h 76264"/>
                <a:gd name="csX77" fmla="*/ 32542 w 42177"/>
                <a:gd name="csY77" fmla="*/ 3909 h 76264"/>
                <a:gd name="csX78" fmla="*/ 28588 w 42177"/>
                <a:gd name="csY78" fmla="*/ 2545 h 76264"/>
                <a:gd name="csX79" fmla="*/ 27179 w 42177"/>
                <a:gd name="csY79" fmla="*/ 2000 h 76264"/>
                <a:gd name="csX80" fmla="*/ 26906 w 42177"/>
                <a:gd name="csY80" fmla="*/ 1136 h 76264"/>
                <a:gd name="csX81" fmla="*/ 27815 w 42177"/>
                <a:gd name="csY81" fmla="*/ 0 h 76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4">
                  <a:moveTo>
                    <a:pt x="27815" y="0"/>
                  </a:moveTo>
                  <a:cubicBezTo>
                    <a:pt x="28058" y="0"/>
                    <a:pt x="28648" y="136"/>
                    <a:pt x="29588" y="409"/>
                  </a:cubicBezTo>
                  <a:cubicBezTo>
                    <a:pt x="30527" y="682"/>
                    <a:pt x="31724" y="1151"/>
                    <a:pt x="33178" y="1818"/>
                  </a:cubicBezTo>
                  <a:cubicBezTo>
                    <a:pt x="34633" y="2455"/>
                    <a:pt x="36026" y="3227"/>
                    <a:pt x="37360" y="4136"/>
                  </a:cubicBezTo>
                  <a:cubicBezTo>
                    <a:pt x="38663" y="5014"/>
                    <a:pt x="39799" y="6181"/>
                    <a:pt x="40768" y="7636"/>
                  </a:cubicBezTo>
                  <a:cubicBezTo>
                    <a:pt x="41708" y="9060"/>
                    <a:pt x="42177" y="10590"/>
                    <a:pt x="42177" y="12226"/>
                  </a:cubicBezTo>
                  <a:cubicBezTo>
                    <a:pt x="42177" y="14407"/>
                    <a:pt x="41450" y="16226"/>
                    <a:pt x="39996" y="17680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7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4"/>
                  </a:cubicBezTo>
                  <a:cubicBezTo>
                    <a:pt x="7136" y="28755"/>
                    <a:pt x="8302" y="29754"/>
                    <a:pt x="9544" y="30633"/>
                  </a:cubicBezTo>
                  <a:cubicBezTo>
                    <a:pt x="10787" y="31512"/>
                    <a:pt x="11817" y="32148"/>
                    <a:pt x="12635" y="32542"/>
                  </a:cubicBezTo>
                  <a:cubicBezTo>
                    <a:pt x="13453" y="32906"/>
                    <a:pt x="14044" y="33133"/>
                    <a:pt x="14408" y="33224"/>
                  </a:cubicBezTo>
                  <a:lnTo>
                    <a:pt x="36860" y="38814"/>
                  </a:lnTo>
                  <a:cubicBezTo>
                    <a:pt x="38132" y="39117"/>
                    <a:pt x="39072" y="39375"/>
                    <a:pt x="39678" y="39587"/>
                  </a:cubicBezTo>
                  <a:cubicBezTo>
                    <a:pt x="40284" y="39799"/>
                    <a:pt x="40844" y="40193"/>
                    <a:pt x="41359" y="40768"/>
                  </a:cubicBezTo>
                  <a:cubicBezTo>
                    <a:pt x="41905" y="41344"/>
                    <a:pt x="42177" y="42086"/>
                    <a:pt x="42177" y="42995"/>
                  </a:cubicBezTo>
                  <a:cubicBezTo>
                    <a:pt x="42177" y="43753"/>
                    <a:pt x="41950" y="44404"/>
                    <a:pt x="41495" y="44950"/>
                  </a:cubicBezTo>
                  <a:cubicBezTo>
                    <a:pt x="41041" y="45465"/>
                    <a:pt x="40420" y="45722"/>
                    <a:pt x="39632" y="45722"/>
                  </a:cubicBezTo>
                  <a:cubicBezTo>
                    <a:pt x="39511" y="45722"/>
                    <a:pt x="39132" y="45647"/>
                    <a:pt x="38496" y="45495"/>
                  </a:cubicBezTo>
                  <a:cubicBezTo>
                    <a:pt x="37860" y="45343"/>
                    <a:pt x="37102" y="45162"/>
                    <a:pt x="36223" y="44950"/>
                  </a:cubicBezTo>
                  <a:cubicBezTo>
                    <a:pt x="35345" y="44738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4"/>
                    <a:pt x="2045" y="43677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10"/>
                    <a:pt x="7045" y="54525"/>
                    <a:pt x="8226" y="55494"/>
                  </a:cubicBezTo>
                  <a:cubicBezTo>
                    <a:pt x="9378" y="56434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30"/>
                  </a:cubicBezTo>
                  <a:lnTo>
                    <a:pt x="32678" y="63675"/>
                  </a:lnTo>
                  <a:cubicBezTo>
                    <a:pt x="36860" y="64645"/>
                    <a:pt x="39147" y="65236"/>
                    <a:pt x="39541" y="65448"/>
                  </a:cubicBezTo>
                  <a:cubicBezTo>
                    <a:pt x="40390" y="65751"/>
                    <a:pt x="41041" y="66235"/>
                    <a:pt x="41495" y="66902"/>
                  </a:cubicBezTo>
                  <a:cubicBezTo>
                    <a:pt x="41950" y="67568"/>
                    <a:pt x="42177" y="68235"/>
                    <a:pt x="42177" y="68902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6"/>
                    <a:pt x="40420" y="71583"/>
                    <a:pt x="39632" y="71583"/>
                  </a:cubicBezTo>
                  <a:cubicBezTo>
                    <a:pt x="39511" y="71583"/>
                    <a:pt x="39223" y="71538"/>
                    <a:pt x="38769" y="71447"/>
                  </a:cubicBezTo>
                  <a:cubicBezTo>
                    <a:pt x="38314" y="71356"/>
                    <a:pt x="37769" y="71235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7"/>
                  </a:lnTo>
                  <a:cubicBezTo>
                    <a:pt x="11529" y="64690"/>
                    <a:pt x="9817" y="64281"/>
                    <a:pt x="8999" y="64129"/>
                  </a:cubicBezTo>
                  <a:cubicBezTo>
                    <a:pt x="8151" y="63948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4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8"/>
                    <a:pt x="14953" y="74219"/>
                  </a:cubicBezTo>
                  <a:cubicBezTo>
                    <a:pt x="15165" y="74371"/>
                    <a:pt x="15271" y="74674"/>
                    <a:pt x="15271" y="75129"/>
                  </a:cubicBezTo>
                  <a:cubicBezTo>
                    <a:pt x="15241" y="75886"/>
                    <a:pt x="14923" y="76265"/>
                    <a:pt x="14317" y="76265"/>
                  </a:cubicBezTo>
                  <a:cubicBezTo>
                    <a:pt x="14165" y="76265"/>
                    <a:pt x="13605" y="76143"/>
                    <a:pt x="12635" y="75901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1"/>
                    <a:pt x="5318" y="73356"/>
                  </a:cubicBezTo>
                  <a:cubicBezTo>
                    <a:pt x="4681" y="73053"/>
                    <a:pt x="4151" y="72765"/>
                    <a:pt x="3727" y="72492"/>
                  </a:cubicBezTo>
                  <a:cubicBezTo>
                    <a:pt x="3303" y="72220"/>
                    <a:pt x="2757" y="71810"/>
                    <a:pt x="2091" y="71265"/>
                  </a:cubicBezTo>
                  <a:cubicBezTo>
                    <a:pt x="1424" y="70720"/>
                    <a:pt x="909" y="70038"/>
                    <a:pt x="545" y="69220"/>
                  </a:cubicBezTo>
                  <a:cubicBezTo>
                    <a:pt x="182" y="68402"/>
                    <a:pt x="0" y="67493"/>
                    <a:pt x="0" y="66493"/>
                  </a:cubicBezTo>
                  <a:cubicBezTo>
                    <a:pt x="0" y="64281"/>
                    <a:pt x="712" y="62357"/>
                    <a:pt x="2136" y="60721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8"/>
                    <a:pt x="2409" y="35769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8"/>
                    <a:pt x="0" y="23528"/>
                    <a:pt x="0" y="17589"/>
                  </a:cubicBezTo>
                  <a:cubicBezTo>
                    <a:pt x="0" y="14165"/>
                    <a:pt x="894" y="11529"/>
                    <a:pt x="2682" y="9681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1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90"/>
                  </a:cubicBezTo>
                  <a:cubicBezTo>
                    <a:pt x="38314" y="7530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9"/>
                  </a:cubicBezTo>
                  <a:cubicBezTo>
                    <a:pt x="31300" y="3394"/>
                    <a:pt x="29982" y="2939"/>
                    <a:pt x="28588" y="2545"/>
                  </a:cubicBezTo>
                  <a:cubicBezTo>
                    <a:pt x="27830" y="2303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8" name="Freeform 3517">
              <a:extLst>
                <a:ext uri="{FF2B5EF4-FFF2-40B4-BE49-F238E27FC236}">
                  <a16:creationId xmlns:a16="http://schemas.microsoft.com/office/drawing/2014/main" id="{4AC29D11-D42A-D32B-5A60-4F4809576237}"/>
                </a:ext>
              </a:extLst>
            </p:cNvPr>
            <p:cNvSpPr/>
            <p:nvPr/>
          </p:nvSpPr>
          <p:spPr>
            <a:xfrm>
              <a:off x="6127095" y="2237347"/>
              <a:ext cx="59302" cy="32482"/>
            </a:xfrm>
            <a:custGeom>
              <a:avLst/>
              <a:gdLst>
                <a:gd name="csX0" fmla="*/ 4486 w 59302"/>
                <a:gd name="csY0" fmla="*/ 0 h 32482"/>
                <a:gd name="csX1" fmla="*/ 7317 w 59302"/>
                <a:gd name="csY1" fmla="*/ 1114 h 32482"/>
                <a:gd name="csX2" fmla="*/ 8399 w 59302"/>
                <a:gd name="csY2" fmla="*/ 3564 h 32482"/>
                <a:gd name="csX3" fmla="*/ 7795 w 59302"/>
                <a:gd name="csY3" fmla="*/ 5281 h 32482"/>
                <a:gd name="csX4" fmla="*/ 6140 w 59302"/>
                <a:gd name="csY4" fmla="*/ 5981 h 32482"/>
                <a:gd name="csX5" fmla="*/ 3913 w 59302"/>
                <a:gd name="csY5" fmla="*/ 5154 h 32482"/>
                <a:gd name="csX6" fmla="*/ 2609 w 59302"/>
                <a:gd name="csY6" fmla="*/ 2450 h 32482"/>
                <a:gd name="csX7" fmla="*/ 1432 w 59302"/>
                <a:gd name="csY7" fmla="*/ 5663 h 32482"/>
                <a:gd name="csX8" fmla="*/ 2068 w 59302"/>
                <a:gd name="csY8" fmla="*/ 7476 h 32482"/>
                <a:gd name="csX9" fmla="*/ 3659 w 59302"/>
                <a:gd name="csY9" fmla="*/ 8717 h 32482"/>
                <a:gd name="csX10" fmla="*/ 10435 w 59302"/>
                <a:gd name="csY10" fmla="*/ 10277 h 32482"/>
                <a:gd name="csX11" fmla="*/ 14126 w 59302"/>
                <a:gd name="csY11" fmla="*/ 10944 h 32482"/>
                <a:gd name="csX12" fmla="*/ 17848 w 59302"/>
                <a:gd name="csY12" fmla="*/ 11645 h 32482"/>
                <a:gd name="csX13" fmla="*/ 17848 w 59302"/>
                <a:gd name="csY13" fmla="*/ 6236 h 32482"/>
                <a:gd name="csX14" fmla="*/ 17880 w 59302"/>
                <a:gd name="csY14" fmla="*/ 5249 h 32482"/>
                <a:gd name="csX15" fmla="*/ 18071 w 59302"/>
                <a:gd name="csY15" fmla="*/ 4741 h 32482"/>
                <a:gd name="csX16" fmla="*/ 18580 w 59302"/>
                <a:gd name="csY16" fmla="*/ 4485 h 32482"/>
                <a:gd name="csX17" fmla="*/ 19693 w 59302"/>
                <a:gd name="csY17" fmla="*/ 4900 h 32482"/>
                <a:gd name="csX18" fmla="*/ 19884 w 59302"/>
                <a:gd name="csY18" fmla="*/ 6427 h 32482"/>
                <a:gd name="csX19" fmla="*/ 19884 w 59302"/>
                <a:gd name="csY19" fmla="*/ 12026 h 32482"/>
                <a:gd name="csX20" fmla="*/ 40532 w 59302"/>
                <a:gd name="csY20" fmla="*/ 15939 h 32482"/>
                <a:gd name="csX21" fmla="*/ 43045 w 59302"/>
                <a:gd name="csY21" fmla="*/ 16448 h 32482"/>
                <a:gd name="csX22" fmla="*/ 48009 w 59302"/>
                <a:gd name="csY22" fmla="*/ 17753 h 32482"/>
                <a:gd name="csX23" fmla="*/ 52971 w 59302"/>
                <a:gd name="csY23" fmla="*/ 19597 h 32482"/>
                <a:gd name="csX24" fmla="*/ 55008 w 59302"/>
                <a:gd name="csY24" fmla="*/ 20775 h 32482"/>
                <a:gd name="csX25" fmla="*/ 57043 w 59302"/>
                <a:gd name="csY25" fmla="*/ 22333 h 32482"/>
                <a:gd name="csX26" fmla="*/ 58666 w 59302"/>
                <a:gd name="csY26" fmla="*/ 24466 h 32482"/>
                <a:gd name="csX27" fmla="*/ 59303 w 59302"/>
                <a:gd name="csY27" fmla="*/ 26947 h 32482"/>
                <a:gd name="csX28" fmla="*/ 58094 w 59302"/>
                <a:gd name="csY28" fmla="*/ 30797 h 32482"/>
                <a:gd name="csX29" fmla="*/ 54817 w 59302"/>
                <a:gd name="csY29" fmla="*/ 32483 h 32482"/>
                <a:gd name="csX30" fmla="*/ 51986 w 59302"/>
                <a:gd name="csY30" fmla="*/ 31401 h 32482"/>
                <a:gd name="csX31" fmla="*/ 50904 w 59302"/>
                <a:gd name="csY31" fmla="*/ 28919 h 32482"/>
                <a:gd name="csX32" fmla="*/ 51508 w 59302"/>
                <a:gd name="csY32" fmla="*/ 27233 h 32482"/>
                <a:gd name="csX33" fmla="*/ 53162 w 59302"/>
                <a:gd name="csY33" fmla="*/ 26501 h 32482"/>
                <a:gd name="csX34" fmla="*/ 54117 w 59302"/>
                <a:gd name="csY34" fmla="*/ 26661 h 32482"/>
                <a:gd name="csX35" fmla="*/ 55199 w 59302"/>
                <a:gd name="csY35" fmla="*/ 27170 h 32482"/>
                <a:gd name="csX36" fmla="*/ 56217 w 59302"/>
                <a:gd name="csY36" fmla="*/ 28283 h 32482"/>
                <a:gd name="csX37" fmla="*/ 56694 w 59302"/>
                <a:gd name="csY37" fmla="*/ 30097 h 32482"/>
                <a:gd name="csX38" fmla="*/ 57871 w 59302"/>
                <a:gd name="csY38" fmla="*/ 26947 h 32482"/>
                <a:gd name="csX39" fmla="*/ 57617 w 59302"/>
                <a:gd name="csY39" fmla="*/ 25802 h 32482"/>
                <a:gd name="csX40" fmla="*/ 56821 w 59302"/>
                <a:gd name="csY40" fmla="*/ 24815 h 32482"/>
                <a:gd name="csX41" fmla="*/ 55675 w 59302"/>
                <a:gd name="csY41" fmla="*/ 23989 h 32482"/>
                <a:gd name="csX42" fmla="*/ 54085 w 59302"/>
                <a:gd name="csY42" fmla="*/ 23288 h 32482"/>
                <a:gd name="csX43" fmla="*/ 52304 w 59302"/>
                <a:gd name="csY43" fmla="*/ 22716 h 32482"/>
                <a:gd name="csX44" fmla="*/ 50172 w 59302"/>
                <a:gd name="csY44" fmla="*/ 22206 h 32482"/>
                <a:gd name="csX45" fmla="*/ 47977 w 59302"/>
                <a:gd name="csY45" fmla="*/ 21729 h 32482"/>
                <a:gd name="csX46" fmla="*/ 45622 w 59302"/>
                <a:gd name="csY46" fmla="*/ 21284 h 32482"/>
                <a:gd name="csX47" fmla="*/ 19884 w 59302"/>
                <a:gd name="csY47" fmla="*/ 16416 h 32482"/>
                <a:gd name="csX48" fmla="*/ 19884 w 59302"/>
                <a:gd name="csY48" fmla="*/ 20711 h 32482"/>
                <a:gd name="csX49" fmla="*/ 19852 w 59302"/>
                <a:gd name="csY49" fmla="*/ 21793 h 32482"/>
                <a:gd name="csX50" fmla="*/ 19661 w 59302"/>
                <a:gd name="csY50" fmla="*/ 22302 h 32482"/>
                <a:gd name="csX51" fmla="*/ 19089 w 59302"/>
                <a:gd name="csY51" fmla="*/ 22525 h 32482"/>
                <a:gd name="csX52" fmla="*/ 18230 w 59302"/>
                <a:gd name="csY52" fmla="*/ 22270 h 32482"/>
                <a:gd name="csX53" fmla="*/ 17912 w 59302"/>
                <a:gd name="csY53" fmla="*/ 21666 h 32482"/>
                <a:gd name="csX54" fmla="*/ 17848 w 59302"/>
                <a:gd name="csY54" fmla="*/ 20584 h 32482"/>
                <a:gd name="csX55" fmla="*/ 17848 w 59302"/>
                <a:gd name="csY55" fmla="*/ 16067 h 32482"/>
                <a:gd name="csX56" fmla="*/ 7635 w 59302"/>
                <a:gd name="csY56" fmla="*/ 13935 h 32482"/>
                <a:gd name="csX57" fmla="*/ 3754 w 59302"/>
                <a:gd name="csY57" fmla="*/ 12153 h 32482"/>
                <a:gd name="csX58" fmla="*/ 1368 w 59302"/>
                <a:gd name="csY58" fmla="*/ 9862 h 32482"/>
                <a:gd name="csX59" fmla="*/ 318 w 59302"/>
                <a:gd name="csY59" fmla="*/ 7668 h 32482"/>
                <a:gd name="csX60" fmla="*/ 0 w 59302"/>
                <a:gd name="csY60" fmla="*/ 5663 h 32482"/>
                <a:gd name="csX61" fmla="*/ 1209 w 59302"/>
                <a:gd name="csY61" fmla="*/ 1718 h 32482"/>
                <a:gd name="csX62" fmla="*/ 4486 w 59302"/>
                <a:gd name="csY62" fmla="*/ 0 h 32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2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3"/>
                    <a:pt x="7795" y="5281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4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0"/>
                    <a:pt x="1644" y="6925"/>
                    <a:pt x="2068" y="7476"/>
                  </a:cubicBezTo>
                  <a:cubicBezTo>
                    <a:pt x="2471" y="8007"/>
                    <a:pt x="3001" y="8421"/>
                    <a:pt x="3659" y="8717"/>
                  </a:cubicBezTo>
                  <a:cubicBezTo>
                    <a:pt x="4337" y="9036"/>
                    <a:pt x="6596" y="9555"/>
                    <a:pt x="10435" y="10277"/>
                  </a:cubicBezTo>
                  <a:cubicBezTo>
                    <a:pt x="11687" y="10509"/>
                    <a:pt x="12917" y="10732"/>
                    <a:pt x="14126" y="10944"/>
                  </a:cubicBezTo>
                  <a:cubicBezTo>
                    <a:pt x="15335" y="11156"/>
                    <a:pt x="16575" y="11390"/>
                    <a:pt x="17848" y="11645"/>
                  </a:cubicBezTo>
                  <a:lnTo>
                    <a:pt x="17848" y="6236"/>
                  </a:lnTo>
                  <a:cubicBezTo>
                    <a:pt x="17848" y="5769"/>
                    <a:pt x="17859" y="5440"/>
                    <a:pt x="17880" y="5249"/>
                  </a:cubicBezTo>
                  <a:cubicBezTo>
                    <a:pt x="17901" y="5058"/>
                    <a:pt x="17965" y="4889"/>
                    <a:pt x="18071" y="4741"/>
                  </a:cubicBezTo>
                  <a:cubicBezTo>
                    <a:pt x="18177" y="4570"/>
                    <a:pt x="18346" y="4485"/>
                    <a:pt x="18580" y="4485"/>
                  </a:cubicBezTo>
                  <a:cubicBezTo>
                    <a:pt x="19174" y="4485"/>
                    <a:pt x="19545" y="4623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6"/>
                  </a:lnTo>
                  <a:lnTo>
                    <a:pt x="40532" y="15939"/>
                  </a:lnTo>
                  <a:cubicBezTo>
                    <a:pt x="40935" y="16003"/>
                    <a:pt x="41773" y="16173"/>
                    <a:pt x="43045" y="16448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7"/>
                    <a:pt x="51741" y="18982"/>
                    <a:pt x="52971" y="19597"/>
                  </a:cubicBezTo>
                  <a:cubicBezTo>
                    <a:pt x="53671" y="19937"/>
                    <a:pt x="54350" y="20330"/>
                    <a:pt x="55008" y="20775"/>
                  </a:cubicBezTo>
                  <a:cubicBezTo>
                    <a:pt x="55686" y="21200"/>
                    <a:pt x="56365" y="21719"/>
                    <a:pt x="57043" y="22333"/>
                  </a:cubicBezTo>
                  <a:cubicBezTo>
                    <a:pt x="57722" y="22948"/>
                    <a:pt x="58263" y="23659"/>
                    <a:pt x="58666" y="24466"/>
                  </a:cubicBezTo>
                  <a:cubicBezTo>
                    <a:pt x="59091" y="25272"/>
                    <a:pt x="59303" y="26099"/>
                    <a:pt x="59303" y="26947"/>
                  </a:cubicBezTo>
                  <a:cubicBezTo>
                    <a:pt x="59303" y="28389"/>
                    <a:pt x="58900" y="29672"/>
                    <a:pt x="58094" y="30797"/>
                  </a:cubicBezTo>
                  <a:cubicBezTo>
                    <a:pt x="57288" y="31921"/>
                    <a:pt x="56196" y="32483"/>
                    <a:pt x="54817" y="32483"/>
                  </a:cubicBezTo>
                  <a:cubicBezTo>
                    <a:pt x="53650" y="32483"/>
                    <a:pt x="52707" y="32122"/>
                    <a:pt x="51986" y="31401"/>
                  </a:cubicBezTo>
                  <a:cubicBezTo>
                    <a:pt x="51264" y="30658"/>
                    <a:pt x="50904" y="29831"/>
                    <a:pt x="50904" y="28919"/>
                  </a:cubicBezTo>
                  <a:cubicBezTo>
                    <a:pt x="50904" y="28262"/>
                    <a:pt x="51105" y="27700"/>
                    <a:pt x="51508" y="27233"/>
                  </a:cubicBezTo>
                  <a:cubicBezTo>
                    <a:pt x="51911" y="26745"/>
                    <a:pt x="52463" y="26501"/>
                    <a:pt x="53162" y="26501"/>
                  </a:cubicBezTo>
                  <a:cubicBezTo>
                    <a:pt x="53459" y="26501"/>
                    <a:pt x="53778" y="26554"/>
                    <a:pt x="54117" y="26661"/>
                  </a:cubicBezTo>
                  <a:cubicBezTo>
                    <a:pt x="54456" y="26767"/>
                    <a:pt x="54817" y="26936"/>
                    <a:pt x="55199" y="27170"/>
                  </a:cubicBezTo>
                  <a:cubicBezTo>
                    <a:pt x="55602" y="27403"/>
                    <a:pt x="55941" y="27774"/>
                    <a:pt x="56217" y="28283"/>
                  </a:cubicBezTo>
                  <a:cubicBezTo>
                    <a:pt x="56492" y="28792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7"/>
                  </a:cubicBezTo>
                  <a:cubicBezTo>
                    <a:pt x="57871" y="26544"/>
                    <a:pt x="57786" y="26162"/>
                    <a:pt x="57617" y="25802"/>
                  </a:cubicBezTo>
                  <a:cubicBezTo>
                    <a:pt x="57468" y="25441"/>
                    <a:pt x="57203" y="25112"/>
                    <a:pt x="56821" y="24815"/>
                  </a:cubicBezTo>
                  <a:cubicBezTo>
                    <a:pt x="56439" y="24497"/>
                    <a:pt x="56058" y="24221"/>
                    <a:pt x="55675" y="23989"/>
                  </a:cubicBezTo>
                  <a:cubicBezTo>
                    <a:pt x="55315" y="23755"/>
                    <a:pt x="54785" y="23522"/>
                    <a:pt x="54085" y="23288"/>
                  </a:cubicBezTo>
                  <a:cubicBezTo>
                    <a:pt x="53407" y="23055"/>
                    <a:pt x="52813" y="22864"/>
                    <a:pt x="52304" y="22716"/>
                  </a:cubicBezTo>
                  <a:cubicBezTo>
                    <a:pt x="51795" y="22567"/>
                    <a:pt x="51084" y="22397"/>
                    <a:pt x="50172" y="22206"/>
                  </a:cubicBezTo>
                  <a:cubicBezTo>
                    <a:pt x="49260" y="21994"/>
                    <a:pt x="48528" y="21835"/>
                    <a:pt x="47977" y="21729"/>
                  </a:cubicBezTo>
                  <a:cubicBezTo>
                    <a:pt x="47446" y="21623"/>
                    <a:pt x="46661" y="21474"/>
                    <a:pt x="45622" y="21284"/>
                  </a:cubicBezTo>
                  <a:lnTo>
                    <a:pt x="19884" y="16416"/>
                  </a:lnTo>
                  <a:lnTo>
                    <a:pt x="19884" y="20711"/>
                  </a:lnTo>
                  <a:cubicBezTo>
                    <a:pt x="19884" y="21220"/>
                    <a:pt x="19874" y="21581"/>
                    <a:pt x="19852" y="21793"/>
                  </a:cubicBezTo>
                  <a:cubicBezTo>
                    <a:pt x="19831" y="21984"/>
                    <a:pt x="19768" y="22154"/>
                    <a:pt x="19661" y="22302"/>
                  </a:cubicBezTo>
                  <a:cubicBezTo>
                    <a:pt x="19534" y="22450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80"/>
                    <a:pt x="17933" y="21878"/>
                    <a:pt x="17912" y="21666"/>
                  </a:cubicBezTo>
                  <a:cubicBezTo>
                    <a:pt x="17869" y="21454"/>
                    <a:pt x="17848" y="21093"/>
                    <a:pt x="17848" y="20584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8"/>
                    <a:pt x="4815" y="12874"/>
                    <a:pt x="3754" y="12153"/>
                  </a:cubicBezTo>
                  <a:cubicBezTo>
                    <a:pt x="2672" y="11432"/>
                    <a:pt x="1877" y="10668"/>
                    <a:pt x="1368" y="9862"/>
                  </a:cubicBezTo>
                  <a:cubicBezTo>
                    <a:pt x="859" y="9056"/>
                    <a:pt x="509" y="8325"/>
                    <a:pt x="318" y="7668"/>
                  </a:cubicBezTo>
                  <a:cubicBezTo>
                    <a:pt x="106" y="6988"/>
                    <a:pt x="0" y="6320"/>
                    <a:pt x="0" y="5663"/>
                  </a:cubicBezTo>
                  <a:cubicBezTo>
                    <a:pt x="0" y="4178"/>
                    <a:pt x="403" y="2863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" name="Freeform 3518">
              <a:extLst>
                <a:ext uri="{FF2B5EF4-FFF2-40B4-BE49-F238E27FC236}">
                  <a16:creationId xmlns:a16="http://schemas.microsoft.com/office/drawing/2014/main" id="{932F6867-8342-32A7-93A9-47F9B55E4C50}"/>
                </a:ext>
              </a:extLst>
            </p:cNvPr>
            <p:cNvSpPr/>
            <p:nvPr/>
          </p:nvSpPr>
          <p:spPr>
            <a:xfrm>
              <a:off x="6139821" y="2162504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2 h 57648"/>
                <a:gd name="csX4" fmla="*/ 32833 w 33850"/>
                <a:gd name="csY4" fmla="*/ 13298 h 57648"/>
                <a:gd name="csX5" fmla="*/ 33565 w 33850"/>
                <a:gd name="csY5" fmla="*/ 13744 h 57648"/>
                <a:gd name="csX6" fmla="*/ 33851 w 33850"/>
                <a:gd name="csY6" fmla="*/ 14571 h 57648"/>
                <a:gd name="csX7" fmla="*/ 33469 w 33850"/>
                <a:gd name="csY7" fmla="*/ 15493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2 h 57648"/>
                <a:gd name="csX11" fmla="*/ 22907 w 33850"/>
                <a:gd name="csY11" fmla="*/ 11516 h 57648"/>
                <a:gd name="csX12" fmla="*/ 18230 w 33850"/>
                <a:gd name="csY12" fmla="*/ 6427 h 57648"/>
                <a:gd name="csX13" fmla="*/ 18230 w 33850"/>
                <a:gd name="csY13" fmla="*/ 56343 h 57648"/>
                <a:gd name="csX14" fmla="*/ 17848 w 33850"/>
                <a:gd name="csY14" fmla="*/ 57266 h 57648"/>
                <a:gd name="csX15" fmla="*/ 16925 w 33850"/>
                <a:gd name="csY15" fmla="*/ 57648 h 57648"/>
                <a:gd name="csX16" fmla="*/ 16003 w 33850"/>
                <a:gd name="csY16" fmla="*/ 57266 h 57648"/>
                <a:gd name="csX17" fmla="*/ 15621 w 33850"/>
                <a:gd name="csY17" fmla="*/ 56343 h 57648"/>
                <a:gd name="csX18" fmla="*/ 15621 w 33850"/>
                <a:gd name="csY18" fmla="*/ 6427 h 57648"/>
                <a:gd name="csX19" fmla="*/ 10944 w 33850"/>
                <a:gd name="csY19" fmla="*/ 11516 h 57648"/>
                <a:gd name="csX20" fmla="*/ 1559 w 33850"/>
                <a:gd name="csY20" fmla="*/ 15812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3 h 57648"/>
                <a:gd name="csX24" fmla="*/ 0 w 33850"/>
                <a:gd name="csY24" fmla="*/ 14571 h 57648"/>
                <a:gd name="csX25" fmla="*/ 286 w 33850"/>
                <a:gd name="csY25" fmla="*/ 13744 h 57648"/>
                <a:gd name="csX26" fmla="*/ 1018 w 33850"/>
                <a:gd name="csY26" fmla="*/ 13298 h 57648"/>
                <a:gd name="csX27" fmla="*/ 9290 w 33850"/>
                <a:gd name="csY27" fmla="*/ 9512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2"/>
                  </a:cubicBezTo>
                  <a:cubicBezTo>
                    <a:pt x="27127" y="11485"/>
                    <a:pt x="29885" y="12747"/>
                    <a:pt x="32833" y="13298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7"/>
                    <a:pt x="33851" y="14252"/>
                    <a:pt x="33851" y="14571"/>
                  </a:cubicBezTo>
                  <a:cubicBezTo>
                    <a:pt x="33851" y="14932"/>
                    <a:pt x="33724" y="15239"/>
                    <a:pt x="33469" y="15493"/>
                  </a:cubicBezTo>
                  <a:cubicBezTo>
                    <a:pt x="33236" y="15748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2"/>
                    <a:pt x="32313" y="15812"/>
                    <a:pt x="32292" y="15812"/>
                  </a:cubicBezTo>
                  <a:cubicBezTo>
                    <a:pt x="28856" y="15175"/>
                    <a:pt x="25728" y="13743"/>
                    <a:pt x="22907" y="11516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3"/>
                  </a:lnTo>
                  <a:cubicBezTo>
                    <a:pt x="18230" y="56704"/>
                    <a:pt x="18103" y="57012"/>
                    <a:pt x="17848" y="57266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6"/>
                  </a:cubicBezTo>
                  <a:cubicBezTo>
                    <a:pt x="15748" y="57012"/>
                    <a:pt x="15621" y="56704"/>
                    <a:pt x="15621" y="56343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6"/>
                  </a:cubicBezTo>
                  <a:cubicBezTo>
                    <a:pt x="8123" y="13743"/>
                    <a:pt x="4995" y="15175"/>
                    <a:pt x="1559" y="15812"/>
                  </a:cubicBezTo>
                  <a:cubicBezTo>
                    <a:pt x="1538" y="15812"/>
                    <a:pt x="1495" y="15822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8"/>
                    <a:pt x="382" y="15493"/>
                  </a:cubicBezTo>
                  <a:cubicBezTo>
                    <a:pt x="127" y="15239"/>
                    <a:pt x="0" y="14932"/>
                    <a:pt x="0" y="14571"/>
                  </a:cubicBezTo>
                  <a:cubicBezTo>
                    <a:pt x="0" y="14252"/>
                    <a:pt x="95" y="13977"/>
                    <a:pt x="286" y="13744"/>
                  </a:cubicBezTo>
                  <a:cubicBezTo>
                    <a:pt x="477" y="13511"/>
                    <a:pt x="721" y="13362"/>
                    <a:pt x="1018" y="13298"/>
                  </a:cubicBezTo>
                  <a:cubicBezTo>
                    <a:pt x="3966" y="12747"/>
                    <a:pt x="6724" y="11485"/>
                    <a:pt x="9290" y="9512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0" name="Freeform 3519">
              <a:extLst>
                <a:ext uri="{FF2B5EF4-FFF2-40B4-BE49-F238E27FC236}">
                  <a16:creationId xmlns:a16="http://schemas.microsoft.com/office/drawing/2014/main" id="{B6B83CAB-A97B-B9BB-C843-0479AB8F2A12}"/>
                </a:ext>
              </a:extLst>
            </p:cNvPr>
            <p:cNvSpPr/>
            <p:nvPr/>
          </p:nvSpPr>
          <p:spPr>
            <a:xfrm>
              <a:off x="6128527" y="2090175"/>
              <a:ext cx="44508" cy="47371"/>
            </a:xfrm>
            <a:custGeom>
              <a:avLst/>
              <a:gdLst>
                <a:gd name="csX0" fmla="*/ 795 w 44508"/>
                <a:gd name="csY0" fmla="*/ 0 h 47371"/>
                <a:gd name="csX1" fmla="*/ 1463 w 44508"/>
                <a:gd name="csY1" fmla="*/ 95 h 47371"/>
                <a:gd name="csX2" fmla="*/ 1845 w 44508"/>
                <a:gd name="csY2" fmla="*/ 413 h 47371"/>
                <a:gd name="csX3" fmla="*/ 1972 w 44508"/>
                <a:gd name="csY3" fmla="*/ 795 h 47371"/>
                <a:gd name="csX4" fmla="*/ 2036 w 44508"/>
                <a:gd name="csY4" fmla="*/ 1304 h 47371"/>
                <a:gd name="csX5" fmla="*/ 2577 w 44508"/>
                <a:gd name="csY5" fmla="*/ 4167 h 47371"/>
                <a:gd name="csX6" fmla="*/ 3722 w 44508"/>
                <a:gd name="csY6" fmla="*/ 6585 h 47371"/>
                <a:gd name="csX7" fmla="*/ 4995 w 44508"/>
                <a:gd name="csY7" fmla="*/ 8271 h 47371"/>
                <a:gd name="csX8" fmla="*/ 6522 w 44508"/>
                <a:gd name="csY8" fmla="*/ 9862 h 47371"/>
                <a:gd name="csX9" fmla="*/ 7445 w 44508"/>
                <a:gd name="csY9" fmla="*/ 10753 h 47371"/>
                <a:gd name="csX10" fmla="*/ 25993 w 44508"/>
                <a:gd name="csY10" fmla="*/ 26915 h 47371"/>
                <a:gd name="csX11" fmla="*/ 28029 w 44508"/>
                <a:gd name="csY11" fmla="*/ 27837 h 47371"/>
                <a:gd name="csX12" fmla="*/ 37223 w 44508"/>
                <a:gd name="csY12" fmla="*/ 30128 h 47371"/>
                <a:gd name="csX13" fmla="*/ 41327 w 44508"/>
                <a:gd name="csY13" fmla="*/ 31019 h 47371"/>
                <a:gd name="csX14" fmla="*/ 42091 w 44508"/>
                <a:gd name="csY14" fmla="*/ 30700 h 47371"/>
                <a:gd name="csX15" fmla="*/ 42345 w 44508"/>
                <a:gd name="csY15" fmla="*/ 29269 h 47371"/>
                <a:gd name="csX16" fmla="*/ 42504 w 44508"/>
                <a:gd name="csY16" fmla="*/ 26788 h 47371"/>
                <a:gd name="csX17" fmla="*/ 42759 w 44508"/>
                <a:gd name="csY17" fmla="*/ 25101 h 47371"/>
                <a:gd name="csX18" fmla="*/ 43205 w 44508"/>
                <a:gd name="csY18" fmla="*/ 24974 h 47371"/>
                <a:gd name="csX19" fmla="*/ 44127 w 44508"/>
                <a:gd name="csY19" fmla="*/ 25229 h 47371"/>
                <a:gd name="csX20" fmla="*/ 44476 w 44508"/>
                <a:gd name="csY20" fmla="*/ 25674 h 47371"/>
                <a:gd name="csX21" fmla="*/ 44508 w 44508"/>
                <a:gd name="csY21" fmla="*/ 26215 h 47371"/>
                <a:gd name="csX22" fmla="*/ 44318 w 44508"/>
                <a:gd name="csY22" fmla="*/ 34550 h 47371"/>
                <a:gd name="csX23" fmla="*/ 44508 w 44508"/>
                <a:gd name="csY23" fmla="*/ 42758 h 47371"/>
                <a:gd name="csX24" fmla="*/ 43777 w 44508"/>
                <a:gd name="csY24" fmla="*/ 43681 h 47371"/>
                <a:gd name="csX25" fmla="*/ 43045 w 44508"/>
                <a:gd name="csY25" fmla="*/ 43618 h 47371"/>
                <a:gd name="csX26" fmla="*/ 42663 w 44508"/>
                <a:gd name="csY26" fmla="*/ 43236 h 47371"/>
                <a:gd name="csX27" fmla="*/ 42536 w 44508"/>
                <a:gd name="csY27" fmla="*/ 42726 h 47371"/>
                <a:gd name="csX28" fmla="*/ 42504 w 44508"/>
                <a:gd name="csY28" fmla="*/ 41900 h 47371"/>
                <a:gd name="csX29" fmla="*/ 42473 w 44508"/>
                <a:gd name="csY29" fmla="*/ 39704 h 47371"/>
                <a:gd name="csX30" fmla="*/ 42250 w 44508"/>
                <a:gd name="csY30" fmla="*/ 38209 h 47371"/>
                <a:gd name="csX31" fmla="*/ 41932 w 44508"/>
                <a:gd name="csY31" fmla="*/ 37223 h 47371"/>
                <a:gd name="csX32" fmla="*/ 41232 w 44508"/>
                <a:gd name="csY32" fmla="*/ 36619 h 47371"/>
                <a:gd name="csX33" fmla="*/ 40213 w 44508"/>
                <a:gd name="csY33" fmla="*/ 36173 h 47371"/>
                <a:gd name="csX34" fmla="*/ 38655 w 44508"/>
                <a:gd name="csY34" fmla="*/ 35791 h 47371"/>
                <a:gd name="csX35" fmla="*/ 32292 w 44508"/>
                <a:gd name="csY35" fmla="*/ 34200 h 47371"/>
                <a:gd name="csX36" fmla="*/ 26788 w 44508"/>
                <a:gd name="csY36" fmla="*/ 32864 h 47371"/>
                <a:gd name="csX37" fmla="*/ 25674 w 44508"/>
                <a:gd name="csY37" fmla="*/ 33118 h 47371"/>
                <a:gd name="csX38" fmla="*/ 4231 w 44508"/>
                <a:gd name="csY38" fmla="*/ 41136 h 47371"/>
                <a:gd name="csX39" fmla="*/ 2895 w 44508"/>
                <a:gd name="csY39" fmla="*/ 41773 h 47371"/>
                <a:gd name="csX40" fmla="*/ 2291 w 44508"/>
                <a:gd name="csY40" fmla="*/ 43014 h 47371"/>
                <a:gd name="csX41" fmla="*/ 2036 w 44508"/>
                <a:gd name="csY41" fmla="*/ 45877 h 47371"/>
                <a:gd name="csX42" fmla="*/ 2004 w 44508"/>
                <a:gd name="csY42" fmla="*/ 46672 h 47371"/>
                <a:gd name="csX43" fmla="*/ 1813 w 44508"/>
                <a:gd name="csY43" fmla="*/ 47149 h 47371"/>
                <a:gd name="csX44" fmla="*/ 1304 w 44508"/>
                <a:gd name="csY44" fmla="*/ 47372 h 47371"/>
                <a:gd name="csX45" fmla="*/ 414 w 44508"/>
                <a:gd name="csY45" fmla="*/ 47118 h 47371"/>
                <a:gd name="csX46" fmla="*/ 64 w 44508"/>
                <a:gd name="csY46" fmla="*/ 46672 h 47371"/>
                <a:gd name="csX47" fmla="*/ 0 w 44508"/>
                <a:gd name="csY47" fmla="*/ 46131 h 47371"/>
                <a:gd name="csX48" fmla="*/ 95 w 44508"/>
                <a:gd name="csY48" fmla="*/ 42504 h 47371"/>
                <a:gd name="csX49" fmla="*/ 191 w 44508"/>
                <a:gd name="csY49" fmla="*/ 38845 h 47371"/>
                <a:gd name="csX50" fmla="*/ 0 w 44508"/>
                <a:gd name="csY50" fmla="*/ 30637 h 47371"/>
                <a:gd name="csX51" fmla="*/ 732 w 44508"/>
                <a:gd name="csY51" fmla="*/ 29651 h 47371"/>
                <a:gd name="csX52" fmla="*/ 1845 w 44508"/>
                <a:gd name="csY52" fmla="*/ 30001 h 47371"/>
                <a:gd name="csX53" fmla="*/ 2036 w 44508"/>
                <a:gd name="csY53" fmla="*/ 31210 h 47371"/>
                <a:gd name="csX54" fmla="*/ 3595 w 44508"/>
                <a:gd name="csY54" fmla="*/ 35060 h 47371"/>
                <a:gd name="csX55" fmla="*/ 4709 w 44508"/>
                <a:gd name="csY55" fmla="*/ 34677 h 47371"/>
                <a:gd name="csX56" fmla="*/ 24052 w 44508"/>
                <a:gd name="csY56" fmla="*/ 27519 h 47371"/>
                <a:gd name="csX57" fmla="*/ 6649 w 44508"/>
                <a:gd name="csY57" fmla="*/ 12407 h 47371"/>
                <a:gd name="csX58" fmla="*/ 6395 w 44508"/>
                <a:gd name="csY58" fmla="*/ 12185 h 47371"/>
                <a:gd name="csX59" fmla="*/ 5949 w 44508"/>
                <a:gd name="csY59" fmla="*/ 11835 h 47371"/>
                <a:gd name="csX60" fmla="*/ 5408 w 44508"/>
                <a:gd name="csY60" fmla="*/ 11421 h 47371"/>
                <a:gd name="csX61" fmla="*/ 4772 w 44508"/>
                <a:gd name="csY61" fmla="*/ 11039 h 47371"/>
                <a:gd name="csX62" fmla="*/ 4136 w 44508"/>
                <a:gd name="csY62" fmla="*/ 10753 h 47371"/>
                <a:gd name="csX63" fmla="*/ 3531 w 44508"/>
                <a:gd name="csY63" fmla="*/ 10626 h 47371"/>
                <a:gd name="csX64" fmla="*/ 2736 w 44508"/>
                <a:gd name="csY64" fmla="*/ 10912 h 47371"/>
                <a:gd name="csX65" fmla="*/ 2259 w 44508"/>
                <a:gd name="csY65" fmla="*/ 11644 h 47371"/>
                <a:gd name="csX66" fmla="*/ 2100 w 44508"/>
                <a:gd name="csY66" fmla="*/ 12407 h 47371"/>
                <a:gd name="csX67" fmla="*/ 2036 w 44508"/>
                <a:gd name="csY67" fmla="*/ 12980 h 47371"/>
                <a:gd name="csX68" fmla="*/ 1241 w 44508"/>
                <a:gd name="csY68" fmla="*/ 13966 h 47371"/>
                <a:gd name="csX69" fmla="*/ 382 w 44508"/>
                <a:gd name="csY69" fmla="*/ 13712 h 47371"/>
                <a:gd name="csX70" fmla="*/ 32 w 44508"/>
                <a:gd name="csY70" fmla="*/ 13267 h 47371"/>
                <a:gd name="csX71" fmla="*/ 0 w 44508"/>
                <a:gd name="csY71" fmla="*/ 12725 h 47371"/>
                <a:gd name="csX72" fmla="*/ 95 w 44508"/>
                <a:gd name="csY72" fmla="*/ 9480 h 47371"/>
                <a:gd name="csX73" fmla="*/ 191 w 44508"/>
                <a:gd name="csY73" fmla="*/ 6204 h 47371"/>
                <a:gd name="csX74" fmla="*/ 95 w 44508"/>
                <a:gd name="csY74" fmla="*/ 3500 h 47371"/>
                <a:gd name="csX75" fmla="*/ 0 w 44508"/>
                <a:gd name="csY75" fmla="*/ 859 h 47371"/>
                <a:gd name="csX76" fmla="*/ 795 w 44508"/>
                <a:gd name="csY76" fmla="*/ 0 h 4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44508" h="47371">
                  <a:moveTo>
                    <a:pt x="795" y="0"/>
                  </a:moveTo>
                  <a:cubicBezTo>
                    <a:pt x="1071" y="0"/>
                    <a:pt x="1294" y="32"/>
                    <a:pt x="1463" y="95"/>
                  </a:cubicBezTo>
                  <a:cubicBezTo>
                    <a:pt x="1633" y="138"/>
                    <a:pt x="1760" y="244"/>
                    <a:pt x="1845" y="413"/>
                  </a:cubicBezTo>
                  <a:cubicBezTo>
                    <a:pt x="1909" y="561"/>
                    <a:pt x="1951" y="689"/>
                    <a:pt x="1972" y="795"/>
                  </a:cubicBezTo>
                  <a:cubicBezTo>
                    <a:pt x="1994" y="880"/>
                    <a:pt x="2015" y="1050"/>
                    <a:pt x="2036" y="1304"/>
                  </a:cubicBezTo>
                  <a:cubicBezTo>
                    <a:pt x="2121" y="2343"/>
                    <a:pt x="2301" y="3298"/>
                    <a:pt x="2577" y="4167"/>
                  </a:cubicBezTo>
                  <a:cubicBezTo>
                    <a:pt x="2832" y="5037"/>
                    <a:pt x="3213" y="5843"/>
                    <a:pt x="3722" y="6585"/>
                  </a:cubicBezTo>
                  <a:cubicBezTo>
                    <a:pt x="4231" y="7306"/>
                    <a:pt x="4656" y="7868"/>
                    <a:pt x="4995" y="8271"/>
                  </a:cubicBezTo>
                  <a:cubicBezTo>
                    <a:pt x="5334" y="8653"/>
                    <a:pt x="5843" y="9184"/>
                    <a:pt x="6522" y="9862"/>
                  </a:cubicBezTo>
                  <a:lnTo>
                    <a:pt x="7445" y="10753"/>
                  </a:lnTo>
                  <a:lnTo>
                    <a:pt x="25993" y="26915"/>
                  </a:lnTo>
                  <a:cubicBezTo>
                    <a:pt x="26417" y="27296"/>
                    <a:pt x="27096" y="27604"/>
                    <a:pt x="28029" y="27837"/>
                  </a:cubicBezTo>
                  <a:lnTo>
                    <a:pt x="37223" y="30128"/>
                  </a:lnTo>
                  <a:cubicBezTo>
                    <a:pt x="39768" y="30722"/>
                    <a:pt x="41136" y="31019"/>
                    <a:pt x="41327" y="31019"/>
                  </a:cubicBezTo>
                  <a:cubicBezTo>
                    <a:pt x="41709" y="31019"/>
                    <a:pt x="41963" y="30913"/>
                    <a:pt x="42091" y="30700"/>
                  </a:cubicBezTo>
                  <a:cubicBezTo>
                    <a:pt x="42197" y="30468"/>
                    <a:pt x="42282" y="29991"/>
                    <a:pt x="42345" y="29269"/>
                  </a:cubicBezTo>
                  <a:lnTo>
                    <a:pt x="42504" y="26788"/>
                  </a:lnTo>
                  <a:cubicBezTo>
                    <a:pt x="42504" y="25812"/>
                    <a:pt x="42589" y="25250"/>
                    <a:pt x="42759" y="25101"/>
                  </a:cubicBezTo>
                  <a:cubicBezTo>
                    <a:pt x="42865" y="25017"/>
                    <a:pt x="43014" y="24974"/>
                    <a:pt x="43205" y="24974"/>
                  </a:cubicBezTo>
                  <a:cubicBezTo>
                    <a:pt x="43607" y="24974"/>
                    <a:pt x="43915" y="25059"/>
                    <a:pt x="44127" y="25229"/>
                  </a:cubicBezTo>
                  <a:cubicBezTo>
                    <a:pt x="44318" y="25377"/>
                    <a:pt x="44434" y="25526"/>
                    <a:pt x="44476" y="25674"/>
                  </a:cubicBezTo>
                  <a:cubicBezTo>
                    <a:pt x="44498" y="25801"/>
                    <a:pt x="44508" y="25982"/>
                    <a:pt x="44508" y="26215"/>
                  </a:cubicBezTo>
                  <a:lnTo>
                    <a:pt x="44318" y="34550"/>
                  </a:lnTo>
                  <a:lnTo>
                    <a:pt x="44508" y="42758"/>
                  </a:lnTo>
                  <a:cubicBezTo>
                    <a:pt x="44508" y="43373"/>
                    <a:pt x="44265" y="43681"/>
                    <a:pt x="43777" y="43681"/>
                  </a:cubicBezTo>
                  <a:cubicBezTo>
                    <a:pt x="43459" y="43681"/>
                    <a:pt x="43215" y="43660"/>
                    <a:pt x="43045" y="43618"/>
                  </a:cubicBezTo>
                  <a:cubicBezTo>
                    <a:pt x="42855" y="43554"/>
                    <a:pt x="42727" y="43427"/>
                    <a:pt x="42663" y="43236"/>
                  </a:cubicBezTo>
                  <a:cubicBezTo>
                    <a:pt x="42578" y="43045"/>
                    <a:pt x="42536" y="42875"/>
                    <a:pt x="42536" y="42726"/>
                  </a:cubicBezTo>
                  <a:cubicBezTo>
                    <a:pt x="42515" y="42578"/>
                    <a:pt x="42504" y="42303"/>
                    <a:pt x="42504" y="41900"/>
                  </a:cubicBezTo>
                  <a:cubicBezTo>
                    <a:pt x="42483" y="40924"/>
                    <a:pt x="42473" y="40192"/>
                    <a:pt x="42473" y="39704"/>
                  </a:cubicBezTo>
                  <a:cubicBezTo>
                    <a:pt x="42452" y="39195"/>
                    <a:pt x="42377" y="38697"/>
                    <a:pt x="42250" y="38209"/>
                  </a:cubicBezTo>
                  <a:cubicBezTo>
                    <a:pt x="42122" y="37721"/>
                    <a:pt x="42016" y="37393"/>
                    <a:pt x="41932" y="37223"/>
                  </a:cubicBezTo>
                  <a:cubicBezTo>
                    <a:pt x="41826" y="37032"/>
                    <a:pt x="41592" y="36830"/>
                    <a:pt x="41232" y="36619"/>
                  </a:cubicBezTo>
                  <a:cubicBezTo>
                    <a:pt x="40850" y="36385"/>
                    <a:pt x="40511" y="36237"/>
                    <a:pt x="40213" y="36173"/>
                  </a:cubicBezTo>
                  <a:cubicBezTo>
                    <a:pt x="39917" y="36088"/>
                    <a:pt x="39397" y="35961"/>
                    <a:pt x="38655" y="35791"/>
                  </a:cubicBezTo>
                  <a:cubicBezTo>
                    <a:pt x="37997" y="35622"/>
                    <a:pt x="35876" y="35091"/>
                    <a:pt x="32292" y="34200"/>
                  </a:cubicBezTo>
                  <a:cubicBezTo>
                    <a:pt x="28707" y="33309"/>
                    <a:pt x="26873" y="32864"/>
                    <a:pt x="26788" y="32864"/>
                  </a:cubicBezTo>
                  <a:cubicBezTo>
                    <a:pt x="26555" y="32864"/>
                    <a:pt x="26183" y="32949"/>
                    <a:pt x="25674" y="33118"/>
                  </a:cubicBezTo>
                  <a:lnTo>
                    <a:pt x="4231" y="41136"/>
                  </a:lnTo>
                  <a:cubicBezTo>
                    <a:pt x="3595" y="41370"/>
                    <a:pt x="3150" y="41582"/>
                    <a:pt x="2895" y="41773"/>
                  </a:cubicBezTo>
                  <a:cubicBezTo>
                    <a:pt x="2641" y="41963"/>
                    <a:pt x="2439" y="42377"/>
                    <a:pt x="2291" y="43014"/>
                  </a:cubicBezTo>
                  <a:cubicBezTo>
                    <a:pt x="2121" y="43649"/>
                    <a:pt x="2036" y="44604"/>
                    <a:pt x="2036" y="45877"/>
                  </a:cubicBezTo>
                  <a:cubicBezTo>
                    <a:pt x="2036" y="46237"/>
                    <a:pt x="2025" y="46502"/>
                    <a:pt x="2004" y="46672"/>
                  </a:cubicBezTo>
                  <a:cubicBezTo>
                    <a:pt x="1983" y="46842"/>
                    <a:pt x="1919" y="47000"/>
                    <a:pt x="1813" y="47149"/>
                  </a:cubicBezTo>
                  <a:cubicBezTo>
                    <a:pt x="1707" y="47297"/>
                    <a:pt x="1538" y="47372"/>
                    <a:pt x="1304" y="47372"/>
                  </a:cubicBezTo>
                  <a:cubicBezTo>
                    <a:pt x="901" y="47372"/>
                    <a:pt x="604" y="47287"/>
                    <a:pt x="414" y="47118"/>
                  </a:cubicBezTo>
                  <a:cubicBezTo>
                    <a:pt x="201" y="46947"/>
                    <a:pt x="85" y="46799"/>
                    <a:pt x="64" y="46672"/>
                  </a:cubicBezTo>
                  <a:cubicBezTo>
                    <a:pt x="21" y="46523"/>
                    <a:pt x="0" y="46343"/>
                    <a:pt x="0" y="46131"/>
                  </a:cubicBezTo>
                  <a:cubicBezTo>
                    <a:pt x="0" y="45600"/>
                    <a:pt x="32" y="44392"/>
                    <a:pt x="95" y="42504"/>
                  </a:cubicBezTo>
                  <a:cubicBezTo>
                    <a:pt x="159" y="40616"/>
                    <a:pt x="191" y="39397"/>
                    <a:pt x="191" y="38845"/>
                  </a:cubicBezTo>
                  <a:lnTo>
                    <a:pt x="0" y="30637"/>
                  </a:lnTo>
                  <a:cubicBezTo>
                    <a:pt x="0" y="29980"/>
                    <a:pt x="244" y="29651"/>
                    <a:pt x="732" y="29651"/>
                  </a:cubicBezTo>
                  <a:cubicBezTo>
                    <a:pt x="1326" y="29651"/>
                    <a:pt x="1697" y="29767"/>
                    <a:pt x="1845" y="30001"/>
                  </a:cubicBezTo>
                  <a:cubicBezTo>
                    <a:pt x="1972" y="30234"/>
                    <a:pt x="2036" y="30637"/>
                    <a:pt x="2036" y="31210"/>
                  </a:cubicBezTo>
                  <a:cubicBezTo>
                    <a:pt x="2036" y="33776"/>
                    <a:pt x="2556" y="35060"/>
                    <a:pt x="3595" y="35060"/>
                  </a:cubicBezTo>
                  <a:cubicBezTo>
                    <a:pt x="3722" y="35060"/>
                    <a:pt x="4093" y="34932"/>
                    <a:pt x="4709" y="34677"/>
                  </a:cubicBezTo>
                  <a:lnTo>
                    <a:pt x="24052" y="27519"/>
                  </a:lnTo>
                  <a:lnTo>
                    <a:pt x="6649" y="12407"/>
                  </a:lnTo>
                  <a:lnTo>
                    <a:pt x="6395" y="12185"/>
                  </a:lnTo>
                  <a:cubicBezTo>
                    <a:pt x="6225" y="12058"/>
                    <a:pt x="6077" y="11941"/>
                    <a:pt x="5949" y="11835"/>
                  </a:cubicBezTo>
                  <a:cubicBezTo>
                    <a:pt x="5822" y="11729"/>
                    <a:pt x="5642" y="11591"/>
                    <a:pt x="5408" y="11421"/>
                  </a:cubicBezTo>
                  <a:cubicBezTo>
                    <a:pt x="5175" y="11251"/>
                    <a:pt x="4963" y="11124"/>
                    <a:pt x="4772" y="11039"/>
                  </a:cubicBezTo>
                  <a:cubicBezTo>
                    <a:pt x="4581" y="10933"/>
                    <a:pt x="4369" y="10838"/>
                    <a:pt x="4136" y="10753"/>
                  </a:cubicBezTo>
                  <a:cubicBezTo>
                    <a:pt x="3903" y="10668"/>
                    <a:pt x="3701" y="10626"/>
                    <a:pt x="3531" y="10626"/>
                  </a:cubicBezTo>
                  <a:cubicBezTo>
                    <a:pt x="3213" y="10626"/>
                    <a:pt x="2948" y="10721"/>
                    <a:pt x="2736" y="10912"/>
                  </a:cubicBezTo>
                  <a:cubicBezTo>
                    <a:pt x="2503" y="11103"/>
                    <a:pt x="2344" y="11347"/>
                    <a:pt x="2259" y="11644"/>
                  </a:cubicBezTo>
                  <a:cubicBezTo>
                    <a:pt x="2174" y="11940"/>
                    <a:pt x="2121" y="12195"/>
                    <a:pt x="2100" y="12407"/>
                  </a:cubicBezTo>
                  <a:cubicBezTo>
                    <a:pt x="2057" y="12619"/>
                    <a:pt x="2036" y="12810"/>
                    <a:pt x="2036" y="12980"/>
                  </a:cubicBezTo>
                  <a:cubicBezTo>
                    <a:pt x="2036" y="13637"/>
                    <a:pt x="1771" y="13966"/>
                    <a:pt x="1241" y="13966"/>
                  </a:cubicBezTo>
                  <a:cubicBezTo>
                    <a:pt x="859" y="13966"/>
                    <a:pt x="573" y="13882"/>
                    <a:pt x="382" y="13712"/>
                  </a:cubicBezTo>
                  <a:cubicBezTo>
                    <a:pt x="170" y="13542"/>
                    <a:pt x="53" y="13394"/>
                    <a:pt x="32" y="13267"/>
                  </a:cubicBezTo>
                  <a:cubicBezTo>
                    <a:pt x="11" y="13118"/>
                    <a:pt x="0" y="12938"/>
                    <a:pt x="0" y="12725"/>
                  </a:cubicBezTo>
                  <a:cubicBezTo>
                    <a:pt x="0" y="12026"/>
                    <a:pt x="32" y="10944"/>
                    <a:pt x="95" y="9480"/>
                  </a:cubicBezTo>
                  <a:cubicBezTo>
                    <a:pt x="159" y="8017"/>
                    <a:pt x="191" y="6925"/>
                    <a:pt x="191" y="6204"/>
                  </a:cubicBezTo>
                  <a:cubicBezTo>
                    <a:pt x="191" y="5610"/>
                    <a:pt x="159" y="4708"/>
                    <a:pt x="95" y="3500"/>
                  </a:cubicBezTo>
                  <a:cubicBezTo>
                    <a:pt x="32" y="2291"/>
                    <a:pt x="0" y="1410"/>
                    <a:pt x="0" y="859"/>
                  </a:cubicBezTo>
                  <a:cubicBezTo>
                    <a:pt x="0" y="286"/>
                    <a:pt x="265" y="0"/>
                    <a:pt x="79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1" name="Freeform 3520">
              <a:extLst>
                <a:ext uri="{FF2B5EF4-FFF2-40B4-BE49-F238E27FC236}">
                  <a16:creationId xmlns:a16="http://schemas.microsoft.com/office/drawing/2014/main" id="{A1A5192C-67E4-1357-2F36-B223F2121FBB}"/>
                </a:ext>
              </a:extLst>
            </p:cNvPr>
            <p:cNvSpPr/>
            <p:nvPr/>
          </p:nvSpPr>
          <p:spPr>
            <a:xfrm>
              <a:off x="6074892" y="2068560"/>
              <a:ext cx="93080" cy="21588"/>
            </a:xfrm>
            <a:custGeom>
              <a:avLst/>
              <a:gdLst>
                <a:gd name="csX0" fmla="*/ 46540 w 93080"/>
                <a:gd name="csY0" fmla="*/ 21588 h 21588"/>
                <a:gd name="csX1" fmla="*/ 18134 w 93080"/>
                <a:gd name="csY1" fmla="*/ 15725 h 21588"/>
                <a:gd name="csX2" fmla="*/ 8363 w 93080"/>
                <a:gd name="csY2" fmla="*/ 9725 h 21588"/>
                <a:gd name="csX3" fmla="*/ 1954 w 93080"/>
                <a:gd name="csY3" fmla="*/ 3908 h 21588"/>
                <a:gd name="csX4" fmla="*/ 0 w 93080"/>
                <a:gd name="csY4" fmla="*/ 954 h 21588"/>
                <a:gd name="csX5" fmla="*/ 909 w 93080"/>
                <a:gd name="csY5" fmla="*/ 0 h 21588"/>
                <a:gd name="csX6" fmla="*/ 2500 w 93080"/>
                <a:gd name="csY6" fmla="*/ 1226 h 21588"/>
                <a:gd name="csX7" fmla="*/ 46540 w 93080"/>
                <a:gd name="csY7" fmla="*/ 16179 h 21588"/>
                <a:gd name="csX8" fmla="*/ 90081 w 93080"/>
                <a:gd name="csY8" fmla="*/ 1590 h 21588"/>
                <a:gd name="csX9" fmla="*/ 92172 w 93080"/>
                <a:gd name="csY9" fmla="*/ 0 h 21588"/>
                <a:gd name="csX10" fmla="*/ 93081 w 93080"/>
                <a:gd name="csY10" fmla="*/ 954 h 21588"/>
                <a:gd name="csX11" fmla="*/ 91217 w 93080"/>
                <a:gd name="csY11" fmla="*/ 3818 h 21588"/>
                <a:gd name="csX12" fmla="*/ 85082 w 93080"/>
                <a:gd name="csY12" fmla="*/ 9498 h 21588"/>
                <a:gd name="csX13" fmla="*/ 75583 w 93080"/>
                <a:gd name="csY13" fmla="*/ 15453 h 21588"/>
                <a:gd name="csX14" fmla="*/ 46540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46540" y="21588"/>
                  </a:moveTo>
                  <a:cubicBezTo>
                    <a:pt x="36057" y="21588"/>
                    <a:pt x="26588" y="19634"/>
                    <a:pt x="18134" y="15725"/>
                  </a:cubicBezTo>
                  <a:cubicBezTo>
                    <a:pt x="14589" y="14059"/>
                    <a:pt x="11332" y="12059"/>
                    <a:pt x="8363" y="9725"/>
                  </a:cubicBezTo>
                  <a:cubicBezTo>
                    <a:pt x="5393" y="7392"/>
                    <a:pt x="3257" y="5453"/>
                    <a:pt x="1954" y="3908"/>
                  </a:cubicBezTo>
                  <a:cubicBezTo>
                    <a:pt x="651" y="2363"/>
                    <a:pt x="0" y="1378"/>
                    <a:pt x="0" y="954"/>
                  </a:cubicBezTo>
                  <a:cubicBezTo>
                    <a:pt x="0" y="348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6"/>
                  </a:cubicBezTo>
                  <a:cubicBezTo>
                    <a:pt x="12680" y="11225"/>
                    <a:pt x="27361" y="16210"/>
                    <a:pt x="46540" y="16179"/>
                  </a:cubicBezTo>
                  <a:cubicBezTo>
                    <a:pt x="65781" y="16179"/>
                    <a:pt x="80294" y="11316"/>
                    <a:pt x="90081" y="1590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4"/>
                  </a:cubicBezTo>
                  <a:cubicBezTo>
                    <a:pt x="93081" y="1378"/>
                    <a:pt x="92460" y="2333"/>
                    <a:pt x="91217" y="3818"/>
                  </a:cubicBezTo>
                  <a:cubicBezTo>
                    <a:pt x="89975" y="5302"/>
                    <a:pt x="87930" y="7196"/>
                    <a:pt x="85082" y="9498"/>
                  </a:cubicBezTo>
                  <a:cubicBezTo>
                    <a:pt x="82233" y="11801"/>
                    <a:pt x="79067" y="13786"/>
                    <a:pt x="75583" y="15453"/>
                  </a:cubicBezTo>
                  <a:cubicBezTo>
                    <a:pt x="67129" y="19543"/>
                    <a:pt x="57448" y="21588"/>
                    <a:pt x="46540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" name="Freeform 3521">
              <a:extLst>
                <a:ext uri="{FF2B5EF4-FFF2-40B4-BE49-F238E27FC236}">
                  <a16:creationId xmlns:a16="http://schemas.microsoft.com/office/drawing/2014/main" id="{6D331C18-A659-658F-6002-8AC9C03EE566}"/>
                </a:ext>
              </a:extLst>
            </p:cNvPr>
            <p:cNvSpPr/>
            <p:nvPr/>
          </p:nvSpPr>
          <p:spPr>
            <a:xfrm>
              <a:off x="6103571" y="2018536"/>
              <a:ext cx="60220" cy="42950"/>
            </a:xfrm>
            <a:custGeom>
              <a:avLst/>
              <a:gdLst>
                <a:gd name="csX0" fmla="*/ 3545 w 60220"/>
                <a:gd name="csY0" fmla="*/ 0 h 42950"/>
                <a:gd name="csX1" fmla="*/ 5681 w 60220"/>
                <a:gd name="csY1" fmla="*/ 409 h 42950"/>
                <a:gd name="csX2" fmla="*/ 41223 w 60220"/>
                <a:gd name="csY2" fmla="*/ 9318 h 42950"/>
                <a:gd name="csX3" fmla="*/ 54676 w 60220"/>
                <a:gd name="csY3" fmla="*/ 17635 h 42950"/>
                <a:gd name="csX4" fmla="*/ 60221 w 60220"/>
                <a:gd name="csY4" fmla="*/ 31133 h 42950"/>
                <a:gd name="csX5" fmla="*/ 57903 w 60220"/>
                <a:gd name="csY5" fmla="*/ 38224 h 42950"/>
                <a:gd name="csX6" fmla="*/ 52131 w 60220"/>
                <a:gd name="csY6" fmla="*/ 40996 h 42950"/>
                <a:gd name="csX7" fmla="*/ 47540 w 60220"/>
                <a:gd name="csY7" fmla="*/ 39360 h 42950"/>
                <a:gd name="csX8" fmla="*/ 46086 w 60220"/>
                <a:gd name="csY8" fmla="*/ 35769 h 42950"/>
                <a:gd name="csX9" fmla="*/ 46268 w 60220"/>
                <a:gd name="csY9" fmla="*/ 34451 h 42950"/>
                <a:gd name="csX10" fmla="*/ 47222 w 60220"/>
                <a:gd name="csY10" fmla="*/ 33043 h 42950"/>
                <a:gd name="csX11" fmla="*/ 49313 w 60220"/>
                <a:gd name="csY11" fmla="*/ 32315 h 42950"/>
                <a:gd name="csX12" fmla="*/ 53131 w 60220"/>
                <a:gd name="csY12" fmla="*/ 34179 h 42950"/>
                <a:gd name="csX13" fmla="*/ 54085 w 60220"/>
                <a:gd name="csY13" fmla="*/ 35951 h 42950"/>
                <a:gd name="csX14" fmla="*/ 54267 w 60220"/>
                <a:gd name="csY14" fmla="*/ 38178 h 42950"/>
                <a:gd name="csX15" fmla="*/ 56403 w 60220"/>
                <a:gd name="csY15" fmla="*/ 36632 h 42950"/>
                <a:gd name="csX16" fmla="*/ 57585 w 60220"/>
                <a:gd name="csY16" fmla="*/ 34497 h 42950"/>
                <a:gd name="csX17" fmla="*/ 58039 w 60220"/>
                <a:gd name="csY17" fmla="*/ 32633 h 42950"/>
                <a:gd name="csX18" fmla="*/ 58176 w 60220"/>
                <a:gd name="csY18" fmla="*/ 31133 h 42950"/>
                <a:gd name="csX19" fmla="*/ 52313 w 60220"/>
                <a:gd name="csY19" fmla="*/ 20862 h 42950"/>
                <a:gd name="csX20" fmla="*/ 48767 w 60220"/>
                <a:gd name="csY20" fmla="*/ 18589 h 42950"/>
                <a:gd name="csX21" fmla="*/ 44904 w 60220"/>
                <a:gd name="csY21" fmla="*/ 16862 h 42950"/>
                <a:gd name="csX22" fmla="*/ 41677 w 60220"/>
                <a:gd name="csY22" fmla="*/ 15816 h 42950"/>
                <a:gd name="csX23" fmla="*/ 37950 w 60220"/>
                <a:gd name="csY23" fmla="*/ 14817 h 42950"/>
                <a:gd name="csX24" fmla="*/ 42177 w 60220"/>
                <a:gd name="csY24" fmla="*/ 24225 h 42950"/>
                <a:gd name="csX25" fmla="*/ 41586 w 60220"/>
                <a:gd name="csY25" fmla="*/ 28361 h 42950"/>
                <a:gd name="csX26" fmla="*/ 39768 w 60220"/>
                <a:gd name="csY26" fmla="*/ 31951 h 42950"/>
                <a:gd name="csX27" fmla="*/ 36269 w 60220"/>
                <a:gd name="csY27" fmla="*/ 34633 h 42950"/>
                <a:gd name="csX28" fmla="*/ 31088 w 60220"/>
                <a:gd name="csY28" fmla="*/ 35587 h 42950"/>
                <a:gd name="csX29" fmla="*/ 23679 w 60220"/>
                <a:gd name="csY29" fmla="*/ 34360 h 42950"/>
                <a:gd name="csX30" fmla="*/ 11544 w 60220"/>
                <a:gd name="csY30" fmla="*/ 30179 h 42950"/>
                <a:gd name="csX31" fmla="*/ 5000 w 60220"/>
                <a:gd name="csY31" fmla="*/ 28588 h 42950"/>
                <a:gd name="csX32" fmla="*/ 3318 w 60220"/>
                <a:gd name="csY32" fmla="*/ 28815 h 42950"/>
                <a:gd name="csX33" fmla="*/ 2409 w 60220"/>
                <a:gd name="csY33" fmla="*/ 29497 h 42950"/>
                <a:gd name="csX34" fmla="*/ 2091 w 60220"/>
                <a:gd name="csY34" fmla="*/ 30224 h 42950"/>
                <a:gd name="csX35" fmla="*/ 2045 w 60220"/>
                <a:gd name="csY35" fmla="*/ 30906 h 42950"/>
                <a:gd name="csX36" fmla="*/ 4772 w 60220"/>
                <a:gd name="csY36" fmla="*/ 36087 h 42950"/>
                <a:gd name="csX37" fmla="*/ 13590 w 60220"/>
                <a:gd name="csY37" fmla="*/ 40314 h 42950"/>
                <a:gd name="csX38" fmla="*/ 14998 w 60220"/>
                <a:gd name="csY38" fmla="*/ 40905 h 42950"/>
                <a:gd name="csX39" fmla="*/ 15271 w 60220"/>
                <a:gd name="csY39" fmla="*/ 41814 h 42950"/>
                <a:gd name="csX40" fmla="*/ 14317 w 60220"/>
                <a:gd name="csY40" fmla="*/ 42950 h 42950"/>
                <a:gd name="csX41" fmla="*/ 12544 w 60220"/>
                <a:gd name="csY41" fmla="*/ 42541 h 42950"/>
                <a:gd name="csX42" fmla="*/ 8954 w 60220"/>
                <a:gd name="csY42" fmla="*/ 41178 h 42950"/>
                <a:gd name="csX43" fmla="*/ 4818 w 60220"/>
                <a:gd name="csY43" fmla="*/ 38814 h 42950"/>
                <a:gd name="csX44" fmla="*/ 1409 w 60220"/>
                <a:gd name="csY44" fmla="*/ 35315 h 42950"/>
                <a:gd name="csX45" fmla="*/ 0 w 60220"/>
                <a:gd name="csY45" fmla="*/ 30634 h 42950"/>
                <a:gd name="csX46" fmla="*/ 2227 w 60220"/>
                <a:gd name="csY46" fmla="*/ 25134 h 42950"/>
                <a:gd name="csX47" fmla="*/ 7636 w 60220"/>
                <a:gd name="csY47" fmla="*/ 22998 h 42950"/>
                <a:gd name="csX48" fmla="*/ 10135 w 60220"/>
                <a:gd name="csY48" fmla="*/ 23362 h 42950"/>
                <a:gd name="csX49" fmla="*/ 14317 w 60220"/>
                <a:gd name="csY49" fmla="*/ 24862 h 42950"/>
                <a:gd name="csX50" fmla="*/ 32587 w 60220"/>
                <a:gd name="csY50" fmla="*/ 29633 h 42950"/>
                <a:gd name="csX51" fmla="*/ 35269 w 60220"/>
                <a:gd name="csY51" fmla="*/ 29406 h 42950"/>
                <a:gd name="csX52" fmla="*/ 37632 w 60220"/>
                <a:gd name="csY52" fmla="*/ 28543 h 42950"/>
                <a:gd name="csX53" fmla="*/ 39450 w 60220"/>
                <a:gd name="csY53" fmla="*/ 26770 h 42950"/>
                <a:gd name="csX54" fmla="*/ 40087 w 60220"/>
                <a:gd name="csY54" fmla="*/ 23861 h 42950"/>
                <a:gd name="csX55" fmla="*/ 39087 w 60220"/>
                <a:gd name="csY55" fmla="*/ 19725 h 42950"/>
                <a:gd name="csX56" fmla="*/ 36632 w 60220"/>
                <a:gd name="csY56" fmla="*/ 16407 h 42950"/>
                <a:gd name="csX57" fmla="*/ 34042 w 60220"/>
                <a:gd name="csY57" fmla="*/ 14317 h 42950"/>
                <a:gd name="csX58" fmla="*/ 32178 w 60220"/>
                <a:gd name="csY58" fmla="*/ 13317 h 42950"/>
                <a:gd name="csX59" fmla="*/ 15453 w 60220"/>
                <a:gd name="csY59" fmla="*/ 9135 h 42950"/>
                <a:gd name="csX60" fmla="*/ 7999 w 60220"/>
                <a:gd name="csY60" fmla="*/ 7273 h 42950"/>
                <a:gd name="csX61" fmla="*/ 2954 w 60220"/>
                <a:gd name="csY61" fmla="*/ 6000 h 42950"/>
                <a:gd name="csX62" fmla="*/ 1500 w 60220"/>
                <a:gd name="csY62" fmla="*/ 4500 h 42950"/>
                <a:gd name="csX63" fmla="*/ 1000 w 60220"/>
                <a:gd name="csY63" fmla="*/ 2727 h 42950"/>
                <a:gd name="csX64" fmla="*/ 1682 w 60220"/>
                <a:gd name="csY64" fmla="*/ 819 h 42950"/>
                <a:gd name="csX65" fmla="*/ 3545 w 60220"/>
                <a:gd name="csY65" fmla="*/ 0 h 429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60220" h="42950">
                  <a:moveTo>
                    <a:pt x="3545" y="0"/>
                  </a:moveTo>
                  <a:cubicBezTo>
                    <a:pt x="3969" y="0"/>
                    <a:pt x="4681" y="136"/>
                    <a:pt x="5681" y="409"/>
                  </a:cubicBezTo>
                  <a:lnTo>
                    <a:pt x="41223" y="9318"/>
                  </a:lnTo>
                  <a:cubicBezTo>
                    <a:pt x="46495" y="10621"/>
                    <a:pt x="50979" y="13393"/>
                    <a:pt x="54676" y="17635"/>
                  </a:cubicBezTo>
                  <a:cubicBezTo>
                    <a:pt x="58372" y="21847"/>
                    <a:pt x="60221" y="26346"/>
                    <a:pt x="60221" y="31133"/>
                  </a:cubicBezTo>
                  <a:cubicBezTo>
                    <a:pt x="60221" y="34012"/>
                    <a:pt x="59448" y="36375"/>
                    <a:pt x="57903" y="38224"/>
                  </a:cubicBezTo>
                  <a:cubicBezTo>
                    <a:pt x="56388" y="40072"/>
                    <a:pt x="54464" y="40996"/>
                    <a:pt x="52131" y="40996"/>
                  </a:cubicBezTo>
                  <a:cubicBezTo>
                    <a:pt x="50070" y="40996"/>
                    <a:pt x="48540" y="40451"/>
                    <a:pt x="47540" y="39360"/>
                  </a:cubicBezTo>
                  <a:cubicBezTo>
                    <a:pt x="46571" y="38269"/>
                    <a:pt x="46086" y="37072"/>
                    <a:pt x="46086" y="35769"/>
                  </a:cubicBezTo>
                  <a:cubicBezTo>
                    <a:pt x="46086" y="35345"/>
                    <a:pt x="46147" y="34906"/>
                    <a:pt x="46268" y="34451"/>
                  </a:cubicBezTo>
                  <a:cubicBezTo>
                    <a:pt x="46389" y="33997"/>
                    <a:pt x="46707" y="33527"/>
                    <a:pt x="47222" y="33043"/>
                  </a:cubicBezTo>
                  <a:cubicBezTo>
                    <a:pt x="47737" y="32557"/>
                    <a:pt x="48434" y="32315"/>
                    <a:pt x="49313" y="32315"/>
                  </a:cubicBezTo>
                  <a:cubicBezTo>
                    <a:pt x="50737" y="32315"/>
                    <a:pt x="52010" y="32936"/>
                    <a:pt x="53131" y="34179"/>
                  </a:cubicBezTo>
                  <a:cubicBezTo>
                    <a:pt x="53646" y="34785"/>
                    <a:pt x="53964" y="35376"/>
                    <a:pt x="54085" y="35951"/>
                  </a:cubicBezTo>
                  <a:cubicBezTo>
                    <a:pt x="54206" y="36497"/>
                    <a:pt x="54267" y="37239"/>
                    <a:pt x="54267" y="38178"/>
                  </a:cubicBezTo>
                  <a:cubicBezTo>
                    <a:pt x="55115" y="37814"/>
                    <a:pt x="55827" y="37299"/>
                    <a:pt x="56403" y="36632"/>
                  </a:cubicBezTo>
                  <a:cubicBezTo>
                    <a:pt x="56979" y="35966"/>
                    <a:pt x="57373" y="35254"/>
                    <a:pt x="57585" y="34497"/>
                  </a:cubicBezTo>
                  <a:cubicBezTo>
                    <a:pt x="57827" y="33740"/>
                    <a:pt x="57979" y="33118"/>
                    <a:pt x="58039" y="32633"/>
                  </a:cubicBezTo>
                  <a:cubicBezTo>
                    <a:pt x="58130" y="32118"/>
                    <a:pt x="58176" y="31618"/>
                    <a:pt x="58176" y="31133"/>
                  </a:cubicBezTo>
                  <a:cubicBezTo>
                    <a:pt x="58176" y="27255"/>
                    <a:pt x="56221" y="23831"/>
                    <a:pt x="52313" y="20862"/>
                  </a:cubicBezTo>
                  <a:cubicBezTo>
                    <a:pt x="51131" y="19983"/>
                    <a:pt x="49949" y="19226"/>
                    <a:pt x="48767" y="18589"/>
                  </a:cubicBezTo>
                  <a:cubicBezTo>
                    <a:pt x="47616" y="17922"/>
                    <a:pt x="46328" y="17347"/>
                    <a:pt x="44904" y="16862"/>
                  </a:cubicBezTo>
                  <a:cubicBezTo>
                    <a:pt x="43510" y="16377"/>
                    <a:pt x="42435" y="16029"/>
                    <a:pt x="41677" y="15816"/>
                  </a:cubicBezTo>
                  <a:cubicBezTo>
                    <a:pt x="40920" y="15575"/>
                    <a:pt x="39678" y="15241"/>
                    <a:pt x="37950" y="14817"/>
                  </a:cubicBezTo>
                  <a:cubicBezTo>
                    <a:pt x="40768" y="17635"/>
                    <a:pt x="42177" y="20771"/>
                    <a:pt x="42177" y="24225"/>
                  </a:cubicBezTo>
                  <a:cubicBezTo>
                    <a:pt x="42177" y="25679"/>
                    <a:pt x="41980" y="27058"/>
                    <a:pt x="41586" y="28361"/>
                  </a:cubicBezTo>
                  <a:cubicBezTo>
                    <a:pt x="41192" y="29634"/>
                    <a:pt x="40587" y="30830"/>
                    <a:pt x="39768" y="31951"/>
                  </a:cubicBezTo>
                  <a:cubicBezTo>
                    <a:pt x="38920" y="33073"/>
                    <a:pt x="37754" y="33967"/>
                    <a:pt x="36269" y="34633"/>
                  </a:cubicBezTo>
                  <a:cubicBezTo>
                    <a:pt x="34784" y="35269"/>
                    <a:pt x="33057" y="35587"/>
                    <a:pt x="31088" y="35587"/>
                  </a:cubicBezTo>
                  <a:cubicBezTo>
                    <a:pt x="28997" y="35587"/>
                    <a:pt x="26527" y="35178"/>
                    <a:pt x="23679" y="34360"/>
                  </a:cubicBezTo>
                  <a:cubicBezTo>
                    <a:pt x="20831" y="33542"/>
                    <a:pt x="16786" y="32148"/>
                    <a:pt x="11544" y="30179"/>
                  </a:cubicBezTo>
                  <a:cubicBezTo>
                    <a:pt x="8605" y="29118"/>
                    <a:pt x="6424" y="28588"/>
                    <a:pt x="5000" y="28588"/>
                  </a:cubicBezTo>
                  <a:cubicBezTo>
                    <a:pt x="4303" y="28588"/>
                    <a:pt x="3742" y="28664"/>
                    <a:pt x="3318" y="28815"/>
                  </a:cubicBezTo>
                  <a:cubicBezTo>
                    <a:pt x="2863" y="28967"/>
                    <a:pt x="2560" y="29194"/>
                    <a:pt x="2409" y="29497"/>
                  </a:cubicBezTo>
                  <a:cubicBezTo>
                    <a:pt x="2227" y="29800"/>
                    <a:pt x="2121" y="30042"/>
                    <a:pt x="2091" y="30224"/>
                  </a:cubicBezTo>
                  <a:cubicBezTo>
                    <a:pt x="2060" y="30376"/>
                    <a:pt x="2045" y="30603"/>
                    <a:pt x="2045" y="30906"/>
                  </a:cubicBezTo>
                  <a:cubicBezTo>
                    <a:pt x="2045" y="32694"/>
                    <a:pt x="2954" y="34421"/>
                    <a:pt x="4772" y="36087"/>
                  </a:cubicBezTo>
                  <a:cubicBezTo>
                    <a:pt x="6590" y="37754"/>
                    <a:pt x="9529" y="39163"/>
                    <a:pt x="13590" y="40314"/>
                  </a:cubicBezTo>
                  <a:cubicBezTo>
                    <a:pt x="14347" y="40557"/>
                    <a:pt x="14817" y="40754"/>
                    <a:pt x="14998" y="40905"/>
                  </a:cubicBezTo>
                  <a:cubicBezTo>
                    <a:pt x="15180" y="41057"/>
                    <a:pt x="15271" y="41360"/>
                    <a:pt x="15271" y="41814"/>
                  </a:cubicBezTo>
                  <a:cubicBezTo>
                    <a:pt x="15241" y="42572"/>
                    <a:pt x="14923" y="42950"/>
                    <a:pt x="14317" y="42950"/>
                  </a:cubicBezTo>
                  <a:cubicBezTo>
                    <a:pt x="14074" y="42950"/>
                    <a:pt x="13483" y="42814"/>
                    <a:pt x="12544" y="42541"/>
                  </a:cubicBezTo>
                  <a:cubicBezTo>
                    <a:pt x="11575" y="42269"/>
                    <a:pt x="10378" y="41814"/>
                    <a:pt x="8954" y="41178"/>
                  </a:cubicBezTo>
                  <a:cubicBezTo>
                    <a:pt x="7499" y="40511"/>
                    <a:pt x="6121" y="39723"/>
                    <a:pt x="4818" y="38814"/>
                  </a:cubicBezTo>
                  <a:cubicBezTo>
                    <a:pt x="3484" y="37906"/>
                    <a:pt x="2348" y="36739"/>
                    <a:pt x="1409" y="35315"/>
                  </a:cubicBezTo>
                  <a:cubicBezTo>
                    <a:pt x="470" y="33860"/>
                    <a:pt x="0" y="32300"/>
                    <a:pt x="0" y="30634"/>
                  </a:cubicBezTo>
                  <a:cubicBezTo>
                    <a:pt x="0" y="28361"/>
                    <a:pt x="742" y="26528"/>
                    <a:pt x="2227" y="25134"/>
                  </a:cubicBezTo>
                  <a:cubicBezTo>
                    <a:pt x="3681" y="23710"/>
                    <a:pt x="5484" y="22998"/>
                    <a:pt x="7636" y="22998"/>
                  </a:cubicBezTo>
                  <a:cubicBezTo>
                    <a:pt x="8514" y="22998"/>
                    <a:pt x="9348" y="23119"/>
                    <a:pt x="10135" y="23362"/>
                  </a:cubicBezTo>
                  <a:cubicBezTo>
                    <a:pt x="10893" y="23574"/>
                    <a:pt x="12287" y="24074"/>
                    <a:pt x="14317" y="24862"/>
                  </a:cubicBezTo>
                  <a:cubicBezTo>
                    <a:pt x="22498" y="28043"/>
                    <a:pt x="28588" y="29633"/>
                    <a:pt x="32587" y="29633"/>
                  </a:cubicBezTo>
                  <a:cubicBezTo>
                    <a:pt x="33557" y="29633"/>
                    <a:pt x="34451" y="29558"/>
                    <a:pt x="35269" y="29406"/>
                  </a:cubicBezTo>
                  <a:cubicBezTo>
                    <a:pt x="36057" y="29224"/>
                    <a:pt x="36844" y="28937"/>
                    <a:pt x="37632" y="28543"/>
                  </a:cubicBezTo>
                  <a:cubicBezTo>
                    <a:pt x="38390" y="28149"/>
                    <a:pt x="38996" y="27558"/>
                    <a:pt x="39450" y="26770"/>
                  </a:cubicBezTo>
                  <a:cubicBezTo>
                    <a:pt x="39874" y="25952"/>
                    <a:pt x="40087" y="24982"/>
                    <a:pt x="40087" y="23861"/>
                  </a:cubicBezTo>
                  <a:cubicBezTo>
                    <a:pt x="40087" y="22437"/>
                    <a:pt x="39753" y="21058"/>
                    <a:pt x="39087" y="19725"/>
                  </a:cubicBezTo>
                  <a:cubicBezTo>
                    <a:pt x="38390" y="18362"/>
                    <a:pt x="37572" y="17256"/>
                    <a:pt x="36632" y="16407"/>
                  </a:cubicBezTo>
                  <a:cubicBezTo>
                    <a:pt x="35693" y="15529"/>
                    <a:pt x="34830" y="14832"/>
                    <a:pt x="34042" y="14317"/>
                  </a:cubicBezTo>
                  <a:cubicBezTo>
                    <a:pt x="33224" y="13771"/>
                    <a:pt x="32603" y="13438"/>
                    <a:pt x="32178" y="13317"/>
                  </a:cubicBezTo>
                  <a:lnTo>
                    <a:pt x="15453" y="9135"/>
                  </a:lnTo>
                  <a:lnTo>
                    <a:pt x="7999" y="7273"/>
                  </a:lnTo>
                  <a:cubicBezTo>
                    <a:pt x="5303" y="6697"/>
                    <a:pt x="3621" y="6273"/>
                    <a:pt x="2954" y="6000"/>
                  </a:cubicBezTo>
                  <a:cubicBezTo>
                    <a:pt x="2318" y="5636"/>
                    <a:pt x="1833" y="5136"/>
                    <a:pt x="1500" y="4500"/>
                  </a:cubicBezTo>
                  <a:cubicBezTo>
                    <a:pt x="1167" y="3863"/>
                    <a:pt x="1000" y="3273"/>
                    <a:pt x="1000" y="2727"/>
                  </a:cubicBezTo>
                  <a:cubicBezTo>
                    <a:pt x="1000" y="1970"/>
                    <a:pt x="1227" y="1334"/>
                    <a:pt x="1682" y="819"/>
                  </a:cubicBezTo>
                  <a:cubicBezTo>
                    <a:pt x="2136" y="273"/>
                    <a:pt x="2757" y="0"/>
                    <a:pt x="354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3" name="Freeform 3522">
              <a:extLst>
                <a:ext uri="{FF2B5EF4-FFF2-40B4-BE49-F238E27FC236}">
                  <a16:creationId xmlns:a16="http://schemas.microsoft.com/office/drawing/2014/main" id="{8AFF4F56-3ACB-8E43-F01F-ACDA6B589EA0}"/>
                </a:ext>
              </a:extLst>
            </p:cNvPr>
            <p:cNvSpPr/>
            <p:nvPr/>
          </p:nvSpPr>
          <p:spPr>
            <a:xfrm>
              <a:off x="6074892" y="1988044"/>
              <a:ext cx="93080" cy="21588"/>
            </a:xfrm>
            <a:custGeom>
              <a:avLst/>
              <a:gdLst>
                <a:gd name="csX0" fmla="*/ 92172 w 93080"/>
                <a:gd name="csY0" fmla="*/ 21588 h 21588"/>
                <a:gd name="csX1" fmla="*/ 90581 w 93080"/>
                <a:gd name="csY1" fmla="*/ 20407 h 21588"/>
                <a:gd name="csX2" fmla="*/ 46540 w 93080"/>
                <a:gd name="csY2" fmla="*/ 5409 h 21588"/>
                <a:gd name="csX3" fmla="*/ 3091 w 93080"/>
                <a:gd name="csY3" fmla="*/ 19816 h 21588"/>
                <a:gd name="csX4" fmla="*/ 909 w 93080"/>
                <a:gd name="csY4" fmla="*/ 21588 h 21588"/>
                <a:gd name="csX5" fmla="*/ 0 w 93080"/>
                <a:gd name="csY5" fmla="*/ 20679 h 21588"/>
                <a:gd name="csX6" fmla="*/ 1863 w 93080"/>
                <a:gd name="csY6" fmla="*/ 17816 h 21588"/>
                <a:gd name="csX7" fmla="*/ 7999 w 93080"/>
                <a:gd name="csY7" fmla="*/ 12135 h 21588"/>
                <a:gd name="csX8" fmla="*/ 17498 w 93080"/>
                <a:gd name="csY8" fmla="*/ 6136 h 21588"/>
                <a:gd name="csX9" fmla="*/ 46540 w 93080"/>
                <a:gd name="csY9" fmla="*/ 0 h 21588"/>
                <a:gd name="csX10" fmla="*/ 74946 w 93080"/>
                <a:gd name="csY10" fmla="*/ 5863 h 21588"/>
                <a:gd name="csX11" fmla="*/ 84718 w 93080"/>
                <a:gd name="csY11" fmla="*/ 11863 h 21588"/>
                <a:gd name="csX12" fmla="*/ 91126 w 93080"/>
                <a:gd name="csY12" fmla="*/ 17680 h 21588"/>
                <a:gd name="csX13" fmla="*/ 93081 w 93080"/>
                <a:gd name="csY13" fmla="*/ 20679 h 21588"/>
                <a:gd name="csX14" fmla="*/ 92172 w 93080"/>
                <a:gd name="csY14" fmla="*/ 21588 h 21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8">
                  <a:moveTo>
                    <a:pt x="92172" y="21588"/>
                  </a:moveTo>
                  <a:cubicBezTo>
                    <a:pt x="91869" y="21588"/>
                    <a:pt x="91339" y="21194"/>
                    <a:pt x="90581" y="20407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1"/>
                    <a:pt x="3091" y="19816"/>
                  </a:cubicBezTo>
                  <a:cubicBezTo>
                    <a:pt x="1969" y="20997"/>
                    <a:pt x="1242" y="21588"/>
                    <a:pt x="909" y="21588"/>
                  </a:cubicBezTo>
                  <a:cubicBezTo>
                    <a:pt x="303" y="21588"/>
                    <a:pt x="0" y="21285"/>
                    <a:pt x="0" y="20679"/>
                  </a:cubicBezTo>
                  <a:cubicBezTo>
                    <a:pt x="0" y="20256"/>
                    <a:pt x="621" y="19301"/>
                    <a:pt x="1863" y="17816"/>
                  </a:cubicBezTo>
                  <a:cubicBezTo>
                    <a:pt x="3106" y="16301"/>
                    <a:pt x="5151" y="14408"/>
                    <a:pt x="7999" y="12135"/>
                  </a:cubicBezTo>
                  <a:cubicBezTo>
                    <a:pt x="10847" y="9832"/>
                    <a:pt x="14014" y="7832"/>
                    <a:pt x="17498" y="6136"/>
                  </a:cubicBezTo>
                  <a:cubicBezTo>
                    <a:pt x="25952" y="2045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29"/>
                    <a:pt x="81749" y="9529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79"/>
                  </a:cubicBezTo>
                  <a:cubicBezTo>
                    <a:pt x="93081" y="21285"/>
                    <a:pt x="92778" y="21588"/>
                    <a:pt x="92172" y="2158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24" name="Freeform 3523">
            <a:extLst>
              <a:ext uri="{FF2B5EF4-FFF2-40B4-BE49-F238E27FC236}">
                <a16:creationId xmlns:a16="http://schemas.microsoft.com/office/drawing/2014/main" id="{BDDC535B-E483-2269-FB6B-40D9EF71D8E2}"/>
              </a:ext>
            </a:extLst>
          </p:cNvPr>
          <p:cNvSpPr/>
          <p:nvPr/>
        </p:nvSpPr>
        <p:spPr>
          <a:xfrm>
            <a:off x="6419585" y="1569652"/>
            <a:ext cx="1878314" cy="1202883"/>
          </a:xfrm>
          <a:custGeom>
            <a:avLst/>
            <a:gdLst>
              <a:gd name="csX0" fmla="*/ 0 w 1878314"/>
              <a:gd name="csY0" fmla="*/ 1202883 h 1202883"/>
              <a:gd name="csX1" fmla="*/ 1879 w 1878314"/>
              <a:gd name="csY1" fmla="*/ 1202883 h 1202883"/>
              <a:gd name="csX2" fmla="*/ 3760 w 1878314"/>
              <a:gd name="csY2" fmla="*/ 1202883 h 1202883"/>
              <a:gd name="csX3" fmla="*/ 5640 w 1878314"/>
              <a:gd name="csY3" fmla="*/ 1202883 h 1202883"/>
              <a:gd name="csX4" fmla="*/ 7520 w 1878314"/>
              <a:gd name="csY4" fmla="*/ 1202883 h 1202883"/>
              <a:gd name="csX5" fmla="*/ 9400 w 1878314"/>
              <a:gd name="csY5" fmla="*/ 1202883 h 1202883"/>
              <a:gd name="csX6" fmla="*/ 11281 w 1878314"/>
              <a:gd name="csY6" fmla="*/ 1202883 h 1202883"/>
              <a:gd name="csX7" fmla="*/ 13161 w 1878314"/>
              <a:gd name="csY7" fmla="*/ 1202883 h 1202883"/>
              <a:gd name="csX8" fmla="*/ 15041 w 1878314"/>
              <a:gd name="csY8" fmla="*/ 1202883 h 1202883"/>
              <a:gd name="csX9" fmla="*/ 16922 w 1878314"/>
              <a:gd name="csY9" fmla="*/ 1202883 h 1202883"/>
              <a:gd name="csX10" fmla="*/ 18802 w 1878314"/>
              <a:gd name="csY10" fmla="*/ 1202883 h 1202883"/>
              <a:gd name="csX11" fmla="*/ 20682 w 1878314"/>
              <a:gd name="csY11" fmla="*/ 1202883 h 1202883"/>
              <a:gd name="csX12" fmla="*/ 22562 w 1878314"/>
              <a:gd name="csY12" fmla="*/ 1202883 h 1202883"/>
              <a:gd name="csX13" fmla="*/ 24442 w 1878314"/>
              <a:gd name="csY13" fmla="*/ 1202883 h 1202883"/>
              <a:gd name="csX14" fmla="*/ 26322 w 1878314"/>
              <a:gd name="csY14" fmla="*/ 1202883 h 1202883"/>
              <a:gd name="csX15" fmla="*/ 28202 w 1878314"/>
              <a:gd name="csY15" fmla="*/ 1202883 h 1202883"/>
              <a:gd name="csX16" fmla="*/ 30082 w 1878314"/>
              <a:gd name="csY16" fmla="*/ 1202883 h 1202883"/>
              <a:gd name="csX17" fmla="*/ 31963 w 1878314"/>
              <a:gd name="csY17" fmla="*/ 1202883 h 1202883"/>
              <a:gd name="csX18" fmla="*/ 33843 w 1878314"/>
              <a:gd name="csY18" fmla="*/ 1202883 h 1202883"/>
              <a:gd name="csX19" fmla="*/ 35723 w 1878314"/>
              <a:gd name="csY19" fmla="*/ 1202883 h 1202883"/>
              <a:gd name="csX20" fmla="*/ 37604 w 1878314"/>
              <a:gd name="csY20" fmla="*/ 1202883 h 1202883"/>
              <a:gd name="csX21" fmla="*/ 39484 w 1878314"/>
              <a:gd name="csY21" fmla="*/ 1202883 h 1202883"/>
              <a:gd name="csX22" fmla="*/ 41364 w 1878314"/>
              <a:gd name="csY22" fmla="*/ 1202883 h 1202883"/>
              <a:gd name="csX23" fmla="*/ 43244 w 1878314"/>
              <a:gd name="csY23" fmla="*/ 1202883 h 1202883"/>
              <a:gd name="csX24" fmla="*/ 45124 w 1878314"/>
              <a:gd name="csY24" fmla="*/ 1202883 h 1202883"/>
              <a:gd name="csX25" fmla="*/ 47004 w 1878314"/>
              <a:gd name="csY25" fmla="*/ 1202883 h 1202883"/>
              <a:gd name="csX26" fmla="*/ 48884 w 1878314"/>
              <a:gd name="csY26" fmla="*/ 1202883 h 1202883"/>
              <a:gd name="csX27" fmla="*/ 50765 w 1878314"/>
              <a:gd name="csY27" fmla="*/ 1202883 h 1202883"/>
              <a:gd name="csX28" fmla="*/ 52645 w 1878314"/>
              <a:gd name="csY28" fmla="*/ 1202883 h 1202883"/>
              <a:gd name="csX29" fmla="*/ 54525 w 1878314"/>
              <a:gd name="csY29" fmla="*/ 1202883 h 1202883"/>
              <a:gd name="csX30" fmla="*/ 56405 w 1878314"/>
              <a:gd name="csY30" fmla="*/ 1202883 h 1202883"/>
              <a:gd name="csX31" fmla="*/ 58286 w 1878314"/>
              <a:gd name="csY31" fmla="*/ 1202883 h 1202883"/>
              <a:gd name="csX32" fmla="*/ 60166 w 1878314"/>
              <a:gd name="csY32" fmla="*/ 1202883 h 1202883"/>
              <a:gd name="csX33" fmla="*/ 62046 w 1878314"/>
              <a:gd name="csY33" fmla="*/ 1202883 h 1202883"/>
              <a:gd name="csX34" fmla="*/ 63926 w 1878314"/>
              <a:gd name="csY34" fmla="*/ 1202883 h 1202883"/>
              <a:gd name="csX35" fmla="*/ 65807 w 1878314"/>
              <a:gd name="csY35" fmla="*/ 1202883 h 1202883"/>
              <a:gd name="csX36" fmla="*/ 67686 w 1878314"/>
              <a:gd name="csY36" fmla="*/ 1202883 h 1202883"/>
              <a:gd name="csX37" fmla="*/ 69566 w 1878314"/>
              <a:gd name="csY37" fmla="*/ 1202883 h 1202883"/>
              <a:gd name="csX38" fmla="*/ 71447 w 1878314"/>
              <a:gd name="csY38" fmla="*/ 1202883 h 1202883"/>
              <a:gd name="csX39" fmla="*/ 73327 w 1878314"/>
              <a:gd name="csY39" fmla="*/ 1202883 h 1202883"/>
              <a:gd name="csX40" fmla="*/ 75207 w 1878314"/>
              <a:gd name="csY40" fmla="*/ 1202883 h 1202883"/>
              <a:gd name="csX41" fmla="*/ 77087 w 1878314"/>
              <a:gd name="csY41" fmla="*/ 1202883 h 1202883"/>
              <a:gd name="csX42" fmla="*/ 78968 w 1878314"/>
              <a:gd name="csY42" fmla="*/ 1202883 h 1202883"/>
              <a:gd name="csX43" fmla="*/ 80848 w 1878314"/>
              <a:gd name="csY43" fmla="*/ 1202883 h 1202883"/>
              <a:gd name="csX44" fmla="*/ 82728 w 1878314"/>
              <a:gd name="csY44" fmla="*/ 1202883 h 1202883"/>
              <a:gd name="csX45" fmla="*/ 84609 w 1878314"/>
              <a:gd name="csY45" fmla="*/ 1202883 h 1202883"/>
              <a:gd name="csX46" fmla="*/ 86489 w 1878314"/>
              <a:gd name="csY46" fmla="*/ 1202883 h 1202883"/>
              <a:gd name="csX47" fmla="*/ 88368 w 1878314"/>
              <a:gd name="csY47" fmla="*/ 1202883 h 1202883"/>
              <a:gd name="csX48" fmla="*/ 90248 w 1878314"/>
              <a:gd name="csY48" fmla="*/ 1202883 h 1202883"/>
              <a:gd name="csX49" fmla="*/ 92129 w 1878314"/>
              <a:gd name="csY49" fmla="*/ 1202883 h 1202883"/>
              <a:gd name="csX50" fmla="*/ 94009 w 1878314"/>
              <a:gd name="csY50" fmla="*/ 1202883 h 1202883"/>
              <a:gd name="csX51" fmla="*/ 95889 w 1878314"/>
              <a:gd name="csY51" fmla="*/ 1202883 h 1202883"/>
              <a:gd name="csX52" fmla="*/ 97769 w 1878314"/>
              <a:gd name="csY52" fmla="*/ 1202883 h 1202883"/>
              <a:gd name="csX53" fmla="*/ 99650 w 1878314"/>
              <a:gd name="csY53" fmla="*/ 1202883 h 1202883"/>
              <a:gd name="csX54" fmla="*/ 101530 w 1878314"/>
              <a:gd name="csY54" fmla="*/ 1202883 h 1202883"/>
              <a:gd name="csX55" fmla="*/ 103410 w 1878314"/>
              <a:gd name="csY55" fmla="*/ 1202883 h 1202883"/>
              <a:gd name="csX56" fmla="*/ 105291 w 1878314"/>
              <a:gd name="csY56" fmla="*/ 1202883 h 1202883"/>
              <a:gd name="csX57" fmla="*/ 107171 w 1878314"/>
              <a:gd name="csY57" fmla="*/ 1202883 h 1202883"/>
              <a:gd name="csX58" fmla="*/ 109051 w 1878314"/>
              <a:gd name="csY58" fmla="*/ 1202883 h 1202883"/>
              <a:gd name="csX59" fmla="*/ 110930 w 1878314"/>
              <a:gd name="csY59" fmla="*/ 1202883 h 1202883"/>
              <a:gd name="csX60" fmla="*/ 112811 w 1878314"/>
              <a:gd name="csY60" fmla="*/ 1202883 h 1202883"/>
              <a:gd name="csX61" fmla="*/ 114691 w 1878314"/>
              <a:gd name="csY61" fmla="*/ 1202883 h 1202883"/>
              <a:gd name="csX62" fmla="*/ 116571 w 1878314"/>
              <a:gd name="csY62" fmla="*/ 1202883 h 1202883"/>
              <a:gd name="csX63" fmla="*/ 118452 w 1878314"/>
              <a:gd name="csY63" fmla="*/ 1202883 h 1202883"/>
              <a:gd name="csX64" fmla="*/ 120332 w 1878314"/>
              <a:gd name="csY64" fmla="*/ 1202883 h 1202883"/>
              <a:gd name="csX65" fmla="*/ 122212 w 1878314"/>
              <a:gd name="csY65" fmla="*/ 1202883 h 1202883"/>
              <a:gd name="csX66" fmla="*/ 124092 w 1878314"/>
              <a:gd name="csY66" fmla="*/ 1202883 h 1202883"/>
              <a:gd name="csX67" fmla="*/ 125973 w 1878314"/>
              <a:gd name="csY67" fmla="*/ 1202883 h 1202883"/>
              <a:gd name="csX68" fmla="*/ 127853 w 1878314"/>
              <a:gd name="csY68" fmla="*/ 1202883 h 1202883"/>
              <a:gd name="csX69" fmla="*/ 129733 w 1878314"/>
              <a:gd name="csY69" fmla="*/ 1202883 h 1202883"/>
              <a:gd name="csX70" fmla="*/ 131613 w 1878314"/>
              <a:gd name="csY70" fmla="*/ 1202883 h 1202883"/>
              <a:gd name="csX71" fmla="*/ 133493 w 1878314"/>
              <a:gd name="csY71" fmla="*/ 1202883 h 1202883"/>
              <a:gd name="csX72" fmla="*/ 135373 w 1878314"/>
              <a:gd name="csY72" fmla="*/ 1202883 h 1202883"/>
              <a:gd name="csX73" fmla="*/ 137253 w 1878314"/>
              <a:gd name="csY73" fmla="*/ 1202883 h 1202883"/>
              <a:gd name="csX74" fmla="*/ 139134 w 1878314"/>
              <a:gd name="csY74" fmla="*/ 1202883 h 1202883"/>
              <a:gd name="csX75" fmla="*/ 141014 w 1878314"/>
              <a:gd name="csY75" fmla="*/ 1202883 h 1202883"/>
              <a:gd name="csX76" fmla="*/ 142894 w 1878314"/>
              <a:gd name="csY76" fmla="*/ 1202883 h 1202883"/>
              <a:gd name="csX77" fmla="*/ 144774 w 1878314"/>
              <a:gd name="csY77" fmla="*/ 1202883 h 1202883"/>
              <a:gd name="csX78" fmla="*/ 146655 w 1878314"/>
              <a:gd name="csY78" fmla="*/ 1202883 h 1202883"/>
              <a:gd name="csX79" fmla="*/ 148535 w 1878314"/>
              <a:gd name="csY79" fmla="*/ 1202883 h 1202883"/>
              <a:gd name="csX80" fmla="*/ 150415 w 1878314"/>
              <a:gd name="csY80" fmla="*/ 1202883 h 1202883"/>
              <a:gd name="csX81" fmla="*/ 152296 w 1878314"/>
              <a:gd name="csY81" fmla="*/ 1202883 h 1202883"/>
              <a:gd name="csX82" fmla="*/ 154175 w 1878314"/>
              <a:gd name="csY82" fmla="*/ 1202883 h 1202883"/>
              <a:gd name="csX83" fmla="*/ 156055 w 1878314"/>
              <a:gd name="csY83" fmla="*/ 1202883 h 1202883"/>
              <a:gd name="csX84" fmla="*/ 157935 w 1878314"/>
              <a:gd name="csY84" fmla="*/ 1202883 h 1202883"/>
              <a:gd name="csX85" fmla="*/ 159816 w 1878314"/>
              <a:gd name="csY85" fmla="*/ 1202883 h 1202883"/>
              <a:gd name="csX86" fmla="*/ 161696 w 1878314"/>
              <a:gd name="csY86" fmla="*/ 1202883 h 1202883"/>
              <a:gd name="csX87" fmla="*/ 163576 w 1878314"/>
              <a:gd name="csY87" fmla="*/ 1202883 h 1202883"/>
              <a:gd name="csX88" fmla="*/ 165457 w 1878314"/>
              <a:gd name="csY88" fmla="*/ 1202883 h 1202883"/>
              <a:gd name="csX89" fmla="*/ 167337 w 1878314"/>
              <a:gd name="csY89" fmla="*/ 1202883 h 1202883"/>
              <a:gd name="csX90" fmla="*/ 169217 w 1878314"/>
              <a:gd name="csY90" fmla="*/ 1202883 h 1202883"/>
              <a:gd name="csX91" fmla="*/ 171097 w 1878314"/>
              <a:gd name="csY91" fmla="*/ 1202883 h 1202883"/>
              <a:gd name="csX92" fmla="*/ 172978 w 1878314"/>
              <a:gd name="csY92" fmla="*/ 1202883 h 1202883"/>
              <a:gd name="csX93" fmla="*/ 174857 w 1878314"/>
              <a:gd name="csY93" fmla="*/ 1202883 h 1202883"/>
              <a:gd name="csX94" fmla="*/ 176737 w 1878314"/>
              <a:gd name="csY94" fmla="*/ 1202883 h 1202883"/>
              <a:gd name="csX95" fmla="*/ 178617 w 1878314"/>
              <a:gd name="csY95" fmla="*/ 1202883 h 1202883"/>
              <a:gd name="csX96" fmla="*/ 180498 w 1878314"/>
              <a:gd name="csY96" fmla="*/ 1202883 h 1202883"/>
              <a:gd name="csX97" fmla="*/ 182378 w 1878314"/>
              <a:gd name="csY97" fmla="*/ 1202883 h 1202883"/>
              <a:gd name="csX98" fmla="*/ 184258 w 1878314"/>
              <a:gd name="csY98" fmla="*/ 1202883 h 1202883"/>
              <a:gd name="csX99" fmla="*/ 186139 w 1878314"/>
              <a:gd name="csY99" fmla="*/ 1202883 h 1202883"/>
              <a:gd name="csX100" fmla="*/ 188019 w 1878314"/>
              <a:gd name="csY100" fmla="*/ 1202883 h 1202883"/>
              <a:gd name="csX101" fmla="*/ 189899 w 1878314"/>
              <a:gd name="csY101" fmla="*/ 1202883 h 1202883"/>
              <a:gd name="csX102" fmla="*/ 191779 w 1878314"/>
              <a:gd name="csY102" fmla="*/ 1202883 h 1202883"/>
              <a:gd name="csX103" fmla="*/ 193660 w 1878314"/>
              <a:gd name="csY103" fmla="*/ 1202883 h 1202883"/>
              <a:gd name="csX104" fmla="*/ 195540 w 1878314"/>
              <a:gd name="csY104" fmla="*/ 1202883 h 1202883"/>
              <a:gd name="csX105" fmla="*/ 197419 w 1878314"/>
              <a:gd name="csY105" fmla="*/ 1202883 h 1202883"/>
              <a:gd name="csX106" fmla="*/ 199300 w 1878314"/>
              <a:gd name="csY106" fmla="*/ 1202883 h 1202883"/>
              <a:gd name="csX107" fmla="*/ 201180 w 1878314"/>
              <a:gd name="csY107" fmla="*/ 1202883 h 1202883"/>
              <a:gd name="csX108" fmla="*/ 203060 w 1878314"/>
              <a:gd name="csY108" fmla="*/ 1202883 h 1202883"/>
              <a:gd name="csX109" fmla="*/ 204940 w 1878314"/>
              <a:gd name="csY109" fmla="*/ 1202883 h 1202883"/>
              <a:gd name="csX110" fmla="*/ 206821 w 1878314"/>
              <a:gd name="csY110" fmla="*/ 1202883 h 1202883"/>
              <a:gd name="csX111" fmla="*/ 208701 w 1878314"/>
              <a:gd name="csY111" fmla="*/ 1202883 h 1202883"/>
              <a:gd name="csX112" fmla="*/ 210581 w 1878314"/>
              <a:gd name="csY112" fmla="*/ 1202883 h 1202883"/>
              <a:gd name="csX113" fmla="*/ 212461 w 1878314"/>
              <a:gd name="csY113" fmla="*/ 1202883 h 1202883"/>
              <a:gd name="csX114" fmla="*/ 214342 w 1878314"/>
              <a:gd name="csY114" fmla="*/ 1202883 h 1202883"/>
              <a:gd name="csX115" fmla="*/ 216222 w 1878314"/>
              <a:gd name="csY115" fmla="*/ 1202883 h 1202883"/>
              <a:gd name="csX116" fmla="*/ 218101 w 1878314"/>
              <a:gd name="csY116" fmla="*/ 1202883 h 1202883"/>
              <a:gd name="csX117" fmla="*/ 219982 w 1878314"/>
              <a:gd name="csY117" fmla="*/ 1202883 h 1202883"/>
              <a:gd name="csX118" fmla="*/ 221862 w 1878314"/>
              <a:gd name="csY118" fmla="*/ 1202883 h 1202883"/>
              <a:gd name="csX119" fmla="*/ 223742 w 1878314"/>
              <a:gd name="csY119" fmla="*/ 1202883 h 1202883"/>
              <a:gd name="csX120" fmla="*/ 225622 w 1878314"/>
              <a:gd name="csY120" fmla="*/ 1202883 h 1202883"/>
              <a:gd name="csX121" fmla="*/ 227503 w 1878314"/>
              <a:gd name="csY121" fmla="*/ 1202883 h 1202883"/>
              <a:gd name="csX122" fmla="*/ 229383 w 1878314"/>
              <a:gd name="csY122" fmla="*/ 1202883 h 1202883"/>
              <a:gd name="csX123" fmla="*/ 231263 w 1878314"/>
              <a:gd name="csY123" fmla="*/ 1202883 h 1202883"/>
              <a:gd name="csX124" fmla="*/ 233144 w 1878314"/>
              <a:gd name="csY124" fmla="*/ 1202883 h 1202883"/>
              <a:gd name="csX125" fmla="*/ 235024 w 1878314"/>
              <a:gd name="csY125" fmla="*/ 1202883 h 1202883"/>
              <a:gd name="csX126" fmla="*/ 236904 w 1878314"/>
              <a:gd name="csY126" fmla="*/ 1202883 h 1202883"/>
              <a:gd name="csX127" fmla="*/ 238784 w 1878314"/>
              <a:gd name="csY127" fmla="*/ 1202883 h 1202883"/>
              <a:gd name="csX128" fmla="*/ 240664 w 1878314"/>
              <a:gd name="csY128" fmla="*/ 1202883 h 1202883"/>
              <a:gd name="csX129" fmla="*/ 242544 w 1878314"/>
              <a:gd name="csY129" fmla="*/ 1202883 h 1202883"/>
              <a:gd name="csX130" fmla="*/ 244424 w 1878314"/>
              <a:gd name="csY130" fmla="*/ 1202883 h 1202883"/>
              <a:gd name="csX131" fmla="*/ 246305 w 1878314"/>
              <a:gd name="csY131" fmla="*/ 1202883 h 1202883"/>
              <a:gd name="csX132" fmla="*/ 248185 w 1878314"/>
              <a:gd name="csY132" fmla="*/ 1202883 h 1202883"/>
              <a:gd name="csX133" fmla="*/ 250065 w 1878314"/>
              <a:gd name="csY133" fmla="*/ 1202883 h 1202883"/>
              <a:gd name="csX134" fmla="*/ 251945 w 1878314"/>
              <a:gd name="csY134" fmla="*/ 1202883 h 1202883"/>
              <a:gd name="csX135" fmla="*/ 253826 w 1878314"/>
              <a:gd name="csY135" fmla="*/ 1202883 h 1202883"/>
              <a:gd name="csX136" fmla="*/ 255706 w 1878314"/>
              <a:gd name="csY136" fmla="*/ 1202883 h 1202883"/>
              <a:gd name="csX137" fmla="*/ 257586 w 1878314"/>
              <a:gd name="csY137" fmla="*/ 1202883 h 1202883"/>
              <a:gd name="csX138" fmla="*/ 259466 w 1878314"/>
              <a:gd name="csY138" fmla="*/ 1202883 h 1202883"/>
              <a:gd name="csX139" fmla="*/ 261346 w 1878314"/>
              <a:gd name="csY139" fmla="*/ 1202883 h 1202883"/>
              <a:gd name="csX140" fmla="*/ 263226 w 1878314"/>
              <a:gd name="csY140" fmla="*/ 1202883 h 1202883"/>
              <a:gd name="csX141" fmla="*/ 265106 w 1878314"/>
              <a:gd name="csY141" fmla="*/ 1202883 h 1202883"/>
              <a:gd name="csX142" fmla="*/ 266987 w 1878314"/>
              <a:gd name="csY142" fmla="*/ 1202883 h 1202883"/>
              <a:gd name="csX143" fmla="*/ 268867 w 1878314"/>
              <a:gd name="csY143" fmla="*/ 1202883 h 1202883"/>
              <a:gd name="csX144" fmla="*/ 270747 w 1878314"/>
              <a:gd name="csY144" fmla="*/ 1202883 h 1202883"/>
              <a:gd name="csX145" fmla="*/ 272627 w 1878314"/>
              <a:gd name="csY145" fmla="*/ 1202883 h 1202883"/>
              <a:gd name="csX146" fmla="*/ 274508 w 1878314"/>
              <a:gd name="csY146" fmla="*/ 1202883 h 1202883"/>
              <a:gd name="csX147" fmla="*/ 276388 w 1878314"/>
              <a:gd name="csY147" fmla="*/ 1202883 h 1202883"/>
              <a:gd name="csX148" fmla="*/ 278268 w 1878314"/>
              <a:gd name="csY148" fmla="*/ 1202883 h 1202883"/>
              <a:gd name="csX149" fmla="*/ 280148 w 1878314"/>
              <a:gd name="csY149" fmla="*/ 1202883 h 1202883"/>
              <a:gd name="csX150" fmla="*/ 282029 w 1878314"/>
              <a:gd name="csY150" fmla="*/ 1202883 h 1202883"/>
              <a:gd name="csX151" fmla="*/ 283908 w 1878314"/>
              <a:gd name="csY151" fmla="*/ 1202883 h 1202883"/>
              <a:gd name="csX152" fmla="*/ 285788 w 1878314"/>
              <a:gd name="csY152" fmla="*/ 1202883 h 1202883"/>
              <a:gd name="csX153" fmla="*/ 287669 w 1878314"/>
              <a:gd name="csY153" fmla="*/ 1202883 h 1202883"/>
              <a:gd name="csX154" fmla="*/ 289549 w 1878314"/>
              <a:gd name="csY154" fmla="*/ 1202883 h 1202883"/>
              <a:gd name="csX155" fmla="*/ 291429 w 1878314"/>
              <a:gd name="csY155" fmla="*/ 1202883 h 1202883"/>
              <a:gd name="csX156" fmla="*/ 293309 w 1878314"/>
              <a:gd name="csY156" fmla="*/ 1202883 h 1202883"/>
              <a:gd name="csX157" fmla="*/ 295190 w 1878314"/>
              <a:gd name="csY157" fmla="*/ 1202883 h 1202883"/>
              <a:gd name="csX158" fmla="*/ 297070 w 1878314"/>
              <a:gd name="csY158" fmla="*/ 1202883 h 1202883"/>
              <a:gd name="csX159" fmla="*/ 298950 w 1878314"/>
              <a:gd name="csY159" fmla="*/ 1202883 h 1202883"/>
              <a:gd name="csX160" fmla="*/ 300831 w 1878314"/>
              <a:gd name="csY160" fmla="*/ 1202883 h 1202883"/>
              <a:gd name="csX161" fmla="*/ 302711 w 1878314"/>
              <a:gd name="csY161" fmla="*/ 1202883 h 1202883"/>
              <a:gd name="csX162" fmla="*/ 304590 w 1878314"/>
              <a:gd name="csY162" fmla="*/ 1202883 h 1202883"/>
              <a:gd name="csX163" fmla="*/ 306470 w 1878314"/>
              <a:gd name="csY163" fmla="*/ 1202883 h 1202883"/>
              <a:gd name="csX164" fmla="*/ 308351 w 1878314"/>
              <a:gd name="csY164" fmla="*/ 1202883 h 1202883"/>
              <a:gd name="csX165" fmla="*/ 310231 w 1878314"/>
              <a:gd name="csY165" fmla="*/ 1202883 h 1202883"/>
              <a:gd name="csX166" fmla="*/ 312111 w 1878314"/>
              <a:gd name="csY166" fmla="*/ 1202883 h 1202883"/>
              <a:gd name="csX167" fmla="*/ 313992 w 1878314"/>
              <a:gd name="csY167" fmla="*/ 1202883 h 1202883"/>
              <a:gd name="csX168" fmla="*/ 315872 w 1878314"/>
              <a:gd name="csY168" fmla="*/ 1202883 h 1202883"/>
              <a:gd name="csX169" fmla="*/ 317752 w 1878314"/>
              <a:gd name="csY169" fmla="*/ 1202883 h 1202883"/>
              <a:gd name="csX170" fmla="*/ 319632 w 1878314"/>
              <a:gd name="csY170" fmla="*/ 1202883 h 1202883"/>
              <a:gd name="csX171" fmla="*/ 321513 w 1878314"/>
              <a:gd name="csY171" fmla="*/ 1202883 h 1202883"/>
              <a:gd name="csX172" fmla="*/ 323393 w 1878314"/>
              <a:gd name="csY172" fmla="*/ 1202883 h 1202883"/>
              <a:gd name="csX173" fmla="*/ 325273 w 1878314"/>
              <a:gd name="csY173" fmla="*/ 1202883 h 1202883"/>
              <a:gd name="csX174" fmla="*/ 327153 w 1878314"/>
              <a:gd name="csY174" fmla="*/ 1202883 h 1202883"/>
              <a:gd name="csX175" fmla="*/ 329033 w 1878314"/>
              <a:gd name="csY175" fmla="*/ 1202883 h 1202883"/>
              <a:gd name="csX176" fmla="*/ 330913 w 1878314"/>
              <a:gd name="csY176" fmla="*/ 1202883 h 1202883"/>
              <a:gd name="csX177" fmla="*/ 332793 w 1878314"/>
              <a:gd name="csY177" fmla="*/ 1202883 h 1202883"/>
              <a:gd name="csX178" fmla="*/ 334674 w 1878314"/>
              <a:gd name="csY178" fmla="*/ 1202883 h 1202883"/>
              <a:gd name="csX179" fmla="*/ 336554 w 1878314"/>
              <a:gd name="csY179" fmla="*/ 1202883 h 1202883"/>
              <a:gd name="csX180" fmla="*/ 338434 w 1878314"/>
              <a:gd name="csY180" fmla="*/ 1202883 h 1202883"/>
              <a:gd name="csX181" fmla="*/ 340314 w 1878314"/>
              <a:gd name="csY181" fmla="*/ 1202883 h 1202883"/>
              <a:gd name="csX182" fmla="*/ 342195 w 1878314"/>
              <a:gd name="csY182" fmla="*/ 1202883 h 1202883"/>
              <a:gd name="csX183" fmla="*/ 344075 w 1878314"/>
              <a:gd name="csY183" fmla="*/ 1202883 h 1202883"/>
              <a:gd name="csX184" fmla="*/ 345955 w 1878314"/>
              <a:gd name="csY184" fmla="*/ 1202883 h 1202883"/>
              <a:gd name="csX185" fmla="*/ 347835 w 1878314"/>
              <a:gd name="csY185" fmla="*/ 1202883 h 1202883"/>
              <a:gd name="csX186" fmla="*/ 349715 w 1878314"/>
              <a:gd name="csY186" fmla="*/ 1202883 h 1202883"/>
              <a:gd name="csX187" fmla="*/ 351595 w 1878314"/>
              <a:gd name="csY187" fmla="*/ 1202883 h 1202883"/>
              <a:gd name="csX188" fmla="*/ 353475 w 1878314"/>
              <a:gd name="csY188" fmla="*/ 1202883 h 1202883"/>
              <a:gd name="csX189" fmla="*/ 355356 w 1878314"/>
              <a:gd name="csY189" fmla="*/ 1202883 h 1202883"/>
              <a:gd name="csX190" fmla="*/ 357236 w 1878314"/>
              <a:gd name="csY190" fmla="*/ 1202883 h 1202883"/>
              <a:gd name="csX191" fmla="*/ 359116 w 1878314"/>
              <a:gd name="csY191" fmla="*/ 1202883 h 1202883"/>
              <a:gd name="csX192" fmla="*/ 360996 w 1878314"/>
              <a:gd name="csY192" fmla="*/ 1202883 h 1202883"/>
              <a:gd name="csX193" fmla="*/ 362877 w 1878314"/>
              <a:gd name="csY193" fmla="*/ 1202883 h 1202883"/>
              <a:gd name="csX194" fmla="*/ 364757 w 1878314"/>
              <a:gd name="csY194" fmla="*/ 1202883 h 1202883"/>
              <a:gd name="csX195" fmla="*/ 366637 w 1878314"/>
              <a:gd name="csY195" fmla="*/ 1202883 h 1202883"/>
              <a:gd name="csX196" fmla="*/ 368518 w 1878314"/>
              <a:gd name="csY196" fmla="*/ 1202883 h 1202883"/>
              <a:gd name="csX197" fmla="*/ 370397 w 1878314"/>
              <a:gd name="csY197" fmla="*/ 1202883 h 1202883"/>
              <a:gd name="csX198" fmla="*/ 372277 w 1878314"/>
              <a:gd name="csY198" fmla="*/ 1202883 h 1202883"/>
              <a:gd name="csX199" fmla="*/ 374157 w 1878314"/>
              <a:gd name="csY199" fmla="*/ 1202883 h 1202883"/>
              <a:gd name="csX200" fmla="*/ 376038 w 1878314"/>
              <a:gd name="csY200" fmla="*/ 1202883 h 1202883"/>
              <a:gd name="csX201" fmla="*/ 377918 w 1878314"/>
              <a:gd name="csY201" fmla="*/ 1202883 h 1202883"/>
              <a:gd name="csX202" fmla="*/ 379798 w 1878314"/>
              <a:gd name="csY202" fmla="*/ 1202883 h 1202883"/>
              <a:gd name="csX203" fmla="*/ 381679 w 1878314"/>
              <a:gd name="csY203" fmla="*/ 1202883 h 1202883"/>
              <a:gd name="csX204" fmla="*/ 383559 w 1878314"/>
              <a:gd name="csY204" fmla="*/ 1202883 h 1202883"/>
              <a:gd name="csX205" fmla="*/ 385439 w 1878314"/>
              <a:gd name="csY205" fmla="*/ 1202883 h 1202883"/>
              <a:gd name="csX206" fmla="*/ 387319 w 1878314"/>
              <a:gd name="csY206" fmla="*/ 1202883 h 1202883"/>
              <a:gd name="csX207" fmla="*/ 389200 w 1878314"/>
              <a:gd name="csY207" fmla="*/ 1202883 h 1202883"/>
              <a:gd name="csX208" fmla="*/ 391079 w 1878314"/>
              <a:gd name="csY208" fmla="*/ 1202883 h 1202883"/>
              <a:gd name="csX209" fmla="*/ 392959 w 1878314"/>
              <a:gd name="csY209" fmla="*/ 1202883 h 1202883"/>
              <a:gd name="csX210" fmla="*/ 394840 w 1878314"/>
              <a:gd name="csY210" fmla="*/ 1202883 h 1202883"/>
              <a:gd name="csX211" fmla="*/ 396720 w 1878314"/>
              <a:gd name="csY211" fmla="*/ 1202883 h 1202883"/>
              <a:gd name="csX212" fmla="*/ 398600 w 1878314"/>
              <a:gd name="csY212" fmla="*/ 1202883 h 1202883"/>
              <a:gd name="csX213" fmla="*/ 400480 w 1878314"/>
              <a:gd name="csY213" fmla="*/ 1202883 h 1202883"/>
              <a:gd name="csX214" fmla="*/ 402361 w 1878314"/>
              <a:gd name="csY214" fmla="*/ 1202883 h 1202883"/>
              <a:gd name="csX215" fmla="*/ 404241 w 1878314"/>
              <a:gd name="csY215" fmla="*/ 1202883 h 1202883"/>
              <a:gd name="csX216" fmla="*/ 406121 w 1878314"/>
              <a:gd name="csY216" fmla="*/ 1202883 h 1202883"/>
              <a:gd name="csX217" fmla="*/ 408001 w 1878314"/>
              <a:gd name="csY217" fmla="*/ 1202883 h 1202883"/>
              <a:gd name="csX218" fmla="*/ 409882 w 1878314"/>
              <a:gd name="csY218" fmla="*/ 1202883 h 1202883"/>
              <a:gd name="csX219" fmla="*/ 411762 w 1878314"/>
              <a:gd name="csY219" fmla="*/ 1202883 h 1202883"/>
              <a:gd name="csX220" fmla="*/ 413641 w 1878314"/>
              <a:gd name="csY220" fmla="*/ 1202883 h 1202883"/>
              <a:gd name="csX221" fmla="*/ 415522 w 1878314"/>
              <a:gd name="csY221" fmla="*/ 1202883 h 1202883"/>
              <a:gd name="csX222" fmla="*/ 417402 w 1878314"/>
              <a:gd name="csY222" fmla="*/ 1202883 h 1202883"/>
              <a:gd name="csX223" fmla="*/ 419282 w 1878314"/>
              <a:gd name="csY223" fmla="*/ 1202883 h 1202883"/>
              <a:gd name="csX224" fmla="*/ 421162 w 1878314"/>
              <a:gd name="csY224" fmla="*/ 1202883 h 1202883"/>
              <a:gd name="csX225" fmla="*/ 423043 w 1878314"/>
              <a:gd name="csY225" fmla="*/ 1202883 h 1202883"/>
              <a:gd name="csX226" fmla="*/ 424923 w 1878314"/>
              <a:gd name="csY226" fmla="*/ 1202883 h 1202883"/>
              <a:gd name="csX227" fmla="*/ 426803 w 1878314"/>
              <a:gd name="csY227" fmla="*/ 1202883 h 1202883"/>
              <a:gd name="csX228" fmla="*/ 428684 w 1878314"/>
              <a:gd name="csY228" fmla="*/ 1202883 h 1202883"/>
              <a:gd name="csX229" fmla="*/ 430564 w 1878314"/>
              <a:gd name="csY229" fmla="*/ 1202883 h 1202883"/>
              <a:gd name="csX230" fmla="*/ 432444 w 1878314"/>
              <a:gd name="csY230" fmla="*/ 1202883 h 1202883"/>
              <a:gd name="csX231" fmla="*/ 434323 w 1878314"/>
              <a:gd name="csY231" fmla="*/ 1202883 h 1202883"/>
              <a:gd name="csX232" fmla="*/ 436204 w 1878314"/>
              <a:gd name="csY232" fmla="*/ 1202883 h 1202883"/>
              <a:gd name="csX233" fmla="*/ 438084 w 1878314"/>
              <a:gd name="csY233" fmla="*/ 1202883 h 1202883"/>
              <a:gd name="csX234" fmla="*/ 439964 w 1878314"/>
              <a:gd name="csY234" fmla="*/ 1202883 h 1202883"/>
              <a:gd name="csX235" fmla="*/ 441844 w 1878314"/>
              <a:gd name="csY235" fmla="*/ 1202883 h 1202883"/>
              <a:gd name="csX236" fmla="*/ 443725 w 1878314"/>
              <a:gd name="csY236" fmla="*/ 1202883 h 1202883"/>
              <a:gd name="csX237" fmla="*/ 445605 w 1878314"/>
              <a:gd name="csY237" fmla="*/ 1202883 h 1202883"/>
              <a:gd name="csX238" fmla="*/ 447485 w 1878314"/>
              <a:gd name="csY238" fmla="*/ 1202883 h 1202883"/>
              <a:gd name="csX239" fmla="*/ 449366 w 1878314"/>
              <a:gd name="csY239" fmla="*/ 1202883 h 1202883"/>
              <a:gd name="csX240" fmla="*/ 451246 w 1878314"/>
              <a:gd name="csY240" fmla="*/ 1202883 h 1202883"/>
              <a:gd name="csX241" fmla="*/ 453126 w 1878314"/>
              <a:gd name="csY241" fmla="*/ 1202883 h 1202883"/>
              <a:gd name="csX242" fmla="*/ 455006 w 1878314"/>
              <a:gd name="csY242" fmla="*/ 1202883 h 1202883"/>
              <a:gd name="csX243" fmla="*/ 456886 w 1878314"/>
              <a:gd name="csY243" fmla="*/ 1202883 h 1202883"/>
              <a:gd name="csX244" fmla="*/ 458766 w 1878314"/>
              <a:gd name="csY244" fmla="*/ 1202883 h 1202883"/>
              <a:gd name="csX245" fmla="*/ 460646 w 1878314"/>
              <a:gd name="csY245" fmla="*/ 1202883 h 1202883"/>
              <a:gd name="csX246" fmla="*/ 462527 w 1878314"/>
              <a:gd name="csY246" fmla="*/ 1202883 h 1202883"/>
              <a:gd name="csX247" fmla="*/ 464407 w 1878314"/>
              <a:gd name="csY247" fmla="*/ 1202883 h 1202883"/>
              <a:gd name="csX248" fmla="*/ 466287 w 1878314"/>
              <a:gd name="csY248" fmla="*/ 1202883 h 1202883"/>
              <a:gd name="csX249" fmla="*/ 468167 w 1878314"/>
              <a:gd name="csY249" fmla="*/ 1202883 h 1202883"/>
              <a:gd name="csX250" fmla="*/ 470048 w 1878314"/>
              <a:gd name="csY250" fmla="*/ 1202883 h 1202883"/>
              <a:gd name="csX251" fmla="*/ 471928 w 1878314"/>
              <a:gd name="csY251" fmla="*/ 1202883 h 1202883"/>
              <a:gd name="csX252" fmla="*/ 473808 w 1878314"/>
              <a:gd name="csY252" fmla="*/ 1202883 h 1202883"/>
              <a:gd name="csX253" fmla="*/ 475688 w 1878314"/>
              <a:gd name="csY253" fmla="*/ 1202883 h 1202883"/>
              <a:gd name="csX254" fmla="*/ 477568 w 1878314"/>
              <a:gd name="csY254" fmla="*/ 1202883 h 1202883"/>
              <a:gd name="csX255" fmla="*/ 479448 w 1878314"/>
              <a:gd name="csY255" fmla="*/ 1202883 h 1202883"/>
              <a:gd name="csX256" fmla="*/ 481328 w 1878314"/>
              <a:gd name="csY256" fmla="*/ 1202883 h 1202883"/>
              <a:gd name="csX257" fmla="*/ 483209 w 1878314"/>
              <a:gd name="csY257" fmla="*/ 1202883 h 1202883"/>
              <a:gd name="csX258" fmla="*/ 485089 w 1878314"/>
              <a:gd name="csY258" fmla="*/ 1202883 h 1202883"/>
              <a:gd name="csX259" fmla="*/ 486969 w 1878314"/>
              <a:gd name="csY259" fmla="*/ 1202883 h 1202883"/>
              <a:gd name="csX260" fmla="*/ 488849 w 1878314"/>
              <a:gd name="csY260" fmla="*/ 1202883 h 1202883"/>
              <a:gd name="csX261" fmla="*/ 490730 w 1878314"/>
              <a:gd name="csY261" fmla="*/ 1202883 h 1202883"/>
              <a:gd name="csX262" fmla="*/ 492610 w 1878314"/>
              <a:gd name="csY262" fmla="*/ 1202883 h 1202883"/>
              <a:gd name="csX263" fmla="*/ 494490 w 1878314"/>
              <a:gd name="csY263" fmla="*/ 1202883 h 1202883"/>
              <a:gd name="csX264" fmla="*/ 496371 w 1878314"/>
              <a:gd name="csY264" fmla="*/ 1202883 h 1202883"/>
              <a:gd name="csX265" fmla="*/ 498251 w 1878314"/>
              <a:gd name="csY265" fmla="*/ 1202883 h 1202883"/>
              <a:gd name="csX266" fmla="*/ 500130 w 1878314"/>
              <a:gd name="csY266" fmla="*/ 1202883 h 1202883"/>
              <a:gd name="csX267" fmla="*/ 502010 w 1878314"/>
              <a:gd name="csY267" fmla="*/ 1202883 h 1202883"/>
              <a:gd name="csX268" fmla="*/ 503891 w 1878314"/>
              <a:gd name="csY268" fmla="*/ 1202883 h 1202883"/>
              <a:gd name="csX269" fmla="*/ 505771 w 1878314"/>
              <a:gd name="csY269" fmla="*/ 1202883 h 1202883"/>
              <a:gd name="csX270" fmla="*/ 507651 w 1878314"/>
              <a:gd name="csY270" fmla="*/ 1202883 h 1202883"/>
              <a:gd name="csX271" fmla="*/ 509531 w 1878314"/>
              <a:gd name="csY271" fmla="*/ 1202883 h 1202883"/>
              <a:gd name="csX272" fmla="*/ 511412 w 1878314"/>
              <a:gd name="csY272" fmla="*/ 1202883 h 1202883"/>
              <a:gd name="csX273" fmla="*/ 513292 w 1878314"/>
              <a:gd name="csY273" fmla="*/ 1202883 h 1202883"/>
              <a:gd name="csX274" fmla="*/ 515172 w 1878314"/>
              <a:gd name="csY274" fmla="*/ 1202883 h 1202883"/>
              <a:gd name="csX275" fmla="*/ 517053 w 1878314"/>
              <a:gd name="csY275" fmla="*/ 1202883 h 1202883"/>
              <a:gd name="csX276" fmla="*/ 518933 w 1878314"/>
              <a:gd name="csY276" fmla="*/ 1202883 h 1202883"/>
              <a:gd name="csX277" fmla="*/ 520812 w 1878314"/>
              <a:gd name="csY277" fmla="*/ 1202883 h 1202883"/>
              <a:gd name="csX278" fmla="*/ 522692 w 1878314"/>
              <a:gd name="csY278" fmla="*/ 1202883 h 1202883"/>
              <a:gd name="csX279" fmla="*/ 524573 w 1878314"/>
              <a:gd name="csY279" fmla="*/ 1202883 h 1202883"/>
              <a:gd name="csX280" fmla="*/ 526453 w 1878314"/>
              <a:gd name="csY280" fmla="*/ 1202883 h 1202883"/>
              <a:gd name="csX281" fmla="*/ 528333 w 1878314"/>
              <a:gd name="csY281" fmla="*/ 1202883 h 1202883"/>
              <a:gd name="csX282" fmla="*/ 530214 w 1878314"/>
              <a:gd name="csY282" fmla="*/ 1202883 h 1202883"/>
              <a:gd name="csX283" fmla="*/ 532094 w 1878314"/>
              <a:gd name="csY283" fmla="*/ 1202883 h 1202883"/>
              <a:gd name="csX284" fmla="*/ 533974 w 1878314"/>
              <a:gd name="csY284" fmla="*/ 1202883 h 1202883"/>
              <a:gd name="csX285" fmla="*/ 535854 w 1878314"/>
              <a:gd name="csY285" fmla="*/ 1202883 h 1202883"/>
              <a:gd name="csX286" fmla="*/ 537735 w 1878314"/>
              <a:gd name="csY286" fmla="*/ 1202883 h 1202883"/>
              <a:gd name="csX287" fmla="*/ 539615 w 1878314"/>
              <a:gd name="csY287" fmla="*/ 1202883 h 1202883"/>
              <a:gd name="csX288" fmla="*/ 541495 w 1878314"/>
              <a:gd name="csY288" fmla="*/ 1202883 h 1202883"/>
              <a:gd name="csX289" fmla="*/ 543375 w 1878314"/>
              <a:gd name="csY289" fmla="*/ 1202883 h 1202883"/>
              <a:gd name="csX290" fmla="*/ 545255 w 1878314"/>
              <a:gd name="csY290" fmla="*/ 1202883 h 1202883"/>
              <a:gd name="csX291" fmla="*/ 547135 w 1878314"/>
              <a:gd name="csY291" fmla="*/ 1202883 h 1202883"/>
              <a:gd name="csX292" fmla="*/ 549015 w 1878314"/>
              <a:gd name="csY292" fmla="*/ 1202883 h 1202883"/>
              <a:gd name="csX293" fmla="*/ 550896 w 1878314"/>
              <a:gd name="csY293" fmla="*/ 1202883 h 1202883"/>
              <a:gd name="csX294" fmla="*/ 552776 w 1878314"/>
              <a:gd name="csY294" fmla="*/ 1202883 h 1202883"/>
              <a:gd name="csX295" fmla="*/ 554656 w 1878314"/>
              <a:gd name="csY295" fmla="*/ 1202883 h 1202883"/>
              <a:gd name="csX296" fmla="*/ 556536 w 1878314"/>
              <a:gd name="csY296" fmla="*/ 1202883 h 1202883"/>
              <a:gd name="csX297" fmla="*/ 558417 w 1878314"/>
              <a:gd name="csY297" fmla="*/ 1202883 h 1202883"/>
              <a:gd name="csX298" fmla="*/ 560297 w 1878314"/>
              <a:gd name="csY298" fmla="*/ 1202883 h 1202883"/>
              <a:gd name="csX299" fmla="*/ 562177 w 1878314"/>
              <a:gd name="csY299" fmla="*/ 1202883 h 1202883"/>
              <a:gd name="csX300" fmla="*/ 564057 w 1878314"/>
              <a:gd name="csY300" fmla="*/ 1202883 h 1202883"/>
              <a:gd name="csX301" fmla="*/ 565937 w 1878314"/>
              <a:gd name="csY301" fmla="*/ 1202883 h 1202883"/>
              <a:gd name="csX302" fmla="*/ 567817 w 1878314"/>
              <a:gd name="csY302" fmla="*/ 1202883 h 1202883"/>
              <a:gd name="csX303" fmla="*/ 569697 w 1878314"/>
              <a:gd name="csY303" fmla="*/ 1202883 h 1202883"/>
              <a:gd name="csX304" fmla="*/ 571578 w 1878314"/>
              <a:gd name="csY304" fmla="*/ 1202883 h 1202883"/>
              <a:gd name="csX305" fmla="*/ 573458 w 1878314"/>
              <a:gd name="csY305" fmla="*/ 1202883 h 1202883"/>
              <a:gd name="csX306" fmla="*/ 575338 w 1878314"/>
              <a:gd name="csY306" fmla="*/ 1202883 h 1202883"/>
              <a:gd name="csX307" fmla="*/ 577219 w 1878314"/>
              <a:gd name="csY307" fmla="*/ 1202883 h 1202883"/>
              <a:gd name="csX308" fmla="*/ 579099 w 1878314"/>
              <a:gd name="csY308" fmla="*/ 1202883 h 1202883"/>
              <a:gd name="csX309" fmla="*/ 580979 w 1878314"/>
              <a:gd name="csY309" fmla="*/ 1202883 h 1202883"/>
              <a:gd name="csX310" fmla="*/ 582859 w 1878314"/>
              <a:gd name="csY310" fmla="*/ 1202883 h 1202883"/>
              <a:gd name="csX311" fmla="*/ 584740 w 1878314"/>
              <a:gd name="csY311" fmla="*/ 1202883 h 1202883"/>
              <a:gd name="csX312" fmla="*/ 586619 w 1878314"/>
              <a:gd name="csY312" fmla="*/ 1202883 h 1202883"/>
              <a:gd name="csX313" fmla="*/ 588499 w 1878314"/>
              <a:gd name="csY313" fmla="*/ 1202883 h 1202883"/>
              <a:gd name="csX314" fmla="*/ 590379 w 1878314"/>
              <a:gd name="csY314" fmla="*/ 1202883 h 1202883"/>
              <a:gd name="csX315" fmla="*/ 592260 w 1878314"/>
              <a:gd name="csY315" fmla="*/ 1202883 h 1202883"/>
              <a:gd name="csX316" fmla="*/ 594140 w 1878314"/>
              <a:gd name="csY316" fmla="*/ 1202883 h 1202883"/>
              <a:gd name="csX317" fmla="*/ 596020 w 1878314"/>
              <a:gd name="csY317" fmla="*/ 1202883 h 1202883"/>
              <a:gd name="csX318" fmla="*/ 597901 w 1878314"/>
              <a:gd name="csY318" fmla="*/ 1202883 h 1202883"/>
              <a:gd name="csX319" fmla="*/ 599781 w 1878314"/>
              <a:gd name="csY319" fmla="*/ 1202883 h 1202883"/>
              <a:gd name="csX320" fmla="*/ 601661 w 1878314"/>
              <a:gd name="csY320" fmla="*/ 1202883 h 1202883"/>
              <a:gd name="csX321" fmla="*/ 603541 w 1878314"/>
              <a:gd name="csY321" fmla="*/ 1202883 h 1202883"/>
              <a:gd name="csX322" fmla="*/ 605422 w 1878314"/>
              <a:gd name="csY322" fmla="*/ 1202883 h 1202883"/>
              <a:gd name="csX323" fmla="*/ 607301 w 1878314"/>
              <a:gd name="csY323" fmla="*/ 1202883 h 1202883"/>
              <a:gd name="csX324" fmla="*/ 609181 w 1878314"/>
              <a:gd name="csY324" fmla="*/ 1202883 h 1202883"/>
              <a:gd name="csX325" fmla="*/ 611062 w 1878314"/>
              <a:gd name="csY325" fmla="*/ 1202883 h 1202883"/>
              <a:gd name="csX326" fmla="*/ 612942 w 1878314"/>
              <a:gd name="csY326" fmla="*/ 1202883 h 1202883"/>
              <a:gd name="csX327" fmla="*/ 614822 w 1878314"/>
              <a:gd name="csY327" fmla="*/ 1202883 h 1202883"/>
              <a:gd name="csX328" fmla="*/ 616702 w 1878314"/>
              <a:gd name="csY328" fmla="*/ 1202883 h 1202883"/>
              <a:gd name="csX329" fmla="*/ 618583 w 1878314"/>
              <a:gd name="csY329" fmla="*/ 1202883 h 1202883"/>
              <a:gd name="csX330" fmla="*/ 620463 w 1878314"/>
              <a:gd name="csY330" fmla="*/ 1202883 h 1202883"/>
              <a:gd name="csX331" fmla="*/ 622342 w 1878314"/>
              <a:gd name="csY331" fmla="*/ 1202883 h 1202883"/>
              <a:gd name="csX332" fmla="*/ 624224 w 1878314"/>
              <a:gd name="csY332" fmla="*/ 1202883 h 1202883"/>
              <a:gd name="csX333" fmla="*/ 626107 w 1878314"/>
              <a:gd name="csY333" fmla="*/ 1202883 h 1202883"/>
              <a:gd name="csX334" fmla="*/ 627979 w 1878314"/>
              <a:gd name="csY334" fmla="*/ 1202883 h 1202883"/>
              <a:gd name="csX335" fmla="*/ 629861 w 1878314"/>
              <a:gd name="csY335" fmla="*/ 1202883 h 1202883"/>
              <a:gd name="csX336" fmla="*/ 631744 w 1878314"/>
              <a:gd name="csY336" fmla="*/ 1202883 h 1202883"/>
              <a:gd name="csX337" fmla="*/ 633626 w 1878314"/>
              <a:gd name="csY337" fmla="*/ 1202883 h 1202883"/>
              <a:gd name="csX338" fmla="*/ 635508 w 1878314"/>
              <a:gd name="csY338" fmla="*/ 1202883 h 1202883"/>
              <a:gd name="csX339" fmla="*/ 637381 w 1878314"/>
              <a:gd name="csY339" fmla="*/ 1202883 h 1202883"/>
              <a:gd name="csX340" fmla="*/ 639263 w 1878314"/>
              <a:gd name="csY340" fmla="*/ 1202883 h 1202883"/>
              <a:gd name="csX341" fmla="*/ 641145 w 1878314"/>
              <a:gd name="csY341" fmla="*/ 1202883 h 1202883"/>
              <a:gd name="csX342" fmla="*/ 643027 w 1878314"/>
              <a:gd name="csY342" fmla="*/ 1202883 h 1202883"/>
              <a:gd name="csX343" fmla="*/ 644909 w 1878314"/>
              <a:gd name="csY343" fmla="*/ 1202883 h 1202883"/>
              <a:gd name="csX344" fmla="*/ 646782 w 1878314"/>
              <a:gd name="csY344" fmla="*/ 1202883 h 1202883"/>
              <a:gd name="csX345" fmla="*/ 648664 w 1878314"/>
              <a:gd name="csY345" fmla="*/ 1202883 h 1202883"/>
              <a:gd name="csX346" fmla="*/ 650546 w 1878314"/>
              <a:gd name="csY346" fmla="*/ 1202883 h 1202883"/>
              <a:gd name="csX347" fmla="*/ 652429 w 1878314"/>
              <a:gd name="csY347" fmla="*/ 1202883 h 1202883"/>
              <a:gd name="csX348" fmla="*/ 654311 w 1878314"/>
              <a:gd name="csY348" fmla="*/ 1202883 h 1202883"/>
              <a:gd name="csX349" fmla="*/ 656183 w 1878314"/>
              <a:gd name="csY349" fmla="*/ 1202883 h 1202883"/>
              <a:gd name="csX350" fmla="*/ 658066 w 1878314"/>
              <a:gd name="csY350" fmla="*/ 1202883 h 1202883"/>
              <a:gd name="csX351" fmla="*/ 659948 w 1878314"/>
              <a:gd name="csY351" fmla="*/ 1202883 h 1202883"/>
              <a:gd name="csX352" fmla="*/ 661830 w 1878314"/>
              <a:gd name="csY352" fmla="*/ 1202883 h 1202883"/>
              <a:gd name="csX353" fmla="*/ 663703 w 1878314"/>
              <a:gd name="csY353" fmla="*/ 1202883 h 1202883"/>
              <a:gd name="csX354" fmla="*/ 665585 w 1878314"/>
              <a:gd name="csY354" fmla="*/ 1202883 h 1202883"/>
              <a:gd name="csX355" fmla="*/ 667467 w 1878314"/>
              <a:gd name="csY355" fmla="*/ 1202883 h 1202883"/>
              <a:gd name="csX356" fmla="*/ 669349 w 1878314"/>
              <a:gd name="csY356" fmla="*/ 1202883 h 1202883"/>
              <a:gd name="csX357" fmla="*/ 671231 w 1878314"/>
              <a:gd name="csY357" fmla="*/ 1202883 h 1202883"/>
              <a:gd name="csX358" fmla="*/ 673104 w 1878314"/>
              <a:gd name="csY358" fmla="*/ 1202883 h 1202883"/>
              <a:gd name="csX359" fmla="*/ 674986 w 1878314"/>
              <a:gd name="csY359" fmla="*/ 1202883 h 1202883"/>
              <a:gd name="csX360" fmla="*/ 676868 w 1878314"/>
              <a:gd name="csY360" fmla="*/ 1202883 h 1202883"/>
              <a:gd name="csX361" fmla="*/ 678751 w 1878314"/>
              <a:gd name="csY361" fmla="*/ 1202883 h 1202883"/>
              <a:gd name="csX362" fmla="*/ 680633 w 1878314"/>
              <a:gd name="csY362" fmla="*/ 1202883 h 1202883"/>
              <a:gd name="csX363" fmla="*/ 682505 w 1878314"/>
              <a:gd name="csY363" fmla="*/ 1202883 h 1202883"/>
              <a:gd name="csX364" fmla="*/ 684387 w 1878314"/>
              <a:gd name="csY364" fmla="*/ 1202883 h 1202883"/>
              <a:gd name="csX365" fmla="*/ 686270 w 1878314"/>
              <a:gd name="csY365" fmla="*/ 1202883 h 1202883"/>
              <a:gd name="csX366" fmla="*/ 688152 w 1878314"/>
              <a:gd name="csY366" fmla="*/ 1202883 h 1202883"/>
              <a:gd name="csX367" fmla="*/ 690034 w 1878314"/>
              <a:gd name="csY367" fmla="*/ 1202883 h 1202883"/>
              <a:gd name="csX368" fmla="*/ 691907 w 1878314"/>
              <a:gd name="csY368" fmla="*/ 1202883 h 1202883"/>
              <a:gd name="csX369" fmla="*/ 693789 w 1878314"/>
              <a:gd name="csY369" fmla="*/ 1202883 h 1202883"/>
              <a:gd name="csX370" fmla="*/ 695671 w 1878314"/>
              <a:gd name="csY370" fmla="*/ 1202883 h 1202883"/>
              <a:gd name="csX371" fmla="*/ 697553 w 1878314"/>
              <a:gd name="csY371" fmla="*/ 1202883 h 1202883"/>
              <a:gd name="csX372" fmla="*/ 699435 w 1878314"/>
              <a:gd name="csY372" fmla="*/ 1202883 h 1202883"/>
              <a:gd name="csX373" fmla="*/ 701308 w 1878314"/>
              <a:gd name="csY373" fmla="*/ 1202883 h 1202883"/>
              <a:gd name="csX374" fmla="*/ 703190 w 1878314"/>
              <a:gd name="csY374" fmla="*/ 1202883 h 1202883"/>
              <a:gd name="csX375" fmla="*/ 705072 w 1878314"/>
              <a:gd name="csY375" fmla="*/ 1202883 h 1202883"/>
              <a:gd name="csX376" fmla="*/ 706955 w 1878314"/>
              <a:gd name="csY376" fmla="*/ 1202883 h 1202883"/>
              <a:gd name="csX377" fmla="*/ 708827 w 1878314"/>
              <a:gd name="csY377" fmla="*/ 1202883 h 1202883"/>
              <a:gd name="csX378" fmla="*/ 710709 w 1878314"/>
              <a:gd name="csY378" fmla="*/ 1202883 h 1202883"/>
              <a:gd name="csX379" fmla="*/ 712592 w 1878314"/>
              <a:gd name="csY379" fmla="*/ 1202883 h 1202883"/>
              <a:gd name="csX380" fmla="*/ 714474 w 1878314"/>
              <a:gd name="csY380" fmla="*/ 1202883 h 1202883"/>
              <a:gd name="csX381" fmla="*/ 716356 w 1878314"/>
              <a:gd name="csY381" fmla="*/ 1202883 h 1202883"/>
              <a:gd name="csX382" fmla="*/ 718229 w 1878314"/>
              <a:gd name="csY382" fmla="*/ 1202883 h 1202883"/>
              <a:gd name="csX383" fmla="*/ 720111 w 1878314"/>
              <a:gd name="csY383" fmla="*/ 1202883 h 1202883"/>
              <a:gd name="csX384" fmla="*/ 721993 w 1878314"/>
              <a:gd name="csY384" fmla="*/ 1202883 h 1202883"/>
              <a:gd name="csX385" fmla="*/ 723875 w 1878314"/>
              <a:gd name="csY385" fmla="*/ 1202883 h 1202883"/>
              <a:gd name="csX386" fmla="*/ 725757 w 1878314"/>
              <a:gd name="csY386" fmla="*/ 1202883 h 1202883"/>
              <a:gd name="csX387" fmla="*/ 727630 w 1878314"/>
              <a:gd name="csY387" fmla="*/ 1202883 h 1202883"/>
              <a:gd name="csX388" fmla="*/ 729512 w 1878314"/>
              <a:gd name="csY388" fmla="*/ 1202883 h 1202883"/>
              <a:gd name="csX389" fmla="*/ 731394 w 1878314"/>
              <a:gd name="csY389" fmla="*/ 1202883 h 1202883"/>
              <a:gd name="csX390" fmla="*/ 733277 w 1878314"/>
              <a:gd name="csY390" fmla="*/ 1202883 h 1202883"/>
              <a:gd name="csX391" fmla="*/ 735159 w 1878314"/>
              <a:gd name="csY391" fmla="*/ 1202883 h 1202883"/>
              <a:gd name="csX392" fmla="*/ 737031 w 1878314"/>
              <a:gd name="csY392" fmla="*/ 1202883 h 1202883"/>
              <a:gd name="csX393" fmla="*/ 738914 w 1878314"/>
              <a:gd name="csY393" fmla="*/ 1202883 h 1202883"/>
              <a:gd name="csX394" fmla="*/ 740796 w 1878314"/>
              <a:gd name="csY394" fmla="*/ 1202883 h 1202883"/>
              <a:gd name="csX395" fmla="*/ 742678 w 1878314"/>
              <a:gd name="csY395" fmla="*/ 1202883 h 1202883"/>
              <a:gd name="csX396" fmla="*/ 744560 w 1878314"/>
              <a:gd name="csY396" fmla="*/ 1202883 h 1202883"/>
              <a:gd name="csX397" fmla="*/ 746433 w 1878314"/>
              <a:gd name="csY397" fmla="*/ 1202883 h 1202883"/>
              <a:gd name="csX398" fmla="*/ 748315 w 1878314"/>
              <a:gd name="csY398" fmla="*/ 1202883 h 1202883"/>
              <a:gd name="csX399" fmla="*/ 750197 w 1878314"/>
              <a:gd name="csY399" fmla="*/ 1202883 h 1202883"/>
              <a:gd name="csX400" fmla="*/ 752079 w 1878314"/>
              <a:gd name="csY400" fmla="*/ 1202883 h 1202883"/>
              <a:gd name="csX401" fmla="*/ 753952 w 1878314"/>
              <a:gd name="csY401" fmla="*/ 1202883 h 1202883"/>
              <a:gd name="csX402" fmla="*/ 755834 w 1878314"/>
              <a:gd name="csY402" fmla="*/ 1202883 h 1202883"/>
              <a:gd name="csX403" fmla="*/ 757716 w 1878314"/>
              <a:gd name="csY403" fmla="*/ 1202883 h 1202883"/>
              <a:gd name="csX404" fmla="*/ 759598 w 1878314"/>
              <a:gd name="csY404" fmla="*/ 1202883 h 1202883"/>
              <a:gd name="csX405" fmla="*/ 761481 w 1878314"/>
              <a:gd name="csY405" fmla="*/ 1202883 h 1202883"/>
              <a:gd name="csX406" fmla="*/ 763353 w 1878314"/>
              <a:gd name="csY406" fmla="*/ 1202883 h 1202883"/>
              <a:gd name="csX407" fmla="*/ 765235 w 1878314"/>
              <a:gd name="csY407" fmla="*/ 1202883 h 1202883"/>
              <a:gd name="csX408" fmla="*/ 767118 w 1878314"/>
              <a:gd name="csY408" fmla="*/ 1202883 h 1202883"/>
              <a:gd name="csX409" fmla="*/ 769000 w 1878314"/>
              <a:gd name="csY409" fmla="*/ 1202883 h 1202883"/>
              <a:gd name="csX410" fmla="*/ 770882 w 1878314"/>
              <a:gd name="csY410" fmla="*/ 1202883 h 1202883"/>
              <a:gd name="csX411" fmla="*/ 772755 w 1878314"/>
              <a:gd name="csY411" fmla="*/ 1202883 h 1202883"/>
              <a:gd name="csX412" fmla="*/ 774637 w 1878314"/>
              <a:gd name="csY412" fmla="*/ 1202883 h 1202883"/>
              <a:gd name="csX413" fmla="*/ 776519 w 1878314"/>
              <a:gd name="csY413" fmla="*/ 1202883 h 1202883"/>
              <a:gd name="csX414" fmla="*/ 778401 w 1878314"/>
              <a:gd name="csY414" fmla="*/ 1202883 h 1202883"/>
              <a:gd name="csX415" fmla="*/ 780283 w 1878314"/>
              <a:gd name="csY415" fmla="*/ 1202883 h 1202883"/>
              <a:gd name="csX416" fmla="*/ 782156 w 1878314"/>
              <a:gd name="csY416" fmla="*/ 1202883 h 1202883"/>
              <a:gd name="csX417" fmla="*/ 784038 w 1878314"/>
              <a:gd name="csY417" fmla="*/ 1202883 h 1202883"/>
              <a:gd name="csX418" fmla="*/ 785920 w 1878314"/>
              <a:gd name="csY418" fmla="*/ 1202883 h 1202883"/>
              <a:gd name="csX419" fmla="*/ 787803 w 1878314"/>
              <a:gd name="csY419" fmla="*/ 1202883 h 1202883"/>
              <a:gd name="csX420" fmla="*/ 789685 w 1878314"/>
              <a:gd name="csY420" fmla="*/ 1202883 h 1202883"/>
              <a:gd name="csX421" fmla="*/ 791557 w 1878314"/>
              <a:gd name="csY421" fmla="*/ 1202883 h 1202883"/>
              <a:gd name="csX422" fmla="*/ 793440 w 1878314"/>
              <a:gd name="csY422" fmla="*/ 1202883 h 1202883"/>
              <a:gd name="csX423" fmla="*/ 795322 w 1878314"/>
              <a:gd name="csY423" fmla="*/ 1202883 h 1202883"/>
              <a:gd name="csX424" fmla="*/ 797204 w 1878314"/>
              <a:gd name="csY424" fmla="*/ 1202883 h 1202883"/>
              <a:gd name="csX425" fmla="*/ 799077 w 1878314"/>
              <a:gd name="csY425" fmla="*/ 1202883 h 1202883"/>
              <a:gd name="csX426" fmla="*/ 800959 w 1878314"/>
              <a:gd name="csY426" fmla="*/ 1202883 h 1202883"/>
              <a:gd name="csX427" fmla="*/ 802841 w 1878314"/>
              <a:gd name="csY427" fmla="*/ 1202883 h 1202883"/>
              <a:gd name="csX428" fmla="*/ 804723 w 1878314"/>
              <a:gd name="csY428" fmla="*/ 1202883 h 1202883"/>
              <a:gd name="csX429" fmla="*/ 806605 w 1878314"/>
              <a:gd name="csY429" fmla="*/ 1202883 h 1202883"/>
              <a:gd name="csX430" fmla="*/ 808478 w 1878314"/>
              <a:gd name="csY430" fmla="*/ 1202883 h 1202883"/>
              <a:gd name="csX431" fmla="*/ 810360 w 1878314"/>
              <a:gd name="csY431" fmla="*/ 1202883 h 1202883"/>
              <a:gd name="csX432" fmla="*/ 812242 w 1878314"/>
              <a:gd name="csY432" fmla="*/ 1202883 h 1202883"/>
              <a:gd name="csX433" fmla="*/ 814125 w 1878314"/>
              <a:gd name="csY433" fmla="*/ 1202883 h 1202883"/>
              <a:gd name="csX434" fmla="*/ 816007 w 1878314"/>
              <a:gd name="csY434" fmla="*/ 1202883 h 1202883"/>
              <a:gd name="csX435" fmla="*/ 817879 w 1878314"/>
              <a:gd name="csY435" fmla="*/ 1202883 h 1202883"/>
              <a:gd name="csX436" fmla="*/ 819762 w 1878314"/>
              <a:gd name="csY436" fmla="*/ 1202883 h 1202883"/>
              <a:gd name="csX437" fmla="*/ 821644 w 1878314"/>
              <a:gd name="csY437" fmla="*/ 1202883 h 1202883"/>
              <a:gd name="csX438" fmla="*/ 823526 w 1878314"/>
              <a:gd name="csY438" fmla="*/ 1202883 h 1202883"/>
              <a:gd name="csX439" fmla="*/ 825408 w 1878314"/>
              <a:gd name="csY439" fmla="*/ 1202883 h 1202883"/>
              <a:gd name="csX440" fmla="*/ 827281 w 1878314"/>
              <a:gd name="csY440" fmla="*/ 1202883 h 1202883"/>
              <a:gd name="csX441" fmla="*/ 829163 w 1878314"/>
              <a:gd name="csY441" fmla="*/ 1202883 h 1202883"/>
              <a:gd name="csX442" fmla="*/ 831045 w 1878314"/>
              <a:gd name="csY442" fmla="*/ 1202883 h 1202883"/>
              <a:gd name="csX443" fmla="*/ 832927 w 1878314"/>
              <a:gd name="csY443" fmla="*/ 1202883 h 1202883"/>
              <a:gd name="csX444" fmla="*/ 834800 w 1878314"/>
              <a:gd name="csY444" fmla="*/ 1202883 h 1202883"/>
              <a:gd name="csX445" fmla="*/ 836682 w 1878314"/>
              <a:gd name="csY445" fmla="*/ 1202883 h 1202883"/>
              <a:gd name="csX446" fmla="*/ 838564 w 1878314"/>
              <a:gd name="csY446" fmla="*/ 1202883 h 1202883"/>
              <a:gd name="csX447" fmla="*/ 840446 w 1878314"/>
              <a:gd name="csY447" fmla="*/ 1202883 h 1202883"/>
              <a:gd name="csX448" fmla="*/ 842329 w 1878314"/>
              <a:gd name="csY448" fmla="*/ 1202883 h 1202883"/>
              <a:gd name="csX449" fmla="*/ 844201 w 1878314"/>
              <a:gd name="csY449" fmla="*/ 1202883 h 1202883"/>
              <a:gd name="csX450" fmla="*/ 846083 w 1878314"/>
              <a:gd name="csY450" fmla="*/ 1202883 h 1202883"/>
              <a:gd name="csX451" fmla="*/ 847966 w 1878314"/>
              <a:gd name="csY451" fmla="*/ 1202883 h 1202883"/>
              <a:gd name="csX452" fmla="*/ 849848 w 1878314"/>
              <a:gd name="csY452" fmla="*/ 1202883 h 1202883"/>
              <a:gd name="csX453" fmla="*/ 851730 w 1878314"/>
              <a:gd name="csY453" fmla="*/ 1202883 h 1202883"/>
              <a:gd name="csX454" fmla="*/ 853603 w 1878314"/>
              <a:gd name="csY454" fmla="*/ 1202883 h 1202883"/>
              <a:gd name="csX455" fmla="*/ 855485 w 1878314"/>
              <a:gd name="csY455" fmla="*/ 1202883 h 1202883"/>
              <a:gd name="csX456" fmla="*/ 857367 w 1878314"/>
              <a:gd name="csY456" fmla="*/ 1202883 h 1202883"/>
              <a:gd name="csX457" fmla="*/ 859249 w 1878314"/>
              <a:gd name="csY457" fmla="*/ 1202883 h 1202883"/>
              <a:gd name="csX458" fmla="*/ 861131 w 1878314"/>
              <a:gd name="csY458" fmla="*/ 1202883 h 1202883"/>
              <a:gd name="csX459" fmla="*/ 863004 w 1878314"/>
              <a:gd name="csY459" fmla="*/ 1202883 h 1202883"/>
              <a:gd name="csX460" fmla="*/ 864886 w 1878314"/>
              <a:gd name="csY460" fmla="*/ 1202883 h 1202883"/>
              <a:gd name="csX461" fmla="*/ 866768 w 1878314"/>
              <a:gd name="csY461" fmla="*/ 1202883 h 1202883"/>
              <a:gd name="csX462" fmla="*/ 868651 w 1878314"/>
              <a:gd name="csY462" fmla="*/ 1202883 h 1202883"/>
              <a:gd name="csX463" fmla="*/ 870533 w 1878314"/>
              <a:gd name="csY463" fmla="*/ 1202883 h 1202883"/>
              <a:gd name="csX464" fmla="*/ 872405 w 1878314"/>
              <a:gd name="csY464" fmla="*/ 1202883 h 1202883"/>
              <a:gd name="csX465" fmla="*/ 874288 w 1878314"/>
              <a:gd name="csY465" fmla="*/ 1202883 h 1202883"/>
              <a:gd name="csX466" fmla="*/ 876170 w 1878314"/>
              <a:gd name="csY466" fmla="*/ 1202883 h 1202883"/>
              <a:gd name="csX467" fmla="*/ 878052 w 1878314"/>
              <a:gd name="csY467" fmla="*/ 1202883 h 1202883"/>
              <a:gd name="csX468" fmla="*/ 879925 w 1878314"/>
              <a:gd name="csY468" fmla="*/ 1202883 h 1202883"/>
              <a:gd name="csX469" fmla="*/ 881807 w 1878314"/>
              <a:gd name="csY469" fmla="*/ 1202883 h 1202883"/>
              <a:gd name="csX470" fmla="*/ 883689 w 1878314"/>
              <a:gd name="csY470" fmla="*/ 1202883 h 1202883"/>
              <a:gd name="csX471" fmla="*/ 885571 w 1878314"/>
              <a:gd name="csY471" fmla="*/ 1202883 h 1202883"/>
              <a:gd name="csX472" fmla="*/ 887453 w 1878314"/>
              <a:gd name="csY472" fmla="*/ 1202883 h 1202883"/>
              <a:gd name="csX473" fmla="*/ 889326 w 1878314"/>
              <a:gd name="csY473" fmla="*/ 1202883 h 1202883"/>
              <a:gd name="csX474" fmla="*/ 891208 w 1878314"/>
              <a:gd name="csY474" fmla="*/ 1202883 h 1202883"/>
              <a:gd name="csX475" fmla="*/ 893090 w 1878314"/>
              <a:gd name="csY475" fmla="*/ 1202883 h 1202883"/>
              <a:gd name="csX476" fmla="*/ 894973 w 1878314"/>
              <a:gd name="csY476" fmla="*/ 1202883 h 1202883"/>
              <a:gd name="csX477" fmla="*/ 896855 w 1878314"/>
              <a:gd name="csY477" fmla="*/ 1202883 h 1202883"/>
              <a:gd name="csX478" fmla="*/ 898727 w 1878314"/>
              <a:gd name="csY478" fmla="*/ 1202883 h 1202883"/>
              <a:gd name="csX479" fmla="*/ 900609 w 1878314"/>
              <a:gd name="csY479" fmla="*/ 1202883 h 1202883"/>
              <a:gd name="csX480" fmla="*/ 902492 w 1878314"/>
              <a:gd name="csY480" fmla="*/ 1202883 h 1202883"/>
              <a:gd name="csX481" fmla="*/ 904374 w 1878314"/>
              <a:gd name="csY481" fmla="*/ 1202883 h 1202883"/>
              <a:gd name="csX482" fmla="*/ 906256 w 1878314"/>
              <a:gd name="csY482" fmla="*/ 1202883 h 1202883"/>
              <a:gd name="csX483" fmla="*/ 908129 w 1878314"/>
              <a:gd name="csY483" fmla="*/ 1202883 h 1202883"/>
              <a:gd name="csX484" fmla="*/ 910011 w 1878314"/>
              <a:gd name="csY484" fmla="*/ 1202883 h 1202883"/>
              <a:gd name="csX485" fmla="*/ 911893 w 1878314"/>
              <a:gd name="csY485" fmla="*/ 1202883 h 1202883"/>
              <a:gd name="csX486" fmla="*/ 913775 w 1878314"/>
              <a:gd name="csY486" fmla="*/ 1202883 h 1202883"/>
              <a:gd name="csX487" fmla="*/ 915657 w 1878314"/>
              <a:gd name="csY487" fmla="*/ 1202883 h 1202883"/>
              <a:gd name="csX488" fmla="*/ 917530 w 1878314"/>
              <a:gd name="csY488" fmla="*/ 1202883 h 1202883"/>
              <a:gd name="csX489" fmla="*/ 919412 w 1878314"/>
              <a:gd name="csY489" fmla="*/ 1202883 h 1202883"/>
              <a:gd name="csX490" fmla="*/ 921294 w 1878314"/>
              <a:gd name="csY490" fmla="*/ 1202883 h 1202883"/>
              <a:gd name="csX491" fmla="*/ 923177 w 1878314"/>
              <a:gd name="csY491" fmla="*/ 1202883 h 1202883"/>
              <a:gd name="csX492" fmla="*/ 925049 w 1878314"/>
              <a:gd name="csY492" fmla="*/ 1202883 h 1202883"/>
              <a:gd name="csX493" fmla="*/ 926931 w 1878314"/>
              <a:gd name="csY493" fmla="*/ 1202883 h 1202883"/>
              <a:gd name="csX494" fmla="*/ 928814 w 1878314"/>
              <a:gd name="csY494" fmla="*/ 1202883 h 1202883"/>
              <a:gd name="csX495" fmla="*/ 930696 w 1878314"/>
              <a:gd name="csY495" fmla="*/ 1202883 h 1202883"/>
              <a:gd name="csX496" fmla="*/ 932578 w 1878314"/>
              <a:gd name="csY496" fmla="*/ 1202883 h 1202883"/>
              <a:gd name="csX497" fmla="*/ 934451 w 1878314"/>
              <a:gd name="csY497" fmla="*/ 1202883 h 1202883"/>
              <a:gd name="csX498" fmla="*/ 936333 w 1878314"/>
              <a:gd name="csY498" fmla="*/ 1202883 h 1202883"/>
              <a:gd name="csX499" fmla="*/ 938215 w 1878314"/>
              <a:gd name="csY499" fmla="*/ 1202883 h 1202883"/>
              <a:gd name="csX500" fmla="*/ 940097 w 1878314"/>
              <a:gd name="csY500" fmla="*/ 1202883 h 1202883"/>
              <a:gd name="csX501" fmla="*/ 941979 w 1878314"/>
              <a:gd name="csY501" fmla="*/ 1202883 h 1202883"/>
              <a:gd name="csX502" fmla="*/ 943852 w 1878314"/>
              <a:gd name="csY502" fmla="*/ 1202883 h 1202883"/>
              <a:gd name="csX503" fmla="*/ 945734 w 1878314"/>
              <a:gd name="csY503" fmla="*/ 1202883 h 1202883"/>
              <a:gd name="csX504" fmla="*/ 947616 w 1878314"/>
              <a:gd name="csY504" fmla="*/ 1202883 h 1202883"/>
              <a:gd name="csX505" fmla="*/ 949499 w 1878314"/>
              <a:gd name="csY505" fmla="*/ 1202883 h 1202883"/>
              <a:gd name="csX506" fmla="*/ 951381 w 1878314"/>
              <a:gd name="csY506" fmla="*/ 1202883 h 1202883"/>
              <a:gd name="csX507" fmla="*/ 953253 w 1878314"/>
              <a:gd name="csY507" fmla="*/ 1202883 h 1202883"/>
              <a:gd name="csX508" fmla="*/ 955136 w 1878314"/>
              <a:gd name="csY508" fmla="*/ 1202883 h 1202883"/>
              <a:gd name="csX509" fmla="*/ 957018 w 1878314"/>
              <a:gd name="csY509" fmla="*/ 1202883 h 1202883"/>
              <a:gd name="csX510" fmla="*/ 958900 w 1878314"/>
              <a:gd name="csY510" fmla="*/ 1202883 h 1202883"/>
              <a:gd name="csX511" fmla="*/ 960782 w 1878314"/>
              <a:gd name="csY511" fmla="*/ 1202883 h 1202883"/>
              <a:gd name="csX512" fmla="*/ 962655 w 1878314"/>
              <a:gd name="csY512" fmla="*/ 1202883 h 1202883"/>
              <a:gd name="csX513" fmla="*/ 964537 w 1878314"/>
              <a:gd name="csY513" fmla="*/ 1202883 h 1202883"/>
              <a:gd name="csX514" fmla="*/ 966419 w 1878314"/>
              <a:gd name="csY514" fmla="*/ 1202883 h 1202883"/>
              <a:gd name="csX515" fmla="*/ 968301 w 1878314"/>
              <a:gd name="csY515" fmla="*/ 1202883 h 1202883"/>
              <a:gd name="csX516" fmla="*/ 970174 w 1878314"/>
              <a:gd name="csY516" fmla="*/ 1202883 h 1202883"/>
              <a:gd name="csX517" fmla="*/ 972056 w 1878314"/>
              <a:gd name="csY517" fmla="*/ 1202883 h 1202883"/>
              <a:gd name="csX518" fmla="*/ 973938 w 1878314"/>
              <a:gd name="csY518" fmla="*/ 1202883 h 1202883"/>
              <a:gd name="csX519" fmla="*/ 975820 w 1878314"/>
              <a:gd name="csY519" fmla="*/ 1202883 h 1202883"/>
              <a:gd name="csX520" fmla="*/ 977703 w 1878314"/>
              <a:gd name="csY520" fmla="*/ 1202883 h 1202883"/>
              <a:gd name="csX521" fmla="*/ 979575 w 1878314"/>
              <a:gd name="csY521" fmla="*/ 1202883 h 1202883"/>
              <a:gd name="csX522" fmla="*/ 981458 w 1878314"/>
              <a:gd name="csY522" fmla="*/ 1202883 h 1202883"/>
              <a:gd name="csX523" fmla="*/ 983340 w 1878314"/>
              <a:gd name="csY523" fmla="*/ 1202883 h 1202883"/>
              <a:gd name="csX524" fmla="*/ 985222 w 1878314"/>
              <a:gd name="csY524" fmla="*/ 1202883 h 1202883"/>
              <a:gd name="csX525" fmla="*/ 987104 w 1878314"/>
              <a:gd name="csY525" fmla="*/ 1202883 h 1202883"/>
              <a:gd name="csX526" fmla="*/ 988977 w 1878314"/>
              <a:gd name="csY526" fmla="*/ 1202883 h 1202883"/>
              <a:gd name="csX527" fmla="*/ 990859 w 1878314"/>
              <a:gd name="csY527" fmla="*/ 1202883 h 1202883"/>
              <a:gd name="csX528" fmla="*/ 992741 w 1878314"/>
              <a:gd name="csY528" fmla="*/ 1202883 h 1202883"/>
              <a:gd name="csX529" fmla="*/ 994623 w 1878314"/>
              <a:gd name="csY529" fmla="*/ 1202883 h 1202883"/>
              <a:gd name="csX530" fmla="*/ 996506 w 1878314"/>
              <a:gd name="csY530" fmla="*/ 1202883 h 1202883"/>
              <a:gd name="csX531" fmla="*/ 998378 w 1878314"/>
              <a:gd name="csY531" fmla="*/ 1202883 h 1202883"/>
              <a:gd name="csX532" fmla="*/ 1000260 w 1878314"/>
              <a:gd name="csY532" fmla="*/ 1202883 h 1202883"/>
              <a:gd name="csX533" fmla="*/ 1002142 w 1878314"/>
              <a:gd name="csY533" fmla="*/ 1202883 h 1202883"/>
              <a:gd name="csX534" fmla="*/ 1004025 w 1878314"/>
              <a:gd name="csY534" fmla="*/ 1202883 h 1202883"/>
              <a:gd name="csX535" fmla="*/ 1005907 w 1878314"/>
              <a:gd name="csY535" fmla="*/ 1202883 h 1202883"/>
              <a:gd name="csX536" fmla="*/ 1007779 w 1878314"/>
              <a:gd name="csY536" fmla="*/ 1202883 h 1202883"/>
              <a:gd name="csX537" fmla="*/ 1009662 w 1878314"/>
              <a:gd name="csY537" fmla="*/ 1202883 h 1202883"/>
              <a:gd name="csX538" fmla="*/ 1011544 w 1878314"/>
              <a:gd name="csY538" fmla="*/ 1202883 h 1202883"/>
              <a:gd name="csX539" fmla="*/ 1013426 w 1878314"/>
              <a:gd name="csY539" fmla="*/ 1202883 h 1202883"/>
              <a:gd name="csX540" fmla="*/ 1015299 w 1878314"/>
              <a:gd name="csY540" fmla="*/ 1202883 h 1202883"/>
              <a:gd name="csX541" fmla="*/ 1017181 w 1878314"/>
              <a:gd name="csY541" fmla="*/ 1202883 h 1202883"/>
              <a:gd name="csX542" fmla="*/ 1019063 w 1878314"/>
              <a:gd name="csY542" fmla="*/ 1202883 h 1202883"/>
              <a:gd name="csX543" fmla="*/ 1020945 w 1878314"/>
              <a:gd name="csY543" fmla="*/ 1202883 h 1202883"/>
              <a:gd name="csX544" fmla="*/ 1022827 w 1878314"/>
              <a:gd name="csY544" fmla="*/ 1202883 h 1202883"/>
              <a:gd name="csX545" fmla="*/ 1024700 w 1878314"/>
              <a:gd name="csY545" fmla="*/ 1202883 h 1202883"/>
              <a:gd name="csX546" fmla="*/ 1026582 w 1878314"/>
              <a:gd name="csY546" fmla="*/ 1202883 h 1202883"/>
              <a:gd name="csX547" fmla="*/ 1028464 w 1878314"/>
              <a:gd name="csY547" fmla="*/ 1202883 h 1202883"/>
              <a:gd name="csX548" fmla="*/ 1030347 w 1878314"/>
              <a:gd name="csY548" fmla="*/ 1202883 h 1202883"/>
              <a:gd name="csX549" fmla="*/ 1032229 w 1878314"/>
              <a:gd name="csY549" fmla="*/ 1202883 h 1202883"/>
              <a:gd name="csX550" fmla="*/ 1034101 w 1878314"/>
              <a:gd name="csY550" fmla="*/ 1202883 h 1202883"/>
              <a:gd name="csX551" fmla="*/ 1035984 w 1878314"/>
              <a:gd name="csY551" fmla="*/ 1202883 h 1202883"/>
              <a:gd name="csX552" fmla="*/ 1037866 w 1878314"/>
              <a:gd name="csY552" fmla="*/ 1202883 h 1202883"/>
              <a:gd name="csX553" fmla="*/ 1039748 w 1878314"/>
              <a:gd name="csY553" fmla="*/ 1202883 h 1202883"/>
              <a:gd name="csX554" fmla="*/ 1041630 w 1878314"/>
              <a:gd name="csY554" fmla="*/ 1202883 h 1202883"/>
              <a:gd name="csX555" fmla="*/ 1043503 w 1878314"/>
              <a:gd name="csY555" fmla="*/ 1202883 h 1202883"/>
              <a:gd name="csX556" fmla="*/ 1045385 w 1878314"/>
              <a:gd name="csY556" fmla="*/ 1202883 h 1202883"/>
              <a:gd name="csX557" fmla="*/ 1047267 w 1878314"/>
              <a:gd name="csY557" fmla="*/ 1202883 h 1202883"/>
              <a:gd name="csX558" fmla="*/ 1049149 w 1878314"/>
              <a:gd name="csY558" fmla="*/ 1202883 h 1202883"/>
              <a:gd name="csX559" fmla="*/ 1051022 w 1878314"/>
              <a:gd name="csY559" fmla="*/ 1202883 h 1202883"/>
              <a:gd name="csX560" fmla="*/ 1052904 w 1878314"/>
              <a:gd name="csY560" fmla="*/ 1202883 h 1202883"/>
              <a:gd name="csX561" fmla="*/ 1054786 w 1878314"/>
              <a:gd name="csY561" fmla="*/ 1202883 h 1202883"/>
              <a:gd name="csX562" fmla="*/ 1056669 w 1878314"/>
              <a:gd name="csY562" fmla="*/ 1202883 h 1202883"/>
              <a:gd name="csX563" fmla="*/ 1058551 w 1878314"/>
              <a:gd name="csY563" fmla="*/ 1202883 h 1202883"/>
              <a:gd name="csX564" fmla="*/ 1060423 w 1878314"/>
              <a:gd name="csY564" fmla="*/ 1202883 h 1202883"/>
              <a:gd name="csX565" fmla="*/ 1062305 w 1878314"/>
              <a:gd name="csY565" fmla="*/ 1202883 h 1202883"/>
              <a:gd name="csX566" fmla="*/ 1064188 w 1878314"/>
              <a:gd name="csY566" fmla="*/ 1202874 h 1202883"/>
              <a:gd name="csX567" fmla="*/ 1066070 w 1878314"/>
              <a:gd name="csY567" fmla="*/ 1202874 h 1202883"/>
              <a:gd name="csX568" fmla="*/ 1067952 w 1878314"/>
              <a:gd name="csY568" fmla="*/ 1202874 h 1202883"/>
              <a:gd name="csX569" fmla="*/ 1069825 w 1878314"/>
              <a:gd name="csY569" fmla="*/ 1202874 h 1202883"/>
              <a:gd name="csX570" fmla="*/ 1071707 w 1878314"/>
              <a:gd name="csY570" fmla="*/ 1202874 h 1202883"/>
              <a:gd name="csX571" fmla="*/ 1073589 w 1878314"/>
              <a:gd name="csY571" fmla="*/ 1202864 h 1202883"/>
              <a:gd name="csX572" fmla="*/ 1075471 w 1878314"/>
              <a:gd name="csY572" fmla="*/ 1202864 h 1202883"/>
              <a:gd name="csX573" fmla="*/ 1077354 w 1878314"/>
              <a:gd name="csY573" fmla="*/ 1202864 h 1202883"/>
              <a:gd name="csX574" fmla="*/ 1079226 w 1878314"/>
              <a:gd name="csY574" fmla="*/ 1202854 h 1202883"/>
              <a:gd name="csX575" fmla="*/ 1081108 w 1878314"/>
              <a:gd name="csY575" fmla="*/ 1202854 h 1202883"/>
              <a:gd name="csX576" fmla="*/ 1082990 w 1878314"/>
              <a:gd name="csY576" fmla="*/ 1202845 h 1202883"/>
              <a:gd name="csX577" fmla="*/ 1084873 w 1878314"/>
              <a:gd name="csY577" fmla="*/ 1202845 h 1202883"/>
              <a:gd name="csX578" fmla="*/ 1086755 w 1878314"/>
              <a:gd name="csY578" fmla="*/ 1202835 h 1202883"/>
              <a:gd name="csX579" fmla="*/ 1088627 w 1878314"/>
              <a:gd name="csY579" fmla="*/ 1202825 h 1202883"/>
              <a:gd name="csX580" fmla="*/ 1090510 w 1878314"/>
              <a:gd name="csY580" fmla="*/ 1202815 h 1202883"/>
              <a:gd name="csX581" fmla="*/ 1092392 w 1878314"/>
              <a:gd name="csY581" fmla="*/ 1202806 h 1202883"/>
              <a:gd name="csX582" fmla="*/ 1094274 w 1878314"/>
              <a:gd name="csY582" fmla="*/ 1202796 h 1202883"/>
              <a:gd name="csX583" fmla="*/ 1096147 w 1878314"/>
              <a:gd name="csY583" fmla="*/ 1202786 h 1202883"/>
              <a:gd name="csX584" fmla="*/ 1098029 w 1878314"/>
              <a:gd name="csY584" fmla="*/ 1202777 h 1202883"/>
              <a:gd name="csX585" fmla="*/ 1099911 w 1878314"/>
              <a:gd name="csY585" fmla="*/ 1202757 h 1202883"/>
              <a:gd name="csX586" fmla="*/ 1101793 w 1878314"/>
              <a:gd name="csY586" fmla="*/ 1202738 h 1202883"/>
              <a:gd name="csX587" fmla="*/ 1103675 w 1878314"/>
              <a:gd name="csY587" fmla="*/ 1202718 h 1202883"/>
              <a:gd name="csX588" fmla="*/ 1105548 w 1878314"/>
              <a:gd name="csY588" fmla="*/ 1202689 h 1202883"/>
              <a:gd name="csX589" fmla="*/ 1107430 w 1878314"/>
              <a:gd name="csY589" fmla="*/ 1202670 h 1202883"/>
              <a:gd name="csX590" fmla="*/ 1109312 w 1878314"/>
              <a:gd name="csY590" fmla="*/ 1202631 h 1202883"/>
              <a:gd name="csX591" fmla="*/ 1111195 w 1878314"/>
              <a:gd name="csY591" fmla="*/ 1202602 h 1202883"/>
              <a:gd name="csX592" fmla="*/ 1113077 w 1878314"/>
              <a:gd name="csY592" fmla="*/ 1202563 h 1202883"/>
              <a:gd name="csX593" fmla="*/ 1114949 w 1878314"/>
              <a:gd name="csY593" fmla="*/ 1202515 h 1202883"/>
              <a:gd name="csX594" fmla="*/ 1116831 w 1878314"/>
              <a:gd name="csY594" fmla="*/ 1202466 h 1202883"/>
              <a:gd name="csX595" fmla="*/ 1118714 w 1878314"/>
              <a:gd name="csY595" fmla="*/ 1202418 h 1202883"/>
              <a:gd name="csX596" fmla="*/ 1120596 w 1878314"/>
              <a:gd name="csY596" fmla="*/ 1202350 h 1202883"/>
              <a:gd name="csX597" fmla="*/ 1122478 w 1878314"/>
              <a:gd name="csY597" fmla="*/ 1202282 h 1202883"/>
              <a:gd name="csX598" fmla="*/ 1124351 w 1878314"/>
              <a:gd name="csY598" fmla="*/ 1202204 h 1202883"/>
              <a:gd name="csX599" fmla="*/ 1126233 w 1878314"/>
              <a:gd name="csY599" fmla="*/ 1202117 h 1202883"/>
              <a:gd name="csX600" fmla="*/ 1128115 w 1878314"/>
              <a:gd name="csY600" fmla="*/ 1202020 h 1202883"/>
              <a:gd name="csX601" fmla="*/ 1129997 w 1878314"/>
              <a:gd name="csY601" fmla="*/ 1201913 h 1202883"/>
              <a:gd name="csX602" fmla="*/ 1131880 w 1878314"/>
              <a:gd name="csY602" fmla="*/ 1201787 h 1202883"/>
              <a:gd name="csX603" fmla="*/ 1133752 w 1878314"/>
              <a:gd name="csY603" fmla="*/ 1201651 h 1202883"/>
              <a:gd name="csX604" fmla="*/ 1135634 w 1878314"/>
              <a:gd name="csY604" fmla="*/ 1201496 h 1202883"/>
              <a:gd name="csX605" fmla="*/ 1137517 w 1878314"/>
              <a:gd name="csY605" fmla="*/ 1201331 h 1202883"/>
              <a:gd name="csX606" fmla="*/ 1139399 w 1878314"/>
              <a:gd name="csY606" fmla="*/ 1201137 h 1202883"/>
              <a:gd name="csX607" fmla="*/ 1141271 w 1878314"/>
              <a:gd name="csY607" fmla="*/ 1200923 h 1202883"/>
              <a:gd name="csX608" fmla="*/ 1143153 w 1878314"/>
              <a:gd name="csY608" fmla="*/ 1200691 h 1202883"/>
              <a:gd name="csX609" fmla="*/ 1145036 w 1878314"/>
              <a:gd name="csY609" fmla="*/ 1200438 h 1202883"/>
              <a:gd name="csX610" fmla="*/ 1146918 w 1878314"/>
              <a:gd name="csY610" fmla="*/ 1200147 h 1202883"/>
              <a:gd name="csX611" fmla="*/ 1148800 w 1878314"/>
              <a:gd name="csY611" fmla="*/ 1199827 h 1202883"/>
              <a:gd name="csX612" fmla="*/ 1150673 w 1878314"/>
              <a:gd name="csY612" fmla="*/ 1199478 h 1202883"/>
              <a:gd name="csX613" fmla="*/ 1152555 w 1878314"/>
              <a:gd name="csY613" fmla="*/ 1199080 h 1202883"/>
              <a:gd name="csX614" fmla="*/ 1154437 w 1878314"/>
              <a:gd name="csY614" fmla="*/ 1198653 h 1202883"/>
              <a:gd name="csX615" fmla="*/ 1156319 w 1878314"/>
              <a:gd name="csY615" fmla="*/ 1198178 h 1202883"/>
              <a:gd name="csX616" fmla="*/ 1158201 w 1878314"/>
              <a:gd name="csY616" fmla="*/ 1197654 h 1202883"/>
              <a:gd name="csX617" fmla="*/ 1160074 w 1878314"/>
              <a:gd name="csY617" fmla="*/ 1197072 h 1202883"/>
              <a:gd name="csX618" fmla="*/ 1161956 w 1878314"/>
              <a:gd name="csY618" fmla="*/ 1196441 h 1202883"/>
              <a:gd name="csX619" fmla="*/ 1163838 w 1878314"/>
              <a:gd name="csY619" fmla="*/ 1195742 h 1202883"/>
              <a:gd name="csX620" fmla="*/ 1165721 w 1878314"/>
              <a:gd name="csY620" fmla="*/ 1194976 h 1202883"/>
              <a:gd name="csX621" fmla="*/ 1167603 w 1878314"/>
              <a:gd name="csY621" fmla="*/ 1194132 h 1202883"/>
              <a:gd name="csX622" fmla="*/ 1169475 w 1878314"/>
              <a:gd name="csY622" fmla="*/ 1193210 h 1202883"/>
              <a:gd name="csX623" fmla="*/ 1171358 w 1878314"/>
              <a:gd name="csY623" fmla="*/ 1192192 h 1202883"/>
              <a:gd name="csX624" fmla="*/ 1173240 w 1878314"/>
              <a:gd name="csY624" fmla="*/ 1191095 h 1202883"/>
              <a:gd name="csX625" fmla="*/ 1175122 w 1878314"/>
              <a:gd name="csY625" fmla="*/ 1189882 h 1202883"/>
              <a:gd name="csX626" fmla="*/ 1177004 w 1878314"/>
              <a:gd name="csY626" fmla="*/ 1188563 h 1202883"/>
              <a:gd name="csX627" fmla="*/ 1178877 w 1878314"/>
              <a:gd name="csY627" fmla="*/ 1187127 h 1202883"/>
              <a:gd name="csX628" fmla="*/ 1180759 w 1878314"/>
              <a:gd name="csY628" fmla="*/ 1185555 h 1202883"/>
              <a:gd name="csX629" fmla="*/ 1182641 w 1878314"/>
              <a:gd name="csY629" fmla="*/ 1183857 h 1202883"/>
              <a:gd name="csX630" fmla="*/ 1184523 w 1878314"/>
              <a:gd name="csY630" fmla="*/ 1182004 h 1202883"/>
              <a:gd name="csX631" fmla="*/ 1186396 w 1878314"/>
              <a:gd name="csY631" fmla="*/ 1179986 h 1202883"/>
              <a:gd name="csX632" fmla="*/ 1188278 w 1878314"/>
              <a:gd name="csY632" fmla="*/ 1177803 h 1202883"/>
              <a:gd name="csX633" fmla="*/ 1190160 w 1878314"/>
              <a:gd name="csY633" fmla="*/ 1175426 h 1202883"/>
              <a:gd name="csX634" fmla="*/ 1192043 w 1878314"/>
              <a:gd name="csY634" fmla="*/ 1172865 h 1202883"/>
              <a:gd name="csX635" fmla="*/ 1193925 w 1878314"/>
              <a:gd name="csY635" fmla="*/ 1170090 h 1202883"/>
              <a:gd name="csX636" fmla="*/ 1195797 w 1878314"/>
              <a:gd name="csY636" fmla="*/ 1167082 h 1202883"/>
              <a:gd name="csX637" fmla="*/ 1197680 w 1878314"/>
              <a:gd name="csY637" fmla="*/ 1163842 h 1202883"/>
              <a:gd name="csX638" fmla="*/ 1199562 w 1878314"/>
              <a:gd name="csY638" fmla="*/ 1160349 h 1202883"/>
              <a:gd name="csX639" fmla="*/ 1201444 w 1878314"/>
              <a:gd name="csY639" fmla="*/ 1156575 h 1202883"/>
              <a:gd name="csX640" fmla="*/ 1203326 w 1878314"/>
              <a:gd name="csY640" fmla="*/ 1152519 h 1202883"/>
              <a:gd name="csX641" fmla="*/ 1205199 w 1878314"/>
              <a:gd name="csY641" fmla="*/ 1148163 h 1202883"/>
              <a:gd name="csX642" fmla="*/ 1207081 w 1878314"/>
              <a:gd name="csY642" fmla="*/ 1143477 h 1202883"/>
              <a:gd name="csX643" fmla="*/ 1208963 w 1878314"/>
              <a:gd name="csY643" fmla="*/ 1138451 h 1202883"/>
              <a:gd name="csX644" fmla="*/ 1210845 w 1878314"/>
              <a:gd name="csY644" fmla="*/ 1133057 h 1202883"/>
              <a:gd name="csX645" fmla="*/ 1212728 w 1878314"/>
              <a:gd name="csY645" fmla="*/ 1127284 h 1202883"/>
              <a:gd name="csX646" fmla="*/ 1214600 w 1878314"/>
              <a:gd name="csY646" fmla="*/ 1121104 h 1202883"/>
              <a:gd name="csX647" fmla="*/ 1216482 w 1878314"/>
              <a:gd name="csY647" fmla="*/ 1114497 h 1202883"/>
              <a:gd name="csX648" fmla="*/ 1218364 w 1878314"/>
              <a:gd name="csY648" fmla="*/ 1107453 h 1202883"/>
              <a:gd name="csX649" fmla="*/ 1220247 w 1878314"/>
              <a:gd name="csY649" fmla="*/ 1099934 h 1202883"/>
              <a:gd name="csX650" fmla="*/ 1222129 w 1878314"/>
              <a:gd name="csY650" fmla="*/ 1091920 h 1202883"/>
              <a:gd name="csX651" fmla="*/ 1224001 w 1878314"/>
              <a:gd name="csY651" fmla="*/ 1083392 h 1202883"/>
              <a:gd name="csX652" fmla="*/ 1225884 w 1878314"/>
              <a:gd name="csY652" fmla="*/ 1074320 h 1202883"/>
              <a:gd name="csX653" fmla="*/ 1227766 w 1878314"/>
              <a:gd name="csY653" fmla="*/ 1064696 h 1202883"/>
              <a:gd name="csX654" fmla="*/ 1229648 w 1878314"/>
              <a:gd name="csY654" fmla="*/ 1054479 h 1202883"/>
              <a:gd name="csX655" fmla="*/ 1231521 w 1878314"/>
              <a:gd name="csY655" fmla="*/ 1043642 h 1202883"/>
              <a:gd name="csX656" fmla="*/ 1233403 w 1878314"/>
              <a:gd name="csY656" fmla="*/ 1032184 h 1202883"/>
              <a:gd name="csX657" fmla="*/ 1235285 w 1878314"/>
              <a:gd name="csY657" fmla="*/ 1020056 h 1202883"/>
              <a:gd name="csX658" fmla="*/ 1237167 w 1878314"/>
              <a:gd name="csY658" fmla="*/ 1007240 h 1202883"/>
              <a:gd name="csX659" fmla="*/ 1239050 w 1878314"/>
              <a:gd name="csY659" fmla="*/ 993724 h 1202883"/>
              <a:gd name="csX660" fmla="*/ 1240922 w 1878314"/>
              <a:gd name="csY660" fmla="*/ 979472 h 1202883"/>
              <a:gd name="csX661" fmla="*/ 1242804 w 1878314"/>
              <a:gd name="csY661" fmla="*/ 964463 h 1202883"/>
              <a:gd name="csX662" fmla="*/ 1244686 w 1878314"/>
              <a:gd name="csY662" fmla="*/ 948668 h 1202883"/>
              <a:gd name="csX663" fmla="*/ 1246569 w 1878314"/>
              <a:gd name="csY663" fmla="*/ 932087 h 1202883"/>
              <a:gd name="csX664" fmla="*/ 1248451 w 1878314"/>
              <a:gd name="csY664" fmla="*/ 914671 h 1202883"/>
              <a:gd name="csX665" fmla="*/ 1250323 w 1878314"/>
              <a:gd name="csY665" fmla="*/ 896412 h 1202883"/>
              <a:gd name="csX666" fmla="*/ 1252206 w 1878314"/>
              <a:gd name="csY666" fmla="*/ 1040091 h 1202883"/>
              <a:gd name="csX667" fmla="*/ 1254088 w 1878314"/>
              <a:gd name="csY667" fmla="*/ 1035153 h 1202883"/>
              <a:gd name="csX668" fmla="*/ 1255970 w 1878314"/>
              <a:gd name="csY668" fmla="*/ 1030098 h 1202883"/>
              <a:gd name="csX669" fmla="*/ 1257852 w 1878314"/>
              <a:gd name="csY669" fmla="*/ 1024927 h 1202883"/>
              <a:gd name="csX670" fmla="*/ 1259725 w 1878314"/>
              <a:gd name="csY670" fmla="*/ 1019649 h 1202883"/>
              <a:gd name="csX671" fmla="*/ 1261607 w 1878314"/>
              <a:gd name="csY671" fmla="*/ 1014254 h 1202883"/>
              <a:gd name="csX672" fmla="*/ 1263489 w 1878314"/>
              <a:gd name="csY672" fmla="*/ 1008743 h 1202883"/>
              <a:gd name="csX673" fmla="*/ 1265371 w 1878314"/>
              <a:gd name="csY673" fmla="*/ 1003116 h 1202883"/>
              <a:gd name="csX674" fmla="*/ 1267244 w 1878314"/>
              <a:gd name="csY674" fmla="*/ 997372 h 1202883"/>
              <a:gd name="csX675" fmla="*/ 1269126 w 1878314"/>
              <a:gd name="csY675" fmla="*/ 991512 h 1202883"/>
              <a:gd name="csX676" fmla="*/ 1271008 w 1878314"/>
              <a:gd name="csY676" fmla="*/ 985536 h 1202883"/>
              <a:gd name="csX677" fmla="*/ 1272891 w 1878314"/>
              <a:gd name="csY677" fmla="*/ 979443 h 1202883"/>
              <a:gd name="csX678" fmla="*/ 1274773 w 1878314"/>
              <a:gd name="csY678" fmla="*/ 973224 h 1202883"/>
              <a:gd name="csX679" fmla="*/ 1276645 w 1878314"/>
              <a:gd name="csY679" fmla="*/ 966888 h 1202883"/>
              <a:gd name="csX680" fmla="*/ 1278527 w 1878314"/>
              <a:gd name="csY680" fmla="*/ 960436 h 1202883"/>
              <a:gd name="csX681" fmla="*/ 1280410 w 1878314"/>
              <a:gd name="csY681" fmla="*/ 953858 h 1202883"/>
              <a:gd name="csX682" fmla="*/ 1282292 w 1878314"/>
              <a:gd name="csY682" fmla="*/ 947164 h 1202883"/>
              <a:gd name="csX683" fmla="*/ 1284174 w 1878314"/>
              <a:gd name="csY683" fmla="*/ 940343 h 1202883"/>
              <a:gd name="csX684" fmla="*/ 1286047 w 1878314"/>
              <a:gd name="csY684" fmla="*/ 933406 h 1202883"/>
              <a:gd name="csX685" fmla="*/ 1287929 w 1878314"/>
              <a:gd name="csY685" fmla="*/ 926343 h 1202883"/>
              <a:gd name="csX686" fmla="*/ 1289811 w 1878314"/>
              <a:gd name="csY686" fmla="*/ 919163 h 1202883"/>
              <a:gd name="csX687" fmla="*/ 1291693 w 1878314"/>
              <a:gd name="csY687" fmla="*/ 911867 h 1202883"/>
              <a:gd name="csX688" fmla="*/ 1293576 w 1878314"/>
              <a:gd name="csY688" fmla="*/ 904445 h 1202883"/>
              <a:gd name="csX689" fmla="*/ 1295448 w 1878314"/>
              <a:gd name="csY689" fmla="*/ 896897 h 1202883"/>
              <a:gd name="csX690" fmla="*/ 1297330 w 1878314"/>
              <a:gd name="csY690" fmla="*/ 889242 h 1202883"/>
              <a:gd name="csX691" fmla="*/ 1299213 w 1878314"/>
              <a:gd name="csY691" fmla="*/ 881451 h 1202883"/>
              <a:gd name="csX692" fmla="*/ 1301095 w 1878314"/>
              <a:gd name="csY692" fmla="*/ 873556 h 1202883"/>
              <a:gd name="csX693" fmla="*/ 1302977 w 1878314"/>
              <a:gd name="csY693" fmla="*/ 865538 h 1202883"/>
              <a:gd name="csX694" fmla="*/ 1304849 w 1878314"/>
              <a:gd name="csY694" fmla="*/ 857402 h 1202883"/>
              <a:gd name="csX695" fmla="*/ 1306732 w 1878314"/>
              <a:gd name="csY695" fmla="*/ 849150 h 1202883"/>
              <a:gd name="csX696" fmla="*/ 1308614 w 1878314"/>
              <a:gd name="csY696" fmla="*/ 840782 h 1202883"/>
              <a:gd name="csX697" fmla="*/ 1310496 w 1878314"/>
              <a:gd name="csY697" fmla="*/ 832300 h 1202883"/>
              <a:gd name="csX698" fmla="*/ 1312369 w 1878314"/>
              <a:gd name="csY698" fmla="*/ 823705 h 1202883"/>
              <a:gd name="csX699" fmla="*/ 1314251 w 1878314"/>
              <a:gd name="csY699" fmla="*/ 814998 h 1202883"/>
              <a:gd name="csX700" fmla="*/ 1316133 w 1878314"/>
              <a:gd name="csY700" fmla="*/ 806181 h 1202883"/>
              <a:gd name="csX701" fmla="*/ 1318015 w 1878314"/>
              <a:gd name="csY701" fmla="*/ 797254 h 1202883"/>
              <a:gd name="csX702" fmla="*/ 1319897 w 1878314"/>
              <a:gd name="csY702" fmla="*/ 788220 h 1202883"/>
              <a:gd name="csX703" fmla="*/ 1321770 w 1878314"/>
              <a:gd name="csY703" fmla="*/ 779081 h 1202883"/>
              <a:gd name="csX704" fmla="*/ 1323652 w 1878314"/>
              <a:gd name="csY704" fmla="*/ 769838 h 1202883"/>
              <a:gd name="csX705" fmla="*/ 1325534 w 1878314"/>
              <a:gd name="csY705" fmla="*/ 760493 h 1202883"/>
              <a:gd name="csX706" fmla="*/ 1327417 w 1878314"/>
              <a:gd name="csY706" fmla="*/ 751048 h 1202883"/>
              <a:gd name="csX707" fmla="*/ 1329299 w 1878314"/>
              <a:gd name="csY707" fmla="*/ 741506 h 1202883"/>
              <a:gd name="csX708" fmla="*/ 1331171 w 1878314"/>
              <a:gd name="csY708" fmla="*/ 731867 h 1202883"/>
              <a:gd name="csX709" fmla="*/ 1333054 w 1878314"/>
              <a:gd name="csY709" fmla="*/ 722137 h 1202883"/>
              <a:gd name="csX710" fmla="*/ 1334936 w 1878314"/>
              <a:gd name="csY710" fmla="*/ 712316 h 1202883"/>
              <a:gd name="csX711" fmla="*/ 1336818 w 1878314"/>
              <a:gd name="csY711" fmla="*/ 702407 h 1202883"/>
              <a:gd name="csX712" fmla="*/ 1338700 w 1878314"/>
              <a:gd name="csY712" fmla="*/ 692413 h 1202883"/>
              <a:gd name="csX713" fmla="*/ 1340573 w 1878314"/>
              <a:gd name="csY713" fmla="*/ 682337 h 1202883"/>
              <a:gd name="csX714" fmla="*/ 1342455 w 1878314"/>
              <a:gd name="csY714" fmla="*/ 672182 h 1202883"/>
              <a:gd name="csX715" fmla="*/ 1344337 w 1878314"/>
              <a:gd name="csY715" fmla="*/ 661950 h 1202883"/>
              <a:gd name="csX716" fmla="*/ 1346219 w 1878314"/>
              <a:gd name="csY716" fmla="*/ 651645 h 1202883"/>
              <a:gd name="csX717" fmla="*/ 1348102 w 1878314"/>
              <a:gd name="csY717" fmla="*/ 641272 h 1202883"/>
              <a:gd name="csX718" fmla="*/ 1349974 w 1878314"/>
              <a:gd name="csY718" fmla="*/ 630831 h 1202883"/>
              <a:gd name="csX719" fmla="*/ 1351856 w 1878314"/>
              <a:gd name="csY719" fmla="*/ 620328 h 1202883"/>
              <a:gd name="csX720" fmla="*/ 1353739 w 1878314"/>
              <a:gd name="csY720" fmla="*/ 609765 h 1202883"/>
              <a:gd name="csX721" fmla="*/ 1355621 w 1878314"/>
              <a:gd name="csY721" fmla="*/ 599148 h 1202883"/>
              <a:gd name="csX722" fmla="*/ 1357493 w 1878314"/>
              <a:gd name="csY722" fmla="*/ 588479 h 1202883"/>
              <a:gd name="csX723" fmla="*/ 1359376 w 1878314"/>
              <a:gd name="csY723" fmla="*/ 577762 h 1202883"/>
              <a:gd name="csX724" fmla="*/ 1361258 w 1878314"/>
              <a:gd name="csY724" fmla="*/ 567002 h 1202883"/>
              <a:gd name="csX725" fmla="*/ 1363140 w 1878314"/>
              <a:gd name="csY725" fmla="*/ 556201 h 1202883"/>
              <a:gd name="csX726" fmla="*/ 1365022 w 1878314"/>
              <a:gd name="csY726" fmla="*/ 545367 h 1202883"/>
              <a:gd name="csX727" fmla="*/ 1366895 w 1878314"/>
              <a:gd name="csY727" fmla="*/ 534502 h 1202883"/>
              <a:gd name="csX728" fmla="*/ 1368777 w 1878314"/>
              <a:gd name="csY728" fmla="*/ 523609 h 1202883"/>
              <a:gd name="csX729" fmla="*/ 1370659 w 1878314"/>
              <a:gd name="csY729" fmla="*/ 512695 h 1202883"/>
              <a:gd name="csX730" fmla="*/ 1372541 w 1878314"/>
              <a:gd name="csY730" fmla="*/ 501764 h 1202883"/>
              <a:gd name="csX731" fmla="*/ 1374423 w 1878314"/>
              <a:gd name="csY731" fmla="*/ 490820 h 1202883"/>
              <a:gd name="csX732" fmla="*/ 1376296 w 1878314"/>
              <a:gd name="csY732" fmla="*/ 479868 h 1202883"/>
              <a:gd name="csX733" fmla="*/ 1378178 w 1878314"/>
              <a:gd name="csY733" fmla="*/ 468914 h 1202883"/>
              <a:gd name="csX734" fmla="*/ 1380060 w 1878314"/>
              <a:gd name="csY734" fmla="*/ 457961 h 1202883"/>
              <a:gd name="csX735" fmla="*/ 1381943 w 1878314"/>
              <a:gd name="csY735" fmla="*/ 447015 h 1202883"/>
              <a:gd name="csX736" fmla="*/ 1383825 w 1878314"/>
              <a:gd name="csY736" fmla="*/ 436082 h 1202883"/>
              <a:gd name="csX737" fmla="*/ 1385697 w 1878314"/>
              <a:gd name="csY737" fmla="*/ 425165 h 1202883"/>
              <a:gd name="csX738" fmla="*/ 1387580 w 1878314"/>
              <a:gd name="csY738" fmla="*/ 414272 h 1202883"/>
              <a:gd name="csX739" fmla="*/ 1389462 w 1878314"/>
              <a:gd name="csY739" fmla="*/ 403405 h 1202883"/>
              <a:gd name="csX740" fmla="*/ 1391344 w 1878314"/>
              <a:gd name="csY740" fmla="*/ 392572 h 1202883"/>
              <a:gd name="csX741" fmla="*/ 1393226 w 1878314"/>
              <a:gd name="csY741" fmla="*/ 381777 h 1202883"/>
              <a:gd name="csX742" fmla="*/ 1395099 w 1878314"/>
              <a:gd name="csY742" fmla="*/ 371026 h 1202883"/>
              <a:gd name="csX743" fmla="*/ 1396981 w 1878314"/>
              <a:gd name="csY743" fmla="*/ 360324 h 1202883"/>
              <a:gd name="csX744" fmla="*/ 1398863 w 1878314"/>
              <a:gd name="csY744" fmla="*/ 349677 h 1202883"/>
              <a:gd name="csX745" fmla="*/ 1400745 w 1878314"/>
              <a:gd name="csY745" fmla="*/ 339090 h 1202883"/>
              <a:gd name="csX746" fmla="*/ 1402618 w 1878314"/>
              <a:gd name="csY746" fmla="*/ 328569 h 1202883"/>
              <a:gd name="csX747" fmla="*/ 1404500 w 1878314"/>
              <a:gd name="csY747" fmla="*/ 318119 h 1202883"/>
              <a:gd name="csX748" fmla="*/ 1406382 w 1878314"/>
              <a:gd name="csY748" fmla="*/ 307746 h 1202883"/>
              <a:gd name="csX749" fmla="*/ 1408265 w 1878314"/>
              <a:gd name="csY749" fmla="*/ 297455 h 1202883"/>
              <a:gd name="csX750" fmla="*/ 1410147 w 1878314"/>
              <a:gd name="csY750" fmla="*/ 287253 h 1202883"/>
              <a:gd name="csX751" fmla="*/ 1412019 w 1878314"/>
              <a:gd name="csY751" fmla="*/ 277144 h 1202883"/>
              <a:gd name="csX752" fmla="*/ 1413902 w 1878314"/>
              <a:gd name="csY752" fmla="*/ 267135 h 1202883"/>
              <a:gd name="csX753" fmla="*/ 1415784 w 1878314"/>
              <a:gd name="csY753" fmla="*/ 257231 h 1202883"/>
              <a:gd name="csX754" fmla="*/ 1417666 w 1878314"/>
              <a:gd name="csY754" fmla="*/ 247437 h 1202883"/>
              <a:gd name="csX755" fmla="*/ 1419548 w 1878314"/>
              <a:gd name="csY755" fmla="*/ 237760 h 1202883"/>
              <a:gd name="csX756" fmla="*/ 1421421 w 1878314"/>
              <a:gd name="csY756" fmla="*/ 228204 h 1202883"/>
              <a:gd name="csX757" fmla="*/ 1423303 w 1878314"/>
              <a:gd name="csY757" fmla="*/ 218776 h 1202883"/>
              <a:gd name="csX758" fmla="*/ 1425185 w 1878314"/>
              <a:gd name="csY758" fmla="*/ 209481 h 1202883"/>
              <a:gd name="csX759" fmla="*/ 1427067 w 1878314"/>
              <a:gd name="csY759" fmla="*/ 200323 h 1202883"/>
              <a:gd name="csX760" fmla="*/ 1428950 w 1878314"/>
              <a:gd name="csY760" fmla="*/ 191310 h 1202883"/>
              <a:gd name="csX761" fmla="*/ 1430822 w 1878314"/>
              <a:gd name="csY761" fmla="*/ 182445 h 1202883"/>
              <a:gd name="csX762" fmla="*/ 1432704 w 1878314"/>
              <a:gd name="csY762" fmla="*/ 173735 h 1202883"/>
              <a:gd name="csX763" fmla="*/ 1434586 w 1878314"/>
              <a:gd name="csY763" fmla="*/ 165185 h 1202883"/>
              <a:gd name="csX764" fmla="*/ 1436469 w 1878314"/>
              <a:gd name="csY764" fmla="*/ 156798 h 1202883"/>
              <a:gd name="csX765" fmla="*/ 1438351 w 1878314"/>
              <a:gd name="csY765" fmla="*/ 148582 h 1202883"/>
              <a:gd name="csX766" fmla="*/ 1440223 w 1878314"/>
              <a:gd name="csY766" fmla="*/ 140542 h 1202883"/>
              <a:gd name="csX767" fmla="*/ 1442106 w 1878314"/>
              <a:gd name="csY767" fmla="*/ 132681 h 1202883"/>
              <a:gd name="csX768" fmla="*/ 1443988 w 1878314"/>
              <a:gd name="csY768" fmla="*/ 125005 h 1202883"/>
              <a:gd name="csX769" fmla="*/ 1445870 w 1878314"/>
              <a:gd name="csY769" fmla="*/ 117519 h 1202883"/>
              <a:gd name="csX770" fmla="*/ 1447743 w 1878314"/>
              <a:gd name="csY770" fmla="*/ 110227 h 1202883"/>
              <a:gd name="csX771" fmla="*/ 1449625 w 1878314"/>
              <a:gd name="csY771" fmla="*/ 103135 h 1202883"/>
              <a:gd name="csX772" fmla="*/ 1451507 w 1878314"/>
              <a:gd name="csY772" fmla="*/ 96245 h 1202883"/>
              <a:gd name="csX773" fmla="*/ 1453389 w 1878314"/>
              <a:gd name="csY773" fmla="*/ 89563 h 1202883"/>
              <a:gd name="csX774" fmla="*/ 1455272 w 1878314"/>
              <a:gd name="csY774" fmla="*/ 83094 h 1202883"/>
              <a:gd name="csX775" fmla="*/ 1457144 w 1878314"/>
              <a:gd name="csY775" fmla="*/ 76841 h 1202883"/>
              <a:gd name="csX776" fmla="*/ 1459026 w 1878314"/>
              <a:gd name="csY776" fmla="*/ 70808 h 1202883"/>
              <a:gd name="csX777" fmla="*/ 1460908 w 1878314"/>
              <a:gd name="csY777" fmla="*/ 64999 h 1202883"/>
              <a:gd name="csX778" fmla="*/ 1462791 w 1878314"/>
              <a:gd name="csY778" fmla="*/ 59419 h 1202883"/>
              <a:gd name="csX779" fmla="*/ 1464673 w 1878314"/>
              <a:gd name="csY779" fmla="*/ 54070 h 1202883"/>
              <a:gd name="csX780" fmla="*/ 1466545 w 1878314"/>
              <a:gd name="csY780" fmla="*/ 48957 h 1202883"/>
              <a:gd name="csX781" fmla="*/ 1468428 w 1878314"/>
              <a:gd name="csY781" fmla="*/ 44081 h 1202883"/>
              <a:gd name="csX782" fmla="*/ 1470310 w 1878314"/>
              <a:gd name="csY782" fmla="*/ 39448 h 1202883"/>
              <a:gd name="csX783" fmla="*/ 1472192 w 1878314"/>
              <a:gd name="csY783" fmla="*/ 35059 h 1202883"/>
              <a:gd name="csX784" fmla="*/ 1474074 w 1878314"/>
              <a:gd name="csY784" fmla="*/ 30919 h 1202883"/>
              <a:gd name="csX785" fmla="*/ 1475947 w 1878314"/>
              <a:gd name="csY785" fmla="*/ 27028 h 1202883"/>
              <a:gd name="csX786" fmla="*/ 1477829 w 1878314"/>
              <a:gd name="csY786" fmla="*/ 23391 h 1202883"/>
              <a:gd name="csX787" fmla="*/ 1479711 w 1878314"/>
              <a:gd name="csY787" fmla="*/ 20009 h 1202883"/>
              <a:gd name="csX788" fmla="*/ 1481593 w 1878314"/>
              <a:gd name="csY788" fmla="*/ 16884 h 1202883"/>
              <a:gd name="csX789" fmla="*/ 1483466 w 1878314"/>
              <a:gd name="csY789" fmla="*/ 14019 h 1202883"/>
              <a:gd name="csX790" fmla="*/ 1485348 w 1878314"/>
              <a:gd name="csY790" fmla="*/ 11417 h 1202883"/>
              <a:gd name="csX791" fmla="*/ 1487230 w 1878314"/>
              <a:gd name="csY791" fmla="*/ 9077 h 1202883"/>
              <a:gd name="csX792" fmla="*/ 1489113 w 1878314"/>
              <a:gd name="csY792" fmla="*/ 7004 h 1202883"/>
              <a:gd name="csX793" fmla="*/ 1490995 w 1878314"/>
              <a:gd name="csY793" fmla="*/ 5195 h 1202883"/>
              <a:gd name="csX794" fmla="*/ 1492867 w 1878314"/>
              <a:gd name="csY794" fmla="*/ 3656 h 1202883"/>
              <a:gd name="csX795" fmla="*/ 1494749 w 1878314"/>
              <a:gd name="csY795" fmla="*/ 2384 h 1202883"/>
              <a:gd name="csX796" fmla="*/ 1496632 w 1878314"/>
              <a:gd name="csY796" fmla="*/ 1382 h 1202883"/>
              <a:gd name="csX797" fmla="*/ 1498514 w 1878314"/>
              <a:gd name="csY797" fmla="*/ 651 h 1202883"/>
              <a:gd name="csX798" fmla="*/ 1500396 w 1878314"/>
              <a:gd name="csY798" fmla="*/ 190 h 1202883"/>
              <a:gd name="csX799" fmla="*/ 1502269 w 1878314"/>
              <a:gd name="csY799" fmla="*/ 0 h 1202883"/>
              <a:gd name="csX800" fmla="*/ 1504151 w 1878314"/>
              <a:gd name="csY800" fmla="*/ 81 h 1202883"/>
              <a:gd name="csX801" fmla="*/ 1506033 w 1878314"/>
              <a:gd name="csY801" fmla="*/ 434 h 1202883"/>
              <a:gd name="csX802" fmla="*/ 1507915 w 1878314"/>
              <a:gd name="csY802" fmla="*/ 1057 h 1202883"/>
              <a:gd name="csX803" fmla="*/ 1509798 w 1878314"/>
              <a:gd name="csY803" fmla="*/ 1951 h 1202883"/>
              <a:gd name="csX804" fmla="*/ 1511670 w 1878314"/>
              <a:gd name="csY804" fmla="*/ 3114 h 1202883"/>
              <a:gd name="csX805" fmla="*/ 1513552 w 1878314"/>
              <a:gd name="csY805" fmla="*/ 4547 h 1202883"/>
              <a:gd name="csX806" fmla="*/ 1515435 w 1878314"/>
              <a:gd name="csY806" fmla="*/ 6248 h 1202883"/>
              <a:gd name="csX807" fmla="*/ 1517317 w 1878314"/>
              <a:gd name="csY807" fmla="*/ 8216 h 1202883"/>
              <a:gd name="csX808" fmla="*/ 1519199 w 1878314"/>
              <a:gd name="csY808" fmla="*/ 10449 h 1202883"/>
              <a:gd name="csX809" fmla="*/ 1521071 w 1878314"/>
              <a:gd name="csY809" fmla="*/ 12947 h 1202883"/>
              <a:gd name="csX810" fmla="*/ 1522954 w 1878314"/>
              <a:gd name="csY810" fmla="*/ 15707 h 1202883"/>
              <a:gd name="csX811" fmla="*/ 1524836 w 1878314"/>
              <a:gd name="csY811" fmla="*/ 18728 h 1202883"/>
              <a:gd name="csX812" fmla="*/ 1526718 w 1878314"/>
              <a:gd name="csY812" fmla="*/ 22007 h 1202883"/>
              <a:gd name="csX813" fmla="*/ 1528591 w 1878314"/>
              <a:gd name="csY813" fmla="*/ 25543 h 1202883"/>
              <a:gd name="csX814" fmla="*/ 1530473 w 1878314"/>
              <a:gd name="csY814" fmla="*/ 29332 h 1202883"/>
              <a:gd name="csX815" fmla="*/ 1532355 w 1878314"/>
              <a:gd name="csY815" fmla="*/ 33373 h 1202883"/>
              <a:gd name="csX816" fmla="*/ 1534237 w 1878314"/>
              <a:gd name="csY816" fmla="*/ 37663 h 1202883"/>
              <a:gd name="csX817" fmla="*/ 1536119 w 1878314"/>
              <a:gd name="csY817" fmla="*/ 42198 h 1202883"/>
              <a:gd name="csX818" fmla="*/ 1537992 w 1878314"/>
              <a:gd name="csY818" fmla="*/ 46978 h 1202883"/>
              <a:gd name="csX819" fmla="*/ 1539874 w 1878314"/>
              <a:gd name="csY819" fmla="*/ 51997 h 1202883"/>
              <a:gd name="csX820" fmla="*/ 1541756 w 1878314"/>
              <a:gd name="csY820" fmla="*/ 57251 h 1202883"/>
              <a:gd name="csX821" fmla="*/ 1543639 w 1878314"/>
              <a:gd name="csY821" fmla="*/ 62740 h 1202883"/>
              <a:gd name="csX822" fmla="*/ 1545521 w 1878314"/>
              <a:gd name="csY822" fmla="*/ 68457 h 1202883"/>
              <a:gd name="csX823" fmla="*/ 1547393 w 1878314"/>
              <a:gd name="csY823" fmla="*/ 74401 h 1202883"/>
              <a:gd name="csX824" fmla="*/ 1549276 w 1878314"/>
              <a:gd name="csY824" fmla="*/ 80566 h 1202883"/>
              <a:gd name="csX825" fmla="*/ 1551158 w 1878314"/>
              <a:gd name="csY825" fmla="*/ 86949 h 1202883"/>
              <a:gd name="csX826" fmla="*/ 1553040 w 1878314"/>
              <a:gd name="csY826" fmla="*/ 93547 h 1202883"/>
              <a:gd name="csX827" fmla="*/ 1554922 w 1878314"/>
              <a:gd name="csY827" fmla="*/ 100354 h 1202883"/>
              <a:gd name="csX828" fmla="*/ 1556795 w 1878314"/>
              <a:gd name="csY828" fmla="*/ 107366 h 1202883"/>
              <a:gd name="csX829" fmla="*/ 1558677 w 1878314"/>
              <a:gd name="csY829" fmla="*/ 114578 h 1202883"/>
              <a:gd name="csX830" fmla="*/ 1560559 w 1878314"/>
              <a:gd name="csY830" fmla="*/ 121988 h 1202883"/>
              <a:gd name="csX831" fmla="*/ 1562441 w 1878314"/>
              <a:gd name="csY831" fmla="*/ 129588 h 1202883"/>
              <a:gd name="csX832" fmla="*/ 1564324 w 1878314"/>
              <a:gd name="csY832" fmla="*/ 137375 h 1202883"/>
              <a:gd name="csX833" fmla="*/ 1566196 w 1878314"/>
              <a:gd name="csY833" fmla="*/ 145345 h 1202883"/>
              <a:gd name="csX834" fmla="*/ 1568078 w 1878314"/>
              <a:gd name="csY834" fmla="*/ 153492 h 1202883"/>
              <a:gd name="csX835" fmla="*/ 1569961 w 1878314"/>
              <a:gd name="csY835" fmla="*/ 161810 h 1202883"/>
              <a:gd name="csX836" fmla="*/ 1571843 w 1878314"/>
              <a:gd name="csY836" fmla="*/ 170295 h 1202883"/>
              <a:gd name="csX837" fmla="*/ 1573715 w 1878314"/>
              <a:gd name="csY837" fmla="*/ 178942 h 1202883"/>
              <a:gd name="csX838" fmla="*/ 1575598 w 1878314"/>
              <a:gd name="csY838" fmla="*/ 187746 h 1202883"/>
              <a:gd name="csX839" fmla="*/ 1577480 w 1878314"/>
              <a:gd name="csY839" fmla="*/ 196700 h 1202883"/>
              <a:gd name="csX840" fmla="*/ 1579362 w 1878314"/>
              <a:gd name="csY840" fmla="*/ 205801 h 1202883"/>
              <a:gd name="csX841" fmla="*/ 1581244 w 1878314"/>
              <a:gd name="csY841" fmla="*/ 215042 h 1202883"/>
              <a:gd name="csX842" fmla="*/ 1583117 w 1878314"/>
              <a:gd name="csY842" fmla="*/ 224417 h 1202883"/>
              <a:gd name="csX843" fmla="*/ 1584999 w 1878314"/>
              <a:gd name="csY843" fmla="*/ 233922 h 1202883"/>
              <a:gd name="csX844" fmla="*/ 1586881 w 1878314"/>
              <a:gd name="csY844" fmla="*/ 243552 h 1202883"/>
              <a:gd name="csX845" fmla="*/ 1588763 w 1878314"/>
              <a:gd name="csY845" fmla="*/ 253300 h 1202883"/>
              <a:gd name="csX846" fmla="*/ 1590646 w 1878314"/>
              <a:gd name="csY846" fmla="*/ 263161 h 1202883"/>
              <a:gd name="csX847" fmla="*/ 1592518 w 1878314"/>
              <a:gd name="csY847" fmla="*/ 273129 h 1202883"/>
              <a:gd name="csX848" fmla="*/ 1594400 w 1878314"/>
              <a:gd name="csY848" fmla="*/ 283198 h 1202883"/>
              <a:gd name="csX849" fmla="*/ 1596282 w 1878314"/>
              <a:gd name="csY849" fmla="*/ 293364 h 1202883"/>
              <a:gd name="csX850" fmla="*/ 1598165 w 1878314"/>
              <a:gd name="csY850" fmla="*/ 303619 h 1202883"/>
              <a:gd name="csX851" fmla="*/ 1600047 w 1878314"/>
              <a:gd name="csY851" fmla="*/ 313960 h 1202883"/>
              <a:gd name="csX852" fmla="*/ 1601919 w 1878314"/>
              <a:gd name="csY852" fmla="*/ 324379 h 1202883"/>
              <a:gd name="csX853" fmla="*/ 1603802 w 1878314"/>
              <a:gd name="csY853" fmla="*/ 334873 h 1202883"/>
              <a:gd name="csX854" fmla="*/ 1605684 w 1878314"/>
              <a:gd name="csY854" fmla="*/ 345435 h 1202883"/>
              <a:gd name="csX855" fmla="*/ 1607566 w 1878314"/>
              <a:gd name="csY855" fmla="*/ 356059 h 1202883"/>
              <a:gd name="csX856" fmla="*/ 1609448 w 1878314"/>
              <a:gd name="csY856" fmla="*/ 366739 h 1202883"/>
              <a:gd name="csX857" fmla="*/ 1611321 w 1878314"/>
              <a:gd name="csY857" fmla="*/ 377471 h 1202883"/>
              <a:gd name="csX858" fmla="*/ 1613203 w 1878314"/>
              <a:gd name="csY858" fmla="*/ 388250 h 1202883"/>
              <a:gd name="csX859" fmla="*/ 1615085 w 1878314"/>
              <a:gd name="csY859" fmla="*/ 399067 h 1202883"/>
              <a:gd name="csX860" fmla="*/ 1616968 w 1878314"/>
              <a:gd name="csY860" fmla="*/ 409921 h 1202883"/>
              <a:gd name="csX861" fmla="*/ 1618840 w 1878314"/>
              <a:gd name="csY861" fmla="*/ 420805 h 1202883"/>
              <a:gd name="csX862" fmla="*/ 1620722 w 1878314"/>
              <a:gd name="csY862" fmla="*/ 431713 h 1202883"/>
              <a:gd name="csX863" fmla="*/ 1622604 w 1878314"/>
              <a:gd name="csY863" fmla="*/ 442641 h 1202883"/>
              <a:gd name="csX864" fmla="*/ 1624487 w 1878314"/>
              <a:gd name="csY864" fmla="*/ 453582 h 1202883"/>
              <a:gd name="csX865" fmla="*/ 1626369 w 1878314"/>
              <a:gd name="csY865" fmla="*/ 464533 h 1202883"/>
              <a:gd name="csX866" fmla="*/ 1628241 w 1878314"/>
              <a:gd name="csY866" fmla="*/ 475486 h 1202883"/>
              <a:gd name="csX867" fmla="*/ 1630124 w 1878314"/>
              <a:gd name="csY867" fmla="*/ 486440 h 1202883"/>
              <a:gd name="csX868" fmla="*/ 1632006 w 1878314"/>
              <a:gd name="csY868" fmla="*/ 497388 h 1202883"/>
              <a:gd name="csX869" fmla="*/ 1633888 w 1878314"/>
              <a:gd name="csY869" fmla="*/ 508324 h 1202883"/>
              <a:gd name="csX870" fmla="*/ 1635770 w 1878314"/>
              <a:gd name="csY870" fmla="*/ 519246 h 1202883"/>
              <a:gd name="csX871" fmla="*/ 1637643 w 1878314"/>
              <a:gd name="csY871" fmla="*/ 530147 h 1202883"/>
              <a:gd name="csX872" fmla="*/ 1639525 w 1878314"/>
              <a:gd name="csY872" fmla="*/ 541024 h 1202883"/>
              <a:gd name="csX873" fmla="*/ 1641407 w 1878314"/>
              <a:gd name="csY873" fmla="*/ 551871 h 1202883"/>
              <a:gd name="csX874" fmla="*/ 1643289 w 1878314"/>
              <a:gd name="csY874" fmla="*/ 562686 h 1202883"/>
              <a:gd name="csX875" fmla="*/ 1645171 w 1878314"/>
              <a:gd name="csY875" fmla="*/ 573462 h 1202883"/>
              <a:gd name="csX876" fmla="*/ 1647044 w 1878314"/>
              <a:gd name="csY876" fmla="*/ 584197 h 1202883"/>
              <a:gd name="csX877" fmla="*/ 1648926 w 1878314"/>
              <a:gd name="csY877" fmla="*/ 594886 h 1202883"/>
              <a:gd name="csX878" fmla="*/ 1650808 w 1878314"/>
              <a:gd name="csY878" fmla="*/ 605525 h 1202883"/>
              <a:gd name="csX879" fmla="*/ 1652691 w 1878314"/>
              <a:gd name="csY879" fmla="*/ 616109 h 1202883"/>
              <a:gd name="csX880" fmla="*/ 1654573 w 1878314"/>
              <a:gd name="csY880" fmla="*/ 626637 h 1202883"/>
              <a:gd name="csX881" fmla="*/ 1656445 w 1878314"/>
              <a:gd name="csY881" fmla="*/ 637103 h 1202883"/>
              <a:gd name="csX882" fmla="*/ 1658328 w 1878314"/>
              <a:gd name="csY882" fmla="*/ 647504 h 1202883"/>
              <a:gd name="csX883" fmla="*/ 1660210 w 1878314"/>
              <a:gd name="csY883" fmla="*/ 657837 h 1202883"/>
              <a:gd name="csX884" fmla="*/ 1662092 w 1878314"/>
              <a:gd name="csY884" fmla="*/ 668098 h 1202883"/>
              <a:gd name="csX885" fmla="*/ 1663965 w 1878314"/>
              <a:gd name="csY885" fmla="*/ 678284 h 1202883"/>
              <a:gd name="csX886" fmla="*/ 1665847 w 1878314"/>
              <a:gd name="csY886" fmla="*/ 688392 h 1202883"/>
              <a:gd name="csX887" fmla="*/ 1667729 w 1878314"/>
              <a:gd name="csY887" fmla="*/ 698419 h 1202883"/>
              <a:gd name="csX888" fmla="*/ 1669611 w 1878314"/>
              <a:gd name="csY888" fmla="*/ 708363 h 1202883"/>
              <a:gd name="csX889" fmla="*/ 1671494 w 1878314"/>
              <a:gd name="csY889" fmla="*/ 718219 h 1202883"/>
              <a:gd name="csX890" fmla="*/ 1673366 w 1878314"/>
              <a:gd name="csY890" fmla="*/ 727987 h 1202883"/>
              <a:gd name="csX891" fmla="*/ 1675248 w 1878314"/>
              <a:gd name="csY891" fmla="*/ 737662 h 1202883"/>
              <a:gd name="csX892" fmla="*/ 1677131 w 1878314"/>
              <a:gd name="csY892" fmla="*/ 747242 h 1202883"/>
              <a:gd name="csX893" fmla="*/ 1679013 w 1878314"/>
              <a:gd name="csY893" fmla="*/ 756727 h 1202883"/>
              <a:gd name="csX894" fmla="*/ 1680895 w 1878314"/>
              <a:gd name="csY894" fmla="*/ 766112 h 1202883"/>
              <a:gd name="csX895" fmla="*/ 1682767 w 1878314"/>
              <a:gd name="csY895" fmla="*/ 775396 h 1202883"/>
              <a:gd name="csX896" fmla="*/ 1684650 w 1878314"/>
              <a:gd name="csY896" fmla="*/ 784577 h 1202883"/>
              <a:gd name="csX897" fmla="*/ 1686532 w 1878314"/>
              <a:gd name="csY897" fmla="*/ 793654 h 1202883"/>
              <a:gd name="csX898" fmla="*/ 1688414 w 1878314"/>
              <a:gd name="csY898" fmla="*/ 802623 h 1202883"/>
              <a:gd name="csX899" fmla="*/ 1690296 w 1878314"/>
              <a:gd name="csY899" fmla="*/ 811484 h 1202883"/>
              <a:gd name="csX900" fmla="*/ 1692169 w 1878314"/>
              <a:gd name="csY900" fmla="*/ 820236 h 1202883"/>
              <a:gd name="csX901" fmla="*/ 1694051 w 1878314"/>
              <a:gd name="csY901" fmla="*/ 828875 h 1202883"/>
              <a:gd name="csX902" fmla="*/ 1695933 w 1878314"/>
              <a:gd name="csY902" fmla="*/ 837403 h 1202883"/>
              <a:gd name="csX903" fmla="*/ 1697815 w 1878314"/>
              <a:gd name="csY903" fmla="*/ 845816 h 1202883"/>
              <a:gd name="csX904" fmla="*/ 1699688 w 1878314"/>
              <a:gd name="csY904" fmla="*/ 854114 h 1202883"/>
              <a:gd name="csX905" fmla="*/ 1701570 w 1878314"/>
              <a:gd name="csY905" fmla="*/ 862297 h 1202883"/>
              <a:gd name="csX906" fmla="*/ 1703452 w 1878314"/>
              <a:gd name="csY906" fmla="*/ 870363 h 1202883"/>
              <a:gd name="csX907" fmla="*/ 1705334 w 1878314"/>
              <a:gd name="csY907" fmla="*/ 878308 h 1202883"/>
              <a:gd name="csX908" fmla="*/ 1707217 w 1878314"/>
              <a:gd name="csY908" fmla="*/ 886137 h 1202883"/>
              <a:gd name="csX909" fmla="*/ 1709089 w 1878314"/>
              <a:gd name="csY909" fmla="*/ 893851 h 1202883"/>
              <a:gd name="csX910" fmla="*/ 1710971 w 1878314"/>
              <a:gd name="csY910" fmla="*/ 901438 h 1202883"/>
              <a:gd name="csX911" fmla="*/ 1712854 w 1878314"/>
              <a:gd name="csY911" fmla="*/ 908908 h 1202883"/>
              <a:gd name="csX912" fmla="*/ 1714736 w 1878314"/>
              <a:gd name="csY912" fmla="*/ 916263 h 1202883"/>
              <a:gd name="csX913" fmla="*/ 1716618 w 1878314"/>
              <a:gd name="csY913" fmla="*/ 923491 h 1202883"/>
              <a:gd name="csX914" fmla="*/ 1718491 w 1878314"/>
              <a:gd name="csY914" fmla="*/ 930593 h 1202883"/>
              <a:gd name="csX915" fmla="*/ 1720373 w 1878314"/>
              <a:gd name="csY915" fmla="*/ 937578 h 1202883"/>
              <a:gd name="csX916" fmla="*/ 1722255 w 1878314"/>
              <a:gd name="csY916" fmla="*/ 944447 h 1202883"/>
              <a:gd name="csX917" fmla="*/ 1724137 w 1878314"/>
              <a:gd name="csY917" fmla="*/ 951190 h 1202883"/>
              <a:gd name="csX918" fmla="*/ 1726020 w 1878314"/>
              <a:gd name="csY918" fmla="*/ 957817 h 1202883"/>
              <a:gd name="csX919" fmla="*/ 1727892 w 1878314"/>
              <a:gd name="csY919" fmla="*/ 964317 h 1202883"/>
              <a:gd name="csX920" fmla="*/ 1729774 w 1878314"/>
              <a:gd name="csY920" fmla="*/ 970701 h 1202883"/>
              <a:gd name="csX921" fmla="*/ 1731657 w 1878314"/>
              <a:gd name="csY921" fmla="*/ 976969 h 1202883"/>
              <a:gd name="csX922" fmla="*/ 1733539 w 1878314"/>
              <a:gd name="csY922" fmla="*/ 983110 h 1202883"/>
              <a:gd name="csX923" fmla="*/ 1735421 w 1878314"/>
              <a:gd name="csY923" fmla="*/ 989135 h 1202883"/>
              <a:gd name="csX924" fmla="*/ 1737294 w 1878314"/>
              <a:gd name="csY924" fmla="*/ 995044 h 1202883"/>
              <a:gd name="csX925" fmla="*/ 1739176 w 1878314"/>
              <a:gd name="csY925" fmla="*/ 1000836 h 1202883"/>
              <a:gd name="csX926" fmla="*/ 1741058 w 1878314"/>
              <a:gd name="csY926" fmla="*/ 1006502 h 1202883"/>
              <a:gd name="csX927" fmla="*/ 1742940 w 1878314"/>
              <a:gd name="csY927" fmla="*/ 1012062 h 1202883"/>
              <a:gd name="csX928" fmla="*/ 1744813 w 1878314"/>
              <a:gd name="csY928" fmla="*/ 1017504 h 1202883"/>
              <a:gd name="csX929" fmla="*/ 1746695 w 1878314"/>
              <a:gd name="csY929" fmla="*/ 1022831 h 1202883"/>
              <a:gd name="csX930" fmla="*/ 1748577 w 1878314"/>
              <a:gd name="csY930" fmla="*/ 1028041 h 1202883"/>
              <a:gd name="csX931" fmla="*/ 1750459 w 1878314"/>
              <a:gd name="csY931" fmla="*/ 1033144 h 1202883"/>
              <a:gd name="csX932" fmla="*/ 1752342 w 1878314"/>
              <a:gd name="csY932" fmla="*/ 1038131 h 1202883"/>
              <a:gd name="csX933" fmla="*/ 1754214 w 1878314"/>
              <a:gd name="csY933" fmla="*/ 1043002 h 1202883"/>
              <a:gd name="csX934" fmla="*/ 1756096 w 1878314"/>
              <a:gd name="csY934" fmla="*/ 1047775 h 1202883"/>
              <a:gd name="csX935" fmla="*/ 1757978 w 1878314"/>
              <a:gd name="csY935" fmla="*/ 1052432 h 1202883"/>
              <a:gd name="csX936" fmla="*/ 1759861 w 1878314"/>
              <a:gd name="csY936" fmla="*/ 1056992 h 1202883"/>
              <a:gd name="csX937" fmla="*/ 1761743 w 1878314"/>
              <a:gd name="csY937" fmla="*/ 1061436 h 1202883"/>
              <a:gd name="csX938" fmla="*/ 1763615 w 1878314"/>
              <a:gd name="csY938" fmla="*/ 1065773 h 1202883"/>
              <a:gd name="csX939" fmla="*/ 1765498 w 1878314"/>
              <a:gd name="csY939" fmla="*/ 1070012 h 1202883"/>
              <a:gd name="csX940" fmla="*/ 1767380 w 1878314"/>
              <a:gd name="csY940" fmla="*/ 1074155 h 1202883"/>
              <a:gd name="csX941" fmla="*/ 1769262 w 1878314"/>
              <a:gd name="csY941" fmla="*/ 1078191 h 1202883"/>
              <a:gd name="csX942" fmla="*/ 1771144 w 1878314"/>
              <a:gd name="csY942" fmla="*/ 1082130 h 1202883"/>
              <a:gd name="csX943" fmla="*/ 1773017 w 1878314"/>
              <a:gd name="csY943" fmla="*/ 1085963 h 1202883"/>
              <a:gd name="csX944" fmla="*/ 1774899 w 1878314"/>
              <a:gd name="csY944" fmla="*/ 1089708 h 1202883"/>
              <a:gd name="csX945" fmla="*/ 1776781 w 1878314"/>
              <a:gd name="csY945" fmla="*/ 1093356 h 1202883"/>
              <a:gd name="csX946" fmla="*/ 1778663 w 1878314"/>
              <a:gd name="csY946" fmla="*/ 1096907 h 1202883"/>
              <a:gd name="csX947" fmla="*/ 1780546 w 1878314"/>
              <a:gd name="csY947" fmla="*/ 1100370 h 1202883"/>
              <a:gd name="csX948" fmla="*/ 1782418 w 1878314"/>
              <a:gd name="csY948" fmla="*/ 1103737 h 1202883"/>
              <a:gd name="csX949" fmla="*/ 1784300 w 1878314"/>
              <a:gd name="csY949" fmla="*/ 1107026 h 1202883"/>
              <a:gd name="csX950" fmla="*/ 1786183 w 1878314"/>
              <a:gd name="csY950" fmla="*/ 1110218 h 1202883"/>
              <a:gd name="csX951" fmla="*/ 1788065 w 1878314"/>
              <a:gd name="csY951" fmla="*/ 1113323 h 1202883"/>
              <a:gd name="csX952" fmla="*/ 1789937 w 1878314"/>
              <a:gd name="csY952" fmla="*/ 1116350 h 1202883"/>
              <a:gd name="csX953" fmla="*/ 1791820 w 1878314"/>
              <a:gd name="csY953" fmla="*/ 1119290 h 1202883"/>
              <a:gd name="csX954" fmla="*/ 1793702 w 1878314"/>
              <a:gd name="csY954" fmla="*/ 1122142 h 1202883"/>
              <a:gd name="csX955" fmla="*/ 1795584 w 1878314"/>
              <a:gd name="csY955" fmla="*/ 1124927 h 1202883"/>
              <a:gd name="csX956" fmla="*/ 1797466 w 1878314"/>
              <a:gd name="csY956" fmla="*/ 1127624 h 1202883"/>
              <a:gd name="csX957" fmla="*/ 1799339 w 1878314"/>
              <a:gd name="csY957" fmla="*/ 1130243 h 1202883"/>
              <a:gd name="csX958" fmla="*/ 1801221 w 1878314"/>
              <a:gd name="csY958" fmla="*/ 1132795 h 1202883"/>
              <a:gd name="csX959" fmla="*/ 1803103 w 1878314"/>
              <a:gd name="csY959" fmla="*/ 1135269 h 1202883"/>
              <a:gd name="csX960" fmla="*/ 1804985 w 1878314"/>
              <a:gd name="csY960" fmla="*/ 1137665 h 1202883"/>
              <a:gd name="csX961" fmla="*/ 1806868 w 1878314"/>
              <a:gd name="csY961" fmla="*/ 1139994 h 1202883"/>
              <a:gd name="csX962" fmla="*/ 1808740 w 1878314"/>
              <a:gd name="csY962" fmla="*/ 1142255 h 1202883"/>
              <a:gd name="csX963" fmla="*/ 1810622 w 1878314"/>
              <a:gd name="csY963" fmla="*/ 1144447 h 1202883"/>
              <a:gd name="csX964" fmla="*/ 1812505 w 1878314"/>
              <a:gd name="csY964" fmla="*/ 1146572 h 1202883"/>
              <a:gd name="csX965" fmla="*/ 1814387 w 1878314"/>
              <a:gd name="csY965" fmla="*/ 1148629 h 1202883"/>
              <a:gd name="csX966" fmla="*/ 1816269 w 1878314"/>
              <a:gd name="csY966" fmla="*/ 1150628 h 1202883"/>
              <a:gd name="csX967" fmla="*/ 1818141 w 1878314"/>
              <a:gd name="csY967" fmla="*/ 1152558 h 1202883"/>
              <a:gd name="csX968" fmla="*/ 1820024 w 1878314"/>
              <a:gd name="csY968" fmla="*/ 1154431 h 1202883"/>
              <a:gd name="csX969" fmla="*/ 1821906 w 1878314"/>
              <a:gd name="csY969" fmla="*/ 1156245 h 1202883"/>
              <a:gd name="csX970" fmla="*/ 1823788 w 1878314"/>
              <a:gd name="csY970" fmla="*/ 1158011 h 1202883"/>
              <a:gd name="csX971" fmla="*/ 1825670 w 1878314"/>
              <a:gd name="csY971" fmla="*/ 1159709 h 1202883"/>
              <a:gd name="csX972" fmla="*/ 1827543 w 1878314"/>
              <a:gd name="csY972" fmla="*/ 1161348 h 1202883"/>
              <a:gd name="csX973" fmla="*/ 1829425 w 1878314"/>
              <a:gd name="csY973" fmla="*/ 1162940 h 1202883"/>
              <a:gd name="csX974" fmla="*/ 1831307 w 1878314"/>
              <a:gd name="csY974" fmla="*/ 1164482 h 1202883"/>
              <a:gd name="csX975" fmla="*/ 1833189 w 1878314"/>
              <a:gd name="csY975" fmla="*/ 1165967 h 1202883"/>
              <a:gd name="csX976" fmla="*/ 1835062 w 1878314"/>
              <a:gd name="csY976" fmla="*/ 1167412 h 1202883"/>
              <a:gd name="csX977" fmla="*/ 1836944 w 1878314"/>
              <a:gd name="csY977" fmla="*/ 1168800 h 1202883"/>
              <a:gd name="csX978" fmla="*/ 1838826 w 1878314"/>
              <a:gd name="csY978" fmla="*/ 1170139 h 1202883"/>
              <a:gd name="csX979" fmla="*/ 1840709 w 1878314"/>
              <a:gd name="csY979" fmla="*/ 1171439 h 1202883"/>
              <a:gd name="csX980" fmla="*/ 1842591 w 1878314"/>
              <a:gd name="csY980" fmla="*/ 1172690 h 1202883"/>
              <a:gd name="csX981" fmla="*/ 1844463 w 1878314"/>
              <a:gd name="csY981" fmla="*/ 1173903 h 1202883"/>
              <a:gd name="csX982" fmla="*/ 1846346 w 1878314"/>
              <a:gd name="csY982" fmla="*/ 1175067 h 1202883"/>
              <a:gd name="csX983" fmla="*/ 1848228 w 1878314"/>
              <a:gd name="csY983" fmla="*/ 1176193 h 1202883"/>
              <a:gd name="csX984" fmla="*/ 1850110 w 1878314"/>
              <a:gd name="csY984" fmla="*/ 1177279 h 1202883"/>
              <a:gd name="csX985" fmla="*/ 1851992 w 1878314"/>
              <a:gd name="csY985" fmla="*/ 1178327 h 1202883"/>
              <a:gd name="csX986" fmla="*/ 1853865 w 1878314"/>
              <a:gd name="csY986" fmla="*/ 1179336 h 1202883"/>
              <a:gd name="csX987" fmla="*/ 1855747 w 1878314"/>
              <a:gd name="csY987" fmla="*/ 1180316 h 1202883"/>
              <a:gd name="csX988" fmla="*/ 1857629 w 1878314"/>
              <a:gd name="csY988" fmla="*/ 1181248 h 1202883"/>
              <a:gd name="csX989" fmla="*/ 1859511 w 1878314"/>
              <a:gd name="csY989" fmla="*/ 1182159 h 1202883"/>
              <a:gd name="csX990" fmla="*/ 1861394 w 1878314"/>
              <a:gd name="csY990" fmla="*/ 1183023 h 1202883"/>
              <a:gd name="csX991" fmla="*/ 1863266 w 1878314"/>
              <a:gd name="csY991" fmla="*/ 1183867 h 1202883"/>
              <a:gd name="csX992" fmla="*/ 1865148 w 1878314"/>
              <a:gd name="csY992" fmla="*/ 1184672 h 1202883"/>
              <a:gd name="csX993" fmla="*/ 1867031 w 1878314"/>
              <a:gd name="csY993" fmla="*/ 1185449 h 1202883"/>
              <a:gd name="csX994" fmla="*/ 1868913 w 1878314"/>
              <a:gd name="csY994" fmla="*/ 1186196 h 1202883"/>
              <a:gd name="csX995" fmla="*/ 1870795 w 1878314"/>
              <a:gd name="csY995" fmla="*/ 1186914 h 1202883"/>
              <a:gd name="csX996" fmla="*/ 1872668 w 1878314"/>
              <a:gd name="csY996" fmla="*/ 1187602 h 1202883"/>
              <a:gd name="csX997" fmla="*/ 1874550 w 1878314"/>
              <a:gd name="csY997" fmla="*/ 1188272 h 1202883"/>
              <a:gd name="csX998" fmla="*/ 1876432 w 1878314"/>
              <a:gd name="csY998" fmla="*/ 1188912 h 1202883"/>
              <a:gd name="csX999" fmla="*/ 1878314 w 1878314"/>
              <a:gd name="csY999" fmla="*/ 1189523 h 120288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02883">
                <a:moveTo>
                  <a:pt x="0" y="1202883"/>
                </a:moveTo>
                <a:lnTo>
                  <a:pt x="1879" y="1202883"/>
                </a:lnTo>
                <a:lnTo>
                  <a:pt x="3760" y="1202883"/>
                </a:lnTo>
                <a:lnTo>
                  <a:pt x="5640" y="1202883"/>
                </a:lnTo>
                <a:lnTo>
                  <a:pt x="7520" y="1202883"/>
                </a:lnTo>
                <a:lnTo>
                  <a:pt x="9400" y="1202883"/>
                </a:lnTo>
                <a:lnTo>
                  <a:pt x="11281" y="1202883"/>
                </a:lnTo>
                <a:lnTo>
                  <a:pt x="13161" y="1202883"/>
                </a:lnTo>
                <a:lnTo>
                  <a:pt x="15041" y="1202883"/>
                </a:lnTo>
                <a:lnTo>
                  <a:pt x="16922" y="1202883"/>
                </a:lnTo>
                <a:lnTo>
                  <a:pt x="18802" y="1202883"/>
                </a:lnTo>
                <a:lnTo>
                  <a:pt x="20682" y="1202883"/>
                </a:lnTo>
                <a:lnTo>
                  <a:pt x="22562" y="1202883"/>
                </a:lnTo>
                <a:lnTo>
                  <a:pt x="24442" y="1202883"/>
                </a:lnTo>
                <a:lnTo>
                  <a:pt x="26322" y="1202883"/>
                </a:lnTo>
                <a:lnTo>
                  <a:pt x="28202" y="1202883"/>
                </a:lnTo>
                <a:lnTo>
                  <a:pt x="30082" y="1202883"/>
                </a:lnTo>
                <a:lnTo>
                  <a:pt x="31963" y="1202883"/>
                </a:lnTo>
                <a:lnTo>
                  <a:pt x="33843" y="1202883"/>
                </a:lnTo>
                <a:lnTo>
                  <a:pt x="35723" y="1202883"/>
                </a:lnTo>
                <a:lnTo>
                  <a:pt x="37604" y="1202883"/>
                </a:lnTo>
                <a:lnTo>
                  <a:pt x="39484" y="1202883"/>
                </a:lnTo>
                <a:lnTo>
                  <a:pt x="41364" y="1202883"/>
                </a:lnTo>
                <a:lnTo>
                  <a:pt x="43244" y="1202883"/>
                </a:lnTo>
                <a:lnTo>
                  <a:pt x="45124" y="1202883"/>
                </a:lnTo>
                <a:lnTo>
                  <a:pt x="47004" y="1202883"/>
                </a:lnTo>
                <a:lnTo>
                  <a:pt x="48884" y="1202883"/>
                </a:lnTo>
                <a:lnTo>
                  <a:pt x="50765" y="1202883"/>
                </a:lnTo>
                <a:lnTo>
                  <a:pt x="52645" y="1202883"/>
                </a:lnTo>
                <a:lnTo>
                  <a:pt x="54525" y="1202883"/>
                </a:lnTo>
                <a:lnTo>
                  <a:pt x="56405" y="1202883"/>
                </a:lnTo>
                <a:lnTo>
                  <a:pt x="58286" y="1202883"/>
                </a:lnTo>
                <a:lnTo>
                  <a:pt x="60166" y="1202883"/>
                </a:lnTo>
                <a:lnTo>
                  <a:pt x="62046" y="1202883"/>
                </a:lnTo>
                <a:lnTo>
                  <a:pt x="63926" y="1202883"/>
                </a:lnTo>
                <a:lnTo>
                  <a:pt x="65807" y="1202883"/>
                </a:lnTo>
                <a:lnTo>
                  <a:pt x="67686" y="1202883"/>
                </a:lnTo>
                <a:lnTo>
                  <a:pt x="69566" y="1202883"/>
                </a:lnTo>
                <a:lnTo>
                  <a:pt x="71447" y="1202883"/>
                </a:lnTo>
                <a:lnTo>
                  <a:pt x="73327" y="1202883"/>
                </a:lnTo>
                <a:lnTo>
                  <a:pt x="75207" y="1202883"/>
                </a:lnTo>
                <a:lnTo>
                  <a:pt x="77087" y="1202883"/>
                </a:lnTo>
                <a:lnTo>
                  <a:pt x="78968" y="1202883"/>
                </a:lnTo>
                <a:lnTo>
                  <a:pt x="80848" y="1202883"/>
                </a:lnTo>
                <a:lnTo>
                  <a:pt x="82728" y="1202883"/>
                </a:lnTo>
                <a:lnTo>
                  <a:pt x="84609" y="1202883"/>
                </a:lnTo>
                <a:lnTo>
                  <a:pt x="86489" y="1202883"/>
                </a:lnTo>
                <a:lnTo>
                  <a:pt x="88368" y="1202883"/>
                </a:lnTo>
                <a:lnTo>
                  <a:pt x="90248" y="1202883"/>
                </a:lnTo>
                <a:lnTo>
                  <a:pt x="92129" y="1202883"/>
                </a:lnTo>
                <a:lnTo>
                  <a:pt x="94009" y="1202883"/>
                </a:lnTo>
                <a:lnTo>
                  <a:pt x="95889" y="1202883"/>
                </a:lnTo>
                <a:lnTo>
                  <a:pt x="97769" y="1202883"/>
                </a:lnTo>
                <a:lnTo>
                  <a:pt x="99650" y="1202883"/>
                </a:lnTo>
                <a:lnTo>
                  <a:pt x="101530" y="1202883"/>
                </a:lnTo>
                <a:lnTo>
                  <a:pt x="103410" y="1202883"/>
                </a:lnTo>
                <a:lnTo>
                  <a:pt x="105291" y="1202883"/>
                </a:lnTo>
                <a:lnTo>
                  <a:pt x="107171" y="1202883"/>
                </a:lnTo>
                <a:lnTo>
                  <a:pt x="109051" y="1202883"/>
                </a:lnTo>
                <a:lnTo>
                  <a:pt x="110930" y="1202883"/>
                </a:lnTo>
                <a:lnTo>
                  <a:pt x="112811" y="1202883"/>
                </a:lnTo>
                <a:lnTo>
                  <a:pt x="114691" y="1202883"/>
                </a:lnTo>
                <a:lnTo>
                  <a:pt x="116571" y="1202883"/>
                </a:lnTo>
                <a:lnTo>
                  <a:pt x="118452" y="1202883"/>
                </a:lnTo>
                <a:lnTo>
                  <a:pt x="120332" y="1202883"/>
                </a:lnTo>
                <a:lnTo>
                  <a:pt x="122212" y="1202883"/>
                </a:lnTo>
                <a:lnTo>
                  <a:pt x="124092" y="1202883"/>
                </a:lnTo>
                <a:lnTo>
                  <a:pt x="125973" y="1202883"/>
                </a:lnTo>
                <a:lnTo>
                  <a:pt x="127853" y="1202883"/>
                </a:lnTo>
                <a:lnTo>
                  <a:pt x="129733" y="1202883"/>
                </a:lnTo>
                <a:lnTo>
                  <a:pt x="131613" y="1202883"/>
                </a:lnTo>
                <a:lnTo>
                  <a:pt x="133493" y="1202883"/>
                </a:lnTo>
                <a:lnTo>
                  <a:pt x="135373" y="1202883"/>
                </a:lnTo>
                <a:lnTo>
                  <a:pt x="137253" y="1202883"/>
                </a:lnTo>
                <a:lnTo>
                  <a:pt x="139134" y="1202883"/>
                </a:lnTo>
                <a:lnTo>
                  <a:pt x="141014" y="1202883"/>
                </a:lnTo>
                <a:lnTo>
                  <a:pt x="142894" y="1202883"/>
                </a:lnTo>
                <a:lnTo>
                  <a:pt x="144774" y="1202883"/>
                </a:lnTo>
                <a:lnTo>
                  <a:pt x="146655" y="1202883"/>
                </a:lnTo>
                <a:lnTo>
                  <a:pt x="148535" y="1202883"/>
                </a:lnTo>
                <a:lnTo>
                  <a:pt x="150415" y="1202883"/>
                </a:lnTo>
                <a:lnTo>
                  <a:pt x="152296" y="1202883"/>
                </a:lnTo>
                <a:lnTo>
                  <a:pt x="154175" y="1202883"/>
                </a:lnTo>
                <a:lnTo>
                  <a:pt x="156055" y="1202883"/>
                </a:lnTo>
                <a:lnTo>
                  <a:pt x="157935" y="1202883"/>
                </a:lnTo>
                <a:lnTo>
                  <a:pt x="159816" y="1202883"/>
                </a:lnTo>
                <a:lnTo>
                  <a:pt x="161696" y="1202883"/>
                </a:lnTo>
                <a:lnTo>
                  <a:pt x="163576" y="1202883"/>
                </a:lnTo>
                <a:lnTo>
                  <a:pt x="165457" y="1202883"/>
                </a:lnTo>
                <a:lnTo>
                  <a:pt x="167337" y="1202883"/>
                </a:lnTo>
                <a:lnTo>
                  <a:pt x="169217" y="1202883"/>
                </a:lnTo>
                <a:lnTo>
                  <a:pt x="171097" y="1202883"/>
                </a:lnTo>
                <a:lnTo>
                  <a:pt x="172978" y="1202883"/>
                </a:lnTo>
                <a:lnTo>
                  <a:pt x="174857" y="1202883"/>
                </a:lnTo>
                <a:lnTo>
                  <a:pt x="176737" y="1202883"/>
                </a:lnTo>
                <a:lnTo>
                  <a:pt x="178617" y="1202883"/>
                </a:lnTo>
                <a:lnTo>
                  <a:pt x="180498" y="1202883"/>
                </a:lnTo>
                <a:lnTo>
                  <a:pt x="182378" y="1202883"/>
                </a:lnTo>
                <a:lnTo>
                  <a:pt x="184258" y="1202883"/>
                </a:lnTo>
                <a:lnTo>
                  <a:pt x="186139" y="1202883"/>
                </a:lnTo>
                <a:lnTo>
                  <a:pt x="188019" y="1202883"/>
                </a:lnTo>
                <a:lnTo>
                  <a:pt x="189899" y="1202883"/>
                </a:lnTo>
                <a:lnTo>
                  <a:pt x="191779" y="1202883"/>
                </a:lnTo>
                <a:lnTo>
                  <a:pt x="193660" y="1202883"/>
                </a:lnTo>
                <a:lnTo>
                  <a:pt x="195540" y="1202883"/>
                </a:lnTo>
                <a:lnTo>
                  <a:pt x="197419" y="1202883"/>
                </a:lnTo>
                <a:lnTo>
                  <a:pt x="199300" y="1202883"/>
                </a:lnTo>
                <a:lnTo>
                  <a:pt x="201180" y="1202883"/>
                </a:lnTo>
                <a:lnTo>
                  <a:pt x="203060" y="1202883"/>
                </a:lnTo>
                <a:lnTo>
                  <a:pt x="204940" y="1202883"/>
                </a:lnTo>
                <a:lnTo>
                  <a:pt x="206821" y="1202883"/>
                </a:lnTo>
                <a:lnTo>
                  <a:pt x="208701" y="1202883"/>
                </a:lnTo>
                <a:lnTo>
                  <a:pt x="210581" y="1202883"/>
                </a:lnTo>
                <a:lnTo>
                  <a:pt x="212461" y="1202883"/>
                </a:lnTo>
                <a:lnTo>
                  <a:pt x="214342" y="1202883"/>
                </a:lnTo>
                <a:lnTo>
                  <a:pt x="216222" y="1202883"/>
                </a:lnTo>
                <a:lnTo>
                  <a:pt x="218101" y="1202883"/>
                </a:lnTo>
                <a:lnTo>
                  <a:pt x="219982" y="1202883"/>
                </a:lnTo>
                <a:lnTo>
                  <a:pt x="221862" y="1202883"/>
                </a:lnTo>
                <a:lnTo>
                  <a:pt x="223742" y="1202883"/>
                </a:lnTo>
                <a:lnTo>
                  <a:pt x="225622" y="1202883"/>
                </a:lnTo>
                <a:lnTo>
                  <a:pt x="227503" y="1202883"/>
                </a:lnTo>
                <a:lnTo>
                  <a:pt x="229383" y="1202883"/>
                </a:lnTo>
                <a:lnTo>
                  <a:pt x="231263" y="1202883"/>
                </a:lnTo>
                <a:lnTo>
                  <a:pt x="233144" y="1202883"/>
                </a:lnTo>
                <a:lnTo>
                  <a:pt x="235024" y="1202883"/>
                </a:lnTo>
                <a:lnTo>
                  <a:pt x="236904" y="1202883"/>
                </a:lnTo>
                <a:lnTo>
                  <a:pt x="238784" y="1202883"/>
                </a:lnTo>
                <a:lnTo>
                  <a:pt x="240664" y="1202883"/>
                </a:lnTo>
                <a:lnTo>
                  <a:pt x="242544" y="1202883"/>
                </a:lnTo>
                <a:lnTo>
                  <a:pt x="244424" y="1202883"/>
                </a:lnTo>
                <a:lnTo>
                  <a:pt x="246305" y="1202883"/>
                </a:lnTo>
                <a:lnTo>
                  <a:pt x="248185" y="1202883"/>
                </a:lnTo>
                <a:lnTo>
                  <a:pt x="250065" y="1202883"/>
                </a:lnTo>
                <a:lnTo>
                  <a:pt x="251945" y="1202883"/>
                </a:lnTo>
                <a:lnTo>
                  <a:pt x="253826" y="1202883"/>
                </a:lnTo>
                <a:lnTo>
                  <a:pt x="255706" y="1202883"/>
                </a:lnTo>
                <a:lnTo>
                  <a:pt x="257586" y="1202883"/>
                </a:lnTo>
                <a:lnTo>
                  <a:pt x="259466" y="1202883"/>
                </a:lnTo>
                <a:lnTo>
                  <a:pt x="261346" y="1202883"/>
                </a:lnTo>
                <a:lnTo>
                  <a:pt x="263226" y="1202883"/>
                </a:lnTo>
                <a:lnTo>
                  <a:pt x="265106" y="1202883"/>
                </a:lnTo>
                <a:lnTo>
                  <a:pt x="266987" y="1202883"/>
                </a:lnTo>
                <a:lnTo>
                  <a:pt x="268867" y="1202883"/>
                </a:lnTo>
                <a:lnTo>
                  <a:pt x="270747" y="1202883"/>
                </a:lnTo>
                <a:lnTo>
                  <a:pt x="272627" y="1202883"/>
                </a:lnTo>
                <a:lnTo>
                  <a:pt x="274508" y="1202883"/>
                </a:lnTo>
                <a:lnTo>
                  <a:pt x="276388" y="1202883"/>
                </a:lnTo>
                <a:lnTo>
                  <a:pt x="278268" y="1202883"/>
                </a:lnTo>
                <a:lnTo>
                  <a:pt x="280148" y="1202883"/>
                </a:lnTo>
                <a:lnTo>
                  <a:pt x="282029" y="1202883"/>
                </a:lnTo>
                <a:lnTo>
                  <a:pt x="283908" y="1202883"/>
                </a:lnTo>
                <a:lnTo>
                  <a:pt x="285788" y="1202883"/>
                </a:lnTo>
                <a:lnTo>
                  <a:pt x="287669" y="1202883"/>
                </a:lnTo>
                <a:lnTo>
                  <a:pt x="289549" y="1202883"/>
                </a:lnTo>
                <a:lnTo>
                  <a:pt x="291429" y="1202883"/>
                </a:lnTo>
                <a:lnTo>
                  <a:pt x="293309" y="1202883"/>
                </a:lnTo>
                <a:lnTo>
                  <a:pt x="295190" y="1202883"/>
                </a:lnTo>
                <a:lnTo>
                  <a:pt x="297070" y="1202883"/>
                </a:lnTo>
                <a:lnTo>
                  <a:pt x="298950" y="1202883"/>
                </a:lnTo>
                <a:lnTo>
                  <a:pt x="300831" y="1202883"/>
                </a:lnTo>
                <a:lnTo>
                  <a:pt x="302711" y="1202883"/>
                </a:lnTo>
                <a:lnTo>
                  <a:pt x="304590" y="1202883"/>
                </a:lnTo>
                <a:lnTo>
                  <a:pt x="306470" y="1202883"/>
                </a:lnTo>
                <a:lnTo>
                  <a:pt x="308351" y="1202883"/>
                </a:lnTo>
                <a:lnTo>
                  <a:pt x="310231" y="1202883"/>
                </a:lnTo>
                <a:lnTo>
                  <a:pt x="312111" y="1202883"/>
                </a:lnTo>
                <a:lnTo>
                  <a:pt x="313992" y="1202883"/>
                </a:lnTo>
                <a:lnTo>
                  <a:pt x="315872" y="1202883"/>
                </a:lnTo>
                <a:lnTo>
                  <a:pt x="317752" y="1202883"/>
                </a:lnTo>
                <a:lnTo>
                  <a:pt x="319632" y="1202883"/>
                </a:lnTo>
                <a:lnTo>
                  <a:pt x="321513" y="1202883"/>
                </a:lnTo>
                <a:lnTo>
                  <a:pt x="323393" y="1202883"/>
                </a:lnTo>
                <a:lnTo>
                  <a:pt x="325273" y="1202883"/>
                </a:lnTo>
                <a:lnTo>
                  <a:pt x="327153" y="1202883"/>
                </a:lnTo>
                <a:lnTo>
                  <a:pt x="329033" y="1202883"/>
                </a:lnTo>
                <a:lnTo>
                  <a:pt x="330913" y="1202883"/>
                </a:lnTo>
                <a:lnTo>
                  <a:pt x="332793" y="1202883"/>
                </a:lnTo>
                <a:lnTo>
                  <a:pt x="334674" y="1202883"/>
                </a:lnTo>
                <a:lnTo>
                  <a:pt x="336554" y="1202883"/>
                </a:lnTo>
                <a:lnTo>
                  <a:pt x="338434" y="1202883"/>
                </a:lnTo>
                <a:lnTo>
                  <a:pt x="340314" y="1202883"/>
                </a:lnTo>
                <a:lnTo>
                  <a:pt x="342195" y="1202883"/>
                </a:lnTo>
                <a:lnTo>
                  <a:pt x="344075" y="1202883"/>
                </a:lnTo>
                <a:lnTo>
                  <a:pt x="345955" y="1202883"/>
                </a:lnTo>
                <a:lnTo>
                  <a:pt x="347835" y="1202883"/>
                </a:lnTo>
                <a:lnTo>
                  <a:pt x="349715" y="1202883"/>
                </a:lnTo>
                <a:lnTo>
                  <a:pt x="351595" y="1202883"/>
                </a:lnTo>
                <a:lnTo>
                  <a:pt x="353475" y="1202883"/>
                </a:lnTo>
                <a:lnTo>
                  <a:pt x="355356" y="1202883"/>
                </a:lnTo>
                <a:lnTo>
                  <a:pt x="357236" y="1202883"/>
                </a:lnTo>
                <a:lnTo>
                  <a:pt x="359116" y="1202883"/>
                </a:lnTo>
                <a:lnTo>
                  <a:pt x="360996" y="1202883"/>
                </a:lnTo>
                <a:lnTo>
                  <a:pt x="362877" y="1202883"/>
                </a:lnTo>
                <a:lnTo>
                  <a:pt x="364757" y="1202883"/>
                </a:lnTo>
                <a:lnTo>
                  <a:pt x="366637" y="1202883"/>
                </a:lnTo>
                <a:lnTo>
                  <a:pt x="368518" y="1202883"/>
                </a:lnTo>
                <a:lnTo>
                  <a:pt x="370397" y="1202883"/>
                </a:lnTo>
                <a:lnTo>
                  <a:pt x="372277" y="1202883"/>
                </a:lnTo>
                <a:lnTo>
                  <a:pt x="374157" y="1202883"/>
                </a:lnTo>
                <a:lnTo>
                  <a:pt x="376038" y="1202883"/>
                </a:lnTo>
                <a:lnTo>
                  <a:pt x="377918" y="1202883"/>
                </a:lnTo>
                <a:lnTo>
                  <a:pt x="379798" y="1202883"/>
                </a:lnTo>
                <a:lnTo>
                  <a:pt x="381679" y="1202883"/>
                </a:lnTo>
                <a:lnTo>
                  <a:pt x="383559" y="1202883"/>
                </a:lnTo>
                <a:lnTo>
                  <a:pt x="385439" y="1202883"/>
                </a:lnTo>
                <a:lnTo>
                  <a:pt x="387319" y="1202883"/>
                </a:lnTo>
                <a:lnTo>
                  <a:pt x="389200" y="1202883"/>
                </a:lnTo>
                <a:lnTo>
                  <a:pt x="391079" y="1202883"/>
                </a:lnTo>
                <a:lnTo>
                  <a:pt x="392959" y="1202883"/>
                </a:lnTo>
                <a:lnTo>
                  <a:pt x="394840" y="1202883"/>
                </a:lnTo>
                <a:lnTo>
                  <a:pt x="396720" y="1202883"/>
                </a:lnTo>
                <a:lnTo>
                  <a:pt x="398600" y="1202883"/>
                </a:lnTo>
                <a:lnTo>
                  <a:pt x="400480" y="1202883"/>
                </a:lnTo>
                <a:lnTo>
                  <a:pt x="402361" y="1202883"/>
                </a:lnTo>
                <a:lnTo>
                  <a:pt x="404241" y="1202883"/>
                </a:lnTo>
                <a:lnTo>
                  <a:pt x="406121" y="1202883"/>
                </a:lnTo>
                <a:lnTo>
                  <a:pt x="408001" y="1202883"/>
                </a:lnTo>
                <a:lnTo>
                  <a:pt x="409882" y="1202883"/>
                </a:lnTo>
                <a:lnTo>
                  <a:pt x="411762" y="1202883"/>
                </a:lnTo>
                <a:lnTo>
                  <a:pt x="413641" y="1202883"/>
                </a:lnTo>
                <a:lnTo>
                  <a:pt x="415522" y="1202883"/>
                </a:lnTo>
                <a:lnTo>
                  <a:pt x="417402" y="1202883"/>
                </a:lnTo>
                <a:lnTo>
                  <a:pt x="419282" y="1202883"/>
                </a:lnTo>
                <a:lnTo>
                  <a:pt x="421162" y="1202883"/>
                </a:lnTo>
                <a:lnTo>
                  <a:pt x="423043" y="1202883"/>
                </a:lnTo>
                <a:lnTo>
                  <a:pt x="424923" y="1202883"/>
                </a:lnTo>
                <a:lnTo>
                  <a:pt x="426803" y="1202883"/>
                </a:lnTo>
                <a:lnTo>
                  <a:pt x="428684" y="1202883"/>
                </a:lnTo>
                <a:lnTo>
                  <a:pt x="430564" y="1202883"/>
                </a:lnTo>
                <a:lnTo>
                  <a:pt x="432444" y="1202883"/>
                </a:lnTo>
                <a:lnTo>
                  <a:pt x="434323" y="1202883"/>
                </a:lnTo>
                <a:lnTo>
                  <a:pt x="436204" y="1202883"/>
                </a:lnTo>
                <a:lnTo>
                  <a:pt x="438084" y="1202883"/>
                </a:lnTo>
                <a:lnTo>
                  <a:pt x="439964" y="1202883"/>
                </a:lnTo>
                <a:lnTo>
                  <a:pt x="441844" y="1202883"/>
                </a:lnTo>
                <a:lnTo>
                  <a:pt x="443725" y="1202883"/>
                </a:lnTo>
                <a:lnTo>
                  <a:pt x="445605" y="1202883"/>
                </a:lnTo>
                <a:lnTo>
                  <a:pt x="447485" y="1202883"/>
                </a:lnTo>
                <a:lnTo>
                  <a:pt x="449366" y="1202883"/>
                </a:lnTo>
                <a:lnTo>
                  <a:pt x="451246" y="1202883"/>
                </a:lnTo>
                <a:lnTo>
                  <a:pt x="453126" y="1202883"/>
                </a:lnTo>
                <a:lnTo>
                  <a:pt x="455006" y="1202883"/>
                </a:lnTo>
                <a:lnTo>
                  <a:pt x="456886" y="1202883"/>
                </a:lnTo>
                <a:lnTo>
                  <a:pt x="458766" y="1202883"/>
                </a:lnTo>
                <a:lnTo>
                  <a:pt x="460646" y="1202883"/>
                </a:lnTo>
                <a:lnTo>
                  <a:pt x="462527" y="1202883"/>
                </a:lnTo>
                <a:lnTo>
                  <a:pt x="464407" y="1202883"/>
                </a:lnTo>
                <a:lnTo>
                  <a:pt x="466287" y="1202883"/>
                </a:lnTo>
                <a:lnTo>
                  <a:pt x="468167" y="1202883"/>
                </a:lnTo>
                <a:lnTo>
                  <a:pt x="470048" y="1202883"/>
                </a:lnTo>
                <a:lnTo>
                  <a:pt x="471928" y="1202883"/>
                </a:lnTo>
                <a:lnTo>
                  <a:pt x="473808" y="1202883"/>
                </a:lnTo>
                <a:lnTo>
                  <a:pt x="475688" y="1202883"/>
                </a:lnTo>
                <a:lnTo>
                  <a:pt x="477568" y="1202883"/>
                </a:lnTo>
                <a:lnTo>
                  <a:pt x="479448" y="1202883"/>
                </a:lnTo>
                <a:lnTo>
                  <a:pt x="481328" y="1202883"/>
                </a:lnTo>
                <a:lnTo>
                  <a:pt x="483209" y="1202883"/>
                </a:lnTo>
                <a:lnTo>
                  <a:pt x="485089" y="1202883"/>
                </a:lnTo>
                <a:lnTo>
                  <a:pt x="486969" y="1202883"/>
                </a:lnTo>
                <a:lnTo>
                  <a:pt x="488849" y="1202883"/>
                </a:lnTo>
                <a:lnTo>
                  <a:pt x="490730" y="1202883"/>
                </a:lnTo>
                <a:lnTo>
                  <a:pt x="492610" y="1202883"/>
                </a:lnTo>
                <a:lnTo>
                  <a:pt x="494490" y="1202883"/>
                </a:lnTo>
                <a:lnTo>
                  <a:pt x="496371" y="1202883"/>
                </a:lnTo>
                <a:lnTo>
                  <a:pt x="498251" y="1202883"/>
                </a:lnTo>
                <a:lnTo>
                  <a:pt x="500130" y="1202883"/>
                </a:lnTo>
                <a:lnTo>
                  <a:pt x="502010" y="1202883"/>
                </a:lnTo>
                <a:lnTo>
                  <a:pt x="503891" y="1202883"/>
                </a:lnTo>
                <a:lnTo>
                  <a:pt x="505771" y="1202883"/>
                </a:lnTo>
                <a:lnTo>
                  <a:pt x="507651" y="1202883"/>
                </a:lnTo>
                <a:lnTo>
                  <a:pt x="509531" y="1202883"/>
                </a:lnTo>
                <a:lnTo>
                  <a:pt x="511412" y="1202883"/>
                </a:lnTo>
                <a:lnTo>
                  <a:pt x="513292" y="1202883"/>
                </a:lnTo>
                <a:lnTo>
                  <a:pt x="515172" y="1202883"/>
                </a:lnTo>
                <a:lnTo>
                  <a:pt x="517053" y="1202883"/>
                </a:lnTo>
                <a:lnTo>
                  <a:pt x="518933" y="1202883"/>
                </a:lnTo>
                <a:lnTo>
                  <a:pt x="520812" y="1202883"/>
                </a:lnTo>
                <a:lnTo>
                  <a:pt x="522692" y="1202883"/>
                </a:lnTo>
                <a:lnTo>
                  <a:pt x="524573" y="1202883"/>
                </a:lnTo>
                <a:lnTo>
                  <a:pt x="526453" y="1202883"/>
                </a:lnTo>
                <a:lnTo>
                  <a:pt x="528333" y="1202883"/>
                </a:lnTo>
                <a:lnTo>
                  <a:pt x="530214" y="1202883"/>
                </a:lnTo>
                <a:lnTo>
                  <a:pt x="532094" y="1202883"/>
                </a:lnTo>
                <a:lnTo>
                  <a:pt x="533974" y="1202883"/>
                </a:lnTo>
                <a:lnTo>
                  <a:pt x="535854" y="1202883"/>
                </a:lnTo>
                <a:lnTo>
                  <a:pt x="537735" y="1202883"/>
                </a:lnTo>
                <a:lnTo>
                  <a:pt x="539615" y="1202883"/>
                </a:lnTo>
                <a:lnTo>
                  <a:pt x="541495" y="1202883"/>
                </a:lnTo>
                <a:lnTo>
                  <a:pt x="543375" y="1202883"/>
                </a:lnTo>
                <a:lnTo>
                  <a:pt x="545255" y="1202883"/>
                </a:lnTo>
                <a:lnTo>
                  <a:pt x="547135" y="1202883"/>
                </a:lnTo>
                <a:lnTo>
                  <a:pt x="549015" y="1202883"/>
                </a:lnTo>
                <a:lnTo>
                  <a:pt x="550896" y="1202883"/>
                </a:lnTo>
                <a:lnTo>
                  <a:pt x="552776" y="1202883"/>
                </a:lnTo>
                <a:lnTo>
                  <a:pt x="554656" y="1202883"/>
                </a:lnTo>
                <a:lnTo>
                  <a:pt x="556536" y="1202883"/>
                </a:lnTo>
                <a:lnTo>
                  <a:pt x="558417" y="1202883"/>
                </a:lnTo>
                <a:lnTo>
                  <a:pt x="560297" y="1202883"/>
                </a:lnTo>
                <a:lnTo>
                  <a:pt x="562177" y="1202883"/>
                </a:lnTo>
                <a:lnTo>
                  <a:pt x="564057" y="1202883"/>
                </a:lnTo>
                <a:lnTo>
                  <a:pt x="565937" y="1202883"/>
                </a:lnTo>
                <a:lnTo>
                  <a:pt x="567817" y="1202883"/>
                </a:lnTo>
                <a:lnTo>
                  <a:pt x="569697" y="1202883"/>
                </a:lnTo>
                <a:lnTo>
                  <a:pt x="571578" y="1202883"/>
                </a:lnTo>
                <a:lnTo>
                  <a:pt x="573458" y="1202883"/>
                </a:lnTo>
                <a:lnTo>
                  <a:pt x="575338" y="1202883"/>
                </a:lnTo>
                <a:lnTo>
                  <a:pt x="577219" y="1202883"/>
                </a:lnTo>
                <a:lnTo>
                  <a:pt x="579099" y="1202883"/>
                </a:lnTo>
                <a:lnTo>
                  <a:pt x="580979" y="1202883"/>
                </a:lnTo>
                <a:lnTo>
                  <a:pt x="582859" y="1202883"/>
                </a:lnTo>
                <a:lnTo>
                  <a:pt x="584740" y="1202883"/>
                </a:lnTo>
                <a:lnTo>
                  <a:pt x="586619" y="1202883"/>
                </a:lnTo>
                <a:lnTo>
                  <a:pt x="588499" y="1202883"/>
                </a:lnTo>
                <a:lnTo>
                  <a:pt x="590379" y="1202883"/>
                </a:lnTo>
                <a:lnTo>
                  <a:pt x="592260" y="1202883"/>
                </a:lnTo>
                <a:lnTo>
                  <a:pt x="594140" y="1202883"/>
                </a:lnTo>
                <a:lnTo>
                  <a:pt x="596020" y="1202883"/>
                </a:lnTo>
                <a:lnTo>
                  <a:pt x="597901" y="1202883"/>
                </a:lnTo>
                <a:lnTo>
                  <a:pt x="599781" y="1202883"/>
                </a:lnTo>
                <a:lnTo>
                  <a:pt x="601661" y="1202883"/>
                </a:lnTo>
                <a:lnTo>
                  <a:pt x="603541" y="1202883"/>
                </a:lnTo>
                <a:lnTo>
                  <a:pt x="605422" y="1202883"/>
                </a:lnTo>
                <a:lnTo>
                  <a:pt x="607301" y="1202883"/>
                </a:lnTo>
                <a:lnTo>
                  <a:pt x="609181" y="1202883"/>
                </a:lnTo>
                <a:lnTo>
                  <a:pt x="611062" y="1202883"/>
                </a:lnTo>
                <a:lnTo>
                  <a:pt x="612942" y="1202883"/>
                </a:lnTo>
                <a:lnTo>
                  <a:pt x="614822" y="1202883"/>
                </a:lnTo>
                <a:lnTo>
                  <a:pt x="616702" y="1202883"/>
                </a:lnTo>
                <a:lnTo>
                  <a:pt x="618583" y="1202883"/>
                </a:lnTo>
                <a:lnTo>
                  <a:pt x="620463" y="1202883"/>
                </a:lnTo>
                <a:lnTo>
                  <a:pt x="622342" y="1202883"/>
                </a:lnTo>
                <a:lnTo>
                  <a:pt x="624224" y="1202883"/>
                </a:lnTo>
                <a:lnTo>
                  <a:pt x="626107" y="1202883"/>
                </a:lnTo>
                <a:lnTo>
                  <a:pt x="627979" y="1202883"/>
                </a:lnTo>
                <a:lnTo>
                  <a:pt x="629861" y="1202883"/>
                </a:lnTo>
                <a:lnTo>
                  <a:pt x="631744" y="1202883"/>
                </a:lnTo>
                <a:lnTo>
                  <a:pt x="633626" y="1202883"/>
                </a:lnTo>
                <a:lnTo>
                  <a:pt x="635508" y="1202883"/>
                </a:lnTo>
                <a:lnTo>
                  <a:pt x="637381" y="1202883"/>
                </a:lnTo>
                <a:lnTo>
                  <a:pt x="639263" y="1202883"/>
                </a:lnTo>
                <a:lnTo>
                  <a:pt x="641145" y="1202883"/>
                </a:lnTo>
                <a:lnTo>
                  <a:pt x="643027" y="1202883"/>
                </a:lnTo>
                <a:lnTo>
                  <a:pt x="644909" y="1202883"/>
                </a:lnTo>
                <a:lnTo>
                  <a:pt x="646782" y="1202883"/>
                </a:lnTo>
                <a:lnTo>
                  <a:pt x="648664" y="1202883"/>
                </a:lnTo>
                <a:lnTo>
                  <a:pt x="650546" y="1202883"/>
                </a:lnTo>
                <a:lnTo>
                  <a:pt x="652429" y="1202883"/>
                </a:lnTo>
                <a:lnTo>
                  <a:pt x="654311" y="1202883"/>
                </a:lnTo>
                <a:lnTo>
                  <a:pt x="656183" y="1202883"/>
                </a:lnTo>
                <a:lnTo>
                  <a:pt x="658066" y="1202883"/>
                </a:lnTo>
                <a:lnTo>
                  <a:pt x="659948" y="1202883"/>
                </a:lnTo>
                <a:lnTo>
                  <a:pt x="661830" y="1202883"/>
                </a:lnTo>
                <a:lnTo>
                  <a:pt x="663703" y="1202883"/>
                </a:lnTo>
                <a:lnTo>
                  <a:pt x="665585" y="1202883"/>
                </a:lnTo>
                <a:lnTo>
                  <a:pt x="667467" y="1202883"/>
                </a:lnTo>
                <a:lnTo>
                  <a:pt x="669349" y="1202883"/>
                </a:lnTo>
                <a:lnTo>
                  <a:pt x="671231" y="1202883"/>
                </a:lnTo>
                <a:lnTo>
                  <a:pt x="673104" y="1202883"/>
                </a:lnTo>
                <a:lnTo>
                  <a:pt x="674986" y="1202883"/>
                </a:lnTo>
                <a:lnTo>
                  <a:pt x="676868" y="1202883"/>
                </a:lnTo>
                <a:lnTo>
                  <a:pt x="678751" y="1202883"/>
                </a:lnTo>
                <a:lnTo>
                  <a:pt x="680633" y="1202883"/>
                </a:lnTo>
                <a:lnTo>
                  <a:pt x="682505" y="1202883"/>
                </a:lnTo>
                <a:lnTo>
                  <a:pt x="684387" y="1202883"/>
                </a:lnTo>
                <a:lnTo>
                  <a:pt x="686270" y="1202883"/>
                </a:lnTo>
                <a:lnTo>
                  <a:pt x="688152" y="1202883"/>
                </a:lnTo>
                <a:lnTo>
                  <a:pt x="690034" y="1202883"/>
                </a:lnTo>
                <a:lnTo>
                  <a:pt x="691907" y="1202883"/>
                </a:lnTo>
                <a:lnTo>
                  <a:pt x="693789" y="1202883"/>
                </a:lnTo>
                <a:lnTo>
                  <a:pt x="695671" y="1202883"/>
                </a:lnTo>
                <a:lnTo>
                  <a:pt x="697553" y="1202883"/>
                </a:lnTo>
                <a:lnTo>
                  <a:pt x="699435" y="1202883"/>
                </a:lnTo>
                <a:lnTo>
                  <a:pt x="701308" y="1202883"/>
                </a:lnTo>
                <a:lnTo>
                  <a:pt x="703190" y="1202883"/>
                </a:lnTo>
                <a:lnTo>
                  <a:pt x="705072" y="1202883"/>
                </a:lnTo>
                <a:lnTo>
                  <a:pt x="706955" y="1202883"/>
                </a:lnTo>
                <a:lnTo>
                  <a:pt x="708827" y="1202883"/>
                </a:lnTo>
                <a:lnTo>
                  <a:pt x="710709" y="1202883"/>
                </a:lnTo>
                <a:lnTo>
                  <a:pt x="712592" y="1202883"/>
                </a:lnTo>
                <a:lnTo>
                  <a:pt x="714474" y="1202883"/>
                </a:lnTo>
                <a:lnTo>
                  <a:pt x="716356" y="1202883"/>
                </a:lnTo>
                <a:lnTo>
                  <a:pt x="718229" y="1202883"/>
                </a:lnTo>
                <a:lnTo>
                  <a:pt x="720111" y="1202883"/>
                </a:lnTo>
                <a:lnTo>
                  <a:pt x="721993" y="1202883"/>
                </a:lnTo>
                <a:lnTo>
                  <a:pt x="723875" y="1202883"/>
                </a:lnTo>
                <a:lnTo>
                  <a:pt x="725757" y="1202883"/>
                </a:lnTo>
                <a:lnTo>
                  <a:pt x="727630" y="1202883"/>
                </a:lnTo>
                <a:lnTo>
                  <a:pt x="729512" y="1202883"/>
                </a:lnTo>
                <a:lnTo>
                  <a:pt x="731394" y="1202883"/>
                </a:lnTo>
                <a:lnTo>
                  <a:pt x="733277" y="1202883"/>
                </a:lnTo>
                <a:lnTo>
                  <a:pt x="735159" y="1202883"/>
                </a:lnTo>
                <a:lnTo>
                  <a:pt x="737031" y="1202883"/>
                </a:lnTo>
                <a:lnTo>
                  <a:pt x="738914" y="1202883"/>
                </a:lnTo>
                <a:lnTo>
                  <a:pt x="740796" y="1202883"/>
                </a:lnTo>
                <a:lnTo>
                  <a:pt x="742678" y="1202883"/>
                </a:lnTo>
                <a:lnTo>
                  <a:pt x="744560" y="1202883"/>
                </a:lnTo>
                <a:lnTo>
                  <a:pt x="746433" y="1202883"/>
                </a:lnTo>
                <a:lnTo>
                  <a:pt x="748315" y="1202883"/>
                </a:lnTo>
                <a:lnTo>
                  <a:pt x="750197" y="1202883"/>
                </a:lnTo>
                <a:lnTo>
                  <a:pt x="752079" y="1202883"/>
                </a:lnTo>
                <a:lnTo>
                  <a:pt x="753952" y="1202883"/>
                </a:lnTo>
                <a:lnTo>
                  <a:pt x="755834" y="1202883"/>
                </a:lnTo>
                <a:lnTo>
                  <a:pt x="757716" y="1202883"/>
                </a:lnTo>
                <a:lnTo>
                  <a:pt x="759598" y="1202883"/>
                </a:lnTo>
                <a:lnTo>
                  <a:pt x="761481" y="1202883"/>
                </a:lnTo>
                <a:lnTo>
                  <a:pt x="763353" y="1202883"/>
                </a:lnTo>
                <a:lnTo>
                  <a:pt x="765235" y="1202883"/>
                </a:lnTo>
                <a:lnTo>
                  <a:pt x="767118" y="1202883"/>
                </a:lnTo>
                <a:lnTo>
                  <a:pt x="769000" y="1202883"/>
                </a:lnTo>
                <a:lnTo>
                  <a:pt x="770882" y="1202883"/>
                </a:lnTo>
                <a:lnTo>
                  <a:pt x="772755" y="1202883"/>
                </a:lnTo>
                <a:lnTo>
                  <a:pt x="774637" y="1202883"/>
                </a:lnTo>
                <a:lnTo>
                  <a:pt x="776519" y="1202883"/>
                </a:lnTo>
                <a:lnTo>
                  <a:pt x="778401" y="1202883"/>
                </a:lnTo>
                <a:lnTo>
                  <a:pt x="780283" y="1202883"/>
                </a:lnTo>
                <a:lnTo>
                  <a:pt x="782156" y="1202883"/>
                </a:lnTo>
                <a:lnTo>
                  <a:pt x="784038" y="1202883"/>
                </a:lnTo>
                <a:lnTo>
                  <a:pt x="785920" y="1202883"/>
                </a:lnTo>
                <a:lnTo>
                  <a:pt x="787803" y="1202883"/>
                </a:lnTo>
                <a:lnTo>
                  <a:pt x="789685" y="1202883"/>
                </a:lnTo>
                <a:lnTo>
                  <a:pt x="791557" y="1202883"/>
                </a:lnTo>
                <a:lnTo>
                  <a:pt x="793440" y="1202883"/>
                </a:lnTo>
                <a:lnTo>
                  <a:pt x="795322" y="1202883"/>
                </a:lnTo>
                <a:lnTo>
                  <a:pt x="797204" y="1202883"/>
                </a:lnTo>
                <a:lnTo>
                  <a:pt x="799077" y="1202883"/>
                </a:lnTo>
                <a:lnTo>
                  <a:pt x="800959" y="1202883"/>
                </a:lnTo>
                <a:lnTo>
                  <a:pt x="802841" y="1202883"/>
                </a:lnTo>
                <a:lnTo>
                  <a:pt x="804723" y="1202883"/>
                </a:lnTo>
                <a:lnTo>
                  <a:pt x="806605" y="1202883"/>
                </a:lnTo>
                <a:lnTo>
                  <a:pt x="808478" y="1202883"/>
                </a:lnTo>
                <a:lnTo>
                  <a:pt x="810360" y="1202883"/>
                </a:lnTo>
                <a:lnTo>
                  <a:pt x="812242" y="1202883"/>
                </a:lnTo>
                <a:lnTo>
                  <a:pt x="814125" y="1202883"/>
                </a:lnTo>
                <a:lnTo>
                  <a:pt x="816007" y="1202883"/>
                </a:lnTo>
                <a:lnTo>
                  <a:pt x="817879" y="1202883"/>
                </a:lnTo>
                <a:lnTo>
                  <a:pt x="819762" y="1202883"/>
                </a:lnTo>
                <a:lnTo>
                  <a:pt x="821644" y="1202883"/>
                </a:lnTo>
                <a:lnTo>
                  <a:pt x="823526" y="1202883"/>
                </a:lnTo>
                <a:lnTo>
                  <a:pt x="825408" y="1202883"/>
                </a:lnTo>
                <a:lnTo>
                  <a:pt x="827281" y="1202883"/>
                </a:lnTo>
                <a:lnTo>
                  <a:pt x="829163" y="1202883"/>
                </a:lnTo>
                <a:lnTo>
                  <a:pt x="831045" y="1202883"/>
                </a:lnTo>
                <a:lnTo>
                  <a:pt x="832927" y="1202883"/>
                </a:lnTo>
                <a:lnTo>
                  <a:pt x="834800" y="1202883"/>
                </a:lnTo>
                <a:lnTo>
                  <a:pt x="836682" y="1202883"/>
                </a:lnTo>
                <a:lnTo>
                  <a:pt x="838564" y="1202883"/>
                </a:lnTo>
                <a:lnTo>
                  <a:pt x="840446" y="1202883"/>
                </a:lnTo>
                <a:lnTo>
                  <a:pt x="842329" y="1202883"/>
                </a:lnTo>
                <a:lnTo>
                  <a:pt x="844201" y="1202883"/>
                </a:lnTo>
                <a:lnTo>
                  <a:pt x="846083" y="1202883"/>
                </a:lnTo>
                <a:lnTo>
                  <a:pt x="847966" y="1202883"/>
                </a:lnTo>
                <a:lnTo>
                  <a:pt x="849848" y="1202883"/>
                </a:lnTo>
                <a:lnTo>
                  <a:pt x="851730" y="1202883"/>
                </a:lnTo>
                <a:lnTo>
                  <a:pt x="853603" y="1202883"/>
                </a:lnTo>
                <a:lnTo>
                  <a:pt x="855485" y="1202883"/>
                </a:lnTo>
                <a:lnTo>
                  <a:pt x="857367" y="1202883"/>
                </a:lnTo>
                <a:lnTo>
                  <a:pt x="859249" y="1202883"/>
                </a:lnTo>
                <a:lnTo>
                  <a:pt x="861131" y="1202883"/>
                </a:lnTo>
                <a:lnTo>
                  <a:pt x="863004" y="1202883"/>
                </a:lnTo>
                <a:lnTo>
                  <a:pt x="864886" y="1202883"/>
                </a:lnTo>
                <a:lnTo>
                  <a:pt x="866768" y="1202883"/>
                </a:lnTo>
                <a:lnTo>
                  <a:pt x="868651" y="1202883"/>
                </a:lnTo>
                <a:lnTo>
                  <a:pt x="870533" y="1202883"/>
                </a:lnTo>
                <a:lnTo>
                  <a:pt x="872405" y="1202883"/>
                </a:lnTo>
                <a:lnTo>
                  <a:pt x="874288" y="1202883"/>
                </a:lnTo>
                <a:lnTo>
                  <a:pt x="876170" y="1202883"/>
                </a:lnTo>
                <a:lnTo>
                  <a:pt x="878052" y="1202883"/>
                </a:lnTo>
                <a:lnTo>
                  <a:pt x="879925" y="1202883"/>
                </a:lnTo>
                <a:lnTo>
                  <a:pt x="881807" y="1202883"/>
                </a:lnTo>
                <a:lnTo>
                  <a:pt x="883689" y="1202883"/>
                </a:lnTo>
                <a:lnTo>
                  <a:pt x="885571" y="1202883"/>
                </a:lnTo>
                <a:lnTo>
                  <a:pt x="887453" y="1202883"/>
                </a:lnTo>
                <a:lnTo>
                  <a:pt x="889326" y="1202883"/>
                </a:lnTo>
                <a:lnTo>
                  <a:pt x="891208" y="1202883"/>
                </a:lnTo>
                <a:lnTo>
                  <a:pt x="893090" y="1202883"/>
                </a:lnTo>
                <a:lnTo>
                  <a:pt x="894973" y="1202883"/>
                </a:lnTo>
                <a:lnTo>
                  <a:pt x="896855" y="1202883"/>
                </a:lnTo>
                <a:lnTo>
                  <a:pt x="898727" y="1202883"/>
                </a:lnTo>
                <a:lnTo>
                  <a:pt x="900609" y="1202883"/>
                </a:lnTo>
                <a:lnTo>
                  <a:pt x="902492" y="1202883"/>
                </a:lnTo>
                <a:lnTo>
                  <a:pt x="904374" y="1202883"/>
                </a:lnTo>
                <a:lnTo>
                  <a:pt x="906256" y="1202883"/>
                </a:lnTo>
                <a:lnTo>
                  <a:pt x="908129" y="1202883"/>
                </a:lnTo>
                <a:lnTo>
                  <a:pt x="910011" y="1202883"/>
                </a:lnTo>
                <a:lnTo>
                  <a:pt x="911893" y="1202883"/>
                </a:lnTo>
                <a:lnTo>
                  <a:pt x="913775" y="1202883"/>
                </a:lnTo>
                <a:lnTo>
                  <a:pt x="915657" y="1202883"/>
                </a:lnTo>
                <a:lnTo>
                  <a:pt x="917530" y="1202883"/>
                </a:lnTo>
                <a:lnTo>
                  <a:pt x="919412" y="1202883"/>
                </a:lnTo>
                <a:lnTo>
                  <a:pt x="921294" y="1202883"/>
                </a:lnTo>
                <a:lnTo>
                  <a:pt x="923177" y="1202883"/>
                </a:lnTo>
                <a:lnTo>
                  <a:pt x="925049" y="1202883"/>
                </a:lnTo>
                <a:lnTo>
                  <a:pt x="926931" y="1202883"/>
                </a:lnTo>
                <a:lnTo>
                  <a:pt x="928814" y="1202883"/>
                </a:lnTo>
                <a:lnTo>
                  <a:pt x="930696" y="1202883"/>
                </a:lnTo>
                <a:lnTo>
                  <a:pt x="932578" y="1202883"/>
                </a:lnTo>
                <a:lnTo>
                  <a:pt x="934451" y="1202883"/>
                </a:lnTo>
                <a:lnTo>
                  <a:pt x="936333" y="1202883"/>
                </a:lnTo>
                <a:lnTo>
                  <a:pt x="938215" y="1202883"/>
                </a:lnTo>
                <a:lnTo>
                  <a:pt x="940097" y="1202883"/>
                </a:lnTo>
                <a:lnTo>
                  <a:pt x="941979" y="1202883"/>
                </a:lnTo>
                <a:lnTo>
                  <a:pt x="943852" y="1202883"/>
                </a:lnTo>
                <a:lnTo>
                  <a:pt x="945734" y="1202883"/>
                </a:lnTo>
                <a:lnTo>
                  <a:pt x="947616" y="1202883"/>
                </a:lnTo>
                <a:lnTo>
                  <a:pt x="949499" y="1202883"/>
                </a:lnTo>
                <a:lnTo>
                  <a:pt x="951381" y="1202883"/>
                </a:lnTo>
                <a:lnTo>
                  <a:pt x="953253" y="1202883"/>
                </a:lnTo>
                <a:lnTo>
                  <a:pt x="955136" y="1202883"/>
                </a:lnTo>
                <a:lnTo>
                  <a:pt x="957018" y="1202883"/>
                </a:lnTo>
                <a:lnTo>
                  <a:pt x="958900" y="1202883"/>
                </a:lnTo>
                <a:lnTo>
                  <a:pt x="960782" y="1202883"/>
                </a:lnTo>
                <a:lnTo>
                  <a:pt x="962655" y="1202883"/>
                </a:lnTo>
                <a:lnTo>
                  <a:pt x="964537" y="1202883"/>
                </a:lnTo>
                <a:lnTo>
                  <a:pt x="966419" y="1202883"/>
                </a:lnTo>
                <a:lnTo>
                  <a:pt x="968301" y="1202883"/>
                </a:lnTo>
                <a:lnTo>
                  <a:pt x="970174" y="1202883"/>
                </a:lnTo>
                <a:lnTo>
                  <a:pt x="972056" y="1202883"/>
                </a:lnTo>
                <a:lnTo>
                  <a:pt x="973938" y="1202883"/>
                </a:lnTo>
                <a:lnTo>
                  <a:pt x="975820" y="1202883"/>
                </a:lnTo>
                <a:lnTo>
                  <a:pt x="977703" y="1202883"/>
                </a:lnTo>
                <a:lnTo>
                  <a:pt x="979575" y="1202883"/>
                </a:lnTo>
                <a:lnTo>
                  <a:pt x="981458" y="1202883"/>
                </a:lnTo>
                <a:lnTo>
                  <a:pt x="983340" y="1202883"/>
                </a:lnTo>
                <a:lnTo>
                  <a:pt x="985222" y="1202883"/>
                </a:lnTo>
                <a:lnTo>
                  <a:pt x="987104" y="1202883"/>
                </a:lnTo>
                <a:lnTo>
                  <a:pt x="988977" y="1202883"/>
                </a:lnTo>
                <a:lnTo>
                  <a:pt x="990859" y="1202883"/>
                </a:lnTo>
                <a:lnTo>
                  <a:pt x="992741" y="1202883"/>
                </a:lnTo>
                <a:lnTo>
                  <a:pt x="994623" y="1202883"/>
                </a:lnTo>
                <a:lnTo>
                  <a:pt x="996506" y="1202883"/>
                </a:lnTo>
                <a:lnTo>
                  <a:pt x="998378" y="1202883"/>
                </a:lnTo>
                <a:lnTo>
                  <a:pt x="1000260" y="1202883"/>
                </a:lnTo>
                <a:lnTo>
                  <a:pt x="1002142" y="1202883"/>
                </a:lnTo>
                <a:lnTo>
                  <a:pt x="1004025" y="1202883"/>
                </a:lnTo>
                <a:lnTo>
                  <a:pt x="1005907" y="1202883"/>
                </a:lnTo>
                <a:lnTo>
                  <a:pt x="1007779" y="1202883"/>
                </a:lnTo>
                <a:lnTo>
                  <a:pt x="1009662" y="1202883"/>
                </a:lnTo>
                <a:lnTo>
                  <a:pt x="1011544" y="1202883"/>
                </a:lnTo>
                <a:lnTo>
                  <a:pt x="1013426" y="1202883"/>
                </a:lnTo>
                <a:lnTo>
                  <a:pt x="1015299" y="1202883"/>
                </a:lnTo>
                <a:lnTo>
                  <a:pt x="1017181" y="1202883"/>
                </a:lnTo>
                <a:lnTo>
                  <a:pt x="1019063" y="1202883"/>
                </a:lnTo>
                <a:lnTo>
                  <a:pt x="1020945" y="1202883"/>
                </a:lnTo>
                <a:lnTo>
                  <a:pt x="1022827" y="1202883"/>
                </a:lnTo>
                <a:lnTo>
                  <a:pt x="1024700" y="1202883"/>
                </a:lnTo>
                <a:lnTo>
                  <a:pt x="1026582" y="1202883"/>
                </a:lnTo>
                <a:lnTo>
                  <a:pt x="1028464" y="1202883"/>
                </a:lnTo>
                <a:lnTo>
                  <a:pt x="1030347" y="1202883"/>
                </a:lnTo>
                <a:lnTo>
                  <a:pt x="1032229" y="1202883"/>
                </a:lnTo>
                <a:lnTo>
                  <a:pt x="1034101" y="1202883"/>
                </a:lnTo>
                <a:lnTo>
                  <a:pt x="1035984" y="1202883"/>
                </a:lnTo>
                <a:lnTo>
                  <a:pt x="1037866" y="1202883"/>
                </a:lnTo>
                <a:lnTo>
                  <a:pt x="1039748" y="1202883"/>
                </a:lnTo>
                <a:lnTo>
                  <a:pt x="1041630" y="1202883"/>
                </a:lnTo>
                <a:lnTo>
                  <a:pt x="1043503" y="1202883"/>
                </a:lnTo>
                <a:lnTo>
                  <a:pt x="1045385" y="1202883"/>
                </a:lnTo>
                <a:lnTo>
                  <a:pt x="1047267" y="1202883"/>
                </a:lnTo>
                <a:lnTo>
                  <a:pt x="1049149" y="1202883"/>
                </a:lnTo>
                <a:lnTo>
                  <a:pt x="1051022" y="1202883"/>
                </a:lnTo>
                <a:lnTo>
                  <a:pt x="1052904" y="1202883"/>
                </a:lnTo>
                <a:lnTo>
                  <a:pt x="1054786" y="1202883"/>
                </a:lnTo>
                <a:lnTo>
                  <a:pt x="1056669" y="1202883"/>
                </a:lnTo>
                <a:lnTo>
                  <a:pt x="1058551" y="1202883"/>
                </a:lnTo>
                <a:lnTo>
                  <a:pt x="1060423" y="1202883"/>
                </a:lnTo>
                <a:lnTo>
                  <a:pt x="1062305" y="1202883"/>
                </a:lnTo>
                <a:lnTo>
                  <a:pt x="1064188" y="1202874"/>
                </a:lnTo>
                <a:lnTo>
                  <a:pt x="1066070" y="1202874"/>
                </a:lnTo>
                <a:lnTo>
                  <a:pt x="1067952" y="1202874"/>
                </a:lnTo>
                <a:lnTo>
                  <a:pt x="1069825" y="1202874"/>
                </a:lnTo>
                <a:lnTo>
                  <a:pt x="1071707" y="1202874"/>
                </a:lnTo>
                <a:lnTo>
                  <a:pt x="1073589" y="1202864"/>
                </a:lnTo>
                <a:lnTo>
                  <a:pt x="1075471" y="1202864"/>
                </a:lnTo>
                <a:lnTo>
                  <a:pt x="1077354" y="1202864"/>
                </a:lnTo>
                <a:lnTo>
                  <a:pt x="1079226" y="1202854"/>
                </a:lnTo>
                <a:lnTo>
                  <a:pt x="1081108" y="1202854"/>
                </a:lnTo>
                <a:lnTo>
                  <a:pt x="1082990" y="1202845"/>
                </a:lnTo>
                <a:lnTo>
                  <a:pt x="1084873" y="1202845"/>
                </a:lnTo>
                <a:lnTo>
                  <a:pt x="1086755" y="1202835"/>
                </a:lnTo>
                <a:lnTo>
                  <a:pt x="1088627" y="1202825"/>
                </a:lnTo>
                <a:lnTo>
                  <a:pt x="1090510" y="1202815"/>
                </a:lnTo>
                <a:lnTo>
                  <a:pt x="1092392" y="1202806"/>
                </a:lnTo>
                <a:lnTo>
                  <a:pt x="1094274" y="1202796"/>
                </a:lnTo>
                <a:lnTo>
                  <a:pt x="1096147" y="1202786"/>
                </a:lnTo>
                <a:lnTo>
                  <a:pt x="1098029" y="1202777"/>
                </a:lnTo>
                <a:lnTo>
                  <a:pt x="1099911" y="1202757"/>
                </a:lnTo>
                <a:lnTo>
                  <a:pt x="1101793" y="1202738"/>
                </a:lnTo>
                <a:lnTo>
                  <a:pt x="1103675" y="1202718"/>
                </a:lnTo>
                <a:lnTo>
                  <a:pt x="1105548" y="1202689"/>
                </a:lnTo>
                <a:lnTo>
                  <a:pt x="1107430" y="1202670"/>
                </a:lnTo>
                <a:lnTo>
                  <a:pt x="1109312" y="1202631"/>
                </a:lnTo>
                <a:lnTo>
                  <a:pt x="1111195" y="1202602"/>
                </a:lnTo>
                <a:lnTo>
                  <a:pt x="1113077" y="1202563"/>
                </a:lnTo>
                <a:lnTo>
                  <a:pt x="1114949" y="1202515"/>
                </a:lnTo>
                <a:lnTo>
                  <a:pt x="1116831" y="1202466"/>
                </a:lnTo>
                <a:lnTo>
                  <a:pt x="1118714" y="1202418"/>
                </a:lnTo>
                <a:lnTo>
                  <a:pt x="1120596" y="1202350"/>
                </a:lnTo>
                <a:lnTo>
                  <a:pt x="1122478" y="1202282"/>
                </a:lnTo>
                <a:lnTo>
                  <a:pt x="1124351" y="1202204"/>
                </a:lnTo>
                <a:lnTo>
                  <a:pt x="1126233" y="1202117"/>
                </a:lnTo>
                <a:lnTo>
                  <a:pt x="1128115" y="1202020"/>
                </a:lnTo>
                <a:lnTo>
                  <a:pt x="1129997" y="1201913"/>
                </a:lnTo>
                <a:lnTo>
                  <a:pt x="1131880" y="1201787"/>
                </a:lnTo>
                <a:lnTo>
                  <a:pt x="1133752" y="1201651"/>
                </a:lnTo>
                <a:lnTo>
                  <a:pt x="1135634" y="1201496"/>
                </a:lnTo>
                <a:lnTo>
                  <a:pt x="1137517" y="1201331"/>
                </a:lnTo>
                <a:lnTo>
                  <a:pt x="1139399" y="1201137"/>
                </a:lnTo>
                <a:lnTo>
                  <a:pt x="1141271" y="1200923"/>
                </a:lnTo>
                <a:lnTo>
                  <a:pt x="1143153" y="1200691"/>
                </a:lnTo>
                <a:lnTo>
                  <a:pt x="1145036" y="1200438"/>
                </a:lnTo>
                <a:lnTo>
                  <a:pt x="1146918" y="1200147"/>
                </a:lnTo>
                <a:lnTo>
                  <a:pt x="1148800" y="1199827"/>
                </a:lnTo>
                <a:lnTo>
                  <a:pt x="1150673" y="1199478"/>
                </a:lnTo>
                <a:lnTo>
                  <a:pt x="1152555" y="1199080"/>
                </a:lnTo>
                <a:lnTo>
                  <a:pt x="1154437" y="1198653"/>
                </a:lnTo>
                <a:lnTo>
                  <a:pt x="1156319" y="1198178"/>
                </a:lnTo>
                <a:lnTo>
                  <a:pt x="1158201" y="1197654"/>
                </a:lnTo>
                <a:lnTo>
                  <a:pt x="1160074" y="1197072"/>
                </a:lnTo>
                <a:lnTo>
                  <a:pt x="1161956" y="1196441"/>
                </a:lnTo>
                <a:lnTo>
                  <a:pt x="1163838" y="1195742"/>
                </a:lnTo>
                <a:lnTo>
                  <a:pt x="1165721" y="1194976"/>
                </a:lnTo>
                <a:lnTo>
                  <a:pt x="1167603" y="1194132"/>
                </a:lnTo>
                <a:lnTo>
                  <a:pt x="1169475" y="1193210"/>
                </a:lnTo>
                <a:lnTo>
                  <a:pt x="1171358" y="1192192"/>
                </a:lnTo>
                <a:lnTo>
                  <a:pt x="1173240" y="1191095"/>
                </a:lnTo>
                <a:lnTo>
                  <a:pt x="1175122" y="1189882"/>
                </a:lnTo>
                <a:lnTo>
                  <a:pt x="1177004" y="1188563"/>
                </a:lnTo>
                <a:lnTo>
                  <a:pt x="1178877" y="1187127"/>
                </a:lnTo>
                <a:lnTo>
                  <a:pt x="1180759" y="1185555"/>
                </a:lnTo>
                <a:lnTo>
                  <a:pt x="1182641" y="1183857"/>
                </a:lnTo>
                <a:lnTo>
                  <a:pt x="1184523" y="1182004"/>
                </a:lnTo>
                <a:lnTo>
                  <a:pt x="1186396" y="1179986"/>
                </a:lnTo>
                <a:lnTo>
                  <a:pt x="1188278" y="1177803"/>
                </a:lnTo>
                <a:lnTo>
                  <a:pt x="1190160" y="1175426"/>
                </a:lnTo>
                <a:lnTo>
                  <a:pt x="1192043" y="1172865"/>
                </a:lnTo>
                <a:lnTo>
                  <a:pt x="1193925" y="1170090"/>
                </a:lnTo>
                <a:lnTo>
                  <a:pt x="1195797" y="1167082"/>
                </a:lnTo>
                <a:lnTo>
                  <a:pt x="1197680" y="1163842"/>
                </a:lnTo>
                <a:lnTo>
                  <a:pt x="1199562" y="1160349"/>
                </a:lnTo>
                <a:lnTo>
                  <a:pt x="1201444" y="1156575"/>
                </a:lnTo>
                <a:lnTo>
                  <a:pt x="1203326" y="1152519"/>
                </a:lnTo>
                <a:lnTo>
                  <a:pt x="1205199" y="1148163"/>
                </a:lnTo>
                <a:lnTo>
                  <a:pt x="1207081" y="1143477"/>
                </a:lnTo>
                <a:lnTo>
                  <a:pt x="1208963" y="1138451"/>
                </a:lnTo>
                <a:lnTo>
                  <a:pt x="1210845" y="1133057"/>
                </a:lnTo>
                <a:lnTo>
                  <a:pt x="1212728" y="1127284"/>
                </a:lnTo>
                <a:lnTo>
                  <a:pt x="1214600" y="1121104"/>
                </a:lnTo>
                <a:lnTo>
                  <a:pt x="1216482" y="1114497"/>
                </a:lnTo>
                <a:lnTo>
                  <a:pt x="1218364" y="1107453"/>
                </a:lnTo>
                <a:lnTo>
                  <a:pt x="1220247" y="1099934"/>
                </a:lnTo>
                <a:lnTo>
                  <a:pt x="1222129" y="1091920"/>
                </a:lnTo>
                <a:lnTo>
                  <a:pt x="1224001" y="1083392"/>
                </a:lnTo>
                <a:lnTo>
                  <a:pt x="1225884" y="1074320"/>
                </a:lnTo>
                <a:lnTo>
                  <a:pt x="1227766" y="1064696"/>
                </a:lnTo>
                <a:lnTo>
                  <a:pt x="1229648" y="1054479"/>
                </a:lnTo>
                <a:lnTo>
                  <a:pt x="1231521" y="1043642"/>
                </a:lnTo>
                <a:lnTo>
                  <a:pt x="1233403" y="1032184"/>
                </a:lnTo>
                <a:lnTo>
                  <a:pt x="1235285" y="1020056"/>
                </a:lnTo>
                <a:lnTo>
                  <a:pt x="1237167" y="1007240"/>
                </a:lnTo>
                <a:lnTo>
                  <a:pt x="1239050" y="993724"/>
                </a:lnTo>
                <a:lnTo>
                  <a:pt x="1240922" y="979472"/>
                </a:lnTo>
                <a:lnTo>
                  <a:pt x="1242804" y="964463"/>
                </a:lnTo>
                <a:lnTo>
                  <a:pt x="1244686" y="948668"/>
                </a:lnTo>
                <a:lnTo>
                  <a:pt x="1246569" y="932087"/>
                </a:lnTo>
                <a:lnTo>
                  <a:pt x="1248451" y="914671"/>
                </a:lnTo>
                <a:lnTo>
                  <a:pt x="1250323" y="896412"/>
                </a:lnTo>
                <a:lnTo>
                  <a:pt x="1252206" y="1040091"/>
                </a:lnTo>
                <a:lnTo>
                  <a:pt x="1254088" y="1035153"/>
                </a:lnTo>
                <a:lnTo>
                  <a:pt x="1255970" y="1030098"/>
                </a:lnTo>
                <a:lnTo>
                  <a:pt x="1257852" y="1024927"/>
                </a:lnTo>
                <a:lnTo>
                  <a:pt x="1259725" y="1019649"/>
                </a:lnTo>
                <a:lnTo>
                  <a:pt x="1261607" y="1014254"/>
                </a:lnTo>
                <a:lnTo>
                  <a:pt x="1263489" y="1008743"/>
                </a:lnTo>
                <a:lnTo>
                  <a:pt x="1265371" y="1003116"/>
                </a:lnTo>
                <a:lnTo>
                  <a:pt x="1267244" y="997372"/>
                </a:lnTo>
                <a:lnTo>
                  <a:pt x="1269126" y="991512"/>
                </a:lnTo>
                <a:lnTo>
                  <a:pt x="1271008" y="985536"/>
                </a:lnTo>
                <a:lnTo>
                  <a:pt x="1272891" y="979443"/>
                </a:lnTo>
                <a:lnTo>
                  <a:pt x="1274773" y="973224"/>
                </a:lnTo>
                <a:lnTo>
                  <a:pt x="1276645" y="966888"/>
                </a:lnTo>
                <a:lnTo>
                  <a:pt x="1278527" y="960436"/>
                </a:lnTo>
                <a:lnTo>
                  <a:pt x="1280410" y="953858"/>
                </a:lnTo>
                <a:lnTo>
                  <a:pt x="1282292" y="947164"/>
                </a:lnTo>
                <a:lnTo>
                  <a:pt x="1284174" y="940343"/>
                </a:lnTo>
                <a:lnTo>
                  <a:pt x="1286047" y="933406"/>
                </a:lnTo>
                <a:lnTo>
                  <a:pt x="1287929" y="926343"/>
                </a:lnTo>
                <a:lnTo>
                  <a:pt x="1289811" y="919163"/>
                </a:lnTo>
                <a:lnTo>
                  <a:pt x="1291693" y="911867"/>
                </a:lnTo>
                <a:lnTo>
                  <a:pt x="1293576" y="904445"/>
                </a:lnTo>
                <a:lnTo>
                  <a:pt x="1295448" y="896897"/>
                </a:lnTo>
                <a:lnTo>
                  <a:pt x="1297330" y="889242"/>
                </a:lnTo>
                <a:lnTo>
                  <a:pt x="1299213" y="881451"/>
                </a:lnTo>
                <a:lnTo>
                  <a:pt x="1301095" y="873556"/>
                </a:lnTo>
                <a:lnTo>
                  <a:pt x="1302977" y="865538"/>
                </a:lnTo>
                <a:lnTo>
                  <a:pt x="1304849" y="857402"/>
                </a:lnTo>
                <a:lnTo>
                  <a:pt x="1306732" y="849150"/>
                </a:lnTo>
                <a:lnTo>
                  <a:pt x="1308614" y="840782"/>
                </a:lnTo>
                <a:lnTo>
                  <a:pt x="1310496" y="832300"/>
                </a:lnTo>
                <a:lnTo>
                  <a:pt x="1312369" y="823705"/>
                </a:lnTo>
                <a:lnTo>
                  <a:pt x="1314251" y="814998"/>
                </a:lnTo>
                <a:lnTo>
                  <a:pt x="1316133" y="806181"/>
                </a:lnTo>
                <a:lnTo>
                  <a:pt x="1318015" y="797254"/>
                </a:lnTo>
                <a:lnTo>
                  <a:pt x="1319897" y="788220"/>
                </a:lnTo>
                <a:lnTo>
                  <a:pt x="1321770" y="779081"/>
                </a:lnTo>
                <a:lnTo>
                  <a:pt x="1323652" y="769838"/>
                </a:lnTo>
                <a:lnTo>
                  <a:pt x="1325534" y="760493"/>
                </a:lnTo>
                <a:lnTo>
                  <a:pt x="1327417" y="751048"/>
                </a:lnTo>
                <a:lnTo>
                  <a:pt x="1329299" y="741506"/>
                </a:lnTo>
                <a:lnTo>
                  <a:pt x="1331171" y="731867"/>
                </a:lnTo>
                <a:lnTo>
                  <a:pt x="1333054" y="722137"/>
                </a:lnTo>
                <a:lnTo>
                  <a:pt x="1334936" y="712316"/>
                </a:lnTo>
                <a:lnTo>
                  <a:pt x="1336818" y="702407"/>
                </a:lnTo>
                <a:lnTo>
                  <a:pt x="1338700" y="692413"/>
                </a:lnTo>
                <a:lnTo>
                  <a:pt x="1340573" y="682337"/>
                </a:lnTo>
                <a:lnTo>
                  <a:pt x="1342455" y="672182"/>
                </a:lnTo>
                <a:lnTo>
                  <a:pt x="1344337" y="661950"/>
                </a:lnTo>
                <a:lnTo>
                  <a:pt x="1346219" y="651645"/>
                </a:lnTo>
                <a:lnTo>
                  <a:pt x="1348102" y="641272"/>
                </a:lnTo>
                <a:lnTo>
                  <a:pt x="1349974" y="630831"/>
                </a:lnTo>
                <a:lnTo>
                  <a:pt x="1351856" y="620328"/>
                </a:lnTo>
                <a:lnTo>
                  <a:pt x="1353739" y="609765"/>
                </a:lnTo>
                <a:lnTo>
                  <a:pt x="1355621" y="599148"/>
                </a:lnTo>
                <a:lnTo>
                  <a:pt x="1357493" y="588479"/>
                </a:lnTo>
                <a:lnTo>
                  <a:pt x="1359376" y="577762"/>
                </a:lnTo>
                <a:lnTo>
                  <a:pt x="1361258" y="567002"/>
                </a:lnTo>
                <a:lnTo>
                  <a:pt x="1363140" y="556201"/>
                </a:lnTo>
                <a:lnTo>
                  <a:pt x="1365022" y="545367"/>
                </a:lnTo>
                <a:lnTo>
                  <a:pt x="1366895" y="534502"/>
                </a:lnTo>
                <a:lnTo>
                  <a:pt x="1368777" y="523609"/>
                </a:lnTo>
                <a:lnTo>
                  <a:pt x="1370659" y="512695"/>
                </a:lnTo>
                <a:lnTo>
                  <a:pt x="1372541" y="501764"/>
                </a:lnTo>
                <a:lnTo>
                  <a:pt x="1374423" y="490820"/>
                </a:lnTo>
                <a:lnTo>
                  <a:pt x="1376296" y="479868"/>
                </a:lnTo>
                <a:lnTo>
                  <a:pt x="1378178" y="468914"/>
                </a:lnTo>
                <a:lnTo>
                  <a:pt x="1380060" y="457961"/>
                </a:lnTo>
                <a:lnTo>
                  <a:pt x="1381943" y="447015"/>
                </a:lnTo>
                <a:lnTo>
                  <a:pt x="1383825" y="436082"/>
                </a:lnTo>
                <a:lnTo>
                  <a:pt x="1385697" y="425165"/>
                </a:lnTo>
                <a:lnTo>
                  <a:pt x="1387580" y="414272"/>
                </a:lnTo>
                <a:lnTo>
                  <a:pt x="1389462" y="403405"/>
                </a:lnTo>
                <a:lnTo>
                  <a:pt x="1391344" y="392572"/>
                </a:lnTo>
                <a:lnTo>
                  <a:pt x="1393226" y="381777"/>
                </a:lnTo>
                <a:lnTo>
                  <a:pt x="1395099" y="371026"/>
                </a:lnTo>
                <a:lnTo>
                  <a:pt x="1396981" y="360324"/>
                </a:lnTo>
                <a:lnTo>
                  <a:pt x="1398863" y="349677"/>
                </a:lnTo>
                <a:lnTo>
                  <a:pt x="1400745" y="339090"/>
                </a:lnTo>
                <a:lnTo>
                  <a:pt x="1402618" y="328569"/>
                </a:lnTo>
                <a:lnTo>
                  <a:pt x="1404500" y="318119"/>
                </a:lnTo>
                <a:lnTo>
                  <a:pt x="1406382" y="307746"/>
                </a:lnTo>
                <a:lnTo>
                  <a:pt x="1408265" y="297455"/>
                </a:lnTo>
                <a:lnTo>
                  <a:pt x="1410147" y="287253"/>
                </a:lnTo>
                <a:lnTo>
                  <a:pt x="1412019" y="277144"/>
                </a:lnTo>
                <a:lnTo>
                  <a:pt x="1413902" y="267135"/>
                </a:lnTo>
                <a:lnTo>
                  <a:pt x="1415784" y="257231"/>
                </a:lnTo>
                <a:lnTo>
                  <a:pt x="1417666" y="247437"/>
                </a:lnTo>
                <a:lnTo>
                  <a:pt x="1419548" y="237760"/>
                </a:lnTo>
                <a:lnTo>
                  <a:pt x="1421421" y="228204"/>
                </a:lnTo>
                <a:lnTo>
                  <a:pt x="1423303" y="218776"/>
                </a:lnTo>
                <a:lnTo>
                  <a:pt x="1425185" y="209481"/>
                </a:lnTo>
                <a:lnTo>
                  <a:pt x="1427067" y="200323"/>
                </a:lnTo>
                <a:lnTo>
                  <a:pt x="1428950" y="191310"/>
                </a:lnTo>
                <a:lnTo>
                  <a:pt x="1430822" y="182445"/>
                </a:lnTo>
                <a:lnTo>
                  <a:pt x="1432704" y="173735"/>
                </a:lnTo>
                <a:lnTo>
                  <a:pt x="1434586" y="165185"/>
                </a:lnTo>
                <a:lnTo>
                  <a:pt x="1436469" y="156798"/>
                </a:lnTo>
                <a:lnTo>
                  <a:pt x="1438351" y="148582"/>
                </a:lnTo>
                <a:lnTo>
                  <a:pt x="1440223" y="140542"/>
                </a:lnTo>
                <a:lnTo>
                  <a:pt x="1442106" y="132681"/>
                </a:lnTo>
                <a:lnTo>
                  <a:pt x="1443988" y="125005"/>
                </a:lnTo>
                <a:lnTo>
                  <a:pt x="1445870" y="117519"/>
                </a:lnTo>
                <a:lnTo>
                  <a:pt x="1447743" y="110227"/>
                </a:lnTo>
                <a:lnTo>
                  <a:pt x="1449625" y="103135"/>
                </a:lnTo>
                <a:lnTo>
                  <a:pt x="1451507" y="96245"/>
                </a:lnTo>
                <a:lnTo>
                  <a:pt x="1453389" y="89563"/>
                </a:lnTo>
                <a:lnTo>
                  <a:pt x="1455272" y="83094"/>
                </a:lnTo>
                <a:lnTo>
                  <a:pt x="1457144" y="76841"/>
                </a:lnTo>
                <a:lnTo>
                  <a:pt x="1459026" y="70808"/>
                </a:lnTo>
                <a:lnTo>
                  <a:pt x="1460908" y="64999"/>
                </a:lnTo>
                <a:lnTo>
                  <a:pt x="1462791" y="59419"/>
                </a:lnTo>
                <a:lnTo>
                  <a:pt x="1464673" y="54070"/>
                </a:lnTo>
                <a:lnTo>
                  <a:pt x="1466545" y="48957"/>
                </a:lnTo>
                <a:lnTo>
                  <a:pt x="1468428" y="44081"/>
                </a:lnTo>
                <a:lnTo>
                  <a:pt x="1470310" y="39448"/>
                </a:lnTo>
                <a:lnTo>
                  <a:pt x="1472192" y="35059"/>
                </a:lnTo>
                <a:lnTo>
                  <a:pt x="1474074" y="30919"/>
                </a:lnTo>
                <a:lnTo>
                  <a:pt x="1475947" y="27028"/>
                </a:lnTo>
                <a:lnTo>
                  <a:pt x="1477829" y="23391"/>
                </a:lnTo>
                <a:lnTo>
                  <a:pt x="1479711" y="20009"/>
                </a:lnTo>
                <a:lnTo>
                  <a:pt x="1481593" y="16884"/>
                </a:lnTo>
                <a:lnTo>
                  <a:pt x="1483466" y="14019"/>
                </a:lnTo>
                <a:lnTo>
                  <a:pt x="1485348" y="11417"/>
                </a:lnTo>
                <a:lnTo>
                  <a:pt x="1487230" y="9077"/>
                </a:lnTo>
                <a:lnTo>
                  <a:pt x="1489113" y="7004"/>
                </a:lnTo>
                <a:lnTo>
                  <a:pt x="1490995" y="5195"/>
                </a:lnTo>
                <a:lnTo>
                  <a:pt x="1492867" y="3656"/>
                </a:lnTo>
                <a:lnTo>
                  <a:pt x="1494749" y="2384"/>
                </a:lnTo>
                <a:lnTo>
                  <a:pt x="1496632" y="1382"/>
                </a:lnTo>
                <a:lnTo>
                  <a:pt x="1498514" y="651"/>
                </a:lnTo>
                <a:lnTo>
                  <a:pt x="1500396" y="190"/>
                </a:lnTo>
                <a:lnTo>
                  <a:pt x="1502269" y="0"/>
                </a:lnTo>
                <a:lnTo>
                  <a:pt x="1504151" y="81"/>
                </a:lnTo>
                <a:lnTo>
                  <a:pt x="1506033" y="434"/>
                </a:lnTo>
                <a:lnTo>
                  <a:pt x="1507915" y="1057"/>
                </a:lnTo>
                <a:lnTo>
                  <a:pt x="1509798" y="1951"/>
                </a:lnTo>
                <a:lnTo>
                  <a:pt x="1511670" y="3114"/>
                </a:lnTo>
                <a:lnTo>
                  <a:pt x="1513552" y="4547"/>
                </a:lnTo>
                <a:lnTo>
                  <a:pt x="1515435" y="6248"/>
                </a:lnTo>
                <a:lnTo>
                  <a:pt x="1517317" y="8216"/>
                </a:lnTo>
                <a:lnTo>
                  <a:pt x="1519199" y="10449"/>
                </a:lnTo>
                <a:lnTo>
                  <a:pt x="1521071" y="12947"/>
                </a:lnTo>
                <a:lnTo>
                  <a:pt x="1522954" y="15707"/>
                </a:lnTo>
                <a:lnTo>
                  <a:pt x="1524836" y="18728"/>
                </a:lnTo>
                <a:lnTo>
                  <a:pt x="1526718" y="22007"/>
                </a:lnTo>
                <a:lnTo>
                  <a:pt x="1528591" y="25543"/>
                </a:lnTo>
                <a:lnTo>
                  <a:pt x="1530473" y="29332"/>
                </a:lnTo>
                <a:lnTo>
                  <a:pt x="1532355" y="33373"/>
                </a:lnTo>
                <a:lnTo>
                  <a:pt x="1534237" y="37663"/>
                </a:lnTo>
                <a:lnTo>
                  <a:pt x="1536119" y="42198"/>
                </a:lnTo>
                <a:lnTo>
                  <a:pt x="1537992" y="46978"/>
                </a:lnTo>
                <a:lnTo>
                  <a:pt x="1539874" y="51997"/>
                </a:lnTo>
                <a:lnTo>
                  <a:pt x="1541756" y="57251"/>
                </a:lnTo>
                <a:lnTo>
                  <a:pt x="1543639" y="62740"/>
                </a:lnTo>
                <a:lnTo>
                  <a:pt x="1545521" y="68457"/>
                </a:lnTo>
                <a:lnTo>
                  <a:pt x="1547393" y="74401"/>
                </a:lnTo>
                <a:lnTo>
                  <a:pt x="1549276" y="80566"/>
                </a:lnTo>
                <a:lnTo>
                  <a:pt x="1551158" y="86949"/>
                </a:lnTo>
                <a:lnTo>
                  <a:pt x="1553040" y="93547"/>
                </a:lnTo>
                <a:lnTo>
                  <a:pt x="1554922" y="100354"/>
                </a:lnTo>
                <a:lnTo>
                  <a:pt x="1556795" y="107366"/>
                </a:lnTo>
                <a:lnTo>
                  <a:pt x="1558677" y="114578"/>
                </a:lnTo>
                <a:lnTo>
                  <a:pt x="1560559" y="121988"/>
                </a:lnTo>
                <a:lnTo>
                  <a:pt x="1562441" y="129588"/>
                </a:lnTo>
                <a:lnTo>
                  <a:pt x="1564324" y="137375"/>
                </a:lnTo>
                <a:lnTo>
                  <a:pt x="1566196" y="145345"/>
                </a:lnTo>
                <a:lnTo>
                  <a:pt x="1568078" y="153492"/>
                </a:lnTo>
                <a:lnTo>
                  <a:pt x="1569961" y="161810"/>
                </a:lnTo>
                <a:lnTo>
                  <a:pt x="1571843" y="170295"/>
                </a:lnTo>
                <a:lnTo>
                  <a:pt x="1573715" y="178942"/>
                </a:lnTo>
                <a:lnTo>
                  <a:pt x="1575598" y="187746"/>
                </a:lnTo>
                <a:lnTo>
                  <a:pt x="1577480" y="196700"/>
                </a:lnTo>
                <a:lnTo>
                  <a:pt x="1579362" y="205801"/>
                </a:lnTo>
                <a:lnTo>
                  <a:pt x="1581244" y="215042"/>
                </a:lnTo>
                <a:lnTo>
                  <a:pt x="1583117" y="224417"/>
                </a:lnTo>
                <a:lnTo>
                  <a:pt x="1584999" y="233922"/>
                </a:lnTo>
                <a:lnTo>
                  <a:pt x="1586881" y="243552"/>
                </a:lnTo>
                <a:lnTo>
                  <a:pt x="1588763" y="253300"/>
                </a:lnTo>
                <a:lnTo>
                  <a:pt x="1590646" y="263161"/>
                </a:lnTo>
                <a:lnTo>
                  <a:pt x="1592518" y="273129"/>
                </a:lnTo>
                <a:lnTo>
                  <a:pt x="1594400" y="283198"/>
                </a:lnTo>
                <a:lnTo>
                  <a:pt x="1596282" y="293364"/>
                </a:lnTo>
                <a:lnTo>
                  <a:pt x="1598165" y="303619"/>
                </a:lnTo>
                <a:lnTo>
                  <a:pt x="1600047" y="313960"/>
                </a:lnTo>
                <a:lnTo>
                  <a:pt x="1601919" y="324379"/>
                </a:lnTo>
                <a:lnTo>
                  <a:pt x="1603802" y="334873"/>
                </a:lnTo>
                <a:lnTo>
                  <a:pt x="1605684" y="345435"/>
                </a:lnTo>
                <a:lnTo>
                  <a:pt x="1607566" y="356059"/>
                </a:lnTo>
                <a:lnTo>
                  <a:pt x="1609448" y="366739"/>
                </a:lnTo>
                <a:lnTo>
                  <a:pt x="1611321" y="377471"/>
                </a:lnTo>
                <a:lnTo>
                  <a:pt x="1613203" y="388250"/>
                </a:lnTo>
                <a:lnTo>
                  <a:pt x="1615085" y="399067"/>
                </a:lnTo>
                <a:lnTo>
                  <a:pt x="1616968" y="409921"/>
                </a:lnTo>
                <a:lnTo>
                  <a:pt x="1618840" y="420805"/>
                </a:lnTo>
                <a:lnTo>
                  <a:pt x="1620722" y="431713"/>
                </a:lnTo>
                <a:lnTo>
                  <a:pt x="1622604" y="442641"/>
                </a:lnTo>
                <a:lnTo>
                  <a:pt x="1624487" y="453582"/>
                </a:lnTo>
                <a:lnTo>
                  <a:pt x="1626369" y="464533"/>
                </a:lnTo>
                <a:lnTo>
                  <a:pt x="1628241" y="475486"/>
                </a:lnTo>
                <a:lnTo>
                  <a:pt x="1630124" y="486440"/>
                </a:lnTo>
                <a:lnTo>
                  <a:pt x="1632006" y="497388"/>
                </a:lnTo>
                <a:lnTo>
                  <a:pt x="1633888" y="508324"/>
                </a:lnTo>
                <a:lnTo>
                  <a:pt x="1635770" y="519246"/>
                </a:lnTo>
                <a:lnTo>
                  <a:pt x="1637643" y="530147"/>
                </a:lnTo>
                <a:lnTo>
                  <a:pt x="1639525" y="541024"/>
                </a:lnTo>
                <a:lnTo>
                  <a:pt x="1641407" y="551871"/>
                </a:lnTo>
                <a:lnTo>
                  <a:pt x="1643289" y="562686"/>
                </a:lnTo>
                <a:lnTo>
                  <a:pt x="1645171" y="573462"/>
                </a:lnTo>
                <a:lnTo>
                  <a:pt x="1647044" y="584197"/>
                </a:lnTo>
                <a:lnTo>
                  <a:pt x="1648926" y="594886"/>
                </a:lnTo>
                <a:lnTo>
                  <a:pt x="1650808" y="605525"/>
                </a:lnTo>
                <a:lnTo>
                  <a:pt x="1652691" y="616109"/>
                </a:lnTo>
                <a:lnTo>
                  <a:pt x="1654573" y="626637"/>
                </a:lnTo>
                <a:lnTo>
                  <a:pt x="1656445" y="637103"/>
                </a:lnTo>
                <a:lnTo>
                  <a:pt x="1658328" y="647504"/>
                </a:lnTo>
                <a:lnTo>
                  <a:pt x="1660210" y="657837"/>
                </a:lnTo>
                <a:lnTo>
                  <a:pt x="1662092" y="668098"/>
                </a:lnTo>
                <a:lnTo>
                  <a:pt x="1663965" y="678284"/>
                </a:lnTo>
                <a:lnTo>
                  <a:pt x="1665847" y="688392"/>
                </a:lnTo>
                <a:lnTo>
                  <a:pt x="1667729" y="698419"/>
                </a:lnTo>
                <a:lnTo>
                  <a:pt x="1669611" y="708363"/>
                </a:lnTo>
                <a:lnTo>
                  <a:pt x="1671494" y="718219"/>
                </a:lnTo>
                <a:lnTo>
                  <a:pt x="1673366" y="727987"/>
                </a:lnTo>
                <a:lnTo>
                  <a:pt x="1675248" y="737662"/>
                </a:lnTo>
                <a:lnTo>
                  <a:pt x="1677131" y="747242"/>
                </a:lnTo>
                <a:lnTo>
                  <a:pt x="1679013" y="756727"/>
                </a:lnTo>
                <a:lnTo>
                  <a:pt x="1680895" y="766112"/>
                </a:lnTo>
                <a:lnTo>
                  <a:pt x="1682767" y="775396"/>
                </a:lnTo>
                <a:lnTo>
                  <a:pt x="1684650" y="784577"/>
                </a:lnTo>
                <a:lnTo>
                  <a:pt x="1686532" y="793654"/>
                </a:lnTo>
                <a:lnTo>
                  <a:pt x="1688414" y="802623"/>
                </a:lnTo>
                <a:lnTo>
                  <a:pt x="1690296" y="811484"/>
                </a:lnTo>
                <a:lnTo>
                  <a:pt x="1692169" y="820236"/>
                </a:lnTo>
                <a:lnTo>
                  <a:pt x="1694051" y="828875"/>
                </a:lnTo>
                <a:lnTo>
                  <a:pt x="1695933" y="837403"/>
                </a:lnTo>
                <a:lnTo>
                  <a:pt x="1697815" y="845816"/>
                </a:lnTo>
                <a:lnTo>
                  <a:pt x="1699688" y="854114"/>
                </a:lnTo>
                <a:lnTo>
                  <a:pt x="1701570" y="862297"/>
                </a:lnTo>
                <a:lnTo>
                  <a:pt x="1703452" y="870363"/>
                </a:lnTo>
                <a:lnTo>
                  <a:pt x="1705334" y="878308"/>
                </a:lnTo>
                <a:lnTo>
                  <a:pt x="1707217" y="886137"/>
                </a:lnTo>
                <a:lnTo>
                  <a:pt x="1709089" y="893851"/>
                </a:lnTo>
                <a:lnTo>
                  <a:pt x="1710971" y="901438"/>
                </a:lnTo>
                <a:lnTo>
                  <a:pt x="1712854" y="908908"/>
                </a:lnTo>
                <a:lnTo>
                  <a:pt x="1714736" y="916263"/>
                </a:lnTo>
                <a:lnTo>
                  <a:pt x="1716618" y="923491"/>
                </a:lnTo>
                <a:lnTo>
                  <a:pt x="1718491" y="930593"/>
                </a:lnTo>
                <a:lnTo>
                  <a:pt x="1720373" y="937578"/>
                </a:lnTo>
                <a:lnTo>
                  <a:pt x="1722255" y="944447"/>
                </a:lnTo>
                <a:lnTo>
                  <a:pt x="1724137" y="951190"/>
                </a:lnTo>
                <a:lnTo>
                  <a:pt x="1726020" y="957817"/>
                </a:lnTo>
                <a:lnTo>
                  <a:pt x="1727892" y="964317"/>
                </a:lnTo>
                <a:lnTo>
                  <a:pt x="1729774" y="970701"/>
                </a:lnTo>
                <a:lnTo>
                  <a:pt x="1731657" y="976969"/>
                </a:lnTo>
                <a:lnTo>
                  <a:pt x="1733539" y="983110"/>
                </a:lnTo>
                <a:lnTo>
                  <a:pt x="1735421" y="989135"/>
                </a:lnTo>
                <a:lnTo>
                  <a:pt x="1737294" y="995044"/>
                </a:lnTo>
                <a:lnTo>
                  <a:pt x="1739176" y="1000836"/>
                </a:lnTo>
                <a:lnTo>
                  <a:pt x="1741058" y="1006502"/>
                </a:lnTo>
                <a:lnTo>
                  <a:pt x="1742940" y="1012062"/>
                </a:lnTo>
                <a:lnTo>
                  <a:pt x="1744813" y="1017504"/>
                </a:lnTo>
                <a:lnTo>
                  <a:pt x="1746695" y="1022831"/>
                </a:lnTo>
                <a:lnTo>
                  <a:pt x="1748577" y="1028041"/>
                </a:lnTo>
                <a:lnTo>
                  <a:pt x="1750459" y="1033144"/>
                </a:lnTo>
                <a:lnTo>
                  <a:pt x="1752342" y="1038131"/>
                </a:lnTo>
                <a:lnTo>
                  <a:pt x="1754214" y="1043002"/>
                </a:lnTo>
                <a:lnTo>
                  <a:pt x="1756096" y="1047775"/>
                </a:lnTo>
                <a:lnTo>
                  <a:pt x="1757978" y="1052432"/>
                </a:lnTo>
                <a:lnTo>
                  <a:pt x="1759861" y="1056992"/>
                </a:lnTo>
                <a:lnTo>
                  <a:pt x="1761743" y="1061436"/>
                </a:lnTo>
                <a:lnTo>
                  <a:pt x="1763615" y="1065773"/>
                </a:lnTo>
                <a:lnTo>
                  <a:pt x="1765498" y="1070012"/>
                </a:lnTo>
                <a:lnTo>
                  <a:pt x="1767380" y="1074155"/>
                </a:lnTo>
                <a:lnTo>
                  <a:pt x="1769262" y="1078191"/>
                </a:lnTo>
                <a:lnTo>
                  <a:pt x="1771144" y="1082130"/>
                </a:lnTo>
                <a:lnTo>
                  <a:pt x="1773017" y="1085963"/>
                </a:lnTo>
                <a:lnTo>
                  <a:pt x="1774899" y="1089708"/>
                </a:lnTo>
                <a:lnTo>
                  <a:pt x="1776781" y="1093356"/>
                </a:lnTo>
                <a:lnTo>
                  <a:pt x="1778663" y="1096907"/>
                </a:lnTo>
                <a:lnTo>
                  <a:pt x="1780546" y="1100370"/>
                </a:lnTo>
                <a:lnTo>
                  <a:pt x="1782418" y="1103737"/>
                </a:lnTo>
                <a:lnTo>
                  <a:pt x="1784300" y="1107026"/>
                </a:lnTo>
                <a:lnTo>
                  <a:pt x="1786183" y="1110218"/>
                </a:lnTo>
                <a:lnTo>
                  <a:pt x="1788065" y="1113323"/>
                </a:lnTo>
                <a:lnTo>
                  <a:pt x="1789937" y="1116350"/>
                </a:lnTo>
                <a:lnTo>
                  <a:pt x="1791820" y="1119290"/>
                </a:lnTo>
                <a:lnTo>
                  <a:pt x="1793702" y="1122142"/>
                </a:lnTo>
                <a:lnTo>
                  <a:pt x="1795584" y="1124927"/>
                </a:lnTo>
                <a:lnTo>
                  <a:pt x="1797466" y="1127624"/>
                </a:lnTo>
                <a:lnTo>
                  <a:pt x="1799339" y="1130243"/>
                </a:lnTo>
                <a:lnTo>
                  <a:pt x="1801221" y="1132795"/>
                </a:lnTo>
                <a:lnTo>
                  <a:pt x="1803103" y="1135269"/>
                </a:lnTo>
                <a:lnTo>
                  <a:pt x="1804985" y="1137665"/>
                </a:lnTo>
                <a:lnTo>
                  <a:pt x="1806868" y="1139994"/>
                </a:lnTo>
                <a:lnTo>
                  <a:pt x="1808740" y="1142255"/>
                </a:lnTo>
                <a:lnTo>
                  <a:pt x="1810622" y="1144447"/>
                </a:lnTo>
                <a:lnTo>
                  <a:pt x="1812505" y="1146572"/>
                </a:lnTo>
                <a:lnTo>
                  <a:pt x="1814387" y="1148629"/>
                </a:lnTo>
                <a:lnTo>
                  <a:pt x="1816269" y="1150628"/>
                </a:lnTo>
                <a:lnTo>
                  <a:pt x="1818141" y="1152558"/>
                </a:lnTo>
                <a:lnTo>
                  <a:pt x="1820024" y="1154431"/>
                </a:lnTo>
                <a:lnTo>
                  <a:pt x="1821906" y="1156245"/>
                </a:lnTo>
                <a:lnTo>
                  <a:pt x="1823788" y="1158011"/>
                </a:lnTo>
                <a:lnTo>
                  <a:pt x="1825670" y="1159709"/>
                </a:lnTo>
                <a:lnTo>
                  <a:pt x="1827543" y="1161348"/>
                </a:lnTo>
                <a:lnTo>
                  <a:pt x="1829425" y="1162940"/>
                </a:lnTo>
                <a:lnTo>
                  <a:pt x="1831307" y="1164482"/>
                </a:lnTo>
                <a:lnTo>
                  <a:pt x="1833189" y="1165967"/>
                </a:lnTo>
                <a:lnTo>
                  <a:pt x="1835062" y="1167412"/>
                </a:lnTo>
                <a:lnTo>
                  <a:pt x="1836944" y="1168800"/>
                </a:lnTo>
                <a:lnTo>
                  <a:pt x="1838826" y="1170139"/>
                </a:lnTo>
                <a:lnTo>
                  <a:pt x="1840709" y="1171439"/>
                </a:lnTo>
                <a:lnTo>
                  <a:pt x="1842591" y="1172690"/>
                </a:lnTo>
                <a:lnTo>
                  <a:pt x="1844463" y="1173903"/>
                </a:lnTo>
                <a:lnTo>
                  <a:pt x="1846346" y="1175067"/>
                </a:lnTo>
                <a:lnTo>
                  <a:pt x="1848228" y="1176193"/>
                </a:lnTo>
                <a:lnTo>
                  <a:pt x="1850110" y="1177279"/>
                </a:lnTo>
                <a:lnTo>
                  <a:pt x="1851992" y="1178327"/>
                </a:lnTo>
                <a:lnTo>
                  <a:pt x="1853865" y="1179336"/>
                </a:lnTo>
                <a:lnTo>
                  <a:pt x="1855747" y="1180316"/>
                </a:lnTo>
                <a:lnTo>
                  <a:pt x="1857629" y="1181248"/>
                </a:lnTo>
                <a:lnTo>
                  <a:pt x="1859511" y="1182159"/>
                </a:lnTo>
                <a:lnTo>
                  <a:pt x="1861394" y="1183023"/>
                </a:lnTo>
                <a:lnTo>
                  <a:pt x="1863266" y="1183867"/>
                </a:lnTo>
                <a:lnTo>
                  <a:pt x="1865148" y="1184672"/>
                </a:lnTo>
                <a:lnTo>
                  <a:pt x="1867031" y="1185449"/>
                </a:lnTo>
                <a:lnTo>
                  <a:pt x="1868913" y="1186196"/>
                </a:lnTo>
                <a:lnTo>
                  <a:pt x="1870795" y="1186914"/>
                </a:lnTo>
                <a:lnTo>
                  <a:pt x="1872668" y="1187602"/>
                </a:lnTo>
                <a:lnTo>
                  <a:pt x="1874550" y="1188272"/>
                </a:lnTo>
                <a:lnTo>
                  <a:pt x="1876432" y="1188912"/>
                </a:lnTo>
                <a:lnTo>
                  <a:pt x="1878314" y="1189523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525" name="Freeform 3524">
            <a:extLst>
              <a:ext uri="{FF2B5EF4-FFF2-40B4-BE49-F238E27FC236}">
                <a16:creationId xmlns:a16="http://schemas.microsoft.com/office/drawing/2014/main" id="{0A8853D9-8FF9-0748-0C8F-61A8EC3A735E}"/>
              </a:ext>
            </a:extLst>
          </p:cNvPr>
          <p:cNvSpPr/>
          <p:nvPr/>
        </p:nvSpPr>
        <p:spPr>
          <a:xfrm>
            <a:off x="6419585" y="1556644"/>
            <a:ext cx="1878314" cy="1215891"/>
          </a:xfrm>
          <a:custGeom>
            <a:avLst/>
            <a:gdLst>
              <a:gd name="csX0" fmla="*/ 0 w 1878314"/>
              <a:gd name="csY0" fmla="*/ 1215891 h 1215891"/>
              <a:gd name="csX1" fmla="*/ 1879 w 1878314"/>
              <a:gd name="csY1" fmla="*/ 1215891 h 1215891"/>
              <a:gd name="csX2" fmla="*/ 3760 w 1878314"/>
              <a:gd name="csY2" fmla="*/ 1215891 h 1215891"/>
              <a:gd name="csX3" fmla="*/ 5640 w 1878314"/>
              <a:gd name="csY3" fmla="*/ 1215891 h 1215891"/>
              <a:gd name="csX4" fmla="*/ 7520 w 1878314"/>
              <a:gd name="csY4" fmla="*/ 1215891 h 1215891"/>
              <a:gd name="csX5" fmla="*/ 9400 w 1878314"/>
              <a:gd name="csY5" fmla="*/ 1215891 h 1215891"/>
              <a:gd name="csX6" fmla="*/ 11281 w 1878314"/>
              <a:gd name="csY6" fmla="*/ 1215891 h 1215891"/>
              <a:gd name="csX7" fmla="*/ 13161 w 1878314"/>
              <a:gd name="csY7" fmla="*/ 1215891 h 1215891"/>
              <a:gd name="csX8" fmla="*/ 15041 w 1878314"/>
              <a:gd name="csY8" fmla="*/ 1215891 h 1215891"/>
              <a:gd name="csX9" fmla="*/ 16922 w 1878314"/>
              <a:gd name="csY9" fmla="*/ 1215891 h 1215891"/>
              <a:gd name="csX10" fmla="*/ 18802 w 1878314"/>
              <a:gd name="csY10" fmla="*/ 1215891 h 1215891"/>
              <a:gd name="csX11" fmla="*/ 20682 w 1878314"/>
              <a:gd name="csY11" fmla="*/ 1215891 h 1215891"/>
              <a:gd name="csX12" fmla="*/ 22562 w 1878314"/>
              <a:gd name="csY12" fmla="*/ 1215891 h 1215891"/>
              <a:gd name="csX13" fmla="*/ 24442 w 1878314"/>
              <a:gd name="csY13" fmla="*/ 1215891 h 1215891"/>
              <a:gd name="csX14" fmla="*/ 26322 w 1878314"/>
              <a:gd name="csY14" fmla="*/ 1215891 h 1215891"/>
              <a:gd name="csX15" fmla="*/ 28202 w 1878314"/>
              <a:gd name="csY15" fmla="*/ 1215891 h 1215891"/>
              <a:gd name="csX16" fmla="*/ 30082 w 1878314"/>
              <a:gd name="csY16" fmla="*/ 1215891 h 1215891"/>
              <a:gd name="csX17" fmla="*/ 31963 w 1878314"/>
              <a:gd name="csY17" fmla="*/ 1215891 h 1215891"/>
              <a:gd name="csX18" fmla="*/ 33843 w 1878314"/>
              <a:gd name="csY18" fmla="*/ 1215891 h 1215891"/>
              <a:gd name="csX19" fmla="*/ 35723 w 1878314"/>
              <a:gd name="csY19" fmla="*/ 1215891 h 1215891"/>
              <a:gd name="csX20" fmla="*/ 37604 w 1878314"/>
              <a:gd name="csY20" fmla="*/ 1215891 h 1215891"/>
              <a:gd name="csX21" fmla="*/ 39484 w 1878314"/>
              <a:gd name="csY21" fmla="*/ 1215891 h 1215891"/>
              <a:gd name="csX22" fmla="*/ 41364 w 1878314"/>
              <a:gd name="csY22" fmla="*/ 1215891 h 1215891"/>
              <a:gd name="csX23" fmla="*/ 43244 w 1878314"/>
              <a:gd name="csY23" fmla="*/ 1215891 h 1215891"/>
              <a:gd name="csX24" fmla="*/ 45124 w 1878314"/>
              <a:gd name="csY24" fmla="*/ 1215891 h 1215891"/>
              <a:gd name="csX25" fmla="*/ 47004 w 1878314"/>
              <a:gd name="csY25" fmla="*/ 1215891 h 1215891"/>
              <a:gd name="csX26" fmla="*/ 48884 w 1878314"/>
              <a:gd name="csY26" fmla="*/ 1215891 h 1215891"/>
              <a:gd name="csX27" fmla="*/ 50765 w 1878314"/>
              <a:gd name="csY27" fmla="*/ 1215891 h 1215891"/>
              <a:gd name="csX28" fmla="*/ 52645 w 1878314"/>
              <a:gd name="csY28" fmla="*/ 1215891 h 1215891"/>
              <a:gd name="csX29" fmla="*/ 54525 w 1878314"/>
              <a:gd name="csY29" fmla="*/ 1215891 h 1215891"/>
              <a:gd name="csX30" fmla="*/ 56405 w 1878314"/>
              <a:gd name="csY30" fmla="*/ 1215891 h 1215891"/>
              <a:gd name="csX31" fmla="*/ 58286 w 1878314"/>
              <a:gd name="csY31" fmla="*/ 1215891 h 1215891"/>
              <a:gd name="csX32" fmla="*/ 60166 w 1878314"/>
              <a:gd name="csY32" fmla="*/ 1215891 h 1215891"/>
              <a:gd name="csX33" fmla="*/ 62046 w 1878314"/>
              <a:gd name="csY33" fmla="*/ 1215891 h 1215891"/>
              <a:gd name="csX34" fmla="*/ 63926 w 1878314"/>
              <a:gd name="csY34" fmla="*/ 1215891 h 1215891"/>
              <a:gd name="csX35" fmla="*/ 65807 w 1878314"/>
              <a:gd name="csY35" fmla="*/ 1215891 h 1215891"/>
              <a:gd name="csX36" fmla="*/ 67686 w 1878314"/>
              <a:gd name="csY36" fmla="*/ 1215891 h 1215891"/>
              <a:gd name="csX37" fmla="*/ 69566 w 1878314"/>
              <a:gd name="csY37" fmla="*/ 1215891 h 1215891"/>
              <a:gd name="csX38" fmla="*/ 71447 w 1878314"/>
              <a:gd name="csY38" fmla="*/ 1215891 h 1215891"/>
              <a:gd name="csX39" fmla="*/ 73327 w 1878314"/>
              <a:gd name="csY39" fmla="*/ 1215891 h 1215891"/>
              <a:gd name="csX40" fmla="*/ 75207 w 1878314"/>
              <a:gd name="csY40" fmla="*/ 1215891 h 1215891"/>
              <a:gd name="csX41" fmla="*/ 77087 w 1878314"/>
              <a:gd name="csY41" fmla="*/ 1215891 h 1215891"/>
              <a:gd name="csX42" fmla="*/ 78968 w 1878314"/>
              <a:gd name="csY42" fmla="*/ 1215891 h 1215891"/>
              <a:gd name="csX43" fmla="*/ 80848 w 1878314"/>
              <a:gd name="csY43" fmla="*/ 1215891 h 1215891"/>
              <a:gd name="csX44" fmla="*/ 82728 w 1878314"/>
              <a:gd name="csY44" fmla="*/ 1215891 h 1215891"/>
              <a:gd name="csX45" fmla="*/ 84609 w 1878314"/>
              <a:gd name="csY45" fmla="*/ 1215891 h 1215891"/>
              <a:gd name="csX46" fmla="*/ 86489 w 1878314"/>
              <a:gd name="csY46" fmla="*/ 1215891 h 1215891"/>
              <a:gd name="csX47" fmla="*/ 88368 w 1878314"/>
              <a:gd name="csY47" fmla="*/ 1215891 h 1215891"/>
              <a:gd name="csX48" fmla="*/ 90248 w 1878314"/>
              <a:gd name="csY48" fmla="*/ 1215891 h 1215891"/>
              <a:gd name="csX49" fmla="*/ 92129 w 1878314"/>
              <a:gd name="csY49" fmla="*/ 1215891 h 1215891"/>
              <a:gd name="csX50" fmla="*/ 94009 w 1878314"/>
              <a:gd name="csY50" fmla="*/ 1215891 h 1215891"/>
              <a:gd name="csX51" fmla="*/ 95889 w 1878314"/>
              <a:gd name="csY51" fmla="*/ 1215891 h 1215891"/>
              <a:gd name="csX52" fmla="*/ 97769 w 1878314"/>
              <a:gd name="csY52" fmla="*/ 1215891 h 1215891"/>
              <a:gd name="csX53" fmla="*/ 99650 w 1878314"/>
              <a:gd name="csY53" fmla="*/ 1215891 h 1215891"/>
              <a:gd name="csX54" fmla="*/ 101530 w 1878314"/>
              <a:gd name="csY54" fmla="*/ 1215891 h 1215891"/>
              <a:gd name="csX55" fmla="*/ 103410 w 1878314"/>
              <a:gd name="csY55" fmla="*/ 1215891 h 1215891"/>
              <a:gd name="csX56" fmla="*/ 105291 w 1878314"/>
              <a:gd name="csY56" fmla="*/ 1215891 h 1215891"/>
              <a:gd name="csX57" fmla="*/ 107171 w 1878314"/>
              <a:gd name="csY57" fmla="*/ 1215891 h 1215891"/>
              <a:gd name="csX58" fmla="*/ 109051 w 1878314"/>
              <a:gd name="csY58" fmla="*/ 1215891 h 1215891"/>
              <a:gd name="csX59" fmla="*/ 110930 w 1878314"/>
              <a:gd name="csY59" fmla="*/ 1215891 h 1215891"/>
              <a:gd name="csX60" fmla="*/ 112811 w 1878314"/>
              <a:gd name="csY60" fmla="*/ 1215891 h 1215891"/>
              <a:gd name="csX61" fmla="*/ 114691 w 1878314"/>
              <a:gd name="csY61" fmla="*/ 1215891 h 1215891"/>
              <a:gd name="csX62" fmla="*/ 116571 w 1878314"/>
              <a:gd name="csY62" fmla="*/ 1215891 h 1215891"/>
              <a:gd name="csX63" fmla="*/ 118452 w 1878314"/>
              <a:gd name="csY63" fmla="*/ 1215891 h 1215891"/>
              <a:gd name="csX64" fmla="*/ 120332 w 1878314"/>
              <a:gd name="csY64" fmla="*/ 1215891 h 1215891"/>
              <a:gd name="csX65" fmla="*/ 122212 w 1878314"/>
              <a:gd name="csY65" fmla="*/ 1215891 h 1215891"/>
              <a:gd name="csX66" fmla="*/ 124092 w 1878314"/>
              <a:gd name="csY66" fmla="*/ 1215891 h 1215891"/>
              <a:gd name="csX67" fmla="*/ 125973 w 1878314"/>
              <a:gd name="csY67" fmla="*/ 1215891 h 1215891"/>
              <a:gd name="csX68" fmla="*/ 127853 w 1878314"/>
              <a:gd name="csY68" fmla="*/ 1215891 h 1215891"/>
              <a:gd name="csX69" fmla="*/ 129733 w 1878314"/>
              <a:gd name="csY69" fmla="*/ 1215891 h 1215891"/>
              <a:gd name="csX70" fmla="*/ 131613 w 1878314"/>
              <a:gd name="csY70" fmla="*/ 1215891 h 1215891"/>
              <a:gd name="csX71" fmla="*/ 133493 w 1878314"/>
              <a:gd name="csY71" fmla="*/ 1215891 h 1215891"/>
              <a:gd name="csX72" fmla="*/ 135373 w 1878314"/>
              <a:gd name="csY72" fmla="*/ 1215891 h 1215891"/>
              <a:gd name="csX73" fmla="*/ 137253 w 1878314"/>
              <a:gd name="csY73" fmla="*/ 1215891 h 1215891"/>
              <a:gd name="csX74" fmla="*/ 139134 w 1878314"/>
              <a:gd name="csY74" fmla="*/ 1215891 h 1215891"/>
              <a:gd name="csX75" fmla="*/ 141014 w 1878314"/>
              <a:gd name="csY75" fmla="*/ 1215891 h 1215891"/>
              <a:gd name="csX76" fmla="*/ 142894 w 1878314"/>
              <a:gd name="csY76" fmla="*/ 1215891 h 1215891"/>
              <a:gd name="csX77" fmla="*/ 144774 w 1878314"/>
              <a:gd name="csY77" fmla="*/ 1215891 h 1215891"/>
              <a:gd name="csX78" fmla="*/ 146655 w 1878314"/>
              <a:gd name="csY78" fmla="*/ 1215891 h 1215891"/>
              <a:gd name="csX79" fmla="*/ 148535 w 1878314"/>
              <a:gd name="csY79" fmla="*/ 1215891 h 1215891"/>
              <a:gd name="csX80" fmla="*/ 150415 w 1878314"/>
              <a:gd name="csY80" fmla="*/ 1215891 h 1215891"/>
              <a:gd name="csX81" fmla="*/ 152296 w 1878314"/>
              <a:gd name="csY81" fmla="*/ 1215891 h 1215891"/>
              <a:gd name="csX82" fmla="*/ 154175 w 1878314"/>
              <a:gd name="csY82" fmla="*/ 1215891 h 1215891"/>
              <a:gd name="csX83" fmla="*/ 156055 w 1878314"/>
              <a:gd name="csY83" fmla="*/ 1215891 h 1215891"/>
              <a:gd name="csX84" fmla="*/ 157935 w 1878314"/>
              <a:gd name="csY84" fmla="*/ 1215891 h 1215891"/>
              <a:gd name="csX85" fmla="*/ 159816 w 1878314"/>
              <a:gd name="csY85" fmla="*/ 1215891 h 1215891"/>
              <a:gd name="csX86" fmla="*/ 161696 w 1878314"/>
              <a:gd name="csY86" fmla="*/ 1215891 h 1215891"/>
              <a:gd name="csX87" fmla="*/ 163576 w 1878314"/>
              <a:gd name="csY87" fmla="*/ 1215891 h 1215891"/>
              <a:gd name="csX88" fmla="*/ 165457 w 1878314"/>
              <a:gd name="csY88" fmla="*/ 1215891 h 1215891"/>
              <a:gd name="csX89" fmla="*/ 167337 w 1878314"/>
              <a:gd name="csY89" fmla="*/ 1215891 h 1215891"/>
              <a:gd name="csX90" fmla="*/ 169217 w 1878314"/>
              <a:gd name="csY90" fmla="*/ 1215891 h 1215891"/>
              <a:gd name="csX91" fmla="*/ 171097 w 1878314"/>
              <a:gd name="csY91" fmla="*/ 1215891 h 1215891"/>
              <a:gd name="csX92" fmla="*/ 172978 w 1878314"/>
              <a:gd name="csY92" fmla="*/ 1215891 h 1215891"/>
              <a:gd name="csX93" fmla="*/ 174857 w 1878314"/>
              <a:gd name="csY93" fmla="*/ 1215891 h 1215891"/>
              <a:gd name="csX94" fmla="*/ 176737 w 1878314"/>
              <a:gd name="csY94" fmla="*/ 1215891 h 1215891"/>
              <a:gd name="csX95" fmla="*/ 178617 w 1878314"/>
              <a:gd name="csY95" fmla="*/ 1215891 h 1215891"/>
              <a:gd name="csX96" fmla="*/ 180498 w 1878314"/>
              <a:gd name="csY96" fmla="*/ 1215891 h 1215891"/>
              <a:gd name="csX97" fmla="*/ 182378 w 1878314"/>
              <a:gd name="csY97" fmla="*/ 1215891 h 1215891"/>
              <a:gd name="csX98" fmla="*/ 184258 w 1878314"/>
              <a:gd name="csY98" fmla="*/ 1215891 h 1215891"/>
              <a:gd name="csX99" fmla="*/ 186139 w 1878314"/>
              <a:gd name="csY99" fmla="*/ 1215891 h 1215891"/>
              <a:gd name="csX100" fmla="*/ 188019 w 1878314"/>
              <a:gd name="csY100" fmla="*/ 1215891 h 1215891"/>
              <a:gd name="csX101" fmla="*/ 189899 w 1878314"/>
              <a:gd name="csY101" fmla="*/ 1215891 h 1215891"/>
              <a:gd name="csX102" fmla="*/ 191779 w 1878314"/>
              <a:gd name="csY102" fmla="*/ 1215891 h 1215891"/>
              <a:gd name="csX103" fmla="*/ 193660 w 1878314"/>
              <a:gd name="csY103" fmla="*/ 1215891 h 1215891"/>
              <a:gd name="csX104" fmla="*/ 195540 w 1878314"/>
              <a:gd name="csY104" fmla="*/ 1215891 h 1215891"/>
              <a:gd name="csX105" fmla="*/ 197419 w 1878314"/>
              <a:gd name="csY105" fmla="*/ 1215891 h 1215891"/>
              <a:gd name="csX106" fmla="*/ 199300 w 1878314"/>
              <a:gd name="csY106" fmla="*/ 1215891 h 1215891"/>
              <a:gd name="csX107" fmla="*/ 201180 w 1878314"/>
              <a:gd name="csY107" fmla="*/ 1215891 h 1215891"/>
              <a:gd name="csX108" fmla="*/ 203060 w 1878314"/>
              <a:gd name="csY108" fmla="*/ 1215891 h 1215891"/>
              <a:gd name="csX109" fmla="*/ 204940 w 1878314"/>
              <a:gd name="csY109" fmla="*/ 1215891 h 1215891"/>
              <a:gd name="csX110" fmla="*/ 206821 w 1878314"/>
              <a:gd name="csY110" fmla="*/ 1215891 h 1215891"/>
              <a:gd name="csX111" fmla="*/ 208701 w 1878314"/>
              <a:gd name="csY111" fmla="*/ 1215891 h 1215891"/>
              <a:gd name="csX112" fmla="*/ 210581 w 1878314"/>
              <a:gd name="csY112" fmla="*/ 1215891 h 1215891"/>
              <a:gd name="csX113" fmla="*/ 212461 w 1878314"/>
              <a:gd name="csY113" fmla="*/ 1215891 h 1215891"/>
              <a:gd name="csX114" fmla="*/ 214342 w 1878314"/>
              <a:gd name="csY114" fmla="*/ 1215891 h 1215891"/>
              <a:gd name="csX115" fmla="*/ 216222 w 1878314"/>
              <a:gd name="csY115" fmla="*/ 1215891 h 1215891"/>
              <a:gd name="csX116" fmla="*/ 218101 w 1878314"/>
              <a:gd name="csY116" fmla="*/ 1215891 h 1215891"/>
              <a:gd name="csX117" fmla="*/ 219982 w 1878314"/>
              <a:gd name="csY117" fmla="*/ 1215891 h 1215891"/>
              <a:gd name="csX118" fmla="*/ 221862 w 1878314"/>
              <a:gd name="csY118" fmla="*/ 1215891 h 1215891"/>
              <a:gd name="csX119" fmla="*/ 223742 w 1878314"/>
              <a:gd name="csY119" fmla="*/ 1215891 h 1215891"/>
              <a:gd name="csX120" fmla="*/ 225622 w 1878314"/>
              <a:gd name="csY120" fmla="*/ 1215891 h 1215891"/>
              <a:gd name="csX121" fmla="*/ 227503 w 1878314"/>
              <a:gd name="csY121" fmla="*/ 1215891 h 1215891"/>
              <a:gd name="csX122" fmla="*/ 229383 w 1878314"/>
              <a:gd name="csY122" fmla="*/ 1215891 h 1215891"/>
              <a:gd name="csX123" fmla="*/ 231263 w 1878314"/>
              <a:gd name="csY123" fmla="*/ 1215891 h 1215891"/>
              <a:gd name="csX124" fmla="*/ 233144 w 1878314"/>
              <a:gd name="csY124" fmla="*/ 1215891 h 1215891"/>
              <a:gd name="csX125" fmla="*/ 235024 w 1878314"/>
              <a:gd name="csY125" fmla="*/ 1215891 h 1215891"/>
              <a:gd name="csX126" fmla="*/ 236904 w 1878314"/>
              <a:gd name="csY126" fmla="*/ 1215891 h 1215891"/>
              <a:gd name="csX127" fmla="*/ 238784 w 1878314"/>
              <a:gd name="csY127" fmla="*/ 1215891 h 1215891"/>
              <a:gd name="csX128" fmla="*/ 240664 w 1878314"/>
              <a:gd name="csY128" fmla="*/ 1215891 h 1215891"/>
              <a:gd name="csX129" fmla="*/ 242544 w 1878314"/>
              <a:gd name="csY129" fmla="*/ 1215891 h 1215891"/>
              <a:gd name="csX130" fmla="*/ 244424 w 1878314"/>
              <a:gd name="csY130" fmla="*/ 1215891 h 1215891"/>
              <a:gd name="csX131" fmla="*/ 246305 w 1878314"/>
              <a:gd name="csY131" fmla="*/ 1215891 h 1215891"/>
              <a:gd name="csX132" fmla="*/ 248185 w 1878314"/>
              <a:gd name="csY132" fmla="*/ 1215891 h 1215891"/>
              <a:gd name="csX133" fmla="*/ 250065 w 1878314"/>
              <a:gd name="csY133" fmla="*/ 1215891 h 1215891"/>
              <a:gd name="csX134" fmla="*/ 251945 w 1878314"/>
              <a:gd name="csY134" fmla="*/ 1215891 h 1215891"/>
              <a:gd name="csX135" fmla="*/ 253826 w 1878314"/>
              <a:gd name="csY135" fmla="*/ 1215891 h 1215891"/>
              <a:gd name="csX136" fmla="*/ 255706 w 1878314"/>
              <a:gd name="csY136" fmla="*/ 1215891 h 1215891"/>
              <a:gd name="csX137" fmla="*/ 257586 w 1878314"/>
              <a:gd name="csY137" fmla="*/ 1215891 h 1215891"/>
              <a:gd name="csX138" fmla="*/ 259466 w 1878314"/>
              <a:gd name="csY138" fmla="*/ 1215891 h 1215891"/>
              <a:gd name="csX139" fmla="*/ 261346 w 1878314"/>
              <a:gd name="csY139" fmla="*/ 1215891 h 1215891"/>
              <a:gd name="csX140" fmla="*/ 263226 w 1878314"/>
              <a:gd name="csY140" fmla="*/ 1215891 h 1215891"/>
              <a:gd name="csX141" fmla="*/ 265106 w 1878314"/>
              <a:gd name="csY141" fmla="*/ 1215891 h 1215891"/>
              <a:gd name="csX142" fmla="*/ 266987 w 1878314"/>
              <a:gd name="csY142" fmla="*/ 1215891 h 1215891"/>
              <a:gd name="csX143" fmla="*/ 268867 w 1878314"/>
              <a:gd name="csY143" fmla="*/ 1215891 h 1215891"/>
              <a:gd name="csX144" fmla="*/ 270747 w 1878314"/>
              <a:gd name="csY144" fmla="*/ 1215891 h 1215891"/>
              <a:gd name="csX145" fmla="*/ 272627 w 1878314"/>
              <a:gd name="csY145" fmla="*/ 1215891 h 1215891"/>
              <a:gd name="csX146" fmla="*/ 274508 w 1878314"/>
              <a:gd name="csY146" fmla="*/ 1215891 h 1215891"/>
              <a:gd name="csX147" fmla="*/ 276388 w 1878314"/>
              <a:gd name="csY147" fmla="*/ 1215891 h 1215891"/>
              <a:gd name="csX148" fmla="*/ 278268 w 1878314"/>
              <a:gd name="csY148" fmla="*/ 1215891 h 1215891"/>
              <a:gd name="csX149" fmla="*/ 280148 w 1878314"/>
              <a:gd name="csY149" fmla="*/ 1215891 h 1215891"/>
              <a:gd name="csX150" fmla="*/ 282029 w 1878314"/>
              <a:gd name="csY150" fmla="*/ 1215891 h 1215891"/>
              <a:gd name="csX151" fmla="*/ 283908 w 1878314"/>
              <a:gd name="csY151" fmla="*/ 1215891 h 1215891"/>
              <a:gd name="csX152" fmla="*/ 285788 w 1878314"/>
              <a:gd name="csY152" fmla="*/ 1215891 h 1215891"/>
              <a:gd name="csX153" fmla="*/ 287669 w 1878314"/>
              <a:gd name="csY153" fmla="*/ 1215891 h 1215891"/>
              <a:gd name="csX154" fmla="*/ 289549 w 1878314"/>
              <a:gd name="csY154" fmla="*/ 1215891 h 1215891"/>
              <a:gd name="csX155" fmla="*/ 291429 w 1878314"/>
              <a:gd name="csY155" fmla="*/ 1215891 h 1215891"/>
              <a:gd name="csX156" fmla="*/ 293309 w 1878314"/>
              <a:gd name="csY156" fmla="*/ 1215891 h 1215891"/>
              <a:gd name="csX157" fmla="*/ 295190 w 1878314"/>
              <a:gd name="csY157" fmla="*/ 1215891 h 1215891"/>
              <a:gd name="csX158" fmla="*/ 297070 w 1878314"/>
              <a:gd name="csY158" fmla="*/ 1215891 h 1215891"/>
              <a:gd name="csX159" fmla="*/ 298950 w 1878314"/>
              <a:gd name="csY159" fmla="*/ 1215891 h 1215891"/>
              <a:gd name="csX160" fmla="*/ 300831 w 1878314"/>
              <a:gd name="csY160" fmla="*/ 1215891 h 1215891"/>
              <a:gd name="csX161" fmla="*/ 302711 w 1878314"/>
              <a:gd name="csY161" fmla="*/ 1215891 h 1215891"/>
              <a:gd name="csX162" fmla="*/ 304590 w 1878314"/>
              <a:gd name="csY162" fmla="*/ 1215891 h 1215891"/>
              <a:gd name="csX163" fmla="*/ 306470 w 1878314"/>
              <a:gd name="csY163" fmla="*/ 1215891 h 1215891"/>
              <a:gd name="csX164" fmla="*/ 308351 w 1878314"/>
              <a:gd name="csY164" fmla="*/ 1215891 h 1215891"/>
              <a:gd name="csX165" fmla="*/ 310231 w 1878314"/>
              <a:gd name="csY165" fmla="*/ 1215891 h 1215891"/>
              <a:gd name="csX166" fmla="*/ 312111 w 1878314"/>
              <a:gd name="csY166" fmla="*/ 1215891 h 1215891"/>
              <a:gd name="csX167" fmla="*/ 313992 w 1878314"/>
              <a:gd name="csY167" fmla="*/ 1215891 h 1215891"/>
              <a:gd name="csX168" fmla="*/ 315872 w 1878314"/>
              <a:gd name="csY168" fmla="*/ 1215891 h 1215891"/>
              <a:gd name="csX169" fmla="*/ 317752 w 1878314"/>
              <a:gd name="csY169" fmla="*/ 1215891 h 1215891"/>
              <a:gd name="csX170" fmla="*/ 319632 w 1878314"/>
              <a:gd name="csY170" fmla="*/ 1215891 h 1215891"/>
              <a:gd name="csX171" fmla="*/ 321513 w 1878314"/>
              <a:gd name="csY171" fmla="*/ 1215891 h 1215891"/>
              <a:gd name="csX172" fmla="*/ 323393 w 1878314"/>
              <a:gd name="csY172" fmla="*/ 1215891 h 1215891"/>
              <a:gd name="csX173" fmla="*/ 325273 w 1878314"/>
              <a:gd name="csY173" fmla="*/ 1215891 h 1215891"/>
              <a:gd name="csX174" fmla="*/ 327153 w 1878314"/>
              <a:gd name="csY174" fmla="*/ 1215891 h 1215891"/>
              <a:gd name="csX175" fmla="*/ 329033 w 1878314"/>
              <a:gd name="csY175" fmla="*/ 1215891 h 1215891"/>
              <a:gd name="csX176" fmla="*/ 330913 w 1878314"/>
              <a:gd name="csY176" fmla="*/ 1215891 h 1215891"/>
              <a:gd name="csX177" fmla="*/ 332793 w 1878314"/>
              <a:gd name="csY177" fmla="*/ 1215891 h 1215891"/>
              <a:gd name="csX178" fmla="*/ 334674 w 1878314"/>
              <a:gd name="csY178" fmla="*/ 1215891 h 1215891"/>
              <a:gd name="csX179" fmla="*/ 336554 w 1878314"/>
              <a:gd name="csY179" fmla="*/ 1215891 h 1215891"/>
              <a:gd name="csX180" fmla="*/ 338434 w 1878314"/>
              <a:gd name="csY180" fmla="*/ 1215891 h 1215891"/>
              <a:gd name="csX181" fmla="*/ 340314 w 1878314"/>
              <a:gd name="csY181" fmla="*/ 1215891 h 1215891"/>
              <a:gd name="csX182" fmla="*/ 342195 w 1878314"/>
              <a:gd name="csY182" fmla="*/ 1215891 h 1215891"/>
              <a:gd name="csX183" fmla="*/ 344075 w 1878314"/>
              <a:gd name="csY183" fmla="*/ 1215891 h 1215891"/>
              <a:gd name="csX184" fmla="*/ 345955 w 1878314"/>
              <a:gd name="csY184" fmla="*/ 1215891 h 1215891"/>
              <a:gd name="csX185" fmla="*/ 347835 w 1878314"/>
              <a:gd name="csY185" fmla="*/ 1215891 h 1215891"/>
              <a:gd name="csX186" fmla="*/ 349715 w 1878314"/>
              <a:gd name="csY186" fmla="*/ 1215891 h 1215891"/>
              <a:gd name="csX187" fmla="*/ 351595 w 1878314"/>
              <a:gd name="csY187" fmla="*/ 1215891 h 1215891"/>
              <a:gd name="csX188" fmla="*/ 353475 w 1878314"/>
              <a:gd name="csY188" fmla="*/ 1215891 h 1215891"/>
              <a:gd name="csX189" fmla="*/ 355356 w 1878314"/>
              <a:gd name="csY189" fmla="*/ 1215891 h 1215891"/>
              <a:gd name="csX190" fmla="*/ 357236 w 1878314"/>
              <a:gd name="csY190" fmla="*/ 1215891 h 1215891"/>
              <a:gd name="csX191" fmla="*/ 359116 w 1878314"/>
              <a:gd name="csY191" fmla="*/ 1215891 h 1215891"/>
              <a:gd name="csX192" fmla="*/ 360996 w 1878314"/>
              <a:gd name="csY192" fmla="*/ 1215891 h 1215891"/>
              <a:gd name="csX193" fmla="*/ 362877 w 1878314"/>
              <a:gd name="csY193" fmla="*/ 1215891 h 1215891"/>
              <a:gd name="csX194" fmla="*/ 364757 w 1878314"/>
              <a:gd name="csY194" fmla="*/ 1215891 h 1215891"/>
              <a:gd name="csX195" fmla="*/ 366637 w 1878314"/>
              <a:gd name="csY195" fmla="*/ 1215891 h 1215891"/>
              <a:gd name="csX196" fmla="*/ 368518 w 1878314"/>
              <a:gd name="csY196" fmla="*/ 1215891 h 1215891"/>
              <a:gd name="csX197" fmla="*/ 370397 w 1878314"/>
              <a:gd name="csY197" fmla="*/ 1215891 h 1215891"/>
              <a:gd name="csX198" fmla="*/ 372277 w 1878314"/>
              <a:gd name="csY198" fmla="*/ 1215891 h 1215891"/>
              <a:gd name="csX199" fmla="*/ 374157 w 1878314"/>
              <a:gd name="csY199" fmla="*/ 1215891 h 1215891"/>
              <a:gd name="csX200" fmla="*/ 376038 w 1878314"/>
              <a:gd name="csY200" fmla="*/ 1215891 h 1215891"/>
              <a:gd name="csX201" fmla="*/ 377918 w 1878314"/>
              <a:gd name="csY201" fmla="*/ 1215891 h 1215891"/>
              <a:gd name="csX202" fmla="*/ 379798 w 1878314"/>
              <a:gd name="csY202" fmla="*/ 1215891 h 1215891"/>
              <a:gd name="csX203" fmla="*/ 381679 w 1878314"/>
              <a:gd name="csY203" fmla="*/ 1215891 h 1215891"/>
              <a:gd name="csX204" fmla="*/ 383559 w 1878314"/>
              <a:gd name="csY204" fmla="*/ 1215891 h 1215891"/>
              <a:gd name="csX205" fmla="*/ 385439 w 1878314"/>
              <a:gd name="csY205" fmla="*/ 1215891 h 1215891"/>
              <a:gd name="csX206" fmla="*/ 387319 w 1878314"/>
              <a:gd name="csY206" fmla="*/ 1215891 h 1215891"/>
              <a:gd name="csX207" fmla="*/ 389200 w 1878314"/>
              <a:gd name="csY207" fmla="*/ 1215891 h 1215891"/>
              <a:gd name="csX208" fmla="*/ 391079 w 1878314"/>
              <a:gd name="csY208" fmla="*/ 1215891 h 1215891"/>
              <a:gd name="csX209" fmla="*/ 392959 w 1878314"/>
              <a:gd name="csY209" fmla="*/ 1215891 h 1215891"/>
              <a:gd name="csX210" fmla="*/ 394840 w 1878314"/>
              <a:gd name="csY210" fmla="*/ 1215891 h 1215891"/>
              <a:gd name="csX211" fmla="*/ 396720 w 1878314"/>
              <a:gd name="csY211" fmla="*/ 1215891 h 1215891"/>
              <a:gd name="csX212" fmla="*/ 398600 w 1878314"/>
              <a:gd name="csY212" fmla="*/ 1215891 h 1215891"/>
              <a:gd name="csX213" fmla="*/ 400480 w 1878314"/>
              <a:gd name="csY213" fmla="*/ 1215891 h 1215891"/>
              <a:gd name="csX214" fmla="*/ 402361 w 1878314"/>
              <a:gd name="csY214" fmla="*/ 1215891 h 1215891"/>
              <a:gd name="csX215" fmla="*/ 404241 w 1878314"/>
              <a:gd name="csY215" fmla="*/ 1215891 h 1215891"/>
              <a:gd name="csX216" fmla="*/ 406121 w 1878314"/>
              <a:gd name="csY216" fmla="*/ 1215891 h 1215891"/>
              <a:gd name="csX217" fmla="*/ 408001 w 1878314"/>
              <a:gd name="csY217" fmla="*/ 1215891 h 1215891"/>
              <a:gd name="csX218" fmla="*/ 409882 w 1878314"/>
              <a:gd name="csY218" fmla="*/ 1215891 h 1215891"/>
              <a:gd name="csX219" fmla="*/ 411762 w 1878314"/>
              <a:gd name="csY219" fmla="*/ 1215891 h 1215891"/>
              <a:gd name="csX220" fmla="*/ 413641 w 1878314"/>
              <a:gd name="csY220" fmla="*/ 1215891 h 1215891"/>
              <a:gd name="csX221" fmla="*/ 415522 w 1878314"/>
              <a:gd name="csY221" fmla="*/ 1215891 h 1215891"/>
              <a:gd name="csX222" fmla="*/ 417402 w 1878314"/>
              <a:gd name="csY222" fmla="*/ 1215891 h 1215891"/>
              <a:gd name="csX223" fmla="*/ 419282 w 1878314"/>
              <a:gd name="csY223" fmla="*/ 1215891 h 1215891"/>
              <a:gd name="csX224" fmla="*/ 421162 w 1878314"/>
              <a:gd name="csY224" fmla="*/ 1215891 h 1215891"/>
              <a:gd name="csX225" fmla="*/ 423043 w 1878314"/>
              <a:gd name="csY225" fmla="*/ 1215891 h 1215891"/>
              <a:gd name="csX226" fmla="*/ 424923 w 1878314"/>
              <a:gd name="csY226" fmla="*/ 1215891 h 1215891"/>
              <a:gd name="csX227" fmla="*/ 426803 w 1878314"/>
              <a:gd name="csY227" fmla="*/ 1215891 h 1215891"/>
              <a:gd name="csX228" fmla="*/ 428684 w 1878314"/>
              <a:gd name="csY228" fmla="*/ 1215891 h 1215891"/>
              <a:gd name="csX229" fmla="*/ 430564 w 1878314"/>
              <a:gd name="csY229" fmla="*/ 1215891 h 1215891"/>
              <a:gd name="csX230" fmla="*/ 432444 w 1878314"/>
              <a:gd name="csY230" fmla="*/ 1215891 h 1215891"/>
              <a:gd name="csX231" fmla="*/ 434323 w 1878314"/>
              <a:gd name="csY231" fmla="*/ 1215891 h 1215891"/>
              <a:gd name="csX232" fmla="*/ 436204 w 1878314"/>
              <a:gd name="csY232" fmla="*/ 1215891 h 1215891"/>
              <a:gd name="csX233" fmla="*/ 438084 w 1878314"/>
              <a:gd name="csY233" fmla="*/ 1215891 h 1215891"/>
              <a:gd name="csX234" fmla="*/ 439964 w 1878314"/>
              <a:gd name="csY234" fmla="*/ 1215891 h 1215891"/>
              <a:gd name="csX235" fmla="*/ 441844 w 1878314"/>
              <a:gd name="csY235" fmla="*/ 1215891 h 1215891"/>
              <a:gd name="csX236" fmla="*/ 443725 w 1878314"/>
              <a:gd name="csY236" fmla="*/ 1215891 h 1215891"/>
              <a:gd name="csX237" fmla="*/ 445605 w 1878314"/>
              <a:gd name="csY237" fmla="*/ 1215891 h 1215891"/>
              <a:gd name="csX238" fmla="*/ 447485 w 1878314"/>
              <a:gd name="csY238" fmla="*/ 1215891 h 1215891"/>
              <a:gd name="csX239" fmla="*/ 449366 w 1878314"/>
              <a:gd name="csY239" fmla="*/ 1215891 h 1215891"/>
              <a:gd name="csX240" fmla="*/ 451246 w 1878314"/>
              <a:gd name="csY240" fmla="*/ 1215891 h 1215891"/>
              <a:gd name="csX241" fmla="*/ 453126 w 1878314"/>
              <a:gd name="csY241" fmla="*/ 1215891 h 1215891"/>
              <a:gd name="csX242" fmla="*/ 455006 w 1878314"/>
              <a:gd name="csY242" fmla="*/ 1215891 h 1215891"/>
              <a:gd name="csX243" fmla="*/ 456886 w 1878314"/>
              <a:gd name="csY243" fmla="*/ 1215891 h 1215891"/>
              <a:gd name="csX244" fmla="*/ 458766 w 1878314"/>
              <a:gd name="csY244" fmla="*/ 1215891 h 1215891"/>
              <a:gd name="csX245" fmla="*/ 460646 w 1878314"/>
              <a:gd name="csY245" fmla="*/ 1215891 h 1215891"/>
              <a:gd name="csX246" fmla="*/ 462527 w 1878314"/>
              <a:gd name="csY246" fmla="*/ 1215891 h 1215891"/>
              <a:gd name="csX247" fmla="*/ 464407 w 1878314"/>
              <a:gd name="csY247" fmla="*/ 1215891 h 1215891"/>
              <a:gd name="csX248" fmla="*/ 466287 w 1878314"/>
              <a:gd name="csY248" fmla="*/ 1215891 h 1215891"/>
              <a:gd name="csX249" fmla="*/ 468167 w 1878314"/>
              <a:gd name="csY249" fmla="*/ 1215891 h 1215891"/>
              <a:gd name="csX250" fmla="*/ 470048 w 1878314"/>
              <a:gd name="csY250" fmla="*/ 1215891 h 1215891"/>
              <a:gd name="csX251" fmla="*/ 471928 w 1878314"/>
              <a:gd name="csY251" fmla="*/ 1215891 h 1215891"/>
              <a:gd name="csX252" fmla="*/ 473808 w 1878314"/>
              <a:gd name="csY252" fmla="*/ 1215891 h 1215891"/>
              <a:gd name="csX253" fmla="*/ 475688 w 1878314"/>
              <a:gd name="csY253" fmla="*/ 1215891 h 1215891"/>
              <a:gd name="csX254" fmla="*/ 477568 w 1878314"/>
              <a:gd name="csY254" fmla="*/ 1215891 h 1215891"/>
              <a:gd name="csX255" fmla="*/ 479448 w 1878314"/>
              <a:gd name="csY255" fmla="*/ 1215891 h 1215891"/>
              <a:gd name="csX256" fmla="*/ 481328 w 1878314"/>
              <a:gd name="csY256" fmla="*/ 1215891 h 1215891"/>
              <a:gd name="csX257" fmla="*/ 483209 w 1878314"/>
              <a:gd name="csY257" fmla="*/ 1215891 h 1215891"/>
              <a:gd name="csX258" fmla="*/ 485089 w 1878314"/>
              <a:gd name="csY258" fmla="*/ 1215891 h 1215891"/>
              <a:gd name="csX259" fmla="*/ 486969 w 1878314"/>
              <a:gd name="csY259" fmla="*/ 1215891 h 1215891"/>
              <a:gd name="csX260" fmla="*/ 488849 w 1878314"/>
              <a:gd name="csY260" fmla="*/ 1215891 h 1215891"/>
              <a:gd name="csX261" fmla="*/ 490730 w 1878314"/>
              <a:gd name="csY261" fmla="*/ 1215891 h 1215891"/>
              <a:gd name="csX262" fmla="*/ 492610 w 1878314"/>
              <a:gd name="csY262" fmla="*/ 1215891 h 1215891"/>
              <a:gd name="csX263" fmla="*/ 494490 w 1878314"/>
              <a:gd name="csY263" fmla="*/ 1215891 h 1215891"/>
              <a:gd name="csX264" fmla="*/ 496371 w 1878314"/>
              <a:gd name="csY264" fmla="*/ 1215891 h 1215891"/>
              <a:gd name="csX265" fmla="*/ 498251 w 1878314"/>
              <a:gd name="csY265" fmla="*/ 1215891 h 1215891"/>
              <a:gd name="csX266" fmla="*/ 500130 w 1878314"/>
              <a:gd name="csY266" fmla="*/ 1215891 h 1215891"/>
              <a:gd name="csX267" fmla="*/ 502010 w 1878314"/>
              <a:gd name="csY267" fmla="*/ 1215891 h 1215891"/>
              <a:gd name="csX268" fmla="*/ 503891 w 1878314"/>
              <a:gd name="csY268" fmla="*/ 1215891 h 1215891"/>
              <a:gd name="csX269" fmla="*/ 505771 w 1878314"/>
              <a:gd name="csY269" fmla="*/ 1215891 h 1215891"/>
              <a:gd name="csX270" fmla="*/ 507651 w 1878314"/>
              <a:gd name="csY270" fmla="*/ 1215891 h 1215891"/>
              <a:gd name="csX271" fmla="*/ 509531 w 1878314"/>
              <a:gd name="csY271" fmla="*/ 1215891 h 1215891"/>
              <a:gd name="csX272" fmla="*/ 511412 w 1878314"/>
              <a:gd name="csY272" fmla="*/ 1215891 h 1215891"/>
              <a:gd name="csX273" fmla="*/ 513292 w 1878314"/>
              <a:gd name="csY273" fmla="*/ 1215891 h 1215891"/>
              <a:gd name="csX274" fmla="*/ 515172 w 1878314"/>
              <a:gd name="csY274" fmla="*/ 1215891 h 1215891"/>
              <a:gd name="csX275" fmla="*/ 517053 w 1878314"/>
              <a:gd name="csY275" fmla="*/ 1215891 h 1215891"/>
              <a:gd name="csX276" fmla="*/ 518933 w 1878314"/>
              <a:gd name="csY276" fmla="*/ 1215891 h 1215891"/>
              <a:gd name="csX277" fmla="*/ 520812 w 1878314"/>
              <a:gd name="csY277" fmla="*/ 1215891 h 1215891"/>
              <a:gd name="csX278" fmla="*/ 522692 w 1878314"/>
              <a:gd name="csY278" fmla="*/ 1215891 h 1215891"/>
              <a:gd name="csX279" fmla="*/ 524573 w 1878314"/>
              <a:gd name="csY279" fmla="*/ 1215891 h 1215891"/>
              <a:gd name="csX280" fmla="*/ 526453 w 1878314"/>
              <a:gd name="csY280" fmla="*/ 1215891 h 1215891"/>
              <a:gd name="csX281" fmla="*/ 528333 w 1878314"/>
              <a:gd name="csY281" fmla="*/ 1215891 h 1215891"/>
              <a:gd name="csX282" fmla="*/ 530214 w 1878314"/>
              <a:gd name="csY282" fmla="*/ 1215891 h 1215891"/>
              <a:gd name="csX283" fmla="*/ 532094 w 1878314"/>
              <a:gd name="csY283" fmla="*/ 1215891 h 1215891"/>
              <a:gd name="csX284" fmla="*/ 533974 w 1878314"/>
              <a:gd name="csY284" fmla="*/ 1215891 h 1215891"/>
              <a:gd name="csX285" fmla="*/ 535854 w 1878314"/>
              <a:gd name="csY285" fmla="*/ 1215891 h 1215891"/>
              <a:gd name="csX286" fmla="*/ 537735 w 1878314"/>
              <a:gd name="csY286" fmla="*/ 1215891 h 1215891"/>
              <a:gd name="csX287" fmla="*/ 539615 w 1878314"/>
              <a:gd name="csY287" fmla="*/ 1215891 h 1215891"/>
              <a:gd name="csX288" fmla="*/ 541495 w 1878314"/>
              <a:gd name="csY288" fmla="*/ 1215891 h 1215891"/>
              <a:gd name="csX289" fmla="*/ 543375 w 1878314"/>
              <a:gd name="csY289" fmla="*/ 1215891 h 1215891"/>
              <a:gd name="csX290" fmla="*/ 545255 w 1878314"/>
              <a:gd name="csY290" fmla="*/ 1215891 h 1215891"/>
              <a:gd name="csX291" fmla="*/ 547135 w 1878314"/>
              <a:gd name="csY291" fmla="*/ 1215891 h 1215891"/>
              <a:gd name="csX292" fmla="*/ 549015 w 1878314"/>
              <a:gd name="csY292" fmla="*/ 1215891 h 1215891"/>
              <a:gd name="csX293" fmla="*/ 550896 w 1878314"/>
              <a:gd name="csY293" fmla="*/ 1215891 h 1215891"/>
              <a:gd name="csX294" fmla="*/ 552776 w 1878314"/>
              <a:gd name="csY294" fmla="*/ 1215891 h 1215891"/>
              <a:gd name="csX295" fmla="*/ 554656 w 1878314"/>
              <a:gd name="csY295" fmla="*/ 1215891 h 1215891"/>
              <a:gd name="csX296" fmla="*/ 556536 w 1878314"/>
              <a:gd name="csY296" fmla="*/ 1215891 h 1215891"/>
              <a:gd name="csX297" fmla="*/ 558417 w 1878314"/>
              <a:gd name="csY297" fmla="*/ 1215891 h 1215891"/>
              <a:gd name="csX298" fmla="*/ 560297 w 1878314"/>
              <a:gd name="csY298" fmla="*/ 1215891 h 1215891"/>
              <a:gd name="csX299" fmla="*/ 562177 w 1878314"/>
              <a:gd name="csY299" fmla="*/ 1215891 h 1215891"/>
              <a:gd name="csX300" fmla="*/ 564057 w 1878314"/>
              <a:gd name="csY300" fmla="*/ 1215891 h 1215891"/>
              <a:gd name="csX301" fmla="*/ 565937 w 1878314"/>
              <a:gd name="csY301" fmla="*/ 1215891 h 1215891"/>
              <a:gd name="csX302" fmla="*/ 567817 w 1878314"/>
              <a:gd name="csY302" fmla="*/ 1215891 h 1215891"/>
              <a:gd name="csX303" fmla="*/ 569697 w 1878314"/>
              <a:gd name="csY303" fmla="*/ 1215891 h 1215891"/>
              <a:gd name="csX304" fmla="*/ 571578 w 1878314"/>
              <a:gd name="csY304" fmla="*/ 1215891 h 1215891"/>
              <a:gd name="csX305" fmla="*/ 573458 w 1878314"/>
              <a:gd name="csY305" fmla="*/ 1215891 h 1215891"/>
              <a:gd name="csX306" fmla="*/ 575338 w 1878314"/>
              <a:gd name="csY306" fmla="*/ 1215891 h 1215891"/>
              <a:gd name="csX307" fmla="*/ 577219 w 1878314"/>
              <a:gd name="csY307" fmla="*/ 1215891 h 1215891"/>
              <a:gd name="csX308" fmla="*/ 579099 w 1878314"/>
              <a:gd name="csY308" fmla="*/ 1215891 h 1215891"/>
              <a:gd name="csX309" fmla="*/ 580979 w 1878314"/>
              <a:gd name="csY309" fmla="*/ 1215891 h 1215891"/>
              <a:gd name="csX310" fmla="*/ 582859 w 1878314"/>
              <a:gd name="csY310" fmla="*/ 1215891 h 1215891"/>
              <a:gd name="csX311" fmla="*/ 584740 w 1878314"/>
              <a:gd name="csY311" fmla="*/ 1215891 h 1215891"/>
              <a:gd name="csX312" fmla="*/ 586619 w 1878314"/>
              <a:gd name="csY312" fmla="*/ 1215891 h 1215891"/>
              <a:gd name="csX313" fmla="*/ 588499 w 1878314"/>
              <a:gd name="csY313" fmla="*/ 1215891 h 1215891"/>
              <a:gd name="csX314" fmla="*/ 590379 w 1878314"/>
              <a:gd name="csY314" fmla="*/ 1215891 h 1215891"/>
              <a:gd name="csX315" fmla="*/ 592260 w 1878314"/>
              <a:gd name="csY315" fmla="*/ 1215891 h 1215891"/>
              <a:gd name="csX316" fmla="*/ 594140 w 1878314"/>
              <a:gd name="csY316" fmla="*/ 1215891 h 1215891"/>
              <a:gd name="csX317" fmla="*/ 596020 w 1878314"/>
              <a:gd name="csY317" fmla="*/ 1215891 h 1215891"/>
              <a:gd name="csX318" fmla="*/ 597901 w 1878314"/>
              <a:gd name="csY318" fmla="*/ 1215891 h 1215891"/>
              <a:gd name="csX319" fmla="*/ 599781 w 1878314"/>
              <a:gd name="csY319" fmla="*/ 1215891 h 1215891"/>
              <a:gd name="csX320" fmla="*/ 601661 w 1878314"/>
              <a:gd name="csY320" fmla="*/ 1215891 h 1215891"/>
              <a:gd name="csX321" fmla="*/ 603541 w 1878314"/>
              <a:gd name="csY321" fmla="*/ 1215891 h 1215891"/>
              <a:gd name="csX322" fmla="*/ 605422 w 1878314"/>
              <a:gd name="csY322" fmla="*/ 1215891 h 1215891"/>
              <a:gd name="csX323" fmla="*/ 607301 w 1878314"/>
              <a:gd name="csY323" fmla="*/ 1215891 h 1215891"/>
              <a:gd name="csX324" fmla="*/ 609181 w 1878314"/>
              <a:gd name="csY324" fmla="*/ 1215891 h 1215891"/>
              <a:gd name="csX325" fmla="*/ 611062 w 1878314"/>
              <a:gd name="csY325" fmla="*/ 1215891 h 1215891"/>
              <a:gd name="csX326" fmla="*/ 612942 w 1878314"/>
              <a:gd name="csY326" fmla="*/ 1215891 h 1215891"/>
              <a:gd name="csX327" fmla="*/ 614822 w 1878314"/>
              <a:gd name="csY327" fmla="*/ 1215891 h 1215891"/>
              <a:gd name="csX328" fmla="*/ 616702 w 1878314"/>
              <a:gd name="csY328" fmla="*/ 1215891 h 1215891"/>
              <a:gd name="csX329" fmla="*/ 618583 w 1878314"/>
              <a:gd name="csY329" fmla="*/ 1215891 h 1215891"/>
              <a:gd name="csX330" fmla="*/ 620463 w 1878314"/>
              <a:gd name="csY330" fmla="*/ 1215891 h 1215891"/>
              <a:gd name="csX331" fmla="*/ 622342 w 1878314"/>
              <a:gd name="csY331" fmla="*/ 1215891 h 1215891"/>
              <a:gd name="csX332" fmla="*/ 624224 w 1878314"/>
              <a:gd name="csY332" fmla="*/ 1215891 h 1215891"/>
              <a:gd name="csX333" fmla="*/ 626107 w 1878314"/>
              <a:gd name="csY333" fmla="*/ 1215891 h 1215891"/>
              <a:gd name="csX334" fmla="*/ 627979 w 1878314"/>
              <a:gd name="csY334" fmla="*/ 1215891 h 1215891"/>
              <a:gd name="csX335" fmla="*/ 629861 w 1878314"/>
              <a:gd name="csY335" fmla="*/ 1215891 h 1215891"/>
              <a:gd name="csX336" fmla="*/ 631744 w 1878314"/>
              <a:gd name="csY336" fmla="*/ 1215891 h 1215891"/>
              <a:gd name="csX337" fmla="*/ 633626 w 1878314"/>
              <a:gd name="csY337" fmla="*/ 1215891 h 1215891"/>
              <a:gd name="csX338" fmla="*/ 635508 w 1878314"/>
              <a:gd name="csY338" fmla="*/ 1215891 h 1215891"/>
              <a:gd name="csX339" fmla="*/ 637381 w 1878314"/>
              <a:gd name="csY339" fmla="*/ 1215891 h 1215891"/>
              <a:gd name="csX340" fmla="*/ 639263 w 1878314"/>
              <a:gd name="csY340" fmla="*/ 1215891 h 1215891"/>
              <a:gd name="csX341" fmla="*/ 641145 w 1878314"/>
              <a:gd name="csY341" fmla="*/ 1215891 h 1215891"/>
              <a:gd name="csX342" fmla="*/ 643027 w 1878314"/>
              <a:gd name="csY342" fmla="*/ 1215891 h 1215891"/>
              <a:gd name="csX343" fmla="*/ 644909 w 1878314"/>
              <a:gd name="csY343" fmla="*/ 1215891 h 1215891"/>
              <a:gd name="csX344" fmla="*/ 646782 w 1878314"/>
              <a:gd name="csY344" fmla="*/ 1215891 h 1215891"/>
              <a:gd name="csX345" fmla="*/ 648664 w 1878314"/>
              <a:gd name="csY345" fmla="*/ 1215891 h 1215891"/>
              <a:gd name="csX346" fmla="*/ 650546 w 1878314"/>
              <a:gd name="csY346" fmla="*/ 1215891 h 1215891"/>
              <a:gd name="csX347" fmla="*/ 652429 w 1878314"/>
              <a:gd name="csY347" fmla="*/ 1215891 h 1215891"/>
              <a:gd name="csX348" fmla="*/ 654311 w 1878314"/>
              <a:gd name="csY348" fmla="*/ 1215891 h 1215891"/>
              <a:gd name="csX349" fmla="*/ 656183 w 1878314"/>
              <a:gd name="csY349" fmla="*/ 1215891 h 1215891"/>
              <a:gd name="csX350" fmla="*/ 658066 w 1878314"/>
              <a:gd name="csY350" fmla="*/ 1215891 h 1215891"/>
              <a:gd name="csX351" fmla="*/ 659948 w 1878314"/>
              <a:gd name="csY351" fmla="*/ 1215891 h 1215891"/>
              <a:gd name="csX352" fmla="*/ 661830 w 1878314"/>
              <a:gd name="csY352" fmla="*/ 1215891 h 1215891"/>
              <a:gd name="csX353" fmla="*/ 663703 w 1878314"/>
              <a:gd name="csY353" fmla="*/ 1215891 h 1215891"/>
              <a:gd name="csX354" fmla="*/ 665585 w 1878314"/>
              <a:gd name="csY354" fmla="*/ 1215891 h 1215891"/>
              <a:gd name="csX355" fmla="*/ 667467 w 1878314"/>
              <a:gd name="csY355" fmla="*/ 1215891 h 1215891"/>
              <a:gd name="csX356" fmla="*/ 669349 w 1878314"/>
              <a:gd name="csY356" fmla="*/ 1215891 h 1215891"/>
              <a:gd name="csX357" fmla="*/ 671231 w 1878314"/>
              <a:gd name="csY357" fmla="*/ 1215891 h 1215891"/>
              <a:gd name="csX358" fmla="*/ 673104 w 1878314"/>
              <a:gd name="csY358" fmla="*/ 1215891 h 1215891"/>
              <a:gd name="csX359" fmla="*/ 674986 w 1878314"/>
              <a:gd name="csY359" fmla="*/ 1215891 h 1215891"/>
              <a:gd name="csX360" fmla="*/ 676868 w 1878314"/>
              <a:gd name="csY360" fmla="*/ 1215891 h 1215891"/>
              <a:gd name="csX361" fmla="*/ 678751 w 1878314"/>
              <a:gd name="csY361" fmla="*/ 1215891 h 1215891"/>
              <a:gd name="csX362" fmla="*/ 680633 w 1878314"/>
              <a:gd name="csY362" fmla="*/ 1215891 h 1215891"/>
              <a:gd name="csX363" fmla="*/ 682505 w 1878314"/>
              <a:gd name="csY363" fmla="*/ 1215891 h 1215891"/>
              <a:gd name="csX364" fmla="*/ 684387 w 1878314"/>
              <a:gd name="csY364" fmla="*/ 1215891 h 1215891"/>
              <a:gd name="csX365" fmla="*/ 686270 w 1878314"/>
              <a:gd name="csY365" fmla="*/ 1215891 h 1215891"/>
              <a:gd name="csX366" fmla="*/ 688152 w 1878314"/>
              <a:gd name="csY366" fmla="*/ 1215891 h 1215891"/>
              <a:gd name="csX367" fmla="*/ 690034 w 1878314"/>
              <a:gd name="csY367" fmla="*/ 1215891 h 1215891"/>
              <a:gd name="csX368" fmla="*/ 691907 w 1878314"/>
              <a:gd name="csY368" fmla="*/ 1215891 h 1215891"/>
              <a:gd name="csX369" fmla="*/ 693789 w 1878314"/>
              <a:gd name="csY369" fmla="*/ 1215891 h 1215891"/>
              <a:gd name="csX370" fmla="*/ 695671 w 1878314"/>
              <a:gd name="csY370" fmla="*/ 1215891 h 1215891"/>
              <a:gd name="csX371" fmla="*/ 697553 w 1878314"/>
              <a:gd name="csY371" fmla="*/ 1215891 h 1215891"/>
              <a:gd name="csX372" fmla="*/ 699435 w 1878314"/>
              <a:gd name="csY372" fmla="*/ 1215891 h 1215891"/>
              <a:gd name="csX373" fmla="*/ 701308 w 1878314"/>
              <a:gd name="csY373" fmla="*/ 1215891 h 1215891"/>
              <a:gd name="csX374" fmla="*/ 703190 w 1878314"/>
              <a:gd name="csY374" fmla="*/ 1215891 h 1215891"/>
              <a:gd name="csX375" fmla="*/ 705072 w 1878314"/>
              <a:gd name="csY375" fmla="*/ 1215891 h 1215891"/>
              <a:gd name="csX376" fmla="*/ 706955 w 1878314"/>
              <a:gd name="csY376" fmla="*/ 1215891 h 1215891"/>
              <a:gd name="csX377" fmla="*/ 708827 w 1878314"/>
              <a:gd name="csY377" fmla="*/ 1215891 h 1215891"/>
              <a:gd name="csX378" fmla="*/ 710709 w 1878314"/>
              <a:gd name="csY378" fmla="*/ 1215891 h 1215891"/>
              <a:gd name="csX379" fmla="*/ 712592 w 1878314"/>
              <a:gd name="csY379" fmla="*/ 1215891 h 1215891"/>
              <a:gd name="csX380" fmla="*/ 714474 w 1878314"/>
              <a:gd name="csY380" fmla="*/ 1215891 h 1215891"/>
              <a:gd name="csX381" fmla="*/ 716356 w 1878314"/>
              <a:gd name="csY381" fmla="*/ 1215891 h 1215891"/>
              <a:gd name="csX382" fmla="*/ 718229 w 1878314"/>
              <a:gd name="csY382" fmla="*/ 1215891 h 1215891"/>
              <a:gd name="csX383" fmla="*/ 720111 w 1878314"/>
              <a:gd name="csY383" fmla="*/ 1215891 h 1215891"/>
              <a:gd name="csX384" fmla="*/ 721993 w 1878314"/>
              <a:gd name="csY384" fmla="*/ 1215891 h 1215891"/>
              <a:gd name="csX385" fmla="*/ 723875 w 1878314"/>
              <a:gd name="csY385" fmla="*/ 1215891 h 1215891"/>
              <a:gd name="csX386" fmla="*/ 725757 w 1878314"/>
              <a:gd name="csY386" fmla="*/ 1215891 h 1215891"/>
              <a:gd name="csX387" fmla="*/ 727630 w 1878314"/>
              <a:gd name="csY387" fmla="*/ 1215891 h 1215891"/>
              <a:gd name="csX388" fmla="*/ 729512 w 1878314"/>
              <a:gd name="csY388" fmla="*/ 1215891 h 1215891"/>
              <a:gd name="csX389" fmla="*/ 731394 w 1878314"/>
              <a:gd name="csY389" fmla="*/ 1215891 h 1215891"/>
              <a:gd name="csX390" fmla="*/ 733277 w 1878314"/>
              <a:gd name="csY390" fmla="*/ 1215891 h 1215891"/>
              <a:gd name="csX391" fmla="*/ 735159 w 1878314"/>
              <a:gd name="csY391" fmla="*/ 1215891 h 1215891"/>
              <a:gd name="csX392" fmla="*/ 737031 w 1878314"/>
              <a:gd name="csY392" fmla="*/ 1215891 h 1215891"/>
              <a:gd name="csX393" fmla="*/ 738914 w 1878314"/>
              <a:gd name="csY393" fmla="*/ 1215891 h 1215891"/>
              <a:gd name="csX394" fmla="*/ 740796 w 1878314"/>
              <a:gd name="csY394" fmla="*/ 1215891 h 1215891"/>
              <a:gd name="csX395" fmla="*/ 742678 w 1878314"/>
              <a:gd name="csY395" fmla="*/ 1215891 h 1215891"/>
              <a:gd name="csX396" fmla="*/ 744560 w 1878314"/>
              <a:gd name="csY396" fmla="*/ 1215891 h 1215891"/>
              <a:gd name="csX397" fmla="*/ 746433 w 1878314"/>
              <a:gd name="csY397" fmla="*/ 1215891 h 1215891"/>
              <a:gd name="csX398" fmla="*/ 748315 w 1878314"/>
              <a:gd name="csY398" fmla="*/ 1215891 h 1215891"/>
              <a:gd name="csX399" fmla="*/ 750197 w 1878314"/>
              <a:gd name="csY399" fmla="*/ 1215891 h 1215891"/>
              <a:gd name="csX400" fmla="*/ 752079 w 1878314"/>
              <a:gd name="csY400" fmla="*/ 1215891 h 1215891"/>
              <a:gd name="csX401" fmla="*/ 753952 w 1878314"/>
              <a:gd name="csY401" fmla="*/ 1215891 h 1215891"/>
              <a:gd name="csX402" fmla="*/ 755834 w 1878314"/>
              <a:gd name="csY402" fmla="*/ 1215891 h 1215891"/>
              <a:gd name="csX403" fmla="*/ 757716 w 1878314"/>
              <a:gd name="csY403" fmla="*/ 1215891 h 1215891"/>
              <a:gd name="csX404" fmla="*/ 759598 w 1878314"/>
              <a:gd name="csY404" fmla="*/ 1215891 h 1215891"/>
              <a:gd name="csX405" fmla="*/ 761481 w 1878314"/>
              <a:gd name="csY405" fmla="*/ 1215891 h 1215891"/>
              <a:gd name="csX406" fmla="*/ 763353 w 1878314"/>
              <a:gd name="csY406" fmla="*/ 1215891 h 1215891"/>
              <a:gd name="csX407" fmla="*/ 765235 w 1878314"/>
              <a:gd name="csY407" fmla="*/ 1215891 h 1215891"/>
              <a:gd name="csX408" fmla="*/ 767118 w 1878314"/>
              <a:gd name="csY408" fmla="*/ 1215891 h 1215891"/>
              <a:gd name="csX409" fmla="*/ 769000 w 1878314"/>
              <a:gd name="csY409" fmla="*/ 1215891 h 1215891"/>
              <a:gd name="csX410" fmla="*/ 770882 w 1878314"/>
              <a:gd name="csY410" fmla="*/ 1215891 h 1215891"/>
              <a:gd name="csX411" fmla="*/ 772755 w 1878314"/>
              <a:gd name="csY411" fmla="*/ 1215891 h 1215891"/>
              <a:gd name="csX412" fmla="*/ 774637 w 1878314"/>
              <a:gd name="csY412" fmla="*/ 1215891 h 1215891"/>
              <a:gd name="csX413" fmla="*/ 776519 w 1878314"/>
              <a:gd name="csY413" fmla="*/ 1215891 h 1215891"/>
              <a:gd name="csX414" fmla="*/ 778401 w 1878314"/>
              <a:gd name="csY414" fmla="*/ 1215891 h 1215891"/>
              <a:gd name="csX415" fmla="*/ 780283 w 1878314"/>
              <a:gd name="csY415" fmla="*/ 1215891 h 1215891"/>
              <a:gd name="csX416" fmla="*/ 782156 w 1878314"/>
              <a:gd name="csY416" fmla="*/ 1215891 h 1215891"/>
              <a:gd name="csX417" fmla="*/ 784038 w 1878314"/>
              <a:gd name="csY417" fmla="*/ 1215891 h 1215891"/>
              <a:gd name="csX418" fmla="*/ 785920 w 1878314"/>
              <a:gd name="csY418" fmla="*/ 1215891 h 1215891"/>
              <a:gd name="csX419" fmla="*/ 787803 w 1878314"/>
              <a:gd name="csY419" fmla="*/ 1215891 h 1215891"/>
              <a:gd name="csX420" fmla="*/ 789685 w 1878314"/>
              <a:gd name="csY420" fmla="*/ 1215891 h 1215891"/>
              <a:gd name="csX421" fmla="*/ 791557 w 1878314"/>
              <a:gd name="csY421" fmla="*/ 1215891 h 1215891"/>
              <a:gd name="csX422" fmla="*/ 793440 w 1878314"/>
              <a:gd name="csY422" fmla="*/ 1215891 h 1215891"/>
              <a:gd name="csX423" fmla="*/ 795322 w 1878314"/>
              <a:gd name="csY423" fmla="*/ 1215891 h 1215891"/>
              <a:gd name="csX424" fmla="*/ 797204 w 1878314"/>
              <a:gd name="csY424" fmla="*/ 1215891 h 1215891"/>
              <a:gd name="csX425" fmla="*/ 799077 w 1878314"/>
              <a:gd name="csY425" fmla="*/ 1215891 h 1215891"/>
              <a:gd name="csX426" fmla="*/ 800959 w 1878314"/>
              <a:gd name="csY426" fmla="*/ 1215891 h 1215891"/>
              <a:gd name="csX427" fmla="*/ 802841 w 1878314"/>
              <a:gd name="csY427" fmla="*/ 1215891 h 1215891"/>
              <a:gd name="csX428" fmla="*/ 804723 w 1878314"/>
              <a:gd name="csY428" fmla="*/ 1215891 h 1215891"/>
              <a:gd name="csX429" fmla="*/ 806605 w 1878314"/>
              <a:gd name="csY429" fmla="*/ 1215891 h 1215891"/>
              <a:gd name="csX430" fmla="*/ 808478 w 1878314"/>
              <a:gd name="csY430" fmla="*/ 1215891 h 1215891"/>
              <a:gd name="csX431" fmla="*/ 810360 w 1878314"/>
              <a:gd name="csY431" fmla="*/ 1215891 h 1215891"/>
              <a:gd name="csX432" fmla="*/ 812242 w 1878314"/>
              <a:gd name="csY432" fmla="*/ 1215891 h 1215891"/>
              <a:gd name="csX433" fmla="*/ 814125 w 1878314"/>
              <a:gd name="csY433" fmla="*/ 1215891 h 1215891"/>
              <a:gd name="csX434" fmla="*/ 816007 w 1878314"/>
              <a:gd name="csY434" fmla="*/ 1215891 h 1215891"/>
              <a:gd name="csX435" fmla="*/ 817879 w 1878314"/>
              <a:gd name="csY435" fmla="*/ 1215891 h 1215891"/>
              <a:gd name="csX436" fmla="*/ 819762 w 1878314"/>
              <a:gd name="csY436" fmla="*/ 1215891 h 1215891"/>
              <a:gd name="csX437" fmla="*/ 821644 w 1878314"/>
              <a:gd name="csY437" fmla="*/ 1215891 h 1215891"/>
              <a:gd name="csX438" fmla="*/ 823526 w 1878314"/>
              <a:gd name="csY438" fmla="*/ 1215891 h 1215891"/>
              <a:gd name="csX439" fmla="*/ 825408 w 1878314"/>
              <a:gd name="csY439" fmla="*/ 1215891 h 1215891"/>
              <a:gd name="csX440" fmla="*/ 827281 w 1878314"/>
              <a:gd name="csY440" fmla="*/ 1215891 h 1215891"/>
              <a:gd name="csX441" fmla="*/ 829163 w 1878314"/>
              <a:gd name="csY441" fmla="*/ 1215891 h 1215891"/>
              <a:gd name="csX442" fmla="*/ 831045 w 1878314"/>
              <a:gd name="csY442" fmla="*/ 1215891 h 1215891"/>
              <a:gd name="csX443" fmla="*/ 832927 w 1878314"/>
              <a:gd name="csY443" fmla="*/ 1215891 h 1215891"/>
              <a:gd name="csX444" fmla="*/ 834800 w 1878314"/>
              <a:gd name="csY444" fmla="*/ 1215891 h 1215891"/>
              <a:gd name="csX445" fmla="*/ 836682 w 1878314"/>
              <a:gd name="csY445" fmla="*/ 1215891 h 1215891"/>
              <a:gd name="csX446" fmla="*/ 838564 w 1878314"/>
              <a:gd name="csY446" fmla="*/ 1215891 h 1215891"/>
              <a:gd name="csX447" fmla="*/ 840446 w 1878314"/>
              <a:gd name="csY447" fmla="*/ 1215891 h 1215891"/>
              <a:gd name="csX448" fmla="*/ 842329 w 1878314"/>
              <a:gd name="csY448" fmla="*/ 1215891 h 1215891"/>
              <a:gd name="csX449" fmla="*/ 844201 w 1878314"/>
              <a:gd name="csY449" fmla="*/ 1215891 h 1215891"/>
              <a:gd name="csX450" fmla="*/ 846083 w 1878314"/>
              <a:gd name="csY450" fmla="*/ 1215891 h 1215891"/>
              <a:gd name="csX451" fmla="*/ 847966 w 1878314"/>
              <a:gd name="csY451" fmla="*/ 1215891 h 1215891"/>
              <a:gd name="csX452" fmla="*/ 849848 w 1878314"/>
              <a:gd name="csY452" fmla="*/ 1215891 h 1215891"/>
              <a:gd name="csX453" fmla="*/ 851730 w 1878314"/>
              <a:gd name="csY453" fmla="*/ 1215891 h 1215891"/>
              <a:gd name="csX454" fmla="*/ 853603 w 1878314"/>
              <a:gd name="csY454" fmla="*/ 1215891 h 1215891"/>
              <a:gd name="csX455" fmla="*/ 855485 w 1878314"/>
              <a:gd name="csY455" fmla="*/ 1215891 h 1215891"/>
              <a:gd name="csX456" fmla="*/ 857367 w 1878314"/>
              <a:gd name="csY456" fmla="*/ 1215891 h 1215891"/>
              <a:gd name="csX457" fmla="*/ 859249 w 1878314"/>
              <a:gd name="csY457" fmla="*/ 1215891 h 1215891"/>
              <a:gd name="csX458" fmla="*/ 861131 w 1878314"/>
              <a:gd name="csY458" fmla="*/ 1215891 h 1215891"/>
              <a:gd name="csX459" fmla="*/ 863004 w 1878314"/>
              <a:gd name="csY459" fmla="*/ 1215891 h 1215891"/>
              <a:gd name="csX460" fmla="*/ 864886 w 1878314"/>
              <a:gd name="csY460" fmla="*/ 1215891 h 1215891"/>
              <a:gd name="csX461" fmla="*/ 866768 w 1878314"/>
              <a:gd name="csY461" fmla="*/ 1215891 h 1215891"/>
              <a:gd name="csX462" fmla="*/ 868651 w 1878314"/>
              <a:gd name="csY462" fmla="*/ 1215891 h 1215891"/>
              <a:gd name="csX463" fmla="*/ 870533 w 1878314"/>
              <a:gd name="csY463" fmla="*/ 1215891 h 1215891"/>
              <a:gd name="csX464" fmla="*/ 872405 w 1878314"/>
              <a:gd name="csY464" fmla="*/ 1215891 h 1215891"/>
              <a:gd name="csX465" fmla="*/ 874288 w 1878314"/>
              <a:gd name="csY465" fmla="*/ 1215891 h 1215891"/>
              <a:gd name="csX466" fmla="*/ 876170 w 1878314"/>
              <a:gd name="csY466" fmla="*/ 1215891 h 1215891"/>
              <a:gd name="csX467" fmla="*/ 878052 w 1878314"/>
              <a:gd name="csY467" fmla="*/ 1215891 h 1215891"/>
              <a:gd name="csX468" fmla="*/ 879925 w 1878314"/>
              <a:gd name="csY468" fmla="*/ 1215891 h 1215891"/>
              <a:gd name="csX469" fmla="*/ 881807 w 1878314"/>
              <a:gd name="csY469" fmla="*/ 1215891 h 1215891"/>
              <a:gd name="csX470" fmla="*/ 883689 w 1878314"/>
              <a:gd name="csY470" fmla="*/ 1215891 h 1215891"/>
              <a:gd name="csX471" fmla="*/ 885571 w 1878314"/>
              <a:gd name="csY471" fmla="*/ 1215891 h 1215891"/>
              <a:gd name="csX472" fmla="*/ 887453 w 1878314"/>
              <a:gd name="csY472" fmla="*/ 1215891 h 1215891"/>
              <a:gd name="csX473" fmla="*/ 889326 w 1878314"/>
              <a:gd name="csY473" fmla="*/ 1215891 h 1215891"/>
              <a:gd name="csX474" fmla="*/ 891208 w 1878314"/>
              <a:gd name="csY474" fmla="*/ 1215891 h 1215891"/>
              <a:gd name="csX475" fmla="*/ 893090 w 1878314"/>
              <a:gd name="csY475" fmla="*/ 1215891 h 1215891"/>
              <a:gd name="csX476" fmla="*/ 894973 w 1878314"/>
              <a:gd name="csY476" fmla="*/ 1215891 h 1215891"/>
              <a:gd name="csX477" fmla="*/ 896855 w 1878314"/>
              <a:gd name="csY477" fmla="*/ 1215891 h 1215891"/>
              <a:gd name="csX478" fmla="*/ 898727 w 1878314"/>
              <a:gd name="csY478" fmla="*/ 1215882 h 1215891"/>
              <a:gd name="csX479" fmla="*/ 900609 w 1878314"/>
              <a:gd name="csY479" fmla="*/ 1215882 h 1215891"/>
              <a:gd name="csX480" fmla="*/ 902492 w 1878314"/>
              <a:gd name="csY480" fmla="*/ 1215882 h 1215891"/>
              <a:gd name="csX481" fmla="*/ 904374 w 1878314"/>
              <a:gd name="csY481" fmla="*/ 1215882 h 1215891"/>
              <a:gd name="csX482" fmla="*/ 906256 w 1878314"/>
              <a:gd name="csY482" fmla="*/ 1215882 h 1215891"/>
              <a:gd name="csX483" fmla="*/ 908129 w 1878314"/>
              <a:gd name="csY483" fmla="*/ 1215882 h 1215891"/>
              <a:gd name="csX484" fmla="*/ 910011 w 1878314"/>
              <a:gd name="csY484" fmla="*/ 1215882 h 1215891"/>
              <a:gd name="csX485" fmla="*/ 911893 w 1878314"/>
              <a:gd name="csY485" fmla="*/ 1215882 h 1215891"/>
              <a:gd name="csX486" fmla="*/ 913775 w 1878314"/>
              <a:gd name="csY486" fmla="*/ 1215882 h 1215891"/>
              <a:gd name="csX487" fmla="*/ 915657 w 1878314"/>
              <a:gd name="csY487" fmla="*/ 1215882 h 1215891"/>
              <a:gd name="csX488" fmla="*/ 917530 w 1878314"/>
              <a:gd name="csY488" fmla="*/ 1215882 h 1215891"/>
              <a:gd name="csX489" fmla="*/ 919412 w 1878314"/>
              <a:gd name="csY489" fmla="*/ 1215872 h 1215891"/>
              <a:gd name="csX490" fmla="*/ 921294 w 1878314"/>
              <a:gd name="csY490" fmla="*/ 1215872 h 1215891"/>
              <a:gd name="csX491" fmla="*/ 923177 w 1878314"/>
              <a:gd name="csY491" fmla="*/ 1215872 h 1215891"/>
              <a:gd name="csX492" fmla="*/ 925049 w 1878314"/>
              <a:gd name="csY492" fmla="*/ 1215872 h 1215891"/>
              <a:gd name="csX493" fmla="*/ 926931 w 1878314"/>
              <a:gd name="csY493" fmla="*/ 1215872 h 1215891"/>
              <a:gd name="csX494" fmla="*/ 928814 w 1878314"/>
              <a:gd name="csY494" fmla="*/ 1215872 h 1215891"/>
              <a:gd name="csX495" fmla="*/ 930696 w 1878314"/>
              <a:gd name="csY495" fmla="*/ 1215862 h 1215891"/>
              <a:gd name="csX496" fmla="*/ 932578 w 1878314"/>
              <a:gd name="csY496" fmla="*/ 1215862 h 1215891"/>
              <a:gd name="csX497" fmla="*/ 934451 w 1878314"/>
              <a:gd name="csY497" fmla="*/ 1215862 h 1215891"/>
              <a:gd name="csX498" fmla="*/ 936333 w 1878314"/>
              <a:gd name="csY498" fmla="*/ 1215862 h 1215891"/>
              <a:gd name="csX499" fmla="*/ 938215 w 1878314"/>
              <a:gd name="csY499" fmla="*/ 1215862 h 1215891"/>
              <a:gd name="csX500" fmla="*/ 940097 w 1878314"/>
              <a:gd name="csY500" fmla="*/ 1215853 h 1215891"/>
              <a:gd name="csX501" fmla="*/ 941979 w 1878314"/>
              <a:gd name="csY501" fmla="*/ 1215853 h 1215891"/>
              <a:gd name="csX502" fmla="*/ 943852 w 1878314"/>
              <a:gd name="csY502" fmla="*/ 1215853 h 1215891"/>
              <a:gd name="csX503" fmla="*/ 945734 w 1878314"/>
              <a:gd name="csY503" fmla="*/ 1215843 h 1215891"/>
              <a:gd name="csX504" fmla="*/ 947616 w 1878314"/>
              <a:gd name="csY504" fmla="*/ 1215843 h 1215891"/>
              <a:gd name="csX505" fmla="*/ 949499 w 1878314"/>
              <a:gd name="csY505" fmla="*/ 1215843 h 1215891"/>
              <a:gd name="csX506" fmla="*/ 951381 w 1878314"/>
              <a:gd name="csY506" fmla="*/ 1215833 h 1215891"/>
              <a:gd name="csX507" fmla="*/ 953253 w 1878314"/>
              <a:gd name="csY507" fmla="*/ 1215833 h 1215891"/>
              <a:gd name="csX508" fmla="*/ 955136 w 1878314"/>
              <a:gd name="csY508" fmla="*/ 1215823 h 1215891"/>
              <a:gd name="csX509" fmla="*/ 957018 w 1878314"/>
              <a:gd name="csY509" fmla="*/ 1215823 h 1215891"/>
              <a:gd name="csX510" fmla="*/ 958900 w 1878314"/>
              <a:gd name="csY510" fmla="*/ 1215814 h 1215891"/>
              <a:gd name="csX511" fmla="*/ 960782 w 1878314"/>
              <a:gd name="csY511" fmla="*/ 1215814 h 1215891"/>
              <a:gd name="csX512" fmla="*/ 962655 w 1878314"/>
              <a:gd name="csY512" fmla="*/ 1215804 h 1215891"/>
              <a:gd name="csX513" fmla="*/ 964537 w 1878314"/>
              <a:gd name="csY513" fmla="*/ 1215794 h 1215891"/>
              <a:gd name="csX514" fmla="*/ 966419 w 1878314"/>
              <a:gd name="csY514" fmla="*/ 1215794 h 1215891"/>
              <a:gd name="csX515" fmla="*/ 968301 w 1878314"/>
              <a:gd name="csY515" fmla="*/ 1215785 h 1215891"/>
              <a:gd name="csX516" fmla="*/ 970174 w 1878314"/>
              <a:gd name="csY516" fmla="*/ 1215775 h 1215891"/>
              <a:gd name="csX517" fmla="*/ 972056 w 1878314"/>
              <a:gd name="csY517" fmla="*/ 1215775 h 1215891"/>
              <a:gd name="csX518" fmla="*/ 973938 w 1878314"/>
              <a:gd name="csY518" fmla="*/ 1215765 h 1215891"/>
              <a:gd name="csX519" fmla="*/ 975820 w 1878314"/>
              <a:gd name="csY519" fmla="*/ 1215756 h 1215891"/>
              <a:gd name="csX520" fmla="*/ 977703 w 1878314"/>
              <a:gd name="csY520" fmla="*/ 1215746 h 1215891"/>
              <a:gd name="csX521" fmla="*/ 979575 w 1878314"/>
              <a:gd name="csY521" fmla="*/ 1215736 h 1215891"/>
              <a:gd name="csX522" fmla="*/ 981458 w 1878314"/>
              <a:gd name="csY522" fmla="*/ 1215726 h 1215891"/>
              <a:gd name="csX523" fmla="*/ 983340 w 1878314"/>
              <a:gd name="csY523" fmla="*/ 1215717 h 1215891"/>
              <a:gd name="csX524" fmla="*/ 985222 w 1878314"/>
              <a:gd name="csY524" fmla="*/ 1215697 h 1215891"/>
              <a:gd name="csX525" fmla="*/ 987104 w 1878314"/>
              <a:gd name="csY525" fmla="*/ 1215688 h 1215891"/>
              <a:gd name="csX526" fmla="*/ 988977 w 1878314"/>
              <a:gd name="csY526" fmla="*/ 1215678 h 1215891"/>
              <a:gd name="csX527" fmla="*/ 990859 w 1878314"/>
              <a:gd name="csY527" fmla="*/ 1215658 h 1215891"/>
              <a:gd name="csX528" fmla="*/ 992741 w 1878314"/>
              <a:gd name="csY528" fmla="*/ 1215649 h 1215891"/>
              <a:gd name="csX529" fmla="*/ 994623 w 1878314"/>
              <a:gd name="csY529" fmla="*/ 1215629 h 1215891"/>
              <a:gd name="csX530" fmla="*/ 996506 w 1878314"/>
              <a:gd name="csY530" fmla="*/ 1215610 h 1215891"/>
              <a:gd name="csX531" fmla="*/ 998378 w 1878314"/>
              <a:gd name="csY531" fmla="*/ 1215591 h 1215891"/>
              <a:gd name="csX532" fmla="*/ 1000260 w 1878314"/>
              <a:gd name="csY532" fmla="*/ 1215571 h 1215891"/>
              <a:gd name="csX533" fmla="*/ 1002142 w 1878314"/>
              <a:gd name="csY533" fmla="*/ 1215552 h 1215891"/>
              <a:gd name="csX534" fmla="*/ 1004025 w 1878314"/>
              <a:gd name="csY534" fmla="*/ 1215532 h 1215891"/>
              <a:gd name="csX535" fmla="*/ 1005907 w 1878314"/>
              <a:gd name="csY535" fmla="*/ 1215513 h 1215891"/>
              <a:gd name="csX536" fmla="*/ 1007779 w 1878314"/>
              <a:gd name="csY536" fmla="*/ 1215484 h 1215891"/>
              <a:gd name="csX537" fmla="*/ 1009662 w 1878314"/>
              <a:gd name="csY537" fmla="*/ 1215455 h 1215891"/>
              <a:gd name="csX538" fmla="*/ 1011544 w 1878314"/>
              <a:gd name="csY538" fmla="*/ 1215435 h 1215891"/>
              <a:gd name="csX539" fmla="*/ 1013426 w 1878314"/>
              <a:gd name="csY539" fmla="*/ 1215406 h 1215891"/>
              <a:gd name="csX540" fmla="*/ 1015299 w 1878314"/>
              <a:gd name="csY540" fmla="*/ 1215377 h 1215891"/>
              <a:gd name="csX541" fmla="*/ 1017181 w 1878314"/>
              <a:gd name="csY541" fmla="*/ 1215338 h 1215891"/>
              <a:gd name="csX542" fmla="*/ 1019063 w 1878314"/>
              <a:gd name="csY542" fmla="*/ 1215309 h 1215891"/>
              <a:gd name="csX543" fmla="*/ 1020945 w 1878314"/>
              <a:gd name="csY543" fmla="*/ 1215270 h 1215891"/>
              <a:gd name="csX544" fmla="*/ 1022827 w 1878314"/>
              <a:gd name="csY544" fmla="*/ 1215232 h 1215891"/>
              <a:gd name="csX545" fmla="*/ 1024700 w 1878314"/>
              <a:gd name="csY545" fmla="*/ 1215193 h 1215891"/>
              <a:gd name="csX546" fmla="*/ 1026582 w 1878314"/>
              <a:gd name="csY546" fmla="*/ 1215154 h 1215891"/>
              <a:gd name="csX547" fmla="*/ 1028464 w 1878314"/>
              <a:gd name="csY547" fmla="*/ 1215105 h 1215891"/>
              <a:gd name="csX548" fmla="*/ 1030347 w 1878314"/>
              <a:gd name="csY548" fmla="*/ 1215057 h 1215891"/>
              <a:gd name="csX549" fmla="*/ 1032229 w 1878314"/>
              <a:gd name="csY549" fmla="*/ 1215008 h 1215891"/>
              <a:gd name="csX550" fmla="*/ 1034101 w 1878314"/>
              <a:gd name="csY550" fmla="*/ 1214960 h 1215891"/>
              <a:gd name="csX551" fmla="*/ 1035984 w 1878314"/>
              <a:gd name="csY551" fmla="*/ 1214902 h 1215891"/>
              <a:gd name="csX552" fmla="*/ 1037866 w 1878314"/>
              <a:gd name="csY552" fmla="*/ 1214843 h 1215891"/>
              <a:gd name="csX553" fmla="*/ 1039748 w 1878314"/>
              <a:gd name="csY553" fmla="*/ 1214785 h 1215891"/>
              <a:gd name="csX554" fmla="*/ 1041630 w 1878314"/>
              <a:gd name="csY554" fmla="*/ 1214717 h 1215891"/>
              <a:gd name="csX555" fmla="*/ 1043503 w 1878314"/>
              <a:gd name="csY555" fmla="*/ 1214650 h 1215891"/>
              <a:gd name="csX556" fmla="*/ 1045385 w 1878314"/>
              <a:gd name="csY556" fmla="*/ 1214582 h 1215891"/>
              <a:gd name="csX557" fmla="*/ 1047267 w 1878314"/>
              <a:gd name="csY557" fmla="*/ 1214504 h 1215891"/>
              <a:gd name="csX558" fmla="*/ 1049149 w 1878314"/>
              <a:gd name="csY558" fmla="*/ 1214426 h 1215891"/>
              <a:gd name="csX559" fmla="*/ 1051022 w 1878314"/>
              <a:gd name="csY559" fmla="*/ 1214339 h 1215891"/>
              <a:gd name="csX560" fmla="*/ 1052904 w 1878314"/>
              <a:gd name="csY560" fmla="*/ 1214252 h 1215891"/>
              <a:gd name="csX561" fmla="*/ 1054786 w 1878314"/>
              <a:gd name="csY561" fmla="*/ 1214155 h 1215891"/>
              <a:gd name="csX562" fmla="*/ 1056669 w 1878314"/>
              <a:gd name="csY562" fmla="*/ 1214058 h 1215891"/>
              <a:gd name="csX563" fmla="*/ 1058551 w 1878314"/>
              <a:gd name="csY563" fmla="*/ 1213961 h 1215891"/>
              <a:gd name="csX564" fmla="*/ 1060423 w 1878314"/>
              <a:gd name="csY564" fmla="*/ 1213844 h 1215891"/>
              <a:gd name="csX565" fmla="*/ 1062305 w 1878314"/>
              <a:gd name="csY565" fmla="*/ 1213737 h 1215891"/>
              <a:gd name="csX566" fmla="*/ 1064188 w 1878314"/>
              <a:gd name="csY566" fmla="*/ 1213611 h 1215891"/>
              <a:gd name="csX567" fmla="*/ 1066070 w 1878314"/>
              <a:gd name="csY567" fmla="*/ 1213485 h 1215891"/>
              <a:gd name="csX568" fmla="*/ 1067952 w 1878314"/>
              <a:gd name="csY568" fmla="*/ 1213359 h 1215891"/>
              <a:gd name="csX569" fmla="*/ 1069825 w 1878314"/>
              <a:gd name="csY569" fmla="*/ 1213214 h 1215891"/>
              <a:gd name="csX570" fmla="*/ 1071707 w 1878314"/>
              <a:gd name="csY570" fmla="*/ 1213068 h 1215891"/>
              <a:gd name="csX571" fmla="*/ 1073589 w 1878314"/>
              <a:gd name="csY571" fmla="*/ 1212922 h 1215891"/>
              <a:gd name="csX572" fmla="*/ 1075471 w 1878314"/>
              <a:gd name="csY572" fmla="*/ 1212758 h 1215891"/>
              <a:gd name="csX573" fmla="*/ 1077354 w 1878314"/>
              <a:gd name="csY573" fmla="*/ 1212593 h 1215891"/>
              <a:gd name="csX574" fmla="*/ 1079226 w 1878314"/>
              <a:gd name="csY574" fmla="*/ 1212418 h 1215891"/>
              <a:gd name="csX575" fmla="*/ 1081108 w 1878314"/>
              <a:gd name="csY575" fmla="*/ 1212234 h 1215891"/>
              <a:gd name="csX576" fmla="*/ 1082990 w 1878314"/>
              <a:gd name="csY576" fmla="*/ 1212040 h 1215891"/>
              <a:gd name="csX577" fmla="*/ 1084873 w 1878314"/>
              <a:gd name="csY577" fmla="*/ 1211836 h 1215891"/>
              <a:gd name="csX578" fmla="*/ 1086755 w 1878314"/>
              <a:gd name="csY578" fmla="*/ 1211622 h 1215891"/>
              <a:gd name="csX579" fmla="*/ 1088627 w 1878314"/>
              <a:gd name="csY579" fmla="*/ 1211399 h 1215891"/>
              <a:gd name="csX580" fmla="*/ 1090510 w 1878314"/>
              <a:gd name="csY580" fmla="*/ 1211157 h 1215891"/>
              <a:gd name="csX581" fmla="*/ 1092392 w 1878314"/>
              <a:gd name="csY581" fmla="*/ 1210914 h 1215891"/>
              <a:gd name="csX582" fmla="*/ 1094274 w 1878314"/>
              <a:gd name="csY582" fmla="*/ 1210662 h 1215891"/>
              <a:gd name="csX583" fmla="*/ 1096147 w 1878314"/>
              <a:gd name="csY583" fmla="*/ 1210390 h 1215891"/>
              <a:gd name="csX584" fmla="*/ 1098029 w 1878314"/>
              <a:gd name="csY584" fmla="*/ 1210109 h 1215891"/>
              <a:gd name="csX585" fmla="*/ 1099911 w 1878314"/>
              <a:gd name="csY585" fmla="*/ 1209818 h 1215891"/>
              <a:gd name="csX586" fmla="*/ 1101793 w 1878314"/>
              <a:gd name="csY586" fmla="*/ 1209507 h 1215891"/>
              <a:gd name="csX587" fmla="*/ 1103675 w 1878314"/>
              <a:gd name="csY587" fmla="*/ 1209187 h 1215891"/>
              <a:gd name="csX588" fmla="*/ 1105548 w 1878314"/>
              <a:gd name="csY588" fmla="*/ 1208857 h 1215891"/>
              <a:gd name="csX589" fmla="*/ 1107430 w 1878314"/>
              <a:gd name="csY589" fmla="*/ 1208498 h 1215891"/>
              <a:gd name="csX590" fmla="*/ 1109312 w 1878314"/>
              <a:gd name="csY590" fmla="*/ 1208139 h 1215891"/>
              <a:gd name="csX591" fmla="*/ 1111195 w 1878314"/>
              <a:gd name="csY591" fmla="*/ 1207751 h 1215891"/>
              <a:gd name="csX592" fmla="*/ 1113077 w 1878314"/>
              <a:gd name="csY592" fmla="*/ 1207353 h 1215891"/>
              <a:gd name="csX593" fmla="*/ 1114949 w 1878314"/>
              <a:gd name="csY593" fmla="*/ 1206936 h 1215891"/>
              <a:gd name="csX594" fmla="*/ 1116831 w 1878314"/>
              <a:gd name="csY594" fmla="*/ 1206500 h 1215891"/>
              <a:gd name="csX595" fmla="*/ 1118714 w 1878314"/>
              <a:gd name="csY595" fmla="*/ 1206044 h 1215891"/>
              <a:gd name="csX596" fmla="*/ 1120596 w 1878314"/>
              <a:gd name="csY596" fmla="*/ 1205578 h 1215891"/>
              <a:gd name="csX597" fmla="*/ 1122478 w 1878314"/>
              <a:gd name="csY597" fmla="*/ 1205083 h 1215891"/>
              <a:gd name="csX598" fmla="*/ 1124351 w 1878314"/>
              <a:gd name="csY598" fmla="*/ 1204569 h 1215891"/>
              <a:gd name="csX599" fmla="*/ 1126233 w 1878314"/>
              <a:gd name="csY599" fmla="*/ 1204026 h 1215891"/>
              <a:gd name="csX600" fmla="*/ 1128115 w 1878314"/>
              <a:gd name="csY600" fmla="*/ 1203473 h 1215891"/>
              <a:gd name="csX601" fmla="*/ 1129997 w 1878314"/>
              <a:gd name="csY601" fmla="*/ 1202881 h 1215891"/>
              <a:gd name="csX602" fmla="*/ 1131880 w 1878314"/>
              <a:gd name="csY602" fmla="*/ 1202279 h 1215891"/>
              <a:gd name="csX603" fmla="*/ 1133752 w 1878314"/>
              <a:gd name="csY603" fmla="*/ 1201649 h 1215891"/>
              <a:gd name="csX604" fmla="*/ 1135634 w 1878314"/>
              <a:gd name="csY604" fmla="*/ 1200989 h 1215891"/>
              <a:gd name="csX605" fmla="*/ 1137517 w 1878314"/>
              <a:gd name="csY605" fmla="*/ 1200300 h 1215891"/>
              <a:gd name="csX606" fmla="*/ 1139399 w 1878314"/>
              <a:gd name="csY606" fmla="*/ 1199592 h 1215891"/>
              <a:gd name="csX607" fmla="*/ 1141271 w 1878314"/>
              <a:gd name="csY607" fmla="*/ 1198854 h 1215891"/>
              <a:gd name="csX608" fmla="*/ 1143153 w 1878314"/>
              <a:gd name="csY608" fmla="*/ 1198078 h 1215891"/>
              <a:gd name="csX609" fmla="*/ 1145036 w 1878314"/>
              <a:gd name="csY609" fmla="*/ 1197283 h 1215891"/>
              <a:gd name="csX610" fmla="*/ 1146918 w 1878314"/>
              <a:gd name="csY610" fmla="*/ 1196448 h 1215891"/>
              <a:gd name="csX611" fmla="*/ 1148800 w 1878314"/>
              <a:gd name="csY611" fmla="*/ 1195575 h 1215891"/>
              <a:gd name="csX612" fmla="*/ 1150673 w 1878314"/>
              <a:gd name="csY612" fmla="*/ 1194682 h 1215891"/>
              <a:gd name="csX613" fmla="*/ 1152555 w 1878314"/>
              <a:gd name="csY613" fmla="*/ 1193751 h 1215891"/>
              <a:gd name="csX614" fmla="*/ 1154437 w 1878314"/>
              <a:gd name="csY614" fmla="*/ 1192781 h 1215891"/>
              <a:gd name="csX615" fmla="*/ 1156319 w 1878314"/>
              <a:gd name="csY615" fmla="*/ 1191772 h 1215891"/>
              <a:gd name="csX616" fmla="*/ 1158201 w 1878314"/>
              <a:gd name="csY616" fmla="*/ 1190724 h 1215891"/>
              <a:gd name="csX617" fmla="*/ 1160074 w 1878314"/>
              <a:gd name="csY617" fmla="*/ 1189647 h 1215891"/>
              <a:gd name="csX618" fmla="*/ 1161956 w 1878314"/>
              <a:gd name="csY618" fmla="*/ 1188522 h 1215891"/>
              <a:gd name="csX619" fmla="*/ 1163838 w 1878314"/>
              <a:gd name="csY619" fmla="*/ 1187357 h 1215891"/>
              <a:gd name="csX620" fmla="*/ 1165721 w 1878314"/>
              <a:gd name="csY620" fmla="*/ 1186145 h 1215891"/>
              <a:gd name="csX621" fmla="*/ 1167603 w 1878314"/>
              <a:gd name="csY621" fmla="*/ 1184893 h 1215891"/>
              <a:gd name="csX622" fmla="*/ 1169475 w 1878314"/>
              <a:gd name="csY622" fmla="*/ 1183593 h 1215891"/>
              <a:gd name="csX623" fmla="*/ 1171358 w 1878314"/>
              <a:gd name="csY623" fmla="*/ 1182254 h 1215891"/>
              <a:gd name="csX624" fmla="*/ 1173240 w 1878314"/>
              <a:gd name="csY624" fmla="*/ 1180857 h 1215891"/>
              <a:gd name="csX625" fmla="*/ 1175122 w 1878314"/>
              <a:gd name="csY625" fmla="*/ 1179421 h 1215891"/>
              <a:gd name="csX626" fmla="*/ 1177004 w 1878314"/>
              <a:gd name="csY626" fmla="*/ 1177927 h 1215891"/>
              <a:gd name="csX627" fmla="*/ 1178877 w 1878314"/>
              <a:gd name="csY627" fmla="*/ 1176384 h 1215891"/>
              <a:gd name="csX628" fmla="*/ 1180759 w 1878314"/>
              <a:gd name="csY628" fmla="*/ 1174783 h 1215891"/>
              <a:gd name="csX629" fmla="*/ 1182641 w 1878314"/>
              <a:gd name="csY629" fmla="*/ 1173134 h 1215891"/>
              <a:gd name="csX630" fmla="*/ 1184523 w 1878314"/>
              <a:gd name="csY630" fmla="*/ 1171426 h 1215891"/>
              <a:gd name="csX631" fmla="*/ 1186396 w 1878314"/>
              <a:gd name="csY631" fmla="*/ 1169661 h 1215891"/>
              <a:gd name="csX632" fmla="*/ 1188278 w 1878314"/>
              <a:gd name="csY632" fmla="*/ 1167837 h 1215891"/>
              <a:gd name="csX633" fmla="*/ 1190160 w 1878314"/>
              <a:gd name="csY633" fmla="*/ 1165954 h 1215891"/>
              <a:gd name="csX634" fmla="*/ 1192043 w 1878314"/>
              <a:gd name="csY634" fmla="*/ 1164004 h 1215891"/>
              <a:gd name="csX635" fmla="*/ 1193925 w 1878314"/>
              <a:gd name="csY635" fmla="*/ 1161996 h 1215891"/>
              <a:gd name="csX636" fmla="*/ 1195797 w 1878314"/>
              <a:gd name="csY636" fmla="*/ 1159920 h 1215891"/>
              <a:gd name="csX637" fmla="*/ 1197680 w 1878314"/>
              <a:gd name="csY637" fmla="*/ 1157785 h 1215891"/>
              <a:gd name="csX638" fmla="*/ 1199562 w 1878314"/>
              <a:gd name="csY638" fmla="*/ 1155573 h 1215891"/>
              <a:gd name="csX639" fmla="*/ 1201444 w 1878314"/>
              <a:gd name="csY639" fmla="*/ 1153293 h 1215891"/>
              <a:gd name="csX640" fmla="*/ 1203326 w 1878314"/>
              <a:gd name="csY640" fmla="*/ 1150945 h 1215891"/>
              <a:gd name="csX641" fmla="*/ 1205199 w 1878314"/>
              <a:gd name="csY641" fmla="*/ 1148520 h 1215891"/>
              <a:gd name="csX642" fmla="*/ 1207081 w 1878314"/>
              <a:gd name="csY642" fmla="*/ 1146026 h 1215891"/>
              <a:gd name="csX643" fmla="*/ 1208963 w 1878314"/>
              <a:gd name="csY643" fmla="*/ 1143445 h 1215891"/>
              <a:gd name="csX644" fmla="*/ 1210845 w 1878314"/>
              <a:gd name="csY644" fmla="*/ 1140797 h 1215891"/>
              <a:gd name="csX645" fmla="*/ 1212728 w 1878314"/>
              <a:gd name="csY645" fmla="*/ 1138070 h 1215891"/>
              <a:gd name="csX646" fmla="*/ 1214600 w 1878314"/>
              <a:gd name="csY646" fmla="*/ 1135257 h 1215891"/>
              <a:gd name="csX647" fmla="*/ 1216482 w 1878314"/>
              <a:gd name="csY647" fmla="*/ 1132366 h 1215891"/>
              <a:gd name="csX648" fmla="*/ 1218364 w 1878314"/>
              <a:gd name="csY648" fmla="*/ 1129387 h 1215891"/>
              <a:gd name="csX649" fmla="*/ 1220247 w 1878314"/>
              <a:gd name="csY649" fmla="*/ 1126331 h 1215891"/>
              <a:gd name="csX650" fmla="*/ 1222129 w 1878314"/>
              <a:gd name="csY650" fmla="*/ 1123178 h 1215891"/>
              <a:gd name="csX651" fmla="*/ 1224001 w 1878314"/>
              <a:gd name="csY651" fmla="*/ 1119947 h 1215891"/>
              <a:gd name="csX652" fmla="*/ 1225884 w 1878314"/>
              <a:gd name="csY652" fmla="*/ 1116619 h 1215891"/>
              <a:gd name="csX653" fmla="*/ 1227766 w 1878314"/>
              <a:gd name="csY653" fmla="*/ 1113194 h 1215891"/>
              <a:gd name="csX654" fmla="*/ 1229648 w 1878314"/>
              <a:gd name="csY654" fmla="*/ 1109682 h 1215891"/>
              <a:gd name="csX655" fmla="*/ 1231521 w 1878314"/>
              <a:gd name="csY655" fmla="*/ 1106073 h 1215891"/>
              <a:gd name="csX656" fmla="*/ 1233403 w 1878314"/>
              <a:gd name="csY656" fmla="*/ 1102376 h 1215891"/>
              <a:gd name="csX657" fmla="*/ 1235285 w 1878314"/>
              <a:gd name="csY657" fmla="*/ 1098573 h 1215891"/>
              <a:gd name="csX658" fmla="*/ 1237167 w 1878314"/>
              <a:gd name="csY658" fmla="*/ 1094673 h 1215891"/>
              <a:gd name="csX659" fmla="*/ 1239050 w 1878314"/>
              <a:gd name="csY659" fmla="*/ 1090666 h 1215891"/>
              <a:gd name="csX660" fmla="*/ 1240922 w 1878314"/>
              <a:gd name="csY660" fmla="*/ 1086562 h 1215891"/>
              <a:gd name="csX661" fmla="*/ 1242804 w 1878314"/>
              <a:gd name="csY661" fmla="*/ 1082361 h 1215891"/>
              <a:gd name="csX662" fmla="*/ 1244686 w 1878314"/>
              <a:gd name="csY662" fmla="*/ 1078043 h 1215891"/>
              <a:gd name="csX663" fmla="*/ 1246569 w 1878314"/>
              <a:gd name="csY663" fmla="*/ 1073629 h 1215891"/>
              <a:gd name="csX664" fmla="*/ 1248451 w 1878314"/>
              <a:gd name="csY664" fmla="*/ 1069098 h 1215891"/>
              <a:gd name="csX665" fmla="*/ 1250323 w 1878314"/>
              <a:gd name="csY665" fmla="*/ 1064460 h 1215891"/>
              <a:gd name="csX666" fmla="*/ 1252206 w 1878314"/>
              <a:gd name="csY666" fmla="*/ 1059716 h 1215891"/>
              <a:gd name="csX667" fmla="*/ 1254088 w 1878314"/>
              <a:gd name="csY667" fmla="*/ 1054855 h 1215891"/>
              <a:gd name="csX668" fmla="*/ 1255970 w 1878314"/>
              <a:gd name="csY668" fmla="*/ 1049888 h 1215891"/>
              <a:gd name="csX669" fmla="*/ 1257852 w 1878314"/>
              <a:gd name="csY669" fmla="*/ 1044804 h 1215891"/>
              <a:gd name="csX670" fmla="*/ 1259725 w 1878314"/>
              <a:gd name="csY670" fmla="*/ 1039603 h 1215891"/>
              <a:gd name="csX671" fmla="*/ 1261607 w 1878314"/>
              <a:gd name="csY671" fmla="*/ 1034287 h 1215891"/>
              <a:gd name="csX672" fmla="*/ 1263489 w 1878314"/>
              <a:gd name="csY672" fmla="*/ 1028853 h 1215891"/>
              <a:gd name="csX673" fmla="*/ 1265371 w 1878314"/>
              <a:gd name="csY673" fmla="*/ 1023294 h 1215891"/>
              <a:gd name="csX674" fmla="*/ 1267244 w 1878314"/>
              <a:gd name="csY674" fmla="*/ 1017628 h 1215891"/>
              <a:gd name="csX675" fmla="*/ 1269126 w 1878314"/>
              <a:gd name="csY675" fmla="*/ 1011836 h 1215891"/>
              <a:gd name="csX676" fmla="*/ 1271008 w 1878314"/>
              <a:gd name="csY676" fmla="*/ 1005927 h 1215891"/>
              <a:gd name="csX677" fmla="*/ 1272891 w 1878314"/>
              <a:gd name="csY677" fmla="*/ 999893 h 1215891"/>
              <a:gd name="csX678" fmla="*/ 1274773 w 1878314"/>
              <a:gd name="csY678" fmla="*/ 993732 h 1215891"/>
              <a:gd name="csX679" fmla="*/ 1276645 w 1878314"/>
              <a:gd name="csY679" fmla="*/ 987454 h 1215891"/>
              <a:gd name="csX680" fmla="*/ 1278527 w 1878314"/>
              <a:gd name="csY680" fmla="*/ 981051 h 1215891"/>
              <a:gd name="csX681" fmla="*/ 1280410 w 1878314"/>
              <a:gd name="csY681" fmla="*/ 974531 h 1215891"/>
              <a:gd name="csX682" fmla="*/ 1282292 w 1878314"/>
              <a:gd name="csY682" fmla="*/ 967875 h 1215891"/>
              <a:gd name="csX683" fmla="*/ 1284174 w 1878314"/>
              <a:gd name="csY683" fmla="*/ 961103 h 1215891"/>
              <a:gd name="csX684" fmla="*/ 1286047 w 1878314"/>
              <a:gd name="csY684" fmla="*/ 954205 h 1215891"/>
              <a:gd name="csX685" fmla="*/ 1287929 w 1878314"/>
              <a:gd name="csY685" fmla="*/ 947181 h 1215891"/>
              <a:gd name="csX686" fmla="*/ 1289811 w 1878314"/>
              <a:gd name="csY686" fmla="*/ 940030 h 1215891"/>
              <a:gd name="csX687" fmla="*/ 1291693 w 1878314"/>
              <a:gd name="csY687" fmla="*/ 932754 h 1215891"/>
              <a:gd name="csX688" fmla="*/ 1293576 w 1878314"/>
              <a:gd name="csY688" fmla="*/ 925351 h 1215891"/>
              <a:gd name="csX689" fmla="*/ 1295448 w 1878314"/>
              <a:gd name="csY689" fmla="*/ 917832 h 1215891"/>
              <a:gd name="csX690" fmla="*/ 1297330 w 1878314"/>
              <a:gd name="csY690" fmla="*/ 910186 h 1215891"/>
              <a:gd name="csX691" fmla="*/ 1299213 w 1878314"/>
              <a:gd name="csY691" fmla="*/ 902415 h 1215891"/>
              <a:gd name="csX692" fmla="*/ 1301095 w 1878314"/>
              <a:gd name="csY692" fmla="*/ 894518 h 1215891"/>
              <a:gd name="csX693" fmla="*/ 1302977 w 1878314"/>
              <a:gd name="csY693" fmla="*/ 886497 h 1215891"/>
              <a:gd name="csX694" fmla="*/ 1304849 w 1878314"/>
              <a:gd name="csY694" fmla="*/ 878356 h 1215891"/>
              <a:gd name="csX695" fmla="*/ 1306732 w 1878314"/>
              <a:gd name="csY695" fmla="*/ 870093 h 1215891"/>
              <a:gd name="csX696" fmla="*/ 1308614 w 1878314"/>
              <a:gd name="csY696" fmla="*/ 861710 h 1215891"/>
              <a:gd name="csX697" fmla="*/ 1310496 w 1878314"/>
              <a:gd name="csY697" fmla="*/ 853207 h 1215891"/>
              <a:gd name="csX698" fmla="*/ 1312369 w 1878314"/>
              <a:gd name="csY698" fmla="*/ 844585 h 1215891"/>
              <a:gd name="csX699" fmla="*/ 1314251 w 1878314"/>
              <a:gd name="csY699" fmla="*/ 835847 h 1215891"/>
              <a:gd name="csX700" fmla="*/ 1316133 w 1878314"/>
              <a:gd name="csY700" fmla="*/ 826992 h 1215891"/>
              <a:gd name="csX701" fmla="*/ 1318015 w 1878314"/>
              <a:gd name="csY701" fmla="*/ 818022 h 1215891"/>
              <a:gd name="csX702" fmla="*/ 1319897 w 1878314"/>
              <a:gd name="csY702" fmla="*/ 808939 h 1215891"/>
              <a:gd name="csX703" fmla="*/ 1321770 w 1878314"/>
              <a:gd name="csY703" fmla="*/ 799745 h 1215891"/>
              <a:gd name="csX704" fmla="*/ 1323652 w 1878314"/>
              <a:gd name="csY704" fmla="*/ 790441 h 1215891"/>
              <a:gd name="csX705" fmla="*/ 1325534 w 1878314"/>
              <a:gd name="csY705" fmla="*/ 781029 h 1215891"/>
              <a:gd name="csX706" fmla="*/ 1327417 w 1878314"/>
              <a:gd name="csY706" fmla="*/ 771512 h 1215891"/>
              <a:gd name="csX707" fmla="*/ 1329299 w 1878314"/>
              <a:gd name="csY707" fmla="*/ 761890 h 1215891"/>
              <a:gd name="csX708" fmla="*/ 1331171 w 1878314"/>
              <a:gd name="csY708" fmla="*/ 752168 h 1215891"/>
              <a:gd name="csX709" fmla="*/ 1333054 w 1878314"/>
              <a:gd name="csY709" fmla="*/ 742345 h 1215891"/>
              <a:gd name="csX710" fmla="*/ 1334936 w 1878314"/>
              <a:gd name="csY710" fmla="*/ 732427 h 1215891"/>
              <a:gd name="csX711" fmla="*/ 1336818 w 1878314"/>
              <a:gd name="csY711" fmla="*/ 722414 h 1215891"/>
              <a:gd name="csX712" fmla="*/ 1338700 w 1878314"/>
              <a:gd name="csY712" fmla="*/ 712310 h 1215891"/>
              <a:gd name="csX713" fmla="*/ 1340573 w 1878314"/>
              <a:gd name="csY713" fmla="*/ 702118 h 1215891"/>
              <a:gd name="csX714" fmla="*/ 1342455 w 1878314"/>
              <a:gd name="csY714" fmla="*/ 691841 h 1215891"/>
              <a:gd name="csX715" fmla="*/ 1344337 w 1878314"/>
              <a:gd name="csY715" fmla="*/ 681480 h 1215891"/>
              <a:gd name="csX716" fmla="*/ 1346219 w 1878314"/>
              <a:gd name="csY716" fmla="*/ 671040 h 1215891"/>
              <a:gd name="csX717" fmla="*/ 1348102 w 1878314"/>
              <a:gd name="csY717" fmla="*/ 660524 h 1215891"/>
              <a:gd name="csX718" fmla="*/ 1349974 w 1878314"/>
              <a:gd name="csY718" fmla="*/ 649936 h 1215891"/>
              <a:gd name="csX719" fmla="*/ 1351856 w 1878314"/>
              <a:gd name="csY719" fmla="*/ 639278 h 1215891"/>
              <a:gd name="csX720" fmla="*/ 1353739 w 1878314"/>
              <a:gd name="csY720" fmla="*/ 628556 h 1215891"/>
              <a:gd name="csX721" fmla="*/ 1355621 w 1878314"/>
              <a:gd name="csY721" fmla="*/ 617772 h 1215891"/>
              <a:gd name="csX722" fmla="*/ 1357493 w 1878314"/>
              <a:gd name="csY722" fmla="*/ 606929 h 1215891"/>
              <a:gd name="csX723" fmla="*/ 1359376 w 1878314"/>
              <a:gd name="csY723" fmla="*/ 596034 h 1215891"/>
              <a:gd name="csX724" fmla="*/ 1361258 w 1878314"/>
              <a:gd name="csY724" fmla="*/ 585089 h 1215891"/>
              <a:gd name="csX725" fmla="*/ 1363140 w 1878314"/>
              <a:gd name="csY725" fmla="*/ 574098 h 1215891"/>
              <a:gd name="csX726" fmla="*/ 1365022 w 1878314"/>
              <a:gd name="csY726" fmla="*/ 563066 h 1215891"/>
              <a:gd name="csX727" fmla="*/ 1366895 w 1878314"/>
              <a:gd name="csY727" fmla="*/ 551998 h 1215891"/>
              <a:gd name="csX728" fmla="*/ 1368777 w 1878314"/>
              <a:gd name="csY728" fmla="*/ 540897 h 1215891"/>
              <a:gd name="csX729" fmla="*/ 1370659 w 1878314"/>
              <a:gd name="csY729" fmla="*/ 529769 h 1215891"/>
              <a:gd name="csX730" fmla="*/ 1372541 w 1878314"/>
              <a:gd name="csY730" fmla="*/ 518618 h 1215891"/>
              <a:gd name="csX731" fmla="*/ 1374423 w 1878314"/>
              <a:gd name="csY731" fmla="*/ 507449 h 1215891"/>
              <a:gd name="csX732" fmla="*/ 1376296 w 1878314"/>
              <a:gd name="csY732" fmla="*/ 496267 h 1215891"/>
              <a:gd name="csX733" fmla="*/ 1378178 w 1878314"/>
              <a:gd name="csY733" fmla="*/ 485076 h 1215891"/>
              <a:gd name="csX734" fmla="*/ 1380060 w 1878314"/>
              <a:gd name="csY734" fmla="*/ 473883 h 1215891"/>
              <a:gd name="csX735" fmla="*/ 1381943 w 1878314"/>
              <a:gd name="csY735" fmla="*/ 462693 h 1215891"/>
              <a:gd name="csX736" fmla="*/ 1383825 w 1878314"/>
              <a:gd name="csY736" fmla="*/ 451508 h 1215891"/>
              <a:gd name="csX737" fmla="*/ 1385697 w 1878314"/>
              <a:gd name="csY737" fmla="*/ 440337 h 1215891"/>
              <a:gd name="csX738" fmla="*/ 1387580 w 1878314"/>
              <a:gd name="csY738" fmla="*/ 429183 h 1215891"/>
              <a:gd name="csX739" fmla="*/ 1389462 w 1878314"/>
              <a:gd name="csY739" fmla="*/ 418054 h 1215891"/>
              <a:gd name="csX740" fmla="*/ 1391344 w 1878314"/>
              <a:gd name="csY740" fmla="*/ 406953 h 1215891"/>
              <a:gd name="csX741" fmla="*/ 1393226 w 1878314"/>
              <a:gd name="csY741" fmla="*/ 395886 h 1215891"/>
              <a:gd name="csX742" fmla="*/ 1395099 w 1878314"/>
              <a:gd name="csY742" fmla="*/ 384860 h 1215891"/>
              <a:gd name="csX743" fmla="*/ 1396981 w 1878314"/>
              <a:gd name="csY743" fmla="*/ 373879 h 1215891"/>
              <a:gd name="csX744" fmla="*/ 1398863 w 1878314"/>
              <a:gd name="csY744" fmla="*/ 362950 h 1215891"/>
              <a:gd name="csX745" fmla="*/ 1400745 w 1878314"/>
              <a:gd name="csY745" fmla="*/ 352078 h 1215891"/>
              <a:gd name="csX746" fmla="*/ 1402618 w 1878314"/>
              <a:gd name="csY746" fmla="*/ 341269 h 1215891"/>
              <a:gd name="csX747" fmla="*/ 1404500 w 1878314"/>
              <a:gd name="csY747" fmla="*/ 330528 h 1215891"/>
              <a:gd name="csX748" fmla="*/ 1406382 w 1878314"/>
              <a:gd name="csY748" fmla="*/ 319862 h 1215891"/>
              <a:gd name="csX749" fmla="*/ 1408265 w 1878314"/>
              <a:gd name="csY749" fmla="*/ 309276 h 1215891"/>
              <a:gd name="csX750" fmla="*/ 1410147 w 1878314"/>
              <a:gd name="csY750" fmla="*/ 298778 h 1215891"/>
              <a:gd name="csX751" fmla="*/ 1412019 w 1878314"/>
              <a:gd name="csY751" fmla="*/ 288370 h 1215891"/>
              <a:gd name="csX752" fmla="*/ 1413902 w 1878314"/>
              <a:gd name="csY752" fmla="*/ 278061 h 1215891"/>
              <a:gd name="csX753" fmla="*/ 1415784 w 1878314"/>
              <a:gd name="csY753" fmla="*/ 267856 h 1215891"/>
              <a:gd name="csX754" fmla="*/ 1417666 w 1878314"/>
              <a:gd name="csY754" fmla="*/ 257760 h 1215891"/>
              <a:gd name="csX755" fmla="*/ 1419548 w 1878314"/>
              <a:gd name="csY755" fmla="*/ 247779 h 1215891"/>
              <a:gd name="csX756" fmla="*/ 1421421 w 1878314"/>
              <a:gd name="csY756" fmla="*/ 237921 h 1215891"/>
              <a:gd name="csX757" fmla="*/ 1423303 w 1878314"/>
              <a:gd name="csY757" fmla="*/ 228190 h 1215891"/>
              <a:gd name="csX758" fmla="*/ 1425185 w 1878314"/>
              <a:gd name="csY758" fmla="*/ 218590 h 1215891"/>
              <a:gd name="csX759" fmla="*/ 1427067 w 1878314"/>
              <a:gd name="csY759" fmla="*/ 209131 h 1215891"/>
              <a:gd name="csX760" fmla="*/ 1428950 w 1878314"/>
              <a:gd name="csY760" fmla="*/ 199815 h 1215891"/>
              <a:gd name="csX761" fmla="*/ 1430822 w 1878314"/>
              <a:gd name="csY761" fmla="*/ 190649 h 1215891"/>
              <a:gd name="csX762" fmla="*/ 1432704 w 1878314"/>
              <a:gd name="csY762" fmla="*/ 181639 h 1215891"/>
              <a:gd name="csX763" fmla="*/ 1434586 w 1878314"/>
              <a:gd name="csY763" fmla="*/ 172791 h 1215891"/>
              <a:gd name="csX764" fmla="*/ 1436469 w 1878314"/>
              <a:gd name="csY764" fmla="*/ 164108 h 1215891"/>
              <a:gd name="csX765" fmla="*/ 1438351 w 1878314"/>
              <a:gd name="csY765" fmla="*/ 155597 h 1215891"/>
              <a:gd name="csX766" fmla="*/ 1440223 w 1878314"/>
              <a:gd name="csY766" fmla="*/ 147264 h 1215891"/>
              <a:gd name="csX767" fmla="*/ 1442106 w 1878314"/>
              <a:gd name="csY767" fmla="*/ 139114 h 1215891"/>
              <a:gd name="csX768" fmla="*/ 1443988 w 1878314"/>
              <a:gd name="csY768" fmla="*/ 131152 h 1215891"/>
              <a:gd name="csX769" fmla="*/ 1445870 w 1878314"/>
              <a:gd name="csY769" fmla="*/ 123381 h 1215891"/>
              <a:gd name="csX770" fmla="*/ 1447743 w 1878314"/>
              <a:gd name="csY770" fmla="*/ 115810 h 1215891"/>
              <a:gd name="csX771" fmla="*/ 1449625 w 1878314"/>
              <a:gd name="csY771" fmla="*/ 108440 h 1215891"/>
              <a:gd name="csX772" fmla="*/ 1451507 w 1878314"/>
              <a:gd name="csY772" fmla="*/ 101278 h 1215891"/>
              <a:gd name="csX773" fmla="*/ 1453389 w 1878314"/>
              <a:gd name="csY773" fmla="*/ 94328 h 1215891"/>
              <a:gd name="csX774" fmla="*/ 1455272 w 1878314"/>
              <a:gd name="csY774" fmla="*/ 87595 h 1215891"/>
              <a:gd name="csX775" fmla="*/ 1457144 w 1878314"/>
              <a:gd name="csY775" fmla="*/ 81083 h 1215891"/>
              <a:gd name="csX776" fmla="*/ 1459026 w 1878314"/>
              <a:gd name="csY776" fmla="*/ 74796 h 1215891"/>
              <a:gd name="csX777" fmla="*/ 1460908 w 1878314"/>
              <a:gd name="csY777" fmla="*/ 68739 h 1215891"/>
              <a:gd name="csX778" fmla="*/ 1462791 w 1878314"/>
              <a:gd name="csY778" fmla="*/ 62915 h 1215891"/>
              <a:gd name="csX779" fmla="*/ 1464673 w 1878314"/>
              <a:gd name="csY779" fmla="*/ 57328 h 1215891"/>
              <a:gd name="csX780" fmla="*/ 1466545 w 1878314"/>
              <a:gd name="csY780" fmla="*/ 51982 h 1215891"/>
              <a:gd name="csX781" fmla="*/ 1468428 w 1878314"/>
              <a:gd name="csY781" fmla="*/ 46882 h 1215891"/>
              <a:gd name="csX782" fmla="*/ 1470310 w 1878314"/>
              <a:gd name="csY782" fmla="*/ 42029 h 1215891"/>
              <a:gd name="csX783" fmla="*/ 1472192 w 1878314"/>
              <a:gd name="csY783" fmla="*/ 37428 h 1215891"/>
              <a:gd name="csX784" fmla="*/ 1474074 w 1878314"/>
              <a:gd name="csY784" fmla="*/ 33081 h 1215891"/>
              <a:gd name="csX785" fmla="*/ 1475947 w 1878314"/>
              <a:gd name="csY785" fmla="*/ 28991 h 1215891"/>
              <a:gd name="csX786" fmla="*/ 1477829 w 1878314"/>
              <a:gd name="csY786" fmla="*/ 25162 h 1215891"/>
              <a:gd name="csX787" fmla="*/ 1479711 w 1878314"/>
              <a:gd name="csY787" fmla="*/ 21595 h 1215891"/>
              <a:gd name="csX788" fmla="*/ 1481593 w 1878314"/>
              <a:gd name="csY788" fmla="*/ 18295 h 1215891"/>
              <a:gd name="csX789" fmla="*/ 1483466 w 1878314"/>
              <a:gd name="csY789" fmla="*/ 15261 h 1215891"/>
              <a:gd name="csX790" fmla="*/ 1485348 w 1878314"/>
              <a:gd name="csY790" fmla="*/ 12496 h 1215891"/>
              <a:gd name="csX791" fmla="*/ 1487230 w 1878314"/>
              <a:gd name="csY791" fmla="*/ 10003 h 1215891"/>
              <a:gd name="csX792" fmla="*/ 1489113 w 1878314"/>
              <a:gd name="csY792" fmla="*/ 7784 h 1215891"/>
              <a:gd name="csX793" fmla="*/ 1490995 w 1878314"/>
              <a:gd name="csY793" fmla="*/ 5839 h 1215891"/>
              <a:gd name="csX794" fmla="*/ 1492867 w 1878314"/>
              <a:gd name="csY794" fmla="*/ 4170 h 1215891"/>
              <a:gd name="csX795" fmla="*/ 1494749 w 1878314"/>
              <a:gd name="csY795" fmla="*/ 2778 h 1215891"/>
              <a:gd name="csX796" fmla="*/ 1496632 w 1878314"/>
              <a:gd name="csY796" fmla="*/ 1665 h 1215891"/>
              <a:gd name="csX797" fmla="*/ 1498514 w 1878314"/>
              <a:gd name="csY797" fmla="*/ 830 h 1215891"/>
              <a:gd name="csX798" fmla="*/ 1500396 w 1878314"/>
              <a:gd name="csY798" fmla="*/ 275 h 1215891"/>
              <a:gd name="csX799" fmla="*/ 1502269 w 1878314"/>
              <a:gd name="csY799" fmla="*/ 0 h 1215891"/>
              <a:gd name="csX800" fmla="*/ 1504151 w 1878314"/>
              <a:gd name="csY800" fmla="*/ 5 h 1215891"/>
              <a:gd name="csX801" fmla="*/ 1506033 w 1878314"/>
              <a:gd name="csY801" fmla="*/ 290 h 1215891"/>
              <a:gd name="csX802" fmla="*/ 1507915 w 1878314"/>
              <a:gd name="csY802" fmla="*/ 854 h 1215891"/>
              <a:gd name="csX803" fmla="*/ 1509798 w 1878314"/>
              <a:gd name="csY803" fmla="*/ 1699 h 1215891"/>
              <a:gd name="csX804" fmla="*/ 1511670 w 1878314"/>
              <a:gd name="csY804" fmla="*/ 2822 h 1215891"/>
              <a:gd name="csX805" fmla="*/ 1513552 w 1878314"/>
              <a:gd name="csY805" fmla="*/ 4223 h 1215891"/>
              <a:gd name="csX806" fmla="*/ 1515435 w 1878314"/>
              <a:gd name="csY806" fmla="*/ 5902 h 1215891"/>
              <a:gd name="csX807" fmla="*/ 1517317 w 1878314"/>
              <a:gd name="csY807" fmla="*/ 7856 h 1215891"/>
              <a:gd name="csX808" fmla="*/ 1519199 w 1878314"/>
              <a:gd name="csY808" fmla="*/ 10085 h 1215891"/>
              <a:gd name="csX809" fmla="*/ 1521071 w 1878314"/>
              <a:gd name="csY809" fmla="*/ 12587 h 1215891"/>
              <a:gd name="csX810" fmla="*/ 1522954 w 1878314"/>
              <a:gd name="csY810" fmla="*/ 15361 h 1215891"/>
              <a:gd name="csX811" fmla="*/ 1524836 w 1878314"/>
              <a:gd name="csY811" fmla="*/ 18404 h 1215891"/>
              <a:gd name="csX812" fmla="*/ 1526718 w 1878314"/>
              <a:gd name="csY812" fmla="*/ 21715 h 1215891"/>
              <a:gd name="csX813" fmla="*/ 1528591 w 1878314"/>
              <a:gd name="csY813" fmla="*/ 25290 h 1215891"/>
              <a:gd name="csX814" fmla="*/ 1530473 w 1878314"/>
              <a:gd name="csY814" fmla="*/ 29128 h 1215891"/>
              <a:gd name="csX815" fmla="*/ 1532355 w 1878314"/>
              <a:gd name="csY815" fmla="*/ 33226 h 1215891"/>
              <a:gd name="csX816" fmla="*/ 1534237 w 1878314"/>
              <a:gd name="csY816" fmla="*/ 37582 h 1215891"/>
              <a:gd name="csX817" fmla="*/ 1536119 w 1878314"/>
              <a:gd name="csY817" fmla="*/ 42193 h 1215891"/>
              <a:gd name="csX818" fmla="*/ 1537992 w 1878314"/>
              <a:gd name="csY818" fmla="*/ 47054 h 1215891"/>
              <a:gd name="csX819" fmla="*/ 1539874 w 1878314"/>
              <a:gd name="csY819" fmla="*/ 52163 h 1215891"/>
              <a:gd name="csX820" fmla="*/ 1541756 w 1878314"/>
              <a:gd name="csY820" fmla="*/ 57517 h 1215891"/>
              <a:gd name="csX821" fmla="*/ 1543639 w 1878314"/>
              <a:gd name="csY821" fmla="*/ 63112 h 1215891"/>
              <a:gd name="csX822" fmla="*/ 1545521 w 1878314"/>
              <a:gd name="csY822" fmla="*/ 68944 h 1215891"/>
              <a:gd name="csX823" fmla="*/ 1547393 w 1878314"/>
              <a:gd name="csY823" fmla="*/ 75009 h 1215891"/>
              <a:gd name="csX824" fmla="*/ 1549276 w 1878314"/>
              <a:gd name="csY824" fmla="*/ 81304 h 1215891"/>
              <a:gd name="csX825" fmla="*/ 1551158 w 1878314"/>
              <a:gd name="csY825" fmla="*/ 87824 h 1215891"/>
              <a:gd name="csX826" fmla="*/ 1553040 w 1878314"/>
              <a:gd name="csY826" fmla="*/ 94565 h 1215891"/>
              <a:gd name="csX827" fmla="*/ 1554922 w 1878314"/>
              <a:gd name="csY827" fmla="*/ 101522 h 1215891"/>
              <a:gd name="csX828" fmla="*/ 1556795 w 1878314"/>
              <a:gd name="csY828" fmla="*/ 108691 h 1215891"/>
              <a:gd name="csX829" fmla="*/ 1558677 w 1878314"/>
              <a:gd name="csY829" fmla="*/ 116068 h 1215891"/>
              <a:gd name="csX830" fmla="*/ 1560559 w 1878314"/>
              <a:gd name="csY830" fmla="*/ 123646 h 1215891"/>
              <a:gd name="csX831" fmla="*/ 1562441 w 1878314"/>
              <a:gd name="csY831" fmla="*/ 131423 h 1215891"/>
              <a:gd name="csX832" fmla="*/ 1564324 w 1878314"/>
              <a:gd name="csY832" fmla="*/ 139393 h 1215891"/>
              <a:gd name="csX833" fmla="*/ 1566196 w 1878314"/>
              <a:gd name="csY833" fmla="*/ 147549 h 1215891"/>
              <a:gd name="csX834" fmla="*/ 1568078 w 1878314"/>
              <a:gd name="csY834" fmla="*/ 155888 h 1215891"/>
              <a:gd name="csX835" fmla="*/ 1569961 w 1878314"/>
              <a:gd name="csY835" fmla="*/ 164405 h 1215891"/>
              <a:gd name="csX836" fmla="*/ 1571843 w 1878314"/>
              <a:gd name="csY836" fmla="*/ 173093 h 1215891"/>
              <a:gd name="csX837" fmla="*/ 1573715 w 1878314"/>
              <a:gd name="csY837" fmla="*/ 181947 h 1215891"/>
              <a:gd name="csX838" fmla="*/ 1575598 w 1878314"/>
              <a:gd name="csY838" fmla="*/ 190963 h 1215891"/>
              <a:gd name="csX839" fmla="*/ 1577480 w 1878314"/>
              <a:gd name="csY839" fmla="*/ 200134 h 1215891"/>
              <a:gd name="csX840" fmla="*/ 1579362 w 1878314"/>
              <a:gd name="csY840" fmla="*/ 209455 h 1215891"/>
              <a:gd name="csX841" fmla="*/ 1581244 w 1878314"/>
              <a:gd name="csY841" fmla="*/ 218919 h 1215891"/>
              <a:gd name="csX842" fmla="*/ 1583117 w 1878314"/>
              <a:gd name="csY842" fmla="*/ 228524 h 1215891"/>
              <a:gd name="csX843" fmla="*/ 1584999 w 1878314"/>
              <a:gd name="csY843" fmla="*/ 238260 h 1215891"/>
              <a:gd name="csX844" fmla="*/ 1586881 w 1878314"/>
              <a:gd name="csY844" fmla="*/ 248123 h 1215891"/>
              <a:gd name="csX845" fmla="*/ 1588763 w 1878314"/>
              <a:gd name="csY845" fmla="*/ 258106 h 1215891"/>
              <a:gd name="csX846" fmla="*/ 1590646 w 1878314"/>
              <a:gd name="csY846" fmla="*/ 268206 h 1215891"/>
              <a:gd name="csX847" fmla="*/ 1592518 w 1878314"/>
              <a:gd name="csY847" fmla="*/ 278415 h 1215891"/>
              <a:gd name="csX848" fmla="*/ 1594400 w 1878314"/>
              <a:gd name="csY848" fmla="*/ 288728 h 1215891"/>
              <a:gd name="csX849" fmla="*/ 1596282 w 1878314"/>
              <a:gd name="csY849" fmla="*/ 299139 h 1215891"/>
              <a:gd name="csX850" fmla="*/ 1598165 w 1878314"/>
              <a:gd name="csY850" fmla="*/ 309641 h 1215891"/>
              <a:gd name="csX851" fmla="*/ 1600047 w 1878314"/>
              <a:gd name="csY851" fmla="*/ 320229 h 1215891"/>
              <a:gd name="csX852" fmla="*/ 1601919 w 1878314"/>
              <a:gd name="csY852" fmla="*/ 330898 h 1215891"/>
              <a:gd name="csX853" fmla="*/ 1603802 w 1878314"/>
              <a:gd name="csY853" fmla="*/ 341641 h 1215891"/>
              <a:gd name="csX854" fmla="*/ 1605684 w 1878314"/>
              <a:gd name="csY854" fmla="*/ 352452 h 1215891"/>
              <a:gd name="csX855" fmla="*/ 1607566 w 1878314"/>
              <a:gd name="csY855" fmla="*/ 363326 h 1215891"/>
              <a:gd name="csX856" fmla="*/ 1609448 w 1878314"/>
              <a:gd name="csY856" fmla="*/ 374258 h 1215891"/>
              <a:gd name="csX857" fmla="*/ 1611321 w 1878314"/>
              <a:gd name="csY857" fmla="*/ 385240 h 1215891"/>
              <a:gd name="csX858" fmla="*/ 1613203 w 1878314"/>
              <a:gd name="csY858" fmla="*/ 396268 h 1215891"/>
              <a:gd name="csX859" fmla="*/ 1615085 w 1878314"/>
              <a:gd name="csY859" fmla="*/ 407336 h 1215891"/>
              <a:gd name="csX860" fmla="*/ 1616968 w 1878314"/>
              <a:gd name="csY860" fmla="*/ 418437 h 1215891"/>
              <a:gd name="csX861" fmla="*/ 1618840 w 1878314"/>
              <a:gd name="csY861" fmla="*/ 429568 h 1215891"/>
              <a:gd name="csX862" fmla="*/ 1620722 w 1878314"/>
              <a:gd name="csY862" fmla="*/ 440722 h 1215891"/>
              <a:gd name="csX863" fmla="*/ 1622604 w 1878314"/>
              <a:gd name="csY863" fmla="*/ 451894 h 1215891"/>
              <a:gd name="csX864" fmla="*/ 1624487 w 1878314"/>
              <a:gd name="csY864" fmla="*/ 463079 h 1215891"/>
              <a:gd name="csX865" fmla="*/ 1626369 w 1878314"/>
              <a:gd name="csY865" fmla="*/ 474270 h 1215891"/>
              <a:gd name="csX866" fmla="*/ 1628241 w 1878314"/>
              <a:gd name="csY866" fmla="*/ 485462 h 1215891"/>
              <a:gd name="csX867" fmla="*/ 1630124 w 1878314"/>
              <a:gd name="csY867" fmla="*/ 496653 h 1215891"/>
              <a:gd name="csX868" fmla="*/ 1632006 w 1878314"/>
              <a:gd name="csY868" fmla="*/ 507835 h 1215891"/>
              <a:gd name="csX869" fmla="*/ 1633888 w 1878314"/>
              <a:gd name="csY869" fmla="*/ 519003 h 1215891"/>
              <a:gd name="csX870" fmla="*/ 1635770 w 1878314"/>
              <a:gd name="csY870" fmla="*/ 530154 h 1215891"/>
              <a:gd name="csX871" fmla="*/ 1637643 w 1878314"/>
              <a:gd name="csY871" fmla="*/ 541281 h 1215891"/>
              <a:gd name="csX872" fmla="*/ 1639525 w 1878314"/>
              <a:gd name="csY872" fmla="*/ 552380 h 1215891"/>
              <a:gd name="csX873" fmla="*/ 1641407 w 1878314"/>
              <a:gd name="csY873" fmla="*/ 563447 h 1215891"/>
              <a:gd name="csX874" fmla="*/ 1643289 w 1878314"/>
              <a:gd name="csY874" fmla="*/ 574478 h 1215891"/>
              <a:gd name="csX875" fmla="*/ 1645171 w 1878314"/>
              <a:gd name="csY875" fmla="*/ 585467 h 1215891"/>
              <a:gd name="csX876" fmla="*/ 1647044 w 1878314"/>
              <a:gd name="csY876" fmla="*/ 596411 h 1215891"/>
              <a:gd name="csX877" fmla="*/ 1648926 w 1878314"/>
              <a:gd name="csY877" fmla="*/ 607305 h 1215891"/>
              <a:gd name="csX878" fmla="*/ 1650808 w 1878314"/>
              <a:gd name="csY878" fmla="*/ 618145 h 1215891"/>
              <a:gd name="csX879" fmla="*/ 1652691 w 1878314"/>
              <a:gd name="csY879" fmla="*/ 628927 h 1215891"/>
              <a:gd name="csX880" fmla="*/ 1654573 w 1878314"/>
              <a:gd name="csY880" fmla="*/ 639648 h 1215891"/>
              <a:gd name="csX881" fmla="*/ 1656445 w 1878314"/>
              <a:gd name="csY881" fmla="*/ 650303 h 1215891"/>
              <a:gd name="csX882" fmla="*/ 1658328 w 1878314"/>
              <a:gd name="csY882" fmla="*/ 660889 h 1215891"/>
              <a:gd name="csX883" fmla="*/ 1660210 w 1878314"/>
              <a:gd name="csY883" fmla="*/ 671402 h 1215891"/>
              <a:gd name="csX884" fmla="*/ 1662092 w 1878314"/>
              <a:gd name="csY884" fmla="*/ 681839 h 1215891"/>
              <a:gd name="csX885" fmla="*/ 1663965 w 1878314"/>
              <a:gd name="csY885" fmla="*/ 692197 h 1215891"/>
              <a:gd name="csX886" fmla="*/ 1665847 w 1878314"/>
              <a:gd name="csY886" fmla="*/ 702471 h 1215891"/>
              <a:gd name="csX887" fmla="*/ 1667729 w 1878314"/>
              <a:gd name="csY887" fmla="*/ 712661 h 1215891"/>
              <a:gd name="csX888" fmla="*/ 1669611 w 1878314"/>
              <a:gd name="csY888" fmla="*/ 722761 h 1215891"/>
              <a:gd name="csX889" fmla="*/ 1671494 w 1878314"/>
              <a:gd name="csY889" fmla="*/ 732771 h 1215891"/>
              <a:gd name="csX890" fmla="*/ 1673366 w 1878314"/>
              <a:gd name="csY890" fmla="*/ 742687 h 1215891"/>
              <a:gd name="csX891" fmla="*/ 1675248 w 1878314"/>
              <a:gd name="csY891" fmla="*/ 752504 h 1215891"/>
              <a:gd name="csX892" fmla="*/ 1677131 w 1878314"/>
              <a:gd name="csY892" fmla="*/ 762224 h 1215891"/>
              <a:gd name="csX893" fmla="*/ 1679013 w 1878314"/>
              <a:gd name="csY893" fmla="*/ 771842 h 1215891"/>
              <a:gd name="csX894" fmla="*/ 1680895 w 1878314"/>
              <a:gd name="csY894" fmla="*/ 781356 h 1215891"/>
              <a:gd name="csX895" fmla="*/ 1682767 w 1878314"/>
              <a:gd name="csY895" fmla="*/ 790764 h 1215891"/>
              <a:gd name="csX896" fmla="*/ 1684650 w 1878314"/>
              <a:gd name="csY896" fmla="*/ 800064 h 1215891"/>
              <a:gd name="csX897" fmla="*/ 1686532 w 1878314"/>
              <a:gd name="csY897" fmla="*/ 809254 h 1215891"/>
              <a:gd name="csX898" fmla="*/ 1688414 w 1878314"/>
              <a:gd name="csY898" fmla="*/ 818333 h 1215891"/>
              <a:gd name="csX899" fmla="*/ 1690296 w 1878314"/>
              <a:gd name="csY899" fmla="*/ 827299 h 1215891"/>
              <a:gd name="csX900" fmla="*/ 1692169 w 1878314"/>
              <a:gd name="csY900" fmla="*/ 836150 h 1215891"/>
              <a:gd name="csX901" fmla="*/ 1694051 w 1878314"/>
              <a:gd name="csY901" fmla="*/ 844885 h 1215891"/>
              <a:gd name="csX902" fmla="*/ 1695933 w 1878314"/>
              <a:gd name="csY902" fmla="*/ 853503 h 1215891"/>
              <a:gd name="csX903" fmla="*/ 1697815 w 1878314"/>
              <a:gd name="csY903" fmla="*/ 862001 h 1215891"/>
              <a:gd name="csX904" fmla="*/ 1699688 w 1878314"/>
              <a:gd name="csY904" fmla="*/ 870381 h 1215891"/>
              <a:gd name="csX905" fmla="*/ 1701570 w 1878314"/>
              <a:gd name="csY905" fmla="*/ 878639 h 1215891"/>
              <a:gd name="csX906" fmla="*/ 1703452 w 1878314"/>
              <a:gd name="csY906" fmla="*/ 886775 h 1215891"/>
              <a:gd name="csX907" fmla="*/ 1705334 w 1878314"/>
              <a:gd name="csY907" fmla="*/ 894789 h 1215891"/>
              <a:gd name="csX908" fmla="*/ 1707217 w 1878314"/>
              <a:gd name="csY908" fmla="*/ 902677 h 1215891"/>
              <a:gd name="csX909" fmla="*/ 1709089 w 1878314"/>
              <a:gd name="csY909" fmla="*/ 910448 h 1215891"/>
              <a:gd name="csX910" fmla="*/ 1710971 w 1878314"/>
              <a:gd name="csY910" fmla="*/ 918094 h 1215891"/>
              <a:gd name="csX911" fmla="*/ 1712854 w 1878314"/>
              <a:gd name="csY911" fmla="*/ 925613 h 1215891"/>
              <a:gd name="csX912" fmla="*/ 1714736 w 1878314"/>
              <a:gd name="csY912" fmla="*/ 933006 h 1215891"/>
              <a:gd name="csX913" fmla="*/ 1716618 w 1878314"/>
              <a:gd name="csY913" fmla="*/ 940273 h 1215891"/>
              <a:gd name="csX914" fmla="*/ 1718491 w 1878314"/>
              <a:gd name="csY914" fmla="*/ 947423 h 1215891"/>
              <a:gd name="csX915" fmla="*/ 1720373 w 1878314"/>
              <a:gd name="csY915" fmla="*/ 954438 h 1215891"/>
              <a:gd name="csX916" fmla="*/ 1722255 w 1878314"/>
              <a:gd name="csY916" fmla="*/ 961336 h 1215891"/>
              <a:gd name="csX917" fmla="*/ 1724137 w 1878314"/>
              <a:gd name="csY917" fmla="*/ 968108 h 1215891"/>
              <a:gd name="csX918" fmla="*/ 1726020 w 1878314"/>
              <a:gd name="csY918" fmla="*/ 974754 h 1215891"/>
              <a:gd name="csX919" fmla="*/ 1727892 w 1878314"/>
              <a:gd name="csY919" fmla="*/ 981274 h 1215891"/>
              <a:gd name="csX920" fmla="*/ 1729774 w 1878314"/>
              <a:gd name="csY920" fmla="*/ 987677 h 1215891"/>
              <a:gd name="csX921" fmla="*/ 1731657 w 1878314"/>
              <a:gd name="csY921" fmla="*/ 993945 h 1215891"/>
              <a:gd name="csX922" fmla="*/ 1733539 w 1878314"/>
              <a:gd name="csY922" fmla="*/ 1000096 h 1215891"/>
              <a:gd name="csX923" fmla="*/ 1735421 w 1878314"/>
              <a:gd name="csY923" fmla="*/ 1006131 h 1215891"/>
              <a:gd name="csX924" fmla="*/ 1737294 w 1878314"/>
              <a:gd name="csY924" fmla="*/ 1012040 h 1215891"/>
              <a:gd name="csX925" fmla="*/ 1739176 w 1878314"/>
              <a:gd name="csY925" fmla="*/ 1017822 h 1215891"/>
              <a:gd name="csX926" fmla="*/ 1741058 w 1878314"/>
              <a:gd name="csY926" fmla="*/ 1023488 h 1215891"/>
              <a:gd name="csX927" fmla="*/ 1742940 w 1878314"/>
              <a:gd name="csY927" fmla="*/ 1029038 h 1215891"/>
              <a:gd name="csX928" fmla="*/ 1744813 w 1878314"/>
              <a:gd name="csY928" fmla="*/ 1034471 h 1215891"/>
              <a:gd name="csX929" fmla="*/ 1746695 w 1878314"/>
              <a:gd name="csY929" fmla="*/ 1039778 h 1215891"/>
              <a:gd name="csX930" fmla="*/ 1748577 w 1878314"/>
              <a:gd name="csY930" fmla="*/ 1044978 h 1215891"/>
              <a:gd name="csX931" fmla="*/ 1750459 w 1878314"/>
              <a:gd name="csY931" fmla="*/ 1050062 h 1215891"/>
              <a:gd name="csX932" fmla="*/ 1752342 w 1878314"/>
              <a:gd name="csY932" fmla="*/ 1055030 h 1215891"/>
              <a:gd name="csX933" fmla="*/ 1754214 w 1878314"/>
              <a:gd name="csY933" fmla="*/ 1059881 h 1215891"/>
              <a:gd name="csX934" fmla="*/ 1756096 w 1878314"/>
              <a:gd name="csY934" fmla="*/ 1064625 h 1215891"/>
              <a:gd name="csX935" fmla="*/ 1757978 w 1878314"/>
              <a:gd name="csY935" fmla="*/ 1069253 h 1215891"/>
              <a:gd name="csX936" fmla="*/ 1759861 w 1878314"/>
              <a:gd name="csY936" fmla="*/ 1073784 h 1215891"/>
              <a:gd name="csX937" fmla="*/ 1761743 w 1878314"/>
              <a:gd name="csY937" fmla="*/ 1078199 h 1215891"/>
              <a:gd name="csX938" fmla="*/ 1763615 w 1878314"/>
              <a:gd name="csY938" fmla="*/ 1082506 h 1215891"/>
              <a:gd name="csX939" fmla="*/ 1765498 w 1878314"/>
              <a:gd name="csY939" fmla="*/ 1086707 h 1215891"/>
              <a:gd name="csX940" fmla="*/ 1767380 w 1878314"/>
              <a:gd name="csY940" fmla="*/ 1090811 h 1215891"/>
              <a:gd name="csX941" fmla="*/ 1769262 w 1878314"/>
              <a:gd name="csY941" fmla="*/ 1094809 h 1215891"/>
              <a:gd name="csX942" fmla="*/ 1771144 w 1878314"/>
              <a:gd name="csY942" fmla="*/ 1098709 h 1215891"/>
              <a:gd name="csX943" fmla="*/ 1773017 w 1878314"/>
              <a:gd name="csY943" fmla="*/ 1102502 h 1215891"/>
              <a:gd name="csX944" fmla="*/ 1774899 w 1878314"/>
              <a:gd name="csY944" fmla="*/ 1106199 h 1215891"/>
              <a:gd name="csX945" fmla="*/ 1776781 w 1878314"/>
              <a:gd name="csY945" fmla="*/ 1109808 h 1215891"/>
              <a:gd name="csX946" fmla="*/ 1778663 w 1878314"/>
              <a:gd name="csY946" fmla="*/ 1113320 h 1215891"/>
              <a:gd name="csX947" fmla="*/ 1780546 w 1878314"/>
              <a:gd name="csY947" fmla="*/ 1116735 h 1215891"/>
              <a:gd name="csX948" fmla="*/ 1782418 w 1878314"/>
              <a:gd name="csY948" fmla="*/ 1120054 h 1215891"/>
              <a:gd name="csX949" fmla="*/ 1784300 w 1878314"/>
              <a:gd name="csY949" fmla="*/ 1123294 h 1215891"/>
              <a:gd name="csX950" fmla="*/ 1786183 w 1878314"/>
              <a:gd name="csY950" fmla="*/ 1126438 h 1215891"/>
              <a:gd name="csX951" fmla="*/ 1788065 w 1878314"/>
              <a:gd name="csY951" fmla="*/ 1129494 h 1215891"/>
              <a:gd name="csX952" fmla="*/ 1789937 w 1878314"/>
              <a:gd name="csY952" fmla="*/ 1132472 h 1215891"/>
              <a:gd name="csX953" fmla="*/ 1791820 w 1878314"/>
              <a:gd name="csY953" fmla="*/ 1135354 h 1215891"/>
              <a:gd name="csX954" fmla="*/ 1793702 w 1878314"/>
              <a:gd name="csY954" fmla="*/ 1138167 h 1215891"/>
              <a:gd name="csX955" fmla="*/ 1795584 w 1878314"/>
              <a:gd name="csY955" fmla="*/ 1140894 h 1215891"/>
              <a:gd name="csX956" fmla="*/ 1797466 w 1878314"/>
              <a:gd name="csY956" fmla="*/ 1143542 h 1215891"/>
              <a:gd name="csX957" fmla="*/ 1799339 w 1878314"/>
              <a:gd name="csY957" fmla="*/ 1146114 h 1215891"/>
              <a:gd name="csX958" fmla="*/ 1801221 w 1878314"/>
              <a:gd name="csY958" fmla="*/ 1148607 h 1215891"/>
              <a:gd name="csX959" fmla="*/ 1803103 w 1878314"/>
              <a:gd name="csY959" fmla="*/ 1151023 h 1215891"/>
              <a:gd name="csX960" fmla="*/ 1804985 w 1878314"/>
              <a:gd name="csY960" fmla="*/ 1153371 h 1215891"/>
              <a:gd name="csX961" fmla="*/ 1806868 w 1878314"/>
              <a:gd name="csY961" fmla="*/ 1155651 h 1215891"/>
              <a:gd name="csX962" fmla="*/ 1808740 w 1878314"/>
              <a:gd name="csY962" fmla="*/ 1157853 h 1215891"/>
              <a:gd name="csX963" fmla="*/ 1810622 w 1878314"/>
              <a:gd name="csY963" fmla="*/ 1159997 h 1215891"/>
              <a:gd name="csX964" fmla="*/ 1812505 w 1878314"/>
              <a:gd name="csY964" fmla="*/ 1162064 h 1215891"/>
              <a:gd name="csX965" fmla="*/ 1814387 w 1878314"/>
              <a:gd name="csY965" fmla="*/ 1164072 h 1215891"/>
              <a:gd name="csX966" fmla="*/ 1816269 w 1878314"/>
              <a:gd name="csY966" fmla="*/ 1166022 h 1215891"/>
              <a:gd name="csX967" fmla="*/ 1818141 w 1878314"/>
              <a:gd name="csY967" fmla="*/ 1167905 h 1215891"/>
              <a:gd name="csX968" fmla="*/ 1820024 w 1878314"/>
              <a:gd name="csY968" fmla="*/ 1169729 h 1215891"/>
              <a:gd name="csX969" fmla="*/ 1821906 w 1878314"/>
              <a:gd name="csY969" fmla="*/ 1171485 h 1215891"/>
              <a:gd name="csX970" fmla="*/ 1823788 w 1878314"/>
              <a:gd name="csY970" fmla="*/ 1173192 h 1215891"/>
              <a:gd name="csX971" fmla="*/ 1825670 w 1878314"/>
              <a:gd name="csY971" fmla="*/ 1174842 h 1215891"/>
              <a:gd name="csX972" fmla="*/ 1827543 w 1878314"/>
              <a:gd name="csY972" fmla="*/ 1176442 h 1215891"/>
              <a:gd name="csX973" fmla="*/ 1829425 w 1878314"/>
              <a:gd name="csY973" fmla="*/ 1177975 h 1215891"/>
              <a:gd name="csX974" fmla="*/ 1831307 w 1878314"/>
              <a:gd name="csY974" fmla="*/ 1179470 h 1215891"/>
              <a:gd name="csX975" fmla="*/ 1833189 w 1878314"/>
              <a:gd name="csY975" fmla="*/ 1180905 h 1215891"/>
              <a:gd name="csX976" fmla="*/ 1835062 w 1878314"/>
              <a:gd name="csY976" fmla="*/ 1182302 h 1215891"/>
              <a:gd name="csX977" fmla="*/ 1836944 w 1878314"/>
              <a:gd name="csY977" fmla="*/ 1183641 h 1215891"/>
              <a:gd name="csX978" fmla="*/ 1838826 w 1878314"/>
              <a:gd name="csY978" fmla="*/ 1184942 h 1215891"/>
              <a:gd name="csX979" fmla="*/ 1840709 w 1878314"/>
              <a:gd name="csY979" fmla="*/ 1186183 h 1215891"/>
              <a:gd name="csX980" fmla="*/ 1842591 w 1878314"/>
              <a:gd name="csY980" fmla="*/ 1187396 h 1215891"/>
              <a:gd name="csX981" fmla="*/ 1844463 w 1878314"/>
              <a:gd name="csY981" fmla="*/ 1188560 h 1215891"/>
              <a:gd name="csX982" fmla="*/ 1846346 w 1878314"/>
              <a:gd name="csY982" fmla="*/ 1189686 h 1215891"/>
              <a:gd name="csX983" fmla="*/ 1848228 w 1878314"/>
              <a:gd name="csY983" fmla="*/ 1190763 h 1215891"/>
              <a:gd name="csX984" fmla="*/ 1850110 w 1878314"/>
              <a:gd name="csY984" fmla="*/ 1191811 h 1215891"/>
              <a:gd name="csX985" fmla="*/ 1851992 w 1878314"/>
              <a:gd name="csY985" fmla="*/ 1192810 h 1215891"/>
              <a:gd name="csX986" fmla="*/ 1853865 w 1878314"/>
              <a:gd name="csY986" fmla="*/ 1193780 h 1215891"/>
              <a:gd name="csX987" fmla="*/ 1855747 w 1878314"/>
              <a:gd name="csY987" fmla="*/ 1194712 h 1215891"/>
              <a:gd name="csX988" fmla="*/ 1857629 w 1878314"/>
              <a:gd name="csY988" fmla="*/ 1195614 h 1215891"/>
              <a:gd name="csX989" fmla="*/ 1859511 w 1878314"/>
              <a:gd name="csY989" fmla="*/ 1196477 h 1215891"/>
              <a:gd name="csX990" fmla="*/ 1861394 w 1878314"/>
              <a:gd name="csY990" fmla="*/ 1197302 h 1215891"/>
              <a:gd name="csX991" fmla="*/ 1863266 w 1878314"/>
              <a:gd name="csY991" fmla="*/ 1198107 h 1215891"/>
              <a:gd name="csX992" fmla="*/ 1865148 w 1878314"/>
              <a:gd name="csY992" fmla="*/ 1198874 h 1215891"/>
              <a:gd name="csX993" fmla="*/ 1867031 w 1878314"/>
              <a:gd name="csY993" fmla="*/ 1199621 h 1215891"/>
              <a:gd name="csX994" fmla="*/ 1868913 w 1878314"/>
              <a:gd name="csY994" fmla="*/ 1200329 h 1215891"/>
              <a:gd name="csX995" fmla="*/ 1870795 w 1878314"/>
              <a:gd name="csY995" fmla="*/ 1201008 h 1215891"/>
              <a:gd name="csX996" fmla="*/ 1872668 w 1878314"/>
              <a:gd name="csY996" fmla="*/ 1201668 h 1215891"/>
              <a:gd name="csX997" fmla="*/ 1874550 w 1878314"/>
              <a:gd name="csY997" fmla="*/ 1202299 h 1215891"/>
              <a:gd name="csX998" fmla="*/ 1876432 w 1878314"/>
              <a:gd name="csY998" fmla="*/ 1202910 h 1215891"/>
              <a:gd name="csX999" fmla="*/ 1878314 w 1878314"/>
              <a:gd name="csY999" fmla="*/ 1203492 h 12158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15891">
                <a:moveTo>
                  <a:pt x="0" y="1215891"/>
                </a:moveTo>
                <a:lnTo>
                  <a:pt x="1879" y="1215891"/>
                </a:lnTo>
                <a:lnTo>
                  <a:pt x="3760" y="1215891"/>
                </a:lnTo>
                <a:lnTo>
                  <a:pt x="5640" y="1215891"/>
                </a:lnTo>
                <a:lnTo>
                  <a:pt x="7520" y="1215891"/>
                </a:lnTo>
                <a:lnTo>
                  <a:pt x="9400" y="1215891"/>
                </a:lnTo>
                <a:lnTo>
                  <a:pt x="11281" y="1215891"/>
                </a:lnTo>
                <a:lnTo>
                  <a:pt x="13161" y="1215891"/>
                </a:lnTo>
                <a:lnTo>
                  <a:pt x="15041" y="1215891"/>
                </a:lnTo>
                <a:lnTo>
                  <a:pt x="16922" y="1215891"/>
                </a:lnTo>
                <a:lnTo>
                  <a:pt x="18802" y="1215891"/>
                </a:lnTo>
                <a:lnTo>
                  <a:pt x="20682" y="1215891"/>
                </a:lnTo>
                <a:lnTo>
                  <a:pt x="22562" y="1215891"/>
                </a:lnTo>
                <a:lnTo>
                  <a:pt x="24442" y="1215891"/>
                </a:lnTo>
                <a:lnTo>
                  <a:pt x="26322" y="1215891"/>
                </a:lnTo>
                <a:lnTo>
                  <a:pt x="28202" y="1215891"/>
                </a:lnTo>
                <a:lnTo>
                  <a:pt x="30082" y="1215891"/>
                </a:lnTo>
                <a:lnTo>
                  <a:pt x="31963" y="1215891"/>
                </a:lnTo>
                <a:lnTo>
                  <a:pt x="33843" y="1215891"/>
                </a:lnTo>
                <a:lnTo>
                  <a:pt x="35723" y="1215891"/>
                </a:lnTo>
                <a:lnTo>
                  <a:pt x="37604" y="1215891"/>
                </a:lnTo>
                <a:lnTo>
                  <a:pt x="39484" y="1215891"/>
                </a:lnTo>
                <a:lnTo>
                  <a:pt x="41364" y="1215891"/>
                </a:lnTo>
                <a:lnTo>
                  <a:pt x="43244" y="1215891"/>
                </a:lnTo>
                <a:lnTo>
                  <a:pt x="45124" y="1215891"/>
                </a:lnTo>
                <a:lnTo>
                  <a:pt x="47004" y="1215891"/>
                </a:lnTo>
                <a:lnTo>
                  <a:pt x="48884" y="1215891"/>
                </a:lnTo>
                <a:lnTo>
                  <a:pt x="50765" y="1215891"/>
                </a:lnTo>
                <a:lnTo>
                  <a:pt x="52645" y="1215891"/>
                </a:lnTo>
                <a:lnTo>
                  <a:pt x="54525" y="1215891"/>
                </a:lnTo>
                <a:lnTo>
                  <a:pt x="56405" y="1215891"/>
                </a:lnTo>
                <a:lnTo>
                  <a:pt x="58286" y="1215891"/>
                </a:lnTo>
                <a:lnTo>
                  <a:pt x="60166" y="1215891"/>
                </a:lnTo>
                <a:lnTo>
                  <a:pt x="62046" y="1215891"/>
                </a:lnTo>
                <a:lnTo>
                  <a:pt x="63926" y="1215891"/>
                </a:lnTo>
                <a:lnTo>
                  <a:pt x="65807" y="1215891"/>
                </a:lnTo>
                <a:lnTo>
                  <a:pt x="67686" y="1215891"/>
                </a:lnTo>
                <a:lnTo>
                  <a:pt x="69566" y="1215891"/>
                </a:lnTo>
                <a:lnTo>
                  <a:pt x="71447" y="1215891"/>
                </a:lnTo>
                <a:lnTo>
                  <a:pt x="73327" y="1215891"/>
                </a:lnTo>
                <a:lnTo>
                  <a:pt x="75207" y="1215891"/>
                </a:lnTo>
                <a:lnTo>
                  <a:pt x="77087" y="1215891"/>
                </a:lnTo>
                <a:lnTo>
                  <a:pt x="78968" y="1215891"/>
                </a:lnTo>
                <a:lnTo>
                  <a:pt x="80848" y="1215891"/>
                </a:lnTo>
                <a:lnTo>
                  <a:pt x="82728" y="1215891"/>
                </a:lnTo>
                <a:lnTo>
                  <a:pt x="84609" y="1215891"/>
                </a:lnTo>
                <a:lnTo>
                  <a:pt x="86489" y="1215891"/>
                </a:lnTo>
                <a:lnTo>
                  <a:pt x="88368" y="1215891"/>
                </a:lnTo>
                <a:lnTo>
                  <a:pt x="90248" y="1215891"/>
                </a:lnTo>
                <a:lnTo>
                  <a:pt x="92129" y="1215891"/>
                </a:lnTo>
                <a:lnTo>
                  <a:pt x="94009" y="1215891"/>
                </a:lnTo>
                <a:lnTo>
                  <a:pt x="95889" y="1215891"/>
                </a:lnTo>
                <a:lnTo>
                  <a:pt x="97769" y="1215891"/>
                </a:lnTo>
                <a:lnTo>
                  <a:pt x="99650" y="1215891"/>
                </a:lnTo>
                <a:lnTo>
                  <a:pt x="101530" y="1215891"/>
                </a:lnTo>
                <a:lnTo>
                  <a:pt x="103410" y="1215891"/>
                </a:lnTo>
                <a:lnTo>
                  <a:pt x="105291" y="1215891"/>
                </a:lnTo>
                <a:lnTo>
                  <a:pt x="107171" y="1215891"/>
                </a:lnTo>
                <a:lnTo>
                  <a:pt x="109051" y="1215891"/>
                </a:lnTo>
                <a:lnTo>
                  <a:pt x="110930" y="1215891"/>
                </a:lnTo>
                <a:lnTo>
                  <a:pt x="112811" y="1215891"/>
                </a:lnTo>
                <a:lnTo>
                  <a:pt x="114691" y="1215891"/>
                </a:lnTo>
                <a:lnTo>
                  <a:pt x="116571" y="1215891"/>
                </a:lnTo>
                <a:lnTo>
                  <a:pt x="118452" y="1215891"/>
                </a:lnTo>
                <a:lnTo>
                  <a:pt x="120332" y="1215891"/>
                </a:lnTo>
                <a:lnTo>
                  <a:pt x="122212" y="1215891"/>
                </a:lnTo>
                <a:lnTo>
                  <a:pt x="124092" y="1215891"/>
                </a:lnTo>
                <a:lnTo>
                  <a:pt x="125973" y="1215891"/>
                </a:lnTo>
                <a:lnTo>
                  <a:pt x="127853" y="1215891"/>
                </a:lnTo>
                <a:lnTo>
                  <a:pt x="129733" y="1215891"/>
                </a:lnTo>
                <a:lnTo>
                  <a:pt x="131613" y="1215891"/>
                </a:lnTo>
                <a:lnTo>
                  <a:pt x="133493" y="1215891"/>
                </a:lnTo>
                <a:lnTo>
                  <a:pt x="135373" y="1215891"/>
                </a:lnTo>
                <a:lnTo>
                  <a:pt x="137253" y="1215891"/>
                </a:lnTo>
                <a:lnTo>
                  <a:pt x="139134" y="1215891"/>
                </a:lnTo>
                <a:lnTo>
                  <a:pt x="141014" y="1215891"/>
                </a:lnTo>
                <a:lnTo>
                  <a:pt x="142894" y="1215891"/>
                </a:lnTo>
                <a:lnTo>
                  <a:pt x="144774" y="1215891"/>
                </a:lnTo>
                <a:lnTo>
                  <a:pt x="146655" y="1215891"/>
                </a:lnTo>
                <a:lnTo>
                  <a:pt x="148535" y="1215891"/>
                </a:lnTo>
                <a:lnTo>
                  <a:pt x="150415" y="1215891"/>
                </a:lnTo>
                <a:lnTo>
                  <a:pt x="152296" y="1215891"/>
                </a:lnTo>
                <a:lnTo>
                  <a:pt x="154175" y="1215891"/>
                </a:lnTo>
                <a:lnTo>
                  <a:pt x="156055" y="1215891"/>
                </a:lnTo>
                <a:lnTo>
                  <a:pt x="157935" y="1215891"/>
                </a:lnTo>
                <a:lnTo>
                  <a:pt x="159816" y="1215891"/>
                </a:lnTo>
                <a:lnTo>
                  <a:pt x="161696" y="1215891"/>
                </a:lnTo>
                <a:lnTo>
                  <a:pt x="163576" y="1215891"/>
                </a:lnTo>
                <a:lnTo>
                  <a:pt x="165457" y="1215891"/>
                </a:lnTo>
                <a:lnTo>
                  <a:pt x="167337" y="1215891"/>
                </a:lnTo>
                <a:lnTo>
                  <a:pt x="169217" y="1215891"/>
                </a:lnTo>
                <a:lnTo>
                  <a:pt x="171097" y="1215891"/>
                </a:lnTo>
                <a:lnTo>
                  <a:pt x="172978" y="1215891"/>
                </a:lnTo>
                <a:lnTo>
                  <a:pt x="174857" y="1215891"/>
                </a:lnTo>
                <a:lnTo>
                  <a:pt x="176737" y="1215891"/>
                </a:lnTo>
                <a:lnTo>
                  <a:pt x="178617" y="1215891"/>
                </a:lnTo>
                <a:lnTo>
                  <a:pt x="180498" y="1215891"/>
                </a:lnTo>
                <a:lnTo>
                  <a:pt x="182378" y="1215891"/>
                </a:lnTo>
                <a:lnTo>
                  <a:pt x="184258" y="1215891"/>
                </a:lnTo>
                <a:lnTo>
                  <a:pt x="186139" y="1215891"/>
                </a:lnTo>
                <a:lnTo>
                  <a:pt x="188019" y="1215891"/>
                </a:lnTo>
                <a:lnTo>
                  <a:pt x="189899" y="1215891"/>
                </a:lnTo>
                <a:lnTo>
                  <a:pt x="191779" y="1215891"/>
                </a:lnTo>
                <a:lnTo>
                  <a:pt x="193660" y="1215891"/>
                </a:lnTo>
                <a:lnTo>
                  <a:pt x="195540" y="1215891"/>
                </a:lnTo>
                <a:lnTo>
                  <a:pt x="197419" y="1215891"/>
                </a:lnTo>
                <a:lnTo>
                  <a:pt x="199300" y="1215891"/>
                </a:lnTo>
                <a:lnTo>
                  <a:pt x="201180" y="1215891"/>
                </a:lnTo>
                <a:lnTo>
                  <a:pt x="203060" y="1215891"/>
                </a:lnTo>
                <a:lnTo>
                  <a:pt x="204940" y="1215891"/>
                </a:lnTo>
                <a:lnTo>
                  <a:pt x="206821" y="1215891"/>
                </a:lnTo>
                <a:lnTo>
                  <a:pt x="208701" y="1215891"/>
                </a:lnTo>
                <a:lnTo>
                  <a:pt x="210581" y="1215891"/>
                </a:lnTo>
                <a:lnTo>
                  <a:pt x="212461" y="1215891"/>
                </a:lnTo>
                <a:lnTo>
                  <a:pt x="214342" y="1215891"/>
                </a:lnTo>
                <a:lnTo>
                  <a:pt x="216222" y="1215891"/>
                </a:lnTo>
                <a:lnTo>
                  <a:pt x="218101" y="1215891"/>
                </a:lnTo>
                <a:lnTo>
                  <a:pt x="219982" y="1215891"/>
                </a:lnTo>
                <a:lnTo>
                  <a:pt x="221862" y="1215891"/>
                </a:lnTo>
                <a:lnTo>
                  <a:pt x="223742" y="1215891"/>
                </a:lnTo>
                <a:lnTo>
                  <a:pt x="225622" y="1215891"/>
                </a:lnTo>
                <a:lnTo>
                  <a:pt x="227503" y="1215891"/>
                </a:lnTo>
                <a:lnTo>
                  <a:pt x="229383" y="1215891"/>
                </a:lnTo>
                <a:lnTo>
                  <a:pt x="231263" y="1215891"/>
                </a:lnTo>
                <a:lnTo>
                  <a:pt x="233144" y="1215891"/>
                </a:lnTo>
                <a:lnTo>
                  <a:pt x="235024" y="1215891"/>
                </a:lnTo>
                <a:lnTo>
                  <a:pt x="236904" y="1215891"/>
                </a:lnTo>
                <a:lnTo>
                  <a:pt x="238784" y="1215891"/>
                </a:lnTo>
                <a:lnTo>
                  <a:pt x="240664" y="1215891"/>
                </a:lnTo>
                <a:lnTo>
                  <a:pt x="242544" y="1215891"/>
                </a:lnTo>
                <a:lnTo>
                  <a:pt x="244424" y="1215891"/>
                </a:lnTo>
                <a:lnTo>
                  <a:pt x="246305" y="1215891"/>
                </a:lnTo>
                <a:lnTo>
                  <a:pt x="248185" y="1215891"/>
                </a:lnTo>
                <a:lnTo>
                  <a:pt x="250065" y="1215891"/>
                </a:lnTo>
                <a:lnTo>
                  <a:pt x="251945" y="1215891"/>
                </a:lnTo>
                <a:lnTo>
                  <a:pt x="253826" y="1215891"/>
                </a:lnTo>
                <a:lnTo>
                  <a:pt x="255706" y="1215891"/>
                </a:lnTo>
                <a:lnTo>
                  <a:pt x="257586" y="1215891"/>
                </a:lnTo>
                <a:lnTo>
                  <a:pt x="259466" y="1215891"/>
                </a:lnTo>
                <a:lnTo>
                  <a:pt x="261346" y="1215891"/>
                </a:lnTo>
                <a:lnTo>
                  <a:pt x="263226" y="1215891"/>
                </a:lnTo>
                <a:lnTo>
                  <a:pt x="265106" y="1215891"/>
                </a:lnTo>
                <a:lnTo>
                  <a:pt x="266987" y="1215891"/>
                </a:lnTo>
                <a:lnTo>
                  <a:pt x="268867" y="1215891"/>
                </a:lnTo>
                <a:lnTo>
                  <a:pt x="270747" y="1215891"/>
                </a:lnTo>
                <a:lnTo>
                  <a:pt x="272627" y="1215891"/>
                </a:lnTo>
                <a:lnTo>
                  <a:pt x="274508" y="1215891"/>
                </a:lnTo>
                <a:lnTo>
                  <a:pt x="276388" y="1215891"/>
                </a:lnTo>
                <a:lnTo>
                  <a:pt x="278268" y="1215891"/>
                </a:lnTo>
                <a:lnTo>
                  <a:pt x="280148" y="1215891"/>
                </a:lnTo>
                <a:lnTo>
                  <a:pt x="282029" y="1215891"/>
                </a:lnTo>
                <a:lnTo>
                  <a:pt x="283908" y="1215891"/>
                </a:lnTo>
                <a:lnTo>
                  <a:pt x="285788" y="1215891"/>
                </a:lnTo>
                <a:lnTo>
                  <a:pt x="287669" y="1215891"/>
                </a:lnTo>
                <a:lnTo>
                  <a:pt x="289549" y="1215891"/>
                </a:lnTo>
                <a:lnTo>
                  <a:pt x="291429" y="1215891"/>
                </a:lnTo>
                <a:lnTo>
                  <a:pt x="293309" y="1215891"/>
                </a:lnTo>
                <a:lnTo>
                  <a:pt x="295190" y="1215891"/>
                </a:lnTo>
                <a:lnTo>
                  <a:pt x="297070" y="1215891"/>
                </a:lnTo>
                <a:lnTo>
                  <a:pt x="298950" y="1215891"/>
                </a:lnTo>
                <a:lnTo>
                  <a:pt x="300831" y="1215891"/>
                </a:lnTo>
                <a:lnTo>
                  <a:pt x="302711" y="1215891"/>
                </a:lnTo>
                <a:lnTo>
                  <a:pt x="304590" y="1215891"/>
                </a:lnTo>
                <a:lnTo>
                  <a:pt x="306470" y="1215891"/>
                </a:lnTo>
                <a:lnTo>
                  <a:pt x="308351" y="1215891"/>
                </a:lnTo>
                <a:lnTo>
                  <a:pt x="310231" y="1215891"/>
                </a:lnTo>
                <a:lnTo>
                  <a:pt x="312111" y="1215891"/>
                </a:lnTo>
                <a:lnTo>
                  <a:pt x="313992" y="1215891"/>
                </a:lnTo>
                <a:lnTo>
                  <a:pt x="315872" y="1215891"/>
                </a:lnTo>
                <a:lnTo>
                  <a:pt x="317752" y="1215891"/>
                </a:lnTo>
                <a:lnTo>
                  <a:pt x="319632" y="1215891"/>
                </a:lnTo>
                <a:lnTo>
                  <a:pt x="321513" y="1215891"/>
                </a:lnTo>
                <a:lnTo>
                  <a:pt x="323393" y="1215891"/>
                </a:lnTo>
                <a:lnTo>
                  <a:pt x="325273" y="1215891"/>
                </a:lnTo>
                <a:lnTo>
                  <a:pt x="327153" y="1215891"/>
                </a:lnTo>
                <a:lnTo>
                  <a:pt x="329033" y="1215891"/>
                </a:lnTo>
                <a:lnTo>
                  <a:pt x="330913" y="1215891"/>
                </a:lnTo>
                <a:lnTo>
                  <a:pt x="332793" y="1215891"/>
                </a:lnTo>
                <a:lnTo>
                  <a:pt x="334674" y="1215891"/>
                </a:lnTo>
                <a:lnTo>
                  <a:pt x="336554" y="1215891"/>
                </a:lnTo>
                <a:lnTo>
                  <a:pt x="338434" y="1215891"/>
                </a:lnTo>
                <a:lnTo>
                  <a:pt x="340314" y="1215891"/>
                </a:lnTo>
                <a:lnTo>
                  <a:pt x="342195" y="1215891"/>
                </a:lnTo>
                <a:lnTo>
                  <a:pt x="344075" y="1215891"/>
                </a:lnTo>
                <a:lnTo>
                  <a:pt x="345955" y="1215891"/>
                </a:lnTo>
                <a:lnTo>
                  <a:pt x="347835" y="1215891"/>
                </a:lnTo>
                <a:lnTo>
                  <a:pt x="349715" y="1215891"/>
                </a:lnTo>
                <a:lnTo>
                  <a:pt x="351595" y="1215891"/>
                </a:lnTo>
                <a:lnTo>
                  <a:pt x="353475" y="1215891"/>
                </a:lnTo>
                <a:lnTo>
                  <a:pt x="355356" y="1215891"/>
                </a:lnTo>
                <a:lnTo>
                  <a:pt x="357236" y="1215891"/>
                </a:lnTo>
                <a:lnTo>
                  <a:pt x="359116" y="1215891"/>
                </a:lnTo>
                <a:lnTo>
                  <a:pt x="360996" y="1215891"/>
                </a:lnTo>
                <a:lnTo>
                  <a:pt x="362877" y="1215891"/>
                </a:lnTo>
                <a:lnTo>
                  <a:pt x="364757" y="1215891"/>
                </a:lnTo>
                <a:lnTo>
                  <a:pt x="366637" y="1215891"/>
                </a:lnTo>
                <a:lnTo>
                  <a:pt x="368518" y="1215891"/>
                </a:lnTo>
                <a:lnTo>
                  <a:pt x="370397" y="1215891"/>
                </a:lnTo>
                <a:lnTo>
                  <a:pt x="372277" y="1215891"/>
                </a:lnTo>
                <a:lnTo>
                  <a:pt x="374157" y="1215891"/>
                </a:lnTo>
                <a:lnTo>
                  <a:pt x="376038" y="1215891"/>
                </a:lnTo>
                <a:lnTo>
                  <a:pt x="377918" y="1215891"/>
                </a:lnTo>
                <a:lnTo>
                  <a:pt x="379798" y="1215891"/>
                </a:lnTo>
                <a:lnTo>
                  <a:pt x="381679" y="1215891"/>
                </a:lnTo>
                <a:lnTo>
                  <a:pt x="383559" y="1215891"/>
                </a:lnTo>
                <a:lnTo>
                  <a:pt x="385439" y="1215891"/>
                </a:lnTo>
                <a:lnTo>
                  <a:pt x="387319" y="1215891"/>
                </a:lnTo>
                <a:lnTo>
                  <a:pt x="389200" y="1215891"/>
                </a:lnTo>
                <a:lnTo>
                  <a:pt x="391079" y="1215891"/>
                </a:lnTo>
                <a:lnTo>
                  <a:pt x="392959" y="1215891"/>
                </a:lnTo>
                <a:lnTo>
                  <a:pt x="394840" y="1215891"/>
                </a:lnTo>
                <a:lnTo>
                  <a:pt x="396720" y="1215891"/>
                </a:lnTo>
                <a:lnTo>
                  <a:pt x="398600" y="1215891"/>
                </a:lnTo>
                <a:lnTo>
                  <a:pt x="400480" y="1215891"/>
                </a:lnTo>
                <a:lnTo>
                  <a:pt x="402361" y="1215891"/>
                </a:lnTo>
                <a:lnTo>
                  <a:pt x="404241" y="1215891"/>
                </a:lnTo>
                <a:lnTo>
                  <a:pt x="406121" y="1215891"/>
                </a:lnTo>
                <a:lnTo>
                  <a:pt x="408001" y="1215891"/>
                </a:lnTo>
                <a:lnTo>
                  <a:pt x="409882" y="1215891"/>
                </a:lnTo>
                <a:lnTo>
                  <a:pt x="411762" y="1215891"/>
                </a:lnTo>
                <a:lnTo>
                  <a:pt x="413641" y="1215891"/>
                </a:lnTo>
                <a:lnTo>
                  <a:pt x="415522" y="1215891"/>
                </a:lnTo>
                <a:lnTo>
                  <a:pt x="417402" y="1215891"/>
                </a:lnTo>
                <a:lnTo>
                  <a:pt x="419282" y="1215891"/>
                </a:lnTo>
                <a:lnTo>
                  <a:pt x="421162" y="1215891"/>
                </a:lnTo>
                <a:lnTo>
                  <a:pt x="423043" y="1215891"/>
                </a:lnTo>
                <a:lnTo>
                  <a:pt x="424923" y="1215891"/>
                </a:lnTo>
                <a:lnTo>
                  <a:pt x="426803" y="1215891"/>
                </a:lnTo>
                <a:lnTo>
                  <a:pt x="428684" y="1215891"/>
                </a:lnTo>
                <a:lnTo>
                  <a:pt x="430564" y="1215891"/>
                </a:lnTo>
                <a:lnTo>
                  <a:pt x="432444" y="1215891"/>
                </a:lnTo>
                <a:lnTo>
                  <a:pt x="434323" y="1215891"/>
                </a:lnTo>
                <a:lnTo>
                  <a:pt x="436204" y="1215891"/>
                </a:lnTo>
                <a:lnTo>
                  <a:pt x="438084" y="1215891"/>
                </a:lnTo>
                <a:lnTo>
                  <a:pt x="439964" y="1215891"/>
                </a:lnTo>
                <a:lnTo>
                  <a:pt x="441844" y="1215891"/>
                </a:lnTo>
                <a:lnTo>
                  <a:pt x="443725" y="1215891"/>
                </a:lnTo>
                <a:lnTo>
                  <a:pt x="445605" y="1215891"/>
                </a:lnTo>
                <a:lnTo>
                  <a:pt x="447485" y="1215891"/>
                </a:lnTo>
                <a:lnTo>
                  <a:pt x="449366" y="1215891"/>
                </a:lnTo>
                <a:lnTo>
                  <a:pt x="451246" y="1215891"/>
                </a:lnTo>
                <a:lnTo>
                  <a:pt x="453126" y="1215891"/>
                </a:lnTo>
                <a:lnTo>
                  <a:pt x="455006" y="1215891"/>
                </a:lnTo>
                <a:lnTo>
                  <a:pt x="456886" y="1215891"/>
                </a:lnTo>
                <a:lnTo>
                  <a:pt x="458766" y="1215891"/>
                </a:lnTo>
                <a:lnTo>
                  <a:pt x="460646" y="1215891"/>
                </a:lnTo>
                <a:lnTo>
                  <a:pt x="462527" y="1215891"/>
                </a:lnTo>
                <a:lnTo>
                  <a:pt x="464407" y="1215891"/>
                </a:lnTo>
                <a:lnTo>
                  <a:pt x="466287" y="1215891"/>
                </a:lnTo>
                <a:lnTo>
                  <a:pt x="468167" y="1215891"/>
                </a:lnTo>
                <a:lnTo>
                  <a:pt x="470048" y="1215891"/>
                </a:lnTo>
                <a:lnTo>
                  <a:pt x="471928" y="1215891"/>
                </a:lnTo>
                <a:lnTo>
                  <a:pt x="473808" y="1215891"/>
                </a:lnTo>
                <a:lnTo>
                  <a:pt x="475688" y="1215891"/>
                </a:lnTo>
                <a:lnTo>
                  <a:pt x="477568" y="1215891"/>
                </a:lnTo>
                <a:lnTo>
                  <a:pt x="479448" y="1215891"/>
                </a:lnTo>
                <a:lnTo>
                  <a:pt x="481328" y="1215891"/>
                </a:lnTo>
                <a:lnTo>
                  <a:pt x="483209" y="1215891"/>
                </a:lnTo>
                <a:lnTo>
                  <a:pt x="485089" y="1215891"/>
                </a:lnTo>
                <a:lnTo>
                  <a:pt x="486969" y="1215891"/>
                </a:lnTo>
                <a:lnTo>
                  <a:pt x="488849" y="1215891"/>
                </a:lnTo>
                <a:lnTo>
                  <a:pt x="490730" y="1215891"/>
                </a:lnTo>
                <a:lnTo>
                  <a:pt x="492610" y="1215891"/>
                </a:lnTo>
                <a:lnTo>
                  <a:pt x="494490" y="1215891"/>
                </a:lnTo>
                <a:lnTo>
                  <a:pt x="496371" y="1215891"/>
                </a:lnTo>
                <a:lnTo>
                  <a:pt x="498251" y="1215891"/>
                </a:lnTo>
                <a:lnTo>
                  <a:pt x="500130" y="1215891"/>
                </a:lnTo>
                <a:lnTo>
                  <a:pt x="502010" y="1215891"/>
                </a:lnTo>
                <a:lnTo>
                  <a:pt x="503891" y="1215891"/>
                </a:lnTo>
                <a:lnTo>
                  <a:pt x="505771" y="1215891"/>
                </a:lnTo>
                <a:lnTo>
                  <a:pt x="507651" y="1215891"/>
                </a:lnTo>
                <a:lnTo>
                  <a:pt x="509531" y="1215891"/>
                </a:lnTo>
                <a:lnTo>
                  <a:pt x="511412" y="1215891"/>
                </a:lnTo>
                <a:lnTo>
                  <a:pt x="513292" y="1215891"/>
                </a:lnTo>
                <a:lnTo>
                  <a:pt x="515172" y="1215891"/>
                </a:lnTo>
                <a:lnTo>
                  <a:pt x="517053" y="1215891"/>
                </a:lnTo>
                <a:lnTo>
                  <a:pt x="518933" y="1215891"/>
                </a:lnTo>
                <a:lnTo>
                  <a:pt x="520812" y="1215891"/>
                </a:lnTo>
                <a:lnTo>
                  <a:pt x="522692" y="1215891"/>
                </a:lnTo>
                <a:lnTo>
                  <a:pt x="524573" y="1215891"/>
                </a:lnTo>
                <a:lnTo>
                  <a:pt x="526453" y="1215891"/>
                </a:lnTo>
                <a:lnTo>
                  <a:pt x="528333" y="1215891"/>
                </a:lnTo>
                <a:lnTo>
                  <a:pt x="530214" y="1215891"/>
                </a:lnTo>
                <a:lnTo>
                  <a:pt x="532094" y="1215891"/>
                </a:lnTo>
                <a:lnTo>
                  <a:pt x="533974" y="1215891"/>
                </a:lnTo>
                <a:lnTo>
                  <a:pt x="535854" y="1215891"/>
                </a:lnTo>
                <a:lnTo>
                  <a:pt x="537735" y="1215891"/>
                </a:lnTo>
                <a:lnTo>
                  <a:pt x="539615" y="1215891"/>
                </a:lnTo>
                <a:lnTo>
                  <a:pt x="541495" y="1215891"/>
                </a:lnTo>
                <a:lnTo>
                  <a:pt x="543375" y="1215891"/>
                </a:lnTo>
                <a:lnTo>
                  <a:pt x="545255" y="1215891"/>
                </a:lnTo>
                <a:lnTo>
                  <a:pt x="547135" y="1215891"/>
                </a:lnTo>
                <a:lnTo>
                  <a:pt x="549015" y="1215891"/>
                </a:lnTo>
                <a:lnTo>
                  <a:pt x="550896" y="1215891"/>
                </a:lnTo>
                <a:lnTo>
                  <a:pt x="552776" y="1215891"/>
                </a:lnTo>
                <a:lnTo>
                  <a:pt x="554656" y="1215891"/>
                </a:lnTo>
                <a:lnTo>
                  <a:pt x="556536" y="1215891"/>
                </a:lnTo>
                <a:lnTo>
                  <a:pt x="558417" y="1215891"/>
                </a:lnTo>
                <a:lnTo>
                  <a:pt x="560297" y="1215891"/>
                </a:lnTo>
                <a:lnTo>
                  <a:pt x="562177" y="1215891"/>
                </a:lnTo>
                <a:lnTo>
                  <a:pt x="564057" y="1215891"/>
                </a:lnTo>
                <a:lnTo>
                  <a:pt x="565937" y="1215891"/>
                </a:lnTo>
                <a:lnTo>
                  <a:pt x="567817" y="1215891"/>
                </a:lnTo>
                <a:lnTo>
                  <a:pt x="569697" y="1215891"/>
                </a:lnTo>
                <a:lnTo>
                  <a:pt x="571578" y="1215891"/>
                </a:lnTo>
                <a:lnTo>
                  <a:pt x="573458" y="1215891"/>
                </a:lnTo>
                <a:lnTo>
                  <a:pt x="575338" y="1215891"/>
                </a:lnTo>
                <a:lnTo>
                  <a:pt x="577219" y="1215891"/>
                </a:lnTo>
                <a:lnTo>
                  <a:pt x="579099" y="1215891"/>
                </a:lnTo>
                <a:lnTo>
                  <a:pt x="580979" y="1215891"/>
                </a:lnTo>
                <a:lnTo>
                  <a:pt x="582859" y="1215891"/>
                </a:lnTo>
                <a:lnTo>
                  <a:pt x="584740" y="1215891"/>
                </a:lnTo>
                <a:lnTo>
                  <a:pt x="586619" y="1215891"/>
                </a:lnTo>
                <a:lnTo>
                  <a:pt x="588499" y="1215891"/>
                </a:lnTo>
                <a:lnTo>
                  <a:pt x="590379" y="1215891"/>
                </a:lnTo>
                <a:lnTo>
                  <a:pt x="592260" y="1215891"/>
                </a:lnTo>
                <a:lnTo>
                  <a:pt x="594140" y="1215891"/>
                </a:lnTo>
                <a:lnTo>
                  <a:pt x="596020" y="1215891"/>
                </a:lnTo>
                <a:lnTo>
                  <a:pt x="597901" y="1215891"/>
                </a:lnTo>
                <a:lnTo>
                  <a:pt x="599781" y="1215891"/>
                </a:lnTo>
                <a:lnTo>
                  <a:pt x="601661" y="1215891"/>
                </a:lnTo>
                <a:lnTo>
                  <a:pt x="603541" y="1215891"/>
                </a:lnTo>
                <a:lnTo>
                  <a:pt x="605422" y="1215891"/>
                </a:lnTo>
                <a:lnTo>
                  <a:pt x="607301" y="1215891"/>
                </a:lnTo>
                <a:lnTo>
                  <a:pt x="609181" y="1215891"/>
                </a:lnTo>
                <a:lnTo>
                  <a:pt x="611062" y="1215891"/>
                </a:lnTo>
                <a:lnTo>
                  <a:pt x="612942" y="1215891"/>
                </a:lnTo>
                <a:lnTo>
                  <a:pt x="614822" y="1215891"/>
                </a:lnTo>
                <a:lnTo>
                  <a:pt x="616702" y="1215891"/>
                </a:lnTo>
                <a:lnTo>
                  <a:pt x="618583" y="1215891"/>
                </a:lnTo>
                <a:lnTo>
                  <a:pt x="620463" y="1215891"/>
                </a:lnTo>
                <a:lnTo>
                  <a:pt x="622342" y="1215891"/>
                </a:lnTo>
                <a:lnTo>
                  <a:pt x="624224" y="1215891"/>
                </a:lnTo>
                <a:lnTo>
                  <a:pt x="626107" y="1215891"/>
                </a:lnTo>
                <a:lnTo>
                  <a:pt x="627979" y="1215891"/>
                </a:lnTo>
                <a:lnTo>
                  <a:pt x="629861" y="1215891"/>
                </a:lnTo>
                <a:lnTo>
                  <a:pt x="631744" y="1215891"/>
                </a:lnTo>
                <a:lnTo>
                  <a:pt x="633626" y="1215891"/>
                </a:lnTo>
                <a:lnTo>
                  <a:pt x="635508" y="1215891"/>
                </a:lnTo>
                <a:lnTo>
                  <a:pt x="637381" y="1215891"/>
                </a:lnTo>
                <a:lnTo>
                  <a:pt x="639263" y="1215891"/>
                </a:lnTo>
                <a:lnTo>
                  <a:pt x="641145" y="1215891"/>
                </a:lnTo>
                <a:lnTo>
                  <a:pt x="643027" y="1215891"/>
                </a:lnTo>
                <a:lnTo>
                  <a:pt x="644909" y="1215891"/>
                </a:lnTo>
                <a:lnTo>
                  <a:pt x="646782" y="1215891"/>
                </a:lnTo>
                <a:lnTo>
                  <a:pt x="648664" y="1215891"/>
                </a:lnTo>
                <a:lnTo>
                  <a:pt x="650546" y="1215891"/>
                </a:lnTo>
                <a:lnTo>
                  <a:pt x="652429" y="1215891"/>
                </a:lnTo>
                <a:lnTo>
                  <a:pt x="654311" y="1215891"/>
                </a:lnTo>
                <a:lnTo>
                  <a:pt x="656183" y="1215891"/>
                </a:lnTo>
                <a:lnTo>
                  <a:pt x="658066" y="1215891"/>
                </a:lnTo>
                <a:lnTo>
                  <a:pt x="659948" y="1215891"/>
                </a:lnTo>
                <a:lnTo>
                  <a:pt x="661830" y="1215891"/>
                </a:lnTo>
                <a:lnTo>
                  <a:pt x="663703" y="1215891"/>
                </a:lnTo>
                <a:lnTo>
                  <a:pt x="665585" y="1215891"/>
                </a:lnTo>
                <a:lnTo>
                  <a:pt x="667467" y="1215891"/>
                </a:lnTo>
                <a:lnTo>
                  <a:pt x="669349" y="1215891"/>
                </a:lnTo>
                <a:lnTo>
                  <a:pt x="671231" y="1215891"/>
                </a:lnTo>
                <a:lnTo>
                  <a:pt x="673104" y="1215891"/>
                </a:lnTo>
                <a:lnTo>
                  <a:pt x="674986" y="1215891"/>
                </a:lnTo>
                <a:lnTo>
                  <a:pt x="676868" y="1215891"/>
                </a:lnTo>
                <a:lnTo>
                  <a:pt x="678751" y="1215891"/>
                </a:lnTo>
                <a:lnTo>
                  <a:pt x="680633" y="1215891"/>
                </a:lnTo>
                <a:lnTo>
                  <a:pt x="682505" y="1215891"/>
                </a:lnTo>
                <a:lnTo>
                  <a:pt x="684387" y="1215891"/>
                </a:lnTo>
                <a:lnTo>
                  <a:pt x="686270" y="1215891"/>
                </a:lnTo>
                <a:lnTo>
                  <a:pt x="688152" y="1215891"/>
                </a:lnTo>
                <a:lnTo>
                  <a:pt x="690034" y="1215891"/>
                </a:lnTo>
                <a:lnTo>
                  <a:pt x="691907" y="1215891"/>
                </a:lnTo>
                <a:lnTo>
                  <a:pt x="693789" y="1215891"/>
                </a:lnTo>
                <a:lnTo>
                  <a:pt x="695671" y="1215891"/>
                </a:lnTo>
                <a:lnTo>
                  <a:pt x="697553" y="1215891"/>
                </a:lnTo>
                <a:lnTo>
                  <a:pt x="699435" y="1215891"/>
                </a:lnTo>
                <a:lnTo>
                  <a:pt x="701308" y="1215891"/>
                </a:lnTo>
                <a:lnTo>
                  <a:pt x="703190" y="1215891"/>
                </a:lnTo>
                <a:lnTo>
                  <a:pt x="705072" y="1215891"/>
                </a:lnTo>
                <a:lnTo>
                  <a:pt x="706955" y="1215891"/>
                </a:lnTo>
                <a:lnTo>
                  <a:pt x="708827" y="1215891"/>
                </a:lnTo>
                <a:lnTo>
                  <a:pt x="710709" y="1215891"/>
                </a:lnTo>
                <a:lnTo>
                  <a:pt x="712592" y="1215891"/>
                </a:lnTo>
                <a:lnTo>
                  <a:pt x="714474" y="1215891"/>
                </a:lnTo>
                <a:lnTo>
                  <a:pt x="716356" y="1215891"/>
                </a:lnTo>
                <a:lnTo>
                  <a:pt x="718229" y="1215891"/>
                </a:lnTo>
                <a:lnTo>
                  <a:pt x="720111" y="1215891"/>
                </a:lnTo>
                <a:lnTo>
                  <a:pt x="721993" y="1215891"/>
                </a:lnTo>
                <a:lnTo>
                  <a:pt x="723875" y="1215891"/>
                </a:lnTo>
                <a:lnTo>
                  <a:pt x="725757" y="1215891"/>
                </a:lnTo>
                <a:lnTo>
                  <a:pt x="727630" y="1215891"/>
                </a:lnTo>
                <a:lnTo>
                  <a:pt x="729512" y="1215891"/>
                </a:lnTo>
                <a:lnTo>
                  <a:pt x="731394" y="1215891"/>
                </a:lnTo>
                <a:lnTo>
                  <a:pt x="733277" y="1215891"/>
                </a:lnTo>
                <a:lnTo>
                  <a:pt x="735159" y="1215891"/>
                </a:lnTo>
                <a:lnTo>
                  <a:pt x="737031" y="1215891"/>
                </a:lnTo>
                <a:lnTo>
                  <a:pt x="738914" y="1215891"/>
                </a:lnTo>
                <a:lnTo>
                  <a:pt x="740796" y="1215891"/>
                </a:lnTo>
                <a:lnTo>
                  <a:pt x="742678" y="1215891"/>
                </a:lnTo>
                <a:lnTo>
                  <a:pt x="744560" y="1215891"/>
                </a:lnTo>
                <a:lnTo>
                  <a:pt x="746433" y="1215891"/>
                </a:lnTo>
                <a:lnTo>
                  <a:pt x="748315" y="1215891"/>
                </a:lnTo>
                <a:lnTo>
                  <a:pt x="750197" y="1215891"/>
                </a:lnTo>
                <a:lnTo>
                  <a:pt x="752079" y="1215891"/>
                </a:lnTo>
                <a:lnTo>
                  <a:pt x="753952" y="1215891"/>
                </a:lnTo>
                <a:lnTo>
                  <a:pt x="755834" y="1215891"/>
                </a:lnTo>
                <a:lnTo>
                  <a:pt x="757716" y="1215891"/>
                </a:lnTo>
                <a:lnTo>
                  <a:pt x="759598" y="1215891"/>
                </a:lnTo>
                <a:lnTo>
                  <a:pt x="761481" y="1215891"/>
                </a:lnTo>
                <a:lnTo>
                  <a:pt x="763353" y="1215891"/>
                </a:lnTo>
                <a:lnTo>
                  <a:pt x="765235" y="1215891"/>
                </a:lnTo>
                <a:lnTo>
                  <a:pt x="767118" y="1215891"/>
                </a:lnTo>
                <a:lnTo>
                  <a:pt x="769000" y="1215891"/>
                </a:lnTo>
                <a:lnTo>
                  <a:pt x="770882" y="1215891"/>
                </a:lnTo>
                <a:lnTo>
                  <a:pt x="772755" y="1215891"/>
                </a:lnTo>
                <a:lnTo>
                  <a:pt x="774637" y="1215891"/>
                </a:lnTo>
                <a:lnTo>
                  <a:pt x="776519" y="1215891"/>
                </a:lnTo>
                <a:lnTo>
                  <a:pt x="778401" y="1215891"/>
                </a:lnTo>
                <a:lnTo>
                  <a:pt x="780283" y="1215891"/>
                </a:lnTo>
                <a:lnTo>
                  <a:pt x="782156" y="1215891"/>
                </a:lnTo>
                <a:lnTo>
                  <a:pt x="784038" y="1215891"/>
                </a:lnTo>
                <a:lnTo>
                  <a:pt x="785920" y="1215891"/>
                </a:lnTo>
                <a:lnTo>
                  <a:pt x="787803" y="1215891"/>
                </a:lnTo>
                <a:lnTo>
                  <a:pt x="789685" y="1215891"/>
                </a:lnTo>
                <a:lnTo>
                  <a:pt x="791557" y="1215891"/>
                </a:lnTo>
                <a:lnTo>
                  <a:pt x="793440" y="1215891"/>
                </a:lnTo>
                <a:lnTo>
                  <a:pt x="795322" y="1215891"/>
                </a:lnTo>
                <a:lnTo>
                  <a:pt x="797204" y="1215891"/>
                </a:lnTo>
                <a:lnTo>
                  <a:pt x="799077" y="1215891"/>
                </a:lnTo>
                <a:lnTo>
                  <a:pt x="800959" y="1215891"/>
                </a:lnTo>
                <a:lnTo>
                  <a:pt x="802841" y="1215891"/>
                </a:lnTo>
                <a:lnTo>
                  <a:pt x="804723" y="1215891"/>
                </a:lnTo>
                <a:lnTo>
                  <a:pt x="806605" y="1215891"/>
                </a:lnTo>
                <a:lnTo>
                  <a:pt x="808478" y="1215891"/>
                </a:lnTo>
                <a:lnTo>
                  <a:pt x="810360" y="1215891"/>
                </a:lnTo>
                <a:lnTo>
                  <a:pt x="812242" y="1215891"/>
                </a:lnTo>
                <a:lnTo>
                  <a:pt x="814125" y="1215891"/>
                </a:lnTo>
                <a:lnTo>
                  <a:pt x="816007" y="1215891"/>
                </a:lnTo>
                <a:lnTo>
                  <a:pt x="817879" y="1215891"/>
                </a:lnTo>
                <a:lnTo>
                  <a:pt x="819762" y="1215891"/>
                </a:lnTo>
                <a:lnTo>
                  <a:pt x="821644" y="1215891"/>
                </a:lnTo>
                <a:lnTo>
                  <a:pt x="823526" y="1215891"/>
                </a:lnTo>
                <a:lnTo>
                  <a:pt x="825408" y="1215891"/>
                </a:lnTo>
                <a:lnTo>
                  <a:pt x="827281" y="1215891"/>
                </a:lnTo>
                <a:lnTo>
                  <a:pt x="829163" y="1215891"/>
                </a:lnTo>
                <a:lnTo>
                  <a:pt x="831045" y="1215891"/>
                </a:lnTo>
                <a:lnTo>
                  <a:pt x="832927" y="1215891"/>
                </a:lnTo>
                <a:lnTo>
                  <a:pt x="834800" y="1215891"/>
                </a:lnTo>
                <a:lnTo>
                  <a:pt x="836682" y="1215891"/>
                </a:lnTo>
                <a:lnTo>
                  <a:pt x="838564" y="1215891"/>
                </a:lnTo>
                <a:lnTo>
                  <a:pt x="840446" y="1215891"/>
                </a:lnTo>
                <a:lnTo>
                  <a:pt x="842329" y="1215891"/>
                </a:lnTo>
                <a:lnTo>
                  <a:pt x="844201" y="1215891"/>
                </a:lnTo>
                <a:lnTo>
                  <a:pt x="846083" y="1215891"/>
                </a:lnTo>
                <a:lnTo>
                  <a:pt x="847966" y="1215891"/>
                </a:lnTo>
                <a:lnTo>
                  <a:pt x="849848" y="1215891"/>
                </a:lnTo>
                <a:lnTo>
                  <a:pt x="851730" y="1215891"/>
                </a:lnTo>
                <a:lnTo>
                  <a:pt x="853603" y="1215891"/>
                </a:lnTo>
                <a:lnTo>
                  <a:pt x="855485" y="1215891"/>
                </a:lnTo>
                <a:lnTo>
                  <a:pt x="857367" y="1215891"/>
                </a:lnTo>
                <a:lnTo>
                  <a:pt x="859249" y="1215891"/>
                </a:lnTo>
                <a:lnTo>
                  <a:pt x="861131" y="1215891"/>
                </a:lnTo>
                <a:lnTo>
                  <a:pt x="863004" y="1215891"/>
                </a:lnTo>
                <a:lnTo>
                  <a:pt x="864886" y="1215891"/>
                </a:lnTo>
                <a:lnTo>
                  <a:pt x="866768" y="1215891"/>
                </a:lnTo>
                <a:lnTo>
                  <a:pt x="868651" y="1215891"/>
                </a:lnTo>
                <a:lnTo>
                  <a:pt x="870533" y="1215891"/>
                </a:lnTo>
                <a:lnTo>
                  <a:pt x="872405" y="1215891"/>
                </a:lnTo>
                <a:lnTo>
                  <a:pt x="874288" y="1215891"/>
                </a:lnTo>
                <a:lnTo>
                  <a:pt x="876170" y="1215891"/>
                </a:lnTo>
                <a:lnTo>
                  <a:pt x="878052" y="1215891"/>
                </a:lnTo>
                <a:lnTo>
                  <a:pt x="879925" y="1215891"/>
                </a:lnTo>
                <a:lnTo>
                  <a:pt x="881807" y="1215891"/>
                </a:lnTo>
                <a:lnTo>
                  <a:pt x="883689" y="1215891"/>
                </a:lnTo>
                <a:lnTo>
                  <a:pt x="885571" y="1215891"/>
                </a:lnTo>
                <a:lnTo>
                  <a:pt x="887453" y="1215891"/>
                </a:lnTo>
                <a:lnTo>
                  <a:pt x="889326" y="1215891"/>
                </a:lnTo>
                <a:lnTo>
                  <a:pt x="891208" y="1215891"/>
                </a:lnTo>
                <a:lnTo>
                  <a:pt x="893090" y="1215891"/>
                </a:lnTo>
                <a:lnTo>
                  <a:pt x="894973" y="1215891"/>
                </a:lnTo>
                <a:lnTo>
                  <a:pt x="896855" y="1215891"/>
                </a:lnTo>
                <a:lnTo>
                  <a:pt x="898727" y="1215882"/>
                </a:lnTo>
                <a:lnTo>
                  <a:pt x="900609" y="1215882"/>
                </a:lnTo>
                <a:lnTo>
                  <a:pt x="902492" y="1215882"/>
                </a:lnTo>
                <a:lnTo>
                  <a:pt x="904374" y="1215882"/>
                </a:lnTo>
                <a:lnTo>
                  <a:pt x="906256" y="1215882"/>
                </a:lnTo>
                <a:lnTo>
                  <a:pt x="908129" y="1215882"/>
                </a:lnTo>
                <a:lnTo>
                  <a:pt x="910011" y="1215882"/>
                </a:lnTo>
                <a:lnTo>
                  <a:pt x="911893" y="1215882"/>
                </a:lnTo>
                <a:lnTo>
                  <a:pt x="913775" y="1215882"/>
                </a:lnTo>
                <a:lnTo>
                  <a:pt x="915657" y="1215882"/>
                </a:lnTo>
                <a:lnTo>
                  <a:pt x="917530" y="1215882"/>
                </a:lnTo>
                <a:lnTo>
                  <a:pt x="919412" y="1215872"/>
                </a:lnTo>
                <a:lnTo>
                  <a:pt x="921294" y="1215872"/>
                </a:lnTo>
                <a:lnTo>
                  <a:pt x="923177" y="1215872"/>
                </a:lnTo>
                <a:lnTo>
                  <a:pt x="925049" y="1215872"/>
                </a:lnTo>
                <a:lnTo>
                  <a:pt x="926931" y="1215872"/>
                </a:lnTo>
                <a:lnTo>
                  <a:pt x="928814" y="1215872"/>
                </a:lnTo>
                <a:lnTo>
                  <a:pt x="930696" y="1215862"/>
                </a:lnTo>
                <a:lnTo>
                  <a:pt x="932578" y="1215862"/>
                </a:lnTo>
                <a:lnTo>
                  <a:pt x="934451" y="1215862"/>
                </a:lnTo>
                <a:lnTo>
                  <a:pt x="936333" y="1215862"/>
                </a:lnTo>
                <a:lnTo>
                  <a:pt x="938215" y="1215862"/>
                </a:lnTo>
                <a:lnTo>
                  <a:pt x="940097" y="1215853"/>
                </a:lnTo>
                <a:lnTo>
                  <a:pt x="941979" y="1215853"/>
                </a:lnTo>
                <a:lnTo>
                  <a:pt x="943852" y="1215853"/>
                </a:lnTo>
                <a:lnTo>
                  <a:pt x="945734" y="1215843"/>
                </a:lnTo>
                <a:lnTo>
                  <a:pt x="947616" y="1215843"/>
                </a:lnTo>
                <a:lnTo>
                  <a:pt x="949499" y="1215843"/>
                </a:lnTo>
                <a:lnTo>
                  <a:pt x="951381" y="1215833"/>
                </a:lnTo>
                <a:lnTo>
                  <a:pt x="953253" y="1215833"/>
                </a:lnTo>
                <a:lnTo>
                  <a:pt x="955136" y="1215823"/>
                </a:lnTo>
                <a:lnTo>
                  <a:pt x="957018" y="1215823"/>
                </a:lnTo>
                <a:lnTo>
                  <a:pt x="958900" y="1215814"/>
                </a:lnTo>
                <a:lnTo>
                  <a:pt x="960782" y="1215814"/>
                </a:lnTo>
                <a:lnTo>
                  <a:pt x="962655" y="1215804"/>
                </a:lnTo>
                <a:lnTo>
                  <a:pt x="964537" y="1215794"/>
                </a:lnTo>
                <a:lnTo>
                  <a:pt x="966419" y="1215794"/>
                </a:lnTo>
                <a:lnTo>
                  <a:pt x="968301" y="1215785"/>
                </a:lnTo>
                <a:lnTo>
                  <a:pt x="970174" y="1215775"/>
                </a:lnTo>
                <a:lnTo>
                  <a:pt x="972056" y="1215775"/>
                </a:lnTo>
                <a:lnTo>
                  <a:pt x="973938" y="1215765"/>
                </a:lnTo>
                <a:lnTo>
                  <a:pt x="975820" y="1215756"/>
                </a:lnTo>
                <a:lnTo>
                  <a:pt x="977703" y="1215746"/>
                </a:lnTo>
                <a:lnTo>
                  <a:pt x="979575" y="1215736"/>
                </a:lnTo>
                <a:lnTo>
                  <a:pt x="981458" y="1215726"/>
                </a:lnTo>
                <a:lnTo>
                  <a:pt x="983340" y="1215717"/>
                </a:lnTo>
                <a:lnTo>
                  <a:pt x="985222" y="1215697"/>
                </a:lnTo>
                <a:lnTo>
                  <a:pt x="987104" y="1215688"/>
                </a:lnTo>
                <a:lnTo>
                  <a:pt x="988977" y="1215678"/>
                </a:lnTo>
                <a:lnTo>
                  <a:pt x="990859" y="1215658"/>
                </a:lnTo>
                <a:lnTo>
                  <a:pt x="992741" y="1215649"/>
                </a:lnTo>
                <a:lnTo>
                  <a:pt x="994623" y="1215629"/>
                </a:lnTo>
                <a:lnTo>
                  <a:pt x="996506" y="1215610"/>
                </a:lnTo>
                <a:lnTo>
                  <a:pt x="998378" y="1215591"/>
                </a:lnTo>
                <a:lnTo>
                  <a:pt x="1000260" y="1215571"/>
                </a:lnTo>
                <a:lnTo>
                  <a:pt x="1002142" y="1215552"/>
                </a:lnTo>
                <a:lnTo>
                  <a:pt x="1004025" y="1215532"/>
                </a:lnTo>
                <a:lnTo>
                  <a:pt x="1005907" y="1215513"/>
                </a:lnTo>
                <a:lnTo>
                  <a:pt x="1007779" y="1215484"/>
                </a:lnTo>
                <a:lnTo>
                  <a:pt x="1009662" y="1215455"/>
                </a:lnTo>
                <a:lnTo>
                  <a:pt x="1011544" y="1215435"/>
                </a:lnTo>
                <a:lnTo>
                  <a:pt x="1013426" y="1215406"/>
                </a:lnTo>
                <a:lnTo>
                  <a:pt x="1015299" y="1215377"/>
                </a:lnTo>
                <a:lnTo>
                  <a:pt x="1017181" y="1215338"/>
                </a:lnTo>
                <a:lnTo>
                  <a:pt x="1019063" y="1215309"/>
                </a:lnTo>
                <a:lnTo>
                  <a:pt x="1020945" y="1215270"/>
                </a:lnTo>
                <a:lnTo>
                  <a:pt x="1022827" y="1215232"/>
                </a:lnTo>
                <a:lnTo>
                  <a:pt x="1024700" y="1215193"/>
                </a:lnTo>
                <a:lnTo>
                  <a:pt x="1026582" y="1215154"/>
                </a:lnTo>
                <a:lnTo>
                  <a:pt x="1028464" y="1215105"/>
                </a:lnTo>
                <a:lnTo>
                  <a:pt x="1030347" y="1215057"/>
                </a:lnTo>
                <a:lnTo>
                  <a:pt x="1032229" y="1215008"/>
                </a:lnTo>
                <a:lnTo>
                  <a:pt x="1034101" y="1214960"/>
                </a:lnTo>
                <a:lnTo>
                  <a:pt x="1035984" y="1214902"/>
                </a:lnTo>
                <a:lnTo>
                  <a:pt x="1037866" y="1214843"/>
                </a:lnTo>
                <a:lnTo>
                  <a:pt x="1039748" y="1214785"/>
                </a:lnTo>
                <a:lnTo>
                  <a:pt x="1041630" y="1214717"/>
                </a:lnTo>
                <a:lnTo>
                  <a:pt x="1043503" y="1214650"/>
                </a:lnTo>
                <a:lnTo>
                  <a:pt x="1045385" y="1214582"/>
                </a:lnTo>
                <a:lnTo>
                  <a:pt x="1047267" y="1214504"/>
                </a:lnTo>
                <a:lnTo>
                  <a:pt x="1049149" y="1214426"/>
                </a:lnTo>
                <a:lnTo>
                  <a:pt x="1051022" y="1214339"/>
                </a:lnTo>
                <a:lnTo>
                  <a:pt x="1052904" y="1214252"/>
                </a:lnTo>
                <a:lnTo>
                  <a:pt x="1054786" y="1214155"/>
                </a:lnTo>
                <a:lnTo>
                  <a:pt x="1056669" y="1214058"/>
                </a:lnTo>
                <a:lnTo>
                  <a:pt x="1058551" y="1213961"/>
                </a:lnTo>
                <a:lnTo>
                  <a:pt x="1060423" y="1213844"/>
                </a:lnTo>
                <a:lnTo>
                  <a:pt x="1062305" y="1213737"/>
                </a:lnTo>
                <a:lnTo>
                  <a:pt x="1064188" y="1213611"/>
                </a:lnTo>
                <a:lnTo>
                  <a:pt x="1066070" y="1213485"/>
                </a:lnTo>
                <a:lnTo>
                  <a:pt x="1067952" y="1213359"/>
                </a:lnTo>
                <a:lnTo>
                  <a:pt x="1069825" y="1213214"/>
                </a:lnTo>
                <a:lnTo>
                  <a:pt x="1071707" y="1213068"/>
                </a:lnTo>
                <a:lnTo>
                  <a:pt x="1073589" y="1212922"/>
                </a:lnTo>
                <a:lnTo>
                  <a:pt x="1075471" y="1212758"/>
                </a:lnTo>
                <a:lnTo>
                  <a:pt x="1077354" y="1212593"/>
                </a:lnTo>
                <a:lnTo>
                  <a:pt x="1079226" y="1212418"/>
                </a:lnTo>
                <a:lnTo>
                  <a:pt x="1081108" y="1212234"/>
                </a:lnTo>
                <a:lnTo>
                  <a:pt x="1082990" y="1212040"/>
                </a:lnTo>
                <a:lnTo>
                  <a:pt x="1084873" y="1211836"/>
                </a:lnTo>
                <a:lnTo>
                  <a:pt x="1086755" y="1211622"/>
                </a:lnTo>
                <a:lnTo>
                  <a:pt x="1088627" y="1211399"/>
                </a:lnTo>
                <a:lnTo>
                  <a:pt x="1090510" y="1211157"/>
                </a:lnTo>
                <a:lnTo>
                  <a:pt x="1092392" y="1210914"/>
                </a:lnTo>
                <a:lnTo>
                  <a:pt x="1094274" y="1210662"/>
                </a:lnTo>
                <a:lnTo>
                  <a:pt x="1096147" y="1210390"/>
                </a:lnTo>
                <a:lnTo>
                  <a:pt x="1098029" y="1210109"/>
                </a:lnTo>
                <a:lnTo>
                  <a:pt x="1099911" y="1209818"/>
                </a:lnTo>
                <a:lnTo>
                  <a:pt x="1101793" y="1209507"/>
                </a:lnTo>
                <a:lnTo>
                  <a:pt x="1103675" y="1209187"/>
                </a:lnTo>
                <a:lnTo>
                  <a:pt x="1105548" y="1208857"/>
                </a:lnTo>
                <a:lnTo>
                  <a:pt x="1107430" y="1208498"/>
                </a:lnTo>
                <a:lnTo>
                  <a:pt x="1109312" y="1208139"/>
                </a:lnTo>
                <a:lnTo>
                  <a:pt x="1111195" y="1207751"/>
                </a:lnTo>
                <a:lnTo>
                  <a:pt x="1113077" y="1207353"/>
                </a:lnTo>
                <a:lnTo>
                  <a:pt x="1114949" y="1206936"/>
                </a:lnTo>
                <a:lnTo>
                  <a:pt x="1116831" y="1206500"/>
                </a:lnTo>
                <a:lnTo>
                  <a:pt x="1118714" y="1206044"/>
                </a:lnTo>
                <a:lnTo>
                  <a:pt x="1120596" y="1205578"/>
                </a:lnTo>
                <a:lnTo>
                  <a:pt x="1122478" y="1205083"/>
                </a:lnTo>
                <a:lnTo>
                  <a:pt x="1124351" y="1204569"/>
                </a:lnTo>
                <a:lnTo>
                  <a:pt x="1126233" y="1204026"/>
                </a:lnTo>
                <a:lnTo>
                  <a:pt x="1128115" y="1203473"/>
                </a:lnTo>
                <a:lnTo>
                  <a:pt x="1129997" y="1202881"/>
                </a:lnTo>
                <a:lnTo>
                  <a:pt x="1131880" y="1202279"/>
                </a:lnTo>
                <a:lnTo>
                  <a:pt x="1133752" y="1201649"/>
                </a:lnTo>
                <a:lnTo>
                  <a:pt x="1135634" y="1200989"/>
                </a:lnTo>
                <a:lnTo>
                  <a:pt x="1137517" y="1200300"/>
                </a:lnTo>
                <a:lnTo>
                  <a:pt x="1139399" y="1199592"/>
                </a:lnTo>
                <a:lnTo>
                  <a:pt x="1141271" y="1198854"/>
                </a:lnTo>
                <a:lnTo>
                  <a:pt x="1143153" y="1198078"/>
                </a:lnTo>
                <a:lnTo>
                  <a:pt x="1145036" y="1197283"/>
                </a:lnTo>
                <a:lnTo>
                  <a:pt x="1146918" y="1196448"/>
                </a:lnTo>
                <a:lnTo>
                  <a:pt x="1148800" y="1195575"/>
                </a:lnTo>
                <a:lnTo>
                  <a:pt x="1150673" y="1194682"/>
                </a:lnTo>
                <a:lnTo>
                  <a:pt x="1152555" y="1193751"/>
                </a:lnTo>
                <a:lnTo>
                  <a:pt x="1154437" y="1192781"/>
                </a:lnTo>
                <a:lnTo>
                  <a:pt x="1156319" y="1191772"/>
                </a:lnTo>
                <a:lnTo>
                  <a:pt x="1158201" y="1190724"/>
                </a:lnTo>
                <a:lnTo>
                  <a:pt x="1160074" y="1189647"/>
                </a:lnTo>
                <a:lnTo>
                  <a:pt x="1161956" y="1188522"/>
                </a:lnTo>
                <a:lnTo>
                  <a:pt x="1163838" y="1187357"/>
                </a:lnTo>
                <a:lnTo>
                  <a:pt x="1165721" y="1186145"/>
                </a:lnTo>
                <a:lnTo>
                  <a:pt x="1167603" y="1184893"/>
                </a:lnTo>
                <a:lnTo>
                  <a:pt x="1169475" y="1183593"/>
                </a:lnTo>
                <a:lnTo>
                  <a:pt x="1171358" y="1182254"/>
                </a:lnTo>
                <a:lnTo>
                  <a:pt x="1173240" y="1180857"/>
                </a:lnTo>
                <a:lnTo>
                  <a:pt x="1175122" y="1179421"/>
                </a:lnTo>
                <a:lnTo>
                  <a:pt x="1177004" y="1177927"/>
                </a:lnTo>
                <a:lnTo>
                  <a:pt x="1178877" y="1176384"/>
                </a:lnTo>
                <a:lnTo>
                  <a:pt x="1180759" y="1174783"/>
                </a:lnTo>
                <a:lnTo>
                  <a:pt x="1182641" y="1173134"/>
                </a:lnTo>
                <a:lnTo>
                  <a:pt x="1184523" y="1171426"/>
                </a:lnTo>
                <a:lnTo>
                  <a:pt x="1186396" y="1169661"/>
                </a:lnTo>
                <a:lnTo>
                  <a:pt x="1188278" y="1167837"/>
                </a:lnTo>
                <a:lnTo>
                  <a:pt x="1190160" y="1165954"/>
                </a:lnTo>
                <a:lnTo>
                  <a:pt x="1192043" y="1164004"/>
                </a:lnTo>
                <a:lnTo>
                  <a:pt x="1193925" y="1161996"/>
                </a:lnTo>
                <a:lnTo>
                  <a:pt x="1195797" y="1159920"/>
                </a:lnTo>
                <a:lnTo>
                  <a:pt x="1197680" y="1157785"/>
                </a:lnTo>
                <a:lnTo>
                  <a:pt x="1199562" y="1155573"/>
                </a:lnTo>
                <a:lnTo>
                  <a:pt x="1201444" y="1153293"/>
                </a:lnTo>
                <a:lnTo>
                  <a:pt x="1203326" y="1150945"/>
                </a:lnTo>
                <a:lnTo>
                  <a:pt x="1205199" y="1148520"/>
                </a:lnTo>
                <a:lnTo>
                  <a:pt x="1207081" y="1146026"/>
                </a:lnTo>
                <a:lnTo>
                  <a:pt x="1208963" y="1143445"/>
                </a:lnTo>
                <a:lnTo>
                  <a:pt x="1210845" y="1140797"/>
                </a:lnTo>
                <a:lnTo>
                  <a:pt x="1212728" y="1138070"/>
                </a:lnTo>
                <a:lnTo>
                  <a:pt x="1214600" y="1135257"/>
                </a:lnTo>
                <a:lnTo>
                  <a:pt x="1216482" y="1132366"/>
                </a:lnTo>
                <a:lnTo>
                  <a:pt x="1218364" y="1129387"/>
                </a:lnTo>
                <a:lnTo>
                  <a:pt x="1220247" y="1126331"/>
                </a:lnTo>
                <a:lnTo>
                  <a:pt x="1222129" y="1123178"/>
                </a:lnTo>
                <a:lnTo>
                  <a:pt x="1224001" y="1119947"/>
                </a:lnTo>
                <a:lnTo>
                  <a:pt x="1225884" y="1116619"/>
                </a:lnTo>
                <a:lnTo>
                  <a:pt x="1227766" y="1113194"/>
                </a:lnTo>
                <a:lnTo>
                  <a:pt x="1229648" y="1109682"/>
                </a:lnTo>
                <a:lnTo>
                  <a:pt x="1231521" y="1106073"/>
                </a:lnTo>
                <a:lnTo>
                  <a:pt x="1233403" y="1102376"/>
                </a:lnTo>
                <a:lnTo>
                  <a:pt x="1235285" y="1098573"/>
                </a:lnTo>
                <a:lnTo>
                  <a:pt x="1237167" y="1094673"/>
                </a:lnTo>
                <a:lnTo>
                  <a:pt x="1239050" y="1090666"/>
                </a:lnTo>
                <a:lnTo>
                  <a:pt x="1240922" y="1086562"/>
                </a:lnTo>
                <a:lnTo>
                  <a:pt x="1242804" y="1082361"/>
                </a:lnTo>
                <a:lnTo>
                  <a:pt x="1244686" y="1078043"/>
                </a:lnTo>
                <a:lnTo>
                  <a:pt x="1246569" y="1073629"/>
                </a:lnTo>
                <a:lnTo>
                  <a:pt x="1248451" y="1069098"/>
                </a:lnTo>
                <a:lnTo>
                  <a:pt x="1250323" y="1064460"/>
                </a:lnTo>
                <a:lnTo>
                  <a:pt x="1252206" y="1059716"/>
                </a:lnTo>
                <a:lnTo>
                  <a:pt x="1254088" y="1054855"/>
                </a:lnTo>
                <a:lnTo>
                  <a:pt x="1255970" y="1049888"/>
                </a:lnTo>
                <a:lnTo>
                  <a:pt x="1257852" y="1044804"/>
                </a:lnTo>
                <a:lnTo>
                  <a:pt x="1259725" y="1039603"/>
                </a:lnTo>
                <a:lnTo>
                  <a:pt x="1261607" y="1034287"/>
                </a:lnTo>
                <a:lnTo>
                  <a:pt x="1263489" y="1028853"/>
                </a:lnTo>
                <a:lnTo>
                  <a:pt x="1265371" y="1023294"/>
                </a:lnTo>
                <a:lnTo>
                  <a:pt x="1267244" y="1017628"/>
                </a:lnTo>
                <a:lnTo>
                  <a:pt x="1269126" y="1011836"/>
                </a:lnTo>
                <a:lnTo>
                  <a:pt x="1271008" y="1005927"/>
                </a:lnTo>
                <a:lnTo>
                  <a:pt x="1272891" y="999893"/>
                </a:lnTo>
                <a:lnTo>
                  <a:pt x="1274773" y="993732"/>
                </a:lnTo>
                <a:lnTo>
                  <a:pt x="1276645" y="987454"/>
                </a:lnTo>
                <a:lnTo>
                  <a:pt x="1278527" y="981051"/>
                </a:lnTo>
                <a:lnTo>
                  <a:pt x="1280410" y="974531"/>
                </a:lnTo>
                <a:lnTo>
                  <a:pt x="1282292" y="967875"/>
                </a:lnTo>
                <a:lnTo>
                  <a:pt x="1284174" y="961103"/>
                </a:lnTo>
                <a:lnTo>
                  <a:pt x="1286047" y="954205"/>
                </a:lnTo>
                <a:lnTo>
                  <a:pt x="1287929" y="947181"/>
                </a:lnTo>
                <a:lnTo>
                  <a:pt x="1289811" y="940030"/>
                </a:lnTo>
                <a:lnTo>
                  <a:pt x="1291693" y="932754"/>
                </a:lnTo>
                <a:lnTo>
                  <a:pt x="1293576" y="925351"/>
                </a:lnTo>
                <a:lnTo>
                  <a:pt x="1295448" y="917832"/>
                </a:lnTo>
                <a:lnTo>
                  <a:pt x="1297330" y="910186"/>
                </a:lnTo>
                <a:lnTo>
                  <a:pt x="1299213" y="902415"/>
                </a:lnTo>
                <a:lnTo>
                  <a:pt x="1301095" y="894518"/>
                </a:lnTo>
                <a:lnTo>
                  <a:pt x="1302977" y="886497"/>
                </a:lnTo>
                <a:lnTo>
                  <a:pt x="1304849" y="878356"/>
                </a:lnTo>
                <a:lnTo>
                  <a:pt x="1306732" y="870093"/>
                </a:lnTo>
                <a:lnTo>
                  <a:pt x="1308614" y="861710"/>
                </a:lnTo>
                <a:lnTo>
                  <a:pt x="1310496" y="853207"/>
                </a:lnTo>
                <a:lnTo>
                  <a:pt x="1312369" y="844585"/>
                </a:lnTo>
                <a:lnTo>
                  <a:pt x="1314251" y="835847"/>
                </a:lnTo>
                <a:lnTo>
                  <a:pt x="1316133" y="826992"/>
                </a:lnTo>
                <a:lnTo>
                  <a:pt x="1318015" y="818022"/>
                </a:lnTo>
                <a:lnTo>
                  <a:pt x="1319897" y="808939"/>
                </a:lnTo>
                <a:lnTo>
                  <a:pt x="1321770" y="799745"/>
                </a:lnTo>
                <a:lnTo>
                  <a:pt x="1323652" y="790441"/>
                </a:lnTo>
                <a:lnTo>
                  <a:pt x="1325534" y="781029"/>
                </a:lnTo>
                <a:lnTo>
                  <a:pt x="1327417" y="771512"/>
                </a:lnTo>
                <a:lnTo>
                  <a:pt x="1329299" y="761890"/>
                </a:lnTo>
                <a:lnTo>
                  <a:pt x="1331171" y="752168"/>
                </a:lnTo>
                <a:lnTo>
                  <a:pt x="1333054" y="742345"/>
                </a:lnTo>
                <a:lnTo>
                  <a:pt x="1334936" y="732427"/>
                </a:lnTo>
                <a:lnTo>
                  <a:pt x="1336818" y="722414"/>
                </a:lnTo>
                <a:lnTo>
                  <a:pt x="1338700" y="712310"/>
                </a:lnTo>
                <a:lnTo>
                  <a:pt x="1340573" y="702118"/>
                </a:lnTo>
                <a:lnTo>
                  <a:pt x="1342455" y="691841"/>
                </a:lnTo>
                <a:lnTo>
                  <a:pt x="1344337" y="681480"/>
                </a:lnTo>
                <a:lnTo>
                  <a:pt x="1346219" y="671040"/>
                </a:lnTo>
                <a:lnTo>
                  <a:pt x="1348102" y="660524"/>
                </a:lnTo>
                <a:lnTo>
                  <a:pt x="1349974" y="649936"/>
                </a:lnTo>
                <a:lnTo>
                  <a:pt x="1351856" y="639278"/>
                </a:lnTo>
                <a:lnTo>
                  <a:pt x="1353739" y="628556"/>
                </a:lnTo>
                <a:lnTo>
                  <a:pt x="1355621" y="617772"/>
                </a:lnTo>
                <a:lnTo>
                  <a:pt x="1357493" y="606929"/>
                </a:lnTo>
                <a:lnTo>
                  <a:pt x="1359376" y="596034"/>
                </a:lnTo>
                <a:lnTo>
                  <a:pt x="1361258" y="585089"/>
                </a:lnTo>
                <a:lnTo>
                  <a:pt x="1363140" y="574098"/>
                </a:lnTo>
                <a:lnTo>
                  <a:pt x="1365022" y="563066"/>
                </a:lnTo>
                <a:lnTo>
                  <a:pt x="1366895" y="551998"/>
                </a:lnTo>
                <a:lnTo>
                  <a:pt x="1368777" y="540897"/>
                </a:lnTo>
                <a:lnTo>
                  <a:pt x="1370659" y="529769"/>
                </a:lnTo>
                <a:lnTo>
                  <a:pt x="1372541" y="518618"/>
                </a:lnTo>
                <a:lnTo>
                  <a:pt x="1374423" y="507449"/>
                </a:lnTo>
                <a:lnTo>
                  <a:pt x="1376296" y="496267"/>
                </a:lnTo>
                <a:lnTo>
                  <a:pt x="1378178" y="485076"/>
                </a:lnTo>
                <a:lnTo>
                  <a:pt x="1380060" y="473883"/>
                </a:lnTo>
                <a:lnTo>
                  <a:pt x="1381943" y="462693"/>
                </a:lnTo>
                <a:lnTo>
                  <a:pt x="1383825" y="451508"/>
                </a:lnTo>
                <a:lnTo>
                  <a:pt x="1385697" y="440337"/>
                </a:lnTo>
                <a:lnTo>
                  <a:pt x="1387580" y="429183"/>
                </a:lnTo>
                <a:lnTo>
                  <a:pt x="1389462" y="418054"/>
                </a:lnTo>
                <a:lnTo>
                  <a:pt x="1391344" y="406953"/>
                </a:lnTo>
                <a:lnTo>
                  <a:pt x="1393226" y="395886"/>
                </a:lnTo>
                <a:lnTo>
                  <a:pt x="1395099" y="384860"/>
                </a:lnTo>
                <a:lnTo>
                  <a:pt x="1396981" y="373879"/>
                </a:lnTo>
                <a:lnTo>
                  <a:pt x="1398863" y="362950"/>
                </a:lnTo>
                <a:lnTo>
                  <a:pt x="1400745" y="352078"/>
                </a:lnTo>
                <a:lnTo>
                  <a:pt x="1402618" y="341269"/>
                </a:lnTo>
                <a:lnTo>
                  <a:pt x="1404500" y="330528"/>
                </a:lnTo>
                <a:lnTo>
                  <a:pt x="1406382" y="319862"/>
                </a:lnTo>
                <a:lnTo>
                  <a:pt x="1408265" y="309276"/>
                </a:lnTo>
                <a:lnTo>
                  <a:pt x="1410147" y="298778"/>
                </a:lnTo>
                <a:lnTo>
                  <a:pt x="1412019" y="288370"/>
                </a:lnTo>
                <a:lnTo>
                  <a:pt x="1413902" y="278061"/>
                </a:lnTo>
                <a:lnTo>
                  <a:pt x="1415784" y="267856"/>
                </a:lnTo>
                <a:lnTo>
                  <a:pt x="1417666" y="257760"/>
                </a:lnTo>
                <a:lnTo>
                  <a:pt x="1419548" y="247779"/>
                </a:lnTo>
                <a:lnTo>
                  <a:pt x="1421421" y="237921"/>
                </a:lnTo>
                <a:lnTo>
                  <a:pt x="1423303" y="228190"/>
                </a:lnTo>
                <a:lnTo>
                  <a:pt x="1425185" y="218590"/>
                </a:lnTo>
                <a:lnTo>
                  <a:pt x="1427067" y="209131"/>
                </a:lnTo>
                <a:lnTo>
                  <a:pt x="1428950" y="199815"/>
                </a:lnTo>
                <a:lnTo>
                  <a:pt x="1430822" y="190649"/>
                </a:lnTo>
                <a:lnTo>
                  <a:pt x="1432704" y="181639"/>
                </a:lnTo>
                <a:lnTo>
                  <a:pt x="1434586" y="172791"/>
                </a:lnTo>
                <a:lnTo>
                  <a:pt x="1436469" y="164108"/>
                </a:lnTo>
                <a:lnTo>
                  <a:pt x="1438351" y="155597"/>
                </a:lnTo>
                <a:lnTo>
                  <a:pt x="1440223" y="147264"/>
                </a:lnTo>
                <a:lnTo>
                  <a:pt x="1442106" y="139114"/>
                </a:lnTo>
                <a:lnTo>
                  <a:pt x="1443988" y="131152"/>
                </a:lnTo>
                <a:lnTo>
                  <a:pt x="1445870" y="123381"/>
                </a:lnTo>
                <a:lnTo>
                  <a:pt x="1447743" y="115810"/>
                </a:lnTo>
                <a:lnTo>
                  <a:pt x="1449625" y="108440"/>
                </a:lnTo>
                <a:lnTo>
                  <a:pt x="1451507" y="101278"/>
                </a:lnTo>
                <a:lnTo>
                  <a:pt x="1453389" y="94328"/>
                </a:lnTo>
                <a:lnTo>
                  <a:pt x="1455272" y="87595"/>
                </a:lnTo>
                <a:lnTo>
                  <a:pt x="1457144" y="81083"/>
                </a:lnTo>
                <a:lnTo>
                  <a:pt x="1459026" y="74796"/>
                </a:lnTo>
                <a:lnTo>
                  <a:pt x="1460908" y="68739"/>
                </a:lnTo>
                <a:lnTo>
                  <a:pt x="1462791" y="62915"/>
                </a:lnTo>
                <a:lnTo>
                  <a:pt x="1464673" y="57328"/>
                </a:lnTo>
                <a:lnTo>
                  <a:pt x="1466545" y="51982"/>
                </a:lnTo>
                <a:lnTo>
                  <a:pt x="1468428" y="46882"/>
                </a:lnTo>
                <a:lnTo>
                  <a:pt x="1470310" y="42029"/>
                </a:lnTo>
                <a:lnTo>
                  <a:pt x="1472192" y="37428"/>
                </a:lnTo>
                <a:lnTo>
                  <a:pt x="1474074" y="33081"/>
                </a:lnTo>
                <a:lnTo>
                  <a:pt x="1475947" y="28991"/>
                </a:lnTo>
                <a:lnTo>
                  <a:pt x="1477829" y="25162"/>
                </a:lnTo>
                <a:lnTo>
                  <a:pt x="1479711" y="21595"/>
                </a:lnTo>
                <a:lnTo>
                  <a:pt x="1481593" y="18295"/>
                </a:lnTo>
                <a:lnTo>
                  <a:pt x="1483466" y="15261"/>
                </a:lnTo>
                <a:lnTo>
                  <a:pt x="1485348" y="12496"/>
                </a:lnTo>
                <a:lnTo>
                  <a:pt x="1487230" y="10003"/>
                </a:lnTo>
                <a:lnTo>
                  <a:pt x="1489113" y="7784"/>
                </a:lnTo>
                <a:lnTo>
                  <a:pt x="1490995" y="5839"/>
                </a:lnTo>
                <a:lnTo>
                  <a:pt x="1492867" y="4170"/>
                </a:lnTo>
                <a:lnTo>
                  <a:pt x="1494749" y="2778"/>
                </a:lnTo>
                <a:lnTo>
                  <a:pt x="1496632" y="1665"/>
                </a:lnTo>
                <a:lnTo>
                  <a:pt x="1498514" y="830"/>
                </a:lnTo>
                <a:lnTo>
                  <a:pt x="1500396" y="275"/>
                </a:lnTo>
                <a:lnTo>
                  <a:pt x="1502269" y="0"/>
                </a:lnTo>
                <a:lnTo>
                  <a:pt x="1504151" y="5"/>
                </a:lnTo>
                <a:lnTo>
                  <a:pt x="1506033" y="290"/>
                </a:lnTo>
                <a:lnTo>
                  <a:pt x="1507915" y="854"/>
                </a:lnTo>
                <a:lnTo>
                  <a:pt x="1509798" y="1699"/>
                </a:lnTo>
                <a:lnTo>
                  <a:pt x="1511670" y="2822"/>
                </a:lnTo>
                <a:lnTo>
                  <a:pt x="1513552" y="4223"/>
                </a:lnTo>
                <a:lnTo>
                  <a:pt x="1515435" y="5902"/>
                </a:lnTo>
                <a:lnTo>
                  <a:pt x="1517317" y="7856"/>
                </a:lnTo>
                <a:lnTo>
                  <a:pt x="1519199" y="10085"/>
                </a:lnTo>
                <a:lnTo>
                  <a:pt x="1521071" y="12587"/>
                </a:lnTo>
                <a:lnTo>
                  <a:pt x="1522954" y="15361"/>
                </a:lnTo>
                <a:lnTo>
                  <a:pt x="1524836" y="18404"/>
                </a:lnTo>
                <a:lnTo>
                  <a:pt x="1526718" y="21715"/>
                </a:lnTo>
                <a:lnTo>
                  <a:pt x="1528591" y="25290"/>
                </a:lnTo>
                <a:lnTo>
                  <a:pt x="1530473" y="29128"/>
                </a:lnTo>
                <a:lnTo>
                  <a:pt x="1532355" y="33226"/>
                </a:lnTo>
                <a:lnTo>
                  <a:pt x="1534237" y="37582"/>
                </a:lnTo>
                <a:lnTo>
                  <a:pt x="1536119" y="42193"/>
                </a:lnTo>
                <a:lnTo>
                  <a:pt x="1537992" y="47054"/>
                </a:lnTo>
                <a:lnTo>
                  <a:pt x="1539874" y="52163"/>
                </a:lnTo>
                <a:lnTo>
                  <a:pt x="1541756" y="57517"/>
                </a:lnTo>
                <a:lnTo>
                  <a:pt x="1543639" y="63112"/>
                </a:lnTo>
                <a:lnTo>
                  <a:pt x="1545521" y="68944"/>
                </a:lnTo>
                <a:lnTo>
                  <a:pt x="1547393" y="75009"/>
                </a:lnTo>
                <a:lnTo>
                  <a:pt x="1549276" y="81304"/>
                </a:lnTo>
                <a:lnTo>
                  <a:pt x="1551158" y="87824"/>
                </a:lnTo>
                <a:lnTo>
                  <a:pt x="1553040" y="94565"/>
                </a:lnTo>
                <a:lnTo>
                  <a:pt x="1554922" y="101522"/>
                </a:lnTo>
                <a:lnTo>
                  <a:pt x="1556795" y="108691"/>
                </a:lnTo>
                <a:lnTo>
                  <a:pt x="1558677" y="116068"/>
                </a:lnTo>
                <a:lnTo>
                  <a:pt x="1560559" y="123646"/>
                </a:lnTo>
                <a:lnTo>
                  <a:pt x="1562441" y="131423"/>
                </a:lnTo>
                <a:lnTo>
                  <a:pt x="1564324" y="139393"/>
                </a:lnTo>
                <a:lnTo>
                  <a:pt x="1566196" y="147549"/>
                </a:lnTo>
                <a:lnTo>
                  <a:pt x="1568078" y="155888"/>
                </a:lnTo>
                <a:lnTo>
                  <a:pt x="1569961" y="164405"/>
                </a:lnTo>
                <a:lnTo>
                  <a:pt x="1571843" y="173093"/>
                </a:lnTo>
                <a:lnTo>
                  <a:pt x="1573715" y="181947"/>
                </a:lnTo>
                <a:lnTo>
                  <a:pt x="1575598" y="190963"/>
                </a:lnTo>
                <a:lnTo>
                  <a:pt x="1577480" y="200134"/>
                </a:lnTo>
                <a:lnTo>
                  <a:pt x="1579362" y="209455"/>
                </a:lnTo>
                <a:lnTo>
                  <a:pt x="1581244" y="218919"/>
                </a:lnTo>
                <a:lnTo>
                  <a:pt x="1583117" y="228524"/>
                </a:lnTo>
                <a:lnTo>
                  <a:pt x="1584999" y="238260"/>
                </a:lnTo>
                <a:lnTo>
                  <a:pt x="1586881" y="248123"/>
                </a:lnTo>
                <a:lnTo>
                  <a:pt x="1588763" y="258106"/>
                </a:lnTo>
                <a:lnTo>
                  <a:pt x="1590646" y="268206"/>
                </a:lnTo>
                <a:lnTo>
                  <a:pt x="1592518" y="278415"/>
                </a:lnTo>
                <a:lnTo>
                  <a:pt x="1594400" y="288728"/>
                </a:lnTo>
                <a:lnTo>
                  <a:pt x="1596282" y="299139"/>
                </a:lnTo>
                <a:lnTo>
                  <a:pt x="1598165" y="309641"/>
                </a:lnTo>
                <a:lnTo>
                  <a:pt x="1600047" y="320229"/>
                </a:lnTo>
                <a:lnTo>
                  <a:pt x="1601919" y="330898"/>
                </a:lnTo>
                <a:lnTo>
                  <a:pt x="1603802" y="341641"/>
                </a:lnTo>
                <a:lnTo>
                  <a:pt x="1605684" y="352452"/>
                </a:lnTo>
                <a:lnTo>
                  <a:pt x="1607566" y="363326"/>
                </a:lnTo>
                <a:lnTo>
                  <a:pt x="1609448" y="374258"/>
                </a:lnTo>
                <a:lnTo>
                  <a:pt x="1611321" y="385240"/>
                </a:lnTo>
                <a:lnTo>
                  <a:pt x="1613203" y="396268"/>
                </a:lnTo>
                <a:lnTo>
                  <a:pt x="1615085" y="407336"/>
                </a:lnTo>
                <a:lnTo>
                  <a:pt x="1616968" y="418437"/>
                </a:lnTo>
                <a:lnTo>
                  <a:pt x="1618840" y="429568"/>
                </a:lnTo>
                <a:lnTo>
                  <a:pt x="1620722" y="440722"/>
                </a:lnTo>
                <a:lnTo>
                  <a:pt x="1622604" y="451894"/>
                </a:lnTo>
                <a:lnTo>
                  <a:pt x="1624487" y="463079"/>
                </a:lnTo>
                <a:lnTo>
                  <a:pt x="1626369" y="474270"/>
                </a:lnTo>
                <a:lnTo>
                  <a:pt x="1628241" y="485462"/>
                </a:lnTo>
                <a:lnTo>
                  <a:pt x="1630124" y="496653"/>
                </a:lnTo>
                <a:lnTo>
                  <a:pt x="1632006" y="507835"/>
                </a:lnTo>
                <a:lnTo>
                  <a:pt x="1633888" y="519003"/>
                </a:lnTo>
                <a:lnTo>
                  <a:pt x="1635770" y="530154"/>
                </a:lnTo>
                <a:lnTo>
                  <a:pt x="1637643" y="541281"/>
                </a:lnTo>
                <a:lnTo>
                  <a:pt x="1639525" y="552380"/>
                </a:lnTo>
                <a:lnTo>
                  <a:pt x="1641407" y="563447"/>
                </a:lnTo>
                <a:lnTo>
                  <a:pt x="1643289" y="574478"/>
                </a:lnTo>
                <a:lnTo>
                  <a:pt x="1645171" y="585467"/>
                </a:lnTo>
                <a:lnTo>
                  <a:pt x="1647044" y="596411"/>
                </a:lnTo>
                <a:lnTo>
                  <a:pt x="1648926" y="607305"/>
                </a:lnTo>
                <a:lnTo>
                  <a:pt x="1650808" y="618145"/>
                </a:lnTo>
                <a:lnTo>
                  <a:pt x="1652691" y="628927"/>
                </a:lnTo>
                <a:lnTo>
                  <a:pt x="1654573" y="639648"/>
                </a:lnTo>
                <a:lnTo>
                  <a:pt x="1656445" y="650303"/>
                </a:lnTo>
                <a:lnTo>
                  <a:pt x="1658328" y="660889"/>
                </a:lnTo>
                <a:lnTo>
                  <a:pt x="1660210" y="671402"/>
                </a:lnTo>
                <a:lnTo>
                  <a:pt x="1662092" y="681839"/>
                </a:lnTo>
                <a:lnTo>
                  <a:pt x="1663965" y="692197"/>
                </a:lnTo>
                <a:lnTo>
                  <a:pt x="1665847" y="702471"/>
                </a:lnTo>
                <a:lnTo>
                  <a:pt x="1667729" y="712661"/>
                </a:lnTo>
                <a:lnTo>
                  <a:pt x="1669611" y="722761"/>
                </a:lnTo>
                <a:lnTo>
                  <a:pt x="1671494" y="732771"/>
                </a:lnTo>
                <a:lnTo>
                  <a:pt x="1673366" y="742687"/>
                </a:lnTo>
                <a:lnTo>
                  <a:pt x="1675248" y="752504"/>
                </a:lnTo>
                <a:lnTo>
                  <a:pt x="1677131" y="762224"/>
                </a:lnTo>
                <a:lnTo>
                  <a:pt x="1679013" y="771842"/>
                </a:lnTo>
                <a:lnTo>
                  <a:pt x="1680895" y="781356"/>
                </a:lnTo>
                <a:lnTo>
                  <a:pt x="1682767" y="790764"/>
                </a:lnTo>
                <a:lnTo>
                  <a:pt x="1684650" y="800064"/>
                </a:lnTo>
                <a:lnTo>
                  <a:pt x="1686532" y="809254"/>
                </a:lnTo>
                <a:lnTo>
                  <a:pt x="1688414" y="818333"/>
                </a:lnTo>
                <a:lnTo>
                  <a:pt x="1690296" y="827299"/>
                </a:lnTo>
                <a:lnTo>
                  <a:pt x="1692169" y="836150"/>
                </a:lnTo>
                <a:lnTo>
                  <a:pt x="1694051" y="844885"/>
                </a:lnTo>
                <a:lnTo>
                  <a:pt x="1695933" y="853503"/>
                </a:lnTo>
                <a:lnTo>
                  <a:pt x="1697815" y="862001"/>
                </a:lnTo>
                <a:lnTo>
                  <a:pt x="1699688" y="870381"/>
                </a:lnTo>
                <a:lnTo>
                  <a:pt x="1701570" y="878639"/>
                </a:lnTo>
                <a:lnTo>
                  <a:pt x="1703452" y="886775"/>
                </a:lnTo>
                <a:lnTo>
                  <a:pt x="1705334" y="894789"/>
                </a:lnTo>
                <a:lnTo>
                  <a:pt x="1707217" y="902677"/>
                </a:lnTo>
                <a:lnTo>
                  <a:pt x="1709089" y="910448"/>
                </a:lnTo>
                <a:lnTo>
                  <a:pt x="1710971" y="918094"/>
                </a:lnTo>
                <a:lnTo>
                  <a:pt x="1712854" y="925613"/>
                </a:lnTo>
                <a:lnTo>
                  <a:pt x="1714736" y="933006"/>
                </a:lnTo>
                <a:lnTo>
                  <a:pt x="1716618" y="940273"/>
                </a:lnTo>
                <a:lnTo>
                  <a:pt x="1718491" y="947423"/>
                </a:lnTo>
                <a:lnTo>
                  <a:pt x="1720373" y="954438"/>
                </a:lnTo>
                <a:lnTo>
                  <a:pt x="1722255" y="961336"/>
                </a:lnTo>
                <a:lnTo>
                  <a:pt x="1724137" y="968108"/>
                </a:lnTo>
                <a:lnTo>
                  <a:pt x="1726020" y="974754"/>
                </a:lnTo>
                <a:lnTo>
                  <a:pt x="1727892" y="981274"/>
                </a:lnTo>
                <a:lnTo>
                  <a:pt x="1729774" y="987677"/>
                </a:lnTo>
                <a:lnTo>
                  <a:pt x="1731657" y="993945"/>
                </a:lnTo>
                <a:lnTo>
                  <a:pt x="1733539" y="1000096"/>
                </a:lnTo>
                <a:lnTo>
                  <a:pt x="1735421" y="1006131"/>
                </a:lnTo>
                <a:lnTo>
                  <a:pt x="1737294" y="1012040"/>
                </a:lnTo>
                <a:lnTo>
                  <a:pt x="1739176" y="1017822"/>
                </a:lnTo>
                <a:lnTo>
                  <a:pt x="1741058" y="1023488"/>
                </a:lnTo>
                <a:lnTo>
                  <a:pt x="1742940" y="1029038"/>
                </a:lnTo>
                <a:lnTo>
                  <a:pt x="1744813" y="1034471"/>
                </a:lnTo>
                <a:lnTo>
                  <a:pt x="1746695" y="1039778"/>
                </a:lnTo>
                <a:lnTo>
                  <a:pt x="1748577" y="1044978"/>
                </a:lnTo>
                <a:lnTo>
                  <a:pt x="1750459" y="1050062"/>
                </a:lnTo>
                <a:lnTo>
                  <a:pt x="1752342" y="1055030"/>
                </a:lnTo>
                <a:lnTo>
                  <a:pt x="1754214" y="1059881"/>
                </a:lnTo>
                <a:lnTo>
                  <a:pt x="1756096" y="1064625"/>
                </a:lnTo>
                <a:lnTo>
                  <a:pt x="1757978" y="1069253"/>
                </a:lnTo>
                <a:lnTo>
                  <a:pt x="1759861" y="1073784"/>
                </a:lnTo>
                <a:lnTo>
                  <a:pt x="1761743" y="1078199"/>
                </a:lnTo>
                <a:lnTo>
                  <a:pt x="1763615" y="1082506"/>
                </a:lnTo>
                <a:lnTo>
                  <a:pt x="1765498" y="1086707"/>
                </a:lnTo>
                <a:lnTo>
                  <a:pt x="1767380" y="1090811"/>
                </a:lnTo>
                <a:lnTo>
                  <a:pt x="1769262" y="1094809"/>
                </a:lnTo>
                <a:lnTo>
                  <a:pt x="1771144" y="1098709"/>
                </a:lnTo>
                <a:lnTo>
                  <a:pt x="1773017" y="1102502"/>
                </a:lnTo>
                <a:lnTo>
                  <a:pt x="1774899" y="1106199"/>
                </a:lnTo>
                <a:lnTo>
                  <a:pt x="1776781" y="1109808"/>
                </a:lnTo>
                <a:lnTo>
                  <a:pt x="1778663" y="1113320"/>
                </a:lnTo>
                <a:lnTo>
                  <a:pt x="1780546" y="1116735"/>
                </a:lnTo>
                <a:lnTo>
                  <a:pt x="1782418" y="1120054"/>
                </a:lnTo>
                <a:lnTo>
                  <a:pt x="1784300" y="1123294"/>
                </a:lnTo>
                <a:lnTo>
                  <a:pt x="1786183" y="1126438"/>
                </a:lnTo>
                <a:lnTo>
                  <a:pt x="1788065" y="1129494"/>
                </a:lnTo>
                <a:lnTo>
                  <a:pt x="1789937" y="1132472"/>
                </a:lnTo>
                <a:lnTo>
                  <a:pt x="1791820" y="1135354"/>
                </a:lnTo>
                <a:lnTo>
                  <a:pt x="1793702" y="1138167"/>
                </a:lnTo>
                <a:lnTo>
                  <a:pt x="1795584" y="1140894"/>
                </a:lnTo>
                <a:lnTo>
                  <a:pt x="1797466" y="1143542"/>
                </a:lnTo>
                <a:lnTo>
                  <a:pt x="1799339" y="1146114"/>
                </a:lnTo>
                <a:lnTo>
                  <a:pt x="1801221" y="1148607"/>
                </a:lnTo>
                <a:lnTo>
                  <a:pt x="1803103" y="1151023"/>
                </a:lnTo>
                <a:lnTo>
                  <a:pt x="1804985" y="1153371"/>
                </a:lnTo>
                <a:lnTo>
                  <a:pt x="1806868" y="1155651"/>
                </a:lnTo>
                <a:lnTo>
                  <a:pt x="1808740" y="1157853"/>
                </a:lnTo>
                <a:lnTo>
                  <a:pt x="1810622" y="1159997"/>
                </a:lnTo>
                <a:lnTo>
                  <a:pt x="1812505" y="1162064"/>
                </a:lnTo>
                <a:lnTo>
                  <a:pt x="1814387" y="1164072"/>
                </a:lnTo>
                <a:lnTo>
                  <a:pt x="1816269" y="1166022"/>
                </a:lnTo>
                <a:lnTo>
                  <a:pt x="1818141" y="1167905"/>
                </a:lnTo>
                <a:lnTo>
                  <a:pt x="1820024" y="1169729"/>
                </a:lnTo>
                <a:lnTo>
                  <a:pt x="1821906" y="1171485"/>
                </a:lnTo>
                <a:lnTo>
                  <a:pt x="1823788" y="1173192"/>
                </a:lnTo>
                <a:lnTo>
                  <a:pt x="1825670" y="1174842"/>
                </a:lnTo>
                <a:lnTo>
                  <a:pt x="1827543" y="1176442"/>
                </a:lnTo>
                <a:lnTo>
                  <a:pt x="1829425" y="1177975"/>
                </a:lnTo>
                <a:lnTo>
                  <a:pt x="1831307" y="1179470"/>
                </a:lnTo>
                <a:lnTo>
                  <a:pt x="1833189" y="1180905"/>
                </a:lnTo>
                <a:lnTo>
                  <a:pt x="1835062" y="1182302"/>
                </a:lnTo>
                <a:lnTo>
                  <a:pt x="1836944" y="1183641"/>
                </a:lnTo>
                <a:lnTo>
                  <a:pt x="1838826" y="1184942"/>
                </a:lnTo>
                <a:lnTo>
                  <a:pt x="1840709" y="1186183"/>
                </a:lnTo>
                <a:lnTo>
                  <a:pt x="1842591" y="1187396"/>
                </a:lnTo>
                <a:lnTo>
                  <a:pt x="1844463" y="1188560"/>
                </a:lnTo>
                <a:lnTo>
                  <a:pt x="1846346" y="1189686"/>
                </a:lnTo>
                <a:lnTo>
                  <a:pt x="1848228" y="1190763"/>
                </a:lnTo>
                <a:lnTo>
                  <a:pt x="1850110" y="1191811"/>
                </a:lnTo>
                <a:lnTo>
                  <a:pt x="1851992" y="1192810"/>
                </a:lnTo>
                <a:lnTo>
                  <a:pt x="1853865" y="1193780"/>
                </a:lnTo>
                <a:lnTo>
                  <a:pt x="1855747" y="1194712"/>
                </a:lnTo>
                <a:lnTo>
                  <a:pt x="1857629" y="1195614"/>
                </a:lnTo>
                <a:lnTo>
                  <a:pt x="1859511" y="1196477"/>
                </a:lnTo>
                <a:lnTo>
                  <a:pt x="1861394" y="1197302"/>
                </a:lnTo>
                <a:lnTo>
                  <a:pt x="1863266" y="1198107"/>
                </a:lnTo>
                <a:lnTo>
                  <a:pt x="1865148" y="1198874"/>
                </a:lnTo>
                <a:lnTo>
                  <a:pt x="1867031" y="1199621"/>
                </a:lnTo>
                <a:lnTo>
                  <a:pt x="1868913" y="1200329"/>
                </a:lnTo>
                <a:lnTo>
                  <a:pt x="1870795" y="1201008"/>
                </a:lnTo>
                <a:lnTo>
                  <a:pt x="1872668" y="1201668"/>
                </a:lnTo>
                <a:lnTo>
                  <a:pt x="1874550" y="1202299"/>
                </a:lnTo>
                <a:lnTo>
                  <a:pt x="1876432" y="1202910"/>
                </a:lnTo>
                <a:lnTo>
                  <a:pt x="1878314" y="1203492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3585" name="Group 3584">
            <a:extLst>
              <a:ext uri="{FF2B5EF4-FFF2-40B4-BE49-F238E27FC236}">
                <a16:creationId xmlns:a16="http://schemas.microsoft.com/office/drawing/2014/main" id="{1BA24631-639E-89F0-D276-A6D2B689052E}"/>
              </a:ext>
            </a:extLst>
          </p:cNvPr>
          <p:cNvGrpSpPr/>
          <p:nvPr/>
        </p:nvGrpSpPr>
        <p:grpSpPr>
          <a:xfrm>
            <a:off x="6071568" y="3391808"/>
            <a:ext cx="2328515" cy="1552343"/>
            <a:chOff x="6071568" y="3391808"/>
            <a:chExt cx="2328515" cy="1552343"/>
          </a:xfrm>
        </p:grpSpPr>
        <p:sp>
          <p:nvSpPr>
            <p:cNvPr id="3528" name="Freeform 3527">
              <a:extLst>
                <a:ext uri="{FF2B5EF4-FFF2-40B4-BE49-F238E27FC236}">
                  <a16:creationId xmlns:a16="http://schemas.microsoft.com/office/drawing/2014/main" id="{B059FAB7-D86A-6696-F386-A336BAD804B1}"/>
                </a:ext>
              </a:extLst>
            </p:cNvPr>
            <p:cNvSpPr/>
            <p:nvPr/>
          </p:nvSpPr>
          <p:spPr>
            <a:xfrm>
              <a:off x="6071568" y="3391808"/>
              <a:ext cx="2328515" cy="1552343"/>
            </a:xfrm>
            <a:custGeom>
              <a:avLst/>
              <a:gdLst>
                <a:gd name="csX0" fmla="*/ 0 w 2328515"/>
                <a:gd name="csY0" fmla="*/ 1552343 h 1552343"/>
                <a:gd name="csX1" fmla="*/ 2328515 w 2328515"/>
                <a:gd name="csY1" fmla="*/ 1552343 h 1552343"/>
                <a:gd name="csX2" fmla="*/ 2328515 w 2328515"/>
                <a:gd name="csY2" fmla="*/ 0 h 1552343"/>
                <a:gd name="csX3" fmla="*/ 0 w 2328515"/>
                <a:gd name="csY3" fmla="*/ 0 h 15523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328515" h="1552343">
                  <a:moveTo>
                    <a:pt x="0" y="1552343"/>
                  </a:moveTo>
                  <a:lnTo>
                    <a:pt x="2328515" y="1552343"/>
                  </a:lnTo>
                  <a:lnTo>
                    <a:pt x="2328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9" name="Freeform 3528">
              <a:extLst>
                <a:ext uri="{FF2B5EF4-FFF2-40B4-BE49-F238E27FC236}">
                  <a16:creationId xmlns:a16="http://schemas.microsoft.com/office/drawing/2014/main" id="{7168DE04-1C79-AF0A-9092-A4C350385F6C}"/>
                </a:ext>
              </a:extLst>
            </p:cNvPr>
            <p:cNvSpPr/>
            <p:nvPr/>
          </p:nvSpPr>
          <p:spPr>
            <a:xfrm>
              <a:off x="6363235" y="3437644"/>
              <a:ext cx="1991014" cy="1288848"/>
            </a:xfrm>
            <a:custGeom>
              <a:avLst/>
              <a:gdLst>
                <a:gd name="csX0" fmla="*/ 0 w 1991014"/>
                <a:gd name="csY0" fmla="*/ 1288848 h 1288848"/>
                <a:gd name="csX1" fmla="*/ 1991014 w 1991014"/>
                <a:gd name="csY1" fmla="*/ 1288848 h 1288848"/>
                <a:gd name="csX2" fmla="*/ 1991014 w 1991014"/>
                <a:gd name="csY2" fmla="*/ 0 h 1288848"/>
                <a:gd name="csX3" fmla="*/ 0 w 1991014"/>
                <a:gd name="csY3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991014" h="1288848">
                  <a:moveTo>
                    <a:pt x="0" y="1288848"/>
                  </a:moveTo>
                  <a:lnTo>
                    <a:pt x="1991014" y="1288848"/>
                  </a:lnTo>
                  <a:lnTo>
                    <a:pt x="1991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0" name="Freeform 3529">
              <a:extLst>
                <a:ext uri="{FF2B5EF4-FFF2-40B4-BE49-F238E27FC236}">
                  <a16:creationId xmlns:a16="http://schemas.microsoft.com/office/drawing/2014/main" id="{F590E4F9-9610-8495-EBAC-818E4BD8159F}"/>
                </a:ext>
              </a:extLst>
            </p:cNvPr>
            <p:cNvSpPr/>
            <p:nvPr/>
          </p:nvSpPr>
          <p:spPr>
            <a:xfrm>
              <a:off x="6544806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" name="Freeform 3530">
              <a:extLst>
                <a:ext uri="{FF2B5EF4-FFF2-40B4-BE49-F238E27FC236}">
                  <a16:creationId xmlns:a16="http://schemas.microsoft.com/office/drawing/2014/main" id="{8775EBDC-13F6-F9F7-77F7-779414811607}"/>
                </a:ext>
              </a:extLst>
            </p:cNvPr>
            <p:cNvSpPr/>
            <p:nvPr/>
          </p:nvSpPr>
          <p:spPr>
            <a:xfrm>
              <a:off x="6920468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" name="Freeform 3531">
              <a:extLst>
                <a:ext uri="{FF2B5EF4-FFF2-40B4-BE49-F238E27FC236}">
                  <a16:creationId xmlns:a16="http://schemas.microsoft.com/office/drawing/2014/main" id="{05C2A157-FA52-07D9-528F-17DAA3D3AE08}"/>
                </a:ext>
              </a:extLst>
            </p:cNvPr>
            <p:cNvSpPr/>
            <p:nvPr/>
          </p:nvSpPr>
          <p:spPr>
            <a:xfrm>
              <a:off x="7296134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3" name="Freeform 3532">
              <a:extLst>
                <a:ext uri="{FF2B5EF4-FFF2-40B4-BE49-F238E27FC236}">
                  <a16:creationId xmlns:a16="http://schemas.microsoft.com/office/drawing/2014/main" id="{DFA68E0A-01AE-ADFB-48BE-B661469BE2CA}"/>
                </a:ext>
              </a:extLst>
            </p:cNvPr>
            <p:cNvSpPr/>
            <p:nvPr/>
          </p:nvSpPr>
          <p:spPr>
            <a:xfrm>
              <a:off x="7671791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4" name="Freeform 3533">
              <a:extLst>
                <a:ext uri="{FF2B5EF4-FFF2-40B4-BE49-F238E27FC236}">
                  <a16:creationId xmlns:a16="http://schemas.microsoft.com/office/drawing/2014/main" id="{21FADC51-9144-1D58-0A66-8D121FDC5B6A}"/>
                </a:ext>
              </a:extLst>
            </p:cNvPr>
            <p:cNvSpPr/>
            <p:nvPr/>
          </p:nvSpPr>
          <p:spPr>
            <a:xfrm>
              <a:off x="8047458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" name="Freeform 3534">
              <a:extLst>
                <a:ext uri="{FF2B5EF4-FFF2-40B4-BE49-F238E27FC236}">
                  <a16:creationId xmlns:a16="http://schemas.microsoft.com/office/drawing/2014/main" id="{C02B3C98-C861-8E5F-31E7-ED49A2AD19BB}"/>
                </a:ext>
              </a:extLst>
            </p:cNvPr>
            <p:cNvSpPr/>
            <p:nvPr/>
          </p:nvSpPr>
          <p:spPr>
            <a:xfrm>
              <a:off x="6363235" y="469001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6" name="Freeform 3535">
              <a:extLst>
                <a:ext uri="{FF2B5EF4-FFF2-40B4-BE49-F238E27FC236}">
                  <a16:creationId xmlns:a16="http://schemas.microsoft.com/office/drawing/2014/main" id="{D592A200-DEB2-FE8D-6564-F0F6A75F158F}"/>
                </a:ext>
              </a:extLst>
            </p:cNvPr>
            <p:cNvSpPr/>
            <p:nvPr/>
          </p:nvSpPr>
          <p:spPr>
            <a:xfrm>
              <a:off x="6363235" y="4385239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7" name="Freeform 3536">
              <a:extLst>
                <a:ext uri="{FF2B5EF4-FFF2-40B4-BE49-F238E27FC236}">
                  <a16:creationId xmlns:a16="http://schemas.microsoft.com/office/drawing/2014/main" id="{2739D9E8-1ABB-8C6E-A723-0FC82CA5543D}"/>
                </a:ext>
              </a:extLst>
            </p:cNvPr>
            <p:cNvSpPr/>
            <p:nvPr/>
          </p:nvSpPr>
          <p:spPr>
            <a:xfrm>
              <a:off x="6363235" y="4080454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8" name="Freeform 3537">
              <a:extLst>
                <a:ext uri="{FF2B5EF4-FFF2-40B4-BE49-F238E27FC236}">
                  <a16:creationId xmlns:a16="http://schemas.microsoft.com/office/drawing/2014/main" id="{79456685-1604-DEA5-FEA8-5D52F586D865}"/>
                </a:ext>
              </a:extLst>
            </p:cNvPr>
            <p:cNvSpPr/>
            <p:nvPr/>
          </p:nvSpPr>
          <p:spPr>
            <a:xfrm>
              <a:off x="6363235" y="377567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9" name="Freeform 3538">
              <a:extLst>
                <a:ext uri="{FF2B5EF4-FFF2-40B4-BE49-F238E27FC236}">
                  <a16:creationId xmlns:a16="http://schemas.microsoft.com/office/drawing/2014/main" id="{1CACAE1E-8C89-E236-DB78-68D3359E4F1B}"/>
                </a:ext>
              </a:extLst>
            </p:cNvPr>
            <p:cNvSpPr/>
            <p:nvPr/>
          </p:nvSpPr>
          <p:spPr>
            <a:xfrm>
              <a:off x="6363235" y="3470892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1937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0" name="Freeform 3539">
              <a:extLst>
                <a:ext uri="{FF2B5EF4-FFF2-40B4-BE49-F238E27FC236}">
                  <a16:creationId xmlns:a16="http://schemas.microsoft.com/office/drawing/2014/main" id="{07C328FC-46DD-60D8-4EAA-6EC9CE3B71E0}"/>
                </a:ext>
              </a:extLst>
            </p:cNvPr>
            <p:cNvSpPr/>
            <p:nvPr/>
          </p:nvSpPr>
          <p:spPr>
            <a:xfrm>
              <a:off x="6363235" y="4726493"/>
              <a:ext cx="1991014" cy="970"/>
            </a:xfrm>
            <a:custGeom>
              <a:avLst/>
              <a:gdLst>
                <a:gd name="csX0" fmla="*/ 0 w 1991014"/>
                <a:gd name="csY0" fmla="*/ 0 h 970"/>
                <a:gd name="csX1" fmla="*/ 1991014 w 1991014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991014" h="970">
                  <a:moveTo>
                    <a:pt x="0" y="0"/>
                  </a:moveTo>
                  <a:lnTo>
                    <a:pt x="1991014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1" name="Freeform 3540">
              <a:extLst>
                <a:ext uri="{FF2B5EF4-FFF2-40B4-BE49-F238E27FC236}">
                  <a16:creationId xmlns:a16="http://schemas.microsoft.com/office/drawing/2014/main" id="{53A8980E-F59D-40AF-0C92-122C2F2A578A}"/>
                </a:ext>
              </a:extLst>
            </p:cNvPr>
            <p:cNvSpPr/>
            <p:nvPr/>
          </p:nvSpPr>
          <p:spPr>
            <a:xfrm>
              <a:off x="6544806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2" name="Freeform 3541">
              <a:extLst>
                <a:ext uri="{FF2B5EF4-FFF2-40B4-BE49-F238E27FC236}">
                  <a16:creationId xmlns:a16="http://schemas.microsoft.com/office/drawing/2014/main" id="{C730CA18-BE17-BBBC-4535-DEA538D42628}"/>
                </a:ext>
              </a:extLst>
            </p:cNvPr>
            <p:cNvSpPr/>
            <p:nvPr/>
          </p:nvSpPr>
          <p:spPr>
            <a:xfrm>
              <a:off x="6920468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3" name="Freeform 3542">
              <a:extLst>
                <a:ext uri="{FF2B5EF4-FFF2-40B4-BE49-F238E27FC236}">
                  <a16:creationId xmlns:a16="http://schemas.microsoft.com/office/drawing/2014/main" id="{2001466E-525D-E06B-AE9B-5AF60EAE54F0}"/>
                </a:ext>
              </a:extLst>
            </p:cNvPr>
            <p:cNvSpPr/>
            <p:nvPr/>
          </p:nvSpPr>
          <p:spPr>
            <a:xfrm>
              <a:off x="7296134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4" name="Freeform 3543">
              <a:extLst>
                <a:ext uri="{FF2B5EF4-FFF2-40B4-BE49-F238E27FC236}">
                  <a16:creationId xmlns:a16="http://schemas.microsoft.com/office/drawing/2014/main" id="{1F65D065-7EA9-A204-0B52-0504649420C9}"/>
                </a:ext>
              </a:extLst>
            </p:cNvPr>
            <p:cNvSpPr/>
            <p:nvPr/>
          </p:nvSpPr>
          <p:spPr>
            <a:xfrm>
              <a:off x="7671791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5" name="Freeform 3544">
              <a:extLst>
                <a:ext uri="{FF2B5EF4-FFF2-40B4-BE49-F238E27FC236}">
                  <a16:creationId xmlns:a16="http://schemas.microsoft.com/office/drawing/2014/main" id="{5C925B7B-F8DA-4156-33F3-D90FEB60C51A}"/>
                </a:ext>
              </a:extLst>
            </p:cNvPr>
            <p:cNvSpPr/>
            <p:nvPr/>
          </p:nvSpPr>
          <p:spPr>
            <a:xfrm>
              <a:off x="8047458" y="4708156"/>
              <a:ext cx="970" cy="18337"/>
            </a:xfrm>
            <a:custGeom>
              <a:avLst/>
              <a:gdLst>
                <a:gd name="csX0" fmla="*/ 0 w 970"/>
                <a:gd name="csY0" fmla="*/ 18337 h 18337"/>
                <a:gd name="csX1" fmla="*/ 0 w 970"/>
                <a:gd name="csY1" fmla="*/ 0 h 18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8337">
                  <a:moveTo>
                    <a:pt x="0" y="18337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6" name="Freeform 3545">
              <a:extLst>
                <a:ext uri="{FF2B5EF4-FFF2-40B4-BE49-F238E27FC236}">
                  <a16:creationId xmlns:a16="http://schemas.microsoft.com/office/drawing/2014/main" id="{AD474C58-4219-8105-2BB5-15F55F47410B}"/>
                </a:ext>
              </a:extLst>
            </p:cNvPr>
            <p:cNvSpPr/>
            <p:nvPr/>
          </p:nvSpPr>
          <p:spPr>
            <a:xfrm>
              <a:off x="6492573" y="4789896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7" name="Freeform 3546">
              <a:extLst>
                <a:ext uri="{FF2B5EF4-FFF2-40B4-BE49-F238E27FC236}">
                  <a16:creationId xmlns:a16="http://schemas.microsoft.com/office/drawing/2014/main" id="{F4BBA8B1-5443-1D2A-3DE9-58D35F50E7E3}"/>
                </a:ext>
              </a:extLst>
            </p:cNvPr>
            <p:cNvSpPr/>
            <p:nvPr/>
          </p:nvSpPr>
          <p:spPr>
            <a:xfrm>
              <a:off x="6556557" y="4758733"/>
              <a:ext cx="40481" cy="60871"/>
            </a:xfrm>
            <a:custGeom>
              <a:avLst/>
              <a:gdLst>
                <a:gd name="csX0" fmla="*/ 3773 w 40481"/>
                <a:gd name="csY0" fmla="*/ 58514 h 60871"/>
                <a:gd name="csX1" fmla="*/ 3773 w 40481"/>
                <a:gd name="csY1" fmla="*/ 51286 h 60871"/>
                <a:gd name="csX2" fmla="*/ 9825 w 40481"/>
                <a:gd name="csY2" fmla="*/ 53449 h 60871"/>
                <a:gd name="csX3" fmla="*/ 15839 w 40481"/>
                <a:gd name="csY3" fmla="*/ 54196 h 60871"/>
                <a:gd name="csX4" fmla="*/ 27826 w 40481"/>
                <a:gd name="csY4" fmla="*/ 48928 h 60871"/>
                <a:gd name="csX5" fmla="*/ 32582 w 40481"/>
                <a:gd name="csY5" fmla="*/ 32851 h 60871"/>
                <a:gd name="csX6" fmla="*/ 26804 w 40481"/>
                <a:gd name="csY6" fmla="*/ 38042 h 60871"/>
                <a:gd name="csX7" fmla="*/ 19062 w 40481"/>
                <a:gd name="csY7" fmla="*/ 39847 h 60871"/>
                <a:gd name="csX8" fmla="*/ 5109 w 40481"/>
                <a:gd name="csY8" fmla="*/ 34540 h 60871"/>
                <a:gd name="csX9" fmla="*/ 0 w 40481"/>
                <a:gd name="csY9" fmla="*/ 19957 h 60871"/>
                <a:gd name="csX10" fmla="*/ 5345 w 40481"/>
                <a:gd name="csY10" fmla="*/ 5462 h 60871"/>
                <a:gd name="csX11" fmla="*/ 19572 w 40481"/>
                <a:gd name="csY11" fmla="*/ 0 h 60871"/>
                <a:gd name="csX12" fmla="*/ 35097 w 40481"/>
                <a:gd name="csY12" fmla="*/ 7820 h 60871"/>
                <a:gd name="csX13" fmla="*/ 40481 w 40481"/>
                <a:gd name="csY13" fmla="*/ 30455 h 60871"/>
                <a:gd name="csX14" fmla="*/ 33879 w 40481"/>
                <a:gd name="csY14" fmla="*/ 52624 h 60871"/>
                <a:gd name="csX15" fmla="*/ 16192 w 40481"/>
                <a:gd name="csY15" fmla="*/ 60871 h 60871"/>
                <a:gd name="csX16" fmla="*/ 10140 w 40481"/>
                <a:gd name="csY16" fmla="*/ 60289 h 60871"/>
                <a:gd name="csX17" fmla="*/ 3773 w 40481"/>
                <a:gd name="csY17" fmla="*/ 58514 h 60871"/>
                <a:gd name="csX18" fmla="*/ 19572 w 40481"/>
                <a:gd name="csY18" fmla="*/ 33637 h 60871"/>
                <a:gd name="csX19" fmla="*/ 28023 w 40481"/>
                <a:gd name="csY19" fmla="*/ 29980 h 60871"/>
                <a:gd name="csX20" fmla="*/ 31166 w 40481"/>
                <a:gd name="csY20" fmla="*/ 19957 h 60871"/>
                <a:gd name="csX21" fmla="*/ 28023 w 40481"/>
                <a:gd name="csY21" fmla="*/ 9984 h 60871"/>
                <a:gd name="csX22" fmla="*/ 19572 w 40481"/>
                <a:gd name="csY22" fmla="*/ 6287 h 60871"/>
                <a:gd name="csX23" fmla="*/ 11083 w 40481"/>
                <a:gd name="csY23" fmla="*/ 9984 h 60871"/>
                <a:gd name="csX24" fmla="*/ 7978 w 40481"/>
                <a:gd name="csY24" fmla="*/ 19957 h 60871"/>
                <a:gd name="csX25" fmla="*/ 11083 w 40481"/>
                <a:gd name="csY25" fmla="*/ 29980 h 60871"/>
                <a:gd name="csX26" fmla="*/ 19572 w 40481"/>
                <a:gd name="csY26" fmla="*/ 3363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481" h="60871">
                  <a:moveTo>
                    <a:pt x="3773" y="58514"/>
                  </a:moveTo>
                  <a:lnTo>
                    <a:pt x="3773" y="51286"/>
                  </a:lnTo>
                  <a:cubicBezTo>
                    <a:pt x="5764" y="52230"/>
                    <a:pt x="7781" y="52951"/>
                    <a:pt x="9825" y="53449"/>
                  </a:cubicBezTo>
                  <a:cubicBezTo>
                    <a:pt x="11869" y="53947"/>
                    <a:pt x="13874" y="54196"/>
                    <a:pt x="15839" y="54196"/>
                  </a:cubicBezTo>
                  <a:cubicBezTo>
                    <a:pt x="21079" y="54196"/>
                    <a:pt x="25075" y="52440"/>
                    <a:pt x="27826" y="48928"/>
                  </a:cubicBezTo>
                  <a:cubicBezTo>
                    <a:pt x="30603" y="45390"/>
                    <a:pt x="32188" y="40031"/>
                    <a:pt x="32582" y="32851"/>
                  </a:cubicBezTo>
                  <a:cubicBezTo>
                    <a:pt x="31062" y="35109"/>
                    <a:pt x="29136" y="36839"/>
                    <a:pt x="26804" y="38042"/>
                  </a:cubicBezTo>
                  <a:cubicBezTo>
                    <a:pt x="24472" y="39245"/>
                    <a:pt x="21892" y="39847"/>
                    <a:pt x="19062" y="39847"/>
                  </a:cubicBezTo>
                  <a:cubicBezTo>
                    <a:pt x="13193" y="39847"/>
                    <a:pt x="8542" y="38078"/>
                    <a:pt x="5109" y="34540"/>
                  </a:cubicBezTo>
                  <a:cubicBezTo>
                    <a:pt x="1703" y="30976"/>
                    <a:pt x="0" y="26115"/>
                    <a:pt x="0" y="19957"/>
                  </a:cubicBezTo>
                  <a:cubicBezTo>
                    <a:pt x="0" y="13935"/>
                    <a:pt x="1782" y="9104"/>
                    <a:pt x="5345" y="5462"/>
                  </a:cubicBezTo>
                  <a:cubicBezTo>
                    <a:pt x="8908" y="1821"/>
                    <a:pt x="13651" y="0"/>
                    <a:pt x="19572" y="0"/>
                  </a:cubicBezTo>
                  <a:cubicBezTo>
                    <a:pt x="26358" y="0"/>
                    <a:pt x="31533" y="2607"/>
                    <a:pt x="35097" y="7820"/>
                  </a:cubicBezTo>
                  <a:cubicBezTo>
                    <a:pt x="38686" y="13007"/>
                    <a:pt x="40481" y="20552"/>
                    <a:pt x="40481" y="30455"/>
                  </a:cubicBezTo>
                  <a:cubicBezTo>
                    <a:pt x="40481" y="39704"/>
                    <a:pt x="38280" y="47094"/>
                    <a:pt x="33879" y="52624"/>
                  </a:cubicBezTo>
                  <a:cubicBezTo>
                    <a:pt x="29503" y="58122"/>
                    <a:pt x="23608" y="60871"/>
                    <a:pt x="16192" y="60871"/>
                  </a:cubicBezTo>
                  <a:cubicBezTo>
                    <a:pt x="14201" y="60871"/>
                    <a:pt x="12184" y="60677"/>
                    <a:pt x="10140" y="60289"/>
                  </a:cubicBezTo>
                  <a:cubicBezTo>
                    <a:pt x="8096" y="59895"/>
                    <a:pt x="5974" y="59303"/>
                    <a:pt x="3773" y="58514"/>
                  </a:cubicBezTo>
                  <a:moveTo>
                    <a:pt x="19572" y="33637"/>
                  </a:moveTo>
                  <a:cubicBezTo>
                    <a:pt x="23136" y="33637"/>
                    <a:pt x="25953" y="32418"/>
                    <a:pt x="28023" y="29980"/>
                  </a:cubicBezTo>
                  <a:cubicBezTo>
                    <a:pt x="30118" y="27548"/>
                    <a:pt x="31166" y="24207"/>
                    <a:pt x="31166" y="19957"/>
                  </a:cubicBezTo>
                  <a:cubicBezTo>
                    <a:pt x="31166" y="15740"/>
                    <a:pt x="30118" y="12415"/>
                    <a:pt x="28023" y="9984"/>
                  </a:cubicBezTo>
                  <a:cubicBezTo>
                    <a:pt x="25953" y="7519"/>
                    <a:pt x="23136" y="6287"/>
                    <a:pt x="19572" y="6287"/>
                  </a:cubicBezTo>
                  <a:cubicBezTo>
                    <a:pt x="16009" y="6287"/>
                    <a:pt x="13179" y="7519"/>
                    <a:pt x="11083" y="9984"/>
                  </a:cubicBezTo>
                  <a:cubicBezTo>
                    <a:pt x="9013" y="12415"/>
                    <a:pt x="7978" y="15740"/>
                    <a:pt x="7978" y="19957"/>
                  </a:cubicBezTo>
                  <a:cubicBezTo>
                    <a:pt x="7978" y="24207"/>
                    <a:pt x="9013" y="27548"/>
                    <a:pt x="11083" y="29980"/>
                  </a:cubicBezTo>
                  <a:cubicBezTo>
                    <a:pt x="13179" y="32418"/>
                    <a:pt x="16009" y="33637"/>
                    <a:pt x="19572" y="3363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8" name="Freeform 3547">
              <a:extLst>
                <a:ext uri="{FF2B5EF4-FFF2-40B4-BE49-F238E27FC236}">
                  <a16:creationId xmlns:a16="http://schemas.microsoft.com/office/drawing/2014/main" id="{93A8A78A-E564-0145-9CA9-1BC8FE16C68A}"/>
                </a:ext>
              </a:extLst>
            </p:cNvPr>
            <p:cNvSpPr/>
            <p:nvPr/>
          </p:nvSpPr>
          <p:spPr>
            <a:xfrm>
              <a:off x="6867940" y="4789896"/>
              <a:ext cx="50386" cy="6684"/>
            </a:xfrm>
            <a:custGeom>
              <a:avLst/>
              <a:gdLst>
                <a:gd name="csX0" fmla="*/ 0 w 50386"/>
                <a:gd name="csY0" fmla="*/ 0 h 6684"/>
                <a:gd name="csX1" fmla="*/ 50386 w 50386"/>
                <a:gd name="csY1" fmla="*/ 0 h 6684"/>
                <a:gd name="csX2" fmla="*/ 50386 w 50386"/>
                <a:gd name="csY2" fmla="*/ 6685 h 6684"/>
                <a:gd name="csX3" fmla="*/ 0 w 50386"/>
                <a:gd name="csY3" fmla="*/ 6685 h 6684"/>
                <a:gd name="csX4" fmla="*/ 0 w 50386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6" h="6684">
                  <a:moveTo>
                    <a:pt x="0" y="0"/>
                  </a:moveTo>
                  <a:lnTo>
                    <a:pt x="50386" y="0"/>
                  </a:lnTo>
                  <a:lnTo>
                    <a:pt x="50386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9" name="Freeform 3548">
              <a:extLst>
                <a:ext uri="{FF2B5EF4-FFF2-40B4-BE49-F238E27FC236}">
                  <a16:creationId xmlns:a16="http://schemas.microsoft.com/office/drawing/2014/main" id="{B06CA4F2-7964-FBEC-22A0-85C518E9550E}"/>
                </a:ext>
              </a:extLst>
            </p:cNvPr>
            <p:cNvSpPr/>
            <p:nvPr/>
          </p:nvSpPr>
          <p:spPr>
            <a:xfrm>
              <a:off x="6932475" y="4758733"/>
              <a:ext cx="40521" cy="60871"/>
            </a:xfrm>
            <a:custGeom>
              <a:avLst/>
              <a:gdLst>
                <a:gd name="csX0" fmla="*/ 20948 w 40521"/>
                <a:gd name="csY0" fmla="*/ 27234 h 60871"/>
                <a:gd name="csX1" fmla="*/ 12459 w 40521"/>
                <a:gd name="csY1" fmla="*/ 30892 h 60871"/>
                <a:gd name="csX2" fmla="*/ 9354 w 40521"/>
                <a:gd name="csY2" fmla="*/ 40914 h 60871"/>
                <a:gd name="csX3" fmla="*/ 12459 w 40521"/>
                <a:gd name="csY3" fmla="*/ 50936 h 60871"/>
                <a:gd name="csX4" fmla="*/ 20948 w 40521"/>
                <a:gd name="csY4" fmla="*/ 54584 h 60871"/>
                <a:gd name="csX5" fmla="*/ 29398 w 40521"/>
                <a:gd name="csY5" fmla="*/ 50936 h 60871"/>
                <a:gd name="csX6" fmla="*/ 32543 w 40521"/>
                <a:gd name="csY6" fmla="*/ 40914 h 60871"/>
                <a:gd name="csX7" fmla="*/ 29398 w 40521"/>
                <a:gd name="csY7" fmla="*/ 30892 h 60871"/>
                <a:gd name="csX8" fmla="*/ 20948 w 40521"/>
                <a:gd name="csY8" fmla="*/ 27234 h 60871"/>
                <a:gd name="csX9" fmla="*/ 36709 w 40521"/>
                <a:gd name="csY9" fmla="*/ 2358 h 60871"/>
                <a:gd name="csX10" fmla="*/ 36709 w 40521"/>
                <a:gd name="csY10" fmla="*/ 9586 h 60871"/>
                <a:gd name="csX11" fmla="*/ 30656 w 40521"/>
                <a:gd name="csY11" fmla="*/ 7422 h 60871"/>
                <a:gd name="csX12" fmla="*/ 24643 w 40521"/>
                <a:gd name="csY12" fmla="*/ 6675 h 60871"/>
                <a:gd name="csX13" fmla="*/ 12616 w 40521"/>
                <a:gd name="csY13" fmla="*/ 11982 h 60871"/>
                <a:gd name="csX14" fmla="*/ 7900 w 40521"/>
                <a:gd name="csY14" fmla="*/ 28020 h 60871"/>
                <a:gd name="csX15" fmla="*/ 13717 w 40521"/>
                <a:gd name="csY15" fmla="*/ 22790 h 60871"/>
                <a:gd name="csX16" fmla="*/ 21420 w 40521"/>
                <a:gd name="csY16" fmla="*/ 20947 h 60871"/>
                <a:gd name="csX17" fmla="*/ 35372 w 40521"/>
                <a:gd name="csY17" fmla="*/ 26332 h 60871"/>
                <a:gd name="csX18" fmla="*/ 40521 w 40521"/>
                <a:gd name="csY18" fmla="*/ 40914 h 60871"/>
                <a:gd name="csX19" fmla="*/ 35176 w 40521"/>
                <a:gd name="csY19" fmla="*/ 55409 h 60871"/>
                <a:gd name="csX20" fmla="*/ 20948 w 40521"/>
                <a:gd name="csY20" fmla="*/ 60871 h 60871"/>
                <a:gd name="csX21" fmla="*/ 5385 w 40521"/>
                <a:gd name="csY21" fmla="*/ 53090 h 60871"/>
                <a:gd name="csX22" fmla="*/ 0 w 40521"/>
                <a:gd name="csY22" fmla="*/ 30455 h 60871"/>
                <a:gd name="csX23" fmla="*/ 6603 w 40521"/>
                <a:gd name="csY23" fmla="*/ 8286 h 60871"/>
                <a:gd name="csX24" fmla="*/ 24328 w 40521"/>
                <a:gd name="csY24" fmla="*/ 0 h 60871"/>
                <a:gd name="csX25" fmla="*/ 30342 w 40521"/>
                <a:gd name="csY25" fmla="*/ 582 h 60871"/>
                <a:gd name="csX26" fmla="*/ 36709 w 40521"/>
                <a:gd name="csY26" fmla="*/ 2358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0521" h="60871">
                  <a:moveTo>
                    <a:pt x="20948" y="27234"/>
                  </a:moveTo>
                  <a:cubicBezTo>
                    <a:pt x="17385" y="27234"/>
                    <a:pt x="14555" y="28453"/>
                    <a:pt x="12459" y="30892"/>
                  </a:cubicBezTo>
                  <a:cubicBezTo>
                    <a:pt x="10389" y="33324"/>
                    <a:pt x="9354" y="36664"/>
                    <a:pt x="9354" y="40914"/>
                  </a:cubicBezTo>
                  <a:cubicBezTo>
                    <a:pt x="9354" y="45131"/>
                    <a:pt x="10389" y="48472"/>
                    <a:pt x="12459" y="50936"/>
                  </a:cubicBezTo>
                  <a:cubicBezTo>
                    <a:pt x="14555" y="53368"/>
                    <a:pt x="17385" y="54584"/>
                    <a:pt x="20948" y="54584"/>
                  </a:cubicBezTo>
                  <a:cubicBezTo>
                    <a:pt x="24512" y="54584"/>
                    <a:pt x="27329" y="53368"/>
                    <a:pt x="29398" y="50936"/>
                  </a:cubicBezTo>
                  <a:cubicBezTo>
                    <a:pt x="31495" y="48472"/>
                    <a:pt x="32543" y="45131"/>
                    <a:pt x="32543" y="40914"/>
                  </a:cubicBezTo>
                  <a:cubicBezTo>
                    <a:pt x="32543" y="36664"/>
                    <a:pt x="31495" y="33324"/>
                    <a:pt x="29398" y="30892"/>
                  </a:cubicBezTo>
                  <a:cubicBezTo>
                    <a:pt x="27329" y="28453"/>
                    <a:pt x="24512" y="27234"/>
                    <a:pt x="20948" y="27234"/>
                  </a:cubicBezTo>
                  <a:moveTo>
                    <a:pt x="36709" y="2358"/>
                  </a:moveTo>
                  <a:lnTo>
                    <a:pt x="36709" y="9586"/>
                  </a:lnTo>
                  <a:cubicBezTo>
                    <a:pt x="34718" y="8641"/>
                    <a:pt x="32700" y="7920"/>
                    <a:pt x="30656" y="7422"/>
                  </a:cubicBezTo>
                  <a:cubicBezTo>
                    <a:pt x="28639" y="6924"/>
                    <a:pt x="26634" y="6675"/>
                    <a:pt x="24643" y="6675"/>
                  </a:cubicBezTo>
                  <a:cubicBezTo>
                    <a:pt x="19402" y="6675"/>
                    <a:pt x="15393" y="8444"/>
                    <a:pt x="12616" y="11982"/>
                  </a:cubicBezTo>
                  <a:cubicBezTo>
                    <a:pt x="9865" y="15520"/>
                    <a:pt x="8293" y="20866"/>
                    <a:pt x="7900" y="28020"/>
                  </a:cubicBezTo>
                  <a:cubicBezTo>
                    <a:pt x="9445" y="25737"/>
                    <a:pt x="11385" y="23993"/>
                    <a:pt x="13717" y="22790"/>
                  </a:cubicBezTo>
                  <a:cubicBezTo>
                    <a:pt x="16049" y="21561"/>
                    <a:pt x="18617" y="20947"/>
                    <a:pt x="21420" y="20947"/>
                  </a:cubicBezTo>
                  <a:cubicBezTo>
                    <a:pt x="27315" y="20947"/>
                    <a:pt x="31966" y="22742"/>
                    <a:pt x="35372" y="26332"/>
                  </a:cubicBezTo>
                  <a:cubicBezTo>
                    <a:pt x="38805" y="29896"/>
                    <a:pt x="40521" y="34756"/>
                    <a:pt x="40521" y="40914"/>
                  </a:cubicBezTo>
                  <a:cubicBezTo>
                    <a:pt x="40521" y="46936"/>
                    <a:pt x="38739" y="51767"/>
                    <a:pt x="35176" y="55409"/>
                  </a:cubicBezTo>
                  <a:cubicBezTo>
                    <a:pt x="31612" y="59050"/>
                    <a:pt x="26869" y="60871"/>
                    <a:pt x="20948" y="60871"/>
                  </a:cubicBezTo>
                  <a:cubicBezTo>
                    <a:pt x="14162" y="60871"/>
                    <a:pt x="8974" y="58278"/>
                    <a:pt x="5385" y="53090"/>
                  </a:cubicBezTo>
                  <a:cubicBezTo>
                    <a:pt x="1795" y="47877"/>
                    <a:pt x="0" y="40332"/>
                    <a:pt x="0" y="30455"/>
                  </a:cubicBezTo>
                  <a:cubicBezTo>
                    <a:pt x="0" y="21180"/>
                    <a:pt x="2201" y="13790"/>
                    <a:pt x="6603" y="8286"/>
                  </a:cubicBezTo>
                  <a:cubicBezTo>
                    <a:pt x="11005" y="2762"/>
                    <a:pt x="16913" y="0"/>
                    <a:pt x="24328" y="0"/>
                  </a:cubicBezTo>
                  <a:cubicBezTo>
                    <a:pt x="26320" y="0"/>
                    <a:pt x="28324" y="194"/>
                    <a:pt x="30342" y="582"/>
                  </a:cubicBezTo>
                  <a:cubicBezTo>
                    <a:pt x="32385" y="977"/>
                    <a:pt x="34508" y="1569"/>
                    <a:pt x="36709" y="23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0" name="Freeform 3549">
              <a:extLst>
                <a:ext uri="{FF2B5EF4-FFF2-40B4-BE49-F238E27FC236}">
                  <a16:creationId xmlns:a16="http://schemas.microsoft.com/office/drawing/2014/main" id="{B3EA10B9-64ED-95E9-E45C-0716F1E542B2}"/>
                </a:ext>
              </a:extLst>
            </p:cNvPr>
            <p:cNvSpPr/>
            <p:nvPr/>
          </p:nvSpPr>
          <p:spPr>
            <a:xfrm>
              <a:off x="7244295" y="4789896"/>
              <a:ext cx="50383" cy="6684"/>
            </a:xfrm>
            <a:custGeom>
              <a:avLst/>
              <a:gdLst>
                <a:gd name="csX0" fmla="*/ 0 w 50383"/>
                <a:gd name="csY0" fmla="*/ 0 h 6684"/>
                <a:gd name="csX1" fmla="*/ 50383 w 50383"/>
                <a:gd name="csY1" fmla="*/ 0 h 6684"/>
                <a:gd name="csX2" fmla="*/ 50383 w 50383"/>
                <a:gd name="csY2" fmla="*/ 6685 h 6684"/>
                <a:gd name="csX3" fmla="*/ 0 w 50383"/>
                <a:gd name="csY3" fmla="*/ 6685 h 6684"/>
                <a:gd name="csX4" fmla="*/ 0 w 50383"/>
                <a:gd name="csY4" fmla="*/ 0 h 6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383" h="6684">
                  <a:moveTo>
                    <a:pt x="0" y="0"/>
                  </a:moveTo>
                  <a:lnTo>
                    <a:pt x="50383" y="0"/>
                  </a:lnTo>
                  <a:lnTo>
                    <a:pt x="50383" y="6685"/>
                  </a:lnTo>
                  <a:lnTo>
                    <a:pt x="0" y="6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1" name="Freeform 3550">
              <a:extLst>
                <a:ext uri="{FF2B5EF4-FFF2-40B4-BE49-F238E27FC236}">
                  <a16:creationId xmlns:a16="http://schemas.microsoft.com/office/drawing/2014/main" id="{EE2A5A94-87EC-71F1-84E6-A33BE3C2A7FA}"/>
                </a:ext>
              </a:extLst>
            </p:cNvPr>
            <p:cNvSpPr/>
            <p:nvPr/>
          </p:nvSpPr>
          <p:spPr>
            <a:xfrm>
              <a:off x="7309338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36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3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9" y="28912"/>
                    <a:pt x="33291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23" y="49280"/>
                    <a:pt x="30736" y="46425"/>
                    <a:pt x="30736" y="42680"/>
                  </a:cubicBezTo>
                  <a:cubicBezTo>
                    <a:pt x="30736" y="39219"/>
                    <a:pt x="29517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5" y="10714"/>
                    <a:pt x="26138" y="9110"/>
                  </a:cubicBezTo>
                  <a:cubicBezTo>
                    <a:pt x="24009" y="7487"/>
                    <a:pt x="20957" y="6675"/>
                    <a:pt x="16979" y="6675"/>
                  </a:cubicBezTo>
                  <a:cubicBezTo>
                    <a:pt x="14805" y="6675"/>
                    <a:pt x="12474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2" name="Freeform 3551">
              <a:extLst>
                <a:ext uri="{FF2B5EF4-FFF2-40B4-BE49-F238E27FC236}">
                  <a16:creationId xmlns:a16="http://schemas.microsoft.com/office/drawing/2014/main" id="{135D4406-903E-DA21-461A-11F103AF9899}"/>
                </a:ext>
              </a:extLst>
            </p:cNvPr>
            <p:cNvSpPr/>
            <p:nvPr/>
          </p:nvSpPr>
          <p:spPr>
            <a:xfrm>
              <a:off x="7651513" y="4758733"/>
              <a:ext cx="40555" cy="60871"/>
            </a:xfrm>
            <a:custGeom>
              <a:avLst/>
              <a:gdLst>
                <a:gd name="csX0" fmla="*/ 20278 w 40555"/>
                <a:gd name="csY0" fmla="*/ 6287 h 60871"/>
                <a:gd name="csX1" fmla="*/ 11041 w 40555"/>
                <a:gd name="csY1" fmla="*/ 12341 h 60871"/>
                <a:gd name="csX2" fmla="*/ 7975 w 40555"/>
                <a:gd name="csY2" fmla="*/ 30455 h 60871"/>
                <a:gd name="csX3" fmla="*/ 11041 w 40555"/>
                <a:gd name="csY3" fmla="*/ 48579 h 60871"/>
                <a:gd name="csX4" fmla="*/ 20278 w 40555"/>
                <a:gd name="csY4" fmla="*/ 54584 h 60871"/>
                <a:gd name="csX5" fmla="*/ 29514 w 40555"/>
                <a:gd name="csY5" fmla="*/ 48579 h 60871"/>
                <a:gd name="csX6" fmla="*/ 32619 w 40555"/>
                <a:gd name="csY6" fmla="*/ 30455 h 60871"/>
                <a:gd name="csX7" fmla="*/ 29514 w 40555"/>
                <a:gd name="csY7" fmla="*/ 12341 h 60871"/>
                <a:gd name="csX8" fmla="*/ 20278 w 40555"/>
                <a:gd name="csY8" fmla="*/ 6287 h 60871"/>
                <a:gd name="csX9" fmla="*/ 20278 w 40555"/>
                <a:gd name="csY9" fmla="*/ 0 h 60871"/>
                <a:gd name="csX10" fmla="*/ 35335 w 40555"/>
                <a:gd name="csY10" fmla="*/ 7820 h 60871"/>
                <a:gd name="csX11" fmla="*/ 40555 w 40555"/>
                <a:gd name="csY11" fmla="*/ 30455 h 60871"/>
                <a:gd name="csX12" fmla="*/ 35335 w 40555"/>
                <a:gd name="csY12" fmla="*/ 53090 h 60871"/>
                <a:gd name="csX13" fmla="*/ 20278 w 40555"/>
                <a:gd name="csY13" fmla="*/ 60871 h 60871"/>
                <a:gd name="csX14" fmla="*/ 5191 w 40555"/>
                <a:gd name="csY14" fmla="*/ 53090 h 60871"/>
                <a:gd name="csX15" fmla="*/ 0 w 40555"/>
                <a:gd name="csY15" fmla="*/ 30455 h 60871"/>
                <a:gd name="csX16" fmla="*/ 5191 w 40555"/>
                <a:gd name="csY16" fmla="*/ 7820 h 60871"/>
                <a:gd name="csX17" fmla="*/ 20278 w 40555"/>
                <a:gd name="csY17" fmla="*/ 0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5" h="60871">
                  <a:moveTo>
                    <a:pt x="20278" y="6287"/>
                  </a:moveTo>
                  <a:cubicBezTo>
                    <a:pt x="16190" y="6287"/>
                    <a:pt x="13111" y="8305"/>
                    <a:pt x="11041" y="12341"/>
                  </a:cubicBezTo>
                  <a:cubicBezTo>
                    <a:pt x="8997" y="16345"/>
                    <a:pt x="7975" y="22383"/>
                    <a:pt x="7975" y="30455"/>
                  </a:cubicBezTo>
                  <a:cubicBezTo>
                    <a:pt x="7975" y="38501"/>
                    <a:pt x="8997" y="44543"/>
                    <a:pt x="11041" y="48579"/>
                  </a:cubicBezTo>
                  <a:cubicBezTo>
                    <a:pt x="13111" y="52582"/>
                    <a:pt x="16190" y="54584"/>
                    <a:pt x="20278" y="54584"/>
                  </a:cubicBezTo>
                  <a:cubicBezTo>
                    <a:pt x="24391" y="54584"/>
                    <a:pt x="27470" y="52582"/>
                    <a:pt x="29514" y="48579"/>
                  </a:cubicBezTo>
                  <a:cubicBezTo>
                    <a:pt x="31584" y="44542"/>
                    <a:pt x="32619" y="38501"/>
                    <a:pt x="32619" y="30455"/>
                  </a:cubicBezTo>
                  <a:cubicBezTo>
                    <a:pt x="32619" y="22383"/>
                    <a:pt x="31584" y="16345"/>
                    <a:pt x="29514" y="12341"/>
                  </a:cubicBezTo>
                  <a:cubicBezTo>
                    <a:pt x="27470" y="8305"/>
                    <a:pt x="24391" y="6287"/>
                    <a:pt x="20278" y="6287"/>
                  </a:cubicBezTo>
                  <a:moveTo>
                    <a:pt x="20278" y="0"/>
                  </a:moveTo>
                  <a:cubicBezTo>
                    <a:pt x="26856" y="0"/>
                    <a:pt x="31875" y="2607"/>
                    <a:pt x="35335" y="7820"/>
                  </a:cubicBezTo>
                  <a:cubicBezTo>
                    <a:pt x="38815" y="13007"/>
                    <a:pt x="40555" y="20552"/>
                    <a:pt x="40555" y="30455"/>
                  </a:cubicBezTo>
                  <a:cubicBezTo>
                    <a:pt x="40555" y="40332"/>
                    <a:pt x="38815" y="47877"/>
                    <a:pt x="35335" y="53090"/>
                  </a:cubicBezTo>
                  <a:cubicBezTo>
                    <a:pt x="31875" y="58278"/>
                    <a:pt x="26856" y="60871"/>
                    <a:pt x="20278" y="60871"/>
                  </a:cubicBezTo>
                  <a:cubicBezTo>
                    <a:pt x="13699" y="60871"/>
                    <a:pt x="8671" y="58278"/>
                    <a:pt x="5191" y="53090"/>
                  </a:cubicBezTo>
                  <a:cubicBezTo>
                    <a:pt x="1730" y="47877"/>
                    <a:pt x="0" y="40332"/>
                    <a:pt x="0" y="30455"/>
                  </a:cubicBezTo>
                  <a:cubicBezTo>
                    <a:pt x="0" y="20552"/>
                    <a:pt x="1730" y="13007"/>
                    <a:pt x="5191" y="7820"/>
                  </a:cubicBezTo>
                  <a:cubicBezTo>
                    <a:pt x="8671" y="2607"/>
                    <a:pt x="13699" y="0"/>
                    <a:pt x="20278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3" name="Freeform 3552">
              <a:extLst>
                <a:ext uri="{FF2B5EF4-FFF2-40B4-BE49-F238E27FC236}">
                  <a16:creationId xmlns:a16="http://schemas.microsoft.com/office/drawing/2014/main" id="{B2343D7D-11CA-7E0B-5EDD-DCE90620E322}"/>
                </a:ext>
              </a:extLst>
            </p:cNvPr>
            <p:cNvSpPr/>
            <p:nvPr/>
          </p:nvSpPr>
          <p:spPr>
            <a:xfrm>
              <a:off x="8028141" y="4758733"/>
              <a:ext cx="38633" cy="60871"/>
            </a:xfrm>
            <a:custGeom>
              <a:avLst/>
              <a:gdLst>
                <a:gd name="csX0" fmla="*/ 26526 w 38633"/>
                <a:gd name="csY0" fmla="*/ 28097 h 60871"/>
                <a:gd name="csX1" fmla="*/ 35413 w 38633"/>
                <a:gd name="csY1" fmla="*/ 33172 h 60871"/>
                <a:gd name="csX2" fmla="*/ 38634 w 38633"/>
                <a:gd name="csY2" fmla="*/ 42680 h 60871"/>
                <a:gd name="csX3" fmla="*/ 32657 w 38633"/>
                <a:gd name="csY3" fmla="*/ 56117 h 60871"/>
                <a:gd name="csX4" fmla="*/ 15679 w 38633"/>
                <a:gd name="csY4" fmla="*/ 60871 h 60871"/>
                <a:gd name="csX5" fmla="*/ 8053 w 38633"/>
                <a:gd name="csY5" fmla="*/ 60124 h 60871"/>
                <a:gd name="csX6" fmla="*/ 0 w 38633"/>
                <a:gd name="csY6" fmla="*/ 57970 h 60871"/>
                <a:gd name="csX7" fmla="*/ 0 w 38633"/>
                <a:gd name="csY7" fmla="*/ 50306 h 60871"/>
                <a:gd name="csX8" fmla="*/ 7228 w 38633"/>
                <a:gd name="csY8" fmla="*/ 53216 h 60871"/>
                <a:gd name="csX9" fmla="*/ 15446 w 38633"/>
                <a:gd name="csY9" fmla="*/ 54196 h 60871"/>
                <a:gd name="csX10" fmla="*/ 26797 w 38633"/>
                <a:gd name="csY10" fmla="*/ 51247 h 60871"/>
                <a:gd name="csX11" fmla="*/ 30727 w 38633"/>
                <a:gd name="csY11" fmla="*/ 42680 h 60871"/>
                <a:gd name="csX12" fmla="*/ 27079 w 38633"/>
                <a:gd name="csY12" fmla="*/ 34578 h 60871"/>
                <a:gd name="csX13" fmla="*/ 16979 w 38633"/>
                <a:gd name="csY13" fmla="*/ 31639 h 60871"/>
                <a:gd name="csX14" fmla="*/ 10139 w 38633"/>
                <a:gd name="csY14" fmla="*/ 31639 h 60871"/>
                <a:gd name="csX15" fmla="*/ 10139 w 38633"/>
                <a:gd name="csY15" fmla="*/ 25109 h 60871"/>
                <a:gd name="csX16" fmla="*/ 17289 w 38633"/>
                <a:gd name="csY16" fmla="*/ 25109 h 60871"/>
                <a:gd name="csX17" fmla="*/ 26254 w 38633"/>
                <a:gd name="csY17" fmla="*/ 22790 h 60871"/>
                <a:gd name="csX18" fmla="*/ 29359 w 38633"/>
                <a:gd name="csY18" fmla="*/ 16028 h 60871"/>
                <a:gd name="csX19" fmla="*/ 26128 w 38633"/>
                <a:gd name="csY19" fmla="*/ 9110 h 60871"/>
                <a:gd name="csX20" fmla="*/ 16979 w 38633"/>
                <a:gd name="csY20" fmla="*/ 6675 h 60871"/>
                <a:gd name="csX21" fmla="*/ 9984 w 38633"/>
                <a:gd name="csY21" fmla="*/ 7383 h 60871"/>
                <a:gd name="csX22" fmla="*/ 1766 w 38633"/>
                <a:gd name="csY22" fmla="*/ 9586 h 60871"/>
                <a:gd name="csX23" fmla="*/ 1766 w 38633"/>
                <a:gd name="csY23" fmla="*/ 2513 h 60871"/>
                <a:gd name="csX24" fmla="*/ 10216 w 38633"/>
                <a:gd name="csY24" fmla="*/ 621 h 60871"/>
                <a:gd name="csX25" fmla="*/ 17687 w 38633"/>
                <a:gd name="csY25" fmla="*/ 0 h 60871"/>
                <a:gd name="csX26" fmla="*/ 31988 w 38633"/>
                <a:gd name="csY26" fmla="*/ 4123 h 60871"/>
                <a:gd name="csX27" fmla="*/ 37256 w 38633"/>
                <a:gd name="csY27" fmla="*/ 15203 h 60871"/>
                <a:gd name="csX28" fmla="*/ 34462 w 38633"/>
                <a:gd name="csY28" fmla="*/ 23460 h 60871"/>
                <a:gd name="csX29" fmla="*/ 26526 w 38633"/>
                <a:gd name="csY29" fmla="*/ 28097 h 60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1">
                  <a:moveTo>
                    <a:pt x="26526" y="28097"/>
                  </a:moveTo>
                  <a:cubicBezTo>
                    <a:pt x="30322" y="28912"/>
                    <a:pt x="33285" y="30604"/>
                    <a:pt x="35413" y="33172"/>
                  </a:cubicBezTo>
                  <a:cubicBezTo>
                    <a:pt x="37560" y="35739"/>
                    <a:pt x="38634" y="38909"/>
                    <a:pt x="38634" y="42680"/>
                  </a:cubicBezTo>
                  <a:cubicBezTo>
                    <a:pt x="38634" y="48469"/>
                    <a:pt x="36642" y="52948"/>
                    <a:pt x="32657" y="56117"/>
                  </a:cubicBezTo>
                  <a:cubicBezTo>
                    <a:pt x="28673" y="59287"/>
                    <a:pt x="23013" y="60871"/>
                    <a:pt x="15679" y="60871"/>
                  </a:cubicBezTo>
                  <a:cubicBezTo>
                    <a:pt x="13214" y="60871"/>
                    <a:pt x="10672" y="60622"/>
                    <a:pt x="8053" y="60124"/>
                  </a:cubicBezTo>
                  <a:cubicBezTo>
                    <a:pt x="5459" y="59658"/>
                    <a:pt x="2775" y="58941"/>
                    <a:pt x="0" y="57970"/>
                  </a:cubicBezTo>
                  <a:lnTo>
                    <a:pt x="0" y="50306"/>
                  </a:lnTo>
                  <a:cubicBezTo>
                    <a:pt x="2199" y="51586"/>
                    <a:pt x="4609" y="52557"/>
                    <a:pt x="7228" y="53216"/>
                  </a:cubicBezTo>
                  <a:cubicBezTo>
                    <a:pt x="9848" y="53870"/>
                    <a:pt x="12587" y="54196"/>
                    <a:pt x="15446" y="54196"/>
                  </a:cubicBezTo>
                  <a:cubicBezTo>
                    <a:pt x="20420" y="54196"/>
                    <a:pt x="24204" y="53213"/>
                    <a:pt x="26797" y="51247"/>
                  </a:cubicBezTo>
                  <a:cubicBezTo>
                    <a:pt x="29417" y="49280"/>
                    <a:pt x="30727" y="46425"/>
                    <a:pt x="30727" y="42680"/>
                  </a:cubicBezTo>
                  <a:cubicBezTo>
                    <a:pt x="30727" y="39219"/>
                    <a:pt x="29511" y="36519"/>
                    <a:pt x="27079" y="34578"/>
                  </a:cubicBezTo>
                  <a:cubicBezTo>
                    <a:pt x="24666" y="32619"/>
                    <a:pt x="21299" y="31639"/>
                    <a:pt x="16979" y="31639"/>
                  </a:cubicBezTo>
                  <a:lnTo>
                    <a:pt x="10139" y="31639"/>
                  </a:lnTo>
                  <a:lnTo>
                    <a:pt x="10139" y="25109"/>
                  </a:lnTo>
                  <a:lnTo>
                    <a:pt x="17289" y="25109"/>
                  </a:lnTo>
                  <a:cubicBezTo>
                    <a:pt x="21196" y="25109"/>
                    <a:pt x="24184" y="24336"/>
                    <a:pt x="26254" y="22790"/>
                  </a:cubicBezTo>
                  <a:cubicBezTo>
                    <a:pt x="28324" y="21219"/>
                    <a:pt x="29359" y="18964"/>
                    <a:pt x="29359" y="16028"/>
                  </a:cubicBezTo>
                  <a:cubicBezTo>
                    <a:pt x="29359" y="13020"/>
                    <a:pt x="28282" y="10714"/>
                    <a:pt x="26128" y="9110"/>
                  </a:cubicBezTo>
                  <a:cubicBezTo>
                    <a:pt x="24006" y="7487"/>
                    <a:pt x="20957" y="6675"/>
                    <a:pt x="16979" y="6675"/>
                  </a:cubicBezTo>
                  <a:cubicBezTo>
                    <a:pt x="14799" y="6675"/>
                    <a:pt x="12467" y="6911"/>
                    <a:pt x="9984" y="7383"/>
                  </a:cubicBezTo>
                  <a:cubicBezTo>
                    <a:pt x="7493" y="7856"/>
                    <a:pt x="4754" y="8590"/>
                    <a:pt x="1766" y="9586"/>
                  </a:cubicBezTo>
                  <a:lnTo>
                    <a:pt x="1766" y="2513"/>
                  </a:lnTo>
                  <a:cubicBezTo>
                    <a:pt x="4780" y="1672"/>
                    <a:pt x="7597" y="1041"/>
                    <a:pt x="10216" y="621"/>
                  </a:cubicBezTo>
                  <a:cubicBezTo>
                    <a:pt x="12862" y="207"/>
                    <a:pt x="15352" y="0"/>
                    <a:pt x="17687" y="0"/>
                  </a:cubicBezTo>
                  <a:cubicBezTo>
                    <a:pt x="23709" y="0"/>
                    <a:pt x="28476" y="1374"/>
                    <a:pt x="31988" y="4123"/>
                  </a:cubicBezTo>
                  <a:cubicBezTo>
                    <a:pt x="35500" y="6846"/>
                    <a:pt x="37256" y="10540"/>
                    <a:pt x="37256" y="15203"/>
                  </a:cubicBezTo>
                  <a:cubicBezTo>
                    <a:pt x="37256" y="18457"/>
                    <a:pt x="36325" y="21209"/>
                    <a:pt x="34462" y="23460"/>
                  </a:cubicBezTo>
                  <a:cubicBezTo>
                    <a:pt x="32606" y="25685"/>
                    <a:pt x="29960" y="27231"/>
                    <a:pt x="26526" y="28097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4" name="Freeform 3553">
              <a:extLst>
                <a:ext uri="{FF2B5EF4-FFF2-40B4-BE49-F238E27FC236}">
                  <a16:creationId xmlns:a16="http://schemas.microsoft.com/office/drawing/2014/main" id="{42F1C088-29E3-9779-2903-E8BE755732EC}"/>
                </a:ext>
              </a:extLst>
            </p:cNvPr>
            <p:cNvSpPr/>
            <p:nvPr/>
          </p:nvSpPr>
          <p:spPr>
            <a:xfrm>
              <a:off x="7332390" y="4868396"/>
              <a:ext cx="46356" cy="42175"/>
            </a:xfrm>
            <a:custGeom>
              <a:avLst/>
              <a:gdLst>
                <a:gd name="csX0" fmla="*/ 46357 w 46356"/>
                <a:gd name="csY0" fmla="*/ 6132 h 42175"/>
                <a:gd name="csX1" fmla="*/ 44766 w 46356"/>
                <a:gd name="csY1" fmla="*/ 10129 h 42175"/>
                <a:gd name="csX2" fmla="*/ 41351 w 46356"/>
                <a:gd name="csY2" fmla="*/ 11545 h 42175"/>
                <a:gd name="csX3" fmla="*/ 38721 w 46356"/>
                <a:gd name="csY3" fmla="*/ 10546 h 42175"/>
                <a:gd name="csX4" fmla="*/ 37809 w 46356"/>
                <a:gd name="csY4" fmla="*/ 8266 h 42175"/>
                <a:gd name="csX5" fmla="*/ 39080 w 46356"/>
                <a:gd name="csY5" fmla="*/ 5045 h 42175"/>
                <a:gd name="csX6" fmla="*/ 42262 w 46356"/>
                <a:gd name="csY6" fmla="*/ 3221 h 42175"/>
                <a:gd name="csX7" fmla="*/ 37625 w 46356"/>
                <a:gd name="csY7" fmla="*/ 2047 h 42175"/>
                <a:gd name="csX8" fmla="*/ 34219 w 46356"/>
                <a:gd name="csY8" fmla="*/ 2998 h 42175"/>
                <a:gd name="csX9" fmla="*/ 31716 w 46356"/>
                <a:gd name="csY9" fmla="*/ 5181 h 42175"/>
                <a:gd name="csX10" fmla="*/ 29989 w 46356"/>
                <a:gd name="csY10" fmla="*/ 8179 h 42175"/>
                <a:gd name="csX11" fmla="*/ 28903 w 46356"/>
                <a:gd name="csY11" fmla="*/ 10954 h 42175"/>
                <a:gd name="csX12" fmla="*/ 28398 w 46356"/>
                <a:gd name="csY12" fmla="*/ 13040 h 42175"/>
                <a:gd name="csX13" fmla="*/ 25216 w 46356"/>
                <a:gd name="csY13" fmla="*/ 25769 h 42175"/>
                <a:gd name="csX14" fmla="*/ 23673 w 46356"/>
                <a:gd name="csY14" fmla="*/ 33948 h 42175"/>
                <a:gd name="csX15" fmla="*/ 24944 w 46356"/>
                <a:gd name="csY15" fmla="*/ 38362 h 42175"/>
                <a:gd name="csX16" fmla="*/ 28767 w 46356"/>
                <a:gd name="csY16" fmla="*/ 40089 h 42175"/>
                <a:gd name="csX17" fmla="*/ 30901 w 46356"/>
                <a:gd name="csY17" fmla="*/ 39808 h 42175"/>
                <a:gd name="csX18" fmla="*/ 33492 w 46356"/>
                <a:gd name="csY18" fmla="*/ 38673 h 42175"/>
                <a:gd name="csX19" fmla="*/ 36305 w 46356"/>
                <a:gd name="csY19" fmla="*/ 36538 h 42175"/>
                <a:gd name="csX20" fmla="*/ 38993 w 46356"/>
                <a:gd name="csY20" fmla="*/ 32997 h 42175"/>
                <a:gd name="csX21" fmla="*/ 41176 w 46356"/>
                <a:gd name="csY21" fmla="*/ 27903 h 42175"/>
                <a:gd name="csX22" fmla="*/ 42350 w 46356"/>
                <a:gd name="csY22" fmla="*/ 26904 h 42175"/>
                <a:gd name="csX23" fmla="*/ 43495 w 46356"/>
                <a:gd name="csY23" fmla="*/ 27816 h 42175"/>
                <a:gd name="csX24" fmla="*/ 42854 w 46356"/>
                <a:gd name="csY24" fmla="*/ 30222 h 42175"/>
                <a:gd name="csX25" fmla="*/ 40943 w 46356"/>
                <a:gd name="csY25" fmla="*/ 33899 h 42175"/>
                <a:gd name="csX26" fmla="*/ 37994 w 46356"/>
                <a:gd name="csY26" fmla="*/ 37809 h 42175"/>
                <a:gd name="csX27" fmla="*/ 33812 w 46356"/>
                <a:gd name="csY27" fmla="*/ 40904 h 42175"/>
                <a:gd name="csX28" fmla="*/ 28582 w 46356"/>
                <a:gd name="csY28" fmla="*/ 42175 h 42175"/>
                <a:gd name="csX29" fmla="*/ 22082 w 46356"/>
                <a:gd name="csY29" fmla="*/ 40089 h 42175"/>
                <a:gd name="csX30" fmla="*/ 18541 w 46356"/>
                <a:gd name="csY30" fmla="*/ 35083 h 42175"/>
                <a:gd name="csX31" fmla="*/ 17997 w 46356"/>
                <a:gd name="csY31" fmla="*/ 36043 h 42175"/>
                <a:gd name="csX32" fmla="*/ 16717 w 46356"/>
                <a:gd name="csY32" fmla="*/ 37809 h 42175"/>
                <a:gd name="csX33" fmla="*/ 14767 w 46356"/>
                <a:gd name="csY33" fmla="*/ 39905 h 42175"/>
                <a:gd name="csX34" fmla="*/ 12089 w 46356"/>
                <a:gd name="csY34" fmla="*/ 41448 h 42175"/>
                <a:gd name="csX35" fmla="*/ 8771 w 46356"/>
                <a:gd name="csY35" fmla="*/ 42175 h 42175"/>
                <a:gd name="csX36" fmla="*/ 4628 w 46356"/>
                <a:gd name="csY36" fmla="*/ 41535 h 42175"/>
                <a:gd name="csX37" fmla="*/ 1358 w 46356"/>
                <a:gd name="csY37" fmla="*/ 39449 h 42175"/>
                <a:gd name="csX38" fmla="*/ 0 w 46356"/>
                <a:gd name="csY38" fmla="*/ 35995 h 42175"/>
                <a:gd name="csX39" fmla="*/ 1494 w 46356"/>
                <a:gd name="csY39" fmla="*/ 32221 h 42175"/>
                <a:gd name="csX40" fmla="*/ 5132 w 46356"/>
                <a:gd name="csY40" fmla="*/ 30630 h 42175"/>
                <a:gd name="csX41" fmla="*/ 7490 w 46356"/>
                <a:gd name="csY41" fmla="*/ 31406 h 42175"/>
                <a:gd name="csX42" fmla="*/ 8586 w 46356"/>
                <a:gd name="csY42" fmla="*/ 33860 h 42175"/>
                <a:gd name="csX43" fmla="*/ 7315 w 46356"/>
                <a:gd name="csY43" fmla="*/ 37130 h 42175"/>
                <a:gd name="csX44" fmla="*/ 4220 w 46356"/>
                <a:gd name="csY44" fmla="*/ 38906 h 42175"/>
                <a:gd name="csX45" fmla="*/ 8858 w 46356"/>
                <a:gd name="csY45" fmla="*/ 40089 h 42175"/>
                <a:gd name="csX46" fmla="*/ 14223 w 46356"/>
                <a:gd name="csY46" fmla="*/ 37450 h 42175"/>
                <a:gd name="csX47" fmla="*/ 17716 w 46356"/>
                <a:gd name="csY47" fmla="*/ 30406 h 42175"/>
                <a:gd name="csX48" fmla="*/ 21626 w 46356"/>
                <a:gd name="csY48" fmla="*/ 15087 h 42175"/>
                <a:gd name="csX49" fmla="*/ 22722 w 46356"/>
                <a:gd name="csY49" fmla="*/ 8266 h 42175"/>
                <a:gd name="csX50" fmla="*/ 22218 w 46356"/>
                <a:gd name="csY50" fmla="*/ 5045 h 42175"/>
                <a:gd name="csX51" fmla="*/ 20860 w 46356"/>
                <a:gd name="csY51" fmla="*/ 3134 h 42175"/>
                <a:gd name="csX52" fmla="*/ 19268 w 46356"/>
                <a:gd name="csY52" fmla="*/ 2270 h 42175"/>
                <a:gd name="csX53" fmla="*/ 17716 w 46356"/>
                <a:gd name="csY53" fmla="*/ 2047 h 42175"/>
                <a:gd name="csX54" fmla="*/ 14815 w 46356"/>
                <a:gd name="csY54" fmla="*/ 2590 h 42175"/>
                <a:gd name="csX55" fmla="*/ 11497 w 46356"/>
                <a:gd name="csY55" fmla="*/ 4405 h 42175"/>
                <a:gd name="csX56" fmla="*/ 8043 w 46356"/>
                <a:gd name="csY56" fmla="*/ 8179 h 42175"/>
                <a:gd name="csX57" fmla="*/ 5220 w 46356"/>
                <a:gd name="csY57" fmla="*/ 14223 h 42175"/>
                <a:gd name="csX58" fmla="*/ 3997 w 46356"/>
                <a:gd name="csY58" fmla="*/ 15271 h 42175"/>
                <a:gd name="csX59" fmla="*/ 2901 w 46356"/>
                <a:gd name="csY59" fmla="*/ 14311 h 42175"/>
                <a:gd name="csX60" fmla="*/ 3493 w 46356"/>
                <a:gd name="csY60" fmla="*/ 11953 h 42175"/>
                <a:gd name="csX61" fmla="*/ 5404 w 46356"/>
                <a:gd name="csY61" fmla="*/ 8266 h 42175"/>
                <a:gd name="csX62" fmla="*/ 8402 w 46356"/>
                <a:gd name="csY62" fmla="*/ 4405 h 42175"/>
                <a:gd name="csX63" fmla="*/ 12632 w 46356"/>
                <a:gd name="csY63" fmla="*/ 1271 h 42175"/>
                <a:gd name="csX64" fmla="*/ 17900 w 46356"/>
                <a:gd name="csY64" fmla="*/ 0 h 42175"/>
                <a:gd name="csX65" fmla="*/ 20307 w 46356"/>
                <a:gd name="csY65" fmla="*/ 272 h 42175"/>
                <a:gd name="csX66" fmla="*/ 22994 w 46356"/>
                <a:gd name="csY66" fmla="*/ 1184 h 42175"/>
                <a:gd name="csX67" fmla="*/ 25808 w 46356"/>
                <a:gd name="csY67" fmla="*/ 3357 h 42175"/>
                <a:gd name="csX68" fmla="*/ 27942 w 46356"/>
                <a:gd name="csY68" fmla="*/ 7044 h 42175"/>
                <a:gd name="csX69" fmla="*/ 29223 w 46356"/>
                <a:gd name="csY69" fmla="*/ 4997 h 42175"/>
                <a:gd name="csX70" fmla="*/ 31173 w 46356"/>
                <a:gd name="csY70" fmla="*/ 2775 h 42175"/>
                <a:gd name="csX71" fmla="*/ 34084 w 46356"/>
                <a:gd name="csY71" fmla="*/ 766 h 42175"/>
                <a:gd name="csX72" fmla="*/ 37722 w 46356"/>
                <a:gd name="csY72" fmla="*/ 0 h 42175"/>
                <a:gd name="csX73" fmla="*/ 41399 w 46356"/>
                <a:gd name="csY73" fmla="*/ 495 h 42175"/>
                <a:gd name="csX74" fmla="*/ 44766 w 46356"/>
                <a:gd name="csY74" fmla="*/ 2455 h 42175"/>
                <a:gd name="csX75" fmla="*/ 46357 w 46356"/>
                <a:gd name="csY75" fmla="*/ 6132 h 421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6356" h="42175">
                  <a:moveTo>
                    <a:pt x="46357" y="6132"/>
                  </a:moveTo>
                  <a:cubicBezTo>
                    <a:pt x="46357" y="7833"/>
                    <a:pt x="45826" y="9165"/>
                    <a:pt x="44766" y="10129"/>
                  </a:cubicBezTo>
                  <a:cubicBezTo>
                    <a:pt x="43705" y="11073"/>
                    <a:pt x="42567" y="11545"/>
                    <a:pt x="41351" y="11545"/>
                  </a:cubicBezTo>
                  <a:cubicBezTo>
                    <a:pt x="40199" y="11545"/>
                    <a:pt x="39323" y="11212"/>
                    <a:pt x="38721" y="10546"/>
                  </a:cubicBezTo>
                  <a:cubicBezTo>
                    <a:pt x="38113" y="9880"/>
                    <a:pt x="37809" y="9120"/>
                    <a:pt x="37809" y="8266"/>
                  </a:cubicBezTo>
                  <a:cubicBezTo>
                    <a:pt x="37809" y="7115"/>
                    <a:pt x="38233" y="6041"/>
                    <a:pt x="39080" y="5045"/>
                  </a:cubicBezTo>
                  <a:cubicBezTo>
                    <a:pt x="39928" y="4043"/>
                    <a:pt x="40988" y="3434"/>
                    <a:pt x="42262" y="3221"/>
                  </a:cubicBezTo>
                  <a:cubicBezTo>
                    <a:pt x="41021" y="2438"/>
                    <a:pt x="39475" y="2047"/>
                    <a:pt x="37625" y="2047"/>
                  </a:cubicBezTo>
                  <a:cubicBezTo>
                    <a:pt x="36415" y="2047"/>
                    <a:pt x="35280" y="2364"/>
                    <a:pt x="34219" y="2998"/>
                  </a:cubicBezTo>
                  <a:cubicBezTo>
                    <a:pt x="33191" y="3632"/>
                    <a:pt x="32357" y="4359"/>
                    <a:pt x="31716" y="5181"/>
                  </a:cubicBezTo>
                  <a:cubicBezTo>
                    <a:pt x="31115" y="5996"/>
                    <a:pt x="30539" y="6995"/>
                    <a:pt x="29989" y="8179"/>
                  </a:cubicBezTo>
                  <a:cubicBezTo>
                    <a:pt x="29478" y="9330"/>
                    <a:pt x="29116" y="10255"/>
                    <a:pt x="28903" y="10954"/>
                  </a:cubicBezTo>
                  <a:cubicBezTo>
                    <a:pt x="28722" y="11620"/>
                    <a:pt x="28553" y="12315"/>
                    <a:pt x="28398" y="13040"/>
                  </a:cubicBezTo>
                  <a:lnTo>
                    <a:pt x="25216" y="25769"/>
                  </a:lnTo>
                  <a:cubicBezTo>
                    <a:pt x="24187" y="29798"/>
                    <a:pt x="23673" y="32525"/>
                    <a:pt x="23673" y="33948"/>
                  </a:cubicBezTo>
                  <a:cubicBezTo>
                    <a:pt x="23673" y="35707"/>
                    <a:pt x="24097" y="37179"/>
                    <a:pt x="24944" y="38362"/>
                  </a:cubicBezTo>
                  <a:cubicBezTo>
                    <a:pt x="25791" y="39513"/>
                    <a:pt x="27066" y="40089"/>
                    <a:pt x="28767" y="40089"/>
                  </a:cubicBezTo>
                  <a:cubicBezTo>
                    <a:pt x="29433" y="40089"/>
                    <a:pt x="30145" y="39995"/>
                    <a:pt x="30901" y="39808"/>
                  </a:cubicBezTo>
                  <a:cubicBezTo>
                    <a:pt x="31658" y="39601"/>
                    <a:pt x="32522" y="39223"/>
                    <a:pt x="33492" y="38673"/>
                  </a:cubicBezTo>
                  <a:cubicBezTo>
                    <a:pt x="34494" y="38097"/>
                    <a:pt x="35432" y="37386"/>
                    <a:pt x="36305" y="36538"/>
                  </a:cubicBezTo>
                  <a:cubicBezTo>
                    <a:pt x="37217" y="35659"/>
                    <a:pt x="38113" y="34478"/>
                    <a:pt x="38993" y="32997"/>
                  </a:cubicBezTo>
                  <a:cubicBezTo>
                    <a:pt x="39873" y="31509"/>
                    <a:pt x="40600" y="29811"/>
                    <a:pt x="41176" y="27903"/>
                  </a:cubicBezTo>
                  <a:cubicBezTo>
                    <a:pt x="41357" y="27237"/>
                    <a:pt x="41748" y="26904"/>
                    <a:pt x="42350" y="26904"/>
                  </a:cubicBezTo>
                  <a:cubicBezTo>
                    <a:pt x="43113" y="26904"/>
                    <a:pt x="43495" y="27208"/>
                    <a:pt x="43495" y="27816"/>
                  </a:cubicBezTo>
                  <a:cubicBezTo>
                    <a:pt x="43495" y="28327"/>
                    <a:pt x="43281" y="29129"/>
                    <a:pt x="42854" y="30222"/>
                  </a:cubicBezTo>
                  <a:cubicBezTo>
                    <a:pt x="42460" y="31283"/>
                    <a:pt x="41823" y="32509"/>
                    <a:pt x="40943" y="33899"/>
                  </a:cubicBezTo>
                  <a:cubicBezTo>
                    <a:pt x="40096" y="35264"/>
                    <a:pt x="39113" y="36567"/>
                    <a:pt x="37994" y="37809"/>
                  </a:cubicBezTo>
                  <a:cubicBezTo>
                    <a:pt x="36868" y="39025"/>
                    <a:pt x="35474" y="40057"/>
                    <a:pt x="33812" y="40904"/>
                  </a:cubicBezTo>
                  <a:cubicBezTo>
                    <a:pt x="32143" y="41752"/>
                    <a:pt x="30400" y="42175"/>
                    <a:pt x="28582" y="42175"/>
                  </a:cubicBezTo>
                  <a:cubicBezTo>
                    <a:pt x="25976" y="42175"/>
                    <a:pt x="23809" y="41480"/>
                    <a:pt x="22082" y="40089"/>
                  </a:cubicBezTo>
                  <a:cubicBezTo>
                    <a:pt x="20355" y="38692"/>
                    <a:pt x="19175" y="37023"/>
                    <a:pt x="18541" y="35083"/>
                  </a:cubicBezTo>
                  <a:cubicBezTo>
                    <a:pt x="18386" y="35355"/>
                    <a:pt x="18204" y="35675"/>
                    <a:pt x="17997" y="36043"/>
                  </a:cubicBezTo>
                  <a:cubicBezTo>
                    <a:pt x="17784" y="36406"/>
                    <a:pt x="17357" y="36994"/>
                    <a:pt x="16717" y="37809"/>
                  </a:cubicBezTo>
                  <a:cubicBezTo>
                    <a:pt x="16115" y="38598"/>
                    <a:pt x="15465" y="39297"/>
                    <a:pt x="14767" y="39905"/>
                  </a:cubicBezTo>
                  <a:cubicBezTo>
                    <a:pt x="14068" y="40481"/>
                    <a:pt x="13175" y="40995"/>
                    <a:pt x="12089" y="41448"/>
                  </a:cubicBezTo>
                  <a:cubicBezTo>
                    <a:pt x="11028" y="41933"/>
                    <a:pt x="9922" y="42175"/>
                    <a:pt x="8771" y="42175"/>
                  </a:cubicBezTo>
                  <a:cubicBezTo>
                    <a:pt x="7315" y="42175"/>
                    <a:pt x="5934" y="41962"/>
                    <a:pt x="4628" y="41535"/>
                  </a:cubicBezTo>
                  <a:cubicBezTo>
                    <a:pt x="3360" y="41114"/>
                    <a:pt x="2270" y="40419"/>
                    <a:pt x="1358" y="39449"/>
                  </a:cubicBezTo>
                  <a:cubicBezTo>
                    <a:pt x="453" y="38479"/>
                    <a:pt x="0" y="37327"/>
                    <a:pt x="0" y="35995"/>
                  </a:cubicBezTo>
                  <a:cubicBezTo>
                    <a:pt x="0" y="34507"/>
                    <a:pt x="498" y="33249"/>
                    <a:pt x="1494" y="32221"/>
                  </a:cubicBezTo>
                  <a:cubicBezTo>
                    <a:pt x="2523" y="31160"/>
                    <a:pt x="3735" y="30630"/>
                    <a:pt x="5132" y="30630"/>
                  </a:cubicBezTo>
                  <a:cubicBezTo>
                    <a:pt x="6012" y="30630"/>
                    <a:pt x="6798" y="30888"/>
                    <a:pt x="7490" y="31406"/>
                  </a:cubicBezTo>
                  <a:cubicBezTo>
                    <a:pt x="8221" y="31917"/>
                    <a:pt x="8586" y="32735"/>
                    <a:pt x="8586" y="33860"/>
                  </a:cubicBezTo>
                  <a:cubicBezTo>
                    <a:pt x="8586" y="35102"/>
                    <a:pt x="8163" y="36192"/>
                    <a:pt x="7315" y="37130"/>
                  </a:cubicBezTo>
                  <a:cubicBezTo>
                    <a:pt x="6468" y="38068"/>
                    <a:pt x="5436" y="38660"/>
                    <a:pt x="4220" y="38906"/>
                  </a:cubicBezTo>
                  <a:cubicBezTo>
                    <a:pt x="5462" y="39695"/>
                    <a:pt x="7008" y="40089"/>
                    <a:pt x="8858" y="40089"/>
                  </a:cubicBezTo>
                  <a:cubicBezTo>
                    <a:pt x="10857" y="40089"/>
                    <a:pt x="12645" y="39210"/>
                    <a:pt x="14223" y="37450"/>
                  </a:cubicBezTo>
                  <a:cubicBezTo>
                    <a:pt x="15795" y="35691"/>
                    <a:pt x="16959" y="33343"/>
                    <a:pt x="17716" y="30406"/>
                  </a:cubicBezTo>
                  <a:cubicBezTo>
                    <a:pt x="19598" y="23343"/>
                    <a:pt x="20902" y="18237"/>
                    <a:pt x="21626" y="15087"/>
                  </a:cubicBezTo>
                  <a:cubicBezTo>
                    <a:pt x="22357" y="11904"/>
                    <a:pt x="22722" y="9631"/>
                    <a:pt x="22722" y="8266"/>
                  </a:cubicBezTo>
                  <a:cubicBezTo>
                    <a:pt x="22722" y="6998"/>
                    <a:pt x="22554" y="5925"/>
                    <a:pt x="22218" y="5045"/>
                  </a:cubicBezTo>
                  <a:cubicBezTo>
                    <a:pt x="21888" y="4165"/>
                    <a:pt x="21435" y="3528"/>
                    <a:pt x="20860" y="3134"/>
                  </a:cubicBezTo>
                  <a:cubicBezTo>
                    <a:pt x="20310" y="2707"/>
                    <a:pt x="19779" y="2419"/>
                    <a:pt x="19268" y="2270"/>
                  </a:cubicBezTo>
                  <a:cubicBezTo>
                    <a:pt x="18783" y="2122"/>
                    <a:pt x="18266" y="2047"/>
                    <a:pt x="17716" y="2047"/>
                  </a:cubicBezTo>
                  <a:cubicBezTo>
                    <a:pt x="16811" y="2047"/>
                    <a:pt x="15844" y="2228"/>
                    <a:pt x="14815" y="2590"/>
                  </a:cubicBezTo>
                  <a:cubicBezTo>
                    <a:pt x="13813" y="2953"/>
                    <a:pt x="12707" y="3557"/>
                    <a:pt x="11497" y="4405"/>
                  </a:cubicBezTo>
                  <a:cubicBezTo>
                    <a:pt x="10313" y="5226"/>
                    <a:pt x="9162" y="6484"/>
                    <a:pt x="8043" y="8179"/>
                  </a:cubicBezTo>
                  <a:cubicBezTo>
                    <a:pt x="6918" y="9874"/>
                    <a:pt x="5976" y="11888"/>
                    <a:pt x="5220" y="14223"/>
                  </a:cubicBezTo>
                  <a:cubicBezTo>
                    <a:pt x="5071" y="14922"/>
                    <a:pt x="4663" y="15271"/>
                    <a:pt x="3997" y="15271"/>
                  </a:cubicBezTo>
                  <a:cubicBezTo>
                    <a:pt x="3266" y="15239"/>
                    <a:pt x="2901" y="14919"/>
                    <a:pt x="2901" y="14311"/>
                  </a:cubicBezTo>
                  <a:cubicBezTo>
                    <a:pt x="2901" y="13800"/>
                    <a:pt x="3098" y="13014"/>
                    <a:pt x="3493" y="11953"/>
                  </a:cubicBezTo>
                  <a:cubicBezTo>
                    <a:pt x="3920" y="10860"/>
                    <a:pt x="4557" y="9631"/>
                    <a:pt x="5404" y="8266"/>
                  </a:cubicBezTo>
                  <a:cubicBezTo>
                    <a:pt x="6284" y="6908"/>
                    <a:pt x="7283" y="5621"/>
                    <a:pt x="8402" y="4405"/>
                  </a:cubicBezTo>
                  <a:cubicBezTo>
                    <a:pt x="9553" y="3163"/>
                    <a:pt x="10963" y="2118"/>
                    <a:pt x="12632" y="1271"/>
                  </a:cubicBezTo>
                  <a:cubicBezTo>
                    <a:pt x="14327" y="424"/>
                    <a:pt x="16083" y="0"/>
                    <a:pt x="17900" y="0"/>
                  </a:cubicBezTo>
                  <a:cubicBezTo>
                    <a:pt x="18722" y="0"/>
                    <a:pt x="19524" y="90"/>
                    <a:pt x="20307" y="272"/>
                  </a:cubicBezTo>
                  <a:cubicBezTo>
                    <a:pt x="21128" y="420"/>
                    <a:pt x="22024" y="724"/>
                    <a:pt x="22994" y="1184"/>
                  </a:cubicBezTo>
                  <a:cubicBezTo>
                    <a:pt x="23990" y="1636"/>
                    <a:pt x="24928" y="2361"/>
                    <a:pt x="25808" y="3357"/>
                  </a:cubicBezTo>
                  <a:cubicBezTo>
                    <a:pt x="26687" y="4359"/>
                    <a:pt x="27399" y="5588"/>
                    <a:pt x="27942" y="7044"/>
                  </a:cubicBezTo>
                  <a:cubicBezTo>
                    <a:pt x="28311" y="6345"/>
                    <a:pt x="28738" y="5663"/>
                    <a:pt x="29223" y="4997"/>
                  </a:cubicBezTo>
                  <a:cubicBezTo>
                    <a:pt x="29734" y="4330"/>
                    <a:pt x="30384" y="3590"/>
                    <a:pt x="31173" y="2775"/>
                  </a:cubicBezTo>
                  <a:cubicBezTo>
                    <a:pt x="31994" y="1921"/>
                    <a:pt x="32965" y="1251"/>
                    <a:pt x="34084" y="766"/>
                  </a:cubicBezTo>
                  <a:cubicBezTo>
                    <a:pt x="35235" y="255"/>
                    <a:pt x="36448" y="0"/>
                    <a:pt x="37722" y="0"/>
                  </a:cubicBezTo>
                  <a:cubicBezTo>
                    <a:pt x="38964" y="0"/>
                    <a:pt x="40190" y="165"/>
                    <a:pt x="41399" y="495"/>
                  </a:cubicBezTo>
                  <a:cubicBezTo>
                    <a:pt x="42609" y="799"/>
                    <a:pt x="43731" y="1452"/>
                    <a:pt x="44766" y="2455"/>
                  </a:cubicBezTo>
                  <a:cubicBezTo>
                    <a:pt x="45826" y="3425"/>
                    <a:pt x="46357" y="4651"/>
                    <a:pt x="46357" y="613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5" name="Freeform 3554">
              <a:extLst>
                <a:ext uri="{FF2B5EF4-FFF2-40B4-BE49-F238E27FC236}">
                  <a16:creationId xmlns:a16="http://schemas.microsoft.com/office/drawing/2014/main" id="{78A7451C-CF59-AA8C-6B88-6BEA2E2C10BC}"/>
                </a:ext>
              </a:extLst>
            </p:cNvPr>
            <p:cNvSpPr/>
            <p:nvPr/>
          </p:nvSpPr>
          <p:spPr>
            <a:xfrm>
              <a:off x="6363235" y="3437644"/>
              <a:ext cx="970" cy="1288848"/>
            </a:xfrm>
            <a:custGeom>
              <a:avLst/>
              <a:gdLst>
                <a:gd name="csX0" fmla="*/ 0 w 970"/>
                <a:gd name="csY0" fmla="*/ 1288848 h 1288848"/>
                <a:gd name="csX1" fmla="*/ 0 w 970"/>
                <a:gd name="csY1" fmla="*/ 0 h 128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970" h="1288848">
                  <a:moveTo>
                    <a:pt x="0" y="1288848"/>
                  </a:moveTo>
                  <a:lnTo>
                    <a:pt x="0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6" name="Freeform 3555">
              <a:extLst>
                <a:ext uri="{FF2B5EF4-FFF2-40B4-BE49-F238E27FC236}">
                  <a16:creationId xmlns:a16="http://schemas.microsoft.com/office/drawing/2014/main" id="{0B9622A5-D441-606A-2A64-CBF61400EE00}"/>
                </a:ext>
              </a:extLst>
            </p:cNvPr>
            <p:cNvSpPr/>
            <p:nvPr/>
          </p:nvSpPr>
          <p:spPr>
            <a:xfrm>
              <a:off x="6363235" y="469001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7" name="Freeform 3556">
              <a:extLst>
                <a:ext uri="{FF2B5EF4-FFF2-40B4-BE49-F238E27FC236}">
                  <a16:creationId xmlns:a16="http://schemas.microsoft.com/office/drawing/2014/main" id="{602383D0-520F-D98A-2706-EDB1148A776E}"/>
                </a:ext>
              </a:extLst>
            </p:cNvPr>
            <p:cNvSpPr/>
            <p:nvPr/>
          </p:nvSpPr>
          <p:spPr>
            <a:xfrm>
              <a:off x="6363235" y="4385239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8" name="Freeform 3557">
              <a:extLst>
                <a:ext uri="{FF2B5EF4-FFF2-40B4-BE49-F238E27FC236}">
                  <a16:creationId xmlns:a16="http://schemas.microsoft.com/office/drawing/2014/main" id="{7BD37F17-08C9-665E-EF34-DB883B67AEF5}"/>
                </a:ext>
              </a:extLst>
            </p:cNvPr>
            <p:cNvSpPr/>
            <p:nvPr/>
          </p:nvSpPr>
          <p:spPr>
            <a:xfrm>
              <a:off x="6363235" y="4080454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412AB8C4-5690-C363-C67B-FB526E44064E}"/>
                </a:ext>
              </a:extLst>
            </p:cNvPr>
            <p:cNvSpPr/>
            <p:nvPr/>
          </p:nvSpPr>
          <p:spPr>
            <a:xfrm>
              <a:off x="6363235" y="3775673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0" name="Freeform 3559">
              <a:extLst>
                <a:ext uri="{FF2B5EF4-FFF2-40B4-BE49-F238E27FC236}">
                  <a16:creationId xmlns:a16="http://schemas.microsoft.com/office/drawing/2014/main" id="{508A2717-F056-9773-EDA4-677A94DA6402}"/>
                </a:ext>
              </a:extLst>
            </p:cNvPr>
            <p:cNvSpPr/>
            <p:nvPr/>
          </p:nvSpPr>
          <p:spPr>
            <a:xfrm>
              <a:off x="6363235" y="3470892"/>
              <a:ext cx="18335" cy="970"/>
            </a:xfrm>
            <a:custGeom>
              <a:avLst/>
              <a:gdLst>
                <a:gd name="csX0" fmla="*/ 0 w 18335"/>
                <a:gd name="csY0" fmla="*/ 0 h 970"/>
                <a:gd name="csX1" fmla="*/ 18335 w 18335"/>
                <a:gd name="csY1" fmla="*/ 0 h 9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8335" h="970">
                  <a:moveTo>
                    <a:pt x="0" y="0"/>
                  </a:moveTo>
                  <a:lnTo>
                    <a:pt x="18335" y="0"/>
                  </a:lnTo>
                </a:path>
              </a:pathLst>
            </a:custGeom>
            <a:noFill/>
            <a:ln w="3874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383A751B-7D6A-2A84-7672-7FE881613E26}"/>
                </a:ext>
              </a:extLst>
            </p:cNvPr>
            <p:cNvSpPr/>
            <p:nvPr/>
          </p:nvSpPr>
          <p:spPr>
            <a:xfrm>
              <a:off x="6210950" y="4659616"/>
              <a:ext cx="40560" cy="60880"/>
            </a:xfrm>
            <a:custGeom>
              <a:avLst/>
              <a:gdLst>
                <a:gd name="csX0" fmla="*/ 20280 w 40560"/>
                <a:gd name="csY0" fmla="*/ 6287 h 60880"/>
                <a:gd name="csX1" fmla="*/ 11044 w 40560"/>
                <a:gd name="csY1" fmla="*/ 12341 h 60880"/>
                <a:gd name="csX2" fmla="*/ 7979 w 40560"/>
                <a:gd name="csY2" fmla="*/ 30455 h 60880"/>
                <a:gd name="csX3" fmla="*/ 11044 w 40560"/>
                <a:gd name="csY3" fmla="*/ 48579 h 60880"/>
                <a:gd name="csX4" fmla="*/ 20280 w 40560"/>
                <a:gd name="csY4" fmla="*/ 54594 h 60880"/>
                <a:gd name="csX5" fmla="*/ 29517 w 40560"/>
                <a:gd name="csY5" fmla="*/ 48579 h 60880"/>
                <a:gd name="csX6" fmla="*/ 32622 w 40560"/>
                <a:gd name="csY6" fmla="*/ 30455 h 60880"/>
                <a:gd name="csX7" fmla="*/ 29517 w 40560"/>
                <a:gd name="csY7" fmla="*/ 12341 h 60880"/>
                <a:gd name="csX8" fmla="*/ 20280 w 40560"/>
                <a:gd name="csY8" fmla="*/ 6287 h 60880"/>
                <a:gd name="csX9" fmla="*/ 20280 w 40560"/>
                <a:gd name="csY9" fmla="*/ 0 h 60880"/>
                <a:gd name="csX10" fmla="*/ 35333 w 40560"/>
                <a:gd name="csY10" fmla="*/ 7820 h 60880"/>
                <a:gd name="csX11" fmla="*/ 40561 w 40560"/>
                <a:gd name="csY11" fmla="*/ 30455 h 60880"/>
                <a:gd name="csX12" fmla="*/ 35333 w 40560"/>
                <a:gd name="csY12" fmla="*/ 53100 h 60880"/>
                <a:gd name="csX13" fmla="*/ 20280 w 40560"/>
                <a:gd name="csY13" fmla="*/ 60881 h 60880"/>
                <a:gd name="csX14" fmla="*/ 5188 w 40560"/>
                <a:gd name="csY14" fmla="*/ 53100 h 60880"/>
                <a:gd name="csX15" fmla="*/ 0 w 40560"/>
                <a:gd name="csY15" fmla="*/ 30455 h 60880"/>
                <a:gd name="csX16" fmla="*/ 5188 w 40560"/>
                <a:gd name="csY16" fmla="*/ 7820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1" y="16351"/>
                    <a:pt x="7979" y="22389"/>
                    <a:pt x="7979" y="30455"/>
                  </a:cubicBezTo>
                  <a:cubicBezTo>
                    <a:pt x="7979" y="38501"/>
                    <a:pt x="9001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7" y="48579"/>
                  </a:cubicBezTo>
                  <a:cubicBezTo>
                    <a:pt x="31587" y="44543"/>
                    <a:pt x="32622" y="38501"/>
                    <a:pt x="32622" y="30455"/>
                  </a:cubicBezTo>
                  <a:cubicBezTo>
                    <a:pt x="32622" y="22389"/>
                    <a:pt x="31587" y="16351"/>
                    <a:pt x="29517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0"/>
                  </a:cubicBezTo>
                  <a:cubicBezTo>
                    <a:pt x="38818" y="13007"/>
                    <a:pt x="40561" y="20552"/>
                    <a:pt x="40561" y="30455"/>
                  </a:cubicBezTo>
                  <a:cubicBezTo>
                    <a:pt x="40561" y="40338"/>
                    <a:pt x="38818" y="47887"/>
                    <a:pt x="35333" y="53100"/>
                  </a:cubicBezTo>
                  <a:cubicBezTo>
                    <a:pt x="31875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2" name="Freeform 3561">
              <a:extLst>
                <a:ext uri="{FF2B5EF4-FFF2-40B4-BE49-F238E27FC236}">
                  <a16:creationId xmlns:a16="http://schemas.microsoft.com/office/drawing/2014/main" id="{F2ABE2ED-64F3-04C6-566C-631924927DA2}"/>
                </a:ext>
              </a:extLst>
            </p:cNvPr>
            <p:cNvSpPr/>
            <p:nvPr/>
          </p:nvSpPr>
          <p:spPr>
            <a:xfrm>
              <a:off x="6265463" y="4709368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3" name="Freeform 3562">
              <a:extLst>
                <a:ext uri="{FF2B5EF4-FFF2-40B4-BE49-F238E27FC236}">
                  <a16:creationId xmlns:a16="http://schemas.microsoft.com/office/drawing/2014/main" id="{23371C64-F772-E732-4F64-5D0DE7007C3E}"/>
                </a:ext>
              </a:extLst>
            </p:cNvPr>
            <p:cNvSpPr/>
            <p:nvPr/>
          </p:nvSpPr>
          <p:spPr>
            <a:xfrm>
              <a:off x="6287748" y="4659616"/>
              <a:ext cx="40559" cy="60880"/>
            </a:xfrm>
            <a:custGeom>
              <a:avLst/>
              <a:gdLst>
                <a:gd name="csX0" fmla="*/ 20280 w 40559"/>
                <a:gd name="csY0" fmla="*/ 6287 h 60880"/>
                <a:gd name="csX1" fmla="*/ 11044 w 40559"/>
                <a:gd name="csY1" fmla="*/ 12341 h 60880"/>
                <a:gd name="csX2" fmla="*/ 7978 w 40559"/>
                <a:gd name="csY2" fmla="*/ 30455 h 60880"/>
                <a:gd name="csX3" fmla="*/ 11044 w 40559"/>
                <a:gd name="csY3" fmla="*/ 48579 h 60880"/>
                <a:gd name="csX4" fmla="*/ 20280 w 40559"/>
                <a:gd name="csY4" fmla="*/ 54594 h 60880"/>
                <a:gd name="csX5" fmla="*/ 29516 w 40559"/>
                <a:gd name="csY5" fmla="*/ 48579 h 60880"/>
                <a:gd name="csX6" fmla="*/ 32621 w 40559"/>
                <a:gd name="csY6" fmla="*/ 30455 h 60880"/>
                <a:gd name="csX7" fmla="*/ 29516 w 40559"/>
                <a:gd name="csY7" fmla="*/ 12341 h 60880"/>
                <a:gd name="csX8" fmla="*/ 20280 w 40559"/>
                <a:gd name="csY8" fmla="*/ 6287 h 60880"/>
                <a:gd name="csX9" fmla="*/ 20280 w 40559"/>
                <a:gd name="csY9" fmla="*/ 0 h 60880"/>
                <a:gd name="csX10" fmla="*/ 35333 w 40559"/>
                <a:gd name="csY10" fmla="*/ 7820 h 60880"/>
                <a:gd name="csX11" fmla="*/ 40560 w 40559"/>
                <a:gd name="csY11" fmla="*/ 30455 h 60880"/>
                <a:gd name="csX12" fmla="*/ 35333 w 40559"/>
                <a:gd name="csY12" fmla="*/ 53100 h 60880"/>
                <a:gd name="csX13" fmla="*/ 20280 w 40559"/>
                <a:gd name="csY13" fmla="*/ 60881 h 60880"/>
                <a:gd name="csX14" fmla="*/ 5188 w 40559"/>
                <a:gd name="csY14" fmla="*/ 53100 h 60880"/>
                <a:gd name="csX15" fmla="*/ 0 w 40559"/>
                <a:gd name="csY15" fmla="*/ 30455 h 60880"/>
                <a:gd name="csX16" fmla="*/ 5188 w 40559"/>
                <a:gd name="csY16" fmla="*/ 7820 h 60880"/>
                <a:gd name="csX17" fmla="*/ 20280 w 40559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80">
                  <a:moveTo>
                    <a:pt x="20280" y="6287"/>
                  </a:moveTo>
                  <a:cubicBezTo>
                    <a:pt x="16193" y="6287"/>
                    <a:pt x="13114" y="8305"/>
                    <a:pt x="11044" y="12341"/>
                  </a:cubicBezTo>
                  <a:cubicBezTo>
                    <a:pt x="9000" y="16351"/>
                    <a:pt x="7978" y="22389"/>
                    <a:pt x="7978" y="30455"/>
                  </a:cubicBezTo>
                  <a:cubicBezTo>
                    <a:pt x="7978" y="38501"/>
                    <a:pt x="9000" y="44543"/>
                    <a:pt x="11044" y="48579"/>
                  </a:cubicBezTo>
                  <a:cubicBezTo>
                    <a:pt x="13114" y="52589"/>
                    <a:pt x="16193" y="54594"/>
                    <a:pt x="20280" y="54594"/>
                  </a:cubicBezTo>
                  <a:cubicBezTo>
                    <a:pt x="24394" y="54594"/>
                    <a:pt x="27473" y="52589"/>
                    <a:pt x="29516" y="48579"/>
                  </a:cubicBezTo>
                  <a:cubicBezTo>
                    <a:pt x="31586" y="44543"/>
                    <a:pt x="32621" y="38501"/>
                    <a:pt x="32621" y="30455"/>
                  </a:cubicBezTo>
                  <a:cubicBezTo>
                    <a:pt x="32621" y="22389"/>
                    <a:pt x="31586" y="16351"/>
                    <a:pt x="29516" y="12341"/>
                  </a:cubicBezTo>
                  <a:cubicBezTo>
                    <a:pt x="27473" y="8305"/>
                    <a:pt x="24394" y="6287"/>
                    <a:pt x="20280" y="6287"/>
                  </a:cubicBezTo>
                  <a:moveTo>
                    <a:pt x="20280" y="0"/>
                  </a:moveTo>
                  <a:cubicBezTo>
                    <a:pt x="26857" y="0"/>
                    <a:pt x="31874" y="2607"/>
                    <a:pt x="35333" y="7820"/>
                  </a:cubicBezTo>
                  <a:cubicBezTo>
                    <a:pt x="38818" y="13007"/>
                    <a:pt x="40560" y="20552"/>
                    <a:pt x="40560" y="30455"/>
                  </a:cubicBezTo>
                  <a:cubicBezTo>
                    <a:pt x="40560" y="40338"/>
                    <a:pt x="38818" y="47887"/>
                    <a:pt x="35333" y="53100"/>
                  </a:cubicBezTo>
                  <a:cubicBezTo>
                    <a:pt x="31874" y="58287"/>
                    <a:pt x="26857" y="60881"/>
                    <a:pt x="20280" y="60881"/>
                  </a:cubicBezTo>
                  <a:cubicBezTo>
                    <a:pt x="13704" y="60881"/>
                    <a:pt x="8673" y="58287"/>
                    <a:pt x="5188" y="53100"/>
                  </a:cubicBezTo>
                  <a:cubicBezTo>
                    <a:pt x="1729" y="47887"/>
                    <a:pt x="0" y="40338"/>
                    <a:pt x="0" y="30455"/>
                  </a:cubicBezTo>
                  <a:cubicBezTo>
                    <a:pt x="0" y="20552"/>
                    <a:pt x="1729" y="13007"/>
                    <a:pt x="5188" y="7820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4" name="Freeform 3563">
              <a:extLst>
                <a:ext uri="{FF2B5EF4-FFF2-40B4-BE49-F238E27FC236}">
                  <a16:creationId xmlns:a16="http://schemas.microsoft.com/office/drawing/2014/main" id="{795645CF-8E02-FE7C-6856-E61CCFC81314}"/>
                </a:ext>
              </a:extLst>
            </p:cNvPr>
            <p:cNvSpPr/>
            <p:nvPr/>
          </p:nvSpPr>
          <p:spPr>
            <a:xfrm>
              <a:off x="6213034" y="4354835"/>
              <a:ext cx="40560" cy="60878"/>
            </a:xfrm>
            <a:custGeom>
              <a:avLst/>
              <a:gdLst>
                <a:gd name="csX0" fmla="*/ 20280 w 40560"/>
                <a:gd name="csY0" fmla="*/ 6288 h 60878"/>
                <a:gd name="csX1" fmla="*/ 11044 w 40560"/>
                <a:gd name="csY1" fmla="*/ 12339 h 60878"/>
                <a:gd name="csX2" fmla="*/ 7979 w 40560"/>
                <a:gd name="csY2" fmla="*/ 30463 h 60878"/>
                <a:gd name="csX3" fmla="*/ 11044 w 40560"/>
                <a:gd name="csY3" fmla="*/ 48577 h 60878"/>
                <a:gd name="csX4" fmla="*/ 20280 w 40560"/>
                <a:gd name="csY4" fmla="*/ 54592 h 60878"/>
                <a:gd name="csX5" fmla="*/ 29517 w 40560"/>
                <a:gd name="csY5" fmla="*/ 48577 h 60878"/>
                <a:gd name="csX6" fmla="*/ 32622 w 40560"/>
                <a:gd name="csY6" fmla="*/ 30463 h 60878"/>
                <a:gd name="csX7" fmla="*/ 29517 w 40560"/>
                <a:gd name="csY7" fmla="*/ 12339 h 60878"/>
                <a:gd name="csX8" fmla="*/ 20280 w 40560"/>
                <a:gd name="csY8" fmla="*/ 6288 h 60878"/>
                <a:gd name="csX9" fmla="*/ 20280 w 40560"/>
                <a:gd name="csY9" fmla="*/ 0 h 60878"/>
                <a:gd name="csX10" fmla="*/ 35333 w 40560"/>
                <a:gd name="csY10" fmla="*/ 7818 h 60878"/>
                <a:gd name="csX11" fmla="*/ 40561 w 40560"/>
                <a:gd name="csY11" fmla="*/ 30463 h 60878"/>
                <a:gd name="csX12" fmla="*/ 35333 w 40560"/>
                <a:gd name="csY12" fmla="*/ 53098 h 60878"/>
                <a:gd name="csX13" fmla="*/ 20280 w 40560"/>
                <a:gd name="csY13" fmla="*/ 60879 h 60878"/>
                <a:gd name="csX14" fmla="*/ 5188 w 40560"/>
                <a:gd name="csY14" fmla="*/ 53098 h 60878"/>
                <a:gd name="csX15" fmla="*/ 0 w 40560"/>
                <a:gd name="csY15" fmla="*/ 30463 h 60878"/>
                <a:gd name="csX16" fmla="*/ 5188 w 40560"/>
                <a:gd name="csY16" fmla="*/ 7818 h 60878"/>
                <a:gd name="csX17" fmla="*/ 20280 w 40560"/>
                <a:gd name="csY17" fmla="*/ 0 h 60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78">
                  <a:moveTo>
                    <a:pt x="20280" y="6288"/>
                  </a:moveTo>
                  <a:cubicBezTo>
                    <a:pt x="16193" y="6288"/>
                    <a:pt x="13114" y="8305"/>
                    <a:pt x="11044" y="12339"/>
                  </a:cubicBezTo>
                  <a:cubicBezTo>
                    <a:pt x="9001" y="16349"/>
                    <a:pt x="7979" y="22391"/>
                    <a:pt x="7979" y="30463"/>
                  </a:cubicBezTo>
                  <a:cubicBezTo>
                    <a:pt x="7979" y="38503"/>
                    <a:pt x="9001" y="44541"/>
                    <a:pt x="11044" y="48577"/>
                  </a:cubicBezTo>
                  <a:cubicBezTo>
                    <a:pt x="13114" y="52587"/>
                    <a:pt x="16193" y="54592"/>
                    <a:pt x="20280" y="54592"/>
                  </a:cubicBezTo>
                  <a:cubicBezTo>
                    <a:pt x="24394" y="54592"/>
                    <a:pt x="27473" y="52587"/>
                    <a:pt x="29517" y="48577"/>
                  </a:cubicBezTo>
                  <a:cubicBezTo>
                    <a:pt x="31587" y="44541"/>
                    <a:pt x="32622" y="38503"/>
                    <a:pt x="32622" y="30463"/>
                  </a:cubicBezTo>
                  <a:cubicBezTo>
                    <a:pt x="32622" y="22391"/>
                    <a:pt x="31587" y="16349"/>
                    <a:pt x="29517" y="12339"/>
                  </a:cubicBezTo>
                  <a:cubicBezTo>
                    <a:pt x="27473" y="8305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6"/>
                    <a:pt x="35333" y="7818"/>
                  </a:cubicBezTo>
                  <a:cubicBezTo>
                    <a:pt x="38818" y="13005"/>
                    <a:pt x="40561" y="20554"/>
                    <a:pt x="40561" y="30463"/>
                  </a:cubicBezTo>
                  <a:cubicBezTo>
                    <a:pt x="40561" y="40340"/>
                    <a:pt x="38818" y="47885"/>
                    <a:pt x="35333" y="53098"/>
                  </a:cubicBezTo>
                  <a:cubicBezTo>
                    <a:pt x="31875" y="58285"/>
                    <a:pt x="26857" y="60879"/>
                    <a:pt x="20280" y="60879"/>
                  </a:cubicBezTo>
                  <a:cubicBezTo>
                    <a:pt x="13704" y="60879"/>
                    <a:pt x="8673" y="58285"/>
                    <a:pt x="5188" y="53098"/>
                  </a:cubicBezTo>
                  <a:cubicBezTo>
                    <a:pt x="1729" y="47885"/>
                    <a:pt x="0" y="40340"/>
                    <a:pt x="0" y="30463"/>
                  </a:cubicBezTo>
                  <a:cubicBezTo>
                    <a:pt x="0" y="20554"/>
                    <a:pt x="1729" y="13005"/>
                    <a:pt x="5188" y="7818"/>
                  </a:cubicBezTo>
                  <a:cubicBezTo>
                    <a:pt x="8673" y="2606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5" name="Freeform 3564">
              <a:extLst>
                <a:ext uri="{FF2B5EF4-FFF2-40B4-BE49-F238E27FC236}">
                  <a16:creationId xmlns:a16="http://schemas.microsoft.com/office/drawing/2014/main" id="{1C611A8D-DADB-16A1-44CD-37950C0B9E88}"/>
                </a:ext>
              </a:extLst>
            </p:cNvPr>
            <p:cNvSpPr/>
            <p:nvPr/>
          </p:nvSpPr>
          <p:spPr>
            <a:xfrm>
              <a:off x="6267546" y="4404595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6" name="Freeform 3565">
              <a:extLst>
                <a:ext uri="{FF2B5EF4-FFF2-40B4-BE49-F238E27FC236}">
                  <a16:creationId xmlns:a16="http://schemas.microsoft.com/office/drawing/2014/main" id="{F57D5DE1-B1C3-BD40-25DE-C5913FE6C09E}"/>
                </a:ext>
              </a:extLst>
            </p:cNvPr>
            <p:cNvSpPr/>
            <p:nvPr/>
          </p:nvSpPr>
          <p:spPr>
            <a:xfrm>
              <a:off x="6293368" y="4355895"/>
              <a:ext cx="34939" cy="58683"/>
            </a:xfrm>
            <a:custGeom>
              <a:avLst/>
              <a:gdLst>
                <a:gd name="csX0" fmla="*/ 1140 w 34939"/>
                <a:gd name="csY0" fmla="*/ 51999 h 58683"/>
                <a:gd name="csX1" fmla="*/ 14110 w 34939"/>
                <a:gd name="csY1" fmla="*/ 51999 h 58683"/>
                <a:gd name="csX2" fmla="*/ 14110 w 34939"/>
                <a:gd name="csY2" fmla="*/ 7233 h 58683"/>
                <a:gd name="csX3" fmla="*/ 0 w 34939"/>
                <a:gd name="csY3" fmla="*/ 10066 h 58683"/>
                <a:gd name="csX4" fmla="*/ 0 w 34939"/>
                <a:gd name="csY4" fmla="*/ 2830 h 58683"/>
                <a:gd name="csX5" fmla="*/ 14030 w 34939"/>
                <a:gd name="csY5" fmla="*/ 0 h 58683"/>
                <a:gd name="csX6" fmla="*/ 21970 w 34939"/>
                <a:gd name="csY6" fmla="*/ 0 h 58683"/>
                <a:gd name="csX7" fmla="*/ 21970 w 34939"/>
                <a:gd name="csY7" fmla="*/ 51999 h 58683"/>
                <a:gd name="csX8" fmla="*/ 34939 w 34939"/>
                <a:gd name="csY8" fmla="*/ 51999 h 58683"/>
                <a:gd name="csX9" fmla="*/ 34939 w 34939"/>
                <a:gd name="csY9" fmla="*/ 58683 h 58683"/>
                <a:gd name="csX10" fmla="*/ 1140 w 34939"/>
                <a:gd name="csY10" fmla="*/ 58683 h 58683"/>
                <a:gd name="csX11" fmla="*/ 1140 w 34939"/>
                <a:gd name="csY11" fmla="*/ 51999 h 58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4939" h="58683">
                  <a:moveTo>
                    <a:pt x="1140" y="51999"/>
                  </a:moveTo>
                  <a:lnTo>
                    <a:pt x="14110" y="51999"/>
                  </a:lnTo>
                  <a:lnTo>
                    <a:pt x="14110" y="7233"/>
                  </a:lnTo>
                  <a:lnTo>
                    <a:pt x="0" y="10066"/>
                  </a:lnTo>
                  <a:lnTo>
                    <a:pt x="0" y="2830"/>
                  </a:lnTo>
                  <a:lnTo>
                    <a:pt x="14030" y="0"/>
                  </a:lnTo>
                  <a:lnTo>
                    <a:pt x="21970" y="0"/>
                  </a:lnTo>
                  <a:lnTo>
                    <a:pt x="21970" y="51999"/>
                  </a:lnTo>
                  <a:lnTo>
                    <a:pt x="34939" y="51999"/>
                  </a:lnTo>
                  <a:lnTo>
                    <a:pt x="34939" y="58683"/>
                  </a:lnTo>
                  <a:lnTo>
                    <a:pt x="1140" y="58683"/>
                  </a:lnTo>
                  <a:lnTo>
                    <a:pt x="1140" y="51999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7" name="Freeform 3566">
              <a:extLst>
                <a:ext uri="{FF2B5EF4-FFF2-40B4-BE49-F238E27FC236}">
                  <a16:creationId xmlns:a16="http://schemas.microsoft.com/office/drawing/2014/main" id="{2F377F8D-DC0D-0D80-46AA-E44BC33A12C0}"/>
                </a:ext>
              </a:extLst>
            </p:cNvPr>
            <p:cNvSpPr/>
            <p:nvPr/>
          </p:nvSpPr>
          <p:spPr>
            <a:xfrm>
              <a:off x="6213662" y="4050053"/>
              <a:ext cx="40560" cy="60880"/>
            </a:xfrm>
            <a:custGeom>
              <a:avLst/>
              <a:gdLst>
                <a:gd name="csX0" fmla="*/ 20280 w 40560"/>
                <a:gd name="csY0" fmla="*/ 6288 h 60880"/>
                <a:gd name="csX1" fmla="*/ 11044 w 40560"/>
                <a:gd name="csY1" fmla="*/ 12341 h 60880"/>
                <a:gd name="csX2" fmla="*/ 7979 w 40560"/>
                <a:gd name="csY2" fmla="*/ 30460 h 60880"/>
                <a:gd name="csX3" fmla="*/ 11044 w 40560"/>
                <a:gd name="csY3" fmla="*/ 48578 h 60880"/>
                <a:gd name="csX4" fmla="*/ 20280 w 40560"/>
                <a:gd name="csY4" fmla="*/ 54591 h 60880"/>
                <a:gd name="csX5" fmla="*/ 29517 w 40560"/>
                <a:gd name="csY5" fmla="*/ 48578 h 60880"/>
                <a:gd name="csX6" fmla="*/ 32622 w 40560"/>
                <a:gd name="csY6" fmla="*/ 30460 h 60880"/>
                <a:gd name="csX7" fmla="*/ 29517 w 40560"/>
                <a:gd name="csY7" fmla="*/ 12341 h 60880"/>
                <a:gd name="csX8" fmla="*/ 20280 w 40560"/>
                <a:gd name="csY8" fmla="*/ 6288 h 60880"/>
                <a:gd name="csX9" fmla="*/ 20280 w 40560"/>
                <a:gd name="csY9" fmla="*/ 0 h 60880"/>
                <a:gd name="csX10" fmla="*/ 35333 w 40560"/>
                <a:gd name="csY10" fmla="*/ 7821 h 60880"/>
                <a:gd name="csX11" fmla="*/ 40561 w 40560"/>
                <a:gd name="csY11" fmla="*/ 30460 h 60880"/>
                <a:gd name="csX12" fmla="*/ 35333 w 40560"/>
                <a:gd name="csY12" fmla="*/ 53098 h 60880"/>
                <a:gd name="csX13" fmla="*/ 20280 w 40560"/>
                <a:gd name="csY13" fmla="*/ 60880 h 60880"/>
                <a:gd name="csX14" fmla="*/ 5189 w 40560"/>
                <a:gd name="csY14" fmla="*/ 53098 h 60880"/>
                <a:gd name="csX15" fmla="*/ 0 w 40560"/>
                <a:gd name="csY15" fmla="*/ 30460 h 60880"/>
                <a:gd name="csX16" fmla="*/ 5189 w 40560"/>
                <a:gd name="csY16" fmla="*/ 7821 h 60880"/>
                <a:gd name="csX17" fmla="*/ 20280 w 40560"/>
                <a:gd name="csY17" fmla="*/ 0 h 60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60" h="60880">
                  <a:moveTo>
                    <a:pt x="20280" y="6288"/>
                  </a:moveTo>
                  <a:cubicBezTo>
                    <a:pt x="16193" y="6288"/>
                    <a:pt x="13114" y="8306"/>
                    <a:pt x="11044" y="12341"/>
                  </a:cubicBezTo>
                  <a:cubicBezTo>
                    <a:pt x="9001" y="16350"/>
                    <a:pt x="7979" y="22390"/>
                    <a:pt x="7979" y="30460"/>
                  </a:cubicBezTo>
                  <a:cubicBezTo>
                    <a:pt x="7979" y="38504"/>
                    <a:pt x="9001" y="44543"/>
                    <a:pt x="11044" y="48578"/>
                  </a:cubicBezTo>
                  <a:cubicBezTo>
                    <a:pt x="13114" y="52587"/>
                    <a:pt x="16193" y="54591"/>
                    <a:pt x="20280" y="54591"/>
                  </a:cubicBezTo>
                  <a:cubicBezTo>
                    <a:pt x="24394" y="54591"/>
                    <a:pt x="27473" y="52587"/>
                    <a:pt x="29517" y="48578"/>
                  </a:cubicBezTo>
                  <a:cubicBezTo>
                    <a:pt x="31587" y="44543"/>
                    <a:pt x="32622" y="38504"/>
                    <a:pt x="32622" y="30460"/>
                  </a:cubicBezTo>
                  <a:cubicBezTo>
                    <a:pt x="32622" y="22390"/>
                    <a:pt x="31587" y="16350"/>
                    <a:pt x="29517" y="12341"/>
                  </a:cubicBezTo>
                  <a:cubicBezTo>
                    <a:pt x="27473" y="8306"/>
                    <a:pt x="24394" y="6288"/>
                    <a:pt x="20280" y="6288"/>
                  </a:cubicBezTo>
                  <a:moveTo>
                    <a:pt x="20280" y="0"/>
                  </a:moveTo>
                  <a:cubicBezTo>
                    <a:pt x="26857" y="0"/>
                    <a:pt x="31875" y="2607"/>
                    <a:pt x="35333" y="7821"/>
                  </a:cubicBezTo>
                  <a:cubicBezTo>
                    <a:pt x="38818" y="13009"/>
                    <a:pt x="40561" y="20555"/>
                    <a:pt x="40561" y="30460"/>
                  </a:cubicBezTo>
                  <a:cubicBezTo>
                    <a:pt x="40561" y="40337"/>
                    <a:pt x="38818" y="47883"/>
                    <a:pt x="35333" y="53098"/>
                  </a:cubicBezTo>
                  <a:cubicBezTo>
                    <a:pt x="31875" y="58286"/>
                    <a:pt x="26857" y="60880"/>
                    <a:pt x="20280" y="60880"/>
                  </a:cubicBezTo>
                  <a:cubicBezTo>
                    <a:pt x="13704" y="60880"/>
                    <a:pt x="8673" y="58286"/>
                    <a:pt x="5189" y="53098"/>
                  </a:cubicBezTo>
                  <a:cubicBezTo>
                    <a:pt x="1730" y="47883"/>
                    <a:pt x="0" y="40337"/>
                    <a:pt x="0" y="30460"/>
                  </a:cubicBezTo>
                  <a:cubicBezTo>
                    <a:pt x="0" y="20555"/>
                    <a:pt x="1730" y="13009"/>
                    <a:pt x="5189" y="7821"/>
                  </a:cubicBezTo>
                  <a:cubicBezTo>
                    <a:pt x="8673" y="2607"/>
                    <a:pt x="13704" y="0"/>
                    <a:pt x="20280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8" name="Freeform 3567">
              <a:extLst>
                <a:ext uri="{FF2B5EF4-FFF2-40B4-BE49-F238E27FC236}">
                  <a16:creationId xmlns:a16="http://schemas.microsoft.com/office/drawing/2014/main" id="{493BE4DD-906E-910F-A2E5-038A19F2BC88}"/>
                </a:ext>
              </a:extLst>
            </p:cNvPr>
            <p:cNvSpPr/>
            <p:nvPr/>
          </p:nvSpPr>
          <p:spPr>
            <a:xfrm>
              <a:off x="6268175" y="4099810"/>
              <a:ext cx="8293" cy="9983"/>
            </a:xfrm>
            <a:custGeom>
              <a:avLst/>
              <a:gdLst>
                <a:gd name="csX0" fmla="*/ 0 w 8293"/>
                <a:gd name="csY0" fmla="*/ 0 h 9983"/>
                <a:gd name="csX1" fmla="*/ 8293 w 8293"/>
                <a:gd name="csY1" fmla="*/ 0 h 9983"/>
                <a:gd name="csX2" fmla="*/ 8293 w 8293"/>
                <a:gd name="csY2" fmla="*/ 9984 h 9983"/>
                <a:gd name="csX3" fmla="*/ 0 w 8293"/>
                <a:gd name="csY3" fmla="*/ 9984 h 9983"/>
                <a:gd name="csX4" fmla="*/ 0 w 8293"/>
                <a:gd name="csY4" fmla="*/ 0 h 9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3" h="9983">
                  <a:moveTo>
                    <a:pt x="0" y="0"/>
                  </a:moveTo>
                  <a:lnTo>
                    <a:pt x="8293" y="0"/>
                  </a:lnTo>
                  <a:lnTo>
                    <a:pt x="8293" y="9984"/>
                  </a:lnTo>
                  <a:lnTo>
                    <a:pt x="0" y="99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9" name="Freeform 3568">
              <a:extLst>
                <a:ext uri="{FF2B5EF4-FFF2-40B4-BE49-F238E27FC236}">
                  <a16:creationId xmlns:a16="http://schemas.microsoft.com/office/drawing/2014/main" id="{93E54120-34B1-4DCD-C742-142AD4AC47F8}"/>
                </a:ext>
              </a:extLst>
            </p:cNvPr>
            <p:cNvSpPr/>
            <p:nvPr/>
          </p:nvSpPr>
          <p:spPr>
            <a:xfrm>
              <a:off x="6291049" y="4050053"/>
              <a:ext cx="37258" cy="59740"/>
            </a:xfrm>
            <a:custGeom>
              <a:avLst/>
              <a:gdLst>
                <a:gd name="csX0" fmla="*/ 9550 w 37258"/>
                <a:gd name="csY0" fmla="*/ 53058 h 59740"/>
                <a:gd name="csX1" fmla="*/ 37258 w 37258"/>
                <a:gd name="csY1" fmla="*/ 53058 h 59740"/>
                <a:gd name="csX2" fmla="*/ 37258 w 37258"/>
                <a:gd name="csY2" fmla="*/ 59740 h 59740"/>
                <a:gd name="csX3" fmla="*/ 0 w 37258"/>
                <a:gd name="csY3" fmla="*/ 59740 h 59740"/>
                <a:gd name="csX4" fmla="*/ 0 w 37258"/>
                <a:gd name="csY4" fmla="*/ 53058 h 59740"/>
                <a:gd name="csX5" fmla="*/ 12301 w 37258"/>
                <a:gd name="csY5" fmla="*/ 40521 h 59740"/>
                <a:gd name="csX6" fmla="*/ 22127 w 37258"/>
                <a:gd name="csY6" fmla="*/ 30342 h 59740"/>
                <a:gd name="csX7" fmla="*/ 27433 w 37258"/>
                <a:gd name="csY7" fmla="*/ 23110 h 59740"/>
                <a:gd name="csX8" fmla="*/ 28966 w 37258"/>
                <a:gd name="csY8" fmla="*/ 17254 h 59740"/>
                <a:gd name="csX9" fmla="*/ 25664 w 37258"/>
                <a:gd name="csY9" fmla="*/ 9629 h 59740"/>
                <a:gd name="csX10" fmla="*/ 17136 w 37258"/>
                <a:gd name="csY10" fmla="*/ 6682 h 59740"/>
                <a:gd name="csX11" fmla="*/ 9235 w 37258"/>
                <a:gd name="csY11" fmla="*/ 7978 h 59740"/>
                <a:gd name="csX12" fmla="*/ 393 w 37258"/>
                <a:gd name="csY12" fmla="*/ 11908 h 59740"/>
                <a:gd name="csX13" fmla="*/ 393 w 37258"/>
                <a:gd name="csY13" fmla="*/ 3891 h 59740"/>
                <a:gd name="csX14" fmla="*/ 9354 w 37258"/>
                <a:gd name="csY14" fmla="*/ 983 h 59740"/>
                <a:gd name="csX15" fmla="*/ 16979 w 37258"/>
                <a:gd name="csY15" fmla="*/ 0 h 59740"/>
                <a:gd name="csX16" fmla="*/ 31520 w 37258"/>
                <a:gd name="csY16" fmla="*/ 4559 h 59740"/>
                <a:gd name="csX17" fmla="*/ 36944 w 37258"/>
                <a:gd name="csY17" fmla="*/ 16743 h 59740"/>
                <a:gd name="csX18" fmla="*/ 35568 w 37258"/>
                <a:gd name="csY18" fmla="*/ 23621 h 59740"/>
                <a:gd name="csX19" fmla="*/ 30656 w 37258"/>
                <a:gd name="csY19" fmla="*/ 31246 h 59740"/>
                <a:gd name="csX20" fmla="*/ 24407 w 37258"/>
                <a:gd name="csY20" fmla="*/ 37848 h 59740"/>
                <a:gd name="csX21" fmla="*/ 9550 w 37258"/>
                <a:gd name="csY21" fmla="*/ 53058 h 59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7258" h="59740">
                  <a:moveTo>
                    <a:pt x="9550" y="53058"/>
                  </a:moveTo>
                  <a:lnTo>
                    <a:pt x="37258" y="53058"/>
                  </a:lnTo>
                  <a:lnTo>
                    <a:pt x="37258" y="59740"/>
                  </a:lnTo>
                  <a:lnTo>
                    <a:pt x="0" y="59740"/>
                  </a:lnTo>
                  <a:lnTo>
                    <a:pt x="0" y="53058"/>
                  </a:lnTo>
                  <a:cubicBezTo>
                    <a:pt x="3013" y="49941"/>
                    <a:pt x="7113" y="45762"/>
                    <a:pt x="12301" y="40521"/>
                  </a:cubicBezTo>
                  <a:cubicBezTo>
                    <a:pt x="17515" y="35255"/>
                    <a:pt x="20790" y="31862"/>
                    <a:pt x="22127" y="30342"/>
                  </a:cubicBezTo>
                  <a:cubicBezTo>
                    <a:pt x="24669" y="27486"/>
                    <a:pt x="26437" y="25075"/>
                    <a:pt x="27433" y="23110"/>
                  </a:cubicBezTo>
                  <a:cubicBezTo>
                    <a:pt x="28455" y="21119"/>
                    <a:pt x="28966" y="19167"/>
                    <a:pt x="28966" y="17254"/>
                  </a:cubicBezTo>
                  <a:cubicBezTo>
                    <a:pt x="28966" y="14136"/>
                    <a:pt x="27865" y="11594"/>
                    <a:pt x="25664" y="9629"/>
                  </a:cubicBezTo>
                  <a:cubicBezTo>
                    <a:pt x="23490" y="7664"/>
                    <a:pt x="20647" y="6682"/>
                    <a:pt x="17136" y="6682"/>
                  </a:cubicBezTo>
                  <a:cubicBezTo>
                    <a:pt x="14646" y="6682"/>
                    <a:pt x="12013" y="7114"/>
                    <a:pt x="9235" y="7978"/>
                  </a:cubicBezTo>
                  <a:cubicBezTo>
                    <a:pt x="6485" y="8843"/>
                    <a:pt x="3537" y="10153"/>
                    <a:pt x="393" y="11908"/>
                  </a:cubicBezTo>
                  <a:lnTo>
                    <a:pt x="393" y="3891"/>
                  </a:lnTo>
                  <a:cubicBezTo>
                    <a:pt x="3589" y="2607"/>
                    <a:pt x="6576" y="1638"/>
                    <a:pt x="9354" y="983"/>
                  </a:cubicBezTo>
                  <a:cubicBezTo>
                    <a:pt x="12131" y="328"/>
                    <a:pt x="14673" y="0"/>
                    <a:pt x="16979" y="0"/>
                  </a:cubicBezTo>
                  <a:cubicBezTo>
                    <a:pt x="23057" y="0"/>
                    <a:pt x="27905" y="1520"/>
                    <a:pt x="31520" y="4559"/>
                  </a:cubicBezTo>
                  <a:cubicBezTo>
                    <a:pt x="35136" y="7598"/>
                    <a:pt x="36944" y="11660"/>
                    <a:pt x="36944" y="16743"/>
                  </a:cubicBezTo>
                  <a:cubicBezTo>
                    <a:pt x="36944" y="19154"/>
                    <a:pt x="36485" y="21446"/>
                    <a:pt x="35568" y="23621"/>
                  </a:cubicBezTo>
                  <a:cubicBezTo>
                    <a:pt x="34677" y="25770"/>
                    <a:pt x="33040" y="28311"/>
                    <a:pt x="30656" y="31246"/>
                  </a:cubicBezTo>
                  <a:cubicBezTo>
                    <a:pt x="30001" y="32006"/>
                    <a:pt x="27918" y="34207"/>
                    <a:pt x="24407" y="37848"/>
                  </a:cubicBezTo>
                  <a:cubicBezTo>
                    <a:pt x="20896" y="41464"/>
                    <a:pt x="15944" y="46534"/>
                    <a:pt x="9550" y="53058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0" name="Freeform 3569">
              <a:extLst>
                <a:ext uri="{FF2B5EF4-FFF2-40B4-BE49-F238E27FC236}">
                  <a16:creationId xmlns:a16="http://schemas.microsoft.com/office/drawing/2014/main" id="{D4F21276-8A23-1B22-D3B1-FBE8FD8690CD}"/>
                </a:ext>
              </a:extLst>
            </p:cNvPr>
            <p:cNvSpPr/>
            <p:nvPr/>
          </p:nvSpPr>
          <p:spPr>
            <a:xfrm>
              <a:off x="6212052" y="3745272"/>
              <a:ext cx="40559" cy="60879"/>
            </a:xfrm>
            <a:custGeom>
              <a:avLst/>
              <a:gdLst>
                <a:gd name="csX0" fmla="*/ 20279 w 40559"/>
                <a:gd name="csY0" fmla="*/ 6289 h 60879"/>
                <a:gd name="csX1" fmla="*/ 11044 w 40559"/>
                <a:gd name="csY1" fmla="*/ 12341 h 60879"/>
                <a:gd name="csX2" fmla="*/ 7978 w 40559"/>
                <a:gd name="csY2" fmla="*/ 30460 h 60879"/>
                <a:gd name="csX3" fmla="*/ 11044 w 40559"/>
                <a:gd name="csY3" fmla="*/ 48579 h 60879"/>
                <a:gd name="csX4" fmla="*/ 20279 w 40559"/>
                <a:gd name="csY4" fmla="*/ 54591 h 60879"/>
                <a:gd name="csX5" fmla="*/ 29516 w 40559"/>
                <a:gd name="csY5" fmla="*/ 48579 h 60879"/>
                <a:gd name="csX6" fmla="*/ 32621 w 40559"/>
                <a:gd name="csY6" fmla="*/ 30460 h 60879"/>
                <a:gd name="csX7" fmla="*/ 29516 w 40559"/>
                <a:gd name="csY7" fmla="*/ 12341 h 60879"/>
                <a:gd name="csX8" fmla="*/ 20279 w 40559"/>
                <a:gd name="csY8" fmla="*/ 6289 h 60879"/>
                <a:gd name="csX9" fmla="*/ 20279 w 40559"/>
                <a:gd name="csY9" fmla="*/ 0 h 60879"/>
                <a:gd name="csX10" fmla="*/ 35332 w 40559"/>
                <a:gd name="csY10" fmla="*/ 7822 h 60879"/>
                <a:gd name="csX11" fmla="*/ 40560 w 40559"/>
                <a:gd name="csY11" fmla="*/ 30460 h 60879"/>
                <a:gd name="csX12" fmla="*/ 35332 w 40559"/>
                <a:gd name="csY12" fmla="*/ 53098 h 60879"/>
                <a:gd name="csX13" fmla="*/ 20279 w 40559"/>
                <a:gd name="csY13" fmla="*/ 60880 h 60879"/>
                <a:gd name="csX14" fmla="*/ 5188 w 40559"/>
                <a:gd name="csY14" fmla="*/ 53098 h 60879"/>
                <a:gd name="csX15" fmla="*/ 0 w 40559"/>
                <a:gd name="csY15" fmla="*/ 30460 h 60879"/>
                <a:gd name="csX16" fmla="*/ 5188 w 40559"/>
                <a:gd name="csY16" fmla="*/ 7822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9"/>
                  </a:moveTo>
                  <a:cubicBezTo>
                    <a:pt x="16192" y="6289"/>
                    <a:pt x="13114" y="8306"/>
                    <a:pt x="11044" y="12341"/>
                  </a:cubicBezTo>
                  <a:cubicBezTo>
                    <a:pt x="9000" y="16350"/>
                    <a:pt x="7978" y="22390"/>
                    <a:pt x="7978" y="30460"/>
                  </a:cubicBezTo>
                  <a:cubicBezTo>
                    <a:pt x="7978" y="38504"/>
                    <a:pt x="9000" y="44543"/>
                    <a:pt x="11044" y="48579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9"/>
                  </a:cubicBezTo>
                  <a:cubicBezTo>
                    <a:pt x="31586" y="44543"/>
                    <a:pt x="32621" y="38504"/>
                    <a:pt x="32621" y="30460"/>
                  </a:cubicBezTo>
                  <a:cubicBezTo>
                    <a:pt x="32621" y="22390"/>
                    <a:pt x="31586" y="16350"/>
                    <a:pt x="29516" y="12341"/>
                  </a:cubicBezTo>
                  <a:cubicBezTo>
                    <a:pt x="27472" y="8306"/>
                    <a:pt x="24393" y="6289"/>
                    <a:pt x="20279" y="6289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2"/>
                  </a:cubicBezTo>
                  <a:cubicBezTo>
                    <a:pt x="38817" y="13009"/>
                    <a:pt x="40560" y="20555"/>
                    <a:pt x="40560" y="30460"/>
                  </a:cubicBezTo>
                  <a:cubicBezTo>
                    <a:pt x="40560" y="40338"/>
                    <a:pt x="38817" y="47884"/>
                    <a:pt x="35332" y="53098"/>
                  </a:cubicBezTo>
                  <a:cubicBezTo>
                    <a:pt x="31874" y="58286"/>
                    <a:pt x="26856" y="60880"/>
                    <a:pt x="20279" y="60880"/>
                  </a:cubicBezTo>
                  <a:cubicBezTo>
                    <a:pt x="13703" y="60880"/>
                    <a:pt x="8672" y="58286"/>
                    <a:pt x="5188" y="53098"/>
                  </a:cubicBezTo>
                  <a:cubicBezTo>
                    <a:pt x="1729" y="47884"/>
                    <a:pt x="0" y="40338"/>
                    <a:pt x="0" y="30460"/>
                  </a:cubicBezTo>
                  <a:cubicBezTo>
                    <a:pt x="0" y="20555"/>
                    <a:pt x="1729" y="13009"/>
                    <a:pt x="5188" y="7822"/>
                  </a:cubicBezTo>
                  <a:cubicBezTo>
                    <a:pt x="8672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1" name="Freeform 3570">
              <a:extLst>
                <a:ext uri="{FF2B5EF4-FFF2-40B4-BE49-F238E27FC236}">
                  <a16:creationId xmlns:a16="http://schemas.microsoft.com/office/drawing/2014/main" id="{4844BA9C-FEDB-9A6A-9D46-04B065727281}"/>
                </a:ext>
              </a:extLst>
            </p:cNvPr>
            <p:cNvSpPr/>
            <p:nvPr/>
          </p:nvSpPr>
          <p:spPr>
            <a:xfrm>
              <a:off x="6266564" y="3795030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2" name="Freeform 3571">
              <a:extLst>
                <a:ext uri="{FF2B5EF4-FFF2-40B4-BE49-F238E27FC236}">
                  <a16:creationId xmlns:a16="http://schemas.microsoft.com/office/drawing/2014/main" id="{F1939044-9551-E464-623B-7D4A23D7C5EC}"/>
                </a:ext>
              </a:extLst>
            </p:cNvPr>
            <p:cNvSpPr/>
            <p:nvPr/>
          </p:nvSpPr>
          <p:spPr>
            <a:xfrm>
              <a:off x="6289674" y="3745272"/>
              <a:ext cx="38633" cy="60879"/>
            </a:xfrm>
            <a:custGeom>
              <a:avLst/>
              <a:gdLst>
                <a:gd name="csX0" fmla="*/ 26530 w 38633"/>
                <a:gd name="csY0" fmla="*/ 28101 h 60879"/>
                <a:gd name="csX1" fmla="*/ 35412 w 38633"/>
                <a:gd name="csY1" fmla="*/ 33172 h 60879"/>
                <a:gd name="csX2" fmla="*/ 38634 w 38633"/>
                <a:gd name="csY2" fmla="*/ 42683 h 60879"/>
                <a:gd name="csX3" fmla="*/ 32660 w 38633"/>
                <a:gd name="csY3" fmla="*/ 56124 h 60879"/>
                <a:gd name="csX4" fmla="*/ 15682 w 38633"/>
                <a:gd name="csY4" fmla="*/ 60880 h 60879"/>
                <a:gd name="csX5" fmla="*/ 8057 w 38633"/>
                <a:gd name="csY5" fmla="*/ 60133 h 60879"/>
                <a:gd name="csX6" fmla="*/ 0 w 38633"/>
                <a:gd name="csY6" fmla="*/ 57971 h 60879"/>
                <a:gd name="csX7" fmla="*/ 0 w 38633"/>
                <a:gd name="csY7" fmla="*/ 50308 h 60879"/>
                <a:gd name="csX8" fmla="*/ 7232 w 38633"/>
                <a:gd name="csY8" fmla="*/ 53216 h 60879"/>
                <a:gd name="csX9" fmla="*/ 15446 w 38633"/>
                <a:gd name="csY9" fmla="*/ 54198 h 60879"/>
                <a:gd name="csX10" fmla="*/ 26804 w 38633"/>
                <a:gd name="csY10" fmla="*/ 51251 h 60879"/>
                <a:gd name="csX11" fmla="*/ 30734 w 38633"/>
                <a:gd name="csY11" fmla="*/ 42683 h 60879"/>
                <a:gd name="csX12" fmla="*/ 27080 w 38633"/>
                <a:gd name="csY12" fmla="*/ 34586 h 60879"/>
                <a:gd name="csX13" fmla="*/ 16979 w 38633"/>
                <a:gd name="csY13" fmla="*/ 31639 h 60879"/>
                <a:gd name="csX14" fmla="*/ 10140 w 38633"/>
                <a:gd name="csY14" fmla="*/ 31639 h 60879"/>
                <a:gd name="csX15" fmla="*/ 10140 w 38633"/>
                <a:gd name="csY15" fmla="*/ 25115 h 60879"/>
                <a:gd name="csX16" fmla="*/ 17293 w 38633"/>
                <a:gd name="csY16" fmla="*/ 25115 h 60879"/>
                <a:gd name="csX17" fmla="*/ 26254 w 38633"/>
                <a:gd name="csY17" fmla="*/ 22796 h 60879"/>
                <a:gd name="csX18" fmla="*/ 29359 w 38633"/>
                <a:gd name="csY18" fmla="*/ 16036 h 60879"/>
                <a:gd name="csX19" fmla="*/ 26136 w 38633"/>
                <a:gd name="csY19" fmla="*/ 9118 h 60879"/>
                <a:gd name="csX20" fmla="*/ 16979 w 38633"/>
                <a:gd name="csY20" fmla="*/ 6682 h 60879"/>
                <a:gd name="csX21" fmla="*/ 9983 w 38633"/>
                <a:gd name="csY21" fmla="*/ 7389 h 60879"/>
                <a:gd name="csX22" fmla="*/ 1769 w 38633"/>
                <a:gd name="csY22" fmla="*/ 9591 h 60879"/>
                <a:gd name="csX23" fmla="*/ 1769 w 38633"/>
                <a:gd name="csY23" fmla="*/ 2516 h 60879"/>
                <a:gd name="csX24" fmla="*/ 10218 w 38633"/>
                <a:gd name="csY24" fmla="*/ 630 h 60879"/>
                <a:gd name="csX25" fmla="*/ 17686 w 38633"/>
                <a:gd name="csY25" fmla="*/ 0 h 60879"/>
                <a:gd name="csX26" fmla="*/ 31992 w 38633"/>
                <a:gd name="csY26" fmla="*/ 4127 h 60879"/>
                <a:gd name="csX27" fmla="*/ 37258 w 38633"/>
                <a:gd name="csY27" fmla="*/ 15210 h 60879"/>
                <a:gd name="csX28" fmla="*/ 34468 w 38633"/>
                <a:gd name="csY28" fmla="*/ 23464 h 60879"/>
                <a:gd name="csX29" fmla="*/ 26530 w 38633"/>
                <a:gd name="csY29" fmla="*/ 28101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38633" h="60879">
                  <a:moveTo>
                    <a:pt x="26530" y="28101"/>
                  </a:moveTo>
                  <a:cubicBezTo>
                    <a:pt x="30328" y="28914"/>
                    <a:pt x="33289" y="30604"/>
                    <a:pt x="35412" y="33172"/>
                  </a:cubicBezTo>
                  <a:cubicBezTo>
                    <a:pt x="37560" y="35739"/>
                    <a:pt x="38634" y="38910"/>
                    <a:pt x="38634" y="42683"/>
                  </a:cubicBezTo>
                  <a:cubicBezTo>
                    <a:pt x="38634" y="48474"/>
                    <a:pt x="36643" y="52954"/>
                    <a:pt x="32660" y="56124"/>
                  </a:cubicBezTo>
                  <a:cubicBezTo>
                    <a:pt x="28678" y="59295"/>
                    <a:pt x="23018" y="60880"/>
                    <a:pt x="15682" y="60880"/>
                  </a:cubicBezTo>
                  <a:cubicBezTo>
                    <a:pt x="13219" y="60880"/>
                    <a:pt x="10677" y="60631"/>
                    <a:pt x="8057" y="60133"/>
                  </a:cubicBezTo>
                  <a:cubicBezTo>
                    <a:pt x="5463" y="59661"/>
                    <a:pt x="2777" y="58941"/>
                    <a:pt x="0" y="57971"/>
                  </a:cubicBezTo>
                  <a:lnTo>
                    <a:pt x="0" y="50308"/>
                  </a:lnTo>
                  <a:cubicBezTo>
                    <a:pt x="2201" y="51591"/>
                    <a:pt x="4612" y="52561"/>
                    <a:pt x="7232" y="53216"/>
                  </a:cubicBezTo>
                  <a:cubicBezTo>
                    <a:pt x="9852" y="53871"/>
                    <a:pt x="12590" y="54198"/>
                    <a:pt x="15446" y="54198"/>
                  </a:cubicBezTo>
                  <a:cubicBezTo>
                    <a:pt x="20424" y="54198"/>
                    <a:pt x="24210" y="53216"/>
                    <a:pt x="26804" y="51251"/>
                  </a:cubicBezTo>
                  <a:cubicBezTo>
                    <a:pt x="29424" y="49286"/>
                    <a:pt x="30734" y="46430"/>
                    <a:pt x="30734" y="42683"/>
                  </a:cubicBezTo>
                  <a:cubicBezTo>
                    <a:pt x="30734" y="39224"/>
                    <a:pt x="29516" y="36525"/>
                    <a:pt x="27080" y="34586"/>
                  </a:cubicBezTo>
                  <a:cubicBezTo>
                    <a:pt x="24669" y="32621"/>
                    <a:pt x="21302" y="31639"/>
                    <a:pt x="16979" y="31639"/>
                  </a:cubicBezTo>
                  <a:lnTo>
                    <a:pt x="10140" y="31639"/>
                  </a:lnTo>
                  <a:lnTo>
                    <a:pt x="10140" y="25115"/>
                  </a:lnTo>
                  <a:lnTo>
                    <a:pt x="17293" y="25115"/>
                  </a:lnTo>
                  <a:cubicBezTo>
                    <a:pt x="21197" y="25115"/>
                    <a:pt x="24184" y="24342"/>
                    <a:pt x="26254" y="22796"/>
                  </a:cubicBezTo>
                  <a:cubicBezTo>
                    <a:pt x="28324" y="21224"/>
                    <a:pt x="29359" y="18970"/>
                    <a:pt x="29359" y="16036"/>
                  </a:cubicBezTo>
                  <a:cubicBezTo>
                    <a:pt x="29359" y="13023"/>
                    <a:pt x="28284" y="10717"/>
                    <a:pt x="26136" y="9118"/>
                  </a:cubicBezTo>
                  <a:cubicBezTo>
                    <a:pt x="24013" y="7494"/>
                    <a:pt x="20961" y="6682"/>
                    <a:pt x="16979" y="6682"/>
                  </a:cubicBezTo>
                  <a:cubicBezTo>
                    <a:pt x="14804" y="6682"/>
                    <a:pt x="12472" y="6918"/>
                    <a:pt x="9983" y="7389"/>
                  </a:cubicBezTo>
                  <a:cubicBezTo>
                    <a:pt x="7494" y="7861"/>
                    <a:pt x="4756" y="8594"/>
                    <a:pt x="1769" y="9591"/>
                  </a:cubicBezTo>
                  <a:lnTo>
                    <a:pt x="1769" y="2516"/>
                  </a:lnTo>
                  <a:cubicBezTo>
                    <a:pt x="4782" y="1678"/>
                    <a:pt x="7598" y="1049"/>
                    <a:pt x="10218" y="630"/>
                  </a:cubicBezTo>
                  <a:cubicBezTo>
                    <a:pt x="12865" y="210"/>
                    <a:pt x="15354" y="0"/>
                    <a:pt x="17686" y="0"/>
                  </a:cubicBezTo>
                  <a:cubicBezTo>
                    <a:pt x="23712" y="0"/>
                    <a:pt x="28481" y="1376"/>
                    <a:pt x="31992" y="4127"/>
                  </a:cubicBezTo>
                  <a:cubicBezTo>
                    <a:pt x="35503" y="6852"/>
                    <a:pt x="37258" y="10547"/>
                    <a:pt x="37258" y="15210"/>
                  </a:cubicBezTo>
                  <a:cubicBezTo>
                    <a:pt x="37258" y="18459"/>
                    <a:pt x="36328" y="21210"/>
                    <a:pt x="34468" y="23464"/>
                  </a:cubicBezTo>
                  <a:cubicBezTo>
                    <a:pt x="32608" y="25691"/>
                    <a:pt x="29962" y="27237"/>
                    <a:pt x="26530" y="28101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3" name="Freeform 3572">
              <a:extLst>
                <a:ext uri="{FF2B5EF4-FFF2-40B4-BE49-F238E27FC236}">
                  <a16:creationId xmlns:a16="http://schemas.microsoft.com/office/drawing/2014/main" id="{118690D7-B6E6-1AA9-CAA6-32BFD3004DC6}"/>
                </a:ext>
              </a:extLst>
            </p:cNvPr>
            <p:cNvSpPr/>
            <p:nvPr/>
          </p:nvSpPr>
          <p:spPr>
            <a:xfrm>
              <a:off x="6210126" y="3440492"/>
              <a:ext cx="40559" cy="60879"/>
            </a:xfrm>
            <a:custGeom>
              <a:avLst/>
              <a:gdLst>
                <a:gd name="csX0" fmla="*/ 20279 w 40559"/>
                <a:gd name="csY0" fmla="*/ 6288 h 60879"/>
                <a:gd name="csX1" fmla="*/ 11044 w 40559"/>
                <a:gd name="csY1" fmla="*/ 12341 h 60879"/>
                <a:gd name="csX2" fmla="*/ 7978 w 40559"/>
                <a:gd name="csY2" fmla="*/ 30459 h 60879"/>
                <a:gd name="csX3" fmla="*/ 11044 w 40559"/>
                <a:gd name="csY3" fmla="*/ 48578 h 60879"/>
                <a:gd name="csX4" fmla="*/ 20279 w 40559"/>
                <a:gd name="csY4" fmla="*/ 54591 h 60879"/>
                <a:gd name="csX5" fmla="*/ 29516 w 40559"/>
                <a:gd name="csY5" fmla="*/ 48578 h 60879"/>
                <a:gd name="csX6" fmla="*/ 32621 w 40559"/>
                <a:gd name="csY6" fmla="*/ 30459 h 60879"/>
                <a:gd name="csX7" fmla="*/ 29516 w 40559"/>
                <a:gd name="csY7" fmla="*/ 12341 h 60879"/>
                <a:gd name="csX8" fmla="*/ 20279 w 40559"/>
                <a:gd name="csY8" fmla="*/ 6288 h 60879"/>
                <a:gd name="csX9" fmla="*/ 20279 w 40559"/>
                <a:gd name="csY9" fmla="*/ 0 h 60879"/>
                <a:gd name="csX10" fmla="*/ 35332 w 40559"/>
                <a:gd name="csY10" fmla="*/ 7821 h 60879"/>
                <a:gd name="csX11" fmla="*/ 40560 w 40559"/>
                <a:gd name="csY11" fmla="*/ 30459 h 60879"/>
                <a:gd name="csX12" fmla="*/ 35332 w 40559"/>
                <a:gd name="csY12" fmla="*/ 53097 h 60879"/>
                <a:gd name="csX13" fmla="*/ 20279 w 40559"/>
                <a:gd name="csY13" fmla="*/ 60879 h 60879"/>
                <a:gd name="csX14" fmla="*/ 5188 w 40559"/>
                <a:gd name="csY14" fmla="*/ 53097 h 60879"/>
                <a:gd name="csX15" fmla="*/ 0 w 40559"/>
                <a:gd name="csY15" fmla="*/ 30459 h 60879"/>
                <a:gd name="csX16" fmla="*/ 5188 w 40559"/>
                <a:gd name="csY16" fmla="*/ 7821 h 60879"/>
                <a:gd name="csX17" fmla="*/ 20279 w 40559"/>
                <a:gd name="csY17" fmla="*/ 0 h 60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40559" h="60879">
                  <a:moveTo>
                    <a:pt x="20279" y="6288"/>
                  </a:moveTo>
                  <a:cubicBezTo>
                    <a:pt x="16192" y="6288"/>
                    <a:pt x="13114" y="8306"/>
                    <a:pt x="11044" y="12341"/>
                  </a:cubicBezTo>
                  <a:cubicBezTo>
                    <a:pt x="9000" y="16350"/>
                    <a:pt x="7978" y="22389"/>
                    <a:pt x="7978" y="30459"/>
                  </a:cubicBezTo>
                  <a:cubicBezTo>
                    <a:pt x="7978" y="38503"/>
                    <a:pt x="9000" y="44543"/>
                    <a:pt x="11044" y="48578"/>
                  </a:cubicBezTo>
                  <a:cubicBezTo>
                    <a:pt x="13114" y="52587"/>
                    <a:pt x="16192" y="54591"/>
                    <a:pt x="20279" y="54591"/>
                  </a:cubicBezTo>
                  <a:cubicBezTo>
                    <a:pt x="24393" y="54591"/>
                    <a:pt x="27472" y="52587"/>
                    <a:pt x="29516" y="48578"/>
                  </a:cubicBezTo>
                  <a:cubicBezTo>
                    <a:pt x="31586" y="44543"/>
                    <a:pt x="32621" y="38503"/>
                    <a:pt x="32621" y="30459"/>
                  </a:cubicBezTo>
                  <a:cubicBezTo>
                    <a:pt x="32621" y="22389"/>
                    <a:pt x="31586" y="16350"/>
                    <a:pt x="29516" y="12341"/>
                  </a:cubicBezTo>
                  <a:cubicBezTo>
                    <a:pt x="27472" y="8306"/>
                    <a:pt x="24393" y="6288"/>
                    <a:pt x="20279" y="6288"/>
                  </a:cubicBezTo>
                  <a:moveTo>
                    <a:pt x="20279" y="0"/>
                  </a:moveTo>
                  <a:cubicBezTo>
                    <a:pt x="26856" y="0"/>
                    <a:pt x="31874" y="2607"/>
                    <a:pt x="35332" y="7821"/>
                  </a:cubicBezTo>
                  <a:cubicBezTo>
                    <a:pt x="38817" y="13009"/>
                    <a:pt x="40560" y="20555"/>
                    <a:pt x="40560" y="30459"/>
                  </a:cubicBezTo>
                  <a:cubicBezTo>
                    <a:pt x="40560" y="40337"/>
                    <a:pt x="38817" y="47883"/>
                    <a:pt x="35332" y="53097"/>
                  </a:cubicBezTo>
                  <a:cubicBezTo>
                    <a:pt x="31874" y="58285"/>
                    <a:pt x="26856" y="60879"/>
                    <a:pt x="20279" y="60879"/>
                  </a:cubicBezTo>
                  <a:cubicBezTo>
                    <a:pt x="13703" y="60879"/>
                    <a:pt x="8673" y="58285"/>
                    <a:pt x="5188" y="53097"/>
                  </a:cubicBezTo>
                  <a:cubicBezTo>
                    <a:pt x="1729" y="47883"/>
                    <a:pt x="0" y="40337"/>
                    <a:pt x="0" y="30459"/>
                  </a:cubicBezTo>
                  <a:cubicBezTo>
                    <a:pt x="0" y="20555"/>
                    <a:pt x="1729" y="13009"/>
                    <a:pt x="5188" y="7821"/>
                  </a:cubicBezTo>
                  <a:cubicBezTo>
                    <a:pt x="8673" y="2607"/>
                    <a:pt x="13703" y="0"/>
                    <a:pt x="20279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4" name="Freeform 3573">
              <a:extLst>
                <a:ext uri="{FF2B5EF4-FFF2-40B4-BE49-F238E27FC236}">
                  <a16:creationId xmlns:a16="http://schemas.microsoft.com/office/drawing/2014/main" id="{FFB6031B-1EAD-E759-C101-9A66F9087B72}"/>
                </a:ext>
              </a:extLst>
            </p:cNvPr>
            <p:cNvSpPr/>
            <p:nvPr/>
          </p:nvSpPr>
          <p:spPr>
            <a:xfrm>
              <a:off x="6264638" y="3490248"/>
              <a:ext cx="8292" cy="9982"/>
            </a:xfrm>
            <a:custGeom>
              <a:avLst/>
              <a:gdLst>
                <a:gd name="csX0" fmla="*/ 0 w 8292"/>
                <a:gd name="csY0" fmla="*/ 0 h 9982"/>
                <a:gd name="csX1" fmla="*/ 8292 w 8292"/>
                <a:gd name="csY1" fmla="*/ 0 h 9982"/>
                <a:gd name="csX2" fmla="*/ 8292 w 8292"/>
                <a:gd name="csY2" fmla="*/ 9983 h 9982"/>
                <a:gd name="csX3" fmla="*/ 0 w 8292"/>
                <a:gd name="csY3" fmla="*/ 9983 h 9982"/>
                <a:gd name="csX4" fmla="*/ 0 w 8292"/>
                <a:gd name="csY4" fmla="*/ 0 h 9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292" h="9982">
                  <a:moveTo>
                    <a:pt x="0" y="0"/>
                  </a:moveTo>
                  <a:lnTo>
                    <a:pt x="8292" y="0"/>
                  </a:lnTo>
                  <a:lnTo>
                    <a:pt x="8292" y="9983"/>
                  </a:lnTo>
                  <a:lnTo>
                    <a:pt x="0" y="9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5" name="Freeform 3574">
              <a:extLst>
                <a:ext uri="{FF2B5EF4-FFF2-40B4-BE49-F238E27FC236}">
                  <a16:creationId xmlns:a16="http://schemas.microsoft.com/office/drawing/2014/main" id="{9BA61DAF-0E76-C16E-9E1F-244F17A0774B}"/>
                </a:ext>
              </a:extLst>
            </p:cNvPr>
            <p:cNvSpPr/>
            <p:nvPr/>
          </p:nvSpPr>
          <p:spPr>
            <a:xfrm>
              <a:off x="6285546" y="3441553"/>
              <a:ext cx="42761" cy="58678"/>
            </a:xfrm>
            <a:custGeom>
              <a:avLst/>
              <a:gdLst>
                <a:gd name="csX0" fmla="*/ 26491 w 42761"/>
                <a:gd name="csY0" fmla="*/ 6917 h 58678"/>
                <a:gd name="csX1" fmla="*/ 6446 w 42761"/>
                <a:gd name="csY1" fmla="*/ 38241 h 58678"/>
                <a:gd name="csX2" fmla="*/ 26491 w 42761"/>
                <a:gd name="csY2" fmla="*/ 38241 h 58678"/>
                <a:gd name="csX3" fmla="*/ 26491 w 42761"/>
                <a:gd name="csY3" fmla="*/ 6917 h 58678"/>
                <a:gd name="csX4" fmla="*/ 24408 w 42761"/>
                <a:gd name="csY4" fmla="*/ 0 h 58678"/>
                <a:gd name="csX5" fmla="*/ 34390 w 42761"/>
                <a:gd name="csY5" fmla="*/ 0 h 58678"/>
                <a:gd name="csX6" fmla="*/ 34390 w 42761"/>
                <a:gd name="csY6" fmla="*/ 38241 h 58678"/>
                <a:gd name="csX7" fmla="*/ 42761 w 42761"/>
                <a:gd name="csY7" fmla="*/ 38241 h 58678"/>
                <a:gd name="csX8" fmla="*/ 42761 w 42761"/>
                <a:gd name="csY8" fmla="*/ 44844 h 58678"/>
                <a:gd name="csX9" fmla="*/ 34390 w 42761"/>
                <a:gd name="csY9" fmla="*/ 44844 h 58678"/>
                <a:gd name="csX10" fmla="*/ 34390 w 42761"/>
                <a:gd name="csY10" fmla="*/ 58678 h 58678"/>
                <a:gd name="csX11" fmla="*/ 26491 w 42761"/>
                <a:gd name="csY11" fmla="*/ 58678 h 58678"/>
                <a:gd name="csX12" fmla="*/ 26491 w 42761"/>
                <a:gd name="csY12" fmla="*/ 44844 h 58678"/>
                <a:gd name="csX13" fmla="*/ 0 w 42761"/>
                <a:gd name="csY13" fmla="*/ 44844 h 58678"/>
                <a:gd name="csX14" fmla="*/ 0 w 42761"/>
                <a:gd name="csY14" fmla="*/ 37180 h 58678"/>
                <a:gd name="csX15" fmla="*/ 24408 w 42761"/>
                <a:gd name="csY15" fmla="*/ 0 h 58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2761" h="58678">
                  <a:moveTo>
                    <a:pt x="26491" y="6917"/>
                  </a:moveTo>
                  <a:lnTo>
                    <a:pt x="6446" y="38241"/>
                  </a:lnTo>
                  <a:lnTo>
                    <a:pt x="26491" y="38241"/>
                  </a:lnTo>
                  <a:lnTo>
                    <a:pt x="26491" y="6917"/>
                  </a:lnTo>
                  <a:moveTo>
                    <a:pt x="24408" y="0"/>
                  </a:moveTo>
                  <a:lnTo>
                    <a:pt x="34390" y="0"/>
                  </a:lnTo>
                  <a:lnTo>
                    <a:pt x="34390" y="38241"/>
                  </a:lnTo>
                  <a:lnTo>
                    <a:pt x="42761" y="38241"/>
                  </a:lnTo>
                  <a:lnTo>
                    <a:pt x="42761" y="44844"/>
                  </a:lnTo>
                  <a:lnTo>
                    <a:pt x="34390" y="44844"/>
                  </a:lnTo>
                  <a:lnTo>
                    <a:pt x="34390" y="58678"/>
                  </a:lnTo>
                  <a:lnTo>
                    <a:pt x="26491" y="58678"/>
                  </a:lnTo>
                  <a:lnTo>
                    <a:pt x="26491" y="44844"/>
                  </a:lnTo>
                  <a:lnTo>
                    <a:pt x="0" y="44844"/>
                  </a:lnTo>
                  <a:lnTo>
                    <a:pt x="0" y="37180"/>
                  </a:lnTo>
                  <a:lnTo>
                    <a:pt x="24408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6" name="Freeform 3575">
              <a:extLst>
                <a:ext uri="{FF2B5EF4-FFF2-40B4-BE49-F238E27FC236}">
                  <a16:creationId xmlns:a16="http://schemas.microsoft.com/office/drawing/2014/main" id="{62E5354C-CFF3-2E24-F2B6-22BACA62321D}"/>
                </a:ext>
              </a:extLst>
            </p:cNvPr>
            <p:cNvSpPr/>
            <p:nvPr/>
          </p:nvSpPr>
          <p:spPr>
            <a:xfrm>
              <a:off x="6103571" y="4206206"/>
              <a:ext cx="42177" cy="76263"/>
            </a:xfrm>
            <a:custGeom>
              <a:avLst/>
              <a:gdLst>
                <a:gd name="csX0" fmla="*/ 27815 w 42177"/>
                <a:gd name="csY0" fmla="*/ 0 h 76263"/>
                <a:gd name="csX1" fmla="*/ 29588 w 42177"/>
                <a:gd name="csY1" fmla="*/ 408 h 76263"/>
                <a:gd name="csX2" fmla="*/ 33178 w 42177"/>
                <a:gd name="csY2" fmla="*/ 1817 h 76263"/>
                <a:gd name="csX3" fmla="*/ 37360 w 42177"/>
                <a:gd name="csY3" fmla="*/ 4135 h 76263"/>
                <a:gd name="csX4" fmla="*/ 40768 w 42177"/>
                <a:gd name="csY4" fmla="*/ 7635 h 76263"/>
                <a:gd name="csX5" fmla="*/ 42177 w 42177"/>
                <a:gd name="csY5" fmla="*/ 12226 h 76263"/>
                <a:gd name="csX6" fmla="*/ 39996 w 42177"/>
                <a:gd name="csY6" fmla="*/ 17679 h 76263"/>
                <a:gd name="csX7" fmla="*/ 34542 w 42177"/>
                <a:gd name="csY7" fmla="*/ 19861 h 76263"/>
                <a:gd name="csX8" fmla="*/ 29406 w 42177"/>
                <a:gd name="csY8" fmla="*/ 18634 h 76263"/>
                <a:gd name="csX9" fmla="*/ 8545 w 42177"/>
                <a:gd name="csY9" fmla="*/ 12862 h 76263"/>
                <a:gd name="csX10" fmla="*/ 2045 w 42177"/>
                <a:gd name="csY10" fmla="*/ 17906 h 76263"/>
                <a:gd name="csX11" fmla="*/ 3227 w 42177"/>
                <a:gd name="csY11" fmla="*/ 23361 h 76263"/>
                <a:gd name="csX12" fmla="*/ 6045 w 42177"/>
                <a:gd name="csY12" fmla="*/ 27633 h 76263"/>
                <a:gd name="csX13" fmla="*/ 9544 w 42177"/>
                <a:gd name="csY13" fmla="*/ 30633 h 76263"/>
                <a:gd name="csX14" fmla="*/ 12635 w 42177"/>
                <a:gd name="csY14" fmla="*/ 32541 h 76263"/>
                <a:gd name="csX15" fmla="*/ 14408 w 42177"/>
                <a:gd name="csY15" fmla="*/ 33223 h 76263"/>
                <a:gd name="csX16" fmla="*/ 36860 w 42177"/>
                <a:gd name="csY16" fmla="*/ 38813 h 76263"/>
                <a:gd name="csX17" fmla="*/ 39678 w 42177"/>
                <a:gd name="csY17" fmla="*/ 39586 h 76263"/>
                <a:gd name="csX18" fmla="*/ 41359 w 42177"/>
                <a:gd name="csY18" fmla="*/ 40767 h 76263"/>
                <a:gd name="csX19" fmla="*/ 42177 w 42177"/>
                <a:gd name="csY19" fmla="*/ 42995 h 76263"/>
                <a:gd name="csX20" fmla="*/ 41495 w 42177"/>
                <a:gd name="csY20" fmla="*/ 44949 h 76263"/>
                <a:gd name="csX21" fmla="*/ 39632 w 42177"/>
                <a:gd name="csY21" fmla="*/ 45721 h 76263"/>
                <a:gd name="csX22" fmla="*/ 38496 w 42177"/>
                <a:gd name="csY22" fmla="*/ 45494 h 76263"/>
                <a:gd name="csX23" fmla="*/ 36223 w 42177"/>
                <a:gd name="csY23" fmla="*/ 44949 h 76263"/>
                <a:gd name="csX24" fmla="*/ 34133 w 42177"/>
                <a:gd name="csY24" fmla="*/ 44495 h 76263"/>
                <a:gd name="csX25" fmla="*/ 27088 w 42177"/>
                <a:gd name="csY25" fmla="*/ 42631 h 76263"/>
                <a:gd name="csX26" fmla="*/ 16271 w 42177"/>
                <a:gd name="csY26" fmla="*/ 40041 h 76263"/>
                <a:gd name="csX27" fmla="*/ 8545 w 42177"/>
                <a:gd name="csY27" fmla="*/ 38632 h 76263"/>
                <a:gd name="csX28" fmla="*/ 2045 w 42177"/>
                <a:gd name="csY28" fmla="*/ 43676 h 76263"/>
                <a:gd name="csX29" fmla="*/ 3000 w 42177"/>
                <a:gd name="csY29" fmla="*/ 48540 h 76263"/>
                <a:gd name="csX30" fmla="*/ 5181 w 42177"/>
                <a:gd name="csY30" fmla="*/ 52449 h 76263"/>
                <a:gd name="csX31" fmla="*/ 8226 w 42177"/>
                <a:gd name="csY31" fmla="*/ 55493 h 76263"/>
                <a:gd name="csX32" fmla="*/ 11135 w 42177"/>
                <a:gd name="csY32" fmla="*/ 57630 h 76263"/>
                <a:gd name="csX33" fmla="*/ 13408 w 42177"/>
                <a:gd name="csY33" fmla="*/ 58857 h 76263"/>
                <a:gd name="csX34" fmla="*/ 18044 w 42177"/>
                <a:gd name="csY34" fmla="*/ 60039 h 76263"/>
                <a:gd name="csX35" fmla="*/ 24270 w 42177"/>
                <a:gd name="csY35" fmla="*/ 61629 h 76263"/>
                <a:gd name="csX36" fmla="*/ 32678 w 42177"/>
                <a:gd name="csY36" fmla="*/ 63674 h 76263"/>
                <a:gd name="csX37" fmla="*/ 39541 w 42177"/>
                <a:gd name="csY37" fmla="*/ 65447 h 76263"/>
                <a:gd name="csX38" fmla="*/ 41495 w 42177"/>
                <a:gd name="csY38" fmla="*/ 66901 h 76263"/>
                <a:gd name="csX39" fmla="*/ 42177 w 42177"/>
                <a:gd name="csY39" fmla="*/ 68901 h 76263"/>
                <a:gd name="csX40" fmla="*/ 41495 w 42177"/>
                <a:gd name="csY40" fmla="*/ 70810 h 76263"/>
                <a:gd name="csX41" fmla="*/ 39632 w 42177"/>
                <a:gd name="csY41" fmla="*/ 71582 h 76263"/>
                <a:gd name="csX42" fmla="*/ 38769 w 42177"/>
                <a:gd name="csY42" fmla="*/ 71447 h 76263"/>
                <a:gd name="csX43" fmla="*/ 37132 w 42177"/>
                <a:gd name="csY43" fmla="*/ 71083 h 76263"/>
                <a:gd name="csX44" fmla="*/ 35632 w 42177"/>
                <a:gd name="csY44" fmla="*/ 70765 h 76263"/>
                <a:gd name="csX45" fmla="*/ 14135 w 42177"/>
                <a:gd name="csY45" fmla="*/ 65356 h 76263"/>
                <a:gd name="csX46" fmla="*/ 8999 w 42177"/>
                <a:gd name="csY46" fmla="*/ 64129 h 76263"/>
                <a:gd name="csX47" fmla="*/ 6318 w 42177"/>
                <a:gd name="csY47" fmla="*/ 63857 h 76263"/>
                <a:gd name="csX48" fmla="*/ 2045 w 42177"/>
                <a:gd name="csY48" fmla="*/ 66765 h 76263"/>
                <a:gd name="csX49" fmla="*/ 4863 w 42177"/>
                <a:gd name="csY49" fmla="*/ 70673 h 76263"/>
                <a:gd name="csX50" fmla="*/ 13135 w 42177"/>
                <a:gd name="csY50" fmla="*/ 73537 h 76263"/>
                <a:gd name="csX51" fmla="*/ 14953 w 42177"/>
                <a:gd name="csY51" fmla="*/ 74219 h 76263"/>
                <a:gd name="csX52" fmla="*/ 15271 w 42177"/>
                <a:gd name="csY52" fmla="*/ 75128 h 76263"/>
                <a:gd name="csX53" fmla="*/ 14317 w 42177"/>
                <a:gd name="csY53" fmla="*/ 76264 h 76263"/>
                <a:gd name="csX54" fmla="*/ 12635 w 42177"/>
                <a:gd name="csY54" fmla="*/ 75900 h 76263"/>
                <a:gd name="csX55" fmla="*/ 8999 w 42177"/>
                <a:gd name="csY55" fmla="*/ 74855 h 76263"/>
                <a:gd name="csX56" fmla="*/ 5318 w 42177"/>
                <a:gd name="csY56" fmla="*/ 73355 h 76263"/>
                <a:gd name="csX57" fmla="*/ 3727 w 42177"/>
                <a:gd name="csY57" fmla="*/ 72491 h 76263"/>
                <a:gd name="csX58" fmla="*/ 2091 w 42177"/>
                <a:gd name="csY58" fmla="*/ 71264 h 76263"/>
                <a:gd name="csX59" fmla="*/ 545 w 42177"/>
                <a:gd name="csY59" fmla="*/ 69219 h 76263"/>
                <a:gd name="csX60" fmla="*/ 0 w 42177"/>
                <a:gd name="csY60" fmla="*/ 66493 h 76263"/>
                <a:gd name="csX61" fmla="*/ 2136 w 42177"/>
                <a:gd name="csY61" fmla="*/ 60720 h 76263"/>
                <a:gd name="csX62" fmla="*/ 8090 w 42177"/>
                <a:gd name="csY62" fmla="*/ 57902 h 76263"/>
                <a:gd name="csX63" fmla="*/ 0 w 42177"/>
                <a:gd name="csY63" fmla="*/ 43404 h 76263"/>
                <a:gd name="csX64" fmla="*/ 2409 w 42177"/>
                <a:gd name="csY64" fmla="*/ 35768 h 76263"/>
                <a:gd name="csX65" fmla="*/ 8999 w 42177"/>
                <a:gd name="csY65" fmla="*/ 32769 h 76263"/>
                <a:gd name="csX66" fmla="*/ 0 w 42177"/>
                <a:gd name="csY66" fmla="*/ 17589 h 76263"/>
                <a:gd name="csX67" fmla="*/ 2682 w 42177"/>
                <a:gd name="csY67" fmla="*/ 9680 h 76263"/>
                <a:gd name="csX68" fmla="*/ 9954 w 42177"/>
                <a:gd name="csY68" fmla="*/ 6908 h 76263"/>
                <a:gd name="csX69" fmla="*/ 16953 w 42177"/>
                <a:gd name="csY69" fmla="*/ 8135 h 76263"/>
                <a:gd name="csX70" fmla="*/ 23770 w 42177"/>
                <a:gd name="csY70" fmla="*/ 10180 h 76263"/>
                <a:gd name="csX71" fmla="*/ 30406 w 42177"/>
                <a:gd name="csY71" fmla="*/ 12590 h 76263"/>
                <a:gd name="csX72" fmla="*/ 37041 w 42177"/>
                <a:gd name="csY72" fmla="*/ 14271 h 76263"/>
                <a:gd name="csX73" fmla="*/ 39359 w 42177"/>
                <a:gd name="csY73" fmla="*/ 13726 h 76263"/>
                <a:gd name="csX74" fmla="*/ 40087 w 42177"/>
                <a:gd name="csY74" fmla="*/ 11999 h 76263"/>
                <a:gd name="csX75" fmla="*/ 39041 w 42177"/>
                <a:gd name="csY75" fmla="*/ 8589 h 76263"/>
                <a:gd name="csX76" fmla="*/ 36178 w 42177"/>
                <a:gd name="csY76" fmla="*/ 5863 h 76263"/>
                <a:gd name="csX77" fmla="*/ 32542 w 42177"/>
                <a:gd name="csY77" fmla="*/ 3908 h 76263"/>
                <a:gd name="csX78" fmla="*/ 28588 w 42177"/>
                <a:gd name="csY78" fmla="*/ 2545 h 76263"/>
                <a:gd name="csX79" fmla="*/ 27179 w 42177"/>
                <a:gd name="csY79" fmla="*/ 2000 h 76263"/>
                <a:gd name="csX80" fmla="*/ 26906 w 42177"/>
                <a:gd name="csY80" fmla="*/ 1136 h 76263"/>
                <a:gd name="csX81" fmla="*/ 27815 w 42177"/>
                <a:gd name="csY81" fmla="*/ 0 h 76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2177" h="76263">
                  <a:moveTo>
                    <a:pt x="27815" y="0"/>
                  </a:moveTo>
                  <a:cubicBezTo>
                    <a:pt x="28058" y="0"/>
                    <a:pt x="28648" y="136"/>
                    <a:pt x="29588" y="408"/>
                  </a:cubicBezTo>
                  <a:cubicBezTo>
                    <a:pt x="30527" y="681"/>
                    <a:pt x="31724" y="1151"/>
                    <a:pt x="33178" y="1817"/>
                  </a:cubicBezTo>
                  <a:cubicBezTo>
                    <a:pt x="34633" y="2454"/>
                    <a:pt x="36026" y="3226"/>
                    <a:pt x="37360" y="4135"/>
                  </a:cubicBezTo>
                  <a:cubicBezTo>
                    <a:pt x="38663" y="5014"/>
                    <a:pt x="39799" y="6181"/>
                    <a:pt x="40768" y="7635"/>
                  </a:cubicBezTo>
                  <a:cubicBezTo>
                    <a:pt x="41708" y="9059"/>
                    <a:pt x="42177" y="10589"/>
                    <a:pt x="42177" y="12226"/>
                  </a:cubicBezTo>
                  <a:cubicBezTo>
                    <a:pt x="42177" y="14407"/>
                    <a:pt x="41450" y="16225"/>
                    <a:pt x="39996" y="17679"/>
                  </a:cubicBezTo>
                  <a:cubicBezTo>
                    <a:pt x="38541" y="19134"/>
                    <a:pt x="36723" y="19861"/>
                    <a:pt x="34542" y="19861"/>
                  </a:cubicBezTo>
                  <a:cubicBezTo>
                    <a:pt x="33360" y="19861"/>
                    <a:pt x="31648" y="19452"/>
                    <a:pt x="29406" y="18634"/>
                  </a:cubicBezTo>
                  <a:cubicBezTo>
                    <a:pt x="19165" y="14786"/>
                    <a:pt x="12211" y="12862"/>
                    <a:pt x="8545" y="12862"/>
                  </a:cubicBezTo>
                  <a:cubicBezTo>
                    <a:pt x="4212" y="12862"/>
                    <a:pt x="2045" y="14544"/>
                    <a:pt x="2045" y="17906"/>
                  </a:cubicBezTo>
                  <a:cubicBezTo>
                    <a:pt x="2045" y="19816"/>
                    <a:pt x="2439" y="21634"/>
                    <a:pt x="3227" y="23361"/>
                  </a:cubicBezTo>
                  <a:cubicBezTo>
                    <a:pt x="4015" y="25088"/>
                    <a:pt x="4954" y="26512"/>
                    <a:pt x="6045" y="27633"/>
                  </a:cubicBezTo>
                  <a:cubicBezTo>
                    <a:pt x="7136" y="28754"/>
                    <a:pt x="8302" y="29754"/>
                    <a:pt x="9544" y="30633"/>
                  </a:cubicBezTo>
                  <a:cubicBezTo>
                    <a:pt x="10787" y="31511"/>
                    <a:pt x="11817" y="32147"/>
                    <a:pt x="12635" y="32541"/>
                  </a:cubicBezTo>
                  <a:cubicBezTo>
                    <a:pt x="13453" y="32905"/>
                    <a:pt x="14044" y="33132"/>
                    <a:pt x="14408" y="33223"/>
                  </a:cubicBezTo>
                  <a:lnTo>
                    <a:pt x="36860" y="38813"/>
                  </a:lnTo>
                  <a:cubicBezTo>
                    <a:pt x="38132" y="39117"/>
                    <a:pt x="39072" y="39374"/>
                    <a:pt x="39678" y="39586"/>
                  </a:cubicBezTo>
                  <a:cubicBezTo>
                    <a:pt x="40284" y="39798"/>
                    <a:pt x="40844" y="40192"/>
                    <a:pt x="41359" y="40767"/>
                  </a:cubicBezTo>
                  <a:cubicBezTo>
                    <a:pt x="41905" y="41343"/>
                    <a:pt x="42177" y="42086"/>
                    <a:pt x="42177" y="42995"/>
                  </a:cubicBezTo>
                  <a:cubicBezTo>
                    <a:pt x="42177" y="43752"/>
                    <a:pt x="41950" y="44404"/>
                    <a:pt x="41495" y="44949"/>
                  </a:cubicBezTo>
                  <a:cubicBezTo>
                    <a:pt x="41041" y="45464"/>
                    <a:pt x="40420" y="45721"/>
                    <a:pt x="39632" y="45721"/>
                  </a:cubicBezTo>
                  <a:cubicBezTo>
                    <a:pt x="39511" y="45721"/>
                    <a:pt x="39132" y="45646"/>
                    <a:pt x="38496" y="45494"/>
                  </a:cubicBezTo>
                  <a:cubicBezTo>
                    <a:pt x="37860" y="45343"/>
                    <a:pt x="37102" y="45161"/>
                    <a:pt x="36223" y="44949"/>
                  </a:cubicBezTo>
                  <a:cubicBezTo>
                    <a:pt x="35345" y="44737"/>
                    <a:pt x="34648" y="44586"/>
                    <a:pt x="34133" y="44495"/>
                  </a:cubicBezTo>
                  <a:cubicBezTo>
                    <a:pt x="30012" y="43404"/>
                    <a:pt x="27664" y="42783"/>
                    <a:pt x="27088" y="42631"/>
                  </a:cubicBezTo>
                  <a:lnTo>
                    <a:pt x="16271" y="40041"/>
                  </a:lnTo>
                  <a:cubicBezTo>
                    <a:pt x="12696" y="39102"/>
                    <a:pt x="10120" y="38632"/>
                    <a:pt x="8545" y="38632"/>
                  </a:cubicBezTo>
                  <a:cubicBezTo>
                    <a:pt x="4212" y="38632"/>
                    <a:pt x="2045" y="40313"/>
                    <a:pt x="2045" y="43676"/>
                  </a:cubicBezTo>
                  <a:cubicBezTo>
                    <a:pt x="2045" y="45343"/>
                    <a:pt x="2363" y="46964"/>
                    <a:pt x="3000" y="48540"/>
                  </a:cubicBezTo>
                  <a:cubicBezTo>
                    <a:pt x="3606" y="50085"/>
                    <a:pt x="4333" y="51388"/>
                    <a:pt x="5181" y="52449"/>
                  </a:cubicBezTo>
                  <a:cubicBezTo>
                    <a:pt x="6030" y="53509"/>
                    <a:pt x="7045" y="54524"/>
                    <a:pt x="8226" y="55493"/>
                  </a:cubicBezTo>
                  <a:cubicBezTo>
                    <a:pt x="9378" y="56432"/>
                    <a:pt x="10347" y="57145"/>
                    <a:pt x="11135" y="57630"/>
                  </a:cubicBezTo>
                  <a:cubicBezTo>
                    <a:pt x="11893" y="58084"/>
                    <a:pt x="12650" y="58494"/>
                    <a:pt x="13408" y="58857"/>
                  </a:cubicBezTo>
                  <a:lnTo>
                    <a:pt x="18044" y="60039"/>
                  </a:lnTo>
                  <a:cubicBezTo>
                    <a:pt x="18892" y="60221"/>
                    <a:pt x="20967" y="60751"/>
                    <a:pt x="24270" y="61629"/>
                  </a:cubicBezTo>
                  <a:lnTo>
                    <a:pt x="32678" y="63674"/>
                  </a:lnTo>
                  <a:cubicBezTo>
                    <a:pt x="36860" y="64644"/>
                    <a:pt x="39147" y="65235"/>
                    <a:pt x="39541" y="65447"/>
                  </a:cubicBezTo>
                  <a:cubicBezTo>
                    <a:pt x="40390" y="65750"/>
                    <a:pt x="41041" y="66235"/>
                    <a:pt x="41495" y="66901"/>
                  </a:cubicBezTo>
                  <a:cubicBezTo>
                    <a:pt x="41950" y="67568"/>
                    <a:pt x="42177" y="68235"/>
                    <a:pt x="42177" y="68901"/>
                  </a:cubicBezTo>
                  <a:cubicBezTo>
                    <a:pt x="42177" y="69659"/>
                    <a:pt x="41950" y="70295"/>
                    <a:pt x="41495" y="70810"/>
                  </a:cubicBezTo>
                  <a:cubicBezTo>
                    <a:pt x="41041" y="71325"/>
                    <a:pt x="40420" y="71582"/>
                    <a:pt x="39632" y="71582"/>
                  </a:cubicBezTo>
                  <a:cubicBezTo>
                    <a:pt x="39511" y="71582"/>
                    <a:pt x="39223" y="71537"/>
                    <a:pt x="38769" y="71447"/>
                  </a:cubicBezTo>
                  <a:cubicBezTo>
                    <a:pt x="38314" y="71355"/>
                    <a:pt x="37769" y="71234"/>
                    <a:pt x="37132" y="71083"/>
                  </a:cubicBezTo>
                  <a:cubicBezTo>
                    <a:pt x="36496" y="70931"/>
                    <a:pt x="35996" y="70825"/>
                    <a:pt x="35632" y="70765"/>
                  </a:cubicBezTo>
                  <a:lnTo>
                    <a:pt x="14135" y="65356"/>
                  </a:lnTo>
                  <a:cubicBezTo>
                    <a:pt x="11529" y="64689"/>
                    <a:pt x="9817" y="64281"/>
                    <a:pt x="8999" y="64129"/>
                  </a:cubicBezTo>
                  <a:cubicBezTo>
                    <a:pt x="8151" y="63947"/>
                    <a:pt x="7257" y="63857"/>
                    <a:pt x="6318" y="63857"/>
                  </a:cubicBezTo>
                  <a:cubicBezTo>
                    <a:pt x="3469" y="63857"/>
                    <a:pt x="2045" y="64826"/>
                    <a:pt x="2045" y="66765"/>
                  </a:cubicBezTo>
                  <a:cubicBezTo>
                    <a:pt x="2045" y="68341"/>
                    <a:pt x="2985" y="69644"/>
                    <a:pt x="4863" y="70673"/>
                  </a:cubicBezTo>
                  <a:cubicBezTo>
                    <a:pt x="6742" y="71704"/>
                    <a:pt x="9499" y="72658"/>
                    <a:pt x="13135" y="73537"/>
                  </a:cubicBezTo>
                  <a:cubicBezTo>
                    <a:pt x="14135" y="73810"/>
                    <a:pt x="14741" y="74037"/>
                    <a:pt x="14953" y="74219"/>
                  </a:cubicBezTo>
                  <a:cubicBezTo>
                    <a:pt x="15165" y="74370"/>
                    <a:pt x="15271" y="74673"/>
                    <a:pt x="15271" y="75128"/>
                  </a:cubicBezTo>
                  <a:cubicBezTo>
                    <a:pt x="15241" y="75885"/>
                    <a:pt x="14923" y="76264"/>
                    <a:pt x="14317" y="76264"/>
                  </a:cubicBezTo>
                  <a:cubicBezTo>
                    <a:pt x="14165" y="76264"/>
                    <a:pt x="13605" y="76142"/>
                    <a:pt x="12635" y="75900"/>
                  </a:cubicBezTo>
                  <a:cubicBezTo>
                    <a:pt x="11665" y="75658"/>
                    <a:pt x="10453" y="75310"/>
                    <a:pt x="8999" y="74855"/>
                  </a:cubicBezTo>
                  <a:cubicBezTo>
                    <a:pt x="7514" y="74371"/>
                    <a:pt x="6287" y="73870"/>
                    <a:pt x="5318" y="73355"/>
                  </a:cubicBezTo>
                  <a:cubicBezTo>
                    <a:pt x="4681" y="73052"/>
                    <a:pt x="4151" y="72764"/>
                    <a:pt x="3727" y="72491"/>
                  </a:cubicBezTo>
                  <a:cubicBezTo>
                    <a:pt x="3303" y="72219"/>
                    <a:pt x="2757" y="71810"/>
                    <a:pt x="2091" y="71264"/>
                  </a:cubicBezTo>
                  <a:cubicBezTo>
                    <a:pt x="1424" y="70719"/>
                    <a:pt x="909" y="70037"/>
                    <a:pt x="545" y="69219"/>
                  </a:cubicBezTo>
                  <a:cubicBezTo>
                    <a:pt x="182" y="68401"/>
                    <a:pt x="0" y="67492"/>
                    <a:pt x="0" y="66493"/>
                  </a:cubicBezTo>
                  <a:cubicBezTo>
                    <a:pt x="0" y="64281"/>
                    <a:pt x="712" y="62356"/>
                    <a:pt x="2136" y="60720"/>
                  </a:cubicBezTo>
                  <a:cubicBezTo>
                    <a:pt x="3560" y="59054"/>
                    <a:pt x="5545" y="58115"/>
                    <a:pt x="8090" y="57902"/>
                  </a:cubicBezTo>
                  <a:cubicBezTo>
                    <a:pt x="2697" y="53873"/>
                    <a:pt x="0" y="49040"/>
                    <a:pt x="0" y="43404"/>
                  </a:cubicBezTo>
                  <a:cubicBezTo>
                    <a:pt x="0" y="40223"/>
                    <a:pt x="803" y="37677"/>
                    <a:pt x="2409" y="35768"/>
                  </a:cubicBezTo>
                  <a:cubicBezTo>
                    <a:pt x="3954" y="33981"/>
                    <a:pt x="6151" y="32981"/>
                    <a:pt x="8999" y="32769"/>
                  </a:cubicBezTo>
                  <a:cubicBezTo>
                    <a:pt x="3000" y="28587"/>
                    <a:pt x="0" y="23527"/>
                    <a:pt x="0" y="17589"/>
                  </a:cubicBezTo>
                  <a:cubicBezTo>
                    <a:pt x="0" y="14165"/>
                    <a:pt x="894" y="11528"/>
                    <a:pt x="2682" y="9680"/>
                  </a:cubicBezTo>
                  <a:cubicBezTo>
                    <a:pt x="4439" y="7832"/>
                    <a:pt x="6863" y="6908"/>
                    <a:pt x="9954" y="6908"/>
                  </a:cubicBezTo>
                  <a:cubicBezTo>
                    <a:pt x="11559" y="6908"/>
                    <a:pt x="13893" y="7317"/>
                    <a:pt x="16953" y="8135"/>
                  </a:cubicBezTo>
                  <a:cubicBezTo>
                    <a:pt x="19983" y="8953"/>
                    <a:pt x="22255" y="9635"/>
                    <a:pt x="23770" y="10180"/>
                  </a:cubicBezTo>
                  <a:cubicBezTo>
                    <a:pt x="25285" y="10726"/>
                    <a:pt x="27497" y="11529"/>
                    <a:pt x="30406" y="12590"/>
                  </a:cubicBezTo>
                  <a:cubicBezTo>
                    <a:pt x="33193" y="13710"/>
                    <a:pt x="35405" y="14271"/>
                    <a:pt x="37041" y="14271"/>
                  </a:cubicBezTo>
                  <a:cubicBezTo>
                    <a:pt x="38102" y="14271"/>
                    <a:pt x="38875" y="14089"/>
                    <a:pt x="39359" y="13726"/>
                  </a:cubicBezTo>
                  <a:cubicBezTo>
                    <a:pt x="39844" y="13362"/>
                    <a:pt x="40087" y="12786"/>
                    <a:pt x="40087" y="11999"/>
                  </a:cubicBezTo>
                  <a:cubicBezTo>
                    <a:pt x="40087" y="10787"/>
                    <a:pt x="39738" y="9650"/>
                    <a:pt x="39041" y="8589"/>
                  </a:cubicBezTo>
                  <a:cubicBezTo>
                    <a:pt x="38314" y="7529"/>
                    <a:pt x="37360" y="6620"/>
                    <a:pt x="36178" y="5863"/>
                  </a:cubicBezTo>
                  <a:cubicBezTo>
                    <a:pt x="34966" y="5075"/>
                    <a:pt x="33754" y="4424"/>
                    <a:pt x="32542" y="3908"/>
                  </a:cubicBezTo>
                  <a:cubicBezTo>
                    <a:pt x="31300" y="3393"/>
                    <a:pt x="29982" y="2939"/>
                    <a:pt x="28588" y="2545"/>
                  </a:cubicBezTo>
                  <a:cubicBezTo>
                    <a:pt x="27830" y="2302"/>
                    <a:pt x="27361" y="2121"/>
                    <a:pt x="27179" y="2000"/>
                  </a:cubicBezTo>
                  <a:cubicBezTo>
                    <a:pt x="26997" y="1848"/>
                    <a:pt x="26906" y="1560"/>
                    <a:pt x="26906" y="1136"/>
                  </a:cubicBezTo>
                  <a:cubicBezTo>
                    <a:pt x="26906" y="379"/>
                    <a:pt x="27209" y="0"/>
                    <a:pt x="27815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7" name="Freeform 3576">
              <a:extLst>
                <a:ext uri="{FF2B5EF4-FFF2-40B4-BE49-F238E27FC236}">
                  <a16:creationId xmlns:a16="http://schemas.microsoft.com/office/drawing/2014/main" id="{F5126999-272A-468F-8A45-60138469472D}"/>
                </a:ext>
              </a:extLst>
            </p:cNvPr>
            <p:cNvSpPr/>
            <p:nvPr/>
          </p:nvSpPr>
          <p:spPr>
            <a:xfrm>
              <a:off x="6127095" y="4164527"/>
              <a:ext cx="59302" cy="32483"/>
            </a:xfrm>
            <a:custGeom>
              <a:avLst/>
              <a:gdLst>
                <a:gd name="csX0" fmla="*/ 4486 w 59302"/>
                <a:gd name="csY0" fmla="*/ 0 h 32483"/>
                <a:gd name="csX1" fmla="*/ 7317 w 59302"/>
                <a:gd name="csY1" fmla="*/ 1114 h 32483"/>
                <a:gd name="csX2" fmla="*/ 8399 w 59302"/>
                <a:gd name="csY2" fmla="*/ 3564 h 32483"/>
                <a:gd name="csX3" fmla="*/ 7795 w 59302"/>
                <a:gd name="csY3" fmla="*/ 5282 h 32483"/>
                <a:gd name="csX4" fmla="*/ 6140 w 59302"/>
                <a:gd name="csY4" fmla="*/ 5981 h 32483"/>
                <a:gd name="csX5" fmla="*/ 3913 w 59302"/>
                <a:gd name="csY5" fmla="*/ 5155 h 32483"/>
                <a:gd name="csX6" fmla="*/ 2609 w 59302"/>
                <a:gd name="csY6" fmla="*/ 2450 h 32483"/>
                <a:gd name="csX7" fmla="*/ 1432 w 59302"/>
                <a:gd name="csY7" fmla="*/ 5663 h 32483"/>
                <a:gd name="csX8" fmla="*/ 2068 w 59302"/>
                <a:gd name="csY8" fmla="*/ 7476 h 32483"/>
                <a:gd name="csX9" fmla="*/ 3659 w 59302"/>
                <a:gd name="csY9" fmla="*/ 8717 h 32483"/>
                <a:gd name="csX10" fmla="*/ 10435 w 59302"/>
                <a:gd name="csY10" fmla="*/ 10276 h 32483"/>
                <a:gd name="csX11" fmla="*/ 14126 w 59302"/>
                <a:gd name="csY11" fmla="*/ 10945 h 32483"/>
                <a:gd name="csX12" fmla="*/ 17848 w 59302"/>
                <a:gd name="csY12" fmla="*/ 11644 h 32483"/>
                <a:gd name="csX13" fmla="*/ 17848 w 59302"/>
                <a:gd name="csY13" fmla="*/ 6237 h 32483"/>
                <a:gd name="csX14" fmla="*/ 17880 w 59302"/>
                <a:gd name="csY14" fmla="*/ 5250 h 32483"/>
                <a:gd name="csX15" fmla="*/ 18071 w 59302"/>
                <a:gd name="csY15" fmla="*/ 4740 h 32483"/>
                <a:gd name="csX16" fmla="*/ 18580 w 59302"/>
                <a:gd name="csY16" fmla="*/ 4486 h 32483"/>
                <a:gd name="csX17" fmla="*/ 19693 w 59302"/>
                <a:gd name="csY17" fmla="*/ 4900 h 32483"/>
                <a:gd name="csX18" fmla="*/ 19884 w 59302"/>
                <a:gd name="csY18" fmla="*/ 6427 h 32483"/>
                <a:gd name="csX19" fmla="*/ 19884 w 59302"/>
                <a:gd name="csY19" fmla="*/ 12027 h 32483"/>
                <a:gd name="csX20" fmla="*/ 40532 w 59302"/>
                <a:gd name="csY20" fmla="*/ 15940 h 32483"/>
                <a:gd name="csX21" fmla="*/ 43045 w 59302"/>
                <a:gd name="csY21" fmla="*/ 16449 h 32483"/>
                <a:gd name="csX22" fmla="*/ 48009 w 59302"/>
                <a:gd name="csY22" fmla="*/ 17753 h 32483"/>
                <a:gd name="csX23" fmla="*/ 52971 w 59302"/>
                <a:gd name="csY23" fmla="*/ 19598 h 32483"/>
                <a:gd name="csX24" fmla="*/ 55008 w 59302"/>
                <a:gd name="csY24" fmla="*/ 20775 h 32483"/>
                <a:gd name="csX25" fmla="*/ 57043 w 59302"/>
                <a:gd name="csY25" fmla="*/ 22334 h 32483"/>
                <a:gd name="csX26" fmla="*/ 58666 w 59302"/>
                <a:gd name="csY26" fmla="*/ 24466 h 32483"/>
                <a:gd name="csX27" fmla="*/ 59303 w 59302"/>
                <a:gd name="csY27" fmla="*/ 26948 h 32483"/>
                <a:gd name="csX28" fmla="*/ 58094 w 59302"/>
                <a:gd name="csY28" fmla="*/ 30797 h 32483"/>
                <a:gd name="csX29" fmla="*/ 54817 w 59302"/>
                <a:gd name="csY29" fmla="*/ 32484 h 32483"/>
                <a:gd name="csX30" fmla="*/ 51986 w 59302"/>
                <a:gd name="csY30" fmla="*/ 31402 h 32483"/>
                <a:gd name="csX31" fmla="*/ 50904 w 59302"/>
                <a:gd name="csY31" fmla="*/ 28920 h 32483"/>
                <a:gd name="csX32" fmla="*/ 51508 w 59302"/>
                <a:gd name="csY32" fmla="*/ 27234 h 32483"/>
                <a:gd name="csX33" fmla="*/ 53162 w 59302"/>
                <a:gd name="csY33" fmla="*/ 26502 h 32483"/>
                <a:gd name="csX34" fmla="*/ 54117 w 59302"/>
                <a:gd name="csY34" fmla="*/ 26661 h 32483"/>
                <a:gd name="csX35" fmla="*/ 55199 w 59302"/>
                <a:gd name="csY35" fmla="*/ 27170 h 32483"/>
                <a:gd name="csX36" fmla="*/ 56217 w 59302"/>
                <a:gd name="csY36" fmla="*/ 28284 h 32483"/>
                <a:gd name="csX37" fmla="*/ 56694 w 59302"/>
                <a:gd name="csY37" fmla="*/ 30097 h 32483"/>
                <a:gd name="csX38" fmla="*/ 57871 w 59302"/>
                <a:gd name="csY38" fmla="*/ 26948 h 32483"/>
                <a:gd name="csX39" fmla="*/ 57617 w 59302"/>
                <a:gd name="csY39" fmla="*/ 25802 h 32483"/>
                <a:gd name="csX40" fmla="*/ 56821 w 59302"/>
                <a:gd name="csY40" fmla="*/ 24816 h 32483"/>
                <a:gd name="csX41" fmla="*/ 55675 w 59302"/>
                <a:gd name="csY41" fmla="*/ 23989 h 32483"/>
                <a:gd name="csX42" fmla="*/ 54085 w 59302"/>
                <a:gd name="csY42" fmla="*/ 23289 h 32483"/>
                <a:gd name="csX43" fmla="*/ 52304 w 59302"/>
                <a:gd name="csY43" fmla="*/ 22717 h 32483"/>
                <a:gd name="csX44" fmla="*/ 50172 w 59302"/>
                <a:gd name="csY44" fmla="*/ 22207 h 32483"/>
                <a:gd name="csX45" fmla="*/ 47977 w 59302"/>
                <a:gd name="csY45" fmla="*/ 21730 h 32483"/>
                <a:gd name="csX46" fmla="*/ 45622 w 59302"/>
                <a:gd name="csY46" fmla="*/ 21285 h 32483"/>
                <a:gd name="csX47" fmla="*/ 19884 w 59302"/>
                <a:gd name="csY47" fmla="*/ 16417 h 32483"/>
                <a:gd name="csX48" fmla="*/ 19884 w 59302"/>
                <a:gd name="csY48" fmla="*/ 20712 h 32483"/>
                <a:gd name="csX49" fmla="*/ 19852 w 59302"/>
                <a:gd name="csY49" fmla="*/ 21794 h 32483"/>
                <a:gd name="csX50" fmla="*/ 19661 w 59302"/>
                <a:gd name="csY50" fmla="*/ 22302 h 32483"/>
                <a:gd name="csX51" fmla="*/ 19089 w 59302"/>
                <a:gd name="csY51" fmla="*/ 22525 h 32483"/>
                <a:gd name="csX52" fmla="*/ 18230 w 59302"/>
                <a:gd name="csY52" fmla="*/ 22270 h 32483"/>
                <a:gd name="csX53" fmla="*/ 17912 w 59302"/>
                <a:gd name="csY53" fmla="*/ 21666 h 32483"/>
                <a:gd name="csX54" fmla="*/ 17848 w 59302"/>
                <a:gd name="csY54" fmla="*/ 20585 h 32483"/>
                <a:gd name="csX55" fmla="*/ 17848 w 59302"/>
                <a:gd name="csY55" fmla="*/ 16067 h 32483"/>
                <a:gd name="csX56" fmla="*/ 7635 w 59302"/>
                <a:gd name="csY56" fmla="*/ 13935 h 32483"/>
                <a:gd name="csX57" fmla="*/ 3754 w 59302"/>
                <a:gd name="csY57" fmla="*/ 12154 h 32483"/>
                <a:gd name="csX58" fmla="*/ 1368 w 59302"/>
                <a:gd name="csY58" fmla="*/ 9863 h 32483"/>
                <a:gd name="csX59" fmla="*/ 318 w 59302"/>
                <a:gd name="csY59" fmla="*/ 7668 h 32483"/>
                <a:gd name="csX60" fmla="*/ 0 w 59302"/>
                <a:gd name="csY60" fmla="*/ 5663 h 32483"/>
                <a:gd name="csX61" fmla="*/ 1209 w 59302"/>
                <a:gd name="csY61" fmla="*/ 1718 h 32483"/>
                <a:gd name="csX62" fmla="*/ 4486 w 59302"/>
                <a:gd name="csY62" fmla="*/ 0 h 32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59302" h="32483">
                  <a:moveTo>
                    <a:pt x="4486" y="0"/>
                  </a:moveTo>
                  <a:cubicBezTo>
                    <a:pt x="5652" y="0"/>
                    <a:pt x="6596" y="371"/>
                    <a:pt x="7317" y="1114"/>
                  </a:cubicBezTo>
                  <a:cubicBezTo>
                    <a:pt x="8038" y="1835"/>
                    <a:pt x="8399" y="2652"/>
                    <a:pt x="8399" y="3564"/>
                  </a:cubicBezTo>
                  <a:cubicBezTo>
                    <a:pt x="8399" y="4221"/>
                    <a:pt x="8198" y="4794"/>
                    <a:pt x="7795" y="5282"/>
                  </a:cubicBezTo>
                  <a:cubicBezTo>
                    <a:pt x="7392" y="5748"/>
                    <a:pt x="6840" y="5981"/>
                    <a:pt x="6140" y="5981"/>
                  </a:cubicBezTo>
                  <a:cubicBezTo>
                    <a:pt x="5419" y="5981"/>
                    <a:pt x="4677" y="5706"/>
                    <a:pt x="3913" y="5155"/>
                  </a:cubicBezTo>
                  <a:cubicBezTo>
                    <a:pt x="3150" y="4603"/>
                    <a:pt x="2715" y="3701"/>
                    <a:pt x="2609" y="2450"/>
                  </a:cubicBezTo>
                  <a:cubicBezTo>
                    <a:pt x="1824" y="3277"/>
                    <a:pt x="1432" y="4348"/>
                    <a:pt x="1432" y="5663"/>
                  </a:cubicBezTo>
                  <a:cubicBezTo>
                    <a:pt x="1432" y="6321"/>
                    <a:pt x="1644" y="6925"/>
                    <a:pt x="2068" y="7476"/>
                  </a:cubicBezTo>
                  <a:cubicBezTo>
                    <a:pt x="2471" y="8007"/>
                    <a:pt x="3001" y="8420"/>
                    <a:pt x="3659" y="8717"/>
                  </a:cubicBezTo>
                  <a:cubicBezTo>
                    <a:pt x="4337" y="9036"/>
                    <a:pt x="6596" y="9555"/>
                    <a:pt x="10435" y="10276"/>
                  </a:cubicBezTo>
                  <a:cubicBezTo>
                    <a:pt x="11687" y="10510"/>
                    <a:pt x="12917" y="10733"/>
                    <a:pt x="14126" y="10945"/>
                  </a:cubicBezTo>
                  <a:cubicBezTo>
                    <a:pt x="15335" y="11157"/>
                    <a:pt x="16575" y="11390"/>
                    <a:pt x="17848" y="11644"/>
                  </a:cubicBezTo>
                  <a:lnTo>
                    <a:pt x="17848" y="6237"/>
                  </a:lnTo>
                  <a:cubicBezTo>
                    <a:pt x="17848" y="5770"/>
                    <a:pt x="17859" y="5441"/>
                    <a:pt x="17880" y="5250"/>
                  </a:cubicBezTo>
                  <a:cubicBezTo>
                    <a:pt x="17901" y="5059"/>
                    <a:pt x="17965" y="4889"/>
                    <a:pt x="18071" y="4740"/>
                  </a:cubicBezTo>
                  <a:cubicBezTo>
                    <a:pt x="18177" y="4571"/>
                    <a:pt x="18346" y="4486"/>
                    <a:pt x="18580" y="4486"/>
                  </a:cubicBezTo>
                  <a:cubicBezTo>
                    <a:pt x="19174" y="4486"/>
                    <a:pt x="19545" y="4624"/>
                    <a:pt x="19693" y="4900"/>
                  </a:cubicBezTo>
                  <a:cubicBezTo>
                    <a:pt x="19821" y="5154"/>
                    <a:pt x="19884" y="5663"/>
                    <a:pt x="19884" y="6427"/>
                  </a:cubicBezTo>
                  <a:lnTo>
                    <a:pt x="19884" y="12027"/>
                  </a:lnTo>
                  <a:lnTo>
                    <a:pt x="40532" y="15940"/>
                  </a:lnTo>
                  <a:cubicBezTo>
                    <a:pt x="40935" y="16003"/>
                    <a:pt x="41773" y="16173"/>
                    <a:pt x="43045" y="16449"/>
                  </a:cubicBezTo>
                  <a:cubicBezTo>
                    <a:pt x="44297" y="16703"/>
                    <a:pt x="45951" y="17138"/>
                    <a:pt x="48009" y="17753"/>
                  </a:cubicBezTo>
                  <a:cubicBezTo>
                    <a:pt x="50087" y="18368"/>
                    <a:pt x="51741" y="18983"/>
                    <a:pt x="52971" y="19598"/>
                  </a:cubicBezTo>
                  <a:cubicBezTo>
                    <a:pt x="53671" y="19938"/>
                    <a:pt x="54350" y="20330"/>
                    <a:pt x="55008" y="20775"/>
                  </a:cubicBezTo>
                  <a:cubicBezTo>
                    <a:pt x="55686" y="21199"/>
                    <a:pt x="56365" y="21719"/>
                    <a:pt x="57043" y="22334"/>
                  </a:cubicBezTo>
                  <a:cubicBezTo>
                    <a:pt x="57722" y="22949"/>
                    <a:pt x="58263" y="23660"/>
                    <a:pt x="58666" y="24466"/>
                  </a:cubicBezTo>
                  <a:cubicBezTo>
                    <a:pt x="59091" y="25272"/>
                    <a:pt x="59303" y="26099"/>
                    <a:pt x="59303" y="26948"/>
                  </a:cubicBezTo>
                  <a:cubicBezTo>
                    <a:pt x="59303" y="28390"/>
                    <a:pt x="58900" y="29673"/>
                    <a:pt x="58094" y="30797"/>
                  </a:cubicBezTo>
                  <a:cubicBezTo>
                    <a:pt x="57288" y="31922"/>
                    <a:pt x="56196" y="32484"/>
                    <a:pt x="54817" y="32484"/>
                  </a:cubicBezTo>
                  <a:cubicBezTo>
                    <a:pt x="53650" y="32484"/>
                    <a:pt x="52707" y="32123"/>
                    <a:pt x="51986" y="31402"/>
                  </a:cubicBezTo>
                  <a:cubicBezTo>
                    <a:pt x="51264" y="30659"/>
                    <a:pt x="50904" y="29832"/>
                    <a:pt x="50904" y="28920"/>
                  </a:cubicBezTo>
                  <a:cubicBezTo>
                    <a:pt x="50904" y="28262"/>
                    <a:pt x="51105" y="27700"/>
                    <a:pt x="51508" y="27234"/>
                  </a:cubicBezTo>
                  <a:cubicBezTo>
                    <a:pt x="51911" y="26746"/>
                    <a:pt x="52463" y="26502"/>
                    <a:pt x="53162" y="26502"/>
                  </a:cubicBezTo>
                  <a:cubicBezTo>
                    <a:pt x="53459" y="26502"/>
                    <a:pt x="53778" y="26555"/>
                    <a:pt x="54117" y="26661"/>
                  </a:cubicBezTo>
                  <a:cubicBezTo>
                    <a:pt x="54456" y="26768"/>
                    <a:pt x="54817" y="26937"/>
                    <a:pt x="55199" y="27170"/>
                  </a:cubicBezTo>
                  <a:cubicBezTo>
                    <a:pt x="55602" y="27403"/>
                    <a:pt x="55941" y="27775"/>
                    <a:pt x="56217" y="28284"/>
                  </a:cubicBezTo>
                  <a:cubicBezTo>
                    <a:pt x="56492" y="28793"/>
                    <a:pt x="56651" y="29397"/>
                    <a:pt x="56694" y="30097"/>
                  </a:cubicBezTo>
                  <a:cubicBezTo>
                    <a:pt x="57479" y="29270"/>
                    <a:pt x="57871" y="28220"/>
                    <a:pt x="57871" y="26948"/>
                  </a:cubicBezTo>
                  <a:cubicBezTo>
                    <a:pt x="57871" y="26545"/>
                    <a:pt x="57786" y="26163"/>
                    <a:pt x="57617" y="25802"/>
                  </a:cubicBezTo>
                  <a:cubicBezTo>
                    <a:pt x="57468" y="25442"/>
                    <a:pt x="57203" y="25113"/>
                    <a:pt x="56821" y="24816"/>
                  </a:cubicBezTo>
                  <a:cubicBezTo>
                    <a:pt x="56439" y="24498"/>
                    <a:pt x="56058" y="24222"/>
                    <a:pt x="55675" y="23989"/>
                  </a:cubicBezTo>
                  <a:cubicBezTo>
                    <a:pt x="55315" y="23755"/>
                    <a:pt x="54785" y="23522"/>
                    <a:pt x="54085" y="23289"/>
                  </a:cubicBezTo>
                  <a:cubicBezTo>
                    <a:pt x="53407" y="23056"/>
                    <a:pt x="52813" y="22865"/>
                    <a:pt x="52304" y="22717"/>
                  </a:cubicBezTo>
                  <a:cubicBezTo>
                    <a:pt x="51795" y="22568"/>
                    <a:pt x="51084" y="22398"/>
                    <a:pt x="50172" y="22207"/>
                  </a:cubicBezTo>
                  <a:cubicBezTo>
                    <a:pt x="49260" y="21995"/>
                    <a:pt x="48528" y="21836"/>
                    <a:pt x="47977" y="21730"/>
                  </a:cubicBezTo>
                  <a:cubicBezTo>
                    <a:pt x="47446" y="21624"/>
                    <a:pt x="46661" y="21475"/>
                    <a:pt x="45622" y="21285"/>
                  </a:cubicBezTo>
                  <a:lnTo>
                    <a:pt x="19884" y="16417"/>
                  </a:lnTo>
                  <a:lnTo>
                    <a:pt x="19884" y="20712"/>
                  </a:lnTo>
                  <a:cubicBezTo>
                    <a:pt x="19884" y="21221"/>
                    <a:pt x="19874" y="21582"/>
                    <a:pt x="19852" y="21794"/>
                  </a:cubicBezTo>
                  <a:cubicBezTo>
                    <a:pt x="19831" y="21985"/>
                    <a:pt x="19768" y="22154"/>
                    <a:pt x="19661" y="22302"/>
                  </a:cubicBezTo>
                  <a:cubicBezTo>
                    <a:pt x="19534" y="22451"/>
                    <a:pt x="19343" y="22525"/>
                    <a:pt x="19089" y="22525"/>
                  </a:cubicBezTo>
                  <a:cubicBezTo>
                    <a:pt x="18686" y="22525"/>
                    <a:pt x="18399" y="22440"/>
                    <a:pt x="18230" y="22270"/>
                  </a:cubicBezTo>
                  <a:cubicBezTo>
                    <a:pt x="18039" y="22079"/>
                    <a:pt x="17933" y="21878"/>
                    <a:pt x="17912" y="21666"/>
                  </a:cubicBezTo>
                  <a:cubicBezTo>
                    <a:pt x="17869" y="21454"/>
                    <a:pt x="17848" y="21094"/>
                    <a:pt x="17848" y="20585"/>
                  </a:cubicBezTo>
                  <a:lnTo>
                    <a:pt x="17848" y="16067"/>
                  </a:lnTo>
                  <a:cubicBezTo>
                    <a:pt x="12482" y="15049"/>
                    <a:pt x="9078" y="14338"/>
                    <a:pt x="7635" y="13935"/>
                  </a:cubicBezTo>
                  <a:cubicBezTo>
                    <a:pt x="6108" y="13469"/>
                    <a:pt x="4815" y="12875"/>
                    <a:pt x="3754" y="12154"/>
                  </a:cubicBezTo>
                  <a:cubicBezTo>
                    <a:pt x="2672" y="11433"/>
                    <a:pt x="1877" y="10669"/>
                    <a:pt x="1368" y="9863"/>
                  </a:cubicBezTo>
                  <a:cubicBezTo>
                    <a:pt x="859" y="9057"/>
                    <a:pt x="509" y="8325"/>
                    <a:pt x="318" y="7668"/>
                  </a:cubicBezTo>
                  <a:cubicBezTo>
                    <a:pt x="106" y="6989"/>
                    <a:pt x="0" y="6321"/>
                    <a:pt x="0" y="5663"/>
                  </a:cubicBezTo>
                  <a:cubicBezTo>
                    <a:pt x="0" y="4179"/>
                    <a:pt x="403" y="2864"/>
                    <a:pt x="1209" y="1718"/>
                  </a:cubicBezTo>
                  <a:cubicBezTo>
                    <a:pt x="1994" y="573"/>
                    <a:pt x="3086" y="0"/>
                    <a:pt x="448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8" name="Freeform 3577">
              <a:extLst>
                <a:ext uri="{FF2B5EF4-FFF2-40B4-BE49-F238E27FC236}">
                  <a16:creationId xmlns:a16="http://schemas.microsoft.com/office/drawing/2014/main" id="{87F2A4D6-7C5A-6BB8-CE51-746F10A3F181}"/>
                </a:ext>
              </a:extLst>
            </p:cNvPr>
            <p:cNvSpPr/>
            <p:nvPr/>
          </p:nvSpPr>
          <p:spPr>
            <a:xfrm>
              <a:off x="6139821" y="4089684"/>
              <a:ext cx="33850" cy="57648"/>
            </a:xfrm>
            <a:custGeom>
              <a:avLst/>
              <a:gdLst>
                <a:gd name="csX0" fmla="*/ 16066 w 33850"/>
                <a:gd name="csY0" fmla="*/ 572 h 57648"/>
                <a:gd name="csX1" fmla="*/ 16925 w 33850"/>
                <a:gd name="csY1" fmla="*/ 0 h 57648"/>
                <a:gd name="csX2" fmla="*/ 17784 w 33850"/>
                <a:gd name="csY2" fmla="*/ 572 h 57648"/>
                <a:gd name="csX3" fmla="*/ 24561 w 33850"/>
                <a:gd name="csY3" fmla="*/ 9513 h 57648"/>
                <a:gd name="csX4" fmla="*/ 32833 w 33850"/>
                <a:gd name="csY4" fmla="*/ 13299 h 57648"/>
                <a:gd name="csX5" fmla="*/ 33565 w 33850"/>
                <a:gd name="csY5" fmla="*/ 13744 h 57648"/>
                <a:gd name="csX6" fmla="*/ 33851 w 33850"/>
                <a:gd name="csY6" fmla="*/ 14572 h 57648"/>
                <a:gd name="csX7" fmla="*/ 33469 w 33850"/>
                <a:gd name="csY7" fmla="*/ 15494 h 57648"/>
                <a:gd name="csX8" fmla="*/ 32578 w 33850"/>
                <a:gd name="csY8" fmla="*/ 15876 h 57648"/>
                <a:gd name="csX9" fmla="*/ 32451 w 33850"/>
                <a:gd name="csY9" fmla="*/ 15844 h 57648"/>
                <a:gd name="csX10" fmla="*/ 32292 w 33850"/>
                <a:gd name="csY10" fmla="*/ 15813 h 57648"/>
                <a:gd name="csX11" fmla="*/ 22907 w 33850"/>
                <a:gd name="csY11" fmla="*/ 11517 h 57648"/>
                <a:gd name="csX12" fmla="*/ 18230 w 33850"/>
                <a:gd name="csY12" fmla="*/ 6427 h 57648"/>
                <a:gd name="csX13" fmla="*/ 18230 w 33850"/>
                <a:gd name="csY13" fmla="*/ 56344 h 57648"/>
                <a:gd name="csX14" fmla="*/ 17848 w 33850"/>
                <a:gd name="csY14" fmla="*/ 57267 h 57648"/>
                <a:gd name="csX15" fmla="*/ 16925 w 33850"/>
                <a:gd name="csY15" fmla="*/ 57648 h 57648"/>
                <a:gd name="csX16" fmla="*/ 16003 w 33850"/>
                <a:gd name="csY16" fmla="*/ 57267 h 57648"/>
                <a:gd name="csX17" fmla="*/ 15621 w 33850"/>
                <a:gd name="csY17" fmla="*/ 56344 h 57648"/>
                <a:gd name="csX18" fmla="*/ 15621 w 33850"/>
                <a:gd name="csY18" fmla="*/ 6427 h 57648"/>
                <a:gd name="csX19" fmla="*/ 10944 w 33850"/>
                <a:gd name="csY19" fmla="*/ 11517 h 57648"/>
                <a:gd name="csX20" fmla="*/ 1559 w 33850"/>
                <a:gd name="csY20" fmla="*/ 15813 h 57648"/>
                <a:gd name="csX21" fmla="*/ 1432 w 33850"/>
                <a:gd name="csY21" fmla="*/ 15844 h 57648"/>
                <a:gd name="csX22" fmla="*/ 1273 w 33850"/>
                <a:gd name="csY22" fmla="*/ 15876 h 57648"/>
                <a:gd name="csX23" fmla="*/ 382 w 33850"/>
                <a:gd name="csY23" fmla="*/ 15494 h 57648"/>
                <a:gd name="csX24" fmla="*/ 0 w 33850"/>
                <a:gd name="csY24" fmla="*/ 14572 h 57648"/>
                <a:gd name="csX25" fmla="*/ 286 w 33850"/>
                <a:gd name="csY25" fmla="*/ 13744 h 57648"/>
                <a:gd name="csX26" fmla="*/ 1018 w 33850"/>
                <a:gd name="csY26" fmla="*/ 13299 h 57648"/>
                <a:gd name="csX27" fmla="*/ 9290 w 33850"/>
                <a:gd name="csY27" fmla="*/ 9513 h 57648"/>
                <a:gd name="csX28" fmla="*/ 16066 w 33850"/>
                <a:gd name="csY28" fmla="*/ 572 h 57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33850" h="57648">
                  <a:moveTo>
                    <a:pt x="16066" y="572"/>
                  </a:moveTo>
                  <a:cubicBezTo>
                    <a:pt x="16215" y="191"/>
                    <a:pt x="16501" y="0"/>
                    <a:pt x="16925" y="0"/>
                  </a:cubicBezTo>
                  <a:cubicBezTo>
                    <a:pt x="17350" y="0"/>
                    <a:pt x="17636" y="191"/>
                    <a:pt x="17784" y="572"/>
                  </a:cubicBezTo>
                  <a:cubicBezTo>
                    <a:pt x="18845" y="3754"/>
                    <a:pt x="21104" y="6734"/>
                    <a:pt x="24561" y="9513"/>
                  </a:cubicBezTo>
                  <a:cubicBezTo>
                    <a:pt x="27127" y="11485"/>
                    <a:pt x="29885" y="12747"/>
                    <a:pt x="32833" y="13299"/>
                  </a:cubicBezTo>
                  <a:cubicBezTo>
                    <a:pt x="33130" y="13362"/>
                    <a:pt x="33374" y="13511"/>
                    <a:pt x="33565" y="13744"/>
                  </a:cubicBezTo>
                  <a:cubicBezTo>
                    <a:pt x="33755" y="13978"/>
                    <a:pt x="33851" y="14253"/>
                    <a:pt x="33851" y="14572"/>
                  </a:cubicBezTo>
                  <a:cubicBezTo>
                    <a:pt x="33851" y="14932"/>
                    <a:pt x="33724" y="15239"/>
                    <a:pt x="33469" y="15494"/>
                  </a:cubicBezTo>
                  <a:cubicBezTo>
                    <a:pt x="33236" y="15749"/>
                    <a:pt x="32939" y="15876"/>
                    <a:pt x="32578" y="15876"/>
                  </a:cubicBezTo>
                  <a:cubicBezTo>
                    <a:pt x="32557" y="15876"/>
                    <a:pt x="32515" y="15865"/>
                    <a:pt x="32451" y="15844"/>
                  </a:cubicBezTo>
                  <a:cubicBezTo>
                    <a:pt x="32366" y="15823"/>
                    <a:pt x="32313" y="15813"/>
                    <a:pt x="32292" y="15813"/>
                  </a:cubicBezTo>
                  <a:cubicBezTo>
                    <a:pt x="28856" y="15176"/>
                    <a:pt x="25728" y="13744"/>
                    <a:pt x="22907" y="11517"/>
                  </a:cubicBezTo>
                  <a:cubicBezTo>
                    <a:pt x="21125" y="10117"/>
                    <a:pt x="19566" y="8420"/>
                    <a:pt x="18230" y="6427"/>
                  </a:cubicBezTo>
                  <a:lnTo>
                    <a:pt x="18230" y="56344"/>
                  </a:lnTo>
                  <a:cubicBezTo>
                    <a:pt x="18230" y="56704"/>
                    <a:pt x="18103" y="57012"/>
                    <a:pt x="17848" y="57267"/>
                  </a:cubicBezTo>
                  <a:cubicBezTo>
                    <a:pt x="17594" y="57521"/>
                    <a:pt x="17286" y="57648"/>
                    <a:pt x="16925" y="57648"/>
                  </a:cubicBezTo>
                  <a:cubicBezTo>
                    <a:pt x="16565" y="57648"/>
                    <a:pt x="16257" y="57521"/>
                    <a:pt x="16003" y="57267"/>
                  </a:cubicBezTo>
                  <a:cubicBezTo>
                    <a:pt x="15748" y="57012"/>
                    <a:pt x="15621" y="56704"/>
                    <a:pt x="15621" y="56344"/>
                  </a:cubicBezTo>
                  <a:lnTo>
                    <a:pt x="15621" y="6427"/>
                  </a:lnTo>
                  <a:cubicBezTo>
                    <a:pt x="14285" y="8420"/>
                    <a:pt x="12726" y="10117"/>
                    <a:pt x="10944" y="11517"/>
                  </a:cubicBezTo>
                  <a:cubicBezTo>
                    <a:pt x="8123" y="13744"/>
                    <a:pt x="4995" y="15176"/>
                    <a:pt x="1559" y="15813"/>
                  </a:cubicBezTo>
                  <a:cubicBezTo>
                    <a:pt x="1538" y="15813"/>
                    <a:pt x="1495" y="15823"/>
                    <a:pt x="1432" y="15844"/>
                  </a:cubicBezTo>
                  <a:cubicBezTo>
                    <a:pt x="1347" y="15865"/>
                    <a:pt x="1294" y="15876"/>
                    <a:pt x="1273" y="15876"/>
                  </a:cubicBezTo>
                  <a:cubicBezTo>
                    <a:pt x="912" y="15876"/>
                    <a:pt x="615" y="15749"/>
                    <a:pt x="382" y="15494"/>
                  </a:cubicBezTo>
                  <a:cubicBezTo>
                    <a:pt x="127" y="15239"/>
                    <a:pt x="0" y="14932"/>
                    <a:pt x="0" y="14572"/>
                  </a:cubicBezTo>
                  <a:cubicBezTo>
                    <a:pt x="0" y="14253"/>
                    <a:pt x="95" y="13978"/>
                    <a:pt x="286" y="13744"/>
                  </a:cubicBezTo>
                  <a:cubicBezTo>
                    <a:pt x="477" y="13511"/>
                    <a:pt x="721" y="13362"/>
                    <a:pt x="1018" y="13299"/>
                  </a:cubicBezTo>
                  <a:cubicBezTo>
                    <a:pt x="3966" y="12747"/>
                    <a:pt x="6724" y="11485"/>
                    <a:pt x="9290" y="9513"/>
                  </a:cubicBezTo>
                  <a:cubicBezTo>
                    <a:pt x="12747" y="6734"/>
                    <a:pt x="15006" y="3754"/>
                    <a:pt x="16066" y="572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9" name="Freeform 3578">
              <a:extLst>
                <a:ext uri="{FF2B5EF4-FFF2-40B4-BE49-F238E27FC236}">
                  <a16:creationId xmlns:a16="http://schemas.microsoft.com/office/drawing/2014/main" id="{C3855916-9746-BDD5-80FF-0C5DE7D9352F}"/>
                </a:ext>
              </a:extLst>
            </p:cNvPr>
            <p:cNvSpPr/>
            <p:nvPr/>
          </p:nvSpPr>
          <p:spPr>
            <a:xfrm>
              <a:off x="6128527" y="4011024"/>
              <a:ext cx="44508" cy="53703"/>
            </a:xfrm>
            <a:custGeom>
              <a:avLst/>
              <a:gdLst>
                <a:gd name="csX0" fmla="*/ 732 w 44508"/>
                <a:gd name="csY0" fmla="*/ 0 h 53703"/>
                <a:gd name="csX1" fmla="*/ 1622 w 44508"/>
                <a:gd name="csY1" fmla="*/ 222 h 53703"/>
                <a:gd name="csX2" fmla="*/ 1972 w 44508"/>
                <a:gd name="csY2" fmla="*/ 636 h 53703"/>
                <a:gd name="csX3" fmla="*/ 2036 w 44508"/>
                <a:gd name="csY3" fmla="*/ 1431 h 53703"/>
                <a:gd name="csX4" fmla="*/ 5345 w 44508"/>
                <a:gd name="csY4" fmla="*/ 9703 h 53703"/>
                <a:gd name="csX5" fmla="*/ 8622 w 44508"/>
                <a:gd name="csY5" fmla="*/ 12948 h 53703"/>
                <a:gd name="csX6" fmla="*/ 14412 w 44508"/>
                <a:gd name="csY6" fmla="*/ 18293 h 53703"/>
                <a:gd name="csX7" fmla="*/ 19502 w 44508"/>
                <a:gd name="csY7" fmla="*/ 23065 h 53703"/>
                <a:gd name="csX8" fmla="*/ 39609 w 44508"/>
                <a:gd name="csY8" fmla="*/ 14666 h 53703"/>
                <a:gd name="csX9" fmla="*/ 40755 w 44508"/>
                <a:gd name="csY9" fmla="*/ 14189 h 53703"/>
                <a:gd name="csX10" fmla="*/ 41486 w 44508"/>
                <a:gd name="csY10" fmla="*/ 13712 h 53703"/>
                <a:gd name="csX11" fmla="*/ 42028 w 44508"/>
                <a:gd name="csY11" fmla="*/ 13108 h 53703"/>
                <a:gd name="csX12" fmla="*/ 42314 w 44508"/>
                <a:gd name="csY12" fmla="*/ 12217 h 53703"/>
                <a:gd name="csX13" fmla="*/ 42473 w 44508"/>
                <a:gd name="csY13" fmla="*/ 10944 h 53703"/>
                <a:gd name="csX14" fmla="*/ 42504 w 44508"/>
                <a:gd name="csY14" fmla="*/ 9067 h 53703"/>
                <a:gd name="csX15" fmla="*/ 42536 w 44508"/>
                <a:gd name="csY15" fmla="*/ 8526 h 53703"/>
                <a:gd name="csX16" fmla="*/ 42727 w 44508"/>
                <a:gd name="csY16" fmla="*/ 8112 h 53703"/>
                <a:gd name="csX17" fmla="*/ 43268 w 44508"/>
                <a:gd name="csY17" fmla="*/ 7890 h 53703"/>
                <a:gd name="csX18" fmla="*/ 44159 w 44508"/>
                <a:gd name="csY18" fmla="*/ 8144 h 53703"/>
                <a:gd name="csX19" fmla="*/ 44476 w 44508"/>
                <a:gd name="csY19" fmla="*/ 8589 h 53703"/>
                <a:gd name="csX20" fmla="*/ 44508 w 44508"/>
                <a:gd name="csY20" fmla="*/ 9131 h 53703"/>
                <a:gd name="csX21" fmla="*/ 44413 w 44508"/>
                <a:gd name="csY21" fmla="*/ 12757 h 53703"/>
                <a:gd name="csX22" fmla="*/ 44318 w 44508"/>
                <a:gd name="csY22" fmla="*/ 16352 h 53703"/>
                <a:gd name="csX23" fmla="*/ 44508 w 44508"/>
                <a:gd name="csY23" fmla="*/ 24561 h 53703"/>
                <a:gd name="csX24" fmla="*/ 43713 w 44508"/>
                <a:gd name="csY24" fmla="*/ 25547 h 53703"/>
                <a:gd name="csX25" fmla="*/ 43077 w 44508"/>
                <a:gd name="csY25" fmla="*/ 25484 h 53703"/>
                <a:gd name="csX26" fmla="*/ 42727 w 44508"/>
                <a:gd name="csY26" fmla="*/ 25165 h 53703"/>
                <a:gd name="csX27" fmla="*/ 42568 w 44508"/>
                <a:gd name="csY27" fmla="*/ 24783 h 53703"/>
                <a:gd name="csX28" fmla="*/ 42504 w 44508"/>
                <a:gd name="csY28" fmla="*/ 24243 h 53703"/>
                <a:gd name="csX29" fmla="*/ 42028 w 44508"/>
                <a:gd name="csY29" fmla="*/ 22174 h 53703"/>
                <a:gd name="csX30" fmla="*/ 41264 w 44508"/>
                <a:gd name="csY30" fmla="*/ 20870 h 53703"/>
                <a:gd name="csX31" fmla="*/ 40596 w 44508"/>
                <a:gd name="csY31" fmla="*/ 20457 h 53703"/>
                <a:gd name="csX32" fmla="*/ 39673 w 44508"/>
                <a:gd name="csY32" fmla="*/ 20774 h 53703"/>
                <a:gd name="csX33" fmla="*/ 24116 w 44508"/>
                <a:gd name="csY33" fmla="*/ 27360 h 53703"/>
                <a:gd name="csX34" fmla="*/ 30510 w 44508"/>
                <a:gd name="csY34" fmla="*/ 33246 h 53703"/>
                <a:gd name="csX35" fmla="*/ 37541 w 44508"/>
                <a:gd name="csY35" fmla="*/ 39895 h 53703"/>
                <a:gd name="csX36" fmla="*/ 40469 w 44508"/>
                <a:gd name="csY36" fmla="*/ 41645 h 53703"/>
                <a:gd name="csX37" fmla="*/ 42504 w 44508"/>
                <a:gd name="csY37" fmla="*/ 39037 h 53703"/>
                <a:gd name="csX38" fmla="*/ 43205 w 44508"/>
                <a:gd name="csY38" fmla="*/ 38241 h 53703"/>
                <a:gd name="csX39" fmla="*/ 44127 w 44508"/>
                <a:gd name="csY39" fmla="*/ 38495 h 53703"/>
                <a:gd name="csX40" fmla="*/ 44476 w 44508"/>
                <a:gd name="csY40" fmla="*/ 38941 h 53703"/>
                <a:gd name="csX41" fmla="*/ 44508 w 44508"/>
                <a:gd name="csY41" fmla="*/ 39418 h 53703"/>
                <a:gd name="csX42" fmla="*/ 44413 w 44508"/>
                <a:gd name="csY42" fmla="*/ 43077 h 53703"/>
                <a:gd name="csX43" fmla="*/ 44318 w 44508"/>
                <a:gd name="csY43" fmla="*/ 46735 h 53703"/>
                <a:gd name="csX44" fmla="*/ 44413 w 44508"/>
                <a:gd name="csY44" fmla="*/ 49821 h 53703"/>
                <a:gd name="csX45" fmla="*/ 44508 w 44508"/>
                <a:gd name="csY45" fmla="*/ 52844 h 53703"/>
                <a:gd name="csX46" fmla="*/ 44318 w 44508"/>
                <a:gd name="csY46" fmla="*/ 53448 h 53703"/>
                <a:gd name="csX47" fmla="*/ 43936 w 44508"/>
                <a:gd name="csY47" fmla="*/ 53671 h 53703"/>
                <a:gd name="csX48" fmla="*/ 43777 w 44508"/>
                <a:gd name="csY48" fmla="*/ 53703 h 53703"/>
                <a:gd name="csX49" fmla="*/ 43077 w 44508"/>
                <a:gd name="csY49" fmla="*/ 53639 h 53703"/>
                <a:gd name="csX50" fmla="*/ 42695 w 44508"/>
                <a:gd name="csY50" fmla="*/ 53289 h 53703"/>
                <a:gd name="csX51" fmla="*/ 42568 w 44508"/>
                <a:gd name="csY51" fmla="*/ 52876 h 53703"/>
                <a:gd name="csX52" fmla="*/ 42504 w 44508"/>
                <a:gd name="csY52" fmla="*/ 52271 h 53703"/>
                <a:gd name="csX53" fmla="*/ 41295 w 44508"/>
                <a:gd name="csY53" fmla="*/ 47277 h 53703"/>
                <a:gd name="csX54" fmla="*/ 37796 w 44508"/>
                <a:gd name="csY54" fmla="*/ 42695 h 53703"/>
                <a:gd name="csX55" fmla="*/ 37446 w 44508"/>
                <a:gd name="csY55" fmla="*/ 42281 h 53703"/>
                <a:gd name="csX56" fmla="*/ 37096 w 44508"/>
                <a:gd name="csY56" fmla="*/ 41836 h 53703"/>
                <a:gd name="csX57" fmla="*/ 22302 w 44508"/>
                <a:gd name="csY57" fmla="*/ 28092 h 53703"/>
                <a:gd name="csX58" fmla="*/ 4104 w 44508"/>
                <a:gd name="csY58" fmla="*/ 35791 h 53703"/>
                <a:gd name="csX59" fmla="*/ 2927 w 44508"/>
                <a:gd name="csY59" fmla="*/ 36460 h 53703"/>
                <a:gd name="csX60" fmla="*/ 2291 w 44508"/>
                <a:gd name="csY60" fmla="*/ 37764 h 53703"/>
                <a:gd name="csX61" fmla="*/ 2036 w 44508"/>
                <a:gd name="csY61" fmla="*/ 40659 h 53703"/>
                <a:gd name="csX62" fmla="*/ 2004 w 44508"/>
                <a:gd name="csY62" fmla="*/ 41454 h 53703"/>
                <a:gd name="csX63" fmla="*/ 1813 w 44508"/>
                <a:gd name="csY63" fmla="*/ 41932 h 53703"/>
                <a:gd name="csX64" fmla="*/ 1304 w 44508"/>
                <a:gd name="csY64" fmla="*/ 42154 h 53703"/>
                <a:gd name="csX65" fmla="*/ 414 w 44508"/>
                <a:gd name="csY65" fmla="*/ 41932 h 53703"/>
                <a:gd name="csX66" fmla="*/ 64 w 44508"/>
                <a:gd name="csY66" fmla="*/ 41486 h 53703"/>
                <a:gd name="csX67" fmla="*/ 0 w 44508"/>
                <a:gd name="csY67" fmla="*/ 40977 h 53703"/>
                <a:gd name="csX68" fmla="*/ 95 w 44508"/>
                <a:gd name="csY68" fmla="*/ 37350 h 53703"/>
                <a:gd name="csX69" fmla="*/ 191 w 44508"/>
                <a:gd name="csY69" fmla="*/ 33692 h 53703"/>
                <a:gd name="csX70" fmla="*/ 95 w 44508"/>
                <a:gd name="csY70" fmla="*/ 29588 h 53703"/>
                <a:gd name="csX71" fmla="*/ 0 w 44508"/>
                <a:gd name="csY71" fmla="*/ 25484 h 53703"/>
                <a:gd name="csX72" fmla="*/ 795 w 44508"/>
                <a:gd name="csY72" fmla="*/ 24497 h 53703"/>
                <a:gd name="csX73" fmla="*/ 1591 w 44508"/>
                <a:gd name="csY73" fmla="*/ 24720 h 53703"/>
                <a:gd name="csX74" fmla="*/ 1941 w 44508"/>
                <a:gd name="csY74" fmla="*/ 25165 h 53703"/>
                <a:gd name="csX75" fmla="*/ 2036 w 44508"/>
                <a:gd name="csY75" fmla="*/ 25801 h 53703"/>
                <a:gd name="csX76" fmla="*/ 2577 w 44508"/>
                <a:gd name="csY76" fmla="*/ 27997 h 53703"/>
                <a:gd name="csX77" fmla="*/ 3341 w 44508"/>
                <a:gd name="csY77" fmla="*/ 29301 h 53703"/>
                <a:gd name="csX78" fmla="*/ 3913 w 44508"/>
                <a:gd name="csY78" fmla="*/ 29651 h 53703"/>
                <a:gd name="csX79" fmla="*/ 4772 w 44508"/>
                <a:gd name="csY79" fmla="*/ 29333 h 53703"/>
                <a:gd name="csX80" fmla="*/ 17721 w 44508"/>
                <a:gd name="csY80" fmla="*/ 23861 h 53703"/>
                <a:gd name="csX81" fmla="*/ 6395 w 44508"/>
                <a:gd name="csY81" fmla="*/ 13298 h 53703"/>
                <a:gd name="csX82" fmla="*/ 4040 w 44508"/>
                <a:gd name="csY82" fmla="*/ 12058 h 53703"/>
                <a:gd name="csX83" fmla="*/ 2036 w 44508"/>
                <a:gd name="csY83" fmla="*/ 14666 h 53703"/>
                <a:gd name="csX84" fmla="*/ 1304 w 44508"/>
                <a:gd name="csY84" fmla="*/ 15461 h 53703"/>
                <a:gd name="csX85" fmla="*/ 414 w 44508"/>
                <a:gd name="csY85" fmla="*/ 15207 h 53703"/>
                <a:gd name="csX86" fmla="*/ 64 w 44508"/>
                <a:gd name="csY86" fmla="*/ 14762 h 53703"/>
                <a:gd name="csX87" fmla="*/ 0 w 44508"/>
                <a:gd name="csY87" fmla="*/ 14220 h 53703"/>
                <a:gd name="csX88" fmla="*/ 95 w 44508"/>
                <a:gd name="csY88" fmla="*/ 10626 h 53703"/>
                <a:gd name="csX89" fmla="*/ 191 w 44508"/>
                <a:gd name="csY89" fmla="*/ 6967 h 53703"/>
                <a:gd name="csX90" fmla="*/ 95 w 44508"/>
                <a:gd name="csY90" fmla="*/ 3881 h 53703"/>
                <a:gd name="csX91" fmla="*/ 0 w 44508"/>
                <a:gd name="csY91" fmla="*/ 859 h 53703"/>
                <a:gd name="csX92" fmla="*/ 191 w 44508"/>
                <a:gd name="csY92" fmla="*/ 254 h 53703"/>
                <a:gd name="csX93" fmla="*/ 541 w 44508"/>
                <a:gd name="csY93" fmla="*/ 31 h 53703"/>
                <a:gd name="csX94" fmla="*/ 732 w 44508"/>
                <a:gd name="csY94" fmla="*/ 0 h 5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44508" h="53703">
                  <a:moveTo>
                    <a:pt x="732" y="0"/>
                  </a:moveTo>
                  <a:cubicBezTo>
                    <a:pt x="1113" y="0"/>
                    <a:pt x="1410" y="74"/>
                    <a:pt x="1622" y="222"/>
                  </a:cubicBezTo>
                  <a:cubicBezTo>
                    <a:pt x="1813" y="350"/>
                    <a:pt x="1930" y="487"/>
                    <a:pt x="1972" y="636"/>
                  </a:cubicBezTo>
                  <a:cubicBezTo>
                    <a:pt x="1994" y="784"/>
                    <a:pt x="2015" y="1049"/>
                    <a:pt x="2036" y="1431"/>
                  </a:cubicBezTo>
                  <a:cubicBezTo>
                    <a:pt x="2185" y="4464"/>
                    <a:pt x="3288" y="7221"/>
                    <a:pt x="5345" y="9703"/>
                  </a:cubicBezTo>
                  <a:cubicBezTo>
                    <a:pt x="5875" y="10318"/>
                    <a:pt x="6967" y="11400"/>
                    <a:pt x="8622" y="12948"/>
                  </a:cubicBezTo>
                  <a:cubicBezTo>
                    <a:pt x="10276" y="14476"/>
                    <a:pt x="12206" y="16257"/>
                    <a:pt x="14412" y="18293"/>
                  </a:cubicBezTo>
                  <a:cubicBezTo>
                    <a:pt x="16618" y="20308"/>
                    <a:pt x="18315" y="21899"/>
                    <a:pt x="19502" y="23065"/>
                  </a:cubicBezTo>
                  <a:lnTo>
                    <a:pt x="39609" y="14666"/>
                  </a:lnTo>
                  <a:cubicBezTo>
                    <a:pt x="40139" y="14433"/>
                    <a:pt x="40521" y="14274"/>
                    <a:pt x="40755" y="14189"/>
                  </a:cubicBezTo>
                  <a:cubicBezTo>
                    <a:pt x="40967" y="14083"/>
                    <a:pt x="41211" y="13924"/>
                    <a:pt x="41486" y="13712"/>
                  </a:cubicBezTo>
                  <a:cubicBezTo>
                    <a:pt x="41762" y="13479"/>
                    <a:pt x="41942" y="13277"/>
                    <a:pt x="42028" y="13108"/>
                  </a:cubicBezTo>
                  <a:cubicBezTo>
                    <a:pt x="42112" y="12917"/>
                    <a:pt x="42208" y="12620"/>
                    <a:pt x="42314" y="12217"/>
                  </a:cubicBezTo>
                  <a:cubicBezTo>
                    <a:pt x="42399" y="11793"/>
                    <a:pt x="42452" y="11368"/>
                    <a:pt x="42473" y="10944"/>
                  </a:cubicBezTo>
                  <a:cubicBezTo>
                    <a:pt x="42473" y="10498"/>
                    <a:pt x="42483" y="9873"/>
                    <a:pt x="42504" y="9067"/>
                  </a:cubicBezTo>
                  <a:cubicBezTo>
                    <a:pt x="42504" y="8812"/>
                    <a:pt x="42515" y="8632"/>
                    <a:pt x="42536" y="8526"/>
                  </a:cubicBezTo>
                  <a:cubicBezTo>
                    <a:pt x="42536" y="8399"/>
                    <a:pt x="42600" y="8261"/>
                    <a:pt x="42727" y="8112"/>
                  </a:cubicBezTo>
                  <a:cubicBezTo>
                    <a:pt x="42833" y="7964"/>
                    <a:pt x="43013" y="7890"/>
                    <a:pt x="43268" y="7890"/>
                  </a:cubicBezTo>
                  <a:cubicBezTo>
                    <a:pt x="43650" y="7890"/>
                    <a:pt x="43947" y="7975"/>
                    <a:pt x="44159" y="8144"/>
                  </a:cubicBezTo>
                  <a:cubicBezTo>
                    <a:pt x="44350" y="8293"/>
                    <a:pt x="44456" y="8441"/>
                    <a:pt x="44476" y="8589"/>
                  </a:cubicBezTo>
                  <a:cubicBezTo>
                    <a:pt x="44498" y="8717"/>
                    <a:pt x="44508" y="8897"/>
                    <a:pt x="44508" y="9131"/>
                  </a:cubicBezTo>
                  <a:cubicBezTo>
                    <a:pt x="44508" y="9682"/>
                    <a:pt x="44477" y="10891"/>
                    <a:pt x="44413" y="12757"/>
                  </a:cubicBezTo>
                  <a:cubicBezTo>
                    <a:pt x="44350" y="14624"/>
                    <a:pt x="44318" y="15822"/>
                    <a:pt x="44318" y="16352"/>
                  </a:cubicBezTo>
                  <a:lnTo>
                    <a:pt x="44508" y="24561"/>
                  </a:lnTo>
                  <a:cubicBezTo>
                    <a:pt x="44508" y="25218"/>
                    <a:pt x="44243" y="25547"/>
                    <a:pt x="43713" y="25547"/>
                  </a:cubicBezTo>
                  <a:cubicBezTo>
                    <a:pt x="43437" y="25547"/>
                    <a:pt x="43226" y="25526"/>
                    <a:pt x="43077" y="25484"/>
                  </a:cubicBezTo>
                  <a:cubicBezTo>
                    <a:pt x="42907" y="25420"/>
                    <a:pt x="42791" y="25314"/>
                    <a:pt x="42727" y="25165"/>
                  </a:cubicBezTo>
                  <a:cubicBezTo>
                    <a:pt x="42642" y="25017"/>
                    <a:pt x="42589" y="24889"/>
                    <a:pt x="42568" y="24783"/>
                  </a:cubicBezTo>
                  <a:cubicBezTo>
                    <a:pt x="42547" y="24677"/>
                    <a:pt x="42525" y="24497"/>
                    <a:pt x="42504" y="24243"/>
                  </a:cubicBezTo>
                  <a:cubicBezTo>
                    <a:pt x="42419" y="23458"/>
                    <a:pt x="42261" y="22768"/>
                    <a:pt x="42028" y="22174"/>
                  </a:cubicBezTo>
                  <a:cubicBezTo>
                    <a:pt x="41773" y="21559"/>
                    <a:pt x="41518" y="21124"/>
                    <a:pt x="41264" y="20870"/>
                  </a:cubicBezTo>
                  <a:cubicBezTo>
                    <a:pt x="41009" y="20595"/>
                    <a:pt x="40786" y="20457"/>
                    <a:pt x="40596" y="20457"/>
                  </a:cubicBezTo>
                  <a:lnTo>
                    <a:pt x="39673" y="20774"/>
                  </a:lnTo>
                  <a:lnTo>
                    <a:pt x="24116" y="27360"/>
                  </a:lnTo>
                  <a:lnTo>
                    <a:pt x="30510" y="33246"/>
                  </a:lnTo>
                  <a:lnTo>
                    <a:pt x="37541" y="39895"/>
                  </a:lnTo>
                  <a:cubicBezTo>
                    <a:pt x="38793" y="41062"/>
                    <a:pt x="39768" y="41645"/>
                    <a:pt x="40469" y="41645"/>
                  </a:cubicBezTo>
                  <a:cubicBezTo>
                    <a:pt x="41635" y="41645"/>
                    <a:pt x="42313" y="40776"/>
                    <a:pt x="42504" y="39037"/>
                  </a:cubicBezTo>
                  <a:cubicBezTo>
                    <a:pt x="42547" y="38506"/>
                    <a:pt x="42780" y="38241"/>
                    <a:pt x="43205" y="38241"/>
                  </a:cubicBezTo>
                  <a:cubicBezTo>
                    <a:pt x="43607" y="38241"/>
                    <a:pt x="43915" y="38326"/>
                    <a:pt x="44127" y="38495"/>
                  </a:cubicBezTo>
                  <a:cubicBezTo>
                    <a:pt x="44318" y="38644"/>
                    <a:pt x="44434" y="38792"/>
                    <a:pt x="44476" y="38941"/>
                  </a:cubicBezTo>
                  <a:cubicBezTo>
                    <a:pt x="44498" y="39068"/>
                    <a:pt x="44508" y="39227"/>
                    <a:pt x="44508" y="39418"/>
                  </a:cubicBezTo>
                  <a:cubicBezTo>
                    <a:pt x="44508" y="40203"/>
                    <a:pt x="44477" y="41423"/>
                    <a:pt x="44413" y="43077"/>
                  </a:cubicBezTo>
                  <a:cubicBezTo>
                    <a:pt x="44350" y="44710"/>
                    <a:pt x="44318" y="45929"/>
                    <a:pt x="44318" y="46735"/>
                  </a:cubicBezTo>
                  <a:cubicBezTo>
                    <a:pt x="44318" y="47414"/>
                    <a:pt x="44350" y="48443"/>
                    <a:pt x="44413" y="49821"/>
                  </a:cubicBezTo>
                  <a:cubicBezTo>
                    <a:pt x="44477" y="51200"/>
                    <a:pt x="44508" y="52207"/>
                    <a:pt x="44508" y="52844"/>
                  </a:cubicBezTo>
                  <a:cubicBezTo>
                    <a:pt x="44508" y="53099"/>
                    <a:pt x="44445" y="53300"/>
                    <a:pt x="44318" y="53448"/>
                  </a:cubicBezTo>
                  <a:cubicBezTo>
                    <a:pt x="44191" y="53597"/>
                    <a:pt x="44063" y="53671"/>
                    <a:pt x="43936" y="53671"/>
                  </a:cubicBezTo>
                  <a:lnTo>
                    <a:pt x="43777" y="53703"/>
                  </a:lnTo>
                  <a:cubicBezTo>
                    <a:pt x="43480" y="53703"/>
                    <a:pt x="43247" y="53682"/>
                    <a:pt x="43077" y="53639"/>
                  </a:cubicBezTo>
                  <a:cubicBezTo>
                    <a:pt x="42907" y="53576"/>
                    <a:pt x="42780" y="53459"/>
                    <a:pt x="42695" y="53289"/>
                  </a:cubicBezTo>
                  <a:cubicBezTo>
                    <a:pt x="42610" y="53098"/>
                    <a:pt x="42568" y="52960"/>
                    <a:pt x="42568" y="52876"/>
                  </a:cubicBezTo>
                  <a:cubicBezTo>
                    <a:pt x="42547" y="52791"/>
                    <a:pt x="42525" y="52590"/>
                    <a:pt x="42504" y="52271"/>
                  </a:cubicBezTo>
                  <a:cubicBezTo>
                    <a:pt x="42398" y="50469"/>
                    <a:pt x="41995" y="48804"/>
                    <a:pt x="41295" y="47277"/>
                  </a:cubicBezTo>
                  <a:cubicBezTo>
                    <a:pt x="40595" y="45728"/>
                    <a:pt x="39429" y="44201"/>
                    <a:pt x="37796" y="42695"/>
                  </a:cubicBezTo>
                  <a:cubicBezTo>
                    <a:pt x="37690" y="42568"/>
                    <a:pt x="37573" y="42430"/>
                    <a:pt x="37446" y="42281"/>
                  </a:cubicBezTo>
                  <a:cubicBezTo>
                    <a:pt x="37319" y="42112"/>
                    <a:pt x="37202" y="41963"/>
                    <a:pt x="37096" y="41836"/>
                  </a:cubicBezTo>
                  <a:lnTo>
                    <a:pt x="22302" y="28092"/>
                  </a:lnTo>
                  <a:lnTo>
                    <a:pt x="4104" y="35791"/>
                  </a:lnTo>
                  <a:cubicBezTo>
                    <a:pt x="3553" y="36025"/>
                    <a:pt x="3160" y="36248"/>
                    <a:pt x="2927" y="36460"/>
                  </a:cubicBezTo>
                  <a:cubicBezTo>
                    <a:pt x="2672" y="36672"/>
                    <a:pt x="2460" y="37106"/>
                    <a:pt x="2291" y="37764"/>
                  </a:cubicBezTo>
                  <a:cubicBezTo>
                    <a:pt x="2121" y="38421"/>
                    <a:pt x="2036" y="39387"/>
                    <a:pt x="2036" y="40659"/>
                  </a:cubicBezTo>
                  <a:cubicBezTo>
                    <a:pt x="2036" y="41020"/>
                    <a:pt x="2025" y="41285"/>
                    <a:pt x="2004" y="41454"/>
                  </a:cubicBezTo>
                  <a:cubicBezTo>
                    <a:pt x="1983" y="41624"/>
                    <a:pt x="1919" y="41783"/>
                    <a:pt x="1813" y="41932"/>
                  </a:cubicBezTo>
                  <a:cubicBezTo>
                    <a:pt x="1707" y="42080"/>
                    <a:pt x="1538" y="42154"/>
                    <a:pt x="1304" y="42154"/>
                  </a:cubicBezTo>
                  <a:cubicBezTo>
                    <a:pt x="901" y="42154"/>
                    <a:pt x="604" y="42080"/>
                    <a:pt x="414" y="41932"/>
                  </a:cubicBezTo>
                  <a:cubicBezTo>
                    <a:pt x="201" y="41762"/>
                    <a:pt x="85" y="41613"/>
                    <a:pt x="64" y="41486"/>
                  </a:cubicBezTo>
                  <a:cubicBezTo>
                    <a:pt x="21" y="41338"/>
                    <a:pt x="0" y="41168"/>
                    <a:pt x="0" y="40977"/>
                  </a:cubicBezTo>
                  <a:cubicBezTo>
                    <a:pt x="0" y="40447"/>
                    <a:pt x="32" y="39238"/>
                    <a:pt x="95" y="37350"/>
                  </a:cubicBezTo>
                  <a:cubicBezTo>
                    <a:pt x="159" y="35462"/>
                    <a:pt x="191" y="34243"/>
                    <a:pt x="191" y="33692"/>
                  </a:cubicBezTo>
                  <a:cubicBezTo>
                    <a:pt x="191" y="32780"/>
                    <a:pt x="159" y="31412"/>
                    <a:pt x="95" y="29588"/>
                  </a:cubicBezTo>
                  <a:cubicBezTo>
                    <a:pt x="32" y="27742"/>
                    <a:pt x="0" y="26374"/>
                    <a:pt x="0" y="25484"/>
                  </a:cubicBezTo>
                  <a:cubicBezTo>
                    <a:pt x="0" y="24826"/>
                    <a:pt x="265" y="24497"/>
                    <a:pt x="795" y="24497"/>
                  </a:cubicBezTo>
                  <a:cubicBezTo>
                    <a:pt x="1135" y="24497"/>
                    <a:pt x="1400" y="24571"/>
                    <a:pt x="1591" y="24720"/>
                  </a:cubicBezTo>
                  <a:cubicBezTo>
                    <a:pt x="1782" y="24868"/>
                    <a:pt x="1898" y="25017"/>
                    <a:pt x="1941" y="25165"/>
                  </a:cubicBezTo>
                  <a:cubicBezTo>
                    <a:pt x="1983" y="25314"/>
                    <a:pt x="2015" y="25525"/>
                    <a:pt x="2036" y="25801"/>
                  </a:cubicBezTo>
                  <a:cubicBezTo>
                    <a:pt x="2121" y="26628"/>
                    <a:pt x="2301" y="27360"/>
                    <a:pt x="2577" y="27997"/>
                  </a:cubicBezTo>
                  <a:cubicBezTo>
                    <a:pt x="2832" y="28612"/>
                    <a:pt x="3086" y="29047"/>
                    <a:pt x="3341" y="29301"/>
                  </a:cubicBezTo>
                  <a:cubicBezTo>
                    <a:pt x="3574" y="29534"/>
                    <a:pt x="3765" y="29651"/>
                    <a:pt x="3913" y="29651"/>
                  </a:cubicBezTo>
                  <a:lnTo>
                    <a:pt x="4772" y="29333"/>
                  </a:lnTo>
                  <a:lnTo>
                    <a:pt x="17721" y="23861"/>
                  </a:lnTo>
                  <a:lnTo>
                    <a:pt x="6395" y="13298"/>
                  </a:lnTo>
                  <a:cubicBezTo>
                    <a:pt x="5461" y="12471"/>
                    <a:pt x="4677" y="12058"/>
                    <a:pt x="4040" y="12058"/>
                  </a:cubicBezTo>
                  <a:cubicBezTo>
                    <a:pt x="2895" y="12058"/>
                    <a:pt x="2227" y="12927"/>
                    <a:pt x="2036" y="14666"/>
                  </a:cubicBezTo>
                  <a:cubicBezTo>
                    <a:pt x="1951" y="15196"/>
                    <a:pt x="1707" y="15461"/>
                    <a:pt x="1304" y="15461"/>
                  </a:cubicBezTo>
                  <a:cubicBezTo>
                    <a:pt x="901" y="15461"/>
                    <a:pt x="604" y="15377"/>
                    <a:pt x="414" y="15207"/>
                  </a:cubicBezTo>
                  <a:cubicBezTo>
                    <a:pt x="201" y="15038"/>
                    <a:pt x="85" y="14889"/>
                    <a:pt x="64" y="14762"/>
                  </a:cubicBezTo>
                  <a:cubicBezTo>
                    <a:pt x="21" y="14613"/>
                    <a:pt x="0" y="14433"/>
                    <a:pt x="0" y="14220"/>
                  </a:cubicBezTo>
                  <a:cubicBezTo>
                    <a:pt x="0" y="13436"/>
                    <a:pt x="32" y="12238"/>
                    <a:pt x="95" y="10626"/>
                  </a:cubicBezTo>
                  <a:cubicBezTo>
                    <a:pt x="159" y="8993"/>
                    <a:pt x="191" y="7773"/>
                    <a:pt x="191" y="6967"/>
                  </a:cubicBezTo>
                  <a:cubicBezTo>
                    <a:pt x="191" y="6289"/>
                    <a:pt x="159" y="5260"/>
                    <a:pt x="95" y="3881"/>
                  </a:cubicBezTo>
                  <a:cubicBezTo>
                    <a:pt x="32" y="2503"/>
                    <a:pt x="0" y="1495"/>
                    <a:pt x="0" y="859"/>
                  </a:cubicBezTo>
                  <a:cubicBezTo>
                    <a:pt x="0" y="604"/>
                    <a:pt x="64" y="403"/>
                    <a:pt x="191" y="254"/>
                  </a:cubicBezTo>
                  <a:cubicBezTo>
                    <a:pt x="297" y="105"/>
                    <a:pt x="414" y="31"/>
                    <a:pt x="541" y="31"/>
                  </a:cubicBezTo>
                  <a:lnTo>
                    <a:pt x="732" y="0"/>
                  </a:ln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0" name="Freeform 3579">
              <a:extLst>
                <a:ext uri="{FF2B5EF4-FFF2-40B4-BE49-F238E27FC236}">
                  <a16:creationId xmlns:a16="http://schemas.microsoft.com/office/drawing/2014/main" id="{5C174F8C-58D1-8533-87F9-07F01A064117}"/>
                </a:ext>
              </a:extLst>
            </p:cNvPr>
            <p:cNvSpPr/>
            <p:nvPr/>
          </p:nvSpPr>
          <p:spPr>
            <a:xfrm>
              <a:off x="6074892" y="3979796"/>
              <a:ext cx="93080" cy="21589"/>
            </a:xfrm>
            <a:custGeom>
              <a:avLst/>
              <a:gdLst>
                <a:gd name="csX0" fmla="*/ 46540 w 93080"/>
                <a:gd name="csY0" fmla="*/ 21589 h 21589"/>
                <a:gd name="csX1" fmla="*/ 18134 w 93080"/>
                <a:gd name="csY1" fmla="*/ 15726 h 21589"/>
                <a:gd name="csX2" fmla="*/ 8363 w 93080"/>
                <a:gd name="csY2" fmla="*/ 9726 h 21589"/>
                <a:gd name="csX3" fmla="*/ 1954 w 93080"/>
                <a:gd name="csY3" fmla="*/ 3909 h 21589"/>
                <a:gd name="csX4" fmla="*/ 0 w 93080"/>
                <a:gd name="csY4" fmla="*/ 955 h 21589"/>
                <a:gd name="csX5" fmla="*/ 909 w 93080"/>
                <a:gd name="csY5" fmla="*/ 0 h 21589"/>
                <a:gd name="csX6" fmla="*/ 2500 w 93080"/>
                <a:gd name="csY6" fmla="*/ 1227 h 21589"/>
                <a:gd name="csX7" fmla="*/ 46540 w 93080"/>
                <a:gd name="csY7" fmla="*/ 16180 h 21589"/>
                <a:gd name="csX8" fmla="*/ 90081 w 93080"/>
                <a:gd name="csY8" fmla="*/ 1591 h 21589"/>
                <a:gd name="csX9" fmla="*/ 92172 w 93080"/>
                <a:gd name="csY9" fmla="*/ 0 h 21589"/>
                <a:gd name="csX10" fmla="*/ 93081 w 93080"/>
                <a:gd name="csY10" fmla="*/ 955 h 21589"/>
                <a:gd name="csX11" fmla="*/ 91217 w 93080"/>
                <a:gd name="csY11" fmla="*/ 3818 h 21589"/>
                <a:gd name="csX12" fmla="*/ 85082 w 93080"/>
                <a:gd name="csY12" fmla="*/ 9499 h 21589"/>
                <a:gd name="csX13" fmla="*/ 75583 w 93080"/>
                <a:gd name="csY13" fmla="*/ 15454 h 21589"/>
                <a:gd name="csX14" fmla="*/ 46540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46540" y="21589"/>
                  </a:moveTo>
                  <a:cubicBezTo>
                    <a:pt x="36057" y="21589"/>
                    <a:pt x="26588" y="19635"/>
                    <a:pt x="18134" y="15726"/>
                  </a:cubicBezTo>
                  <a:cubicBezTo>
                    <a:pt x="14589" y="14059"/>
                    <a:pt x="11332" y="12059"/>
                    <a:pt x="8363" y="9726"/>
                  </a:cubicBezTo>
                  <a:cubicBezTo>
                    <a:pt x="5393" y="7393"/>
                    <a:pt x="3257" y="5454"/>
                    <a:pt x="1954" y="3909"/>
                  </a:cubicBezTo>
                  <a:cubicBezTo>
                    <a:pt x="651" y="2364"/>
                    <a:pt x="0" y="1379"/>
                    <a:pt x="0" y="955"/>
                  </a:cubicBezTo>
                  <a:cubicBezTo>
                    <a:pt x="0" y="349"/>
                    <a:pt x="303" y="30"/>
                    <a:pt x="909" y="0"/>
                  </a:cubicBezTo>
                  <a:cubicBezTo>
                    <a:pt x="1212" y="0"/>
                    <a:pt x="1742" y="409"/>
                    <a:pt x="2500" y="1227"/>
                  </a:cubicBezTo>
                  <a:cubicBezTo>
                    <a:pt x="12680" y="11226"/>
                    <a:pt x="27361" y="16211"/>
                    <a:pt x="46540" y="16180"/>
                  </a:cubicBezTo>
                  <a:cubicBezTo>
                    <a:pt x="65781" y="16180"/>
                    <a:pt x="80294" y="11317"/>
                    <a:pt x="90081" y="1591"/>
                  </a:cubicBezTo>
                  <a:cubicBezTo>
                    <a:pt x="91142" y="530"/>
                    <a:pt x="91839" y="0"/>
                    <a:pt x="92172" y="0"/>
                  </a:cubicBezTo>
                  <a:cubicBezTo>
                    <a:pt x="92778" y="0"/>
                    <a:pt x="93081" y="318"/>
                    <a:pt x="93081" y="955"/>
                  </a:cubicBezTo>
                  <a:cubicBezTo>
                    <a:pt x="93081" y="1379"/>
                    <a:pt x="92460" y="2333"/>
                    <a:pt x="91217" y="3818"/>
                  </a:cubicBezTo>
                  <a:cubicBezTo>
                    <a:pt x="89975" y="5303"/>
                    <a:pt x="87930" y="7197"/>
                    <a:pt x="85082" y="9499"/>
                  </a:cubicBezTo>
                  <a:cubicBezTo>
                    <a:pt x="82233" y="11802"/>
                    <a:pt x="79067" y="13787"/>
                    <a:pt x="75583" y="15454"/>
                  </a:cubicBezTo>
                  <a:cubicBezTo>
                    <a:pt x="67129" y="19544"/>
                    <a:pt x="57448" y="21589"/>
                    <a:pt x="46540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1" name="Freeform 3580">
              <a:extLst>
                <a:ext uri="{FF2B5EF4-FFF2-40B4-BE49-F238E27FC236}">
                  <a16:creationId xmlns:a16="http://schemas.microsoft.com/office/drawing/2014/main" id="{599D8E33-62E5-858B-9BA7-D05425B99B23}"/>
                </a:ext>
              </a:extLst>
            </p:cNvPr>
            <p:cNvSpPr/>
            <p:nvPr/>
          </p:nvSpPr>
          <p:spPr>
            <a:xfrm>
              <a:off x="6103571" y="3926366"/>
              <a:ext cx="42177" cy="46358"/>
            </a:xfrm>
            <a:custGeom>
              <a:avLst/>
              <a:gdLst>
                <a:gd name="csX0" fmla="*/ 6136 w 42177"/>
                <a:gd name="csY0" fmla="*/ 0 h 46358"/>
                <a:gd name="csX1" fmla="*/ 10135 w 42177"/>
                <a:gd name="csY1" fmla="*/ 1590 h 46358"/>
                <a:gd name="csX2" fmla="*/ 11544 w 42177"/>
                <a:gd name="csY2" fmla="*/ 5000 h 46358"/>
                <a:gd name="csX3" fmla="*/ 10544 w 42177"/>
                <a:gd name="csY3" fmla="*/ 7636 h 46358"/>
                <a:gd name="csX4" fmla="*/ 8272 w 42177"/>
                <a:gd name="csY4" fmla="*/ 8545 h 46358"/>
                <a:gd name="csX5" fmla="*/ 5045 w 42177"/>
                <a:gd name="csY5" fmla="*/ 7272 h 46358"/>
                <a:gd name="csX6" fmla="*/ 3227 w 42177"/>
                <a:gd name="csY6" fmla="*/ 4090 h 46358"/>
                <a:gd name="csX7" fmla="*/ 2045 w 42177"/>
                <a:gd name="csY7" fmla="*/ 8726 h 46358"/>
                <a:gd name="csX8" fmla="*/ 3000 w 42177"/>
                <a:gd name="csY8" fmla="*/ 12134 h 46358"/>
                <a:gd name="csX9" fmla="*/ 5181 w 42177"/>
                <a:gd name="csY9" fmla="*/ 14635 h 46358"/>
                <a:gd name="csX10" fmla="*/ 8181 w 42177"/>
                <a:gd name="csY10" fmla="*/ 16362 h 46358"/>
                <a:gd name="csX11" fmla="*/ 10953 w 42177"/>
                <a:gd name="csY11" fmla="*/ 17452 h 46358"/>
                <a:gd name="csX12" fmla="*/ 13044 w 42177"/>
                <a:gd name="csY12" fmla="*/ 17953 h 46358"/>
                <a:gd name="csX13" fmla="*/ 25770 w 42177"/>
                <a:gd name="csY13" fmla="*/ 21134 h 46358"/>
                <a:gd name="csX14" fmla="*/ 33951 w 42177"/>
                <a:gd name="csY14" fmla="*/ 22679 h 46358"/>
                <a:gd name="csX15" fmla="*/ 38359 w 42177"/>
                <a:gd name="csY15" fmla="*/ 21407 h 46358"/>
                <a:gd name="csX16" fmla="*/ 40087 w 42177"/>
                <a:gd name="csY16" fmla="*/ 17589 h 46358"/>
                <a:gd name="csX17" fmla="*/ 39814 w 42177"/>
                <a:gd name="csY17" fmla="*/ 15453 h 46358"/>
                <a:gd name="csX18" fmla="*/ 38678 w 42177"/>
                <a:gd name="csY18" fmla="*/ 12862 h 46358"/>
                <a:gd name="csX19" fmla="*/ 36541 w 42177"/>
                <a:gd name="csY19" fmla="*/ 10045 h 46358"/>
                <a:gd name="csX20" fmla="*/ 32996 w 42177"/>
                <a:gd name="csY20" fmla="*/ 7363 h 46358"/>
                <a:gd name="csX21" fmla="*/ 27906 w 42177"/>
                <a:gd name="csY21" fmla="*/ 5181 h 46358"/>
                <a:gd name="csX22" fmla="*/ 26906 w 42177"/>
                <a:gd name="csY22" fmla="*/ 3999 h 46358"/>
                <a:gd name="csX23" fmla="*/ 27815 w 42177"/>
                <a:gd name="csY23" fmla="*/ 2863 h 46358"/>
                <a:gd name="csX24" fmla="*/ 30224 w 42177"/>
                <a:gd name="csY24" fmla="*/ 3500 h 46358"/>
                <a:gd name="csX25" fmla="*/ 33905 w 42177"/>
                <a:gd name="csY25" fmla="*/ 5408 h 46358"/>
                <a:gd name="csX26" fmla="*/ 37814 w 42177"/>
                <a:gd name="csY26" fmla="*/ 8362 h 46358"/>
                <a:gd name="csX27" fmla="*/ 40905 w 42177"/>
                <a:gd name="csY27" fmla="*/ 12544 h 46358"/>
                <a:gd name="csX28" fmla="*/ 42177 w 42177"/>
                <a:gd name="csY28" fmla="*/ 17770 h 46358"/>
                <a:gd name="csX29" fmla="*/ 40087 w 42177"/>
                <a:gd name="csY29" fmla="*/ 24270 h 46358"/>
                <a:gd name="csX30" fmla="*/ 35087 w 42177"/>
                <a:gd name="csY30" fmla="*/ 27815 h 46358"/>
                <a:gd name="csX31" fmla="*/ 36042 w 42177"/>
                <a:gd name="csY31" fmla="*/ 28360 h 46358"/>
                <a:gd name="csX32" fmla="*/ 37814 w 42177"/>
                <a:gd name="csY32" fmla="*/ 29633 h 46358"/>
                <a:gd name="csX33" fmla="*/ 39905 w 42177"/>
                <a:gd name="csY33" fmla="*/ 31587 h 46358"/>
                <a:gd name="csX34" fmla="*/ 41450 w 42177"/>
                <a:gd name="csY34" fmla="*/ 34269 h 46358"/>
                <a:gd name="csX35" fmla="*/ 42177 w 42177"/>
                <a:gd name="csY35" fmla="*/ 37587 h 46358"/>
                <a:gd name="csX36" fmla="*/ 41541 w 42177"/>
                <a:gd name="csY36" fmla="*/ 41722 h 46358"/>
                <a:gd name="csX37" fmla="*/ 39450 w 42177"/>
                <a:gd name="csY37" fmla="*/ 44995 h 46358"/>
                <a:gd name="csX38" fmla="*/ 35996 w 42177"/>
                <a:gd name="csY38" fmla="*/ 46359 h 46358"/>
                <a:gd name="csX39" fmla="*/ 32224 w 42177"/>
                <a:gd name="csY39" fmla="*/ 44859 h 46358"/>
                <a:gd name="csX40" fmla="*/ 30633 w 42177"/>
                <a:gd name="csY40" fmla="*/ 41222 h 46358"/>
                <a:gd name="csX41" fmla="*/ 31406 w 42177"/>
                <a:gd name="csY41" fmla="*/ 38859 h 46358"/>
                <a:gd name="csX42" fmla="*/ 33860 w 42177"/>
                <a:gd name="csY42" fmla="*/ 37768 h 46358"/>
                <a:gd name="csX43" fmla="*/ 37132 w 42177"/>
                <a:gd name="csY43" fmla="*/ 39041 h 46358"/>
                <a:gd name="csX44" fmla="*/ 38905 w 42177"/>
                <a:gd name="csY44" fmla="*/ 42132 h 46358"/>
                <a:gd name="csX45" fmla="*/ 40087 w 42177"/>
                <a:gd name="csY45" fmla="*/ 37496 h 46358"/>
                <a:gd name="csX46" fmla="*/ 37450 w 42177"/>
                <a:gd name="csY46" fmla="*/ 32133 h 46358"/>
                <a:gd name="csX47" fmla="*/ 30406 w 42177"/>
                <a:gd name="csY47" fmla="*/ 28633 h 46358"/>
                <a:gd name="csX48" fmla="*/ 15089 w 42177"/>
                <a:gd name="csY48" fmla="*/ 24724 h 46358"/>
                <a:gd name="csX49" fmla="*/ 8272 w 42177"/>
                <a:gd name="csY49" fmla="*/ 23633 h 46358"/>
                <a:gd name="csX50" fmla="*/ 5045 w 42177"/>
                <a:gd name="csY50" fmla="*/ 24133 h 46358"/>
                <a:gd name="csX51" fmla="*/ 3136 w 42177"/>
                <a:gd name="csY51" fmla="*/ 25497 h 46358"/>
                <a:gd name="csX52" fmla="*/ 2273 w 42177"/>
                <a:gd name="csY52" fmla="*/ 27087 h 46358"/>
                <a:gd name="csX53" fmla="*/ 2045 w 42177"/>
                <a:gd name="csY53" fmla="*/ 28633 h 46358"/>
                <a:gd name="csX54" fmla="*/ 2591 w 42177"/>
                <a:gd name="csY54" fmla="*/ 31542 h 46358"/>
                <a:gd name="csX55" fmla="*/ 4409 w 42177"/>
                <a:gd name="csY55" fmla="*/ 34860 h 46358"/>
                <a:gd name="csX56" fmla="*/ 8181 w 42177"/>
                <a:gd name="csY56" fmla="*/ 38314 h 46358"/>
                <a:gd name="csX57" fmla="*/ 14226 w 42177"/>
                <a:gd name="csY57" fmla="*/ 41131 h 46358"/>
                <a:gd name="csX58" fmla="*/ 15271 w 42177"/>
                <a:gd name="csY58" fmla="*/ 42359 h 46358"/>
                <a:gd name="csX59" fmla="*/ 14317 w 42177"/>
                <a:gd name="csY59" fmla="*/ 43449 h 46358"/>
                <a:gd name="csX60" fmla="*/ 11953 w 42177"/>
                <a:gd name="csY60" fmla="*/ 42859 h 46358"/>
                <a:gd name="csX61" fmla="*/ 8272 w 42177"/>
                <a:gd name="csY61" fmla="*/ 40950 h 46358"/>
                <a:gd name="csX62" fmla="*/ 4409 w 42177"/>
                <a:gd name="csY62" fmla="*/ 37950 h 46358"/>
                <a:gd name="csX63" fmla="*/ 1273 w 42177"/>
                <a:gd name="csY63" fmla="*/ 33724 h 46358"/>
                <a:gd name="csX64" fmla="*/ 0 w 42177"/>
                <a:gd name="csY64" fmla="*/ 28452 h 46358"/>
                <a:gd name="csX65" fmla="*/ 273 w 42177"/>
                <a:gd name="csY65" fmla="*/ 26042 h 46358"/>
                <a:gd name="csX66" fmla="*/ 1182 w 42177"/>
                <a:gd name="csY66" fmla="*/ 23361 h 46358"/>
                <a:gd name="csX67" fmla="*/ 3363 w 42177"/>
                <a:gd name="csY67" fmla="*/ 20543 h 46358"/>
                <a:gd name="csX68" fmla="*/ 7045 w 42177"/>
                <a:gd name="csY68" fmla="*/ 18407 h 46358"/>
                <a:gd name="csX69" fmla="*/ 5000 w 42177"/>
                <a:gd name="csY69" fmla="*/ 17134 h 46358"/>
                <a:gd name="csX70" fmla="*/ 2772 w 42177"/>
                <a:gd name="csY70" fmla="*/ 15180 h 46358"/>
                <a:gd name="csX71" fmla="*/ 773 w 42177"/>
                <a:gd name="csY71" fmla="*/ 12271 h 46358"/>
                <a:gd name="csX72" fmla="*/ 0 w 42177"/>
                <a:gd name="csY72" fmla="*/ 8635 h 46358"/>
                <a:gd name="csX73" fmla="*/ 500 w 42177"/>
                <a:gd name="csY73" fmla="*/ 4954 h 46358"/>
                <a:gd name="csX74" fmla="*/ 2454 w 42177"/>
                <a:gd name="csY74" fmla="*/ 1590 h 46358"/>
                <a:gd name="csX75" fmla="*/ 6136 w 42177"/>
                <a:gd name="csY75" fmla="*/ 0 h 46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42177" h="46358">
                  <a:moveTo>
                    <a:pt x="6136" y="0"/>
                  </a:moveTo>
                  <a:cubicBezTo>
                    <a:pt x="7833" y="0"/>
                    <a:pt x="9166" y="530"/>
                    <a:pt x="10135" y="1590"/>
                  </a:cubicBezTo>
                  <a:cubicBezTo>
                    <a:pt x="11075" y="2651"/>
                    <a:pt x="11544" y="3787"/>
                    <a:pt x="11544" y="5000"/>
                  </a:cubicBezTo>
                  <a:cubicBezTo>
                    <a:pt x="11544" y="6151"/>
                    <a:pt x="11211" y="7030"/>
                    <a:pt x="10544" y="7636"/>
                  </a:cubicBezTo>
                  <a:cubicBezTo>
                    <a:pt x="9878" y="8242"/>
                    <a:pt x="9120" y="8545"/>
                    <a:pt x="8272" y="8545"/>
                  </a:cubicBezTo>
                  <a:cubicBezTo>
                    <a:pt x="7120" y="8545"/>
                    <a:pt x="6045" y="8120"/>
                    <a:pt x="5045" y="7272"/>
                  </a:cubicBezTo>
                  <a:cubicBezTo>
                    <a:pt x="4045" y="6423"/>
                    <a:pt x="3439" y="5363"/>
                    <a:pt x="3227" y="4090"/>
                  </a:cubicBezTo>
                  <a:cubicBezTo>
                    <a:pt x="2439" y="5332"/>
                    <a:pt x="2045" y="6878"/>
                    <a:pt x="2045" y="8726"/>
                  </a:cubicBezTo>
                  <a:cubicBezTo>
                    <a:pt x="2045" y="9938"/>
                    <a:pt x="2363" y="11074"/>
                    <a:pt x="3000" y="12134"/>
                  </a:cubicBezTo>
                  <a:cubicBezTo>
                    <a:pt x="3636" y="13165"/>
                    <a:pt x="4363" y="13998"/>
                    <a:pt x="5181" y="14635"/>
                  </a:cubicBezTo>
                  <a:cubicBezTo>
                    <a:pt x="5999" y="15241"/>
                    <a:pt x="6999" y="15816"/>
                    <a:pt x="8181" y="16362"/>
                  </a:cubicBezTo>
                  <a:cubicBezTo>
                    <a:pt x="9332" y="16877"/>
                    <a:pt x="10256" y="17240"/>
                    <a:pt x="10953" y="17452"/>
                  </a:cubicBezTo>
                  <a:cubicBezTo>
                    <a:pt x="11620" y="17634"/>
                    <a:pt x="12317" y="17801"/>
                    <a:pt x="13044" y="17953"/>
                  </a:cubicBezTo>
                  <a:lnTo>
                    <a:pt x="25770" y="21134"/>
                  </a:lnTo>
                  <a:cubicBezTo>
                    <a:pt x="29800" y="22164"/>
                    <a:pt x="32527" y="22679"/>
                    <a:pt x="33951" y="22679"/>
                  </a:cubicBezTo>
                  <a:cubicBezTo>
                    <a:pt x="35708" y="22679"/>
                    <a:pt x="37178" y="22255"/>
                    <a:pt x="38359" y="21407"/>
                  </a:cubicBezTo>
                  <a:cubicBezTo>
                    <a:pt x="39511" y="20558"/>
                    <a:pt x="40087" y="19286"/>
                    <a:pt x="40087" y="17589"/>
                  </a:cubicBezTo>
                  <a:cubicBezTo>
                    <a:pt x="40087" y="16922"/>
                    <a:pt x="39996" y="16210"/>
                    <a:pt x="39814" y="15453"/>
                  </a:cubicBezTo>
                  <a:cubicBezTo>
                    <a:pt x="39602" y="14695"/>
                    <a:pt x="39223" y="13832"/>
                    <a:pt x="38678" y="12862"/>
                  </a:cubicBezTo>
                  <a:cubicBezTo>
                    <a:pt x="38102" y="11862"/>
                    <a:pt x="37390" y="10923"/>
                    <a:pt x="36541" y="10045"/>
                  </a:cubicBezTo>
                  <a:cubicBezTo>
                    <a:pt x="35663" y="9135"/>
                    <a:pt x="34481" y="8241"/>
                    <a:pt x="32996" y="7363"/>
                  </a:cubicBezTo>
                  <a:cubicBezTo>
                    <a:pt x="31512" y="6484"/>
                    <a:pt x="29815" y="5757"/>
                    <a:pt x="27906" y="5181"/>
                  </a:cubicBezTo>
                  <a:cubicBezTo>
                    <a:pt x="27239" y="4999"/>
                    <a:pt x="26906" y="4605"/>
                    <a:pt x="26906" y="3999"/>
                  </a:cubicBezTo>
                  <a:cubicBezTo>
                    <a:pt x="26906" y="3242"/>
                    <a:pt x="27209" y="2863"/>
                    <a:pt x="27815" y="2863"/>
                  </a:cubicBezTo>
                  <a:cubicBezTo>
                    <a:pt x="28330" y="2863"/>
                    <a:pt x="29133" y="3075"/>
                    <a:pt x="30224" y="3500"/>
                  </a:cubicBezTo>
                  <a:cubicBezTo>
                    <a:pt x="31285" y="3893"/>
                    <a:pt x="32512" y="4530"/>
                    <a:pt x="33905" y="5408"/>
                  </a:cubicBezTo>
                  <a:cubicBezTo>
                    <a:pt x="35269" y="6257"/>
                    <a:pt x="36572" y="7241"/>
                    <a:pt x="37814" y="8362"/>
                  </a:cubicBezTo>
                  <a:cubicBezTo>
                    <a:pt x="39026" y="9484"/>
                    <a:pt x="40056" y="10878"/>
                    <a:pt x="40905" y="12544"/>
                  </a:cubicBezTo>
                  <a:cubicBezTo>
                    <a:pt x="41753" y="14210"/>
                    <a:pt x="42177" y="15952"/>
                    <a:pt x="42177" y="17770"/>
                  </a:cubicBezTo>
                  <a:cubicBezTo>
                    <a:pt x="42177" y="20376"/>
                    <a:pt x="41480" y="22543"/>
                    <a:pt x="40087" y="24270"/>
                  </a:cubicBezTo>
                  <a:cubicBezTo>
                    <a:pt x="38693" y="25997"/>
                    <a:pt x="37026" y="27179"/>
                    <a:pt x="35087" y="27815"/>
                  </a:cubicBezTo>
                  <a:cubicBezTo>
                    <a:pt x="35360" y="27966"/>
                    <a:pt x="35678" y="28148"/>
                    <a:pt x="36042" y="28360"/>
                  </a:cubicBezTo>
                  <a:cubicBezTo>
                    <a:pt x="36405" y="28573"/>
                    <a:pt x="36996" y="28997"/>
                    <a:pt x="37814" y="29633"/>
                  </a:cubicBezTo>
                  <a:cubicBezTo>
                    <a:pt x="38602" y="30239"/>
                    <a:pt x="39299" y="30891"/>
                    <a:pt x="39905" y="31587"/>
                  </a:cubicBezTo>
                  <a:cubicBezTo>
                    <a:pt x="40480" y="32284"/>
                    <a:pt x="40996" y="33178"/>
                    <a:pt x="41450" y="34269"/>
                  </a:cubicBezTo>
                  <a:cubicBezTo>
                    <a:pt x="41935" y="35329"/>
                    <a:pt x="42177" y="36435"/>
                    <a:pt x="42177" y="37587"/>
                  </a:cubicBezTo>
                  <a:cubicBezTo>
                    <a:pt x="42177" y="39041"/>
                    <a:pt x="41965" y="40419"/>
                    <a:pt x="41541" y="41722"/>
                  </a:cubicBezTo>
                  <a:cubicBezTo>
                    <a:pt x="41117" y="42995"/>
                    <a:pt x="40420" y="44086"/>
                    <a:pt x="39450" y="44995"/>
                  </a:cubicBezTo>
                  <a:cubicBezTo>
                    <a:pt x="38481" y="45904"/>
                    <a:pt x="37329" y="46359"/>
                    <a:pt x="35996" y="46359"/>
                  </a:cubicBezTo>
                  <a:cubicBezTo>
                    <a:pt x="34511" y="46359"/>
                    <a:pt x="33254" y="45859"/>
                    <a:pt x="32224" y="44859"/>
                  </a:cubicBezTo>
                  <a:cubicBezTo>
                    <a:pt x="31163" y="43828"/>
                    <a:pt x="30633" y="42616"/>
                    <a:pt x="30633" y="41222"/>
                  </a:cubicBezTo>
                  <a:cubicBezTo>
                    <a:pt x="30633" y="40344"/>
                    <a:pt x="30891" y="39556"/>
                    <a:pt x="31406" y="38859"/>
                  </a:cubicBezTo>
                  <a:cubicBezTo>
                    <a:pt x="31921" y="38132"/>
                    <a:pt x="32739" y="37768"/>
                    <a:pt x="33860" y="37768"/>
                  </a:cubicBezTo>
                  <a:cubicBezTo>
                    <a:pt x="35102" y="37768"/>
                    <a:pt x="36193" y="38193"/>
                    <a:pt x="37132" y="39041"/>
                  </a:cubicBezTo>
                  <a:cubicBezTo>
                    <a:pt x="38072" y="39889"/>
                    <a:pt x="38663" y="40919"/>
                    <a:pt x="38905" y="42132"/>
                  </a:cubicBezTo>
                  <a:cubicBezTo>
                    <a:pt x="39693" y="40889"/>
                    <a:pt x="40087" y="39344"/>
                    <a:pt x="40087" y="37496"/>
                  </a:cubicBezTo>
                  <a:cubicBezTo>
                    <a:pt x="40087" y="35496"/>
                    <a:pt x="39208" y="33708"/>
                    <a:pt x="37450" y="32133"/>
                  </a:cubicBezTo>
                  <a:cubicBezTo>
                    <a:pt x="35693" y="30557"/>
                    <a:pt x="33345" y="29390"/>
                    <a:pt x="30406" y="28633"/>
                  </a:cubicBezTo>
                  <a:cubicBezTo>
                    <a:pt x="23346" y="26755"/>
                    <a:pt x="18240" y="25452"/>
                    <a:pt x="15089" y="24724"/>
                  </a:cubicBezTo>
                  <a:cubicBezTo>
                    <a:pt x="11908" y="23997"/>
                    <a:pt x="9635" y="23633"/>
                    <a:pt x="8272" y="23633"/>
                  </a:cubicBezTo>
                  <a:cubicBezTo>
                    <a:pt x="6999" y="23633"/>
                    <a:pt x="5924" y="23800"/>
                    <a:pt x="5045" y="24133"/>
                  </a:cubicBezTo>
                  <a:cubicBezTo>
                    <a:pt x="4166" y="24467"/>
                    <a:pt x="3530" y="24922"/>
                    <a:pt x="3136" y="25497"/>
                  </a:cubicBezTo>
                  <a:cubicBezTo>
                    <a:pt x="2712" y="26043"/>
                    <a:pt x="2424" y="26573"/>
                    <a:pt x="2273" y="27087"/>
                  </a:cubicBezTo>
                  <a:cubicBezTo>
                    <a:pt x="2121" y="27573"/>
                    <a:pt x="2045" y="28088"/>
                    <a:pt x="2045" y="28633"/>
                  </a:cubicBezTo>
                  <a:cubicBezTo>
                    <a:pt x="2045" y="29542"/>
                    <a:pt x="2227" y="30511"/>
                    <a:pt x="2591" y="31542"/>
                  </a:cubicBezTo>
                  <a:cubicBezTo>
                    <a:pt x="2954" y="32542"/>
                    <a:pt x="3560" y="33648"/>
                    <a:pt x="4409" y="34860"/>
                  </a:cubicBezTo>
                  <a:cubicBezTo>
                    <a:pt x="5227" y="36042"/>
                    <a:pt x="6484" y="37193"/>
                    <a:pt x="8181" y="38314"/>
                  </a:cubicBezTo>
                  <a:cubicBezTo>
                    <a:pt x="9878" y="39435"/>
                    <a:pt x="11893" y="40374"/>
                    <a:pt x="14226" y="41131"/>
                  </a:cubicBezTo>
                  <a:cubicBezTo>
                    <a:pt x="14923" y="41283"/>
                    <a:pt x="15271" y="41692"/>
                    <a:pt x="15271" y="42359"/>
                  </a:cubicBezTo>
                  <a:cubicBezTo>
                    <a:pt x="15241" y="43086"/>
                    <a:pt x="14923" y="43449"/>
                    <a:pt x="14317" y="43449"/>
                  </a:cubicBezTo>
                  <a:cubicBezTo>
                    <a:pt x="13802" y="43449"/>
                    <a:pt x="13014" y="43252"/>
                    <a:pt x="11953" y="42859"/>
                  </a:cubicBezTo>
                  <a:cubicBezTo>
                    <a:pt x="10862" y="42435"/>
                    <a:pt x="9635" y="41798"/>
                    <a:pt x="8272" y="40950"/>
                  </a:cubicBezTo>
                  <a:cubicBezTo>
                    <a:pt x="6908" y="40072"/>
                    <a:pt x="5621" y="39072"/>
                    <a:pt x="4409" y="37950"/>
                  </a:cubicBezTo>
                  <a:cubicBezTo>
                    <a:pt x="3166" y="36799"/>
                    <a:pt x="2121" y="35390"/>
                    <a:pt x="1273" y="33724"/>
                  </a:cubicBezTo>
                  <a:cubicBezTo>
                    <a:pt x="424" y="32026"/>
                    <a:pt x="0" y="30269"/>
                    <a:pt x="0" y="28452"/>
                  </a:cubicBezTo>
                  <a:cubicBezTo>
                    <a:pt x="0" y="27633"/>
                    <a:pt x="91" y="26830"/>
                    <a:pt x="273" y="26042"/>
                  </a:cubicBezTo>
                  <a:cubicBezTo>
                    <a:pt x="424" y="25224"/>
                    <a:pt x="727" y="24330"/>
                    <a:pt x="1182" y="23361"/>
                  </a:cubicBezTo>
                  <a:cubicBezTo>
                    <a:pt x="1636" y="22361"/>
                    <a:pt x="2363" y="21422"/>
                    <a:pt x="3363" y="20543"/>
                  </a:cubicBezTo>
                  <a:cubicBezTo>
                    <a:pt x="4363" y="19664"/>
                    <a:pt x="5590" y="18952"/>
                    <a:pt x="7045" y="18407"/>
                  </a:cubicBezTo>
                  <a:cubicBezTo>
                    <a:pt x="6348" y="18043"/>
                    <a:pt x="5666" y="17619"/>
                    <a:pt x="5000" y="17134"/>
                  </a:cubicBezTo>
                  <a:cubicBezTo>
                    <a:pt x="4333" y="16619"/>
                    <a:pt x="3591" y="15968"/>
                    <a:pt x="2772" y="15180"/>
                  </a:cubicBezTo>
                  <a:cubicBezTo>
                    <a:pt x="1924" y="14362"/>
                    <a:pt x="1257" y="13392"/>
                    <a:pt x="773" y="12271"/>
                  </a:cubicBezTo>
                  <a:cubicBezTo>
                    <a:pt x="258" y="11120"/>
                    <a:pt x="0" y="9908"/>
                    <a:pt x="0" y="8635"/>
                  </a:cubicBezTo>
                  <a:cubicBezTo>
                    <a:pt x="0" y="7393"/>
                    <a:pt x="167" y="6166"/>
                    <a:pt x="500" y="4954"/>
                  </a:cubicBezTo>
                  <a:cubicBezTo>
                    <a:pt x="803" y="3742"/>
                    <a:pt x="1454" y="2621"/>
                    <a:pt x="2454" y="1590"/>
                  </a:cubicBezTo>
                  <a:cubicBezTo>
                    <a:pt x="3424" y="530"/>
                    <a:pt x="4651" y="0"/>
                    <a:pt x="6136" y="0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2" name="Freeform 3581">
              <a:extLst>
                <a:ext uri="{FF2B5EF4-FFF2-40B4-BE49-F238E27FC236}">
                  <a16:creationId xmlns:a16="http://schemas.microsoft.com/office/drawing/2014/main" id="{758EEF91-BE21-736B-B3EC-7D6BC0BF09A6}"/>
                </a:ext>
              </a:extLst>
            </p:cNvPr>
            <p:cNvSpPr/>
            <p:nvPr/>
          </p:nvSpPr>
          <p:spPr>
            <a:xfrm>
              <a:off x="6074892" y="3895817"/>
              <a:ext cx="93080" cy="21589"/>
            </a:xfrm>
            <a:custGeom>
              <a:avLst/>
              <a:gdLst>
                <a:gd name="csX0" fmla="*/ 92172 w 93080"/>
                <a:gd name="csY0" fmla="*/ 21589 h 21589"/>
                <a:gd name="csX1" fmla="*/ 90581 w 93080"/>
                <a:gd name="csY1" fmla="*/ 20408 h 21589"/>
                <a:gd name="csX2" fmla="*/ 46540 w 93080"/>
                <a:gd name="csY2" fmla="*/ 5409 h 21589"/>
                <a:gd name="csX3" fmla="*/ 3091 w 93080"/>
                <a:gd name="csY3" fmla="*/ 19817 h 21589"/>
                <a:gd name="csX4" fmla="*/ 909 w 93080"/>
                <a:gd name="csY4" fmla="*/ 21589 h 21589"/>
                <a:gd name="csX5" fmla="*/ 0 w 93080"/>
                <a:gd name="csY5" fmla="*/ 20680 h 21589"/>
                <a:gd name="csX6" fmla="*/ 1863 w 93080"/>
                <a:gd name="csY6" fmla="*/ 17817 h 21589"/>
                <a:gd name="csX7" fmla="*/ 7999 w 93080"/>
                <a:gd name="csY7" fmla="*/ 12135 h 21589"/>
                <a:gd name="csX8" fmla="*/ 17498 w 93080"/>
                <a:gd name="csY8" fmla="*/ 6137 h 21589"/>
                <a:gd name="csX9" fmla="*/ 46540 w 93080"/>
                <a:gd name="csY9" fmla="*/ 0 h 21589"/>
                <a:gd name="csX10" fmla="*/ 74946 w 93080"/>
                <a:gd name="csY10" fmla="*/ 5863 h 21589"/>
                <a:gd name="csX11" fmla="*/ 84718 w 93080"/>
                <a:gd name="csY11" fmla="*/ 11863 h 21589"/>
                <a:gd name="csX12" fmla="*/ 91126 w 93080"/>
                <a:gd name="csY12" fmla="*/ 17680 h 21589"/>
                <a:gd name="csX13" fmla="*/ 93081 w 93080"/>
                <a:gd name="csY13" fmla="*/ 20680 h 21589"/>
                <a:gd name="csX14" fmla="*/ 92172 w 93080"/>
                <a:gd name="csY14" fmla="*/ 21589 h 21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93080" h="21589">
                  <a:moveTo>
                    <a:pt x="92172" y="21589"/>
                  </a:moveTo>
                  <a:cubicBezTo>
                    <a:pt x="91869" y="21589"/>
                    <a:pt x="91339" y="21195"/>
                    <a:pt x="90581" y="20408"/>
                  </a:cubicBezTo>
                  <a:cubicBezTo>
                    <a:pt x="80400" y="10408"/>
                    <a:pt x="65720" y="5409"/>
                    <a:pt x="46540" y="5409"/>
                  </a:cubicBezTo>
                  <a:cubicBezTo>
                    <a:pt x="27300" y="5409"/>
                    <a:pt x="12817" y="10212"/>
                    <a:pt x="3091" y="19817"/>
                  </a:cubicBezTo>
                  <a:cubicBezTo>
                    <a:pt x="1969" y="20998"/>
                    <a:pt x="1242" y="21589"/>
                    <a:pt x="909" y="21589"/>
                  </a:cubicBezTo>
                  <a:cubicBezTo>
                    <a:pt x="303" y="21589"/>
                    <a:pt x="0" y="21286"/>
                    <a:pt x="0" y="20680"/>
                  </a:cubicBezTo>
                  <a:cubicBezTo>
                    <a:pt x="0" y="20256"/>
                    <a:pt x="621" y="19301"/>
                    <a:pt x="1863" y="17817"/>
                  </a:cubicBezTo>
                  <a:cubicBezTo>
                    <a:pt x="3106" y="16302"/>
                    <a:pt x="5151" y="14408"/>
                    <a:pt x="7999" y="12135"/>
                  </a:cubicBezTo>
                  <a:cubicBezTo>
                    <a:pt x="10847" y="9833"/>
                    <a:pt x="14014" y="7833"/>
                    <a:pt x="17498" y="6137"/>
                  </a:cubicBezTo>
                  <a:cubicBezTo>
                    <a:pt x="25952" y="2046"/>
                    <a:pt x="35632" y="0"/>
                    <a:pt x="46540" y="0"/>
                  </a:cubicBezTo>
                  <a:cubicBezTo>
                    <a:pt x="57024" y="0"/>
                    <a:pt x="66493" y="1954"/>
                    <a:pt x="74946" y="5863"/>
                  </a:cubicBezTo>
                  <a:cubicBezTo>
                    <a:pt x="78491" y="7530"/>
                    <a:pt x="81749" y="9530"/>
                    <a:pt x="84718" y="11863"/>
                  </a:cubicBezTo>
                  <a:cubicBezTo>
                    <a:pt x="87687" y="14196"/>
                    <a:pt x="89824" y="16135"/>
                    <a:pt x="91126" y="17680"/>
                  </a:cubicBezTo>
                  <a:cubicBezTo>
                    <a:pt x="92429" y="19225"/>
                    <a:pt x="93081" y="20225"/>
                    <a:pt x="93081" y="20680"/>
                  </a:cubicBezTo>
                  <a:cubicBezTo>
                    <a:pt x="93081" y="21286"/>
                    <a:pt x="92778" y="21589"/>
                    <a:pt x="92172" y="21589"/>
                  </a:cubicBezTo>
                  <a:close/>
                </a:path>
              </a:pathLst>
            </a:custGeom>
            <a:solidFill>
              <a:srgbClr val="000000"/>
            </a:solidFill>
            <a:ln w="9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3" name="Freeform 3582">
            <a:extLst>
              <a:ext uri="{FF2B5EF4-FFF2-40B4-BE49-F238E27FC236}">
                <a16:creationId xmlns:a16="http://schemas.microsoft.com/office/drawing/2014/main" id="{F453215D-B0AE-D92F-E642-907FDEA28699}"/>
              </a:ext>
            </a:extLst>
          </p:cNvPr>
          <p:cNvSpPr/>
          <p:nvPr/>
        </p:nvSpPr>
        <p:spPr>
          <a:xfrm>
            <a:off x="6419585" y="3474121"/>
            <a:ext cx="1878314" cy="1215891"/>
          </a:xfrm>
          <a:custGeom>
            <a:avLst/>
            <a:gdLst>
              <a:gd name="csX0" fmla="*/ 0 w 1878314"/>
              <a:gd name="csY0" fmla="*/ 1215891 h 1215891"/>
              <a:gd name="csX1" fmla="*/ 1879 w 1878314"/>
              <a:gd name="csY1" fmla="*/ 1215891 h 1215891"/>
              <a:gd name="csX2" fmla="*/ 3760 w 1878314"/>
              <a:gd name="csY2" fmla="*/ 1215891 h 1215891"/>
              <a:gd name="csX3" fmla="*/ 5640 w 1878314"/>
              <a:gd name="csY3" fmla="*/ 1215891 h 1215891"/>
              <a:gd name="csX4" fmla="*/ 7520 w 1878314"/>
              <a:gd name="csY4" fmla="*/ 1215891 h 1215891"/>
              <a:gd name="csX5" fmla="*/ 9400 w 1878314"/>
              <a:gd name="csY5" fmla="*/ 1215891 h 1215891"/>
              <a:gd name="csX6" fmla="*/ 11281 w 1878314"/>
              <a:gd name="csY6" fmla="*/ 1215891 h 1215891"/>
              <a:gd name="csX7" fmla="*/ 13161 w 1878314"/>
              <a:gd name="csY7" fmla="*/ 1215891 h 1215891"/>
              <a:gd name="csX8" fmla="*/ 15041 w 1878314"/>
              <a:gd name="csY8" fmla="*/ 1215891 h 1215891"/>
              <a:gd name="csX9" fmla="*/ 16922 w 1878314"/>
              <a:gd name="csY9" fmla="*/ 1215891 h 1215891"/>
              <a:gd name="csX10" fmla="*/ 18802 w 1878314"/>
              <a:gd name="csY10" fmla="*/ 1215891 h 1215891"/>
              <a:gd name="csX11" fmla="*/ 20682 w 1878314"/>
              <a:gd name="csY11" fmla="*/ 1215891 h 1215891"/>
              <a:gd name="csX12" fmla="*/ 22562 w 1878314"/>
              <a:gd name="csY12" fmla="*/ 1215891 h 1215891"/>
              <a:gd name="csX13" fmla="*/ 24442 w 1878314"/>
              <a:gd name="csY13" fmla="*/ 1215891 h 1215891"/>
              <a:gd name="csX14" fmla="*/ 26322 w 1878314"/>
              <a:gd name="csY14" fmla="*/ 1215891 h 1215891"/>
              <a:gd name="csX15" fmla="*/ 28202 w 1878314"/>
              <a:gd name="csY15" fmla="*/ 1215891 h 1215891"/>
              <a:gd name="csX16" fmla="*/ 30082 w 1878314"/>
              <a:gd name="csY16" fmla="*/ 1215891 h 1215891"/>
              <a:gd name="csX17" fmla="*/ 31963 w 1878314"/>
              <a:gd name="csY17" fmla="*/ 1215891 h 1215891"/>
              <a:gd name="csX18" fmla="*/ 33843 w 1878314"/>
              <a:gd name="csY18" fmla="*/ 1215891 h 1215891"/>
              <a:gd name="csX19" fmla="*/ 35723 w 1878314"/>
              <a:gd name="csY19" fmla="*/ 1215891 h 1215891"/>
              <a:gd name="csX20" fmla="*/ 37604 w 1878314"/>
              <a:gd name="csY20" fmla="*/ 1215891 h 1215891"/>
              <a:gd name="csX21" fmla="*/ 39484 w 1878314"/>
              <a:gd name="csY21" fmla="*/ 1215891 h 1215891"/>
              <a:gd name="csX22" fmla="*/ 41364 w 1878314"/>
              <a:gd name="csY22" fmla="*/ 1215891 h 1215891"/>
              <a:gd name="csX23" fmla="*/ 43244 w 1878314"/>
              <a:gd name="csY23" fmla="*/ 1215891 h 1215891"/>
              <a:gd name="csX24" fmla="*/ 45124 w 1878314"/>
              <a:gd name="csY24" fmla="*/ 1215891 h 1215891"/>
              <a:gd name="csX25" fmla="*/ 47004 w 1878314"/>
              <a:gd name="csY25" fmla="*/ 1215891 h 1215891"/>
              <a:gd name="csX26" fmla="*/ 48884 w 1878314"/>
              <a:gd name="csY26" fmla="*/ 1215891 h 1215891"/>
              <a:gd name="csX27" fmla="*/ 50765 w 1878314"/>
              <a:gd name="csY27" fmla="*/ 1215891 h 1215891"/>
              <a:gd name="csX28" fmla="*/ 52645 w 1878314"/>
              <a:gd name="csY28" fmla="*/ 1215891 h 1215891"/>
              <a:gd name="csX29" fmla="*/ 54525 w 1878314"/>
              <a:gd name="csY29" fmla="*/ 1215891 h 1215891"/>
              <a:gd name="csX30" fmla="*/ 56405 w 1878314"/>
              <a:gd name="csY30" fmla="*/ 1215891 h 1215891"/>
              <a:gd name="csX31" fmla="*/ 58286 w 1878314"/>
              <a:gd name="csY31" fmla="*/ 1215891 h 1215891"/>
              <a:gd name="csX32" fmla="*/ 60166 w 1878314"/>
              <a:gd name="csY32" fmla="*/ 1215891 h 1215891"/>
              <a:gd name="csX33" fmla="*/ 62046 w 1878314"/>
              <a:gd name="csY33" fmla="*/ 1215891 h 1215891"/>
              <a:gd name="csX34" fmla="*/ 63926 w 1878314"/>
              <a:gd name="csY34" fmla="*/ 1215891 h 1215891"/>
              <a:gd name="csX35" fmla="*/ 65807 w 1878314"/>
              <a:gd name="csY35" fmla="*/ 1215891 h 1215891"/>
              <a:gd name="csX36" fmla="*/ 67686 w 1878314"/>
              <a:gd name="csY36" fmla="*/ 1215891 h 1215891"/>
              <a:gd name="csX37" fmla="*/ 69566 w 1878314"/>
              <a:gd name="csY37" fmla="*/ 1215891 h 1215891"/>
              <a:gd name="csX38" fmla="*/ 71447 w 1878314"/>
              <a:gd name="csY38" fmla="*/ 1215891 h 1215891"/>
              <a:gd name="csX39" fmla="*/ 73327 w 1878314"/>
              <a:gd name="csY39" fmla="*/ 1215891 h 1215891"/>
              <a:gd name="csX40" fmla="*/ 75207 w 1878314"/>
              <a:gd name="csY40" fmla="*/ 1215891 h 1215891"/>
              <a:gd name="csX41" fmla="*/ 77087 w 1878314"/>
              <a:gd name="csY41" fmla="*/ 1215891 h 1215891"/>
              <a:gd name="csX42" fmla="*/ 78968 w 1878314"/>
              <a:gd name="csY42" fmla="*/ 1215891 h 1215891"/>
              <a:gd name="csX43" fmla="*/ 80848 w 1878314"/>
              <a:gd name="csY43" fmla="*/ 1215891 h 1215891"/>
              <a:gd name="csX44" fmla="*/ 82728 w 1878314"/>
              <a:gd name="csY44" fmla="*/ 1215891 h 1215891"/>
              <a:gd name="csX45" fmla="*/ 84609 w 1878314"/>
              <a:gd name="csY45" fmla="*/ 1215891 h 1215891"/>
              <a:gd name="csX46" fmla="*/ 86489 w 1878314"/>
              <a:gd name="csY46" fmla="*/ 1215891 h 1215891"/>
              <a:gd name="csX47" fmla="*/ 88368 w 1878314"/>
              <a:gd name="csY47" fmla="*/ 1215891 h 1215891"/>
              <a:gd name="csX48" fmla="*/ 90248 w 1878314"/>
              <a:gd name="csY48" fmla="*/ 1215891 h 1215891"/>
              <a:gd name="csX49" fmla="*/ 92129 w 1878314"/>
              <a:gd name="csY49" fmla="*/ 1215891 h 1215891"/>
              <a:gd name="csX50" fmla="*/ 94009 w 1878314"/>
              <a:gd name="csY50" fmla="*/ 1215891 h 1215891"/>
              <a:gd name="csX51" fmla="*/ 95889 w 1878314"/>
              <a:gd name="csY51" fmla="*/ 1215891 h 1215891"/>
              <a:gd name="csX52" fmla="*/ 97769 w 1878314"/>
              <a:gd name="csY52" fmla="*/ 1215891 h 1215891"/>
              <a:gd name="csX53" fmla="*/ 99650 w 1878314"/>
              <a:gd name="csY53" fmla="*/ 1215891 h 1215891"/>
              <a:gd name="csX54" fmla="*/ 101530 w 1878314"/>
              <a:gd name="csY54" fmla="*/ 1215891 h 1215891"/>
              <a:gd name="csX55" fmla="*/ 103410 w 1878314"/>
              <a:gd name="csY55" fmla="*/ 1215891 h 1215891"/>
              <a:gd name="csX56" fmla="*/ 105291 w 1878314"/>
              <a:gd name="csY56" fmla="*/ 1215891 h 1215891"/>
              <a:gd name="csX57" fmla="*/ 107171 w 1878314"/>
              <a:gd name="csY57" fmla="*/ 1215891 h 1215891"/>
              <a:gd name="csX58" fmla="*/ 109051 w 1878314"/>
              <a:gd name="csY58" fmla="*/ 1215891 h 1215891"/>
              <a:gd name="csX59" fmla="*/ 110930 w 1878314"/>
              <a:gd name="csY59" fmla="*/ 1215891 h 1215891"/>
              <a:gd name="csX60" fmla="*/ 112811 w 1878314"/>
              <a:gd name="csY60" fmla="*/ 1215891 h 1215891"/>
              <a:gd name="csX61" fmla="*/ 114691 w 1878314"/>
              <a:gd name="csY61" fmla="*/ 1215891 h 1215891"/>
              <a:gd name="csX62" fmla="*/ 116571 w 1878314"/>
              <a:gd name="csY62" fmla="*/ 1215891 h 1215891"/>
              <a:gd name="csX63" fmla="*/ 118452 w 1878314"/>
              <a:gd name="csY63" fmla="*/ 1215891 h 1215891"/>
              <a:gd name="csX64" fmla="*/ 120332 w 1878314"/>
              <a:gd name="csY64" fmla="*/ 1215891 h 1215891"/>
              <a:gd name="csX65" fmla="*/ 122212 w 1878314"/>
              <a:gd name="csY65" fmla="*/ 1215891 h 1215891"/>
              <a:gd name="csX66" fmla="*/ 124092 w 1878314"/>
              <a:gd name="csY66" fmla="*/ 1215891 h 1215891"/>
              <a:gd name="csX67" fmla="*/ 125973 w 1878314"/>
              <a:gd name="csY67" fmla="*/ 1215891 h 1215891"/>
              <a:gd name="csX68" fmla="*/ 127853 w 1878314"/>
              <a:gd name="csY68" fmla="*/ 1215891 h 1215891"/>
              <a:gd name="csX69" fmla="*/ 129733 w 1878314"/>
              <a:gd name="csY69" fmla="*/ 1215891 h 1215891"/>
              <a:gd name="csX70" fmla="*/ 131613 w 1878314"/>
              <a:gd name="csY70" fmla="*/ 1215891 h 1215891"/>
              <a:gd name="csX71" fmla="*/ 133493 w 1878314"/>
              <a:gd name="csY71" fmla="*/ 1215891 h 1215891"/>
              <a:gd name="csX72" fmla="*/ 135373 w 1878314"/>
              <a:gd name="csY72" fmla="*/ 1215891 h 1215891"/>
              <a:gd name="csX73" fmla="*/ 137253 w 1878314"/>
              <a:gd name="csY73" fmla="*/ 1215891 h 1215891"/>
              <a:gd name="csX74" fmla="*/ 139134 w 1878314"/>
              <a:gd name="csY74" fmla="*/ 1215891 h 1215891"/>
              <a:gd name="csX75" fmla="*/ 141014 w 1878314"/>
              <a:gd name="csY75" fmla="*/ 1215891 h 1215891"/>
              <a:gd name="csX76" fmla="*/ 142894 w 1878314"/>
              <a:gd name="csY76" fmla="*/ 1215891 h 1215891"/>
              <a:gd name="csX77" fmla="*/ 144774 w 1878314"/>
              <a:gd name="csY77" fmla="*/ 1215891 h 1215891"/>
              <a:gd name="csX78" fmla="*/ 146655 w 1878314"/>
              <a:gd name="csY78" fmla="*/ 1215891 h 1215891"/>
              <a:gd name="csX79" fmla="*/ 148535 w 1878314"/>
              <a:gd name="csY79" fmla="*/ 1215891 h 1215891"/>
              <a:gd name="csX80" fmla="*/ 150415 w 1878314"/>
              <a:gd name="csY80" fmla="*/ 1215891 h 1215891"/>
              <a:gd name="csX81" fmla="*/ 152296 w 1878314"/>
              <a:gd name="csY81" fmla="*/ 1215891 h 1215891"/>
              <a:gd name="csX82" fmla="*/ 154175 w 1878314"/>
              <a:gd name="csY82" fmla="*/ 1215891 h 1215891"/>
              <a:gd name="csX83" fmla="*/ 156055 w 1878314"/>
              <a:gd name="csY83" fmla="*/ 1215891 h 1215891"/>
              <a:gd name="csX84" fmla="*/ 157935 w 1878314"/>
              <a:gd name="csY84" fmla="*/ 1215891 h 1215891"/>
              <a:gd name="csX85" fmla="*/ 159816 w 1878314"/>
              <a:gd name="csY85" fmla="*/ 1215891 h 1215891"/>
              <a:gd name="csX86" fmla="*/ 161696 w 1878314"/>
              <a:gd name="csY86" fmla="*/ 1215891 h 1215891"/>
              <a:gd name="csX87" fmla="*/ 163576 w 1878314"/>
              <a:gd name="csY87" fmla="*/ 1215891 h 1215891"/>
              <a:gd name="csX88" fmla="*/ 165457 w 1878314"/>
              <a:gd name="csY88" fmla="*/ 1215891 h 1215891"/>
              <a:gd name="csX89" fmla="*/ 167337 w 1878314"/>
              <a:gd name="csY89" fmla="*/ 1215891 h 1215891"/>
              <a:gd name="csX90" fmla="*/ 169217 w 1878314"/>
              <a:gd name="csY90" fmla="*/ 1215891 h 1215891"/>
              <a:gd name="csX91" fmla="*/ 171097 w 1878314"/>
              <a:gd name="csY91" fmla="*/ 1215891 h 1215891"/>
              <a:gd name="csX92" fmla="*/ 172978 w 1878314"/>
              <a:gd name="csY92" fmla="*/ 1215891 h 1215891"/>
              <a:gd name="csX93" fmla="*/ 174857 w 1878314"/>
              <a:gd name="csY93" fmla="*/ 1215891 h 1215891"/>
              <a:gd name="csX94" fmla="*/ 176737 w 1878314"/>
              <a:gd name="csY94" fmla="*/ 1215891 h 1215891"/>
              <a:gd name="csX95" fmla="*/ 178617 w 1878314"/>
              <a:gd name="csY95" fmla="*/ 1215891 h 1215891"/>
              <a:gd name="csX96" fmla="*/ 180498 w 1878314"/>
              <a:gd name="csY96" fmla="*/ 1215891 h 1215891"/>
              <a:gd name="csX97" fmla="*/ 182378 w 1878314"/>
              <a:gd name="csY97" fmla="*/ 1215891 h 1215891"/>
              <a:gd name="csX98" fmla="*/ 184258 w 1878314"/>
              <a:gd name="csY98" fmla="*/ 1215891 h 1215891"/>
              <a:gd name="csX99" fmla="*/ 186139 w 1878314"/>
              <a:gd name="csY99" fmla="*/ 1215891 h 1215891"/>
              <a:gd name="csX100" fmla="*/ 188019 w 1878314"/>
              <a:gd name="csY100" fmla="*/ 1215891 h 1215891"/>
              <a:gd name="csX101" fmla="*/ 189899 w 1878314"/>
              <a:gd name="csY101" fmla="*/ 1215891 h 1215891"/>
              <a:gd name="csX102" fmla="*/ 191779 w 1878314"/>
              <a:gd name="csY102" fmla="*/ 1215891 h 1215891"/>
              <a:gd name="csX103" fmla="*/ 193660 w 1878314"/>
              <a:gd name="csY103" fmla="*/ 1215891 h 1215891"/>
              <a:gd name="csX104" fmla="*/ 195540 w 1878314"/>
              <a:gd name="csY104" fmla="*/ 1215891 h 1215891"/>
              <a:gd name="csX105" fmla="*/ 197419 w 1878314"/>
              <a:gd name="csY105" fmla="*/ 1215891 h 1215891"/>
              <a:gd name="csX106" fmla="*/ 199300 w 1878314"/>
              <a:gd name="csY106" fmla="*/ 1215891 h 1215891"/>
              <a:gd name="csX107" fmla="*/ 201180 w 1878314"/>
              <a:gd name="csY107" fmla="*/ 1215891 h 1215891"/>
              <a:gd name="csX108" fmla="*/ 203060 w 1878314"/>
              <a:gd name="csY108" fmla="*/ 1215891 h 1215891"/>
              <a:gd name="csX109" fmla="*/ 204940 w 1878314"/>
              <a:gd name="csY109" fmla="*/ 1215891 h 1215891"/>
              <a:gd name="csX110" fmla="*/ 206821 w 1878314"/>
              <a:gd name="csY110" fmla="*/ 1215891 h 1215891"/>
              <a:gd name="csX111" fmla="*/ 208701 w 1878314"/>
              <a:gd name="csY111" fmla="*/ 1215891 h 1215891"/>
              <a:gd name="csX112" fmla="*/ 210581 w 1878314"/>
              <a:gd name="csY112" fmla="*/ 1215891 h 1215891"/>
              <a:gd name="csX113" fmla="*/ 212461 w 1878314"/>
              <a:gd name="csY113" fmla="*/ 1215891 h 1215891"/>
              <a:gd name="csX114" fmla="*/ 214342 w 1878314"/>
              <a:gd name="csY114" fmla="*/ 1215891 h 1215891"/>
              <a:gd name="csX115" fmla="*/ 216222 w 1878314"/>
              <a:gd name="csY115" fmla="*/ 1215891 h 1215891"/>
              <a:gd name="csX116" fmla="*/ 218101 w 1878314"/>
              <a:gd name="csY116" fmla="*/ 1215891 h 1215891"/>
              <a:gd name="csX117" fmla="*/ 219982 w 1878314"/>
              <a:gd name="csY117" fmla="*/ 1215891 h 1215891"/>
              <a:gd name="csX118" fmla="*/ 221862 w 1878314"/>
              <a:gd name="csY118" fmla="*/ 1215891 h 1215891"/>
              <a:gd name="csX119" fmla="*/ 223742 w 1878314"/>
              <a:gd name="csY119" fmla="*/ 1215891 h 1215891"/>
              <a:gd name="csX120" fmla="*/ 225622 w 1878314"/>
              <a:gd name="csY120" fmla="*/ 1215891 h 1215891"/>
              <a:gd name="csX121" fmla="*/ 227503 w 1878314"/>
              <a:gd name="csY121" fmla="*/ 1215891 h 1215891"/>
              <a:gd name="csX122" fmla="*/ 229383 w 1878314"/>
              <a:gd name="csY122" fmla="*/ 1215891 h 1215891"/>
              <a:gd name="csX123" fmla="*/ 231263 w 1878314"/>
              <a:gd name="csY123" fmla="*/ 1215891 h 1215891"/>
              <a:gd name="csX124" fmla="*/ 233144 w 1878314"/>
              <a:gd name="csY124" fmla="*/ 1215891 h 1215891"/>
              <a:gd name="csX125" fmla="*/ 235024 w 1878314"/>
              <a:gd name="csY125" fmla="*/ 1215891 h 1215891"/>
              <a:gd name="csX126" fmla="*/ 236904 w 1878314"/>
              <a:gd name="csY126" fmla="*/ 1215891 h 1215891"/>
              <a:gd name="csX127" fmla="*/ 238784 w 1878314"/>
              <a:gd name="csY127" fmla="*/ 1215891 h 1215891"/>
              <a:gd name="csX128" fmla="*/ 240664 w 1878314"/>
              <a:gd name="csY128" fmla="*/ 1215891 h 1215891"/>
              <a:gd name="csX129" fmla="*/ 242544 w 1878314"/>
              <a:gd name="csY129" fmla="*/ 1215891 h 1215891"/>
              <a:gd name="csX130" fmla="*/ 244424 w 1878314"/>
              <a:gd name="csY130" fmla="*/ 1215891 h 1215891"/>
              <a:gd name="csX131" fmla="*/ 246305 w 1878314"/>
              <a:gd name="csY131" fmla="*/ 1215891 h 1215891"/>
              <a:gd name="csX132" fmla="*/ 248185 w 1878314"/>
              <a:gd name="csY132" fmla="*/ 1215891 h 1215891"/>
              <a:gd name="csX133" fmla="*/ 250065 w 1878314"/>
              <a:gd name="csY133" fmla="*/ 1215891 h 1215891"/>
              <a:gd name="csX134" fmla="*/ 251945 w 1878314"/>
              <a:gd name="csY134" fmla="*/ 1215891 h 1215891"/>
              <a:gd name="csX135" fmla="*/ 253826 w 1878314"/>
              <a:gd name="csY135" fmla="*/ 1215891 h 1215891"/>
              <a:gd name="csX136" fmla="*/ 255706 w 1878314"/>
              <a:gd name="csY136" fmla="*/ 1215891 h 1215891"/>
              <a:gd name="csX137" fmla="*/ 257586 w 1878314"/>
              <a:gd name="csY137" fmla="*/ 1215891 h 1215891"/>
              <a:gd name="csX138" fmla="*/ 259466 w 1878314"/>
              <a:gd name="csY138" fmla="*/ 1215891 h 1215891"/>
              <a:gd name="csX139" fmla="*/ 261346 w 1878314"/>
              <a:gd name="csY139" fmla="*/ 1215891 h 1215891"/>
              <a:gd name="csX140" fmla="*/ 263226 w 1878314"/>
              <a:gd name="csY140" fmla="*/ 1215891 h 1215891"/>
              <a:gd name="csX141" fmla="*/ 265106 w 1878314"/>
              <a:gd name="csY141" fmla="*/ 1215891 h 1215891"/>
              <a:gd name="csX142" fmla="*/ 266987 w 1878314"/>
              <a:gd name="csY142" fmla="*/ 1215891 h 1215891"/>
              <a:gd name="csX143" fmla="*/ 268867 w 1878314"/>
              <a:gd name="csY143" fmla="*/ 1215891 h 1215891"/>
              <a:gd name="csX144" fmla="*/ 270747 w 1878314"/>
              <a:gd name="csY144" fmla="*/ 1215891 h 1215891"/>
              <a:gd name="csX145" fmla="*/ 272627 w 1878314"/>
              <a:gd name="csY145" fmla="*/ 1215891 h 1215891"/>
              <a:gd name="csX146" fmla="*/ 274508 w 1878314"/>
              <a:gd name="csY146" fmla="*/ 1215891 h 1215891"/>
              <a:gd name="csX147" fmla="*/ 276388 w 1878314"/>
              <a:gd name="csY147" fmla="*/ 1215891 h 1215891"/>
              <a:gd name="csX148" fmla="*/ 278268 w 1878314"/>
              <a:gd name="csY148" fmla="*/ 1215891 h 1215891"/>
              <a:gd name="csX149" fmla="*/ 280148 w 1878314"/>
              <a:gd name="csY149" fmla="*/ 1215891 h 1215891"/>
              <a:gd name="csX150" fmla="*/ 282029 w 1878314"/>
              <a:gd name="csY150" fmla="*/ 1215891 h 1215891"/>
              <a:gd name="csX151" fmla="*/ 283908 w 1878314"/>
              <a:gd name="csY151" fmla="*/ 1215891 h 1215891"/>
              <a:gd name="csX152" fmla="*/ 285788 w 1878314"/>
              <a:gd name="csY152" fmla="*/ 1215891 h 1215891"/>
              <a:gd name="csX153" fmla="*/ 287669 w 1878314"/>
              <a:gd name="csY153" fmla="*/ 1215891 h 1215891"/>
              <a:gd name="csX154" fmla="*/ 289549 w 1878314"/>
              <a:gd name="csY154" fmla="*/ 1215891 h 1215891"/>
              <a:gd name="csX155" fmla="*/ 291429 w 1878314"/>
              <a:gd name="csY155" fmla="*/ 1215891 h 1215891"/>
              <a:gd name="csX156" fmla="*/ 293309 w 1878314"/>
              <a:gd name="csY156" fmla="*/ 1215891 h 1215891"/>
              <a:gd name="csX157" fmla="*/ 295190 w 1878314"/>
              <a:gd name="csY157" fmla="*/ 1215891 h 1215891"/>
              <a:gd name="csX158" fmla="*/ 297070 w 1878314"/>
              <a:gd name="csY158" fmla="*/ 1215891 h 1215891"/>
              <a:gd name="csX159" fmla="*/ 298950 w 1878314"/>
              <a:gd name="csY159" fmla="*/ 1215891 h 1215891"/>
              <a:gd name="csX160" fmla="*/ 300831 w 1878314"/>
              <a:gd name="csY160" fmla="*/ 1215891 h 1215891"/>
              <a:gd name="csX161" fmla="*/ 302711 w 1878314"/>
              <a:gd name="csY161" fmla="*/ 1215891 h 1215891"/>
              <a:gd name="csX162" fmla="*/ 304590 w 1878314"/>
              <a:gd name="csY162" fmla="*/ 1215891 h 1215891"/>
              <a:gd name="csX163" fmla="*/ 306470 w 1878314"/>
              <a:gd name="csY163" fmla="*/ 1215891 h 1215891"/>
              <a:gd name="csX164" fmla="*/ 308351 w 1878314"/>
              <a:gd name="csY164" fmla="*/ 1215891 h 1215891"/>
              <a:gd name="csX165" fmla="*/ 310231 w 1878314"/>
              <a:gd name="csY165" fmla="*/ 1215891 h 1215891"/>
              <a:gd name="csX166" fmla="*/ 312111 w 1878314"/>
              <a:gd name="csY166" fmla="*/ 1215891 h 1215891"/>
              <a:gd name="csX167" fmla="*/ 313992 w 1878314"/>
              <a:gd name="csY167" fmla="*/ 1215891 h 1215891"/>
              <a:gd name="csX168" fmla="*/ 315872 w 1878314"/>
              <a:gd name="csY168" fmla="*/ 1215891 h 1215891"/>
              <a:gd name="csX169" fmla="*/ 317752 w 1878314"/>
              <a:gd name="csY169" fmla="*/ 1215891 h 1215891"/>
              <a:gd name="csX170" fmla="*/ 319632 w 1878314"/>
              <a:gd name="csY170" fmla="*/ 1215891 h 1215891"/>
              <a:gd name="csX171" fmla="*/ 321513 w 1878314"/>
              <a:gd name="csY171" fmla="*/ 1215891 h 1215891"/>
              <a:gd name="csX172" fmla="*/ 323393 w 1878314"/>
              <a:gd name="csY172" fmla="*/ 1215891 h 1215891"/>
              <a:gd name="csX173" fmla="*/ 325273 w 1878314"/>
              <a:gd name="csY173" fmla="*/ 1215891 h 1215891"/>
              <a:gd name="csX174" fmla="*/ 327153 w 1878314"/>
              <a:gd name="csY174" fmla="*/ 1215891 h 1215891"/>
              <a:gd name="csX175" fmla="*/ 329033 w 1878314"/>
              <a:gd name="csY175" fmla="*/ 1215891 h 1215891"/>
              <a:gd name="csX176" fmla="*/ 330913 w 1878314"/>
              <a:gd name="csY176" fmla="*/ 1215891 h 1215891"/>
              <a:gd name="csX177" fmla="*/ 332793 w 1878314"/>
              <a:gd name="csY177" fmla="*/ 1215891 h 1215891"/>
              <a:gd name="csX178" fmla="*/ 334674 w 1878314"/>
              <a:gd name="csY178" fmla="*/ 1215891 h 1215891"/>
              <a:gd name="csX179" fmla="*/ 336554 w 1878314"/>
              <a:gd name="csY179" fmla="*/ 1215891 h 1215891"/>
              <a:gd name="csX180" fmla="*/ 338434 w 1878314"/>
              <a:gd name="csY180" fmla="*/ 1215891 h 1215891"/>
              <a:gd name="csX181" fmla="*/ 340314 w 1878314"/>
              <a:gd name="csY181" fmla="*/ 1215891 h 1215891"/>
              <a:gd name="csX182" fmla="*/ 342195 w 1878314"/>
              <a:gd name="csY182" fmla="*/ 1215891 h 1215891"/>
              <a:gd name="csX183" fmla="*/ 344075 w 1878314"/>
              <a:gd name="csY183" fmla="*/ 1215891 h 1215891"/>
              <a:gd name="csX184" fmla="*/ 345955 w 1878314"/>
              <a:gd name="csY184" fmla="*/ 1215891 h 1215891"/>
              <a:gd name="csX185" fmla="*/ 347835 w 1878314"/>
              <a:gd name="csY185" fmla="*/ 1215891 h 1215891"/>
              <a:gd name="csX186" fmla="*/ 349715 w 1878314"/>
              <a:gd name="csY186" fmla="*/ 1215891 h 1215891"/>
              <a:gd name="csX187" fmla="*/ 351595 w 1878314"/>
              <a:gd name="csY187" fmla="*/ 1215891 h 1215891"/>
              <a:gd name="csX188" fmla="*/ 353475 w 1878314"/>
              <a:gd name="csY188" fmla="*/ 1215891 h 1215891"/>
              <a:gd name="csX189" fmla="*/ 355356 w 1878314"/>
              <a:gd name="csY189" fmla="*/ 1215891 h 1215891"/>
              <a:gd name="csX190" fmla="*/ 357236 w 1878314"/>
              <a:gd name="csY190" fmla="*/ 1215891 h 1215891"/>
              <a:gd name="csX191" fmla="*/ 359116 w 1878314"/>
              <a:gd name="csY191" fmla="*/ 1215891 h 1215891"/>
              <a:gd name="csX192" fmla="*/ 360996 w 1878314"/>
              <a:gd name="csY192" fmla="*/ 1215891 h 1215891"/>
              <a:gd name="csX193" fmla="*/ 362877 w 1878314"/>
              <a:gd name="csY193" fmla="*/ 1215891 h 1215891"/>
              <a:gd name="csX194" fmla="*/ 364757 w 1878314"/>
              <a:gd name="csY194" fmla="*/ 1215891 h 1215891"/>
              <a:gd name="csX195" fmla="*/ 366637 w 1878314"/>
              <a:gd name="csY195" fmla="*/ 1215891 h 1215891"/>
              <a:gd name="csX196" fmla="*/ 368518 w 1878314"/>
              <a:gd name="csY196" fmla="*/ 1215891 h 1215891"/>
              <a:gd name="csX197" fmla="*/ 370397 w 1878314"/>
              <a:gd name="csY197" fmla="*/ 1215891 h 1215891"/>
              <a:gd name="csX198" fmla="*/ 372277 w 1878314"/>
              <a:gd name="csY198" fmla="*/ 1215891 h 1215891"/>
              <a:gd name="csX199" fmla="*/ 374157 w 1878314"/>
              <a:gd name="csY199" fmla="*/ 1215891 h 1215891"/>
              <a:gd name="csX200" fmla="*/ 376038 w 1878314"/>
              <a:gd name="csY200" fmla="*/ 1215891 h 1215891"/>
              <a:gd name="csX201" fmla="*/ 377918 w 1878314"/>
              <a:gd name="csY201" fmla="*/ 1215891 h 1215891"/>
              <a:gd name="csX202" fmla="*/ 379798 w 1878314"/>
              <a:gd name="csY202" fmla="*/ 1215891 h 1215891"/>
              <a:gd name="csX203" fmla="*/ 381679 w 1878314"/>
              <a:gd name="csY203" fmla="*/ 1215891 h 1215891"/>
              <a:gd name="csX204" fmla="*/ 383559 w 1878314"/>
              <a:gd name="csY204" fmla="*/ 1215891 h 1215891"/>
              <a:gd name="csX205" fmla="*/ 385439 w 1878314"/>
              <a:gd name="csY205" fmla="*/ 1215891 h 1215891"/>
              <a:gd name="csX206" fmla="*/ 387319 w 1878314"/>
              <a:gd name="csY206" fmla="*/ 1215891 h 1215891"/>
              <a:gd name="csX207" fmla="*/ 389200 w 1878314"/>
              <a:gd name="csY207" fmla="*/ 1215891 h 1215891"/>
              <a:gd name="csX208" fmla="*/ 391079 w 1878314"/>
              <a:gd name="csY208" fmla="*/ 1215891 h 1215891"/>
              <a:gd name="csX209" fmla="*/ 392959 w 1878314"/>
              <a:gd name="csY209" fmla="*/ 1215891 h 1215891"/>
              <a:gd name="csX210" fmla="*/ 394840 w 1878314"/>
              <a:gd name="csY210" fmla="*/ 1215891 h 1215891"/>
              <a:gd name="csX211" fmla="*/ 396720 w 1878314"/>
              <a:gd name="csY211" fmla="*/ 1215891 h 1215891"/>
              <a:gd name="csX212" fmla="*/ 398600 w 1878314"/>
              <a:gd name="csY212" fmla="*/ 1215891 h 1215891"/>
              <a:gd name="csX213" fmla="*/ 400480 w 1878314"/>
              <a:gd name="csY213" fmla="*/ 1215891 h 1215891"/>
              <a:gd name="csX214" fmla="*/ 402361 w 1878314"/>
              <a:gd name="csY214" fmla="*/ 1215891 h 1215891"/>
              <a:gd name="csX215" fmla="*/ 404241 w 1878314"/>
              <a:gd name="csY215" fmla="*/ 1215891 h 1215891"/>
              <a:gd name="csX216" fmla="*/ 406121 w 1878314"/>
              <a:gd name="csY216" fmla="*/ 1215891 h 1215891"/>
              <a:gd name="csX217" fmla="*/ 408001 w 1878314"/>
              <a:gd name="csY217" fmla="*/ 1215891 h 1215891"/>
              <a:gd name="csX218" fmla="*/ 409882 w 1878314"/>
              <a:gd name="csY218" fmla="*/ 1215891 h 1215891"/>
              <a:gd name="csX219" fmla="*/ 411762 w 1878314"/>
              <a:gd name="csY219" fmla="*/ 1215891 h 1215891"/>
              <a:gd name="csX220" fmla="*/ 413641 w 1878314"/>
              <a:gd name="csY220" fmla="*/ 1215891 h 1215891"/>
              <a:gd name="csX221" fmla="*/ 415522 w 1878314"/>
              <a:gd name="csY221" fmla="*/ 1215891 h 1215891"/>
              <a:gd name="csX222" fmla="*/ 417402 w 1878314"/>
              <a:gd name="csY222" fmla="*/ 1215891 h 1215891"/>
              <a:gd name="csX223" fmla="*/ 419282 w 1878314"/>
              <a:gd name="csY223" fmla="*/ 1215891 h 1215891"/>
              <a:gd name="csX224" fmla="*/ 421162 w 1878314"/>
              <a:gd name="csY224" fmla="*/ 1215891 h 1215891"/>
              <a:gd name="csX225" fmla="*/ 423043 w 1878314"/>
              <a:gd name="csY225" fmla="*/ 1215891 h 1215891"/>
              <a:gd name="csX226" fmla="*/ 424923 w 1878314"/>
              <a:gd name="csY226" fmla="*/ 1215891 h 1215891"/>
              <a:gd name="csX227" fmla="*/ 426803 w 1878314"/>
              <a:gd name="csY227" fmla="*/ 1215891 h 1215891"/>
              <a:gd name="csX228" fmla="*/ 428684 w 1878314"/>
              <a:gd name="csY228" fmla="*/ 1215891 h 1215891"/>
              <a:gd name="csX229" fmla="*/ 430564 w 1878314"/>
              <a:gd name="csY229" fmla="*/ 1215891 h 1215891"/>
              <a:gd name="csX230" fmla="*/ 432444 w 1878314"/>
              <a:gd name="csY230" fmla="*/ 1215891 h 1215891"/>
              <a:gd name="csX231" fmla="*/ 434323 w 1878314"/>
              <a:gd name="csY231" fmla="*/ 1215891 h 1215891"/>
              <a:gd name="csX232" fmla="*/ 436204 w 1878314"/>
              <a:gd name="csY232" fmla="*/ 1215891 h 1215891"/>
              <a:gd name="csX233" fmla="*/ 438084 w 1878314"/>
              <a:gd name="csY233" fmla="*/ 1215891 h 1215891"/>
              <a:gd name="csX234" fmla="*/ 439964 w 1878314"/>
              <a:gd name="csY234" fmla="*/ 1215891 h 1215891"/>
              <a:gd name="csX235" fmla="*/ 441844 w 1878314"/>
              <a:gd name="csY235" fmla="*/ 1215891 h 1215891"/>
              <a:gd name="csX236" fmla="*/ 443725 w 1878314"/>
              <a:gd name="csY236" fmla="*/ 1215891 h 1215891"/>
              <a:gd name="csX237" fmla="*/ 445605 w 1878314"/>
              <a:gd name="csY237" fmla="*/ 1215891 h 1215891"/>
              <a:gd name="csX238" fmla="*/ 447485 w 1878314"/>
              <a:gd name="csY238" fmla="*/ 1215891 h 1215891"/>
              <a:gd name="csX239" fmla="*/ 449366 w 1878314"/>
              <a:gd name="csY239" fmla="*/ 1215891 h 1215891"/>
              <a:gd name="csX240" fmla="*/ 451246 w 1878314"/>
              <a:gd name="csY240" fmla="*/ 1215891 h 1215891"/>
              <a:gd name="csX241" fmla="*/ 453126 w 1878314"/>
              <a:gd name="csY241" fmla="*/ 1215891 h 1215891"/>
              <a:gd name="csX242" fmla="*/ 455006 w 1878314"/>
              <a:gd name="csY242" fmla="*/ 1215891 h 1215891"/>
              <a:gd name="csX243" fmla="*/ 456886 w 1878314"/>
              <a:gd name="csY243" fmla="*/ 1215891 h 1215891"/>
              <a:gd name="csX244" fmla="*/ 458766 w 1878314"/>
              <a:gd name="csY244" fmla="*/ 1215891 h 1215891"/>
              <a:gd name="csX245" fmla="*/ 460646 w 1878314"/>
              <a:gd name="csY245" fmla="*/ 1215891 h 1215891"/>
              <a:gd name="csX246" fmla="*/ 462527 w 1878314"/>
              <a:gd name="csY246" fmla="*/ 1215891 h 1215891"/>
              <a:gd name="csX247" fmla="*/ 464407 w 1878314"/>
              <a:gd name="csY247" fmla="*/ 1215891 h 1215891"/>
              <a:gd name="csX248" fmla="*/ 466287 w 1878314"/>
              <a:gd name="csY248" fmla="*/ 1215891 h 1215891"/>
              <a:gd name="csX249" fmla="*/ 468167 w 1878314"/>
              <a:gd name="csY249" fmla="*/ 1215891 h 1215891"/>
              <a:gd name="csX250" fmla="*/ 470048 w 1878314"/>
              <a:gd name="csY250" fmla="*/ 1215891 h 1215891"/>
              <a:gd name="csX251" fmla="*/ 471928 w 1878314"/>
              <a:gd name="csY251" fmla="*/ 1215891 h 1215891"/>
              <a:gd name="csX252" fmla="*/ 473808 w 1878314"/>
              <a:gd name="csY252" fmla="*/ 1215891 h 1215891"/>
              <a:gd name="csX253" fmla="*/ 475688 w 1878314"/>
              <a:gd name="csY253" fmla="*/ 1215891 h 1215891"/>
              <a:gd name="csX254" fmla="*/ 477568 w 1878314"/>
              <a:gd name="csY254" fmla="*/ 1215891 h 1215891"/>
              <a:gd name="csX255" fmla="*/ 479448 w 1878314"/>
              <a:gd name="csY255" fmla="*/ 1215891 h 1215891"/>
              <a:gd name="csX256" fmla="*/ 481328 w 1878314"/>
              <a:gd name="csY256" fmla="*/ 1215891 h 1215891"/>
              <a:gd name="csX257" fmla="*/ 483209 w 1878314"/>
              <a:gd name="csY257" fmla="*/ 1215891 h 1215891"/>
              <a:gd name="csX258" fmla="*/ 485089 w 1878314"/>
              <a:gd name="csY258" fmla="*/ 1215891 h 1215891"/>
              <a:gd name="csX259" fmla="*/ 486969 w 1878314"/>
              <a:gd name="csY259" fmla="*/ 1215891 h 1215891"/>
              <a:gd name="csX260" fmla="*/ 488849 w 1878314"/>
              <a:gd name="csY260" fmla="*/ 1215891 h 1215891"/>
              <a:gd name="csX261" fmla="*/ 490730 w 1878314"/>
              <a:gd name="csY261" fmla="*/ 1215891 h 1215891"/>
              <a:gd name="csX262" fmla="*/ 492610 w 1878314"/>
              <a:gd name="csY262" fmla="*/ 1215891 h 1215891"/>
              <a:gd name="csX263" fmla="*/ 494490 w 1878314"/>
              <a:gd name="csY263" fmla="*/ 1215891 h 1215891"/>
              <a:gd name="csX264" fmla="*/ 496371 w 1878314"/>
              <a:gd name="csY264" fmla="*/ 1215891 h 1215891"/>
              <a:gd name="csX265" fmla="*/ 498251 w 1878314"/>
              <a:gd name="csY265" fmla="*/ 1215891 h 1215891"/>
              <a:gd name="csX266" fmla="*/ 500130 w 1878314"/>
              <a:gd name="csY266" fmla="*/ 1215891 h 1215891"/>
              <a:gd name="csX267" fmla="*/ 502010 w 1878314"/>
              <a:gd name="csY267" fmla="*/ 1215891 h 1215891"/>
              <a:gd name="csX268" fmla="*/ 503891 w 1878314"/>
              <a:gd name="csY268" fmla="*/ 1215891 h 1215891"/>
              <a:gd name="csX269" fmla="*/ 505771 w 1878314"/>
              <a:gd name="csY269" fmla="*/ 1215891 h 1215891"/>
              <a:gd name="csX270" fmla="*/ 507651 w 1878314"/>
              <a:gd name="csY270" fmla="*/ 1215891 h 1215891"/>
              <a:gd name="csX271" fmla="*/ 509531 w 1878314"/>
              <a:gd name="csY271" fmla="*/ 1215891 h 1215891"/>
              <a:gd name="csX272" fmla="*/ 511412 w 1878314"/>
              <a:gd name="csY272" fmla="*/ 1215891 h 1215891"/>
              <a:gd name="csX273" fmla="*/ 513292 w 1878314"/>
              <a:gd name="csY273" fmla="*/ 1215891 h 1215891"/>
              <a:gd name="csX274" fmla="*/ 515172 w 1878314"/>
              <a:gd name="csY274" fmla="*/ 1215891 h 1215891"/>
              <a:gd name="csX275" fmla="*/ 517053 w 1878314"/>
              <a:gd name="csY275" fmla="*/ 1215891 h 1215891"/>
              <a:gd name="csX276" fmla="*/ 518933 w 1878314"/>
              <a:gd name="csY276" fmla="*/ 1215891 h 1215891"/>
              <a:gd name="csX277" fmla="*/ 520812 w 1878314"/>
              <a:gd name="csY277" fmla="*/ 1215891 h 1215891"/>
              <a:gd name="csX278" fmla="*/ 522692 w 1878314"/>
              <a:gd name="csY278" fmla="*/ 1215891 h 1215891"/>
              <a:gd name="csX279" fmla="*/ 524573 w 1878314"/>
              <a:gd name="csY279" fmla="*/ 1215891 h 1215891"/>
              <a:gd name="csX280" fmla="*/ 526453 w 1878314"/>
              <a:gd name="csY280" fmla="*/ 1215891 h 1215891"/>
              <a:gd name="csX281" fmla="*/ 528333 w 1878314"/>
              <a:gd name="csY281" fmla="*/ 1215891 h 1215891"/>
              <a:gd name="csX282" fmla="*/ 530214 w 1878314"/>
              <a:gd name="csY282" fmla="*/ 1215891 h 1215891"/>
              <a:gd name="csX283" fmla="*/ 532094 w 1878314"/>
              <a:gd name="csY283" fmla="*/ 1215891 h 1215891"/>
              <a:gd name="csX284" fmla="*/ 533974 w 1878314"/>
              <a:gd name="csY284" fmla="*/ 1215891 h 1215891"/>
              <a:gd name="csX285" fmla="*/ 535854 w 1878314"/>
              <a:gd name="csY285" fmla="*/ 1215891 h 1215891"/>
              <a:gd name="csX286" fmla="*/ 537735 w 1878314"/>
              <a:gd name="csY286" fmla="*/ 1215891 h 1215891"/>
              <a:gd name="csX287" fmla="*/ 539615 w 1878314"/>
              <a:gd name="csY287" fmla="*/ 1215891 h 1215891"/>
              <a:gd name="csX288" fmla="*/ 541495 w 1878314"/>
              <a:gd name="csY288" fmla="*/ 1215891 h 1215891"/>
              <a:gd name="csX289" fmla="*/ 543375 w 1878314"/>
              <a:gd name="csY289" fmla="*/ 1215891 h 1215891"/>
              <a:gd name="csX290" fmla="*/ 545255 w 1878314"/>
              <a:gd name="csY290" fmla="*/ 1215891 h 1215891"/>
              <a:gd name="csX291" fmla="*/ 547135 w 1878314"/>
              <a:gd name="csY291" fmla="*/ 1215891 h 1215891"/>
              <a:gd name="csX292" fmla="*/ 549015 w 1878314"/>
              <a:gd name="csY292" fmla="*/ 1215891 h 1215891"/>
              <a:gd name="csX293" fmla="*/ 550896 w 1878314"/>
              <a:gd name="csY293" fmla="*/ 1215891 h 1215891"/>
              <a:gd name="csX294" fmla="*/ 552776 w 1878314"/>
              <a:gd name="csY294" fmla="*/ 1215891 h 1215891"/>
              <a:gd name="csX295" fmla="*/ 554656 w 1878314"/>
              <a:gd name="csY295" fmla="*/ 1215891 h 1215891"/>
              <a:gd name="csX296" fmla="*/ 556536 w 1878314"/>
              <a:gd name="csY296" fmla="*/ 1215891 h 1215891"/>
              <a:gd name="csX297" fmla="*/ 558417 w 1878314"/>
              <a:gd name="csY297" fmla="*/ 1215891 h 1215891"/>
              <a:gd name="csX298" fmla="*/ 560297 w 1878314"/>
              <a:gd name="csY298" fmla="*/ 1215891 h 1215891"/>
              <a:gd name="csX299" fmla="*/ 562177 w 1878314"/>
              <a:gd name="csY299" fmla="*/ 1215891 h 1215891"/>
              <a:gd name="csX300" fmla="*/ 564057 w 1878314"/>
              <a:gd name="csY300" fmla="*/ 1215891 h 1215891"/>
              <a:gd name="csX301" fmla="*/ 565937 w 1878314"/>
              <a:gd name="csY301" fmla="*/ 1215882 h 1215891"/>
              <a:gd name="csX302" fmla="*/ 567817 w 1878314"/>
              <a:gd name="csY302" fmla="*/ 1215882 h 1215891"/>
              <a:gd name="csX303" fmla="*/ 569697 w 1878314"/>
              <a:gd name="csY303" fmla="*/ 1215882 h 1215891"/>
              <a:gd name="csX304" fmla="*/ 571578 w 1878314"/>
              <a:gd name="csY304" fmla="*/ 1215882 h 1215891"/>
              <a:gd name="csX305" fmla="*/ 573458 w 1878314"/>
              <a:gd name="csY305" fmla="*/ 1215882 h 1215891"/>
              <a:gd name="csX306" fmla="*/ 575338 w 1878314"/>
              <a:gd name="csY306" fmla="*/ 1215882 h 1215891"/>
              <a:gd name="csX307" fmla="*/ 577219 w 1878314"/>
              <a:gd name="csY307" fmla="*/ 1215882 h 1215891"/>
              <a:gd name="csX308" fmla="*/ 579099 w 1878314"/>
              <a:gd name="csY308" fmla="*/ 1215882 h 1215891"/>
              <a:gd name="csX309" fmla="*/ 580979 w 1878314"/>
              <a:gd name="csY309" fmla="*/ 1215882 h 1215891"/>
              <a:gd name="csX310" fmla="*/ 582859 w 1878314"/>
              <a:gd name="csY310" fmla="*/ 1215882 h 1215891"/>
              <a:gd name="csX311" fmla="*/ 584740 w 1878314"/>
              <a:gd name="csY311" fmla="*/ 1215882 h 1215891"/>
              <a:gd name="csX312" fmla="*/ 586619 w 1878314"/>
              <a:gd name="csY312" fmla="*/ 1215882 h 1215891"/>
              <a:gd name="csX313" fmla="*/ 588499 w 1878314"/>
              <a:gd name="csY313" fmla="*/ 1215882 h 1215891"/>
              <a:gd name="csX314" fmla="*/ 590379 w 1878314"/>
              <a:gd name="csY314" fmla="*/ 1215882 h 1215891"/>
              <a:gd name="csX315" fmla="*/ 592260 w 1878314"/>
              <a:gd name="csY315" fmla="*/ 1215882 h 1215891"/>
              <a:gd name="csX316" fmla="*/ 594140 w 1878314"/>
              <a:gd name="csY316" fmla="*/ 1215882 h 1215891"/>
              <a:gd name="csX317" fmla="*/ 596020 w 1878314"/>
              <a:gd name="csY317" fmla="*/ 1215882 h 1215891"/>
              <a:gd name="csX318" fmla="*/ 597901 w 1878314"/>
              <a:gd name="csY318" fmla="*/ 1215882 h 1215891"/>
              <a:gd name="csX319" fmla="*/ 599781 w 1878314"/>
              <a:gd name="csY319" fmla="*/ 1215882 h 1215891"/>
              <a:gd name="csX320" fmla="*/ 601661 w 1878314"/>
              <a:gd name="csY320" fmla="*/ 1215882 h 1215891"/>
              <a:gd name="csX321" fmla="*/ 603541 w 1878314"/>
              <a:gd name="csY321" fmla="*/ 1215882 h 1215891"/>
              <a:gd name="csX322" fmla="*/ 605422 w 1878314"/>
              <a:gd name="csY322" fmla="*/ 1215882 h 1215891"/>
              <a:gd name="csX323" fmla="*/ 607301 w 1878314"/>
              <a:gd name="csY323" fmla="*/ 1215882 h 1215891"/>
              <a:gd name="csX324" fmla="*/ 609181 w 1878314"/>
              <a:gd name="csY324" fmla="*/ 1215872 h 1215891"/>
              <a:gd name="csX325" fmla="*/ 611062 w 1878314"/>
              <a:gd name="csY325" fmla="*/ 1215872 h 1215891"/>
              <a:gd name="csX326" fmla="*/ 612942 w 1878314"/>
              <a:gd name="csY326" fmla="*/ 1215872 h 1215891"/>
              <a:gd name="csX327" fmla="*/ 614822 w 1878314"/>
              <a:gd name="csY327" fmla="*/ 1215872 h 1215891"/>
              <a:gd name="csX328" fmla="*/ 616702 w 1878314"/>
              <a:gd name="csY328" fmla="*/ 1215872 h 1215891"/>
              <a:gd name="csX329" fmla="*/ 618583 w 1878314"/>
              <a:gd name="csY329" fmla="*/ 1215872 h 1215891"/>
              <a:gd name="csX330" fmla="*/ 620463 w 1878314"/>
              <a:gd name="csY330" fmla="*/ 1215872 h 1215891"/>
              <a:gd name="csX331" fmla="*/ 622342 w 1878314"/>
              <a:gd name="csY331" fmla="*/ 1215872 h 1215891"/>
              <a:gd name="csX332" fmla="*/ 624224 w 1878314"/>
              <a:gd name="csY332" fmla="*/ 1215872 h 1215891"/>
              <a:gd name="csX333" fmla="*/ 626107 w 1878314"/>
              <a:gd name="csY333" fmla="*/ 1215872 h 1215891"/>
              <a:gd name="csX334" fmla="*/ 627979 w 1878314"/>
              <a:gd name="csY334" fmla="*/ 1215872 h 1215891"/>
              <a:gd name="csX335" fmla="*/ 629861 w 1878314"/>
              <a:gd name="csY335" fmla="*/ 1215872 h 1215891"/>
              <a:gd name="csX336" fmla="*/ 631744 w 1878314"/>
              <a:gd name="csY336" fmla="*/ 1215872 h 1215891"/>
              <a:gd name="csX337" fmla="*/ 633626 w 1878314"/>
              <a:gd name="csY337" fmla="*/ 1215862 h 1215891"/>
              <a:gd name="csX338" fmla="*/ 635508 w 1878314"/>
              <a:gd name="csY338" fmla="*/ 1215862 h 1215891"/>
              <a:gd name="csX339" fmla="*/ 637381 w 1878314"/>
              <a:gd name="csY339" fmla="*/ 1215862 h 1215891"/>
              <a:gd name="csX340" fmla="*/ 639263 w 1878314"/>
              <a:gd name="csY340" fmla="*/ 1215862 h 1215891"/>
              <a:gd name="csX341" fmla="*/ 641145 w 1878314"/>
              <a:gd name="csY341" fmla="*/ 1215862 h 1215891"/>
              <a:gd name="csX342" fmla="*/ 643027 w 1878314"/>
              <a:gd name="csY342" fmla="*/ 1215862 h 1215891"/>
              <a:gd name="csX343" fmla="*/ 644909 w 1878314"/>
              <a:gd name="csY343" fmla="*/ 1215862 h 1215891"/>
              <a:gd name="csX344" fmla="*/ 646782 w 1878314"/>
              <a:gd name="csY344" fmla="*/ 1215862 h 1215891"/>
              <a:gd name="csX345" fmla="*/ 648664 w 1878314"/>
              <a:gd name="csY345" fmla="*/ 1215862 h 1215891"/>
              <a:gd name="csX346" fmla="*/ 650546 w 1878314"/>
              <a:gd name="csY346" fmla="*/ 1215853 h 1215891"/>
              <a:gd name="csX347" fmla="*/ 652429 w 1878314"/>
              <a:gd name="csY347" fmla="*/ 1215853 h 1215891"/>
              <a:gd name="csX348" fmla="*/ 654311 w 1878314"/>
              <a:gd name="csY348" fmla="*/ 1215853 h 1215891"/>
              <a:gd name="csX349" fmla="*/ 656183 w 1878314"/>
              <a:gd name="csY349" fmla="*/ 1215853 h 1215891"/>
              <a:gd name="csX350" fmla="*/ 658066 w 1878314"/>
              <a:gd name="csY350" fmla="*/ 1215853 h 1215891"/>
              <a:gd name="csX351" fmla="*/ 659948 w 1878314"/>
              <a:gd name="csY351" fmla="*/ 1215853 h 1215891"/>
              <a:gd name="csX352" fmla="*/ 661830 w 1878314"/>
              <a:gd name="csY352" fmla="*/ 1215853 h 1215891"/>
              <a:gd name="csX353" fmla="*/ 663703 w 1878314"/>
              <a:gd name="csY353" fmla="*/ 1215843 h 1215891"/>
              <a:gd name="csX354" fmla="*/ 665585 w 1878314"/>
              <a:gd name="csY354" fmla="*/ 1215843 h 1215891"/>
              <a:gd name="csX355" fmla="*/ 667467 w 1878314"/>
              <a:gd name="csY355" fmla="*/ 1215843 h 1215891"/>
              <a:gd name="csX356" fmla="*/ 669349 w 1878314"/>
              <a:gd name="csY356" fmla="*/ 1215843 h 1215891"/>
              <a:gd name="csX357" fmla="*/ 671231 w 1878314"/>
              <a:gd name="csY357" fmla="*/ 1215843 h 1215891"/>
              <a:gd name="csX358" fmla="*/ 673104 w 1878314"/>
              <a:gd name="csY358" fmla="*/ 1215843 h 1215891"/>
              <a:gd name="csX359" fmla="*/ 674986 w 1878314"/>
              <a:gd name="csY359" fmla="*/ 1215833 h 1215891"/>
              <a:gd name="csX360" fmla="*/ 676868 w 1878314"/>
              <a:gd name="csY360" fmla="*/ 1215833 h 1215891"/>
              <a:gd name="csX361" fmla="*/ 678751 w 1878314"/>
              <a:gd name="csY361" fmla="*/ 1215833 h 1215891"/>
              <a:gd name="csX362" fmla="*/ 680633 w 1878314"/>
              <a:gd name="csY362" fmla="*/ 1215833 h 1215891"/>
              <a:gd name="csX363" fmla="*/ 682505 w 1878314"/>
              <a:gd name="csY363" fmla="*/ 1215833 h 1215891"/>
              <a:gd name="csX364" fmla="*/ 684387 w 1878314"/>
              <a:gd name="csY364" fmla="*/ 1215823 h 1215891"/>
              <a:gd name="csX365" fmla="*/ 686270 w 1878314"/>
              <a:gd name="csY365" fmla="*/ 1215823 h 1215891"/>
              <a:gd name="csX366" fmla="*/ 688152 w 1878314"/>
              <a:gd name="csY366" fmla="*/ 1215823 h 1215891"/>
              <a:gd name="csX367" fmla="*/ 690034 w 1878314"/>
              <a:gd name="csY367" fmla="*/ 1215823 h 1215891"/>
              <a:gd name="csX368" fmla="*/ 691907 w 1878314"/>
              <a:gd name="csY368" fmla="*/ 1215814 h 1215891"/>
              <a:gd name="csX369" fmla="*/ 693789 w 1878314"/>
              <a:gd name="csY369" fmla="*/ 1215814 h 1215891"/>
              <a:gd name="csX370" fmla="*/ 695671 w 1878314"/>
              <a:gd name="csY370" fmla="*/ 1215814 h 1215891"/>
              <a:gd name="csX371" fmla="*/ 697553 w 1878314"/>
              <a:gd name="csY371" fmla="*/ 1215814 h 1215891"/>
              <a:gd name="csX372" fmla="*/ 699435 w 1878314"/>
              <a:gd name="csY372" fmla="*/ 1215804 h 1215891"/>
              <a:gd name="csX373" fmla="*/ 701308 w 1878314"/>
              <a:gd name="csY373" fmla="*/ 1215804 h 1215891"/>
              <a:gd name="csX374" fmla="*/ 703190 w 1878314"/>
              <a:gd name="csY374" fmla="*/ 1215804 h 1215891"/>
              <a:gd name="csX375" fmla="*/ 705072 w 1878314"/>
              <a:gd name="csY375" fmla="*/ 1215794 h 1215891"/>
              <a:gd name="csX376" fmla="*/ 706955 w 1878314"/>
              <a:gd name="csY376" fmla="*/ 1215794 h 1215891"/>
              <a:gd name="csX377" fmla="*/ 708827 w 1878314"/>
              <a:gd name="csY377" fmla="*/ 1215794 h 1215891"/>
              <a:gd name="csX378" fmla="*/ 710709 w 1878314"/>
              <a:gd name="csY378" fmla="*/ 1215785 h 1215891"/>
              <a:gd name="csX379" fmla="*/ 712592 w 1878314"/>
              <a:gd name="csY379" fmla="*/ 1215785 h 1215891"/>
              <a:gd name="csX380" fmla="*/ 714474 w 1878314"/>
              <a:gd name="csY380" fmla="*/ 1215785 h 1215891"/>
              <a:gd name="csX381" fmla="*/ 716356 w 1878314"/>
              <a:gd name="csY381" fmla="*/ 1215775 h 1215891"/>
              <a:gd name="csX382" fmla="*/ 718229 w 1878314"/>
              <a:gd name="csY382" fmla="*/ 1215775 h 1215891"/>
              <a:gd name="csX383" fmla="*/ 720111 w 1878314"/>
              <a:gd name="csY383" fmla="*/ 1215775 h 1215891"/>
              <a:gd name="csX384" fmla="*/ 721993 w 1878314"/>
              <a:gd name="csY384" fmla="*/ 1215765 h 1215891"/>
              <a:gd name="csX385" fmla="*/ 723875 w 1878314"/>
              <a:gd name="csY385" fmla="*/ 1215765 h 1215891"/>
              <a:gd name="csX386" fmla="*/ 725757 w 1878314"/>
              <a:gd name="csY386" fmla="*/ 1215756 h 1215891"/>
              <a:gd name="csX387" fmla="*/ 727630 w 1878314"/>
              <a:gd name="csY387" fmla="*/ 1215756 h 1215891"/>
              <a:gd name="csX388" fmla="*/ 729512 w 1878314"/>
              <a:gd name="csY388" fmla="*/ 1215756 h 1215891"/>
              <a:gd name="csX389" fmla="*/ 731394 w 1878314"/>
              <a:gd name="csY389" fmla="*/ 1215746 h 1215891"/>
              <a:gd name="csX390" fmla="*/ 733277 w 1878314"/>
              <a:gd name="csY390" fmla="*/ 1215746 h 1215891"/>
              <a:gd name="csX391" fmla="*/ 735159 w 1878314"/>
              <a:gd name="csY391" fmla="*/ 1215736 h 1215891"/>
              <a:gd name="csX392" fmla="*/ 737031 w 1878314"/>
              <a:gd name="csY392" fmla="*/ 1215736 h 1215891"/>
              <a:gd name="csX393" fmla="*/ 738914 w 1878314"/>
              <a:gd name="csY393" fmla="*/ 1215726 h 1215891"/>
              <a:gd name="csX394" fmla="*/ 740796 w 1878314"/>
              <a:gd name="csY394" fmla="*/ 1215726 h 1215891"/>
              <a:gd name="csX395" fmla="*/ 742678 w 1878314"/>
              <a:gd name="csY395" fmla="*/ 1215717 h 1215891"/>
              <a:gd name="csX396" fmla="*/ 744560 w 1878314"/>
              <a:gd name="csY396" fmla="*/ 1215707 h 1215891"/>
              <a:gd name="csX397" fmla="*/ 746433 w 1878314"/>
              <a:gd name="csY397" fmla="*/ 1215707 h 1215891"/>
              <a:gd name="csX398" fmla="*/ 748315 w 1878314"/>
              <a:gd name="csY398" fmla="*/ 1215697 h 1215891"/>
              <a:gd name="csX399" fmla="*/ 750197 w 1878314"/>
              <a:gd name="csY399" fmla="*/ 1215697 h 1215891"/>
              <a:gd name="csX400" fmla="*/ 752079 w 1878314"/>
              <a:gd name="csY400" fmla="*/ 1215688 h 1215891"/>
              <a:gd name="csX401" fmla="*/ 753952 w 1878314"/>
              <a:gd name="csY401" fmla="*/ 1215678 h 1215891"/>
              <a:gd name="csX402" fmla="*/ 755834 w 1878314"/>
              <a:gd name="csY402" fmla="*/ 1215678 h 1215891"/>
              <a:gd name="csX403" fmla="*/ 757716 w 1878314"/>
              <a:gd name="csY403" fmla="*/ 1215668 h 1215891"/>
              <a:gd name="csX404" fmla="*/ 759598 w 1878314"/>
              <a:gd name="csY404" fmla="*/ 1215658 h 1215891"/>
              <a:gd name="csX405" fmla="*/ 761481 w 1878314"/>
              <a:gd name="csY405" fmla="*/ 1215658 h 1215891"/>
              <a:gd name="csX406" fmla="*/ 763353 w 1878314"/>
              <a:gd name="csY406" fmla="*/ 1215649 h 1215891"/>
              <a:gd name="csX407" fmla="*/ 765235 w 1878314"/>
              <a:gd name="csY407" fmla="*/ 1215639 h 1215891"/>
              <a:gd name="csX408" fmla="*/ 767118 w 1878314"/>
              <a:gd name="csY408" fmla="*/ 1215629 h 1215891"/>
              <a:gd name="csX409" fmla="*/ 769000 w 1878314"/>
              <a:gd name="csY409" fmla="*/ 1215629 h 1215891"/>
              <a:gd name="csX410" fmla="*/ 770882 w 1878314"/>
              <a:gd name="csY410" fmla="*/ 1215620 h 1215891"/>
              <a:gd name="csX411" fmla="*/ 772755 w 1878314"/>
              <a:gd name="csY411" fmla="*/ 1215610 h 1215891"/>
              <a:gd name="csX412" fmla="*/ 774637 w 1878314"/>
              <a:gd name="csY412" fmla="*/ 1215600 h 1215891"/>
              <a:gd name="csX413" fmla="*/ 776519 w 1878314"/>
              <a:gd name="csY413" fmla="*/ 1215591 h 1215891"/>
              <a:gd name="csX414" fmla="*/ 778401 w 1878314"/>
              <a:gd name="csY414" fmla="*/ 1215581 h 1215891"/>
              <a:gd name="csX415" fmla="*/ 780283 w 1878314"/>
              <a:gd name="csY415" fmla="*/ 1215571 h 1215891"/>
              <a:gd name="csX416" fmla="*/ 782156 w 1878314"/>
              <a:gd name="csY416" fmla="*/ 1215561 h 1215891"/>
              <a:gd name="csX417" fmla="*/ 784038 w 1878314"/>
              <a:gd name="csY417" fmla="*/ 1215552 h 1215891"/>
              <a:gd name="csX418" fmla="*/ 785920 w 1878314"/>
              <a:gd name="csY418" fmla="*/ 1215542 h 1215891"/>
              <a:gd name="csX419" fmla="*/ 787803 w 1878314"/>
              <a:gd name="csY419" fmla="*/ 1215532 h 1215891"/>
              <a:gd name="csX420" fmla="*/ 789685 w 1878314"/>
              <a:gd name="csY420" fmla="*/ 1215523 h 1215891"/>
              <a:gd name="csX421" fmla="*/ 791557 w 1878314"/>
              <a:gd name="csY421" fmla="*/ 1215513 h 1215891"/>
              <a:gd name="csX422" fmla="*/ 793440 w 1878314"/>
              <a:gd name="csY422" fmla="*/ 1215503 h 1215891"/>
              <a:gd name="csX423" fmla="*/ 795322 w 1878314"/>
              <a:gd name="csY423" fmla="*/ 1215494 h 1215891"/>
              <a:gd name="csX424" fmla="*/ 797204 w 1878314"/>
              <a:gd name="csY424" fmla="*/ 1215474 h 1215891"/>
              <a:gd name="csX425" fmla="*/ 799077 w 1878314"/>
              <a:gd name="csY425" fmla="*/ 1215464 h 1215891"/>
              <a:gd name="csX426" fmla="*/ 800959 w 1878314"/>
              <a:gd name="csY426" fmla="*/ 1215455 h 1215891"/>
              <a:gd name="csX427" fmla="*/ 802841 w 1878314"/>
              <a:gd name="csY427" fmla="*/ 1215435 h 1215891"/>
              <a:gd name="csX428" fmla="*/ 804723 w 1878314"/>
              <a:gd name="csY428" fmla="*/ 1215426 h 1215891"/>
              <a:gd name="csX429" fmla="*/ 806605 w 1878314"/>
              <a:gd name="csY429" fmla="*/ 1215416 h 1215891"/>
              <a:gd name="csX430" fmla="*/ 808478 w 1878314"/>
              <a:gd name="csY430" fmla="*/ 1215397 h 1215891"/>
              <a:gd name="csX431" fmla="*/ 810360 w 1878314"/>
              <a:gd name="csY431" fmla="*/ 1215387 h 1215891"/>
              <a:gd name="csX432" fmla="*/ 812242 w 1878314"/>
              <a:gd name="csY432" fmla="*/ 1215367 h 1215891"/>
              <a:gd name="csX433" fmla="*/ 814125 w 1878314"/>
              <a:gd name="csY433" fmla="*/ 1215358 h 1215891"/>
              <a:gd name="csX434" fmla="*/ 816007 w 1878314"/>
              <a:gd name="csY434" fmla="*/ 1215338 h 1215891"/>
              <a:gd name="csX435" fmla="*/ 817879 w 1878314"/>
              <a:gd name="csY435" fmla="*/ 1215329 h 1215891"/>
              <a:gd name="csX436" fmla="*/ 819762 w 1878314"/>
              <a:gd name="csY436" fmla="*/ 1215309 h 1215891"/>
              <a:gd name="csX437" fmla="*/ 821644 w 1878314"/>
              <a:gd name="csY437" fmla="*/ 1215290 h 1215891"/>
              <a:gd name="csX438" fmla="*/ 823526 w 1878314"/>
              <a:gd name="csY438" fmla="*/ 1215270 h 1215891"/>
              <a:gd name="csX439" fmla="*/ 825408 w 1878314"/>
              <a:gd name="csY439" fmla="*/ 1215261 h 1215891"/>
              <a:gd name="csX440" fmla="*/ 827281 w 1878314"/>
              <a:gd name="csY440" fmla="*/ 1215241 h 1215891"/>
              <a:gd name="csX441" fmla="*/ 829163 w 1878314"/>
              <a:gd name="csY441" fmla="*/ 1215222 h 1215891"/>
              <a:gd name="csX442" fmla="*/ 831045 w 1878314"/>
              <a:gd name="csY442" fmla="*/ 1215202 h 1215891"/>
              <a:gd name="csX443" fmla="*/ 832927 w 1878314"/>
              <a:gd name="csY443" fmla="*/ 1215183 h 1215891"/>
              <a:gd name="csX444" fmla="*/ 834800 w 1878314"/>
              <a:gd name="csY444" fmla="*/ 1215164 h 1215891"/>
              <a:gd name="csX445" fmla="*/ 836682 w 1878314"/>
              <a:gd name="csY445" fmla="*/ 1215144 h 1215891"/>
              <a:gd name="csX446" fmla="*/ 838564 w 1878314"/>
              <a:gd name="csY446" fmla="*/ 1215125 h 1215891"/>
              <a:gd name="csX447" fmla="*/ 840446 w 1878314"/>
              <a:gd name="csY447" fmla="*/ 1215096 h 1215891"/>
              <a:gd name="csX448" fmla="*/ 842329 w 1878314"/>
              <a:gd name="csY448" fmla="*/ 1215076 h 1215891"/>
              <a:gd name="csX449" fmla="*/ 844201 w 1878314"/>
              <a:gd name="csY449" fmla="*/ 1215057 h 1215891"/>
              <a:gd name="csX450" fmla="*/ 846083 w 1878314"/>
              <a:gd name="csY450" fmla="*/ 1215028 h 1215891"/>
              <a:gd name="csX451" fmla="*/ 847966 w 1878314"/>
              <a:gd name="csY451" fmla="*/ 1215008 h 1215891"/>
              <a:gd name="csX452" fmla="*/ 849848 w 1878314"/>
              <a:gd name="csY452" fmla="*/ 1214979 h 1215891"/>
              <a:gd name="csX453" fmla="*/ 851730 w 1878314"/>
              <a:gd name="csY453" fmla="*/ 1214960 h 1215891"/>
              <a:gd name="csX454" fmla="*/ 853603 w 1878314"/>
              <a:gd name="csY454" fmla="*/ 1214931 h 1215891"/>
              <a:gd name="csX455" fmla="*/ 855485 w 1878314"/>
              <a:gd name="csY455" fmla="*/ 1214911 h 1215891"/>
              <a:gd name="csX456" fmla="*/ 857367 w 1878314"/>
              <a:gd name="csY456" fmla="*/ 1214882 h 1215891"/>
              <a:gd name="csX457" fmla="*/ 859249 w 1878314"/>
              <a:gd name="csY457" fmla="*/ 1214853 h 1215891"/>
              <a:gd name="csX458" fmla="*/ 861131 w 1878314"/>
              <a:gd name="csY458" fmla="*/ 1214824 h 1215891"/>
              <a:gd name="csX459" fmla="*/ 863004 w 1878314"/>
              <a:gd name="csY459" fmla="*/ 1214795 h 1215891"/>
              <a:gd name="csX460" fmla="*/ 864886 w 1878314"/>
              <a:gd name="csY460" fmla="*/ 1214766 h 1215891"/>
              <a:gd name="csX461" fmla="*/ 866768 w 1878314"/>
              <a:gd name="csY461" fmla="*/ 1214737 h 1215891"/>
              <a:gd name="csX462" fmla="*/ 868651 w 1878314"/>
              <a:gd name="csY462" fmla="*/ 1214708 h 1215891"/>
              <a:gd name="csX463" fmla="*/ 870533 w 1878314"/>
              <a:gd name="csY463" fmla="*/ 1214669 h 1215891"/>
              <a:gd name="csX464" fmla="*/ 872405 w 1878314"/>
              <a:gd name="csY464" fmla="*/ 1214640 h 1215891"/>
              <a:gd name="csX465" fmla="*/ 874288 w 1878314"/>
              <a:gd name="csY465" fmla="*/ 1214611 h 1215891"/>
              <a:gd name="csX466" fmla="*/ 876170 w 1878314"/>
              <a:gd name="csY466" fmla="*/ 1214572 h 1215891"/>
              <a:gd name="csX467" fmla="*/ 878052 w 1878314"/>
              <a:gd name="csY467" fmla="*/ 1214533 h 1215891"/>
              <a:gd name="csX468" fmla="*/ 879925 w 1878314"/>
              <a:gd name="csY468" fmla="*/ 1214504 h 1215891"/>
              <a:gd name="csX469" fmla="*/ 881807 w 1878314"/>
              <a:gd name="csY469" fmla="*/ 1214465 h 1215891"/>
              <a:gd name="csX470" fmla="*/ 883689 w 1878314"/>
              <a:gd name="csY470" fmla="*/ 1214426 h 1215891"/>
              <a:gd name="csX471" fmla="*/ 885571 w 1878314"/>
              <a:gd name="csY471" fmla="*/ 1214388 h 1215891"/>
              <a:gd name="csX472" fmla="*/ 887453 w 1878314"/>
              <a:gd name="csY472" fmla="*/ 1214349 h 1215891"/>
              <a:gd name="csX473" fmla="*/ 889326 w 1878314"/>
              <a:gd name="csY473" fmla="*/ 1214310 h 1215891"/>
              <a:gd name="csX474" fmla="*/ 891208 w 1878314"/>
              <a:gd name="csY474" fmla="*/ 1214261 h 1215891"/>
              <a:gd name="csX475" fmla="*/ 893090 w 1878314"/>
              <a:gd name="csY475" fmla="*/ 1214223 h 1215891"/>
              <a:gd name="csX476" fmla="*/ 894973 w 1878314"/>
              <a:gd name="csY476" fmla="*/ 1214174 h 1215891"/>
              <a:gd name="csX477" fmla="*/ 896855 w 1878314"/>
              <a:gd name="csY477" fmla="*/ 1214135 h 1215891"/>
              <a:gd name="csX478" fmla="*/ 898727 w 1878314"/>
              <a:gd name="csY478" fmla="*/ 1214087 h 1215891"/>
              <a:gd name="csX479" fmla="*/ 900609 w 1878314"/>
              <a:gd name="csY479" fmla="*/ 1214038 h 1215891"/>
              <a:gd name="csX480" fmla="*/ 902492 w 1878314"/>
              <a:gd name="csY480" fmla="*/ 1213990 h 1215891"/>
              <a:gd name="csX481" fmla="*/ 904374 w 1878314"/>
              <a:gd name="csY481" fmla="*/ 1213941 h 1215891"/>
              <a:gd name="csX482" fmla="*/ 906256 w 1878314"/>
              <a:gd name="csY482" fmla="*/ 1213893 h 1215891"/>
              <a:gd name="csX483" fmla="*/ 908129 w 1878314"/>
              <a:gd name="csY483" fmla="*/ 1213844 h 1215891"/>
              <a:gd name="csX484" fmla="*/ 910011 w 1878314"/>
              <a:gd name="csY484" fmla="*/ 1213786 h 1215891"/>
              <a:gd name="csX485" fmla="*/ 911893 w 1878314"/>
              <a:gd name="csY485" fmla="*/ 1213737 h 1215891"/>
              <a:gd name="csX486" fmla="*/ 913775 w 1878314"/>
              <a:gd name="csY486" fmla="*/ 1213679 h 1215891"/>
              <a:gd name="csX487" fmla="*/ 915657 w 1878314"/>
              <a:gd name="csY487" fmla="*/ 1213621 h 1215891"/>
              <a:gd name="csX488" fmla="*/ 917530 w 1878314"/>
              <a:gd name="csY488" fmla="*/ 1213563 h 1215891"/>
              <a:gd name="csX489" fmla="*/ 919412 w 1878314"/>
              <a:gd name="csY489" fmla="*/ 1213505 h 1215891"/>
              <a:gd name="csX490" fmla="*/ 921294 w 1878314"/>
              <a:gd name="csY490" fmla="*/ 1213446 h 1215891"/>
              <a:gd name="csX491" fmla="*/ 923177 w 1878314"/>
              <a:gd name="csY491" fmla="*/ 1213388 h 1215891"/>
              <a:gd name="csX492" fmla="*/ 925049 w 1878314"/>
              <a:gd name="csY492" fmla="*/ 1213320 h 1215891"/>
              <a:gd name="csX493" fmla="*/ 926931 w 1878314"/>
              <a:gd name="csY493" fmla="*/ 1213262 h 1215891"/>
              <a:gd name="csX494" fmla="*/ 928814 w 1878314"/>
              <a:gd name="csY494" fmla="*/ 1213194 h 1215891"/>
              <a:gd name="csX495" fmla="*/ 930696 w 1878314"/>
              <a:gd name="csY495" fmla="*/ 1213126 h 1215891"/>
              <a:gd name="csX496" fmla="*/ 932578 w 1878314"/>
              <a:gd name="csY496" fmla="*/ 1213058 h 1215891"/>
              <a:gd name="csX497" fmla="*/ 934451 w 1878314"/>
              <a:gd name="csY497" fmla="*/ 1212990 h 1215891"/>
              <a:gd name="csX498" fmla="*/ 936333 w 1878314"/>
              <a:gd name="csY498" fmla="*/ 1212913 h 1215891"/>
              <a:gd name="csX499" fmla="*/ 938215 w 1878314"/>
              <a:gd name="csY499" fmla="*/ 1212835 h 1215891"/>
              <a:gd name="csX500" fmla="*/ 940097 w 1878314"/>
              <a:gd name="csY500" fmla="*/ 1212767 h 1215891"/>
              <a:gd name="csX501" fmla="*/ 941979 w 1878314"/>
              <a:gd name="csY501" fmla="*/ 1212690 h 1215891"/>
              <a:gd name="csX502" fmla="*/ 943852 w 1878314"/>
              <a:gd name="csY502" fmla="*/ 1212612 h 1215891"/>
              <a:gd name="csX503" fmla="*/ 945734 w 1878314"/>
              <a:gd name="csY503" fmla="*/ 1212525 h 1215891"/>
              <a:gd name="csX504" fmla="*/ 947616 w 1878314"/>
              <a:gd name="csY504" fmla="*/ 1212447 h 1215891"/>
              <a:gd name="csX505" fmla="*/ 949499 w 1878314"/>
              <a:gd name="csY505" fmla="*/ 1212360 h 1215891"/>
              <a:gd name="csX506" fmla="*/ 951381 w 1878314"/>
              <a:gd name="csY506" fmla="*/ 1212272 h 1215891"/>
              <a:gd name="csX507" fmla="*/ 953253 w 1878314"/>
              <a:gd name="csY507" fmla="*/ 1212185 h 1215891"/>
              <a:gd name="csX508" fmla="*/ 955136 w 1878314"/>
              <a:gd name="csY508" fmla="*/ 1212098 h 1215891"/>
              <a:gd name="csX509" fmla="*/ 957018 w 1878314"/>
              <a:gd name="csY509" fmla="*/ 1212011 h 1215891"/>
              <a:gd name="csX510" fmla="*/ 958900 w 1878314"/>
              <a:gd name="csY510" fmla="*/ 1211913 h 1215891"/>
              <a:gd name="csX511" fmla="*/ 960782 w 1878314"/>
              <a:gd name="csY511" fmla="*/ 1211816 h 1215891"/>
              <a:gd name="csX512" fmla="*/ 962655 w 1878314"/>
              <a:gd name="csY512" fmla="*/ 1211719 h 1215891"/>
              <a:gd name="csX513" fmla="*/ 964537 w 1878314"/>
              <a:gd name="csY513" fmla="*/ 1211622 h 1215891"/>
              <a:gd name="csX514" fmla="*/ 966419 w 1878314"/>
              <a:gd name="csY514" fmla="*/ 1211516 h 1215891"/>
              <a:gd name="csX515" fmla="*/ 968301 w 1878314"/>
              <a:gd name="csY515" fmla="*/ 1211409 h 1215891"/>
              <a:gd name="csX516" fmla="*/ 970174 w 1878314"/>
              <a:gd name="csY516" fmla="*/ 1211302 h 1215891"/>
              <a:gd name="csX517" fmla="*/ 972056 w 1878314"/>
              <a:gd name="csY517" fmla="*/ 1211195 h 1215891"/>
              <a:gd name="csX518" fmla="*/ 973938 w 1878314"/>
              <a:gd name="csY518" fmla="*/ 1211089 h 1215891"/>
              <a:gd name="csX519" fmla="*/ 975820 w 1878314"/>
              <a:gd name="csY519" fmla="*/ 1210972 h 1215891"/>
              <a:gd name="csX520" fmla="*/ 977703 w 1878314"/>
              <a:gd name="csY520" fmla="*/ 1210856 h 1215891"/>
              <a:gd name="csX521" fmla="*/ 979575 w 1878314"/>
              <a:gd name="csY521" fmla="*/ 1210740 h 1215891"/>
              <a:gd name="csX522" fmla="*/ 981458 w 1878314"/>
              <a:gd name="csY522" fmla="*/ 1210613 h 1215891"/>
              <a:gd name="csX523" fmla="*/ 983340 w 1878314"/>
              <a:gd name="csY523" fmla="*/ 1210497 h 1215891"/>
              <a:gd name="csX524" fmla="*/ 985222 w 1878314"/>
              <a:gd name="csY524" fmla="*/ 1210371 h 1215891"/>
              <a:gd name="csX525" fmla="*/ 987104 w 1878314"/>
              <a:gd name="csY525" fmla="*/ 1210235 h 1215891"/>
              <a:gd name="csX526" fmla="*/ 988977 w 1878314"/>
              <a:gd name="csY526" fmla="*/ 1210109 h 1215891"/>
              <a:gd name="csX527" fmla="*/ 990859 w 1878314"/>
              <a:gd name="csY527" fmla="*/ 1209973 h 1215891"/>
              <a:gd name="csX528" fmla="*/ 992741 w 1878314"/>
              <a:gd name="csY528" fmla="*/ 1209837 h 1215891"/>
              <a:gd name="csX529" fmla="*/ 994623 w 1878314"/>
              <a:gd name="csY529" fmla="*/ 1209701 h 1215891"/>
              <a:gd name="csX530" fmla="*/ 996506 w 1878314"/>
              <a:gd name="csY530" fmla="*/ 1209556 h 1215891"/>
              <a:gd name="csX531" fmla="*/ 998378 w 1878314"/>
              <a:gd name="csY531" fmla="*/ 1209410 h 1215891"/>
              <a:gd name="csX532" fmla="*/ 1000260 w 1878314"/>
              <a:gd name="csY532" fmla="*/ 1209265 h 1215891"/>
              <a:gd name="csX533" fmla="*/ 1002142 w 1878314"/>
              <a:gd name="csY533" fmla="*/ 1209109 h 1215891"/>
              <a:gd name="csX534" fmla="*/ 1004025 w 1878314"/>
              <a:gd name="csY534" fmla="*/ 1208954 h 1215891"/>
              <a:gd name="csX535" fmla="*/ 1005907 w 1878314"/>
              <a:gd name="csY535" fmla="*/ 1208799 h 1215891"/>
              <a:gd name="csX536" fmla="*/ 1007779 w 1878314"/>
              <a:gd name="csY536" fmla="*/ 1208634 h 1215891"/>
              <a:gd name="csX537" fmla="*/ 1009662 w 1878314"/>
              <a:gd name="csY537" fmla="*/ 1208479 h 1215891"/>
              <a:gd name="csX538" fmla="*/ 1011544 w 1878314"/>
              <a:gd name="csY538" fmla="*/ 1208304 h 1215891"/>
              <a:gd name="csX539" fmla="*/ 1013426 w 1878314"/>
              <a:gd name="csY539" fmla="*/ 1208139 h 1215891"/>
              <a:gd name="csX540" fmla="*/ 1015299 w 1878314"/>
              <a:gd name="csY540" fmla="*/ 1207965 h 1215891"/>
              <a:gd name="csX541" fmla="*/ 1017181 w 1878314"/>
              <a:gd name="csY541" fmla="*/ 1207790 h 1215891"/>
              <a:gd name="csX542" fmla="*/ 1019063 w 1878314"/>
              <a:gd name="csY542" fmla="*/ 1207606 h 1215891"/>
              <a:gd name="csX543" fmla="*/ 1020945 w 1878314"/>
              <a:gd name="csY543" fmla="*/ 1207421 h 1215891"/>
              <a:gd name="csX544" fmla="*/ 1022827 w 1878314"/>
              <a:gd name="csY544" fmla="*/ 1207237 h 1215891"/>
              <a:gd name="csX545" fmla="*/ 1024700 w 1878314"/>
              <a:gd name="csY545" fmla="*/ 1207043 h 1215891"/>
              <a:gd name="csX546" fmla="*/ 1026582 w 1878314"/>
              <a:gd name="csY546" fmla="*/ 1206849 h 1215891"/>
              <a:gd name="csX547" fmla="*/ 1028464 w 1878314"/>
              <a:gd name="csY547" fmla="*/ 1206645 h 1215891"/>
              <a:gd name="csX548" fmla="*/ 1030347 w 1878314"/>
              <a:gd name="csY548" fmla="*/ 1206441 h 1215891"/>
              <a:gd name="csX549" fmla="*/ 1032229 w 1878314"/>
              <a:gd name="csY549" fmla="*/ 1206238 h 1215891"/>
              <a:gd name="csX550" fmla="*/ 1034101 w 1878314"/>
              <a:gd name="csY550" fmla="*/ 1206024 h 1215891"/>
              <a:gd name="csX551" fmla="*/ 1035984 w 1878314"/>
              <a:gd name="csY551" fmla="*/ 1205811 h 1215891"/>
              <a:gd name="csX552" fmla="*/ 1037866 w 1878314"/>
              <a:gd name="csY552" fmla="*/ 1205597 h 1215891"/>
              <a:gd name="csX553" fmla="*/ 1039748 w 1878314"/>
              <a:gd name="csY553" fmla="*/ 1205374 h 1215891"/>
              <a:gd name="csX554" fmla="*/ 1041630 w 1878314"/>
              <a:gd name="csY554" fmla="*/ 1205141 h 1215891"/>
              <a:gd name="csX555" fmla="*/ 1043503 w 1878314"/>
              <a:gd name="csY555" fmla="*/ 1204909 h 1215891"/>
              <a:gd name="csX556" fmla="*/ 1045385 w 1878314"/>
              <a:gd name="csY556" fmla="*/ 1204676 h 1215891"/>
              <a:gd name="csX557" fmla="*/ 1047267 w 1878314"/>
              <a:gd name="csY557" fmla="*/ 1204433 h 1215891"/>
              <a:gd name="csX558" fmla="*/ 1049149 w 1878314"/>
              <a:gd name="csY558" fmla="*/ 1204191 h 1215891"/>
              <a:gd name="csX559" fmla="*/ 1051022 w 1878314"/>
              <a:gd name="csY559" fmla="*/ 1203938 h 1215891"/>
              <a:gd name="csX560" fmla="*/ 1052904 w 1878314"/>
              <a:gd name="csY560" fmla="*/ 1203686 h 1215891"/>
              <a:gd name="csX561" fmla="*/ 1054786 w 1878314"/>
              <a:gd name="csY561" fmla="*/ 1203434 h 1215891"/>
              <a:gd name="csX562" fmla="*/ 1056669 w 1878314"/>
              <a:gd name="csY562" fmla="*/ 1203172 h 1215891"/>
              <a:gd name="csX563" fmla="*/ 1058551 w 1878314"/>
              <a:gd name="csY563" fmla="*/ 1202900 h 1215891"/>
              <a:gd name="csX564" fmla="*/ 1060423 w 1878314"/>
              <a:gd name="csY564" fmla="*/ 1202629 h 1215891"/>
              <a:gd name="csX565" fmla="*/ 1062305 w 1878314"/>
              <a:gd name="csY565" fmla="*/ 1202347 h 1215891"/>
              <a:gd name="csX566" fmla="*/ 1064188 w 1878314"/>
              <a:gd name="csY566" fmla="*/ 1202066 h 1215891"/>
              <a:gd name="csX567" fmla="*/ 1066070 w 1878314"/>
              <a:gd name="csY567" fmla="*/ 1201775 h 1215891"/>
              <a:gd name="csX568" fmla="*/ 1067952 w 1878314"/>
              <a:gd name="csY568" fmla="*/ 1201484 h 1215891"/>
              <a:gd name="csX569" fmla="*/ 1069825 w 1878314"/>
              <a:gd name="csY569" fmla="*/ 1201183 h 1215891"/>
              <a:gd name="csX570" fmla="*/ 1071707 w 1878314"/>
              <a:gd name="csY570" fmla="*/ 1200882 h 1215891"/>
              <a:gd name="csX571" fmla="*/ 1073589 w 1878314"/>
              <a:gd name="csY571" fmla="*/ 1200572 h 1215891"/>
              <a:gd name="csX572" fmla="*/ 1075471 w 1878314"/>
              <a:gd name="csY572" fmla="*/ 1200261 h 1215891"/>
              <a:gd name="csX573" fmla="*/ 1077354 w 1878314"/>
              <a:gd name="csY573" fmla="*/ 1199941 h 1215891"/>
              <a:gd name="csX574" fmla="*/ 1079226 w 1878314"/>
              <a:gd name="csY574" fmla="*/ 1199611 h 1215891"/>
              <a:gd name="csX575" fmla="*/ 1081108 w 1878314"/>
              <a:gd name="csY575" fmla="*/ 1199281 h 1215891"/>
              <a:gd name="csX576" fmla="*/ 1082990 w 1878314"/>
              <a:gd name="csY576" fmla="*/ 1198942 h 1215891"/>
              <a:gd name="csX577" fmla="*/ 1084873 w 1878314"/>
              <a:gd name="csY577" fmla="*/ 1198602 h 1215891"/>
              <a:gd name="csX578" fmla="*/ 1086755 w 1878314"/>
              <a:gd name="csY578" fmla="*/ 1198243 h 1215891"/>
              <a:gd name="csX579" fmla="*/ 1088627 w 1878314"/>
              <a:gd name="csY579" fmla="*/ 1197894 h 1215891"/>
              <a:gd name="csX580" fmla="*/ 1090510 w 1878314"/>
              <a:gd name="csY580" fmla="*/ 1197535 h 1215891"/>
              <a:gd name="csX581" fmla="*/ 1092392 w 1878314"/>
              <a:gd name="csY581" fmla="*/ 1197166 h 1215891"/>
              <a:gd name="csX582" fmla="*/ 1094274 w 1878314"/>
              <a:gd name="csY582" fmla="*/ 1196788 h 1215891"/>
              <a:gd name="csX583" fmla="*/ 1096147 w 1878314"/>
              <a:gd name="csY583" fmla="*/ 1196409 h 1215891"/>
              <a:gd name="csX584" fmla="*/ 1098029 w 1878314"/>
              <a:gd name="csY584" fmla="*/ 1196021 h 1215891"/>
              <a:gd name="csX585" fmla="*/ 1099911 w 1878314"/>
              <a:gd name="csY585" fmla="*/ 1195624 h 1215891"/>
              <a:gd name="csX586" fmla="*/ 1101793 w 1878314"/>
              <a:gd name="csY586" fmla="*/ 1195226 h 1215891"/>
              <a:gd name="csX587" fmla="*/ 1103675 w 1878314"/>
              <a:gd name="csY587" fmla="*/ 1194818 h 1215891"/>
              <a:gd name="csX588" fmla="*/ 1105548 w 1878314"/>
              <a:gd name="csY588" fmla="*/ 1194411 h 1215891"/>
              <a:gd name="csX589" fmla="*/ 1107430 w 1878314"/>
              <a:gd name="csY589" fmla="*/ 1193984 h 1215891"/>
              <a:gd name="csX590" fmla="*/ 1109312 w 1878314"/>
              <a:gd name="csY590" fmla="*/ 1193557 h 1215891"/>
              <a:gd name="csX591" fmla="*/ 1111195 w 1878314"/>
              <a:gd name="csY591" fmla="*/ 1193120 h 1215891"/>
              <a:gd name="csX592" fmla="*/ 1113077 w 1878314"/>
              <a:gd name="csY592" fmla="*/ 1192684 h 1215891"/>
              <a:gd name="csX593" fmla="*/ 1114949 w 1878314"/>
              <a:gd name="csY593" fmla="*/ 1192238 h 1215891"/>
              <a:gd name="csX594" fmla="*/ 1116831 w 1878314"/>
              <a:gd name="csY594" fmla="*/ 1191781 h 1215891"/>
              <a:gd name="csX595" fmla="*/ 1118714 w 1878314"/>
              <a:gd name="csY595" fmla="*/ 1191316 h 1215891"/>
              <a:gd name="csX596" fmla="*/ 1120596 w 1878314"/>
              <a:gd name="csY596" fmla="*/ 1190840 h 1215891"/>
              <a:gd name="csX597" fmla="*/ 1122478 w 1878314"/>
              <a:gd name="csY597" fmla="*/ 1190365 h 1215891"/>
              <a:gd name="csX598" fmla="*/ 1124351 w 1878314"/>
              <a:gd name="csY598" fmla="*/ 1189880 h 1215891"/>
              <a:gd name="csX599" fmla="*/ 1126233 w 1878314"/>
              <a:gd name="csY599" fmla="*/ 1189385 h 1215891"/>
              <a:gd name="csX600" fmla="*/ 1128115 w 1878314"/>
              <a:gd name="csY600" fmla="*/ 1188881 h 1215891"/>
              <a:gd name="csX601" fmla="*/ 1129997 w 1878314"/>
              <a:gd name="csY601" fmla="*/ 1188366 h 1215891"/>
              <a:gd name="csX602" fmla="*/ 1131880 w 1878314"/>
              <a:gd name="csY602" fmla="*/ 1187852 h 1215891"/>
              <a:gd name="csX603" fmla="*/ 1133752 w 1878314"/>
              <a:gd name="csY603" fmla="*/ 1187328 h 1215891"/>
              <a:gd name="csX604" fmla="*/ 1135634 w 1878314"/>
              <a:gd name="csY604" fmla="*/ 1186795 h 1215891"/>
              <a:gd name="csX605" fmla="*/ 1137517 w 1878314"/>
              <a:gd name="csY605" fmla="*/ 1186251 h 1215891"/>
              <a:gd name="csX606" fmla="*/ 1139399 w 1878314"/>
              <a:gd name="csY606" fmla="*/ 1185698 h 1215891"/>
              <a:gd name="csX607" fmla="*/ 1141271 w 1878314"/>
              <a:gd name="csY607" fmla="*/ 1185136 h 1215891"/>
              <a:gd name="csX608" fmla="*/ 1143153 w 1878314"/>
              <a:gd name="csY608" fmla="*/ 1184573 h 1215891"/>
              <a:gd name="csX609" fmla="*/ 1145036 w 1878314"/>
              <a:gd name="csY609" fmla="*/ 1183991 h 1215891"/>
              <a:gd name="csX610" fmla="*/ 1146918 w 1878314"/>
              <a:gd name="csY610" fmla="*/ 1183409 h 1215891"/>
              <a:gd name="csX611" fmla="*/ 1148800 w 1878314"/>
              <a:gd name="csY611" fmla="*/ 1182807 h 1215891"/>
              <a:gd name="csX612" fmla="*/ 1150673 w 1878314"/>
              <a:gd name="csY612" fmla="*/ 1182205 h 1215891"/>
              <a:gd name="csX613" fmla="*/ 1152555 w 1878314"/>
              <a:gd name="csY613" fmla="*/ 1181594 h 1215891"/>
              <a:gd name="csX614" fmla="*/ 1154437 w 1878314"/>
              <a:gd name="csY614" fmla="*/ 1180973 h 1215891"/>
              <a:gd name="csX615" fmla="*/ 1156319 w 1878314"/>
              <a:gd name="csY615" fmla="*/ 1180343 h 1215891"/>
              <a:gd name="csX616" fmla="*/ 1158201 w 1878314"/>
              <a:gd name="csY616" fmla="*/ 1179702 h 1215891"/>
              <a:gd name="csX617" fmla="*/ 1160074 w 1878314"/>
              <a:gd name="csY617" fmla="*/ 1179052 h 1215891"/>
              <a:gd name="csX618" fmla="*/ 1161956 w 1878314"/>
              <a:gd name="csY618" fmla="*/ 1178393 h 1215891"/>
              <a:gd name="csX619" fmla="*/ 1163838 w 1878314"/>
              <a:gd name="csY619" fmla="*/ 1177723 h 1215891"/>
              <a:gd name="csX620" fmla="*/ 1165721 w 1878314"/>
              <a:gd name="csY620" fmla="*/ 1177044 h 1215891"/>
              <a:gd name="csX621" fmla="*/ 1167603 w 1878314"/>
              <a:gd name="csY621" fmla="*/ 1176355 h 1215891"/>
              <a:gd name="csX622" fmla="*/ 1169475 w 1878314"/>
              <a:gd name="csY622" fmla="*/ 1175657 h 1215891"/>
              <a:gd name="csX623" fmla="*/ 1171358 w 1878314"/>
              <a:gd name="csY623" fmla="*/ 1174948 h 1215891"/>
              <a:gd name="csX624" fmla="*/ 1173240 w 1878314"/>
              <a:gd name="csY624" fmla="*/ 1174230 h 1215891"/>
              <a:gd name="csX625" fmla="*/ 1175122 w 1878314"/>
              <a:gd name="csY625" fmla="*/ 1173493 h 1215891"/>
              <a:gd name="csX626" fmla="*/ 1177004 w 1878314"/>
              <a:gd name="csY626" fmla="*/ 1172756 h 1215891"/>
              <a:gd name="csX627" fmla="*/ 1178877 w 1878314"/>
              <a:gd name="csY627" fmla="*/ 1172009 h 1215891"/>
              <a:gd name="csX628" fmla="*/ 1180759 w 1878314"/>
              <a:gd name="csY628" fmla="*/ 1171242 h 1215891"/>
              <a:gd name="csX629" fmla="*/ 1182641 w 1878314"/>
              <a:gd name="csY629" fmla="*/ 1170476 h 1215891"/>
              <a:gd name="csX630" fmla="*/ 1184523 w 1878314"/>
              <a:gd name="csY630" fmla="*/ 1169690 h 1215891"/>
              <a:gd name="csX631" fmla="*/ 1186396 w 1878314"/>
              <a:gd name="csY631" fmla="*/ 1168904 h 1215891"/>
              <a:gd name="csX632" fmla="*/ 1188278 w 1878314"/>
              <a:gd name="csY632" fmla="*/ 1168099 h 1215891"/>
              <a:gd name="csX633" fmla="*/ 1190160 w 1878314"/>
              <a:gd name="csY633" fmla="*/ 1167284 h 1215891"/>
              <a:gd name="csX634" fmla="*/ 1192043 w 1878314"/>
              <a:gd name="csY634" fmla="*/ 1166459 h 1215891"/>
              <a:gd name="csX635" fmla="*/ 1193925 w 1878314"/>
              <a:gd name="csY635" fmla="*/ 1165615 h 1215891"/>
              <a:gd name="csX636" fmla="*/ 1195797 w 1878314"/>
              <a:gd name="csY636" fmla="*/ 1164771 h 1215891"/>
              <a:gd name="csX637" fmla="*/ 1197680 w 1878314"/>
              <a:gd name="csY637" fmla="*/ 1163907 h 1215891"/>
              <a:gd name="csX638" fmla="*/ 1199562 w 1878314"/>
              <a:gd name="csY638" fmla="*/ 1163034 h 1215891"/>
              <a:gd name="csX639" fmla="*/ 1201444 w 1878314"/>
              <a:gd name="csY639" fmla="*/ 1162151 h 1215891"/>
              <a:gd name="csX640" fmla="*/ 1203326 w 1878314"/>
              <a:gd name="csY640" fmla="*/ 1161259 h 1215891"/>
              <a:gd name="csX641" fmla="*/ 1205199 w 1878314"/>
              <a:gd name="csY641" fmla="*/ 1160356 h 1215891"/>
              <a:gd name="csX642" fmla="*/ 1207081 w 1878314"/>
              <a:gd name="csY642" fmla="*/ 1159435 h 1215891"/>
              <a:gd name="csX643" fmla="*/ 1208963 w 1878314"/>
              <a:gd name="csY643" fmla="*/ 1158503 h 1215891"/>
              <a:gd name="csX644" fmla="*/ 1210845 w 1878314"/>
              <a:gd name="csY644" fmla="*/ 1157562 h 1215891"/>
              <a:gd name="csX645" fmla="*/ 1212728 w 1878314"/>
              <a:gd name="csY645" fmla="*/ 1156611 h 1215891"/>
              <a:gd name="csX646" fmla="*/ 1214600 w 1878314"/>
              <a:gd name="csY646" fmla="*/ 1155641 h 1215891"/>
              <a:gd name="csX647" fmla="*/ 1216482 w 1878314"/>
              <a:gd name="csY647" fmla="*/ 1154661 h 1215891"/>
              <a:gd name="csX648" fmla="*/ 1218364 w 1878314"/>
              <a:gd name="csY648" fmla="*/ 1153672 h 1215891"/>
              <a:gd name="csX649" fmla="*/ 1220247 w 1878314"/>
              <a:gd name="csY649" fmla="*/ 1152672 h 1215891"/>
              <a:gd name="csX650" fmla="*/ 1222129 w 1878314"/>
              <a:gd name="csY650" fmla="*/ 1151653 h 1215891"/>
              <a:gd name="csX651" fmla="*/ 1224001 w 1878314"/>
              <a:gd name="csY651" fmla="*/ 1150625 h 1215891"/>
              <a:gd name="csX652" fmla="*/ 1225884 w 1878314"/>
              <a:gd name="csY652" fmla="*/ 1149587 h 1215891"/>
              <a:gd name="csX653" fmla="*/ 1227766 w 1878314"/>
              <a:gd name="csY653" fmla="*/ 1148529 h 1215891"/>
              <a:gd name="csX654" fmla="*/ 1229648 w 1878314"/>
              <a:gd name="csY654" fmla="*/ 1147462 h 1215891"/>
              <a:gd name="csX655" fmla="*/ 1231521 w 1878314"/>
              <a:gd name="csY655" fmla="*/ 1146385 h 1215891"/>
              <a:gd name="csX656" fmla="*/ 1233403 w 1878314"/>
              <a:gd name="csY656" fmla="*/ 1145289 h 1215891"/>
              <a:gd name="csX657" fmla="*/ 1235285 w 1878314"/>
              <a:gd name="csY657" fmla="*/ 1144183 h 1215891"/>
              <a:gd name="csX658" fmla="*/ 1237167 w 1878314"/>
              <a:gd name="csY658" fmla="*/ 1143057 h 1215891"/>
              <a:gd name="csX659" fmla="*/ 1239050 w 1878314"/>
              <a:gd name="csY659" fmla="*/ 1141932 h 1215891"/>
              <a:gd name="csX660" fmla="*/ 1240922 w 1878314"/>
              <a:gd name="csY660" fmla="*/ 1140777 h 1215891"/>
              <a:gd name="csX661" fmla="*/ 1242804 w 1878314"/>
              <a:gd name="csY661" fmla="*/ 1139623 h 1215891"/>
              <a:gd name="csX662" fmla="*/ 1244686 w 1878314"/>
              <a:gd name="csY662" fmla="*/ 1138449 h 1215891"/>
              <a:gd name="csX663" fmla="*/ 1246569 w 1878314"/>
              <a:gd name="csY663" fmla="*/ 1137265 h 1215891"/>
              <a:gd name="csX664" fmla="*/ 1248451 w 1878314"/>
              <a:gd name="csY664" fmla="*/ 1136062 h 1215891"/>
              <a:gd name="csX665" fmla="*/ 1250323 w 1878314"/>
              <a:gd name="csY665" fmla="*/ 1134849 h 1215891"/>
              <a:gd name="csX666" fmla="*/ 1252206 w 1878314"/>
              <a:gd name="csY666" fmla="*/ 1051343 h 1215891"/>
              <a:gd name="csX667" fmla="*/ 1254088 w 1878314"/>
              <a:gd name="csY667" fmla="*/ 1046346 h 1215891"/>
              <a:gd name="csX668" fmla="*/ 1255970 w 1878314"/>
              <a:gd name="csY668" fmla="*/ 1041233 h 1215891"/>
              <a:gd name="csX669" fmla="*/ 1257852 w 1878314"/>
              <a:gd name="csY669" fmla="*/ 1036014 h 1215891"/>
              <a:gd name="csX670" fmla="*/ 1259725 w 1878314"/>
              <a:gd name="csY670" fmla="*/ 1030668 h 1215891"/>
              <a:gd name="csX671" fmla="*/ 1261607 w 1878314"/>
              <a:gd name="csY671" fmla="*/ 1025215 h 1215891"/>
              <a:gd name="csX672" fmla="*/ 1263489 w 1878314"/>
              <a:gd name="csY672" fmla="*/ 1019646 h 1215891"/>
              <a:gd name="csX673" fmla="*/ 1265371 w 1878314"/>
              <a:gd name="csY673" fmla="*/ 1013961 h 1215891"/>
              <a:gd name="csX674" fmla="*/ 1267244 w 1878314"/>
              <a:gd name="csY674" fmla="*/ 1008159 h 1215891"/>
              <a:gd name="csX675" fmla="*/ 1269126 w 1878314"/>
              <a:gd name="csY675" fmla="*/ 1002240 h 1215891"/>
              <a:gd name="csX676" fmla="*/ 1271008 w 1878314"/>
              <a:gd name="csY676" fmla="*/ 996196 h 1215891"/>
              <a:gd name="csX677" fmla="*/ 1272891 w 1878314"/>
              <a:gd name="csY677" fmla="*/ 990035 h 1215891"/>
              <a:gd name="csX678" fmla="*/ 1274773 w 1878314"/>
              <a:gd name="csY678" fmla="*/ 983748 h 1215891"/>
              <a:gd name="csX679" fmla="*/ 1276645 w 1878314"/>
              <a:gd name="csY679" fmla="*/ 977345 h 1215891"/>
              <a:gd name="csX680" fmla="*/ 1278527 w 1878314"/>
              <a:gd name="csY680" fmla="*/ 970815 h 1215891"/>
              <a:gd name="csX681" fmla="*/ 1280410 w 1878314"/>
              <a:gd name="csY681" fmla="*/ 964169 h 1215891"/>
              <a:gd name="csX682" fmla="*/ 1282292 w 1878314"/>
              <a:gd name="csY682" fmla="*/ 957407 h 1215891"/>
              <a:gd name="csX683" fmla="*/ 1284174 w 1878314"/>
              <a:gd name="csY683" fmla="*/ 950509 h 1215891"/>
              <a:gd name="csX684" fmla="*/ 1286047 w 1878314"/>
              <a:gd name="csY684" fmla="*/ 943494 h 1215891"/>
              <a:gd name="csX685" fmla="*/ 1287929 w 1878314"/>
              <a:gd name="csY685" fmla="*/ 936363 h 1215891"/>
              <a:gd name="csX686" fmla="*/ 1289811 w 1878314"/>
              <a:gd name="csY686" fmla="*/ 929106 h 1215891"/>
              <a:gd name="csX687" fmla="*/ 1291693 w 1878314"/>
              <a:gd name="csY687" fmla="*/ 921722 h 1215891"/>
              <a:gd name="csX688" fmla="*/ 1293576 w 1878314"/>
              <a:gd name="csY688" fmla="*/ 914223 h 1215891"/>
              <a:gd name="csX689" fmla="*/ 1295448 w 1878314"/>
              <a:gd name="csY689" fmla="*/ 906597 h 1215891"/>
              <a:gd name="csX690" fmla="*/ 1297330 w 1878314"/>
              <a:gd name="csY690" fmla="*/ 898854 h 1215891"/>
              <a:gd name="csX691" fmla="*/ 1299213 w 1878314"/>
              <a:gd name="csY691" fmla="*/ 890986 h 1215891"/>
              <a:gd name="csX692" fmla="*/ 1301095 w 1878314"/>
              <a:gd name="csY692" fmla="*/ 883002 h 1215891"/>
              <a:gd name="csX693" fmla="*/ 1302977 w 1878314"/>
              <a:gd name="csY693" fmla="*/ 874898 h 1215891"/>
              <a:gd name="csX694" fmla="*/ 1304849 w 1878314"/>
              <a:gd name="csY694" fmla="*/ 866673 h 1215891"/>
              <a:gd name="csX695" fmla="*/ 1306732 w 1878314"/>
              <a:gd name="csY695" fmla="*/ 858332 h 1215891"/>
              <a:gd name="csX696" fmla="*/ 1308614 w 1878314"/>
              <a:gd name="csY696" fmla="*/ 849874 h 1215891"/>
              <a:gd name="csX697" fmla="*/ 1310496 w 1878314"/>
              <a:gd name="csY697" fmla="*/ 841301 h 1215891"/>
              <a:gd name="csX698" fmla="*/ 1312369 w 1878314"/>
              <a:gd name="csY698" fmla="*/ 832613 h 1215891"/>
              <a:gd name="csX699" fmla="*/ 1314251 w 1878314"/>
              <a:gd name="csY699" fmla="*/ 823812 h 1215891"/>
              <a:gd name="csX700" fmla="*/ 1316133 w 1878314"/>
              <a:gd name="csY700" fmla="*/ 814899 h 1215891"/>
              <a:gd name="csX701" fmla="*/ 1318015 w 1878314"/>
              <a:gd name="csY701" fmla="*/ 805876 h 1215891"/>
              <a:gd name="csX702" fmla="*/ 1319897 w 1878314"/>
              <a:gd name="csY702" fmla="*/ 796744 h 1215891"/>
              <a:gd name="csX703" fmla="*/ 1321770 w 1878314"/>
              <a:gd name="csY703" fmla="*/ 787506 h 1215891"/>
              <a:gd name="csX704" fmla="*/ 1323652 w 1878314"/>
              <a:gd name="csY704" fmla="*/ 778163 h 1215891"/>
              <a:gd name="csX705" fmla="*/ 1325534 w 1878314"/>
              <a:gd name="csY705" fmla="*/ 768717 h 1215891"/>
              <a:gd name="csX706" fmla="*/ 1327417 w 1878314"/>
              <a:gd name="csY706" fmla="*/ 759170 h 1215891"/>
              <a:gd name="csX707" fmla="*/ 1329299 w 1878314"/>
              <a:gd name="csY707" fmla="*/ 749524 h 1215891"/>
              <a:gd name="csX708" fmla="*/ 1331171 w 1878314"/>
              <a:gd name="csY708" fmla="*/ 739782 h 1215891"/>
              <a:gd name="csX709" fmla="*/ 1333054 w 1878314"/>
              <a:gd name="csY709" fmla="*/ 729946 h 1215891"/>
              <a:gd name="csX710" fmla="*/ 1334936 w 1878314"/>
              <a:gd name="csY710" fmla="*/ 720019 h 1215891"/>
              <a:gd name="csX711" fmla="*/ 1336818 w 1878314"/>
              <a:gd name="csY711" fmla="*/ 710003 h 1215891"/>
              <a:gd name="csX712" fmla="*/ 1338700 w 1878314"/>
              <a:gd name="csY712" fmla="*/ 699901 h 1215891"/>
              <a:gd name="csX713" fmla="*/ 1340573 w 1878314"/>
              <a:gd name="csY713" fmla="*/ 689716 h 1215891"/>
              <a:gd name="csX714" fmla="*/ 1342455 w 1878314"/>
              <a:gd name="csY714" fmla="*/ 679450 h 1215891"/>
              <a:gd name="csX715" fmla="*/ 1344337 w 1878314"/>
              <a:gd name="csY715" fmla="*/ 669109 h 1215891"/>
              <a:gd name="csX716" fmla="*/ 1346219 w 1878314"/>
              <a:gd name="csY716" fmla="*/ 658692 h 1215891"/>
              <a:gd name="csX717" fmla="*/ 1348102 w 1878314"/>
              <a:gd name="csY717" fmla="*/ 648206 h 1215891"/>
              <a:gd name="csX718" fmla="*/ 1349974 w 1878314"/>
              <a:gd name="csY718" fmla="*/ 637652 h 1215891"/>
              <a:gd name="csX719" fmla="*/ 1351856 w 1878314"/>
              <a:gd name="csY719" fmla="*/ 627036 h 1215891"/>
              <a:gd name="csX720" fmla="*/ 1353739 w 1878314"/>
              <a:gd name="csY720" fmla="*/ 616359 h 1215891"/>
              <a:gd name="csX721" fmla="*/ 1355621 w 1878314"/>
              <a:gd name="csY721" fmla="*/ 605627 h 1215891"/>
              <a:gd name="csX722" fmla="*/ 1357493 w 1878314"/>
              <a:gd name="csY722" fmla="*/ 594843 h 1215891"/>
              <a:gd name="csX723" fmla="*/ 1359376 w 1878314"/>
              <a:gd name="csY723" fmla="*/ 584010 h 1215891"/>
              <a:gd name="csX724" fmla="*/ 1361258 w 1878314"/>
              <a:gd name="csY724" fmla="*/ 573133 h 1215891"/>
              <a:gd name="csX725" fmla="*/ 1363140 w 1878314"/>
              <a:gd name="csY725" fmla="*/ 562216 h 1215891"/>
              <a:gd name="csX726" fmla="*/ 1365022 w 1878314"/>
              <a:gd name="csY726" fmla="*/ 551264 h 1215891"/>
              <a:gd name="csX727" fmla="*/ 1366895 w 1878314"/>
              <a:gd name="csY727" fmla="*/ 540282 h 1215891"/>
              <a:gd name="csX728" fmla="*/ 1368777 w 1878314"/>
              <a:gd name="csY728" fmla="*/ 529272 h 1215891"/>
              <a:gd name="csX729" fmla="*/ 1370659 w 1878314"/>
              <a:gd name="csY729" fmla="*/ 518239 h 1215891"/>
              <a:gd name="csX730" fmla="*/ 1372541 w 1878314"/>
              <a:gd name="csY730" fmla="*/ 507189 h 1215891"/>
              <a:gd name="csX731" fmla="*/ 1374423 w 1878314"/>
              <a:gd name="csY731" fmla="*/ 496128 h 1215891"/>
              <a:gd name="csX732" fmla="*/ 1376296 w 1878314"/>
              <a:gd name="csY732" fmla="*/ 485058 h 1215891"/>
              <a:gd name="csX733" fmla="*/ 1378178 w 1878314"/>
              <a:gd name="csY733" fmla="*/ 473985 h 1215891"/>
              <a:gd name="csX734" fmla="*/ 1380060 w 1878314"/>
              <a:gd name="csY734" fmla="*/ 462914 h 1215891"/>
              <a:gd name="csX735" fmla="*/ 1381943 w 1878314"/>
              <a:gd name="csY735" fmla="*/ 451849 h 1215891"/>
              <a:gd name="csX736" fmla="*/ 1383825 w 1878314"/>
              <a:gd name="csY736" fmla="*/ 440798 h 1215891"/>
              <a:gd name="csX737" fmla="*/ 1385697 w 1878314"/>
              <a:gd name="csY737" fmla="*/ 429763 h 1215891"/>
              <a:gd name="csX738" fmla="*/ 1387580 w 1878314"/>
              <a:gd name="csY738" fmla="*/ 418752 h 1215891"/>
              <a:gd name="csX739" fmla="*/ 1389462 w 1878314"/>
              <a:gd name="csY739" fmla="*/ 407768 h 1215891"/>
              <a:gd name="csX740" fmla="*/ 1391344 w 1878314"/>
              <a:gd name="csY740" fmla="*/ 396818 h 1215891"/>
              <a:gd name="csX741" fmla="*/ 1393226 w 1878314"/>
              <a:gd name="csY741" fmla="*/ 385906 h 1215891"/>
              <a:gd name="csX742" fmla="*/ 1395099 w 1878314"/>
              <a:gd name="csY742" fmla="*/ 375039 h 1215891"/>
              <a:gd name="csX743" fmla="*/ 1396981 w 1878314"/>
              <a:gd name="csY743" fmla="*/ 364221 h 1215891"/>
              <a:gd name="csX744" fmla="*/ 1398863 w 1878314"/>
              <a:gd name="csY744" fmla="*/ 353458 h 1215891"/>
              <a:gd name="csX745" fmla="*/ 1400745 w 1878314"/>
              <a:gd name="csY745" fmla="*/ 342757 h 1215891"/>
              <a:gd name="csX746" fmla="*/ 1402618 w 1878314"/>
              <a:gd name="csY746" fmla="*/ 332122 h 1215891"/>
              <a:gd name="csX747" fmla="*/ 1404500 w 1878314"/>
              <a:gd name="csY747" fmla="*/ 321558 h 1215891"/>
              <a:gd name="csX748" fmla="*/ 1406382 w 1878314"/>
              <a:gd name="csY748" fmla="*/ 311073 h 1215891"/>
              <a:gd name="csX749" fmla="*/ 1408265 w 1878314"/>
              <a:gd name="csY749" fmla="*/ 300672 h 1215891"/>
              <a:gd name="csX750" fmla="*/ 1410147 w 1878314"/>
              <a:gd name="csY750" fmla="*/ 290359 h 1215891"/>
              <a:gd name="csX751" fmla="*/ 1412019 w 1878314"/>
              <a:gd name="csY751" fmla="*/ 280141 h 1215891"/>
              <a:gd name="csX752" fmla="*/ 1413902 w 1878314"/>
              <a:gd name="csY752" fmla="*/ 270023 h 1215891"/>
              <a:gd name="csX753" fmla="*/ 1415784 w 1878314"/>
              <a:gd name="csY753" fmla="*/ 260013 h 1215891"/>
              <a:gd name="csX754" fmla="*/ 1417666 w 1878314"/>
              <a:gd name="csY754" fmla="*/ 250113 h 1215891"/>
              <a:gd name="csX755" fmla="*/ 1419548 w 1878314"/>
              <a:gd name="csY755" fmla="*/ 240331 h 1215891"/>
              <a:gd name="csX756" fmla="*/ 1421421 w 1878314"/>
              <a:gd name="csY756" fmla="*/ 230673 h 1215891"/>
              <a:gd name="csX757" fmla="*/ 1423303 w 1878314"/>
              <a:gd name="csY757" fmla="*/ 221142 h 1215891"/>
              <a:gd name="csX758" fmla="*/ 1425185 w 1878314"/>
              <a:gd name="csY758" fmla="*/ 211746 h 1215891"/>
              <a:gd name="csX759" fmla="*/ 1427067 w 1878314"/>
              <a:gd name="csY759" fmla="*/ 202490 h 1215891"/>
              <a:gd name="csX760" fmla="*/ 1428950 w 1878314"/>
              <a:gd name="csY760" fmla="*/ 193378 h 1215891"/>
              <a:gd name="csX761" fmla="*/ 1430822 w 1878314"/>
              <a:gd name="csY761" fmla="*/ 184418 h 1215891"/>
              <a:gd name="csX762" fmla="*/ 1432704 w 1878314"/>
              <a:gd name="csY762" fmla="*/ 175614 h 1215891"/>
              <a:gd name="csX763" fmla="*/ 1434586 w 1878314"/>
              <a:gd name="csY763" fmla="*/ 166970 h 1215891"/>
              <a:gd name="csX764" fmla="*/ 1436469 w 1878314"/>
              <a:gd name="csY764" fmla="*/ 158494 h 1215891"/>
              <a:gd name="csX765" fmla="*/ 1438351 w 1878314"/>
              <a:gd name="csY765" fmla="*/ 150189 h 1215891"/>
              <a:gd name="csX766" fmla="*/ 1440223 w 1878314"/>
              <a:gd name="csY766" fmla="*/ 142062 h 1215891"/>
              <a:gd name="csX767" fmla="*/ 1442106 w 1878314"/>
              <a:gd name="csY767" fmla="*/ 134116 h 1215891"/>
              <a:gd name="csX768" fmla="*/ 1443988 w 1878314"/>
              <a:gd name="csY768" fmla="*/ 126357 h 1215891"/>
              <a:gd name="csX769" fmla="*/ 1445870 w 1878314"/>
              <a:gd name="csY769" fmla="*/ 118790 h 1215891"/>
              <a:gd name="csX770" fmla="*/ 1447743 w 1878314"/>
              <a:gd name="csY770" fmla="*/ 111420 h 1215891"/>
              <a:gd name="csX771" fmla="*/ 1449625 w 1878314"/>
              <a:gd name="csY771" fmla="*/ 104250 h 1215891"/>
              <a:gd name="csX772" fmla="*/ 1451507 w 1878314"/>
              <a:gd name="csY772" fmla="*/ 97286 h 1215891"/>
              <a:gd name="csX773" fmla="*/ 1453389 w 1878314"/>
              <a:gd name="csY773" fmla="*/ 90532 h 1215891"/>
              <a:gd name="csX774" fmla="*/ 1455272 w 1878314"/>
              <a:gd name="csY774" fmla="*/ 83993 h 1215891"/>
              <a:gd name="csX775" fmla="*/ 1457144 w 1878314"/>
              <a:gd name="csY775" fmla="*/ 77672 h 1215891"/>
              <a:gd name="csX776" fmla="*/ 1459026 w 1878314"/>
              <a:gd name="csY776" fmla="*/ 71574 h 1215891"/>
              <a:gd name="csX777" fmla="*/ 1460908 w 1878314"/>
              <a:gd name="csY777" fmla="*/ 65702 h 1215891"/>
              <a:gd name="csX778" fmla="*/ 1462791 w 1878314"/>
              <a:gd name="csY778" fmla="*/ 60061 h 1215891"/>
              <a:gd name="csX779" fmla="*/ 1464673 w 1878314"/>
              <a:gd name="csY779" fmla="*/ 54655 h 1215891"/>
              <a:gd name="csX780" fmla="*/ 1466545 w 1878314"/>
              <a:gd name="csY780" fmla="*/ 49486 h 1215891"/>
              <a:gd name="csX781" fmla="*/ 1468428 w 1878314"/>
              <a:gd name="csY781" fmla="*/ 44558 h 1215891"/>
              <a:gd name="csX782" fmla="*/ 1470310 w 1878314"/>
              <a:gd name="csY782" fmla="*/ 39874 h 1215891"/>
              <a:gd name="csX783" fmla="*/ 1472192 w 1878314"/>
              <a:gd name="csY783" fmla="*/ 35438 h 1215891"/>
              <a:gd name="csX784" fmla="*/ 1474074 w 1878314"/>
              <a:gd name="csY784" fmla="*/ 31253 h 1215891"/>
              <a:gd name="csX785" fmla="*/ 1475947 w 1878314"/>
              <a:gd name="csY785" fmla="*/ 27320 h 1215891"/>
              <a:gd name="csX786" fmla="*/ 1477829 w 1878314"/>
              <a:gd name="csY786" fmla="*/ 23643 h 1215891"/>
              <a:gd name="csX787" fmla="*/ 1479711 w 1878314"/>
              <a:gd name="csY787" fmla="*/ 20224 h 1215891"/>
              <a:gd name="csX788" fmla="*/ 1481593 w 1878314"/>
              <a:gd name="csY788" fmla="*/ 17066 h 1215891"/>
              <a:gd name="csX789" fmla="*/ 1483466 w 1878314"/>
              <a:gd name="csY789" fmla="*/ 14171 h 1215891"/>
              <a:gd name="csX790" fmla="*/ 1485348 w 1878314"/>
              <a:gd name="csY790" fmla="*/ 11540 h 1215891"/>
              <a:gd name="csX791" fmla="*/ 1487230 w 1878314"/>
              <a:gd name="csY791" fmla="*/ 9176 h 1215891"/>
              <a:gd name="csX792" fmla="*/ 1489113 w 1878314"/>
              <a:gd name="csY792" fmla="*/ 7079 h 1215891"/>
              <a:gd name="csX793" fmla="*/ 1490995 w 1878314"/>
              <a:gd name="csY793" fmla="*/ 5252 h 1215891"/>
              <a:gd name="csX794" fmla="*/ 1492867 w 1878314"/>
              <a:gd name="csY794" fmla="*/ 3695 h 1215891"/>
              <a:gd name="csX795" fmla="*/ 1494749 w 1878314"/>
              <a:gd name="csY795" fmla="*/ 2410 h 1215891"/>
              <a:gd name="csX796" fmla="*/ 1496632 w 1878314"/>
              <a:gd name="csY796" fmla="*/ 1397 h 1215891"/>
              <a:gd name="csX797" fmla="*/ 1498514 w 1878314"/>
              <a:gd name="csY797" fmla="*/ 658 h 1215891"/>
              <a:gd name="csX798" fmla="*/ 1500396 w 1878314"/>
              <a:gd name="csY798" fmla="*/ 192 h 1215891"/>
              <a:gd name="csX799" fmla="*/ 1502269 w 1878314"/>
              <a:gd name="csY799" fmla="*/ 0 h 1215891"/>
              <a:gd name="csX800" fmla="*/ 1504151 w 1878314"/>
              <a:gd name="csY800" fmla="*/ 82 h 1215891"/>
              <a:gd name="csX801" fmla="*/ 1506033 w 1878314"/>
              <a:gd name="csY801" fmla="*/ 438 h 1215891"/>
              <a:gd name="csX802" fmla="*/ 1507915 w 1878314"/>
              <a:gd name="csY802" fmla="*/ 1069 h 1215891"/>
              <a:gd name="csX803" fmla="*/ 1509798 w 1878314"/>
              <a:gd name="csY803" fmla="*/ 1972 h 1215891"/>
              <a:gd name="csX804" fmla="*/ 1511670 w 1878314"/>
              <a:gd name="csY804" fmla="*/ 3148 h 1215891"/>
              <a:gd name="csX805" fmla="*/ 1513552 w 1878314"/>
              <a:gd name="csY805" fmla="*/ 4597 h 1215891"/>
              <a:gd name="csX806" fmla="*/ 1515435 w 1878314"/>
              <a:gd name="csY806" fmla="*/ 6316 h 1215891"/>
              <a:gd name="csX807" fmla="*/ 1517317 w 1878314"/>
              <a:gd name="csY807" fmla="*/ 8305 h 1215891"/>
              <a:gd name="csX808" fmla="*/ 1519199 w 1878314"/>
              <a:gd name="csY808" fmla="*/ 10562 h 1215891"/>
              <a:gd name="csX809" fmla="*/ 1521071 w 1878314"/>
              <a:gd name="csY809" fmla="*/ 13087 h 1215891"/>
              <a:gd name="csX810" fmla="*/ 1522954 w 1878314"/>
              <a:gd name="csY810" fmla="*/ 15877 h 1215891"/>
              <a:gd name="csX811" fmla="*/ 1524836 w 1878314"/>
              <a:gd name="csY811" fmla="*/ 18930 h 1215891"/>
              <a:gd name="csX812" fmla="*/ 1526718 w 1878314"/>
              <a:gd name="csY812" fmla="*/ 22244 h 1215891"/>
              <a:gd name="csX813" fmla="*/ 1528591 w 1878314"/>
              <a:gd name="csY813" fmla="*/ 25819 h 1215891"/>
              <a:gd name="csX814" fmla="*/ 1530473 w 1878314"/>
              <a:gd name="csY814" fmla="*/ 29649 h 1215891"/>
              <a:gd name="csX815" fmla="*/ 1532355 w 1878314"/>
              <a:gd name="csY815" fmla="*/ 33734 h 1215891"/>
              <a:gd name="csX816" fmla="*/ 1534237 w 1878314"/>
              <a:gd name="csY816" fmla="*/ 38070 h 1215891"/>
              <a:gd name="csX817" fmla="*/ 1536119 w 1878314"/>
              <a:gd name="csY817" fmla="*/ 42655 h 1215891"/>
              <a:gd name="csX818" fmla="*/ 1537992 w 1878314"/>
              <a:gd name="csY818" fmla="*/ 47485 h 1215891"/>
              <a:gd name="csX819" fmla="*/ 1539874 w 1878314"/>
              <a:gd name="csY819" fmla="*/ 52559 h 1215891"/>
              <a:gd name="csX820" fmla="*/ 1541756 w 1878314"/>
              <a:gd name="csY820" fmla="*/ 57871 h 1215891"/>
              <a:gd name="csX821" fmla="*/ 1543639 w 1878314"/>
              <a:gd name="csY821" fmla="*/ 63418 h 1215891"/>
              <a:gd name="csX822" fmla="*/ 1545521 w 1878314"/>
              <a:gd name="csY822" fmla="*/ 69198 h 1215891"/>
              <a:gd name="csX823" fmla="*/ 1547393 w 1878314"/>
              <a:gd name="csY823" fmla="*/ 75205 h 1215891"/>
              <a:gd name="csX824" fmla="*/ 1549276 w 1878314"/>
              <a:gd name="csY824" fmla="*/ 81438 h 1215891"/>
              <a:gd name="csX825" fmla="*/ 1551158 w 1878314"/>
              <a:gd name="csY825" fmla="*/ 87890 h 1215891"/>
              <a:gd name="csX826" fmla="*/ 1553040 w 1878314"/>
              <a:gd name="csY826" fmla="*/ 94558 h 1215891"/>
              <a:gd name="csX827" fmla="*/ 1554922 w 1878314"/>
              <a:gd name="csY827" fmla="*/ 101439 h 1215891"/>
              <a:gd name="csX828" fmla="*/ 1556795 w 1878314"/>
              <a:gd name="csY828" fmla="*/ 108526 h 1215891"/>
              <a:gd name="csX829" fmla="*/ 1558677 w 1878314"/>
              <a:gd name="csY829" fmla="*/ 115818 h 1215891"/>
              <a:gd name="csX830" fmla="*/ 1560559 w 1878314"/>
              <a:gd name="csY830" fmla="*/ 123307 h 1215891"/>
              <a:gd name="csX831" fmla="*/ 1562441 w 1878314"/>
              <a:gd name="csY831" fmla="*/ 130990 h 1215891"/>
              <a:gd name="csX832" fmla="*/ 1564324 w 1878314"/>
              <a:gd name="csY832" fmla="*/ 138861 h 1215891"/>
              <a:gd name="csX833" fmla="*/ 1566196 w 1878314"/>
              <a:gd name="csY833" fmla="*/ 146917 h 1215891"/>
              <a:gd name="csX834" fmla="*/ 1568078 w 1878314"/>
              <a:gd name="csY834" fmla="*/ 155151 h 1215891"/>
              <a:gd name="csX835" fmla="*/ 1569961 w 1878314"/>
              <a:gd name="csY835" fmla="*/ 163560 h 1215891"/>
              <a:gd name="csX836" fmla="*/ 1571843 w 1878314"/>
              <a:gd name="csY836" fmla="*/ 172137 h 1215891"/>
              <a:gd name="csX837" fmla="*/ 1573715 w 1878314"/>
              <a:gd name="csY837" fmla="*/ 180877 h 1215891"/>
              <a:gd name="csX838" fmla="*/ 1575598 w 1878314"/>
              <a:gd name="csY838" fmla="*/ 189776 h 1215891"/>
              <a:gd name="csX839" fmla="*/ 1577480 w 1878314"/>
              <a:gd name="csY839" fmla="*/ 198827 h 1215891"/>
              <a:gd name="csX840" fmla="*/ 1579362 w 1878314"/>
              <a:gd name="csY840" fmla="*/ 208026 h 1215891"/>
              <a:gd name="csX841" fmla="*/ 1581244 w 1878314"/>
              <a:gd name="csY841" fmla="*/ 217367 h 1215891"/>
              <a:gd name="csX842" fmla="*/ 1583117 w 1878314"/>
              <a:gd name="csY842" fmla="*/ 226844 h 1215891"/>
              <a:gd name="csX843" fmla="*/ 1584999 w 1878314"/>
              <a:gd name="csY843" fmla="*/ 236452 h 1215891"/>
              <a:gd name="csX844" fmla="*/ 1586881 w 1878314"/>
              <a:gd name="csY844" fmla="*/ 246186 h 1215891"/>
              <a:gd name="csX845" fmla="*/ 1588763 w 1878314"/>
              <a:gd name="csY845" fmla="*/ 256039 h 1215891"/>
              <a:gd name="csX846" fmla="*/ 1590646 w 1878314"/>
              <a:gd name="csY846" fmla="*/ 266006 h 1215891"/>
              <a:gd name="csX847" fmla="*/ 1592518 w 1878314"/>
              <a:gd name="csY847" fmla="*/ 276082 h 1215891"/>
              <a:gd name="csX848" fmla="*/ 1594400 w 1878314"/>
              <a:gd name="csY848" fmla="*/ 286260 h 1215891"/>
              <a:gd name="csX849" fmla="*/ 1596282 w 1878314"/>
              <a:gd name="csY849" fmla="*/ 296536 h 1215891"/>
              <a:gd name="csX850" fmla="*/ 1598165 w 1878314"/>
              <a:gd name="csY850" fmla="*/ 306902 h 1215891"/>
              <a:gd name="csX851" fmla="*/ 1600047 w 1878314"/>
              <a:gd name="csY851" fmla="*/ 317355 h 1215891"/>
              <a:gd name="csX852" fmla="*/ 1601919 w 1878314"/>
              <a:gd name="csY852" fmla="*/ 327887 h 1215891"/>
              <a:gd name="csX853" fmla="*/ 1603802 w 1878314"/>
              <a:gd name="csY853" fmla="*/ 338494 h 1215891"/>
              <a:gd name="csX854" fmla="*/ 1605684 w 1878314"/>
              <a:gd name="csY854" fmla="*/ 349170 h 1215891"/>
              <a:gd name="csX855" fmla="*/ 1607566 w 1878314"/>
              <a:gd name="csY855" fmla="*/ 359909 h 1215891"/>
              <a:gd name="csX856" fmla="*/ 1609448 w 1878314"/>
              <a:gd name="csY856" fmla="*/ 370705 h 1215891"/>
              <a:gd name="csX857" fmla="*/ 1611321 w 1878314"/>
              <a:gd name="csY857" fmla="*/ 381554 h 1215891"/>
              <a:gd name="csX858" fmla="*/ 1613203 w 1878314"/>
              <a:gd name="csY858" fmla="*/ 392448 h 1215891"/>
              <a:gd name="csX859" fmla="*/ 1615085 w 1878314"/>
              <a:gd name="csY859" fmla="*/ 403383 h 1215891"/>
              <a:gd name="csX860" fmla="*/ 1616968 w 1878314"/>
              <a:gd name="csY860" fmla="*/ 414355 h 1215891"/>
              <a:gd name="csX861" fmla="*/ 1618840 w 1878314"/>
              <a:gd name="csY861" fmla="*/ 425356 h 1215891"/>
              <a:gd name="csX862" fmla="*/ 1620722 w 1878314"/>
              <a:gd name="csY862" fmla="*/ 436381 h 1215891"/>
              <a:gd name="csX863" fmla="*/ 1622604 w 1878314"/>
              <a:gd name="csY863" fmla="*/ 447427 h 1215891"/>
              <a:gd name="csX864" fmla="*/ 1624487 w 1878314"/>
              <a:gd name="csY864" fmla="*/ 458487 h 1215891"/>
              <a:gd name="csX865" fmla="*/ 1626369 w 1878314"/>
              <a:gd name="csY865" fmla="*/ 469556 h 1215891"/>
              <a:gd name="csX866" fmla="*/ 1628241 w 1878314"/>
              <a:gd name="csY866" fmla="*/ 480629 h 1215891"/>
              <a:gd name="csX867" fmla="*/ 1630124 w 1878314"/>
              <a:gd name="csY867" fmla="*/ 491700 h 1215891"/>
              <a:gd name="csX868" fmla="*/ 1632006 w 1878314"/>
              <a:gd name="csY868" fmla="*/ 502766 h 1215891"/>
              <a:gd name="csX869" fmla="*/ 1633888 w 1878314"/>
              <a:gd name="csY869" fmla="*/ 513822 h 1215891"/>
              <a:gd name="csX870" fmla="*/ 1635770 w 1878314"/>
              <a:gd name="csY870" fmla="*/ 524861 h 1215891"/>
              <a:gd name="csX871" fmla="*/ 1637643 w 1878314"/>
              <a:gd name="csY871" fmla="*/ 535881 h 1215891"/>
              <a:gd name="csX872" fmla="*/ 1639525 w 1878314"/>
              <a:gd name="csY872" fmla="*/ 546875 h 1215891"/>
              <a:gd name="csX873" fmla="*/ 1641407 w 1878314"/>
              <a:gd name="csY873" fmla="*/ 557840 h 1215891"/>
              <a:gd name="csX874" fmla="*/ 1643289 w 1878314"/>
              <a:gd name="csY874" fmla="*/ 568771 h 1215891"/>
              <a:gd name="csX875" fmla="*/ 1645171 w 1878314"/>
              <a:gd name="csY875" fmla="*/ 579665 h 1215891"/>
              <a:gd name="csX876" fmla="*/ 1647044 w 1878314"/>
              <a:gd name="csY876" fmla="*/ 590515 h 1215891"/>
              <a:gd name="csX877" fmla="*/ 1648926 w 1878314"/>
              <a:gd name="csY877" fmla="*/ 601319 h 1215891"/>
              <a:gd name="csX878" fmla="*/ 1650808 w 1878314"/>
              <a:gd name="csY878" fmla="*/ 612073 h 1215891"/>
              <a:gd name="csX879" fmla="*/ 1652691 w 1878314"/>
              <a:gd name="csY879" fmla="*/ 622772 h 1215891"/>
              <a:gd name="csX880" fmla="*/ 1654573 w 1878314"/>
              <a:gd name="csY880" fmla="*/ 633413 h 1215891"/>
              <a:gd name="csX881" fmla="*/ 1656445 w 1878314"/>
              <a:gd name="csY881" fmla="*/ 643993 h 1215891"/>
              <a:gd name="csX882" fmla="*/ 1658328 w 1878314"/>
              <a:gd name="csY882" fmla="*/ 654506 h 1215891"/>
              <a:gd name="csX883" fmla="*/ 1660210 w 1878314"/>
              <a:gd name="csY883" fmla="*/ 664950 h 1215891"/>
              <a:gd name="csX884" fmla="*/ 1662092 w 1878314"/>
              <a:gd name="csY884" fmla="*/ 675323 h 1215891"/>
              <a:gd name="csX885" fmla="*/ 1663965 w 1878314"/>
              <a:gd name="csY885" fmla="*/ 685619 h 1215891"/>
              <a:gd name="csX886" fmla="*/ 1665847 w 1878314"/>
              <a:gd name="csY886" fmla="*/ 695837 h 1215891"/>
              <a:gd name="csX887" fmla="*/ 1667729 w 1878314"/>
              <a:gd name="csY887" fmla="*/ 705972 h 1215891"/>
              <a:gd name="csX888" fmla="*/ 1669611 w 1878314"/>
              <a:gd name="csY888" fmla="*/ 716023 h 1215891"/>
              <a:gd name="csX889" fmla="*/ 1671494 w 1878314"/>
              <a:gd name="csY889" fmla="*/ 725986 h 1215891"/>
              <a:gd name="csX890" fmla="*/ 1673366 w 1878314"/>
              <a:gd name="csY890" fmla="*/ 735859 h 1215891"/>
              <a:gd name="csX891" fmla="*/ 1675248 w 1878314"/>
              <a:gd name="csY891" fmla="*/ 745639 h 1215891"/>
              <a:gd name="csX892" fmla="*/ 1677131 w 1878314"/>
              <a:gd name="csY892" fmla="*/ 755324 h 1215891"/>
              <a:gd name="csX893" fmla="*/ 1679013 w 1878314"/>
              <a:gd name="csY893" fmla="*/ 764910 h 1215891"/>
              <a:gd name="csX894" fmla="*/ 1680895 w 1878314"/>
              <a:gd name="csY894" fmla="*/ 774397 h 1215891"/>
              <a:gd name="csX895" fmla="*/ 1682767 w 1878314"/>
              <a:gd name="csY895" fmla="*/ 783781 h 1215891"/>
              <a:gd name="csX896" fmla="*/ 1684650 w 1878314"/>
              <a:gd name="csY896" fmla="*/ 793062 h 1215891"/>
              <a:gd name="csX897" fmla="*/ 1686532 w 1878314"/>
              <a:gd name="csY897" fmla="*/ 802237 h 1215891"/>
              <a:gd name="csX898" fmla="*/ 1688414 w 1878314"/>
              <a:gd name="csY898" fmla="*/ 811303 h 1215891"/>
              <a:gd name="csX899" fmla="*/ 1690296 w 1878314"/>
              <a:gd name="csY899" fmla="*/ 820260 h 1215891"/>
              <a:gd name="csX900" fmla="*/ 1692169 w 1878314"/>
              <a:gd name="csY900" fmla="*/ 829106 h 1215891"/>
              <a:gd name="csX901" fmla="*/ 1694051 w 1878314"/>
              <a:gd name="csY901" fmla="*/ 837840 h 1215891"/>
              <a:gd name="csX902" fmla="*/ 1695933 w 1878314"/>
              <a:gd name="csY902" fmla="*/ 846459 h 1215891"/>
              <a:gd name="csX903" fmla="*/ 1697815 w 1878314"/>
              <a:gd name="csY903" fmla="*/ 854963 h 1215891"/>
              <a:gd name="csX904" fmla="*/ 1699688 w 1878314"/>
              <a:gd name="csY904" fmla="*/ 863351 h 1215891"/>
              <a:gd name="csX905" fmla="*/ 1701570 w 1878314"/>
              <a:gd name="csY905" fmla="*/ 871622 h 1215891"/>
              <a:gd name="csX906" fmla="*/ 1703452 w 1878314"/>
              <a:gd name="csY906" fmla="*/ 879775 h 1215891"/>
              <a:gd name="csX907" fmla="*/ 1705334 w 1878314"/>
              <a:gd name="csY907" fmla="*/ 887809 h 1215891"/>
              <a:gd name="csX908" fmla="*/ 1707217 w 1878314"/>
              <a:gd name="csY908" fmla="*/ 895721 h 1215891"/>
              <a:gd name="csX909" fmla="*/ 1709089 w 1878314"/>
              <a:gd name="csY909" fmla="*/ 903511 h 1215891"/>
              <a:gd name="csX910" fmla="*/ 1710971 w 1878314"/>
              <a:gd name="csY910" fmla="*/ 911186 h 1215891"/>
              <a:gd name="csX911" fmla="*/ 1712854 w 1878314"/>
              <a:gd name="csY911" fmla="*/ 918734 h 1215891"/>
              <a:gd name="csX912" fmla="*/ 1714736 w 1878314"/>
              <a:gd name="csY912" fmla="*/ 926166 h 1215891"/>
              <a:gd name="csX913" fmla="*/ 1716618 w 1878314"/>
              <a:gd name="csY913" fmla="*/ 933472 h 1215891"/>
              <a:gd name="csX914" fmla="*/ 1718491 w 1878314"/>
              <a:gd name="csY914" fmla="*/ 940661 h 1215891"/>
              <a:gd name="csX915" fmla="*/ 1720373 w 1878314"/>
              <a:gd name="csY915" fmla="*/ 947724 h 1215891"/>
              <a:gd name="csX916" fmla="*/ 1722255 w 1878314"/>
              <a:gd name="csY916" fmla="*/ 954661 h 1215891"/>
              <a:gd name="csX917" fmla="*/ 1724137 w 1878314"/>
              <a:gd name="csY917" fmla="*/ 961482 h 1215891"/>
              <a:gd name="csX918" fmla="*/ 1726020 w 1878314"/>
              <a:gd name="csY918" fmla="*/ 968176 h 1215891"/>
              <a:gd name="csX919" fmla="*/ 1727892 w 1878314"/>
              <a:gd name="csY919" fmla="*/ 974745 h 1215891"/>
              <a:gd name="csX920" fmla="*/ 1729774 w 1878314"/>
              <a:gd name="csY920" fmla="*/ 981196 h 1215891"/>
              <a:gd name="csX921" fmla="*/ 1731657 w 1878314"/>
              <a:gd name="csY921" fmla="*/ 987532 h 1215891"/>
              <a:gd name="csX922" fmla="*/ 1733539 w 1878314"/>
              <a:gd name="csY922" fmla="*/ 993741 h 1215891"/>
              <a:gd name="csX923" fmla="*/ 1735421 w 1878314"/>
              <a:gd name="csY923" fmla="*/ 999834 h 1215891"/>
              <a:gd name="csX924" fmla="*/ 1737294 w 1878314"/>
              <a:gd name="csY924" fmla="*/ 1005801 h 1215891"/>
              <a:gd name="csX925" fmla="*/ 1739176 w 1878314"/>
              <a:gd name="csY925" fmla="*/ 1011652 h 1215891"/>
              <a:gd name="csX926" fmla="*/ 1741058 w 1878314"/>
              <a:gd name="csY926" fmla="*/ 1017385 h 1215891"/>
              <a:gd name="csX927" fmla="*/ 1742940 w 1878314"/>
              <a:gd name="csY927" fmla="*/ 1023003 h 1215891"/>
              <a:gd name="csX928" fmla="*/ 1744813 w 1878314"/>
              <a:gd name="csY928" fmla="*/ 1028504 h 1215891"/>
              <a:gd name="csX929" fmla="*/ 1746695 w 1878314"/>
              <a:gd name="csY929" fmla="*/ 1033889 h 1215891"/>
              <a:gd name="csX930" fmla="*/ 1748577 w 1878314"/>
              <a:gd name="csY930" fmla="*/ 1039157 h 1215891"/>
              <a:gd name="csX931" fmla="*/ 1750459 w 1878314"/>
              <a:gd name="csY931" fmla="*/ 1044309 h 1215891"/>
              <a:gd name="csX932" fmla="*/ 1752342 w 1878314"/>
              <a:gd name="csY932" fmla="*/ 1049354 h 1215891"/>
              <a:gd name="csX933" fmla="*/ 1754214 w 1878314"/>
              <a:gd name="csY933" fmla="*/ 1054283 h 1215891"/>
              <a:gd name="csX934" fmla="*/ 1756096 w 1878314"/>
              <a:gd name="csY934" fmla="*/ 1059105 h 1215891"/>
              <a:gd name="csX935" fmla="*/ 1757978 w 1878314"/>
              <a:gd name="csY935" fmla="*/ 1063820 h 1215891"/>
              <a:gd name="csX936" fmla="*/ 1759861 w 1878314"/>
              <a:gd name="csY936" fmla="*/ 1068419 h 1215891"/>
              <a:gd name="csX937" fmla="*/ 1761743 w 1878314"/>
              <a:gd name="csY937" fmla="*/ 1072911 h 1215891"/>
              <a:gd name="csX938" fmla="*/ 1763615 w 1878314"/>
              <a:gd name="csY938" fmla="*/ 1077306 h 1215891"/>
              <a:gd name="csX939" fmla="*/ 1765498 w 1878314"/>
              <a:gd name="csY939" fmla="*/ 1081585 h 1215891"/>
              <a:gd name="csX940" fmla="*/ 1767380 w 1878314"/>
              <a:gd name="csY940" fmla="*/ 1085766 h 1215891"/>
              <a:gd name="csX941" fmla="*/ 1769262 w 1878314"/>
              <a:gd name="csY941" fmla="*/ 1089851 h 1215891"/>
              <a:gd name="csX942" fmla="*/ 1771144 w 1878314"/>
              <a:gd name="csY942" fmla="*/ 1093829 h 1215891"/>
              <a:gd name="csX943" fmla="*/ 1773017 w 1878314"/>
              <a:gd name="csY943" fmla="*/ 1097710 h 1215891"/>
              <a:gd name="csX944" fmla="*/ 1774899 w 1878314"/>
              <a:gd name="csY944" fmla="*/ 1101493 h 1215891"/>
              <a:gd name="csX945" fmla="*/ 1776781 w 1878314"/>
              <a:gd name="csY945" fmla="*/ 1105180 h 1215891"/>
              <a:gd name="csX946" fmla="*/ 1778663 w 1878314"/>
              <a:gd name="csY946" fmla="*/ 1108770 h 1215891"/>
              <a:gd name="csX947" fmla="*/ 1780546 w 1878314"/>
              <a:gd name="csY947" fmla="*/ 1112272 h 1215891"/>
              <a:gd name="csX948" fmla="*/ 1782418 w 1878314"/>
              <a:gd name="csY948" fmla="*/ 1115678 h 1215891"/>
              <a:gd name="csX949" fmla="*/ 1784300 w 1878314"/>
              <a:gd name="csY949" fmla="*/ 1118996 h 1215891"/>
              <a:gd name="csX950" fmla="*/ 1786183 w 1878314"/>
              <a:gd name="csY950" fmla="*/ 1122227 h 1215891"/>
              <a:gd name="csX951" fmla="*/ 1788065 w 1878314"/>
              <a:gd name="csY951" fmla="*/ 1125361 h 1215891"/>
              <a:gd name="csX952" fmla="*/ 1789937 w 1878314"/>
              <a:gd name="csY952" fmla="*/ 1128417 h 1215891"/>
              <a:gd name="csX953" fmla="*/ 1791820 w 1878314"/>
              <a:gd name="csY953" fmla="*/ 1131395 h 1215891"/>
              <a:gd name="csX954" fmla="*/ 1793702 w 1878314"/>
              <a:gd name="csY954" fmla="*/ 1134277 h 1215891"/>
              <a:gd name="csX955" fmla="*/ 1795584 w 1878314"/>
              <a:gd name="csY955" fmla="*/ 1137091 h 1215891"/>
              <a:gd name="csX956" fmla="*/ 1797466 w 1878314"/>
              <a:gd name="csY956" fmla="*/ 1139817 h 1215891"/>
              <a:gd name="csX957" fmla="*/ 1799339 w 1878314"/>
              <a:gd name="csY957" fmla="*/ 1142466 h 1215891"/>
              <a:gd name="csX958" fmla="*/ 1801221 w 1878314"/>
              <a:gd name="csY958" fmla="*/ 1145046 h 1215891"/>
              <a:gd name="csX959" fmla="*/ 1803103 w 1878314"/>
              <a:gd name="csY959" fmla="*/ 1147540 h 1215891"/>
              <a:gd name="csX960" fmla="*/ 1804985 w 1878314"/>
              <a:gd name="csY960" fmla="*/ 1149965 h 1215891"/>
              <a:gd name="csX961" fmla="*/ 1806868 w 1878314"/>
              <a:gd name="csY961" fmla="*/ 1152323 h 1215891"/>
              <a:gd name="csX962" fmla="*/ 1808740 w 1878314"/>
              <a:gd name="csY962" fmla="*/ 1154603 h 1215891"/>
              <a:gd name="csX963" fmla="*/ 1810622 w 1878314"/>
              <a:gd name="csY963" fmla="*/ 1156825 h 1215891"/>
              <a:gd name="csX964" fmla="*/ 1812505 w 1878314"/>
              <a:gd name="csY964" fmla="*/ 1158969 h 1215891"/>
              <a:gd name="csX965" fmla="*/ 1814387 w 1878314"/>
              <a:gd name="csY965" fmla="*/ 1161055 h 1215891"/>
              <a:gd name="csX966" fmla="*/ 1816269 w 1878314"/>
              <a:gd name="csY966" fmla="*/ 1163073 h 1215891"/>
              <a:gd name="csX967" fmla="*/ 1818141 w 1878314"/>
              <a:gd name="csY967" fmla="*/ 1165023 h 1215891"/>
              <a:gd name="csX968" fmla="*/ 1820024 w 1878314"/>
              <a:gd name="csY968" fmla="*/ 1166915 h 1215891"/>
              <a:gd name="csX969" fmla="*/ 1821906 w 1878314"/>
              <a:gd name="csY969" fmla="*/ 1168758 h 1215891"/>
              <a:gd name="csX970" fmla="*/ 1823788 w 1878314"/>
              <a:gd name="csY970" fmla="*/ 1170534 h 1215891"/>
              <a:gd name="csX971" fmla="*/ 1825670 w 1878314"/>
              <a:gd name="csY971" fmla="*/ 1172251 h 1215891"/>
              <a:gd name="csX972" fmla="*/ 1827543 w 1878314"/>
              <a:gd name="csY972" fmla="*/ 1173910 h 1215891"/>
              <a:gd name="csX973" fmla="*/ 1829425 w 1878314"/>
              <a:gd name="csY973" fmla="*/ 1175521 h 1215891"/>
              <a:gd name="csX974" fmla="*/ 1831307 w 1878314"/>
              <a:gd name="csY974" fmla="*/ 1177073 h 1215891"/>
              <a:gd name="csX975" fmla="*/ 1833189 w 1878314"/>
              <a:gd name="csY975" fmla="*/ 1178577 h 1215891"/>
              <a:gd name="csX976" fmla="*/ 1835062 w 1878314"/>
              <a:gd name="csY976" fmla="*/ 1180032 h 1215891"/>
              <a:gd name="csX977" fmla="*/ 1836944 w 1878314"/>
              <a:gd name="csY977" fmla="*/ 1181439 h 1215891"/>
              <a:gd name="csX978" fmla="*/ 1838826 w 1878314"/>
              <a:gd name="csY978" fmla="*/ 1182797 h 1215891"/>
              <a:gd name="csX979" fmla="*/ 1840709 w 1878314"/>
              <a:gd name="csY979" fmla="*/ 1184107 h 1215891"/>
              <a:gd name="csX980" fmla="*/ 1842591 w 1878314"/>
              <a:gd name="csY980" fmla="*/ 1185378 h 1215891"/>
              <a:gd name="csX981" fmla="*/ 1844463 w 1878314"/>
              <a:gd name="csY981" fmla="*/ 1186601 h 1215891"/>
              <a:gd name="csX982" fmla="*/ 1846346 w 1878314"/>
              <a:gd name="csY982" fmla="*/ 1187774 h 1215891"/>
              <a:gd name="csX983" fmla="*/ 1848228 w 1878314"/>
              <a:gd name="csY983" fmla="*/ 1188910 h 1215891"/>
              <a:gd name="csX984" fmla="*/ 1850110 w 1878314"/>
              <a:gd name="csY984" fmla="*/ 1190016 h 1215891"/>
              <a:gd name="csX985" fmla="*/ 1851992 w 1878314"/>
              <a:gd name="csY985" fmla="*/ 1191073 h 1215891"/>
              <a:gd name="csX986" fmla="*/ 1853865 w 1878314"/>
              <a:gd name="csY986" fmla="*/ 1192092 h 1215891"/>
              <a:gd name="csX987" fmla="*/ 1855747 w 1878314"/>
              <a:gd name="csY987" fmla="*/ 1193072 h 1215891"/>
              <a:gd name="csX988" fmla="*/ 1857629 w 1878314"/>
              <a:gd name="csY988" fmla="*/ 1194023 h 1215891"/>
              <a:gd name="csX989" fmla="*/ 1859511 w 1878314"/>
              <a:gd name="csY989" fmla="*/ 1194935 h 1215891"/>
              <a:gd name="csX990" fmla="*/ 1861394 w 1878314"/>
              <a:gd name="csY990" fmla="*/ 1195818 h 1215891"/>
              <a:gd name="csX991" fmla="*/ 1863266 w 1878314"/>
              <a:gd name="csY991" fmla="*/ 1196662 h 1215891"/>
              <a:gd name="csX992" fmla="*/ 1865148 w 1878314"/>
              <a:gd name="csY992" fmla="*/ 1197486 h 1215891"/>
              <a:gd name="csX993" fmla="*/ 1867031 w 1878314"/>
              <a:gd name="csY993" fmla="*/ 1198263 h 1215891"/>
              <a:gd name="csX994" fmla="*/ 1868913 w 1878314"/>
              <a:gd name="csY994" fmla="*/ 1199019 h 1215891"/>
              <a:gd name="csX995" fmla="*/ 1870795 w 1878314"/>
              <a:gd name="csY995" fmla="*/ 1199747 h 1215891"/>
              <a:gd name="csX996" fmla="*/ 1872668 w 1878314"/>
              <a:gd name="csY996" fmla="*/ 1200446 h 1215891"/>
              <a:gd name="csX997" fmla="*/ 1874550 w 1878314"/>
              <a:gd name="csY997" fmla="*/ 1201125 h 1215891"/>
              <a:gd name="csX998" fmla="*/ 1876432 w 1878314"/>
              <a:gd name="csY998" fmla="*/ 1201765 h 1215891"/>
              <a:gd name="csX999" fmla="*/ 1878314 w 1878314"/>
              <a:gd name="csY999" fmla="*/ 1202386 h 12158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215891">
                <a:moveTo>
                  <a:pt x="0" y="1215891"/>
                </a:moveTo>
                <a:lnTo>
                  <a:pt x="1879" y="1215891"/>
                </a:lnTo>
                <a:lnTo>
                  <a:pt x="3760" y="1215891"/>
                </a:lnTo>
                <a:lnTo>
                  <a:pt x="5640" y="1215891"/>
                </a:lnTo>
                <a:lnTo>
                  <a:pt x="7520" y="1215891"/>
                </a:lnTo>
                <a:lnTo>
                  <a:pt x="9400" y="1215891"/>
                </a:lnTo>
                <a:lnTo>
                  <a:pt x="11281" y="1215891"/>
                </a:lnTo>
                <a:lnTo>
                  <a:pt x="13161" y="1215891"/>
                </a:lnTo>
                <a:lnTo>
                  <a:pt x="15041" y="1215891"/>
                </a:lnTo>
                <a:lnTo>
                  <a:pt x="16922" y="1215891"/>
                </a:lnTo>
                <a:lnTo>
                  <a:pt x="18802" y="1215891"/>
                </a:lnTo>
                <a:lnTo>
                  <a:pt x="20682" y="1215891"/>
                </a:lnTo>
                <a:lnTo>
                  <a:pt x="22562" y="1215891"/>
                </a:lnTo>
                <a:lnTo>
                  <a:pt x="24442" y="1215891"/>
                </a:lnTo>
                <a:lnTo>
                  <a:pt x="26322" y="1215891"/>
                </a:lnTo>
                <a:lnTo>
                  <a:pt x="28202" y="1215891"/>
                </a:lnTo>
                <a:lnTo>
                  <a:pt x="30082" y="1215891"/>
                </a:lnTo>
                <a:lnTo>
                  <a:pt x="31963" y="1215891"/>
                </a:lnTo>
                <a:lnTo>
                  <a:pt x="33843" y="1215891"/>
                </a:lnTo>
                <a:lnTo>
                  <a:pt x="35723" y="1215891"/>
                </a:lnTo>
                <a:lnTo>
                  <a:pt x="37604" y="1215891"/>
                </a:lnTo>
                <a:lnTo>
                  <a:pt x="39484" y="1215891"/>
                </a:lnTo>
                <a:lnTo>
                  <a:pt x="41364" y="1215891"/>
                </a:lnTo>
                <a:lnTo>
                  <a:pt x="43244" y="1215891"/>
                </a:lnTo>
                <a:lnTo>
                  <a:pt x="45124" y="1215891"/>
                </a:lnTo>
                <a:lnTo>
                  <a:pt x="47004" y="1215891"/>
                </a:lnTo>
                <a:lnTo>
                  <a:pt x="48884" y="1215891"/>
                </a:lnTo>
                <a:lnTo>
                  <a:pt x="50765" y="1215891"/>
                </a:lnTo>
                <a:lnTo>
                  <a:pt x="52645" y="1215891"/>
                </a:lnTo>
                <a:lnTo>
                  <a:pt x="54525" y="1215891"/>
                </a:lnTo>
                <a:lnTo>
                  <a:pt x="56405" y="1215891"/>
                </a:lnTo>
                <a:lnTo>
                  <a:pt x="58286" y="1215891"/>
                </a:lnTo>
                <a:lnTo>
                  <a:pt x="60166" y="1215891"/>
                </a:lnTo>
                <a:lnTo>
                  <a:pt x="62046" y="1215891"/>
                </a:lnTo>
                <a:lnTo>
                  <a:pt x="63926" y="1215891"/>
                </a:lnTo>
                <a:lnTo>
                  <a:pt x="65807" y="1215891"/>
                </a:lnTo>
                <a:lnTo>
                  <a:pt x="67686" y="1215891"/>
                </a:lnTo>
                <a:lnTo>
                  <a:pt x="69566" y="1215891"/>
                </a:lnTo>
                <a:lnTo>
                  <a:pt x="71447" y="1215891"/>
                </a:lnTo>
                <a:lnTo>
                  <a:pt x="73327" y="1215891"/>
                </a:lnTo>
                <a:lnTo>
                  <a:pt x="75207" y="1215891"/>
                </a:lnTo>
                <a:lnTo>
                  <a:pt x="77087" y="1215891"/>
                </a:lnTo>
                <a:lnTo>
                  <a:pt x="78968" y="1215891"/>
                </a:lnTo>
                <a:lnTo>
                  <a:pt x="80848" y="1215891"/>
                </a:lnTo>
                <a:lnTo>
                  <a:pt x="82728" y="1215891"/>
                </a:lnTo>
                <a:lnTo>
                  <a:pt x="84609" y="1215891"/>
                </a:lnTo>
                <a:lnTo>
                  <a:pt x="86489" y="1215891"/>
                </a:lnTo>
                <a:lnTo>
                  <a:pt x="88368" y="1215891"/>
                </a:lnTo>
                <a:lnTo>
                  <a:pt x="90248" y="1215891"/>
                </a:lnTo>
                <a:lnTo>
                  <a:pt x="92129" y="1215891"/>
                </a:lnTo>
                <a:lnTo>
                  <a:pt x="94009" y="1215891"/>
                </a:lnTo>
                <a:lnTo>
                  <a:pt x="95889" y="1215891"/>
                </a:lnTo>
                <a:lnTo>
                  <a:pt x="97769" y="1215891"/>
                </a:lnTo>
                <a:lnTo>
                  <a:pt x="99650" y="1215891"/>
                </a:lnTo>
                <a:lnTo>
                  <a:pt x="101530" y="1215891"/>
                </a:lnTo>
                <a:lnTo>
                  <a:pt x="103410" y="1215891"/>
                </a:lnTo>
                <a:lnTo>
                  <a:pt x="105291" y="1215891"/>
                </a:lnTo>
                <a:lnTo>
                  <a:pt x="107171" y="1215891"/>
                </a:lnTo>
                <a:lnTo>
                  <a:pt x="109051" y="1215891"/>
                </a:lnTo>
                <a:lnTo>
                  <a:pt x="110930" y="1215891"/>
                </a:lnTo>
                <a:lnTo>
                  <a:pt x="112811" y="1215891"/>
                </a:lnTo>
                <a:lnTo>
                  <a:pt x="114691" y="1215891"/>
                </a:lnTo>
                <a:lnTo>
                  <a:pt x="116571" y="1215891"/>
                </a:lnTo>
                <a:lnTo>
                  <a:pt x="118452" y="1215891"/>
                </a:lnTo>
                <a:lnTo>
                  <a:pt x="120332" y="1215891"/>
                </a:lnTo>
                <a:lnTo>
                  <a:pt x="122212" y="1215891"/>
                </a:lnTo>
                <a:lnTo>
                  <a:pt x="124092" y="1215891"/>
                </a:lnTo>
                <a:lnTo>
                  <a:pt x="125973" y="1215891"/>
                </a:lnTo>
                <a:lnTo>
                  <a:pt x="127853" y="1215891"/>
                </a:lnTo>
                <a:lnTo>
                  <a:pt x="129733" y="1215891"/>
                </a:lnTo>
                <a:lnTo>
                  <a:pt x="131613" y="1215891"/>
                </a:lnTo>
                <a:lnTo>
                  <a:pt x="133493" y="1215891"/>
                </a:lnTo>
                <a:lnTo>
                  <a:pt x="135373" y="1215891"/>
                </a:lnTo>
                <a:lnTo>
                  <a:pt x="137253" y="1215891"/>
                </a:lnTo>
                <a:lnTo>
                  <a:pt x="139134" y="1215891"/>
                </a:lnTo>
                <a:lnTo>
                  <a:pt x="141014" y="1215891"/>
                </a:lnTo>
                <a:lnTo>
                  <a:pt x="142894" y="1215891"/>
                </a:lnTo>
                <a:lnTo>
                  <a:pt x="144774" y="1215891"/>
                </a:lnTo>
                <a:lnTo>
                  <a:pt x="146655" y="1215891"/>
                </a:lnTo>
                <a:lnTo>
                  <a:pt x="148535" y="1215891"/>
                </a:lnTo>
                <a:lnTo>
                  <a:pt x="150415" y="1215891"/>
                </a:lnTo>
                <a:lnTo>
                  <a:pt x="152296" y="1215891"/>
                </a:lnTo>
                <a:lnTo>
                  <a:pt x="154175" y="1215891"/>
                </a:lnTo>
                <a:lnTo>
                  <a:pt x="156055" y="1215891"/>
                </a:lnTo>
                <a:lnTo>
                  <a:pt x="157935" y="1215891"/>
                </a:lnTo>
                <a:lnTo>
                  <a:pt x="159816" y="1215891"/>
                </a:lnTo>
                <a:lnTo>
                  <a:pt x="161696" y="1215891"/>
                </a:lnTo>
                <a:lnTo>
                  <a:pt x="163576" y="1215891"/>
                </a:lnTo>
                <a:lnTo>
                  <a:pt x="165457" y="1215891"/>
                </a:lnTo>
                <a:lnTo>
                  <a:pt x="167337" y="1215891"/>
                </a:lnTo>
                <a:lnTo>
                  <a:pt x="169217" y="1215891"/>
                </a:lnTo>
                <a:lnTo>
                  <a:pt x="171097" y="1215891"/>
                </a:lnTo>
                <a:lnTo>
                  <a:pt x="172978" y="1215891"/>
                </a:lnTo>
                <a:lnTo>
                  <a:pt x="174857" y="1215891"/>
                </a:lnTo>
                <a:lnTo>
                  <a:pt x="176737" y="1215891"/>
                </a:lnTo>
                <a:lnTo>
                  <a:pt x="178617" y="1215891"/>
                </a:lnTo>
                <a:lnTo>
                  <a:pt x="180498" y="1215891"/>
                </a:lnTo>
                <a:lnTo>
                  <a:pt x="182378" y="1215891"/>
                </a:lnTo>
                <a:lnTo>
                  <a:pt x="184258" y="1215891"/>
                </a:lnTo>
                <a:lnTo>
                  <a:pt x="186139" y="1215891"/>
                </a:lnTo>
                <a:lnTo>
                  <a:pt x="188019" y="1215891"/>
                </a:lnTo>
                <a:lnTo>
                  <a:pt x="189899" y="1215891"/>
                </a:lnTo>
                <a:lnTo>
                  <a:pt x="191779" y="1215891"/>
                </a:lnTo>
                <a:lnTo>
                  <a:pt x="193660" y="1215891"/>
                </a:lnTo>
                <a:lnTo>
                  <a:pt x="195540" y="1215891"/>
                </a:lnTo>
                <a:lnTo>
                  <a:pt x="197419" y="1215891"/>
                </a:lnTo>
                <a:lnTo>
                  <a:pt x="199300" y="1215891"/>
                </a:lnTo>
                <a:lnTo>
                  <a:pt x="201180" y="1215891"/>
                </a:lnTo>
                <a:lnTo>
                  <a:pt x="203060" y="1215891"/>
                </a:lnTo>
                <a:lnTo>
                  <a:pt x="204940" y="1215891"/>
                </a:lnTo>
                <a:lnTo>
                  <a:pt x="206821" y="1215891"/>
                </a:lnTo>
                <a:lnTo>
                  <a:pt x="208701" y="1215891"/>
                </a:lnTo>
                <a:lnTo>
                  <a:pt x="210581" y="1215891"/>
                </a:lnTo>
                <a:lnTo>
                  <a:pt x="212461" y="1215891"/>
                </a:lnTo>
                <a:lnTo>
                  <a:pt x="214342" y="1215891"/>
                </a:lnTo>
                <a:lnTo>
                  <a:pt x="216222" y="1215891"/>
                </a:lnTo>
                <a:lnTo>
                  <a:pt x="218101" y="1215891"/>
                </a:lnTo>
                <a:lnTo>
                  <a:pt x="219982" y="1215891"/>
                </a:lnTo>
                <a:lnTo>
                  <a:pt x="221862" y="1215891"/>
                </a:lnTo>
                <a:lnTo>
                  <a:pt x="223742" y="1215891"/>
                </a:lnTo>
                <a:lnTo>
                  <a:pt x="225622" y="1215891"/>
                </a:lnTo>
                <a:lnTo>
                  <a:pt x="227503" y="1215891"/>
                </a:lnTo>
                <a:lnTo>
                  <a:pt x="229383" y="1215891"/>
                </a:lnTo>
                <a:lnTo>
                  <a:pt x="231263" y="1215891"/>
                </a:lnTo>
                <a:lnTo>
                  <a:pt x="233144" y="1215891"/>
                </a:lnTo>
                <a:lnTo>
                  <a:pt x="235024" y="1215891"/>
                </a:lnTo>
                <a:lnTo>
                  <a:pt x="236904" y="1215891"/>
                </a:lnTo>
                <a:lnTo>
                  <a:pt x="238784" y="1215891"/>
                </a:lnTo>
                <a:lnTo>
                  <a:pt x="240664" y="1215891"/>
                </a:lnTo>
                <a:lnTo>
                  <a:pt x="242544" y="1215891"/>
                </a:lnTo>
                <a:lnTo>
                  <a:pt x="244424" y="1215891"/>
                </a:lnTo>
                <a:lnTo>
                  <a:pt x="246305" y="1215891"/>
                </a:lnTo>
                <a:lnTo>
                  <a:pt x="248185" y="1215891"/>
                </a:lnTo>
                <a:lnTo>
                  <a:pt x="250065" y="1215891"/>
                </a:lnTo>
                <a:lnTo>
                  <a:pt x="251945" y="1215891"/>
                </a:lnTo>
                <a:lnTo>
                  <a:pt x="253826" y="1215891"/>
                </a:lnTo>
                <a:lnTo>
                  <a:pt x="255706" y="1215891"/>
                </a:lnTo>
                <a:lnTo>
                  <a:pt x="257586" y="1215891"/>
                </a:lnTo>
                <a:lnTo>
                  <a:pt x="259466" y="1215891"/>
                </a:lnTo>
                <a:lnTo>
                  <a:pt x="261346" y="1215891"/>
                </a:lnTo>
                <a:lnTo>
                  <a:pt x="263226" y="1215891"/>
                </a:lnTo>
                <a:lnTo>
                  <a:pt x="265106" y="1215891"/>
                </a:lnTo>
                <a:lnTo>
                  <a:pt x="266987" y="1215891"/>
                </a:lnTo>
                <a:lnTo>
                  <a:pt x="268867" y="1215891"/>
                </a:lnTo>
                <a:lnTo>
                  <a:pt x="270747" y="1215891"/>
                </a:lnTo>
                <a:lnTo>
                  <a:pt x="272627" y="1215891"/>
                </a:lnTo>
                <a:lnTo>
                  <a:pt x="274508" y="1215891"/>
                </a:lnTo>
                <a:lnTo>
                  <a:pt x="276388" y="1215891"/>
                </a:lnTo>
                <a:lnTo>
                  <a:pt x="278268" y="1215891"/>
                </a:lnTo>
                <a:lnTo>
                  <a:pt x="280148" y="1215891"/>
                </a:lnTo>
                <a:lnTo>
                  <a:pt x="282029" y="1215891"/>
                </a:lnTo>
                <a:lnTo>
                  <a:pt x="283908" y="1215891"/>
                </a:lnTo>
                <a:lnTo>
                  <a:pt x="285788" y="1215891"/>
                </a:lnTo>
                <a:lnTo>
                  <a:pt x="287669" y="1215891"/>
                </a:lnTo>
                <a:lnTo>
                  <a:pt x="289549" y="1215891"/>
                </a:lnTo>
                <a:lnTo>
                  <a:pt x="291429" y="1215891"/>
                </a:lnTo>
                <a:lnTo>
                  <a:pt x="293309" y="1215891"/>
                </a:lnTo>
                <a:lnTo>
                  <a:pt x="295190" y="1215891"/>
                </a:lnTo>
                <a:lnTo>
                  <a:pt x="297070" y="1215891"/>
                </a:lnTo>
                <a:lnTo>
                  <a:pt x="298950" y="1215891"/>
                </a:lnTo>
                <a:lnTo>
                  <a:pt x="300831" y="1215891"/>
                </a:lnTo>
                <a:lnTo>
                  <a:pt x="302711" y="1215891"/>
                </a:lnTo>
                <a:lnTo>
                  <a:pt x="304590" y="1215891"/>
                </a:lnTo>
                <a:lnTo>
                  <a:pt x="306470" y="1215891"/>
                </a:lnTo>
                <a:lnTo>
                  <a:pt x="308351" y="1215891"/>
                </a:lnTo>
                <a:lnTo>
                  <a:pt x="310231" y="1215891"/>
                </a:lnTo>
                <a:lnTo>
                  <a:pt x="312111" y="1215891"/>
                </a:lnTo>
                <a:lnTo>
                  <a:pt x="313992" y="1215891"/>
                </a:lnTo>
                <a:lnTo>
                  <a:pt x="315872" y="1215891"/>
                </a:lnTo>
                <a:lnTo>
                  <a:pt x="317752" y="1215891"/>
                </a:lnTo>
                <a:lnTo>
                  <a:pt x="319632" y="1215891"/>
                </a:lnTo>
                <a:lnTo>
                  <a:pt x="321513" y="1215891"/>
                </a:lnTo>
                <a:lnTo>
                  <a:pt x="323393" y="1215891"/>
                </a:lnTo>
                <a:lnTo>
                  <a:pt x="325273" y="1215891"/>
                </a:lnTo>
                <a:lnTo>
                  <a:pt x="327153" y="1215891"/>
                </a:lnTo>
                <a:lnTo>
                  <a:pt x="329033" y="1215891"/>
                </a:lnTo>
                <a:lnTo>
                  <a:pt x="330913" y="1215891"/>
                </a:lnTo>
                <a:lnTo>
                  <a:pt x="332793" y="1215891"/>
                </a:lnTo>
                <a:lnTo>
                  <a:pt x="334674" y="1215891"/>
                </a:lnTo>
                <a:lnTo>
                  <a:pt x="336554" y="1215891"/>
                </a:lnTo>
                <a:lnTo>
                  <a:pt x="338434" y="1215891"/>
                </a:lnTo>
                <a:lnTo>
                  <a:pt x="340314" y="1215891"/>
                </a:lnTo>
                <a:lnTo>
                  <a:pt x="342195" y="1215891"/>
                </a:lnTo>
                <a:lnTo>
                  <a:pt x="344075" y="1215891"/>
                </a:lnTo>
                <a:lnTo>
                  <a:pt x="345955" y="1215891"/>
                </a:lnTo>
                <a:lnTo>
                  <a:pt x="347835" y="1215891"/>
                </a:lnTo>
                <a:lnTo>
                  <a:pt x="349715" y="1215891"/>
                </a:lnTo>
                <a:lnTo>
                  <a:pt x="351595" y="1215891"/>
                </a:lnTo>
                <a:lnTo>
                  <a:pt x="353475" y="1215891"/>
                </a:lnTo>
                <a:lnTo>
                  <a:pt x="355356" y="1215891"/>
                </a:lnTo>
                <a:lnTo>
                  <a:pt x="357236" y="1215891"/>
                </a:lnTo>
                <a:lnTo>
                  <a:pt x="359116" y="1215891"/>
                </a:lnTo>
                <a:lnTo>
                  <a:pt x="360996" y="1215891"/>
                </a:lnTo>
                <a:lnTo>
                  <a:pt x="362877" y="1215891"/>
                </a:lnTo>
                <a:lnTo>
                  <a:pt x="364757" y="1215891"/>
                </a:lnTo>
                <a:lnTo>
                  <a:pt x="366637" y="1215891"/>
                </a:lnTo>
                <a:lnTo>
                  <a:pt x="368518" y="1215891"/>
                </a:lnTo>
                <a:lnTo>
                  <a:pt x="370397" y="1215891"/>
                </a:lnTo>
                <a:lnTo>
                  <a:pt x="372277" y="1215891"/>
                </a:lnTo>
                <a:lnTo>
                  <a:pt x="374157" y="1215891"/>
                </a:lnTo>
                <a:lnTo>
                  <a:pt x="376038" y="1215891"/>
                </a:lnTo>
                <a:lnTo>
                  <a:pt x="377918" y="1215891"/>
                </a:lnTo>
                <a:lnTo>
                  <a:pt x="379798" y="1215891"/>
                </a:lnTo>
                <a:lnTo>
                  <a:pt x="381679" y="1215891"/>
                </a:lnTo>
                <a:lnTo>
                  <a:pt x="383559" y="1215891"/>
                </a:lnTo>
                <a:lnTo>
                  <a:pt x="385439" y="1215891"/>
                </a:lnTo>
                <a:lnTo>
                  <a:pt x="387319" y="1215891"/>
                </a:lnTo>
                <a:lnTo>
                  <a:pt x="389200" y="1215891"/>
                </a:lnTo>
                <a:lnTo>
                  <a:pt x="391079" y="1215891"/>
                </a:lnTo>
                <a:lnTo>
                  <a:pt x="392959" y="1215891"/>
                </a:lnTo>
                <a:lnTo>
                  <a:pt x="394840" y="1215891"/>
                </a:lnTo>
                <a:lnTo>
                  <a:pt x="396720" y="1215891"/>
                </a:lnTo>
                <a:lnTo>
                  <a:pt x="398600" y="1215891"/>
                </a:lnTo>
                <a:lnTo>
                  <a:pt x="400480" y="1215891"/>
                </a:lnTo>
                <a:lnTo>
                  <a:pt x="402361" y="1215891"/>
                </a:lnTo>
                <a:lnTo>
                  <a:pt x="404241" y="1215891"/>
                </a:lnTo>
                <a:lnTo>
                  <a:pt x="406121" y="1215891"/>
                </a:lnTo>
                <a:lnTo>
                  <a:pt x="408001" y="1215891"/>
                </a:lnTo>
                <a:lnTo>
                  <a:pt x="409882" y="1215891"/>
                </a:lnTo>
                <a:lnTo>
                  <a:pt x="411762" y="1215891"/>
                </a:lnTo>
                <a:lnTo>
                  <a:pt x="413641" y="1215891"/>
                </a:lnTo>
                <a:lnTo>
                  <a:pt x="415522" y="1215891"/>
                </a:lnTo>
                <a:lnTo>
                  <a:pt x="417402" y="1215891"/>
                </a:lnTo>
                <a:lnTo>
                  <a:pt x="419282" y="1215891"/>
                </a:lnTo>
                <a:lnTo>
                  <a:pt x="421162" y="1215891"/>
                </a:lnTo>
                <a:lnTo>
                  <a:pt x="423043" y="1215891"/>
                </a:lnTo>
                <a:lnTo>
                  <a:pt x="424923" y="1215891"/>
                </a:lnTo>
                <a:lnTo>
                  <a:pt x="426803" y="1215891"/>
                </a:lnTo>
                <a:lnTo>
                  <a:pt x="428684" y="1215891"/>
                </a:lnTo>
                <a:lnTo>
                  <a:pt x="430564" y="1215891"/>
                </a:lnTo>
                <a:lnTo>
                  <a:pt x="432444" y="1215891"/>
                </a:lnTo>
                <a:lnTo>
                  <a:pt x="434323" y="1215891"/>
                </a:lnTo>
                <a:lnTo>
                  <a:pt x="436204" y="1215891"/>
                </a:lnTo>
                <a:lnTo>
                  <a:pt x="438084" y="1215891"/>
                </a:lnTo>
                <a:lnTo>
                  <a:pt x="439964" y="1215891"/>
                </a:lnTo>
                <a:lnTo>
                  <a:pt x="441844" y="1215891"/>
                </a:lnTo>
                <a:lnTo>
                  <a:pt x="443725" y="1215891"/>
                </a:lnTo>
                <a:lnTo>
                  <a:pt x="445605" y="1215891"/>
                </a:lnTo>
                <a:lnTo>
                  <a:pt x="447485" y="1215891"/>
                </a:lnTo>
                <a:lnTo>
                  <a:pt x="449366" y="1215891"/>
                </a:lnTo>
                <a:lnTo>
                  <a:pt x="451246" y="1215891"/>
                </a:lnTo>
                <a:lnTo>
                  <a:pt x="453126" y="1215891"/>
                </a:lnTo>
                <a:lnTo>
                  <a:pt x="455006" y="1215891"/>
                </a:lnTo>
                <a:lnTo>
                  <a:pt x="456886" y="1215891"/>
                </a:lnTo>
                <a:lnTo>
                  <a:pt x="458766" y="1215891"/>
                </a:lnTo>
                <a:lnTo>
                  <a:pt x="460646" y="1215891"/>
                </a:lnTo>
                <a:lnTo>
                  <a:pt x="462527" y="1215891"/>
                </a:lnTo>
                <a:lnTo>
                  <a:pt x="464407" y="1215891"/>
                </a:lnTo>
                <a:lnTo>
                  <a:pt x="466287" y="1215891"/>
                </a:lnTo>
                <a:lnTo>
                  <a:pt x="468167" y="1215891"/>
                </a:lnTo>
                <a:lnTo>
                  <a:pt x="470048" y="1215891"/>
                </a:lnTo>
                <a:lnTo>
                  <a:pt x="471928" y="1215891"/>
                </a:lnTo>
                <a:lnTo>
                  <a:pt x="473808" y="1215891"/>
                </a:lnTo>
                <a:lnTo>
                  <a:pt x="475688" y="1215891"/>
                </a:lnTo>
                <a:lnTo>
                  <a:pt x="477568" y="1215891"/>
                </a:lnTo>
                <a:lnTo>
                  <a:pt x="479448" y="1215891"/>
                </a:lnTo>
                <a:lnTo>
                  <a:pt x="481328" y="1215891"/>
                </a:lnTo>
                <a:lnTo>
                  <a:pt x="483209" y="1215891"/>
                </a:lnTo>
                <a:lnTo>
                  <a:pt x="485089" y="1215891"/>
                </a:lnTo>
                <a:lnTo>
                  <a:pt x="486969" y="1215891"/>
                </a:lnTo>
                <a:lnTo>
                  <a:pt x="488849" y="1215891"/>
                </a:lnTo>
                <a:lnTo>
                  <a:pt x="490730" y="1215891"/>
                </a:lnTo>
                <a:lnTo>
                  <a:pt x="492610" y="1215891"/>
                </a:lnTo>
                <a:lnTo>
                  <a:pt x="494490" y="1215891"/>
                </a:lnTo>
                <a:lnTo>
                  <a:pt x="496371" y="1215891"/>
                </a:lnTo>
                <a:lnTo>
                  <a:pt x="498251" y="1215891"/>
                </a:lnTo>
                <a:lnTo>
                  <a:pt x="500130" y="1215891"/>
                </a:lnTo>
                <a:lnTo>
                  <a:pt x="502010" y="1215891"/>
                </a:lnTo>
                <a:lnTo>
                  <a:pt x="503891" y="1215891"/>
                </a:lnTo>
                <a:lnTo>
                  <a:pt x="505771" y="1215891"/>
                </a:lnTo>
                <a:lnTo>
                  <a:pt x="507651" y="1215891"/>
                </a:lnTo>
                <a:lnTo>
                  <a:pt x="509531" y="1215891"/>
                </a:lnTo>
                <a:lnTo>
                  <a:pt x="511412" y="1215891"/>
                </a:lnTo>
                <a:lnTo>
                  <a:pt x="513292" y="1215891"/>
                </a:lnTo>
                <a:lnTo>
                  <a:pt x="515172" y="1215891"/>
                </a:lnTo>
                <a:lnTo>
                  <a:pt x="517053" y="1215891"/>
                </a:lnTo>
                <a:lnTo>
                  <a:pt x="518933" y="1215891"/>
                </a:lnTo>
                <a:lnTo>
                  <a:pt x="520812" y="1215891"/>
                </a:lnTo>
                <a:lnTo>
                  <a:pt x="522692" y="1215891"/>
                </a:lnTo>
                <a:lnTo>
                  <a:pt x="524573" y="1215891"/>
                </a:lnTo>
                <a:lnTo>
                  <a:pt x="526453" y="1215891"/>
                </a:lnTo>
                <a:lnTo>
                  <a:pt x="528333" y="1215891"/>
                </a:lnTo>
                <a:lnTo>
                  <a:pt x="530214" y="1215891"/>
                </a:lnTo>
                <a:lnTo>
                  <a:pt x="532094" y="1215891"/>
                </a:lnTo>
                <a:lnTo>
                  <a:pt x="533974" y="1215891"/>
                </a:lnTo>
                <a:lnTo>
                  <a:pt x="535854" y="1215891"/>
                </a:lnTo>
                <a:lnTo>
                  <a:pt x="537735" y="1215891"/>
                </a:lnTo>
                <a:lnTo>
                  <a:pt x="539615" y="1215891"/>
                </a:lnTo>
                <a:lnTo>
                  <a:pt x="541495" y="1215891"/>
                </a:lnTo>
                <a:lnTo>
                  <a:pt x="543375" y="1215891"/>
                </a:lnTo>
                <a:lnTo>
                  <a:pt x="545255" y="1215891"/>
                </a:lnTo>
                <a:lnTo>
                  <a:pt x="547135" y="1215891"/>
                </a:lnTo>
                <a:lnTo>
                  <a:pt x="549015" y="1215891"/>
                </a:lnTo>
                <a:lnTo>
                  <a:pt x="550896" y="1215891"/>
                </a:lnTo>
                <a:lnTo>
                  <a:pt x="552776" y="1215891"/>
                </a:lnTo>
                <a:lnTo>
                  <a:pt x="554656" y="1215891"/>
                </a:lnTo>
                <a:lnTo>
                  <a:pt x="556536" y="1215891"/>
                </a:lnTo>
                <a:lnTo>
                  <a:pt x="558417" y="1215891"/>
                </a:lnTo>
                <a:lnTo>
                  <a:pt x="560297" y="1215891"/>
                </a:lnTo>
                <a:lnTo>
                  <a:pt x="562177" y="1215891"/>
                </a:lnTo>
                <a:lnTo>
                  <a:pt x="564057" y="1215891"/>
                </a:lnTo>
                <a:lnTo>
                  <a:pt x="565937" y="1215882"/>
                </a:lnTo>
                <a:lnTo>
                  <a:pt x="567817" y="1215882"/>
                </a:lnTo>
                <a:lnTo>
                  <a:pt x="569697" y="1215882"/>
                </a:lnTo>
                <a:lnTo>
                  <a:pt x="571578" y="1215882"/>
                </a:lnTo>
                <a:lnTo>
                  <a:pt x="573458" y="1215882"/>
                </a:lnTo>
                <a:lnTo>
                  <a:pt x="575338" y="1215882"/>
                </a:lnTo>
                <a:lnTo>
                  <a:pt x="577219" y="1215882"/>
                </a:lnTo>
                <a:lnTo>
                  <a:pt x="579099" y="1215882"/>
                </a:lnTo>
                <a:lnTo>
                  <a:pt x="580979" y="1215882"/>
                </a:lnTo>
                <a:lnTo>
                  <a:pt x="582859" y="1215882"/>
                </a:lnTo>
                <a:lnTo>
                  <a:pt x="584740" y="1215882"/>
                </a:lnTo>
                <a:lnTo>
                  <a:pt x="586619" y="1215882"/>
                </a:lnTo>
                <a:lnTo>
                  <a:pt x="588499" y="1215882"/>
                </a:lnTo>
                <a:lnTo>
                  <a:pt x="590379" y="1215882"/>
                </a:lnTo>
                <a:lnTo>
                  <a:pt x="592260" y="1215882"/>
                </a:lnTo>
                <a:lnTo>
                  <a:pt x="594140" y="1215882"/>
                </a:lnTo>
                <a:lnTo>
                  <a:pt x="596020" y="1215882"/>
                </a:lnTo>
                <a:lnTo>
                  <a:pt x="597901" y="1215882"/>
                </a:lnTo>
                <a:lnTo>
                  <a:pt x="599781" y="1215882"/>
                </a:lnTo>
                <a:lnTo>
                  <a:pt x="601661" y="1215882"/>
                </a:lnTo>
                <a:lnTo>
                  <a:pt x="603541" y="1215882"/>
                </a:lnTo>
                <a:lnTo>
                  <a:pt x="605422" y="1215882"/>
                </a:lnTo>
                <a:lnTo>
                  <a:pt x="607301" y="1215882"/>
                </a:lnTo>
                <a:lnTo>
                  <a:pt x="609181" y="1215872"/>
                </a:lnTo>
                <a:lnTo>
                  <a:pt x="611062" y="1215872"/>
                </a:lnTo>
                <a:lnTo>
                  <a:pt x="612942" y="1215872"/>
                </a:lnTo>
                <a:lnTo>
                  <a:pt x="614822" y="1215872"/>
                </a:lnTo>
                <a:lnTo>
                  <a:pt x="616702" y="1215872"/>
                </a:lnTo>
                <a:lnTo>
                  <a:pt x="618583" y="1215872"/>
                </a:lnTo>
                <a:lnTo>
                  <a:pt x="620463" y="1215872"/>
                </a:lnTo>
                <a:lnTo>
                  <a:pt x="622342" y="1215872"/>
                </a:lnTo>
                <a:lnTo>
                  <a:pt x="624224" y="1215872"/>
                </a:lnTo>
                <a:lnTo>
                  <a:pt x="626107" y="1215872"/>
                </a:lnTo>
                <a:lnTo>
                  <a:pt x="627979" y="1215872"/>
                </a:lnTo>
                <a:lnTo>
                  <a:pt x="629861" y="1215872"/>
                </a:lnTo>
                <a:lnTo>
                  <a:pt x="631744" y="1215872"/>
                </a:lnTo>
                <a:lnTo>
                  <a:pt x="633626" y="1215862"/>
                </a:lnTo>
                <a:lnTo>
                  <a:pt x="635508" y="1215862"/>
                </a:lnTo>
                <a:lnTo>
                  <a:pt x="637381" y="1215862"/>
                </a:lnTo>
                <a:lnTo>
                  <a:pt x="639263" y="1215862"/>
                </a:lnTo>
                <a:lnTo>
                  <a:pt x="641145" y="1215862"/>
                </a:lnTo>
                <a:lnTo>
                  <a:pt x="643027" y="1215862"/>
                </a:lnTo>
                <a:lnTo>
                  <a:pt x="644909" y="1215862"/>
                </a:lnTo>
                <a:lnTo>
                  <a:pt x="646782" y="1215862"/>
                </a:lnTo>
                <a:lnTo>
                  <a:pt x="648664" y="1215862"/>
                </a:lnTo>
                <a:lnTo>
                  <a:pt x="650546" y="1215853"/>
                </a:lnTo>
                <a:lnTo>
                  <a:pt x="652429" y="1215853"/>
                </a:lnTo>
                <a:lnTo>
                  <a:pt x="654311" y="1215853"/>
                </a:lnTo>
                <a:lnTo>
                  <a:pt x="656183" y="1215853"/>
                </a:lnTo>
                <a:lnTo>
                  <a:pt x="658066" y="1215853"/>
                </a:lnTo>
                <a:lnTo>
                  <a:pt x="659948" y="1215853"/>
                </a:lnTo>
                <a:lnTo>
                  <a:pt x="661830" y="1215853"/>
                </a:lnTo>
                <a:lnTo>
                  <a:pt x="663703" y="1215843"/>
                </a:lnTo>
                <a:lnTo>
                  <a:pt x="665585" y="1215843"/>
                </a:lnTo>
                <a:lnTo>
                  <a:pt x="667467" y="1215843"/>
                </a:lnTo>
                <a:lnTo>
                  <a:pt x="669349" y="1215843"/>
                </a:lnTo>
                <a:lnTo>
                  <a:pt x="671231" y="1215843"/>
                </a:lnTo>
                <a:lnTo>
                  <a:pt x="673104" y="1215843"/>
                </a:lnTo>
                <a:lnTo>
                  <a:pt x="674986" y="1215833"/>
                </a:lnTo>
                <a:lnTo>
                  <a:pt x="676868" y="1215833"/>
                </a:lnTo>
                <a:lnTo>
                  <a:pt x="678751" y="1215833"/>
                </a:lnTo>
                <a:lnTo>
                  <a:pt x="680633" y="1215833"/>
                </a:lnTo>
                <a:lnTo>
                  <a:pt x="682505" y="1215833"/>
                </a:lnTo>
                <a:lnTo>
                  <a:pt x="684387" y="1215823"/>
                </a:lnTo>
                <a:lnTo>
                  <a:pt x="686270" y="1215823"/>
                </a:lnTo>
                <a:lnTo>
                  <a:pt x="688152" y="1215823"/>
                </a:lnTo>
                <a:lnTo>
                  <a:pt x="690034" y="1215823"/>
                </a:lnTo>
                <a:lnTo>
                  <a:pt x="691907" y="1215814"/>
                </a:lnTo>
                <a:lnTo>
                  <a:pt x="693789" y="1215814"/>
                </a:lnTo>
                <a:lnTo>
                  <a:pt x="695671" y="1215814"/>
                </a:lnTo>
                <a:lnTo>
                  <a:pt x="697553" y="1215814"/>
                </a:lnTo>
                <a:lnTo>
                  <a:pt x="699435" y="1215804"/>
                </a:lnTo>
                <a:lnTo>
                  <a:pt x="701308" y="1215804"/>
                </a:lnTo>
                <a:lnTo>
                  <a:pt x="703190" y="1215804"/>
                </a:lnTo>
                <a:lnTo>
                  <a:pt x="705072" y="1215794"/>
                </a:lnTo>
                <a:lnTo>
                  <a:pt x="706955" y="1215794"/>
                </a:lnTo>
                <a:lnTo>
                  <a:pt x="708827" y="1215794"/>
                </a:lnTo>
                <a:lnTo>
                  <a:pt x="710709" y="1215785"/>
                </a:lnTo>
                <a:lnTo>
                  <a:pt x="712592" y="1215785"/>
                </a:lnTo>
                <a:lnTo>
                  <a:pt x="714474" y="1215785"/>
                </a:lnTo>
                <a:lnTo>
                  <a:pt x="716356" y="1215775"/>
                </a:lnTo>
                <a:lnTo>
                  <a:pt x="718229" y="1215775"/>
                </a:lnTo>
                <a:lnTo>
                  <a:pt x="720111" y="1215775"/>
                </a:lnTo>
                <a:lnTo>
                  <a:pt x="721993" y="1215765"/>
                </a:lnTo>
                <a:lnTo>
                  <a:pt x="723875" y="1215765"/>
                </a:lnTo>
                <a:lnTo>
                  <a:pt x="725757" y="1215756"/>
                </a:lnTo>
                <a:lnTo>
                  <a:pt x="727630" y="1215756"/>
                </a:lnTo>
                <a:lnTo>
                  <a:pt x="729512" y="1215756"/>
                </a:lnTo>
                <a:lnTo>
                  <a:pt x="731394" y="1215746"/>
                </a:lnTo>
                <a:lnTo>
                  <a:pt x="733277" y="1215746"/>
                </a:lnTo>
                <a:lnTo>
                  <a:pt x="735159" y="1215736"/>
                </a:lnTo>
                <a:lnTo>
                  <a:pt x="737031" y="1215736"/>
                </a:lnTo>
                <a:lnTo>
                  <a:pt x="738914" y="1215726"/>
                </a:lnTo>
                <a:lnTo>
                  <a:pt x="740796" y="1215726"/>
                </a:lnTo>
                <a:lnTo>
                  <a:pt x="742678" y="1215717"/>
                </a:lnTo>
                <a:lnTo>
                  <a:pt x="744560" y="1215707"/>
                </a:lnTo>
                <a:lnTo>
                  <a:pt x="746433" y="1215707"/>
                </a:lnTo>
                <a:lnTo>
                  <a:pt x="748315" y="1215697"/>
                </a:lnTo>
                <a:lnTo>
                  <a:pt x="750197" y="1215697"/>
                </a:lnTo>
                <a:lnTo>
                  <a:pt x="752079" y="1215688"/>
                </a:lnTo>
                <a:lnTo>
                  <a:pt x="753952" y="1215678"/>
                </a:lnTo>
                <a:lnTo>
                  <a:pt x="755834" y="1215678"/>
                </a:lnTo>
                <a:lnTo>
                  <a:pt x="757716" y="1215668"/>
                </a:lnTo>
                <a:lnTo>
                  <a:pt x="759598" y="1215658"/>
                </a:lnTo>
                <a:lnTo>
                  <a:pt x="761481" y="1215658"/>
                </a:lnTo>
                <a:lnTo>
                  <a:pt x="763353" y="1215649"/>
                </a:lnTo>
                <a:lnTo>
                  <a:pt x="765235" y="1215639"/>
                </a:lnTo>
                <a:lnTo>
                  <a:pt x="767118" y="1215629"/>
                </a:lnTo>
                <a:lnTo>
                  <a:pt x="769000" y="1215629"/>
                </a:lnTo>
                <a:lnTo>
                  <a:pt x="770882" y="1215620"/>
                </a:lnTo>
                <a:lnTo>
                  <a:pt x="772755" y="1215610"/>
                </a:lnTo>
                <a:lnTo>
                  <a:pt x="774637" y="1215600"/>
                </a:lnTo>
                <a:lnTo>
                  <a:pt x="776519" y="1215591"/>
                </a:lnTo>
                <a:lnTo>
                  <a:pt x="778401" y="1215581"/>
                </a:lnTo>
                <a:lnTo>
                  <a:pt x="780283" y="1215571"/>
                </a:lnTo>
                <a:lnTo>
                  <a:pt x="782156" y="1215561"/>
                </a:lnTo>
                <a:lnTo>
                  <a:pt x="784038" y="1215552"/>
                </a:lnTo>
                <a:lnTo>
                  <a:pt x="785920" y="1215542"/>
                </a:lnTo>
                <a:lnTo>
                  <a:pt x="787803" y="1215532"/>
                </a:lnTo>
                <a:lnTo>
                  <a:pt x="789685" y="1215523"/>
                </a:lnTo>
                <a:lnTo>
                  <a:pt x="791557" y="1215513"/>
                </a:lnTo>
                <a:lnTo>
                  <a:pt x="793440" y="1215503"/>
                </a:lnTo>
                <a:lnTo>
                  <a:pt x="795322" y="1215494"/>
                </a:lnTo>
                <a:lnTo>
                  <a:pt x="797204" y="1215474"/>
                </a:lnTo>
                <a:lnTo>
                  <a:pt x="799077" y="1215464"/>
                </a:lnTo>
                <a:lnTo>
                  <a:pt x="800959" y="1215455"/>
                </a:lnTo>
                <a:lnTo>
                  <a:pt x="802841" y="1215435"/>
                </a:lnTo>
                <a:lnTo>
                  <a:pt x="804723" y="1215426"/>
                </a:lnTo>
                <a:lnTo>
                  <a:pt x="806605" y="1215416"/>
                </a:lnTo>
                <a:lnTo>
                  <a:pt x="808478" y="1215397"/>
                </a:lnTo>
                <a:lnTo>
                  <a:pt x="810360" y="1215387"/>
                </a:lnTo>
                <a:lnTo>
                  <a:pt x="812242" y="1215367"/>
                </a:lnTo>
                <a:lnTo>
                  <a:pt x="814125" y="1215358"/>
                </a:lnTo>
                <a:lnTo>
                  <a:pt x="816007" y="1215338"/>
                </a:lnTo>
                <a:lnTo>
                  <a:pt x="817879" y="1215329"/>
                </a:lnTo>
                <a:lnTo>
                  <a:pt x="819762" y="1215309"/>
                </a:lnTo>
                <a:lnTo>
                  <a:pt x="821644" y="1215290"/>
                </a:lnTo>
                <a:lnTo>
                  <a:pt x="823526" y="1215270"/>
                </a:lnTo>
                <a:lnTo>
                  <a:pt x="825408" y="1215261"/>
                </a:lnTo>
                <a:lnTo>
                  <a:pt x="827281" y="1215241"/>
                </a:lnTo>
                <a:lnTo>
                  <a:pt x="829163" y="1215222"/>
                </a:lnTo>
                <a:lnTo>
                  <a:pt x="831045" y="1215202"/>
                </a:lnTo>
                <a:lnTo>
                  <a:pt x="832927" y="1215183"/>
                </a:lnTo>
                <a:lnTo>
                  <a:pt x="834800" y="1215164"/>
                </a:lnTo>
                <a:lnTo>
                  <a:pt x="836682" y="1215144"/>
                </a:lnTo>
                <a:lnTo>
                  <a:pt x="838564" y="1215125"/>
                </a:lnTo>
                <a:lnTo>
                  <a:pt x="840446" y="1215096"/>
                </a:lnTo>
                <a:lnTo>
                  <a:pt x="842329" y="1215076"/>
                </a:lnTo>
                <a:lnTo>
                  <a:pt x="844201" y="1215057"/>
                </a:lnTo>
                <a:lnTo>
                  <a:pt x="846083" y="1215028"/>
                </a:lnTo>
                <a:lnTo>
                  <a:pt x="847966" y="1215008"/>
                </a:lnTo>
                <a:lnTo>
                  <a:pt x="849848" y="1214979"/>
                </a:lnTo>
                <a:lnTo>
                  <a:pt x="851730" y="1214960"/>
                </a:lnTo>
                <a:lnTo>
                  <a:pt x="853603" y="1214931"/>
                </a:lnTo>
                <a:lnTo>
                  <a:pt x="855485" y="1214911"/>
                </a:lnTo>
                <a:lnTo>
                  <a:pt x="857367" y="1214882"/>
                </a:lnTo>
                <a:lnTo>
                  <a:pt x="859249" y="1214853"/>
                </a:lnTo>
                <a:lnTo>
                  <a:pt x="861131" y="1214824"/>
                </a:lnTo>
                <a:lnTo>
                  <a:pt x="863004" y="1214795"/>
                </a:lnTo>
                <a:lnTo>
                  <a:pt x="864886" y="1214766"/>
                </a:lnTo>
                <a:lnTo>
                  <a:pt x="866768" y="1214737"/>
                </a:lnTo>
                <a:lnTo>
                  <a:pt x="868651" y="1214708"/>
                </a:lnTo>
                <a:lnTo>
                  <a:pt x="870533" y="1214669"/>
                </a:lnTo>
                <a:lnTo>
                  <a:pt x="872405" y="1214640"/>
                </a:lnTo>
                <a:lnTo>
                  <a:pt x="874288" y="1214611"/>
                </a:lnTo>
                <a:lnTo>
                  <a:pt x="876170" y="1214572"/>
                </a:lnTo>
                <a:lnTo>
                  <a:pt x="878052" y="1214533"/>
                </a:lnTo>
                <a:lnTo>
                  <a:pt x="879925" y="1214504"/>
                </a:lnTo>
                <a:lnTo>
                  <a:pt x="881807" y="1214465"/>
                </a:lnTo>
                <a:lnTo>
                  <a:pt x="883689" y="1214426"/>
                </a:lnTo>
                <a:lnTo>
                  <a:pt x="885571" y="1214388"/>
                </a:lnTo>
                <a:lnTo>
                  <a:pt x="887453" y="1214349"/>
                </a:lnTo>
                <a:lnTo>
                  <a:pt x="889326" y="1214310"/>
                </a:lnTo>
                <a:lnTo>
                  <a:pt x="891208" y="1214261"/>
                </a:lnTo>
                <a:lnTo>
                  <a:pt x="893090" y="1214223"/>
                </a:lnTo>
                <a:lnTo>
                  <a:pt x="894973" y="1214174"/>
                </a:lnTo>
                <a:lnTo>
                  <a:pt x="896855" y="1214135"/>
                </a:lnTo>
                <a:lnTo>
                  <a:pt x="898727" y="1214087"/>
                </a:lnTo>
                <a:lnTo>
                  <a:pt x="900609" y="1214038"/>
                </a:lnTo>
                <a:lnTo>
                  <a:pt x="902492" y="1213990"/>
                </a:lnTo>
                <a:lnTo>
                  <a:pt x="904374" y="1213941"/>
                </a:lnTo>
                <a:lnTo>
                  <a:pt x="906256" y="1213893"/>
                </a:lnTo>
                <a:lnTo>
                  <a:pt x="908129" y="1213844"/>
                </a:lnTo>
                <a:lnTo>
                  <a:pt x="910011" y="1213786"/>
                </a:lnTo>
                <a:lnTo>
                  <a:pt x="911893" y="1213737"/>
                </a:lnTo>
                <a:lnTo>
                  <a:pt x="913775" y="1213679"/>
                </a:lnTo>
                <a:lnTo>
                  <a:pt x="915657" y="1213621"/>
                </a:lnTo>
                <a:lnTo>
                  <a:pt x="917530" y="1213563"/>
                </a:lnTo>
                <a:lnTo>
                  <a:pt x="919412" y="1213505"/>
                </a:lnTo>
                <a:lnTo>
                  <a:pt x="921294" y="1213446"/>
                </a:lnTo>
                <a:lnTo>
                  <a:pt x="923177" y="1213388"/>
                </a:lnTo>
                <a:lnTo>
                  <a:pt x="925049" y="1213320"/>
                </a:lnTo>
                <a:lnTo>
                  <a:pt x="926931" y="1213262"/>
                </a:lnTo>
                <a:lnTo>
                  <a:pt x="928814" y="1213194"/>
                </a:lnTo>
                <a:lnTo>
                  <a:pt x="930696" y="1213126"/>
                </a:lnTo>
                <a:lnTo>
                  <a:pt x="932578" y="1213058"/>
                </a:lnTo>
                <a:lnTo>
                  <a:pt x="934451" y="1212990"/>
                </a:lnTo>
                <a:lnTo>
                  <a:pt x="936333" y="1212913"/>
                </a:lnTo>
                <a:lnTo>
                  <a:pt x="938215" y="1212835"/>
                </a:lnTo>
                <a:lnTo>
                  <a:pt x="940097" y="1212767"/>
                </a:lnTo>
                <a:lnTo>
                  <a:pt x="941979" y="1212690"/>
                </a:lnTo>
                <a:lnTo>
                  <a:pt x="943852" y="1212612"/>
                </a:lnTo>
                <a:lnTo>
                  <a:pt x="945734" y="1212525"/>
                </a:lnTo>
                <a:lnTo>
                  <a:pt x="947616" y="1212447"/>
                </a:lnTo>
                <a:lnTo>
                  <a:pt x="949499" y="1212360"/>
                </a:lnTo>
                <a:lnTo>
                  <a:pt x="951381" y="1212272"/>
                </a:lnTo>
                <a:lnTo>
                  <a:pt x="953253" y="1212185"/>
                </a:lnTo>
                <a:lnTo>
                  <a:pt x="955136" y="1212098"/>
                </a:lnTo>
                <a:lnTo>
                  <a:pt x="957018" y="1212011"/>
                </a:lnTo>
                <a:lnTo>
                  <a:pt x="958900" y="1211913"/>
                </a:lnTo>
                <a:lnTo>
                  <a:pt x="960782" y="1211816"/>
                </a:lnTo>
                <a:lnTo>
                  <a:pt x="962655" y="1211719"/>
                </a:lnTo>
                <a:lnTo>
                  <a:pt x="964537" y="1211622"/>
                </a:lnTo>
                <a:lnTo>
                  <a:pt x="966419" y="1211516"/>
                </a:lnTo>
                <a:lnTo>
                  <a:pt x="968301" y="1211409"/>
                </a:lnTo>
                <a:lnTo>
                  <a:pt x="970174" y="1211302"/>
                </a:lnTo>
                <a:lnTo>
                  <a:pt x="972056" y="1211195"/>
                </a:lnTo>
                <a:lnTo>
                  <a:pt x="973938" y="1211089"/>
                </a:lnTo>
                <a:lnTo>
                  <a:pt x="975820" y="1210972"/>
                </a:lnTo>
                <a:lnTo>
                  <a:pt x="977703" y="1210856"/>
                </a:lnTo>
                <a:lnTo>
                  <a:pt x="979575" y="1210740"/>
                </a:lnTo>
                <a:lnTo>
                  <a:pt x="981458" y="1210613"/>
                </a:lnTo>
                <a:lnTo>
                  <a:pt x="983340" y="1210497"/>
                </a:lnTo>
                <a:lnTo>
                  <a:pt x="985222" y="1210371"/>
                </a:lnTo>
                <a:lnTo>
                  <a:pt x="987104" y="1210235"/>
                </a:lnTo>
                <a:lnTo>
                  <a:pt x="988977" y="1210109"/>
                </a:lnTo>
                <a:lnTo>
                  <a:pt x="990859" y="1209973"/>
                </a:lnTo>
                <a:lnTo>
                  <a:pt x="992741" y="1209837"/>
                </a:lnTo>
                <a:lnTo>
                  <a:pt x="994623" y="1209701"/>
                </a:lnTo>
                <a:lnTo>
                  <a:pt x="996506" y="1209556"/>
                </a:lnTo>
                <a:lnTo>
                  <a:pt x="998378" y="1209410"/>
                </a:lnTo>
                <a:lnTo>
                  <a:pt x="1000260" y="1209265"/>
                </a:lnTo>
                <a:lnTo>
                  <a:pt x="1002142" y="1209109"/>
                </a:lnTo>
                <a:lnTo>
                  <a:pt x="1004025" y="1208954"/>
                </a:lnTo>
                <a:lnTo>
                  <a:pt x="1005907" y="1208799"/>
                </a:lnTo>
                <a:lnTo>
                  <a:pt x="1007779" y="1208634"/>
                </a:lnTo>
                <a:lnTo>
                  <a:pt x="1009662" y="1208479"/>
                </a:lnTo>
                <a:lnTo>
                  <a:pt x="1011544" y="1208304"/>
                </a:lnTo>
                <a:lnTo>
                  <a:pt x="1013426" y="1208139"/>
                </a:lnTo>
                <a:lnTo>
                  <a:pt x="1015299" y="1207965"/>
                </a:lnTo>
                <a:lnTo>
                  <a:pt x="1017181" y="1207790"/>
                </a:lnTo>
                <a:lnTo>
                  <a:pt x="1019063" y="1207606"/>
                </a:lnTo>
                <a:lnTo>
                  <a:pt x="1020945" y="1207421"/>
                </a:lnTo>
                <a:lnTo>
                  <a:pt x="1022827" y="1207237"/>
                </a:lnTo>
                <a:lnTo>
                  <a:pt x="1024700" y="1207043"/>
                </a:lnTo>
                <a:lnTo>
                  <a:pt x="1026582" y="1206849"/>
                </a:lnTo>
                <a:lnTo>
                  <a:pt x="1028464" y="1206645"/>
                </a:lnTo>
                <a:lnTo>
                  <a:pt x="1030347" y="1206441"/>
                </a:lnTo>
                <a:lnTo>
                  <a:pt x="1032229" y="1206238"/>
                </a:lnTo>
                <a:lnTo>
                  <a:pt x="1034101" y="1206024"/>
                </a:lnTo>
                <a:lnTo>
                  <a:pt x="1035984" y="1205811"/>
                </a:lnTo>
                <a:lnTo>
                  <a:pt x="1037866" y="1205597"/>
                </a:lnTo>
                <a:lnTo>
                  <a:pt x="1039748" y="1205374"/>
                </a:lnTo>
                <a:lnTo>
                  <a:pt x="1041630" y="1205141"/>
                </a:lnTo>
                <a:lnTo>
                  <a:pt x="1043503" y="1204909"/>
                </a:lnTo>
                <a:lnTo>
                  <a:pt x="1045385" y="1204676"/>
                </a:lnTo>
                <a:lnTo>
                  <a:pt x="1047267" y="1204433"/>
                </a:lnTo>
                <a:lnTo>
                  <a:pt x="1049149" y="1204191"/>
                </a:lnTo>
                <a:lnTo>
                  <a:pt x="1051022" y="1203938"/>
                </a:lnTo>
                <a:lnTo>
                  <a:pt x="1052904" y="1203686"/>
                </a:lnTo>
                <a:lnTo>
                  <a:pt x="1054786" y="1203434"/>
                </a:lnTo>
                <a:lnTo>
                  <a:pt x="1056669" y="1203172"/>
                </a:lnTo>
                <a:lnTo>
                  <a:pt x="1058551" y="1202900"/>
                </a:lnTo>
                <a:lnTo>
                  <a:pt x="1060423" y="1202629"/>
                </a:lnTo>
                <a:lnTo>
                  <a:pt x="1062305" y="1202347"/>
                </a:lnTo>
                <a:lnTo>
                  <a:pt x="1064188" y="1202066"/>
                </a:lnTo>
                <a:lnTo>
                  <a:pt x="1066070" y="1201775"/>
                </a:lnTo>
                <a:lnTo>
                  <a:pt x="1067952" y="1201484"/>
                </a:lnTo>
                <a:lnTo>
                  <a:pt x="1069825" y="1201183"/>
                </a:lnTo>
                <a:lnTo>
                  <a:pt x="1071707" y="1200882"/>
                </a:lnTo>
                <a:lnTo>
                  <a:pt x="1073589" y="1200572"/>
                </a:lnTo>
                <a:lnTo>
                  <a:pt x="1075471" y="1200261"/>
                </a:lnTo>
                <a:lnTo>
                  <a:pt x="1077354" y="1199941"/>
                </a:lnTo>
                <a:lnTo>
                  <a:pt x="1079226" y="1199611"/>
                </a:lnTo>
                <a:lnTo>
                  <a:pt x="1081108" y="1199281"/>
                </a:lnTo>
                <a:lnTo>
                  <a:pt x="1082990" y="1198942"/>
                </a:lnTo>
                <a:lnTo>
                  <a:pt x="1084873" y="1198602"/>
                </a:lnTo>
                <a:lnTo>
                  <a:pt x="1086755" y="1198243"/>
                </a:lnTo>
                <a:lnTo>
                  <a:pt x="1088627" y="1197894"/>
                </a:lnTo>
                <a:lnTo>
                  <a:pt x="1090510" y="1197535"/>
                </a:lnTo>
                <a:lnTo>
                  <a:pt x="1092392" y="1197166"/>
                </a:lnTo>
                <a:lnTo>
                  <a:pt x="1094274" y="1196788"/>
                </a:lnTo>
                <a:lnTo>
                  <a:pt x="1096147" y="1196409"/>
                </a:lnTo>
                <a:lnTo>
                  <a:pt x="1098029" y="1196021"/>
                </a:lnTo>
                <a:lnTo>
                  <a:pt x="1099911" y="1195624"/>
                </a:lnTo>
                <a:lnTo>
                  <a:pt x="1101793" y="1195226"/>
                </a:lnTo>
                <a:lnTo>
                  <a:pt x="1103675" y="1194818"/>
                </a:lnTo>
                <a:lnTo>
                  <a:pt x="1105548" y="1194411"/>
                </a:lnTo>
                <a:lnTo>
                  <a:pt x="1107430" y="1193984"/>
                </a:lnTo>
                <a:lnTo>
                  <a:pt x="1109312" y="1193557"/>
                </a:lnTo>
                <a:lnTo>
                  <a:pt x="1111195" y="1193120"/>
                </a:lnTo>
                <a:lnTo>
                  <a:pt x="1113077" y="1192684"/>
                </a:lnTo>
                <a:lnTo>
                  <a:pt x="1114949" y="1192238"/>
                </a:lnTo>
                <a:lnTo>
                  <a:pt x="1116831" y="1191781"/>
                </a:lnTo>
                <a:lnTo>
                  <a:pt x="1118714" y="1191316"/>
                </a:lnTo>
                <a:lnTo>
                  <a:pt x="1120596" y="1190840"/>
                </a:lnTo>
                <a:lnTo>
                  <a:pt x="1122478" y="1190365"/>
                </a:lnTo>
                <a:lnTo>
                  <a:pt x="1124351" y="1189880"/>
                </a:lnTo>
                <a:lnTo>
                  <a:pt x="1126233" y="1189385"/>
                </a:lnTo>
                <a:lnTo>
                  <a:pt x="1128115" y="1188881"/>
                </a:lnTo>
                <a:lnTo>
                  <a:pt x="1129997" y="1188366"/>
                </a:lnTo>
                <a:lnTo>
                  <a:pt x="1131880" y="1187852"/>
                </a:lnTo>
                <a:lnTo>
                  <a:pt x="1133752" y="1187328"/>
                </a:lnTo>
                <a:lnTo>
                  <a:pt x="1135634" y="1186795"/>
                </a:lnTo>
                <a:lnTo>
                  <a:pt x="1137517" y="1186251"/>
                </a:lnTo>
                <a:lnTo>
                  <a:pt x="1139399" y="1185698"/>
                </a:lnTo>
                <a:lnTo>
                  <a:pt x="1141271" y="1185136"/>
                </a:lnTo>
                <a:lnTo>
                  <a:pt x="1143153" y="1184573"/>
                </a:lnTo>
                <a:lnTo>
                  <a:pt x="1145036" y="1183991"/>
                </a:lnTo>
                <a:lnTo>
                  <a:pt x="1146918" y="1183409"/>
                </a:lnTo>
                <a:lnTo>
                  <a:pt x="1148800" y="1182807"/>
                </a:lnTo>
                <a:lnTo>
                  <a:pt x="1150673" y="1182205"/>
                </a:lnTo>
                <a:lnTo>
                  <a:pt x="1152555" y="1181594"/>
                </a:lnTo>
                <a:lnTo>
                  <a:pt x="1154437" y="1180973"/>
                </a:lnTo>
                <a:lnTo>
                  <a:pt x="1156319" y="1180343"/>
                </a:lnTo>
                <a:lnTo>
                  <a:pt x="1158201" y="1179702"/>
                </a:lnTo>
                <a:lnTo>
                  <a:pt x="1160074" y="1179052"/>
                </a:lnTo>
                <a:lnTo>
                  <a:pt x="1161956" y="1178393"/>
                </a:lnTo>
                <a:lnTo>
                  <a:pt x="1163838" y="1177723"/>
                </a:lnTo>
                <a:lnTo>
                  <a:pt x="1165721" y="1177044"/>
                </a:lnTo>
                <a:lnTo>
                  <a:pt x="1167603" y="1176355"/>
                </a:lnTo>
                <a:lnTo>
                  <a:pt x="1169475" y="1175657"/>
                </a:lnTo>
                <a:lnTo>
                  <a:pt x="1171358" y="1174948"/>
                </a:lnTo>
                <a:lnTo>
                  <a:pt x="1173240" y="1174230"/>
                </a:lnTo>
                <a:lnTo>
                  <a:pt x="1175122" y="1173493"/>
                </a:lnTo>
                <a:lnTo>
                  <a:pt x="1177004" y="1172756"/>
                </a:lnTo>
                <a:lnTo>
                  <a:pt x="1178877" y="1172009"/>
                </a:lnTo>
                <a:lnTo>
                  <a:pt x="1180759" y="1171242"/>
                </a:lnTo>
                <a:lnTo>
                  <a:pt x="1182641" y="1170476"/>
                </a:lnTo>
                <a:lnTo>
                  <a:pt x="1184523" y="1169690"/>
                </a:lnTo>
                <a:lnTo>
                  <a:pt x="1186396" y="1168904"/>
                </a:lnTo>
                <a:lnTo>
                  <a:pt x="1188278" y="1168099"/>
                </a:lnTo>
                <a:lnTo>
                  <a:pt x="1190160" y="1167284"/>
                </a:lnTo>
                <a:lnTo>
                  <a:pt x="1192043" y="1166459"/>
                </a:lnTo>
                <a:lnTo>
                  <a:pt x="1193925" y="1165615"/>
                </a:lnTo>
                <a:lnTo>
                  <a:pt x="1195797" y="1164771"/>
                </a:lnTo>
                <a:lnTo>
                  <a:pt x="1197680" y="1163907"/>
                </a:lnTo>
                <a:lnTo>
                  <a:pt x="1199562" y="1163034"/>
                </a:lnTo>
                <a:lnTo>
                  <a:pt x="1201444" y="1162151"/>
                </a:lnTo>
                <a:lnTo>
                  <a:pt x="1203326" y="1161259"/>
                </a:lnTo>
                <a:lnTo>
                  <a:pt x="1205199" y="1160356"/>
                </a:lnTo>
                <a:lnTo>
                  <a:pt x="1207081" y="1159435"/>
                </a:lnTo>
                <a:lnTo>
                  <a:pt x="1208963" y="1158503"/>
                </a:lnTo>
                <a:lnTo>
                  <a:pt x="1210845" y="1157562"/>
                </a:lnTo>
                <a:lnTo>
                  <a:pt x="1212728" y="1156611"/>
                </a:lnTo>
                <a:lnTo>
                  <a:pt x="1214600" y="1155641"/>
                </a:lnTo>
                <a:lnTo>
                  <a:pt x="1216482" y="1154661"/>
                </a:lnTo>
                <a:lnTo>
                  <a:pt x="1218364" y="1153672"/>
                </a:lnTo>
                <a:lnTo>
                  <a:pt x="1220247" y="1152672"/>
                </a:lnTo>
                <a:lnTo>
                  <a:pt x="1222129" y="1151653"/>
                </a:lnTo>
                <a:lnTo>
                  <a:pt x="1224001" y="1150625"/>
                </a:lnTo>
                <a:lnTo>
                  <a:pt x="1225884" y="1149587"/>
                </a:lnTo>
                <a:lnTo>
                  <a:pt x="1227766" y="1148529"/>
                </a:lnTo>
                <a:lnTo>
                  <a:pt x="1229648" y="1147462"/>
                </a:lnTo>
                <a:lnTo>
                  <a:pt x="1231521" y="1146385"/>
                </a:lnTo>
                <a:lnTo>
                  <a:pt x="1233403" y="1145289"/>
                </a:lnTo>
                <a:lnTo>
                  <a:pt x="1235285" y="1144183"/>
                </a:lnTo>
                <a:lnTo>
                  <a:pt x="1237167" y="1143057"/>
                </a:lnTo>
                <a:lnTo>
                  <a:pt x="1239050" y="1141932"/>
                </a:lnTo>
                <a:lnTo>
                  <a:pt x="1240922" y="1140777"/>
                </a:lnTo>
                <a:lnTo>
                  <a:pt x="1242804" y="1139623"/>
                </a:lnTo>
                <a:lnTo>
                  <a:pt x="1244686" y="1138449"/>
                </a:lnTo>
                <a:lnTo>
                  <a:pt x="1246569" y="1137265"/>
                </a:lnTo>
                <a:lnTo>
                  <a:pt x="1248451" y="1136062"/>
                </a:lnTo>
                <a:lnTo>
                  <a:pt x="1250323" y="1134849"/>
                </a:lnTo>
                <a:lnTo>
                  <a:pt x="1252206" y="1051343"/>
                </a:lnTo>
                <a:lnTo>
                  <a:pt x="1254088" y="1046346"/>
                </a:lnTo>
                <a:lnTo>
                  <a:pt x="1255970" y="1041233"/>
                </a:lnTo>
                <a:lnTo>
                  <a:pt x="1257852" y="1036014"/>
                </a:lnTo>
                <a:lnTo>
                  <a:pt x="1259725" y="1030668"/>
                </a:lnTo>
                <a:lnTo>
                  <a:pt x="1261607" y="1025215"/>
                </a:lnTo>
                <a:lnTo>
                  <a:pt x="1263489" y="1019646"/>
                </a:lnTo>
                <a:lnTo>
                  <a:pt x="1265371" y="1013961"/>
                </a:lnTo>
                <a:lnTo>
                  <a:pt x="1267244" y="1008159"/>
                </a:lnTo>
                <a:lnTo>
                  <a:pt x="1269126" y="1002240"/>
                </a:lnTo>
                <a:lnTo>
                  <a:pt x="1271008" y="996196"/>
                </a:lnTo>
                <a:lnTo>
                  <a:pt x="1272891" y="990035"/>
                </a:lnTo>
                <a:lnTo>
                  <a:pt x="1274773" y="983748"/>
                </a:lnTo>
                <a:lnTo>
                  <a:pt x="1276645" y="977345"/>
                </a:lnTo>
                <a:lnTo>
                  <a:pt x="1278527" y="970815"/>
                </a:lnTo>
                <a:lnTo>
                  <a:pt x="1280410" y="964169"/>
                </a:lnTo>
                <a:lnTo>
                  <a:pt x="1282292" y="957407"/>
                </a:lnTo>
                <a:lnTo>
                  <a:pt x="1284174" y="950509"/>
                </a:lnTo>
                <a:lnTo>
                  <a:pt x="1286047" y="943494"/>
                </a:lnTo>
                <a:lnTo>
                  <a:pt x="1287929" y="936363"/>
                </a:lnTo>
                <a:lnTo>
                  <a:pt x="1289811" y="929106"/>
                </a:lnTo>
                <a:lnTo>
                  <a:pt x="1291693" y="921722"/>
                </a:lnTo>
                <a:lnTo>
                  <a:pt x="1293576" y="914223"/>
                </a:lnTo>
                <a:lnTo>
                  <a:pt x="1295448" y="906597"/>
                </a:lnTo>
                <a:lnTo>
                  <a:pt x="1297330" y="898854"/>
                </a:lnTo>
                <a:lnTo>
                  <a:pt x="1299213" y="890986"/>
                </a:lnTo>
                <a:lnTo>
                  <a:pt x="1301095" y="883002"/>
                </a:lnTo>
                <a:lnTo>
                  <a:pt x="1302977" y="874898"/>
                </a:lnTo>
                <a:lnTo>
                  <a:pt x="1304849" y="866673"/>
                </a:lnTo>
                <a:lnTo>
                  <a:pt x="1306732" y="858332"/>
                </a:lnTo>
                <a:lnTo>
                  <a:pt x="1308614" y="849874"/>
                </a:lnTo>
                <a:lnTo>
                  <a:pt x="1310496" y="841301"/>
                </a:lnTo>
                <a:lnTo>
                  <a:pt x="1312369" y="832613"/>
                </a:lnTo>
                <a:lnTo>
                  <a:pt x="1314251" y="823812"/>
                </a:lnTo>
                <a:lnTo>
                  <a:pt x="1316133" y="814899"/>
                </a:lnTo>
                <a:lnTo>
                  <a:pt x="1318015" y="805876"/>
                </a:lnTo>
                <a:lnTo>
                  <a:pt x="1319897" y="796744"/>
                </a:lnTo>
                <a:lnTo>
                  <a:pt x="1321770" y="787506"/>
                </a:lnTo>
                <a:lnTo>
                  <a:pt x="1323652" y="778163"/>
                </a:lnTo>
                <a:lnTo>
                  <a:pt x="1325534" y="768717"/>
                </a:lnTo>
                <a:lnTo>
                  <a:pt x="1327417" y="759170"/>
                </a:lnTo>
                <a:lnTo>
                  <a:pt x="1329299" y="749524"/>
                </a:lnTo>
                <a:lnTo>
                  <a:pt x="1331171" y="739782"/>
                </a:lnTo>
                <a:lnTo>
                  <a:pt x="1333054" y="729946"/>
                </a:lnTo>
                <a:lnTo>
                  <a:pt x="1334936" y="720019"/>
                </a:lnTo>
                <a:lnTo>
                  <a:pt x="1336818" y="710003"/>
                </a:lnTo>
                <a:lnTo>
                  <a:pt x="1338700" y="699901"/>
                </a:lnTo>
                <a:lnTo>
                  <a:pt x="1340573" y="689716"/>
                </a:lnTo>
                <a:lnTo>
                  <a:pt x="1342455" y="679450"/>
                </a:lnTo>
                <a:lnTo>
                  <a:pt x="1344337" y="669109"/>
                </a:lnTo>
                <a:lnTo>
                  <a:pt x="1346219" y="658692"/>
                </a:lnTo>
                <a:lnTo>
                  <a:pt x="1348102" y="648206"/>
                </a:lnTo>
                <a:lnTo>
                  <a:pt x="1349974" y="637652"/>
                </a:lnTo>
                <a:lnTo>
                  <a:pt x="1351856" y="627036"/>
                </a:lnTo>
                <a:lnTo>
                  <a:pt x="1353739" y="616359"/>
                </a:lnTo>
                <a:lnTo>
                  <a:pt x="1355621" y="605627"/>
                </a:lnTo>
                <a:lnTo>
                  <a:pt x="1357493" y="594843"/>
                </a:lnTo>
                <a:lnTo>
                  <a:pt x="1359376" y="584010"/>
                </a:lnTo>
                <a:lnTo>
                  <a:pt x="1361258" y="573133"/>
                </a:lnTo>
                <a:lnTo>
                  <a:pt x="1363140" y="562216"/>
                </a:lnTo>
                <a:lnTo>
                  <a:pt x="1365022" y="551264"/>
                </a:lnTo>
                <a:lnTo>
                  <a:pt x="1366895" y="540282"/>
                </a:lnTo>
                <a:lnTo>
                  <a:pt x="1368777" y="529272"/>
                </a:lnTo>
                <a:lnTo>
                  <a:pt x="1370659" y="518239"/>
                </a:lnTo>
                <a:lnTo>
                  <a:pt x="1372541" y="507189"/>
                </a:lnTo>
                <a:lnTo>
                  <a:pt x="1374423" y="496128"/>
                </a:lnTo>
                <a:lnTo>
                  <a:pt x="1376296" y="485058"/>
                </a:lnTo>
                <a:lnTo>
                  <a:pt x="1378178" y="473985"/>
                </a:lnTo>
                <a:lnTo>
                  <a:pt x="1380060" y="462914"/>
                </a:lnTo>
                <a:lnTo>
                  <a:pt x="1381943" y="451849"/>
                </a:lnTo>
                <a:lnTo>
                  <a:pt x="1383825" y="440798"/>
                </a:lnTo>
                <a:lnTo>
                  <a:pt x="1385697" y="429763"/>
                </a:lnTo>
                <a:lnTo>
                  <a:pt x="1387580" y="418752"/>
                </a:lnTo>
                <a:lnTo>
                  <a:pt x="1389462" y="407768"/>
                </a:lnTo>
                <a:lnTo>
                  <a:pt x="1391344" y="396818"/>
                </a:lnTo>
                <a:lnTo>
                  <a:pt x="1393226" y="385906"/>
                </a:lnTo>
                <a:lnTo>
                  <a:pt x="1395099" y="375039"/>
                </a:lnTo>
                <a:lnTo>
                  <a:pt x="1396981" y="364221"/>
                </a:lnTo>
                <a:lnTo>
                  <a:pt x="1398863" y="353458"/>
                </a:lnTo>
                <a:lnTo>
                  <a:pt x="1400745" y="342757"/>
                </a:lnTo>
                <a:lnTo>
                  <a:pt x="1402618" y="332122"/>
                </a:lnTo>
                <a:lnTo>
                  <a:pt x="1404500" y="321558"/>
                </a:lnTo>
                <a:lnTo>
                  <a:pt x="1406382" y="311073"/>
                </a:lnTo>
                <a:lnTo>
                  <a:pt x="1408265" y="300672"/>
                </a:lnTo>
                <a:lnTo>
                  <a:pt x="1410147" y="290359"/>
                </a:lnTo>
                <a:lnTo>
                  <a:pt x="1412019" y="280141"/>
                </a:lnTo>
                <a:lnTo>
                  <a:pt x="1413902" y="270023"/>
                </a:lnTo>
                <a:lnTo>
                  <a:pt x="1415784" y="260013"/>
                </a:lnTo>
                <a:lnTo>
                  <a:pt x="1417666" y="250113"/>
                </a:lnTo>
                <a:lnTo>
                  <a:pt x="1419548" y="240331"/>
                </a:lnTo>
                <a:lnTo>
                  <a:pt x="1421421" y="230673"/>
                </a:lnTo>
                <a:lnTo>
                  <a:pt x="1423303" y="221142"/>
                </a:lnTo>
                <a:lnTo>
                  <a:pt x="1425185" y="211746"/>
                </a:lnTo>
                <a:lnTo>
                  <a:pt x="1427067" y="202490"/>
                </a:lnTo>
                <a:lnTo>
                  <a:pt x="1428950" y="193378"/>
                </a:lnTo>
                <a:lnTo>
                  <a:pt x="1430822" y="184418"/>
                </a:lnTo>
                <a:lnTo>
                  <a:pt x="1432704" y="175614"/>
                </a:lnTo>
                <a:lnTo>
                  <a:pt x="1434586" y="166970"/>
                </a:lnTo>
                <a:lnTo>
                  <a:pt x="1436469" y="158494"/>
                </a:lnTo>
                <a:lnTo>
                  <a:pt x="1438351" y="150189"/>
                </a:lnTo>
                <a:lnTo>
                  <a:pt x="1440223" y="142062"/>
                </a:lnTo>
                <a:lnTo>
                  <a:pt x="1442106" y="134116"/>
                </a:lnTo>
                <a:lnTo>
                  <a:pt x="1443988" y="126357"/>
                </a:lnTo>
                <a:lnTo>
                  <a:pt x="1445870" y="118790"/>
                </a:lnTo>
                <a:lnTo>
                  <a:pt x="1447743" y="111420"/>
                </a:lnTo>
                <a:lnTo>
                  <a:pt x="1449625" y="104250"/>
                </a:lnTo>
                <a:lnTo>
                  <a:pt x="1451507" y="97286"/>
                </a:lnTo>
                <a:lnTo>
                  <a:pt x="1453389" y="90532"/>
                </a:lnTo>
                <a:lnTo>
                  <a:pt x="1455272" y="83993"/>
                </a:lnTo>
                <a:lnTo>
                  <a:pt x="1457144" y="77672"/>
                </a:lnTo>
                <a:lnTo>
                  <a:pt x="1459026" y="71574"/>
                </a:lnTo>
                <a:lnTo>
                  <a:pt x="1460908" y="65702"/>
                </a:lnTo>
                <a:lnTo>
                  <a:pt x="1462791" y="60061"/>
                </a:lnTo>
                <a:lnTo>
                  <a:pt x="1464673" y="54655"/>
                </a:lnTo>
                <a:lnTo>
                  <a:pt x="1466545" y="49486"/>
                </a:lnTo>
                <a:lnTo>
                  <a:pt x="1468428" y="44558"/>
                </a:lnTo>
                <a:lnTo>
                  <a:pt x="1470310" y="39874"/>
                </a:lnTo>
                <a:lnTo>
                  <a:pt x="1472192" y="35438"/>
                </a:lnTo>
                <a:lnTo>
                  <a:pt x="1474074" y="31253"/>
                </a:lnTo>
                <a:lnTo>
                  <a:pt x="1475947" y="27320"/>
                </a:lnTo>
                <a:lnTo>
                  <a:pt x="1477829" y="23643"/>
                </a:lnTo>
                <a:lnTo>
                  <a:pt x="1479711" y="20224"/>
                </a:lnTo>
                <a:lnTo>
                  <a:pt x="1481593" y="17066"/>
                </a:lnTo>
                <a:lnTo>
                  <a:pt x="1483466" y="14171"/>
                </a:lnTo>
                <a:lnTo>
                  <a:pt x="1485348" y="11540"/>
                </a:lnTo>
                <a:lnTo>
                  <a:pt x="1487230" y="9176"/>
                </a:lnTo>
                <a:lnTo>
                  <a:pt x="1489113" y="7079"/>
                </a:lnTo>
                <a:lnTo>
                  <a:pt x="1490995" y="5252"/>
                </a:lnTo>
                <a:lnTo>
                  <a:pt x="1492867" y="3695"/>
                </a:lnTo>
                <a:lnTo>
                  <a:pt x="1494749" y="2410"/>
                </a:lnTo>
                <a:lnTo>
                  <a:pt x="1496632" y="1397"/>
                </a:lnTo>
                <a:lnTo>
                  <a:pt x="1498514" y="658"/>
                </a:lnTo>
                <a:lnTo>
                  <a:pt x="1500396" y="192"/>
                </a:lnTo>
                <a:lnTo>
                  <a:pt x="1502269" y="0"/>
                </a:lnTo>
                <a:lnTo>
                  <a:pt x="1504151" y="82"/>
                </a:lnTo>
                <a:lnTo>
                  <a:pt x="1506033" y="438"/>
                </a:lnTo>
                <a:lnTo>
                  <a:pt x="1507915" y="1069"/>
                </a:lnTo>
                <a:lnTo>
                  <a:pt x="1509798" y="1972"/>
                </a:lnTo>
                <a:lnTo>
                  <a:pt x="1511670" y="3148"/>
                </a:lnTo>
                <a:lnTo>
                  <a:pt x="1513552" y="4597"/>
                </a:lnTo>
                <a:lnTo>
                  <a:pt x="1515435" y="6316"/>
                </a:lnTo>
                <a:lnTo>
                  <a:pt x="1517317" y="8305"/>
                </a:lnTo>
                <a:lnTo>
                  <a:pt x="1519199" y="10562"/>
                </a:lnTo>
                <a:lnTo>
                  <a:pt x="1521071" y="13087"/>
                </a:lnTo>
                <a:lnTo>
                  <a:pt x="1522954" y="15877"/>
                </a:lnTo>
                <a:lnTo>
                  <a:pt x="1524836" y="18930"/>
                </a:lnTo>
                <a:lnTo>
                  <a:pt x="1526718" y="22244"/>
                </a:lnTo>
                <a:lnTo>
                  <a:pt x="1528591" y="25819"/>
                </a:lnTo>
                <a:lnTo>
                  <a:pt x="1530473" y="29649"/>
                </a:lnTo>
                <a:lnTo>
                  <a:pt x="1532355" y="33734"/>
                </a:lnTo>
                <a:lnTo>
                  <a:pt x="1534237" y="38070"/>
                </a:lnTo>
                <a:lnTo>
                  <a:pt x="1536119" y="42655"/>
                </a:lnTo>
                <a:lnTo>
                  <a:pt x="1537992" y="47485"/>
                </a:lnTo>
                <a:lnTo>
                  <a:pt x="1539874" y="52559"/>
                </a:lnTo>
                <a:lnTo>
                  <a:pt x="1541756" y="57871"/>
                </a:lnTo>
                <a:lnTo>
                  <a:pt x="1543639" y="63418"/>
                </a:lnTo>
                <a:lnTo>
                  <a:pt x="1545521" y="69198"/>
                </a:lnTo>
                <a:lnTo>
                  <a:pt x="1547393" y="75205"/>
                </a:lnTo>
                <a:lnTo>
                  <a:pt x="1549276" y="81438"/>
                </a:lnTo>
                <a:lnTo>
                  <a:pt x="1551158" y="87890"/>
                </a:lnTo>
                <a:lnTo>
                  <a:pt x="1553040" y="94558"/>
                </a:lnTo>
                <a:lnTo>
                  <a:pt x="1554922" y="101439"/>
                </a:lnTo>
                <a:lnTo>
                  <a:pt x="1556795" y="108526"/>
                </a:lnTo>
                <a:lnTo>
                  <a:pt x="1558677" y="115818"/>
                </a:lnTo>
                <a:lnTo>
                  <a:pt x="1560559" y="123307"/>
                </a:lnTo>
                <a:lnTo>
                  <a:pt x="1562441" y="130990"/>
                </a:lnTo>
                <a:lnTo>
                  <a:pt x="1564324" y="138861"/>
                </a:lnTo>
                <a:lnTo>
                  <a:pt x="1566196" y="146917"/>
                </a:lnTo>
                <a:lnTo>
                  <a:pt x="1568078" y="155151"/>
                </a:lnTo>
                <a:lnTo>
                  <a:pt x="1569961" y="163560"/>
                </a:lnTo>
                <a:lnTo>
                  <a:pt x="1571843" y="172137"/>
                </a:lnTo>
                <a:lnTo>
                  <a:pt x="1573715" y="180877"/>
                </a:lnTo>
                <a:lnTo>
                  <a:pt x="1575598" y="189776"/>
                </a:lnTo>
                <a:lnTo>
                  <a:pt x="1577480" y="198827"/>
                </a:lnTo>
                <a:lnTo>
                  <a:pt x="1579362" y="208026"/>
                </a:lnTo>
                <a:lnTo>
                  <a:pt x="1581244" y="217367"/>
                </a:lnTo>
                <a:lnTo>
                  <a:pt x="1583117" y="226844"/>
                </a:lnTo>
                <a:lnTo>
                  <a:pt x="1584999" y="236452"/>
                </a:lnTo>
                <a:lnTo>
                  <a:pt x="1586881" y="246186"/>
                </a:lnTo>
                <a:lnTo>
                  <a:pt x="1588763" y="256039"/>
                </a:lnTo>
                <a:lnTo>
                  <a:pt x="1590646" y="266006"/>
                </a:lnTo>
                <a:lnTo>
                  <a:pt x="1592518" y="276082"/>
                </a:lnTo>
                <a:lnTo>
                  <a:pt x="1594400" y="286260"/>
                </a:lnTo>
                <a:lnTo>
                  <a:pt x="1596282" y="296536"/>
                </a:lnTo>
                <a:lnTo>
                  <a:pt x="1598165" y="306902"/>
                </a:lnTo>
                <a:lnTo>
                  <a:pt x="1600047" y="317355"/>
                </a:lnTo>
                <a:lnTo>
                  <a:pt x="1601919" y="327887"/>
                </a:lnTo>
                <a:lnTo>
                  <a:pt x="1603802" y="338494"/>
                </a:lnTo>
                <a:lnTo>
                  <a:pt x="1605684" y="349170"/>
                </a:lnTo>
                <a:lnTo>
                  <a:pt x="1607566" y="359909"/>
                </a:lnTo>
                <a:lnTo>
                  <a:pt x="1609448" y="370705"/>
                </a:lnTo>
                <a:lnTo>
                  <a:pt x="1611321" y="381554"/>
                </a:lnTo>
                <a:lnTo>
                  <a:pt x="1613203" y="392448"/>
                </a:lnTo>
                <a:lnTo>
                  <a:pt x="1615085" y="403383"/>
                </a:lnTo>
                <a:lnTo>
                  <a:pt x="1616968" y="414355"/>
                </a:lnTo>
                <a:lnTo>
                  <a:pt x="1618840" y="425356"/>
                </a:lnTo>
                <a:lnTo>
                  <a:pt x="1620722" y="436381"/>
                </a:lnTo>
                <a:lnTo>
                  <a:pt x="1622604" y="447427"/>
                </a:lnTo>
                <a:lnTo>
                  <a:pt x="1624487" y="458487"/>
                </a:lnTo>
                <a:lnTo>
                  <a:pt x="1626369" y="469556"/>
                </a:lnTo>
                <a:lnTo>
                  <a:pt x="1628241" y="480629"/>
                </a:lnTo>
                <a:lnTo>
                  <a:pt x="1630124" y="491700"/>
                </a:lnTo>
                <a:lnTo>
                  <a:pt x="1632006" y="502766"/>
                </a:lnTo>
                <a:lnTo>
                  <a:pt x="1633888" y="513822"/>
                </a:lnTo>
                <a:lnTo>
                  <a:pt x="1635770" y="524861"/>
                </a:lnTo>
                <a:lnTo>
                  <a:pt x="1637643" y="535881"/>
                </a:lnTo>
                <a:lnTo>
                  <a:pt x="1639525" y="546875"/>
                </a:lnTo>
                <a:lnTo>
                  <a:pt x="1641407" y="557840"/>
                </a:lnTo>
                <a:lnTo>
                  <a:pt x="1643289" y="568771"/>
                </a:lnTo>
                <a:lnTo>
                  <a:pt x="1645171" y="579665"/>
                </a:lnTo>
                <a:lnTo>
                  <a:pt x="1647044" y="590515"/>
                </a:lnTo>
                <a:lnTo>
                  <a:pt x="1648926" y="601319"/>
                </a:lnTo>
                <a:lnTo>
                  <a:pt x="1650808" y="612073"/>
                </a:lnTo>
                <a:lnTo>
                  <a:pt x="1652691" y="622772"/>
                </a:lnTo>
                <a:lnTo>
                  <a:pt x="1654573" y="633413"/>
                </a:lnTo>
                <a:lnTo>
                  <a:pt x="1656445" y="643993"/>
                </a:lnTo>
                <a:lnTo>
                  <a:pt x="1658328" y="654506"/>
                </a:lnTo>
                <a:lnTo>
                  <a:pt x="1660210" y="664950"/>
                </a:lnTo>
                <a:lnTo>
                  <a:pt x="1662092" y="675323"/>
                </a:lnTo>
                <a:lnTo>
                  <a:pt x="1663965" y="685619"/>
                </a:lnTo>
                <a:lnTo>
                  <a:pt x="1665847" y="695837"/>
                </a:lnTo>
                <a:lnTo>
                  <a:pt x="1667729" y="705972"/>
                </a:lnTo>
                <a:lnTo>
                  <a:pt x="1669611" y="716023"/>
                </a:lnTo>
                <a:lnTo>
                  <a:pt x="1671494" y="725986"/>
                </a:lnTo>
                <a:lnTo>
                  <a:pt x="1673366" y="735859"/>
                </a:lnTo>
                <a:lnTo>
                  <a:pt x="1675248" y="745639"/>
                </a:lnTo>
                <a:lnTo>
                  <a:pt x="1677131" y="755324"/>
                </a:lnTo>
                <a:lnTo>
                  <a:pt x="1679013" y="764910"/>
                </a:lnTo>
                <a:lnTo>
                  <a:pt x="1680895" y="774397"/>
                </a:lnTo>
                <a:lnTo>
                  <a:pt x="1682767" y="783781"/>
                </a:lnTo>
                <a:lnTo>
                  <a:pt x="1684650" y="793062"/>
                </a:lnTo>
                <a:lnTo>
                  <a:pt x="1686532" y="802237"/>
                </a:lnTo>
                <a:lnTo>
                  <a:pt x="1688414" y="811303"/>
                </a:lnTo>
                <a:lnTo>
                  <a:pt x="1690296" y="820260"/>
                </a:lnTo>
                <a:lnTo>
                  <a:pt x="1692169" y="829106"/>
                </a:lnTo>
                <a:lnTo>
                  <a:pt x="1694051" y="837840"/>
                </a:lnTo>
                <a:lnTo>
                  <a:pt x="1695933" y="846459"/>
                </a:lnTo>
                <a:lnTo>
                  <a:pt x="1697815" y="854963"/>
                </a:lnTo>
                <a:lnTo>
                  <a:pt x="1699688" y="863351"/>
                </a:lnTo>
                <a:lnTo>
                  <a:pt x="1701570" y="871622"/>
                </a:lnTo>
                <a:lnTo>
                  <a:pt x="1703452" y="879775"/>
                </a:lnTo>
                <a:lnTo>
                  <a:pt x="1705334" y="887809"/>
                </a:lnTo>
                <a:lnTo>
                  <a:pt x="1707217" y="895721"/>
                </a:lnTo>
                <a:lnTo>
                  <a:pt x="1709089" y="903511"/>
                </a:lnTo>
                <a:lnTo>
                  <a:pt x="1710971" y="911186"/>
                </a:lnTo>
                <a:lnTo>
                  <a:pt x="1712854" y="918734"/>
                </a:lnTo>
                <a:lnTo>
                  <a:pt x="1714736" y="926166"/>
                </a:lnTo>
                <a:lnTo>
                  <a:pt x="1716618" y="933472"/>
                </a:lnTo>
                <a:lnTo>
                  <a:pt x="1718491" y="940661"/>
                </a:lnTo>
                <a:lnTo>
                  <a:pt x="1720373" y="947724"/>
                </a:lnTo>
                <a:lnTo>
                  <a:pt x="1722255" y="954661"/>
                </a:lnTo>
                <a:lnTo>
                  <a:pt x="1724137" y="961482"/>
                </a:lnTo>
                <a:lnTo>
                  <a:pt x="1726020" y="968176"/>
                </a:lnTo>
                <a:lnTo>
                  <a:pt x="1727892" y="974745"/>
                </a:lnTo>
                <a:lnTo>
                  <a:pt x="1729774" y="981196"/>
                </a:lnTo>
                <a:lnTo>
                  <a:pt x="1731657" y="987532"/>
                </a:lnTo>
                <a:lnTo>
                  <a:pt x="1733539" y="993741"/>
                </a:lnTo>
                <a:lnTo>
                  <a:pt x="1735421" y="999834"/>
                </a:lnTo>
                <a:lnTo>
                  <a:pt x="1737294" y="1005801"/>
                </a:lnTo>
                <a:lnTo>
                  <a:pt x="1739176" y="1011652"/>
                </a:lnTo>
                <a:lnTo>
                  <a:pt x="1741058" y="1017385"/>
                </a:lnTo>
                <a:lnTo>
                  <a:pt x="1742940" y="1023003"/>
                </a:lnTo>
                <a:lnTo>
                  <a:pt x="1744813" y="1028504"/>
                </a:lnTo>
                <a:lnTo>
                  <a:pt x="1746695" y="1033889"/>
                </a:lnTo>
                <a:lnTo>
                  <a:pt x="1748577" y="1039157"/>
                </a:lnTo>
                <a:lnTo>
                  <a:pt x="1750459" y="1044309"/>
                </a:lnTo>
                <a:lnTo>
                  <a:pt x="1752342" y="1049354"/>
                </a:lnTo>
                <a:lnTo>
                  <a:pt x="1754214" y="1054283"/>
                </a:lnTo>
                <a:lnTo>
                  <a:pt x="1756096" y="1059105"/>
                </a:lnTo>
                <a:lnTo>
                  <a:pt x="1757978" y="1063820"/>
                </a:lnTo>
                <a:lnTo>
                  <a:pt x="1759861" y="1068419"/>
                </a:lnTo>
                <a:lnTo>
                  <a:pt x="1761743" y="1072911"/>
                </a:lnTo>
                <a:lnTo>
                  <a:pt x="1763615" y="1077306"/>
                </a:lnTo>
                <a:lnTo>
                  <a:pt x="1765498" y="1081585"/>
                </a:lnTo>
                <a:lnTo>
                  <a:pt x="1767380" y="1085766"/>
                </a:lnTo>
                <a:lnTo>
                  <a:pt x="1769262" y="1089851"/>
                </a:lnTo>
                <a:lnTo>
                  <a:pt x="1771144" y="1093829"/>
                </a:lnTo>
                <a:lnTo>
                  <a:pt x="1773017" y="1097710"/>
                </a:lnTo>
                <a:lnTo>
                  <a:pt x="1774899" y="1101493"/>
                </a:lnTo>
                <a:lnTo>
                  <a:pt x="1776781" y="1105180"/>
                </a:lnTo>
                <a:lnTo>
                  <a:pt x="1778663" y="1108770"/>
                </a:lnTo>
                <a:lnTo>
                  <a:pt x="1780546" y="1112272"/>
                </a:lnTo>
                <a:lnTo>
                  <a:pt x="1782418" y="1115678"/>
                </a:lnTo>
                <a:lnTo>
                  <a:pt x="1784300" y="1118996"/>
                </a:lnTo>
                <a:lnTo>
                  <a:pt x="1786183" y="1122227"/>
                </a:lnTo>
                <a:lnTo>
                  <a:pt x="1788065" y="1125361"/>
                </a:lnTo>
                <a:lnTo>
                  <a:pt x="1789937" y="1128417"/>
                </a:lnTo>
                <a:lnTo>
                  <a:pt x="1791820" y="1131395"/>
                </a:lnTo>
                <a:lnTo>
                  <a:pt x="1793702" y="1134277"/>
                </a:lnTo>
                <a:lnTo>
                  <a:pt x="1795584" y="1137091"/>
                </a:lnTo>
                <a:lnTo>
                  <a:pt x="1797466" y="1139817"/>
                </a:lnTo>
                <a:lnTo>
                  <a:pt x="1799339" y="1142466"/>
                </a:lnTo>
                <a:lnTo>
                  <a:pt x="1801221" y="1145046"/>
                </a:lnTo>
                <a:lnTo>
                  <a:pt x="1803103" y="1147540"/>
                </a:lnTo>
                <a:lnTo>
                  <a:pt x="1804985" y="1149965"/>
                </a:lnTo>
                <a:lnTo>
                  <a:pt x="1806868" y="1152323"/>
                </a:lnTo>
                <a:lnTo>
                  <a:pt x="1808740" y="1154603"/>
                </a:lnTo>
                <a:lnTo>
                  <a:pt x="1810622" y="1156825"/>
                </a:lnTo>
                <a:lnTo>
                  <a:pt x="1812505" y="1158969"/>
                </a:lnTo>
                <a:lnTo>
                  <a:pt x="1814387" y="1161055"/>
                </a:lnTo>
                <a:lnTo>
                  <a:pt x="1816269" y="1163073"/>
                </a:lnTo>
                <a:lnTo>
                  <a:pt x="1818141" y="1165023"/>
                </a:lnTo>
                <a:lnTo>
                  <a:pt x="1820024" y="1166915"/>
                </a:lnTo>
                <a:lnTo>
                  <a:pt x="1821906" y="1168758"/>
                </a:lnTo>
                <a:lnTo>
                  <a:pt x="1823788" y="1170534"/>
                </a:lnTo>
                <a:lnTo>
                  <a:pt x="1825670" y="1172251"/>
                </a:lnTo>
                <a:lnTo>
                  <a:pt x="1827543" y="1173910"/>
                </a:lnTo>
                <a:lnTo>
                  <a:pt x="1829425" y="1175521"/>
                </a:lnTo>
                <a:lnTo>
                  <a:pt x="1831307" y="1177073"/>
                </a:lnTo>
                <a:lnTo>
                  <a:pt x="1833189" y="1178577"/>
                </a:lnTo>
                <a:lnTo>
                  <a:pt x="1835062" y="1180032"/>
                </a:lnTo>
                <a:lnTo>
                  <a:pt x="1836944" y="1181439"/>
                </a:lnTo>
                <a:lnTo>
                  <a:pt x="1838826" y="1182797"/>
                </a:lnTo>
                <a:lnTo>
                  <a:pt x="1840709" y="1184107"/>
                </a:lnTo>
                <a:lnTo>
                  <a:pt x="1842591" y="1185378"/>
                </a:lnTo>
                <a:lnTo>
                  <a:pt x="1844463" y="1186601"/>
                </a:lnTo>
                <a:lnTo>
                  <a:pt x="1846346" y="1187774"/>
                </a:lnTo>
                <a:lnTo>
                  <a:pt x="1848228" y="1188910"/>
                </a:lnTo>
                <a:lnTo>
                  <a:pt x="1850110" y="1190016"/>
                </a:lnTo>
                <a:lnTo>
                  <a:pt x="1851992" y="1191073"/>
                </a:lnTo>
                <a:lnTo>
                  <a:pt x="1853865" y="1192092"/>
                </a:lnTo>
                <a:lnTo>
                  <a:pt x="1855747" y="1193072"/>
                </a:lnTo>
                <a:lnTo>
                  <a:pt x="1857629" y="1194023"/>
                </a:lnTo>
                <a:lnTo>
                  <a:pt x="1859511" y="1194935"/>
                </a:lnTo>
                <a:lnTo>
                  <a:pt x="1861394" y="1195818"/>
                </a:lnTo>
                <a:lnTo>
                  <a:pt x="1863266" y="1196662"/>
                </a:lnTo>
                <a:lnTo>
                  <a:pt x="1865148" y="1197486"/>
                </a:lnTo>
                <a:lnTo>
                  <a:pt x="1867031" y="1198263"/>
                </a:lnTo>
                <a:lnTo>
                  <a:pt x="1868913" y="1199019"/>
                </a:lnTo>
                <a:lnTo>
                  <a:pt x="1870795" y="1199747"/>
                </a:lnTo>
                <a:lnTo>
                  <a:pt x="1872668" y="1200446"/>
                </a:lnTo>
                <a:lnTo>
                  <a:pt x="1874550" y="1201125"/>
                </a:lnTo>
                <a:lnTo>
                  <a:pt x="1876432" y="1201765"/>
                </a:lnTo>
                <a:lnTo>
                  <a:pt x="1878314" y="1202386"/>
                </a:lnTo>
              </a:path>
            </a:pathLst>
          </a:custGeom>
          <a:noFill/>
          <a:ln w="11621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584" name="Freeform 3583">
            <a:extLst>
              <a:ext uri="{FF2B5EF4-FFF2-40B4-BE49-F238E27FC236}">
                <a16:creationId xmlns:a16="http://schemas.microsoft.com/office/drawing/2014/main" id="{FAE4875F-B5A2-673B-C8D2-527A538DD6DC}"/>
              </a:ext>
            </a:extLst>
          </p:cNvPr>
          <p:cNvSpPr/>
          <p:nvPr/>
        </p:nvSpPr>
        <p:spPr>
          <a:xfrm>
            <a:off x="6419585" y="3504112"/>
            <a:ext cx="1878314" cy="1185900"/>
          </a:xfrm>
          <a:custGeom>
            <a:avLst/>
            <a:gdLst>
              <a:gd name="csX0" fmla="*/ 0 w 1878314"/>
              <a:gd name="csY0" fmla="*/ 1185901 h 1185900"/>
              <a:gd name="csX1" fmla="*/ 1879 w 1878314"/>
              <a:gd name="csY1" fmla="*/ 1185901 h 1185900"/>
              <a:gd name="csX2" fmla="*/ 3760 w 1878314"/>
              <a:gd name="csY2" fmla="*/ 1185901 h 1185900"/>
              <a:gd name="csX3" fmla="*/ 5640 w 1878314"/>
              <a:gd name="csY3" fmla="*/ 1185901 h 1185900"/>
              <a:gd name="csX4" fmla="*/ 7520 w 1878314"/>
              <a:gd name="csY4" fmla="*/ 1185901 h 1185900"/>
              <a:gd name="csX5" fmla="*/ 9400 w 1878314"/>
              <a:gd name="csY5" fmla="*/ 1185901 h 1185900"/>
              <a:gd name="csX6" fmla="*/ 11281 w 1878314"/>
              <a:gd name="csY6" fmla="*/ 1185901 h 1185900"/>
              <a:gd name="csX7" fmla="*/ 13161 w 1878314"/>
              <a:gd name="csY7" fmla="*/ 1185901 h 1185900"/>
              <a:gd name="csX8" fmla="*/ 15041 w 1878314"/>
              <a:gd name="csY8" fmla="*/ 1185901 h 1185900"/>
              <a:gd name="csX9" fmla="*/ 16922 w 1878314"/>
              <a:gd name="csY9" fmla="*/ 1185901 h 1185900"/>
              <a:gd name="csX10" fmla="*/ 18802 w 1878314"/>
              <a:gd name="csY10" fmla="*/ 1185901 h 1185900"/>
              <a:gd name="csX11" fmla="*/ 20682 w 1878314"/>
              <a:gd name="csY11" fmla="*/ 1185901 h 1185900"/>
              <a:gd name="csX12" fmla="*/ 22562 w 1878314"/>
              <a:gd name="csY12" fmla="*/ 1185901 h 1185900"/>
              <a:gd name="csX13" fmla="*/ 24442 w 1878314"/>
              <a:gd name="csY13" fmla="*/ 1185901 h 1185900"/>
              <a:gd name="csX14" fmla="*/ 26322 w 1878314"/>
              <a:gd name="csY14" fmla="*/ 1185901 h 1185900"/>
              <a:gd name="csX15" fmla="*/ 28202 w 1878314"/>
              <a:gd name="csY15" fmla="*/ 1185901 h 1185900"/>
              <a:gd name="csX16" fmla="*/ 30082 w 1878314"/>
              <a:gd name="csY16" fmla="*/ 1185901 h 1185900"/>
              <a:gd name="csX17" fmla="*/ 31963 w 1878314"/>
              <a:gd name="csY17" fmla="*/ 1185901 h 1185900"/>
              <a:gd name="csX18" fmla="*/ 33843 w 1878314"/>
              <a:gd name="csY18" fmla="*/ 1185901 h 1185900"/>
              <a:gd name="csX19" fmla="*/ 35723 w 1878314"/>
              <a:gd name="csY19" fmla="*/ 1185901 h 1185900"/>
              <a:gd name="csX20" fmla="*/ 37604 w 1878314"/>
              <a:gd name="csY20" fmla="*/ 1185901 h 1185900"/>
              <a:gd name="csX21" fmla="*/ 39484 w 1878314"/>
              <a:gd name="csY21" fmla="*/ 1185901 h 1185900"/>
              <a:gd name="csX22" fmla="*/ 41364 w 1878314"/>
              <a:gd name="csY22" fmla="*/ 1185901 h 1185900"/>
              <a:gd name="csX23" fmla="*/ 43244 w 1878314"/>
              <a:gd name="csY23" fmla="*/ 1185901 h 1185900"/>
              <a:gd name="csX24" fmla="*/ 45124 w 1878314"/>
              <a:gd name="csY24" fmla="*/ 1185901 h 1185900"/>
              <a:gd name="csX25" fmla="*/ 47004 w 1878314"/>
              <a:gd name="csY25" fmla="*/ 1185901 h 1185900"/>
              <a:gd name="csX26" fmla="*/ 48884 w 1878314"/>
              <a:gd name="csY26" fmla="*/ 1185901 h 1185900"/>
              <a:gd name="csX27" fmla="*/ 50765 w 1878314"/>
              <a:gd name="csY27" fmla="*/ 1185901 h 1185900"/>
              <a:gd name="csX28" fmla="*/ 52645 w 1878314"/>
              <a:gd name="csY28" fmla="*/ 1185901 h 1185900"/>
              <a:gd name="csX29" fmla="*/ 54525 w 1878314"/>
              <a:gd name="csY29" fmla="*/ 1185901 h 1185900"/>
              <a:gd name="csX30" fmla="*/ 56405 w 1878314"/>
              <a:gd name="csY30" fmla="*/ 1185901 h 1185900"/>
              <a:gd name="csX31" fmla="*/ 58286 w 1878314"/>
              <a:gd name="csY31" fmla="*/ 1185901 h 1185900"/>
              <a:gd name="csX32" fmla="*/ 60166 w 1878314"/>
              <a:gd name="csY32" fmla="*/ 1185901 h 1185900"/>
              <a:gd name="csX33" fmla="*/ 62046 w 1878314"/>
              <a:gd name="csY33" fmla="*/ 1185901 h 1185900"/>
              <a:gd name="csX34" fmla="*/ 63926 w 1878314"/>
              <a:gd name="csY34" fmla="*/ 1185901 h 1185900"/>
              <a:gd name="csX35" fmla="*/ 65807 w 1878314"/>
              <a:gd name="csY35" fmla="*/ 1185901 h 1185900"/>
              <a:gd name="csX36" fmla="*/ 67686 w 1878314"/>
              <a:gd name="csY36" fmla="*/ 1185901 h 1185900"/>
              <a:gd name="csX37" fmla="*/ 69566 w 1878314"/>
              <a:gd name="csY37" fmla="*/ 1185901 h 1185900"/>
              <a:gd name="csX38" fmla="*/ 71447 w 1878314"/>
              <a:gd name="csY38" fmla="*/ 1185901 h 1185900"/>
              <a:gd name="csX39" fmla="*/ 73327 w 1878314"/>
              <a:gd name="csY39" fmla="*/ 1185901 h 1185900"/>
              <a:gd name="csX40" fmla="*/ 75207 w 1878314"/>
              <a:gd name="csY40" fmla="*/ 1185901 h 1185900"/>
              <a:gd name="csX41" fmla="*/ 77087 w 1878314"/>
              <a:gd name="csY41" fmla="*/ 1185901 h 1185900"/>
              <a:gd name="csX42" fmla="*/ 78968 w 1878314"/>
              <a:gd name="csY42" fmla="*/ 1185901 h 1185900"/>
              <a:gd name="csX43" fmla="*/ 80848 w 1878314"/>
              <a:gd name="csY43" fmla="*/ 1185901 h 1185900"/>
              <a:gd name="csX44" fmla="*/ 82728 w 1878314"/>
              <a:gd name="csY44" fmla="*/ 1185901 h 1185900"/>
              <a:gd name="csX45" fmla="*/ 84609 w 1878314"/>
              <a:gd name="csY45" fmla="*/ 1185901 h 1185900"/>
              <a:gd name="csX46" fmla="*/ 86489 w 1878314"/>
              <a:gd name="csY46" fmla="*/ 1185901 h 1185900"/>
              <a:gd name="csX47" fmla="*/ 88368 w 1878314"/>
              <a:gd name="csY47" fmla="*/ 1185901 h 1185900"/>
              <a:gd name="csX48" fmla="*/ 90248 w 1878314"/>
              <a:gd name="csY48" fmla="*/ 1185901 h 1185900"/>
              <a:gd name="csX49" fmla="*/ 92129 w 1878314"/>
              <a:gd name="csY49" fmla="*/ 1185901 h 1185900"/>
              <a:gd name="csX50" fmla="*/ 94009 w 1878314"/>
              <a:gd name="csY50" fmla="*/ 1185901 h 1185900"/>
              <a:gd name="csX51" fmla="*/ 95889 w 1878314"/>
              <a:gd name="csY51" fmla="*/ 1185901 h 1185900"/>
              <a:gd name="csX52" fmla="*/ 97769 w 1878314"/>
              <a:gd name="csY52" fmla="*/ 1185901 h 1185900"/>
              <a:gd name="csX53" fmla="*/ 99650 w 1878314"/>
              <a:gd name="csY53" fmla="*/ 1185901 h 1185900"/>
              <a:gd name="csX54" fmla="*/ 101530 w 1878314"/>
              <a:gd name="csY54" fmla="*/ 1185901 h 1185900"/>
              <a:gd name="csX55" fmla="*/ 103410 w 1878314"/>
              <a:gd name="csY55" fmla="*/ 1185901 h 1185900"/>
              <a:gd name="csX56" fmla="*/ 105291 w 1878314"/>
              <a:gd name="csY56" fmla="*/ 1185901 h 1185900"/>
              <a:gd name="csX57" fmla="*/ 107171 w 1878314"/>
              <a:gd name="csY57" fmla="*/ 1185901 h 1185900"/>
              <a:gd name="csX58" fmla="*/ 109051 w 1878314"/>
              <a:gd name="csY58" fmla="*/ 1185901 h 1185900"/>
              <a:gd name="csX59" fmla="*/ 110930 w 1878314"/>
              <a:gd name="csY59" fmla="*/ 1185901 h 1185900"/>
              <a:gd name="csX60" fmla="*/ 112811 w 1878314"/>
              <a:gd name="csY60" fmla="*/ 1185901 h 1185900"/>
              <a:gd name="csX61" fmla="*/ 114691 w 1878314"/>
              <a:gd name="csY61" fmla="*/ 1185901 h 1185900"/>
              <a:gd name="csX62" fmla="*/ 116571 w 1878314"/>
              <a:gd name="csY62" fmla="*/ 1185901 h 1185900"/>
              <a:gd name="csX63" fmla="*/ 118452 w 1878314"/>
              <a:gd name="csY63" fmla="*/ 1185901 h 1185900"/>
              <a:gd name="csX64" fmla="*/ 120332 w 1878314"/>
              <a:gd name="csY64" fmla="*/ 1185901 h 1185900"/>
              <a:gd name="csX65" fmla="*/ 122212 w 1878314"/>
              <a:gd name="csY65" fmla="*/ 1185901 h 1185900"/>
              <a:gd name="csX66" fmla="*/ 124092 w 1878314"/>
              <a:gd name="csY66" fmla="*/ 1185901 h 1185900"/>
              <a:gd name="csX67" fmla="*/ 125973 w 1878314"/>
              <a:gd name="csY67" fmla="*/ 1185901 h 1185900"/>
              <a:gd name="csX68" fmla="*/ 127853 w 1878314"/>
              <a:gd name="csY68" fmla="*/ 1185901 h 1185900"/>
              <a:gd name="csX69" fmla="*/ 129733 w 1878314"/>
              <a:gd name="csY69" fmla="*/ 1185901 h 1185900"/>
              <a:gd name="csX70" fmla="*/ 131613 w 1878314"/>
              <a:gd name="csY70" fmla="*/ 1185901 h 1185900"/>
              <a:gd name="csX71" fmla="*/ 133493 w 1878314"/>
              <a:gd name="csY71" fmla="*/ 1185901 h 1185900"/>
              <a:gd name="csX72" fmla="*/ 135373 w 1878314"/>
              <a:gd name="csY72" fmla="*/ 1185901 h 1185900"/>
              <a:gd name="csX73" fmla="*/ 137253 w 1878314"/>
              <a:gd name="csY73" fmla="*/ 1185901 h 1185900"/>
              <a:gd name="csX74" fmla="*/ 139134 w 1878314"/>
              <a:gd name="csY74" fmla="*/ 1185901 h 1185900"/>
              <a:gd name="csX75" fmla="*/ 141014 w 1878314"/>
              <a:gd name="csY75" fmla="*/ 1185901 h 1185900"/>
              <a:gd name="csX76" fmla="*/ 142894 w 1878314"/>
              <a:gd name="csY76" fmla="*/ 1185901 h 1185900"/>
              <a:gd name="csX77" fmla="*/ 144774 w 1878314"/>
              <a:gd name="csY77" fmla="*/ 1185901 h 1185900"/>
              <a:gd name="csX78" fmla="*/ 146655 w 1878314"/>
              <a:gd name="csY78" fmla="*/ 1185901 h 1185900"/>
              <a:gd name="csX79" fmla="*/ 148535 w 1878314"/>
              <a:gd name="csY79" fmla="*/ 1185901 h 1185900"/>
              <a:gd name="csX80" fmla="*/ 150415 w 1878314"/>
              <a:gd name="csY80" fmla="*/ 1185901 h 1185900"/>
              <a:gd name="csX81" fmla="*/ 152296 w 1878314"/>
              <a:gd name="csY81" fmla="*/ 1185901 h 1185900"/>
              <a:gd name="csX82" fmla="*/ 154175 w 1878314"/>
              <a:gd name="csY82" fmla="*/ 1185901 h 1185900"/>
              <a:gd name="csX83" fmla="*/ 156055 w 1878314"/>
              <a:gd name="csY83" fmla="*/ 1185901 h 1185900"/>
              <a:gd name="csX84" fmla="*/ 157935 w 1878314"/>
              <a:gd name="csY84" fmla="*/ 1185901 h 1185900"/>
              <a:gd name="csX85" fmla="*/ 159816 w 1878314"/>
              <a:gd name="csY85" fmla="*/ 1185901 h 1185900"/>
              <a:gd name="csX86" fmla="*/ 161696 w 1878314"/>
              <a:gd name="csY86" fmla="*/ 1185901 h 1185900"/>
              <a:gd name="csX87" fmla="*/ 163576 w 1878314"/>
              <a:gd name="csY87" fmla="*/ 1185901 h 1185900"/>
              <a:gd name="csX88" fmla="*/ 165457 w 1878314"/>
              <a:gd name="csY88" fmla="*/ 1185901 h 1185900"/>
              <a:gd name="csX89" fmla="*/ 167337 w 1878314"/>
              <a:gd name="csY89" fmla="*/ 1185901 h 1185900"/>
              <a:gd name="csX90" fmla="*/ 169217 w 1878314"/>
              <a:gd name="csY90" fmla="*/ 1185901 h 1185900"/>
              <a:gd name="csX91" fmla="*/ 171097 w 1878314"/>
              <a:gd name="csY91" fmla="*/ 1185901 h 1185900"/>
              <a:gd name="csX92" fmla="*/ 172978 w 1878314"/>
              <a:gd name="csY92" fmla="*/ 1185901 h 1185900"/>
              <a:gd name="csX93" fmla="*/ 174857 w 1878314"/>
              <a:gd name="csY93" fmla="*/ 1185901 h 1185900"/>
              <a:gd name="csX94" fmla="*/ 176737 w 1878314"/>
              <a:gd name="csY94" fmla="*/ 1185901 h 1185900"/>
              <a:gd name="csX95" fmla="*/ 178617 w 1878314"/>
              <a:gd name="csY95" fmla="*/ 1185901 h 1185900"/>
              <a:gd name="csX96" fmla="*/ 180498 w 1878314"/>
              <a:gd name="csY96" fmla="*/ 1185901 h 1185900"/>
              <a:gd name="csX97" fmla="*/ 182378 w 1878314"/>
              <a:gd name="csY97" fmla="*/ 1185901 h 1185900"/>
              <a:gd name="csX98" fmla="*/ 184258 w 1878314"/>
              <a:gd name="csY98" fmla="*/ 1185901 h 1185900"/>
              <a:gd name="csX99" fmla="*/ 186139 w 1878314"/>
              <a:gd name="csY99" fmla="*/ 1185901 h 1185900"/>
              <a:gd name="csX100" fmla="*/ 188019 w 1878314"/>
              <a:gd name="csY100" fmla="*/ 1185901 h 1185900"/>
              <a:gd name="csX101" fmla="*/ 189899 w 1878314"/>
              <a:gd name="csY101" fmla="*/ 1185901 h 1185900"/>
              <a:gd name="csX102" fmla="*/ 191779 w 1878314"/>
              <a:gd name="csY102" fmla="*/ 1185901 h 1185900"/>
              <a:gd name="csX103" fmla="*/ 193660 w 1878314"/>
              <a:gd name="csY103" fmla="*/ 1185901 h 1185900"/>
              <a:gd name="csX104" fmla="*/ 195540 w 1878314"/>
              <a:gd name="csY104" fmla="*/ 1185901 h 1185900"/>
              <a:gd name="csX105" fmla="*/ 197419 w 1878314"/>
              <a:gd name="csY105" fmla="*/ 1185901 h 1185900"/>
              <a:gd name="csX106" fmla="*/ 199300 w 1878314"/>
              <a:gd name="csY106" fmla="*/ 1185901 h 1185900"/>
              <a:gd name="csX107" fmla="*/ 201180 w 1878314"/>
              <a:gd name="csY107" fmla="*/ 1185901 h 1185900"/>
              <a:gd name="csX108" fmla="*/ 203060 w 1878314"/>
              <a:gd name="csY108" fmla="*/ 1185901 h 1185900"/>
              <a:gd name="csX109" fmla="*/ 204940 w 1878314"/>
              <a:gd name="csY109" fmla="*/ 1185901 h 1185900"/>
              <a:gd name="csX110" fmla="*/ 206821 w 1878314"/>
              <a:gd name="csY110" fmla="*/ 1185901 h 1185900"/>
              <a:gd name="csX111" fmla="*/ 208701 w 1878314"/>
              <a:gd name="csY111" fmla="*/ 1185901 h 1185900"/>
              <a:gd name="csX112" fmla="*/ 210581 w 1878314"/>
              <a:gd name="csY112" fmla="*/ 1185901 h 1185900"/>
              <a:gd name="csX113" fmla="*/ 212461 w 1878314"/>
              <a:gd name="csY113" fmla="*/ 1185901 h 1185900"/>
              <a:gd name="csX114" fmla="*/ 214342 w 1878314"/>
              <a:gd name="csY114" fmla="*/ 1185901 h 1185900"/>
              <a:gd name="csX115" fmla="*/ 216222 w 1878314"/>
              <a:gd name="csY115" fmla="*/ 1185901 h 1185900"/>
              <a:gd name="csX116" fmla="*/ 218101 w 1878314"/>
              <a:gd name="csY116" fmla="*/ 1185901 h 1185900"/>
              <a:gd name="csX117" fmla="*/ 219982 w 1878314"/>
              <a:gd name="csY117" fmla="*/ 1185901 h 1185900"/>
              <a:gd name="csX118" fmla="*/ 221862 w 1878314"/>
              <a:gd name="csY118" fmla="*/ 1185901 h 1185900"/>
              <a:gd name="csX119" fmla="*/ 223742 w 1878314"/>
              <a:gd name="csY119" fmla="*/ 1185901 h 1185900"/>
              <a:gd name="csX120" fmla="*/ 225622 w 1878314"/>
              <a:gd name="csY120" fmla="*/ 1185901 h 1185900"/>
              <a:gd name="csX121" fmla="*/ 227503 w 1878314"/>
              <a:gd name="csY121" fmla="*/ 1185901 h 1185900"/>
              <a:gd name="csX122" fmla="*/ 229383 w 1878314"/>
              <a:gd name="csY122" fmla="*/ 1185901 h 1185900"/>
              <a:gd name="csX123" fmla="*/ 231263 w 1878314"/>
              <a:gd name="csY123" fmla="*/ 1185901 h 1185900"/>
              <a:gd name="csX124" fmla="*/ 233144 w 1878314"/>
              <a:gd name="csY124" fmla="*/ 1185901 h 1185900"/>
              <a:gd name="csX125" fmla="*/ 235024 w 1878314"/>
              <a:gd name="csY125" fmla="*/ 1185901 h 1185900"/>
              <a:gd name="csX126" fmla="*/ 236904 w 1878314"/>
              <a:gd name="csY126" fmla="*/ 1185901 h 1185900"/>
              <a:gd name="csX127" fmla="*/ 238784 w 1878314"/>
              <a:gd name="csY127" fmla="*/ 1185901 h 1185900"/>
              <a:gd name="csX128" fmla="*/ 240664 w 1878314"/>
              <a:gd name="csY128" fmla="*/ 1185901 h 1185900"/>
              <a:gd name="csX129" fmla="*/ 242544 w 1878314"/>
              <a:gd name="csY129" fmla="*/ 1185901 h 1185900"/>
              <a:gd name="csX130" fmla="*/ 244424 w 1878314"/>
              <a:gd name="csY130" fmla="*/ 1185901 h 1185900"/>
              <a:gd name="csX131" fmla="*/ 246305 w 1878314"/>
              <a:gd name="csY131" fmla="*/ 1185901 h 1185900"/>
              <a:gd name="csX132" fmla="*/ 248185 w 1878314"/>
              <a:gd name="csY132" fmla="*/ 1185901 h 1185900"/>
              <a:gd name="csX133" fmla="*/ 250065 w 1878314"/>
              <a:gd name="csY133" fmla="*/ 1185901 h 1185900"/>
              <a:gd name="csX134" fmla="*/ 251945 w 1878314"/>
              <a:gd name="csY134" fmla="*/ 1185901 h 1185900"/>
              <a:gd name="csX135" fmla="*/ 253826 w 1878314"/>
              <a:gd name="csY135" fmla="*/ 1185901 h 1185900"/>
              <a:gd name="csX136" fmla="*/ 255706 w 1878314"/>
              <a:gd name="csY136" fmla="*/ 1185901 h 1185900"/>
              <a:gd name="csX137" fmla="*/ 257586 w 1878314"/>
              <a:gd name="csY137" fmla="*/ 1185901 h 1185900"/>
              <a:gd name="csX138" fmla="*/ 259466 w 1878314"/>
              <a:gd name="csY138" fmla="*/ 1185901 h 1185900"/>
              <a:gd name="csX139" fmla="*/ 261346 w 1878314"/>
              <a:gd name="csY139" fmla="*/ 1185901 h 1185900"/>
              <a:gd name="csX140" fmla="*/ 263226 w 1878314"/>
              <a:gd name="csY140" fmla="*/ 1185901 h 1185900"/>
              <a:gd name="csX141" fmla="*/ 265106 w 1878314"/>
              <a:gd name="csY141" fmla="*/ 1185901 h 1185900"/>
              <a:gd name="csX142" fmla="*/ 266987 w 1878314"/>
              <a:gd name="csY142" fmla="*/ 1185901 h 1185900"/>
              <a:gd name="csX143" fmla="*/ 268867 w 1878314"/>
              <a:gd name="csY143" fmla="*/ 1185901 h 1185900"/>
              <a:gd name="csX144" fmla="*/ 270747 w 1878314"/>
              <a:gd name="csY144" fmla="*/ 1185901 h 1185900"/>
              <a:gd name="csX145" fmla="*/ 272627 w 1878314"/>
              <a:gd name="csY145" fmla="*/ 1185901 h 1185900"/>
              <a:gd name="csX146" fmla="*/ 274508 w 1878314"/>
              <a:gd name="csY146" fmla="*/ 1185901 h 1185900"/>
              <a:gd name="csX147" fmla="*/ 276388 w 1878314"/>
              <a:gd name="csY147" fmla="*/ 1185901 h 1185900"/>
              <a:gd name="csX148" fmla="*/ 278268 w 1878314"/>
              <a:gd name="csY148" fmla="*/ 1185901 h 1185900"/>
              <a:gd name="csX149" fmla="*/ 280148 w 1878314"/>
              <a:gd name="csY149" fmla="*/ 1185901 h 1185900"/>
              <a:gd name="csX150" fmla="*/ 282029 w 1878314"/>
              <a:gd name="csY150" fmla="*/ 1185901 h 1185900"/>
              <a:gd name="csX151" fmla="*/ 283908 w 1878314"/>
              <a:gd name="csY151" fmla="*/ 1185901 h 1185900"/>
              <a:gd name="csX152" fmla="*/ 285788 w 1878314"/>
              <a:gd name="csY152" fmla="*/ 1185901 h 1185900"/>
              <a:gd name="csX153" fmla="*/ 287669 w 1878314"/>
              <a:gd name="csY153" fmla="*/ 1185901 h 1185900"/>
              <a:gd name="csX154" fmla="*/ 289549 w 1878314"/>
              <a:gd name="csY154" fmla="*/ 1185901 h 1185900"/>
              <a:gd name="csX155" fmla="*/ 291429 w 1878314"/>
              <a:gd name="csY155" fmla="*/ 1185901 h 1185900"/>
              <a:gd name="csX156" fmla="*/ 293309 w 1878314"/>
              <a:gd name="csY156" fmla="*/ 1185901 h 1185900"/>
              <a:gd name="csX157" fmla="*/ 295190 w 1878314"/>
              <a:gd name="csY157" fmla="*/ 1185901 h 1185900"/>
              <a:gd name="csX158" fmla="*/ 297070 w 1878314"/>
              <a:gd name="csY158" fmla="*/ 1185901 h 1185900"/>
              <a:gd name="csX159" fmla="*/ 298950 w 1878314"/>
              <a:gd name="csY159" fmla="*/ 1185901 h 1185900"/>
              <a:gd name="csX160" fmla="*/ 300831 w 1878314"/>
              <a:gd name="csY160" fmla="*/ 1185901 h 1185900"/>
              <a:gd name="csX161" fmla="*/ 302711 w 1878314"/>
              <a:gd name="csY161" fmla="*/ 1185901 h 1185900"/>
              <a:gd name="csX162" fmla="*/ 304590 w 1878314"/>
              <a:gd name="csY162" fmla="*/ 1185901 h 1185900"/>
              <a:gd name="csX163" fmla="*/ 306470 w 1878314"/>
              <a:gd name="csY163" fmla="*/ 1185901 h 1185900"/>
              <a:gd name="csX164" fmla="*/ 308351 w 1878314"/>
              <a:gd name="csY164" fmla="*/ 1185901 h 1185900"/>
              <a:gd name="csX165" fmla="*/ 310231 w 1878314"/>
              <a:gd name="csY165" fmla="*/ 1185901 h 1185900"/>
              <a:gd name="csX166" fmla="*/ 312111 w 1878314"/>
              <a:gd name="csY166" fmla="*/ 1185901 h 1185900"/>
              <a:gd name="csX167" fmla="*/ 313992 w 1878314"/>
              <a:gd name="csY167" fmla="*/ 1185901 h 1185900"/>
              <a:gd name="csX168" fmla="*/ 315872 w 1878314"/>
              <a:gd name="csY168" fmla="*/ 1185901 h 1185900"/>
              <a:gd name="csX169" fmla="*/ 317752 w 1878314"/>
              <a:gd name="csY169" fmla="*/ 1185901 h 1185900"/>
              <a:gd name="csX170" fmla="*/ 319632 w 1878314"/>
              <a:gd name="csY170" fmla="*/ 1185901 h 1185900"/>
              <a:gd name="csX171" fmla="*/ 321513 w 1878314"/>
              <a:gd name="csY171" fmla="*/ 1185901 h 1185900"/>
              <a:gd name="csX172" fmla="*/ 323393 w 1878314"/>
              <a:gd name="csY172" fmla="*/ 1185901 h 1185900"/>
              <a:gd name="csX173" fmla="*/ 325273 w 1878314"/>
              <a:gd name="csY173" fmla="*/ 1185901 h 1185900"/>
              <a:gd name="csX174" fmla="*/ 327153 w 1878314"/>
              <a:gd name="csY174" fmla="*/ 1185901 h 1185900"/>
              <a:gd name="csX175" fmla="*/ 329033 w 1878314"/>
              <a:gd name="csY175" fmla="*/ 1185901 h 1185900"/>
              <a:gd name="csX176" fmla="*/ 330913 w 1878314"/>
              <a:gd name="csY176" fmla="*/ 1185901 h 1185900"/>
              <a:gd name="csX177" fmla="*/ 332793 w 1878314"/>
              <a:gd name="csY177" fmla="*/ 1185901 h 1185900"/>
              <a:gd name="csX178" fmla="*/ 334674 w 1878314"/>
              <a:gd name="csY178" fmla="*/ 1185901 h 1185900"/>
              <a:gd name="csX179" fmla="*/ 336554 w 1878314"/>
              <a:gd name="csY179" fmla="*/ 1185901 h 1185900"/>
              <a:gd name="csX180" fmla="*/ 338434 w 1878314"/>
              <a:gd name="csY180" fmla="*/ 1185901 h 1185900"/>
              <a:gd name="csX181" fmla="*/ 340314 w 1878314"/>
              <a:gd name="csY181" fmla="*/ 1185901 h 1185900"/>
              <a:gd name="csX182" fmla="*/ 342195 w 1878314"/>
              <a:gd name="csY182" fmla="*/ 1185901 h 1185900"/>
              <a:gd name="csX183" fmla="*/ 344075 w 1878314"/>
              <a:gd name="csY183" fmla="*/ 1185901 h 1185900"/>
              <a:gd name="csX184" fmla="*/ 345955 w 1878314"/>
              <a:gd name="csY184" fmla="*/ 1185901 h 1185900"/>
              <a:gd name="csX185" fmla="*/ 347835 w 1878314"/>
              <a:gd name="csY185" fmla="*/ 1185901 h 1185900"/>
              <a:gd name="csX186" fmla="*/ 349715 w 1878314"/>
              <a:gd name="csY186" fmla="*/ 1185901 h 1185900"/>
              <a:gd name="csX187" fmla="*/ 351595 w 1878314"/>
              <a:gd name="csY187" fmla="*/ 1185901 h 1185900"/>
              <a:gd name="csX188" fmla="*/ 353475 w 1878314"/>
              <a:gd name="csY188" fmla="*/ 1185901 h 1185900"/>
              <a:gd name="csX189" fmla="*/ 355356 w 1878314"/>
              <a:gd name="csY189" fmla="*/ 1185901 h 1185900"/>
              <a:gd name="csX190" fmla="*/ 357236 w 1878314"/>
              <a:gd name="csY190" fmla="*/ 1185901 h 1185900"/>
              <a:gd name="csX191" fmla="*/ 359116 w 1878314"/>
              <a:gd name="csY191" fmla="*/ 1185901 h 1185900"/>
              <a:gd name="csX192" fmla="*/ 360996 w 1878314"/>
              <a:gd name="csY192" fmla="*/ 1185901 h 1185900"/>
              <a:gd name="csX193" fmla="*/ 362877 w 1878314"/>
              <a:gd name="csY193" fmla="*/ 1185901 h 1185900"/>
              <a:gd name="csX194" fmla="*/ 364757 w 1878314"/>
              <a:gd name="csY194" fmla="*/ 1185901 h 1185900"/>
              <a:gd name="csX195" fmla="*/ 366637 w 1878314"/>
              <a:gd name="csY195" fmla="*/ 1185901 h 1185900"/>
              <a:gd name="csX196" fmla="*/ 368518 w 1878314"/>
              <a:gd name="csY196" fmla="*/ 1185901 h 1185900"/>
              <a:gd name="csX197" fmla="*/ 370397 w 1878314"/>
              <a:gd name="csY197" fmla="*/ 1185901 h 1185900"/>
              <a:gd name="csX198" fmla="*/ 372277 w 1878314"/>
              <a:gd name="csY198" fmla="*/ 1185901 h 1185900"/>
              <a:gd name="csX199" fmla="*/ 374157 w 1878314"/>
              <a:gd name="csY199" fmla="*/ 1185901 h 1185900"/>
              <a:gd name="csX200" fmla="*/ 376038 w 1878314"/>
              <a:gd name="csY200" fmla="*/ 1185901 h 1185900"/>
              <a:gd name="csX201" fmla="*/ 377918 w 1878314"/>
              <a:gd name="csY201" fmla="*/ 1185901 h 1185900"/>
              <a:gd name="csX202" fmla="*/ 379798 w 1878314"/>
              <a:gd name="csY202" fmla="*/ 1185901 h 1185900"/>
              <a:gd name="csX203" fmla="*/ 381679 w 1878314"/>
              <a:gd name="csY203" fmla="*/ 1185901 h 1185900"/>
              <a:gd name="csX204" fmla="*/ 383559 w 1878314"/>
              <a:gd name="csY204" fmla="*/ 1185901 h 1185900"/>
              <a:gd name="csX205" fmla="*/ 385439 w 1878314"/>
              <a:gd name="csY205" fmla="*/ 1185901 h 1185900"/>
              <a:gd name="csX206" fmla="*/ 387319 w 1878314"/>
              <a:gd name="csY206" fmla="*/ 1185901 h 1185900"/>
              <a:gd name="csX207" fmla="*/ 389200 w 1878314"/>
              <a:gd name="csY207" fmla="*/ 1185901 h 1185900"/>
              <a:gd name="csX208" fmla="*/ 391079 w 1878314"/>
              <a:gd name="csY208" fmla="*/ 1185901 h 1185900"/>
              <a:gd name="csX209" fmla="*/ 392959 w 1878314"/>
              <a:gd name="csY209" fmla="*/ 1185901 h 1185900"/>
              <a:gd name="csX210" fmla="*/ 394840 w 1878314"/>
              <a:gd name="csY210" fmla="*/ 1185901 h 1185900"/>
              <a:gd name="csX211" fmla="*/ 396720 w 1878314"/>
              <a:gd name="csY211" fmla="*/ 1185901 h 1185900"/>
              <a:gd name="csX212" fmla="*/ 398600 w 1878314"/>
              <a:gd name="csY212" fmla="*/ 1185901 h 1185900"/>
              <a:gd name="csX213" fmla="*/ 400480 w 1878314"/>
              <a:gd name="csY213" fmla="*/ 1185901 h 1185900"/>
              <a:gd name="csX214" fmla="*/ 402361 w 1878314"/>
              <a:gd name="csY214" fmla="*/ 1185901 h 1185900"/>
              <a:gd name="csX215" fmla="*/ 404241 w 1878314"/>
              <a:gd name="csY215" fmla="*/ 1185901 h 1185900"/>
              <a:gd name="csX216" fmla="*/ 406121 w 1878314"/>
              <a:gd name="csY216" fmla="*/ 1185901 h 1185900"/>
              <a:gd name="csX217" fmla="*/ 408001 w 1878314"/>
              <a:gd name="csY217" fmla="*/ 1185901 h 1185900"/>
              <a:gd name="csX218" fmla="*/ 409882 w 1878314"/>
              <a:gd name="csY218" fmla="*/ 1185901 h 1185900"/>
              <a:gd name="csX219" fmla="*/ 411762 w 1878314"/>
              <a:gd name="csY219" fmla="*/ 1185901 h 1185900"/>
              <a:gd name="csX220" fmla="*/ 413641 w 1878314"/>
              <a:gd name="csY220" fmla="*/ 1185901 h 1185900"/>
              <a:gd name="csX221" fmla="*/ 415522 w 1878314"/>
              <a:gd name="csY221" fmla="*/ 1185901 h 1185900"/>
              <a:gd name="csX222" fmla="*/ 417402 w 1878314"/>
              <a:gd name="csY222" fmla="*/ 1185901 h 1185900"/>
              <a:gd name="csX223" fmla="*/ 419282 w 1878314"/>
              <a:gd name="csY223" fmla="*/ 1185901 h 1185900"/>
              <a:gd name="csX224" fmla="*/ 421162 w 1878314"/>
              <a:gd name="csY224" fmla="*/ 1185901 h 1185900"/>
              <a:gd name="csX225" fmla="*/ 423043 w 1878314"/>
              <a:gd name="csY225" fmla="*/ 1185901 h 1185900"/>
              <a:gd name="csX226" fmla="*/ 424923 w 1878314"/>
              <a:gd name="csY226" fmla="*/ 1185901 h 1185900"/>
              <a:gd name="csX227" fmla="*/ 426803 w 1878314"/>
              <a:gd name="csY227" fmla="*/ 1185901 h 1185900"/>
              <a:gd name="csX228" fmla="*/ 428684 w 1878314"/>
              <a:gd name="csY228" fmla="*/ 1185901 h 1185900"/>
              <a:gd name="csX229" fmla="*/ 430564 w 1878314"/>
              <a:gd name="csY229" fmla="*/ 1185901 h 1185900"/>
              <a:gd name="csX230" fmla="*/ 432444 w 1878314"/>
              <a:gd name="csY230" fmla="*/ 1185901 h 1185900"/>
              <a:gd name="csX231" fmla="*/ 434323 w 1878314"/>
              <a:gd name="csY231" fmla="*/ 1185901 h 1185900"/>
              <a:gd name="csX232" fmla="*/ 436204 w 1878314"/>
              <a:gd name="csY232" fmla="*/ 1185901 h 1185900"/>
              <a:gd name="csX233" fmla="*/ 438084 w 1878314"/>
              <a:gd name="csY233" fmla="*/ 1185901 h 1185900"/>
              <a:gd name="csX234" fmla="*/ 439964 w 1878314"/>
              <a:gd name="csY234" fmla="*/ 1185901 h 1185900"/>
              <a:gd name="csX235" fmla="*/ 441844 w 1878314"/>
              <a:gd name="csY235" fmla="*/ 1185901 h 1185900"/>
              <a:gd name="csX236" fmla="*/ 443725 w 1878314"/>
              <a:gd name="csY236" fmla="*/ 1185901 h 1185900"/>
              <a:gd name="csX237" fmla="*/ 445605 w 1878314"/>
              <a:gd name="csY237" fmla="*/ 1185901 h 1185900"/>
              <a:gd name="csX238" fmla="*/ 447485 w 1878314"/>
              <a:gd name="csY238" fmla="*/ 1185901 h 1185900"/>
              <a:gd name="csX239" fmla="*/ 449366 w 1878314"/>
              <a:gd name="csY239" fmla="*/ 1185901 h 1185900"/>
              <a:gd name="csX240" fmla="*/ 451246 w 1878314"/>
              <a:gd name="csY240" fmla="*/ 1185901 h 1185900"/>
              <a:gd name="csX241" fmla="*/ 453126 w 1878314"/>
              <a:gd name="csY241" fmla="*/ 1185901 h 1185900"/>
              <a:gd name="csX242" fmla="*/ 455006 w 1878314"/>
              <a:gd name="csY242" fmla="*/ 1185901 h 1185900"/>
              <a:gd name="csX243" fmla="*/ 456886 w 1878314"/>
              <a:gd name="csY243" fmla="*/ 1185901 h 1185900"/>
              <a:gd name="csX244" fmla="*/ 458766 w 1878314"/>
              <a:gd name="csY244" fmla="*/ 1185901 h 1185900"/>
              <a:gd name="csX245" fmla="*/ 460646 w 1878314"/>
              <a:gd name="csY245" fmla="*/ 1185901 h 1185900"/>
              <a:gd name="csX246" fmla="*/ 462527 w 1878314"/>
              <a:gd name="csY246" fmla="*/ 1185901 h 1185900"/>
              <a:gd name="csX247" fmla="*/ 464407 w 1878314"/>
              <a:gd name="csY247" fmla="*/ 1185901 h 1185900"/>
              <a:gd name="csX248" fmla="*/ 466287 w 1878314"/>
              <a:gd name="csY248" fmla="*/ 1185901 h 1185900"/>
              <a:gd name="csX249" fmla="*/ 468167 w 1878314"/>
              <a:gd name="csY249" fmla="*/ 1185901 h 1185900"/>
              <a:gd name="csX250" fmla="*/ 470048 w 1878314"/>
              <a:gd name="csY250" fmla="*/ 1185901 h 1185900"/>
              <a:gd name="csX251" fmla="*/ 471928 w 1878314"/>
              <a:gd name="csY251" fmla="*/ 1185901 h 1185900"/>
              <a:gd name="csX252" fmla="*/ 473808 w 1878314"/>
              <a:gd name="csY252" fmla="*/ 1185901 h 1185900"/>
              <a:gd name="csX253" fmla="*/ 475688 w 1878314"/>
              <a:gd name="csY253" fmla="*/ 1185901 h 1185900"/>
              <a:gd name="csX254" fmla="*/ 477568 w 1878314"/>
              <a:gd name="csY254" fmla="*/ 1185901 h 1185900"/>
              <a:gd name="csX255" fmla="*/ 479448 w 1878314"/>
              <a:gd name="csY255" fmla="*/ 1185901 h 1185900"/>
              <a:gd name="csX256" fmla="*/ 481328 w 1878314"/>
              <a:gd name="csY256" fmla="*/ 1185901 h 1185900"/>
              <a:gd name="csX257" fmla="*/ 483209 w 1878314"/>
              <a:gd name="csY257" fmla="*/ 1185901 h 1185900"/>
              <a:gd name="csX258" fmla="*/ 485089 w 1878314"/>
              <a:gd name="csY258" fmla="*/ 1185901 h 1185900"/>
              <a:gd name="csX259" fmla="*/ 486969 w 1878314"/>
              <a:gd name="csY259" fmla="*/ 1185901 h 1185900"/>
              <a:gd name="csX260" fmla="*/ 488849 w 1878314"/>
              <a:gd name="csY260" fmla="*/ 1185901 h 1185900"/>
              <a:gd name="csX261" fmla="*/ 490730 w 1878314"/>
              <a:gd name="csY261" fmla="*/ 1185901 h 1185900"/>
              <a:gd name="csX262" fmla="*/ 492610 w 1878314"/>
              <a:gd name="csY262" fmla="*/ 1185901 h 1185900"/>
              <a:gd name="csX263" fmla="*/ 494490 w 1878314"/>
              <a:gd name="csY263" fmla="*/ 1185901 h 1185900"/>
              <a:gd name="csX264" fmla="*/ 496371 w 1878314"/>
              <a:gd name="csY264" fmla="*/ 1185901 h 1185900"/>
              <a:gd name="csX265" fmla="*/ 498251 w 1878314"/>
              <a:gd name="csY265" fmla="*/ 1185901 h 1185900"/>
              <a:gd name="csX266" fmla="*/ 500130 w 1878314"/>
              <a:gd name="csY266" fmla="*/ 1185901 h 1185900"/>
              <a:gd name="csX267" fmla="*/ 502010 w 1878314"/>
              <a:gd name="csY267" fmla="*/ 1185901 h 1185900"/>
              <a:gd name="csX268" fmla="*/ 503891 w 1878314"/>
              <a:gd name="csY268" fmla="*/ 1185901 h 1185900"/>
              <a:gd name="csX269" fmla="*/ 505771 w 1878314"/>
              <a:gd name="csY269" fmla="*/ 1185901 h 1185900"/>
              <a:gd name="csX270" fmla="*/ 507651 w 1878314"/>
              <a:gd name="csY270" fmla="*/ 1185901 h 1185900"/>
              <a:gd name="csX271" fmla="*/ 509531 w 1878314"/>
              <a:gd name="csY271" fmla="*/ 1185901 h 1185900"/>
              <a:gd name="csX272" fmla="*/ 511412 w 1878314"/>
              <a:gd name="csY272" fmla="*/ 1185901 h 1185900"/>
              <a:gd name="csX273" fmla="*/ 513292 w 1878314"/>
              <a:gd name="csY273" fmla="*/ 1185901 h 1185900"/>
              <a:gd name="csX274" fmla="*/ 515172 w 1878314"/>
              <a:gd name="csY274" fmla="*/ 1185901 h 1185900"/>
              <a:gd name="csX275" fmla="*/ 517053 w 1878314"/>
              <a:gd name="csY275" fmla="*/ 1185901 h 1185900"/>
              <a:gd name="csX276" fmla="*/ 518933 w 1878314"/>
              <a:gd name="csY276" fmla="*/ 1185901 h 1185900"/>
              <a:gd name="csX277" fmla="*/ 520812 w 1878314"/>
              <a:gd name="csY277" fmla="*/ 1185901 h 1185900"/>
              <a:gd name="csX278" fmla="*/ 522692 w 1878314"/>
              <a:gd name="csY278" fmla="*/ 1185901 h 1185900"/>
              <a:gd name="csX279" fmla="*/ 524573 w 1878314"/>
              <a:gd name="csY279" fmla="*/ 1185901 h 1185900"/>
              <a:gd name="csX280" fmla="*/ 526453 w 1878314"/>
              <a:gd name="csY280" fmla="*/ 1185901 h 1185900"/>
              <a:gd name="csX281" fmla="*/ 528333 w 1878314"/>
              <a:gd name="csY281" fmla="*/ 1185901 h 1185900"/>
              <a:gd name="csX282" fmla="*/ 530214 w 1878314"/>
              <a:gd name="csY282" fmla="*/ 1185901 h 1185900"/>
              <a:gd name="csX283" fmla="*/ 532094 w 1878314"/>
              <a:gd name="csY283" fmla="*/ 1185901 h 1185900"/>
              <a:gd name="csX284" fmla="*/ 533974 w 1878314"/>
              <a:gd name="csY284" fmla="*/ 1185901 h 1185900"/>
              <a:gd name="csX285" fmla="*/ 535854 w 1878314"/>
              <a:gd name="csY285" fmla="*/ 1185901 h 1185900"/>
              <a:gd name="csX286" fmla="*/ 537735 w 1878314"/>
              <a:gd name="csY286" fmla="*/ 1185901 h 1185900"/>
              <a:gd name="csX287" fmla="*/ 539615 w 1878314"/>
              <a:gd name="csY287" fmla="*/ 1185901 h 1185900"/>
              <a:gd name="csX288" fmla="*/ 541495 w 1878314"/>
              <a:gd name="csY288" fmla="*/ 1185901 h 1185900"/>
              <a:gd name="csX289" fmla="*/ 543375 w 1878314"/>
              <a:gd name="csY289" fmla="*/ 1185901 h 1185900"/>
              <a:gd name="csX290" fmla="*/ 545255 w 1878314"/>
              <a:gd name="csY290" fmla="*/ 1185901 h 1185900"/>
              <a:gd name="csX291" fmla="*/ 547135 w 1878314"/>
              <a:gd name="csY291" fmla="*/ 1185901 h 1185900"/>
              <a:gd name="csX292" fmla="*/ 549015 w 1878314"/>
              <a:gd name="csY292" fmla="*/ 1185901 h 1185900"/>
              <a:gd name="csX293" fmla="*/ 550896 w 1878314"/>
              <a:gd name="csY293" fmla="*/ 1185901 h 1185900"/>
              <a:gd name="csX294" fmla="*/ 552776 w 1878314"/>
              <a:gd name="csY294" fmla="*/ 1185901 h 1185900"/>
              <a:gd name="csX295" fmla="*/ 554656 w 1878314"/>
              <a:gd name="csY295" fmla="*/ 1185901 h 1185900"/>
              <a:gd name="csX296" fmla="*/ 556536 w 1878314"/>
              <a:gd name="csY296" fmla="*/ 1185901 h 1185900"/>
              <a:gd name="csX297" fmla="*/ 558417 w 1878314"/>
              <a:gd name="csY297" fmla="*/ 1185901 h 1185900"/>
              <a:gd name="csX298" fmla="*/ 560297 w 1878314"/>
              <a:gd name="csY298" fmla="*/ 1185901 h 1185900"/>
              <a:gd name="csX299" fmla="*/ 562177 w 1878314"/>
              <a:gd name="csY299" fmla="*/ 1185901 h 1185900"/>
              <a:gd name="csX300" fmla="*/ 564057 w 1878314"/>
              <a:gd name="csY300" fmla="*/ 1185901 h 1185900"/>
              <a:gd name="csX301" fmla="*/ 565937 w 1878314"/>
              <a:gd name="csY301" fmla="*/ 1185901 h 1185900"/>
              <a:gd name="csX302" fmla="*/ 567817 w 1878314"/>
              <a:gd name="csY302" fmla="*/ 1185901 h 1185900"/>
              <a:gd name="csX303" fmla="*/ 569697 w 1878314"/>
              <a:gd name="csY303" fmla="*/ 1185901 h 1185900"/>
              <a:gd name="csX304" fmla="*/ 571578 w 1878314"/>
              <a:gd name="csY304" fmla="*/ 1185901 h 1185900"/>
              <a:gd name="csX305" fmla="*/ 573458 w 1878314"/>
              <a:gd name="csY305" fmla="*/ 1185901 h 1185900"/>
              <a:gd name="csX306" fmla="*/ 575338 w 1878314"/>
              <a:gd name="csY306" fmla="*/ 1185901 h 1185900"/>
              <a:gd name="csX307" fmla="*/ 577219 w 1878314"/>
              <a:gd name="csY307" fmla="*/ 1185901 h 1185900"/>
              <a:gd name="csX308" fmla="*/ 579099 w 1878314"/>
              <a:gd name="csY308" fmla="*/ 1185901 h 1185900"/>
              <a:gd name="csX309" fmla="*/ 580979 w 1878314"/>
              <a:gd name="csY309" fmla="*/ 1185901 h 1185900"/>
              <a:gd name="csX310" fmla="*/ 582859 w 1878314"/>
              <a:gd name="csY310" fmla="*/ 1185901 h 1185900"/>
              <a:gd name="csX311" fmla="*/ 584740 w 1878314"/>
              <a:gd name="csY311" fmla="*/ 1185901 h 1185900"/>
              <a:gd name="csX312" fmla="*/ 586619 w 1878314"/>
              <a:gd name="csY312" fmla="*/ 1185901 h 1185900"/>
              <a:gd name="csX313" fmla="*/ 588499 w 1878314"/>
              <a:gd name="csY313" fmla="*/ 1185901 h 1185900"/>
              <a:gd name="csX314" fmla="*/ 590379 w 1878314"/>
              <a:gd name="csY314" fmla="*/ 1185901 h 1185900"/>
              <a:gd name="csX315" fmla="*/ 592260 w 1878314"/>
              <a:gd name="csY315" fmla="*/ 1185901 h 1185900"/>
              <a:gd name="csX316" fmla="*/ 594140 w 1878314"/>
              <a:gd name="csY316" fmla="*/ 1185901 h 1185900"/>
              <a:gd name="csX317" fmla="*/ 596020 w 1878314"/>
              <a:gd name="csY317" fmla="*/ 1185901 h 1185900"/>
              <a:gd name="csX318" fmla="*/ 597901 w 1878314"/>
              <a:gd name="csY318" fmla="*/ 1185901 h 1185900"/>
              <a:gd name="csX319" fmla="*/ 599781 w 1878314"/>
              <a:gd name="csY319" fmla="*/ 1185901 h 1185900"/>
              <a:gd name="csX320" fmla="*/ 601661 w 1878314"/>
              <a:gd name="csY320" fmla="*/ 1185901 h 1185900"/>
              <a:gd name="csX321" fmla="*/ 603541 w 1878314"/>
              <a:gd name="csY321" fmla="*/ 1185901 h 1185900"/>
              <a:gd name="csX322" fmla="*/ 605422 w 1878314"/>
              <a:gd name="csY322" fmla="*/ 1185901 h 1185900"/>
              <a:gd name="csX323" fmla="*/ 607301 w 1878314"/>
              <a:gd name="csY323" fmla="*/ 1185901 h 1185900"/>
              <a:gd name="csX324" fmla="*/ 609181 w 1878314"/>
              <a:gd name="csY324" fmla="*/ 1185901 h 1185900"/>
              <a:gd name="csX325" fmla="*/ 611062 w 1878314"/>
              <a:gd name="csY325" fmla="*/ 1185901 h 1185900"/>
              <a:gd name="csX326" fmla="*/ 612942 w 1878314"/>
              <a:gd name="csY326" fmla="*/ 1185901 h 1185900"/>
              <a:gd name="csX327" fmla="*/ 614822 w 1878314"/>
              <a:gd name="csY327" fmla="*/ 1185901 h 1185900"/>
              <a:gd name="csX328" fmla="*/ 616702 w 1878314"/>
              <a:gd name="csY328" fmla="*/ 1185901 h 1185900"/>
              <a:gd name="csX329" fmla="*/ 618583 w 1878314"/>
              <a:gd name="csY329" fmla="*/ 1185901 h 1185900"/>
              <a:gd name="csX330" fmla="*/ 620463 w 1878314"/>
              <a:gd name="csY330" fmla="*/ 1185901 h 1185900"/>
              <a:gd name="csX331" fmla="*/ 622342 w 1878314"/>
              <a:gd name="csY331" fmla="*/ 1185901 h 1185900"/>
              <a:gd name="csX332" fmla="*/ 624224 w 1878314"/>
              <a:gd name="csY332" fmla="*/ 1185901 h 1185900"/>
              <a:gd name="csX333" fmla="*/ 626107 w 1878314"/>
              <a:gd name="csY333" fmla="*/ 1185901 h 1185900"/>
              <a:gd name="csX334" fmla="*/ 627979 w 1878314"/>
              <a:gd name="csY334" fmla="*/ 1185901 h 1185900"/>
              <a:gd name="csX335" fmla="*/ 629861 w 1878314"/>
              <a:gd name="csY335" fmla="*/ 1185901 h 1185900"/>
              <a:gd name="csX336" fmla="*/ 631744 w 1878314"/>
              <a:gd name="csY336" fmla="*/ 1185901 h 1185900"/>
              <a:gd name="csX337" fmla="*/ 633626 w 1878314"/>
              <a:gd name="csY337" fmla="*/ 1185901 h 1185900"/>
              <a:gd name="csX338" fmla="*/ 635508 w 1878314"/>
              <a:gd name="csY338" fmla="*/ 1185901 h 1185900"/>
              <a:gd name="csX339" fmla="*/ 637381 w 1878314"/>
              <a:gd name="csY339" fmla="*/ 1185901 h 1185900"/>
              <a:gd name="csX340" fmla="*/ 639263 w 1878314"/>
              <a:gd name="csY340" fmla="*/ 1185901 h 1185900"/>
              <a:gd name="csX341" fmla="*/ 641145 w 1878314"/>
              <a:gd name="csY341" fmla="*/ 1185901 h 1185900"/>
              <a:gd name="csX342" fmla="*/ 643027 w 1878314"/>
              <a:gd name="csY342" fmla="*/ 1185901 h 1185900"/>
              <a:gd name="csX343" fmla="*/ 644909 w 1878314"/>
              <a:gd name="csY343" fmla="*/ 1185901 h 1185900"/>
              <a:gd name="csX344" fmla="*/ 646782 w 1878314"/>
              <a:gd name="csY344" fmla="*/ 1185901 h 1185900"/>
              <a:gd name="csX345" fmla="*/ 648664 w 1878314"/>
              <a:gd name="csY345" fmla="*/ 1185901 h 1185900"/>
              <a:gd name="csX346" fmla="*/ 650546 w 1878314"/>
              <a:gd name="csY346" fmla="*/ 1185901 h 1185900"/>
              <a:gd name="csX347" fmla="*/ 652429 w 1878314"/>
              <a:gd name="csY347" fmla="*/ 1185901 h 1185900"/>
              <a:gd name="csX348" fmla="*/ 654311 w 1878314"/>
              <a:gd name="csY348" fmla="*/ 1185901 h 1185900"/>
              <a:gd name="csX349" fmla="*/ 656183 w 1878314"/>
              <a:gd name="csY349" fmla="*/ 1185901 h 1185900"/>
              <a:gd name="csX350" fmla="*/ 658066 w 1878314"/>
              <a:gd name="csY350" fmla="*/ 1185901 h 1185900"/>
              <a:gd name="csX351" fmla="*/ 659948 w 1878314"/>
              <a:gd name="csY351" fmla="*/ 1185901 h 1185900"/>
              <a:gd name="csX352" fmla="*/ 661830 w 1878314"/>
              <a:gd name="csY352" fmla="*/ 1185901 h 1185900"/>
              <a:gd name="csX353" fmla="*/ 663703 w 1878314"/>
              <a:gd name="csY353" fmla="*/ 1185901 h 1185900"/>
              <a:gd name="csX354" fmla="*/ 665585 w 1878314"/>
              <a:gd name="csY354" fmla="*/ 1185901 h 1185900"/>
              <a:gd name="csX355" fmla="*/ 667467 w 1878314"/>
              <a:gd name="csY355" fmla="*/ 1185901 h 1185900"/>
              <a:gd name="csX356" fmla="*/ 669349 w 1878314"/>
              <a:gd name="csY356" fmla="*/ 1185901 h 1185900"/>
              <a:gd name="csX357" fmla="*/ 671231 w 1878314"/>
              <a:gd name="csY357" fmla="*/ 1185901 h 1185900"/>
              <a:gd name="csX358" fmla="*/ 673104 w 1878314"/>
              <a:gd name="csY358" fmla="*/ 1185901 h 1185900"/>
              <a:gd name="csX359" fmla="*/ 674986 w 1878314"/>
              <a:gd name="csY359" fmla="*/ 1185901 h 1185900"/>
              <a:gd name="csX360" fmla="*/ 676868 w 1878314"/>
              <a:gd name="csY360" fmla="*/ 1185901 h 1185900"/>
              <a:gd name="csX361" fmla="*/ 678751 w 1878314"/>
              <a:gd name="csY361" fmla="*/ 1185901 h 1185900"/>
              <a:gd name="csX362" fmla="*/ 680633 w 1878314"/>
              <a:gd name="csY362" fmla="*/ 1185901 h 1185900"/>
              <a:gd name="csX363" fmla="*/ 682505 w 1878314"/>
              <a:gd name="csY363" fmla="*/ 1185901 h 1185900"/>
              <a:gd name="csX364" fmla="*/ 684387 w 1878314"/>
              <a:gd name="csY364" fmla="*/ 1185901 h 1185900"/>
              <a:gd name="csX365" fmla="*/ 686270 w 1878314"/>
              <a:gd name="csY365" fmla="*/ 1185901 h 1185900"/>
              <a:gd name="csX366" fmla="*/ 688152 w 1878314"/>
              <a:gd name="csY366" fmla="*/ 1185901 h 1185900"/>
              <a:gd name="csX367" fmla="*/ 690034 w 1878314"/>
              <a:gd name="csY367" fmla="*/ 1185901 h 1185900"/>
              <a:gd name="csX368" fmla="*/ 691907 w 1878314"/>
              <a:gd name="csY368" fmla="*/ 1185901 h 1185900"/>
              <a:gd name="csX369" fmla="*/ 693789 w 1878314"/>
              <a:gd name="csY369" fmla="*/ 1185901 h 1185900"/>
              <a:gd name="csX370" fmla="*/ 695671 w 1878314"/>
              <a:gd name="csY370" fmla="*/ 1185901 h 1185900"/>
              <a:gd name="csX371" fmla="*/ 697553 w 1878314"/>
              <a:gd name="csY371" fmla="*/ 1185901 h 1185900"/>
              <a:gd name="csX372" fmla="*/ 699435 w 1878314"/>
              <a:gd name="csY372" fmla="*/ 1185901 h 1185900"/>
              <a:gd name="csX373" fmla="*/ 701308 w 1878314"/>
              <a:gd name="csY373" fmla="*/ 1185901 h 1185900"/>
              <a:gd name="csX374" fmla="*/ 703190 w 1878314"/>
              <a:gd name="csY374" fmla="*/ 1185901 h 1185900"/>
              <a:gd name="csX375" fmla="*/ 705072 w 1878314"/>
              <a:gd name="csY375" fmla="*/ 1185901 h 1185900"/>
              <a:gd name="csX376" fmla="*/ 706955 w 1878314"/>
              <a:gd name="csY376" fmla="*/ 1185901 h 1185900"/>
              <a:gd name="csX377" fmla="*/ 708827 w 1878314"/>
              <a:gd name="csY377" fmla="*/ 1185901 h 1185900"/>
              <a:gd name="csX378" fmla="*/ 710709 w 1878314"/>
              <a:gd name="csY378" fmla="*/ 1185901 h 1185900"/>
              <a:gd name="csX379" fmla="*/ 712592 w 1878314"/>
              <a:gd name="csY379" fmla="*/ 1185901 h 1185900"/>
              <a:gd name="csX380" fmla="*/ 714474 w 1878314"/>
              <a:gd name="csY380" fmla="*/ 1185901 h 1185900"/>
              <a:gd name="csX381" fmla="*/ 716356 w 1878314"/>
              <a:gd name="csY381" fmla="*/ 1185901 h 1185900"/>
              <a:gd name="csX382" fmla="*/ 718229 w 1878314"/>
              <a:gd name="csY382" fmla="*/ 1185901 h 1185900"/>
              <a:gd name="csX383" fmla="*/ 720111 w 1878314"/>
              <a:gd name="csY383" fmla="*/ 1185901 h 1185900"/>
              <a:gd name="csX384" fmla="*/ 721993 w 1878314"/>
              <a:gd name="csY384" fmla="*/ 1185901 h 1185900"/>
              <a:gd name="csX385" fmla="*/ 723875 w 1878314"/>
              <a:gd name="csY385" fmla="*/ 1185901 h 1185900"/>
              <a:gd name="csX386" fmla="*/ 725757 w 1878314"/>
              <a:gd name="csY386" fmla="*/ 1185901 h 1185900"/>
              <a:gd name="csX387" fmla="*/ 727630 w 1878314"/>
              <a:gd name="csY387" fmla="*/ 1185901 h 1185900"/>
              <a:gd name="csX388" fmla="*/ 729512 w 1878314"/>
              <a:gd name="csY388" fmla="*/ 1185901 h 1185900"/>
              <a:gd name="csX389" fmla="*/ 731394 w 1878314"/>
              <a:gd name="csY389" fmla="*/ 1185901 h 1185900"/>
              <a:gd name="csX390" fmla="*/ 733277 w 1878314"/>
              <a:gd name="csY390" fmla="*/ 1185901 h 1185900"/>
              <a:gd name="csX391" fmla="*/ 735159 w 1878314"/>
              <a:gd name="csY391" fmla="*/ 1185901 h 1185900"/>
              <a:gd name="csX392" fmla="*/ 737031 w 1878314"/>
              <a:gd name="csY392" fmla="*/ 1185901 h 1185900"/>
              <a:gd name="csX393" fmla="*/ 738914 w 1878314"/>
              <a:gd name="csY393" fmla="*/ 1185901 h 1185900"/>
              <a:gd name="csX394" fmla="*/ 740796 w 1878314"/>
              <a:gd name="csY394" fmla="*/ 1185901 h 1185900"/>
              <a:gd name="csX395" fmla="*/ 742678 w 1878314"/>
              <a:gd name="csY395" fmla="*/ 1185901 h 1185900"/>
              <a:gd name="csX396" fmla="*/ 744560 w 1878314"/>
              <a:gd name="csY396" fmla="*/ 1185901 h 1185900"/>
              <a:gd name="csX397" fmla="*/ 746433 w 1878314"/>
              <a:gd name="csY397" fmla="*/ 1185901 h 1185900"/>
              <a:gd name="csX398" fmla="*/ 748315 w 1878314"/>
              <a:gd name="csY398" fmla="*/ 1185901 h 1185900"/>
              <a:gd name="csX399" fmla="*/ 750197 w 1878314"/>
              <a:gd name="csY399" fmla="*/ 1185901 h 1185900"/>
              <a:gd name="csX400" fmla="*/ 752079 w 1878314"/>
              <a:gd name="csY400" fmla="*/ 1185901 h 1185900"/>
              <a:gd name="csX401" fmla="*/ 753952 w 1878314"/>
              <a:gd name="csY401" fmla="*/ 1185901 h 1185900"/>
              <a:gd name="csX402" fmla="*/ 755834 w 1878314"/>
              <a:gd name="csY402" fmla="*/ 1185901 h 1185900"/>
              <a:gd name="csX403" fmla="*/ 757716 w 1878314"/>
              <a:gd name="csY403" fmla="*/ 1185901 h 1185900"/>
              <a:gd name="csX404" fmla="*/ 759598 w 1878314"/>
              <a:gd name="csY404" fmla="*/ 1185901 h 1185900"/>
              <a:gd name="csX405" fmla="*/ 761481 w 1878314"/>
              <a:gd name="csY405" fmla="*/ 1185901 h 1185900"/>
              <a:gd name="csX406" fmla="*/ 763353 w 1878314"/>
              <a:gd name="csY406" fmla="*/ 1185901 h 1185900"/>
              <a:gd name="csX407" fmla="*/ 765235 w 1878314"/>
              <a:gd name="csY407" fmla="*/ 1185901 h 1185900"/>
              <a:gd name="csX408" fmla="*/ 767118 w 1878314"/>
              <a:gd name="csY408" fmla="*/ 1185901 h 1185900"/>
              <a:gd name="csX409" fmla="*/ 769000 w 1878314"/>
              <a:gd name="csY409" fmla="*/ 1185901 h 1185900"/>
              <a:gd name="csX410" fmla="*/ 770882 w 1878314"/>
              <a:gd name="csY410" fmla="*/ 1185901 h 1185900"/>
              <a:gd name="csX411" fmla="*/ 772755 w 1878314"/>
              <a:gd name="csY411" fmla="*/ 1185901 h 1185900"/>
              <a:gd name="csX412" fmla="*/ 774637 w 1878314"/>
              <a:gd name="csY412" fmla="*/ 1185901 h 1185900"/>
              <a:gd name="csX413" fmla="*/ 776519 w 1878314"/>
              <a:gd name="csY413" fmla="*/ 1185901 h 1185900"/>
              <a:gd name="csX414" fmla="*/ 778401 w 1878314"/>
              <a:gd name="csY414" fmla="*/ 1185901 h 1185900"/>
              <a:gd name="csX415" fmla="*/ 780283 w 1878314"/>
              <a:gd name="csY415" fmla="*/ 1185901 h 1185900"/>
              <a:gd name="csX416" fmla="*/ 782156 w 1878314"/>
              <a:gd name="csY416" fmla="*/ 1185901 h 1185900"/>
              <a:gd name="csX417" fmla="*/ 784038 w 1878314"/>
              <a:gd name="csY417" fmla="*/ 1185901 h 1185900"/>
              <a:gd name="csX418" fmla="*/ 785920 w 1878314"/>
              <a:gd name="csY418" fmla="*/ 1185901 h 1185900"/>
              <a:gd name="csX419" fmla="*/ 787803 w 1878314"/>
              <a:gd name="csY419" fmla="*/ 1185901 h 1185900"/>
              <a:gd name="csX420" fmla="*/ 789685 w 1878314"/>
              <a:gd name="csY420" fmla="*/ 1185901 h 1185900"/>
              <a:gd name="csX421" fmla="*/ 791557 w 1878314"/>
              <a:gd name="csY421" fmla="*/ 1185901 h 1185900"/>
              <a:gd name="csX422" fmla="*/ 793440 w 1878314"/>
              <a:gd name="csY422" fmla="*/ 1185901 h 1185900"/>
              <a:gd name="csX423" fmla="*/ 795322 w 1878314"/>
              <a:gd name="csY423" fmla="*/ 1185901 h 1185900"/>
              <a:gd name="csX424" fmla="*/ 797204 w 1878314"/>
              <a:gd name="csY424" fmla="*/ 1185901 h 1185900"/>
              <a:gd name="csX425" fmla="*/ 799077 w 1878314"/>
              <a:gd name="csY425" fmla="*/ 1185901 h 1185900"/>
              <a:gd name="csX426" fmla="*/ 800959 w 1878314"/>
              <a:gd name="csY426" fmla="*/ 1185901 h 1185900"/>
              <a:gd name="csX427" fmla="*/ 802841 w 1878314"/>
              <a:gd name="csY427" fmla="*/ 1185901 h 1185900"/>
              <a:gd name="csX428" fmla="*/ 804723 w 1878314"/>
              <a:gd name="csY428" fmla="*/ 1185901 h 1185900"/>
              <a:gd name="csX429" fmla="*/ 806605 w 1878314"/>
              <a:gd name="csY429" fmla="*/ 1185901 h 1185900"/>
              <a:gd name="csX430" fmla="*/ 808478 w 1878314"/>
              <a:gd name="csY430" fmla="*/ 1185901 h 1185900"/>
              <a:gd name="csX431" fmla="*/ 810360 w 1878314"/>
              <a:gd name="csY431" fmla="*/ 1185901 h 1185900"/>
              <a:gd name="csX432" fmla="*/ 812242 w 1878314"/>
              <a:gd name="csY432" fmla="*/ 1185901 h 1185900"/>
              <a:gd name="csX433" fmla="*/ 814125 w 1878314"/>
              <a:gd name="csY433" fmla="*/ 1185901 h 1185900"/>
              <a:gd name="csX434" fmla="*/ 816007 w 1878314"/>
              <a:gd name="csY434" fmla="*/ 1185901 h 1185900"/>
              <a:gd name="csX435" fmla="*/ 817879 w 1878314"/>
              <a:gd name="csY435" fmla="*/ 1185901 h 1185900"/>
              <a:gd name="csX436" fmla="*/ 819762 w 1878314"/>
              <a:gd name="csY436" fmla="*/ 1185901 h 1185900"/>
              <a:gd name="csX437" fmla="*/ 821644 w 1878314"/>
              <a:gd name="csY437" fmla="*/ 1185901 h 1185900"/>
              <a:gd name="csX438" fmla="*/ 823526 w 1878314"/>
              <a:gd name="csY438" fmla="*/ 1185901 h 1185900"/>
              <a:gd name="csX439" fmla="*/ 825408 w 1878314"/>
              <a:gd name="csY439" fmla="*/ 1185901 h 1185900"/>
              <a:gd name="csX440" fmla="*/ 827281 w 1878314"/>
              <a:gd name="csY440" fmla="*/ 1185901 h 1185900"/>
              <a:gd name="csX441" fmla="*/ 829163 w 1878314"/>
              <a:gd name="csY441" fmla="*/ 1185901 h 1185900"/>
              <a:gd name="csX442" fmla="*/ 831045 w 1878314"/>
              <a:gd name="csY442" fmla="*/ 1185901 h 1185900"/>
              <a:gd name="csX443" fmla="*/ 832927 w 1878314"/>
              <a:gd name="csY443" fmla="*/ 1185901 h 1185900"/>
              <a:gd name="csX444" fmla="*/ 834800 w 1878314"/>
              <a:gd name="csY444" fmla="*/ 1185901 h 1185900"/>
              <a:gd name="csX445" fmla="*/ 836682 w 1878314"/>
              <a:gd name="csY445" fmla="*/ 1185901 h 1185900"/>
              <a:gd name="csX446" fmla="*/ 838564 w 1878314"/>
              <a:gd name="csY446" fmla="*/ 1185901 h 1185900"/>
              <a:gd name="csX447" fmla="*/ 840446 w 1878314"/>
              <a:gd name="csY447" fmla="*/ 1185901 h 1185900"/>
              <a:gd name="csX448" fmla="*/ 842329 w 1878314"/>
              <a:gd name="csY448" fmla="*/ 1185901 h 1185900"/>
              <a:gd name="csX449" fmla="*/ 844201 w 1878314"/>
              <a:gd name="csY449" fmla="*/ 1185901 h 1185900"/>
              <a:gd name="csX450" fmla="*/ 846083 w 1878314"/>
              <a:gd name="csY450" fmla="*/ 1185901 h 1185900"/>
              <a:gd name="csX451" fmla="*/ 847966 w 1878314"/>
              <a:gd name="csY451" fmla="*/ 1185901 h 1185900"/>
              <a:gd name="csX452" fmla="*/ 849848 w 1878314"/>
              <a:gd name="csY452" fmla="*/ 1185901 h 1185900"/>
              <a:gd name="csX453" fmla="*/ 851730 w 1878314"/>
              <a:gd name="csY453" fmla="*/ 1185901 h 1185900"/>
              <a:gd name="csX454" fmla="*/ 853603 w 1878314"/>
              <a:gd name="csY454" fmla="*/ 1185901 h 1185900"/>
              <a:gd name="csX455" fmla="*/ 855485 w 1878314"/>
              <a:gd name="csY455" fmla="*/ 1185901 h 1185900"/>
              <a:gd name="csX456" fmla="*/ 857367 w 1878314"/>
              <a:gd name="csY456" fmla="*/ 1185901 h 1185900"/>
              <a:gd name="csX457" fmla="*/ 859249 w 1878314"/>
              <a:gd name="csY457" fmla="*/ 1185901 h 1185900"/>
              <a:gd name="csX458" fmla="*/ 861131 w 1878314"/>
              <a:gd name="csY458" fmla="*/ 1185901 h 1185900"/>
              <a:gd name="csX459" fmla="*/ 863004 w 1878314"/>
              <a:gd name="csY459" fmla="*/ 1185901 h 1185900"/>
              <a:gd name="csX460" fmla="*/ 864886 w 1878314"/>
              <a:gd name="csY460" fmla="*/ 1185901 h 1185900"/>
              <a:gd name="csX461" fmla="*/ 866768 w 1878314"/>
              <a:gd name="csY461" fmla="*/ 1185901 h 1185900"/>
              <a:gd name="csX462" fmla="*/ 868651 w 1878314"/>
              <a:gd name="csY462" fmla="*/ 1185901 h 1185900"/>
              <a:gd name="csX463" fmla="*/ 870533 w 1878314"/>
              <a:gd name="csY463" fmla="*/ 1185901 h 1185900"/>
              <a:gd name="csX464" fmla="*/ 872405 w 1878314"/>
              <a:gd name="csY464" fmla="*/ 1185901 h 1185900"/>
              <a:gd name="csX465" fmla="*/ 874288 w 1878314"/>
              <a:gd name="csY465" fmla="*/ 1185901 h 1185900"/>
              <a:gd name="csX466" fmla="*/ 876170 w 1878314"/>
              <a:gd name="csY466" fmla="*/ 1185891 h 1185900"/>
              <a:gd name="csX467" fmla="*/ 878052 w 1878314"/>
              <a:gd name="csY467" fmla="*/ 1185891 h 1185900"/>
              <a:gd name="csX468" fmla="*/ 879925 w 1878314"/>
              <a:gd name="csY468" fmla="*/ 1185891 h 1185900"/>
              <a:gd name="csX469" fmla="*/ 881807 w 1878314"/>
              <a:gd name="csY469" fmla="*/ 1185891 h 1185900"/>
              <a:gd name="csX470" fmla="*/ 883689 w 1878314"/>
              <a:gd name="csY470" fmla="*/ 1185891 h 1185900"/>
              <a:gd name="csX471" fmla="*/ 885571 w 1878314"/>
              <a:gd name="csY471" fmla="*/ 1185891 h 1185900"/>
              <a:gd name="csX472" fmla="*/ 887453 w 1878314"/>
              <a:gd name="csY472" fmla="*/ 1185891 h 1185900"/>
              <a:gd name="csX473" fmla="*/ 889326 w 1878314"/>
              <a:gd name="csY473" fmla="*/ 1185891 h 1185900"/>
              <a:gd name="csX474" fmla="*/ 891208 w 1878314"/>
              <a:gd name="csY474" fmla="*/ 1185891 h 1185900"/>
              <a:gd name="csX475" fmla="*/ 893090 w 1878314"/>
              <a:gd name="csY475" fmla="*/ 1185891 h 1185900"/>
              <a:gd name="csX476" fmla="*/ 894973 w 1878314"/>
              <a:gd name="csY476" fmla="*/ 1185891 h 1185900"/>
              <a:gd name="csX477" fmla="*/ 896855 w 1878314"/>
              <a:gd name="csY477" fmla="*/ 1185881 h 1185900"/>
              <a:gd name="csX478" fmla="*/ 898727 w 1878314"/>
              <a:gd name="csY478" fmla="*/ 1185881 h 1185900"/>
              <a:gd name="csX479" fmla="*/ 900609 w 1878314"/>
              <a:gd name="csY479" fmla="*/ 1185881 h 1185900"/>
              <a:gd name="csX480" fmla="*/ 902492 w 1878314"/>
              <a:gd name="csY480" fmla="*/ 1185881 h 1185900"/>
              <a:gd name="csX481" fmla="*/ 904374 w 1878314"/>
              <a:gd name="csY481" fmla="*/ 1185881 h 1185900"/>
              <a:gd name="csX482" fmla="*/ 906256 w 1878314"/>
              <a:gd name="csY482" fmla="*/ 1185881 h 1185900"/>
              <a:gd name="csX483" fmla="*/ 908129 w 1878314"/>
              <a:gd name="csY483" fmla="*/ 1185881 h 1185900"/>
              <a:gd name="csX484" fmla="*/ 910011 w 1878314"/>
              <a:gd name="csY484" fmla="*/ 1185872 h 1185900"/>
              <a:gd name="csX485" fmla="*/ 911893 w 1878314"/>
              <a:gd name="csY485" fmla="*/ 1185872 h 1185900"/>
              <a:gd name="csX486" fmla="*/ 913775 w 1878314"/>
              <a:gd name="csY486" fmla="*/ 1185872 h 1185900"/>
              <a:gd name="csX487" fmla="*/ 915657 w 1878314"/>
              <a:gd name="csY487" fmla="*/ 1185872 h 1185900"/>
              <a:gd name="csX488" fmla="*/ 917530 w 1878314"/>
              <a:gd name="csY488" fmla="*/ 1185862 h 1185900"/>
              <a:gd name="csX489" fmla="*/ 919412 w 1878314"/>
              <a:gd name="csY489" fmla="*/ 1185862 h 1185900"/>
              <a:gd name="csX490" fmla="*/ 921294 w 1878314"/>
              <a:gd name="csY490" fmla="*/ 1185862 h 1185900"/>
              <a:gd name="csX491" fmla="*/ 923177 w 1878314"/>
              <a:gd name="csY491" fmla="*/ 1185862 h 1185900"/>
              <a:gd name="csX492" fmla="*/ 925049 w 1878314"/>
              <a:gd name="csY492" fmla="*/ 1185852 h 1185900"/>
              <a:gd name="csX493" fmla="*/ 926931 w 1878314"/>
              <a:gd name="csY493" fmla="*/ 1185852 h 1185900"/>
              <a:gd name="csX494" fmla="*/ 928814 w 1878314"/>
              <a:gd name="csY494" fmla="*/ 1185843 h 1185900"/>
              <a:gd name="csX495" fmla="*/ 930696 w 1878314"/>
              <a:gd name="csY495" fmla="*/ 1185843 h 1185900"/>
              <a:gd name="csX496" fmla="*/ 932578 w 1878314"/>
              <a:gd name="csY496" fmla="*/ 1185843 h 1185900"/>
              <a:gd name="csX497" fmla="*/ 934451 w 1878314"/>
              <a:gd name="csY497" fmla="*/ 1185833 h 1185900"/>
              <a:gd name="csX498" fmla="*/ 936333 w 1878314"/>
              <a:gd name="csY498" fmla="*/ 1185833 h 1185900"/>
              <a:gd name="csX499" fmla="*/ 938215 w 1878314"/>
              <a:gd name="csY499" fmla="*/ 1185823 h 1185900"/>
              <a:gd name="csX500" fmla="*/ 940097 w 1878314"/>
              <a:gd name="csY500" fmla="*/ 1185823 h 1185900"/>
              <a:gd name="csX501" fmla="*/ 941979 w 1878314"/>
              <a:gd name="csY501" fmla="*/ 1185814 h 1185900"/>
              <a:gd name="csX502" fmla="*/ 943852 w 1878314"/>
              <a:gd name="csY502" fmla="*/ 1185814 h 1185900"/>
              <a:gd name="csX503" fmla="*/ 945734 w 1878314"/>
              <a:gd name="csY503" fmla="*/ 1185804 h 1185900"/>
              <a:gd name="csX504" fmla="*/ 947616 w 1878314"/>
              <a:gd name="csY504" fmla="*/ 1185794 h 1185900"/>
              <a:gd name="csX505" fmla="*/ 949499 w 1878314"/>
              <a:gd name="csY505" fmla="*/ 1185794 h 1185900"/>
              <a:gd name="csX506" fmla="*/ 951381 w 1878314"/>
              <a:gd name="csY506" fmla="*/ 1185784 h 1185900"/>
              <a:gd name="csX507" fmla="*/ 953253 w 1878314"/>
              <a:gd name="csY507" fmla="*/ 1185775 h 1185900"/>
              <a:gd name="csX508" fmla="*/ 955136 w 1878314"/>
              <a:gd name="csY508" fmla="*/ 1185765 h 1185900"/>
              <a:gd name="csX509" fmla="*/ 957018 w 1878314"/>
              <a:gd name="csY509" fmla="*/ 1185755 h 1185900"/>
              <a:gd name="csX510" fmla="*/ 958900 w 1878314"/>
              <a:gd name="csY510" fmla="*/ 1185746 h 1185900"/>
              <a:gd name="csX511" fmla="*/ 960782 w 1878314"/>
              <a:gd name="csY511" fmla="*/ 1185736 h 1185900"/>
              <a:gd name="csX512" fmla="*/ 962655 w 1878314"/>
              <a:gd name="csY512" fmla="*/ 1185726 h 1185900"/>
              <a:gd name="csX513" fmla="*/ 964537 w 1878314"/>
              <a:gd name="csY513" fmla="*/ 1185717 h 1185900"/>
              <a:gd name="csX514" fmla="*/ 966419 w 1878314"/>
              <a:gd name="csY514" fmla="*/ 1185707 h 1185900"/>
              <a:gd name="csX515" fmla="*/ 968301 w 1878314"/>
              <a:gd name="csY515" fmla="*/ 1185687 h 1185900"/>
              <a:gd name="csX516" fmla="*/ 970174 w 1878314"/>
              <a:gd name="csY516" fmla="*/ 1185678 h 1185900"/>
              <a:gd name="csX517" fmla="*/ 972056 w 1878314"/>
              <a:gd name="csY517" fmla="*/ 1185668 h 1185900"/>
              <a:gd name="csX518" fmla="*/ 973938 w 1878314"/>
              <a:gd name="csY518" fmla="*/ 1185649 h 1185900"/>
              <a:gd name="csX519" fmla="*/ 975820 w 1878314"/>
              <a:gd name="csY519" fmla="*/ 1185629 h 1185900"/>
              <a:gd name="csX520" fmla="*/ 977703 w 1878314"/>
              <a:gd name="csY520" fmla="*/ 1185620 h 1185900"/>
              <a:gd name="csX521" fmla="*/ 979575 w 1878314"/>
              <a:gd name="csY521" fmla="*/ 1185600 h 1185900"/>
              <a:gd name="csX522" fmla="*/ 981458 w 1878314"/>
              <a:gd name="csY522" fmla="*/ 1185581 h 1185900"/>
              <a:gd name="csX523" fmla="*/ 983340 w 1878314"/>
              <a:gd name="csY523" fmla="*/ 1185561 h 1185900"/>
              <a:gd name="csX524" fmla="*/ 985222 w 1878314"/>
              <a:gd name="csY524" fmla="*/ 1185542 h 1185900"/>
              <a:gd name="csX525" fmla="*/ 987104 w 1878314"/>
              <a:gd name="csY525" fmla="*/ 1185513 h 1185900"/>
              <a:gd name="csX526" fmla="*/ 988977 w 1878314"/>
              <a:gd name="csY526" fmla="*/ 1185493 h 1185900"/>
              <a:gd name="csX527" fmla="*/ 990859 w 1878314"/>
              <a:gd name="csY527" fmla="*/ 1185474 h 1185900"/>
              <a:gd name="csX528" fmla="*/ 992741 w 1878314"/>
              <a:gd name="csY528" fmla="*/ 1185445 h 1185900"/>
              <a:gd name="csX529" fmla="*/ 994623 w 1878314"/>
              <a:gd name="csY529" fmla="*/ 1185416 h 1185900"/>
              <a:gd name="csX530" fmla="*/ 996506 w 1878314"/>
              <a:gd name="csY530" fmla="*/ 1185387 h 1185900"/>
              <a:gd name="csX531" fmla="*/ 998378 w 1878314"/>
              <a:gd name="csY531" fmla="*/ 1185358 h 1185900"/>
              <a:gd name="csX532" fmla="*/ 1000260 w 1878314"/>
              <a:gd name="csY532" fmla="*/ 1185328 h 1185900"/>
              <a:gd name="csX533" fmla="*/ 1002142 w 1878314"/>
              <a:gd name="csY533" fmla="*/ 1185290 h 1185900"/>
              <a:gd name="csX534" fmla="*/ 1004025 w 1878314"/>
              <a:gd name="csY534" fmla="*/ 1185251 h 1185900"/>
              <a:gd name="csX535" fmla="*/ 1005907 w 1878314"/>
              <a:gd name="csY535" fmla="*/ 1185212 h 1185900"/>
              <a:gd name="csX536" fmla="*/ 1007779 w 1878314"/>
              <a:gd name="csY536" fmla="*/ 1185173 h 1185900"/>
              <a:gd name="csX537" fmla="*/ 1009662 w 1878314"/>
              <a:gd name="csY537" fmla="*/ 1185134 h 1185900"/>
              <a:gd name="csX538" fmla="*/ 1011544 w 1878314"/>
              <a:gd name="csY538" fmla="*/ 1185086 h 1185900"/>
              <a:gd name="csX539" fmla="*/ 1013426 w 1878314"/>
              <a:gd name="csY539" fmla="*/ 1185047 h 1185900"/>
              <a:gd name="csX540" fmla="*/ 1015299 w 1878314"/>
              <a:gd name="csY540" fmla="*/ 1184999 h 1185900"/>
              <a:gd name="csX541" fmla="*/ 1017181 w 1878314"/>
              <a:gd name="csY541" fmla="*/ 1184940 h 1185900"/>
              <a:gd name="csX542" fmla="*/ 1019063 w 1878314"/>
              <a:gd name="csY542" fmla="*/ 1184892 h 1185900"/>
              <a:gd name="csX543" fmla="*/ 1020945 w 1878314"/>
              <a:gd name="csY543" fmla="*/ 1184834 h 1185900"/>
              <a:gd name="csX544" fmla="*/ 1022827 w 1878314"/>
              <a:gd name="csY544" fmla="*/ 1184766 h 1185900"/>
              <a:gd name="csX545" fmla="*/ 1024700 w 1878314"/>
              <a:gd name="csY545" fmla="*/ 1184707 h 1185900"/>
              <a:gd name="csX546" fmla="*/ 1026582 w 1878314"/>
              <a:gd name="csY546" fmla="*/ 1184640 h 1185900"/>
              <a:gd name="csX547" fmla="*/ 1028464 w 1878314"/>
              <a:gd name="csY547" fmla="*/ 1184572 h 1185900"/>
              <a:gd name="csX548" fmla="*/ 1030347 w 1878314"/>
              <a:gd name="csY548" fmla="*/ 1184494 h 1185900"/>
              <a:gd name="csX549" fmla="*/ 1032229 w 1878314"/>
              <a:gd name="csY549" fmla="*/ 1184416 h 1185900"/>
              <a:gd name="csX550" fmla="*/ 1034101 w 1878314"/>
              <a:gd name="csY550" fmla="*/ 1184339 h 1185900"/>
              <a:gd name="csX551" fmla="*/ 1035984 w 1878314"/>
              <a:gd name="csY551" fmla="*/ 1184251 h 1185900"/>
              <a:gd name="csX552" fmla="*/ 1037866 w 1878314"/>
              <a:gd name="csY552" fmla="*/ 1184164 h 1185900"/>
              <a:gd name="csX553" fmla="*/ 1039748 w 1878314"/>
              <a:gd name="csY553" fmla="*/ 1184067 h 1185900"/>
              <a:gd name="csX554" fmla="*/ 1041630 w 1878314"/>
              <a:gd name="csY554" fmla="*/ 1183970 h 1185900"/>
              <a:gd name="csX555" fmla="*/ 1043503 w 1878314"/>
              <a:gd name="csY555" fmla="*/ 1183863 h 1185900"/>
              <a:gd name="csX556" fmla="*/ 1045385 w 1878314"/>
              <a:gd name="csY556" fmla="*/ 1183757 h 1185900"/>
              <a:gd name="csX557" fmla="*/ 1047267 w 1878314"/>
              <a:gd name="csY557" fmla="*/ 1183640 h 1185900"/>
              <a:gd name="csX558" fmla="*/ 1049149 w 1878314"/>
              <a:gd name="csY558" fmla="*/ 1183524 h 1185900"/>
              <a:gd name="csX559" fmla="*/ 1051022 w 1878314"/>
              <a:gd name="csY559" fmla="*/ 1183398 h 1185900"/>
              <a:gd name="csX560" fmla="*/ 1052904 w 1878314"/>
              <a:gd name="csY560" fmla="*/ 1183262 h 1185900"/>
              <a:gd name="csX561" fmla="*/ 1054786 w 1878314"/>
              <a:gd name="csY561" fmla="*/ 1183126 h 1185900"/>
              <a:gd name="csX562" fmla="*/ 1056669 w 1878314"/>
              <a:gd name="csY562" fmla="*/ 1182981 h 1185900"/>
              <a:gd name="csX563" fmla="*/ 1058551 w 1878314"/>
              <a:gd name="csY563" fmla="*/ 1182825 h 1185900"/>
              <a:gd name="csX564" fmla="*/ 1060423 w 1878314"/>
              <a:gd name="csY564" fmla="*/ 1182670 h 1185900"/>
              <a:gd name="csX565" fmla="*/ 1062305 w 1878314"/>
              <a:gd name="csY565" fmla="*/ 1182505 h 1185900"/>
              <a:gd name="csX566" fmla="*/ 1064188 w 1878314"/>
              <a:gd name="csY566" fmla="*/ 1182330 h 1185900"/>
              <a:gd name="csX567" fmla="*/ 1066070 w 1878314"/>
              <a:gd name="csY567" fmla="*/ 1182146 h 1185900"/>
              <a:gd name="csX568" fmla="*/ 1067952 w 1878314"/>
              <a:gd name="csY568" fmla="*/ 1181952 h 1185900"/>
              <a:gd name="csX569" fmla="*/ 1069825 w 1878314"/>
              <a:gd name="csY569" fmla="*/ 1181748 h 1185900"/>
              <a:gd name="csX570" fmla="*/ 1071707 w 1878314"/>
              <a:gd name="csY570" fmla="*/ 1181545 h 1185900"/>
              <a:gd name="csX571" fmla="*/ 1073589 w 1878314"/>
              <a:gd name="csY571" fmla="*/ 1181321 h 1185900"/>
              <a:gd name="csX572" fmla="*/ 1075471 w 1878314"/>
              <a:gd name="csY572" fmla="*/ 1181098 h 1185900"/>
              <a:gd name="csX573" fmla="*/ 1077354 w 1878314"/>
              <a:gd name="csY573" fmla="*/ 1180856 h 1185900"/>
              <a:gd name="csX574" fmla="*/ 1079226 w 1878314"/>
              <a:gd name="csY574" fmla="*/ 1180603 h 1185900"/>
              <a:gd name="csX575" fmla="*/ 1081108 w 1878314"/>
              <a:gd name="csY575" fmla="*/ 1180341 h 1185900"/>
              <a:gd name="csX576" fmla="*/ 1082990 w 1878314"/>
              <a:gd name="csY576" fmla="*/ 1180070 h 1185900"/>
              <a:gd name="csX577" fmla="*/ 1084873 w 1878314"/>
              <a:gd name="csY577" fmla="*/ 1179789 h 1185900"/>
              <a:gd name="csX578" fmla="*/ 1086755 w 1878314"/>
              <a:gd name="csY578" fmla="*/ 1179488 h 1185900"/>
              <a:gd name="csX579" fmla="*/ 1088627 w 1878314"/>
              <a:gd name="csY579" fmla="*/ 1179187 h 1185900"/>
              <a:gd name="csX580" fmla="*/ 1090510 w 1878314"/>
              <a:gd name="csY580" fmla="*/ 1178857 h 1185900"/>
              <a:gd name="csX581" fmla="*/ 1092392 w 1878314"/>
              <a:gd name="csY581" fmla="*/ 1178517 h 1185900"/>
              <a:gd name="csX582" fmla="*/ 1094274 w 1878314"/>
              <a:gd name="csY582" fmla="*/ 1178168 h 1185900"/>
              <a:gd name="csX583" fmla="*/ 1096147 w 1878314"/>
              <a:gd name="csY583" fmla="*/ 1177800 h 1185900"/>
              <a:gd name="csX584" fmla="*/ 1098029 w 1878314"/>
              <a:gd name="csY584" fmla="*/ 1177421 h 1185900"/>
              <a:gd name="csX585" fmla="*/ 1099911 w 1878314"/>
              <a:gd name="csY585" fmla="*/ 1177023 h 1185900"/>
              <a:gd name="csX586" fmla="*/ 1101793 w 1878314"/>
              <a:gd name="csY586" fmla="*/ 1176606 h 1185900"/>
              <a:gd name="csX587" fmla="*/ 1103675 w 1878314"/>
              <a:gd name="csY587" fmla="*/ 1176170 h 1185900"/>
              <a:gd name="csX588" fmla="*/ 1105548 w 1878314"/>
              <a:gd name="csY588" fmla="*/ 1175723 h 1185900"/>
              <a:gd name="csX589" fmla="*/ 1107430 w 1878314"/>
              <a:gd name="csY589" fmla="*/ 1175258 h 1185900"/>
              <a:gd name="csX590" fmla="*/ 1109312 w 1878314"/>
              <a:gd name="csY590" fmla="*/ 1174763 h 1185900"/>
              <a:gd name="csX591" fmla="*/ 1111195 w 1878314"/>
              <a:gd name="csY591" fmla="*/ 1174258 h 1185900"/>
              <a:gd name="csX592" fmla="*/ 1113077 w 1878314"/>
              <a:gd name="csY592" fmla="*/ 1173725 h 1185900"/>
              <a:gd name="csX593" fmla="*/ 1114949 w 1878314"/>
              <a:gd name="csY593" fmla="*/ 1173172 h 1185900"/>
              <a:gd name="csX594" fmla="*/ 1116831 w 1878314"/>
              <a:gd name="csY594" fmla="*/ 1172599 h 1185900"/>
              <a:gd name="csX595" fmla="*/ 1118714 w 1878314"/>
              <a:gd name="csY595" fmla="*/ 1172007 h 1185900"/>
              <a:gd name="csX596" fmla="*/ 1120596 w 1878314"/>
              <a:gd name="csY596" fmla="*/ 1171386 h 1185900"/>
              <a:gd name="csX597" fmla="*/ 1122478 w 1878314"/>
              <a:gd name="csY597" fmla="*/ 1170746 h 1185900"/>
              <a:gd name="csX598" fmla="*/ 1124351 w 1878314"/>
              <a:gd name="csY598" fmla="*/ 1170077 h 1185900"/>
              <a:gd name="csX599" fmla="*/ 1126233 w 1878314"/>
              <a:gd name="csY599" fmla="*/ 1169388 h 1185900"/>
              <a:gd name="csX600" fmla="*/ 1128115 w 1878314"/>
              <a:gd name="csY600" fmla="*/ 1168660 h 1185900"/>
              <a:gd name="csX601" fmla="*/ 1129997 w 1878314"/>
              <a:gd name="csY601" fmla="*/ 1167913 h 1185900"/>
              <a:gd name="csX602" fmla="*/ 1131880 w 1878314"/>
              <a:gd name="csY602" fmla="*/ 1167137 h 1185900"/>
              <a:gd name="csX603" fmla="*/ 1133752 w 1878314"/>
              <a:gd name="csY603" fmla="*/ 1166332 h 1185900"/>
              <a:gd name="csX604" fmla="*/ 1135634 w 1878314"/>
              <a:gd name="csY604" fmla="*/ 1165497 h 1185900"/>
              <a:gd name="csX605" fmla="*/ 1137517 w 1878314"/>
              <a:gd name="csY605" fmla="*/ 1164624 h 1185900"/>
              <a:gd name="csX606" fmla="*/ 1139399 w 1878314"/>
              <a:gd name="csY606" fmla="*/ 1163731 h 1185900"/>
              <a:gd name="csX607" fmla="*/ 1141271 w 1878314"/>
              <a:gd name="csY607" fmla="*/ 1162800 h 1185900"/>
              <a:gd name="csX608" fmla="*/ 1143153 w 1878314"/>
              <a:gd name="csY608" fmla="*/ 1161830 h 1185900"/>
              <a:gd name="csX609" fmla="*/ 1145036 w 1878314"/>
              <a:gd name="csY609" fmla="*/ 1160830 h 1185900"/>
              <a:gd name="csX610" fmla="*/ 1146918 w 1878314"/>
              <a:gd name="csY610" fmla="*/ 1159792 h 1185900"/>
              <a:gd name="csX611" fmla="*/ 1148800 w 1878314"/>
              <a:gd name="csY611" fmla="*/ 1158715 h 1185900"/>
              <a:gd name="csX612" fmla="*/ 1150673 w 1878314"/>
              <a:gd name="csY612" fmla="*/ 1157600 h 1185900"/>
              <a:gd name="csX613" fmla="*/ 1152555 w 1878314"/>
              <a:gd name="csY613" fmla="*/ 1156445 h 1185900"/>
              <a:gd name="csX614" fmla="*/ 1154437 w 1878314"/>
              <a:gd name="csY614" fmla="*/ 1155252 h 1185900"/>
              <a:gd name="csX615" fmla="*/ 1156319 w 1878314"/>
              <a:gd name="csY615" fmla="*/ 1154020 h 1185900"/>
              <a:gd name="csX616" fmla="*/ 1158201 w 1878314"/>
              <a:gd name="csY616" fmla="*/ 1152739 h 1185900"/>
              <a:gd name="csX617" fmla="*/ 1160074 w 1878314"/>
              <a:gd name="csY617" fmla="*/ 1151419 h 1185900"/>
              <a:gd name="csX618" fmla="*/ 1161956 w 1878314"/>
              <a:gd name="csY618" fmla="*/ 1150051 h 1185900"/>
              <a:gd name="csX619" fmla="*/ 1163838 w 1878314"/>
              <a:gd name="csY619" fmla="*/ 1148645 h 1185900"/>
              <a:gd name="csX620" fmla="*/ 1165721 w 1878314"/>
              <a:gd name="csY620" fmla="*/ 1147180 h 1185900"/>
              <a:gd name="csX621" fmla="*/ 1167603 w 1878314"/>
              <a:gd name="csY621" fmla="*/ 1145676 h 1185900"/>
              <a:gd name="csX622" fmla="*/ 1169475 w 1878314"/>
              <a:gd name="csY622" fmla="*/ 1144114 h 1185900"/>
              <a:gd name="csX623" fmla="*/ 1171358 w 1878314"/>
              <a:gd name="csY623" fmla="*/ 1142513 h 1185900"/>
              <a:gd name="csX624" fmla="*/ 1173240 w 1878314"/>
              <a:gd name="csY624" fmla="*/ 1140844 h 1185900"/>
              <a:gd name="csX625" fmla="*/ 1175122 w 1878314"/>
              <a:gd name="csY625" fmla="*/ 1139137 h 1185900"/>
              <a:gd name="csX626" fmla="*/ 1177004 w 1878314"/>
              <a:gd name="csY626" fmla="*/ 1137361 h 1185900"/>
              <a:gd name="csX627" fmla="*/ 1178877 w 1878314"/>
              <a:gd name="csY627" fmla="*/ 1135537 h 1185900"/>
              <a:gd name="csX628" fmla="*/ 1180759 w 1878314"/>
              <a:gd name="csY628" fmla="*/ 1133655 h 1185900"/>
              <a:gd name="csX629" fmla="*/ 1182641 w 1878314"/>
              <a:gd name="csY629" fmla="*/ 1131714 h 1185900"/>
              <a:gd name="csX630" fmla="*/ 1184523 w 1878314"/>
              <a:gd name="csY630" fmla="*/ 1129716 h 1185900"/>
              <a:gd name="csX631" fmla="*/ 1186396 w 1878314"/>
              <a:gd name="csY631" fmla="*/ 1127649 h 1185900"/>
              <a:gd name="csX632" fmla="*/ 1188278 w 1878314"/>
              <a:gd name="csY632" fmla="*/ 1125524 h 1185900"/>
              <a:gd name="csX633" fmla="*/ 1190160 w 1878314"/>
              <a:gd name="csY633" fmla="*/ 1123332 h 1185900"/>
              <a:gd name="csX634" fmla="*/ 1192043 w 1878314"/>
              <a:gd name="csY634" fmla="*/ 1121081 h 1185900"/>
              <a:gd name="csX635" fmla="*/ 1193925 w 1878314"/>
              <a:gd name="csY635" fmla="*/ 1118752 h 1185900"/>
              <a:gd name="csX636" fmla="*/ 1195797 w 1878314"/>
              <a:gd name="csY636" fmla="*/ 1116366 h 1185900"/>
              <a:gd name="csX637" fmla="*/ 1197680 w 1878314"/>
              <a:gd name="csY637" fmla="*/ 1113901 h 1185900"/>
              <a:gd name="csX638" fmla="*/ 1199562 w 1878314"/>
              <a:gd name="csY638" fmla="*/ 1111369 h 1185900"/>
              <a:gd name="csX639" fmla="*/ 1201444 w 1878314"/>
              <a:gd name="csY639" fmla="*/ 1108769 h 1185900"/>
              <a:gd name="csX640" fmla="*/ 1203326 w 1878314"/>
              <a:gd name="csY640" fmla="*/ 1106091 h 1185900"/>
              <a:gd name="csX641" fmla="*/ 1205199 w 1878314"/>
              <a:gd name="csY641" fmla="*/ 1103336 h 1185900"/>
              <a:gd name="csX642" fmla="*/ 1207081 w 1878314"/>
              <a:gd name="csY642" fmla="*/ 1100503 h 1185900"/>
              <a:gd name="csX643" fmla="*/ 1208963 w 1878314"/>
              <a:gd name="csY643" fmla="*/ 1097602 h 1185900"/>
              <a:gd name="csX644" fmla="*/ 1210845 w 1878314"/>
              <a:gd name="csY644" fmla="*/ 1094613 h 1185900"/>
              <a:gd name="csX645" fmla="*/ 1212728 w 1878314"/>
              <a:gd name="csY645" fmla="*/ 1091538 h 1185900"/>
              <a:gd name="csX646" fmla="*/ 1214600 w 1878314"/>
              <a:gd name="csY646" fmla="*/ 1088394 h 1185900"/>
              <a:gd name="csX647" fmla="*/ 1216482 w 1878314"/>
              <a:gd name="csY647" fmla="*/ 1085154 h 1185900"/>
              <a:gd name="csX648" fmla="*/ 1218364 w 1878314"/>
              <a:gd name="csY648" fmla="*/ 1081836 h 1185900"/>
              <a:gd name="csX649" fmla="*/ 1220247 w 1878314"/>
              <a:gd name="csY649" fmla="*/ 1078430 h 1185900"/>
              <a:gd name="csX650" fmla="*/ 1222129 w 1878314"/>
              <a:gd name="csY650" fmla="*/ 1074937 h 1185900"/>
              <a:gd name="csX651" fmla="*/ 1224001 w 1878314"/>
              <a:gd name="csY651" fmla="*/ 1071357 h 1185900"/>
              <a:gd name="csX652" fmla="*/ 1225884 w 1878314"/>
              <a:gd name="csY652" fmla="*/ 1067690 h 1185900"/>
              <a:gd name="csX653" fmla="*/ 1227766 w 1878314"/>
              <a:gd name="csY653" fmla="*/ 1063925 h 1185900"/>
              <a:gd name="csX654" fmla="*/ 1229648 w 1878314"/>
              <a:gd name="csY654" fmla="*/ 1060064 h 1185900"/>
              <a:gd name="csX655" fmla="*/ 1231521 w 1878314"/>
              <a:gd name="csY655" fmla="*/ 1056115 h 1185900"/>
              <a:gd name="csX656" fmla="*/ 1233403 w 1878314"/>
              <a:gd name="csY656" fmla="*/ 1052069 h 1185900"/>
              <a:gd name="csX657" fmla="*/ 1235285 w 1878314"/>
              <a:gd name="csY657" fmla="*/ 1047927 h 1185900"/>
              <a:gd name="csX658" fmla="*/ 1237167 w 1878314"/>
              <a:gd name="csY658" fmla="*/ 1043687 h 1185900"/>
              <a:gd name="csX659" fmla="*/ 1239050 w 1878314"/>
              <a:gd name="csY659" fmla="*/ 1039350 h 1185900"/>
              <a:gd name="csX660" fmla="*/ 1240922 w 1878314"/>
              <a:gd name="csY660" fmla="*/ 1034906 h 1185900"/>
              <a:gd name="csX661" fmla="*/ 1242804 w 1878314"/>
              <a:gd name="csY661" fmla="*/ 1030366 h 1185900"/>
              <a:gd name="csX662" fmla="*/ 1244686 w 1878314"/>
              <a:gd name="csY662" fmla="*/ 1025728 h 1185900"/>
              <a:gd name="csX663" fmla="*/ 1246569 w 1878314"/>
              <a:gd name="csY663" fmla="*/ 1020974 h 1185900"/>
              <a:gd name="csX664" fmla="*/ 1248451 w 1878314"/>
              <a:gd name="csY664" fmla="*/ 1016123 h 1185900"/>
              <a:gd name="csX665" fmla="*/ 1250323 w 1878314"/>
              <a:gd name="csY665" fmla="*/ 1011175 h 1185900"/>
              <a:gd name="csX666" fmla="*/ 1252206 w 1878314"/>
              <a:gd name="csY666" fmla="*/ 1006110 h 1185900"/>
              <a:gd name="csX667" fmla="*/ 1254088 w 1878314"/>
              <a:gd name="csY667" fmla="*/ 1000939 h 1185900"/>
              <a:gd name="csX668" fmla="*/ 1255970 w 1878314"/>
              <a:gd name="csY668" fmla="*/ 995671 h 1185900"/>
              <a:gd name="csX669" fmla="*/ 1257852 w 1878314"/>
              <a:gd name="csY669" fmla="*/ 990286 h 1185900"/>
              <a:gd name="csX670" fmla="*/ 1259725 w 1878314"/>
              <a:gd name="csY670" fmla="*/ 984795 h 1185900"/>
              <a:gd name="csX671" fmla="*/ 1261607 w 1878314"/>
              <a:gd name="csY671" fmla="*/ 979187 h 1185900"/>
              <a:gd name="csX672" fmla="*/ 1263489 w 1878314"/>
              <a:gd name="csY672" fmla="*/ 973472 h 1185900"/>
              <a:gd name="csX673" fmla="*/ 1265371 w 1878314"/>
              <a:gd name="csY673" fmla="*/ 967651 h 1185900"/>
              <a:gd name="csX674" fmla="*/ 1267244 w 1878314"/>
              <a:gd name="csY674" fmla="*/ 961713 h 1185900"/>
              <a:gd name="csX675" fmla="*/ 1269126 w 1878314"/>
              <a:gd name="csY675" fmla="*/ 955659 h 1185900"/>
              <a:gd name="csX676" fmla="*/ 1271008 w 1878314"/>
              <a:gd name="csY676" fmla="*/ 949498 h 1185900"/>
              <a:gd name="csX677" fmla="*/ 1272891 w 1878314"/>
              <a:gd name="csY677" fmla="*/ 943231 h 1185900"/>
              <a:gd name="csX678" fmla="*/ 1274773 w 1878314"/>
              <a:gd name="csY678" fmla="*/ 936837 h 1185900"/>
              <a:gd name="csX679" fmla="*/ 1276645 w 1878314"/>
              <a:gd name="csY679" fmla="*/ 930337 h 1185900"/>
              <a:gd name="csX680" fmla="*/ 1278527 w 1878314"/>
              <a:gd name="csY680" fmla="*/ 923720 h 1185900"/>
              <a:gd name="csX681" fmla="*/ 1280410 w 1878314"/>
              <a:gd name="csY681" fmla="*/ 916996 h 1185900"/>
              <a:gd name="csX682" fmla="*/ 1282292 w 1878314"/>
              <a:gd name="csY682" fmla="*/ 910156 h 1185900"/>
              <a:gd name="csX683" fmla="*/ 1284174 w 1878314"/>
              <a:gd name="csY683" fmla="*/ 903200 h 1185900"/>
              <a:gd name="csX684" fmla="*/ 1286047 w 1878314"/>
              <a:gd name="csY684" fmla="*/ 896137 h 1185900"/>
              <a:gd name="csX685" fmla="*/ 1287929 w 1878314"/>
              <a:gd name="csY685" fmla="*/ 888957 h 1185900"/>
              <a:gd name="csX686" fmla="*/ 1289811 w 1878314"/>
              <a:gd name="csY686" fmla="*/ 881661 h 1185900"/>
              <a:gd name="csX687" fmla="*/ 1291693 w 1878314"/>
              <a:gd name="csY687" fmla="*/ 874258 h 1185900"/>
              <a:gd name="csX688" fmla="*/ 1293576 w 1878314"/>
              <a:gd name="csY688" fmla="*/ 866739 h 1185900"/>
              <a:gd name="csX689" fmla="*/ 1295448 w 1878314"/>
              <a:gd name="csY689" fmla="*/ 859103 h 1185900"/>
              <a:gd name="csX690" fmla="*/ 1297330 w 1878314"/>
              <a:gd name="csY690" fmla="*/ 851368 h 1185900"/>
              <a:gd name="csX691" fmla="*/ 1299213 w 1878314"/>
              <a:gd name="csY691" fmla="*/ 843519 h 1185900"/>
              <a:gd name="csX692" fmla="*/ 1301095 w 1878314"/>
              <a:gd name="csY692" fmla="*/ 835561 h 1185900"/>
              <a:gd name="csX693" fmla="*/ 1302977 w 1878314"/>
              <a:gd name="csY693" fmla="*/ 827495 h 1185900"/>
              <a:gd name="csX694" fmla="*/ 1304849 w 1878314"/>
              <a:gd name="csY694" fmla="*/ 819322 h 1185900"/>
              <a:gd name="csX695" fmla="*/ 1306732 w 1878314"/>
              <a:gd name="csY695" fmla="*/ 811042 h 1185900"/>
              <a:gd name="csX696" fmla="*/ 1308614 w 1878314"/>
              <a:gd name="csY696" fmla="*/ 802658 h 1185900"/>
              <a:gd name="csX697" fmla="*/ 1310496 w 1878314"/>
              <a:gd name="csY697" fmla="*/ 794171 h 1185900"/>
              <a:gd name="csX698" fmla="*/ 1312369 w 1878314"/>
              <a:gd name="csY698" fmla="*/ 785582 h 1185900"/>
              <a:gd name="csX699" fmla="*/ 1314251 w 1878314"/>
              <a:gd name="csY699" fmla="*/ 776890 h 1185900"/>
              <a:gd name="csX700" fmla="*/ 1316133 w 1878314"/>
              <a:gd name="csY700" fmla="*/ 768101 h 1185900"/>
              <a:gd name="csX701" fmla="*/ 1318015 w 1878314"/>
              <a:gd name="csY701" fmla="*/ 759215 h 1185900"/>
              <a:gd name="csX702" fmla="*/ 1319897 w 1878314"/>
              <a:gd name="csY702" fmla="*/ 750233 h 1185900"/>
              <a:gd name="csX703" fmla="*/ 1321770 w 1878314"/>
              <a:gd name="csY703" fmla="*/ 741156 h 1185900"/>
              <a:gd name="csX704" fmla="*/ 1323652 w 1878314"/>
              <a:gd name="csY704" fmla="*/ 731989 h 1185900"/>
              <a:gd name="csX705" fmla="*/ 1325534 w 1878314"/>
              <a:gd name="csY705" fmla="*/ 722732 h 1185900"/>
              <a:gd name="csX706" fmla="*/ 1327417 w 1878314"/>
              <a:gd name="csY706" fmla="*/ 713387 h 1185900"/>
              <a:gd name="csX707" fmla="*/ 1329299 w 1878314"/>
              <a:gd name="csY707" fmla="*/ 703957 h 1185900"/>
              <a:gd name="csX708" fmla="*/ 1331171 w 1878314"/>
              <a:gd name="csY708" fmla="*/ 694445 h 1185900"/>
              <a:gd name="csX709" fmla="*/ 1333054 w 1878314"/>
              <a:gd name="csY709" fmla="*/ 684852 h 1185900"/>
              <a:gd name="csX710" fmla="*/ 1334936 w 1878314"/>
              <a:gd name="csY710" fmla="*/ 675181 h 1185900"/>
              <a:gd name="csX711" fmla="*/ 1336818 w 1878314"/>
              <a:gd name="csY711" fmla="*/ 665435 h 1185900"/>
              <a:gd name="csX712" fmla="*/ 1338700 w 1878314"/>
              <a:gd name="csY712" fmla="*/ 655618 h 1185900"/>
              <a:gd name="csX713" fmla="*/ 1340573 w 1878314"/>
              <a:gd name="csY713" fmla="*/ 645731 h 1185900"/>
              <a:gd name="csX714" fmla="*/ 1342455 w 1878314"/>
              <a:gd name="csY714" fmla="*/ 635777 h 1185900"/>
              <a:gd name="csX715" fmla="*/ 1344337 w 1878314"/>
              <a:gd name="csY715" fmla="*/ 625760 h 1185900"/>
              <a:gd name="csX716" fmla="*/ 1346219 w 1878314"/>
              <a:gd name="csY716" fmla="*/ 615683 h 1185900"/>
              <a:gd name="csX717" fmla="*/ 1348102 w 1878314"/>
              <a:gd name="csY717" fmla="*/ 605550 h 1185900"/>
              <a:gd name="csX718" fmla="*/ 1349974 w 1878314"/>
              <a:gd name="csY718" fmla="*/ 595362 h 1185900"/>
              <a:gd name="csX719" fmla="*/ 1351856 w 1878314"/>
              <a:gd name="csY719" fmla="*/ 585126 h 1185900"/>
              <a:gd name="csX720" fmla="*/ 1353739 w 1878314"/>
              <a:gd name="csY720" fmla="*/ 574842 h 1185900"/>
              <a:gd name="csX721" fmla="*/ 1355621 w 1878314"/>
              <a:gd name="csY721" fmla="*/ 564516 h 1185900"/>
              <a:gd name="csX722" fmla="*/ 1357493 w 1878314"/>
              <a:gd name="csY722" fmla="*/ 554151 h 1185900"/>
              <a:gd name="csX723" fmla="*/ 1359376 w 1878314"/>
              <a:gd name="csY723" fmla="*/ 543751 h 1185900"/>
              <a:gd name="csX724" fmla="*/ 1361258 w 1878314"/>
              <a:gd name="csY724" fmla="*/ 533319 h 1185900"/>
              <a:gd name="csX725" fmla="*/ 1363140 w 1878314"/>
              <a:gd name="csY725" fmla="*/ 522860 h 1185900"/>
              <a:gd name="csX726" fmla="*/ 1365022 w 1878314"/>
              <a:gd name="csY726" fmla="*/ 512378 h 1185900"/>
              <a:gd name="csX727" fmla="*/ 1366895 w 1878314"/>
              <a:gd name="csY727" fmla="*/ 501877 h 1185900"/>
              <a:gd name="csX728" fmla="*/ 1368777 w 1878314"/>
              <a:gd name="csY728" fmla="*/ 491361 h 1185900"/>
              <a:gd name="csX729" fmla="*/ 1370659 w 1878314"/>
              <a:gd name="csY729" fmla="*/ 480835 h 1185900"/>
              <a:gd name="csX730" fmla="*/ 1372541 w 1878314"/>
              <a:gd name="csY730" fmla="*/ 470304 h 1185900"/>
              <a:gd name="csX731" fmla="*/ 1374423 w 1878314"/>
              <a:gd name="csY731" fmla="*/ 459769 h 1185900"/>
              <a:gd name="csX732" fmla="*/ 1376296 w 1878314"/>
              <a:gd name="csY732" fmla="*/ 449238 h 1185900"/>
              <a:gd name="csX733" fmla="*/ 1378178 w 1878314"/>
              <a:gd name="csY733" fmla="*/ 438715 h 1185900"/>
              <a:gd name="csX734" fmla="*/ 1380060 w 1878314"/>
              <a:gd name="csY734" fmla="*/ 428204 h 1185900"/>
              <a:gd name="csX735" fmla="*/ 1381943 w 1878314"/>
              <a:gd name="csY735" fmla="*/ 417710 h 1185900"/>
              <a:gd name="csX736" fmla="*/ 1383825 w 1878314"/>
              <a:gd name="csY736" fmla="*/ 407238 h 1185900"/>
              <a:gd name="csX737" fmla="*/ 1385697 w 1878314"/>
              <a:gd name="csY737" fmla="*/ 396791 h 1185900"/>
              <a:gd name="csX738" fmla="*/ 1387580 w 1878314"/>
              <a:gd name="csY738" fmla="*/ 386377 h 1185900"/>
              <a:gd name="csX739" fmla="*/ 1389462 w 1878314"/>
              <a:gd name="csY739" fmla="*/ 375999 h 1185900"/>
              <a:gd name="csX740" fmla="*/ 1391344 w 1878314"/>
              <a:gd name="csY740" fmla="*/ 365662 h 1185900"/>
              <a:gd name="csX741" fmla="*/ 1393226 w 1878314"/>
              <a:gd name="csY741" fmla="*/ 355371 h 1185900"/>
              <a:gd name="csX742" fmla="*/ 1395099 w 1878314"/>
              <a:gd name="csY742" fmla="*/ 345131 h 1185900"/>
              <a:gd name="csX743" fmla="*/ 1396981 w 1878314"/>
              <a:gd name="csY743" fmla="*/ 334948 h 1185900"/>
              <a:gd name="csX744" fmla="*/ 1398863 w 1878314"/>
              <a:gd name="csY744" fmla="*/ 324826 h 1185900"/>
              <a:gd name="csX745" fmla="*/ 1400745 w 1878314"/>
              <a:gd name="csY745" fmla="*/ 314771 h 1185900"/>
              <a:gd name="csX746" fmla="*/ 1402618 w 1878314"/>
              <a:gd name="csY746" fmla="*/ 304786 h 1185900"/>
              <a:gd name="csX747" fmla="*/ 1404500 w 1878314"/>
              <a:gd name="csY747" fmla="*/ 294879 h 1185900"/>
              <a:gd name="csX748" fmla="*/ 1406382 w 1878314"/>
              <a:gd name="csY748" fmla="*/ 285053 h 1185900"/>
              <a:gd name="csX749" fmla="*/ 1408265 w 1878314"/>
              <a:gd name="csY749" fmla="*/ 275315 h 1185900"/>
              <a:gd name="csX750" fmla="*/ 1410147 w 1878314"/>
              <a:gd name="csY750" fmla="*/ 265668 h 1185900"/>
              <a:gd name="csX751" fmla="*/ 1412019 w 1878314"/>
              <a:gd name="csY751" fmla="*/ 256119 h 1185900"/>
              <a:gd name="csX752" fmla="*/ 1413902 w 1878314"/>
              <a:gd name="csY752" fmla="*/ 246672 h 1185900"/>
              <a:gd name="csX753" fmla="*/ 1415784 w 1878314"/>
              <a:gd name="csY753" fmla="*/ 237333 h 1185900"/>
              <a:gd name="csX754" fmla="*/ 1417666 w 1878314"/>
              <a:gd name="csY754" fmla="*/ 228106 h 1185900"/>
              <a:gd name="csX755" fmla="*/ 1419548 w 1878314"/>
              <a:gd name="csY755" fmla="*/ 218997 h 1185900"/>
              <a:gd name="csX756" fmla="*/ 1421421 w 1878314"/>
              <a:gd name="csY756" fmla="*/ 210011 h 1185900"/>
              <a:gd name="csX757" fmla="*/ 1423303 w 1878314"/>
              <a:gd name="csY757" fmla="*/ 201152 h 1185900"/>
              <a:gd name="csX758" fmla="*/ 1425185 w 1878314"/>
              <a:gd name="csY758" fmla="*/ 192426 h 1185900"/>
              <a:gd name="csX759" fmla="*/ 1427067 w 1878314"/>
              <a:gd name="csY759" fmla="*/ 183837 h 1185900"/>
              <a:gd name="csX760" fmla="*/ 1428950 w 1878314"/>
              <a:gd name="csY760" fmla="*/ 175391 h 1185900"/>
              <a:gd name="csX761" fmla="*/ 1430822 w 1878314"/>
              <a:gd name="csY761" fmla="*/ 167093 h 1185900"/>
              <a:gd name="csX762" fmla="*/ 1432704 w 1878314"/>
              <a:gd name="csY762" fmla="*/ 158946 h 1185900"/>
              <a:gd name="csX763" fmla="*/ 1434586 w 1878314"/>
              <a:gd name="csY763" fmla="*/ 150957 h 1185900"/>
              <a:gd name="csX764" fmla="*/ 1436469 w 1878314"/>
              <a:gd name="csY764" fmla="*/ 143129 h 1185900"/>
              <a:gd name="csX765" fmla="*/ 1438351 w 1878314"/>
              <a:gd name="csY765" fmla="*/ 135466 h 1185900"/>
              <a:gd name="csX766" fmla="*/ 1440223 w 1878314"/>
              <a:gd name="csY766" fmla="*/ 127975 h 1185900"/>
              <a:gd name="csX767" fmla="*/ 1442106 w 1878314"/>
              <a:gd name="csY767" fmla="*/ 120659 h 1185900"/>
              <a:gd name="csX768" fmla="*/ 1443988 w 1878314"/>
              <a:gd name="csY768" fmla="*/ 113522 h 1185900"/>
              <a:gd name="csX769" fmla="*/ 1445870 w 1878314"/>
              <a:gd name="csY769" fmla="*/ 106568 h 1185900"/>
              <a:gd name="csX770" fmla="*/ 1447743 w 1878314"/>
              <a:gd name="csY770" fmla="*/ 99803 h 1185900"/>
              <a:gd name="csX771" fmla="*/ 1449625 w 1878314"/>
              <a:gd name="csY771" fmla="*/ 93230 h 1185900"/>
              <a:gd name="csX772" fmla="*/ 1451507 w 1878314"/>
              <a:gd name="csY772" fmla="*/ 86853 h 1185900"/>
              <a:gd name="csX773" fmla="*/ 1453389 w 1878314"/>
              <a:gd name="csY773" fmla="*/ 80675 h 1185900"/>
              <a:gd name="csX774" fmla="*/ 1455272 w 1878314"/>
              <a:gd name="csY774" fmla="*/ 74701 h 1185900"/>
              <a:gd name="csX775" fmla="*/ 1457144 w 1878314"/>
              <a:gd name="csY775" fmla="*/ 68935 h 1185900"/>
              <a:gd name="csX776" fmla="*/ 1459026 w 1878314"/>
              <a:gd name="csY776" fmla="*/ 63378 h 1185900"/>
              <a:gd name="csX777" fmla="*/ 1460908 w 1878314"/>
              <a:gd name="csY777" fmla="*/ 58037 h 1185900"/>
              <a:gd name="csX778" fmla="*/ 1462791 w 1878314"/>
              <a:gd name="csY778" fmla="*/ 52914 h 1185900"/>
              <a:gd name="csX779" fmla="*/ 1464673 w 1878314"/>
              <a:gd name="csY779" fmla="*/ 48010 h 1185900"/>
              <a:gd name="csX780" fmla="*/ 1466545 w 1878314"/>
              <a:gd name="csY780" fmla="*/ 43331 h 1185900"/>
              <a:gd name="csX781" fmla="*/ 1468428 w 1878314"/>
              <a:gd name="csY781" fmla="*/ 38878 h 1185900"/>
              <a:gd name="csX782" fmla="*/ 1470310 w 1878314"/>
              <a:gd name="csY782" fmla="*/ 34655 h 1185900"/>
              <a:gd name="csX783" fmla="*/ 1472192 w 1878314"/>
              <a:gd name="csY783" fmla="*/ 30665 h 1185900"/>
              <a:gd name="csX784" fmla="*/ 1474074 w 1878314"/>
              <a:gd name="csY784" fmla="*/ 26909 h 1185900"/>
              <a:gd name="csX785" fmla="*/ 1475947 w 1878314"/>
              <a:gd name="csY785" fmla="*/ 23390 h 1185900"/>
              <a:gd name="csX786" fmla="*/ 1477829 w 1878314"/>
              <a:gd name="csY786" fmla="*/ 20111 h 1185900"/>
              <a:gd name="csX787" fmla="*/ 1479711 w 1878314"/>
              <a:gd name="csY787" fmla="*/ 17073 h 1185900"/>
              <a:gd name="csX788" fmla="*/ 1481593 w 1878314"/>
              <a:gd name="csY788" fmla="*/ 14279 h 1185900"/>
              <a:gd name="csX789" fmla="*/ 1483466 w 1878314"/>
              <a:gd name="csY789" fmla="*/ 11729 h 1185900"/>
              <a:gd name="csX790" fmla="*/ 1485348 w 1878314"/>
              <a:gd name="csY790" fmla="*/ 9427 h 1185900"/>
              <a:gd name="csX791" fmla="*/ 1487230 w 1878314"/>
              <a:gd name="csY791" fmla="*/ 7372 h 1185900"/>
              <a:gd name="csX792" fmla="*/ 1489113 w 1878314"/>
              <a:gd name="csY792" fmla="*/ 5567 h 1185900"/>
              <a:gd name="csX793" fmla="*/ 1490995 w 1878314"/>
              <a:gd name="csY793" fmla="*/ 4014 h 1185900"/>
              <a:gd name="csX794" fmla="*/ 1492867 w 1878314"/>
              <a:gd name="csY794" fmla="*/ 2711 h 1185900"/>
              <a:gd name="csX795" fmla="*/ 1494749 w 1878314"/>
              <a:gd name="csY795" fmla="*/ 1662 h 1185900"/>
              <a:gd name="csX796" fmla="*/ 1496632 w 1878314"/>
              <a:gd name="csY796" fmla="*/ 865 h 1185900"/>
              <a:gd name="csX797" fmla="*/ 1498514 w 1878314"/>
              <a:gd name="csY797" fmla="*/ 322 h 1185900"/>
              <a:gd name="csX798" fmla="*/ 1500396 w 1878314"/>
              <a:gd name="csY798" fmla="*/ 34 h 1185900"/>
              <a:gd name="csX799" fmla="*/ 1502269 w 1878314"/>
              <a:gd name="csY799" fmla="*/ 0 h 1185900"/>
              <a:gd name="csX800" fmla="*/ 1504151 w 1878314"/>
              <a:gd name="csY800" fmla="*/ 220 h 1185900"/>
              <a:gd name="csX801" fmla="*/ 1506033 w 1878314"/>
              <a:gd name="csY801" fmla="*/ 695 h 1185900"/>
              <a:gd name="csX802" fmla="*/ 1507915 w 1878314"/>
              <a:gd name="csY802" fmla="*/ 1422 h 1185900"/>
              <a:gd name="csX803" fmla="*/ 1509798 w 1878314"/>
              <a:gd name="csY803" fmla="*/ 2404 h 1185900"/>
              <a:gd name="csX804" fmla="*/ 1511670 w 1878314"/>
              <a:gd name="csY804" fmla="*/ 3638 h 1185900"/>
              <a:gd name="csX805" fmla="*/ 1513552 w 1878314"/>
              <a:gd name="csY805" fmla="*/ 5125 h 1185900"/>
              <a:gd name="csX806" fmla="*/ 1515435 w 1878314"/>
              <a:gd name="csY806" fmla="*/ 6862 h 1185900"/>
              <a:gd name="csX807" fmla="*/ 1517317 w 1878314"/>
              <a:gd name="csY807" fmla="*/ 8849 h 1185900"/>
              <a:gd name="csX808" fmla="*/ 1519199 w 1878314"/>
              <a:gd name="csY808" fmla="*/ 11085 h 1185900"/>
              <a:gd name="csX809" fmla="*/ 1521071 w 1878314"/>
              <a:gd name="csY809" fmla="*/ 13568 h 1185900"/>
              <a:gd name="csX810" fmla="*/ 1522954 w 1878314"/>
              <a:gd name="csY810" fmla="*/ 16297 h 1185900"/>
              <a:gd name="csX811" fmla="*/ 1524836 w 1878314"/>
              <a:gd name="csY811" fmla="*/ 19269 h 1185900"/>
              <a:gd name="csX812" fmla="*/ 1526718 w 1878314"/>
              <a:gd name="csY812" fmla="*/ 22484 h 1185900"/>
              <a:gd name="csX813" fmla="*/ 1528591 w 1878314"/>
              <a:gd name="csY813" fmla="*/ 25939 h 1185900"/>
              <a:gd name="csX814" fmla="*/ 1530473 w 1878314"/>
              <a:gd name="csY814" fmla="*/ 29631 h 1185900"/>
              <a:gd name="csX815" fmla="*/ 1532355 w 1878314"/>
              <a:gd name="csY815" fmla="*/ 33559 h 1185900"/>
              <a:gd name="csX816" fmla="*/ 1534237 w 1878314"/>
              <a:gd name="csY816" fmla="*/ 37719 h 1185900"/>
              <a:gd name="csX817" fmla="*/ 1536119 w 1878314"/>
              <a:gd name="csY817" fmla="*/ 42110 h 1185900"/>
              <a:gd name="csX818" fmla="*/ 1537992 w 1878314"/>
              <a:gd name="csY818" fmla="*/ 46729 h 1185900"/>
              <a:gd name="csX819" fmla="*/ 1539874 w 1878314"/>
              <a:gd name="csY819" fmla="*/ 51572 h 1185900"/>
              <a:gd name="csX820" fmla="*/ 1541756 w 1878314"/>
              <a:gd name="csY820" fmla="*/ 56637 h 1185900"/>
              <a:gd name="csX821" fmla="*/ 1543639 w 1878314"/>
              <a:gd name="csY821" fmla="*/ 61920 h 1185900"/>
              <a:gd name="csX822" fmla="*/ 1545521 w 1878314"/>
              <a:gd name="csY822" fmla="*/ 67419 h 1185900"/>
              <a:gd name="csX823" fmla="*/ 1547393 w 1878314"/>
              <a:gd name="csY823" fmla="*/ 73129 h 1185900"/>
              <a:gd name="csX824" fmla="*/ 1549276 w 1878314"/>
              <a:gd name="csY824" fmla="*/ 79047 h 1185900"/>
              <a:gd name="csX825" fmla="*/ 1551158 w 1878314"/>
              <a:gd name="csY825" fmla="*/ 85171 h 1185900"/>
              <a:gd name="csX826" fmla="*/ 1553040 w 1878314"/>
              <a:gd name="csY826" fmla="*/ 91495 h 1185900"/>
              <a:gd name="csX827" fmla="*/ 1554922 w 1878314"/>
              <a:gd name="csY827" fmla="*/ 98016 h 1185900"/>
              <a:gd name="csX828" fmla="*/ 1556795 w 1878314"/>
              <a:gd name="csY828" fmla="*/ 104730 h 1185900"/>
              <a:gd name="csX829" fmla="*/ 1558677 w 1878314"/>
              <a:gd name="csY829" fmla="*/ 111633 h 1185900"/>
              <a:gd name="csX830" fmla="*/ 1560559 w 1878314"/>
              <a:gd name="csY830" fmla="*/ 118721 h 1185900"/>
              <a:gd name="csX831" fmla="*/ 1562441 w 1878314"/>
              <a:gd name="csY831" fmla="*/ 125989 h 1185900"/>
              <a:gd name="csX832" fmla="*/ 1564324 w 1878314"/>
              <a:gd name="csY832" fmla="*/ 133435 h 1185900"/>
              <a:gd name="csX833" fmla="*/ 1566196 w 1878314"/>
              <a:gd name="csY833" fmla="*/ 141051 h 1185900"/>
              <a:gd name="csX834" fmla="*/ 1568078 w 1878314"/>
              <a:gd name="csY834" fmla="*/ 148835 h 1185900"/>
              <a:gd name="csX835" fmla="*/ 1569961 w 1878314"/>
              <a:gd name="csY835" fmla="*/ 156781 h 1185900"/>
              <a:gd name="csX836" fmla="*/ 1571843 w 1878314"/>
              <a:gd name="csY836" fmla="*/ 164886 h 1185900"/>
              <a:gd name="csX837" fmla="*/ 1573715 w 1878314"/>
              <a:gd name="csY837" fmla="*/ 173144 h 1185900"/>
              <a:gd name="csX838" fmla="*/ 1575598 w 1878314"/>
              <a:gd name="csY838" fmla="*/ 181550 h 1185900"/>
              <a:gd name="csX839" fmla="*/ 1577480 w 1878314"/>
              <a:gd name="csY839" fmla="*/ 190102 h 1185900"/>
              <a:gd name="csX840" fmla="*/ 1579362 w 1878314"/>
              <a:gd name="csY840" fmla="*/ 198791 h 1185900"/>
              <a:gd name="csX841" fmla="*/ 1581244 w 1878314"/>
              <a:gd name="csY841" fmla="*/ 207614 h 1185900"/>
              <a:gd name="csX842" fmla="*/ 1583117 w 1878314"/>
              <a:gd name="csY842" fmla="*/ 216567 h 1185900"/>
              <a:gd name="csX843" fmla="*/ 1584999 w 1878314"/>
              <a:gd name="csY843" fmla="*/ 225644 h 1185900"/>
              <a:gd name="csX844" fmla="*/ 1586881 w 1878314"/>
              <a:gd name="csY844" fmla="*/ 234839 h 1185900"/>
              <a:gd name="csX845" fmla="*/ 1588763 w 1878314"/>
              <a:gd name="csY845" fmla="*/ 244149 h 1185900"/>
              <a:gd name="csX846" fmla="*/ 1590646 w 1878314"/>
              <a:gd name="csY846" fmla="*/ 253567 h 1185900"/>
              <a:gd name="csX847" fmla="*/ 1592518 w 1878314"/>
              <a:gd name="csY847" fmla="*/ 263089 h 1185900"/>
              <a:gd name="csX848" fmla="*/ 1594400 w 1878314"/>
              <a:gd name="csY848" fmla="*/ 272710 h 1185900"/>
              <a:gd name="csX849" fmla="*/ 1596282 w 1878314"/>
              <a:gd name="csY849" fmla="*/ 282425 h 1185900"/>
              <a:gd name="csX850" fmla="*/ 1598165 w 1878314"/>
              <a:gd name="csY850" fmla="*/ 292227 h 1185900"/>
              <a:gd name="csX851" fmla="*/ 1600047 w 1878314"/>
              <a:gd name="csY851" fmla="*/ 302113 h 1185900"/>
              <a:gd name="csX852" fmla="*/ 1601919 w 1878314"/>
              <a:gd name="csY852" fmla="*/ 312077 h 1185900"/>
              <a:gd name="csX853" fmla="*/ 1603802 w 1878314"/>
              <a:gd name="csY853" fmla="*/ 322114 h 1185900"/>
              <a:gd name="csX854" fmla="*/ 1605684 w 1878314"/>
              <a:gd name="csY854" fmla="*/ 332218 h 1185900"/>
              <a:gd name="csX855" fmla="*/ 1607566 w 1878314"/>
              <a:gd name="csY855" fmla="*/ 342386 h 1185900"/>
              <a:gd name="csX856" fmla="*/ 1609448 w 1878314"/>
              <a:gd name="csY856" fmla="*/ 352611 h 1185900"/>
              <a:gd name="csX857" fmla="*/ 1611321 w 1878314"/>
              <a:gd name="csY857" fmla="*/ 362888 h 1185900"/>
              <a:gd name="csX858" fmla="*/ 1613203 w 1878314"/>
              <a:gd name="csY858" fmla="*/ 373213 h 1185900"/>
              <a:gd name="csX859" fmla="*/ 1615085 w 1878314"/>
              <a:gd name="csY859" fmla="*/ 383581 h 1185900"/>
              <a:gd name="csX860" fmla="*/ 1616968 w 1878314"/>
              <a:gd name="csY860" fmla="*/ 393987 h 1185900"/>
              <a:gd name="csX861" fmla="*/ 1618840 w 1878314"/>
              <a:gd name="csY861" fmla="*/ 404424 h 1185900"/>
              <a:gd name="csX862" fmla="*/ 1620722 w 1878314"/>
              <a:gd name="csY862" fmla="*/ 414891 h 1185900"/>
              <a:gd name="csX863" fmla="*/ 1622604 w 1878314"/>
              <a:gd name="csY863" fmla="*/ 425379 h 1185900"/>
              <a:gd name="csX864" fmla="*/ 1624487 w 1878314"/>
              <a:gd name="csY864" fmla="*/ 435886 h 1185900"/>
              <a:gd name="csX865" fmla="*/ 1626369 w 1878314"/>
              <a:gd name="csY865" fmla="*/ 446406 h 1185900"/>
              <a:gd name="csX866" fmla="*/ 1628241 w 1878314"/>
              <a:gd name="csY866" fmla="*/ 456936 h 1185900"/>
              <a:gd name="csX867" fmla="*/ 1630124 w 1878314"/>
              <a:gd name="csY867" fmla="*/ 467469 h 1185900"/>
              <a:gd name="csX868" fmla="*/ 1632006 w 1878314"/>
              <a:gd name="csY868" fmla="*/ 478002 h 1185900"/>
              <a:gd name="csX869" fmla="*/ 1633888 w 1878314"/>
              <a:gd name="csY869" fmla="*/ 488530 h 1185900"/>
              <a:gd name="csX870" fmla="*/ 1635770 w 1878314"/>
              <a:gd name="csY870" fmla="*/ 499049 h 1185900"/>
              <a:gd name="csX871" fmla="*/ 1637643 w 1878314"/>
              <a:gd name="csY871" fmla="*/ 509555 h 1185900"/>
              <a:gd name="csX872" fmla="*/ 1639525 w 1878314"/>
              <a:gd name="csY872" fmla="*/ 520042 h 1185900"/>
              <a:gd name="csX873" fmla="*/ 1641407 w 1878314"/>
              <a:gd name="csY873" fmla="*/ 530507 h 1185900"/>
              <a:gd name="csX874" fmla="*/ 1643289 w 1878314"/>
              <a:gd name="csY874" fmla="*/ 540947 h 1185900"/>
              <a:gd name="csX875" fmla="*/ 1645171 w 1878314"/>
              <a:gd name="csY875" fmla="*/ 551356 h 1185900"/>
              <a:gd name="csX876" fmla="*/ 1647044 w 1878314"/>
              <a:gd name="csY876" fmla="*/ 561731 h 1185900"/>
              <a:gd name="csX877" fmla="*/ 1648926 w 1878314"/>
              <a:gd name="csY877" fmla="*/ 572069 h 1185900"/>
              <a:gd name="csX878" fmla="*/ 1650808 w 1878314"/>
              <a:gd name="csY878" fmla="*/ 582363 h 1185900"/>
              <a:gd name="csX879" fmla="*/ 1652691 w 1878314"/>
              <a:gd name="csY879" fmla="*/ 592613 h 1185900"/>
              <a:gd name="csX880" fmla="*/ 1654573 w 1878314"/>
              <a:gd name="csY880" fmla="*/ 602814 h 1185900"/>
              <a:gd name="csX881" fmla="*/ 1656445 w 1878314"/>
              <a:gd name="csY881" fmla="*/ 612962 h 1185900"/>
              <a:gd name="csX882" fmla="*/ 1658328 w 1878314"/>
              <a:gd name="csY882" fmla="*/ 623055 h 1185900"/>
              <a:gd name="csX883" fmla="*/ 1660210 w 1878314"/>
              <a:gd name="csY883" fmla="*/ 633088 h 1185900"/>
              <a:gd name="csX884" fmla="*/ 1662092 w 1878314"/>
              <a:gd name="csY884" fmla="*/ 643059 h 1185900"/>
              <a:gd name="csX885" fmla="*/ 1663965 w 1878314"/>
              <a:gd name="csY885" fmla="*/ 652964 h 1185900"/>
              <a:gd name="csX886" fmla="*/ 1665847 w 1878314"/>
              <a:gd name="csY886" fmla="*/ 662801 h 1185900"/>
              <a:gd name="csX887" fmla="*/ 1667729 w 1878314"/>
              <a:gd name="csY887" fmla="*/ 672566 h 1185900"/>
              <a:gd name="csX888" fmla="*/ 1669611 w 1878314"/>
              <a:gd name="csY888" fmla="*/ 682258 h 1185900"/>
              <a:gd name="csX889" fmla="*/ 1671494 w 1878314"/>
              <a:gd name="csY889" fmla="*/ 691872 h 1185900"/>
              <a:gd name="csX890" fmla="*/ 1673366 w 1878314"/>
              <a:gd name="csY890" fmla="*/ 701406 h 1185900"/>
              <a:gd name="csX891" fmla="*/ 1675248 w 1878314"/>
              <a:gd name="csY891" fmla="*/ 710859 h 1185900"/>
              <a:gd name="csX892" fmla="*/ 1677131 w 1878314"/>
              <a:gd name="csY892" fmla="*/ 720226 h 1185900"/>
              <a:gd name="csX893" fmla="*/ 1679013 w 1878314"/>
              <a:gd name="csY893" fmla="*/ 729507 h 1185900"/>
              <a:gd name="csX894" fmla="*/ 1680895 w 1878314"/>
              <a:gd name="csY894" fmla="*/ 738699 h 1185900"/>
              <a:gd name="csX895" fmla="*/ 1682767 w 1878314"/>
              <a:gd name="csY895" fmla="*/ 747801 h 1185900"/>
              <a:gd name="csX896" fmla="*/ 1684650 w 1878314"/>
              <a:gd name="csY896" fmla="*/ 756808 h 1185900"/>
              <a:gd name="csX897" fmla="*/ 1686532 w 1878314"/>
              <a:gd name="csY897" fmla="*/ 765720 h 1185900"/>
              <a:gd name="csX898" fmla="*/ 1688414 w 1878314"/>
              <a:gd name="csY898" fmla="*/ 774536 h 1185900"/>
              <a:gd name="csX899" fmla="*/ 1690296 w 1878314"/>
              <a:gd name="csY899" fmla="*/ 783253 h 1185900"/>
              <a:gd name="csX900" fmla="*/ 1692169 w 1878314"/>
              <a:gd name="csY900" fmla="*/ 791870 h 1185900"/>
              <a:gd name="csX901" fmla="*/ 1694051 w 1878314"/>
              <a:gd name="csY901" fmla="*/ 800385 h 1185900"/>
              <a:gd name="csX902" fmla="*/ 1695933 w 1878314"/>
              <a:gd name="csY902" fmla="*/ 808797 h 1185900"/>
              <a:gd name="csX903" fmla="*/ 1697815 w 1878314"/>
              <a:gd name="csY903" fmla="*/ 817105 h 1185900"/>
              <a:gd name="csX904" fmla="*/ 1699688 w 1878314"/>
              <a:gd name="csY904" fmla="*/ 825306 h 1185900"/>
              <a:gd name="csX905" fmla="*/ 1701570 w 1878314"/>
              <a:gd name="csY905" fmla="*/ 833402 h 1185900"/>
              <a:gd name="csX906" fmla="*/ 1703452 w 1878314"/>
              <a:gd name="csY906" fmla="*/ 841389 h 1185900"/>
              <a:gd name="csX907" fmla="*/ 1705334 w 1878314"/>
              <a:gd name="csY907" fmla="*/ 849267 h 1185900"/>
              <a:gd name="csX908" fmla="*/ 1707217 w 1878314"/>
              <a:gd name="csY908" fmla="*/ 857036 h 1185900"/>
              <a:gd name="csX909" fmla="*/ 1709089 w 1878314"/>
              <a:gd name="csY909" fmla="*/ 864692 h 1185900"/>
              <a:gd name="csX910" fmla="*/ 1710971 w 1878314"/>
              <a:gd name="csY910" fmla="*/ 872240 h 1185900"/>
              <a:gd name="csX911" fmla="*/ 1712854 w 1878314"/>
              <a:gd name="csY911" fmla="*/ 879682 h 1185900"/>
              <a:gd name="csX912" fmla="*/ 1714736 w 1878314"/>
              <a:gd name="csY912" fmla="*/ 886997 h 1185900"/>
              <a:gd name="csX913" fmla="*/ 1716618 w 1878314"/>
              <a:gd name="csY913" fmla="*/ 894216 h 1185900"/>
              <a:gd name="csX914" fmla="*/ 1718491 w 1878314"/>
              <a:gd name="csY914" fmla="*/ 901308 h 1185900"/>
              <a:gd name="csX915" fmla="*/ 1720373 w 1878314"/>
              <a:gd name="csY915" fmla="*/ 908293 h 1185900"/>
              <a:gd name="csX916" fmla="*/ 1722255 w 1878314"/>
              <a:gd name="csY916" fmla="*/ 915163 h 1185900"/>
              <a:gd name="csX917" fmla="*/ 1724137 w 1878314"/>
              <a:gd name="csY917" fmla="*/ 921925 h 1185900"/>
              <a:gd name="csX918" fmla="*/ 1726020 w 1878314"/>
              <a:gd name="csY918" fmla="*/ 928571 h 1185900"/>
              <a:gd name="csX919" fmla="*/ 1727892 w 1878314"/>
              <a:gd name="csY919" fmla="*/ 935100 h 1185900"/>
              <a:gd name="csX920" fmla="*/ 1729774 w 1878314"/>
              <a:gd name="csY920" fmla="*/ 941523 h 1185900"/>
              <a:gd name="csX921" fmla="*/ 1731657 w 1878314"/>
              <a:gd name="csY921" fmla="*/ 947820 h 1185900"/>
              <a:gd name="csX922" fmla="*/ 1733539 w 1878314"/>
              <a:gd name="csY922" fmla="*/ 954020 h 1185900"/>
              <a:gd name="csX923" fmla="*/ 1735421 w 1878314"/>
              <a:gd name="csY923" fmla="*/ 960093 h 1185900"/>
              <a:gd name="csX924" fmla="*/ 1737294 w 1878314"/>
              <a:gd name="csY924" fmla="*/ 966060 h 1185900"/>
              <a:gd name="csX925" fmla="*/ 1739176 w 1878314"/>
              <a:gd name="csY925" fmla="*/ 971920 h 1185900"/>
              <a:gd name="csX926" fmla="*/ 1741058 w 1878314"/>
              <a:gd name="csY926" fmla="*/ 977664 h 1185900"/>
              <a:gd name="csX927" fmla="*/ 1742940 w 1878314"/>
              <a:gd name="csY927" fmla="*/ 983291 h 1185900"/>
              <a:gd name="csX928" fmla="*/ 1744813 w 1878314"/>
              <a:gd name="csY928" fmla="*/ 988821 h 1185900"/>
              <a:gd name="csX929" fmla="*/ 1746695 w 1878314"/>
              <a:gd name="csY929" fmla="*/ 994225 h 1185900"/>
              <a:gd name="csX930" fmla="*/ 1748577 w 1878314"/>
              <a:gd name="csY930" fmla="*/ 999532 h 1185900"/>
              <a:gd name="csX931" fmla="*/ 1750459 w 1878314"/>
              <a:gd name="csY931" fmla="*/ 1004733 h 1185900"/>
              <a:gd name="csX932" fmla="*/ 1752342 w 1878314"/>
              <a:gd name="csY932" fmla="*/ 1009826 h 1185900"/>
              <a:gd name="csX933" fmla="*/ 1754214 w 1878314"/>
              <a:gd name="csY933" fmla="*/ 1014803 h 1185900"/>
              <a:gd name="csX934" fmla="*/ 1756096 w 1878314"/>
              <a:gd name="csY934" fmla="*/ 1019684 h 1185900"/>
              <a:gd name="csX935" fmla="*/ 1757978 w 1878314"/>
              <a:gd name="csY935" fmla="*/ 1024457 h 1185900"/>
              <a:gd name="csX936" fmla="*/ 1759861 w 1878314"/>
              <a:gd name="csY936" fmla="*/ 1029124 h 1185900"/>
              <a:gd name="csX937" fmla="*/ 1761743 w 1878314"/>
              <a:gd name="csY937" fmla="*/ 1033694 h 1185900"/>
              <a:gd name="csX938" fmla="*/ 1763615 w 1878314"/>
              <a:gd name="csY938" fmla="*/ 1038157 h 1185900"/>
              <a:gd name="csX939" fmla="*/ 1765498 w 1878314"/>
              <a:gd name="csY939" fmla="*/ 1042523 h 1185900"/>
              <a:gd name="csX940" fmla="*/ 1767380 w 1878314"/>
              <a:gd name="csY940" fmla="*/ 1046792 h 1185900"/>
              <a:gd name="csX941" fmla="*/ 1769262 w 1878314"/>
              <a:gd name="csY941" fmla="*/ 1050963 h 1185900"/>
              <a:gd name="csX942" fmla="*/ 1771144 w 1878314"/>
              <a:gd name="csY942" fmla="*/ 1055038 h 1185900"/>
              <a:gd name="csX943" fmla="*/ 1773017 w 1878314"/>
              <a:gd name="csY943" fmla="*/ 1059007 h 1185900"/>
              <a:gd name="csX944" fmla="*/ 1774899 w 1878314"/>
              <a:gd name="csY944" fmla="*/ 1062897 h 1185900"/>
              <a:gd name="csX945" fmla="*/ 1776781 w 1878314"/>
              <a:gd name="csY945" fmla="*/ 1066681 h 1185900"/>
              <a:gd name="csX946" fmla="*/ 1778663 w 1878314"/>
              <a:gd name="csY946" fmla="*/ 1070377 h 1185900"/>
              <a:gd name="csX947" fmla="*/ 1780546 w 1878314"/>
              <a:gd name="csY947" fmla="*/ 1073987 h 1185900"/>
              <a:gd name="csX948" fmla="*/ 1782418 w 1878314"/>
              <a:gd name="csY948" fmla="*/ 1077499 h 1185900"/>
              <a:gd name="csX949" fmla="*/ 1784300 w 1878314"/>
              <a:gd name="csY949" fmla="*/ 1080933 h 1185900"/>
              <a:gd name="csX950" fmla="*/ 1786183 w 1878314"/>
              <a:gd name="csY950" fmla="*/ 1084271 h 1185900"/>
              <a:gd name="csX951" fmla="*/ 1788065 w 1878314"/>
              <a:gd name="csY951" fmla="*/ 1087531 h 1185900"/>
              <a:gd name="csX952" fmla="*/ 1789937 w 1878314"/>
              <a:gd name="csY952" fmla="*/ 1090703 h 1185900"/>
              <a:gd name="csX953" fmla="*/ 1791820 w 1878314"/>
              <a:gd name="csY953" fmla="*/ 1093789 h 1185900"/>
              <a:gd name="csX954" fmla="*/ 1793702 w 1878314"/>
              <a:gd name="csY954" fmla="*/ 1096806 h 1185900"/>
              <a:gd name="csX955" fmla="*/ 1795584 w 1878314"/>
              <a:gd name="csY955" fmla="*/ 1099726 h 1185900"/>
              <a:gd name="csX956" fmla="*/ 1797466 w 1878314"/>
              <a:gd name="csY956" fmla="*/ 1102579 h 1185900"/>
              <a:gd name="csX957" fmla="*/ 1799339 w 1878314"/>
              <a:gd name="csY957" fmla="*/ 1105354 h 1185900"/>
              <a:gd name="csX958" fmla="*/ 1801221 w 1878314"/>
              <a:gd name="csY958" fmla="*/ 1108051 h 1185900"/>
              <a:gd name="csX959" fmla="*/ 1803103 w 1878314"/>
              <a:gd name="csY959" fmla="*/ 1110680 h 1185900"/>
              <a:gd name="csX960" fmla="*/ 1804985 w 1878314"/>
              <a:gd name="csY960" fmla="*/ 1113232 h 1185900"/>
              <a:gd name="csX961" fmla="*/ 1806868 w 1878314"/>
              <a:gd name="csY961" fmla="*/ 1115706 h 1185900"/>
              <a:gd name="csX962" fmla="*/ 1808740 w 1878314"/>
              <a:gd name="csY962" fmla="*/ 1118122 h 1185900"/>
              <a:gd name="csX963" fmla="*/ 1810622 w 1878314"/>
              <a:gd name="csY963" fmla="*/ 1120460 h 1185900"/>
              <a:gd name="csX964" fmla="*/ 1812505 w 1878314"/>
              <a:gd name="csY964" fmla="*/ 1122730 h 1185900"/>
              <a:gd name="csX965" fmla="*/ 1814387 w 1878314"/>
              <a:gd name="csY965" fmla="*/ 1124942 h 1185900"/>
              <a:gd name="csX966" fmla="*/ 1816269 w 1878314"/>
              <a:gd name="csY966" fmla="*/ 1127086 h 1185900"/>
              <a:gd name="csX967" fmla="*/ 1818141 w 1878314"/>
              <a:gd name="csY967" fmla="*/ 1129163 h 1185900"/>
              <a:gd name="csX968" fmla="*/ 1820024 w 1878314"/>
              <a:gd name="csY968" fmla="*/ 1131181 h 1185900"/>
              <a:gd name="csX969" fmla="*/ 1821906 w 1878314"/>
              <a:gd name="csY969" fmla="*/ 1133141 h 1185900"/>
              <a:gd name="csX970" fmla="*/ 1823788 w 1878314"/>
              <a:gd name="csY970" fmla="*/ 1135042 h 1185900"/>
              <a:gd name="csX971" fmla="*/ 1825670 w 1878314"/>
              <a:gd name="csY971" fmla="*/ 1136876 h 1185900"/>
              <a:gd name="csX972" fmla="*/ 1827543 w 1878314"/>
              <a:gd name="csY972" fmla="*/ 1138661 h 1185900"/>
              <a:gd name="csX973" fmla="*/ 1829425 w 1878314"/>
              <a:gd name="csY973" fmla="*/ 1140388 h 1185900"/>
              <a:gd name="csX974" fmla="*/ 1831307 w 1878314"/>
              <a:gd name="csY974" fmla="*/ 1142067 h 1185900"/>
              <a:gd name="csX975" fmla="*/ 1833189 w 1878314"/>
              <a:gd name="csY975" fmla="*/ 1143687 h 1185900"/>
              <a:gd name="csX976" fmla="*/ 1835062 w 1878314"/>
              <a:gd name="csY976" fmla="*/ 1145259 h 1185900"/>
              <a:gd name="csX977" fmla="*/ 1836944 w 1878314"/>
              <a:gd name="csY977" fmla="*/ 1146782 h 1185900"/>
              <a:gd name="csX978" fmla="*/ 1838826 w 1878314"/>
              <a:gd name="csY978" fmla="*/ 1148257 h 1185900"/>
              <a:gd name="csX979" fmla="*/ 1840709 w 1878314"/>
              <a:gd name="csY979" fmla="*/ 1149683 h 1185900"/>
              <a:gd name="csX980" fmla="*/ 1842591 w 1878314"/>
              <a:gd name="csY980" fmla="*/ 1151060 h 1185900"/>
              <a:gd name="csX981" fmla="*/ 1844463 w 1878314"/>
              <a:gd name="csY981" fmla="*/ 1152390 h 1185900"/>
              <a:gd name="csX982" fmla="*/ 1846346 w 1878314"/>
              <a:gd name="csY982" fmla="*/ 1153680 h 1185900"/>
              <a:gd name="csX983" fmla="*/ 1848228 w 1878314"/>
              <a:gd name="csY983" fmla="*/ 1154922 h 1185900"/>
              <a:gd name="csX984" fmla="*/ 1850110 w 1878314"/>
              <a:gd name="csY984" fmla="*/ 1156135 h 1185900"/>
              <a:gd name="csX985" fmla="*/ 1851992 w 1878314"/>
              <a:gd name="csY985" fmla="*/ 1157289 h 1185900"/>
              <a:gd name="csX986" fmla="*/ 1853865 w 1878314"/>
              <a:gd name="csY986" fmla="*/ 1158415 h 1185900"/>
              <a:gd name="csX987" fmla="*/ 1855747 w 1878314"/>
              <a:gd name="csY987" fmla="*/ 1159501 h 1185900"/>
              <a:gd name="csX988" fmla="*/ 1857629 w 1878314"/>
              <a:gd name="csY988" fmla="*/ 1160549 h 1185900"/>
              <a:gd name="csX989" fmla="*/ 1859511 w 1878314"/>
              <a:gd name="csY989" fmla="*/ 1161558 h 1185900"/>
              <a:gd name="csX990" fmla="*/ 1861394 w 1878314"/>
              <a:gd name="csY990" fmla="*/ 1162538 h 1185900"/>
              <a:gd name="csX991" fmla="*/ 1863266 w 1878314"/>
              <a:gd name="csY991" fmla="*/ 1163479 h 1185900"/>
              <a:gd name="csX992" fmla="*/ 1865148 w 1878314"/>
              <a:gd name="csY992" fmla="*/ 1164391 h 1185900"/>
              <a:gd name="csX993" fmla="*/ 1867031 w 1878314"/>
              <a:gd name="csY993" fmla="*/ 1165264 h 1185900"/>
              <a:gd name="csX994" fmla="*/ 1868913 w 1878314"/>
              <a:gd name="csY994" fmla="*/ 1166109 h 1185900"/>
              <a:gd name="csX995" fmla="*/ 1870795 w 1878314"/>
              <a:gd name="csY995" fmla="*/ 1166923 h 1185900"/>
              <a:gd name="csX996" fmla="*/ 1872668 w 1878314"/>
              <a:gd name="csY996" fmla="*/ 1167709 h 1185900"/>
              <a:gd name="csX997" fmla="*/ 1874550 w 1878314"/>
              <a:gd name="csY997" fmla="*/ 1168466 h 1185900"/>
              <a:gd name="csX998" fmla="*/ 1876432 w 1878314"/>
              <a:gd name="csY998" fmla="*/ 1169194 h 1185900"/>
              <a:gd name="csX999" fmla="*/ 1878314 w 1878314"/>
              <a:gd name="csY999" fmla="*/ 1169892 h 11859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  <a:cxn ang="0">
                <a:pos x="csX600" y="csY600"/>
              </a:cxn>
              <a:cxn ang="0">
                <a:pos x="csX601" y="csY601"/>
              </a:cxn>
              <a:cxn ang="0">
                <a:pos x="csX602" y="csY602"/>
              </a:cxn>
              <a:cxn ang="0">
                <a:pos x="csX603" y="csY603"/>
              </a:cxn>
              <a:cxn ang="0">
                <a:pos x="csX604" y="csY604"/>
              </a:cxn>
              <a:cxn ang="0">
                <a:pos x="csX605" y="csY605"/>
              </a:cxn>
              <a:cxn ang="0">
                <a:pos x="csX606" y="csY606"/>
              </a:cxn>
              <a:cxn ang="0">
                <a:pos x="csX607" y="csY607"/>
              </a:cxn>
              <a:cxn ang="0">
                <a:pos x="csX608" y="csY608"/>
              </a:cxn>
              <a:cxn ang="0">
                <a:pos x="csX609" y="csY609"/>
              </a:cxn>
              <a:cxn ang="0">
                <a:pos x="csX610" y="csY610"/>
              </a:cxn>
              <a:cxn ang="0">
                <a:pos x="csX611" y="csY611"/>
              </a:cxn>
              <a:cxn ang="0">
                <a:pos x="csX612" y="csY612"/>
              </a:cxn>
              <a:cxn ang="0">
                <a:pos x="csX613" y="csY613"/>
              </a:cxn>
              <a:cxn ang="0">
                <a:pos x="csX614" y="csY614"/>
              </a:cxn>
              <a:cxn ang="0">
                <a:pos x="csX615" y="csY615"/>
              </a:cxn>
              <a:cxn ang="0">
                <a:pos x="csX616" y="csY616"/>
              </a:cxn>
              <a:cxn ang="0">
                <a:pos x="csX617" y="csY617"/>
              </a:cxn>
              <a:cxn ang="0">
                <a:pos x="csX618" y="csY618"/>
              </a:cxn>
              <a:cxn ang="0">
                <a:pos x="csX619" y="csY619"/>
              </a:cxn>
              <a:cxn ang="0">
                <a:pos x="csX620" y="csY620"/>
              </a:cxn>
              <a:cxn ang="0">
                <a:pos x="csX621" y="csY621"/>
              </a:cxn>
              <a:cxn ang="0">
                <a:pos x="csX622" y="csY622"/>
              </a:cxn>
              <a:cxn ang="0">
                <a:pos x="csX623" y="csY623"/>
              </a:cxn>
              <a:cxn ang="0">
                <a:pos x="csX624" y="csY624"/>
              </a:cxn>
              <a:cxn ang="0">
                <a:pos x="csX625" y="csY625"/>
              </a:cxn>
              <a:cxn ang="0">
                <a:pos x="csX626" y="csY626"/>
              </a:cxn>
              <a:cxn ang="0">
                <a:pos x="csX627" y="csY627"/>
              </a:cxn>
              <a:cxn ang="0">
                <a:pos x="csX628" y="csY628"/>
              </a:cxn>
              <a:cxn ang="0">
                <a:pos x="csX629" y="csY629"/>
              </a:cxn>
              <a:cxn ang="0">
                <a:pos x="csX630" y="csY630"/>
              </a:cxn>
              <a:cxn ang="0">
                <a:pos x="csX631" y="csY631"/>
              </a:cxn>
              <a:cxn ang="0">
                <a:pos x="csX632" y="csY632"/>
              </a:cxn>
              <a:cxn ang="0">
                <a:pos x="csX633" y="csY633"/>
              </a:cxn>
              <a:cxn ang="0">
                <a:pos x="csX634" y="csY634"/>
              </a:cxn>
              <a:cxn ang="0">
                <a:pos x="csX635" y="csY635"/>
              </a:cxn>
              <a:cxn ang="0">
                <a:pos x="csX636" y="csY636"/>
              </a:cxn>
              <a:cxn ang="0">
                <a:pos x="csX637" y="csY637"/>
              </a:cxn>
              <a:cxn ang="0">
                <a:pos x="csX638" y="csY638"/>
              </a:cxn>
              <a:cxn ang="0">
                <a:pos x="csX639" y="csY639"/>
              </a:cxn>
              <a:cxn ang="0">
                <a:pos x="csX640" y="csY640"/>
              </a:cxn>
              <a:cxn ang="0">
                <a:pos x="csX641" y="csY641"/>
              </a:cxn>
              <a:cxn ang="0">
                <a:pos x="csX642" y="csY642"/>
              </a:cxn>
              <a:cxn ang="0">
                <a:pos x="csX643" y="csY643"/>
              </a:cxn>
              <a:cxn ang="0">
                <a:pos x="csX644" y="csY644"/>
              </a:cxn>
              <a:cxn ang="0">
                <a:pos x="csX645" y="csY645"/>
              </a:cxn>
              <a:cxn ang="0">
                <a:pos x="csX646" y="csY646"/>
              </a:cxn>
              <a:cxn ang="0">
                <a:pos x="csX647" y="csY647"/>
              </a:cxn>
              <a:cxn ang="0">
                <a:pos x="csX648" y="csY648"/>
              </a:cxn>
              <a:cxn ang="0">
                <a:pos x="csX649" y="csY649"/>
              </a:cxn>
              <a:cxn ang="0">
                <a:pos x="csX650" y="csY650"/>
              </a:cxn>
              <a:cxn ang="0">
                <a:pos x="csX651" y="csY651"/>
              </a:cxn>
              <a:cxn ang="0">
                <a:pos x="csX652" y="csY652"/>
              </a:cxn>
              <a:cxn ang="0">
                <a:pos x="csX653" y="csY653"/>
              </a:cxn>
              <a:cxn ang="0">
                <a:pos x="csX654" y="csY654"/>
              </a:cxn>
              <a:cxn ang="0">
                <a:pos x="csX655" y="csY655"/>
              </a:cxn>
              <a:cxn ang="0">
                <a:pos x="csX656" y="csY656"/>
              </a:cxn>
              <a:cxn ang="0">
                <a:pos x="csX657" y="csY657"/>
              </a:cxn>
              <a:cxn ang="0">
                <a:pos x="csX658" y="csY658"/>
              </a:cxn>
              <a:cxn ang="0">
                <a:pos x="csX659" y="csY659"/>
              </a:cxn>
              <a:cxn ang="0">
                <a:pos x="csX660" y="csY660"/>
              </a:cxn>
              <a:cxn ang="0">
                <a:pos x="csX661" y="csY661"/>
              </a:cxn>
              <a:cxn ang="0">
                <a:pos x="csX662" y="csY662"/>
              </a:cxn>
              <a:cxn ang="0">
                <a:pos x="csX663" y="csY663"/>
              </a:cxn>
              <a:cxn ang="0">
                <a:pos x="csX664" y="csY664"/>
              </a:cxn>
              <a:cxn ang="0">
                <a:pos x="csX665" y="csY665"/>
              </a:cxn>
              <a:cxn ang="0">
                <a:pos x="csX666" y="csY666"/>
              </a:cxn>
              <a:cxn ang="0">
                <a:pos x="csX667" y="csY667"/>
              </a:cxn>
              <a:cxn ang="0">
                <a:pos x="csX668" y="csY668"/>
              </a:cxn>
              <a:cxn ang="0">
                <a:pos x="csX669" y="csY669"/>
              </a:cxn>
              <a:cxn ang="0">
                <a:pos x="csX670" y="csY670"/>
              </a:cxn>
              <a:cxn ang="0">
                <a:pos x="csX671" y="csY671"/>
              </a:cxn>
              <a:cxn ang="0">
                <a:pos x="csX672" y="csY672"/>
              </a:cxn>
              <a:cxn ang="0">
                <a:pos x="csX673" y="csY673"/>
              </a:cxn>
              <a:cxn ang="0">
                <a:pos x="csX674" y="csY674"/>
              </a:cxn>
              <a:cxn ang="0">
                <a:pos x="csX675" y="csY675"/>
              </a:cxn>
              <a:cxn ang="0">
                <a:pos x="csX676" y="csY676"/>
              </a:cxn>
              <a:cxn ang="0">
                <a:pos x="csX677" y="csY677"/>
              </a:cxn>
              <a:cxn ang="0">
                <a:pos x="csX678" y="csY678"/>
              </a:cxn>
              <a:cxn ang="0">
                <a:pos x="csX679" y="csY679"/>
              </a:cxn>
              <a:cxn ang="0">
                <a:pos x="csX680" y="csY680"/>
              </a:cxn>
              <a:cxn ang="0">
                <a:pos x="csX681" y="csY681"/>
              </a:cxn>
              <a:cxn ang="0">
                <a:pos x="csX682" y="csY682"/>
              </a:cxn>
              <a:cxn ang="0">
                <a:pos x="csX683" y="csY683"/>
              </a:cxn>
              <a:cxn ang="0">
                <a:pos x="csX684" y="csY684"/>
              </a:cxn>
              <a:cxn ang="0">
                <a:pos x="csX685" y="csY685"/>
              </a:cxn>
              <a:cxn ang="0">
                <a:pos x="csX686" y="csY686"/>
              </a:cxn>
              <a:cxn ang="0">
                <a:pos x="csX687" y="csY687"/>
              </a:cxn>
              <a:cxn ang="0">
                <a:pos x="csX688" y="csY688"/>
              </a:cxn>
              <a:cxn ang="0">
                <a:pos x="csX689" y="csY689"/>
              </a:cxn>
              <a:cxn ang="0">
                <a:pos x="csX690" y="csY690"/>
              </a:cxn>
              <a:cxn ang="0">
                <a:pos x="csX691" y="csY691"/>
              </a:cxn>
              <a:cxn ang="0">
                <a:pos x="csX692" y="csY692"/>
              </a:cxn>
              <a:cxn ang="0">
                <a:pos x="csX693" y="csY693"/>
              </a:cxn>
              <a:cxn ang="0">
                <a:pos x="csX694" y="csY694"/>
              </a:cxn>
              <a:cxn ang="0">
                <a:pos x="csX695" y="csY695"/>
              </a:cxn>
              <a:cxn ang="0">
                <a:pos x="csX696" y="csY696"/>
              </a:cxn>
              <a:cxn ang="0">
                <a:pos x="csX697" y="csY697"/>
              </a:cxn>
              <a:cxn ang="0">
                <a:pos x="csX698" y="csY698"/>
              </a:cxn>
              <a:cxn ang="0">
                <a:pos x="csX699" y="csY699"/>
              </a:cxn>
              <a:cxn ang="0">
                <a:pos x="csX700" y="csY700"/>
              </a:cxn>
              <a:cxn ang="0">
                <a:pos x="csX701" y="csY701"/>
              </a:cxn>
              <a:cxn ang="0">
                <a:pos x="csX702" y="csY702"/>
              </a:cxn>
              <a:cxn ang="0">
                <a:pos x="csX703" y="csY703"/>
              </a:cxn>
              <a:cxn ang="0">
                <a:pos x="csX704" y="csY704"/>
              </a:cxn>
              <a:cxn ang="0">
                <a:pos x="csX705" y="csY705"/>
              </a:cxn>
              <a:cxn ang="0">
                <a:pos x="csX706" y="csY706"/>
              </a:cxn>
              <a:cxn ang="0">
                <a:pos x="csX707" y="csY707"/>
              </a:cxn>
              <a:cxn ang="0">
                <a:pos x="csX708" y="csY708"/>
              </a:cxn>
              <a:cxn ang="0">
                <a:pos x="csX709" y="csY709"/>
              </a:cxn>
              <a:cxn ang="0">
                <a:pos x="csX710" y="csY710"/>
              </a:cxn>
              <a:cxn ang="0">
                <a:pos x="csX711" y="csY711"/>
              </a:cxn>
              <a:cxn ang="0">
                <a:pos x="csX712" y="csY712"/>
              </a:cxn>
              <a:cxn ang="0">
                <a:pos x="csX713" y="csY713"/>
              </a:cxn>
              <a:cxn ang="0">
                <a:pos x="csX714" y="csY714"/>
              </a:cxn>
              <a:cxn ang="0">
                <a:pos x="csX715" y="csY715"/>
              </a:cxn>
              <a:cxn ang="0">
                <a:pos x="csX716" y="csY716"/>
              </a:cxn>
              <a:cxn ang="0">
                <a:pos x="csX717" y="csY717"/>
              </a:cxn>
              <a:cxn ang="0">
                <a:pos x="csX718" y="csY718"/>
              </a:cxn>
              <a:cxn ang="0">
                <a:pos x="csX719" y="csY719"/>
              </a:cxn>
              <a:cxn ang="0">
                <a:pos x="csX720" y="csY720"/>
              </a:cxn>
              <a:cxn ang="0">
                <a:pos x="csX721" y="csY721"/>
              </a:cxn>
              <a:cxn ang="0">
                <a:pos x="csX722" y="csY722"/>
              </a:cxn>
              <a:cxn ang="0">
                <a:pos x="csX723" y="csY723"/>
              </a:cxn>
              <a:cxn ang="0">
                <a:pos x="csX724" y="csY724"/>
              </a:cxn>
              <a:cxn ang="0">
                <a:pos x="csX725" y="csY725"/>
              </a:cxn>
              <a:cxn ang="0">
                <a:pos x="csX726" y="csY726"/>
              </a:cxn>
              <a:cxn ang="0">
                <a:pos x="csX727" y="csY727"/>
              </a:cxn>
              <a:cxn ang="0">
                <a:pos x="csX728" y="csY728"/>
              </a:cxn>
              <a:cxn ang="0">
                <a:pos x="csX729" y="csY729"/>
              </a:cxn>
              <a:cxn ang="0">
                <a:pos x="csX730" y="csY730"/>
              </a:cxn>
              <a:cxn ang="0">
                <a:pos x="csX731" y="csY731"/>
              </a:cxn>
              <a:cxn ang="0">
                <a:pos x="csX732" y="csY732"/>
              </a:cxn>
              <a:cxn ang="0">
                <a:pos x="csX733" y="csY733"/>
              </a:cxn>
              <a:cxn ang="0">
                <a:pos x="csX734" y="csY734"/>
              </a:cxn>
              <a:cxn ang="0">
                <a:pos x="csX735" y="csY735"/>
              </a:cxn>
              <a:cxn ang="0">
                <a:pos x="csX736" y="csY736"/>
              </a:cxn>
              <a:cxn ang="0">
                <a:pos x="csX737" y="csY737"/>
              </a:cxn>
              <a:cxn ang="0">
                <a:pos x="csX738" y="csY738"/>
              </a:cxn>
              <a:cxn ang="0">
                <a:pos x="csX739" y="csY739"/>
              </a:cxn>
              <a:cxn ang="0">
                <a:pos x="csX740" y="csY740"/>
              </a:cxn>
              <a:cxn ang="0">
                <a:pos x="csX741" y="csY741"/>
              </a:cxn>
              <a:cxn ang="0">
                <a:pos x="csX742" y="csY742"/>
              </a:cxn>
              <a:cxn ang="0">
                <a:pos x="csX743" y="csY743"/>
              </a:cxn>
              <a:cxn ang="0">
                <a:pos x="csX744" y="csY744"/>
              </a:cxn>
              <a:cxn ang="0">
                <a:pos x="csX745" y="csY745"/>
              </a:cxn>
              <a:cxn ang="0">
                <a:pos x="csX746" y="csY746"/>
              </a:cxn>
              <a:cxn ang="0">
                <a:pos x="csX747" y="csY747"/>
              </a:cxn>
              <a:cxn ang="0">
                <a:pos x="csX748" y="csY748"/>
              </a:cxn>
              <a:cxn ang="0">
                <a:pos x="csX749" y="csY749"/>
              </a:cxn>
              <a:cxn ang="0">
                <a:pos x="csX750" y="csY750"/>
              </a:cxn>
              <a:cxn ang="0">
                <a:pos x="csX751" y="csY751"/>
              </a:cxn>
              <a:cxn ang="0">
                <a:pos x="csX752" y="csY752"/>
              </a:cxn>
              <a:cxn ang="0">
                <a:pos x="csX753" y="csY753"/>
              </a:cxn>
              <a:cxn ang="0">
                <a:pos x="csX754" y="csY754"/>
              </a:cxn>
              <a:cxn ang="0">
                <a:pos x="csX755" y="csY755"/>
              </a:cxn>
              <a:cxn ang="0">
                <a:pos x="csX756" y="csY756"/>
              </a:cxn>
              <a:cxn ang="0">
                <a:pos x="csX757" y="csY757"/>
              </a:cxn>
              <a:cxn ang="0">
                <a:pos x="csX758" y="csY758"/>
              </a:cxn>
              <a:cxn ang="0">
                <a:pos x="csX759" y="csY759"/>
              </a:cxn>
              <a:cxn ang="0">
                <a:pos x="csX760" y="csY760"/>
              </a:cxn>
              <a:cxn ang="0">
                <a:pos x="csX761" y="csY761"/>
              </a:cxn>
              <a:cxn ang="0">
                <a:pos x="csX762" y="csY762"/>
              </a:cxn>
              <a:cxn ang="0">
                <a:pos x="csX763" y="csY763"/>
              </a:cxn>
              <a:cxn ang="0">
                <a:pos x="csX764" y="csY764"/>
              </a:cxn>
              <a:cxn ang="0">
                <a:pos x="csX765" y="csY765"/>
              </a:cxn>
              <a:cxn ang="0">
                <a:pos x="csX766" y="csY766"/>
              </a:cxn>
              <a:cxn ang="0">
                <a:pos x="csX767" y="csY767"/>
              </a:cxn>
              <a:cxn ang="0">
                <a:pos x="csX768" y="csY768"/>
              </a:cxn>
              <a:cxn ang="0">
                <a:pos x="csX769" y="csY769"/>
              </a:cxn>
              <a:cxn ang="0">
                <a:pos x="csX770" y="csY770"/>
              </a:cxn>
              <a:cxn ang="0">
                <a:pos x="csX771" y="csY771"/>
              </a:cxn>
              <a:cxn ang="0">
                <a:pos x="csX772" y="csY772"/>
              </a:cxn>
              <a:cxn ang="0">
                <a:pos x="csX773" y="csY773"/>
              </a:cxn>
              <a:cxn ang="0">
                <a:pos x="csX774" y="csY774"/>
              </a:cxn>
              <a:cxn ang="0">
                <a:pos x="csX775" y="csY775"/>
              </a:cxn>
              <a:cxn ang="0">
                <a:pos x="csX776" y="csY776"/>
              </a:cxn>
              <a:cxn ang="0">
                <a:pos x="csX777" y="csY777"/>
              </a:cxn>
              <a:cxn ang="0">
                <a:pos x="csX778" y="csY778"/>
              </a:cxn>
              <a:cxn ang="0">
                <a:pos x="csX779" y="csY779"/>
              </a:cxn>
              <a:cxn ang="0">
                <a:pos x="csX780" y="csY780"/>
              </a:cxn>
              <a:cxn ang="0">
                <a:pos x="csX781" y="csY781"/>
              </a:cxn>
              <a:cxn ang="0">
                <a:pos x="csX782" y="csY782"/>
              </a:cxn>
              <a:cxn ang="0">
                <a:pos x="csX783" y="csY783"/>
              </a:cxn>
              <a:cxn ang="0">
                <a:pos x="csX784" y="csY784"/>
              </a:cxn>
              <a:cxn ang="0">
                <a:pos x="csX785" y="csY785"/>
              </a:cxn>
              <a:cxn ang="0">
                <a:pos x="csX786" y="csY786"/>
              </a:cxn>
              <a:cxn ang="0">
                <a:pos x="csX787" y="csY787"/>
              </a:cxn>
              <a:cxn ang="0">
                <a:pos x="csX788" y="csY788"/>
              </a:cxn>
              <a:cxn ang="0">
                <a:pos x="csX789" y="csY789"/>
              </a:cxn>
              <a:cxn ang="0">
                <a:pos x="csX790" y="csY790"/>
              </a:cxn>
              <a:cxn ang="0">
                <a:pos x="csX791" y="csY791"/>
              </a:cxn>
              <a:cxn ang="0">
                <a:pos x="csX792" y="csY792"/>
              </a:cxn>
              <a:cxn ang="0">
                <a:pos x="csX793" y="csY793"/>
              </a:cxn>
              <a:cxn ang="0">
                <a:pos x="csX794" y="csY794"/>
              </a:cxn>
              <a:cxn ang="0">
                <a:pos x="csX795" y="csY795"/>
              </a:cxn>
              <a:cxn ang="0">
                <a:pos x="csX796" y="csY796"/>
              </a:cxn>
              <a:cxn ang="0">
                <a:pos x="csX797" y="csY797"/>
              </a:cxn>
              <a:cxn ang="0">
                <a:pos x="csX798" y="csY798"/>
              </a:cxn>
              <a:cxn ang="0">
                <a:pos x="csX799" y="csY799"/>
              </a:cxn>
              <a:cxn ang="0">
                <a:pos x="csX800" y="csY800"/>
              </a:cxn>
              <a:cxn ang="0">
                <a:pos x="csX801" y="csY801"/>
              </a:cxn>
              <a:cxn ang="0">
                <a:pos x="csX802" y="csY802"/>
              </a:cxn>
              <a:cxn ang="0">
                <a:pos x="csX803" y="csY803"/>
              </a:cxn>
              <a:cxn ang="0">
                <a:pos x="csX804" y="csY804"/>
              </a:cxn>
              <a:cxn ang="0">
                <a:pos x="csX805" y="csY805"/>
              </a:cxn>
              <a:cxn ang="0">
                <a:pos x="csX806" y="csY806"/>
              </a:cxn>
              <a:cxn ang="0">
                <a:pos x="csX807" y="csY807"/>
              </a:cxn>
              <a:cxn ang="0">
                <a:pos x="csX808" y="csY808"/>
              </a:cxn>
              <a:cxn ang="0">
                <a:pos x="csX809" y="csY809"/>
              </a:cxn>
              <a:cxn ang="0">
                <a:pos x="csX810" y="csY810"/>
              </a:cxn>
              <a:cxn ang="0">
                <a:pos x="csX811" y="csY811"/>
              </a:cxn>
              <a:cxn ang="0">
                <a:pos x="csX812" y="csY812"/>
              </a:cxn>
              <a:cxn ang="0">
                <a:pos x="csX813" y="csY813"/>
              </a:cxn>
              <a:cxn ang="0">
                <a:pos x="csX814" y="csY814"/>
              </a:cxn>
              <a:cxn ang="0">
                <a:pos x="csX815" y="csY815"/>
              </a:cxn>
              <a:cxn ang="0">
                <a:pos x="csX816" y="csY816"/>
              </a:cxn>
              <a:cxn ang="0">
                <a:pos x="csX817" y="csY817"/>
              </a:cxn>
              <a:cxn ang="0">
                <a:pos x="csX818" y="csY818"/>
              </a:cxn>
              <a:cxn ang="0">
                <a:pos x="csX819" y="csY819"/>
              </a:cxn>
              <a:cxn ang="0">
                <a:pos x="csX820" y="csY820"/>
              </a:cxn>
              <a:cxn ang="0">
                <a:pos x="csX821" y="csY821"/>
              </a:cxn>
              <a:cxn ang="0">
                <a:pos x="csX822" y="csY822"/>
              </a:cxn>
              <a:cxn ang="0">
                <a:pos x="csX823" y="csY823"/>
              </a:cxn>
              <a:cxn ang="0">
                <a:pos x="csX824" y="csY824"/>
              </a:cxn>
              <a:cxn ang="0">
                <a:pos x="csX825" y="csY825"/>
              </a:cxn>
              <a:cxn ang="0">
                <a:pos x="csX826" y="csY826"/>
              </a:cxn>
              <a:cxn ang="0">
                <a:pos x="csX827" y="csY827"/>
              </a:cxn>
              <a:cxn ang="0">
                <a:pos x="csX828" y="csY828"/>
              </a:cxn>
              <a:cxn ang="0">
                <a:pos x="csX829" y="csY829"/>
              </a:cxn>
              <a:cxn ang="0">
                <a:pos x="csX830" y="csY830"/>
              </a:cxn>
              <a:cxn ang="0">
                <a:pos x="csX831" y="csY831"/>
              </a:cxn>
              <a:cxn ang="0">
                <a:pos x="csX832" y="csY832"/>
              </a:cxn>
              <a:cxn ang="0">
                <a:pos x="csX833" y="csY833"/>
              </a:cxn>
              <a:cxn ang="0">
                <a:pos x="csX834" y="csY834"/>
              </a:cxn>
              <a:cxn ang="0">
                <a:pos x="csX835" y="csY835"/>
              </a:cxn>
              <a:cxn ang="0">
                <a:pos x="csX836" y="csY836"/>
              </a:cxn>
              <a:cxn ang="0">
                <a:pos x="csX837" y="csY837"/>
              </a:cxn>
              <a:cxn ang="0">
                <a:pos x="csX838" y="csY838"/>
              </a:cxn>
              <a:cxn ang="0">
                <a:pos x="csX839" y="csY839"/>
              </a:cxn>
              <a:cxn ang="0">
                <a:pos x="csX840" y="csY840"/>
              </a:cxn>
              <a:cxn ang="0">
                <a:pos x="csX841" y="csY841"/>
              </a:cxn>
              <a:cxn ang="0">
                <a:pos x="csX842" y="csY842"/>
              </a:cxn>
              <a:cxn ang="0">
                <a:pos x="csX843" y="csY843"/>
              </a:cxn>
              <a:cxn ang="0">
                <a:pos x="csX844" y="csY844"/>
              </a:cxn>
              <a:cxn ang="0">
                <a:pos x="csX845" y="csY845"/>
              </a:cxn>
              <a:cxn ang="0">
                <a:pos x="csX846" y="csY846"/>
              </a:cxn>
              <a:cxn ang="0">
                <a:pos x="csX847" y="csY847"/>
              </a:cxn>
              <a:cxn ang="0">
                <a:pos x="csX848" y="csY848"/>
              </a:cxn>
              <a:cxn ang="0">
                <a:pos x="csX849" y="csY849"/>
              </a:cxn>
              <a:cxn ang="0">
                <a:pos x="csX850" y="csY850"/>
              </a:cxn>
              <a:cxn ang="0">
                <a:pos x="csX851" y="csY851"/>
              </a:cxn>
              <a:cxn ang="0">
                <a:pos x="csX852" y="csY852"/>
              </a:cxn>
              <a:cxn ang="0">
                <a:pos x="csX853" y="csY853"/>
              </a:cxn>
              <a:cxn ang="0">
                <a:pos x="csX854" y="csY854"/>
              </a:cxn>
              <a:cxn ang="0">
                <a:pos x="csX855" y="csY855"/>
              </a:cxn>
              <a:cxn ang="0">
                <a:pos x="csX856" y="csY856"/>
              </a:cxn>
              <a:cxn ang="0">
                <a:pos x="csX857" y="csY857"/>
              </a:cxn>
              <a:cxn ang="0">
                <a:pos x="csX858" y="csY858"/>
              </a:cxn>
              <a:cxn ang="0">
                <a:pos x="csX859" y="csY859"/>
              </a:cxn>
              <a:cxn ang="0">
                <a:pos x="csX860" y="csY860"/>
              </a:cxn>
              <a:cxn ang="0">
                <a:pos x="csX861" y="csY861"/>
              </a:cxn>
              <a:cxn ang="0">
                <a:pos x="csX862" y="csY862"/>
              </a:cxn>
              <a:cxn ang="0">
                <a:pos x="csX863" y="csY863"/>
              </a:cxn>
              <a:cxn ang="0">
                <a:pos x="csX864" y="csY864"/>
              </a:cxn>
              <a:cxn ang="0">
                <a:pos x="csX865" y="csY865"/>
              </a:cxn>
              <a:cxn ang="0">
                <a:pos x="csX866" y="csY866"/>
              </a:cxn>
              <a:cxn ang="0">
                <a:pos x="csX867" y="csY867"/>
              </a:cxn>
              <a:cxn ang="0">
                <a:pos x="csX868" y="csY868"/>
              </a:cxn>
              <a:cxn ang="0">
                <a:pos x="csX869" y="csY869"/>
              </a:cxn>
              <a:cxn ang="0">
                <a:pos x="csX870" y="csY870"/>
              </a:cxn>
              <a:cxn ang="0">
                <a:pos x="csX871" y="csY871"/>
              </a:cxn>
              <a:cxn ang="0">
                <a:pos x="csX872" y="csY872"/>
              </a:cxn>
              <a:cxn ang="0">
                <a:pos x="csX873" y="csY873"/>
              </a:cxn>
              <a:cxn ang="0">
                <a:pos x="csX874" y="csY874"/>
              </a:cxn>
              <a:cxn ang="0">
                <a:pos x="csX875" y="csY875"/>
              </a:cxn>
              <a:cxn ang="0">
                <a:pos x="csX876" y="csY876"/>
              </a:cxn>
              <a:cxn ang="0">
                <a:pos x="csX877" y="csY877"/>
              </a:cxn>
              <a:cxn ang="0">
                <a:pos x="csX878" y="csY878"/>
              </a:cxn>
              <a:cxn ang="0">
                <a:pos x="csX879" y="csY879"/>
              </a:cxn>
              <a:cxn ang="0">
                <a:pos x="csX880" y="csY880"/>
              </a:cxn>
              <a:cxn ang="0">
                <a:pos x="csX881" y="csY881"/>
              </a:cxn>
              <a:cxn ang="0">
                <a:pos x="csX882" y="csY882"/>
              </a:cxn>
              <a:cxn ang="0">
                <a:pos x="csX883" y="csY883"/>
              </a:cxn>
              <a:cxn ang="0">
                <a:pos x="csX884" y="csY884"/>
              </a:cxn>
              <a:cxn ang="0">
                <a:pos x="csX885" y="csY885"/>
              </a:cxn>
              <a:cxn ang="0">
                <a:pos x="csX886" y="csY886"/>
              </a:cxn>
              <a:cxn ang="0">
                <a:pos x="csX887" y="csY887"/>
              </a:cxn>
              <a:cxn ang="0">
                <a:pos x="csX888" y="csY888"/>
              </a:cxn>
              <a:cxn ang="0">
                <a:pos x="csX889" y="csY889"/>
              </a:cxn>
              <a:cxn ang="0">
                <a:pos x="csX890" y="csY890"/>
              </a:cxn>
              <a:cxn ang="0">
                <a:pos x="csX891" y="csY891"/>
              </a:cxn>
              <a:cxn ang="0">
                <a:pos x="csX892" y="csY892"/>
              </a:cxn>
              <a:cxn ang="0">
                <a:pos x="csX893" y="csY893"/>
              </a:cxn>
              <a:cxn ang="0">
                <a:pos x="csX894" y="csY894"/>
              </a:cxn>
              <a:cxn ang="0">
                <a:pos x="csX895" y="csY895"/>
              </a:cxn>
              <a:cxn ang="0">
                <a:pos x="csX896" y="csY896"/>
              </a:cxn>
              <a:cxn ang="0">
                <a:pos x="csX897" y="csY897"/>
              </a:cxn>
              <a:cxn ang="0">
                <a:pos x="csX898" y="csY898"/>
              </a:cxn>
              <a:cxn ang="0">
                <a:pos x="csX899" y="csY899"/>
              </a:cxn>
              <a:cxn ang="0">
                <a:pos x="csX900" y="csY900"/>
              </a:cxn>
              <a:cxn ang="0">
                <a:pos x="csX901" y="csY901"/>
              </a:cxn>
              <a:cxn ang="0">
                <a:pos x="csX902" y="csY902"/>
              </a:cxn>
              <a:cxn ang="0">
                <a:pos x="csX903" y="csY903"/>
              </a:cxn>
              <a:cxn ang="0">
                <a:pos x="csX904" y="csY904"/>
              </a:cxn>
              <a:cxn ang="0">
                <a:pos x="csX905" y="csY905"/>
              </a:cxn>
              <a:cxn ang="0">
                <a:pos x="csX906" y="csY906"/>
              </a:cxn>
              <a:cxn ang="0">
                <a:pos x="csX907" y="csY907"/>
              </a:cxn>
              <a:cxn ang="0">
                <a:pos x="csX908" y="csY908"/>
              </a:cxn>
              <a:cxn ang="0">
                <a:pos x="csX909" y="csY909"/>
              </a:cxn>
              <a:cxn ang="0">
                <a:pos x="csX910" y="csY910"/>
              </a:cxn>
              <a:cxn ang="0">
                <a:pos x="csX911" y="csY911"/>
              </a:cxn>
              <a:cxn ang="0">
                <a:pos x="csX912" y="csY912"/>
              </a:cxn>
              <a:cxn ang="0">
                <a:pos x="csX913" y="csY913"/>
              </a:cxn>
              <a:cxn ang="0">
                <a:pos x="csX914" y="csY914"/>
              </a:cxn>
              <a:cxn ang="0">
                <a:pos x="csX915" y="csY915"/>
              </a:cxn>
              <a:cxn ang="0">
                <a:pos x="csX916" y="csY916"/>
              </a:cxn>
              <a:cxn ang="0">
                <a:pos x="csX917" y="csY917"/>
              </a:cxn>
              <a:cxn ang="0">
                <a:pos x="csX918" y="csY918"/>
              </a:cxn>
              <a:cxn ang="0">
                <a:pos x="csX919" y="csY919"/>
              </a:cxn>
              <a:cxn ang="0">
                <a:pos x="csX920" y="csY920"/>
              </a:cxn>
              <a:cxn ang="0">
                <a:pos x="csX921" y="csY921"/>
              </a:cxn>
              <a:cxn ang="0">
                <a:pos x="csX922" y="csY922"/>
              </a:cxn>
              <a:cxn ang="0">
                <a:pos x="csX923" y="csY923"/>
              </a:cxn>
              <a:cxn ang="0">
                <a:pos x="csX924" y="csY924"/>
              </a:cxn>
              <a:cxn ang="0">
                <a:pos x="csX925" y="csY925"/>
              </a:cxn>
              <a:cxn ang="0">
                <a:pos x="csX926" y="csY926"/>
              </a:cxn>
              <a:cxn ang="0">
                <a:pos x="csX927" y="csY927"/>
              </a:cxn>
              <a:cxn ang="0">
                <a:pos x="csX928" y="csY928"/>
              </a:cxn>
              <a:cxn ang="0">
                <a:pos x="csX929" y="csY929"/>
              </a:cxn>
              <a:cxn ang="0">
                <a:pos x="csX930" y="csY930"/>
              </a:cxn>
              <a:cxn ang="0">
                <a:pos x="csX931" y="csY931"/>
              </a:cxn>
              <a:cxn ang="0">
                <a:pos x="csX932" y="csY932"/>
              </a:cxn>
              <a:cxn ang="0">
                <a:pos x="csX933" y="csY933"/>
              </a:cxn>
              <a:cxn ang="0">
                <a:pos x="csX934" y="csY934"/>
              </a:cxn>
              <a:cxn ang="0">
                <a:pos x="csX935" y="csY935"/>
              </a:cxn>
              <a:cxn ang="0">
                <a:pos x="csX936" y="csY936"/>
              </a:cxn>
              <a:cxn ang="0">
                <a:pos x="csX937" y="csY937"/>
              </a:cxn>
              <a:cxn ang="0">
                <a:pos x="csX938" y="csY938"/>
              </a:cxn>
              <a:cxn ang="0">
                <a:pos x="csX939" y="csY939"/>
              </a:cxn>
              <a:cxn ang="0">
                <a:pos x="csX940" y="csY940"/>
              </a:cxn>
              <a:cxn ang="0">
                <a:pos x="csX941" y="csY941"/>
              </a:cxn>
              <a:cxn ang="0">
                <a:pos x="csX942" y="csY942"/>
              </a:cxn>
              <a:cxn ang="0">
                <a:pos x="csX943" y="csY943"/>
              </a:cxn>
              <a:cxn ang="0">
                <a:pos x="csX944" y="csY944"/>
              </a:cxn>
              <a:cxn ang="0">
                <a:pos x="csX945" y="csY945"/>
              </a:cxn>
              <a:cxn ang="0">
                <a:pos x="csX946" y="csY946"/>
              </a:cxn>
              <a:cxn ang="0">
                <a:pos x="csX947" y="csY947"/>
              </a:cxn>
              <a:cxn ang="0">
                <a:pos x="csX948" y="csY948"/>
              </a:cxn>
              <a:cxn ang="0">
                <a:pos x="csX949" y="csY949"/>
              </a:cxn>
              <a:cxn ang="0">
                <a:pos x="csX950" y="csY950"/>
              </a:cxn>
              <a:cxn ang="0">
                <a:pos x="csX951" y="csY951"/>
              </a:cxn>
              <a:cxn ang="0">
                <a:pos x="csX952" y="csY952"/>
              </a:cxn>
              <a:cxn ang="0">
                <a:pos x="csX953" y="csY953"/>
              </a:cxn>
              <a:cxn ang="0">
                <a:pos x="csX954" y="csY954"/>
              </a:cxn>
              <a:cxn ang="0">
                <a:pos x="csX955" y="csY955"/>
              </a:cxn>
              <a:cxn ang="0">
                <a:pos x="csX956" y="csY956"/>
              </a:cxn>
              <a:cxn ang="0">
                <a:pos x="csX957" y="csY957"/>
              </a:cxn>
              <a:cxn ang="0">
                <a:pos x="csX958" y="csY958"/>
              </a:cxn>
              <a:cxn ang="0">
                <a:pos x="csX959" y="csY959"/>
              </a:cxn>
              <a:cxn ang="0">
                <a:pos x="csX960" y="csY960"/>
              </a:cxn>
              <a:cxn ang="0">
                <a:pos x="csX961" y="csY961"/>
              </a:cxn>
              <a:cxn ang="0">
                <a:pos x="csX962" y="csY962"/>
              </a:cxn>
              <a:cxn ang="0">
                <a:pos x="csX963" y="csY963"/>
              </a:cxn>
              <a:cxn ang="0">
                <a:pos x="csX964" y="csY964"/>
              </a:cxn>
              <a:cxn ang="0">
                <a:pos x="csX965" y="csY965"/>
              </a:cxn>
              <a:cxn ang="0">
                <a:pos x="csX966" y="csY966"/>
              </a:cxn>
              <a:cxn ang="0">
                <a:pos x="csX967" y="csY967"/>
              </a:cxn>
              <a:cxn ang="0">
                <a:pos x="csX968" y="csY968"/>
              </a:cxn>
              <a:cxn ang="0">
                <a:pos x="csX969" y="csY969"/>
              </a:cxn>
              <a:cxn ang="0">
                <a:pos x="csX970" y="csY970"/>
              </a:cxn>
              <a:cxn ang="0">
                <a:pos x="csX971" y="csY971"/>
              </a:cxn>
              <a:cxn ang="0">
                <a:pos x="csX972" y="csY972"/>
              </a:cxn>
              <a:cxn ang="0">
                <a:pos x="csX973" y="csY973"/>
              </a:cxn>
              <a:cxn ang="0">
                <a:pos x="csX974" y="csY974"/>
              </a:cxn>
              <a:cxn ang="0">
                <a:pos x="csX975" y="csY975"/>
              </a:cxn>
              <a:cxn ang="0">
                <a:pos x="csX976" y="csY976"/>
              </a:cxn>
              <a:cxn ang="0">
                <a:pos x="csX977" y="csY977"/>
              </a:cxn>
              <a:cxn ang="0">
                <a:pos x="csX978" y="csY978"/>
              </a:cxn>
              <a:cxn ang="0">
                <a:pos x="csX979" y="csY979"/>
              </a:cxn>
              <a:cxn ang="0">
                <a:pos x="csX980" y="csY980"/>
              </a:cxn>
              <a:cxn ang="0">
                <a:pos x="csX981" y="csY981"/>
              </a:cxn>
              <a:cxn ang="0">
                <a:pos x="csX982" y="csY982"/>
              </a:cxn>
              <a:cxn ang="0">
                <a:pos x="csX983" y="csY983"/>
              </a:cxn>
              <a:cxn ang="0">
                <a:pos x="csX984" y="csY984"/>
              </a:cxn>
              <a:cxn ang="0">
                <a:pos x="csX985" y="csY985"/>
              </a:cxn>
              <a:cxn ang="0">
                <a:pos x="csX986" y="csY986"/>
              </a:cxn>
              <a:cxn ang="0">
                <a:pos x="csX987" y="csY987"/>
              </a:cxn>
              <a:cxn ang="0">
                <a:pos x="csX988" y="csY988"/>
              </a:cxn>
              <a:cxn ang="0">
                <a:pos x="csX989" y="csY989"/>
              </a:cxn>
              <a:cxn ang="0">
                <a:pos x="csX990" y="csY990"/>
              </a:cxn>
              <a:cxn ang="0">
                <a:pos x="csX991" y="csY991"/>
              </a:cxn>
              <a:cxn ang="0">
                <a:pos x="csX992" y="csY992"/>
              </a:cxn>
              <a:cxn ang="0">
                <a:pos x="csX993" y="csY993"/>
              </a:cxn>
              <a:cxn ang="0">
                <a:pos x="csX994" y="csY994"/>
              </a:cxn>
              <a:cxn ang="0">
                <a:pos x="csX995" y="csY995"/>
              </a:cxn>
              <a:cxn ang="0">
                <a:pos x="csX996" y="csY996"/>
              </a:cxn>
              <a:cxn ang="0">
                <a:pos x="csX997" y="csY997"/>
              </a:cxn>
              <a:cxn ang="0">
                <a:pos x="csX998" y="csY998"/>
              </a:cxn>
              <a:cxn ang="0">
                <a:pos x="csX999" y="csY999"/>
              </a:cxn>
            </a:cxnLst>
            <a:rect l="l" t="t" r="r" b="b"/>
            <a:pathLst>
              <a:path w="1878314" h="1185900">
                <a:moveTo>
                  <a:pt x="0" y="1185901"/>
                </a:moveTo>
                <a:lnTo>
                  <a:pt x="1879" y="1185901"/>
                </a:lnTo>
                <a:lnTo>
                  <a:pt x="3760" y="1185901"/>
                </a:lnTo>
                <a:lnTo>
                  <a:pt x="5640" y="1185901"/>
                </a:lnTo>
                <a:lnTo>
                  <a:pt x="7520" y="1185901"/>
                </a:lnTo>
                <a:lnTo>
                  <a:pt x="9400" y="1185901"/>
                </a:lnTo>
                <a:lnTo>
                  <a:pt x="11281" y="1185901"/>
                </a:lnTo>
                <a:lnTo>
                  <a:pt x="13161" y="1185901"/>
                </a:lnTo>
                <a:lnTo>
                  <a:pt x="15041" y="1185901"/>
                </a:lnTo>
                <a:lnTo>
                  <a:pt x="16922" y="1185901"/>
                </a:lnTo>
                <a:lnTo>
                  <a:pt x="18802" y="1185901"/>
                </a:lnTo>
                <a:lnTo>
                  <a:pt x="20682" y="1185901"/>
                </a:lnTo>
                <a:lnTo>
                  <a:pt x="22562" y="1185901"/>
                </a:lnTo>
                <a:lnTo>
                  <a:pt x="24442" y="1185901"/>
                </a:lnTo>
                <a:lnTo>
                  <a:pt x="26322" y="1185901"/>
                </a:lnTo>
                <a:lnTo>
                  <a:pt x="28202" y="1185901"/>
                </a:lnTo>
                <a:lnTo>
                  <a:pt x="30082" y="1185901"/>
                </a:lnTo>
                <a:lnTo>
                  <a:pt x="31963" y="1185901"/>
                </a:lnTo>
                <a:lnTo>
                  <a:pt x="33843" y="1185901"/>
                </a:lnTo>
                <a:lnTo>
                  <a:pt x="35723" y="1185901"/>
                </a:lnTo>
                <a:lnTo>
                  <a:pt x="37604" y="1185901"/>
                </a:lnTo>
                <a:lnTo>
                  <a:pt x="39484" y="1185901"/>
                </a:lnTo>
                <a:lnTo>
                  <a:pt x="41364" y="1185901"/>
                </a:lnTo>
                <a:lnTo>
                  <a:pt x="43244" y="1185901"/>
                </a:lnTo>
                <a:lnTo>
                  <a:pt x="45124" y="1185901"/>
                </a:lnTo>
                <a:lnTo>
                  <a:pt x="47004" y="1185901"/>
                </a:lnTo>
                <a:lnTo>
                  <a:pt x="48884" y="1185901"/>
                </a:lnTo>
                <a:lnTo>
                  <a:pt x="50765" y="1185901"/>
                </a:lnTo>
                <a:lnTo>
                  <a:pt x="52645" y="1185901"/>
                </a:lnTo>
                <a:lnTo>
                  <a:pt x="54525" y="1185901"/>
                </a:lnTo>
                <a:lnTo>
                  <a:pt x="56405" y="1185901"/>
                </a:lnTo>
                <a:lnTo>
                  <a:pt x="58286" y="1185901"/>
                </a:lnTo>
                <a:lnTo>
                  <a:pt x="60166" y="1185901"/>
                </a:lnTo>
                <a:lnTo>
                  <a:pt x="62046" y="1185901"/>
                </a:lnTo>
                <a:lnTo>
                  <a:pt x="63926" y="1185901"/>
                </a:lnTo>
                <a:lnTo>
                  <a:pt x="65807" y="1185901"/>
                </a:lnTo>
                <a:lnTo>
                  <a:pt x="67686" y="1185901"/>
                </a:lnTo>
                <a:lnTo>
                  <a:pt x="69566" y="1185901"/>
                </a:lnTo>
                <a:lnTo>
                  <a:pt x="71447" y="1185901"/>
                </a:lnTo>
                <a:lnTo>
                  <a:pt x="73327" y="1185901"/>
                </a:lnTo>
                <a:lnTo>
                  <a:pt x="75207" y="1185901"/>
                </a:lnTo>
                <a:lnTo>
                  <a:pt x="77087" y="1185901"/>
                </a:lnTo>
                <a:lnTo>
                  <a:pt x="78968" y="1185901"/>
                </a:lnTo>
                <a:lnTo>
                  <a:pt x="80848" y="1185901"/>
                </a:lnTo>
                <a:lnTo>
                  <a:pt x="82728" y="1185901"/>
                </a:lnTo>
                <a:lnTo>
                  <a:pt x="84609" y="1185901"/>
                </a:lnTo>
                <a:lnTo>
                  <a:pt x="86489" y="1185901"/>
                </a:lnTo>
                <a:lnTo>
                  <a:pt x="88368" y="1185901"/>
                </a:lnTo>
                <a:lnTo>
                  <a:pt x="90248" y="1185901"/>
                </a:lnTo>
                <a:lnTo>
                  <a:pt x="92129" y="1185901"/>
                </a:lnTo>
                <a:lnTo>
                  <a:pt x="94009" y="1185901"/>
                </a:lnTo>
                <a:lnTo>
                  <a:pt x="95889" y="1185901"/>
                </a:lnTo>
                <a:lnTo>
                  <a:pt x="97769" y="1185901"/>
                </a:lnTo>
                <a:lnTo>
                  <a:pt x="99650" y="1185901"/>
                </a:lnTo>
                <a:lnTo>
                  <a:pt x="101530" y="1185901"/>
                </a:lnTo>
                <a:lnTo>
                  <a:pt x="103410" y="1185901"/>
                </a:lnTo>
                <a:lnTo>
                  <a:pt x="105291" y="1185901"/>
                </a:lnTo>
                <a:lnTo>
                  <a:pt x="107171" y="1185901"/>
                </a:lnTo>
                <a:lnTo>
                  <a:pt x="109051" y="1185901"/>
                </a:lnTo>
                <a:lnTo>
                  <a:pt x="110930" y="1185901"/>
                </a:lnTo>
                <a:lnTo>
                  <a:pt x="112811" y="1185901"/>
                </a:lnTo>
                <a:lnTo>
                  <a:pt x="114691" y="1185901"/>
                </a:lnTo>
                <a:lnTo>
                  <a:pt x="116571" y="1185901"/>
                </a:lnTo>
                <a:lnTo>
                  <a:pt x="118452" y="1185901"/>
                </a:lnTo>
                <a:lnTo>
                  <a:pt x="120332" y="1185901"/>
                </a:lnTo>
                <a:lnTo>
                  <a:pt x="122212" y="1185901"/>
                </a:lnTo>
                <a:lnTo>
                  <a:pt x="124092" y="1185901"/>
                </a:lnTo>
                <a:lnTo>
                  <a:pt x="125973" y="1185901"/>
                </a:lnTo>
                <a:lnTo>
                  <a:pt x="127853" y="1185901"/>
                </a:lnTo>
                <a:lnTo>
                  <a:pt x="129733" y="1185901"/>
                </a:lnTo>
                <a:lnTo>
                  <a:pt x="131613" y="1185901"/>
                </a:lnTo>
                <a:lnTo>
                  <a:pt x="133493" y="1185901"/>
                </a:lnTo>
                <a:lnTo>
                  <a:pt x="135373" y="1185901"/>
                </a:lnTo>
                <a:lnTo>
                  <a:pt x="137253" y="1185901"/>
                </a:lnTo>
                <a:lnTo>
                  <a:pt x="139134" y="1185901"/>
                </a:lnTo>
                <a:lnTo>
                  <a:pt x="141014" y="1185901"/>
                </a:lnTo>
                <a:lnTo>
                  <a:pt x="142894" y="1185901"/>
                </a:lnTo>
                <a:lnTo>
                  <a:pt x="144774" y="1185901"/>
                </a:lnTo>
                <a:lnTo>
                  <a:pt x="146655" y="1185901"/>
                </a:lnTo>
                <a:lnTo>
                  <a:pt x="148535" y="1185901"/>
                </a:lnTo>
                <a:lnTo>
                  <a:pt x="150415" y="1185901"/>
                </a:lnTo>
                <a:lnTo>
                  <a:pt x="152296" y="1185901"/>
                </a:lnTo>
                <a:lnTo>
                  <a:pt x="154175" y="1185901"/>
                </a:lnTo>
                <a:lnTo>
                  <a:pt x="156055" y="1185901"/>
                </a:lnTo>
                <a:lnTo>
                  <a:pt x="157935" y="1185901"/>
                </a:lnTo>
                <a:lnTo>
                  <a:pt x="159816" y="1185901"/>
                </a:lnTo>
                <a:lnTo>
                  <a:pt x="161696" y="1185901"/>
                </a:lnTo>
                <a:lnTo>
                  <a:pt x="163576" y="1185901"/>
                </a:lnTo>
                <a:lnTo>
                  <a:pt x="165457" y="1185901"/>
                </a:lnTo>
                <a:lnTo>
                  <a:pt x="167337" y="1185901"/>
                </a:lnTo>
                <a:lnTo>
                  <a:pt x="169217" y="1185901"/>
                </a:lnTo>
                <a:lnTo>
                  <a:pt x="171097" y="1185901"/>
                </a:lnTo>
                <a:lnTo>
                  <a:pt x="172978" y="1185901"/>
                </a:lnTo>
                <a:lnTo>
                  <a:pt x="174857" y="1185901"/>
                </a:lnTo>
                <a:lnTo>
                  <a:pt x="176737" y="1185901"/>
                </a:lnTo>
                <a:lnTo>
                  <a:pt x="178617" y="1185901"/>
                </a:lnTo>
                <a:lnTo>
                  <a:pt x="180498" y="1185901"/>
                </a:lnTo>
                <a:lnTo>
                  <a:pt x="182378" y="1185901"/>
                </a:lnTo>
                <a:lnTo>
                  <a:pt x="184258" y="1185901"/>
                </a:lnTo>
                <a:lnTo>
                  <a:pt x="186139" y="1185901"/>
                </a:lnTo>
                <a:lnTo>
                  <a:pt x="188019" y="1185901"/>
                </a:lnTo>
                <a:lnTo>
                  <a:pt x="189899" y="1185901"/>
                </a:lnTo>
                <a:lnTo>
                  <a:pt x="191779" y="1185901"/>
                </a:lnTo>
                <a:lnTo>
                  <a:pt x="193660" y="1185901"/>
                </a:lnTo>
                <a:lnTo>
                  <a:pt x="195540" y="1185901"/>
                </a:lnTo>
                <a:lnTo>
                  <a:pt x="197419" y="1185901"/>
                </a:lnTo>
                <a:lnTo>
                  <a:pt x="199300" y="1185901"/>
                </a:lnTo>
                <a:lnTo>
                  <a:pt x="201180" y="1185901"/>
                </a:lnTo>
                <a:lnTo>
                  <a:pt x="203060" y="1185901"/>
                </a:lnTo>
                <a:lnTo>
                  <a:pt x="204940" y="1185901"/>
                </a:lnTo>
                <a:lnTo>
                  <a:pt x="206821" y="1185901"/>
                </a:lnTo>
                <a:lnTo>
                  <a:pt x="208701" y="1185901"/>
                </a:lnTo>
                <a:lnTo>
                  <a:pt x="210581" y="1185901"/>
                </a:lnTo>
                <a:lnTo>
                  <a:pt x="212461" y="1185901"/>
                </a:lnTo>
                <a:lnTo>
                  <a:pt x="214342" y="1185901"/>
                </a:lnTo>
                <a:lnTo>
                  <a:pt x="216222" y="1185901"/>
                </a:lnTo>
                <a:lnTo>
                  <a:pt x="218101" y="1185901"/>
                </a:lnTo>
                <a:lnTo>
                  <a:pt x="219982" y="1185901"/>
                </a:lnTo>
                <a:lnTo>
                  <a:pt x="221862" y="1185901"/>
                </a:lnTo>
                <a:lnTo>
                  <a:pt x="223742" y="1185901"/>
                </a:lnTo>
                <a:lnTo>
                  <a:pt x="225622" y="1185901"/>
                </a:lnTo>
                <a:lnTo>
                  <a:pt x="227503" y="1185901"/>
                </a:lnTo>
                <a:lnTo>
                  <a:pt x="229383" y="1185901"/>
                </a:lnTo>
                <a:lnTo>
                  <a:pt x="231263" y="1185901"/>
                </a:lnTo>
                <a:lnTo>
                  <a:pt x="233144" y="1185901"/>
                </a:lnTo>
                <a:lnTo>
                  <a:pt x="235024" y="1185901"/>
                </a:lnTo>
                <a:lnTo>
                  <a:pt x="236904" y="1185901"/>
                </a:lnTo>
                <a:lnTo>
                  <a:pt x="238784" y="1185901"/>
                </a:lnTo>
                <a:lnTo>
                  <a:pt x="240664" y="1185901"/>
                </a:lnTo>
                <a:lnTo>
                  <a:pt x="242544" y="1185901"/>
                </a:lnTo>
                <a:lnTo>
                  <a:pt x="244424" y="1185901"/>
                </a:lnTo>
                <a:lnTo>
                  <a:pt x="246305" y="1185901"/>
                </a:lnTo>
                <a:lnTo>
                  <a:pt x="248185" y="1185901"/>
                </a:lnTo>
                <a:lnTo>
                  <a:pt x="250065" y="1185901"/>
                </a:lnTo>
                <a:lnTo>
                  <a:pt x="251945" y="1185901"/>
                </a:lnTo>
                <a:lnTo>
                  <a:pt x="253826" y="1185901"/>
                </a:lnTo>
                <a:lnTo>
                  <a:pt x="255706" y="1185901"/>
                </a:lnTo>
                <a:lnTo>
                  <a:pt x="257586" y="1185901"/>
                </a:lnTo>
                <a:lnTo>
                  <a:pt x="259466" y="1185901"/>
                </a:lnTo>
                <a:lnTo>
                  <a:pt x="261346" y="1185901"/>
                </a:lnTo>
                <a:lnTo>
                  <a:pt x="263226" y="1185901"/>
                </a:lnTo>
                <a:lnTo>
                  <a:pt x="265106" y="1185901"/>
                </a:lnTo>
                <a:lnTo>
                  <a:pt x="266987" y="1185901"/>
                </a:lnTo>
                <a:lnTo>
                  <a:pt x="268867" y="1185901"/>
                </a:lnTo>
                <a:lnTo>
                  <a:pt x="270747" y="1185901"/>
                </a:lnTo>
                <a:lnTo>
                  <a:pt x="272627" y="1185901"/>
                </a:lnTo>
                <a:lnTo>
                  <a:pt x="274508" y="1185901"/>
                </a:lnTo>
                <a:lnTo>
                  <a:pt x="276388" y="1185901"/>
                </a:lnTo>
                <a:lnTo>
                  <a:pt x="278268" y="1185901"/>
                </a:lnTo>
                <a:lnTo>
                  <a:pt x="280148" y="1185901"/>
                </a:lnTo>
                <a:lnTo>
                  <a:pt x="282029" y="1185901"/>
                </a:lnTo>
                <a:lnTo>
                  <a:pt x="283908" y="1185901"/>
                </a:lnTo>
                <a:lnTo>
                  <a:pt x="285788" y="1185901"/>
                </a:lnTo>
                <a:lnTo>
                  <a:pt x="287669" y="1185901"/>
                </a:lnTo>
                <a:lnTo>
                  <a:pt x="289549" y="1185901"/>
                </a:lnTo>
                <a:lnTo>
                  <a:pt x="291429" y="1185901"/>
                </a:lnTo>
                <a:lnTo>
                  <a:pt x="293309" y="1185901"/>
                </a:lnTo>
                <a:lnTo>
                  <a:pt x="295190" y="1185901"/>
                </a:lnTo>
                <a:lnTo>
                  <a:pt x="297070" y="1185901"/>
                </a:lnTo>
                <a:lnTo>
                  <a:pt x="298950" y="1185901"/>
                </a:lnTo>
                <a:lnTo>
                  <a:pt x="300831" y="1185901"/>
                </a:lnTo>
                <a:lnTo>
                  <a:pt x="302711" y="1185901"/>
                </a:lnTo>
                <a:lnTo>
                  <a:pt x="304590" y="1185901"/>
                </a:lnTo>
                <a:lnTo>
                  <a:pt x="306470" y="1185901"/>
                </a:lnTo>
                <a:lnTo>
                  <a:pt x="308351" y="1185901"/>
                </a:lnTo>
                <a:lnTo>
                  <a:pt x="310231" y="1185901"/>
                </a:lnTo>
                <a:lnTo>
                  <a:pt x="312111" y="1185901"/>
                </a:lnTo>
                <a:lnTo>
                  <a:pt x="313992" y="1185901"/>
                </a:lnTo>
                <a:lnTo>
                  <a:pt x="315872" y="1185901"/>
                </a:lnTo>
                <a:lnTo>
                  <a:pt x="317752" y="1185901"/>
                </a:lnTo>
                <a:lnTo>
                  <a:pt x="319632" y="1185901"/>
                </a:lnTo>
                <a:lnTo>
                  <a:pt x="321513" y="1185901"/>
                </a:lnTo>
                <a:lnTo>
                  <a:pt x="323393" y="1185901"/>
                </a:lnTo>
                <a:lnTo>
                  <a:pt x="325273" y="1185901"/>
                </a:lnTo>
                <a:lnTo>
                  <a:pt x="327153" y="1185901"/>
                </a:lnTo>
                <a:lnTo>
                  <a:pt x="329033" y="1185901"/>
                </a:lnTo>
                <a:lnTo>
                  <a:pt x="330913" y="1185901"/>
                </a:lnTo>
                <a:lnTo>
                  <a:pt x="332793" y="1185901"/>
                </a:lnTo>
                <a:lnTo>
                  <a:pt x="334674" y="1185901"/>
                </a:lnTo>
                <a:lnTo>
                  <a:pt x="336554" y="1185901"/>
                </a:lnTo>
                <a:lnTo>
                  <a:pt x="338434" y="1185901"/>
                </a:lnTo>
                <a:lnTo>
                  <a:pt x="340314" y="1185901"/>
                </a:lnTo>
                <a:lnTo>
                  <a:pt x="342195" y="1185901"/>
                </a:lnTo>
                <a:lnTo>
                  <a:pt x="344075" y="1185901"/>
                </a:lnTo>
                <a:lnTo>
                  <a:pt x="345955" y="1185901"/>
                </a:lnTo>
                <a:lnTo>
                  <a:pt x="347835" y="1185901"/>
                </a:lnTo>
                <a:lnTo>
                  <a:pt x="349715" y="1185901"/>
                </a:lnTo>
                <a:lnTo>
                  <a:pt x="351595" y="1185901"/>
                </a:lnTo>
                <a:lnTo>
                  <a:pt x="353475" y="1185901"/>
                </a:lnTo>
                <a:lnTo>
                  <a:pt x="355356" y="1185901"/>
                </a:lnTo>
                <a:lnTo>
                  <a:pt x="357236" y="1185901"/>
                </a:lnTo>
                <a:lnTo>
                  <a:pt x="359116" y="1185901"/>
                </a:lnTo>
                <a:lnTo>
                  <a:pt x="360996" y="1185901"/>
                </a:lnTo>
                <a:lnTo>
                  <a:pt x="362877" y="1185901"/>
                </a:lnTo>
                <a:lnTo>
                  <a:pt x="364757" y="1185901"/>
                </a:lnTo>
                <a:lnTo>
                  <a:pt x="366637" y="1185901"/>
                </a:lnTo>
                <a:lnTo>
                  <a:pt x="368518" y="1185901"/>
                </a:lnTo>
                <a:lnTo>
                  <a:pt x="370397" y="1185901"/>
                </a:lnTo>
                <a:lnTo>
                  <a:pt x="372277" y="1185901"/>
                </a:lnTo>
                <a:lnTo>
                  <a:pt x="374157" y="1185901"/>
                </a:lnTo>
                <a:lnTo>
                  <a:pt x="376038" y="1185901"/>
                </a:lnTo>
                <a:lnTo>
                  <a:pt x="377918" y="1185901"/>
                </a:lnTo>
                <a:lnTo>
                  <a:pt x="379798" y="1185901"/>
                </a:lnTo>
                <a:lnTo>
                  <a:pt x="381679" y="1185901"/>
                </a:lnTo>
                <a:lnTo>
                  <a:pt x="383559" y="1185901"/>
                </a:lnTo>
                <a:lnTo>
                  <a:pt x="385439" y="1185901"/>
                </a:lnTo>
                <a:lnTo>
                  <a:pt x="387319" y="1185901"/>
                </a:lnTo>
                <a:lnTo>
                  <a:pt x="389200" y="1185901"/>
                </a:lnTo>
                <a:lnTo>
                  <a:pt x="391079" y="1185901"/>
                </a:lnTo>
                <a:lnTo>
                  <a:pt x="392959" y="1185901"/>
                </a:lnTo>
                <a:lnTo>
                  <a:pt x="394840" y="1185901"/>
                </a:lnTo>
                <a:lnTo>
                  <a:pt x="396720" y="1185901"/>
                </a:lnTo>
                <a:lnTo>
                  <a:pt x="398600" y="1185901"/>
                </a:lnTo>
                <a:lnTo>
                  <a:pt x="400480" y="1185901"/>
                </a:lnTo>
                <a:lnTo>
                  <a:pt x="402361" y="1185901"/>
                </a:lnTo>
                <a:lnTo>
                  <a:pt x="404241" y="1185901"/>
                </a:lnTo>
                <a:lnTo>
                  <a:pt x="406121" y="1185901"/>
                </a:lnTo>
                <a:lnTo>
                  <a:pt x="408001" y="1185901"/>
                </a:lnTo>
                <a:lnTo>
                  <a:pt x="409882" y="1185901"/>
                </a:lnTo>
                <a:lnTo>
                  <a:pt x="411762" y="1185901"/>
                </a:lnTo>
                <a:lnTo>
                  <a:pt x="413641" y="1185901"/>
                </a:lnTo>
                <a:lnTo>
                  <a:pt x="415522" y="1185901"/>
                </a:lnTo>
                <a:lnTo>
                  <a:pt x="417402" y="1185901"/>
                </a:lnTo>
                <a:lnTo>
                  <a:pt x="419282" y="1185901"/>
                </a:lnTo>
                <a:lnTo>
                  <a:pt x="421162" y="1185901"/>
                </a:lnTo>
                <a:lnTo>
                  <a:pt x="423043" y="1185901"/>
                </a:lnTo>
                <a:lnTo>
                  <a:pt x="424923" y="1185901"/>
                </a:lnTo>
                <a:lnTo>
                  <a:pt x="426803" y="1185901"/>
                </a:lnTo>
                <a:lnTo>
                  <a:pt x="428684" y="1185901"/>
                </a:lnTo>
                <a:lnTo>
                  <a:pt x="430564" y="1185901"/>
                </a:lnTo>
                <a:lnTo>
                  <a:pt x="432444" y="1185901"/>
                </a:lnTo>
                <a:lnTo>
                  <a:pt x="434323" y="1185901"/>
                </a:lnTo>
                <a:lnTo>
                  <a:pt x="436204" y="1185901"/>
                </a:lnTo>
                <a:lnTo>
                  <a:pt x="438084" y="1185901"/>
                </a:lnTo>
                <a:lnTo>
                  <a:pt x="439964" y="1185901"/>
                </a:lnTo>
                <a:lnTo>
                  <a:pt x="441844" y="1185901"/>
                </a:lnTo>
                <a:lnTo>
                  <a:pt x="443725" y="1185901"/>
                </a:lnTo>
                <a:lnTo>
                  <a:pt x="445605" y="1185901"/>
                </a:lnTo>
                <a:lnTo>
                  <a:pt x="447485" y="1185901"/>
                </a:lnTo>
                <a:lnTo>
                  <a:pt x="449366" y="1185901"/>
                </a:lnTo>
                <a:lnTo>
                  <a:pt x="451246" y="1185901"/>
                </a:lnTo>
                <a:lnTo>
                  <a:pt x="453126" y="1185901"/>
                </a:lnTo>
                <a:lnTo>
                  <a:pt x="455006" y="1185901"/>
                </a:lnTo>
                <a:lnTo>
                  <a:pt x="456886" y="1185901"/>
                </a:lnTo>
                <a:lnTo>
                  <a:pt x="458766" y="1185901"/>
                </a:lnTo>
                <a:lnTo>
                  <a:pt x="460646" y="1185901"/>
                </a:lnTo>
                <a:lnTo>
                  <a:pt x="462527" y="1185901"/>
                </a:lnTo>
                <a:lnTo>
                  <a:pt x="464407" y="1185901"/>
                </a:lnTo>
                <a:lnTo>
                  <a:pt x="466287" y="1185901"/>
                </a:lnTo>
                <a:lnTo>
                  <a:pt x="468167" y="1185901"/>
                </a:lnTo>
                <a:lnTo>
                  <a:pt x="470048" y="1185901"/>
                </a:lnTo>
                <a:lnTo>
                  <a:pt x="471928" y="1185901"/>
                </a:lnTo>
                <a:lnTo>
                  <a:pt x="473808" y="1185901"/>
                </a:lnTo>
                <a:lnTo>
                  <a:pt x="475688" y="1185901"/>
                </a:lnTo>
                <a:lnTo>
                  <a:pt x="477568" y="1185901"/>
                </a:lnTo>
                <a:lnTo>
                  <a:pt x="479448" y="1185901"/>
                </a:lnTo>
                <a:lnTo>
                  <a:pt x="481328" y="1185901"/>
                </a:lnTo>
                <a:lnTo>
                  <a:pt x="483209" y="1185901"/>
                </a:lnTo>
                <a:lnTo>
                  <a:pt x="485089" y="1185901"/>
                </a:lnTo>
                <a:lnTo>
                  <a:pt x="486969" y="1185901"/>
                </a:lnTo>
                <a:lnTo>
                  <a:pt x="488849" y="1185901"/>
                </a:lnTo>
                <a:lnTo>
                  <a:pt x="490730" y="1185901"/>
                </a:lnTo>
                <a:lnTo>
                  <a:pt x="492610" y="1185901"/>
                </a:lnTo>
                <a:lnTo>
                  <a:pt x="494490" y="1185901"/>
                </a:lnTo>
                <a:lnTo>
                  <a:pt x="496371" y="1185901"/>
                </a:lnTo>
                <a:lnTo>
                  <a:pt x="498251" y="1185901"/>
                </a:lnTo>
                <a:lnTo>
                  <a:pt x="500130" y="1185901"/>
                </a:lnTo>
                <a:lnTo>
                  <a:pt x="502010" y="1185901"/>
                </a:lnTo>
                <a:lnTo>
                  <a:pt x="503891" y="1185901"/>
                </a:lnTo>
                <a:lnTo>
                  <a:pt x="505771" y="1185901"/>
                </a:lnTo>
                <a:lnTo>
                  <a:pt x="507651" y="1185901"/>
                </a:lnTo>
                <a:lnTo>
                  <a:pt x="509531" y="1185901"/>
                </a:lnTo>
                <a:lnTo>
                  <a:pt x="511412" y="1185901"/>
                </a:lnTo>
                <a:lnTo>
                  <a:pt x="513292" y="1185901"/>
                </a:lnTo>
                <a:lnTo>
                  <a:pt x="515172" y="1185901"/>
                </a:lnTo>
                <a:lnTo>
                  <a:pt x="517053" y="1185901"/>
                </a:lnTo>
                <a:lnTo>
                  <a:pt x="518933" y="1185901"/>
                </a:lnTo>
                <a:lnTo>
                  <a:pt x="520812" y="1185901"/>
                </a:lnTo>
                <a:lnTo>
                  <a:pt x="522692" y="1185901"/>
                </a:lnTo>
                <a:lnTo>
                  <a:pt x="524573" y="1185901"/>
                </a:lnTo>
                <a:lnTo>
                  <a:pt x="526453" y="1185901"/>
                </a:lnTo>
                <a:lnTo>
                  <a:pt x="528333" y="1185901"/>
                </a:lnTo>
                <a:lnTo>
                  <a:pt x="530214" y="1185901"/>
                </a:lnTo>
                <a:lnTo>
                  <a:pt x="532094" y="1185901"/>
                </a:lnTo>
                <a:lnTo>
                  <a:pt x="533974" y="1185901"/>
                </a:lnTo>
                <a:lnTo>
                  <a:pt x="535854" y="1185901"/>
                </a:lnTo>
                <a:lnTo>
                  <a:pt x="537735" y="1185901"/>
                </a:lnTo>
                <a:lnTo>
                  <a:pt x="539615" y="1185901"/>
                </a:lnTo>
                <a:lnTo>
                  <a:pt x="541495" y="1185901"/>
                </a:lnTo>
                <a:lnTo>
                  <a:pt x="543375" y="1185901"/>
                </a:lnTo>
                <a:lnTo>
                  <a:pt x="545255" y="1185901"/>
                </a:lnTo>
                <a:lnTo>
                  <a:pt x="547135" y="1185901"/>
                </a:lnTo>
                <a:lnTo>
                  <a:pt x="549015" y="1185901"/>
                </a:lnTo>
                <a:lnTo>
                  <a:pt x="550896" y="1185901"/>
                </a:lnTo>
                <a:lnTo>
                  <a:pt x="552776" y="1185901"/>
                </a:lnTo>
                <a:lnTo>
                  <a:pt x="554656" y="1185901"/>
                </a:lnTo>
                <a:lnTo>
                  <a:pt x="556536" y="1185901"/>
                </a:lnTo>
                <a:lnTo>
                  <a:pt x="558417" y="1185901"/>
                </a:lnTo>
                <a:lnTo>
                  <a:pt x="560297" y="1185901"/>
                </a:lnTo>
                <a:lnTo>
                  <a:pt x="562177" y="1185901"/>
                </a:lnTo>
                <a:lnTo>
                  <a:pt x="564057" y="1185901"/>
                </a:lnTo>
                <a:lnTo>
                  <a:pt x="565937" y="1185901"/>
                </a:lnTo>
                <a:lnTo>
                  <a:pt x="567817" y="1185901"/>
                </a:lnTo>
                <a:lnTo>
                  <a:pt x="569697" y="1185901"/>
                </a:lnTo>
                <a:lnTo>
                  <a:pt x="571578" y="1185901"/>
                </a:lnTo>
                <a:lnTo>
                  <a:pt x="573458" y="1185901"/>
                </a:lnTo>
                <a:lnTo>
                  <a:pt x="575338" y="1185901"/>
                </a:lnTo>
                <a:lnTo>
                  <a:pt x="577219" y="1185901"/>
                </a:lnTo>
                <a:lnTo>
                  <a:pt x="579099" y="1185901"/>
                </a:lnTo>
                <a:lnTo>
                  <a:pt x="580979" y="1185901"/>
                </a:lnTo>
                <a:lnTo>
                  <a:pt x="582859" y="1185901"/>
                </a:lnTo>
                <a:lnTo>
                  <a:pt x="584740" y="1185901"/>
                </a:lnTo>
                <a:lnTo>
                  <a:pt x="586619" y="1185901"/>
                </a:lnTo>
                <a:lnTo>
                  <a:pt x="588499" y="1185901"/>
                </a:lnTo>
                <a:lnTo>
                  <a:pt x="590379" y="1185901"/>
                </a:lnTo>
                <a:lnTo>
                  <a:pt x="592260" y="1185901"/>
                </a:lnTo>
                <a:lnTo>
                  <a:pt x="594140" y="1185901"/>
                </a:lnTo>
                <a:lnTo>
                  <a:pt x="596020" y="1185901"/>
                </a:lnTo>
                <a:lnTo>
                  <a:pt x="597901" y="1185901"/>
                </a:lnTo>
                <a:lnTo>
                  <a:pt x="599781" y="1185901"/>
                </a:lnTo>
                <a:lnTo>
                  <a:pt x="601661" y="1185901"/>
                </a:lnTo>
                <a:lnTo>
                  <a:pt x="603541" y="1185901"/>
                </a:lnTo>
                <a:lnTo>
                  <a:pt x="605422" y="1185901"/>
                </a:lnTo>
                <a:lnTo>
                  <a:pt x="607301" y="1185901"/>
                </a:lnTo>
                <a:lnTo>
                  <a:pt x="609181" y="1185901"/>
                </a:lnTo>
                <a:lnTo>
                  <a:pt x="611062" y="1185901"/>
                </a:lnTo>
                <a:lnTo>
                  <a:pt x="612942" y="1185901"/>
                </a:lnTo>
                <a:lnTo>
                  <a:pt x="614822" y="1185901"/>
                </a:lnTo>
                <a:lnTo>
                  <a:pt x="616702" y="1185901"/>
                </a:lnTo>
                <a:lnTo>
                  <a:pt x="618583" y="1185901"/>
                </a:lnTo>
                <a:lnTo>
                  <a:pt x="620463" y="1185901"/>
                </a:lnTo>
                <a:lnTo>
                  <a:pt x="622342" y="1185901"/>
                </a:lnTo>
                <a:lnTo>
                  <a:pt x="624224" y="1185901"/>
                </a:lnTo>
                <a:lnTo>
                  <a:pt x="626107" y="1185901"/>
                </a:lnTo>
                <a:lnTo>
                  <a:pt x="627979" y="1185901"/>
                </a:lnTo>
                <a:lnTo>
                  <a:pt x="629861" y="1185901"/>
                </a:lnTo>
                <a:lnTo>
                  <a:pt x="631744" y="1185901"/>
                </a:lnTo>
                <a:lnTo>
                  <a:pt x="633626" y="1185901"/>
                </a:lnTo>
                <a:lnTo>
                  <a:pt x="635508" y="1185901"/>
                </a:lnTo>
                <a:lnTo>
                  <a:pt x="637381" y="1185901"/>
                </a:lnTo>
                <a:lnTo>
                  <a:pt x="639263" y="1185901"/>
                </a:lnTo>
                <a:lnTo>
                  <a:pt x="641145" y="1185901"/>
                </a:lnTo>
                <a:lnTo>
                  <a:pt x="643027" y="1185901"/>
                </a:lnTo>
                <a:lnTo>
                  <a:pt x="644909" y="1185901"/>
                </a:lnTo>
                <a:lnTo>
                  <a:pt x="646782" y="1185901"/>
                </a:lnTo>
                <a:lnTo>
                  <a:pt x="648664" y="1185901"/>
                </a:lnTo>
                <a:lnTo>
                  <a:pt x="650546" y="1185901"/>
                </a:lnTo>
                <a:lnTo>
                  <a:pt x="652429" y="1185901"/>
                </a:lnTo>
                <a:lnTo>
                  <a:pt x="654311" y="1185901"/>
                </a:lnTo>
                <a:lnTo>
                  <a:pt x="656183" y="1185901"/>
                </a:lnTo>
                <a:lnTo>
                  <a:pt x="658066" y="1185901"/>
                </a:lnTo>
                <a:lnTo>
                  <a:pt x="659948" y="1185901"/>
                </a:lnTo>
                <a:lnTo>
                  <a:pt x="661830" y="1185901"/>
                </a:lnTo>
                <a:lnTo>
                  <a:pt x="663703" y="1185901"/>
                </a:lnTo>
                <a:lnTo>
                  <a:pt x="665585" y="1185901"/>
                </a:lnTo>
                <a:lnTo>
                  <a:pt x="667467" y="1185901"/>
                </a:lnTo>
                <a:lnTo>
                  <a:pt x="669349" y="1185901"/>
                </a:lnTo>
                <a:lnTo>
                  <a:pt x="671231" y="1185901"/>
                </a:lnTo>
                <a:lnTo>
                  <a:pt x="673104" y="1185901"/>
                </a:lnTo>
                <a:lnTo>
                  <a:pt x="674986" y="1185901"/>
                </a:lnTo>
                <a:lnTo>
                  <a:pt x="676868" y="1185901"/>
                </a:lnTo>
                <a:lnTo>
                  <a:pt x="678751" y="1185901"/>
                </a:lnTo>
                <a:lnTo>
                  <a:pt x="680633" y="1185901"/>
                </a:lnTo>
                <a:lnTo>
                  <a:pt x="682505" y="1185901"/>
                </a:lnTo>
                <a:lnTo>
                  <a:pt x="684387" y="1185901"/>
                </a:lnTo>
                <a:lnTo>
                  <a:pt x="686270" y="1185901"/>
                </a:lnTo>
                <a:lnTo>
                  <a:pt x="688152" y="1185901"/>
                </a:lnTo>
                <a:lnTo>
                  <a:pt x="690034" y="1185901"/>
                </a:lnTo>
                <a:lnTo>
                  <a:pt x="691907" y="1185901"/>
                </a:lnTo>
                <a:lnTo>
                  <a:pt x="693789" y="1185901"/>
                </a:lnTo>
                <a:lnTo>
                  <a:pt x="695671" y="1185901"/>
                </a:lnTo>
                <a:lnTo>
                  <a:pt x="697553" y="1185901"/>
                </a:lnTo>
                <a:lnTo>
                  <a:pt x="699435" y="1185901"/>
                </a:lnTo>
                <a:lnTo>
                  <a:pt x="701308" y="1185901"/>
                </a:lnTo>
                <a:lnTo>
                  <a:pt x="703190" y="1185901"/>
                </a:lnTo>
                <a:lnTo>
                  <a:pt x="705072" y="1185901"/>
                </a:lnTo>
                <a:lnTo>
                  <a:pt x="706955" y="1185901"/>
                </a:lnTo>
                <a:lnTo>
                  <a:pt x="708827" y="1185901"/>
                </a:lnTo>
                <a:lnTo>
                  <a:pt x="710709" y="1185901"/>
                </a:lnTo>
                <a:lnTo>
                  <a:pt x="712592" y="1185901"/>
                </a:lnTo>
                <a:lnTo>
                  <a:pt x="714474" y="1185901"/>
                </a:lnTo>
                <a:lnTo>
                  <a:pt x="716356" y="1185901"/>
                </a:lnTo>
                <a:lnTo>
                  <a:pt x="718229" y="1185901"/>
                </a:lnTo>
                <a:lnTo>
                  <a:pt x="720111" y="1185901"/>
                </a:lnTo>
                <a:lnTo>
                  <a:pt x="721993" y="1185901"/>
                </a:lnTo>
                <a:lnTo>
                  <a:pt x="723875" y="1185901"/>
                </a:lnTo>
                <a:lnTo>
                  <a:pt x="725757" y="1185901"/>
                </a:lnTo>
                <a:lnTo>
                  <a:pt x="727630" y="1185901"/>
                </a:lnTo>
                <a:lnTo>
                  <a:pt x="729512" y="1185901"/>
                </a:lnTo>
                <a:lnTo>
                  <a:pt x="731394" y="1185901"/>
                </a:lnTo>
                <a:lnTo>
                  <a:pt x="733277" y="1185901"/>
                </a:lnTo>
                <a:lnTo>
                  <a:pt x="735159" y="1185901"/>
                </a:lnTo>
                <a:lnTo>
                  <a:pt x="737031" y="1185901"/>
                </a:lnTo>
                <a:lnTo>
                  <a:pt x="738914" y="1185901"/>
                </a:lnTo>
                <a:lnTo>
                  <a:pt x="740796" y="1185901"/>
                </a:lnTo>
                <a:lnTo>
                  <a:pt x="742678" y="1185901"/>
                </a:lnTo>
                <a:lnTo>
                  <a:pt x="744560" y="1185901"/>
                </a:lnTo>
                <a:lnTo>
                  <a:pt x="746433" y="1185901"/>
                </a:lnTo>
                <a:lnTo>
                  <a:pt x="748315" y="1185901"/>
                </a:lnTo>
                <a:lnTo>
                  <a:pt x="750197" y="1185901"/>
                </a:lnTo>
                <a:lnTo>
                  <a:pt x="752079" y="1185901"/>
                </a:lnTo>
                <a:lnTo>
                  <a:pt x="753952" y="1185901"/>
                </a:lnTo>
                <a:lnTo>
                  <a:pt x="755834" y="1185901"/>
                </a:lnTo>
                <a:lnTo>
                  <a:pt x="757716" y="1185901"/>
                </a:lnTo>
                <a:lnTo>
                  <a:pt x="759598" y="1185901"/>
                </a:lnTo>
                <a:lnTo>
                  <a:pt x="761481" y="1185901"/>
                </a:lnTo>
                <a:lnTo>
                  <a:pt x="763353" y="1185901"/>
                </a:lnTo>
                <a:lnTo>
                  <a:pt x="765235" y="1185901"/>
                </a:lnTo>
                <a:lnTo>
                  <a:pt x="767118" y="1185901"/>
                </a:lnTo>
                <a:lnTo>
                  <a:pt x="769000" y="1185901"/>
                </a:lnTo>
                <a:lnTo>
                  <a:pt x="770882" y="1185901"/>
                </a:lnTo>
                <a:lnTo>
                  <a:pt x="772755" y="1185901"/>
                </a:lnTo>
                <a:lnTo>
                  <a:pt x="774637" y="1185901"/>
                </a:lnTo>
                <a:lnTo>
                  <a:pt x="776519" y="1185901"/>
                </a:lnTo>
                <a:lnTo>
                  <a:pt x="778401" y="1185901"/>
                </a:lnTo>
                <a:lnTo>
                  <a:pt x="780283" y="1185901"/>
                </a:lnTo>
                <a:lnTo>
                  <a:pt x="782156" y="1185901"/>
                </a:lnTo>
                <a:lnTo>
                  <a:pt x="784038" y="1185901"/>
                </a:lnTo>
                <a:lnTo>
                  <a:pt x="785920" y="1185901"/>
                </a:lnTo>
                <a:lnTo>
                  <a:pt x="787803" y="1185901"/>
                </a:lnTo>
                <a:lnTo>
                  <a:pt x="789685" y="1185901"/>
                </a:lnTo>
                <a:lnTo>
                  <a:pt x="791557" y="1185901"/>
                </a:lnTo>
                <a:lnTo>
                  <a:pt x="793440" y="1185901"/>
                </a:lnTo>
                <a:lnTo>
                  <a:pt x="795322" y="1185901"/>
                </a:lnTo>
                <a:lnTo>
                  <a:pt x="797204" y="1185901"/>
                </a:lnTo>
                <a:lnTo>
                  <a:pt x="799077" y="1185901"/>
                </a:lnTo>
                <a:lnTo>
                  <a:pt x="800959" y="1185901"/>
                </a:lnTo>
                <a:lnTo>
                  <a:pt x="802841" y="1185901"/>
                </a:lnTo>
                <a:lnTo>
                  <a:pt x="804723" y="1185901"/>
                </a:lnTo>
                <a:lnTo>
                  <a:pt x="806605" y="1185901"/>
                </a:lnTo>
                <a:lnTo>
                  <a:pt x="808478" y="1185901"/>
                </a:lnTo>
                <a:lnTo>
                  <a:pt x="810360" y="1185901"/>
                </a:lnTo>
                <a:lnTo>
                  <a:pt x="812242" y="1185901"/>
                </a:lnTo>
                <a:lnTo>
                  <a:pt x="814125" y="1185901"/>
                </a:lnTo>
                <a:lnTo>
                  <a:pt x="816007" y="1185901"/>
                </a:lnTo>
                <a:lnTo>
                  <a:pt x="817879" y="1185901"/>
                </a:lnTo>
                <a:lnTo>
                  <a:pt x="819762" y="1185901"/>
                </a:lnTo>
                <a:lnTo>
                  <a:pt x="821644" y="1185901"/>
                </a:lnTo>
                <a:lnTo>
                  <a:pt x="823526" y="1185901"/>
                </a:lnTo>
                <a:lnTo>
                  <a:pt x="825408" y="1185901"/>
                </a:lnTo>
                <a:lnTo>
                  <a:pt x="827281" y="1185901"/>
                </a:lnTo>
                <a:lnTo>
                  <a:pt x="829163" y="1185901"/>
                </a:lnTo>
                <a:lnTo>
                  <a:pt x="831045" y="1185901"/>
                </a:lnTo>
                <a:lnTo>
                  <a:pt x="832927" y="1185901"/>
                </a:lnTo>
                <a:lnTo>
                  <a:pt x="834800" y="1185901"/>
                </a:lnTo>
                <a:lnTo>
                  <a:pt x="836682" y="1185901"/>
                </a:lnTo>
                <a:lnTo>
                  <a:pt x="838564" y="1185901"/>
                </a:lnTo>
                <a:lnTo>
                  <a:pt x="840446" y="1185901"/>
                </a:lnTo>
                <a:lnTo>
                  <a:pt x="842329" y="1185901"/>
                </a:lnTo>
                <a:lnTo>
                  <a:pt x="844201" y="1185901"/>
                </a:lnTo>
                <a:lnTo>
                  <a:pt x="846083" y="1185901"/>
                </a:lnTo>
                <a:lnTo>
                  <a:pt x="847966" y="1185901"/>
                </a:lnTo>
                <a:lnTo>
                  <a:pt x="849848" y="1185901"/>
                </a:lnTo>
                <a:lnTo>
                  <a:pt x="851730" y="1185901"/>
                </a:lnTo>
                <a:lnTo>
                  <a:pt x="853603" y="1185901"/>
                </a:lnTo>
                <a:lnTo>
                  <a:pt x="855485" y="1185901"/>
                </a:lnTo>
                <a:lnTo>
                  <a:pt x="857367" y="1185901"/>
                </a:lnTo>
                <a:lnTo>
                  <a:pt x="859249" y="1185901"/>
                </a:lnTo>
                <a:lnTo>
                  <a:pt x="861131" y="1185901"/>
                </a:lnTo>
                <a:lnTo>
                  <a:pt x="863004" y="1185901"/>
                </a:lnTo>
                <a:lnTo>
                  <a:pt x="864886" y="1185901"/>
                </a:lnTo>
                <a:lnTo>
                  <a:pt x="866768" y="1185901"/>
                </a:lnTo>
                <a:lnTo>
                  <a:pt x="868651" y="1185901"/>
                </a:lnTo>
                <a:lnTo>
                  <a:pt x="870533" y="1185901"/>
                </a:lnTo>
                <a:lnTo>
                  <a:pt x="872405" y="1185901"/>
                </a:lnTo>
                <a:lnTo>
                  <a:pt x="874288" y="1185901"/>
                </a:lnTo>
                <a:lnTo>
                  <a:pt x="876170" y="1185891"/>
                </a:lnTo>
                <a:lnTo>
                  <a:pt x="878052" y="1185891"/>
                </a:lnTo>
                <a:lnTo>
                  <a:pt x="879925" y="1185891"/>
                </a:lnTo>
                <a:lnTo>
                  <a:pt x="881807" y="1185891"/>
                </a:lnTo>
                <a:lnTo>
                  <a:pt x="883689" y="1185891"/>
                </a:lnTo>
                <a:lnTo>
                  <a:pt x="885571" y="1185891"/>
                </a:lnTo>
                <a:lnTo>
                  <a:pt x="887453" y="1185891"/>
                </a:lnTo>
                <a:lnTo>
                  <a:pt x="889326" y="1185891"/>
                </a:lnTo>
                <a:lnTo>
                  <a:pt x="891208" y="1185891"/>
                </a:lnTo>
                <a:lnTo>
                  <a:pt x="893090" y="1185891"/>
                </a:lnTo>
                <a:lnTo>
                  <a:pt x="894973" y="1185891"/>
                </a:lnTo>
                <a:lnTo>
                  <a:pt x="896855" y="1185881"/>
                </a:lnTo>
                <a:lnTo>
                  <a:pt x="898727" y="1185881"/>
                </a:lnTo>
                <a:lnTo>
                  <a:pt x="900609" y="1185881"/>
                </a:lnTo>
                <a:lnTo>
                  <a:pt x="902492" y="1185881"/>
                </a:lnTo>
                <a:lnTo>
                  <a:pt x="904374" y="1185881"/>
                </a:lnTo>
                <a:lnTo>
                  <a:pt x="906256" y="1185881"/>
                </a:lnTo>
                <a:lnTo>
                  <a:pt x="908129" y="1185881"/>
                </a:lnTo>
                <a:lnTo>
                  <a:pt x="910011" y="1185872"/>
                </a:lnTo>
                <a:lnTo>
                  <a:pt x="911893" y="1185872"/>
                </a:lnTo>
                <a:lnTo>
                  <a:pt x="913775" y="1185872"/>
                </a:lnTo>
                <a:lnTo>
                  <a:pt x="915657" y="1185872"/>
                </a:lnTo>
                <a:lnTo>
                  <a:pt x="917530" y="1185862"/>
                </a:lnTo>
                <a:lnTo>
                  <a:pt x="919412" y="1185862"/>
                </a:lnTo>
                <a:lnTo>
                  <a:pt x="921294" y="1185862"/>
                </a:lnTo>
                <a:lnTo>
                  <a:pt x="923177" y="1185862"/>
                </a:lnTo>
                <a:lnTo>
                  <a:pt x="925049" y="1185852"/>
                </a:lnTo>
                <a:lnTo>
                  <a:pt x="926931" y="1185852"/>
                </a:lnTo>
                <a:lnTo>
                  <a:pt x="928814" y="1185843"/>
                </a:lnTo>
                <a:lnTo>
                  <a:pt x="930696" y="1185843"/>
                </a:lnTo>
                <a:lnTo>
                  <a:pt x="932578" y="1185843"/>
                </a:lnTo>
                <a:lnTo>
                  <a:pt x="934451" y="1185833"/>
                </a:lnTo>
                <a:lnTo>
                  <a:pt x="936333" y="1185833"/>
                </a:lnTo>
                <a:lnTo>
                  <a:pt x="938215" y="1185823"/>
                </a:lnTo>
                <a:lnTo>
                  <a:pt x="940097" y="1185823"/>
                </a:lnTo>
                <a:lnTo>
                  <a:pt x="941979" y="1185814"/>
                </a:lnTo>
                <a:lnTo>
                  <a:pt x="943852" y="1185814"/>
                </a:lnTo>
                <a:lnTo>
                  <a:pt x="945734" y="1185804"/>
                </a:lnTo>
                <a:lnTo>
                  <a:pt x="947616" y="1185794"/>
                </a:lnTo>
                <a:lnTo>
                  <a:pt x="949499" y="1185794"/>
                </a:lnTo>
                <a:lnTo>
                  <a:pt x="951381" y="1185784"/>
                </a:lnTo>
                <a:lnTo>
                  <a:pt x="953253" y="1185775"/>
                </a:lnTo>
                <a:lnTo>
                  <a:pt x="955136" y="1185765"/>
                </a:lnTo>
                <a:lnTo>
                  <a:pt x="957018" y="1185755"/>
                </a:lnTo>
                <a:lnTo>
                  <a:pt x="958900" y="1185746"/>
                </a:lnTo>
                <a:lnTo>
                  <a:pt x="960782" y="1185736"/>
                </a:lnTo>
                <a:lnTo>
                  <a:pt x="962655" y="1185726"/>
                </a:lnTo>
                <a:lnTo>
                  <a:pt x="964537" y="1185717"/>
                </a:lnTo>
                <a:lnTo>
                  <a:pt x="966419" y="1185707"/>
                </a:lnTo>
                <a:lnTo>
                  <a:pt x="968301" y="1185687"/>
                </a:lnTo>
                <a:lnTo>
                  <a:pt x="970174" y="1185678"/>
                </a:lnTo>
                <a:lnTo>
                  <a:pt x="972056" y="1185668"/>
                </a:lnTo>
                <a:lnTo>
                  <a:pt x="973938" y="1185649"/>
                </a:lnTo>
                <a:lnTo>
                  <a:pt x="975820" y="1185629"/>
                </a:lnTo>
                <a:lnTo>
                  <a:pt x="977703" y="1185620"/>
                </a:lnTo>
                <a:lnTo>
                  <a:pt x="979575" y="1185600"/>
                </a:lnTo>
                <a:lnTo>
                  <a:pt x="981458" y="1185581"/>
                </a:lnTo>
                <a:lnTo>
                  <a:pt x="983340" y="1185561"/>
                </a:lnTo>
                <a:lnTo>
                  <a:pt x="985222" y="1185542"/>
                </a:lnTo>
                <a:lnTo>
                  <a:pt x="987104" y="1185513"/>
                </a:lnTo>
                <a:lnTo>
                  <a:pt x="988977" y="1185493"/>
                </a:lnTo>
                <a:lnTo>
                  <a:pt x="990859" y="1185474"/>
                </a:lnTo>
                <a:lnTo>
                  <a:pt x="992741" y="1185445"/>
                </a:lnTo>
                <a:lnTo>
                  <a:pt x="994623" y="1185416"/>
                </a:lnTo>
                <a:lnTo>
                  <a:pt x="996506" y="1185387"/>
                </a:lnTo>
                <a:lnTo>
                  <a:pt x="998378" y="1185358"/>
                </a:lnTo>
                <a:lnTo>
                  <a:pt x="1000260" y="1185328"/>
                </a:lnTo>
                <a:lnTo>
                  <a:pt x="1002142" y="1185290"/>
                </a:lnTo>
                <a:lnTo>
                  <a:pt x="1004025" y="1185251"/>
                </a:lnTo>
                <a:lnTo>
                  <a:pt x="1005907" y="1185212"/>
                </a:lnTo>
                <a:lnTo>
                  <a:pt x="1007779" y="1185173"/>
                </a:lnTo>
                <a:lnTo>
                  <a:pt x="1009662" y="1185134"/>
                </a:lnTo>
                <a:lnTo>
                  <a:pt x="1011544" y="1185086"/>
                </a:lnTo>
                <a:lnTo>
                  <a:pt x="1013426" y="1185047"/>
                </a:lnTo>
                <a:lnTo>
                  <a:pt x="1015299" y="1184999"/>
                </a:lnTo>
                <a:lnTo>
                  <a:pt x="1017181" y="1184940"/>
                </a:lnTo>
                <a:lnTo>
                  <a:pt x="1019063" y="1184892"/>
                </a:lnTo>
                <a:lnTo>
                  <a:pt x="1020945" y="1184834"/>
                </a:lnTo>
                <a:lnTo>
                  <a:pt x="1022827" y="1184766"/>
                </a:lnTo>
                <a:lnTo>
                  <a:pt x="1024700" y="1184707"/>
                </a:lnTo>
                <a:lnTo>
                  <a:pt x="1026582" y="1184640"/>
                </a:lnTo>
                <a:lnTo>
                  <a:pt x="1028464" y="1184572"/>
                </a:lnTo>
                <a:lnTo>
                  <a:pt x="1030347" y="1184494"/>
                </a:lnTo>
                <a:lnTo>
                  <a:pt x="1032229" y="1184416"/>
                </a:lnTo>
                <a:lnTo>
                  <a:pt x="1034101" y="1184339"/>
                </a:lnTo>
                <a:lnTo>
                  <a:pt x="1035984" y="1184251"/>
                </a:lnTo>
                <a:lnTo>
                  <a:pt x="1037866" y="1184164"/>
                </a:lnTo>
                <a:lnTo>
                  <a:pt x="1039748" y="1184067"/>
                </a:lnTo>
                <a:lnTo>
                  <a:pt x="1041630" y="1183970"/>
                </a:lnTo>
                <a:lnTo>
                  <a:pt x="1043503" y="1183863"/>
                </a:lnTo>
                <a:lnTo>
                  <a:pt x="1045385" y="1183757"/>
                </a:lnTo>
                <a:lnTo>
                  <a:pt x="1047267" y="1183640"/>
                </a:lnTo>
                <a:lnTo>
                  <a:pt x="1049149" y="1183524"/>
                </a:lnTo>
                <a:lnTo>
                  <a:pt x="1051022" y="1183398"/>
                </a:lnTo>
                <a:lnTo>
                  <a:pt x="1052904" y="1183262"/>
                </a:lnTo>
                <a:lnTo>
                  <a:pt x="1054786" y="1183126"/>
                </a:lnTo>
                <a:lnTo>
                  <a:pt x="1056669" y="1182981"/>
                </a:lnTo>
                <a:lnTo>
                  <a:pt x="1058551" y="1182825"/>
                </a:lnTo>
                <a:lnTo>
                  <a:pt x="1060423" y="1182670"/>
                </a:lnTo>
                <a:lnTo>
                  <a:pt x="1062305" y="1182505"/>
                </a:lnTo>
                <a:lnTo>
                  <a:pt x="1064188" y="1182330"/>
                </a:lnTo>
                <a:lnTo>
                  <a:pt x="1066070" y="1182146"/>
                </a:lnTo>
                <a:lnTo>
                  <a:pt x="1067952" y="1181952"/>
                </a:lnTo>
                <a:lnTo>
                  <a:pt x="1069825" y="1181748"/>
                </a:lnTo>
                <a:lnTo>
                  <a:pt x="1071707" y="1181545"/>
                </a:lnTo>
                <a:lnTo>
                  <a:pt x="1073589" y="1181321"/>
                </a:lnTo>
                <a:lnTo>
                  <a:pt x="1075471" y="1181098"/>
                </a:lnTo>
                <a:lnTo>
                  <a:pt x="1077354" y="1180856"/>
                </a:lnTo>
                <a:lnTo>
                  <a:pt x="1079226" y="1180603"/>
                </a:lnTo>
                <a:lnTo>
                  <a:pt x="1081108" y="1180341"/>
                </a:lnTo>
                <a:lnTo>
                  <a:pt x="1082990" y="1180070"/>
                </a:lnTo>
                <a:lnTo>
                  <a:pt x="1084873" y="1179789"/>
                </a:lnTo>
                <a:lnTo>
                  <a:pt x="1086755" y="1179488"/>
                </a:lnTo>
                <a:lnTo>
                  <a:pt x="1088627" y="1179187"/>
                </a:lnTo>
                <a:lnTo>
                  <a:pt x="1090510" y="1178857"/>
                </a:lnTo>
                <a:lnTo>
                  <a:pt x="1092392" y="1178517"/>
                </a:lnTo>
                <a:lnTo>
                  <a:pt x="1094274" y="1178168"/>
                </a:lnTo>
                <a:lnTo>
                  <a:pt x="1096147" y="1177800"/>
                </a:lnTo>
                <a:lnTo>
                  <a:pt x="1098029" y="1177421"/>
                </a:lnTo>
                <a:lnTo>
                  <a:pt x="1099911" y="1177023"/>
                </a:lnTo>
                <a:lnTo>
                  <a:pt x="1101793" y="1176606"/>
                </a:lnTo>
                <a:lnTo>
                  <a:pt x="1103675" y="1176170"/>
                </a:lnTo>
                <a:lnTo>
                  <a:pt x="1105548" y="1175723"/>
                </a:lnTo>
                <a:lnTo>
                  <a:pt x="1107430" y="1175258"/>
                </a:lnTo>
                <a:lnTo>
                  <a:pt x="1109312" y="1174763"/>
                </a:lnTo>
                <a:lnTo>
                  <a:pt x="1111195" y="1174258"/>
                </a:lnTo>
                <a:lnTo>
                  <a:pt x="1113077" y="1173725"/>
                </a:lnTo>
                <a:lnTo>
                  <a:pt x="1114949" y="1173172"/>
                </a:lnTo>
                <a:lnTo>
                  <a:pt x="1116831" y="1172599"/>
                </a:lnTo>
                <a:lnTo>
                  <a:pt x="1118714" y="1172007"/>
                </a:lnTo>
                <a:lnTo>
                  <a:pt x="1120596" y="1171386"/>
                </a:lnTo>
                <a:lnTo>
                  <a:pt x="1122478" y="1170746"/>
                </a:lnTo>
                <a:lnTo>
                  <a:pt x="1124351" y="1170077"/>
                </a:lnTo>
                <a:lnTo>
                  <a:pt x="1126233" y="1169388"/>
                </a:lnTo>
                <a:lnTo>
                  <a:pt x="1128115" y="1168660"/>
                </a:lnTo>
                <a:lnTo>
                  <a:pt x="1129997" y="1167913"/>
                </a:lnTo>
                <a:lnTo>
                  <a:pt x="1131880" y="1167137"/>
                </a:lnTo>
                <a:lnTo>
                  <a:pt x="1133752" y="1166332"/>
                </a:lnTo>
                <a:lnTo>
                  <a:pt x="1135634" y="1165497"/>
                </a:lnTo>
                <a:lnTo>
                  <a:pt x="1137517" y="1164624"/>
                </a:lnTo>
                <a:lnTo>
                  <a:pt x="1139399" y="1163731"/>
                </a:lnTo>
                <a:lnTo>
                  <a:pt x="1141271" y="1162800"/>
                </a:lnTo>
                <a:lnTo>
                  <a:pt x="1143153" y="1161830"/>
                </a:lnTo>
                <a:lnTo>
                  <a:pt x="1145036" y="1160830"/>
                </a:lnTo>
                <a:lnTo>
                  <a:pt x="1146918" y="1159792"/>
                </a:lnTo>
                <a:lnTo>
                  <a:pt x="1148800" y="1158715"/>
                </a:lnTo>
                <a:lnTo>
                  <a:pt x="1150673" y="1157600"/>
                </a:lnTo>
                <a:lnTo>
                  <a:pt x="1152555" y="1156445"/>
                </a:lnTo>
                <a:lnTo>
                  <a:pt x="1154437" y="1155252"/>
                </a:lnTo>
                <a:lnTo>
                  <a:pt x="1156319" y="1154020"/>
                </a:lnTo>
                <a:lnTo>
                  <a:pt x="1158201" y="1152739"/>
                </a:lnTo>
                <a:lnTo>
                  <a:pt x="1160074" y="1151419"/>
                </a:lnTo>
                <a:lnTo>
                  <a:pt x="1161956" y="1150051"/>
                </a:lnTo>
                <a:lnTo>
                  <a:pt x="1163838" y="1148645"/>
                </a:lnTo>
                <a:lnTo>
                  <a:pt x="1165721" y="1147180"/>
                </a:lnTo>
                <a:lnTo>
                  <a:pt x="1167603" y="1145676"/>
                </a:lnTo>
                <a:lnTo>
                  <a:pt x="1169475" y="1144114"/>
                </a:lnTo>
                <a:lnTo>
                  <a:pt x="1171358" y="1142513"/>
                </a:lnTo>
                <a:lnTo>
                  <a:pt x="1173240" y="1140844"/>
                </a:lnTo>
                <a:lnTo>
                  <a:pt x="1175122" y="1139137"/>
                </a:lnTo>
                <a:lnTo>
                  <a:pt x="1177004" y="1137361"/>
                </a:lnTo>
                <a:lnTo>
                  <a:pt x="1178877" y="1135537"/>
                </a:lnTo>
                <a:lnTo>
                  <a:pt x="1180759" y="1133655"/>
                </a:lnTo>
                <a:lnTo>
                  <a:pt x="1182641" y="1131714"/>
                </a:lnTo>
                <a:lnTo>
                  <a:pt x="1184523" y="1129716"/>
                </a:lnTo>
                <a:lnTo>
                  <a:pt x="1186396" y="1127649"/>
                </a:lnTo>
                <a:lnTo>
                  <a:pt x="1188278" y="1125524"/>
                </a:lnTo>
                <a:lnTo>
                  <a:pt x="1190160" y="1123332"/>
                </a:lnTo>
                <a:lnTo>
                  <a:pt x="1192043" y="1121081"/>
                </a:lnTo>
                <a:lnTo>
                  <a:pt x="1193925" y="1118752"/>
                </a:lnTo>
                <a:lnTo>
                  <a:pt x="1195797" y="1116366"/>
                </a:lnTo>
                <a:lnTo>
                  <a:pt x="1197680" y="1113901"/>
                </a:lnTo>
                <a:lnTo>
                  <a:pt x="1199562" y="1111369"/>
                </a:lnTo>
                <a:lnTo>
                  <a:pt x="1201444" y="1108769"/>
                </a:lnTo>
                <a:lnTo>
                  <a:pt x="1203326" y="1106091"/>
                </a:lnTo>
                <a:lnTo>
                  <a:pt x="1205199" y="1103336"/>
                </a:lnTo>
                <a:lnTo>
                  <a:pt x="1207081" y="1100503"/>
                </a:lnTo>
                <a:lnTo>
                  <a:pt x="1208963" y="1097602"/>
                </a:lnTo>
                <a:lnTo>
                  <a:pt x="1210845" y="1094613"/>
                </a:lnTo>
                <a:lnTo>
                  <a:pt x="1212728" y="1091538"/>
                </a:lnTo>
                <a:lnTo>
                  <a:pt x="1214600" y="1088394"/>
                </a:lnTo>
                <a:lnTo>
                  <a:pt x="1216482" y="1085154"/>
                </a:lnTo>
                <a:lnTo>
                  <a:pt x="1218364" y="1081836"/>
                </a:lnTo>
                <a:lnTo>
                  <a:pt x="1220247" y="1078430"/>
                </a:lnTo>
                <a:lnTo>
                  <a:pt x="1222129" y="1074937"/>
                </a:lnTo>
                <a:lnTo>
                  <a:pt x="1224001" y="1071357"/>
                </a:lnTo>
                <a:lnTo>
                  <a:pt x="1225884" y="1067690"/>
                </a:lnTo>
                <a:lnTo>
                  <a:pt x="1227766" y="1063925"/>
                </a:lnTo>
                <a:lnTo>
                  <a:pt x="1229648" y="1060064"/>
                </a:lnTo>
                <a:lnTo>
                  <a:pt x="1231521" y="1056115"/>
                </a:lnTo>
                <a:lnTo>
                  <a:pt x="1233403" y="1052069"/>
                </a:lnTo>
                <a:lnTo>
                  <a:pt x="1235285" y="1047927"/>
                </a:lnTo>
                <a:lnTo>
                  <a:pt x="1237167" y="1043687"/>
                </a:lnTo>
                <a:lnTo>
                  <a:pt x="1239050" y="1039350"/>
                </a:lnTo>
                <a:lnTo>
                  <a:pt x="1240922" y="1034906"/>
                </a:lnTo>
                <a:lnTo>
                  <a:pt x="1242804" y="1030366"/>
                </a:lnTo>
                <a:lnTo>
                  <a:pt x="1244686" y="1025728"/>
                </a:lnTo>
                <a:lnTo>
                  <a:pt x="1246569" y="1020974"/>
                </a:lnTo>
                <a:lnTo>
                  <a:pt x="1248451" y="1016123"/>
                </a:lnTo>
                <a:lnTo>
                  <a:pt x="1250323" y="1011175"/>
                </a:lnTo>
                <a:lnTo>
                  <a:pt x="1252206" y="1006110"/>
                </a:lnTo>
                <a:lnTo>
                  <a:pt x="1254088" y="1000939"/>
                </a:lnTo>
                <a:lnTo>
                  <a:pt x="1255970" y="995671"/>
                </a:lnTo>
                <a:lnTo>
                  <a:pt x="1257852" y="990286"/>
                </a:lnTo>
                <a:lnTo>
                  <a:pt x="1259725" y="984795"/>
                </a:lnTo>
                <a:lnTo>
                  <a:pt x="1261607" y="979187"/>
                </a:lnTo>
                <a:lnTo>
                  <a:pt x="1263489" y="973472"/>
                </a:lnTo>
                <a:lnTo>
                  <a:pt x="1265371" y="967651"/>
                </a:lnTo>
                <a:lnTo>
                  <a:pt x="1267244" y="961713"/>
                </a:lnTo>
                <a:lnTo>
                  <a:pt x="1269126" y="955659"/>
                </a:lnTo>
                <a:lnTo>
                  <a:pt x="1271008" y="949498"/>
                </a:lnTo>
                <a:lnTo>
                  <a:pt x="1272891" y="943231"/>
                </a:lnTo>
                <a:lnTo>
                  <a:pt x="1274773" y="936837"/>
                </a:lnTo>
                <a:lnTo>
                  <a:pt x="1276645" y="930337"/>
                </a:lnTo>
                <a:lnTo>
                  <a:pt x="1278527" y="923720"/>
                </a:lnTo>
                <a:lnTo>
                  <a:pt x="1280410" y="916996"/>
                </a:lnTo>
                <a:lnTo>
                  <a:pt x="1282292" y="910156"/>
                </a:lnTo>
                <a:lnTo>
                  <a:pt x="1284174" y="903200"/>
                </a:lnTo>
                <a:lnTo>
                  <a:pt x="1286047" y="896137"/>
                </a:lnTo>
                <a:lnTo>
                  <a:pt x="1287929" y="888957"/>
                </a:lnTo>
                <a:lnTo>
                  <a:pt x="1289811" y="881661"/>
                </a:lnTo>
                <a:lnTo>
                  <a:pt x="1291693" y="874258"/>
                </a:lnTo>
                <a:lnTo>
                  <a:pt x="1293576" y="866739"/>
                </a:lnTo>
                <a:lnTo>
                  <a:pt x="1295448" y="859103"/>
                </a:lnTo>
                <a:lnTo>
                  <a:pt x="1297330" y="851368"/>
                </a:lnTo>
                <a:lnTo>
                  <a:pt x="1299213" y="843519"/>
                </a:lnTo>
                <a:lnTo>
                  <a:pt x="1301095" y="835561"/>
                </a:lnTo>
                <a:lnTo>
                  <a:pt x="1302977" y="827495"/>
                </a:lnTo>
                <a:lnTo>
                  <a:pt x="1304849" y="819322"/>
                </a:lnTo>
                <a:lnTo>
                  <a:pt x="1306732" y="811042"/>
                </a:lnTo>
                <a:lnTo>
                  <a:pt x="1308614" y="802658"/>
                </a:lnTo>
                <a:lnTo>
                  <a:pt x="1310496" y="794171"/>
                </a:lnTo>
                <a:lnTo>
                  <a:pt x="1312369" y="785582"/>
                </a:lnTo>
                <a:lnTo>
                  <a:pt x="1314251" y="776890"/>
                </a:lnTo>
                <a:lnTo>
                  <a:pt x="1316133" y="768101"/>
                </a:lnTo>
                <a:lnTo>
                  <a:pt x="1318015" y="759215"/>
                </a:lnTo>
                <a:lnTo>
                  <a:pt x="1319897" y="750233"/>
                </a:lnTo>
                <a:lnTo>
                  <a:pt x="1321770" y="741156"/>
                </a:lnTo>
                <a:lnTo>
                  <a:pt x="1323652" y="731989"/>
                </a:lnTo>
                <a:lnTo>
                  <a:pt x="1325534" y="722732"/>
                </a:lnTo>
                <a:lnTo>
                  <a:pt x="1327417" y="713387"/>
                </a:lnTo>
                <a:lnTo>
                  <a:pt x="1329299" y="703957"/>
                </a:lnTo>
                <a:lnTo>
                  <a:pt x="1331171" y="694445"/>
                </a:lnTo>
                <a:lnTo>
                  <a:pt x="1333054" y="684852"/>
                </a:lnTo>
                <a:lnTo>
                  <a:pt x="1334936" y="675181"/>
                </a:lnTo>
                <a:lnTo>
                  <a:pt x="1336818" y="665435"/>
                </a:lnTo>
                <a:lnTo>
                  <a:pt x="1338700" y="655618"/>
                </a:lnTo>
                <a:lnTo>
                  <a:pt x="1340573" y="645731"/>
                </a:lnTo>
                <a:lnTo>
                  <a:pt x="1342455" y="635777"/>
                </a:lnTo>
                <a:lnTo>
                  <a:pt x="1344337" y="625760"/>
                </a:lnTo>
                <a:lnTo>
                  <a:pt x="1346219" y="615683"/>
                </a:lnTo>
                <a:lnTo>
                  <a:pt x="1348102" y="605550"/>
                </a:lnTo>
                <a:lnTo>
                  <a:pt x="1349974" y="595362"/>
                </a:lnTo>
                <a:lnTo>
                  <a:pt x="1351856" y="585126"/>
                </a:lnTo>
                <a:lnTo>
                  <a:pt x="1353739" y="574842"/>
                </a:lnTo>
                <a:lnTo>
                  <a:pt x="1355621" y="564516"/>
                </a:lnTo>
                <a:lnTo>
                  <a:pt x="1357493" y="554151"/>
                </a:lnTo>
                <a:lnTo>
                  <a:pt x="1359376" y="543751"/>
                </a:lnTo>
                <a:lnTo>
                  <a:pt x="1361258" y="533319"/>
                </a:lnTo>
                <a:lnTo>
                  <a:pt x="1363140" y="522860"/>
                </a:lnTo>
                <a:lnTo>
                  <a:pt x="1365022" y="512378"/>
                </a:lnTo>
                <a:lnTo>
                  <a:pt x="1366895" y="501877"/>
                </a:lnTo>
                <a:lnTo>
                  <a:pt x="1368777" y="491361"/>
                </a:lnTo>
                <a:lnTo>
                  <a:pt x="1370659" y="480835"/>
                </a:lnTo>
                <a:lnTo>
                  <a:pt x="1372541" y="470304"/>
                </a:lnTo>
                <a:lnTo>
                  <a:pt x="1374423" y="459769"/>
                </a:lnTo>
                <a:lnTo>
                  <a:pt x="1376296" y="449238"/>
                </a:lnTo>
                <a:lnTo>
                  <a:pt x="1378178" y="438715"/>
                </a:lnTo>
                <a:lnTo>
                  <a:pt x="1380060" y="428204"/>
                </a:lnTo>
                <a:lnTo>
                  <a:pt x="1381943" y="417710"/>
                </a:lnTo>
                <a:lnTo>
                  <a:pt x="1383825" y="407238"/>
                </a:lnTo>
                <a:lnTo>
                  <a:pt x="1385697" y="396791"/>
                </a:lnTo>
                <a:lnTo>
                  <a:pt x="1387580" y="386377"/>
                </a:lnTo>
                <a:lnTo>
                  <a:pt x="1389462" y="375999"/>
                </a:lnTo>
                <a:lnTo>
                  <a:pt x="1391344" y="365662"/>
                </a:lnTo>
                <a:lnTo>
                  <a:pt x="1393226" y="355371"/>
                </a:lnTo>
                <a:lnTo>
                  <a:pt x="1395099" y="345131"/>
                </a:lnTo>
                <a:lnTo>
                  <a:pt x="1396981" y="334948"/>
                </a:lnTo>
                <a:lnTo>
                  <a:pt x="1398863" y="324826"/>
                </a:lnTo>
                <a:lnTo>
                  <a:pt x="1400745" y="314771"/>
                </a:lnTo>
                <a:lnTo>
                  <a:pt x="1402618" y="304786"/>
                </a:lnTo>
                <a:lnTo>
                  <a:pt x="1404500" y="294879"/>
                </a:lnTo>
                <a:lnTo>
                  <a:pt x="1406382" y="285053"/>
                </a:lnTo>
                <a:lnTo>
                  <a:pt x="1408265" y="275315"/>
                </a:lnTo>
                <a:lnTo>
                  <a:pt x="1410147" y="265668"/>
                </a:lnTo>
                <a:lnTo>
                  <a:pt x="1412019" y="256119"/>
                </a:lnTo>
                <a:lnTo>
                  <a:pt x="1413902" y="246672"/>
                </a:lnTo>
                <a:lnTo>
                  <a:pt x="1415784" y="237333"/>
                </a:lnTo>
                <a:lnTo>
                  <a:pt x="1417666" y="228106"/>
                </a:lnTo>
                <a:lnTo>
                  <a:pt x="1419548" y="218997"/>
                </a:lnTo>
                <a:lnTo>
                  <a:pt x="1421421" y="210011"/>
                </a:lnTo>
                <a:lnTo>
                  <a:pt x="1423303" y="201152"/>
                </a:lnTo>
                <a:lnTo>
                  <a:pt x="1425185" y="192426"/>
                </a:lnTo>
                <a:lnTo>
                  <a:pt x="1427067" y="183837"/>
                </a:lnTo>
                <a:lnTo>
                  <a:pt x="1428950" y="175391"/>
                </a:lnTo>
                <a:lnTo>
                  <a:pt x="1430822" y="167093"/>
                </a:lnTo>
                <a:lnTo>
                  <a:pt x="1432704" y="158946"/>
                </a:lnTo>
                <a:lnTo>
                  <a:pt x="1434586" y="150957"/>
                </a:lnTo>
                <a:lnTo>
                  <a:pt x="1436469" y="143129"/>
                </a:lnTo>
                <a:lnTo>
                  <a:pt x="1438351" y="135466"/>
                </a:lnTo>
                <a:lnTo>
                  <a:pt x="1440223" y="127975"/>
                </a:lnTo>
                <a:lnTo>
                  <a:pt x="1442106" y="120659"/>
                </a:lnTo>
                <a:lnTo>
                  <a:pt x="1443988" y="113522"/>
                </a:lnTo>
                <a:lnTo>
                  <a:pt x="1445870" y="106568"/>
                </a:lnTo>
                <a:lnTo>
                  <a:pt x="1447743" y="99803"/>
                </a:lnTo>
                <a:lnTo>
                  <a:pt x="1449625" y="93230"/>
                </a:lnTo>
                <a:lnTo>
                  <a:pt x="1451507" y="86853"/>
                </a:lnTo>
                <a:lnTo>
                  <a:pt x="1453389" y="80675"/>
                </a:lnTo>
                <a:lnTo>
                  <a:pt x="1455272" y="74701"/>
                </a:lnTo>
                <a:lnTo>
                  <a:pt x="1457144" y="68935"/>
                </a:lnTo>
                <a:lnTo>
                  <a:pt x="1459026" y="63378"/>
                </a:lnTo>
                <a:lnTo>
                  <a:pt x="1460908" y="58037"/>
                </a:lnTo>
                <a:lnTo>
                  <a:pt x="1462791" y="52914"/>
                </a:lnTo>
                <a:lnTo>
                  <a:pt x="1464673" y="48010"/>
                </a:lnTo>
                <a:lnTo>
                  <a:pt x="1466545" y="43331"/>
                </a:lnTo>
                <a:lnTo>
                  <a:pt x="1468428" y="38878"/>
                </a:lnTo>
                <a:lnTo>
                  <a:pt x="1470310" y="34655"/>
                </a:lnTo>
                <a:lnTo>
                  <a:pt x="1472192" y="30665"/>
                </a:lnTo>
                <a:lnTo>
                  <a:pt x="1474074" y="26909"/>
                </a:lnTo>
                <a:lnTo>
                  <a:pt x="1475947" y="23390"/>
                </a:lnTo>
                <a:lnTo>
                  <a:pt x="1477829" y="20111"/>
                </a:lnTo>
                <a:lnTo>
                  <a:pt x="1479711" y="17073"/>
                </a:lnTo>
                <a:lnTo>
                  <a:pt x="1481593" y="14279"/>
                </a:lnTo>
                <a:lnTo>
                  <a:pt x="1483466" y="11729"/>
                </a:lnTo>
                <a:lnTo>
                  <a:pt x="1485348" y="9427"/>
                </a:lnTo>
                <a:lnTo>
                  <a:pt x="1487230" y="7372"/>
                </a:lnTo>
                <a:lnTo>
                  <a:pt x="1489113" y="5567"/>
                </a:lnTo>
                <a:lnTo>
                  <a:pt x="1490995" y="4014"/>
                </a:lnTo>
                <a:lnTo>
                  <a:pt x="1492867" y="2711"/>
                </a:lnTo>
                <a:lnTo>
                  <a:pt x="1494749" y="1662"/>
                </a:lnTo>
                <a:lnTo>
                  <a:pt x="1496632" y="865"/>
                </a:lnTo>
                <a:lnTo>
                  <a:pt x="1498514" y="322"/>
                </a:lnTo>
                <a:lnTo>
                  <a:pt x="1500396" y="34"/>
                </a:lnTo>
                <a:lnTo>
                  <a:pt x="1502269" y="0"/>
                </a:lnTo>
                <a:lnTo>
                  <a:pt x="1504151" y="220"/>
                </a:lnTo>
                <a:lnTo>
                  <a:pt x="1506033" y="695"/>
                </a:lnTo>
                <a:lnTo>
                  <a:pt x="1507915" y="1422"/>
                </a:lnTo>
                <a:lnTo>
                  <a:pt x="1509798" y="2404"/>
                </a:lnTo>
                <a:lnTo>
                  <a:pt x="1511670" y="3638"/>
                </a:lnTo>
                <a:lnTo>
                  <a:pt x="1513552" y="5125"/>
                </a:lnTo>
                <a:lnTo>
                  <a:pt x="1515435" y="6862"/>
                </a:lnTo>
                <a:lnTo>
                  <a:pt x="1517317" y="8849"/>
                </a:lnTo>
                <a:lnTo>
                  <a:pt x="1519199" y="11085"/>
                </a:lnTo>
                <a:lnTo>
                  <a:pt x="1521071" y="13568"/>
                </a:lnTo>
                <a:lnTo>
                  <a:pt x="1522954" y="16297"/>
                </a:lnTo>
                <a:lnTo>
                  <a:pt x="1524836" y="19269"/>
                </a:lnTo>
                <a:lnTo>
                  <a:pt x="1526718" y="22484"/>
                </a:lnTo>
                <a:lnTo>
                  <a:pt x="1528591" y="25939"/>
                </a:lnTo>
                <a:lnTo>
                  <a:pt x="1530473" y="29631"/>
                </a:lnTo>
                <a:lnTo>
                  <a:pt x="1532355" y="33559"/>
                </a:lnTo>
                <a:lnTo>
                  <a:pt x="1534237" y="37719"/>
                </a:lnTo>
                <a:lnTo>
                  <a:pt x="1536119" y="42110"/>
                </a:lnTo>
                <a:lnTo>
                  <a:pt x="1537992" y="46729"/>
                </a:lnTo>
                <a:lnTo>
                  <a:pt x="1539874" y="51572"/>
                </a:lnTo>
                <a:lnTo>
                  <a:pt x="1541756" y="56637"/>
                </a:lnTo>
                <a:lnTo>
                  <a:pt x="1543639" y="61920"/>
                </a:lnTo>
                <a:lnTo>
                  <a:pt x="1545521" y="67419"/>
                </a:lnTo>
                <a:lnTo>
                  <a:pt x="1547393" y="73129"/>
                </a:lnTo>
                <a:lnTo>
                  <a:pt x="1549276" y="79047"/>
                </a:lnTo>
                <a:lnTo>
                  <a:pt x="1551158" y="85171"/>
                </a:lnTo>
                <a:lnTo>
                  <a:pt x="1553040" y="91495"/>
                </a:lnTo>
                <a:lnTo>
                  <a:pt x="1554922" y="98016"/>
                </a:lnTo>
                <a:lnTo>
                  <a:pt x="1556795" y="104730"/>
                </a:lnTo>
                <a:lnTo>
                  <a:pt x="1558677" y="111633"/>
                </a:lnTo>
                <a:lnTo>
                  <a:pt x="1560559" y="118721"/>
                </a:lnTo>
                <a:lnTo>
                  <a:pt x="1562441" y="125989"/>
                </a:lnTo>
                <a:lnTo>
                  <a:pt x="1564324" y="133435"/>
                </a:lnTo>
                <a:lnTo>
                  <a:pt x="1566196" y="141051"/>
                </a:lnTo>
                <a:lnTo>
                  <a:pt x="1568078" y="148835"/>
                </a:lnTo>
                <a:lnTo>
                  <a:pt x="1569961" y="156781"/>
                </a:lnTo>
                <a:lnTo>
                  <a:pt x="1571843" y="164886"/>
                </a:lnTo>
                <a:lnTo>
                  <a:pt x="1573715" y="173144"/>
                </a:lnTo>
                <a:lnTo>
                  <a:pt x="1575598" y="181550"/>
                </a:lnTo>
                <a:lnTo>
                  <a:pt x="1577480" y="190102"/>
                </a:lnTo>
                <a:lnTo>
                  <a:pt x="1579362" y="198791"/>
                </a:lnTo>
                <a:lnTo>
                  <a:pt x="1581244" y="207614"/>
                </a:lnTo>
                <a:lnTo>
                  <a:pt x="1583117" y="216567"/>
                </a:lnTo>
                <a:lnTo>
                  <a:pt x="1584999" y="225644"/>
                </a:lnTo>
                <a:lnTo>
                  <a:pt x="1586881" y="234839"/>
                </a:lnTo>
                <a:lnTo>
                  <a:pt x="1588763" y="244149"/>
                </a:lnTo>
                <a:lnTo>
                  <a:pt x="1590646" y="253567"/>
                </a:lnTo>
                <a:lnTo>
                  <a:pt x="1592518" y="263089"/>
                </a:lnTo>
                <a:lnTo>
                  <a:pt x="1594400" y="272710"/>
                </a:lnTo>
                <a:lnTo>
                  <a:pt x="1596282" y="282425"/>
                </a:lnTo>
                <a:lnTo>
                  <a:pt x="1598165" y="292227"/>
                </a:lnTo>
                <a:lnTo>
                  <a:pt x="1600047" y="302113"/>
                </a:lnTo>
                <a:lnTo>
                  <a:pt x="1601919" y="312077"/>
                </a:lnTo>
                <a:lnTo>
                  <a:pt x="1603802" y="322114"/>
                </a:lnTo>
                <a:lnTo>
                  <a:pt x="1605684" y="332218"/>
                </a:lnTo>
                <a:lnTo>
                  <a:pt x="1607566" y="342386"/>
                </a:lnTo>
                <a:lnTo>
                  <a:pt x="1609448" y="352611"/>
                </a:lnTo>
                <a:lnTo>
                  <a:pt x="1611321" y="362888"/>
                </a:lnTo>
                <a:lnTo>
                  <a:pt x="1613203" y="373213"/>
                </a:lnTo>
                <a:lnTo>
                  <a:pt x="1615085" y="383581"/>
                </a:lnTo>
                <a:lnTo>
                  <a:pt x="1616968" y="393987"/>
                </a:lnTo>
                <a:lnTo>
                  <a:pt x="1618840" y="404424"/>
                </a:lnTo>
                <a:lnTo>
                  <a:pt x="1620722" y="414891"/>
                </a:lnTo>
                <a:lnTo>
                  <a:pt x="1622604" y="425379"/>
                </a:lnTo>
                <a:lnTo>
                  <a:pt x="1624487" y="435886"/>
                </a:lnTo>
                <a:lnTo>
                  <a:pt x="1626369" y="446406"/>
                </a:lnTo>
                <a:lnTo>
                  <a:pt x="1628241" y="456936"/>
                </a:lnTo>
                <a:lnTo>
                  <a:pt x="1630124" y="467469"/>
                </a:lnTo>
                <a:lnTo>
                  <a:pt x="1632006" y="478002"/>
                </a:lnTo>
                <a:lnTo>
                  <a:pt x="1633888" y="488530"/>
                </a:lnTo>
                <a:lnTo>
                  <a:pt x="1635770" y="499049"/>
                </a:lnTo>
                <a:lnTo>
                  <a:pt x="1637643" y="509555"/>
                </a:lnTo>
                <a:lnTo>
                  <a:pt x="1639525" y="520042"/>
                </a:lnTo>
                <a:lnTo>
                  <a:pt x="1641407" y="530507"/>
                </a:lnTo>
                <a:lnTo>
                  <a:pt x="1643289" y="540947"/>
                </a:lnTo>
                <a:lnTo>
                  <a:pt x="1645171" y="551356"/>
                </a:lnTo>
                <a:lnTo>
                  <a:pt x="1647044" y="561731"/>
                </a:lnTo>
                <a:lnTo>
                  <a:pt x="1648926" y="572069"/>
                </a:lnTo>
                <a:lnTo>
                  <a:pt x="1650808" y="582363"/>
                </a:lnTo>
                <a:lnTo>
                  <a:pt x="1652691" y="592613"/>
                </a:lnTo>
                <a:lnTo>
                  <a:pt x="1654573" y="602814"/>
                </a:lnTo>
                <a:lnTo>
                  <a:pt x="1656445" y="612962"/>
                </a:lnTo>
                <a:lnTo>
                  <a:pt x="1658328" y="623055"/>
                </a:lnTo>
                <a:lnTo>
                  <a:pt x="1660210" y="633088"/>
                </a:lnTo>
                <a:lnTo>
                  <a:pt x="1662092" y="643059"/>
                </a:lnTo>
                <a:lnTo>
                  <a:pt x="1663965" y="652964"/>
                </a:lnTo>
                <a:lnTo>
                  <a:pt x="1665847" y="662801"/>
                </a:lnTo>
                <a:lnTo>
                  <a:pt x="1667729" y="672566"/>
                </a:lnTo>
                <a:lnTo>
                  <a:pt x="1669611" y="682258"/>
                </a:lnTo>
                <a:lnTo>
                  <a:pt x="1671494" y="691872"/>
                </a:lnTo>
                <a:lnTo>
                  <a:pt x="1673366" y="701406"/>
                </a:lnTo>
                <a:lnTo>
                  <a:pt x="1675248" y="710859"/>
                </a:lnTo>
                <a:lnTo>
                  <a:pt x="1677131" y="720226"/>
                </a:lnTo>
                <a:lnTo>
                  <a:pt x="1679013" y="729507"/>
                </a:lnTo>
                <a:lnTo>
                  <a:pt x="1680895" y="738699"/>
                </a:lnTo>
                <a:lnTo>
                  <a:pt x="1682767" y="747801"/>
                </a:lnTo>
                <a:lnTo>
                  <a:pt x="1684650" y="756808"/>
                </a:lnTo>
                <a:lnTo>
                  <a:pt x="1686532" y="765720"/>
                </a:lnTo>
                <a:lnTo>
                  <a:pt x="1688414" y="774536"/>
                </a:lnTo>
                <a:lnTo>
                  <a:pt x="1690296" y="783253"/>
                </a:lnTo>
                <a:lnTo>
                  <a:pt x="1692169" y="791870"/>
                </a:lnTo>
                <a:lnTo>
                  <a:pt x="1694051" y="800385"/>
                </a:lnTo>
                <a:lnTo>
                  <a:pt x="1695933" y="808797"/>
                </a:lnTo>
                <a:lnTo>
                  <a:pt x="1697815" y="817105"/>
                </a:lnTo>
                <a:lnTo>
                  <a:pt x="1699688" y="825306"/>
                </a:lnTo>
                <a:lnTo>
                  <a:pt x="1701570" y="833402"/>
                </a:lnTo>
                <a:lnTo>
                  <a:pt x="1703452" y="841389"/>
                </a:lnTo>
                <a:lnTo>
                  <a:pt x="1705334" y="849267"/>
                </a:lnTo>
                <a:lnTo>
                  <a:pt x="1707217" y="857036"/>
                </a:lnTo>
                <a:lnTo>
                  <a:pt x="1709089" y="864692"/>
                </a:lnTo>
                <a:lnTo>
                  <a:pt x="1710971" y="872240"/>
                </a:lnTo>
                <a:lnTo>
                  <a:pt x="1712854" y="879682"/>
                </a:lnTo>
                <a:lnTo>
                  <a:pt x="1714736" y="886997"/>
                </a:lnTo>
                <a:lnTo>
                  <a:pt x="1716618" y="894216"/>
                </a:lnTo>
                <a:lnTo>
                  <a:pt x="1718491" y="901308"/>
                </a:lnTo>
                <a:lnTo>
                  <a:pt x="1720373" y="908293"/>
                </a:lnTo>
                <a:lnTo>
                  <a:pt x="1722255" y="915163"/>
                </a:lnTo>
                <a:lnTo>
                  <a:pt x="1724137" y="921925"/>
                </a:lnTo>
                <a:lnTo>
                  <a:pt x="1726020" y="928571"/>
                </a:lnTo>
                <a:lnTo>
                  <a:pt x="1727892" y="935100"/>
                </a:lnTo>
                <a:lnTo>
                  <a:pt x="1729774" y="941523"/>
                </a:lnTo>
                <a:lnTo>
                  <a:pt x="1731657" y="947820"/>
                </a:lnTo>
                <a:lnTo>
                  <a:pt x="1733539" y="954020"/>
                </a:lnTo>
                <a:lnTo>
                  <a:pt x="1735421" y="960093"/>
                </a:lnTo>
                <a:lnTo>
                  <a:pt x="1737294" y="966060"/>
                </a:lnTo>
                <a:lnTo>
                  <a:pt x="1739176" y="971920"/>
                </a:lnTo>
                <a:lnTo>
                  <a:pt x="1741058" y="977664"/>
                </a:lnTo>
                <a:lnTo>
                  <a:pt x="1742940" y="983291"/>
                </a:lnTo>
                <a:lnTo>
                  <a:pt x="1744813" y="988821"/>
                </a:lnTo>
                <a:lnTo>
                  <a:pt x="1746695" y="994225"/>
                </a:lnTo>
                <a:lnTo>
                  <a:pt x="1748577" y="999532"/>
                </a:lnTo>
                <a:lnTo>
                  <a:pt x="1750459" y="1004733"/>
                </a:lnTo>
                <a:lnTo>
                  <a:pt x="1752342" y="1009826"/>
                </a:lnTo>
                <a:lnTo>
                  <a:pt x="1754214" y="1014803"/>
                </a:lnTo>
                <a:lnTo>
                  <a:pt x="1756096" y="1019684"/>
                </a:lnTo>
                <a:lnTo>
                  <a:pt x="1757978" y="1024457"/>
                </a:lnTo>
                <a:lnTo>
                  <a:pt x="1759861" y="1029124"/>
                </a:lnTo>
                <a:lnTo>
                  <a:pt x="1761743" y="1033694"/>
                </a:lnTo>
                <a:lnTo>
                  <a:pt x="1763615" y="1038157"/>
                </a:lnTo>
                <a:lnTo>
                  <a:pt x="1765498" y="1042523"/>
                </a:lnTo>
                <a:lnTo>
                  <a:pt x="1767380" y="1046792"/>
                </a:lnTo>
                <a:lnTo>
                  <a:pt x="1769262" y="1050963"/>
                </a:lnTo>
                <a:lnTo>
                  <a:pt x="1771144" y="1055038"/>
                </a:lnTo>
                <a:lnTo>
                  <a:pt x="1773017" y="1059007"/>
                </a:lnTo>
                <a:lnTo>
                  <a:pt x="1774899" y="1062897"/>
                </a:lnTo>
                <a:lnTo>
                  <a:pt x="1776781" y="1066681"/>
                </a:lnTo>
                <a:lnTo>
                  <a:pt x="1778663" y="1070377"/>
                </a:lnTo>
                <a:lnTo>
                  <a:pt x="1780546" y="1073987"/>
                </a:lnTo>
                <a:lnTo>
                  <a:pt x="1782418" y="1077499"/>
                </a:lnTo>
                <a:lnTo>
                  <a:pt x="1784300" y="1080933"/>
                </a:lnTo>
                <a:lnTo>
                  <a:pt x="1786183" y="1084271"/>
                </a:lnTo>
                <a:lnTo>
                  <a:pt x="1788065" y="1087531"/>
                </a:lnTo>
                <a:lnTo>
                  <a:pt x="1789937" y="1090703"/>
                </a:lnTo>
                <a:lnTo>
                  <a:pt x="1791820" y="1093789"/>
                </a:lnTo>
                <a:lnTo>
                  <a:pt x="1793702" y="1096806"/>
                </a:lnTo>
                <a:lnTo>
                  <a:pt x="1795584" y="1099726"/>
                </a:lnTo>
                <a:lnTo>
                  <a:pt x="1797466" y="1102579"/>
                </a:lnTo>
                <a:lnTo>
                  <a:pt x="1799339" y="1105354"/>
                </a:lnTo>
                <a:lnTo>
                  <a:pt x="1801221" y="1108051"/>
                </a:lnTo>
                <a:lnTo>
                  <a:pt x="1803103" y="1110680"/>
                </a:lnTo>
                <a:lnTo>
                  <a:pt x="1804985" y="1113232"/>
                </a:lnTo>
                <a:lnTo>
                  <a:pt x="1806868" y="1115706"/>
                </a:lnTo>
                <a:lnTo>
                  <a:pt x="1808740" y="1118122"/>
                </a:lnTo>
                <a:lnTo>
                  <a:pt x="1810622" y="1120460"/>
                </a:lnTo>
                <a:lnTo>
                  <a:pt x="1812505" y="1122730"/>
                </a:lnTo>
                <a:lnTo>
                  <a:pt x="1814387" y="1124942"/>
                </a:lnTo>
                <a:lnTo>
                  <a:pt x="1816269" y="1127086"/>
                </a:lnTo>
                <a:lnTo>
                  <a:pt x="1818141" y="1129163"/>
                </a:lnTo>
                <a:lnTo>
                  <a:pt x="1820024" y="1131181"/>
                </a:lnTo>
                <a:lnTo>
                  <a:pt x="1821906" y="1133141"/>
                </a:lnTo>
                <a:lnTo>
                  <a:pt x="1823788" y="1135042"/>
                </a:lnTo>
                <a:lnTo>
                  <a:pt x="1825670" y="1136876"/>
                </a:lnTo>
                <a:lnTo>
                  <a:pt x="1827543" y="1138661"/>
                </a:lnTo>
                <a:lnTo>
                  <a:pt x="1829425" y="1140388"/>
                </a:lnTo>
                <a:lnTo>
                  <a:pt x="1831307" y="1142067"/>
                </a:lnTo>
                <a:lnTo>
                  <a:pt x="1833189" y="1143687"/>
                </a:lnTo>
                <a:lnTo>
                  <a:pt x="1835062" y="1145259"/>
                </a:lnTo>
                <a:lnTo>
                  <a:pt x="1836944" y="1146782"/>
                </a:lnTo>
                <a:lnTo>
                  <a:pt x="1838826" y="1148257"/>
                </a:lnTo>
                <a:lnTo>
                  <a:pt x="1840709" y="1149683"/>
                </a:lnTo>
                <a:lnTo>
                  <a:pt x="1842591" y="1151060"/>
                </a:lnTo>
                <a:lnTo>
                  <a:pt x="1844463" y="1152390"/>
                </a:lnTo>
                <a:lnTo>
                  <a:pt x="1846346" y="1153680"/>
                </a:lnTo>
                <a:lnTo>
                  <a:pt x="1848228" y="1154922"/>
                </a:lnTo>
                <a:lnTo>
                  <a:pt x="1850110" y="1156135"/>
                </a:lnTo>
                <a:lnTo>
                  <a:pt x="1851992" y="1157289"/>
                </a:lnTo>
                <a:lnTo>
                  <a:pt x="1853865" y="1158415"/>
                </a:lnTo>
                <a:lnTo>
                  <a:pt x="1855747" y="1159501"/>
                </a:lnTo>
                <a:lnTo>
                  <a:pt x="1857629" y="1160549"/>
                </a:lnTo>
                <a:lnTo>
                  <a:pt x="1859511" y="1161558"/>
                </a:lnTo>
                <a:lnTo>
                  <a:pt x="1861394" y="1162538"/>
                </a:lnTo>
                <a:lnTo>
                  <a:pt x="1863266" y="1163479"/>
                </a:lnTo>
                <a:lnTo>
                  <a:pt x="1865148" y="1164391"/>
                </a:lnTo>
                <a:lnTo>
                  <a:pt x="1867031" y="1165264"/>
                </a:lnTo>
                <a:lnTo>
                  <a:pt x="1868913" y="1166109"/>
                </a:lnTo>
                <a:lnTo>
                  <a:pt x="1870795" y="1166923"/>
                </a:lnTo>
                <a:lnTo>
                  <a:pt x="1872668" y="1167709"/>
                </a:lnTo>
                <a:lnTo>
                  <a:pt x="1874550" y="1168466"/>
                </a:lnTo>
                <a:lnTo>
                  <a:pt x="1876432" y="1169194"/>
                </a:lnTo>
                <a:lnTo>
                  <a:pt x="1878314" y="1169892"/>
                </a:lnTo>
              </a:path>
            </a:pathLst>
          </a:custGeom>
          <a:noFill/>
          <a:ln w="11621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527286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3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3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3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3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3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3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32" grpId="0"/>
      <p:bldP spid="33" grpId="0"/>
      <p:bldP spid="3706" grpId="0" animBg="1"/>
      <p:bldP spid="3707" grpId="0" animBg="1"/>
      <p:bldP spid="2254" grpId="0" animBg="1"/>
      <p:bldP spid="2255" grpId="0" animBg="1"/>
      <p:bldP spid="3642" grpId="0" animBg="1"/>
      <p:bldP spid="3643" grpId="0" animBg="1"/>
      <p:bldP spid="3465" grpId="0" animBg="1"/>
      <p:bldP spid="3466" grpId="0" animBg="1"/>
      <p:bldP spid="3524" grpId="0" animBg="1"/>
      <p:bldP spid="3525" grpId="0" animBg="1"/>
      <p:bldP spid="3583" grpId="0" animBg="1"/>
      <p:bldP spid="358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6C78C4-B05E-8A3E-762A-4EEF6DDF3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Rectangle 612">
            <a:extLst>
              <a:ext uri="{FF2B5EF4-FFF2-40B4-BE49-F238E27FC236}">
                <a16:creationId xmlns:a16="http://schemas.microsoft.com/office/drawing/2014/main" id="{D158DDAC-DDE2-5305-8841-EEF37DEEAF9C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1981E2BB-BF33-C323-B0F1-51C810ED2405}"/>
              </a:ext>
            </a:extLst>
          </p:cNvPr>
          <p:cNvGrpSpPr/>
          <p:nvPr/>
        </p:nvGrpSpPr>
        <p:grpSpPr>
          <a:xfrm>
            <a:off x="8374295" y="2474093"/>
            <a:ext cx="357758" cy="2346631"/>
            <a:chOff x="8374295" y="2474093"/>
            <a:chExt cx="357758" cy="2346631"/>
          </a:xfrm>
        </p:grpSpPr>
        <p:pic>
          <p:nvPicPr>
            <p:cNvPr id="562" name="Picture 561">
              <a:extLst>
                <a:ext uri="{FF2B5EF4-FFF2-40B4-BE49-F238E27FC236}">
                  <a16:creationId xmlns:a16="http://schemas.microsoft.com/office/drawing/2014/main" id="{97EADCC9-3CF2-3EA7-50DA-114666E02F2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374295" y="2514999"/>
              <a:ext cx="121405" cy="2269606"/>
            </a:xfrm>
            <a:custGeom>
              <a:avLst/>
              <a:gdLst>
                <a:gd name="csX0" fmla="*/ 2161 w 121405"/>
                <a:gd name="csY0" fmla="*/ 47 h 2269606"/>
                <a:gd name="csX1" fmla="*/ 123566 w 121405"/>
                <a:gd name="csY1" fmla="*/ 47 h 2269606"/>
                <a:gd name="csX2" fmla="*/ 123566 w 121405"/>
                <a:gd name="csY2" fmla="*/ 2269654 h 2269606"/>
                <a:gd name="csX3" fmla="*/ 2161 w 121405"/>
                <a:gd name="csY3" fmla="*/ 2269654 h 226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1405" h="2269606">
                  <a:moveTo>
                    <a:pt x="2161" y="47"/>
                  </a:moveTo>
                  <a:lnTo>
                    <a:pt x="123566" y="47"/>
                  </a:lnTo>
                  <a:lnTo>
                    <a:pt x="123566" y="2269654"/>
                  </a:lnTo>
                  <a:lnTo>
                    <a:pt x="2161" y="2269654"/>
                  </a:lnTo>
                  <a:close/>
                </a:path>
              </a:pathLst>
            </a:custGeom>
          </p:spPr>
        </p:pic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CFDE88DD-D4F5-2C9C-0E28-2AF375732D2A}"/>
                </a:ext>
              </a:extLst>
            </p:cNvPr>
            <p:cNvSpPr/>
            <p:nvPr/>
          </p:nvSpPr>
          <p:spPr>
            <a:xfrm>
              <a:off x="8555998" y="4730041"/>
              <a:ext cx="60416" cy="90683"/>
            </a:xfrm>
            <a:custGeom>
              <a:avLst/>
              <a:gdLst>
                <a:gd name="csX0" fmla="*/ 30199 w 60416"/>
                <a:gd name="csY0" fmla="*/ 9358 h 90683"/>
                <a:gd name="csX1" fmla="*/ 16440 w 60416"/>
                <a:gd name="csY1" fmla="*/ 18379 h 90683"/>
                <a:gd name="csX2" fmla="*/ 11871 w 60416"/>
                <a:gd name="csY2" fmla="*/ 45375 h 90683"/>
                <a:gd name="csX3" fmla="*/ 16440 w 60416"/>
                <a:gd name="csY3" fmla="*/ 72371 h 90683"/>
                <a:gd name="csX4" fmla="*/ 30199 w 60416"/>
                <a:gd name="csY4" fmla="*/ 81325 h 90683"/>
                <a:gd name="csX5" fmla="*/ 43959 w 60416"/>
                <a:gd name="csY5" fmla="*/ 72371 h 90683"/>
                <a:gd name="csX6" fmla="*/ 48596 w 60416"/>
                <a:gd name="csY6" fmla="*/ 45375 h 90683"/>
                <a:gd name="csX7" fmla="*/ 43959 w 60416"/>
                <a:gd name="csY7" fmla="*/ 18379 h 90683"/>
                <a:gd name="csX8" fmla="*/ 30199 w 60416"/>
                <a:gd name="csY8" fmla="*/ 9358 h 90683"/>
                <a:gd name="csX9" fmla="*/ 30199 w 60416"/>
                <a:gd name="csY9" fmla="*/ 0 h 90683"/>
                <a:gd name="csX10" fmla="*/ 52626 w 60416"/>
                <a:gd name="csY10" fmla="*/ 11652 h 90683"/>
                <a:gd name="csX11" fmla="*/ 60416 w 60416"/>
                <a:gd name="csY11" fmla="*/ 45375 h 90683"/>
                <a:gd name="csX12" fmla="*/ 52626 w 60416"/>
                <a:gd name="csY12" fmla="*/ 79099 h 90683"/>
                <a:gd name="csX13" fmla="*/ 30199 w 60416"/>
                <a:gd name="csY13" fmla="*/ 90683 h 90683"/>
                <a:gd name="csX14" fmla="*/ 7723 w 60416"/>
                <a:gd name="csY14" fmla="*/ 79099 h 90683"/>
                <a:gd name="csX15" fmla="*/ 0 w 60416"/>
                <a:gd name="csY15" fmla="*/ 45375 h 90683"/>
                <a:gd name="csX16" fmla="*/ 7723 w 60416"/>
                <a:gd name="csY16" fmla="*/ 11652 h 90683"/>
                <a:gd name="csX17" fmla="*/ 30199 w 60416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3">
                  <a:moveTo>
                    <a:pt x="30199" y="9358"/>
                  </a:moveTo>
                  <a:cubicBezTo>
                    <a:pt x="24118" y="9358"/>
                    <a:pt x="19532" y="12365"/>
                    <a:pt x="16440" y="18379"/>
                  </a:cubicBezTo>
                  <a:cubicBezTo>
                    <a:pt x="13394" y="24348"/>
                    <a:pt x="11871" y="33347"/>
                    <a:pt x="11871" y="45375"/>
                  </a:cubicBezTo>
                  <a:cubicBezTo>
                    <a:pt x="11871" y="57359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47"/>
                    <a:pt x="47050" y="24348"/>
                    <a:pt x="43959" y="18379"/>
                  </a:cubicBezTo>
                  <a:cubicBezTo>
                    <a:pt x="40913" y="12365"/>
                    <a:pt x="36326" y="9358"/>
                    <a:pt x="30199" y="935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74"/>
                    <a:pt x="60416" y="30615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2"/>
                    <a:pt x="40002" y="90683"/>
                    <a:pt x="30199" y="90683"/>
                  </a:cubicBezTo>
                  <a:cubicBezTo>
                    <a:pt x="20408" y="90683"/>
                    <a:pt x="12916" y="86822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15"/>
                    <a:pt x="2574" y="19374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2" name="Freeform 571">
              <a:extLst>
                <a:ext uri="{FF2B5EF4-FFF2-40B4-BE49-F238E27FC236}">
                  <a16:creationId xmlns:a16="http://schemas.microsoft.com/office/drawing/2014/main" id="{0E6B71C8-92AD-F2CF-09D4-97FA5FAFBAE9}"/>
                </a:ext>
              </a:extLst>
            </p:cNvPr>
            <p:cNvSpPr/>
            <p:nvPr/>
          </p:nvSpPr>
          <p:spPr>
            <a:xfrm>
              <a:off x="8495296" y="478450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71985D18-542C-B440-E5BC-41180AED3025}"/>
                </a:ext>
              </a:extLst>
            </p:cNvPr>
            <p:cNvSpPr/>
            <p:nvPr/>
          </p:nvSpPr>
          <p:spPr>
            <a:xfrm>
              <a:off x="8555998" y="4448043"/>
              <a:ext cx="60416" cy="90699"/>
            </a:xfrm>
            <a:custGeom>
              <a:avLst/>
              <a:gdLst>
                <a:gd name="csX0" fmla="*/ 30199 w 60416"/>
                <a:gd name="csY0" fmla="*/ 9375 h 90699"/>
                <a:gd name="csX1" fmla="*/ 16440 w 60416"/>
                <a:gd name="csY1" fmla="*/ 18379 h 90699"/>
                <a:gd name="csX2" fmla="*/ 11871 w 60416"/>
                <a:gd name="csY2" fmla="*/ 45375 h 90699"/>
                <a:gd name="csX3" fmla="*/ 16440 w 60416"/>
                <a:gd name="csY3" fmla="*/ 72371 h 90699"/>
                <a:gd name="csX4" fmla="*/ 30199 w 60416"/>
                <a:gd name="csY4" fmla="*/ 81325 h 90699"/>
                <a:gd name="csX5" fmla="*/ 43959 w 60416"/>
                <a:gd name="csY5" fmla="*/ 72371 h 90699"/>
                <a:gd name="csX6" fmla="*/ 48596 w 60416"/>
                <a:gd name="csY6" fmla="*/ 45375 h 90699"/>
                <a:gd name="csX7" fmla="*/ 43959 w 60416"/>
                <a:gd name="csY7" fmla="*/ 18379 h 90699"/>
                <a:gd name="csX8" fmla="*/ 30199 w 60416"/>
                <a:gd name="csY8" fmla="*/ 9375 h 90699"/>
                <a:gd name="csX9" fmla="*/ 30199 w 60416"/>
                <a:gd name="csY9" fmla="*/ 0 h 90699"/>
                <a:gd name="csX10" fmla="*/ 52626 w 60416"/>
                <a:gd name="csY10" fmla="*/ 11652 h 90699"/>
                <a:gd name="csX11" fmla="*/ 60416 w 60416"/>
                <a:gd name="csY11" fmla="*/ 45375 h 90699"/>
                <a:gd name="csX12" fmla="*/ 52626 w 60416"/>
                <a:gd name="csY12" fmla="*/ 79099 h 90699"/>
                <a:gd name="csX13" fmla="*/ 30199 w 60416"/>
                <a:gd name="csY13" fmla="*/ 90700 h 90699"/>
                <a:gd name="csX14" fmla="*/ 7723 w 60416"/>
                <a:gd name="csY14" fmla="*/ 79099 h 90699"/>
                <a:gd name="csX15" fmla="*/ 0 w 60416"/>
                <a:gd name="csY15" fmla="*/ 45375 h 90699"/>
                <a:gd name="csX16" fmla="*/ 7723 w 60416"/>
                <a:gd name="csY16" fmla="*/ 11652 h 90699"/>
                <a:gd name="csX17" fmla="*/ 30199 w 60416"/>
                <a:gd name="csY17" fmla="*/ 0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9">
                  <a:moveTo>
                    <a:pt x="30199" y="9375"/>
                  </a:moveTo>
                  <a:cubicBezTo>
                    <a:pt x="24118" y="9375"/>
                    <a:pt x="19532" y="12377"/>
                    <a:pt x="16440" y="18379"/>
                  </a:cubicBezTo>
                  <a:cubicBezTo>
                    <a:pt x="13394" y="24360"/>
                    <a:pt x="11871" y="33358"/>
                    <a:pt x="11871" y="45375"/>
                  </a:cubicBezTo>
                  <a:cubicBezTo>
                    <a:pt x="11871" y="57358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58"/>
                    <a:pt x="47050" y="24360"/>
                    <a:pt x="43959" y="18379"/>
                  </a:cubicBezTo>
                  <a:cubicBezTo>
                    <a:pt x="40913" y="12377"/>
                    <a:pt x="36326" y="9375"/>
                    <a:pt x="30199" y="9375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6"/>
                    <a:pt x="60416" y="30627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33"/>
                    <a:pt x="40002" y="90700"/>
                    <a:pt x="30199" y="90700"/>
                  </a:cubicBezTo>
                  <a:cubicBezTo>
                    <a:pt x="20408" y="90700"/>
                    <a:pt x="12916" y="86833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7"/>
                    <a:pt x="2574" y="19385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038A6F96-5BFB-21C1-2377-69F5142CFFA0}"/>
                </a:ext>
              </a:extLst>
            </p:cNvPr>
            <p:cNvSpPr/>
            <p:nvPr/>
          </p:nvSpPr>
          <p:spPr>
            <a:xfrm>
              <a:off x="8637205" y="4522168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5E3F5697-2A4F-1B8F-2E4F-18AEA4DB2287}"/>
                </a:ext>
              </a:extLst>
            </p:cNvPr>
            <p:cNvSpPr/>
            <p:nvPr/>
          </p:nvSpPr>
          <p:spPr>
            <a:xfrm>
              <a:off x="8675667" y="4449628"/>
              <a:ext cx="52052" cy="87412"/>
            </a:xfrm>
            <a:custGeom>
              <a:avLst/>
              <a:gdLst>
                <a:gd name="csX0" fmla="*/ 1686 w 52052"/>
                <a:gd name="csY0" fmla="*/ 77464 h 87412"/>
                <a:gd name="csX1" fmla="*/ 21010 w 52052"/>
                <a:gd name="csY1" fmla="*/ 77464 h 87412"/>
                <a:gd name="csX2" fmla="*/ 21010 w 52052"/>
                <a:gd name="csY2" fmla="*/ 10775 h 87412"/>
                <a:gd name="csX3" fmla="*/ 0 w 52052"/>
                <a:gd name="csY3" fmla="*/ 14990 h 87412"/>
                <a:gd name="csX4" fmla="*/ 0 w 52052"/>
                <a:gd name="csY4" fmla="*/ 4215 h 87412"/>
                <a:gd name="csX5" fmla="*/ 20892 w 52052"/>
                <a:gd name="csY5" fmla="*/ 0 h 87412"/>
                <a:gd name="csX6" fmla="*/ 32729 w 52052"/>
                <a:gd name="csY6" fmla="*/ 0 h 87412"/>
                <a:gd name="csX7" fmla="*/ 32729 w 52052"/>
                <a:gd name="csY7" fmla="*/ 77464 h 87412"/>
                <a:gd name="csX8" fmla="*/ 52053 w 52052"/>
                <a:gd name="csY8" fmla="*/ 77464 h 87412"/>
                <a:gd name="csX9" fmla="*/ 52053 w 52052"/>
                <a:gd name="csY9" fmla="*/ 87412 h 87412"/>
                <a:gd name="csX10" fmla="*/ 1686 w 52052"/>
                <a:gd name="csY10" fmla="*/ 87412 h 87412"/>
                <a:gd name="csX11" fmla="*/ 1686 w 52052"/>
                <a:gd name="csY11" fmla="*/ 77464 h 87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2" h="87412">
                  <a:moveTo>
                    <a:pt x="1686" y="77464"/>
                  </a:moveTo>
                  <a:lnTo>
                    <a:pt x="21010" y="77464"/>
                  </a:lnTo>
                  <a:lnTo>
                    <a:pt x="21010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892" y="0"/>
                  </a:lnTo>
                  <a:lnTo>
                    <a:pt x="32729" y="0"/>
                  </a:lnTo>
                  <a:lnTo>
                    <a:pt x="32729" y="77464"/>
                  </a:lnTo>
                  <a:lnTo>
                    <a:pt x="52053" y="77464"/>
                  </a:lnTo>
                  <a:lnTo>
                    <a:pt x="52053" y="87412"/>
                  </a:lnTo>
                  <a:lnTo>
                    <a:pt x="1686" y="87412"/>
                  </a:lnTo>
                  <a:lnTo>
                    <a:pt x="1686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86281DF0-3C54-CF3A-E402-CAFE1905E905}"/>
                </a:ext>
              </a:extLst>
            </p:cNvPr>
            <p:cNvSpPr/>
            <p:nvPr/>
          </p:nvSpPr>
          <p:spPr>
            <a:xfrm>
              <a:off x="8495296" y="4502507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E7E48434-4423-90E8-4F20-52EB326E186C}"/>
                </a:ext>
              </a:extLst>
            </p:cNvPr>
            <p:cNvSpPr/>
            <p:nvPr/>
          </p:nvSpPr>
          <p:spPr>
            <a:xfrm>
              <a:off x="8555998" y="4166045"/>
              <a:ext cx="60416" cy="90699"/>
            </a:xfrm>
            <a:custGeom>
              <a:avLst/>
              <a:gdLst>
                <a:gd name="csX0" fmla="*/ 30199 w 60416"/>
                <a:gd name="csY0" fmla="*/ 9375 h 90699"/>
                <a:gd name="csX1" fmla="*/ 16440 w 60416"/>
                <a:gd name="csY1" fmla="*/ 18396 h 90699"/>
                <a:gd name="csX2" fmla="*/ 11871 w 60416"/>
                <a:gd name="csY2" fmla="*/ 45375 h 90699"/>
                <a:gd name="csX3" fmla="*/ 16440 w 60416"/>
                <a:gd name="csY3" fmla="*/ 72371 h 90699"/>
                <a:gd name="csX4" fmla="*/ 30199 w 60416"/>
                <a:gd name="csY4" fmla="*/ 81325 h 90699"/>
                <a:gd name="csX5" fmla="*/ 43959 w 60416"/>
                <a:gd name="csY5" fmla="*/ 72371 h 90699"/>
                <a:gd name="csX6" fmla="*/ 48596 w 60416"/>
                <a:gd name="csY6" fmla="*/ 45375 h 90699"/>
                <a:gd name="csX7" fmla="*/ 43959 w 60416"/>
                <a:gd name="csY7" fmla="*/ 18396 h 90699"/>
                <a:gd name="csX8" fmla="*/ 30199 w 60416"/>
                <a:gd name="csY8" fmla="*/ 9375 h 90699"/>
                <a:gd name="csX9" fmla="*/ 30199 w 60416"/>
                <a:gd name="csY9" fmla="*/ 0 h 90699"/>
                <a:gd name="csX10" fmla="*/ 52626 w 60416"/>
                <a:gd name="csY10" fmla="*/ 11651 h 90699"/>
                <a:gd name="csX11" fmla="*/ 60416 w 60416"/>
                <a:gd name="csY11" fmla="*/ 45375 h 90699"/>
                <a:gd name="csX12" fmla="*/ 52626 w 60416"/>
                <a:gd name="csY12" fmla="*/ 79099 h 90699"/>
                <a:gd name="csX13" fmla="*/ 30199 w 60416"/>
                <a:gd name="csY13" fmla="*/ 90700 h 90699"/>
                <a:gd name="csX14" fmla="*/ 7723 w 60416"/>
                <a:gd name="csY14" fmla="*/ 79099 h 90699"/>
                <a:gd name="csX15" fmla="*/ 0 w 60416"/>
                <a:gd name="csY15" fmla="*/ 45375 h 90699"/>
                <a:gd name="csX16" fmla="*/ 7723 w 60416"/>
                <a:gd name="csY16" fmla="*/ 11651 h 90699"/>
                <a:gd name="csX17" fmla="*/ 30199 w 60416"/>
                <a:gd name="csY17" fmla="*/ 0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9">
                  <a:moveTo>
                    <a:pt x="30199" y="9375"/>
                  </a:moveTo>
                  <a:cubicBezTo>
                    <a:pt x="24118" y="9375"/>
                    <a:pt x="19532" y="12382"/>
                    <a:pt x="16440" y="18396"/>
                  </a:cubicBezTo>
                  <a:cubicBezTo>
                    <a:pt x="13394" y="24365"/>
                    <a:pt x="11871" y="33358"/>
                    <a:pt x="11871" y="45375"/>
                  </a:cubicBezTo>
                  <a:cubicBezTo>
                    <a:pt x="11871" y="57358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58"/>
                    <a:pt x="47050" y="24365"/>
                    <a:pt x="43959" y="18396"/>
                  </a:cubicBezTo>
                  <a:cubicBezTo>
                    <a:pt x="40913" y="12382"/>
                    <a:pt x="36326" y="9375"/>
                    <a:pt x="30199" y="9375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1"/>
                  </a:cubicBezTo>
                  <a:cubicBezTo>
                    <a:pt x="57819" y="19385"/>
                    <a:pt x="60416" y="30627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33"/>
                    <a:pt x="40002" y="90700"/>
                    <a:pt x="30199" y="90700"/>
                  </a:cubicBezTo>
                  <a:cubicBezTo>
                    <a:pt x="20408" y="90700"/>
                    <a:pt x="12916" y="86833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7"/>
                    <a:pt x="2574" y="19385"/>
                    <a:pt x="7723" y="11651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A658A91-D507-498D-ADBA-1F0332138FAB}"/>
                </a:ext>
              </a:extLst>
            </p:cNvPr>
            <p:cNvSpPr/>
            <p:nvPr/>
          </p:nvSpPr>
          <p:spPr>
            <a:xfrm>
              <a:off x="8637205" y="4240170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1A0B9842-07C0-A9BE-7384-F18B9F3C4370}"/>
                </a:ext>
              </a:extLst>
            </p:cNvPr>
            <p:cNvSpPr/>
            <p:nvPr/>
          </p:nvSpPr>
          <p:spPr>
            <a:xfrm>
              <a:off x="8671266" y="4166045"/>
              <a:ext cx="55509" cy="88996"/>
            </a:xfrm>
            <a:custGeom>
              <a:avLst/>
              <a:gdLst>
                <a:gd name="csX0" fmla="*/ 14231 w 55509"/>
                <a:gd name="csY0" fmla="*/ 79048 h 88996"/>
                <a:gd name="csX1" fmla="*/ 55509 w 55509"/>
                <a:gd name="csY1" fmla="*/ 79048 h 88996"/>
                <a:gd name="csX2" fmla="*/ 55509 w 55509"/>
                <a:gd name="csY2" fmla="*/ 88997 h 88996"/>
                <a:gd name="csX3" fmla="*/ 0 w 55509"/>
                <a:gd name="csY3" fmla="*/ 88997 h 88996"/>
                <a:gd name="csX4" fmla="*/ 0 w 55509"/>
                <a:gd name="csY4" fmla="*/ 79048 h 88996"/>
                <a:gd name="csX5" fmla="*/ 18329 w 55509"/>
                <a:gd name="csY5" fmla="*/ 60365 h 88996"/>
                <a:gd name="csX6" fmla="*/ 32965 w 55509"/>
                <a:gd name="csY6" fmla="*/ 45207 h 88996"/>
                <a:gd name="csX7" fmla="*/ 40873 w 55509"/>
                <a:gd name="csY7" fmla="*/ 34432 h 88996"/>
                <a:gd name="csX8" fmla="*/ 43149 w 55509"/>
                <a:gd name="csY8" fmla="*/ 25714 h 88996"/>
                <a:gd name="csX9" fmla="*/ 38243 w 55509"/>
                <a:gd name="csY9" fmla="*/ 14349 h 88996"/>
                <a:gd name="csX10" fmla="*/ 25529 w 55509"/>
                <a:gd name="csY10" fmla="*/ 9965 h 88996"/>
                <a:gd name="csX11" fmla="*/ 13759 w 55509"/>
                <a:gd name="csY11" fmla="*/ 11887 h 88996"/>
                <a:gd name="csX12" fmla="*/ 590 w 55509"/>
                <a:gd name="csY12" fmla="*/ 17755 h 88996"/>
                <a:gd name="csX13" fmla="*/ 590 w 55509"/>
                <a:gd name="csY13" fmla="*/ 5800 h 88996"/>
                <a:gd name="csX14" fmla="*/ 13944 w 55509"/>
                <a:gd name="csY14" fmla="*/ 1467 h 88996"/>
                <a:gd name="csX15" fmla="*/ 25293 w 55509"/>
                <a:gd name="csY15" fmla="*/ 0 h 88996"/>
                <a:gd name="csX16" fmla="*/ 46960 w 55509"/>
                <a:gd name="csY16" fmla="*/ 6795 h 88996"/>
                <a:gd name="csX17" fmla="*/ 55037 w 55509"/>
                <a:gd name="csY17" fmla="*/ 24955 h 88996"/>
                <a:gd name="csX18" fmla="*/ 52997 w 55509"/>
                <a:gd name="csY18" fmla="*/ 35191 h 88996"/>
                <a:gd name="csX19" fmla="*/ 45679 w 55509"/>
                <a:gd name="csY19" fmla="*/ 46556 h 88996"/>
                <a:gd name="csX20" fmla="*/ 36371 w 55509"/>
                <a:gd name="csY20" fmla="*/ 56386 h 88996"/>
                <a:gd name="csX21" fmla="*/ 14231 w 55509"/>
                <a:gd name="csY21" fmla="*/ 79048 h 88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9" h="88996">
                  <a:moveTo>
                    <a:pt x="14231" y="79048"/>
                  </a:moveTo>
                  <a:lnTo>
                    <a:pt x="55509" y="79048"/>
                  </a:lnTo>
                  <a:lnTo>
                    <a:pt x="55509" y="88997"/>
                  </a:lnTo>
                  <a:lnTo>
                    <a:pt x="0" y="88997"/>
                  </a:lnTo>
                  <a:lnTo>
                    <a:pt x="0" y="79048"/>
                  </a:lnTo>
                  <a:cubicBezTo>
                    <a:pt x="4496" y="74406"/>
                    <a:pt x="10606" y="68178"/>
                    <a:pt x="18329" y="60365"/>
                  </a:cubicBezTo>
                  <a:cubicBezTo>
                    <a:pt x="26096" y="52519"/>
                    <a:pt x="30975" y="47466"/>
                    <a:pt x="32965" y="45207"/>
                  </a:cubicBezTo>
                  <a:cubicBezTo>
                    <a:pt x="36753" y="40957"/>
                    <a:pt x="39389" y="37366"/>
                    <a:pt x="40873" y="34432"/>
                  </a:cubicBezTo>
                  <a:cubicBezTo>
                    <a:pt x="42391" y="31464"/>
                    <a:pt x="43149" y="28558"/>
                    <a:pt x="43149" y="25714"/>
                  </a:cubicBezTo>
                  <a:cubicBezTo>
                    <a:pt x="43149" y="21072"/>
                    <a:pt x="41514" y="17283"/>
                    <a:pt x="38243" y="14349"/>
                  </a:cubicBezTo>
                  <a:cubicBezTo>
                    <a:pt x="35005" y="11427"/>
                    <a:pt x="30767" y="9965"/>
                    <a:pt x="25529" y="9965"/>
                  </a:cubicBezTo>
                  <a:cubicBezTo>
                    <a:pt x="21819" y="9965"/>
                    <a:pt x="17896" y="10606"/>
                    <a:pt x="13759" y="11887"/>
                  </a:cubicBezTo>
                  <a:cubicBezTo>
                    <a:pt x="9667" y="13180"/>
                    <a:pt x="5278" y="15136"/>
                    <a:pt x="590" y="17755"/>
                  </a:cubicBezTo>
                  <a:lnTo>
                    <a:pt x="590" y="5800"/>
                  </a:lnTo>
                  <a:cubicBezTo>
                    <a:pt x="5356" y="3889"/>
                    <a:pt x="9808" y="2445"/>
                    <a:pt x="13944" y="1467"/>
                  </a:cubicBezTo>
                  <a:cubicBezTo>
                    <a:pt x="18081" y="489"/>
                    <a:pt x="21864" y="0"/>
                    <a:pt x="25293" y="0"/>
                  </a:cubicBezTo>
                  <a:cubicBezTo>
                    <a:pt x="34353" y="0"/>
                    <a:pt x="41575" y="2265"/>
                    <a:pt x="46960" y="6795"/>
                  </a:cubicBezTo>
                  <a:cubicBezTo>
                    <a:pt x="52345" y="11325"/>
                    <a:pt x="55037" y="17379"/>
                    <a:pt x="55037" y="24955"/>
                  </a:cubicBezTo>
                  <a:cubicBezTo>
                    <a:pt x="55037" y="28541"/>
                    <a:pt x="54357" y="31953"/>
                    <a:pt x="52997" y="35191"/>
                  </a:cubicBezTo>
                  <a:cubicBezTo>
                    <a:pt x="51670" y="38394"/>
                    <a:pt x="49231" y="42183"/>
                    <a:pt x="45679" y="46556"/>
                  </a:cubicBezTo>
                  <a:cubicBezTo>
                    <a:pt x="44700" y="47691"/>
                    <a:pt x="41598" y="50968"/>
                    <a:pt x="36371" y="56386"/>
                  </a:cubicBezTo>
                  <a:cubicBezTo>
                    <a:pt x="31132" y="61771"/>
                    <a:pt x="23753" y="69325"/>
                    <a:pt x="14231" y="7904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C1537BDA-0640-22C9-A1D6-F70D43706F3B}"/>
                </a:ext>
              </a:extLst>
            </p:cNvPr>
            <p:cNvSpPr/>
            <p:nvPr/>
          </p:nvSpPr>
          <p:spPr>
            <a:xfrm>
              <a:off x="8495296" y="4220526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1" name="Freeform 580">
              <a:extLst>
                <a:ext uri="{FF2B5EF4-FFF2-40B4-BE49-F238E27FC236}">
                  <a16:creationId xmlns:a16="http://schemas.microsoft.com/office/drawing/2014/main" id="{0FE37AF5-5058-DD08-9F07-E92FDE59B5EE}"/>
                </a:ext>
              </a:extLst>
            </p:cNvPr>
            <p:cNvSpPr/>
            <p:nvPr/>
          </p:nvSpPr>
          <p:spPr>
            <a:xfrm>
              <a:off x="8555998" y="3884059"/>
              <a:ext cx="60416" cy="90689"/>
            </a:xfrm>
            <a:custGeom>
              <a:avLst/>
              <a:gdLst>
                <a:gd name="csX0" fmla="*/ 30199 w 60416"/>
                <a:gd name="csY0" fmla="*/ 9368 h 90689"/>
                <a:gd name="csX1" fmla="*/ 16440 w 60416"/>
                <a:gd name="csY1" fmla="*/ 18385 h 90689"/>
                <a:gd name="csX2" fmla="*/ 11871 w 60416"/>
                <a:gd name="csY2" fmla="*/ 45375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5 h 90689"/>
                <a:gd name="csX7" fmla="*/ 43959 w 60416"/>
                <a:gd name="csY7" fmla="*/ 18385 h 90689"/>
                <a:gd name="csX8" fmla="*/ 30199 w 60416"/>
                <a:gd name="csY8" fmla="*/ 9368 h 90689"/>
                <a:gd name="csX9" fmla="*/ 30199 w 60416"/>
                <a:gd name="csY9" fmla="*/ 0 h 90689"/>
                <a:gd name="csX10" fmla="*/ 52626 w 60416"/>
                <a:gd name="csY10" fmla="*/ 11652 h 90689"/>
                <a:gd name="csX11" fmla="*/ 60416 w 60416"/>
                <a:gd name="csY11" fmla="*/ 45375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5 h 90689"/>
                <a:gd name="csX16" fmla="*/ 7723 w 60416"/>
                <a:gd name="csY16" fmla="*/ 11652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5"/>
                  </a:cubicBezTo>
                  <a:cubicBezTo>
                    <a:pt x="13394" y="24356"/>
                    <a:pt x="11871" y="33353"/>
                    <a:pt x="11871" y="45375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5"/>
                  </a:cubicBezTo>
                  <a:cubicBezTo>
                    <a:pt x="48596" y="33353"/>
                    <a:pt x="47050" y="24356"/>
                    <a:pt x="43959" y="18385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B7864708-1994-79FC-C308-7447607DF7E0}"/>
                </a:ext>
              </a:extLst>
            </p:cNvPr>
            <p:cNvSpPr/>
            <p:nvPr/>
          </p:nvSpPr>
          <p:spPr>
            <a:xfrm>
              <a:off x="8637205" y="3958181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B5C1E690-FADD-CEB9-3285-19D39A4317EF}"/>
                </a:ext>
              </a:extLst>
            </p:cNvPr>
            <p:cNvSpPr/>
            <p:nvPr/>
          </p:nvSpPr>
          <p:spPr>
            <a:xfrm>
              <a:off x="8671620" y="3884059"/>
              <a:ext cx="57549" cy="90689"/>
            </a:xfrm>
            <a:custGeom>
              <a:avLst/>
              <a:gdLst>
                <a:gd name="csX0" fmla="*/ 39524 w 57549"/>
                <a:gd name="csY0" fmla="*/ 41861 h 90689"/>
                <a:gd name="csX1" fmla="*/ 52761 w 57549"/>
                <a:gd name="csY1" fmla="*/ 49414 h 90689"/>
                <a:gd name="csX2" fmla="*/ 57549 w 57549"/>
                <a:gd name="csY2" fmla="*/ 63583 h 90689"/>
                <a:gd name="csX3" fmla="*/ 48663 w 57549"/>
                <a:gd name="csY3" fmla="*/ 83606 h 90689"/>
                <a:gd name="csX4" fmla="*/ 23370 w 57549"/>
                <a:gd name="csY4" fmla="*/ 90690 h 90689"/>
                <a:gd name="csX5" fmla="*/ 12005 w 57549"/>
                <a:gd name="csY5" fmla="*/ 89579 h 90689"/>
                <a:gd name="csX6" fmla="*/ 0 w 57549"/>
                <a:gd name="csY6" fmla="*/ 86358 h 90689"/>
                <a:gd name="csX7" fmla="*/ 0 w 57549"/>
                <a:gd name="csY7" fmla="*/ 74941 h 90689"/>
                <a:gd name="csX8" fmla="*/ 10775 w 57549"/>
                <a:gd name="csY8" fmla="*/ 79274 h 90689"/>
                <a:gd name="csX9" fmla="*/ 23016 w 57549"/>
                <a:gd name="csY9" fmla="*/ 80738 h 90689"/>
                <a:gd name="csX10" fmla="*/ 39929 w 57549"/>
                <a:gd name="csY10" fmla="*/ 76347 h 90689"/>
                <a:gd name="csX11" fmla="*/ 45780 w 57549"/>
                <a:gd name="csY11" fmla="*/ 63583 h 90689"/>
                <a:gd name="csX12" fmla="*/ 40350 w 57549"/>
                <a:gd name="csY12" fmla="*/ 51521 h 90689"/>
                <a:gd name="csX13" fmla="*/ 25293 w 57549"/>
                <a:gd name="csY13" fmla="*/ 47131 h 90689"/>
                <a:gd name="csX14" fmla="*/ 15108 w 57549"/>
                <a:gd name="csY14" fmla="*/ 47131 h 90689"/>
                <a:gd name="csX15" fmla="*/ 15108 w 57549"/>
                <a:gd name="csY15" fmla="*/ 37411 h 90689"/>
                <a:gd name="csX16" fmla="*/ 25765 w 57549"/>
                <a:gd name="csY16" fmla="*/ 37411 h 90689"/>
                <a:gd name="csX17" fmla="*/ 39119 w 57549"/>
                <a:gd name="csY17" fmla="*/ 33958 h 90689"/>
                <a:gd name="csX18" fmla="*/ 43740 w 57549"/>
                <a:gd name="csY18" fmla="*/ 23888 h 90689"/>
                <a:gd name="csX19" fmla="*/ 38934 w 57549"/>
                <a:gd name="csY19" fmla="*/ 13584 h 90689"/>
                <a:gd name="csX20" fmla="*/ 25293 w 57549"/>
                <a:gd name="csY20" fmla="*/ 9954 h 90689"/>
                <a:gd name="csX21" fmla="*/ 14872 w 57549"/>
                <a:gd name="csY21" fmla="*/ 11007 h 90689"/>
                <a:gd name="csX22" fmla="*/ 2630 w 57549"/>
                <a:gd name="csY22" fmla="*/ 14285 h 90689"/>
                <a:gd name="csX23" fmla="*/ 2630 w 57549"/>
                <a:gd name="csY23" fmla="*/ 3747 h 90689"/>
                <a:gd name="csX24" fmla="*/ 15226 w 57549"/>
                <a:gd name="csY24" fmla="*/ 937 h 90689"/>
                <a:gd name="csX25" fmla="*/ 26355 w 57549"/>
                <a:gd name="csY25" fmla="*/ 0 h 90689"/>
                <a:gd name="csX26" fmla="*/ 47669 w 57549"/>
                <a:gd name="csY26" fmla="*/ 6148 h 90689"/>
                <a:gd name="csX27" fmla="*/ 55509 w 57549"/>
                <a:gd name="csY27" fmla="*/ 22657 h 90689"/>
                <a:gd name="csX28" fmla="*/ 51344 w 57549"/>
                <a:gd name="csY28" fmla="*/ 34953 h 90689"/>
                <a:gd name="csX29" fmla="*/ 39524 w 57549"/>
                <a:gd name="csY29" fmla="*/ 41861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49" h="90689">
                  <a:moveTo>
                    <a:pt x="39524" y="41861"/>
                  </a:moveTo>
                  <a:cubicBezTo>
                    <a:pt x="45178" y="43072"/>
                    <a:pt x="49591" y="45589"/>
                    <a:pt x="52761" y="49414"/>
                  </a:cubicBezTo>
                  <a:cubicBezTo>
                    <a:pt x="55953" y="53239"/>
                    <a:pt x="57549" y="57962"/>
                    <a:pt x="57549" y="63583"/>
                  </a:cubicBezTo>
                  <a:cubicBezTo>
                    <a:pt x="57549" y="72209"/>
                    <a:pt x="54587" y="78884"/>
                    <a:pt x="48663" y="83606"/>
                  </a:cubicBezTo>
                  <a:cubicBezTo>
                    <a:pt x="42728" y="88329"/>
                    <a:pt x="34297" y="90690"/>
                    <a:pt x="23370" y="90690"/>
                  </a:cubicBezTo>
                  <a:cubicBezTo>
                    <a:pt x="19695" y="90690"/>
                    <a:pt x="15906" y="90319"/>
                    <a:pt x="12005" y="89579"/>
                  </a:cubicBezTo>
                  <a:cubicBezTo>
                    <a:pt x="8139" y="88876"/>
                    <a:pt x="4137" y="87803"/>
                    <a:pt x="0" y="86358"/>
                  </a:cubicBezTo>
                  <a:lnTo>
                    <a:pt x="0" y="74941"/>
                  </a:lnTo>
                  <a:cubicBezTo>
                    <a:pt x="3282" y="76854"/>
                    <a:pt x="6874" y="78299"/>
                    <a:pt x="10775" y="79274"/>
                  </a:cubicBezTo>
                  <a:cubicBezTo>
                    <a:pt x="14675" y="80250"/>
                    <a:pt x="18756" y="80738"/>
                    <a:pt x="23016" y="80738"/>
                  </a:cubicBezTo>
                  <a:cubicBezTo>
                    <a:pt x="30424" y="80738"/>
                    <a:pt x="36062" y="79274"/>
                    <a:pt x="39929" y="76347"/>
                  </a:cubicBezTo>
                  <a:cubicBezTo>
                    <a:pt x="43829" y="73419"/>
                    <a:pt x="45780" y="69164"/>
                    <a:pt x="45780" y="63583"/>
                  </a:cubicBezTo>
                  <a:cubicBezTo>
                    <a:pt x="45780" y="58431"/>
                    <a:pt x="43970" y="54410"/>
                    <a:pt x="40350" y="51521"/>
                  </a:cubicBezTo>
                  <a:cubicBezTo>
                    <a:pt x="36753" y="48594"/>
                    <a:pt x="31734" y="47131"/>
                    <a:pt x="25293" y="47131"/>
                  </a:cubicBezTo>
                  <a:lnTo>
                    <a:pt x="15108" y="47131"/>
                  </a:lnTo>
                  <a:lnTo>
                    <a:pt x="15108" y="37411"/>
                  </a:lnTo>
                  <a:lnTo>
                    <a:pt x="25765" y="37411"/>
                  </a:lnTo>
                  <a:cubicBezTo>
                    <a:pt x="31576" y="37411"/>
                    <a:pt x="36028" y="36260"/>
                    <a:pt x="39119" y="33958"/>
                  </a:cubicBezTo>
                  <a:cubicBezTo>
                    <a:pt x="42200" y="31615"/>
                    <a:pt x="43740" y="28259"/>
                    <a:pt x="43740" y="23888"/>
                  </a:cubicBezTo>
                  <a:cubicBezTo>
                    <a:pt x="43740" y="19400"/>
                    <a:pt x="42138" y="15965"/>
                    <a:pt x="38934" y="13584"/>
                  </a:cubicBezTo>
                  <a:cubicBezTo>
                    <a:pt x="35775" y="11164"/>
                    <a:pt x="31228" y="9954"/>
                    <a:pt x="25293" y="9954"/>
                  </a:cubicBezTo>
                  <a:cubicBezTo>
                    <a:pt x="22055" y="9954"/>
                    <a:pt x="18582" y="10305"/>
                    <a:pt x="14872" y="11007"/>
                  </a:cubicBezTo>
                  <a:cubicBezTo>
                    <a:pt x="11162" y="11710"/>
                    <a:pt x="7082" y="12803"/>
                    <a:pt x="2630" y="14285"/>
                  </a:cubicBezTo>
                  <a:lnTo>
                    <a:pt x="2630" y="3747"/>
                  </a:lnTo>
                  <a:cubicBezTo>
                    <a:pt x="7127" y="2498"/>
                    <a:pt x="11325" y="1561"/>
                    <a:pt x="15226" y="937"/>
                  </a:cubicBezTo>
                  <a:cubicBezTo>
                    <a:pt x="19172" y="312"/>
                    <a:pt x="22881" y="0"/>
                    <a:pt x="26355" y="0"/>
                  </a:cubicBezTo>
                  <a:cubicBezTo>
                    <a:pt x="35326" y="0"/>
                    <a:pt x="42430" y="2049"/>
                    <a:pt x="47669" y="6148"/>
                  </a:cubicBezTo>
                  <a:cubicBezTo>
                    <a:pt x="52895" y="10207"/>
                    <a:pt x="55509" y="15710"/>
                    <a:pt x="55509" y="22657"/>
                  </a:cubicBezTo>
                  <a:cubicBezTo>
                    <a:pt x="55509" y="27498"/>
                    <a:pt x="54121" y="31596"/>
                    <a:pt x="51344" y="34953"/>
                  </a:cubicBezTo>
                  <a:cubicBezTo>
                    <a:pt x="48579" y="38270"/>
                    <a:pt x="44639" y="40573"/>
                    <a:pt x="39524" y="41861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B89318DB-F8FE-E8C5-26E4-358855BD9D07}"/>
                </a:ext>
              </a:extLst>
            </p:cNvPr>
            <p:cNvSpPr/>
            <p:nvPr/>
          </p:nvSpPr>
          <p:spPr>
            <a:xfrm>
              <a:off x="8495296" y="393852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66DB5582-41EB-BE10-DA0A-5CCBABF54C58}"/>
                </a:ext>
              </a:extLst>
            </p:cNvPr>
            <p:cNvSpPr/>
            <p:nvPr/>
          </p:nvSpPr>
          <p:spPr>
            <a:xfrm>
              <a:off x="8555998" y="3602067"/>
              <a:ext cx="60416" cy="90689"/>
            </a:xfrm>
            <a:custGeom>
              <a:avLst/>
              <a:gdLst>
                <a:gd name="csX0" fmla="*/ 30199 w 60416"/>
                <a:gd name="csY0" fmla="*/ 9367 h 90689"/>
                <a:gd name="csX1" fmla="*/ 16440 w 60416"/>
                <a:gd name="csY1" fmla="*/ 18383 h 90689"/>
                <a:gd name="csX2" fmla="*/ 11871 w 60416"/>
                <a:gd name="csY2" fmla="*/ 45374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4 h 90689"/>
                <a:gd name="csX7" fmla="*/ 43959 w 60416"/>
                <a:gd name="csY7" fmla="*/ 18383 h 90689"/>
                <a:gd name="csX8" fmla="*/ 30199 w 60416"/>
                <a:gd name="csY8" fmla="*/ 9367 h 90689"/>
                <a:gd name="csX9" fmla="*/ 30199 w 60416"/>
                <a:gd name="csY9" fmla="*/ 0 h 90689"/>
                <a:gd name="csX10" fmla="*/ 52626 w 60416"/>
                <a:gd name="csY10" fmla="*/ 11650 h 90689"/>
                <a:gd name="csX11" fmla="*/ 60416 w 60416"/>
                <a:gd name="csY11" fmla="*/ 45374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4 h 90689"/>
                <a:gd name="csX16" fmla="*/ 7723 w 60416"/>
                <a:gd name="csY16" fmla="*/ 11650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7"/>
                  </a:moveTo>
                  <a:cubicBezTo>
                    <a:pt x="24118" y="9367"/>
                    <a:pt x="19532" y="12372"/>
                    <a:pt x="16440" y="18383"/>
                  </a:cubicBezTo>
                  <a:cubicBezTo>
                    <a:pt x="13394" y="24355"/>
                    <a:pt x="11871" y="33352"/>
                    <a:pt x="11871" y="45374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2"/>
                    <a:pt x="47050" y="24355"/>
                    <a:pt x="43959" y="18383"/>
                  </a:cubicBezTo>
                  <a:cubicBezTo>
                    <a:pt x="40913" y="12372"/>
                    <a:pt x="36326" y="9367"/>
                    <a:pt x="30199" y="9367"/>
                  </a:cubicBezTo>
                  <a:moveTo>
                    <a:pt x="30199" y="0"/>
                  </a:moveTo>
                  <a:cubicBezTo>
                    <a:pt x="40002" y="0"/>
                    <a:pt x="47478" y="3883"/>
                    <a:pt x="52626" y="11650"/>
                  </a:cubicBezTo>
                  <a:cubicBezTo>
                    <a:pt x="57819" y="19378"/>
                    <a:pt x="60416" y="30619"/>
                    <a:pt x="60416" y="45374"/>
                  </a:cubicBezTo>
                  <a:cubicBezTo>
                    <a:pt x="60416" y="60088"/>
                    <a:pt x="57819" y="71330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0"/>
                    <a:pt x="0" y="60088"/>
                    <a:pt x="0" y="45374"/>
                  </a:cubicBezTo>
                  <a:cubicBezTo>
                    <a:pt x="0" y="30619"/>
                    <a:pt x="2574" y="19378"/>
                    <a:pt x="7723" y="11650"/>
                  </a:cubicBezTo>
                  <a:cubicBezTo>
                    <a:pt x="12916" y="3883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6123E066-FDB6-6C3B-D868-C7AEA5BE1EB8}"/>
                </a:ext>
              </a:extLst>
            </p:cNvPr>
            <p:cNvSpPr/>
            <p:nvPr/>
          </p:nvSpPr>
          <p:spPr>
            <a:xfrm>
              <a:off x="8637205" y="3676188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F226C5DF-6FFB-ECA9-2EC4-B1863DDCA6D3}"/>
                </a:ext>
              </a:extLst>
            </p:cNvPr>
            <p:cNvSpPr/>
            <p:nvPr/>
          </p:nvSpPr>
          <p:spPr>
            <a:xfrm>
              <a:off x="8668349" y="3603647"/>
              <a:ext cx="63704" cy="87411"/>
            </a:xfrm>
            <a:custGeom>
              <a:avLst/>
              <a:gdLst>
                <a:gd name="csX0" fmla="*/ 39457 w 63704"/>
                <a:gd name="csY0" fmla="*/ 10304 h 87411"/>
                <a:gd name="csX1" fmla="*/ 9595 w 63704"/>
                <a:gd name="csY1" fmla="*/ 56968 h 87411"/>
                <a:gd name="csX2" fmla="*/ 39457 w 63704"/>
                <a:gd name="csY2" fmla="*/ 56968 h 87411"/>
                <a:gd name="csX3" fmla="*/ 39457 w 63704"/>
                <a:gd name="csY3" fmla="*/ 10304 h 87411"/>
                <a:gd name="csX4" fmla="*/ 36354 w 63704"/>
                <a:gd name="csY4" fmla="*/ 0 h 87411"/>
                <a:gd name="csX5" fmla="*/ 51227 w 63704"/>
                <a:gd name="csY5" fmla="*/ 0 h 87411"/>
                <a:gd name="csX6" fmla="*/ 51227 w 63704"/>
                <a:gd name="csY6" fmla="*/ 56968 h 87411"/>
                <a:gd name="csX7" fmla="*/ 63704 w 63704"/>
                <a:gd name="csY7" fmla="*/ 56968 h 87411"/>
                <a:gd name="csX8" fmla="*/ 63704 w 63704"/>
                <a:gd name="csY8" fmla="*/ 66803 h 87411"/>
                <a:gd name="csX9" fmla="*/ 51227 w 63704"/>
                <a:gd name="csY9" fmla="*/ 66803 h 87411"/>
                <a:gd name="csX10" fmla="*/ 51227 w 63704"/>
                <a:gd name="csY10" fmla="*/ 87412 h 87411"/>
                <a:gd name="csX11" fmla="*/ 39457 w 63704"/>
                <a:gd name="csY11" fmla="*/ 87412 h 87411"/>
                <a:gd name="csX12" fmla="*/ 39457 w 63704"/>
                <a:gd name="csY12" fmla="*/ 66803 h 87411"/>
                <a:gd name="csX13" fmla="*/ 0 w 63704"/>
                <a:gd name="csY13" fmla="*/ 66803 h 87411"/>
                <a:gd name="csX14" fmla="*/ 0 w 63704"/>
                <a:gd name="csY14" fmla="*/ 55386 h 87411"/>
                <a:gd name="csX15" fmla="*/ 36354 w 63704"/>
                <a:gd name="csY15" fmla="*/ 0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3704" h="87411">
                  <a:moveTo>
                    <a:pt x="39457" y="10304"/>
                  </a:moveTo>
                  <a:lnTo>
                    <a:pt x="9595" y="56968"/>
                  </a:lnTo>
                  <a:lnTo>
                    <a:pt x="39457" y="56968"/>
                  </a:lnTo>
                  <a:lnTo>
                    <a:pt x="39457" y="10304"/>
                  </a:lnTo>
                  <a:moveTo>
                    <a:pt x="36354" y="0"/>
                  </a:moveTo>
                  <a:lnTo>
                    <a:pt x="51227" y="0"/>
                  </a:lnTo>
                  <a:lnTo>
                    <a:pt x="51227" y="56968"/>
                  </a:lnTo>
                  <a:lnTo>
                    <a:pt x="63704" y="56968"/>
                  </a:lnTo>
                  <a:lnTo>
                    <a:pt x="63704" y="66803"/>
                  </a:lnTo>
                  <a:lnTo>
                    <a:pt x="51227" y="66803"/>
                  </a:lnTo>
                  <a:lnTo>
                    <a:pt x="51227" y="87412"/>
                  </a:lnTo>
                  <a:lnTo>
                    <a:pt x="39457" y="87412"/>
                  </a:lnTo>
                  <a:lnTo>
                    <a:pt x="39457" y="66803"/>
                  </a:lnTo>
                  <a:lnTo>
                    <a:pt x="0" y="66803"/>
                  </a:lnTo>
                  <a:lnTo>
                    <a:pt x="0" y="55386"/>
                  </a:lnTo>
                  <a:lnTo>
                    <a:pt x="36354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4F5F6C4B-9C9E-5CE8-FBAD-4198FBCD1C74}"/>
                </a:ext>
              </a:extLst>
            </p:cNvPr>
            <p:cNvSpPr/>
            <p:nvPr/>
          </p:nvSpPr>
          <p:spPr>
            <a:xfrm>
              <a:off x="8495296" y="3656530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4A2BEFD5-6D16-6631-D796-3AEAF4015735}"/>
                </a:ext>
              </a:extLst>
            </p:cNvPr>
            <p:cNvSpPr/>
            <p:nvPr/>
          </p:nvSpPr>
          <p:spPr>
            <a:xfrm>
              <a:off x="8555998" y="3320072"/>
              <a:ext cx="60416" cy="90691"/>
            </a:xfrm>
            <a:custGeom>
              <a:avLst/>
              <a:gdLst>
                <a:gd name="csX0" fmla="*/ 30199 w 60416"/>
                <a:gd name="csY0" fmla="*/ 9368 h 90691"/>
                <a:gd name="csX1" fmla="*/ 16440 w 60416"/>
                <a:gd name="csY1" fmla="*/ 18384 h 90691"/>
                <a:gd name="csX2" fmla="*/ 11871 w 60416"/>
                <a:gd name="csY2" fmla="*/ 45375 h 90691"/>
                <a:gd name="csX3" fmla="*/ 16440 w 60416"/>
                <a:gd name="csY3" fmla="*/ 72366 h 90691"/>
                <a:gd name="csX4" fmla="*/ 30199 w 60416"/>
                <a:gd name="csY4" fmla="*/ 81323 h 90691"/>
                <a:gd name="csX5" fmla="*/ 43959 w 60416"/>
                <a:gd name="csY5" fmla="*/ 72366 h 90691"/>
                <a:gd name="csX6" fmla="*/ 48596 w 60416"/>
                <a:gd name="csY6" fmla="*/ 45375 h 90691"/>
                <a:gd name="csX7" fmla="*/ 43959 w 60416"/>
                <a:gd name="csY7" fmla="*/ 18384 h 90691"/>
                <a:gd name="csX8" fmla="*/ 30199 w 60416"/>
                <a:gd name="csY8" fmla="*/ 9368 h 90691"/>
                <a:gd name="csX9" fmla="*/ 30199 w 60416"/>
                <a:gd name="csY9" fmla="*/ 0 h 90691"/>
                <a:gd name="csX10" fmla="*/ 52626 w 60416"/>
                <a:gd name="csY10" fmla="*/ 11652 h 90691"/>
                <a:gd name="csX11" fmla="*/ 60416 w 60416"/>
                <a:gd name="csY11" fmla="*/ 45375 h 90691"/>
                <a:gd name="csX12" fmla="*/ 52626 w 60416"/>
                <a:gd name="csY12" fmla="*/ 79099 h 90691"/>
                <a:gd name="csX13" fmla="*/ 30199 w 60416"/>
                <a:gd name="csY13" fmla="*/ 90691 h 90691"/>
                <a:gd name="csX14" fmla="*/ 7723 w 60416"/>
                <a:gd name="csY14" fmla="*/ 79099 h 90691"/>
                <a:gd name="csX15" fmla="*/ 0 w 60416"/>
                <a:gd name="csY15" fmla="*/ 45375 h 90691"/>
                <a:gd name="csX16" fmla="*/ 7723 w 60416"/>
                <a:gd name="csY16" fmla="*/ 11652 h 90691"/>
                <a:gd name="csX17" fmla="*/ 30199 w 60416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1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4"/>
                  </a:cubicBezTo>
                  <a:cubicBezTo>
                    <a:pt x="13394" y="24356"/>
                    <a:pt x="11871" y="33353"/>
                    <a:pt x="11871" y="45375"/>
                  </a:cubicBezTo>
                  <a:cubicBezTo>
                    <a:pt x="11871" y="57357"/>
                    <a:pt x="13394" y="66354"/>
                    <a:pt x="16440" y="72366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6"/>
                  </a:cubicBezTo>
                  <a:cubicBezTo>
                    <a:pt x="47050" y="66354"/>
                    <a:pt x="48596" y="57357"/>
                    <a:pt x="48596" y="45375"/>
                  </a:cubicBezTo>
                  <a:cubicBezTo>
                    <a:pt x="48596" y="33353"/>
                    <a:pt x="47050" y="24356"/>
                    <a:pt x="43959" y="18384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7"/>
                    <a:pt x="40002" y="90691"/>
                    <a:pt x="30199" y="90691"/>
                  </a:cubicBezTo>
                  <a:cubicBezTo>
                    <a:pt x="20408" y="90691"/>
                    <a:pt x="12916" y="86827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EA8FA713-1574-9E8B-BC3A-7DD0A4163F1E}"/>
                </a:ext>
              </a:extLst>
            </p:cNvPr>
            <p:cNvSpPr/>
            <p:nvPr/>
          </p:nvSpPr>
          <p:spPr>
            <a:xfrm>
              <a:off x="8637205" y="3394194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DA0CFA90-518F-07CB-4727-0AE0A18EC422}"/>
                </a:ext>
              </a:extLst>
            </p:cNvPr>
            <p:cNvSpPr/>
            <p:nvPr/>
          </p:nvSpPr>
          <p:spPr>
            <a:xfrm>
              <a:off x="8671738" y="3321654"/>
              <a:ext cx="56554" cy="89109"/>
            </a:xfrm>
            <a:custGeom>
              <a:avLst/>
              <a:gdLst>
                <a:gd name="csX0" fmla="*/ 3693 w 56554"/>
                <a:gd name="csY0" fmla="*/ 0 h 89109"/>
                <a:gd name="csX1" fmla="*/ 50114 w 56554"/>
                <a:gd name="csY1" fmla="*/ 0 h 89109"/>
                <a:gd name="csX2" fmla="*/ 50114 w 56554"/>
                <a:gd name="csY2" fmla="*/ 9952 h 89109"/>
                <a:gd name="csX3" fmla="*/ 14518 w 56554"/>
                <a:gd name="csY3" fmla="*/ 9952 h 89109"/>
                <a:gd name="csX4" fmla="*/ 14518 w 56554"/>
                <a:gd name="csY4" fmla="*/ 31382 h 89109"/>
                <a:gd name="csX5" fmla="*/ 19678 w 56554"/>
                <a:gd name="csY5" fmla="*/ 30093 h 89109"/>
                <a:gd name="csX6" fmla="*/ 24821 w 56554"/>
                <a:gd name="csY6" fmla="*/ 29625 h 89109"/>
                <a:gd name="csX7" fmla="*/ 48006 w 56554"/>
                <a:gd name="csY7" fmla="*/ 37646 h 89109"/>
                <a:gd name="csX8" fmla="*/ 56555 w 56554"/>
                <a:gd name="csY8" fmla="*/ 59367 h 89109"/>
                <a:gd name="csX9" fmla="*/ 47770 w 56554"/>
                <a:gd name="csY9" fmla="*/ 81323 h 89109"/>
                <a:gd name="csX10" fmla="*/ 23017 w 56554"/>
                <a:gd name="csY10" fmla="*/ 89110 h 89109"/>
                <a:gd name="csX11" fmla="*/ 11770 w 56554"/>
                <a:gd name="csY11" fmla="*/ 88172 h 89109"/>
                <a:gd name="csX12" fmla="*/ 0 w 56554"/>
                <a:gd name="csY12" fmla="*/ 85361 h 89109"/>
                <a:gd name="csX13" fmla="*/ 0 w 56554"/>
                <a:gd name="csY13" fmla="*/ 73477 h 89109"/>
                <a:gd name="csX14" fmla="*/ 10893 w 56554"/>
                <a:gd name="csY14" fmla="*/ 77752 h 89109"/>
                <a:gd name="csX15" fmla="*/ 22780 w 56554"/>
                <a:gd name="csY15" fmla="*/ 79156 h 89109"/>
                <a:gd name="csX16" fmla="*/ 38816 w 56554"/>
                <a:gd name="csY16" fmla="*/ 73828 h 89109"/>
                <a:gd name="csX17" fmla="*/ 44735 w 56554"/>
                <a:gd name="csY17" fmla="*/ 59367 h 89109"/>
                <a:gd name="csX18" fmla="*/ 38816 w 56554"/>
                <a:gd name="csY18" fmla="*/ 44906 h 89109"/>
                <a:gd name="csX19" fmla="*/ 22780 w 56554"/>
                <a:gd name="csY19" fmla="*/ 39578 h 89109"/>
                <a:gd name="csX20" fmla="*/ 13287 w 56554"/>
                <a:gd name="csY20" fmla="*/ 40632 h 89109"/>
                <a:gd name="csX21" fmla="*/ 3693 w 56554"/>
                <a:gd name="csY21" fmla="*/ 43910 h 89109"/>
                <a:gd name="csX22" fmla="*/ 3693 w 56554"/>
                <a:gd name="csY22" fmla="*/ 0 h 8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6554" h="89109">
                  <a:moveTo>
                    <a:pt x="3693" y="0"/>
                  </a:moveTo>
                  <a:lnTo>
                    <a:pt x="50114" y="0"/>
                  </a:lnTo>
                  <a:lnTo>
                    <a:pt x="50114" y="9952"/>
                  </a:lnTo>
                  <a:lnTo>
                    <a:pt x="14518" y="9952"/>
                  </a:lnTo>
                  <a:lnTo>
                    <a:pt x="14518" y="31382"/>
                  </a:lnTo>
                  <a:cubicBezTo>
                    <a:pt x="16238" y="30796"/>
                    <a:pt x="17958" y="30366"/>
                    <a:pt x="19678" y="30093"/>
                  </a:cubicBezTo>
                  <a:cubicBezTo>
                    <a:pt x="21398" y="29781"/>
                    <a:pt x="23112" y="29625"/>
                    <a:pt x="24821" y="29625"/>
                  </a:cubicBezTo>
                  <a:cubicBezTo>
                    <a:pt x="34578" y="29625"/>
                    <a:pt x="42307" y="32298"/>
                    <a:pt x="48006" y="37646"/>
                  </a:cubicBezTo>
                  <a:cubicBezTo>
                    <a:pt x="53705" y="42993"/>
                    <a:pt x="56555" y="50234"/>
                    <a:pt x="56555" y="59367"/>
                  </a:cubicBezTo>
                  <a:cubicBezTo>
                    <a:pt x="56555" y="68774"/>
                    <a:pt x="53627" y="76093"/>
                    <a:pt x="47770" y="81323"/>
                  </a:cubicBezTo>
                  <a:cubicBezTo>
                    <a:pt x="41925" y="86514"/>
                    <a:pt x="33674" y="89110"/>
                    <a:pt x="23017" y="89110"/>
                  </a:cubicBezTo>
                  <a:cubicBezTo>
                    <a:pt x="19341" y="89110"/>
                    <a:pt x="15592" y="88797"/>
                    <a:pt x="11770" y="88172"/>
                  </a:cubicBezTo>
                  <a:cubicBezTo>
                    <a:pt x="7981" y="87549"/>
                    <a:pt x="4058" y="86611"/>
                    <a:pt x="0" y="85361"/>
                  </a:cubicBezTo>
                  <a:lnTo>
                    <a:pt x="0" y="73477"/>
                  </a:lnTo>
                  <a:cubicBezTo>
                    <a:pt x="3519" y="75389"/>
                    <a:pt x="7149" y="76814"/>
                    <a:pt x="10893" y="77752"/>
                  </a:cubicBezTo>
                  <a:cubicBezTo>
                    <a:pt x="14636" y="78688"/>
                    <a:pt x="18599" y="79156"/>
                    <a:pt x="22780" y="79156"/>
                  </a:cubicBezTo>
                  <a:cubicBezTo>
                    <a:pt x="29537" y="79156"/>
                    <a:pt x="34882" y="77380"/>
                    <a:pt x="38816" y="73828"/>
                  </a:cubicBezTo>
                  <a:cubicBezTo>
                    <a:pt x="42762" y="70276"/>
                    <a:pt x="44735" y="65456"/>
                    <a:pt x="44735" y="59367"/>
                  </a:cubicBezTo>
                  <a:cubicBezTo>
                    <a:pt x="44735" y="53278"/>
                    <a:pt x="42762" y="48458"/>
                    <a:pt x="38816" y="44906"/>
                  </a:cubicBezTo>
                  <a:cubicBezTo>
                    <a:pt x="34882" y="41354"/>
                    <a:pt x="29537" y="39578"/>
                    <a:pt x="22780" y="39578"/>
                  </a:cubicBezTo>
                  <a:cubicBezTo>
                    <a:pt x="19622" y="39578"/>
                    <a:pt x="16457" y="39929"/>
                    <a:pt x="13287" y="40632"/>
                  </a:cubicBezTo>
                  <a:cubicBezTo>
                    <a:pt x="10174" y="41335"/>
                    <a:pt x="6975" y="42427"/>
                    <a:pt x="3693" y="43910"/>
                  </a:cubicBezTo>
                  <a:lnTo>
                    <a:pt x="3693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FD0C759D-40FC-E1D3-63AF-B223E42EC3FF}"/>
                </a:ext>
              </a:extLst>
            </p:cNvPr>
            <p:cNvSpPr/>
            <p:nvPr/>
          </p:nvSpPr>
          <p:spPr>
            <a:xfrm>
              <a:off x="8495296" y="3374538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5F063961-2AA3-3E92-BBB1-76B444166DF5}"/>
                </a:ext>
              </a:extLst>
            </p:cNvPr>
            <p:cNvSpPr/>
            <p:nvPr/>
          </p:nvSpPr>
          <p:spPr>
            <a:xfrm>
              <a:off x="8555998" y="3038080"/>
              <a:ext cx="60416" cy="90689"/>
            </a:xfrm>
            <a:custGeom>
              <a:avLst/>
              <a:gdLst>
                <a:gd name="csX0" fmla="*/ 30199 w 60416"/>
                <a:gd name="csY0" fmla="*/ 9367 h 90689"/>
                <a:gd name="csX1" fmla="*/ 16440 w 60416"/>
                <a:gd name="csY1" fmla="*/ 18385 h 90689"/>
                <a:gd name="csX2" fmla="*/ 11871 w 60416"/>
                <a:gd name="csY2" fmla="*/ 45374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4 h 90689"/>
                <a:gd name="csX7" fmla="*/ 43959 w 60416"/>
                <a:gd name="csY7" fmla="*/ 18385 h 90689"/>
                <a:gd name="csX8" fmla="*/ 30199 w 60416"/>
                <a:gd name="csY8" fmla="*/ 9367 h 90689"/>
                <a:gd name="csX9" fmla="*/ 30199 w 60416"/>
                <a:gd name="csY9" fmla="*/ 0 h 90689"/>
                <a:gd name="csX10" fmla="*/ 52626 w 60416"/>
                <a:gd name="csY10" fmla="*/ 11652 h 90689"/>
                <a:gd name="csX11" fmla="*/ 60416 w 60416"/>
                <a:gd name="csY11" fmla="*/ 45374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4 h 90689"/>
                <a:gd name="csX16" fmla="*/ 7723 w 60416"/>
                <a:gd name="csY16" fmla="*/ 11652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7"/>
                  </a:moveTo>
                  <a:cubicBezTo>
                    <a:pt x="24118" y="9367"/>
                    <a:pt x="19532" y="12373"/>
                    <a:pt x="16440" y="18385"/>
                  </a:cubicBezTo>
                  <a:cubicBezTo>
                    <a:pt x="13394" y="24356"/>
                    <a:pt x="11871" y="33352"/>
                    <a:pt x="11871" y="45374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2"/>
                    <a:pt x="47050" y="24356"/>
                    <a:pt x="43959" y="18385"/>
                  </a:cubicBezTo>
                  <a:cubicBezTo>
                    <a:pt x="40913" y="12373"/>
                    <a:pt x="36326" y="9367"/>
                    <a:pt x="30199" y="9367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79"/>
                    <a:pt x="60416" y="30619"/>
                    <a:pt x="60416" y="45374"/>
                  </a:cubicBezTo>
                  <a:cubicBezTo>
                    <a:pt x="60416" y="60089"/>
                    <a:pt x="57819" y="71331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1"/>
                    <a:pt x="0" y="60089"/>
                    <a:pt x="0" y="45374"/>
                  </a:cubicBezTo>
                  <a:cubicBezTo>
                    <a:pt x="0" y="30619"/>
                    <a:pt x="2574" y="19379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27418EA0-6477-4AA3-96C3-296B65A5B023}"/>
                </a:ext>
              </a:extLst>
            </p:cNvPr>
            <p:cNvSpPr/>
            <p:nvPr/>
          </p:nvSpPr>
          <p:spPr>
            <a:xfrm>
              <a:off x="8637205" y="3112201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03C116B9-E822-92FE-BF70-707B7FAEC881}"/>
                </a:ext>
              </a:extLst>
            </p:cNvPr>
            <p:cNvSpPr/>
            <p:nvPr/>
          </p:nvSpPr>
          <p:spPr>
            <a:xfrm>
              <a:off x="8670861" y="3038080"/>
              <a:ext cx="60365" cy="90689"/>
            </a:xfrm>
            <a:custGeom>
              <a:avLst/>
              <a:gdLst>
                <a:gd name="csX0" fmla="*/ 31211 w 60365"/>
                <a:gd name="csY0" fmla="*/ 40573 h 90689"/>
                <a:gd name="csX1" fmla="*/ 18565 w 60365"/>
                <a:gd name="csY1" fmla="*/ 46018 h 90689"/>
                <a:gd name="csX2" fmla="*/ 13928 w 60365"/>
                <a:gd name="csY2" fmla="*/ 60947 h 90689"/>
                <a:gd name="csX3" fmla="*/ 18565 w 60365"/>
                <a:gd name="csY3" fmla="*/ 75878 h 90689"/>
                <a:gd name="csX4" fmla="*/ 31211 w 60365"/>
                <a:gd name="csY4" fmla="*/ 81323 h 90689"/>
                <a:gd name="csX5" fmla="*/ 43791 w 60365"/>
                <a:gd name="csY5" fmla="*/ 75878 h 90689"/>
                <a:gd name="csX6" fmla="*/ 48478 w 60365"/>
                <a:gd name="csY6" fmla="*/ 60947 h 90689"/>
                <a:gd name="csX7" fmla="*/ 43791 w 60365"/>
                <a:gd name="csY7" fmla="*/ 46018 h 90689"/>
                <a:gd name="csX8" fmla="*/ 31211 w 60365"/>
                <a:gd name="csY8" fmla="*/ 40573 h 90689"/>
                <a:gd name="csX9" fmla="*/ 54683 w 60365"/>
                <a:gd name="csY9" fmla="*/ 3512 h 90689"/>
                <a:gd name="csX10" fmla="*/ 54683 w 60365"/>
                <a:gd name="csY10" fmla="*/ 14285 h 90689"/>
                <a:gd name="csX11" fmla="*/ 45662 w 60365"/>
                <a:gd name="csY11" fmla="*/ 11065 h 90689"/>
                <a:gd name="csX12" fmla="*/ 36708 w 60365"/>
                <a:gd name="csY12" fmla="*/ 9954 h 90689"/>
                <a:gd name="csX13" fmla="*/ 18801 w 60365"/>
                <a:gd name="csY13" fmla="*/ 17857 h 90689"/>
                <a:gd name="csX14" fmla="*/ 11770 w 60365"/>
                <a:gd name="csY14" fmla="*/ 41745 h 90689"/>
                <a:gd name="csX15" fmla="*/ 20437 w 60365"/>
                <a:gd name="csY15" fmla="*/ 33958 h 90689"/>
                <a:gd name="csX16" fmla="*/ 31903 w 60365"/>
                <a:gd name="csY16" fmla="*/ 31206 h 90689"/>
                <a:gd name="csX17" fmla="*/ 52693 w 60365"/>
                <a:gd name="csY17" fmla="*/ 39227 h 90689"/>
                <a:gd name="csX18" fmla="*/ 60366 w 60365"/>
                <a:gd name="csY18" fmla="*/ 60947 h 90689"/>
                <a:gd name="csX19" fmla="*/ 52407 w 60365"/>
                <a:gd name="csY19" fmla="*/ 82552 h 90689"/>
                <a:gd name="csX20" fmla="*/ 31211 w 60365"/>
                <a:gd name="csY20" fmla="*/ 90690 h 90689"/>
                <a:gd name="csX21" fmla="*/ 8026 w 60365"/>
                <a:gd name="csY21" fmla="*/ 79097 h 90689"/>
                <a:gd name="csX22" fmla="*/ 0 w 60365"/>
                <a:gd name="csY22" fmla="*/ 45374 h 90689"/>
                <a:gd name="csX23" fmla="*/ 9831 w 60365"/>
                <a:gd name="csY23" fmla="*/ 12353 h 90689"/>
                <a:gd name="csX24" fmla="*/ 36237 w 60365"/>
                <a:gd name="csY24" fmla="*/ 0 h 90689"/>
                <a:gd name="csX25" fmla="*/ 45207 w 60365"/>
                <a:gd name="csY25" fmla="*/ 878 h 90689"/>
                <a:gd name="csX26" fmla="*/ 54683 w 60365"/>
                <a:gd name="csY26" fmla="*/ 3512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65" h="90689">
                  <a:moveTo>
                    <a:pt x="31211" y="40573"/>
                  </a:moveTo>
                  <a:cubicBezTo>
                    <a:pt x="25906" y="40573"/>
                    <a:pt x="21690" y="42388"/>
                    <a:pt x="18565" y="46018"/>
                  </a:cubicBezTo>
                  <a:cubicBezTo>
                    <a:pt x="15474" y="49649"/>
                    <a:pt x="13928" y="54625"/>
                    <a:pt x="13928" y="60947"/>
                  </a:cubicBezTo>
                  <a:cubicBezTo>
                    <a:pt x="13928" y="67232"/>
                    <a:pt x="15474" y="72209"/>
                    <a:pt x="18565" y="75878"/>
                  </a:cubicBezTo>
                  <a:cubicBezTo>
                    <a:pt x="21690" y="79508"/>
                    <a:pt x="25906" y="81323"/>
                    <a:pt x="31211" y="81323"/>
                  </a:cubicBezTo>
                  <a:cubicBezTo>
                    <a:pt x="36517" y="81323"/>
                    <a:pt x="40711" y="79508"/>
                    <a:pt x="43791" y="75878"/>
                  </a:cubicBezTo>
                  <a:cubicBezTo>
                    <a:pt x="46916" y="72209"/>
                    <a:pt x="48478" y="67232"/>
                    <a:pt x="48478" y="60947"/>
                  </a:cubicBezTo>
                  <a:cubicBezTo>
                    <a:pt x="48478" y="54625"/>
                    <a:pt x="46916" y="49649"/>
                    <a:pt x="43791" y="46018"/>
                  </a:cubicBezTo>
                  <a:cubicBezTo>
                    <a:pt x="40711" y="42388"/>
                    <a:pt x="36517" y="40573"/>
                    <a:pt x="31211" y="40573"/>
                  </a:cubicBezTo>
                  <a:moveTo>
                    <a:pt x="54683" y="3512"/>
                  </a:moveTo>
                  <a:lnTo>
                    <a:pt x="54683" y="14285"/>
                  </a:lnTo>
                  <a:cubicBezTo>
                    <a:pt x="51716" y="12880"/>
                    <a:pt x="48708" y="11807"/>
                    <a:pt x="45662" y="11065"/>
                  </a:cubicBezTo>
                  <a:cubicBezTo>
                    <a:pt x="42661" y="10324"/>
                    <a:pt x="39676" y="9954"/>
                    <a:pt x="36708" y="9954"/>
                  </a:cubicBezTo>
                  <a:cubicBezTo>
                    <a:pt x="28907" y="9954"/>
                    <a:pt x="22938" y="12588"/>
                    <a:pt x="18801" y="17857"/>
                  </a:cubicBezTo>
                  <a:cubicBezTo>
                    <a:pt x="14698" y="23127"/>
                    <a:pt x="12355" y="31089"/>
                    <a:pt x="11770" y="41745"/>
                  </a:cubicBezTo>
                  <a:cubicBezTo>
                    <a:pt x="14074" y="38349"/>
                    <a:pt x="16963" y="35753"/>
                    <a:pt x="20437" y="33958"/>
                  </a:cubicBezTo>
                  <a:cubicBezTo>
                    <a:pt x="23910" y="32124"/>
                    <a:pt x="27732" y="31206"/>
                    <a:pt x="31903" y="31206"/>
                  </a:cubicBezTo>
                  <a:cubicBezTo>
                    <a:pt x="40694" y="31206"/>
                    <a:pt x="47624" y="33880"/>
                    <a:pt x="52693" y="39227"/>
                  </a:cubicBezTo>
                  <a:cubicBezTo>
                    <a:pt x="57808" y="44536"/>
                    <a:pt x="60366" y="51775"/>
                    <a:pt x="60366" y="60947"/>
                  </a:cubicBezTo>
                  <a:cubicBezTo>
                    <a:pt x="60366" y="69926"/>
                    <a:pt x="57713" y="77127"/>
                    <a:pt x="52407" y="82552"/>
                  </a:cubicBezTo>
                  <a:cubicBezTo>
                    <a:pt x="47090" y="87977"/>
                    <a:pt x="40025" y="90690"/>
                    <a:pt x="31211" y="90690"/>
                  </a:cubicBezTo>
                  <a:cubicBezTo>
                    <a:pt x="21094" y="90690"/>
                    <a:pt x="13366" y="86826"/>
                    <a:pt x="8026" y="79097"/>
                  </a:cubicBezTo>
                  <a:cubicBezTo>
                    <a:pt x="2675" y="71331"/>
                    <a:pt x="0" y="60089"/>
                    <a:pt x="0" y="45374"/>
                  </a:cubicBezTo>
                  <a:cubicBezTo>
                    <a:pt x="0" y="31557"/>
                    <a:pt x="3277" y="20550"/>
                    <a:pt x="9831" y="12353"/>
                  </a:cubicBezTo>
                  <a:cubicBezTo>
                    <a:pt x="16395" y="4118"/>
                    <a:pt x="25197" y="0"/>
                    <a:pt x="36237" y="0"/>
                  </a:cubicBezTo>
                  <a:cubicBezTo>
                    <a:pt x="39204" y="0"/>
                    <a:pt x="42194" y="293"/>
                    <a:pt x="45207" y="878"/>
                  </a:cubicBezTo>
                  <a:cubicBezTo>
                    <a:pt x="48242" y="1463"/>
                    <a:pt x="51401" y="2341"/>
                    <a:pt x="54683" y="3512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897B454B-A15B-DABC-7BF8-F073E720C95D}"/>
                </a:ext>
              </a:extLst>
            </p:cNvPr>
            <p:cNvSpPr/>
            <p:nvPr/>
          </p:nvSpPr>
          <p:spPr>
            <a:xfrm>
              <a:off x="8495296" y="309254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B475BA38-A445-D729-013E-3305DDA5EC56}"/>
                </a:ext>
              </a:extLst>
            </p:cNvPr>
            <p:cNvSpPr/>
            <p:nvPr/>
          </p:nvSpPr>
          <p:spPr>
            <a:xfrm>
              <a:off x="8555998" y="2756085"/>
              <a:ext cx="60416" cy="90691"/>
            </a:xfrm>
            <a:custGeom>
              <a:avLst/>
              <a:gdLst>
                <a:gd name="csX0" fmla="*/ 30199 w 60416"/>
                <a:gd name="csY0" fmla="*/ 9368 h 90691"/>
                <a:gd name="csX1" fmla="*/ 16440 w 60416"/>
                <a:gd name="csY1" fmla="*/ 18384 h 90691"/>
                <a:gd name="csX2" fmla="*/ 11871 w 60416"/>
                <a:gd name="csY2" fmla="*/ 45375 h 90691"/>
                <a:gd name="csX3" fmla="*/ 16440 w 60416"/>
                <a:gd name="csY3" fmla="*/ 72366 h 90691"/>
                <a:gd name="csX4" fmla="*/ 30199 w 60416"/>
                <a:gd name="csY4" fmla="*/ 81323 h 90691"/>
                <a:gd name="csX5" fmla="*/ 43959 w 60416"/>
                <a:gd name="csY5" fmla="*/ 72366 h 90691"/>
                <a:gd name="csX6" fmla="*/ 48596 w 60416"/>
                <a:gd name="csY6" fmla="*/ 45375 h 90691"/>
                <a:gd name="csX7" fmla="*/ 43959 w 60416"/>
                <a:gd name="csY7" fmla="*/ 18384 h 90691"/>
                <a:gd name="csX8" fmla="*/ 30199 w 60416"/>
                <a:gd name="csY8" fmla="*/ 9368 h 90691"/>
                <a:gd name="csX9" fmla="*/ 30199 w 60416"/>
                <a:gd name="csY9" fmla="*/ 0 h 90691"/>
                <a:gd name="csX10" fmla="*/ 52626 w 60416"/>
                <a:gd name="csY10" fmla="*/ 11652 h 90691"/>
                <a:gd name="csX11" fmla="*/ 60416 w 60416"/>
                <a:gd name="csY11" fmla="*/ 45375 h 90691"/>
                <a:gd name="csX12" fmla="*/ 52626 w 60416"/>
                <a:gd name="csY12" fmla="*/ 79099 h 90691"/>
                <a:gd name="csX13" fmla="*/ 30199 w 60416"/>
                <a:gd name="csY13" fmla="*/ 90692 h 90691"/>
                <a:gd name="csX14" fmla="*/ 7723 w 60416"/>
                <a:gd name="csY14" fmla="*/ 79099 h 90691"/>
                <a:gd name="csX15" fmla="*/ 0 w 60416"/>
                <a:gd name="csY15" fmla="*/ 45375 h 90691"/>
                <a:gd name="csX16" fmla="*/ 7723 w 60416"/>
                <a:gd name="csY16" fmla="*/ 11652 h 90691"/>
                <a:gd name="csX17" fmla="*/ 30199 w 60416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1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4"/>
                  </a:cubicBezTo>
                  <a:cubicBezTo>
                    <a:pt x="13394" y="24357"/>
                    <a:pt x="11871" y="33354"/>
                    <a:pt x="11871" y="45375"/>
                  </a:cubicBezTo>
                  <a:cubicBezTo>
                    <a:pt x="11871" y="57358"/>
                    <a:pt x="13394" y="66355"/>
                    <a:pt x="16440" y="72366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6"/>
                  </a:cubicBezTo>
                  <a:cubicBezTo>
                    <a:pt x="47050" y="66355"/>
                    <a:pt x="48596" y="57358"/>
                    <a:pt x="48596" y="45375"/>
                  </a:cubicBezTo>
                  <a:cubicBezTo>
                    <a:pt x="48596" y="33354"/>
                    <a:pt x="47050" y="24357"/>
                    <a:pt x="43959" y="18384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7"/>
                    <a:pt x="40002" y="90692"/>
                    <a:pt x="30199" y="90692"/>
                  </a:cubicBezTo>
                  <a:cubicBezTo>
                    <a:pt x="20408" y="90692"/>
                    <a:pt x="12916" y="86827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ADDF92C2-729F-D0BA-57E2-4C7DF24F3F1E}"/>
                </a:ext>
              </a:extLst>
            </p:cNvPr>
            <p:cNvSpPr/>
            <p:nvPr/>
          </p:nvSpPr>
          <p:spPr>
            <a:xfrm>
              <a:off x="8637205" y="2830208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993ED403-0D88-E16B-8127-7A53780C467B}"/>
                </a:ext>
              </a:extLst>
            </p:cNvPr>
            <p:cNvSpPr/>
            <p:nvPr/>
          </p:nvSpPr>
          <p:spPr>
            <a:xfrm>
              <a:off x="8672328" y="2757667"/>
              <a:ext cx="56200" cy="87411"/>
            </a:xfrm>
            <a:custGeom>
              <a:avLst/>
              <a:gdLst>
                <a:gd name="csX0" fmla="*/ 0 w 56200"/>
                <a:gd name="csY0" fmla="*/ 0 h 87411"/>
                <a:gd name="csX1" fmla="*/ 56201 w 56200"/>
                <a:gd name="csY1" fmla="*/ 0 h 87411"/>
                <a:gd name="csX2" fmla="*/ 56201 w 56200"/>
                <a:gd name="csY2" fmla="*/ 5035 h 87411"/>
                <a:gd name="csX3" fmla="*/ 24467 w 56200"/>
                <a:gd name="csY3" fmla="*/ 87412 h 87411"/>
                <a:gd name="csX4" fmla="*/ 12124 w 56200"/>
                <a:gd name="csY4" fmla="*/ 87412 h 87411"/>
                <a:gd name="csX5" fmla="*/ 41969 w 56200"/>
                <a:gd name="csY5" fmla="*/ 9954 h 87411"/>
                <a:gd name="csX6" fmla="*/ 0 w 56200"/>
                <a:gd name="csY6" fmla="*/ 9954 h 87411"/>
                <a:gd name="csX7" fmla="*/ 0 w 56200"/>
                <a:gd name="csY7" fmla="*/ 0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6200" h="87411">
                  <a:moveTo>
                    <a:pt x="0" y="0"/>
                  </a:moveTo>
                  <a:lnTo>
                    <a:pt x="56201" y="0"/>
                  </a:lnTo>
                  <a:lnTo>
                    <a:pt x="56201" y="5035"/>
                  </a:lnTo>
                  <a:lnTo>
                    <a:pt x="24467" y="87412"/>
                  </a:lnTo>
                  <a:lnTo>
                    <a:pt x="12124" y="87412"/>
                  </a:lnTo>
                  <a:lnTo>
                    <a:pt x="41969" y="9954"/>
                  </a:lnTo>
                  <a:lnTo>
                    <a:pt x="0" y="99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1410BD5D-0A62-193A-0B0C-5B4E17581860}"/>
                </a:ext>
              </a:extLst>
            </p:cNvPr>
            <p:cNvSpPr/>
            <p:nvPr/>
          </p:nvSpPr>
          <p:spPr>
            <a:xfrm>
              <a:off x="8495296" y="2810551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80C4C720-C2A2-A522-ED17-3858B09A9D26}"/>
                </a:ext>
              </a:extLst>
            </p:cNvPr>
            <p:cNvSpPr/>
            <p:nvPr/>
          </p:nvSpPr>
          <p:spPr>
            <a:xfrm>
              <a:off x="8555998" y="2474093"/>
              <a:ext cx="60416" cy="90690"/>
            </a:xfrm>
            <a:custGeom>
              <a:avLst/>
              <a:gdLst>
                <a:gd name="csX0" fmla="*/ 30199 w 60416"/>
                <a:gd name="csY0" fmla="*/ 9368 h 90690"/>
                <a:gd name="csX1" fmla="*/ 16440 w 60416"/>
                <a:gd name="csY1" fmla="*/ 18384 h 90690"/>
                <a:gd name="csX2" fmla="*/ 11871 w 60416"/>
                <a:gd name="csY2" fmla="*/ 45374 h 90690"/>
                <a:gd name="csX3" fmla="*/ 16440 w 60416"/>
                <a:gd name="csY3" fmla="*/ 72365 h 90690"/>
                <a:gd name="csX4" fmla="*/ 30199 w 60416"/>
                <a:gd name="csY4" fmla="*/ 81323 h 90690"/>
                <a:gd name="csX5" fmla="*/ 43959 w 60416"/>
                <a:gd name="csY5" fmla="*/ 72365 h 90690"/>
                <a:gd name="csX6" fmla="*/ 48596 w 60416"/>
                <a:gd name="csY6" fmla="*/ 45374 h 90690"/>
                <a:gd name="csX7" fmla="*/ 43959 w 60416"/>
                <a:gd name="csY7" fmla="*/ 18384 h 90690"/>
                <a:gd name="csX8" fmla="*/ 30199 w 60416"/>
                <a:gd name="csY8" fmla="*/ 9368 h 90690"/>
                <a:gd name="csX9" fmla="*/ 30199 w 60416"/>
                <a:gd name="csY9" fmla="*/ 0 h 90690"/>
                <a:gd name="csX10" fmla="*/ 52626 w 60416"/>
                <a:gd name="csY10" fmla="*/ 11651 h 90690"/>
                <a:gd name="csX11" fmla="*/ 60416 w 60416"/>
                <a:gd name="csY11" fmla="*/ 45374 h 90690"/>
                <a:gd name="csX12" fmla="*/ 52626 w 60416"/>
                <a:gd name="csY12" fmla="*/ 79098 h 90690"/>
                <a:gd name="csX13" fmla="*/ 30199 w 60416"/>
                <a:gd name="csY13" fmla="*/ 90691 h 90690"/>
                <a:gd name="csX14" fmla="*/ 7723 w 60416"/>
                <a:gd name="csY14" fmla="*/ 79098 h 90690"/>
                <a:gd name="csX15" fmla="*/ 0 w 60416"/>
                <a:gd name="csY15" fmla="*/ 45374 h 90690"/>
                <a:gd name="csX16" fmla="*/ 7723 w 60416"/>
                <a:gd name="csY16" fmla="*/ 11651 h 90690"/>
                <a:gd name="csX17" fmla="*/ 30199 w 60416"/>
                <a:gd name="csY17" fmla="*/ 0 h 90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0">
                  <a:moveTo>
                    <a:pt x="30199" y="9368"/>
                  </a:moveTo>
                  <a:cubicBezTo>
                    <a:pt x="24118" y="9368"/>
                    <a:pt x="19532" y="12373"/>
                    <a:pt x="16440" y="18384"/>
                  </a:cubicBezTo>
                  <a:cubicBezTo>
                    <a:pt x="13394" y="24356"/>
                    <a:pt x="11871" y="33353"/>
                    <a:pt x="11871" y="45374"/>
                  </a:cubicBezTo>
                  <a:cubicBezTo>
                    <a:pt x="11871" y="57357"/>
                    <a:pt x="13394" y="66354"/>
                    <a:pt x="16440" y="72365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5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3"/>
                    <a:pt x="47050" y="24356"/>
                    <a:pt x="43959" y="18384"/>
                  </a:cubicBezTo>
                  <a:cubicBezTo>
                    <a:pt x="40913" y="12373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1"/>
                  </a:cubicBezTo>
                  <a:cubicBezTo>
                    <a:pt x="57819" y="19379"/>
                    <a:pt x="60416" y="30620"/>
                    <a:pt x="60416" y="45374"/>
                  </a:cubicBezTo>
                  <a:cubicBezTo>
                    <a:pt x="60416" y="60090"/>
                    <a:pt x="57819" y="71331"/>
                    <a:pt x="52626" y="79098"/>
                  </a:cubicBezTo>
                  <a:cubicBezTo>
                    <a:pt x="47478" y="86826"/>
                    <a:pt x="40002" y="90691"/>
                    <a:pt x="30199" y="90691"/>
                  </a:cubicBezTo>
                  <a:cubicBezTo>
                    <a:pt x="20408" y="90691"/>
                    <a:pt x="12916" y="86826"/>
                    <a:pt x="7723" y="79098"/>
                  </a:cubicBezTo>
                  <a:cubicBezTo>
                    <a:pt x="2574" y="71331"/>
                    <a:pt x="0" y="60090"/>
                    <a:pt x="0" y="45374"/>
                  </a:cubicBezTo>
                  <a:cubicBezTo>
                    <a:pt x="0" y="30620"/>
                    <a:pt x="2574" y="19379"/>
                    <a:pt x="7723" y="11651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73AC17C5-AC61-77F2-7618-6E47B5C2266F}"/>
                </a:ext>
              </a:extLst>
            </p:cNvPr>
            <p:cNvSpPr/>
            <p:nvPr/>
          </p:nvSpPr>
          <p:spPr>
            <a:xfrm>
              <a:off x="8637205" y="2548214"/>
              <a:ext cx="12342" cy="14871"/>
            </a:xfrm>
            <a:custGeom>
              <a:avLst/>
              <a:gdLst>
                <a:gd name="csX0" fmla="*/ 0 w 12342"/>
                <a:gd name="csY0" fmla="*/ 0 h 14871"/>
                <a:gd name="csX1" fmla="*/ 12343 w 12342"/>
                <a:gd name="csY1" fmla="*/ 0 h 14871"/>
                <a:gd name="csX2" fmla="*/ 12343 w 12342"/>
                <a:gd name="csY2" fmla="*/ 14871 h 14871"/>
                <a:gd name="csX3" fmla="*/ 0 w 12342"/>
                <a:gd name="csY3" fmla="*/ 14871 h 14871"/>
                <a:gd name="csX4" fmla="*/ 0 w 12342"/>
                <a:gd name="csY4" fmla="*/ 0 h 14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1">
                  <a:moveTo>
                    <a:pt x="0" y="0"/>
                  </a:moveTo>
                  <a:lnTo>
                    <a:pt x="12343" y="0"/>
                  </a:lnTo>
                  <a:lnTo>
                    <a:pt x="12343" y="14871"/>
                  </a:lnTo>
                  <a:lnTo>
                    <a:pt x="0" y="14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B3D19F60-31F1-5CDC-6010-922A7D166F64}"/>
                </a:ext>
              </a:extLst>
            </p:cNvPr>
            <p:cNvSpPr/>
            <p:nvPr/>
          </p:nvSpPr>
          <p:spPr>
            <a:xfrm>
              <a:off x="8670625" y="2474093"/>
              <a:ext cx="59960" cy="90690"/>
            </a:xfrm>
            <a:custGeom>
              <a:avLst/>
              <a:gdLst>
                <a:gd name="csX0" fmla="*/ 29980 w 59960"/>
                <a:gd name="csY0" fmla="*/ 47482 h 90690"/>
                <a:gd name="csX1" fmla="*/ 16693 w 59960"/>
                <a:gd name="csY1" fmla="*/ 51990 h 90690"/>
                <a:gd name="csX2" fmla="*/ 11888 w 59960"/>
                <a:gd name="csY2" fmla="*/ 64403 h 90690"/>
                <a:gd name="csX3" fmla="*/ 16693 w 59960"/>
                <a:gd name="csY3" fmla="*/ 76815 h 90690"/>
                <a:gd name="csX4" fmla="*/ 29980 w 59960"/>
                <a:gd name="csY4" fmla="*/ 81323 h 90690"/>
                <a:gd name="csX5" fmla="*/ 43267 w 59960"/>
                <a:gd name="csY5" fmla="*/ 76815 h 90690"/>
                <a:gd name="csX6" fmla="*/ 48124 w 59960"/>
                <a:gd name="csY6" fmla="*/ 64403 h 90690"/>
                <a:gd name="csX7" fmla="*/ 43267 w 59960"/>
                <a:gd name="csY7" fmla="*/ 51990 h 90690"/>
                <a:gd name="csX8" fmla="*/ 29980 w 59960"/>
                <a:gd name="csY8" fmla="*/ 47482 h 90690"/>
                <a:gd name="csX9" fmla="*/ 18160 w 59960"/>
                <a:gd name="csY9" fmla="*/ 42447 h 90690"/>
                <a:gd name="csX10" fmla="*/ 6273 w 59960"/>
                <a:gd name="csY10" fmla="*/ 35363 h 90690"/>
                <a:gd name="csX11" fmla="*/ 2057 w 59960"/>
                <a:gd name="csY11" fmla="*/ 22658 h 90690"/>
                <a:gd name="csX12" fmla="*/ 9493 w 59960"/>
                <a:gd name="csY12" fmla="*/ 6089 h 90690"/>
                <a:gd name="csX13" fmla="*/ 29980 w 59960"/>
                <a:gd name="csY13" fmla="*/ 0 h 90690"/>
                <a:gd name="csX14" fmla="*/ 50467 w 59960"/>
                <a:gd name="csY14" fmla="*/ 6089 h 90690"/>
                <a:gd name="csX15" fmla="*/ 57904 w 59960"/>
                <a:gd name="csY15" fmla="*/ 22658 h 90690"/>
                <a:gd name="csX16" fmla="*/ 53638 w 59960"/>
                <a:gd name="csY16" fmla="*/ 35363 h 90690"/>
                <a:gd name="csX17" fmla="*/ 41868 w 59960"/>
                <a:gd name="csY17" fmla="*/ 42447 h 90690"/>
                <a:gd name="csX18" fmla="*/ 55155 w 59960"/>
                <a:gd name="csY18" fmla="*/ 50234 h 90690"/>
                <a:gd name="csX19" fmla="*/ 59961 w 59960"/>
                <a:gd name="csY19" fmla="*/ 64403 h 90690"/>
                <a:gd name="csX20" fmla="*/ 52171 w 59960"/>
                <a:gd name="csY20" fmla="*/ 83899 h 90690"/>
                <a:gd name="csX21" fmla="*/ 29980 w 59960"/>
                <a:gd name="csY21" fmla="*/ 90691 h 90690"/>
                <a:gd name="csX22" fmla="*/ 7723 w 59960"/>
                <a:gd name="csY22" fmla="*/ 83899 h 90690"/>
                <a:gd name="csX23" fmla="*/ 0 w 59960"/>
                <a:gd name="csY23" fmla="*/ 64403 h 90690"/>
                <a:gd name="csX24" fmla="*/ 4806 w 59960"/>
                <a:gd name="csY24" fmla="*/ 50234 h 90690"/>
                <a:gd name="csX25" fmla="*/ 18160 w 59960"/>
                <a:gd name="csY25" fmla="*/ 42447 h 90690"/>
                <a:gd name="csX26" fmla="*/ 13827 w 59960"/>
                <a:gd name="csY26" fmla="*/ 23770 h 90690"/>
                <a:gd name="csX27" fmla="*/ 18042 w 59960"/>
                <a:gd name="csY27" fmla="*/ 34368 h 90690"/>
                <a:gd name="csX28" fmla="*/ 29980 w 59960"/>
                <a:gd name="csY28" fmla="*/ 38173 h 90690"/>
                <a:gd name="csX29" fmla="*/ 41868 w 59960"/>
                <a:gd name="csY29" fmla="*/ 34368 h 90690"/>
                <a:gd name="csX30" fmla="*/ 46201 w 59960"/>
                <a:gd name="csY30" fmla="*/ 23770 h 90690"/>
                <a:gd name="csX31" fmla="*/ 41868 w 59960"/>
                <a:gd name="csY31" fmla="*/ 13173 h 90690"/>
                <a:gd name="csX32" fmla="*/ 29980 w 59960"/>
                <a:gd name="csY32" fmla="*/ 9368 h 90690"/>
                <a:gd name="csX33" fmla="*/ 18042 w 59960"/>
                <a:gd name="csY33" fmla="*/ 13173 h 90690"/>
                <a:gd name="csX34" fmla="*/ 13827 w 59960"/>
                <a:gd name="csY34" fmla="*/ 23770 h 90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9960" h="90690">
                  <a:moveTo>
                    <a:pt x="29980" y="47482"/>
                  </a:moveTo>
                  <a:cubicBezTo>
                    <a:pt x="24360" y="47482"/>
                    <a:pt x="19931" y="48985"/>
                    <a:pt x="16693" y="51990"/>
                  </a:cubicBezTo>
                  <a:cubicBezTo>
                    <a:pt x="13489" y="54996"/>
                    <a:pt x="11888" y="59133"/>
                    <a:pt x="11888" y="64403"/>
                  </a:cubicBezTo>
                  <a:cubicBezTo>
                    <a:pt x="11888" y="69672"/>
                    <a:pt x="13489" y="73809"/>
                    <a:pt x="16693" y="76815"/>
                  </a:cubicBezTo>
                  <a:cubicBezTo>
                    <a:pt x="19931" y="79820"/>
                    <a:pt x="24360" y="81323"/>
                    <a:pt x="29980" y="81323"/>
                  </a:cubicBezTo>
                  <a:cubicBezTo>
                    <a:pt x="35601" y="81323"/>
                    <a:pt x="40030" y="79820"/>
                    <a:pt x="43267" y="76815"/>
                  </a:cubicBezTo>
                  <a:cubicBezTo>
                    <a:pt x="46505" y="73770"/>
                    <a:pt x="48124" y="69633"/>
                    <a:pt x="48124" y="64403"/>
                  </a:cubicBezTo>
                  <a:cubicBezTo>
                    <a:pt x="48124" y="59133"/>
                    <a:pt x="46505" y="54996"/>
                    <a:pt x="43267" y="51990"/>
                  </a:cubicBezTo>
                  <a:cubicBezTo>
                    <a:pt x="40064" y="48985"/>
                    <a:pt x="35635" y="47482"/>
                    <a:pt x="29980" y="47482"/>
                  </a:cubicBezTo>
                  <a:moveTo>
                    <a:pt x="18160" y="42447"/>
                  </a:moveTo>
                  <a:cubicBezTo>
                    <a:pt x="13079" y="41198"/>
                    <a:pt x="9117" y="38837"/>
                    <a:pt x="6273" y="35363"/>
                  </a:cubicBezTo>
                  <a:cubicBezTo>
                    <a:pt x="3462" y="31889"/>
                    <a:pt x="2057" y="27654"/>
                    <a:pt x="2057" y="22658"/>
                  </a:cubicBezTo>
                  <a:cubicBezTo>
                    <a:pt x="2057" y="15671"/>
                    <a:pt x="4536" y="10148"/>
                    <a:pt x="9493" y="6089"/>
                  </a:cubicBezTo>
                  <a:cubicBezTo>
                    <a:pt x="14484" y="2030"/>
                    <a:pt x="21313" y="0"/>
                    <a:pt x="29980" y="0"/>
                  </a:cubicBezTo>
                  <a:cubicBezTo>
                    <a:pt x="38681" y="0"/>
                    <a:pt x="45510" y="2030"/>
                    <a:pt x="50467" y="6089"/>
                  </a:cubicBezTo>
                  <a:cubicBezTo>
                    <a:pt x="55425" y="10148"/>
                    <a:pt x="57904" y="15671"/>
                    <a:pt x="57904" y="22658"/>
                  </a:cubicBezTo>
                  <a:cubicBezTo>
                    <a:pt x="57904" y="27654"/>
                    <a:pt x="56481" y="31889"/>
                    <a:pt x="53638" y="35363"/>
                  </a:cubicBezTo>
                  <a:cubicBezTo>
                    <a:pt x="50827" y="38837"/>
                    <a:pt x="46904" y="41198"/>
                    <a:pt x="41868" y="42447"/>
                  </a:cubicBezTo>
                  <a:cubicBezTo>
                    <a:pt x="47567" y="43774"/>
                    <a:pt x="51996" y="46370"/>
                    <a:pt x="55155" y="50234"/>
                  </a:cubicBezTo>
                  <a:cubicBezTo>
                    <a:pt x="58359" y="54098"/>
                    <a:pt x="59961" y="58821"/>
                    <a:pt x="59961" y="64403"/>
                  </a:cubicBezTo>
                  <a:cubicBezTo>
                    <a:pt x="59961" y="72872"/>
                    <a:pt x="57364" y="79371"/>
                    <a:pt x="52171" y="83899"/>
                  </a:cubicBezTo>
                  <a:cubicBezTo>
                    <a:pt x="47022" y="88427"/>
                    <a:pt x="39625" y="90691"/>
                    <a:pt x="29980" y="90691"/>
                  </a:cubicBezTo>
                  <a:cubicBezTo>
                    <a:pt x="20336" y="90691"/>
                    <a:pt x="12916" y="88427"/>
                    <a:pt x="7723" y="83899"/>
                  </a:cubicBezTo>
                  <a:cubicBezTo>
                    <a:pt x="2574" y="79371"/>
                    <a:pt x="0" y="72872"/>
                    <a:pt x="0" y="64403"/>
                  </a:cubicBezTo>
                  <a:cubicBezTo>
                    <a:pt x="0" y="58821"/>
                    <a:pt x="1602" y="54098"/>
                    <a:pt x="4806" y="50234"/>
                  </a:cubicBezTo>
                  <a:cubicBezTo>
                    <a:pt x="8009" y="46370"/>
                    <a:pt x="12461" y="43774"/>
                    <a:pt x="18160" y="42447"/>
                  </a:cubicBezTo>
                  <a:moveTo>
                    <a:pt x="13827" y="23770"/>
                  </a:moveTo>
                  <a:cubicBezTo>
                    <a:pt x="13827" y="28298"/>
                    <a:pt x="15232" y="31830"/>
                    <a:pt x="18042" y="34368"/>
                  </a:cubicBezTo>
                  <a:cubicBezTo>
                    <a:pt x="20886" y="36905"/>
                    <a:pt x="24865" y="38173"/>
                    <a:pt x="29980" y="38173"/>
                  </a:cubicBezTo>
                  <a:cubicBezTo>
                    <a:pt x="35050" y="38173"/>
                    <a:pt x="39013" y="36905"/>
                    <a:pt x="41868" y="34368"/>
                  </a:cubicBezTo>
                  <a:cubicBezTo>
                    <a:pt x="44757" y="31830"/>
                    <a:pt x="46201" y="28298"/>
                    <a:pt x="46201" y="23770"/>
                  </a:cubicBezTo>
                  <a:cubicBezTo>
                    <a:pt x="46201" y="19243"/>
                    <a:pt x="44757" y="15710"/>
                    <a:pt x="41868" y="13173"/>
                  </a:cubicBezTo>
                  <a:cubicBezTo>
                    <a:pt x="39013" y="10636"/>
                    <a:pt x="35050" y="9368"/>
                    <a:pt x="29980" y="9368"/>
                  </a:cubicBezTo>
                  <a:cubicBezTo>
                    <a:pt x="24865" y="9368"/>
                    <a:pt x="20886" y="10636"/>
                    <a:pt x="18042" y="13173"/>
                  </a:cubicBezTo>
                  <a:cubicBezTo>
                    <a:pt x="15232" y="15710"/>
                    <a:pt x="13827" y="19243"/>
                    <a:pt x="13827" y="2377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" name="Freeform 603">
              <a:extLst>
                <a:ext uri="{FF2B5EF4-FFF2-40B4-BE49-F238E27FC236}">
                  <a16:creationId xmlns:a16="http://schemas.microsoft.com/office/drawing/2014/main" id="{ADE9F586-B26B-3D41-EB5D-77D4E98E5CBC}"/>
                </a:ext>
              </a:extLst>
            </p:cNvPr>
            <p:cNvSpPr/>
            <p:nvPr/>
          </p:nvSpPr>
          <p:spPr>
            <a:xfrm>
              <a:off x="8495296" y="2528558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" name="Freeform 604">
              <a:extLst>
                <a:ext uri="{FF2B5EF4-FFF2-40B4-BE49-F238E27FC236}">
                  <a16:creationId xmlns:a16="http://schemas.microsoft.com/office/drawing/2014/main" id="{8657633E-AC54-53B1-5A3E-84A8752253B2}"/>
                </a:ext>
              </a:extLst>
            </p:cNvPr>
            <p:cNvSpPr/>
            <p:nvPr/>
          </p:nvSpPr>
          <p:spPr>
            <a:xfrm>
              <a:off x="8495296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95166AD2-4ECB-C406-2B14-E8171648FBEB}"/>
              </a:ext>
            </a:extLst>
          </p:cNvPr>
          <p:cNvGrpSpPr/>
          <p:nvPr/>
        </p:nvGrpSpPr>
        <p:grpSpPr>
          <a:xfrm>
            <a:off x="4010554" y="2474093"/>
            <a:ext cx="357758" cy="2346631"/>
            <a:chOff x="4010554" y="2474093"/>
            <a:chExt cx="357758" cy="2346631"/>
          </a:xfrm>
        </p:grpSpPr>
        <p:pic>
          <p:nvPicPr>
            <p:cNvPr id="450" name="Picture 449">
              <a:extLst>
                <a:ext uri="{FF2B5EF4-FFF2-40B4-BE49-F238E27FC236}">
                  <a16:creationId xmlns:a16="http://schemas.microsoft.com/office/drawing/2014/main" id="{7BE97F83-C5CC-5DF5-F8A5-02ACE1A367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010554" y="2514999"/>
              <a:ext cx="121405" cy="2269606"/>
            </a:xfrm>
            <a:custGeom>
              <a:avLst/>
              <a:gdLst>
                <a:gd name="csX0" fmla="*/ 2161 w 121405"/>
                <a:gd name="csY0" fmla="*/ 47 h 2269606"/>
                <a:gd name="csX1" fmla="*/ 123566 w 121405"/>
                <a:gd name="csY1" fmla="*/ 47 h 2269606"/>
                <a:gd name="csX2" fmla="*/ 123566 w 121405"/>
                <a:gd name="csY2" fmla="*/ 2269654 h 2269606"/>
                <a:gd name="csX3" fmla="*/ 2161 w 121405"/>
                <a:gd name="csY3" fmla="*/ 2269654 h 22696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1405" h="2269606">
                  <a:moveTo>
                    <a:pt x="2161" y="47"/>
                  </a:moveTo>
                  <a:lnTo>
                    <a:pt x="123566" y="47"/>
                  </a:lnTo>
                  <a:lnTo>
                    <a:pt x="123566" y="2269654"/>
                  </a:lnTo>
                  <a:lnTo>
                    <a:pt x="2161" y="2269654"/>
                  </a:lnTo>
                  <a:close/>
                </a:path>
              </a:pathLst>
            </a:custGeom>
          </p:spPr>
        </p:pic>
        <p:sp>
          <p:nvSpPr>
            <p:cNvPr id="459" name="Freeform 458">
              <a:extLst>
                <a:ext uri="{FF2B5EF4-FFF2-40B4-BE49-F238E27FC236}">
                  <a16:creationId xmlns:a16="http://schemas.microsoft.com/office/drawing/2014/main" id="{A13EBE62-B0FB-FE8A-067B-EF5FDDEF6939}"/>
                </a:ext>
              </a:extLst>
            </p:cNvPr>
            <p:cNvSpPr/>
            <p:nvPr/>
          </p:nvSpPr>
          <p:spPr>
            <a:xfrm>
              <a:off x="4192257" y="4730041"/>
              <a:ext cx="60416" cy="90683"/>
            </a:xfrm>
            <a:custGeom>
              <a:avLst/>
              <a:gdLst>
                <a:gd name="csX0" fmla="*/ 30199 w 60416"/>
                <a:gd name="csY0" fmla="*/ 9358 h 90683"/>
                <a:gd name="csX1" fmla="*/ 16440 w 60416"/>
                <a:gd name="csY1" fmla="*/ 18379 h 90683"/>
                <a:gd name="csX2" fmla="*/ 11871 w 60416"/>
                <a:gd name="csY2" fmla="*/ 45375 h 90683"/>
                <a:gd name="csX3" fmla="*/ 16440 w 60416"/>
                <a:gd name="csY3" fmla="*/ 72371 h 90683"/>
                <a:gd name="csX4" fmla="*/ 30199 w 60416"/>
                <a:gd name="csY4" fmla="*/ 81325 h 90683"/>
                <a:gd name="csX5" fmla="*/ 43959 w 60416"/>
                <a:gd name="csY5" fmla="*/ 72371 h 90683"/>
                <a:gd name="csX6" fmla="*/ 48596 w 60416"/>
                <a:gd name="csY6" fmla="*/ 45375 h 90683"/>
                <a:gd name="csX7" fmla="*/ 43959 w 60416"/>
                <a:gd name="csY7" fmla="*/ 18379 h 90683"/>
                <a:gd name="csX8" fmla="*/ 30199 w 60416"/>
                <a:gd name="csY8" fmla="*/ 9358 h 90683"/>
                <a:gd name="csX9" fmla="*/ 30199 w 60416"/>
                <a:gd name="csY9" fmla="*/ 0 h 90683"/>
                <a:gd name="csX10" fmla="*/ 52626 w 60416"/>
                <a:gd name="csY10" fmla="*/ 11652 h 90683"/>
                <a:gd name="csX11" fmla="*/ 60416 w 60416"/>
                <a:gd name="csY11" fmla="*/ 45375 h 90683"/>
                <a:gd name="csX12" fmla="*/ 52626 w 60416"/>
                <a:gd name="csY12" fmla="*/ 79099 h 90683"/>
                <a:gd name="csX13" fmla="*/ 30199 w 60416"/>
                <a:gd name="csY13" fmla="*/ 90683 h 90683"/>
                <a:gd name="csX14" fmla="*/ 7723 w 60416"/>
                <a:gd name="csY14" fmla="*/ 79099 h 90683"/>
                <a:gd name="csX15" fmla="*/ 0 w 60416"/>
                <a:gd name="csY15" fmla="*/ 45375 h 90683"/>
                <a:gd name="csX16" fmla="*/ 7723 w 60416"/>
                <a:gd name="csY16" fmla="*/ 11652 h 90683"/>
                <a:gd name="csX17" fmla="*/ 30199 w 60416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3">
                  <a:moveTo>
                    <a:pt x="30199" y="9358"/>
                  </a:moveTo>
                  <a:cubicBezTo>
                    <a:pt x="24118" y="9358"/>
                    <a:pt x="19532" y="12365"/>
                    <a:pt x="16440" y="18379"/>
                  </a:cubicBezTo>
                  <a:cubicBezTo>
                    <a:pt x="13394" y="24348"/>
                    <a:pt x="11871" y="33347"/>
                    <a:pt x="11871" y="45375"/>
                  </a:cubicBezTo>
                  <a:cubicBezTo>
                    <a:pt x="11871" y="57359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47"/>
                    <a:pt x="47050" y="24348"/>
                    <a:pt x="43959" y="18379"/>
                  </a:cubicBezTo>
                  <a:cubicBezTo>
                    <a:pt x="40913" y="12365"/>
                    <a:pt x="36326" y="9358"/>
                    <a:pt x="30199" y="935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74"/>
                    <a:pt x="60416" y="30615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2"/>
                    <a:pt x="40002" y="90683"/>
                    <a:pt x="30199" y="90683"/>
                  </a:cubicBezTo>
                  <a:cubicBezTo>
                    <a:pt x="20408" y="90683"/>
                    <a:pt x="12916" y="86822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15"/>
                    <a:pt x="2574" y="19374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EE13CD5C-DC01-325D-94B6-1E5FD8AE6B6D}"/>
                </a:ext>
              </a:extLst>
            </p:cNvPr>
            <p:cNvSpPr/>
            <p:nvPr/>
          </p:nvSpPr>
          <p:spPr>
            <a:xfrm>
              <a:off x="4131555" y="478450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3380DD7D-146B-20C6-B479-5B820DDC9713}"/>
                </a:ext>
              </a:extLst>
            </p:cNvPr>
            <p:cNvSpPr/>
            <p:nvPr/>
          </p:nvSpPr>
          <p:spPr>
            <a:xfrm>
              <a:off x="4192257" y="4448043"/>
              <a:ext cx="60416" cy="90699"/>
            </a:xfrm>
            <a:custGeom>
              <a:avLst/>
              <a:gdLst>
                <a:gd name="csX0" fmla="*/ 30199 w 60416"/>
                <a:gd name="csY0" fmla="*/ 9375 h 90699"/>
                <a:gd name="csX1" fmla="*/ 16440 w 60416"/>
                <a:gd name="csY1" fmla="*/ 18379 h 90699"/>
                <a:gd name="csX2" fmla="*/ 11871 w 60416"/>
                <a:gd name="csY2" fmla="*/ 45375 h 90699"/>
                <a:gd name="csX3" fmla="*/ 16440 w 60416"/>
                <a:gd name="csY3" fmla="*/ 72371 h 90699"/>
                <a:gd name="csX4" fmla="*/ 30199 w 60416"/>
                <a:gd name="csY4" fmla="*/ 81325 h 90699"/>
                <a:gd name="csX5" fmla="*/ 43959 w 60416"/>
                <a:gd name="csY5" fmla="*/ 72371 h 90699"/>
                <a:gd name="csX6" fmla="*/ 48596 w 60416"/>
                <a:gd name="csY6" fmla="*/ 45375 h 90699"/>
                <a:gd name="csX7" fmla="*/ 43959 w 60416"/>
                <a:gd name="csY7" fmla="*/ 18379 h 90699"/>
                <a:gd name="csX8" fmla="*/ 30199 w 60416"/>
                <a:gd name="csY8" fmla="*/ 9375 h 90699"/>
                <a:gd name="csX9" fmla="*/ 30199 w 60416"/>
                <a:gd name="csY9" fmla="*/ 0 h 90699"/>
                <a:gd name="csX10" fmla="*/ 52626 w 60416"/>
                <a:gd name="csY10" fmla="*/ 11652 h 90699"/>
                <a:gd name="csX11" fmla="*/ 60416 w 60416"/>
                <a:gd name="csY11" fmla="*/ 45375 h 90699"/>
                <a:gd name="csX12" fmla="*/ 52626 w 60416"/>
                <a:gd name="csY12" fmla="*/ 79099 h 90699"/>
                <a:gd name="csX13" fmla="*/ 30199 w 60416"/>
                <a:gd name="csY13" fmla="*/ 90700 h 90699"/>
                <a:gd name="csX14" fmla="*/ 7723 w 60416"/>
                <a:gd name="csY14" fmla="*/ 79099 h 90699"/>
                <a:gd name="csX15" fmla="*/ 0 w 60416"/>
                <a:gd name="csY15" fmla="*/ 45375 h 90699"/>
                <a:gd name="csX16" fmla="*/ 7723 w 60416"/>
                <a:gd name="csY16" fmla="*/ 11652 h 90699"/>
                <a:gd name="csX17" fmla="*/ 30199 w 60416"/>
                <a:gd name="csY17" fmla="*/ 0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9">
                  <a:moveTo>
                    <a:pt x="30199" y="9375"/>
                  </a:moveTo>
                  <a:cubicBezTo>
                    <a:pt x="24118" y="9375"/>
                    <a:pt x="19532" y="12377"/>
                    <a:pt x="16440" y="18379"/>
                  </a:cubicBezTo>
                  <a:cubicBezTo>
                    <a:pt x="13394" y="24360"/>
                    <a:pt x="11871" y="33358"/>
                    <a:pt x="11871" y="45375"/>
                  </a:cubicBezTo>
                  <a:cubicBezTo>
                    <a:pt x="11871" y="57358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58"/>
                    <a:pt x="47050" y="24360"/>
                    <a:pt x="43959" y="18379"/>
                  </a:cubicBezTo>
                  <a:cubicBezTo>
                    <a:pt x="40913" y="12377"/>
                    <a:pt x="36326" y="9375"/>
                    <a:pt x="30199" y="9375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6"/>
                    <a:pt x="60416" y="30627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33"/>
                    <a:pt x="40002" y="90700"/>
                    <a:pt x="30199" y="90700"/>
                  </a:cubicBezTo>
                  <a:cubicBezTo>
                    <a:pt x="20408" y="90700"/>
                    <a:pt x="12916" y="86833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7"/>
                    <a:pt x="2574" y="19385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20BB369E-B8B2-E96B-64FA-D48731DDB05E}"/>
                </a:ext>
              </a:extLst>
            </p:cNvPr>
            <p:cNvSpPr/>
            <p:nvPr/>
          </p:nvSpPr>
          <p:spPr>
            <a:xfrm>
              <a:off x="4273464" y="4522168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4BB47374-427C-D0B8-29F9-8C89350DD72B}"/>
                </a:ext>
              </a:extLst>
            </p:cNvPr>
            <p:cNvSpPr/>
            <p:nvPr/>
          </p:nvSpPr>
          <p:spPr>
            <a:xfrm>
              <a:off x="4311926" y="4449628"/>
              <a:ext cx="52052" cy="87412"/>
            </a:xfrm>
            <a:custGeom>
              <a:avLst/>
              <a:gdLst>
                <a:gd name="csX0" fmla="*/ 1686 w 52052"/>
                <a:gd name="csY0" fmla="*/ 77464 h 87412"/>
                <a:gd name="csX1" fmla="*/ 21010 w 52052"/>
                <a:gd name="csY1" fmla="*/ 77464 h 87412"/>
                <a:gd name="csX2" fmla="*/ 21010 w 52052"/>
                <a:gd name="csY2" fmla="*/ 10775 h 87412"/>
                <a:gd name="csX3" fmla="*/ 0 w 52052"/>
                <a:gd name="csY3" fmla="*/ 14990 h 87412"/>
                <a:gd name="csX4" fmla="*/ 0 w 52052"/>
                <a:gd name="csY4" fmla="*/ 4215 h 87412"/>
                <a:gd name="csX5" fmla="*/ 20892 w 52052"/>
                <a:gd name="csY5" fmla="*/ 0 h 87412"/>
                <a:gd name="csX6" fmla="*/ 32729 w 52052"/>
                <a:gd name="csY6" fmla="*/ 0 h 87412"/>
                <a:gd name="csX7" fmla="*/ 32729 w 52052"/>
                <a:gd name="csY7" fmla="*/ 77464 h 87412"/>
                <a:gd name="csX8" fmla="*/ 52053 w 52052"/>
                <a:gd name="csY8" fmla="*/ 77464 h 87412"/>
                <a:gd name="csX9" fmla="*/ 52053 w 52052"/>
                <a:gd name="csY9" fmla="*/ 87412 h 87412"/>
                <a:gd name="csX10" fmla="*/ 1686 w 52052"/>
                <a:gd name="csY10" fmla="*/ 87412 h 87412"/>
                <a:gd name="csX11" fmla="*/ 1686 w 52052"/>
                <a:gd name="csY11" fmla="*/ 77464 h 87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2" h="87412">
                  <a:moveTo>
                    <a:pt x="1686" y="77464"/>
                  </a:moveTo>
                  <a:lnTo>
                    <a:pt x="21010" y="77464"/>
                  </a:lnTo>
                  <a:lnTo>
                    <a:pt x="21010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892" y="0"/>
                  </a:lnTo>
                  <a:lnTo>
                    <a:pt x="32729" y="0"/>
                  </a:lnTo>
                  <a:lnTo>
                    <a:pt x="32729" y="77464"/>
                  </a:lnTo>
                  <a:lnTo>
                    <a:pt x="52053" y="77464"/>
                  </a:lnTo>
                  <a:lnTo>
                    <a:pt x="52053" y="87412"/>
                  </a:lnTo>
                  <a:lnTo>
                    <a:pt x="1686" y="87412"/>
                  </a:lnTo>
                  <a:lnTo>
                    <a:pt x="1686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B50CFFEA-8D5C-823F-F0FB-0FD1063ED29D}"/>
                </a:ext>
              </a:extLst>
            </p:cNvPr>
            <p:cNvSpPr/>
            <p:nvPr/>
          </p:nvSpPr>
          <p:spPr>
            <a:xfrm>
              <a:off x="4131555" y="4502507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53C82757-964D-CC79-1581-2CB18F1C290F}"/>
                </a:ext>
              </a:extLst>
            </p:cNvPr>
            <p:cNvSpPr/>
            <p:nvPr/>
          </p:nvSpPr>
          <p:spPr>
            <a:xfrm>
              <a:off x="4192257" y="4166045"/>
              <a:ext cx="60416" cy="90699"/>
            </a:xfrm>
            <a:custGeom>
              <a:avLst/>
              <a:gdLst>
                <a:gd name="csX0" fmla="*/ 30199 w 60416"/>
                <a:gd name="csY0" fmla="*/ 9375 h 90699"/>
                <a:gd name="csX1" fmla="*/ 16440 w 60416"/>
                <a:gd name="csY1" fmla="*/ 18396 h 90699"/>
                <a:gd name="csX2" fmla="*/ 11871 w 60416"/>
                <a:gd name="csY2" fmla="*/ 45375 h 90699"/>
                <a:gd name="csX3" fmla="*/ 16440 w 60416"/>
                <a:gd name="csY3" fmla="*/ 72371 h 90699"/>
                <a:gd name="csX4" fmla="*/ 30199 w 60416"/>
                <a:gd name="csY4" fmla="*/ 81325 h 90699"/>
                <a:gd name="csX5" fmla="*/ 43959 w 60416"/>
                <a:gd name="csY5" fmla="*/ 72371 h 90699"/>
                <a:gd name="csX6" fmla="*/ 48596 w 60416"/>
                <a:gd name="csY6" fmla="*/ 45375 h 90699"/>
                <a:gd name="csX7" fmla="*/ 43959 w 60416"/>
                <a:gd name="csY7" fmla="*/ 18396 h 90699"/>
                <a:gd name="csX8" fmla="*/ 30199 w 60416"/>
                <a:gd name="csY8" fmla="*/ 9375 h 90699"/>
                <a:gd name="csX9" fmla="*/ 30199 w 60416"/>
                <a:gd name="csY9" fmla="*/ 0 h 90699"/>
                <a:gd name="csX10" fmla="*/ 52626 w 60416"/>
                <a:gd name="csY10" fmla="*/ 11651 h 90699"/>
                <a:gd name="csX11" fmla="*/ 60416 w 60416"/>
                <a:gd name="csY11" fmla="*/ 45375 h 90699"/>
                <a:gd name="csX12" fmla="*/ 52626 w 60416"/>
                <a:gd name="csY12" fmla="*/ 79099 h 90699"/>
                <a:gd name="csX13" fmla="*/ 30199 w 60416"/>
                <a:gd name="csY13" fmla="*/ 90700 h 90699"/>
                <a:gd name="csX14" fmla="*/ 7723 w 60416"/>
                <a:gd name="csY14" fmla="*/ 79099 h 90699"/>
                <a:gd name="csX15" fmla="*/ 0 w 60416"/>
                <a:gd name="csY15" fmla="*/ 45375 h 90699"/>
                <a:gd name="csX16" fmla="*/ 7723 w 60416"/>
                <a:gd name="csY16" fmla="*/ 11651 h 90699"/>
                <a:gd name="csX17" fmla="*/ 30199 w 60416"/>
                <a:gd name="csY17" fmla="*/ 0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9">
                  <a:moveTo>
                    <a:pt x="30199" y="9375"/>
                  </a:moveTo>
                  <a:cubicBezTo>
                    <a:pt x="24118" y="9375"/>
                    <a:pt x="19532" y="12382"/>
                    <a:pt x="16440" y="18396"/>
                  </a:cubicBezTo>
                  <a:cubicBezTo>
                    <a:pt x="13394" y="24365"/>
                    <a:pt x="11871" y="33358"/>
                    <a:pt x="11871" y="45375"/>
                  </a:cubicBezTo>
                  <a:cubicBezTo>
                    <a:pt x="11871" y="57358"/>
                    <a:pt x="13394" y="66357"/>
                    <a:pt x="16440" y="72371"/>
                  </a:cubicBezTo>
                  <a:cubicBezTo>
                    <a:pt x="19532" y="78340"/>
                    <a:pt x="24118" y="81325"/>
                    <a:pt x="30199" y="81325"/>
                  </a:cubicBezTo>
                  <a:cubicBezTo>
                    <a:pt x="36326" y="81325"/>
                    <a:pt x="40913" y="78340"/>
                    <a:pt x="43959" y="72371"/>
                  </a:cubicBezTo>
                  <a:cubicBezTo>
                    <a:pt x="47050" y="66357"/>
                    <a:pt x="48596" y="57358"/>
                    <a:pt x="48596" y="45375"/>
                  </a:cubicBezTo>
                  <a:cubicBezTo>
                    <a:pt x="48596" y="33358"/>
                    <a:pt x="47050" y="24365"/>
                    <a:pt x="43959" y="18396"/>
                  </a:cubicBezTo>
                  <a:cubicBezTo>
                    <a:pt x="40913" y="12382"/>
                    <a:pt x="36326" y="9375"/>
                    <a:pt x="30199" y="9375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1"/>
                  </a:cubicBezTo>
                  <a:cubicBezTo>
                    <a:pt x="57819" y="19385"/>
                    <a:pt x="60416" y="30627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33"/>
                    <a:pt x="40002" y="90700"/>
                    <a:pt x="30199" y="90700"/>
                  </a:cubicBezTo>
                  <a:cubicBezTo>
                    <a:pt x="20408" y="90700"/>
                    <a:pt x="12916" y="86833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7"/>
                    <a:pt x="2574" y="19385"/>
                    <a:pt x="7723" y="11651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F0521CA8-4F09-4F37-7600-F386F64202BA}"/>
                </a:ext>
              </a:extLst>
            </p:cNvPr>
            <p:cNvSpPr/>
            <p:nvPr/>
          </p:nvSpPr>
          <p:spPr>
            <a:xfrm>
              <a:off x="4273464" y="4240170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8C3648F3-298C-A22B-BE9D-247549CDF5B2}"/>
                </a:ext>
              </a:extLst>
            </p:cNvPr>
            <p:cNvSpPr/>
            <p:nvPr/>
          </p:nvSpPr>
          <p:spPr>
            <a:xfrm>
              <a:off x="4307525" y="4166045"/>
              <a:ext cx="55509" cy="88996"/>
            </a:xfrm>
            <a:custGeom>
              <a:avLst/>
              <a:gdLst>
                <a:gd name="csX0" fmla="*/ 14231 w 55509"/>
                <a:gd name="csY0" fmla="*/ 79048 h 88996"/>
                <a:gd name="csX1" fmla="*/ 55509 w 55509"/>
                <a:gd name="csY1" fmla="*/ 79048 h 88996"/>
                <a:gd name="csX2" fmla="*/ 55509 w 55509"/>
                <a:gd name="csY2" fmla="*/ 88997 h 88996"/>
                <a:gd name="csX3" fmla="*/ 0 w 55509"/>
                <a:gd name="csY3" fmla="*/ 88997 h 88996"/>
                <a:gd name="csX4" fmla="*/ 0 w 55509"/>
                <a:gd name="csY4" fmla="*/ 79048 h 88996"/>
                <a:gd name="csX5" fmla="*/ 18329 w 55509"/>
                <a:gd name="csY5" fmla="*/ 60365 h 88996"/>
                <a:gd name="csX6" fmla="*/ 32965 w 55509"/>
                <a:gd name="csY6" fmla="*/ 45207 h 88996"/>
                <a:gd name="csX7" fmla="*/ 40873 w 55509"/>
                <a:gd name="csY7" fmla="*/ 34432 h 88996"/>
                <a:gd name="csX8" fmla="*/ 43149 w 55509"/>
                <a:gd name="csY8" fmla="*/ 25714 h 88996"/>
                <a:gd name="csX9" fmla="*/ 38243 w 55509"/>
                <a:gd name="csY9" fmla="*/ 14349 h 88996"/>
                <a:gd name="csX10" fmla="*/ 25529 w 55509"/>
                <a:gd name="csY10" fmla="*/ 9965 h 88996"/>
                <a:gd name="csX11" fmla="*/ 13759 w 55509"/>
                <a:gd name="csY11" fmla="*/ 11887 h 88996"/>
                <a:gd name="csX12" fmla="*/ 590 w 55509"/>
                <a:gd name="csY12" fmla="*/ 17755 h 88996"/>
                <a:gd name="csX13" fmla="*/ 590 w 55509"/>
                <a:gd name="csY13" fmla="*/ 5800 h 88996"/>
                <a:gd name="csX14" fmla="*/ 13944 w 55509"/>
                <a:gd name="csY14" fmla="*/ 1467 h 88996"/>
                <a:gd name="csX15" fmla="*/ 25293 w 55509"/>
                <a:gd name="csY15" fmla="*/ 0 h 88996"/>
                <a:gd name="csX16" fmla="*/ 46960 w 55509"/>
                <a:gd name="csY16" fmla="*/ 6795 h 88996"/>
                <a:gd name="csX17" fmla="*/ 55037 w 55509"/>
                <a:gd name="csY17" fmla="*/ 24955 h 88996"/>
                <a:gd name="csX18" fmla="*/ 52997 w 55509"/>
                <a:gd name="csY18" fmla="*/ 35191 h 88996"/>
                <a:gd name="csX19" fmla="*/ 45679 w 55509"/>
                <a:gd name="csY19" fmla="*/ 46556 h 88996"/>
                <a:gd name="csX20" fmla="*/ 36371 w 55509"/>
                <a:gd name="csY20" fmla="*/ 56386 h 88996"/>
                <a:gd name="csX21" fmla="*/ 14231 w 55509"/>
                <a:gd name="csY21" fmla="*/ 79048 h 88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5509" h="88996">
                  <a:moveTo>
                    <a:pt x="14231" y="79048"/>
                  </a:moveTo>
                  <a:lnTo>
                    <a:pt x="55509" y="79048"/>
                  </a:lnTo>
                  <a:lnTo>
                    <a:pt x="55509" y="88997"/>
                  </a:lnTo>
                  <a:lnTo>
                    <a:pt x="0" y="88997"/>
                  </a:lnTo>
                  <a:lnTo>
                    <a:pt x="0" y="79048"/>
                  </a:lnTo>
                  <a:cubicBezTo>
                    <a:pt x="4496" y="74406"/>
                    <a:pt x="10606" y="68178"/>
                    <a:pt x="18329" y="60365"/>
                  </a:cubicBezTo>
                  <a:cubicBezTo>
                    <a:pt x="26096" y="52519"/>
                    <a:pt x="30975" y="47466"/>
                    <a:pt x="32965" y="45207"/>
                  </a:cubicBezTo>
                  <a:cubicBezTo>
                    <a:pt x="36753" y="40957"/>
                    <a:pt x="39389" y="37366"/>
                    <a:pt x="40873" y="34432"/>
                  </a:cubicBezTo>
                  <a:cubicBezTo>
                    <a:pt x="42391" y="31464"/>
                    <a:pt x="43149" y="28558"/>
                    <a:pt x="43149" y="25714"/>
                  </a:cubicBezTo>
                  <a:cubicBezTo>
                    <a:pt x="43149" y="21072"/>
                    <a:pt x="41514" y="17283"/>
                    <a:pt x="38243" y="14349"/>
                  </a:cubicBezTo>
                  <a:cubicBezTo>
                    <a:pt x="35005" y="11427"/>
                    <a:pt x="30767" y="9965"/>
                    <a:pt x="25529" y="9965"/>
                  </a:cubicBezTo>
                  <a:cubicBezTo>
                    <a:pt x="21819" y="9965"/>
                    <a:pt x="17896" y="10606"/>
                    <a:pt x="13759" y="11887"/>
                  </a:cubicBezTo>
                  <a:cubicBezTo>
                    <a:pt x="9667" y="13180"/>
                    <a:pt x="5278" y="15136"/>
                    <a:pt x="590" y="17755"/>
                  </a:cubicBezTo>
                  <a:lnTo>
                    <a:pt x="590" y="5800"/>
                  </a:lnTo>
                  <a:cubicBezTo>
                    <a:pt x="5356" y="3889"/>
                    <a:pt x="9808" y="2445"/>
                    <a:pt x="13944" y="1467"/>
                  </a:cubicBezTo>
                  <a:cubicBezTo>
                    <a:pt x="18081" y="489"/>
                    <a:pt x="21864" y="0"/>
                    <a:pt x="25293" y="0"/>
                  </a:cubicBezTo>
                  <a:cubicBezTo>
                    <a:pt x="34353" y="0"/>
                    <a:pt x="41575" y="2265"/>
                    <a:pt x="46960" y="6795"/>
                  </a:cubicBezTo>
                  <a:cubicBezTo>
                    <a:pt x="52345" y="11325"/>
                    <a:pt x="55037" y="17379"/>
                    <a:pt x="55037" y="24955"/>
                  </a:cubicBezTo>
                  <a:cubicBezTo>
                    <a:pt x="55037" y="28541"/>
                    <a:pt x="54357" y="31953"/>
                    <a:pt x="52997" y="35191"/>
                  </a:cubicBezTo>
                  <a:cubicBezTo>
                    <a:pt x="51670" y="38394"/>
                    <a:pt x="49231" y="42183"/>
                    <a:pt x="45679" y="46556"/>
                  </a:cubicBezTo>
                  <a:cubicBezTo>
                    <a:pt x="44700" y="47691"/>
                    <a:pt x="41598" y="50968"/>
                    <a:pt x="36371" y="56386"/>
                  </a:cubicBezTo>
                  <a:cubicBezTo>
                    <a:pt x="31132" y="61771"/>
                    <a:pt x="23753" y="69325"/>
                    <a:pt x="14231" y="7904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685E9B1E-502E-DD19-0C1B-D7080C18CD4F}"/>
                </a:ext>
              </a:extLst>
            </p:cNvPr>
            <p:cNvSpPr/>
            <p:nvPr/>
          </p:nvSpPr>
          <p:spPr>
            <a:xfrm>
              <a:off x="4131555" y="4220526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F5F08FD9-AF59-0B34-0BDF-49A9FF4D65CA}"/>
                </a:ext>
              </a:extLst>
            </p:cNvPr>
            <p:cNvSpPr/>
            <p:nvPr/>
          </p:nvSpPr>
          <p:spPr>
            <a:xfrm>
              <a:off x="4192257" y="3884059"/>
              <a:ext cx="60416" cy="90689"/>
            </a:xfrm>
            <a:custGeom>
              <a:avLst/>
              <a:gdLst>
                <a:gd name="csX0" fmla="*/ 30199 w 60416"/>
                <a:gd name="csY0" fmla="*/ 9368 h 90689"/>
                <a:gd name="csX1" fmla="*/ 16440 w 60416"/>
                <a:gd name="csY1" fmla="*/ 18385 h 90689"/>
                <a:gd name="csX2" fmla="*/ 11871 w 60416"/>
                <a:gd name="csY2" fmla="*/ 45375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5 h 90689"/>
                <a:gd name="csX7" fmla="*/ 43959 w 60416"/>
                <a:gd name="csY7" fmla="*/ 18385 h 90689"/>
                <a:gd name="csX8" fmla="*/ 30199 w 60416"/>
                <a:gd name="csY8" fmla="*/ 9368 h 90689"/>
                <a:gd name="csX9" fmla="*/ 30199 w 60416"/>
                <a:gd name="csY9" fmla="*/ 0 h 90689"/>
                <a:gd name="csX10" fmla="*/ 52626 w 60416"/>
                <a:gd name="csY10" fmla="*/ 11652 h 90689"/>
                <a:gd name="csX11" fmla="*/ 60416 w 60416"/>
                <a:gd name="csY11" fmla="*/ 45375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5 h 90689"/>
                <a:gd name="csX16" fmla="*/ 7723 w 60416"/>
                <a:gd name="csY16" fmla="*/ 11652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5"/>
                  </a:cubicBezTo>
                  <a:cubicBezTo>
                    <a:pt x="13394" y="24356"/>
                    <a:pt x="11871" y="33353"/>
                    <a:pt x="11871" y="45375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5"/>
                  </a:cubicBezTo>
                  <a:cubicBezTo>
                    <a:pt x="48596" y="33353"/>
                    <a:pt x="47050" y="24356"/>
                    <a:pt x="43959" y="18385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469">
              <a:extLst>
                <a:ext uri="{FF2B5EF4-FFF2-40B4-BE49-F238E27FC236}">
                  <a16:creationId xmlns:a16="http://schemas.microsoft.com/office/drawing/2014/main" id="{A6F9A5E8-5416-5F2A-8BD5-1667FFD8A67C}"/>
                </a:ext>
              </a:extLst>
            </p:cNvPr>
            <p:cNvSpPr/>
            <p:nvPr/>
          </p:nvSpPr>
          <p:spPr>
            <a:xfrm>
              <a:off x="4273464" y="3958181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0C8F1440-3A5A-137E-29B4-D1765BE38CE8}"/>
                </a:ext>
              </a:extLst>
            </p:cNvPr>
            <p:cNvSpPr/>
            <p:nvPr/>
          </p:nvSpPr>
          <p:spPr>
            <a:xfrm>
              <a:off x="4307879" y="3884059"/>
              <a:ext cx="57549" cy="90689"/>
            </a:xfrm>
            <a:custGeom>
              <a:avLst/>
              <a:gdLst>
                <a:gd name="csX0" fmla="*/ 39524 w 57549"/>
                <a:gd name="csY0" fmla="*/ 41861 h 90689"/>
                <a:gd name="csX1" fmla="*/ 52761 w 57549"/>
                <a:gd name="csY1" fmla="*/ 49414 h 90689"/>
                <a:gd name="csX2" fmla="*/ 57549 w 57549"/>
                <a:gd name="csY2" fmla="*/ 63583 h 90689"/>
                <a:gd name="csX3" fmla="*/ 48663 w 57549"/>
                <a:gd name="csY3" fmla="*/ 83606 h 90689"/>
                <a:gd name="csX4" fmla="*/ 23370 w 57549"/>
                <a:gd name="csY4" fmla="*/ 90690 h 90689"/>
                <a:gd name="csX5" fmla="*/ 12005 w 57549"/>
                <a:gd name="csY5" fmla="*/ 89579 h 90689"/>
                <a:gd name="csX6" fmla="*/ 0 w 57549"/>
                <a:gd name="csY6" fmla="*/ 86358 h 90689"/>
                <a:gd name="csX7" fmla="*/ 0 w 57549"/>
                <a:gd name="csY7" fmla="*/ 74941 h 90689"/>
                <a:gd name="csX8" fmla="*/ 10775 w 57549"/>
                <a:gd name="csY8" fmla="*/ 79274 h 90689"/>
                <a:gd name="csX9" fmla="*/ 23016 w 57549"/>
                <a:gd name="csY9" fmla="*/ 80738 h 90689"/>
                <a:gd name="csX10" fmla="*/ 39929 w 57549"/>
                <a:gd name="csY10" fmla="*/ 76347 h 90689"/>
                <a:gd name="csX11" fmla="*/ 45780 w 57549"/>
                <a:gd name="csY11" fmla="*/ 63583 h 90689"/>
                <a:gd name="csX12" fmla="*/ 40350 w 57549"/>
                <a:gd name="csY12" fmla="*/ 51521 h 90689"/>
                <a:gd name="csX13" fmla="*/ 25293 w 57549"/>
                <a:gd name="csY13" fmla="*/ 47131 h 90689"/>
                <a:gd name="csX14" fmla="*/ 15108 w 57549"/>
                <a:gd name="csY14" fmla="*/ 47131 h 90689"/>
                <a:gd name="csX15" fmla="*/ 15108 w 57549"/>
                <a:gd name="csY15" fmla="*/ 37411 h 90689"/>
                <a:gd name="csX16" fmla="*/ 25765 w 57549"/>
                <a:gd name="csY16" fmla="*/ 37411 h 90689"/>
                <a:gd name="csX17" fmla="*/ 39119 w 57549"/>
                <a:gd name="csY17" fmla="*/ 33958 h 90689"/>
                <a:gd name="csX18" fmla="*/ 43740 w 57549"/>
                <a:gd name="csY18" fmla="*/ 23888 h 90689"/>
                <a:gd name="csX19" fmla="*/ 38934 w 57549"/>
                <a:gd name="csY19" fmla="*/ 13584 h 90689"/>
                <a:gd name="csX20" fmla="*/ 25293 w 57549"/>
                <a:gd name="csY20" fmla="*/ 9954 h 90689"/>
                <a:gd name="csX21" fmla="*/ 14872 w 57549"/>
                <a:gd name="csY21" fmla="*/ 11007 h 90689"/>
                <a:gd name="csX22" fmla="*/ 2630 w 57549"/>
                <a:gd name="csY22" fmla="*/ 14285 h 90689"/>
                <a:gd name="csX23" fmla="*/ 2630 w 57549"/>
                <a:gd name="csY23" fmla="*/ 3747 h 90689"/>
                <a:gd name="csX24" fmla="*/ 15226 w 57549"/>
                <a:gd name="csY24" fmla="*/ 937 h 90689"/>
                <a:gd name="csX25" fmla="*/ 26355 w 57549"/>
                <a:gd name="csY25" fmla="*/ 0 h 90689"/>
                <a:gd name="csX26" fmla="*/ 47669 w 57549"/>
                <a:gd name="csY26" fmla="*/ 6148 h 90689"/>
                <a:gd name="csX27" fmla="*/ 55509 w 57549"/>
                <a:gd name="csY27" fmla="*/ 22657 h 90689"/>
                <a:gd name="csX28" fmla="*/ 51344 w 57549"/>
                <a:gd name="csY28" fmla="*/ 34953 h 90689"/>
                <a:gd name="csX29" fmla="*/ 39524 w 57549"/>
                <a:gd name="csY29" fmla="*/ 41861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49" h="90689">
                  <a:moveTo>
                    <a:pt x="39524" y="41861"/>
                  </a:moveTo>
                  <a:cubicBezTo>
                    <a:pt x="45178" y="43072"/>
                    <a:pt x="49591" y="45589"/>
                    <a:pt x="52761" y="49414"/>
                  </a:cubicBezTo>
                  <a:cubicBezTo>
                    <a:pt x="55953" y="53239"/>
                    <a:pt x="57549" y="57962"/>
                    <a:pt x="57549" y="63583"/>
                  </a:cubicBezTo>
                  <a:cubicBezTo>
                    <a:pt x="57549" y="72209"/>
                    <a:pt x="54587" y="78884"/>
                    <a:pt x="48663" y="83606"/>
                  </a:cubicBezTo>
                  <a:cubicBezTo>
                    <a:pt x="42728" y="88329"/>
                    <a:pt x="34297" y="90690"/>
                    <a:pt x="23370" y="90690"/>
                  </a:cubicBezTo>
                  <a:cubicBezTo>
                    <a:pt x="19695" y="90690"/>
                    <a:pt x="15906" y="90319"/>
                    <a:pt x="12005" y="89579"/>
                  </a:cubicBezTo>
                  <a:cubicBezTo>
                    <a:pt x="8139" y="88876"/>
                    <a:pt x="4137" y="87803"/>
                    <a:pt x="0" y="86358"/>
                  </a:cubicBezTo>
                  <a:lnTo>
                    <a:pt x="0" y="74941"/>
                  </a:lnTo>
                  <a:cubicBezTo>
                    <a:pt x="3282" y="76854"/>
                    <a:pt x="6874" y="78299"/>
                    <a:pt x="10775" y="79274"/>
                  </a:cubicBezTo>
                  <a:cubicBezTo>
                    <a:pt x="14675" y="80250"/>
                    <a:pt x="18756" y="80738"/>
                    <a:pt x="23016" y="80738"/>
                  </a:cubicBezTo>
                  <a:cubicBezTo>
                    <a:pt x="30424" y="80738"/>
                    <a:pt x="36062" y="79274"/>
                    <a:pt x="39929" y="76347"/>
                  </a:cubicBezTo>
                  <a:cubicBezTo>
                    <a:pt x="43829" y="73419"/>
                    <a:pt x="45780" y="69164"/>
                    <a:pt x="45780" y="63583"/>
                  </a:cubicBezTo>
                  <a:cubicBezTo>
                    <a:pt x="45780" y="58431"/>
                    <a:pt x="43970" y="54410"/>
                    <a:pt x="40350" y="51521"/>
                  </a:cubicBezTo>
                  <a:cubicBezTo>
                    <a:pt x="36753" y="48594"/>
                    <a:pt x="31734" y="47131"/>
                    <a:pt x="25293" y="47131"/>
                  </a:cubicBezTo>
                  <a:lnTo>
                    <a:pt x="15108" y="47131"/>
                  </a:lnTo>
                  <a:lnTo>
                    <a:pt x="15108" y="37411"/>
                  </a:lnTo>
                  <a:lnTo>
                    <a:pt x="25765" y="37411"/>
                  </a:lnTo>
                  <a:cubicBezTo>
                    <a:pt x="31576" y="37411"/>
                    <a:pt x="36028" y="36260"/>
                    <a:pt x="39119" y="33958"/>
                  </a:cubicBezTo>
                  <a:cubicBezTo>
                    <a:pt x="42200" y="31615"/>
                    <a:pt x="43740" y="28259"/>
                    <a:pt x="43740" y="23888"/>
                  </a:cubicBezTo>
                  <a:cubicBezTo>
                    <a:pt x="43740" y="19400"/>
                    <a:pt x="42138" y="15965"/>
                    <a:pt x="38934" y="13584"/>
                  </a:cubicBezTo>
                  <a:cubicBezTo>
                    <a:pt x="35775" y="11164"/>
                    <a:pt x="31228" y="9954"/>
                    <a:pt x="25293" y="9954"/>
                  </a:cubicBezTo>
                  <a:cubicBezTo>
                    <a:pt x="22055" y="9954"/>
                    <a:pt x="18582" y="10305"/>
                    <a:pt x="14872" y="11007"/>
                  </a:cubicBezTo>
                  <a:cubicBezTo>
                    <a:pt x="11162" y="11710"/>
                    <a:pt x="7082" y="12803"/>
                    <a:pt x="2630" y="14285"/>
                  </a:cubicBezTo>
                  <a:lnTo>
                    <a:pt x="2630" y="3747"/>
                  </a:lnTo>
                  <a:cubicBezTo>
                    <a:pt x="7127" y="2498"/>
                    <a:pt x="11325" y="1561"/>
                    <a:pt x="15226" y="937"/>
                  </a:cubicBezTo>
                  <a:cubicBezTo>
                    <a:pt x="19172" y="312"/>
                    <a:pt x="22881" y="0"/>
                    <a:pt x="26355" y="0"/>
                  </a:cubicBezTo>
                  <a:cubicBezTo>
                    <a:pt x="35326" y="0"/>
                    <a:pt x="42430" y="2049"/>
                    <a:pt x="47669" y="6148"/>
                  </a:cubicBezTo>
                  <a:cubicBezTo>
                    <a:pt x="52895" y="10207"/>
                    <a:pt x="55509" y="15710"/>
                    <a:pt x="55509" y="22657"/>
                  </a:cubicBezTo>
                  <a:cubicBezTo>
                    <a:pt x="55509" y="27498"/>
                    <a:pt x="54121" y="31596"/>
                    <a:pt x="51344" y="34953"/>
                  </a:cubicBezTo>
                  <a:cubicBezTo>
                    <a:pt x="48579" y="38270"/>
                    <a:pt x="44639" y="40573"/>
                    <a:pt x="39524" y="41861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00FFD4F8-BD1E-9750-3AAF-427E155F7AC7}"/>
                </a:ext>
              </a:extLst>
            </p:cNvPr>
            <p:cNvSpPr/>
            <p:nvPr/>
          </p:nvSpPr>
          <p:spPr>
            <a:xfrm>
              <a:off x="4131555" y="393852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8B18CC84-58B2-1786-39CB-B17C48A52DB9}"/>
                </a:ext>
              </a:extLst>
            </p:cNvPr>
            <p:cNvSpPr/>
            <p:nvPr/>
          </p:nvSpPr>
          <p:spPr>
            <a:xfrm>
              <a:off x="4192257" y="3602067"/>
              <a:ext cx="60416" cy="90689"/>
            </a:xfrm>
            <a:custGeom>
              <a:avLst/>
              <a:gdLst>
                <a:gd name="csX0" fmla="*/ 30199 w 60416"/>
                <a:gd name="csY0" fmla="*/ 9367 h 90689"/>
                <a:gd name="csX1" fmla="*/ 16440 w 60416"/>
                <a:gd name="csY1" fmla="*/ 18383 h 90689"/>
                <a:gd name="csX2" fmla="*/ 11871 w 60416"/>
                <a:gd name="csY2" fmla="*/ 45374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4 h 90689"/>
                <a:gd name="csX7" fmla="*/ 43959 w 60416"/>
                <a:gd name="csY7" fmla="*/ 18383 h 90689"/>
                <a:gd name="csX8" fmla="*/ 30199 w 60416"/>
                <a:gd name="csY8" fmla="*/ 9367 h 90689"/>
                <a:gd name="csX9" fmla="*/ 30199 w 60416"/>
                <a:gd name="csY9" fmla="*/ 0 h 90689"/>
                <a:gd name="csX10" fmla="*/ 52626 w 60416"/>
                <a:gd name="csY10" fmla="*/ 11650 h 90689"/>
                <a:gd name="csX11" fmla="*/ 60416 w 60416"/>
                <a:gd name="csY11" fmla="*/ 45374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4 h 90689"/>
                <a:gd name="csX16" fmla="*/ 7723 w 60416"/>
                <a:gd name="csY16" fmla="*/ 11650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7"/>
                  </a:moveTo>
                  <a:cubicBezTo>
                    <a:pt x="24118" y="9367"/>
                    <a:pt x="19532" y="12372"/>
                    <a:pt x="16440" y="18383"/>
                  </a:cubicBezTo>
                  <a:cubicBezTo>
                    <a:pt x="13394" y="24355"/>
                    <a:pt x="11871" y="33352"/>
                    <a:pt x="11871" y="45374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2"/>
                    <a:pt x="47050" y="24355"/>
                    <a:pt x="43959" y="18383"/>
                  </a:cubicBezTo>
                  <a:cubicBezTo>
                    <a:pt x="40913" y="12372"/>
                    <a:pt x="36326" y="9367"/>
                    <a:pt x="30199" y="9367"/>
                  </a:cubicBezTo>
                  <a:moveTo>
                    <a:pt x="30199" y="0"/>
                  </a:moveTo>
                  <a:cubicBezTo>
                    <a:pt x="40002" y="0"/>
                    <a:pt x="47478" y="3883"/>
                    <a:pt x="52626" y="11650"/>
                  </a:cubicBezTo>
                  <a:cubicBezTo>
                    <a:pt x="57819" y="19378"/>
                    <a:pt x="60416" y="30619"/>
                    <a:pt x="60416" y="45374"/>
                  </a:cubicBezTo>
                  <a:cubicBezTo>
                    <a:pt x="60416" y="60088"/>
                    <a:pt x="57819" y="71330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0"/>
                    <a:pt x="0" y="60088"/>
                    <a:pt x="0" y="45374"/>
                  </a:cubicBezTo>
                  <a:cubicBezTo>
                    <a:pt x="0" y="30619"/>
                    <a:pt x="2574" y="19378"/>
                    <a:pt x="7723" y="11650"/>
                  </a:cubicBezTo>
                  <a:cubicBezTo>
                    <a:pt x="12916" y="3883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9F5946C1-43C1-0747-C6D4-927C73D419EA}"/>
                </a:ext>
              </a:extLst>
            </p:cNvPr>
            <p:cNvSpPr/>
            <p:nvPr/>
          </p:nvSpPr>
          <p:spPr>
            <a:xfrm>
              <a:off x="4273464" y="3676188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62CA2EA3-32A3-892C-7549-D2A3B4442A4E}"/>
                </a:ext>
              </a:extLst>
            </p:cNvPr>
            <p:cNvSpPr/>
            <p:nvPr/>
          </p:nvSpPr>
          <p:spPr>
            <a:xfrm>
              <a:off x="4304608" y="3603647"/>
              <a:ext cx="63704" cy="87411"/>
            </a:xfrm>
            <a:custGeom>
              <a:avLst/>
              <a:gdLst>
                <a:gd name="csX0" fmla="*/ 39457 w 63704"/>
                <a:gd name="csY0" fmla="*/ 10304 h 87411"/>
                <a:gd name="csX1" fmla="*/ 9595 w 63704"/>
                <a:gd name="csY1" fmla="*/ 56968 h 87411"/>
                <a:gd name="csX2" fmla="*/ 39457 w 63704"/>
                <a:gd name="csY2" fmla="*/ 56968 h 87411"/>
                <a:gd name="csX3" fmla="*/ 39457 w 63704"/>
                <a:gd name="csY3" fmla="*/ 10304 h 87411"/>
                <a:gd name="csX4" fmla="*/ 36354 w 63704"/>
                <a:gd name="csY4" fmla="*/ 0 h 87411"/>
                <a:gd name="csX5" fmla="*/ 51227 w 63704"/>
                <a:gd name="csY5" fmla="*/ 0 h 87411"/>
                <a:gd name="csX6" fmla="*/ 51227 w 63704"/>
                <a:gd name="csY6" fmla="*/ 56968 h 87411"/>
                <a:gd name="csX7" fmla="*/ 63704 w 63704"/>
                <a:gd name="csY7" fmla="*/ 56968 h 87411"/>
                <a:gd name="csX8" fmla="*/ 63704 w 63704"/>
                <a:gd name="csY8" fmla="*/ 66803 h 87411"/>
                <a:gd name="csX9" fmla="*/ 51227 w 63704"/>
                <a:gd name="csY9" fmla="*/ 66803 h 87411"/>
                <a:gd name="csX10" fmla="*/ 51227 w 63704"/>
                <a:gd name="csY10" fmla="*/ 87412 h 87411"/>
                <a:gd name="csX11" fmla="*/ 39457 w 63704"/>
                <a:gd name="csY11" fmla="*/ 87412 h 87411"/>
                <a:gd name="csX12" fmla="*/ 39457 w 63704"/>
                <a:gd name="csY12" fmla="*/ 66803 h 87411"/>
                <a:gd name="csX13" fmla="*/ 0 w 63704"/>
                <a:gd name="csY13" fmla="*/ 66803 h 87411"/>
                <a:gd name="csX14" fmla="*/ 0 w 63704"/>
                <a:gd name="csY14" fmla="*/ 55386 h 87411"/>
                <a:gd name="csX15" fmla="*/ 36354 w 63704"/>
                <a:gd name="csY15" fmla="*/ 0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3704" h="87411">
                  <a:moveTo>
                    <a:pt x="39457" y="10304"/>
                  </a:moveTo>
                  <a:lnTo>
                    <a:pt x="9595" y="56968"/>
                  </a:lnTo>
                  <a:lnTo>
                    <a:pt x="39457" y="56968"/>
                  </a:lnTo>
                  <a:lnTo>
                    <a:pt x="39457" y="10304"/>
                  </a:lnTo>
                  <a:moveTo>
                    <a:pt x="36354" y="0"/>
                  </a:moveTo>
                  <a:lnTo>
                    <a:pt x="51227" y="0"/>
                  </a:lnTo>
                  <a:lnTo>
                    <a:pt x="51227" y="56968"/>
                  </a:lnTo>
                  <a:lnTo>
                    <a:pt x="63704" y="56968"/>
                  </a:lnTo>
                  <a:lnTo>
                    <a:pt x="63704" y="66803"/>
                  </a:lnTo>
                  <a:lnTo>
                    <a:pt x="51227" y="66803"/>
                  </a:lnTo>
                  <a:lnTo>
                    <a:pt x="51227" y="87412"/>
                  </a:lnTo>
                  <a:lnTo>
                    <a:pt x="39457" y="87412"/>
                  </a:lnTo>
                  <a:lnTo>
                    <a:pt x="39457" y="66803"/>
                  </a:lnTo>
                  <a:lnTo>
                    <a:pt x="0" y="66803"/>
                  </a:lnTo>
                  <a:lnTo>
                    <a:pt x="0" y="55386"/>
                  </a:lnTo>
                  <a:lnTo>
                    <a:pt x="36354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77854DA5-5DBE-7FD4-5319-F06AF6A7D28D}"/>
                </a:ext>
              </a:extLst>
            </p:cNvPr>
            <p:cNvSpPr/>
            <p:nvPr/>
          </p:nvSpPr>
          <p:spPr>
            <a:xfrm>
              <a:off x="4131555" y="3656530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DE612C27-35DC-F730-557E-3C9F7E6BB865}"/>
                </a:ext>
              </a:extLst>
            </p:cNvPr>
            <p:cNvSpPr/>
            <p:nvPr/>
          </p:nvSpPr>
          <p:spPr>
            <a:xfrm>
              <a:off x="4192257" y="3320072"/>
              <a:ext cx="60416" cy="90691"/>
            </a:xfrm>
            <a:custGeom>
              <a:avLst/>
              <a:gdLst>
                <a:gd name="csX0" fmla="*/ 30199 w 60416"/>
                <a:gd name="csY0" fmla="*/ 9368 h 90691"/>
                <a:gd name="csX1" fmla="*/ 16440 w 60416"/>
                <a:gd name="csY1" fmla="*/ 18384 h 90691"/>
                <a:gd name="csX2" fmla="*/ 11871 w 60416"/>
                <a:gd name="csY2" fmla="*/ 45375 h 90691"/>
                <a:gd name="csX3" fmla="*/ 16440 w 60416"/>
                <a:gd name="csY3" fmla="*/ 72366 h 90691"/>
                <a:gd name="csX4" fmla="*/ 30199 w 60416"/>
                <a:gd name="csY4" fmla="*/ 81323 h 90691"/>
                <a:gd name="csX5" fmla="*/ 43959 w 60416"/>
                <a:gd name="csY5" fmla="*/ 72366 h 90691"/>
                <a:gd name="csX6" fmla="*/ 48596 w 60416"/>
                <a:gd name="csY6" fmla="*/ 45375 h 90691"/>
                <a:gd name="csX7" fmla="*/ 43959 w 60416"/>
                <a:gd name="csY7" fmla="*/ 18384 h 90691"/>
                <a:gd name="csX8" fmla="*/ 30199 w 60416"/>
                <a:gd name="csY8" fmla="*/ 9368 h 90691"/>
                <a:gd name="csX9" fmla="*/ 30199 w 60416"/>
                <a:gd name="csY9" fmla="*/ 0 h 90691"/>
                <a:gd name="csX10" fmla="*/ 52626 w 60416"/>
                <a:gd name="csY10" fmla="*/ 11652 h 90691"/>
                <a:gd name="csX11" fmla="*/ 60416 w 60416"/>
                <a:gd name="csY11" fmla="*/ 45375 h 90691"/>
                <a:gd name="csX12" fmla="*/ 52626 w 60416"/>
                <a:gd name="csY12" fmla="*/ 79099 h 90691"/>
                <a:gd name="csX13" fmla="*/ 30199 w 60416"/>
                <a:gd name="csY13" fmla="*/ 90691 h 90691"/>
                <a:gd name="csX14" fmla="*/ 7723 w 60416"/>
                <a:gd name="csY14" fmla="*/ 79099 h 90691"/>
                <a:gd name="csX15" fmla="*/ 0 w 60416"/>
                <a:gd name="csY15" fmla="*/ 45375 h 90691"/>
                <a:gd name="csX16" fmla="*/ 7723 w 60416"/>
                <a:gd name="csY16" fmla="*/ 11652 h 90691"/>
                <a:gd name="csX17" fmla="*/ 30199 w 60416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1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4"/>
                  </a:cubicBezTo>
                  <a:cubicBezTo>
                    <a:pt x="13394" y="24356"/>
                    <a:pt x="11871" y="33353"/>
                    <a:pt x="11871" y="45375"/>
                  </a:cubicBezTo>
                  <a:cubicBezTo>
                    <a:pt x="11871" y="57357"/>
                    <a:pt x="13394" y="66354"/>
                    <a:pt x="16440" y="72366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6"/>
                  </a:cubicBezTo>
                  <a:cubicBezTo>
                    <a:pt x="47050" y="66354"/>
                    <a:pt x="48596" y="57357"/>
                    <a:pt x="48596" y="45375"/>
                  </a:cubicBezTo>
                  <a:cubicBezTo>
                    <a:pt x="48596" y="33353"/>
                    <a:pt x="47050" y="24356"/>
                    <a:pt x="43959" y="18384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7"/>
                    <a:pt x="40002" y="90691"/>
                    <a:pt x="30199" y="90691"/>
                  </a:cubicBezTo>
                  <a:cubicBezTo>
                    <a:pt x="20408" y="90691"/>
                    <a:pt x="12916" y="86827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301FE3CF-20F9-4153-60C5-D901C8F61899}"/>
                </a:ext>
              </a:extLst>
            </p:cNvPr>
            <p:cNvSpPr/>
            <p:nvPr/>
          </p:nvSpPr>
          <p:spPr>
            <a:xfrm>
              <a:off x="4273464" y="3394194"/>
              <a:ext cx="12342" cy="14872"/>
            </a:xfrm>
            <a:custGeom>
              <a:avLst/>
              <a:gdLst>
                <a:gd name="csX0" fmla="*/ 0 w 12342"/>
                <a:gd name="csY0" fmla="*/ 0 h 14872"/>
                <a:gd name="csX1" fmla="*/ 12343 w 12342"/>
                <a:gd name="csY1" fmla="*/ 0 h 14872"/>
                <a:gd name="csX2" fmla="*/ 12343 w 12342"/>
                <a:gd name="csY2" fmla="*/ 14872 h 14872"/>
                <a:gd name="csX3" fmla="*/ 0 w 12342"/>
                <a:gd name="csY3" fmla="*/ 14872 h 14872"/>
                <a:gd name="csX4" fmla="*/ 0 w 1234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2">
                  <a:moveTo>
                    <a:pt x="0" y="0"/>
                  </a:moveTo>
                  <a:lnTo>
                    <a:pt x="12343" y="0"/>
                  </a:lnTo>
                  <a:lnTo>
                    <a:pt x="1234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FC2CA44B-27FC-83B4-D6F9-B49116C5ABCF}"/>
                </a:ext>
              </a:extLst>
            </p:cNvPr>
            <p:cNvSpPr/>
            <p:nvPr/>
          </p:nvSpPr>
          <p:spPr>
            <a:xfrm>
              <a:off x="4307997" y="3321654"/>
              <a:ext cx="56554" cy="89109"/>
            </a:xfrm>
            <a:custGeom>
              <a:avLst/>
              <a:gdLst>
                <a:gd name="csX0" fmla="*/ 3693 w 56554"/>
                <a:gd name="csY0" fmla="*/ 0 h 89109"/>
                <a:gd name="csX1" fmla="*/ 50114 w 56554"/>
                <a:gd name="csY1" fmla="*/ 0 h 89109"/>
                <a:gd name="csX2" fmla="*/ 50114 w 56554"/>
                <a:gd name="csY2" fmla="*/ 9952 h 89109"/>
                <a:gd name="csX3" fmla="*/ 14518 w 56554"/>
                <a:gd name="csY3" fmla="*/ 9952 h 89109"/>
                <a:gd name="csX4" fmla="*/ 14518 w 56554"/>
                <a:gd name="csY4" fmla="*/ 31382 h 89109"/>
                <a:gd name="csX5" fmla="*/ 19678 w 56554"/>
                <a:gd name="csY5" fmla="*/ 30093 h 89109"/>
                <a:gd name="csX6" fmla="*/ 24821 w 56554"/>
                <a:gd name="csY6" fmla="*/ 29625 h 89109"/>
                <a:gd name="csX7" fmla="*/ 48006 w 56554"/>
                <a:gd name="csY7" fmla="*/ 37646 h 89109"/>
                <a:gd name="csX8" fmla="*/ 56555 w 56554"/>
                <a:gd name="csY8" fmla="*/ 59367 h 89109"/>
                <a:gd name="csX9" fmla="*/ 47770 w 56554"/>
                <a:gd name="csY9" fmla="*/ 81323 h 89109"/>
                <a:gd name="csX10" fmla="*/ 23017 w 56554"/>
                <a:gd name="csY10" fmla="*/ 89110 h 89109"/>
                <a:gd name="csX11" fmla="*/ 11770 w 56554"/>
                <a:gd name="csY11" fmla="*/ 88172 h 89109"/>
                <a:gd name="csX12" fmla="*/ 0 w 56554"/>
                <a:gd name="csY12" fmla="*/ 85361 h 89109"/>
                <a:gd name="csX13" fmla="*/ 0 w 56554"/>
                <a:gd name="csY13" fmla="*/ 73477 h 89109"/>
                <a:gd name="csX14" fmla="*/ 10893 w 56554"/>
                <a:gd name="csY14" fmla="*/ 77752 h 89109"/>
                <a:gd name="csX15" fmla="*/ 22780 w 56554"/>
                <a:gd name="csY15" fmla="*/ 79156 h 89109"/>
                <a:gd name="csX16" fmla="*/ 38816 w 56554"/>
                <a:gd name="csY16" fmla="*/ 73828 h 89109"/>
                <a:gd name="csX17" fmla="*/ 44735 w 56554"/>
                <a:gd name="csY17" fmla="*/ 59367 h 89109"/>
                <a:gd name="csX18" fmla="*/ 38816 w 56554"/>
                <a:gd name="csY18" fmla="*/ 44906 h 89109"/>
                <a:gd name="csX19" fmla="*/ 22780 w 56554"/>
                <a:gd name="csY19" fmla="*/ 39578 h 89109"/>
                <a:gd name="csX20" fmla="*/ 13287 w 56554"/>
                <a:gd name="csY20" fmla="*/ 40632 h 89109"/>
                <a:gd name="csX21" fmla="*/ 3693 w 56554"/>
                <a:gd name="csY21" fmla="*/ 43910 h 89109"/>
                <a:gd name="csX22" fmla="*/ 3693 w 56554"/>
                <a:gd name="csY22" fmla="*/ 0 h 8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6554" h="89109">
                  <a:moveTo>
                    <a:pt x="3693" y="0"/>
                  </a:moveTo>
                  <a:lnTo>
                    <a:pt x="50114" y="0"/>
                  </a:lnTo>
                  <a:lnTo>
                    <a:pt x="50114" y="9952"/>
                  </a:lnTo>
                  <a:lnTo>
                    <a:pt x="14518" y="9952"/>
                  </a:lnTo>
                  <a:lnTo>
                    <a:pt x="14518" y="31382"/>
                  </a:lnTo>
                  <a:cubicBezTo>
                    <a:pt x="16238" y="30796"/>
                    <a:pt x="17958" y="30366"/>
                    <a:pt x="19678" y="30093"/>
                  </a:cubicBezTo>
                  <a:cubicBezTo>
                    <a:pt x="21398" y="29781"/>
                    <a:pt x="23112" y="29625"/>
                    <a:pt x="24821" y="29625"/>
                  </a:cubicBezTo>
                  <a:cubicBezTo>
                    <a:pt x="34578" y="29625"/>
                    <a:pt x="42307" y="32298"/>
                    <a:pt x="48006" y="37646"/>
                  </a:cubicBezTo>
                  <a:cubicBezTo>
                    <a:pt x="53705" y="42993"/>
                    <a:pt x="56555" y="50234"/>
                    <a:pt x="56555" y="59367"/>
                  </a:cubicBezTo>
                  <a:cubicBezTo>
                    <a:pt x="56555" y="68774"/>
                    <a:pt x="53627" y="76093"/>
                    <a:pt x="47770" y="81323"/>
                  </a:cubicBezTo>
                  <a:cubicBezTo>
                    <a:pt x="41925" y="86514"/>
                    <a:pt x="33674" y="89110"/>
                    <a:pt x="23017" y="89110"/>
                  </a:cubicBezTo>
                  <a:cubicBezTo>
                    <a:pt x="19341" y="89110"/>
                    <a:pt x="15592" y="88797"/>
                    <a:pt x="11770" y="88172"/>
                  </a:cubicBezTo>
                  <a:cubicBezTo>
                    <a:pt x="7981" y="87549"/>
                    <a:pt x="4058" y="86611"/>
                    <a:pt x="0" y="85361"/>
                  </a:cubicBezTo>
                  <a:lnTo>
                    <a:pt x="0" y="73477"/>
                  </a:lnTo>
                  <a:cubicBezTo>
                    <a:pt x="3519" y="75389"/>
                    <a:pt x="7149" y="76814"/>
                    <a:pt x="10893" y="77752"/>
                  </a:cubicBezTo>
                  <a:cubicBezTo>
                    <a:pt x="14636" y="78688"/>
                    <a:pt x="18599" y="79156"/>
                    <a:pt x="22780" y="79156"/>
                  </a:cubicBezTo>
                  <a:cubicBezTo>
                    <a:pt x="29537" y="79156"/>
                    <a:pt x="34882" y="77380"/>
                    <a:pt x="38816" y="73828"/>
                  </a:cubicBezTo>
                  <a:cubicBezTo>
                    <a:pt x="42762" y="70276"/>
                    <a:pt x="44735" y="65456"/>
                    <a:pt x="44735" y="59367"/>
                  </a:cubicBezTo>
                  <a:cubicBezTo>
                    <a:pt x="44735" y="53278"/>
                    <a:pt x="42762" y="48458"/>
                    <a:pt x="38816" y="44906"/>
                  </a:cubicBezTo>
                  <a:cubicBezTo>
                    <a:pt x="34882" y="41354"/>
                    <a:pt x="29537" y="39578"/>
                    <a:pt x="22780" y="39578"/>
                  </a:cubicBezTo>
                  <a:cubicBezTo>
                    <a:pt x="19622" y="39578"/>
                    <a:pt x="16457" y="39929"/>
                    <a:pt x="13287" y="40632"/>
                  </a:cubicBezTo>
                  <a:cubicBezTo>
                    <a:pt x="10174" y="41335"/>
                    <a:pt x="6975" y="42427"/>
                    <a:pt x="3693" y="43910"/>
                  </a:cubicBezTo>
                  <a:lnTo>
                    <a:pt x="3693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2D98A979-0769-29EC-44A2-7515303B4F75}"/>
                </a:ext>
              </a:extLst>
            </p:cNvPr>
            <p:cNvSpPr/>
            <p:nvPr/>
          </p:nvSpPr>
          <p:spPr>
            <a:xfrm>
              <a:off x="4131555" y="3374538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DF4A9A1D-022A-8DCA-BBEA-098E801960CB}"/>
                </a:ext>
              </a:extLst>
            </p:cNvPr>
            <p:cNvSpPr/>
            <p:nvPr/>
          </p:nvSpPr>
          <p:spPr>
            <a:xfrm>
              <a:off x="4192257" y="3038080"/>
              <a:ext cx="60416" cy="90689"/>
            </a:xfrm>
            <a:custGeom>
              <a:avLst/>
              <a:gdLst>
                <a:gd name="csX0" fmla="*/ 30199 w 60416"/>
                <a:gd name="csY0" fmla="*/ 9367 h 90689"/>
                <a:gd name="csX1" fmla="*/ 16440 w 60416"/>
                <a:gd name="csY1" fmla="*/ 18385 h 90689"/>
                <a:gd name="csX2" fmla="*/ 11871 w 60416"/>
                <a:gd name="csY2" fmla="*/ 45374 h 90689"/>
                <a:gd name="csX3" fmla="*/ 16440 w 60416"/>
                <a:gd name="csY3" fmla="*/ 72364 h 90689"/>
                <a:gd name="csX4" fmla="*/ 30199 w 60416"/>
                <a:gd name="csY4" fmla="*/ 81323 h 90689"/>
                <a:gd name="csX5" fmla="*/ 43959 w 60416"/>
                <a:gd name="csY5" fmla="*/ 72364 h 90689"/>
                <a:gd name="csX6" fmla="*/ 48596 w 60416"/>
                <a:gd name="csY6" fmla="*/ 45374 h 90689"/>
                <a:gd name="csX7" fmla="*/ 43959 w 60416"/>
                <a:gd name="csY7" fmla="*/ 18385 h 90689"/>
                <a:gd name="csX8" fmla="*/ 30199 w 60416"/>
                <a:gd name="csY8" fmla="*/ 9367 h 90689"/>
                <a:gd name="csX9" fmla="*/ 30199 w 60416"/>
                <a:gd name="csY9" fmla="*/ 0 h 90689"/>
                <a:gd name="csX10" fmla="*/ 52626 w 60416"/>
                <a:gd name="csY10" fmla="*/ 11652 h 90689"/>
                <a:gd name="csX11" fmla="*/ 60416 w 60416"/>
                <a:gd name="csY11" fmla="*/ 45374 h 90689"/>
                <a:gd name="csX12" fmla="*/ 52626 w 60416"/>
                <a:gd name="csY12" fmla="*/ 79097 h 90689"/>
                <a:gd name="csX13" fmla="*/ 30199 w 60416"/>
                <a:gd name="csY13" fmla="*/ 90690 h 90689"/>
                <a:gd name="csX14" fmla="*/ 7723 w 60416"/>
                <a:gd name="csY14" fmla="*/ 79097 h 90689"/>
                <a:gd name="csX15" fmla="*/ 0 w 60416"/>
                <a:gd name="csY15" fmla="*/ 45374 h 90689"/>
                <a:gd name="csX16" fmla="*/ 7723 w 60416"/>
                <a:gd name="csY16" fmla="*/ 11652 h 90689"/>
                <a:gd name="csX17" fmla="*/ 30199 w 60416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89">
                  <a:moveTo>
                    <a:pt x="30199" y="9367"/>
                  </a:moveTo>
                  <a:cubicBezTo>
                    <a:pt x="24118" y="9367"/>
                    <a:pt x="19532" y="12373"/>
                    <a:pt x="16440" y="18385"/>
                  </a:cubicBezTo>
                  <a:cubicBezTo>
                    <a:pt x="13394" y="24356"/>
                    <a:pt x="11871" y="33352"/>
                    <a:pt x="11871" y="45374"/>
                  </a:cubicBezTo>
                  <a:cubicBezTo>
                    <a:pt x="11871" y="57357"/>
                    <a:pt x="13394" y="66354"/>
                    <a:pt x="16440" y="72364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4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2"/>
                    <a:pt x="47050" y="24356"/>
                    <a:pt x="43959" y="18385"/>
                  </a:cubicBezTo>
                  <a:cubicBezTo>
                    <a:pt x="40913" y="12373"/>
                    <a:pt x="36326" y="9367"/>
                    <a:pt x="30199" y="9367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79"/>
                    <a:pt x="60416" y="30619"/>
                    <a:pt x="60416" y="45374"/>
                  </a:cubicBezTo>
                  <a:cubicBezTo>
                    <a:pt x="60416" y="60089"/>
                    <a:pt x="57819" y="71331"/>
                    <a:pt x="52626" y="79097"/>
                  </a:cubicBezTo>
                  <a:cubicBezTo>
                    <a:pt x="47478" y="86826"/>
                    <a:pt x="40002" y="90690"/>
                    <a:pt x="30199" y="90690"/>
                  </a:cubicBezTo>
                  <a:cubicBezTo>
                    <a:pt x="20408" y="90690"/>
                    <a:pt x="12916" y="86826"/>
                    <a:pt x="7723" y="79097"/>
                  </a:cubicBezTo>
                  <a:cubicBezTo>
                    <a:pt x="2574" y="71331"/>
                    <a:pt x="0" y="60089"/>
                    <a:pt x="0" y="45374"/>
                  </a:cubicBezTo>
                  <a:cubicBezTo>
                    <a:pt x="0" y="30619"/>
                    <a:pt x="2574" y="19379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82C86BC4-7AE4-F1EF-9C6A-A6D4160C6341}"/>
                </a:ext>
              </a:extLst>
            </p:cNvPr>
            <p:cNvSpPr/>
            <p:nvPr/>
          </p:nvSpPr>
          <p:spPr>
            <a:xfrm>
              <a:off x="4273464" y="3112201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824C15C8-F43E-8CBA-C4B3-A8226A79261E}"/>
                </a:ext>
              </a:extLst>
            </p:cNvPr>
            <p:cNvSpPr/>
            <p:nvPr/>
          </p:nvSpPr>
          <p:spPr>
            <a:xfrm>
              <a:off x="4307120" y="3038080"/>
              <a:ext cx="60365" cy="90689"/>
            </a:xfrm>
            <a:custGeom>
              <a:avLst/>
              <a:gdLst>
                <a:gd name="csX0" fmla="*/ 31211 w 60365"/>
                <a:gd name="csY0" fmla="*/ 40573 h 90689"/>
                <a:gd name="csX1" fmla="*/ 18565 w 60365"/>
                <a:gd name="csY1" fmla="*/ 46018 h 90689"/>
                <a:gd name="csX2" fmla="*/ 13928 w 60365"/>
                <a:gd name="csY2" fmla="*/ 60947 h 90689"/>
                <a:gd name="csX3" fmla="*/ 18565 w 60365"/>
                <a:gd name="csY3" fmla="*/ 75878 h 90689"/>
                <a:gd name="csX4" fmla="*/ 31211 w 60365"/>
                <a:gd name="csY4" fmla="*/ 81323 h 90689"/>
                <a:gd name="csX5" fmla="*/ 43791 w 60365"/>
                <a:gd name="csY5" fmla="*/ 75878 h 90689"/>
                <a:gd name="csX6" fmla="*/ 48478 w 60365"/>
                <a:gd name="csY6" fmla="*/ 60947 h 90689"/>
                <a:gd name="csX7" fmla="*/ 43791 w 60365"/>
                <a:gd name="csY7" fmla="*/ 46018 h 90689"/>
                <a:gd name="csX8" fmla="*/ 31211 w 60365"/>
                <a:gd name="csY8" fmla="*/ 40573 h 90689"/>
                <a:gd name="csX9" fmla="*/ 54683 w 60365"/>
                <a:gd name="csY9" fmla="*/ 3512 h 90689"/>
                <a:gd name="csX10" fmla="*/ 54683 w 60365"/>
                <a:gd name="csY10" fmla="*/ 14285 h 90689"/>
                <a:gd name="csX11" fmla="*/ 45662 w 60365"/>
                <a:gd name="csY11" fmla="*/ 11065 h 90689"/>
                <a:gd name="csX12" fmla="*/ 36708 w 60365"/>
                <a:gd name="csY12" fmla="*/ 9954 h 90689"/>
                <a:gd name="csX13" fmla="*/ 18801 w 60365"/>
                <a:gd name="csY13" fmla="*/ 17857 h 90689"/>
                <a:gd name="csX14" fmla="*/ 11770 w 60365"/>
                <a:gd name="csY14" fmla="*/ 41745 h 90689"/>
                <a:gd name="csX15" fmla="*/ 20437 w 60365"/>
                <a:gd name="csY15" fmla="*/ 33958 h 90689"/>
                <a:gd name="csX16" fmla="*/ 31903 w 60365"/>
                <a:gd name="csY16" fmla="*/ 31206 h 90689"/>
                <a:gd name="csX17" fmla="*/ 52693 w 60365"/>
                <a:gd name="csY17" fmla="*/ 39227 h 90689"/>
                <a:gd name="csX18" fmla="*/ 60366 w 60365"/>
                <a:gd name="csY18" fmla="*/ 60947 h 90689"/>
                <a:gd name="csX19" fmla="*/ 52407 w 60365"/>
                <a:gd name="csY19" fmla="*/ 82552 h 90689"/>
                <a:gd name="csX20" fmla="*/ 31211 w 60365"/>
                <a:gd name="csY20" fmla="*/ 90690 h 90689"/>
                <a:gd name="csX21" fmla="*/ 8026 w 60365"/>
                <a:gd name="csY21" fmla="*/ 79097 h 90689"/>
                <a:gd name="csX22" fmla="*/ 0 w 60365"/>
                <a:gd name="csY22" fmla="*/ 45374 h 90689"/>
                <a:gd name="csX23" fmla="*/ 9831 w 60365"/>
                <a:gd name="csY23" fmla="*/ 12353 h 90689"/>
                <a:gd name="csX24" fmla="*/ 36237 w 60365"/>
                <a:gd name="csY24" fmla="*/ 0 h 90689"/>
                <a:gd name="csX25" fmla="*/ 45207 w 60365"/>
                <a:gd name="csY25" fmla="*/ 878 h 90689"/>
                <a:gd name="csX26" fmla="*/ 54683 w 60365"/>
                <a:gd name="csY26" fmla="*/ 3512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65" h="90689">
                  <a:moveTo>
                    <a:pt x="31211" y="40573"/>
                  </a:moveTo>
                  <a:cubicBezTo>
                    <a:pt x="25906" y="40573"/>
                    <a:pt x="21690" y="42388"/>
                    <a:pt x="18565" y="46018"/>
                  </a:cubicBezTo>
                  <a:cubicBezTo>
                    <a:pt x="15474" y="49649"/>
                    <a:pt x="13928" y="54625"/>
                    <a:pt x="13928" y="60947"/>
                  </a:cubicBezTo>
                  <a:cubicBezTo>
                    <a:pt x="13928" y="67232"/>
                    <a:pt x="15474" y="72209"/>
                    <a:pt x="18565" y="75878"/>
                  </a:cubicBezTo>
                  <a:cubicBezTo>
                    <a:pt x="21690" y="79508"/>
                    <a:pt x="25906" y="81323"/>
                    <a:pt x="31211" y="81323"/>
                  </a:cubicBezTo>
                  <a:cubicBezTo>
                    <a:pt x="36517" y="81323"/>
                    <a:pt x="40711" y="79508"/>
                    <a:pt x="43791" y="75878"/>
                  </a:cubicBezTo>
                  <a:cubicBezTo>
                    <a:pt x="46916" y="72209"/>
                    <a:pt x="48478" y="67232"/>
                    <a:pt x="48478" y="60947"/>
                  </a:cubicBezTo>
                  <a:cubicBezTo>
                    <a:pt x="48478" y="54625"/>
                    <a:pt x="46916" y="49649"/>
                    <a:pt x="43791" y="46018"/>
                  </a:cubicBezTo>
                  <a:cubicBezTo>
                    <a:pt x="40711" y="42388"/>
                    <a:pt x="36517" y="40573"/>
                    <a:pt x="31211" y="40573"/>
                  </a:cubicBezTo>
                  <a:moveTo>
                    <a:pt x="54683" y="3512"/>
                  </a:moveTo>
                  <a:lnTo>
                    <a:pt x="54683" y="14285"/>
                  </a:lnTo>
                  <a:cubicBezTo>
                    <a:pt x="51716" y="12880"/>
                    <a:pt x="48708" y="11807"/>
                    <a:pt x="45662" y="11065"/>
                  </a:cubicBezTo>
                  <a:cubicBezTo>
                    <a:pt x="42661" y="10324"/>
                    <a:pt x="39676" y="9954"/>
                    <a:pt x="36708" y="9954"/>
                  </a:cubicBezTo>
                  <a:cubicBezTo>
                    <a:pt x="28907" y="9954"/>
                    <a:pt x="22938" y="12588"/>
                    <a:pt x="18801" y="17857"/>
                  </a:cubicBezTo>
                  <a:cubicBezTo>
                    <a:pt x="14698" y="23127"/>
                    <a:pt x="12355" y="31089"/>
                    <a:pt x="11770" y="41745"/>
                  </a:cubicBezTo>
                  <a:cubicBezTo>
                    <a:pt x="14074" y="38349"/>
                    <a:pt x="16963" y="35753"/>
                    <a:pt x="20437" y="33958"/>
                  </a:cubicBezTo>
                  <a:cubicBezTo>
                    <a:pt x="23910" y="32124"/>
                    <a:pt x="27732" y="31206"/>
                    <a:pt x="31903" y="31206"/>
                  </a:cubicBezTo>
                  <a:cubicBezTo>
                    <a:pt x="40694" y="31206"/>
                    <a:pt x="47624" y="33880"/>
                    <a:pt x="52693" y="39227"/>
                  </a:cubicBezTo>
                  <a:cubicBezTo>
                    <a:pt x="57808" y="44536"/>
                    <a:pt x="60366" y="51775"/>
                    <a:pt x="60366" y="60947"/>
                  </a:cubicBezTo>
                  <a:cubicBezTo>
                    <a:pt x="60366" y="69926"/>
                    <a:pt x="57713" y="77127"/>
                    <a:pt x="52407" y="82552"/>
                  </a:cubicBezTo>
                  <a:cubicBezTo>
                    <a:pt x="47090" y="87977"/>
                    <a:pt x="40025" y="90690"/>
                    <a:pt x="31211" y="90690"/>
                  </a:cubicBezTo>
                  <a:cubicBezTo>
                    <a:pt x="21094" y="90690"/>
                    <a:pt x="13366" y="86826"/>
                    <a:pt x="8026" y="79097"/>
                  </a:cubicBezTo>
                  <a:cubicBezTo>
                    <a:pt x="2675" y="71331"/>
                    <a:pt x="0" y="60089"/>
                    <a:pt x="0" y="45374"/>
                  </a:cubicBezTo>
                  <a:cubicBezTo>
                    <a:pt x="0" y="31557"/>
                    <a:pt x="3277" y="20550"/>
                    <a:pt x="9831" y="12353"/>
                  </a:cubicBezTo>
                  <a:cubicBezTo>
                    <a:pt x="16395" y="4118"/>
                    <a:pt x="25197" y="0"/>
                    <a:pt x="36237" y="0"/>
                  </a:cubicBezTo>
                  <a:cubicBezTo>
                    <a:pt x="39204" y="0"/>
                    <a:pt x="42194" y="293"/>
                    <a:pt x="45207" y="878"/>
                  </a:cubicBezTo>
                  <a:cubicBezTo>
                    <a:pt x="48242" y="1463"/>
                    <a:pt x="51401" y="2341"/>
                    <a:pt x="54683" y="3512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E19F5964-C050-B146-FE8A-E808E9BC30C8}"/>
                </a:ext>
              </a:extLst>
            </p:cNvPr>
            <p:cNvSpPr/>
            <p:nvPr/>
          </p:nvSpPr>
          <p:spPr>
            <a:xfrm>
              <a:off x="4131555" y="3092545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4B590813-7277-C063-6331-97308646AA36}"/>
                </a:ext>
              </a:extLst>
            </p:cNvPr>
            <p:cNvSpPr/>
            <p:nvPr/>
          </p:nvSpPr>
          <p:spPr>
            <a:xfrm>
              <a:off x="4192257" y="2756085"/>
              <a:ext cx="60416" cy="90691"/>
            </a:xfrm>
            <a:custGeom>
              <a:avLst/>
              <a:gdLst>
                <a:gd name="csX0" fmla="*/ 30199 w 60416"/>
                <a:gd name="csY0" fmla="*/ 9368 h 90691"/>
                <a:gd name="csX1" fmla="*/ 16440 w 60416"/>
                <a:gd name="csY1" fmla="*/ 18384 h 90691"/>
                <a:gd name="csX2" fmla="*/ 11871 w 60416"/>
                <a:gd name="csY2" fmla="*/ 45375 h 90691"/>
                <a:gd name="csX3" fmla="*/ 16440 w 60416"/>
                <a:gd name="csY3" fmla="*/ 72366 h 90691"/>
                <a:gd name="csX4" fmla="*/ 30199 w 60416"/>
                <a:gd name="csY4" fmla="*/ 81323 h 90691"/>
                <a:gd name="csX5" fmla="*/ 43959 w 60416"/>
                <a:gd name="csY5" fmla="*/ 72366 h 90691"/>
                <a:gd name="csX6" fmla="*/ 48596 w 60416"/>
                <a:gd name="csY6" fmla="*/ 45375 h 90691"/>
                <a:gd name="csX7" fmla="*/ 43959 w 60416"/>
                <a:gd name="csY7" fmla="*/ 18384 h 90691"/>
                <a:gd name="csX8" fmla="*/ 30199 w 60416"/>
                <a:gd name="csY8" fmla="*/ 9368 h 90691"/>
                <a:gd name="csX9" fmla="*/ 30199 w 60416"/>
                <a:gd name="csY9" fmla="*/ 0 h 90691"/>
                <a:gd name="csX10" fmla="*/ 52626 w 60416"/>
                <a:gd name="csY10" fmla="*/ 11652 h 90691"/>
                <a:gd name="csX11" fmla="*/ 60416 w 60416"/>
                <a:gd name="csY11" fmla="*/ 45375 h 90691"/>
                <a:gd name="csX12" fmla="*/ 52626 w 60416"/>
                <a:gd name="csY12" fmla="*/ 79099 h 90691"/>
                <a:gd name="csX13" fmla="*/ 30199 w 60416"/>
                <a:gd name="csY13" fmla="*/ 90692 h 90691"/>
                <a:gd name="csX14" fmla="*/ 7723 w 60416"/>
                <a:gd name="csY14" fmla="*/ 79099 h 90691"/>
                <a:gd name="csX15" fmla="*/ 0 w 60416"/>
                <a:gd name="csY15" fmla="*/ 45375 h 90691"/>
                <a:gd name="csX16" fmla="*/ 7723 w 60416"/>
                <a:gd name="csY16" fmla="*/ 11652 h 90691"/>
                <a:gd name="csX17" fmla="*/ 30199 w 60416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1">
                  <a:moveTo>
                    <a:pt x="30199" y="9368"/>
                  </a:moveTo>
                  <a:cubicBezTo>
                    <a:pt x="24118" y="9368"/>
                    <a:pt x="19532" y="12374"/>
                    <a:pt x="16440" y="18384"/>
                  </a:cubicBezTo>
                  <a:cubicBezTo>
                    <a:pt x="13394" y="24357"/>
                    <a:pt x="11871" y="33354"/>
                    <a:pt x="11871" y="45375"/>
                  </a:cubicBezTo>
                  <a:cubicBezTo>
                    <a:pt x="11871" y="57358"/>
                    <a:pt x="13394" y="66355"/>
                    <a:pt x="16440" y="72366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6"/>
                  </a:cubicBezTo>
                  <a:cubicBezTo>
                    <a:pt x="47050" y="66355"/>
                    <a:pt x="48596" y="57358"/>
                    <a:pt x="48596" y="45375"/>
                  </a:cubicBezTo>
                  <a:cubicBezTo>
                    <a:pt x="48596" y="33354"/>
                    <a:pt x="47050" y="24357"/>
                    <a:pt x="43959" y="18384"/>
                  </a:cubicBezTo>
                  <a:cubicBezTo>
                    <a:pt x="40913" y="12374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2"/>
                  </a:cubicBezTo>
                  <a:cubicBezTo>
                    <a:pt x="57819" y="19380"/>
                    <a:pt x="60416" y="30621"/>
                    <a:pt x="60416" y="45375"/>
                  </a:cubicBezTo>
                  <a:cubicBezTo>
                    <a:pt x="60416" y="60090"/>
                    <a:pt x="57819" y="71331"/>
                    <a:pt x="52626" y="79099"/>
                  </a:cubicBezTo>
                  <a:cubicBezTo>
                    <a:pt x="47478" y="86827"/>
                    <a:pt x="40002" y="90692"/>
                    <a:pt x="30199" y="90692"/>
                  </a:cubicBezTo>
                  <a:cubicBezTo>
                    <a:pt x="20408" y="90692"/>
                    <a:pt x="12916" y="86827"/>
                    <a:pt x="7723" y="79099"/>
                  </a:cubicBezTo>
                  <a:cubicBezTo>
                    <a:pt x="2574" y="71331"/>
                    <a:pt x="0" y="60090"/>
                    <a:pt x="0" y="45375"/>
                  </a:cubicBezTo>
                  <a:cubicBezTo>
                    <a:pt x="0" y="30621"/>
                    <a:pt x="2574" y="19380"/>
                    <a:pt x="7723" y="11652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8EAC0C5C-35D8-D1B1-C5D1-30E817056206}"/>
                </a:ext>
              </a:extLst>
            </p:cNvPr>
            <p:cNvSpPr/>
            <p:nvPr/>
          </p:nvSpPr>
          <p:spPr>
            <a:xfrm>
              <a:off x="4273464" y="2830208"/>
              <a:ext cx="12342" cy="14870"/>
            </a:xfrm>
            <a:custGeom>
              <a:avLst/>
              <a:gdLst>
                <a:gd name="csX0" fmla="*/ 0 w 12342"/>
                <a:gd name="csY0" fmla="*/ 0 h 14870"/>
                <a:gd name="csX1" fmla="*/ 12343 w 12342"/>
                <a:gd name="csY1" fmla="*/ 0 h 14870"/>
                <a:gd name="csX2" fmla="*/ 12343 w 12342"/>
                <a:gd name="csY2" fmla="*/ 14870 h 14870"/>
                <a:gd name="csX3" fmla="*/ 0 w 12342"/>
                <a:gd name="csY3" fmla="*/ 14870 h 14870"/>
                <a:gd name="csX4" fmla="*/ 0 w 12342"/>
                <a:gd name="csY4" fmla="*/ 0 h 14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0">
                  <a:moveTo>
                    <a:pt x="0" y="0"/>
                  </a:moveTo>
                  <a:lnTo>
                    <a:pt x="12343" y="0"/>
                  </a:lnTo>
                  <a:lnTo>
                    <a:pt x="12343" y="14870"/>
                  </a:lnTo>
                  <a:lnTo>
                    <a:pt x="0" y="14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93971A61-EE65-9B54-9579-A1B0175EEEFA}"/>
                </a:ext>
              </a:extLst>
            </p:cNvPr>
            <p:cNvSpPr/>
            <p:nvPr/>
          </p:nvSpPr>
          <p:spPr>
            <a:xfrm>
              <a:off x="4308587" y="2757667"/>
              <a:ext cx="56200" cy="87411"/>
            </a:xfrm>
            <a:custGeom>
              <a:avLst/>
              <a:gdLst>
                <a:gd name="csX0" fmla="*/ 0 w 56200"/>
                <a:gd name="csY0" fmla="*/ 0 h 87411"/>
                <a:gd name="csX1" fmla="*/ 56201 w 56200"/>
                <a:gd name="csY1" fmla="*/ 0 h 87411"/>
                <a:gd name="csX2" fmla="*/ 56201 w 56200"/>
                <a:gd name="csY2" fmla="*/ 5035 h 87411"/>
                <a:gd name="csX3" fmla="*/ 24467 w 56200"/>
                <a:gd name="csY3" fmla="*/ 87412 h 87411"/>
                <a:gd name="csX4" fmla="*/ 12124 w 56200"/>
                <a:gd name="csY4" fmla="*/ 87412 h 87411"/>
                <a:gd name="csX5" fmla="*/ 41969 w 56200"/>
                <a:gd name="csY5" fmla="*/ 9954 h 87411"/>
                <a:gd name="csX6" fmla="*/ 0 w 56200"/>
                <a:gd name="csY6" fmla="*/ 9954 h 87411"/>
                <a:gd name="csX7" fmla="*/ 0 w 56200"/>
                <a:gd name="csY7" fmla="*/ 0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56200" h="87411">
                  <a:moveTo>
                    <a:pt x="0" y="0"/>
                  </a:moveTo>
                  <a:lnTo>
                    <a:pt x="56201" y="0"/>
                  </a:lnTo>
                  <a:lnTo>
                    <a:pt x="56201" y="5035"/>
                  </a:lnTo>
                  <a:lnTo>
                    <a:pt x="24467" y="87412"/>
                  </a:lnTo>
                  <a:lnTo>
                    <a:pt x="12124" y="87412"/>
                  </a:lnTo>
                  <a:lnTo>
                    <a:pt x="41969" y="9954"/>
                  </a:lnTo>
                  <a:lnTo>
                    <a:pt x="0" y="99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A4B5A93D-FAAD-2C79-B02A-A408BE0FB530}"/>
                </a:ext>
              </a:extLst>
            </p:cNvPr>
            <p:cNvSpPr/>
            <p:nvPr/>
          </p:nvSpPr>
          <p:spPr>
            <a:xfrm>
              <a:off x="4131555" y="2810551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E3C89775-20ED-03C4-D134-2176ED6D2607}"/>
                </a:ext>
              </a:extLst>
            </p:cNvPr>
            <p:cNvSpPr/>
            <p:nvPr/>
          </p:nvSpPr>
          <p:spPr>
            <a:xfrm>
              <a:off x="4192257" y="2474093"/>
              <a:ext cx="60416" cy="90690"/>
            </a:xfrm>
            <a:custGeom>
              <a:avLst/>
              <a:gdLst>
                <a:gd name="csX0" fmla="*/ 30199 w 60416"/>
                <a:gd name="csY0" fmla="*/ 9368 h 90690"/>
                <a:gd name="csX1" fmla="*/ 16440 w 60416"/>
                <a:gd name="csY1" fmla="*/ 18384 h 90690"/>
                <a:gd name="csX2" fmla="*/ 11871 w 60416"/>
                <a:gd name="csY2" fmla="*/ 45374 h 90690"/>
                <a:gd name="csX3" fmla="*/ 16440 w 60416"/>
                <a:gd name="csY3" fmla="*/ 72365 h 90690"/>
                <a:gd name="csX4" fmla="*/ 30199 w 60416"/>
                <a:gd name="csY4" fmla="*/ 81323 h 90690"/>
                <a:gd name="csX5" fmla="*/ 43959 w 60416"/>
                <a:gd name="csY5" fmla="*/ 72365 h 90690"/>
                <a:gd name="csX6" fmla="*/ 48596 w 60416"/>
                <a:gd name="csY6" fmla="*/ 45374 h 90690"/>
                <a:gd name="csX7" fmla="*/ 43959 w 60416"/>
                <a:gd name="csY7" fmla="*/ 18384 h 90690"/>
                <a:gd name="csX8" fmla="*/ 30199 w 60416"/>
                <a:gd name="csY8" fmla="*/ 9368 h 90690"/>
                <a:gd name="csX9" fmla="*/ 30199 w 60416"/>
                <a:gd name="csY9" fmla="*/ 0 h 90690"/>
                <a:gd name="csX10" fmla="*/ 52626 w 60416"/>
                <a:gd name="csY10" fmla="*/ 11651 h 90690"/>
                <a:gd name="csX11" fmla="*/ 60416 w 60416"/>
                <a:gd name="csY11" fmla="*/ 45374 h 90690"/>
                <a:gd name="csX12" fmla="*/ 52626 w 60416"/>
                <a:gd name="csY12" fmla="*/ 79098 h 90690"/>
                <a:gd name="csX13" fmla="*/ 30199 w 60416"/>
                <a:gd name="csY13" fmla="*/ 90691 h 90690"/>
                <a:gd name="csX14" fmla="*/ 7723 w 60416"/>
                <a:gd name="csY14" fmla="*/ 79098 h 90690"/>
                <a:gd name="csX15" fmla="*/ 0 w 60416"/>
                <a:gd name="csY15" fmla="*/ 45374 h 90690"/>
                <a:gd name="csX16" fmla="*/ 7723 w 60416"/>
                <a:gd name="csY16" fmla="*/ 11651 h 90690"/>
                <a:gd name="csX17" fmla="*/ 30199 w 60416"/>
                <a:gd name="csY17" fmla="*/ 0 h 90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16" h="90690">
                  <a:moveTo>
                    <a:pt x="30199" y="9368"/>
                  </a:moveTo>
                  <a:cubicBezTo>
                    <a:pt x="24118" y="9368"/>
                    <a:pt x="19532" y="12373"/>
                    <a:pt x="16440" y="18384"/>
                  </a:cubicBezTo>
                  <a:cubicBezTo>
                    <a:pt x="13394" y="24356"/>
                    <a:pt x="11871" y="33353"/>
                    <a:pt x="11871" y="45374"/>
                  </a:cubicBezTo>
                  <a:cubicBezTo>
                    <a:pt x="11871" y="57357"/>
                    <a:pt x="13394" y="66354"/>
                    <a:pt x="16440" y="72365"/>
                  </a:cubicBezTo>
                  <a:cubicBezTo>
                    <a:pt x="19532" y="78337"/>
                    <a:pt x="24118" y="81323"/>
                    <a:pt x="30199" y="81323"/>
                  </a:cubicBezTo>
                  <a:cubicBezTo>
                    <a:pt x="36326" y="81323"/>
                    <a:pt x="40913" y="78337"/>
                    <a:pt x="43959" y="72365"/>
                  </a:cubicBezTo>
                  <a:cubicBezTo>
                    <a:pt x="47050" y="66354"/>
                    <a:pt x="48596" y="57357"/>
                    <a:pt x="48596" y="45374"/>
                  </a:cubicBezTo>
                  <a:cubicBezTo>
                    <a:pt x="48596" y="33353"/>
                    <a:pt x="47050" y="24356"/>
                    <a:pt x="43959" y="18384"/>
                  </a:cubicBezTo>
                  <a:cubicBezTo>
                    <a:pt x="40913" y="12373"/>
                    <a:pt x="36326" y="9368"/>
                    <a:pt x="30199" y="9368"/>
                  </a:cubicBezTo>
                  <a:moveTo>
                    <a:pt x="30199" y="0"/>
                  </a:moveTo>
                  <a:cubicBezTo>
                    <a:pt x="40002" y="0"/>
                    <a:pt x="47478" y="3884"/>
                    <a:pt x="52626" y="11651"/>
                  </a:cubicBezTo>
                  <a:cubicBezTo>
                    <a:pt x="57819" y="19379"/>
                    <a:pt x="60416" y="30620"/>
                    <a:pt x="60416" y="45374"/>
                  </a:cubicBezTo>
                  <a:cubicBezTo>
                    <a:pt x="60416" y="60090"/>
                    <a:pt x="57819" y="71331"/>
                    <a:pt x="52626" y="79098"/>
                  </a:cubicBezTo>
                  <a:cubicBezTo>
                    <a:pt x="47478" y="86826"/>
                    <a:pt x="40002" y="90691"/>
                    <a:pt x="30199" y="90691"/>
                  </a:cubicBezTo>
                  <a:cubicBezTo>
                    <a:pt x="20408" y="90691"/>
                    <a:pt x="12916" y="86826"/>
                    <a:pt x="7723" y="79098"/>
                  </a:cubicBezTo>
                  <a:cubicBezTo>
                    <a:pt x="2574" y="71331"/>
                    <a:pt x="0" y="60090"/>
                    <a:pt x="0" y="45374"/>
                  </a:cubicBezTo>
                  <a:cubicBezTo>
                    <a:pt x="0" y="30620"/>
                    <a:pt x="2574" y="19379"/>
                    <a:pt x="7723" y="11651"/>
                  </a:cubicBezTo>
                  <a:cubicBezTo>
                    <a:pt x="12916" y="3884"/>
                    <a:pt x="20408" y="0"/>
                    <a:pt x="30199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A1FCE02D-75CA-E3E5-5D2C-23E1816D497E}"/>
                </a:ext>
              </a:extLst>
            </p:cNvPr>
            <p:cNvSpPr/>
            <p:nvPr/>
          </p:nvSpPr>
          <p:spPr>
            <a:xfrm>
              <a:off x="4273464" y="2548214"/>
              <a:ext cx="12342" cy="14871"/>
            </a:xfrm>
            <a:custGeom>
              <a:avLst/>
              <a:gdLst>
                <a:gd name="csX0" fmla="*/ 0 w 12342"/>
                <a:gd name="csY0" fmla="*/ 0 h 14871"/>
                <a:gd name="csX1" fmla="*/ 12343 w 12342"/>
                <a:gd name="csY1" fmla="*/ 0 h 14871"/>
                <a:gd name="csX2" fmla="*/ 12343 w 12342"/>
                <a:gd name="csY2" fmla="*/ 14871 h 14871"/>
                <a:gd name="csX3" fmla="*/ 0 w 12342"/>
                <a:gd name="csY3" fmla="*/ 14871 h 14871"/>
                <a:gd name="csX4" fmla="*/ 0 w 12342"/>
                <a:gd name="csY4" fmla="*/ 0 h 14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42" h="14871">
                  <a:moveTo>
                    <a:pt x="0" y="0"/>
                  </a:moveTo>
                  <a:lnTo>
                    <a:pt x="12343" y="0"/>
                  </a:lnTo>
                  <a:lnTo>
                    <a:pt x="12343" y="14871"/>
                  </a:lnTo>
                  <a:lnTo>
                    <a:pt x="0" y="14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D6C8C072-7A4D-4265-6DE7-AB0C7A34A7ED}"/>
                </a:ext>
              </a:extLst>
            </p:cNvPr>
            <p:cNvSpPr/>
            <p:nvPr/>
          </p:nvSpPr>
          <p:spPr>
            <a:xfrm>
              <a:off x="4306884" y="2474093"/>
              <a:ext cx="59960" cy="90690"/>
            </a:xfrm>
            <a:custGeom>
              <a:avLst/>
              <a:gdLst>
                <a:gd name="csX0" fmla="*/ 29980 w 59960"/>
                <a:gd name="csY0" fmla="*/ 47482 h 90690"/>
                <a:gd name="csX1" fmla="*/ 16693 w 59960"/>
                <a:gd name="csY1" fmla="*/ 51990 h 90690"/>
                <a:gd name="csX2" fmla="*/ 11888 w 59960"/>
                <a:gd name="csY2" fmla="*/ 64403 h 90690"/>
                <a:gd name="csX3" fmla="*/ 16693 w 59960"/>
                <a:gd name="csY3" fmla="*/ 76815 h 90690"/>
                <a:gd name="csX4" fmla="*/ 29980 w 59960"/>
                <a:gd name="csY4" fmla="*/ 81323 h 90690"/>
                <a:gd name="csX5" fmla="*/ 43267 w 59960"/>
                <a:gd name="csY5" fmla="*/ 76815 h 90690"/>
                <a:gd name="csX6" fmla="*/ 48124 w 59960"/>
                <a:gd name="csY6" fmla="*/ 64403 h 90690"/>
                <a:gd name="csX7" fmla="*/ 43267 w 59960"/>
                <a:gd name="csY7" fmla="*/ 51990 h 90690"/>
                <a:gd name="csX8" fmla="*/ 29980 w 59960"/>
                <a:gd name="csY8" fmla="*/ 47482 h 90690"/>
                <a:gd name="csX9" fmla="*/ 18160 w 59960"/>
                <a:gd name="csY9" fmla="*/ 42447 h 90690"/>
                <a:gd name="csX10" fmla="*/ 6273 w 59960"/>
                <a:gd name="csY10" fmla="*/ 35363 h 90690"/>
                <a:gd name="csX11" fmla="*/ 2057 w 59960"/>
                <a:gd name="csY11" fmla="*/ 22658 h 90690"/>
                <a:gd name="csX12" fmla="*/ 9493 w 59960"/>
                <a:gd name="csY12" fmla="*/ 6089 h 90690"/>
                <a:gd name="csX13" fmla="*/ 29980 w 59960"/>
                <a:gd name="csY13" fmla="*/ 0 h 90690"/>
                <a:gd name="csX14" fmla="*/ 50467 w 59960"/>
                <a:gd name="csY14" fmla="*/ 6089 h 90690"/>
                <a:gd name="csX15" fmla="*/ 57904 w 59960"/>
                <a:gd name="csY15" fmla="*/ 22658 h 90690"/>
                <a:gd name="csX16" fmla="*/ 53638 w 59960"/>
                <a:gd name="csY16" fmla="*/ 35363 h 90690"/>
                <a:gd name="csX17" fmla="*/ 41868 w 59960"/>
                <a:gd name="csY17" fmla="*/ 42447 h 90690"/>
                <a:gd name="csX18" fmla="*/ 55155 w 59960"/>
                <a:gd name="csY18" fmla="*/ 50234 h 90690"/>
                <a:gd name="csX19" fmla="*/ 59961 w 59960"/>
                <a:gd name="csY19" fmla="*/ 64403 h 90690"/>
                <a:gd name="csX20" fmla="*/ 52171 w 59960"/>
                <a:gd name="csY20" fmla="*/ 83899 h 90690"/>
                <a:gd name="csX21" fmla="*/ 29980 w 59960"/>
                <a:gd name="csY21" fmla="*/ 90691 h 90690"/>
                <a:gd name="csX22" fmla="*/ 7723 w 59960"/>
                <a:gd name="csY22" fmla="*/ 83899 h 90690"/>
                <a:gd name="csX23" fmla="*/ 0 w 59960"/>
                <a:gd name="csY23" fmla="*/ 64403 h 90690"/>
                <a:gd name="csX24" fmla="*/ 4806 w 59960"/>
                <a:gd name="csY24" fmla="*/ 50234 h 90690"/>
                <a:gd name="csX25" fmla="*/ 18160 w 59960"/>
                <a:gd name="csY25" fmla="*/ 42447 h 90690"/>
                <a:gd name="csX26" fmla="*/ 13827 w 59960"/>
                <a:gd name="csY26" fmla="*/ 23770 h 90690"/>
                <a:gd name="csX27" fmla="*/ 18042 w 59960"/>
                <a:gd name="csY27" fmla="*/ 34368 h 90690"/>
                <a:gd name="csX28" fmla="*/ 29980 w 59960"/>
                <a:gd name="csY28" fmla="*/ 38173 h 90690"/>
                <a:gd name="csX29" fmla="*/ 41868 w 59960"/>
                <a:gd name="csY29" fmla="*/ 34368 h 90690"/>
                <a:gd name="csX30" fmla="*/ 46201 w 59960"/>
                <a:gd name="csY30" fmla="*/ 23770 h 90690"/>
                <a:gd name="csX31" fmla="*/ 41868 w 59960"/>
                <a:gd name="csY31" fmla="*/ 13173 h 90690"/>
                <a:gd name="csX32" fmla="*/ 29980 w 59960"/>
                <a:gd name="csY32" fmla="*/ 9368 h 90690"/>
                <a:gd name="csX33" fmla="*/ 18042 w 59960"/>
                <a:gd name="csY33" fmla="*/ 13173 h 90690"/>
                <a:gd name="csX34" fmla="*/ 13827 w 59960"/>
                <a:gd name="csY34" fmla="*/ 23770 h 90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59960" h="90690">
                  <a:moveTo>
                    <a:pt x="29980" y="47482"/>
                  </a:moveTo>
                  <a:cubicBezTo>
                    <a:pt x="24360" y="47482"/>
                    <a:pt x="19931" y="48985"/>
                    <a:pt x="16693" y="51990"/>
                  </a:cubicBezTo>
                  <a:cubicBezTo>
                    <a:pt x="13489" y="54996"/>
                    <a:pt x="11888" y="59133"/>
                    <a:pt x="11888" y="64403"/>
                  </a:cubicBezTo>
                  <a:cubicBezTo>
                    <a:pt x="11888" y="69672"/>
                    <a:pt x="13489" y="73809"/>
                    <a:pt x="16693" y="76815"/>
                  </a:cubicBezTo>
                  <a:cubicBezTo>
                    <a:pt x="19931" y="79820"/>
                    <a:pt x="24360" y="81323"/>
                    <a:pt x="29980" y="81323"/>
                  </a:cubicBezTo>
                  <a:cubicBezTo>
                    <a:pt x="35601" y="81323"/>
                    <a:pt x="40030" y="79820"/>
                    <a:pt x="43267" y="76815"/>
                  </a:cubicBezTo>
                  <a:cubicBezTo>
                    <a:pt x="46505" y="73770"/>
                    <a:pt x="48124" y="69633"/>
                    <a:pt x="48124" y="64403"/>
                  </a:cubicBezTo>
                  <a:cubicBezTo>
                    <a:pt x="48124" y="59133"/>
                    <a:pt x="46505" y="54996"/>
                    <a:pt x="43267" y="51990"/>
                  </a:cubicBezTo>
                  <a:cubicBezTo>
                    <a:pt x="40064" y="48985"/>
                    <a:pt x="35635" y="47482"/>
                    <a:pt x="29980" y="47482"/>
                  </a:cubicBezTo>
                  <a:moveTo>
                    <a:pt x="18160" y="42447"/>
                  </a:moveTo>
                  <a:cubicBezTo>
                    <a:pt x="13079" y="41198"/>
                    <a:pt x="9117" y="38837"/>
                    <a:pt x="6273" y="35363"/>
                  </a:cubicBezTo>
                  <a:cubicBezTo>
                    <a:pt x="3462" y="31889"/>
                    <a:pt x="2057" y="27654"/>
                    <a:pt x="2057" y="22658"/>
                  </a:cubicBezTo>
                  <a:cubicBezTo>
                    <a:pt x="2057" y="15671"/>
                    <a:pt x="4536" y="10148"/>
                    <a:pt x="9493" y="6089"/>
                  </a:cubicBezTo>
                  <a:cubicBezTo>
                    <a:pt x="14484" y="2030"/>
                    <a:pt x="21313" y="0"/>
                    <a:pt x="29980" y="0"/>
                  </a:cubicBezTo>
                  <a:cubicBezTo>
                    <a:pt x="38681" y="0"/>
                    <a:pt x="45510" y="2030"/>
                    <a:pt x="50467" y="6089"/>
                  </a:cubicBezTo>
                  <a:cubicBezTo>
                    <a:pt x="55425" y="10148"/>
                    <a:pt x="57904" y="15671"/>
                    <a:pt x="57904" y="22658"/>
                  </a:cubicBezTo>
                  <a:cubicBezTo>
                    <a:pt x="57904" y="27654"/>
                    <a:pt x="56481" y="31889"/>
                    <a:pt x="53638" y="35363"/>
                  </a:cubicBezTo>
                  <a:cubicBezTo>
                    <a:pt x="50827" y="38837"/>
                    <a:pt x="46904" y="41198"/>
                    <a:pt x="41868" y="42447"/>
                  </a:cubicBezTo>
                  <a:cubicBezTo>
                    <a:pt x="47567" y="43774"/>
                    <a:pt x="51996" y="46370"/>
                    <a:pt x="55155" y="50234"/>
                  </a:cubicBezTo>
                  <a:cubicBezTo>
                    <a:pt x="58359" y="54098"/>
                    <a:pt x="59961" y="58821"/>
                    <a:pt x="59961" y="64403"/>
                  </a:cubicBezTo>
                  <a:cubicBezTo>
                    <a:pt x="59961" y="72872"/>
                    <a:pt x="57364" y="79371"/>
                    <a:pt x="52171" y="83899"/>
                  </a:cubicBezTo>
                  <a:cubicBezTo>
                    <a:pt x="47022" y="88427"/>
                    <a:pt x="39625" y="90691"/>
                    <a:pt x="29980" y="90691"/>
                  </a:cubicBezTo>
                  <a:cubicBezTo>
                    <a:pt x="20336" y="90691"/>
                    <a:pt x="12916" y="88427"/>
                    <a:pt x="7723" y="83899"/>
                  </a:cubicBezTo>
                  <a:cubicBezTo>
                    <a:pt x="2574" y="79371"/>
                    <a:pt x="0" y="72872"/>
                    <a:pt x="0" y="64403"/>
                  </a:cubicBezTo>
                  <a:cubicBezTo>
                    <a:pt x="0" y="58821"/>
                    <a:pt x="1602" y="54098"/>
                    <a:pt x="4806" y="50234"/>
                  </a:cubicBezTo>
                  <a:cubicBezTo>
                    <a:pt x="8009" y="46370"/>
                    <a:pt x="12461" y="43774"/>
                    <a:pt x="18160" y="42447"/>
                  </a:cubicBezTo>
                  <a:moveTo>
                    <a:pt x="13827" y="23770"/>
                  </a:moveTo>
                  <a:cubicBezTo>
                    <a:pt x="13827" y="28298"/>
                    <a:pt x="15232" y="31830"/>
                    <a:pt x="18042" y="34368"/>
                  </a:cubicBezTo>
                  <a:cubicBezTo>
                    <a:pt x="20886" y="36905"/>
                    <a:pt x="24865" y="38173"/>
                    <a:pt x="29980" y="38173"/>
                  </a:cubicBezTo>
                  <a:cubicBezTo>
                    <a:pt x="35050" y="38173"/>
                    <a:pt x="39013" y="36905"/>
                    <a:pt x="41868" y="34368"/>
                  </a:cubicBezTo>
                  <a:cubicBezTo>
                    <a:pt x="44757" y="31830"/>
                    <a:pt x="46201" y="28298"/>
                    <a:pt x="46201" y="23770"/>
                  </a:cubicBezTo>
                  <a:cubicBezTo>
                    <a:pt x="46201" y="19243"/>
                    <a:pt x="44757" y="15710"/>
                    <a:pt x="41868" y="13173"/>
                  </a:cubicBezTo>
                  <a:cubicBezTo>
                    <a:pt x="39013" y="10636"/>
                    <a:pt x="35050" y="9368"/>
                    <a:pt x="29980" y="9368"/>
                  </a:cubicBezTo>
                  <a:cubicBezTo>
                    <a:pt x="24865" y="9368"/>
                    <a:pt x="20886" y="10636"/>
                    <a:pt x="18042" y="13173"/>
                  </a:cubicBezTo>
                  <a:cubicBezTo>
                    <a:pt x="15232" y="15710"/>
                    <a:pt x="13827" y="19243"/>
                    <a:pt x="13827" y="2377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BB3E855D-F008-36DA-B648-94DACE0B4479}"/>
                </a:ext>
              </a:extLst>
            </p:cNvPr>
            <p:cNvSpPr/>
            <p:nvPr/>
          </p:nvSpPr>
          <p:spPr>
            <a:xfrm>
              <a:off x="4131555" y="2528558"/>
              <a:ext cx="40468" cy="1686"/>
            </a:xfrm>
            <a:custGeom>
              <a:avLst/>
              <a:gdLst>
                <a:gd name="csX0" fmla="*/ 0 w 40468"/>
                <a:gd name="csY0" fmla="*/ 0 h 1686"/>
                <a:gd name="csX1" fmla="*/ 40468 w 40468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0468" h="1686">
                  <a:moveTo>
                    <a:pt x="0" y="0"/>
                  </a:moveTo>
                  <a:lnTo>
                    <a:pt x="40468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68315702-4E49-0BFF-E86B-404966701C7B}"/>
                </a:ext>
              </a:extLst>
            </p:cNvPr>
            <p:cNvSpPr/>
            <p:nvPr/>
          </p:nvSpPr>
          <p:spPr>
            <a:xfrm>
              <a:off x="4131555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84CEAD8-1E0E-CBC9-CA0C-19D09A8E4F9E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269096" cy="668362"/>
              </a:xfrm>
            </p:spPr>
            <p:txBody>
              <a:bodyPr/>
              <a:lstStyle/>
              <a:p>
                <a:r>
                  <a:rPr lang="en-US" b="1" dirty="0"/>
                  <a:t>Accuracy</a:t>
                </a:r>
                <a:r>
                  <a:rPr lang="en-US" dirty="0"/>
                  <a:t>: We know that the KL divergence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KL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[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𝑝</m:t>
                            </m:r>
                          </m:e>
                        </m:acc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𝑌</m:t>
                        </m:r>
                      </m:sub>
                    </m:sSub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]</m:t>
                    </m:r>
                  </m:oMath>
                </a14:m>
                <a:r>
                  <a:rPr lang="en-US" dirty="0"/>
                  <a:t> is upper-bounded by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KL</m:t>
                    </m:r>
                    <m:d>
                      <m:dPr>
                        <m:begChr m:val="["/>
                        <m:endChr m:val="]"/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𝑚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acc>
                              <m:accPr>
                                <m:chr m:val="̂"/>
                                <m:ctrlPr>
                                  <a:rPr lang="en-US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𝑚</m:t>
                                </m:r>
                              </m:e>
                            </m:acc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𝑌</m:t>
                            </m:r>
                          </m:sub>
                        </m:sSub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⋅</m:t>
                            </m:r>
                          </m:e>
                        </m:d>
                      </m:e>
                    </m:d>
                  </m:oMath>
                </a14:m>
                <a:r>
                  <a:rPr lang="en-US" dirty="0"/>
                  <a:t> (the same is true for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dirty="0"/>
                  <a:t>) 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484CEAD8-1E0E-CBC9-CA0C-19D09A8E4F9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269096" cy="668362"/>
              </a:xfrm>
              <a:blipFill>
                <a:blip r:embed="rId3"/>
                <a:stretch>
                  <a:fillRect t="-185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C00BFF80-ACC9-D99F-F8FA-B1B5BB319F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ReLU</a:t>
            </a:r>
            <a:r>
              <a:rPr lang="en-US" dirty="0"/>
              <a:t> Factor: Direct Message Approximation Accuracy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F170F1B-FC64-B77A-593A-F2DD337B7FE3}"/>
                  </a:ext>
                </a:extLst>
              </p:cNvPr>
              <p:cNvSpPr txBox="1"/>
              <p:nvPr/>
            </p:nvSpPr>
            <p:spPr bwMode="gray">
              <a:xfrm>
                <a:off x="1347746" y="2127972"/>
                <a:ext cx="2186194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F170F1B-FC64-B77A-593A-F2DD337B7F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47746" y="2127972"/>
                <a:ext cx="2186194" cy="30777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AF214AA-C512-4629-DE1E-B8E47E5BB003}"/>
                  </a:ext>
                </a:extLst>
              </p:cNvPr>
              <p:cNvSpPr txBox="1"/>
              <p:nvPr/>
            </p:nvSpPr>
            <p:spPr bwMode="gray">
              <a:xfrm>
                <a:off x="5652115" y="2127972"/>
                <a:ext cx="2186194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4AF214AA-C512-4629-DE1E-B8E47E5BB0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52115" y="2127972"/>
                <a:ext cx="2186194" cy="30777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5" name="Freeform 284">
            <a:extLst>
              <a:ext uri="{FF2B5EF4-FFF2-40B4-BE49-F238E27FC236}">
                <a16:creationId xmlns:a16="http://schemas.microsoft.com/office/drawing/2014/main" id="{86BE2E3F-0342-8565-7738-3D5A05EF0284}"/>
              </a:ext>
            </a:extLst>
          </p:cNvPr>
          <p:cNvSpPr/>
          <p:nvPr/>
        </p:nvSpPr>
        <p:spPr>
          <a:xfrm>
            <a:off x="4018864" y="-1020198"/>
            <a:ext cx="118258" cy="1642"/>
          </a:xfrm>
          <a:custGeom>
            <a:avLst/>
            <a:gdLst>
              <a:gd name="csX0" fmla="*/ 0 w 118258"/>
              <a:gd name="csY0" fmla="*/ 0 h 1642"/>
              <a:gd name="csX1" fmla="*/ 118258 w 118258"/>
              <a:gd name="csY1" fmla="*/ 0 h 1642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18258" h="1642">
                <a:moveTo>
                  <a:pt x="0" y="0"/>
                </a:moveTo>
                <a:lnTo>
                  <a:pt x="118258" y="0"/>
                </a:lnTo>
              </a:path>
            </a:pathLst>
          </a:custGeom>
          <a:noFill/>
          <a:ln w="9835" cap="rnd">
            <a:solidFill>
              <a:srgbClr val="CEC43A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3A3ED28B-560F-E1CE-DBA6-67C64DCB0EB1}"/>
              </a:ext>
            </a:extLst>
          </p:cNvPr>
          <p:cNvSpPr/>
          <p:nvPr/>
        </p:nvSpPr>
        <p:spPr>
          <a:xfrm>
            <a:off x="4018864" y="-6812605"/>
            <a:ext cx="118258" cy="1642"/>
          </a:xfrm>
          <a:custGeom>
            <a:avLst/>
            <a:gdLst>
              <a:gd name="csX0" fmla="*/ 0 w 118258"/>
              <a:gd name="csY0" fmla="*/ 0 h 1642"/>
              <a:gd name="csX1" fmla="*/ 118258 w 118258"/>
              <a:gd name="csY1" fmla="*/ 0 h 1642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18258" h="1642">
                <a:moveTo>
                  <a:pt x="0" y="0"/>
                </a:moveTo>
                <a:lnTo>
                  <a:pt x="118258" y="0"/>
                </a:lnTo>
              </a:path>
            </a:pathLst>
          </a:custGeom>
          <a:noFill/>
          <a:ln w="9835" cap="rnd">
            <a:solidFill>
              <a:srgbClr val="A66EB3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B2259F02-F3EF-15A3-75F4-29CC2F4CC64C}"/>
                  </a:ext>
                </a:extLst>
              </p:cNvPr>
              <p:cNvSpPr/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B2259F02-F3EF-15A3-75F4-29CC2F4CC6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Rectangle 18">
            <a:extLst>
              <a:ext uri="{FF2B5EF4-FFF2-40B4-BE49-F238E27FC236}">
                <a16:creationId xmlns:a16="http://schemas.microsoft.com/office/drawing/2014/main" id="{2FD90175-33B9-D82B-7B5C-CF3D83F65E41}"/>
              </a:ext>
            </a:extLst>
          </p:cNvPr>
          <p:cNvSpPr/>
          <p:nvPr/>
        </p:nvSpPr>
        <p:spPr bwMode="gray">
          <a:xfrm>
            <a:off x="7823388" y="189431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91F65DAD-28EA-A77D-D168-3E2D43D61C4E}"/>
              </a:ext>
            </a:extLst>
          </p:cNvPr>
          <p:cNvCxnSpPr>
            <a:cxnSpLocks/>
            <a:stCxn id="19" idx="3"/>
            <a:endCxn id="18" idx="2"/>
          </p:cNvCxnSpPr>
          <p:nvPr/>
        </p:nvCxnSpPr>
        <p:spPr bwMode="gray">
          <a:xfrm>
            <a:off x="7949387" y="1957314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163CC088-FB38-A5B3-7A9D-1D9E0267F070}"/>
                  </a:ext>
                </a:extLst>
              </p:cNvPr>
              <p:cNvSpPr/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163CC088-FB38-A5B3-7A9D-1D9E0267F0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31CF38FE-E5B2-57EA-78E0-C12108B234B9}"/>
              </a:ext>
            </a:extLst>
          </p:cNvPr>
          <p:cNvCxnSpPr>
            <a:cxnSpLocks/>
            <a:stCxn id="19" idx="1"/>
          </p:cNvCxnSpPr>
          <p:nvPr/>
        </p:nvCxnSpPr>
        <p:spPr bwMode="gray">
          <a:xfrm flipH="1" flipV="1">
            <a:off x="7005870" y="1948696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897589E-A125-A94A-4378-5CD44EEDAF0E}"/>
                  </a:ext>
                </a:extLst>
              </p:cNvPr>
              <p:cNvSpPr txBox="1"/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897589E-A125-A94A-4378-5CD44EEDAF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blipFill>
                <a:blip r:embed="rId8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3C99D3-E411-9071-A068-45890FA9984F}"/>
                  </a:ext>
                </a:extLst>
              </p:cNvPr>
              <p:cNvSpPr txBox="1"/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3C99D3-E411-9071-A068-45890FA998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blipFill>
                <a:blip r:embed="rId9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9CE023E9-387E-5DFF-6B97-D3AF92243B2F}"/>
              </a:ext>
            </a:extLst>
          </p:cNvPr>
          <p:cNvCxnSpPr>
            <a:cxnSpLocks/>
          </p:cNvCxnSpPr>
          <p:nvPr/>
        </p:nvCxnSpPr>
        <p:spPr bwMode="gray">
          <a:xfrm flipH="1">
            <a:off x="8027696" y="188249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02D74E5A-46F1-B873-1F6D-45F81EB91B65}"/>
              </a:ext>
            </a:extLst>
          </p:cNvPr>
          <p:cNvCxnSpPr>
            <a:cxnSpLocks/>
          </p:cNvCxnSpPr>
          <p:nvPr/>
        </p:nvCxnSpPr>
        <p:spPr bwMode="gray">
          <a:xfrm flipH="1">
            <a:off x="7046699" y="187570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FCFF12-603F-A2D8-2A8B-4379A8BBA814}"/>
                  </a:ext>
                </a:extLst>
              </p:cNvPr>
              <p:cNvSpPr txBox="1"/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800" b="0" i="0" smtClean="0">
                              <a:latin typeface="Cambria Math" panose="02040503050406030204" pitchFamily="18" charset="0"/>
                            </a:rPr>
                            <m:t>ReL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6FCFF12-603F-A2D8-2A8B-4379A8BBA8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B6A9342-72F5-7D77-93B9-4C7EE14093C0}"/>
                  </a:ext>
                </a:extLst>
              </p:cNvPr>
              <p:cNvSpPr txBox="1"/>
              <p:nvPr/>
            </p:nvSpPr>
            <p:spPr bwMode="gray">
              <a:xfrm>
                <a:off x="8028627" y="2037865"/>
                <a:ext cx="796824" cy="2309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B6A9342-72F5-7D77-93B9-4C7EE14093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28627" y="2037865"/>
                <a:ext cx="796824" cy="23096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8CBA4800-4B2B-CD93-119B-A7303CADABB1}"/>
              </a:ext>
            </a:extLst>
          </p:cNvPr>
          <p:cNvCxnSpPr>
            <a:cxnSpLocks/>
          </p:cNvCxnSpPr>
          <p:nvPr/>
        </p:nvCxnSpPr>
        <p:spPr bwMode="gray">
          <a:xfrm flipH="1">
            <a:off x="7054783" y="2014703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867C421-5785-52D9-E9AA-B32032E8C5BC}"/>
              </a:ext>
            </a:extLst>
          </p:cNvPr>
          <p:cNvCxnSpPr>
            <a:cxnSpLocks/>
          </p:cNvCxnSpPr>
          <p:nvPr/>
        </p:nvCxnSpPr>
        <p:spPr bwMode="gray">
          <a:xfrm flipH="1">
            <a:off x="8044428" y="2011592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FDC6581-FD1F-C77D-97E0-F946502E592C}"/>
                  </a:ext>
                </a:extLst>
              </p:cNvPr>
              <p:cNvSpPr txBox="1"/>
              <p:nvPr/>
            </p:nvSpPr>
            <p:spPr bwMode="gray">
              <a:xfrm>
                <a:off x="7010176" y="2052206"/>
                <a:ext cx="741711" cy="20228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FDC6581-FD1F-C77D-97E0-F946502E5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0176" y="2052206"/>
                <a:ext cx="741711" cy="20228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2" name="Group 611">
            <a:extLst>
              <a:ext uri="{FF2B5EF4-FFF2-40B4-BE49-F238E27FC236}">
                <a16:creationId xmlns:a16="http://schemas.microsoft.com/office/drawing/2014/main" id="{12C1D922-C7CF-790B-201D-331AC0916B16}"/>
              </a:ext>
            </a:extLst>
          </p:cNvPr>
          <p:cNvGrpSpPr/>
          <p:nvPr/>
        </p:nvGrpSpPr>
        <p:grpSpPr>
          <a:xfrm>
            <a:off x="4771361" y="2515411"/>
            <a:ext cx="3543141" cy="2588305"/>
            <a:chOff x="4771361" y="2515411"/>
            <a:chExt cx="3543141" cy="2588305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F30C74DB-A829-6A7E-1786-422BD200BD62}"/>
                </a:ext>
              </a:extLst>
            </p:cNvPr>
            <p:cNvSpPr/>
            <p:nvPr/>
          </p:nvSpPr>
          <p:spPr>
            <a:xfrm>
              <a:off x="5406250" y="2515411"/>
              <a:ext cx="2886703" cy="2269093"/>
            </a:xfrm>
            <a:custGeom>
              <a:avLst/>
              <a:gdLst>
                <a:gd name="csX0" fmla="*/ 0 w 2886703"/>
                <a:gd name="csY0" fmla="*/ 2269094 h 2269093"/>
                <a:gd name="csX1" fmla="*/ 2886704 w 2886703"/>
                <a:gd name="csY1" fmla="*/ 2269094 h 2269093"/>
                <a:gd name="csX2" fmla="*/ 2886704 w 2886703"/>
                <a:gd name="csY2" fmla="*/ 0 h 2269093"/>
                <a:gd name="csX3" fmla="*/ 0 w 2886703"/>
                <a:gd name="csY3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6703" h="2269093">
                  <a:moveTo>
                    <a:pt x="0" y="2269094"/>
                  </a:moveTo>
                  <a:lnTo>
                    <a:pt x="2886704" y="2269094"/>
                  </a:lnTo>
                  <a:lnTo>
                    <a:pt x="2886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503">
              <a:extLst>
                <a:ext uri="{FF2B5EF4-FFF2-40B4-BE49-F238E27FC236}">
                  <a16:creationId xmlns:a16="http://schemas.microsoft.com/office/drawing/2014/main" id="{C81E9B33-8290-ECF5-F4BA-F93F904337BC}"/>
                </a:ext>
              </a:extLst>
            </p:cNvPr>
            <p:cNvSpPr/>
            <p:nvPr/>
          </p:nvSpPr>
          <p:spPr>
            <a:xfrm>
              <a:off x="5413467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504">
              <a:extLst>
                <a:ext uri="{FF2B5EF4-FFF2-40B4-BE49-F238E27FC236}">
                  <a16:creationId xmlns:a16="http://schemas.microsoft.com/office/drawing/2014/main" id="{751B9FF1-E7EA-6152-EEBC-5515FF0853D9}"/>
                </a:ext>
              </a:extLst>
            </p:cNvPr>
            <p:cNvSpPr/>
            <p:nvPr/>
          </p:nvSpPr>
          <p:spPr>
            <a:xfrm>
              <a:off x="6370888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505">
              <a:extLst>
                <a:ext uri="{FF2B5EF4-FFF2-40B4-BE49-F238E27FC236}">
                  <a16:creationId xmlns:a16="http://schemas.microsoft.com/office/drawing/2014/main" id="{14B7DF72-4F04-E1F1-19EC-40AC51EE709A}"/>
                </a:ext>
              </a:extLst>
            </p:cNvPr>
            <p:cNvSpPr/>
            <p:nvPr/>
          </p:nvSpPr>
          <p:spPr>
            <a:xfrm>
              <a:off x="7328303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506">
              <a:extLst>
                <a:ext uri="{FF2B5EF4-FFF2-40B4-BE49-F238E27FC236}">
                  <a16:creationId xmlns:a16="http://schemas.microsoft.com/office/drawing/2014/main" id="{E26F517B-36B3-EC9A-483F-A8527C2F6B41}"/>
                </a:ext>
              </a:extLst>
            </p:cNvPr>
            <p:cNvSpPr/>
            <p:nvPr/>
          </p:nvSpPr>
          <p:spPr>
            <a:xfrm>
              <a:off x="8285736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4D64EF76-BAB8-0872-D8E1-8B4D9ACC010A}"/>
                </a:ext>
              </a:extLst>
            </p:cNvPr>
            <p:cNvSpPr/>
            <p:nvPr/>
          </p:nvSpPr>
          <p:spPr>
            <a:xfrm>
              <a:off x="5406250" y="4778839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2C3A06CE-226D-C117-94E8-545D14E29658}"/>
                </a:ext>
              </a:extLst>
            </p:cNvPr>
            <p:cNvSpPr/>
            <p:nvPr/>
          </p:nvSpPr>
          <p:spPr>
            <a:xfrm>
              <a:off x="5406250" y="4101439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EF05B6DD-AD5D-716A-B16B-D124AF190D5E}"/>
                </a:ext>
              </a:extLst>
            </p:cNvPr>
            <p:cNvSpPr/>
            <p:nvPr/>
          </p:nvSpPr>
          <p:spPr>
            <a:xfrm>
              <a:off x="5406250" y="3424048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A5644674-2D3C-4D32-C079-FFDFE106A888}"/>
                </a:ext>
              </a:extLst>
            </p:cNvPr>
            <p:cNvSpPr/>
            <p:nvPr/>
          </p:nvSpPr>
          <p:spPr>
            <a:xfrm>
              <a:off x="5406250" y="2746656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511">
              <a:extLst>
                <a:ext uri="{FF2B5EF4-FFF2-40B4-BE49-F238E27FC236}">
                  <a16:creationId xmlns:a16="http://schemas.microsoft.com/office/drawing/2014/main" id="{1DD32825-63F5-E799-030F-B40B97AE4B55}"/>
                </a:ext>
              </a:extLst>
            </p:cNvPr>
            <p:cNvSpPr/>
            <p:nvPr/>
          </p:nvSpPr>
          <p:spPr>
            <a:xfrm>
              <a:off x="5406250" y="4784505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512">
              <a:extLst>
                <a:ext uri="{FF2B5EF4-FFF2-40B4-BE49-F238E27FC236}">
                  <a16:creationId xmlns:a16="http://schemas.microsoft.com/office/drawing/2014/main" id="{966145B4-4682-985D-B3BE-6A1C797E227F}"/>
                </a:ext>
              </a:extLst>
            </p:cNvPr>
            <p:cNvSpPr/>
            <p:nvPr/>
          </p:nvSpPr>
          <p:spPr>
            <a:xfrm>
              <a:off x="5413467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Freeform 513">
              <a:extLst>
                <a:ext uri="{FF2B5EF4-FFF2-40B4-BE49-F238E27FC236}">
                  <a16:creationId xmlns:a16="http://schemas.microsoft.com/office/drawing/2014/main" id="{BF1F5A8E-D4EB-B78F-D980-1C294B0E3136}"/>
                </a:ext>
              </a:extLst>
            </p:cNvPr>
            <p:cNvSpPr/>
            <p:nvPr/>
          </p:nvSpPr>
          <p:spPr>
            <a:xfrm>
              <a:off x="6370888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514">
              <a:extLst>
                <a:ext uri="{FF2B5EF4-FFF2-40B4-BE49-F238E27FC236}">
                  <a16:creationId xmlns:a16="http://schemas.microsoft.com/office/drawing/2014/main" id="{7FDC7CD2-E300-B4F3-C2CD-61EE19AD06C9}"/>
                </a:ext>
              </a:extLst>
            </p:cNvPr>
            <p:cNvSpPr/>
            <p:nvPr/>
          </p:nvSpPr>
          <p:spPr>
            <a:xfrm>
              <a:off x="7328303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515">
              <a:extLst>
                <a:ext uri="{FF2B5EF4-FFF2-40B4-BE49-F238E27FC236}">
                  <a16:creationId xmlns:a16="http://schemas.microsoft.com/office/drawing/2014/main" id="{49F1AF03-8EA3-DBE0-ACFD-B1AB4CB29D61}"/>
                </a:ext>
              </a:extLst>
            </p:cNvPr>
            <p:cNvSpPr/>
            <p:nvPr/>
          </p:nvSpPr>
          <p:spPr>
            <a:xfrm>
              <a:off x="8285736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516">
              <a:extLst>
                <a:ext uri="{FF2B5EF4-FFF2-40B4-BE49-F238E27FC236}">
                  <a16:creationId xmlns:a16="http://schemas.microsoft.com/office/drawing/2014/main" id="{ECA4E6E0-EFCB-CABD-74FE-D88478984953}"/>
                </a:ext>
              </a:extLst>
            </p:cNvPr>
            <p:cNvSpPr/>
            <p:nvPr/>
          </p:nvSpPr>
          <p:spPr>
            <a:xfrm>
              <a:off x="5336243" y="4883585"/>
              <a:ext cx="75058" cy="9948"/>
            </a:xfrm>
            <a:custGeom>
              <a:avLst/>
              <a:gdLst>
                <a:gd name="csX0" fmla="*/ 0 w 75058"/>
                <a:gd name="csY0" fmla="*/ 0 h 9948"/>
                <a:gd name="csX1" fmla="*/ 75059 w 75058"/>
                <a:gd name="csY1" fmla="*/ 0 h 9948"/>
                <a:gd name="csX2" fmla="*/ 75059 w 75058"/>
                <a:gd name="csY2" fmla="*/ 9949 h 9948"/>
                <a:gd name="csX3" fmla="*/ 0 w 75058"/>
                <a:gd name="csY3" fmla="*/ 9949 h 9948"/>
                <a:gd name="csX4" fmla="*/ 0 w 75058"/>
                <a:gd name="csY4" fmla="*/ 0 h 9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58" h="9948">
                  <a:moveTo>
                    <a:pt x="0" y="0"/>
                  </a:moveTo>
                  <a:lnTo>
                    <a:pt x="75059" y="0"/>
                  </a:lnTo>
                  <a:lnTo>
                    <a:pt x="75059" y="9949"/>
                  </a:lnTo>
                  <a:lnTo>
                    <a:pt x="0" y="9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517">
              <a:extLst>
                <a:ext uri="{FF2B5EF4-FFF2-40B4-BE49-F238E27FC236}">
                  <a16:creationId xmlns:a16="http://schemas.microsoft.com/office/drawing/2014/main" id="{79D82FD5-4391-16BD-0950-327ED94BB6C4}"/>
                </a:ext>
              </a:extLst>
            </p:cNvPr>
            <p:cNvSpPr/>
            <p:nvPr/>
          </p:nvSpPr>
          <p:spPr>
            <a:xfrm>
              <a:off x="5433139" y="4837148"/>
              <a:ext cx="57552" cy="90699"/>
            </a:xfrm>
            <a:custGeom>
              <a:avLst/>
              <a:gdLst>
                <a:gd name="csX0" fmla="*/ 39519 w 57552"/>
                <a:gd name="csY0" fmla="*/ 41868 h 90699"/>
                <a:gd name="csX1" fmla="*/ 52751 w 57552"/>
                <a:gd name="csY1" fmla="*/ 49422 h 90699"/>
                <a:gd name="csX2" fmla="*/ 57553 w 57552"/>
                <a:gd name="csY2" fmla="*/ 63586 h 90699"/>
                <a:gd name="csX3" fmla="*/ 48653 w 57552"/>
                <a:gd name="csY3" fmla="*/ 83618 h 90699"/>
                <a:gd name="csX4" fmla="*/ 23360 w 57552"/>
                <a:gd name="csY4" fmla="*/ 90700 h 90699"/>
                <a:gd name="csX5" fmla="*/ 12002 w 57552"/>
                <a:gd name="csY5" fmla="*/ 89587 h 90699"/>
                <a:gd name="csX6" fmla="*/ 0 w 57552"/>
                <a:gd name="csY6" fmla="*/ 86366 h 90699"/>
                <a:gd name="csX7" fmla="*/ 0 w 57552"/>
                <a:gd name="csY7" fmla="*/ 74951 h 90699"/>
                <a:gd name="csX8" fmla="*/ 10773 w 57552"/>
                <a:gd name="csY8" fmla="*/ 79285 h 90699"/>
                <a:gd name="csX9" fmla="*/ 23010 w 57552"/>
                <a:gd name="csY9" fmla="*/ 80735 h 90699"/>
                <a:gd name="csX10" fmla="*/ 39929 w 57552"/>
                <a:gd name="csY10" fmla="*/ 76350 h 90699"/>
                <a:gd name="csX11" fmla="*/ 45783 w 57552"/>
                <a:gd name="csY11" fmla="*/ 63586 h 90699"/>
                <a:gd name="csX12" fmla="*/ 40339 w 57552"/>
                <a:gd name="csY12" fmla="*/ 51530 h 90699"/>
                <a:gd name="csX13" fmla="*/ 25293 w 57552"/>
                <a:gd name="csY13" fmla="*/ 47129 h 90699"/>
                <a:gd name="csX14" fmla="*/ 15105 w 57552"/>
                <a:gd name="csY14" fmla="*/ 47129 h 90699"/>
                <a:gd name="csX15" fmla="*/ 15105 w 57552"/>
                <a:gd name="csY15" fmla="*/ 37416 h 90699"/>
                <a:gd name="csX16" fmla="*/ 25762 w 57552"/>
                <a:gd name="csY16" fmla="*/ 37416 h 90699"/>
                <a:gd name="csX17" fmla="*/ 39109 w 57552"/>
                <a:gd name="csY17" fmla="*/ 33960 h 90699"/>
                <a:gd name="csX18" fmla="*/ 43735 w 57552"/>
                <a:gd name="csY18" fmla="*/ 23893 h 90699"/>
                <a:gd name="csX19" fmla="*/ 38934 w 57552"/>
                <a:gd name="csY19" fmla="*/ 13591 h 90699"/>
                <a:gd name="csX20" fmla="*/ 25293 w 57552"/>
                <a:gd name="csY20" fmla="*/ 9965 h 90699"/>
                <a:gd name="csX21" fmla="*/ 14870 w 57552"/>
                <a:gd name="csY21" fmla="*/ 11011 h 90699"/>
                <a:gd name="csX22" fmla="*/ 2634 w 57552"/>
                <a:gd name="csY22" fmla="*/ 14282 h 90699"/>
                <a:gd name="csX23" fmla="*/ 2634 w 57552"/>
                <a:gd name="csY23" fmla="*/ 3743 h 90699"/>
                <a:gd name="csX24" fmla="*/ 15223 w 57552"/>
                <a:gd name="csY24" fmla="*/ 944 h 90699"/>
                <a:gd name="csX25" fmla="*/ 26347 w 57552"/>
                <a:gd name="csY25" fmla="*/ 0 h 90699"/>
                <a:gd name="csX26" fmla="*/ 47658 w 57552"/>
                <a:gd name="csY26" fmla="*/ 6155 h 90699"/>
                <a:gd name="csX27" fmla="*/ 55503 w 57552"/>
                <a:gd name="csY27" fmla="*/ 22662 h 90699"/>
                <a:gd name="csX28" fmla="*/ 51346 w 57552"/>
                <a:gd name="csY28" fmla="*/ 34955 h 90699"/>
                <a:gd name="csX29" fmla="*/ 39519 w 57552"/>
                <a:gd name="csY29" fmla="*/ 41868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52" h="90699">
                  <a:moveTo>
                    <a:pt x="39519" y="41868"/>
                  </a:moveTo>
                  <a:cubicBezTo>
                    <a:pt x="45179" y="43071"/>
                    <a:pt x="49590" y="45589"/>
                    <a:pt x="52751" y="49422"/>
                  </a:cubicBezTo>
                  <a:cubicBezTo>
                    <a:pt x="55952" y="53244"/>
                    <a:pt x="57553" y="57965"/>
                    <a:pt x="57553" y="63586"/>
                  </a:cubicBezTo>
                  <a:cubicBezTo>
                    <a:pt x="57553" y="72208"/>
                    <a:pt x="54586" y="78885"/>
                    <a:pt x="48653" y="83618"/>
                  </a:cubicBezTo>
                  <a:cubicBezTo>
                    <a:pt x="42720" y="88339"/>
                    <a:pt x="34289" y="90700"/>
                    <a:pt x="23360" y="90700"/>
                  </a:cubicBezTo>
                  <a:cubicBezTo>
                    <a:pt x="19691" y="90700"/>
                    <a:pt x="15905" y="90329"/>
                    <a:pt x="12002" y="89587"/>
                  </a:cubicBezTo>
                  <a:cubicBezTo>
                    <a:pt x="8138" y="88879"/>
                    <a:pt x="4137" y="87805"/>
                    <a:pt x="0" y="86366"/>
                  </a:cubicBezTo>
                  <a:lnTo>
                    <a:pt x="0" y="74951"/>
                  </a:lnTo>
                  <a:cubicBezTo>
                    <a:pt x="3279" y="76862"/>
                    <a:pt x="6870" y="78306"/>
                    <a:pt x="10773" y="79285"/>
                  </a:cubicBezTo>
                  <a:cubicBezTo>
                    <a:pt x="14676" y="80251"/>
                    <a:pt x="18755" y="80735"/>
                    <a:pt x="23010" y="80735"/>
                  </a:cubicBezTo>
                  <a:cubicBezTo>
                    <a:pt x="30426" y="80735"/>
                    <a:pt x="36065" y="79273"/>
                    <a:pt x="39929" y="76350"/>
                  </a:cubicBezTo>
                  <a:cubicBezTo>
                    <a:pt x="43832" y="73428"/>
                    <a:pt x="45783" y="69173"/>
                    <a:pt x="45783" y="63586"/>
                  </a:cubicBezTo>
                  <a:cubicBezTo>
                    <a:pt x="45783" y="58438"/>
                    <a:pt x="43968" y="54419"/>
                    <a:pt x="40339" y="51530"/>
                  </a:cubicBezTo>
                  <a:cubicBezTo>
                    <a:pt x="36748" y="48596"/>
                    <a:pt x="31733" y="47129"/>
                    <a:pt x="25293" y="47129"/>
                  </a:cubicBezTo>
                  <a:lnTo>
                    <a:pt x="15105" y="47129"/>
                  </a:lnTo>
                  <a:lnTo>
                    <a:pt x="15105" y="37416"/>
                  </a:lnTo>
                  <a:lnTo>
                    <a:pt x="25762" y="37416"/>
                  </a:lnTo>
                  <a:cubicBezTo>
                    <a:pt x="31577" y="37416"/>
                    <a:pt x="36026" y="36264"/>
                    <a:pt x="39109" y="33960"/>
                  </a:cubicBezTo>
                  <a:cubicBezTo>
                    <a:pt x="42193" y="31622"/>
                    <a:pt x="43735" y="28266"/>
                    <a:pt x="43735" y="23893"/>
                  </a:cubicBezTo>
                  <a:cubicBezTo>
                    <a:pt x="43735" y="19408"/>
                    <a:pt x="42134" y="15974"/>
                    <a:pt x="38934" y="13591"/>
                  </a:cubicBezTo>
                  <a:cubicBezTo>
                    <a:pt x="35773" y="11174"/>
                    <a:pt x="31226" y="9965"/>
                    <a:pt x="25293" y="9965"/>
                  </a:cubicBezTo>
                  <a:cubicBezTo>
                    <a:pt x="22053" y="9965"/>
                    <a:pt x="18579" y="10314"/>
                    <a:pt x="14870" y="11011"/>
                  </a:cubicBezTo>
                  <a:cubicBezTo>
                    <a:pt x="11163" y="11719"/>
                    <a:pt x="7084" y="12809"/>
                    <a:pt x="2634" y="14282"/>
                  </a:cubicBezTo>
                  <a:lnTo>
                    <a:pt x="2634" y="3743"/>
                  </a:lnTo>
                  <a:cubicBezTo>
                    <a:pt x="7122" y="2496"/>
                    <a:pt x="11319" y="1562"/>
                    <a:pt x="15223" y="944"/>
                  </a:cubicBezTo>
                  <a:cubicBezTo>
                    <a:pt x="19165" y="315"/>
                    <a:pt x="22873" y="0"/>
                    <a:pt x="26347" y="0"/>
                  </a:cubicBezTo>
                  <a:cubicBezTo>
                    <a:pt x="35324" y="0"/>
                    <a:pt x="42428" y="2052"/>
                    <a:pt x="47658" y="6155"/>
                  </a:cubicBezTo>
                  <a:cubicBezTo>
                    <a:pt x="52888" y="10213"/>
                    <a:pt x="55503" y="15715"/>
                    <a:pt x="55503" y="22662"/>
                  </a:cubicBezTo>
                  <a:cubicBezTo>
                    <a:pt x="55503" y="27507"/>
                    <a:pt x="54117" y="31605"/>
                    <a:pt x="51346" y="34955"/>
                  </a:cubicBezTo>
                  <a:cubicBezTo>
                    <a:pt x="48575" y="38271"/>
                    <a:pt x="44633" y="40575"/>
                    <a:pt x="39519" y="4186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518">
              <a:extLst>
                <a:ext uri="{FF2B5EF4-FFF2-40B4-BE49-F238E27FC236}">
                  <a16:creationId xmlns:a16="http://schemas.microsoft.com/office/drawing/2014/main" id="{4E1350B1-31F0-CE1F-732D-5D4A66BF031E}"/>
                </a:ext>
              </a:extLst>
            </p:cNvPr>
            <p:cNvSpPr/>
            <p:nvPr/>
          </p:nvSpPr>
          <p:spPr>
            <a:xfrm>
              <a:off x="6294394" y="4883585"/>
              <a:ext cx="75058" cy="9948"/>
            </a:xfrm>
            <a:custGeom>
              <a:avLst/>
              <a:gdLst>
                <a:gd name="csX0" fmla="*/ 0 w 75058"/>
                <a:gd name="csY0" fmla="*/ 0 h 9948"/>
                <a:gd name="csX1" fmla="*/ 75059 w 75058"/>
                <a:gd name="csY1" fmla="*/ 0 h 9948"/>
                <a:gd name="csX2" fmla="*/ 75059 w 75058"/>
                <a:gd name="csY2" fmla="*/ 9949 h 9948"/>
                <a:gd name="csX3" fmla="*/ 0 w 75058"/>
                <a:gd name="csY3" fmla="*/ 9949 h 9948"/>
                <a:gd name="csX4" fmla="*/ 0 w 75058"/>
                <a:gd name="csY4" fmla="*/ 0 h 9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58" h="9948">
                  <a:moveTo>
                    <a:pt x="0" y="0"/>
                  </a:moveTo>
                  <a:lnTo>
                    <a:pt x="75059" y="0"/>
                  </a:lnTo>
                  <a:lnTo>
                    <a:pt x="75059" y="9949"/>
                  </a:lnTo>
                  <a:lnTo>
                    <a:pt x="0" y="9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Freeform 519">
              <a:extLst>
                <a:ext uri="{FF2B5EF4-FFF2-40B4-BE49-F238E27FC236}">
                  <a16:creationId xmlns:a16="http://schemas.microsoft.com/office/drawing/2014/main" id="{BF559C61-7EF0-EBFF-06C4-41ABC5F3F967}"/>
                </a:ext>
              </a:extLst>
            </p:cNvPr>
            <p:cNvSpPr/>
            <p:nvPr/>
          </p:nvSpPr>
          <p:spPr>
            <a:xfrm>
              <a:off x="6395331" y="4838732"/>
              <a:ext cx="52057" cy="87411"/>
            </a:xfrm>
            <a:custGeom>
              <a:avLst/>
              <a:gdLst>
                <a:gd name="csX0" fmla="*/ 1698 w 52057"/>
                <a:gd name="csY0" fmla="*/ 77464 h 87411"/>
                <a:gd name="csX1" fmla="*/ 21018 w 52057"/>
                <a:gd name="csY1" fmla="*/ 77464 h 87411"/>
                <a:gd name="csX2" fmla="*/ 21018 w 52057"/>
                <a:gd name="csY2" fmla="*/ 10775 h 87411"/>
                <a:gd name="csX3" fmla="*/ 0 w 52057"/>
                <a:gd name="csY3" fmla="*/ 14990 h 87411"/>
                <a:gd name="csX4" fmla="*/ 0 w 52057"/>
                <a:gd name="csY4" fmla="*/ 4215 h 87411"/>
                <a:gd name="csX5" fmla="*/ 20902 w 52057"/>
                <a:gd name="csY5" fmla="*/ 0 h 87411"/>
                <a:gd name="csX6" fmla="*/ 32734 w 52057"/>
                <a:gd name="csY6" fmla="*/ 0 h 87411"/>
                <a:gd name="csX7" fmla="*/ 32734 w 52057"/>
                <a:gd name="csY7" fmla="*/ 77464 h 87411"/>
                <a:gd name="csX8" fmla="*/ 52058 w 52057"/>
                <a:gd name="csY8" fmla="*/ 77464 h 87411"/>
                <a:gd name="csX9" fmla="*/ 52058 w 52057"/>
                <a:gd name="csY9" fmla="*/ 87412 h 87411"/>
                <a:gd name="csX10" fmla="*/ 1698 w 52057"/>
                <a:gd name="csY10" fmla="*/ 87412 h 87411"/>
                <a:gd name="csX11" fmla="*/ 1698 w 52057"/>
                <a:gd name="csY11" fmla="*/ 77464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7" h="87411">
                  <a:moveTo>
                    <a:pt x="1698" y="77464"/>
                  </a:moveTo>
                  <a:lnTo>
                    <a:pt x="21018" y="77464"/>
                  </a:lnTo>
                  <a:lnTo>
                    <a:pt x="21018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34" y="0"/>
                  </a:lnTo>
                  <a:lnTo>
                    <a:pt x="32734" y="77464"/>
                  </a:lnTo>
                  <a:lnTo>
                    <a:pt x="52058" y="77464"/>
                  </a:lnTo>
                  <a:lnTo>
                    <a:pt x="52058" y="87412"/>
                  </a:lnTo>
                  <a:lnTo>
                    <a:pt x="1698" y="87412"/>
                  </a:lnTo>
                  <a:lnTo>
                    <a:pt x="1698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CF989B58-23A5-C034-C0F1-46D2229A4D39}"/>
                </a:ext>
              </a:extLst>
            </p:cNvPr>
            <p:cNvSpPr/>
            <p:nvPr/>
          </p:nvSpPr>
          <p:spPr>
            <a:xfrm>
              <a:off x="7302285" y="4838732"/>
              <a:ext cx="52052" cy="87411"/>
            </a:xfrm>
            <a:custGeom>
              <a:avLst/>
              <a:gdLst>
                <a:gd name="csX0" fmla="*/ 1703 w 52052"/>
                <a:gd name="csY0" fmla="*/ 77464 h 87411"/>
                <a:gd name="csX1" fmla="*/ 21010 w 52052"/>
                <a:gd name="csY1" fmla="*/ 77464 h 87411"/>
                <a:gd name="csX2" fmla="*/ 21010 w 52052"/>
                <a:gd name="csY2" fmla="*/ 10775 h 87411"/>
                <a:gd name="csX3" fmla="*/ 0 w 52052"/>
                <a:gd name="csY3" fmla="*/ 14990 h 87411"/>
                <a:gd name="csX4" fmla="*/ 0 w 52052"/>
                <a:gd name="csY4" fmla="*/ 4215 h 87411"/>
                <a:gd name="csX5" fmla="*/ 20909 w 52052"/>
                <a:gd name="csY5" fmla="*/ 0 h 87411"/>
                <a:gd name="csX6" fmla="*/ 32729 w 52052"/>
                <a:gd name="csY6" fmla="*/ 0 h 87411"/>
                <a:gd name="csX7" fmla="*/ 32729 w 52052"/>
                <a:gd name="csY7" fmla="*/ 77464 h 87411"/>
                <a:gd name="csX8" fmla="*/ 52053 w 52052"/>
                <a:gd name="csY8" fmla="*/ 77464 h 87411"/>
                <a:gd name="csX9" fmla="*/ 52053 w 52052"/>
                <a:gd name="csY9" fmla="*/ 87412 h 87411"/>
                <a:gd name="csX10" fmla="*/ 1703 w 52052"/>
                <a:gd name="csY10" fmla="*/ 87412 h 87411"/>
                <a:gd name="csX11" fmla="*/ 1703 w 52052"/>
                <a:gd name="csY11" fmla="*/ 77464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2" h="87411">
                  <a:moveTo>
                    <a:pt x="1703" y="77464"/>
                  </a:moveTo>
                  <a:lnTo>
                    <a:pt x="21010" y="77464"/>
                  </a:lnTo>
                  <a:lnTo>
                    <a:pt x="21010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909" y="0"/>
                  </a:lnTo>
                  <a:lnTo>
                    <a:pt x="32729" y="0"/>
                  </a:lnTo>
                  <a:lnTo>
                    <a:pt x="32729" y="77464"/>
                  </a:lnTo>
                  <a:lnTo>
                    <a:pt x="52053" y="77464"/>
                  </a:lnTo>
                  <a:lnTo>
                    <a:pt x="52053" y="87412"/>
                  </a:lnTo>
                  <a:lnTo>
                    <a:pt x="1703" y="87412"/>
                  </a:lnTo>
                  <a:lnTo>
                    <a:pt x="1703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679BBCF3-2A38-EF9B-01A8-E28F257572A4}"/>
                </a:ext>
              </a:extLst>
            </p:cNvPr>
            <p:cNvSpPr/>
            <p:nvPr/>
          </p:nvSpPr>
          <p:spPr>
            <a:xfrm>
              <a:off x="8256953" y="4837148"/>
              <a:ext cx="57549" cy="90699"/>
            </a:xfrm>
            <a:custGeom>
              <a:avLst/>
              <a:gdLst>
                <a:gd name="csX0" fmla="*/ 39525 w 57549"/>
                <a:gd name="csY0" fmla="*/ 41868 h 90699"/>
                <a:gd name="csX1" fmla="*/ 52744 w 57549"/>
                <a:gd name="csY1" fmla="*/ 49422 h 90699"/>
                <a:gd name="csX2" fmla="*/ 57550 w 57549"/>
                <a:gd name="csY2" fmla="*/ 63586 h 90699"/>
                <a:gd name="csX3" fmla="*/ 48647 w 57549"/>
                <a:gd name="csY3" fmla="*/ 83618 h 90699"/>
                <a:gd name="csX4" fmla="*/ 23354 w 57549"/>
                <a:gd name="csY4" fmla="*/ 90700 h 90699"/>
                <a:gd name="csX5" fmla="*/ 12006 w 57549"/>
                <a:gd name="csY5" fmla="*/ 89587 h 90699"/>
                <a:gd name="csX6" fmla="*/ 0 w 57549"/>
                <a:gd name="csY6" fmla="*/ 86366 h 90699"/>
                <a:gd name="csX7" fmla="*/ 0 w 57549"/>
                <a:gd name="csY7" fmla="*/ 74951 h 90699"/>
                <a:gd name="csX8" fmla="*/ 10775 w 57549"/>
                <a:gd name="csY8" fmla="*/ 79285 h 90699"/>
                <a:gd name="csX9" fmla="*/ 23017 w 57549"/>
                <a:gd name="csY9" fmla="*/ 80735 h 90699"/>
                <a:gd name="csX10" fmla="*/ 39929 w 57549"/>
                <a:gd name="csY10" fmla="*/ 76350 h 90699"/>
                <a:gd name="csX11" fmla="*/ 45780 w 57549"/>
                <a:gd name="csY11" fmla="*/ 63586 h 90699"/>
                <a:gd name="csX12" fmla="*/ 40334 w 57549"/>
                <a:gd name="csY12" fmla="*/ 51530 h 90699"/>
                <a:gd name="csX13" fmla="*/ 25293 w 57549"/>
                <a:gd name="csY13" fmla="*/ 47129 h 90699"/>
                <a:gd name="csX14" fmla="*/ 15109 w 57549"/>
                <a:gd name="csY14" fmla="*/ 47129 h 90699"/>
                <a:gd name="csX15" fmla="*/ 15109 w 57549"/>
                <a:gd name="csY15" fmla="*/ 37416 h 90699"/>
                <a:gd name="csX16" fmla="*/ 25765 w 57549"/>
                <a:gd name="csY16" fmla="*/ 37416 h 90699"/>
                <a:gd name="csX17" fmla="*/ 39103 w 57549"/>
                <a:gd name="csY17" fmla="*/ 33960 h 90699"/>
                <a:gd name="csX18" fmla="*/ 43740 w 57549"/>
                <a:gd name="csY18" fmla="*/ 23893 h 90699"/>
                <a:gd name="csX19" fmla="*/ 38934 w 57549"/>
                <a:gd name="csY19" fmla="*/ 13591 h 90699"/>
                <a:gd name="csX20" fmla="*/ 25293 w 57549"/>
                <a:gd name="csY20" fmla="*/ 9965 h 90699"/>
                <a:gd name="csX21" fmla="*/ 14872 w 57549"/>
                <a:gd name="csY21" fmla="*/ 11011 h 90699"/>
                <a:gd name="csX22" fmla="*/ 2631 w 57549"/>
                <a:gd name="csY22" fmla="*/ 14282 h 90699"/>
                <a:gd name="csX23" fmla="*/ 2631 w 57549"/>
                <a:gd name="csY23" fmla="*/ 3743 h 90699"/>
                <a:gd name="csX24" fmla="*/ 15226 w 57549"/>
                <a:gd name="csY24" fmla="*/ 944 h 90699"/>
                <a:gd name="csX25" fmla="*/ 26355 w 57549"/>
                <a:gd name="csY25" fmla="*/ 0 h 90699"/>
                <a:gd name="csX26" fmla="*/ 47652 w 57549"/>
                <a:gd name="csY26" fmla="*/ 6155 h 90699"/>
                <a:gd name="csX27" fmla="*/ 55510 w 57549"/>
                <a:gd name="csY27" fmla="*/ 22662 h 90699"/>
                <a:gd name="csX28" fmla="*/ 51345 w 57549"/>
                <a:gd name="csY28" fmla="*/ 34955 h 90699"/>
                <a:gd name="csX29" fmla="*/ 39525 w 57549"/>
                <a:gd name="csY29" fmla="*/ 41868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49" h="90699">
                  <a:moveTo>
                    <a:pt x="39525" y="41868"/>
                  </a:moveTo>
                  <a:cubicBezTo>
                    <a:pt x="45179" y="43071"/>
                    <a:pt x="49585" y="45589"/>
                    <a:pt x="52744" y="49422"/>
                  </a:cubicBezTo>
                  <a:cubicBezTo>
                    <a:pt x="55948" y="53244"/>
                    <a:pt x="57550" y="57965"/>
                    <a:pt x="57550" y="63586"/>
                  </a:cubicBezTo>
                  <a:cubicBezTo>
                    <a:pt x="57550" y="72208"/>
                    <a:pt x="54582" y="78885"/>
                    <a:pt x="48647" y="83618"/>
                  </a:cubicBezTo>
                  <a:cubicBezTo>
                    <a:pt x="42722" y="88339"/>
                    <a:pt x="34291" y="90700"/>
                    <a:pt x="23354" y="90700"/>
                  </a:cubicBezTo>
                  <a:cubicBezTo>
                    <a:pt x="19689" y="90700"/>
                    <a:pt x="15906" y="90329"/>
                    <a:pt x="12006" y="89587"/>
                  </a:cubicBezTo>
                  <a:cubicBezTo>
                    <a:pt x="8139" y="88879"/>
                    <a:pt x="4137" y="87805"/>
                    <a:pt x="0" y="86366"/>
                  </a:cubicBezTo>
                  <a:lnTo>
                    <a:pt x="0" y="74951"/>
                  </a:lnTo>
                  <a:cubicBezTo>
                    <a:pt x="3283" y="76862"/>
                    <a:pt x="6874" y="78306"/>
                    <a:pt x="10775" y="79285"/>
                  </a:cubicBezTo>
                  <a:cubicBezTo>
                    <a:pt x="14676" y="80251"/>
                    <a:pt x="18756" y="80735"/>
                    <a:pt x="23017" y="80735"/>
                  </a:cubicBezTo>
                  <a:cubicBezTo>
                    <a:pt x="30425" y="80735"/>
                    <a:pt x="36062" y="79273"/>
                    <a:pt x="39929" y="76350"/>
                  </a:cubicBezTo>
                  <a:cubicBezTo>
                    <a:pt x="43830" y="73428"/>
                    <a:pt x="45780" y="69173"/>
                    <a:pt x="45780" y="63586"/>
                  </a:cubicBezTo>
                  <a:cubicBezTo>
                    <a:pt x="45780" y="58438"/>
                    <a:pt x="43965" y="54419"/>
                    <a:pt x="40334" y="51530"/>
                  </a:cubicBezTo>
                  <a:cubicBezTo>
                    <a:pt x="36748" y="48596"/>
                    <a:pt x="31734" y="47129"/>
                    <a:pt x="25293" y="47129"/>
                  </a:cubicBezTo>
                  <a:lnTo>
                    <a:pt x="15109" y="47129"/>
                  </a:lnTo>
                  <a:lnTo>
                    <a:pt x="15109" y="37416"/>
                  </a:lnTo>
                  <a:lnTo>
                    <a:pt x="25765" y="37416"/>
                  </a:lnTo>
                  <a:cubicBezTo>
                    <a:pt x="31577" y="37416"/>
                    <a:pt x="36023" y="36264"/>
                    <a:pt x="39103" y="33960"/>
                  </a:cubicBezTo>
                  <a:cubicBezTo>
                    <a:pt x="42194" y="31622"/>
                    <a:pt x="43740" y="28266"/>
                    <a:pt x="43740" y="23893"/>
                  </a:cubicBezTo>
                  <a:cubicBezTo>
                    <a:pt x="43740" y="19408"/>
                    <a:pt x="42138" y="15974"/>
                    <a:pt x="38934" y="13591"/>
                  </a:cubicBezTo>
                  <a:cubicBezTo>
                    <a:pt x="35775" y="11174"/>
                    <a:pt x="31228" y="9965"/>
                    <a:pt x="25293" y="9965"/>
                  </a:cubicBezTo>
                  <a:cubicBezTo>
                    <a:pt x="22055" y="9965"/>
                    <a:pt x="18582" y="10314"/>
                    <a:pt x="14872" y="11011"/>
                  </a:cubicBezTo>
                  <a:cubicBezTo>
                    <a:pt x="11163" y="11719"/>
                    <a:pt x="7082" y="12809"/>
                    <a:pt x="2631" y="14282"/>
                  </a:cubicBezTo>
                  <a:lnTo>
                    <a:pt x="2631" y="3743"/>
                  </a:lnTo>
                  <a:cubicBezTo>
                    <a:pt x="7127" y="2496"/>
                    <a:pt x="11326" y="1562"/>
                    <a:pt x="15226" y="944"/>
                  </a:cubicBezTo>
                  <a:cubicBezTo>
                    <a:pt x="19161" y="315"/>
                    <a:pt x="22871" y="0"/>
                    <a:pt x="26355" y="0"/>
                  </a:cubicBezTo>
                  <a:cubicBezTo>
                    <a:pt x="35326" y="0"/>
                    <a:pt x="42425" y="2052"/>
                    <a:pt x="47652" y="6155"/>
                  </a:cubicBezTo>
                  <a:cubicBezTo>
                    <a:pt x="52890" y="10213"/>
                    <a:pt x="55510" y="15715"/>
                    <a:pt x="55510" y="22662"/>
                  </a:cubicBezTo>
                  <a:cubicBezTo>
                    <a:pt x="55510" y="27507"/>
                    <a:pt x="54121" y="31605"/>
                    <a:pt x="51345" y="34955"/>
                  </a:cubicBezTo>
                  <a:cubicBezTo>
                    <a:pt x="48579" y="38271"/>
                    <a:pt x="44639" y="40575"/>
                    <a:pt x="39525" y="4186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E37B80BF-A9AE-4E64-5813-F5799D0166D4}"/>
                </a:ext>
              </a:extLst>
            </p:cNvPr>
            <p:cNvSpPr/>
            <p:nvPr/>
          </p:nvSpPr>
          <p:spPr>
            <a:xfrm>
              <a:off x="6760851" y="4970693"/>
              <a:ext cx="76704" cy="93111"/>
            </a:xfrm>
            <a:custGeom>
              <a:avLst/>
              <a:gdLst>
                <a:gd name="csX0" fmla="*/ 76705 w 76704"/>
                <a:gd name="csY0" fmla="*/ 42306 h 93111"/>
                <a:gd name="csX1" fmla="*/ 72489 w 76704"/>
                <a:gd name="csY1" fmla="*/ 56336 h 93111"/>
                <a:gd name="csX2" fmla="*/ 61984 w 76704"/>
                <a:gd name="csY2" fmla="*/ 64143 h 93111"/>
                <a:gd name="csX3" fmla="*/ 53688 w 76704"/>
                <a:gd name="csY3" fmla="*/ 61310 h 93111"/>
                <a:gd name="csX4" fmla="*/ 49270 w 76704"/>
                <a:gd name="csY4" fmla="*/ 53773 h 93111"/>
                <a:gd name="csX5" fmla="*/ 46168 w 76704"/>
                <a:gd name="csY5" fmla="*/ 57162 h 93111"/>
                <a:gd name="csX6" fmla="*/ 42425 w 76704"/>
                <a:gd name="csY6" fmla="*/ 60349 h 93111"/>
                <a:gd name="csX7" fmla="*/ 36961 w 76704"/>
                <a:gd name="csY7" fmla="*/ 63181 h 93111"/>
                <a:gd name="csX8" fmla="*/ 30469 w 76704"/>
                <a:gd name="csY8" fmla="*/ 64143 h 93111"/>
                <a:gd name="csX9" fmla="*/ 16710 w 76704"/>
                <a:gd name="csY9" fmla="*/ 59725 h 93111"/>
                <a:gd name="csX10" fmla="*/ 8903 w 76704"/>
                <a:gd name="csY10" fmla="*/ 90127 h 93111"/>
                <a:gd name="csX11" fmla="*/ 3996 w 76704"/>
                <a:gd name="csY11" fmla="*/ 93111 h 93111"/>
                <a:gd name="csX12" fmla="*/ 1096 w 76704"/>
                <a:gd name="csY12" fmla="*/ 91998 h 93111"/>
                <a:gd name="csX13" fmla="*/ 0 w 76704"/>
                <a:gd name="csY13" fmla="*/ 89300 h 93111"/>
                <a:gd name="csX14" fmla="*/ 472 w 76704"/>
                <a:gd name="csY14" fmla="*/ 87024 h 93111"/>
                <a:gd name="csX15" fmla="*/ 20791 w 76704"/>
                <a:gd name="csY15" fmla="*/ 5126 h 93111"/>
                <a:gd name="csX16" fmla="*/ 22730 w 76704"/>
                <a:gd name="csY16" fmla="*/ 1669 h 93111"/>
                <a:gd name="csX17" fmla="*/ 25006 w 76704"/>
                <a:gd name="csY17" fmla="*/ 219 h 93111"/>
                <a:gd name="csX18" fmla="*/ 26456 w 76704"/>
                <a:gd name="csY18" fmla="*/ 0 h 93111"/>
                <a:gd name="csX19" fmla="*/ 29441 w 76704"/>
                <a:gd name="csY19" fmla="*/ 1045 h 93111"/>
                <a:gd name="csX20" fmla="*/ 30604 w 76704"/>
                <a:gd name="csY20" fmla="*/ 3811 h 93111"/>
                <a:gd name="csX21" fmla="*/ 30200 w 76704"/>
                <a:gd name="csY21" fmla="*/ 5666 h 93111"/>
                <a:gd name="csX22" fmla="*/ 29306 w 76704"/>
                <a:gd name="csY22" fmla="*/ 9544 h 93111"/>
                <a:gd name="csX23" fmla="*/ 28463 w 76704"/>
                <a:gd name="csY23" fmla="*/ 12866 h 93111"/>
                <a:gd name="csX24" fmla="*/ 22527 w 76704"/>
                <a:gd name="csY24" fmla="*/ 36641 h 93111"/>
                <a:gd name="csX25" fmla="*/ 20521 w 76704"/>
                <a:gd name="csY25" fmla="*/ 48663 h 93111"/>
                <a:gd name="csX26" fmla="*/ 23151 w 76704"/>
                <a:gd name="csY26" fmla="*/ 57786 h 93111"/>
                <a:gd name="csX27" fmla="*/ 31026 w 76704"/>
                <a:gd name="csY27" fmla="*/ 60973 h 93111"/>
                <a:gd name="csX28" fmla="*/ 37315 w 76704"/>
                <a:gd name="csY28" fmla="*/ 59657 h 93111"/>
                <a:gd name="csX29" fmla="*/ 42425 w 76704"/>
                <a:gd name="csY29" fmla="*/ 56403 h 93111"/>
                <a:gd name="csX30" fmla="*/ 46168 w 76704"/>
                <a:gd name="csY30" fmla="*/ 52542 h 93111"/>
                <a:gd name="csX31" fmla="*/ 48579 w 76704"/>
                <a:gd name="csY31" fmla="*/ 49152 h 93111"/>
                <a:gd name="csX32" fmla="*/ 49405 w 76704"/>
                <a:gd name="csY32" fmla="*/ 47416 h 93111"/>
                <a:gd name="csX33" fmla="*/ 53081 w 76704"/>
                <a:gd name="csY33" fmla="*/ 32982 h 93111"/>
                <a:gd name="csX34" fmla="*/ 59775 w 76704"/>
                <a:gd name="csY34" fmla="*/ 6509 h 93111"/>
                <a:gd name="csX35" fmla="*/ 60956 w 76704"/>
                <a:gd name="csY35" fmla="*/ 3743 h 93111"/>
                <a:gd name="csX36" fmla="*/ 62743 w 76704"/>
                <a:gd name="csY36" fmla="*/ 2141 h 93111"/>
                <a:gd name="csX37" fmla="*/ 64277 w 76704"/>
                <a:gd name="csY37" fmla="*/ 1669 h 93111"/>
                <a:gd name="csX38" fmla="*/ 65306 w 76704"/>
                <a:gd name="csY38" fmla="*/ 1534 h 93111"/>
                <a:gd name="csX39" fmla="*/ 68206 w 76704"/>
                <a:gd name="csY39" fmla="*/ 2563 h 93111"/>
                <a:gd name="csX40" fmla="*/ 69387 w 76704"/>
                <a:gd name="csY40" fmla="*/ 5396 h 93111"/>
                <a:gd name="csX41" fmla="*/ 68965 w 76704"/>
                <a:gd name="csY41" fmla="*/ 7402 h 93111"/>
                <a:gd name="csX42" fmla="*/ 68071 w 76704"/>
                <a:gd name="csY42" fmla="*/ 11348 h 93111"/>
                <a:gd name="csX43" fmla="*/ 67245 w 76704"/>
                <a:gd name="csY43" fmla="*/ 14872 h 93111"/>
                <a:gd name="csX44" fmla="*/ 64817 w 76704"/>
                <a:gd name="csY44" fmla="*/ 24467 h 93111"/>
                <a:gd name="csX45" fmla="*/ 60888 w 76704"/>
                <a:gd name="csY45" fmla="*/ 39744 h 93111"/>
                <a:gd name="csX46" fmla="*/ 59978 w 76704"/>
                <a:gd name="csY46" fmla="*/ 43554 h 93111"/>
                <a:gd name="csX47" fmla="*/ 59017 w 76704"/>
                <a:gd name="csY47" fmla="*/ 47972 h 93111"/>
                <a:gd name="csX48" fmla="*/ 58325 w 76704"/>
                <a:gd name="csY48" fmla="*/ 51429 h 93111"/>
                <a:gd name="csX49" fmla="*/ 58055 w 76704"/>
                <a:gd name="csY49" fmla="*/ 54464 h 93111"/>
                <a:gd name="csX50" fmla="*/ 62338 w 76704"/>
                <a:gd name="csY50" fmla="*/ 60973 h 93111"/>
                <a:gd name="csX51" fmla="*/ 65441 w 76704"/>
                <a:gd name="csY51" fmla="*/ 59994 h 93111"/>
                <a:gd name="csX52" fmla="*/ 67869 w 76704"/>
                <a:gd name="csY52" fmla="*/ 57516 h 93111"/>
                <a:gd name="csX53" fmla="*/ 69875 w 76704"/>
                <a:gd name="csY53" fmla="*/ 53570 h 93111"/>
                <a:gd name="csX54" fmla="*/ 71528 w 76704"/>
                <a:gd name="csY54" fmla="*/ 48933 h 93111"/>
                <a:gd name="csX55" fmla="*/ 73046 w 76704"/>
                <a:gd name="csY55" fmla="*/ 43487 h 93111"/>
                <a:gd name="csX56" fmla="*/ 73737 w 76704"/>
                <a:gd name="csY56" fmla="*/ 41413 h 93111"/>
                <a:gd name="csX57" fmla="*/ 75052 w 76704"/>
                <a:gd name="csY57" fmla="*/ 40924 h 93111"/>
                <a:gd name="csX58" fmla="*/ 76705 w 76704"/>
                <a:gd name="csY58" fmla="*/ 42306 h 93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76704" h="93111">
                  <a:moveTo>
                    <a:pt x="76705" y="42306"/>
                  </a:moveTo>
                  <a:cubicBezTo>
                    <a:pt x="75513" y="48253"/>
                    <a:pt x="74108" y="52929"/>
                    <a:pt x="72489" y="56336"/>
                  </a:cubicBezTo>
                  <a:cubicBezTo>
                    <a:pt x="69915" y="61540"/>
                    <a:pt x="66413" y="64143"/>
                    <a:pt x="61984" y="64143"/>
                  </a:cubicBezTo>
                  <a:cubicBezTo>
                    <a:pt x="58859" y="64143"/>
                    <a:pt x="56094" y="63198"/>
                    <a:pt x="53688" y="61310"/>
                  </a:cubicBezTo>
                  <a:cubicBezTo>
                    <a:pt x="51339" y="59421"/>
                    <a:pt x="49866" y="56909"/>
                    <a:pt x="49270" y="53773"/>
                  </a:cubicBezTo>
                  <a:cubicBezTo>
                    <a:pt x="48079" y="55200"/>
                    <a:pt x="47045" y="56330"/>
                    <a:pt x="46168" y="57162"/>
                  </a:cubicBezTo>
                  <a:cubicBezTo>
                    <a:pt x="45336" y="57994"/>
                    <a:pt x="44088" y="59056"/>
                    <a:pt x="42425" y="60349"/>
                  </a:cubicBezTo>
                  <a:cubicBezTo>
                    <a:pt x="40817" y="61585"/>
                    <a:pt x="38996" y="62529"/>
                    <a:pt x="36961" y="63181"/>
                  </a:cubicBezTo>
                  <a:cubicBezTo>
                    <a:pt x="34938" y="63822"/>
                    <a:pt x="32774" y="64143"/>
                    <a:pt x="30469" y="64143"/>
                  </a:cubicBezTo>
                  <a:cubicBezTo>
                    <a:pt x="24849" y="64143"/>
                    <a:pt x="20262" y="62670"/>
                    <a:pt x="16710" y="59725"/>
                  </a:cubicBezTo>
                  <a:cubicBezTo>
                    <a:pt x="11921" y="79026"/>
                    <a:pt x="9319" y="89160"/>
                    <a:pt x="8903" y="90127"/>
                  </a:cubicBezTo>
                  <a:cubicBezTo>
                    <a:pt x="7565" y="92116"/>
                    <a:pt x="5930" y="93111"/>
                    <a:pt x="3996" y="93111"/>
                  </a:cubicBezTo>
                  <a:cubicBezTo>
                    <a:pt x="2805" y="93111"/>
                    <a:pt x="1838" y="92740"/>
                    <a:pt x="1096" y="91998"/>
                  </a:cubicBezTo>
                  <a:cubicBezTo>
                    <a:pt x="365" y="91313"/>
                    <a:pt x="0" y="90413"/>
                    <a:pt x="0" y="89300"/>
                  </a:cubicBezTo>
                  <a:cubicBezTo>
                    <a:pt x="45" y="88929"/>
                    <a:pt x="202" y="88171"/>
                    <a:pt x="472" y="87024"/>
                  </a:cubicBezTo>
                  <a:lnTo>
                    <a:pt x="20791" y="5126"/>
                  </a:lnTo>
                  <a:cubicBezTo>
                    <a:pt x="21162" y="3654"/>
                    <a:pt x="21808" y="2501"/>
                    <a:pt x="22730" y="1669"/>
                  </a:cubicBezTo>
                  <a:cubicBezTo>
                    <a:pt x="23697" y="792"/>
                    <a:pt x="24455" y="309"/>
                    <a:pt x="25006" y="219"/>
                  </a:cubicBezTo>
                  <a:cubicBezTo>
                    <a:pt x="25568" y="73"/>
                    <a:pt x="26051" y="0"/>
                    <a:pt x="26456" y="0"/>
                  </a:cubicBezTo>
                  <a:cubicBezTo>
                    <a:pt x="27704" y="0"/>
                    <a:pt x="28699" y="348"/>
                    <a:pt x="29441" y="1045"/>
                  </a:cubicBezTo>
                  <a:cubicBezTo>
                    <a:pt x="30216" y="1686"/>
                    <a:pt x="30604" y="2608"/>
                    <a:pt x="30604" y="3811"/>
                  </a:cubicBezTo>
                  <a:cubicBezTo>
                    <a:pt x="30604" y="3991"/>
                    <a:pt x="30469" y="4609"/>
                    <a:pt x="30200" y="5666"/>
                  </a:cubicBezTo>
                  <a:cubicBezTo>
                    <a:pt x="29964" y="6689"/>
                    <a:pt x="29666" y="7981"/>
                    <a:pt x="29306" y="9544"/>
                  </a:cubicBezTo>
                  <a:cubicBezTo>
                    <a:pt x="28935" y="11061"/>
                    <a:pt x="28654" y="12169"/>
                    <a:pt x="28463" y="12866"/>
                  </a:cubicBezTo>
                  <a:lnTo>
                    <a:pt x="22527" y="36641"/>
                  </a:lnTo>
                  <a:cubicBezTo>
                    <a:pt x="21190" y="42070"/>
                    <a:pt x="20521" y="46078"/>
                    <a:pt x="20521" y="48663"/>
                  </a:cubicBezTo>
                  <a:cubicBezTo>
                    <a:pt x="20521" y="52575"/>
                    <a:pt x="21398" y="55616"/>
                    <a:pt x="23151" y="57786"/>
                  </a:cubicBezTo>
                  <a:cubicBezTo>
                    <a:pt x="24950" y="59910"/>
                    <a:pt x="27575" y="60973"/>
                    <a:pt x="31026" y="60973"/>
                  </a:cubicBezTo>
                  <a:cubicBezTo>
                    <a:pt x="33195" y="60973"/>
                    <a:pt x="35292" y="60534"/>
                    <a:pt x="37315" y="59657"/>
                  </a:cubicBezTo>
                  <a:cubicBezTo>
                    <a:pt x="39339" y="58736"/>
                    <a:pt x="41042" y="57651"/>
                    <a:pt x="42425" y="56403"/>
                  </a:cubicBezTo>
                  <a:cubicBezTo>
                    <a:pt x="43807" y="55155"/>
                    <a:pt x="45055" y="53868"/>
                    <a:pt x="46168" y="52542"/>
                  </a:cubicBezTo>
                  <a:cubicBezTo>
                    <a:pt x="47269" y="51159"/>
                    <a:pt x="48073" y="50029"/>
                    <a:pt x="48579" y="49152"/>
                  </a:cubicBezTo>
                  <a:cubicBezTo>
                    <a:pt x="49085" y="48231"/>
                    <a:pt x="49360" y="47652"/>
                    <a:pt x="49405" y="47416"/>
                  </a:cubicBezTo>
                  <a:lnTo>
                    <a:pt x="53081" y="32982"/>
                  </a:lnTo>
                  <a:lnTo>
                    <a:pt x="59775" y="6509"/>
                  </a:lnTo>
                  <a:cubicBezTo>
                    <a:pt x="60056" y="5396"/>
                    <a:pt x="60450" y="4474"/>
                    <a:pt x="60956" y="3743"/>
                  </a:cubicBezTo>
                  <a:cubicBezTo>
                    <a:pt x="61506" y="2956"/>
                    <a:pt x="62102" y="2422"/>
                    <a:pt x="62743" y="2141"/>
                  </a:cubicBezTo>
                  <a:cubicBezTo>
                    <a:pt x="63395" y="1872"/>
                    <a:pt x="63907" y="1714"/>
                    <a:pt x="64277" y="1669"/>
                  </a:cubicBezTo>
                  <a:cubicBezTo>
                    <a:pt x="64637" y="1579"/>
                    <a:pt x="64980" y="1534"/>
                    <a:pt x="65306" y="1534"/>
                  </a:cubicBezTo>
                  <a:cubicBezTo>
                    <a:pt x="66464" y="1534"/>
                    <a:pt x="67431" y="1877"/>
                    <a:pt x="68206" y="2563"/>
                  </a:cubicBezTo>
                  <a:cubicBezTo>
                    <a:pt x="68993" y="3260"/>
                    <a:pt x="69387" y="4204"/>
                    <a:pt x="69387" y="5396"/>
                  </a:cubicBezTo>
                  <a:cubicBezTo>
                    <a:pt x="69387" y="5632"/>
                    <a:pt x="69246" y="6301"/>
                    <a:pt x="68965" y="7402"/>
                  </a:cubicBezTo>
                  <a:cubicBezTo>
                    <a:pt x="68740" y="8459"/>
                    <a:pt x="68442" y="9774"/>
                    <a:pt x="68071" y="11348"/>
                  </a:cubicBezTo>
                  <a:cubicBezTo>
                    <a:pt x="67700" y="12866"/>
                    <a:pt x="67425" y="14040"/>
                    <a:pt x="67245" y="14872"/>
                  </a:cubicBezTo>
                  <a:cubicBezTo>
                    <a:pt x="65773" y="20673"/>
                    <a:pt x="64963" y="23871"/>
                    <a:pt x="64817" y="24467"/>
                  </a:cubicBezTo>
                  <a:lnTo>
                    <a:pt x="60888" y="39744"/>
                  </a:lnTo>
                  <a:cubicBezTo>
                    <a:pt x="60742" y="40351"/>
                    <a:pt x="60438" y="41621"/>
                    <a:pt x="59978" y="43554"/>
                  </a:cubicBezTo>
                  <a:cubicBezTo>
                    <a:pt x="59573" y="45488"/>
                    <a:pt x="59253" y="46960"/>
                    <a:pt x="59017" y="47972"/>
                  </a:cubicBezTo>
                  <a:cubicBezTo>
                    <a:pt x="58792" y="48939"/>
                    <a:pt x="58561" y="50091"/>
                    <a:pt x="58325" y="51429"/>
                  </a:cubicBezTo>
                  <a:cubicBezTo>
                    <a:pt x="58145" y="52722"/>
                    <a:pt x="58055" y="53733"/>
                    <a:pt x="58055" y="54464"/>
                  </a:cubicBezTo>
                  <a:cubicBezTo>
                    <a:pt x="58055" y="58803"/>
                    <a:pt x="59483" y="60973"/>
                    <a:pt x="62338" y="60973"/>
                  </a:cubicBezTo>
                  <a:cubicBezTo>
                    <a:pt x="63440" y="60973"/>
                    <a:pt x="64474" y="60647"/>
                    <a:pt x="65441" y="59994"/>
                  </a:cubicBezTo>
                  <a:cubicBezTo>
                    <a:pt x="66408" y="59309"/>
                    <a:pt x="67217" y="58483"/>
                    <a:pt x="67869" y="57516"/>
                  </a:cubicBezTo>
                  <a:cubicBezTo>
                    <a:pt x="68555" y="56549"/>
                    <a:pt x="69224" y="55234"/>
                    <a:pt x="69875" y="53570"/>
                  </a:cubicBezTo>
                  <a:cubicBezTo>
                    <a:pt x="70561" y="51862"/>
                    <a:pt x="71112" y="50316"/>
                    <a:pt x="71528" y="48933"/>
                  </a:cubicBezTo>
                  <a:cubicBezTo>
                    <a:pt x="71944" y="47506"/>
                    <a:pt x="72450" y="45690"/>
                    <a:pt x="73046" y="43487"/>
                  </a:cubicBezTo>
                  <a:cubicBezTo>
                    <a:pt x="73282" y="42419"/>
                    <a:pt x="73512" y="41728"/>
                    <a:pt x="73737" y="41413"/>
                  </a:cubicBezTo>
                  <a:cubicBezTo>
                    <a:pt x="73973" y="41087"/>
                    <a:pt x="74411" y="40924"/>
                    <a:pt x="75052" y="40924"/>
                  </a:cubicBezTo>
                  <a:cubicBezTo>
                    <a:pt x="76154" y="40924"/>
                    <a:pt x="76705" y="41385"/>
                    <a:pt x="76705" y="42306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4FFC6AFD-A5AA-A3A8-EE5D-670A45A83917}"/>
                </a:ext>
              </a:extLst>
            </p:cNvPr>
            <p:cNvSpPr/>
            <p:nvPr/>
          </p:nvSpPr>
          <p:spPr>
            <a:xfrm>
              <a:off x="6851905" y="5036033"/>
              <a:ext cx="72050" cy="67683"/>
            </a:xfrm>
            <a:custGeom>
              <a:avLst/>
              <a:gdLst>
                <a:gd name="csX0" fmla="*/ 72051 w 72050"/>
                <a:gd name="csY0" fmla="*/ 1214 h 67683"/>
                <a:gd name="csX1" fmla="*/ 71899 w 72050"/>
                <a:gd name="csY1" fmla="*/ 2226 h 67683"/>
                <a:gd name="csX2" fmla="*/ 71410 w 72050"/>
                <a:gd name="csY2" fmla="*/ 2799 h 67683"/>
                <a:gd name="csX3" fmla="*/ 70837 w 72050"/>
                <a:gd name="csY3" fmla="*/ 3001 h 67683"/>
                <a:gd name="csX4" fmla="*/ 70061 w 72050"/>
                <a:gd name="csY4" fmla="*/ 3103 h 67683"/>
                <a:gd name="csX5" fmla="*/ 65711 w 72050"/>
                <a:gd name="csY5" fmla="*/ 3912 h 67683"/>
                <a:gd name="csX6" fmla="*/ 62035 w 72050"/>
                <a:gd name="csY6" fmla="*/ 5666 h 67683"/>
                <a:gd name="csX7" fmla="*/ 59472 w 72050"/>
                <a:gd name="csY7" fmla="*/ 7605 h 67683"/>
                <a:gd name="csX8" fmla="*/ 57044 w 72050"/>
                <a:gd name="csY8" fmla="*/ 9915 h 67683"/>
                <a:gd name="csX9" fmla="*/ 55695 w 72050"/>
                <a:gd name="csY9" fmla="*/ 11314 h 67683"/>
                <a:gd name="csX10" fmla="*/ 31110 w 72050"/>
                <a:gd name="csY10" fmla="*/ 39524 h 67683"/>
                <a:gd name="csX11" fmla="*/ 29711 w 72050"/>
                <a:gd name="csY11" fmla="*/ 42627 h 67683"/>
                <a:gd name="csX12" fmla="*/ 26220 w 72050"/>
                <a:gd name="csY12" fmla="*/ 56605 h 67683"/>
                <a:gd name="csX13" fmla="*/ 24871 w 72050"/>
                <a:gd name="csY13" fmla="*/ 62844 h 67683"/>
                <a:gd name="csX14" fmla="*/ 25360 w 72050"/>
                <a:gd name="csY14" fmla="*/ 64008 h 67683"/>
                <a:gd name="csX15" fmla="*/ 27535 w 72050"/>
                <a:gd name="csY15" fmla="*/ 64396 h 67683"/>
                <a:gd name="csX16" fmla="*/ 31312 w 72050"/>
                <a:gd name="csY16" fmla="*/ 64631 h 67683"/>
                <a:gd name="csX17" fmla="*/ 33875 w 72050"/>
                <a:gd name="csY17" fmla="*/ 65019 h 67683"/>
                <a:gd name="csX18" fmla="*/ 34061 w 72050"/>
                <a:gd name="csY18" fmla="*/ 65694 h 67683"/>
                <a:gd name="csX19" fmla="*/ 33673 w 72050"/>
                <a:gd name="csY19" fmla="*/ 67110 h 67683"/>
                <a:gd name="csX20" fmla="*/ 32999 w 72050"/>
                <a:gd name="csY20" fmla="*/ 67633 h 67683"/>
                <a:gd name="csX21" fmla="*/ 32172 w 72050"/>
                <a:gd name="csY21" fmla="*/ 67684 h 67683"/>
                <a:gd name="csX22" fmla="*/ 19509 w 72050"/>
                <a:gd name="csY22" fmla="*/ 67397 h 67683"/>
                <a:gd name="csX23" fmla="*/ 7015 w 72050"/>
                <a:gd name="csY23" fmla="*/ 67684 h 67683"/>
                <a:gd name="csX24" fmla="*/ 5615 w 72050"/>
                <a:gd name="csY24" fmla="*/ 66571 h 67683"/>
                <a:gd name="csX25" fmla="*/ 5716 w 72050"/>
                <a:gd name="csY25" fmla="*/ 65458 h 67683"/>
                <a:gd name="csX26" fmla="*/ 6289 w 72050"/>
                <a:gd name="csY26" fmla="*/ 64884 h 67683"/>
                <a:gd name="csX27" fmla="*/ 7065 w 72050"/>
                <a:gd name="csY27" fmla="*/ 64682 h 67683"/>
                <a:gd name="csX28" fmla="*/ 8330 w 72050"/>
                <a:gd name="csY28" fmla="*/ 64631 h 67683"/>
                <a:gd name="csX29" fmla="*/ 11668 w 72050"/>
                <a:gd name="csY29" fmla="*/ 64581 h 67683"/>
                <a:gd name="csX30" fmla="*/ 13945 w 72050"/>
                <a:gd name="csY30" fmla="*/ 64244 h 67683"/>
                <a:gd name="csX31" fmla="*/ 15446 w 72050"/>
                <a:gd name="csY31" fmla="*/ 63772 h 67683"/>
                <a:gd name="csX32" fmla="*/ 16356 w 72050"/>
                <a:gd name="csY32" fmla="*/ 62709 h 67683"/>
                <a:gd name="csX33" fmla="*/ 17030 w 72050"/>
                <a:gd name="csY33" fmla="*/ 61158 h 67683"/>
                <a:gd name="csX34" fmla="*/ 17621 w 72050"/>
                <a:gd name="csY34" fmla="*/ 58780 h 67683"/>
                <a:gd name="csX35" fmla="*/ 20032 w 72050"/>
                <a:gd name="csY35" fmla="*/ 49102 h 67683"/>
                <a:gd name="csX36" fmla="*/ 22072 w 72050"/>
                <a:gd name="csY36" fmla="*/ 40738 h 67683"/>
                <a:gd name="csX37" fmla="*/ 21684 w 72050"/>
                <a:gd name="csY37" fmla="*/ 39052 h 67683"/>
                <a:gd name="csX38" fmla="*/ 9493 w 72050"/>
                <a:gd name="csY38" fmla="*/ 6441 h 67683"/>
                <a:gd name="csX39" fmla="*/ 8515 w 72050"/>
                <a:gd name="csY39" fmla="*/ 4401 h 67683"/>
                <a:gd name="csX40" fmla="*/ 6627 w 72050"/>
                <a:gd name="csY40" fmla="*/ 3491 h 67683"/>
                <a:gd name="csX41" fmla="*/ 2276 w 72050"/>
                <a:gd name="csY41" fmla="*/ 3103 h 67683"/>
                <a:gd name="csX42" fmla="*/ 1062 w 72050"/>
                <a:gd name="csY42" fmla="*/ 3052 h 67683"/>
                <a:gd name="csX43" fmla="*/ 337 w 72050"/>
                <a:gd name="csY43" fmla="*/ 2765 h 67683"/>
                <a:gd name="csX44" fmla="*/ 0 w 72050"/>
                <a:gd name="csY44" fmla="*/ 1990 h 67683"/>
                <a:gd name="csX45" fmla="*/ 388 w 72050"/>
                <a:gd name="csY45" fmla="*/ 624 h 67683"/>
                <a:gd name="csX46" fmla="*/ 1062 w 72050"/>
                <a:gd name="csY46" fmla="*/ 101 h 67683"/>
                <a:gd name="csX47" fmla="*/ 1889 w 72050"/>
                <a:gd name="csY47" fmla="*/ 0 h 67683"/>
                <a:gd name="csX48" fmla="*/ 7402 w 72050"/>
                <a:gd name="csY48" fmla="*/ 152 h 67683"/>
                <a:gd name="csX49" fmla="*/ 12967 w 72050"/>
                <a:gd name="csY49" fmla="*/ 287 h 67683"/>
                <a:gd name="csX50" fmla="*/ 25444 w 72050"/>
                <a:gd name="csY50" fmla="*/ 0 h 67683"/>
                <a:gd name="csX51" fmla="*/ 26945 w 72050"/>
                <a:gd name="csY51" fmla="*/ 1113 h 67683"/>
                <a:gd name="csX52" fmla="*/ 26423 w 72050"/>
                <a:gd name="csY52" fmla="*/ 2799 h 67683"/>
                <a:gd name="csX53" fmla="*/ 24585 w 72050"/>
                <a:gd name="csY53" fmla="*/ 3103 h 67683"/>
                <a:gd name="csX54" fmla="*/ 18734 w 72050"/>
                <a:gd name="csY54" fmla="*/ 5463 h 67683"/>
                <a:gd name="csX55" fmla="*/ 19307 w 72050"/>
                <a:gd name="csY55" fmla="*/ 7166 h 67683"/>
                <a:gd name="csX56" fmla="*/ 30200 w 72050"/>
                <a:gd name="csY56" fmla="*/ 36573 h 67683"/>
                <a:gd name="csX57" fmla="*/ 53182 w 72050"/>
                <a:gd name="csY57" fmla="*/ 10117 h 67683"/>
                <a:gd name="csX58" fmla="*/ 53520 w 72050"/>
                <a:gd name="csY58" fmla="*/ 9729 h 67683"/>
                <a:gd name="csX59" fmla="*/ 54042 w 72050"/>
                <a:gd name="csY59" fmla="*/ 9055 h 67683"/>
                <a:gd name="csX60" fmla="*/ 54666 w 72050"/>
                <a:gd name="csY60" fmla="*/ 8229 h 67683"/>
                <a:gd name="csX61" fmla="*/ 55256 w 72050"/>
                <a:gd name="csY61" fmla="*/ 7251 h 67683"/>
                <a:gd name="csX62" fmla="*/ 55695 w 72050"/>
                <a:gd name="csY62" fmla="*/ 6289 h 67683"/>
                <a:gd name="csX63" fmla="*/ 55880 w 72050"/>
                <a:gd name="csY63" fmla="*/ 5379 h 67683"/>
                <a:gd name="csX64" fmla="*/ 55442 w 72050"/>
                <a:gd name="csY64" fmla="*/ 4165 h 67683"/>
                <a:gd name="csX65" fmla="*/ 54329 w 72050"/>
                <a:gd name="csY65" fmla="*/ 3440 h 67683"/>
                <a:gd name="csX66" fmla="*/ 53182 w 72050"/>
                <a:gd name="csY66" fmla="*/ 3187 h 67683"/>
                <a:gd name="csX67" fmla="*/ 52306 w 72050"/>
                <a:gd name="csY67" fmla="*/ 3103 h 67683"/>
                <a:gd name="csX68" fmla="*/ 50805 w 72050"/>
                <a:gd name="csY68" fmla="*/ 1889 h 67683"/>
                <a:gd name="csX69" fmla="*/ 51193 w 72050"/>
                <a:gd name="csY69" fmla="*/ 573 h 67683"/>
                <a:gd name="csX70" fmla="*/ 51867 w 72050"/>
                <a:gd name="csY70" fmla="*/ 51 h 67683"/>
                <a:gd name="csX71" fmla="*/ 52693 w 72050"/>
                <a:gd name="csY71" fmla="*/ 0 h 67683"/>
                <a:gd name="csX72" fmla="*/ 57634 w 72050"/>
                <a:gd name="csY72" fmla="*/ 152 h 67683"/>
                <a:gd name="csX73" fmla="*/ 62608 w 72050"/>
                <a:gd name="csY73" fmla="*/ 287 h 67683"/>
                <a:gd name="csX74" fmla="*/ 66722 w 72050"/>
                <a:gd name="csY74" fmla="*/ 152 h 67683"/>
                <a:gd name="csX75" fmla="*/ 70735 w 72050"/>
                <a:gd name="csY75" fmla="*/ 0 h 67683"/>
                <a:gd name="csX76" fmla="*/ 72051 w 72050"/>
                <a:gd name="csY76" fmla="*/ 1214 h 67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72050" h="67683">
                  <a:moveTo>
                    <a:pt x="72051" y="1214"/>
                  </a:moveTo>
                  <a:cubicBezTo>
                    <a:pt x="72051" y="1630"/>
                    <a:pt x="72000" y="1967"/>
                    <a:pt x="71899" y="2226"/>
                  </a:cubicBezTo>
                  <a:cubicBezTo>
                    <a:pt x="71831" y="2484"/>
                    <a:pt x="71668" y="2675"/>
                    <a:pt x="71410" y="2799"/>
                  </a:cubicBezTo>
                  <a:cubicBezTo>
                    <a:pt x="71185" y="2900"/>
                    <a:pt x="70994" y="2968"/>
                    <a:pt x="70837" y="3001"/>
                  </a:cubicBezTo>
                  <a:cubicBezTo>
                    <a:pt x="70702" y="3035"/>
                    <a:pt x="70443" y="3069"/>
                    <a:pt x="70061" y="3103"/>
                  </a:cubicBezTo>
                  <a:cubicBezTo>
                    <a:pt x="68476" y="3226"/>
                    <a:pt x="67026" y="3496"/>
                    <a:pt x="65711" y="3912"/>
                  </a:cubicBezTo>
                  <a:cubicBezTo>
                    <a:pt x="64384" y="4305"/>
                    <a:pt x="63159" y="4890"/>
                    <a:pt x="62035" y="5666"/>
                  </a:cubicBezTo>
                  <a:cubicBezTo>
                    <a:pt x="60933" y="6441"/>
                    <a:pt x="60079" y="7088"/>
                    <a:pt x="59472" y="7605"/>
                  </a:cubicBezTo>
                  <a:cubicBezTo>
                    <a:pt x="58887" y="8111"/>
                    <a:pt x="58078" y="8881"/>
                    <a:pt x="57044" y="9915"/>
                  </a:cubicBezTo>
                  <a:lnTo>
                    <a:pt x="55695" y="11314"/>
                  </a:lnTo>
                  <a:lnTo>
                    <a:pt x="31110" y="39524"/>
                  </a:lnTo>
                  <a:cubicBezTo>
                    <a:pt x="30537" y="40176"/>
                    <a:pt x="30070" y="41211"/>
                    <a:pt x="29711" y="42627"/>
                  </a:cubicBezTo>
                  <a:lnTo>
                    <a:pt x="26220" y="56605"/>
                  </a:lnTo>
                  <a:cubicBezTo>
                    <a:pt x="25321" y="60472"/>
                    <a:pt x="24871" y="62552"/>
                    <a:pt x="24871" y="62844"/>
                  </a:cubicBezTo>
                  <a:cubicBezTo>
                    <a:pt x="24871" y="63429"/>
                    <a:pt x="25034" y="63817"/>
                    <a:pt x="25360" y="64008"/>
                  </a:cubicBezTo>
                  <a:cubicBezTo>
                    <a:pt x="25709" y="64165"/>
                    <a:pt x="26434" y="64294"/>
                    <a:pt x="27535" y="64396"/>
                  </a:cubicBezTo>
                  <a:lnTo>
                    <a:pt x="31312" y="64631"/>
                  </a:lnTo>
                  <a:cubicBezTo>
                    <a:pt x="32796" y="64631"/>
                    <a:pt x="33651" y="64761"/>
                    <a:pt x="33875" y="65019"/>
                  </a:cubicBezTo>
                  <a:cubicBezTo>
                    <a:pt x="33999" y="65188"/>
                    <a:pt x="34061" y="65413"/>
                    <a:pt x="34061" y="65694"/>
                  </a:cubicBezTo>
                  <a:cubicBezTo>
                    <a:pt x="34061" y="66312"/>
                    <a:pt x="33932" y="66784"/>
                    <a:pt x="33673" y="67110"/>
                  </a:cubicBezTo>
                  <a:cubicBezTo>
                    <a:pt x="33448" y="67403"/>
                    <a:pt x="33224" y="67577"/>
                    <a:pt x="32999" y="67633"/>
                  </a:cubicBezTo>
                  <a:cubicBezTo>
                    <a:pt x="32808" y="67667"/>
                    <a:pt x="32532" y="67684"/>
                    <a:pt x="32172" y="67684"/>
                  </a:cubicBezTo>
                  <a:lnTo>
                    <a:pt x="19509" y="67397"/>
                  </a:lnTo>
                  <a:lnTo>
                    <a:pt x="7015" y="67684"/>
                  </a:lnTo>
                  <a:cubicBezTo>
                    <a:pt x="6082" y="67684"/>
                    <a:pt x="5615" y="67313"/>
                    <a:pt x="5615" y="66571"/>
                  </a:cubicBezTo>
                  <a:cubicBezTo>
                    <a:pt x="5615" y="66087"/>
                    <a:pt x="5649" y="65716"/>
                    <a:pt x="5716" y="65458"/>
                  </a:cubicBezTo>
                  <a:cubicBezTo>
                    <a:pt x="5806" y="65166"/>
                    <a:pt x="5997" y="64974"/>
                    <a:pt x="6289" y="64884"/>
                  </a:cubicBezTo>
                  <a:cubicBezTo>
                    <a:pt x="6582" y="64750"/>
                    <a:pt x="6840" y="64682"/>
                    <a:pt x="7065" y="64682"/>
                  </a:cubicBezTo>
                  <a:cubicBezTo>
                    <a:pt x="7290" y="64648"/>
                    <a:pt x="7712" y="64631"/>
                    <a:pt x="8330" y="64631"/>
                  </a:cubicBezTo>
                  <a:cubicBezTo>
                    <a:pt x="9814" y="64598"/>
                    <a:pt x="10926" y="64581"/>
                    <a:pt x="11668" y="64581"/>
                  </a:cubicBezTo>
                  <a:cubicBezTo>
                    <a:pt x="12444" y="64559"/>
                    <a:pt x="13203" y="64446"/>
                    <a:pt x="13945" y="64244"/>
                  </a:cubicBezTo>
                  <a:cubicBezTo>
                    <a:pt x="14687" y="64053"/>
                    <a:pt x="15187" y="63895"/>
                    <a:pt x="15446" y="63772"/>
                  </a:cubicBezTo>
                  <a:cubicBezTo>
                    <a:pt x="15726" y="63603"/>
                    <a:pt x="16030" y="63249"/>
                    <a:pt x="16356" y="62709"/>
                  </a:cubicBezTo>
                  <a:cubicBezTo>
                    <a:pt x="16716" y="62125"/>
                    <a:pt x="16940" y="61608"/>
                    <a:pt x="17030" y="61158"/>
                  </a:cubicBezTo>
                  <a:cubicBezTo>
                    <a:pt x="17165" y="60708"/>
                    <a:pt x="17362" y="59916"/>
                    <a:pt x="17621" y="58780"/>
                  </a:cubicBezTo>
                  <a:cubicBezTo>
                    <a:pt x="17879" y="57780"/>
                    <a:pt x="18683" y="54554"/>
                    <a:pt x="20032" y="49102"/>
                  </a:cubicBezTo>
                  <a:cubicBezTo>
                    <a:pt x="21392" y="43650"/>
                    <a:pt x="22072" y="40862"/>
                    <a:pt x="22072" y="40738"/>
                  </a:cubicBezTo>
                  <a:cubicBezTo>
                    <a:pt x="22072" y="40379"/>
                    <a:pt x="21943" y="39817"/>
                    <a:pt x="21684" y="39052"/>
                  </a:cubicBezTo>
                  <a:lnTo>
                    <a:pt x="9493" y="6441"/>
                  </a:lnTo>
                  <a:cubicBezTo>
                    <a:pt x="9133" y="5475"/>
                    <a:pt x="8807" y="4794"/>
                    <a:pt x="8515" y="4401"/>
                  </a:cubicBezTo>
                  <a:cubicBezTo>
                    <a:pt x="8223" y="4019"/>
                    <a:pt x="7593" y="3715"/>
                    <a:pt x="6627" y="3491"/>
                  </a:cubicBezTo>
                  <a:cubicBezTo>
                    <a:pt x="5660" y="3232"/>
                    <a:pt x="4210" y="3103"/>
                    <a:pt x="2276" y="3103"/>
                  </a:cubicBezTo>
                  <a:cubicBezTo>
                    <a:pt x="1726" y="3103"/>
                    <a:pt x="1321" y="3086"/>
                    <a:pt x="1062" y="3052"/>
                  </a:cubicBezTo>
                  <a:cubicBezTo>
                    <a:pt x="804" y="3018"/>
                    <a:pt x="562" y="2923"/>
                    <a:pt x="337" y="2765"/>
                  </a:cubicBezTo>
                  <a:cubicBezTo>
                    <a:pt x="112" y="2597"/>
                    <a:pt x="0" y="2338"/>
                    <a:pt x="0" y="1990"/>
                  </a:cubicBezTo>
                  <a:cubicBezTo>
                    <a:pt x="0" y="1371"/>
                    <a:pt x="129" y="916"/>
                    <a:pt x="388" y="624"/>
                  </a:cubicBezTo>
                  <a:cubicBezTo>
                    <a:pt x="646" y="309"/>
                    <a:pt x="871" y="135"/>
                    <a:pt x="1062" y="101"/>
                  </a:cubicBezTo>
                  <a:cubicBezTo>
                    <a:pt x="1287" y="34"/>
                    <a:pt x="1562" y="0"/>
                    <a:pt x="1889" y="0"/>
                  </a:cubicBezTo>
                  <a:cubicBezTo>
                    <a:pt x="2698" y="0"/>
                    <a:pt x="4536" y="51"/>
                    <a:pt x="7402" y="152"/>
                  </a:cubicBezTo>
                  <a:cubicBezTo>
                    <a:pt x="10280" y="242"/>
                    <a:pt x="12135" y="287"/>
                    <a:pt x="12967" y="287"/>
                  </a:cubicBezTo>
                  <a:lnTo>
                    <a:pt x="25444" y="0"/>
                  </a:lnTo>
                  <a:cubicBezTo>
                    <a:pt x="26445" y="0"/>
                    <a:pt x="26945" y="371"/>
                    <a:pt x="26945" y="1113"/>
                  </a:cubicBezTo>
                  <a:cubicBezTo>
                    <a:pt x="26945" y="2012"/>
                    <a:pt x="26771" y="2574"/>
                    <a:pt x="26423" y="2799"/>
                  </a:cubicBezTo>
                  <a:cubicBezTo>
                    <a:pt x="26063" y="3001"/>
                    <a:pt x="25450" y="3103"/>
                    <a:pt x="24585" y="3103"/>
                  </a:cubicBezTo>
                  <a:cubicBezTo>
                    <a:pt x="20684" y="3103"/>
                    <a:pt x="18734" y="3889"/>
                    <a:pt x="18734" y="5463"/>
                  </a:cubicBezTo>
                  <a:cubicBezTo>
                    <a:pt x="18734" y="5654"/>
                    <a:pt x="18925" y="6222"/>
                    <a:pt x="19307" y="7166"/>
                  </a:cubicBezTo>
                  <a:lnTo>
                    <a:pt x="30200" y="36573"/>
                  </a:lnTo>
                  <a:lnTo>
                    <a:pt x="53182" y="10117"/>
                  </a:lnTo>
                  <a:lnTo>
                    <a:pt x="53520" y="9729"/>
                  </a:lnTo>
                  <a:cubicBezTo>
                    <a:pt x="53711" y="9471"/>
                    <a:pt x="53885" y="9246"/>
                    <a:pt x="54042" y="9055"/>
                  </a:cubicBezTo>
                  <a:cubicBezTo>
                    <a:pt x="54211" y="8852"/>
                    <a:pt x="54419" y="8577"/>
                    <a:pt x="54666" y="8229"/>
                  </a:cubicBezTo>
                  <a:cubicBezTo>
                    <a:pt x="54925" y="7869"/>
                    <a:pt x="55121" y="7543"/>
                    <a:pt x="55256" y="7251"/>
                  </a:cubicBezTo>
                  <a:cubicBezTo>
                    <a:pt x="55414" y="6970"/>
                    <a:pt x="55560" y="6649"/>
                    <a:pt x="55695" y="6289"/>
                  </a:cubicBezTo>
                  <a:cubicBezTo>
                    <a:pt x="55818" y="5930"/>
                    <a:pt x="55880" y="5626"/>
                    <a:pt x="55880" y="5379"/>
                  </a:cubicBezTo>
                  <a:cubicBezTo>
                    <a:pt x="55880" y="4884"/>
                    <a:pt x="55734" y="4480"/>
                    <a:pt x="55442" y="4165"/>
                  </a:cubicBezTo>
                  <a:cubicBezTo>
                    <a:pt x="55161" y="3805"/>
                    <a:pt x="54790" y="3564"/>
                    <a:pt x="54329" y="3440"/>
                  </a:cubicBezTo>
                  <a:cubicBezTo>
                    <a:pt x="53879" y="3305"/>
                    <a:pt x="53497" y="3221"/>
                    <a:pt x="53182" y="3187"/>
                  </a:cubicBezTo>
                  <a:cubicBezTo>
                    <a:pt x="52856" y="3131"/>
                    <a:pt x="52564" y="3103"/>
                    <a:pt x="52306" y="3103"/>
                  </a:cubicBezTo>
                  <a:cubicBezTo>
                    <a:pt x="51305" y="3103"/>
                    <a:pt x="50805" y="2698"/>
                    <a:pt x="50805" y="1889"/>
                  </a:cubicBezTo>
                  <a:cubicBezTo>
                    <a:pt x="50805" y="1304"/>
                    <a:pt x="50934" y="866"/>
                    <a:pt x="51193" y="573"/>
                  </a:cubicBezTo>
                  <a:cubicBezTo>
                    <a:pt x="51451" y="259"/>
                    <a:pt x="51676" y="84"/>
                    <a:pt x="51867" y="51"/>
                  </a:cubicBezTo>
                  <a:cubicBezTo>
                    <a:pt x="52092" y="17"/>
                    <a:pt x="52367" y="0"/>
                    <a:pt x="52693" y="0"/>
                  </a:cubicBezTo>
                  <a:cubicBezTo>
                    <a:pt x="53761" y="0"/>
                    <a:pt x="55408" y="51"/>
                    <a:pt x="57634" y="152"/>
                  </a:cubicBezTo>
                  <a:cubicBezTo>
                    <a:pt x="59848" y="242"/>
                    <a:pt x="61506" y="287"/>
                    <a:pt x="62608" y="287"/>
                  </a:cubicBezTo>
                  <a:cubicBezTo>
                    <a:pt x="63507" y="287"/>
                    <a:pt x="64879" y="242"/>
                    <a:pt x="66722" y="152"/>
                  </a:cubicBezTo>
                  <a:cubicBezTo>
                    <a:pt x="68555" y="51"/>
                    <a:pt x="69892" y="0"/>
                    <a:pt x="70735" y="0"/>
                  </a:cubicBezTo>
                  <a:cubicBezTo>
                    <a:pt x="71612" y="0"/>
                    <a:pt x="72051" y="405"/>
                    <a:pt x="72051" y="1214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0ECC6B9B-299D-E3E5-A97A-866F4605D9D3}"/>
                </a:ext>
              </a:extLst>
            </p:cNvPr>
            <p:cNvSpPr/>
            <p:nvPr/>
          </p:nvSpPr>
          <p:spPr>
            <a:xfrm>
              <a:off x="5406250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Freeform 525">
              <a:extLst>
                <a:ext uri="{FF2B5EF4-FFF2-40B4-BE49-F238E27FC236}">
                  <a16:creationId xmlns:a16="http://schemas.microsoft.com/office/drawing/2014/main" id="{89FD9843-3F03-8110-D5FF-57933FCFDD28}"/>
                </a:ext>
              </a:extLst>
            </p:cNvPr>
            <p:cNvSpPr/>
            <p:nvPr/>
          </p:nvSpPr>
          <p:spPr>
            <a:xfrm>
              <a:off x="5406250" y="4778839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Freeform 526">
              <a:extLst>
                <a:ext uri="{FF2B5EF4-FFF2-40B4-BE49-F238E27FC236}">
                  <a16:creationId xmlns:a16="http://schemas.microsoft.com/office/drawing/2014/main" id="{61528306-2CE2-5091-B017-A1A0CE96F438}"/>
                </a:ext>
              </a:extLst>
            </p:cNvPr>
            <p:cNvSpPr/>
            <p:nvPr/>
          </p:nvSpPr>
          <p:spPr>
            <a:xfrm>
              <a:off x="5406250" y="4101439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Freeform 527">
              <a:extLst>
                <a:ext uri="{FF2B5EF4-FFF2-40B4-BE49-F238E27FC236}">
                  <a16:creationId xmlns:a16="http://schemas.microsoft.com/office/drawing/2014/main" id="{10A95261-2D41-FD6E-1688-CBA27CDBDA55}"/>
                </a:ext>
              </a:extLst>
            </p:cNvPr>
            <p:cNvSpPr/>
            <p:nvPr/>
          </p:nvSpPr>
          <p:spPr>
            <a:xfrm>
              <a:off x="5406250" y="3424048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Freeform 528">
              <a:extLst>
                <a:ext uri="{FF2B5EF4-FFF2-40B4-BE49-F238E27FC236}">
                  <a16:creationId xmlns:a16="http://schemas.microsoft.com/office/drawing/2014/main" id="{AB6D21D5-60D8-1136-1FED-4011042F0D9E}"/>
                </a:ext>
              </a:extLst>
            </p:cNvPr>
            <p:cNvSpPr/>
            <p:nvPr/>
          </p:nvSpPr>
          <p:spPr>
            <a:xfrm>
              <a:off x="5406250" y="2746656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Freeform 529">
              <a:extLst>
                <a:ext uri="{FF2B5EF4-FFF2-40B4-BE49-F238E27FC236}">
                  <a16:creationId xmlns:a16="http://schemas.microsoft.com/office/drawing/2014/main" id="{807D2737-5C19-636D-655B-D61FF766E04D}"/>
                </a:ext>
              </a:extLst>
            </p:cNvPr>
            <p:cNvSpPr/>
            <p:nvPr/>
          </p:nvSpPr>
          <p:spPr>
            <a:xfrm>
              <a:off x="4944963" y="4733548"/>
              <a:ext cx="60421" cy="90683"/>
            </a:xfrm>
            <a:custGeom>
              <a:avLst/>
              <a:gdLst>
                <a:gd name="csX0" fmla="*/ 30211 w 60421"/>
                <a:gd name="csY0" fmla="*/ 9358 h 90683"/>
                <a:gd name="csX1" fmla="*/ 16452 w 60421"/>
                <a:gd name="csY1" fmla="*/ 18379 h 90683"/>
                <a:gd name="csX2" fmla="*/ 11886 w 60421"/>
                <a:gd name="csY2" fmla="*/ 45375 h 90683"/>
                <a:gd name="csX3" fmla="*/ 16452 w 60421"/>
                <a:gd name="csY3" fmla="*/ 72354 h 90683"/>
                <a:gd name="csX4" fmla="*/ 30211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1 w 60421"/>
                <a:gd name="csY8" fmla="*/ 9358 h 90683"/>
                <a:gd name="csX9" fmla="*/ 30211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1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1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1" y="9358"/>
                  </a:moveTo>
                  <a:cubicBezTo>
                    <a:pt x="24122" y="9358"/>
                    <a:pt x="19536" y="12365"/>
                    <a:pt x="16452" y="18379"/>
                  </a:cubicBezTo>
                  <a:cubicBezTo>
                    <a:pt x="13408" y="24349"/>
                    <a:pt x="11886" y="33347"/>
                    <a:pt x="11886" y="45375"/>
                  </a:cubicBezTo>
                  <a:cubicBezTo>
                    <a:pt x="11886" y="57359"/>
                    <a:pt x="13408" y="66351"/>
                    <a:pt x="16452" y="72354"/>
                  </a:cubicBezTo>
                  <a:cubicBezTo>
                    <a:pt x="19536" y="78335"/>
                    <a:pt x="24122" y="81325"/>
                    <a:pt x="30211" y="81325"/>
                  </a:cubicBezTo>
                  <a:cubicBezTo>
                    <a:pt x="36339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9" y="9358"/>
                    <a:pt x="30211" y="935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1" y="90683"/>
                  </a:cubicBezTo>
                  <a:cubicBezTo>
                    <a:pt x="20414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B5080C22-5A7B-BA3F-1930-F46D1B2F6566}"/>
                </a:ext>
              </a:extLst>
            </p:cNvPr>
            <p:cNvSpPr/>
            <p:nvPr/>
          </p:nvSpPr>
          <p:spPr>
            <a:xfrm>
              <a:off x="5026170" y="4807673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E14FEA22-0568-4C18-B4ED-31E2C0D1801E}"/>
                </a:ext>
              </a:extLst>
            </p:cNvPr>
            <p:cNvSpPr/>
            <p:nvPr/>
          </p:nvSpPr>
          <p:spPr>
            <a:xfrm>
              <a:off x="5059366" y="4733548"/>
              <a:ext cx="60421" cy="90683"/>
            </a:xfrm>
            <a:custGeom>
              <a:avLst/>
              <a:gdLst>
                <a:gd name="csX0" fmla="*/ 30211 w 60421"/>
                <a:gd name="csY0" fmla="*/ 9358 h 90683"/>
                <a:gd name="csX1" fmla="*/ 16452 w 60421"/>
                <a:gd name="csY1" fmla="*/ 18379 h 90683"/>
                <a:gd name="csX2" fmla="*/ 11886 w 60421"/>
                <a:gd name="csY2" fmla="*/ 45375 h 90683"/>
                <a:gd name="csX3" fmla="*/ 16452 w 60421"/>
                <a:gd name="csY3" fmla="*/ 72354 h 90683"/>
                <a:gd name="csX4" fmla="*/ 30211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1 w 60421"/>
                <a:gd name="csY8" fmla="*/ 9358 h 90683"/>
                <a:gd name="csX9" fmla="*/ 30211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1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1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1" y="9358"/>
                  </a:moveTo>
                  <a:cubicBezTo>
                    <a:pt x="24122" y="9358"/>
                    <a:pt x="19536" y="12365"/>
                    <a:pt x="16452" y="18379"/>
                  </a:cubicBezTo>
                  <a:cubicBezTo>
                    <a:pt x="13408" y="24349"/>
                    <a:pt x="11886" y="33347"/>
                    <a:pt x="11886" y="45375"/>
                  </a:cubicBezTo>
                  <a:cubicBezTo>
                    <a:pt x="11886" y="57359"/>
                    <a:pt x="13408" y="66351"/>
                    <a:pt x="16452" y="72354"/>
                  </a:cubicBezTo>
                  <a:cubicBezTo>
                    <a:pt x="19536" y="78335"/>
                    <a:pt x="24122" y="81325"/>
                    <a:pt x="30211" y="81325"/>
                  </a:cubicBezTo>
                  <a:cubicBezTo>
                    <a:pt x="36339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9" y="9358"/>
                    <a:pt x="30211" y="935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1" y="90683"/>
                  </a:cubicBezTo>
                  <a:cubicBezTo>
                    <a:pt x="20414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8B8894DD-E392-5818-2A21-EAB7B23379E4}"/>
                </a:ext>
              </a:extLst>
            </p:cNvPr>
            <p:cNvSpPr/>
            <p:nvPr/>
          </p:nvSpPr>
          <p:spPr>
            <a:xfrm>
              <a:off x="5135654" y="4733548"/>
              <a:ext cx="60421" cy="90683"/>
            </a:xfrm>
            <a:custGeom>
              <a:avLst/>
              <a:gdLst>
                <a:gd name="csX0" fmla="*/ 30210 w 60421"/>
                <a:gd name="csY0" fmla="*/ 9358 h 90683"/>
                <a:gd name="csX1" fmla="*/ 16452 w 60421"/>
                <a:gd name="csY1" fmla="*/ 18379 h 90683"/>
                <a:gd name="csX2" fmla="*/ 11884 w 60421"/>
                <a:gd name="csY2" fmla="*/ 45375 h 90683"/>
                <a:gd name="csX3" fmla="*/ 16452 w 60421"/>
                <a:gd name="csY3" fmla="*/ 72354 h 90683"/>
                <a:gd name="csX4" fmla="*/ 30210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0 w 60421"/>
                <a:gd name="csY8" fmla="*/ 9358 h 90683"/>
                <a:gd name="csX9" fmla="*/ 30210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0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0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0" y="9358"/>
                  </a:moveTo>
                  <a:cubicBezTo>
                    <a:pt x="24121" y="9358"/>
                    <a:pt x="19536" y="12365"/>
                    <a:pt x="16452" y="18379"/>
                  </a:cubicBezTo>
                  <a:cubicBezTo>
                    <a:pt x="13407" y="24349"/>
                    <a:pt x="11884" y="33347"/>
                    <a:pt x="11884" y="45375"/>
                  </a:cubicBezTo>
                  <a:cubicBezTo>
                    <a:pt x="11884" y="57359"/>
                    <a:pt x="13407" y="66351"/>
                    <a:pt x="16452" y="72354"/>
                  </a:cubicBezTo>
                  <a:cubicBezTo>
                    <a:pt x="19536" y="78335"/>
                    <a:pt x="24121" y="81325"/>
                    <a:pt x="30210" y="81325"/>
                  </a:cubicBezTo>
                  <a:cubicBezTo>
                    <a:pt x="36338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8" y="9358"/>
                    <a:pt x="30210" y="935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0" y="90683"/>
                  </a:cubicBezTo>
                  <a:cubicBezTo>
                    <a:pt x="20413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CFA1D298-7B76-9998-5F12-04788BDEE9CB}"/>
                </a:ext>
              </a:extLst>
            </p:cNvPr>
            <p:cNvSpPr/>
            <p:nvPr/>
          </p:nvSpPr>
          <p:spPr>
            <a:xfrm>
              <a:off x="5211942" y="4733548"/>
              <a:ext cx="60421" cy="90683"/>
            </a:xfrm>
            <a:custGeom>
              <a:avLst/>
              <a:gdLst>
                <a:gd name="csX0" fmla="*/ 30210 w 60421"/>
                <a:gd name="csY0" fmla="*/ 9358 h 90683"/>
                <a:gd name="csX1" fmla="*/ 16452 w 60421"/>
                <a:gd name="csY1" fmla="*/ 18379 h 90683"/>
                <a:gd name="csX2" fmla="*/ 11884 w 60421"/>
                <a:gd name="csY2" fmla="*/ 45375 h 90683"/>
                <a:gd name="csX3" fmla="*/ 16452 w 60421"/>
                <a:gd name="csY3" fmla="*/ 72354 h 90683"/>
                <a:gd name="csX4" fmla="*/ 30210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0 w 60421"/>
                <a:gd name="csY8" fmla="*/ 9358 h 90683"/>
                <a:gd name="csX9" fmla="*/ 30210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0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0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0" y="9358"/>
                  </a:moveTo>
                  <a:cubicBezTo>
                    <a:pt x="24121" y="9358"/>
                    <a:pt x="19536" y="12365"/>
                    <a:pt x="16452" y="18379"/>
                  </a:cubicBezTo>
                  <a:cubicBezTo>
                    <a:pt x="13407" y="24349"/>
                    <a:pt x="11884" y="33347"/>
                    <a:pt x="11884" y="45375"/>
                  </a:cubicBezTo>
                  <a:cubicBezTo>
                    <a:pt x="11884" y="57359"/>
                    <a:pt x="13407" y="66351"/>
                    <a:pt x="16452" y="72354"/>
                  </a:cubicBezTo>
                  <a:cubicBezTo>
                    <a:pt x="19536" y="78335"/>
                    <a:pt x="24121" y="81325"/>
                    <a:pt x="30210" y="81325"/>
                  </a:cubicBezTo>
                  <a:cubicBezTo>
                    <a:pt x="36338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8" y="9358"/>
                    <a:pt x="30210" y="935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2"/>
                    <a:pt x="40006" y="90683"/>
                    <a:pt x="30210" y="90683"/>
                  </a:cubicBezTo>
                  <a:cubicBezTo>
                    <a:pt x="20413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C04D26ED-AF4C-8104-6009-69FE781C93D8}"/>
                </a:ext>
              </a:extLst>
            </p:cNvPr>
            <p:cNvSpPr/>
            <p:nvPr/>
          </p:nvSpPr>
          <p:spPr>
            <a:xfrm>
              <a:off x="5293498" y="4735133"/>
              <a:ext cx="52049" cy="87411"/>
            </a:xfrm>
            <a:custGeom>
              <a:avLst/>
              <a:gdLst>
                <a:gd name="csX0" fmla="*/ 1698 w 52049"/>
                <a:gd name="csY0" fmla="*/ 77446 h 87411"/>
                <a:gd name="csX1" fmla="*/ 21020 w 52049"/>
                <a:gd name="csY1" fmla="*/ 77446 h 87411"/>
                <a:gd name="csX2" fmla="*/ 21020 w 52049"/>
                <a:gd name="csY2" fmla="*/ 10758 h 87411"/>
                <a:gd name="csX3" fmla="*/ 0 w 52049"/>
                <a:gd name="csY3" fmla="*/ 14973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46 h 87411"/>
                <a:gd name="csX8" fmla="*/ 52049 w 52049"/>
                <a:gd name="csY8" fmla="*/ 77446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46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46"/>
                  </a:moveTo>
                  <a:lnTo>
                    <a:pt x="21020" y="77446"/>
                  </a:lnTo>
                  <a:lnTo>
                    <a:pt x="21020" y="10758"/>
                  </a:lnTo>
                  <a:lnTo>
                    <a:pt x="0" y="14973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46"/>
                  </a:lnTo>
                  <a:lnTo>
                    <a:pt x="52049" y="77446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46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Freeform 535">
              <a:extLst>
                <a:ext uri="{FF2B5EF4-FFF2-40B4-BE49-F238E27FC236}">
                  <a16:creationId xmlns:a16="http://schemas.microsoft.com/office/drawing/2014/main" id="{B76FCBD9-1EBD-4E06-9241-6F6DC60B84F0}"/>
                </a:ext>
              </a:extLst>
            </p:cNvPr>
            <p:cNvSpPr/>
            <p:nvPr/>
          </p:nvSpPr>
          <p:spPr>
            <a:xfrm>
              <a:off x="4944963" y="4056153"/>
              <a:ext cx="60421" cy="90686"/>
            </a:xfrm>
            <a:custGeom>
              <a:avLst/>
              <a:gdLst>
                <a:gd name="csX0" fmla="*/ 30211 w 60421"/>
                <a:gd name="csY0" fmla="*/ 9367 h 90686"/>
                <a:gd name="csX1" fmla="*/ 16452 w 60421"/>
                <a:gd name="csY1" fmla="*/ 18383 h 90686"/>
                <a:gd name="csX2" fmla="*/ 11886 w 60421"/>
                <a:gd name="csY2" fmla="*/ 45374 h 90686"/>
                <a:gd name="csX3" fmla="*/ 16452 w 60421"/>
                <a:gd name="csY3" fmla="*/ 72358 h 90686"/>
                <a:gd name="csX4" fmla="*/ 30211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1 w 60421"/>
                <a:gd name="csY8" fmla="*/ 9367 h 90686"/>
                <a:gd name="csX9" fmla="*/ 30211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1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1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1" y="9367"/>
                  </a:moveTo>
                  <a:cubicBezTo>
                    <a:pt x="24122" y="9367"/>
                    <a:pt x="19536" y="12372"/>
                    <a:pt x="16452" y="18383"/>
                  </a:cubicBezTo>
                  <a:cubicBezTo>
                    <a:pt x="13408" y="24355"/>
                    <a:pt x="11886" y="33352"/>
                    <a:pt x="11886" y="45374"/>
                  </a:cubicBezTo>
                  <a:cubicBezTo>
                    <a:pt x="11886" y="57357"/>
                    <a:pt x="13408" y="66351"/>
                    <a:pt x="16452" y="72358"/>
                  </a:cubicBezTo>
                  <a:cubicBezTo>
                    <a:pt x="19536" y="78338"/>
                    <a:pt x="24122" y="81328"/>
                    <a:pt x="30211" y="81328"/>
                  </a:cubicBezTo>
                  <a:cubicBezTo>
                    <a:pt x="36339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9" y="9367"/>
                    <a:pt x="30211" y="9367"/>
                  </a:cubicBezTo>
                  <a:moveTo>
                    <a:pt x="30211" y="0"/>
                  </a:moveTo>
                  <a:cubicBezTo>
                    <a:pt x="40008" y="0"/>
                    <a:pt x="47482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2" y="86825"/>
                    <a:pt x="40008" y="90687"/>
                    <a:pt x="30211" y="90687"/>
                  </a:cubicBezTo>
                  <a:cubicBezTo>
                    <a:pt x="20414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175FE2A7-F925-4C04-B18E-59BB7BAD911D}"/>
                </a:ext>
              </a:extLst>
            </p:cNvPr>
            <p:cNvSpPr/>
            <p:nvPr/>
          </p:nvSpPr>
          <p:spPr>
            <a:xfrm>
              <a:off x="5026170" y="4130281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FC546C35-2FBC-0CAE-A2DF-737C8A9E29D6}"/>
                </a:ext>
              </a:extLst>
            </p:cNvPr>
            <p:cNvSpPr/>
            <p:nvPr/>
          </p:nvSpPr>
          <p:spPr>
            <a:xfrm>
              <a:off x="5060595" y="4056153"/>
              <a:ext cx="57552" cy="90686"/>
            </a:xfrm>
            <a:custGeom>
              <a:avLst/>
              <a:gdLst>
                <a:gd name="csX0" fmla="*/ 39521 w 57552"/>
                <a:gd name="csY0" fmla="*/ 41861 h 90686"/>
                <a:gd name="csX1" fmla="*/ 52752 w 57552"/>
                <a:gd name="csY1" fmla="*/ 49414 h 90686"/>
                <a:gd name="csX2" fmla="*/ 57553 w 57552"/>
                <a:gd name="csY2" fmla="*/ 63583 h 90686"/>
                <a:gd name="csX3" fmla="*/ 48653 w 57552"/>
                <a:gd name="csY3" fmla="*/ 83605 h 90686"/>
                <a:gd name="csX4" fmla="*/ 23360 w 57552"/>
                <a:gd name="csY4" fmla="*/ 90687 h 90686"/>
                <a:gd name="csX5" fmla="*/ 12002 w 57552"/>
                <a:gd name="csY5" fmla="*/ 89574 h 90686"/>
                <a:gd name="csX6" fmla="*/ 0 w 57552"/>
                <a:gd name="csY6" fmla="*/ 86353 h 90686"/>
                <a:gd name="csX7" fmla="*/ 0 w 57552"/>
                <a:gd name="csY7" fmla="*/ 74938 h 90686"/>
                <a:gd name="csX8" fmla="*/ 10773 w 57552"/>
                <a:gd name="csY8" fmla="*/ 79271 h 90686"/>
                <a:gd name="csX9" fmla="*/ 23010 w 57552"/>
                <a:gd name="csY9" fmla="*/ 80738 h 90686"/>
                <a:gd name="csX10" fmla="*/ 39931 w 57552"/>
                <a:gd name="csY10" fmla="*/ 76354 h 90686"/>
                <a:gd name="csX11" fmla="*/ 45785 w 57552"/>
                <a:gd name="csY11" fmla="*/ 63583 h 90686"/>
                <a:gd name="csX12" fmla="*/ 40340 w 57552"/>
                <a:gd name="csY12" fmla="*/ 51522 h 90686"/>
                <a:gd name="csX13" fmla="*/ 25293 w 57552"/>
                <a:gd name="csY13" fmla="*/ 47131 h 90686"/>
                <a:gd name="csX14" fmla="*/ 15105 w 57552"/>
                <a:gd name="csY14" fmla="*/ 47131 h 90686"/>
                <a:gd name="csX15" fmla="*/ 15105 w 57552"/>
                <a:gd name="csY15" fmla="*/ 37411 h 90686"/>
                <a:gd name="csX16" fmla="*/ 25762 w 57552"/>
                <a:gd name="csY16" fmla="*/ 37411 h 90686"/>
                <a:gd name="csX17" fmla="*/ 39109 w 57552"/>
                <a:gd name="csY17" fmla="*/ 33958 h 90686"/>
                <a:gd name="csX18" fmla="*/ 43736 w 57552"/>
                <a:gd name="csY18" fmla="*/ 23887 h 90686"/>
                <a:gd name="csX19" fmla="*/ 38934 w 57552"/>
                <a:gd name="csY19" fmla="*/ 13582 h 90686"/>
                <a:gd name="csX20" fmla="*/ 25293 w 57552"/>
                <a:gd name="csY20" fmla="*/ 9954 h 90686"/>
                <a:gd name="csX21" fmla="*/ 14872 w 57552"/>
                <a:gd name="csY21" fmla="*/ 11006 h 90686"/>
                <a:gd name="csX22" fmla="*/ 2635 w 57552"/>
                <a:gd name="csY22" fmla="*/ 14285 h 90686"/>
                <a:gd name="csX23" fmla="*/ 2635 w 57552"/>
                <a:gd name="csY23" fmla="*/ 3747 h 90686"/>
                <a:gd name="csX24" fmla="*/ 15223 w 57552"/>
                <a:gd name="csY24" fmla="*/ 936 h 90686"/>
                <a:gd name="csX25" fmla="*/ 26347 w 57552"/>
                <a:gd name="csY25" fmla="*/ 0 h 90686"/>
                <a:gd name="csX26" fmla="*/ 47658 w 57552"/>
                <a:gd name="csY26" fmla="*/ 6148 h 90686"/>
                <a:gd name="csX27" fmla="*/ 55504 w 57552"/>
                <a:gd name="csY27" fmla="*/ 22657 h 90686"/>
                <a:gd name="csX28" fmla="*/ 51346 w 57552"/>
                <a:gd name="csY28" fmla="*/ 34953 h 90686"/>
                <a:gd name="csX29" fmla="*/ 39521 w 57552"/>
                <a:gd name="csY29" fmla="*/ 41861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52" h="90686">
                  <a:moveTo>
                    <a:pt x="39521" y="41861"/>
                  </a:moveTo>
                  <a:cubicBezTo>
                    <a:pt x="45180" y="43071"/>
                    <a:pt x="49590" y="45588"/>
                    <a:pt x="52752" y="49414"/>
                  </a:cubicBezTo>
                  <a:cubicBezTo>
                    <a:pt x="55953" y="53239"/>
                    <a:pt x="57553" y="57962"/>
                    <a:pt x="57553" y="63583"/>
                  </a:cubicBezTo>
                  <a:cubicBezTo>
                    <a:pt x="57553" y="72209"/>
                    <a:pt x="54586" y="78883"/>
                    <a:pt x="48653" y="83605"/>
                  </a:cubicBezTo>
                  <a:cubicBezTo>
                    <a:pt x="42720" y="88326"/>
                    <a:pt x="34289" y="90687"/>
                    <a:pt x="23360" y="90687"/>
                  </a:cubicBezTo>
                  <a:cubicBezTo>
                    <a:pt x="19691" y="90687"/>
                    <a:pt x="15905" y="90316"/>
                    <a:pt x="12002" y="89574"/>
                  </a:cubicBezTo>
                  <a:cubicBezTo>
                    <a:pt x="8139" y="88877"/>
                    <a:pt x="4138" y="87803"/>
                    <a:pt x="0" y="86353"/>
                  </a:cubicBezTo>
                  <a:lnTo>
                    <a:pt x="0" y="74938"/>
                  </a:lnTo>
                  <a:cubicBezTo>
                    <a:pt x="3279" y="76849"/>
                    <a:pt x="6870" y="78293"/>
                    <a:pt x="10773" y="79271"/>
                  </a:cubicBezTo>
                  <a:cubicBezTo>
                    <a:pt x="14676" y="80249"/>
                    <a:pt x="18755" y="80738"/>
                    <a:pt x="23010" y="80738"/>
                  </a:cubicBezTo>
                  <a:cubicBezTo>
                    <a:pt x="30426" y="80738"/>
                    <a:pt x="36066" y="79277"/>
                    <a:pt x="39931" y="76354"/>
                  </a:cubicBezTo>
                  <a:cubicBezTo>
                    <a:pt x="43834" y="73420"/>
                    <a:pt x="45785" y="69163"/>
                    <a:pt x="45785" y="63583"/>
                  </a:cubicBezTo>
                  <a:cubicBezTo>
                    <a:pt x="45785" y="58431"/>
                    <a:pt x="43970" y="54410"/>
                    <a:pt x="40340" y="51522"/>
                  </a:cubicBezTo>
                  <a:cubicBezTo>
                    <a:pt x="36749" y="48594"/>
                    <a:pt x="31733" y="47131"/>
                    <a:pt x="25293" y="47131"/>
                  </a:cubicBezTo>
                  <a:lnTo>
                    <a:pt x="15105" y="47131"/>
                  </a:lnTo>
                  <a:lnTo>
                    <a:pt x="15105" y="37411"/>
                  </a:lnTo>
                  <a:lnTo>
                    <a:pt x="25762" y="37411"/>
                  </a:lnTo>
                  <a:cubicBezTo>
                    <a:pt x="31577" y="37411"/>
                    <a:pt x="36026" y="36260"/>
                    <a:pt x="39109" y="33958"/>
                  </a:cubicBezTo>
                  <a:cubicBezTo>
                    <a:pt x="42194" y="31615"/>
                    <a:pt x="43736" y="28258"/>
                    <a:pt x="43736" y="23887"/>
                  </a:cubicBezTo>
                  <a:cubicBezTo>
                    <a:pt x="43736" y="19398"/>
                    <a:pt x="42136" y="15963"/>
                    <a:pt x="38934" y="13582"/>
                  </a:cubicBezTo>
                  <a:cubicBezTo>
                    <a:pt x="35773" y="11163"/>
                    <a:pt x="31226" y="9954"/>
                    <a:pt x="25293" y="9954"/>
                  </a:cubicBezTo>
                  <a:cubicBezTo>
                    <a:pt x="22053" y="9954"/>
                    <a:pt x="18580" y="10304"/>
                    <a:pt x="14872" y="11006"/>
                  </a:cubicBezTo>
                  <a:cubicBezTo>
                    <a:pt x="11164" y="11708"/>
                    <a:pt x="7085" y="12802"/>
                    <a:pt x="2635" y="14285"/>
                  </a:cubicBezTo>
                  <a:lnTo>
                    <a:pt x="2635" y="3747"/>
                  </a:lnTo>
                  <a:cubicBezTo>
                    <a:pt x="7124" y="2498"/>
                    <a:pt x="11320" y="1561"/>
                    <a:pt x="15223" y="936"/>
                  </a:cubicBezTo>
                  <a:cubicBezTo>
                    <a:pt x="19165" y="312"/>
                    <a:pt x="22873" y="0"/>
                    <a:pt x="26347" y="0"/>
                  </a:cubicBezTo>
                  <a:cubicBezTo>
                    <a:pt x="35324" y="0"/>
                    <a:pt x="42428" y="2049"/>
                    <a:pt x="47658" y="6148"/>
                  </a:cubicBezTo>
                  <a:cubicBezTo>
                    <a:pt x="52889" y="10207"/>
                    <a:pt x="55504" y="15710"/>
                    <a:pt x="55504" y="22657"/>
                  </a:cubicBezTo>
                  <a:cubicBezTo>
                    <a:pt x="55504" y="27498"/>
                    <a:pt x="54118" y="31596"/>
                    <a:pt x="51346" y="34953"/>
                  </a:cubicBezTo>
                  <a:cubicBezTo>
                    <a:pt x="48575" y="38270"/>
                    <a:pt x="44633" y="40573"/>
                    <a:pt x="39521" y="41861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54D9225C-51C9-A4AC-A962-467FBEF39E90}"/>
                </a:ext>
              </a:extLst>
            </p:cNvPr>
            <p:cNvSpPr/>
            <p:nvPr/>
          </p:nvSpPr>
          <p:spPr>
            <a:xfrm>
              <a:off x="5135654" y="4056153"/>
              <a:ext cx="60421" cy="90686"/>
            </a:xfrm>
            <a:custGeom>
              <a:avLst/>
              <a:gdLst>
                <a:gd name="csX0" fmla="*/ 30210 w 60421"/>
                <a:gd name="csY0" fmla="*/ 9367 h 90686"/>
                <a:gd name="csX1" fmla="*/ 16452 w 60421"/>
                <a:gd name="csY1" fmla="*/ 18383 h 90686"/>
                <a:gd name="csX2" fmla="*/ 11884 w 60421"/>
                <a:gd name="csY2" fmla="*/ 45374 h 90686"/>
                <a:gd name="csX3" fmla="*/ 16452 w 60421"/>
                <a:gd name="csY3" fmla="*/ 72358 h 90686"/>
                <a:gd name="csX4" fmla="*/ 30210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0 w 60421"/>
                <a:gd name="csY8" fmla="*/ 9367 h 90686"/>
                <a:gd name="csX9" fmla="*/ 30210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0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0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0" y="9367"/>
                  </a:moveTo>
                  <a:cubicBezTo>
                    <a:pt x="24121" y="9367"/>
                    <a:pt x="19536" y="12372"/>
                    <a:pt x="16452" y="18383"/>
                  </a:cubicBezTo>
                  <a:cubicBezTo>
                    <a:pt x="13407" y="24355"/>
                    <a:pt x="11884" y="33352"/>
                    <a:pt x="11884" y="45374"/>
                  </a:cubicBezTo>
                  <a:cubicBezTo>
                    <a:pt x="11884" y="57357"/>
                    <a:pt x="13407" y="66351"/>
                    <a:pt x="16452" y="72358"/>
                  </a:cubicBezTo>
                  <a:cubicBezTo>
                    <a:pt x="19536" y="78338"/>
                    <a:pt x="24121" y="81328"/>
                    <a:pt x="30210" y="81328"/>
                  </a:cubicBezTo>
                  <a:cubicBezTo>
                    <a:pt x="36338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8" y="9367"/>
                    <a:pt x="30210" y="9367"/>
                  </a:cubicBezTo>
                  <a:moveTo>
                    <a:pt x="30210" y="0"/>
                  </a:moveTo>
                  <a:cubicBezTo>
                    <a:pt x="40008" y="0"/>
                    <a:pt x="47482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2" y="86825"/>
                    <a:pt x="40008" y="90687"/>
                    <a:pt x="30210" y="90687"/>
                  </a:cubicBezTo>
                  <a:cubicBezTo>
                    <a:pt x="20413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759989DE-8DCC-009B-A3FE-B378684CC790}"/>
                </a:ext>
              </a:extLst>
            </p:cNvPr>
            <p:cNvSpPr/>
            <p:nvPr/>
          </p:nvSpPr>
          <p:spPr>
            <a:xfrm>
              <a:off x="5211942" y="4056153"/>
              <a:ext cx="60421" cy="90686"/>
            </a:xfrm>
            <a:custGeom>
              <a:avLst/>
              <a:gdLst>
                <a:gd name="csX0" fmla="*/ 30210 w 60421"/>
                <a:gd name="csY0" fmla="*/ 9367 h 90686"/>
                <a:gd name="csX1" fmla="*/ 16452 w 60421"/>
                <a:gd name="csY1" fmla="*/ 18383 h 90686"/>
                <a:gd name="csX2" fmla="*/ 11884 w 60421"/>
                <a:gd name="csY2" fmla="*/ 45374 h 90686"/>
                <a:gd name="csX3" fmla="*/ 16452 w 60421"/>
                <a:gd name="csY3" fmla="*/ 72358 h 90686"/>
                <a:gd name="csX4" fmla="*/ 30210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0 w 60421"/>
                <a:gd name="csY8" fmla="*/ 9367 h 90686"/>
                <a:gd name="csX9" fmla="*/ 30210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0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0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0" y="9367"/>
                  </a:moveTo>
                  <a:cubicBezTo>
                    <a:pt x="24121" y="9367"/>
                    <a:pt x="19536" y="12372"/>
                    <a:pt x="16452" y="18383"/>
                  </a:cubicBezTo>
                  <a:cubicBezTo>
                    <a:pt x="13407" y="24355"/>
                    <a:pt x="11884" y="33352"/>
                    <a:pt x="11884" y="45374"/>
                  </a:cubicBezTo>
                  <a:cubicBezTo>
                    <a:pt x="11884" y="57357"/>
                    <a:pt x="13407" y="66351"/>
                    <a:pt x="16452" y="72358"/>
                  </a:cubicBezTo>
                  <a:cubicBezTo>
                    <a:pt x="19536" y="78338"/>
                    <a:pt x="24121" y="81328"/>
                    <a:pt x="30210" y="81328"/>
                  </a:cubicBezTo>
                  <a:cubicBezTo>
                    <a:pt x="36338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8" y="9367"/>
                    <a:pt x="30210" y="9367"/>
                  </a:cubicBezTo>
                  <a:moveTo>
                    <a:pt x="30210" y="0"/>
                  </a:moveTo>
                  <a:cubicBezTo>
                    <a:pt x="40006" y="0"/>
                    <a:pt x="47481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1" y="86825"/>
                    <a:pt x="40006" y="90687"/>
                    <a:pt x="30210" y="90687"/>
                  </a:cubicBezTo>
                  <a:cubicBezTo>
                    <a:pt x="20413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2228750-F14F-E457-2442-78193363DD94}"/>
                </a:ext>
              </a:extLst>
            </p:cNvPr>
            <p:cNvSpPr/>
            <p:nvPr/>
          </p:nvSpPr>
          <p:spPr>
            <a:xfrm>
              <a:off x="5293498" y="4057733"/>
              <a:ext cx="52049" cy="87420"/>
            </a:xfrm>
            <a:custGeom>
              <a:avLst/>
              <a:gdLst>
                <a:gd name="csX0" fmla="*/ 1698 w 52049"/>
                <a:gd name="csY0" fmla="*/ 77455 h 87420"/>
                <a:gd name="csX1" fmla="*/ 21020 w 52049"/>
                <a:gd name="csY1" fmla="*/ 77455 h 87420"/>
                <a:gd name="csX2" fmla="*/ 21020 w 52049"/>
                <a:gd name="csY2" fmla="*/ 10773 h 87420"/>
                <a:gd name="csX3" fmla="*/ 0 w 52049"/>
                <a:gd name="csY3" fmla="*/ 14989 h 87420"/>
                <a:gd name="csX4" fmla="*/ 0 w 52049"/>
                <a:gd name="csY4" fmla="*/ 4215 h 87420"/>
                <a:gd name="csX5" fmla="*/ 20902 w 52049"/>
                <a:gd name="csY5" fmla="*/ 0 h 87420"/>
                <a:gd name="csX6" fmla="*/ 32729 w 52049"/>
                <a:gd name="csY6" fmla="*/ 0 h 87420"/>
                <a:gd name="csX7" fmla="*/ 32729 w 52049"/>
                <a:gd name="csY7" fmla="*/ 77455 h 87420"/>
                <a:gd name="csX8" fmla="*/ 52049 w 52049"/>
                <a:gd name="csY8" fmla="*/ 77455 h 87420"/>
                <a:gd name="csX9" fmla="*/ 52049 w 52049"/>
                <a:gd name="csY9" fmla="*/ 87420 h 87420"/>
                <a:gd name="csX10" fmla="*/ 1698 w 52049"/>
                <a:gd name="csY10" fmla="*/ 87420 h 87420"/>
                <a:gd name="csX11" fmla="*/ 1698 w 52049"/>
                <a:gd name="csY11" fmla="*/ 77455 h 8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20">
                  <a:moveTo>
                    <a:pt x="1698" y="77455"/>
                  </a:moveTo>
                  <a:lnTo>
                    <a:pt x="21020" y="77455"/>
                  </a:lnTo>
                  <a:lnTo>
                    <a:pt x="21020" y="10773"/>
                  </a:lnTo>
                  <a:lnTo>
                    <a:pt x="0" y="14989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5"/>
                  </a:lnTo>
                  <a:lnTo>
                    <a:pt x="52049" y="77455"/>
                  </a:lnTo>
                  <a:lnTo>
                    <a:pt x="52049" y="87420"/>
                  </a:lnTo>
                  <a:lnTo>
                    <a:pt x="1698" y="87420"/>
                  </a:lnTo>
                  <a:lnTo>
                    <a:pt x="1698" y="77455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2" name="Freeform 541">
              <a:extLst>
                <a:ext uri="{FF2B5EF4-FFF2-40B4-BE49-F238E27FC236}">
                  <a16:creationId xmlns:a16="http://schemas.microsoft.com/office/drawing/2014/main" id="{8287DF11-0A44-B31D-CF1A-71FE5DCAB923}"/>
                </a:ext>
              </a:extLst>
            </p:cNvPr>
            <p:cNvSpPr/>
            <p:nvPr/>
          </p:nvSpPr>
          <p:spPr>
            <a:xfrm>
              <a:off x="4944963" y="3378760"/>
              <a:ext cx="60421" cy="90691"/>
            </a:xfrm>
            <a:custGeom>
              <a:avLst/>
              <a:gdLst>
                <a:gd name="csX0" fmla="*/ 30211 w 60421"/>
                <a:gd name="csY0" fmla="*/ 9368 h 90691"/>
                <a:gd name="csX1" fmla="*/ 16452 w 60421"/>
                <a:gd name="csY1" fmla="*/ 18384 h 90691"/>
                <a:gd name="csX2" fmla="*/ 11886 w 60421"/>
                <a:gd name="csY2" fmla="*/ 45375 h 90691"/>
                <a:gd name="csX3" fmla="*/ 16452 w 60421"/>
                <a:gd name="csY3" fmla="*/ 72366 h 90691"/>
                <a:gd name="csX4" fmla="*/ 30211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1 w 60421"/>
                <a:gd name="csY8" fmla="*/ 9368 h 90691"/>
                <a:gd name="csX9" fmla="*/ 30211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1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1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1" y="9368"/>
                  </a:moveTo>
                  <a:cubicBezTo>
                    <a:pt x="24122" y="9368"/>
                    <a:pt x="19536" y="12374"/>
                    <a:pt x="16452" y="18384"/>
                  </a:cubicBezTo>
                  <a:cubicBezTo>
                    <a:pt x="13408" y="24357"/>
                    <a:pt x="11886" y="33354"/>
                    <a:pt x="11886" y="45375"/>
                  </a:cubicBezTo>
                  <a:cubicBezTo>
                    <a:pt x="11886" y="57358"/>
                    <a:pt x="13408" y="66355"/>
                    <a:pt x="16452" y="72366"/>
                  </a:cubicBezTo>
                  <a:cubicBezTo>
                    <a:pt x="19536" y="78337"/>
                    <a:pt x="24122" y="81323"/>
                    <a:pt x="30211" y="81323"/>
                  </a:cubicBezTo>
                  <a:cubicBezTo>
                    <a:pt x="36339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9" y="9368"/>
                    <a:pt x="30211" y="936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7"/>
                    <a:pt x="40008" y="90691"/>
                    <a:pt x="30211" y="90691"/>
                  </a:cubicBezTo>
                  <a:cubicBezTo>
                    <a:pt x="20414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" name="Freeform 542">
              <a:extLst>
                <a:ext uri="{FF2B5EF4-FFF2-40B4-BE49-F238E27FC236}">
                  <a16:creationId xmlns:a16="http://schemas.microsoft.com/office/drawing/2014/main" id="{2E898A5B-DB1B-CEDE-7AEE-B9474639639D}"/>
                </a:ext>
              </a:extLst>
            </p:cNvPr>
            <p:cNvSpPr/>
            <p:nvPr/>
          </p:nvSpPr>
          <p:spPr>
            <a:xfrm>
              <a:off x="5026170" y="3452881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Freeform 543">
              <a:extLst>
                <a:ext uri="{FF2B5EF4-FFF2-40B4-BE49-F238E27FC236}">
                  <a16:creationId xmlns:a16="http://schemas.microsoft.com/office/drawing/2014/main" id="{74277397-FF05-431C-9AD7-F458DEAB294E}"/>
                </a:ext>
              </a:extLst>
            </p:cNvPr>
            <p:cNvSpPr/>
            <p:nvPr/>
          </p:nvSpPr>
          <p:spPr>
            <a:xfrm>
              <a:off x="5059835" y="3378760"/>
              <a:ext cx="60362" cy="90691"/>
            </a:xfrm>
            <a:custGeom>
              <a:avLst/>
              <a:gdLst>
                <a:gd name="csX0" fmla="*/ 31206 w 60362"/>
                <a:gd name="csY0" fmla="*/ 40575 h 90691"/>
                <a:gd name="csX1" fmla="*/ 18560 w 60362"/>
                <a:gd name="csY1" fmla="*/ 46019 h 90691"/>
                <a:gd name="csX2" fmla="*/ 13935 w 60362"/>
                <a:gd name="csY2" fmla="*/ 60949 h 90691"/>
                <a:gd name="csX3" fmla="*/ 18560 w 60362"/>
                <a:gd name="csY3" fmla="*/ 75878 h 90691"/>
                <a:gd name="csX4" fmla="*/ 31206 w 60362"/>
                <a:gd name="csY4" fmla="*/ 81323 h 90691"/>
                <a:gd name="csX5" fmla="*/ 43794 w 60362"/>
                <a:gd name="csY5" fmla="*/ 75878 h 90691"/>
                <a:gd name="csX6" fmla="*/ 48478 w 60362"/>
                <a:gd name="csY6" fmla="*/ 60949 h 90691"/>
                <a:gd name="csX7" fmla="*/ 43794 w 60362"/>
                <a:gd name="csY7" fmla="*/ 46019 h 90691"/>
                <a:gd name="csX8" fmla="*/ 31206 w 60362"/>
                <a:gd name="csY8" fmla="*/ 40575 h 90691"/>
                <a:gd name="csX9" fmla="*/ 54683 w 60362"/>
                <a:gd name="csY9" fmla="*/ 3514 h 90691"/>
                <a:gd name="csX10" fmla="*/ 54683 w 60362"/>
                <a:gd name="csY10" fmla="*/ 14287 h 90691"/>
                <a:gd name="csX11" fmla="*/ 45667 w 60362"/>
                <a:gd name="csY11" fmla="*/ 11066 h 90691"/>
                <a:gd name="csX12" fmla="*/ 36710 w 60362"/>
                <a:gd name="csY12" fmla="*/ 9953 h 90691"/>
                <a:gd name="csX13" fmla="*/ 18794 w 60362"/>
                <a:gd name="csY13" fmla="*/ 17858 h 90691"/>
                <a:gd name="csX14" fmla="*/ 11768 w 60362"/>
                <a:gd name="csY14" fmla="*/ 41745 h 90691"/>
                <a:gd name="csX15" fmla="*/ 20433 w 60362"/>
                <a:gd name="csY15" fmla="*/ 33958 h 90691"/>
                <a:gd name="csX16" fmla="*/ 31908 w 60362"/>
                <a:gd name="csY16" fmla="*/ 31206 h 90691"/>
                <a:gd name="csX17" fmla="*/ 52693 w 60362"/>
                <a:gd name="csY17" fmla="*/ 39227 h 90691"/>
                <a:gd name="csX18" fmla="*/ 60362 w 60362"/>
                <a:gd name="csY18" fmla="*/ 60949 h 90691"/>
                <a:gd name="csX19" fmla="*/ 52400 w 60362"/>
                <a:gd name="csY19" fmla="*/ 82552 h 90691"/>
                <a:gd name="csX20" fmla="*/ 31206 w 60362"/>
                <a:gd name="csY20" fmla="*/ 90691 h 90691"/>
                <a:gd name="csX21" fmla="*/ 8021 w 60362"/>
                <a:gd name="csY21" fmla="*/ 79099 h 90691"/>
                <a:gd name="csX22" fmla="*/ 0 w 60362"/>
                <a:gd name="csY22" fmla="*/ 45375 h 90691"/>
                <a:gd name="csX23" fmla="*/ 9836 w 60362"/>
                <a:gd name="csY23" fmla="*/ 12355 h 90691"/>
                <a:gd name="csX24" fmla="*/ 36241 w 60362"/>
                <a:gd name="csY24" fmla="*/ 0 h 90691"/>
                <a:gd name="csX25" fmla="*/ 45198 w 60362"/>
                <a:gd name="csY25" fmla="*/ 878 h 90691"/>
                <a:gd name="csX26" fmla="*/ 54683 w 60362"/>
                <a:gd name="csY26" fmla="*/ 3514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62" h="90691">
                  <a:moveTo>
                    <a:pt x="31206" y="40575"/>
                  </a:moveTo>
                  <a:cubicBezTo>
                    <a:pt x="25897" y="40575"/>
                    <a:pt x="21682" y="42390"/>
                    <a:pt x="18560" y="46019"/>
                  </a:cubicBezTo>
                  <a:cubicBezTo>
                    <a:pt x="15476" y="49649"/>
                    <a:pt x="13935" y="54626"/>
                    <a:pt x="13935" y="60949"/>
                  </a:cubicBezTo>
                  <a:cubicBezTo>
                    <a:pt x="13935" y="67233"/>
                    <a:pt x="15476" y="72209"/>
                    <a:pt x="18560" y="75878"/>
                  </a:cubicBezTo>
                  <a:cubicBezTo>
                    <a:pt x="21682" y="79508"/>
                    <a:pt x="25897" y="81323"/>
                    <a:pt x="31206" y="81323"/>
                  </a:cubicBezTo>
                  <a:cubicBezTo>
                    <a:pt x="36514" y="81323"/>
                    <a:pt x="40710" y="79508"/>
                    <a:pt x="43794" y="75878"/>
                  </a:cubicBezTo>
                  <a:cubicBezTo>
                    <a:pt x="46916" y="72209"/>
                    <a:pt x="48478" y="67233"/>
                    <a:pt x="48478" y="60949"/>
                  </a:cubicBezTo>
                  <a:cubicBezTo>
                    <a:pt x="48478" y="54626"/>
                    <a:pt x="46916" y="49649"/>
                    <a:pt x="43794" y="46019"/>
                  </a:cubicBezTo>
                  <a:cubicBezTo>
                    <a:pt x="40710" y="42390"/>
                    <a:pt x="36514" y="40575"/>
                    <a:pt x="31206" y="40575"/>
                  </a:cubicBezTo>
                  <a:moveTo>
                    <a:pt x="54683" y="3514"/>
                  </a:moveTo>
                  <a:lnTo>
                    <a:pt x="54683" y="14287"/>
                  </a:lnTo>
                  <a:cubicBezTo>
                    <a:pt x="51716" y="12882"/>
                    <a:pt x="48711" y="11808"/>
                    <a:pt x="45667" y="11066"/>
                  </a:cubicBezTo>
                  <a:cubicBezTo>
                    <a:pt x="42661" y="10324"/>
                    <a:pt x="39675" y="9953"/>
                    <a:pt x="36710" y="9953"/>
                  </a:cubicBezTo>
                  <a:cubicBezTo>
                    <a:pt x="28903" y="9953"/>
                    <a:pt x="22931" y="12588"/>
                    <a:pt x="18794" y="17858"/>
                  </a:cubicBezTo>
                  <a:cubicBezTo>
                    <a:pt x="14696" y="23127"/>
                    <a:pt x="12354" y="31089"/>
                    <a:pt x="11768" y="41745"/>
                  </a:cubicBezTo>
                  <a:cubicBezTo>
                    <a:pt x="14071" y="38349"/>
                    <a:pt x="16960" y="35753"/>
                    <a:pt x="20433" y="33958"/>
                  </a:cubicBezTo>
                  <a:cubicBezTo>
                    <a:pt x="23907" y="32123"/>
                    <a:pt x="27732" y="31206"/>
                    <a:pt x="31908" y="31206"/>
                  </a:cubicBezTo>
                  <a:cubicBezTo>
                    <a:pt x="40690" y="31206"/>
                    <a:pt x="47619" y="33880"/>
                    <a:pt x="52693" y="39227"/>
                  </a:cubicBezTo>
                  <a:cubicBezTo>
                    <a:pt x="57806" y="44536"/>
                    <a:pt x="60362" y="51776"/>
                    <a:pt x="60362" y="60949"/>
                  </a:cubicBezTo>
                  <a:cubicBezTo>
                    <a:pt x="60362" y="69926"/>
                    <a:pt x="57708" y="77127"/>
                    <a:pt x="52400" y="82552"/>
                  </a:cubicBezTo>
                  <a:cubicBezTo>
                    <a:pt x="47092" y="87978"/>
                    <a:pt x="40027" y="90691"/>
                    <a:pt x="31206" y="90691"/>
                  </a:cubicBezTo>
                  <a:cubicBezTo>
                    <a:pt x="21097" y="90691"/>
                    <a:pt x="13369" y="86827"/>
                    <a:pt x="8021" y="79099"/>
                  </a:cubicBezTo>
                  <a:cubicBezTo>
                    <a:pt x="2674" y="71331"/>
                    <a:pt x="0" y="60090"/>
                    <a:pt x="0" y="45375"/>
                  </a:cubicBezTo>
                  <a:cubicBezTo>
                    <a:pt x="0" y="31558"/>
                    <a:pt x="3279" y="20551"/>
                    <a:pt x="9836" y="12355"/>
                  </a:cubicBezTo>
                  <a:cubicBezTo>
                    <a:pt x="16393" y="4118"/>
                    <a:pt x="25194" y="0"/>
                    <a:pt x="36241" y="0"/>
                  </a:cubicBezTo>
                  <a:cubicBezTo>
                    <a:pt x="39208" y="0"/>
                    <a:pt x="42193" y="293"/>
                    <a:pt x="45198" y="878"/>
                  </a:cubicBezTo>
                  <a:cubicBezTo>
                    <a:pt x="48243" y="1464"/>
                    <a:pt x="51405" y="2343"/>
                    <a:pt x="54683" y="3514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Freeform 544">
              <a:extLst>
                <a:ext uri="{FF2B5EF4-FFF2-40B4-BE49-F238E27FC236}">
                  <a16:creationId xmlns:a16="http://schemas.microsoft.com/office/drawing/2014/main" id="{E44D4E0D-F512-09C0-61E1-02CA4FB31159}"/>
                </a:ext>
              </a:extLst>
            </p:cNvPr>
            <p:cNvSpPr/>
            <p:nvPr/>
          </p:nvSpPr>
          <p:spPr>
            <a:xfrm>
              <a:off x="5135654" y="3378760"/>
              <a:ext cx="60421" cy="90691"/>
            </a:xfrm>
            <a:custGeom>
              <a:avLst/>
              <a:gdLst>
                <a:gd name="csX0" fmla="*/ 30210 w 60421"/>
                <a:gd name="csY0" fmla="*/ 9368 h 90691"/>
                <a:gd name="csX1" fmla="*/ 16452 w 60421"/>
                <a:gd name="csY1" fmla="*/ 18384 h 90691"/>
                <a:gd name="csX2" fmla="*/ 11884 w 60421"/>
                <a:gd name="csY2" fmla="*/ 45375 h 90691"/>
                <a:gd name="csX3" fmla="*/ 16452 w 60421"/>
                <a:gd name="csY3" fmla="*/ 72366 h 90691"/>
                <a:gd name="csX4" fmla="*/ 30210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0 w 60421"/>
                <a:gd name="csY8" fmla="*/ 9368 h 90691"/>
                <a:gd name="csX9" fmla="*/ 30210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0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0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7"/>
                    <a:pt x="11884" y="33354"/>
                    <a:pt x="11884" y="45375"/>
                  </a:cubicBezTo>
                  <a:cubicBezTo>
                    <a:pt x="11884" y="57358"/>
                    <a:pt x="13407" y="66355"/>
                    <a:pt x="16452" y="72366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7"/>
                    <a:pt x="40008" y="90691"/>
                    <a:pt x="30210" y="90691"/>
                  </a:cubicBezTo>
                  <a:cubicBezTo>
                    <a:pt x="20413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51C749DF-D1DD-DFE5-0E82-26CE92611805}"/>
                </a:ext>
              </a:extLst>
            </p:cNvPr>
            <p:cNvSpPr/>
            <p:nvPr/>
          </p:nvSpPr>
          <p:spPr>
            <a:xfrm>
              <a:off x="5211942" y="3378760"/>
              <a:ext cx="60421" cy="90691"/>
            </a:xfrm>
            <a:custGeom>
              <a:avLst/>
              <a:gdLst>
                <a:gd name="csX0" fmla="*/ 30210 w 60421"/>
                <a:gd name="csY0" fmla="*/ 9368 h 90691"/>
                <a:gd name="csX1" fmla="*/ 16452 w 60421"/>
                <a:gd name="csY1" fmla="*/ 18384 h 90691"/>
                <a:gd name="csX2" fmla="*/ 11884 w 60421"/>
                <a:gd name="csY2" fmla="*/ 45375 h 90691"/>
                <a:gd name="csX3" fmla="*/ 16452 w 60421"/>
                <a:gd name="csY3" fmla="*/ 72366 h 90691"/>
                <a:gd name="csX4" fmla="*/ 30210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0 w 60421"/>
                <a:gd name="csY8" fmla="*/ 9368 h 90691"/>
                <a:gd name="csX9" fmla="*/ 30210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0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0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7"/>
                    <a:pt x="11884" y="33354"/>
                    <a:pt x="11884" y="45375"/>
                  </a:cubicBezTo>
                  <a:cubicBezTo>
                    <a:pt x="11884" y="57358"/>
                    <a:pt x="13407" y="66355"/>
                    <a:pt x="16452" y="72366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7"/>
                    <a:pt x="40006" y="90691"/>
                    <a:pt x="30210" y="90691"/>
                  </a:cubicBezTo>
                  <a:cubicBezTo>
                    <a:pt x="20413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55CF525F-9EB1-4DC3-A407-DED44B554E0A}"/>
                </a:ext>
              </a:extLst>
            </p:cNvPr>
            <p:cNvSpPr/>
            <p:nvPr/>
          </p:nvSpPr>
          <p:spPr>
            <a:xfrm>
              <a:off x="5293498" y="3380342"/>
              <a:ext cx="52049" cy="87411"/>
            </a:xfrm>
            <a:custGeom>
              <a:avLst/>
              <a:gdLst>
                <a:gd name="csX0" fmla="*/ 1698 w 52049"/>
                <a:gd name="csY0" fmla="*/ 77458 h 87411"/>
                <a:gd name="csX1" fmla="*/ 21020 w 52049"/>
                <a:gd name="csY1" fmla="*/ 77458 h 87411"/>
                <a:gd name="csX2" fmla="*/ 21020 w 52049"/>
                <a:gd name="csY2" fmla="*/ 10773 h 87411"/>
                <a:gd name="csX3" fmla="*/ 0 w 52049"/>
                <a:gd name="csY3" fmla="*/ 14988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58 h 87411"/>
                <a:gd name="csX8" fmla="*/ 52049 w 52049"/>
                <a:gd name="csY8" fmla="*/ 77458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58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58"/>
                  </a:moveTo>
                  <a:lnTo>
                    <a:pt x="21020" y="77458"/>
                  </a:lnTo>
                  <a:lnTo>
                    <a:pt x="21020" y="10773"/>
                  </a:lnTo>
                  <a:lnTo>
                    <a:pt x="0" y="14988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8"/>
                  </a:lnTo>
                  <a:lnTo>
                    <a:pt x="52049" y="77458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58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3FE52274-4EBE-8803-A0A7-FA277FF354C1}"/>
                </a:ext>
              </a:extLst>
            </p:cNvPr>
            <p:cNvSpPr/>
            <p:nvPr/>
          </p:nvSpPr>
          <p:spPr>
            <a:xfrm>
              <a:off x="4944963" y="2701368"/>
              <a:ext cx="60421" cy="90689"/>
            </a:xfrm>
            <a:custGeom>
              <a:avLst/>
              <a:gdLst>
                <a:gd name="csX0" fmla="*/ 30211 w 60421"/>
                <a:gd name="csY0" fmla="*/ 9368 h 90689"/>
                <a:gd name="csX1" fmla="*/ 16452 w 60421"/>
                <a:gd name="csY1" fmla="*/ 18384 h 90689"/>
                <a:gd name="csX2" fmla="*/ 11886 w 60421"/>
                <a:gd name="csY2" fmla="*/ 45375 h 90689"/>
                <a:gd name="csX3" fmla="*/ 16452 w 60421"/>
                <a:gd name="csY3" fmla="*/ 72364 h 90689"/>
                <a:gd name="csX4" fmla="*/ 30211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1 w 60421"/>
                <a:gd name="csY8" fmla="*/ 9368 h 90689"/>
                <a:gd name="csX9" fmla="*/ 30211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1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1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1" y="9368"/>
                  </a:moveTo>
                  <a:cubicBezTo>
                    <a:pt x="24122" y="9368"/>
                    <a:pt x="19536" y="12374"/>
                    <a:pt x="16452" y="18384"/>
                  </a:cubicBezTo>
                  <a:cubicBezTo>
                    <a:pt x="13408" y="24356"/>
                    <a:pt x="11886" y="33353"/>
                    <a:pt x="11886" y="45375"/>
                  </a:cubicBezTo>
                  <a:cubicBezTo>
                    <a:pt x="11886" y="57357"/>
                    <a:pt x="13408" y="66354"/>
                    <a:pt x="16452" y="72364"/>
                  </a:cubicBezTo>
                  <a:cubicBezTo>
                    <a:pt x="19536" y="78337"/>
                    <a:pt x="24122" y="81323"/>
                    <a:pt x="30211" y="81323"/>
                  </a:cubicBezTo>
                  <a:cubicBezTo>
                    <a:pt x="36339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9" y="9368"/>
                    <a:pt x="30211" y="936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6"/>
                    <a:pt x="40008" y="90690"/>
                    <a:pt x="30211" y="90690"/>
                  </a:cubicBezTo>
                  <a:cubicBezTo>
                    <a:pt x="20414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EC519F81-C789-DD01-71EE-224CB17411AD}"/>
                </a:ext>
              </a:extLst>
            </p:cNvPr>
            <p:cNvSpPr/>
            <p:nvPr/>
          </p:nvSpPr>
          <p:spPr>
            <a:xfrm>
              <a:off x="5026170" y="2775490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5AE9084D-B56E-0EFC-A02D-5530E99D7914}"/>
                </a:ext>
              </a:extLst>
            </p:cNvPr>
            <p:cNvSpPr/>
            <p:nvPr/>
          </p:nvSpPr>
          <p:spPr>
            <a:xfrm>
              <a:off x="5059015" y="2701368"/>
              <a:ext cx="60303" cy="90689"/>
            </a:xfrm>
            <a:custGeom>
              <a:avLst/>
              <a:gdLst>
                <a:gd name="csX0" fmla="*/ 5620 w 60303"/>
                <a:gd name="csY0" fmla="*/ 87178 h 90689"/>
                <a:gd name="csX1" fmla="*/ 5620 w 60303"/>
                <a:gd name="csY1" fmla="*/ 76404 h 90689"/>
                <a:gd name="csX2" fmla="*/ 14636 w 60303"/>
                <a:gd name="csY2" fmla="*/ 79625 h 90689"/>
                <a:gd name="csX3" fmla="*/ 23595 w 60303"/>
                <a:gd name="csY3" fmla="*/ 80738 h 90689"/>
                <a:gd name="csX4" fmla="*/ 41452 w 60303"/>
                <a:gd name="csY4" fmla="*/ 72892 h 90689"/>
                <a:gd name="csX5" fmla="*/ 48535 w 60303"/>
                <a:gd name="csY5" fmla="*/ 48947 h 90689"/>
                <a:gd name="csX6" fmla="*/ 39929 w 60303"/>
                <a:gd name="csY6" fmla="*/ 56674 h 90689"/>
                <a:gd name="csX7" fmla="*/ 28395 w 60303"/>
                <a:gd name="csY7" fmla="*/ 59367 h 90689"/>
                <a:gd name="csX8" fmla="*/ 7611 w 60303"/>
                <a:gd name="csY8" fmla="*/ 51464 h 90689"/>
                <a:gd name="csX9" fmla="*/ 0 w 60303"/>
                <a:gd name="csY9" fmla="*/ 29743 h 90689"/>
                <a:gd name="csX10" fmla="*/ 7962 w 60303"/>
                <a:gd name="csY10" fmla="*/ 8138 h 90689"/>
                <a:gd name="csX11" fmla="*/ 29156 w 60303"/>
                <a:gd name="csY11" fmla="*/ 0 h 90689"/>
                <a:gd name="csX12" fmla="*/ 52282 w 60303"/>
                <a:gd name="csY12" fmla="*/ 11652 h 90689"/>
                <a:gd name="csX13" fmla="*/ 60303 w 60303"/>
                <a:gd name="csY13" fmla="*/ 45375 h 90689"/>
                <a:gd name="csX14" fmla="*/ 50468 w 60303"/>
                <a:gd name="csY14" fmla="*/ 78396 h 90689"/>
                <a:gd name="csX15" fmla="*/ 24121 w 60303"/>
                <a:gd name="csY15" fmla="*/ 90690 h 90689"/>
                <a:gd name="csX16" fmla="*/ 15105 w 60303"/>
                <a:gd name="csY16" fmla="*/ 89813 h 90689"/>
                <a:gd name="csX17" fmla="*/ 5620 w 60303"/>
                <a:gd name="csY17" fmla="*/ 87178 h 90689"/>
                <a:gd name="csX18" fmla="*/ 29156 w 60303"/>
                <a:gd name="csY18" fmla="*/ 50117 h 90689"/>
                <a:gd name="csX19" fmla="*/ 41743 w 60303"/>
                <a:gd name="csY19" fmla="*/ 44672 h 90689"/>
                <a:gd name="csX20" fmla="*/ 46427 w 60303"/>
                <a:gd name="csY20" fmla="*/ 29743 h 90689"/>
                <a:gd name="csX21" fmla="*/ 41743 w 60303"/>
                <a:gd name="csY21" fmla="*/ 14870 h 90689"/>
                <a:gd name="csX22" fmla="*/ 29156 w 60303"/>
                <a:gd name="csY22" fmla="*/ 9368 h 90689"/>
                <a:gd name="csX23" fmla="*/ 16509 w 60303"/>
                <a:gd name="csY23" fmla="*/ 14870 h 90689"/>
                <a:gd name="csX24" fmla="*/ 11884 w 60303"/>
                <a:gd name="csY24" fmla="*/ 29743 h 90689"/>
                <a:gd name="csX25" fmla="*/ 16509 w 60303"/>
                <a:gd name="csY25" fmla="*/ 44672 h 90689"/>
                <a:gd name="csX26" fmla="*/ 29156 w 60303"/>
                <a:gd name="csY26" fmla="*/ 50117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03" h="90689">
                  <a:moveTo>
                    <a:pt x="5620" y="87178"/>
                  </a:moveTo>
                  <a:lnTo>
                    <a:pt x="5620" y="76404"/>
                  </a:lnTo>
                  <a:cubicBezTo>
                    <a:pt x="8587" y="77810"/>
                    <a:pt x="11592" y="78883"/>
                    <a:pt x="14636" y="79625"/>
                  </a:cubicBezTo>
                  <a:cubicBezTo>
                    <a:pt x="17681" y="80367"/>
                    <a:pt x="20668" y="80738"/>
                    <a:pt x="23595" y="80738"/>
                  </a:cubicBezTo>
                  <a:cubicBezTo>
                    <a:pt x="31401" y="80738"/>
                    <a:pt x="37353" y="78123"/>
                    <a:pt x="41452" y="72892"/>
                  </a:cubicBezTo>
                  <a:cubicBezTo>
                    <a:pt x="45588" y="67623"/>
                    <a:pt x="47950" y="59642"/>
                    <a:pt x="48535" y="48947"/>
                  </a:cubicBezTo>
                  <a:cubicBezTo>
                    <a:pt x="46271" y="52303"/>
                    <a:pt x="43402" y="54879"/>
                    <a:pt x="39929" y="56674"/>
                  </a:cubicBezTo>
                  <a:cubicBezTo>
                    <a:pt x="36455" y="58470"/>
                    <a:pt x="32611" y="59367"/>
                    <a:pt x="28395" y="59367"/>
                  </a:cubicBezTo>
                  <a:cubicBezTo>
                    <a:pt x="19652" y="59367"/>
                    <a:pt x="12724" y="56733"/>
                    <a:pt x="7611" y="51464"/>
                  </a:cubicBezTo>
                  <a:cubicBezTo>
                    <a:pt x="2537" y="46156"/>
                    <a:pt x="0" y="38916"/>
                    <a:pt x="0" y="29743"/>
                  </a:cubicBezTo>
                  <a:cubicBezTo>
                    <a:pt x="0" y="20765"/>
                    <a:pt x="2654" y="13564"/>
                    <a:pt x="7962" y="8138"/>
                  </a:cubicBezTo>
                  <a:cubicBezTo>
                    <a:pt x="13270" y="2713"/>
                    <a:pt x="20335" y="0"/>
                    <a:pt x="29156" y="0"/>
                  </a:cubicBezTo>
                  <a:cubicBezTo>
                    <a:pt x="39265" y="0"/>
                    <a:pt x="46974" y="3884"/>
                    <a:pt x="52282" y="11652"/>
                  </a:cubicBezTo>
                  <a:cubicBezTo>
                    <a:pt x="57629" y="19380"/>
                    <a:pt x="60303" y="30621"/>
                    <a:pt x="60303" y="45375"/>
                  </a:cubicBezTo>
                  <a:cubicBezTo>
                    <a:pt x="60303" y="59154"/>
                    <a:pt x="57025" y="70161"/>
                    <a:pt x="50468" y="78396"/>
                  </a:cubicBezTo>
                  <a:cubicBezTo>
                    <a:pt x="43949" y="86592"/>
                    <a:pt x="35167" y="90690"/>
                    <a:pt x="24121" y="90690"/>
                  </a:cubicBezTo>
                  <a:cubicBezTo>
                    <a:pt x="21154" y="90690"/>
                    <a:pt x="18149" y="90398"/>
                    <a:pt x="15105" y="89813"/>
                  </a:cubicBezTo>
                  <a:cubicBezTo>
                    <a:pt x="12061" y="89227"/>
                    <a:pt x="8899" y="88349"/>
                    <a:pt x="5620" y="87178"/>
                  </a:cubicBezTo>
                  <a:moveTo>
                    <a:pt x="29156" y="50117"/>
                  </a:moveTo>
                  <a:cubicBezTo>
                    <a:pt x="34464" y="50117"/>
                    <a:pt x="38660" y="48302"/>
                    <a:pt x="41743" y="44672"/>
                  </a:cubicBezTo>
                  <a:cubicBezTo>
                    <a:pt x="44866" y="41042"/>
                    <a:pt x="46427" y="36066"/>
                    <a:pt x="46427" y="29743"/>
                  </a:cubicBezTo>
                  <a:cubicBezTo>
                    <a:pt x="46427" y="23459"/>
                    <a:pt x="44866" y="18501"/>
                    <a:pt x="41743" y="14870"/>
                  </a:cubicBezTo>
                  <a:cubicBezTo>
                    <a:pt x="38660" y="11202"/>
                    <a:pt x="34464" y="9368"/>
                    <a:pt x="29156" y="9368"/>
                  </a:cubicBezTo>
                  <a:cubicBezTo>
                    <a:pt x="23848" y="9368"/>
                    <a:pt x="19632" y="11202"/>
                    <a:pt x="16509" y="14870"/>
                  </a:cubicBezTo>
                  <a:cubicBezTo>
                    <a:pt x="13426" y="18501"/>
                    <a:pt x="11884" y="23459"/>
                    <a:pt x="11884" y="29743"/>
                  </a:cubicBezTo>
                  <a:cubicBezTo>
                    <a:pt x="11884" y="36066"/>
                    <a:pt x="13426" y="41042"/>
                    <a:pt x="16509" y="44672"/>
                  </a:cubicBezTo>
                  <a:cubicBezTo>
                    <a:pt x="19632" y="48302"/>
                    <a:pt x="23848" y="50117"/>
                    <a:pt x="29156" y="50117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1" name="Freeform 550">
              <a:extLst>
                <a:ext uri="{FF2B5EF4-FFF2-40B4-BE49-F238E27FC236}">
                  <a16:creationId xmlns:a16="http://schemas.microsoft.com/office/drawing/2014/main" id="{3C5659FA-CD67-2213-F05F-C83A0AEFAEE7}"/>
                </a:ext>
              </a:extLst>
            </p:cNvPr>
            <p:cNvSpPr/>
            <p:nvPr/>
          </p:nvSpPr>
          <p:spPr>
            <a:xfrm>
              <a:off x="5135654" y="2701368"/>
              <a:ext cx="60421" cy="90689"/>
            </a:xfrm>
            <a:custGeom>
              <a:avLst/>
              <a:gdLst>
                <a:gd name="csX0" fmla="*/ 30210 w 60421"/>
                <a:gd name="csY0" fmla="*/ 9368 h 90689"/>
                <a:gd name="csX1" fmla="*/ 16452 w 60421"/>
                <a:gd name="csY1" fmla="*/ 18384 h 90689"/>
                <a:gd name="csX2" fmla="*/ 11884 w 60421"/>
                <a:gd name="csY2" fmla="*/ 45375 h 90689"/>
                <a:gd name="csX3" fmla="*/ 16452 w 60421"/>
                <a:gd name="csY3" fmla="*/ 72364 h 90689"/>
                <a:gd name="csX4" fmla="*/ 30210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0 w 60421"/>
                <a:gd name="csY8" fmla="*/ 9368 h 90689"/>
                <a:gd name="csX9" fmla="*/ 30210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0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0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6"/>
                    <a:pt x="11884" y="33353"/>
                    <a:pt x="11884" y="45375"/>
                  </a:cubicBezTo>
                  <a:cubicBezTo>
                    <a:pt x="11884" y="57357"/>
                    <a:pt x="13407" y="66354"/>
                    <a:pt x="16452" y="72364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6"/>
                    <a:pt x="40008" y="90690"/>
                    <a:pt x="30210" y="90690"/>
                  </a:cubicBezTo>
                  <a:cubicBezTo>
                    <a:pt x="20413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2" name="Freeform 551">
              <a:extLst>
                <a:ext uri="{FF2B5EF4-FFF2-40B4-BE49-F238E27FC236}">
                  <a16:creationId xmlns:a16="http://schemas.microsoft.com/office/drawing/2014/main" id="{95FB9639-A963-F551-C840-B655D852F79D}"/>
                </a:ext>
              </a:extLst>
            </p:cNvPr>
            <p:cNvSpPr/>
            <p:nvPr/>
          </p:nvSpPr>
          <p:spPr>
            <a:xfrm>
              <a:off x="5211942" y="2701368"/>
              <a:ext cx="60421" cy="90689"/>
            </a:xfrm>
            <a:custGeom>
              <a:avLst/>
              <a:gdLst>
                <a:gd name="csX0" fmla="*/ 30210 w 60421"/>
                <a:gd name="csY0" fmla="*/ 9368 h 90689"/>
                <a:gd name="csX1" fmla="*/ 16452 w 60421"/>
                <a:gd name="csY1" fmla="*/ 18384 h 90689"/>
                <a:gd name="csX2" fmla="*/ 11884 w 60421"/>
                <a:gd name="csY2" fmla="*/ 45375 h 90689"/>
                <a:gd name="csX3" fmla="*/ 16452 w 60421"/>
                <a:gd name="csY3" fmla="*/ 72364 h 90689"/>
                <a:gd name="csX4" fmla="*/ 30210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0 w 60421"/>
                <a:gd name="csY8" fmla="*/ 9368 h 90689"/>
                <a:gd name="csX9" fmla="*/ 30210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0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0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6"/>
                    <a:pt x="11884" y="33353"/>
                    <a:pt x="11884" y="45375"/>
                  </a:cubicBezTo>
                  <a:cubicBezTo>
                    <a:pt x="11884" y="57357"/>
                    <a:pt x="13407" y="66354"/>
                    <a:pt x="16452" y="72364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6"/>
                    <a:pt x="40006" y="90690"/>
                    <a:pt x="30210" y="90690"/>
                  </a:cubicBezTo>
                  <a:cubicBezTo>
                    <a:pt x="20413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" name="Freeform 552">
              <a:extLst>
                <a:ext uri="{FF2B5EF4-FFF2-40B4-BE49-F238E27FC236}">
                  <a16:creationId xmlns:a16="http://schemas.microsoft.com/office/drawing/2014/main" id="{A895FA4E-036D-6B5A-FF17-2A6B8EDC2C84}"/>
                </a:ext>
              </a:extLst>
            </p:cNvPr>
            <p:cNvSpPr/>
            <p:nvPr/>
          </p:nvSpPr>
          <p:spPr>
            <a:xfrm>
              <a:off x="5293498" y="2702950"/>
              <a:ext cx="52049" cy="87411"/>
            </a:xfrm>
            <a:custGeom>
              <a:avLst/>
              <a:gdLst>
                <a:gd name="csX0" fmla="*/ 1698 w 52049"/>
                <a:gd name="csY0" fmla="*/ 77458 h 87411"/>
                <a:gd name="csX1" fmla="*/ 21020 w 52049"/>
                <a:gd name="csY1" fmla="*/ 77458 h 87411"/>
                <a:gd name="csX2" fmla="*/ 21020 w 52049"/>
                <a:gd name="csY2" fmla="*/ 10771 h 87411"/>
                <a:gd name="csX3" fmla="*/ 0 w 52049"/>
                <a:gd name="csY3" fmla="*/ 14987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58 h 87411"/>
                <a:gd name="csX8" fmla="*/ 52049 w 52049"/>
                <a:gd name="csY8" fmla="*/ 77458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58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58"/>
                  </a:moveTo>
                  <a:lnTo>
                    <a:pt x="21020" y="77458"/>
                  </a:lnTo>
                  <a:lnTo>
                    <a:pt x="21020" y="10771"/>
                  </a:lnTo>
                  <a:lnTo>
                    <a:pt x="0" y="14987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8"/>
                  </a:lnTo>
                  <a:lnTo>
                    <a:pt x="52049" y="77458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58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4" name="Freeform 553">
              <a:extLst>
                <a:ext uri="{FF2B5EF4-FFF2-40B4-BE49-F238E27FC236}">
                  <a16:creationId xmlns:a16="http://schemas.microsoft.com/office/drawing/2014/main" id="{25542492-06E1-DB96-7293-093C33F64B53}"/>
                </a:ext>
              </a:extLst>
            </p:cNvPr>
            <p:cNvSpPr/>
            <p:nvPr/>
          </p:nvSpPr>
          <p:spPr>
            <a:xfrm>
              <a:off x="4771361" y="3662938"/>
              <a:ext cx="62618" cy="74853"/>
            </a:xfrm>
            <a:custGeom>
              <a:avLst/>
              <a:gdLst>
                <a:gd name="csX0" fmla="*/ 3387 w 62618"/>
                <a:gd name="csY0" fmla="*/ 0 h 74853"/>
                <a:gd name="csX1" fmla="*/ 8225 w 62618"/>
                <a:gd name="csY1" fmla="*/ 6912 h 74853"/>
                <a:gd name="csX2" fmla="*/ 8225 w 62618"/>
                <a:gd name="csY2" fmla="*/ 22463 h 74853"/>
                <a:gd name="csX3" fmla="*/ 23637 w 62618"/>
                <a:gd name="csY3" fmla="*/ 18108 h 74853"/>
                <a:gd name="csX4" fmla="*/ 38912 w 62618"/>
                <a:gd name="csY4" fmla="*/ 21357 h 74853"/>
                <a:gd name="csX5" fmla="*/ 51353 w 62618"/>
                <a:gd name="csY5" fmla="*/ 29652 h 74853"/>
                <a:gd name="csX6" fmla="*/ 59578 w 62618"/>
                <a:gd name="csY6" fmla="*/ 41055 h 74853"/>
                <a:gd name="csX7" fmla="*/ 62619 w 62618"/>
                <a:gd name="csY7" fmla="*/ 53634 h 74853"/>
                <a:gd name="csX8" fmla="*/ 56191 w 62618"/>
                <a:gd name="csY8" fmla="*/ 68979 h 74853"/>
                <a:gd name="csX9" fmla="*/ 40225 w 62618"/>
                <a:gd name="csY9" fmla="*/ 74853 h 74853"/>
                <a:gd name="csX10" fmla="*/ 29581 w 62618"/>
                <a:gd name="csY10" fmla="*/ 73125 h 74853"/>
                <a:gd name="csX11" fmla="*/ 18799 w 62618"/>
                <a:gd name="csY11" fmla="*/ 67942 h 74853"/>
                <a:gd name="csX12" fmla="*/ 9331 w 62618"/>
                <a:gd name="csY12" fmla="*/ 60131 h 74853"/>
                <a:gd name="csX13" fmla="*/ 2557 w 62618"/>
                <a:gd name="csY13" fmla="*/ 49834 h 74853"/>
                <a:gd name="csX14" fmla="*/ 0 w 62618"/>
                <a:gd name="csY14" fmla="*/ 37806 h 74853"/>
                <a:gd name="csX15" fmla="*/ 0 w 62618"/>
                <a:gd name="csY15" fmla="*/ 5529 h 74853"/>
                <a:gd name="csX16" fmla="*/ 138 w 62618"/>
                <a:gd name="csY16" fmla="*/ 2904 h 74853"/>
                <a:gd name="csX17" fmla="*/ 1037 w 62618"/>
                <a:gd name="csY17" fmla="*/ 968 h 74853"/>
                <a:gd name="csX18" fmla="*/ 3387 w 62618"/>
                <a:gd name="csY18" fmla="*/ 0 h 74853"/>
                <a:gd name="csX19" fmla="*/ 21979 w 62618"/>
                <a:gd name="csY19" fmla="*/ 27163 h 74853"/>
                <a:gd name="csX20" fmla="*/ 18869 w 62618"/>
                <a:gd name="csY20" fmla="*/ 27370 h 74853"/>
                <a:gd name="csX21" fmla="*/ 15344 w 62618"/>
                <a:gd name="csY21" fmla="*/ 28338 h 74853"/>
                <a:gd name="csX22" fmla="*/ 11819 w 62618"/>
                <a:gd name="csY22" fmla="*/ 30412 h 74853"/>
                <a:gd name="csX23" fmla="*/ 9262 w 62618"/>
                <a:gd name="csY23" fmla="*/ 34282 h 74853"/>
                <a:gd name="csX24" fmla="*/ 8225 w 62618"/>
                <a:gd name="csY24" fmla="*/ 40157 h 74853"/>
                <a:gd name="csX25" fmla="*/ 10851 w 62618"/>
                <a:gd name="csY25" fmla="*/ 50178 h 74853"/>
                <a:gd name="csX26" fmla="*/ 19974 w 62618"/>
                <a:gd name="csY26" fmla="*/ 59440 h 74853"/>
                <a:gd name="csX27" fmla="*/ 32692 w 62618"/>
                <a:gd name="csY27" fmla="*/ 64416 h 74853"/>
                <a:gd name="csX28" fmla="*/ 44165 w 62618"/>
                <a:gd name="csY28" fmla="*/ 66075 h 74853"/>
                <a:gd name="csX29" fmla="*/ 55500 w 62618"/>
                <a:gd name="csY29" fmla="*/ 62551 h 74853"/>
                <a:gd name="csX30" fmla="*/ 59439 w 62618"/>
                <a:gd name="csY30" fmla="*/ 53496 h 74853"/>
                <a:gd name="csX31" fmla="*/ 56398 w 62618"/>
                <a:gd name="csY31" fmla="*/ 43888 h 74853"/>
                <a:gd name="csX32" fmla="*/ 47413 w 62618"/>
                <a:gd name="csY32" fmla="*/ 34835 h 74853"/>
                <a:gd name="csX33" fmla="*/ 34834 w 62618"/>
                <a:gd name="csY33" fmla="*/ 29306 h 74853"/>
                <a:gd name="csX34" fmla="*/ 21979 w 62618"/>
                <a:gd name="csY34" fmla="*/ 27163 h 74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2618" h="74853">
                  <a:moveTo>
                    <a:pt x="3387" y="0"/>
                  </a:moveTo>
                  <a:cubicBezTo>
                    <a:pt x="6612" y="0"/>
                    <a:pt x="8225" y="2304"/>
                    <a:pt x="8225" y="6912"/>
                  </a:cubicBezTo>
                  <a:lnTo>
                    <a:pt x="8225" y="22463"/>
                  </a:lnTo>
                  <a:cubicBezTo>
                    <a:pt x="12372" y="19560"/>
                    <a:pt x="17509" y="18108"/>
                    <a:pt x="23637" y="18108"/>
                  </a:cubicBezTo>
                  <a:cubicBezTo>
                    <a:pt x="28890" y="18108"/>
                    <a:pt x="33982" y="19191"/>
                    <a:pt x="38912" y="21357"/>
                  </a:cubicBezTo>
                  <a:cubicBezTo>
                    <a:pt x="43796" y="23476"/>
                    <a:pt x="47943" y="26241"/>
                    <a:pt x="51353" y="29652"/>
                  </a:cubicBezTo>
                  <a:cubicBezTo>
                    <a:pt x="54762" y="33015"/>
                    <a:pt x="57504" y="36816"/>
                    <a:pt x="59578" y="41055"/>
                  </a:cubicBezTo>
                  <a:cubicBezTo>
                    <a:pt x="61605" y="45294"/>
                    <a:pt x="62619" y="49487"/>
                    <a:pt x="62619" y="53634"/>
                  </a:cubicBezTo>
                  <a:cubicBezTo>
                    <a:pt x="62619" y="59946"/>
                    <a:pt x="60476" y="65061"/>
                    <a:pt x="56191" y="68979"/>
                  </a:cubicBezTo>
                  <a:cubicBezTo>
                    <a:pt x="51906" y="72895"/>
                    <a:pt x="46584" y="74853"/>
                    <a:pt x="40225" y="74853"/>
                  </a:cubicBezTo>
                  <a:cubicBezTo>
                    <a:pt x="36862" y="74853"/>
                    <a:pt x="33314" y="74277"/>
                    <a:pt x="29581" y="73125"/>
                  </a:cubicBezTo>
                  <a:cubicBezTo>
                    <a:pt x="25849" y="71927"/>
                    <a:pt x="22255" y="70199"/>
                    <a:pt x="18799" y="67942"/>
                  </a:cubicBezTo>
                  <a:cubicBezTo>
                    <a:pt x="15298" y="65683"/>
                    <a:pt x="12141" y="63080"/>
                    <a:pt x="9331" y="60131"/>
                  </a:cubicBezTo>
                  <a:cubicBezTo>
                    <a:pt x="6520" y="57136"/>
                    <a:pt x="4262" y="53704"/>
                    <a:pt x="2557" y="49834"/>
                  </a:cubicBezTo>
                  <a:cubicBezTo>
                    <a:pt x="852" y="45916"/>
                    <a:pt x="0" y="41907"/>
                    <a:pt x="0" y="37806"/>
                  </a:cubicBezTo>
                  <a:lnTo>
                    <a:pt x="0" y="5529"/>
                  </a:lnTo>
                  <a:cubicBezTo>
                    <a:pt x="0" y="4378"/>
                    <a:pt x="46" y="3503"/>
                    <a:pt x="138" y="2904"/>
                  </a:cubicBezTo>
                  <a:cubicBezTo>
                    <a:pt x="184" y="2258"/>
                    <a:pt x="484" y="1613"/>
                    <a:pt x="1037" y="968"/>
                  </a:cubicBezTo>
                  <a:cubicBezTo>
                    <a:pt x="1544" y="323"/>
                    <a:pt x="2327" y="0"/>
                    <a:pt x="3387" y="0"/>
                  </a:cubicBezTo>
                  <a:moveTo>
                    <a:pt x="21979" y="27163"/>
                  </a:moveTo>
                  <a:cubicBezTo>
                    <a:pt x="20873" y="27163"/>
                    <a:pt x="19836" y="27232"/>
                    <a:pt x="18869" y="27370"/>
                  </a:cubicBezTo>
                  <a:cubicBezTo>
                    <a:pt x="17855" y="27508"/>
                    <a:pt x="16680" y="27831"/>
                    <a:pt x="15344" y="28338"/>
                  </a:cubicBezTo>
                  <a:cubicBezTo>
                    <a:pt x="13961" y="28845"/>
                    <a:pt x="12786" y="29536"/>
                    <a:pt x="11819" y="30412"/>
                  </a:cubicBezTo>
                  <a:cubicBezTo>
                    <a:pt x="10805" y="31287"/>
                    <a:pt x="9953" y="32577"/>
                    <a:pt x="9262" y="34282"/>
                  </a:cubicBezTo>
                  <a:cubicBezTo>
                    <a:pt x="8570" y="35941"/>
                    <a:pt x="8225" y="37899"/>
                    <a:pt x="8225" y="40157"/>
                  </a:cubicBezTo>
                  <a:cubicBezTo>
                    <a:pt x="8225" y="43336"/>
                    <a:pt x="9100" y="46676"/>
                    <a:pt x="10851" y="50178"/>
                  </a:cubicBezTo>
                  <a:cubicBezTo>
                    <a:pt x="12602" y="53680"/>
                    <a:pt x="15643" y="56768"/>
                    <a:pt x="19974" y="59440"/>
                  </a:cubicBezTo>
                  <a:cubicBezTo>
                    <a:pt x="23661" y="61652"/>
                    <a:pt x="27900" y="63311"/>
                    <a:pt x="32692" y="64416"/>
                  </a:cubicBezTo>
                  <a:cubicBezTo>
                    <a:pt x="37484" y="65522"/>
                    <a:pt x="41308" y="66075"/>
                    <a:pt x="44165" y="66075"/>
                  </a:cubicBezTo>
                  <a:cubicBezTo>
                    <a:pt x="49049" y="66075"/>
                    <a:pt x="52827" y="64900"/>
                    <a:pt x="55500" y="62551"/>
                  </a:cubicBezTo>
                  <a:cubicBezTo>
                    <a:pt x="58126" y="60154"/>
                    <a:pt x="59439" y="57136"/>
                    <a:pt x="59439" y="53496"/>
                  </a:cubicBezTo>
                  <a:cubicBezTo>
                    <a:pt x="59439" y="50501"/>
                    <a:pt x="58426" y="47299"/>
                    <a:pt x="56398" y="43888"/>
                  </a:cubicBezTo>
                  <a:cubicBezTo>
                    <a:pt x="54325" y="40479"/>
                    <a:pt x="51330" y="37461"/>
                    <a:pt x="47413" y="34835"/>
                  </a:cubicBezTo>
                  <a:cubicBezTo>
                    <a:pt x="44004" y="32531"/>
                    <a:pt x="39811" y="30687"/>
                    <a:pt x="34834" y="29306"/>
                  </a:cubicBezTo>
                  <a:cubicBezTo>
                    <a:pt x="29858" y="27877"/>
                    <a:pt x="25573" y="27163"/>
                    <a:pt x="21979" y="27163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02693096-A8D8-93E1-60DA-260502D19710}"/>
                </a:ext>
              </a:extLst>
            </p:cNvPr>
            <p:cNvSpPr/>
            <p:nvPr/>
          </p:nvSpPr>
          <p:spPr>
            <a:xfrm>
              <a:off x="4806509" y="3576529"/>
              <a:ext cx="67684" cy="72040"/>
            </a:xfrm>
            <a:custGeom>
              <a:avLst/>
              <a:gdLst>
                <a:gd name="csX0" fmla="*/ 1210 w 67684"/>
                <a:gd name="csY0" fmla="*/ 0 h 72040"/>
                <a:gd name="csX1" fmla="*/ 2226 w 67684"/>
                <a:gd name="csY1" fmla="*/ 145 h 72040"/>
                <a:gd name="csX2" fmla="*/ 2806 w 67684"/>
                <a:gd name="csY2" fmla="*/ 629 h 72040"/>
                <a:gd name="csX3" fmla="*/ 3000 w 67684"/>
                <a:gd name="csY3" fmla="*/ 1211 h 72040"/>
                <a:gd name="csX4" fmla="*/ 3096 w 67684"/>
                <a:gd name="csY4" fmla="*/ 1985 h 72040"/>
                <a:gd name="csX5" fmla="*/ 3919 w 67684"/>
                <a:gd name="csY5" fmla="*/ 6338 h 72040"/>
                <a:gd name="csX6" fmla="*/ 5661 w 67684"/>
                <a:gd name="csY6" fmla="*/ 10016 h 72040"/>
                <a:gd name="csX7" fmla="*/ 7596 w 67684"/>
                <a:gd name="csY7" fmla="*/ 12579 h 72040"/>
                <a:gd name="csX8" fmla="*/ 9918 w 67684"/>
                <a:gd name="csY8" fmla="*/ 14999 h 72040"/>
                <a:gd name="csX9" fmla="*/ 11321 w 67684"/>
                <a:gd name="csY9" fmla="*/ 16353 h 72040"/>
                <a:gd name="csX10" fmla="*/ 39527 w 67684"/>
                <a:gd name="csY10" fmla="*/ 40930 h 72040"/>
                <a:gd name="csX11" fmla="*/ 42624 w 67684"/>
                <a:gd name="csY11" fmla="*/ 42333 h 72040"/>
                <a:gd name="csX12" fmla="*/ 56606 w 67684"/>
                <a:gd name="csY12" fmla="*/ 45817 h 72040"/>
                <a:gd name="csX13" fmla="*/ 62847 w 67684"/>
                <a:gd name="csY13" fmla="*/ 47173 h 72040"/>
                <a:gd name="csX14" fmla="*/ 64008 w 67684"/>
                <a:gd name="csY14" fmla="*/ 46689 h 72040"/>
                <a:gd name="csX15" fmla="*/ 64395 w 67684"/>
                <a:gd name="csY15" fmla="*/ 44512 h 72040"/>
                <a:gd name="csX16" fmla="*/ 64637 w 67684"/>
                <a:gd name="csY16" fmla="*/ 40737 h 72040"/>
                <a:gd name="csX17" fmla="*/ 65024 w 67684"/>
                <a:gd name="csY17" fmla="*/ 38174 h 72040"/>
                <a:gd name="csX18" fmla="*/ 65701 w 67684"/>
                <a:gd name="csY18" fmla="*/ 37980 h 72040"/>
                <a:gd name="csX19" fmla="*/ 67104 w 67684"/>
                <a:gd name="csY19" fmla="*/ 38368 h 72040"/>
                <a:gd name="csX20" fmla="*/ 67636 w 67684"/>
                <a:gd name="csY20" fmla="*/ 39044 h 72040"/>
                <a:gd name="csX21" fmla="*/ 67685 w 67684"/>
                <a:gd name="csY21" fmla="*/ 39867 h 72040"/>
                <a:gd name="csX22" fmla="*/ 67395 w 67684"/>
                <a:gd name="csY22" fmla="*/ 52542 h 72040"/>
                <a:gd name="csX23" fmla="*/ 67685 w 67684"/>
                <a:gd name="csY23" fmla="*/ 65024 h 72040"/>
                <a:gd name="csX24" fmla="*/ 66572 w 67684"/>
                <a:gd name="csY24" fmla="*/ 66427 h 72040"/>
                <a:gd name="csX25" fmla="*/ 65459 w 67684"/>
                <a:gd name="csY25" fmla="*/ 66331 h 72040"/>
                <a:gd name="csX26" fmla="*/ 64879 w 67684"/>
                <a:gd name="csY26" fmla="*/ 65751 h 72040"/>
                <a:gd name="csX27" fmla="*/ 64685 w 67684"/>
                <a:gd name="csY27" fmla="*/ 64975 h 72040"/>
                <a:gd name="csX28" fmla="*/ 64637 w 67684"/>
                <a:gd name="csY28" fmla="*/ 63718 h 72040"/>
                <a:gd name="csX29" fmla="*/ 64589 w 67684"/>
                <a:gd name="csY29" fmla="*/ 60381 h 72040"/>
                <a:gd name="csX30" fmla="*/ 64250 w 67684"/>
                <a:gd name="csY30" fmla="*/ 58106 h 72040"/>
                <a:gd name="csX31" fmla="*/ 63766 w 67684"/>
                <a:gd name="csY31" fmla="*/ 56607 h 72040"/>
                <a:gd name="csX32" fmla="*/ 62702 w 67684"/>
                <a:gd name="csY32" fmla="*/ 55686 h 72040"/>
                <a:gd name="csX33" fmla="*/ 61153 w 67684"/>
                <a:gd name="csY33" fmla="*/ 55010 h 72040"/>
                <a:gd name="csX34" fmla="*/ 58783 w 67684"/>
                <a:gd name="csY34" fmla="*/ 54428 h 72040"/>
                <a:gd name="csX35" fmla="*/ 49107 w 67684"/>
                <a:gd name="csY35" fmla="*/ 52010 h 72040"/>
                <a:gd name="csX36" fmla="*/ 40737 w 67684"/>
                <a:gd name="csY36" fmla="*/ 49979 h 72040"/>
                <a:gd name="csX37" fmla="*/ 39043 w 67684"/>
                <a:gd name="csY37" fmla="*/ 50365 h 72040"/>
                <a:gd name="csX38" fmla="*/ 6435 w 67684"/>
                <a:gd name="csY38" fmla="*/ 62558 h 72040"/>
                <a:gd name="csX39" fmla="*/ 4403 w 67684"/>
                <a:gd name="csY39" fmla="*/ 63525 h 72040"/>
                <a:gd name="csX40" fmla="*/ 3483 w 67684"/>
                <a:gd name="csY40" fmla="*/ 65412 h 72040"/>
                <a:gd name="csX41" fmla="*/ 3096 w 67684"/>
                <a:gd name="csY41" fmla="*/ 69766 h 72040"/>
                <a:gd name="csX42" fmla="*/ 3048 w 67684"/>
                <a:gd name="csY42" fmla="*/ 70975 h 72040"/>
                <a:gd name="csX43" fmla="*/ 2758 w 67684"/>
                <a:gd name="csY43" fmla="*/ 71702 h 72040"/>
                <a:gd name="csX44" fmla="*/ 1984 w 67684"/>
                <a:gd name="csY44" fmla="*/ 72041 h 72040"/>
                <a:gd name="csX45" fmla="*/ 629 w 67684"/>
                <a:gd name="csY45" fmla="*/ 71653 h 72040"/>
                <a:gd name="csX46" fmla="*/ 97 w 67684"/>
                <a:gd name="csY46" fmla="*/ 70975 h 72040"/>
                <a:gd name="csX47" fmla="*/ 0 w 67684"/>
                <a:gd name="csY47" fmla="*/ 70154 h 72040"/>
                <a:gd name="csX48" fmla="*/ 145 w 67684"/>
                <a:gd name="csY48" fmla="*/ 64638 h 72040"/>
                <a:gd name="csX49" fmla="*/ 290 w 67684"/>
                <a:gd name="csY49" fmla="*/ 59074 h 72040"/>
                <a:gd name="csX50" fmla="*/ 0 w 67684"/>
                <a:gd name="csY50" fmla="*/ 46591 h 72040"/>
                <a:gd name="csX51" fmla="*/ 1113 w 67684"/>
                <a:gd name="csY51" fmla="*/ 45092 h 72040"/>
                <a:gd name="csX52" fmla="*/ 2806 w 67684"/>
                <a:gd name="csY52" fmla="*/ 45623 h 72040"/>
                <a:gd name="csX53" fmla="*/ 3096 w 67684"/>
                <a:gd name="csY53" fmla="*/ 47463 h 72040"/>
                <a:gd name="csX54" fmla="*/ 5467 w 67684"/>
                <a:gd name="csY54" fmla="*/ 53317 h 72040"/>
                <a:gd name="csX55" fmla="*/ 7160 w 67684"/>
                <a:gd name="csY55" fmla="*/ 52736 h 72040"/>
                <a:gd name="csX56" fmla="*/ 36576 w 67684"/>
                <a:gd name="csY56" fmla="*/ 41850 h 72040"/>
                <a:gd name="csX57" fmla="*/ 10112 w 67684"/>
                <a:gd name="csY57" fmla="*/ 18868 h 72040"/>
                <a:gd name="csX58" fmla="*/ 9725 w 67684"/>
                <a:gd name="csY58" fmla="*/ 18531 h 72040"/>
                <a:gd name="csX59" fmla="*/ 9047 w 67684"/>
                <a:gd name="csY59" fmla="*/ 17998 h 72040"/>
                <a:gd name="csX60" fmla="*/ 8225 w 67684"/>
                <a:gd name="csY60" fmla="*/ 17369 h 72040"/>
                <a:gd name="csX61" fmla="*/ 7257 w 67684"/>
                <a:gd name="csY61" fmla="*/ 16789 h 72040"/>
                <a:gd name="csX62" fmla="*/ 6290 w 67684"/>
                <a:gd name="csY62" fmla="*/ 16353 h 72040"/>
                <a:gd name="csX63" fmla="*/ 5370 w 67684"/>
                <a:gd name="csY63" fmla="*/ 16160 h 72040"/>
                <a:gd name="csX64" fmla="*/ 4161 w 67684"/>
                <a:gd name="csY64" fmla="*/ 16596 h 72040"/>
                <a:gd name="csX65" fmla="*/ 3435 w 67684"/>
                <a:gd name="csY65" fmla="*/ 17708 h 72040"/>
                <a:gd name="csX66" fmla="*/ 3193 w 67684"/>
                <a:gd name="csY66" fmla="*/ 18868 h 72040"/>
                <a:gd name="csX67" fmla="*/ 3096 w 67684"/>
                <a:gd name="csY67" fmla="*/ 19740 h 72040"/>
                <a:gd name="csX68" fmla="*/ 1887 w 67684"/>
                <a:gd name="csY68" fmla="*/ 21239 h 72040"/>
                <a:gd name="csX69" fmla="*/ 581 w 67684"/>
                <a:gd name="csY69" fmla="*/ 20853 h 72040"/>
                <a:gd name="csX70" fmla="*/ 48 w 67684"/>
                <a:gd name="csY70" fmla="*/ 20175 h 72040"/>
                <a:gd name="csX71" fmla="*/ 0 w 67684"/>
                <a:gd name="csY71" fmla="*/ 19352 h 72040"/>
                <a:gd name="csX72" fmla="*/ 145 w 67684"/>
                <a:gd name="csY72" fmla="*/ 14419 h 72040"/>
                <a:gd name="csX73" fmla="*/ 290 w 67684"/>
                <a:gd name="csY73" fmla="*/ 9434 h 72040"/>
                <a:gd name="csX74" fmla="*/ 145 w 67684"/>
                <a:gd name="csY74" fmla="*/ 5323 h 72040"/>
                <a:gd name="csX75" fmla="*/ 0 w 67684"/>
                <a:gd name="csY75" fmla="*/ 1307 h 72040"/>
                <a:gd name="csX76" fmla="*/ 1210 w 67684"/>
                <a:gd name="csY76" fmla="*/ 0 h 720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67684" h="72040">
                  <a:moveTo>
                    <a:pt x="1210" y="0"/>
                  </a:moveTo>
                  <a:cubicBezTo>
                    <a:pt x="1629" y="0"/>
                    <a:pt x="1968" y="48"/>
                    <a:pt x="2226" y="145"/>
                  </a:cubicBezTo>
                  <a:cubicBezTo>
                    <a:pt x="2484" y="210"/>
                    <a:pt x="2677" y="372"/>
                    <a:pt x="2806" y="629"/>
                  </a:cubicBezTo>
                  <a:cubicBezTo>
                    <a:pt x="2903" y="855"/>
                    <a:pt x="2967" y="1049"/>
                    <a:pt x="3000" y="1211"/>
                  </a:cubicBezTo>
                  <a:cubicBezTo>
                    <a:pt x="3032" y="1339"/>
                    <a:pt x="3064" y="1597"/>
                    <a:pt x="3096" y="1985"/>
                  </a:cubicBezTo>
                  <a:cubicBezTo>
                    <a:pt x="3225" y="3565"/>
                    <a:pt x="3500" y="5016"/>
                    <a:pt x="3919" y="6338"/>
                  </a:cubicBezTo>
                  <a:cubicBezTo>
                    <a:pt x="4306" y="7662"/>
                    <a:pt x="4886" y="8887"/>
                    <a:pt x="5661" y="10016"/>
                  </a:cubicBezTo>
                  <a:cubicBezTo>
                    <a:pt x="6435" y="11112"/>
                    <a:pt x="7080" y="11966"/>
                    <a:pt x="7596" y="12579"/>
                  </a:cubicBezTo>
                  <a:cubicBezTo>
                    <a:pt x="8112" y="13160"/>
                    <a:pt x="8886" y="13967"/>
                    <a:pt x="9918" y="14999"/>
                  </a:cubicBezTo>
                  <a:lnTo>
                    <a:pt x="11321" y="16353"/>
                  </a:lnTo>
                  <a:lnTo>
                    <a:pt x="39527" y="40930"/>
                  </a:lnTo>
                  <a:cubicBezTo>
                    <a:pt x="40172" y="41512"/>
                    <a:pt x="41204" y="41979"/>
                    <a:pt x="42624" y="42333"/>
                  </a:cubicBezTo>
                  <a:lnTo>
                    <a:pt x="56606" y="45817"/>
                  </a:lnTo>
                  <a:cubicBezTo>
                    <a:pt x="60476" y="46721"/>
                    <a:pt x="62557" y="47173"/>
                    <a:pt x="62847" y="47173"/>
                  </a:cubicBezTo>
                  <a:cubicBezTo>
                    <a:pt x="63427" y="47173"/>
                    <a:pt x="63814" y="47012"/>
                    <a:pt x="64008" y="46689"/>
                  </a:cubicBezTo>
                  <a:cubicBezTo>
                    <a:pt x="64169" y="46334"/>
                    <a:pt x="64298" y="45608"/>
                    <a:pt x="64395" y="44512"/>
                  </a:cubicBezTo>
                  <a:lnTo>
                    <a:pt x="64637" y="40737"/>
                  </a:lnTo>
                  <a:cubicBezTo>
                    <a:pt x="64637" y="39254"/>
                    <a:pt x="64766" y="38400"/>
                    <a:pt x="65024" y="38174"/>
                  </a:cubicBezTo>
                  <a:cubicBezTo>
                    <a:pt x="65185" y="38044"/>
                    <a:pt x="65411" y="37980"/>
                    <a:pt x="65701" y="37980"/>
                  </a:cubicBezTo>
                  <a:cubicBezTo>
                    <a:pt x="66314" y="37980"/>
                    <a:pt x="66782" y="38109"/>
                    <a:pt x="67104" y="38368"/>
                  </a:cubicBezTo>
                  <a:cubicBezTo>
                    <a:pt x="67395" y="38592"/>
                    <a:pt x="67572" y="38818"/>
                    <a:pt x="67636" y="39044"/>
                  </a:cubicBezTo>
                  <a:cubicBezTo>
                    <a:pt x="67669" y="39237"/>
                    <a:pt x="67685" y="39511"/>
                    <a:pt x="67685" y="39867"/>
                  </a:cubicBezTo>
                  <a:lnTo>
                    <a:pt x="67395" y="52542"/>
                  </a:lnTo>
                  <a:lnTo>
                    <a:pt x="67685" y="65024"/>
                  </a:lnTo>
                  <a:cubicBezTo>
                    <a:pt x="67685" y="65960"/>
                    <a:pt x="67314" y="66427"/>
                    <a:pt x="66572" y="66427"/>
                  </a:cubicBezTo>
                  <a:cubicBezTo>
                    <a:pt x="66088" y="66427"/>
                    <a:pt x="65717" y="66395"/>
                    <a:pt x="65459" y="66331"/>
                  </a:cubicBezTo>
                  <a:cubicBezTo>
                    <a:pt x="65169" y="66235"/>
                    <a:pt x="64976" y="66041"/>
                    <a:pt x="64879" y="65751"/>
                  </a:cubicBezTo>
                  <a:cubicBezTo>
                    <a:pt x="64750" y="65460"/>
                    <a:pt x="64685" y="65202"/>
                    <a:pt x="64685" y="64975"/>
                  </a:cubicBezTo>
                  <a:cubicBezTo>
                    <a:pt x="64653" y="64751"/>
                    <a:pt x="64637" y="64331"/>
                    <a:pt x="64637" y="63718"/>
                  </a:cubicBezTo>
                  <a:cubicBezTo>
                    <a:pt x="64605" y="62235"/>
                    <a:pt x="64589" y="61123"/>
                    <a:pt x="64589" y="60381"/>
                  </a:cubicBezTo>
                  <a:cubicBezTo>
                    <a:pt x="64556" y="59606"/>
                    <a:pt x="64443" y="58848"/>
                    <a:pt x="64250" y="58106"/>
                  </a:cubicBezTo>
                  <a:cubicBezTo>
                    <a:pt x="64056" y="57364"/>
                    <a:pt x="63895" y="56864"/>
                    <a:pt x="63766" y="56607"/>
                  </a:cubicBezTo>
                  <a:cubicBezTo>
                    <a:pt x="63605" y="56316"/>
                    <a:pt x="63250" y="56009"/>
                    <a:pt x="62702" y="55686"/>
                  </a:cubicBezTo>
                  <a:cubicBezTo>
                    <a:pt x="62121" y="55332"/>
                    <a:pt x="61605" y="55107"/>
                    <a:pt x="61153" y="55010"/>
                  </a:cubicBezTo>
                  <a:cubicBezTo>
                    <a:pt x="60702" y="54881"/>
                    <a:pt x="59912" y="54687"/>
                    <a:pt x="58783" y="54428"/>
                  </a:cubicBezTo>
                  <a:cubicBezTo>
                    <a:pt x="57783" y="54171"/>
                    <a:pt x="54558" y="53365"/>
                    <a:pt x="49107" y="52010"/>
                  </a:cubicBezTo>
                  <a:cubicBezTo>
                    <a:pt x="43656" y="50656"/>
                    <a:pt x="40866" y="49979"/>
                    <a:pt x="40737" y="49979"/>
                  </a:cubicBezTo>
                  <a:cubicBezTo>
                    <a:pt x="40382" y="49979"/>
                    <a:pt x="39818" y="50107"/>
                    <a:pt x="39043" y="50365"/>
                  </a:cubicBezTo>
                  <a:lnTo>
                    <a:pt x="6435" y="62558"/>
                  </a:lnTo>
                  <a:cubicBezTo>
                    <a:pt x="5467" y="62912"/>
                    <a:pt x="4790" y="63234"/>
                    <a:pt x="4403" y="63525"/>
                  </a:cubicBezTo>
                  <a:cubicBezTo>
                    <a:pt x="4016" y="63815"/>
                    <a:pt x="3709" y="64444"/>
                    <a:pt x="3483" y="65412"/>
                  </a:cubicBezTo>
                  <a:cubicBezTo>
                    <a:pt x="3225" y="66379"/>
                    <a:pt x="3096" y="67830"/>
                    <a:pt x="3096" y="69766"/>
                  </a:cubicBezTo>
                  <a:cubicBezTo>
                    <a:pt x="3096" y="70315"/>
                    <a:pt x="3080" y="70718"/>
                    <a:pt x="3048" y="70975"/>
                  </a:cubicBezTo>
                  <a:cubicBezTo>
                    <a:pt x="3016" y="71234"/>
                    <a:pt x="2919" y="71476"/>
                    <a:pt x="2758" y="71702"/>
                  </a:cubicBezTo>
                  <a:cubicBezTo>
                    <a:pt x="2596" y="71928"/>
                    <a:pt x="2338" y="72041"/>
                    <a:pt x="1984" y="72041"/>
                  </a:cubicBezTo>
                  <a:cubicBezTo>
                    <a:pt x="1371" y="72041"/>
                    <a:pt x="919" y="71911"/>
                    <a:pt x="629" y="71653"/>
                  </a:cubicBezTo>
                  <a:cubicBezTo>
                    <a:pt x="306" y="71394"/>
                    <a:pt x="129" y="71168"/>
                    <a:pt x="97" y="70975"/>
                  </a:cubicBezTo>
                  <a:cubicBezTo>
                    <a:pt x="32" y="70749"/>
                    <a:pt x="0" y="70475"/>
                    <a:pt x="0" y="70154"/>
                  </a:cubicBezTo>
                  <a:cubicBezTo>
                    <a:pt x="0" y="69347"/>
                    <a:pt x="48" y="67508"/>
                    <a:pt x="145" y="64638"/>
                  </a:cubicBezTo>
                  <a:cubicBezTo>
                    <a:pt x="242" y="61767"/>
                    <a:pt x="290" y="59913"/>
                    <a:pt x="290" y="59074"/>
                  </a:cubicBezTo>
                  <a:lnTo>
                    <a:pt x="0" y="46591"/>
                  </a:lnTo>
                  <a:cubicBezTo>
                    <a:pt x="0" y="45592"/>
                    <a:pt x="371" y="45092"/>
                    <a:pt x="1113" y="45092"/>
                  </a:cubicBezTo>
                  <a:cubicBezTo>
                    <a:pt x="2016" y="45092"/>
                    <a:pt x="2580" y="45269"/>
                    <a:pt x="2806" y="45623"/>
                  </a:cubicBezTo>
                  <a:cubicBezTo>
                    <a:pt x="3000" y="45978"/>
                    <a:pt x="3096" y="46592"/>
                    <a:pt x="3096" y="47463"/>
                  </a:cubicBezTo>
                  <a:cubicBezTo>
                    <a:pt x="3096" y="51366"/>
                    <a:pt x="3887" y="53317"/>
                    <a:pt x="5467" y="53317"/>
                  </a:cubicBezTo>
                  <a:cubicBezTo>
                    <a:pt x="5661" y="53317"/>
                    <a:pt x="6225" y="53123"/>
                    <a:pt x="7160" y="52736"/>
                  </a:cubicBezTo>
                  <a:lnTo>
                    <a:pt x="36576" y="41850"/>
                  </a:lnTo>
                  <a:lnTo>
                    <a:pt x="10112" y="18868"/>
                  </a:lnTo>
                  <a:lnTo>
                    <a:pt x="9725" y="18531"/>
                  </a:lnTo>
                  <a:cubicBezTo>
                    <a:pt x="9467" y="18337"/>
                    <a:pt x="9241" y="18159"/>
                    <a:pt x="9047" y="17998"/>
                  </a:cubicBezTo>
                  <a:cubicBezTo>
                    <a:pt x="8854" y="17838"/>
                    <a:pt x="8580" y="17628"/>
                    <a:pt x="8225" y="17369"/>
                  </a:cubicBezTo>
                  <a:cubicBezTo>
                    <a:pt x="7870" y="17111"/>
                    <a:pt x="7547" y="16918"/>
                    <a:pt x="7257" y="16789"/>
                  </a:cubicBezTo>
                  <a:cubicBezTo>
                    <a:pt x="6967" y="16628"/>
                    <a:pt x="6644" y="16482"/>
                    <a:pt x="6290" y="16353"/>
                  </a:cubicBezTo>
                  <a:cubicBezTo>
                    <a:pt x="5935" y="16225"/>
                    <a:pt x="5628" y="16160"/>
                    <a:pt x="5370" y="16160"/>
                  </a:cubicBezTo>
                  <a:cubicBezTo>
                    <a:pt x="4887" y="16160"/>
                    <a:pt x="4483" y="16305"/>
                    <a:pt x="4161" y="16596"/>
                  </a:cubicBezTo>
                  <a:cubicBezTo>
                    <a:pt x="3806" y="16886"/>
                    <a:pt x="3564" y="17256"/>
                    <a:pt x="3435" y="17708"/>
                  </a:cubicBezTo>
                  <a:cubicBezTo>
                    <a:pt x="3306" y="18160"/>
                    <a:pt x="3225" y="18547"/>
                    <a:pt x="3193" y="18868"/>
                  </a:cubicBezTo>
                  <a:cubicBezTo>
                    <a:pt x="3129" y="19191"/>
                    <a:pt x="3096" y="19482"/>
                    <a:pt x="3096" y="19740"/>
                  </a:cubicBezTo>
                  <a:cubicBezTo>
                    <a:pt x="3096" y="20740"/>
                    <a:pt x="2693" y="21239"/>
                    <a:pt x="1887" y="21239"/>
                  </a:cubicBezTo>
                  <a:cubicBezTo>
                    <a:pt x="1306" y="21239"/>
                    <a:pt x="871" y="21110"/>
                    <a:pt x="581" y="20853"/>
                  </a:cubicBezTo>
                  <a:cubicBezTo>
                    <a:pt x="258" y="20595"/>
                    <a:pt x="81" y="20369"/>
                    <a:pt x="48" y="20175"/>
                  </a:cubicBezTo>
                  <a:cubicBezTo>
                    <a:pt x="16" y="19949"/>
                    <a:pt x="0" y="19675"/>
                    <a:pt x="0" y="19352"/>
                  </a:cubicBezTo>
                  <a:cubicBezTo>
                    <a:pt x="0" y="18289"/>
                    <a:pt x="48" y="16644"/>
                    <a:pt x="145" y="14419"/>
                  </a:cubicBezTo>
                  <a:cubicBezTo>
                    <a:pt x="242" y="12193"/>
                    <a:pt x="290" y="10531"/>
                    <a:pt x="290" y="9434"/>
                  </a:cubicBezTo>
                  <a:cubicBezTo>
                    <a:pt x="290" y="8532"/>
                    <a:pt x="242" y="7161"/>
                    <a:pt x="145" y="5323"/>
                  </a:cubicBezTo>
                  <a:cubicBezTo>
                    <a:pt x="48" y="3484"/>
                    <a:pt x="0" y="2145"/>
                    <a:pt x="0" y="1307"/>
                  </a:cubicBezTo>
                  <a:cubicBezTo>
                    <a:pt x="0" y="436"/>
                    <a:pt x="403" y="0"/>
                    <a:pt x="1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556" name="Picture 555">
            <a:extLst>
              <a:ext uri="{FF2B5EF4-FFF2-40B4-BE49-F238E27FC236}">
                <a16:creationId xmlns:a16="http://schemas.microsoft.com/office/drawing/2014/main" id="{7D74424C-04F6-B9A3-4262-A169843F9C44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06607" y="2514999"/>
            <a:ext cx="2886750" cy="2269606"/>
          </a:xfrm>
          <a:custGeom>
            <a:avLst/>
            <a:gdLst>
              <a:gd name="csX0" fmla="*/ 401 w 2886750"/>
              <a:gd name="csY0" fmla="*/ 47 h 2269606"/>
              <a:gd name="csX1" fmla="*/ 2887152 w 2886750"/>
              <a:gd name="csY1" fmla="*/ 47 h 2269606"/>
              <a:gd name="csX2" fmla="*/ 2887152 w 2886750"/>
              <a:gd name="csY2" fmla="*/ 2269654 h 2269606"/>
              <a:gd name="csX3" fmla="*/ 401 w 2886750"/>
              <a:gd name="csY3" fmla="*/ 2269654 h 226960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886750" h="2269606">
                <a:moveTo>
                  <a:pt x="401" y="47"/>
                </a:moveTo>
                <a:lnTo>
                  <a:pt x="2887152" y="47"/>
                </a:lnTo>
                <a:lnTo>
                  <a:pt x="2887152" y="2269654"/>
                </a:lnTo>
                <a:lnTo>
                  <a:pt x="401" y="2269654"/>
                </a:lnTo>
                <a:close/>
              </a:path>
            </a:pathLst>
          </a:custGeom>
        </p:spPr>
      </p:pic>
      <p:grpSp>
        <p:nvGrpSpPr>
          <p:cNvPr id="610" name="Group 609">
            <a:extLst>
              <a:ext uri="{FF2B5EF4-FFF2-40B4-BE49-F238E27FC236}">
                <a16:creationId xmlns:a16="http://schemas.microsoft.com/office/drawing/2014/main" id="{A9FC419C-73D1-26E3-9D4E-411A8375D310}"/>
              </a:ext>
            </a:extLst>
          </p:cNvPr>
          <p:cNvGrpSpPr/>
          <p:nvPr/>
        </p:nvGrpSpPr>
        <p:grpSpPr>
          <a:xfrm>
            <a:off x="5876067" y="2521084"/>
            <a:ext cx="2619228" cy="2246171"/>
            <a:chOff x="5876067" y="2521084"/>
            <a:chExt cx="2619228" cy="2246171"/>
          </a:xfrm>
        </p:grpSpPr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06DEB012-1A6B-5C6C-0767-F26278927B80}"/>
                </a:ext>
              </a:extLst>
            </p:cNvPr>
            <p:cNvSpPr/>
            <p:nvPr/>
          </p:nvSpPr>
          <p:spPr>
            <a:xfrm>
              <a:off x="5876067" y="2521084"/>
              <a:ext cx="2320925" cy="2246171"/>
            </a:xfrm>
            <a:custGeom>
              <a:avLst/>
              <a:gdLst>
                <a:gd name="csX0" fmla="*/ 2320926 w 2320925"/>
                <a:gd name="csY0" fmla="*/ 0 h 2246171"/>
                <a:gd name="csX1" fmla="*/ 2314232 w 2320925"/>
                <a:gd name="csY1" fmla="*/ 11346 h 2246171"/>
                <a:gd name="csX2" fmla="*/ 2308634 w 2320925"/>
                <a:gd name="csY2" fmla="*/ 20511 h 2246171"/>
                <a:gd name="csX3" fmla="*/ 2307369 w 2320925"/>
                <a:gd name="csY3" fmla="*/ 22691 h 2246171"/>
                <a:gd name="csX4" fmla="*/ 2300692 w 2320925"/>
                <a:gd name="csY4" fmla="*/ 34037 h 2246171"/>
                <a:gd name="csX5" fmla="*/ 2294200 w 2320925"/>
                <a:gd name="csY5" fmla="*/ 44683 h 2246171"/>
                <a:gd name="csX6" fmla="*/ 2293795 w 2320925"/>
                <a:gd name="csY6" fmla="*/ 45382 h 2246171"/>
                <a:gd name="csX7" fmla="*/ 2287168 w 2320925"/>
                <a:gd name="csY7" fmla="*/ 56727 h 2246171"/>
                <a:gd name="csX8" fmla="*/ 2280255 w 2320925"/>
                <a:gd name="csY8" fmla="*/ 68073 h 2246171"/>
                <a:gd name="csX9" fmla="*/ 2279766 w 2320925"/>
                <a:gd name="csY9" fmla="*/ 68874 h 2246171"/>
                <a:gd name="csX10" fmla="*/ 2273612 w 2320925"/>
                <a:gd name="csY10" fmla="*/ 79418 h 2246171"/>
                <a:gd name="csX11" fmla="*/ 2266749 w 2320925"/>
                <a:gd name="csY11" fmla="*/ 90764 h 2246171"/>
                <a:gd name="csX12" fmla="*/ 2265332 w 2320925"/>
                <a:gd name="csY12" fmla="*/ 93080 h 2246171"/>
                <a:gd name="csX13" fmla="*/ 2260071 w 2320925"/>
                <a:gd name="csY13" fmla="*/ 102110 h 2246171"/>
                <a:gd name="csX14" fmla="*/ 2253242 w 2320925"/>
                <a:gd name="csY14" fmla="*/ 113455 h 2246171"/>
                <a:gd name="csX15" fmla="*/ 2250899 w 2320925"/>
                <a:gd name="csY15" fmla="*/ 117281 h 2246171"/>
                <a:gd name="csX16" fmla="*/ 2246531 w 2320925"/>
                <a:gd name="csY16" fmla="*/ 124801 h 2246171"/>
                <a:gd name="csX17" fmla="*/ 2239719 w 2320925"/>
                <a:gd name="csY17" fmla="*/ 136146 h 2246171"/>
                <a:gd name="csX18" fmla="*/ 2236465 w 2320925"/>
                <a:gd name="csY18" fmla="*/ 141474 h 2246171"/>
                <a:gd name="csX19" fmla="*/ 2232974 w 2320925"/>
                <a:gd name="csY19" fmla="*/ 147492 h 2246171"/>
                <a:gd name="csX20" fmla="*/ 2226213 w 2320925"/>
                <a:gd name="csY20" fmla="*/ 158837 h 2246171"/>
                <a:gd name="csX21" fmla="*/ 2222031 w 2320925"/>
                <a:gd name="csY21" fmla="*/ 165662 h 2246171"/>
                <a:gd name="csX22" fmla="*/ 2219401 w 2320925"/>
                <a:gd name="csY22" fmla="*/ 170183 h 2246171"/>
                <a:gd name="csX23" fmla="*/ 2212690 w 2320925"/>
                <a:gd name="csY23" fmla="*/ 181528 h 2246171"/>
                <a:gd name="csX24" fmla="*/ 2207597 w 2320925"/>
                <a:gd name="csY24" fmla="*/ 189844 h 2246171"/>
                <a:gd name="csX25" fmla="*/ 2205844 w 2320925"/>
                <a:gd name="csY25" fmla="*/ 192872 h 2246171"/>
                <a:gd name="csX26" fmla="*/ 2199166 w 2320925"/>
                <a:gd name="csY26" fmla="*/ 204219 h 2246171"/>
                <a:gd name="csX27" fmla="*/ 2193164 w 2320925"/>
                <a:gd name="csY27" fmla="*/ 214019 h 2246171"/>
                <a:gd name="csX28" fmla="*/ 2192270 w 2320925"/>
                <a:gd name="csY28" fmla="*/ 215563 h 2246171"/>
                <a:gd name="csX29" fmla="*/ 2185626 w 2320925"/>
                <a:gd name="csY29" fmla="*/ 226910 h 2246171"/>
                <a:gd name="csX30" fmla="*/ 2178730 w 2320925"/>
                <a:gd name="csY30" fmla="*/ 238187 h 2246171"/>
                <a:gd name="csX31" fmla="*/ 2178696 w 2320925"/>
                <a:gd name="csY31" fmla="*/ 238254 h 2246171"/>
                <a:gd name="csX32" fmla="*/ 2172086 w 2320925"/>
                <a:gd name="csY32" fmla="*/ 249601 h 2246171"/>
                <a:gd name="csX33" fmla="*/ 2165190 w 2320925"/>
                <a:gd name="csY33" fmla="*/ 260945 h 2246171"/>
                <a:gd name="csX34" fmla="*/ 2164296 w 2320925"/>
                <a:gd name="csY34" fmla="*/ 262397 h 2246171"/>
                <a:gd name="csX35" fmla="*/ 2158546 w 2320925"/>
                <a:gd name="csY35" fmla="*/ 272292 h 2246171"/>
                <a:gd name="csX36" fmla="*/ 2151683 w 2320925"/>
                <a:gd name="csY36" fmla="*/ 283636 h 2246171"/>
                <a:gd name="csX37" fmla="*/ 2149862 w 2320925"/>
                <a:gd name="csY37" fmla="*/ 286602 h 2246171"/>
                <a:gd name="csX38" fmla="*/ 2144989 w 2320925"/>
                <a:gd name="csY38" fmla="*/ 294983 h 2246171"/>
                <a:gd name="csX39" fmla="*/ 2138177 w 2320925"/>
                <a:gd name="csY39" fmla="*/ 306327 h 2246171"/>
                <a:gd name="csX40" fmla="*/ 2135429 w 2320925"/>
                <a:gd name="csY40" fmla="*/ 310801 h 2246171"/>
                <a:gd name="csX41" fmla="*/ 2131449 w 2320925"/>
                <a:gd name="csY41" fmla="*/ 317674 h 2246171"/>
                <a:gd name="csX42" fmla="*/ 2124671 w 2320925"/>
                <a:gd name="csY42" fmla="*/ 329018 h 2246171"/>
                <a:gd name="csX43" fmla="*/ 2120995 w 2320925"/>
                <a:gd name="csY43" fmla="*/ 334992 h 2246171"/>
                <a:gd name="csX44" fmla="*/ 2117875 w 2320925"/>
                <a:gd name="csY44" fmla="*/ 340365 h 2246171"/>
                <a:gd name="csX45" fmla="*/ 2111147 w 2320925"/>
                <a:gd name="csY45" fmla="*/ 351709 h 2246171"/>
                <a:gd name="csX46" fmla="*/ 2106561 w 2320925"/>
                <a:gd name="csY46" fmla="*/ 359177 h 2246171"/>
                <a:gd name="csX47" fmla="*/ 2104318 w 2320925"/>
                <a:gd name="csY47" fmla="*/ 363056 h 2246171"/>
                <a:gd name="csX48" fmla="*/ 2097624 w 2320925"/>
                <a:gd name="csY48" fmla="*/ 374400 h 2246171"/>
                <a:gd name="csX49" fmla="*/ 2092127 w 2320925"/>
                <a:gd name="csY49" fmla="*/ 383354 h 2246171"/>
                <a:gd name="csX50" fmla="*/ 2090745 w 2320925"/>
                <a:gd name="csY50" fmla="*/ 385747 h 2246171"/>
                <a:gd name="csX51" fmla="*/ 2084101 w 2320925"/>
                <a:gd name="csY51" fmla="*/ 397091 h 2246171"/>
                <a:gd name="csX52" fmla="*/ 2077693 w 2320925"/>
                <a:gd name="csY52" fmla="*/ 407525 h 2246171"/>
                <a:gd name="csX53" fmla="*/ 2077171 w 2320925"/>
                <a:gd name="csY53" fmla="*/ 408438 h 2246171"/>
                <a:gd name="csX54" fmla="*/ 2070561 w 2320925"/>
                <a:gd name="csY54" fmla="*/ 419782 h 2246171"/>
                <a:gd name="csX55" fmla="*/ 2063614 w 2320925"/>
                <a:gd name="csY55" fmla="*/ 431129 h 2246171"/>
                <a:gd name="csX56" fmla="*/ 2063260 w 2320925"/>
                <a:gd name="csY56" fmla="*/ 431709 h 2246171"/>
                <a:gd name="csX57" fmla="*/ 2057021 w 2320925"/>
                <a:gd name="csY57" fmla="*/ 442473 h 2246171"/>
                <a:gd name="csX58" fmla="*/ 2050124 w 2320925"/>
                <a:gd name="csY58" fmla="*/ 453818 h 2246171"/>
                <a:gd name="csX59" fmla="*/ 2048826 w 2320925"/>
                <a:gd name="csY59" fmla="*/ 455919 h 2246171"/>
                <a:gd name="csX60" fmla="*/ 2043481 w 2320925"/>
                <a:gd name="csY60" fmla="*/ 465164 h 2246171"/>
                <a:gd name="csX61" fmla="*/ 2036618 w 2320925"/>
                <a:gd name="csY61" fmla="*/ 476509 h 2246171"/>
                <a:gd name="csX62" fmla="*/ 2034392 w 2320925"/>
                <a:gd name="csY62" fmla="*/ 480124 h 2246171"/>
                <a:gd name="csX63" fmla="*/ 2029924 w 2320925"/>
                <a:gd name="csY63" fmla="*/ 487855 h 2246171"/>
                <a:gd name="csX64" fmla="*/ 2023112 w 2320925"/>
                <a:gd name="csY64" fmla="*/ 499200 h 2246171"/>
                <a:gd name="csX65" fmla="*/ 2019958 w 2320925"/>
                <a:gd name="csY65" fmla="*/ 504319 h 2246171"/>
                <a:gd name="csX66" fmla="*/ 2016367 w 2320925"/>
                <a:gd name="csY66" fmla="*/ 510546 h 2246171"/>
                <a:gd name="csX67" fmla="*/ 2009605 w 2320925"/>
                <a:gd name="csY67" fmla="*/ 521891 h 2246171"/>
                <a:gd name="csX68" fmla="*/ 2005525 w 2320925"/>
                <a:gd name="csY68" fmla="*/ 528509 h 2246171"/>
                <a:gd name="csX69" fmla="*/ 2002793 w 2320925"/>
                <a:gd name="csY69" fmla="*/ 533237 h 2246171"/>
                <a:gd name="csX70" fmla="*/ 1996082 w 2320925"/>
                <a:gd name="csY70" fmla="*/ 544582 h 2246171"/>
                <a:gd name="csX71" fmla="*/ 1991091 w 2320925"/>
                <a:gd name="csY71" fmla="*/ 552689 h 2246171"/>
                <a:gd name="csX72" fmla="*/ 1989219 w 2320925"/>
                <a:gd name="csY72" fmla="*/ 555928 h 2246171"/>
                <a:gd name="csX73" fmla="*/ 1982559 w 2320925"/>
                <a:gd name="csY73" fmla="*/ 567273 h 2246171"/>
                <a:gd name="csX74" fmla="*/ 1976657 w 2320925"/>
                <a:gd name="csY74" fmla="*/ 576862 h 2246171"/>
                <a:gd name="csX75" fmla="*/ 1975645 w 2320925"/>
                <a:gd name="csY75" fmla="*/ 578619 h 2246171"/>
                <a:gd name="csX76" fmla="*/ 1969036 w 2320925"/>
                <a:gd name="csY76" fmla="*/ 589964 h 2246171"/>
                <a:gd name="csX77" fmla="*/ 1962223 w 2320925"/>
                <a:gd name="csY77" fmla="*/ 601027 h 2246171"/>
                <a:gd name="csX78" fmla="*/ 1962055 w 2320925"/>
                <a:gd name="csY78" fmla="*/ 601310 h 2246171"/>
                <a:gd name="csX79" fmla="*/ 1955496 w 2320925"/>
                <a:gd name="csY79" fmla="*/ 612655 h 2246171"/>
                <a:gd name="csX80" fmla="*/ 1948549 w 2320925"/>
                <a:gd name="csY80" fmla="*/ 624001 h 2246171"/>
                <a:gd name="csX81" fmla="*/ 1947790 w 2320925"/>
                <a:gd name="csY81" fmla="*/ 625234 h 2246171"/>
                <a:gd name="csX82" fmla="*/ 1941955 w 2320925"/>
                <a:gd name="csY82" fmla="*/ 635346 h 2246171"/>
                <a:gd name="csX83" fmla="*/ 1935059 w 2320925"/>
                <a:gd name="csY83" fmla="*/ 646692 h 2246171"/>
                <a:gd name="csX84" fmla="*/ 1933356 w 2320925"/>
                <a:gd name="csY84" fmla="*/ 649444 h 2246171"/>
                <a:gd name="csX85" fmla="*/ 1928399 w 2320925"/>
                <a:gd name="csY85" fmla="*/ 658037 h 2246171"/>
                <a:gd name="csX86" fmla="*/ 1921570 w 2320925"/>
                <a:gd name="csY86" fmla="*/ 669383 h 2246171"/>
                <a:gd name="csX87" fmla="*/ 1918922 w 2320925"/>
                <a:gd name="csY87" fmla="*/ 673646 h 2246171"/>
                <a:gd name="csX88" fmla="*/ 1914842 w 2320925"/>
                <a:gd name="csY88" fmla="*/ 680728 h 2246171"/>
                <a:gd name="csX89" fmla="*/ 1908063 w 2320925"/>
                <a:gd name="csY89" fmla="*/ 692074 h 2246171"/>
                <a:gd name="csX90" fmla="*/ 1904488 w 2320925"/>
                <a:gd name="csY90" fmla="*/ 697840 h 2246171"/>
                <a:gd name="csX91" fmla="*/ 1901285 w 2320925"/>
                <a:gd name="csY91" fmla="*/ 703419 h 2246171"/>
                <a:gd name="csX92" fmla="*/ 1894540 w 2320925"/>
                <a:gd name="csY92" fmla="*/ 714764 h 2246171"/>
                <a:gd name="csX93" fmla="*/ 1890055 w 2320925"/>
                <a:gd name="csY93" fmla="*/ 722025 h 2246171"/>
                <a:gd name="csX94" fmla="*/ 1887711 w 2320925"/>
                <a:gd name="csY94" fmla="*/ 726110 h 2246171"/>
                <a:gd name="csX95" fmla="*/ 1881034 w 2320925"/>
                <a:gd name="csY95" fmla="*/ 737455 h 2246171"/>
                <a:gd name="csX96" fmla="*/ 1875621 w 2320925"/>
                <a:gd name="csY96" fmla="*/ 746201 h 2246171"/>
                <a:gd name="csX97" fmla="*/ 1874137 w 2320925"/>
                <a:gd name="csY97" fmla="*/ 748801 h 2246171"/>
                <a:gd name="csX98" fmla="*/ 1867510 w 2320925"/>
                <a:gd name="csY98" fmla="*/ 760146 h 2246171"/>
                <a:gd name="csX99" fmla="*/ 1861187 w 2320925"/>
                <a:gd name="csY99" fmla="*/ 770369 h 2246171"/>
                <a:gd name="csX100" fmla="*/ 1860546 w 2320925"/>
                <a:gd name="csY100" fmla="*/ 771492 h 2246171"/>
                <a:gd name="csX101" fmla="*/ 1853970 w 2320925"/>
                <a:gd name="csY101" fmla="*/ 782837 h 2246171"/>
                <a:gd name="csX102" fmla="*/ 1846990 w 2320925"/>
                <a:gd name="csY102" fmla="*/ 794183 h 2246171"/>
                <a:gd name="csX103" fmla="*/ 1846753 w 2320925"/>
                <a:gd name="csY103" fmla="*/ 794542 h 2246171"/>
                <a:gd name="csX104" fmla="*/ 1840430 w 2320925"/>
                <a:gd name="csY104" fmla="*/ 805528 h 2246171"/>
                <a:gd name="csX105" fmla="*/ 1833500 w 2320925"/>
                <a:gd name="csY105" fmla="*/ 816874 h 2246171"/>
                <a:gd name="csX106" fmla="*/ 1832320 w 2320925"/>
                <a:gd name="csY106" fmla="*/ 818761 h 2246171"/>
                <a:gd name="csX107" fmla="*/ 1826890 w 2320925"/>
                <a:gd name="csY107" fmla="*/ 828219 h 2246171"/>
                <a:gd name="csX108" fmla="*/ 1820011 w 2320925"/>
                <a:gd name="csY108" fmla="*/ 839565 h 2246171"/>
                <a:gd name="csX109" fmla="*/ 1817886 w 2320925"/>
                <a:gd name="csY109" fmla="*/ 842970 h 2246171"/>
                <a:gd name="csX110" fmla="*/ 1813333 w 2320925"/>
                <a:gd name="csY110" fmla="*/ 850910 h 2246171"/>
                <a:gd name="csX111" fmla="*/ 1806504 w 2320925"/>
                <a:gd name="csY111" fmla="*/ 862256 h 2246171"/>
                <a:gd name="csX112" fmla="*/ 1803452 w 2320925"/>
                <a:gd name="csY112" fmla="*/ 867170 h 2246171"/>
                <a:gd name="csX113" fmla="*/ 1799776 w 2320925"/>
                <a:gd name="csY113" fmla="*/ 873601 h 2246171"/>
                <a:gd name="csX114" fmla="*/ 1793015 w 2320925"/>
                <a:gd name="csY114" fmla="*/ 884947 h 2246171"/>
                <a:gd name="csX115" fmla="*/ 1789018 w 2320925"/>
                <a:gd name="csY115" fmla="*/ 891360 h 2246171"/>
                <a:gd name="csX116" fmla="*/ 1786202 w 2320925"/>
                <a:gd name="csY116" fmla="*/ 896292 h 2246171"/>
                <a:gd name="csX117" fmla="*/ 1779491 w 2320925"/>
                <a:gd name="csY117" fmla="*/ 907638 h 2246171"/>
                <a:gd name="csX118" fmla="*/ 1774585 w 2320925"/>
                <a:gd name="csY118" fmla="*/ 915541 h 2246171"/>
                <a:gd name="csX119" fmla="*/ 1772629 w 2320925"/>
                <a:gd name="csY119" fmla="*/ 918983 h 2246171"/>
                <a:gd name="csX120" fmla="*/ 1765985 w 2320925"/>
                <a:gd name="csY120" fmla="*/ 930329 h 2246171"/>
                <a:gd name="csX121" fmla="*/ 1760151 w 2320925"/>
                <a:gd name="csY121" fmla="*/ 939711 h 2246171"/>
                <a:gd name="csX122" fmla="*/ 1759038 w 2320925"/>
                <a:gd name="csY122" fmla="*/ 941674 h 2246171"/>
                <a:gd name="csX123" fmla="*/ 1752462 w 2320925"/>
                <a:gd name="csY123" fmla="*/ 953020 h 2246171"/>
                <a:gd name="csX124" fmla="*/ 1745717 w 2320925"/>
                <a:gd name="csY124" fmla="*/ 963871 h 2246171"/>
                <a:gd name="csX125" fmla="*/ 1745447 w 2320925"/>
                <a:gd name="csY125" fmla="*/ 964365 h 2246171"/>
                <a:gd name="csX126" fmla="*/ 1738922 w 2320925"/>
                <a:gd name="csY126" fmla="*/ 975711 h 2246171"/>
                <a:gd name="csX127" fmla="*/ 1731924 w 2320925"/>
                <a:gd name="csY127" fmla="*/ 987056 h 2246171"/>
                <a:gd name="csX128" fmla="*/ 1731283 w 2320925"/>
                <a:gd name="csY128" fmla="*/ 988073 h 2246171"/>
                <a:gd name="csX129" fmla="*/ 1725382 w 2320925"/>
                <a:gd name="csY129" fmla="*/ 998401 h 2246171"/>
                <a:gd name="csX130" fmla="*/ 1718452 w 2320925"/>
                <a:gd name="csY130" fmla="*/ 1009747 h 2246171"/>
                <a:gd name="csX131" fmla="*/ 1716850 w 2320925"/>
                <a:gd name="csY131" fmla="*/ 1012290 h 2246171"/>
                <a:gd name="csX132" fmla="*/ 1711825 w 2320925"/>
                <a:gd name="csY132" fmla="*/ 1021092 h 2246171"/>
                <a:gd name="csX133" fmla="*/ 1704962 w 2320925"/>
                <a:gd name="csY133" fmla="*/ 1032438 h 2246171"/>
                <a:gd name="csX134" fmla="*/ 1702416 w 2320925"/>
                <a:gd name="csY134" fmla="*/ 1036498 h 2246171"/>
                <a:gd name="csX135" fmla="*/ 1698268 w 2320925"/>
                <a:gd name="csY135" fmla="*/ 1043783 h 2246171"/>
                <a:gd name="csX136" fmla="*/ 1691473 w 2320925"/>
                <a:gd name="csY136" fmla="*/ 1055129 h 2246171"/>
                <a:gd name="csX137" fmla="*/ 1687982 w 2320925"/>
                <a:gd name="csY137" fmla="*/ 1060695 h 2246171"/>
                <a:gd name="csX138" fmla="*/ 1684711 w 2320925"/>
                <a:gd name="csY138" fmla="*/ 1066474 h 2246171"/>
                <a:gd name="csX139" fmla="*/ 1677966 w 2320925"/>
                <a:gd name="csY139" fmla="*/ 1077820 h 2246171"/>
                <a:gd name="csX140" fmla="*/ 1673548 w 2320925"/>
                <a:gd name="csY140" fmla="*/ 1084880 h 2246171"/>
                <a:gd name="csX141" fmla="*/ 1671120 w 2320925"/>
                <a:gd name="csY141" fmla="*/ 1089165 h 2246171"/>
                <a:gd name="csX142" fmla="*/ 1664460 w 2320925"/>
                <a:gd name="csY142" fmla="*/ 1100511 h 2246171"/>
                <a:gd name="csX143" fmla="*/ 1659115 w 2320925"/>
                <a:gd name="csY143" fmla="*/ 1109055 h 2246171"/>
                <a:gd name="csX144" fmla="*/ 1657530 w 2320925"/>
                <a:gd name="csY144" fmla="*/ 1111856 h 2246171"/>
                <a:gd name="csX145" fmla="*/ 1650937 w 2320925"/>
                <a:gd name="csY145" fmla="*/ 1123202 h 2246171"/>
                <a:gd name="csX146" fmla="*/ 1644681 w 2320925"/>
                <a:gd name="csY146" fmla="*/ 1133218 h 2246171"/>
                <a:gd name="csX147" fmla="*/ 1643939 w 2320925"/>
                <a:gd name="csY147" fmla="*/ 1134547 h 2246171"/>
                <a:gd name="csX148" fmla="*/ 1637413 w 2320925"/>
                <a:gd name="csY148" fmla="*/ 1145893 h 2246171"/>
                <a:gd name="csX149" fmla="*/ 1630348 w 2320925"/>
                <a:gd name="csY149" fmla="*/ 1157238 h 2246171"/>
                <a:gd name="csX150" fmla="*/ 1630247 w 2320925"/>
                <a:gd name="csY150" fmla="*/ 1157376 h 2246171"/>
                <a:gd name="csX151" fmla="*/ 1623873 w 2320925"/>
                <a:gd name="csY151" fmla="*/ 1168584 h 2246171"/>
                <a:gd name="csX152" fmla="*/ 1616876 w 2320925"/>
                <a:gd name="csY152" fmla="*/ 1179929 h 2246171"/>
                <a:gd name="csX153" fmla="*/ 1615813 w 2320925"/>
                <a:gd name="csY153" fmla="*/ 1181605 h 2246171"/>
                <a:gd name="csX154" fmla="*/ 1610333 w 2320925"/>
                <a:gd name="csY154" fmla="*/ 1191275 h 2246171"/>
                <a:gd name="csX155" fmla="*/ 1603403 w 2320925"/>
                <a:gd name="csY155" fmla="*/ 1202620 h 2246171"/>
                <a:gd name="csX156" fmla="*/ 1601396 w 2320925"/>
                <a:gd name="csY156" fmla="*/ 1205823 h 2246171"/>
                <a:gd name="csX157" fmla="*/ 1596776 w 2320925"/>
                <a:gd name="csY157" fmla="*/ 1213966 h 2246171"/>
                <a:gd name="csX158" fmla="*/ 1589930 w 2320925"/>
                <a:gd name="csY158" fmla="*/ 1225311 h 2246171"/>
                <a:gd name="csX159" fmla="*/ 1586963 w 2320925"/>
                <a:gd name="csY159" fmla="*/ 1230029 h 2246171"/>
                <a:gd name="csX160" fmla="*/ 1583219 w 2320925"/>
                <a:gd name="csY160" fmla="*/ 1236657 h 2246171"/>
                <a:gd name="csX161" fmla="*/ 1576441 w 2320925"/>
                <a:gd name="csY161" fmla="*/ 1248002 h 2246171"/>
                <a:gd name="csX162" fmla="*/ 1572529 w 2320925"/>
                <a:gd name="csY162" fmla="*/ 1254222 h 2246171"/>
                <a:gd name="csX163" fmla="*/ 1569629 w 2320925"/>
                <a:gd name="csY163" fmla="*/ 1259346 h 2246171"/>
                <a:gd name="csX164" fmla="*/ 1562951 w 2320925"/>
                <a:gd name="csY164" fmla="*/ 1270693 h 2246171"/>
                <a:gd name="csX165" fmla="*/ 1558095 w 2320925"/>
                <a:gd name="csY165" fmla="*/ 1278402 h 2246171"/>
                <a:gd name="csX166" fmla="*/ 1556055 w 2320925"/>
                <a:gd name="csY166" fmla="*/ 1282037 h 2246171"/>
                <a:gd name="csX167" fmla="*/ 1549445 w 2320925"/>
                <a:gd name="csY167" fmla="*/ 1293384 h 2246171"/>
                <a:gd name="csX168" fmla="*/ 1543661 w 2320925"/>
                <a:gd name="csY168" fmla="*/ 1302568 h 2246171"/>
                <a:gd name="csX169" fmla="*/ 1542447 w 2320925"/>
                <a:gd name="csY169" fmla="*/ 1304728 h 2246171"/>
                <a:gd name="csX170" fmla="*/ 1535922 w 2320925"/>
                <a:gd name="csY170" fmla="*/ 1316075 h 2246171"/>
                <a:gd name="csX171" fmla="*/ 1529228 w 2320925"/>
                <a:gd name="csY171" fmla="*/ 1326718 h 2246171"/>
                <a:gd name="csX172" fmla="*/ 1528823 w 2320925"/>
                <a:gd name="csY172" fmla="*/ 1327419 h 2246171"/>
                <a:gd name="csX173" fmla="*/ 1522399 w 2320925"/>
                <a:gd name="csY173" fmla="*/ 1338766 h 2246171"/>
                <a:gd name="csX174" fmla="*/ 1515300 w 2320925"/>
                <a:gd name="csY174" fmla="*/ 1350110 h 2246171"/>
                <a:gd name="csX175" fmla="*/ 1514794 w 2320925"/>
                <a:gd name="csY175" fmla="*/ 1350911 h 2246171"/>
                <a:gd name="csX176" fmla="*/ 1508859 w 2320925"/>
                <a:gd name="csY176" fmla="*/ 1361457 h 2246171"/>
                <a:gd name="csX177" fmla="*/ 1501844 w 2320925"/>
                <a:gd name="csY177" fmla="*/ 1372801 h 2246171"/>
                <a:gd name="csX178" fmla="*/ 1500360 w 2320925"/>
                <a:gd name="csY178" fmla="*/ 1375143 h 2246171"/>
                <a:gd name="csX179" fmla="*/ 1495302 w 2320925"/>
                <a:gd name="csY179" fmla="*/ 1384148 h 2246171"/>
                <a:gd name="csX180" fmla="*/ 1488388 w 2320925"/>
                <a:gd name="csY180" fmla="*/ 1395492 h 2246171"/>
                <a:gd name="csX181" fmla="*/ 1485926 w 2320925"/>
                <a:gd name="csY181" fmla="*/ 1399362 h 2246171"/>
                <a:gd name="csX182" fmla="*/ 1481745 w 2320925"/>
                <a:gd name="csY182" fmla="*/ 1406839 h 2246171"/>
                <a:gd name="csX183" fmla="*/ 1474916 w 2320925"/>
                <a:gd name="csY183" fmla="*/ 1418183 h 2246171"/>
                <a:gd name="csX184" fmla="*/ 1471493 w 2320925"/>
                <a:gd name="csY184" fmla="*/ 1423566 h 2246171"/>
                <a:gd name="csX185" fmla="*/ 1468171 w 2320925"/>
                <a:gd name="csY185" fmla="*/ 1429530 h 2246171"/>
                <a:gd name="csX186" fmla="*/ 1461443 w 2320925"/>
                <a:gd name="csY186" fmla="*/ 1440874 h 2246171"/>
                <a:gd name="csX187" fmla="*/ 1457059 w 2320925"/>
                <a:gd name="csY187" fmla="*/ 1447754 h 2246171"/>
                <a:gd name="csX188" fmla="*/ 1454580 w 2320925"/>
                <a:gd name="csY188" fmla="*/ 1452221 h 2246171"/>
                <a:gd name="csX189" fmla="*/ 1447954 w 2320925"/>
                <a:gd name="csY189" fmla="*/ 1463565 h 2246171"/>
                <a:gd name="csX190" fmla="*/ 1442625 w 2320925"/>
                <a:gd name="csY190" fmla="*/ 1471924 h 2246171"/>
                <a:gd name="csX191" fmla="*/ 1440973 w 2320925"/>
                <a:gd name="csY191" fmla="*/ 1474912 h 2246171"/>
                <a:gd name="csX192" fmla="*/ 1434447 w 2320925"/>
                <a:gd name="csY192" fmla="*/ 1486256 h 2246171"/>
                <a:gd name="csX193" fmla="*/ 1428191 w 2320925"/>
                <a:gd name="csY193" fmla="*/ 1496077 h 2246171"/>
                <a:gd name="csX194" fmla="*/ 1427348 w 2320925"/>
                <a:gd name="csY194" fmla="*/ 1497603 h 2246171"/>
                <a:gd name="csX195" fmla="*/ 1420941 w 2320925"/>
                <a:gd name="csY195" fmla="*/ 1508947 h 2246171"/>
                <a:gd name="csX196" fmla="*/ 1413758 w 2320925"/>
                <a:gd name="csY196" fmla="*/ 1520211 h 2246171"/>
                <a:gd name="csX197" fmla="*/ 1413707 w 2320925"/>
                <a:gd name="csY197" fmla="*/ 1520292 h 2246171"/>
                <a:gd name="csX198" fmla="*/ 1407401 w 2320925"/>
                <a:gd name="csY198" fmla="*/ 1531638 h 2246171"/>
                <a:gd name="csX199" fmla="*/ 1400268 w 2320925"/>
                <a:gd name="csY199" fmla="*/ 1542983 h 2246171"/>
                <a:gd name="csX200" fmla="*/ 1399324 w 2320925"/>
                <a:gd name="csY200" fmla="*/ 1544457 h 2246171"/>
                <a:gd name="csX201" fmla="*/ 1393861 w 2320925"/>
                <a:gd name="csY201" fmla="*/ 1554329 h 2246171"/>
                <a:gd name="csX202" fmla="*/ 1386846 w 2320925"/>
                <a:gd name="csY202" fmla="*/ 1565674 h 2246171"/>
                <a:gd name="csX203" fmla="*/ 1384890 w 2320925"/>
                <a:gd name="csY203" fmla="*/ 1568694 h 2246171"/>
                <a:gd name="csX204" fmla="*/ 1380304 w 2320925"/>
                <a:gd name="csY204" fmla="*/ 1577020 h 2246171"/>
                <a:gd name="csX205" fmla="*/ 1373407 w 2320925"/>
                <a:gd name="csY205" fmla="*/ 1588365 h 2246171"/>
                <a:gd name="csX206" fmla="*/ 1370456 w 2320925"/>
                <a:gd name="csY206" fmla="*/ 1592913 h 2246171"/>
                <a:gd name="csX207" fmla="*/ 1366730 w 2320925"/>
                <a:gd name="csY207" fmla="*/ 1599711 h 2246171"/>
                <a:gd name="csX208" fmla="*/ 1359951 w 2320925"/>
                <a:gd name="csY208" fmla="*/ 1611053 h 2246171"/>
                <a:gd name="csX209" fmla="*/ 1356023 w 2320925"/>
                <a:gd name="csY209" fmla="*/ 1617106 h 2246171"/>
                <a:gd name="csX210" fmla="*/ 1353139 w 2320925"/>
                <a:gd name="csY210" fmla="*/ 1622401 h 2246171"/>
                <a:gd name="csX211" fmla="*/ 1346496 w 2320925"/>
                <a:gd name="csY211" fmla="*/ 1633749 h 2246171"/>
                <a:gd name="csX212" fmla="*/ 1341589 w 2320925"/>
                <a:gd name="csY212" fmla="*/ 1641286 h 2246171"/>
                <a:gd name="csX213" fmla="*/ 1339532 w 2320925"/>
                <a:gd name="csY213" fmla="*/ 1645097 h 2246171"/>
                <a:gd name="csX214" fmla="*/ 1333006 w 2320925"/>
                <a:gd name="csY214" fmla="*/ 1656445 h 2246171"/>
                <a:gd name="csX215" fmla="*/ 1327155 w 2320925"/>
                <a:gd name="csY215" fmla="*/ 1665449 h 2246171"/>
                <a:gd name="csX216" fmla="*/ 1325890 w 2320925"/>
                <a:gd name="csY216" fmla="*/ 1667776 h 2246171"/>
                <a:gd name="csX217" fmla="*/ 1319517 w 2320925"/>
                <a:gd name="csY217" fmla="*/ 1679124 h 2246171"/>
                <a:gd name="csX218" fmla="*/ 1312721 w 2320925"/>
                <a:gd name="csY218" fmla="*/ 1689578 h 2246171"/>
                <a:gd name="csX219" fmla="*/ 1312232 w 2320925"/>
                <a:gd name="csY219" fmla="*/ 1690472 h 2246171"/>
                <a:gd name="csX220" fmla="*/ 1306010 w 2320925"/>
                <a:gd name="csY220" fmla="*/ 1701820 h 2246171"/>
                <a:gd name="csX221" fmla="*/ 1298675 w 2320925"/>
                <a:gd name="csY221" fmla="*/ 1713168 h 2246171"/>
                <a:gd name="csX222" fmla="*/ 1298288 w 2320925"/>
                <a:gd name="csY222" fmla="*/ 1713758 h 2246171"/>
                <a:gd name="csX223" fmla="*/ 1292487 w 2320925"/>
                <a:gd name="csY223" fmla="*/ 1724516 h 2246171"/>
                <a:gd name="csX224" fmla="*/ 1285304 w 2320925"/>
                <a:gd name="csY224" fmla="*/ 1735864 h 2246171"/>
                <a:gd name="csX225" fmla="*/ 1283854 w 2320925"/>
                <a:gd name="csY225" fmla="*/ 1738023 h 2246171"/>
                <a:gd name="csX226" fmla="*/ 1278930 w 2320925"/>
                <a:gd name="csY226" fmla="*/ 1747195 h 2246171"/>
                <a:gd name="csX227" fmla="*/ 1271916 w 2320925"/>
                <a:gd name="csY227" fmla="*/ 1758543 h 2246171"/>
                <a:gd name="csX228" fmla="*/ 1269420 w 2320925"/>
                <a:gd name="csY228" fmla="*/ 1762270 h 2246171"/>
                <a:gd name="csX229" fmla="*/ 1265373 w 2320925"/>
                <a:gd name="csY229" fmla="*/ 1769891 h 2246171"/>
                <a:gd name="csX230" fmla="*/ 1258511 w 2320925"/>
                <a:gd name="csY230" fmla="*/ 1781239 h 2246171"/>
                <a:gd name="csX231" fmla="*/ 1254986 w 2320925"/>
                <a:gd name="csY231" fmla="*/ 1786483 h 2246171"/>
                <a:gd name="csX232" fmla="*/ 1251783 w 2320925"/>
                <a:gd name="csY232" fmla="*/ 1792587 h 2246171"/>
                <a:gd name="csX233" fmla="*/ 1245088 w 2320925"/>
                <a:gd name="csY233" fmla="*/ 1803935 h 2246171"/>
                <a:gd name="csX234" fmla="*/ 1240553 w 2320925"/>
                <a:gd name="csY234" fmla="*/ 1810680 h 2246171"/>
                <a:gd name="csX235" fmla="*/ 1238158 w 2320925"/>
                <a:gd name="csY235" fmla="*/ 1815267 h 2246171"/>
                <a:gd name="csX236" fmla="*/ 1231650 w 2320925"/>
                <a:gd name="csY236" fmla="*/ 1826615 h 2246171"/>
                <a:gd name="csX237" fmla="*/ 1226119 w 2320925"/>
                <a:gd name="csY237" fmla="*/ 1834843 h 2246171"/>
                <a:gd name="csX238" fmla="*/ 1224500 w 2320925"/>
                <a:gd name="csY238" fmla="*/ 1837963 h 2246171"/>
                <a:gd name="csX239" fmla="*/ 1218211 w 2320925"/>
                <a:gd name="csY239" fmla="*/ 1849311 h 2246171"/>
                <a:gd name="csX240" fmla="*/ 1211685 w 2320925"/>
                <a:gd name="csY240" fmla="*/ 1858973 h 2246171"/>
                <a:gd name="csX241" fmla="*/ 1210825 w 2320925"/>
                <a:gd name="csY241" fmla="*/ 1860659 h 2246171"/>
                <a:gd name="csX242" fmla="*/ 1204738 w 2320925"/>
                <a:gd name="csY242" fmla="*/ 1872007 h 2246171"/>
                <a:gd name="csX243" fmla="*/ 1197251 w 2320925"/>
                <a:gd name="csY243" fmla="*/ 1883068 h 2246171"/>
                <a:gd name="csX244" fmla="*/ 1197116 w 2320925"/>
                <a:gd name="csY244" fmla="*/ 1883355 h 2246171"/>
                <a:gd name="csX245" fmla="*/ 1191249 w 2320925"/>
                <a:gd name="csY245" fmla="*/ 1894686 h 2246171"/>
                <a:gd name="csX246" fmla="*/ 1183745 w 2320925"/>
                <a:gd name="csY246" fmla="*/ 1906034 h 2246171"/>
                <a:gd name="csX247" fmla="*/ 1182818 w 2320925"/>
                <a:gd name="csY247" fmla="*/ 1907349 h 2246171"/>
                <a:gd name="csX248" fmla="*/ 1177725 w 2320925"/>
                <a:gd name="csY248" fmla="*/ 1917382 h 2246171"/>
                <a:gd name="csX249" fmla="*/ 1170458 w 2320925"/>
                <a:gd name="csY249" fmla="*/ 1928730 h 2246171"/>
                <a:gd name="csX250" fmla="*/ 1168384 w 2320925"/>
                <a:gd name="csY250" fmla="*/ 1931647 h 2246171"/>
                <a:gd name="csX251" fmla="*/ 1164185 w 2320925"/>
                <a:gd name="csY251" fmla="*/ 1940078 h 2246171"/>
                <a:gd name="csX252" fmla="*/ 1157154 w 2320925"/>
                <a:gd name="csY252" fmla="*/ 1951426 h 2246171"/>
                <a:gd name="csX253" fmla="*/ 1153950 w 2320925"/>
                <a:gd name="csY253" fmla="*/ 1955911 h 2246171"/>
                <a:gd name="csX254" fmla="*/ 1150595 w 2320925"/>
                <a:gd name="csY254" fmla="*/ 1962774 h 2246171"/>
                <a:gd name="csX255" fmla="*/ 1143867 w 2320925"/>
                <a:gd name="csY255" fmla="*/ 1974105 h 2246171"/>
                <a:gd name="csX256" fmla="*/ 1139516 w 2320925"/>
                <a:gd name="csY256" fmla="*/ 1980142 h 2246171"/>
                <a:gd name="csX257" fmla="*/ 1136970 w 2320925"/>
                <a:gd name="csY257" fmla="*/ 1985453 h 2246171"/>
                <a:gd name="csX258" fmla="*/ 1130546 w 2320925"/>
                <a:gd name="csY258" fmla="*/ 1996801 h 2246171"/>
                <a:gd name="csX259" fmla="*/ 1125083 w 2320925"/>
                <a:gd name="csY259" fmla="*/ 2004322 h 2246171"/>
                <a:gd name="csX260" fmla="*/ 1123295 w 2320925"/>
                <a:gd name="csY260" fmla="*/ 2008150 h 2246171"/>
                <a:gd name="csX261" fmla="*/ 1117225 w 2320925"/>
                <a:gd name="csY261" fmla="*/ 2019498 h 2246171"/>
                <a:gd name="csX262" fmla="*/ 1110649 w 2320925"/>
                <a:gd name="csY262" fmla="*/ 2028451 h 2246171"/>
                <a:gd name="csX263" fmla="*/ 1109570 w 2320925"/>
                <a:gd name="csY263" fmla="*/ 2030846 h 2246171"/>
                <a:gd name="csX264" fmla="*/ 1103887 w 2320925"/>
                <a:gd name="csY264" fmla="*/ 2042177 h 2246171"/>
                <a:gd name="csX265" fmla="*/ 1096215 w 2320925"/>
                <a:gd name="csY265" fmla="*/ 2052513 h 2246171"/>
                <a:gd name="csX266" fmla="*/ 1095777 w 2320925"/>
                <a:gd name="csY266" fmla="*/ 2053525 h 2246171"/>
                <a:gd name="csX267" fmla="*/ 1090516 w 2320925"/>
                <a:gd name="csY267" fmla="*/ 2064873 h 2246171"/>
                <a:gd name="csX268" fmla="*/ 1082119 w 2320925"/>
                <a:gd name="csY268" fmla="*/ 2076221 h 2246171"/>
                <a:gd name="csX269" fmla="*/ 1081781 w 2320925"/>
                <a:gd name="csY269" fmla="*/ 2076626 h 2246171"/>
                <a:gd name="csX270" fmla="*/ 1077127 w 2320925"/>
                <a:gd name="csY270" fmla="*/ 2087569 h 2246171"/>
                <a:gd name="csX271" fmla="*/ 1069202 w 2320925"/>
                <a:gd name="csY271" fmla="*/ 2098917 h 2246171"/>
                <a:gd name="csX272" fmla="*/ 1067348 w 2320925"/>
                <a:gd name="csY272" fmla="*/ 2101126 h 2246171"/>
                <a:gd name="csX273" fmla="*/ 1063689 w 2320925"/>
                <a:gd name="csY273" fmla="*/ 2110265 h 2246171"/>
                <a:gd name="csX274" fmla="*/ 1056371 w 2320925"/>
                <a:gd name="csY274" fmla="*/ 2121596 h 2246171"/>
                <a:gd name="csX275" fmla="*/ 1052914 w 2320925"/>
                <a:gd name="csY275" fmla="*/ 2125592 h 2246171"/>
                <a:gd name="csX276" fmla="*/ 1050199 w 2320925"/>
                <a:gd name="csY276" fmla="*/ 2132944 h 2246171"/>
                <a:gd name="csX277" fmla="*/ 1043673 w 2320925"/>
                <a:gd name="csY277" fmla="*/ 2144292 h 2246171"/>
                <a:gd name="csX278" fmla="*/ 1038480 w 2320925"/>
                <a:gd name="csY278" fmla="*/ 2150009 h 2246171"/>
                <a:gd name="csX279" fmla="*/ 1036625 w 2320925"/>
                <a:gd name="csY279" fmla="*/ 2155640 h 2246171"/>
                <a:gd name="csX280" fmla="*/ 1031145 w 2320925"/>
                <a:gd name="csY280" fmla="*/ 2166988 h 2246171"/>
                <a:gd name="csX281" fmla="*/ 1024046 w 2320925"/>
                <a:gd name="csY281" fmla="*/ 2174374 h 2246171"/>
                <a:gd name="csX282" fmla="*/ 1022933 w 2320925"/>
                <a:gd name="csY282" fmla="*/ 2178336 h 2246171"/>
                <a:gd name="csX283" fmla="*/ 1018887 w 2320925"/>
                <a:gd name="csY283" fmla="*/ 2189668 h 2246171"/>
                <a:gd name="csX284" fmla="*/ 1009613 w 2320925"/>
                <a:gd name="csY284" fmla="*/ 2198621 h 2246171"/>
                <a:gd name="csX285" fmla="*/ 1009056 w 2320925"/>
                <a:gd name="csY285" fmla="*/ 2201016 h 2246171"/>
                <a:gd name="csX286" fmla="*/ 1006830 w 2320925"/>
                <a:gd name="csY286" fmla="*/ 2212364 h 2246171"/>
                <a:gd name="csX287" fmla="*/ 995179 w 2320925"/>
                <a:gd name="csY287" fmla="*/ 2222633 h 2246171"/>
                <a:gd name="csX288" fmla="*/ 994926 w 2320925"/>
                <a:gd name="csY288" fmla="*/ 2223712 h 2246171"/>
                <a:gd name="csX289" fmla="*/ 994353 w 2320925"/>
                <a:gd name="csY289" fmla="*/ 2235060 h 2246171"/>
                <a:gd name="csX290" fmla="*/ 980745 w 2320925"/>
                <a:gd name="csY290" fmla="*/ 2246172 h 2246171"/>
                <a:gd name="csX291" fmla="*/ 966311 w 2320925"/>
                <a:gd name="csY291" fmla="*/ 2243137 h 2246171"/>
                <a:gd name="csX292" fmla="*/ 956279 w 2320925"/>
                <a:gd name="csY292" fmla="*/ 2235060 h 2246171"/>
                <a:gd name="csX293" fmla="*/ 953682 w 2320925"/>
                <a:gd name="csY293" fmla="*/ 2223712 h 2246171"/>
                <a:gd name="csX294" fmla="*/ 952468 w 2320925"/>
                <a:gd name="csY294" fmla="*/ 2212364 h 2246171"/>
                <a:gd name="csX295" fmla="*/ 951878 w 2320925"/>
                <a:gd name="csY295" fmla="*/ 2208367 h 2246171"/>
                <a:gd name="csX296" fmla="*/ 945487 w 2320925"/>
                <a:gd name="csY296" fmla="*/ 2201016 h 2246171"/>
                <a:gd name="csX297" fmla="*/ 940901 w 2320925"/>
                <a:gd name="csY297" fmla="*/ 2189668 h 2246171"/>
                <a:gd name="csX298" fmla="*/ 938270 w 2320925"/>
                <a:gd name="csY298" fmla="*/ 2178336 h 2246171"/>
                <a:gd name="csX299" fmla="*/ 937444 w 2320925"/>
                <a:gd name="csY299" fmla="*/ 2174627 h 2246171"/>
                <a:gd name="csX300" fmla="*/ 932098 w 2320925"/>
                <a:gd name="csY300" fmla="*/ 2166988 h 2246171"/>
                <a:gd name="csX301" fmla="*/ 927192 w 2320925"/>
                <a:gd name="csY301" fmla="*/ 2155640 h 2246171"/>
                <a:gd name="csX302" fmla="*/ 923887 w 2320925"/>
                <a:gd name="csY302" fmla="*/ 2144292 h 2246171"/>
                <a:gd name="csX303" fmla="*/ 923010 w 2320925"/>
                <a:gd name="csY303" fmla="*/ 2141038 h 2246171"/>
                <a:gd name="csX304" fmla="*/ 918002 w 2320925"/>
                <a:gd name="csY304" fmla="*/ 2132944 h 2246171"/>
                <a:gd name="csX305" fmla="*/ 913045 w 2320925"/>
                <a:gd name="csY305" fmla="*/ 2121596 h 2246171"/>
                <a:gd name="csX306" fmla="*/ 909402 w 2320925"/>
                <a:gd name="csY306" fmla="*/ 2110265 h 2246171"/>
                <a:gd name="csX307" fmla="*/ 908576 w 2320925"/>
                <a:gd name="csY307" fmla="*/ 2107483 h 2246171"/>
                <a:gd name="csX308" fmla="*/ 903652 w 2320925"/>
                <a:gd name="csY308" fmla="*/ 2098917 h 2246171"/>
                <a:gd name="csX309" fmla="*/ 898712 w 2320925"/>
                <a:gd name="csY309" fmla="*/ 2087569 h 2246171"/>
                <a:gd name="csX310" fmla="*/ 894868 w 2320925"/>
                <a:gd name="csY310" fmla="*/ 2076221 h 2246171"/>
                <a:gd name="csX311" fmla="*/ 894142 w 2320925"/>
                <a:gd name="csY311" fmla="*/ 2073961 h 2246171"/>
                <a:gd name="csX312" fmla="*/ 889185 w 2320925"/>
                <a:gd name="csY312" fmla="*/ 2064873 h 2246171"/>
                <a:gd name="csX313" fmla="*/ 884278 w 2320925"/>
                <a:gd name="csY313" fmla="*/ 2053525 h 2246171"/>
                <a:gd name="csX314" fmla="*/ 880282 w 2320925"/>
                <a:gd name="csY314" fmla="*/ 2042177 h 2246171"/>
                <a:gd name="csX315" fmla="*/ 879709 w 2320925"/>
                <a:gd name="csY315" fmla="*/ 2040457 h 2246171"/>
                <a:gd name="csX316" fmla="*/ 874650 w 2320925"/>
                <a:gd name="csY316" fmla="*/ 2030846 h 2246171"/>
                <a:gd name="csX317" fmla="*/ 869760 w 2320925"/>
                <a:gd name="csY317" fmla="*/ 2019498 h 2246171"/>
                <a:gd name="csX318" fmla="*/ 865696 w 2320925"/>
                <a:gd name="csY318" fmla="*/ 2008150 h 2246171"/>
                <a:gd name="csX319" fmla="*/ 865275 w 2320925"/>
                <a:gd name="csY319" fmla="*/ 2006952 h 2246171"/>
                <a:gd name="csX320" fmla="*/ 860082 w 2320925"/>
                <a:gd name="csY320" fmla="*/ 1996801 h 2246171"/>
                <a:gd name="csX321" fmla="*/ 855225 w 2320925"/>
                <a:gd name="csY321" fmla="*/ 1985453 h 2246171"/>
                <a:gd name="csX322" fmla="*/ 851077 w 2320925"/>
                <a:gd name="csY322" fmla="*/ 1974105 h 2246171"/>
                <a:gd name="csX323" fmla="*/ 850841 w 2320925"/>
                <a:gd name="csY323" fmla="*/ 1973448 h 2246171"/>
                <a:gd name="csX324" fmla="*/ 845496 w 2320925"/>
                <a:gd name="csY324" fmla="*/ 1962774 h 2246171"/>
                <a:gd name="csX325" fmla="*/ 840657 w 2320925"/>
                <a:gd name="csY325" fmla="*/ 1951426 h 2246171"/>
                <a:gd name="csX326" fmla="*/ 836458 w 2320925"/>
                <a:gd name="csY326" fmla="*/ 1940078 h 2246171"/>
                <a:gd name="csX327" fmla="*/ 836407 w 2320925"/>
                <a:gd name="csY327" fmla="*/ 1939943 h 2246171"/>
                <a:gd name="csX328" fmla="*/ 830877 w 2320925"/>
                <a:gd name="csY328" fmla="*/ 1928730 h 2246171"/>
                <a:gd name="csX329" fmla="*/ 826071 w 2320925"/>
                <a:gd name="csY329" fmla="*/ 1917382 h 2246171"/>
                <a:gd name="csX330" fmla="*/ 821974 w 2320925"/>
                <a:gd name="csY330" fmla="*/ 1906473 h 2246171"/>
                <a:gd name="csX331" fmla="*/ 821755 w 2320925"/>
                <a:gd name="csY331" fmla="*/ 1906034 h 2246171"/>
                <a:gd name="csX332" fmla="*/ 816258 w 2320925"/>
                <a:gd name="csY332" fmla="*/ 1894686 h 2246171"/>
                <a:gd name="csX333" fmla="*/ 811469 w 2320925"/>
                <a:gd name="csY333" fmla="*/ 1883355 h 2246171"/>
                <a:gd name="csX334" fmla="*/ 807540 w 2320925"/>
                <a:gd name="csY334" fmla="*/ 1873019 h 2246171"/>
                <a:gd name="csX335" fmla="*/ 807034 w 2320925"/>
                <a:gd name="csY335" fmla="*/ 1872007 h 2246171"/>
                <a:gd name="csX336" fmla="*/ 801638 w 2320925"/>
                <a:gd name="csY336" fmla="*/ 1860659 h 2246171"/>
                <a:gd name="csX337" fmla="*/ 796850 w 2320925"/>
                <a:gd name="csY337" fmla="*/ 1849311 h 2246171"/>
                <a:gd name="csX338" fmla="*/ 793106 w 2320925"/>
                <a:gd name="csY338" fmla="*/ 1839548 h 2246171"/>
                <a:gd name="csX339" fmla="*/ 792331 w 2320925"/>
                <a:gd name="csY339" fmla="*/ 1837963 h 2246171"/>
                <a:gd name="csX340" fmla="*/ 787002 w 2320925"/>
                <a:gd name="csY340" fmla="*/ 1826615 h 2246171"/>
                <a:gd name="csX341" fmla="*/ 782230 w 2320925"/>
                <a:gd name="csY341" fmla="*/ 1815267 h 2246171"/>
                <a:gd name="csX342" fmla="*/ 778672 w 2320925"/>
                <a:gd name="csY342" fmla="*/ 1806077 h 2246171"/>
                <a:gd name="csX343" fmla="*/ 777627 w 2320925"/>
                <a:gd name="csY343" fmla="*/ 1803935 h 2246171"/>
                <a:gd name="csX344" fmla="*/ 772349 w 2320925"/>
                <a:gd name="csY344" fmla="*/ 1792587 h 2246171"/>
                <a:gd name="csX345" fmla="*/ 767594 w 2320925"/>
                <a:gd name="csY345" fmla="*/ 1781239 h 2246171"/>
                <a:gd name="csX346" fmla="*/ 764239 w 2320925"/>
                <a:gd name="csY346" fmla="*/ 1772606 h 2246171"/>
                <a:gd name="csX347" fmla="*/ 762940 w 2320925"/>
                <a:gd name="csY347" fmla="*/ 1769891 h 2246171"/>
                <a:gd name="csX348" fmla="*/ 757713 w 2320925"/>
                <a:gd name="csY348" fmla="*/ 1758543 h 2246171"/>
                <a:gd name="csX349" fmla="*/ 752975 w 2320925"/>
                <a:gd name="csY349" fmla="*/ 1747195 h 2246171"/>
                <a:gd name="csX350" fmla="*/ 749805 w 2320925"/>
                <a:gd name="csY350" fmla="*/ 1739135 h 2246171"/>
                <a:gd name="csX351" fmla="*/ 748254 w 2320925"/>
                <a:gd name="csY351" fmla="*/ 1735864 h 2246171"/>
                <a:gd name="csX352" fmla="*/ 743060 w 2320925"/>
                <a:gd name="csY352" fmla="*/ 1724516 h 2246171"/>
                <a:gd name="csX353" fmla="*/ 738339 w 2320925"/>
                <a:gd name="csY353" fmla="*/ 1713168 h 2246171"/>
                <a:gd name="csX354" fmla="*/ 735371 w 2320925"/>
                <a:gd name="csY354" fmla="*/ 1705665 h 2246171"/>
                <a:gd name="csX355" fmla="*/ 733567 w 2320925"/>
                <a:gd name="csY355" fmla="*/ 1701820 h 2246171"/>
                <a:gd name="csX356" fmla="*/ 728424 w 2320925"/>
                <a:gd name="csY356" fmla="*/ 1690472 h 2246171"/>
                <a:gd name="csX357" fmla="*/ 723686 w 2320925"/>
                <a:gd name="csY357" fmla="*/ 1679124 h 2246171"/>
                <a:gd name="csX358" fmla="*/ 720937 w 2320925"/>
                <a:gd name="csY358" fmla="*/ 1672177 h 2246171"/>
                <a:gd name="csX359" fmla="*/ 718880 w 2320925"/>
                <a:gd name="csY359" fmla="*/ 1667776 h 2246171"/>
                <a:gd name="csX360" fmla="*/ 713771 w 2320925"/>
                <a:gd name="csY360" fmla="*/ 1656445 h 2246171"/>
                <a:gd name="csX361" fmla="*/ 709050 w 2320925"/>
                <a:gd name="csY361" fmla="*/ 1645097 h 2246171"/>
                <a:gd name="csX362" fmla="*/ 706521 w 2320925"/>
                <a:gd name="csY362" fmla="*/ 1638706 h 2246171"/>
                <a:gd name="csX363" fmla="*/ 704194 w 2320925"/>
                <a:gd name="csY363" fmla="*/ 1633749 h 2246171"/>
                <a:gd name="csX364" fmla="*/ 699118 w 2320925"/>
                <a:gd name="csY364" fmla="*/ 1622401 h 2246171"/>
                <a:gd name="csX365" fmla="*/ 694397 w 2320925"/>
                <a:gd name="csY365" fmla="*/ 1611053 h 2246171"/>
                <a:gd name="csX366" fmla="*/ 692087 w 2320925"/>
                <a:gd name="csY366" fmla="*/ 1605219 h 2246171"/>
                <a:gd name="csX367" fmla="*/ 689507 w 2320925"/>
                <a:gd name="csY367" fmla="*/ 1599711 h 2246171"/>
                <a:gd name="csX368" fmla="*/ 684465 w 2320925"/>
                <a:gd name="csY368" fmla="*/ 1588365 h 2246171"/>
                <a:gd name="csX369" fmla="*/ 679761 w 2320925"/>
                <a:gd name="csY369" fmla="*/ 1577020 h 2246171"/>
                <a:gd name="csX370" fmla="*/ 677653 w 2320925"/>
                <a:gd name="csY370" fmla="*/ 1571741 h 2246171"/>
                <a:gd name="csX371" fmla="*/ 674837 w 2320925"/>
                <a:gd name="csY371" fmla="*/ 1565674 h 2246171"/>
                <a:gd name="csX372" fmla="*/ 669812 w 2320925"/>
                <a:gd name="csY372" fmla="*/ 1554329 h 2246171"/>
                <a:gd name="csX373" fmla="*/ 665108 w 2320925"/>
                <a:gd name="csY373" fmla="*/ 1542983 h 2246171"/>
                <a:gd name="csX374" fmla="*/ 663219 w 2320925"/>
                <a:gd name="csY374" fmla="*/ 1538260 h 2246171"/>
                <a:gd name="csX375" fmla="*/ 660150 w 2320925"/>
                <a:gd name="csY375" fmla="*/ 1531638 h 2246171"/>
                <a:gd name="csX376" fmla="*/ 655142 w 2320925"/>
                <a:gd name="csY376" fmla="*/ 1520292 h 2246171"/>
                <a:gd name="csX377" fmla="*/ 650455 w 2320925"/>
                <a:gd name="csY377" fmla="*/ 1508947 h 2246171"/>
                <a:gd name="csX378" fmla="*/ 648786 w 2320925"/>
                <a:gd name="csY378" fmla="*/ 1504779 h 2246171"/>
                <a:gd name="csX379" fmla="*/ 645481 w 2320925"/>
                <a:gd name="csY379" fmla="*/ 1497603 h 2246171"/>
                <a:gd name="csX380" fmla="*/ 640490 w 2320925"/>
                <a:gd name="csY380" fmla="*/ 1486256 h 2246171"/>
                <a:gd name="csX381" fmla="*/ 635802 w 2320925"/>
                <a:gd name="csY381" fmla="*/ 1474912 h 2246171"/>
                <a:gd name="csX382" fmla="*/ 634352 w 2320925"/>
                <a:gd name="csY382" fmla="*/ 1471297 h 2246171"/>
                <a:gd name="csX383" fmla="*/ 630794 w 2320925"/>
                <a:gd name="csY383" fmla="*/ 1463565 h 2246171"/>
                <a:gd name="csX384" fmla="*/ 625836 w 2320925"/>
                <a:gd name="csY384" fmla="*/ 1452221 h 2246171"/>
                <a:gd name="csX385" fmla="*/ 621149 w 2320925"/>
                <a:gd name="csY385" fmla="*/ 1440874 h 2246171"/>
                <a:gd name="csX386" fmla="*/ 619918 w 2320925"/>
                <a:gd name="csY386" fmla="*/ 1437816 h 2246171"/>
                <a:gd name="csX387" fmla="*/ 616124 w 2320925"/>
                <a:gd name="csY387" fmla="*/ 1429530 h 2246171"/>
                <a:gd name="csX388" fmla="*/ 611167 w 2320925"/>
                <a:gd name="csY388" fmla="*/ 1418183 h 2246171"/>
                <a:gd name="csX389" fmla="*/ 606496 w 2320925"/>
                <a:gd name="csY389" fmla="*/ 1406839 h 2246171"/>
                <a:gd name="csX390" fmla="*/ 605484 w 2320925"/>
                <a:gd name="csY390" fmla="*/ 1404333 h 2246171"/>
                <a:gd name="csX391" fmla="*/ 601454 w 2320925"/>
                <a:gd name="csY391" fmla="*/ 1395492 h 2246171"/>
                <a:gd name="csX392" fmla="*/ 596514 w 2320925"/>
                <a:gd name="csY392" fmla="*/ 1384148 h 2246171"/>
                <a:gd name="csX393" fmla="*/ 591843 w 2320925"/>
                <a:gd name="csY393" fmla="*/ 1372801 h 2246171"/>
                <a:gd name="csX394" fmla="*/ 591050 w 2320925"/>
                <a:gd name="csY394" fmla="*/ 1370850 h 2246171"/>
                <a:gd name="csX395" fmla="*/ 586768 w 2320925"/>
                <a:gd name="csY395" fmla="*/ 1361457 h 2246171"/>
                <a:gd name="csX396" fmla="*/ 581861 w 2320925"/>
                <a:gd name="csY396" fmla="*/ 1350110 h 2246171"/>
                <a:gd name="csX397" fmla="*/ 577173 w 2320925"/>
                <a:gd name="csY397" fmla="*/ 1338766 h 2246171"/>
                <a:gd name="csX398" fmla="*/ 576617 w 2320925"/>
                <a:gd name="csY398" fmla="*/ 1337366 h 2246171"/>
                <a:gd name="csX399" fmla="*/ 572098 w 2320925"/>
                <a:gd name="csY399" fmla="*/ 1327419 h 2246171"/>
                <a:gd name="csX400" fmla="*/ 567191 w 2320925"/>
                <a:gd name="csY400" fmla="*/ 1316075 h 2246171"/>
                <a:gd name="csX401" fmla="*/ 562520 w 2320925"/>
                <a:gd name="csY401" fmla="*/ 1304728 h 2246171"/>
                <a:gd name="csX402" fmla="*/ 562183 w 2320925"/>
                <a:gd name="csY402" fmla="*/ 1303884 h 2246171"/>
                <a:gd name="csX403" fmla="*/ 557428 w 2320925"/>
                <a:gd name="csY403" fmla="*/ 1293384 h 2246171"/>
                <a:gd name="csX404" fmla="*/ 552538 w 2320925"/>
                <a:gd name="csY404" fmla="*/ 1282037 h 2246171"/>
                <a:gd name="csX405" fmla="*/ 547867 w 2320925"/>
                <a:gd name="csY405" fmla="*/ 1270693 h 2246171"/>
                <a:gd name="csX406" fmla="*/ 547749 w 2320925"/>
                <a:gd name="csY406" fmla="*/ 1270399 h 2246171"/>
                <a:gd name="csX407" fmla="*/ 542758 w 2320925"/>
                <a:gd name="csY407" fmla="*/ 1259346 h 2246171"/>
                <a:gd name="csX408" fmla="*/ 537872 w 2320925"/>
                <a:gd name="csY408" fmla="*/ 1248002 h 2246171"/>
                <a:gd name="csX409" fmla="*/ 533310 w 2320925"/>
                <a:gd name="csY409" fmla="*/ 1236922 h 2246171"/>
                <a:gd name="csX410" fmla="*/ 533189 w 2320925"/>
                <a:gd name="csY410" fmla="*/ 1236657 h 2246171"/>
                <a:gd name="csX411" fmla="*/ 528083 w 2320925"/>
                <a:gd name="csY411" fmla="*/ 1225311 h 2246171"/>
                <a:gd name="csX412" fmla="*/ 523210 w 2320925"/>
                <a:gd name="csY412" fmla="*/ 1213966 h 2246171"/>
                <a:gd name="csX413" fmla="*/ 518877 w 2320925"/>
                <a:gd name="csY413" fmla="*/ 1203451 h 2246171"/>
                <a:gd name="csX414" fmla="*/ 518499 w 2320925"/>
                <a:gd name="csY414" fmla="*/ 1202620 h 2246171"/>
                <a:gd name="csX415" fmla="*/ 513412 w 2320925"/>
                <a:gd name="csY415" fmla="*/ 1191275 h 2246171"/>
                <a:gd name="csX416" fmla="*/ 508547 w 2320925"/>
                <a:gd name="csY416" fmla="*/ 1179929 h 2246171"/>
                <a:gd name="csX417" fmla="*/ 504443 w 2320925"/>
                <a:gd name="csY417" fmla="*/ 1169978 h 2246171"/>
                <a:gd name="csX418" fmla="*/ 503811 w 2320925"/>
                <a:gd name="csY418" fmla="*/ 1168584 h 2246171"/>
                <a:gd name="csX419" fmla="*/ 498740 w 2320925"/>
                <a:gd name="csY419" fmla="*/ 1157238 h 2246171"/>
                <a:gd name="csX420" fmla="*/ 493886 w 2320925"/>
                <a:gd name="csY420" fmla="*/ 1145893 h 2246171"/>
                <a:gd name="csX421" fmla="*/ 490011 w 2320925"/>
                <a:gd name="csY421" fmla="*/ 1136504 h 2246171"/>
                <a:gd name="csX422" fmla="*/ 489124 w 2320925"/>
                <a:gd name="csY422" fmla="*/ 1134547 h 2246171"/>
                <a:gd name="csX423" fmla="*/ 484069 w 2320925"/>
                <a:gd name="csY423" fmla="*/ 1123202 h 2246171"/>
                <a:gd name="csX424" fmla="*/ 479223 w 2320925"/>
                <a:gd name="csY424" fmla="*/ 1111856 h 2246171"/>
                <a:gd name="csX425" fmla="*/ 475577 w 2320925"/>
                <a:gd name="csY425" fmla="*/ 1103030 h 2246171"/>
                <a:gd name="csX426" fmla="*/ 474437 w 2320925"/>
                <a:gd name="csY426" fmla="*/ 1100511 h 2246171"/>
                <a:gd name="csX427" fmla="*/ 469399 w 2320925"/>
                <a:gd name="csY427" fmla="*/ 1089165 h 2246171"/>
                <a:gd name="csX428" fmla="*/ 464560 w 2320925"/>
                <a:gd name="csY428" fmla="*/ 1077820 h 2246171"/>
                <a:gd name="csX429" fmla="*/ 461143 w 2320925"/>
                <a:gd name="csY429" fmla="*/ 1069556 h 2246171"/>
                <a:gd name="csX430" fmla="*/ 459752 w 2320925"/>
                <a:gd name="csY430" fmla="*/ 1066474 h 2246171"/>
                <a:gd name="csX431" fmla="*/ 454727 w 2320925"/>
                <a:gd name="csY431" fmla="*/ 1055129 h 2246171"/>
                <a:gd name="csX432" fmla="*/ 449897 w 2320925"/>
                <a:gd name="csY432" fmla="*/ 1043783 h 2246171"/>
                <a:gd name="csX433" fmla="*/ 446710 w 2320925"/>
                <a:gd name="csY433" fmla="*/ 1036080 h 2246171"/>
                <a:gd name="csX434" fmla="*/ 445069 w 2320925"/>
                <a:gd name="csY434" fmla="*/ 1032438 h 2246171"/>
                <a:gd name="csX435" fmla="*/ 440058 w 2320925"/>
                <a:gd name="csY435" fmla="*/ 1021092 h 2246171"/>
                <a:gd name="csX436" fmla="*/ 435233 w 2320925"/>
                <a:gd name="csY436" fmla="*/ 1009747 h 2246171"/>
                <a:gd name="csX437" fmla="*/ 432276 w 2320925"/>
                <a:gd name="csY437" fmla="*/ 1002604 h 2246171"/>
                <a:gd name="csX438" fmla="*/ 430387 w 2320925"/>
                <a:gd name="csY438" fmla="*/ 998401 h 2246171"/>
                <a:gd name="csX439" fmla="*/ 425388 w 2320925"/>
                <a:gd name="csY439" fmla="*/ 987056 h 2246171"/>
                <a:gd name="csX440" fmla="*/ 420570 w 2320925"/>
                <a:gd name="csY440" fmla="*/ 975711 h 2246171"/>
                <a:gd name="csX441" fmla="*/ 417842 w 2320925"/>
                <a:gd name="csY441" fmla="*/ 969127 h 2246171"/>
                <a:gd name="csX442" fmla="*/ 415704 w 2320925"/>
                <a:gd name="csY442" fmla="*/ 964365 h 2246171"/>
                <a:gd name="csX443" fmla="*/ 410718 w 2320925"/>
                <a:gd name="csY443" fmla="*/ 953020 h 2246171"/>
                <a:gd name="csX444" fmla="*/ 405907 w 2320925"/>
                <a:gd name="csY444" fmla="*/ 941674 h 2246171"/>
                <a:gd name="csX445" fmla="*/ 403410 w 2320925"/>
                <a:gd name="csY445" fmla="*/ 935649 h 2246171"/>
                <a:gd name="csX446" fmla="*/ 401024 w 2320925"/>
                <a:gd name="csY446" fmla="*/ 930329 h 2246171"/>
                <a:gd name="csX447" fmla="*/ 396048 w 2320925"/>
                <a:gd name="csY447" fmla="*/ 918983 h 2246171"/>
                <a:gd name="csX448" fmla="*/ 391242 w 2320925"/>
                <a:gd name="csY448" fmla="*/ 907638 h 2246171"/>
                <a:gd name="csX449" fmla="*/ 388976 w 2320925"/>
                <a:gd name="csY449" fmla="*/ 902172 h 2246171"/>
                <a:gd name="csX450" fmla="*/ 386344 w 2320925"/>
                <a:gd name="csY450" fmla="*/ 896292 h 2246171"/>
                <a:gd name="csX451" fmla="*/ 381378 w 2320925"/>
                <a:gd name="csY451" fmla="*/ 884947 h 2246171"/>
                <a:gd name="csX452" fmla="*/ 376579 w 2320925"/>
                <a:gd name="csY452" fmla="*/ 873601 h 2246171"/>
                <a:gd name="csX453" fmla="*/ 374542 w 2320925"/>
                <a:gd name="csY453" fmla="*/ 868694 h 2246171"/>
                <a:gd name="csX454" fmla="*/ 371664 w 2320925"/>
                <a:gd name="csY454" fmla="*/ 862256 h 2246171"/>
                <a:gd name="csX455" fmla="*/ 366708 w 2320925"/>
                <a:gd name="csY455" fmla="*/ 850910 h 2246171"/>
                <a:gd name="csX456" fmla="*/ 361915 w 2320925"/>
                <a:gd name="csY456" fmla="*/ 839565 h 2246171"/>
                <a:gd name="csX457" fmla="*/ 360109 w 2320925"/>
                <a:gd name="csY457" fmla="*/ 835215 h 2246171"/>
                <a:gd name="csX458" fmla="*/ 356986 w 2320925"/>
                <a:gd name="csY458" fmla="*/ 828219 h 2246171"/>
                <a:gd name="csX459" fmla="*/ 352039 w 2320925"/>
                <a:gd name="csY459" fmla="*/ 816874 h 2246171"/>
                <a:gd name="csX460" fmla="*/ 347252 w 2320925"/>
                <a:gd name="csY460" fmla="*/ 805528 h 2246171"/>
                <a:gd name="csX461" fmla="*/ 345675 w 2320925"/>
                <a:gd name="csY461" fmla="*/ 801736 h 2246171"/>
                <a:gd name="csX462" fmla="*/ 342308 w 2320925"/>
                <a:gd name="csY462" fmla="*/ 794183 h 2246171"/>
                <a:gd name="csX463" fmla="*/ 337371 w 2320925"/>
                <a:gd name="csY463" fmla="*/ 782837 h 2246171"/>
                <a:gd name="csX464" fmla="*/ 332587 w 2320925"/>
                <a:gd name="csY464" fmla="*/ 771492 h 2246171"/>
                <a:gd name="csX465" fmla="*/ 331241 w 2320925"/>
                <a:gd name="csY465" fmla="*/ 768256 h 2246171"/>
                <a:gd name="csX466" fmla="*/ 327629 w 2320925"/>
                <a:gd name="csY466" fmla="*/ 760146 h 2246171"/>
                <a:gd name="csX467" fmla="*/ 322701 w 2320925"/>
                <a:gd name="csY467" fmla="*/ 748801 h 2246171"/>
                <a:gd name="csX468" fmla="*/ 317922 w 2320925"/>
                <a:gd name="csY468" fmla="*/ 737455 h 2246171"/>
                <a:gd name="csX469" fmla="*/ 316807 w 2320925"/>
                <a:gd name="csY469" fmla="*/ 734777 h 2246171"/>
                <a:gd name="csX470" fmla="*/ 312951 w 2320925"/>
                <a:gd name="csY470" fmla="*/ 726110 h 2246171"/>
                <a:gd name="csX471" fmla="*/ 308031 w 2320925"/>
                <a:gd name="csY471" fmla="*/ 714764 h 2246171"/>
                <a:gd name="csX472" fmla="*/ 303257 w 2320925"/>
                <a:gd name="csY472" fmla="*/ 703419 h 2246171"/>
                <a:gd name="csX473" fmla="*/ 302375 w 2320925"/>
                <a:gd name="csY473" fmla="*/ 701296 h 2246171"/>
                <a:gd name="csX474" fmla="*/ 298275 w 2320925"/>
                <a:gd name="csY474" fmla="*/ 692074 h 2246171"/>
                <a:gd name="csX475" fmla="*/ 293363 w 2320925"/>
                <a:gd name="csY475" fmla="*/ 680728 h 2246171"/>
                <a:gd name="csX476" fmla="*/ 288594 w 2320925"/>
                <a:gd name="csY476" fmla="*/ 669383 h 2246171"/>
                <a:gd name="csX477" fmla="*/ 287942 w 2320925"/>
                <a:gd name="csY477" fmla="*/ 667815 h 2246171"/>
                <a:gd name="csX478" fmla="*/ 283600 w 2320925"/>
                <a:gd name="csY478" fmla="*/ 658037 h 2246171"/>
                <a:gd name="csX479" fmla="*/ 278695 w 2320925"/>
                <a:gd name="csY479" fmla="*/ 646692 h 2246171"/>
                <a:gd name="csX480" fmla="*/ 273929 w 2320925"/>
                <a:gd name="csY480" fmla="*/ 635346 h 2246171"/>
                <a:gd name="csX481" fmla="*/ 273508 w 2320925"/>
                <a:gd name="csY481" fmla="*/ 634336 h 2246171"/>
                <a:gd name="csX482" fmla="*/ 268923 w 2320925"/>
                <a:gd name="csY482" fmla="*/ 624001 h 2246171"/>
                <a:gd name="csX483" fmla="*/ 264025 w 2320925"/>
                <a:gd name="csY483" fmla="*/ 612655 h 2246171"/>
                <a:gd name="csX484" fmla="*/ 259265 w 2320925"/>
                <a:gd name="csY484" fmla="*/ 601310 h 2246171"/>
                <a:gd name="csX485" fmla="*/ 259074 w 2320925"/>
                <a:gd name="csY485" fmla="*/ 600855 h 2246171"/>
                <a:gd name="csX486" fmla="*/ 254248 w 2320925"/>
                <a:gd name="csY486" fmla="*/ 589964 h 2246171"/>
                <a:gd name="csX487" fmla="*/ 249357 w 2320925"/>
                <a:gd name="csY487" fmla="*/ 578619 h 2246171"/>
                <a:gd name="csX488" fmla="*/ 244640 w 2320925"/>
                <a:gd name="csY488" fmla="*/ 567374 h 2246171"/>
                <a:gd name="csX489" fmla="*/ 244597 w 2320925"/>
                <a:gd name="csY489" fmla="*/ 567273 h 2246171"/>
                <a:gd name="csX490" fmla="*/ 239572 w 2320925"/>
                <a:gd name="csY490" fmla="*/ 555928 h 2246171"/>
                <a:gd name="csX491" fmla="*/ 234689 w 2320925"/>
                <a:gd name="csY491" fmla="*/ 544582 h 2246171"/>
                <a:gd name="csX492" fmla="*/ 230207 w 2320925"/>
                <a:gd name="csY492" fmla="*/ 533902 h 2246171"/>
                <a:gd name="csX493" fmla="*/ 229912 w 2320925"/>
                <a:gd name="csY493" fmla="*/ 533237 h 2246171"/>
                <a:gd name="csX494" fmla="*/ 224898 w 2320925"/>
                <a:gd name="csY494" fmla="*/ 521891 h 2246171"/>
                <a:gd name="csX495" fmla="*/ 220020 w 2320925"/>
                <a:gd name="csY495" fmla="*/ 510546 h 2246171"/>
                <a:gd name="csX496" fmla="*/ 215775 w 2320925"/>
                <a:gd name="csY496" fmla="*/ 500428 h 2246171"/>
                <a:gd name="csX497" fmla="*/ 215228 w 2320925"/>
                <a:gd name="csY497" fmla="*/ 499200 h 2246171"/>
                <a:gd name="csX498" fmla="*/ 210224 w 2320925"/>
                <a:gd name="csY498" fmla="*/ 487855 h 2246171"/>
                <a:gd name="csX499" fmla="*/ 205351 w 2320925"/>
                <a:gd name="csY499" fmla="*/ 476509 h 2246171"/>
                <a:gd name="csX500" fmla="*/ 201341 w 2320925"/>
                <a:gd name="csY500" fmla="*/ 466953 h 2246171"/>
                <a:gd name="csX501" fmla="*/ 200545 w 2320925"/>
                <a:gd name="csY501" fmla="*/ 465164 h 2246171"/>
                <a:gd name="csX502" fmla="*/ 195549 w 2320925"/>
                <a:gd name="csY502" fmla="*/ 453818 h 2246171"/>
                <a:gd name="csX503" fmla="*/ 190682 w 2320925"/>
                <a:gd name="csY503" fmla="*/ 442473 h 2246171"/>
                <a:gd name="csX504" fmla="*/ 186907 w 2320925"/>
                <a:gd name="csY504" fmla="*/ 433478 h 2246171"/>
                <a:gd name="csX505" fmla="*/ 185863 w 2320925"/>
                <a:gd name="csY505" fmla="*/ 431129 h 2246171"/>
                <a:gd name="csX506" fmla="*/ 180876 w 2320925"/>
                <a:gd name="csY506" fmla="*/ 419782 h 2246171"/>
                <a:gd name="csX507" fmla="*/ 176014 w 2320925"/>
                <a:gd name="csY507" fmla="*/ 408438 h 2246171"/>
                <a:gd name="csX508" fmla="*/ 172473 w 2320925"/>
                <a:gd name="csY508" fmla="*/ 400002 h 2246171"/>
                <a:gd name="csX509" fmla="*/ 171182 w 2320925"/>
                <a:gd name="csY509" fmla="*/ 397091 h 2246171"/>
                <a:gd name="csX510" fmla="*/ 166202 w 2320925"/>
                <a:gd name="csY510" fmla="*/ 385747 h 2246171"/>
                <a:gd name="csX511" fmla="*/ 161346 w 2320925"/>
                <a:gd name="csY511" fmla="*/ 374400 h 2246171"/>
                <a:gd name="csX512" fmla="*/ 158040 w 2320925"/>
                <a:gd name="csY512" fmla="*/ 366526 h 2246171"/>
                <a:gd name="csX513" fmla="*/ 156500 w 2320925"/>
                <a:gd name="csY513" fmla="*/ 363056 h 2246171"/>
                <a:gd name="csX514" fmla="*/ 151529 w 2320925"/>
                <a:gd name="csY514" fmla="*/ 351709 h 2246171"/>
                <a:gd name="csX515" fmla="*/ 146678 w 2320925"/>
                <a:gd name="csY515" fmla="*/ 340365 h 2246171"/>
                <a:gd name="csX516" fmla="*/ 143606 w 2320925"/>
                <a:gd name="csY516" fmla="*/ 333050 h 2246171"/>
                <a:gd name="csX517" fmla="*/ 141820 w 2320925"/>
                <a:gd name="csY517" fmla="*/ 329018 h 2246171"/>
                <a:gd name="csX518" fmla="*/ 136856 w 2320925"/>
                <a:gd name="csY518" fmla="*/ 317674 h 2246171"/>
                <a:gd name="csX519" fmla="*/ 132010 w 2320925"/>
                <a:gd name="csY519" fmla="*/ 306327 h 2246171"/>
                <a:gd name="csX520" fmla="*/ 129174 w 2320925"/>
                <a:gd name="csY520" fmla="*/ 299574 h 2246171"/>
                <a:gd name="csX521" fmla="*/ 127140 w 2320925"/>
                <a:gd name="csY521" fmla="*/ 294983 h 2246171"/>
                <a:gd name="csX522" fmla="*/ 122183 w 2320925"/>
                <a:gd name="csY522" fmla="*/ 283636 h 2246171"/>
                <a:gd name="csX523" fmla="*/ 117342 w 2320925"/>
                <a:gd name="csY523" fmla="*/ 272292 h 2246171"/>
                <a:gd name="csX524" fmla="*/ 114740 w 2320925"/>
                <a:gd name="csY524" fmla="*/ 266097 h 2246171"/>
                <a:gd name="csX525" fmla="*/ 112460 w 2320925"/>
                <a:gd name="csY525" fmla="*/ 260945 h 2246171"/>
                <a:gd name="csX526" fmla="*/ 107510 w 2320925"/>
                <a:gd name="csY526" fmla="*/ 249601 h 2246171"/>
                <a:gd name="csX527" fmla="*/ 102674 w 2320925"/>
                <a:gd name="csY527" fmla="*/ 238254 h 2246171"/>
                <a:gd name="csX528" fmla="*/ 100306 w 2320925"/>
                <a:gd name="csY528" fmla="*/ 232619 h 2246171"/>
                <a:gd name="csX529" fmla="*/ 97782 w 2320925"/>
                <a:gd name="csY529" fmla="*/ 226910 h 2246171"/>
                <a:gd name="csX530" fmla="*/ 92838 w 2320925"/>
                <a:gd name="csY530" fmla="*/ 215563 h 2246171"/>
                <a:gd name="csX531" fmla="*/ 88007 w 2320925"/>
                <a:gd name="csY531" fmla="*/ 204219 h 2246171"/>
                <a:gd name="csX532" fmla="*/ 85872 w 2320925"/>
                <a:gd name="csY532" fmla="*/ 199141 h 2246171"/>
                <a:gd name="csX533" fmla="*/ 83102 w 2320925"/>
                <a:gd name="csY533" fmla="*/ 192872 h 2246171"/>
                <a:gd name="csX534" fmla="*/ 78165 w 2320925"/>
                <a:gd name="csY534" fmla="*/ 181528 h 2246171"/>
                <a:gd name="csX535" fmla="*/ 73339 w 2320925"/>
                <a:gd name="csY535" fmla="*/ 170183 h 2246171"/>
                <a:gd name="csX536" fmla="*/ 71439 w 2320925"/>
                <a:gd name="csY536" fmla="*/ 165664 h 2246171"/>
                <a:gd name="csX537" fmla="*/ 68424 w 2320925"/>
                <a:gd name="csY537" fmla="*/ 158837 h 2246171"/>
                <a:gd name="csX538" fmla="*/ 63493 w 2320925"/>
                <a:gd name="csY538" fmla="*/ 147492 h 2246171"/>
                <a:gd name="csX539" fmla="*/ 58671 w 2320925"/>
                <a:gd name="csY539" fmla="*/ 136146 h 2246171"/>
                <a:gd name="csX540" fmla="*/ 57005 w 2320925"/>
                <a:gd name="csY540" fmla="*/ 132185 h 2246171"/>
                <a:gd name="csX541" fmla="*/ 53747 w 2320925"/>
                <a:gd name="csY541" fmla="*/ 124801 h 2246171"/>
                <a:gd name="csX542" fmla="*/ 48822 w 2320925"/>
                <a:gd name="csY542" fmla="*/ 113455 h 2246171"/>
                <a:gd name="csX543" fmla="*/ 44003 w 2320925"/>
                <a:gd name="csY543" fmla="*/ 102110 h 2246171"/>
                <a:gd name="csX544" fmla="*/ 42573 w 2320925"/>
                <a:gd name="csY544" fmla="*/ 98707 h 2246171"/>
                <a:gd name="csX545" fmla="*/ 39069 w 2320925"/>
                <a:gd name="csY545" fmla="*/ 90764 h 2246171"/>
                <a:gd name="csX546" fmla="*/ 34150 w 2320925"/>
                <a:gd name="csY546" fmla="*/ 79418 h 2246171"/>
                <a:gd name="csX547" fmla="*/ 29335 w 2320925"/>
                <a:gd name="csY547" fmla="*/ 68073 h 2246171"/>
                <a:gd name="csX548" fmla="*/ 28139 w 2320925"/>
                <a:gd name="csY548" fmla="*/ 65228 h 2246171"/>
                <a:gd name="csX549" fmla="*/ 24392 w 2320925"/>
                <a:gd name="csY549" fmla="*/ 56727 h 2246171"/>
                <a:gd name="csX550" fmla="*/ 19479 w 2320925"/>
                <a:gd name="csY550" fmla="*/ 45382 h 2246171"/>
                <a:gd name="csX551" fmla="*/ 14668 w 2320925"/>
                <a:gd name="csY551" fmla="*/ 34037 h 2246171"/>
                <a:gd name="csX552" fmla="*/ 13705 w 2320925"/>
                <a:gd name="csY552" fmla="*/ 31748 h 2246171"/>
                <a:gd name="csX553" fmla="*/ 9716 w 2320925"/>
                <a:gd name="csY553" fmla="*/ 22691 h 2246171"/>
                <a:gd name="csX554" fmla="*/ 4807 w 2320925"/>
                <a:gd name="csY554" fmla="*/ 11346 h 2246171"/>
                <a:gd name="csX555" fmla="*/ 0 w 2320925"/>
                <a:gd name="csY555" fmla="*/ 0 h 2246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</a:cxnLst>
              <a:rect l="l" t="t" r="r" b="b"/>
              <a:pathLst>
                <a:path w="2320925" h="2246171">
                  <a:moveTo>
                    <a:pt x="2320926" y="0"/>
                  </a:moveTo>
                  <a:lnTo>
                    <a:pt x="2314232" y="11346"/>
                  </a:lnTo>
                  <a:lnTo>
                    <a:pt x="2308634" y="20511"/>
                  </a:lnTo>
                  <a:lnTo>
                    <a:pt x="2307369" y="22691"/>
                  </a:lnTo>
                  <a:lnTo>
                    <a:pt x="2300692" y="34037"/>
                  </a:lnTo>
                  <a:lnTo>
                    <a:pt x="2294200" y="44683"/>
                  </a:lnTo>
                  <a:lnTo>
                    <a:pt x="2293795" y="45382"/>
                  </a:lnTo>
                  <a:lnTo>
                    <a:pt x="2287168" y="56727"/>
                  </a:lnTo>
                  <a:lnTo>
                    <a:pt x="2280255" y="68073"/>
                  </a:lnTo>
                  <a:lnTo>
                    <a:pt x="2279766" y="68874"/>
                  </a:lnTo>
                  <a:lnTo>
                    <a:pt x="2273612" y="79418"/>
                  </a:lnTo>
                  <a:lnTo>
                    <a:pt x="2266749" y="90764"/>
                  </a:lnTo>
                  <a:lnTo>
                    <a:pt x="2265332" y="93080"/>
                  </a:lnTo>
                  <a:lnTo>
                    <a:pt x="2260071" y="102110"/>
                  </a:lnTo>
                  <a:lnTo>
                    <a:pt x="2253242" y="113455"/>
                  </a:lnTo>
                  <a:lnTo>
                    <a:pt x="2250899" y="117281"/>
                  </a:lnTo>
                  <a:lnTo>
                    <a:pt x="2246531" y="124801"/>
                  </a:lnTo>
                  <a:lnTo>
                    <a:pt x="2239719" y="136146"/>
                  </a:lnTo>
                  <a:lnTo>
                    <a:pt x="2236465" y="141474"/>
                  </a:lnTo>
                  <a:lnTo>
                    <a:pt x="2232974" y="147492"/>
                  </a:lnTo>
                  <a:lnTo>
                    <a:pt x="2226213" y="158837"/>
                  </a:lnTo>
                  <a:lnTo>
                    <a:pt x="2222031" y="165662"/>
                  </a:lnTo>
                  <a:lnTo>
                    <a:pt x="2219401" y="170183"/>
                  </a:lnTo>
                  <a:lnTo>
                    <a:pt x="2212690" y="181528"/>
                  </a:lnTo>
                  <a:lnTo>
                    <a:pt x="2207597" y="189844"/>
                  </a:lnTo>
                  <a:lnTo>
                    <a:pt x="2205844" y="192872"/>
                  </a:lnTo>
                  <a:lnTo>
                    <a:pt x="2199166" y="204219"/>
                  </a:lnTo>
                  <a:lnTo>
                    <a:pt x="2193164" y="214019"/>
                  </a:lnTo>
                  <a:lnTo>
                    <a:pt x="2192270" y="215563"/>
                  </a:lnTo>
                  <a:lnTo>
                    <a:pt x="2185626" y="226910"/>
                  </a:lnTo>
                  <a:lnTo>
                    <a:pt x="2178730" y="238187"/>
                  </a:lnTo>
                  <a:lnTo>
                    <a:pt x="2178696" y="238254"/>
                  </a:lnTo>
                  <a:lnTo>
                    <a:pt x="2172086" y="249601"/>
                  </a:lnTo>
                  <a:lnTo>
                    <a:pt x="2165190" y="260945"/>
                  </a:lnTo>
                  <a:lnTo>
                    <a:pt x="2164296" y="262397"/>
                  </a:lnTo>
                  <a:lnTo>
                    <a:pt x="2158546" y="272292"/>
                  </a:lnTo>
                  <a:lnTo>
                    <a:pt x="2151683" y="283636"/>
                  </a:lnTo>
                  <a:lnTo>
                    <a:pt x="2149862" y="286602"/>
                  </a:lnTo>
                  <a:lnTo>
                    <a:pt x="2144989" y="294983"/>
                  </a:lnTo>
                  <a:lnTo>
                    <a:pt x="2138177" y="306327"/>
                  </a:lnTo>
                  <a:lnTo>
                    <a:pt x="2135429" y="310801"/>
                  </a:lnTo>
                  <a:lnTo>
                    <a:pt x="2131449" y="317674"/>
                  </a:lnTo>
                  <a:lnTo>
                    <a:pt x="2124671" y="329018"/>
                  </a:lnTo>
                  <a:lnTo>
                    <a:pt x="2120995" y="334992"/>
                  </a:lnTo>
                  <a:lnTo>
                    <a:pt x="2117875" y="340365"/>
                  </a:lnTo>
                  <a:lnTo>
                    <a:pt x="2111147" y="351709"/>
                  </a:lnTo>
                  <a:lnTo>
                    <a:pt x="2106561" y="359177"/>
                  </a:lnTo>
                  <a:lnTo>
                    <a:pt x="2104318" y="363056"/>
                  </a:lnTo>
                  <a:lnTo>
                    <a:pt x="2097624" y="374400"/>
                  </a:lnTo>
                  <a:lnTo>
                    <a:pt x="2092127" y="383354"/>
                  </a:lnTo>
                  <a:lnTo>
                    <a:pt x="2090745" y="385747"/>
                  </a:lnTo>
                  <a:lnTo>
                    <a:pt x="2084101" y="397091"/>
                  </a:lnTo>
                  <a:lnTo>
                    <a:pt x="2077693" y="407525"/>
                  </a:lnTo>
                  <a:lnTo>
                    <a:pt x="2077171" y="408438"/>
                  </a:lnTo>
                  <a:lnTo>
                    <a:pt x="2070561" y="419782"/>
                  </a:lnTo>
                  <a:lnTo>
                    <a:pt x="2063614" y="431129"/>
                  </a:lnTo>
                  <a:lnTo>
                    <a:pt x="2063260" y="431709"/>
                  </a:lnTo>
                  <a:lnTo>
                    <a:pt x="2057021" y="442473"/>
                  </a:lnTo>
                  <a:lnTo>
                    <a:pt x="2050124" y="453818"/>
                  </a:lnTo>
                  <a:lnTo>
                    <a:pt x="2048826" y="455919"/>
                  </a:lnTo>
                  <a:lnTo>
                    <a:pt x="2043481" y="465164"/>
                  </a:lnTo>
                  <a:lnTo>
                    <a:pt x="2036618" y="476509"/>
                  </a:lnTo>
                  <a:lnTo>
                    <a:pt x="2034392" y="480124"/>
                  </a:lnTo>
                  <a:lnTo>
                    <a:pt x="2029924" y="487855"/>
                  </a:lnTo>
                  <a:lnTo>
                    <a:pt x="2023112" y="499200"/>
                  </a:lnTo>
                  <a:lnTo>
                    <a:pt x="2019958" y="504319"/>
                  </a:lnTo>
                  <a:lnTo>
                    <a:pt x="2016367" y="510546"/>
                  </a:lnTo>
                  <a:lnTo>
                    <a:pt x="2009605" y="521891"/>
                  </a:lnTo>
                  <a:lnTo>
                    <a:pt x="2005525" y="528509"/>
                  </a:lnTo>
                  <a:lnTo>
                    <a:pt x="2002793" y="533237"/>
                  </a:lnTo>
                  <a:lnTo>
                    <a:pt x="1996082" y="544582"/>
                  </a:lnTo>
                  <a:lnTo>
                    <a:pt x="1991091" y="552689"/>
                  </a:lnTo>
                  <a:lnTo>
                    <a:pt x="1989219" y="555928"/>
                  </a:lnTo>
                  <a:lnTo>
                    <a:pt x="1982559" y="567273"/>
                  </a:lnTo>
                  <a:lnTo>
                    <a:pt x="1976657" y="576862"/>
                  </a:lnTo>
                  <a:lnTo>
                    <a:pt x="1975645" y="578619"/>
                  </a:lnTo>
                  <a:lnTo>
                    <a:pt x="1969036" y="589964"/>
                  </a:lnTo>
                  <a:lnTo>
                    <a:pt x="1962223" y="601027"/>
                  </a:lnTo>
                  <a:lnTo>
                    <a:pt x="1962055" y="601310"/>
                  </a:lnTo>
                  <a:lnTo>
                    <a:pt x="1955496" y="612655"/>
                  </a:lnTo>
                  <a:lnTo>
                    <a:pt x="1948549" y="624001"/>
                  </a:lnTo>
                  <a:lnTo>
                    <a:pt x="1947790" y="625234"/>
                  </a:lnTo>
                  <a:lnTo>
                    <a:pt x="1941955" y="635346"/>
                  </a:lnTo>
                  <a:lnTo>
                    <a:pt x="1935059" y="646692"/>
                  </a:lnTo>
                  <a:lnTo>
                    <a:pt x="1933356" y="649444"/>
                  </a:lnTo>
                  <a:lnTo>
                    <a:pt x="1928399" y="658037"/>
                  </a:lnTo>
                  <a:lnTo>
                    <a:pt x="1921570" y="669383"/>
                  </a:lnTo>
                  <a:lnTo>
                    <a:pt x="1918922" y="673646"/>
                  </a:lnTo>
                  <a:lnTo>
                    <a:pt x="1914842" y="680728"/>
                  </a:lnTo>
                  <a:lnTo>
                    <a:pt x="1908063" y="692074"/>
                  </a:lnTo>
                  <a:lnTo>
                    <a:pt x="1904488" y="697840"/>
                  </a:lnTo>
                  <a:lnTo>
                    <a:pt x="1901285" y="703419"/>
                  </a:lnTo>
                  <a:lnTo>
                    <a:pt x="1894540" y="714764"/>
                  </a:lnTo>
                  <a:lnTo>
                    <a:pt x="1890055" y="722025"/>
                  </a:lnTo>
                  <a:lnTo>
                    <a:pt x="1887711" y="726110"/>
                  </a:lnTo>
                  <a:lnTo>
                    <a:pt x="1881034" y="737455"/>
                  </a:lnTo>
                  <a:lnTo>
                    <a:pt x="1875621" y="746201"/>
                  </a:lnTo>
                  <a:lnTo>
                    <a:pt x="1874137" y="748801"/>
                  </a:lnTo>
                  <a:lnTo>
                    <a:pt x="1867510" y="760146"/>
                  </a:lnTo>
                  <a:lnTo>
                    <a:pt x="1861187" y="770369"/>
                  </a:lnTo>
                  <a:lnTo>
                    <a:pt x="1860546" y="771492"/>
                  </a:lnTo>
                  <a:lnTo>
                    <a:pt x="1853970" y="782837"/>
                  </a:lnTo>
                  <a:lnTo>
                    <a:pt x="1846990" y="794183"/>
                  </a:lnTo>
                  <a:lnTo>
                    <a:pt x="1846753" y="794542"/>
                  </a:lnTo>
                  <a:lnTo>
                    <a:pt x="1840430" y="805528"/>
                  </a:lnTo>
                  <a:lnTo>
                    <a:pt x="1833500" y="816874"/>
                  </a:lnTo>
                  <a:lnTo>
                    <a:pt x="1832320" y="818761"/>
                  </a:lnTo>
                  <a:lnTo>
                    <a:pt x="1826890" y="828219"/>
                  </a:lnTo>
                  <a:lnTo>
                    <a:pt x="1820011" y="839565"/>
                  </a:lnTo>
                  <a:lnTo>
                    <a:pt x="1817886" y="842970"/>
                  </a:lnTo>
                  <a:lnTo>
                    <a:pt x="1813333" y="850910"/>
                  </a:lnTo>
                  <a:lnTo>
                    <a:pt x="1806504" y="862256"/>
                  </a:lnTo>
                  <a:lnTo>
                    <a:pt x="1803452" y="867170"/>
                  </a:lnTo>
                  <a:lnTo>
                    <a:pt x="1799776" y="873601"/>
                  </a:lnTo>
                  <a:lnTo>
                    <a:pt x="1793015" y="884947"/>
                  </a:lnTo>
                  <a:lnTo>
                    <a:pt x="1789018" y="891360"/>
                  </a:lnTo>
                  <a:lnTo>
                    <a:pt x="1786202" y="896292"/>
                  </a:lnTo>
                  <a:lnTo>
                    <a:pt x="1779491" y="907638"/>
                  </a:lnTo>
                  <a:lnTo>
                    <a:pt x="1774585" y="915541"/>
                  </a:lnTo>
                  <a:lnTo>
                    <a:pt x="1772629" y="918983"/>
                  </a:lnTo>
                  <a:lnTo>
                    <a:pt x="1765985" y="930329"/>
                  </a:lnTo>
                  <a:lnTo>
                    <a:pt x="1760151" y="939711"/>
                  </a:lnTo>
                  <a:lnTo>
                    <a:pt x="1759038" y="941674"/>
                  </a:lnTo>
                  <a:lnTo>
                    <a:pt x="1752462" y="953020"/>
                  </a:lnTo>
                  <a:lnTo>
                    <a:pt x="1745717" y="963871"/>
                  </a:lnTo>
                  <a:lnTo>
                    <a:pt x="1745447" y="964365"/>
                  </a:lnTo>
                  <a:lnTo>
                    <a:pt x="1738922" y="975711"/>
                  </a:lnTo>
                  <a:lnTo>
                    <a:pt x="1731924" y="987056"/>
                  </a:lnTo>
                  <a:lnTo>
                    <a:pt x="1731283" y="988073"/>
                  </a:lnTo>
                  <a:lnTo>
                    <a:pt x="1725382" y="998401"/>
                  </a:lnTo>
                  <a:lnTo>
                    <a:pt x="1718452" y="1009747"/>
                  </a:lnTo>
                  <a:lnTo>
                    <a:pt x="1716850" y="1012290"/>
                  </a:lnTo>
                  <a:lnTo>
                    <a:pt x="1711825" y="1021092"/>
                  </a:lnTo>
                  <a:lnTo>
                    <a:pt x="1704962" y="1032438"/>
                  </a:lnTo>
                  <a:lnTo>
                    <a:pt x="1702416" y="1036498"/>
                  </a:lnTo>
                  <a:lnTo>
                    <a:pt x="1698268" y="1043783"/>
                  </a:lnTo>
                  <a:lnTo>
                    <a:pt x="1691473" y="1055129"/>
                  </a:lnTo>
                  <a:lnTo>
                    <a:pt x="1687982" y="1060695"/>
                  </a:lnTo>
                  <a:lnTo>
                    <a:pt x="1684711" y="1066474"/>
                  </a:lnTo>
                  <a:lnTo>
                    <a:pt x="1677966" y="1077820"/>
                  </a:lnTo>
                  <a:lnTo>
                    <a:pt x="1673548" y="1084880"/>
                  </a:lnTo>
                  <a:lnTo>
                    <a:pt x="1671120" y="1089165"/>
                  </a:lnTo>
                  <a:lnTo>
                    <a:pt x="1664460" y="1100511"/>
                  </a:lnTo>
                  <a:lnTo>
                    <a:pt x="1659115" y="1109055"/>
                  </a:lnTo>
                  <a:lnTo>
                    <a:pt x="1657530" y="1111856"/>
                  </a:lnTo>
                  <a:lnTo>
                    <a:pt x="1650937" y="1123202"/>
                  </a:lnTo>
                  <a:lnTo>
                    <a:pt x="1644681" y="1133218"/>
                  </a:lnTo>
                  <a:lnTo>
                    <a:pt x="1643939" y="1134547"/>
                  </a:lnTo>
                  <a:lnTo>
                    <a:pt x="1637413" y="1145893"/>
                  </a:lnTo>
                  <a:lnTo>
                    <a:pt x="1630348" y="1157238"/>
                  </a:lnTo>
                  <a:lnTo>
                    <a:pt x="1630247" y="1157376"/>
                  </a:lnTo>
                  <a:lnTo>
                    <a:pt x="1623873" y="1168584"/>
                  </a:lnTo>
                  <a:lnTo>
                    <a:pt x="1616876" y="1179929"/>
                  </a:lnTo>
                  <a:lnTo>
                    <a:pt x="1615813" y="1181605"/>
                  </a:lnTo>
                  <a:lnTo>
                    <a:pt x="1610333" y="1191275"/>
                  </a:lnTo>
                  <a:lnTo>
                    <a:pt x="1603403" y="1202620"/>
                  </a:lnTo>
                  <a:lnTo>
                    <a:pt x="1601396" y="1205823"/>
                  </a:lnTo>
                  <a:lnTo>
                    <a:pt x="1596776" y="1213966"/>
                  </a:lnTo>
                  <a:lnTo>
                    <a:pt x="1589930" y="1225311"/>
                  </a:lnTo>
                  <a:lnTo>
                    <a:pt x="1586963" y="1230029"/>
                  </a:lnTo>
                  <a:lnTo>
                    <a:pt x="1583219" y="1236657"/>
                  </a:lnTo>
                  <a:lnTo>
                    <a:pt x="1576441" y="1248002"/>
                  </a:lnTo>
                  <a:lnTo>
                    <a:pt x="1572529" y="1254222"/>
                  </a:lnTo>
                  <a:lnTo>
                    <a:pt x="1569629" y="1259346"/>
                  </a:lnTo>
                  <a:lnTo>
                    <a:pt x="1562951" y="1270693"/>
                  </a:lnTo>
                  <a:lnTo>
                    <a:pt x="1558095" y="1278402"/>
                  </a:lnTo>
                  <a:lnTo>
                    <a:pt x="1556055" y="1282037"/>
                  </a:lnTo>
                  <a:lnTo>
                    <a:pt x="1549445" y="1293384"/>
                  </a:lnTo>
                  <a:lnTo>
                    <a:pt x="1543661" y="1302568"/>
                  </a:lnTo>
                  <a:lnTo>
                    <a:pt x="1542447" y="1304728"/>
                  </a:lnTo>
                  <a:lnTo>
                    <a:pt x="1535922" y="1316075"/>
                  </a:lnTo>
                  <a:lnTo>
                    <a:pt x="1529228" y="1326718"/>
                  </a:lnTo>
                  <a:lnTo>
                    <a:pt x="1528823" y="1327419"/>
                  </a:lnTo>
                  <a:lnTo>
                    <a:pt x="1522399" y="1338766"/>
                  </a:lnTo>
                  <a:lnTo>
                    <a:pt x="1515300" y="1350110"/>
                  </a:lnTo>
                  <a:lnTo>
                    <a:pt x="1514794" y="1350911"/>
                  </a:lnTo>
                  <a:lnTo>
                    <a:pt x="1508859" y="1361457"/>
                  </a:lnTo>
                  <a:lnTo>
                    <a:pt x="1501844" y="1372801"/>
                  </a:lnTo>
                  <a:lnTo>
                    <a:pt x="1500360" y="1375143"/>
                  </a:lnTo>
                  <a:lnTo>
                    <a:pt x="1495302" y="1384148"/>
                  </a:lnTo>
                  <a:lnTo>
                    <a:pt x="1488388" y="1395492"/>
                  </a:lnTo>
                  <a:lnTo>
                    <a:pt x="1485926" y="1399362"/>
                  </a:lnTo>
                  <a:lnTo>
                    <a:pt x="1481745" y="1406839"/>
                  </a:lnTo>
                  <a:lnTo>
                    <a:pt x="1474916" y="1418183"/>
                  </a:lnTo>
                  <a:lnTo>
                    <a:pt x="1471493" y="1423566"/>
                  </a:lnTo>
                  <a:lnTo>
                    <a:pt x="1468171" y="1429530"/>
                  </a:lnTo>
                  <a:lnTo>
                    <a:pt x="1461443" y="1440874"/>
                  </a:lnTo>
                  <a:lnTo>
                    <a:pt x="1457059" y="1447754"/>
                  </a:lnTo>
                  <a:lnTo>
                    <a:pt x="1454580" y="1452221"/>
                  </a:lnTo>
                  <a:lnTo>
                    <a:pt x="1447954" y="1463565"/>
                  </a:lnTo>
                  <a:lnTo>
                    <a:pt x="1442625" y="1471924"/>
                  </a:lnTo>
                  <a:lnTo>
                    <a:pt x="1440973" y="1474912"/>
                  </a:lnTo>
                  <a:lnTo>
                    <a:pt x="1434447" y="1486256"/>
                  </a:lnTo>
                  <a:lnTo>
                    <a:pt x="1428191" y="1496077"/>
                  </a:lnTo>
                  <a:lnTo>
                    <a:pt x="1427348" y="1497603"/>
                  </a:lnTo>
                  <a:lnTo>
                    <a:pt x="1420941" y="1508947"/>
                  </a:lnTo>
                  <a:lnTo>
                    <a:pt x="1413758" y="1520211"/>
                  </a:lnTo>
                  <a:lnTo>
                    <a:pt x="1413707" y="1520292"/>
                  </a:lnTo>
                  <a:lnTo>
                    <a:pt x="1407401" y="1531638"/>
                  </a:lnTo>
                  <a:lnTo>
                    <a:pt x="1400268" y="1542983"/>
                  </a:lnTo>
                  <a:lnTo>
                    <a:pt x="1399324" y="1544457"/>
                  </a:lnTo>
                  <a:lnTo>
                    <a:pt x="1393861" y="1554329"/>
                  </a:lnTo>
                  <a:lnTo>
                    <a:pt x="1386846" y="1565674"/>
                  </a:lnTo>
                  <a:lnTo>
                    <a:pt x="1384890" y="1568694"/>
                  </a:lnTo>
                  <a:lnTo>
                    <a:pt x="1380304" y="1577020"/>
                  </a:lnTo>
                  <a:lnTo>
                    <a:pt x="1373407" y="1588365"/>
                  </a:lnTo>
                  <a:lnTo>
                    <a:pt x="1370456" y="1592913"/>
                  </a:lnTo>
                  <a:lnTo>
                    <a:pt x="1366730" y="1599711"/>
                  </a:lnTo>
                  <a:lnTo>
                    <a:pt x="1359951" y="1611053"/>
                  </a:lnTo>
                  <a:lnTo>
                    <a:pt x="1356023" y="1617106"/>
                  </a:lnTo>
                  <a:lnTo>
                    <a:pt x="1353139" y="1622401"/>
                  </a:lnTo>
                  <a:lnTo>
                    <a:pt x="1346496" y="1633749"/>
                  </a:lnTo>
                  <a:lnTo>
                    <a:pt x="1341589" y="1641286"/>
                  </a:lnTo>
                  <a:lnTo>
                    <a:pt x="1339532" y="1645097"/>
                  </a:lnTo>
                  <a:lnTo>
                    <a:pt x="1333006" y="1656445"/>
                  </a:lnTo>
                  <a:lnTo>
                    <a:pt x="1327155" y="1665449"/>
                  </a:lnTo>
                  <a:lnTo>
                    <a:pt x="1325890" y="1667776"/>
                  </a:lnTo>
                  <a:lnTo>
                    <a:pt x="1319517" y="1679124"/>
                  </a:lnTo>
                  <a:lnTo>
                    <a:pt x="1312721" y="1689578"/>
                  </a:lnTo>
                  <a:lnTo>
                    <a:pt x="1312232" y="1690472"/>
                  </a:lnTo>
                  <a:lnTo>
                    <a:pt x="1306010" y="1701820"/>
                  </a:lnTo>
                  <a:lnTo>
                    <a:pt x="1298675" y="1713168"/>
                  </a:lnTo>
                  <a:lnTo>
                    <a:pt x="1298288" y="1713758"/>
                  </a:lnTo>
                  <a:lnTo>
                    <a:pt x="1292487" y="1724516"/>
                  </a:lnTo>
                  <a:lnTo>
                    <a:pt x="1285304" y="1735864"/>
                  </a:lnTo>
                  <a:lnTo>
                    <a:pt x="1283854" y="1738023"/>
                  </a:lnTo>
                  <a:lnTo>
                    <a:pt x="1278930" y="1747195"/>
                  </a:lnTo>
                  <a:lnTo>
                    <a:pt x="1271916" y="1758543"/>
                  </a:lnTo>
                  <a:lnTo>
                    <a:pt x="1269420" y="1762270"/>
                  </a:lnTo>
                  <a:lnTo>
                    <a:pt x="1265373" y="1769891"/>
                  </a:lnTo>
                  <a:lnTo>
                    <a:pt x="1258511" y="1781239"/>
                  </a:lnTo>
                  <a:lnTo>
                    <a:pt x="1254986" y="1786483"/>
                  </a:lnTo>
                  <a:lnTo>
                    <a:pt x="1251783" y="1792587"/>
                  </a:lnTo>
                  <a:lnTo>
                    <a:pt x="1245088" y="1803935"/>
                  </a:lnTo>
                  <a:lnTo>
                    <a:pt x="1240553" y="1810680"/>
                  </a:lnTo>
                  <a:lnTo>
                    <a:pt x="1238158" y="1815267"/>
                  </a:lnTo>
                  <a:lnTo>
                    <a:pt x="1231650" y="1826615"/>
                  </a:lnTo>
                  <a:lnTo>
                    <a:pt x="1226119" y="1834843"/>
                  </a:lnTo>
                  <a:lnTo>
                    <a:pt x="1224500" y="1837963"/>
                  </a:lnTo>
                  <a:lnTo>
                    <a:pt x="1218211" y="1849311"/>
                  </a:lnTo>
                  <a:lnTo>
                    <a:pt x="1211685" y="1858973"/>
                  </a:lnTo>
                  <a:lnTo>
                    <a:pt x="1210825" y="1860659"/>
                  </a:lnTo>
                  <a:lnTo>
                    <a:pt x="1204738" y="1872007"/>
                  </a:lnTo>
                  <a:lnTo>
                    <a:pt x="1197251" y="1883068"/>
                  </a:lnTo>
                  <a:lnTo>
                    <a:pt x="1197116" y="1883355"/>
                  </a:lnTo>
                  <a:lnTo>
                    <a:pt x="1191249" y="1894686"/>
                  </a:lnTo>
                  <a:lnTo>
                    <a:pt x="1183745" y="1906034"/>
                  </a:lnTo>
                  <a:lnTo>
                    <a:pt x="1182818" y="1907349"/>
                  </a:lnTo>
                  <a:lnTo>
                    <a:pt x="1177725" y="1917382"/>
                  </a:lnTo>
                  <a:lnTo>
                    <a:pt x="1170458" y="1928730"/>
                  </a:lnTo>
                  <a:lnTo>
                    <a:pt x="1168384" y="1931647"/>
                  </a:lnTo>
                  <a:lnTo>
                    <a:pt x="1164185" y="1940078"/>
                  </a:lnTo>
                  <a:lnTo>
                    <a:pt x="1157154" y="1951426"/>
                  </a:lnTo>
                  <a:lnTo>
                    <a:pt x="1153950" y="1955911"/>
                  </a:lnTo>
                  <a:lnTo>
                    <a:pt x="1150595" y="1962774"/>
                  </a:lnTo>
                  <a:lnTo>
                    <a:pt x="1143867" y="1974105"/>
                  </a:lnTo>
                  <a:lnTo>
                    <a:pt x="1139516" y="1980142"/>
                  </a:lnTo>
                  <a:lnTo>
                    <a:pt x="1136970" y="1985453"/>
                  </a:lnTo>
                  <a:lnTo>
                    <a:pt x="1130546" y="1996801"/>
                  </a:lnTo>
                  <a:lnTo>
                    <a:pt x="1125083" y="2004322"/>
                  </a:lnTo>
                  <a:lnTo>
                    <a:pt x="1123295" y="2008150"/>
                  </a:lnTo>
                  <a:lnTo>
                    <a:pt x="1117225" y="2019498"/>
                  </a:lnTo>
                  <a:lnTo>
                    <a:pt x="1110649" y="2028451"/>
                  </a:lnTo>
                  <a:lnTo>
                    <a:pt x="1109570" y="2030846"/>
                  </a:lnTo>
                  <a:lnTo>
                    <a:pt x="1103887" y="2042177"/>
                  </a:lnTo>
                  <a:lnTo>
                    <a:pt x="1096215" y="2052513"/>
                  </a:lnTo>
                  <a:lnTo>
                    <a:pt x="1095777" y="2053525"/>
                  </a:lnTo>
                  <a:lnTo>
                    <a:pt x="1090516" y="2064873"/>
                  </a:lnTo>
                  <a:lnTo>
                    <a:pt x="1082119" y="2076221"/>
                  </a:lnTo>
                  <a:lnTo>
                    <a:pt x="1081781" y="2076626"/>
                  </a:lnTo>
                  <a:lnTo>
                    <a:pt x="1077127" y="2087569"/>
                  </a:lnTo>
                  <a:lnTo>
                    <a:pt x="1069202" y="2098917"/>
                  </a:lnTo>
                  <a:lnTo>
                    <a:pt x="1067348" y="2101126"/>
                  </a:lnTo>
                  <a:lnTo>
                    <a:pt x="1063689" y="2110265"/>
                  </a:lnTo>
                  <a:lnTo>
                    <a:pt x="1056371" y="2121596"/>
                  </a:lnTo>
                  <a:lnTo>
                    <a:pt x="1052914" y="2125592"/>
                  </a:lnTo>
                  <a:lnTo>
                    <a:pt x="1050199" y="2132944"/>
                  </a:lnTo>
                  <a:lnTo>
                    <a:pt x="1043673" y="2144292"/>
                  </a:lnTo>
                  <a:lnTo>
                    <a:pt x="1038480" y="2150009"/>
                  </a:lnTo>
                  <a:lnTo>
                    <a:pt x="1036625" y="2155640"/>
                  </a:lnTo>
                  <a:lnTo>
                    <a:pt x="1031145" y="2166988"/>
                  </a:lnTo>
                  <a:lnTo>
                    <a:pt x="1024046" y="2174374"/>
                  </a:lnTo>
                  <a:lnTo>
                    <a:pt x="1022933" y="2178336"/>
                  </a:lnTo>
                  <a:lnTo>
                    <a:pt x="1018887" y="2189668"/>
                  </a:lnTo>
                  <a:lnTo>
                    <a:pt x="1009613" y="2198621"/>
                  </a:lnTo>
                  <a:lnTo>
                    <a:pt x="1009056" y="2201016"/>
                  </a:lnTo>
                  <a:lnTo>
                    <a:pt x="1006830" y="2212364"/>
                  </a:lnTo>
                  <a:lnTo>
                    <a:pt x="995179" y="2222633"/>
                  </a:lnTo>
                  <a:lnTo>
                    <a:pt x="994926" y="2223712"/>
                  </a:lnTo>
                  <a:lnTo>
                    <a:pt x="994353" y="2235060"/>
                  </a:lnTo>
                  <a:lnTo>
                    <a:pt x="980745" y="2246172"/>
                  </a:lnTo>
                  <a:lnTo>
                    <a:pt x="966311" y="2243137"/>
                  </a:lnTo>
                  <a:lnTo>
                    <a:pt x="956279" y="2235060"/>
                  </a:lnTo>
                  <a:lnTo>
                    <a:pt x="953682" y="2223712"/>
                  </a:lnTo>
                  <a:lnTo>
                    <a:pt x="952468" y="2212364"/>
                  </a:lnTo>
                  <a:lnTo>
                    <a:pt x="951878" y="2208367"/>
                  </a:lnTo>
                  <a:lnTo>
                    <a:pt x="945487" y="2201016"/>
                  </a:lnTo>
                  <a:lnTo>
                    <a:pt x="940901" y="2189668"/>
                  </a:lnTo>
                  <a:lnTo>
                    <a:pt x="938270" y="2178336"/>
                  </a:lnTo>
                  <a:lnTo>
                    <a:pt x="937444" y="2174627"/>
                  </a:lnTo>
                  <a:lnTo>
                    <a:pt x="932098" y="2166988"/>
                  </a:lnTo>
                  <a:lnTo>
                    <a:pt x="927192" y="2155640"/>
                  </a:lnTo>
                  <a:lnTo>
                    <a:pt x="923887" y="2144292"/>
                  </a:lnTo>
                  <a:lnTo>
                    <a:pt x="923010" y="2141038"/>
                  </a:lnTo>
                  <a:lnTo>
                    <a:pt x="918002" y="2132944"/>
                  </a:lnTo>
                  <a:lnTo>
                    <a:pt x="913045" y="2121596"/>
                  </a:lnTo>
                  <a:lnTo>
                    <a:pt x="909402" y="2110265"/>
                  </a:lnTo>
                  <a:lnTo>
                    <a:pt x="908576" y="2107483"/>
                  </a:lnTo>
                  <a:lnTo>
                    <a:pt x="903652" y="2098917"/>
                  </a:lnTo>
                  <a:lnTo>
                    <a:pt x="898712" y="2087569"/>
                  </a:lnTo>
                  <a:lnTo>
                    <a:pt x="894868" y="2076221"/>
                  </a:lnTo>
                  <a:lnTo>
                    <a:pt x="894142" y="2073961"/>
                  </a:lnTo>
                  <a:lnTo>
                    <a:pt x="889185" y="2064873"/>
                  </a:lnTo>
                  <a:lnTo>
                    <a:pt x="884278" y="2053525"/>
                  </a:lnTo>
                  <a:lnTo>
                    <a:pt x="880282" y="2042177"/>
                  </a:lnTo>
                  <a:lnTo>
                    <a:pt x="879709" y="2040457"/>
                  </a:lnTo>
                  <a:lnTo>
                    <a:pt x="874650" y="2030846"/>
                  </a:lnTo>
                  <a:lnTo>
                    <a:pt x="869760" y="2019498"/>
                  </a:lnTo>
                  <a:lnTo>
                    <a:pt x="865696" y="2008150"/>
                  </a:lnTo>
                  <a:lnTo>
                    <a:pt x="865275" y="2006952"/>
                  </a:lnTo>
                  <a:lnTo>
                    <a:pt x="860082" y="1996801"/>
                  </a:lnTo>
                  <a:lnTo>
                    <a:pt x="855225" y="1985453"/>
                  </a:lnTo>
                  <a:lnTo>
                    <a:pt x="851077" y="1974105"/>
                  </a:lnTo>
                  <a:lnTo>
                    <a:pt x="850841" y="1973448"/>
                  </a:lnTo>
                  <a:lnTo>
                    <a:pt x="845496" y="1962774"/>
                  </a:lnTo>
                  <a:lnTo>
                    <a:pt x="840657" y="1951426"/>
                  </a:lnTo>
                  <a:lnTo>
                    <a:pt x="836458" y="1940078"/>
                  </a:lnTo>
                  <a:lnTo>
                    <a:pt x="836407" y="1939943"/>
                  </a:lnTo>
                  <a:lnTo>
                    <a:pt x="830877" y="1928730"/>
                  </a:lnTo>
                  <a:lnTo>
                    <a:pt x="826071" y="1917382"/>
                  </a:lnTo>
                  <a:lnTo>
                    <a:pt x="821974" y="1906473"/>
                  </a:lnTo>
                  <a:lnTo>
                    <a:pt x="821755" y="1906034"/>
                  </a:lnTo>
                  <a:lnTo>
                    <a:pt x="816258" y="1894686"/>
                  </a:lnTo>
                  <a:lnTo>
                    <a:pt x="811469" y="1883355"/>
                  </a:lnTo>
                  <a:lnTo>
                    <a:pt x="807540" y="1873019"/>
                  </a:lnTo>
                  <a:lnTo>
                    <a:pt x="807034" y="1872007"/>
                  </a:lnTo>
                  <a:lnTo>
                    <a:pt x="801638" y="1860659"/>
                  </a:lnTo>
                  <a:lnTo>
                    <a:pt x="796850" y="1849311"/>
                  </a:lnTo>
                  <a:lnTo>
                    <a:pt x="793106" y="1839548"/>
                  </a:lnTo>
                  <a:lnTo>
                    <a:pt x="792331" y="1837963"/>
                  </a:lnTo>
                  <a:lnTo>
                    <a:pt x="787002" y="1826615"/>
                  </a:lnTo>
                  <a:lnTo>
                    <a:pt x="782230" y="1815267"/>
                  </a:lnTo>
                  <a:lnTo>
                    <a:pt x="778672" y="1806077"/>
                  </a:lnTo>
                  <a:lnTo>
                    <a:pt x="777627" y="1803935"/>
                  </a:lnTo>
                  <a:lnTo>
                    <a:pt x="772349" y="1792587"/>
                  </a:lnTo>
                  <a:lnTo>
                    <a:pt x="767594" y="1781239"/>
                  </a:lnTo>
                  <a:lnTo>
                    <a:pt x="764239" y="1772606"/>
                  </a:lnTo>
                  <a:lnTo>
                    <a:pt x="762940" y="1769891"/>
                  </a:lnTo>
                  <a:lnTo>
                    <a:pt x="757713" y="1758543"/>
                  </a:lnTo>
                  <a:lnTo>
                    <a:pt x="752975" y="1747195"/>
                  </a:lnTo>
                  <a:lnTo>
                    <a:pt x="749805" y="1739135"/>
                  </a:lnTo>
                  <a:lnTo>
                    <a:pt x="748254" y="1735864"/>
                  </a:lnTo>
                  <a:lnTo>
                    <a:pt x="743060" y="1724516"/>
                  </a:lnTo>
                  <a:lnTo>
                    <a:pt x="738339" y="1713168"/>
                  </a:lnTo>
                  <a:lnTo>
                    <a:pt x="735371" y="1705665"/>
                  </a:lnTo>
                  <a:lnTo>
                    <a:pt x="733567" y="1701820"/>
                  </a:lnTo>
                  <a:lnTo>
                    <a:pt x="728424" y="1690472"/>
                  </a:lnTo>
                  <a:lnTo>
                    <a:pt x="723686" y="1679124"/>
                  </a:lnTo>
                  <a:lnTo>
                    <a:pt x="720937" y="1672177"/>
                  </a:lnTo>
                  <a:lnTo>
                    <a:pt x="718880" y="1667776"/>
                  </a:lnTo>
                  <a:lnTo>
                    <a:pt x="713771" y="1656445"/>
                  </a:lnTo>
                  <a:lnTo>
                    <a:pt x="709050" y="1645097"/>
                  </a:lnTo>
                  <a:lnTo>
                    <a:pt x="706521" y="1638706"/>
                  </a:lnTo>
                  <a:lnTo>
                    <a:pt x="704194" y="1633749"/>
                  </a:lnTo>
                  <a:lnTo>
                    <a:pt x="699118" y="1622401"/>
                  </a:lnTo>
                  <a:lnTo>
                    <a:pt x="694397" y="1611053"/>
                  </a:lnTo>
                  <a:lnTo>
                    <a:pt x="692087" y="1605219"/>
                  </a:lnTo>
                  <a:lnTo>
                    <a:pt x="689507" y="1599711"/>
                  </a:lnTo>
                  <a:lnTo>
                    <a:pt x="684465" y="1588365"/>
                  </a:lnTo>
                  <a:lnTo>
                    <a:pt x="679761" y="1577020"/>
                  </a:lnTo>
                  <a:lnTo>
                    <a:pt x="677653" y="1571741"/>
                  </a:lnTo>
                  <a:lnTo>
                    <a:pt x="674837" y="1565674"/>
                  </a:lnTo>
                  <a:lnTo>
                    <a:pt x="669812" y="1554329"/>
                  </a:lnTo>
                  <a:lnTo>
                    <a:pt x="665108" y="1542983"/>
                  </a:lnTo>
                  <a:lnTo>
                    <a:pt x="663219" y="1538260"/>
                  </a:lnTo>
                  <a:lnTo>
                    <a:pt x="660150" y="1531638"/>
                  </a:lnTo>
                  <a:lnTo>
                    <a:pt x="655142" y="1520292"/>
                  </a:lnTo>
                  <a:lnTo>
                    <a:pt x="650455" y="1508947"/>
                  </a:lnTo>
                  <a:lnTo>
                    <a:pt x="648786" y="1504779"/>
                  </a:lnTo>
                  <a:lnTo>
                    <a:pt x="645481" y="1497603"/>
                  </a:lnTo>
                  <a:lnTo>
                    <a:pt x="640490" y="1486256"/>
                  </a:lnTo>
                  <a:lnTo>
                    <a:pt x="635802" y="1474912"/>
                  </a:lnTo>
                  <a:lnTo>
                    <a:pt x="634352" y="1471297"/>
                  </a:lnTo>
                  <a:lnTo>
                    <a:pt x="630794" y="1463565"/>
                  </a:lnTo>
                  <a:lnTo>
                    <a:pt x="625836" y="1452221"/>
                  </a:lnTo>
                  <a:lnTo>
                    <a:pt x="621149" y="1440874"/>
                  </a:lnTo>
                  <a:lnTo>
                    <a:pt x="619918" y="1437816"/>
                  </a:lnTo>
                  <a:lnTo>
                    <a:pt x="616124" y="1429530"/>
                  </a:lnTo>
                  <a:lnTo>
                    <a:pt x="611167" y="1418183"/>
                  </a:lnTo>
                  <a:lnTo>
                    <a:pt x="606496" y="1406839"/>
                  </a:lnTo>
                  <a:lnTo>
                    <a:pt x="605484" y="1404333"/>
                  </a:lnTo>
                  <a:lnTo>
                    <a:pt x="601454" y="1395492"/>
                  </a:lnTo>
                  <a:lnTo>
                    <a:pt x="596514" y="1384148"/>
                  </a:lnTo>
                  <a:lnTo>
                    <a:pt x="591843" y="1372801"/>
                  </a:lnTo>
                  <a:lnTo>
                    <a:pt x="591050" y="1370850"/>
                  </a:lnTo>
                  <a:lnTo>
                    <a:pt x="586768" y="1361457"/>
                  </a:lnTo>
                  <a:lnTo>
                    <a:pt x="581861" y="1350110"/>
                  </a:lnTo>
                  <a:lnTo>
                    <a:pt x="577173" y="1338766"/>
                  </a:lnTo>
                  <a:lnTo>
                    <a:pt x="576617" y="1337366"/>
                  </a:lnTo>
                  <a:lnTo>
                    <a:pt x="572098" y="1327419"/>
                  </a:lnTo>
                  <a:lnTo>
                    <a:pt x="567191" y="1316075"/>
                  </a:lnTo>
                  <a:lnTo>
                    <a:pt x="562520" y="1304728"/>
                  </a:lnTo>
                  <a:lnTo>
                    <a:pt x="562183" y="1303884"/>
                  </a:lnTo>
                  <a:lnTo>
                    <a:pt x="557428" y="1293384"/>
                  </a:lnTo>
                  <a:lnTo>
                    <a:pt x="552538" y="1282037"/>
                  </a:lnTo>
                  <a:lnTo>
                    <a:pt x="547867" y="1270693"/>
                  </a:lnTo>
                  <a:lnTo>
                    <a:pt x="547749" y="1270399"/>
                  </a:lnTo>
                  <a:lnTo>
                    <a:pt x="542758" y="1259346"/>
                  </a:lnTo>
                  <a:lnTo>
                    <a:pt x="537872" y="1248002"/>
                  </a:lnTo>
                  <a:lnTo>
                    <a:pt x="533310" y="1236922"/>
                  </a:lnTo>
                  <a:lnTo>
                    <a:pt x="533189" y="1236657"/>
                  </a:lnTo>
                  <a:lnTo>
                    <a:pt x="528083" y="1225311"/>
                  </a:lnTo>
                  <a:lnTo>
                    <a:pt x="523210" y="1213966"/>
                  </a:lnTo>
                  <a:lnTo>
                    <a:pt x="518877" y="1203451"/>
                  </a:lnTo>
                  <a:lnTo>
                    <a:pt x="518499" y="1202620"/>
                  </a:lnTo>
                  <a:lnTo>
                    <a:pt x="513412" y="1191275"/>
                  </a:lnTo>
                  <a:lnTo>
                    <a:pt x="508547" y="1179929"/>
                  </a:lnTo>
                  <a:lnTo>
                    <a:pt x="504443" y="1169978"/>
                  </a:lnTo>
                  <a:lnTo>
                    <a:pt x="503811" y="1168584"/>
                  </a:lnTo>
                  <a:lnTo>
                    <a:pt x="498740" y="1157238"/>
                  </a:lnTo>
                  <a:lnTo>
                    <a:pt x="493886" y="1145893"/>
                  </a:lnTo>
                  <a:lnTo>
                    <a:pt x="490011" y="1136504"/>
                  </a:lnTo>
                  <a:lnTo>
                    <a:pt x="489124" y="1134547"/>
                  </a:lnTo>
                  <a:lnTo>
                    <a:pt x="484069" y="1123202"/>
                  </a:lnTo>
                  <a:lnTo>
                    <a:pt x="479223" y="1111856"/>
                  </a:lnTo>
                  <a:lnTo>
                    <a:pt x="475577" y="1103030"/>
                  </a:lnTo>
                  <a:lnTo>
                    <a:pt x="474437" y="1100511"/>
                  </a:lnTo>
                  <a:lnTo>
                    <a:pt x="469399" y="1089165"/>
                  </a:lnTo>
                  <a:lnTo>
                    <a:pt x="464560" y="1077820"/>
                  </a:lnTo>
                  <a:lnTo>
                    <a:pt x="461143" y="1069556"/>
                  </a:lnTo>
                  <a:lnTo>
                    <a:pt x="459752" y="1066474"/>
                  </a:lnTo>
                  <a:lnTo>
                    <a:pt x="454727" y="1055129"/>
                  </a:lnTo>
                  <a:lnTo>
                    <a:pt x="449897" y="1043783"/>
                  </a:lnTo>
                  <a:lnTo>
                    <a:pt x="446710" y="1036080"/>
                  </a:lnTo>
                  <a:lnTo>
                    <a:pt x="445069" y="1032438"/>
                  </a:lnTo>
                  <a:lnTo>
                    <a:pt x="440058" y="1021092"/>
                  </a:lnTo>
                  <a:lnTo>
                    <a:pt x="435233" y="1009747"/>
                  </a:lnTo>
                  <a:lnTo>
                    <a:pt x="432276" y="1002604"/>
                  </a:lnTo>
                  <a:lnTo>
                    <a:pt x="430387" y="998401"/>
                  </a:lnTo>
                  <a:lnTo>
                    <a:pt x="425388" y="987056"/>
                  </a:lnTo>
                  <a:lnTo>
                    <a:pt x="420570" y="975711"/>
                  </a:lnTo>
                  <a:lnTo>
                    <a:pt x="417842" y="969127"/>
                  </a:lnTo>
                  <a:lnTo>
                    <a:pt x="415704" y="964365"/>
                  </a:lnTo>
                  <a:lnTo>
                    <a:pt x="410718" y="953020"/>
                  </a:lnTo>
                  <a:lnTo>
                    <a:pt x="405907" y="941674"/>
                  </a:lnTo>
                  <a:lnTo>
                    <a:pt x="403410" y="935649"/>
                  </a:lnTo>
                  <a:lnTo>
                    <a:pt x="401024" y="930329"/>
                  </a:lnTo>
                  <a:lnTo>
                    <a:pt x="396048" y="918983"/>
                  </a:lnTo>
                  <a:lnTo>
                    <a:pt x="391242" y="907638"/>
                  </a:lnTo>
                  <a:lnTo>
                    <a:pt x="388976" y="902172"/>
                  </a:lnTo>
                  <a:lnTo>
                    <a:pt x="386344" y="896292"/>
                  </a:lnTo>
                  <a:lnTo>
                    <a:pt x="381378" y="884947"/>
                  </a:lnTo>
                  <a:lnTo>
                    <a:pt x="376579" y="873601"/>
                  </a:lnTo>
                  <a:lnTo>
                    <a:pt x="374542" y="868694"/>
                  </a:lnTo>
                  <a:lnTo>
                    <a:pt x="371664" y="862256"/>
                  </a:lnTo>
                  <a:lnTo>
                    <a:pt x="366708" y="850910"/>
                  </a:lnTo>
                  <a:lnTo>
                    <a:pt x="361915" y="839565"/>
                  </a:lnTo>
                  <a:lnTo>
                    <a:pt x="360109" y="835215"/>
                  </a:lnTo>
                  <a:lnTo>
                    <a:pt x="356986" y="828219"/>
                  </a:lnTo>
                  <a:lnTo>
                    <a:pt x="352039" y="816874"/>
                  </a:lnTo>
                  <a:lnTo>
                    <a:pt x="347252" y="805528"/>
                  </a:lnTo>
                  <a:lnTo>
                    <a:pt x="345675" y="801736"/>
                  </a:lnTo>
                  <a:lnTo>
                    <a:pt x="342308" y="794183"/>
                  </a:lnTo>
                  <a:lnTo>
                    <a:pt x="337371" y="782837"/>
                  </a:lnTo>
                  <a:lnTo>
                    <a:pt x="332587" y="771492"/>
                  </a:lnTo>
                  <a:lnTo>
                    <a:pt x="331241" y="768256"/>
                  </a:lnTo>
                  <a:lnTo>
                    <a:pt x="327629" y="760146"/>
                  </a:lnTo>
                  <a:lnTo>
                    <a:pt x="322701" y="748801"/>
                  </a:lnTo>
                  <a:lnTo>
                    <a:pt x="317922" y="737455"/>
                  </a:lnTo>
                  <a:lnTo>
                    <a:pt x="316807" y="734777"/>
                  </a:lnTo>
                  <a:lnTo>
                    <a:pt x="312951" y="726110"/>
                  </a:lnTo>
                  <a:lnTo>
                    <a:pt x="308031" y="714764"/>
                  </a:lnTo>
                  <a:lnTo>
                    <a:pt x="303257" y="703419"/>
                  </a:lnTo>
                  <a:lnTo>
                    <a:pt x="302375" y="701296"/>
                  </a:lnTo>
                  <a:lnTo>
                    <a:pt x="298275" y="692074"/>
                  </a:lnTo>
                  <a:lnTo>
                    <a:pt x="293363" y="680728"/>
                  </a:lnTo>
                  <a:lnTo>
                    <a:pt x="288594" y="669383"/>
                  </a:lnTo>
                  <a:lnTo>
                    <a:pt x="287942" y="667815"/>
                  </a:lnTo>
                  <a:lnTo>
                    <a:pt x="283600" y="658037"/>
                  </a:lnTo>
                  <a:lnTo>
                    <a:pt x="278695" y="646692"/>
                  </a:lnTo>
                  <a:lnTo>
                    <a:pt x="273929" y="635346"/>
                  </a:lnTo>
                  <a:lnTo>
                    <a:pt x="273508" y="634336"/>
                  </a:lnTo>
                  <a:lnTo>
                    <a:pt x="268923" y="624001"/>
                  </a:lnTo>
                  <a:lnTo>
                    <a:pt x="264025" y="612655"/>
                  </a:lnTo>
                  <a:lnTo>
                    <a:pt x="259265" y="601310"/>
                  </a:lnTo>
                  <a:lnTo>
                    <a:pt x="259074" y="600855"/>
                  </a:lnTo>
                  <a:lnTo>
                    <a:pt x="254248" y="589964"/>
                  </a:lnTo>
                  <a:lnTo>
                    <a:pt x="249357" y="578619"/>
                  </a:lnTo>
                  <a:lnTo>
                    <a:pt x="244640" y="567374"/>
                  </a:lnTo>
                  <a:lnTo>
                    <a:pt x="244597" y="567273"/>
                  </a:lnTo>
                  <a:lnTo>
                    <a:pt x="239572" y="555928"/>
                  </a:lnTo>
                  <a:lnTo>
                    <a:pt x="234689" y="544582"/>
                  </a:lnTo>
                  <a:lnTo>
                    <a:pt x="230207" y="533902"/>
                  </a:lnTo>
                  <a:lnTo>
                    <a:pt x="229912" y="533237"/>
                  </a:lnTo>
                  <a:lnTo>
                    <a:pt x="224898" y="521891"/>
                  </a:lnTo>
                  <a:lnTo>
                    <a:pt x="220020" y="510546"/>
                  </a:lnTo>
                  <a:lnTo>
                    <a:pt x="215775" y="500428"/>
                  </a:lnTo>
                  <a:lnTo>
                    <a:pt x="215228" y="499200"/>
                  </a:lnTo>
                  <a:lnTo>
                    <a:pt x="210224" y="487855"/>
                  </a:lnTo>
                  <a:lnTo>
                    <a:pt x="205351" y="476509"/>
                  </a:lnTo>
                  <a:lnTo>
                    <a:pt x="201341" y="466953"/>
                  </a:lnTo>
                  <a:lnTo>
                    <a:pt x="200545" y="465164"/>
                  </a:lnTo>
                  <a:lnTo>
                    <a:pt x="195549" y="453818"/>
                  </a:lnTo>
                  <a:lnTo>
                    <a:pt x="190682" y="442473"/>
                  </a:lnTo>
                  <a:lnTo>
                    <a:pt x="186907" y="433478"/>
                  </a:lnTo>
                  <a:lnTo>
                    <a:pt x="185863" y="431129"/>
                  </a:lnTo>
                  <a:lnTo>
                    <a:pt x="180876" y="419782"/>
                  </a:lnTo>
                  <a:lnTo>
                    <a:pt x="176014" y="408438"/>
                  </a:lnTo>
                  <a:lnTo>
                    <a:pt x="172473" y="400002"/>
                  </a:lnTo>
                  <a:lnTo>
                    <a:pt x="171182" y="397091"/>
                  </a:lnTo>
                  <a:lnTo>
                    <a:pt x="166202" y="385747"/>
                  </a:lnTo>
                  <a:lnTo>
                    <a:pt x="161346" y="374400"/>
                  </a:lnTo>
                  <a:lnTo>
                    <a:pt x="158040" y="366526"/>
                  </a:lnTo>
                  <a:lnTo>
                    <a:pt x="156500" y="363056"/>
                  </a:lnTo>
                  <a:lnTo>
                    <a:pt x="151529" y="351709"/>
                  </a:lnTo>
                  <a:lnTo>
                    <a:pt x="146678" y="340365"/>
                  </a:lnTo>
                  <a:lnTo>
                    <a:pt x="143606" y="333050"/>
                  </a:lnTo>
                  <a:lnTo>
                    <a:pt x="141820" y="329018"/>
                  </a:lnTo>
                  <a:lnTo>
                    <a:pt x="136856" y="317674"/>
                  </a:lnTo>
                  <a:lnTo>
                    <a:pt x="132010" y="306327"/>
                  </a:lnTo>
                  <a:lnTo>
                    <a:pt x="129174" y="299574"/>
                  </a:lnTo>
                  <a:lnTo>
                    <a:pt x="127140" y="294983"/>
                  </a:lnTo>
                  <a:lnTo>
                    <a:pt x="122183" y="283636"/>
                  </a:lnTo>
                  <a:lnTo>
                    <a:pt x="117342" y="272292"/>
                  </a:lnTo>
                  <a:lnTo>
                    <a:pt x="114740" y="266097"/>
                  </a:lnTo>
                  <a:lnTo>
                    <a:pt x="112460" y="260945"/>
                  </a:lnTo>
                  <a:lnTo>
                    <a:pt x="107510" y="249601"/>
                  </a:lnTo>
                  <a:lnTo>
                    <a:pt x="102674" y="238254"/>
                  </a:lnTo>
                  <a:lnTo>
                    <a:pt x="100306" y="232619"/>
                  </a:lnTo>
                  <a:lnTo>
                    <a:pt x="97782" y="226910"/>
                  </a:lnTo>
                  <a:lnTo>
                    <a:pt x="92838" y="215563"/>
                  </a:lnTo>
                  <a:lnTo>
                    <a:pt x="88007" y="204219"/>
                  </a:lnTo>
                  <a:lnTo>
                    <a:pt x="85872" y="199141"/>
                  </a:lnTo>
                  <a:lnTo>
                    <a:pt x="83102" y="192872"/>
                  </a:lnTo>
                  <a:lnTo>
                    <a:pt x="78165" y="181528"/>
                  </a:lnTo>
                  <a:lnTo>
                    <a:pt x="73339" y="170183"/>
                  </a:lnTo>
                  <a:lnTo>
                    <a:pt x="71439" y="165664"/>
                  </a:lnTo>
                  <a:lnTo>
                    <a:pt x="68424" y="158837"/>
                  </a:lnTo>
                  <a:lnTo>
                    <a:pt x="63493" y="147492"/>
                  </a:lnTo>
                  <a:lnTo>
                    <a:pt x="58671" y="136146"/>
                  </a:lnTo>
                  <a:lnTo>
                    <a:pt x="57005" y="132185"/>
                  </a:lnTo>
                  <a:lnTo>
                    <a:pt x="53747" y="124801"/>
                  </a:lnTo>
                  <a:lnTo>
                    <a:pt x="48822" y="113455"/>
                  </a:lnTo>
                  <a:lnTo>
                    <a:pt x="44003" y="102110"/>
                  </a:lnTo>
                  <a:lnTo>
                    <a:pt x="42573" y="98707"/>
                  </a:lnTo>
                  <a:lnTo>
                    <a:pt x="39069" y="90764"/>
                  </a:lnTo>
                  <a:lnTo>
                    <a:pt x="34150" y="79418"/>
                  </a:lnTo>
                  <a:lnTo>
                    <a:pt x="29335" y="68073"/>
                  </a:lnTo>
                  <a:lnTo>
                    <a:pt x="28139" y="65228"/>
                  </a:lnTo>
                  <a:lnTo>
                    <a:pt x="24392" y="56727"/>
                  </a:lnTo>
                  <a:lnTo>
                    <a:pt x="19479" y="45382"/>
                  </a:lnTo>
                  <a:lnTo>
                    <a:pt x="14668" y="34037"/>
                  </a:lnTo>
                  <a:lnTo>
                    <a:pt x="13705" y="31748"/>
                  </a:lnTo>
                  <a:lnTo>
                    <a:pt x="9716" y="22691"/>
                  </a:lnTo>
                  <a:lnTo>
                    <a:pt x="4807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492BF660-DF51-EE2C-94DA-E14C087A99D2}"/>
                </a:ext>
              </a:extLst>
            </p:cNvPr>
            <p:cNvSpPr/>
            <p:nvPr/>
          </p:nvSpPr>
          <p:spPr>
            <a:xfrm>
              <a:off x="8373890" y="4696385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1360CE53-1870-A3C2-703A-3E713487C93B}"/>
              </a:ext>
            </a:extLst>
          </p:cNvPr>
          <p:cNvGrpSpPr/>
          <p:nvPr/>
        </p:nvGrpSpPr>
        <p:grpSpPr>
          <a:xfrm>
            <a:off x="6021593" y="2521084"/>
            <a:ext cx="2473702" cy="2245497"/>
            <a:chOff x="6021593" y="2521084"/>
            <a:chExt cx="2473702" cy="2245497"/>
          </a:xfrm>
        </p:grpSpPr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0C9CF413-0D45-E6D2-7F1A-5807E2BDE5E1}"/>
                </a:ext>
              </a:extLst>
            </p:cNvPr>
            <p:cNvSpPr/>
            <p:nvPr/>
          </p:nvSpPr>
          <p:spPr>
            <a:xfrm>
              <a:off x="6021593" y="2521084"/>
              <a:ext cx="2067298" cy="2245497"/>
            </a:xfrm>
            <a:custGeom>
              <a:avLst/>
              <a:gdLst>
                <a:gd name="csX0" fmla="*/ 0 w 2067298"/>
                <a:gd name="csY0" fmla="*/ 0 h 2245497"/>
                <a:gd name="csX1" fmla="*/ 4113 w 2067298"/>
                <a:gd name="csY1" fmla="*/ 11346 h 2245497"/>
                <a:gd name="csX2" fmla="*/ 8286 w 2067298"/>
                <a:gd name="csY2" fmla="*/ 22691 h 2245497"/>
                <a:gd name="csX3" fmla="*/ 12513 w 2067298"/>
                <a:gd name="csY3" fmla="*/ 34007 h 2245497"/>
                <a:gd name="csX4" fmla="*/ 12525 w 2067298"/>
                <a:gd name="csY4" fmla="*/ 34037 h 2245497"/>
                <a:gd name="csX5" fmla="*/ 16607 w 2067298"/>
                <a:gd name="csY5" fmla="*/ 45382 h 2245497"/>
                <a:gd name="csX6" fmla="*/ 20752 w 2067298"/>
                <a:gd name="csY6" fmla="*/ 56727 h 2245497"/>
                <a:gd name="csX7" fmla="*/ 24959 w 2067298"/>
                <a:gd name="csY7" fmla="*/ 68073 h 2245497"/>
                <a:gd name="csX8" fmla="*/ 26947 w 2067298"/>
                <a:gd name="csY8" fmla="*/ 73376 h 2245497"/>
                <a:gd name="csX9" fmla="*/ 29115 w 2067298"/>
                <a:gd name="csY9" fmla="*/ 79418 h 2245497"/>
                <a:gd name="csX10" fmla="*/ 33230 w 2067298"/>
                <a:gd name="csY10" fmla="*/ 90764 h 2245497"/>
                <a:gd name="csX11" fmla="*/ 37408 w 2067298"/>
                <a:gd name="csY11" fmla="*/ 102110 h 2245497"/>
                <a:gd name="csX12" fmla="*/ 41381 w 2067298"/>
                <a:gd name="csY12" fmla="*/ 112733 h 2245497"/>
                <a:gd name="csX13" fmla="*/ 41639 w 2067298"/>
                <a:gd name="csY13" fmla="*/ 113455 h 2245497"/>
                <a:gd name="csX14" fmla="*/ 45723 w 2067298"/>
                <a:gd name="csY14" fmla="*/ 124801 h 2245497"/>
                <a:gd name="csX15" fmla="*/ 49871 w 2067298"/>
                <a:gd name="csY15" fmla="*/ 136146 h 2245497"/>
                <a:gd name="csX16" fmla="*/ 54084 w 2067298"/>
                <a:gd name="csY16" fmla="*/ 147492 h 2245497"/>
                <a:gd name="csX17" fmla="*/ 55814 w 2067298"/>
                <a:gd name="csY17" fmla="*/ 152100 h 2245497"/>
                <a:gd name="csX18" fmla="*/ 58231 w 2067298"/>
                <a:gd name="csY18" fmla="*/ 158837 h 2245497"/>
                <a:gd name="csX19" fmla="*/ 62347 w 2067298"/>
                <a:gd name="csY19" fmla="*/ 170183 h 2245497"/>
                <a:gd name="csX20" fmla="*/ 66530 w 2067298"/>
                <a:gd name="csY20" fmla="*/ 181528 h 2245497"/>
                <a:gd name="csX21" fmla="*/ 70248 w 2067298"/>
                <a:gd name="csY21" fmla="*/ 191459 h 2245497"/>
                <a:gd name="csX22" fmla="*/ 70754 w 2067298"/>
                <a:gd name="csY22" fmla="*/ 192872 h 2245497"/>
                <a:gd name="csX23" fmla="*/ 74838 w 2067298"/>
                <a:gd name="csY23" fmla="*/ 204219 h 2245497"/>
                <a:gd name="csX24" fmla="*/ 78989 w 2067298"/>
                <a:gd name="csY24" fmla="*/ 215563 h 2245497"/>
                <a:gd name="csX25" fmla="*/ 83210 w 2067298"/>
                <a:gd name="csY25" fmla="*/ 226910 h 2245497"/>
                <a:gd name="csX26" fmla="*/ 84680 w 2067298"/>
                <a:gd name="csY26" fmla="*/ 230825 h 2245497"/>
                <a:gd name="csX27" fmla="*/ 87345 w 2067298"/>
                <a:gd name="csY27" fmla="*/ 238254 h 2245497"/>
                <a:gd name="csX28" fmla="*/ 91464 w 2067298"/>
                <a:gd name="csY28" fmla="*/ 249601 h 2245497"/>
                <a:gd name="csX29" fmla="*/ 95652 w 2067298"/>
                <a:gd name="csY29" fmla="*/ 260945 h 2245497"/>
                <a:gd name="csX30" fmla="*/ 99114 w 2067298"/>
                <a:gd name="csY30" fmla="*/ 270186 h 2245497"/>
                <a:gd name="csX31" fmla="*/ 99868 w 2067298"/>
                <a:gd name="csY31" fmla="*/ 272292 h 2245497"/>
                <a:gd name="csX32" fmla="*/ 103953 w 2067298"/>
                <a:gd name="csY32" fmla="*/ 283636 h 2245497"/>
                <a:gd name="csX33" fmla="*/ 108108 w 2067298"/>
                <a:gd name="csY33" fmla="*/ 294983 h 2245497"/>
                <a:gd name="csX34" fmla="*/ 112337 w 2067298"/>
                <a:gd name="csY34" fmla="*/ 306327 h 2245497"/>
                <a:gd name="csX35" fmla="*/ 113548 w 2067298"/>
                <a:gd name="csY35" fmla="*/ 309550 h 2245497"/>
                <a:gd name="csX36" fmla="*/ 116458 w 2067298"/>
                <a:gd name="csY36" fmla="*/ 317674 h 2245497"/>
                <a:gd name="csX37" fmla="*/ 120581 w 2067298"/>
                <a:gd name="csY37" fmla="*/ 329018 h 2245497"/>
                <a:gd name="csX38" fmla="*/ 124774 w 2067298"/>
                <a:gd name="csY38" fmla="*/ 340365 h 2245497"/>
                <a:gd name="csX39" fmla="*/ 127982 w 2067298"/>
                <a:gd name="csY39" fmla="*/ 348910 h 2245497"/>
                <a:gd name="csX40" fmla="*/ 128982 w 2067298"/>
                <a:gd name="csY40" fmla="*/ 351709 h 2245497"/>
                <a:gd name="csX41" fmla="*/ 133069 w 2067298"/>
                <a:gd name="csY41" fmla="*/ 363056 h 2245497"/>
                <a:gd name="csX42" fmla="*/ 137227 w 2067298"/>
                <a:gd name="csY42" fmla="*/ 374400 h 2245497"/>
                <a:gd name="csX43" fmla="*/ 141463 w 2067298"/>
                <a:gd name="csY43" fmla="*/ 385747 h 2245497"/>
                <a:gd name="csX44" fmla="*/ 142415 w 2067298"/>
                <a:gd name="csY44" fmla="*/ 388273 h 2245497"/>
                <a:gd name="csX45" fmla="*/ 145572 w 2067298"/>
                <a:gd name="csY45" fmla="*/ 397091 h 2245497"/>
                <a:gd name="csX46" fmla="*/ 149696 w 2067298"/>
                <a:gd name="csY46" fmla="*/ 408438 h 2245497"/>
                <a:gd name="csX47" fmla="*/ 153897 w 2067298"/>
                <a:gd name="csY47" fmla="*/ 419782 h 2245497"/>
                <a:gd name="csX48" fmla="*/ 156849 w 2067298"/>
                <a:gd name="csY48" fmla="*/ 427637 h 2245497"/>
                <a:gd name="csX49" fmla="*/ 158095 w 2067298"/>
                <a:gd name="csY49" fmla="*/ 431129 h 2245497"/>
                <a:gd name="csX50" fmla="*/ 162183 w 2067298"/>
                <a:gd name="csY50" fmla="*/ 442473 h 2245497"/>
                <a:gd name="csX51" fmla="*/ 166347 w 2067298"/>
                <a:gd name="csY51" fmla="*/ 453818 h 2245497"/>
                <a:gd name="csX52" fmla="*/ 170592 w 2067298"/>
                <a:gd name="csY52" fmla="*/ 465164 h 2245497"/>
                <a:gd name="csX53" fmla="*/ 171281 w 2067298"/>
                <a:gd name="csY53" fmla="*/ 466996 h 2245497"/>
                <a:gd name="csX54" fmla="*/ 174686 w 2067298"/>
                <a:gd name="csY54" fmla="*/ 476509 h 2245497"/>
                <a:gd name="csX55" fmla="*/ 178813 w 2067298"/>
                <a:gd name="csY55" fmla="*/ 487855 h 2245497"/>
                <a:gd name="csX56" fmla="*/ 183020 w 2067298"/>
                <a:gd name="csY56" fmla="*/ 499200 h 2245497"/>
                <a:gd name="csX57" fmla="*/ 185715 w 2067298"/>
                <a:gd name="csY57" fmla="*/ 506361 h 2245497"/>
                <a:gd name="csX58" fmla="*/ 187207 w 2067298"/>
                <a:gd name="csY58" fmla="*/ 510546 h 2245497"/>
                <a:gd name="csX59" fmla="*/ 191298 w 2067298"/>
                <a:gd name="csY59" fmla="*/ 521891 h 2245497"/>
                <a:gd name="csX60" fmla="*/ 195466 w 2067298"/>
                <a:gd name="csY60" fmla="*/ 533237 h 2245497"/>
                <a:gd name="csX61" fmla="*/ 199719 w 2067298"/>
                <a:gd name="csY61" fmla="*/ 544582 h 2245497"/>
                <a:gd name="csX62" fmla="*/ 200149 w 2067298"/>
                <a:gd name="csY62" fmla="*/ 545719 h 2245497"/>
                <a:gd name="csX63" fmla="*/ 203799 w 2067298"/>
                <a:gd name="csY63" fmla="*/ 555928 h 2245497"/>
                <a:gd name="csX64" fmla="*/ 207930 w 2067298"/>
                <a:gd name="csY64" fmla="*/ 567273 h 2245497"/>
                <a:gd name="csX65" fmla="*/ 212144 w 2067298"/>
                <a:gd name="csY65" fmla="*/ 578619 h 2245497"/>
                <a:gd name="csX66" fmla="*/ 214582 w 2067298"/>
                <a:gd name="csY66" fmla="*/ 585088 h 2245497"/>
                <a:gd name="csX67" fmla="*/ 216319 w 2067298"/>
                <a:gd name="csY67" fmla="*/ 589964 h 2245497"/>
                <a:gd name="csX68" fmla="*/ 220412 w 2067298"/>
                <a:gd name="csY68" fmla="*/ 601310 h 2245497"/>
                <a:gd name="csX69" fmla="*/ 224587 w 2067298"/>
                <a:gd name="csY69" fmla="*/ 612655 h 2245497"/>
                <a:gd name="csX70" fmla="*/ 228849 w 2067298"/>
                <a:gd name="csY70" fmla="*/ 624001 h 2245497"/>
                <a:gd name="csX71" fmla="*/ 229016 w 2067298"/>
                <a:gd name="csY71" fmla="*/ 624442 h 2245497"/>
                <a:gd name="csX72" fmla="*/ 232911 w 2067298"/>
                <a:gd name="csY72" fmla="*/ 635346 h 2245497"/>
                <a:gd name="csX73" fmla="*/ 237046 w 2067298"/>
                <a:gd name="csY73" fmla="*/ 646692 h 2245497"/>
                <a:gd name="csX74" fmla="*/ 241268 w 2067298"/>
                <a:gd name="csY74" fmla="*/ 658037 h 2245497"/>
                <a:gd name="csX75" fmla="*/ 243450 w 2067298"/>
                <a:gd name="csY75" fmla="*/ 663812 h 2245497"/>
                <a:gd name="csX76" fmla="*/ 245431 w 2067298"/>
                <a:gd name="csY76" fmla="*/ 669383 h 2245497"/>
                <a:gd name="csX77" fmla="*/ 249525 w 2067298"/>
                <a:gd name="csY77" fmla="*/ 680728 h 2245497"/>
                <a:gd name="csX78" fmla="*/ 253705 w 2067298"/>
                <a:gd name="csY78" fmla="*/ 692074 h 2245497"/>
                <a:gd name="csX79" fmla="*/ 257884 w 2067298"/>
                <a:gd name="csY79" fmla="*/ 703166 h 2245497"/>
                <a:gd name="csX80" fmla="*/ 257973 w 2067298"/>
                <a:gd name="csY80" fmla="*/ 703419 h 2245497"/>
                <a:gd name="csX81" fmla="*/ 262023 w 2067298"/>
                <a:gd name="csY81" fmla="*/ 714764 h 2245497"/>
                <a:gd name="csX82" fmla="*/ 266161 w 2067298"/>
                <a:gd name="csY82" fmla="*/ 726110 h 2245497"/>
                <a:gd name="csX83" fmla="*/ 270394 w 2067298"/>
                <a:gd name="csY83" fmla="*/ 737455 h 2245497"/>
                <a:gd name="csX84" fmla="*/ 272316 w 2067298"/>
                <a:gd name="csY84" fmla="*/ 742537 h 2245497"/>
                <a:gd name="csX85" fmla="*/ 274543 w 2067298"/>
                <a:gd name="csY85" fmla="*/ 748801 h 2245497"/>
                <a:gd name="csX86" fmla="*/ 278637 w 2067298"/>
                <a:gd name="csY86" fmla="*/ 760146 h 2245497"/>
                <a:gd name="csX87" fmla="*/ 282826 w 2067298"/>
                <a:gd name="csY87" fmla="*/ 771492 h 2245497"/>
                <a:gd name="csX88" fmla="*/ 286750 w 2067298"/>
                <a:gd name="csY88" fmla="*/ 781893 h 2245497"/>
                <a:gd name="csX89" fmla="*/ 287085 w 2067298"/>
                <a:gd name="csY89" fmla="*/ 782837 h 2245497"/>
                <a:gd name="csX90" fmla="*/ 291135 w 2067298"/>
                <a:gd name="csY90" fmla="*/ 794183 h 2245497"/>
                <a:gd name="csX91" fmla="*/ 295278 w 2067298"/>
                <a:gd name="csY91" fmla="*/ 805528 h 2245497"/>
                <a:gd name="csX92" fmla="*/ 299519 w 2067298"/>
                <a:gd name="csY92" fmla="*/ 816874 h 2245497"/>
                <a:gd name="csX93" fmla="*/ 301183 w 2067298"/>
                <a:gd name="csY93" fmla="*/ 821262 h 2245497"/>
                <a:gd name="csX94" fmla="*/ 303654 w 2067298"/>
                <a:gd name="csY94" fmla="*/ 828219 h 2245497"/>
                <a:gd name="csX95" fmla="*/ 307751 w 2067298"/>
                <a:gd name="csY95" fmla="*/ 839565 h 2245497"/>
                <a:gd name="csX96" fmla="*/ 311946 w 2067298"/>
                <a:gd name="csY96" fmla="*/ 850910 h 2245497"/>
                <a:gd name="csX97" fmla="*/ 315617 w 2067298"/>
                <a:gd name="csY97" fmla="*/ 860619 h 2245497"/>
                <a:gd name="csX98" fmla="*/ 316195 w 2067298"/>
                <a:gd name="csY98" fmla="*/ 862256 h 2245497"/>
                <a:gd name="csX99" fmla="*/ 320246 w 2067298"/>
                <a:gd name="csY99" fmla="*/ 873601 h 2245497"/>
                <a:gd name="csX100" fmla="*/ 324394 w 2067298"/>
                <a:gd name="csY100" fmla="*/ 884947 h 2245497"/>
                <a:gd name="csX101" fmla="*/ 328646 w 2067298"/>
                <a:gd name="csY101" fmla="*/ 896292 h 2245497"/>
                <a:gd name="csX102" fmla="*/ 330051 w 2067298"/>
                <a:gd name="csY102" fmla="*/ 899986 h 2245497"/>
                <a:gd name="csX103" fmla="*/ 332762 w 2067298"/>
                <a:gd name="csY103" fmla="*/ 907638 h 2245497"/>
                <a:gd name="csX104" fmla="*/ 336863 w 2067298"/>
                <a:gd name="csY104" fmla="*/ 918983 h 2245497"/>
                <a:gd name="csX105" fmla="*/ 341067 w 2067298"/>
                <a:gd name="csY105" fmla="*/ 930329 h 2245497"/>
                <a:gd name="csX106" fmla="*/ 344485 w 2067298"/>
                <a:gd name="csY106" fmla="*/ 939347 h 2245497"/>
                <a:gd name="csX107" fmla="*/ 345306 w 2067298"/>
                <a:gd name="csY107" fmla="*/ 941674 h 2245497"/>
                <a:gd name="csX108" fmla="*/ 349354 w 2067298"/>
                <a:gd name="csY108" fmla="*/ 953020 h 2245497"/>
                <a:gd name="csX109" fmla="*/ 353509 w 2067298"/>
                <a:gd name="csY109" fmla="*/ 964365 h 2245497"/>
                <a:gd name="csX110" fmla="*/ 357773 w 2067298"/>
                <a:gd name="csY110" fmla="*/ 975711 h 2245497"/>
                <a:gd name="csX111" fmla="*/ 358917 w 2067298"/>
                <a:gd name="csY111" fmla="*/ 978711 h 2245497"/>
                <a:gd name="csX112" fmla="*/ 361871 w 2067298"/>
                <a:gd name="csY112" fmla="*/ 987056 h 2245497"/>
                <a:gd name="csX113" fmla="*/ 365973 w 2067298"/>
                <a:gd name="csY113" fmla="*/ 998401 h 2245497"/>
                <a:gd name="csX114" fmla="*/ 370187 w 2067298"/>
                <a:gd name="csY114" fmla="*/ 1009747 h 2245497"/>
                <a:gd name="csX115" fmla="*/ 373350 w 2067298"/>
                <a:gd name="csY115" fmla="*/ 1018073 h 2245497"/>
                <a:gd name="csX116" fmla="*/ 374414 w 2067298"/>
                <a:gd name="csY116" fmla="*/ 1021092 h 2245497"/>
                <a:gd name="csX117" fmla="*/ 378463 w 2067298"/>
                <a:gd name="csY117" fmla="*/ 1032438 h 2245497"/>
                <a:gd name="csX118" fmla="*/ 382623 w 2067298"/>
                <a:gd name="csY118" fmla="*/ 1043783 h 2245497"/>
                <a:gd name="csX119" fmla="*/ 386902 w 2067298"/>
                <a:gd name="csY119" fmla="*/ 1055129 h 2245497"/>
                <a:gd name="csX120" fmla="*/ 387784 w 2067298"/>
                <a:gd name="csY120" fmla="*/ 1057434 h 2245497"/>
                <a:gd name="csX121" fmla="*/ 390979 w 2067298"/>
                <a:gd name="csY121" fmla="*/ 1066474 h 2245497"/>
                <a:gd name="csX122" fmla="*/ 395090 w 2067298"/>
                <a:gd name="csY122" fmla="*/ 1077820 h 2245497"/>
                <a:gd name="csX123" fmla="*/ 399306 w 2067298"/>
                <a:gd name="csY123" fmla="*/ 1089165 h 2245497"/>
                <a:gd name="csX124" fmla="*/ 402223 w 2067298"/>
                <a:gd name="csY124" fmla="*/ 1096800 h 2245497"/>
                <a:gd name="csX125" fmla="*/ 403521 w 2067298"/>
                <a:gd name="csY125" fmla="*/ 1100511 h 2245497"/>
                <a:gd name="csX126" fmla="*/ 407568 w 2067298"/>
                <a:gd name="csY126" fmla="*/ 1111856 h 2245497"/>
                <a:gd name="csX127" fmla="*/ 411733 w 2067298"/>
                <a:gd name="csY127" fmla="*/ 1123202 h 2245497"/>
                <a:gd name="csX128" fmla="*/ 416033 w 2067298"/>
                <a:gd name="csY128" fmla="*/ 1134547 h 2245497"/>
                <a:gd name="csX129" fmla="*/ 416657 w 2067298"/>
                <a:gd name="csY129" fmla="*/ 1136157 h 2245497"/>
                <a:gd name="csX130" fmla="*/ 420080 w 2067298"/>
                <a:gd name="csY130" fmla="*/ 1145893 h 2245497"/>
                <a:gd name="csX131" fmla="*/ 424194 w 2067298"/>
                <a:gd name="csY131" fmla="*/ 1157238 h 2245497"/>
                <a:gd name="csX132" fmla="*/ 428426 w 2067298"/>
                <a:gd name="csY132" fmla="*/ 1168584 h 2245497"/>
                <a:gd name="csX133" fmla="*/ 431090 w 2067298"/>
                <a:gd name="csY133" fmla="*/ 1175526 h 2245497"/>
                <a:gd name="csX134" fmla="*/ 432625 w 2067298"/>
                <a:gd name="csY134" fmla="*/ 1179929 h 2245497"/>
                <a:gd name="csX135" fmla="*/ 436672 w 2067298"/>
                <a:gd name="csY135" fmla="*/ 1191275 h 2245497"/>
                <a:gd name="csX136" fmla="*/ 440854 w 2067298"/>
                <a:gd name="csY136" fmla="*/ 1202620 h 2245497"/>
                <a:gd name="csX137" fmla="*/ 445170 w 2067298"/>
                <a:gd name="csY137" fmla="*/ 1213966 h 2245497"/>
                <a:gd name="csX138" fmla="*/ 445524 w 2067298"/>
                <a:gd name="csY138" fmla="*/ 1214878 h 2245497"/>
                <a:gd name="csX139" fmla="*/ 449183 w 2067298"/>
                <a:gd name="csY139" fmla="*/ 1225311 h 2245497"/>
                <a:gd name="csX140" fmla="*/ 453298 w 2067298"/>
                <a:gd name="csY140" fmla="*/ 1236657 h 2245497"/>
                <a:gd name="csX141" fmla="*/ 457547 w 2067298"/>
                <a:gd name="csY141" fmla="*/ 1248002 h 2245497"/>
                <a:gd name="csX142" fmla="*/ 459958 w 2067298"/>
                <a:gd name="csY142" fmla="*/ 1254252 h 2245497"/>
                <a:gd name="csX143" fmla="*/ 461729 w 2067298"/>
                <a:gd name="csY143" fmla="*/ 1259346 h 2245497"/>
                <a:gd name="csX144" fmla="*/ 465775 w 2067298"/>
                <a:gd name="csY144" fmla="*/ 1270693 h 2245497"/>
                <a:gd name="csX145" fmla="*/ 469957 w 2067298"/>
                <a:gd name="csY145" fmla="*/ 1282037 h 2245497"/>
                <a:gd name="csX146" fmla="*/ 474307 w 2067298"/>
                <a:gd name="csY146" fmla="*/ 1293384 h 2245497"/>
                <a:gd name="csX147" fmla="*/ 474392 w 2067298"/>
                <a:gd name="csY147" fmla="*/ 1293600 h 2245497"/>
                <a:gd name="csX148" fmla="*/ 478287 w 2067298"/>
                <a:gd name="csY148" fmla="*/ 1304728 h 2245497"/>
                <a:gd name="csX149" fmla="*/ 482401 w 2067298"/>
                <a:gd name="csY149" fmla="*/ 1316075 h 2245497"/>
                <a:gd name="csX150" fmla="*/ 486667 w 2067298"/>
                <a:gd name="csY150" fmla="*/ 1327419 h 2245497"/>
                <a:gd name="csX151" fmla="*/ 488825 w 2067298"/>
                <a:gd name="csY151" fmla="*/ 1332979 h 2245497"/>
                <a:gd name="csX152" fmla="*/ 490832 w 2067298"/>
                <a:gd name="csY152" fmla="*/ 1338766 h 2245497"/>
                <a:gd name="csX153" fmla="*/ 494879 w 2067298"/>
                <a:gd name="csY153" fmla="*/ 1350110 h 2245497"/>
                <a:gd name="csX154" fmla="*/ 499077 w 2067298"/>
                <a:gd name="csY154" fmla="*/ 1361457 h 2245497"/>
                <a:gd name="csX155" fmla="*/ 503259 w 2067298"/>
                <a:gd name="csY155" fmla="*/ 1372326 h 2245497"/>
                <a:gd name="csX156" fmla="*/ 503411 w 2067298"/>
                <a:gd name="csY156" fmla="*/ 1372801 h 2245497"/>
                <a:gd name="csX157" fmla="*/ 507390 w 2067298"/>
                <a:gd name="csY157" fmla="*/ 1384148 h 2245497"/>
                <a:gd name="csX158" fmla="*/ 511505 w 2067298"/>
                <a:gd name="csY158" fmla="*/ 1395492 h 2245497"/>
                <a:gd name="csX159" fmla="*/ 515804 w 2067298"/>
                <a:gd name="csY159" fmla="*/ 1406839 h 2245497"/>
                <a:gd name="csX160" fmla="*/ 517693 w 2067298"/>
                <a:gd name="csY160" fmla="*/ 1411703 h 2245497"/>
                <a:gd name="csX161" fmla="*/ 519936 w 2067298"/>
                <a:gd name="csY161" fmla="*/ 1418183 h 2245497"/>
                <a:gd name="csX162" fmla="*/ 523982 w 2067298"/>
                <a:gd name="csY162" fmla="*/ 1429530 h 2245497"/>
                <a:gd name="csX163" fmla="*/ 528181 w 2067298"/>
                <a:gd name="csY163" fmla="*/ 1440874 h 2245497"/>
                <a:gd name="csX164" fmla="*/ 532127 w 2067298"/>
                <a:gd name="csY164" fmla="*/ 1451056 h 2245497"/>
                <a:gd name="csX165" fmla="*/ 532515 w 2067298"/>
                <a:gd name="csY165" fmla="*/ 1452221 h 2245497"/>
                <a:gd name="csX166" fmla="*/ 536477 w 2067298"/>
                <a:gd name="csY166" fmla="*/ 1463565 h 2245497"/>
                <a:gd name="csX167" fmla="*/ 540608 w 2067298"/>
                <a:gd name="csY167" fmla="*/ 1474912 h 2245497"/>
                <a:gd name="csX168" fmla="*/ 544925 w 2067298"/>
                <a:gd name="csY168" fmla="*/ 1486256 h 2245497"/>
                <a:gd name="csX169" fmla="*/ 546560 w 2067298"/>
                <a:gd name="csY169" fmla="*/ 1490430 h 2245497"/>
                <a:gd name="csX170" fmla="*/ 549022 w 2067298"/>
                <a:gd name="csY170" fmla="*/ 1497603 h 2245497"/>
                <a:gd name="csX171" fmla="*/ 553069 w 2067298"/>
                <a:gd name="csY171" fmla="*/ 1508947 h 2245497"/>
                <a:gd name="csX172" fmla="*/ 557301 w 2067298"/>
                <a:gd name="csY172" fmla="*/ 1520292 h 2245497"/>
                <a:gd name="csX173" fmla="*/ 560994 w 2067298"/>
                <a:gd name="csY173" fmla="*/ 1529784 h 2245497"/>
                <a:gd name="csX174" fmla="*/ 561618 w 2067298"/>
                <a:gd name="csY174" fmla="*/ 1531638 h 2245497"/>
                <a:gd name="csX175" fmla="*/ 565564 w 2067298"/>
                <a:gd name="csY175" fmla="*/ 1542983 h 2245497"/>
                <a:gd name="csX176" fmla="*/ 569712 w 2067298"/>
                <a:gd name="csY176" fmla="*/ 1554329 h 2245497"/>
                <a:gd name="csX177" fmla="*/ 574045 w 2067298"/>
                <a:gd name="csY177" fmla="*/ 1565674 h 2245497"/>
                <a:gd name="csX178" fmla="*/ 575411 w 2067298"/>
                <a:gd name="csY178" fmla="*/ 1569154 h 2245497"/>
                <a:gd name="csX179" fmla="*/ 578126 w 2067298"/>
                <a:gd name="csY179" fmla="*/ 1577020 h 2245497"/>
                <a:gd name="csX180" fmla="*/ 582156 w 2067298"/>
                <a:gd name="csY180" fmla="*/ 1588365 h 2245497"/>
                <a:gd name="csX181" fmla="*/ 586405 w 2067298"/>
                <a:gd name="csY181" fmla="*/ 1599711 h 2245497"/>
                <a:gd name="csX182" fmla="*/ 589845 w 2067298"/>
                <a:gd name="csY182" fmla="*/ 1608507 h 2245497"/>
                <a:gd name="csX183" fmla="*/ 590722 w 2067298"/>
                <a:gd name="csY183" fmla="*/ 1611053 h 2245497"/>
                <a:gd name="csX184" fmla="*/ 594651 w 2067298"/>
                <a:gd name="csY184" fmla="*/ 1622401 h 2245497"/>
                <a:gd name="csX185" fmla="*/ 598798 w 2067298"/>
                <a:gd name="csY185" fmla="*/ 1633749 h 2245497"/>
                <a:gd name="csX186" fmla="*/ 603183 w 2067298"/>
                <a:gd name="csY186" fmla="*/ 1645097 h 2245497"/>
                <a:gd name="csX187" fmla="*/ 604279 w 2067298"/>
                <a:gd name="csY187" fmla="*/ 1647879 h 2245497"/>
                <a:gd name="csX188" fmla="*/ 607196 w 2067298"/>
                <a:gd name="csY188" fmla="*/ 1656445 h 2245497"/>
                <a:gd name="csX189" fmla="*/ 611243 w 2067298"/>
                <a:gd name="csY189" fmla="*/ 1667776 h 2245497"/>
                <a:gd name="csX190" fmla="*/ 615509 w 2067298"/>
                <a:gd name="csY190" fmla="*/ 1679124 h 2245497"/>
                <a:gd name="csX191" fmla="*/ 618712 w 2067298"/>
                <a:gd name="csY191" fmla="*/ 1687251 h 2245497"/>
                <a:gd name="csX192" fmla="*/ 619809 w 2067298"/>
                <a:gd name="csY192" fmla="*/ 1690472 h 2245497"/>
                <a:gd name="csX193" fmla="*/ 623720 w 2067298"/>
                <a:gd name="csY193" fmla="*/ 1701820 h 2245497"/>
                <a:gd name="csX194" fmla="*/ 627885 w 2067298"/>
                <a:gd name="csY194" fmla="*/ 1713168 h 2245497"/>
                <a:gd name="csX195" fmla="*/ 632303 w 2067298"/>
                <a:gd name="csY195" fmla="*/ 1724516 h 2245497"/>
                <a:gd name="csX196" fmla="*/ 633146 w 2067298"/>
                <a:gd name="csY196" fmla="*/ 1726607 h 2245497"/>
                <a:gd name="csX197" fmla="*/ 636266 w 2067298"/>
                <a:gd name="csY197" fmla="*/ 1735864 h 2245497"/>
                <a:gd name="csX198" fmla="*/ 640296 w 2067298"/>
                <a:gd name="csY198" fmla="*/ 1747195 h 2245497"/>
                <a:gd name="csX199" fmla="*/ 644612 w 2067298"/>
                <a:gd name="csY199" fmla="*/ 1758543 h 2245497"/>
                <a:gd name="csX200" fmla="*/ 647580 w 2067298"/>
                <a:gd name="csY200" fmla="*/ 1765980 h 2245497"/>
                <a:gd name="csX201" fmla="*/ 648878 w 2067298"/>
                <a:gd name="csY201" fmla="*/ 1769891 h 2245497"/>
                <a:gd name="csX202" fmla="*/ 652773 w 2067298"/>
                <a:gd name="csY202" fmla="*/ 1781239 h 2245497"/>
                <a:gd name="csX203" fmla="*/ 656955 w 2067298"/>
                <a:gd name="csY203" fmla="*/ 1792587 h 2245497"/>
                <a:gd name="csX204" fmla="*/ 661440 w 2067298"/>
                <a:gd name="csY204" fmla="*/ 1803935 h 2245497"/>
                <a:gd name="csX205" fmla="*/ 662014 w 2067298"/>
                <a:gd name="csY205" fmla="*/ 1805318 h 2245497"/>
                <a:gd name="csX206" fmla="*/ 665336 w 2067298"/>
                <a:gd name="csY206" fmla="*/ 1815267 h 2245497"/>
                <a:gd name="csX207" fmla="*/ 669349 w 2067298"/>
                <a:gd name="csY207" fmla="*/ 1826615 h 2245497"/>
                <a:gd name="csX208" fmla="*/ 673699 w 2067298"/>
                <a:gd name="csY208" fmla="*/ 1837963 h 2245497"/>
                <a:gd name="csX209" fmla="*/ 676447 w 2067298"/>
                <a:gd name="csY209" fmla="*/ 1844708 h 2245497"/>
                <a:gd name="csX210" fmla="*/ 677948 w 2067298"/>
                <a:gd name="csY210" fmla="*/ 1849311 h 2245497"/>
                <a:gd name="csX211" fmla="*/ 681809 w 2067298"/>
                <a:gd name="csY211" fmla="*/ 1860659 h 2245497"/>
                <a:gd name="csX212" fmla="*/ 685991 w 2067298"/>
                <a:gd name="csY212" fmla="*/ 1872007 h 2245497"/>
                <a:gd name="csX213" fmla="*/ 690595 w 2067298"/>
                <a:gd name="csY213" fmla="*/ 1883355 h 2245497"/>
                <a:gd name="csX214" fmla="*/ 690881 w 2067298"/>
                <a:gd name="csY214" fmla="*/ 1884046 h 2245497"/>
                <a:gd name="csX215" fmla="*/ 694355 w 2067298"/>
                <a:gd name="csY215" fmla="*/ 1894686 h 2245497"/>
                <a:gd name="csX216" fmla="*/ 698368 w 2067298"/>
                <a:gd name="csY216" fmla="*/ 1906034 h 2245497"/>
                <a:gd name="csX217" fmla="*/ 702769 w 2067298"/>
                <a:gd name="csY217" fmla="*/ 1917382 h 2245497"/>
                <a:gd name="csX218" fmla="*/ 705315 w 2067298"/>
                <a:gd name="csY218" fmla="*/ 1923436 h 2245497"/>
                <a:gd name="csX219" fmla="*/ 707001 w 2067298"/>
                <a:gd name="csY219" fmla="*/ 1928730 h 2245497"/>
                <a:gd name="csX220" fmla="*/ 710795 w 2067298"/>
                <a:gd name="csY220" fmla="*/ 1940078 h 2245497"/>
                <a:gd name="csX221" fmla="*/ 715011 w 2067298"/>
                <a:gd name="csY221" fmla="*/ 1951426 h 2245497"/>
                <a:gd name="csX222" fmla="*/ 719749 w 2067298"/>
                <a:gd name="csY222" fmla="*/ 1962757 h 2245497"/>
                <a:gd name="csX223" fmla="*/ 719749 w 2067298"/>
                <a:gd name="csY223" fmla="*/ 1962774 h 2245497"/>
                <a:gd name="csX224" fmla="*/ 723340 w 2067298"/>
                <a:gd name="csY224" fmla="*/ 1974105 h 2245497"/>
                <a:gd name="csX225" fmla="*/ 727303 w 2067298"/>
                <a:gd name="csY225" fmla="*/ 1985453 h 2245497"/>
                <a:gd name="csX226" fmla="*/ 731822 w 2067298"/>
                <a:gd name="csY226" fmla="*/ 1996801 h 2245497"/>
                <a:gd name="csX227" fmla="*/ 734182 w 2067298"/>
                <a:gd name="csY227" fmla="*/ 2002180 h 2245497"/>
                <a:gd name="csX228" fmla="*/ 736003 w 2067298"/>
                <a:gd name="csY228" fmla="*/ 2008150 h 2245497"/>
                <a:gd name="csX229" fmla="*/ 739713 w 2067298"/>
                <a:gd name="csY229" fmla="*/ 2019498 h 2245497"/>
                <a:gd name="csX230" fmla="*/ 743946 w 2067298"/>
                <a:gd name="csY230" fmla="*/ 2030846 h 2245497"/>
                <a:gd name="csX231" fmla="*/ 748616 w 2067298"/>
                <a:gd name="csY231" fmla="*/ 2041502 h 2245497"/>
                <a:gd name="csX232" fmla="*/ 748819 w 2067298"/>
                <a:gd name="csY232" fmla="*/ 2042177 h 2245497"/>
                <a:gd name="csX233" fmla="*/ 752225 w 2067298"/>
                <a:gd name="csY233" fmla="*/ 2053525 h 2245497"/>
                <a:gd name="csX234" fmla="*/ 756120 w 2067298"/>
                <a:gd name="csY234" fmla="*/ 2064873 h 2245497"/>
                <a:gd name="csX235" fmla="*/ 760807 w 2067298"/>
                <a:gd name="csY235" fmla="*/ 2076221 h 2245497"/>
                <a:gd name="csX236" fmla="*/ 763050 w 2067298"/>
                <a:gd name="csY236" fmla="*/ 2080925 h 2245497"/>
                <a:gd name="csX237" fmla="*/ 764905 w 2067298"/>
                <a:gd name="csY237" fmla="*/ 2087569 h 2245497"/>
                <a:gd name="csX238" fmla="*/ 768395 w 2067298"/>
                <a:gd name="csY238" fmla="*/ 2098917 h 2245497"/>
                <a:gd name="csX239" fmla="*/ 772644 w 2067298"/>
                <a:gd name="csY239" fmla="*/ 2110265 h 2245497"/>
                <a:gd name="csX240" fmla="*/ 777484 w 2067298"/>
                <a:gd name="csY240" fmla="*/ 2120247 h 2245497"/>
                <a:gd name="csX241" fmla="*/ 777838 w 2067298"/>
                <a:gd name="csY241" fmla="*/ 2121596 h 2245497"/>
                <a:gd name="csX242" fmla="*/ 780839 w 2067298"/>
                <a:gd name="csY242" fmla="*/ 2132944 h 2245497"/>
                <a:gd name="csX243" fmla="*/ 784498 w 2067298"/>
                <a:gd name="csY243" fmla="*/ 2144292 h 2245497"/>
                <a:gd name="csX244" fmla="*/ 789540 w 2067298"/>
                <a:gd name="csY244" fmla="*/ 2155640 h 2245497"/>
                <a:gd name="csX245" fmla="*/ 791917 w 2067298"/>
                <a:gd name="csY245" fmla="*/ 2159721 h 2245497"/>
                <a:gd name="csX246" fmla="*/ 793553 w 2067298"/>
                <a:gd name="csY246" fmla="*/ 2166988 h 2245497"/>
                <a:gd name="csX247" fmla="*/ 796352 w 2067298"/>
                <a:gd name="csY247" fmla="*/ 2178336 h 2245497"/>
                <a:gd name="csX248" fmla="*/ 800315 w 2067298"/>
                <a:gd name="csY248" fmla="*/ 2189668 h 2245497"/>
                <a:gd name="csX249" fmla="*/ 806351 w 2067298"/>
                <a:gd name="csY249" fmla="*/ 2199043 h 2245497"/>
                <a:gd name="csX250" fmla="*/ 806688 w 2067298"/>
                <a:gd name="csY250" fmla="*/ 2201016 h 2245497"/>
                <a:gd name="csX251" fmla="*/ 808375 w 2067298"/>
                <a:gd name="csY251" fmla="*/ 2212364 h 2245497"/>
                <a:gd name="csX252" fmla="*/ 810078 w 2067298"/>
                <a:gd name="csY252" fmla="*/ 2223712 h 2245497"/>
                <a:gd name="csX253" fmla="*/ 815136 w 2067298"/>
                <a:gd name="csY253" fmla="*/ 2235060 h 2245497"/>
                <a:gd name="csX254" fmla="*/ 820785 w 2067298"/>
                <a:gd name="csY254" fmla="*/ 2239596 h 2245497"/>
                <a:gd name="csX255" fmla="*/ 835219 w 2067298"/>
                <a:gd name="csY255" fmla="*/ 2245497 h 2245497"/>
                <a:gd name="csX256" fmla="*/ 848000 w 2067298"/>
                <a:gd name="csY256" fmla="*/ 2235060 h 2245497"/>
                <a:gd name="csX257" fmla="*/ 848792 w 2067298"/>
                <a:gd name="csY257" fmla="*/ 2223712 h 2245497"/>
                <a:gd name="csX258" fmla="*/ 849652 w 2067298"/>
                <a:gd name="csY258" fmla="*/ 2220086 h 2245497"/>
                <a:gd name="csX259" fmla="*/ 858404 w 2067298"/>
                <a:gd name="csY259" fmla="*/ 2212364 h 2245497"/>
                <a:gd name="csX260" fmla="*/ 862248 w 2067298"/>
                <a:gd name="csY260" fmla="*/ 2201016 h 2245497"/>
                <a:gd name="csX261" fmla="*/ 864086 w 2067298"/>
                <a:gd name="csY261" fmla="*/ 2193141 h 2245497"/>
                <a:gd name="csX262" fmla="*/ 867678 w 2067298"/>
                <a:gd name="csY262" fmla="*/ 2189668 h 2245497"/>
                <a:gd name="csX263" fmla="*/ 874911 w 2067298"/>
                <a:gd name="csY263" fmla="*/ 2178336 h 2245497"/>
                <a:gd name="csX264" fmla="*/ 878233 w 2067298"/>
                <a:gd name="csY264" fmla="*/ 2166988 h 2245497"/>
                <a:gd name="csX265" fmla="*/ 878520 w 2067298"/>
                <a:gd name="csY265" fmla="*/ 2166112 h 2245497"/>
                <a:gd name="csX266" fmla="*/ 886985 w 2067298"/>
                <a:gd name="csY266" fmla="*/ 2155640 h 2245497"/>
                <a:gd name="csX267" fmla="*/ 891504 w 2067298"/>
                <a:gd name="csY267" fmla="*/ 2144292 h 2245497"/>
                <a:gd name="csX268" fmla="*/ 892954 w 2067298"/>
                <a:gd name="csY268" fmla="*/ 2140161 h 2245497"/>
                <a:gd name="csX269" fmla="*/ 898670 w 2067298"/>
                <a:gd name="csY269" fmla="*/ 2132944 h 2245497"/>
                <a:gd name="csX270" fmla="*/ 904437 w 2067298"/>
                <a:gd name="csY270" fmla="*/ 2121596 h 2245497"/>
                <a:gd name="csX271" fmla="*/ 907387 w 2067298"/>
                <a:gd name="csY271" fmla="*/ 2113739 h 2245497"/>
                <a:gd name="csX272" fmla="*/ 910085 w 2067298"/>
                <a:gd name="csY272" fmla="*/ 2110265 h 2245497"/>
                <a:gd name="csX273" fmla="*/ 917032 w 2067298"/>
                <a:gd name="csY273" fmla="*/ 2098917 h 2245497"/>
                <a:gd name="csX274" fmla="*/ 921636 w 2067298"/>
                <a:gd name="csY274" fmla="*/ 2087569 h 2245497"/>
                <a:gd name="csX275" fmla="*/ 921821 w 2067298"/>
                <a:gd name="csY275" fmla="*/ 2087080 h 2245497"/>
                <a:gd name="csX276" fmla="*/ 929359 w 2067298"/>
                <a:gd name="csY276" fmla="*/ 2076221 h 2245497"/>
                <a:gd name="csX277" fmla="*/ 934653 w 2067298"/>
                <a:gd name="csY277" fmla="*/ 2064873 h 2245497"/>
                <a:gd name="csX278" fmla="*/ 936255 w 2067298"/>
                <a:gd name="csY278" fmla="*/ 2061028 h 2245497"/>
                <a:gd name="csX279" fmla="*/ 941465 w 2067298"/>
                <a:gd name="csY279" fmla="*/ 2053525 h 2245497"/>
                <a:gd name="csX280" fmla="*/ 947468 w 2067298"/>
                <a:gd name="csY280" fmla="*/ 2042177 h 2245497"/>
                <a:gd name="csX281" fmla="*/ 950689 w 2067298"/>
                <a:gd name="csY281" fmla="*/ 2034707 h 2245497"/>
                <a:gd name="csX282" fmla="*/ 953353 w 2067298"/>
                <a:gd name="csY282" fmla="*/ 2030846 h 2245497"/>
                <a:gd name="csX283" fmla="*/ 960064 w 2067298"/>
                <a:gd name="csY283" fmla="*/ 2019498 h 2245497"/>
                <a:gd name="csX284" fmla="*/ 965106 w 2067298"/>
                <a:gd name="csY284" fmla="*/ 2008150 h 2245497"/>
                <a:gd name="csX285" fmla="*/ 965122 w 2067298"/>
                <a:gd name="csY285" fmla="*/ 2008133 h 2245497"/>
                <a:gd name="csX286" fmla="*/ 972457 w 2067298"/>
                <a:gd name="csY286" fmla="*/ 1996801 h 2245497"/>
                <a:gd name="csX287" fmla="*/ 978022 w 2067298"/>
                <a:gd name="csY287" fmla="*/ 1985453 h 2245497"/>
                <a:gd name="csX288" fmla="*/ 979556 w 2067298"/>
                <a:gd name="csY288" fmla="*/ 1982031 h 2245497"/>
                <a:gd name="csX289" fmla="*/ 984699 w 2067298"/>
                <a:gd name="csY289" fmla="*/ 1974105 h 2245497"/>
                <a:gd name="csX290" fmla="*/ 990753 w 2067298"/>
                <a:gd name="csY290" fmla="*/ 1962774 h 2245497"/>
                <a:gd name="csX291" fmla="*/ 993990 w 2067298"/>
                <a:gd name="csY291" fmla="*/ 1955743 h 2245497"/>
                <a:gd name="csX292" fmla="*/ 996806 w 2067298"/>
                <a:gd name="csY292" fmla="*/ 1951426 h 2245497"/>
                <a:gd name="csX293" fmla="*/ 1003348 w 2067298"/>
                <a:gd name="csY293" fmla="*/ 1940078 h 2245497"/>
                <a:gd name="csX294" fmla="*/ 1008424 w 2067298"/>
                <a:gd name="csY294" fmla="*/ 1929253 h 2245497"/>
                <a:gd name="csX295" fmla="*/ 1008778 w 2067298"/>
                <a:gd name="csY295" fmla="*/ 1928730 h 2245497"/>
                <a:gd name="csX296" fmla="*/ 1015792 w 2067298"/>
                <a:gd name="csY296" fmla="*/ 1917382 h 2245497"/>
                <a:gd name="csX297" fmla="*/ 1021458 w 2067298"/>
                <a:gd name="csY297" fmla="*/ 1906034 h 2245497"/>
                <a:gd name="csX298" fmla="*/ 1022857 w 2067298"/>
                <a:gd name="csY298" fmla="*/ 1903066 h 2245497"/>
                <a:gd name="csX299" fmla="*/ 1028101 w 2067298"/>
                <a:gd name="csY299" fmla="*/ 1894686 h 2245497"/>
                <a:gd name="csX300" fmla="*/ 1034172 w 2067298"/>
                <a:gd name="csY300" fmla="*/ 1883355 h 2245497"/>
                <a:gd name="csX301" fmla="*/ 1037291 w 2067298"/>
                <a:gd name="csY301" fmla="*/ 1876796 h 2245497"/>
                <a:gd name="csX302" fmla="*/ 1040310 w 2067298"/>
                <a:gd name="csY302" fmla="*/ 1872007 h 2245497"/>
                <a:gd name="csX303" fmla="*/ 1046751 w 2067298"/>
                <a:gd name="csY303" fmla="*/ 1860659 h 2245497"/>
                <a:gd name="csX304" fmla="*/ 1051725 w 2067298"/>
                <a:gd name="csY304" fmla="*/ 1850373 h 2245497"/>
                <a:gd name="csX305" fmla="*/ 1052399 w 2067298"/>
                <a:gd name="csY305" fmla="*/ 1849311 h 2245497"/>
                <a:gd name="csX306" fmla="*/ 1059212 w 2067298"/>
                <a:gd name="csY306" fmla="*/ 1837963 h 2245497"/>
                <a:gd name="csX307" fmla="*/ 1064962 w 2067298"/>
                <a:gd name="csY307" fmla="*/ 1826615 h 2245497"/>
                <a:gd name="csX308" fmla="*/ 1066159 w 2067298"/>
                <a:gd name="csY308" fmla="*/ 1824136 h 2245497"/>
                <a:gd name="csX309" fmla="*/ 1071571 w 2067298"/>
                <a:gd name="csY309" fmla="*/ 1815267 h 2245497"/>
                <a:gd name="csX310" fmla="*/ 1077625 w 2067298"/>
                <a:gd name="csY310" fmla="*/ 1803935 h 2245497"/>
                <a:gd name="csX311" fmla="*/ 1080592 w 2067298"/>
                <a:gd name="csY311" fmla="*/ 1797865 h 2245497"/>
                <a:gd name="csX312" fmla="*/ 1083830 w 2067298"/>
                <a:gd name="csY312" fmla="*/ 1792587 h 2245497"/>
                <a:gd name="csX313" fmla="*/ 1090204 w 2067298"/>
                <a:gd name="csY313" fmla="*/ 1781239 h 2245497"/>
                <a:gd name="csX314" fmla="*/ 1095026 w 2067298"/>
                <a:gd name="csY314" fmla="*/ 1771493 h 2245497"/>
                <a:gd name="csX315" fmla="*/ 1096004 w 2067298"/>
                <a:gd name="csY315" fmla="*/ 1769891 h 2245497"/>
                <a:gd name="csX316" fmla="*/ 1102682 w 2067298"/>
                <a:gd name="csY316" fmla="*/ 1758543 h 2245497"/>
                <a:gd name="csX317" fmla="*/ 1108465 w 2067298"/>
                <a:gd name="csY317" fmla="*/ 1747195 h 2245497"/>
                <a:gd name="csX318" fmla="*/ 1109460 w 2067298"/>
                <a:gd name="csY318" fmla="*/ 1745206 h 2245497"/>
                <a:gd name="csX319" fmla="*/ 1115075 w 2067298"/>
                <a:gd name="csY319" fmla="*/ 1735864 h 2245497"/>
                <a:gd name="csX320" fmla="*/ 1121128 w 2067298"/>
                <a:gd name="csY320" fmla="*/ 1724516 h 2245497"/>
                <a:gd name="csX321" fmla="*/ 1123894 w 2067298"/>
                <a:gd name="csY321" fmla="*/ 1718952 h 2245497"/>
                <a:gd name="csX322" fmla="*/ 1127384 w 2067298"/>
                <a:gd name="csY322" fmla="*/ 1713168 h 2245497"/>
                <a:gd name="csX323" fmla="*/ 1133691 w 2067298"/>
                <a:gd name="csY323" fmla="*/ 1701820 h 2245497"/>
                <a:gd name="csX324" fmla="*/ 1138328 w 2067298"/>
                <a:gd name="csY324" fmla="*/ 1692597 h 2245497"/>
                <a:gd name="csX325" fmla="*/ 1139609 w 2067298"/>
                <a:gd name="csY325" fmla="*/ 1690472 h 2245497"/>
                <a:gd name="csX326" fmla="*/ 1146185 w 2067298"/>
                <a:gd name="csY326" fmla="*/ 1679124 h 2245497"/>
                <a:gd name="csX327" fmla="*/ 1152003 w 2067298"/>
                <a:gd name="csY327" fmla="*/ 1667776 h 2245497"/>
                <a:gd name="csX328" fmla="*/ 1152761 w 2067298"/>
                <a:gd name="csY328" fmla="*/ 1666275 h 2245497"/>
                <a:gd name="csX329" fmla="*/ 1158595 w 2067298"/>
                <a:gd name="csY329" fmla="*/ 1656445 h 2245497"/>
                <a:gd name="csX330" fmla="*/ 1164649 w 2067298"/>
                <a:gd name="csY330" fmla="*/ 1645097 h 2245497"/>
                <a:gd name="csX331" fmla="*/ 1167195 w 2067298"/>
                <a:gd name="csY331" fmla="*/ 1640038 h 2245497"/>
                <a:gd name="csX332" fmla="*/ 1170938 w 2067298"/>
                <a:gd name="csY332" fmla="*/ 1633749 h 2245497"/>
                <a:gd name="csX333" fmla="*/ 1177211 w 2067298"/>
                <a:gd name="csY333" fmla="*/ 1622401 h 2245497"/>
                <a:gd name="csX334" fmla="*/ 1181629 w 2067298"/>
                <a:gd name="csY334" fmla="*/ 1613700 h 2245497"/>
                <a:gd name="csX335" fmla="*/ 1183197 w 2067298"/>
                <a:gd name="csY335" fmla="*/ 1611053 h 2245497"/>
                <a:gd name="csX336" fmla="*/ 1189706 w 2067298"/>
                <a:gd name="csY336" fmla="*/ 1599711 h 2245497"/>
                <a:gd name="csX337" fmla="*/ 1195557 w 2067298"/>
                <a:gd name="csY337" fmla="*/ 1588365 h 2245497"/>
                <a:gd name="csX338" fmla="*/ 1196063 w 2067298"/>
                <a:gd name="csY338" fmla="*/ 1587355 h 2245497"/>
                <a:gd name="csX339" fmla="*/ 1202133 w 2067298"/>
                <a:gd name="csY339" fmla="*/ 1577020 h 2245497"/>
                <a:gd name="csX340" fmla="*/ 1208169 w 2067298"/>
                <a:gd name="csY340" fmla="*/ 1565674 h 2245497"/>
                <a:gd name="csX341" fmla="*/ 1210496 w 2067298"/>
                <a:gd name="csY341" fmla="*/ 1561116 h 2245497"/>
                <a:gd name="csX342" fmla="*/ 1214493 w 2067298"/>
                <a:gd name="csY342" fmla="*/ 1554329 h 2245497"/>
                <a:gd name="csX343" fmla="*/ 1220748 w 2067298"/>
                <a:gd name="csY343" fmla="*/ 1542983 h 2245497"/>
                <a:gd name="csX344" fmla="*/ 1224930 w 2067298"/>
                <a:gd name="csY344" fmla="*/ 1534797 h 2245497"/>
                <a:gd name="csX345" fmla="*/ 1226802 w 2067298"/>
                <a:gd name="csY345" fmla="*/ 1531638 h 2245497"/>
                <a:gd name="csX346" fmla="*/ 1233243 w 2067298"/>
                <a:gd name="csY346" fmla="*/ 1520292 h 2245497"/>
                <a:gd name="csX347" fmla="*/ 1239094 w 2067298"/>
                <a:gd name="csY347" fmla="*/ 1508947 h 2245497"/>
                <a:gd name="csX348" fmla="*/ 1239364 w 2067298"/>
                <a:gd name="csY348" fmla="*/ 1508436 h 2245497"/>
                <a:gd name="csX349" fmla="*/ 1245687 w 2067298"/>
                <a:gd name="csY349" fmla="*/ 1497603 h 2245497"/>
                <a:gd name="csX350" fmla="*/ 1251724 w 2067298"/>
                <a:gd name="csY350" fmla="*/ 1486256 h 2245497"/>
                <a:gd name="csX351" fmla="*/ 1253798 w 2067298"/>
                <a:gd name="csY351" fmla="*/ 1482201 h 2245497"/>
                <a:gd name="csX352" fmla="*/ 1258064 w 2067298"/>
                <a:gd name="csY352" fmla="*/ 1474912 h 2245497"/>
                <a:gd name="csX353" fmla="*/ 1264286 w 2067298"/>
                <a:gd name="csY353" fmla="*/ 1463565 h 2245497"/>
                <a:gd name="csX354" fmla="*/ 1268231 w 2067298"/>
                <a:gd name="csY354" fmla="*/ 1455895 h 2245497"/>
                <a:gd name="csX355" fmla="*/ 1270390 w 2067298"/>
                <a:gd name="csY355" fmla="*/ 1452221 h 2245497"/>
                <a:gd name="csX356" fmla="*/ 1276780 w 2067298"/>
                <a:gd name="csY356" fmla="*/ 1440874 h 2245497"/>
                <a:gd name="csX357" fmla="*/ 1282648 w 2067298"/>
                <a:gd name="csY357" fmla="*/ 1429530 h 2245497"/>
                <a:gd name="csX358" fmla="*/ 1282665 w 2067298"/>
                <a:gd name="csY358" fmla="*/ 1429521 h 2245497"/>
                <a:gd name="csX359" fmla="*/ 1289224 w 2067298"/>
                <a:gd name="csY359" fmla="*/ 1418183 h 2245497"/>
                <a:gd name="csX360" fmla="*/ 1295261 w 2067298"/>
                <a:gd name="csY360" fmla="*/ 1406839 h 2245497"/>
                <a:gd name="csX361" fmla="*/ 1297099 w 2067298"/>
                <a:gd name="csY361" fmla="*/ 1403289 h 2245497"/>
                <a:gd name="csX362" fmla="*/ 1301635 w 2067298"/>
                <a:gd name="csY362" fmla="*/ 1395492 h 2245497"/>
                <a:gd name="csX363" fmla="*/ 1307823 w 2067298"/>
                <a:gd name="csY363" fmla="*/ 1384148 h 2245497"/>
                <a:gd name="csX364" fmla="*/ 1311533 w 2067298"/>
                <a:gd name="csY364" fmla="*/ 1376993 h 2245497"/>
                <a:gd name="csX365" fmla="*/ 1313978 w 2067298"/>
                <a:gd name="csY365" fmla="*/ 1372801 h 2245497"/>
                <a:gd name="csX366" fmla="*/ 1320335 w 2067298"/>
                <a:gd name="csY366" fmla="*/ 1361457 h 2245497"/>
                <a:gd name="csX367" fmla="*/ 1325966 w 2067298"/>
                <a:gd name="csY367" fmla="*/ 1350633 h 2245497"/>
                <a:gd name="csX368" fmla="*/ 1326270 w 2067298"/>
                <a:gd name="csY368" fmla="*/ 1350110 h 2245497"/>
                <a:gd name="csX369" fmla="*/ 1332795 w 2067298"/>
                <a:gd name="csY369" fmla="*/ 1338766 h 2245497"/>
                <a:gd name="csX370" fmla="*/ 1338815 w 2067298"/>
                <a:gd name="csY370" fmla="*/ 1327419 h 2245497"/>
                <a:gd name="csX371" fmla="*/ 1340400 w 2067298"/>
                <a:gd name="csY371" fmla="*/ 1324377 h 2245497"/>
                <a:gd name="csX372" fmla="*/ 1345189 w 2067298"/>
                <a:gd name="csY372" fmla="*/ 1316075 h 2245497"/>
                <a:gd name="csX373" fmla="*/ 1351377 w 2067298"/>
                <a:gd name="csY373" fmla="*/ 1304728 h 2245497"/>
                <a:gd name="csX374" fmla="*/ 1354834 w 2067298"/>
                <a:gd name="csY374" fmla="*/ 1298090 h 2245497"/>
                <a:gd name="csX375" fmla="*/ 1357549 w 2067298"/>
                <a:gd name="csY375" fmla="*/ 1293384 h 2245497"/>
                <a:gd name="csX376" fmla="*/ 1363889 w 2067298"/>
                <a:gd name="csY376" fmla="*/ 1282037 h 2245497"/>
                <a:gd name="csX377" fmla="*/ 1369268 w 2067298"/>
                <a:gd name="csY377" fmla="*/ 1271743 h 2245497"/>
                <a:gd name="csX378" fmla="*/ 1369875 w 2067298"/>
                <a:gd name="csY378" fmla="*/ 1270693 h 2245497"/>
                <a:gd name="csX379" fmla="*/ 1376350 w 2067298"/>
                <a:gd name="csY379" fmla="*/ 1259346 h 2245497"/>
                <a:gd name="csX380" fmla="*/ 1382386 w 2067298"/>
                <a:gd name="csY380" fmla="*/ 1248002 h 2245497"/>
                <a:gd name="csX381" fmla="*/ 1383701 w 2067298"/>
                <a:gd name="csY381" fmla="*/ 1245467 h 2245497"/>
                <a:gd name="csX382" fmla="*/ 1388760 w 2067298"/>
                <a:gd name="csY382" fmla="*/ 1236657 h 2245497"/>
                <a:gd name="csX383" fmla="*/ 1394931 w 2067298"/>
                <a:gd name="csY383" fmla="*/ 1225311 h 2245497"/>
                <a:gd name="csX384" fmla="*/ 1398135 w 2067298"/>
                <a:gd name="csY384" fmla="*/ 1219185 h 2245497"/>
                <a:gd name="csX385" fmla="*/ 1401137 w 2067298"/>
                <a:gd name="csY385" fmla="*/ 1213966 h 2245497"/>
                <a:gd name="csX386" fmla="*/ 1407443 w 2067298"/>
                <a:gd name="csY386" fmla="*/ 1202620 h 2245497"/>
                <a:gd name="csX387" fmla="*/ 1412569 w 2067298"/>
                <a:gd name="csY387" fmla="*/ 1192850 h 2245497"/>
                <a:gd name="csX388" fmla="*/ 1413479 w 2067298"/>
                <a:gd name="csY388" fmla="*/ 1191275 h 2245497"/>
                <a:gd name="csX389" fmla="*/ 1419904 w 2067298"/>
                <a:gd name="csY389" fmla="*/ 1179929 h 2245497"/>
                <a:gd name="csX390" fmla="*/ 1425940 w 2067298"/>
                <a:gd name="csY390" fmla="*/ 1168584 h 2245497"/>
                <a:gd name="csX391" fmla="*/ 1427003 w 2067298"/>
                <a:gd name="csY391" fmla="*/ 1166556 h 2245497"/>
                <a:gd name="csX392" fmla="*/ 1432331 w 2067298"/>
                <a:gd name="csY392" fmla="*/ 1157238 h 2245497"/>
                <a:gd name="csX393" fmla="*/ 1438486 w 2067298"/>
                <a:gd name="csY393" fmla="*/ 1145893 h 2245497"/>
                <a:gd name="csX394" fmla="*/ 1441436 w 2067298"/>
                <a:gd name="csY394" fmla="*/ 1140281 h 2245497"/>
                <a:gd name="csX395" fmla="*/ 1444725 w 2067298"/>
                <a:gd name="csY395" fmla="*/ 1134547 h 2245497"/>
                <a:gd name="csX396" fmla="*/ 1450997 w 2067298"/>
                <a:gd name="csY396" fmla="*/ 1123202 h 2245497"/>
                <a:gd name="csX397" fmla="*/ 1455870 w 2067298"/>
                <a:gd name="csY397" fmla="*/ 1113955 h 2245497"/>
                <a:gd name="csX398" fmla="*/ 1457067 w 2067298"/>
                <a:gd name="csY398" fmla="*/ 1111856 h 2245497"/>
                <a:gd name="csX399" fmla="*/ 1463475 w 2067298"/>
                <a:gd name="csY399" fmla="*/ 1100511 h 2245497"/>
                <a:gd name="csX400" fmla="*/ 1469495 w 2067298"/>
                <a:gd name="csY400" fmla="*/ 1089165 h 2245497"/>
                <a:gd name="csX401" fmla="*/ 1470287 w 2067298"/>
                <a:gd name="csY401" fmla="*/ 1087647 h 2245497"/>
                <a:gd name="csX402" fmla="*/ 1475919 w 2067298"/>
                <a:gd name="csY402" fmla="*/ 1077820 h 2245497"/>
                <a:gd name="csX403" fmla="*/ 1482057 w 2067298"/>
                <a:gd name="csY403" fmla="*/ 1066474 h 2245497"/>
                <a:gd name="csX404" fmla="*/ 1484721 w 2067298"/>
                <a:gd name="csY404" fmla="*/ 1061376 h 2245497"/>
                <a:gd name="csX405" fmla="*/ 1488312 w 2067298"/>
                <a:gd name="csY405" fmla="*/ 1055129 h 2245497"/>
                <a:gd name="csX406" fmla="*/ 1494568 w 2067298"/>
                <a:gd name="csY406" fmla="*/ 1043783 h 2245497"/>
                <a:gd name="csX407" fmla="*/ 1499155 w 2067298"/>
                <a:gd name="csY407" fmla="*/ 1035058 h 2245497"/>
                <a:gd name="csX408" fmla="*/ 1500672 w 2067298"/>
                <a:gd name="csY408" fmla="*/ 1032438 h 2245497"/>
                <a:gd name="csX409" fmla="*/ 1507046 w 2067298"/>
                <a:gd name="csY409" fmla="*/ 1021092 h 2245497"/>
                <a:gd name="csX410" fmla="*/ 1513066 w 2067298"/>
                <a:gd name="csY410" fmla="*/ 1009747 h 2245497"/>
                <a:gd name="csX411" fmla="*/ 1513588 w 2067298"/>
                <a:gd name="csY411" fmla="*/ 1008737 h 2245497"/>
                <a:gd name="csX412" fmla="*/ 1519490 w 2067298"/>
                <a:gd name="csY412" fmla="*/ 998401 h 2245497"/>
                <a:gd name="csX413" fmla="*/ 1525611 w 2067298"/>
                <a:gd name="csY413" fmla="*/ 987056 h 2245497"/>
                <a:gd name="csX414" fmla="*/ 1528022 w 2067298"/>
                <a:gd name="csY414" fmla="*/ 982471 h 2245497"/>
                <a:gd name="csX415" fmla="*/ 1531883 w 2067298"/>
                <a:gd name="csY415" fmla="*/ 975711 h 2245497"/>
                <a:gd name="csX416" fmla="*/ 1538139 w 2067298"/>
                <a:gd name="csY416" fmla="*/ 964365 h 2245497"/>
                <a:gd name="csX417" fmla="*/ 1542456 w 2067298"/>
                <a:gd name="csY417" fmla="*/ 956162 h 2245497"/>
                <a:gd name="csX418" fmla="*/ 1544260 w 2067298"/>
                <a:gd name="csY418" fmla="*/ 953020 h 2245497"/>
                <a:gd name="csX419" fmla="*/ 1550617 w 2067298"/>
                <a:gd name="csY419" fmla="*/ 941674 h 2245497"/>
                <a:gd name="csX420" fmla="*/ 1556637 w 2067298"/>
                <a:gd name="csY420" fmla="*/ 930329 h 2245497"/>
                <a:gd name="csX421" fmla="*/ 1556890 w 2067298"/>
                <a:gd name="csY421" fmla="*/ 929827 h 2245497"/>
                <a:gd name="csX422" fmla="*/ 1563061 w 2067298"/>
                <a:gd name="csY422" fmla="*/ 918983 h 2245497"/>
                <a:gd name="csX423" fmla="*/ 1569182 w 2067298"/>
                <a:gd name="csY423" fmla="*/ 907638 h 2245497"/>
                <a:gd name="csX424" fmla="*/ 1571323 w 2067298"/>
                <a:gd name="csY424" fmla="*/ 903564 h 2245497"/>
                <a:gd name="csX425" fmla="*/ 1575471 w 2067298"/>
                <a:gd name="csY425" fmla="*/ 896292 h 2245497"/>
                <a:gd name="csX426" fmla="*/ 1581693 w 2067298"/>
                <a:gd name="csY426" fmla="*/ 884947 h 2245497"/>
                <a:gd name="csX427" fmla="*/ 1585757 w 2067298"/>
                <a:gd name="csY427" fmla="*/ 877262 h 2245497"/>
                <a:gd name="csX428" fmla="*/ 1587848 w 2067298"/>
                <a:gd name="csY428" fmla="*/ 873601 h 2245497"/>
                <a:gd name="csX429" fmla="*/ 1594188 w 2067298"/>
                <a:gd name="csY429" fmla="*/ 862256 h 2245497"/>
                <a:gd name="csX430" fmla="*/ 1600191 w 2067298"/>
                <a:gd name="csY430" fmla="*/ 850918 h 2245497"/>
                <a:gd name="csX431" fmla="*/ 1600208 w 2067298"/>
                <a:gd name="csY431" fmla="*/ 850910 h 2245497"/>
                <a:gd name="csX432" fmla="*/ 1606632 w 2067298"/>
                <a:gd name="csY432" fmla="*/ 839565 h 2245497"/>
                <a:gd name="csX433" fmla="*/ 1612753 w 2067298"/>
                <a:gd name="csY433" fmla="*/ 828219 h 2245497"/>
                <a:gd name="csX434" fmla="*/ 1614625 w 2067298"/>
                <a:gd name="csY434" fmla="*/ 824659 h 2245497"/>
                <a:gd name="csX435" fmla="*/ 1619059 w 2067298"/>
                <a:gd name="csY435" fmla="*/ 816874 h 2245497"/>
                <a:gd name="csX436" fmla="*/ 1625264 w 2067298"/>
                <a:gd name="csY436" fmla="*/ 805528 h 2245497"/>
                <a:gd name="csX437" fmla="*/ 1629058 w 2067298"/>
                <a:gd name="csY437" fmla="*/ 798362 h 2245497"/>
                <a:gd name="csX438" fmla="*/ 1631436 w 2067298"/>
                <a:gd name="csY438" fmla="*/ 794183 h 2245497"/>
                <a:gd name="csX439" fmla="*/ 1637759 w 2067298"/>
                <a:gd name="csY439" fmla="*/ 782837 h 2245497"/>
                <a:gd name="csX440" fmla="*/ 1643492 w 2067298"/>
                <a:gd name="csY440" fmla="*/ 772027 h 2245497"/>
                <a:gd name="csX441" fmla="*/ 1643796 w 2067298"/>
                <a:gd name="csY441" fmla="*/ 771492 h 2245497"/>
                <a:gd name="csX442" fmla="*/ 1650203 w 2067298"/>
                <a:gd name="csY442" fmla="*/ 760146 h 2245497"/>
                <a:gd name="csX443" fmla="*/ 1656324 w 2067298"/>
                <a:gd name="csY443" fmla="*/ 748801 h 2245497"/>
                <a:gd name="csX444" fmla="*/ 1657926 w 2067298"/>
                <a:gd name="csY444" fmla="*/ 745754 h 2245497"/>
                <a:gd name="csX445" fmla="*/ 1662630 w 2067298"/>
                <a:gd name="csY445" fmla="*/ 737455 h 2245497"/>
                <a:gd name="csX446" fmla="*/ 1668836 w 2067298"/>
                <a:gd name="csY446" fmla="*/ 726110 h 2245497"/>
                <a:gd name="csX447" fmla="*/ 1672360 w 2067298"/>
                <a:gd name="csY447" fmla="*/ 719461 h 2245497"/>
                <a:gd name="csX448" fmla="*/ 1675024 w 2067298"/>
                <a:gd name="csY448" fmla="*/ 714764 h 2245497"/>
                <a:gd name="csX449" fmla="*/ 1681330 w 2067298"/>
                <a:gd name="csY449" fmla="*/ 703419 h 2245497"/>
                <a:gd name="csX450" fmla="*/ 1686793 w 2067298"/>
                <a:gd name="csY450" fmla="*/ 693132 h 2245497"/>
                <a:gd name="csX451" fmla="*/ 1687400 w 2067298"/>
                <a:gd name="csY451" fmla="*/ 692074 h 2245497"/>
                <a:gd name="csX452" fmla="*/ 1693791 w 2067298"/>
                <a:gd name="csY452" fmla="*/ 680728 h 2245497"/>
                <a:gd name="csX453" fmla="*/ 1699895 w 2067298"/>
                <a:gd name="csY453" fmla="*/ 669383 h 2245497"/>
                <a:gd name="csX454" fmla="*/ 1701227 w 2067298"/>
                <a:gd name="csY454" fmla="*/ 666847 h 2245497"/>
                <a:gd name="csX455" fmla="*/ 1706218 w 2067298"/>
                <a:gd name="csY455" fmla="*/ 658037 h 2245497"/>
                <a:gd name="csX456" fmla="*/ 1712407 w 2067298"/>
                <a:gd name="csY456" fmla="*/ 646692 h 2245497"/>
                <a:gd name="csX457" fmla="*/ 1715661 w 2067298"/>
                <a:gd name="csY457" fmla="*/ 640560 h 2245497"/>
                <a:gd name="csX458" fmla="*/ 1718612 w 2067298"/>
                <a:gd name="csY458" fmla="*/ 635346 h 2245497"/>
                <a:gd name="csX459" fmla="*/ 1724901 w 2067298"/>
                <a:gd name="csY459" fmla="*/ 624001 h 2245497"/>
                <a:gd name="csX460" fmla="*/ 1730095 w 2067298"/>
                <a:gd name="csY460" fmla="*/ 614237 h 2245497"/>
                <a:gd name="csX461" fmla="*/ 1730988 w 2067298"/>
                <a:gd name="csY461" fmla="*/ 612655 h 2245497"/>
                <a:gd name="csX462" fmla="*/ 1737362 w 2067298"/>
                <a:gd name="csY462" fmla="*/ 601310 h 2245497"/>
                <a:gd name="csX463" fmla="*/ 1743466 w 2067298"/>
                <a:gd name="csY463" fmla="*/ 589964 h 2245497"/>
                <a:gd name="csX464" fmla="*/ 1744528 w 2067298"/>
                <a:gd name="csY464" fmla="*/ 587941 h 2245497"/>
                <a:gd name="csX465" fmla="*/ 1749789 w 2067298"/>
                <a:gd name="csY465" fmla="*/ 578619 h 2245497"/>
                <a:gd name="csX466" fmla="*/ 1755978 w 2067298"/>
                <a:gd name="csY466" fmla="*/ 567273 h 2245497"/>
                <a:gd name="csX467" fmla="*/ 1758962 w 2067298"/>
                <a:gd name="csY467" fmla="*/ 561658 h 2245497"/>
                <a:gd name="csX468" fmla="*/ 1762200 w 2067298"/>
                <a:gd name="csY468" fmla="*/ 555928 h 2245497"/>
                <a:gd name="csX469" fmla="*/ 1768472 w 2067298"/>
                <a:gd name="csY469" fmla="*/ 544582 h 2245497"/>
                <a:gd name="csX470" fmla="*/ 1773396 w 2067298"/>
                <a:gd name="csY470" fmla="*/ 535342 h 2245497"/>
                <a:gd name="csX471" fmla="*/ 1774593 w 2067298"/>
                <a:gd name="csY471" fmla="*/ 533237 h 2245497"/>
                <a:gd name="csX472" fmla="*/ 1780933 w 2067298"/>
                <a:gd name="csY472" fmla="*/ 521891 h 2245497"/>
                <a:gd name="csX473" fmla="*/ 1787037 w 2067298"/>
                <a:gd name="csY473" fmla="*/ 510546 h 2245497"/>
                <a:gd name="csX474" fmla="*/ 1787830 w 2067298"/>
                <a:gd name="csY474" fmla="*/ 509036 h 2245497"/>
                <a:gd name="csX475" fmla="*/ 1793377 w 2067298"/>
                <a:gd name="csY475" fmla="*/ 499200 h 2245497"/>
                <a:gd name="csX476" fmla="*/ 1799549 w 2067298"/>
                <a:gd name="csY476" fmla="*/ 487855 h 2245497"/>
                <a:gd name="csX477" fmla="*/ 1802264 w 2067298"/>
                <a:gd name="csY477" fmla="*/ 482755 h 2245497"/>
                <a:gd name="csX478" fmla="*/ 1805788 w 2067298"/>
                <a:gd name="csY478" fmla="*/ 476509 h 2245497"/>
                <a:gd name="csX479" fmla="*/ 1812043 w 2067298"/>
                <a:gd name="csY479" fmla="*/ 465164 h 2245497"/>
                <a:gd name="csX480" fmla="*/ 1816697 w 2067298"/>
                <a:gd name="csY480" fmla="*/ 456443 h 2245497"/>
                <a:gd name="csX481" fmla="*/ 1818181 w 2067298"/>
                <a:gd name="csY481" fmla="*/ 453818 h 2245497"/>
                <a:gd name="csX482" fmla="*/ 1824521 w 2067298"/>
                <a:gd name="csY482" fmla="*/ 442473 h 2245497"/>
                <a:gd name="csX483" fmla="*/ 1830608 w 2067298"/>
                <a:gd name="csY483" fmla="*/ 431129 h 2245497"/>
                <a:gd name="csX484" fmla="*/ 1831131 w 2067298"/>
                <a:gd name="csY484" fmla="*/ 430129 h 2245497"/>
                <a:gd name="csX485" fmla="*/ 1836965 w 2067298"/>
                <a:gd name="csY485" fmla="*/ 419782 h 2245497"/>
                <a:gd name="csX486" fmla="*/ 1843120 w 2067298"/>
                <a:gd name="csY486" fmla="*/ 408438 h 2245497"/>
                <a:gd name="csX487" fmla="*/ 1845565 w 2067298"/>
                <a:gd name="csY487" fmla="*/ 403851 h 2245497"/>
                <a:gd name="csX488" fmla="*/ 1849375 w 2067298"/>
                <a:gd name="csY488" fmla="*/ 397091 h 2245497"/>
                <a:gd name="csX489" fmla="*/ 1855614 w 2067298"/>
                <a:gd name="csY489" fmla="*/ 385747 h 2245497"/>
                <a:gd name="csX490" fmla="*/ 1859999 w 2067298"/>
                <a:gd name="csY490" fmla="*/ 377545 h 2245497"/>
                <a:gd name="csX491" fmla="*/ 1861769 w 2067298"/>
                <a:gd name="csY491" fmla="*/ 374400 h 2245497"/>
                <a:gd name="csX492" fmla="*/ 1868092 w 2067298"/>
                <a:gd name="csY492" fmla="*/ 363056 h 2245497"/>
                <a:gd name="csX493" fmla="*/ 1874179 w 2067298"/>
                <a:gd name="csY493" fmla="*/ 351709 h 2245497"/>
                <a:gd name="csX494" fmla="*/ 1874432 w 2067298"/>
                <a:gd name="csY494" fmla="*/ 351222 h 2245497"/>
                <a:gd name="csX495" fmla="*/ 1880536 w 2067298"/>
                <a:gd name="csY495" fmla="*/ 340365 h 2245497"/>
                <a:gd name="csX496" fmla="*/ 1886691 w 2067298"/>
                <a:gd name="csY496" fmla="*/ 329018 h 2245497"/>
                <a:gd name="csX497" fmla="*/ 1888866 w 2067298"/>
                <a:gd name="csY497" fmla="*/ 324948 h 2245497"/>
                <a:gd name="csX498" fmla="*/ 1892963 w 2067298"/>
                <a:gd name="csY498" fmla="*/ 317674 h 2245497"/>
                <a:gd name="csX499" fmla="*/ 1899185 w 2067298"/>
                <a:gd name="csY499" fmla="*/ 306327 h 2245497"/>
                <a:gd name="csX500" fmla="*/ 1903300 w 2067298"/>
                <a:gd name="csY500" fmla="*/ 298647 h 2245497"/>
                <a:gd name="csX501" fmla="*/ 1905374 w 2067298"/>
                <a:gd name="csY501" fmla="*/ 294983 h 2245497"/>
                <a:gd name="csX502" fmla="*/ 1911663 w 2067298"/>
                <a:gd name="csY502" fmla="*/ 283636 h 2245497"/>
                <a:gd name="csX503" fmla="*/ 1917734 w 2067298"/>
                <a:gd name="csY503" fmla="*/ 272317 h 2245497"/>
                <a:gd name="csX504" fmla="*/ 1917750 w 2067298"/>
                <a:gd name="csY504" fmla="*/ 272292 h 2245497"/>
                <a:gd name="csX505" fmla="*/ 1924124 w 2067298"/>
                <a:gd name="csY505" fmla="*/ 260945 h 2245497"/>
                <a:gd name="csX506" fmla="*/ 1930262 w 2067298"/>
                <a:gd name="csY506" fmla="*/ 249601 h 2245497"/>
                <a:gd name="csX507" fmla="*/ 1932167 w 2067298"/>
                <a:gd name="csY507" fmla="*/ 246044 h 2245497"/>
                <a:gd name="csX508" fmla="*/ 1936551 w 2067298"/>
                <a:gd name="csY508" fmla="*/ 238254 h 2245497"/>
                <a:gd name="csX509" fmla="*/ 1942773 w 2067298"/>
                <a:gd name="csY509" fmla="*/ 226910 h 2245497"/>
                <a:gd name="csX510" fmla="*/ 1946601 w 2067298"/>
                <a:gd name="csY510" fmla="*/ 219747 h 2245497"/>
                <a:gd name="csX511" fmla="*/ 1948962 w 2067298"/>
                <a:gd name="csY511" fmla="*/ 215563 h 2245497"/>
                <a:gd name="csX512" fmla="*/ 1955251 w 2067298"/>
                <a:gd name="csY512" fmla="*/ 204219 h 2245497"/>
                <a:gd name="csX513" fmla="*/ 1961035 w 2067298"/>
                <a:gd name="csY513" fmla="*/ 193422 h 2245497"/>
                <a:gd name="csX514" fmla="*/ 1961338 w 2067298"/>
                <a:gd name="csY514" fmla="*/ 192872 h 2245497"/>
                <a:gd name="csX515" fmla="*/ 1967695 w 2067298"/>
                <a:gd name="csY515" fmla="*/ 181528 h 2245497"/>
                <a:gd name="csX516" fmla="*/ 1973850 w 2067298"/>
                <a:gd name="csY516" fmla="*/ 170183 h 2245497"/>
                <a:gd name="csX517" fmla="*/ 1975469 w 2067298"/>
                <a:gd name="csY517" fmla="*/ 167141 h 2245497"/>
                <a:gd name="csX518" fmla="*/ 1980139 w 2067298"/>
                <a:gd name="csY518" fmla="*/ 158837 h 2245497"/>
                <a:gd name="csX519" fmla="*/ 1986344 w 2067298"/>
                <a:gd name="csY519" fmla="*/ 147492 h 2245497"/>
                <a:gd name="csX520" fmla="*/ 1989902 w 2067298"/>
                <a:gd name="csY520" fmla="*/ 140847 h 2245497"/>
                <a:gd name="csX521" fmla="*/ 1992550 w 2067298"/>
                <a:gd name="csY521" fmla="*/ 136146 h 2245497"/>
                <a:gd name="csX522" fmla="*/ 1998822 w 2067298"/>
                <a:gd name="csY522" fmla="*/ 124801 h 2245497"/>
                <a:gd name="csX523" fmla="*/ 2004336 w 2067298"/>
                <a:gd name="csY523" fmla="*/ 114527 h 2245497"/>
                <a:gd name="csX524" fmla="*/ 2004943 w 2067298"/>
                <a:gd name="csY524" fmla="*/ 113455 h 2245497"/>
                <a:gd name="csX525" fmla="*/ 2011283 w 2067298"/>
                <a:gd name="csY525" fmla="*/ 102110 h 2245497"/>
                <a:gd name="csX526" fmla="*/ 2017421 w 2067298"/>
                <a:gd name="csY526" fmla="*/ 90764 h 2245497"/>
                <a:gd name="csX527" fmla="*/ 2018770 w 2067298"/>
                <a:gd name="csY527" fmla="*/ 88238 h 2245497"/>
                <a:gd name="csX528" fmla="*/ 2023710 w 2067298"/>
                <a:gd name="csY528" fmla="*/ 79418 h 2245497"/>
                <a:gd name="csX529" fmla="*/ 2029915 w 2067298"/>
                <a:gd name="csY529" fmla="*/ 68073 h 2245497"/>
                <a:gd name="csX530" fmla="*/ 2033204 w 2067298"/>
                <a:gd name="csY530" fmla="*/ 61946 h 2245497"/>
                <a:gd name="csX531" fmla="*/ 2036137 w 2067298"/>
                <a:gd name="csY531" fmla="*/ 56727 h 2245497"/>
                <a:gd name="csX532" fmla="*/ 2042393 w 2067298"/>
                <a:gd name="csY532" fmla="*/ 45382 h 2245497"/>
                <a:gd name="csX533" fmla="*/ 2047637 w 2067298"/>
                <a:gd name="csY533" fmla="*/ 35630 h 2245497"/>
                <a:gd name="csX534" fmla="*/ 2048531 w 2067298"/>
                <a:gd name="csY534" fmla="*/ 34037 h 2245497"/>
                <a:gd name="csX535" fmla="*/ 2054854 w 2067298"/>
                <a:gd name="csY535" fmla="*/ 22691 h 2245497"/>
                <a:gd name="csX536" fmla="*/ 2060992 w 2067298"/>
                <a:gd name="csY536" fmla="*/ 11346 h 2245497"/>
                <a:gd name="csX537" fmla="*/ 2062071 w 2067298"/>
                <a:gd name="csY537" fmla="*/ 9333 h 2245497"/>
                <a:gd name="csX538" fmla="*/ 2067298 w 2067298"/>
                <a:gd name="csY538" fmla="*/ 0 h 2245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</a:cxnLst>
              <a:rect l="l" t="t" r="r" b="b"/>
              <a:pathLst>
                <a:path w="2067298" h="2245497">
                  <a:moveTo>
                    <a:pt x="0" y="0"/>
                  </a:moveTo>
                  <a:lnTo>
                    <a:pt x="4113" y="11346"/>
                  </a:lnTo>
                  <a:lnTo>
                    <a:pt x="8286" y="22691"/>
                  </a:lnTo>
                  <a:lnTo>
                    <a:pt x="12513" y="34007"/>
                  </a:lnTo>
                  <a:lnTo>
                    <a:pt x="12525" y="34037"/>
                  </a:lnTo>
                  <a:lnTo>
                    <a:pt x="16607" y="45382"/>
                  </a:lnTo>
                  <a:lnTo>
                    <a:pt x="20752" y="56727"/>
                  </a:lnTo>
                  <a:lnTo>
                    <a:pt x="24959" y="68073"/>
                  </a:lnTo>
                  <a:lnTo>
                    <a:pt x="26947" y="73376"/>
                  </a:lnTo>
                  <a:lnTo>
                    <a:pt x="29115" y="79418"/>
                  </a:lnTo>
                  <a:lnTo>
                    <a:pt x="33230" y="90764"/>
                  </a:lnTo>
                  <a:lnTo>
                    <a:pt x="37408" y="102110"/>
                  </a:lnTo>
                  <a:lnTo>
                    <a:pt x="41381" y="112733"/>
                  </a:lnTo>
                  <a:lnTo>
                    <a:pt x="41639" y="113455"/>
                  </a:lnTo>
                  <a:lnTo>
                    <a:pt x="45723" y="124801"/>
                  </a:lnTo>
                  <a:lnTo>
                    <a:pt x="49871" y="136146"/>
                  </a:lnTo>
                  <a:lnTo>
                    <a:pt x="54084" y="147492"/>
                  </a:lnTo>
                  <a:lnTo>
                    <a:pt x="55814" y="152100"/>
                  </a:lnTo>
                  <a:lnTo>
                    <a:pt x="58231" y="158837"/>
                  </a:lnTo>
                  <a:lnTo>
                    <a:pt x="62347" y="170183"/>
                  </a:lnTo>
                  <a:lnTo>
                    <a:pt x="66530" y="181528"/>
                  </a:lnTo>
                  <a:lnTo>
                    <a:pt x="70248" y="191459"/>
                  </a:lnTo>
                  <a:lnTo>
                    <a:pt x="70754" y="192872"/>
                  </a:lnTo>
                  <a:lnTo>
                    <a:pt x="74838" y="204219"/>
                  </a:lnTo>
                  <a:lnTo>
                    <a:pt x="78989" y="215563"/>
                  </a:lnTo>
                  <a:lnTo>
                    <a:pt x="83210" y="226910"/>
                  </a:lnTo>
                  <a:lnTo>
                    <a:pt x="84680" y="230825"/>
                  </a:lnTo>
                  <a:lnTo>
                    <a:pt x="87345" y="238254"/>
                  </a:lnTo>
                  <a:lnTo>
                    <a:pt x="91464" y="249601"/>
                  </a:lnTo>
                  <a:lnTo>
                    <a:pt x="95652" y="260945"/>
                  </a:lnTo>
                  <a:lnTo>
                    <a:pt x="99114" y="270186"/>
                  </a:lnTo>
                  <a:lnTo>
                    <a:pt x="99868" y="272292"/>
                  </a:lnTo>
                  <a:lnTo>
                    <a:pt x="103953" y="283636"/>
                  </a:lnTo>
                  <a:lnTo>
                    <a:pt x="108108" y="294983"/>
                  </a:lnTo>
                  <a:lnTo>
                    <a:pt x="112337" y="306327"/>
                  </a:lnTo>
                  <a:lnTo>
                    <a:pt x="113548" y="309550"/>
                  </a:lnTo>
                  <a:lnTo>
                    <a:pt x="116458" y="317674"/>
                  </a:lnTo>
                  <a:lnTo>
                    <a:pt x="120581" y="329018"/>
                  </a:lnTo>
                  <a:lnTo>
                    <a:pt x="124774" y="340365"/>
                  </a:lnTo>
                  <a:lnTo>
                    <a:pt x="127982" y="348910"/>
                  </a:lnTo>
                  <a:lnTo>
                    <a:pt x="128982" y="351709"/>
                  </a:lnTo>
                  <a:lnTo>
                    <a:pt x="133069" y="363056"/>
                  </a:lnTo>
                  <a:lnTo>
                    <a:pt x="137227" y="374400"/>
                  </a:lnTo>
                  <a:lnTo>
                    <a:pt x="141463" y="385747"/>
                  </a:lnTo>
                  <a:lnTo>
                    <a:pt x="142415" y="388273"/>
                  </a:lnTo>
                  <a:lnTo>
                    <a:pt x="145572" y="397091"/>
                  </a:lnTo>
                  <a:lnTo>
                    <a:pt x="149696" y="408438"/>
                  </a:lnTo>
                  <a:lnTo>
                    <a:pt x="153897" y="419782"/>
                  </a:lnTo>
                  <a:lnTo>
                    <a:pt x="156849" y="427637"/>
                  </a:lnTo>
                  <a:lnTo>
                    <a:pt x="158095" y="431129"/>
                  </a:lnTo>
                  <a:lnTo>
                    <a:pt x="162183" y="442473"/>
                  </a:lnTo>
                  <a:lnTo>
                    <a:pt x="166347" y="453818"/>
                  </a:lnTo>
                  <a:lnTo>
                    <a:pt x="170592" y="465164"/>
                  </a:lnTo>
                  <a:lnTo>
                    <a:pt x="171281" y="466996"/>
                  </a:lnTo>
                  <a:lnTo>
                    <a:pt x="174686" y="476509"/>
                  </a:lnTo>
                  <a:lnTo>
                    <a:pt x="178813" y="487855"/>
                  </a:lnTo>
                  <a:lnTo>
                    <a:pt x="183020" y="499200"/>
                  </a:lnTo>
                  <a:lnTo>
                    <a:pt x="185715" y="506361"/>
                  </a:lnTo>
                  <a:lnTo>
                    <a:pt x="187207" y="510546"/>
                  </a:lnTo>
                  <a:lnTo>
                    <a:pt x="191298" y="521891"/>
                  </a:lnTo>
                  <a:lnTo>
                    <a:pt x="195466" y="533237"/>
                  </a:lnTo>
                  <a:lnTo>
                    <a:pt x="199719" y="544582"/>
                  </a:lnTo>
                  <a:lnTo>
                    <a:pt x="200149" y="545719"/>
                  </a:lnTo>
                  <a:lnTo>
                    <a:pt x="203799" y="555928"/>
                  </a:lnTo>
                  <a:lnTo>
                    <a:pt x="207930" y="567273"/>
                  </a:lnTo>
                  <a:lnTo>
                    <a:pt x="212144" y="578619"/>
                  </a:lnTo>
                  <a:lnTo>
                    <a:pt x="214582" y="585088"/>
                  </a:lnTo>
                  <a:lnTo>
                    <a:pt x="216319" y="589964"/>
                  </a:lnTo>
                  <a:lnTo>
                    <a:pt x="220412" y="601310"/>
                  </a:lnTo>
                  <a:lnTo>
                    <a:pt x="224587" y="612655"/>
                  </a:lnTo>
                  <a:lnTo>
                    <a:pt x="228849" y="624001"/>
                  </a:lnTo>
                  <a:lnTo>
                    <a:pt x="229016" y="624442"/>
                  </a:lnTo>
                  <a:lnTo>
                    <a:pt x="232911" y="635346"/>
                  </a:lnTo>
                  <a:lnTo>
                    <a:pt x="237046" y="646692"/>
                  </a:lnTo>
                  <a:lnTo>
                    <a:pt x="241268" y="658037"/>
                  </a:lnTo>
                  <a:lnTo>
                    <a:pt x="243450" y="663812"/>
                  </a:lnTo>
                  <a:lnTo>
                    <a:pt x="245431" y="669383"/>
                  </a:lnTo>
                  <a:lnTo>
                    <a:pt x="249525" y="680728"/>
                  </a:lnTo>
                  <a:lnTo>
                    <a:pt x="253705" y="692074"/>
                  </a:lnTo>
                  <a:lnTo>
                    <a:pt x="257884" y="703166"/>
                  </a:lnTo>
                  <a:lnTo>
                    <a:pt x="257973" y="703419"/>
                  </a:lnTo>
                  <a:lnTo>
                    <a:pt x="262023" y="714764"/>
                  </a:lnTo>
                  <a:lnTo>
                    <a:pt x="266161" y="726110"/>
                  </a:lnTo>
                  <a:lnTo>
                    <a:pt x="270394" y="737455"/>
                  </a:lnTo>
                  <a:lnTo>
                    <a:pt x="272316" y="742537"/>
                  </a:lnTo>
                  <a:lnTo>
                    <a:pt x="274543" y="748801"/>
                  </a:lnTo>
                  <a:lnTo>
                    <a:pt x="278637" y="760146"/>
                  </a:lnTo>
                  <a:lnTo>
                    <a:pt x="282826" y="771492"/>
                  </a:lnTo>
                  <a:lnTo>
                    <a:pt x="286750" y="781893"/>
                  </a:lnTo>
                  <a:lnTo>
                    <a:pt x="287085" y="782837"/>
                  </a:lnTo>
                  <a:lnTo>
                    <a:pt x="291135" y="794183"/>
                  </a:lnTo>
                  <a:lnTo>
                    <a:pt x="295278" y="805528"/>
                  </a:lnTo>
                  <a:lnTo>
                    <a:pt x="299519" y="816874"/>
                  </a:lnTo>
                  <a:lnTo>
                    <a:pt x="301183" y="821262"/>
                  </a:lnTo>
                  <a:lnTo>
                    <a:pt x="303654" y="828219"/>
                  </a:lnTo>
                  <a:lnTo>
                    <a:pt x="307751" y="839565"/>
                  </a:lnTo>
                  <a:lnTo>
                    <a:pt x="311946" y="850910"/>
                  </a:lnTo>
                  <a:lnTo>
                    <a:pt x="315617" y="860619"/>
                  </a:lnTo>
                  <a:lnTo>
                    <a:pt x="316195" y="862256"/>
                  </a:lnTo>
                  <a:lnTo>
                    <a:pt x="320246" y="873601"/>
                  </a:lnTo>
                  <a:lnTo>
                    <a:pt x="324394" y="884947"/>
                  </a:lnTo>
                  <a:lnTo>
                    <a:pt x="328646" y="896292"/>
                  </a:lnTo>
                  <a:lnTo>
                    <a:pt x="330051" y="899986"/>
                  </a:lnTo>
                  <a:lnTo>
                    <a:pt x="332762" y="907638"/>
                  </a:lnTo>
                  <a:lnTo>
                    <a:pt x="336863" y="918983"/>
                  </a:lnTo>
                  <a:lnTo>
                    <a:pt x="341067" y="930329"/>
                  </a:lnTo>
                  <a:lnTo>
                    <a:pt x="344485" y="939347"/>
                  </a:lnTo>
                  <a:lnTo>
                    <a:pt x="345306" y="941674"/>
                  </a:lnTo>
                  <a:lnTo>
                    <a:pt x="349354" y="953020"/>
                  </a:lnTo>
                  <a:lnTo>
                    <a:pt x="353509" y="964365"/>
                  </a:lnTo>
                  <a:lnTo>
                    <a:pt x="357773" y="975711"/>
                  </a:lnTo>
                  <a:lnTo>
                    <a:pt x="358917" y="978711"/>
                  </a:lnTo>
                  <a:lnTo>
                    <a:pt x="361871" y="987056"/>
                  </a:lnTo>
                  <a:lnTo>
                    <a:pt x="365973" y="998401"/>
                  </a:lnTo>
                  <a:lnTo>
                    <a:pt x="370187" y="1009747"/>
                  </a:lnTo>
                  <a:lnTo>
                    <a:pt x="373350" y="1018073"/>
                  </a:lnTo>
                  <a:lnTo>
                    <a:pt x="374414" y="1021092"/>
                  </a:lnTo>
                  <a:lnTo>
                    <a:pt x="378463" y="1032438"/>
                  </a:lnTo>
                  <a:lnTo>
                    <a:pt x="382623" y="1043783"/>
                  </a:lnTo>
                  <a:lnTo>
                    <a:pt x="386902" y="1055129"/>
                  </a:lnTo>
                  <a:lnTo>
                    <a:pt x="387784" y="1057434"/>
                  </a:lnTo>
                  <a:lnTo>
                    <a:pt x="390979" y="1066474"/>
                  </a:lnTo>
                  <a:lnTo>
                    <a:pt x="395090" y="1077820"/>
                  </a:lnTo>
                  <a:lnTo>
                    <a:pt x="399306" y="1089165"/>
                  </a:lnTo>
                  <a:lnTo>
                    <a:pt x="402223" y="1096800"/>
                  </a:lnTo>
                  <a:lnTo>
                    <a:pt x="403521" y="1100511"/>
                  </a:lnTo>
                  <a:lnTo>
                    <a:pt x="407568" y="1111856"/>
                  </a:lnTo>
                  <a:lnTo>
                    <a:pt x="411733" y="1123202"/>
                  </a:lnTo>
                  <a:lnTo>
                    <a:pt x="416033" y="1134547"/>
                  </a:lnTo>
                  <a:lnTo>
                    <a:pt x="416657" y="1136157"/>
                  </a:lnTo>
                  <a:lnTo>
                    <a:pt x="420080" y="1145893"/>
                  </a:lnTo>
                  <a:lnTo>
                    <a:pt x="424194" y="1157238"/>
                  </a:lnTo>
                  <a:lnTo>
                    <a:pt x="428426" y="1168584"/>
                  </a:lnTo>
                  <a:lnTo>
                    <a:pt x="431090" y="1175526"/>
                  </a:lnTo>
                  <a:lnTo>
                    <a:pt x="432625" y="1179929"/>
                  </a:lnTo>
                  <a:lnTo>
                    <a:pt x="436672" y="1191275"/>
                  </a:lnTo>
                  <a:lnTo>
                    <a:pt x="440854" y="1202620"/>
                  </a:lnTo>
                  <a:lnTo>
                    <a:pt x="445170" y="1213966"/>
                  </a:lnTo>
                  <a:lnTo>
                    <a:pt x="445524" y="1214878"/>
                  </a:lnTo>
                  <a:lnTo>
                    <a:pt x="449183" y="1225311"/>
                  </a:lnTo>
                  <a:lnTo>
                    <a:pt x="453298" y="1236657"/>
                  </a:lnTo>
                  <a:lnTo>
                    <a:pt x="457547" y="1248002"/>
                  </a:lnTo>
                  <a:lnTo>
                    <a:pt x="459958" y="1254252"/>
                  </a:lnTo>
                  <a:lnTo>
                    <a:pt x="461729" y="1259346"/>
                  </a:lnTo>
                  <a:lnTo>
                    <a:pt x="465775" y="1270693"/>
                  </a:lnTo>
                  <a:lnTo>
                    <a:pt x="469957" y="1282037"/>
                  </a:lnTo>
                  <a:lnTo>
                    <a:pt x="474307" y="1293384"/>
                  </a:lnTo>
                  <a:lnTo>
                    <a:pt x="474392" y="1293600"/>
                  </a:lnTo>
                  <a:lnTo>
                    <a:pt x="478287" y="1304728"/>
                  </a:lnTo>
                  <a:lnTo>
                    <a:pt x="482401" y="1316075"/>
                  </a:lnTo>
                  <a:lnTo>
                    <a:pt x="486667" y="1327419"/>
                  </a:lnTo>
                  <a:lnTo>
                    <a:pt x="488825" y="1332979"/>
                  </a:lnTo>
                  <a:lnTo>
                    <a:pt x="490832" y="1338766"/>
                  </a:lnTo>
                  <a:lnTo>
                    <a:pt x="494879" y="1350110"/>
                  </a:lnTo>
                  <a:lnTo>
                    <a:pt x="499077" y="1361457"/>
                  </a:lnTo>
                  <a:lnTo>
                    <a:pt x="503259" y="1372326"/>
                  </a:lnTo>
                  <a:lnTo>
                    <a:pt x="503411" y="1372801"/>
                  </a:lnTo>
                  <a:lnTo>
                    <a:pt x="507390" y="1384148"/>
                  </a:lnTo>
                  <a:lnTo>
                    <a:pt x="511505" y="1395492"/>
                  </a:lnTo>
                  <a:lnTo>
                    <a:pt x="515804" y="1406839"/>
                  </a:lnTo>
                  <a:lnTo>
                    <a:pt x="517693" y="1411703"/>
                  </a:lnTo>
                  <a:lnTo>
                    <a:pt x="519936" y="1418183"/>
                  </a:lnTo>
                  <a:lnTo>
                    <a:pt x="523982" y="1429530"/>
                  </a:lnTo>
                  <a:lnTo>
                    <a:pt x="528181" y="1440874"/>
                  </a:lnTo>
                  <a:lnTo>
                    <a:pt x="532127" y="1451056"/>
                  </a:lnTo>
                  <a:lnTo>
                    <a:pt x="532515" y="1452221"/>
                  </a:lnTo>
                  <a:lnTo>
                    <a:pt x="536477" y="1463565"/>
                  </a:lnTo>
                  <a:lnTo>
                    <a:pt x="540608" y="1474912"/>
                  </a:lnTo>
                  <a:lnTo>
                    <a:pt x="544925" y="1486256"/>
                  </a:lnTo>
                  <a:lnTo>
                    <a:pt x="546560" y="1490430"/>
                  </a:lnTo>
                  <a:lnTo>
                    <a:pt x="549022" y="1497603"/>
                  </a:lnTo>
                  <a:lnTo>
                    <a:pt x="553069" y="1508947"/>
                  </a:lnTo>
                  <a:lnTo>
                    <a:pt x="557301" y="1520292"/>
                  </a:lnTo>
                  <a:lnTo>
                    <a:pt x="560994" y="1529784"/>
                  </a:lnTo>
                  <a:lnTo>
                    <a:pt x="561618" y="1531638"/>
                  </a:lnTo>
                  <a:lnTo>
                    <a:pt x="565564" y="1542983"/>
                  </a:lnTo>
                  <a:lnTo>
                    <a:pt x="569712" y="1554329"/>
                  </a:lnTo>
                  <a:lnTo>
                    <a:pt x="574045" y="1565674"/>
                  </a:lnTo>
                  <a:lnTo>
                    <a:pt x="575411" y="1569154"/>
                  </a:lnTo>
                  <a:lnTo>
                    <a:pt x="578126" y="1577020"/>
                  </a:lnTo>
                  <a:lnTo>
                    <a:pt x="582156" y="1588365"/>
                  </a:lnTo>
                  <a:lnTo>
                    <a:pt x="586405" y="1599711"/>
                  </a:lnTo>
                  <a:lnTo>
                    <a:pt x="589845" y="1608507"/>
                  </a:lnTo>
                  <a:lnTo>
                    <a:pt x="590722" y="1611053"/>
                  </a:lnTo>
                  <a:lnTo>
                    <a:pt x="594651" y="1622401"/>
                  </a:lnTo>
                  <a:lnTo>
                    <a:pt x="598798" y="1633749"/>
                  </a:lnTo>
                  <a:lnTo>
                    <a:pt x="603183" y="1645097"/>
                  </a:lnTo>
                  <a:lnTo>
                    <a:pt x="604279" y="1647879"/>
                  </a:lnTo>
                  <a:lnTo>
                    <a:pt x="607196" y="1656445"/>
                  </a:lnTo>
                  <a:lnTo>
                    <a:pt x="611243" y="1667776"/>
                  </a:lnTo>
                  <a:lnTo>
                    <a:pt x="615509" y="1679124"/>
                  </a:lnTo>
                  <a:lnTo>
                    <a:pt x="618712" y="1687251"/>
                  </a:lnTo>
                  <a:lnTo>
                    <a:pt x="619809" y="1690472"/>
                  </a:lnTo>
                  <a:lnTo>
                    <a:pt x="623720" y="1701820"/>
                  </a:lnTo>
                  <a:lnTo>
                    <a:pt x="627885" y="1713168"/>
                  </a:lnTo>
                  <a:lnTo>
                    <a:pt x="632303" y="1724516"/>
                  </a:lnTo>
                  <a:lnTo>
                    <a:pt x="633146" y="1726607"/>
                  </a:lnTo>
                  <a:lnTo>
                    <a:pt x="636266" y="1735864"/>
                  </a:lnTo>
                  <a:lnTo>
                    <a:pt x="640296" y="1747195"/>
                  </a:lnTo>
                  <a:lnTo>
                    <a:pt x="644612" y="1758543"/>
                  </a:lnTo>
                  <a:lnTo>
                    <a:pt x="647580" y="1765980"/>
                  </a:lnTo>
                  <a:lnTo>
                    <a:pt x="648878" y="1769891"/>
                  </a:lnTo>
                  <a:lnTo>
                    <a:pt x="652773" y="1781239"/>
                  </a:lnTo>
                  <a:lnTo>
                    <a:pt x="656955" y="1792587"/>
                  </a:lnTo>
                  <a:lnTo>
                    <a:pt x="661440" y="1803935"/>
                  </a:lnTo>
                  <a:lnTo>
                    <a:pt x="662014" y="1805318"/>
                  </a:lnTo>
                  <a:lnTo>
                    <a:pt x="665336" y="1815267"/>
                  </a:lnTo>
                  <a:lnTo>
                    <a:pt x="669349" y="1826615"/>
                  </a:lnTo>
                  <a:lnTo>
                    <a:pt x="673699" y="1837963"/>
                  </a:lnTo>
                  <a:lnTo>
                    <a:pt x="676447" y="1844708"/>
                  </a:lnTo>
                  <a:lnTo>
                    <a:pt x="677948" y="1849311"/>
                  </a:lnTo>
                  <a:lnTo>
                    <a:pt x="681809" y="1860659"/>
                  </a:lnTo>
                  <a:lnTo>
                    <a:pt x="685991" y="1872007"/>
                  </a:lnTo>
                  <a:lnTo>
                    <a:pt x="690595" y="1883355"/>
                  </a:lnTo>
                  <a:lnTo>
                    <a:pt x="690881" y="1884046"/>
                  </a:lnTo>
                  <a:lnTo>
                    <a:pt x="694355" y="1894686"/>
                  </a:lnTo>
                  <a:lnTo>
                    <a:pt x="698368" y="1906034"/>
                  </a:lnTo>
                  <a:lnTo>
                    <a:pt x="702769" y="1917382"/>
                  </a:lnTo>
                  <a:lnTo>
                    <a:pt x="705315" y="1923436"/>
                  </a:lnTo>
                  <a:lnTo>
                    <a:pt x="707001" y="1928730"/>
                  </a:lnTo>
                  <a:lnTo>
                    <a:pt x="710795" y="1940078"/>
                  </a:lnTo>
                  <a:lnTo>
                    <a:pt x="715011" y="1951426"/>
                  </a:lnTo>
                  <a:lnTo>
                    <a:pt x="719749" y="1962757"/>
                  </a:lnTo>
                  <a:lnTo>
                    <a:pt x="719749" y="1962774"/>
                  </a:lnTo>
                  <a:lnTo>
                    <a:pt x="723340" y="1974105"/>
                  </a:lnTo>
                  <a:lnTo>
                    <a:pt x="727303" y="1985453"/>
                  </a:lnTo>
                  <a:lnTo>
                    <a:pt x="731822" y="1996801"/>
                  </a:lnTo>
                  <a:lnTo>
                    <a:pt x="734182" y="2002180"/>
                  </a:lnTo>
                  <a:lnTo>
                    <a:pt x="736003" y="2008150"/>
                  </a:lnTo>
                  <a:lnTo>
                    <a:pt x="739713" y="2019498"/>
                  </a:lnTo>
                  <a:lnTo>
                    <a:pt x="743946" y="2030846"/>
                  </a:lnTo>
                  <a:lnTo>
                    <a:pt x="748616" y="2041502"/>
                  </a:lnTo>
                  <a:lnTo>
                    <a:pt x="748819" y="2042177"/>
                  </a:lnTo>
                  <a:lnTo>
                    <a:pt x="752225" y="2053525"/>
                  </a:lnTo>
                  <a:lnTo>
                    <a:pt x="756120" y="2064873"/>
                  </a:lnTo>
                  <a:lnTo>
                    <a:pt x="760807" y="2076221"/>
                  </a:lnTo>
                  <a:lnTo>
                    <a:pt x="763050" y="2080925"/>
                  </a:lnTo>
                  <a:lnTo>
                    <a:pt x="764905" y="2087569"/>
                  </a:lnTo>
                  <a:lnTo>
                    <a:pt x="768395" y="2098917"/>
                  </a:lnTo>
                  <a:lnTo>
                    <a:pt x="772644" y="2110265"/>
                  </a:lnTo>
                  <a:lnTo>
                    <a:pt x="777484" y="2120247"/>
                  </a:lnTo>
                  <a:lnTo>
                    <a:pt x="777838" y="2121596"/>
                  </a:lnTo>
                  <a:lnTo>
                    <a:pt x="780839" y="2132944"/>
                  </a:lnTo>
                  <a:lnTo>
                    <a:pt x="784498" y="2144292"/>
                  </a:lnTo>
                  <a:lnTo>
                    <a:pt x="789540" y="2155640"/>
                  </a:lnTo>
                  <a:lnTo>
                    <a:pt x="791917" y="2159721"/>
                  </a:lnTo>
                  <a:lnTo>
                    <a:pt x="793553" y="2166988"/>
                  </a:lnTo>
                  <a:lnTo>
                    <a:pt x="796352" y="2178336"/>
                  </a:lnTo>
                  <a:lnTo>
                    <a:pt x="800315" y="2189668"/>
                  </a:lnTo>
                  <a:lnTo>
                    <a:pt x="806351" y="2199043"/>
                  </a:lnTo>
                  <a:lnTo>
                    <a:pt x="806688" y="2201016"/>
                  </a:lnTo>
                  <a:lnTo>
                    <a:pt x="808375" y="2212364"/>
                  </a:lnTo>
                  <a:lnTo>
                    <a:pt x="810078" y="2223712"/>
                  </a:lnTo>
                  <a:lnTo>
                    <a:pt x="815136" y="2235060"/>
                  </a:lnTo>
                  <a:lnTo>
                    <a:pt x="820785" y="2239596"/>
                  </a:lnTo>
                  <a:lnTo>
                    <a:pt x="835219" y="2245497"/>
                  </a:lnTo>
                  <a:lnTo>
                    <a:pt x="848000" y="2235060"/>
                  </a:lnTo>
                  <a:lnTo>
                    <a:pt x="848792" y="2223712"/>
                  </a:lnTo>
                  <a:lnTo>
                    <a:pt x="849652" y="2220086"/>
                  </a:lnTo>
                  <a:lnTo>
                    <a:pt x="858404" y="2212364"/>
                  </a:lnTo>
                  <a:lnTo>
                    <a:pt x="862248" y="2201016"/>
                  </a:lnTo>
                  <a:lnTo>
                    <a:pt x="864086" y="2193141"/>
                  </a:lnTo>
                  <a:lnTo>
                    <a:pt x="867678" y="2189668"/>
                  </a:lnTo>
                  <a:lnTo>
                    <a:pt x="874911" y="2178336"/>
                  </a:lnTo>
                  <a:lnTo>
                    <a:pt x="878233" y="2166988"/>
                  </a:lnTo>
                  <a:lnTo>
                    <a:pt x="878520" y="2166112"/>
                  </a:lnTo>
                  <a:lnTo>
                    <a:pt x="886985" y="2155640"/>
                  </a:lnTo>
                  <a:lnTo>
                    <a:pt x="891504" y="2144292"/>
                  </a:lnTo>
                  <a:lnTo>
                    <a:pt x="892954" y="2140161"/>
                  </a:lnTo>
                  <a:lnTo>
                    <a:pt x="898670" y="2132944"/>
                  </a:lnTo>
                  <a:lnTo>
                    <a:pt x="904437" y="2121596"/>
                  </a:lnTo>
                  <a:lnTo>
                    <a:pt x="907387" y="2113739"/>
                  </a:lnTo>
                  <a:lnTo>
                    <a:pt x="910085" y="2110265"/>
                  </a:lnTo>
                  <a:lnTo>
                    <a:pt x="917032" y="2098917"/>
                  </a:lnTo>
                  <a:lnTo>
                    <a:pt x="921636" y="2087569"/>
                  </a:lnTo>
                  <a:lnTo>
                    <a:pt x="921821" y="2087080"/>
                  </a:lnTo>
                  <a:lnTo>
                    <a:pt x="929359" y="2076221"/>
                  </a:lnTo>
                  <a:lnTo>
                    <a:pt x="934653" y="2064873"/>
                  </a:lnTo>
                  <a:lnTo>
                    <a:pt x="936255" y="2061028"/>
                  </a:lnTo>
                  <a:lnTo>
                    <a:pt x="941465" y="2053525"/>
                  </a:lnTo>
                  <a:lnTo>
                    <a:pt x="947468" y="2042177"/>
                  </a:lnTo>
                  <a:lnTo>
                    <a:pt x="950689" y="2034707"/>
                  </a:lnTo>
                  <a:lnTo>
                    <a:pt x="953353" y="2030846"/>
                  </a:lnTo>
                  <a:lnTo>
                    <a:pt x="960064" y="2019498"/>
                  </a:lnTo>
                  <a:lnTo>
                    <a:pt x="965106" y="2008150"/>
                  </a:lnTo>
                  <a:lnTo>
                    <a:pt x="965122" y="2008133"/>
                  </a:lnTo>
                  <a:lnTo>
                    <a:pt x="972457" y="1996801"/>
                  </a:lnTo>
                  <a:lnTo>
                    <a:pt x="978022" y="1985453"/>
                  </a:lnTo>
                  <a:lnTo>
                    <a:pt x="979556" y="1982031"/>
                  </a:lnTo>
                  <a:lnTo>
                    <a:pt x="984699" y="1974105"/>
                  </a:lnTo>
                  <a:lnTo>
                    <a:pt x="990753" y="1962774"/>
                  </a:lnTo>
                  <a:lnTo>
                    <a:pt x="993990" y="1955743"/>
                  </a:lnTo>
                  <a:lnTo>
                    <a:pt x="996806" y="1951426"/>
                  </a:lnTo>
                  <a:lnTo>
                    <a:pt x="1003348" y="1940078"/>
                  </a:lnTo>
                  <a:lnTo>
                    <a:pt x="1008424" y="1929253"/>
                  </a:lnTo>
                  <a:lnTo>
                    <a:pt x="1008778" y="1928730"/>
                  </a:lnTo>
                  <a:lnTo>
                    <a:pt x="1015792" y="1917382"/>
                  </a:lnTo>
                  <a:lnTo>
                    <a:pt x="1021458" y="1906034"/>
                  </a:lnTo>
                  <a:lnTo>
                    <a:pt x="1022857" y="1903066"/>
                  </a:lnTo>
                  <a:lnTo>
                    <a:pt x="1028101" y="1894686"/>
                  </a:lnTo>
                  <a:lnTo>
                    <a:pt x="1034172" y="1883355"/>
                  </a:lnTo>
                  <a:lnTo>
                    <a:pt x="1037291" y="1876796"/>
                  </a:lnTo>
                  <a:lnTo>
                    <a:pt x="1040310" y="1872007"/>
                  </a:lnTo>
                  <a:lnTo>
                    <a:pt x="1046751" y="1860659"/>
                  </a:lnTo>
                  <a:lnTo>
                    <a:pt x="1051725" y="1850373"/>
                  </a:lnTo>
                  <a:lnTo>
                    <a:pt x="1052399" y="1849311"/>
                  </a:lnTo>
                  <a:lnTo>
                    <a:pt x="1059212" y="1837963"/>
                  </a:lnTo>
                  <a:lnTo>
                    <a:pt x="1064962" y="1826615"/>
                  </a:lnTo>
                  <a:lnTo>
                    <a:pt x="1066159" y="1824136"/>
                  </a:lnTo>
                  <a:lnTo>
                    <a:pt x="1071571" y="1815267"/>
                  </a:lnTo>
                  <a:lnTo>
                    <a:pt x="1077625" y="1803935"/>
                  </a:lnTo>
                  <a:lnTo>
                    <a:pt x="1080592" y="1797865"/>
                  </a:lnTo>
                  <a:lnTo>
                    <a:pt x="1083830" y="1792587"/>
                  </a:lnTo>
                  <a:lnTo>
                    <a:pt x="1090204" y="1781239"/>
                  </a:lnTo>
                  <a:lnTo>
                    <a:pt x="1095026" y="1771493"/>
                  </a:lnTo>
                  <a:lnTo>
                    <a:pt x="1096004" y="1769891"/>
                  </a:lnTo>
                  <a:lnTo>
                    <a:pt x="1102682" y="1758543"/>
                  </a:lnTo>
                  <a:lnTo>
                    <a:pt x="1108465" y="1747195"/>
                  </a:lnTo>
                  <a:lnTo>
                    <a:pt x="1109460" y="1745206"/>
                  </a:lnTo>
                  <a:lnTo>
                    <a:pt x="1115075" y="1735864"/>
                  </a:lnTo>
                  <a:lnTo>
                    <a:pt x="1121128" y="1724516"/>
                  </a:lnTo>
                  <a:lnTo>
                    <a:pt x="1123894" y="1718952"/>
                  </a:lnTo>
                  <a:lnTo>
                    <a:pt x="1127384" y="1713168"/>
                  </a:lnTo>
                  <a:lnTo>
                    <a:pt x="1133691" y="1701820"/>
                  </a:lnTo>
                  <a:lnTo>
                    <a:pt x="1138328" y="1692597"/>
                  </a:lnTo>
                  <a:lnTo>
                    <a:pt x="1139609" y="1690472"/>
                  </a:lnTo>
                  <a:lnTo>
                    <a:pt x="1146185" y="1679124"/>
                  </a:lnTo>
                  <a:lnTo>
                    <a:pt x="1152003" y="1667776"/>
                  </a:lnTo>
                  <a:lnTo>
                    <a:pt x="1152761" y="1666275"/>
                  </a:lnTo>
                  <a:lnTo>
                    <a:pt x="1158595" y="1656445"/>
                  </a:lnTo>
                  <a:lnTo>
                    <a:pt x="1164649" y="1645097"/>
                  </a:lnTo>
                  <a:lnTo>
                    <a:pt x="1167195" y="1640038"/>
                  </a:lnTo>
                  <a:lnTo>
                    <a:pt x="1170938" y="1633749"/>
                  </a:lnTo>
                  <a:lnTo>
                    <a:pt x="1177211" y="1622401"/>
                  </a:lnTo>
                  <a:lnTo>
                    <a:pt x="1181629" y="1613700"/>
                  </a:lnTo>
                  <a:lnTo>
                    <a:pt x="1183197" y="1611053"/>
                  </a:lnTo>
                  <a:lnTo>
                    <a:pt x="1189706" y="1599711"/>
                  </a:lnTo>
                  <a:lnTo>
                    <a:pt x="1195557" y="1588365"/>
                  </a:lnTo>
                  <a:lnTo>
                    <a:pt x="1196063" y="1587355"/>
                  </a:lnTo>
                  <a:lnTo>
                    <a:pt x="1202133" y="1577020"/>
                  </a:lnTo>
                  <a:lnTo>
                    <a:pt x="1208169" y="1565674"/>
                  </a:lnTo>
                  <a:lnTo>
                    <a:pt x="1210496" y="1561116"/>
                  </a:lnTo>
                  <a:lnTo>
                    <a:pt x="1214493" y="1554329"/>
                  </a:lnTo>
                  <a:lnTo>
                    <a:pt x="1220748" y="1542983"/>
                  </a:lnTo>
                  <a:lnTo>
                    <a:pt x="1224930" y="1534797"/>
                  </a:lnTo>
                  <a:lnTo>
                    <a:pt x="1226802" y="1531638"/>
                  </a:lnTo>
                  <a:lnTo>
                    <a:pt x="1233243" y="1520292"/>
                  </a:lnTo>
                  <a:lnTo>
                    <a:pt x="1239094" y="1508947"/>
                  </a:lnTo>
                  <a:lnTo>
                    <a:pt x="1239364" y="1508436"/>
                  </a:lnTo>
                  <a:lnTo>
                    <a:pt x="1245687" y="1497603"/>
                  </a:lnTo>
                  <a:lnTo>
                    <a:pt x="1251724" y="1486256"/>
                  </a:lnTo>
                  <a:lnTo>
                    <a:pt x="1253798" y="1482201"/>
                  </a:lnTo>
                  <a:lnTo>
                    <a:pt x="1258064" y="1474912"/>
                  </a:lnTo>
                  <a:lnTo>
                    <a:pt x="1264286" y="1463565"/>
                  </a:lnTo>
                  <a:lnTo>
                    <a:pt x="1268231" y="1455895"/>
                  </a:lnTo>
                  <a:lnTo>
                    <a:pt x="1270390" y="1452221"/>
                  </a:lnTo>
                  <a:lnTo>
                    <a:pt x="1276780" y="1440874"/>
                  </a:lnTo>
                  <a:lnTo>
                    <a:pt x="1282648" y="1429530"/>
                  </a:lnTo>
                  <a:lnTo>
                    <a:pt x="1282665" y="1429521"/>
                  </a:lnTo>
                  <a:lnTo>
                    <a:pt x="1289224" y="1418183"/>
                  </a:lnTo>
                  <a:lnTo>
                    <a:pt x="1295261" y="1406839"/>
                  </a:lnTo>
                  <a:lnTo>
                    <a:pt x="1297099" y="1403289"/>
                  </a:lnTo>
                  <a:lnTo>
                    <a:pt x="1301635" y="1395492"/>
                  </a:lnTo>
                  <a:lnTo>
                    <a:pt x="1307823" y="1384148"/>
                  </a:lnTo>
                  <a:lnTo>
                    <a:pt x="1311533" y="1376993"/>
                  </a:lnTo>
                  <a:lnTo>
                    <a:pt x="1313978" y="1372801"/>
                  </a:lnTo>
                  <a:lnTo>
                    <a:pt x="1320335" y="1361457"/>
                  </a:lnTo>
                  <a:lnTo>
                    <a:pt x="1325966" y="1350633"/>
                  </a:lnTo>
                  <a:lnTo>
                    <a:pt x="1326270" y="1350110"/>
                  </a:lnTo>
                  <a:lnTo>
                    <a:pt x="1332795" y="1338766"/>
                  </a:lnTo>
                  <a:lnTo>
                    <a:pt x="1338815" y="1327419"/>
                  </a:lnTo>
                  <a:lnTo>
                    <a:pt x="1340400" y="1324377"/>
                  </a:lnTo>
                  <a:lnTo>
                    <a:pt x="1345189" y="1316075"/>
                  </a:lnTo>
                  <a:lnTo>
                    <a:pt x="1351377" y="1304728"/>
                  </a:lnTo>
                  <a:lnTo>
                    <a:pt x="1354834" y="1298090"/>
                  </a:lnTo>
                  <a:lnTo>
                    <a:pt x="1357549" y="1293384"/>
                  </a:lnTo>
                  <a:lnTo>
                    <a:pt x="1363889" y="1282037"/>
                  </a:lnTo>
                  <a:lnTo>
                    <a:pt x="1369268" y="1271743"/>
                  </a:lnTo>
                  <a:lnTo>
                    <a:pt x="1369875" y="1270693"/>
                  </a:lnTo>
                  <a:lnTo>
                    <a:pt x="1376350" y="1259346"/>
                  </a:lnTo>
                  <a:lnTo>
                    <a:pt x="1382386" y="1248002"/>
                  </a:lnTo>
                  <a:lnTo>
                    <a:pt x="1383701" y="1245467"/>
                  </a:lnTo>
                  <a:lnTo>
                    <a:pt x="1388760" y="1236657"/>
                  </a:lnTo>
                  <a:lnTo>
                    <a:pt x="1394931" y="1225311"/>
                  </a:lnTo>
                  <a:lnTo>
                    <a:pt x="1398135" y="1219185"/>
                  </a:lnTo>
                  <a:lnTo>
                    <a:pt x="1401137" y="1213966"/>
                  </a:lnTo>
                  <a:lnTo>
                    <a:pt x="1407443" y="1202620"/>
                  </a:lnTo>
                  <a:lnTo>
                    <a:pt x="1412569" y="1192850"/>
                  </a:lnTo>
                  <a:lnTo>
                    <a:pt x="1413479" y="1191275"/>
                  </a:lnTo>
                  <a:lnTo>
                    <a:pt x="1419904" y="1179929"/>
                  </a:lnTo>
                  <a:lnTo>
                    <a:pt x="1425940" y="1168584"/>
                  </a:lnTo>
                  <a:lnTo>
                    <a:pt x="1427003" y="1166556"/>
                  </a:lnTo>
                  <a:lnTo>
                    <a:pt x="1432331" y="1157238"/>
                  </a:lnTo>
                  <a:lnTo>
                    <a:pt x="1438486" y="1145893"/>
                  </a:lnTo>
                  <a:lnTo>
                    <a:pt x="1441436" y="1140281"/>
                  </a:lnTo>
                  <a:lnTo>
                    <a:pt x="1444725" y="1134547"/>
                  </a:lnTo>
                  <a:lnTo>
                    <a:pt x="1450997" y="1123202"/>
                  </a:lnTo>
                  <a:lnTo>
                    <a:pt x="1455870" y="1113955"/>
                  </a:lnTo>
                  <a:lnTo>
                    <a:pt x="1457067" y="1111856"/>
                  </a:lnTo>
                  <a:lnTo>
                    <a:pt x="1463475" y="1100511"/>
                  </a:lnTo>
                  <a:lnTo>
                    <a:pt x="1469495" y="1089165"/>
                  </a:lnTo>
                  <a:lnTo>
                    <a:pt x="1470287" y="1087647"/>
                  </a:lnTo>
                  <a:lnTo>
                    <a:pt x="1475919" y="1077820"/>
                  </a:lnTo>
                  <a:lnTo>
                    <a:pt x="1482057" y="1066474"/>
                  </a:lnTo>
                  <a:lnTo>
                    <a:pt x="1484721" y="1061376"/>
                  </a:lnTo>
                  <a:lnTo>
                    <a:pt x="1488312" y="1055129"/>
                  </a:lnTo>
                  <a:lnTo>
                    <a:pt x="1494568" y="1043783"/>
                  </a:lnTo>
                  <a:lnTo>
                    <a:pt x="1499155" y="1035058"/>
                  </a:lnTo>
                  <a:lnTo>
                    <a:pt x="1500672" y="1032438"/>
                  </a:lnTo>
                  <a:lnTo>
                    <a:pt x="1507046" y="1021092"/>
                  </a:lnTo>
                  <a:lnTo>
                    <a:pt x="1513066" y="1009747"/>
                  </a:lnTo>
                  <a:lnTo>
                    <a:pt x="1513588" y="1008737"/>
                  </a:lnTo>
                  <a:lnTo>
                    <a:pt x="1519490" y="998401"/>
                  </a:lnTo>
                  <a:lnTo>
                    <a:pt x="1525611" y="987056"/>
                  </a:lnTo>
                  <a:lnTo>
                    <a:pt x="1528022" y="982471"/>
                  </a:lnTo>
                  <a:lnTo>
                    <a:pt x="1531883" y="975711"/>
                  </a:lnTo>
                  <a:lnTo>
                    <a:pt x="1538139" y="964365"/>
                  </a:lnTo>
                  <a:lnTo>
                    <a:pt x="1542456" y="956162"/>
                  </a:lnTo>
                  <a:lnTo>
                    <a:pt x="1544260" y="953020"/>
                  </a:lnTo>
                  <a:lnTo>
                    <a:pt x="1550617" y="941674"/>
                  </a:lnTo>
                  <a:lnTo>
                    <a:pt x="1556637" y="930329"/>
                  </a:lnTo>
                  <a:lnTo>
                    <a:pt x="1556890" y="929827"/>
                  </a:lnTo>
                  <a:lnTo>
                    <a:pt x="1563061" y="918983"/>
                  </a:lnTo>
                  <a:lnTo>
                    <a:pt x="1569182" y="907638"/>
                  </a:lnTo>
                  <a:lnTo>
                    <a:pt x="1571323" y="903564"/>
                  </a:lnTo>
                  <a:lnTo>
                    <a:pt x="1575471" y="896292"/>
                  </a:lnTo>
                  <a:lnTo>
                    <a:pt x="1581693" y="884947"/>
                  </a:lnTo>
                  <a:lnTo>
                    <a:pt x="1585757" y="877262"/>
                  </a:lnTo>
                  <a:lnTo>
                    <a:pt x="1587848" y="873601"/>
                  </a:lnTo>
                  <a:lnTo>
                    <a:pt x="1594188" y="862256"/>
                  </a:lnTo>
                  <a:lnTo>
                    <a:pt x="1600191" y="850918"/>
                  </a:lnTo>
                  <a:lnTo>
                    <a:pt x="1600208" y="850910"/>
                  </a:lnTo>
                  <a:lnTo>
                    <a:pt x="1606632" y="839565"/>
                  </a:lnTo>
                  <a:lnTo>
                    <a:pt x="1612753" y="828219"/>
                  </a:lnTo>
                  <a:lnTo>
                    <a:pt x="1614625" y="824659"/>
                  </a:lnTo>
                  <a:lnTo>
                    <a:pt x="1619059" y="816874"/>
                  </a:lnTo>
                  <a:lnTo>
                    <a:pt x="1625264" y="805528"/>
                  </a:lnTo>
                  <a:lnTo>
                    <a:pt x="1629058" y="798362"/>
                  </a:lnTo>
                  <a:lnTo>
                    <a:pt x="1631436" y="794183"/>
                  </a:lnTo>
                  <a:lnTo>
                    <a:pt x="1637759" y="782837"/>
                  </a:lnTo>
                  <a:lnTo>
                    <a:pt x="1643492" y="772027"/>
                  </a:lnTo>
                  <a:lnTo>
                    <a:pt x="1643796" y="771492"/>
                  </a:lnTo>
                  <a:lnTo>
                    <a:pt x="1650203" y="760146"/>
                  </a:lnTo>
                  <a:lnTo>
                    <a:pt x="1656324" y="748801"/>
                  </a:lnTo>
                  <a:lnTo>
                    <a:pt x="1657926" y="745754"/>
                  </a:lnTo>
                  <a:lnTo>
                    <a:pt x="1662630" y="737455"/>
                  </a:lnTo>
                  <a:lnTo>
                    <a:pt x="1668836" y="726110"/>
                  </a:lnTo>
                  <a:lnTo>
                    <a:pt x="1672360" y="719461"/>
                  </a:lnTo>
                  <a:lnTo>
                    <a:pt x="1675024" y="714764"/>
                  </a:lnTo>
                  <a:lnTo>
                    <a:pt x="1681330" y="703419"/>
                  </a:lnTo>
                  <a:lnTo>
                    <a:pt x="1686793" y="693132"/>
                  </a:lnTo>
                  <a:lnTo>
                    <a:pt x="1687400" y="692074"/>
                  </a:lnTo>
                  <a:lnTo>
                    <a:pt x="1693791" y="680728"/>
                  </a:lnTo>
                  <a:lnTo>
                    <a:pt x="1699895" y="669383"/>
                  </a:lnTo>
                  <a:lnTo>
                    <a:pt x="1701227" y="666847"/>
                  </a:lnTo>
                  <a:lnTo>
                    <a:pt x="1706218" y="658037"/>
                  </a:lnTo>
                  <a:lnTo>
                    <a:pt x="1712407" y="646692"/>
                  </a:lnTo>
                  <a:lnTo>
                    <a:pt x="1715661" y="640560"/>
                  </a:lnTo>
                  <a:lnTo>
                    <a:pt x="1718612" y="635346"/>
                  </a:lnTo>
                  <a:lnTo>
                    <a:pt x="1724901" y="624001"/>
                  </a:lnTo>
                  <a:lnTo>
                    <a:pt x="1730095" y="614237"/>
                  </a:lnTo>
                  <a:lnTo>
                    <a:pt x="1730988" y="612655"/>
                  </a:lnTo>
                  <a:lnTo>
                    <a:pt x="1737362" y="601310"/>
                  </a:lnTo>
                  <a:lnTo>
                    <a:pt x="1743466" y="589964"/>
                  </a:lnTo>
                  <a:lnTo>
                    <a:pt x="1744528" y="587941"/>
                  </a:lnTo>
                  <a:lnTo>
                    <a:pt x="1749789" y="578619"/>
                  </a:lnTo>
                  <a:lnTo>
                    <a:pt x="1755978" y="567273"/>
                  </a:lnTo>
                  <a:lnTo>
                    <a:pt x="1758962" y="561658"/>
                  </a:lnTo>
                  <a:lnTo>
                    <a:pt x="1762200" y="555928"/>
                  </a:lnTo>
                  <a:lnTo>
                    <a:pt x="1768472" y="544582"/>
                  </a:lnTo>
                  <a:lnTo>
                    <a:pt x="1773396" y="535342"/>
                  </a:lnTo>
                  <a:lnTo>
                    <a:pt x="1774593" y="533237"/>
                  </a:lnTo>
                  <a:lnTo>
                    <a:pt x="1780933" y="521891"/>
                  </a:lnTo>
                  <a:lnTo>
                    <a:pt x="1787037" y="510546"/>
                  </a:lnTo>
                  <a:lnTo>
                    <a:pt x="1787830" y="509036"/>
                  </a:lnTo>
                  <a:lnTo>
                    <a:pt x="1793377" y="499200"/>
                  </a:lnTo>
                  <a:lnTo>
                    <a:pt x="1799549" y="487855"/>
                  </a:lnTo>
                  <a:lnTo>
                    <a:pt x="1802264" y="482755"/>
                  </a:lnTo>
                  <a:lnTo>
                    <a:pt x="1805788" y="476509"/>
                  </a:lnTo>
                  <a:lnTo>
                    <a:pt x="1812043" y="465164"/>
                  </a:lnTo>
                  <a:lnTo>
                    <a:pt x="1816697" y="456443"/>
                  </a:lnTo>
                  <a:lnTo>
                    <a:pt x="1818181" y="453818"/>
                  </a:lnTo>
                  <a:lnTo>
                    <a:pt x="1824521" y="442473"/>
                  </a:lnTo>
                  <a:lnTo>
                    <a:pt x="1830608" y="431129"/>
                  </a:lnTo>
                  <a:lnTo>
                    <a:pt x="1831131" y="430129"/>
                  </a:lnTo>
                  <a:lnTo>
                    <a:pt x="1836965" y="419782"/>
                  </a:lnTo>
                  <a:lnTo>
                    <a:pt x="1843120" y="408438"/>
                  </a:lnTo>
                  <a:lnTo>
                    <a:pt x="1845565" y="403851"/>
                  </a:lnTo>
                  <a:lnTo>
                    <a:pt x="1849375" y="397091"/>
                  </a:lnTo>
                  <a:lnTo>
                    <a:pt x="1855614" y="385747"/>
                  </a:lnTo>
                  <a:lnTo>
                    <a:pt x="1859999" y="377545"/>
                  </a:lnTo>
                  <a:lnTo>
                    <a:pt x="1861769" y="374400"/>
                  </a:lnTo>
                  <a:lnTo>
                    <a:pt x="1868092" y="363056"/>
                  </a:lnTo>
                  <a:lnTo>
                    <a:pt x="1874179" y="351709"/>
                  </a:lnTo>
                  <a:lnTo>
                    <a:pt x="1874432" y="351222"/>
                  </a:lnTo>
                  <a:lnTo>
                    <a:pt x="1880536" y="340365"/>
                  </a:lnTo>
                  <a:lnTo>
                    <a:pt x="1886691" y="329018"/>
                  </a:lnTo>
                  <a:lnTo>
                    <a:pt x="1888866" y="324948"/>
                  </a:lnTo>
                  <a:lnTo>
                    <a:pt x="1892963" y="317674"/>
                  </a:lnTo>
                  <a:lnTo>
                    <a:pt x="1899185" y="306327"/>
                  </a:lnTo>
                  <a:lnTo>
                    <a:pt x="1903300" y="298647"/>
                  </a:lnTo>
                  <a:lnTo>
                    <a:pt x="1905374" y="294983"/>
                  </a:lnTo>
                  <a:lnTo>
                    <a:pt x="1911663" y="283636"/>
                  </a:lnTo>
                  <a:lnTo>
                    <a:pt x="1917734" y="272317"/>
                  </a:lnTo>
                  <a:lnTo>
                    <a:pt x="1917750" y="272292"/>
                  </a:lnTo>
                  <a:lnTo>
                    <a:pt x="1924124" y="260945"/>
                  </a:lnTo>
                  <a:lnTo>
                    <a:pt x="1930262" y="249601"/>
                  </a:lnTo>
                  <a:lnTo>
                    <a:pt x="1932167" y="246044"/>
                  </a:lnTo>
                  <a:lnTo>
                    <a:pt x="1936551" y="238254"/>
                  </a:lnTo>
                  <a:lnTo>
                    <a:pt x="1942773" y="226910"/>
                  </a:lnTo>
                  <a:lnTo>
                    <a:pt x="1946601" y="219747"/>
                  </a:lnTo>
                  <a:lnTo>
                    <a:pt x="1948962" y="215563"/>
                  </a:lnTo>
                  <a:lnTo>
                    <a:pt x="1955251" y="204219"/>
                  </a:lnTo>
                  <a:lnTo>
                    <a:pt x="1961035" y="193422"/>
                  </a:lnTo>
                  <a:lnTo>
                    <a:pt x="1961338" y="192872"/>
                  </a:lnTo>
                  <a:lnTo>
                    <a:pt x="1967695" y="181528"/>
                  </a:lnTo>
                  <a:lnTo>
                    <a:pt x="1973850" y="170183"/>
                  </a:lnTo>
                  <a:lnTo>
                    <a:pt x="1975469" y="167141"/>
                  </a:lnTo>
                  <a:lnTo>
                    <a:pt x="1980139" y="158837"/>
                  </a:lnTo>
                  <a:lnTo>
                    <a:pt x="1986344" y="147492"/>
                  </a:lnTo>
                  <a:lnTo>
                    <a:pt x="1989902" y="140847"/>
                  </a:lnTo>
                  <a:lnTo>
                    <a:pt x="1992550" y="136146"/>
                  </a:lnTo>
                  <a:lnTo>
                    <a:pt x="1998822" y="124801"/>
                  </a:lnTo>
                  <a:lnTo>
                    <a:pt x="2004336" y="114527"/>
                  </a:lnTo>
                  <a:lnTo>
                    <a:pt x="2004943" y="113455"/>
                  </a:lnTo>
                  <a:lnTo>
                    <a:pt x="2011283" y="102110"/>
                  </a:lnTo>
                  <a:lnTo>
                    <a:pt x="2017421" y="90764"/>
                  </a:lnTo>
                  <a:lnTo>
                    <a:pt x="2018770" y="88238"/>
                  </a:lnTo>
                  <a:lnTo>
                    <a:pt x="2023710" y="79418"/>
                  </a:lnTo>
                  <a:lnTo>
                    <a:pt x="2029915" y="68073"/>
                  </a:lnTo>
                  <a:lnTo>
                    <a:pt x="2033204" y="61946"/>
                  </a:lnTo>
                  <a:lnTo>
                    <a:pt x="2036137" y="56727"/>
                  </a:lnTo>
                  <a:lnTo>
                    <a:pt x="2042393" y="45382"/>
                  </a:lnTo>
                  <a:lnTo>
                    <a:pt x="2047637" y="35630"/>
                  </a:lnTo>
                  <a:lnTo>
                    <a:pt x="2048531" y="34037"/>
                  </a:lnTo>
                  <a:lnTo>
                    <a:pt x="2054854" y="22691"/>
                  </a:lnTo>
                  <a:lnTo>
                    <a:pt x="2060992" y="11346"/>
                  </a:lnTo>
                  <a:lnTo>
                    <a:pt x="2062071" y="9333"/>
                  </a:lnTo>
                  <a:lnTo>
                    <a:pt x="2067298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16A650CB-C898-ACBC-355F-F81D37087E91}"/>
                </a:ext>
              </a:extLst>
            </p:cNvPr>
            <p:cNvSpPr/>
            <p:nvPr/>
          </p:nvSpPr>
          <p:spPr>
            <a:xfrm>
              <a:off x="8373890" y="4608265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31B6A86C-E6E3-3CAB-8FC4-82C5D9F7F4A1}"/>
              </a:ext>
            </a:extLst>
          </p:cNvPr>
          <p:cNvGrpSpPr/>
          <p:nvPr/>
        </p:nvGrpSpPr>
        <p:grpSpPr>
          <a:xfrm>
            <a:off x="6188819" y="2521084"/>
            <a:ext cx="2306476" cy="2244148"/>
            <a:chOff x="6188819" y="2521084"/>
            <a:chExt cx="2306476" cy="2244148"/>
          </a:xfrm>
        </p:grpSpPr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DACB0F8F-DAF9-DCDB-67A8-52D1B4D1BC48}"/>
                </a:ext>
              </a:extLst>
            </p:cNvPr>
            <p:cNvSpPr/>
            <p:nvPr/>
          </p:nvSpPr>
          <p:spPr>
            <a:xfrm>
              <a:off x="6188819" y="2521084"/>
              <a:ext cx="1777840" cy="2244148"/>
            </a:xfrm>
            <a:custGeom>
              <a:avLst/>
              <a:gdLst>
                <a:gd name="csX0" fmla="*/ 1777841 w 1777840"/>
                <a:gd name="csY0" fmla="*/ 0 h 2244148"/>
                <a:gd name="csX1" fmla="*/ 1772293 w 1777840"/>
                <a:gd name="csY1" fmla="*/ 11346 h 2244148"/>
                <a:gd name="csX2" fmla="*/ 1766611 w 1777840"/>
                <a:gd name="csY2" fmla="*/ 22691 h 2244148"/>
                <a:gd name="csX3" fmla="*/ 1764941 w 1777840"/>
                <a:gd name="csY3" fmla="*/ 26007 h 2244148"/>
                <a:gd name="csX4" fmla="*/ 1761046 w 1777840"/>
                <a:gd name="csY4" fmla="*/ 34037 h 2244148"/>
                <a:gd name="csX5" fmla="*/ 1755448 w 1777840"/>
                <a:gd name="csY5" fmla="*/ 45382 h 2244148"/>
                <a:gd name="csX6" fmla="*/ 1750508 w 1777840"/>
                <a:gd name="csY6" fmla="*/ 55177 h 2244148"/>
                <a:gd name="csX7" fmla="*/ 1749749 w 1777840"/>
                <a:gd name="csY7" fmla="*/ 56727 h 2244148"/>
                <a:gd name="csX8" fmla="*/ 1744218 w 1777840"/>
                <a:gd name="csY8" fmla="*/ 68073 h 2244148"/>
                <a:gd name="csX9" fmla="*/ 1738569 w 1777840"/>
                <a:gd name="csY9" fmla="*/ 79418 h 2244148"/>
                <a:gd name="csX10" fmla="*/ 1736074 w 1777840"/>
                <a:gd name="csY10" fmla="*/ 84363 h 2244148"/>
                <a:gd name="csX11" fmla="*/ 1732971 w 1777840"/>
                <a:gd name="csY11" fmla="*/ 90764 h 2244148"/>
                <a:gd name="csX12" fmla="*/ 1727390 w 1777840"/>
                <a:gd name="csY12" fmla="*/ 102110 h 2244148"/>
                <a:gd name="csX13" fmla="*/ 1721674 w 1777840"/>
                <a:gd name="csY13" fmla="*/ 113455 h 2244148"/>
                <a:gd name="csX14" fmla="*/ 1721640 w 1777840"/>
                <a:gd name="csY14" fmla="*/ 113522 h 2244148"/>
                <a:gd name="csX15" fmla="*/ 1716160 w 1777840"/>
                <a:gd name="csY15" fmla="*/ 124801 h 2244148"/>
                <a:gd name="csX16" fmla="*/ 1710528 w 1777840"/>
                <a:gd name="csY16" fmla="*/ 136146 h 2244148"/>
                <a:gd name="csX17" fmla="*/ 1707206 w 1777840"/>
                <a:gd name="csY17" fmla="*/ 142715 h 2244148"/>
                <a:gd name="csX18" fmla="*/ 1704896 w 1777840"/>
                <a:gd name="csY18" fmla="*/ 147492 h 2244148"/>
                <a:gd name="csX19" fmla="*/ 1699332 w 1777840"/>
                <a:gd name="csY19" fmla="*/ 158837 h 2244148"/>
                <a:gd name="csX20" fmla="*/ 1693633 w 1777840"/>
                <a:gd name="csY20" fmla="*/ 170183 h 2244148"/>
                <a:gd name="csX21" fmla="*/ 1692773 w 1777840"/>
                <a:gd name="csY21" fmla="*/ 171883 h 2244148"/>
                <a:gd name="csX22" fmla="*/ 1688085 w 1777840"/>
                <a:gd name="csY22" fmla="*/ 181528 h 2244148"/>
                <a:gd name="csX23" fmla="*/ 1682470 w 1777840"/>
                <a:gd name="csY23" fmla="*/ 192872 h 2244148"/>
                <a:gd name="csX24" fmla="*/ 1678339 w 1777840"/>
                <a:gd name="csY24" fmla="*/ 201065 h 2244148"/>
                <a:gd name="csX25" fmla="*/ 1676821 w 1777840"/>
                <a:gd name="csY25" fmla="*/ 204219 h 2244148"/>
                <a:gd name="csX26" fmla="*/ 1671274 w 1777840"/>
                <a:gd name="csY26" fmla="*/ 215563 h 2244148"/>
                <a:gd name="csX27" fmla="*/ 1665591 w 1777840"/>
                <a:gd name="csY27" fmla="*/ 226910 h 2244148"/>
                <a:gd name="csX28" fmla="*/ 1663905 w 1777840"/>
                <a:gd name="csY28" fmla="*/ 230242 h 2244148"/>
                <a:gd name="csX29" fmla="*/ 1660027 w 1777840"/>
                <a:gd name="csY29" fmla="*/ 238254 h 2244148"/>
                <a:gd name="csX30" fmla="*/ 1654429 w 1777840"/>
                <a:gd name="csY30" fmla="*/ 249601 h 2244148"/>
                <a:gd name="csX31" fmla="*/ 1649471 w 1777840"/>
                <a:gd name="csY31" fmla="*/ 259411 h 2244148"/>
                <a:gd name="csX32" fmla="*/ 1648729 w 1777840"/>
                <a:gd name="csY32" fmla="*/ 260945 h 2244148"/>
                <a:gd name="csX33" fmla="*/ 1643216 w 1777840"/>
                <a:gd name="csY33" fmla="*/ 272292 h 2244148"/>
                <a:gd name="csX34" fmla="*/ 1637550 w 1777840"/>
                <a:gd name="csY34" fmla="*/ 283636 h 2244148"/>
                <a:gd name="csX35" fmla="*/ 1635038 w 1777840"/>
                <a:gd name="csY35" fmla="*/ 288597 h 2244148"/>
                <a:gd name="csX36" fmla="*/ 1631952 w 1777840"/>
                <a:gd name="csY36" fmla="*/ 294983 h 2244148"/>
                <a:gd name="csX37" fmla="*/ 1626371 w 1777840"/>
                <a:gd name="csY37" fmla="*/ 306327 h 2244148"/>
                <a:gd name="csX38" fmla="*/ 1620654 w 1777840"/>
                <a:gd name="csY38" fmla="*/ 317674 h 2244148"/>
                <a:gd name="csX39" fmla="*/ 1620604 w 1777840"/>
                <a:gd name="csY39" fmla="*/ 317756 h 2244148"/>
                <a:gd name="csX40" fmla="*/ 1615141 w 1777840"/>
                <a:gd name="csY40" fmla="*/ 329018 h 2244148"/>
                <a:gd name="csX41" fmla="*/ 1609509 w 1777840"/>
                <a:gd name="csY41" fmla="*/ 340365 h 2244148"/>
                <a:gd name="csX42" fmla="*/ 1606170 w 1777840"/>
                <a:gd name="csY42" fmla="*/ 346951 h 2244148"/>
                <a:gd name="csX43" fmla="*/ 1603877 w 1777840"/>
                <a:gd name="csY43" fmla="*/ 351709 h 2244148"/>
                <a:gd name="csX44" fmla="*/ 1598312 w 1777840"/>
                <a:gd name="csY44" fmla="*/ 363056 h 2244148"/>
                <a:gd name="csX45" fmla="*/ 1592613 w 1777840"/>
                <a:gd name="csY45" fmla="*/ 374400 h 2244148"/>
                <a:gd name="csX46" fmla="*/ 1591736 w 1777840"/>
                <a:gd name="csY46" fmla="*/ 376119 h 2244148"/>
                <a:gd name="csX47" fmla="*/ 1587082 w 1777840"/>
                <a:gd name="csY47" fmla="*/ 385747 h 2244148"/>
                <a:gd name="csX48" fmla="*/ 1581451 w 1777840"/>
                <a:gd name="csY48" fmla="*/ 397091 h 2244148"/>
                <a:gd name="csX49" fmla="*/ 1577302 w 1777840"/>
                <a:gd name="csY49" fmla="*/ 405300 h 2244148"/>
                <a:gd name="csX50" fmla="*/ 1575785 w 1777840"/>
                <a:gd name="csY50" fmla="*/ 408438 h 2244148"/>
                <a:gd name="csX51" fmla="*/ 1570254 w 1777840"/>
                <a:gd name="csY51" fmla="*/ 419782 h 2244148"/>
                <a:gd name="csX52" fmla="*/ 1564572 w 1777840"/>
                <a:gd name="csY52" fmla="*/ 431129 h 2244148"/>
                <a:gd name="csX53" fmla="*/ 1562869 w 1777840"/>
                <a:gd name="csY53" fmla="*/ 434477 h 2244148"/>
                <a:gd name="csX54" fmla="*/ 1559007 w 1777840"/>
                <a:gd name="csY54" fmla="*/ 442473 h 2244148"/>
                <a:gd name="csX55" fmla="*/ 1553409 w 1777840"/>
                <a:gd name="csY55" fmla="*/ 453818 h 2244148"/>
                <a:gd name="csX56" fmla="*/ 1548435 w 1777840"/>
                <a:gd name="csY56" fmla="*/ 463645 h 2244148"/>
                <a:gd name="csX57" fmla="*/ 1547710 w 1777840"/>
                <a:gd name="csY57" fmla="*/ 465164 h 2244148"/>
                <a:gd name="csX58" fmla="*/ 1542196 w 1777840"/>
                <a:gd name="csY58" fmla="*/ 476509 h 2244148"/>
                <a:gd name="csX59" fmla="*/ 1536531 w 1777840"/>
                <a:gd name="csY59" fmla="*/ 487855 h 2244148"/>
                <a:gd name="csX60" fmla="*/ 1534001 w 1777840"/>
                <a:gd name="csY60" fmla="*/ 492833 h 2244148"/>
                <a:gd name="csX61" fmla="*/ 1530932 w 1777840"/>
                <a:gd name="csY61" fmla="*/ 499200 h 2244148"/>
                <a:gd name="csX62" fmla="*/ 1525351 w 1777840"/>
                <a:gd name="csY62" fmla="*/ 510546 h 2244148"/>
                <a:gd name="csX63" fmla="*/ 1519618 w 1777840"/>
                <a:gd name="csY63" fmla="*/ 521891 h 2244148"/>
                <a:gd name="csX64" fmla="*/ 1519567 w 1777840"/>
                <a:gd name="csY64" fmla="*/ 521991 h 2244148"/>
                <a:gd name="csX65" fmla="*/ 1514121 w 1777840"/>
                <a:gd name="csY65" fmla="*/ 533237 h 2244148"/>
                <a:gd name="csX66" fmla="*/ 1508489 w 1777840"/>
                <a:gd name="csY66" fmla="*/ 544582 h 2244148"/>
                <a:gd name="csX67" fmla="*/ 1505134 w 1777840"/>
                <a:gd name="csY67" fmla="*/ 551185 h 2244148"/>
                <a:gd name="csX68" fmla="*/ 1502858 w 1777840"/>
                <a:gd name="csY68" fmla="*/ 555928 h 2244148"/>
                <a:gd name="csX69" fmla="*/ 1497293 w 1777840"/>
                <a:gd name="csY69" fmla="*/ 567273 h 2244148"/>
                <a:gd name="csX70" fmla="*/ 1491594 w 1777840"/>
                <a:gd name="csY70" fmla="*/ 578619 h 2244148"/>
                <a:gd name="csX71" fmla="*/ 1490700 w 1777840"/>
                <a:gd name="csY71" fmla="*/ 580353 h 2244148"/>
                <a:gd name="csX72" fmla="*/ 1486063 w 1777840"/>
                <a:gd name="csY72" fmla="*/ 589964 h 2244148"/>
                <a:gd name="csX73" fmla="*/ 1480448 w 1777840"/>
                <a:gd name="csY73" fmla="*/ 601310 h 2244148"/>
                <a:gd name="csX74" fmla="*/ 1476266 w 1777840"/>
                <a:gd name="csY74" fmla="*/ 609536 h 2244148"/>
                <a:gd name="csX75" fmla="*/ 1474766 w 1777840"/>
                <a:gd name="csY75" fmla="*/ 612655 h 2244148"/>
                <a:gd name="csX76" fmla="*/ 1469235 w 1777840"/>
                <a:gd name="csY76" fmla="*/ 624001 h 2244148"/>
                <a:gd name="csX77" fmla="*/ 1463552 w 1777840"/>
                <a:gd name="csY77" fmla="*/ 635346 h 2244148"/>
                <a:gd name="csX78" fmla="*/ 1461832 w 1777840"/>
                <a:gd name="csY78" fmla="*/ 638713 h 2244148"/>
                <a:gd name="csX79" fmla="*/ 1457988 w 1777840"/>
                <a:gd name="csY79" fmla="*/ 646692 h 2244148"/>
                <a:gd name="csX80" fmla="*/ 1452390 w 1777840"/>
                <a:gd name="csY80" fmla="*/ 658037 h 2244148"/>
                <a:gd name="csX81" fmla="*/ 1447399 w 1777840"/>
                <a:gd name="csY81" fmla="*/ 667881 h 2244148"/>
                <a:gd name="csX82" fmla="*/ 1446691 w 1777840"/>
                <a:gd name="csY82" fmla="*/ 669383 h 2244148"/>
                <a:gd name="csX83" fmla="*/ 1441177 w 1777840"/>
                <a:gd name="csY83" fmla="*/ 680728 h 2244148"/>
                <a:gd name="csX84" fmla="*/ 1435511 w 1777840"/>
                <a:gd name="csY84" fmla="*/ 692074 h 2244148"/>
                <a:gd name="csX85" fmla="*/ 1432965 w 1777840"/>
                <a:gd name="csY85" fmla="*/ 697069 h 2244148"/>
                <a:gd name="csX86" fmla="*/ 1429913 w 1777840"/>
                <a:gd name="csY86" fmla="*/ 703419 h 2244148"/>
                <a:gd name="csX87" fmla="*/ 1424349 w 1777840"/>
                <a:gd name="csY87" fmla="*/ 714764 h 2244148"/>
                <a:gd name="csX88" fmla="*/ 1418599 w 1777840"/>
                <a:gd name="csY88" fmla="*/ 726110 h 2244148"/>
                <a:gd name="csX89" fmla="*/ 1418531 w 1777840"/>
                <a:gd name="csY89" fmla="*/ 726223 h 2244148"/>
                <a:gd name="csX90" fmla="*/ 1413119 w 1777840"/>
                <a:gd name="csY90" fmla="*/ 737455 h 2244148"/>
                <a:gd name="csX91" fmla="*/ 1407470 w 1777840"/>
                <a:gd name="csY91" fmla="*/ 748801 h 2244148"/>
                <a:gd name="csX92" fmla="*/ 1404097 w 1777840"/>
                <a:gd name="csY92" fmla="*/ 755423 h 2244148"/>
                <a:gd name="csX93" fmla="*/ 1401838 w 1777840"/>
                <a:gd name="csY93" fmla="*/ 760146 h 2244148"/>
                <a:gd name="csX94" fmla="*/ 1396290 w 1777840"/>
                <a:gd name="csY94" fmla="*/ 771492 h 2244148"/>
                <a:gd name="csX95" fmla="*/ 1390557 w 1777840"/>
                <a:gd name="csY95" fmla="*/ 782837 h 2244148"/>
                <a:gd name="csX96" fmla="*/ 1389664 w 1777840"/>
                <a:gd name="csY96" fmla="*/ 784589 h 2244148"/>
                <a:gd name="csX97" fmla="*/ 1385044 w 1777840"/>
                <a:gd name="csY97" fmla="*/ 794183 h 2244148"/>
                <a:gd name="csX98" fmla="*/ 1379429 w 1777840"/>
                <a:gd name="csY98" fmla="*/ 805528 h 2244148"/>
                <a:gd name="csX99" fmla="*/ 1375230 w 1777840"/>
                <a:gd name="csY99" fmla="*/ 813772 h 2244148"/>
                <a:gd name="csX100" fmla="*/ 1373746 w 1777840"/>
                <a:gd name="csY100" fmla="*/ 816874 h 2244148"/>
                <a:gd name="csX101" fmla="*/ 1368232 w 1777840"/>
                <a:gd name="csY101" fmla="*/ 828219 h 2244148"/>
                <a:gd name="csX102" fmla="*/ 1362533 w 1777840"/>
                <a:gd name="csY102" fmla="*/ 839565 h 2244148"/>
                <a:gd name="csX103" fmla="*/ 1360796 w 1777840"/>
                <a:gd name="csY103" fmla="*/ 842949 h 2244148"/>
                <a:gd name="csX104" fmla="*/ 1356986 w 1777840"/>
                <a:gd name="csY104" fmla="*/ 850910 h 2244148"/>
                <a:gd name="csX105" fmla="*/ 1351387 w 1777840"/>
                <a:gd name="csY105" fmla="*/ 862256 h 2244148"/>
                <a:gd name="csX106" fmla="*/ 1346362 w 1777840"/>
                <a:gd name="csY106" fmla="*/ 872115 h 2244148"/>
                <a:gd name="csX107" fmla="*/ 1345654 w 1777840"/>
                <a:gd name="csY107" fmla="*/ 873601 h 2244148"/>
                <a:gd name="csX108" fmla="*/ 1340174 w 1777840"/>
                <a:gd name="csY108" fmla="*/ 884947 h 2244148"/>
                <a:gd name="csX109" fmla="*/ 1334492 w 1777840"/>
                <a:gd name="csY109" fmla="*/ 896292 h 2244148"/>
                <a:gd name="csX110" fmla="*/ 1331929 w 1777840"/>
                <a:gd name="csY110" fmla="*/ 901307 h 2244148"/>
                <a:gd name="csX111" fmla="*/ 1328894 w 1777840"/>
                <a:gd name="csY111" fmla="*/ 907638 h 2244148"/>
                <a:gd name="csX112" fmla="*/ 1323346 w 1777840"/>
                <a:gd name="csY112" fmla="*/ 918983 h 2244148"/>
                <a:gd name="csX113" fmla="*/ 1317562 w 1777840"/>
                <a:gd name="csY113" fmla="*/ 930329 h 2244148"/>
                <a:gd name="csX114" fmla="*/ 1317495 w 1777840"/>
                <a:gd name="csY114" fmla="*/ 930457 h 2244148"/>
                <a:gd name="csX115" fmla="*/ 1312116 w 1777840"/>
                <a:gd name="csY115" fmla="*/ 941674 h 2244148"/>
                <a:gd name="csX116" fmla="*/ 1306467 w 1777840"/>
                <a:gd name="csY116" fmla="*/ 953020 h 2244148"/>
                <a:gd name="csX117" fmla="*/ 1303061 w 1777840"/>
                <a:gd name="csY117" fmla="*/ 959659 h 2244148"/>
                <a:gd name="csX118" fmla="*/ 1300819 w 1777840"/>
                <a:gd name="csY118" fmla="*/ 964365 h 2244148"/>
                <a:gd name="csX119" fmla="*/ 1295288 w 1777840"/>
                <a:gd name="csY119" fmla="*/ 975711 h 2244148"/>
                <a:gd name="csX120" fmla="*/ 1289538 w 1777840"/>
                <a:gd name="csY120" fmla="*/ 987056 h 2244148"/>
                <a:gd name="csX121" fmla="*/ 1288644 w 1777840"/>
                <a:gd name="csY121" fmla="*/ 988823 h 2244148"/>
                <a:gd name="csX122" fmla="*/ 1284041 w 1777840"/>
                <a:gd name="csY122" fmla="*/ 998401 h 2244148"/>
                <a:gd name="csX123" fmla="*/ 1278426 w 1777840"/>
                <a:gd name="csY123" fmla="*/ 1009747 h 2244148"/>
                <a:gd name="csX124" fmla="*/ 1274210 w 1777840"/>
                <a:gd name="csY124" fmla="*/ 1018007 h 2244148"/>
                <a:gd name="csX125" fmla="*/ 1272727 w 1777840"/>
                <a:gd name="csY125" fmla="*/ 1021092 h 2244148"/>
                <a:gd name="csX126" fmla="*/ 1267230 w 1777840"/>
                <a:gd name="csY126" fmla="*/ 1032438 h 2244148"/>
                <a:gd name="csX127" fmla="*/ 1261514 w 1777840"/>
                <a:gd name="csY127" fmla="*/ 1043783 h 2244148"/>
                <a:gd name="csX128" fmla="*/ 1259777 w 1777840"/>
                <a:gd name="csY128" fmla="*/ 1047187 h 2244148"/>
                <a:gd name="csX129" fmla="*/ 1255966 w 1777840"/>
                <a:gd name="csY129" fmla="*/ 1055129 h 2244148"/>
                <a:gd name="csX130" fmla="*/ 1250385 w 1777840"/>
                <a:gd name="csY130" fmla="*/ 1066474 h 2244148"/>
                <a:gd name="csX131" fmla="*/ 1245343 w 1777840"/>
                <a:gd name="csY131" fmla="*/ 1076351 h 2244148"/>
                <a:gd name="csX132" fmla="*/ 1244635 w 1777840"/>
                <a:gd name="csY132" fmla="*/ 1077820 h 2244148"/>
                <a:gd name="csX133" fmla="*/ 1239172 w 1777840"/>
                <a:gd name="csY133" fmla="*/ 1089165 h 2244148"/>
                <a:gd name="csX134" fmla="*/ 1233489 w 1777840"/>
                <a:gd name="csY134" fmla="*/ 1100511 h 2244148"/>
                <a:gd name="csX135" fmla="*/ 1230909 w 1777840"/>
                <a:gd name="csY135" fmla="*/ 1105544 h 2244148"/>
                <a:gd name="csX136" fmla="*/ 1227891 w 1777840"/>
                <a:gd name="csY136" fmla="*/ 1111856 h 2244148"/>
                <a:gd name="csX137" fmla="*/ 1222344 w 1777840"/>
                <a:gd name="csY137" fmla="*/ 1123202 h 2244148"/>
                <a:gd name="csX138" fmla="*/ 1216543 w 1777840"/>
                <a:gd name="csY138" fmla="*/ 1134547 h 2244148"/>
                <a:gd name="csX139" fmla="*/ 1216475 w 1777840"/>
                <a:gd name="csY139" fmla="*/ 1134692 h 2244148"/>
                <a:gd name="csX140" fmla="*/ 1211114 w 1777840"/>
                <a:gd name="csY140" fmla="*/ 1145893 h 2244148"/>
                <a:gd name="csX141" fmla="*/ 1205465 w 1777840"/>
                <a:gd name="csY141" fmla="*/ 1157238 h 2244148"/>
                <a:gd name="csX142" fmla="*/ 1202042 w 1777840"/>
                <a:gd name="csY142" fmla="*/ 1163898 h 2244148"/>
                <a:gd name="csX143" fmla="*/ 1199816 w 1777840"/>
                <a:gd name="csY143" fmla="*/ 1168584 h 2244148"/>
                <a:gd name="csX144" fmla="*/ 1194302 w 1777840"/>
                <a:gd name="csY144" fmla="*/ 1179929 h 2244148"/>
                <a:gd name="csX145" fmla="*/ 1188519 w 1777840"/>
                <a:gd name="csY145" fmla="*/ 1191275 h 2244148"/>
                <a:gd name="csX146" fmla="*/ 1187608 w 1777840"/>
                <a:gd name="csY146" fmla="*/ 1193061 h 2244148"/>
                <a:gd name="csX147" fmla="*/ 1183055 w 1777840"/>
                <a:gd name="csY147" fmla="*/ 1202620 h 2244148"/>
                <a:gd name="csX148" fmla="*/ 1177424 w 1777840"/>
                <a:gd name="csY148" fmla="*/ 1213966 h 2244148"/>
                <a:gd name="csX149" fmla="*/ 1173174 w 1777840"/>
                <a:gd name="csY149" fmla="*/ 1222245 h 2244148"/>
                <a:gd name="csX150" fmla="*/ 1171724 w 1777840"/>
                <a:gd name="csY150" fmla="*/ 1225311 h 2244148"/>
                <a:gd name="csX151" fmla="*/ 1166244 w 1777840"/>
                <a:gd name="csY151" fmla="*/ 1236657 h 2244148"/>
                <a:gd name="csX152" fmla="*/ 1160511 w 1777840"/>
                <a:gd name="csY152" fmla="*/ 1248002 h 2244148"/>
                <a:gd name="csX153" fmla="*/ 1158740 w 1777840"/>
                <a:gd name="csY153" fmla="*/ 1251425 h 2244148"/>
                <a:gd name="csX154" fmla="*/ 1154980 w 1777840"/>
                <a:gd name="csY154" fmla="*/ 1259346 h 2244148"/>
                <a:gd name="csX155" fmla="*/ 1149399 w 1777840"/>
                <a:gd name="csY155" fmla="*/ 1270693 h 2244148"/>
                <a:gd name="csX156" fmla="*/ 1144307 w 1777840"/>
                <a:gd name="csY156" fmla="*/ 1280587 h 2244148"/>
                <a:gd name="csX157" fmla="*/ 1143615 w 1777840"/>
                <a:gd name="csY157" fmla="*/ 1282037 h 2244148"/>
                <a:gd name="csX158" fmla="*/ 1138186 w 1777840"/>
                <a:gd name="csY158" fmla="*/ 1293384 h 2244148"/>
                <a:gd name="csX159" fmla="*/ 1132487 w 1777840"/>
                <a:gd name="csY159" fmla="*/ 1304728 h 2244148"/>
                <a:gd name="csX160" fmla="*/ 1129873 w 1777840"/>
                <a:gd name="csY160" fmla="*/ 1309785 h 2244148"/>
                <a:gd name="csX161" fmla="*/ 1126888 w 1777840"/>
                <a:gd name="csY161" fmla="*/ 1316075 h 2244148"/>
                <a:gd name="csX162" fmla="*/ 1121358 w 1777840"/>
                <a:gd name="csY162" fmla="*/ 1327419 h 2244148"/>
                <a:gd name="csX163" fmla="*/ 1115524 w 1777840"/>
                <a:gd name="csY163" fmla="*/ 1338766 h 2244148"/>
                <a:gd name="csX164" fmla="*/ 1115439 w 1777840"/>
                <a:gd name="csY164" fmla="*/ 1338926 h 2244148"/>
                <a:gd name="csX165" fmla="*/ 1110128 w 1777840"/>
                <a:gd name="csY165" fmla="*/ 1350110 h 2244148"/>
                <a:gd name="csX166" fmla="*/ 1104462 w 1777840"/>
                <a:gd name="csY166" fmla="*/ 1361457 h 2244148"/>
                <a:gd name="csX167" fmla="*/ 1101005 w 1777840"/>
                <a:gd name="csY167" fmla="*/ 1368139 h 2244148"/>
                <a:gd name="csX168" fmla="*/ 1098814 w 1777840"/>
                <a:gd name="csY168" fmla="*/ 1372801 h 2244148"/>
                <a:gd name="csX169" fmla="*/ 1093317 w 1777840"/>
                <a:gd name="csY169" fmla="*/ 1384148 h 2244148"/>
                <a:gd name="csX170" fmla="*/ 1087516 w 1777840"/>
                <a:gd name="csY170" fmla="*/ 1395492 h 2244148"/>
                <a:gd name="csX171" fmla="*/ 1086572 w 1777840"/>
                <a:gd name="csY171" fmla="*/ 1397298 h 2244148"/>
                <a:gd name="csX172" fmla="*/ 1082070 w 1777840"/>
                <a:gd name="csY172" fmla="*/ 1406839 h 2244148"/>
                <a:gd name="csX173" fmla="*/ 1076438 w 1777840"/>
                <a:gd name="csY173" fmla="*/ 1418183 h 2244148"/>
                <a:gd name="csX174" fmla="*/ 1072138 w 1777840"/>
                <a:gd name="csY174" fmla="*/ 1426486 h 2244148"/>
                <a:gd name="csX175" fmla="*/ 1070705 w 1777840"/>
                <a:gd name="csY175" fmla="*/ 1429530 h 2244148"/>
                <a:gd name="csX176" fmla="*/ 1065275 w 1777840"/>
                <a:gd name="csY176" fmla="*/ 1440874 h 2244148"/>
                <a:gd name="csX177" fmla="*/ 1059508 w 1777840"/>
                <a:gd name="csY177" fmla="*/ 1452221 h 2244148"/>
                <a:gd name="csX178" fmla="*/ 1057704 w 1777840"/>
                <a:gd name="csY178" fmla="*/ 1455667 h 2244148"/>
                <a:gd name="csX179" fmla="*/ 1053995 w 1777840"/>
                <a:gd name="csY179" fmla="*/ 1463565 h 2244148"/>
                <a:gd name="csX180" fmla="*/ 1048430 w 1777840"/>
                <a:gd name="csY180" fmla="*/ 1474912 h 2244148"/>
                <a:gd name="csX181" fmla="*/ 1043270 w 1777840"/>
                <a:gd name="csY181" fmla="*/ 1484825 h 2244148"/>
                <a:gd name="csX182" fmla="*/ 1042596 w 1777840"/>
                <a:gd name="csY182" fmla="*/ 1486256 h 2244148"/>
                <a:gd name="csX183" fmla="*/ 1037217 w 1777840"/>
                <a:gd name="csY183" fmla="*/ 1497603 h 2244148"/>
                <a:gd name="csX184" fmla="*/ 1031501 w 1777840"/>
                <a:gd name="csY184" fmla="*/ 1508947 h 2244148"/>
                <a:gd name="csX185" fmla="*/ 1028837 w 1777840"/>
                <a:gd name="csY185" fmla="*/ 1514030 h 2244148"/>
                <a:gd name="csX186" fmla="*/ 1025903 w 1777840"/>
                <a:gd name="csY186" fmla="*/ 1520292 h 2244148"/>
                <a:gd name="csX187" fmla="*/ 1020389 w 1777840"/>
                <a:gd name="csY187" fmla="*/ 1531638 h 2244148"/>
                <a:gd name="csX188" fmla="*/ 1014487 w 1777840"/>
                <a:gd name="csY188" fmla="*/ 1542983 h 2244148"/>
                <a:gd name="csX189" fmla="*/ 1014403 w 1777840"/>
                <a:gd name="csY189" fmla="*/ 1543160 h 2244148"/>
                <a:gd name="csX190" fmla="*/ 1009159 w 1777840"/>
                <a:gd name="csY190" fmla="*/ 1554329 h 2244148"/>
                <a:gd name="csX191" fmla="*/ 1003493 w 1777840"/>
                <a:gd name="csY191" fmla="*/ 1565674 h 2244148"/>
                <a:gd name="csX192" fmla="*/ 999969 w 1777840"/>
                <a:gd name="csY192" fmla="*/ 1572383 h 2244148"/>
                <a:gd name="csX193" fmla="*/ 997811 w 1777840"/>
                <a:gd name="csY193" fmla="*/ 1577020 h 2244148"/>
                <a:gd name="csX194" fmla="*/ 992365 w 1777840"/>
                <a:gd name="csY194" fmla="*/ 1588365 h 2244148"/>
                <a:gd name="csX195" fmla="*/ 986513 w 1777840"/>
                <a:gd name="csY195" fmla="*/ 1599711 h 2244148"/>
                <a:gd name="csX196" fmla="*/ 985535 w 1777840"/>
                <a:gd name="csY196" fmla="*/ 1601543 h 2244148"/>
                <a:gd name="csX197" fmla="*/ 981101 w 1777840"/>
                <a:gd name="csY197" fmla="*/ 1611053 h 2244148"/>
                <a:gd name="csX198" fmla="*/ 975486 w 1777840"/>
                <a:gd name="csY198" fmla="*/ 1622401 h 2244148"/>
                <a:gd name="csX199" fmla="*/ 971102 w 1777840"/>
                <a:gd name="csY199" fmla="*/ 1630730 h 2244148"/>
                <a:gd name="csX200" fmla="*/ 969702 w 1777840"/>
                <a:gd name="csY200" fmla="*/ 1633749 h 2244148"/>
                <a:gd name="csX201" fmla="*/ 964340 w 1777840"/>
                <a:gd name="csY201" fmla="*/ 1645097 h 2244148"/>
                <a:gd name="csX202" fmla="*/ 958523 w 1777840"/>
                <a:gd name="csY202" fmla="*/ 1656445 h 2244148"/>
                <a:gd name="csX203" fmla="*/ 956668 w 1777840"/>
                <a:gd name="csY203" fmla="*/ 1659918 h 2244148"/>
                <a:gd name="csX204" fmla="*/ 953026 w 1777840"/>
                <a:gd name="csY204" fmla="*/ 1667776 h 2244148"/>
                <a:gd name="csX205" fmla="*/ 947495 w 1777840"/>
                <a:gd name="csY205" fmla="*/ 1679124 h 2244148"/>
                <a:gd name="csX206" fmla="*/ 942234 w 1777840"/>
                <a:gd name="csY206" fmla="*/ 1689072 h 2244148"/>
                <a:gd name="csX207" fmla="*/ 941594 w 1777840"/>
                <a:gd name="csY207" fmla="*/ 1690472 h 2244148"/>
                <a:gd name="csX208" fmla="*/ 936299 w 1777840"/>
                <a:gd name="csY208" fmla="*/ 1701820 h 2244148"/>
                <a:gd name="csX209" fmla="*/ 930549 w 1777840"/>
                <a:gd name="csY209" fmla="*/ 1713168 h 2244148"/>
                <a:gd name="csX210" fmla="*/ 927800 w 1777840"/>
                <a:gd name="csY210" fmla="*/ 1718277 h 2244148"/>
                <a:gd name="csX211" fmla="*/ 924951 w 1777840"/>
                <a:gd name="csY211" fmla="*/ 1724516 h 2244148"/>
                <a:gd name="csX212" fmla="*/ 919487 w 1777840"/>
                <a:gd name="csY212" fmla="*/ 1735864 h 2244148"/>
                <a:gd name="csX213" fmla="*/ 913468 w 1777840"/>
                <a:gd name="csY213" fmla="*/ 1747195 h 2244148"/>
                <a:gd name="csX214" fmla="*/ 913367 w 1777840"/>
                <a:gd name="csY214" fmla="*/ 1747398 h 2244148"/>
                <a:gd name="csX215" fmla="*/ 908258 w 1777840"/>
                <a:gd name="csY215" fmla="*/ 1758543 h 2244148"/>
                <a:gd name="csX216" fmla="*/ 902575 w 1777840"/>
                <a:gd name="csY216" fmla="*/ 1769891 h 2244148"/>
                <a:gd name="csX217" fmla="*/ 898933 w 1777840"/>
                <a:gd name="csY217" fmla="*/ 1776636 h 2244148"/>
                <a:gd name="csX218" fmla="*/ 896859 w 1777840"/>
                <a:gd name="csY218" fmla="*/ 1781239 h 2244148"/>
                <a:gd name="csX219" fmla="*/ 891480 w 1777840"/>
                <a:gd name="csY219" fmla="*/ 1792587 h 2244148"/>
                <a:gd name="csX220" fmla="*/ 885528 w 1777840"/>
                <a:gd name="csY220" fmla="*/ 1803935 h 2244148"/>
                <a:gd name="csX221" fmla="*/ 884499 w 1777840"/>
                <a:gd name="csY221" fmla="*/ 1805790 h 2244148"/>
                <a:gd name="csX222" fmla="*/ 880199 w 1777840"/>
                <a:gd name="csY222" fmla="*/ 1815267 h 2244148"/>
                <a:gd name="csX223" fmla="*/ 874618 w 1777840"/>
                <a:gd name="csY223" fmla="*/ 1826615 h 2244148"/>
                <a:gd name="csX224" fmla="*/ 870065 w 1777840"/>
                <a:gd name="csY224" fmla="*/ 1834978 h 2244148"/>
                <a:gd name="csX225" fmla="*/ 868733 w 1777840"/>
                <a:gd name="csY225" fmla="*/ 1837963 h 2244148"/>
                <a:gd name="csX226" fmla="*/ 863489 w 1777840"/>
                <a:gd name="csY226" fmla="*/ 1849311 h 2244148"/>
                <a:gd name="csX227" fmla="*/ 857588 w 1777840"/>
                <a:gd name="csY227" fmla="*/ 1860659 h 2244148"/>
                <a:gd name="csX228" fmla="*/ 855632 w 1777840"/>
                <a:gd name="csY228" fmla="*/ 1864183 h 2244148"/>
                <a:gd name="csX229" fmla="*/ 852141 w 1777840"/>
                <a:gd name="csY229" fmla="*/ 1872007 h 2244148"/>
                <a:gd name="csX230" fmla="*/ 846661 w 1777840"/>
                <a:gd name="csY230" fmla="*/ 1883355 h 2244148"/>
                <a:gd name="csX231" fmla="*/ 841198 w 1777840"/>
                <a:gd name="csY231" fmla="*/ 1893303 h 2244148"/>
                <a:gd name="csX232" fmla="*/ 840591 w 1777840"/>
                <a:gd name="csY232" fmla="*/ 1894686 h 2244148"/>
                <a:gd name="csX233" fmla="*/ 835499 w 1777840"/>
                <a:gd name="csY233" fmla="*/ 1906034 h 2244148"/>
                <a:gd name="csX234" fmla="*/ 829681 w 1777840"/>
                <a:gd name="csY234" fmla="*/ 1917382 h 2244148"/>
                <a:gd name="csX235" fmla="*/ 826764 w 1777840"/>
                <a:gd name="csY235" fmla="*/ 1922559 h 2244148"/>
                <a:gd name="csX236" fmla="*/ 824066 w 1777840"/>
                <a:gd name="csY236" fmla="*/ 1928730 h 2244148"/>
                <a:gd name="csX237" fmla="*/ 818738 w 1777840"/>
                <a:gd name="csY237" fmla="*/ 1940078 h 2244148"/>
                <a:gd name="csX238" fmla="*/ 812448 w 1777840"/>
                <a:gd name="csY238" fmla="*/ 1951426 h 2244148"/>
                <a:gd name="csX239" fmla="*/ 812330 w 1777840"/>
                <a:gd name="csY239" fmla="*/ 1951629 h 2244148"/>
                <a:gd name="csX240" fmla="*/ 807491 w 1777840"/>
                <a:gd name="csY240" fmla="*/ 1962774 h 2244148"/>
                <a:gd name="csX241" fmla="*/ 801809 w 1777840"/>
                <a:gd name="csY241" fmla="*/ 1974105 h 2244148"/>
                <a:gd name="csX242" fmla="*/ 797897 w 1777840"/>
                <a:gd name="csY242" fmla="*/ 1980918 h 2244148"/>
                <a:gd name="csX243" fmla="*/ 795974 w 1777840"/>
                <a:gd name="csY243" fmla="*/ 1985453 h 2244148"/>
                <a:gd name="csX244" fmla="*/ 790832 w 1777840"/>
                <a:gd name="csY244" fmla="*/ 1996801 h 2244148"/>
                <a:gd name="csX245" fmla="*/ 784626 w 1777840"/>
                <a:gd name="csY245" fmla="*/ 2008150 h 2244148"/>
                <a:gd name="csX246" fmla="*/ 783463 w 1777840"/>
                <a:gd name="csY246" fmla="*/ 2010072 h 2244148"/>
                <a:gd name="csX247" fmla="*/ 779517 w 1777840"/>
                <a:gd name="csY247" fmla="*/ 2019498 h 2244148"/>
                <a:gd name="csX248" fmla="*/ 774020 w 1777840"/>
                <a:gd name="csY248" fmla="*/ 2030846 h 2244148"/>
                <a:gd name="csX249" fmla="*/ 769029 w 1777840"/>
                <a:gd name="csY249" fmla="*/ 2039277 h 2244148"/>
                <a:gd name="csX250" fmla="*/ 767849 w 1777840"/>
                <a:gd name="csY250" fmla="*/ 2042177 h 2244148"/>
                <a:gd name="csX251" fmla="*/ 762993 w 1777840"/>
                <a:gd name="csY251" fmla="*/ 2053525 h 2244148"/>
                <a:gd name="csX252" fmla="*/ 756889 w 1777840"/>
                <a:gd name="csY252" fmla="*/ 2064873 h 2244148"/>
                <a:gd name="csX253" fmla="*/ 754595 w 1777840"/>
                <a:gd name="csY253" fmla="*/ 2068498 h 2244148"/>
                <a:gd name="csX254" fmla="*/ 751526 w 1777840"/>
                <a:gd name="csY254" fmla="*/ 2076221 h 2244148"/>
                <a:gd name="csX255" fmla="*/ 746350 w 1777840"/>
                <a:gd name="csY255" fmla="*/ 2087569 h 2244148"/>
                <a:gd name="csX256" fmla="*/ 740162 w 1777840"/>
                <a:gd name="csY256" fmla="*/ 2097585 h 2244148"/>
                <a:gd name="csX257" fmla="*/ 739656 w 1777840"/>
                <a:gd name="csY257" fmla="*/ 2098917 h 2244148"/>
                <a:gd name="csX258" fmla="*/ 735238 w 1777840"/>
                <a:gd name="csY258" fmla="*/ 2110265 h 2244148"/>
                <a:gd name="csX259" fmla="*/ 729404 w 1777840"/>
                <a:gd name="csY259" fmla="*/ 2121596 h 2244148"/>
                <a:gd name="csX260" fmla="*/ 725728 w 1777840"/>
                <a:gd name="csY260" fmla="*/ 2126958 h 2244148"/>
                <a:gd name="csX261" fmla="*/ 723553 w 1777840"/>
                <a:gd name="csY261" fmla="*/ 2132944 h 2244148"/>
                <a:gd name="csX262" fmla="*/ 718983 w 1777840"/>
                <a:gd name="csY262" fmla="*/ 2144292 h 2244148"/>
                <a:gd name="csX263" fmla="*/ 711496 w 1777840"/>
                <a:gd name="csY263" fmla="*/ 2155640 h 2244148"/>
                <a:gd name="csX264" fmla="*/ 711294 w 1777840"/>
                <a:gd name="csY264" fmla="*/ 2155893 h 2244148"/>
                <a:gd name="csX265" fmla="*/ 707686 w 1777840"/>
                <a:gd name="csY265" fmla="*/ 2166988 h 2244148"/>
                <a:gd name="csX266" fmla="*/ 702678 w 1777840"/>
                <a:gd name="csY266" fmla="*/ 2178336 h 2244148"/>
                <a:gd name="csX267" fmla="*/ 696860 w 1777840"/>
                <a:gd name="csY267" fmla="*/ 2185469 h 2244148"/>
                <a:gd name="csX268" fmla="*/ 695511 w 1777840"/>
                <a:gd name="csY268" fmla="*/ 2189668 h 2244148"/>
                <a:gd name="csX269" fmla="*/ 692476 w 1777840"/>
                <a:gd name="csY269" fmla="*/ 2201016 h 2244148"/>
                <a:gd name="csX270" fmla="*/ 685394 w 1777840"/>
                <a:gd name="csY270" fmla="*/ 2212364 h 2244148"/>
                <a:gd name="csX271" fmla="*/ 682427 w 1777840"/>
                <a:gd name="csY271" fmla="*/ 2214994 h 2244148"/>
                <a:gd name="csX272" fmla="*/ 680336 w 1777840"/>
                <a:gd name="csY272" fmla="*/ 2223712 h 2244148"/>
                <a:gd name="csX273" fmla="*/ 679122 w 1777840"/>
                <a:gd name="csY273" fmla="*/ 2235060 h 2244148"/>
                <a:gd name="csX274" fmla="*/ 667993 w 1777840"/>
                <a:gd name="csY274" fmla="*/ 2244148 h 2244148"/>
                <a:gd name="csX275" fmla="*/ 654284 w 1777840"/>
                <a:gd name="csY275" fmla="*/ 2235060 h 2244148"/>
                <a:gd name="csX276" fmla="*/ 653559 w 1777840"/>
                <a:gd name="csY276" fmla="*/ 2233171 h 2244148"/>
                <a:gd name="csX277" fmla="*/ 646680 w 1777840"/>
                <a:gd name="csY277" fmla="*/ 2223712 h 2244148"/>
                <a:gd name="csX278" fmla="*/ 644032 w 1777840"/>
                <a:gd name="csY278" fmla="*/ 2212364 h 2244148"/>
                <a:gd name="csX279" fmla="*/ 642110 w 1777840"/>
                <a:gd name="csY279" fmla="*/ 2201016 h 2244148"/>
                <a:gd name="csX280" fmla="*/ 640154 w 1777840"/>
                <a:gd name="csY280" fmla="*/ 2189668 h 2244148"/>
                <a:gd name="csX281" fmla="*/ 639125 w 1777840"/>
                <a:gd name="csY281" fmla="*/ 2183952 h 2244148"/>
                <a:gd name="csX282" fmla="*/ 636360 w 1777840"/>
                <a:gd name="csY282" fmla="*/ 2178336 h 2244148"/>
                <a:gd name="csX283" fmla="*/ 632397 w 1777840"/>
                <a:gd name="csY283" fmla="*/ 2166988 h 2244148"/>
                <a:gd name="csX284" fmla="*/ 629379 w 1777840"/>
                <a:gd name="csY284" fmla="*/ 2155640 h 2244148"/>
                <a:gd name="csX285" fmla="*/ 626782 w 1777840"/>
                <a:gd name="csY285" fmla="*/ 2144292 h 2244148"/>
                <a:gd name="csX286" fmla="*/ 624692 w 1777840"/>
                <a:gd name="csY286" fmla="*/ 2134647 h 2244148"/>
                <a:gd name="csX287" fmla="*/ 623966 w 1777840"/>
                <a:gd name="csY287" fmla="*/ 2132944 h 2244148"/>
                <a:gd name="csX288" fmla="*/ 619835 w 1777840"/>
                <a:gd name="csY288" fmla="*/ 2121596 h 2244148"/>
                <a:gd name="csX289" fmla="*/ 616463 w 1777840"/>
                <a:gd name="csY289" fmla="*/ 2110265 h 2244148"/>
                <a:gd name="csX290" fmla="*/ 613495 w 1777840"/>
                <a:gd name="csY290" fmla="*/ 2098917 h 2244148"/>
                <a:gd name="csX291" fmla="*/ 610781 w 1777840"/>
                <a:gd name="csY291" fmla="*/ 2087569 h 2244148"/>
                <a:gd name="csX292" fmla="*/ 610258 w 1777840"/>
                <a:gd name="csY292" fmla="*/ 2085326 h 2244148"/>
                <a:gd name="csX293" fmla="*/ 606987 w 1777840"/>
                <a:gd name="csY293" fmla="*/ 2076221 h 2244148"/>
                <a:gd name="csX294" fmla="*/ 603429 w 1777840"/>
                <a:gd name="csY294" fmla="*/ 2064873 h 2244148"/>
                <a:gd name="csX295" fmla="*/ 600259 w 1777840"/>
                <a:gd name="csY295" fmla="*/ 2053525 h 2244148"/>
                <a:gd name="csX296" fmla="*/ 597342 w 1777840"/>
                <a:gd name="csY296" fmla="*/ 2042177 h 2244148"/>
                <a:gd name="csX297" fmla="*/ 595824 w 1777840"/>
                <a:gd name="csY297" fmla="*/ 2036005 h 2244148"/>
                <a:gd name="csX298" fmla="*/ 594020 w 1777840"/>
                <a:gd name="csY298" fmla="*/ 2030846 h 2244148"/>
                <a:gd name="csX299" fmla="*/ 590361 w 1777840"/>
                <a:gd name="csY299" fmla="*/ 2019498 h 2244148"/>
                <a:gd name="csX300" fmla="*/ 587039 w 1777840"/>
                <a:gd name="csY300" fmla="*/ 2008150 h 2244148"/>
                <a:gd name="csX301" fmla="*/ 583987 w 1777840"/>
                <a:gd name="csY301" fmla="*/ 1996801 h 2244148"/>
                <a:gd name="csX302" fmla="*/ 581390 w 1777840"/>
                <a:gd name="csY302" fmla="*/ 1986684 h 2244148"/>
                <a:gd name="csX303" fmla="*/ 580969 w 1777840"/>
                <a:gd name="csY303" fmla="*/ 1985453 h 2244148"/>
                <a:gd name="csX304" fmla="*/ 577259 w 1777840"/>
                <a:gd name="csY304" fmla="*/ 1974105 h 2244148"/>
                <a:gd name="csX305" fmla="*/ 573836 w 1777840"/>
                <a:gd name="csY305" fmla="*/ 1962774 h 2244148"/>
                <a:gd name="csX306" fmla="*/ 570666 w 1777840"/>
                <a:gd name="csY306" fmla="*/ 1951426 h 2244148"/>
                <a:gd name="csX307" fmla="*/ 567665 w 1777840"/>
                <a:gd name="csY307" fmla="*/ 1940078 h 2244148"/>
                <a:gd name="csX308" fmla="*/ 566957 w 1777840"/>
                <a:gd name="csY308" fmla="*/ 1937347 h 2244148"/>
                <a:gd name="csX309" fmla="*/ 564124 w 1777840"/>
                <a:gd name="csY309" fmla="*/ 1928730 h 2244148"/>
                <a:gd name="csX310" fmla="*/ 560650 w 1777840"/>
                <a:gd name="csY310" fmla="*/ 1917382 h 2244148"/>
                <a:gd name="csX311" fmla="*/ 557379 w 1777840"/>
                <a:gd name="csY311" fmla="*/ 1906034 h 2244148"/>
                <a:gd name="csX312" fmla="*/ 554276 w 1777840"/>
                <a:gd name="csY312" fmla="*/ 1894686 h 2244148"/>
                <a:gd name="csX313" fmla="*/ 552523 w 1777840"/>
                <a:gd name="csY313" fmla="*/ 1888026 h 2244148"/>
                <a:gd name="csX314" fmla="*/ 550988 w 1777840"/>
                <a:gd name="csY314" fmla="*/ 1883355 h 2244148"/>
                <a:gd name="csX315" fmla="*/ 547448 w 1777840"/>
                <a:gd name="csY315" fmla="*/ 1872007 h 2244148"/>
                <a:gd name="csX316" fmla="*/ 544109 w 1777840"/>
                <a:gd name="csY316" fmla="*/ 1860659 h 2244148"/>
                <a:gd name="csX317" fmla="*/ 540939 w 1777840"/>
                <a:gd name="csY317" fmla="*/ 1849311 h 2244148"/>
                <a:gd name="csX318" fmla="*/ 538089 w 1777840"/>
                <a:gd name="csY318" fmla="*/ 1838705 h 2244148"/>
                <a:gd name="csX319" fmla="*/ 537853 w 1777840"/>
                <a:gd name="csY319" fmla="*/ 1837963 h 2244148"/>
                <a:gd name="csX320" fmla="*/ 534261 w 1777840"/>
                <a:gd name="csY320" fmla="*/ 1826615 h 2244148"/>
                <a:gd name="csX321" fmla="*/ 530872 w 1777840"/>
                <a:gd name="csY321" fmla="*/ 1815267 h 2244148"/>
                <a:gd name="csX322" fmla="*/ 527635 w 1777840"/>
                <a:gd name="csY322" fmla="*/ 1803935 h 2244148"/>
                <a:gd name="csX323" fmla="*/ 524515 w 1777840"/>
                <a:gd name="csY323" fmla="*/ 1792587 h 2244148"/>
                <a:gd name="csX324" fmla="*/ 523655 w 1777840"/>
                <a:gd name="csY324" fmla="*/ 1789384 h 2244148"/>
                <a:gd name="csX325" fmla="*/ 521076 w 1777840"/>
                <a:gd name="csY325" fmla="*/ 1781239 h 2244148"/>
                <a:gd name="csX326" fmla="*/ 517636 w 1777840"/>
                <a:gd name="csY326" fmla="*/ 1769891 h 2244148"/>
                <a:gd name="csX327" fmla="*/ 514331 w 1777840"/>
                <a:gd name="csY327" fmla="*/ 1758543 h 2244148"/>
                <a:gd name="csX328" fmla="*/ 511161 w 1777840"/>
                <a:gd name="csY328" fmla="*/ 1747195 h 2244148"/>
                <a:gd name="csX329" fmla="*/ 509222 w 1777840"/>
                <a:gd name="csY329" fmla="*/ 1740046 h 2244148"/>
                <a:gd name="csX330" fmla="*/ 507889 w 1777840"/>
                <a:gd name="csY330" fmla="*/ 1735864 h 2244148"/>
                <a:gd name="csX331" fmla="*/ 504416 w 1777840"/>
                <a:gd name="csY331" fmla="*/ 1724516 h 2244148"/>
                <a:gd name="csX332" fmla="*/ 501060 w 1777840"/>
                <a:gd name="csY332" fmla="*/ 1713168 h 2244148"/>
                <a:gd name="csX333" fmla="*/ 497840 w 1777840"/>
                <a:gd name="csY333" fmla="*/ 1701820 h 2244148"/>
                <a:gd name="csX334" fmla="*/ 494788 w 1777840"/>
                <a:gd name="csY334" fmla="*/ 1690725 h 2244148"/>
                <a:gd name="csX335" fmla="*/ 494720 w 1777840"/>
                <a:gd name="csY335" fmla="*/ 1690472 h 2244148"/>
                <a:gd name="csX336" fmla="*/ 491196 w 1777840"/>
                <a:gd name="csY336" fmla="*/ 1679124 h 2244148"/>
                <a:gd name="csX337" fmla="*/ 487807 w 1777840"/>
                <a:gd name="csY337" fmla="*/ 1667776 h 2244148"/>
                <a:gd name="csX338" fmla="*/ 484536 w 1777840"/>
                <a:gd name="csY338" fmla="*/ 1656445 h 2244148"/>
                <a:gd name="csX339" fmla="*/ 481366 w 1777840"/>
                <a:gd name="csY339" fmla="*/ 1645097 h 2244148"/>
                <a:gd name="csX340" fmla="*/ 480354 w 1777840"/>
                <a:gd name="csY340" fmla="*/ 1641404 h 2244148"/>
                <a:gd name="csX341" fmla="*/ 477976 w 1777840"/>
                <a:gd name="csY341" fmla="*/ 1633749 h 2244148"/>
                <a:gd name="csX342" fmla="*/ 474553 w 1777840"/>
                <a:gd name="csY342" fmla="*/ 1622401 h 2244148"/>
                <a:gd name="csX343" fmla="*/ 471249 w 1777840"/>
                <a:gd name="csY343" fmla="*/ 1611053 h 2244148"/>
                <a:gd name="csX344" fmla="*/ 468028 w 1777840"/>
                <a:gd name="csY344" fmla="*/ 1599711 h 2244148"/>
                <a:gd name="csX345" fmla="*/ 465920 w 1777840"/>
                <a:gd name="csY345" fmla="*/ 1592076 h 2244148"/>
                <a:gd name="csX346" fmla="*/ 464774 w 1777840"/>
                <a:gd name="csY346" fmla="*/ 1588365 h 2244148"/>
                <a:gd name="csX347" fmla="*/ 461317 w 1777840"/>
                <a:gd name="csY347" fmla="*/ 1577020 h 2244148"/>
                <a:gd name="csX348" fmla="*/ 457961 w 1777840"/>
                <a:gd name="csY348" fmla="*/ 1565674 h 2244148"/>
                <a:gd name="csX349" fmla="*/ 454724 w 1777840"/>
                <a:gd name="csY349" fmla="*/ 1554329 h 2244148"/>
                <a:gd name="csX350" fmla="*/ 451554 w 1777840"/>
                <a:gd name="csY350" fmla="*/ 1542983 h 2244148"/>
                <a:gd name="csX351" fmla="*/ 451487 w 1777840"/>
                <a:gd name="csY351" fmla="*/ 1542754 h 2244148"/>
                <a:gd name="csX352" fmla="*/ 448080 w 1777840"/>
                <a:gd name="csY352" fmla="*/ 1531638 h 2244148"/>
                <a:gd name="csX353" fmla="*/ 444708 w 1777840"/>
                <a:gd name="csY353" fmla="*/ 1520292 h 2244148"/>
                <a:gd name="csX354" fmla="*/ 441420 w 1777840"/>
                <a:gd name="csY354" fmla="*/ 1508947 h 2244148"/>
                <a:gd name="csX355" fmla="*/ 438216 w 1777840"/>
                <a:gd name="csY355" fmla="*/ 1497603 h 2244148"/>
                <a:gd name="csX356" fmla="*/ 437053 w 1777840"/>
                <a:gd name="csY356" fmla="*/ 1493424 h 2244148"/>
                <a:gd name="csX357" fmla="*/ 434861 w 1777840"/>
                <a:gd name="csY357" fmla="*/ 1486256 h 2244148"/>
                <a:gd name="csX358" fmla="*/ 431438 w 1777840"/>
                <a:gd name="csY358" fmla="*/ 1474912 h 2244148"/>
                <a:gd name="csX359" fmla="*/ 428133 w 1777840"/>
                <a:gd name="csY359" fmla="*/ 1463565 h 2244148"/>
                <a:gd name="csX360" fmla="*/ 424895 w 1777840"/>
                <a:gd name="csY360" fmla="*/ 1452221 h 2244148"/>
                <a:gd name="csX361" fmla="*/ 422619 w 1777840"/>
                <a:gd name="csY361" fmla="*/ 1444100 h 2244148"/>
                <a:gd name="csX362" fmla="*/ 421624 w 1777840"/>
                <a:gd name="csY362" fmla="*/ 1440874 h 2244148"/>
                <a:gd name="csX363" fmla="*/ 418201 w 1777840"/>
                <a:gd name="csY363" fmla="*/ 1429530 h 2244148"/>
                <a:gd name="csX364" fmla="*/ 414846 w 1777840"/>
                <a:gd name="csY364" fmla="*/ 1418183 h 2244148"/>
                <a:gd name="csX365" fmla="*/ 411591 w 1777840"/>
                <a:gd name="csY365" fmla="*/ 1406839 h 2244148"/>
                <a:gd name="csX366" fmla="*/ 408388 w 1777840"/>
                <a:gd name="csY366" fmla="*/ 1395492 h 2244148"/>
                <a:gd name="csX367" fmla="*/ 408185 w 1777840"/>
                <a:gd name="csY367" fmla="*/ 1394776 h 2244148"/>
                <a:gd name="csX368" fmla="*/ 404948 w 1777840"/>
                <a:gd name="csY368" fmla="*/ 1384148 h 2244148"/>
                <a:gd name="csX369" fmla="*/ 401576 w 1777840"/>
                <a:gd name="csY369" fmla="*/ 1372801 h 2244148"/>
                <a:gd name="csX370" fmla="*/ 398287 w 1777840"/>
                <a:gd name="csY370" fmla="*/ 1361457 h 2244148"/>
                <a:gd name="csX371" fmla="*/ 395067 w 1777840"/>
                <a:gd name="csY371" fmla="*/ 1350110 h 2244148"/>
                <a:gd name="csX372" fmla="*/ 393768 w 1777840"/>
                <a:gd name="csY372" fmla="*/ 1345448 h 2244148"/>
                <a:gd name="csX373" fmla="*/ 391711 w 1777840"/>
                <a:gd name="csY373" fmla="*/ 1338766 h 2244148"/>
                <a:gd name="csX374" fmla="*/ 388322 w 1777840"/>
                <a:gd name="csY374" fmla="*/ 1327419 h 2244148"/>
                <a:gd name="csX375" fmla="*/ 385000 w 1777840"/>
                <a:gd name="csY375" fmla="*/ 1316075 h 2244148"/>
                <a:gd name="csX376" fmla="*/ 381746 w 1777840"/>
                <a:gd name="csY376" fmla="*/ 1304728 h 2244148"/>
                <a:gd name="csX377" fmla="*/ 379335 w 1777840"/>
                <a:gd name="csY377" fmla="*/ 1296124 h 2244148"/>
                <a:gd name="csX378" fmla="*/ 378492 w 1777840"/>
                <a:gd name="csY378" fmla="*/ 1293384 h 2244148"/>
                <a:gd name="csX379" fmla="*/ 375068 w 1777840"/>
                <a:gd name="csY379" fmla="*/ 1282037 h 2244148"/>
                <a:gd name="csX380" fmla="*/ 371713 w 1777840"/>
                <a:gd name="csY380" fmla="*/ 1270693 h 2244148"/>
                <a:gd name="csX381" fmla="*/ 368442 w 1777840"/>
                <a:gd name="csY381" fmla="*/ 1259346 h 2244148"/>
                <a:gd name="csX382" fmla="*/ 365238 w 1777840"/>
                <a:gd name="csY382" fmla="*/ 1248002 h 2244148"/>
                <a:gd name="csX383" fmla="*/ 364901 w 1777840"/>
                <a:gd name="csY383" fmla="*/ 1246799 h 2244148"/>
                <a:gd name="csX384" fmla="*/ 361815 w 1777840"/>
                <a:gd name="csY384" fmla="*/ 1236657 h 2244148"/>
                <a:gd name="csX385" fmla="*/ 358443 w 1777840"/>
                <a:gd name="csY385" fmla="*/ 1225311 h 2244148"/>
                <a:gd name="csX386" fmla="*/ 355155 w 1777840"/>
                <a:gd name="csY386" fmla="*/ 1213966 h 2244148"/>
                <a:gd name="csX387" fmla="*/ 351917 w 1777840"/>
                <a:gd name="csY387" fmla="*/ 1202620 h 2244148"/>
                <a:gd name="csX388" fmla="*/ 350467 w 1777840"/>
                <a:gd name="csY388" fmla="*/ 1197472 h 2244148"/>
                <a:gd name="csX389" fmla="*/ 348579 w 1777840"/>
                <a:gd name="csY389" fmla="*/ 1191275 h 2244148"/>
                <a:gd name="csX390" fmla="*/ 345189 w 1777840"/>
                <a:gd name="csY390" fmla="*/ 1179929 h 2244148"/>
                <a:gd name="csX391" fmla="*/ 341868 w 1777840"/>
                <a:gd name="csY391" fmla="*/ 1168584 h 2244148"/>
                <a:gd name="csX392" fmla="*/ 338596 w 1777840"/>
                <a:gd name="csY392" fmla="*/ 1157238 h 2244148"/>
                <a:gd name="csX393" fmla="*/ 336033 w 1777840"/>
                <a:gd name="csY393" fmla="*/ 1148147 h 2244148"/>
                <a:gd name="csX394" fmla="*/ 335342 w 1777840"/>
                <a:gd name="csY394" fmla="*/ 1145893 h 2244148"/>
                <a:gd name="csX395" fmla="*/ 331936 w 1777840"/>
                <a:gd name="csY395" fmla="*/ 1134547 h 2244148"/>
                <a:gd name="csX396" fmla="*/ 328580 w 1777840"/>
                <a:gd name="csY396" fmla="*/ 1123202 h 2244148"/>
                <a:gd name="csX397" fmla="*/ 325292 w 1777840"/>
                <a:gd name="csY397" fmla="*/ 1111856 h 2244148"/>
                <a:gd name="csX398" fmla="*/ 322072 w 1777840"/>
                <a:gd name="csY398" fmla="*/ 1100511 h 2244148"/>
                <a:gd name="csX399" fmla="*/ 321600 w 1777840"/>
                <a:gd name="csY399" fmla="*/ 1098821 h 2244148"/>
                <a:gd name="csX400" fmla="*/ 318683 w 1777840"/>
                <a:gd name="csY400" fmla="*/ 1089165 h 2244148"/>
                <a:gd name="csX401" fmla="*/ 315310 w 1777840"/>
                <a:gd name="csY401" fmla="*/ 1077820 h 2244148"/>
                <a:gd name="csX402" fmla="*/ 312005 w 1777840"/>
                <a:gd name="csY402" fmla="*/ 1066474 h 2244148"/>
                <a:gd name="csX403" fmla="*/ 308751 w 1777840"/>
                <a:gd name="csY403" fmla="*/ 1055129 h 2244148"/>
                <a:gd name="csX404" fmla="*/ 307166 w 1777840"/>
                <a:gd name="csY404" fmla="*/ 1049495 h 2244148"/>
                <a:gd name="csX405" fmla="*/ 305429 w 1777840"/>
                <a:gd name="csY405" fmla="*/ 1043783 h 2244148"/>
                <a:gd name="csX406" fmla="*/ 302040 w 1777840"/>
                <a:gd name="csY406" fmla="*/ 1032438 h 2244148"/>
                <a:gd name="csX407" fmla="*/ 298718 w 1777840"/>
                <a:gd name="csY407" fmla="*/ 1021092 h 2244148"/>
                <a:gd name="csX408" fmla="*/ 295447 w 1777840"/>
                <a:gd name="csY408" fmla="*/ 1009747 h 2244148"/>
                <a:gd name="csX409" fmla="*/ 292732 w 1777840"/>
                <a:gd name="csY409" fmla="*/ 1000171 h 2244148"/>
                <a:gd name="csX410" fmla="*/ 292193 w 1777840"/>
                <a:gd name="csY410" fmla="*/ 998401 h 2244148"/>
                <a:gd name="csX411" fmla="*/ 288786 w 1777840"/>
                <a:gd name="csY411" fmla="*/ 987056 h 2244148"/>
                <a:gd name="csX412" fmla="*/ 285448 w 1777840"/>
                <a:gd name="csY412" fmla="*/ 975711 h 2244148"/>
                <a:gd name="csX413" fmla="*/ 282143 w 1777840"/>
                <a:gd name="csY413" fmla="*/ 964365 h 2244148"/>
                <a:gd name="csX414" fmla="*/ 278905 w 1777840"/>
                <a:gd name="csY414" fmla="*/ 953020 h 2244148"/>
                <a:gd name="csX415" fmla="*/ 278298 w 1777840"/>
                <a:gd name="csY415" fmla="*/ 950845 h 2244148"/>
                <a:gd name="csX416" fmla="*/ 275533 w 1777840"/>
                <a:gd name="csY416" fmla="*/ 941674 h 2244148"/>
                <a:gd name="csX417" fmla="*/ 272161 w 1777840"/>
                <a:gd name="csY417" fmla="*/ 930329 h 2244148"/>
                <a:gd name="csX418" fmla="*/ 268856 w 1777840"/>
                <a:gd name="csY418" fmla="*/ 918983 h 2244148"/>
                <a:gd name="csX419" fmla="*/ 265601 w 1777840"/>
                <a:gd name="csY419" fmla="*/ 907638 h 2244148"/>
                <a:gd name="csX420" fmla="*/ 263865 w 1777840"/>
                <a:gd name="csY420" fmla="*/ 901519 h 2244148"/>
                <a:gd name="csX421" fmla="*/ 262280 w 1777840"/>
                <a:gd name="csY421" fmla="*/ 896292 h 2244148"/>
                <a:gd name="csX422" fmla="*/ 258907 w 1777840"/>
                <a:gd name="csY422" fmla="*/ 884947 h 2244148"/>
                <a:gd name="csX423" fmla="*/ 255569 w 1777840"/>
                <a:gd name="csY423" fmla="*/ 873601 h 2244148"/>
                <a:gd name="csX424" fmla="*/ 252297 w 1777840"/>
                <a:gd name="csY424" fmla="*/ 862256 h 2244148"/>
                <a:gd name="csX425" fmla="*/ 249431 w 1777840"/>
                <a:gd name="csY425" fmla="*/ 852195 h 2244148"/>
                <a:gd name="csX426" fmla="*/ 249043 w 1777840"/>
                <a:gd name="csY426" fmla="*/ 850910 h 2244148"/>
                <a:gd name="csX427" fmla="*/ 245637 w 1777840"/>
                <a:gd name="csY427" fmla="*/ 839565 h 2244148"/>
                <a:gd name="csX428" fmla="*/ 242298 w 1777840"/>
                <a:gd name="csY428" fmla="*/ 828219 h 2244148"/>
                <a:gd name="csX429" fmla="*/ 238993 w 1777840"/>
                <a:gd name="csY429" fmla="*/ 816874 h 2244148"/>
                <a:gd name="csX430" fmla="*/ 235739 w 1777840"/>
                <a:gd name="csY430" fmla="*/ 805528 h 2244148"/>
                <a:gd name="csX431" fmla="*/ 234997 w 1777840"/>
                <a:gd name="csY431" fmla="*/ 802869 h 2244148"/>
                <a:gd name="csX432" fmla="*/ 232384 w 1777840"/>
                <a:gd name="csY432" fmla="*/ 794183 h 2244148"/>
                <a:gd name="csX433" fmla="*/ 229028 w 1777840"/>
                <a:gd name="csY433" fmla="*/ 782837 h 2244148"/>
                <a:gd name="csX434" fmla="*/ 225710 w 1777840"/>
                <a:gd name="csY434" fmla="*/ 771492 h 2244148"/>
                <a:gd name="csX435" fmla="*/ 222440 w 1777840"/>
                <a:gd name="csY435" fmla="*/ 760146 h 2244148"/>
                <a:gd name="csX436" fmla="*/ 220558 w 1777840"/>
                <a:gd name="csY436" fmla="*/ 753543 h 2244148"/>
                <a:gd name="csX437" fmla="*/ 219132 w 1777840"/>
                <a:gd name="csY437" fmla="*/ 748801 h 2244148"/>
                <a:gd name="csX438" fmla="*/ 215754 w 1777840"/>
                <a:gd name="csY438" fmla="*/ 737455 h 2244148"/>
                <a:gd name="csX439" fmla="*/ 212426 w 1777840"/>
                <a:gd name="csY439" fmla="*/ 726110 h 2244148"/>
                <a:gd name="csX440" fmla="*/ 209141 w 1777840"/>
                <a:gd name="csY440" fmla="*/ 714764 h 2244148"/>
                <a:gd name="csX441" fmla="*/ 206125 w 1777840"/>
                <a:gd name="csY441" fmla="*/ 704218 h 2244148"/>
                <a:gd name="csX442" fmla="*/ 205883 w 1777840"/>
                <a:gd name="csY442" fmla="*/ 703419 h 2244148"/>
                <a:gd name="csX443" fmla="*/ 202492 w 1777840"/>
                <a:gd name="csY443" fmla="*/ 692074 h 2244148"/>
                <a:gd name="csX444" fmla="*/ 199147 w 1777840"/>
                <a:gd name="csY444" fmla="*/ 680728 h 2244148"/>
                <a:gd name="csX445" fmla="*/ 195847 w 1777840"/>
                <a:gd name="csY445" fmla="*/ 669383 h 2244148"/>
                <a:gd name="csX446" fmla="*/ 192588 w 1777840"/>
                <a:gd name="csY446" fmla="*/ 658037 h 2244148"/>
                <a:gd name="csX447" fmla="*/ 191691 w 1777840"/>
                <a:gd name="csY447" fmla="*/ 654892 h 2244148"/>
                <a:gd name="csX448" fmla="*/ 189234 w 1777840"/>
                <a:gd name="csY448" fmla="*/ 646692 h 2244148"/>
                <a:gd name="csX449" fmla="*/ 185875 w 1777840"/>
                <a:gd name="csY449" fmla="*/ 635346 h 2244148"/>
                <a:gd name="csX450" fmla="*/ 182558 w 1777840"/>
                <a:gd name="csY450" fmla="*/ 624001 h 2244148"/>
                <a:gd name="csX451" fmla="*/ 179284 w 1777840"/>
                <a:gd name="csY451" fmla="*/ 612655 h 2244148"/>
                <a:gd name="csX452" fmla="*/ 177259 w 1777840"/>
                <a:gd name="csY452" fmla="*/ 605566 h 2244148"/>
                <a:gd name="csX453" fmla="*/ 175981 w 1777840"/>
                <a:gd name="csY453" fmla="*/ 601310 h 2244148"/>
                <a:gd name="csX454" fmla="*/ 172606 w 1777840"/>
                <a:gd name="csY454" fmla="*/ 589964 h 2244148"/>
                <a:gd name="csX455" fmla="*/ 169276 w 1777840"/>
                <a:gd name="csY455" fmla="*/ 578619 h 2244148"/>
                <a:gd name="csX456" fmla="*/ 165987 w 1777840"/>
                <a:gd name="csY456" fmla="*/ 567273 h 2244148"/>
                <a:gd name="csX457" fmla="*/ 162825 w 1777840"/>
                <a:gd name="csY457" fmla="*/ 556242 h 2244148"/>
                <a:gd name="csX458" fmla="*/ 162730 w 1777840"/>
                <a:gd name="csY458" fmla="*/ 555928 h 2244148"/>
                <a:gd name="csX459" fmla="*/ 159343 w 1777840"/>
                <a:gd name="csY459" fmla="*/ 544582 h 2244148"/>
                <a:gd name="csX460" fmla="*/ 155998 w 1777840"/>
                <a:gd name="csY460" fmla="*/ 533237 h 2244148"/>
                <a:gd name="csX461" fmla="*/ 152694 w 1777840"/>
                <a:gd name="csY461" fmla="*/ 521891 h 2244148"/>
                <a:gd name="csX462" fmla="*/ 149428 w 1777840"/>
                <a:gd name="csY462" fmla="*/ 510546 h 2244148"/>
                <a:gd name="csX463" fmla="*/ 148391 w 1777840"/>
                <a:gd name="csY463" fmla="*/ 506916 h 2244148"/>
                <a:gd name="csX464" fmla="*/ 146083 w 1777840"/>
                <a:gd name="csY464" fmla="*/ 499200 h 2244148"/>
                <a:gd name="csX465" fmla="*/ 142726 w 1777840"/>
                <a:gd name="csY465" fmla="*/ 487855 h 2244148"/>
                <a:gd name="csX466" fmla="*/ 139407 w 1777840"/>
                <a:gd name="csY466" fmla="*/ 476509 h 2244148"/>
                <a:gd name="csX467" fmla="*/ 136128 w 1777840"/>
                <a:gd name="csY467" fmla="*/ 465164 h 2244148"/>
                <a:gd name="csX468" fmla="*/ 133957 w 1777840"/>
                <a:gd name="csY468" fmla="*/ 457590 h 2244148"/>
                <a:gd name="csX469" fmla="*/ 132828 w 1777840"/>
                <a:gd name="csY469" fmla="*/ 453818 h 2244148"/>
                <a:gd name="csX470" fmla="*/ 129457 w 1777840"/>
                <a:gd name="csY470" fmla="*/ 442473 h 2244148"/>
                <a:gd name="csX471" fmla="*/ 126125 w 1777840"/>
                <a:gd name="csY471" fmla="*/ 431129 h 2244148"/>
                <a:gd name="csX472" fmla="*/ 122830 w 1777840"/>
                <a:gd name="csY472" fmla="*/ 419782 h 2244148"/>
                <a:gd name="csX473" fmla="*/ 119573 w 1777840"/>
                <a:gd name="csY473" fmla="*/ 408438 h 2244148"/>
                <a:gd name="csX474" fmla="*/ 119524 w 1777840"/>
                <a:gd name="csY474" fmla="*/ 408266 h 2244148"/>
                <a:gd name="csX475" fmla="*/ 116192 w 1777840"/>
                <a:gd name="csY475" fmla="*/ 397091 h 2244148"/>
                <a:gd name="csX476" fmla="*/ 112848 w 1777840"/>
                <a:gd name="csY476" fmla="*/ 385747 h 2244148"/>
                <a:gd name="csX477" fmla="*/ 109540 w 1777840"/>
                <a:gd name="csY477" fmla="*/ 374400 h 2244148"/>
                <a:gd name="csX478" fmla="*/ 106269 w 1777840"/>
                <a:gd name="csY478" fmla="*/ 363056 h 2244148"/>
                <a:gd name="csX479" fmla="*/ 105090 w 1777840"/>
                <a:gd name="csY479" fmla="*/ 358938 h 2244148"/>
                <a:gd name="csX480" fmla="*/ 102932 w 1777840"/>
                <a:gd name="csY480" fmla="*/ 351709 h 2244148"/>
                <a:gd name="csX481" fmla="*/ 99574 w 1777840"/>
                <a:gd name="csY481" fmla="*/ 340365 h 2244148"/>
                <a:gd name="csX482" fmla="*/ 96254 w 1777840"/>
                <a:gd name="csY482" fmla="*/ 329018 h 2244148"/>
                <a:gd name="csX483" fmla="*/ 92970 w 1777840"/>
                <a:gd name="csY483" fmla="*/ 317674 h 2244148"/>
                <a:gd name="csX484" fmla="*/ 90658 w 1777840"/>
                <a:gd name="csY484" fmla="*/ 309614 h 2244148"/>
                <a:gd name="csX485" fmla="*/ 89675 w 1777840"/>
                <a:gd name="csY485" fmla="*/ 306327 h 2244148"/>
                <a:gd name="csX486" fmla="*/ 86306 w 1777840"/>
                <a:gd name="csY486" fmla="*/ 294983 h 2244148"/>
                <a:gd name="csX487" fmla="*/ 82972 w 1777840"/>
                <a:gd name="csY487" fmla="*/ 283636 h 2244148"/>
                <a:gd name="csX488" fmla="*/ 79676 w 1777840"/>
                <a:gd name="csY488" fmla="*/ 272292 h 2244148"/>
                <a:gd name="csX489" fmla="*/ 76411 w 1777840"/>
                <a:gd name="csY489" fmla="*/ 260945 h 2244148"/>
                <a:gd name="csX490" fmla="*/ 76224 w 1777840"/>
                <a:gd name="csY490" fmla="*/ 260288 h 2244148"/>
                <a:gd name="csX491" fmla="*/ 73041 w 1777840"/>
                <a:gd name="csY491" fmla="*/ 249601 h 2244148"/>
                <a:gd name="csX492" fmla="*/ 69695 w 1777840"/>
                <a:gd name="csY492" fmla="*/ 238254 h 2244148"/>
                <a:gd name="csX493" fmla="*/ 66387 w 1777840"/>
                <a:gd name="csY493" fmla="*/ 226910 h 2244148"/>
                <a:gd name="csX494" fmla="*/ 63109 w 1777840"/>
                <a:gd name="csY494" fmla="*/ 215563 h 2244148"/>
                <a:gd name="csX495" fmla="*/ 61790 w 1777840"/>
                <a:gd name="csY495" fmla="*/ 210962 h 2244148"/>
                <a:gd name="csX496" fmla="*/ 59779 w 1777840"/>
                <a:gd name="csY496" fmla="*/ 204219 h 2244148"/>
                <a:gd name="csX497" fmla="*/ 56423 w 1777840"/>
                <a:gd name="csY497" fmla="*/ 192872 h 2244148"/>
                <a:gd name="csX498" fmla="*/ 53101 w 1777840"/>
                <a:gd name="csY498" fmla="*/ 181528 h 2244148"/>
                <a:gd name="csX499" fmla="*/ 49812 w 1777840"/>
                <a:gd name="csY499" fmla="*/ 170183 h 2244148"/>
                <a:gd name="csX500" fmla="*/ 47357 w 1777840"/>
                <a:gd name="csY500" fmla="*/ 161637 h 2244148"/>
                <a:gd name="csX501" fmla="*/ 46520 w 1777840"/>
                <a:gd name="csY501" fmla="*/ 158837 h 2244148"/>
                <a:gd name="csX502" fmla="*/ 43153 w 1777840"/>
                <a:gd name="csY502" fmla="*/ 147492 h 2244148"/>
                <a:gd name="csX503" fmla="*/ 39821 w 1777840"/>
                <a:gd name="csY503" fmla="*/ 136146 h 2244148"/>
                <a:gd name="csX504" fmla="*/ 36519 w 1777840"/>
                <a:gd name="csY504" fmla="*/ 124801 h 2244148"/>
                <a:gd name="csX505" fmla="*/ 33250 w 1777840"/>
                <a:gd name="csY505" fmla="*/ 113455 h 2244148"/>
                <a:gd name="csX506" fmla="*/ 32923 w 1777840"/>
                <a:gd name="csY506" fmla="*/ 112311 h 2244148"/>
                <a:gd name="csX507" fmla="*/ 29888 w 1777840"/>
                <a:gd name="csY507" fmla="*/ 102110 h 2244148"/>
                <a:gd name="csX508" fmla="*/ 26544 w 1777840"/>
                <a:gd name="csY508" fmla="*/ 90764 h 2244148"/>
                <a:gd name="csX509" fmla="*/ 23232 w 1777840"/>
                <a:gd name="csY509" fmla="*/ 79418 h 2244148"/>
                <a:gd name="csX510" fmla="*/ 19951 w 1777840"/>
                <a:gd name="csY510" fmla="*/ 68073 h 2244148"/>
                <a:gd name="csX511" fmla="*/ 18489 w 1777840"/>
                <a:gd name="csY511" fmla="*/ 62985 h 2244148"/>
                <a:gd name="csX512" fmla="*/ 16624 w 1777840"/>
                <a:gd name="csY512" fmla="*/ 56727 h 2244148"/>
                <a:gd name="csX513" fmla="*/ 13270 w 1777840"/>
                <a:gd name="csY513" fmla="*/ 45382 h 2244148"/>
                <a:gd name="csX514" fmla="*/ 9947 w 1777840"/>
                <a:gd name="csY514" fmla="*/ 34037 h 2244148"/>
                <a:gd name="csX515" fmla="*/ 6655 w 1777840"/>
                <a:gd name="csY515" fmla="*/ 22691 h 2244148"/>
                <a:gd name="csX516" fmla="*/ 4055 w 1777840"/>
                <a:gd name="csY516" fmla="*/ 13660 h 2244148"/>
                <a:gd name="csX517" fmla="*/ 3366 w 1777840"/>
                <a:gd name="csY517" fmla="*/ 11346 h 2244148"/>
                <a:gd name="csX518" fmla="*/ 0 w 1777840"/>
                <a:gd name="csY518" fmla="*/ 0 h 2244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</a:cxnLst>
              <a:rect l="l" t="t" r="r" b="b"/>
              <a:pathLst>
                <a:path w="1777840" h="2244148">
                  <a:moveTo>
                    <a:pt x="1777841" y="0"/>
                  </a:moveTo>
                  <a:lnTo>
                    <a:pt x="1772293" y="11346"/>
                  </a:lnTo>
                  <a:lnTo>
                    <a:pt x="1766611" y="22691"/>
                  </a:lnTo>
                  <a:lnTo>
                    <a:pt x="1764941" y="26007"/>
                  </a:lnTo>
                  <a:lnTo>
                    <a:pt x="1761046" y="34037"/>
                  </a:lnTo>
                  <a:lnTo>
                    <a:pt x="1755448" y="45382"/>
                  </a:lnTo>
                  <a:lnTo>
                    <a:pt x="1750508" y="55177"/>
                  </a:lnTo>
                  <a:lnTo>
                    <a:pt x="1749749" y="56727"/>
                  </a:lnTo>
                  <a:lnTo>
                    <a:pt x="1744218" y="68073"/>
                  </a:lnTo>
                  <a:lnTo>
                    <a:pt x="1738569" y="79418"/>
                  </a:lnTo>
                  <a:lnTo>
                    <a:pt x="1736074" y="84363"/>
                  </a:lnTo>
                  <a:lnTo>
                    <a:pt x="1732971" y="90764"/>
                  </a:lnTo>
                  <a:lnTo>
                    <a:pt x="1727390" y="102110"/>
                  </a:lnTo>
                  <a:lnTo>
                    <a:pt x="1721674" y="113455"/>
                  </a:lnTo>
                  <a:lnTo>
                    <a:pt x="1721640" y="113522"/>
                  </a:lnTo>
                  <a:lnTo>
                    <a:pt x="1716160" y="124801"/>
                  </a:lnTo>
                  <a:lnTo>
                    <a:pt x="1710528" y="136146"/>
                  </a:lnTo>
                  <a:lnTo>
                    <a:pt x="1707206" y="142715"/>
                  </a:lnTo>
                  <a:lnTo>
                    <a:pt x="1704896" y="147492"/>
                  </a:lnTo>
                  <a:lnTo>
                    <a:pt x="1699332" y="158837"/>
                  </a:lnTo>
                  <a:lnTo>
                    <a:pt x="1693633" y="170183"/>
                  </a:lnTo>
                  <a:lnTo>
                    <a:pt x="1692773" y="171883"/>
                  </a:lnTo>
                  <a:lnTo>
                    <a:pt x="1688085" y="181528"/>
                  </a:lnTo>
                  <a:lnTo>
                    <a:pt x="1682470" y="192872"/>
                  </a:lnTo>
                  <a:lnTo>
                    <a:pt x="1678339" y="201065"/>
                  </a:lnTo>
                  <a:lnTo>
                    <a:pt x="1676821" y="204219"/>
                  </a:lnTo>
                  <a:lnTo>
                    <a:pt x="1671274" y="215563"/>
                  </a:lnTo>
                  <a:lnTo>
                    <a:pt x="1665591" y="226910"/>
                  </a:lnTo>
                  <a:lnTo>
                    <a:pt x="1663905" y="230242"/>
                  </a:lnTo>
                  <a:lnTo>
                    <a:pt x="1660027" y="238254"/>
                  </a:lnTo>
                  <a:lnTo>
                    <a:pt x="1654429" y="249601"/>
                  </a:lnTo>
                  <a:lnTo>
                    <a:pt x="1649471" y="259411"/>
                  </a:lnTo>
                  <a:lnTo>
                    <a:pt x="1648729" y="260945"/>
                  </a:lnTo>
                  <a:lnTo>
                    <a:pt x="1643216" y="272292"/>
                  </a:lnTo>
                  <a:lnTo>
                    <a:pt x="1637550" y="283636"/>
                  </a:lnTo>
                  <a:lnTo>
                    <a:pt x="1635038" y="288597"/>
                  </a:lnTo>
                  <a:lnTo>
                    <a:pt x="1631952" y="294983"/>
                  </a:lnTo>
                  <a:lnTo>
                    <a:pt x="1626371" y="306327"/>
                  </a:lnTo>
                  <a:lnTo>
                    <a:pt x="1620654" y="317674"/>
                  </a:lnTo>
                  <a:lnTo>
                    <a:pt x="1620604" y="317756"/>
                  </a:lnTo>
                  <a:lnTo>
                    <a:pt x="1615141" y="329018"/>
                  </a:lnTo>
                  <a:lnTo>
                    <a:pt x="1609509" y="340365"/>
                  </a:lnTo>
                  <a:lnTo>
                    <a:pt x="1606170" y="346951"/>
                  </a:lnTo>
                  <a:lnTo>
                    <a:pt x="1603877" y="351709"/>
                  </a:lnTo>
                  <a:lnTo>
                    <a:pt x="1598312" y="363056"/>
                  </a:lnTo>
                  <a:lnTo>
                    <a:pt x="1592613" y="374400"/>
                  </a:lnTo>
                  <a:lnTo>
                    <a:pt x="1591736" y="376119"/>
                  </a:lnTo>
                  <a:lnTo>
                    <a:pt x="1587082" y="385747"/>
                  </a:lnTo>
                  <a:lnTo>
                    <a:pt x="1581451" y="397091"/>
                  </a:lnTo>
                  <a:lnTo>
                    <a:pt x="1577302" y="405300"/>
                  </a:lnTo>
                  <a:lnTo>
                    <a:pt x="1575785" y="408438"/>
                  </a:lnTo>
                  <a:lnTo>
                    <a:pt x="1570254" y="419782"/>
                  </a:lnTo>
                  <a:lnTo>
                    <a:pt x="1564572" y="431129"/>
                  </a:lnTo>
                  <a:lnTo>
                    <a:pt x="1562869" y="434477"/>
                  </a:lnTo>
                  <a:lnTo>
                    <a:pt x="1559007" y="442473"/>
                  </a:lnTo>
                  <a:lnTo>
                    <a:pt x="1553409" y="453818"/>
                  </a:lnTo>
                  <a:lnTo>
                    <a:pt x="1548435" y="463645"/>
                  </a:lnTo>
                  <a:lnTo>
                    <a:pt x="1547710" y="465164"/>
                  </a:lnTo>
                  <a:lnTo>
                    <a:pt x="1542196" y="476509"/>
                  </a:lnTo>
                  <a:lnTo>
                    <a:pt x="1536531" y="487855"/>
                  </a:lnTo>
                  <a:lnTo>
                    <a:pt x="1534001" y="492833"/>
                  </a:lnTo>
                  <a:lnTo>
                    <a:pt x="1530932" y="499200"/>
                  </a:lnTo>
                  <a:lnTo>
                    <a:pt x="1525351" y="510546"/>
                  </a:lnTo>
                  <a:lnTo>
                    <a:pt x="1519618" y="521891"/>
                  </a:lnTo>
                  <a:lnTo>
                    <a:pt x="1519567" y="521991"/>
                  </a:lnTo>
                  <a:lnTo>
                    <a:pt x="1514121" y="533237"/>
                  </a:lnTo>
                  <a:lnTo>
                    <a:pt x="1508489" y="544582"/>
                  </a:lnTo>
                  <a:lnTo>
                    <a:pt x="1505134" y="551185"/>
                  </a:lnTo>
                  <a:lnTo>
                    <a:pt x="1502858" y="555928"/>
                  </a:lnTo>
                  <a:lnTo>
                    <a:pt x="1497293" y="567273"/>
                  </a:lnTo>
                  <a:lnTo>
                    <a:pt x="1491594" y="578619"/>
                  </a:lnTo>
                  <a:lnTo>
                    <a:pt x="1490700" y="580353"/>
                  </a:lnTo>
                  <a:lnTo>
                    <a:pt x="1486063" y="589964"/>
                  </a:lnTo>
                  <a:lnTo>
                    <a:pt x="1480448" y="601310"/>
                  </a:lnTo>
                  <a:lnTo>
                    <a:pt x="1476266" y="609536"/>
                  </a:lnTo>
                  <a:lnTo>
                    <a:pt x="1474766" y="612655"/>
                  </a:lnTo>
                  <a:lnTo>
                    <a:pt x="1469235" y="624001"/>
                  </a:lnTo>
                  <a:lnTo>
                    <a:pt x="1463552" y="635346"/>
                  </a:lnTo>
                  <a:lnTo>
                    <a:pt x="1461832" y="638713"/>
                  </a:lnTo>
                  <a:lnTo>
                    <a:pt x="1457988" y="646692"/>
                  </a:lnTo>
                  <a:lnTo>
                    <a:pt x="1452390" y="658037"/>
                  </a:lnTo>
                  <a:lnTo>
                    <a:pt x="1447399" y="667881"/>
                  </a:lnTo>
                  <a:lnTo>
                    <a:pt x="1446691" y="669383"/>
                  </a:lnTo>
                  <a:lnTo>
                    <a:pt x="1441177" y="680728"/>
                  </a:lnTo>
                  <a:lnTo>
                    <a:pt x="1435511" y="692074"/>
                  </a:lnTo>
                  <a:lnTo>
                    <a:pt x="1432965" y="697069"/>
                  </a:lnTo>
                  <a:lnTo>
                    <a:pt x="1429913" y="703419"/>
                  </a:lnTo>
                  <a:lnTo>
                    <a:pt x="1424349" y="714764"/>
                  </a:lnTo>
                  <a:lnTo>
                    <a:pt x="1418599" y="726110"/>
                  </a:lnTo>
                  <a:lnTo>
                    <a:pt x="1418531" y="726223"/>
                  </a:lnTo>
                  <a:lnTo>
                    <a:pt x="1413119" y="737455"/>
                  </a:lnTo>
                  <a:lnTo>
                    <a:pt x="1407470" y="748801"/>
                  </a:lnTo>
                  <a:lnTo>
                    <a:pt x="1404097" y="755423"/>
                  </a:lnTo>
                  <a:lnTo>
                    <a:pt x="1401838" y="760146"/>
                  </a:lnTo>
                  <a:lnTo>
                    <a:pt x="1396290" y="771492"/>
                  </a:lnTo>
                  <a:lnTo>
                    <a:pt x="1390557" y="782837"/>
                  </a:lnTo>
                  <a:lnTo>
                    <a:pt x="1389664" y="784589"/>
                  </a:lnTo>
                  <a:lnTo>
                    <a:pt x="1385044" y="794183"/>
                  </a:lnTo>
                  <a:lnTo>
                    <a:pt x="1379429" y="805528"/>
                  </a:lnTo>
                  <a:lnTo>
                    <a:pt x="1375230" y="813772"/>
                  </a:lnTo>
                  <a:lnTo>
                    <a:pt x="1373746" y="816874"/>
                  </a:lnTo>
                  <a:lnTo>
                    <a:pt x="1368232" y="828219"/>
                  </a:lnTo>
                  <a:lnTo>
                    <a:pt x="1362533" y="839565"/>
                  </a:lnTo>
                  <a:lnTo>
                    <a:pt x="1360796" y="842949"/>
                  </a:lnTo>
                  <a:lnTo>
                    <a:pt x="1356986" y="850910"/>
                  </a:lnTo>
                  <a:lnTo>
                    <a:pt x="1351387" y="862256"/>
                  </a:lnTo>
                  <a:lnTo>
                    <a:pt x="1346362" y="872115"/>
                  </a:lnTo>
                  <a:lnTo>
                    <a:pt x="1345654" y="873601"/>
                  </a:lnTo>
                  <a:lnTo>
                    <a:pt x="1340174" y="884947"/>
                  </a:lnTo>
                  <a:lnTo>
                    <a:pt x="1334492" y="896292"/>
                  </a:lnTo>
                  <a:lnTo>
                    <a:pt x="1331929" y="901307"/>
                  </a:lnTo>
                  <a:lnTo>
                    <a:pt x="1328894" y="907638"/>
                  </a:lnTo>
                  <a:lnTo>
                    <a:pt x="1323346" y="918983"/>
                  </a:lnTo>
                  <a:lnTo>
                    <a:pt x="1317562" y="930329"/>
                  </a:lnTo>
                  <a:lnTo>
                    <a:pt x="1317495" y="930457"/>
                  </a:lnTo>
                  <a:lnTo>
                    <a:pt x="1312116" y="941674"/>
                  </a:lnTo>
                  <a:lnTo>
                    <a:pt x="1306467" y="953020"/>
                  </a:lnTo>
                  <a:lnTo>
                    <a:pt x="1303061" y="959659"/>
                  </a:lnTo>
                  <a:lnTo>
                    <a:pt x="1300819" y="964365"/>
                  </a:lnTo>
                  <a:lnTo>
                    <a:pt x="1295288" y="975711"/>
                  </a:lnTo>
                  <a:lnTo>
                    <a:pt x="1289538" y="987056"/>
                  </a:lnTo>
                  <a:lnTo>
                    <a:pt x="1288644" y="988823"/>
                  </a:lnTo>
                  <a:lnTo>
                    <a:pt x="1284041" y="998401"/>
                  </a:lnTo>
                  <a:lnTo>
                    <a:pt x="1278426" y="1009747"/>
                  </a:lnTo>
                  <a:lnTo>
                    <a:pt x="1274210" y="1018007"/>
                  </a:lnTo>
                  <a:lnTo>
                    <a:pt x="1272727" y="1021092"/>
                  </a:lnTo>
                  <a:lnTo>
                    <a:pt x="1267230" y="1032438"/>
                  </a:lnTo>
                  <a:lnTo>
                    <a:pt x="1261514" y="1043783"/>
                  </a:lnTo>
                  <a:lnTo>
                    <a:pt x="1259777" y="1047187"/>
                  </a:lnTo>
                  <a:lnTo>
                    <a:pt x="1255966" y="1055129"/>
                  </a:lnTo>
                  <a:lnTo>
                    <a:pt x="1250385" y="1066474"/>
                  </a:lnTo>
                  <a:lnTo>
                    <a:pt x="1245343" y="1076351"/>
                  </a:lnTo>
                  <a:lnTo>
                    <a:pt x="1244635" y="1077820"/>
                  </a:lnTo>
                  <a:lnTo>
                    <a:pt x="1239172" y="1089165"/>
                  </a:lnTo>
                  <a:lnTo>
                    <a:pt x="1233489" y="1100511"/>
                  </a:lnTo>
                  <a:lnTo>
                    <a:pt x="1230909" y="1105544"/>
                  </a:lnTo>
                  <a:lnTo>
                    <a:pt x="1227891" y="1111856"/>
                  </a:lnTo>
                  <a:lnTo>
                    <a:pt x="1222344" y="1123202"/>
                  </a:lnTo>
                  <a:lnTo>
                    <a:pt x="1216543" y="1134547"/>
                  </a:lnTo>
                  <a:lnTo>
                    <a:pt x="1216475" y="1134692"/>
                  </a:lnTo>
                  <a:lnTo>
                    <a:pt x="1211114" y="1145893"/>
                  </a:lnTo>
                  <a:lnTo>
                    <a:pt x="1205465" y="1157238"/>
                  </a:lnTo>
                  <a:lnTo>
                    <a:pt x="1202042" y="1163898"/>
                  </a:lnTo>
                  <a:lnTo>
                    <a:pt x="1199816" y="1168584"/>
                  </a:lnTo>
                  <a:lnTo>
                    <a:pt x="1194302" y="1179929"/>
                  </a:lnTo>
                  <a:lnTo>
                    <a:pt x="1188519" y="1191275"/>
                  </a:lnTo>
                  <a:lnTo>
                    <a:pt x="1187608" y="1193061"/>
                  </a:lnTo>
                  <a:lnTo>
                    <a:pt x="1183055" y="1202620"/>
                  </a:lnTo>
                  <a:lnTo>
                    <a:pt x="1177424" y="1213966"/>
                  </a:lnTo>
                  <a:lnTo>
                    <a:pt x="1173174" y="1222245"/>
                  </a:lnTo>
                  <a:lnTo>
                    <a:pt x="1171724" y="1225311"/>
                  </a:lnTo>
                  <a:lnTo>
                    <a:pt x="1166244" y="1236657"/>
                  </a:lnTo>
                  <a:lnTo>
                    <a:pt x="1160511" y="1248002"/>
                  </a:lnTo>
                  <a:lnTo>
                    <a:pt x="1158740" y="1251425"/>
                  </a:lnTo>
                  <a:lnTo>
                    <a:pt x="1154980" y="1259346"/>
                  </a:lnTo>
                  <a:lnTo>
                    <a:pt x="1149399" y="1270693"/>
                  </a:lnTo>
                  <a:lnTo>
                    <a:pt x="1144307" y="1280587"/>
                  </a:lnTo>
                  <a:lnTo>
                    <a:pt x="1143615" y="1282037"/>
                  </a:lnTo>
                  <a:lnTo>
                    <a:pt x="1138186" y="1293384"/>
                  </a:lnTo>
                  <a:lnTo>
                    <a:pt x="1132487" y="1304728"/>
                  </a:lnTo>
                  <a:lnTo>
                    <a:pt x="1129873" y="1309785"/>
                  </a:lnTo>
                  <a:lnTo>
                    <a:pt x="1126888" y="1316075"/>
                  </a:lnTo>
                  <a:lnTo>
                    <a:pt x="1121358" y="1327419"/>
                  </a:lnTo>
                  <a:lnTo>
                    <a:pt x="1115524" y="1338766"/>
                  </a:lnTo>
                  <a:lnTo>
                    <a:pt x="1115439" y="1338926"/>
                  </a:lnTo>
                  <a:lnTo>
                    <a:pt x="1110128" y="1350110"/>
                  </a:lnTo>
                  <a:lnTo>
                    <a:pt x="1104462" y="1361457"/>
                  </a:lnTo>
                  <a:lnTo>
                    <a:pt x="1101005" y="1368139"/>
                  </a:lnTo>
                  <a:lnTo>
                    <a:pt x="1098814" y="1372801"/>
                  </a:lnTo>
                  <a:lnTo>
                    <a:pt x="1093317" y="1384148"/>
                  </a:lnTo>
                  <a:lnTo>
                    <a:pt x="1087516" y="1395492"/>
                  </a:lnTo>
                  <a:lnTo>
                    <a:pt x="1086572" y="1397298"/>
                  </a:lnTo>
                  <a:lnTo>
                    <a:pt x="1082070" y="1406839"/>
                  </a:lnTo>
                  <a:lnTo>
                    <a:pt x="1076438" y="1418183"/>
                  </a:lnTo>
                  <a:lnTo>
                    <a:pt x="1072138" y="1426486"/>
                  </a:lnTo>
                  <a:lnTo>
                    <a:pt x="1070705" y="1429530"/>
                  </a:lnTo>
                  <a:lnTo>
                    <a:pt x="1065275" y="1440874"/>
                  </a:lnTo>
                  <a:lnTo>
                    <a:pt x="1059508" y="1452221"/>
                  </a:lnTo>
                  <a:lnTo>
                    <a:pt x="1057704" y="1455667"/>
                  </a:lnTo>
                  <a:lnTo>
                    <a:pt x="1053995" y="1463565"/>
                  </a:lnTo>
                  <a:lnTo>
                    <a:pt x="1048430" y="1474912"/>
                  </a:lnTo>
                  <a:lnTo>
                    <a:pt x="1043270" y="1484825"/>
                  </a:lnTo>
                  <a:lnTo>
                    <a:pt x="1042596" y="1486256"/>
                  </a:lnTo>
                  <a:lnTo>
                    <a:pt x="1037217" y="1497603"/>
                  </a:lnTo>
                  <a:lnTo>
                    <a:pt x="1031501" y="1508947"/>
                  </a:lnTo>
                  <a:lnTo>
                    <a:pt x="1028837" y="1514030"/>
                  </a:lnTo>
                  <a:lnTo>
                    <a:pt x="1025903" y="1520292"/>
                  </a:lnTo>
                  <a:lnTo>
                    <a:pt x="1020389" y="1531638"/>
                  </a:lnTo>
                  <a:lnTo>
                    <a:pt x="1014487" y="1542983"/>
                  </a:lnTo>
                  <a:lnTo>
                    <a:pt x="1014403" y="1543160"/>
                  </a:lnTo>
                  <a:lnTo>
                    <a:pt x="1009159" y="1554329"/>
                  </a:lnTo>
                  <a:lnTo>
                    <a:pt x="1003493" y="1565674"/>
                  </a:lnTo>
                  <a:lnTo>
                    <a:pt x="999969" y="1572383"/>
                  </a:lnTo>
                  <a:lnTo>
                    <a:pt x="997811" y="1577020"/>
                  </a:lnTo>
                  <a:lnTo>
                    <a:pt x="992365" y="1588365"/>
                  </a:lnTo>
                  <a:lnTo>
                    <a:pt x="986513" y="1599711"/>
                  </a:lnTo>
                  <a:lnTo>
                    <a:pt x="985535" y="1601543"/>
                  </a:lnTo>
                  <a:lnTo>
                    <a:pt x="981101" y="1611053"/>
                  </a:lnTo>
                  <a:lnTo>
                    <a:pt x="975486" y="1622401"/>
                  </a:lnTo>
                  <a:lnTo>
                    <a:pt x="971102" y="1630730"/>
                  </a:lnTo>
                  <a:lnTo>
                    <a:pt x="969702" y="1633749"/>
                  </a:lnTo>
                  <a:lnTo>
                    <a:pt x="964340" y="1645097"/>
                  </a:lnTo>
                  <a:lnTo>
                    <a:pt x="958523" y="1656445"/>
                  </a:lnTo>
                  <a:lnTo>
                    <a:pt x="956668" y="1659918"/>
                  </a:lnTo>
                  <a:lnTo>
                    <a:pt x="953026" y="1667776"/>
                  </a:lnTo>
                  <a:lnTo>
                    <a:pt x="947495" y="1679124"/>
                  </a:lnTo>
                  <a:lnTo>
                    <a:pt x="942234" y="1689072"/>
                  </a:lnTo>
                  <a:lnTo>
                    <a:pt x="941594" y="1690472"/>
                  </a:lnTo>
                  <a:lnTo>
                    <a:pt x="936299" y="1701820"/>
                  </a:lnTo>
                  <a:lnTo>
                    <a:pt x="930549" y="1713168"/>
                  </a:lnTo>
                  <a:lnTo>
                    <a:pt x="927800" y="1718277"/>
                  </a:lnTo>
                  <a:lnTo>
                    <a:pt x="924951" y="1724516"/>
                  </a:lnTo>
                  <a:lnTo>
                    <a:pt x="919487" y="1735864"/>
                  </a:lnTo>
                  <a:lnTo>
                    <a:pt x="913468" y="1747195"/>
                  </a:lnTo>
                  <a:lnTo>
                    <a:pt x="913367" y="1747398"/>
                  </a:lnTo>
                  <a:lnTo>
                    <a:pt x="908258" y="1758543"/>
                  </a:lnTo>
                  <a:lnTo>
                    <a:pt x="902575" y="1769891"/>
                  </a:lnTo>
                  <a:lnTo>
                    <a:pt x="898933" y="1776636"/>
                  </a:lnTo>
                  <a:lnTo>
                    <a:pt x="896859" y="1781239"/>
                  </a:lnTo>
                  <a:lnTo>
                    <a:pt x="891480" y="1792587"/>
                  </a:lnTo>
                  <a:lnTo>
                    <a:pt x="885528" y="1803935"/>
                  </a:lnTo>
                  <a:lnTo>
                    <a:pt x="884499" y="1805790"/>
                  </a:lnTo>
                  <a:lnTo>
                    <a:pt x="880199" y="1815267"/>
                  </a:lnTo>
                  <a:lnTo>
                    <a:pt x="874618" y="1826615"/>
                  </a:lnTo>
                  <a:lnTo>
                    <a:pt x="870065" y="1834978"/>
                  </a:lnTo>
                  <a:lnTo>
                    <a:pt x="868733" y="1837963"/>
                  </a:lnTo>
                  <a:lnTo>
                    <a:pt x="863489" y="1849311"/>
                  </a:lnTo>
                  <a:lnTo>
                    <a:pt x="857588" y="1860659"/>
                  </a:lnTo>
                  <a:lnTo>
                    <a:pt x="855632" y="1864183"/>
                  </a:lnTo>
                  <a:lnTo>
                    <a:pt x="852141" y="1872007"/>
                  </a:lnTo>
                  <a:lnTo>
                    <a:pt x="846661" y="1883355"/>
                  </a:lnTo>
                  <a:lnTo>
                    <a:pt x="841198" y="1893303"/>
                  </a:lnTo>
                  <a:lnTo>
                    <a:pt x="840591" y="1894686"/>
                  </a:lnTo>
                  <a:lnTo>
                    <a:pt x="835499" y="1906034"/>
                  </a:lnTo>
                  <a:lnTo>
                    <a:pt x="829681" y="1917382"/>
                  </a:lnTo>
                  <a:lnTo>
                    <a:pt x="826764" y="1922559"/>
                  </a:lnTo>
                  <a:lnTo>
                    <a:pt x="824066" y="1928730"/>
                  </a:lnTo>
                  <a:lnTo>
                    <a:pt x="818738" y="1940078"/>
                  </a:lnTo>
                  <a:lnTo>
                    <a:pt x="812448" y="1951426"/>
                  </a:lnTo>
                  <a:lnTo>
                    <a:pt x="812330" y="1951629"/>
                  </a:lnTo>
                  <a:lnTo>
                    <a:pt x="807491" y="1962774"/>
                  </a:lnTo>
                  <a:lnTo>
                    <a:pt x="801809" y="1974105"/>
                  </a:lnTo>
                  <a:lnTo>
                    <a:pt x="797897" y="1980918"/>
                  </a:lnTo>
                  <a:lnTo>
                    <a:pt x="795974" y="1985453"/>
                  </a:lnTo>
                  <a:lnTo>
                    <a:pt x="790832" y="1996801"/>
                  </a:lnTo>
                  <a:lnTo>
                    <a:pt x="784626" y="2008150"/>
                  </a:lnTo>
                  <a:lnTo>
                    <a:pt x="783463" y="2010072"/>
                  </a:lnTo>
                  <a:lnTo>
                    <a:pt x="779517" y="2019498"/>
                  </a:lnTo>
                  <a:lnTo>
                    <a:pt x="774020" y="2030846"/>
                  </a:lnTo>
                  <a:lnTo>
                    <a:pt x="769029" y="2039277"/>
                  </a:lnTo>
                  <a:lnTo>
                    <a:pt x="767849" y="2042177"/>
                  </a:lnTo>
                  <a:lnTo>
                    <a:pt x="762993" y="2053525"/>
                  </a:lnTo>
                  <a:lnTo>
                    <a:pt x="756889" y="2064873"/>
                  </a:lnTo>
                  <a:lnTo>
                    <a:pt x="754595" y="2068498"/>
                  </a:lnTo>
                  <a:lnTo>
                    <a:pt x="751526" y="2076221"/>
                  </a:lnTo>
                  <a:lnTo>
                    <a:pt x="746350" y="2087569"/>
                  </a:lnTo>
                  <a:lnTo>
                    <a:pt x="740162" y="2097585"/>
                  </a:lnTo>
                  <a:lnTo>
                    <a:pt x="739656" y="2098917"/>
                  </a:lnTo>
                  <a:lnTo>
                    <a:pt x="735238" y="2110265"/>
                  </a:lnTo>
                  <a:lnTo>
                    <a:pt x="729404" y="2121596"/>
                  </a:lnTo>
                  <a:lnTo>
                    <a:pt x="725728" y="2126958"/>
                  </a:lnTo>
                  <a:lnTo>
                    <a:pt x="723553" y="2132944"/>
                  </a:lnTo>
                  <a:lnTo>
                    <a:pt x="718983" y="2144292"/>
                  </a:lnTo>
                  <a:lnTo>
                    <a:pt x="711496" y="2155640"/>
                  </a:lnTo>
                  <a:lnTo>
                    <a:pt x="711294" y="2155893"/>
                  </a:lnTo>
                  <a:lnTo>
                    <a:pt x="707686" y="2166988"/>
                  </a:lnTo>
                  <a:lnTo>
                    <a:pt x="702678" y="2178336"/>
                  </a:lnTo>
                  <a:lnTo>
                    <a:pt x="696860" y="2185469"/>
                  </a:lnTo>
                  <a:lnTo>
                    <a:pt x="695511" y="2189668"/>
                  </a:lnTo>
                  <a:lnTo>
                    <a:pt x="692476" y="2201016"/>
                  </a:lnTo>
                  <a:lnTo>
                    <a:pt x="685394" y="2212364"/>
                  </a:lnTo>
                  <a:lnTo>
                    <a:pt x="682427" y="2214994"/>
                  </a:lnTo>
                  <a:lnTo>
                    <a:pt x="680336" y="2223712"/>
                  </a:lnTo>
                  <a:lnTo>
                    <a:pt x="679122" y="2235060"/>
                  </a:lnTo>
                  <a:lnTo>
                    <a:pt x="667993" y="2244148"/>
                  </a:lnTo>
                  <a:lnTo>
                    <a:pt x="654284" y="2235060"/>
                  </a:lnTo>
                  <a:lnTo>
                    <a:pt x="653559" y="2233171"/>
                  </a:lnTo>
                  <a:lnTo>
                    <a:pt x="646680" y="2223712"/>
                  </a:lnTo>
                  <a:lnTo>
                    <a:pt x="644032" y="2212364"/>
                  </a:lnTo>
                  <a:lnTo>
                    <a:pt x="642110" y="2201016"/>
                  </a:lnTo>
                  <a:lnTo>
                    <a:pt x="640154" y="2189668"/>
                  </a:lnTo>
                  <a:lnTo>
                    <a:pt x="639125" y="2183952"/>
                  </a:lnTo>
                  <a:lnTo>
                    <a:pt x="636360" y="2178336"/>
                  </a:lnTo>
                  <a:lnTo>
                    <a:pt x="632397" y="2166988"/>
                  </a:lnTo>
                  <a:lnTo>
                    <a:pt x="629379" y="2155640"/>
                  </a:lnTo>
                  <a:lnTo>
                    <a:pt x="626782" y="2144292"/>
                  </a:lnTo>
                  <a:lnTo>
                    <a:pt x="624692" y="2134647"/>
                  </a:lnTo>
                  <a:lnTo>
                    <a:pt x="623966" y="2132944"/>
                  </a:lnTo>
                  <a:lnTo>
                    <a:pt x="619835" y="2121596"/>
                  </a:lnTo>
                  <a:lnTo>
                    <a:pt x="616463" y="2110265"/>
                  </a:lnTo>
                  <a:lnTo>
                    <a:pt x="613495" y="2098917"/>
                  </a:lnTo>
                  <a:lnTo>
                    <a:pt x="610781" y="2087569"/>
                  </a:lnTo>
                  <a:lnTo>
                    <a:pt x="610258" y="2085326"/>
                  </a:lnTo>
                  <a:lnTo>
                    <a:pt x="606987" y="2076221"/>
                  </a:lnTo>
                  <a:lnTo>
                    <a:pt x="603429" y="2064873"/>
                  </a:lnTo>
                  <a:lnTo>
                    <a:pt x="600259" y="2053525"/>
                  </a:lnTo>
                  <a:lnTo>
                    <a:pt x="597342" y="2042177"/>
                  </a:lnTo>
                  <a:lnTo>
                    <a:pt x="595824" y="2036005"/>
                  </a:lnTo>
                  <a:lnTo>
                    <a:pt x="594020" y="2030846"/>
                  </a:lnTo>
                  <a:lnTo>
                    <a:pt x="590361" y="2019498"/>
                  </a:lnTo>
                  <a:lnTo>
                    <a:pt x="587039" y="2008150"/>
                  </a:lnTo>
                  <a:lnTo>
                    <a:pt x="583987" y="1996801"/>
                  </a:lnTo>
                  <a:lnTo>
                    <a:pt x="581390" y="1986684"/>
                  </a:lnTo>
                  <a:lnTo>
                    <a:pt x="580969" y="1985453"/>
                  </a:lnTo>
                  <a:lnTo>
                    <a:pt x="577259" y="1974105"/>
                  </a:lnTo>
                  <a:lnTo>
                    <a:pt x="573836" y="1962774"/>
                  </a:lnTo>
                  <a:lnTo>
                    <a:pt x="570666" y="1951426"/>
                  </a:lnTo>
                  <a:lnTo>
                    <a:pt x="567665" y="1940078"/>
                  </a:lnTo>
                  <a:lnTo>
                    <a:pt x="566957" y="1937347"/>
                  </a:lnTo>
                  <a:lnTo>
                    <a:pt x="564124" y="1928730"/>
                  </a:lnTo>
                  <a:lnTo>
                    <a:pt x="560650" y="1917382"/>
                  </a:lnTo>
                  <a:lnTo>
                    <a:pt x="557379" y="1906034"/>
                  </a:lnTo>
                  <a:lnTo>
                    <a:pt x="554276" y="1894686"/>
                  </a:lnTo>
                  <a:lnTo>
                    <a:pt x="552523" y="1888026"/>
                  </a:lnTo>
                  <a:lnTo>
                    <a:pt x="550988" y="1883355"/>
                  </a:lnTo>
                  <a:lnTo>
                    <a:pt x="547448" y="1872007"/>
                  </a:lnTo>
                  <a:lnTo>
                    <a:pt x="544109" y="1860659"/>
                  </a:lnTo>
                  <a:lnTo>
                    <a:pt x="540939" y="1849311"/>
                  </a:lnTo>
                  <a:lnTo>
                    <a:pt x="538089" y="1838705"/>
                  </a:lnTo>
                  <a:lnTo>
                    <a:pt x="537853" y="1837963"/>
                  </a:lnTo>
                  <a:lnTo>
                    <a:pt x="534261" y="1826615"/>
                  </a:lnTo>
                  <a:lnTo>
                    <a:pt x="530872" y="1815267"/>
                  </a:lnTo>
                  <a:lnTo>
                    <a:pt x="527635" y="1803935"/>
                  </a:lnTo>
                  <a:lnTo>
                    <a:pt x="524515" y="1792587"/>
                  </a:lnTo>
                  <a:lnTo>
                    <a:pt x="523655" y="1789384"/>
                  </a:lnTo>
                  <a:lnTo>
                    <a:pt x="521076" y="1781239"/>
                  </a:lnTo>
                  <a:lnTo>
                    <a:pt x="517636" y="1769891"/>
                  </a:lnTo>
                  <a:lnTo>
                    <a:pt x="514331" y="1758543"/>
                  </a:lnTo>
                  <a:lnTo>
                    <a:pt x="511161" y="1747195"/>
                  </a:lnTo>
                  <a:lnTo>
                    <a:pt x="509222" y="1740046"/>
                  </a:lnTo>
                  <a:lnTo>
                    <a:pt x="507889" y="1735864"/>
                  </a:lnTo>
                  <a:lnTo>
                    <a:pt x="504416" y="1724516"/>
                  </a:lnTo>
                  <a:lnTo>
                    <a:pt x="501060" y="1713168"/>
                  </a:lnTo>
                  <a:lnTo>
                    <a:pt x="497840" y="1701820"/>
                  </a:lnTo>
                  <a:lnTo>
                    <a:pt x="494788" y="1690725"/>
                  </a:lnTo>
                  <a:lnTo>
                    <a:pt x="494720" y="1690472"/>
                  </a:lnTo>
                  <a:lnTo>
                    <a:pt x="491196" y="1679124"/>
                  </a:lnTo>
                  <a:lnTo>
                    <a:pt x="487807" y="1667776"/>
                  </a:lnTo>
                  <a:lnTo>
                    <a:pt x="484536" y="1656445"/>
                  </a:lnTo>
                  <a:lnTo>
                    <a:pt x="481366" y="1645097"/>
                  </a:lnTo>
                  <a:lnTo>
                    <a:pt x="480354" y="1641404"/>
                  </a:lnTo>
                  <a:lnTo>
                    <a:pt x="477976" y="1633749"/>
                  </a:lnTo>
                  <a:lnTo>
                    <a:pt x="474553" y="1622401"/>
                  </a:lnTo>
                  <a:lnTo>
                    <a:pt x="471249" y="1611053"/>
                  </a:lnTo>
                  <a:lnTo>
                    <a:pt x="468028" y="1599711"/>
                  </a:lnTo>
                  <a:lnTo>
                    <a:pt x="465920" y="1592076"/>
                  </a:lnTo>
                  <a:lnTo>
                    <a:pt x="464774" y="1588365"/>
                  </a:lnTo>
                  <a:lnTo>
                    <a:pt x="461317" y="1577020"/>
                  </a:lnTo>
                  <a:lnTo>
                    <a:pt x="457961" y="1565674"/>
                  </a:lnTo>
                  <a:lnTo>
                    <a:pt x="454724" y="1554329"/>
                  </a:lnTo>
                  <a:lnTo>
                    <a:pt x="451554" y="1542983"/>
                  </a:lnTo>
                  <a:lnTo>
                    <a:pt x="451487" y="1542754"/>
                  </a:lnTo>
                  <a:lnTo>
                    <a:pt x="448080" y="1531638"/>
                  </a:lnTo>
                  <a:lnTo>
                    <a:pt x="444708" y="1520292"/>
                  </a:lnTo>
                  <a:lnTo>
                    <a:pt x="441420" y="1508947"/>
                  </a:lnTo>
                  <a:lnTo>
                    <a:pt x="438216" y="1497603"/>
                  </a:lnTo>
                  <a:lnTo>
                    <a:pt x="437053" y="1493424"/>
                  </a:lnTo>
                  <a:lnTo>
                    <a:pt x="434861" y="1486256"/>
                  </a:lnTo>
                  <a:lnTo>
                    <a:pt x="431438" y="1474912"/>
                  </a:lnTo>
                  <a:lnTo>
                    <a:pt x="428133" y="1463565"/>
                  </a:lnTo>
                  <a:lnTo>
                    <a:pt x="424895" y="1452221"/>
                  </a:lnTo>
                  <a:lnTo>
                    <a:pt x="422619" y="1444100"/>
                  </a:lnTo>
                  <a:lnTo>
                    <a:pt x="421624" y="1440874"/>
                  </a:lnTo>
                  <a:lnTo>
                    <a:pt x="418201" y="1429530"/>
                  </a:lnTo>
                  <a:lnTo>
                    <a:pt x="414846" y="1418183"/>
                  </a:lnTo>
                  <a:lnTo>
                    <a:pt x="411591" y="1406839"/>
                  </a:lnTo>
                  <a:lnTo>
                    <a:pt x="408388" y="1395492"/>
                  </a:lnTo>
                  <a:lnTo>
                    <a:pt x="408185" y="1394776"/>
                  </a:lnTo>
                  <a:lnTo>
                    <a:pt x="404948" y="1384148"/>
                  </a:lnTo>
                  <a:lnTo>
                    <a:pt x="401576" y="1372801"/>
                  </a:lnTo>
                  <a:lnTo>
                    <a:pt x="398287" y="1361457"/>
                  </a:lnTo>
                  <a:lnTo>
                    <a:pt x="395067" y="1350110"/>
                  </a:lnTo>
                  <a:lnTo>
                    <a:pt x="393768" y="1345448"/>
                  </a:lnTo>
                  <a:lnTo>
                    <a:pt x="391711" y="1338766"/>
                  </a:lnTo>
                  <a:lnTo>
                    <a:pt x="388322" y="1327419"/>
                  </a:lnTo>
                  <a:lnTo>
                    <a:pt x="385000" y="1316075"/>
                  </a:lnTo>
                  <a:lnTo>
                    <a:pt x="381746" y="1304728"/>
                  </a:lnTo>
                  <a:lnTo>
                    <a:pt x="379335" y="1296124"/>
                  </a:lnTo>
                  <a:lnTo>
                    <a:pt x="378492" y="1293384"/>
                  </a:lnTo>
                  <a:lnTo>
                    <a:pt x="375068" y="1282037"/>
                  </a:lnTo>
                  <a:lnTo>
                    <a:pt x="371713" y="1270693"/>
                  </a:lnTo>
                  <a:lnTo>
                    <a:pt x="368442" y="1259346"/>
                  </a:lnTo>
                  <a:lnTo>
                    <a:pt x="365238" y="1248002"/>
                  </a:lnTo>
                  <a:lnTo>
                    <a:pt x="364901" y="1246799"/>
                  </a:lnTo>
                  <a:lnTo>
                    <a:pt x="361815" y="1236657"/>
                  </a:lnTo>
                  <a:lnTo>
                    <a:pt x="358443" y="1225311"/>
                  </a:lnTo>
                  <a:lnTo>
                    <a:pt x="355155" y="1213966"/>
                  </a:lnTo>
                  <a:lnTo>
                    <a:pt x="351917" y="1202620"/>
                  </a:lnTo>
                  <a:lnTo>
                    <a:pt x="350467" y="1197472"/>
                  </a:lnTo>
                  <a:lnTo>
                    <a:pt x="348579" y="1191275"/>
                  </a:lnTo>
                  <a:lnTo>
                    <a:pt x="345189" y="1179929"/>
                  </a:lnTo>
                  <a:lnTo>
                    <a:pt x="341868" y="1168584"/>
                  </a:lnTo>
                  <a:lnTo>
                    <a:pt x="338596" y="1157238"/>
                  </a:lnTo>
                  <a:lnTo>
                    <a:pt x="336033" y="1148147"/>
                  </a:lnTo>
                  <a:lnTo>
                    <a:pt x="335342" y="1145893"/>
                  </a:lnTo>
                  <a:lnTo>
                    <a:pt x="331936" y="1134547"/>
                  </a:lnTo>
                  <a:lnTo>
                    <a:pt x="328580" y="1123202"/>
                  </a:lnTo>
                  <a:lnTo>
                    <a:pt x="325292" y="1111856"/>
                  </a:lnTo>
                  <a:lnTo>
                    <a:pt x="322072" y="1100511"/>
                  </a:lnTo>
                  <a:lnTo>
                    <a:pt x="321600" y="1098821"/>
                  </a:lnTo>
                  <a:lnTo>
                    <a:pt x="318683" y="1089165"/>
                  </a:lnTo>
                  <a:lnTo>
                    <a:pt x="315310" y="1077820"/>
                  </a:lnTo>
                  <a:lnTo>
                    <a:pt x="312005" y="1066474"/>
                  </a:lnTo>
                  <a:lnTo>
                    <a:pt x="308751" y="1055129"/>
                  </a:lnTo>
                  <a:lnTo>
                    <a:pt x="307166" y="1049495"/>
                  </a:lnTo>
                  <a:lnTo>
                    <a:pt x="305429" y="1043783"/>
                  </a:lnTo>
                  <a:lnTo>
                    <a:pt x="302040" y="1032438"/>
                  </a:lnTo>
                  <a:lnTo>
                    <a:pt x="298718" y="1021092"/>
                  </a:lnTo>
                  <a:lnTo>
                    <a:pt x="295447" y="1009747"/>
                  </a:lnTo>
                  <a:lnTo>
                    <a:pt x="292732" y="1000171"/>
                  </a:lnTo>
                  <a:lnTo>
                    <a:pt x="292193" y="998401"/>
                  </a:lnTo>
                  <a:lnTo>
                    <a:pt x="288786" y="987056"/>
                  </a:lnTo>
                  <a:lnTo>
                    <a:pt x="285448" y="975711"/>
                  </a:lnTo>
                  <a:lnTo>
                    <a:pt x="282143" y="964365"/>
                  </a:lnTo>
                  <a:lnTo>
                    <a:pt x="278905" y="953020"/>
                  </a:lnTo>
                  <a:lnTo>
                    <a:pt x="278298" y="950845"/>
                  </a:lnTo>
                  <a:lnTo>
                    <a:pt x="275533" y="941674"/>
                  </a:lnTo>
                  <a:lnTo>
                    <a:pt x="272161" y="930329"/>
                  </a:lnTo>
                  <a:lnTo>
                    <a:pt x="268856" y="918983"/>
                  </a:lnTo>
                  <a:lnTo>
                    <a:pt x="265601" y="907638"/>
                  </a:lnTo>
                  <a:lnTo>
                    <a:pt x="263865" y="901519"/>
                  </a:lnTo>
                  <a:lnTo>
                    <a:pt x="262280" y="896292"/>
                  </a:lnTo>
                  <a:lnTo>
                    <a:pt x="258907" y="884947"/>
                  </a:lnTo>
                  <a:lnTo>
                    <a:pt x="255569" y="873601"/>
                  </a:lnTo>
                  <a:lnTo>
                    <a:pt x="252297" y="862256"/>
                  </a:lnTo>
                  <a:lnTo>
                    <a:pt x="249431" y="852195"/>
                  </a:lnTo>
                  <a:lnTo>
                    <a:pt x="249043" y="850910"/>
                  </a:lnTo>
                  <a:lnTo>
                    <a:pt x="245637" y="839565"/>
                  </a:lnTo>
                  <a:lnTo>
                    <a:pt x="242298" y="828219"/>
                  </a:lnTo>
                  <a:lnTo>
                    <a:pt x="238993" y="816874"/>
                  </a:lnTo>
                  <a:lnTo>
                    <a:pt x="235739" y="805528"/>
                  </a:lnTo>
                  <a:lnTo>
                    <a:pt x="234997" y="802869"/>
                  </a:lnTo>
                  <a:lnTo>
                    <a:pt x="232384" y="794183"/>
                  </a:lnTo>
                  <a:lnTo>
                    <a:pt x="229028" y="782837"/>
                  </a:lnTo>
                  <a:lnTo>
                    <a:pt x="225710" y="771492"/>
                  </a:lnTo>
                  <a:lnTo>
                    <a:pt x="222440" y="760146"/>
                  </a:lnTo>
                  <a:lnTo>
                    <a:pt x="220558" y="753543"/>
                  </a:lnTo>
                  <a:lnTo>
                    <a:pt x="219132" y="748801"/>
                  </a:lnTo>
                  <a:lnTo>
                    <a:pt x="215754" y="737455"/>
                  </a:lnTo>
                  <a:lnTo>
                    <a:pt x="212426" y="726110"/>
                  </a:lnTo>
                  <a:lnTo>
                    <a:pt x="209141" y="714764"/>
                  </a:lnTo>
                  <a:lnTo>
                    <a:pt x="206125" y="704218"/>
                  </a:lnTo>
                  <a:lnTo>
                    <a:pt x="205883" y="703419"/>
                  </a:lnTo>
                  <a:lnTo>
                    <a:pt x="202492" y="692074"/>
                  </a:lnTo>
                  <a:lnTo>
                    <a:pt x="199147" y="680728"/>
                  </a:lnTo>
                  <a:lnTo>
                    <a:pt x="195847" y="669383"/>
                  </a:lnTo>
                  <a:lnTo>
                    <a:pt x="192588" y="658037"/>
                  </a:lnTo>
                  <a:lnTo>
                    <a:pt x="191691" y="654892"/>
                  </a:lnTo>
                  <a:lnTo>
                    <a:pt x="189234" y="646692"/>
                  </a:lnTo>
                  <a:lnTo>
                    <a:pt x="185875" y="635346"/>
                  </a:lnTo>
                  <a:lnTo>
                    <a:pt x="182558" y="624001"/>
                  </a:lnTo>
                  <a:lnTo>
                    <a:pt x="179284" y="612655"/>
                  </a:lnTo>
                  <a:lnTo>
                    <a:pt x="177259" y="605566"/>
                  </a:lnTo>
                  <a:lnTo>
                    <a:pt x="175981" y="601310"/>
                  </a:lnTo>
                  <a:lnTo>
                    <a:pt x="172606" y="589964"/>
                  </a:lnTo>
                  <a:lnTo>
                    <a:pt x="169276" y="578619"/>
                  </a:lnTo>
                  <a:lnTo>
                    <a:pt x="165987" y="567273"/>
                  </a:lnTo>
                  <a:lnTo>
                    <a:pt x="162825" y="556242"/>
                  </a:lnTo>
                  <a:lnTo>
                    <a:pt x="162730" y="555928"/>
                  </a:lnTo>
                  <a:lnTo>
                    <a:pt x="159343" y="544582"/>
                  </a:lnTo>
                  <a:lnTo>
                    <a:pt x="155998" y="533237"/>
                  </a:lnTo>
                  <a:lnTo>
                    <a:pt x="152694" y="521891"/>
                  </a:lnTo>
                  <a:lnTo>
                    <a:pt x="149428" y="510546"/>
                  </a:lnTo>
                  <a:lnTo>
                    <a:pt x="148391" y="506916"/>
                  </a:lnTo>
                  <a:lnTo>
                    <a:pt x="146083" y="499200"/>
                  </a:lnTo>
                  <a:lnTo>
                    <a:pt x="142726" y="487855"/>
                  </a:lnTo>
                  <a:lnTo>
                    <a:pt x="139407" y="476509"/>
                  </a:lnTo>
                  <a:lnTo>
                    <a:pt x="136128" y="465164"/>
                  </a:lnTo>
                  <a:lnTo>
                    <a:pt x="133957" y="457590"/>
                  </a:lnTo>
                  <a:lnTo>
                    <a:pt x="132828" y="453818"/>
                  </a:lnTo>
                  <a:lnTo>
                    <a:pt x="129457" y="442473"/>
                  </a:lnTo>
                  <a:lnTo>
                    <a:pt x="126125" y="431129"/>
                  </a:lnTo>
                  <a:lnTo>
                    <a:pt x="122830" y="419782"/>
                  </a:lnTo>
                  <a:lnTo>
                    <a:pt x="119573" y="408438"/>
                  </a:lnTo>
                  <a:lnTo>
                    <a:pt x="119524" y="408266"/>
                  </a:lnTo>
                  <a:lnTo>
                    <a:pt x="116192" y="397091"/>
                  </a:lnTo>
                  <a:lnTo>
                    <a:pt x="112848" y="385747"/>
                  </a:lnTo>
                  <a:lnTo>
                    <a:pt x="109540" y="374400"/>
                  </a:lnTo>
                  <a:lnTo>
                    <a:pt x="106269" y="363056"/>
                  </a:lnTo>
                  <a:lnTo>
                    <a:pt x="105090" y="358938"/>
                  </a:lnTo>
                  <a:lnTo>
                    <a:pt x="102932" y="351709"/>
                  </a:lnTo>
                  <a:lnTo>
                    <a:pt x="99574" y="340365"/>
                  </a:lnTo>
                  <a:lnTo>
                    <a:pt x="96254" y="329018"/>
                  </a:lnTo>
                  <a:lnTo>
                    <a:pt x="92970" y="317674"/>
                  </a:lnTo>
                  <a:lnTo>
                    <a:pt x="90658" y="309614"/>
                  </a:lnTo>
                  <a:lnTo>
                    <a:pt x="89675" y="306327"/>
                  </a:lnTo>
                  <a:lnTo>
                    <a:pt x="86306" y="294983"/>
                  </a:lnTo>
                  <a:lnTo>
                    <a:pt x="82972" y="283636"/>
                  </a:lnTo>
                  <a:lnTo>
                    <a:pt x="79676" y="272292"/>
                  </a:lnTo>
                  <a:lnTo>
                    <a:pt x="76411" y="260945"/>
                  </a:lnTo>
                  <a:lnTo>
                    <a:pt x="76224" y="260288"/>
                  </a:lnTo>
                  <a:lnTo>
                    <a:pt x="73041" y="249601"/>
                  </a:lnTo>
                  <a:lnTo>
                    <a:pt x="69695" y="238254"/>
                  </a:lnTo>
                  <a:lnTo>
                    <a:pt x="66387" y="226910"/>
                  </a:lnTo>
                  <a:lnTo>
                    <a:pt x="63109" y="215563"/>
                  </a:lnTo>
                  <a:lnTo>
                    <a:pt x="61790" y="210962"/>
                  </a:lnTo>
                  <a:lnTo>
                    <a:pt x="59779" y="204219"/>
                  </a:lnTo>
                  <a:lnTo>
                    <a:pt x="56423" y="192872"/>
                  </a:lnTo>
                  <a:lnTo>
                    <a:pt x="53101" y="181528"/>
                  </a:lnTo>
                  <a:lnTo>
                    <a:pt x="49812" y="170183"/>
                  </a:lnTo>
                  <a:lnTo>
                    <a:pt x="47357" y="161637"/>
                  </a:lnTo>
                  <a:lnTo>
                    <a:pt x="46520" y="158837"/>
                  </a:lnTo>
                  <a:lnTo>
                    <a:pt x="43153" y="147492"/>
                  </a:lnTo>
                  <a:lnTo>
                    <a:pt x="39821" y="136146"/>
                  </a:lnTo>
                  <a:lnTo>
                    <a:pt x="36519" y="124801"/>
                  </a:lnTo>
                  <a:lnTo>
                    <a:pt x="33250" y="113455"/>
                  </a:lnTo>
                  <a:lnTo>
                    <a:pt x="32923" y="112311"/>
                  </a:lnTo>
                  <a:lnTo>
                    <a:pt x="29888" y="102110"/>
                  </a:lnTo>
                  <a:lnTo>
                    <a:pt x="26544" y="90764"/>
                  </a:lnTo>
                  <a:lnTo>
                    <a:pt x="23232" y="79418"/>
                  </a:lnTo>
                  <a:lnTo>
                    <a:pt x="19951" y="68073"/>
                  </a:lnTo>
                  <a:lnTo>
                    <a:pt x="18489" y="62985"/>
                  </a:lnTo>
                  <a:lnTo>
                    <a:pt x="16624" y="56727"/>
                  </a:lnTo>
                  <a:lnTo>
                    <a:pt x="13270" y="45382"/>
                  </a:lnTo>
                  <a:lnTo>
                    <a:pt x="9947" y="34037"/>
                  </a:lnTo>
                  <a:lnTo>
                    <a:pt x="6655" y="22691"/>
                  </a:lnTo>
                  <a:lnTo>
                    <a:pt x="4055" y="13660"/>
                  </a:lnTo>
                  <a:lnTo>
                    <a:pt x="3366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825CC9D4-EC6C-79E5-9A90-D590B2482E07}"/>
                </a:ext>
              </a:extLst>
            </p:cNvPr>
            <p:cNvSpPr/>
            <p:nvPr/>
          </p:nvSpPr>
          <p:spPr>
            <a:xfrm>
              <a:off x="8373890" y="4432008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C1D86801-3488-F4CD-0E57-47BAE50A5AEF}"/>
              </a:ext>
            </a:extLst>
          </p:cNvPr>
          <p:cNvGrpSpPr/>
          <p:nvPr/>
        </p:nvGrpSpPr>
        <p:grpSpPr>
          <a:xfrm>
            <a:off x="6391751" y="2521084"/>
            <a:ext cx="2103544" cy="2241450"/>
            <a:chOff x="6391751" y="2521084"/>
            <a:chExt cx="2103544" cy="2241450"/>
          </a:xfrm>
        </p:grpSpPr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3995F955-9C61-C905-78A4-3CE4C5EF85D7}"/>
                </a:ext>
              </a:extLst>
            </p:cNvPr>
            <p:cNvSpPr/>
            <p:nvPr/>
          </p:nvSpPr>
          <p:spPr>
            <a:xfrm>
              <a:off x="6391751" y="2521084"/>
              <a:ext cx="1425916" cy="2241450"/>
            </a:xfrm>
            <a:custGeom>
              <a:avLst/>
              <a:gdLst>
                <a:gd name="csX0" fmla="*/ 0 w 1425916"/>
                <a:gd name="csY0" fmla="*/ 0 h 2241450"/>
                <a:gd name="csX1" fmla="*/ 2322 w 1425916"/>
                <a:gd name="csY1" fmla="*/ 11346 h 2241450"/>
                <a:gd name="csX2" fmla="*/ 3192 w 1425916"/>
                <a:gd name="csY2" fmla="*/ 15580 h 2241450"/>
                <a:gd name="csX3" fmla="*/ 4617 w 1425916"/>
                <a:gd name="csY3" fmla="*/ 22691 h 2241450"/>
                <a:gd name="csX4" fmla="*/ 6898 w 1425916"/>
                <a:gd name="csY4" fmla="*/ 34037 h 2241450"/>
                <a:gd name="csX5" fmla="*/ 9188 w 1425916"/>
                <a:gd name="csY5" fmla="*/ 45382 h 2241450"/>
                <a:gd name="csX6" fmla="*/ 11488 w 1425916"/>
                <a:gd name="csY6" fmla="*/ 56727 h 2241450"/>
                <a:gd name="csX7" fmla="*/ 13798 w 1425916"/>
                <a:gd name="csY7" fmla="*/ 68073 h 2241450"/>
                <a:gd name="csX8" fmla="*/ 16117 w 1425916"/>
                <a:gd name="csY8" fmla="*/ 79418 h 2241450"/>
                <a:gd name="csX9" fmla="*/ 17626 w 1425916"/>
                <a:gd name="csY9" fmla="*/ 86767 h 2241450"/>
                <a:gd name="csX10" fmla="*/ 18425 w 1425916"/>
                <a:gd name="csY10" fmla="*/ 90764 h 2241450"/>
                <a:gd name="csX11" fmla="*/ 20703 w 1425916"/>
                <a:gd name="csY11" fmla="*/ 102110 h 2241450"/>
                <a:gd name="csX12" fmla="*/ 22991 w 1425916"/>
                <a:gd name="csY12" fmla="*/ 113455 h 2241450"/>
                <a:gd name="csX13" fmla="*/ 25286 w 1425916"/>
                <a:gd name="csY13" fmla="*/ 124801 h 2241450"/>
                <a:gd name="csX14" fmla="*/ 27596 w 1425916"/>
                <a:gd name="csY14" fmla="*/ 136146 h 2241450"/>
                <a:gd name="csX15" fmla="*/ 29906 w 1425916"/>
                <a:gd name="csY15" fmla="*/ 147492 h 2241450"/>
                <a:gd name="csX16" fmla="*/ 32065 w 1425916"/>
                <a:gd name="csY16" fmla="*/ 157960 h 2241450"/>
                <a:gd name="csX17" fmla="*/ 32233 w 1425916"/>
                <a:gd name="csY17" fmla="*/ 158837 h 2241450"/>
                <a:gd name="csX18" fmla="*/ 34509 w 1425916"/>
                <a:gd name="csY18" fmla="*/ 170183 h 2241450"/>
                <a:gd name="csX19" fmla="*/ 36803 w 1425916"/>
                <a:gd name="csY19" fmla="*/ 181528 h 2241450"/>
                <a:gd name="csX20" fmla="*/ 39096 w 1425916"/>
                <a:gd name="csY20" fmla="*/ 192872 h 2241450"/>
                <a:gd name="csX21" fmla="*/ 41389 w 1425916"/>
                <a:gd name="csY21" fmla="*/ 204219 h 2241450"/>
                <a:gd name="csX22" fmla="*/ 43699 w 1425916"/>
                <a:gd name="csY22" fmla="*/ 215563 h 2241450"/>
                <a:gd name="csX23" fmla="*/ 46026 w 1425916"/>
                <a:gd name="csY23" fmla="*/ 226910 h 2241450"/>
                <a:gd name="csX24" fmla="*/ 46498 w 1425916"/>
                <a:gd name="csY24" fmla="*/ 229144 h 2241450"/>
                <a:gd name="csX25" fmla="*/ 48319 w 1425916"/>
                <a:gd name="csY25" fmla="*/ 238254 h 2241450"/>
                <a:gd name="csX26" fmla="*/ 50596 w 1425916"/>
                <a:gd name="csY26" fmla="*/ 249601 h 2241450"/>
                <a:gd name="csX27" fmla="*/ 52889 w 1425916"/>
                <a:gd name="csY27" fmla="*/ 260945 h 2241450"/>
                <a:gd name="csX28" fmla="*/ 55199 w 1425916"/>
                <a:gd name="csY28" fmla="*/ 272292 h 2241450"/>
                <a:gd name="csX29" fmla="*/ 57509 w 1425916"/>
                <a:gd name="csY29" fmla="*/ 283636 h 2241450"/>
                <a:gd name="csX30" fmla="*/ 59819 w 1425916"/>
                <a:gd name="csY30" fmla="*/ 294983 h 2241450"/>
                <a:gd name="csX31" fmla="*/ 60932 w 1425916"/>
                <a:gd name="csY31" fmla="*/ 300326 h 2241450"/>
                <a:gd name="csX32" fmla="*/ 62129 w 1425916"/>
                <a:gd name="csY32" fmla="*/ 306327 h 2241450"/>
                <a:gd name="csX33" fmla="*/ 64406 w 1425916"/>
                <a:gd name="csY33" fmla="*/ 317674 h 2241450"/>
                <a:gd name="csX34" fmla="*/ 66699 w 1425916"/>
                <a:gd name="csY34" fmla="*/ 329018 h 2241450"/>
                <a:gd name="csX35" fmla="*/ 68992 w 1425916"/>
                <a:gd name="csY35" fmla="*/ 340365 h 2241450"/>
                <a:gd name="csX36" fmla="*/ 71302 w 1425916"/>
                <a:gd name="csY36" fmla="*/ 351709 h 2241450"/>
                <a:gd name="csX37" fmla="*/ 73612 w 1425916"/>
                <a:gd name="csY37" fmla="*/ 363056 h 2241450"/>
                <a:gd name="csX38" fmla="*/ 75366 w 1425916"/>
                <a:gd name="csY38" fmla="*/ 371515 h 2241450"/>
                <a:gd name="csX39" fmla="*/ 75939 w 1425916"/>
                <a:gd name="csY39" fmla="*/ 374400 h 2241450"/>
                <a:gd name="csX40" fmla="*/ 78215 w 1425916"/>
                <a:gd name="csY40" fmla="*/ 385747 h 2241450"/>
                <a:gd name="csX41" fmla="*/ 80492 w 1425916"/>
                <a:gd name="csY41" fmla="*/ 397091 h 2241450"/>
                <a:gd name="csX42" fmla="*/ 82785 w 1425916"/>
                <a:gd name="csY42" fmla="*/ 408438 h 2241450"/>
                <a:gd name="csX43" fmla="*/ 85095 w 1425916"/>
                <a:gd name="csY43" fmla="*/ 419782 h 2241450"/>
                <a:gd name="csX44" fmla="*/ 87422 w 1425916"/>
                <a:gd name="csY44" fmla="*/ 431129 h 2241450"/>
                <a:gd name="csX45" fmla="*/ 89749 w 1425916"/>
                <a:gd name="csY45" fmla="*/ 442473 h 2241450"/>
                <a:gd name="csX46" fmla="*/ 89800 w 1425916"/>
                <a:gd name="csY46" fmla="*/ 442709 h 2241450"/>
                <a:gd name="csX47" fmla="*/ 92009 w 1425916"/>
                <a:gd name="csY47" fmla="*/ 453818 h 2241450"/>
                <a:gd name="csX48" fmla="*/ 94302 w 1425916"/>
                <a:gd name="csY48" fmla="*/ 465164 h 2241450"/>
                <a:gd name="csX49" fmla="*/ 96595 w 1425916"/>
                <a:gd name="csY49" fmla="*/ 476509 h 2241450"/>
                <a:gd name="csX50" fmla="*/ 98888 w 1425916"/>
                <a:gd name="csY50" fmla="*/ 487855 h 2241450"/>
                <a:gd name="csX51" fmla="*/ 101215 w 1425916"/>
                <a:gd name="csY51" fmla="*/ 499200 h 2241450"/>
                <a:gd name="csX52" fmla="*/ 103542 w 1425916"/>
                <a:gd name="csY52" fmla="*/ 510546 h 2241450"/>
                <a:gd name="csX53" fmla="*/ 104233 w 1425916"/>
                <a:gd name="csY53" fmla="*/ 513887 h 2241450"/>
                <a:gd name="csX54" fmla="*/ 105818 w 1425916"/>
                <a:gd name="csY54" fmla="*/ 521891 h 2241450"/>
                <a:gd name="csX55" fmla="*/ 108095 w 1425916"/>
                <a:gd name="csY55" fmla="*/ 533237 h 2241450"/>
                <a:gd name="csX56" fmla="*/ 110388 w 1425916"/>
                <a:gd name="csY56" fmla="*/ 544582 h 2241450"/>
                <a:gd name="csX57" fmla="*/ 112698 w 1425916"/>
                <a:gd name="csY57" fmla="*/ 555928 h 2241450"/>
                <a:gd name="csX58" fmla="*/ 115008 w 1425916"/>
                <a:gd name="csY58" fmla="*/ 567273 h 2241450"/>
                <a:gd name="csX59" fmla="*/ 117335 w 1425916"/>
                <a:gd name="csY59" fmla="*/ 578619 h 2241450"/>
                <a:gd name="csX60" fmla="*/ 118667 w 1425916"/>
                <a:gd name="csY60" fmla="*/ 585072 h 2241450"/>
                <a:gd name="csX61" fmla="*/ 119628 w 1425916"/>
                <a:gd name="csY61" fmla="*/ 589964 h 2241450"/>
                <a:gd name="csX62" fmla="*/ 121905 w 1425916"/>
                <a:gd name="csY62" fmla="*/ 601310 h 2241450"/>
                <a:gd name="csX63" fmla="*/ 124198 w 1425916"/>
                <a:gd name="csY63" fmla="*/ 612655 h 2241450"/>
                <a:gd name="csX64" fmla="*/ 126491 w 1425916"/>
                <a:gd name="csY64" fmla="*/ 624001 h 2241450"/>
                <a:gd name="csX65" fmla="*/ 128801 w 1425916"/>
                <a:gd name="csY65" fmla="*/ 635346 h 2241450"/>
                <a:gd name="csX66" fmla="*/ 131128 w 1425916"/>
                <a:gd name="csY66" fmla="*/ 646692 h 2241450"/>
                <a:gd name="csX67" fmla="*/ 133101 w 1425916"/>
                <a:gd name="csY67" fmla="*/ 656263 h 2241450"/>
                <a:gd name="csX68" fmla="*/ 133438 w 1425916"/>
                <a:gd name="csY68" fmla="*/ 658037 h 2241450"/>
                <a:gd name="csX69" fmla="*/ 135714 w 1425916"/>
                <a:gd name="csY69" fmla="*/ 669383 h 2241450"/>
                <a:gd name="csX70" fmla="*/ 137991 w 1425916"/>
                <a:gd name="csY70" fmla="*/ 680728 h 2241450"/>
                <a:gd name="csX71" fmla="*/ 140284 w 1425916"/>
                <a:gd name="csY71" fmla="*/ 692074 h 2241450"/>
                <a:gd name="csX72" fmla="*/ 142594 w 1425916"/>
                <a:gd name="csY72" fmla="*/ 703419 h 2241450"/>
                <a:gd name="csX73" fmla="*/ 144921 w 1425916"/>
                <a:gd name="csY73" fmla="*/ 714764 h 2241450"/>
                <a:gd name="csX74" fmla="*/ 147248 w 1425916"/>
                <a:gd name="csY74" fmla="*/ 726110 h 2241450"/>
                <a:gd name="csX75" fmla="*/ 147535 w 1425916"/>
                <a:gd name="csY75" fmla="*/ 727452 h 2241450"/>
                <a:gd name="csX76" fmla="*/ 149524 w 1425916"/>
                <a:gd name="csY76" fmla="*/ 737455 h 2241450"/>
                <a:gd name="csX77" fmla="*/ 151801 w 1425916"/>
                <a:gd name="csY77" fmla="*/ 748801 h 2241450"/>
                <a:gd name="csX78" fmla="*/ 154094 w 1425916"/>
                <a:gd name="csY78" fmla="*/ 760146 h 2241450"/>
                <a:gd name="csX79" fmla="*/ 156387 w 1425916"/>
                <a:gd name="csY79" fmla="*/ 771492 h 2241450"/>
                <a:gd name="csX80" fmla="*/ 158714 w 1425916"/>
                <a:gd name="csY80" fmla="*/ 782837 h 2241450"/>
                <a:gd name="csX81" fmla="*/ 161041 w 1425916"/>
                <a:gd name="csY81" fmla="*/ 794183 h 2241450"/>
                <a:gd name="csX82" fmla="*/ 161968 w 1425916"/>
                <a:gd name="csY82" fmla="*/ 798631 h 2241450"/>
                <a:gd name="csX83" fmla="*/ 163334 w 1425916"/>
                <a:gd name="csY83" fmla="*/ 805528 h 2241450"/>
                <a:gd name="csX84" fmla="*/ 165610 w 1425916"/>
                <a:gd name="csY84" fmla="*/ 816874 h 2241450"/>
                <a:gd name="csX85" fmla="*/ 167887 w 1425916"/>
                <a:gd name="csY85" fmla="*/ 828219 h 2241450"/>
                <a:gd name="csX86" fmla="*/ 170180 w 1425916"/>
                <a:gd name="csY86" fmla="*/ 839565 h 2241450"/>
                <a:gd name="csX87" fmla="*/ 172507 w 1425916"/>
                <a:gd name="csY87" fmla="*/ 850910 h 2241450"/>
                <a:gd name="csX88" fmla="*/ 174834 w 1425916"/>
                <a:gd name="csY88" fmla="*/ 862256 h 2241450"/>
                <a:gd name="csX89" fmla="*/ 176402 w 1425916"/>
                <a:gd name="csY89" fmla="*/ 869819 h 2241450"/>
                <a:gd name="csX90" fmla="*/ 177144 w 1425916"/>
                <a:gd name="csY90" fmla="*/ 873601 h 2241450"/>
                <a:gd name="csX91" fmla="*/ 179403 w 1425916"/>
                <a:gd name="csY91" fmla="*/ 884947 h 2241450"/>
                <a:gd name="csX92" fmla="*/ 181697 w 1425916"/>
                <a:gd name="csY92" fmla="*/ 896292 h 2241450"/>
                <a:gd name="csX93" fmla="*/ 183990 w 1425916"/>
                <a:gd name="csY93" fmla="*/ 907638 h 2241450"/>
                <a:gd name="csX94" fmla="*/ 186300 w 1425916"/>
                <a:gd name="csY94" fmla="*/ 918983 h 2241450"/>
                <a:gd name="csX95" fmla="*/ 188627 w 1425916"/>
                <a:gd name="csY95" fmla="*/ 930329 h 2241450"/>
                <a:gd name="csX96" fmla="*/ 190836 w 1425916"/>
                <a:gd name="csY96" fmla="*/ 941015 h 2241450"/>
                <a:gd name="csX97" fmla="*/ 190954 w 1425916"/>
                <a:gd name="csY97" fmla="*/ 941674 h 2241450"/>
                <a:gd name="csX98" fmla="*/ 193213 w 1425916"/>
                <a:gd name="csY98" fmla="*/ 953020 h 2241450"/>
                <a:gd name="csX99" fmla="*/ 195490 w 1425916"/>
                <a:gd name="csY99" fmla="*/ 964365 h 2241450"/>
                <a:gd name="csX100" fmla="*/ 197783 w 1425916"/>
                <a:gd name="csY100" fmla="*/ 975711 h 2241450"/>
                <a:gd name="csX101" fmla="*/ 200093 w 1425916"/>
                <a:gd name="csY101" fmla="*/ 987056 h 2241450"/>
                <a:gd name="csX102" fmla="*/ 202403 w 1425916"/>
                <a:gd name="csY102" fmla="*/ 998401 h 2241450"/>
                <a:gd name="csX103" fmla="*/ 204747 w 1425916"/>
                <a:gd name="csY103" fmla="*/ 1009747 h 2241450"/>
                <a:gd name="csX104" fmla="*/ 205253 w 1425916"/>
                <a:gd name="csY104" fmla="*/ 1012193 h 2241450"/>
                <a:gd name="csX105" fmla="*/ 207023 w 1425916"/>
                <a:gd name="csY105" fmla="*/ 1021092 h 2241450"/>
                <a:gd name="csX106" fmla="*/ 209300 w 1425916"/>
                <a:gd name="csY106" fmla="*/ 1032438 h 2241450"/>
                <a:gd name="csX107" fmla="*/ 211576 w 1425916"/>
                <a:gd name="csY107" fmla="*/ 1043783 h 2241450"/>
                <a:gd name="csX108" fmla="*/ 213886 w 1425916"/>
                <a:gd name="csY108" fmla="*/ 1055129 h 2241450"/>
                <a:gd name="csX109" fmla="*/ 216196 w 1425916"/>
                <a:gd name="csY109" fmla="*/ 1066474 h 2241450"/>
                <a:gd name="csX110" fmla="*/ 218540 w 1425916"/>
                <a:gd name="csY110" fmla="*/ 1077820 h 2241450"/>
                <a:gd name="csX111" fmla="*/ 219686 w 1425916"/>
                <a:gd name="csY111" fmla="*/ 1083374 h 2241450"/>
                <a:gd name="csX112" fmla="*/ 220833 w 1425916"/>
                <a:gd name="csY112" fmla="*/ 1089165 h 2241450"/>
                <a:gd name="csX113" fmla="*/ 223109 w 1425916"/>
                <a:gd name="csY113" fmla="*/ 1100511 h 2241450"/>
                <a:gd name="csX114" fmla="*/ 225386 w 1425916"/>
                <a:gd name="csY114" fmla="*/ 1111856 h 2241450"/>
                <a:gd name="csX115" fmla="*/ 227679 w 1425916"/>
                <a:gd name="csY115" fmla="*/ 1123202 h 2241450"/>
                <a:gd name="csX116" fmla="*/ 229989 w 1425916"/>
                <a:gd name="csY116" fmla="*/ 1134547 h 2241450"/>
                <a:gd name="csX117" fmla="*/ 232333 w 1425916"/>
                <a:gd name="csY117" fmla="*/ 1145893 h 2241450"/>
                <a:gd name="csX118" fmla="*/ 234120 w 1425916"/>
                <a:gd name="csY118" fmla="*/ 1154565 h 2241450"/>
                <a:gd name="csX119" fmla="*/ 234660 w 1425916"/>
                <a:gd name="csY119" fmla="*/ 1157238 h 2241450"/>
                <a:gd name="csX120" fmla="*/ 236902 w 1425916"/>
                <a:gd name="csY120" fmla="*/ 1168584 h 2241450"/>
                <a:gd name="csX121" fmla="*/ 239179 w 1425916"/>
                <a:gd name="csY121" fmla="*/ 1179929 h 2241450"/>
                <a:gd name="csX122" fmla="*/ 241472 w 1425916"/>
                <a:gd name="csY122" fmla="*/ 1191275 h 2241450"/>
                <a:gd name="csX123" fmla="*/ 243782 w 1425916"/>
                <a:gd name="csY123" fmla="*/ 1202620 h 2241450"/>
                <a:gd name="csX124" fmla="*/ 246109 w 1425916"/>
                <a:gd name="csY124" fmla="*/ 1213966 h 2241450"/>
                <a:gd name="csX125" fmla="*/ 248470 w 1425916"/>
                <a:gd name="csY125" fmla="*/ 1225311 h 2241450"/>
                <a:gd name="csX126" fmla="*/ 248554 w 1425916"/>
                <a:gd name="csY126" fmla="*/ 1225763 h 2241450"/>
                <a:gd name="csX127" fmla="*/ 250712 w 1425916"/>
                <a:gd name="csY127" fmla="*/ 1236657 h 2241450"/>
                <a:gd name="csX128" fmla="*/ 252989 w 1425916"/>
                <a:gd name="csY128" fmla="*/ 1248002 h 2241450"/>
                <a:gd name="csX129" fmla="*/ 255265 w 1425916"/>
                <a:gd name="csY129" fmla="*/ 1259346 h 2241450"/>
                <a:gd name="csX130" fmla="*/ 257575 w 1425916"/>
                <a:gd name="csY130" fmla="*/ 1270693 h 2241450"/>
                <a:gd name="csX131" fmla="*/ 259902 w 1425916"/>
                <a:gd name="csY131" fmla="*/ 1282037 h 2241450"/>
                <a:gd name="csX132" fmla="*/ 262246 w 1425916"/>
                <a:gd name="csY132" fmla="*/ 1293384 h 2241450"/>
                <a:gd name="csX133" fmla="*/ 262988 w 1425916"/>
                <a:gd name="csY133" fmla="*/ 1296935 h 2241450"/>
                <a:gd name="csX134" fmla="*/ 264539 w 1425916"/>
                <a:gd name="csY134" fmla="*/ 1304728 h 2241450"/>
                <a:gd name="csX135" fmla="*/ 266782 w 1425916"/>
                <a:gd name="csY135" fmla="*/ 1316075 h 2241450"/>
                <a:gd name="csX136" fmla="*/ 269075 w 1425916"/>
                <a:gd name="csY136" fmla="*/ 1327419 h 2241450"/>
                <a:gd name="csX137" fmla="*/ 271368 w 1425916"/>
                <a:gd name="csY137" fmla="*/ 1338766 h 2241450"/>
                <a:gd name="csX138" fmla="*/ 273695 w 1425916"/>
                <a:gd name="csY138" fmla="*/ 1350110 h 2241450"/>
                <a:gd name="csX139" fmla="*/ 276039 w 1425916"/>
                <a:gd name="csY139" fmla="*/ 1361457 h 2241450"/>
                <a:gd name="csX140" fmla="*/ 277421 w 1425916"/>
                <a:gd name="csY140" fmla="*/ 1368117 h 2241450"/>
                <a:gd name="csX141" fmla="*/ 278349 w 1425916"/>
                <a:gd name="csY141" fmla="*/ 1372801 h 2241450"/>
                <a:gd name="csX142" fmla="*/ 280592 w 1425916"/>
                <a:gd name="csY142" fmla="*/ 1384148 h 2241450"/>
                <a:gd name="csX143" fmla="*/ 282868 w 1425916"/>
                <a:gd name="csY143" fmla="*/ 1395492 h 2241450"/>
                <a:gd name="csX144" fmla="*/ 285161 w 1425916"/>
                <a:gd name="csY144" fmla="*/ 1406839 h 2241450"/>
                <a:gd name="csX145" fmla="*/ 287471 w 1425916"/>
                <a:gd name="csY145" fmla="*/ 1418183 h 2241450"/>
                <a:gd name="csX146" fmla="*/ 289815 w 1425916"/>
                <a:gd name="csY146" fmla="*/ 1429530 h 2241450"/>
                <a:gd name="csX147" fmla="*/ 291855 w 1425916"/>
                <a:gd name="csY147" fmla="*/ 1439315 h 2241450"/>
                <a:gd name="csX148" fmla="*/ 292159 w 1425916"/>
                <a:gd name="csY148" fmla="*/ 1440874 h 2241450"/>
                <a:gd name="csX149" fmla="*/ 294401 w 1425916"/>
                <a:gd name="csY149" fmla="*/ 1452221 h 2241450"/>
                <a:gd name="csX150" fmla="*/ 296661 w 1425916"/>
                <a:gd name="csY150" fmla="*/ 1463565 h 2241450"/>
                <a:gd name="csX151" fmla="*/ 298954 w 1425916"/>
                <a:gd name="csY151" fmla="*/ 1474912 h 2241450"/>
                <a:gd name="csX152" fmla="*/ 301264 w 1425916"/>
                <a:gd name="csY152" fmla="*/ 1486256 h 2241450"/>
                <a:gd name="csX153" fmla="*/ 303591 w 1425916"/>
                <a:gd name="csY153" fmla="*/ 1497603 h 2241450"/>
                <a:gd name="csX154" fmla="*/ 305969 w 1425916"/>
                <a:gd name="csY154" fmla="*/ 1508947 h 2241450"/>
                <a:gd name="csX155" fmla="*/ 306289 w 1425916"/>
                <a:gd name="csY155" fmla="*/ 1510500 h 2241450"/>
                <a:gd name="csX156" fmla="*/ 308211 w 1425916"/>
                <a:gd name="csY156" fmla="*/ 1520292 h 2241450"/>
                <a:gd name="csX157" fmla="*/ 310471 w 1425916"/>
                <a:gd name="csY157" fmla="*/ 1531638 h 2241450"/>
                <a:gd name="csX158" fmla="*/ 312747 w 1425916"/>
                <a:gd name="csY158" fmla="*/ 1542983 h 2241450"/>
                <a:gd name="csX159" fmla="*/ 315040 w 1425916"/>
                <a:gd name="csY159" fmla="*/ 1554329 h 2241450"/>
                <a:gd name="csX160" fmla="*/ 317367 w 1425916"/>
                <a:gd name="csY160" fmla="*/ 1565674 h 2241450"/>
                <a:gd name="csX161" fmla="*/ 319745 w 1425916"/>
                <a:gd name="csY161" fmla="*/ 1577020 h 2241450"/>
                <a:gd name="csX162" fmla="*/ 320723 w 1425916"/>
                <a:gd name="csY162" fmla="*/ 1581671 h 2241450"/>
                <a:gd name="csX163" fmla="*/ 322038 w 1425916"/>
                <a:gd name="csY163" fmla="*/ 1588365 h 2241450"/>
                <a:gd name="csX164" fmla="*/ 324264 w 1425916"/>
                <a:gd name="csY164" fmla="*/ 1599711 h 2241450"/>
                <a:gd name="csX165" fmla="*/ 326523 w 1425916"/>
                <a:gd name="csY165" fmla="*/ 1611053 h 2241450"/>
                <a:gd name="csX166" fmla="*/ 328816 w 1425916"/>
                <a:gd name="csY166" fmla="*/ 1622401 h 2241450"/>
                <a:gd name="csX167" fmla="*/ 331143 w 1425916"/>
                <a:gd name="csY167" fmla="*/ 1633749 h 2241450"/>
                <a:gd name="csX168" fmla="*/ 333521 w 1425916"/>
                <a:gd name="csY168" fmla="*/ 1645097 h 2241450"/>
                <a:gd name="csX169" fmla="*/ 335156 w 1425916"/>
                <a:gd name="csY169" fmla="*/ 1652853 h 2241450"/>
                <a:gd name="csX170" fmla="*/ 335848 w 1425916"/>
                <a:gd name="csY170" fmla="*/ 1656445 h 2241450"/>
                <a:gd name="csX171" fmla="*/ 338074 w 1425916"/>
                <a:gd name="csY171" fmla="*/ 1667776 h 2241450"/>
                <a:gd name="csX172" fmla="*/ 340316 w 1425916"/>
                <a:gd name="csY172" fmla="*/ 1679124 h 2241450"/>
                <a:gd name="csX173" fmla="*/ 342610 w 1425916"/>
                <a:gd name="csY173" fmla="*/ 1690472 h 2241450"/>
                <a:gd name="csX174" fmla="*/ 344920 w 1425916"/>
                <a:gd name="csY174" fmla="*/ 1701820 h 2241450"/>
                <a:gd name="csX175" fmla="*/ 347280 w 1425916"/>
                <a:gd name="csY175" fmla="*/ 1713168 h 2241450"/>
                <a:gd name="csX176" fmla="*/ 349590 w 1425916"/>
                <a:gd name="csY176" fmla="*/ 1724061 h 2241450"/>
                <a:gd name="csX177" fmla="*/ 349675 w 1425916"/>
                <a:gd name="csY177" fmla="*/ 1724516 h 2241450"/>
                <a:gd name="csX178" fmla="*/ 351884 w 1425916"/>
                <a:gd name="csY178" fmla="*/ 1735864 h 2241450"/>
                <a:gd name="csX179" fmla="*/ 354109 w 1425916"/>
                <a:gd name="csY179" fmla="*/ 1747195 h 2241450"/>
                <a:gd name="csX180" fmla="*/ 356386 w 1425916"/>
                <a:gd name="csY180" fmla="*/ 1758543 h 2241450"/>
                <a:gd name="csX181" fmla="*/ 358696 w 1425916"/>
                <a:gd name="csY181" fmla="*/ 1769891 h 2241450"/>
                <a:gd name="csX182" fmla="*/ 361039 w 1425916"/>
                <a:gd name="csY182" fmla="*/ 1781239 h 2241450"/>
                <a:gd name="csX183" fmla="*/ 363451 w 1425916"/>
                <a:gd name="csY183" fmla="*/ 1792587 h 2241450"/>
                <a:gd name="csX184" fmla="*/ 364024 w 1425916"/>
                <a:gd name="csY184" fmla="*/ 1795235 h 2241450"/>
                <a:gd name="csX185" fmla="*/ 365693 w 1425916"/>
                <a:gd name="csY185" fmla="*/ 1803935 h 2241450"/>
                <a:gd name="csX186" fmla="*/ 367919 w 1425916"/>
                <a:gd name="csY186" fmla="*/ 1815267 h 2241450"/>
                <a:gd name="csX187" fmla="*/ 370162 w 1425916"/>
                <a:gd name="csY187" fmla="*/ 1826615 h 2241450"/>
                <a:gd name="csX188" fmla="*/ 372455 w 1425916"/>
                <a:gd name="csY188" fmla="*/ 1837963 h 2241450"/>
                <a:gd name="csX189" fmla="*/ 374799 w 1425916"/>
                <a:gd name="csY189" fmla="*/ 1849311 h 2241450"/>
                <a:gd name="csX190" fmla="*/ 377210 w 1425916"/>
                <a:gd name="csY190" fmla="*/ 1860659 h 2241450"/>
                <a:gd name="csX191" fmla="*/ 378458 w 1425916"/>
                <a:gd name="csY191" fmla="*/ 1866392 h 2241450"/>
                <a:gd name="csX192" fmla="*/ 379520 w 1425916"/>
                <a:gd name="csY192" fmla="*/ 1872007 h 2241450"/>
                <a:gd name="csX193" fmla="*/ 381712 w 1425916"/>
                <a:gd name="csY193" fmla="*/ 1883355 h 2241450"/>
                <a:gd name="csX194" fmla="*/ 383938 w 1425916"/>
                <a:gd name="csY194" fmla="*/ 1894686 h 2241450"/>
                <a:gd name="csX195" fmla="*/ 386197 w 1425916"/>
                <a:gd name="csY195" fmla="*/ 1906034 h 2241450"/>
                <a:gd name="csX196" fmla="*/ 388541 w 1425916"/>
                <a:gd name="csY196" fmla="*/ 1917382 h 2241450"/>
                <a:gd name="csX197" fmla="*/ 390935 w 1425916"/>
                <a:gd name="csY197" fmla="*/ 1928730 h 2241450"/>
                <a:gd name="csX198" fmla="*/ 392891 w 1425916"/>
                <a:gd name="csY198" fmla="*/ 1937599 h 2241450"/>
                <a:gd name="csX199" fmla="*/ 393347 w 1425916"/>
                <a:gd name="csY199" fmla="*/ 1940078 h 2241450"/>
                <a:gd name="csX200" fmla="*/ 395505 w 1425916"/>
                <a:gd name="csY200" fmla="*/ 1951426 h 2241450"/>
                <a:gd name="csX201" fmla="*/ 397697 w 1425916"/>
                <a:gd name="csY201" fmla="*/ 1962774 h 2241450"/>
                <a:gd name="csX202" fmla="*/ 399940 w 1425916"/>
                <a:gd name="csY202" fmla="*/ 1974105 h 2241450"/>
                <a:gd name="csX203" fmla="*/ 402250 w 1425916"/>
                <a:gd name="csY203" fmla="*/ 1985453 h 2241450"/>
                <a:gd name="csX204" fmla="*/ 404644 w 1425916"/>
                <a:gd name="csY204" fmla="*/ 1996801 h 2241450"/>
                <a:gd name="csX205" fmla="*/ 407173 w 1425916"/>
                <a:gd name="csY205" fmla="*/ 2008150 h 2241450"/>
                <a:gd name="csX206" fmla="*/ 407325 w 1425916"/>
                <a:gd name="csY206" fmla="*/ 2008807 h 2241450"/>
                <a:gd name="csX207" fmla="*/ 409298 w 1425916"/>
                <a:gd name="csY207" fmla="*/ 2019498 h 2241450"/>
                <a:gd name="csX208" fmla="*/ 411440 w 1425916"/>
                <a:gd name="csY208" fmla="*/ 2030846 h 2241450"/>
                <a:gd name="csX209" fmla="*/ 413632 w 1425916"/>
                <a:gd name="csY209" fmla="*/ 2042177 h 2241450"/>
                <a:gd name="csX210" fmla="*/ 415908 w 1425916"/>
                <a:gd name="csY210" fmla="*/ 2053525 h 2241450"/>
                <a:gd name="csX211" fmla="*/ 418302 w 1425916"/>
                <a:gd name="csY211" fmla="*/ 2064873 h 2241450"/>
                <a:gd name="csX212" fmla="*/ 420865 w 1425916"/>
                <a:gd name="csY212" fmla="*/ 2076221 h 2241450"/>
                <a:gd name="csX213" fmla="*/ 421759 w 1425916"/>
                <a:gd name="csY213" fmla="*/ 2079914 h 2241450"/>
                <a:gd name="csX214" fmla="*/ 423108 w 1425916"/>
                <a:gd name="csY214" fmla="*/ 2087569 h 2241450"/>
                <a:gd name="csX215" fmla="*/ 425165 w 1425916"/>
                <a:gd name="csY215" fmla="*/ 2098917 h 2241450"/>
                <a:gd name="csX216" fmla="*/ 427256 w 1425916"/>
                <a:gd name="csY216" fmla="*/ 2110265 h 2241450"/>
                <a:gd name="csX217" fmla="*/ 429448 w 1425916"/>
                <a:gd name="csY217" fmla="*/ 2121596 h 2241450"/>
                <a:gd name="csX218" fmla="*/ 431775 w 1425916"/>
                <a:gd name="csY218" fmla="*/ 2132944 h 2241450"/>
                <a:gd name="csX219" fmla="*/ 434389 w 1425916"/>
                <a:gd name="csY219" fmla="*/ 2144292 h 2241450"/>
                <a:gd name="csX220" fmla="*/ 436193 w 1425916"/>
                <a:gd name="csY220" fmla="*/ 2151020 h 2241450"/>
                <a:gd name="csX221" fmla="*/ 436952 w 1425916"/>
                <a:gd name="csY221" fmla="*/ 2155640 h 2241450"/>
                <a:gd name="csX222" fmla="*/ 438840 w 1425916"/>
                <a:gd name="csY222" fmla="*/ 2166988 h 2241450"/>
                <a:gd name="csX223" fmla="*/ 440695 w 1425916"/>
                <a:gd name="csY223" fmla="*/ 2178336 h 2241450"/>
                <a:gd name="csX224" fmla="*/ 442533 w 1425916"/>
                <a:gd name="csY224" fmla="*/ 2189668 h 2241450"/>
                <a:gd name="csX225" fmla="*/ 444455 w 1425916"/>
                <a:gd name="csY225" fmla="*/ 2201016 h 2241450"/>
                <a:gd name="csX226" fmla="*/ 446849 w 1425916"/>
                <a:gd name="csY226" fmla="*/ 2212364 h 2241450"/>
                <a:gd name="csX227" fmla="*/ 450626 w 1425916"/>
                <a:gd name="csY227" fmla="*/ 2222143 h 2241450"/>
                <a:gd name="csX228" fmla="*/ 450997 w 1425916"/>
                <a:gd name="csY228" fmla="*/ 2223712 h 2241450"/>
                <a:gd name="csX229" fmla="*/ 455432 w 1425916"/>
                <a:gd name="csY229" fmla="*/ 2235060 h 2241450"/>
                <a:gd name="csX230" fmla="*/ 465060 w 1425916"/>
                <a:gd name="csY230" fmla="*/ 2241450 h 2241450"/>
                <a:gd name="csX231" fmla="*/ 472884 w 1425916"/>
                <a:gd name="csY231" fmla="*/ 2235060 h 2241450"/>
                <a:gd name="csX232" fmla="*/ 474958 w 1425916"/>
                <a:gd name="csY232" fmla="*/ 2223712 h 2241450"/>
                <a:gd name="csX233" fmla="*/ 477420 w 1425916"/>
                <a:gd name="csY233" fmla="*/ 2212364 h 2241450"/>
                <a:gd name="csX234" fmla="*/ 479494 w 1425916"/>
                <a:gd name="csY234" fmla="*/ 2207440 h 2241450"/>
                <a:gd name="csX235" fmla="*/ 484435 w 1425916"/>
                <a:gd name="csY235" fmla="*/ 2201016 h 2241450"/>
                <a:gd name="csX236" fmla="*/ 488633 w 1425916"/>
                <a:gd name="csY236" fmla="*/ 2189668 h 2241450"/>
                <a:gd name="csX237" fmla="*/ 492259 w 1425916"/>
                <a:gd name="csY237" fmla="*/ 2178336 h 2241450"/>
                <a:gd name="csX238" fmla="*/ 493928 w 1425916"/>
                <a:gd name="csY238" fmla="*/ 2173784 h 2241450"/>
                <a:gd name="csX239" fmla="*/ 498093 w 1425916"/>
                <a:gd name="csY239" fmla="*/ 2166988 h 2241450"/>
                <a:gd name="csX240" fmla="*/ 502763 w 1425916"/>
                <a:gd name="csY240" fmla="*/ 2155640 h 2241450"/>
                <a:gd name="csX241" fmla="*/ 506827 w 1425916"/>
                <a:gd name="csY241" fmla="*/ 2144292 h 2241450"/>
                <a:gd name="csX242" fmla="*/ 508361 w 1425916"/>
                <a:gd name="csY242" fmla="*/ 2140127 h 2241450"/>
                <a:gd name="csX243" fmla="*/ 512307 w 1425916"/>
                <a:gd name="csY243" fmla="*/ 2132944 h 2241450"/>
                <a:gd name="csX244" fmla="*/ 517113 w 1425916"/>
                <a:gd name="csY244" fmla="*/ 2121596 h 2241450"/>
                <a:gd name="csX245" fmla="*/ 521379 w 1425916"/>
                <a:gd name="csY245" fmla="*/ 2110265 h 2241450"/>
                <a:gd name="csX246" fmla="*/ 522795 w 1425916"/>
                <a:gd name="csY246" fmla="*/ 2106454 h 2241450"/>
                <a:gd name="csX247" fmla="*/ 526690 w 1425916"/>
                <a:gd name="csY247" fmla="*/ 2098917 h 2241450"/>
                <a:gd name="csX248" fmla="*/ 531547 w 1425916"/>
                <a:gd name="csY248" fmla="*/ 2087569 h 2241450"/>
                <a:gd name="csX249" fmla="*/ 535931 w 1425916"/>
                <a:gd name="csY249" fmla="*/ 2076221 h 2241450"/>
                <a:gd name="csX250" fmla="*/ 537229 w 1425916"/>
                <a:gd name="csY250" fmla="*/ 2072798 h 2241450"/>
                <a:gd name="csX251" fmla="*/ 541158 w 1425916"/>
                <a:gd name="csY251" fmla="*/ 2064873 h 2241450"/>
                <a:gd name="csX252" fmla="*/ 546031 w 1425916"/>
                <a:gd name="csY252" fmla="*/ 2053525 h 2241450"/>
                <a:gd name="csX253" fmla="*/ 550482 w 1425916"/>
                <a:gd name="csY253" fmla="*/ 2042177 h 2241450"/>
                <a:gd name="csX254" fmla="*/ 551663 w 1425916"/>
                <a:gd name="csY254" fmla="*/ 2039125 h 2241450"/>
                <a:gd name="csX255" fmla="*/ 555676 w 1425916"/>
                <a:gd name="csY255" fmla="*/ 2030846 h 2241450"/>
                <a:gd name="csX256" fmla="*/ 560549 w 1425916"/>
                <a:gd name="csY256" fmla="*/ 2019498 h 2241450"/>
                <a:gd name="csX257" fmla="*/ 565051 w 1425916"/>
                <a:gd name="csY257" fmla="*/ 2008150 h 2241450"/>
                <a:gd name="csX258" fmla="*/ 566097 w 1425916"/>
                <a:gd name="csY258" fmla="*/ 2005468 h 2241450"/>
                <a:gd name="csX259" fmla="*/ 570211 w 1425916"/>
                <a:gd name="csY259" fmla="*/ 1996801 h 2241450"/>
                <a:gd name="csX260" fmla="*/ 575067 w 1425916"/>
                <a:gd name="csY260" fmla="*/ 1985453 h 2241450"/>
                <a:gd name="csX261" fmla="*/ 579620 w 1425916"/>
                <a:gd name="csY261" fmla="*/ 1974105 h 2241450"/>
                <a:gd name="csX262" fmla="*/ 580530 w 1425916"/>
                <a:gd name="csY262" fmla="*/ 1971795 h 2241450"/>
                <a:gd name="csX263" fmla="*/ 584763 w 1425916"/>
                <a:gd name="csY263" fmla="*/ 1962774 h 2241450"/>
                <a:gd name="csX264" fmla="*/ 589619 w 1425916"/>
                <a:gd name="csY264" fmla="*/ 1951426 h 2241450"/>
                <a:gd name="csX265" fmla="*/ 594205 w 1425916"/>
                <a:gd name="csY265" fmla="*/ 1940078 h 2241450"/>
                <a:gd name="csX266" fmla="*/ 594964 w 1425916"/>
                <a:gd name="csY266" fmla="*/ 1938122 h 2241450"/>
                <a:gd name="csX267" fmla="*/ 599315 w 1425916"/>
                <a:gd name="csY267" fmla="*/ 1928730 h 2241450"/>
                <a:gd name="csX268" fmla="*/ 604171 w 1425916"/>
                <a:gd name="csY268" fmla="*/ 1917382 h 2241450"/>
                <a:gd name="csX269" fmla="*/ 608774 w 1425916"/>
                <a:gd name="csY269" fmla="*/ 1906034 h 2241450"/>
                <a:gd name="csX270" fmla="*/ 609398 w 1425916"/>
                <a:gd name="csY270" fmla="*/ 1904466 h 2241450"/>
                <a:gd name="csX271" fmla="*/ 613883 w 1425916"/>
                <a:gd name="csY271" fmla="*/ 1894686 h 2241450"/>
                <a:gd name="csX272" fmla="*/ 618739 w 1425916"/>
                <a:gd name="csY272" fmla="*/ 1883355 h 2241450"/>
                <a:gd name="csX273" fmla="*/ 623360 w 1425916"/>
                <a:gd name="csY273" fmla="*/ 1872007 h 2241450"/>
                <a:gd name="csX274" fmla="*/ 623832 w 1425916"/>
                <a:gd name="csY274" fmla="*/ 1870793 h 2241450"/>
                <a:gd name="csX275" fmla="*/ 628452 w 1425916"/>
                <a:gd name="csY275" fmla="*/ 1860659 h 2241450"/>
                <a:gd name="csX276" fmla="*/ 633291 w 1425916"/>
                <a:gd name="csY276" fmla="*/ 1849311 h 2241450"/>
                <a:gd name="csX277" fmla="*/ 637928 w 1425916"/>
                <a:gd name="csY277" fmla="*/ 1837963 h 2241450"/>
                <a:gd name="csX278" fmla="*/ 638265 w 1425916"/>
                <a:gd name="csY278" fmla="*/ 1837137 h 2241450"/>
                <a:gd name="csX279" fmla="*/ 643020 w 1425916"/>
                <a:gd name="csY279" fmla="*/ 1826615 h 2241450"/>
                <a:gd name="csX280" fmla="*/ 647860 w 1425916"/>
                <a:gd name="csY280" fmla="*/ 1815267 h 2241450"/>
                <a:gd name="csX281" fmla="*/ 652514 w 1425916"/>
                <a:gd name="csY281" fmla="*/ 1803935 h 2241450"/>
                <a:gd name="csX282" fmla="*/ 652699 w 1425916"/>
                <a:gd name="csY282" fmla="*/ 1803463 h 2241450"/>
                <a:gd name="csX283" fmla="*/ 657606 w 1425916"/>
                <a:gd name="csY283" fmla="*/ 1792587 h 2241450"/>
                <a:gd name="csX284" fmla="*/ 662445 w 1425916"/>
                <a:gd name="csY284" fmla="*/ 1781239 h 2241450"/>
                <a:gd name="csX285" fmla="*/ 667099 w 1425916"/>
                <a:gd name="csY285" fmla="*/ 1769891 h 2241450"/>
                <a:gd name="csX286" fmla="*/ 667133 w 1425916"/>
                <a:gd name="csY286" fmla="*/ 1769790 h 2241450"/>
                <a:gd name="csX287" fmla="*/ 672175 w 1425916"/>
                <a:gd name="csY287" fmla="*/ 1758543 h 2241450"/>
                <a:gd name="csX288" fmla="*/ 677014 w 1425916"/>
                <a:gd name="csY288" fmla="*/ 1747195 h 2241450"/>
                <a:gd name="csX289" fmla="*/ 681567 w 1425916"/>
                <a:gd name="csY289" fmla="*/ 1736134 h 2241450"/>
                <a:gd name="csX290" fmla="*/ 681685 w 1425916"/>
                <a:gd name="csY290" fmla="*/ 1735864 h 2241450"/>
                <a:gd name="csX291" fmla="*/ 686760 w 1425916"/>
                <a:gd name="csY291" fmla="*/ 1724516 h 2241450"/>
                <a:gd name="csX292" fmla="*/ 691583 w 1425916"/>
                <a:gd name="csY292" fmla="*/ 1713168 h 2241450"/>
                <a:gd name="csX293" fmla="*/ 696000 w 1425916"/>
                <a:gd name="csY293" fmla="*/ 1702461 h 2241450"/>
                <a:gd name="csX294" fmla="*/ 696287 w 1425916"/>
                <a:gd name="csY294" fmla="*/ 1701820 h 2241450"/>
                <a:gd name="csX295" fmla="*/ 701346 w 1425916"/>
                <a:gd name="csY295" fmla="*/ 1690472 h 2241450"/>
                <a:gd name="csX296" fmla="*/ 706168 w 1425916"/>
                <a:gd name="csY296" fmla="*/ 1679124 h 2241450"/>
                <a:gd name="csX297" fmla="*/ 710434 w 1425916"/>
                <a:gd name="csY297" fmla="*/ 1668788 h 2241450"/>
                <a:gd name="csX298" fmla="*/ 710889 w 1425916"/>
                <a:gd name="csY298" fmla="*/ 1667776 h 2241450"/>
                <a:gd name="csX299" fmla="*/ 715914 w 1425916"/>
                <a:gd name="csY299" fmla="*/ 1656445 h 2241450"/>
                <a:gd name="csX300" fmla="*/ 720753 w 1425916"/>
                <a:gd name="csY300" fmla="*/ 1645097 h 2241450"/>
                <a:gd name="csX301" fmla="*/ 724868 w 1425916"/>
                <a:gd name="csY301" fmla="*/ 1635131 h 2241450"/>
                <a:gd name="csX302" fmla="*/ 725492 w 1425916"/>
                <a:gd name="csY302" fmla="*/ 1633749 h 2241450"/>
                <a:gd name="csX303" fmla="*/ 730500 w 1425916"/>
                <a:gd name="csY303" fmla="*/ 1622401 h 2241450"/>
                <a:gd name="csX304" fmla="*/ 735322 w 1425916"/>
                <a:gd name="csY304" fmla="*/ 1611053 h 2241450"/>
                <a:gd name="csX305" fmla="*/ 739302 w 1425916"/>
                <a:gd name="csY305" fmla="*/ 1601458 h 2241450"/>
                <a:gd name="csX306" fmla="*/ 740094 w 1425916"/>
                <a:gd name="csY306" fmla="*/ 1599711 h 2241450"/>
                <a:gd name="csX307" fmla="*/ 745085 w 1425916"/>
                <a:gd name="csY307" fmla="*/ 1588365 h 2241450"/>
                <a:gd name="csX308" fmla="*/ 749908 w 1425916"/>
                <a:gd name="csY308" fmla="*/ 1577020 h 2241450"/>
                <a:gd name="csX309" fmla="*/ 753735 w 1425916"/>
                <a:gd name="csY309" fmla="*/ 1567794 h 2241450"/>
                <a:gd name="csX310" fmla="*/ 754680 w 1425916"/>
                <a:gd name="csY310" fmla="*/ 1565674 h 2241450"/>
                <a:gd name="csX311" fmla="*/ 759671 w 1425916"/>
                <a:gd name="csY311" fmla="*/ 1554329 h 2241450"/>
                <a:gd name="csX312" fmla="*/ 764493 w 1425916"/>
                <a:gd name="csY312" fmla="*/ 1542983 h 2241450"/>
                <a:gd name="csX313" fmla="*/ 768169 w 1425916"/>
                <a:gd name="csY313" fmla="*/ 1534127 h 2241450"/>
                <a:gd name="csX314" fmla="*/ 769282 w 1425916"/>
                <a:gd name="csY314" fmla="*/ 1531638 h 2241450"/>
                <a:gd name="csX315" fmla="*/ 774256 w 1425916"/>
                <a:gd name="csY315" fmla="*/ 1520292 h 2241450"/>
                <a:gd name="csX316" fmla="*/ 779079 w 1425916"/>
                <a:gd name="csY316" fmla="*/ 1508947 h 2241450"/>
                <a:gd name="csX317" fmla="*/ 782603 w 1425916"/>
                <a:gd name="csY317" fmla="*/ 1500459 h 2241450"/>
                <a:gd name="csX318" fmla="*/ 783884 w 1425916"/>
                <a:gd name="csY318" fmla="*/ 1497603 h 2241450"/>
                <a:gd name="csX319" fmla="*/ 788842 w 1425916"/>
                <a:gd name="csY319" fmla="*/ 1486256 h 2241450"/>
                <a:gd name="csX320" fmla="*/ 793664 w 1425916"/>
                <a:gd name="csY320" fmla="*/ 1474912 h 2241450"/>
                <a:gd name="csX321" fmla="*/ 797037 w 1425916"/>
                <a:gd name="csY321" fmla="*/ 1466791 h 2241450"/>
                <a:gd name="csX322" fmla="*/ 798470 w 1425916"/>
                <a:gd name="csY322" fmla="*/ 1463565 h 2241450"/>
                <a:gd name="csX323" fmla="*/ 803427 w 1425916"/>
                <a:gd name="csY323" fmla="*/ 1452221 h 2241450"/>
                <a:gd name="csX324" fmla="*/ 808250 w 1425916"/>
                <a:gd name="csY324" fmla="*/ 1440874 h 2241450"/>
                <a:gd name="csX325" fmla="*/ 811470 w 1425916"/>
                <a:gd name="csY325" fmla="*/ 1433125 h 2241450"/>
                <a:gd name="csX326" fmla="*/ 813072 w 1425916"/>
                <a:gd name="csY326" fmla="*/ 1429530 h 2241450"/>
                <a:gd name="csX327" fmla="*/ 818013 w 1425916"/>
                <a:gd name="csY327" fmla="*/ 1418183 h 2241450"/>
                <a:gd name="csX328" fmla="*/ 822835 w 1425916"/>
                <a:gd name="csY328" fmla="*/ 1406839 h 2241450"/>
                <a:gd name="csX329" fmla="*/ 825904 w 1425916"/>
                <a:gd name="csY329" fmla="*/ 1399457 h 2241450"/>
                <a:gd name="csX330" fmla="*/ 827658 w 1425916"/>
                <a:gd name="csY330" fmla="*/ 1395492 h 2241450"/>
                <a:gd name="csX331" fmla="*/ 832598 w 1425916"/>
                <a:gd name="csY331" fmla="*/ 1384148 h 2241450"/>
                <a:gd name="csX332" fmla="*/ 837404 w 1425916"/>
                <a:gd name="csY332" fmla="*/ 1372801 h 2241450"/>
                <a:gd name="csX333" fmla="*/ 840338 w 1425916"/>
                <a:gd name="csY333" fmla="*/ 1365790 h 2241450"/>
                <a:gd name="csX334" fmla="*/ 842260 w 1425916"/>
                <a:gd name="csY334" fmla="*/ 1361457 h 2241450"/>
                <a:gd name="csX335" fmla="*/ 847184 w 1425916"/>
                <a:gd name="csY335" fmla="*/ 1350110 h 2241450"/>
                <a:gd name="csX336" fmla="*/ 851989 w 1425916"/>
                <a:gd name="csY336" fmla="*/ 1338766 h 2241450"/>
                <a:gd name="csX337" fmla="*/ 854772 w 1425916"/>
                <a:gd name="csY337" fmla="*/ 1332122 h 2241450"/>
                <a:gd name="csX338" fmla="*/ 856846 w 1425916"/>
                <a:gd name="csY338" fmla="*/ 1327419 h 2241450"/>
                <a:gd name="csX339" fmla="*/ 861769 w 1425916"/>
                <a:gd name="csY339" fmla="*/ 1316075 h 2241450"/>
                <a:gd name="csX340" fmla="*/ 866575 w 1425916"/>
                <a:gd name="csY340" fmla="*/ 1304728 h 2241450"/>
                <a:gd name="csX341" fmla="*/ 869205 w 1425916"/>
                <a:gd name="csY341" fmla="*/ 1298454 h 2241450"/>
                <a:gd name="csX342" fmla="*/ 871448 w 1425916"/>
                <a:gd name="csY342" fmla="*/ 1293384 h 2241450"/>
                <a:gd name="csX343" fmla="*/ 876355 w 1425916"/>
                <a:gd name="csY343" fmla="*/ 1282037 h 2241450"/>
                <a:gd name="csX344" fmla="*/ 881177 w 1425916"/>
                <a:gd name="csY344" fmla="*/ 1270693 h 2241450"/>
                <a:gd name="csX345" fmla="*/ 883639 w 1425916"/>
                <a:gd name="csY345" fmla="*/ 1264788 h 2241450"/>
                <a:gd name="csX346" fmla="*/ 886033 w 1425916"/>
                <a:gd name="csY346" fmla="*/ 1259346 h 2241450"/>
                <a:gd name="csX347" fmla="*/ 890940 w 1425916"/>
                <a:gd name="csY347" fmla="*/ 1248002 h 2241450"/>
                <a:gd name="csX348" fmla="*/ 895763 w 1425916"/>
                <a:gd name="csY348" fmla="*/ 1236657 h 2241450"/>
                <a:gd name="csX349" fmla="*/ 898073 w 1425916"/>
                <a:gd name="csY349" fmla="*/ 1231120 h 2241450"/>
                <a:gd name="csX350" fmla="*/ 900636 w 1425916"/>
                <a:gd name="csY350" fmla="*/ 1225311 h 2241450"/>
                <a:gd name="csX351" fmla="*/ 905543 w 1425916"/>
                <a:gd name="csY351" fmla="*/ 1213966 h 2241450"/>
                <a:gd name="csX352" fmla="*/ 910348 w 1425916"/>
                <a:gd name="csY352" fmla="*/ 1202620 h 2241450"/>
                <a:gd name="csX353" fmla="*/ 912507 w 1425916"/>
                <a:gd name="csY353" fmla="*/ 1197453 h 2241450"/>
                <a:gd name="csX354" fmla="*/ 915221 w 1425916"/>
                <a:gd name="csY354" fmla="*/ 1191275 h 2241450"/>
                <a:gd name="csX355" fmla="*/ 920128 w 1425916"/>
                <a:gd name="csY355" fmla="*/ 1179929 h 2241450"/>
                <a:gd name="csX356" fmla="*/ 924934 w 1425916"/>
                <a:gd name="csY356" fmla="*/ 1168584 h 2241450"/>
                <a:gd name="csX357" fmla="*/ 926940 w 1425916"/>
                <a:gd name="csY357" fmla="*/ 1163785 h 2241450"/>
                <a:gd name="csX358" fmla="*/ 929807 w 1425916"/>
                <a:gd name="csY358" fmla="*/ 1157238 h 2241450"/>
                <a:gd name="csX359" fmla="*/ 934714 w 1425916"/>
                <a:gd name="csY359" fmla="*/ 1145893 h 2241450"/>
                <a:gd name="csX360" fmla="*/ 939519 w 1425916"/>
                <a:gd name="csY360" fmla="*/ 1134547 h 2241450"/>
                <a:gd name="csX361" fmla="*/ 941374 w 1425916"/>
                <a:gd name="csY361" fmla="*/ 1130119 h 2241450"/>
                <a:gd name="csX362" fmla="*/ 944409 w 1425916"/>
                <a:gd name="csY362" fmla="*/ 1123202 h 2241450"/>
                <a:gd name="csX363" fmla="*/ 949299 w 1425916"/>
                <a:gd name="csY363" fmla="*/ 1111856 h 2241450"/>
                <a:gd name="csX364" fmla="*/ 954105 w 1425916"/>
                <a:gd name="csY364" fmla="*/ 1100511 h 2241450"/>
                <a:gd name="csX365" fmla="*/ 955808 w 1425916"/>
                <a:gd name="csY365" fmla="*/ 1096451 h 2241450"/>
                <a:gd name="csX366" fmla="*/ 958995 w 1425916"/>
                <a:gd name="csY366" fmla="*/ 1089165 h 2241450"/>
                <a:gd name="csX367" fmla="*/ 963885 w 1425916"/>
                <a:gd name="csY367" fmla="*/ 1077820 h 2241450"/>
                <a:gd name="csX368" fmla="*/ 968690 w 1425916"/>
                <a:gd name="csY368" fmla="*/ 1066474 h 2241450"/>
                <a:gd name="csX369" fmla="*/ 970242 w 1425916"/>
                <a:gd name="csY369" fmla="*/ 1062783 h 2241450"/>
                <a:gd name="csX370" fmla="*/ 973597 w 1425916"/>
                <a:gd name="csY370" fmla="*/ 1055129 h 2241450"/>
                <a:gd name="csX371" fmla="*/ 978470 w 1425916"/>
                <a:gd name="csY371" fmla="*/ 1043783 h 2241450"/>
                <a:gd name="csX372" fmla="*/ 983276 w 1425916"/>
                <a:gd name="csY372" fmla="*/ 1032438 h 2241450"/>
                <a:gd name="csX373" fmla="*/ 984675 w 1425916"/>
                <a:gd name="csY373" fmla="*/ 1029116 h 2241450"/>
                <a:gd name="csX374" fmla="*/ 988183 w 1425916"/>
                <a:gd name="csY374" fmla="*/ 1021092 h 2241450"/>
                <a:gd name="csX375" fmla="*/ 993073 w 1425916"/>
                <a:gd name="csY375" fmla="*/ 1009747 h 2241450"/>
                <a:gd name="csX376" fmla="*/ 997861 w 1425916"/>
                <a:gd name="csY376" fmla="*/ 998401 h 2241450"/>
                <a:gd name="csX377" fmla="*/ 999109 w 1425916"/>
                <a:gd name="csY377" fmla="*/ 995448 h 2241450"/>
                <a:gd name="csX378" fmla="*/ 1002768 w 1425916"/>
                <a:gd name="csY378" fmla="*/ 987056 h 2241450"/>
                <a:gd name="csX379" fmla="*/ 1007658 w 1425916"/>
                <a:gd name="csY379" fmla="*/ 975711 h 2241450"/>
                <a:gd name="csX380" fmla="*/ 1012447 w 1425916"/>
                <a:gd name="csY380" fmla="*/ 964365 h 2241450"/>
                <a:gd name="csX381" fmla="*/ 1013543 w 1425916"/>
                <a:gd name="csY381" fmla="*/ 961782 h 2241450"/>
                <a:gd name="csX382" fmla="*/ 1017371 w 1425916"/>
                <a:gd name="csY382" fmla="*/ 953020 h 2241450"/>
                <a:gd name="csX383" fmla="*/ 1022244 w 1425916"/>
                <a:gd name="csY383" fmla="*/ 941674 h 2241450"/>
                <a:gd name="csX384" fmla="*/ 1027049 w 1425916"/>
                <a:gd name="csY384" fmla="*/ 930329 h 2241450"/>
                <a:gd name="csX385" fmla="*/ 1027977 w 1425916"/>
                <a:gd name="csY385" fmla="*/ 928114 h 2241450"/>
                <a:gd name="csX386" fmla="*/ 1031956 w 1425916"/>
                <a:gd name="csY386" fmla="*/ 918983 h 2241450"/>
                <a:gd name="csX387" fmla="*/ 1036829 w 1425916"/>
                <a:gd name="csY387" fmla="*/ 907638 h 2241450"/>
                <a:gd name="csX388" fmla="*/ 1041635 w 1425916"/>
                <a:gd name="csY388" fmla="*/ 896292 h 2241450"/>
                <a:gd name="csX389" fmla="*/ 1042410 w 1425916"/>
                <a:gd name="csY389" fmla="*/ 894447 h 2241450"/>
                <a:gd name="csX390" fmla="*/ 1046542 w 1425916"/>
                <a:gd name="csY390" fmla="*/ 884947 h 2241450"/>
                <a:gd name="csX391" fmla="*/ 1051415 w 1425916"/>
                <a:gd name="csY391" fmla="*/ 873601 h 2241450"/>
                <a:gd name="csX392" fmla="*/ 1056220 w 1425916"/>
                <a:gd name="csY392" fmla="*/ 862256 h 2241450"/>
                <a:gd name="csX393" fmla="*/ 1056844 w 1425916"/>
                <a:gd name="csY393" fmla="*/ 860779 h 2241450"/>
                <a:gd name="csX394" fmla="*/ 1061144 w 1425916"/>
                <a:gd name="csY394" fmla="*/ 850910 h 2241450"/>
                <a:gd name="csX395" fmla="*/ 1066000 w 1425916"/>
                <a:gd name="csY395" fmla="*/ 839565 h 2241450"/>
                <a:gd name="csX396" fmla="*/ 1070806 w 1425916"/>
                <a:gd name="csY396" fmla="*/ 828219 h 2241450"/>
                <a:gd name="csX397" fmla="*/ 1071278 w 1425916"/>
                <a:gd name="csY397" fmla="*/ 827113 h 2241450"/>
                <a:gd name="csX398" fmla="*/ 1075729 w 1425916"/>
                <a:gd name="csY398" fmla="*/ 816874 h 2241450"/>
                <a:gd name="csX399" fmla="*/ 1080603 w 1425916"/>
                <a:gd name="csY399" fmla="*/ 805528 h 2241450"/>
                <a:gd name="csX400" fmla="*/ 1085391 w 1425916"/>
                <a:gd name="csY400" fmla="*/ 794183 h 2241450"/>
                <a:gd name="csX401" fmla="*/ 1085712 w 1425916"/>
                <a:gd name="csY401" fmla="*/ 793445 h 2241450"/>
                <a:gd name="csX402" fmla="*/ 1090315 w 1425916"/>
                <a:gd name="csY402" fmla="*/ 782837 h 2241450"/>
                <a:gd name="csX403" fmla="*/ 1095188 w 1425916"/>
                <a:gd name="csY403" fmla="*/ 771492 h 2241450"/>
                <a:gd name="csX404" fmla="*/ 1099977 w 1425916"/>
                <a:gd name="csY404" fmla="*/ 760146 h 2241450"/>
                <a:gd name="csX405" fmla="*/ 1100129 w 1425916"/>
                <a:gd name="csY405" fmla="*/ 759778 h 2241450"/>
                <a:gd name="csX406" fmla="*/ 1104917 w 1425916"/>
                <a:gd name="csY406" fmla="*/ 748801 h 2241450"/>
                <a:gd name="csX407" fmla="*/ 1109774 w 1425916"/>
                <a:gd name="csY407" fmla="*/ 737455 h 2241450"/>
                <a:gd name="csX408" fmla="*/ 1114562 w 1425916"/>
                <a:gd name="csY408" fmla="*/ 726110 h 2241450"/>
                <a:gd name="csX409" fmla="*/ 1114562 w 1425916"/>
                <a:gd name="csY409" fmla="*/ 726110 h 2241450"/>
                <a:gd name="csX410" fmla="*/ 1119503 w 1425916"/>
                <a:gd name="csY410" fmla="*/ 714764 h 2241450"/>
                <a:gd name="csX411" fmla="*/ 1124359 w 1425916"/>
                <a:gd name="csY411" fmla="*/ 703419 h 2241450"/>
                <a:gd name="csX412" fmla="*/ 1128996 w 1425916"/>
                <a:gd name="csY412" fmla="*/ 692444 h 2241450"/>
                <a:gd name="csX413" fmla="*/ 1129165 w 1425916"/>
                <a:gd name="csY413" fmla="*/ 692074 h 2241450"/>
                <a:gd name="csX414" fmla="*/ 1134088 w 1425916"/>
                <a:gd name="csY414" fmla="*/ 680728 h 2241450"/>
                <a:gd name="csX415" fmla="*/ 1138961 w 1425916"/>
                <a:gd name="csY415" fmla="*/ 669383 h 2241450"/>
                <a:gd name="csX416" fmla="*/ 1143430 w 1425916"/>
                <a:gd name="csY416" fmla="*/ 658776 h 2241450"/>
                <a:gd name="csX417" fmla="*/ 1143767 w 1425916"/>
                <a:gd name="csY417" fmla="*/ 658037 h 2241450"/>
                <a:gd name="csX418" fmla="*/ 1148691 w 1425916"/>
                <a:gd name="csY418" fmla="*/ 646692 h 2241450"/>
                <a:gd name="csX419" fmla="*/ 1153547 w 1425916"/>
                <a:gd name="csY419" fmla="*/ 635346 h 2241450"/>
                <a:gd name="csX420" fmla="*/ 1157864 w 1425916"/>
                <a:gd name="csY420" fmla="*/ 625109 h 2241450"/>
                <a:gd name="csX421" fmla="*/ 1158353 w 1425916"/>
                <a:gd name="csY421" fmla="*/ 624001 h 2241450"/>
                <a:gd name="csX422" fmla="*/ 1163276 w 1425916"/>
                <a:gd name="csY422" fmla="*/ 612655 h 2241450"/>
                <a:gd name="csX423" fmla="*/ 1168133 w 1425916"/>
                <a:gd name="csY423" fmla="*/ 601310 h 2241450"/>
                <a:gd name="csX424" fmla="*/ 1172297 w 1425916"/>
                <a:gd name="csY424" fmla="*/ 591441 h 2241450"/>
                <a:gd name="csX425" fmla="*/ 1172955 w 1425916"/>
                <a:gd name="csY425" fmla="*/ 589964 h 2241450"/>
                <a:gd name="csX426" fmla="*/ 1177862 w 1425916"/>
                <a:gd name="csY426" fmla="*/ 578619 h 2241450"/>
                <a:gd name="csX427" fmla="*/ 1182718 w 1425916"/>
                <a:gd name="csY427" fmla="*/ 567273 h 2241450"/>
                <a:gd name="csX428" fmla="*/ 1186731 w 1425916"/>
                <a:gd name="csY428" fmla="*/ 557775 h 2241450"/>
                <a:gd name="csX429" fmla="*/ 1187541 w 1425916"/>
                <a:gd name="csY429" fmla="*/ 555928 h 2241450"/>
                <a:gd name="csX430" fmla="*/ 1192464 w 1425916"/>
                <a:gd name="csY430" fmla="*/ 544582 h 2241450"/>
                <a:gd name="csX431" fmla="*/ 1197304 w 1425916"/>
                <a:gd name="csY431" fmla="*/ 533237 h 2241450"/>
                <a:gd name="csX432" fmla="*/ 1201165 w 1425916"/>
                <a:gd name="csY432" fmla="*/ 524107 h 2241450"/>
                <a:gd name="csX433" fmla="*/ 1202143 w 1425916"/>
                <a:gd name="csY433" fmla="*/ 521891 h 2241450"/>
                <a:gd name="csX434" fmla="*/ 1207050 w 1425916"/>
                <a:gd name="csY434" fmla="*/ 510546 h 2241450"/>
                <a:gd name="csX435" fmla="*/ 1211906 w 1425916"/>
                <a:gd name="csY435" fmla="*/ 499200 h 2241450"/>
                <a:gd name="csX436" fmla="*/ 1215599 w 1425916"/>
                <a:gd name="csY436" fmla="*/ 490439 h 2241450"/>
                <a:gd name="csX437" fmla="*/ 1216728 w 1425916"/>
                <a:gd name="csY437" fmla="*/ 487855 h 2241450"/>
                <a:gd name="csX438" fmla="*/ 1221635 w 1425916"/>
                <a:gd name="csY438" fmla="*/ 476509 h 2241450"/>
                <a:gd name="csX439" fmla="*/ 1226491 w 1425916"/>
                <a:gd name="csY439" fmla="*/ 465164 h 2241450"/>
                <a:gd name="csX440" fmla="*/ 1230032 w 1425916"/>
                <a:gd name="csY440" fmla="*/ 456772 h 2241450"/>
                <a:gd name="csX441" fmla="*/ 1231331 w 1425916"/>
                <a:gd name="csY441" fmla="*/ 453818 h 2241450"/>
                <a:gd name="csX442" fmla="*/ 1236238 w 1425916"/>
                <a:gd name="csY442" fmla="*/ 442473 h 2241450"/>
                <a:gd name="csX443" fmla="*/ 1241077 w 1425916"/>
                <a:gd name="csY443" fmla="*/ 431129 h 2241450"/>
                <a:gd name="csX444" fmla="*/ 1244466 w 1425916"/>
                <a:gd name="csY444" fmla="*/ 423104 h 2241450"/>
                <a:gd name="csX445" fmla="*/ 1245916 w 1425916"/>
                <a:gd name="csY445" fmla="*/ 419782 h 2241450"/>
                <a:gd name="csX446" fmla="*/ 1250823 w 1425916"/>
                <a:gd name="csY446" fmla="*/ 408438 h 2241450"/>
                <a:gd name="csX447" fmla="*/ 1255663 w 1425916"/>
                <a:gd name="csY447" fmla="*/ 397091 h 2241450"/>
                <a:gd name="csX448" fmla="*/ 1258900 w 1425916"/>
                <a:gd name="csY448" fmla="*/ 389438 h 2241450"/>
                <a:gd name="csX449" fmla="*/ 1260519 w 1425916"/>
                <a:gd name="csY449" fmla="*/ 385747 h 2241450"/>
                <a:gd name="csX450" fmla="*/ 1265409 w 1425916"/>
                <a:gd name="csY450" fmla="*/ 374400 h 2241450"/>
                <a:gd name="csX451" fmla="*/ 1270265 w 1425916"/>
                <a:gd name="csY451" fmla="*/ 363056 h 2241450"/>
                <a:gd name="csX452" fmla="*/ 1273334 w 1425916"/>
                <a:gd name="csY452" fmla="*/ 355770 h 2241450"/>
                <a:gd name="csX453" fmla="*/ 1275104 w 1425916"/>
                <a:gd name="csY453" fmla="*/ 351709 h 2241450"/>
                <a:gd name="csX454" fmla="*/ 1280011 w 1425916"/>
                <a:gd name="csY454" fmla="*/ 340365 h 2241450"/>
                <a:gd name="csX455" fmla="*/ 1284850 w 1425916"/>
                <a:gd name="csY455" fmla="*/ 329018 h 2241450"/>
                <a:gd name="csX456" fmla="*/ 1287767 w 1425916"/>
                <a:gd name="csY456" fmla="*/ 322103 h 2241450"/>
                <a:gd name="csX457" fmla="*/ 1289707 w 1425916"/>
                <a:gd name="csY457" fmla="*/ 317674 h 2241450"/>
                <a:gd name="csX458" fmla="*/ 1294597 w 1425916"/>
                <a:gd name="csY458" fmla="*/ 306327 h 2241450"/>
                <a:gd name="csX459" fmla="*/ 1299436 w 1425916"/>
                <a:gd name="csY459" fmla="*/ 294983 h 2241450"/>
                <a:gd name="csX460" fmla="*/ 1302201 w 1425916"/>
                <a:gd name="csY460" fmla="*/ 288435 h 2241450"/>
                <a:gd name="csX461" fmla="*/ 1304292 w 1425916"/>
                <a:gd name="csY461" fmla="*/ 283636 h 2241450"/>
                <a:gd name="csX462" fmla="*/ 1309182 w 1425916"/>
                <a:gd name="csY462" fmla="*/ 272292 h 2241450"/>
                <a:gd name="csX463" fmla="*/ 1314021 w 1425916"/>
                <a:gd name="csY463" fmla="*/ 260945 h 2241450"/>
                <a:gd name="csX464" fmla="*/ 1316635 w 1425916"/>
                <a:gd name="csY464" fmla="*/ 254767 h 2241450"/>
                <a:gd name="csX465" fmla="*/ 1318895 w 1425916"/>
                <a:gd name="csY465" fmla="*/ 249601 h 2241450"/>
                <a:gd name="csX466" fmla="*/ 1323784 w 1425916"/>
                <a:gd name="csY466" fmla="*/ 238254 h 2241450"/>
                <a:gd name="csX467" fmla="*/ 1328607 w 1425916"/>
                <a:gd name="csY467" fmla="*/ 226910 h 2241450"/>
                <a:gd name="csX468" fmla="*/ 1331069 w 1425916"/>
                <a:gd name="csY468" fmla="*/ 221101 h 2241450"/>
                <a:gd name="csX469" fmla="*/ 1333480 w 1425916"/>
                <a:gd name="csY469" fmla="*/ 215563 h 2241450"/>
                <a:gd name="csX470" fmla="*/ 1338370 w 1425916"/>
                <a:gd name="csY470" fmla="*/ 204219 h 2241450"/>
                <a:gd name="csX471" fmla="*/ 1343209 w 1425916"/>
                <a:gd name="csY471" fmla="*/ 192872 h 2241450"/>
                <a:gd name="csX472" fmla="*/ 1345502 w 1425916"/>
                <a:gd name="csY472" fmla="*/ 187433 h 2241450"/>
                <a:gd name="csX473" fmla="*/ 1348065 w 1425916"/>
                <a:gd name="csY473" fmla="*/ 181528 h 2241450"/>
                <a:gd name="csX474" fmla="*/ 1352955 w 1425916"/>
                <a:gd name="csY474" fmla="*/ 170183 h 2241450"/>
                <a:gd name="csX475" fmla="*/ 1357795 w 1425916"/>
                <a:gd name="csY475" fmla="*/ 158837 h 2241450"/>
                <a:gd name="csX476" fmla="*/ 1359936 w 1425916"/>
                <a:gd name="csY476" fmla="*/ 153766 h 2241450"/>
                <a:gd name="csX477" fmla="*/ 1362668 w 1425916"/>
                <a:gd name="csY477" fmla="*/ 147492 h 2241450"/>
                <a:gd name="csX478" fmla="*/ 1367541 w 1425916"/>
                <a:gd name="csY478" fmla="*/ 136146 h 2241450"/>
                <a:gd name="csX479" fmla="*/ 1372380 w 1425916"/>
                <a:gd name="csY479" fmla="*/ 124801 h 2241450"/>
                <a:gd name="csX480" fmla="*/ 1374370 w 1425916"/>
                <a:gd name="csY480" fmla="*/ 120098 h 2241450"/>
                <a:gd name="csX481" fmla="*/ 1377253 w 1425916"/>
                <a:gd name="csY481" fmla="*/ 113455 h 2241450"/>
                <a:gd name="csX482" fmla="*/ 1382143 w 1425916"/>
                <a:gd name="csY482" fmla="*/ 102110 h 2241450"/>
                <a:gd name="csX483" fmla="*/ 1386966 w 1425916"/>
                <a:gd name="csY483" fmla="*/ 90764 h 2241450"/>
                <a:gd name="csX484" fmla="*/ 1388804 w 1425916"/>
                <a:gd name="csY484" fmla="*/ 86432 h 2241450"/>
                <a:gd name="csX485" fmla="*/ 1391856 w 1425916"/>
                <a:gd name="csY485" fmla="*/ 79418 h 2241450"/>
                <a:gd name="csX486" fmla="*/ 1396729 w 1425916"/>
                <a:gd name="csY486" fmla="*/ 68073 h 2241450"/>
                <a:gd name="csX487" fmla="*/ 1401568 w 1425916"/>
                <a:gd name="csY487" fmla="*/ 56727 h 2241450"/>
                <a:gd name="csX488" fmla="*/ 1403237 w 1425916"/>
                <a:gd name="csY488" fmla="*/ 52764 h 2241450"/>
                <a:gd name="csX489" fmla="*/ 1406441 w 1425916"/>
                <a:gd name="csY489" fmla="*/ 45382 h 2241450"/>
                <a:gd name="csX490" fmla="*/ 1411314 w 1425916"/>
                <a:gd name="csY490" fmla="*/ 34037 h 2241450"/>
                <a:gd name="csX491" fmla="*/ 1416154 w 1425916"/>
                <a:gd name="csY491" fmla="*/ 22691 h 2241450"/>
                <a:gd name="csX492" fmla="*/ 1417671 w 1425916"/>
                <a:gd name="csY492" fmla="*/ 19096 h 2241450"/>
                <a:gd name="csX493" fmla="*/ 1421027 w 1425916"/>
                <a:gd name="csY493" fmla="*/ 11346 h 2241450"/>
                <a:gd name="csX494" fmla="*/ 1425917 w 1425916"/>
                <a:gd name="csY494" fmla="*/ 0 h 2241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</a:cxnLst>
              <a:rect l="l" t="t" r="r" b="b"/>
              <a:pathLst>
                <a:path w="1425916" h="2241450">
                  <a:moveTo>
                    <a:pt x="0" y="0"/>
                  </a:moveTo>
                  <a:lnTo>
                    <a:pt x="2322" y="11346"/>
                  </a:lnTo>
                  <a:lnTo>
                    <a:pt x="3192" y="15580"/>
                  </a:lnTo>
                  <a:lnTo>
                    <a:pt x="4617" y="22691"/>
                  </a:lnTo>
                  <a:lnTo>
                    <a:pt x="6898" y="34037"/>
                  </a:lnTo>
                  <a:lnTo>
                    <a:pt x="9188" y="45382"/>
                  </a:lnTo>
                  <a:lnTo>
                    <a:pt x="11488" y="56727"/>
                  </a:lnTo>
                  <a:lnTo>
                    <a:pt x="13798" y="68073"/>
                  </a:lnTo>
                  <a:lnTo>
                    <a:pt x="16117" y="79418"/>
                  </a:lnTo>
                  <a:lnTo>
                    <a:pt x="17626" y="86767"/>
                  </a:lnTo>
                  <a:lnTo>
                    <a:pt x="18425" y="90764"/>
                  </a:lnTo>
                  <a:lnTo>
                    <a:pt x="20703" y="102110"/>
                  </a:lnTo>
                  <a:lnTo>
                    <a:pt x="22991" y="113455"/>
                  </a:lnTo>
                  <a:lnTo>
                    <a:pt x="25286" y="124801"/>
                  </a:lnTo>
                  <a:lnTo>
                    <a:pt x="27596" y="136146"/>
                  </a:lnTo>
                  <a:lnTo>
                    <a:pt x="29906" y="147492"/>
                  </a:lnTo>
                  <a:lnTo>
                    <a:pt x="32065" y="157960"/>
                  </a:lnTo>
                  <a:lnTo>
                    <a:pt x="32233" y="158837"/>
                  </a:lnTo>
                  <a:lnTo>
                    <a:pt x="34509" y="170183"/>
                  </a:lnTo>
                  <a:lnTo>
                    <a:pt x="36803" y="181528"/>
                  </a:lnTo>
                  <a:lnTo>
                    <a:pt x="39096" y="192872"/>
                  </a:lnTo>
                  <a:lnTo>
                    <a:pt x="41389" y="204219"/>
                  </a:lnTo>
                  <a:lnTo>
                    <a:pt x="43699" y="215563"/>
                  </a:lnTo>
                  <a:lnTo>
                    <a:pt x="46026" y="226910"/>
                  </a:lnTo>
                  <a:lnTo>
                    <a:pt x="46498" y="229144"/>
                  </a:lnTo>
                  <a:lnTo>
                    <a:pt x="48319" y="238254"/>
                  </a:lnTo>
                  <a:lnTo>
                    <a:pt x="50596" y="249601"/>
                  </a:lnTo>
                  <a:lnTo>
                    <a:pt x="52889" y="260945"/>
                  </a:lnTo>
                  <a:lnTo>
                    <a:pt x="55199" y="272292"/>
                  </a:lnTo>
                  <a:lnTo>
                    <a:pt x="57509" y="283636"/>
                  </a:lnTo>
                  <a:lnTo>
                    <a:pt x="59819" y="294983"/>
                  </a:lnTo>
                  <a:lnTo>
                    <a:pt x="60932" y="300326"/>
                  </a:lnTo>
                  <a:lnTo>
                    <a:pt x="62129" y="306327"/>
                  </a:lnTo>
                  <a:lnTo>
                    <a:pt x="64406" y="317674"/>
                  </a:lnTo>
                  <a:lnTo>
                    <a:pt x="66699" y="329018"/>
                  </a:lnTo>
                  <a:lnTo>
                    <a:pt x="68992" y="340365"/>
                  </a:lnTo>
                  <a:lnTo>
                    <a:pt x="71302" y="351709"/>
                  </a:lnTo>
                  <a:lnTo>
                    <a:pt x="73612" y="363056"/>
                  </a:lnTo>
                  <a:lnTo>
                    <a:pt x="75366" y="371515"/>
                  </a:lnTo>
                  <a:lnTo>
                    <a:pt x="75939" y="374400"/>
                  </a:lnTo>
                  <a:lnTo>
                    <a:pt x="78215" y="385747"/>
                  </a:lnTo>
                  <a:lnTo>
                    <a:pt x="80492" y="397091"/>
                  </a:lnTo>
                  <a:lnTo>
                    <a:pt x="82785" y="408438"/>
                  </a:lnTo>
                  <a:lnTo>
                    <a:pt x="85095" y="419782"/>
                  </a:lnTo>
                  <a:lnTo>
                    <a:pt x="87422" y="431129"/>
                  </a:lnTo>
                  <a:lnTo>
                    <a:pt x="89749" y="442473"/>
                  </a:lnTo>
                  <a:lnTo>
                    <a:pt x="89800" y="442709"/>
                  </a:lnTo>
                  <a:lnTo>
                    <a:pt x="92009" y="453818"/>
                  </a:lnTo>
                  <a:lnTo>
                    <a:pt x="94302" y="465164"/>
                  </a:lnTo>
                  <a:lnTo>
                    <a:pt x="96595" y="476509"/>
                  </a:lnTo>
                  <a:lnTo>
                    <a:pt x="98888" y="487855"/>
                  </a:lnTo>
                  <a:lnTo>
                    <a:pt x="101215" y="499200"/>
                  </a:lnTo>
                  <a:lnTo>
                    <a:pt x="103542" y="510546"/>
                  </a:lnTo>
                  <a:lnTo>
                    <a:pt x="104233" y="513887"/>
                  </a:lnTo>
                  <a:lnTo>
                    <a:pt x="105818" y="521891"/>
                  </a:lnTo>
                  <a:lnTo>
                    <a:pt x="108095" y="533237"/>
                  </a:lnTo>
                  <a:lnTo>
                    <a:pt x="110388" y="544582"/>
                  </a:lnTo>
                  <a:lnTo>
                    <a:pt x="112698" y="555928"/>
                  </a:lnTo>
                  <a:lnTo>
                    <a:pt x="115008" y="567273"/>
                  </a:lnTo>
                  <a:lnTo>
                    <a:pt x="117335" y="578619"/>
                  </a:lnTo>
                  <a:lnTo>
                    <a:pt x="118667" y="585072"/>
                  </a:lnTo>
                  <a:lnTo>
                    <a:pt x="119628" y="589964"/>
                  </a:lnTo>
                  <a:lnTo>
                    <a:pt x="121905" y="601310"/>
                  </a:lnTo>
                  <a:lnTo>
                    <a:pt x="124198" y="612655"/>
                  </a:lnTo>
                  <a:lnTo>
                    <a:pt x="126491" y="624001"/>
                  </a:lnTo>
                  <a:lnTo>
                    <a:pt x="128801" y="635346"/>
                  </a:lnTo>
                  <a:lnTo>
                    <a:pt x="131128" y="646692"/>
                  </a:lnTo>
                  <a:lnTo>
                    <a:pt x="133101" y="656263"/>
                  </a:lnTo>
                  <a:lnTo>
                    <a:pt x="133438" y="658037"/>
                  </a:lnTo>
                  <a:lnTo>
                    <a:pt x="135714" y="669383"/>
                  </a:lnTo>
                  <a:lnTo>
                    <a:pt x="137991" y="680728"/>
                  </a:lnTo>
                  <a:lnTo>
                    <a:pt x="140284" y="692074"/>
                  </a:lnTo>
                  <a:lnTo>
                    <a:pt x="142594" y="703419"/>
                  </a:lnTo>
                  <a:lnTo>
                    <a:pt x="144921" y="714764"/>
                  </a:lnTo>
                  <a:lnTo>
                    <a:pt x="147248" y="726110"/>
                  </a:lnTo>
                  <a:lnTo>
                    <a:pt x="147535" y="727452"/>
                  </a:lnTo>
                  <a:lnTo>
                    <a:pt x="149524" y="737455"/>
                  </a:lnTo>
                  <a:lnTo>
                    <a:pt x="151801" y="748801"/>
                  </a:lnTo>
                  <a:lnTo>
                    <a:pt x="154094" y="760146"/>
                  </a:lnTo>
                  <a:lnTo>
                    <a:pt x="156387" y="771492"/>
                  </a:lnTo>
                  <a:lnTo>
                    <a:pt x="158714" y="782837"/>
                  </a:lnTo>
                  <a:lnTo>
                    <a:pt x="161041" y="794183"/>
                  </a:lnTo>
                  <a:lnTo>
                    <a:pt x="161968" y="798631"/>
                  </a:lnTo>
                  <a:lnTo>
                    <a:pt x="163334" y="805528"/>
                  </a:lnTo>
                  <a:lnTo>
                    <a:pt x="165610" y="816874"/>
                  </a:lnTo>
                  <a:lnTo>
                    <a:pt x="167887" y="828219"/>
                  </a:lnTo>
                  <a:lnTo>
                    <a:pt x="170180" y="839565"/>
                  </a:lnTo>
                  <a:lnTo>
                    <a:pt x="172507" y="850910"/>
                  </a:lnTo>
                  <a:lnTo>
                    <a:pt x="174834" y="862256"/>
                  </a:lnTo>
                  <a:lnTo>
                    <a:pt x="176402" y="869819"/>
                  </a:lnTo>
                  <a:lnTo>
                    <a:pt x="177144" y="873601"/>
                  </a:lnTo>
                  <a:lnTo>
                    <a:pt x="179403" y="884947"/>
                  </a:lnTo>
                  <a:lnTo>
                    <a:pt x="181697" y="896292"/>
                  </a:lnTo>
                  <a:lnTo>
                    <a:pt x="183990" y="907638"/>
                  </a:lnTo>
                  <a:lnTo>
                    <a:pt x="186300" y="918983"/>
                  </a:lnTo>
                  <a:lnTo>
                    <a:pt x="188627" y="930329"/>
                  </a:lnTo>
                  <a:lnTo>
                    <a:pt x="190836" y="941015"/>
                  </a:lnTo>
                  <a:lnTo>
                    <a:pt x="190954" y="941674"/>
                  </a:lnTo>
                  <a:lnTo>
                    <a:pt x="193213" y="953020"/>
                  </a:lnTo>
                  <a:lnTo>
                    <a:pt x="195490" y="964365"/>
                  </a:lnTo>
                  <a:lnTo>
                    <a:pt x="197783" y="975711"/>
                  </a:lnTo>
                  <a:lnTo>
                    <a:pt x="200093" y="987056"/>
                  </a:lnTo>
                  <a:lnTo>
                    <a:pt x="202403" y="998401"/>
                  </a:lnTo>
                  <a:lnTo>
                    <a:pt x="204747" y="1009747"/>
                  </a:lnTo>
                  <a:lnTo>
                    <a:pt x="205253" y="1012193"/>
                  </a:lnTo>
                  <a:lnTo>
                    <a:pt x="207023" y="1021092"/>
                  </a:lnTo>
                  <a:lnTo>
                    <a:pt x="209300" y="1032438"/>
                  </a:lnTo>
                  <a:lnTo>
                    <a:pt x="211576" y="1043783"/>
                  </a:lnTo>
                  <a:lnTo>
                    <a:pt x="213886" y="1055129"/>
                  </a:lnTo>
                  <a:lnTo>
                    <a:pt x="216196" y="1066474"/>
                  </a:lnTo>
                  <a:lnTo>
                    <a:pt x="218540" y="1077820"/>
                  </a:lnTo>
                  <a:lnTo>
                    <a:pt x="219686" y="1083374"/>
                  </a:lnTo>
                  <a:lnTo>
                    <a:pt x="220833" y="1089165"/>
                  </a:lnTo>
                  <a:lnTo>
                    <a:pt x="223109" y="1100511"/>
                  </a:lnTo>
                  <a:lnTo>
                    <a:pt x="225386" y="1111856"/>
                  </a:lnTo>
                  <a:lnTo>
                    <a:pt x="227679" y="1123202"/>
                  </a:lnTo>
                  <a:lnTo>
                    <a:pt x="229989" y="1134547"/>
                  </a:lnTo>
                  <a:lnTo>
                    <a:pt x="232333" y="1145893"/>
                  </a:lnTo>
                  <a:lnTo>
                    <a:pt x="234120" y="1154565"/>
                  </a:lnTo>
                  <a:lnTo>
                    <a:pt x="234660" y="1157238"/>
                  </a:lnTo>
                  <a:lnTo>
                    <a:pt x="236902" y="1168584"/>
                  </a:lnTo>
                  <a:lnTo>
                    <a:pt x="239179" y="1179929"/>
                  </a:lnTo>
                  <a:lnTo>
                    <a:pt x="241472" y="1191275"/>
                  </a:lnTo>
                  <a:lnTo>
                    <a:pt x="243782" y="1202620"/>
                  </a:lnTo>
                  <a:lnTo>
                    <a:pt x="246109" y="1213966"/>
                  </a:lnTo>
                  <a:lnTo>
                    <a:pt x="248470" y="1225311"/>
                  </a:lnTo>
                  <a:lnTo>
                    <a:pt x="248554" y="1225763"/>
                  </a:lnTo>
                  <a:lnTo>
                    <a:pt x="250712" y="1236657"/>
                  </a:lnTo>
                  <a:lnTo>
                    <a:pt x="252989" y="1248002"/>
                  </a:lnTo>
                  <a:lnTo>
                    <a:pt x="255265" y="1259346"/>
                  </a:lnTo>
                  <a:lnTo>
                    <a:pt x="257575" y="1270693"/>
                  </a:lnTo>
                  <a:lnTo>
                    <a:pt x="259902" y="1282037"/>
                  </a:lnTo>
                  <a:lnTo>
                    <a:pt x="262246" y="1293384"/>
                  </a:lnTo>
                  <a:lnTo>
                    <a:pt x="262988" y="1296935"/>
                  </a:lnTo>
                  <a:lnTo>
                    <a:pt x="264539" y="1304728"/>
                  </a:lnTo>
                  <a:lnTo>
                    <a:pt x="266782" y="1316075"/>
                  </a:lnTo>
                  <a:lnTo>
                    <a:pt x="269075" y="1327419"/>
                  </a:lnTo>
                  <a:lnTo>
                    <a:pt x="271368" y="1338766"/>
                  </a:lnTo>
                  <a:lnTo>
                    <a:pt x="273695" y="1350110"/>
                  </a:lnTo>
                  <a:lnTo>
                    <a:pt x="276039" y="1361457"/>
                  </a:lnTo>
                  <a:lnTo>
                    <a:pt x="277421" y="1368117"/>
                  </a:lnTo>
                  <a:lnTo>
                    <a:pt x="278349" y="1372801"/>
                  </a:lnTo>
                  <a:lnTo>
                    <a:pt x="280592" y="1384148"/>
                  </a:lnTo>
                  <a:lnTo>
                    <a:pt x="282868" y="1395492"/>
                  </a:lnTo>
                  <a:lnTo>
                    <a:pt x="285161" y="1406839"/>
                  </a:lnTo>
                  <a:lnTo>
                    <a:pt x="287471" y="1418183"/>
                  </a:lnTo>
                  <a:lnTo>
                    <a:pt x="289815" y="1429530"/>
                  </a:lnTo>
                  <a:lnTo>
                    <a:pt x="291855" y="1439315"/>
                  </a:lnTo>
                  <a:lnTo>
                    <a:pt x="292159" y="1440874"/>
                  </a:lnTo>
                  <a:lnTo>
                    <a:pt x="294401" y="1452221"/>
                  </a:lnTo>
                  <a:lnTo>
                    <a:pt x="296661" y="1463565"/>
                  </a:lnTo>
                  <a:lnTo>
                    <a:pt x="298954" y="1474912"/>
                  </a:lnTo>
                  <a:lnTo>
                    <a:pt x="301264" y="1486256"/>
                  </a:lnTo>
                  <a:lnTo>
                    <a:pt x="303591" y="1497603"/>
                  </a:lnTo>
                  <a:lnTo>
                    <a:pt x="305969" y="1508947"/>
                  </a:lnTo>
                  <a:lnTo>
                    <a:pt x="306289" y="1510500"/>
                  </a:lnTo>
                  <a:lnTo>
                    <a:pt x="308211" y="1520292"/>
                  </a:lnTo>
                  <a:lnTo>
                    <a:pt x="310471" y="1531638"/>
                  </a:lnTo>
                  <a:lnTo>
                    <a:pt x="312747" y="1542983"/>
                  </a:lnTo>
                  <a:lnTo>
                    <a:pt x="315040" y="1554329"/>
                  </a:lnTo>
                  <a:lnTo>
                    <a:pt x="317367" y="1565674"/>
                  </a:lnTo>
                  <a:lnTo>
                    <a:pt x="319745" y="1577020"/>
                  </a:lnTo>
                  <a:lnTo>
                    <a:pt x="320723" y="1581671"/>
                  </a:lnTo>
                  <a:lnTo>
                    <a:pt x="322038" y="1588365"/>
                  </a:lnTo>
                  <a:lnTo>
                    <a:pt x="324264" y="1599711"/>
                  </a:lnTo>
                  <a:lnTo>
                    <a:pt x="326523" y="1611053"/>
                  </a:lnTo>
                  <a:lnTo>
                    <a:pt x="328816" y="1622401"/>
                  </a:lnTo>
                  <a:lnTo>
                    <a:pt x="331143" y="1633749"/>
                  </a:lnTo>
                  <a:lnTo>
                    <a:pt x="333521" y="1645097"/>
                  </a:lnTo>
                  <a:lnTo>
                    <a:pt x="335156" y="1652853"/>
                  </a:lnTo>
                  <a:lnTo>
                    <a:pt x="335848" y="1656445"/>
                  </a:lnTo>
                  <a:lnTo>
                    <a:pt x="338074" y="1667776"/>
                  </a:lnTo>
                  <a:lnTo>
                    <a:pt x="340316" y="1679124"/>
                  </a:lnTo>
                  <a:lnTo>
                    <a:pt x="342610" y="1690472"/>
                  </a:lnTo>
                  <a:lnTo>
                    <a:pt x="344920" y="1701820"/>
                  </a:lnTo>
                  <a:lnTo>
                    <a:pt x="347280" y="1713168"/>
                  </a:lnTo>
                  <a:lnTo>
                    <a:pt x="349590" y="1724061"/>
                  </a:lnTo>
                  <a:lnTo>
                    <a:pt x="349675" y="1724516"/>
                  </a:lnTo>
                  <a:lnTo>
                    <a:pt x="351884" y="1735864"/>
                  </a:lnTo>
                  <a:lnTo>
                    <a:pt x="354109" y="1747195"/>
                  </a:lnTo>
                  <a:lnTo>
                    <a:pt x="356386" y="1758543"/>
                  </a:lnTo>
                  <a:lnTo>
                    <a:pt x="358696" y="1769891"/>
                  </a:lnTo>
                  <a:lnTo>
                    <a:pt x="361039" y="1781239"/>
                  </a:lnTo>
                  <a:lnTo>
                    <a:pt x="363451" y="1792587"/>
                  </a:lnTo>
                  <a:lnTo>
                    <a:pt x="364024" y="1795235"/>
                  </a:lnTo>
                  <a:lnTo>
                    <a:pt x="365693" y="1803935"/>
                  </a:lnTo>
                  <a:lnTo>
                    <a:pt x="367919" y="1815267"/>
                  </a:lnTo>
                  <a:lnTo>
                    <a:pt x="370162" y="1826615"/>
                  </a:lnTo>
                  <a:lnTo>
                    <a:pt x="372455" y="1837963"/>
                  </a:lnTo>
                  <a:lnTo>
                    <a:pt x="374799" y="1849311"/>
                  </a:lnTo>
                  <a:lnTo>
                    <a:pt x="377210" y="1860659"/>
                  </a:lnTo>
                  <a:lnTo>
                    <a:pt x="378458" y="1866392"/>
                  </a:lnTo>
                  <a:lnTo>
                    <a:pt x="379520" y="1872007"/>
                  </a:lnTo>
                  <a:lnTo>
                    <a:pt x="381712" y="1883355"/>
                  </a:lnTo>
                  <a:lnTo>
                    <a:pt x="383938" y="1894686"/>
                  </a:lnTo>
                  <a:lnTo>
                    <a:pt x="386197" y="1906034"/>
                  </a:lnTo>
                  <a:lnTo>
                    <a:pt x="388541" y="1917382"/>
                  </a:lnTo>
                  <a:lnTo>
                    <a:pt x="390935" y="1928730"/>
                  </a:lnTo>
                  <a:lnTo>
                    <a:pt x="392891" y="1937599"/>
                  </a:lnTo>
                  <a:lnTo>
                    <a:pt x="393347" y="1940078"/>
                  </a:lnTo>
                  <a:lnTo>
                    <a:pt x="395505" y="1951426"/>
                  </a:lnTo>
                  <a:lnTo>
                    <a:pt x="397697" y="1962774"/>
                  </a:lnTo>
                  <a:lnTo>
                    <a:pt x="399940" y="1974105"/>
                  </a:lnTo>
                  <a:lnTo>
                    <a:pt x="402250" y="1985453"/>
                  </a:lnTo>
                  <a:lnTo>
                    <a:pt x="404644" y="1996801"/>
                  </a:lnTo>
                  <a:lnTo>
                    <a:pt x="407173" y="2008150"/>
                  </a:lnTo>
                  <a:lnTo>
                    <a:pt x="407325" y="2008807"/>
                  </a:lnTo>
                  <a:lnTo>
                    <a:pt x="409298" y="2019498"/>
                  </a:lnTo>
                  <a:lnTo>
                    <a:pt x="411440" y="2030846"/>
                  </a:lnTo>
                  <a:lnTo>
                    <a:pt x="413632" y="2042177"/>
                  </a:lnTo>
                  <a:lnTo>
                    <a:pt x="415908" y="2053525"/>
                  </a:lnTo>
                  <a:lnTo>
                    <a:pt x="418302" y="2064873"/>
                  </a:lnTo>
                  <a:lnTo>
                    <a:pt x="420865" y="2076221"/>
                  </a:lnTo>
                  <a:lnTo>
                    <a:pt x="421759" y="2079914"/>
                  </a:lnTo>
                  <a:lnTo>
                    <a:pt x="423108" y="2087569"/>
                  </a:lnTo>
                  <a:lnTo>
                    <a:pt x="425165" y="2098917"/>
                  </a:lnTo>
                  <a:lnTo>
                    <a:pt x="427256" y="2110265"/>
                  </a:lnTo>
                  <a:lnTo>
                    <a:pt x="429448" y="2121596"/>
                  </a:lnTo>
                  <a:lnTo>
                    <a:pt x="431775" y="2132944"/>
                  </a:lnTo>
                  <a:lnTo>
                    <a:pt x="434389" y="2144292"/>
                  </a:lnTo>
                  <a:lnTo>
                    <a:pt x="436193" y="2151020"/>
                  </a:lnTo>
                  <a:lnTo>
                    <a:pt x="436952" y="2155640"/>
                  </a:lnTo>
                  <a:lnTo>
                    <a:pt x="438840" y="2166988"/>
                  </a:lnTo>
                  <a:lnTo>
                    <a:pt x="440695" y="2178336"/>
                  </a:lnTo>
                  <a:lnTo>
                    <a:pt x="442533" y="2189668"/>
                  </a:lnTo>
                  <a:lnTo>
                    <a:pt x="444455" y="2201016"/>
                  </a:lnTo>
                  <a:lnTo>
                    <a:pt x="446849" y="2212364"/>
                  </a:lnTo>
                  <a:lnTo>
                    <a:pt x="450626" y="2222143"/>
                  </a:lnTo>
                  <a:lnTo>
                    <a:pt x="450997" y="2223712"/>
                  </a:lnTo>
                  <a:lnTo>
                    <a:pt x="455432" y="2235060"/>
                  </a:lnTo>
                  <a:lnTo>
                    <a:pt x="465060" y="2241450"/>
                  </a:lnTo>
                  <a:lnTo>
                    <a:pt x="472884" y="2235060"/>
                  </a:lnTo>
                  <a:lnTo>
                    <a:pt x="474958" y="2223712"/>
                  </a:lnTo>
                  <a:lnTo>
                    <a:pt x="477420" y="2212364"/>
                  </a:lnTo>
                  <a:lnTo>
                    <a:pt x="479494" y="2207440"/>
                  </a:lnTo>
                  <a:lnTo>
                    <a:pt x="484435" y="2201016"/>
                  </a:lnTo>
                  <a:lnTo>
                    <a:pt x="488633" y="2189668"/>
                  </a:lnTo>
                  <a:lnTo>
                    <a:pt x="492259" y="2178336"/>
                  </a:lnTo>
                  <a:lnTo>
                    <a:pt x="493928" y="2173784"/>
                  </a:lnTo>
                  <a:lnTo>
                    <a:pt x="498093" y="2166988"/>
                  </a:lnTo>
                  <a:lnTo>
                    <a:pt x="502763" y="2155640"/>
                  </a:lnTo>
                  <a:lnTo>
                    <a:pt x="506827" y="2144292"/>
                  </a:lnTo>
                  <a:lnTo>
                    <a:pt x="508361" y="2140127"/>
                  </a:lnTo>
                  <a:lnTo>
                    <a:pt x="512307" y="2132944"/>
                  </a:lnTo>
                  <a:lnTo>
                    <a:pt x="517113" y="2121596"/>
                  </a:lnTo>
                  <a:lnTo>
                    <a:pt x="521379" y="2110265"/>
                  </a:lnTo>
                  <a:lnTo>
                    <a:pt x="522795" y="2106454"/>
                  </a:lnTo>
                  <a:lnTo>
                    <a:pt x="526690" y="2098917"/>
                  </a:lnTo>
                  <a:lnTo>
                    <a:pt x="531547" y="2087569"/>
                  </a:lnTo>
                  <a:lnTo>
                    <a:pt x="535931" y="2076221"/>
                  </a:lnTo>
                  <a:lnTo>
                    <a:pt x="537229" y="2072798"/>
                  </a:lnTo>
                  <a:lnTo>
                    <a:pt x="541158" y="2064873"/>
                  </a:lnTo>
                  <a:lnTo>
                    <a:pt x="546031" y="2053525"/>
                  </a:lnTo>
                  <a:lnTo>
                    <a:pt x="550482" y="2042177"/>
                  </a:lnTo>
                  <a:lnTo>
                    <a:pt x="551663" y="2039125"/>
                  </a:lnTo>
                  <a:lnTo>
                    <a:pt x="555676" y="2030846"/>
                  </a:lnTo>
                  <a:lnTo>
                    <a:pt x="560549" y="2019498"/>
                  </a:lnTo>
                  <a:lnTo>
                    <a:pt x="565051" y="2008150"/>
                  </a:lnTo>
                  <a:lnTo>
                    <a:pt x="566097" y="2005468"/>
                  </a:lnTo>
                  <a:lnTo>
                    <a:pt x="570211" y="1996801"/>
                  </a:lnTo>
                  <a:lnTo>
                    <a:pt x="575067" y="1985453"/>
                  </a:lnTo>
                  <a:lnTo>
                    <a:pt x="579620" y="1974105"/>
                  </a:lnTo>
                  <a:lnTo>
                    <a:pt x="580530" y="1971795"/>
                  </a:lnTo>
                  <a:lnTo>
                    <a:pt x="584763" y="1962774"/>
                  </a:lnTo>
                  <a:lnTo>
                    <a:pt x="589619" y="1951426"/>
                  </a:lnTo>
                  <a:lnTo>
                    <a:pt x="594205" y="1940078"/>
                  </a:lnTo>
                  <a:lnTo>
                    <a:pt x="594964" y="1938122"/>
                  </a:lnTo>
                  <a:lnTo>
                    <a:pt x="599315" y="1928730"/>
                  </a:lnTo>
                  <a:lnTo>
                    <a:pt x="604171" y="1917382"/>
                  </a:lnTo>
                  <a:lnTo>
                    <a:pt x="608774" y="1906034"/>
                  </a:lnTo>
                  <a:lnTo>
                    <a:pt x="609398" y="1904466"/>
                  </a:lnTo>
                  <a:lnTo>
                    <a:pt x="613883" y="1894686"/>
                  </a:lnTo>
                  <a:lnTo>
                    <a:pt x="618739" y="1883355"/>
                  </a:lnTo>
                  <a:lnTo>
                    <a:pt x="623360" y="1872007"/>
                  </a:lnTo>
                  <a:lnTo>
                    <a:pt x="623832" y="1870793"/>
                  </a:lnTo>
                  <a:lnTo>
                    <a:pt x="628452" y="1860659"/>
                  </a:lnTo>
                  <a:lnTo>
                    <a:pt x="633291" y="1849311"/>
                  </a:lnTo>
                  <a:lnTo>
                    <a:pt x="637928" y="1837963"/>
                  </a:lnTo>
                  <a:lnTo>
                    <a:pt x="638265" y="1837137"/>
                  </a:lnTo>
                  <a:lnTo>
                    <a:pt x="643020" y="1826615"/>
                  </a:lnTo>
                  <a:lnTo>
                    <a:pt x="647860" y="1815267"/>
                  </a:lnTo>
                  <a:lnTo>
                    <a:pt x="652514" y="1803935"/>
                  </a:lnTo>
                  <a:lnTo>
                    <a:pt x="652699" y="1803463"/>
                  </a:lnTo>
                  <a:lnTo>
                    <a:pt x="657606" y="1792587"/>
                  </a:lnTo>
                  <a:lnTo>
                    <a:pt x="662445" y="1781239"/>
                  </a:lnTo>
                  <a:lnTo>
                    <a:pt x="667099" y="1769891"/>
                  </a:lnTo>
                  <a:lnTo>
                    <a:pt x="667133" y="1769790"/>
                  </a:lnTo>
                  <a:lnTo>
                    <a:pt x="672175" y="1758543"/>
                  </a:lnTo>
                  <a:lnTo>
                    <a:pt x="677014" y="1747195"/>
                  </a:lnTo>
                  <a:lnTo>
                    <a:pt x="681567" y="1736134"/>
                  </a:lnTo>
                  <a:lnTo>
                    <a:pt x="681685" y="1735864"/>
                  </a:lnTo>
                  <a:lnTo>
                    <a:pt x="686760" y="1724516"/>
                  </a:lnTo>
                  <a:lnTo>
                    <a:pt x="691583" y="1713168"/>
                  </a:lnTo>
                  <a:lnTo>
                    <a:pt x="696000" y="1702461"/>
                  </a:lnTo>
                  <a:lnTo>
                    <a:pt x="696287" y="1701820"/>
                  </a:lnTo>
                  <a:lnTo>
                    <a:pt x="701346" y="1690472"/>
                  </a:lnTo>
                  <a:lnTo>
                    <a:pt x="706168" y="1679124"/>
                  </a:lnTo>
                  <a:lnTo>
                    <a:pt x="710434" y="1668788"/>
                  </a:lnTo>
                  <a:lnTo>
                    <a:pt x="710889" y="1667776"/>
                  </a:lnTo>
                  <a:lnTo>
                    <a:pt x="715914" y="1656445"/>
                  </a:lnTo>
                  <a:lnTo>
                    <a:pt x="720753" y="1645097"/>
                  </a:lnTo>
                  <a:lnTo>
                    <a:pt x="724868" y="1635131"/>
                  </a:lnTo>
                  <a:lnTo>
                    <a:pt x="725492" y="1633749"/>
                  </a:lnTo>
                  <a:lnTo>
                    <a:pt x="730500" y="1622401"/>
                  </a:lnTo>
                  <a:lnTo>
                    <a:pt x="735322" y="1611053"/>
                  </a:lnTo>
                  <a:lnTo>
                    <a:pt x="739302" y="1601458"/>
                  </a:lnTo>
                  <a:lnTo>
                    <a:pt x="740094" y="1599711"/>
                  </a:lnTo>
                  <a:lnTo>
                    <a:pt x="745085" y="1588365"/>
                  </a:lnTo>
                  <a:lnTo>
                    <a:pt x="749908" y="1577020"/>
                  </a:lnTo>
                  <a:lnTo>
                    <a:pt x="753735" y="1567794"/>
                  </a:lnTo>
                  <a:lnTo>
                    <a:pt x="754680" y="1565674"/>
                  </a:lnTo>
                  <a:lnTo>
                    <a:pt x="759671" y="1554329"/>
                  </a:lnTo>
                  <a:lnTo>
                    <a:pt x="764493" y="1542983"/>
                  </a:lnTo>
                  <a:lnTo>
                    <a:pt x="768169" y="1534127"/>
                  </a:lnTo>
                  <a:lnTo>
                    <a:pt x="769282" y="1531638"/>
                  </a:lnTo>
                  <a:lnTo>
                    <a:pt x="774256" y="1520292"/>
                  </a:lnTo>
                  <a:lnTo>
                    <a:pt x="779079" y="1508947"/>
                  </a:lnTo>
                  <a:lnTo>
                    <a:pt x="782603" y="1500459"/>
                  </a:lnTo>
                  <a:lnTo>
                    <a:pt x="783884" y="1497603"/>
                  </a:lnTo>
                  <a:lnTo>
                    <a:pt x="788842" y="1486256"/>
                  </a:lnTo>
                  <a:lnTo>
                    <a:pt x="793664" y="1474912"/>
                  </a:lnTo>
                  <a:lnTo>
                    <a:pt x="797037" y="1466791"/>
                  </a:lnTo>
                  <a:lnTo>
                    <a:pt x="798470" y="1463565"/>
                  </a:lnTo>
                  <a:lnTo>
                    <a:pt x="803427" y="1452221"/>
                  </a:lnTo>
                  <a:lnTo>
                    <a:pt x="808250" y="1440874"/>
                  </a:lnTo>
                  <a:lnTo>
                    <a:pt x="811470" y="1433125"/>
                  </a:lnTo>
                  <a:lnTo>
                    <a:pt x="813072" y="1429530"/>
                  </a:lnTo>
                  <a:lnTo>
                    <a:pt x="818013" y="1418183"/>
                  </a:lnTo>
                  <a:lnTo>
                    <a:pt x="822835" y="1406839"/>
                  </a:lnTo>
                  <a:lnTo>
                    <a:pt x="825904" y="1399457"/>
                  </a:lnTo>
                  <a:lnTo>
                    <a:pt x="827658" y="1395492"/>
                  </a:lnTo>
                  <a:lnTo>
                    <a:pt x="832598" y="1384148"/>
                  </a:lnTo>
                  <a:lnTo>
                    <a:pt x="837404" y="1372801"/>
                  </a:lnTo>
                  <a:lnTo>
                    <a:pt x="840338" y="1365790"/>
                  </a:lnTo>
                  <a:lnTo>
                    <a:pt x="842260" y="1361457"/>
                  </a:lnTo>
                  <a:lnTo>
                    <a:pt x="847184" y="1350110"/>
                  </a:lnTo>
                  <a:lnTo>
                    <a:pt x="851989" y="1338766"/>
                  </a:lnTo>
                  <a:lnTo>
                    <a:pt x="854772" y="1332122"/>
                  </a:lnTo>
                  <a:lnTo>
                    <a:pt x="856846" y="1327419"/>
                  </a:lnTo>
                  <a:lnTo>
                    <a:pt x="861769" y="1316075"/>
                  </a:lnTo>
                  <a:lnTo>
                    <a:pt x="866575" y="1304728"/>
                  </a:lnTo>
                  <a:lnTo>
                    <a:pt x="869205" y="1298454"/>
                  </a:lnTo>
                  <a:lnTo>
                    <a:pt x="871448" y="1293384"/>
                  </a:lnTo>
                  <a:lnTo>
                    <a:pt x="876355" y="1282037"/>
                  </a:lnTo>
                  <a:lnTo>
                    <a:pt x="881177" y="1270693"/>
                  </a:lnTo>
                  <a:lnTo>
                    <a:pt x="883639" y="1264788"/>
                  </a:lnTo>
                  <a:lnTo>
                    <a:pt x="886033" y="1259346"/>
                  </a:lnTo>
                  <a:lnTo>
                    <a:pt x="890940" y="1248002"/>
                  </a:lnTo>
                  <a:lnTo>
                    <a:pt x="895763" y="1236657"/>
                  </a:lnTo>
                  <a:lnTo>
                    <a:pt x="898073" y="1231120"/>
                  </a:lnTo>
                  <a:lnTo>
                    <a:pt x="900636" y="1225311"/>
                  </a:lnTo>
                  <a:lnTo>
                    <a:pt x="905543" y="1213966"/>
                  </a:lnTo>
                  <a:lnTo>
                    <a:pt x="910348" y="1202620"/>
                  </a:lnTo>
                  <a:lnTo>
                    <a:pt x="912507" y="1197453"/>
                  </a:lnTo>
                  <a:lnTo>
                    <a:pt x="915221" y="1191275"/>
                  </a:lnTo>
                  <a:lnTo>
                    <a:pt x="920128" y="1179929"/>
                  </a:lnTo>
                  <a:lnTo>
                    <a:pt x="924934" y="1168584"/>
                  </a:lnTo>
                  <a:lnTo>
                    <a:pt x="926940" y="1163785"/>
                  </a:lnTo>
                  <a:lnTo>
                    <a:pt x="929807" y="1157238"/>
                  </a:lnTo>
                  <a:lnTo>
                    <a:pt x="934714" y="1145893"/>
                  </a:lnTo>
                  <a:lnTo>
                    <a:pt x="939519" y="1134547"/>
                  </a:lnTo>
                  <a:lnTo>
                    <a:pt x="941374" y="1130119"/>
                  </a:lnTo>
                  <a:lnTo>
                    <a:pt x="944409" y="1123202"/>
                  </a:lnTo>
                  <a:lnTo>
                    <a:pt x="949299" y="1111856"/>
                  </a:lnTo>
                  <a:lnTo>
                    <a:pt x="954105" y="1100511"/>
                  </a:lnTo>
                  <a:lnTo>
                    <a:pt x="955808" y="1096451"/>
                  </a:lnTo>
                  <a:lnTo>
                    <a:pt x="958995" y="1089165"/>
                  </a:lnTo>
                  <a:lnTo>
                    <a:pt x="963885" y="1077820"/>
                  </a:lnTo>
                  <a:lnTo>
                    <a:pt x="968690" y="1066474"/>
                  </a:lnTo>
                  <a:lnTo>
                    <a:pt x="970242" y="1062783"/>
                  </a:lnTo>
                  <a:lnTo>
                    <a:pt x="973597" y="1055129"/>
                  </a:lnTo>
                  <a:lnTo>
                    <a:pt x="978470" y="1043783"/>
                  </a:lnTo>
                  <a:lnTo>
                    <a:pt x="983276" y="1032438"/>
                  </a:lnTo>
                  <a:lnTo>
                    <a:pt x="984675" y="1029116"/>
                  </a:lnTo>
                  <a:lnTo>
                    <a:pt x="988183" y="1021092"/>
                  </a:lnTo>
                  <a:lnTo>
                    <a:pt x="993073" y="1009747"/>
                  </a:lnTo>
                  <a:lnTo>
                    <a:pt x="997861" y="998401"/>
                  </a:lnTo>
                  <a:lnTo>
                    <a:pt x="999109" y="995448"/>
                  </a:lnTo>
                  <a:lnTo>
                    <a:pt x="1002768" y="987056"/>
                  </a:lnTo>
                  <a:lnTo>
                    <a:pt x="1007658" y="975711"/>
                  </a:lnTo>
                  <a:lnTo>
                    <a:pt x="1012447" y="964365"/>
                  </a:lnTo>
                  <a:lnTo>
                    <a:pt x="1013543" y="961782"/>
                  </a:lnTo>
                  <a:lnTo>
                    <a:pt x="1017371" y="953020"/>
                  </a:lnTo>
                  <a:lnTo>
                    <a:pt x="1022244" y="941674"/>
                  </a:lnTo>
                  <a:lnTo>
                    <a:pt x="1027049" y="930329"/>
                  </a:lnTo>
                  <a:lnTo>
                    <a:pt x="1027977" y="928114"/>
                  </a:lnTo>
                  <a:lnTo>
                    <a:pt x="1031956" y="918983"/>
                  </a:lnTo>
                  <a:lnTo>
                    <a:pt x="1036829" y="907638"/>
                  </a:lnTo>
                  <a:lnTo>
                    <a:pt x="1041635" y="896292"/>
                  </a:lnTo>
                  <a:lnTo>
                    <a:pt x="1042410" y="894447"/>
                  </a:lnTo>
                  <a:lnTo>
                    <a:pt x="1046542" y="884947"/>
                  </a:lnTo>
                  <a:lnTo>
                    <a:pt x="1051415" y="873601"/>
                  </a:lnTo>
                  <a:lnTo>
                    <a:pt x="1056220" y="862256"/>
                  </a:lnTo>
                  <a:lnTo>
                    <a:pt x="1056844" y="860779"/>
                  </a:lnTo>
                  <a:lnTo>
                    <a:pt x="1061144" y="850910"/>
                  </a:lnTo>
                  <a:lnTo>
                    <a:pt x="1066000" y="839565"/>
                  </a:lnTo>
                  <a:lnTo>
                    <a:pt x="1070806" y="828219"/>
                  </a:lnTo>
                  <a:lnTo>
                    <a:pt x="1071278" y="827113"/>
                  </a:lnTo>
                  <a:lnTo>
                    <a:pt x="1075729" y="816874"/>
                  </a:lnTo>
                  <a:lnTo>
                    <a:pt x="1080603" y="805528"/>
                  </a:lnTo>
                  <a:lnTo>
                    <a:pt x="1085391" y="794183"/>
                  </a:lnTo>
                  <a:lnTo>
                    <a:pt x="1085712" y="793445"/>
                  </a:lnTo>
                  <a:lnTo>
                    <a:pt x="1090315" y="782837"/>
                  </a:lnTo>
                  <a:lnTo>
                    <a:pt x="1095188" y="771492"/>
                  </a:lnTo>
                  <a:lnTo>
                    <a:pt x="1099977" y="760146"/>
                  </a:lnTo>
                  <a:lnTo>
                    <a:pt x="1100129" y="759778"/>
                  </a:lnTo>
                  <a:lnTo>
                    <a:pt x="1104917" y="748801"/>
                  </a:lnTo>
                  <a:lnTo>
                    <a:pt x="1109774" y="737455"/>
                  </a:lnTo>
                  <a:lnTo>
                    <a:pt x="1114562" y="726110"/>
                  </a:lnTo>
                  <a:lnTo>
                    <a:pt x="1114562" y="726110"/>
                  </a:lnTo>
                  <a:lnTo>
                    <a:pt x="1119503" y="714764"/>
                  </a:lnTo>
                  <a:lnTo>
                    <a:pt x="1124359" y="703419"/>
                  </a:lnTo>
                  <a:lnTo>
                    <a:pt x="1128996" y="692444"/>
                  </a:lnTo>
                  <a:lnTo>
                    <a:pt x="1129165" y="692074"/>
                  </a:lnTo>
                  <a:lnTo>
                    <a:pt x="1134088" y="680728"/>
                  </a:lnTo>
                  <a:lnTo>
                    <a:pt x="1138961" y="669383"/>
                  </a:lnTo>
                  <a:lnTo>
                    <a:pt x="1143430" y="658776"/>
                  </a:lnTo>
                  <a:lnTo>
                    <a:pt x="1143767" y="658037"/>
                  </a:lnTo>
                  <a:lnTo>
                    <a:pt x="1148691" y="646692"/>
                  </a:lnTo>
                  <a:lnTo>
                    <a:pt x="1153547" y="635346"/>
                  </a:lnTo>
                  <a:lnTo>
                    <a:pt x="1157864" y="625109"/>
                  </a:lnTo>
                  <a:lnTo>
                    <a:pt x="1158353" y="624001"/>
                  </a:lnTo>
                  <a:lnTo>
                    <a:pt x="1163276" y="612655"/>
                  </a:lnTo>
                  <a:lnTo>
                    <a:pt x="1168133" y="601310"/>
                  </a:lnTo>
                  <a:lnTo>
                    <a:pt x="1172297" y="591441"/>
                  </a:lnTo>
                  <a:lnTo>
                    <a:pt x="1172955" y="589964"/>
                  </a:lnTo>
                  <a:lnTo>
                    <a:pt x="1177862" y="578619"/>
                  </a:lnTo>
                  <a:lnTo>
                    <a:pt x="1182718" y="567273"/>
                  </a:lnTo>
                  <a:lnTo>
                    <a:pt x="1186731" y="557775"/>
                  </a:lnTo>
                  <a:lnTo>
                    <a:pt x="1187541" y="555928"/>
                  </a:lnTo>
                  <a:lnTo>
                    <a:pt x="1192464" y="544582"/>
                  </a:lnTo>
                  <a:lnTo>
                    <a:pt x="1197304" y="533237"/>
                  </a:lnTo>
                  <a:lnTo>
                    <a:pt x="1201165" y="524107"/>
                  </a:lnTo>
                  <a:lnTo>
                    <a:pt x="1202143" y="521891"/>
                  </a:lnTo>
                  <a:lnTo>
                    <a:pt x="1207050" y="510546"/>
                  </a:lnTo>
                  <a:lnTo>
                    <a:pt x="1211906" y="499200"/>
                  </a:lnTo>
                  <a:lnTo>
                    <a:pt x="1215599" y="490439"/>
                  </a:lnTo>
                  <a:lnTo>
                    <a:pt x="1216728" y="487855"/>
                  </a:lnTo>
                  <a:lnTo>
                    <a:pt x="1221635" y="476509"/>
                  </a:lnTo>
                  <a:lnTo>
                    <a:pt x="1226491" y="465164"/>
                  </a:lnTo>
                  <a:lnTo>
                    <a:pt x="1230032" y="456772"/>
                  </a:lnTo>
                  <a:lnTo>
                    <a:pt x="1231331" y="453818"/>
                  </a:lnTo>
                  <a:lnTo>
                    <a:pt x="1236238" y="442473"/>
                  </a:lnTo>
                  <a:lnTo>
                    <a:pt x="1241077" y="431129"/>
                  </a:lnTo>
                  <a:lnTo>
                    <a:pt x="1244466" y="423104"/>
                  </a:lnTo>
                  <a:lnTo>
                    <a:pt x="1245916" y="419782"/>
                  </a:lnTo>
                  <a:lnTo>
                    <a:pt x="1250823" y="408438"/>
                  </a:lnTo>
                  <a:lnTo>
                    <a:pt x="1255663" y="397091"/>
                  </a:lnTo>
                  <a:lnTo>
                    <a:pt x="1258900" y="389438"/>
                  </a:lnTo>
                  <a:lnTo>
                    <a:pt x="1260519" y="385747"/>
                  </a:lnTo>
                  <a:lnTo>
                    <a:pt x="1265409" y="374400"/>
                  </a:lnTo>
                  <a:lnTo>
                    <a:pt x="1270265" y="363056"/>
                  </a:lnTo>
                  <a:lnTo>
                    <a:pt x="1273334" y="355770"/>
                  </a:lnTo>
                  <a:lnTo>
                    <a:pt x="1275104" y="351709"/>
                  </a:lnTo>
                  <a:lnTo>
                    <a:pt x="1280011" y="340365"/>
                  </a:lnTo>
                  <a:lnTo>
                    <a:pt x="1284850" y="329018"/>
                  </a:lnTo>
                  <a:lnTo>
                    <a:pt x="1287767" y="322103"/>
                  </a:lnTo>
                  <a:lnTo>
                    <a:pt x="1289707" y="317674"/>
                  </a:lnTo>
                  <a:lnTo>
                    <a:pt x="1294597" y="306327"/>
                  </a:lnTo>
                  <a:lnTo>
                    <a:pt x="1299436" y="294983"/>
                  </a:lnTo>
                  <a:lnTo>
                    <a:pt x="1302201" y="288435"/>
                  </a:lnTo>
                  <a:lnTo>
                    <a:pt x="1304292" y="283636"/>
                  </a:lnTo>
                  <a:lnTo>
                    <a:pt x="1309182" y="272292"/>
                  </a:lnTo>
                  <a:lnTo>
                    <a:pt x="1314021" y="260945"/>
                  </a:lnTo>
                  <a:lnTo>
                    <a:pt x="1316635" y="254767"/>
                  </a:lnTo>
                  <a:lnTo>
                    <a:pt x="1318895" y="249601"/>
                  </a:lnTo>
                  <a:lnTo>
                    <a:pt x="1323784" y="238254"/>
                  </a:lnTo>
                  <a:lnTo>
                    <a:pt x="1328607" y="226910"/>
                  </a:lnTo>
                  <a:lnTo>
                    <a:pt x="1331069" y="221101"/>
                  </a:lnTo>
                  <a:lnTo>
                    <a:pt x="1333480" y="215563"/>
                  </a:lnTo>
                  <a:lnTo>
                    <a:pt x="1338370" y="204219"/>
                  </a:lnTo>
                  <a:lnTo>
                    <a:pt x="1343209" y="192872"/>
                  </a:lnTo>
                  <a:lnTo>
                    <a:pt x="1345502" y="187433"/>
                  </a:lnTo>
                  <a:lnTo>
                    <a:pt x="1348065" y="181528"/>
                  </a:lnTo>
                  <a:lnTo>
                    <a:pt x="1352955" y="170183"/>
                  </a:lnTo>
                  <a:lnTo>
                    <a:pt x="1357795" y="158837"/>
                  </a:lnTo>
                  <a:lnTo>
                    <a:pt x="1359936" y="153766"/>
                  </a:lnTo>
                  <a:lnTo>
                    <a:pt x="1362668" y="147492"/>
                  </a:lnTo>
                  <a:lnTo>
                    <a:pt x="1367541" y="136146"/>
                  </a:lnTo>
                  <a:lnTo>
                    <a:pt x="1372380" y="124801"/>
                  </a:lnTo>
                  <a:lnTo>
                    <a:pt x="1374370" y="120098"/>
                  </a:lnTo>
                  <a:lnTo>
                    <a:pt x="1377253" y="113455"/>
                  </a:lnTo>
                  <a:lnTo>
                    <a:pt x="1382143" y="102110"/>
                  </a:lnTo>
                  <a:lnTo>
                    <a:pt x="1386966" y="90764"/>
                  </a:lnTo>
                  <a:lnTo>
                    <a:pt x="1388804" y="86432"/>
                  </a:lnTo>
                  <a:lnTo>
                    <a:pt x="1391856" y="79418"/>
                  </a:lnTo>
                  <a:lnTo>
                    <a:pt x="1396729" y="68073"/>
                  </a:lnTo>
                  <a:lnTo>
                    <a:pt x="1401568" y="56727"/>
                  </a:lnTo>
                  <a:lnTo>
                    <a:pt x="1403237" y="52764"/>
                  </a:lnTo>
                  <a:lnTo>
                    <a:pt x="1406441" y="45382"/>
                  </a:lnTo>
                  <a:lnTo>
                    <a:pt x="1411314" y="34037"/>
                  </a:lnTo>
                  <a:lnTo>
                    <a:pt x="1416154" y="22691"/>
                  </a:lnTo>
                  <a:lnTo>
                    <a:pt x="1417671" y="19096"/>
                  </a:lnTo>
                  <a:lnTo>
                    <a:pt x="1421027" y="11346"/>
                  </a:lnTo>
                  <a:lnTo>
                    <a:pt x="1425917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3FC78D9E-8077-3305-73F4-19E5C145B935}"/>
                </a:ext>
              </a:extLst>
            </p:cNvPr>
            <p:cNvSpPr/>
            <p:nvPr/>
          </p:nvSpPr>
          <p:spPr>
            <a:xfrm>
              <a:off x="8373890" y="4079520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43767DC1-5A64-7EC0-1E86-E831BF67ACD5}"/>
              </a:ext>
            </a:extLst>
          </p:cNvPr>
          <p:cNvGrpSpPr/>
          <p:nvPr/>
        </p:nvGrpSpPr>
        <p:grpSpPr>
          <a:xfrm>
            <a:off x="6672191" y="2521084"/>
            <a:ext cx="1823104" cy="2236037"/>
            <a:chOff x="6672191" y="2521084"/>
            <a:chExt cx="1823104" cy="2236037"/>
          </a:xfrm>
        </p:grpSpPr>
        <p:sp>
          <p:nvSpPr>
            <p:cNvPr id="561" name="Freeform 560">
              <a:extLst>
                <a:ext uri="{FF2B5EF4-FFF2-40B4-BE49-F238E27FC236}">
                  <a16:creationId xmlns:a16="http://schemas.microsoft.com/office/drawing/2014/main" id="{D603937F-CA6E-AEEA-0781-4D679D963861}"/>
                </a:ext>
              </a:extLst>
            </p:cNvPr>
            <p:cNvSpPr/>
            <p:nvPr/>
          </p:nvSpPr>
          <p:spPr>
            <a:xfrm>
              <a:off x="6672191" y="2521084"/>
              <a:ext cx="927419" cy="2236037"/>
            </a:xfrm>
            <a:custGeom>
              <a:avLst/>
              <a:gdLst>
                <a:gd name="csX0" fmla="*/ 927419 w 927419"/>
                <a:gd name="csY0" fmla="*/ 0 h 2236037"/>
                <a:gd name="csX1" fmla="*/ 923659 w 927419"/>
                <a:gd name="csY1" fmla="*/ 11346 h 2236037"/>
                <a:gd name="csX2" fmla="*/ 920725 w 927419"/>
                <a:gd name="csY2" fmla="*/ 20170 h 2236037"/>
                <a:gd name="csX3" fmla="*/ 919899 w 927419"/>
                <a:gd name="csY3" fmla="*/ 22691 h 2236037"/>
                <a:gd name="csX4" fmla="*/ 916122 w 927419"/>
                <a:gd name="csY4" fmla="*/ 34037 h 2236037"/>
                <a:gd name="csX5" fmla="*/ 912345 w 927419"/>
                <a:gd name="csY5" fmla="*/ 45382 h 2236037"/>
                <a:gd name="csX6" fmla="*/ 908585 w 927419"/>
                <a:gd name="csY6" fmla="*/ 56727 h 2236037"/>
                <a:gd name="csX7" fmla="*/ 906291 w 927419"/>
                <a:gd name="csY7" fmla="*/ 63617 h 2236037"/>
                <a:gd name="csX8" fmla="*/ 904824 w 927419"/>
                <a:gd name="csY8" fmla="*/ 68073 h 2236037"/>
                <a:gd name="csX9" fmla="*/ 901047 w 927419"/>
                <a:gd name="csY9" fmla="*/ 79418 h 2236037"/>
                <a:gd name="csX10" fmla="*/ 897270 w 927419"/>
                <a:gd name="csY10" fmla="*/ 90764 h 2236037"/>
                <a:gd name="csX11" fmla="*/ 893510 w 927419"/>
                <a:gd name="csY11" fmla="*/ 102110 h 2236037"/>
                <a:gd name="csX12" fmla="*/ 891858 w 927419"/>
                <a:gd name="csY12" fmla="*/ 107069 h 2236037"/>
                <a:gd name="csX13" fmla="*/ 889733 w 927419"/>
                <a:gd name="csY13" fmla="*/ 113455 h 2236037"/>
                <a:gd name="csX14" fmla="*/ 885956 w 927419"/>
                <a:gd name="csY14" fmla="*/ 124801 h 2236037"/>
                <a:gd name="csX15" fmla="*/ 882196 w 927419"/>
                <a:gd name="csY15" fmla="*/ 136146 h 2236037"/>
                <a:gd name="csX16" fmla="*/ 878436 w 927419"/>
                <a:gd name="csY16" fmla="*/ 147492 h 2236037"/>
                <a:gd name="csX17" fmla="*/ 877424 w 927419"/>
                <a:gd name="csY17" fmla="*/ 150524 h 2236037"/>
                <a:gd name="csX18" fmla="*/ 874659 w 927419"/>
                <a:gd name="csY18" fmla="*/ 158837 h 2236037"/>
                <a:gd name="csX19" fmla="*/ 870881 w 927419"/>
                <a:gd name="csY19" fmla="*/ 170183 h 2236037"/>
                <a:gd name="csX20" fmla="*/ 867121 w 927419"/>
                <a:gd name="csY20" fmla="*/ 181528 h 2236037"/>
                <a:gd name="csX21" fmla="*/ 863361 w 927419"/>
                <a:gd name="csY21" fmla="*/ 192872 h 2236037"/>
                <a:gd name="csX22" fmla="*/ 862990 w 927419"/>
                <a:gd name="csY22" fmla="*/ 193983 h 2236037"/>
                <a:gd name="csX23" fmla="*/ 859584 w 927419"/>
                <a:gd name="csY23" fmla="*/ 204219 h 2236037"/>
                <a:gd name="csX24" fmla="*/ 855807 w 927419"/>
                <a:gd name="csY24" fmla="*/ 215563 h 2236037"/>
                <a:gd name="csX25" fmla="*/ 852047 w 927419"/>
                <a:gd name="csY25" fmla="*/ 226910 h 2236037"/>
                <a:gd name="csX26" fmla="*/ 848556 w 927419"/>
                <a:gd name="csY26" fmla="*/ 237438 h 2236037"/>
                <a:gd name="csX27" fmla="*/ 848287 w 927419"/>
                <a:gd name="csY27" fmla="*/ 238254 h 2236037"/>
                <a:gd name="csX28" fmla="*/ 844509 w 927419"/>
                <a:gd name="csY28" fmla="*/ 249601 h 2236037"/>
                <a:gd name="csX29" fmla="*/ 840732 w 927419"/>
                <a:gd name="csY29" fmla="*/ 260945 h 2236037"/>
                <a:gd name="csX30" fmla="*/ 836972 w 927419"/>
                <a:gd name="csY30" fmla="*/ 272292 h 2236037"/>
                <a:gd name="csX31" fmla="*/ 834123 w 927419"/>
                <a:gd name="csY31" fmla="*/ 280881 h 2236037"/>
                <a:gd name="csX32" fmla="*/ 833212 w 927419"/>
                <a:gd name="csY32" fmla="*/ 283636 h 2236037"/>
                <a:gd name="csX33" fmla="*/ 829435 w 927419"/>
                <a:gd name="csY33" fmla="*/ 294983 h 2236037"/>
                <a:gd name="csX34" fmla="*/ 825658 w 927419"/>
                <a:gd name="csY34" fmla="*/ 306327 h 2236037"/>
                <a:gd name="csX35" fmla="*/ 821898 w 927419"/>
                <a:gd name="csY35" fmla="*/ 317674 h 2236037"/>
                <a:gd name="csX36" fmla="*/ 819689 w 927419"/>
                <a:gd name="csY36" fmla="*/ 324327 h 2236037"/>
                <a:gd name="csX37" fmla="*/ 818138 w 927419"/>
                <a:gd name="csY37" fmla="*/ 329018 h 2236037"/>
                <a:gd name="csX38" fmla="*/ 814360 w 927419"/>
                <a:gd name="csY38" fmla="*/ 340365 h 2236037"/>
                <a:gd name="csX39" fmla="*/ 810583 w 927419"/>
                <a:gd name="csY39" fmla="*/ 351709 h 2236037"/>
                <a:gd name="csX40" fmla="*/ 806840 w 927419"/>
                <a:gd name="csY40" fmla="*/ 363056 h 2236037"/>
                <a:gd name="csX41" fmla="*/ 805272 w 927419"/>
                <a:gd name="csY41" fmla="*/ 367780 h 2236037"/>
                <a:gd name="csX42" fmla="*/ 803063 w 927419"/>
                <a:gd name="csY42" fmla="*/ 374400 h 2236037"/>
                <a:gd name="csX43" fmla="*/ 799286 w 927419"/>
                <a:gd name="csY43" fmla="*/ 385747 h 2236037"/>
                <a:gd name="csX44" fmla="*/ 795526 w 927419"/>
                <a:gd name="csY44" fmla="*/ 397091 h 2236037"/>
                <a:gd name="csX45" fmla="*/ 791766 w 927419"/>
                <a:gd name="csY45" fmla="*/ 408438 h 2236037"/>
                <a:gd name="csX46" fmla="*/ 790838 w 927419"/>
                <a:gd name="csY46" fmla="*/ 411237 h 2236037"/>
                <a:gd name="csX47" fmla="*/ 787988 w 927419"/>
                <a:gd name="csY47" fmla="*/ 419782 h 2236037"/>
                <a:gd name="csX48" fmla="*/ 784211 w 927419"/>
                <a:gd name="csY48" fmla="*/ 431129 h 2236037"/>
                <a:gd name="csX49" fmla="*/ 780451 w 927419"/>
                <a:gd name="csY49" fmla="*/ 442473 h 2236037"/>
                <a:gd name="csX50" fmla="*/ 776691 w 927419"/>
                <a:gd name="csY50" fmla="*/ 453818 h 2236037"/>
                <a:gd name="csX51" fmla="*/ 776404 w 927419"/>
                <a:gd name="csY51" fmla="*/ 454698 h 2236037"/>
                <a:gd name="csX52" fmla="*/ 772914 w 927419"/>
                <a:gd name="csY52" fmla="*/ 465164 h 2236037"/>
                <a:gd name="csX53" fmla="*/ 769137 w 927419"/>
                <a:gd name="csY53" fmla="*/ 476509 h 2236037"/>
                <a:gd name="csX54" fmla="*/ 765377 w 927419"/>
                <a:gd name="csY54" fmla="*/ 487855 h 2236037"/>
                <a:gd name="csX55" fmla="*/ 761971 w 927419"/>
                <a:gd name="csY55" fmla="*/ 498150 h 2236037"/>
                <a:gd name="csX56" fmla="*/ 761617 w 927419"/>
                <a:gd name="csY56" fmla="*/ 499200 h 2236037"/>
                <a:gd name="csX57" fmla="*/ 757823 w 927419"/>
                <a:gd name="csY57" fmla="*/ 510546 h 2236037"/>
                <a:gd name="csX58" fmla="*/ 754062 w 927419"/>
                <a:gd name="csY58" fmla="*/ 521891 h 2236037"/>
                <a:gd name="csX59" fmla="*/ 750302 w 927419"/>
                <a:gd name="csY59" fmla="*/ 533237 h 2236037"/>
                <a:gd name="csX60" fmla="*/ 747537 w 927419"/>
                <a:gd name="csY60" fmla="*/ 541591 h 2236037"/>
                <a:gd name="csX61" fmla="*/ 746542 w 927419"/>
                <a:gd name="csY61" fmla="*/ 544582 h 2236037"/>
                <a:gd name="csX62" fmla="*/ 742748 w 927419"/>
                <a:gd name="csY62" fmla="*/ 555928 h 2236037"/>
                <a:gd name="csX63" fmla="*/ 738988 w 927419"/>
                <a:gd name="csY63" fmla="*/ 567273 h 2236037"/>
                <a:gd name="csX64" fmla="*/ 735228 w 927419"/>
                <a:gd name="csY64" fmla="*/ 578619 h 2236037"/>
                <a:gd name="csX65" fmla="*/ 733103 w 927419"/>
                <a:gd name="csY65" fmla="*/ 585039 h 2236037"/>
                <a:gd name="csX66" fmla="*/ 731451 w 927419"/>
                <a:gd name="csY66" fmla="*/ 589964 h 2236037"/>
                <a:gd name="csX67" fmla="*/ 727674 w 927419"/>
                <a:gd name="csY67" fmla="*/ 601310 h 2236037"/>
                <a:gd name="csX68" fmla="*/ 723913 w 927419"/>
                <a:gd name="csY68" fmla="*/ 612655 h 2236037"/>
                <a:gd name="csX69" fmla="*/ 720153 w 927419"/>
                <a:gd name="csY69" fmla="*/ 624001 h 2236037"/>
                <a:gd name="csX70" fmla="*/ 718669 w 927419"/>
                <a:gd name="csY70" fmla="*/ 628490 h 2236037"/>
                <a:gd name="csX71" fmla="*/ 716376 w 927419"/>
                <a:gd name="csY71" fmla="*/ 635346 h 2236037"/>
                <a:gd name="csX72" fmla="*/ 712599 w 927419"/>
                <a:gd name="csY72" fmla="*/ 646692 h 2236037"/>
                <a:gd name="csX73" fmla="*/ 708839 w 927419"/>
                <a:gd name="csY73" fmla="*/ 658037 h 2236037"/>
                <a:gd name="csX74" fmla="*/ 705079 w 927419"/>
                <a:gd name="csY74" fmla="*/ 669383 h 2236037"/>
                <a:gd name="csX75" fmla="*/ 704236 w 927419"/>
                <a:gd name="csY75" fmla="*/ 671948 h 2236037"/>
                <a:gd name="csX76" fmla="*/ 701302 w 927419"/>
                <a:gd name="csY76" fmla="*/ 680728 h 2236037"/>
                <a:gd name="csX77" fmla="*/ 697525 w 927419"/>
                <a:gd name="csY77" fmla="*/ 692074 h 2236037"/>
                <a:gd name="csX78" fmla="*/ 693764 w 927419"/>
                <a:gd name="csY78" fmla="*/ 703419 h 2236037"/>
                <a:gd name="csX79" fmla="*/ 690004 w 927419"/>
                <a:gd name="csY79" fmla="*/ 714764 h 2236037"/>
                <a:gd name="csX80" fmla="*/ 689802 w 927419"/>
                <a:gd name="csY80" fmla="*/ 715413 h 2236037"/>
                <a:gd name="csX81" fmla="*/ 686227 w 927419"/>
                <a:gd name="csY81" fmla="*/ 726110 h 2236037"/>
                <a:gd name="csX82" fmla="*/ 682450 w 927419"/>
                <a:gd name="csY82" fmla="*/ 737455 h 2236037"/>
                <a:gd name="csX83" fmla="*/ 678690 w 927419"/>
                <a:gd name="csY83" fmla="*/ 748801 h 2236037"/>
                <a:gd name="csX84" fmla="*/ 675368 w 927419"/>
                <a:gd name="csY84" fmla="*/ 758859 h 2236037"/>
                <a:gd name="csX85" fmla="*/ 674930 w 927419"/>
                <a:gd name="csY85" fmla="*/ 760146 h 2236037"/>
                <a:gd name="csX86" fmla="*/ 671153 w 927419"/>
                <a:gd name="csY86" fmla="*/ 771492 h 2236037"/>
                <a:gd name="csX87" fmla="*/ 667376 w 927419"/>
                <a:gd name="csY87" fmla="*/ 782837 h 2236037"/>
                <a:gd name="csX88" fmla="*/ 663615 w 927419"/>
                <a:gd name="csY88" fmla="*/ 794183 h 2236037"/>
                <a:gd name="csX89" fmla="*/ 660934 w 927419"/>
                <a:gd name="csY89" fmla="*/ 802300 h 2236037"/>
                <a:gd name="csX90" fmla="*/ 659855 w 927419"/>
                <a:gd name="csY90" fmla="*/ 805528 h 2236037"/>
                <a:gd name="csX91" fmla="*/ 656078 w 927419"/>
                <a:gd name="csY91" fmla="*/ 816874 h 2236037"/>
                <a:gd name="csX92" fmla="*/ 652301 w 927419"/>
                <a:gd name="csY92" fmla="*/ 828219 h 2236037"/>
                <a:gd name="csX93" fmla="*/ 648541 w 927419"/>
                <a:gd name="csY93" fmla="*/ 839565 h 2236037"/>
                <a:gd name="csX94" fmla="*/ 646501 w 927419"/>
                <a:gd name="csY94" fmla="*/ 845747 h 2236037"/>
                <a:gd name="csX95" fmla="*/ 644781 w 927419"/>
                <a:gd name="csY95" fmla="*/ 850910 h 2236037"/>
                <a:gd name="csX96" fmla="*/ 641004 w 927419"/>
                <a:gd name="csY96" fmla="*/ 862256 h 2236037"/>
                <a:gd name="csX97" fmla="*/ 637227 w 927419"/>
                <a:gd name="csY97" fmla="*/ 873601 h 2236037"/>
                <a:gd name="csX98" fmla="*/ 633483 w 927419"/>
                <a:gd name="csY98" fmla="*/ 884947 h 2236037"/>
                <a:gd name="csX99" fmla="*/ 632067 w 927419"/>
                <a:gd name="csY99" fmla="*/ 889200 h 2236037"/>
                <a:gd name="csX100" fmla="*/ 629706 w 927419"/>
                <a:gd name="csY100" fmla="*/ 896292 h 2236037"/>
                <a:gd name="csX101" fmla="*/ 625912 w 927419"/>
                <a:gd name="csY101" fmla="*/ 907638 h 2236037"/>
                <a:gd name="csX102" fmla="*/ 622152 w 927419"/>
                <a:gd name="csY102" fmla="*/ 918983 h 2236037"/>
                <a:gd name="csX103" fmla="*/ 618409 w 927419"/>
                <a:gd name="csY103" fmla="*/ 930329 h 2236037"/>
                <a:gd name="csX104" fmla="*/ 617633 w 927419"/>
                <a:gd name="csY104" fmla="*/ 932660 h 2236037"/>
                <a:gd name="csX105" fmla="*/ 614615 w 927419"/>
                <a:gd name="csY105" fmla="*/ 941674 h 2236037"/>
                <a:gd name="csX106" fmla="*/ 610838 w 927419"/>
                <a:gd name="csY106" fmla="*/ 953020 h 2236037"/>
                <a:gd name="csX107" fmla="*/ 607078 w 927419"/>
                <a:gd name="csY107" fmla="*/ 964365 h 2236037"/>
                <a:gd name="csX108" fmla="*/ 603334 w 927419"/>
                <a:gd name="csY108" fmla="*/ 975711 h 2236037"/>
                <a:gd name="csX109" fmla="*/ 603199 w 927419"/>
                <a:gd name="csY109" fmla="*/ 976128 h 2236037"/>
                <a:gd name="csX110" fmla="*/ 599540 w 927419"/>
                <a:gd name="csY110" fmla="*/ 987056 h 2236037"/>
                <a:gd name="csX111" fmla="*/ 595763 w 927419"/>
                <a:gd name="csY111" fmla="*/ 998401 h 2236037"/>
                <a:gd name="csX112" fmla="*/ 592003 w 927419"/>
                <a:gd name="csY112" fmla="*/ 1009747 h 2236037"/>
                <a:gd name="csX113" fmla="*/ 588766 w 927419"/>
                <a:gd name="csY113" fmla="*/ 1019569 h 2236037"/>
                <a:gd name="csX114" fmla="*/ 588260 w 927419"/>
                <a:gd name="csY114" fmla="*/ 1021092 h 2236037"/>
                <a:gd name="csX115" fmla="*/ 584466 w 927419"/>
                <a:gd name="csY115" fmla="*/ 1032438 h 2236037"/>
                <a:gd name="csX116" fmla="*/ 580689 w 927419"/>
                <a:gd name="csY116" fmla="*/ 1043783 h 2236037"/>
                <a:gd name="csX117" fmla="*/ 576945 w 927419"/>
                <a:gd name="csY117" fmla="*/ 1055129 h 2236037"/>
                <a:gd name="csX118" fmla="*/ 574332 w 927419"/>
                <a:gd name="csY118" fmla="*/ 1063009 h 2236037"/>
                <a:gd name="csX119" fmla="*/ 573168 w 927419"/>
                <a:gd name="csY119" fmla="*/ 1066474 h 2236037"/>
                <a:gd name="csX120" fmla="*/ 569391 w 927419"/>
                <a:gd name="csY120" fmla="*/ 1077820 h 2236037"/>
                <a:gd name="csX121" fmla="*/ 565614 w 927419"/>
                <a:gd name="csY121" fmla="*/ 1089165 h 2236037"/>
                <a:gd name="csX122" fmla="*/ 561871 w 927419"/>
                <a:gd name="csY122" fmla="*/ 1100511 h 2236037"/>
                <a:gd name="csX123" fmla="*/ 559898 w 927419"/>
                <a:gd name="csY123" fmla="*/ 1106455 h 2236037"/>
                <a:gd name="csX124" fmla="*/ 558094 w 927419"/>
                <a:gd name="csY124" fmla="*/ 1111856 h 2236037"/>
                <a:gd name="csX125" fmla="*/ 554317 w 927419"/>
                <a:gd name="csY125" fmla="*/ 1123202 h 2236037"/>
                <a:gd name="csX126" fmla="*/ 550540 w 927419"/>
                <a:gd name="csY126" fmla="*/ 1134547 h 2236037"/>
                <a:gd name="csX127" fmla="*/ 546796 w 927419"/>
                <a:gd name="csY127" fmla="*/ 1145893 h 2236037"/>
                <a:gd name="csX128" fmla="*/ 545464 w 927419"/>
                <a:gd name="csY128" fmla="*/ 1149908 h 2236037"/>
                <a:gd name="csX129" fmla="*/ 543019 w 927419"/>
                <a:gd name="csY129" fmla="*/ 1157238 h 2236037"/>
                <a:gd name="csX130" fmla="*/ 539242 w 927419"/>
                <a:gd name="csY130" fmla="*/ 1168584 h 2236037"/>
                <a:gd name="csX131" fmla="*/ 535482 w 927419"/>
                <a:gd name="csY131" fmla="*/ 1179929 h 2236037"/>
                <a:gd name="csX132" fmla="*/ 531722 w 927419"/>
                <a:gd name="csY132" fmla="*/ 1191275 h 2236037"/>
                <a:gd name="csX133" fmla="*/ 531031 w 927419"/>
                <a:gd name="csY133" fmla="*/ 1193371 h 2236037"/>
                <a:gd name="csX134" fmla="*/ 527945 w 927419"/>
                <a:gd name="csY134" fmla="*/ 1202620 h 2236037"/>
                <a:gd name="csX135" fmla="*/ 524168 w 927419"/>
                <a:gd name="csY135" fmla="*/ 1213966 h 2236037"/>
                <a:gd name="csX136" fmla="*/ 520407 w 927419"/>
                <a:gd name="csY136" fmla="*/ 1225311 h 2236037"/>
                <a:gd name="csX137" fmla="*/ 516664 w 927419"/>
                <a:gd name="csY137" fmla="*/ 1236657 h 2236037"/>
                <a:gd name="csX138" fmla="*/ 516597 w 927419"/>
                <a:gd name="csY138" fmla="*/ 1236842 h 2236037"/>
                <a:gd name="csX139" fmla="*/ 512853 w 927419"/>
                <a:gd name="csY139" fmla="*/ 1248002 h 2236037"/>
                <a:gd name="csX140" fmla="*/ 509093 w 927419"/>
                <a:gd name="csY140" fmla="*/ 1259346 h 2236037"/>
                <a:gd name="csX141" fmla="*/ 505333 w 927419"/>
                <a:gd name="csY141" fmla="*/ 1270693 h 2236037"/>
                <a:gd name="csX142" fmla="*/ 502163 w 927419"/>
                <a:gd name="csY142" fmla="*/ 1280277 h 2236037"/>
                <a:gd name="csX143" fmla="*/ 501573 w 927419"/>
                <a:gd name="csY143" fmla="*/ 1282037 h 2236037"/>
                <a:gd name="csX144" fmla="*/ 497779 w 927419"/>
                <a:gd name="csY144" fmla="*/ 1293384 h 2236037"/>
                <a:gd name="csX145" fmla="*/ 494002 w 927419"/>
                <a:gd name="csY145" fmla="*/ 1304728 h 2236037"/>
                <a:gd name="csX146" fmla="*/ 490259 w 927419"/>
                <a:gd name="csY146" fmla="*/ 1316075 h 2236037"/>
                <a:gd name="csX147" fmla="*/ 487729 w 927419"/>
                <a:gd name="csY147" fmla="*/ 1323713 h 2236037"/>
                <a:gd name="csX148" fmla="*/ 486498 w 927419"/>
                <a:gd name="csY148" fmla="*/ 1327419 h 2236037"/>
                <a:gd name="csX149" fmla="*/ 482704 w 927419"/>
                <a:gd name="csY149" fmla="*/ 1338766 h 2236037"/>
                <a:gd name="csX150" fmla="*/ 478944 w 927419"/>
                <a:gd name="csY150" fmla="*/ 1350110 h 2236037"/>
                <a:gd name="csX151" fmla="*/ 475184 w 927419"/>
                <a:gd name="csY151" fmla="*/ 1361457 h 2236037"/>
                <a:gd name="csX152" fmla="*/ 473296 w 927419"/>
                <a:gd name="csY152" fmla="*/ 1367158 h 2236037"/>
                <a:gd name="csX153" fmla="*/ 471407 w 927419"/>
                <a:gd name="csY153" fmla="*/ 1372801 h 2236037"/>
                <a:gd name="csX154" fmla="*/ 467630 w 927419"/>
                <a:gd name="csY154" fmla="*/ 1384148 h 2236037"/>
                <a:gd name="csX155" fmla="*/ 463870 w 927419"/>
                <a:gd name="csY155" fmla="*/ 1395492 h 2236037"/>
                <a:gd name="csX156" fmla="*/ 460110 w 927419"/>
                <a:gd name="csY156" fmla="*/ 1406839 h 2236037"/>
                <a:gd name="csX157" fmla="*/ 458862 w 927419"/>
                <a:gd name="csY157" fmla="*/ 1410614 h 2236037"/>
                <a:gd name="csX158" fmla="*/ 456332 w 927419"/>
                <a:gd name="csY158" fmla="*/ 1418183 h 2236037"/>
                <a:gd name="csX159" fmla="*/ 452555 w 927419"/>
                <a:gd name="csY159" fmla="*/ 1429530 h 2236037"/>
                <a:gd name="csX160" fmla="*/ 448795 w 927419"/>
                <a:gd name="csY160" fmla="*/ 1440874 h 2236037"/>
                <a:gd name="csX161" fmla="*/ 445052 w 927419"/>
                <a:gd name="csY161" fmla="*/ 1452221 h 2236037"/>
                <a:gd name="csX162" fmla="*/ 444428 w 927419"/>
                <a:gd name="csY162" fmla="*/ 1454081 h 2236037"/>
                <a:gd name="csX163" fmla="*/ 441258 w 927419"/>
                <a:gd name="csY163" fmla="*/ 1463565 h 2236037"/>
                <a:gd name="csX164" fmla="*/ 437464 w 927419"/>
                <a:gd name="csY164" fmla="*/ 1474912 h 2236037"/>
                <a:gd name="csX165" fmla="*/ 433721 w 927419"/>
                <a:gd name="csY165" fmla="*/ 1486256 h 2236037"/>
                <a:gd name="csX166" fmla="*/ 429994 w 927419"/>
                <a:gd name="csY166" fmla="*/ 1497559 h 2236037"/>
                <a:gd name="csX167" fmla="*/ 429978 w 927419"/>
                <a:gd name="csY167" fmla="*/ 1497603 h 2236037"/>
                <a:gd name="csX168" fmla="*/ 426167 w 927419"/>
                <a:gd name="csY168" fmla="*/ 1508947 h 2236037"/>
                <a:gd name="csX169" fmla="*/ 422390 w 927419"/>
                <a:gd name="csY169" fmla="*/ 1520292 h 2236037"/>
                <a:gd name="csX170" fmla="*/ 418646 w 927419"/>
                <a:gd name="csY170" fmla="*/ 1531638 h 2236037"/>
                <a:gd name="csX171" fmla="*/ 415561 w 927419"/>
                <a:gd name="csY171" fmla="*/ 1540980 h 2236037"/>
                <a:gd name="csX172" fmla="*/ 414886 w 927419"/>
                <a:gd name="csY172" fmla="*/ 1542983 h 2236037"/>
                <a:gd name="csX173" fmla="*/ 411092 w 927419"/>
                <a:gd name="csY173" fmla="*/ 1554329 h 2236037"/>
                <a:gd name="csX174" fmla="*/ 407315 w 927419"/>
                <a:gd name="csY174" fmla="*/ 1565674 h 2236037"/>
                <a:gd name="csX175" fmla="*/ 403572 w 927419"/>
                <a:gd name="csY175" fmla="*/ 1577020 h 2236037"/>
                <a:gd name="csX176" fmla="*/ 401127 w 927419"/>
                <a:gd name="csY176" fmla="*/ 1584411 h 2236037"/>
                <a:gd name="csX177" fmla="*/ 399812 w 927419"/>
                <a:gd name="csY177" fmla="*/ 1588365 h 2236037"/>
                <a:gd name="csX178" fmla="*/ 396001 w 927419"/>
                <a:gd name="csY178" fmla="*/ 1599711 h 2236037"/>
                <a:gd name="csX179" fmla="*/ 392241 w 927419"/>
                <a:gd name="csY179" fmla="*/ 1611053 h 2236037"/>
                <a:gd name="csX180" fmla="*/ 388514 w 927419"/>
                <a:gd name="csY180" fmla="*/ 1622401 h 2236037"/>
                <a:gd name="csX181" fmla="*/ 386693 w 927419"/>
                <a:gd name="csY181" fmla="*/ 1627847 h 2236037"/>
                <a:gd name="csX182" fmla="*/ 384720 w 927419"/>
                <a:gd name="csY182" fmla="*/ 1633749 h 2236037"/>
                <a:gd name="csX183" fmla="*/ 380926 w 927419"/>
                <a:gd name="csY183" fmla="*/ 1645097 h 2236037"/>
                <a:gd name="csX184" fmla="*/ 377166 w 927419"/>
                <a:gd name="csY184" fmla="*/ 1656445 h 2236037"/>
                <a:gd name="csX185" fmla="*/ 373440 w 927419"/>
                <a:gd name="csY185" fmla="*/ 1667776 h 2236037"/>
                <a:gd name="csX186" fmla="*/ 372259 w 927419"/>
                <a:gd name="csY186" fmla="*/ 1671317 h 2236037"/>
                <a:gd name="csX187" fmla="*/ 369629 w 927419"/>
                <a:gd name="csY187" fmla="*/ 1679124 h 2236037"/>
                <a:gd name="csX188" fmla="*/ 365852 w 927419"/>
                <a:gd name="csY188" fmla="*/ 1690472 h 2236037"/>
                <a:gd name="csX189" fmla="*/ 362092 w 927419"/>
                <a:gd name="csY189" fmla="*/ 1701820 h 2236037"/>
                <a:gd name="csX190" fmla="*/ 358365 w 927419"/>
                <a:gd name="csY190" fmla="*/ 1713168 h 2236037"/>
                <a:gd name="csX191" fmla="*/ 357826 w 927419"/>
                <a:gd name="csY191" fmla="*/ 1714787 h 2236037"/>
                <a:gd name="csX192" fmla="*/ 354554 w 927419"/>
                <a:gd name="csY192" fmla="*/ 1724516 h 2236037"/>
                <a:gd name="csX193" fmla="*/ 350777 w 927419"/>
                <a:gd name="csY193" fmla="*/ 1735864 h 2236037"/>
                <a:gd name="csX194" fmla="*/ 347034 w 927419"/>
                <a:gd name="csY194" fmla="*/ 1747195 h 2236037"/>
                <a:gd name="csX195" fmla="*/ 343392 w 927419"/>
                <a:gd name="csY195" fmla="*/ 1758274 h 2236037"/>
                <a:gd name="csX196" fmla="*/ 343291 w 927419"/>
                <a:gd name="csY196" fmla="*/ 1758543 h 2236037"/>
                <a:gd name="csX197" fmla="*/ 339463 w 927419"/>
                <a:gd name="csY197" fmla="*/ 1769891 h 2236037"/>
                <a:gd name="csX198" fmla="*/ 335686 w 927419"/>
                <a:gd name="csY198" fmla="*/ 1781239 h 2236037"/>
                <a:gd name="csX199" fmla="*/ 331959 w 927419"/>
                <a:gd name="csY199" fmla="*/ 1792587 h 2236037"/>
                <a:gd name="csX200" fmla="*/ 328958 w 927419"/>
                <a:gd name="csY200" fmla="*/ 1801676 h 2236037"/>
                <a:gd name="csX201" fmla="*/ 328199 w 927419"/>
                <a:gd name="csY201" fmla="*/ 1803935 h 2236037"/>
                <a:gd name="csX202" fmla="*/ 324372 w 927419"/>
                <a:gd name="csY202" fmla="*/ 1815267 h 2236037"/>
                <a:gd name="csX203" fmla="*/ 320611 w 927419"/>
                <a:gd name="csY203" fmla="*/ 1826615 h 2236037"/>
                <a:gd name="csX204" fmla="*/ 316885 w 927419"/>
                <a:gd name="csY204" fmla="*/ 1837963 h 2236037"/>
                <a:gd name="csX205" fmla="*/ 314524 w 927419"/>
                <a:gd name="csY205" fmla="*/ 1845095 h 2236037"/>
                <a:gd name="csX206" fmla="*/ 313108 w 927419"/>
                <a:gd name="csY206" fmla="*/ 1849311 h 2236037"/>
                <a:gd name="csX207" fmla="*/ 309297 w 927419"/>
                <a:gd name="csY207" fmla="*/ 1860659 h 2236037"/>
                <a:gd name="csX208" fmla="*/ 305537 w 927419"/>
                <a:gd name="csY208" fmla="*/ 1872007 h 2236037"/>
                <a:gd name="csX209" fmla="*/ 301827 w 927419"/>
                <a:gd name="csY209" fmla="*/ 1883355 h 2236037"/>
                <a:gd name="csX210" fmla="*/ 300091 w 927419"/>
                <a:gd name="csY210" fmla="*/ 1888532 h 2236037"/>
                <a:gd name="csX211" fmla="*/ 298017 w 927419"/>
                <a:gd name="csY211" fmla="*/ 1894686 h 2236037"/>
                <a:gd name="csX212" fmla="*/ 294206 w 927419"/>
                <a:gd name="csY212" fmla="*/ 1906034 h 2236037"/>
                <a:gd name="csX213" fmla="*/ 290462 w 927419"/>
                <a:gd name="csY213" fmla="*/ 1917382 h 2236037"/>
                <a:gd name="csX214" fmla="*/ 286753 w 927419"/>
                <a:gd name="csY214" fmla="*/ 1928730 h 2236037"/>
                <a:gd name="csX215" fmla="*/ 285657 w 927419"/>
                <a:gd name="csY215" fmla="*/ 1931985 h 2236037"/>
                <a:gd name="csX216" fmla="*/ 282908 w 927419"/>
                <a:gd name="csY216" fmla="*/ 1940078 h 2236037"/>
                <a:gd name="csX217" fmla="*/ 279114 w 927419"/>
                <a:gd name="csY217" fmla="*/ 1951426 h 2236037"/>
                <a:gd name="csX218" fmla="*/ 275405 w 927419"/>
                <a:gd name="csY218" fmla="*/ 1962774 h 2236037"/>
                <a:gd name="csX219" fmla="*/ 271695 w 927419"/>
                <a:gd name="csY219" fmla="*/ 1974105 h 2236037"/>
                <a:gd name="csX220" fmla="*/ 271223 w 927419"/>
                <a:gd name="csY220" fmla="*/ 1975471 h 2236037"/>
                <a:gd name="csX221" fmla="*/ 267800 w 927419"/>
                <a:gd name="csY221" fmla="*/ 1985453 h 2236037"/>
                <a:gd name="csX222" fmla="*/ 264023 w 927419"/>
                <a:gd name="csY222" fmla="*/ 1996801 h 2236037"/>
                <a:gd name="csX223" fmla="*/ 260330 w 927419"/>
                <a:gd name="csY223" fmla="*/ 2008150 h 2236037"/>
                <a:gd name="csX224" fmla="*/ 256789 w 927419"/>
                <a:gd name="csY224" fmla="*/ 2018958 h 2236037"/>
                <a:gd name="csX225" fmla="*/ 256604 w 927419"/>
                <a:gd name="csY225" fmla="*/ 2019498 h 2236037"/>
                <a:gd name="csX226" fmla="*/ 252675 w 927419"/>
                <a:gd name="csY226" fmla="*/ 2030846 h 2236037"/>
                <a:gd name="csX227" fmla="*/ 248931 w 927419"/>
                <a:gd name="csY227" fmla="*/ 2042177 h 2236037"/>
                <a:gd name="csX228" fmla="*/ 245273 w 927419"/>
                <a:gd name="csY228" fmla="*/ 2053525 h 2236037"/>
                <a:gd name="csX229" fmla="*/ 242356 w 927419"/>
                <a:gd name="csY229" fmla="*/ 2062293 h 2236037"/>
                <a:gd name="csX230" fmla="*/ 241462 w 927419"/>
                <a:gd name="csY230" fmla="*/ 2064873 h 2236037"/>
                <a:gd name="csX231" fmla="*/ 237533 w 927419"/>
                <a:gd name="csY231" fmla="*/ 2076221 h 2236037"/>
                <a:gd name="csX232" fmla="*/ 233857 w 927419"/>
                <a:gd name="csY232" fmla="*/ 2087569 h 2236037"/>
                <a:gd name="csX233" fmla="*/ 230232 w 927419"/>
                <a:gd name="csY233" fmla="*/ 2098917 h 2236037"/>
                <a:gd name="csX234" fmla="*/ 227922 w 927419"/>
                <a:gd name="csY234" fmla="*/ 2105645 h 2236037"/>
                <a:gd name="csX235" fmla="*/ 226269 w 927419"/>
                <a:gd name="csY235" fmla="*/ 2110265 h 2236037"/>
                <a:gd name="csX236" fmla="*/ 222357 w 927419"/>
                <a:gd name="csY236" fmla="*/ 2121596 h 2236037"/>
                <a:gd name="csX237" fmla="*/ 218783 w 927419"/>
                <a:gd name="csY237" fmla="*/ 2132944 h 2236037"/>
                <a:gd name="csX238" fmla="*/ 215225 w 927419"/>
                <a:gd name="csY238" fmla="*/ 2144292 h 2236037"/>
                <a:gd name="csX239" fmla="*/ 213488 w 927419"/>
                <a:gd name="csY239" fmla="*/ 2148997 h 2236037"/>
                <a:gd name="csX240" fmla="*/ 210942 w 927419"/>
                <a:gd name="csY240" fmla="*/ 2155640 h 2236037"/>
                <a:gd name="csX241" fmla="*/ 207080 w 927419"/>
                <a:gd name="csY241" fmla="*/ 2166988 h 2236037"/>
                <a:gd name="csX242" fmla="*/ 203809 w 927419"/>
                <a:gd name="csY242" fmla="*/ 2178336 h 2236037"/>
                <a:gd name="csX243" fmla="*/ 200319 w 927419"/>
                <a:gd name="csY243" fmla="*/ 2189668 h 2236037"/>
                <a:gd name="csX244" fmla="*/ 199054 w 927419"/>
                <a:gd name="csY244" fmla="*/ 2192366 h 2236037"/>
                <a:gd name="csX245" fmla="*/ 194755 w 927419"/>
                <a:gd name="csY245" fmla="*/ 2201016 h 2236037"/>
                <a:gd name="csX246" fmla="*/ 191365 w 927419"/>
                <a:gd name="csY246" fmla="*/ 2212364 h 2236037"/>
                <a:gd name="csX247" fmla="*/ 189645 w 927419"/>
                <a:gd name="csY247" fmla="*/ 2223712 h 2236037"/>
                <a:gd name="csX248" fmla="*/ 185818 w 927419"/>
                <a:gd name="csY248" fmla="*/ 2235060 h 2236037"/>
                <a:gd name="csX249" fmla="*/ 184621 w 927419"/>
                <a:gd name="csY249" fmla="*/ 2236038 h 2236037"/>
                <a:gd name="csX250" fmla="*/ 183154 w 927419"/>
                <a:gd name="csY250" fmla="*/ 2235060 h 2236037"/>
                <a:gd name="csX251" fmla="*/ 177505 w 927419"/>
                <a:gd name="csY251" fmla="*/ 2223712 h 2236037"/>
                <a:gd name="csX252" fmla="*/ 175363 w 927419"/>
                <a:gd name="csY252" fmla="*/ 2212364 h 2236037"/>
                <a:gd name="csX253" fmla="*/ 173863 w 927419"/>
                <a:gd name="csY253" fmla="*/ 2201016 h 2236037"/>
                <a:gd name="csX254" fmla="*/ 172581 w 927419"/>
                <a:gd name="csY254" fmla="*/ 2189668 h 2236037"/>
                <a:gd name="csX255" fmla="*/ 171401 w 927419"/>
                <a:gd name="csY255" fmla="*/ 2178336 h 2236037"/>
                <a:gd name="csX256" fmla="*/ 170271 w 927419"/>
                <a:gd name="csY256" fmla="*/ 2166988 h 2236037"/>
                <a:gd name="csX257" fmla="*/ 170187 w 927419"/>
                <a:gd name="csY257" fmla="*/ 2166027 h 2236037"/>
                <a:gd name="csX258" fmla="*/ 169293 w 927419"/>
                <a:gd name="csY258" fmla="*/ 2155640 h 2236037"/>
                <a:gd name="csX259" fmla="*/ 168383 w 927419"/>
                <a:gd name="csY259" fmla="*/ 2144292 h 2236037"/>
                <a:gd name="csX260" fmla="*/ 167489 w 927419"/>
                <a:gd name="csY260" fmla="*/ 2132944 h 2236037"/>
                <a:gd name="csX261" fmla="*/ 166629 w 927419"/>
                <a:gd name="csY261" fmla="*/ 2121596 h 2236037"/>
                <a:gd name="csX262" fmla="*/ 165752 w 927419"/>
                <a:gd name="csY262" fmla="*/ 2110265 h 2236037"/>
                <a:gd name="csX263" fmla="*/ 164892 w 927419"/>
                <a:gd name="csY263" fmla="*/ 2098917 h 2236037"/>
                <a:gd name="csX264" fmla="*/ 164032 w 927419"/>
                <a:gd name="csY264" fmla="*/ 2087569 h 2236037"/>
                <a:gd name="csX265" fmla="*/ 163155 w 927419"/>
                <a:gd name="csY265" fmla="*/ 2076221 h 2236037"/>
                <a:gd name="csX266" fmla="*/ 162279 w 927419"/>
                <a:gd name="csY266" fmla="*/ 2064873 h 2236037"/>
                <a:gd name="csX267" fmla="*/ 161402 w 927419"/>
                <a:gd name="csY267" fmla="*/ 2053525 h 2236037"/>
                <a:gd name="csX268" fmla="*/ 160508 w 927419"/>
                <a:gd name="csY268" fmla="*/ 2042177 h 2236037"/>
                <a:gd name="csX269" fmla="*/ 159614 w 927419"/>
                <a:gd name="csY269" fmla="*/ 2030846 h 2236037"/>
                <a:gd name="csX270" fmla="*/ 158721 w 927419"/>
                <a:gd name="csY270" fmla="*/ 2019498 h 2236037"/>
                <a:gd name="csX271" fmla="*/ 157810 w 927419"/>
                <a:gd name="csY271" fmla="*/ 2008150 h 2236037"/>
                <a:gd name="csX272" fmla="*/ 156916 w 927419"/>
                <a:gd name="csY272" fmla="*/ 1996801 h 2236037"/>
                <a:gd name="csX273" fmla="*/ 156006 w 927419"/>
                <a:gd name="csY273" fmla="*/ 1985453 h 2236037"/>
                <a:gd name="csX274" fmla="*/ 155753 w 927419"/>
                <a:gd name="csY274" fmla="*/ 1982334 h 2236037"/>
                <a:gd name="csX275" fmla="*/ 155095 w 927419"/>
                <a:gd name="csY275" fmla="*/ 1974105 h 2236037"/>
                <a:gd name="csX276" fmla="*/ 154202 w 927419"/>
                <a:gd name="csY276" fmla="*/ 1962774 h 2236037"/>
                <a:gd name="csX277" fmla="*/ 153308 w 927419"/>
                <a:gd name="csY277" fmla="*/ 1951426 h 2236037"/>
                <a:gd name="csX278" fmla="*/ 152414 w 927419"/>
                <a:gd name="csY278" fmla="*/ 1940078 h 2236037"/>
                <a:gd name="csX279" fmla="*/ 151538 w 927419"/>
                <a:gd name="csY279" fmla="*/ 1928730 h 2236037"/>
                <a:gd name="csX280" fmla="*/ 150644 w 927419"/>
                <a:gd name="csY280" fmla="*/ 1917382 h 2236037"/>
                <a:gd name="csX281" fmla="*/ 149767 w 927419"/>
                <a:gd name="csY281" fmla="*/ 1906034 h 2236037"/>
                <a:gd name="csX282" fmla="*/ 148873 w 927419"/>
                <a:gd name="csY282" fmla="*/ 1894686 h 2236037"/>
                <a:gd name="csX283" fmla="*/ 147980 w 927419"/>
                <a:gd name="csY283" fmla="*/ 1883355 h 2236037"/>
                <a:gd name="csX284" fmla="*/ 147103 w 927419"/>
                <a:gd name="csY284" fmla="*/ 1872007 h 2236037"/>
                <a:gd name="csX285" fmla="*/ 146209 w 927419"/>
                <a:gd name="csY285" fmla="*/ 1860659 h 2236037"/>
                <a:gd name="csX286" fmla="*/ 145315 w 927419"/>
                <a:gd name="csY286" fmla="*/ 1849311 h 2236037"/>
                <a:gd name="csX287" fmla="*/ 144422 w 927419"/>
                <a:gd name="csY287" fmla="*/ 1837963 h 2236037"/>
                <a:gd name="csX288" fmla="*/ 143528 w 927419"/>
                <a:gd name="csY288" fmla="*/ 1826615 h 2236037"/>
                <a:gd name="csX289" fmla="*/ 142634 w 927419"/>
                <a:gd name="csY289" fmla="*/ 1815267 h 2236037"/>
                <a:gd name="csX290" fmla="*/ 141741 w 927419"/>
                <a:gd name="csY290" fmla="*/ 1803935 h 2236037"/>
                <a:gd name="csX291" fmla="*/ 141319 w 927419"/>
                <a:gd name="csY291" fmla="*/ 1798658 h 2236037"/>
                <a:gd name="csX292" fmla="*/ 140847 w 927419"/>
                <a:gd name="csY292" fmla="*/ 1792587 h 2236037"/>
                <a:gd name="csX293" fmla="*/ 139953 w 927419"/>
                <a:gd name="csY293" fmla="*/ 1781239 h 2236037"/>
                <a:gd name="csX294" fmla="*/ 139060 w 927419"/>
                <a:gd name="csY294" fmla="*/ 1769891 h 2236037"/>
                <a:gd name="csX295" fmla="*/ 138166 w 927419"/>
                <a:gd name="csY295" fmla="*/ 1758543 h 2236037"/>
                <a:gd name="csX296" fmla="*/ 137272 w 927419"/>
                <a:gd name="csY296" fmla="*/ 1747195 h 2236037"/>
                <a:gd name="csX297" fmla="*/ 136379 w 927419"/>
                <a:gd name="csY297" fmla="*/ 1735864 h 2236037"/>
                <a:gd name="csX298" fmla="*/ 135502 w 927419"/>
                <a:gd name="csY298" fmla="*/ 1724516 h 2236037"/>
                <a:gd name="csX299" fmla="*/ 134608 w 927419"/>
                <a:gd name="csY299" fmla="*/ 1713168 h 2236037"/>
                <a:gd name="csX300" fmla="*/ 133714 w 927419"/>
                <a:gd name="csY300" fmla="*/ 1701820 h 2236037"/>
                <a:gd name="csX301" fmla="*/ 132821 w 927419"/>
                <a:gd name="csY301" fmla="*/ 1690472 h 2236037"/>
                <a:gd name="csX302" fmla="*/ 131944 w 927419"/>
                <a:gd name="csY302" fmla="*/ 1679124 h 2236037"/>
                <a:gd name="csX303" fmla="*/ 131050 w 927419"/>
                <a:gd name="csY303" fmla="*/ 1667776 h 2236037"/>
                <a:gd name="csX304" fmla="*/ 130157 w 927419"/>
                <a:gd name="csY304" fmla="*/ 1656445 h 2236037"/>
                <a:gd name="csX305" fmla="*/ 129263 w 927419"/>
                <a:gd name="csY305" fmla="*/ 1645097 h 2236037"/>
                <a:gd name="csX306" fmla="*/ 128369 w 927419"/>
                <a:gd name="csY306" fmla="*/ 1633749 h 2236037"/>
                <a:gd name="csX307" fmla="*/ 127476 w 927419"/>
                <a:gd name="csY307" fmla="*/ 1622401 h 2236037"/>
                <a:gd name="csX308" fmla="*/ 126886 w 927419"/>
                <a:gd name="csY308" fmla="*/ 1614982 h 2236037"/>
                <a:gd name="csX309" fmla="*/ 126582 w 927419"/>
                <a:gd name="csY309" fmla="*/ 1611053 h 2236037"/>
                <a:gd name="csX310" fmla="*/ 125688 w 927419"/>
                <a:gd name="csY310" fmla="*/ 1599711 h 2236037"/>
                <a:gd name="csX311" fmla="*/ 124794 w 927419"/>
                <a:gd name="csY311" fmla="*/ 1588365 h 2236037"/>
                <a:gd name="csX312" fmla="*/ 123901 w 927419"/>
                <a:gd name="csY312" fmla="*/ 1577020 h 2236037"/>
                <a:gd name="csX313" fmla="*/ 123007 w 927419"/>
                <a:gd name="csY313" fmla="*/ 1565674 h 2236037"/>
                <a:gd name="csX314" fmla="*/ 122130 w 927419"/>
                <a:gd name="csY314" fmla="*/ 1554329 h 2236037"/>
                <a:gd name="csX315" fmla="*/ 121237 w 927419"/>
                <a:gd name="csY315" fmla="*/ 1542983 h 2236037"/>
                <a:gd name="csX316" fmla="*/ 120343 w 927419"/>
                <a:gd name="csY316" fmla="*/ 1531638 h 2236037"/>
                <a:gd name="csX317" fmla="*/ 119449 w 927419"/>
                <a:gd name="csY317" fmla="*/ 1520292 h 2236037"/>
                <a:gd name="csX318" fmla="*/ 118556 w 927419"/>
                <a:gd name="csY318" fmla="*/ 1508947 h 2236037"/>
                <a:gd name="csX319" fmla="*/ 117679 w 927419"/>
                <a:gd name="csY319" fmla="*/ 1497603 h 2236037"/>
                <a:gd name="csX320" fmla="*/ 116785 w 927419"/>
                <a:gd name="csY320" fmla="*/ 1486256 h 2236037"/>
                <a:gd name="csX321" fmla="*/ 115892 w 927419"/>
                <a:gd name="csY321" fmla="*/ 1474912 h 2236037"/>
                <a:gd name="csX322" fmla="*/ 114998 w 927419"/>
                <a:gd name="csY322" fmla="*/ 1463565 h 2236037"/>
                <a:gd name="csX323" fmla="*/ 114104 w 927419"/>
                <a:gd name="csY323" fmla="*/ 1452221 h 2236037"/>
                <a:gd name="csX324" fmla="*/ 113210 w 927419"/>
                <a:gd name="csY324" fmla="*/ 1440874 h 2236037"/>
                <a:gd name="csX325" fmla="*/ 112452 w 927419"/>
                <a:gd name="csY325" fmla="*/ 1431304 h 2236037"/>
                <a:gd name="csX326" fmla="*/ 112317 w 927419"/>
                <a:gd name="csY326" fmla="*/ 1429530 h 2236037"/>
                <a:gd name="csX327" fmla="*/ 111423 w 927419"/>
                <a:gd name="csY327" fmla="*/ 1418183 h 2236037"/>
                <a:gd name="csX328" fmla="*/ 110529 w 927419"/>
                <a:gd name="csY328" fmla="*/ 1406839 h 2236037"/>
                <a:gd name="csX329" fmla="*/ 109636 w 927419"/>
                <a:gd name="csY329" fmla="*/ 1395492 h 2236037"/>
                <a:gd name="csX330" fmla="*/ 108759 w 927419"/>
                <a:gd name="csY330" fmla="*/ 1384148 h 2236037"/>
                <a:gd name="csX331" fmla="*/ 107865 w 927419"/>
                <a:gd name="csY331" fmla="*/ 1372801 h 2236037"/>
                <a:gd name="csX332" fmla="*/ 106972 w 927419"/>
                <a:gd name="csY332" fmla="*/ 1361457 h 2236037"/>
                <a:gd name="csX333" fmla="*/ 106078 w 927419"/>
                <a:gd name="csY333" fmla="*/ 1350110 h 2236037"/>
                <a:gd name="csX334" fmla="*/ 105184 w 927419"/>
                <a:gd name="csY334" fmla="*/ 1338766 h 2236037"/>
                <a:gd name="csX335" fmla="*/ 104291 w 927419"/>
                <a:gd name="csY335" fmla="*/ 1327419 h 2236037"/>
                <a:gd name="csX336" fmla="*/ 103414 w 927419"/>
                <a:gd name="csY336" fmla="*/ 1316075 h 2236037"/>
                <a:gd name="csX337" fmla="*/ 102520 w 927419"/>
                <a:gd name="csY337" fmla="*/ 1304728 h 2236037"/>
                <a:gd name="csX338" fmla="*/ 101626 w 927419"/>
                <a:gd name="csY338" fmla="*/ 1293384 h 2236037"/>
                <a:gd name="csX339" fmla="*/ 100733 w 927419"/>
                <a:gd name="csY339" fmla="*/ 1282037 h 2236037"/>
                <a:gd name="csX340" fmla="*/ 99839 w 927419"/>
                <a:gd name="csY340" fmla="*/ 1270693 h 2236037"/>
                <a:gd name="csX341" fmla="*/ 98945 w 927419"/>
                <a:gd name="csY341" fmla="*/ 1259346 h 2236037"/>
                <a:gd name="csX342" fmla="*/ 98052 w 927419"/>
                <a:gd name="csY342" fmla="*/ 1248002 h 2236037"/>
                <a:gd name="csX343" fmla="*/ 98018 w 927419"/>
                <a:gd name="csY343" fmla="*/ 1247621 h 2236037"/>
                <a:gd name="csX344" fmla="*/ 97158 w 927419"/>
                <a:gd name="csY344" fmla="*/ 1236657 h 2236037"/>
                <a:gd name="csX345" fmla="*/ 96264 w 927419"/>
                <a:gd name="csY345" fmla="*/ 1225311 h 2236037"/>
                <a:gd name="csX346" fmla="*/ 95387 w 927419"/>
                <a:gd name="csY346" fmla="*/ 1213966 h 2236037"/>
                <a:gd name="csX347" fmla="*/ 94494 w 927419"/>
                <a:gd name="csY347" fmla="*/ 1202620 h 2236037"/>
                <a:gd name="csX348" fmla="*/ 93600 w 927419"/>
                <a:gd name="csY348" fmla="*/ 1191275 h 2236037"/>
                <a:gd name="csX349" fmla="*/ 92706 w 927419"/>
                <a:gd name="csY349" fmla="*/ 1179929 h 2236037"/>
                <a:gd name="csX350" fmla="*/ 91813 w 927419"/>
                <a:gd name="csY350" fmla="*/ 1168584 h 2236037"/>
                <a:gd name="csX351" fmla="*/ 90919 w 927419"/>
                <a:gd name="csY351" fmla="*/ 1157238 h 2236037"/>
                <a:gd name="csX352" fmla="*/ 90042 w 927419"/>
                <a:gd name="csY352" fmla="*/ 1145893 h 2236037"/>
                <a:gd name="csX353" fmla="*/ 89149 w 927419"/>
                <a:gd name="csY353" fmla="*/ 1134547 h 2236037"/>
                <a:gd name="csX354" fmla="*/ 88255 w 927419"/>
                <a:gd name="csY354" fmla="*/ 1123202 h 2236037"/>
                <a:gd name="csX355" fmla="*/ 87361 w 927419"/>
                <a:gd name="csY355" fmla="*/ 1111856 h 2236037"/>
                <a:gd name="csX356" fmla="*/ 86467 w 927419"/>
                <a:gd name="csY356" fmla="*/ 1100511 h 2236037"/>
                <a:gd name="csX357" fmla="*/ 85574 w 927419"/>
                <a:gd name="csY357" fmla="*/ 1089165 h 2236037"/>
                <a:gd name="csX358" fmla="*/ 84680 w 927419"/>
                <a:gd name="csY358" fmla="*/ 1077820 h 2236037"/>
                <a:gd name="csX359" fmla="*/ 83786 w 927419"/>
                <a:gd name="csY359" fmla="*/ 1066474 h 2236037"/>
                <a:gd name="csX360" fmla="*/ 83584 w 927419"/>
                <a:gd name="csY360" fmla="*/ 1063906 h 2236037"/>
                <a:gd name="csX361" fmla="*/ 82893 w 927419"/>
                <a:gd name="csY361" fmla="*/ 1055129 h 2236037"/>
                <a:gd name="csX362" fmla="*/ 81999 w 927419"/>
                <a:gd name="csY362" fmla="*/ 1043783 h 2236037"/>
                <a:gd name="csX363" fmla="*/ 81122 w 927419"/>
                <a:gd name="csY363" fmla="*/ 1032438 h 2236037"/>
                <a:gd name="csX364" fmla="*/ 80229 w 927419"/>
                <a:gd name="csY364" fmla="*/ 1021092 h 2236037"/>
                <a:gd name="csX365" fmla="*/ 79335 w 927419"/>
                <a:gd name="csY365" fmla="*/ 1009747 h 2236037"/>
                <a:gd name="csX366" fmla="*/ 78441 w 927419"/>
                <a:gd name="csY366" fmla="*/ 998401 h 2236037"/>
                <a:gd name="csX367" fmla="*/ 77548 w 927419"/>
                <a:gd name="csY367" fmla="*/ 987056 h 2236037"/>
                <a:gd name="csX368" fmla="*/ 76654 w 927419"/>
                <a:gd name="csY368" fmla="*/ 975711 h 2236037"/>
                <a:gd name="csX369" fmla="*/ 75777 w 927419"/>
                <a:gd name="csY369" fmla="*/ 964365 h 2236037"/>
                <a:gd name="csX370" fmla="*/ 74883 w 927419"/>
                <a:gd name="csY370" fmla="*/ 953020 h 2236037"/>
                <a:gd name="csX371" fmla="*/ 73990 w 927419"/>
                <a:gd name="csY371" fmla="*/ 941674 h 2236037"/>
                <a:gd name="csX372" fmla="*/ 73096 w 927419"/>
                <a:gd name="csY372" fmla="*/ 930329 h 2236037"/>
                <a:gd name="csX373" fmla="*/ 72202 w 927419"/>
                <a:gd name="csY373" fmla="*/ 918983 h 2236037"/>
                <a:gd name="csX374" fmla="*/ 71309 w 927419"/>
                <a:gd name="csY374" fmla="*/ 907638 h 2236037"/>
                <a:gd name="csX375" fmla="*/ 70415 w 927419"/>
                <a:gd name="csY375" fmla="*/ 896292 h 2236037"/>
                <a:gd name="csX376" fmla="*/ 69521 w 927419"/>
                <a:gd name="csY376" fmla="*/ 884947 h 2236037"/>
                <a:gd name="csX377" fmla="*/ 69150 w 927419"/>
                <a:gd name="csY377" fmla="*/ 880202 h 2236037"/>
                <a:gd name="csX378" fmla="*/ 68628 w 927419"/>
                <a:gd name="csY378" fmla="*/ 873601 h 2236037"/>
                <a:gd name="csX379" fmla="*/ 67751 w 927419"/>
                <a:gd name="csY379" fmla="*/ 862256 h 2236037"/>
                <a:gd name="csX380" fmla="*/ 66857 w 927419"/>
                <a:gd name="csY380" fmla="*/ 850910 h 2236037"/>
                <a:gd name="csX381" fmla="*/ 65964 w 927419"/>
                <a:gd name="csY381" fmla="*/ 839565 h 2236037"/>
                <a:gd name="csX382" fmla="*/ 65070 w 927419"/>
                <a:gd name="csY382" fmla="*/ 828219 h 2236037"/>
                <a:gd name="csX383" fmla="*/ 64176 w 927419"/>
                <a:gd name="csY383" fmla="*/ 816874 h 2236037"/>
                <a:gd name="csX384" fmla="*/ 63282 w 927419"/>
                <a:gd name="csY384" fmla="*/ 805528 h 2236037"/>
                <a:gd name="csX385" fmla="*/ 62406 w 927419"/>
                <a:gd name="csY385" fmla="*/ 794183 h 2236037"/>
                <a:gd name="csX386" fmla="*/ 61512 w 927419"/>
                <a:gd name="csY386" fmla="*/ 782837 h 2236037"/>
                <a:gd name="csX387" fmla="*/ 60618 w 927419"/>
                <a:gd name="csY387" fmla="*/ 771492 h 2236037"/>
                <a:gd name="csX388" fmla="*/ 59725 w 927419"/>
                <a:gd name="csY388" fmla="*/ 760146 h 2236037"/>
                <a:gd name="csX389" fmla="*/ 58831 w 927419"/>
                <a:gd name="csY389" fmla="*/ 748801 h 2236037"/>
                <a:gd name="csX390" fmla="*/ 57937 w 927419"/>
                <a:gd name="csY390" fmla="*/ 737455 h 2236037"/>
                <a:gd name="csX391" fmla="*/ 57044 w 927419"/>
                <a:gd name="csY391" fmla="*/ 726110 h 2236037"/>
                <a:gd name="csX392" fmla="*/ 56150 w 927419"/>
                <a:gd name="csY392" fmla="*/ 714764 h 2236037"/>
                <a:gd name="csX393" fmla="*/ 55273 w 927419"/>
                <a:gd name="csY393" fmla="*/ 703419 h 2236037"/>
                <a:gd name="csX394" fmla="*/ 54717 w 927419"/>
                <a:gd name="csY394" fmla="*/ 696506 h 2236037"/>
                <a:gd name="csX395" fmla="*/ 54380 w 927419"/>
                <a:gd name="csY395" fmla="*/ 692074 h 2236037"/>
                <a:gd name="csX396" fmla="*/ 53486 w 927419"/>
                <a:gd name="csY396" fmla="*/ 680728 h 2236037"/>
                <a:gd name="csX397" fmla="*/ 52592 w 927419"/>
                <a:gd name="csY397" fmla="*/ 669383 h 2236037"/>
                <a:gd name="csX398" fmla="*/ 51698 w 927419"/>
                <a:gd name="csY398" fmla="*/ 658037 h 2236037"/>
                <a:gd name="csX399" fmla="*/ 50805 w 927419"/>
                <a:gd name="csY399" fmla="*/ 646692 h 2236037"/>
                <a:gd name="csX400" fmla="*/ 49911 w 927419"/>
                <a:gd name="csY400" fmla="*/ 635346 h 2236037"/>
                <a:gd name="csX401" fmla="*/ 49034 w 927419"/>
                <a:gd name="csY401" fmla="*/ 624001 h 2236037"/>
                <a:gd name="csX402" fmla="*/ 48140 w 927419"/>
                <a:gd name="csY402" fmla="*/ 612655 h 2236037"/>
                <a:gd name="csX403" fmla="*/ 47247 w 927419"/>
                <a:gd name="csY403" fmla="*/ 601310 h 2236037"/>
                <a:gd name="csX404" fmla="*/ 46353 w 927419"/>
                <a:gd name="csY404" fmla="*/ 589964 h 2236037"/>
                <a:gd name="csX405" fmla="*/ 45460 w 927419"/>
                <a:gd name="csY405" fmla="*/ 578619 h 2236037"/>
                <a:gd name="csX406" fmla="*/ 44566 w 927419"/>
                <a:gd name="csY406" fmla="*/ 567273 h 2236037"/>
                <a:gd name="csX407" fmla="*/ 43672 w 927419"/>
                <a:gd name="csY407" fmla="*/ 555928 h 2236037"/>
                <a:gd name="csX408" fmla="*/ 42779 w 927419"/>
                <a:gd name="csY408" fmla="*/ 544582 h 2236037"/>
                <a:gd name="csX409" fmla="*/ 41902 w 927419"/>
                <a:gd name="csY409" fmla="*/ 533237 h 2236037"/>
                <a:gd name="csX410" fmla="*/ 41008 w 927419"/>
                <a:gd name="csY410" fmla="*/ 521891 h 2236037"/>
                <a:gd name="csX411" fmla="*/ 40283 w 927419"/>
                <a:gd name="csY411" fmla="*/ 512813 h 2236037"/>
                <a:gd name="csX412" fmla="*/ 40114 w 927419"/>
                <a:gd name="csY412" fmla="*/ 510546 h 2236037"/>
                <a:gd name="csX413" fmla="*/ 39221 w 927419"/>
                <a:gd name="csY413" fmla="*/ 499200 h 2236037"/>
                <a:gd name="csX414" fmla="*/ 38327 w 927419"/>
                <a:gd name="csY414" fmla="*/ 487855 h 2236037"/>
                <a:gd name="csX415" fmla="*/ 37433 w 927419"/>
                <a:gd name="csY415" fmla="*/ 476509 h 2236037"/>
                <a:gd name="csX416" fmla="*/ 36540 w 927419"/>
                <a:gd name="csY416" fmla="*/ 465164 h 2236037"/>
                <a:gd name="csX417" fmla="*/ 35663 w 927419"/>
                <a:gd name="csY417" fmla="*/ 453818 h 2236037"/>
                <a:gd name="csX418" fmla="*/ 34769 w 927419"/>
                <a:gd name="csY418" fmla="*/ 442473 h 2236037"/>
                <a:gd name="csX419" fmla="*/ 33875 w 927419"/>
                <a:gd name="csY419" fmla="*/ 431129 h 2236037"/>
                <a:gd name="csX420" fmla="*/ 32982 w 927419"/>
                <a:gd name="csY420" fmla="*/ 419782 h 2236037"/>
                <a:gd name="csX421" fmla="*/ 32088 w 927419"/>
                <a:gd name="csY421" fmla="*/ 408438 h 2236037"/>
                <a:gd name="csX422" fmla="*/ 31194 w 927419"/>
                <a:gd name="csY422" fmla="*/ 397091 h 2236037"/>
                <a:gd name="csX423" fmla="*/ 30301 w 927419"/>
                <a:gd name="csY423" fmla="*/ 385747 h 2236037"/>
                <a:gd name="csX424" fmla="*/ 29407 w 927419"/>
                <a:gd name="csY424" fmla="*/ 374400 h 2236037"/>
                <a:gd name="csX425" fmla="*/ 28530 w 927419"/>
                <a:gd name="csY425" fmla="*/ 363056 h 2236037"/>
                <a:gd name="csX426" fmla="*/ 27636 w 927419"/>
                <a:gd name="csY426" fmla="*/ 351709 h 2236037"/>
                <a:gd name="csX427" fmla="*/ 26743 w 927419"/>
                <a:gd name="csY427" fmla="*/ 340365 h 2236037"/>
                <a:gd name="csX428" fmla="*/ 25849 w 927419"/>
                <a:gd name="csY428" fmla="*/ 329125 h 2236037"/>
                <a:gd name="csX429" fmla="*/ 25849 w 927419"/>
                <a:gd name="csY429" fmla="*/ 329018 h 2236037"/>
                <a:gd name="csX430" fmla="*/ 24955 w 927419"/>
                <a:gd name="csY430" fmla="*/ 317674 h 2236037"/>
                <a:gd name="csX431" fmla="*/ 24062 w 927419"/>
                <a:gd name="csY431" fmla="*/ 306327 h 2236037"/>
                <a:gd name="csX432" fmla="*/ 23168 w 927419"/>
                <a:gd name="csY432" fmla="*/ 294983 h 2236037"/>
                <a:gd name="csX433" fmla="*/ 22274 w 927419"/>
                <a:gd name="csY433" fmla="*/ 283636 h 2236037"/>
                <a:gd name="csX434" fmla="*/ 21398 w 927419"/>
                <a:gd name="csY434" fmla="*/ 272292 h 2236037"/>
                <a:gd name="csX435" fmla="*/ 20504 w 927419"/>
                <a:gd name="csY435" fmla="*/ 260945 h 2236037"/>
                <a:gd name="csX436" fmla="*/ 19610 w 927419"/>
                <a:gd name="csY436" fmla="*/ 249601 h 2236037"/>
                <a:gd name="csX437" fmla="*/ 18717 w 927419"/>
                <a:gd name="csY437" fmla="*/ 238254 h 2236037"/>
                <a:gd name="csX438" fmla="*/ 17823 w 927419"/>
                <a:gd name="csY438" fmla="*/ 226910 h 2236037"/>
                <a:gd name="csX439" fmla="*/ 16929 w 927419"/>
                <a:gd name="csY439" fmla="*/ 215563 h 2236037"/>
                <a:gd name="csX440" fmla="*/ 16035 w 927419"/>
                <a:gd name="csY440" fmla="*/ 204219 h 2236037"/>
                <a:gd name="csX441" fmla="*/ 15159 w 927419"/>
                <a:gd name="csY441" fmla="*/ 192872 h 2236037"/>
                <a:gd name="csX442" fmla="*/ 14265 w 927419"/>
                <a:gd name="csY442" fmla="*/ 181528 h 2236037"/>
                <a:gd name="csX443" fmla="*/ 13371 w 927419"/>
                <a:gd name="csY443" fmla="*/ 170183 h 2236037"/>
                <a:gd name="csX444" fmla="*/ 12478 w 927419"/>
                <a:gd name="csY444" fmla="*/ 158837 h 2236037"/>
                <a:gd name="csX445" fmla="*/ 11584 w 927419"/>
                <a:gd name="csY445" fmla="*/ 147492 h 2236037"/>
                <a:gd name="csX446" fmla="*/ 11415 w 927419"/>
                <a:gd name="csY446" fmla="*/ 145416 h 2236037"/>
                <a:gd name="csX447" fmla="*/ 10690 w 927419"/>
                <a:gd name="csY447" fmla="*/ 136146 h 2236037"/>
                <a:gd name="csX448" fmla="*/ 9797 w 927419"/>
                <a:gd name="csY448" fmla="*/ 124801 h 2236037"/>
                <a:gd name="csX449" fmla="*/ 8903 w 927419"/>
                <a:gd name="csY449" fmla="*/ 113455 h 2236037"/>
                <a:gd name="csX450" fmla="*/ 8026 w 927419"/>
                <a:gd name="csY450" fmla="*/ 102110 h 2236037"/>
                <a:gd name="csX451" fmla="*/ 7133 w 927419"/>
                <a:gd name="csY451" fmla="*/ 90764 h 2236037"/>
                <a:gd name="csX452" fmla="*/ 6239 w 927419"/>
                <a:gd name="csY452" fmla="*/ 79418 h 2236037"/>
                <a:gd name="csX453" fmla="*/ 5345 w 927419"/>
                <a:gd name="csY453" fmla="*/ 68073 h 2236037"/>
                <a:gd name="csX454" fmla="*/ 4451 w 927419"/>
                <a:gd name="csY454" fmla="*/ 56727 h 2236037"/>
                <a:gd name="csX455" fmla="*/ 3558 w 927419"/>
                <a:gd name="csY455" fmla="*/ 45382 h 2236037"/>
                <a:gd name="csX456" fmla="*/ 2664 w 927419"/>
                <a:gd name="csY456" fmla="*/ 34037 h 2236037"/>
                <a:gd name="csX457" fmla="*/ 1787 w 927419"/>
                <a:gd name="csY457" fmla="*/ 22691 h 2236037"/>
                <a:gd name="csX458" fmla="*/ 894 w 927419"/>
                <a:gd name="csY458" fmla="*/ 11346 h 2236037"/>
                <a:gd name="csX459" fmla="*/ 0 w 927419"/>
                <a:gd name="csY459" fmla="*/ 0 h 2236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</a:cxnLst>
              <a:rect l="l" t="t" r="r" b="b"/>
              <a:pathLst>
                <a:path w="927419" h="2236037">
                  <a:moveTo>
                    <a:pt x="927419" y="0"/>
                  </a:moveTo>
                  <a:lnTo>
                    <a:pt x="923659" y="11346"/>
                  </a:lnTo>
                  <a:lnTo>
                    <a:pt x="920725" y="20170"/>
                  </a:lnTo>
                  <a:lnTo>
                    <a:pt x="919899" y="22691"/>
                  </a:lnTo>
                  <a:lnTo>
                    <a:pt x="916122" y="34037"/>
                  </a:lnTo>
                  <a:lnTo>
                    <a:pt x="912345" y="45382"/>
                  </a:lnTo>
                  <a:lnTo>
                    <a:pt x="908585" y="56727"/>
                  </a:lnTo>
                  <a:lnTo>
                    <a:pt x="906291" y="63617"/>
                  </a:lnTo>
                  <a:lnTo>
                    <a:pt x="904824" y="68073"/>
                  </a:lnTo>
                  <a:lnTo>
                    <a:pt x="901047" y="79418"/>
                  </a:lnTo>
                  <a:lnTo>
                    <a:pt x="897270" y="90764"/>
                  </a:lnTo>
                  <a:lnTo>
                    <a:pt x="893510" y="102110"/>
                  </a:lnTo>
                  <a:lnTo>
                    <a:pt x="891858" y="107069"/>
                  </a:lnTo>
                  <a:lnTo>
                    <a:pt x="889733" y="113455"/>
                  </a:lnTo>
                  <a:lnTo>
                    <a:pt x="885956" y="124801"/>
                  </a:lnTo>
                  <a:lnTo>
                    <a:pt x="882196" y="136146"/>
                  </a:lnTo>
                  <a:lnTo>
                    <a:pt x="878436" y="147492"/>
                  </a:lnTo>
                  <a:lnTo>
                    <a:pt x="877424" y="150524"/>
                  </a:lnTo>
                  <a:lnTo>
                    <a:pt x="874659" y="158837"/>
                  </a:lnTo>
                  <a:lnTo>
                    <a:pt x="870881" y="170183"/>
                  </a:lnTo>
                  <a:lnTo>
                    <a:pt x="867121" y="181528"/>
                  </a:lnTo>
                  <a:lnTo>
                    <a:pt x="863361" y="192872"/>
                  </a:lnTo>
                  <a:lnTo>
                    <a:pt x="862990" y="193983"/>
                  </a:lnTo>
                  <a:lnTo>
                    <a:pt x="859584" y="204219"/>
                  </a:lnTo>
                  <a:lnTo>
                    <a:pt x="855807" y="215563"/>
                  </a:lnTo>
                  <a:lnTo>
                    <a:pt x="852047" y="226910"/>
                  </a:lnTo>
                  <a:lnTo>
                    <a:pt x="848556" y="237438"/>
                  </a:lnTo>
                  <a:lnTo>
                    <a:pt x="848287" y="238254"/>
                  </a:lnTo>
                  <a:lnTo>
                    <a:pt x="844509" y="249601"/>
                  </a:lnTo>
                  <a:lnTo>
                    <a:pt x="840732" y="260945"/>
                  </a:lnTo>
                  <a:lnTo>
                    <a:pt x="836972" y="272292"/>
                  </a:lnTo>
                  <a:lnTo>
                    <a:pt x="834123" y="280881"/>
                  </a:lnTo>
                  <a:lnTo>
                    <a:pt x="833212" y="283636"/>
                  </a:lnTo>
                  <a:lnTo>
                    <a:pt x="829435" y="294983"/>
                  </a:lnTo>
                  <a:lnTo>
                    <a:pt x="825658" y="306327"/>
                  </a:lnTo>
                  <a:lnTo>
                    <a:pt x="821898" y="317674"/>
                  </a:lnTo>
                  <a:lnTo>
                    <a:pt x="819689" y="324327"/>
                  </a:lnTo>
                  <a:lnTo>
                    <a:pt x="818138" y="329018"/>
                  </a:lnTo>
                  <a:lnTo>
                    <a:pt x="814360" y="340365"/>
                  </a:lnTo>
                  <a:lnTo>
                    <a:pt x="810583" y="351709"/>
                  </a:lnTo>
                  <a:lnTo>
                    <a:pt x="806840" y="363056"/>
                  </a:lnTo>
                  <a:lnTo>
                    <a:pt x="805272" y="367780"/>
                  </a:lnTo>
                  <a:lnTo>
                    <a:pt x="803063" y="374400"/>
                  </a:lnTo>
                  <a:lnTo>
                    <a:pt x="799286" y="385747"/>
                  </a:lnTo>
                  <a:lnTo>
                    <a:pt x="795526" y="397091"/>
                  </a:lnTo>
                  <a:lnTo>
                    <a:pt x="791766" y="408438"/>
                  </a:lnTo>
                  <a:lnTo>
                    <a:pt x="790838" y="411237"/>
                  </a:lnTo>
                  <a:lnTo>
                    <a:pt x="787988" y="419782"/>
                  </a:lnTo>
                  <a:lnTo>
                    <a:pt x="784211" y="431129"/>
                  </a:lnTo>
                  <a:lnTo>
                    <a:pt x="780451" y="442473"/>
                  </a:lnTo>
                  <a:lnTo>
                    <a:pt x="776691" y="453818"/>
                  </a:lnTo>
                  <a:lnTo>
                    <a:pt x="776404" y="454698"/>
                  </a:lnTo>
                  <a:lnTo>
                    <a:pt x="772914" y="465164"/>
                  </a:lnTo>
                  <a:lnTo>
                    <a:pt x="769137" y="476509"/>
                  </a:lnTo>
                  <a:lnTo>
                    <a:pt x="765377" y="487855"/>
                  </a:lnTo>
                  <a:lnTo>
                    <a:pt x="761971" y="498150"/>
                  </a:lnTo>
                  <a:lnTo>
                    <a:pt x="761617" y="499200"/>
                  </a:lnTo>
                  <a:lnTo>
                    <a:pt x="757823" y="510546"/>
                  </a:lnTo>
                  <a:lnTo>
                    <a:pt x="754062" y="521891"/>
                  </a:lnTo>
                  <a:lnTo>
                    <a:pt x="750302" y="533237"/>
                  </a:lnTo>
                  <a:lnTo>
                    <a:pt x="747537" y="541591"/>
                  </a:lnTo>
                  <a:lnTo>
                    <a:pt x="746542" y="544582"/>
                  </a:lnTo>
                  <a:lnTo>
                    <a:pt x="742748" y="555928"/>
                  </a:lnTo>
                  <a:lnTo>
                    <a:pt x="738988" y="567273"/>
                  </a:lnTo>
                  <a:lnTo>
                    <a:pt x="735228" y="578619"/>
                  </a:lnTo>
                  <a:lnTo>
                    <a:pt x="733103" y="585039"/>
                  </a:lnTo>
                  <a:lnTo>
                    <a:pt x="731451" y="589964"/>
                  </a:lnTo>
                  <a:lnTo>
                    <a:pt x="727674" y="601310"/>
                  </a:lnTo>
                  <a:lnTo>
                    <a:pt x="723913" y="612655"/>
                  </a:lnTo>
                  <a:lnTo>
                    <a:pt x="720153" y="624001"/>
                  </a:lnTo>
                  <a:lnTo>
                    <a:pt x="718669" y="628490"/>
                  </a:lnTo>
                  <a:lnTo>
                    <a:pt x="716376" y="635346"/>
                  </a:lnTo>
                  <a:lnTo>
                    <a:pt x="712599" y="646692"/>
                  </a:lnTo>
                  <a:lnTo>
                    <a:pt x="708839" y="658037"/>
                  </a:lnTo>
                  <a:lnTo>
                    <a:pt x="705079" y="669383"/>
                  </a:lnTo>
                  <a:lnTo>
                    <a:pt x="704236" y="671948"/>
                  </a:lnTo>
                  <a:lnTo>
                    <a:pt x="701302" y="680728"/>
                  </a:lnTo>
                  <a:lnTo>
                    <a:pt x="697525" y="692074"/>
                  </a:lnTo>
                  <a:lnTo>
                    <a:pt x="693764" y="703419"/>
                  </a:lnTo>
                  <a:lnTo>
                    <a:pt x="690004" y="714764"/>
                  </a:lnTo>
                  <a:lnTo>
                    <a:pt x="689802" y="715413"/>
                  </a:lnTo>
                  <a:lnTo>
                    <a:pt x="686227" y="726110"/>
                  </a:lnTo>
                  <a:lnTo>
                    <a:pt x="682450" y="737455"/>
                  </a:lnTo>
                  <a:lnTo>
                    <a:pt x="678690" y="748801"/>
                  </a:lnTo>
                  <a:lnTo>
                    <a:pt x="675368" y="758859"/>
                  </a:lnTo>
                  <a:lnTo>
                    <a:pt x="674930" y="760146"/>
                  </a:lnTo>
                  <a:lnTo>
                    <a:pt x="671153" y="771492"/>
                  </a:lnTo>
                  <a:lnTo>
                    <a:pt x="667376" y="782837"/>
                  </a:lnTo>
                  <a:lnTo>
                    <a:pt x="663615" y="794183"/>
                  </a:lnTo>
                  <a:lnTo>
                    <a:pt x="660934" y="802300"/>
                  </a:lnTo>
                  <a:lnTo>
                    <a:pt x="659855" y="805528"/>
                  </a:lnTo>
                  <a:lnTo>
                    <a:pt x="656078" y="816874"/>
                  </a:lnTo>
                  <a:lnTo>
                    <a:pt x="652301" y="828219"/>
                  </a:lnTo>
                  <a:lnTo>
                    <a:pt x="648541" y="839565"/>
                  </a:lnTo>
                  <a:lnTo>
                    <a:pt x="646501" y="845747"/>
                  </a:lnTo>
                  <a:lnTo>
                    <a:pt x="644781" y="850910"/>
                  </a:lnTo>
                  <a:lnTo>
                    <a:pt x="641004" y="862256"/>
                  </a:lnTo>
                  <a:lnTo>
                    <a:pt x="637227" y="873601"/>
                  </a:lnTo>
                  <a:lnTo>
                    <a:pt x="633483" y="884947"/>
                  </a:lnTo>
                  <a:lnTo>
                    <a:pt x="632067" y="889200"/>
                  </a:lnTo>
                  <a:lnTo>
                    <a:pt x="629706" y="896292"/>
                  </a:lnTo>
                  <a:lnTo>
                    <a:pt x="625912" y="907638"/>
                  </a:lnTo>
                  <a:lnTo>
                    <a:pt x="622152" y="918983"/>
                  </a:lnTo>
                  <a:lnTo>
                    <a:pt x="618409" y="930329"/>
                  </a:lnTo>
                  <a:lnTo>
                    <a:pt x="617633" y="932660"/>
                  </a:lnTo>
                  <a:lnTo>
                    <a:pt x="614615" y="941674"/>
                  </a:lnTo>
                  <a:lnTo>
                    <a:pt x="610838" y="953020"/>
                  </a:lnTo>
                  <a:lnTo>
                    <a:pt x="607078" y="964365"/>
                  </a:lnTo>
                  <a:lnTo>
                    <a:pt x="603334" y="975711"/>
                  </a:lnTo>
                  <a:lnTo>
                    <a:pt x="603199" y="976128"/>
                  </a:lnTo>
                  <a:lnTo>
                    <a:pt x="599540" y="987056"/>
                  </a:lnTo>
                  <a:lnTo>
                    <a:pt x="595763" y="998401"/>
                  </a:lnTo>
                  <a:lnTo>
                    <a:pt x="592003" y="1009747"/>
                  </a:lnTo>
                  <a:lnTo>
                    <a:pt x="588766" y="1019569"/>
                  </a:lnTo>
                  <a:lnTo>
                    <a:pt x="588260" y="1021092"/>
                  </a:lnTo>
                  <a:lnTo>
                    <a:pt x="584466" y="1032438"/>
                  </a:lnTo>
                  <a:lnTo>
                    <a:pt x="580689" y="1043783"/>
                  </a:lnTo>
                  <a:lnTo>
                    <a:pt x="576945" y="1055129"/>
                  </a:lnTo>
                  <a:lnTo>
                    <a:pt x="574332" y="1063009"/>
                  </a:lnTo>
                  <a:lnTo>
                    <a:pt x="573168" y="1066474"/>
                  </a:lnTo>
                  <a:lnTo>
                    <a:pt x="569391" y="1077820"/>
                  </a:lnTo>
                  <a:lnTo>
                    <a:pt x="565614" y="1089165"/>
                  </a:lnTo>
                  <a:lnTo>
                    <a:pt x="561871" y="1100511"/>
                  </a:lnTo>
                  <a:lnTo>
                    <a:pt x="559898" y="1106455"/>
                  </a:lnTo>
                  <a:lnTo>
                    <a:pt x="558094" y="1111856"/>
                  </a:lnTo>
                  <a:lnTo>
                    <a:pt x="554317" y="1123202"/>
                  </a:lnTo>
                  <a:lnTo>
                    <a:pt x="550540" y="1134547"/>
                  </a:lnTo>
                  <a:lnTo>
                    <a:pt x="546796" y="1145893"/>
                  </a:lnTo>
                  <a:lnTo>
                    <a:pt x="545464" y="1149908"/>
                  </a:lnTo>
                  <a:lnTo>
                    <a:pt x="543019" y="1157238"/>
                  </a:lnTo>
                  <a:lnTo>
                    <a:pt x="539242" y="1168584"/>
                  </a:lnTo>
                  <a:lnTo>
                    <a:pt x="535482" y="1179929"/>
                  </a:lnTo>
                  <a:lnTo>
                    <a:pt x="531722" y="1191275"/>
                  </a:lnTo>
                  <a:lnTo>
                    <a:pt x="531031" y="1193371"/>
                  </a:lnTo>
                  <a:lnTo>
                    <a:pt x="527945" y="1202620"/>
                  </a:lnTo>
                  <a:lnTo>
                    <a:pt x="524168" y="1213966"/>
                  </a:lnTo>
                  <a:lnTo>
                    <a:pt x="520407" y="1225311"/>
                  </a:lnTo>
                  <a:lnTo>
                    <a:pt x="516664" y="1236657"/>
                  </a:lnTo>
                  <a:lnTo>
                    <a:pt x="516597" y="1236842"/>
                  </a:lnTo>
                  <a:lnTo>
                    <a:pt x="512853" y="1248002"/>
                  </a:lnTo>
                  <a:lnTo>
                    <a:pt x="509093" y="1259346"/>
                  </a:lnTo>
                  <a:lnTo>
                    <a:pt x="505333" y="1270693"/>
                  </a:lnTo>
                  <a:lnTo>
                    <a:pt x="502163" y="1280277"/>
                  </a:lnTo>
                  <a:lnTo>
                    <a:pt x="501573" y="1282037"/>
                  </a:lnTo>
                  <a:lnTo>
                    <a:pt x="497779" y="1293384"/>
                  </a:lnTo>
                  <a:lnTo>
                    <a:pt x="494002" y="1304728"/>
                  </a:lnTo>
                  <a:lnTo>
                    <a:pt x="490259" y="1316075"/>
                  </a:lnTo>
                  <a:lnTo>
                    <a:pt x="487729" y="1323713"/>
                  </a:lnTo>
                  <a:lnTo>
                    <a:pt x="486498" y="1327419"/>
                  </a:lnTo>
                  <a:lnTo>
                    <a:pt x="482704" y="1338766"/>
                  </a:lnTo>
                  <a:lnTo>
                    <a:pt x="478944" y="1350110"/>
                  </a:lnTo>
                  <a:lnTo>
                    <a:pt x="475184" y="1361457"/>
                  </a:lnTo>
                  <a:lnTo>
                    <a:pt x="473296" y="1367158"/>
                  </a:lnTo>
                  <a:lnTo>
                    <a:pt x="471407" y="1372801"/>
                  </a:lnTo>
                  <a:lnTo>
                    <a:pt x="467630" y="1384148"/>
                  </a:lnTo>
                  <a:lnTo>
                    <a:pt x="463870" y="1395492"/>
                  </a:lnTo>
                  <a:lnTo>
                    <a:pt x="460110" y="1406839"/>
                  </a:lnTo>
                  <a:lnTo>
                    <a:pt x="458862" y="1410614"/>
                  </a:lnTo>
                  <a:lnTo>
                    <a:pt x="456332" y="1418183"/>
                  </a:lnTo>
                  <a:lnTo>
                    <a:pt x="452555" y="1429530"/>
                  </a:lnTo>
                  <a:lnTo>
                    <a:pt x="448795" y="1440874"/>
                  </a:lnTo>
                  <a:lnTo>
                    <a:pt x="445052" y="1452221"/>
                  </a:lnTo>
                  <a:lnTo>
                    <a:pt x="444428" y="1454081"/>
                  </a:lnTo>
                  <a:lnTo>
                    <a:pt x="441258" y="1463565"/>
                  </a:lnTo>
                  <a:lnTo>
                    <a:pt x="437464" y="1474912"/>
                  </a:lnTo>
                  <a:lnTo>
                    <a:pt x="433721" y="1486256"/>
                  </a:lnTo>
                  <a:lnTo>
                    <a:pt x="429994" y="1497559"/>
                  </a:lnTo>
                  <a:lnTo>
                    <a:pt x="429978" y="1497603"/>
                  </a:lnTo>
                  <a:lnTo>
                    <a:pt x="426167" y="1508947"/>
                  </a:lnTo>
                  <a:lnTo>
                    <a:pt x="422390" y="1520292"/>
                  </a:lnTo>
                  <a:lnTo>
                    <a:pt x="418646" y="1531638"/>
                  </a:lnTo>
                  <a:lnTo>
                    <a:pt x="415561" y="1540980"/>
                  </a:lnTo>
                  <a:lnTo>
                    <a:pt x="414886" y="1542983"/>
                  </a:lnTo>
                  <a:lnTo>
                    <a:pt x="411092" y="1554329"/>
                  </a:lnTo>
                  <a:lnTo>
                    <a:pt x="407315" y="1565674"/>
                  </a:lnTo>
                  <a:lnTo>
                    <a:pt x="403572" y="1577020"/>
                  </a:lnTo>
                  <a:lnTo>
                    <a:pt x="401127" y="1584411"/>
                  </a:lnTo>
                  <a:lnTo>
                    <a:pt x="399812" y="1588365"/>
                  </a:lnTo>
                  <a:lnTo>
                    <a:pt x="396001" y="1599711"/>
                  </a:lnTo>
                  <a:lnTo>
                    <a:pt x="392241" y="1611053"/>
                  </a:lnTo>
                  <a:lnTo>
                    <a:pt x="388514" y="1622401"/>
                  </a:lnTo>
                  <a:lnTo>
                    <a:pt x="386693" y="1627847"/>
                  </a:lnTo>
                  <a:lnTo>
                    <a:pt x="384720" y="1633749"/>
                  </a:lnTo>
                  <a:lnTo>
                    <a:pt x="380926" y="1645097"/>
                  </a:lnTo>
                  <a:lnTo>
                    <a:pt x="377166" y="1656445"/>
                  </a:lnTo>
                  <a:lnTo>
                    <a:pt x="373440" y="1667776"/>
                  </a:lnTo>
                  <a:lnTo>
                    <a:pt x="372259" y="1671317"/>
                  </a:lnTo>
                  <a:lnTo>
                    <a:pt x="369629" y="1679124"/>
                  </a:lnTo>
                  <a:lnTo>
                    <a:pt x="365852" y="1690472"/>
                  </a:lnTo>
                  <a:lnTo>
                    <a:pt x="362092" y="1701820"/>
                  </a:lnTo>
                  <a:lnTo>
                    <a:pt x="358365" y="1713168"/>
                  </a:lnTo>
                  <a:lnTo>
                    <a:pt x="357826" y="1714787"/>
                  </a:lnTo>
                  <a:lnTo>
                    <a:pt x="354554" y="1724516"/>
                  </a:lnTo>
                  <a:lnTo>
                    <a:pt x="350777" y="1735864"/>
                  </a:lnTo>
                  <a:lnTo>
                    <a:pt x="347034" y="1747195"/>
                  </a:lnTo>
                  <a:lnTo>
                    <a:pt x="343392" y="1758274"/>
                  </a:lnTo>
                  <a:lnTo>
                    <a:pt x="343291" y="1758543"/>
                  </a:lnTo>
                  <a:lnTo>
                    <a:pt x="339463" y="1769891"/>
                  </a:lnTo>
                  <a:lnTo>
                    <a:pt x="335686" y="1781239"/>
                  </a:lnTo>
                  <a:lnTo>
                    <a:pt x="331959" y="1792587"/>
                  </a:lnTo>
                  <a:lnTo>
                    <a:pt x="328958" y="1801676"/>
                  </a:lnTo>
                  <a:lnTo>
                    <a:pt x="328199" y="1803935"/>
                  </a:lnTo>
                  <a:lnTo>
                    <a:pt x="324372" y="1815267"/>
                  </a:lnTo>
                  <a:lnTo>
                    <a:pt x="320611" y="1826615"/>
                  </a:lnTo>
                  <a:lnTo>
                    <a:pt x="316885" y="1837963"/>
                  </a:lnTo>
                  <a:lnTo>
                    <a:pt x="314524" y="1845095"/>
                  </a:lnTo>
                  <a:lnTo>
                    <a:pt x="313108" y="1849311"/>
                  </a:lnTo>
                  <a:lnTo>
                    <a:pt x="309297" y="1860659"/>
                  </a:lnTo>
                  <a:lnTo>
                    <a:pt x="305537" y="1872007"/>
                  </a:lnTo>
                  <a:lnTo>
                    <a:pt x="301827" y="1883355"/>
                  </a:lnTo>
                  <a:lnTo>
                    <a:pt x="300091" y="1888532"/>
                  </a:lnTo>
                  <a:lnTo>
                    <a:pt x="298017" y="1894686"/>
                  </a:lnTo>
                  <a:lnTo>
                    <a:pt x="294206" y="1906034"/>
                  </a:lnTo>
                  <a:lnTo>
                    <a:pt x="290462" y="1917382"/>
                  </a:lnTo>
                  <a:lnTo>
                    <a:pt x="286753" y="1928730"/>
                  </a:lnTo>
                  <a:lnTo>
                    <a:pt x="285657" y="1931985"/>
                  </a:lnTo>
                  <a:lnTo>
                    <a:pt x="282908" y="1940078"/>
                  </a:lnTo>
                  <a:lnTo>
                    <a:pt x="279114" y="1951426"/>
                  </a:lnTo>
                  <a:lnTo>
                    <a:pt x="275405" y="1962774"/>
                  </a:lnTo>
                  <a:lnTo>
                    <a:pt x="271695" y="1974105"/>
                  </a:lnTo>
                  <a:lnTo>
                    <a:pt x="271223" y="1975471"/>
                  </a:lnTo>
                  <a:lnTo>
                    <a:pt x="267800" y="1985453"/>
                  </a:lnTo>
                  <a:lnTo>
                    <a:pt x="264023" y="1996801"/>
                  </a:lnTo>
                  <a:lnTo>
                    <a:pt x="260330" y="2008150"/>
                  </a:lnTo>
                  <a:lnTo>
                    <a:pt x="256789" y="2018958"/>
                  </a:lnTo>
                  <a:lnTo>
                    <a:pt x="256604" y="2019498"/>
                  </a:lnTo>
                  <a:lnTo>
                    <a:pt x="252675" y="2030846"/>
                  </a:lnTo>
                  <a:lnTo>
                    <a:pt x="248931" y="2042177"/>
                  </a:lnTo>
                  <a:lnTo>
                    <a:pt x="245273" y="2053525"/>
                  </a:lnTo>
                  <a:lnTo>
                    <a:pt x="242356" y="2062293"/>
                  </a:lnTo>
                  <a:lnTo>
                    <a:pt x="241462" y="2064873"/>
                  </a:lnTo>
                  <a:lnTo>
                    <a:pt x="237533" y="2076221"/>
                  </a:lnTo>
                  <a:lnTo>
                    <a:pt x="233857" y="2087569"/>
                  </a:lnTo>
                  <a:lnTo>
                    <a:pt x="230232" y="2098917"/>
                  </a:lnTo>
                  <a:lnTo>
                    <a:pt x="227922" y="2105645"/>
                  </a:lnTo>
                  <a:lnTo>
                    <a:pt x="226269" y="2110265"/>
                  </a:lnTo>
                  <a:lnTo>
                    <a:pt x="222357" y="2121596"/>
                  </a:lnTo>
                  <a:lnTo>
                    <a:pt x="218783" y="2132944"/>
                  </a:lnTo>
                  <a:lnTo>
                    <a:pt x="215225" y="2144292"/>
                  </a:lnTo>
                  <a:lnTo>
                    <a:pt x="213488" y="2148997"/>
                  </a:lnTo>
                  <a:lnTo>
                    <a:pt x="210942" y="2155640"/>
                  </a:lnTo>
                  <a:lnTo>
                    <a:pt x="207080" y="2166988"/>
                  </a:lnTo>
                  <a:lnTo>
                    <a:pt x="203809" y="2178336"/>
                  </a:lnTo>
                  <a:lnTo>
                    <a:pt x="200319" y="2189668"/>
                  </a:lnTo>
                  <a:lnTo>
                    <a:pt x="199054" y="2192366"/>
                  </a:lnTo>
                  <a:lnTo>
                    <a:pt x="194755" y="2201016"/>
                  </a:lnTo>
                  <a:lnTo>
                    <a:pt x="191365" y="2212364"/>
                  </a:lnTo>
                  <a:lnTo>
                    <a:pt x="189645" y="2223712"/>
                  </a:lnTo>
                  <a:lnTo>
                    <a:pt x="185818" y="2235060"/>
                  </a:lnTo>
                  <a:lnTo>
                    <a:pt x="184621" y="2236038"/>
                  </a:lnTo>
                  <a:lnTo>
                    <a:pt x="183154" y="2235060"/>
                  </a:lnTo>
                  <a:lnTo>
                    <a:pt x="177505" y="2223712"/>
                  </a:lnTo>
                  <a:lnTo>
                    <a:pt x="175363" y="2212364"/>
                  </a:lnTo>
                  <a:lnTo>
                    <a:pt x="173863" y="2201016"/>
                  </a:lnTo>
                  <a:lnTo>
                    <a:pt x="172581" y="2189668"/>
                  </a:lnTo>
                  <a:lnTo>
                    <a:pt x="171401" y="2178336"/>
                  </a:lnTo>
                  <a:lnTo>
                    <a:pt x="170271" y="2166988"/>
                  </a:lnTo>
                  <a:lnTo>
                    <a:pt x="170187" y="2166027"/>
                  </a:lnTo>
                  <a:lnTo>
                    <a:pt x="169293" y="2155640"/>
                  </a:lnTo>
                  <a:lnTo>
                    <a:pt x="168383" y="2144292"/>
                  </a:lnTo>
                  <a:lnTo>
                    <a:pt x="167489" y="2132944"/>
                  </a:lnTo>
                  <a:lnTo>
                    <a:pt x="166629" y="2121596"/>
                  </a:lnTo>
                  <a:lnTo>
                    <a:pt x="165752" y="2110265"/>
                  </a:lnTo>
                  <a:lnTo>
                    <a:pt x="164892" y="2098917"/>
                  </a:lnTo>
                  <a:lnTo>
                    <a:pt x="164032" y="2087569"/>
                  </a:lnTo>
                  <a:lnTo>
                    <a:pt x="163155" y="2076221"/>
                  </a:lnTo>
                  <a:lnTo>
                    <a:pt x="162279" y="2064873"/>
                  </a:lnTo>
                  <a:lnTo>
                    <a:pt x="161402" y="2053525"/>
                  </a:lnTo>
                  <a:lnTo>
                    <a:pt x="160508" y="2042177"/>
                  </a:lnTo>
                  <a:lnTo>
                    <a:pt x="159614" y="2030846"/>
                  </a:lnTo>
                  <a:lnTo>
                    <a:pt x="158721" y="2019498"/>
                  </a:lnTo>
                  <a:lnTo>
                    <a:pt x="157810" y="2008150"/>
                  </a:lnTo>
                  <a:lnTo>
                    <a:pt x="156916" y="1996801"/>
                  </a:lnTo>
                  <a:lnTo>
                    <a:pt x="156006" y="1985453"/>
                  </a:lnTo>
                  <a:lnTo>
                    <a:pt x="155753" y="1982334"/>
                  </a:lnTo>
                  <a:lnTo>
                    <a:pt x="155095" y="1974105"/>
                  </a:lnTo>
                  <a:lnTo>
                    <a:pt x="154202" y="1962774"/>
                  </a:lnTo>
                  <a:lnTo>
                    <a:pt x="153308" y="1951426"/>
                  </a:lnTo>
                  <a:lnTo>
                    <a:pt x="152414" y="1940078"/>
                  </a:lnTo>
                  <a:lnTo>
                    <a:pt x="151538" y="1928730"/>
                  </a:lnTo>
                  <a:lnTo>
                    <a:pt x="150644" y="1917382"/>
                  </a:lnTo>
                  <a:lnTo>
                    <a:pt x="149767" y="1906034"/>
                  </a:lnTo>
                  <a:lnTo>
                    <a:pt x="148873" y="1894686"/>
                  </a:lnTo>
                  <a:lnTo>
                    <a:pt x="147980" y="1883355"/>
                  </a:lnTo>
                  <a:lnTo>
                    <a:pt x="147103" y="1872007"/>
                  </a:lnTo>
                  <a:lnTo>
                    <a:pt x="146209" y="1860659"/>
                  </a:lnTo>
                  <a:lnTo>
                    <a:pt x="145315" y="1849311"/>
                  </a:lnTo>
                  <a:lnTo>
                    <a:pt x="144422" y="1837963"/>
                  </a:lnTo>
                  <a:lnTo>
                    <a:pt x="143528" y="1826615"/>
                  </a:lnTo>
                  <a:lnTo>
                    <a:pt x="142634" y="1815267"/>
                  </a:lnTo>
                  <a:lnTo>
                    <a:pt x="141741" y="1803935"/>
                  </a:lnTo>
                  <a:lnTo>
                    <a:pt x="141319" y="1798658"/>
                  </a:lnTo>
                  <a:lnTo>
                    <a:pt x="140847" y="1792587"/>
                  </a:lnTo>
                  <a:lnTo>
                    <a:pt x="139953" y="1781239"/>
                  </a:lnTo>
                  <a:lnTo>
                    <a:pt x="139060" y="1769891"/>
                  </a:lnTo>
                  <a:lnTo>
                    <a:pt x="138166" y="1758543"/>
                  </a:lnTo>
                  <a:lnTo>
                    <a:pt x="137272" y="1747195"/>
                  </a:lnTo>
                  <a:lnTo>
                    <a:pt x="136379" y="1735864"/>
                  </a:lnTo>
                  <a:lnTo>
                    <a:pt x="135502" y="1724516"/>
                  </a:lnTo>
                  <a:lnTo>
                    <a:pt x="134608" y="1713168"/>
                  </a:lnTo>
                  <a:lnTo>
                    <a:pt x="133714" y="1701820"/>
                  </a:lnTo>
                  <a:lnTo>
                    <a:pt x="132821" y="1690472"/>
                  </a:lnTo>
                  <a:lnTo>
                    <a:pt x="131944" y="1679124"/>
                  </a:lnTo>
                  <a:lnTo>
                    <a:pt x="131050" y="1667776"/>
                  </a:lnTo>
                  <a:lnTo>
                    <a:pt x="130157" y="1656445"/>
                  </a:lnTo>
                  <a:lnTo>
                    <a:pt x="129263" y="1645097"/>
                  </a:lnTo>
                  <a:lnTo>
                    <a:pt x="128369" y="1633749"/>
                  </a:lnTo>
                  <a:lnTo>
                    <a:pt x="127476" y="1622401"/>
                  </a:lnTo>
                  <a:lnTo>
                    <a:pt x="126886" y="1614982"/>
                  </a:lnTo>
                  <a:lnTo>
                    <a:pt x="126582" y="1611053"/>
                  </a:lnTo>
                  <a:lnTo>
                    <a:pt x="125688" y="1599711"/>
                  </a:lnTo>
                  <a:lnTo>
                    <a:pt x="124794" y="1588365"/>
                  </a:lnTo>
                  <a:lnTo>
                    <a:pt x="123901" y="1577020"/>
                  </a:lnTo>
                  <a:lnTo>
                    <a:pt x="123007" y="1565674"/>
                  </a:lnTo>
                  <a:lnTo>
                    <a:pt x="122130" y="1554329"/>
                  </a:lnTo>
                  <a:lnTo>
                    <a:pt x="121237" y="1542983"/>
                  </a:lnTo>
                  <a:lnTo>
                    <a:pt x="120343" y="1531638"/>
                  </a:lnTo>
                  <a:lnTo>
                    <a:pt x="119449" y="1520292"/>
                  </a:lnTo>
                  <a:lnTo>
                    <a:pt x="118556" y="1508947"/>
                  </a:lnTo>
                  <a:lnTo>
                    <a:pt x="117679" y="1497603"/>
                  </a:lnTo>
                  <a:lnTo>
                    <a:pt x="116785" y="1486256"/>
                  </a:lnTo>
                  <a:lnTo>
                    <a:pt x="115892" y="1474912"/>
                  </a:lnTo>
                  <a:lnTo>
                    <a:pt x="114998" y="1463565"/>
                  </a:lnTo>
                  <a:lnTo>
                    <a:pt x="114104" y="1452221"/>
                  </a:lnTo>
                  <a:lnTo>
                    <a:pt x="113210" y="1440874"/>
                  </a:lnTo>
                  <a:lnTo>
                    <a:pt x="112452" y="1431304"/>
                  </a:lnTo>
                  <a:lnTo>
                    <a:pt x="112317" y="1429530"/>
                  </a:lnTo>
                  <a:lnTo>
                    <a:pt x="111423" y="1418183"/>
                  </a:lnTo>
                  <a:lnTo>
                    <a:pt x="110529" y="1406839"/>
                  </a:lnTo>
                  <a:lnTo>
                    <a:pt x="109636" y="1395492"/>
                  </a:lnTo>
                  <a:lnTo>
                    <a:pt x="108759" y="1384148"/>
                  </a:lnTo>
                  <a:lnTo>
                    <a:pt x="107865" y="1372801"/>
                  </a:lnTo>
                  <a:lnTo>
                    <a:pt x="106972" y="1361457"/>
                  </a:lnTo>
                  <a:lnTo>
                    <a:pt x="106078" y="1350110"/>
                  </a:lnTo>
                  <a:lnTo>
                    <a:pt x="105184" y="1338766"/>
                  </a:lnTo>
                  <a:lnTo>
                    <a:pt x="104291" y="1327419"/>
                  </a:lnTo>
                  <a:lnTo>
                    <a:pt x="103414" y="1316075"/>
                  </a:lnTo>
                  <a:lnTo>
                    <a:pt x="102520" y="1304728"/>
                  </a:lnTo>
                  <a:lnTo>
                    <a:pt x="101626" y="1293384"/>
                  </a:lnTo>
                  <a:lnTo>
                    <a:pt x="100733" y="1282037"/>
                  </a:lnTo>
                  <a:lnTo>
                    <a:pt x="99839" y="1270693"/>
                  </a:lnTo>
                  <a:lnTo>
                    <a:pt x="98945" y="1259346"/>
                  </a:lnTo>
                  <a:lnTo>
                    <a:pt x="98052" y="1248002"/>
                  </a:lnTo>
                  <a:lnTo>
                    <a:pt x="98018" y="1247621"/>
                  </a:lnTo>
                  <a:lnTo>
                    <a:pt x="97158" y="1236657"/>
                  </a:lnTo>
                  <a:lnTo>
                    <a:pt x="96264" y="1225311"/>
                  </a:lnTo>
                  <a:lnTo>
                    <a:pt x="95387" y="1213966"/>
                  </a:lnTo>
                  <a:lnTo>
                    <a:pt x="94494" y="1202620"/>
                  </a:lnTo>
                  <a:lnTo>
                    <a:pt x="93600" y="1191275"/>
                  </a:lnTo>
                  <a:lnTo>
                    <a:pt x="92706" y="1179929"/>
                  </a:lnTo>
                  <a:lnTo>
                    <a:pt x="91813" y="1168584"/>
                  </a:lnTo>
                  <a:lnTo>
                    <a:pt x="90919" y="1157238"/>
                  </a:lnTo>
                  <a:lnTo>
                    <a:pt x="90042" y="1145893"/>
                  </a:lnTo>
                  <a:lnTo>
                    <a:pt x="89149" y="1134547"/>
                  </a:lnTo>
                  <a:lnTo>
                    <a:pt x="88255" y="1123202"/>
                  </a:lnTo>
                  <a:lnTo>
                    <a:pt x="87361" y="1111856"/>
                  </a:lnTo>
                  <a:lnTo>
                    <a:pt x="86467" y="1100511"/>
                  </a:lnTo>
                  <a:lnTo>
                    <a:pt x="85574" y="1089165"/>
                  </a:lnTo>
                  <a:lnTo>
                    <a:pt x="84680" y="1077820"/>
                  </a:lnTo>
                  <a:lnTo>
                    <a:pt x="83786" y="1066474"/>
                  </a:lnTo>
                  <a:lnTo>
                    <a:pt x="83584" y="1063906"/>
                  </a:lnTo>
                  <a:lnTo>
                    <a:pt x="82893" y="1055129"/>
                  </a:lnTo>
                  <a:lnTo>
                    <a:pt x="81999" y="1043783"/>
                  </a:lnTo>
                  <a:lnTo>
                    <a:pt x="81122" y="1032438"/>
                  </a:lnTo>
                  <a:lnTo>
                    <a:pt x="80229" y="1021092"/>
                  </a:lnTo>
                  <a:lnTo>
                    <a:pt x="79335" y="1009747"/>
                  </a:lnTo>
                  <a:lnTo>
                    <a:pt x="78441" y="998401"/>
                  </a:lnTo>
                  <a:lnTo>
                    <a:pt x="77548" y="987056"/>
                  </a:lnTo>
                  <a:lnTo>
                    <a:pt x="76654" y="975711"/>
                  </a:lnTo>
                  <a:lnTo>
                    <a:pt x="75777" y="964365"/>
                  </a:lnTo>
                  <a:lnTo>
                    <a:pt x="74883" y="953020"/>
                  </a:lnTo>
                  <a:lnTo>
                    <a:pt x="73990" y="941674"/>
                  </a:lnTo>
                  <a:lnTo>
                    <a:pt x="73096" y="930329"/>
                  </a:lnTo>
                  <a:lnTo>
                    <a:pt x="72202" y="918983"/>
                  </a:lnTo>
                  <a:lnTo>
                    <a:pt x="71309" y="907638"/>
                  </a:lnTo>
                  <a:lnTo>
                    <a:pt x="70415" y="896292"/>
                  </a:lnTo>
                  <a:lnTo>
                    <a:pt x="69521" y="884947"/>
                  </a:lnTo>
                  <a:lnTo>
                    <a:pt x="69150" y="880202"/>
                  </a:lnTo>
                  <a:lnTo>
                    <a:pt x="68628" y="873601"/>
                  </a:lnTo>
                  <a:lnTo>
                    <a:pt x="67751" y="862256"/>
                  </a:lnTo>
                  <a:lnTo>
                    <a:pt x="66857" y="850910"/>
                  </a:lnTo>
                  <a:lnTo>
                    <a:pt x="65964" y="839565"/>
                  </a:lnTo>
                  <a:lnTo>
                    <a:pt x="65070" y="828219"/>
                  </a:lnTo>
                  <a:lnTo>
                    <a:pt x="64176" y="816874"/>
                  </a:lnTo>
                  <a:lnTo>
                    <a:pt x="63282" y="805528"/>
                  </a:lnTo>
                  <a:lnTo>
                    <a:pt x="62406" y="794183"/>
                  </a:lnTo>
                  <a:lnTo>
                    <a:pt x="61512" y="782837"/>
                  </a:lnTo>
                  <a:lnTo>
                    <a:pt x="60618" y="771492"/>
                  </a:lnTo>
                  <a:lnTo>
                    <a:pt x="59725" y="760146"/>
                  </a:lnTo>
                  <a:lnTo>
                    <a:pt x="58831" y="748801"/>
                  </a:lnTo>
                  <a:lnTo>
                    <a:pt x="57937" y="737455"/>
                  </a:lnTo>
                  <a:lnTo>
                    <a:pt x="57044" y="726110"/>
                  </a:lnTo>
                  <a:lnTo>
                    <a:pt x="56150" y="714764"/>
                  </a:lnTo>
                  <a:lnTo>
                    <a:pt x="55273" y="703419"/>
                  </a:lnTo>
                  <a:lnTo>
                    <a:pt x="54717" y="696506"/>
                  </a:lnTo>
                  <a:lnTo>
                    <a:pt x="54380" y="692074"/>
                  </a:lnTo>
                  <a:lnTo>
                    <a:pt x="53486" y="680728"/>
                  </a:lnTo>
                  <a:lnTo>
                    <a:pt x="52592" y="669383"/>
                  </a:lnTo>
                  <a:lnTo>
                    <a:pt x="51698" y="658037"/>
                  </a:lnTo>
                  <a:lnTo>
                    <a:pt x="50805" y="646692"/>
                  </a:lnTo>
                  <a:lnTo>
                    <a:pt x="49911" y="635346"/>
                  </a:lnTo>
                  <a:lnTo>
                    <a:pt x="49034" y="624001"/>
                  </a:lnTo>
                  <a:lnTo>
                    <a:pt x="48140" y="612655"/>
                  </a:lnTo>
                  <a:lnTo>
                    <a:pt x="47247" y="601310"/>
                  </a:lnTo>
                  <a:lnTo>
                    <a:pt x="46353" y="589964"/>
                  </a:lnTo>
                  <a:lnTo>
                    <a:pt x="45460" y="578619"/>
                  </a:lnTo>
                  <a:lnTo>
                    <a:pt x="44566" y="567273"/>
                  </a:lnTo>
                  <a:lnTo>
                    <a:pt x="43672" y="555928"/>
                  </a:lnTo>
                  <a:lnTo>
                    <a:pt x="42779" y="544582"/>
                  </a:lnTo>
                  <a:lnTo>
                    <a:pt x="41902" y="533237"/>
                  </a:lnTo>
                  <a:lnTo>
                    <a:pt x="41008" y="521891"/>
                  </a:lnTo>
                  <a:lnTo>
                    <a:pt x="40283" y="512813"/>
                  </a:lnTo>
                  <a:lnTo>
                    <a:pt x="40114" y="510546"/>
                  </a:lnTo>
                  <a:lnTo>
                    <a:pt x="39221" y="499200"/>
                  </a:lnTo>
                  <a:lnTo>
                    <a:pt x="38327" y="487855"/>
                  </a:lnTo>
                  <a:lnTo>
                    <a:pt x="37433" y="476509"/>
                  </a:lnTo>
                  <a:lnTo>
                    <a:pt x="36540" y="465164"/>
                  </a:lnTo>
                  <a:lnTo>
                    <a:pt x="35663" y="453818"/>
                  </a:lnTo>
                  <a:lnTo>
                    <a:pt x="34769" y="442473"/>
                  </a:lnTo>
                  <a:lnTo>
                    <a:pt x="33875" y="431129"/>
                  </a:lnTo>
                  <a:lnTo>
                    <a:pt x="32982" y="419782"/>
                  </a:lnTo>
                  <a:lnTo>
                    <a:pt x="32088" y="408438"/>
                  </a:lnTo>
                  <a:lnTo>
                    <a:pt x="31194" y="397091"/>
                  </a:lnTo>
                  <a:lnTo>
                    <a:pt x="30301" y="385747"/>
                  </a:lnTo>
                  <a:lnTo>
                    <a:pt x="29407" y="374400"/>
                  </a:lnTo>
                  <a:lnTo>
                    <a:pt x="28530" y="363056"/>
                  </a:lnTo>
                  <a:lnTo>
                    <a:pt x="27636" y="351709"/>
                  </a:lnTo>
                  <a:lnTo>
                    <a:pt x="26743" y="340365"/>
                  </a:lnTo>
                  <a:lnTo>
                    <a:pt x="25849" y="329125"/>
                  </a:lnTo>
                  <a:lnTo>
                    <a:pt x="25849" y="329018"/>
                  </a:lnTo>
                  <a:lnTo>
                    <a:pt x="24955" y="317674"/>
                  </a:lnTo>
                  <a:lnTo>
                    <a:pt x="24062" y="306327"/>
                  </a:lnTo>
                  <a:lnTo>
                    <a:pt x="23168" y="294983"/>
                  </a:lnTo>
                  <a:lnTo>
                    <a:pt x="22274" y="283636"/>
                  </a:lnTo>
                  <a:lnTo>
                    <a:pt x="21398" y="272292"/>
                  </a:lnTo>
                  <a:lnTo>
                    <a:pt x="20504" y="260945"/>
                  </a:lnTo>
                  <a:lnTo>
                    <a:pt x="19610" y="249601"/>
                  </a:lnTo>
                  <a:lnTo>
                    <a:pt x="18717" y="238254"/>
                  </a:lnTo>
                  <a:lnTo>
                    <a:pt x="17823" y="226910"/>
                  </a:lnTo>
                  <a:lnTo>
                    <a:pt x="16929" y="215563"/>
                  </a:lnTo>
                  <a:lnTo>
                    <a:pt x="16035" y="204219"/>
                  </a:lnTo>
                  <a:lnTo>
                    <a:pt x="15159" y="192872"/>
                  </a:lnTo>
                  <a:lnTo>
                    <a:pt x="14265" y="181528"/>
                  </a:lnTo>
                  <a:lnTo>
                    <a:pt x="13371" y="170183"/>
                  </a:lnTo>
                  <a:lnTo>
                    <a:pt x="12478" y="158837"/>
                  </a:lnTo>
                  <a:lnTo>
                    <a:pt x="11584" y="147492"/>
                  </a:lnTo>
                  <a:lnTo>
                    <a:pt x="11415" y="145416"/>
                  </a:lnTo>
                  <a:lnTo>
                    <a:pt x="10690" y="136146"/>
                  </a:lnTo>
                  <a:lnTo>
                    <a:pt x="9797" y="124801"/>
                  </a:lnTo>
                  <a:lnTo>
                    <a:pt x="8903" y="113455"/>
                  </a:lnTo>
                  <a:lnTo>
                    <a:pt x="8026" y="102110"/>
                  </a:lnTo>
                  <a:lnTo>
                    <a:pt x="7133" y="90764"/>
                  </a:lnTo>
                  <a:lnTo>
                    <a:pt x="6239" y="79418"/>
                  </a:lnTo>
                  <a:lnTo>
                    <a:pt x="5345" y="68073"/>
                  </a:lnTo>
                  <a:lnTo>
                    <a:pt x="4451" y="56727"/>
                  </a:lnTo>
                  <a:lnTo>
                    <a:pt x="3558" y="45382"/>
                  </a:lnTo>
                  <a:lnTo>
                    <a:pt x="2664" y="34037"/>
                  </a:lnTo>
                  <a:lnTo>
                    <a:pt x="1787" y="22691"/>
                  </a:lnTo>
                  <a:lnTo>
                    <a:pt x="894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09DE3E9B-350D-EC0B-90FD-24AC9863FA29}"/>
                </a:ext>
              </a:extLst>
            </p:cNvPr>
            <p:cNvSpPr/>
            <p:nvPr/>
          </p:nvSpPr>
          <p:spPr>
            <a:xfrm>
              <a:off x="8373890" y="3374538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69" name="Freeform 568">
            <a:extLst>
              <a:ext uri="{FF2B5EF4-FFF2-40B4-BE49-F238E27FC236}">
                <a16:creationId xmlns:a16="http://schemas.microsoft.com/office/drawing/2014/main" id="{F6408B5B-1472-9190-F6A1-5DAB887FE4C3}"/>
              </a:ext>
            </a:extLst>
          </p:cNvPr>
          <p:cNvSpPr/>
          <p:nvPr/>
        </p:nvSpPr>
        <p:spPr>
          <a:xfrm>
            <a:off x="8373890" y="-855366"/>
            <a:ext cx="121405" cy="1686"/>
          </a:xfrm>
          <a:custGeom>
            <a:avLst/>
            <a:gdLst>
              <a:gd name="csX0" fmla="*/ 0 w 121405"/>
              <a:gd name="csY0" fmla="*/ 0 h 1686"/>
              <a:gd name="csX1" fmla="*/ 121405 w 121405"/>
              <a:gd name="csY1" fmla="*/ 0 h 1686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21405" h="1686">
                <a:moveTo>
                  <a:pt x="0" y="0"/>
                </a:moveTo>
                <a:lnTo>
                  <a:pt x="121405" y="0"/>
                </a:lnTo>
              </a:path>
            </a:pathLst>
          </a:custGeom>
          <a:noFill/>
          <a:ln w="10096" cap="rnd">
            <a:solidFill>
              <a:srgbClr val="0000C8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91D9E3EB-A0D4-3E17-507F-D5D3F16B257A}"/>
              </a:ext>
            </a:extLst>
          </p:cNvPr>
          <p:cNvSpPr/>
          <p:nvPr/>
        </p:nvSpPr>
        <p:spPr>
          <a:xfrm>
            <a:off x="8373890" y="-6495237"/>
            <a:ext cx="121405" cy="1686"/>
          </a:xfrm>
          <a:custGeom>
            <a:avLst/>
            <a:gdLst>
              <a:gd name="csX0" fmla="*/ 0 w 121405"/>
              <a:gd name="csY0" fmla="*/ 0 h 1686"/>
              <a:gd name="csX1" fmla="*/ 121405 w 121405"/>
              <a:gd name="csY1" fmla="*/ 0 h 1686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21405" h="1686">
                <a:moveTo>
                  <a:pt x="0" y="0"/>
                </a:moveTo>
                <a:lnTo>
                  <a:pt x="121405" y="0"/>
                </a:lnTo>
              </a:path>
            </a:pathLst>
          </a:custGeom>
          <a:noFill/>
          <a:ln w="10096" cap="rnd">
            <a:solidFill>
              <a:srgbClr val="01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FB68C196-15F9-0724-04EE-5B937F0DC413}"/>
              </a:ext>
            </a:extLst>
          </p:cNvPr>
          <p:cNvGrpSpPr/>
          <p:nvPr/>
        </p:nvGrpSpPr>
        <p:grpSpPr>
          <a:xfrm>
            <a:off x="407620" y="2515411"/>
            <a:ext cx="3543141" cy="2588305"/>
            <a:chOff x="407620" y="2515411"/>
            <a:chExt cx="3543141" cy="2588305"/>
          </a:xfrm>
        </p:grpSpPr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0586953-F0C4-FC0C-5829-02BF84DA8461}"/>
                </a:ext>
              </a:extLst>
            </p:cNvPr>
            <p:cNvSpPr/>
            <p:nvPr/>
          </p:nvSpPr>
          <p:spPr>
            <a:xfrm>
              <a:off x="1042509" y="2515411"/>
              <a:ext cx="2886703" cy="2269093"/>
            </a:xfrm>
            <a:custGeom>
              <a:avLst/>
              <a:gdLst>
                <a:gd name="csX0" fmla="*/ 0 w 2886703"/>
                <a:gd name="csY0" fmla="*/ 2269094 h 2269093"/>
                <a:gd name="csX1" fmla="*/ 2886704 w 2886703"/>
                <a:gd name="csY1" fmla="*/ 2269094 h 2269093"/>
                <a:gd name="csX2" fmla="*/ 2886704 w 2886703"/>
                <a:gd name="csY2" fmla="*/ 0 h 2269093"/>
                <a:gd name="csX3" fmla="*/ 0 w 2886703"/>
                <a:gd name="csY3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86703" h="2269093">
                  <a:moveTo>
                    <a:pt x="0" y="2269094"/>
                  </a:moveTo>
                  <a:lnTo>
                    <a:pt x="2886704" y="2269094"/>
                  </a:lnTo>
                  <a:lnTo>
                    <a:pt x="2886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78D725F-E018-C14E-0086-D72A0B1DEF13}"/>
                </a:ext>
              </a:extLst>
            </p:cNvPr>
            <p:cNvSpPr/>
            <p:nvPr/>
          </p:nvSpPr>
          <p:spPr>
            <a:xfrm>
              <a:off x="1049726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C59F2AB5-5B88-9126-3FDD-FD3DAEE765DF}"/>
                </a:ext>
              </a:extLst>
            </p:cNvPr>
            <p:cNvSpPr/>
            <p:nvPr/>
          </p:nvSpPr>
          <p:spPr>
            <a:xfrm>
              <a:off x="2007147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8795996F-5C61-0026-70DF-5E0F7DE04F1B}"/>
                </a:ext>
              </a:extLst>
            </p:cNvPr>
            <p:cNvSpPr/>
            <p:nvPr/>
          </p:nvSpPr>
          <p:spPr>
            <a:xfrm>
              <a:off x="2964562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01604B80-02CD-D059-E68A-0A1B2B88CC8D}"/>
                </a:ext>
              </a:extLst>
            </p:cNvPr>
            <p:cNvSpPr/>
            <p:nvPr/>
          </p:nvSpPr>
          <p:spPr>
            <a:xfrm>
              <a:off x="3921995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5213BE45-1380-724C-AB07-B3EC4B17E803}"/>
                </a:ext>
              </a:extLst>
            </p:cNvPr>
            <p:cNvSpPr/>
            <p:nvPr/>
          </p:nvSpPr>
          <p:spPr>
            <a:xfrm>
              <a:off x="1042509" y="4778839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EE1E3A5-D181-4A28-E9EC-91163B053572}"/>
                </a:ext>
              </a:extLst>
            </p:cNvPr>
            <p:cNvSpPr/>
            <p:nvPr/>
          </p:nvSpPr>
          <p:spPr>
            <a:xfrm>
              <a:off x="1042509" y="4101439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8474A47-91F8-0579-D3B0-0A366E19A692}"/>
                </a:ext>
              </a:extLst>
            </p:cNvPr>
            <p:cNvSpPr/>
            <p:nvPr/>
          </p:nvSpPr>
          <p:spPr>
            <a:xfrm>
              <a:off x="1042509" y="3424048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7C03BB2-8921-C9E4-EB2B-EFBD14F00C55}"/>
                </a:ext>
              </a:extLst>
            </p:cNvPr>
            <p:cNvSpPr/>
            <p:nvPr/>
          </p:nvSpPr>
          <p:spPr>
            <a:xfrm>
              <a:off x="1042509" y="2746656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336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B5CB2E1-FAC2-D4C9-58B0-D751D74BA1FB}"/>
                </a:ext>
              </a:extLst>
            </p:cNvPr>
            <p:cNvSpPr/>
            <p:nvPr/>
          </p:nvSpPr>
          <p:spPr>
            <a:xfrm>
              <a:off x="1042509" y="4784505"/>
              <a:ext cx="2886703" cy="1686"/>
            </a:xfrm>
            <a:custGeom>
              <a:avLst/>
              <a:gdLst>
                <a:gd name="csX0" fmla="*/ 0 w 2886703"/>
                <a:gd name="csY0" fmla="*/ 0 h 1686"/>
                <a:gd name="csX1" fmla="*/ 2886704 w 2886703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886703" h="1686">
                  <a:moveTo>
                    <a:pt x="0" y="0"/>
                  </a:moveTo>
                  <a:lnTo>
                    <a:pt x="2886704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B610E132-37F9-AA34-D74C-14080AD55649}"/>
                </a:ext>
              </a:extLst>
            </p:cNvPr>
            <p:cNvSpPr/>
            <p:nvPr/>
          </p:nvSpPr>
          <p:spPr>
            <a:xfrm>
              <a:off x="1049726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AB1ED8EB-822C-7897-41F8-C72154EDFD0E}"/>
                </a:ext>
              </a:extLst>
            </p:cNvPr>
            <p:cNvSpPr/>
            <p:nvPr/>
          </p:nvSpPr>
          <p:spPr>
            <a:xfrm>
              <a:off x="2007147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2447D67-9ECE-389F-512C-B49CBB3C2B5C}"/>
                </a:ext>
              </a:extLst>
            </p:cNvPr>
            <p:cNvSpPr/>
            <p:nvPr/>
          </p:nvSpPr>
          <p:spPr>
            <a:xfrm>
              <a:off x="2964562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FBC9D441-62D6-269C-37CB-9B987F188CAA}"/>
                </a:ext>
              </a:extLst>
            </p:cNvPr>
            <p:cNvSpPr/>
            <p:nvPr/>
          </p:nvSpPr>
          <p:spPr>
            <a:xfrm>
              <a:off x="3921995" y="4752636"/>
              <a:ext cx="1686" cy="31868"/>
            </a:xfrm>
            <a:custGeom>
              <a:avLst/>
              <a:gdLst>
                <a:gd name="csX0" fmla="*/ 0 w 1686"/>
                <a:gd name="csY0" fmla="*/ 31869 h 31868"/>
                <a:gd name="csX1" fmla="*/ 0 w 1686"/>
                <a:gd name="csY1" fmla="*/ 0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31868">
                  <a:moveTo>
                    <a:pt x="0" y="31869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9C63931F-A153-4EEE-F537-1210F16867BB}"/>
                </a:ext>
              </a:extLst>
            </p:cNvPr>
            <p:cNvSpPr/>
            <p:nvPr/>
          </p:nvSpPr>
          <p:spPr>
            <a:xfrm>
              <a:off x="972502" y="4883585"/>
              <a:ext cx="75058" cy="9948"/>
            </a:xfrm>
            <a:custGeom>
              <a:avLst/>
              <a:gdLst>
                <a:gd name="csX0" fmla="*/ 0 w 75058"/>
                <a:gd name="csY0" fmla="*/ 0 h 9948"/>
                <a:gd name="csX1" fmla="*/ 75059 w 75058"/>
                <a:gd name="csY1" fmla="*/ 0 h 9948"/>
                <a:gd name="csX2" fmla="*/ 75059 w 75058"/>
                <a:gd name="csY2" fmla="*/ 9949 h 9948"/>
                <a:gd name="csX3" fmla="*/ 0 w 75058"/>
                <a:gd name="csY3" fmla="*/ 9949 h 9948"/>
                <a:gd name="csX4" fmla="*/ 0 w 75058"/>
                <a:gd name="csY4" fmla="*/ 0 h 9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58" h="9948">
                  <a:moveTo>
                    <a:pt x="0" y="0"/>
                  </a:moveTo>
                  <a:lnTo>
                    <a:pt x="75059" y="0"/>
                  </a:lnTo>
                  <a:lnTo>
                    <a:pt x="75059" y="9949"/>
                  </a:lnTo>
                  <a:lnTo>
                    <a:pt x="0" y="9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37225963-AF7A-12A1-5D2B-3EF799DD7D06}"/>
                </a:ext>
              </a:extLst>
            </p:cNvPr>
            <p:cNvSpPr/>
            <p:nvPr/>
          </p:nvSpPr>
          <p:spPr>
            <a:xfrm>
              <a:off x="1069398" y="4837148"/>
              <a:ext cx="57552" cy="90699"/>
            </a:xfrm>
            <a:custGeom>
              <a:avLst/>
              <a:gdLst>
                <a:gd name="csX0" fmla="*/ 39519 w 57552"/>
                <a:gd name="csY0" fmla="*/ 41868 h 90699"/>
                <a:gd name="csX1" fmla="*/ 52751 w 57552"/>
                <a:gd name="csY1" fmla="*/ 49422 h 90699"/>
                <a:gd name="csX2" fmla="*/ 57553 w 57552"/>
                <a:gd name="csY2" fmla="*/ 63586 h 90699"/>
                <a:gd name="csX3" fmla="*/ 48653 w 57552"/>
                <a:gd name="csY3" fmla="*/ 83618 h 90699"/>
                <a:gd name="csX4" fmla="*/ 23360 w 57552"/>
                <a:gd name="csY4" fmla="*/ 90700 h 90699"/>
                <a:gd name="csX5" fmla="*/ 12002 w 57552"/>
                <a:gd name="csY5" fmla="*/ 89587 h 90699"/>
                <a:gd name="csX6" fmla="*/ 0 w 57552"/>
                <a:gd name="csY6" fmla="*/ 86366 h 90699"/>
                <a:gd name="csX7" fmla="*/ 0 w 57552"/>
                <a:gd name="csY7" fmla="*/ 74951 h 90699"/>
                <a:gd name="csX8" fmla="*/ 10773 w 57552"/>
                <a:gd name="csY8" fmla="*/ 79285 h 90699"/>
                <a:gd name="csX9" fmla="*/ 23010 w 57552"/>
                <a:gd name="csY9" fmla="*/ 80735 h 90699"/>
                <a:gd name="csX10" fmla="*/ 39929 w 57552"/>
                <a:gd name="csY10" fmla="*/ 76350 h 90699"/>
                <a:gd name="csX11" fmla="*/ 45783 w 57552"/>
                <a:gd name="csY11" fmla="*/ 63586 h 90699"/>
                <a:gd name="csX12" fmla="*/ 40339 w 57552"/>
                <a:gd name="csY12" fmla="*/ 51530 h 90699"/>
                <a:gd name="csX13" fmla="*/ 25293 w 57552"/>
                <a:gd name="csY13" fmla="*/ 47129 h 90699"/>
                <a:gd name="csX14" fmla="*/ 15105 w 57552"/>
                <a:gd name="csY14" fmla="*/ 47129 h 90699"/>
                <a:gd name="csX15" fmla="*/ 15105 w 57552"/>
                <a:gd name="csY15" fmla="*/ 37416 h 90699"/>
                <a:gd name="csX16" fmla="*/ 25762 w 57552"/>
                <a:gd name="csY16" fmla="*/ 37416 h 90699"/>
                <a:gd name="csX17" fmla="*/ 39109 w 57552"/>
                <a:gd name="csY17" fmla="*/ 33960 h 90699"/>
                <a:gd name="csX18" fmla="*/ 43735 w 57552"/>
                <a:gd name="csY18" fmla="*/ 23893 h 90699"/>
                <a:gd name="csX19" fmla="*/ 38934 w 57552"/>
                <a:gd name="csY19" fmla="*/ 13591 h 90699"/>
                <a:gd name="csX20" fmla="*/ 25293 w 57552"/>
                <a:gd name="csY20" fmla="*/ 9965 h 90699"/>
                <a:gd name="csX21" fmla="*/ 14870 w 57552"/>
                <a:gd name="csY21" fmla="*/ 11011 h 90699"/>
                <a:gd name="csX22" fmla="*/ 2634 w 57552"/>
                <a:gd name="csY22" fmla="*/ 14282 h 90699"/>
                <a:gd name="csX23" fmla="*/ 2634 w 57552"/>
                <a:gd name="csY23" fmla="*/ 3743 h 90699"/>
                <a:gd name="csX24" fmla="*/ 15223 w 57552"/>
                <a:gd name="csY24" fmla="*/ 944 h 90699"/>
                <a:gd name="csX25" fmla="*/ 26347 w 57552"/>
                <a:gd name="csY25" fmla="*/ 0 h 90699"/>
                <a:gd name="csX26" fmla="*/ 47658 w 57552"/>
                <a:gd name="csY26" fmla="*/ 6155 h 90699"/>
                <a:gd name="csX27" fmla="*/ 55503 w 57552"/>
                <a:gd name="csY27" fmla="*/ 22662 h 90699"/>
                <a:gd name="csX28" fmla="*/ 51346 w 57552"/>
                <a:gd name="csY28" fmla="*/ 34955 h 90699"/>
                <a:gd name="csX29" fmla="*/ 39519 w 57552"/>
                <a:gd name="csY29" fmla="*/ 41868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52" h="90699">
                  <a:moveTo>
                    <a:pt x="39519" y="41868"/>
                  </a:moveTo>
                  <a:cubicBezTo>
                    <a:pt x="45179" y="43071"/>
                    <a:pt x="49590" y="45589"/>
                    <a:pt x="52751" y="49422"/>
                  </a:cubicBezTo>
                  <a:cubicBezTo>
                    <a:pt x="55952" y="53244"/>
                    <a:pt x="57553" y="57965"/>
                    <a:pt x="57553" y="63586"/>
                  </a:cubicBezTo>
                  <a:cubicBezTo>
                    <a:pt x="57553" y="72208"/>
                    <a:pt x="54586" y="78885"/>
                    <a:pt x="48653" y="83618"/>
                  </a:cubicBezTo>
                  <a:cubicBezTo>
                    <a:pt x="42720" y="88339"/>
                    <a:pt x="34289" y="90700"/>
                    <a:pt x="23360" y="90700"/>
                  </a:cubicBezTo>
                  <a:cubicBezTo>
                    <a:pt x="19691" y="90700"/>
                    <a:pt x="15905" y="90329"/>
                    <a:pt x="12002" y="89587"/>
                  </a:cubicBezTo>
                  <a:cubicBezTo>
                    <a:pt x="8138" y="88879"/>
                    <a:pt x="4137" y="87805"/>
                    <a:pt x="0" y="86366"/>
                  </a:cubicBezTo>
                  <a:lnTo>
                    <a:pt x="0" y="74951"/>
                  </a:lnTo>
                  <a:cubicBezTo>
                    <a:pt x="3279" y="76862"/>
                    <a:pt x="6870" y="78306"/>
                    <a:pt x="10773" y="79285"/>
                  </a:cubicBezTo>
                  <a:cubicBezTo>
                    <a:pt x="14676" y="80251"/>
                    <a:pt x="18755" y="80735"/>
                    <a:pt x="23010" y="80735"/>
                  </a:cubicBezTo>
                  <a:cubicBezTo>
                    <a:pt x="30426" y="80735"/>
                    <a:pt x="36065" y="79273"/>
                    <a:pt x="39929" y="76350"/>
                  </a:cubicBezTo>
                  <a:cubicBezTo>
                    <a:pt x="43832" y="73428"/>
                    <a:pt x="45783" y="69173"/>
                    <a:pt x="45783" y="63586"/>
                  </a:cubicBezTo>
                  <a:cubicBezTo>
                    <a:pt x="45783" y="58438"/>
                    <a:pt x="43968" y="54419"/>
                    <a:pt x="40339" y="51530"/>
                  </a:cubicBezTo>
                  <a:cubicBezTo>
                    <a:pt x="36748" y="48596"/>
                    <a:pt x="31733" y="47129"/>
                    <a:pt x="25293" y="47129"/>
                  </a:cubicBezTo>
                  <a:lnTo>
                    <a:pt x="15105" y="47129"/>
                  </a:lnTo>
                  <a:lnTo>
                    <a:pt x="15105" y="37416"/>
                  </a:lnTo>
                  <a:lnTo>
                    <a:pt x="25762" y="37416"/>
                  </a:lnTo>
                  <a:cubicBezTo>
                    <a:pt x="31577" y="37416"/>
                    <a:pt x="36026" y="36264"/>
                    <a:pt x="39109" y="33960"/>
                  </a:cubicBezTo>
                  <a:cubicBezTo>
                    <a:pt x="42193" y="31622"/>
                    <a:pt x="43735" y="28266"/>
                    <a:pt x="43735" y="23893"/>
                  </a:cubicBezTo>
                  <a:cubicBezTo>
                    <a:pt x="43735" y="19408"/>
                    <a:pt x="42134" y="15974"/>
                    <a:pt x="38934" y="13591"/>
                  </a:cubicBezTo>
                  <a:cubicBezTo>
                    <a:pt x="35773" y="11174"/>
                    <a:pt x="31226" y="9965"/>
                    <a:pt x="25293" y="9965"/>
                  </a:cubicBezTo>
                  <a:cubicBezTo>
                    <a:pt x="22053" y="9965"/>
                    <a:pt x="18579" y="10314"/>
                    <a:pt x="14870" y="11011"/>
                  </a:cubicBezTo>
                  <a:cubicBezTo>
                    <a:pt x="11163" y="11719"/>
                    <a:pt x="7084" y="12809"/>
                    <a:pt x="2634" y="14282"/>
                  </a:cubicBezTo>
                  <a:lnTo>
                    <a:pt x="2634" y="3743"/>
                  </a:lnTo>
                  <a:cubicBezTo>
                    <a:pt x="7122" y="2496"/>
                    <a:pt x="11319" y="1562"/>
                    <a:pt x="15223" y="944"/>
                  </a:cubicBezTo>
                  <a:cubicBezTo>
                    <a:pt x="19165" y="315"/>
                    <a:pt x="22873" y="0"/>
                    <a:pt x="26347" y="0"/>
                  </a:cubicBezTo>
                  <a:cubicBezTo>
                    <a:pt x="35324" y="0"/>
                    <a:pt x="42428" y="2052"/>
                    <a:pt x="47658" y="6155"/>
                  </a:cubicBezTo>
                  <a:cubicBezTo>
                    <a:pt x="52888" y="10213"/>
                    <a:pt x="55503" y="15715"/>
                    <a:pt x="55503" y="22662"/>
                  </a:cubicBezTo>
                  <a:cubicBezTo>
                    <a:pt x="55503" y="27507"/>
                    <a:pt x="54117" y="31605"/>
                    <a:pt x="51346" y="34955"/>
                  </a:cubicBezTo>
                  <a:cubicBezTo>
                    <a:pt x="48575" y="38271"/>
                    <a:pt x="44633" y="40575"/>
                    <a:pt x="39519" y="4186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754617E1-7B4E-8F0F-D543-3839CDD59655}"/>
                </a:ext>
              </a:extLst>
            </p:cNvPr>
            <p:cNvSpPr/>
            <p:nvPr/>
          </p:nvSpPr>
          <p:spPr>
            <a:xfrm>
              <a:off x="1930653" y="4883585"/>
              <a:ext cx="75058" cy="9948"/>
            </a:xfrm>
            <a:custGeom>
              <a:avLst/>
              <a:gdLst>
                <a:gd name="csX0" fmla="*/ 0 w 75058"/>
                <a:gd name="csY0" fmla="*/ 0 h 9948"/>
                <a:gd name="csX1" fmla="*/ 75059 w 75058"/>
                <a:gd name="csY1" fmla="*/ 0 h 9948"/>
                <a:gd name="csX2" fmla="*/ 75059 w 75058"/>
                <a:gd name="csY2" fmla="*/ 9949 h 9948"/>
                <a:gd name="csX3" fmla="*/ 0 w 75058"/>
                <a:gd name="csY3" fmla="*/ 9949 h 9948"/>
                <a:gd name="csX4" fmla="*/ 0 w 75058"/>
                <a:gd name="csY4" fmla="*/ 0 h 99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5058" h="9948">
                  <a:moveTo>
                    <a:pt x="0" y="0"/>
                  </a:moveTo>
                  <a:lnTo>
                    <a:pt x="75059" y="0"/>
                  </a:lnTo>
                  <a:lnTo>
                    <a:pt x="75059" y="9949"/>
                  </a:lnTo>
                  <a:lnTo>
                    <a:pt x="0" y="9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60868D15-83D5-A157-F791-B6B5F6B8D18E}"/>
                </a:ext>
              </a:extLst>
            </p:cNvPr>
            <p:cNvSpPr/>
            <p:nvPr/>
          </p:nvSpPr>
          <p:spPr>
            <a:xfrm>
              <a:off x="2031590" y="4838732"/>
              <a:ext cx="52057" cy="87411"/>
            </a:xfrm>
            <a:custGeom>
              <a:avLst/>
              <a:gdLst>
                <a:gd name="csX0" fmla="*/ 1698 w 52057"/>
                <a:gd name="csY0" fmla="*/ 77464 h 87411"/>
                <a:gd name="csX1" fmla="*/ 21018 w 52057"/>
                <a:gd name="csY1" fmla="*/ 77464 h 87411"/>
                <a:gd name="csX2" fmla="*/ 21018 w 52057"/>
                <a:gd name="csY2" fmla="*/ 10775 h 87411"/>
                <a:gd name="csX3" fmla="*/ 0 w 52057"/>
                <a:gd name="csY3" fmla="*/ 14990 h 87411"/>
                <a:gd name="csX4" fmla="*/ 0 w 52057"/>
                <a:gd name="csY4" fmla="*/ 4215 h 87411"/>
                <a:gd name="csX5" fmla="*/ 20902 w 52057"/>
                <a:gd name="csY5" fmla="*/ 0 h 87411"/>
                <a:gd name="csX6" fmla="*/ 32734 w 52057"/>
                <a:gd name="csY6" fmla="*/ 0 h 87411"/>
                <a:gd name="csX7" fmla="*/ 32734 w 52057"/>
                <a:gd name="csY7" fmla="*/ 77464 h 87411"/>
                <a:gd name="csX8" fmla="*/ 52058 w 52057"/>
                <a:gd name="csY8" fmla="*/ 77464 h 87411"/>
                <a:gd name="csX9" fmla="*/ 52058 w 52057"/>
                <a:gd name="csY9" fmla="*/ 87412 h 87411"/>
                <a:gd name="csX10" fmla="*/ 1698 w 52057"/>
                <a:gd name="csY10" fmla="*/ 87412 h 87411"/>
                <a:gd name="csX11" fmla="*/ 1698 w 52057"/>
                <a:gd name="csY11" fmla="*/ 77464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7" h="87411">
                  <a:moveTo>
                    <a:pt x="1698" y="77464"/>
                  </a:moveTo>
                  <a:lnTo>
                    <a:pt x="21018" y="77464"/>
                  </a:lnTo>
                  <a:lnTo>
                    <a:pt x="21018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34" y="0"/>
                  </a:lnTo>
                  <a:lnTo>
                    <a:pt x="32734" y="77464"/>
                  </a:lnTo>
                  <a:lnTo>
                    <a:pt x="52058" y="77464"/>
                  </a:lnTo>
                  <a:lnTo>
                    <a:pt x="52058" y="87412"/>
                  </a:lnTo>
                  <a:lnTo>
                    <a:pt x="1698" y="87412"/>
                  </a:lnTo>
                  <a:lnTo>
                    <a:pt x="1698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41A2E91C-815E-091F-1B09-8A7851CD4C90}"/>
                </a:ext>
              </a:extLst>
            </p:cNvPr>
            <p:cNvSpPr/>
            <p:nvPr/>
          </p:nvSpPr>
          <p:spPr>
            <a:xfrm>
              <a:off x="2938544" y="4838732"/>
              <a:ext cx="52052" cy="87411"/>
            </a:xfrm>
            <a:custGeom>
              <a:avLst/>
              <a:gdLst>
                <a:gd name="csX0" fmla="*/ 1703 w 52052"/>
                <a:gd name="csY0" fmla="*/ 77464 h 87411"/>
                <a:gd name="csX1" fmla="*/ 21010 w 52052"/>
                <a:gd name="csY1" fmla="*/ 77464 h 87411"/>
                <a:gd name="csX2" fmla="*/ 21010 w 52052"/>
                <a:gd name="csY2" fmla="*/ 10775 h 87411"/>
                <a:gd name="csX3" fmla="*/ 0 w 52052"/>
                <a:gd name="csY3" fmla="*/ 14990 h 87411"/>
                <a:gd name="csX4" fmla="*/ 0 w 52052"/>
                <a:gd name="csY4" fmla="*/ 4215 h 87411"/>
                <a:gd name="csX5" fmla="*/ 20909 w 52052"/>
                <a:gd name="csY5" fmla="*/ 0 h 87411"/>
                <a:gd name="csX6" fmla="*/ 32729 w 52052"/>
                <a:gd name="csY6" fmla="*/ 0 h 87411"/>
                <a:gd name="csX7" fmla="*/ 32729 w 52052"/>
                <a:gd name="csY7" fmla="*/ 77464 h 87411"/>
                <a:gd name="csX8" fmla="*/ 52053 w 52052"/>
                <a:gd name="csY8" fmla="*/ 77464 h 87411"/>
                <a:gd name="csX9" fmla="*/ 52053 w 52052"/>
                <a:gd name="csY9" fmla="*/ 87412 h 87411"/>
                <a:gd name="csX10" fmla="*/ 1703 w 52052"/>
                <a:gd name="csY10" fmla="*/ 87412 h 87411"/>
                <a:gd name="csX11" fmla="*/ 1703 w 52052"/>
                <a:gd name="csY11" fmla="*/ 77464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52" h="87411">
                  <a:moveTo>
                    <a:pt x="1703" y="77464"/>
                  </a:moveTo>
                  <a:lnTo>
                    <a:pt x="21010" y="77464"/>
                  </a:lnTo>
                  <a:lnTo>
                    <a:pt x="21010" y="10775"/>
                  </a:lnTo>
                  <a:lnTo>
                    <a:pt x="0" y="14990"/>
                  </a:lnTo>
                  <a:lnTo>
                    <a:pt x="0" y="4215"/>
                  </a:lnTo>
                  <a:lnTo>
                    <a:pt x="20909" y="0"/>
                  </a:lnTo>
                  <a:lnTo>
                    <a:pt x="32729" y="0"/>
                  </a:lnTo>
                  <a:lnTo>
                    <a:pt x="32729" y="77464"/>
                  </a:lnTo>
                  <a:lnTo>
                    <a:pt x="52053" y="77464"/>
                  </a:lnTo>
                  <a:lnTo>
                    <a:pt x="52053" y="87412"/>
                  </a:lnTo>
                  <a:lnTo>
                    <a:pt x="1703" y="87412"/>
                  </a:lnTo>
                  <a:lnTo>
                    <a:pt x="1703" y="77464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A4DA18AA-073C-FD09-FE80-25B5F9A843AC}"/>
                </a:ext>
              </a:extLst>
            </p:cNvPr>
            <p:cNvSpPr/>
            <p:nvPr/>
          </p:nvSpPr>
          <p:spPr>
            <a:xfrm>
              <a:off x="3893212" y="4837148"/>
              <a:ext cx="57549" cy="90699"/>
            </a:xfrm>
            <a:custGeom>
              <a:avLst/>
              <a:gdLst>
                <a:gd name="csX0" fmla="*/ 39525 w 57549"/>
                <a:gd name="csY0" fmla="*/ 41868 h 90699"/>
                <a:gd name="csX1" fmla="*/ 52744 w 57549"/>
                <a:gd name="csY1" fmla="*/ 49422 h 90699"/>
                <a:gd name="csX2" fmla="*/ 57550 w 57549"/>
                <a:gd name="csY2" fmla="*/ 63586 h 90699"/>
                <a:gd name="csX3" fmla="*/ 48647 w 57549"/>
                <a:gd name="csY3" fmla="*/ 83618 h 90699"/>
                <a:gd name="csX4" fmla="*/ 23354 w 57549"/>
                <a:gd name="csY4" fmla="*/ 90700 h 90699"/>
                <a:gd name="csX5" fmla="*/ 12006 w 57549"/>
                <a:gd name="csY5" fmla="*/ 89587 h 90699"/>
                <a:gd name="csX6" fmla="*/ 0 w 57549"/>
                <a:gd name="csY6" fmla="*/ 86366 h 90699"/>
                <a:gd name="csX7" fmla="*/ 0 w 57549"/>
                <a:gd name="csY7" fmla="*/ 74951 h 90699"/>
                <a:gd name="csX8" fmla="*/ 10775 w 57549"/>
                <a:gd name="csY8" fmla="*/ 79285 h 90699"/>
                <a:gd name="csX9" fmla="*/ 23017 w 57549"/>
                <a:gd name="csY9" fmla="*/ 80735 h 90699"/>
                <a:gd name="csX10" fmla="*/ 39929 w 57549"/>
                <a:gd name="csY10" fmla="*/ 76350 h 90699"/>
                <a:gd name="csX11" fmla="*/ 45780 w 57549"/>
                <a:gd name="csY11" fmla="*/ 63586 h 90699"/>
                <a:gd name="csX12" fmla="*/ 40334 w 57549"/>
                <a:gd name="csY12" fmla="*/ 51530 h 90699"/>
                <a:gd name="csX13" fmla="*/ 25293 w 57549"/>
                <a:gd name="csY13" fmla="*/ 47129 h 90699"/>
                <a:gd name="csX14" fmla="*/ 15109 w 57549"/>
                <a:gd name="csY14" fmla="*/ 47129 h 90699"/>
                <a:gd name="csX15" fmla="*/ 15109 w 57549"/>
                <a:gd name="csY15" fmla="*/ 37416 h 90699"/>
                <a:gd name="csX16" fmla="*/ 25765 w 57549"/>
                <a:gd name="csY16" fmla="*/ 37416 h 90699"/>
                <a:gd name="csX17" fmla="*/ 39103 w 57549"/>
                <a:gd name="csY17" fmla="*/ 33960 h 90699"/>
                <a:gd name="csX18" fmla="*/ 43740 w 57549"/>
                <a:gd name="csY18" fmla="*/ 23893 h 90699"/>
                <a:gd name="csX19" fmla="*/ 38934 w 57549"/>
                <a:gd name="csY19" fmla="*/ 13591 h 90699"/>
                <a:gd name="csX20" fmla="*/ 25293 w 57549"/>
                <a:gd name="csY20" fmla="*/ 9965 h 90699"/>
                <a:gd name="csX21" fmla="*/ 14872 w 57549"/>
                <a:gd name="csY21" fmla="*/ 11011 h 90699"/>
                <a:gd name="csX22" fmla="*/ 2631 w 57549"/>
                <a:gd name="csY22" fmla="*/ 14282 h 90699"/>
                <a:gd name="csX23" fmla="*/ 2631 w 57549"/>
                <a:gd name="csY23" fmla="*/ 3743 h 90699"/>
                <a:gd name="csX24" fmla="*/ 15226 w 57549"/>
                <a:gd name="csY24" fmla="*/ 944 h 90699"/>
                <a:gd name="csX25" fmla="*/ 26355 w 57549"/>
                <a:gd name="csY25" fmla="*/ 0 h 90699"/>
                <a:gd name="csX26" fmla="*/ 47652 w 57549"/>
                <a:gd name="csY26" fmla="*/ 6155 h 90699"/>
                <a:gd name="csX27" fmla="*/ 55510 w 57549"/>
                <a:gd name="csY27" fmla="*/ 22662 h 90699"/>
                <a:gd name="csX28" fmla="*/ 51345 w 57549"/>
                <a:gd name="csY28" fmla="*/ 34955 h 90699"/>
                <a:gd name="csX29" fmla="*/ 39525 w 57549"/>
                <a:gd name="csY29" fmla="*/ 41868 h 90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49" h="90699">
                  <a:moveTo>
                    <a:pt x="39525" y="41868"/>
                  </a:moveTo>
                  <a:cubicBezTo>
                    <a:pt x="45179" y="43071"/>
                    <a:pt x="49585" y="45589"/>
                    <a:pt x="52744" y="49422"/>
                  </a:cubicBezTo>
                  <a:cubicBezTo>
                    <a:pt x="55948" y="53244"/>
                    <a:pt x="57550" y="57965"/>
                    <a:pt x="57550" y="63586"/>
                  </a:cubicBezTo>
                  <a:cubicBezTo>
                    <a:pt x="57550" y="72208"/>
                    <a:pt x="54582" y="78885"/>
                    <a:pt x="48647" y="83618"/>
                  </a:cubicBezTo>
                  <a:cubicBezTo>
                    <a:pt x="42722" y="88339"/>
                    <a:pt x="34291" y="90700"/>
                    <a:pt x="23354" y="90700"/>
                  </a:cubicBezTo>
                  <a:cubicBezTo>
                    <a:pt x="19689" y="90700"/>
                    <a:pt x="15906" y="90329"/>
                    <a:pt x="12006" y="89587"/>
                  </a:cubicBezTo>
                  <a:cubicBezTo>
                    <a:pt x="8139" y="88879"/>
                    <a:pt x="4137" y="87805"/>
                    <a:pt x="0" y="86366"/>
                  </a:cubicBezTo>
                  <a:lnTo>
                    <a:pt x="0" y="74951"/>
                  </a:lnTo>
                  <a:cubicBezTo>
                    <a:pt x="3283" y="76862"/>
                    <a:pt x="6874" y="78306"/>
                    <a:pt x="10775" y="79285"/>
                  </a:cubicBezTo>
                  <a:cubicBezTo>
                    <a:pt x="14676" y="80251"/>
                    <a:pt x="18756" y="80735"/>
                    <a:pt x="23017" y="80735"/>
                  </a:cubicBezTo>
                  <a:cubicBezTo>
                    <a:pt x="30425" y="80735"/>
                    <a:pt x="36062" y="79273"/>
                    <a:pt x="39929" y="76350"/>
                  </a:cubicBezTo>
                  <a:cubicBezTo>
                    <a:pt x="43830" y="73428"/>
                    <a:pt x="45780" y="69173"/>
                    <a:pt x="45780" y="63586"/>
                  </a:cubicBezTo>
                  <a:cubicBezTo>
                    <a:pt x="45780" y="58438"/>
                    <a:pt x="43965" y="54419"/>
                    <a:pt x="40334" y="51530"/>
                  </a:cubicBezTo>
                  <a:cubicBezTo>
                    <a:pt x="36748" y="48596"/>
                    <a:pt x="31734" y="47129"/>
                    <a:pt x="25293" y="47129"/>
                  </a:cubicBezTo>
                  <a:lnTo>
                    <a:pt x="15109" y="47129"/>
                  </a:lnTo>
                  <a:lnTo>
                    <a:pt x="15109" y="37416"/>
                  </a:lnTo>
                  <a:lnTo>
                    <a:pt x="25765" y="37416"/>
                  </a:lnTo>
                  <a:cubicBezTo>
                    <a:pt x="31577" y="37416"/>
                    <a:pt x="36023" y="36264"/>
                    <a:pt x="39103" y="33960"/>
                  </a:cubicBezTo>
                  <a:cubicBezTo>
                    <a:pt x="42194" y="31622"/>
                    <a:pt x="43740" y="28266"/>
                    <a:pt x="43740" y="23893"/>
                  </a:cubicBezTo>
                  <a:cubicBezTo>
                    <a:pt x="43740" y="19408"/>
                    <a:pt x="42138" y="15974"/>
                    <a:pt x="38934" y="13591"/>
                  </a:cubicBezTo>
                  <a:cubicBezTo>
                    <a:pt x="35775" y="11174"/>
                    <a:pt x="31228" y="9965"/>
                    <a:pt x="25293" y="9965"/>
                  </a:cubicBezTo>
                  <a:cubicBezTo>
                    <a:pt x="22055" y="9965"/>
                    <a:pt x="18582" y="10314"/>
                    <a:pt x="14872" y="11011"/>
                  </a:cubicBezTo>
                  <a:cubicBezTo>
                    <a:pt x="11163" y="11719"/>
                    <a:pt x="7082" y="12809"/>
                    <a:pt x="2631" y="14282"/>
                  </a:cubicBezTo>
                  <a:lnTo>
                    <a:pt x="2631" y="3743"/>
                  </a:lnTo>
                  <a:cubicBezTo>
                    <a:pt x="7127" y="2496"/>
                    <a:pt x="11326" y="1562"/>
                    <a:pt x="15226" y="944"/>
                  </a:cubicBezTo>
                  <a:cubicBezTo>
                    <a:pt x="19161" y="315"/>
                    <a:pt x="22871" y="0"/>
                    <a:pt x="26355" y="0"/>
                  </a:cubicBezTo>
                  <a:cubicBezTo>
                    <a:pt x="35326" y="0"/>
                    <a:pt x="42425" y="2052"/>
                    <a:pt x="47652" y="6155"/>
                  </a:cubicBezTo>
                  <a:cubicBezTo>
                    <a:pt x="52890" y="10213"/>
                    <a:pt x="55510" y="15715"/>
                    <a:pt x="55510" y="22662"/>
                  </a:cubicBezTo>
                  <a:cubicBezTo>
                    <a:pt x="55510" y="27507"/>
                    <a:pt x="54121" y="31605"/>
                    <a:pt x="51345" y="34955"/>
                  </a:cubicBezTo>
                  <a:cubicBezTo>
                    <a:pt x="48579" y="38271"/>
                    <a:pt x="44639" y="40575"/>
                    <a:pt x="39525" y="41868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51F2ADA5-AAED-8A19-407D-E682F6873862}"/>
                </a:ext>
              </a:extLst>
            </p:cNvPr>
            <p:cNvSpPr/>
            <p:nvPr/>
          </p:nvSpPr>
          <p:spPr>
            <a:xfrm>
              <a:off x="2392338" y="4970693"/>
              <a:ext cx="76721" cy="93111"/>
            </a:xfrm>
            <a:custGeom>
              <a:avLst/>
              <a:gdLst>
                <a:gd name="csX0" fmla="*/ 76721 w 76721"/>
                <a:gd name="csY0" fmla="*/ 42306 h 93111"/>
                <a:gd name="csX1" fmla="*/ 72506 w 76721"/>
                <a:gd name="csY1" fmla="*/ 56336 h 93111"/>
                <a:gd name="csX2" fmla="*/ 62001 w 76721"/>
                <a:gd name="csY2" fmla="*/ 64143 h 93111"/>
                <a:gd name="csX3" fmla="*/ 53705 w 76721"/>
                <a:gd name="csY3" fmla="*/ 61310 h 93111"/>
                <a:gd name="csX4" fmla="*/ 49270 w 76721"/>
                <a:gd name="csY4" fmla="*/ 53773 h 93111"/>
                <a:gd name="csX5" fmla="*/ 46168 w 76721"/>
                <a:gd name="csY5" fmla="*/ 57162 h 93111"/>
                <a:gd name="csX6" fmla="*/ 42441 w 76721"/>
                <a:gd name="csY6" fmla="*/ 60349 h 93111"/>
                <a:gd name="csX7" fmla="*/ 36978 w 76721"/>
                <a:gd name="csY7" fmla="*/ 63181 h 93111"/>
                <a:gd name="csX8" fmla="*/ 30469 w 76721"/>
                <a:gd name="csY8" fmla="*/ 64143 h 93111"/>
                <a:gd name="csX9" fmla="*/ 16727 w 76721"/>
                <a:gd name="csY9" fmla="*/ 59725 h 93111"/>
                <a:gd name="csX10" fmla="*/ 8920 w 76721"/>
                <a:gd name="csY10" fmla="*/ 90127 h 93111"/>
                <a:gd name="csX11" fmla="*/ 4013 w 76721"/>
                <a:gd name="csY11" fmla="*/ 93111 h 93111"/>
                <a:gd name="csX12" fmla="*/ 1096 w 76721"/>
                <a:gd name="csY12" fmla="*/ 91998 h 93111"/>
                <a:gd name="csX13" fmla="*/ 0 w 76721"/>
                <a:gd name="csY13" fmla="*/ 89300 h 93111"/>
                <a:gd name="csX14" fmla="*/ 489 w 76721"/>
                <a:gd name="csY14" fmla="*/ 87024 h 93111"/>
                <a:gd name="csX15" fmla="*/ 20807 w 76721"/>
                <a:gd name="csY15" fmla="*/ 5126 h 93111"/>
                <a:gd name="csX16" fmla="*/ 22730 w 76721"/>
                <a:gd name="csY16" fmla="*/ 1669 h 93111"/>
                <a:gd name="csX17" fmla="*/ 25023 w 76721"/>
                <a:gd name="csY17" fmla="*/ 219 h 93111"/>
                <a:gd name="csX18" fmla="*/ 26473 w 76721"/>
                <a:gd name="csY18" fmla="*/ 0 h 93111"/>
                <a:gd name="csX19" fmla="*/ 29441 w 76721"/>
                <a:gd name="csY19" fmla="*/ 1045 h 93111"/>
                <a:gd name="csX20" fmla="*/ 30621 w 76721"/>
                <a:gd name="csY20" fmla="*/ 3811 h 93111"/>
                <a:gd name="csX21" fmla="*/ 30199 w 76721"/>
                <a:gd name="csY21" fmla="*/ 5666 h 93111"/>
                <a:gd name="csX22" fmla="*/ 29306 w 76721"/>
                <a:gd name="csY22" fmla="*/ 9544 h 93111"/>
                <a:gd name="csX23" fmla="*/ 28480 w 76721"/>
                <a:gd name="csY23" fmla="*/ 12866 h 93111"/>
                <a:gd name="csX24" fmla="*/ 22527 w 76721"/>
                <a:gd name="csY24" fmla="*/ 36641 h 93111"/>
                <a:gd name="csX25" fmla="*/ 20521 w 76721"/>
                <a:gd name="csY25" fmla="*/ 48663 h 93111"/>
                <a:gd name="csX26" fmla="*/ 23151 w 76721"/>
                <a:gd name="csY26" fmla="*/ 57786 h 93111"/>
                <a:gd name="csX27" fmla="*/ 31026 w 76721"/>
                <a:gd name="csY27" fmla="*/ 60973 h 93111"/>
                <a:gd name="csX28" fmla="*/ 37315 w 76721"/>
                <a:gd name="csY28" fmla="*/ 59657 h 93111"/>
                <a:gd name="csX29" fmla="*/ 42441 w 76721"/>
                <a:gd name="csY29" fmla="*/ 56403 h 93111"/>
                <a:gd name="csX30" fmla="*/ 46168 w 76721"/>
                <a:gd name="csY30" fmla="*/ 52542 h 93111"/>
                <a:gd name="csX31" fmla="*/ 48579 w 76721"/>
                <a:gd name="csY31" fmla="*/ 49152 h 93111"/>
                <a:gd name="csX32" fmla="*/ 49422 w 76721"/>
                <a:gd name="csY32" fmla="*/ 47416 h 93111"/>
                <a:gd name="csX33" fmla="*/ 53081 w 76721"/>
                <a:gd name="csY33" fmla="*/ 32982 h 93111"/>
                <a:gd name="csX34" fmla="*/ 59775 w 76721"/>
                <a:gd name="csY34" fmla="*/ 6509 h 93111"/>
                <a:gd name="csX35" fmla="*/ 60955 w 76721"/>
                <a:gd name="csY35" fmla="*/ 3743 h 93111"/>
                <a:gd name="csX36" fmla="*/ 62760 w 76721"/>
                <a:gd name="csY36" fmla="*/ 2141 h 93111"/>
                <a:gd name="csX37" fmla="*/ 64277 w 76721"/>
                <a:gd name="csY37" fmla="*/ 1669 h 93111"/>
                <a:gd name="csX38" fmla="*/ 65306 w 76721"/>
                <a:gd name="csY38" fmla="*/ 1534 h 93111"/>
                <a:gd name="csX39" fmla="*/ 68206 w 76721"/>
                <a:gd name="csY39" fmla="*/ 2563 h 93111"/>
                <a:gd name="csX40" fmla="*/ 69386 w 76721"/>
                <a:gd name="csY40" fmla="*/ 5396 h 93111"/>
                <a:gd name="csX41" fmla="*/ 68982 w 76721"/>
                <a:gd name="csY41" fmla="*/ 7402 h 93111"/>
                <a:gd name="csX42" fmla="*/ 68071 w 76721"/>
                <a:gd name="csY42" fmla="*/ 11348 h 93111"/>
                <a:gd name="csX43" fmla="*/ 67245 w 76721"/>
                <a:gd name="csY43" fmla="*/ 14872 h 93111"/>
                <a:gd name="csX44" fmla="*/ 64834 w 76721"/>
                <a:gd name="csY44" fmla="*/ 24467 h 93111"/>
                <a:gd name="csX45" fmla="*/ 60888 w 76721"/>
                <a:gd name="csY45" fmla="*/ 39744 h 93111"/>
                <a:gd name="csX46" fmla="*/ 59994 w 76721"/>
                <a:gd name="csY46" fmla="*/ 43554 h 93111"/>
                <a:gd name="csX47" fmla="*/ 59017 w 76721"/>
                <a:gd name="csY47" fmla="*/ 47972 h 93111"/>
                <a:gd name="csX48" fmla="*/ 58325 w 76721"/>
                <a:gd name="csY48" fmla="*/ 51429 h 93111"/>
                <a:gd name="csX49" fmla="*/ 58055 w 76721"/>
                <a:gd name="csY49" fmla="*/ 54464 h 93111"/>
                <a:gd name="csX50" fmla="*/ 62338 w 76721"/>
                <a:gd name="csY50" fmla="*/ 60973 h 93111"/>
                <a:gd name="csX51" fmla="*/ 65458 w 76721"/>
                <a:gd name="csY51" fmla="*/ 59994 h 93111"/>
                <a:gd name="csX52" fmla="*/ 67869 w 76721"/>
                <a:gd name="csY52" fmla="*/ 57516 h 93111"/>
                <a:gd name="csX53" fmla="*/ 69875 w 76721"/>
                <a:gd name="csY53" fmla="*/ 53570 h 93111"/>
                <a:gd name="csX54" fmla="*/ 71528 w 76721"/>
                <a:gd name="csY54" fmla="*/ 48933 h 93111"/>
                <a:gd name="csX55" fmla="*/ 73046 w 76721"/>
                <a:gd name="csY55" fmla="*/ 43487 h 93111"/>
                <a:gd name="csX56" fmla="*/ 73737 w 76721"/>
                <a:gd name="csY56" fmla="*/ 41413 h 93111"/>
                <a:gd name="csX57" fmla="*/ 75052 w 76721"/>
                <a:gd name="csY57" fmla="*/ 40924 h 93111"/>
                <a:gd name="csX58" fmla="*/ 76721 w 76721"/>
                <a:gd name="csY58" fmla="*/ 42306 h 931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76721" h="93111">
                  <a:moveTo>
                    <a:pt x="76721" y="42306"/>
                  </a:moveTo>
                  <a:cubicBezTo>
                    <a:pt x="75519" y="48253"/>
                    <a:pt x="74113" y="52929"/>
                    <a:pt x="72506" y="56336"/>
                  </a:cubicBezTo>
                  <a:cubicBezTo>
                    <a:pt x="69921" y="61540"/>
                    <a:pt x="66419" y="64143"/>
                    <a:pt x="62001" y="64143"/>
                  </a:cubicBezTo>
                  <a:cubicBezTo>
                    <a:pt x="58865" y="64143"/>
                    <a:pt x="56099" y="63198"/>
                    <a:pt x="53705" y="61310"/>
                  </a:cubicBezTo>
                  <a:cubicBezTo>
                    <a:pt x="51356" y="59421"/>
                    <a:pt x="49877" y="56909"/>
                    <a:pt x="49270" y="53773"/>
                  </a:cubicBezTo>
                  <a:cubicBezTo>
                    <a:pt x="48079" y="55200"/>
                    <a:pt x="47044" y="56330"/>
                    <a:pt x="46168" y="57162"/>
                  </a:cubicBezTo>
                  <a:cubicBezTo>
                    <a:pt x="45336" y="57994"/>
                    <a:pt x="44094" y="59056"/>
                    <a:pt x="42441" y="60349"/>
                  </a:cubicBezTo>
                  <a:cubicBezTo>
                    <a:pt x="40823" y="61585"/>
                    <a:pt x="39001" y="62529"/>
                    <a:pt x="36978" y="63181"/>
                  </a:cubicBezTo>
                  <a:cubicBezTo>
                    <a:pt x="34943" y="63822"/>
                    <a:pt x="32774" y="64143"/>
                    <a:pt x="30469" y="64143"/>
                  </a:cubicBezTo>
                  <a:cubicBezTo>
                    <a:pt x="24849" y="64143"/>
                    <a:pt x="20268" y="62670"/>
                    <a:pt x="16727" y="59725"/>
                  </a:cubicBezTo>
                  <a:cubicBezTo>
                    <a:pt x="11927" y="79026"/>
                    <a:pt x="9324" y="89160"/>
                    <a:pt x="8920" y="90127"/>
                  </a:cubicBezTo>
                  <a:cubicBezTo>
                    <a:pt x="7582" y="92116"/>
                    <a:pt x="5947" y="93111"/>
                    <a:pt x="4013" y="93111"/>
                  </a:cubicBezTo>
                  <a:cubicBezTo>
                    <a:pt x="2810" y="93111"/>
                    <a:pt x="1838" y="92740"/>
                    <a:pt x="1096" y="91998"/>
                  </a:cubicBezTo>
                  <a:cubicBezTo>
                    <a:pt x="365" y="91313"/>
                    <a:pt x="0" y="90413"/>
                    <a:pt x="0" y="89300"/>
                  </a:cubicBezTo>
                  <a:cubicBezTo>
                    <a:pt x="45" y="88929"/>
                    <a:pt x="208" y="88171"/>
                    <a:pt x="489" y="87024"/>
                  </a:cubicBezTo>
                  <a:lnTo>
                    <a:pt x="20807" y="5126"/>
                  </a:lnTo>
                  <a:cubicBezTo>
                    <a:pt x="21167" y="3654"/>
                    <a:pt x="21808" y="2501"/>
                    <a:pt x="22730" y="1669"/>
                  </a:cubicBezTo>
                  <a:cubicBezTo>
                    <a:pt x="23697" y="792"/>
                    <a:pt x="24461" y="309"/>
                    <a:pt x="25023" y="219"/>
                  </a:cubicBezTo>
                  <a:cubicBezTo>
                    <a:pt x="25574" y="73"/>
                    <a:pt x="26057" y="0"/>
                    <a:pt x="26473" y="0"/>
                  </a:cubicBezTo>
                  <a:cubicBezTo>
                    <a:pt x="27709" y="0"/>
                    <a:pt x="28699" y="348"/>
                    <a:pt x="29441" y="1045"/>
                  </a:cubicBezTo>
                  <a:cubicBezTo>
                    <a:pt x="30228" y="1686"/>
                    <a:pt x="30621" y="2608"/>
                    <a:pt x="30621" y="3811"/>
                  </a:cubicBezTo>
                  <a:cubicBezTo>
                    <a:pt x="30621" y="3991"/>
                    <a:pt x="30481" y="4609"/>
                    <a:pt x="30199" y="5666"/>
                  </a:cubicBezTo>
                  <a:cubicBezTo>
                    <a:pt x="29975" y="6689"/>
                    <a:pt x="29677" y="7981"/>
                    <a:pt x="29306" y="9544"/>
                  </a:cubicBezTo>
                  <a:cubicBezTo>
                    <a:pt x="28935" y="11061"/>
                    <a:pt x="28659" y="12169"/>
                    <a:pt x="28480" y="12866"/>
                  </a:cubicBezTo>
                  <a:lnTo>
                    <a:pt x="22527" y="36641"/>
                  </a:lnTo>
                  <a:cubicBezTo>
                    <a:pt x="21190" y="42070"/>
                    <a:pt x="20521" y="46078"/>
                    <a:pt x="20521" y="48663"/>
                  </a:cubicBezTo>
                  <a:cubicBezTo>
                    <a:pt x="20521" y="52575"/>
                    <a:pt x="21398" y="55616"/>
                    <a:pt x="23151" y="57786"/>
                  </a:cubicBezTo>
                  <a:cubicBezTo>
                    <a:pt x="24950" y="59910"/>
                    <a:pt x="27575" y="60973"/>
                    <a:pt x="31026" y="60973"/>
                  </a:cubicBezTo>
                  <a:cubicBezTo>
                    <a:pt x="33195" y="60973"/>
                    <a:pt x="35292" y="60534"/>
                    <a:pt x="37315" y="59657"/>
                  </a:cubicBezTo>
                  <a:cubicBezTo>
                    <a:pt x="39350" y="58736"/>
                    <a:pt x="41059" y="57651"/>
                    <a:pt x="42441" y="56403"/>
                  </a:cubicBezTo>
                  <a:cubicBezTo>
                    <a:pt x="43824" y="55155"/>
                    <a:pt x="45066" y="53868"/>
                    <a:pt x="46168" y="52542"/>
                  </a:cubicBezTo>
                  <a:cubicBezTo>
                    <a:pt x="47269" y="51159"/>
                    <a:pt x="48073" y="50029"/>
                    <a:pt x="48579" y="49152"/>
                  </a:cubicBezTo>
                  <a:cubicBezTo>
                    <a:pt x="49085" y="48231"/>
                    <a:pt x="49366" y="47652"/>
                    <a:pt x="49422" y="47416"/>
                  </a:cubicBezTo>
                  <a:lnTo>
                    <a:pt x="53081" y="32982"/>
                  </a:lnTo>
                  <a:lnTo>
                    <a:pt x="59775" y="6509"/>
                  </a:lnTo>
                  <a:cubicBezTo>
                    <a:pt x="60056" y="5396"/>
                    <a:pt x="60450" y="4474"/>
                    <a:pt x="60955" y="3743"/>
                  </a:cubicBezTo>
                  <a:cubicBezTo>
                    <a:pt x="61506" y="2956"/>
                    <a:pt x="62108" y="2422"/>
                    <a:pt x="62760" y="2141"/>
                  </a:cubicBezTo>
                  <a:cubicBezTo>
                    <a:pt x="63401" y="1872"/>
                    <a:pt x="63906" y="1714"/>
                    <a:pt x="64277" y="1669"/>
                  </a:cubicBezTo>
                  <a:cubicBezTo>
                    <a:pt x="64648" y="1579"/>
                    <a:pt x="64991" y="1534"/>
                    <a:pt x="65306" y="1534"/>
                  </a:cubicBezTo>
                  <a:cubicBezTo>
                    <a:pt x="66464" y="1534"/>
                    <a:pt x="67431" y="1877"/>
                    <a:pt x="68206" y="2563"/>
                  </a:cubicBezTo>
                  <a:cubicBezTo>
                    <a:pt x="68993" y="3260"/>
                    <a:pt x="69386" y="4204"/>
                    <a:pt x="69386" y="5396"/>
                  </a:cubicBezTo>
                  <a:cubicBezTo>
                    <a:pt x="69386" y="5632"/>
                    <a:pt x="69252" y="6301"/>
                    <a:pt x="68982" y="7402"/>
                  </a:cubicBezTo>
                  <a:cubicBezTo>
                    <a:pt x="68746" y="8459"/>
                    <a:pt x="68442" y="9774"/>
                    <a:pt x="68071" y="11348"/>
                  </a:cubicBezTo>
                  <a:cubicBezTo>
                    <a:pt x="67700" y="12866"/>
                    <a:pt x="67425" y="14040"/>
                    <a:pt x="67245" y="14872"/>
                  </a:cubicBezTo>
                  <a:cubicBezTo>
                    <a:pt x="65772" y="20673"/>
                    <a:pt x="64969" y="23871"/>
                    <a:pt x="64834" y="24467"/>
                  </a:cubicBezTo>
                  <a:lnTo>
                    <a:pt x="60888" y="39744"/>
                  </a:lnTo>
                  <a:cubicBezTo>
                    <a:pt x="60753" y="40351"/>
                    <a:pt x="60455" y="41621"/>
                    <a:pt x="59994" y="43554"/>
                  </a:cubicBezTo>
                  <a:cubicBezTo>
                    <a:pt x="59578" y="45488"/>
                    <a:pt x="59252" y="46960"/>
                    <a:pt x="59017" y="47972"/>
                  </a:cubicBezTo>
                  <a:cubicBezTo>
                    <a:pt x="58792" y="48939"/>
                    <a:pt x="58561" y="50091"/>
                    <a:pt x="58325" y="51429"/>
                  </a:cubicBezTo>
                  <a:cubicBezTo>
                    <a:pt x="58145" y="52722"/>
                    <a:pt x="58055" y="53733"/>
                    <a:pt x="58055" y="54464"/>
                  </a:cubicBezTo>
                  <a:cubicBezTo>
                    <a:pt x="58055" y="58803"/>
                    <a:pt x="59483" y="60973"/>
                    <a:pt x="62338" y="60973"/>
                  </a:cubicBezTo>
                  <a:cubicBezTo>
                    <a:pt x="63440" y="60973"/>
                    <a:pt x="64480" y="60647"/>
                    <a:pt x="65458" y="59994"/>
                  </a:cubicBezTo>
                  <a:cubicBezTo>
                    <a:pt x="66424" y="59309"/>
                    <a:pt x="67228" y="58483"/>
                    <a:pt x="67869" y="57516"/>
                  </a:cubicBezTo>
                  <a:cubicBezTo>
                    <a:pt x="68555" y="56549"/>
                    <a:pt x="69223" y="55234"/>
                    <a:pt x="69875" y="53570"/>
                  </a:cubicBezTo>
                  <a:cubicBezTo>
                    <a:pt x="70561" y="51862"/>
                    <a:pt x="71112" y="50316"/>
                    <a:pt x="71528" y="48933"/>
                  </a:cubicBezTo>
                  <a:cubicBezTo>
                    <a:pt x="71944" y="47506"/>
                    <a:pt x="72450" y="45690"/>
                    <a:pt x="73046" y="43487"/>
                  </a:cubicBezTo>
                  <a:cubicBezTo>
                    <a:pt x="73282" y="42419"/>
                    <a:pt x="73512" y="41728"/>
                    <a:pt x="73737" y="41413"/>
                  </a:cubicBezTo>
                  <a:cubicBezTo>
                    <a:pt x="73973" y="41087"/>
                    <a:pt x="74411" y="40924"/>
                    <a:pt x="75052" y="40924"/>
                  </a:cubicBezTo>
                  <a:cubicBezTo>
                    <a:pt x="76165" y="40924"/>
                    <a:pt x="76721" y="41385"/>
                    <a:pt x="76721" y="42306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13CAD107-2A43-7F34-A826-AC25481A9EC2}"/>
                </a:ext>
              </a:extLst>
            </p:cNvPr>
            <p:cNvSpPr/>
            <p:nvPr/>
          </p:nvSpPr>
          <p:spPr>
            <a:xfrm>
              <a:off x="2483409" y="5036033"/>
              <a:ext cx="81662" cy="67683"/>
            </a:xfrm>
            <a:custGeom>
              <a:avLst/>
              <a:gdLst>
                <a:gd name="csX0" fmla="*/ 81662 w 81662"/>
                <a:gd name="csY0" fmla="*/ 1113 h 67683"/>
                <a:gd name="csX1" fmla="*/ 81325 w 81662"/>
                <a:gd name="csY1" fmla="*/ 2462 h 67683"/>
                <a:gd name="csX2" fmla="*/ 80684 w 81662"/>
                <a:gd name="csY2" fmla="*/ 3001 h 67683"/>
                <a:gd name="csX3" fmla="*/ 79487 w 81662"/>
                <a:gd name="csY3" fmla="*/ 3103 h 67683"/>
                <a:gd name="csX4" fmla="*/ 66908 w 81662"/>
                <a:gd name="csY4" fmla="*/ 8128 h 67683"/>
                <a:gd name="csX5" fmla="*/ 61967 w 81662"/>
                <a:gd name="csY5" fmla="*/ 13119 h 67683"/>
                <a:gd name="csX6" fmla="*/ 53840 w 81662"/>
                <a:gd name="csY6" fmla="*/ 21920 h 67683"/>
                <a:gd name="csX7" fmla="*/ 46589 w 81662"/>
                <a:gd name="csY7" fmla="*/ 29660 h 67683"/>
                <a:gd name="csX8" fmla="*/ 59354 w 81662"/>
                <a:gd name="csY8" fmla="*/ 60231 h 67683"/>
                <a:gd name="csX9" fmla="*/ 60079 w 81662"/>
                <a:gd name="csY9" fmla="*/ 61984 h 67683"/>
                <a:gd name="csX10" fmla="*/ 60804 w 81662"/>
                <a:gd name="csY10" fmla="*/ 63097 h 67683"/>
                <a:gd name="csX11" fmla="*/ 61731 w 81662"/>
                <a:gd name="csY11" fmla="*/ 63907 h 67683"/>
                <a:gd name="csX12" fmla="*/ 63080 w 81662"/>
                <a:gd name="csY12" fmla="*/ 64345 h 67683"/>
                <a:gd name="csX13" fmla="*/ 65019 w 81662"/>
                <a:gd name="csY13" fmla="*/ 64581 h 67683"/>
                <a:gd name="csX14" fmla="*/ 67869 w 81662"/>
                <a:gd name="csY14" fmla="*/ 64631 h 67683"/>
                <a:gd name="csX15" fmla="*/ 68695 w 81662"/>
                <a:gd name="csY15" fmla="*/ 64682 h 67683"/>
                <a:gd name="csX16" fmla="*/ 69319 w 81662"/>
                <a:gd name="csY16" fmla="*/ 64969 h 67683"/>
                <a:gd name="csX17" fmla="*/ 69656 w 81662"/>
                <a:gd name="csY17" fmla="*/ 65795 h 67683"/>
                <a:gd name="csX18" fmla="*/ 69269 w 81662"/>
                <a:gd name="csY18" fmla="*/ 67161 h 67683"/>
                <a:gd name="csX19" fmla="*/ 68594 w 81662"/>
                <a:gd name="csY19" fmla="*/ 67633 h 67683"/>
                <a:gd name="csX20" fmla="*/ 67768 w 81662"/>
                <a:gd name="csY20" fmla="*/ 67684 h 67683"/>
                <a:gd name="csX21" fmla="*/ 62254 w 81662"/>
                <a:gd name="csY21" fmla="*/ 67549 h 67683"/>
                <a:gd name="csX22" fmla="*/ 56791 w 81662"/>
                <a:gd name="csY22" fmla="*/ 67397 h 67683"/>
                <a:gd name="csX23" fmla="*/ 44313 w 81662"/>
                <a:gd name="csY23" fmla="*/ 67684 h 67683"/>
                <a:gd name="csX24" fmla="*/ 42812 w 81662"/>
                <a:gd name="csY24" fmla="*/ 66470 h 67683"/>
                <a:gd name="csX25" fmla="*/ 42914 w 81662"/>
                <a:gd name="csY25" fmla="*/ 65508 h 67683"/>
                <a:gd name="csX26" fmla="*/ 43386 w 81662"/>
                <a:gd name="csY26" fmla="*/ 64969 h 67683"/>
                <a:gd name="csX27" fmla="*/ 43976 w 81662"/>
                <a:gd name="csY27" fmla="*/ 64733 h 67683"/>
                <a:gd name="csX28" fmla="*/ 44785 w 81662"/>
                <a:gd name="csY28" fmla="*/ 64631 h 67683"/>
                <a:gd name="csX29" fmla="*/ 47938 w 81662"/>
                <a:gd name="csY29" fmla="*/ 63907 h 67683"/>
                <a:gd name="csX30" fmla="*/ 49928 w 81662"/>
                <a:gd name="csY30" fmla="*/ 62743 h 67683"/>
                <a:gd name="csX31" fmla="*/ 50552 w 81662"/>
                <a:gd name="csY31" fmla="*/ 61731 h 67683"/>
                <a:gd name="csX32" fmla="*/ 50063 w 81662"/>
                <a:gd name="csY32" fmla="*/ 60332 h 67683"/>
                <a:gd name="csX33" fmla="*/ 40047 w 81662"/>
                <a:gd name="csY33" fmla="*/ 36675 h 67683"/>
                <a:gd name="csX34" fmla="*/ 31093 w 81662"/>
                <a:gd name="csY34" fmla="*/ 46404 h 67683"/>
                <a:gd name="csX35" fmla="*/ 20993 w 81662"/>
                <a:gd name="csY35" fmla="*/ 57094 h 67683"/>
                <a:gd name="csX36" fmla="*/ 18329 w 81662"/>
                <a:gd name="csY36" fmla="*/ 61546 h 67683"/>
                <a:gd name="csX37" fmla="*/ 22292 w 81662"/>
                <a:gd name="csY37" fmla="*/ 64631 h 67683"/>
                <a:gd name="csX38" fmla="*/ 23506 w 81662"/>
                <a:gd name="csY38" fmla="*/ 65694 h 67683"/>
                <a:gd name="csX39" fmla="*/ 23118 w 81662"/>
                <a:gd name="csY39" fmla="*/ 67110 h 67683"/>
                <a:gd name="csX40" fmla="*/ 22443 w 81662"/>
                <a:gd name="csY40" fmla="*/ 67633 h 67683"/>
                <a:gd name="csX41" fmla="*/ 21718 w 81662"/>
                <a:gd name="csY41" fmla="*/ 67684 h 67683"/>
                <a:gd name="csX42" fmla="*/ 16154 w 81662"/>
                <a:gd name="csY42" fmla="*/ 67549 h 67683"/>
                <a:gd name="csX43" fmla="*/ 10589 w 81662"/>
                <a:gd name="csY43" fmla="*/ 67397 h 67683"/>
                <a:gd name="csX44" fmla="*/ 5902 w 81662"/>
                <a:gd name="csY44" fmla="*/ 67549 h 67683"/>
                <a:gd name="csX45" fmla="*/ 1298 w 81662"/>
                <a:gd name="csY45" fmla="*/ 67684 h 67683"/>
                <a:gd name="csX46" fmla="*/ 371 w 81662"/>
                <a:gd name="csY46" fmla="*/ 67397 h 67683"/>
                <a:gd name="csX47" fmla="*/ 34 w 81662"/>
                <a:gd name="csY47" fmla="*/ 66807 h 67683"/>
                <a:gd name="csX48" fmla="*/ 0 w 81662"/>
                <a:gd name="csY48" fmla="*/ 66571 h 67683"/>
                <a:gd name="csX49" fmla="*/ 84 w 81662"/>
                <a:gd name="csY49" fmla="*/ 65508 h 67683"/>
                <a:gd name="csX50" fmla="*/ 624 w 81662"/>
                <a:gd name="csY50" fmla="*/ 64935 h 67683"/>
                <a:gd name="csX51" fmla="*/ 1248 w 81662"/>
                <a:gd name="csY51" fmla="*/ 64733 h 67683"/>
                <a:gd name="csX52" fmla="*/ 2175 w 81662"/>
                <a:gd name="csY52" fmla="*/ 64631 h 67683"/>
                <a:gd name="csX53" fmla="*/ 9763 w 81662"/>
                <a:gd name="csY53" fmla="*/ 62794 h 67683"/>
                <a:gd name="csX54" fmla="*/ 16727 w 81662"/>
                <a:gd name="csY54" fmla="*/ 57482 h 67683"/>
                <a:gd name="csX55" fmla="*/ 17368 w 81662"/>
                <a:gd name="csY55" fmla="*/ 56943 h 67683"/>
                <a:gd name="csX56" fmla="*/ 18042 w 81662"/>
                <a:gd name="csY56" fmla="*/ 56420 h 67683"/>
                <a:gd name="csX57" fmla="*/ 38934 w 81662"/>
                <a:gd name="csY57" fmla="*/ 33909 h 67683"/>
                <a:gd name="csX58" fmla="*/ 27232 w 81662"/>
                <a:gd name="csY58" fmla="*/ 6239 h 67683"/>
                <a:gd name="csX59" fmla="*/ 26220 w 81662"/>
                <a:gd name="csY59" fmla="*/ 4452 h 67683"/>
                <a:gd name="csX60" fmla="*/ 24230 w 81662"/>
                <a:gd name="csY60" fmla="*/ 3491 h 67683"/>
                <a:gd name="csX61" fmla="*/ 19830 w 81662"/>
                <a:gd name="csY61" fmla="*/ 3103 h 67683"/>
                <a:gd name="csX62" fmla="*/ 18616 w 81662"/>
                <a:gd name="csY62" fmla="*/ 3052 h 67683"/>
                <a:gd name="csX63" fmla="*/ 17891 w 81662"/>
                <a:gd name="csY63" fmla="*/ 2765 h 67683"/>
                <a:gd name="csX64" fmla="*/ 17553 w 81662"/>
                <a:gd name="csY64" fmla="*/ 1990 h 67683"/>
                <a:gd name="csX65" fmla="*/ 17891 w 81662"/>
                <a:gd name="csY65" fmla="*/ 624 h 67683"/>
                <a:gd name="csX66" fmla="*/ 18565 w 81662"/>
                <a:gd name="csY66" fmla="*/ 101 h 67683"/>
                <a:gd name="csX67" fmla="*/ 19341 w 81662"/>
                <a:gd name="csY67" fmla="*/ 0 h 67683"/>
                <a:gd name="csX68" fmla="*/ 24855 w 81662"/>
                <a:gd name="csY68" fmla="*/ 152 h 67683"/>
                <a:gd name="csX69" fmla="*/ 30419 w 81662"/>
                <a:gd name="csY69" fmla="*/ 287 h 67683"/>
                <a:gd name="csX70" fmla="*/ 36658 w 81662"/>
                <a:gd name="csY70" fmla="*/ 152 h 67683"/>
                <a:gd name="csX71" fmla="*/ 42914 w 81662"/>
                <a:gd name="csY71" fmla="*/ 0 h 67683"/>
                <a:gd name="csX72" fmla="*/ 44397 w 81662"/>
                <a:gd name="csY72" fmla="*/ 1214 h 67683"/>
                <a:gd name="csX73" fmla="*/ 44060 w 81662"/>
                <a:gd name="csY73" fmla="*/ 2411 h 67683"/>
                <a:gd name="csX74" fmla="*/ 43386 w 81662"/>
                <a:gd name="csY74" fmla="*/ 2951 h 67683"/>
                <a:gd name="csX75" fmla="*/ 42425 w 81662"/>
                <a:gd name="csY75" fmla="*/ 3103 h 67683"/>
                <a:gd name="csX76" fmla="*/ 39086 w 81662"/>
                <a:gd name="csY76" fmla="*/ 3912 h 67683"/>
                <a:gd name="csX77" fmla="*/ 37096 w 81662"/>
                <a:gd name="csY77" fmla="*/ 5075 h 67683"/>
                <a:gd name="csX78" fmla="*/ 36573 w 81662"/>
                <a:gd name="csY78" fmla="*/ 5952 h 67683"/>
                <a:gd name="csX79" fmla="*/ 37046 w 81662"/>
                <a:gd name="csY79" fmla="*/ 7251 h 67683"/>
                <a:gd name="csX80" fmla="*/ 45375 w 81662"/>
                <a:gd name="csY80" fmla="*/ 26945 h 67683"/>
                <a:gd name="csX81" fmla="*/ 61428 w 81662"/>
                <a:gd name="csY81" fmla="*/ 9729 h 67683"/>
                <a:gd name="csX82" fmla="*/ 63316 w 81662"/>
                <a:gd name="csY82" fmla="*/ 6138 h 67683"/>
                <a:gd name="csX83" fmla="*/ 59354 w 81662"/>
                <a:gd name="csY83" fmla="*/ 3103 h 67683"/>
                <a:gd name="csX84" fmla="*/ 58140 w 81662"/>
                <a:gd name="csY84" fmla="*/ 1990 h 67683"/>
                <a:gd name="csX85" fmla="*/ 58528 w 81662"/>
                <a:gd name="csY85" fmla="*/ 624 h 67683"/>
                <a:gd name="csX86" fmla="*/ 59202 w 81662"/>
                <a:gd name="csY86" fmla="*/ 101 h 67683"/>
                <a:gd name="csX87" fmla="*/ 60028 w 81662"/>
                <a:gd name="csY87" fmla="*/ 0 h 67683"/>
                <a:gd name="csX88" fmla="*/ 65492 w 81662"/>
                <a:gd name="csY88" fmla="*/ 152 h 67683"/>
                <a:gd name="csX89" fmla="*/ 71056 w 81662"/>
                <a:gd name="csY89" fmla="*/ 287 h 67683"/>
                <a:gd name="csX90" fmla="*/ 75760 w 81662"/>
                <a:gd name="csY90" fmla="*/ 152 h 67683"/>
                <a:gd name="csX91" fmla="*/ 80347 w 81662"/>
                <a:gd name="csY91" fmla="*/ 0 h 67683"/>
                <a:gd name="csX92" fmla="*/ 81274 w 81662"/>
                <a:gd name="csY92" fmla="*/ 287 h 67683"/>
                <a:gd name="csX93" fmla="*/ 81611 w 81662"/>
                <a:gd name="csY93" fmla="*/ 826 h 67683"/>
                <a:gd name="csX94" fmla="*/ 81662 w 81662"/>
                <a:gd name="csY94" fmla="*/ 1113 h 67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81662" h="67683">
                  <a:moveTo>
                    <a:pt x="81662" y="1113"/>
                  </a:moveTo>
                  <a:cubicBezTo>
                    <a:pt x="81662" y="1698"/>
                    <a:pt x="81550" y="2147"/>
                    <a:pt x="81325" y="2462"/>
                  </a:cubicBezTo>
                  <a:cubicBezTo>
                    <a:pt x="81134" y="2754"/>
                    <a:pt x="80920" y="2934"/>
                    <a:pt x="80684" y="3001"/>
                  </a:cubicBezTo>
                  <a:cubicBezTo>
                    <a:pt x="80459" y="3035"/>
                    <a:pt x="80060" y="3069"/>
                    <a:pt x="79487" y="3103"/>
                  </a:cubicBezTo>
                  <a:cubicBezTo>
                    <a:pt x="74867" y="3328"/>
                    <a:pt x="70674" y="5002"/>
                    <a:pt x="66908" y="8128"/>
                  </a:cubicBezTo>
                  <a:cubicBezTo>
                    <a:pt x="65964" y="8937"/>
                    <a:pt x="64317" y="10600"/>
                    <a:pt x="61967" y="13119"/>
                  </a:cubicBezTo>
                  <a:cubicBezTo>
                    <a:pt x="59640" y="15625"/>
                    <a:pt x="56931" y="18559"/>
                    <a:pt x="53840" y="21920"/>
                  </a:cubicBezTo>
                  <a:cubicBezTo>
                    <a:pt x="50771" y="25270"/>
                    <a:pt x="48354" y="27850"/>
                    <a:pt x="46589" y="29660"/>
                  </a:cubicBezTo>
                  <a:lnTo>
                    <a:pt x="59354" y="60231"/>
                  </a:lnTo>
                  <a:cubicBezTo>
                    <a:pt x="59714" y="61040"/>
                    <a:pt x="59955" y="61624"/>
                    <a:pt x="60079" y="61984"/>
                  </a:cubicBezTo>
                  <a:cubicBezTo>
                    <a:pt x="60236" y="62299"/>
                    <a:pt x="60478" y="62670"/>
                    <a:pt x="60804" y="63097"/>
                  </a:cubicBezTo>
                  <a:cubicBezTo>
                    <a:pt x="61164" y="63513"/>
                    <a:pt x="61473" y="63783"/>
                    <a:pt x="61731" y="63907"/>
                  </a:cubicBezTo>
                  <a:cubicBezTo>
                    <a:pt x="62012" y="64041"/>
                    <a:pt x="62462" y="64187"/>
                    <a:pt x="63080" y="64345"/>
                  </a:cubicBezTo>
                  <a:cubicBezTo>
                    <a:pt x="63721" y="64480"/>
                    <a:pt x="64367" y="64558"/>
                    <a:pt x="65019" y="64581"/>
                  </a:cubicBezTo>
                  <a:cubicBezTo>
                    <a:pt x="65694" y="64581"/>
                    <a:pt x="66644" y="64598"/>
                    <a:pt x="67869" y="64631"/>
                  </a:cubicBezTo>
                  <a:cubicBezTo>
                    <a:pt x="68251" y="64631"/>
                    <a:pt x="68527" y="64648"/>
                    <a:pt x="68695" y="64682"/>
                  </a:cubicBezTo>
                  <a:cubicBezTo>
                    <a:pt x="68886" y="64682"/>
                    <a:pt x="69094" y="64778"/>
                    <a:pt x="69319" y="64969"/>
                  </a:cubicBezTo>
                  <a:cubicBezTo>
                    <a:pt x="69544" y="65137"/>
                    <a:pt x="69656" y="65413"/>
                    <a:pt x="69656" y="65795"/>
                  </a:cubicBezTo>
                  <a:cubicBezTo>
                    <a:pt x="69656" y="66380"/>
                    <a:pt x="69527" y="66835"/>
                    <a:pt x="69269" y="67161"/>
                  </a:cubicBezTo>
                  <a:cubicBezTo>
                    <a:pt x="69044" y="67442"/>
                    <a:pt x="68819" y="67599"/>
                    <a:pt x="68594" y="67633"/>
                  </a:cubicBezTo>
                  <a:cubicBezTo>
                    <a:pt x="68403" y="67667"/>
                    <a:pt x="68128" y="67684"/>
                    <a:pt x="67768" y="67684"/>
                  </a:cubicBezTo>
                  <a:cubicBezTo>
                    <a:pt x="66936" y="67684"/>
                    <a:pt x="65098" y="67639"/>
                    <a:pt x="62254" y="67549"/>
                  </a:cubicBezTo>
                  <a:cubicBezTo>
                    <a:pt x="59421" y="67447"/>
                    <a:pt x="57600" y="67397"/>
                    <a:pt x="56791" y="67397"/>
                  </a:cubicBezTo>
                  <a:lnTo>
                    <a:pt x="44313" y="67684"/>
                  </a:lnTo>
                  <a:cubicBezTo>
                    <a:pt x="43313" y="67684"/>
                    <a:pt x="42812" y="67279"/>
                    <a:pt x="42812" y="66470"/>
                  </a:cubicBezTo>
                  <a:cubicBezTo>
                    <a:pt x="42812" y="66054"/>
                    <a:pt x="42846" y="65733"/>
                    <a:pt x="42914" y="65508"/>
                  </a:cubicBezTo>
                  <a:cubicBezTo>
                    <a:pt x="43004" y="65250"/>
                    <a:pt x="43161" y="65070"/>
                    <a:pt x="43386" y="64969"/>
                  </a:cubicBezTo>
                  <a:cubicBezTo>
                    <a:pt x="43611" y="64845"/>
                    <a:pt x="43807" y="64766"/>
                    <a:pt x="43976" y="64733"/>
                  </a:cubicBezTo>
                  <a:cubicBezTo>
                    <a:pt x="44133" y="64699"/>
                    <a:pt x="44403" y="64665"/>
                    <a:pt x="44785" y="64631"/>
                  </a:cubicBezTo>
                  <a:cubicBezTo>
                    <a:pt x="45988" y="64508"/>
                    <a:pt x="47039" y="64266"/>
                    <a:pt x="47938" y="63907"/>
                  </a:cubicBezTo>
                  <a:cubicBezTo>
                    <a:pt x="48871" y="63524"/>
                    <a:pt x="49535" y="63136"/>
                    <a:pt x="49928" y="62743"/>
                  </a:cubicBezTo>
                  <a:cubicBezTo>
                    <a:pt x="50344" y="62361"/>
                    <a:pt x="50552" y="62024"/>
                    <a:pt x="50552" y="61731"/>
                  </a:cubicBezTo>
                  <a:lnTo>
                    <a:pt x="50063" y="60332"/>
                  </a:lnTo>
                  <a:lnTo>
                    <a:pt x="40047" y="36675"/>
                  </a:lnTo>
                  <a:lnTo>
                    <a:pt x="31093" y="46404"/>
                  </a:lnTo>
                  <a:lnTo>
                    <a:pt x="20993" y="57094"/>
                  </a:lnTo>
                  <a:cubicBezTo>
                    <a:pt x="19217" y="58994"/>
                    <a:pt x="18329" y="60478"/>
                    <a:pt x="18329" y="61546"/>
                  </a:cubicBezTo>
                  <a:cubicBezTo>
                    <a:pt x="18329" y="63322"/>
                    <a:pt x="19650" y="64350"/>
                    <a:pt x="22292" y="64631"/>
                  </a:cubicBezTo>
                  <a:cubicBezTo>
                    <a:pt x="23101" y="64699"/>
                    <a:pt x="23506" y="65053"/>
                    <a:pt x="23506" y="65694"/>
                  </a:cubicBezTo>
                  <a:cubicBezTo>
                    <a:pt x="23506" y="66312"/>
                    <a:pt x="23376" y="66784"/>
                    <a:pt x="23118" y="67110"/>
                  </a:cubicBezTo>
                  <a:cubicBezTo>
                    <a:pt x="22893" y="67403"/>
                    <a:pt x="22668" y="67577"/>
                    <a:pt x="22443" y="67633"/>
                  </a:cubicBezTo>
                  <a:cubicBezTo>
                    <a:pt x="22252" y="67667"/>
                    <a:pt x="22010" y="67684"/>
                    <a:pt x="21718" y="67684"/>
                  </a:cubicBezTo>
                  <a:cubicBezTo>
                    <a:pt x="20527" y="67684"/>
                    <a:pt x="18672" y="67639"/>
                    <a:pt x="16154" y="67549"/>
                  </a:cubicBezTo>
                  <a:cubicBezTo>
                    <a:pt x="13669" y="67447"/>
                    <a:pt x="11815" y="67397"/>
                    <a:pt x="10589" y="67397"/>
                  </a:cubicBezTo>
                  <a:cubicBezTo>
                    <a:pt x="9555" y="67397"/>
                    <a:pt x="7993" y="67447"/>
                    <a:pt x="5902" y="67549"/>
                  </a:cubicBezTo>
                  <a:cubicBezTo>
                    <a:pt x="3800" y="67639"/>
                    <a:pt x="2265" y="67684"/>
                    <a:pt x="1298" y="67684"/>
                  </a:cubicBezTo>
                  <a:cubicBezTo>
                    <a:pt x="916" y="67684"/>
                    <a:pt x="607" y="67588"/>
                    <a:pt x="371" y="67397"/>
                  </a:cubicBezTo>
                  <a:cubicBezTo>
                    <a:pt x="146" y="67206"/>
                    <a:pt x="34" y="67009"/>
                    <a:pt x="34" y="66807"/>
                  </a:cubicBezTo>
                  <a:lnTo>
                    <a:pt x="0" y="66571"/>
                  </a:lnTo>
                  <a:cubicBezTo>
                    <a:pt x="0" y="66121"/>
                    <a:pt x="28" y="65767"/>
                    <a:pt x="84" y="65508"/>
                  </a:cubicBezTo>
                  <a:cubicBezTo>
                    <a:pt x="186" y="65250"/>
                    <a:pt x="365" y="65059"/>
                    <a:pt x="624" y="64935"/>
                  </a:cubicBezTo>
                  <a:cubicBezTo>
                    <a:pt x="916" y="64800"/>
                    <a:pt x="1124" y="64733"/>
                    <a:pt x="1248" y="64733"/>
                  </a:cubicBezTo>
                  <a:cubicBezTo>
                    <a:pt x="1383" y="64699"/>
                    <a:pt x="1692" y="64665"/>
                    <a:pt x="2175" y="64631"/>
                  </a:cubicBezTo>
                  <a:cubicBezTo>
                    <a:pt x="4918" y="64474"/>
                    <a:pt x="7447" y="63861"/>
                    <a:pt x="9763" y="62794"/>
                  </a:cubicBezTo>
                  <a:cubicBezTo>
                    <a:pt x="12124" y="61737"/>
                    <a:pt x="14445" y="59966"/>
                    <a:pt x="16727" y="57482"/>
                  </a:cubicBezTo>
                  <a:cubicBezTo>
                    <a:pt x="16918" y="57313"/>
                    <a:pt x="17132" y="57134"/>
                    <a:pt x="17368" y="56943"/>
                  </a:cubicBezTo>
                  <a:cubicBezTo>
                    <a:pt x="17626" y="56752"/>
                    <a:pt x="17851" y="56577"/>
                    <a:pt x="18042" y="56420"/>
                  </a:cubicBezTo>
                  <a:lnTo>
                    <a:pt x="38934" y="33909"/>
                  </a:lnTo>
                  <a:lnTo>
                    <a:pt x="27232" y="6239"/>
                  </a:lnTo>
                  <a:cubicBezTo>
                    <a:pt x="26872" y="5407"/>
                    <a:pt x="26535" y="4811"/>
                    <a:pt x="26220" y="4452"/>
                  </a:cubicBezTo>
                  <a:cubicBezTo>
                    <a:pt x="25894" y="4069"/>
                    <a:pt x="25231" y="3749"/>
                    <a:pt x="24230" y="3491"/>
                  </a:cubicBezTo>
                  <a:cubicBezTo>
                    <a:pt x="23230" y="3232"/>
                    <a:pt x="21763" y="3103"/>
                    <a:pt x="19830" y="3103"/>
                  </a:cubicBezTo>
                  <a:cubicBezTo>
                    <a:pt x="19279" y="3103"/>
                    <a:pt x="18874" y="3086"/>
                    <a:pt x="18616" y="3052"/>
                  </a:cubicBezTo>
                  <a:cubicBezTo>
                    <a:pt x="18357" y="3018"/>
                    <a:pt x="18115" y="2923"/>
                    <a:pt x="17891" y="2765"/>
                  </a:cubicBezTo>
                  <a:cubicBezTo>
                    <a:pt x="17666" y="2597"/>
                    <a:pt x="17553" y="2338"/>
                    <a:pt x="17553" y="1990"/>
                  </a:cubicBezTo>
                  <a:cubicBezTo>
                    <a:pt x="17553" y="1371"/>
                    <a:pt x="17666" y="916"/>
                    <a:pt x="17891" y="624"/>
                  </a:cubicBezTo>
                  <a:cubicBezTo>
                    <a:pt x="18149" y="309"/>
                    <a:pt x="18374" y="135"/>
                    <a:pt x="18565" y="101"/>
                  </a:cubicBezTo>
                  <a:cubicBezTo>
                    <a:pt x="18790" y="34"/>
                    <a:pt x="19048" y="0"/>
                    <a:pt x="19341" y="0"/>
                  </a:cubicBezTo>
                  <a:cubicBezTo>
                    <a:pt x="20150" y="0"/>
                    <a:pt x="21988" y="51"/>
                    <a:pt x="24855" y="152"/>
                  </a:cubicBezTo>
                  <a:cubicBezTo>
                    <a:pt x="27732" y="242"/>
                    <a:pt x="29587" y="287"/>
                    <a:pt x="30419" y="287"/>
                  </a:cubicBezTo>
                  <a:cubicBezTo>
                    <a:pt x="31813" y="287"/>
                    <a:pt x="33893" y="242"/>
                    <a:pt x="36658" y="152"/>
                  </a:cubicBezTo>
                  <a:cubicBezTo>
                    <a:pt x="39468" y="51"/>
                    <a:pt x="41553" y="0"/>
                    <a:pt x="42914" y="0"/>
                  </a:cubicBezTo>
                  <a:cubicBezTo>
                    <a:pt x="43903" y="0"/>
                    <a:pt x="44397" y="405"/>
                    <a:pt x="44397" y="1214"/>
                  </a:cubicBezTo>
                  <a:cubicBezTo>
                    <a:pt x="44397" y="1731"/>
                    <a:pt x="44285" y="2130"/>
                    <a:pt x="44060" y="2411"/>
                  </a:cubicBezTo>
                  <a:cubicBezTo>
                    <a:pt x="43835" y="2704"/>
                    <a:pt x="43611" y="2883"/>
                    <a:pt x="43386" y="2951"/>
                  </a:cubicBezTo>
                  <a:cubicBezTo>
                    <a:pt x="43161" y="3018"/>
                    <a:pt x="42840" y="3069"/>
                    <a:pt x="42425" y="3103"/>
                  </a:cubicBezTo>
                  <a:cubicBezTo>
                    <a:pt x="41165" y="3226"/>
                    <a:pt x="40053" y="3496"/>
                    <a:pt x="39086" y="3912"/>
                  </a:cubicBezTo>
                  <a:cubicBezTo>
                    <a:pt x="38153" y="4305"/>
                    <a:pt x="37490" y="4693"/>
                    <a:pt x="37096" y="5075"/>
                  </a:cubicBezTo>
                  <a:cubicBezTo>
                    <a:pt x="36748" y="5435"/>
                    <a:pt x="36573" y="5728"/>
                    <a:pt x="36573" y="5952"/>
                  </a:cubicBezTo>
                  <a:lnTo>
                    <a:pt x="37046" y="7251"/>
                  </a:lnTo>
                  <a:lnTo>
                    <a:pt x="45375" y="26945"/>
                  </a:lnTo>
                  <a:lnTo>
                    <a:pt x="61428" y="9729"/>
                  </a:lnTo>
                  <a:cubicBezTo>
                    <a:pt x="62687" y="8313"/>
                    <a:pt x="63316" y="7116"/>
                    <a:pt x="63316" y="6138"/>
                  </a:cubicBezTo>
                  <a:cubicBezTo>
                    <a:pt x="63316" y="4395"/>
                    <a:pt x="61996" y="3384"/>
                    <a:pt x="59354" y="3103"/>
                  </a:cubicBezTo>
                  <a:cubicBezTo>
                    <a:pt x="58545" y="2968"/>
                    <a:pt x="58140" y="2597"/>
                    <a:pt x="58140" y="1990"/>
                  </a:cubicBezTo>
                  <a:cubicBezTo>
                    <a:pt x="58140" y="1371"/>
                    <a:pt x="58269" y="916"/>
                    <a:pt x="58528" y="624"/>
                  </a:cubicBezTo>
                  <a:cubicBezTo>
                    <a:pt x="58786" y="309"/>
                    <a:pt x="59011" y="135"/>
                    <a:pt x="59202" y="101"/>
                  </a:cubicBezTo>
                  <a:cubicBezTo>
                    <a:pt x="59438" y="34"/>
                    <a:pt x="59713" y="0"/>
                    <a:pt x="60028" y="0"/>
                  </a:cubicBezTo>
                  <a:cubicBezTo>
                    <a:pt x="61220" y="0"/>
                    <a:pt x="63041" y="51"/>
                    <a:pt x="65492" y="152"/>
                  </a:cubicBezTo>
                  <a:cubicBezTo>
                    <a:pt x="67976" y="242"/>
                    <a:pt x="69831" y="287"/>
                    <a:pt x="71056" y="287"/>
                  </a:cubicBezTo>
                  <a:cubicBezTo>
                    <a:pt x="72090" y="287"/>
                    <a:pt x="73658" y="242"/>
                    <a:pt x="75760" y="152"/>
                  </a:cubicBezTo>
                  <a:cubicBezTo>
                    <a:pt x="77851" y="51"/>
                    <a:pt x="79380" y="0"/>
                    <a:pt x="80347" y="0"/>
                  </a:cubicBezTo>
                  <a:cubicBezTo>
                    <a:pt x="80740" y="0"/>
                    <a:pt x="81050" y="96"/>
                    <a:pt x="81274" y="287"/>
                  </a:cubicBezTo>
                  <a:cubicBezTo>
                    <a:pt x="81499" y="455"/>
                    <a:pt x="81611" y="635"/>
                    <a:pt x="81611" y="826"/>
                  </a:cubicBezTo>
                  <a:lnTo>
                    <a:pt x="81662" y="1113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D394CA54-3442-7A27-431B-04DCA92072AB}"/>
                </a:ext>
              </a:extLst>
            </p:cNvPr>
            <p:cNvSpPr/>
            <p:nvPr/>
          </p:nvSpPr>
          <p:spPr>
            <a:xfrm>
              <a:off x="1042509" y="2515411"/>
              <a:ext cx="1686" cy="2269093"/>
            </a:xfrm>
            <a:custGeom>
              <a:avLst/>
              <a:gdLst>
                <a:gd name="csX0" fmla="*/ 0 w 1686"/>
                <a:gd name="csY0" fmla="*/ 2269094 h 2269093"/>
                <a:gd name="csX1" fmla="*/ 0 w 1686"/>
                <a:gd name="csY1" fmla="*/ 0 h 2269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686" h="2269093">
                  <a:moveTo>
                    <a:pt x="0" y="2269094"/>
                  </a:moveTo>
                  <a:lnTo>
                    <a:pt x="0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271F1BA8-C3E5-6BBB-C1FF-1AE75A106854}"/>
                </a:ext>
              </a:extLst>
            </p:cNvPr>
            <p:cNvSpPr/>
            <p:nvPr/>
          </p:nvSpPr>
          <p:spPr>
            <a:xfrm>
              <a:off x="1042509" y="4778839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CEF8F096-DFC6-69F9-E5EA-5F1611C2DE11}"/>
                </a:ext>
              </a:extLst>
            </p:cNvPr>
            <p:cNvSpPr/>
            <p:nvPr/>
          </p:nvSpPr>
          <p:spPr>
            <a:xfrm>
              <a:off x="1042509" y="4101439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DC44FBC8-49A2-5E04-A655-A400B6743358}"/>
                </a:ext>
              </a:extLst>
            </p:cNvPr>
            <p:cNvSpPr/>
            <p:nvPr/>
          </p:nvSpPr>
          <p:spPr>
            <a:xfrm>
              <a:off x="1042509" y="3424048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7E8F3BB4-9044-BE74-554E-E7B3304627D2}"/>
                </a:ext>
              </a:extLst>
            </p:cNvPr>
            <p:cNvSpPr/>
            <p:nvPr/>
          </p:nvSpPr>
          <p:spPr>
            <a:xfrm>
              <a:off x="1042509" y="2746656"/>
              <a:ext cx="27946" cy="1686"/>
            </a:xfrm>
            <a:custGeom>
              <a:avLst/>
              <a:gdLst>
                <a:gd name="csX0" fmla="*/ 0 w 27946"/>
                <a:gd name="csY0" fmla="*/ 0 h 1686"/>
                <a:gd name="csX1" fmla="*/ 27947 w 27946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46" h="1686">
                  <a:moveTo>
                    <a:pt x="0" y="0"/>
                  </a:moveTo>
                  <a:lnTo>
                    <a:pt x="27947" y="0"/>
                  </a:lnTo>
                </a:path>
              </a:pathLst>
            </a:custGeom>
            <a:noFill/>
            <a:ln w="673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A08AE5B9-30C6-449A-37CC-E09406316F14}"/>
                </a:ext>
              </a:extLst>
            </p:cNvPr>
            <p:cNvSpPr/>
            <p:nvPr/>
          </p:nvSpPr>
          <p:spPr>
            <a:xfrm>
              <a:off x="581222" y="4733548"/>
              <a:ext cx="60421" cy="90683"/>
            </a:xfrm>
            <a:custGeom>
              <a:avLst/>
              <a:gdLst>
                <a:gd name="csX0" fmla="*/ 30211 w 60421"/>
                <a:gd name="csY0" fmla="*/ 9358 h 90683"/>
                <a:gd name="csX1" fmla="*/ 16452 w 60421"/>
                <a:gd name="csY1" fmla="*/ 18379 h 90683"/>
                <a:gd name="csX2" fmla="*/ 11886 w 60421"/>
                <a:gd name="csY2" fmla="*/ 45375 h 90683"/>
                <a:gd name="csX3" fmla="*/ 16452 w 60421"/>
                <a:gd name="csY3" fmla="*/ 72354 h 90683"/>
                <a:gd name="csX4" fmla="*/ 30211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1 w 60421"/>
                <a:gd name="csY8" fmla="*/ 9358 h 90683"/>
                <a:gd name="csX9" fmla="*/ 30211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1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1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1" y="9358"/>
                  </a:moveTo>
                  <a:cubicBezTo>
                    <a:pt x="24122" y="9358"/>
                    <a:pt x="19536" y="12365"/>
                    <a:pt x="16452" y="18379"/>
                  </a:cubicBezTo>
                  <a:cubicBezTo>
                    <a:pt x="13408" y="24349"/>
                    <a:pt x="11886" y="33347"/>
                    <a:pt x="11886" y="45375"/>
                  </a:cubicBezTo>
                  <a:cubicBezTo>
                    <a:pt x="11886" y="57359"/>
                    <a:pt x="13408" y="66351"/>
                    <a:pt x="16452" y="72354"/>
                  </a:cubicBezTo>
                  <a:cubicBezTo>
                    <a:pt x="19536" y="78335"/>
                    <a:pt x="24122" y="81325"/>
                    <a:pt x="30211" y="81325"/>
                  </a:cubicBezTo>
                  <a:cubicBezTo>
                    <a:pt x="36339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9" y="9358"/>
                    <a:pt x="30211" y="935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1" y="90683"/>
                  </a:cubicBezTo>
                  <a:cubicBezTo>
                    <a:pt x="20414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2A42227E-C0BD-8CE0-8A96-10AE75121817}"/>
                </a:ext>
              </a:extLst>
            </p:cNvPr>
            <p:cNvSpPr/>
            <p:nvPr/>
          </p:nvSpPr>
          <p:spPr>
            <a:xfrm>
              <a:off x="662429" y="4807673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8F500472-E9B6-9EDB-7F41-806AA16CE594}"/>
                </a:ext>
              </a:extLst>
            </p:cNvPr>
            <p:cNvSpPr/>
            <p:nvPr/>
          </p:nvSpPr>
          <p:spPr>
            <a:xfrm>
              <a:off x="695625" y="4733548"/>
              <a:ext cx="60421" cy="90683"/>
            </a:xfrm>
            <a:custGeom>
              <a:avLst/>
              <a:gdLst>
                <a:gd name="csX0" fmla="*/ 30211 w 60421"/>
                <a:gd name="csY0" fmla="*/ 9358 h 90683"/>
                <a:gd name="csX1" fmla="*/ 16452 w 60421"/>
                <a:gd name="csY1" fmla="*/ 18379 h 90683"/>
                <a:gd name="csX2" fmla="*/ 11886 w 60421"/>
                <a:gd name="csY2" fmla="*/ 45375 h 90683"/>
                <a:gd name="csX3" fmla="*/ 16452 w 60421"/>
                <a:gd name="csY3" fmla="*/ 72354 h 90683"/>
                <a:gd name="csX4" fmla="*/ 30211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1 w 60421"/>
                <a:gd name="csY8" fmla="*/ 9358 h 90683"/>
                <a:gd name="csX9" fmla="*/ 30211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1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1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1" y="9358"/>
                  </a:moveTo>
                  <a:cubicBezTo>
                    <a:pt x="24122" y="9358"/>
                    <a:pt x="19536" y="12365"/>
                    <a:pt x="16452" y="18379"/>
                  </a:cubicBezTo>
                  <a:cubicBezTo>
                    <a:pt x="13408" y="24349"/>
                    <a:pt x="11886" y="33347"/>
                    <a:pt x="11886" y="45375"/>
                  </a:cubicBezTo>
                  <a:cubicBezTo>
                    <a:pt x="11886" y="57359"/>
                    <a:pt x="13408" y="66351"/>
                    <a:pt x="16452" y="72354"/>
                  </a:cubicBezTo>
                  <a:cubicBezTo>
                    <a:pt x="19536" y="78335"/>
                    <a:pt x="24122" y="81325"/>
                    <a:pt x="30211" y="81325"/>
                  </a:cubicBezTo>
                  <a:cubicBezTo>
                    <a:pt x="36339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9" y="9358"/>
                    <a:pt x="30211" y="935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1" y="90683"/>
                  </a:cubicBezTo>
                  <a:cubicBezTo>
                    <a:pt x="20414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6B21D531-4D5A-0A13-631C-16AD630420C9}"/>
                </a:ext>
              </a:extLst>
            </p:cNvPr>
            <p:cNvSpPr/>
            <p:nvPr/>
          </p:nvSpPr>
          <p:spPr>
            <a:xfrm>
              <a:off x="771913" y="4733548"/>
              <a:ext cx="60421" cy="90683"/>
            </a:xfrm>
            <a:custGeom>
              <a:avLst/>
              <a:gdLst>
                <a:gd name="csX0" fmla="*/ 30210 w 60421"/>
                <a:gd name="csY0" fmla="*/ 9358 h 90683"/>
                <a:gd name="csX1" fmla="*/ 16452 w 60421"/>
                <a:gd name="csY1" fmla="*/ 18379 h 90683"/>
                <a:gd name="csX2" fmla="*/ 11884 w 60421"/>
                <a:gd name="csY2" fmla="*/ 45375 h 90683"/>
                <a:gd name="csX3" fmla="*/ 16452 w 60421"/>
                <a:gd name="csY3" fmla="*/ 72354 h 90683"/>
                <a:gd name="csX4" fmla="*/ 30210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0 w 60421"/>
                <a:gd name="csY8" fmla="*/ 9358 h 90683"/>
                <a:gd name="csX9" fmla="*/ 30210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0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0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0" y="9358"/>
                  </a:moveTo>
                  <a:cubicBezTo>
                    <a:pt x="24121" y="9358"/>
                    <a:pt x="19536" y="12365"/>
                    <a:pt x="16452" y="18379"/>
                  </a:cubicBezTo>
                  <a:cubicBezTo>
                    <a:pt x="13407" y="24349"/>
                    <a:pt x="11884" y="33347"/>
                    <a:pt x="11884" y="45375"/>
                  </a:cubicBezTo>
                  <a:cubicBezTo>
                    <a:pt x="11884" y="57359"/>
                    <a:pt x="13407" y="66351"/>
                    <a:pt x="16452" y="72354"/>
                  </a:cubicBezTo>
                  <a:cubicBezTo>
                    <a:pt x="19536" y="78335"/>
                    <a:pt x="24121" y="81325"/>
                    <a:pt x="30210" y="81325"/>
                  </a:cubicBezTo>
                  <a:cubicBezTo>
                    <a:pt x="36338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8" y="9358"/>
                    <a:pt x="30210" y="935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2"/>
                    <a:pt x="40008" y="90683"/>
                    <a:pt x="30210" y="90683"/>
                  </a:cubicBezTo>
                  <a:cubicBezTo>
                    <a:pt x="20413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EAB67CA9-22EE-5F09-F68E-2907A739A238}"/>
                </a:ext>
              </a:extLst>
            </p:cNvPr>
            <p:cNvSpPr/>
            <p:nvPr/>
          </p:nvSpPr>
          <p:spPr>
            <a:xfrm>
              <a:off x="848201" y="4733548"/>
              <a:ext cx="60421" cy="90683"/>
            </a:xfrm>
            <a:custGeom>
              <a:avLst/>
              <a:gdLst>
                <a:gd name="csX0" fmla="*/ 30210 w 60421"/>
                <a:gd name="csY0" fmla="*/ 9358 h 90683"/>
                <a:gd name="csX1" fmla="*/ 16452 w 60421"/>
                <a:gd name="csY1" fmla="*/ 18379 h 90683"/>
                <a:gd name="csX2" fmla="*/ 11884 w 60421"/>
                <a:gd name="csY2" fmla="*/ 45375 h 90683"/>
                <a:gd name="csX3" fmla="*/ 16452 w 60421"/>
                <a:gd name="csY3" fmla="*/ 72354 h 90683"/>
                <a:gd name="csX4" fmla="*/ 30210 w 60421"/>
                <a:gd name="csY4" fmla="*/ 81325 h 90683"/>
                <a:gd name="csX5" fmla="*/ 43969 w 60421"/>
                <a:gd name="csY5" fmla="*/ 72354 h 90683"/>
                <a:gd name="csX6" fmla="*/ 48594 w 60421"/>
                <a:gd name="csY6" fmla="*/ 45375 h 90683"/>
                <a:gd name="csX7" fmla="*/ 43969 w 60421"/>
                <a:gd name="csY7" fmla="*/ 18379 h 90683"/>
                <a:gd name="csX8" fmla="*/ 30210 w 60421"/>
                <a:gd name="csY8" fmla="*/ 9358 h 90683"/>
                <a:gd name="csX9" fmla="*/ 30210 w 60421"/>
                <a:gd name="csY9" fmla="*/ 0 h 90683"/>
                <a:gd name="csX10" fmla="*/ 52634 w 60421"/>
                <a:gd name="csY10" fmla="*/ 11652 h 90683"/>
                <a:gd name="csX11" fmla="*/ 60421 w 60421"/>
                <a:gd name="csY11" fmla="*/ 45375 h 90683"/>
                <a:gd name="csX12" fmla="*/ 52634 w 60421"/>
                <a:gd name="csY12" fmla="*/ 79099 h 90683"/>
                <a:gd name="csX13" fmla="*/ 30210 w 60421"/>
                <a:gd name="csY13" fmla="*/ 90683 h 90683"/>
                <a:gd name="csX14" fmla="*/ 7728 w 60421"/>
                <a:gd name="csY14" fmla="*/ 79099 h 90683"/>
                <a:gd name="csX15" fmla="*/ 0 w 60421"/>
                <a:gd name="csY15" fmla="*/ 45375 h 90683"/>
                <a:gd name="csX16" fmla="*/ 7728 w 60421"/>
                <a:gd name="csY16" fmla="*/ 11652 h 90683"/>
                <a:gd name="csX17" fmla="*/ 30210 w 60421"/>
                <a:gd name="csY17" fmla="*/ 0 h 9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3">
                  <a:moveTo>
                    <a:pt x="30210" y="9358"/>
                  </a:moveTo>
                  <a:cubicBezTo>
                    <a:pt x="24121" y="9358"/>
                    <a:pt x="19536" y="12365"/>
                    <a:pt x="16452" y="18379"/>
                  </a:cubicBezTo>
                  <a:cubicBezTo>
                    <a:pt x="13407" y="24349"/>
                    <a:pt x="11884" y="33347"/>
                    <a:pt x="11884" y="45375"/>
                  </a:cubicBezTo>
                  <a:cubicBezTo>
                    <a:pt x="11884" y="57359"/>
                    <a:pt x="13407" y="66351"/>
                    <a:pt x="16452" y="72354"/>
                  </a:cubicBezTo>
                  <a:cubicBezTo>
                    <a:pt x="19536" y="78335"/>
                    <a:pt x="24121" y="81325"/>
                    <a:pt x="30210" y="81325"/>
                  </a:cubicBezTo>
                  <a:cubicBezTo>
                    <a:pt x="36338" y="81325"/>
                    <a:pt x="40925" y="78335"/>
                    <a:pt x="43969" y="72354"/>
                  </a:cubicBezTo>
                  <a:cubicBezTo>
                    <a:pt x="47052" y="66351"/>
                    <a:pt x="48594" y="57359"/>
                    <a:pt x="48594" y="45375"/>
                  </a:cubicBezTo>
                  <a:cubicBezTo>
                    <a:pt x="48594" y="33347"/>
                    <a:pt x="47052" y="24349"/>
                    <a:pt x="43969" y="18379"/>
                  </a:cubicBezTo>
                  <a:cubicBezTo>
                    <a:pt x="40925" y="12365"/>
                    <a:pt x="36338" y="9358"/>
                    <a:pt x="30210" y="935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74"/>
                    <a:pt x="60421" y="30616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2"/>
                    <a:pt x="40006" y="90683"/>
                    <a:pt x="30210" y="90683"/>
                  </a:cubicBezTo>
                  <a:cubicBezTo>
                    <a:pt x="20413" y="90683"/>
                    <a:pt x="12919" y="86822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16"/>
                    <a:pt x="2576" y="19374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C10D992-7E08-D573-F37F-E2BB9A4E15DB}"/>
                </a:ext>
              </a:extLst>
            </p:cNvPr>
            <p:cNvSpPr/>
            <p:nvPr/>
          </p:nvSpPr>
          <p:spPr>
            <a:xfrm>
              <a:off x="929757" y="4735133"/>
              <a:ext cx="52049" cy="87411"/>
            </a:xfrm>
            <a:custGeom>
              <a:avLst/>
              <a:gdLst>
                <a:gd name="csX0" fmla="*/ 1698 w 52049"/>
                <a:gd name="csY0" fmla="*/ 77446 h 87411"/>
                <a:gd name="csX1" fmla="*/ 21020 w 52049"/>
                <a:gd name="csY1" fmla="*/ 77446 h 87411"/>
                <a:gd name="csX2" fmla="*/ 21020 w 52049"/>
                <a:gd name="csY2" fmla="*/ 10758 h 87411"/>
                <a:gd name="csX3" fmla="*/ 0 w 52049"/>
                <a:gd name="csY3" fmla="*/ 14973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46 h 87411"/>
                <a:gd name="csX8" fmla="*/ 52049 w 52049"/>
                <a:gd name="csY8" fmla="*/ 77446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46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46"/>
                  </a:moveTo>
                  <a:lnTo>
                    <a:pt x="21020" y="77446"/>
                  </a:lnTo>
                  <a:lnTo>
                    <a:pt x="21020" y="10758"/>
                  </a:lnTo>
                  <a:lnTo>
                    <a:pt x="0" y="14973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46"/>
                  </a:lnTo>
                  <a:lnTo>
                    <a:pt x="52049" y="77446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46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1E9CC9CB-751E-7F1F-D3F7-54B49078A7F3}"/>
                </a:ext>
              </a:extLst>
            </p:cNvPr>
            <p:cNvSpPr/>
            <p:nvPr/>
          </p:nvSpPr>
          <p:spPr>
            <a:xfrm>
              <a:off x="581222" y="4056153"/>
              <a:ext cx="60421" cy="90686"/>
            </a:xfrm>
            <a:custGeom>
              <a:avLst/>
              <a:gdLst>
                <a:gd name="csX0" fmla="*/ 30211 w 60421"/>
                <a:gd name="csY0" fmla="*/ 9367 h 90686"/>
                <a:gd name="csX1" fmla="*/ 16452 w 60421"/>
                <a:gd name="csY1" fmla="*/ 18383 h 90686"/>
                <a:gd name="csX2" fmla="*/ 11886 w 60421"/>
                <a:gd name="csY2" fmla="*/ 45374 h 90686"/>
                <a:gd name="csX3" fmla="*/ 16452 w 60421"/>
                <a:gd name="csY3" fmla="*/ 72358 h 90686"/>
                <a:gd name="csX4" fmla="*/ 30211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1 w 60421"/>
                <a:gd name="csY8" fmla="*/ 9367 h 90686"/>
                <a:gd name="csX9" fmla="*/ 30211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1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1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1" y="9367"/>
                  </a:moveTo>
                  <a:cubicBezTo>
                    <a:pt x="24122" y="9367"/>
                    <a:pt x="19536" y="12372"/>
                    <a:pt x="16452" y="18383"/>
                  </a:cubicBezTo>
                  <a:cubicBezTo>
                    <a:pt x="13408" y="24355"/>
                    <a:pt x="11886" y="33352"/>
                    <a:pt x="11886" y="45374"/>
                  </a:cubicBezTo>
                  <a:cubicBezTo>
                    <a:pt x="11886" y="57357"/>
                    <a:pt x="13408" y="66351"/>
                    <a:pt x="16452" y="72358"/>
                  </a:cubicBezTo>
                  <a:cubicBezTo>
                    <a:pt x="19536" y="78338"/>
                    <a:pt x="24122" y="81328"/>
                    <a:pt x="30211" y="81328"/>
                  </a:cubicBezTo>
                  <a:cubicBezTo>
                    <a:pt x="36339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9" y="9367"/>
                    <a:pt x="30211" y="9367"/>
                  </a:cubicBezTo>
                  <a:moveTo>
                    <a:pt x="30211" y="0"/>
                  </a:moveTo>
                  <a:cubicBezTo>
                    <a:pt x="40008" y="0"/>
                    <a:pt x="47482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2" y="86825"/>
                    <a:pt x="40008" y="90687"/>
                    <a:pt x="30211" y="90687"/>
                  </a:cubicBezTo>
                  <a:cubicBezTo>
                    <a:pt x="20414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39720EA3-83A3-0699-587E-F23AF3C69741}"/>
                </a:ext>
              </a:extLst>
            </p:cNvPr>
            <p:cNvSpPr/>
            <p:nvPr/>
          </p:nvSpPr>
          <p:spPr>
            <a:xfrm>
              <a:off x="662429" y="4130281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21A5DBE5-0272-26C4-BCC9-0977DDE27001}"/>
                </a:ext>
              </a:extLst>
            </p:cNvPr>
            <p:cNvSpPr/>
            <p:nvPr/>
          </p:nvSpPr>
          <p:spPr>
            <a:xfrm>
              <a:off x="696854" y="4056153"/>
              <a:ext cx="57552" cy="90686"/>
            </a:xfrm>
            <a:custGeom>
              <a:avLst/>
              <a:gdLst>
                <a:gd name="csX0" fmla="*/ 39521 w 57552"/>
                <a:gd name="csY0" fmla="*/ 41861 h 90686"/>
                <a:gd name="csX1" fmla="*/ 52752 w 57552"/>
                <a:gd name="csY1" fmla="*/ 49414 h 90686"/>
                <a:gd name="csX2" fmla="*/ 57553 w 57552"/>
                <a:gd name="csY2" fmla="*/ 63583 h 90686"/>
                <a:gd name="csX3" fmla="*/ 48653 w 57552"/>
                <a:gd name="csY3" fmla="*/ 83605 h 90686"/>
                <a:gd name="csX4" fmla="*/ 23360 w 57552"/>
                <a:gd name="csY4" fmla="*/ 90687 h 90686"/>
                <a:gd name="csX5" fmla="*/ 12002 w 57552"/>
                <a:gd name="csY5" fmla="*/ 89574 h 90686"/>
                <a:gd name="csX6" fmla="*/ 0 w 57552"/>
                <a:gd name="csY6" fmla="*/ 86353 h 90686"/>
                <a:gd name="csX7" fmla="*/ 0 w 57552"/>
                <a:gd name="csY7" fmla="*/ 74938 h 90686"/>
                <a:gd name="csX8" fmla="*/ 10773 w 57552"/>
                <a:gd name="csY8" fmla="*/ 79271 h 90686"/>
                <a:gd name="csX9" fmla="*/ 23010 w 57552"/>
                <a:gd name="csY9" fmla="*/ 80738 h 90686"/>
                <a:gd name="csX10" fmla="*/ 39931 w 57552"/>
                <a:gd name="csY10" fmla="*/ 76354 h 90686"/>
                <a:gd name="csX11" fmla="*/ 45785 w 57552"/>
                <a:gd name="csY11" fmla="*/ 63583 h 90686"/>
                <a:gd name="csX12" fmla="*/ 40340 w 57552"/>
                <a:gd name="csY12" fmla="*/ 51522 h 90686"/>
                <a:gd name="csX13" fmla="*/ 25293 w 57552"/>
                <a:gd name="csY13" fmla="*/ 47131 h 90686"/>
                <a:gd name="csX14" fmla="*/ 15105 w 57552"/>
                <a:gd name="csY14" fmla="*/ 47131 h 90686"/>
                <a:gd name="csX15" fmla="*/ 15105 w 57552"/>
                <a:gd name="csY15" fmla="*/ 37411 h 90686"/>
                <a:gd name="csX16" fmla="*/ 25762 w 57552"/>
                <a:gd name="csY16" fmla="*/ 37411 h 90686"/>
                <a:gd name="csX17" fmla="*/ 39109 w 57552"/>
                <a:gd name="csY17" fmla="*/ 33958 h 90686"/>
                <a:gd name="csX18" fmla="*/ 43736 w 57552"/>
                <a:gd name="csY18" fmla="*/ 23887 h 90686"/>
                <a:gd name="csX19" fmla="*/ 38934 w 57552"/>
                <a:gd name="csY19" fmla="*/ 13582 h 90686"/>
                <a:gd name="csX20" fmla="*/ 25293 w 57552"/>
                <a:gd name="csY20" fmla="*/ 9954 h 90686"/>
                <a:gd name="csX21" fmla="*/ 14872 w 57552"/>
                <a:gd name="csY21" fmla="*/ 11006 h 90686"/>
                <a:gd name="csX22" fmla="*/ 2635 w 57552"/>
                <a:gd name="csY22" fmla="*/ 14285 h 90686"/>
                <a:gd name="csX23" fmla="*/ 2635 w 57552"/>
                <a:gd name="csY23" fmla="*/ 3747 h 90686"/>
                <a:gd name="csX24" fmla="*/ 15223 w 57552"/>
                <a:gd name="csY24" fmla="*/ 936 h 90686"/>
                <a:gd name="csX25" fmla="*/ 26347 w 57552"/>
                <a:gd name="csY25" fmla="*/ 0 h 90686"/>
                <a:gd name="csX26" fmla="*/ 47658 w 57552"/>
                <a:gd name="csY26" fmla="*/ 6148 h 90686"/>
                <a:gd name="csX27" fmla="*/ 55504 w 57552"/>
                <a:gd name="csY27" fmla="*/ 22657 h 90686"/>
                <a:gd name="csX28" fmla="*/ 51346 w 57552"/>
                <a:gd name="csY28" fmla="*/ 34953 h 90686"/>
                <a:gd name="csX29" fmla="*/ 39521 w 57552"/>
                <a:gd name="csY29" fmla="*/ 41861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57552" h="90686">
                  <a:moveTo>
                    <a:pt x="39521" y="41861"/>
                  </a:moveTo>
                  <a:cubicBezTo>
                    <a:pt x="45180" y="43071"/>
                    <a:pt x="49590" y="45588"/>
                    <a:pt x="52752" y="49414"/>
                  </a:cubicBezTo>
                  <a:cubicBezTo>
                    <a:pt x="55953" y="53239"/>
                    <a:pt x="57553" y="57962"/>
                    <a:pt x="57553" y="63583"/>
                  </a:cubicBezTo>
                  <a:cubicBezTo>
                    <a:pt x="57553" y="72209"/>
                    <a:pt x="54586" y="78883"/>
                    <a:pt x="48653" y="83605"/>
                  </a:cubicBezTo>
                  <a:cubicBezTo>
                    <a:pt x="42720" y="88326"/>
                    <a:pt x="34289" y="90687"/>
                    <a:pt x="23360" y="90687"/>
                  </a:cubicBezTo>
                  <a:cubicBezTo>
                    <a:pt x="19691" y="90687"/>
                    <a:pt x="15905" y="90316"/>
                    <a:pt x="12002" y="89574"/>
                  </a:cubicBezTo>
                  <a:cubicBezTo>
                    <a:pt x="8139" y="88877"/>
                    <a:pt x="4138" y="87803"/>
                    <a:pt x="0" y="86353"/>
                  </a:cubicBezTo>
                  <a:lnTo>
                    <a:pt x="0" y="74938"/>
                  </a:lnTo>
                  <a:cubicBezTo>
                    <a:pt x="3279" y="76849"/>
                    <a:pt x="6870" y="78293"/>
                    <a:pt x="10773" y="79271"/>
                  </a:cubicBezTo>
                  <a:cubicBezTo>
                    <a:pt x="14676" y="80249"/>
                    <a:pt x="18755" y="80738"/>
                    <a:pt x="23010" y="80738"/>
                  </a:cubicBezTo>
                  <a:cubicBezTo>
                    <a:pt x="30426" y="80738"/>
                    <a:pt x="36066" y="79277"/>
                    <a:pt x="39931" y="76354"/>
                  </a:cubicBezTo>
                  <a:cubicBezTo>
                    <a:pt x="43834" y="73420"/>
                    <a:pt x="45785" y="69163"/>
                    <a:pt x="45785" y="63583"/>
                  </a:cubicBezTo>
                  <a:cubicBezTo>
                    <a:pt x="45785" y="58431"/>
                    <a:pt x="43970" y="54410"/>
                    <a:pt x="40340" y="51522"/>
                  </a:cubicBezTo>
                  <a:cubicBezTo>
                    <a:pt x="36749" y="48594"/>
                    <a:pt x="31733" y="47131"/>
                    <a:pt x="25293" y="47131"/>
                  </a:cubicBezTo>
                  <a:lnTo>
                    <a:pt x="15105" y="47131"/>
                  </a:lnTo>
                  <a:lnTo>
                    <a:pt x="15105" y="37411"/>
                  </a:lnTo>
                  <a:lnTo>
                    <a:pt x="25762" y="37411"/>
                  </a:lnTo>
                  <a:cubicBezTo>
                    <a:pt x="31577" y="37411"/>
                    <a:pt x="36026" y="36260"/>
                    <a:pt x="39109" y="33958"/>
                  </a:cubicBezTo>
                  <a:cubicBezTo>
                    <a:pt x="42194" y="31615"/>
                    <a:pt x="43736" y="28258"/>
                    <a:pt x="43736" y="23887"/>
                  </a:cubicBezTo>
                  <a:cubicBezTo>
                    <a:pt x="43736" y="19398"/>
                    <a:pt x="42136" y="15963"/>
                    <a:pt x="38934" y="13582"/>
                  </a:cubicBezTo>
                  <a:cubicBezTo>
                    <a:pt x="35773" y="11163"/>
                    <a:pt x="31226" y="9954"/>
                    <a:pt x="25293" y="9954"/>
                  </a:cubicBezTo>
                  <a:cubicBezTo>
                    <a:pt x="22053" y="9954"/>
                    <a:pt x="18580" y="10304"/>
                    <a:pt x="14872" y="11006"/>
                  </a:cubicBezTo>
                  <a:cubicBezTo>
                    <a:pt x="11164" y="11708"/>
                    <a:pt x="7085" y="12802"/>
                    <a:pt x="2635" y="14285"/>
                  </a:cubicBezTo>
                  <a:lnTo>
                    <a:pt x="2635" y="3747"/>
                  </a:lnTo>
                  <a:cubicBezTo>
                    <a:pt x="7124" y="2498"/>
                    <a:pt x="11320" y="1561"/>
                    <a:pt x="15223" y="936"/>
                  </a:cubicBezTo>
                  <a:cubicBezTo>
                    <a:pt x="19165" y="312"/>
                    <a:pt x="22873" y="0"/>
                    <a:pt x="26347" y="0"/>
                  </a:cubicBezTo>
                  <a:cubicBezTo>
                    <a:pt x="35324" y="0"/>
                    <a:pt x="42428" y="2049"/>
                    <a:pt x="47658" y="6148"/>
                  </a:cubicBezTo>
                  <a:cubicBezTo>
                    <a:pt x="52889" y="10207"/>
                    <a:pt x="55504" y="15710"/>
                    <a:pt x="55504" y="22657"/>
                  </a:cubicBezTo>
                  <a:cubicBezTo>
                    <a:pt x="55504" y="27498"/>
                    <a:pt x="54118" y="31596"/>
                    <a:pt x="51346" y="34953"/>
                  </a:cubicBezTo>
                  <a:cubicBezTo>
                    <a:pt x="48575" y="38270"/>
                    <a:pt x="44633" y="40573"/>
                    <a:pt x="39521" y="41861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D088E0EB-106B-F131-3D4E-588D364BF0C8}"/>
                </a:ext>
              </a:extLst>
            </p:cNvPr>
            <p:cNvSpPr/>
            <p:nvPr/>
          </p:nvSpPr>
          <p:spPr>
            <a:xfrm>
              <a:off x="771913" y="4056153"/>
              <a:ext cx="60421" cy="90686"/>
            </a:xfrm>
            <a:custGeom>
              <a:avLst/>
              <a:gdLst>
                <a:gd name="csX0" fmla="*/ 30210 w 60421"/>
                <a:gd name="csY0" fmla="*/ 9367 h 90686"/>
                <a:gd name="csX1" fmla="*/ 16452 w 60421"/>
                <a:gd name="csY1" fmla="*/ 18383 h 90686"/>
                <a:gd name="csX2" fmla="*/ 11884 w 60421"/>
                <a:gd name="csY2" fmla="*/ 45374 h 90686"/>
                <a:gd name="csX3" fmla="*/ 16452 w 60421"/>
                <a:gd name="csY3" fmla="*/ 72358 h 90686"/>
                <a:gd name="csX4" fmla="*/ 30210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0 w 60421"/>
                <a:gd name="csY8" fmla="*/ 9367 h 90686"/>
                <a:gd name="csX9" fmla="*/ 30210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0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0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0" y="9367"/>
                  </a:moveTo>
                  <a:cubicBezTo>
                    <a:pt x="24121" y="9367"/>
                    <a:pt x="19536" y="12372"/>
                    <a:pt x="16452" y="18383"/>
                  </a:cubicBezTo>
                  <a:cubicBezTo>
                    <a:pt x="13407" y="24355"/>
                    <a:pt x="11884" y="33352"/>
                    <a:pt x="11884" y="45374"/>
                  </a:cubicBezTo>
                  <a:cubicBezTo>
                    <a:pt x="11884" y="57357"/>
                    <a:pt x="13407" y="66351"/>
                    <a:pt x="16452" y="72358"/>
                  </a:cubicBezTo>
                  <a:cubicBezTo>
                    <a:pt x="19536" y="78338"/>
                    <a:pt x="24121" y="81328"/>
                    <a:pt x="30210" y="81328"/>
                  </a:cubicBezTo>
                  <a:cubicBezTo>
                    <a:pt x="36338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8" y="9367"/>
                    <a:pt x="30210" y="9367"/>
                  </a:cubicBezTo>
                  <a:moveTo>
                    <a:pt x="30210" y="0"/>
                  </a:moveTo>
                  <a:cubicBezTo>
                    <a:pt x="40008" y="0"/>
                    <a:pt x="47482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2" y="86825"/>
                    <a:pt x="40008" y="90687"/>
                    <a:pt x="30210" y="90687"/>
                  </a:cubicBezTo>
                  <a:cubicBezTo>
                    <a:pt x="20413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3B79DFCB-BD5D-695B-0CF6-48028E38163C}"/>
                </a:ext>
              </a:extLst>
            </p:cNvPr>
            <p:cNvSpPr/>
            <p:nvPr/>
          </p:nvSpPr>
          <p:spPr>
            <a:xfrm>
              <a:off x="848201" y="4056153"/>
              <a:ext cx="60421" cy="90686"/>
            </a:xfrm>
            <a:custGeom>
              <a:avLst/>
              <a:gdLst>
                <a:gd name="csX0" fmla="*/ 30210 w 60421"/>
                <a:gd name="csY0" fmla="*/ 9367 h 90686"/>
                <a:gd name="csX1" fmla="*/ 16452 w 60421"/>
                <a:gd name="csY1" fmla="*/ 18383 h 90686"/>
                <a:gd name="csX2" fmla="*/ 11884 w 60421"/>
                <a:gd name="csY2" fmla="*/ 45374 h 90686"/>
                <a:gd name="csX3" fmla="*/ 16452 w 60421"/>
                <a:gd name="csY3" fmla="*/ 72358 h 90686"/>
                <a:gd name="csX4" fmla="*/ 30210 w 60421"/>
                <a:gd name="csY4" fmla="*/ 81328 h 90686"/>
                <a:gd name="csX5" fmla="*/ 43969 w 60421"/>
                <a:gd name="csY5" fmla="*/ 72358 h 90686"/>
                <a:gd name="csX6" fmla="*/ 48594 w 60421"/>
                <a:gd name="csY6" fmla="*/ 45374 h 90686"/>
                <a:gd name="csX7" fmla="*/ 43969 w 60421"/>
                <a:gd name="csY7" fmla="*/ 18383 h 90686"/>
                <a:gd name="csX8" fmla="*/ 30210 w 60421"/>
                <a:gd name="csY8" fmla="*/ 9367 h 90686"/>
                <a:gd name="csX9" fmla="*/ 30210 w 60421"/>
                <a:gd name="csY9" fmla="*/ 0 h 90686"/>
                <a:gd name="csX10" fmla="*/ 52634 w 60421"/>
                <a:gd name="csY10" fmla="*/ 11650 h 90686"/>
                <a:gd name="csX11" fmla="*/ 60421 w 60421"/>
                <a:gd name="csY11" fmla="*/ 45374 h 90686"/>
                <a:gd name="csX12" fmla="*/ 52634 w 60421"/>
                <a:gd name="csY12" fmla="*/ 79102 h 90686"/>
                <a:gd name="csX13" fmla="*/ 30210 w 60421"/>
                <a:gd name="csY13" fmla="*/ 90687 h 90686"/>
                <a:gd name="csX14" fmla="*/ 7728 w 60421"/>
                <a:gd name="csY14" fmla="*/ 79102 h 90686"/>
                <a:gd name="csX15" fmla="*/ 0 w 60421"/>
                <a:gd name="csY15" fmla="*/ 45374 h 90686"/>
                <a:gd name="csX16" fmla="*/ 7728 w 60421"/>
                <a:gd name="csY16" fmla="*/ 11650 h 90686"/>
                <a:gd name="csX17" fmla="*/ 30210 w 60421"/>
                <a:gd name="csY17" fmla="*/ 0 h 90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6">
                  <a:moveTo>
                    <a:pt x="30210" y="9367"/>
                  </a:moveTo>
                  <a:cubicBezTo>
                    <a:pt x="24121" y="9367"/>
                    <a:pt x="19536" y="12372"/>
                    <a:pt x="16452" y="18383"/>
                  </a:cubicBezTo>
                  <a:cubicBezTo>
                    <a:pt x="13407" y="24355"/>
                    <a:pt x="11884" y="33352"/>
                    <a:pt x="11884" y="45374"/>
                  </a:cubicBezTo>
                  <a:cubicBezTo>
                    <a:pt x="11884" y="57357"/>
                    <a:pt x="13407" y="66351"/>
                    <a:pt x="16452" y="72358"/>
                  </a:cubicBezTo>
                  <a:cubicBezTo>
                    <a:pt x="19536" y="78338"/>
                    <a:pt x="24121" y="81328"/>
                    <a:pt x="30210" y="81328"/>
                  </a:cubicBezTo>
                  <a:cubicBezTo>
                    <a:pt x="36338" y="81328"/>
                    <a:pt x="40925" y="78338"/>
                    <a:pt x="43969" y="72358"/>
                  </a:cubicBezTo>
                  <a:cubicBezTo>
                    <a:pt x="47052" y="66351"/>
                    <a:pt x="48594" y="57357"/>
                    <a:pt x="48594" y="45374"/>
                  </a:cubicBezTo>
                  <a:cubicBezTo>
                    <a:pt x="48594" y="33352"/>
                    <a:pt x="47052" y="24355"/>
                    <a:pt x="43969" y="18383"/>
                  </a:cubicBezTo>
                  <a:cubicBezTo>
                    <a:pt x="40925" y="12372"/>
                    <a:pt x="36338" y="9367"/>
                    <a:pt x="30210" y="9367"/>
                  </a:cubicBezTo>
                  <a:moveTo>
                    <a:pt x="30210" y="0"/>
                  </a:moveTo>
                  <a:cubicBezTo>
                    <a:pt x="40006" y="0"/>
                    <a:pt x="47481" y="3883"/>
                    <a:pt x="52634" y="11650"/>
                  </a:cubicBezTo>
                  <a:cubicBezTo>
                    <a:pt x="57826" y="19378"/>
                    <a:pt x="60421" y="30619"/>
                    <a:pt x="60421" y="45374"/>
                  </a:cubicBezTo>
                  <a:cubicBezTo>
                    <a:pt x="60421" y="60092"/>
                    <a:pt x="57826" y="71335"/>
                    <a:pt x="52634" y="79102"/>
                  </a:cubicBezTo>
                  <a:cubicBezTo>
                    <a:pt x="47481" y="86825"/>
                    <a:pt x="40006" y="90687"/>
                    <a:pt x="30210" y="90687"/>
                  </a:cubicBezTo>
                  <a:cubicBezTo>
                    <a:pt x="20413" y="90687"/>
                    <a:pt x="12919" y="86825"/>
                    <a:pt x="7728" y="79102"/>
                  </a:cubicBezTo>
                  <a:cubicBezTo>
                    <a:pt x="2576" y="71335"/>
                    <a:pt x="0" y="60092"/>
                    <a:pt x="0" y="45374"/>
                  </a:cubicBezTo>
                  <a:cubicBezTo>
                    <a:pt x="0" y="30619"/>
                    <a:pt x="2576" y="19378"/>
                    <a:pt x="7728" y="11650"/>
                  </a:cubicBezTo>
                  <a:cubicBezTo>
                    <a:pt x="12919" y="3883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3E916313-DA88-C998-7829-6DCDB74A4ED6}"/>
                </a:ext>
              </a:extLst>
            </p:cNvPr>
            <p:cNvSpPr/>
            <p:nvPr/>
          </p:nvSpPr>
          <p:spPr>
            <a:xfrm>
              <a:off x="929757" y="4057733"/>
              <a:ext cx="52049" cy="87420"/>
            </a:xfrm>
            <a:custGeom>
              <a:avLst/>
              <a:gdLst>
                <a:gd name="csX0" fmla="*/ 1698 w 52049"/>
                <a:gd name="csY0" fmla="*/ 77455 h 87420"/>
                <a:gd name="csX1" fmla="*/ 21020 w 52049"/>
                <a:gd name="csY1" fmla="*/ 77455 h 87420"/>
                <a:gd name="csX2" fmla="*/ 21020 w 52049"/>
                <a:gd name="csY2" fmla="*/ 10773 h 87420"/>
                <a:gd name="csX3" fmla="*/ 0 w 52049"/>
                <a:gd name="csY3" fmla="*/ 14989 h 87420"/>
                <a:gd name="csX4" fmla="*/ 0 w 52049"/>
                <a:gd name="csY4" fmla="*/ 4215 h 87420"/>
                <a:gd name="csX5" fmla="*/ 20902 w 52049"/>
                <a:gd name="csY5" fmla="*/ 0 h 87420"/>
                <a:gd name="csX6" fmla="*/ 32729 w 52049"/>
                <a:gd name="csY6" fmla="*/ 0 h 87420"/>
                <a:gd name="csX7" fmla="*/ 32729 w 52049"/>
                <a:gd name="csY7" fmla="*/ 77455 h 87420"/>
                <a:gd name="csX8" fmla="*/ 52049 w 52049"/>
                <a:gd name="csY8" fmla="*/ 77455 h 87420"/>
                <a:gd name="csX9" fmla="*/ 52049 w 52049"/>
                <a:gd name="csY9" fmla="*/ 87420 h 87420"/>
                <a:gd name="csX10" fmla="*/ 1698 w 52049"/>
                <a:gd name="csY10" fmla="*/ 87420 h 87420"/>
                <a:gd name="csX11" fmla="*/ 1698 w 52049"/>
                <a:gd name="csY11" fmla="*/ 77455 h 87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20">
                  <a:moveTo>
                    <a:pt x="1698" y="77455"/>
                  </a:moveTo>
                  <a:lnTo>
                    <a:pt x="21020" y="77455"/>
                  </a:lnTo>
                  <a:lnTo>
                    <a:pt x="21020" y="10773"/>
                  </a:lnTo>
                  <a:lnTo>
                    <a:pt x="0" y="14989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5"/>
                  </a:lnTo>
                  <a:lnTo>
                    <a:pt x="52049" y="77455"/>
                  </a:lnTo>
                  <a:lnTo>
                    <a:pt x="52049" y="87420"/>
                  </a:lnTo>
                  <a:lnTo>
                    <a:pt x="1698" y="87420"/>
                  </a:lnTo>
                  <a:lnTo>
                    <a:pt x="1698" y="77455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E9F617E9-BE20-3125-FA81-41F6F91FFFAF}"/>
                </a:ext>
              </a:extLst>
            </p:cNvPr>
            <p:cNvSpPr/>
            <p:nvPr/>
          </p:nvSpPr>
          <p:spPr>
            <a:xfrm>
              <a:off x="581222" y="3378760"/>
              <a:ext cx="60421" cy="90691"/>
            </a:xfrm>
            <a:custGeom>
              <a:avLst/>
              <a:gdLst>
                <a:gd name="csX0" fmla="*/ 30211 w 60421"/>
                <a:gd name="csY0" fmla="*/ 9368 h 90691"/>
                <a:gd name="csX1" fmla="*/ 16452 w 60421"/>
                <a:gd name="csY1" fmla="*/ 18384 h 90691"/>
                <a:gd name="csX2" fmla="*/ 11886 w 60421"/>
                <a:gd name="csY2" fmla="*/ 45375 h 90691"/>
                <a:gd name="csX3" fmla="*/ 16452 w 60421"/>
                <a:gd name="csY3" fmla="*/ 72366 h 90691"/>
                <a:gd name="csX4" fmla="*/ 30211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1 w 60421"/>
                <a:gd name="csY8" fmla="*/ 9368 h 90691"/>
                <a:gd name="csX9" fmla="*/ 30211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1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1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1" y="9368"/>
                  </a:moveTo>
                  <a:cubicBezTo>
                    <a:pt x="24122" y="9368"/>
                    <a:pt x="19536" y="12374"/>
                    <a:pt x="16452" y="18384"/>
                  </a:cubicBezTo>
                  <a:cubicBezTo>
                    <a:pt x="13408" y="24357"/>
                    <a:pt x="11886" y="33354"/>
                    <a:pt x="11886" y="45375"/>
                  </a:cubicBezTo>
                  <a:cubicBezTo>
                    <a:pt x="11886" y="57358"/>
                    <a:pt x="13408" y="66355"/>
                    <a:pt x="16452" y="72366"/>
                  </a:cubicBezTo>
                  <a:cubicBezTo>
                    <a:pt x="19536" y="78337"/>
                    <a:pt x="24122" y="81323"/>
                    <a:pt x="30211" y="81323"/>
                  </a:cubicBezTo>
                  <a:cubicBezTo>
                    <a:pt x="36339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9" y="9368"/>
                    <a:pt x="30211" y="936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7"/>
                    <a:pt x="40008" y="90691"/>
                    <a:pt x="30211" y="90691"/>
                  </a:cubicBezTo>
                  <a:cubicBezTo>
                    <a:pt x="20414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31695EF0-45FB-BB51-1727-910A94FCA0EC}"/>
                </a:ext>
              </a:extLst>
            </p:cNvPr>
            <p:cNvSpPr/>
            <p:nvPr/>
          </p:nvSpPr>
          <p:spPr>
            <a:xfrm>
              <a:off x="662429" y="3452881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69D9DB6B-2F1A-8141-E2F2-CDF930327D20}"/>
                </a:ext>
              </a:extLst>
            </p:cNvPr>
            <p:cNvSpPr/>
            <p:nvPr/>
          </p:nvSpPr>
          <p:spPr>
            <a:xfrm>
              <a:off x="696094" y="3378760"/>
              <a:ext cx="60362" cy="90691"/>
            </a:xfrm>
            <a:custGeom>
              <a:avLst/>
              <a:gdLst>
                <a:gd name="csX0" fmla="*/ 31206 w 60362"/>
                <a:gd name="csY0" fmla="*/ 40575 h 90691"/>
                <a:gd name="csX1" fmla="*/ 18560 w 60362"/>
                <a:gd name="csY1" fmla="*/ 46019 h 90691"/>
                <a:gd name="csX2" fmla="*/ 13935 w 60362"/>
                <a:gd name="csY2" fmla="*/ 60949 h 90691"/>
                <a:gd name="csX3" fmla="*/ 18560 w 60362"/>
                <a:gd name="csY3" fmla="*/ 75878 h 90691"/>
                <a:gd name="csX4" fmla="*/ 31206 w 60362"/>
                <a:gd name="csY4" fmla="*/ 81323 h 90691"/>
                <a:gd name="csX5" fmla="*/ 43794 w 60362"/>
                <a:gd name="csY5" fmla="*/ 75878 h 90691"/>
                <a:gd name="csX6" fmla="*/ 48478 w 60362"/>
                <a:gd name="csY6" fmla="*/ 60949 h 90691"/>
                <a:gd name="csX7" fmla="*/ 43794 w 60362"/>
                <a:gd name="csY7" fmla="*/ 46019 h 90691"/>
                <a:gd name="csX8" fmla="*/ 31206 w 60362"/>
                <a:gd name="csY8" fmla="*/ 40575 h 90691"/>
                <a:gd name="csX9" fmla="*/ 54683 w 60362"/>
                <a:gd name="csY9" fmla="*/ 3514 h 90691"/>
                <a:gd name="csX10" fmla="*/ 54683 w 60362"/>
                <a:gd name="csY10" fmla="*/ 14287 h 90691"/>
                <a:gd name="csX11" fmla="*/ 45667 w 60362"/>
                <a:gd name="csY11" fmla="*/ 11066 h 90691"/>
                <a:gd name="csX12" fmla="*/ 36710 w 60362"/>
                <a:gd name="csY12" fmla="*/ 9953 h 90691"/>
                <a:gd name="csX13" fmla="*/ 18794 w 60362"/>
                <a:gd name="csY13" fmla="*/ 17858 h 90691"/>
                <a:gd name="csX14" fmla="*/ 11768 w 60362"/>
                <a:gd name="csY14" fmla="*/ 41745 h 90691"/>
                <a:gd name="csX15" fmla="*/ 20433 w 60362"/>
                <a:gd name="csY15" fmla="*/ 33958 h 90691"/>
                <a:gd name="csX16" fmla="*/ 31908 w 60362"/>
                <a:gd name="csY16" fmla="*/ 31206 h 90691"/>
                <a:gd name="csX17" fmla="*/ 52693 w 60362"/>
                <a:gd name="csY17" fmla="*/ 39227 h 90691"/>
                <a:gd name="csX18" fmla="*/ 60362 w 60362"/>
                <a:gd name="csY18" fmla="*/ 60949 h 90691"/>
                <a:gd name="csX19" fmla="*/ 52400 w 60362"/>
                <a:gd name="csY19" fmla="*/ 82552 h 90691"/>
                <a:gd name="csX20" fmla="*/ 31206 w 60362"/>
                <a:gd name="csY20" fmla="*/ 90691 h 90691"/>
                <a:gd name="csX21" fmla="*/ 8021 w 60362"/>
                <a:gd name="csY21" fmla="*/ 79099 h 90691"/>
                <a:gd name="csX22" fmla="*/ 0 w 60362"/>
                <a:gd name="csY22" fmla="*/ 45375 h 90691"/>
                <a:gd name="csX23" fmla="*/ 9836 w 60362"/>
                <a:gd name="csY23" fmla="*/ 12355 h 90691"/>
                <a:gd name="csX24" fmla="*/ 36241 w 60362"/>
                <a:gd name="csY24" fmla="*/ 0 h 90691"/>
                <a:gd name="csX25" fmla="*/ 45198 w 60362"/>
                <a:gd name="csY25" fmla="*/ 878 h 90691"/>
                <a:gd name="csX26" fmla="*/ 54683 w 60362"/>
                <a:gd name="csY26" fmla="*/ 3514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62" h="90691">
                  <a:moveTo>
                    <a:pt x="31206" y="40575"/>
                  </a:moveTo>
                  <a:cubicBezTo>
                    <a:pt x="25897" y="40575"/>
                    <a:pt x="21682" y="42390"/>
                    <a:pt x="18560" y="46019"/>
                  </a:cubicBezTo>
                  <a:cubicBezTo>
                    <a:pt x="15476" y="49649"/>
                    <a:pt x="13935" y="54626"/>
                    <a:pt x="13935" y="60949"/>
                  </a:cubicBezTo>
                  <a:cubicBezTo>
                    <a:pt x="13935" y="67233"/>
                    <a:pt x="15476" y="72209"/>
                    <a:pt x="18560" y="75878"/>
                  </a:cubicBezTo>
                  <a:cubicBezTo>
                    <a:pt x="21682" y="79508"/>
                    <a:pt x="25897" y="81323"/>
                    <a:pt x="31206" y="81323"/>
                  </a:cubicBezTo>
                  <a:cubicBezTo>
                    <a:pt x="36514" y="81323"/>
                    <a:pt x="40710" y="79508"/>
                    <a:pt x="43794" y="75878"/>
                  </a:cubicBezTo>
                  <a:cubicBezTo>
                    <a:pt x="46916" y="72209"/>
                    <a:pt x="48478" y="67233"/>
                    <a:pt x="48478" y="60949"/>
                  </a:cubicBezTo>
                  <a:cubicBezTo>
                    <a:pt x="48478" y="54626"/>
                    <a:pt x="46916" y="49649"/>
                    <a:pt x="43794" y="46019"/>
                  </a:cubicBezTo>
                  <a:cubicBezTo>
                    <a:pt x="40710" y="42390"/>
                    <a:pt x="36514" y="40575"/>
                    <a:pt x="31206" y="40575"/>
                  </a:cubicBezTo>
                  <a:moveTo>
                    <a:pt x="54683" y="3514"/>
                  </a:moveTo>
                  <a:lnTo>
                    <a:pt x="54683" y="14287"/>
                  </a:lnTo>
                  <a:cubicBezTo>
                    <a:pt x="51716" y="12882"/>
                    <a:pt x="48711" y="11808"/>
                    <a:pt x="45667" y="11066"/>
                  </a:cubicBezTo>
                  <a:cubicBezTo>
                    <a:pt x="42661" y="10324"/>
                    <a:pt x="39675" y="9953"/>
                    <a:pt x="36710" y="9953"/>
                  </a:cubicBezTo>
                  <a:cubicBezTo>
                    <a:pt x="28903" y="9953"/>
                    <a:pt x="22931" y="12588"/>
                    <a:pt x="18794" y="17858"/>
                  </a:cubicBezTo>
                  <a:cubicBezTo>
                    <a:pt x="14696" y="23127"/>
                    <a:pt x="12354" y="31089"/>
                    <a:pt x="11768" y="41745"/>
                  </a:cubicBezTo>
                  <a:cubicBezTo>
                    <a:pt x="14071" y="38349"/>
                    <a:pt x="16960" y="35753"/>
                    <a:pt x="20433" y="33958"/>
                  </a:cubicBezTo>
                  <a:cubicBezTo>
                    <a:pt x="23907" y="32123"/>
                    <a:pt x="27732" y="31206"/>
                    <a:pt x="31908" y="31206"/>
                  </a:cubicBezTo>
                  <a:cubicBezTo>
                    <a:pt x="40690" y="31206"/>
                    <a:pt x="47619" y="33880"/>
                    <a:pt x="52693" y="39227"/>
                  </a:cubicBezTo>
                  <a:cubicBezTo>
                    <a:pt x="57806" y="44536"/>
                    <a:pt x="60362" y="51776"/>
                    <a:pt x="60362" y="60949"/>
                  </a:cubicBezTo>
                  <a:cubicBezTo>
                    <a:pt x="60362" y="69926"/>
                    <a:pt x="57708" y="77127"/>
                    <a:pt x="52400" y="82552"/>
                  </a:cubicBezTo>
                  <a:cubicBezTo>
                    <a:pt x="47092" y="87978"/>
                    <a:pt x="40027" y="90691"/>
                    <a:pt x="31206" y="90691"/>
                  </a:cubicBezTo>
                  <a:cubicBezTo>
                    <a:pt x="21097" y="90691"/>
                    <a:pt x="13369" y="86827"/>
                    <a:pt x="8021" y="79099"/>
                  </a:cubicBezTo>
                  <a:cubicBezTo>
                    <a:pt x="2674" y="71331"/>
                    <a:pt x="0" y="60090"/>
                    <a:pt x="0" y="45375"/>
                  </a:cubicBezTo>
                  <a:cubicBezTo>
                    <a:pt x="0" y="31558"/>
                    <a:pt x="3279" y="20551"/>
                    <a:pt x="9836" y="12355"/>
                  </a:cubicBezTo>
                  <a:cubicBezTo>
                    <a:pt x="16393" y="4118"/>
                    <a:pt x="25194" y="0"/>
                    <a:pt x="36241" y="0"/>
                  </a:cubicBezTo>
                  <a:cubicBezTo>
                    <a:pt x="39208" y="0"/>
                    <a:pt x="42193" y="293"/>
                    <a:pt x="45198" y="878"/>
                  </a:cubicBezTo>
                  <a:cubicBezTo>
                    <a:pt x="48243" y="1464"/>
                    <a:pt x="51405" y="2343"/>
                    <a:pt x="54683" y="3514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F6140EE6-DFA2-86D1-36D5-DEAEFE10371E}"/>
                </a:ext>
              </a:extLst>
            </p:cNvPr>
            <p:cNvSpPr/>
            <p:nvPr/>
          </p:nvSpPr>
          <p:spPr>
            <a:xfrm>
              <a:off x="771913" y="3378760"/>
              <a:ext cx="60421" cy="90691"/>
            </a:xfrm>
            <a:custGeom>
              <a:avLst/>
              <a:gdLst>
                <a:gd name="csX0" fmla="*/ 30210 w 60421"/>
                <a:gd name="csY0" fmla="*/ 9368 h 90691"/>
                <a:gd name="csX1" fmla="*/ 16452 w 60421"/>
                <a:gd name="csY1" fmla="*/ 18384 h 90691"/>
                <a:gd name="csX2" fmla="*/ 11884 w 60421"/>
                <a:gd name="csY2" fmla="*/ 45375 h 90691"/>
                <a:gd name="csX3" fmla="*/ 16452 w 60421"/>
                <a:gd name="csY3" fmla="*/ 72366 h 90691"/>
                <a:gd name="csX4" fmla="*/ 30210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0 w 60421"/>
                <a:gd name="csY8" fmla="*/ 9368 h 90691"/>
                <a:gd name="csX9" fmla="*/ 30210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0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0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7"/>
                    <a:pt x="11884" y="33354"/>
                    <a:pt x="11884" y="45375"/>
                  </a:cubicBezTo>
                  <a:cubicBezTo>
                    <a:pt x="11884" y="57358"/>
                    <a:pt x="13407" y="66355"/>
                    <a:pt x="16452" y="72366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7"/>
                    <a:pt x="40008" y="90691"/>
                    <a:pt x="30210" y="90691"/>
                  </a:cubicBezTo>
                  <a:cubicBezTo>
                    <a:pt x="20413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E5E6FBCE-2B13-79AE-BC8C-E51F479D6E95}"/>
                </a:ext>
              </a:extLst>
            </p:cNvPr>
            <p:cNvSpPr/>
            <p:nvPr/>
          </p:nvSpPr>
          <p:spPr>
            <a:xfrm>
              <a:off x="848201" y="3378760"/>
              <a:ext cx="60421" cy="90691"/>
            </a:xfrm>
            <a:custGeom>
              <a:avLst/>
              <a:gdLst>
                <a:gd name="csX0" fmla="*/ 30210 w 60421"/>
                <a:gd name="csY0" fmla="*/ 9368 h 90691"/>
                <a:gd name="csX1" fmla="*/ 16452 w 60421"/>
                <a:gd name="csY1" fmla="*/ 18384 h 90691"/>
                <a:gd name="csX2" fmla="*/ 11884 w 60421"/>
                <a:gd name="csY2" fmla="*/ 45375 h 90691"/>
                <a:gd name="csX3" fmla="*/ 16452 w 60421"/>
                <a:gd name="csY3" fmla="*/ 72366 h 90691"/>
                <a:gd name="csX4" fmla="*/ 30210 w 60421"/>
                <a:gd name="csY4" fmla="*/ 81323 h 90691"/>
                <a:gd name="csX5" fmla="*/ 43969 w 60421"/>
                <a:gd name="csY5" fmla="*/ 72366 h 90691"/>
                <a:gd name="csX6" fmla="*/ 48594 w 60421"/>
                <a:gd name="csY6" fmla="*/ 45375 h 90691"/>
                <a:gd name="csX7" fmla="*/ 43969 w 60421"/>
                <a:gd name="csY7" fmla="*/ 18384 h 90691"/>
                <a:gd name="csX8" fmla="*/ 30210 w 60421"/>
                <a:gd name="csY8" fmla="*/ 9368 h 90691"/>
                <a:gd name="csX9" fmla="*/ 30210 w 60421"/>
                <a:gd name="csY9" fmla="*/ 0 h 90691"/>
                <a:gd name="csX10" fmla="*/ 52634 w 60421"/>
                <a:gd name="csY10" fmla="*/ 11652 h 90691"/>
                <a:gd name="csX11" fmla="*/ 60421 w 60421"/>
                <a:gd name="csY11" fmla="*/ 45375 h 90691"/>
                <a:gd name="csX12" fmla="*/ 52634 w 60421"/>
                <a:gd name="csY12" fmla="*/ 79099 h 90691"/>
                <a:gd name="csX13" fmla="*/ 30210 w 60421"/>
                <a:gd name="csY13" fmla="*/ 90691 h 90691"/>
                <a:gd name="csX14" fmla="*/ 7728 w 60421"/>
                <a:gd name="csY14" fmla="*/ 79099 h 90691"/>
                <a:gd name="csX15" fmla="*/ 0 w 60421"/>
                <a:gd name="csY15" fmla="*/ 45375 h 90691"/>
                <a:gd name="csX16" fmla="*/ 7728 w 60421"/>
                <a:gd name="csY16" fmla="*/ 11652 h 90691"/>
                <a:gd name="csX17" fmla="*/ 30210 w 60421"/>
                <a:gd name="csY17" fmla="*/ 0 h 90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91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7"/>
                    <a:pt x="11884" y="33354"/>
                    <a:pt x="11884" y="45375"/>
                  </a:cubicBezTo>
                  <a:cubicBezTo>
                    <a:pt x="11884" y="57358"/>
                    <a:pt x="13407" y="66355"/>
                    <a:pt x="16452" y="72366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6"/>
                  </a:cubicBezTo>
                  <a:cubicBezTo>
                    <a:pt x="47052" y="66355"/>
                    <a:pt x="48594" y="57358"/>
                    <a:pt x="48594" y="45375"/>
                  </a:cubicBezTo>
                  <a:cubicBezTo>
                    <a:pt x="48594" y="33354"/>
                    <a:pt x="47052" y="24357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7"/>
                    <a:pt x="40006" y="90691"/>
                    <a:pt x="30210" y="90691"/>
                  </a:cubicBezTo>
                  <a:cubicBezTo>
                    <a:pt x="20413" y="90691"/>
                    <a:pt x="12919" y="86827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32C492F8-A492-F944-3370-4A782575D410}"/>
                </a:ext>
              </a:extLst>
            </p:cNvPr>
            <p:cNvSpPr/>
            <p:nvPr/>
          </p:nvSpPr>
          <p:spPr>
            <a:xfrm>
              <a:off x="929757" y="3380342"/>
              <a:ext cx="52049" cy="87411"/>
            </a:xfrm>
            <a:custGeom>
              <a:avLst/>
              <a:gdLst>
                <a:gd name="csX0" fmla="*/ 1698 w 52049"/>
                <a:gd name="csY0" fmla="*/ 77458 h 87411"/>
                <a:gd name="csX1" fmla="*/ 21020 w 52049"/>
                <a:gd name="csY1" fmla="*/ 77458 h 87411"/>
                <a:gd name="csX2" fmla="*/ 21020 w 52049"/>
                <a:gd name="csY2" fmla="*/ 10773 h 87411"/>
                <a:gd name="csX3" fmla="*/ 0 w 52049"/>
                <a:gd name="csY3" fmla="*/ 14988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58 h 87411"/>
                <a:gd name="csX8" fmla="*/ 52049 w 52049"/>
                <a:gd name="csY8" fmla="*/ 77458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58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58"/>
                  </a:moveTo>
                  <a:lnTo>
                    <a:pt x="21020" y="77458"/>
                  </a:lnTo>
                  <a:lnTo>
                    <a:pt x="21020" y="10773"/>
                  </a:lnTo>
                  <a:lnTo>
                    <a:pt x="0" y="14988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8"/>
                  </a:lnTo>
                  <a:lnTo>
                    <a:pt x="52049" y="77458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58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FA5BBA45-3B41-90C0-FA67-BC71EC80FBD5}"/>
                </a:ext>
              </a:extLst>
            </p:cNvPr>
            <p:cNvSpPr/>
            <p:nvPr/>
          </p:nvSpPr>
          <p:spPr>
            <a:xfrm>
              <a:off x="581222" y="2701368"/>
              <a:ext cx="60421" cy="90689"/>
            </a:xfrm>
            <a:custGeom>
              <a:avLst/>
              <a:gdLst>
                <a:gd name="csX0" fmla="*/ 30211 w 60421"/>
                <a:gd name="csY0" fmla="*/ 9368 h 90689"/>
                <a:gd name="csX1" fmla="*/ 16452 w 60421"/>
                <a:gd name="csY1" fmla="*/ 18384 h 90689"/>
                <a:gd name="csX2" fmla="*/ 11886 w 60421"/>
                <a:gd name="csY2" fmla="*/ 45375 h 90689"/>
                <a:gd name="csX3" fmla="*/ 16452 w 60421"/>
                <a:gd name="csY3" fmla="*/ 72364 h 90689"/>
                <a:gd name="csX4" fmla="*/ 30211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1 w 60421"/>
                <a:gd name="csY8" fmla="*/ 9368 h 90689"/>
                <a:gd name="csX9" fmla="*/ 30211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1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1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1" y="9368"/>
                  </a:moveTo>
                  <a:cubicBezTo>
                    <a:pt x="24122" y="9368"/>
                    <a:pt x="19536" y="12374"/>
                    <a:pt x="16452" y="18384"/>
                  </a:cubicBezTo>
                  <a:cubicBezTo>
                    <a:pt x="13408" y="24356"/>
                    <a:pt x="11886" y="33353"/>
                    <a:pt x="11886" y="45375"/>
                  </a:cubicBezTo>
                  <a:cubicBezTo>
                    <a:pt x="11886" y="57357"/>
                    <a:pt x="13408" y="66354"/>
                    <a:pt x="16452" y="72364"/>
                  </a:cubicBezTo>
                  <a:cubicBezTo>
                    <a:pt x="19536" y="78337"/>
                    <a:pt x="24122" y="81323"/>
                    <a:pt x="30211" y="81323"/>
                  </a:cubicBezTo>
                  <a:cubicBezTo>
                    <a:pt x="36339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9" y="9368"/>
                    <a:pt x="30211" y="9368"/>
                  </a:cubicBezTo>
                  <a:moveTo>
                    <a:pt x="30211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6"/>
                    <a:pt x="40008" y="90690"/>
                    <a:pt x="30211" y="90690"/>
                  </a:cubicBezTo>
                  <a:cubicBezTo>
                    <a:pt x="20414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4" y="0"/>
                    <a:pt x="30211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1F5FBAFC-E38E-1055-C389-198AA7C0684F}"/>
                </a:ext>
              </a:extLst>
            </p:cNvPr>
            <p:cNvSpPr/>
            <p:nvPr/>
          </p:nvSpPr>
          <p:spPr>
            <a:xfrm>
              <a:off x="662429" y="2775490"/>
              <a:ext cx="12352" cy="14872"/>
            </a:xfrm>
            <a:custGeom>
              <a:avLst/>
              <a:gdLst>
                <a:gd name="csX0" fmla="*/ 0 w 12352"/>
                <a:gd name="csY0" fmla="*/ 0 h 14872"/>
                <a:gd name="csX1" fmla="*/ 12353 w 12352"/>
                <a:gd name="csY1" fmla="*/ 0 h 14872"/>
                <a:gd name="csX2" fmla="*/ 12353 w 12352"/>
                <a:gd name="csY2" fmla="*/ 14872 h 14872"/>
                <a:gd name="csX3" fmla="*/ 0 w 12352"/>
                <a:gd name="csY3" fmla="*/ 14872 h 14872"/>
                <a:gd name="csX4" fmla="*/ 0 w 12352"/>
                <a:gd name="csY4" fmla="*/ 0 h 14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2352" h="14872">
                  <a:moveTo>
                    <a:pt x="0" y="0"/>
                  </a:moveTo>
                  <a:lnTo>
                    <a:pt x="12353" y="0"/>
                  </a:lnTo>
                  <a:lnTo>
                    <a:pt x="12353" y="14872"/>
                  </a:lnTo>
                  <a:lnTo>
                    <a:pt x="0" y="14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CE26B7AD-D276-58F7-1075-3DFD5C6B7191}"/>
                </a:ext>
              </a:extLst>
            </p:cNvPr>
            <p:cNvSpPr/>
            <p:nvPr/>
          </p:nvSpPr>
          <p:spPr>
            <a:xfrm>
              <a:off x="695274" y="2701368"/>
              <a:ext cx="60303" cy="90689"/>
            </a:xfrm>
            <a:custGeom>
              <a:avLst/>
              <a:gdLst>
                <a:gd name="csX0" fmla="*/ 5620 w 60303"/>
                <a:gd name="csY0" fmla="*/ 87178 h 90689"/>
                <a:gd name="csX1" fmla="*/ 5620 w 60303"/>
                <a:gd name="csY1" fmla="*/ 76404 h 90689"/>
                <a:gd name="csX2" fmla="*/ 14636 w 60303"/>
                <a:gd name="csY2" fmla="*/ 79625 h 90689"/>
                <a:gd name="csX3" fmla="*/ 23595 w 60303"/>
                <a:gd name="csY3" fmla="*/ 80738 h 90689"/>
                <a:gd name="csX4" fmla="*/ 41452 w 60303"/>
                <a:gd name="csY4" fmla="*/ 72892 h 90689"/>
                <a:gd name="csX5" fmla="*/ 48535 w 60303"/>
                <a:gd name="csY5" fmla="*/ 48947 h 90689"/>
                <a:gd name="csX6" fmla="*/ 39929 w 60303"/>
                <a:gd name="csY6" fmla="*/ 56674 h 90689"/>
                <a:gd name="csX7" fmla="*/ 28395 w 60303"/>
                <a:gd name="csY7" fmla="*/ 59367 h 90689"/>
                <a:gd name="csX8" fmla="*/ 7611 w 60303"/>
                <a:gd name="csY8" fmla="*/ 51464 h 90689"/>
                <a:gd name="csX9" fmla="*/ 0 w 60303"/>
                <a:gd name="csY9" fmla="*/ 29743 h 90689"/>
                <a:gd name="csX10" fmla="*/ 7962 w 60303"/>
                <a:gd name="csY10" fmla="*/ 8138 h 90689"/>
                <a:gd name="csX11" fmla="*/ 29156 w 60303"/>
                <a:gd name="csY11" fmla="*/ 0 h 90689"/>
                <a:gd name="csX12" fmla="*/ 52282 w 60303"/>
                <a:gd name="csY12" fmla="*/ 11652 h 90689"/>
                <a:gd name="csX13" fmla="*/ 60303 w 60303"/>
                <a:gd name="csY13" fmla="*/ 45375 h 90689"/>
                <a:gd name="csX14" fmla="*/ 50468 w 60303"/>
                <a:gd name="csY14" fmla="*/ 78396 h 90689"/>
                <a:gd name="csX15" fmla="*/ 24121 w 60303"/>
                <a:gd name="csY15" fmla="*/ 90690 h 90689"/>
                <a:gd name="csX16" fmla="*/ 15105 w 60303"/>
                <a:gd name="csY16" fmla="*/ 89813 h 90689"/>
                <a:gd name="csX17" fmla="*/ 5620 w 60303"/>
                <a:gd name="csY17" fmla="*/ 87178 h 90689"/>
                <a:gd name="csX18" fmla="*/ 29156 w 60303"/>
                <a:gd name="csY18" fmla="*/ 50117 h 90689"/>
                <a:gd name="csX19" fmla="*/ 41743 w 60303"/>
                <a:gd name="csY19" fmla="*/ 44672 h 90689"/>
                <a:gd name="csX20" fmla="*/ 46427 w 60303"/>
                <a:gd name="csY20" fmla="*/ 29743 h 90689"/>
                <a:gd name="csX21" fmla="*/ 41743 w 60303"/>
                <a:gd name="csY21" fmla="*/ 14870 h 90689"/>
                <a:gd name="csX22" fmla="*/ 29156 w 60303"/>
                <a:gd name="csY22" fmla="*/ 9368 h 90689"/>
                <a:gd name="csX23" fmla="*/ 16509 w 60303"/>
                <a:gd name="csY23" fmla="*/ 14870 h 90689"/>
                <a:gd name="csX24" fmla="*/ 11884 w 60303"/>
                <a:gd name="csY24" fmla="*/ 29743 h 90689"/>
                <a:gd name="csX25" fmla="*/ 16509 w 60303"/>
                <a:gd name="csY25" fmla="*/ 44672 h 90689"/>
                <a:gd name="csX26" fmla="*/ 29156 w 60303"/>
                <a:gd name="csY26" fmla="*/ 50117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303" h="90689">
                  <a:moveTo>
                    <a:pt x="5620" y="87178"/>
                  </a:moveTo>
                  <a:lnTo>
                    <a:pt x="5620" y="76404"/>
                  </a:lnTo>
                  <a:cubicBezTo>
                    <a:pt x="8587" y="77810"/>
                    <a:pt x="11592" y="78883"/>
                    <a:pt x="14636" y="79625"/>
                  </a:cubicBezTo>
                  <a:cubicBezTo>
                    <a:pt x="17681" y="80367"/>
                    <a:pt x="20668" y="80738"/>
                    <a:pt x="23595" y="80738"/>
                  </a:cubicBezTo>
                  <a:cubicBezTo>
                    <a:pt x="31401" y="80738"/>
                    <a:pt x="37353" y="78123"/>
                    <a:pt x="41452" y="72892"/>
                  </a:cubicBezTo>
                  <a:cubicBezTo>
                    <a:pt x="45588" y="67623"/>
                    <a:pt x="47950" y="59642"/>
                    <a:pt x="48535" y="48947"/>
                  </a:cubicBezTo>
                  <a:cubicBezTo>
                    <a:pt x="46271" y="52303"/>
                    <a:pt x="43402" y="54879"/>
                    <a:pt x="39929" y="56674"/>
                  </a:cubicBezTo>
                  <a:cubicBezTo>
                    <a:pt x="36455" y="58470"/>
                    <a:pt x="32611" y="59367"/>
                    <a:pt x="28395" y="59367"/>
                  </a:cubicBezTo>
                  <a:cubicBezTo>
                    <a:pt x="19652" y="59367"/>
                    <a:pt x="12724" y="56733"/>
                    <a:pt x="7611" y="51464"/>
                  </a:cubicBezTo>
                  <a:cubicBezTo>
                    <a:pt x="2537" y="46156"/>
                    <a:pt x="0" y="38916"/>
                    <a:pt x="0" y="29743"/>
                  </a:cubicBezTo>
                  <a:cubicBezTo>
                    <a:pt x="0" y="20765"/>
                    <a:pt x="2654" y="13564"/>
                    <a:pt x="7962" y="8138"/>
                  </a:cubicBezTo>
                  <a:cubicBezTo>
                    <a:pt x="13270" y="2713"/>
                    <a:pt x="20335" y="0"/>
                    <a:pt x="29156" y="0"/>
                  </a:cubicBezTo>
                  <a:cubicBezTo>
                    <a:pt x="39265" y="0"/>
                    <a:pt x="46974" y="3884"/>
                    <a:pt x="52282" y="11652"/>
                  </a:cubicBezTo>
                  <a:cubicBezTo>
                    <a:pt x="57629" y="19380"/>
                    <a:pt x="60303" y="30621"/>
                    <a:pt x="60303" y="45375"/>
                  </a:cubicBezTo>
                  <a:cubicBezTo>
                    <a:pt x="60303" y="59154"/>
                    <a:pt x="57025" y="70161"/>
                    <a:pt x="50468" y="78396"/>
                  </a:cubicBezTo>
                  <a:cubicBezTo>
                    <a:pt x="43949" y="86592"/>
                    <a:pt x="35167" y="90690"/>
                    <a:pt x="24121" y="90690"/>
                  </a:cubicBezTo>
                  <a:cubicBezTo>
                    <a:pt x="21154" y="90690"/>
                    <a:pt x="18149" y="90398"/>
                    <a:pt x="15105" y="89813"/>
                  </a:cubicBezTo>
                  <a:cubicBezTo>
                    <a:pt x="12061" y="89227"/>
                    <a:pt x="8899" y="88349"/>
                    <a:pt x="5620" y="87178"/>
                  </a:cubicBezTo>
                  <a:moveTo>
                    <a:pt x="29156" y="50117"/>
                  </a:moveTo>
                  <a:cubicBezTo>
                    <a:pt x="34464" y="50117"/>
                    <a:pt x="38660" y="48302"/>
                    <a:pt x="41743" y="44672"/>
                  </a:cubicBezTo>
                  <a:cubicBezTo>
                    <a:pt x="44866" y="41042"/>
                    <a:pt x="46427" y="36066"/>
                    <a:pt x="46427" y="29743"/>
                  </a:cubicBezTo>
                  <a:cubicBezTo>
                    <a:pt x="46427" y="23459"/>
                    <a:pt x="44866" y="18501"/>
                    <a:pt x="41743" y="14870"/>
                  </a:cubicBezTo>
                  <a:cubicBezTo>
                    <a:pt x="38660" y="11202"/>
                    <a:pt x="34464" y="9368"/>
                    <a:pt x="29156" y="9368"/>
                  </a:cubicBezTo>
                  <a:cubicBezTo>
                    <a:pt x="23848" y="9368"/>
                    <a:pt x="19632" y="11202"/>
                    <a:pt x="16509" y="14870"/>
                  </a:cubicBezTo>
                  <a:cubicBezTo>
                    <a:pt x="13426" y="18501"/>
                    <a:pt x="11884" y="23459"/>
                    <a:pt x="11884" y="29743"/>
                  </a:cubicBezTo>
                  <a:cubicBezTo>
                    <a:pt x="11884" y="36066"/>
                    <a:pt x="13426" y="41042"/>
                    <a:pt x="16509" y="44672"/>
                  </a:cubicBezTo>
                  <a:cubicBezTo>
                    <a:pt x="19632" y="48302"/>
                    <a:pt x="23848" y="50117"/>
                    <a:pt x="29156" y="50117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F2F80312-BF0A-DC53-1ED5-7C428D884438}"/>
                </a:ext>
              </a:extLst>
            </p:cNvPr>
            <p:cNvSpPr/>
            <p:nvPr/>
          </p:nvSpPr>
          <p:spPr>
            <a:xfrm>
              <a:off x="771913" y="2701368"/>
              <a:ext cx="60421" cy="90689"/>
            </a:xfrm>
            <a:custGeom>
              <a:avLst/>
              <a:gdLst>
                <a:gd name="csX0" fmla="*/ 30210 w 60421"/>
                <a:gd name="csY0" fmla="*/ 9368 h 90689"/>
                <a:gd name="csX1" fmla="*/ 16452 w 60421"/>
                <a:gd name="csY1" fmla="*/ 18384 h 90689"/>
                <a:gd name="csX2" fmla="*/ 11884 w 60421"/>
                <a:gd name="csY2" fmla="*/ 45375 h 90689"/>
                <a:gd name="csX3" fmla="*/ 16452 w 60421"/>
                <a:gd name="csY3" fmla="*/ 72364 h 90689"/>
                <a:gd name="csX4" fmla="*/ 30210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0 w 60421"/>
                <a:gd name="csY8" fmla="*/ 9368 h 90689"/>
                <a:gd name="csX9" fmla="*/ 30210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0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0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6"/>
                    <a:pt x="11884" y="33353"/>
                    <a:pt x="11884" y="45375"/>
                  </a:cubicBezTo>
                  <a:cubicBezTo>
                    <a:pt x="11884" y="57357"/>
                    <a:pt x="13407" y="66354"/>
                    <a:pt x="16452" y="72364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8" y="0"/>
                    <a:pt x="47482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2" y="86826"/>
                    <a:pt x="40008" y="90690"/>
                    <a:pt x="30210" y="90690"/>
                  </a:cubicBezTo>
                  <a:cubicBezTo>
                    <a:pt x="20413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078C8575-F87C-9030-C379-66BEBA6D77C5}"/>
                </a:ext>
              </a:extLst>
            </p:cNvPr>
            <p:cNvSpPr/>
            <p:nvPr/>
          </p:nvSpPr>
          <p:spPr>
            <a:xfrm>
              <a:off x="848201" y="2701368"/>
              <a:ext cx="60421" cy="90689"/>
            </a:xfrm>
            <a:custGeom>
              <a:avLst/>
              <a:gdLst>
                <a:gd name="csX0" fmla="*/ 30210 w 60421"/>
                <a:gd name="csY0" fmla="*/ 9368 h 90689"/>
                <a:gd name="csX1" fmla="*/ 16452 w 60421"/>
                <a:gd name="csY1" fmla="*/ 18384 h 90689"/>
                <a:gd name="csX2" fmla="*/ 11884 w 60421"/>
                <a:gd name="csY2" fmla="*/ 45375 h 90689"/>
                <a:gd name="csX3" fmla="*/ 16452 w 60421"/>
                <a:gd name="csY3" fmla="*/ 72364 h 90689"/>
                <a:gd name="csX4" fmla="*/ 30210 w 60421"/>
                <a:gd name="csY4" fmla="*/ 81323 h 90689"/>
                <a:gd name="csX5" fmla="*/ 43969 w 60421"/>
                <a:gd name="csY5" fmla="*/ 72364 h 90689"/>
                <a:gd name="csX6" fmla="*/ 48594 w 60421"/>
                <a:gd name="csY6" fmla="*/ 45375 h 90689"/>
                <a:gd name="csX7" fmla="*/ 43969 w 60421"/>
                <a:gd name="csY7" fmla="*/ 18384 h 90689"/>
                <a:gd name="csX8" fmla="*/ 30210 w 60421"/>
                <a:gd name="csY8" fmla="*/ 9368 h 90689"/>
                <a:gd name="csX9" fmla="*/ 30210 w 60421"/>
                <a:gd name="csY9" fmla="*/ 0 h 90689"/>
                <a:gd name="csX10" fmla="*/ 52634 w 60421"/>
                <a:gd name="csY10" fmla="*/ 11652 h 90689"/>
                <a:gd name="csX11" fmla="*/ 60421 w 60421"/>
                <a:gd name="csY11" fmla="*/ 45375 h 90689"/>
                <a:gd name="csX12" fmla="*/ 52634 w 60421"/>
                <a:gd name="csY12" fmla="*/ 79099 h 90689"/>
                <a:gd name="csX13" fmla="*/ 30210 w 60421"/>
                <a:gd name="csY13" fmla="*/ 90690 h 90689"/>
                <a:gd name="csX14" fmla="*/ 7728 w 60421"/>
                <a:gd name="csY14" fmla="*/ 79099 h 90689"/>
                <a:gd name="csX15" fmla="*/ 0 w 60421"/>
                <a:gd name="csY15" fmla="*/ 45375 h 90689"/>
                <a:gd name="csX16" fmla="*/ 7728 w 60421"/>
                <a:gd name="csY16" fmla="*/ 11652 h 90689"/>
                <a:gd name="csX17" fmla="*/ 30210 w 60421"/>
                <a:gd name="csY17" fmla="*/ 0 h 90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0421" h="90689">
                  <a:moveTo>
                    <a:pt x="30210" y="9368"/>
                  </a:moveTo>
                  <a:cubicBezTo>
                    <a:pt x="24121" y="9368"/>
                    <a:pt x="19536" y="12374"/>
                    <a:pt x="16452" y="18384"/>
                  </a:cubicBezTo>
                  <a:cubicBezTo>
                    <a:pt x="13407" y="24356"/>
                    <a:pt x="11884" y="33353"/>
                    <a:pt x="11884" y="45375"/>
                  </a:cubicBezTo>
                  <a:cubicBezTo>
                    <a:pt x="11884" y="57357"/>
                    <a:pt x="13407" y="66354"/>
                    <a:pt x="16452" y="72364"/>
                  </a:cubicBezTo>
                  <a:cubicBezTo>
                    <a:pt x="19536" y="78337"/>
                    <a:pt x="24121" y="81323"/>
                    <a:pt x="30210" y="81323"/>
                  </a:cubicBezTo>
                  <a:cubicBezTo>
                    <a:pt x="36338" y="81323"/>
                    <a:pt x="40925" y="78337"/>
                    <a:pt x="43969" y="72364"/>
                  </a:cubicBezTo>
                  <a:cubicBezTo>
                    <a:pt x="47052" y="66354"/>
                    <a:pt x="48594" y="57357"/>
                    <a:pt x="48594" y="45375"/>
                  </a:cubicBezTo>
                  <a:cubicBezTo>
                    <a:pt x="48594" y="33353"/>
                    <a:pt x="47052" y="24356"/>
                    <a:pt x="43969" y="18384"/>
                  </a:cubicBezTo>
                  <a:cubicBezTo>
                    <a:pt x="40925" y="12374"/>
                    <a:pt x="36338" y="9368"/>
                    <a:pt x="30210" y="9368"/>
                  </a:cubicBezTo>
                  <a:moveTo>
                    <a:pt x="30210" y="0"/>
                  </a:moveTo>
                  <a:cubicBezTo>
                    <a:pt x="40006" y="0"/>
                    <a:pt x="47481" y="3884"/>
                    <a:pt x="52634" y="11652"/>
                  </a:cubicBezTo>
                  <a:cubicBezTo>
                    <a:pt x="57826" y="19380"/>
                    <a:pt x="60421" y="30621"/>
                    <a:pt x="60421" y="45375"/>
                  </a:cubicBezTo>
                  <a:cubicBezTo>
                    <a:pt x="60421" y="60090"/>
                    <a:pt x="57826" y="71331"/>
                    <a:pt x="52634" y="79099"/>
                  </a:cubicBezTo>
                  <a:cubicBezTo>
                    <a:pt x="47481" y="86826"/>
                    <a:pt x="40006" y="90690"/>
                    <a:pt x="30210" y="90690"/>
                  </a:cubicBezTo>
                  <a:cubicBezTo>
                    <a:pt x="20413" y="90690"/>
                    <a:pt x="12919" y="86826"/>
                    <a:pt x="7728" y="79099"/>
                  </a:cubicBezTo>
                  <a:cubicBezTo>
                    <a:pt x="2576" y="71331"/>
                    <a:pt x="0" y="60090"/>
                    <a:pt x="0" y="45375"/>
                  </a:cubicBezTo>
                  <a:cubicBezTo>
                    <a:pt x="0" y="30621"/>
                    <a:pt x="2576" y="19380"/>
                    <a:pt x="7728" y="11652"/>
                  </a:cubicBezTo>
                  <a:cubicBezTo>
                    <a:pt x="12919" y="3884"/>
                    <a:pt x="20413" y="0"/>
                    <a:pt x="30210" y="0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776BAE13-5A5C-D765-9673-6BDAD047BA42}"/>
                </a:ext>
              </a:extLst>
            </p:cNvPr>
            <p:cNvSpPr/>
            <p:nvPr/>
          </p:nvSpPr>
          <p:spPr>
            <a:xfrm>
              <a:off x="929757" y="2702950"/>
              <a:ext cx="52049" cy="87411"/>
            </a:xfrm>
            <a:custGeom>
              <a:avLst/>
              <a:gdLst>
                <a:gd name="csX0" fmla="*/ 1698 w 52049"/>
                <a:gd name="csY0" fmla="*/ 77458 h 87411"/>
                <a:gd name="csX1" fmla="*/ 21020 w 52049"/>
                <a:gd name="csY1" fmla="*/ 77458 h 87411"/>
                <a:gd name="csX2" fmla="*/ 21020 w 52049"/>
                <a:gd name="csY2" fmla="*/ 10771 h 87411"/>
                <a:gd name="csX3" fmla="*/ 0 w 52049"/>
                <a:gd name="csY3" fmla="*/ 14987 h 87411"/>
                <a:gd name="csX4" fmla="*/ 0 w 52049"/>
                <a:gd name="csY4" fmla="*/ 4215 h 87411"/>
                <a:gd name="csX5" fmla="*/ 20902 w 52049"/>
                <a:gd name="csY5" fmla="*/ 0 h 87411"/>
                <a:gd name="csX6" fmla="*/ 32729 w 52049"/>
                <a:gd name="csY6" fmla="*/ 0 h 87411"/>
                <a:gd name="csX7" fmla="*/ 32729 w 52049"/>
                <a:gd name="csY7" fmla="*/ 77458 h 87411"/>
                <a:gd name="csX8" fmla="*/ 52049 w 52049"/>
                <a:gd name="csY8" fmla="*/ 77458 h 87411"/>
                <a:gd name="csX9" fmla="*/ 52049 w 52049"/>
                <a:gd name="csY9" fmla="*/ 87412 h 87411"/>
                <a:gd name="csX10" fmla="*/ 1698 w 52049"/>
                <a:gd name="csY10" fmla="*/ 87412 h 87411"/>
                <a:gd name="csX11" fmla="*/ 1698 w 52049"/>
                <a:gd name="csY11" fmla="*/ 77458 h 87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2049" h="87411">
                  <a:moveTo>
                    <a:pt x="1698" y="77458"/>
                  </a:moveTo>
                  <a:lnTo>
                    <a:pt x="21020" y="77458"/>
                  </a:lnTo>
                  <a:lnTo>
                    <a:pt x="21020" y="10771"/>
                  </a:lnTo>
                  <a:lnTo>
                    <a:pt x="0" y="14987"/>
                  </a:lnTo>
                  <a:lnTo>
                    <a:pt x="0" y="4215"/>
                  </a:lnTo>
                  <a:lnTo>
                    <a:pt x="20902" y="0"/>
                  </a:lnTo>
                  <a:lnTo>
                    <a:pt x="32729" y="0"/>
                  </a:lnTo>
                  <a:lnTo>
                    <a:pt x="32729" y="77458"/>
                  </a:lnTo>
                  <a:lnTo>
                    <a:pt x="52049" y="77458"/>
                  </a:lnTo>
                  <a:lnTo>
                    <a:pt x="52049" y="87412"/>
                  </a:lnTo>
                  <a:lnTo>
                    <a:pt x="1698" y="87412"/>
                  </a:lnTo>
                  <a:lnTo>
                    <a:pt x="1698" y="77458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4F2D7706-A4EA-9977-0D61-3446ED8AAF31}"/>
                </a:ext>
              </a:extLst>
            </p:cNvPr>
            <p:cNvSpPr/>
            <p:nvPr/>
          </p:nvSpPr>
          <p:spPr>
            <a:xfrm>
              <a:off x="407620" y="3667706"/>
              <a:ext cx="62618" cy="74851"/>
            </a:xfrm>
            <a:custGeom>
              <a:avLst/>
              <a:gdLst>
                <a:gd name="csX0" fmla="*/ 3387 w 62618"/>
                <a:gd name="csY0" fmla="*/ 0 h 74851"/>
                <a:gd name="csX1" fmla="*/ 8225 w 62618"/>
                <a:gd name="csY1" fmla="*/ 6912 h 74851"/>
                <a:gd name="csX2" fmla="*/ 8225 w 62618"/>
                <a:gd name="csY2" fmla="*/ 22462 h 74851"/>
                <a:gd name="csX3" fmla="*/ 23637 w 62618"/>
                <a:gd name="csY3" fmla="*/ 18108 h 74851"/>
                <a:gd name="csX4" fmla="*/ 38912 w 62618"/>
                <a:gd name="csY4" fmla="*/ 21356 h 74851"/>
                <a:gd name="csX5" fmla="*/ 51353 w 62618"/>
                <a:gd name="csY5" fmla="*/ 29650 h 74851"/>
                <a:gd name="csX6" fmla="*/ 59578 w 62618"/>
                <a:gd name="csY6" fmla="*/ 41054 h 74851"/>
                <a:gd name="csX7" fmla="*/ 62619 w 62618"/>
                <a:gd name="csY7" fmla="*/ 53633 h 74851"/>
                <a:gd name="csX8" fmla="*/ 56191 w 62618"/>
                <a:gd name="csY8" fmla="*/ 68977 h 74851"/>
                <a:gd name="csX9" fmla="*/ 40225 w 62618"/>
                <a:gd name="csY9" fmla="*/ 74851 h 74851"/>
                <a:gd name="csX10" fmla="*/ 29581 w 62618"/>
                <a:gd name="csY10" fmla="*/ 73123 h 74851"/>
                <a:gd name="csX11" fmla="*/ 18799 w 62618"/>
                <a:gd name="csY11" fmla="*/ 67940 h 74851"/>
                <a:gd name="csX12" fmla="*/ 9331 w 62618"/>
                <a:gd name="csY12" fmla="*/ 60129 h 74851"/>
                <a:gd name="csX13" fmla="*/ 2557 w 62618"/>
                <a:gd name="csY13" fmla="*/ 49832 h 74851"/>
                <a:gd name="csX14" fmla="*/ 0 w 62618"/>
                <a:gd name="csY14" fmla="*/ 37806 h 74851"/>
                <a:gd name="csX15" fmla="*/ 0 w 62618"/>
                <a:gd name="csY15" fmla="*/ 5529 h 74851"/>
                <a:gd name="csX16" fmla="*/ 138 w 62618"/>
                <a:gd name="csY16" fmla="*/ 2902 h 74851"/>
                <a:gd name="csX17" fmla="*/ 1037 w 62618"/>
                <a:gd name="csY17" fmla="*/ 966 h 74851"/>
                <a:gd name="csX18" fmla="*/ 3387 w 62618"/>
                <a:gd name="csY18" fmla="*/ 0 h 74851"/>
                <a:gd name="csX19" fmla="*/ 21979 w 62618"/>
                <a:gd name="csY19" fmla="*/ 27161 h 74851"/>
                <a:gd name="csX20" fmla="*/ 18869 w 62618"/>
                <a:gd name="csY20" fmla="*/ 27369 h 74851"/>
                <a:gd name="csX21" fmla="*/ 15344 w 62618"/>
                <a:gd name="csY21" fmla="*/ 28336 h 74851"/>
                <a:gd name="csX22" fmla="*/ 11819 w 62618"/>
                <a:gd name="csY22" fmla="*/ 30410 h 74851"/>
                <a:gd name="csX23" fmla="*/ 9262 w 62618"/>
                <a:gd name="csY23" fmla="*/ 34280 h 74851"/>
                <a:gd name="csX24" fmla="*/ 8225 w 62618"/>
                <a:gd name="csY24" fmla="*/ 40155 h 74851"/>
                <a:gd name="csX25" fmla="*/ 10851 w 62618"/>
                <a:gd name="csY25" fmla="*/ 50178 h 74851"/>
                <a:gd name="csX26" fmla="*/ 19974 w 62618"/>
                <a:gd name="csY26" fmla="*/ 59438 h 74851"/>
                <a:gd name="csX27" fmla="*/ 32692 w 62618"/>
                <a:gd name="csY27" fmla="*/ 64416 h 74851"/>
                <a:gd name="csX28" fmla="*/ 44165 w 62618"/>
                <a:gd name="csY28" fmla="*/ 66073 h 74851"/>
                <a:gd name="csX29" fmla="*/ 55500 w 62618"/>
                <a:gd name="csY29" fmla="*/ 62549 h 74851"/>
                <a:gd name="csX30" fmla="*/ 59439 w 62618"/>
                <a:gd name="csY30" fmla="*/ 53494 h 74851"/>
                <a:gd name="csX31" fmla="*/ 56398 w 62618"/>
                <a:gd name="csY31" fmla="*/ 43888 h 74851"/>
                <a:gd name="csX32" fmla="*/ 47413 w 62618"/>
                <a:gd name="csY32" fmla="*/ 34833 h 74851"/>
                <a:gd name="csX33" fmla="*/ 34834 w 62618"/>
                <a:gd name="csY33" fmla="*/ 29304 h 74851"/>
                <a:gd name="csX34" fmla="*/ 21979 w 62618"/>
                <a:gd name="csY34" fmla="*/ 27161 h 748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62618" h="74851">
                  <a:moveTo>
                    <a:pt x="3387" y="0"/>
                  </a:moveTo>
                  <a:cubicBezTo>
                    <a:pt x="6612" y="0"/>
                    <a:pt x="8225" y="2304"/>
                    <a:pt x="8225" y="6912"/>
                  </a:cubicBezTo>
                  <a:lnTo>
                    <a:pt x="8225" y="22462"/>
                  </a:lnTo>
                  <a:cubicBezTo>
                    <a:pt x="12372" y="19559"/>
                    <a:pt x="17509" y="18108"/>
                    <a:pt x="23637" y="18108"/>
                  </a:cubicBezTo>
                  <a:cubicBezTo>
                    <a:pt x="28890" y="18108"/>
                    <a:pt x="33982" y="19191"/>
                    <a:pt x="38912" y="21356"/>
                  </a:cubicBezTo>
                  <a:cubicBezTo>
                    <a:pt x="43796" y="23476"/>
                    <a:pt x="47943" y="26240"/>
                    <a:pt x="51353" y="29650"/>
                  </a:cubicBezTo>
                  <a:cubicBezTo>
                    <a:pt x="54762" y="33013"/>
                    <a:pt x="57504" y="36815"/>
                    <a:pt x="59578" y="41054"/>
                  </a:cubicBezTo>
                  <a:cubicBezTo>
                    <a:pt x="61605" y="45293"/>
                    <a:pt x="62619" y="49486"/>
                    <a:pt x="62619" y="53633"/>
                  </a:cubicBezTo>
                  <a:cubicBezTo>
                    <a:pt x="62619" y="59946"/>
                    <a:pt x="60476" y="65060"/>
                    <a:pt x="56191" y="68977"/>
                  </a:cubicBezTo>
                  <a:cubicBezTo>
                    <a:pt x="51906" y="72893"/>
                    <a:pt x="46584" y="74851"/>
                    <a:pt x="40225" y="74851"/>
                  </a:cubicBezTo>
                  <a:cubicBezTo>
                    <a:pt x="36862" y="74851"/>
                    <a:pt x="33314" y="74275"/>
                    <a:pt x="29581" y="73123"/>
                  </a:cubicBezTo>
                  <a:cubicBezTo>
                    <a:pt x="25849" y="71926"/>
                    <a:pt x="22255" y="70198"/>
                    <a:pt x="18799" y="67940"/>
                  </a:cubicBezTo>
                  <a:cubicBezTo>
                    <a:pt x="15298" y="65683"/>
                    <a:pt x="12141" y="63079"/>
                    <a:pt x="9331" y="60129"/>
                  </a:cubicBezTo>
                  <a:cubicBezTo>
                    <a:pt x="6520" y="57135"/>
                    <a:pt x="4262" y="53702"/>
                    <a:pt x="2557" y="49832"/>
                  </a:cubicBezTo>
                  <a:cubicBezTo>
                    <a:pt x="852" y="45915"/>
                    <a:pt x="0" y="41907"/>
                    <a:pt x="0" y="37806"/>
                  </a:cubicBezTo>
                  <a:lnTo>
                    <a:pt x="0" y="5529"/>
                  </a:lnTo>
                  <a:cubicBezTo>
                    <a:pt x="0" y="4377"/>
                    <a:pt x="46" y="3501"/>
                    <a:pt x="138" y="2902"/>
                  </a:cubicBezTo>
                  <a:cubicBezTo>
                    <a:pt x="184" y="2257"/>
                    <a:pt x="484" y="1611"/>
                    <a:pt x="1037" y="966"/>
                  </a:cubicBezTo>
                  <a:cubicBezTo>
                    <a:pt x="1544" y="322"/>
                    <a:pt x="2327" y="0"/>
                    <a:pt x="3387" y="0"/>
                  </a:cubicBezTo>
                  <a:moveTo>
                    <a:pt x="21979" y="27161"/>
                  </a:moveTo>
                  <a:cubicBezTo>
                    <a:pt x="20873" y="27161"/>
                    <a:pt x="19836" y="27230"/>
                    <a:pt x="18869" y="27369"/>
                  </a:cubicBezTo>
                  <a:cubicBezTo>
                    <a:pt x="17855" y="27507"/>
                    <a:pt x="16680" y="27829"/>
                    <a:pt x="15344" y="28336"/>
                  </a:cubicBezTo>
                  <a:cubicBezTo>
                    <a:pt x="13961" y="28843"/>
                    <a:pt x="12786" y="29535"/>
                    <a:pt x="11819" y="30410"/>
                  </a:cubicBezTo>
                  <a:cubicBezTo>
                    <a:pt x="10805" y="31286"/>
                    <a:pt x="9953" y="32576"/>
                    <a:pt x="9262" y="34280"/>
                  </a:cubicBezTo>
                  <a:cubicBezTo>
                    <a:pt x="8570" y="35939"/>
                    <a:pt x="8225" y="37898"/>
                    <a:pt x="8225" y="40155"/>
                  </a:cubicBezTo>
                  <a:cubicBezTo>
                    <a:pt x="8225" y="43335"/>
                    <a:pt x="9100" y="46676"/>
                    <a:pt x="10851" y="50178"/>
                  </a:cubicBezTo>
                  <a:cubicBezTo>
                    <a:pt x="12602" y="53679"/>
                    <a:pt x="15643" y="56766"/>
                    <a:pt x="19974" y="59438"/>
                  </a:cubicBezTo>
                  <a:cubicBezTo>
                    <a:pt x="23661" y="61650"/>
                    <a:pt x="27900" y="63310"/>
                    <a:pt x="32692" y="64416"/>
                  </a:cubicBezTo>
                  <a:cubicBezTo>
                    <a:pt x="37484" y="65521"/>
                    <a:pt x="41308" y="66073"/>
                    <a:pt x="44165" y="66073"/>
                  </a:cubicBezTo>
                  <a:cubicBezTo>
                    <a:pt x="49049" y="66073"/>
                    <a:pt x="52827" y="64899"/>
                    <a:pt x="55500" y="62549"/>
                  </a:cubicBezTo>
                  <a:cubicBezTo>
                    <a:pt x="58126" y="60153"/>
                    <a:pt x="59439" y="57134"/>
                    <a:pt x="59439" y="53494"/>
                  </a:cubicBezTo>
                  <a:cubicBezTo>
                    <a:pt x="59439" y="50500"/>
                    <a:pt x="58426" y="47298"/>
                    <a:pt x="56398" y="43888"/>
                  </a:cubicBezTo>
                  <a:cubicBezTo>
                    <a:pt x="54325" y="40479"/>
                    <a:pt x="51330" y="37460"/>
                    <a:pt x="47413" y="34833"/>
                  </a:cubicBezTo>
                  <a:cubicBezTo>
                    <a:pt x="44004" y="32530"/>
                    <a:pt x="39811" y="30687"/>
                    <a:pt x="34834" y="29304"/>
                  </a:cubicBezTo>
                  <a:cubicBezTo>
                    <a:pt x="29858" y="27875"/>
                    <a:pt x="25573" y="27161"/>
                    <a:pt x="21979" y="27161"/>
                  </a:cubicBez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9F32C712-2C78-C3FD-C697-66FC4E46AA7D}"/>
                </a:ext>
              </a:extLst>
            </p:cNvPr>
            <p:cNvSpPr/>
            <p:nvPr/>
          </p:nvSpPr>
          <p:spPr>
            <a:xfrm>
              <a:off x="442768" y="3571670"/>
              <a:ext cx="67684" cy="81667"/>
            </a:xfrm>
            <a:custGeom>
              <a:avLst/>
              <a:gdLst>
                <a:gd name="csX0" fmla="*/ 1113 w 67684"/>
                <a:gd name="csY0" fmla="*/ 0 h 81667"/>
                <a:gd name="csX1" fmla="*/ 2467 w 67684"/>
                <a:gd name="csY1" fmla="*/ 339 h 81667"/>
                <a:gd name="csX2" fmla="*/ 3000 w 67684"/>
                <a:gd name="csY2" fmla="*/ 968 h 81667"/>
                <a:gd name="csX3" fmla="*/ 3096 w 67684"/>
                <a:gd name="csY3" fmla="*/ 2177 h 81667"/>
                <a:gd name="csX4" fmla="*/ 8128 w 67684"/>
                <a:gd name="csY4" fmla="*/ 14756 h 81667"/>
                <a:gd name="csX5" fmla="*/ 13111 w 67684"/>
                <a:gd name="csY5" fmla="*/ 19691 h 81667"/>
                <a:gd name="csX6" fmla="*/ 21917 w 67684"/>
                <a:gd name="csY6" fmla="*/ 27819 h 81667"/>
                <a:gd name="csX7" fmla="*/ 29657 w 67684"/>
                <a:gd name="csY7" fmla="*/ 35076 h 81667"/>
                <a:gd name="csX8" fmla="*/ 60234 w 67684"/>
                <a:gd name="csY8" fmla="*/ 22303 h 81667"/>
                <a:gd name="csX9" fmla="*/ 61976 w 67684"/>
                <a:gd name="csY9" fmla="*/ 21578 h 81667"/>
                <a:gd name="csX10" fmla="*/ 63089 w 67684"/>
                <a:gd name="csY10" fmla="*/ 20851 h 81667"/>
                <a:gd name="csX11" fmla="*/ 63911 w 67684"/>
                <a:gd name="csY11" fmla="*/ 19932 h 81667"/>
                <a:gd name="csX12" fmla="*/ 64347 w 67684"/>
                <a:gd name="csY12" fmla="*/ 18578 h 81667"/>
                <a:gd name="csX13" fmla="*/ 64589 w 67684"/>
                <a:gd name="csY13" fmla="*/ 16643 h 81667"/>
                <a:gd name="csX14" fmla="*/ 64637 w 67684"/>
                <a:gd name="csY14" fmla="*/ 13788 h 81667"/>
                <a:gd name="csX15" fmla="*/ 64685 w 67684"/>
                <a:gd name="csY15" fmla="*/ 12967 h 81667"/>
                <a:gd name="csX16" fmla="*/ 64976 w 67684"/>
                <a:gd name="csY16" fmla="*/ 12338 h 81667"/>
                <a:gd name="csX17" fmla="*/ 65798 w 67684"/>
                <a:gd name="csY17" fmla="*/ 11999 h 81667"/>
                <a:gd name="csX18" fmla="*/ 67153 w 67684"/>
                <a:gd name="csY18" fmla="*/ 12385 h 81667"/>
                <a:gd name="csX19" fmla="*/ 67636 w 67684"/>
                <a:gd name="csY19" fmla="*/ 13063 h 81667"/>
                <a:gd name="csX20" fmla="*/ 67685 w 67684"/>
                <a:gd name="csY20" fmla="*/ 13886 h 81667"/>
                <a:gd name="csX21" fmla="*/ 67540 w 67684"/>
                <a:gd name="csY21" fmla="*/ 19401 h 81667"/>
                <a:gd name="csX22" fmla="*/ 67395 w 67684"/>
                <a:gd name="csY22" fmla="*/ 24868 h 81667"/>
                <a:gd name="csX23" fmla="*/ 67685 w 67684"/>
                <a:gd name="csY23" fmla="*/ 37351 h 81667"/>
                <a:gd name="csX24" fmla="*/ 66475 w 67684"/>
                <a:gd name="csY24" fmla="*/ 38850 h 81667"/>
                <a:gd name="csX25" fmla="*/ 65508 w 67684"/>
                <a:gd name="csY25" fmla="*/ 38754 h 81667"/>
                <a:gd name="csX26" fmla="*/ 64976 w 67684"/>
                <a:gd name="csY26" fmla="*/ 38270 h 81667"/>
                <a:gd name="csX27" fmla="*/ 64734 w 67684"/>
                <a:gd name="csY27" fmla="*/ 37688 h 81667"/>
                <a:gd name="csX28" fmla="*/ 64637 w 67684"/>
                <a:gd name="csY28" fmla="*/ 36867 h 81667"/>
                <a:gd name="csX29" fmla="*/ 63911 w 67684"/>
                <a:gd name="csY29" fmla="*/ 33722 h 81667"/>
                <a:gd name="csX30" fmla="*/ 62750 w 67684"/>
                <a:gd name="csY30" fmla="*/ 31737 h 81667"/>
                <a:gd name="csX31" fmla="*/ 61734 w 67684"/>
                <a:gd name="csY31" fmla="*/ 31108 h 81667"/>
                <a:gd name="csX32" fmla="*/ 60331 w 67684"/>
                <a:gd name="csY32" fmla="*/ 31592 h 81667"/>
                <a:gd name="csX33" fmla="*/ 36673 w 67684"/>
                <a:gd name="csY33" fmla="*/ 41607 h 81667"/>
                <a:gd name="csX34" fmla="*/ 46397 w 67684"/>
                <a:gd name="csY34" fmla="*/ 50559 h 81667"/>
                <a:gd name="csX35" fmla="*/ 57090 w 67684"/>
                <a:gd name="csY35" fmla="*/ 60669 h 81667"/>
                <a:gd name="csX36" fmla="*/ 61541 w 67684"/>
                <a:gd name="csY36" fmla="*/ 63330 h 81667"/>
                <a:gd name="csX37" fmla="*/ 64637 w 67684"/>
                <a:gd name="csY37" fmla="*/ 59364 h 81667"/>
                <a:gd name="csX38" fmla="*/ 65701 w 67684"/>
                <a:gd name="csY38" fmla="*/ 58153 h 81667"/>
                <a:gd name="csX39" fmla="*/ 67104 w 67684"/>
                <a:gd name="csY39" fmla="*/ 58541 h 81667"/>
                <a:gd name="csX40" fmla="*/ 67636 w 67684"/>
                <a:gd name="csY40" fmla="*/ 59219 h 81667"/>
                <a:gd name="csX41" fmla="*/ 67685 w 67684"/>
                <a:gd name="csY41" fmla="*/ 59944 h 81667"/>
                <a:gd name="csX42" fmla="*/ 67540 w 67684"/>
                <a:gd name="csY42" fmla="*/ 65508 h 81667"/>
                <a:gd name="csX43" fmla="*/ 67395 w 67684"/>
                <a:gd name="csY43" fmla="*/ 71071 h 81667"/>
                <a:gd name="csX44" fmla="*/ 67540 w 67684"/>
                <a:gd name="csY44" fmla="*/ 75764 h 81667"/>
                <a:gd name="csX45" fmla="*/ 67685 w 67684"/>
                <a:gd name="csY45" fmla="*/ 80360 h 81667"/>
                <a:gd name="csX46" fmla="*/ 67395 w 67684"/>
                <a:gd name="csY46" fmla="*/ 81279 h 81667"/>
                <a:gd name="csX47" fmla="*/ 66814 w 67684"/>
                <a:gd name="csY47" fmla="*/ 81618 h 81667"/>
                <a:gd name="csX48" fmla="*/ 66572 w 67684"/>
                <a:gd name="csY48" fmla="*/ 81667 h 81667"/>
                <a:gd name="csX49" fmla="*/ 65508 w 67684"/>
                <a:gd name="csY49" fmla="*/ 81569 h 81667"/>
                <a:gd name="csX50" fmla="*/ 64927 w 67684"/>
                <a:gd name="csY50" fmla="*/ 81038 h 81667"/>
                <a:gd name="csX51" fmla="*/ 64734 w 67684"/>
                <a:gd name="csY51" fmla="*/ 80409 h 81667"/>
                <a:gd name="csX52" fmla="*/ 64637 w 67684"/>
                <a:gd name="csY52" fmla="*/ 79490 h 81667"/>
                <a:gd name="csX53" fmla="*/ 62798 w 67684"/>
                <a:gd name="csY53" fmla="*/ 71894 h 81667"/>
                <a:gd name="csX54" fmla="*/ 57477 w 67684"/>
                <a:gd name="csY54" fmla="*/ 64927 h 81667"/>
                <a:gd name="csX55" fmla="*/ 56944 w 67684"/>
                <a:gd name="csY55" fmla="*/ 64298 h 81667"/>
                <a:gd name="csX56" fmla="*/ 56412 w 67684"/>
                <a:gd name="csY56" fmla="*/ 63621 h 81667"/>
                <a:gd name="csX57" fmla="*/ 33915 w 67684"/>
                <a:gd name="csY57" fmla="*/ 42719 h 81667"/>
                <a:gd name="csX58" fmla="*/ 6241 w 67684"/>
                <a:gd name="csY58" fmla="*/ 54428 h 81667"/>
                <a:gd name="csX59" fmla="*/ 4451 w 67684"/>
                <a:gd name="csY59" fmla="*/ 55445 h 81667"/>
                <a:gd name="csX60" fmla="*/ 3483 w 67684"/>
                <a:gd name="csY60" fmla="*/ 57428 h 81667"/>
                <a:gd name="csX61" fmla="*/ 3096 w 67684"/>
                <a:gd name="csY61" fmla="*/ 61831 h 81667"/>
                <a:gd name="csX62" fmla="*/ 3048 w 67684"/>
                <a:gd name="csY62" fmla="*/ 63040 h 81667"/>
                <a:gd name="csX63" fmla="*/ 2758 w 67684"/>
                <a:gd name="csY63" fmla="*/ 63766 h 81667"/>
                <a:gd name="csX64" fmla="*/ 1984 w 67684"/>
                <a:gd name="csY64" fmla="*/ 64104 h 81667"/>
                <a:gd name="csX65" fmla="*/ 629 w 67684"/>
                <a:gd name="csY65" fmla="*/ 63766 h 81667"/>
                <a:gd name="csX66" fmla="*/ 97 w 67684"/>
                <a:gd name="csY66" fmla="*/ 63089 h 81667"/>
                <a:gd name="csX67" fmla="*/ 0 w 67684"/>
                <a:gd name="csY67" fmla="*/ 62315 h 81667"/>
                <a:gd name="csX68" fmla="*/ 145 w 67684"/>
                <a:gd name="csY68" fmla="*/ 56799 h 81667"/>
                <a:gd name="csX69" fmla="*/ 290 w 67684"/>
                <a:gd name="csY69" fmla="*/ 51235 h 81667"/>
                <a:gd name="csX70" fmla="*/ 145 w 67684"/>
                <a:gd name="csY70" fmla="*/ 44994 h 81667"/>
                <a:gd name="csX71" fmla="*/ 0 w 67684"/>
                <a:gd name="csY71" fmla="*/ 38754 h 81667"/>
                <a:gd name="csX72" fmla="*/ 1210 w 67684"/>
                <a:gd name="csY72" fmla="*/ 37253 h 81667"/>
                <a:gd name="csX73" fmla="*/ 2419 w 67684"/>
                <a:gd name="csY73" fmla="*/ 37592 h 81667"/>
                <a:gd name="csX74" fmla="*/ 2951 w 67684"/>
                <a:gd name="csY74" fmla="*/ 38270 h 81667"/>
                <a:gd name="csX75" fmla="*/ 3096 w 67684"/>
                <a:gd name="csY75" fmla="*/ 39237 h 81667"/>
                <a:gd name="csX76" fmla="*/ 3919 w 67684"/>
                <a:gd name="csY76" fmla="*/ 42574 h 81667"/>
                <a:gd name="csX77" fmla="*/ 5080 w 67684"/>
                <a:gd name="csY77" fmla="*/ 44559 h 81667"/>
                <a:gd name="csX78" fmla="*/ 5951 w 67684"/>
                <a:gd name="csY78" fmla="*/ 45090 h 81667"/>
                <a:gd name="csX79" fmla="*/ 7257 w 67684"/>
                <a:gd name="csY79" fmla="*/ 44606 h 81667"/>
                <a:gd name="csX80" fmla="*/ 26948 w 67684"/>
                <a:gd name="csY80" fmla="*/ 36285 h 81667"/>
                <a:gd name="csX81" fmla="*/ 9725 w 67684"/>
                <a:gd name="csY81" fmla="*/ 20222 h 81667"/>
                <a:gd name="csX82" fmla="*/ 6144 w 67684"/>
                <a:gd name="csY82" fmla="*/ 18336 h 81667"/>
                <a:gd name="csX83" fmla="*/ 3096 w 67684"/>
                <a:gd name="csY83" fmla="*/ 22303 h 81667"/>
                <a:gd name="csX84" fmla="*/ 1984 w 67684"/>
                <a:gd name="csY84" fmla="*/ 23512 h 81667"/>
                <a:gd name="csX85" fmla="*/ 629 w 67684"/>
                <a:gd name="csY85" fmla="*/ 23126 h 81667"/>
                <a:gd name="csX86" fmla="*/ 97 w 67684"/>
                <a:gd name="csY86" fmla="*/ 22448 h 81667"/>
                <a:gd name="csX87" fmla="*/ 0 w 67684"/>
                <a:gd name="csY87" fmla="*/ 21625 h 81667"/>
                <a:gd name="csX88" fmla="*/ 145 w 67684"/>
                <a:gd name="csY88" fmla="*/ 16159 h 81667"/>
                <a:gd name="csX89" fmla="*/ 290 w 67684"/>
                <a:gd name="csY89" fmla="*/ 10596 h 81667"/>
                <a:gd name="csX90" fmla="*/ 145 w 67684"/>
                <a:gd name="csY90" fmla="*/ 5902 h 81667"/>
                <a:gd name="csX91" fmla="*/ 0 w 67684"/>
                <a:gd name="csY91" fmla="*/ 1307 h 81667"/>
                <a:gd name="csX92" fmla="*/ 290 w 67684"/>
                <a:gd name="csY92" fmla="*/ 386 h 81667"/>
                <a:gd name="csX93" fmla="*/ 823 w 67684"/>
                <a:gd name="csY93" fmla="*/ 49 h 81667"/>
                <a:gd name="csX94" fmla="*/ 1113 w 67684"/>
                <a:gd name="csY94" fmla="*/ 0 h 81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67684" h="81667">
                  <a:moveTo>
                    <a:pt x="1113" y="0"/>
                  </a:moveTo>
                  <a:cubicBezTo>
                    <a:pt x="1693" y="0"/>
                    <a:pt x="2145" y="113"/>
                    <a:pt x="2467" y="339"/>
                  </a:cubicBezTo>
                  <a:cubicBezTo>
                    <a:pt x="2758" y="532"/>
                    <a:pt x="2935" y="742"/>
                    <a:pt x="3000" y="968"/>
                  </a:cubicBezTo>
                  <a:cubicBezTo>
                    <a:pt x="3032" y="1194"/>
                    <a:pt x="3064" y="1597"/>
                    <a:pt x="3096" y="2177"/>
                  </a:cubicBezTo>
                  <a:cubicBezTo>
                    <a:pt x="3322" y="6789"/>
                    <a:pt x="4999" y="10982"/>
                    <a:pt x="8128" y="14756"/>
                  </a:cubicBezTo>
                  <a:cubicBezTo>
                    <a:pt x="8934" y="15691"/>
                    <a:pt x="10595" y="17336"/>
                    <a:pt x="13111" y="19691"/>
                  </a:cubicBezTo>
                  <a:cubicBezTo>
                    <a:pt x="15627" y="22014"/>
                    <a:pt x="18562" y="24723"/>
                    <a:pt x="21917" y="27819"/>
                  </a:cubicBezTo>
                  <a:cubicBezTo>
                    <a:pt x="25271" y="30883"/>
                    <a:pt x="27851" y="33302"/>
                    <a:pt x="29657" y="35076"/>
                  </a:cubicBezTo>
                  <a:lnTo>
                    <a:pt x="60234" y="22303"/>
                  </a:lnTo>
                  <a:cubicBezTo>
                    <a:pt x="61041" y="21949"/>
                    <a:pt x="61621" y="21707"/>
                    <a:pt x="61976" y="21578"/>
                  </a:cubicBezTo>
                  <a:cubicBezTo>
                    <a:pt x="62298" y="21416"/>
                    <a:pt x="62669" y="21174"/>
                    <a:pt x="63089" y="20851"/>
                  </a:cubicBezTo>
                  <a:cubicBezTo>
                    <a:pt x="63508" y="20497"/>
                    <a:pt x="63782" y="20191"/>
                    <a:pt x="63911" y="19932"/>
                  </a:cubicBezTo>
                  <a:cubicBezTo>
                    <a:pt x="64040" y="19642"/>
                    <a:pt x="64185" y="19191"/>
                    <a:pt x="64347" y="18578"/>
                  </a:cubicBezTo>
                  <a:cubicBezTo>
                    <a:pt x="64476" y="17933"/>
                    <a:pt x="64556" y="17288"/>
                    <a:pt x="64589" y="16643"/>
                  </a:cubicBezTo>
                  <a:cubicBezTo>
                    <a:pt x="64589" y="15966"/>
                    <a:pt x="64605" y="15014"/>
                    <a:pt x="64637" y="13788"/>
                  </a:cubicBezTo>
                  <a:cubicBezTo>
                    <a:pt x="64637" y="13401"/>
                    <a:pt x="64653" y="13127"/>
                    <a:pt x="64685" y="12967"/>
                  </a:cubicBezTo>
                  <a:cubicBezTo>
                    <a:pt x="64685" y="12772"/>
                    <a:pt x="64782" y="12563"/>
                    <a:pt x="64976" y="12338"/>
                  </a:cubicBezTo>
                  <a:cubicBezTo>
                    <a:pt x="65137" y="12112"/>
                    <a:pt x="65411" y="11999"/>
                    <a:pt x="65798" y="11999"/>
                  </a:cubicBezTo>
                  <a:cubicBezTo>
                    <a:pt x="66379" y="11999"/>
                    <a:pt x="66830" y="12128"/>
                    <a:pt x="67153" y="12385"/>
                  </a:cubicBezTo>
                  <a:cubicBezTo>
                    <a:pt x="67443" y="12611"/>
                    <a:pt x="67604" y="12837"/>
                    <a:pt x="67636" y="13063"/>
                  </a:cubicBezTo>
                  <a:cubicBezTo>
                    <a:pt x="67669" y="13256"/>
                    <a:pt x="67685" y="13530"/>
                    <a:pt x="67685" y="13886"/>
                  </a:cubicBezTo>
                  <a:cubicBezTo>
                    <a:pt x="67685" y="14724"/>
                    <a:pt x="67636" y="16563"/>
                    <a:pt x="67540" y="19401"/>
                  </a:cubicBezTo>
                  <a:cubicBezTo>
                    <a:pt x="67443" y="22240"/>
                    <a:pt x="67395" y="24062"/>
                    <a:pt x="67395" y="24868"/>
                  </a:cubicBezTo>
                  <a:lnTo>
                    <a:pt x="67685" y="37351"/>
                  </a:lnTo>
                  <a:cubicBezTo>
                    <a:pt x="67685" y="38350"/>
                    <a:pt x="67282" y="38850"/>
                    <a:pt x="66475" y="38850"/>
                  </a:cubicBezTo>
                  <a:cubicBezTo>
                    <a:pt x="66056" y="38850"/>
                    <a:pt x="65734" y="38818"/>
                    <a:pt x="65508" y="38754"/>
                  </a:cubicBezTo>
                  <a:cubicBezTo>
                    <a:pt x="65250" y="38657"/>
                    <a:pt x="65072" y="38496"/>
                    <a:pt x="64976" y="38270"/>
                  </a:cubicBezTo>
                  <a:cubicBezTo>
                    <a:pt x="64847" y="38044"/>
                    <a:pt x="64766" y="37850"/>
                    <a:pt x="64734" y="37688"/>
                  </a:cubicBezTo>
                  <a:cubicBezTo>
                    <a:pt x="64701" y="37527"/>
                    <a:pt x="64669" y="37253"/>
                    <a:pt x="64637" y="36867"/>
                  </a:cubicBezTo>
                  <a:cubicBezTo>
                    <a:pt x="64508" y="35673"/>
                    <a:pt x="64266" y="34625"/>
                    <a:pt x="63911" y="33722"/>
                  </a:cubicBezTo>
                  <a:cubicBezTo>
                    <a:pt x="63524" y="32787"/>
                    <a:pt x="63137" y="32125"/>
                    <a:pt x="62750" y="31737"/>
                  </a:cubicBezTo>
                  <a:cubicBezTo>
                    <a:pt x="62363" y="31318"/>
                    <a:pt x="62024" y="31108"/>
                    <a:pt x="61734" y="31108"/>
                  </a:cubicBezTo>
                  <a:lnTo>
                    <a:pt x="60331" y="31592"/>
                  </a:lnTo>
                  <a:lnTo>
                    <a:pt x="36673" y="41607"/>
                  </a:lnTo>
                  <a:lnTo>
                    <a:pt x="46397" y="50559"/>
                  </a:lnTo>
                  <a:lnTo>
                    <a:pt x="57090" y="60669"/>
                  </a:lnTo>
                  <a:cubicBezTo>
                    <a:pt x="58992" y="62443"/>
                    <a:pt x="60476" y="63330"/>
                    <a:pt x="61541" y="63330"/>
                  </a:cubicBezTo>
                  <a:cubicBezTo>
                    <a:pt x="63315" y="63330"/>
                    <a:pt x="64347" y="62008"/>
                    <a:pt x="64637" y="59364"/>
                  </a:cubicBezTo>
                  <a:cubicBezTo>
                    <a:pt x="64701" y="58557"/>
                    <a:pt x="65056" y="58153"/>
                    <a:pt x="65701" y="58153"/>
                  </a:cubicBezTo>
                  <a:cubicBezTo>
                    <a:pt x="66314" y="58153"/>
                    <a:pt x="66782" y="58282"/>
                    <a:pt x="67104" y="58541"/>
                  </a:cubicBezTo>
                  <a:cubicBezTo>
                    <a:pt x="67395" y="58767"/>
                    <a:pt x="67572" y="58993"/>
                    <a:pt x="67636" y="59219"/>
                  </a:cubicBezTo>
                  <a:cubicBezTo>
                    <a:pt x="67669" y="59412"/>
                    <a:pt x="67685" y="59654"/>
                    <a:pt x="67685" y="59944"/>
                  </a:cubicBezTo>
                  <a:cubicBezTo>
                    <a:pt x="67685" y="61138"/>
                    <a:pt x="67636" y="62992"/>
                    <a:pt x="67540" y="65508"/>
                  </a:cubicBezTo>
                  <a:cubicBezTo>
                    <a:pt x="67443" y="67991"/>
                    <a:pt x="67395" y="69846"/>
                    <a:pt x="67395" y="71071"/>
                  </a:cubicBezTo>
                  <a:cubicBezTo>
                    <a:pt x="67395" y="72103"/>
                    <a:pt x="67443" y="73667"/>
                    <a:pt x="67540" y="75764"/>
                  </a:cubicBezTo>
                  <a:cubicBezTo>
                    <a:pt x="67636" y="77860"/>
                    <a:pt x="67685" y="79392"/>
                    <a:pt x="67685" y="80360"/>
                  </a:cubicBezTo>
                  <a:cubicBezTo>
                    <a:pt x="67685" y="80747"/>
                    <a:pt x="67588" y="81053"/>
                    <a:pt x="67395" y="81279"/>
                  </a:cubicBezTo>
                  <a:cubicBezTo>
                    <a:pt x="67201" y="81505"/>
                    <a:pt x="67008" y="81618"/>
                    <a:pt x="66814" y="81618"/>
                  </a:cubicBezTo>
                  <a:lnTo>
                    <a:pt x="66572" y="81667"/>
                  </a:lnTo>
                  <a:cubicBezTo>
                    <a:pt x="66121" y="81667"/>
                    <a:pt x="65766" y="81634"/>
                    <a:pt x="65508" y="81569"/>
                  </a:cubicBezTo>
                  <a:cubicBezTo>
                    <a:pt x="65250" y="81473"/>
                    <a:pt x="65056" y="81296"/>
                    <a:pt x="64927" y="81038"/>
                  </a:cubicBezTo>
                  <a:cubicBezTo>
                    <a:pt x="64798" y="80748"/>
                    <a:pt x="64734" y="80538"/>
                    <a:pt x="64734" y="80409"/>
                  </a:cubicBezTo>
                  <a:cubicBezTo>
                    <a:pt x="64701" y="80280"/>
                    <a:pt x="64669" y="79974"/>
                    <a:pt x="64637" y="79490"/>
                  </a:cubicBezTo>
                  <a:cubicBezTo>
                    <a:pt x="64476" y="76748"/>
                    <a:pt x="63863" y="74216"/>
                    <a:pt x="62798" y="71894"/>
                  </a:cubicBezTo>
                  <a:cubicBezTo>
                    <a:pt x="61734" y="69539"/>
                    <a:pt x="59960" y="67216"/>
                    <a:pt x="57477" y="64927"/>
                  </a:cubicBezTo>
                  <a:cubicBezTo>
                    <a:pt x="57315" y="64733"/>
                    <a:pt x="57138" y="64524"/>
                    <a:pt x="56944" y="64298"/>
                  </a:cubicBezTo>
                  <a:cubicBezTo>
                    <a:pt x="56751" y="64040"/>
                    <a:pt x="56573" y="63815"/>
                    <a:pt x="56412" y="63621"/>
                  </a:cubicBezTo>
                  <a:lnTo>
                    <a:pt x="33915" y="42719"/>
                  </a:lnTo>
                  <a:lnTo>
                    <a:pt x="6241" y="54428"/>
                  </a:lnTo>
                  <a:cubicBezTo>
                    <a:pt x="5403" y="54784"/>
                    <a:pt x="4806" y="55122"/>
                    <a:pt x="4451" y="55445"/>
                  </a:cubicBezTo>
                  <a:cubicBezTo>
                    <a:pt x="4064" y="55767"/>
                    <a:pt x="3741" y="56428"/>
                    <a:pt x="3483" y="57428"/>
                  </a:cubicBezTo>
                  <a:cubicBezTo>
                    <a:pt x="3225" y="58427"/>
                    <a:pt x="3096" y="59895"/>
                    <a:pt x="3096" y="61831"/>
                  </a:cubicBezTo>
                  <a:cubicBezTo>
                    <a:pt x="3096" y="62379"/>
                    <a:pt x="3080" y="62782"/>
                    <a:pt x="3048" y="63040"/>
                  </a:cubicBezTo>
                  <a:cubicBezTo>
                    <a:pt x="3016" y="63298"/>
                    <a:pt x="2919" y="63541"/>
                    <a:pt x="2758" y="63766"/>
                  </a:cubicBezTo>
                  <a:cubicBezTo>
                    <a:pt x="2596" y="63991"/>
                    <a:pt x="2338" y="64104"/>
                    <a:pt x="1984" y="64104"/>
                  </a:cubicBezTo>
                  <a:cubicBezTo>
                    <a:pt x="1371" y="64104"/>
                    <a:pt x="919" y="63991"/>
                    <a:pt x="629" y="63766"/>
                  </a:cubicBezTo>
                  <a:cubicBezTo>
                    <a:pt x="306" y="63508"/>
                    <a:pt x="129" y="63282"/>
                    <a:pt x="97" y="63089"/>
                  </a:cubicBezTo>
                  <a:cubicBezTo>
                    <a:pt x="32" y="62863"/>
                    <a:pt x="0" y="62605"/>
                    <a:pt x="0" y="62315"/>
                  </a:cubicBezTo>
                  <a:cubicBezTo>
                    <a:pt x="0" y="61509"/>
                    <a:pt x="48" y="59670"/>
                    <a:pt x="145" y="56799"/>
                  </a:cubicBezTo>
                  <a:cubicBezTo>
                    <a:pt x="242" y="53928"/>
                    <a:pt x="290" y="52073"/>
                    <a:pt x="290" y="51235"/>
                  </a:cubicBezTo>
                  <a:cubicBezTo>
                    <a:pt x="290" y="49849"/>
                    <a:pt x="242" y="47768"/>
                    <a:pt x="145" y="44994"/>
                  </a:cubicBezTo>
                  <a:cubicBezTo>
                    <a:pt x="48" y="42188"/>
                    <a:pt x="0" y="40108"/>
                    <a:pt x="0" y="38754"/>
                  </a:cubicBezTo>
                  <a:cubicBezTo>
                    <a:pt x="0" y="37753"/>
                    <a:pt x="403" y="37253"/>
                    <a:pt x="1210" y="37253"/>
                  </a:cubicBezTo>
                  <a:cubicBezTo>
                    <a:pt x="1726" y="37253"/>
                    <a:pt x="2129" y="37366"/>
                    <a:pt x="2419" y="37592"/>
                  </a:cubicBezTo>
                  <a:cubicBezTo>
                    <a:pt x="2709" y="37818"/>
                    <a:pt x="2887" y="38044"/>
                    <a:pt x="2951" y="38270"/>
                  </a:cubicBezTo>
                  <a:cubicBezTo>
                    <a:pt x="3016" y="38496"/>
                    <a:pt x="3064" y="38818"/>
                    <a:pt x="3096" y="39237"/>
                  </a:cubicBezTo>
                  <a:cubicBezTo>
                    <a:pt x="3225" y="40495"/>
                    <a:pt x="3500" y="41608"/>
                    <a:pt x="3919" y="42574"/>
                  </a:cubicBezTo>
                  <a:cubicBezTo>
                    <a:pt x="4306" y="43510"/>
                    <a:pt x="4693" y="44171"/>
                    <a:pt x="5080" y="44559"/>
                  </a:cubicBezTo>
                  <a:cubicBezTo>
                    <a:pt x="5435" y="44913"/>
                    <a:pt x="5725" y="45090"/>
                    <a:pt x="5951" y="45090"/>
                  </a:cubicBezTo>
                  <a:lnTo>
                    <a:pt x="7257" y="44606"/>
                  </a:lnTo>
                  <a:lnTo>
                    <a:pt x="26948" y="36285"/>
                  </a:lnTo>
                  <a:lnTo>
                    <a:pt x="9725" y="20222"/>
                  </a:lnTo>
                  <a:cubicBezTo>
                    <a:pt x="8305" y="18964"/>
                    <a:pt x="7112" y="18336"/>
                    <a:pt x="6144" y="18336"/>
                  </a:cubicBezTo>
                  <a:cubicBezTo>
                    <a:pt x="4403" y="18336"/>
                    <a:pt x="3387" y="19658"/>
                    <a:pt x="3096" y="22303"/>
                  </a:cubicBezTo>
                  <a:cubicBezTo>
                    <a:pt x="2967" y="23109"/>
                    <a:pt x="2597" y="23512"/>
                    <a:pt x="1984" y="23512"/>
                  </a:cubicBezTo>
                  <a:cubicBezTo>
                    <a:pt x="1371" y="23512"/>
                    <a:pt x="919" y="23383"/>
                    <a:pt x="629" y="23126"/>
                  </a:cubicBezTo>
                  <a:cubicBezTo>
                    <a:pt x="306" y="22867"/>
                    <a:pt x="129" y="22641"/>
                    <a:pt x="97" y="22448"/>
                  </a:cubicBezTo>
                  <a:cubicBezTo>
                    <a:pt x="32" y="22222"/>
                    <a:pt x="0" y="21948"/>
                    <a:pt x="0" y="21625"/>
                  </a:cubicBezTo>
                  <a:cubicBezTo>
                    <a:pt x="0" y="20433"/>
                    <a:pt x="48" y="18610"/>
                    <a:pt x="145" y="16159"/>
                  </a:cubicBezTo>
                  <a:cubicBezTo>
                    <a:pt x="242" y="13675"/>
                    <a:pt x="290" y="11821"/>
                    <a:pt x="290" y="10596"/>
                  </a:cubicBezTo>
                  <a:cubicBezTo>
                    <a:pt x="290" y="9563"/>
                    <a:pt x="242" y="7998"/>
                    <a:pt x="145" y="5902"/>
                  </a:cubicBezTo>
                  <a:cubicBezTo>
                    <a:pt x="48" y="3805"/>
                    <a:pt x="0" y="2274"/>
                    <a:pt x="0" y="1307"/>
                  </a:cubicBezTo>
                  <a:cubicBezTo>
                    <a:pt x="0" y="919"/>
                    <a:pt x="97" y="612"/>
                    <a:pt x="290" y="386"/>
                  </a:cubicBezTo>
                  <a:cubicBezTo>
                    <a:pt x="452" y="161"/>
                    <a:pt x="629" y="49"/>
                    <a:pt x="823" y="49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000000"/>
            </a:solidFill>
            <a:ln w="1683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84" name="Picture 283">
            <a:extLst>
              <a:ext uri="{FF2B5EF4-FFF2-40B4-BE49-F238E27FC236}">
                <a16:creationId xmlns:a16="http://schemas.microsoft.com/office/drawing/2014/main" id="{20FE18F5-B945-FEAF-C341-59D2549902D3}"/>
              </a:ext>
            </a:extLst>
          </p:cNvPr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2866" y="2514999"/>
            <a:ext cx="2886750" cy="2269606"/>
          </a:xfrm>
          <a:custGeom>
            <a:avLst/>
            <a:gdLst>
              <a:gd name="csX0" fmla="*/ 401 w 2886750"/>
              <a:gd name="csY0" fmla="*/ 47 h 2269606"/>
              <a:gd name="csX1" fmla="*/ 2887152 w 2886750"/>
              <a:gd name="csY1" fmla="*/ 47 h 2269606"/>
              <a:gd name="csX2" fmla="*/ 2887152 w 2886750"/>
              <a:gd name="csY2" fmla="*/ 2269654 h 2269606"/>
              <a:gd name="csX3" fmla="*/ 401 w 2886750"/>
              <a:gd name="csY3" fmla="*/ 2269654 h 226960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886750" h="2269606">
                <a:moveTo>
                  <a:pt x="401" y="47"/>
                </a:moveTo>
                <a:lnTo>
                  <a:pt x="2887152" y="47"/>
                </a:lnTo>
                <a:lnTo>
                  <a:pt x="2887152" y="2269654"/>
                </a:lnTo>
                <a:lnTo>
                  <a:pt x="401" y="2269654"/>
                </a:lnTo>
                <a:close/>
              </a:path>
            </a:pathLst>
          </a:custGeom>
        </p:spPr>
      </p:pic>
      <p:grpSp>
        <p:nvGrpSpPr>
          <p:cNvPr id="498" name="Group 497">
            <a:extLst>
              <a:ext uri="{FF2B5EF4-FFF2-40B4-BE49-F238E27FC236}">
                <a16:creationId xmlns:a16="http://schemas.microsoft.com/office/drawing/2014/main" id="{DD3846D8-1FE6-3081-9747-3102116A48D6}"/>
              </a:ext>
            </a:extLst>
          </p:cNvPr>
          <p:cNvGrpSpPr/>
          <p:nvPr/>
        </p:nvGrpSpPr>
        <p:grpSpPr>
          <a:xfrm>
            <a:off x="1138459" y="2521084"/>
            <a:ext cx="2993095" cy="2246171"/>
            <a:chOff x="1138459" y="2521084"/>
            <a:chExt cx="2993095" cy="2246171"/>
          </a:xfrm>
        </p:grpSpPr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42C67303-6985-3ED9-9BBB-91E4038BC686}"/>
                </a:ext>
              </a:extLst>
            </p:cNvPr>
            <p:cNvSpPr/>
            <p:nvPr/>
          </p:nvSpPr>
          <p:spPr>
            <a:xfrm>
              <a:off x="1138459" y="2521084"/>
              <a:ext cx="2320930" cy="2246171"/>
            </a:xfrm>
            <a:custGeom>
              <a:avLst/>
              <a:gdLst>
                <a:gd name="csX0" fmla="*/ 2320931 w 2320930"/>
                <a:gd name="csY0" fmla="*/ 0 h 2246171"/>
                <a:gd name="csX1" fmla="*/ 2316125 w 2320930"/>
                <a:gd name="csY1" fmla="*/ 11346 h 2246171"/>
                <a:gd name="csX2" fmla="*/ 2311219 w 2320930"/>
                <a:gd name="csY2" fmla="*/ 22691 h 2246171"/>
                <a:gd name="csX3" fmla="*/ 2307222 w 2320930"/>
                <a:gd name="csY3" fmla="*/ 31748 h 2246171"/>
                <a:gd name="csX4" fmla="*/ 2306261 w 2320930"/>
                <a:gd name="csY4" fmla="*/ 34037 h 2246171"/>
                <a:gd name="csX5" fmla="*/ 2301455 w 2320930"/>
                <a:gd name="csY5" fmla="*/ 45382 h 2246171"/>
                <a:gd name="csX6" fmla="*/ 2296532 w 2320930"/>
                <a:gd name="csY6" fmla="*/ 56727 h 2246171"/>
                <a:gd name="csX7" fmla="*/ 2292788 w 2320930"/>
                <a:gd name="csY7" fmla="*/ 65228 h 2246171"/>
                <a:gd name="csX8" fmla="*/ 2291591 w 2320930"/>
                <a:gd name="csY8" fmla="*/ 68073 h 2246171"/>
                <a:gd name="csX9" fmla="*/ 2286786 w 2320930"/>
                <a:gd name="csY9" fmla="*/ 79418 h 2246171"/>
                <a:gd name="csX10" fmla="*/ 2281862 w 2320930"/>
                <a:gd name="csY10" fmla="*/ 90764 h 2246171"/>
                <a:gd name="csX11" fmla="*/ 2278355 w 2320930"/>
                <a:gd name="csY11" fmla="*/ 98707 h 2246171"/>
                <a:gd name="csX12" fmla="*/ 2276922 w 2320930"/>
                <a:gd name="csY12" fmla="*/ 102110 h 2246171"/>
                <a:gd name="csX13" fmla="*/ 2272116 w 2320930"/>
                <a:gd name="csY13" fmla="*/ 113455 h 2246171"/>
                <a:gd name="csX14" fmla="*/ 2267175 w 2320930"/>
                <a:gd name="csY14" fmla="*/ 124801 h 2246171"/>
                <a:gd name="csX15" fmla="*/ 2263921 w 2320930"/>
                <a:gd name="csY15" fmla="*/ 132185 h 2246171"/>
                <a:gd name="csX16" fmla="*/ 2262252 w 2320930"/>
                <a:gd name="csY16" fmla="*/ 136146 h 2246171"/>
                <a:gd name="csX17" fmla="*/ 2257429 w 2320930"/>
                <a:gd name="csY17" fmla="*/ 147492 h 2246171"/>
                <a:gd name="csX18" fmla="*/ 2252506 w 2320930"/>
                <a:gd name="csY18" fmla="*/ 158837 h 2246171"/>
                <a:gd name="csX19" fmla="*/ 2249487 w 2320930"/>
                <a:gd name="csY19" fmla="*/ 165664 h 2246171"/>
                <a:gd name="csX20" fmla="*/ 2247599 w 2320930"/>
                <a:gd name="csY20" fmla="*/ 170183 h 2246171"/>
                <a:gd name="csX21" fmla="*/ 2242759 w 2320930"/>
                <a:gd name="csY21" fmla="*/ 181528 h 2246171"/>
                <a:gd name="csX22" fmla="*/ 2237819 w 2320930"/>
                <a:gd name="csY22" fmla="*/ 192872 h 2246171"/>
                <a:gd name="csX23" fmla="*/ 2235053 w 2320930"/>
                <a:gd name="csY23" fmla="*/ 199141 h 2246171"/>
                <a:gd name="csX24" fmla="*/ 2232929 w 2320930"/>
                <a:gd name="csY24" fmla="*/ 204219 h 2246171"/>
                <a:gd name="csX25" fmla="*/ 2228089 w 2320930"/>
                <a:gd name="csY25" fmla="*/ 215563 h 2246171"/>
                <a:gd name="csX26" fmla="*/ 2223149 w 2320930"/>
                <a:gd name="csY26" fmla="*/ 226910 h 2246171"/>
                <a:gd name="csX27" fmla="*/ 2220620 w 2320930"/>
                <a:gd name="csY27" fmla="*/ 232619 h 2246171"/>
                <a:gd name="csX28" fmla="*/ 2218259 w 2320930"/>
                <a:gd name="csY28" fmla="*/ 238254 h 2246171"/>
                <a:gd name="csX29" fmla="*/ 2213420 w 2320930"/>
                <a:gd name="csY29" fmla="*/ 249601 h 2246171"/>
                <a:gd name="csX30" fmla="*/ 2208462 w 2320930"/>
                <a:gd name="csY30" fmla="*/ 260945 h 2246171"/>
                <a:gd name="csX31" fmla="*/ 2206186 w 2320930"/>
                <a:gd name="csY31" fmla="*/ 266097 h 2246171"/>
                <a:gd name="csX32" fmla="*/ 2203589 w 2320930"/>
                <a:gd name="csY32" fmla="*/ 272292 h 2246171"/>
                <a:gd name="csX33" fmla="*/ 2198750 w 2320930"/>
                <a:gd name="csY33" fmla="*/ 283636 h 2246171"/>
                <a:gd name="csX34" fmla="*/ 2193793 w 2320930"/>
                <a:gd name="csY34" fmla="*/ 294983 h 2246171"/>
                <a:gd name="csX35" fmla="*/ 2191752 w 2320930"/>
                <a:gd name="csY35" fmla="*/ 299574 h 2246171"/>
                <a:gd name="csX36" fmla="*/ 2188919 w 2320930"/>
                <a:gd name="csY36" fmla="*/ 306327 h 2246171"/>
                <a:gd name="csX37" fmla="*/ 2184080 w 2320930"/>
                <a:gd name="csY37" fmla="*/ 317674 h 2246171"/>
                <a:gd name="csX38" fmla="*/ 2179106 w 2320930"/>
                <a:gd name="csY38" fmla="*/ 329018 h 2246171"/>
                <a:gd name="csX39" fmla="*/ 2177318 w 2320930"/>
                <a:gd name="csY39" fmla="*/ 333050 h 2246171"/>
                <a:gd name="csX40" fmla="*/ 2174250 w 2320930"/>
                <a:gd name="csY40" fmla="*/ 340365 h 2246171"/>
                <a:gd name="csX41" fmla="*/ 2169393 w 2320930"/>
                <a:gd name="csY41" fmla="*/ 351709 h 2246171"/>
                <a:gd name="csX42" fmla="*/ 2164436 w 2320930"/>
                <a:gd name="csY42" fmla="*/ 363056 h 2246171"/>
                <a:gd name="csX43" fmla="*/ 2162885 w 2320930"/>
                <a:gd name="csY43" fmla="*/ 366526 h 2246171"/>
                <a:gd name="csX44" fmla="*/ 2159580 w 2320930"/>
                <a:gd name="csY44" fmla="*/ 374400 h 2246171"/>
                <a:gd name="csX45" fmla="*/ 2154724 w 2320930"/>
                <a:gd name="csY45" fmla="*/ 385747 h 2246171"/>
                <a:gd name="csX46" fmla="*/ 2149749 w 2320930"/>
                <a:gd name="csY46" fmla="*/ 397091 h 2246171"/>
                <a:gd name="csX47" fmla="*/ 2148451 w 2320930"/>
                <a:gd name="csY47" fmla="*/ 400002 h 2246171"/>
                <a:gd name="csX48" fmla="*/ 2144910 w 2320930"/>
                <a:gd name="csY48" fmla="*/ 408438 h 2246171"/>
                <a:gd name="csX49" fmla="*/ 2140054 w 2320930"/>
                <a:gd name="csY49" fmla="*/ 419782 h 2246171"/>
                <a:gd name="csX50" fmla="*/ 2135063 w 2320930"/>
                <a:gd name="csY50" fmla="*/ 431129 h 2246171"/>
                <a:gd name="csX51" fmla="*/ 2134017 w 2320930"/>
                <a:gd name="csY51" fmla="*/ 433478 h 2246171"/>
                <a:gd name="csX52" fmla="*/ 2130240 w 2320930"/>
                <a:gd name="csY52" fmla="*/ 442473 h 2246171"/>
                <a:gd name="csX53" fmla="*/ 2125384 w 2320930"/>
                <a:gd name="csY53" fmla="*/ 453818 h 2246171"/>
                <a:gd name="csX54" fmla="*/ 2120393 w 2320930"/>
                <a:gd name="csY54" fmla="*/ 465164 h 2246171"/>
                <a:gd name="csX55" fmla="*/ 2119583 w 2320930"/>
                <a:gd name="csY55" fmla="*/ 466953 h 2246171"/>
                <a:gd name="csX56" fmla="*/ 2115570 w 2320930"/>
                <a:gd name="csY56" fmla="*/ 476509 h 2246171"/>
                <a:gd name="csX57" fmla="*/ 2110714 w 2320930"/>
                <a:gd name="csY57" fmla="*/ 487855 h 2246171"/>
                <a:gd name="csX58" fmla="*/ 2105706 w 2320930"/>
                <a:gd name="csY58" fmla="*/ 499200 h 2246171"/>
                <a:gd name="csX59" fmla="*/ 2105150 w 2320930"/>
                <a:gd name="csY59" fmla="*/ 500428 h 2246171"/>
                <a:gd name="csX60" fmla="*/ 2100917 w 2320930"/>
                <a:gd name="csY60" fmla="*/ 510546 h 2246171"/>
                <a:gd name="csX61" fmla="*/ 2096027 w 2320930"/>
                <a:gd name="csY61" fmla="*/ 521891 h 2246171"/>
                <a:gd name="csX62" fmla="*/ 2091019 w 2320930"/>
                <a:gd name="csY62" fmla="*/ 533237 h 2246171"/>
                <a:gd name="csX63" fmla="*/ 2090716 w 2320930"/>
                <a:gd name="csY63" fmla="*/ 533902 h 2246171"/>
                <a:gd name="csX64" fmla="*/ 2086247 w 2320930"/>
                <a:gd name="csY64" fmla="*/ 544582 h 2246171"/>
                <a:gd name="csX65" fmla="*/ 2081358 w 2320930"/>
                <a:gd name="csY65" fmla="*/ 555928 h 2246171"/>
                <a:gd name="csX66" fmla="*/ 2076333 w 2320930"/>
                <a:gd name="csY66" fmla="*/ 567273 h 2246171"/>
                <a:gd name="csX67" fmla="*/ 2076282 w 2320930"/>
                <a:gd name="csY67" fmla="*/ 567374 h 2246171"/>
                <a:gd name="csX68" fmla="*/ 2071578 w 2320930"/>
                <a:gd name="csY68" fmla="*/ 578619 h 2246171"/>
                <a:gd name="csX69" fmla="*/ 2066688 w 2320930"/>
                <a:gd name="csY69" fmla="*/ 589964 h 2246171"/>
                <a:gd name="csX70" fmla="*/ 2061848 w 2320930"/>
                <a:gd name="csY70" fmla="*/ 600855 h 2246171"/>
                <a:gd name="csX71" fmla="*/ 2061663 w 2320930"/>
                <a:gd name="csY71" fmla="*/ 601310 h 2246171"/>
                <a:gd name="csX72" fmla="*/ 2056908 w 2320930"/>
                <a:gd name="csY72" fmla="*/ 612655 h 2246171"/>
                <a:gd name="csX73" fmla="*/ 2052001 w 2320930"/>
                <a:gd name="csY73" fmla="*/ 624001 h 2246171"/>
                <a:gd name="csX74" fmla="*/ 2047415 w 2320930"/>
                <a:gd name="csY74" fmla="*/ 634336 h 2246171"/>
                <a:gd name="csX75" fmla="*/ 2046993 w 2320930"/>
                <a:gd name="csY75" fmla="*/ 635346 h 2246171"/>
                <a:gd name="csX76" fmla="*/ 2042238 w 2320930"/>
                <a:gd name="csY76" fmla="*/ 646692 h 2246171"/>
                <a:gd name="csX77" fmla="*/ 2037331 w 2320930"/>
                <a:gd name="csY77" fmla="*/ 658037 h 2246171"/>
                <a:gd name="csX78" fmla="*/ 2032981 w 2320930"/>
                <a:gd name="csY78" fmla="*/ 667815 h 2246171"/>
                <a:gd name="csX79" fmla="*/ 2032340 w 2320930"/>
                <a:gd name="csY79" fmla="*/ 669383 h 2246171"/>
                <a:gd name="csX80" fmla="*/ 2027568 w 2320930"/>
                <a:gd name="csY80" fmla="*/ 680728 h 2246171"/>
                <a:gd name="csX81" fmla="*/ 2022661 w 2320930"/>
                <a:gd name="csY81" fmla="*/ 692074 h 2246171"/>
                <a:gd name="csX82" fmla="*/ 2018547 w 2320930"/>
                <a:gd name="csY82" fmla="*/ 701296 h 2246171"/>
                <a:gd name="csX83" fmla="*/ 2017670 w 2320930"/>
                <a:gd name="csY83" fmla="*/ 703419 h 2246171"/>
                <a:gd name="csX84" fmla="*/ 2012898 w 2320930"/>
                <a:gd name="csY84" fmla="*/ 714764 h 2246171"/>
                <a:gd name="csX85" fmla="*/ 2007975 w 2320930"/>
                <a:gd name="csY85" fmla="*/ 726110 h 2246171"/>
                <a:gd name="csX86" fmla="*/ 2004113 w 2320930"/>
                <a:gd name="csY86" fmla="*/ 734777 h 2246171"/>
                <a:gd name="csX87" fmla="*/ 2003000 w 2320930"/>
                <a:gd name="csY87" fmla="*/ 737455 h 2246171"/>
                <a:gd name="csX88" fmla="*/ 1998229 w 2320930"/>
                <a:gd name="csY88" fmla="*/ 748801 h 2246171"/>
                <a:gd name="csX89" fmla="*/ 1993305 w 2320930"/>
                <a:gd name="csY89" fmla="*/ 760146 h 2246171"/>
                <a:gd name="csX90" fmla="*/ 1989680 w 2320930"/>
                <a:gd name="csY90" fmla="*/ 768256 h 2246171"/>
                <a:gd name="csX91" fmla="*/ 1988348 w 2320930"/>
                <a:gd name="csY91" fmla="*/ 771492 h 2246171"/>
                <a:gd name="csX92" fmla="*/ 1983559 w 2320930"/>
                <a:gd name="csY92" fmla="*/ 782837 h 2246171"/>
                <a:gd name="csX93" fmla="*/ 1978618 w 2320930"/>
                <a:gd name="csY93" fmla="*/ 794183 h 2246171"/>
                <a:gd name="csX94" fmla="*/ 1975263 w 2320930"/>
                <a:gd name="csY94" fmla="*/ 801736 h 2246171"/>
                <a:gd name="csX95" fmla="*/ 1973678 w 2320930"/>
                <a:gd name="csY95" fmla="*/ 805528 h 2246171"/>
                <a:gd name="csX96" fmla="*/ 1968889 w 2320930"/>
                <a:gd name="csY96" fmla="*/ 816874 h 2246171"/>
                <a:gd name="csX97" fmla="*/ 1963948 w 2320930"/>
                <a:gd name="csY97" fmla="*/ 828219 h 2246171"/>
                <a:gd name="csX98" fmla="*/ 1960829 w 2320930"/>
                <a:gd name="csY98" fmla="*/ 835215 h 2246171"/>
                <a:gd name="csX99" fmla="*/ 1959008 w 2320930"/>
                <a:gd name="csY99" fmla="*/ 839565 h 2246171"/>
                <a:gd name="csX100" fmla="*/ 1954219 w 2320930"/>
                <a:gd name="csY100" fmla="*/ 850910 h 2246171"/>
                <a:gd name="csX101" fmla="*/ 1949262 w 2320930"/>
                <a:gd name="csY101" fmla="*/ 862256 h 2246171"/>
                <a:gd name="csX102" fmla="*/ 1946395 w 2320930"/>
                <a:gd name="csY102" fmla="*/ 868694 h 2246171"/>
                <a:gd name="csX103" fmla="*/ 1944355 w 2320930"/>
                <a:gd name="csY103" fmla="*/ 873601 h 2246171"/>
                <a:gd name="csX104" fmla="*/ 1939549 w 2320930"/>
                <a:gd name="csY104" fmla="*/ 884947 h 2246171"/>
                <a:gd name="csX105" fmla="*/ 1934592 w 2320930"/>
                <a:gd name="csY105" fmla="*/ 896292 h 2246171"/>
                <a:gd name="csX106" fmla="*/ 1931961 w 2320930"/>
                <a:gd name="csY106" fmla="*/ 902172 h 2246171"/>
                <a:gd name="csX107" fmla="*/ 1929685 w 2320930"/>
                <a:gd name="csY107" fmla="*/ 907638 h 2246171"/>
                <a:gd name="csX108" fmla="*/ 1924879 w 2320930"/>
                <a:gd name="csY108" fmla="*/ 918983 h 2246171"/>
                <a:gd name="csX109" fmla="*/ 1919905 w 2320930"/>
                <a:gd name="csY109" fmla="*/ 930329 h 2246171"/>
                <a:gd name="csX110" fmla="*/ 1917528 w 2320930"/>
                <a:gd name="csY110" fmla="*/ 935649 h 2246171"/>
                <a:gd name="csX111" fmla="*/ 1915015 w 2320930"/>
                <a:gd name="csY111" fmla="*/ 941674 h 2246171"/>
                <a:gd name="csX112" fmla="*/ 1910210 w 2320930"/>
                <a:gd name="csY112" fmla="*/ 953020 h 2246171"/>
                <a:gd name="csX113" fmla="*/ 1905218 w 2320930"/>
                <a:gd name="csY113" fmla="*/ 964365 h 2246171"/>
                <a:gd name="csX114" fmla="*/ 1903094 w 2320930"/>
                <a:gd name="csY114" fmla="*/ 969127 h 2246171"/>
                <a:gd name="csX115" fmla="*/ 1900362 w 2320930"/>
                <a:gd name="csY115" fmla="*/ 975711 h 2246171"/>
                <a:gd name="csX116" fmla="*/ 1895540 w 2320930"/>
                <a:gd name="csY116" fmla="*/ 987056 h 2246171"/>
                <a:gd name="csX117" fmla="*/ 1890549 w 2320930"/>
                <a:gd name="csY117" fmla="*/ 998401 h 2246171"/>
                <a:gd name="csX118" fmla="*/ 1888660 w 2320930"/>
                <a:gd name="csY118" fmla="*/ 1002604 h 2246171"/>
                <a:gd name="csX119" fmla="*/ 1885693 w 2320930"/>
                <a:gd name="csY119" fmla="*/ 1009747 h 2246171"/>
                <a:gd name="csX120" fmla="*/ 1880870 w 2320930"/>
                <a:gd name="csY120" fmla="*/ 1021092 h 2246171"/>
                <a:gd name="csX121" fmla="*/ 1875862 w 2320930"/>
                <a:gd name="csY121" fmla="*/ 1032438 h 2246171"/>
                <a:gd name="csX122" fmla="*/ 1874226 w 2320930"/>
                <a:gd name="csY122" fmla="*/ 1036080 h 2246171"/>
                <a:gd name="csX123" fmla="*/ 1871039 w 2320930"/>
                <a:gd name="csY123" fmla="*/ 1043783 h 2246171"/>
                <a:gd name="csX124" fmla="*/ 1866200 w 2320930"/>
                <a:gd name="csY124" fmla="*/ 1055129 h 2246171"/>
                <a:gd name="csX125" fmla="*/ 1861175 w 2320930"/>
                <a:gd name="csY125" fmla="*/ 1066474 h 2246171"/>
                <a:gd name="csX126" fmla="*/ 1859793 w 2320930"/>
                <a:gd name="csY126" fmla="*/ 1069556 h 2246171"/>
                <a:gd name="csX127" fmla="*/ 1856370 w 2320930"/>
                <a:gd name="csY127" fmla="*/ 1077820 h 2246171"/>
                <a:gd name="csX128" fmla="*/ 1851530 w 2320930"/>
                <a:gd name="csY128" fmla="*/ 1089165 h 2246171"/>
                <a:gd name="csX129" fmla="*/ 1846489 w 2320930"/>
                <a:gd name="csY129" fmla="*/ 1100511 h 2246171"/>
                <a:gd name="csX130" fmla="*/ 1845359 w 2320930"/>
                <a:gd name="csY130" fmla="*/ 1103030 h 2246171"/>
                <a:gd name="csX131" fmla="*/ 1841700 w 2320930"/>
                <a:gd name="csY131" fmla="*/ 1111856 h 2246171"/>
                <a:gd name="csX132" fmla="*/ 1836861 w 2320930"/>
                <a:gd name="csY132" fmla="*/ 1123202 h 2246171"/>
                <a:gd name="csX133" fmla="*/ 1831802 w 2320930"/>
                <a:gd name="csY133" fmla="*/ 1134547 h 2246171"/>
                <a:gd name="csX134" fmla="*/ 1830925 w 2320930"/>
                <a:gd name="csY134" fmla="*/ 1136504 h 2246171"/>
                <a:gd name="csX135" fmla="*/ 1827047 w 2320930"/>
                <a:gd name="csY135" fmla="*/ 1145893 h 2246171"/>
                <a:gd name="csX136" fmla="*/ 1822191 w 2320930"/>
                <a:gd name="csY136" fmla="*/ 1157238 h 2246171"/>
                <a:gd name="csX137" fmla="*/ 1817115 w 2320930"/>
                <a:gd name="csY137" fmla="*/ 1168584 h 2246171"/>
                <a:gd name="csX138" fmla="*/ 1816491 w 2320930"/>
                <a:gd name="csY138" fmla="*/ 1169978 h 2246171"/>
                <a:gd name="csX139" fmla="*/ 1812377 w 2320930"/>
                <a:gd name="csY139" fmla="*/ 1179929 h 2246171"/>
                <a:gd name="csX140" fmla="*/ 1807521 w 2320930"/>
                <a:gd name="csY140" fmla="*/ 1191275 h 2246171"/>
                <a:gd name="csX141" fmla="*/ 1802429 w 2320930"/>
                <a:gd name="csY141" fmla="*/ 1202620 h 2246171"/>
                <a:gd name="csX142" fmla="*/ 1802058 w 2320930"/>
                <a:gd name="csY142" fmla="*/ 1203451 h 2246171"/>
                <a:gd name="csX143" fmla="*/ 1797724 w 2320930"/>
                <a:gd name="csY143" fmla="*/ 1213966 h 2246171"/>
                <a:gd name="csX144" fmla="*/ 1792851 w 2320930"/>
                <a:gd name="csY144" fmla="*/ 1225311 h 2246171"/>
                <a:gd name="csX145" fmla="*/ 1787742 w 2320930"/>
                <a:gd name="csY145" fmla="*/ 1236657 h 2246171"/>
                <a:gd name="csX146" fmla="*/ 1787624 w 2320930"/>
                <a:gd name="csY146" fmla="*/ 1236922 h 2246171"/>
                <a:gd name="csX147" fmla="*/ 1783054 w 2320930"/>
                <a:gd name="csY147" fmla="*/ 1248002 h 2246171"/>
                <a:gd name="csX148" fmla="*/ 1778181 w 2320930"/>
                <a:gd name="csY148" fmla="*/ 1259346 h 2246171"/>
                <a:gd name="csX149" fmla="*/ 1773190 w 2320930"/>
                <a:gd name="csY149" fmla="*/ 1270399 h 2246171"/>
                <a:gd name="csX150" fmla="*/ 1773072 w 2320930"/>
                <a:gd name="csY150" fmla="*/ 1270693 h 2246171"/>
                <a:gd name="csX151" fmla="*/ 1768401 w 2320930"/>
                <a:gd name="csY151" fmla="*/ 1282037 h 2246171"/>
                <a:gd name="csX152" fmla="*/ 1763495 w 2320930"/>
                <a:gd name="csY152" fmla="*/ 1293384 h 2246171"/>
                <a:gd name="csX153" fmla="*/ 1758756 w 2320930"/>
                <a:gd name="csY153" fmla="*/ 1303884 h 2246171"/>
                <a:gd name="csX154" fmla="*/ 1758402 w 2320930"/>
                <a:gd name="csY154" fmla="*/ 1304728 h 2246171"/>
                <a:gd name="csX155" fmla="*/ 1753732 w 2320930"/>
                <a:gd name="csY155" fmla="*/ 1316075 h 2246171"/>
                <a:gd name="csX156" fmla="*/ 1748825 w 2320930"/>
                <a:gd name="csY156" fmla="*/ 1327419 h 2246171"/>
                <a:gd name="csX157" fmla="*/ 1744323 w 2320930"/>
                <a:gd name="csY157" fmla="*/ 1337366 h 2246171"/>
                <a:gd name="csX158" fmla="*/ 1743749 w 2320930"/>
                <a:gd name="csY158" fmla="*/ 1338766 h 2246171"/>
                <a:gd name="csX159" fmla="*/ 1739079 w 2320930"/>
                <a:gd name="csY159" fmla="*/ 1350110 h 2246171"/>
                <a:gd name="csX160" fmla="*/ 1734155 w 2320930"/>
                <a:gd name="csY160" fmla="*/ 1361457 h 2246171"/>
                <a:gd name="csX161" fmla="*/ 1729889 w 2320930"/>
                <a:gd name="csY161" fmla="*/ 1370850 h 2246171"/>
                <a:gd name="csX162" fmla="*/ 1729096 w 2320930"/>
                <a:gd name="csY162" fmla="*/ 1372801 h 2246171"/>
                <a:gd name="csX163" fmla="*/ 1724409 w 2320930"/>
                <a:gd name="csY163" fmla="*/ 1384148 h 2246171"/>
                <a:gd name="csX164" fmla="*/ 1719485 w 2320930"/>
                <a:gd name="csY164" fmla="*/ 1395492 h 2246171"/>
                <a:gd name="csX165" fmla="*/ 1715455 w 2320930"/>
                <a:gd name="csY165" fmla="*/ 1404333 h 2246171"/>
                <a:gd name="csX166" fmla="*/ 1714443 w 2320930"/>
                <a:gd name="csY166" fmla="*/ 1406839 h 2246171"/>
                <a:gd name="csX167" fmla="*/ 1709756 w 2320930"/>
                <a:gd name="csY167" fmla="*/ 1418183 h 2246171"/>
                <a:gd name="csX168" fmla="*/ 1704798 w 2320930"/>
                <a:gd name="csY168" fmla="*/ 1429530 h 2246171"/>
                <a:gd name="csX169" fmla="*/ 1701021 w 2320930"/>
                <a:gd name="csY169" fmla="*/ 1437816 h 2246171"/>
                <a:gd name="csX170" fmla="*/ 1699791 w 2320930"/>
                <a:gd name="csY170" fmla="*/ 1440874 h 2246171"/>
                <a:gd name="csX171" fmla="*/ 1695103 w 2320930"/>
                <a:gd name="csY171" fmla="*/ 1452221 h 2246171"/>
                <a:gd name="csX172" fmla="*/ 1690129 w 2320930"/>
                <a:gd name="csY172" fmla="*/ 1463565 h 2246171"/>
                <a:gd name="csX173" fmla="*/ 1686588 w 2320930"/>
                <a:gd name="csY173" fmla="*/ 1471297 h 2246171"/>
                <a:gd name="csX174" fmla="*/ 1685137 w 2320930"/>
                <a:gd name="csY174" fmla="*/ 1474912 h 2246171"/>
                <a:gd name="csX175" fmla="*/ 1680433 w 2320930"/>
                <a:gd name="csY175" fmla="*/ 1486256 h 2246171"/>
                <a:gd name="csX176" fmla="*/ 1675459 w 2320930"/>
                <a:gd name="csY176" fmla="*/ 1497603 h 2246171"/>
                <a:gd name="csX177" fmla="*/ 1672154 w 2320930"/>
                <a:gd name="csY177" fmla="*/ 1504779 h 2246171"/>
                <a:gd name="csX178" fmla="*/ 1670485 w 2320930"/>
                <a:gd name="csY178" fmla="*/ 1508947 h 2246171"/>
                <a:gd name="csX179" fmla="*/ 1665780 w 2320930"/>
                <a:gd name="csY179" fmla="*/ 1520292 h 2246171"/>
                <a:gd name="csX180" fmla="*/ 1660772 w 2320930"/>
                <a:gd name="csY180" fmla="*/ 1531638 h 2246171"/>
                <a:gd name="csX181" fmla="*/ 1657720 w 2320930"/>
                <a:gd name="csY181" fmla="*/ 1538260 h 2246171"/>
                <a:gd name="csX182" fmla="*/ 1655832 w 2320930"/>
                <a:gd name="csY182" fmla="*/ 1542983 h 2246171"/>
                <a:gd name="csX183" fmla="*/ 1651127 w 2320930"/>
                <a:gd name="csY183" fmla="*/ 1554329 h 2246171"/>
                <a:gd name="csX184" fmla="*/ 1646102 w 2320930"/>
                <a:gd name="csY184" fmla="*/ 1565674 h 2246171"/>
                <a:gd name="csX185" fmla="*/ 1643286 w 2320930"/>
                <a:gd name="csY185" fmla="*/ 1571741 h 2246171"/>
                <a:gd name="csX186" fmla="*/ 1641179 w 2320930"/>
                <a:gd name="csY186" fmla="*/ 1577020 h 2246171"/>
                <a:gd name="csX187" fmla="*/ 1636474 w 2320930"/>
                <a:gd name="csY187" fmla="*/ 1588365 h 2246171"/>
                <a:gd name="csX188" fmla="*/ 1631416 w 2320930"/>
                <a:gd name="csY188" fmla="*/ 1599711 h 2246171"/>
                <a:gd name="csX189" fmla="*/ 1628853 w 2320930"/>
                <a:gd name="csY189" fmla="*/ 1605219 h 2246171"/>
                <a:gd name="csX190" fmla="*/ 1626526 w 2320930"/>
                <a:gd name="csY190" fmla="*/ 1611053 h 2246171"/>
                <a:gd name="csX191" fmla="*/ 1621821 w 2320930"/>
                <a:gd name="csY191" fmla="*/ 1622401 h 2246171"/>
                <a:gd name="csX192" fmla="*/ 1616746 w 2320930"/>
                <a:gd name="csY192" fmla="*/ 1633749 h 2246171"/>
                <a:gd name="csX193" fmla="*/ 1614419 w 2320930"/>
                <a:gd name="csY193" fmla="*/ 1638706 h 2246171"/>
                <a:gd name="csX194" fmla="*/ 1611890 w 2320930"/>
                <a:gd name="csY194" fmla="*/ 1645097 h 2246171"/>
                <a:gd name="csX195" fmla="*/ 1607168 w 2320930"/>
                <a:gd name="csY195" fmla="*/ 1656445 h 2246171"/>
                <a:gd name="csX196" fmla="*/ 1602059 w 2320930"/>
                <a:gd name="csY196" fmla="*/ 1667776 h 2246171"/>
                <a:gd name="csX197" fmla="*/ 1599985 w 2320930"/>
                <a:gd name="csY197" fmla="*/ 1672177 h 2246171"/>
                <a:gd name="csX198" fmla="*/ 1597237 w 2320930"/>
                <a:gd name="csY198" fmla="*/ 1679124 h 2246171"/>
                <a:gd name="csX199" fmla="*/ 1592515 w 2320930"/>
                <a:gd name="csY199" fmla="*/ 1690472 h 2246171"/>
                <a:gd name="csX200" fmla="*/ 1587372 w 2320930"/>
                <a:gd name="csY200" fmla="*/ 1701820 h 2246171"/>
                <a:gd name="csX201" fmla="*/ 1585551 w 2320930"/>
                <a:gd name="csY201" fmla="*/ 1705665 h 2246171"/>
                <a:gd name="csX202" fmla="*/ 1582601 w 2320930"/>
                <a:gd name="csY202" fmla="*/ 1713168 h 2246171"/>
                <a:gd name="csX203" fmla="*/ 1577862 w 2320930"/>
                <a:gd name="csY203" fmla="*/ 1724516 h 2246171"/>
                <a:gd name="csX204" fmla="*/ 1572686 w 2320930"/>
                <a:gd name="csY204" fmla="*/ 1735864 h 2246171"/>
                <a:gd name="csX205" fmla="*/ 1571118 w 2320930"/>
                <a:gd name="csY205" fmla="*/ 1739135 h 2246171"/>
                <a:gd name="csX206" fmla="*/ 1567964 w 2320930"/>
                <a:gd name="csY206" fmla="*/ 1747195 h 2246171"/>
                <a:gd name="csX207" fmla="*/ 1563209 w 2320930"/>
                <a:gd name="csY207" fmla="*/ 1758543 h 2246171"/>
                <a:gd name="csX208" fmla="*/ 1557982 w 2320930"/>
                <a:gd name="csY208" fmla="*/ 1769891 h 2246171"/>
                <a:gd name="csX209" fmla="*/ 1556684 w 2320930"/>
                <a:gd name="csY209" fmla="*/ 1772606 h 2246171"/>
                <a:gd name="csX210" fmla="*/ 1553328 w 2320930"/>
                <a:gd name="csY210" fmla="*/ 1781239 h 2246171"/>
                <a:gd name="csX211" fmla="*/ 1548573 w 2320930"/>
                <a:gd name="csY211" fmla="*/ 1792587 h 2246171"/>
                <a:gd name="csX212" fmla="*/ 1543295 w 2320930"/>
                <a:gd name="csY212" fmla="*/ 1803935 h 2246171"/>
                <a:gd name="csX213" fmla="*/ 1542250 w 2320930"/>
                <a:gd name="csY213" fmla="*/ 1806077 h 2246171"/>
                <a:gd name="csX214" fmla="*/ 1538709 w 2320930"/>
                <a:gd name="csY214" fmla="*/ 1815267 h 2246171"/>
                <a:gd name="csX215" fmla="*/ 1533937 w 2320930"/>
                <a:gd name="csY215" fmla="*/ 1826615 h 2246171"/>
                <a:gd name="csX216" fmla="*/ 1528592 w 2320930"/>
                <a:gd name="csY216" fmla="*/ 1837963 h 2246171"/>
                <a:gd name="csX217" fmla="*/ 1527816 w 2320930"/>
                <a:gd name="csY217" fmla="*/ 1839548 h 2246171"/>
                <a:gd name="csX218" fmla="*/ 1524073 w 2320930"/>
                <a:gd name="csY218" fmla="*/ 1849311 h 2246171"/>
                <a:gd name="csX219" fmla="*/ 1519301 w 2320930"/>
                <a:gd name="csY219" fmla="*/ 1860659 h 2246171"/>
                <a:gd name="csX220" fmla="*/ 1513888 w 2320930"/>
                <a:gd name="csY220" fmla="*/ 1872007 h 2246171"/>
                <a:gd name="csX221" fmla="*/ 1513383 w 2320930"/>
                <a:gd name="csY221" fmla="*/ 1873019 h 2246171"/>
                <a:gd name="csX222" fmla="*/ 1509471 w 2320930"/>
                <a:gd name="csY222" fmla="*/ 1883355 h 2246171"/>
                <a:gd name="csX223" fmla="*/ 1504665 w 2320930"/>
                <a:gd name="csY223" fmla="*/ 1894686 h 2246171"/>
                <a:gd name="csX224" fmla="*/ 1499168 w 2320930"/>
                <a:gd name="csY224" fmla="*/ 1906034 h 2246171"/>
                <a:gd name="csX225" fmla="*/ 1498949 w 2320930"/>
                <a:gd name="csY225" fmla="*/ 1906473 h 2246171"/>
                <a:gd name="csX226" fmla="*/ 1494868 w 2320930"/>
                <a:gd name="csY226" fmla="*/ 1917382 h 2246171"/>
                <a:gd name="csX227" fmla="*/ 1490046 w 2320930"/>
                <a:gd name="csY227" fmla="*/ 1928730 h 2246171"/>
                <a:gd name="csX228" fmla="*/ 1484515 w 2320930"/>
                <a:gd name="csY228" fmla="*/ 1939943 h 2246171"/>
                <a:gd name="csX229" fmla="*/ 1484465 w 2320930"/>
                <a:gd name="csY229" fmla="*/ 1940078 h 2246171"/>
                <a:gd name="csX230" fmla="*/ 1480283 w 2320930"/>
                <a:gd name="csY230" fmla="*/ 1951426 h 2246171"/>
                <a:gd name="csX231" fmla="*/ 1475443 w 2320930"/>
                <a:gd name="csY231" fmla="*/ 1962774 h 2246171"/>
                <a:gd name="csX232" fmla="*/ 1470081 w 2320930"/>
                <a:gd name="csY232" fmla="*/ 1973448 h 2246171"/>
                <a:gd name="csX233" fmla="*/ 1469845 w 2320930"/>
                <a:gd name="csY233" fmla="*/ 1974105 h 2246171"/>
                <a:gd name="csX234" fmla="*/ 1465697 w 2320930"/>
                <a:gd name="csY234" fmla="*/ 1985453 h 2246171"/>
                <a:gd name="csX235" fmla="*/ 1460841 w 2320930"/>
                <a:gd name="csY235" fmla="*/ 1996801 h 2246171"/>
                <a:gd name="csX236" fmla="*/ 1455648 w 2320930"/>
                <a:gd name="csY236" fmla="*/ 2006952 h 2246171"/>
                <a:gd name="csX237" fmla="*/ 1455243 w 2320930"/>
                <a:gd name="csY237" fmla="*/ 2008150 h 2246171"/>
                <a:gd name="csX238" fmla="*/ 1451162 w 2320930"/>
                <a:gd name="csY238" fmla="*/ 2019498 h 2246171"/>
                <a:gd name="csX239" fmla="*/ 1446272 w 2320930"/>
                <a:gd name="csY239" fmla="*/ 2030846 h 2246171"/>
                <a:gd name="csX240" fmla="*/ 1441214 w 2320930"/>
                <a:gd name="csY240" fmla="*/ 2040457 h 2246171"/>
                <a:gd name="csX241" fmla="*/ 1440640 w 2320930"/>
                <a:gd name="csY241" fmla="*/ 2042177 h 2246171"/>
                <a:gd name="csX242" fmla="*/ 1436661 w 2320930"/>
                <a:gd name="csY242" fmla="*/ 2053525 h 2246171"/>
                <a:gd name="csX243" fmla="*/ 1431738 w 2320930"/>
                <a:gd name="csY243" fmla="*/ 2064873 h 2246171"/>
                <a:gd name="csX244" fmla="*/ 1426780 w 2320930"/>
                <a:gd name="csY244" fmla="*/ 2073961 h 2246171"/>
                <a:gd name="csX245" fmla="*/ 1426072 w 2320930"/>
                <a:gd name="csY245" fmla="*/ 2076221 h 2246171"/>
                <a:gd name="csX246" fmla="*/ 1422211 w 2320930"/>
                <a:gd name="csY246" fmla="*/ 2087569 h 2246171"/>
                <a:gd name="csX247" fmla="*/ 1417270 w 2320930"/>
                <a:gd name="csY247" fmla="*/ 2098917 h 2246171"/>
                <a:gd name="csX248" fmla="*/ 1412346 w 2320930"/>
                <a:gd name="csY248" fmla="*/ 2107483 h 2246171"/>
                <a:gd name="csX249" fmla="*/ 1411520 w 2320930"/>
                <a:gd name="csY249" fmla="*/ 2110265 h 2246171"/>
                <a:gd name="csX250" fmla="*/ 1407878 w 2320930"/>
                <a:gd name="csY250" fmla="*/ 2121596 h 2246171"/>
                <a:gd name="csX251" fmla="*/ 1402920 w 2320930"/>
                <a:gd name="csY251" fmla="*/ 2132944 h 2246171"/>
                <a:gd name="csX252" fmla="*/ 1397913 w 2320930"/>
                <a:gd name="csY252" fmla="*/ 2141038 h 2246171"/>
                <a:gd name="csX253" fmla="*/ 1397053 w 2320930"/>
                <a:gd name="csY253" fmla="*/ 2144292 h 2246171"/>
                <a:gd name="csX254" fmla="*/ 1393748 w 2320930"/>
                <a:gd name="csY254" fmla="*/ 2155640 h 2246171"/>
                <a:gd name="csX255" fmla="*/ 1388824 w 2320930"/>
                <a:gd name="csY255" fmla="*/ 2166988 h 2246171"/>
                <a:gd name="csX256" fmla="*/ 1383479 w 2320930"/>
                <a:gd name="csY256" fmla="*/ 2174627 h 2246171"/>
                <a:gd name="csX257" fmla="*/ 1382669 w 2320930"/>
                <a:gd name="csY257" fmla="*/ 2178336 h 2246171"/>
                <a:gd name="csX258" fmla="*/ 1380022 w 2320930"/>
                <a:gd name="csY258" fmla="*/ 2189668 h 2246171"/>
                <a:gd name="csX259" fmla="*/ 1375436 w 2320930"/>
                <a:gd name="csY259" fmla="*/ 2201016 h 2246171"/>
                <a:gd name="csX260" fmla="*/ 1369045 w 2320930"/>
                <a:gd name="csY260" fmla="*/ 2208367 h 2246171"/>
                <a:gd name="csX261" fmla="*/ 1368472 w 2320930"/>
                <a:gd name="csY261" fmla="*/ 2212364 h 2246171"/>
                <a:gd name="csX262" fmla="*/ 1367258 w 2320930"/>
                <a:gd name="csY262" fmla="*/ 2223712 h 2246171"/>
                <a:gd name="csX263" fmla="*/ 1364661 w 2320930"/>
                <a:gd name="csY263" fmla="*/ 2235060 h 2246171"/>
                <a:gd name="csX264" fmla="*/ 1354611 w 2320930"/>
                <a:gd name="csY264" fmla="*/ 2243137 h 2246171"/>
                <a:gd name="csX265" fmla="*/ 1340178 w 2320930"/>
                <a:gd name="csY265" fmla="*/ 2246172 h 2246171"/>
                <a:gd name="csX266" fmla="*/ 1326570 w 2320930"/>
                <a:gd name="csY266" fmla="*/ 2235060 h 2246171"/>
                <a:gd name="csX267" fmla="*/ 1326014 w 2320930"/>
                <a:gd name="csY267" fmla="*/ 2223712 h 2246171"/>
                <a:gd name="csX268" fmla="*/ 1325744 w 2320930"/>
                <a:gd name="csY268" fmla="*/ 2222633 h 2246171"/>
                <a:gd name="csX269" fmla="*/ 1314109 w 2320930"/>
                <a:gd name="csY269" fmla="*/ 2212364 h 2246171"/>
                <a:gd name="csX270" fmla="*/ 1311866 w 2320930"/>
                <a:gd name="csY270" fmla="*/ 2201016 h 2246171"/>
                <a:gd name="csX271" fmla="*/ 1311310 w 2320930"/>
                <a:gd name="csY271" fmla="*/ 2198621 h 2246171"/>
                <a:gd name="csX272" fmla="*/ 1302053 w 2320930"/>
                <a:gd name="csY272" fmla="*/ 2189668 h 2246171"/>
                <a:gd name="csX273" fmla="*/ 1297989 w 2320930"/>
                <a:gd name="csY273" fmla="*/ 2178336 h 2246171"/>
                <a:gd name="csX274" fmla="*/ 1296876 w 2320930"/>
                <a:gd name="csY274" fmla="*/ 2174374 h 2246171"/>
                <a:gd name="csX275" fmla="*/ 1289777 w 2320930"/>
                <a:gd name="csY275" fmla="*/ 2166988 h 2246171"/>
                <a:gd name="csX276" fmla="*/ 1284297 w 2320930"/>
                <a:gd name="csY276" fmla="*/ 2155640 h 2246171"/>
                <a:gd name="csX277" fmla="*/ 1282443 w 2320930"/>
                <a:gd name="csY277" fmla="*/ 2150009 h 2246171"/>
                <a:gd name="csX278" fmla="*/ 1277266 w 2320930"/>
                <a:gd name="csY278" fmla="*/ 2144292 h 2246171"/>
                <a:gd name="csX279" fmla="*/ 1270724 w 2320930"/>
                <a:gd name="csY279" fmla="*/ 2132944 h 2246171"/>
                <a:gd name="csX280" fmla="*/ 1268009 w 2320930"/>
                <a:gd name="csY280" fmla="*/ 2125592 h 2246171"/>
                <a:gd name="csX281" fmla="*/ 1264552 w 2320930"/>
                <a:gd name="csY281" fmla="*/ 2121596 h 2246171"/>
                <a:gd name="csX282" fmla="*/ 1257234 w 2320930"/>
                <a:gd name="csY282" fmla="*/ 2110265 h 2246171"/>
                <a:gd name="csX283" fmla="*/ 1253575 w 2320930"/>
                <a:gd name="csY283" fmla="*/ 2101126 h 2246171"/>
                <a:gd name="csX284" fmla="*/ 1251737 w 2320930"/>
                <a:gd name="csY284" fmla="*/ 2098917 h 2246171"/>
                <a:gd name="csX285" fmla="*/ 1243795 w 2320930"/>
                <a:gd name="csY285" fmla="*/ 2087569 h 2246171"/>
                <a:gd name="csX286" fmla="*/ 1239141 w 2320930"/>
                <a:gd name="csY286" fmla="*/ 2076626 h 2246171"/>
                <a:gd name="csX287" fmla="*/ 1238821 w 2320930"/>
                <a:gd name="csY287" fmla="*/ 2076221 h 2246171"/>
                <a:gd name="csX288" fmla="*/ 1230407 w 2320930"/>
                <a:gd name="csY288" fmla="*/ 2064873 h 2246171"/>
                <a:gd name="csX289" fmla="*/ 1225163 w 2320930"/>
                <a:gd name="csY289" fmla="*/ 2053525 h 2246171"/>
                <a:gd name="csX290" fmla="*/ 1224708 w 2320930"/>
                <a:gd name="csY290" fmla="*/ 2052513 h 2246171"/>
                <a:gd name="csX291" fmla="*/ 1217052 w 2320930"/>
                <a:gd name="csY291" fmla="*/ 2042177 h 2246171"/>
                <a:gd name="csX292" fmla="*/ 1211353 w 2320930"/>
                <a:gd name="csY292" fmla="*/ 2030846 h 2246171"/>
                <a:gd name="csX293" fmla="*/ 1210274 w 2320930"/>
                <a:gd name="csY293" fmla="*/ 2028451 h 2246171"/>
                <a:gd name="csX294" fmla="*/ 1203698 w 2320930"/>
                <a:gd name="csY294" fmla="*/ 2019498 h 2246171"/>
                <a:gd name="csX295" fmla="*/ 1197627 w 2320930"/>
                <a:gd name="csY295" fmla="*/ 2008150 h 2246171"/>
                <a:gd name="csX296" fmla="*/ 1195840 w 2320930"/>
                <a:gd name="csY296" fmla="*/ 2004322 h 2246171"/>
                <a:gd name="csX297" fmla="*/ 1190377 w 2320930"/>
                <a:gd name="csY297" fmla="*/ 1996801 h 2246171"/>
                <a:gd name="csX298" fmla="*/ 1183952 w 2320930"/>
                <a:gd name="csY298" fmla="*/ 1985453 h 2246171"/>
                <a:gd name="csX299" fmla="*/ 1181406 w 2320930"/>
                <a:gd name="csY299" fmla="*/ 1980142 h 2246171"/>
                <a:gd name="csX300" fmla="*/ 1177073 w 2320930"/>
                <a:gd name="csY300" fmla="*/ 1974105 h 2246171"/>
                <a:gd name="csX301" fmla="*/ 1170328 w 2320930"/>
                <a:gd name="csY301" fmla="*/ 1962774 h 2246171"/>
                <a:gd name="csX302" fmla="*/ 1166973 w 2320930"/>
                <a:gd name="csY302" fmla="*/ 1955911 h 2246171"/>
                <a:gd name="csX303" fmla="*/ 1163769 w 2320930"/>
                <a:gd name="csY303" fmla="*/ 1951426 h 2246171"/>
                <a:gd name="csX304" fmla="*/ 1156754 w 2320930"/>
                <a:gd name="csY304" fmla="*/ 1940078 h 2246171"/>
                <a:gd name="csX305" fmla="*/ 1152539 w 2320930"/>
                <a:gd name="csY305" fmla="*/ 1931647 h 2246171"/>
                <a:gd name="csX306" fmla="*/ 1150482 w 2320930"/>
                <a:gd name="csY306" fmla="*/ 1928730 h 2246171"/>
                <a:gd name="csX307" fmla="*/ 1143197 w 2320930"/>
                <a:gd name="csY307" fmla="*/ 1917382 h 2246171"/>
                <a:gd name="csX308" fmla="*/ 1138105 w 2320930"/>
                <a:gd name="csY308" fmla="*/ 1907349 h 2246171"/>
                <a:gd name="csX309" fmla="*/ 1137194 w 2320930"/>
                <a:gd name="csY309" fmla="*/ 1906034 h 2246171"/>
                <a:gd name="csX310" fmla="*/ 1129691 w 2320930"/>
                <a:gd name="csY310" fmla="*/ 1894686 h 2246171"/>
                <a:gd name="csX311" fmla="*/ 1123823 w 2320930"/>
                <a:gd name="csY311" fmla="*/ 1883355 h 2246171"/>
                <a:gd name="csX312" fmla="*/ 1123671 w 2320930"/>
                <a:gd name="csY312" fmla="*/ 1883068 h 2246171"/>
                <a:gd name="csX313" fmla="*/ 1116185 w 2320930"/>
                <a:gd name="csY313" fmla="*/ 1872007 h 2246171"/>
                <a:gd name="csX314" fmla="*/ 1110097 w 2320930"/>
                <a:gd name="csY314" fmla="*/ 1860659 h 2246171"/>
                <a:gd name="csX315" fmla="*/ 1109238 w 2320930"/>
                <a:gd name="csY315" fmla="*/ 1858973 h 2246171"/>
                <a:gd name="csX316" fmla="*/ 1102729 w 2320930"/>
                <a:gd name="csY316" fmla="*/ 1849311 h 2246171"/>
                <a:gd name="csX317" fmla="*/ 1096423 w 2320930"/>
                <a:gd name="csY317" fmla="*/ 1837963 h 2246171"/>
                <a:gd name="csX318" fmla="*/ 1094804 w 2320930"/>
                <a:gd name="csY318" fmla="*/ 1834843 h 2246171"/>
                <a:gd name="csX319" fmla="*/ 1089273 w 2320930"/>
                <a:gd name="csY319" fmla="*/ 1826615 h 2246171"/>
                <a:gd name="csX320" fmla="*/ 1082781 w 2320930"/>
                <a:gd name="csY320" fmla="*/ 1815267 h 2246171"/>
                <a:gd name="csX321" fmla="*/ 1080387 w 2320930"/>
                <a:gd name="csY321" fmla="*/ 1810680 h 2246171"/>
                <a:gd name="csX322" fmla="*/ 1075834 w 2320930"/>
                <a:gd name="csY322" fmla="*/ 1803935 h 2246171"/>
                <a:gd name="csX323" fmla="*/ 1069157 w 2320930"/>
                <a:gd name="csY323" fmla="*/ 1792587 h 2246171"/>
                <a:gd name="csX324" fmla="*/ 1065953 w 2320930"/>
                <a:gd name="csY324" fmla="*/ 1786483 h 2246171"/>
                <a:gd name="csX325" fmla="*/ 1062429 w 2320930"/>
                <a:gd name="csY325" fmla="*/ 1781239 h 2246171"/>
                <a:gd name="csX326" fmla="*/ 1055566 w 2320930"/>
                <a:gd name="csY326" fmla="*/ 1769891 h 2246171"/>
                <a:gd name="csX327" fmla="*/ 1051519 w 2320930"/>
                <a:gd name="csY327" fmla="*/ 1762270 h 2246171"/>
                <a:gd name="csX328" fmla="*/ 1049024 w 2320930"/>
                <a:gd name="csY328" fmla="*/ 1758543 h 2246171"/>
                <a:gd name="csX329" fmla="*/ 1041992 w 2320930"/>
                <a:gd name="csY329" fmla="*/ 1747195 h 2246171"/>
                <a:gd name="csX330" fmla="*/ 1037086 w 2320930"/>
                <a:gd name="csY330" fmla="*/ 1738023 h 2246171"/>
                <a:gd name="csX331" fmla="*/ 1035635 w 2320930"/>
                <a:gd name="csY331" fmla="*/ 1735864 h 2246171"/>
                <a:gd name="csX332" fmla="*/ 1028452 w 2320930"/>
                <a:gd name="csY332" fmla="*/ 1724516 h 2246171"/>
                <a:gd name="csX333" fmla="*/ 1022652 w 2320930"/>
                <a:gd name="csY333" fmla="*/ 1713758 h 2246171"/>
                <a:gd name="csX334" fmla="*/ 1022247 w 2320930"/>
                <a:gd name="csY334" fmla="*/ 1713168 h 2246171"/>
                <a:gd name="csX335" fmla="*/ 1014912 w 2320930"/>
                <a:gd name="csY335" fmla="*/ 1701820 h 2246171"/>
                <a:gd name="csX336" fmla="*/ 1008690 w 2320930"/>
                <a:gd name="csY336" fmla="*/ 1690472 h 2246171"/>
                <a:gd name="csX337" fmla="*/ 1008218 w 2320930"/>
                <a:gd name="csY337" fmla="*/ 1689578 h 2246171"/>
                <a:gd name="csX338" fmla="*/ 1001406 w 2320930"/>
                <a:gd name="csY338" fmla="*/ 1679124 h 2246171"/>
                <a:gd name="csX339" fmla="*/ 995032 w 2320930"/>
                <a:gd name="csY339" fmla="*/ 1667776 h 2246171"/>
                <a:gd name="csX340" fmla="*/ 993784 w 2320930"/>
                <a:gd name="csY340" fmla="*/ 1665449 h 2246171"/>
                <a:gd name="csX341" fmla="*/ 987916 w 2320930"/>
                <a:gd name="csY341" fmla="*/ 1656445 h 2246171"/>
                <a:gd name="csX342" fmla="*/ 981408 w 2320930"/>
                <a:gd name="csY342" fmla="*/ 1645097 h 2246171"/>
                <a:gd name="csX343" fmla="*/ 979351 w 2320930"/>
                <a:gd name="csY343" fmla="*/ 1641286 h 2246171"/>
                <a:gd name="csX344" fmla="*/ 974444 w 2320930"/>
                <a:gd name="csY344" fmla="*/ 1633749 h 2246171"/>
                <a:gd name="csX345" fmla="*/ 967783 w 2320930"/>
                <a:gd name="csY345" fmla="*/ 1622401 h 2246171"/>
                <a:gd name="csX346" fmla="*/ 964917 w 2320930"/>
                <a:gd name="csY346" fmla="*/ 1617106 h 2246171"/>
                <a:gd name="csX347" fmla="*/ 960971 w 2320930"/>
                <a:gd name="csY347" fmla="*/ 1611053 h 2246171"/>
                <a:gd name="csX348" fmla="*/ 954193 w 2320930"/>
                <a:gd name="csY348" fmla="*/ 1599711 h 2246171"/>
                <a:gd name="csX349" fmla="*/ 950483 w 2320930"/>
                <a:gd name="csY349" fmla="*/ 1592913 h 2246171"/>
                <a:gd name="csX350" fmla="*/ 947515 w 2320930"/>
                <a:gd name="csY350" fmla="*/ 1588365 h 2246171"/>
                <a:gd name="csX351" fmla="*/ 940619 w 2320930"/>
                <a:gd name="csY351" fmla="*/ 1577020 h 2246171"/>
                <a:gd name="csX352" fmla="*/ 936049 w 2320930"/>
                <a:gd name="csY352" fmla="*/ 1568694 h 2246171"/>
                <a:gd name="csX353" fmla="*/ 934076 w 2320930"/>
                <a:gd name="csY353" fmla="*/ 1565674 h 2246171"/>
                <a:gd name="csX354" fmla="*/ 927062 w 2320930"/>
                <a:gd name="csY354" fmla="*/ 1554329 h 2246171"/>
                <a:gd name="csX355" fmla="*/ 921616 w 2320930"/>
                <a:gd name="csY355" fmla="*/ 1544457 h 2246171"/>
                <a:gd name="csX356" fmla="*/ 920654 w 2320930"/>
                <a:gd name="csY356" fmla="*/ 1542983 h 2246171"/>
                <a:gd name="csX357" fmla="*/ 913522 w 2320930"/>
                <a:gd name="csY357" fmla="*/ 1531638 h 2246171"/>
                <a:gd name="csX358" fmla="*/ 907222 w 2320930"/>
                <a:gd name="csY358" fmla="*/ 1520292 h 2246171"/>
                <a:gd name="csX359" fmla="*/ 907177 w 2320930"/>
                <a:gd name="csY359" fmla="*/ 1520211 h 2246171"/>
                <a:gd name="csX360" fmla="*/ 899995 w 2320930"/>
                <a:gd name="csY360" fmla="*/ 1508947 h 2246171"/>
                <a:gd name="csX361" fmla="*/ 893583 w 2320930"/>
                <a:gd name="csY361" fmla="*/ 1497603 h 2246171"/>
                <a:gd name="csX362" fmla="*/ 892743 w 2320930"/>
                <a:gd name="csY362" fmla="*/ 1496077 h 2246171"/>
                <a:gd name="csX363" fmla="*/ 886480 w 2320930"/>
                <a:gd name="csY363" fmla="*/ 1486256 h 2246171"/>
                <a:gd name="csX364" fmla="*/ 879960 w 2320930"/>
                <a:gd name="csY364" fmla="*/ 1474912 h 2246171"/>
                <a:gd name="csX365" fmla="*/ 878309 w 2320930"/>
                <a:gd name="csY365" fmla="*/ 1471924 h 2246171"/>
                <a:gd name="csX366" fmla="*/ 872977 w 2320930"/>
                <a:gd name="csY366" fmla="*/ 1463565 h 2246171"/>
                <a:gd name="csX367" fmla="*/ 866354 w 2320930"/>
                <a:gd name="csY367" fmla="*/ 1452221 h 2246171"/>
                <a:gd name="csX368" fmla="*/ 863877 w 2320930"/>
                <a:gd name="csY368" fmla="*/ 1447754 h 2246171"/>
                <a:gd name="csX369" fmla="*/ 859488 w 2320930"/>
                <a:gd name="csY369" fmla="*/ 1440874 h 2246171"/>
                <a:gd name="csX370" fmla="*/ 852762 w 2320930"/>
                <a:gd name="csY370" fmla="*/ 1429530 h 2246171"/>
                <a:gd name="csX371" fmla="*/ 849443 w 2320930"/>
                <a:gd name="csY371" fmla="*/ 1423566 h 2246171"/>
                <a:gd name="csX372" fmla="*/ 846009 w 2320930"/>
                <a:gd name="csY372" fmla="*/ 1418183 h 2246171"/>
                <a:gd name="csX373" fmla="*/ 839186 w 2320930"/>
                <a:gd name="csY373" fmla="*/ 1406839 h 2246171"/>
                <a:gd name="csX374" fmla="*/ 835010 w 2320930"/>
                <a:gd name="csY374" fmla="*/ 1399362 h 2246171"/>
                <a:gd name="csX375" fmla="*/ 832541 w 2320930"/>
                <a:gd name="csY375" fmla="*/ 1395492 h 2246171"/>
                <a:gd name="csX376" fmla="*/ 825623 w 2320930"/>
                <a:gd name="csY376" fmla="*/ 1384148 h 2246171"/>
                <a:gd name="csX377" fmla="*/ 820576 w 2320930"/>
                <a:gd name="csY377" fmla="*/ 1375143 h 2246171"/>
                <a:gd name="csX378" fmla="*/ 819082 w 2320930"/>
                <a:gd name="csY378" fmla="*/ 1372801 h 2246171"/>
                <a:gd name="csX379" fmla="*/ 812072 w 2320930"/>
                <a:gd name="csY379" fmla="*/ 1361457 h 2246171"/>
                <a:gd name="csX380" fmla="*/ 806142 w 2320930"/>
                <a:gd name="csY380" fmla="*/ 1350911 h 2246171"/>
                <a:gd name="csX381" fmla="*/ 805631 w 2320930"/>
                <a:gd name="csY381" fmla="*/ 1350110 h 2246171"/>
                <a:gd name="csX382" fmla="*/ 798534 w 2320930"/>
                <a:gd name="csY382" fmla="*/ 1338766 h 2246171"/>
                <a:gd name="csX383" fmla="*/ 792100 w 2320930"/>
                <a:gd name="csY383" fmla="*/ 1327419 h 2246171"/>
                <a:gd name="csX384" fmla="*/ 791708 w 2320930"/>
                <a:gd name="csY384" fmla="*/ 1326718 h 2246171"/>
                <a:gd name="csX385" fmla="*/ 785006 w 2320930"/>
                <a:gd name="csY385" fmla="*/ 1316075 h 2246171"/>
                <a:gd name="csX386" fmla="*/ 778485 w 2320930"/>
                <a:gd name="csY386" fmla="*/ 1304728 h 2246171"/>
                <a:gd name="csX387" fmla="*/ 777276 w 2320930"/>
                <a:gd name="csY387" fmla="*/ 1302568 h 2246171"/>
                <a:gd name="csX388" fmla="*/ 771489 w 2320930"/>
                <a:gd name="csY388" fmla="*/ 1293384 h 2246171"/>
                <a:gd name="csX389" fmla="*/ 764883 w 2320930"/>
                <a:gd name="csY389" fmla="*/ 1282037 h 2246171"/>
                <a:gd name="csX390" fmla="*/ 762843 w 2320930"/>
                <a:gd name="csY390" fmla="*/ 1278402 h 2246171"/>
                <a:gd name="csX391" fmla="*/ 757983 w 2320930"/>
                <a:gd name="csY391" fmla="*/ 1270693 h 2246171"/>
                <a:gd name="csX392" fmla="*/ 751294 w 2320930"/>
                <a:gd name="csY392" fmla="*/ 1259346 h 2246171"/>
                <a:gd name="csX393" fmla="*/ 748409 w 2320930"/>
                <a:gd name="csY393" fmla="*/ 1254222 h 2246171"/>
                <a:gd name="csX394" fmla="*/ 744487 w 2320930"/>
                <a:gd name="csY394" fmla="*/ 1248002 h 2246171"/>
                <a:gd name="csX395" fmla="*/ 737715 w 2320930"/>
                <a:gd name="csY395" fmla="*/ 1236657 h 2246171"/>
                <a:gd name="csX396" fmla="*/ 733975 w 2320930"/>
                <a:gd name="csY396" fmla="*/ 1230029 h 2246171"/>
                <a:gd name="csX397" fmla="*/ 730999 w 2320930"/>
                <a:gd name="csY397" fmla="*/ 1225311 h 2246171"/>
                <a:gd name="csX398" fmla="*/ 724150 w 2320930"/>
                <a:gd name="csY398" fmla="*/ 1213966 h 2246171"/>
                <a:gd name="csX399" fmla="*/ 719541 w 2320930"/>
                <a:gd name="csY399" fmla="*/ 1205823 h 2246171"/>
                <a:gd name="csX400" fmla="*/ 717521 w 2320930"/>
                <a:gd name="csY400" fmla="*/ 1202620 h 2246171"/>
                <a:gd name="csX401" fmla="*/ 710594 w 2320930"/>
                <a:gd name="csY401" fmla="*/ 1191275 h 2246171"/>
                <a:gd name="csX402" fmla="*/ 705108 w 2320930"/>
                <a:gd name="csY402" fmla="*/ 1181605 h 2246171"/>
                <a:gd name="csX403" fmla="*/ 704050 w 2320930"/>
                <a:gd name="csY403" fmla="*/ 1179929 h 2246171"/>
                <a:gd name="csX404" fmla="*/ 697047 w 2320930"/>
                <a:gd name="csY404" fmla="*/ 1168584 h 2246171"/>
                <a:gd name="csX405" fmla="*/ 690674 w 2320930"/>
                <a:gd name="csY405" fmla="*/ 1157376 h 2246171"/>
                <a:gd name="csX406" fmla="*/ 690588 w 2320930"/>
                <a:gd name="csY406" fmla="*/ 1157238 h 2246171"/>
                <a:gd name="csX407" fmla="*/ 683513 w 2320930"/>
                <a:gd name="csY407" fmla="*/ 1145893 h 2246171"/>
                <a:gd name="csX408" fmla="*/ 676992 w 2320930"/>
                <a:gd name="csY408" fmla="*/ 1134547 h 2246171"/>
                <a:gd name="csX409" fmla="*/ 676242 w 2320930"/>
                <a:gd name="csY409" fmla="*/ 1133218 h 2246171"/>
                <a:gd name="csX410" fmla="*/ 669986 w 2320930"/>
                <a:gd name="csY410" fmla="*/ 1123202 h 2246171"/>
                <a:gd name="csX411" fmla="*/ 663393 w 2320930"/>
                <a:gd name="csY411" fmla="*/ 1111856 h 2246171"/>
                <a:gd name="csX412" fmla="*/ 661808 w 2320930"/>
                <a:gd name="csY412" fmla="*/ 1109055 h 2246171"/>
                <a:gd name="csX413" fmla="*/ 656469 w 2320930"/>
                <a:gd name="csY413" fmla="*/ 1100511 h 2246171"/>
                <a:gd name="csX414" fmla="*/ 649806 w 2320930"/>
                <a:gd name="csY414" fmla="*/ 1089165 h 2246171"/>
                <a:gd name="csX415" fmla="*/ 647374 w 2320930"/>
                <a:gd name="csY415" fmla="*/ 1084880 h 2246171"/>
                <a:gd name="csX416" fmla="*/ 642961 w 2320930"/>
                <a:gd name="csY416" fmla="*/ 1077820 h 2246171"/>
                <a:gd name="csX417" fmla="*/ 636227 w 2320930"/>
                <a:gd name="csY417" fmla="*/ 1066474 h 2246171"/>
                <a:gd name="csX418" fmla="*/ 632940 w 2320930"/>
                <a:gd name="csY418" fmla="*/ 1060695 h 2246171"/>
                <a:gd name="csX419" fmla="*/ 629460 w 2320930"/>
                <a:gd name="csY419" fmla="*/ 1055129 h 2246171"/>
                <a:gd name="csX420" fmla="*/ 622658 w 2320930"/>
                <a:gd name="csY420" fmla="*/ 1043783 h 2246171"/>
                <a:gd name="csX421" fmla="*/ 618507 w 2320930"/>
                <a:gd name="csY421" fmla="*/ 1036498 h 2246171"/>
                <a:gd name="csX422" fmla="*/ 615967 w 2320930"/>
                <a:gd name="csY422" fmla="*/ 1032438 h 2246171"/>
                <a:gd name="csX423" fmla="*/ 609099 w 2320930"/>
                <a:gd name="csY423" fmla="*/ 1021092 h 2246171"/>
                <a:gd name="csX424" fmla="*/ 604073 w 2320930"/>
                <a:gd name="csY424" fmla="*/ 1012290 h 2246171"/>
                <a:gd name="csX425" fmla="*/ 602483 w 2320930"/>
                <a:gd name="csY425" fmla="*/ 1009747 h 2246171"/>
                <a:gd name="csX426" fmla="*/ 595549 w 2320930"/>
                <a:gd name="csY426" fmla="*/ 998401 h 2246171"/>
                <a:gd name="csX427" fmla="*/ 589641 w 2320930"/>
                <a:gd name="csY427" fmla="*/ 988073 h 2246171"/>
                <a:gd name="csX428" fmla="*/ 589003 w 2320930"/>
                <a:gd name="csY428" fmla="*/ 987056 h 2246171"/>
                <a:gd name="csX429" fmla="*/ 582007 w 2320930"/>
                <a:gd name="csY429" fmla="*/ 975711 h 2246171"/>
                <a:gd name="csX430" fmla="*/ 575487 w 2320930"/>
                <a:gd name="csY430" fmla="*/ 964365 h 2246171"/>
                <a:gd name="csX431" fmla="*/ 575207 w 2320930"/>
                <a:gd name="csY431" fmla="*/ 963871 h 2246171"/>
                <a:gd name="csX432" fmla="*/ 568474 w 2320930"/>
                <a:gd name="csY432" fmla="*/ 953020 h 2246171"/>
                <a:gd name="csX433" fmla="*/ 561891 w 2320930"/>
                <a:gd name="csY433" fmla="*/ 941674 h 2246171"/>
                <a:gd name="csX434" fmla="*/ 560773 w 2320930"/>
                <a:gd name="csY434" fmla="*/ 939711 h 2246171"/>
                <a:gd name="csX435" fmla="*/ 554949 w 2320930"/>
                <a:gd name="csY435" fmla="*/ 930329 h 2246171"/>
                <a:gd name="csX436" fmla="*/ 548304 w 2320930"/>
                <a:gd name="csY436" fmla="*/ 918983 h 2246171"/>
                <a:gd name="csX437" fmla="*/ 546340 w 2320930"/>
                <a:gd name="csY437" fmla="*/ 915541 h 2246171"/>
                <a:gd name="csX438" fmla="*/ 541431 w 2320930"/>
                <a:gd name="csY438" fmla="*/ 907638 h 2246171"/>
                <a:gd name="csX439" fmla="*/ 534727 w 2320930"/>
                <a:gd name="csY439" fmla="*/ 896292 h 2246171"/>
                <a:gd name="csX440" fmla="*/ 531906 w 2320930"/>
                <a:gd name="csY440" fmla="*/ 891360 h 2246171"/>
                <a:gd name="csX441" fmla="*/ 527921 w 2320930"/>
                <a:gd name="csY441" fmla="*/ 884947 h 2246171"/>
                <a:gd name="csX442" fmla="*/ 521156 w 2320930"/>
                <a:gd name="csY442" fmla="*/ 873601 h 2246171"/>
                <a:gd name="csX443" fmla="*/ 517472 w 2320930"/>
                <a:gd name="csY443" fmla="*/ 867170 h 2246171"/>
                <a:gd name="csX444" fmla="*/ 514418 w 2320930"/>
                <a:gd name="csY444" fmla="*/ 862256 h 2246171"/>
                <a:gd name="csX445" fmla="*/ 507594 w 2320930"/>
                <a:gd name="csY445" fmla="*/ 850910 h 2246171"/>
                <a:gd name="csX446" fmla="*/ 503040 w 2320930"/>
                <a:gd name="csY446" fmla="*/ 842970 h 2246171"/>
                <a:gd name="csX447" fmla="*/ 500922 w 2320930"/>
                <a:gd name="csY447" fmla="*/ 839565 h 2246171"/>
                <a:gd name="csX448" fmla="*/ 494041 w 2320930"/>
                <a:gd name="csY448" fmla="*/ 828219 h 2246171"/>
                <a:gd name="csX449" fmla="*/ 488606 w 2320930"/>
                <a:gd name="csY449" fmla="*/ 818761 h 2246171"/>
                <a:gd name="csX450" fmla="*/ 487433 w 2320930"/>
                <a:gd name="csY450" fmla="*/ 816874 h 2246171"/>
                <a:gd name="csX451" fmla="*/ 480496 w 2320930"/>
                <a:gd name="csY451" fmla="*/ 805528 h 2246171"/>
                <a:gd name="csX452" fmla="*/ 474172 w 2320930"/>
                <a:gd name="csY452" fmla="*/ 794542 h 2246171"/>
                <a:gd name="csX453" fmla="*/ 473948 w 2320930"/>
                <a:gd name="csY453" fmla="*/ 794183 h 2246171"/>
                <a:gd name="csX454" fmla="*/ 466957 w 2320930"/>
                <a:gd name="csY454" fmla="*/ 782837 h 2246171"/>
                <a:gd name="csX455" fmla="*/ 460381 w 2320930"/>
                <a:gd name="csY455" fmla="*/ 771492 h 2246171"/>
                <a:gd name="csX456" fmla="*/ 459739 w 2320930"/>
                <a:gd name="csY456" fmla="*/ 770369 h 2246171"/>
                <a:gd name="csX457" fmla="*/ 453426 w 2320930"/>
                <a:gd name="csY457" fmla="*/ 760146 h 2246171"/>
                <a:gd name="csX458" fmla="*/ 446796 w 2320930"/>
                <a:gd name="csY458" fmla="*/ 748801 h 2246171"/>
                <a:gd name="csX459" fmla="*/ 445305 w 2320930"/>
                <a:gd name="csY459" fmla="*/ 746201 h 2246171"/>
                <a:gd name="csX460" fmla="*/ 439901 w 2320930"/>
                <a:gd name="csY460" fmla="*/ 737455 h 2246171"/>
                <a:gd name="csX461" fmla="*/ 433217 w 2320930"/>
                <a:gd name="csY461" fmla="*/ 726110 h 2246171"/>
                <a:gd name="csX462" fmla="*/ 430871 w 2320930"/>
                <a:gd name="csY462" fmla="*/ 722025 h 2246171"/>
                <a:gd name="csX463" fmla="*/ 426383 w 2320930"/>
                <a:gd name="csY463" fmla="*/ 714764 h 2246171"/>
                <a:gd name="csX464" fmla="*/ 419646 w 2320930"/>
                <a:gd name="csY464" fmla="*/ 703419 h 2246171"/>
                <a:gd name="csX465" fmla="*/ 416439 w 2320930"/>
                <a:gd name="csY465" fmla="*/ 697840 h 2246171"/>
                <a:gd name="csX466" fmla="*/ 412871 w 2320930"/>
                <a:gd name="csY466" fmla="*/ 692074 h 2246171"/>
                <a:gd name="csX467" fmla="*/ 406083 w 2320930"/>
                <a:gd name="csY467" fmla="*/ 680728 h 2246171"/>
                <a:gd name="csX468" fmla="*/ 402005 w 2320930"/>
                <a:gd name="csY468" fmla="*/ 673646 h 2246171"/>
                <a:gd name="csX469" fmla="*/ 399367 w 2320930"/>
                <a:gd name="csY469" fmla="*/ 669383 h 2246171"/>
                <a:gd name="csX470" fmla="*/ 392527 w 2320930"/>
                <a:gd name="csY470" fmla="*/ 658037 h 2246171"/>
                <a:gd name="csX471" fmla="*/ 387572 w 2320930"/>
                <a:gd name="csY471" fmla="*/ 649444 h 2246171"/>
                <a:gd name="csX472" fmla="*/ 385867 w 2320930"/>
                <a:gd name="csY472" fmla="*/ 646692 h 2246171"/>
                <a:gd name="csX473" fmla="*/ 378977 w 2320930"/>
                <a:gd name="csY473" fmla="*/ 635346 h 2246171"/>
                <a:gd name="csX474" fmla="*/ 373138 w 2320930"/>
                <a:gd name="csY474" fmla="*/ 625234 h 2246171"/>
                <a:gd name="csX475" fmla="*/ 372374 w 2320930"/>
                <a:gd name="csY475" fmla="*/ 624001 h 2246171"/>
                <a:gd name="csX476" fmla="*/ 365435 w 2320930"/>
                <a:gd name="csY476" fmla="*/ 612655 h 2246171"/>
                <a:gd name="csX477" fmla="*/ 358866 w 2320930"/>
                <a:gd name="csY477" fmla="*/ 601310 h 2246171"/>
                <a:gd name="csX478" fmla="*/ 358704 w 2320930"/>
                <a:gd name="csY478" fmla="*/ 601027 h 2246171"/>
                <a:gd name="csX479" fmla="*/ 351899 w 2320930"/>
                <a:gd name="csY479" fmla="*/ 589964 h 2246171"/>
                <a:gd name="csX480" fmla="*/ 345282 w 2320930"/>
                <a:gd name="csY480" fmla="*/ 578619 h 2246171"/>
                <a:gd name="csX481" fmla="*/ 344270 w 2320930"/>
                <a:gd name="csY481" fmla="*/ 576862 h 2246171"/>
                <a:gd name="csX482" fmla="*/ 338369 w 2320930"/>
                <a:gd name="csY482" fmla="*/ 567273 h 2246171"/>
                <a:gd name="csX483" fmla="*/ 331703 w 2320930"/>
                <a:gd name="csY483" fmla="*/ 555928 h 2246171"/>
                <a:gd name="csX484" fmla="*/ 329838 w 2320930"/>
                <a:gd name="csY484" fmla="*/ 552689 h 2246171"/>
                <a:gd name="csX485" fmla="*/ 324846 w 2320930"/>
                <a:gd name="csY485" fmla="*/ 544582 h 2246171"/>
                <a:gd name="csX486" fmla="*/ 318131 w 2320930"/>
                <a:gd name="csY486" fmla="*/ 533237 h 2246171"/>
                <a:gd name="csX487" fmla="*/ 315405 w 2320930"/>
                <a:gd name="csY487" fmla="*/ 528509 h 2246171"/>
                <a:gd name="csX488" fmla="*/ 311327 w 2320930"/>
                <a:gd name="csY488" fmla="*/ 521891 h 2246171"/>
                <a:gd name="csX489" fmla="*/ 304567 w 2320930"/>
                <a:gd name="csY489" fmla="*/ 510546 h 2246171"/>
                <a:gd name="csX490" fmla="*/ 300971 w 2320930"/>
                <a:gd name="csY490" fmla="*/ 504319 h 2246171"/>
                <a:gd name="csX491" fmla="*/ 297816 w 2320930"/>
                <a:gd name="csY491" fmla="*/ 499200 h 2246171"/>
                <a:gd name="csX492" fmla="*/ 291009 w 2320930"/>
                <a:gd name="csY492" fmla="*/ 487855 h 2246171"/>
                <a:gd name="csX493" fmla="*/ 286537 w 2320930"/>
                <a:gd name="csY493" fmla="*/ 480124 h 2246171"/>
                <a:gd name="csX494" fmla="*/ 284310 w 2320930"/>
                <a:gd name="csY494" fmla="*/ 476509 h 2246171"/>
                <a:gd name="csX495" fmla="*/ 277457 w 2320930"/>
                <a:gd name="csY495" fmla="*/ 465164 h 2246171"/>
                <a:gd name="csX496" fmla="*/ 272103 w 2320930"/>
                <a:gd name="csY496" fmla="*/ 455919 h 2246171"/>
                <a:gd name="csX497" fmla="*/ 270808 w 2320930"/>
                <a:gd name="csY497" fmla="*/ 453818 h 2246171"/>
                <a:gd name="csX498" fmla="*/ 263910 w 2320930"/>
                <a:gd name="csY498" fmla="*/ 442473 h 2246171"/>
                <a:gd name="csX499" fmla="*/ 257670 w 2320930"/>
                <a:gd name="csY499" fmla="*/ 431709 h 2246171"/>
                <a:gd name="csX500" fmla="*/ 257312 w 2320930"/>
                <a:gd name="csY500" fmla="*/ 431129 h 2246171"/>
                <a:gd name="csX501" fmla="*/ 250370 w 2320930"/>
                <a:gd name="csY501" fmla="*/ 419782 h 2246171"/>
                <a:gd name="csX502" fmla="*/ 243764 w 2320930"/>
                <a:gd name="csY502" fmla="*/ 408438 h 2246171"/>
                <a:gd name="csX503" fmla="*/ 243237 w 2320930"/>
                <a:gd name="csY503" fmla="*/ 407525 h 2246171"/>
                <a:gd name="csX504" fmla="*/ 236837 w 2320930"/>
                <a:gd name="csY504" fmla="*/ 397091 h 2246171"/>
                <a:gd name="csX505" fmla="*/ 230185 w 2320930"/>
                <a:gd name="csY505" fmla="*/ 385747 h 2246171"/>
                <a:gd name="csX506" fmla="*/ 228804 w 2320930"/>
                <a:gd name="csY506" fmla="*/ 383354 h 2246171"/>
                <a:gd name="csX507" fmla="*/ 223308 w 2320930"/>
                <a:gd name="csY507" fmla="*/ 374400 h 2246171"/>
                <a:gd name="csX508" fmla="*/ 216613 w 2320930"/>
                <a:gd name="csY508" fmla="*/ 363056 h 2246171"/>
                <a:gd name="csX509" fmla="*/ 214370 w 2320930"/>
                <a:gd name="csY509" fmla="*/ 359177 h 2246171"/>
                <a:gd name="csX510" fmla="*/ 209785 w 2320930"/>
                <a:gd name="csY510" fmla="*/ 351709 h 2246171"/>
                <a:gd name="csX511" fmla="*/ 203047 w 2320930"/>
                <a:gd name="csY511" fmla="*/ 340365 h 2246171"/>
                <a:gd name="csX512" fmla="*/ 199936 w 2320930"/>
                <a:gd name="csY512" fmla="*/ 334992 h 2246171"/>
                <a:gd name="csX513" fmla="*/ 196267 w 2320930"/>
                <a:gd name="csY513" fmla="*/ 329018 h 2246171"/>
                <a:gd name="csX514" fmla="*/ 189487 w 2320930"/>
                <a:gd name="csY514" fmla="*/ 317674 h 2246171"/>
                <a:gd name="csX515" fmla="*/ 185502 w 2320930"/>
                <a:gd name="csY515" fmla="*/ 310801 h 2246171"/>
                <a:gd name="csX516" fmla="*/ 182754 w 2320930"/>
                <a:gd name="csY516" fmla="*/ 306327 h 2246171"/>
                <a:gd name="csX517" fmla="*/ 175933 w 2320930"/>
                <a:gd name="csY517" fmla="*/ 294983 h 2246171"/>
                <a:gd name="csX518" fmla="*/ 171069 w 2320930"/>
                <a:gd name="csY518" fmla="*/ 286602 h 2246171"/>
                <a:gd name="csX519" fmla="*/ 169246 w 2320930"/>
                <a:gd name="csY519" fmla="*/ 283636 h 2246171"/>
                <a:gd name="csX520" fmla="*/ 162383 w 2320930"/>
                <a:gd name="csY520" fmla="*/ 272292 h 2246171"/>
                <a:gd name="csX521" fmla="*/ 156635 w 2320930"/>
                <a:gd name="csY521" fmla="*/ 262397 h 2246171"/>
                <a:gd name="csX522" fmla="*/ 155743 w 2320930"/>
                <a:gd name="csY522" fmla="*/ 260945 h 2246171"/>
                <a:gd name="csX523" fmla="*/ 148841 w 2320930"/>
                <a:gd name="csY523" fmla="*/ 249601 h 2246171"/>
                <a:gd name="csX524" fmla="*/ 142242 w 2320930"/>
                <a:gd name="csY524" fmla="*/ 238254 h 2246171"/>
                <a:gd name="csX525" fmla="*/ 142203 w 2320930"/>
                <a:gd name="csY525" fmla="*/ 238187 h 2246171"/>
                <a:gd name="csX526" fmla="*/ 135303 w 2320930"/>
                <a:gd name="csY526" fmla="*/ 226910 h 2246171"/>
                <a:gd name="csX527" fmla="*/ 128663 w 2320930"/>
                <a:gd name="csY527" fmla="*/ 215563 h 2246171"/>
                <a:gd name="csX528" fmla="*/ 127769 w 2320930"/>
                <a:gd name="csY528" fmla="*/ 214019 h 2246171"/>
                <a:gd name="csX529" fmla="*/ 121770 w 2320930"/>
                <a:gd name="csY529" fmla="*/ 204219 h 2246171"/>
                <a:gd name="csX530" fmla="*/ 115091 w 2320930"/>
                <a:gd name="csY530" fmla="*/ 192872 h 2246171"/>
                <a:gd name="csX531" fmla="*/ 113335 w 2320930"/>
                <a:gd name="csY531" fmla="*/ 189844 h 2246171"/>
                <a:gd name="csX532" fmla="*/ 108243 w 2320930"/>
                <a:gd name="csY532" fmla="*/ 181528 h 2246171"/>
                <a:gd name="csX533" fmla="*/ 101524 w 2320930"/>
                <a:gd name="csY533" fmla="*/ 170183 h 2246171"/>
                <a:gd name="csX534" fmla="*/ 98902 w 2320930"/>
                <a:gd name="csY534" fmla="*/ 165662 h 2246171"/>
                <a:gd name="csX535" fmla="*/ 94720 w 2320930"/>
                <a:gd name="csY535" fmla="*/ 158837 h 2246171"/>
                <a:gd name="csX536" fmla="*/ 87963 w 2320930"/>
                <a:gd name="csY536" fmla="*/ 147492 h 2246171"/>
                <a:gd name="csX537" fmla="*/ 84468 w 2320930"/>
                <a:gd name="csY537" fmla="*/ 141474 h 2246171"/>
                <a:gd name="csX538" fmla="*/ 81202 w 2320930"/>
                <a:gd name="csY538" fmla="*/ 136146 h 2246171"/>
                <a:gd name="csX539" fmla="*/ 74406 w 2320930"/>
                <a:gd name="csY539" fmla="*/ 124801 h 2246171"/>
                <a:gd name="csX540" fmla="*/ 70034 w 2320930"/>
                <a:gd name="csY540" fmla="*/ 117281 h 2246171"/>
                <a:gd name="csX541" fmla="*/ 67689 w 2320930"/>
                <a:gd name="csY541" fmla="*/ 113455 h 2246171"/>
                <a:gd name="csX542" fmla="*/ 60856 w 2320930"/>
                <a:gd name="csY542" fmla="*/ 102110 h 2246171"/>
                <a:gd name="csX543" fmla="*/ 55602 w 2320930"/>
                <a:gd name="csY543" fmla="*/ 93080 h 2246171"/>
                <a:gd name="csX544" fmla="*/ 54181 w 2320930"/>
                <a:gd name="csY544" fmla="*/ 90764 h 2246171"/>
                <a:gd name="csX545" fmla="*/ 47309 w 2320930"/>
                <a:gd name="csY545" fmla="*/ 79418 h 2246171"/>
                <a:gd name="csX546" fmla="*/ 41168 w 2320930"/>
                <a:gd name="csY546" fmla="*/ 68874 h 2246171"/>
                <a:gd name="csX547" fmla="*/ 40676 w 2320930"/>
                <a:gd name="csY547" fmla="*/ 68073 h 2246171"/>
                <a:gd name="csX548" fmla="*/ 33769 w 2320930"/>
                <a:gd name="csY548" fmla="*/ 56727 h 2246171"/>
                <a:gd name="csX549" fmla="*/ 27139 w 2320930"/>
                <a:gd name="csY549" fmla="*/ 45382 h 2246171"/>
                <a:gd name="csX550" fmla="*/ 26735 w 2320930"/>
                <a:gd name="csY550" fmla="*/ 44683 h 2246171"/>
                <a:gd name="csX551" fmla="*/ 20233 w 2320930"/>
                <a:gd name="csY551" fmla="*/ 34037 h 2246171"/>
                <a:gd name="csX552" fmla="*/ 13567 w 2320930"/>
                <a:gd name="csY552" fmla="*/ 22691 h 2246171"/>
                <a:gd name="csX553" fmla="*/ 12301 w 2320930"/>
                <a:gd name="csY553" fmla="*/ 20511 h 2246171"/>
                <a:gd name="csX554" fmla="*/ 6701 w 2320930"/>
                <a:gd name="csY554" fmla="*/ 11346 h 2246171"/>
                <a:gd name="csX555" fmla="*/ 0 w 2320930"/>
                <a:gd name="csY555" fmla="*/ 0 h 2246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</a:cxnLst>
              <a:rect l="l" t="t" r="r" b="b"/>
              <a:pathLst>
                <a:path w="2320930" h="2246171">
                  <a:moveTo>
                    <a:pt x="2320931" y="0"/>
                  </a:moveTo>
                  <a:lnTo>
                    <a:pt x="2316125" y="11346"/>
                  </a:lnTo>
                  <a:lnTo>
                    <a:pt x="2311219" y="22691"/>
                  </a:lnTo>
                  <a:lnTo>
                    <a:pt x="2307222" y="31748"/>
                  </a:lnTo>
                  <a:lnTo>
                    <a:pt x="2306261" y="34037"/>
                  </a:lnTo>
                  <a:lnTo>
                    <a:pt x="2301455" y="45382"/>
                  </a:lnTo>
                  <a:lnTo>
                    <a:pt x="2296532" y="56727"/>
                  </a:lnTo>
                  <a:lnTo>
                    <a:pt x="2292788" y="65228"/>
                  </a:lnTo>
                  <a:lnTo>
                    <a:pt x="2291591" y="68073"/>
                  </a:lnTo>
                  <a:lnTo>
                    <a:pt x="2286786" y="79418"/>
                  </a:lnTo>
                  <a:lnTo>
                    <a:pt x="2281862" y="90764"/>
                  </a:lnTo>
                  <a:lnTo>
                    <a:pt x="2278355" y="98707"/>
                  </a:lnTo>
                  <a:lnTo>
                    <a:pt x="2276922" y="102110"/>
                  </a:lnTo>
                  <a:lnTo>
                    <a:pt x="2272116" y="113455"/>
                  </a:lnTo>
                  <a:lnTo>
                    <a:pt x="2267175" y="124801"/>
                  </a:lnTo>
                  <a:lnTo>
                    <a:pt x="2263921" y="132185"/>
                  </a:lnTo>
                  <a:lnTo>
                    <a:pt x="2262252" y="136146"/>
                  </a:lnTo>
                  <a:lnTo>
                    <a:pt x="2257429" y="147492"/>
                  </a:lnTo>
                  <a:lnTo>
                    <a:pt x="2252506" y="158837"/>
                  </a:lnTo>
                  <a:lnTo>
                    <a:pt x="2249487" y="165664"/>
                  </a:lnTo>
                  <a:lnTo>
                    <a:pt x="2247599" y="170183"/>
                  </a:lnTo>
                  <a:lnTo>
                    <a:pt x="2242759" y="181528"/>
                  </a:lnTo>
                  <a:lnTo>
                    <a:pt x="2237819" y="192872"/>
                  </a:lnTo>
                  <a:lnTo>
                    <a:pt x="2235053" y="199141"/>
                  </a:lnTo>
                  <a:lnTo>
                    <a:pt x="2232929" y="204219"/>
                  </a:lnTo>
                  <a:lnTo>
                    <a:pt x="2228089" y="215563"/>
                  </a:lnTo>
                  <a:lnTo>
                    <a:pt x="2223149" y="226910"/>
                  </a:lnTo>
                  <a:lnTo>
                    <a:pt x="2220620" y="232619"/>
                  </a:lnTo>
                  <a:lnTo>
                    <a:pt x="2218259" y="238254"/>
                  </a:lnTo>
                  <a:lnTo>
                    <a:pt x="2213420" y="249601"/>
                  </a:lnTo>
                  <a:lnTo>
                    <a:pt x="2208462" y="260945"/>
                  </a:lnTo>
                  <a:lnTo>
                    <a:pt x="2206186" y="266097"/>
                  </a:lnTo>
                  <a:lnTo>
                    <a:pt x="2203589" y="272292"/>
                  </a:lnTo>
                  <a:lnTo>
                    <a:pt x="2198750" y="283636"/>
                  </a:lnTo>
                  <a:lnTo>
                    <a:pt x="2193793" y="294983"/>
                  </a:lnTo>
                  <a:lnTo>
                    <a:pt x="2191752" y="299574"/>
                  </a:lnTo>
                  <a:lnTo>
                    <a:pt x="2188919" y="306327"/>
                  </a:lnTo>
                  <a:lnTo>
                    <a:pt x="2184080" y="317674"/>
                  </a:lnTo>
                  <a:lnTo>
                    <a:pt x="2179106" y="329018"/>
                  </a:lnTo>
                  <a:lnTo>
                    <a:pt x="2177318" y="333050"/>
                  </a:lnTo>
                  <a:lnTo>
                    <a:pt x="2174250" y="340365"/>
                  </a:lnTo>
                  <a:lnTo>
                    <a:pt x="2169393" y="351709"/>
                  </a:lnTo>
                  <a:lnTo>
                    <a:pt x="2164436" y="363056"/>
                  </a:lnTo>
                  <a:lnTo>
                    <a:pt x="2162885" y="366526"/>
                  </a:lnTo>
                  <a:lnTo>
                    <a:pt x="2159580" y="374400"/>
                  </a:lnTo>
                  <a:lnTo>
                    <a:pt x="2154724" y="385747"/>
                  </a:lnTo>
                  <a:lnTo>
                    <a:pt x="2149749" y="397091"/>
                  </a:lnTo>
                  <a:lnTo>
                    <a:pt x="2148451" y="400002"/>
                  </a:lnTo>
                  <a:lnTo>
                    <a:pt x="2144910" y="408438"/>
                  </a:lnTo>
                  <a:lnTo>
                    <a:pt x="2140054" y="419782"/>
                  </a:lnTo>
                  <a:lnTo>
                    <a:pt x="2135063" y="431129"/>
                  </a:lnTo>
                  <a:lnTo>
                    <a:pt x="2134017" y="433478"/>
                  </a:lnTo>
                  <a:lnTo>
                    <a:pt x="2130240" y="442473"/>
                  </a:lnTo>
                  <a:lnTo>
                    <a:pt x="2125384" y="453818"/>
                  </a:lnTo>
                  <a:lnTo>
                    <a:pt x="2120393" y="465164"/>
                  </a:lnTo>
                  <a:lnTo>
                    <a:pt x="2119583" y="466953"/>
                  </a:lnTo>
                  <a:lnTo>
                    <a:pt x="2115570" y="476509"/>
                  </a:lnTo>
                  <a:lnTo>
                    <a:pt x="2110714" y="487855"/>
                  </a:lnTo>
                  <a:lnTo>
                    <a:pt x="2105706" y="499200"/>
                  </a:lnTo>
                  <a:lnTo>
                    <a:pt x="2105150" y="500428"/>
                  </a:lnTo>
                  <a:lnTo>
                    <a:pt x="2100917" y="510546"/>
                  </a:lnTo>
                  <a:lnTo>
                    <a:pt x="2096027" y="521891"/>
                  </a:lnTo>
                  <a:lnTo>
                    <a:pt x="2091019" y="533237"/>
                  </a:lnTo>
                  <a:lnTo>
                    <a:pt x="2090716" y="533902"/>
                  </a:lnTo>
                  <a:lnTo>
                    <a:pt x="2086247" y="544582"/>
                  </a:lnTo>
                  <a:lnTo>
                    <a:pt x="2081358" y="555928"/>
                  </a:lnTo>
                  <a:lnTo>
                    <a:pt x="2076333" y="567273"/>
                  </a:lnTo>
                  <a:lnTo>
                    <a:pt x="2076282" y="567374"/>
                  </a:lnTo>
                  <a:lnTo>
                    <a:pt x="2071578" y="578619"/>
                  </a:lnTo>
                  <a:lnTo>
                    <a:pt x="2066688" y="589964"/>
                  </a:lnTo>
                  <a:lnTo>
                    <a:pt x="2061848" y="600855"/>
                  </a:lnTo>
                  <a:lnTo>
                    <a:pt x="2061663" y="601310"/>
                  </a:lnTo>
                  <a:lnTo>
                    <a:pt x="2056908" y="612655"/>
                  </a:lnTo>
                  <a:lnTo>
                    <a:pt x="2052001" y="624001"/>
                  </a:lnTo>
                  <a:lnTo>
                    <a:pt x="2047415" y="634336"/>
                  </a:lnTo>
                  <a:lnTo>
                    <a:pt x="2046993" y="635346"/>
                  </a:lnTo>
                  <a:lnTo>
                    <a:pt x="2042238" y="646692"/>
                  </a:lnTo>
                  <a:lnTo>
                    <a:pt x="2037331" y="658037"/>
                  </a:lnTo>
                  <a:lnTo>
                    <a:pt x="2032981" y="667815"/>
                  </a:lnTo>
                  <a:lnTo>
                    <a:pt x="2032340" y="669383"/>
                  </a:lnTo>
                  <a:lnTo>
                    <a:pt x="2027568" y="680728"/>
                  </a:lnTo>
                  <a:lnTo>
                    <a:pt x="2022661" y="692074"/>
                  </a:lnTo>
                  <a:lnTo>
                    <a:pt x="2018547" y="701296"/>
                  </a:lnTo>
                  <a:lnTo>
                    <a:pt x="2017670" y="703419"/>
                  </a:lnTo>
                  <a:lnTo>
                    <a:pt x="2012898" y="714764"/>
                  </a:lnTo>
                  <a:lnTo>
                    <a:pt x="2007975" y="726110"/>
                  </a:lnTo>
                  <a:lnTo>
                    <a:pt x="2004113" y="734777"/>
                  </a:lnTo>
                  <a:lnTo>
                    <a:pt x="2003000" y="737455"/>
                  </a:lnTo>
                  <a:lnTo>
                    <a:pt x="1998229" y="748801"/>
                  </a:lnTo>
                  <a:lnTo>
                    <a:pt x="1993305" y="760146"/>
                  </a:lnTo>
                  <a:lnTo>
                    <a:pt x="1989680" y="768256"/>
                  </a:lnTo>
                  <a:lnTo>
                    <a:pt x="1988348" y="771492"/>
                  </a:lnTo>
                  <a:lnTo>
                    <a:pt x="1983559" y="782837"/>
                  </a:lnTo>
                  <a:lnTo>
                    <a:pt x="1978618" y="794183"/>
                  </a:lnTo>
                  <a:lnTo>
                    <a:pt x="1975263" y="801736"/>
                  </a:lnTo>
                  <a:lnTo>
                    <a:pt x="1973678" y="805528"/>
                  </a:lnTo>
                  <a:lnTo>
                    <a:pt x="1968889" y="816874"/>
                  </a:lnTo>
                  <a:lnTo>
                    <a:pt x="1963948" y="828219"/>
                  </a:lnTo>
                  <a:lnTo>
                    <a:pt x="1960829" y="835215"/>
                  </a:lnTo>
                  <a:lnTo>
                    <a:pt x="1959008" y="839565"/>
                  </a:lnTo>
                  <a:lnTo>
                    <a:pt x="1954219" y="850910"/>
                  </a:lnTo>
                  <a:lnTo>
                    <a:pt x="1949262" y="862256"/>
                  </a:lnTo>
                  <a:lnTo>
                    <a:pt x="1946395" y="868694"/>
                  </a:lnTo>
                  <a:lnTo>
                    <a:pt x="1944355" y="873601"/>
                  </a:lnTo>
                  <a:lnTo>
                    <a:pt x="1939549" y="884947"/>
                  </a:lnTo>
                  <a:lnTo>
                    <a:pt x="1934592" y="896292"/>
                  </a:lnTo>
                  <a:lnTo>
                    <a:pt x="1931961" y="902172"/>
                  </a:lnTo>
                  <a:lnTo>
                    <a:pt x="1929685" y="907638"/>
                  </a:lnTo>
                  <a:lnTo>
                    <a:pt x="1924879" y="918983"/>
                  </a:lnTo>
                  <a:lnTo>
                    <a:pt x="1919905" y="930329"/>
                  </a:lnTo>
                  <a:lnTo>
                    <a:pt x="1917528" y="935649"/>
                  </a:lnTo>
                  <a:lnTo>
                    <a:pt x="1915015" y="941674"/>
                  </a:lnTo>
                  <a:lnTo>
                    <a:pt x="1910210" y="953020"/>
                  </a:lnTo>
                  <a:lnTo>
                    <a:pt x="1905218" y="964365"/>
                  </a:lnTo>
                  <a:lnTo>
                    <a:pt x="1903094" y="969127"/>
                  </a:lnTo>
                  <a:lnTo>
                    <a:pt x="1900362" y="975711"/>
                  </a:lnTo>
                  <a:lnTo>
                    <a:pt x="1895540" y="987056"/>
                  </a:lnTo>
                  <a:lnTo>
                    <a:pt x="1890549" y="998401"/>
                  </a:lnTo>
                  <a:lnTo>
                    <a:pt x="1888660" y="1002604"/>
                  </a:lnTo>
                  <a:lnTo>
                    <a:pt x="1885693" y="1009747"/>
                  </a:lnTo>
                  <a:lnTo>
                    <a:pt x="1880870" y="1021092"/>
                  </a:lnTo>
                  <a:lnTo>
                    <a:pt x="1875862" y="1032438"/>
                  </a:lnTo>
                  <a:lnTo>
                    <a:pt x="1874226" y="1036080"/>
                  </a:lnTo>
                  <a:lnTo>
                    <a:pt x="1871039" y="1043783"/>
                  </a:lnTo>
                  <a:lnTo>
                    <a:pt x="1866200" y="1055129"/>
                  </a:lnTo>
                  <a:lnTo>
                    <a:pt x="1861175" y="1066474"/>
                  </a:lnTo>
                  <a:lnTo>
                    <a:pt x="1859793" y="1069556"/>
                  </a:lnTo>
                  <a:lnTo>
                    <a:pt x="1856370" y="1077820"/>
                  </a:lnTo>
                  <a:lnTo>
                    <a:pt x="1851530" y="1089165"/>
                  </a:lnTo>
                  <a:lnTo>
                    <a:pt x="1846489" y="1100511"/>
                  </a:lnTo>
                  <a:lnTo>
                    <a:pt x="1845359" y="1103030"/>
                  </a:lnTo>
                  <a:lnTo>
                    <a:pt x="1841700" y="1111856"/>
                  </a:lnTo>
                  <a:lnTo>
                    <a:pt x="1836861" y="1123202"/>
                  </a:lnTo>
                  <a:lnTo>
                    <a:pt x="1831802" y="1134547"/>
                  </a:lnTo>
                  <a:lnTo>
                    <a:pt x="1830925" y="1136504"/>
                  </a:lnTo>
                  <a:lnTo>
                    <a:pt x="1827047" y="1145893"/>
                  </a:lnTo>
                  <a:lnTo>
                    <a:pt x="1822191" y="1157238"/>
                  </a:lnTo>
                  <a:lnTo>
                    <a:pt x="1817115" y="1168584"/>
                  </a:lnTo>
                  <a:lnTo>
                    <a:pt x="1816491" y="1169978"/>
                  </a:lnTo>
                  <a:lnTo>
                    <a:pt x="1812377" y="1179929"/>
                  </a:lnTo>
                  <a:lnTo>
                    <a:pt x="1807521" y="1191275"/>
                  </a:lnTo>
                  <a:lnTo>
                    <a:pt x="1802429" y="1202620"/>
                  </a:lnTo>
                  <a:lnTo>
                    <a:pt x="1802058" y="1203451"/>
                  </a:lnTo>
                  <a:lnTo>
                    <a:pt x="1797724" y="1213966"/>
                  </a:lnTo>
                  <a:lnTo>
                    <a:pt x="1792851" y="1225311"/>
                  </a:lnTo>
                  <a:lnTo>
                    <a:pt x="1787742" y="1236657"/>
                  </a:lnTo>
                  <a:lnTo>
                    <a:pt x="1787624" y="1236922"/>
                  </a:lnTo>
                  <a:lnTo>
                    <a:pt x="1783054" y="1248002"/>
                  </a:lnTo>
                  <a:lnTo>
                    <a:pt x="1778181" y="1259346"/>
                  </a:lnTo>
                  <a:lnTo>
                    <a:pt x="1773190" y="1270399"/>
                  </a:lnTo>
                  <a:lnTo>
                    <a:pt x="1773072" y="1270693"/>
                  </a:lnTo>
                  <a:lnTo>
                    <a:pt x="1768401" y="1282037"/>
                  </a:lnTo>
                  <a:lnTo>
                    <a:pt x="1763495" y="1293384"/>
                  </a:lnTo>
                  <a:lnTo>
                    <a:pt x="1758756" y="1303884"/>
                  </a:lnTo>
                  <a:lnTo>
                    <a:pt x="1758402" y="1304728"/>
                  </a:lnTo>
                  <a:lnTo>
                    <a:pt x="1753732" y="1316075"/>
                  </a:lnTo>
                  <a:lnTo>
                    <a:pt x="1748825" y="1327419"/>
                  </a:lnTo>
                  <a:lnTo>
                    <a:pt x="1744323" y="1337366"/>
                  </a:lnTo>
                  <a:lnTo>
                    <a:pt x="1743749" y="1338766"/>
                  </a:lnTo>
                  <a:lnTo>
                    <a:pt x="1739079" y="1350110"/>
                  </a:lnTo>
                  <a:lnTo>
                    <a:pt x="1734155" y="1361457"/>
                  </a:lnTo>
                  <a:lnTo>
                    <a:pt x="1729889" y="1370850"/>
                  </a:lnTo>
                  <a:lnTo>
                    <a:pt x="1729096" y="1372801"/>
                  </a:lnTo>
                  <a:lnTo>
                    <a:pt x="1724409" y="1384148"/>
                  </a:lnTo>
                  <a:lnTo>
                    <a:pt x="1719485" y="1395492"/>
                  </a:lnTo>
                  <a:lnTo>
                    <a:pt x="1715455" y="1404333"/>
                  </a:lnTo>
                  <a:lnTo>
                    <a:pt x="1714443" y="1406839"/>
                  </a:lnTo>
                  <a:lnTo>
                    <a:pt x="1709756" y="1418183"/>
                  </a:lnTo>
                  <a:lnTo>
                    <a:pt x="1704798" y="1429530"/>
                  </a:lnTo>
                  <a:lnTo>
                    <a:pt x="1701021" y="1437816"/>
                  </a:lnTo>
                  <a:lnTo>
                    <a:pt x="1699791" y="1440874"/>
                  </a:lnTo>
                  <a:lnTo>
                    <a:pt x="1695103" y="1452221"/>
                  </a:lnTo>
                  <a:lnTo>
                    <a:pt x="1690129" y="1463565"/>
                  </a:lnTo>
                  <a:lnTo>
                    <a:pt x="1686588" y="1471297"/>
                  </a:lnTo>
                  <a:lnTo>
                    <a:pt x="1685137" y="1474912"/>
                  </a:lnTo>
                  <a:lnTo>
                    <a:pt x="1680433" y="1486256"/>
                  </a:lnTo>
                  <a:lnTo>
                    <a:pt x="1675459" y="1497603"/>
                  </a:lnTo>
                  <a:lnTo>
                    <a:pt x="1672154" y="1504779"/>
                  </a:lnTo>
                  <a:lnTo>
                    <a:pt x="1670485" y="1508947"/>
                  </a:lnTo>
                  <a:lnTo>
                    <a:pt x="1665780" y="1520292"/>
                  </a:lnTo>
                  <a:lnTo>
                    <a:pt x="1660772" y="1531638"/>
                  </a:lnTo>
                  <a:lnTo>
                    <a:pt x="1657720" y="1538260"/>
                  </a:lnTo>
                  <a:lnTo>
                    <a:pt x="1655832" y="1542983"/>
                  </a:lnTo>
                  <a:lnTo>
                    <a:pt x="1651127" y="1554329"/>
                  </a:lnTo>
                  <a:lnTo>
                    <a:pt x="1646102" y="1565674"/>
                  </a:lnTo>
                  <a:lnTo>
                    <a:pt x="1643286" y="1571741"/>
                  </a:lnTo>
                  <a:lnTo>
                    <a:pt x="1641179" y="1577020"/>
                  </a:lnTo>
                  <a:lnTo>
                    <a:pt x="1636474" y="1588365"/>
                  </a:lnTo>
                  <a:lnTo>
                    <a:pt x="1631416" y="1599711"/>
                  </a:lnTo>
                  <a:lnTo>
                    <a:pt x="1628853" y="1605219"/>
                  </a:lnTo>
                  <a:lnTo>
                    <a:pt x="1626526" y="1611053"/>
                  </a:lnTo>
                  <a:lnTo>
                    <a:pt x="1621821" y="1622401"/>
                  </a:lnTo>
                  <a:lnTo>
                    <a:pt x="1616746" y="1633749"/>
                  </a:lnTo>
                  <a:lnTo>
                    <a:pt x="1614419" y="1638706"/>
                  </a:lnTo>
                  <a:lnTo>
                    <a:pt x="1611890" y="1645097"/>
                  </a:lnTo>
                  <a:lnTo>
                    <a:pt x="1607168" y="1656445"/>
                  </a:lnTo>
                  <a:lnTo>
                    <a:pt x="1602059" y="1667776"/>
                  </a:lnTo>
                  <a:lnTo>
                    <a:pt x="1599985" y="1672177"/>
                  </a:lnTo>
                  <a:lnTo>
                    <a:pt x="1597237" y="1679124"/>
                  </a:lnTo>
                  <a:lnTo>
                    <a:pt x="1592515" y="1690472"/>
                  </a:lnTo>
                  <a:lnTo>
                    <a:pt x="1587372" y="1701820"/>
                  </a:lnTo>
                  <a:lnTo>
                    <a:pt x="1585551" y="1705665"/>
                  </a:lnTo>
                  <a:lnTo>
                    <a:pt x="1582601" y="1713168"/>
                  </a:lnTo>
                  <a:lnTo>
                    <a:pt x="1577862" y="1724516"/>
                  </a:lnTo>
                  <a:lnTo>
                    <a:pt x="1572686" y="1735864"/>
                  </a:lnTo>
                  <a:lnTo>
                    <a:pt x="1571118" y="1739135"/>
                  </a:lnTo>
                  <a:lnTo>
                    <a:pt x="1567964" y="1747195"/>
                  </a:lnTo>
                  <a:lnTo>
                    <a:pt x="1563209" y="1758543"/>
                  </a:lnTo>
                  <a:lnTo>
                    <a:pt x="1557982" y="1769891"/>
                  </a:lnTo>
                  <a:lnTo>
                    <a:pt x="1556684" y="1772606"/>
                  </a:lnTo>
                  <a:lnTo>
                    <a:pt x="1553328" y="1781239"/>
                  </a:lnTo>
                  <a:lnTo>
                    <a:pt x="1548573" y="1792587"/>
                  </a:lnTo>
                  <a:lnTo>
                    <a:pt x="1543295" y="1803935"/>
                  </a:lnTo>
                  <a:lnTo>
                    <a:pt x="1542250" y="1806077"/>
                  </a:lnTo>
                  <a:lnTo>
                    <a:pt x="1538709" y="1815267"/>
                  </a:lnTo>
                  <a:lnTo>
                    <a:pt x="1533937" y="1826615"/>
                  </a:lnTo>
                  <a:lnTo>
                    <a:pt x="1528592" y="1837963"/>
                  </a:lnTo>
                  <a:lnTo>
                    <a:pt x="1527816" y="1839548"/>
                  </a:lnTo>
                  <a:lnTo>
                    <a:pt x="1524073" y="1849311"/>
                  </a:lnTo>
                  <a:lnTo>
                    <a:pt x="1519301" y="1860659"/>
                  </a:lnTo>
                  <a:lnTo>
                    <a:pt x="1513888" y="1872007"/>
                  </a:lnTo>
                  <a:lnTo>
                    <a:pt x="1513383" y="1873019"/>
                  </a:lnTo>
                  <a:lnTo>
                    <a:pt x="1509471" y="1883355"/>
                  </a:lnTo>
                  <a:lnTo>
                    <a:pt x="1504665" y="1894686"/>
                  </a:lnTo>
                  <a:lnTo>
                    <a:pt x="1499168" y="1906034"/>
                  </a:lnTo>
                  <a:lnTo>
                    <a:pt x="1498949" y="1906473"/>
                  </a:lnTo>
                  <a:lnTo>
                    <a:pt x="1494868" y="1917382"/>
                  </a:lnTo>
                  <a:lnTo>
                    <a:pt x="1490046" y="1928730"/>
                  </a:lnTo>
                  <a:lnTo>
                    <a:pt x="1484515" y="1939943"/>
                  </a:lnTo>
                  <a:lnTo>
                    <a:pt x="1484465" y="1940078"/>
                  </a:lnTo>
                  <a:lnTo>
                    <a:pt x="1480283" y="1951426"/>
                  </a:lnTo>
                  <a:lnTo>
                    <a:pt x="1475443" y="1962774"/>
                  </a:lnTo>
                  <a:lnTo>
                    <a:pt x="1470081" y="1973448"/>
                  </a:lnTo>
                  <a:lnTo>
                    <a:pt x="1469845" y="1974105"/>
                  </a:lnTo>
                  <a:lnTo>
                    <a:pt x="1465697" y="1985453"/>
                  </a:lnTo>
                  <a:lnTo>
                    <a:pt x="1460841" y="1996801"/>
                  </a:lnTo>
                  <a:lnTo>
                    <a:pt x="1455648" y="2006952"/>
                  </a:lnTo>
                  <a:lnTo>
                    <a:pt x="1455243" y="2008150"/>
                  </a:lnTo>
                  <a:lnTo>
                    <a:pt x="1451162" y="2019498"/>
                  </a:lnTo>
                  <a:lnTo>
                    <a:pt x="1446272" y="2030846"/>
                  </a:lnTo>
                  <a:lnTo>
                    <a:pt x="1441214" y="2040457"/>
                  </a:lnTo>
                  <a:lnTo>
                    <a:pt x="1440640" y="2042177"/>
                  </a:lnTo>
                  <a:lnTo>
                    <a:pt x="1436661" y="2053525"/>
                  </a:lnTo>
                  <a:lnTo>
                    <a:pt x="1431738" y="2064873"/>
                  </a:lnTo>
                  <a:lnTo>
                    <a:pt x="1426780" y="2073961"/>
                  </a:lnTo>
                  <a:lnTo>
                    <a:pt x="1426072" y="2076221"/>
                  </a:lnTo>
                  <a:lnTo>
                    <a:pt x="1422211" y="2087569"/>
                  </a:lnTo>
                  <a:lnTo>
                    <a:pt x="1417270" y="2098917"/>
                  </a:lnTo>
                  <a:lnTo>
                    <a:pt x="1412346" y="2107483"/>
                  </a:lnTo>
                  <a:lnTo>
                    <a:pt x="1411520" y="2110265"/>
                  </a:lnTo>
                  <a:lnTo>
                    <a:pt x="1407878" y="2121596"/>
                  </a:lnTo>
                  <a:lnTo>
                    <a:pt x="1402920" y="2132944"/>
                  </a:lnTo>
                  <a:lnTo>
                    <a:pt x="1397913" y="2141038"/>
                  </a:lnTo>
                  <a:lnTo>
                    <a:pt x="1397053" y="2144292"/>
                  </a:lnTo>
                  <a:lnTo>
                    <a:pt x="1393748" y="2155640"/>
                  </a:lnTo>
                  <a:lnTo>
                    <a:pt x="1388824" y="2166988"/>
                  </a:lnTo>
                  <a:lnTo>
                    <a:pt x="1383479" y="2174627"/>
                  </a:lnTo>
                  <a:lnTo>
                    <a:pt x="1382669" y="2178336"/>
                  </a:lnTo>
                  <a:lnTo>
                    <a:pt x="1380022" y="2189668"/>
                  </a:lnTo>
                  <a:lnTo>
                    <a:pt x="1375436" y="2201016"/>
                  </a:lnTo>
                  <a:lnTo>
                    <a:pt x="1369045" y="2208367"/>
                  </a:lnTo>
                  <a:lnTo>
                    <a:pt x="1368472" y="2212364"/>
                  </a:lnTo>
                  <a:lnTo>
                    <a:pt x="1367258" y="2223712"/>
                  </a:lnTo>
                  <a:lnTo>
                    <a:pt x="1364661" y="2235060"/>
                  </a:lnTo>
                  <a:lnTo>
                    <a:pt x="1354611" y="2243137"/>
                  </a:lnTo>
                  <a:lnTo>
                    <a:pt x="1340178" y="2246172"/>
                  </a:lnTo>
                  <a:lnTo>
                    <a:pt x="1326570" y="2235060"/>
                  </a:lnTo>
                  <a:lnTo>
                    <a:pt x="1326014" y="2223712"/>
                  </a:lnTo>
                  <a:lnTo>
                    <a:pt x="1325744" y="2222633"/>
                  </a:lnTo>
                  <a:lnTo>
                    <a:pt x="1314109" y="2212364"/>
                  </a:lnTo>
                  <a:lnTo>
                    <a:pt x="1311866" y="2201016"/>
                  </a:lnTo>
                  <a:lnTo>
                    <a:pt x="1311310" y="2198621"/>
                  </a:lnTo>
                  <a:lnTo>
                    <a:pt x="1302053" y="2189668"/>
                  </a:lnTo>
                  <a:lnTo>
                    <a:pt x="1297989" y="2178336"/>
                  </a:lnTo>
                  <a:lnTo>
                    <a:pt x="1296876" y="2174374"/>
                  </a:lnTo>
                  <a:lnTo>
                    <a:pt x="1289777" y="2166988"/>
                  </a:lnTo>
                  <a:lnTo>
                    <a:pt x="1284297" y="2155640"/>
                  </a:lnTo>
                  <a:lnTo>
                    <a:pt x="1282443" y="2150009"/>
                  </a:lnTo>
                  <a:lnTo>
                    <a:pt x="1277266" y="2144292"/>
                  </a:lnTo>
                  <a:lnTo>
                    <a:pt x="1270724" y="2132944"/>
                  </a:lnTo>
                  <a:lnTo>
                    <a:pt x="1268009" y="2125592"/>
                  </a:lnTo>
                  <a:lnTo>
                    <a:pt x="1264552" y="2121596"/>
                  </a:lnTo>
                  <a:lnTo>
                    <a:pt x="1257234" y="2110265"/>
                  </a:lnTo>
                  <a:lnTo>
                    <a:pt x="1253575" y="2101126"/>
                  </a:lnTo>
                  <a:lnTo>
                    <a:pt x="1251737" y="2098917"/>
                  </a:lnTo>
                  <a:lnTo>
                    <a:pt x="1243795" y="2087569"/>
                  </a:lnTo>
                  <a:lnTo>
                    <a:pt x="1239141" y="2076626"/>
                  </a:lnTo>
                  <a:lnTo>
                    <a:pt x="1238821" y="2076221"/>
                  </a:lnTo>
                  <a:lnTo>
                    <a:pt x="1230407" y="2064873"/>
                  </a:lnTo>
                  <a:lnTo>
                    <a:pt x="1225163" y="2053525"/>
                  </a:lnTo>
                  <a:lnTo>
                    <a:pt x="1224708" y="2052513"/>
                  </a:lnTo>
                  <a:lnTo>
                    <a:pt x="1217052" y="2042177"/>
                  </a:lnTo>
                  <a:lnTo>
                    <a:pt x="1211353" y="2030846"/>
                  </a:lnTo>
                  <a:lnTo>
                    <a:pt x="1210274" y="2028451"/>
                  </a:lnTo>
                  <a:lnTo>
                    <a:pt x="1203698" y="2019498"/>
                  </a:lnTo>
                  <a:lnTo>
                    <a:pt x="1197627" y="2008150"/>
                  </a:lnTo>
                  <a:lnTo>
                    <a:pt x="1195840" y="2004322"/>
                  </a:lnTo>
                  <a:lnTo>
                    <a:pt x="1190377" y="1996801"/>
                  </a:lnTo>
                  <a:lnTo>
                    <a:pt x="1183952" y="1985453"/>
                  </a:lnTo>
                  <a:lnTo>
                    <a:pt x="1181406" y="1980142"/>
                  </a:lnTo>
                  <a:lnTo>
                    <a:pt x="1177073" y="1974105"/>
                  </a:lnTo>
                  <a:lnTo>
                    <a:pt x="1170328" y="1962774"/>
                  </a:lnTo>
                  <a:lnTo>
                    <a:pt x="1166973" y="1955911"/>
                  </a:lnTo>
                  <a:lnTo>
                    <a:pt x="1163769" y="1951426"/>
                  </a:lnTo>
                  <a:lnTo>
                    <a:pt x="1156754" y="1940078"/>
                  </a:lnTo>
                  <a:lnTo>
                    <a:pt x="1152539" y="1931647"/>
                  </a:lnTo>
                  <a:lnTo>
                    <a:pt x="1150482" y="1928730"/>
                  </a:lnTo>
                  <a:lnTo>
                    <a:pt x="1143197" y="1917382"/>
                  </a:lnTo>
                  <a:lnTo>
                    <a:pt x="1138105" y="1907349"/>
                  </a:lnTo>
                  <a:lnTo>
                    <a:pt x="1137194" y="1906034"/>
                  </a:lnTo>
                  <a:lnTo>
                    <a:pt x="1129691" y="1894686"/>
                  </a:lnTo>
                  <a:lnTo>
                    <a:pt x="1123823" y="1883355"/>
                  </a:lnTo>
                  <a:lnTo>
                    <a:pt x="1123671" y="1883068"/>
                  </a:lnTo>
                  <a:lnTo>
                    <a:pt x="1116185" y="1872007"/>
                  </a:lnTo>
                  <a:lnTo>
                    <a:pt x="1110097" y="1860659"/>
                  </a:lnTo>
                  <a:lnTo>
                    <a:pt x="1109238" y="1858973"/>
                  </a:lnTo>
                  <a:lnTo>
                    <a:pt x="1102729" y="1849311"/>
                  </a:lnTo>
                  <a:lnTo>
                    <a:pt x="1096423" y="1837963"/>
                  </a:lnTo>
                  <a:lnTo>
                    <a:pt x="1094804" y="1834843"/>
                  </a:lnTo>
                  <a:lnTo>
                    <a:pt x="1089273" y="1826615"/>
                  </a:lnTo>
                  <a:lnTo>
                    <a:pt x="1082781" y="1815267"/>
                  </a:lnTo>
                  <a:lnTo>
                    <a:pt x="1080387" y="1810680"/>
                  </a:lnTo>
                  <a:lnTo>
                    <a:pt x="1075834" y="1803935"/>
                  </a:lnTo>
                  <a:lnTo>
                    <a:pt x="1069157" y="1792587"/>
                  </a:lnTo>
                  <a:lnTo>
                    <a:pt x="1065953" y="1786483"/>
                  </a:lnTo>
                  <a:lnTo>
                    <a:pt x="1062429" y="1781239"/>
                  </a:lnTo>
                  <a:lnTo>
                    <a:pt x="1055566" y="1769891"/>
                  </a:lnTo>
                  <a:lnTo>
                    <a:pt x="1051519" y="1762270"/>
                  </a:lnTo>
                  <a:lnTo>
                    <a:pt x="1049024" y="1758543"/>
                  </a:lnTo>
                  <a:lnTo>
                    <a:pt x="1041992" y="1747195"/>
                  </a:lnTo>
                  <a:lnTo>
                    <a:pt x="1037086" y="1738023"/>
                  </a:lnTo>
                  <a:lnTo>
                    <a:pt x="1035635" y="1735864"/>
                  </a:lnTo>
                  <a:lnTo>
                    <a:pt x="1028452" y="1724516"/>
                  </a:lnTo>
                  <a:lnTo>
                    <a:pt x="1022652" y="1713758"/>
                  </a:lnTo>
                  <a:lnTo>
                    <a:pt x="1022247" y="1713168"/>
                  </a:lnTo>
                  <a:lnTo>
                    <a:pt x="1014912" y="1701820"/>
                  </a:lnTo>
                  <a:lnTo>
                    <a:pt x="1008690" y="1690472"/>
                  </a:lnTo>
                  <a:lnTo>
                    <a:pt x="1008218" y="1689578"/>
                  </a:lnTo>
                  <a:lnTo>
                    <a:pt x="1001406" y="1679124"/>
                  </a:lnTo>
                  <a:lnTo>
                    <a:pt x="995032" y="1667776"/>
                  </a:lnTo>
                  <a:lnTo>
                    <a:pt x="993784" y="1665449"/>
                  </a:lnTo>
                  <a:lnTo>
                    <a:pt x="987916" y="1656445"/>
                  </a:lnTo>
                  <a:lnTo>
                    <a:pt x="981408" y="1645097"/>
                  </a:lnTo>
                  <a:lnTo>
                    <a:pt x="979351" y="1641286"/>
                  </a:lnTo>
                  <a:lnTo>
                    <a:pt x="974444" y="1633749"/>
                  </a:lnTo>
                  <a:lnTo>
                    <a:pt x="967783" y="1622401"/>
                  </a:lnTo>
                  <a:lnTo>
                    <a:pt x="964917" y="1617106"/>
                  </a:lnTo>
                  <a:lnTo>
                    <a:pt x="960971" y="1611053"/>
                  </a:lnTo>
                  <a:lnTo>
                    <a:pt x="954193" y="1599711"/>
                  </a:lnTo>
                  <a:lnTo>
                    <a:pt x="950483" y="1592913"/>
                  </a:lnTo>
                  <a:lnTo>
                    <a:pt x="947515" y="1588365"/>
                  </a:lnTo>
                  <a:lnTo>
                    <a:pt x="940619" y="1577020"/>
                  </a:lnTo>
                  <a:lnTo>
                    <a:pt x="936049" y="1568694"/>
                  </a:lnTo>
                  <a:lnTo>
                    <a:pt x="934076" y="1565674"/>
                  </a:lnTo>
                  <a:lnTo>
                    <a:pt x="927062" y="1554329"/>
                  </a:lnTo>
                  <a:lnTo>
                    <a:pt x="921616" y="1544457"/>
                  </a:lnTo>
                  <a:lnTo>
                    <a:pt x="920654" y="1542983"/>
                  </a:lnTo>
                  <a:lnTo>
                    <a:pt x="913522" y="1531638"/>
                  </a:lnTo>
                  <a:lnTo>
                    <a:pt x="907222" y="1520292"/>
                  </a:lnTo>
                  <a:lnTo>
                    <a:pt x="907177" y="1520211"/>
                  </a:lnTo>
                  <a:lnTo>
                    <a:pt x="899995" y="1508947"/>
                  </a:lnTo>
                  <a:lnTo>
                    <a:pt x="893583" y="1497603"/>
                  </a:lnTo>
                  <a:lnTo>
                    <a:pt x="892743" y="1496077"/>
                  </a:lnTo>
                  <a:lnTo>
                    <a:pt x="886480" y="1486256"/>
                  </a:lnTo>
                  <a:lnTo>
                    <a:pt x="879960" y="1474912"/>
                  </a:lnTo>
                  <a:lnTo>
                    <a:pt x="878309" y="1471924"/>
                  </a:lnTo>
                  <a:lnTo>
                    <a:pt x="872977" y="1463565"/>
                  </a:lnTo>
                  <a:lnTo>
                    <a:pt x="866354" y="1452221"/>
                  </a:lnTo>
                  <a:lnTo>
                    <a:pt x="863877" y="1447754"/>
                  </a:lnTo>
                  <a:lnTo>
                    <a:pt x="859488" y="1440874"/>
                  </a:lnTo>
                  <a:lnTo>
                    <a:pt x="852762" y="1429530"/>
                  </a:lnTo>
                  <a:lnTo>
                    <a:pt x="849443" y="1423566"/>
                  </a:lnTo>
                  <a:lnTo>
                    <a:pt x="846009" y="1418183"/>
                  </a:lnTo>
                  <a:lnTo>
                    <a:pt x="839186" y="1406839"/>
                  </a:lnTo>
                  <a:lnTo>
                    <a:pt x="835010" y="1399362"/>
                  </a:lnTo>
                  <a:lnTo>
                    <a:pt x="832541" y="1395492"/>
                  </a:lnTo>
                  <a:lnTo>
                    <a:pt x="825623" y="1384148"/>
                  </a:lnTo>
                  <a:lnTo>
                    <a:pt x="820576" y="1375143"/>
                  </a:lnTo>
                  <a:lnTo>
                    <a:pt x="819082" y="1372801"/>
                  </a:lnTo>
                  <a:lnTo>
                    <a:pt x="812072" y="1361457"/>
                  </a:lnTo>
                  <a:lnTo>
                    <a:pt x="806142" y="1350911"/>
                  </a:lnTo>
                  <a:lnTo>
                    <a:pt x="805631" y="1350110"/>
                  </a:lnTo>
                  <a:lnTo>
                    <a:pt x="798534" y="1338766"/>
                  </a:lnTo>
                  <a:lnTo>
                    <a:pt x="792100" y="1327419"/>
                  </a:lnTo>
                  <a:lnTo>
                    <a:pt x="791708" y="1326718"/>
                  </a:lnTo>
                  <a:lnTo>
                    <a:pt x="785006" y="1316075"/>
                  </a:lnTo>
                  <a:lnTo>
                    <a:pt x="778485" y="1304728"/>
                  </a:lnTo>
                  <a:lnTo>
                    <a:pt x="777276" y="1302568"/>
                  </a:lnTo>
                  <a:lnTo>
                    <a:pt x="771489" y="1293384"/>
                  </a:lnTo>
                  <a:lnTo>
                    <a:pt x="764883" y="1282037"/>
                  </a:lnTo>
                  <a:lnTo>
                    <a:pt x="762843" y="1278402"/>
                  </a:lnTo>
                  <a:lnTo>
                    <a:pt x="757983" y="1270693"/>
                  </a:lnTo>
                  <a:lnTo>
                    <a:pt x="751294" y="1259346"/>
                  </a:lnTo>
                  <a:lnTo>
                    <a:pt x="748409" y="1254222"/>
                  </a:lnTo>
                  <a:lnTo>
                    <a:pt x="744487" y="1248002"/>
                  </a:lnTo>
                  <a:lnTo>
                    <a:pt x="737715" y="1236657"/>
                  </a:lnTo>
                  <a:lnTo>
                    <a:pt x="733975" y="1230029"/>
                  </a:lnTo>
                  <a:lnTo>
                    <a:pt x="730999" y="1225311"/>
                  </a:lnTo>
                  <a:lnTo>
                    <a:pt x="724150" y="1213966"/>
                  </a:lnTo>
                  <a:lnTo>
                    <a:pt x="719541" y="1205823"/>
                  </a:lnTo>
                  <a:lnTo>
                    <a:pt x="717521" y="1202620"/>
                  </a:lnTo>
                  <a:lnTo>
                    <a:pt x="710594" y="1191275"/>
                  </a:lnTo>
                  <a:lnTo>
                    <a:pt x="705108" y="1181605"/>
                  </a:lnTo>
                  <a:lnTo>
                    <a:pt x="704050" y="1179929"/>
                  </a:lnTo>
                  <a:lnTo>
                    <a:pt x="697047" y="1168584"/>
                  </a:lnTo>
                  <a:lnTo>
                    <a:pt x="690674" y="1157376"/>
                  </a:lnTo>
                  <a:lnTo>
                    <a:pt x="690588" y="1157238"/>
                  </a:lnTo>
                  <a:lnTo>
                    <a:pt x="683513" y="1145893"/>
                  </a:lnTo>
                  <a:lnTo>
                    <a:pt x="676992" y="1134547"/>
                  </a:lnTo>
                  <a:lnTo>
                    <a:pt x="676242" y="1133218"/>
                  </a:lnTo>
                  <a:lnTo>
                    <a:pt x="669986" y="1123202"/>
                  </a:lnTo>
                  <a:lnTo>
                    <a:pt x="663393" y="1111856"/>
                  </a:lnTo>
                  <a:lnTo>
                    <a:pt x="661808" y="1109055"/>
                  </a:lnTo>
                  <a:lnTo>
                    <a:pt x="656469" y="1100511"/>
                  </a:lnTo>
                  <a:lnTo>
                    <a:pt x="649806" y="1089165"/>
                  </a:lnTo>
                  <a:lnTo>
                    <a:pt x="647374" y="1084880"/>
                  </a:lnTo>
                  <a:lnTo>
                    <a:pt x="642961" y="1077820"/>
                  </a:lnTo>
                  <a:lnTo>
                    <a:pt x="636227" y="1066474"/>
                  </a:lnTo>
                  <a:lnTo>
                    <a:pt x="632940" y="1060695"/>
                  </a:lnTo>
                  <a:lnTo>
                    <a:pt x="629460" y="1055129"/>
                  </a:lnTo>
                  <a:lnTo>
                    <a:pt x="622658" y="1043783"/>
                  </a:lnTo>
                  <a:lnTo>
                    <a:pt x="618507" y="1036498"/>
                  </a:lnTo>
                  <a:lnTo>
                    <a:pt x="615967" y="1032438"/>
                  </a:lnTo>
                  <a:lnTo>
                    <a:pt x="609099" y="1021092"/>
                  </a:lnTo>
                  <a:lnTo>
                    <a:pt x="604073" y="1012290"/>
                  </a:lnTo>
                  <a:lnTo>
                    <a:pt x="602483" y="1009747"/>
                  </a:lnTo>
                  <a:lnTo>
                    <a:pt x="595549" y="998401"/>
                  </a:lnTo>
                  <a:lnTo>
                    <a:pt x="589641" y="988073"/>
                  </a:lnTo>
                  <a:lnTo>
                    <a:pt x="589003" y="987056"/>
                  </a:lnTo>
                  <a:lnTo>
                    <a:pt x="582007" y="975711"/>
                  </a:lnTo>
                  <a:lnTo>
                    <a:pt x="575487" y="964365"/>
                  </a:lnTo>
                  <a:lnTo>
                    <a:pt x="575207" y="963871"/>
                  </a:lnTo>
                  <a:lnTo>
                    <a:pt x="568474" y="953020"/>
                  </a:lnTo>
                  <a:lnTo>
                    <a:pt x="561891" y="941674"/>
                  </a:lnTo>
                  <a:lnTo>
                    <a:pt x="560773" y="939711"/>
                  </a:lnTo>
                  <a:lnTo>
                    <a:pt x="554949" y="930329"/>
                  </a:lnTo>
                  <a:lnTo>
                    <a:pt x="548304" y="918983"/>
                  </a:lnTo>
                  <a:lnTo>
                    <a:pt x="546340" y="915541"/>
                  </a:lnTo>
                  <a:lnTo>
                    <a:pt x="541431" y="907638"/>
                  </a:lnTo>
                  <a:lnTo>
                    <a:pt x="534727" y="896292"/>
                  </a:lnTo>
                  <a:lnTo>
                    <a:pt x="531906" y="891360"/>
                  </a:lnTo>
                  <a:lnTo>
                    <a:pt x="527921" y="884947"/>
                  </a:lnTo>
                  <a:lnTo>
                    <a:pt x="521156" y="873601"/>
                  </a:lnTo>
                  <a:lnTo>
                    <a:pt x="517472" y="867170"/>
                  </a:lnTo>
                  <a:lnTo>
                    <a:pt x="514418" y="862256"/>
                  </a:lnTo>
                  <a:lnTo>
                    <a:pt x="507594" y="850910"/>
                  </a:lnTo>
                  <a:lnTo>
                    <a:pt x="503040" y="842970"/>
                  </a:lnTo>
                  <a:lnTo>
                    <a:pt x="500922" y="839565"/>
                  </a:lnTo>
                  <a:lnTo>
                    <a:pt x="494041" y="828219"/>
                  </a:lnTo>
                  <a:lnTo>
                    <a:pt x="488606" y="818761"/>
                  </a:lnTo>
                  <a:lnTo>
                    <a:pt x="487433" y="816874"/>
                  </a:lnTo>
                  <a:lnTo>
                    <a:pt x="480496" y="805528"/>
                  </a:lnTo>
                  <a:lnTo>
                    <a:pt x="474172" y="794542"/>
                  </a:lnTo>
                  <a:lnTo>
                    <a:pt x="473948" y="794183"/>
                  </a:lnTo>
                  <a:lnTo>
                    <a:pt x="466957" y="782837"/>
                  </a:lnTo>
                  <a:lnTo>
                    <a:pt x="460381" y="771492"/>
                  </a:lnTo>
                  <a:lnTo>
                    <a:pt x="459739" y="770369"/>
                  </a:lnTo>
                  <a:lnTo>
                    <a:pt x="453426" y="760146"/>
                  </a:lnTo>
                  <a:lnTo>
                    <a:pt x="446796" y="748801"/>
                  </a:lnTo>
                  <a:lnTo>
                    <a:pt x="445305" y="746201"/>
                  </a:lnTo>
                  <a:lnTo>
                    <a:pt x="439901" y="737455"/>
                  </a:lnTo>
                  <a:lnTo>
                    <a:pt x="433217" y="726110"/>
                  </a:lnTo>
                  <a:lnTo>
                    <a:pt x="430871" y="722025"/>
                  </a:lnTo>
                  <a:lnTo>
                    <a:pt x="426383" y="714764"/>
                  </a:lnTo>
                  <a:lnTo>
                    <a:pt x="419646" y="703419"/>
                  </a:lnTo>
                  <a:lnTo>
                    <a:pt x="416439" y="697840"/>
                  </a:lnTo>
                  <a:lnTo>
                    <a:pt x="412871" y="692074"/>
                  </a:lnTo>
                  <a:lnTo>
                    <a:pt x="406083" y="680728"/>
                  </a:lnTo>
                  <a:lnTo>
                    <a:pt x="402005" y="673646"/>
                  </a:lnTo>
                  <a:lnTo>
                    <a:pt x="399367" y="669383"/>
                  </a:lnTo>
                  <a:lnTo>
                    <a:pt x="392527" y="658037"/>
                  </a:lnTo>
                  <a:lnTo>
                    <a:pt x="387572" y="649444"/>
                  </a:lnTo>
                  <a:lnTo>
                    <a:pt x="385867" y="646692"/>
                  </a:lnTo>
                  <a:lnTo>
                    <a:pt x="378977" y="635346"/>
                  </a:lnTo>
                  <a:lnTo>
                    <a:pt x="373138" y="625234"/>
                  </a:lnTo>
                  <a:lnTo>
                    <a:pt x="372374" y="624001"/>
                  </a:lnTo>
                  <a:lnTo>
                    <a:pt x="365435" y="612655"/>
                  </a:lnTo>
                  <a:lnTo>
                    <a:pt x="358866" y="601310"/>
                  </a:lnTo>
                  <a:lnTo>
                    <a:pt x="358704" y="601027"/>
                  </a:lnTo>
                  <a:lnTo>
                    <a:pt x="351899" y="589964"/>
                  </a:lnTo>
                  <a:lnTo>
                    <a:pt x="345282" y="578619"/>
                  </a:lnTo>
                  <a:lnTo>
                    <a:pt x="344270" y="576862"/>
                  </a:lnTo>
                  <a:lnTo>
                    <a:pt x="338369" y="567273"/>
                  </a:lnTo>
                  <a:lnTo>
                    <a:pt x="331703" y="555928"/>
                  </a:lnTo>
                  <a:lnTo>
                    <a:pt x="329838" y="552689"/>
                  </a:lnTo>
                  <a:lnTo>
                    <a:pt x="324846" y="544582"/>
                  </a:lnTo>
                  <a:lnTo>
                    <a:pt x="318131" y="533237"/>
                  </a:lnTo>
                  <a:lnTo>
                    <a:pt x="315405" y="528509"/>
                  </a:lnTo>
                  <a:lnTo>
                    <a:pt x="311327" y="521891"/>
                  </a:lnTo>
                  <a:lnTo>
                    <a:pt x="304567" y="510546"/>
                  </a:lnTo>
                  <a:lnTo>
                    <a:pt x="300971" y="504319"/>
                  </a:lnTo>
                  <a:lnTo>
                    <a:pt x="297816" y="499200"/>
                  </a:lnTo>
                  <a:lnTo>
                    <a:pt x="291009" y="487855"/>
                  </a:lnTo>
                  <a:lnTo>
                    <a:pt x="286537" y="480124"/>
                  </a:lnTo>
                  <a:lnTo>
                    <a:pt x="284310" y="476509"/>
                  </a:lnTo>
                  <a:lnTo>
                    <a:pt x="277457" y="465164"/>
                  </a:lnTo>
                  <a:lnTo>
                    <a:pt x="272103" y="455919"/>
                  </a:lnTo>
                  <a:lnTo>
                    <a:pt x="270808" y="453818"/>
                  </a:lnTo>
                  <a:lnTo>
                    <a:pt x="263910" y="442473"/>
                  </a:lnTo>
                  <a:lnTo>
                    <a:pt x="257670" y="431709"/>
                  </a:lnTo>
                  <a:lnTo>
                    <a:pt x="257312" y="431129"/>
                  </a:lnTo>
                  <a:lnTo>
                    <a:pt x="250370" y="419782"/>
                  </a:lnTo>
                  <a:lnTo>
                    <a:pt x="243764" y="408438"/>
                  </a:lnTo>
                  <a:lnTo>
                    <a:pt x="243237" y="407525"/>
                  </a:lnTo>
                  <a:lnTo>
                    <a:pt x="236837" y="397091"/>
                  </a:lnTo>
                  <a:lnTo>
                    <a:pt x="230185" y="385747"/>
                  </a:lnTo>
                  <a:lnTo>
                    <a:pt x="228804" y="383354"/>
                  </a:lnTo>
                  <a:lnTo>
                    <a:pt x="223308" y="374400"/>
                  </a:lnTo>
                  <a:lnTo>
                    <a:pt x="216613" y="363056"/>
                  </a:lnTo>
                  <a:lnTo>
                    <a:pt x="214370" y="359177"/>
                  </a:lnTo>
                  <a:lnTo>
                    <a:pt x="209785" y="351709"/>
                  </a:lnTo>
                  <a:lnTo>
                    <a:pt x="203047" y="340365"/>
                  </a:lnTo>
                  <a:lnTo>
                    <a:pt x="199936" y="334992"/>
                  </a:lnTo>
                  <a:lnTo>
                    <a:pt x="196267" y="329018"/>
                  </a:lnTo>
                  <a:lnTo>
                    <a:pt x="189487" y="317674"/>
                  </a:lnTo>
                  <a:lnTo>
                    <a:pt x="185502" y="310801"/>
                  </a:lnTo>
                  <a:lnTo>
                    <a:pt x="182754" y="306327"/>
                  </a:lnTo>
                  <a:lnTo>
                    <a:pt x="175933" y="294983"/>
                  </a:lnTo>
                  <a:lnTo>
                    <a:pt x="171069" y="286602"/>
                  </a:lnTo>
                  <a:lnTo>
                    <a:pt x="169246" y="283636"/>
                  </a:lnTo>
                  <a:lnTo>
                    <a:pt x="162383" y="272292"/>
                  </a:lnTo>
                  <a:lnTo>
                    <a:pt x="156635" y="262397"/>
                  </a:lnTo>
                  <a:lnTo>
                    <a:pt x="155743" y="260945"/>
                  </a:lnTo>
                  <a:lnTo>
                    <a:pt x="148841" y="249601"/>
                  </a:lnTo>
                  <a:lnTo>
                    <a:pt x="142242" y="238254"/>
                  </a:lnTo>
                  <a:lnTo>
                    <a:pt x="142203" y="238187"/>
                  </a:lnTo>
                  <a:lnTo>
                    <a:pt x="135303" y="226910"/>
                  </a:lnTo>
                  <a:lnTo>
                    <a:pt x="128663" y="215563"/>
                  </a:lnTo>
                  <a:lnTo>
                    <a:pt x="127769" y="214019"/>
                  </a:lnTo>
                  <a:lnTo>
                    <a:pt x="121770" y="204219"/>
                  </a:lnTo>
                  <a:lnTo>
                    <a:pt x="115091" y="192872"/>
                  </a:lnTo>
                  <a:lnTo>
                    <a:pt x="113335" y="189844"/>
                  </a:lnTo>
                  <a:lnTo>
                    <a:pt x="108243" y="181528"/>
                  </a:lnTo>
                  <a:lnTo>
                    <a:pt x="101524" y="170183"/>
                  </a:lnTo>
                  <a:lnTo>
                    <a:pt x="98902" y="165662"/>
                  </a:lnTo>
                  <a:lnTo>
                    <a:pt x="94720" y="158837"/>
                  </a:lnTo>
                  <a:lnTo>
                    <a:pt x="87963" y="147492"/>
                  </a:lnTo>
                  <a:lnTo>
                    <a:pt x="84468" y="141474"/>
                  </a:lnTo>
                  <a:lnTo>
                    <a:pt x="81202" y="136146"/>
                  </a:lnTo>
                  <a:lnTo>
                    <a:pt x="74406" y="124801"/>
                  </a:lnTo>
                  <a:lnTo>
                    <a:pt x="70034" y="117281"/>
                  </a:lnTo>
                  <a:lnTo>
                    <a:pt x="67689" y="113455"/>
                  </a:lnTo>
                  <a:lnTo>
                    <a:pt x="60856" y="102110"/>
                  </a:lnTo>
                  <a:lnTo>
                    <a:pt x="55602" y="93080"/>
                  </a:lnTo>
                  <a:lnTo>
                    <a:pt x="54181" y="90764"/>
                  </a:lnTo>
                  <a:lnTo>
                    <a:pt x="47309" y="79418"/>
                  </a:lnTo>
                  <a:lnTo>
                    <a:pt x="41168" y="68874"/>
                  </a:lnTo>
                  <a:lnTo>
                    <a:pt x="40676" y="68073"/>
                  </a:lnTo>
                  <a:lnTo>
                    <a:pt x="33769" y="56727"/>
                  </a:lnTo>
                  <a:lnTo>
                    <a:pt x="27139" y="45382"/>
                  </a:lnTo>
                  <a:lnTo>
                    <a:pt x="26735" y="44683"/>
                  </a:lnTo>
                  <a:lnTo>
                    <a:pt x="20233" y="34037"/>
                  </a:lnTo>
                  <a:lnTo>
                    <a:pt x="13567" y="22691"/>
                  </a:lnTo>
                  <a:lnTo>
                    <a:pt x="12301" y="20511"/>
                  </a:lnTo>
                  <a:lnTo>
                    <a:pt x="6701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2752AB8B-E36C-76B0-2D88-E007ECA8B7ED}"/>
                </a:ext>
              </a:extLst>
            </p:cNvPr>
            <p:cNvSpPr/>
            <p:nvPr/>
          </p:nvSpPr>
          <p:spPr>
            <a:xfrm>
              <a:off x="4010149" y="4696385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718E3724-DDD0-3CD5-F0AF-E1C4E9624273}"/>
              </a:ext>
            </a:extLst>
          </p:cNvPr>
          <p:cNvGrpSpPr/>
          <p:nvPr/>
        </p:nvGrpSpPr>
        <p:grpSpPr>
          <a:xfrm>
            <a:off x="1246563" y="2521084"/>
            <a:ext cx="2884991" cy="2245497"/>
            <a:chOff x="1246563" y="2521084"/>
            <a:chExt cx="2884991" cy="2245497"/>
          </a:xfrm>
        </p:grpSpPr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29086D04-1CC4-CCFE-1047-1EC2029FF3D8}"/>
                </a:ext>
              </a:extLst>
            </p:cNvPr>
            <p:cNvSpPr/>
            <p:nvPr/>
          </p:nvSpPr>
          <p:spPr>
            <a:xfrm>
              <a:off x="1246563" y="2521084"/>
              <a:ext cx="2067292" cy="2245497"/>
            </a:xfrm>
            <a:custGeom>
              <a:avLst/>
              <a:gdLst>
                <a:gd name="csX0" fmla="*/ 0 w 2067292"/>
                <a:gd name="csY0" fmla="*/ 0 h 2245497"/>
                <a:gd name="csX1" fmla="*/ 5232 w 2067292"/>
                <a:gd name="csY1" fmla="*/ 9333 h 2245497"/>
                <a:gd name="csX2" fmla="*/ 6310 w 2067292"/>
                <a:gd name="csY2" fmla="*/ 11346 h 2245497"/>
                <a:gd name="csX3" fmla="*/ 12441 w 2067292"/>
                <a:gd name="csY3" fmla="*/ 22691 h 2245497"/>
                <a:gd name="csX4" fmla="*/ 18769 w 2067292"/>
                <a:gd name="csY4" fmla="*/ 34037 h 2245497"/>
                <a:gd name="csX5" fmla="*/ 19666 w 2067292"/>
                <a:gd name="csY5" fmla="*/ 35630 h 2245497"/>
                <a:gd name="csX6" fmla="*/ 24902 w 2067292"/>
                <a:gd name="csY6" fmla="*/ 45382 h 2245497"/>
                <a:gd name="csX7" fmla="*/ 31166 w 2067292"/>
                <a:gd name="csY7" fmla="*/ 56727 h 2245497"/>
                <a:gd name="csX8" fmla="*/ 34100 w 2067292"/>
                <a:gd name="csY8" fmla="*/ 61946 h 2245497"/>
                <a:gd name="csX9" fmla="*/ 37383 w 2067292"/>
                <a:gd name="csY9" fmla="*/ 68073 h 2245497"/>
                <a:gd name="csX10" fmla="*/ 43583 w 2067292"/>
                <a:gd name="csY10" fmla="*/ 79418 h 2245497"/>
                <a:gd name="csX11" fmla="*/ 48532 w 2067292"/>
                <a:gd name="csY11" fmla="*/ 88238 h 2245497"/>
                <a:gd name="csX12" fmla="*/ 49884 w 2067292"/>
                <a:gd name="csY12" fmla="*/ 90764 h 2245497"/>
                <a:gd name="csX13" fmla="*/ 56020 w 2067292"/>
                <a:gd name="csY13" fmla="*/ 102110 h 2245497"/>
                <a:gd name="csX14" fmla="*/ 62362 w 2067292"/>
                <a:gd name="csY14" fmla="*/ 113455 h 2245497"/>
                <a:gd name="csX15" fmla="*/ 62966 w 2067292"/>
                <a:gd name="csY15" fmla="*/ 114527 h 2245497"/>
                <a:gd name="csX16" fmla="*/ 68479 w 2067292"/>
                <a:gd name="csY16" fmla="*/ 124801 h 2245497"/>
                <a:gd name="csX17" fmla="*/ 74754 w 2067292"/>
                <a:gd name="csY17" fmla="*/ 136146 h 2245497"/>
                <a:gd name="csX18" fmla="*/ 77399 w 2067292"/>
                <a:gd name="csY18" fmla="*/ 140847 h 2245497"/>
                <a:gd name="csX19" fmla="*/ 80957 w 2067292"/>
                <a:gd name="csY19" fmla="*/ 147492 h 2245497"/>
                <a:gd name="csX20" fmla="*/ 87167 w 2067292"/>
                <a:gd name="csY20" fmla="*/ 158837 h 2245497"/>
                <a:gd name="csX21" fmla="*/ 91833 w 2067292"/>
                <a:gd name="csY21" fmla="*/ 167141 h 2245497"/>
                <a:gd name="csX22" fmla="*/ 93459 w 2067292"/>
                <a:gd name="csY22" fmla="*/ 170183 h 2245497"/>
                <a:gd name="csX23" fmla="*/ 99601 w 2067292"/>
                <a:gd name="csY23" fmla="*/ 181528 h 2245497"/>
                <a:gd name="csX24" fmla="*/ 105957 w 2067292"/>
                <a:gd name="csY24" fmla="*/ 192872 h 2245497"/>
                <a:gd name="csX25" fmla="*/ 106267 w 2067292"/>
                <a:gd name="csY25" fmla="*/ 193422 h 2245497"/>
                <a:gd name="csX26" fmla="*/ 112056 w 2067292"/>
                <a:gd name="csY26" fmla="*/ 204219 h 2245497"/>
                <a:gd name="csX27" fmla="*/ 118343 w 2067292"/>
                <a:gd name="csY27" fmla="*/ 215563 h 2245497"/>
                <a:gd name="csX28" fmla="*/ 120701 w 2067292"/>
                <a:gd name="csY28" fmla="*/ 219747 h 2245497"/>
                <a:gd name="csX29" fmla="*/ 124533 w 2067292"/>
                <a:gd name="csY29" fmla="*/ 226910 h 2245497"/>
                <a:gd name="csX30" fmla="*/ 130750 w 2067292"/>
                <a:gd name="csY30" fmla="*/ 238254 h 2245497"/>
                <a:gd name="csX31" fmla="*/ 135134 w 2067292"/>
                <a:gd name="csY31" fmla="*/ 246044 h 2245497"/>
                <a:gd name="csX32" fmla="*/ 137033 w 2067292"/>
                <a:gd name="csY32" fmla="*/ 249601 h 2245497"/>
                <a:gd name="csX33" fmla="*/ 143181 w 2067292"/>
                <a:gd name="csY33" fmla="*/ 260945 h 2245497"/>
                <a:gd name="csX34" fmla="*/ 149553 w 2067292"/>
                <a:gd name="csY34" fmla="*/ 272292 h 2245497"/>
                <a:gd name="csX35" fmla="*/ 149566 w 2067292"/>
                <a:gd name="csY35" fmla="*/ 272317 h 2245497"/>
                <a:gd name="csX36" fmla="*/ 155633 w 2067292"/>
                <a:gd name="csY36" fmla="*/ 283636 h 2245497"/>
                <a:gd name="csX37" fmla="*/ 161933 w 2067292"/>
                <a:gd name="csY37" fmla="*/ 294983 h 2245497"/>
                <a:gd name="csX38" fmla="*/ 164000 w 2067292"/>
                <a:gd name="csY38" fmla="*/ 298647 h 2245497"/>
                <a:gd name="csX39" fmla="*/ 168108 w 2067292"/>
                <a:gd name="csY39" fmla="*/ 306327 h 2245497"/>
                <a:gd name="csX40" fmla="*/ 174336 w 2067292"/>
                <a:gd name="csY40" fmla="*/ 317674 h 2245497"/>
                <a:gd name="csX41" fmla="*/ 178434 w 2067292"/>
                <a:gd name="csY41" fmla="*/ 324948 h 2245497"/>
                <a:gd name="csX42" fmla="*/ 180606 w 2067292"/>
                <a:gd name="csY42" fmla="*/ 329018 h 2245497"/>
                <a:gd name="csX43" fmla="*/ 186762 w 2067292"/>
                <a:gd name="csY43" fmla="*/ 340365 h 2245497"/>
                <a:gd name="csX44" fmla="*/ 192868 w 2067292"/>
                <a:gd name="csY44" fmla="*/ 351222 h 2245497"/>
                <a:gd name="csX45" fmla="*/ 193127 w 2067292"/>
                <a:gd name="csY45" fmla="*/ 351709 h 2245497"/>
                <a:gd name="csX46" fmla="*/ 199209 w 2067292"/>
                <a:gd name="csY46" fmla="*/ 363056 h 2245497"/>
                <a:gd name="csX47" fmla="*/ 205524 w 2067292"/>
                <a:gd name="csY47" fmla="*/ 374400 h 2245497"/>
                <a:gd name="csX48" fmla="*/ 207301 w 2067292"/>
                <a:gd name="csY48" fmla="*/ 377545 h 2245497"/>
                <a:gd name="csX49" fmla="*/ 211682 w 2067292"/>
                <a:gd name="csY49" fmla="*/ 385747 h 2245497"/>
                <a:gd name="csX50" fmla="*/ 217921 w 2067292"/>
                <a:gd name="csY50" fmla="*/ 397091 h 2245497"/>
                <a:gd name="csX51" fmla="*/ 221735 w 2067292"/>
                <a:gd name="csY51" fmla="*/ 403851 h 2245497"/>
                <a:gd name="csX52" fmla="*/ 224178 w 2067292"/>
                <a:gd name="csY52" fmla="*/ 408438 h 2245497"/>
                <a:gd name="csX53" fmla="*/ 230342 w 2067292"/>
                <a:gd name="csY53" fmla="*/ 419782 h 2245497"/>
                <a:gd name="csX54" fmla="*/ 236167 w 2067292"/>
                <a:gd name="csY54" fmla="*/ 430129 h 2245497"/>
                <a:gd name="csX55" fmla="*/ 236700 w 2067292"/>
                <a:gd name="csY55" fmla="*/ 431129 h 2245497"/>
                <a:gd name="csX56" fmla="*/ 242787 w 2067292"/>
                <a:gd name="csY56" fmla="*/ 442473 h 2245497"/>
                <a:gd name="csX57" fmla="*/ 249116 w 2067292"/>
                <a:gd name="csY57" fmla="*/ 453818 h 2245497"/>
                <a:gd name="csX58" fmla="*/ 250601 w 2067292"/>
                <a:gd name="csY58" fmla="*/ 456443 h 2245497"/>
                <a:gd name="csX59" fmla="*/ 255257 w 2067292"/>
                <a:gd name="csY59" fmla="*/ 465164 h 2245497"/>
                <a:gd name="csX60" fmla="*/ 261507 w 2067292"/>
                <a:gd name="csY60" fmla="*/ 476509 h 2245497"/>
                <a:gd name="csX61" fmla="*/ 265035 w 2067292"/>
                <a:gd name="csY61" fmla="*/ 482755 h 2245497"/>
                <a:gd name="csX62" fmla="*/ 267751 w 2067292"/>
                <a:gd name="csY62" fmla="*/ 487855 h 2245497"/>
                <a:gd name="csX63" fmla="*/ 273923 w 2067292"/>
                <a:gd name="csY63" fmla="*/ 499200 h 2245497"/>
                <a:gd name="csX64" fmla="*/ 279469 w 2067292"/>
                <a:gd name="csY64" fmla="*/ 509036 h 2245497"/>
                <a:gd name="csX65" fmla="*/ 280271 w 2067292"/>
                <a:gd name="csY65" fmla="*/ 510546 h 2245497"/>
                <a:gd name="csX66" fmla="*/ 286363 w 2067292"/>
                <a:gd name="csY66" fmla="*/ 521891 h 2245497"/>
                <a:gd name="csX67" fmla="*/ 292709 w 2067292"/>
                <a:gd name="csY67" fmla="*/ 533237 h 2245497"/>
                <a:gd name="csX68" fmla="*/ 293902 w 2067292"/>
                <a:gd name="csY68" fmla="*/ 535342 h 2245497"/>
                <a:gd name="csX69" fmla="*/ 298829 w 2067292"/>
                <a:gd name="csY69" fmla="*/ 544582 h 2245497"/>
                <a:gd name="csX70" fmla="*/ 305094 w 2067292"/>
                <a:gd name="csY70" fmla="*/ 555928 h 2245497"/>
                <a:gd name="csX71" fmla="*/ 308336 w 2067292"/>
                <a:gd name="csY71" fmla="*/ 561658 h 2245497"/>
                <a:gd name="csX72" fmla="*/ 311322 w 2067292"/>
                <a:gd name="csY72" fmla="*/ 567273 h 2245497"/>
                <a:gd name="csX73" fmla="*/ 317504 w 2067292"/>
                <a:gd name="csY73" fmla="*/ 578619 h 2245497"/>
                <a:gd name="csX74" fmla="*/ 322768 w 2067292"/>
                <a:gd name="csY74" fmla="*/ 587941 h 2245497"/>
                <a:gd name="csX75" fmla="*/ 323842 w 2067292"/>
                <a:gd name="csY75" fmla="*/ 589964 h 2245497"/>
                <a:gd name="csX76" fmla="*/ 329939 w 2067292"/>
                <a:gd name="csY76" fmla="*/ 601310 h 2245497"/>
                <a:gd name="csX77" fmla="*/ 336303 w 2067292"/>
                <a:gd name="csY77" fmla="*/ 612655 h 2245497"/>
                <a:gd name="csX78" fmla="*/ 337202 w 2067292"/>
                <a:gd name="csY78" fmla="*/ 614237 h 2245497"/>
                <a:gd name="csX79" fmla="*/ 342404 w 2067292"/>
                <a:gd name="csY79" fmla="*/ 624001 h 2245497"/>
                <a:gd name="csX80" fmla="*/ 348680 w 2067292"/>
                <a:gd name="csY80" fmla="*/ 635346 h 2245497"/>
                <a:gd name="csX81" fmla="*/ 351636 w 2067292"/>
                <a:gd name="csY81" fmla="*/ 640560 h 2245497"/>
                <a:gd name="csX82" fmla="*/ 354893 w 2067292"/>
                <a:gd name="csY82" fmla="*/ 646692 h 2245497"/>
                <a:gd name="csX83" fmla="*/ 361083 w 2067292"/>
                <a:gd name="csY83" fmla="*/ 658037 h 2245497"/>
                <a:gd name="csX84" fmla="*/ 366069 w 2067292"/>
                <a:gd name="csY84" fmla="*/ 666847 h 2245497"/>
                <a:gd name="csX85" fmla="*/ 367413 w 2067292"/>
                <a:gd name="csY85" fmla="*/ 669383 h 2245497"/>
                <a:gd name="csX86" fmla="*/ 373516 w 2067292"/>
                <a:gd name="csY86" fmla="*/ 680728 h 2245497"/>
                <a:gd name="csX87" fmla="*/ 379900 w 2067292"/>
                <a:gd name="csY87" fmla="*/ 692074 h 2245497"/>
                <a:gd name="csX88" fmla="*/ 380503 w 2067292"/>
                <a:gd name="csY88" fmla="*/ 693132 h 2245497"/>
                <a:gd name="csX89" fmla="*/ 385975 w 2067292"/>
                <a:gd name="csY89" fmla="*/ 703419 h 2245497"/>
                <a:gd name="csX90" fmla="*/ 392268 w 2067292"/>
                <a:gd name="csY90" fmla="*/ 714764 h 2245497"/>
                <a:gd name="csX91" fmla="*/ 394937 w 2067292"/>
                <a:gd name="csY91" fmla="*/ 719461 h 2245497"/>
                <a:gd name="csX92" fmla="*/ 398464 w 2067292"/>
                <a:gd name="csY92" fmla="*/ 726110 h 2245497"/>
                <a:gd name="csX93" fmla="*/ 404665 w 2067292"/>
                <a:gd name="csY93" fmla="*/ 737455 h 2245497"/>
                <a:gd name="csX94" fmla="*/ 409369 w 2067292"/>
                <a:gd name="csY94" fmla="*/ 745754 h 2245497"/>
                <a:gd name="csX95" fmla="*/ 410983 w 2067292"/>
                <a:gd name="csY95" fmla="*/ 748801 h 2245497"/>
                <a:gd name="csX96" fmla="*/ 417092 w 2067292"/>
                <a:gd name="csY96" fmla="*/ 760146 h 2245497"/>
                <a:gd name="csX97" fmla="*/ 423499 w 2067292"/>
                <a:gd name="csY97" fmla="*/ 771492 h 2245497"/>
                <a:gd name="csX98" fmla="*/ 423803 w 2067292"/>
                <a:gd name="csY98" fmla="*/ 772027 h 2245497"/>
                <a:gd name="csX99" fmla="*/ 429548 w 2067292"/>
                <a:gd name="csY99" fmla="*/ 782837 h 2245497"/>
                <a:gd name="csX100" fmla="*/ 435857 w 2067292"/>
                <a:gd name="csY100" fmla="*/ 794183 h 2245497"/>
                <a:gd name="csX101" fmla="*/ 438236 w 2067292"/>
                <a:gd name="csY101" fmla="*/ 798362 h 2245497"/>
                <a:gd name="csX102" fmla="*/ 442034 w 2067292"/>
                <a:gd name="csY102" fmla="*/ 805528 h 2245497"/>
                <a:gd name="csX103" fmla="*/ 448247 w 2067292"/>
                <a:gd name="csY103" fmla="*/ 816874 h 2245497"/>
                <a:gd name="csX104" fmla="*/ 452670 w 2067292"/>
                <a:gd name="csY104" fmla="*/ 824659 h 2245497"/>
                <a:gd name="csX105" fmla="*/ 454550 w 2067292"/>
                <a:gd name="csY105" fmla="*/ 828219 h 2245497"/>
                <a:gd name="csX106" fmla="*/ 460666 w 2067292"/>
                <a:gd name="csY106" fmla="*/ 839565 h 2245497"/>
                <a:gd name="csX107" fmla="*/ 467099 w 2067292"/>
                <a:gd name="csY107" fmla="*/ 850910 h 2245497"/>
                <a:gd name="csX108" fmla="*/ 467104 w 2067292"/>
                <a:gd name="csY108" fmla="*/ 850918 h 2245497"/>
                <a:gd name="csX109" fmla="*/ 473119 w 2067292"/>
                <a:gd name="csY109" fmla="*/ 862256 h 2245497"/>
                <a:gd name="csX110" fmla="*/ 479449 w 2067292"/>
                <a:gd name="csY110" fmla="*/ 873601 h 2245497"/>
                <a:gd name="csX111" fmla="*/ 481538 w 2067292"/>
                <a:gd name="csY111" fmla="*/ 877262 h 2245497"/>
                <a:gd name="csX112" fmla="*/ 485601 w 2067292"/>
                <a:gd name="csY112" fmla="*/ 884947 h 2245497"/>
                <a:gd name="csX113" fmla="*/ 491829 w 2067292"/>
                <a:gd name="csY113" fmla="*/ 896292 h 2245497"/>
                <a:gd name="csX114" fmla="*/ 495970 w 2067292"/>
                <a:gd name="csY114" fmla="*/ 903564 h 2245497"/>
                <a:gd name="csX115" fmla="*/ 498118 w 2067292"/>
                <a:gd name="csY115" fmla="*/ 907638 h 2245497"/>
                <a:gd name="csX116" fmla="*/ 504242 w 2067292"/>
                <a:gd name="csY116" fmla="*/ 918983 h 2245497"/>
                <a:gd name="csX117" fmla="*/ 510404 w 2067292"/>
                <a:gd name="csY117" fmla="*/ 929827 h 2245497"/>
                <a:gd name="csX118" fmla="*/ 510668 w 2067292"/>
                <a:gd name="csY118" fmla="*/ 930329 h 2245497"/>
                <a:gd name="csX119" fmla="*/ 516688 w 2067292"/>
                <a:gd name="csY119" fmla="*/ 941674 h 2245497"/>
                <a:gd name="csX120" fmla="*/ 523040 w 2067292"/>
                <a:gd name="csY120" fmla="*/ 953020 h 2245497"/>
                <a:gd name="csX121" fmla="*/ 524837 w 2067292"/>
                <a:gd name="csY121" fmla="*/ 956162 h 2245497"/>
                <a:gd name="csX122" fmla="*/ 529169 w 2067292"/>
                <a:gd name="csY122" fmla="*/ 964365 h 2245497"/>
                <a:gd name="csX123" fmla="*/ 535410 w 2067292"/>
                <a:gd name="csY123" fmla="*/ 975711 h 2245497"/>
                <a:gd name="csX124" fmla="*/ 539271 w 2067292"/>
                <a:gd name="csY124" fmla="*/ 982471 h 2245497"/>
                <a:gd name="csX125" fmla="*/ 541684 w 2067292"/>
                <a:gd name="csY125" fmla="*/ 987056 h 2245497"/>
                <a:gd name="csX126" fmla="*/ 547817 w 2067292"/>
                <a:gd name="csY126" fmla="*/ 998401 h 2245497"/>
                <a:gd name="csX127" fmla="*/ 553705 w 2067292"/>
                <a:gd name="csY127" fmla="*/ 1008737 h 2245497"/>
                <a:gd name="csX128" fmla="*/ 554234 w 2067292"/>
                <a:gd name="csY128" fmla="*/ 1009747 h 2245497"/>
                <a:gd name="csX129" fmla="*/ 560257 w 2067292"/>
                <a:gd name="csY129" fmla="*/ 1021092 h 2245497"/>
                <a:gd name="csX130" fmla="*/ 566633 w 2067292"/>
                <a:gd name="csY130" fmla="*/ 1032438 h 2245497"/>
                <a:gd name="csX131" fmla="*/ 568139 w 2067292"/>
                <a:gd name="csY131" fmla="*/ 1035058 h 2245497"/>
                <a:gd name="csX132" fmla="*/ 572734 w 2067292"/>
                <a:gd name="csY132" fmla="*/ 1043783 h 2245497"/>
                <a:gd name="csX133" fmla="*/ 578993 w 2067292"/>
                <a:gd name="csY133" fmla="*/ 1055129 h 2245497"/>
                <a:gd name="csX134" fmla="*/ 582571 w 2067292"/>
                <a:gd name="csY134" fmla="*/ 1061376 h 2245497"/>
                <a:gd name="csX135" fmla="*/ 585247 w 2067292"/>
                <a:gd name="csY135" fmla="*/ 1066474 h 2245497"/>
                <a:gd name="csX136" fmla="*/ 591389 w 2067292"/>
                <a:gd name="csY136" fmla="*/ 1077820 h 2245497"/>
                <a:gd name="csX137" fmla="*/ 597004 w 2067292"/>
                <a:gd name="csY137" fmla="*/ 1087647 h 2245497"/>
                <a:gd name="csX138" fmla="*/ 597799 w 2067292"/>
                <a:gd name="csY138" fmla="*/ 1089165 h 2245497"/>
                <a:gd name="csX139" fmla="*/ 603823 w 2067292"/>
                <a:gd name="csY139" fmla="*/ 1100511 h 2245497"/>
                <a:gd name="csX140" fmla="*/ 610229 w 2067292"/>
                <a:gd name="csY140" fmla="*/ 1111856 h 2245497"/>
                <a:gd name="csX141" fmla="*/ 611438 w 2067292"/>
                <a:gd name="csY141" fmla="*/ 1113955 h 2245497"/>
                <a:gd name="csX142" fmla="*/ 616296 w 2067292"/>
                <a:gd name="csY142" fmla="*/ 1123202 h 2245497"/>
                <a:gd name="csX143" fmla="*/ 622575 w 2067292"/>
                <a:gd name="csY143" fmla="*/ 1134547 h 2245497"/>
                <a:gd name="csX144" fmla="*/ 625872 w 2067292"/>
                <a:gd name="csY144" fmla="*/ 1140281 h 2245497"/>
                <a:gd name="csX145" fmla="*/ 628809 w 2067292"/>
                <a:gd name="csY145" fmla="*/ 1145893 h 2245497"/>
                <a:gd name="csX146" fmla="*/ 634962 w 2067292"/>
                <a:gd name="csY146" fmla="*/ 1157238 h 2245497"/>
                <a:gd name="csX147" fmla="*/ 640306 w 2067292"/>
                <a:gd name="csY147" fmla="*/ 1166556 h 2245497"/>
                <a:gd name="csX148" fmla="*/ 641361 w 2067292"/>
                <a:gd name="csY148" fmla="*/ 1168584 h 2245497"/>
                <a:gd name="csX149" fmla="*/ 647389 w 2067292"/>
                <a:gd name="csY149" fmla="*/ 1179929 h 2245497"/>
                <a:gd name="csX150" fmla="*/ 653827 w 2067292"/>
                <a:gd name="csY150" fmla="*/ 1191275 h 2245497"/>
                <a:gd name="csX151" fmla="*/ 654739 w 2067292"/>
                <a:gd name="csY151" fmla="*/ 1192850 h 2245497"/>
                <a:gd name="csX152" fmla="*/ 659857 w 2067292"/>
                <a:gd name="csY152" fmla="*/ 1202620 h 2245497"/>
                <a:gd name="csX153" fmla="*/ 666160 w 2067292"/>
                <a:gd name="csY153" fmla="*/ 1213966 h 2245497"/>
                <a:gd name="csX154" fmla="*/ 669173 w 2067292"/>
                <a:gd name="csY154" fmla="*/ 1219185 h 2245497"/>
                <a:gd name="csX155" fmla="*/ 672369 w 2067292"/>
                <a:gd name="csY155" fmla="*/ 1225311 h 2245497"/>
                <a:gd name="csX156" fmla="*/ 678535 w 2067292"/>
                <a:gd name="csY156" fmla="*/ 1236657 h 2245497"/>
                <a:gd name="csX157" fmla="*/ 683605 w 2067292"/>
                <a:gd name="csY157" fmla="*/ 1245467 h 2245497"/>
                <a:gd name="csX158" fmla="*/ 684922 w 2067292"/>
                <a:gd name="csY158" fmla="*/ 1248002 h 2245497"/>
                <a:gd name="csX159" fmla="*/ 690952 w 2067292"/>
                <a:gd name="csY159" fmla="*/ 1259346 h 2245497"/>
                <a:gd name="csX160" fmla="*/ 697429 w 2067292"/>
                <a:gd name="csY160" fmla="*/ 1270693 h 2245497"/>
                <a:gd name="csX161" fmla="*/ 698039 w 2067292"/>
                <a:gd name="csY161" fmla="*/ 1271743 h 2245497"/>
                <a:gd name="csX162" fmla="*/ 703415 w 2067292"/>
                <a:gd name="csY162" fmla="*/ 1282037 h 2245497"/>
                <a:gd name="csX163" fmla="*/ 709744 w 2067292"/>
                <a:gd name="csY163" fmla="*/ 1293384 h 2245497"/>
                <a:gd name="csX164" fmla="*/ 712473 w 2067292"/>
                <a:gd name="csY164" fmla="*/ 1298090 h 2245497"/>
                <a:gd name="csX165" fmla="*/ 715924 w 2067292"/>
                <a:gd name="csY165" fmla="*/ 1304728 h 2245497"/>
                <a:gd name="csX166" fmla="*/ 722104 w 2067292"/>
                <a:gd name="csY166" fmla="*/ 1316075 h 2245497"/>
                <a:gd name="csX167" fmla="*/ 726907 w 2067292"/>
                <a:gd name="csY167" fmla="*/ 1324377 h 2245497"/>
                <a:gd name="csX168" fmla="*/ 728480 w 2067292"/>
                <a:gd name="csY168" fmla="*/ 1327419 h 2245497"/>
                <a:gd name="csX169" fmla="*/ 734513 w 2067292"/>
                <a:gd name="csY169" fmla="*/ 1338766 h 2245497"/>
                <a:gd name="csX170" fmla="*/ 741033 w 2067292"/>
                <a:gd name="csY170" fmla="*/ 1350110 h 2245497"/>
                <a:gd name="csX171" fmla="*/ 741340 w 2067292"/>
                <a:gd name="csY171" fmla="*/ 1350633 h 2245497"/>
                <a:gd name="csX172" fmla="*/ 746969 w 2067292"/>
                <a:gd name="csY172" fmla="*/ 1361457 h 2245497"/>
                <a:gd name="csX173" fmla="*/ 753329 w 2067292"/>
                <a:gd name="csY173" fmla="*/ 1372801 h 2245497"/>
                <a:gd name="csX174" fmla="*/ 755774 w 2067292"/>
                <a:gd name="csY174" fmla="*/ 1376993 h 2245497"/>
                <a:gd name="csX175" fmla="*/ 759475 w 2067292"/>
                <a:gd name="csY175" fmla="*/ 1384148 h 2245497"/>
                <a:gd name="csX176" fmla="*/ 765674 w 2067292"/>
                <a:gd name="csY176" fmla="*/ 1395492 h 2245497"/>
                <a:gd name="csX177" fmla="*/ 770206 w 2067292"/>
                <a:gd name="csY177" fmla="*/ 1403289 h 2245497"/>
                <a:gd name="csX178" fmla="*/ 772034 w 2067292"/>
                <a:gd name="csY178" fmla="*/ 1406839 h 2245497"/>
                <a:gd name="csX179" fmla="*/ 778069 w 2067292"/>
                <a:gd name="csY179" fmla="*/ 1418183 h 2245497"/>
                <a:gd name="csX180" fmla="*/ 784640 w 2067292"/>
                <a:gd name="csY180" fmla="*/ 1429521 h 2245497"/>
                <a:gd name="csX181" fmla="*/ 784645 w 2067292"/>
                <a:gd name="csY181" fmla="*/ 1429530 h 2245497"/>
                <a:gd name="csX182" fmla="*/ 790518 w 2067292"/>
                <a:gd name="csY182" fmla="*/ 1440874 h 2245497"/>
                <a:gd name="csX183" fmla="*/ 796917 w 2067292"/>
                <a:gd name="csY183" fmla="*/ 1452221 h 2245497"/>
                <a:gd name="csX184" fmla="*/ 799074 w 2067292"/>
                <a:gd name="csY184" fmla="*/ 1455895 h 2245497"/>
                <a:gd name="csX185" fmla="*/ 803021 w 2067292"/>
                <a:gd name="csY185" fmla="*/ 1463565 h 2245497"/>
                <a:gd name="csX186" fmla="*/ 809246 w 2067292"/>
                <a:gd name="csY186" fmla="*/ 1474912 h 2245497"/>
                <a:gd name="csX187" fmla="*/ 813512 w 2067292"/>
                <a:gd name="csY187" fmla="*/ 1482201 h 2245497"/>
                <a:gd name="csX188" fmla="*/ 815586 w 2067292"/>
                <a:gd name="csY188" fmla="*/ 1486256 h 2245497"/>
                <a:gd name="csX189" fmla="*/ 821623 w 2067292"/>
                <a:gd name="csY189" fmla="*/ 1497603 h 2245497"/>
                <a:gd name="csX190" fmla="*/ 827946 w 2067292"/>
                <a:gd name="csY190" fmla="*/ 1508436 h 2245497"/>
                <a:gd name="csX191" fmla="*/ 828199 w 2067292"/>
                <a:gd name="csY191" fmla="*/ 1508947 h 2245497"/>
                <a:gd name="csX192" fmla="*/ 834067 w 2067292"/>
                <a:gd name="csY192" fmla="*/ 1520292 h 2245497"/>
                <a:gd name="csX193" fmla="*/ 840508 w 2067292"/>
                <a:gd name="csY193" fmla="*/ 1531638 h 2245497"/>
                <a:gd name="csX194" fmla="*/ 842380 w 2067292"/>
                <a:gd name="csY194" fmla="*/ 1534797 h 2245497"/>
                <a:gd name="csX195" fmla="*/ 846562 w 2067292"/>
                <a:gd name="csY195" fmla="*/ 1542983 h 2245497"/>
                <a:gd name="csX196" fmla="*/ 852801 w 2067292"/>
                <a:gd name="csY196" fmla="*/ 1554329 h 2245497"/>
                <a:gd name="csX197" fmla="*/ 856814 w 2067292"/>
                <a:gd name="csY197" fmla="*/ 1561116 h 2245497"/>
                <a:gd name="csX198" fmla="*/ 859124 w 2067292"/>
                <a:gd name="csY198" fmla="*/ 1565674 h 2245497"/>
                <a:gd name="csX199" fmla="*/ 865160 w 2067292"/>
                <a:gd name="csY199" fmla="*/ 1577020 h 2245497"/>
                <a:gd name="csX200" fmla="*/ 871247 w 2067292"/>
                <a:gd name="csY200" fmla="*/ 1587355 h 2245497"/>
                <a:gd name="csX201" fmla="*/ 871753 w 2067292"/>
                <a:gd name="csY201" fmla="*/ 1588365 h 2245497"/>
                <a:gd name="csX202" fmla="*/ 877588 w 2067292"/>
                <a:gd name="csY202" fmla="*/ 1599711 h 2245497"/>
                <a:gd name="csX203" fmla="*/ 884096 w 2067292"/>
                <a:gd name="csY203" fmla="*/ 1611053 h 2245497"/>
                <a:gd name="csX204" fmla="*/ 885681 w 2067292"/>
                <a:gd name="csY204" fmla="*/ 1613700 h 2245497"/>
                <a:gd name="csX205" fmla="*/ 890082 w 2067292"/>
                <a:gd name="csY205" fmla="*/ 1622401 h 2245497"/>
                <a:gd name="csX206" fmla="*/ 896372 w 2067292"/>
                <a:gd name="csY206" fmla="*/ 1633749 h 2245497"/>
                <a:gd name="csX207" fmla="*/ 900115 w 2067292"/>
                <a:gd name="csY207" fmla="*/ 1640038 h 2245497"/>
                <a:gd name="csX208" fmla="*/ 902661 w 2067292"/>
                <a:gd name="csY208" fmla="*/ 1645097 h 2245497"/>
                <a:gd name="csX209" fmla="*/ 908698 w 2067292"/>
                <a:gd name="csY209" fmla="*/ 1656445 h 2245497"/>
                <a:gd name="csX210" fmla="*/ 914549 w 2067292"/>
                <a:gd name="csY210" fmla="*/ 1666275 h 2245497"/>
                <a:gd name="csX211" fmla="*/ 915291 w 2067292"/>
                <a:gd name="csY211" fmla="*/ 1667776 h 2245497"/>
                <a:gd name="csX212" fmla="*/ 921108 w 2067292"/>
                <a:gd name="csY212" fmla="*/ 1679124 h 2245497"/>
                <a:gd name="csX213" fmla="*/ 927684 w 2067292"/>
                <a:gd name="csY213" fmla="*/ 1690472 h 2245497"/>
                <a:gd name="csX214" fmla="*/ 928982 w 2067292"/>
                <a:gd name="csY214" fmla="*/ 1692597 h 2245497"/>
                <a:gd name="csX215" fmla="*/ 933603 w 2067292"/>
                <a:gd name="csY215" fmla="*/ 1701820 h 2245497"/>
                <a:gd name="csX216" fmla="*/ 939926 w 2067292"/>
                <a:gd name="csY216" fmla="*/ 1713168 h 2245497"/>
                <a:gd name="csX217" fmla="*/ 943416 w 2067292"/>
                <a:gd name="csY217" fmla="*/ 1718952 h 2245497"/>
                <a:gd name="csX218" fmla="*/ 946165 w 2067292"/>
                <a:gd name="csY218" fmla="*/ 1724516 h 2245497"/>
                <a:gd name="csX219" fmla="*/ 952218 w 2067292"/>
                <a:gd name="csY219" fmla="*/ 1735864 h 2245497"/>
                <a:gd name="csX220" fmla="*/ 957850 w 2067292"/>
                <a:gd name="csY220" fmla="*/ 1745206 h 2245497"/>
                <a:gd name="csX221" fmla="*/ 958828 w 2067292"/>
                <a:gd name="csY221" fmla="*/ 1747195 h 2245497"/>
                <a:gd name="csX222" fmla="*/ 964612 w 2067292"/>
                <a:gd name="csY222" fmla="*/ 1758543 h 2245497"/>
                <a:gd name="csX223" fmla="*/ 971289 w 2067292"/>
                <a:gd name="csY223" fmla="*/ 1769891 h 2245497"/>
                <a:gd name="csX224" fmla="*/ 972284 w 2067292"/>
                <a:gd name="csY224" fmla="*/ 1771493 h 2245497"/>
                <a:gd name="csX225" fmla="*/ 977089 w 2067292"/>
                <a:gd name="csY225" fmla="*/ 1781239 h 2245497"/>
                <a:gd name="csX226" fmla="*/ 983463 w 2067292"/>
                <a:gd name="csY226" fmla="*/ 1792587 h 2245497"/>
                <a:gd name="csX227" fmla="*/ 986701 w 2067292"/>
                <a:gd name="csY227" fmla="*/ 1797865 h 2245497"/>
                <a:gd name="csX228" fmla="*/ 989668 w 2067292"/>
                <a:gd name="csY228" fmla="*/ 1803935 h 2245497"/>
                <a:gd name="csX229" fmla="*/ 995722 w 2067292"/>
                <a:gd name="csY229" fmla="*/ 1815267 h 2245497"/>
                <a:gd name="csX230" fmla="*/ 1001134 w 2067292"/>
                <a:gd name="csY230" fmla="*/ 1824136 h 2245497"/>
                <a:gd name="csX231" fmla="*/ 1002348 w 2067292"/>
                <a:gd name="csY231" fmla="*/ 1826615 h 2245497"/>
                <a:gd name="csX232" fmla="*/ 1008081 w 2067292"/>
                <a:gd name="csY232" fmla="*/ 1837963 h 2245497"/>
                <a:gd name="csX233" fmla="*/ 1014910 w 2067292"/>
                <a:gd name="csY233" fmla="*/ 1849311 h 2245497"/>
                <a:gd name="csX234" fmla="*/ 1015568 w 2067292"/>
                <a:gd name="csY234" fmla="*/ 1850373 h 2245497"/>
                <a:gd name="csX235" fmla="*/ 1020559 w 2067292"/>
                <a:gd name="csY235" fmla="*/ 1860659 h 2245497"/>
                <a:gd name="csX236" fmla="*/ 1027000 w 2067292"/>
                <a:gd name="csY236" fmla="*/ 1872007 h 2245497"/>
                <a:gd name="csX237" fmla="*/ 1030002 w 2067292"/>
                <a:gd name="csY237" fmla="*/ 1876796 h 2245497"/>
                <a:gd name="csX238" fmla="*/ 1033138 w 2067292"/>
                <a:gd name="csY238" fmla="*/ 1883355 h 2245497"/>
                <a:gd name="csX239" fmla="*/ 1039192 w 2067292"/>
                <a:gd name="csY239" fmla="*/ 1894686 h 2245497"/>
                <a:gd name="csX240" fmla="*/ 1044436 w 2067292"/>
                <a:gd name="csY240" fmla="*/ 1903066 h 2245497"/>
                <a:gd name="csX241" fmla="*/ 1045835 w 2067292"/>
                <a:gd name="csY241" fmla="*/ 1906034 h 2245497"/>
                <a:gd name="csX242" fmla="*/ 1051518 w 2067292"/>
                <a:gd name="csY242" fmla="*/ 1917382 h 2245497"/>
                <a:gd name="csX243" fmla="*/ 1058532 w 2067292"/>
                <a:gd name="csY243" fmla="*/ 1928730 h 2245497"/>
                <a:gd name="csX244" fmla="*/ 1058869 w 2067292"/>
                <a:gd name="csY244" fmla="*/ 1929253 h 2245497"/>
                <a:gd name="csX245" fmla="*/ 1063962 w 2067292"/>
                <a:gd name="csY245" fmla="*/ 1940078 h 2245497"/>
                <a:gd name="csX246" fmla="*/ 1070504 w 2067292"/>
                <a:gd name="csY246" fmla="*/ 1951426 h 2245497"/>
                <a:gd name="csX247" fmla="*/ 1073303 w 2067292"/>
                <a:gd name="csY247" fmla="*/ 1955743 h 2245497"/>
                <a:gd name="csX248" fmla="*/ 1076541 w 2067292"/>
                <a:gd name="csY248" fmla="*/ 1962774 h 2245497"/>
                <a:gd name="csX249" fmla="*/ 1082594 w 2067292"/>
                <a:gd name="csY249" fmla="*/ 1974105 h 2245497"/>
                <a:gd name="csX250" fmla="*/ 1087737 w 2067292"/>
                <a:gd name="csY250" fmla="*/ 1982031 h 2245497"/>
                <a:gd name="csX251" fmla="*/ 1089288 w 2067292"/>
                <a:gd name="csY251" fmla="*/ 1985453 h 2245497"/>
                <a:gd name="csX252" fmla="*/ 1094836 w 2067292"/>
                <a:gd name="csY252" fmla="*/ 1996801 h 2245497"/>
                <a:gd name="csX253" fmla="*/ 1102171 w 2067292"/>
                <a:gd name="csY253" fmla="*/ 2008133 h 2245497"/>
                <a:gd name="csX254" fmla="*/ 1102187 w 2067292"/>
                <a:gd name="csY254" fmla="*/ 2008150 h 2245497"/>
                <a:gd name="csX255" fmla="*/ 1107246 w 2067292"/>
                <a:gd name="csY255" fmla="*/ 2019498 h 2245497"/>
                <a:gd name="csX256" fmla="*/ 1113940 w 2067292"/>
                <a:gd name="csY256" fmla="*/ 2030846 h 2245497"/>
                <a:gd name="csX257" fmla="*/ 1116604 w 2067292"/>
                <a:gd name="csY257" fmla="*/ 2034707 h 2245497"/>
                <a:gd name="csX258" fmla="*/ 1119842 w 2067292"/>
                <a:gd name="csY258" fmla="*/ 2042177 h 2245497"/>
                <a:gd name="csX259" fmla="*/ 1125845 w 2067292"/>
                <a:gd name="csY259" fmla="*/ 2053525 h 2245497"/>
                <a:gd name="csX260" fmla="*/ 1131038 w 2067292"/>
                <a:gd name="csY260" fmla="*/ 2061028 h 2245497"/>
                <a:gd name="csX261" fmla="*/ 1132640 w 2067292"/>
                <a:gd name="csY261" fmla="*/ 2064873 h 2245497"/>
                <a:gd name="csX262" fmla="*/ 1137935 w 2067292"/>
                <a:gd name="csY262" fmla="*/ 2076221 h 2245497"/>
                <a:gd name="csX263" fmla="*/ 1145472 w 2067292"/>
                <a:gd name="csY263" fmla="*/ 2087080 h 2245497"/>
                <a:gd name="csX264" fmla="*/ 1145674 w 2067292"/>
                <a:gd name="csY264" fmla="*/ 2087569 h 2245497"/>
                <a:gd name="csX265" fmla="*/ 1150261 w 2067292"/>
                <a:gd name="csY265" fmla="*/ 2098917 h 2245497"/>
                <a:gd name="csX266" fmla="*/ 1157208 w 2067292"/>
                <a:gd name="csY266" fmla="*/ 2110265 h 2245497"/>
                <a:gd name="csX267" fmla="*/ 1159906 w 2067292"/>
                <a:gd name="csY267" fmla="*/ 2113739 h 2245497"/>
                <a:gd name="csX268" fmla="*/ 1162856 w 2067292"/>
                <a:gd name="csY268" fmla="*/ 2121596 h 2245497"/>
                <a:gd name="csX269" fmla="*/ 1168640 w 2067292"/>
                <a:gd name="csY269" fmla="*/ 2132944 h 2245497"/>
                <a:gd name="csX270" fmla="*/ 1174339 w 2067292"/>
                <a:gd name="csY270" fmla="*/ 2140161 h 2245497"/>
                <a:gd name="csX271" fmla="*/ 1175790 w 2067292"/>
                <a:gd name="csY271" fmla="*/ 2144292 h 2245497"/>
                <a:gd name="csX272" fmla="*/ 1180325 w 2067292"/>
                <a:gd name="csY272" fmla="*/ 2155640 h 2245497"/>
                <a:gd name="csX273" fmla="*/ 1188773 w 2067292"/>
                <a:gd name="csY273" fmla="*/ 2166112 h 2245497"/>
                <a:gd name="csX274" fmla="*/ 1189060 w 2067292"/>
                <a:gd name="csY274" fmla="*/ 2166988 h 2245497"/>
                <a:gd name="csX275" fmla="*/ 1192398 w 2067292"/>
                <a:gd name="csY275" fmla="*/ 2178336 h 2245497"/>
                <a:gd name="csX276" fmla="*/ 1199632 w 2067292"/>
                <a:gd name="csY276" fmla="*/ 2189668 h 2245497"/>
                <a:gd name="csX277" fmla="*/ 1203207 w 2067292"/>
                <a:gd name="csY277" fmla="*/ 2193141 h 2245497"/>
                <a:gd name="csX278" fmla="*/ 1205045 w 2067292"/>
                <a:gd name="csY278" fmla="*/ 2201016 h 2245497"/>
                <a:gd name="csX279" fmla="*/ 1208889 w 2067292"/>
                <a:gd name="csY279" fmla="*/ 2212364 h 2245497"/>
                <a:gd name="csX280" fmla="*/ 1217641 w 2067292"/>
                <a:gd name="csY280" fmla="*/ 2220086 h 2245497"/>
                <a:gd name="csX281" fmla="*/ 1218517 w 2067292"/>
                <a:gd name="csY281" fmla="*/ 2223712 h 2245497"/>
                <a:gd name="csX282" fmla="*/ 1219293 w 2067292"/>
                <a:gd name="csY282" fmla="*/ 2235060 h 2245497"/>
                <a:gd name="csX283" fmla="*/ 1232074 w 2067292"/>
                <a:gd name="csY283" fmla="*/ 2245497 h 2245497"/>
                <a:gd name="csX284" fmla="*/ 1246508 w 2067292"/>
                <a:gd name="csY284" fmla="*/ 2239596 h 2245497"/>
                <a:gd name="csX285" fmla="*/ 1252157 w 2067292"/>
                <a:gd name="csY285" fmla="*/ 2235060 h 2245497"/>
                <a:gd name="csX286" fmla="*/ 1257232 w 2067292"/>
                <a:gd name="csY286" fmla="*/ 2223712 h 2245497"/>
                <a:gd name="csX287" fmla="*/ 1258919 w 2067292"/>
                <a:gd name="csY287" fmla="*/ 2212364 h 2245497"/>
                <a:gd name="csX288" fmla="*/ 1260605 w 2067292"/>
                <a:gd name="csY288" fmla="*/ 2201016 h 2245497"/>
                <a:gd name="csX289" fmla="*/ 1260942 w 2067292"/>
                <a:gd name="csY289" fmla="*/ 2199043 h 2245497"/>
                <a:gd name="csX290" fmla="*/ 1266978 w 2067292"/>
                <a:gd name="csY290" fmla="*/ 2189668 h 2245497"/>
                <a:gd name="csX291" fmla="*/ 1270941 w 2067292"/>
                <a:gd name="csY291" fmla="*/ 2178336 h 2245497"/>
                <a:gd name="csX292" fmla="*/ 1273757 w 2067292"/>
                <a:gd name="csY292" fmla="*/ 2166988 h 2245497"/>
                <a:gd name="csX293" fmla="*/ 1275376 w 2067292"/>
                <a:gd name="csY293" fmla="*/ 2159721 h 2245497"/>
                <a:gd name="csX294" fmla="*/ 1277753 w 2067292"/>
                <a:gd name="csY294" fmla="*/ 2155640 h 2245497"/>
                <a:gd name="csX295" fmla="*/ 1282812 w 2067292"/>
                <a:gd name="csY295" fmla="*/ 2144292 h 2245497"/>
                <a:gd name="csX296" fmla="*/ 1286454 w 2067292"/>
                <a:gd name="csY296" fmla="*/ 2132944 h 2245497"/>
                <a:gd name="csX297" fmla="*/ 1289472 w 2067292"/>
                <a:gd name="csY297" fmla="*/ 2121596 h 2245497"/>
                <a:gd name="csX298" fmla="*/ 1289809 w 2067292"/>
                <a:gd name="csY298" fmla="*/ 2120247 h 2245497"/>
                <a:gd name="csX299" fmla="*/ 1294649 w 2067292"/>
                <a:gd name="csY299" fmla="*/ 2110265 h 2245497"/>
                <a:gd name="csX300" fmla="*/ 1298898 w 2067292"/>
                <a:gd name="csY300" fmla="*/ 2098917 h 2245497"/>
                <a:gd name="csX301" fmla="*/ 1302388 w 2067292"/>
                <a:gd name="csY301" fmla="*/ 2087569 h 2245497"/>
                <a:gd name="csX302" fmla="*/ 1304243 w 2067292"/>
                <a:gd name="csY302" fmla="*/ 2080925 h 2245497"/>
                <a:gd name="csX303" fmla="*/ 1306486 w 2067292"/>
                <a:gd name="csY303" fmla="*/ 2076221 h 2245497"/>
                <a:gd name="csX304" fmla="*/ 1311174 w 2067292"/>
                <a:gd name="csY304" fmla="*/ 2064873 h 2245497"/>
                <a:gd name="csX305" fmla="*/ 1315085 w 2067292"/>
                <a:gd name="csY305" fmla="*/ 2053525 h 2245497"/>
                <a:gd name="csX306" fmla="*/ 1318475 w 2067292"/>
                <a:gd name="csY306" fmla="*/ 2042177 h 2245497"/>
                <a:gd name="csX307" fmla="*/ 1318677 w 2067292"/>
                <a:gd name="csY307" fmla="*/ 2041502 h 2245497"/>
                <a:gd name="csX308" fmla="*/ 1323365 w 2067292"/>
                <a:gd name="csY308" fmla="*/ 2030846 h 2245497"/>
                <a:gd name="csX309" fmla="*/ 1327597 w 2067292"/>
                <a:gd name="csY309" fmla="*/ 2019498 h 2245497"/>
                <a:gd name="csX310" fmla="*/ 1331306 w 2067292"/>
                <a:gd name="csY310" fmla="*/ 2008150 h 2245497"/>
                <a:gd name="csX311" fmla="*/ 1333111 w 2067292"/>
                <a:gd name="csY311" fmla="*/ 2002180 h 2245497"/>
                <a:gd name="csX312" fmla="*/ 1335472 w 2067292"/>
                <a:gd name="csY312" fmla="*/ 1996801 h 2245497"/>
                <a:gd name="csX313" fmla="*/ 1339990 w 2067292"/>
                <a:gd name="csY313" fmla="*/ 1985453 h 2245497"/>
                <a:gd name="csX314" fmla="*/ 1343953 w 2067292"/>
                <a:gd name="csY314" fmla="*/ 1974105 h 2245497"/>
                <a:gd name="csX315" fmla="*/ 1347544 w 2067292"/>
                <a:gd name="csY315" fmla="*/ 1962774 h 2245497"/>
                <a:gd name="csX316" fmla="*/ 1347544 w 2067292"/>
                <a:gd name="csY316" fmla="*/ 1962757 h 2245497"/>
                <a:gd name="csX317" fmla="*/ 1352300 w 2067292"/>
                <a:gd name="csY317" fmla="*/ 1951426 h 2245497"/>
                <a:gd name="csX318" fmla="*/ 1356498 w 2067292"/>
                <a:gd name="csY318" fmla="*/ 1940078 h 2245497"/>
                <a:gd name="csX319" fmla="*/ 1360309 w 2067292"/>
                <a:gd name="csY319" fmla="*/ 1928730 h 2245497"/>
                <a:gd name="csX320" fmla="*/ 1361978 w 2067292"/>
                <a:gd name="csY320" fmla="*/ 1923436 h 2245497"/>
                <a:gd name="csX321" fmla="*/ 1364524 w 2067292"/>
                <a:gd name="csY321" fmla="*/ 1917382 h 2245497"/>
                <a:gd name="csX322" fmla="*/ 1368942 w 2067292"/>
                <a:gd name="csY322" fmla="*/ 1906034 h 2245497"/>
                <a:gd name="csX323" fmla="*/ 1372939 w 2067292"/>
                <a:gd name="csY323" fmla="*/ 1894686 h 2245497"/>
                <a:gd name="csX324" fmla="*/ 1376412 w 2067292"/>
                <a:gd name="csY324" fmla="*/ 1884046 h 2245497"/>
                <a:gd name="csX325" fmla="*/ 1376699 w 2067292"/>
                <a:gd name="csY325" fmla="*/ 1883355 h 2245497"/>
                <a:gd name="csX326" fmla="*/ 1381302 w 2067292"/>
                <a:gd name="csY326" fmla="*/ 1872007 h 2245497"/>
                <a:gd name="csX327" fmla="*/ 1385484 w 2067292"/>
                <a:gd name="csY327" fmla="*/ 1860659 h 2245497"/>
                <a:gd name="csX328" fmla="*/ 1389345 w 2067292"/>
                <a:gd name="csY328" fmla="*/ 1849311 h 2245497"/>
                <a:gd name="csX329" fmla="*/ 1390846 w 2067292"/>
                <a:gd name="csY329" fmla="*/ 1844708 h 2245497"/>
                <a:gd name="csX330" fmla="*/ 1393611 w 2067292"/>
                <a:gd name="csY330" fmla="*/ 1837963 h 2245497"/>
                <a:gd name="csX331" fmla="*/ 1397961 w 2067292"/>
                <a:gd name="csY331" fmla="*/ 1826615 h 2245497"/>
                <a:gd name="csX332" fmla="*/ 1401975 w 2067292"/>
                <a:gd name="csY332" fmla="*/ 1815267 h 2245497"/>
                <a:gd name="csX333" fmla="*/ 1405279 w 2067292"/>
                <a:gd name="csY333" fmla="*/ 1805318 h 2245497"/>
                <a:gd name="csX334" fmla="*/ 1405853 w 2067292"/>
                <a:gd name="csY334" fmla="*/ 1803935 h 2245497"/>
                <a:gd name="csX335" fmla="*/ 1410355 w 2067292"/>
                <a:gd name="csY335" fmla="*/ 1792587 h 2245497"/>
                <a:gd name="csX336" fmla="*/ 1414520 w 2067292"/>
                <a:gd name="csY336" fmla="*/ 1781239 h 2245497"/>
                <a:gd name="csX337" fmla="*/ 1418415 w 2067292"/>
                <a:gd name="csY337" fmla="*/ 1769891 h 2245497"/>
                <a:gd name="csX338" fmla="*/ 1419713 w 2067292"/>
                <a:gd name="csY338" fmla="*/ 1765980 h 2245497"/>
                <a:gd name="csX339" fmla="*/ 1422698 w 2067292"/>
                <a:gd name="csY339" fmla="*/ 1758543 h 2245497"/>
                <a:gd name="csX340" fmla="*/ 1426998 w 2067292"/>
                <a:gd name="csY340" fmla="*/ 1747195 h 2245497"/>
                <a:gd name="csX341" fmla="*/ 1431028 w 2067292"/>
                <a:gd name="csY341" fmla="*/ 1735864 h 2245497"/>
                <a:gd name="csX342" fmla="*/ 1434147 w 2067292"/>
                <a:gd name="csY342" fmla="*/ 1726607 h 2245497"/>
                <a:gd name="csX343" fmla="*/ 1434990 w 2067292"/>
                <a:gd name="csY343" fmla="*/ 1724516 h 2245497"/>
                <a:gd name="csX344" fmla="*/ 1439425 w 2067292"/>
                <a:gd name="csY344" fmla="*/ 1713168 h 2245497"/>
                <a:gd name="csX345" fmla="*/ 1443573 w 2067292"/>
                <a:gd name="csY345" fmla="*/ 1701820 h 2245497"/>
                <a:gd name="csX346" fmla="*/ 1447502 w 2067292"/>
                <a:gd name="csY346" fmla="*/ 1690472 h 2245497"/>
                <a:gd name="csX347" fmla="*/ 1448581 w 2067292"/>
                <a:gd name="csY347" fmla="*/ 1687251 h 2245497"/>
                <a:gd name="csX348" fmla="*/ 1451801 w 2067292"/>
                <a:gd name="csY348" fmla="*/ 1679124 h 2245497"/>
                <a:gd name="csX349" fmla="*/ 1456067 w 2067292"/>
                <a:gd name="csY349" fmla="*/ 1667776 h 2245497"/>
                <a:gd name="csX350" fmla="*/ 1460097 w 2067292"/>
                <a:gd name="csY350" fmla="*/ 1656445 h 2245497"/>
                <a:gd name="csX351" fmla="*/ 1463014 w 2067292"/>
                <a:gd name="csY351" fmla="*/ 1647879 h 2245497"/>
                <a:gd name="csX352" fmla="*/ 1464127 w 2067292"/>
                <a:gd name="csY352" fmla="*/ 1645097 h 2245497"/>
                <a:gd name="csX353" fmla="*/ 1468511 w 2067292"/>
                <a:gd name="csY353" fmla="*/ 1633749 h 2245497"/>
                <a:gd name="csX354" fmla="*/ 1472643 w 2067292"/>
                <a:gd name="csY354" fmla="*/ 1622401 h 2245497"/>
                <a:gd name="csX355" fmla="*/ 1476588 w 2067292"/>
                <a:gd name="csY355" fmla="*/ 1611053 h 2245497"/>
                <a:gd name="csX356" fmla="*/ 1477448 w 2067292"/>
                <a:gd name="csY356" fmla="*/ 1608507 h 2245497"/>
                <a:gd name="csX357" fmla="*/ 1480905 w 2067292"/>
                <a:gd name="csY357" fmla="*/ 1599711 h 2245497"/>
                <a:gd name="csX358" fmla="*/ 1485137 w 2067292"/>
                <a:gd name="csY358" fmla="*/ 1588365 h 2245497"/>
                <a:gd name="csX359" fmla="*/ 1489184 w 2067292"/>
                <a:gd name="csY359" fmla="*/ 1577020 h 2245497"/>
                <a:gd name="csX360" fmla="*/ 1491882 w 2067292"/>
                <a:gd name="csY360" fmla="*/ 1569154 h 2245497"/>
                <a:gd name="csX361" fmla="*/ 1493248 w 2067292"/>
                <a:gd name="csY361" fmla="*/ 1565674 h 2245497"/>
                <a:gd name="csX362" fmla="*/ 1497598 w 2067292"/>
                <a:gd name="csY362" fmla="*/ 1554329 h 2245497"/>
                <a:gd name="csX363" fmla="*/ 1501729 w 2067292"/>
                <a:gd name="csY363" fmla="*/ 1542983 h 2245497"/>
                <a:gd name="csX364" fmla="*/ 1505675 w 2067292"/>
                <a:gd name="csY364" fmla="*/ 1531638 h 2245497"/>
                <a:gd name="csX365" fmla="*/ 1506316 w 2067292"/>
                <a:gd name="csY365" fmla="*/ 1529784 h 2245497"/>
                <a:gd name="csX366" fmla="*/ 1510008 w 2067292"/>
                <a:gd name="csY366" fmla="*/ 1520292 h 2245497"/>
                <a:gd name="csX367" fmla="*/ 1514224 w 2067292"/>
                <a:gd name="csY367" fmla="*/ 1508947 h 2245497"/>
                <a:gd name="csX368" fmla="*/ 1518271 w 2067292"/>
                <a:gd name="csY368" fmla="*/ 1497603 h 2245497"/>
                <a:gd name="csX369" fmla="*/ 1520749 w 2067292"/>
                <a:gd name="csY369" fmla="*/ 1490430 h 2245497"/>
                <a:gd name="csX370" fmla="*/ 1522385 w 2067292"/>
                <a:gd name="csY370" fmla="*/ 1486256 h 2245497"/>
                <a:gd name="csX371" fmla="*/ 1526685 w 2067292"/>
                <a:gd name="csY371" fmla="*/ 1474912 h 2245497"/>
                <a:gd name="csX372" fmla="*/ 1530816 w 2067292"/>
                <a:gd name="csY372" fmla="*/ 1463565 h 2245497"/>
                <a:gd name="csX373" fmla="*/ 1534779 w 2067292"/>
                <a:gd name="csY373" fmla="*/ 1452221 h 2245497"/>
                <a:gd name="csX374" fmla="*/ 1535183 w 2067292"/>
                <a:gd name="csY374" fmla="*/ 1451056 h 2245497"/>
                <a:gd name="csX375" fmla="*/ 1539112 w 2067292"/>
                <a:gd name="csY375" fmla="*/ 1440874 h 2245497"/>
                <a:gd name="csX376" fmla="*/ 1543328 w 2067292"/>
                <a:gd name="csY376" fmla="*/ 1429530 h 2245497"/>
                <a:gd name="csX377" fmla="*/ 1547374 w 2067292"/>
                <a:gd name="csY377" fmla="*/ 1418183 h 2245497"/>
                <a:gd name="csX378" fmla="*/ 1549617 w 2067292"/>
                <a:gd name="csY378" fmla="*/ 1411703 h 2245497"/>
                <a:gd name="csX379" fmla="*/ 1551506 w 2067292"/>
                <a:gd name="csY379" fmla="*/ 1406839 h 2245497"/>
                <a:gd name="csX380" fmla="*/ 1555788 w 2067292"/>
                <a:gd name="csY380" fmla="*/ 1395492 h 2245497"/>
                <a:gd name="csX381" fmla="*/ 1559920 w 2067292"/>
                <a:gd name="csY381" fmla="*/ 1384148 h 2245497"/>
                <a:gd name="csX382" fmla="*/ 1563882 w 2067292"/>
                <a:gd name="csY382" fmla="*/ 1372801 h 2245497"/>
                <a:gd name="csX383" fmla="*/ 1564051 w 2067292"/>
                <a:gd name="csY383" fmla="*/ 1372326 h 2245497"/>
                <a:gd name="csX384" fmla="*/ 1568233 w 2067292"/>
                <a:gd name="csY384" fmla="*/ 1361457 h 2245497"/>
                <a:gd name="csX385" fmla="*/ 1572414 w 2067292"/>
                <a:gd name="csY385" fmla="*/ 1350110 h 2245497"/>
                <a:gd name="csX386" fmla="*/ 1576461 w 2067292"/>
                <a:gd name="csY386" fmla="*/ 1338766 h 2245497"/>
                <a:gd name="csX387" fmla="*/ 1578485 w 2067292"/>
                <a:gd name="csY387" fmla="*/ 1332979 h 2245497"/>
                <a:gd name="csX388" fmla="*/ 1580626 w 2067292"/>
                <a:gd name="csY388" fmla="*/ 1327419 h 2245497"/>
                <a:gd name="csX389" fmla="*/ 1584892 w 2067292"/>
                <a:gd name="csY389" fmla="*/ 1316075 h 2245497"/>
                <a:gd name="csX390" fmla="*/ 1589006 w 2067292"/>
                <a:gd name="csY390" fmla="*/ 1304728 h 2245497"/>
                <a:gd name="csX391" fmla="*/ 1592918 w 2067292"/>
                <a:gd name="csY391" fmla="*/ 1293600 h 2245497"/>
                <a:gd name="csX392" fmla="*/ 1593003 w 2067292"/>
                <a:gd name="csY392" fmla="*/ 1293384 h 2245497"/>
                <a:gd name="csX393" fmla="*/ 1597336 w 2067292"/>
                <a:gd name="csY393" fmla="*/ 1282037 h 2245497"/>
                <a:gd name="csX394" fmla="*/ 1601518 w 2067292"/>
                <a:gd name="csY394" fmla="*/ 1270693 h 2245497"/>
                <a:gd name="csX395" fmla="*/ 1605565 w 2067292"/>
                <a:gd name="csY395" fmla="*/ 1259346 h 2245497"/>
                <a:gd name="csX396" fmla="*/ 1607352 w 2067292"/>
                <a:gd name="csY396" fmla="*/ 1254252 h 2245497"/>
                <a:gd name="csX397" fmla="*/ 1609746 w 2067292"/>
                <a:gd name="csY397" fmla="*/ 1248002 h 2245497"/>
                <a:gd name="csX398" fmla="*/ 1613996 w 2067292"/>
                <a:gd name="csY398" fmla="*/ 1236657 h 2245497"/>
                <a:gd name="csX399" fmla="*/ 1618110 w 2067292"/>
                <a:gd name="csY399" fmla="*/ 1225311 h 2245497"/>
                <a:gd name="csX400" fmla="*/ 1621786 w 2067292"/>
                <a:gd name="csY400" fmla="*/ 1214878 h 2245497"/>
                <a:gd name="csX401" fmla="*/ 1622140 w 2067292"/>
                <a:gd name="csY401" fmla="*/ 1213966 h 2245497"/>
                <a:gd name="csX402" fmla="*/ 1626457 w 2067292"/>
                <a:gd name="csY402" fmla="*/ 1202620 h 2245497"/>
                <a:gd name="csX403" fmla="*/ 1630621 w 2067292"/>
                <a:gd name="csY403" fmla="*/ 1191275 h 2245497"/>
                <a:gd name="csX404" fmla="*/ 1634668 w 2067292"/>
                <a:gd name="csY404" fmla="*/ 1179929 h 2245497"/>
                <a:gd name="csX405" fmla="*/ 1636220 w 2067292"/>
                <a:gd name="csY405" fmla="*/ 1175526 h 2245497"/>
                <a:gd name="csX406" fmla="*/ 1638867 w 2067292"/>
                <a:gd name="csY406" fmla="*/ 1168584 h 2245497"/>
                <a:gd name="csX407" fmla="*/ 1643116 w 2067292"/>
                <a:gd name="csY407" fmla="*/ 1157238 h 2245497"/>
                <a:gd name="csX408" fmla="*/ 1647213 w 2067292"/>
                <a:gd name="csY408" fmla="*/ 1145893 h 2245497"/>
                <a:gd name="csX409" fmla="*/ 1650653 w 2067292"/>
                <a:gd name="csY409" fmla="*/ 1136157 h 2245497"/>
                <a:gd name="csX410" fmla="*/ 1651260 w 2067292"/>
                <a:gd name="csY410" fmla="*/ 1134547 h 2245497"/>
                <a:gd name="csX411" fmla="*/ 1655560 w 2067292"/>
                <a:gd name="csY411" fmla="*/ 1123202 h 2245497"/>
                <a:gd name="csX412" fmla="*/ 1659725 w 2067292"/>
                <a:gd name="csY412" fmla="*/ 1111856 h 2245497"/>
                <a:gd name="csX413" fmla="*/ 1663772 w 2067292"/>
                <a:gd name="csY413" fmla="*/ 1100511 h 2245497"/>
                <a:gd name="csX414" fmla="*/ 1665087 w 2067292"/>
                <a:gd name="csY414" fmla="*/ 1096800 h 2245497"/>
                <a:gd name="csX415" fmla="*/ 1667987 w 2067292"/>
                <a:gd name="csY415" fmla="*/ 1089165 h 2245497"/>
                <a:gd name="csX416" fmla="*/ 1672220 w 2067292"/>
                <a:gd name="csY416" fmla="*/ 1077820 h 2245497"/>
                <a:gd name="csX417" fmla="*/ 1676317 w 2067292"/>
                <a:gd name="csY417" fmla="*/ 1066474 h 2245497"/>
                <a:gd name="csX418" fmla="*/ 1679521 w 2067292"/>
                <a:gd name="csY418" fmla="*/ 1057434 h 2245497"/>
                <a:gd name="csX419" fmla="*/ 1680398 w 2067292"/>
                <a:gd name="csY419" fmla="*/ 1055129 h 2245497"/>
                <a:gd name="csX420" fmla="*/ 1684681 w 2067292"/>
                <a:gd name="csY420" fmla="*/ 1043783 h 2245497"/>
                <a:gd name="csX421" fmla="*/ 1688845 w 2067292"/>
                <a:gd name="csY421" fmla="*/ 1032438 h 2245497"/>
                <a:gd name="csX422" fmla="*/ 1692892 w 2067292"/>
                <a:gd name="csY422" fmla="*/ 1021092 h 2245497"/>
                <a:gd name="csX423" fmla="*/ 1693955 w 2067292"/>
                <a:gd name="csY423" fmla="*/ 1018073 h 2245497"/>
                <a:gd name="csX424" fmla="*/ 1697108 w 2067292"/>
                <a:gd name="csY424" fmla="*/ 1009747 h 2245497"/>
                <a:gd name="csX425" fmla="*/ 1701323 w 2067292"/>
                <a:gd name="csY425" fmla="*/ 998401 h 2245497"/>
                <a:gd name="csX426" fmla="*/ 1705421 w 2067292"/>
                <a:gd name="csY426" fmla="*/ 987056 h 2245497"/>
                <a:gd name="csX427" fmla="*/ 1708388 w 2067292"/>
                <a:gd name="csY427" fmla="*/ 978711 h 2245497"/>
                <a:gd name="csX428" fmla="*/ 1709535 w 2067292"/>
                <a:gd name="csY428" fmla="*/ 975711 h 2245497"/>
                <a:gd name="csX429" fmla="*/ 1713784 w 2067292"/>
                <a:gd name="csY429" fmla="*/ 964365 h 2245497"/>
                <a:gd name="csX430" fmla="*/ 1717949 w 2067292"/>
                <a:gd name="csY430" fmla="*/ 953020 h 2245497"/>
                <a:gd name="csX431" fmla="*/ 1721996 w 2067292"/>
                <a:gd name="csY431" fmla="*/ 941674 h 2245497"/>
                <a:gd name="csX432" fmla="*/ 1722822 w 2067292"/>
                <a:gd name="csY432" fmla="*/ 939347 h 2245497"/>
                <a:gd name="csX433" fmla="*/ 1726228 w 2067292"/>
                <a:gd name="csY433" fmla="*/ 930329 h 2245497"/>
                <a:gd name="csX434" fmla="*/ 1730444 w 2067292"/>
                <a:gd name="csY434" fmla="*/ 918983 h 2245497"/>
                <a:gd name="csX435" fmla="*/ 1734541 w 2067292"/>
                <a:gd name="csY435" fmla="*/ 907638 h 2245497"/>
                <a:gd name="csX436" fmla="*/ 1737256 w 2067292"/>
                <a:gd name="csY436" fmla="*/ 899986 h 2245497"/>
                <a:gd name="csX437" fmla="*/ 1738655 w 2067292"/>
                <a:gd name="csY437" fmla="*/ 896292 h 2245497"/>
                <a:gd name="csX438" fmla="*/ 1742904 w 2067292"/>
                <a:gd name="csY438" fmla="*/ 884947 h 2245497"/>
                <a:gd name="csX439" fmla="*/ 1747053 w 2067292"/>
                <a:gd name="csY439" fmla="*/ 873601 h 2245497"/>
                <a:gd name="csX440" fmla="*/ 1751100 w 2067292"/>
                <a:gd name="csY440" fmla="*/ 862256 h 2245497"/>
                <a:gd name="csX441" fmla="*/ 1751690 w 2067292"/>
                <a:gd name="csY441" fmla="*/ 860619 h 2245497"/>
                <a:gd name="csX442" fmla="*/ 1755349 w 2067292"/>
                <a:gd name="csY442" fmla="*/ 850910 h 2245497"/>
                <a:gd name="csX443" fmla="*/ 1759547 w 2067292"/>
                <a:gd name="csY443" fmla="*/ 839565 h 2245497"/>
                <a:gd name="csX444" fmla="*/ 1763645 w 2067292"/>
                <a:gd name="csY444" fmla="*/ 828219 h 2245497"/>
                <a:gd name="csX445" fmla="*/ 1766123 w 2067292"/>
                <a:gd name="csY445" fmla="*/ 821262 h 2245497"/>
                <a:gd name="csX446" fmla="*/ 1767776 w 2067292"/>
                <a:gd name="csY446" fmla="*/ 816874 h 2245497"/>
                <a:gd name="csX447" fmla="*/ 1772025 w 2067292"/>
                <a:gd name="csY447" fmla="*/ 805528 h 2245497"/>
                <a:gd name="csX448" fmla="*/ 1776173 w 2067292"/>
                <a:gd name="csY448" fmla="*/ 794183 h 2245497"/>
                <a:gd name="csX449" fmla="*/ 1780220 w 2067292"/>
                <a:gd name="csY449" fmla="*/ 782837 h 2245497"/>
                <a:gd name="csX450" fmla="*/ 1780557 w 2067292"/>
                <a:gd name="csY450" fmla="*/ 781893 h 2245497"/>
                <a:gd name="csX451" fmla="*/ 1784469 w 2067292"/>
                <a:gd name="csY451" fmla="*/ 771492 h 2245497"/>
                <a:gd name="csX452" fmla="*/ 1788668 w 2067292"/>
                <a:gd name="csY452" fmla="*/ 760146 h 2245497"/>
                <a:gd name="csX453" fmla="*/ 1792765 w 2067292"/>
                <a:gd name="csY453" fmla="*/ 748801 h 2245497"/>
                <a:gd name="csX454" fmla="*/ 1794991 w 2067292"/>
                <a:gd name="csY454" fmla="*/ 742537 h 2245497"/>
                <a:gd name="csX455" fmla="*/ 1796913 w 2067292"/>
                <a:gd name="csY455" fmla="*/ 737455 h 2245497"/>
                <a:gd name="csX456" fmla="*/ 1801145 w 2067292"/>
                <a:gd name="csY456" fmla="*/ 726110 h 2245497"/>
                <a:gd name="csX457" fmla="*/ 1805277 w 2067292"/>
                <a:gd name="csY457" fmla="*/ 714764 h 2245497"/>
                <a:gd name="csX458" fmla="*/ 1809323 w 2067292"/>
                <a:gd name="csY458" fmla="*/ 703419 h 2245497"/>
                <a:gd name="csX459" fmla="*/ 1809425 w 2067292"/>
                <a:gd name="csY459" fmla="*/ 703166 h 2245497"/>
                <a:gd name="csX460" fmla="*/ 1813589 w 2067292"/>
                <a:gd name="csY460" fmla="*/ 692074 h 2245497"/>
                <a:gd name="csX461" fmla="*/ 1817771 w 2067292"/>
                <a:gd name="csY461" fmla="*/ 680728 h 2245497"/>
                <a:gd name="csX462" fmla="*/ 1821869 w 2067292"/>
                <a:gd name="csY462" fmla="*/ 669383 h 2245497"/>
                <a:gd name="csX463" fmla="*/ 1823858 w 2067292"/>
                <a:gd name="csY463" fmla="*/ 663812 h 2245497"/>
                <a:gd name="csX464" fmla="*/ 1826034 w 2067292"/>
                <a:gd name="csY464" fmla="*/ 658037 h 2245497"/>
                <a:gd name="csX465" fmla="*/ 1830249 w 2067292"/>
                <a:gd name="csY465" fmla="*/ 646692 h 2245497"/>
                <a:gd name="csX466" fmla="*/ 1834397 w 2067292"/>
                <a:gd name="csY466" fmla="*/ 635346 h 2245497"/>
                <a:gd name="csX467" fmla="*/ 1838292 w 2067292"/>
                <a:gd name="csY467" fmla="*/ 624442 h 2245497"/>
                <a:gd name="csX468" fmla="*/ 1838444 w 2067292"/>
                <a:gd name="csY468" fmla="*/ 624001 h 2245497"/>
                <a:gd name="csX469" fmla="*/ 1842710 w 2067292"/>
                <a:gd name="csY469" fmla="*/ 612655 h 2245497"/>
                <a:gd name="csX470" fmla="*/ 1846892 w 2067292"/>
                <a:gd name="csY470" fmla="*/ 601310 h 2245497"/>
                <a:gd name="csX471" fmla="*/ 1850972 w 2067292"/>
                <a:gd name="csY471" fmla="*/ 589964 h 2245497"/>
                <a:gd name="csX472" fmla="*/ 1852726 w 2067292"/>
                <a:gd name="csY472" fmla="*/ 585088 h 2245497"/>
                <a:gd name="csX473" fmla="*/ 1855154 w 2067292"/>
                <a:gd name="csY473" fmla="*/ 578619 h 2245497"/>
                <a:gd name="csX474" fmla="*/ 1859369 w 2067292"/>
                <a:gd name="csY474" fmla="*/ 567273 h 2245497"/>
                <a:gd name="csX475" fmla="*/ 1863501 w 2067292"/>
                <a:gd name="csY475" fmla="*/ 555928 h 2245497"/>
                <a:gd name="csX476" fmla="*/ 1867160 w 2067292"/>
                <a:gd name="csY476" fmla="*/ 545719 h 2245497"/>
                <a:gd name="csX477" fmla="*/ 1867581 w 2067292"/>
                <a:gd name="csY477" fmla="*/ 544582 h 2245497"/>
                <a:gd name="csX478" fmla="*/ 1871830 w 2067292"/>
                <a:gd name="csY478" fmla="*/ 533237 h 2245497"/>
                <a:gd name="csX479" fmla="*/ 1875995 w 2067292"/>
                <a:gd name="csY479" fmla="*/ 521891 h 2245497"/>
                <a:gd name="csX480" fmla="*/ 1880093 w 2067292"/>
                <a:gd name="csY480" fmla="*/ 510546 h 2245497"/>
                <a:gd name="csX481" fmla="*/ 1881577 w 2067292"/>
                <a:gd name="csY481" fmla="*/ 506361 h 2245497"/>
                <a:gd name="csX482" fmla="*/ 1884275 w 2067292"/>
                <a:gd name="csY482" fmla="*/ 499200 h 2245497"/>
                <a:gd name="csX483" fmla="*/ 1888490 w 2067292"/>
                <a:gd name="csY483" fmla="*/ 487855 h 2245497"/>
                <a:gd name="csX484" fmla="*/ 1892621 w 2067292"/>
                <a:gd name="csY484" fmla="*/ 476509 h 2245497"/>
                <a:gd name="csX485" fmla="*/ 1896010 w 2067292"/>
                <a:gd name="csY485" fmla="*/ 466996 h 2245497"/>
                <a:gd name="csX486" fmla="*/ 1896702 w 2067292"/>
                <a:gd name="csY486" fmla="*/ 465164 h 2245497"/>
                <a:gd name="csX487" fmla="*/ 1900951 w 2067292"/>
                <a:gd name="csY487" fmla="*/ 453818 h 2245497"/>
                <a:gd name="csX488" fmla="*/ 1905116 w 2067292"/>
                <a:gd name="csY488" fmla="*/ 442473 h 2245497"/>
                <a:gd name="csX489" fmla="*/ 1909213 w 2067292"/>
                <a:gd name="csY489" fmla="*/ 431129 h 2245497"/>
                <a:gd name="csX490" fmla="*/ 1910444 w 2067292"/>
                <a:gd name="csY490" fmla="*/ 427637 h 2245497"/>
                <a:gd name="csX491" fmla="*/ 1913395 w 2067292"/>
                <a:gd name="csY491" fmla="*/ 419782 h 2245497"/>
                <a:gd name="csX492" fmla="*/ 1917610 w 2067292"/>
                <a:gd name="csY492" fmla="*/ 408438 h 2245497"/>
                <a:gd name="csX493" fmla="*/ 1921725 w 2067292"/>
                <a:gd name="csY493" fmla="*/ 397091 h 2245497"/>
                <a:gd name="csX494" fmla="*/ 1924878 w 2067292"/>
                <a:gd name="csY494" fmla="*/ 388273 h 2245497"/>
                <a:gd name="csX495" fmla="*/ 1925839 w 2067292"/>
                <a:gd name="csY495" fmla="*/ 385747 h 2245497"/>
                <a:gd name="csX496" fmla="*/ 1930071 w 2067292"/>
                <a:gd name="csY496" fmla="*/ 374400 h 2245497"/>
                <a:gd name="csX497" fmla="*/ 1934236 w 2067292"/>
                <a:gd name="csY497" fmla="*/ 363056 h 2245497"/>
                <a:gd name="csX498" fmla="*/ 1938317 w 2067292"/>
                <a:gd name="csY498" fmla="*/ 351709 h 2245497"/>
                <a:gd name="csX499" fmla="*/ 1939312 w 2067292"/>
                <a:gd name="csY499" fmla="*/ 348910 h 2245497"/>
                <a:gd name="csX500" fmla="*/ 1942532 w 2067292"/>
                <a:gd name="csY500" fmla="*/ 340365 h 2245497"/>
                <a:gd name="csX501" fmla="*/ 1946714 w 2067292"/>
                <a:gd name="csY501" fmla="*/ 329018 h 2245497"/>
                <a:gd name="csX502" fmla="*/ 1950845 w 2067292"/>
                <a:gd name="csY502" fmla="*/ 317674 h 2245497"/>
                <a:gd name="csX503" fmla="*/ 1953745 w 2067292"/>
                <a:gd name="csY503" fmla="*/ 309550 h 2245497"/>
                <a:gd name="csX504" fmla="*/ 1954959 w 2067292"/>
                <a:gd name="csY504" fmla="*/ 306327 h 2245497"/>
                <a:gd name="csX505" fmla="*/ 1959192 w 2067292"/>
                <a:gd name="csY505" fmla="*/ 294983 h 2245497"/>
                <a:gd name="csX506" fmla="*/ 1963340 w 2067292"/>
                <a:gd name="csY506" fmla="*/ 283636 h 2245497"/>
                <a:gd name="csX507" fmla="*/ 1967437 w 2067292"/>
                <a:gd name="csY507" fmla="*/ 272292 h 2245497"/>
                <a:gd name="csX508" fmla="*/ 1968179 w 2067292"/>
                <a:gd name="csY508" fmla="*/ 270186 h 2245497"/>
                <a:gd name="csX509" fmla="*/ 1971653 w 2067292"/>
                <a:gd name="csY509" fmla="*/ 260945 h 2245497"/>
                <a:gd name="csX510" fmla="*/ 1975834 w 2067292"/>
                <a:gd name="csY510" fmla="*/ 249601 h 2245497"/>
                <a:gd name="csX511" fmla="*/ 1979949 w 2067292"/>
                <a:gd name="csY511" fmla="*/ 238254 h 2245497"/>
                <a:gd name="csX512" fmla="*/ 1982613 w 2067292"/>
                <a:gd name="csY512" fmla="*/ 230825 h 2245497"/>
                <a:gd name="csX513" fmla="*/ 1984097 w 2067292"/>
                <a:gd name="csY513" fmla="*/ 226910 h 2245497"/>
                <a:gd name="csX514" fmla="*/ 1988312 w 2067292"/>
                <a:gd name="csY514" fmla="*/ 215563 h 2245497"/>
                <a:gd name="csX515" fmla="*/ 1992460 w 2067292"/>
                <a:gd name="csY515" fmla="*/ 204219 h 2245497"/>
                <a:gd name="csX516" fmla="*/ 1996541 w 2067292"/>
                <a:gd name="csY516" fmla="*/ 192872 h 2245497"/>
                <a:gd name="csX517" fmla="*/ 1997047 w 2067292"/>
                <a:gd name="csY517" fmla="*/ 191459 h 2245497"/>
                <a:gd name="csX518" fmla="*/ 2000773 w 2067292"/>
                <a:gd name="csY518" fmla="*/ 181528 h 2245497"/>
                <a:gd name="csX519" fmla="*/ 2004955 w 2067292"/>
                <a:gd name="csY519" fmla="*/ 170183 h 2245497"/>
                <a:gd name="csX520" fmla="*/ 2009069 w 2067292"/>
                <a:gd name="csY520" fmla="*/ 158837 h 2245497"/>
                <a:gd name="csX521" fmla="*/ 2011480 w 2067292"/>
                <a:gd name="csY521" fmla="*/ 152100 h 2245497"/>
                <a:gd name="csX522" fmla="*/ 2013217 w 2067292"/>
                <a:gd name="csY522" fmla="*/ 147492 h 2245497"/>
                <a:gd name="csX523" fmla="*/ 2017433 w 2067292"/>
                <a:gd name="csY523" fmla="*/ 136146 h 2245497"/>
                <a:gd name="csX524" fmla="*/ 2021581 w 2067292"/>
                <a:gd name="csY524" fmla="*/ 124801 h 2245497"/>
                <a:gd name="csX525" fmla="*/ 2025661 w 2067292"/>
                <a:gd name="csY525" fmla="*/ 113455 h 2245497"/>
                <a:gd name="csX526" fmla="*/ 2025914 w 2067292"/>
                <a:gd name="csY526" fmla="*/ 112733 h 2245497"/>
                <a:gd name="csX527" fmla="*/ 2029894 w 2067292"/>
                <a:gd name="csY527" fmla="*/ 102110 h 2245497"/>
                <a:gd name="csX528" fmla="*/ 2034075 w 2067292"/>
                <a:gd name="csY528" fmla="*/ 90764 h 2245497"/>
                <a:gd name="csX529" fmla="*/ 2038190 w 2067292"/>
                <a:gd name="csY529" fmla="*/ 79418 h 2245497"/>
                <a:gd name="csX530" fmla="*/ 2040348 w 2067292"/>
                <a:gd name="csY530" fmla="*/ 73376 h 2245497"/>
                <a:gd name="csX531" fmla="*/ 2042338 w 2067292"/>
                <a:gd name="csY531" fmla="*/ 68073 h 2245497"/>
                <a:gd name="csX532" fmla="*/ 2046553 w 2067292"/>
                <a:gd name="csY532" fmla="*/ 56727 h 2245497"/>
                <a:gd name="csX533" fmla="*/ 2050701 w 2067292"/>
                <a:gd name="csY533" fmla="*/ 45382 h 2245497"/>
                <a:gd name="csX534" fmla="*/ 2054782 w 2067292"/>
                <a:gd name="csY534" fmla="*/ 34037 h 2245497"/>
                <a:gd name="csX535" fmla="*/ 2054782 w 2067292"/>
                <a:gd name="csY535" fmla="*/ 34007 h 2245497"/>
                <a:gd name="csX536" fmla="*/ 2059014 w 2067292"/>
                <a:gd name="csY536" fmla="*/ 22691 h 2245497"/>
                <a:gd name="csX537" fmla="*/ 2063196 w 2067292"/>
                <a:gd name="csY537" fmla="*/ 11346 h 2245497"/>
                <a:gd name="csX538" fmla="*/ 2067293 w 2067292"/>
                <a:gd name="csY538" fmla="*/ 0 h 2245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</a:cxnLst>
              <a:rect l="l" t="t" r="r" b="b"/>
              <a:pathLst>
                <a:path w="2067292" h="2245497">
                  <a:moveTo>
                    <a:pt x="0" y="0"/>
                  </a:moveTo>
                  <a:lnTo>
                    <a:pt x="5232" y="9333"/>
                  </a:lnTo>
                  <a:lnTo>
                    <a:pt x="6310" y="11346"/>
                  </a:lnTo>
                  <a:lnTo>
                    <a:pt x="12441" y="22691"/>
                  </a:lnTo>
                  <a:lnTo>
                    <a:pt x="18769" y="34037"/>
                  </a:lnTo>
                  <a:lnTo>
                    <a:pt x="19666" y="35630"/>
                  </a:lnTo>
                  <a:lnTo>
                    <a:pt x="24902" y="45382"/>
                  </a:lnTo>
                  <a:lnTo>
                    <a:pt x="31166" y="56727"/>
                  </a:lnTo>
                  <a:lnTo>
                    <a:pt x="34100" y="61946"/>
                  </a:lnTo>
                  <a:lnTo>
                    <a:pt x="37383" y="68073"/>
                  </a:lnTo>
                  <a:lnTo>
                    <a:pt x="43583" y="79418"/>
                  </a:lnTo>
                  <a:lnTo>
                    <a:pt x="48532" y="88238"/>
                  </a:lnTo>
                  <a:lnTo>
                    <a:pt x="49884" y="90764"/>
                  </a:lnTo>
                  <a:lnTo>
                    <a:pt x="56020" y="102110"/>
                  </a:lnTo>
                  <a:lnTo>
                    <a:pt x="62362" y="113455"/>
                  </a:lnTo>
                  <a:lnTo>
                    <a:pt x="62966" y="114527"/>
                  </a:lnTo>
                  <a:lnTo>
                    <a:pt x="68479" y="124801"/>
                  </a:lnTo>
                  <a:lnTo>
                    <a:pt x="74754" y="136146"/>
                  </a:lnTo>
                  <a:lnTo>
                    <a:pt x="77399" y="140847"/>
                  </a:lnTo>
                  <a:lnTo>
                    <a:pt x="80957" y="147492"/>
                  </a:lnTo>
                  <a:lnTo>
                    <a:pt x="87167" y="158837"/>
                  </a:lnTo>
                  <a:lnTo>
                    <a:pt x="91833" y="167141"/>
                  </a:lnTo>
                  <a:lnTo>
                    <a:pt x="93459" y="170183"/>
                  </a:lnTo>
                  <a:lnTo>
                    <a:pt x="99601" y="181528"/>
                  </a:lnTo>
                  <a:lnTo>
                    <a:pt x="105957" y="192872"/>
                  </a:lnTo>
                  <a:lnTo>
                    <a:pt x="106267" y="193422"/>
                  </a:lnTo>
                  <a:lnTo>
                    <a:pt x="112056" y="204219"/>
                  </a:lnTo>
                  <a:lnTo>
                    <a:pt x="118343" y="215563"/>
                  </a:lnTo>
                  <a:lnTo>
                    <a:pt x="120701" y="219747"/>
                  </a:lnTo>
                  <a:lnTo>
                    <a:pt x="124533" y="226910"/>
                  </a:lnTo>
                  <a:lnTo>
                    <a:pt x="130750" y="238254"/>
                  </a:lnTo>
                  <a:lnTo>
                    <a:pt x="135134" y="246044"/>
                  </a:lnTo>
                  <a:lnTo>
                    <a:pt x="137033" y="249601"/>
                  </a:lnTo>
                  <a:lnTo>
                    <a:pt x="143181" y="260945"/>
                  </a:lnTo>
                  <a:lnTo>
                    <a:pt x="149553" y="272292"/>
                  </a:lnTo>
                  <a:lnTo>
                    <a:pt x="149566" y="272317"/>
                  </a:lnTo>
                  <a:lnTo>
                    <a:pt x="155633" y="283636"/>
                  </a:lnTo>
                  <a:lnTo>
                    <a:pt x="161933" y="294983"/>
                  </a:lnTo>
                  <a:lnTo>
                    <a:pt x="164000" y="298647"/>
                  </a:lnTo>
                  <a:lnTo>
                    <a:pt x="168108" y="306327"/>
                  </a:lnTo>
                  <a:lnTo>
                    <a:pt x="174336" y="317674"/>
                  </a:lnTo>
                  <a:lnTo>
                    <a:pt x="178434" y="324948"/>
                  </a:lnTo>
                  <a:lnTo>
                    <a:pt x="180606" y="329018"/>
                  </a:lnTo>
                  <a:lnTo>
                    <a:pt x="186762" y="340365"/>
                  </a:lnTo>
                  <a:lnTo>
                    <a:pt x="192868" y="351222"/>
                  </a:lnTo>
                  <a:lnTo>
                    <a:pt x="193127" y="351709"/>
                  </a:lnTo>
                  <a:lnTo>
                    <a:pt x="199209" y="363056"/>
                  </a:lnTo>
                  <a:lnTo>
                    <a:pt x="205524" y="374400"/>
                  </a:lnTo>
                  <a:lnTo>
                    <a:pt x="207301" y="377545"/>
                  </a:lnTo>
                  <a:lnTo>
                    <a:pt x="211682" y="385747"/>
                  </a:lnTo>
                  <a:lnTo>
                    <a:pt x="217921" y="397091"/>
                  </a:lnTo>
                  <a:lnTo>
                    <a:pt x="221735" y="403851"/>
                  </a:lnTo>
                  <a:lnTo>
                    <a:pt x="224178" y="408438"/>
                  </a:lnTo>
                  <a:lnTo>
                    <a:pt x="230342" y="419782"/>
                  </a:lnTo>
                  <a:lnTo>
                    <a:pt x="236167" y="430129"/>
                  </a:lnTo>
                  <a:lnTo>
                    <a:pt x="236700" y="431129"/>
                  </a:lnTo>
                  <a:lnTo>
                    <a:pt x="242787" y="442473"/>
                  </a:lnTo>
                  <a:lnTo>
                    <a:pt x="249116" y="453818"/>
                  </a:lnTo>
                  <a:lnTo>
                    <a:pt x="250601" y="456443"/>
                  </a:lnTo>
                  <a:lnTo>
                    <a:pt x="255257" y="465164"/>
                  </a:lnTo>
                  <a:lnTo>
                    <a:pt x="261507" y="476509"/>
                  </a:lnTo>
                  <a:lnTo>
                    <a:pt x="265035" y="482755"/>
                  </a:lnTo>
                  <a:lnTo>
                    <a:pt x="267751" y="487855"/>
                  </a:lnTo>
                  <a:lnTo>
                    <a:pt x="273923" y="499200"/>
                  </a:lnTo>
                  <a:lnTo>
                    <a:pt x="279469" y="509036"/>
                  </a:lnTo>
                  <a:lnTo>
                    <a:pt x="280271" y="510546"/>
                  </a:lnTo>
                  <a:lnTo>
                    <a:pt x="286363" y="521891"/>
                  </a:lnTo>
                  <a:lnTo>
                    <a:pt x="292709" y="533237"/>
                  </a:lnTo>
                  <a:lnTo>
                    <a:pt x="293902" y="535342"/>
                  </a:lnTo>
                  <a:lnTo>
                    <a:pt x="298829" y="544582"/>
                  </a:lnTo>
                  <a:lnTo>
                    <a:pt x="305094" y="555928"/>
                  </a:lnTo>
                  <a:lnTo>
                    <a:pt x="308336" y="561658"/>
                  </a:lnTo>
                  <a:lnTo>
                    <a:pt x="311322" y="567273"/>
                  </a:lnTo>
                  <a:lnTo>
                    <a:pt x="317504" y="578619"/>
                  </a:lnTo>
                  <a:lnTo>
                    <a:pt x="322768" y="587941"/>
                  </a:lnTo>
                  <a:lnTo>
                    <a:pt x="323842" y="589964"/>
                  </a:lnTo>
                  <a:lnTo>
                    <a:pt x="329939" y="601310"/>
                  </a:lnTo>
                  <a:lnTo>
                    <a:pt x="336303" y="612655"/>
                  </a:lnTo>
                  <a:lnTo>
                    <a:pt x="337202" y="614237"/>
                  </a:lnTo>
                  <a:lnTo>
                    <a:pt x="342404" y="624001"/>
                  </a:lnTo>
                  <a:lnTo>
                    <a:pt x="348680" y="635346"/>
                  </a:lnTo>
                  <a:lnTo>
                    <a:pt x="351636" y="640560"/>
                  </a:lnTo>
                  <a:lnTo>
                    <a:pt x="354893" y="646692"/>
                  </a:lnTo>
                  <a:lnTo>
                    <a:pt x="361083" y="658037"/>
                  </a:lnTo>
                  <a:lnTo>
                    <a:pt x="366069" y="666847"/>
                  </a:lnTo>
                  <a:lnTo>
                    <a:pt x="367413" y="669383"/>
                  </a:lnTo>
                  <a:lnTo>
                    <a:pt x="373516" y="680728"/>
                  </a:lnTo>
                  <a:lnTo>
                    <a:pt x="379900" y="692074"/>
                  </a:lnTo>
                  <a:lnTo>
                    <a:pt x="380503" y="693132"/>
                  </a:lnTo>
                  <a:lnTo>
                    <a:pt x="385975" y="703419"/>
                  </a:lnTo>
                  <a:lnTo>
                    <a:pt x="392268" y="714764"/>
                  </a:lnTo>
                  <a:lnTo>
                    <a:pt x="394937" y="719461"/>
                  </a:lnTo>
                  <a:lnTo>
                    <a:pt x="398464" y="726110"/>
                  </a:lnTo>
                  <a:lnTo>
                    <a:pt x="404665" y="737455"/>
                  </a:lnTo>
                  <a:lnTo>
                    <a:pt x="409369" y="745754"/>
                  </a:lnTo>
                  <a:lnTo>
                    <a:pt x="410983" y="748801"/>
                  </a:lnTo>
                  <a:lnTo>
                    <a:pt x="417092" y="760146"/>
                  </a:lnTo>
                  <a:lnTo>
                    <a:pt x="423499" y="771492"/>
                  </a:lnTo>
                  <a:lnTo>
                    <a:pt x="423803" y="772027"/>
                  </a:lnTo>
                  <a:lnTo>
                    <a:pt x="429548" y="782837"/>
                  </a:lnTo>
                  <a:lnTo>
                    <a:pt x="435857" y="794183"/>
                  </a:lnTo>
                  <a:lnTo>
                    <a:pt x="438236" y="798362"/>
                  </a:lnTo>
                  <a:lnTo>
                    <a:pt x="442034" y="805528"/>
                  </a:lnTo>
                  <a:lnTo>
                    <a:pt x="448247" y="816874"/>
                  </a:lnTo>
                  <a:lnTo>
                    <a:pt x="452670" y="824659"/>
                  </a:lnTo>
                  <a:lnTo>
                    <a:pt x="454550" y="828219"/>
                  </a:lnTo>
                  <a:lnTo>
                    <a:pt x="460666" y="839565"/>
                  </a:lnTo>
                  <a:lnTo>
                    <a:pt x="467099" y="850910"/>
                  </a:lnTo>
                  <a:lnTo>
                    <a:pt x="467104" y="850918"/>
                  </a:lnTo>
                  <a:lnTo>
                    <a:pt x="473119" y="862256"/>
                  </a:lnTo>
                  <a:lnTo>
                    <a:pt x="479449" y="873601"/>
                  </a:lnTo>
                  <a:lnTo>
                    <a:pt x="481538" y="877262"/>
                  </a:lnTo>
                  <a:lnTo>
                    <a:pt x="485601" y="884947"/>
                  </a:lnTo>
                  <a:lnTo>
                    <a:pt x="491829" y="896292"/>
                  </a:lnTo>
                  <a:lnTo>
                    <a:pt x="495970" y="903564"/>
                  </a:lnTo>
                  <a:lnTo>
                    <a:pt x="498118" y="907638"/>
                  </a:lnTo>
                  <a:lnTo>
                    <a:pt x="504242" y="918983"/>
                  </a:lnTo>
                  <a:lnTo>
                    <a:pt x="510404" y="929827"/>
                  </a:lnTo>
                  <a:lnTo>
                    <a:pt x="510668" y="930329"/>
                  </a:lnTo>
                  <a:lnTo>
                    <a:pt x="516688" y="941674"/>
                  </a:lnTo>
                  <a:lnTo>
                    <a:pt x="523040" y="953020"/>
                  </a:lnTo>
                  <a:lnTo>
                    <a:pt x="524837" y="956162"/>
                  </a:lnTo>
                  <a:lnTo>
                    <a:pt x="529169" y="964365"/>
                  </a:lnTo>
                  <a:lnTo>
                    <a:pt x="535410" y="975711"/>
                  </a:lnTo>
                  <a:lnTo>
                    <a:pt x="539271" y="982471"/>
                  </a:lnTo>
                  <a:lnTo>
                    <a:pt x="541684" y="987056"/>
                  </a:lnTo>
                  <a:lnTo>
                    <a:pt x="547817" y="998401"/>
                  </a:lnTo>
                  <a:lnTo>
                    <a:pt x="553705" y="1008737"/>
                  </a:lnTo>
                  <a:lnTo>
                    <a:pt x="554234" y="1009747"/>
                  </a:lnTo>
                  <a:lnTo>
                    <a:pt x="560257" y="1021092"/>
                  </a:lnTo>
                  <a:lnTo>
                    <a:pt x="566633" y="1032438"/>
                  </a:lnTo>
                  <a:lnTo>
                    <a:pt x="568139" y="1035058"/>
                  </a:lnTo>
                  <a:lnTo>
                    <a:pt x="572734" y="1043783"/>
                  </a:lnTo>
                  <a:lnTo>
                    <a:pt x="578993" y="1055129"/>
                  </a:lnTo>
                  <a:lnTo>
                    <a:pt x="582571" y="1061376"/>
                  </a:lnTo>
                  <a:lnTo>
                    <a:pt x="585247" y="1066474"/>
                  </a:lnTo>
                  <a:lnTo>
                    <a:pt x="591389" y="1077820"/>
                  </a:lnTo>
                  <a:lnTo>
                    <a:pt x="597004" y="1087647"/>
                  </a:lnTo>
                  <a:lnTo>
                    <a:pt x="597799" y="1089165"/>
                  </a:lnTo>
                  <a:lnTo>
                    <a:pt x="603823" y="1100511"/>
                  </a:lnTo>
                  <a:lnTo>
                    <a:pt x="610229" y="1111856"/>
                  </a:lnTo>
                  <a:lnTo>
                    <a:pt x="611438" y="1113955"/>
                  </a:lnTo>
                  <a:lnTo>
                    <a:pt x="616296" y="1123202"/>
                  </a:lnTo>
                  <a:lnTo>
                    <a:pt x="622575" y="1134547"/>
                  </a:lnTo>
                  <a:lnTo>
                    <a:pt x="625872" y="1140281"/>
                  </a:lnTo>
                  <a:lnTo>
                    <a:pt x="628809" y="1145893"/>
                  </a:lnTo>
                  <a:lnTo>
                    <a:pt x="634962" y="1157238"/>
                  </a:lnTo>
                  <a:lnTo>
                    <a:pt x="640306" y="1166556"/>
                  </a:lnTo>
                  <a:lnTo>
                    <a:pt x="641361" y="1168584"/>
                  </a:lnTo>
                  <a:lnTo>
                    <a:pt x="647389" y="1179929"/>
                  </a:lnTo>
                  <a:lnTo>
                    <a:pt x="653827" y="1191275"/>
                  </a:lnTo>
                  <a:lnTo>
                    <a:pt x="654739" y="1192850"/>
                  </a:lnTo>
                  <a:lnTo>
                    <a:pt x="659857" y="1202620"/>
                  </a:lnTo>
                  <a:lnTo>
                    <a:pt x="666160" y="1213966"/>
                  </a:lnTo>
                  <a:lnTo>
                    <a:pt x="669173" y="1219185"/>
                  </a:lnTo>
                  <a:lnTo>
                    <a:pt x="672369" y="1225311"/>
                  </a:lnTo>
                  <a:lnTo>
                    <a:pt x="678535" y="1236657"/>
                  </a:lnTo>
                  <a:lnTo>
                    <a:pt x="683605" y="1245467"/>
                  </a:lnTo>
                  <a:lnTo>
                    <a:pt x="684922" y="1248002"/>
                  </a:lnTo>
                  <a:lnTo>
                    <a:pt x="690952" y="1259346"/>
                  </a:lnTo>
                  <a:lnTo>
                    <a:pt x="697429" y="1270693"/>
                  </a:lnTo>
                  <a:lnTo>
                    <a:pt x="698039" y="1271743"/>
                  </a:lnTo>
                  <a:lnTo>
                    <a:pt x="703415" y="1282037"/>
                  </a:lnTo>
                  <a:lnTo>
                    <a:pt x="709744" y="1293384"/>
                  </a:lnTo>
                  <a:lnTo>
                    <a:pt x="712473" y="1298090"/>
                  </a:lnTo>
                  <a:lnTo>
                    <a:pt x="715924" y="1304728"/>
                  </a:lnTo>
                  <a:lnTo>
                    <a:pt x="722104" y="1316075"/>
                  </a:lnTo>
                  <a:lnTo>
                    <a:pt x="726907" y="1324377"/>
                  </a:lnTo>
                  <a:lnTo>
                    <a:pt x="728480" y="1327419"/>
                  </a:lnTo>
                  <a:lnTo>
                    <a:pt x="734513" y="1338766"/>
                  </a:lnTo>
                  <a:lnTo>
                    <a:pt x="741033" y="1350110"/>
                  </a:lnTo>
                  <a:lnTo>
                    <a:pt x="741340" y="1350633"/>
                  </a:lnTo>
                  <a:lnTo>
                    <a:pt x="746969" y="1361457"/>
                  </a:lnTo>
                  <a:lnTo>
                    <a:pt x="753329" y="1372801"/>
                  </a:lnTo>
                  <a:lnTo>
                    <a:pt x="755774" y="1376993"/>
                  </a:lnTo>
                  <a:lnTo>
                    <a:pt x="759475" y="1384148"/>
                  </a:lnTo>
                  <a:lnTo>
                    <a:pt x="765674" y="1395492"/>
                  </a:lnTo>
                  <a:lnTo>
                    <a:pt x="770206" y="1403289"/>
                  </a:lnTo>
                  <a:lnTo>
                    <a:pt x="772034" y="1406839"/>
                  </a:lnTo>
                  <a:lnTo>
                    <a:pt x="778069" y="1418183"/>
                  </a:lnTo>
                  <a:lnTo>
                    <a:pt x="784640" y="1429521"/>
                  </a:lnTo>
                  <a:lnTo>
                    <a:pt x="784645" y="1429530"/>
                  </a:lnTo>
                  <a:lnTo>
                    <a:pt x="790518" y="1440874"/>
                  </a:lnTo>
                  <a:lnTo>
                    <a:pt x="796917" y="1452221"/>
                  </a:lnTo>
                  <a:lnTo>
                    <a:pt x="799074" y="1455895"/>
                  </a:lnTo>
                  <a:lnTo>
                    <a:pt x="803021" y="1463565"/>
                  </a:lnTo>
                  <a:lnTo>
                    <a:pt x="809246" y="1474912"/>
                  </a:lnTo>
                  <a:lnTo>
                    <a:pt x="813512" y="1482201"/>
                  </a:lnTo>
                  <a:lnTo>
                    <a:pt x="815586" y="1486256"/>
                  </a:lnTo>
                  <a:lnTo>
                    <a:pt x="821623" y="1497603"/>
                  </a:lnTo>
                  <a:lnTo>
                    <a:pt x="827946" y="1508436"/>
                  </a:lnTo>
                  <a:lnTo>
                    <a:pt x="828199" y="1508947"/>
                  </a:lnTo>
                  <a:lnTo>
                    <a:pt x="834067" y="1520292"/>
                  </a:lnTo>
                  <a:lnTo>
                    <a:pt x="840508" y="1531638"/>
                  </a:lnTo>
                  <a:lnTo>
                    <a:pt x="842380" y="1534797"/>
                  </a:lnTo>
                  <a:lnTo>
                    <a:pt x="846562" y="1542983"/>
                  </a:lnTo>
                  <a:lnTo>
                    <a:pt x="852801" y="1554329"/>
                  </a:lnTo>
                  <a:lnTo>
                    <a:pt x="856814" y="1561116"/>
                  </a:lnTo>
                  <a:lnTo>
                    <a:pt x="859124" y="1565674"/>
                  </a:lnTo>
                  <a:lnTo>
                    <a:pt x="865160" y="1577020"/>
                  </a:lnTo>
                  <a:lnTo>
                    <a:pt x="871247" y="1587355"/>
                  </a:lnTo>
                  <a:lnTo>
                    <a:pt x="871753" y="1588365"/>
                  </a:lnTo>
                  <a:lnTo>
                    <a:pt x="877588" y="1599711"/>
                  </a:lnTo>
                  <a:lnTo>
                    <a:pt x="884096" y="1611053"/>
                  </a:lnTo>
                  <a:lnTo>
                    <a:pt x="885681" y="1613700"/>
                  </a:lnTo>
                  <a:lnTo>
                    <a:pt x="890082" y="1622401"/>
                  </a:lnTo>
                  <a:lnTo>
                    <a:pt x="896372" y="1633749"/>
                  </a:lnTo>
                  <a:lnTo>
                    <a:pt x="900115" y="1640038"/>
                  </a:lnTo>
                  <a:lnTo>
                    <a:pt x="902661" y="1645097"/>
                  </a:lnTo>
                  <a:lnTo>
                    <a:pt x="908698" y="1656445"/>
                  </a:lnTo>
                  <a:lnTo>
                    <a:pt x="914549" y="1666275"/>
                  </a:lnTo>
                  <a:lnTo>
                    <a:pt x="915291" y="1667776"/>
                  </a:lnTo>
                  <a:lnTo>
                    <a:pt x="921108" y="1679124"/>
                  </a:lnTo>
                  <a:lnTo>
                    <a:pt x="927684" y="1690472"/>
                  </a:lnTo>
                  <a:lnTo>
                    <a:pt x="928982" y="1692597"/>
                  </a:lnTo>
                  <a:lnTo>
                    <a:pt x="933603" y="1701820"/>
                  </a:lnTo>
                  <a:lnTo>
                    <a:pt x="939926" y="1713168"/>
                  </a:lnTo>
                  <a:lnTo>
                    <a:pt x="943416" y="1718952"/>
                  </a:lnTo>
                  <a:lnTo>
                    <a:pt x="946165" y="1724516"/>
                  </a:lnTo>
                  <a:lnTo>
                    <a:pt x="952218" y="1735864"/>
                  </a:lnTo>
                  <a:lnTo>
                    <a:pt x="957850" y="1745206"/>
                  </a:lnTo>
                  <a:lnTo>
                    <a:pt x="958828" y="1747195"/>
                  </a:lnTo>
                  <a:lnTo>
                    <a:pt x="964612" y="1758543"/>
                  </a:lnTo>
                  <a:lnTo>
                    <a:pt x="971289" y="1769891"/>
                  </a:lnTo>
                  <a:lnTo>
                    <a:pt x="972284" y="1771493"/>
                  </a:lnTo>
                  <a:lnTo>
                    <a:pt x="977089" y="1781239"/>
                  </a:lnTo>
                  <a:lnTo>
                    <a:pt x="983463" y="1792587"/>
                  </a:lnTo>
                  <a:lnTo>
                    <a:pt x="986701" y="1797865"/>
                  </a:lnTo>
                  <a:lnTo>
                    <a:pt x="989668" y="1803935"/>
                  </a:lnTo>
                  <a:lnTo>
                    <a:pt x="995722" y="1815267"/>
                  </a:lnTo>
                  <a:lnTo>
                    <a:pt x="1001134" y="1824136"/>
                  </a:lnTo>
                  <a:lnTo>
                    <a:pt x="1002348" y="1826615"/>
                  </a:lnTo>
                  <a:lnTo>
                    <a:pt x="1008081" y="1837963"/>
                  </a:lnTo>
                  <a:lnTo>
                    <a:pt x="1014910" y="1849311"/>
                  </a:lnTo>
                  <a:lnTo>
                    <a:pt x="1015568" y="1850373"/>
                  </a:lnTo>
                  <a:lnTo>
                    <a:pt x="1020559" y="1860659"/>
                  </a:lnTo>
                  <a:lnTo>
                    <a:pt x="1027000" y="1872007"/>
                  </a:lnTo>
                  <a:lnTo>
                    <a:pt x="1030002" y="1876796"/>
                  </a:lnTo>
                  <a:lnTo>
                    <a:pt x="1033138" y="1883355"/>
                  </a:lnTo>
                  <a:lnTo>
                    <a:pt x="1039192" y="1894686"/>
                  </a:lnTo>
                  <a:lnTo>
                    <a:pt x="1044436" y="1903066"/>
                  </a:lnTo>
                  <a:lnTo>
                    <a:pt x="1045835" y="1906034"/>
                  </a:lnTo>
                  <a:lnTo>
                    <a:pt x="1051518" y="1917382"/>
                  </a:lnTo>
                  <a:lnTo>
                    <a:pt x="1058532" y="1928730"/>
                  </a:lnTo>
                  <a:lnTo>
                    <a:pt x="1058869" y="1929253"/>
                  </a:lnTo>
                  <a:lnTo>
                    <a:pt x="1063962" y="1940078"/>
                  </a:lnTo>
                  <a:lnTo>
                    <a:pt x="1070504" y="1951426"/>
                  </a:lnTo>
                  <a:lnTo>
                    <a:pt x="1073303" y="1955743"/>
                  </a:lnTo>
                  <a:lnTo>
                    <a:pt x="1076541" y="1962774"/>
                  </a:lnTo>
                  <a:lnTo>
                    <a:pt x="1082594" y="1974105"/>
                  </a:lnTo>
                  <a:lnTo>
                    <a:pt x="1087737" y="1982031"/>
                  </a:lnTo>
                  <a:lnTo>
                    <a:pt x="1089288" y="1985453"/>
                  </a:lnTo>
                  <a:lnTo>
                    <a:pt x="1094836" y="1996801"/>
                  </a:lnTo>
                  <a:lnTo>
                    <a:pt x="1102171" y="2008133"/>
                  </a:lnTo>
                  <a:lnTo>
                    <a:pt x="1102187" y="2008150"/>
                  </a:lnTo>
                  <a:lnTo>
                    <a:pt x="1107246" y="2019498"/>
                  </a:lnTo>
                  <a:lnTo>
                    <a:pt x="1113940" y="2030846"/>
                  </a:lnTo>
                  <a:lnTo>
                    <a:pt x="1116604" y="2034707"/>
                  </a:lnTo>
                  <a:lnTo>
                    <a:pt x="1119842" y="2042177"/>
                  </a:lnTo>
                  <a:lnTo>
                    <a:pt x="1125845" y="2053525"/>
                  </a:lnTo>
                  <a:lnTo>
                    <a:pt x="1131038" y="2061028"/>
                  </a:lnTo>
                  <a:lnTo>
                    <a:pt x="1132640" y="2064873"/>
                  </a:lnTo>
                  <a:lnTo>
                    <a:pt x="1137935" y="2076221"/>
                  </a:lnTo>
                  <a:lnTo>
                    <a:pt x="1145472" y="2087080"/>
                  </a:lnTo>
                  <a:lnTo>
                    <a:pt x="1145674" y="2087569"/>
                  </a:lnTo>
                  <a:lnTo>
                    <a:pt x="1150261" y="2098917"/>
                  </a:lnTo>
                  <a:lnTo>
                    <a:pt x="1157208" y="2110265"/>
                  </a:lnTo>
                  <a:lnTo>
                    <a:pt x="1159906" y="2113739"/>
                  </a:lnTo>
                  <a:lnTo>
                    <a:pt x="1162856" y="2121596"/>
                  </a:lnTo>
                  <a:lnTo>
                    <a:pt x="1168640" y="2132944"/>
                  </a:lnTo>
                  <a:lnTo>
                    <a:pt x="1174339" y="2140161"/>
                  </a:lnTo>
                  <a:lnTo>
                    <a:pt x="1175790" y="2144292"/>
                  </a:lnTo>
                  <a:lnTo>
                    <a:pt x="1180325" y="2155640"/>
                  </a:lnTo>
                  <a:lnTo>
                    <a:pt x="1188773" y="2166112"/>
                  </a:lnTo>
                  <a:lnTo>
                    <a:pt x="1189060" y="2166988"/>
                  </a:lnTo>
                  <a:lnTo>
                    <a:pt x="1192398" y="2178336"/>
                  </a:lnTo>
                  <a:lnTo>
                    <a:pt x="1199632" y="2189668"/>
                  </a:lnTo>
                  <a:lnTo>
                    <a:pt x="1203207" y="2193141"/>
                  </a:lnTo>
                  <a:lnTo>
                    <a:pt x="1205045" y="2201016"/>
                  </a:lnTo>
                  <a:lnTo>
                    <a:pt x="1208889" y="2212364"/>
                  </a:lnTo>
                  <a:lnTo>
                    <a:pt x="1217641" y="2220086"/>
                  </a:lnTo>
                  <a:lnTo>
                    <a:pt x="1218517" y="2223712"/>
                  </a:lnTo>
                  <a:lnTo>
                    <a:pt x="1219293" y="2235060"/>
                  </a:lnTo>
                  <a:lnTo>
                    <a:pt x="1232074" y="2245497"/>
                  </a:lnTo>
                  <a:lnTo>
                    <a:pt x="1246508" y="2239596"/>
                  </a:lnTo>
                  <a:lnTo>
                    <a:pt x="1252157" y="2235060"/>
                  </a:lnTo>
                  <a:lnTo>
                    <a:pt x="1257232" y="2223712"/>
                  </a:lnTo>
                  <a:lnTo>
                    <a:pt x="1258919" y="2212364"/>
                  </a:lnTo>
                  <a:lnTo>
                    <a:pt x="1260605" y="2201016"/>
                  </a:lnTo>
                  <a:lnTo>
                    <a:pt x="1260942" y="2199043"/>
                  </a:lnTo>
                  <a:lnTo>
                    <a:pt x="1266978" y="2189668"/>
                  </a:lnTo>
                  <a:lnTo>
                    <a:pt x="1270941" y="2178336"/>
                  </a:lnTo>
                  <a:lnTo>
                    <a:pt x="1273757" y="2166988"/>
                  </a:lnTo>
                  <a:lnTo>
                    <a:pt x="1275376" y="2159721"/>
                  </a:lnTo>
                  <a:lnTo>
                    <a:pt x="1277753" y="2155640"/>
                  </a:lnTo>
                  <a:lnTo>
                    <a:pt x="1282812" y="2144292"/>
                  </a:lnTo>
                  <a:lnTo>
                    <a:pt x="1286454" y="2132944"/>
                  </a:lnTo>
                  <a:lnTo>
                    <a:pt x="1289472" y="2121596"/>
                  </a:lnTo>
                  <a:lnTo>
                    <a:pt x="1289809" y="2120247"/>
                  </a:lnTo>
                  <a:lnTo>
                    <a:pt x="1294649" y="2110265"/>
                  </a:lnTo>
                  <a:lnTo>
                    <a:pt x="1298898" y="2098917"/>
                  </a:lnTo>
                  <a:lnTo>
                    <a:pt x="1302388" y="2087569"/>
                  </a:lnTo>
                  <a:lnTo>
                    <a:pt x="1304243" y="2080925"/>
                  </a:lnTo>
                  <a:lnTo>
                    <a:pt x="1306486" y="2076221"/>
                  </a:lnTo>
                  <a:lnTo>
                    <a:pt x="1311174" y="2064873"/>
                  </a:lnTo>
                  <a:lnTo>
                    <a:pt x="1315085" y="2053525"/>
                  </a:lnTo>
                  <a:lnTo>
                    <a:pt x="1318475" y="2042177"/>
                  </a:lnTo>
                  <a:lnTo>
                    <a:pt x="1318677" y="2041502"/>
                  </a:lnTo>
                  <a:lnTo>
                    <a:pt x="1323365" y="2030846"/>
                  </a:lnTo>
                  <a:lnTo>
                    <a:pt x="1327597" y="2019498"/>
                  </a:lnTo>
                  <a:lnTo>
                    <a:pt x="1331306" y="2008150"/>
                  </a:lnTo>
                  <a:lnTo>
                    <a:pt x="1333111" y="2002180"/>
                  </a:lnTo>
                  <a:lnTo>
                    <a:pt x="1335472" y="1996801"/>
                  </a:lnTo>
                  <a:lnTo>
                    <a:pt x="1339990" y="1985453"/>
                  </a:lnTo>
                  <a:lnTo>
                    <a:pt x="1343953" y="1974105"/>
                  </a:lnTo>
                  <a:lnTo>
                    <a:pt x="1347544" y="1962774"/>
                  </a:lnTo>
                  <a:lnTo>
                    <a:pt x="1347544" y="1962757"/>
                  </a:lnTo>
                  <a:lnTo>
                    <a:pt x="1352300" y="1951426"/>
                  </a:lnTo>
                  <a:lnTo>
                    <a:pt x="1356498" y="1940078"/>
                  </a:lnTo>
                  <a:lnTo>
                    <a:pt x="1360309" y="1928730"/>
                  </a:lnTo>
                  <a:lnTo>
                    <a:pt x="1361978" y="1923436"/>
                  </a:lnTo>
                  <a:lnTo>
                    <a:pt x="1364524" y="1917382"/>
                  </a:lnTo>
                  <a:lnTo>
                    <a:pt x="1368942" y="1906034"/>
                  </a:lnTo>
                  <a:lnTo>
                    <a:pt x="1372939" y="1894686"/>
                  </a:lnTo>
                  <a:lnTo>
                    <a:pt x="1376412" y="1884046"/>
                  </a:lnTo>
                  <a:lnTo>
                    <a:pt x="1376699" y="1883355"/>
                  </a:lnTo>
                  <a:lnTo>
                    <a:pt x="1381302" y="1872007"/>
                  </a:lnTo>
                  <a:lnTo>
                    <a:pt x="1385484" y="1860659"/>
                  </a:lnTo>
                  <a:lnTo>
                    <a:pt x="1389345" y="1849311"/>
                  </a:lnTo>
                  <a:lnTo>
                    <a:pt x="1390846" y="1844708"/>
                  </a:lnTo>
                  <a:lnTo>
                    <a:pt x="1393611" y="1837963"/>
                  </a:lnTo>
                  <a:lnTo>
                    <a:pt x="1397961" y="1826615"/>
                  </a:lnTo>
                  <a:lnTo>
                    <a:pt x="1401975" y="1815267"/>
                  </a:lnTo>
                  <a:lnTo>
                    <a:pt x="1405279" y="1805318"/>
                  </a:lnTo>
                  <a:lnTo>
                    <a:pt x="1405853" y="1803935"/>
                  </a:lnTo>
                  <a:lnTo>
                    <a:pt x="1410355" y="1792587"/>
                  </a:lnTo>
                  <a:lnTo>
                    <a:pt x="1414520" y="1781239"/>
                  </a:lnTo>
                  <a:lnTo>
                    <a:pt x="1418415" y="1769891"/>
                  </a:lnTo>
                  <a:lnTo>
                    <a:pt x="1419713" y="1765980"/>
                  </a:lnTo>
                  <a:lnTo>
                    <a:pt x="1422698" y="1758543"/>
                  </a:lnTo>
                  <a:lnTo>
                    <a:pt x="1426998" y="1747195"/>
                  </a:lnTo>
                  <a:lnTo>
                    <a:pt x="1431028" y="1735864"/>
                  </a:lnTo>
                  <a:lnTo>
                    <a:pt x="1434147" y="1726607"/>
                  </a:lnTo>
                  <a:lnTo>
                    <a:pt x="1434990" y="1724516"/>
                  </a:lnTo>
                  <a:lnTo>
                    <a:pt x="1439425" y="1713168"/>
                  </a:lnTo>
                  <a:lnTo>
                    <a:pt x="1443573" y="1701820"/>
                  </a:lnTo>
                  <a:lnTo>
                    <a:pt x="1447502" y="1690472"/>
                  </a:lnTo>
                  <a:lnTo>
                    <a:pt x="1448581" y="1687251"/>
                  </a:lnTo>
                  <a:lnTo>
                    <a:pt x="1451801" y="1679124"/>
                  </a:lnTo>
                  <a:lnTo>
                    <a:pt x="1456067" y="1667776"/>
                  </a:lnTo>
                  <a:lnTo>
                    <a:pt x="1460097" y="1656445"/>
                  </a:lnTo>
                  <a:lnTo>
                    <a:pt x="1463014" y="1647879"/>
                  </a:lnTo>
                  <a:lnTo>
                    <a:pt x="1464127" y="1645097"/>
                  </a:lnTo>
                  <a:lnTo>
                    <a:pt x="1468511" y="1633749"/>
                  </a:lnTo>
                  <a:lnTo>
                    <a:pt x="1472643" y="1622401"/>
                  </a:lnTo>
                  <a:lnTo>
                    <a:pt x="1476588" y="1611053"/>
                  </a:lnTo>
                  <a:lnTo>
                    <a:pt x="1477448" y="1608507"/>
                  </a:lnTo>
                  <a:lnTo>
                    <a:pt x="1480905" y="1599711"/>
                  </a:lnTo>
                  <a:lnTo>
                    <a:pt x="1485137" y="1588365"/>
                  </a:lnTo>
                  <a:lnTo>
                    <a:pt x="1489184" y="1577020"/>
                  </a:lnTo>
                  <a:lnTo>
                    <a:pt x="1491882" y="1569154"/>
                  </a:lnTo>
                  <a:lnTo>
                    <a:pt x="1493248" y="1565674"/>
                  </a:lnTo>
                  <a:lnTo>
                    <a:pt x="1497598" y="1554329"/>
                  </a:lnTo>
                  <a:lnTo>
                    <a:pt x="1501729" y="1542983"/>
                  </a:lnTo>
                  <a:lnTo>
                    <a:pt x="1505675" y="1531638"/>
                  </a:lnTo>
                  <a:lnTo>
                    <a:pt x="1506316" y="1529784"/>
                  </a:lnTo>
                  <a:lnTo>
                    <a:pt x="1510008" y="1520292"/>
                  </a:lnTo>
                  <a:lnTo>
                    <a:pt x="1514224" y="1508947"/>
                  </a:lnTo>
                  <a:lnTo>
                    <a:pt x="1518271" y="1497603"/>
                  </a:lnTo>
                  <a:lnTo>
                    <a:pt x="1520749" y="1490430"/>
                  </a:lnTo>
                  <a:lnTo>
                    <a:pt x="1522385" y="1486256"/>
                  </a:lnTo>
                  <a:lnTo>
                    <a:pt x="1526685" y="1474912"/>
                  </a:lnTo>
                  <a:lnTo>
                    <a:pt x="1530816" y="1463565"/>
                  </a:lnTo>
                  <a:lnTo>
                    <a:pt x="1534779" y="1452221"/>
                  </a:lnTo>
                  <a:lnTo>
                    <a:pt x="1535183" y="1451056"/>
                  </a:lnTo>
                  <a:lnTo>
                    <a:pt x="1539112" y="1440874"/>
                  </a:lnTo>
                  <a:lnTo>
                    <a:pt x="1543328" y="1429530"/>
                  </a:lnTo>
                  <a:lnTo>
                    <a:pt x="1547374" y="1418183"/>
                  </a:lnTo>
                  <a:lnTo>
                    <a:pt x="1549617" y="1411703"/>
                  </a:lnTo>
                  <a:lnTo>
                    <a:pt x="1551506" y="1406839"/>
                  </a:lnTo>
                  <a:lnTo>
                    <a:pt x="1555788" y="1395492"/>
                  </a:lnTo>
                  <a:lnTo>
                    <a:pt x="1559920" y="1384148"/>
                  </a:lnTo>
                  <a:lnTo>
                    <a:pt x="1563882" y="1372801"/>
                  </a:lnTo>
                  <a:lnTo>
                    <a:pt x="1564051" y="1372326"/>
                  </a:lnTo>
                  <a:lnTo>
                    <a:pt x="1568233" y="1361457"/>
                  </a:lnTo>
                  <a:lnTo>
                    <a:pt x="1572414" y="1350110"/>
                  </a:lnTo>
                  <a:lnTo>
                    <a:pt x="1576461" y="1338766"/>
                  </a:lnTo>
                  <a:lnTo>
                    <a:pt x="1578485" y="1332979"/>
                  </a:lnTo>
                  <a:lnTo>
                    <a:pt x="1580626" y="1327419"/>
                  </a:lnTo>
                  <a:lnTo>
                    <a:pt x="1584892" y="1316075"/>
                  </a:lnTo>
                  <a:lnTo>
                    <a:pt x="1589006" y="1304728"/>
                  </a:lnTo>
                  <a:lnTo>
                    <a:pt x="1592918" y="1293600"/>
                  </a:lnTo>
                  <a:lnTo>
                    <a:pt x="1593003" y="1293384"/>
                  </a:lnTo>
                  <a:lnTo>
                    <a:pt x="1597336" y="1282037"/>
                  </a:lnTo>
                  <a:lnTo>
                    <a:pt x="1601518" y="1270693"/>
                  </a:lnTo>
                  <a:lnTo>
                    <a:pt x="1605565" y="1259346"/>
                  </a:lnTo>
                  <a:lnTo>
                    <a:pt x="1607352" y="1254252"/>
                  </a:lnTo>
                  <a:lnTo>
                    <a:pt x="1609746" y="1248002"/>
                  </a:lnTo>
                  <a:lnTo>
                    <a:pt x="1613996" y="1236657"/>
                  </a:lnTo>
                  <a:lnTo>
                    <a:pt x="1618110" y="1225311"/>
                  </a:lnTo>
                  <a:lnTo>
                    <a:pt x="1621786" y="1214878"/>
                  </a:lnTo>
                  <a:lnTo>
                    <a:pt x="1622140" y="1213966"/>
                  </a:lnTo>
                  <a:lnTo>
                    <a:pt x="1626457" y="1202620"/>
                  </a:lnTo>
                  <a:lnTo>
                    <a:pt x="1630621" y="1191275"/>
                  </a:lnTo>
                  <a:lnTo>
                    <a:pt x="1634668" y="1179929"/>
                  </a:lnTo>
                  <a:lnTo>
                    <a:pt x="1636220" y="1175526"/>
                  </a:lnTo>
                  <a:lnTo>
                    <a:pt x="1638867" y="1168584"/>
                  </a:lnTo>
                  <a:lnTo>
                    <a:pt x="1643116" y="1157238"/>
                  </a:lnTo>
                  <a:lnTo>
                    <a:pt x="1647213" y="1145893"/>
                  </a:lnTo>
                  <a:lnTo>
                    <a:pt x="1650653" y="1136157"/>
                  </a:lnTo>
                  <a:lnTo>
                    <a:pt x="1651260" y="1134547"/>
                  </a:lnTo>
                  <a:lnTo>
                    <a:pt x="1655560" y="1123202"/>
                  </a:lnTo>
                  <a:lnTo>
                    <a:pt x="1659725" y="1111856"/>
                  </a:lnTo>
                  <a:lnTo>
                    <a:pt x="1663772" y="1100511"/>
                  </a:lnTo>
                  <a:lnTo>
                    <a:pt x="1665087" y="1096800"/>
                  </a:lnTo>
                  <a:lnTo>
                    <a:pt x="1667987" y="1089165"/>
                  </a:lnTo>
                  <a:lnTo>
                    <a:pt x="1672220" y="1077820"/>
                  </a:lnTo>
                  <a:lnTo>
                    <a:pt x="1676317" y="1066474"/>
                  </a:lnTo>
                  <a:lnTo>
                    <a:pt x="1679521" y="1057434"/>
                  </a:lnTo>
                  <a:lnTo>
                    <a:pt x="1680398" y="1055129"/>
                  </a:lnTo>
                  <a:lnTo>
                    <a:pt x="1684681" y="1043783"/>
                  </a:lnTo>
                  <a:lnTo>
                    <a:pt x="1688845" y="1032438"/>
                  </a:lnTo>
                  <a:lnTo>
                    <a:pt x="1692892" y="1021092"/>
                  </a:lnTo>
                  <a:lnTo>
                    <a:pt x="1693955" y="1018073"/>
                  </a:lnTo>
                  <a:lnTo>
                    <a:pt x="1697108" y="1009747"/>
                  </a:lnTo>
                  <a:lnTo>
                    <a:pt x="1701323" y="998401"/>
                  </a:lnTo>
                  <a:lnTo>
                    <a:pt x="1705421" y="987056"/>
                  </a:lnTo>
                  <a:lnTo>
                    <a:pt x="1708388" y="978711"/>
                  </a:lnTo>
                  <a:lnTo>
                    <a:pt x="1709535" y="975711"/>
                  </a:lnTo>
                  <a:lnTo>
                    <a:pt x="1713784" y="964365"/>
                  </a:lnTo>
                  <a:lnTo>
                    <a:pt x="1717949" y="953020"/>
                  </a:lnTo>
                  <a:lnTo>
                    <a:pt x="1721996" y="941674"/>
                  </a:lnTo>
                  <a:lnTo>
                    <a:pt x="1722822" y="939347"/>
                  </a:lnTo>
                  <a:lnTo>
                    <a:pt x="1726228" y="930329"/>
                  </a:lnTo>
                  <a:lnTo>
                    <a:pt x="1730444" y="918983"/>
                  </a:lnTo>
                  <a:lnTo>
                    <a:pt x="1734541" y="907638"/>
                  </a:lnTo>
                  <a:lnTo>
                    <a:pt x="1737256" y="899986"/>
                  </a:lnTo>
                  <a:lnTo>
                    <a:pt x="1738655" y="896292"/>
                  </a:lnTo>
                  <a:lnTo>
                    <a:pt x="1742904" y="884947"/>
                  </a:lnTo>
                  <a:lnTo>
                    <a:pt x="1747053" y="873601"/>
                  </a:lnTo>
                  <a:lnTo>
                    <a:pt x="1751100" y="862256"/>
                  </a:lnTo>
                  <a:lnTo>
                    <a:pt x="1751690" y="860619"/>
                  </a:lnTo>
                  <a:lnTo>
                    <a:pt x="1755349" y="850910"/>
                  </a:lnTo>
                  <a:lnTo>
                    <a:pt x="1759547" y="839565"/>
                  </a:lnTo>
                  <a:lnTo>
                    <a:pt x="1763645" y="828219"/>
                  </a:lnTo>
                  <a:lnTo>
                    <a:pt x="1766123" y="821262"/>
                  </a:lnTo>
                  <a:lnTo>
                    <a:pt x="1767776" y="816874"/>
                  </a:lnTo>
                  <a:lnTo>
                    <a:pt x="1772025" y="805528"/>
                  </a:lnTo>
                  <a:lnTo>
                    <a:pt x="1776173" y="794183"/>
                  </a:lnTo>
                  <a:lnTo>
                    <a:pt x="1780220" y="782837"/>
                  </a:lnTo>
                  <a:lnTo>
                    <a:pt x="1780557" y="781893"/>
                  </a:lnTo>
                  <a:lnTo>
                    <a:pt x="1784469" y="771492"/>
                  </a:lnTo>
                  <a:lnTo>
                    <a:pt x="1788668" y="760146"/>
                  </a:lnTo>
                  <a:lnTo>
                    <a:pt x="1792765" y="748801"/>
                  </a:lnTo>
                  <a:lnTo>
                    <a:pt x="1794991" y="742537"/>
                  </a:lnTo>
                  <a:lnTo>
                    <a:pt x="1796913" y="737455"/>
                  </a:lnTo>
                  <a:lnTo>
                    <a:pt x="1801145" y="726110"/>
                  </a:lnTo>
                  <a:lnTo>
                    <a:pt x="1805277" y="714764"/>
                  </a:lnTo>
                  <a:lnTo>
                    <a:pt x="1809323" y="703419"/>
                  </a:lnTo>
                  <a:lnTo>
                    <a:pt x="1809425" y="703166"/>
                  </a:lnTo>
                  <a:lnTo>
                    <a:pt x="1813589" y="692074"/>
                  </a:lnTo>
                  <a:lnTo>
                    <a:pt x="1817771" y="680728"/>
                  </a:lnTo>
                  <a:lnTo>
                    <a:pt x="1821869" y="669383"/>
                  </a:lnTo>
                  <a:lnTo>
                    <a:pt x="1823858" y="663812"/>
                  </a:lnTo>
                  <a:lnTo>
                    <a:pt x="1826034" y="658037"/>
                  </a:lnTo>
                  <a:lnTo>
                    <a:pt x="1830249" y="646692"/>
                  </a:lnTo>
                  <a:lnTo>
                    <a:pt x="1834397" y="635346"/>
                  </a:lnTo>
                  <a:lnTo>
                    <a:pt x="1838292" y="624442"/>
                  </a:lnTo>
                  <a:lnTo>
                    <a:pt x="1838444" y="624001"/>
                  </a:lnTo>
                  <a:lnTo>
                    <a:pt x="1842710" y="612655"/>
                  </a:lnTo>
                  <a:lnTo>
                    <a:pt x="1846892" y="601310"/>
                  </a:lnTo>
                  <a:lnTo>
                    <a:pt x="1850972" y="589964"/>
                  </a:lnTo>
                  <a:lnTo>
                    <a:pt x="1852726" y="585088"/>
                  </a:lnTo>
                  <a:lnTo>
                    <a:pt x="1855154" y="578619"/>
                  </a:lnTo>
                  <a:lnTo>
                    <a:pt x="1859369" y="567273"/>
                  </a:lnTo>
                  <a:lnTo>
                    <a:pt x="1863501" y="555928"/>
                  </a:lnTo>
                  <a:lnTo>
                    <a:pt x="1867160" y="545719"/>
                  </a:lnTo>
                  <a:lnTo>
                    <a:pt x="1867581" y="544582"/>
                  </a:lnTo>
                  <a:lnTo>
                    <a:pt x="1871830" y="533237"/>
                  </a:lnTo>
                  <a:lnTo>
                    <a:pt x="1875995" y="521891"/>
                  </a:lnTo>
                  <a:lnTo>
                    <a:pt x="1880093" y="510546"/>
                  </a:lnTo>
                  <a:lnTo>
                    <a:pt x="1881577" y="506361"/>
                  </a:lnTo>
                  <a:lnTo>
                    <a:pt x="1884275" y="499200"/>
                  </a:lnTo>
                  <a:lnTo>
                    <a:pt x="1888490" y="487855"/>
                  </a:lnTo>
                  <a:lnTo>
                    <a:pt x="1892621" y="476509"/>
                  </a:lnTo>
                  <a:lnTo>
                    <a:pt x="1896010" y="466996"/>
                  </a:lnTo>
                  <a:lnTo>
                    <a:pt x="1896702" y="465164"/>
                  </a:lnTo>
                  <a:lnTo>
                    <a:pt x="1900951" y="453818"/>
                  </a:lnTo>
                  <a:lnTo>
                    <a:pt x="1905116" y="442473"/>
                  </a:lnTo>
                  <a:lnTo>
                    <a:pt x="1909213" y="431129"/>
                  </a:lnTo>
                  <a:lnTo>
                    <a:pt x="1910444" y="427637"/>
                  </a:lnTo>
                  <a:lnTo>
                    <a:pt x="1913395" y="419782"/>
                  </a:lnTo>
                  <a:lnTo>
                    <a:pt x="1917610" y="408438"/>
                  </a:lnTo>
                  <a:lnTo>
                    <a:pt x="1921725" y="397091"/>
                  </a:lnTo>
                  <a:lnTo>
                    <a:pt x="1924878" y="388273"/>
                  </a:lnTo>
                  <a:lnTo>
                    <a:pt x="1925839" y="385747"/>
                  </a:lnTo>
                  <a:lnTo>
                    <a:pt x="1930071" y="374400"/>
                  </a:lnTo>
                  <a:lnTo>
                    <a:pt x="1934236" y="363056"/>
                  </a:lnTo>
                  <a:lnTo>
                    <a:pt x="1938317" y="351709"/>
                  </a:lnTo>
                  <a:lnTo>
                    <a:pt x="1939312" y="348910"/>
                  </a:lnTo>
                  <a:lnTo>
                    <a:pt x="1942532" y="340365"/>
                  </a:lnTo>
                  <a:lnTo>
                    <a:pt x="1946714" y="329018"/>
                  </a:lnTo>
                  <a:lnTo>
                    <a:pt x="1950845" y="317674"/>
                  </a:lnTo>
                  <a:lnTo>
                    <a:pt x="1953745" y="309550"/>
                  </a:lnTo>
                  <a:lnTo>
                    <a:pt x="1954959" y="306327"/>
                  </a:lnTo>
                  <a:lnTo>
                    <a:pt x="1959192" y="294983"/>
                  </a:lnTo>
                  <a:lnTo>
                    <a:pt x="1963340" y="283636"/>
                  </a:lnTo>
                  <a:lnTo>
                    <a:pt x="1967437" y="272292"/>
                  </a:lnTo>
                  <a:lnTo>
                    <a:pt x="1968179" y="270186"/>
                  </a:lnTo>
                  <a:lnTo>
                    <a:pt x="1971653" y="260945"/>
                  </a:lnTo>
                  <a:lnTo>
                    <a:pt x="1975834" y="249601"/>
                  </a:lnTo>
                  <a:lnTo>
                    <a:pt x="1979949" y="238254"/>
                  </a:lnTo>
                  <a:lnTo>
                    <a:pt x="1982613" y="230825"/>
                  </a:lnTo>
                  <a:lnTo>
                    <a:pt x="1984097" y="226910"/>
                  </a:lnTo>
                  <a:lnTo>
                    <a:pt x="1988312" y="215563"/>
                  </a:lnTo>
                  <a:lnTo>
                    <a:pt x="1992460" y="204219"/>
                  </a:lnTo>
                  <a:lnTo>
                    <a:pt x="1996541" y="192872"/>
                  </a:lnTo>
                  <a:lnTo>
                    <a:pt x="1997047" y="191459"/>
                  </a:lnTo>
                  <a:lnTo>
                    <a:pt x="2000773" y="181528"/>
                  </a:lnTo>
                  <a:lnTo>
                    <a:pt x="2004955" y="170183"/>
                  </a:lnTo>
                  <a:lnTo>
                    <a:pt x="2009069" y="158837"/>
                  </a:lnTo>
                  <a:lnTo>
                    <a:pt x="2011480" y="152100"/>
                  </a:lnTo>
                  <a:lnTo>
                    <a:pt x="2013217" y="147492"/>
                  </a:lnTo>
                  <a:lnTo>
                    <a:pt x="2017433" y="136146"/>
                  </a:lnTo>
                  <a:lnTo>
                    <a:pt x="2021581" y="124801"/>
                  </a:lnTo>
                  <a:lnTo>
                    <a:pt x="2025661" y="113455"/>
                  </a:lnTo>
                  <a:lnTo>
                    <a:pt x="2025914" y="112733"/>
                  </a:lnTo>
                  <a:lnTo>
                    <a:pt x="2029894" y="102110"/>
                  </a:lnTo>
                  <a:lnTo>
                    <a:pt x="2034075" y="90764"/>
                  </a:lnTo>
                  <a:lnTo>
                    <a:pt x="2038190" y="79418"/>
                  </a:lnTo>
                  <a:lnTo>
                    <a:pt x="2040348" y="73376"/>
                  </a:lnTo>
                  <a:lnTo>
                    <a:pt x="2042338" y="68073"/>
                  </a:lnTo>
                  <a:lnTo>
                    <a:pt x="2046553" y="56727"/>
                  </a:lnTo>
                  <a:lnTo>
                    <a:pt x="2050701" y="45382"/>
                  </a:lnTo>
                  <a:lnTo>
                    <a:pt x="2054782" y="34037"/>
                  </a:lnTo>
                  <a:lnTo>
                    <a:pt x="2054782" y="34007"/>
                  </a:lnTo>
                  <a:lnTo>
                    <a:pt x="2059014" y="22691"/>
                  </a:lnTo>
                  <a:lnTo>
                    <a:pt x="2063196" y="11346"/>
                  </a:lnTo>
                  <a:lnTo>
                    <a:pt x="2067293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3FEE88A1-40B2-1765-F28C-006C0C8F91B2}"/>
                </a:ext>
              </a:extLst>
            </p:cNvPr>
            <p:cNvSpPr/>
            <p:nvPr/>
          </p:nvSpPr>
          <p:spPr>
            <a:xfrm>
              <a:off x="4010149" y="4608265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136C334E-FA18-A256-7924-735ECC7B6DB3}"/>
              </a:ext>
            </a:extLst>
          </p:cNvPr>
          <p:cNvGrpSpPr/>
          <p:nvPr/>
        </p:nvGrpSpPr>
        <p:grpSpPr>
          <a:xfrm>
            <a:off x="1368799" y="2521084"/>
            <a:ext cx="2762755" cy="2244148"/>
            <a:chOff x="1368799" y="2521084"/>
            <a:chExt cx="2762755" cy="2244148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DC1381DC-3FF3-CE07-A6E2-5A21F24B7622}"/>
                </a:ext>
              </a:extLst>
            </p:cNvPr>
            <p:cNvSpPr/>
            <p:nvPr/>
          </p:nvSpPr>
          <p:spPr>
            <a:xfrm>
              <a:off x="1368799" y="2521084"/>
              <a:ext cx="1777837" cy="2244148"/>
            </a:xfrm>
            <a:custGeom>
              <a:avLst/>
              <a:gdLst>
                <a:gd name="csX0" fmla="*/ 1777837 w 1777837"/>
                <a:gd name="csY0" fmla="*/ 0 h 2244148"/>
                <a:gd name="csX1" fmla="*/ 1774465 w 1777837"/>
                <a:gd name="csY1" fmla="*/ 11346 h 2244148"/>
                <a:gd name="csX2" fmla="*/ 1773774 w 1777837"/>
                <a:gd name="csY2" fmla="*/ 13660 h 2244148"/>
                <a:gd name="csX3" fmla="*/ 1771177 w 1777837"/>
                <a:gd name="csY3" fmla="*/ 22691 h 2244148"/>
                <a:gd name="csX4" fmla="*/ 1767889 w 1777837"/>
                <a:gd name="csY4" fmla="*/ 34037 h 2244148"/>
                <a:gd name="csX5" fmla="*/ 1764567 w 1777837"/>
                <a:gd name="csY5" fmla="*/ 45382 h 2244148"/>
                <a:gd name="csX6" fmla="*/ 1761212 w 1777837"/>
                <a:gd name="csY6" fmla="*/ 56727 h 2244148"/>
                <a:gd name="csX7" fmla="*/ 1759340 w 1777837"/>
                <a:gd name="csY7" fmla="*/ 62985 h 2244148"/>
                <a:gd name="csX8" fmla="*/ 1757890 w 1777837"/>
                <a:gd name="csY8" fmla="*/ 68073 h 2244148"/>
                <a:gd name="csX9" fmla="*/ 1754602 w 1777837"/>
                <a:gd name="csY9" fmla="*/ 79418 h 2244148"/>
                <a:gd name="csX10" fmla="*/ 1751297 w 1777837"/>
                <a:gd name="csY10" fmla="*/ 90764 h 2244148"/>
                <a:gd name="csX11" fmla="*/ 1747958 w 1777837"/>
                <a:gd name="csY11" fmla="*/ 102110 h 2244148"/>
                <a:gd name="csX12" fmla="*/ 1744923 w 1777837"/>
                <a:gd name="csY12" fmla="*/ 112311 h 2244148"/>
                <a:gd name="csX13" fmla="*/ 1744586 w 1777837"/>
                <a:gd name="csY13" fmla="*/ 113455 h 2244148"/>
                <a:gd name="csX14" fmla="*/ 1741314 w 1777837"/>
                <a:gd name="csY14" fmla="*/ 124801 h 2244148"/>
                <a:gd name="csX15" fmla="*/ 1738010 w 1777837"/>
                <a:gd name="csY15" fmla="*/ 136146 h 2244148"/>
                <a:gd name="csX16" fmla="*/ 1734688 w 1777837"/>
                <a:gd name="csY16" fmla="*/ 147492 h 2244148"/>
                <a:gd name="csX17" fmla="*/ 1731315 w 1777837"/>
                <a:gd name="csY17" fmla="*/ 158837 h 2244148"/>
                <a:gd name="csX18" fmla="*/ 1730489 w 1777837"/>
                <a:gd name="csY18" fmla="*/ 161637 h 2244148"/>
                <a:gd name="csX19" fmla="*/ 1728027 w 1777837"/>
                <a:gd name="csY19" fmla="*/ 170183 h 2244148"/>
                <a:gd name="csX20" fmla="*/ 1724739 w 1777837"/>
                <a:gd name="csY20" fmla="*/ 181528 h 2244148"/>
                <a:gd name="csX21" fmla="*/ 1721417 w 1777837"/>
                <a:gd name="csY21" fmla="*/ 192872 h 2244148"/>
                <a:gd name="csX22" fmla="*/ 1718062 w 1777837"/>
                <a:gd name="csY22" fmla="*/ 204219 h 2244148"/>
                <a:gd name="csX23" fmla="*/ 1716055 w 1777837"/>
                <a:gd name="csY23" fmla="*/ 210962 h 2244148"/>
                <a:gd name="csX24" fmla="*/ 1714723 w 1777837"/>
                <a:gd name="csY24" fmla="*/ 215563 h 2244148"/>
                <a:gd name="csX25" fmla="*/ 1711452 w 1777837"/>
                <a:gd name="csY25" fmla="*/ 226910 h 2244148"/>
                <a:gd name="csX26" fmla="*/ 1708147 w 1777837"/>
                <a:gd name="csY26" fmla="*/ 238254 h 2244148"/>
                <a:gd name="csX27" fmla="*/ 1704792 w 1777837"/>
                <a:gd name="csY27" fmla="*/ 249601 h 2244148"/>
                <a:gd name="csX28" fmla="*/ 1701622 w 1777837"/>
                <a:gd name="csY28" fmla="*/ 260288 h 2244148"/>
                <a:gd name="csX29" fmla="*/ 1701419 w 1777837"/>
                <a:gd name="csY29" fmla="*/ 260945 h 2244148"/>
                <a:gd name="csX30" fmla="*/ 1698165 w 1777837"/>
                <a:gd name="csY30" fmla="*/ 272292 h 2244148"/>
                <a:gd name="csX31" fmla="*/ 1694860 w 1777837"/>
                <a:gd name="csY31" fmla="*/ 283636 h 2244148"/>
                <a:gd name="csX32" fmla="*/ 1691538 w 1777837"/>
                <a:gd name="csY32" fmla="*/ 294983 h 2244148"/>
                <a:gd name="csX33" fmla="*/ 1688166 w 1777837"/>
                <a:gd name="csY33" fmla="*/ 306327 h 2244148"/>
                <a:gd name="csX34" fmla="*/ 1687188 w 1777837"/>
                <a:gd name="csY34" fmla="*/ 309614 h 2244148"/>
                <a:gd name="csX35" fmla="*/ 1684861 w 1777837"/>
                <a:gd name="csY35" fmla="*/ 317674 h 2244148"/>
                <a:gd name="csX36" fmla="*/ 1681590 w 1777837"/>
                <a:gd name="csY36" fmla="*/ 329018 h 2244148"/>
                <a:gd name="csX37" fmla="*/ 1678268 w 1777837"/>
                <a:gd name="csY37" fmla="*/ 340365 h 2244148"/>
                <a:gd name="csX38" fmla="*/ 1674912 w 1777837"/>
                <a:gd name="csY38" fmla="*/ 351709 h 2244148"/>
                <a:gd name="csX39" fmla="*/ 1672754 w 1777837"/>
                <a:gd name="csY39" fmla="*/ 358938 h 2244148"/>
                <a:gd name="csX40" fmla="*/ 1671574 w 1777837"/>
                <a:gd name="csY40" fmla="*/ 363056 h 2244148"/>
                <a:gd name="csX41" fmla="*/ 1668302 w 1777837"/>
                <a:gd name="csY41" fmla="*/ 374400 h 2244148"/>
                <a:gd name="csX42" fmla="*/ 1664998 w 1777837"/>
                <a:gd name="csY42" fmla="*/ 385747 h 2244148"/>
                <a:gd name="csX43" fmla="*/ 1661642 w 1777837"/>
                <a:gd name="csY43" fmla="*/ 397091 h 2244148"/>
                <a:gd name="csX44" fmla="*/ 1658320 w 1777837"/>
                <a:gd name="csY44" fmla="*/ 408266 h 2244148"/>
                <a:gd name="csX45" fmla="*/ 1658270 w 1777837"/>
                <a:gd name="csY45" fmla="*/ 408438 h 2244148"/>
                <a:gd name="csX46" fmla="*/ 1654999 w 1777837"/>
                <a:gd name="csY46" fmla="*/ 419782 h 2244148"/>
                <a:gd name="csX47" fmla="*/ 1651710 w 1777837"/>
                <a:gd name="csY47" fmla="*/ 431129 h 2244148"/>
                <a:gd name="csX48" fmla="*/ 1648389 w 1777837"/>
                <a:gd name="csY48" fmla="*/ 442473 h 2244148"/>
                <a:gd name="csX49" fmla="*/ 1645016 w 1777837"/>
                <a:gd name="csY49" fmla="*/ 453818 h 2244148"/>
                <a:gd name="csX50" fmla="*/ 1643887 w 1777837"/>
                <a:gd name="csY50" fmla="*/ 457590 h 2244148"/>
                <a:gd name="csX51" fmla="*/ 1641712 w 1777837"/>
                <a:gd name="csY51" fmla="*/ 465164 h 2244148"/>
                <a:gd name="csX52" fmla="*/ 1638423 w 1777837"/>
                <a:gd name="csY52" fmla="*/ 476509 h 2244148"/>
                <a:gd name="csX53" fmla="*/ 1635118 w 1777837"/>
                <a:gd name="csY53" fmla="*/ 487855 h 2244148"/>
                <a:gd name="csX54" fmla="*/ 1631746 w 1777837"/>
                <a:gd name="csY54" fmla="*/ 499200 h 2244148"/>
                <a:gd name="csX55" fmla="*/ 1629453 w 1777837"/>
                <a:gd name="csY55" fmla="*/ 506916 h 2244148"/>
                <a:gd name="csX56" fmla="*/ 1628407 w 1777837"/>
                <a:gd name="csY56" fmla="*/ 510546 h 2244148"/>
                <a:gd name="csX57" fmla="*/ 1625136 w 1777837"/>
                <a:gd name="csY57" fmla="*/ 521891 h 2244148"/>
                <a:gd name="csX58" fmla="*/ 1621831 w 1777837"/>
                <a:gd name="csY58" fmla="*/ 533237 h 2244148"/>
                <a:gd name="csX59" fmla="*/ 1618493 w 1777837"/>
                <a:gd name="csY59" fmla="*/ 544582 h 2244148"/>
                <a:gd name="csX60" fmla="*/ 1615103 w 1777837"/>
                <a:gd name="csY60" fmla="*/ 555928 h 2244148"/>
                <a:gd name="csX61" fmla="*/ 1615019 w 1777837"/>
                <a:gd name="csY61" fmla="*/ 556242 h 2244148"/>
                <a:gd name="csX62" fmla="*/ 1611849 w 1777837"/>
                <a:gd name="csY62" fmla="*/ 567273 h 2244148"/>
                <a:gd name="csX63" fmla="*/ 1608561 w 1777837"/>
                <a:gd name="csY63" fmla="*/ 578619 h 2244148"/>
                <a:gd name="csX64" fmla="*/ 1605239 w 1777837"/>
                <a:gd name="csY64" fmla="*/ 589964 h 2244148"/>
                <a:gd name="csX65" fmla="*/ 1601850 w 1777837"/>
                <a:gd name="csY65" fmla="*/ 601310 h 2244148"/>
                <a:gd name="csX66" fmla="*/ 1600585 w 1777837"/>
                <a:gd name="csY66" fmla="*/ 605566 h 2244148"/>
                <a:gd name="csX67" fmla="*/ 1598562 w 1777837"/>
                <a:gd name="csY67" fmla="*/ 612655 h 2244148"/>
                <a:gd name="csX68" fmla="*/ 1595274 w 1777837"/>
                <a:gd name="csY68" fmla="*/ 624001 h 2244148"/>
                <a:gd name="csX69" fmla="*/ 1591969 w 1777837"/>
                <a:gd name="csY69" fmla="*/ 635346 h 2244148"/>
                <a:gd name="csX70" fmla="*/ 1588597 w 1777837"/>
                <a:gd name="csY70" fmla="*/ 646692 h 2244148"/>
                <a:gd name="csX71" fmla="*/ 1586152 w 1777837"/>
                <a:gd name="csY71" fmla="*/ 654892 h 2244148"/>
                <a:gd name="csX72" fmla="*/ 1585258 w 1777837"/>
                <a:gd name="csY72" fmla="*/ 658037 h 2244148"/>
                <a:gd name="csX73" fmla="*/ 1581987 w 1777837"/>
                <a:gd name="csY73" fmla="*/ 669383 h 2244148"/>
                <a:gd name="csX74" fmla="*/ 1578682 w 1777837"/>
                <a:gd name="csY74" fmla="*/ 680728 h 2244148"/>
                <a:gd name="csX75" fmla="*/ 1575343 w 1777837"/>
                <a:gd name="csY75" fmla="*/ 692074 h 2244148"/>
                <a:gd name="csX76" fmla="*/ 1571954 w 1777837"/>
                <a:gd name="csY76" fmla="*/ 703419 h 2244148"/>
                <a:gd name="csX77" fmla="*/ 1571718 w 1777837"/>
                <a:gd name="csY77" fmla="*/ 704218 h 2244148"/>
                <a:gd name="csX78" fmla="*/ 1568700 w 1777837"/>
                <a:gd name="csY78" fmla="*/ 714764 h 2244148"/>
                <a:gd name="csX79" fmla="*/ 1565412 w 1777837"/>
                <a:gd name="csY79" fmla="*/ 726110 h 2244148"/>
                <a:gd name="csX80" fmla="*/ 1562090 w 1777837"/>
                <a:gd name="csY80" fmla="*/ 737455 h 2244148"/>
                <a:gd name="csX81" fmla="*/ 1558700 w 1777837"/>
                <a:gd name="csY81" fmla="*/ 748801 h 2244148"/>
                <a:gd name="csX82" fmla="*/ 1557284 w 1777837"/>
                <a:gd name="csY82" fmla="*/ 753543 h 2244148"/>
                <a:gd name="csX83" fmla="*/ 1555396 w 1777837"/>
                <a:gd name="csY83" fmla="*/ 760146 h 2244148"/>
                <a:gd name="csX84" fmla="*/ 1552124 w 1777837"/>
                <a:gd name="csY84" fmla="*/ 771492 h 2244148"/>
                <a:gd name="csX85" fmla="*/ 1548819 w 1777837"/>
                <a:gd name="csY85" fmla="*/ 782837 h 2244148"/>
                <a:gd name="csX86" fmla="*/ 1545447 w 1777837"/>
                <a:gd name="csY86" fmla="*/ 794183 h 2244148"/>
                <a:gd name="csX87" fmla="*/ 1542850 w 1777837"/>
                <a:gd name="csY87" fmla="*/ 802869 h 2244148"/>
                <a:gd name="csX88" fmla="*/ 1542091 w 1777837"/>
                <a:gd name="csY88" fmla="*/ 805528 h 2244148"/>
                <a:gd name="csX89" fmla="*/ 1538837 w 1777837"/>
                <a:gd name="csY89" fmla="*/ 816874 h 2244148"/>
                <a:gd name="csX90" fmla="*/ 1535549 w 1777837"/>
                <a:gd name="csY90" fmla="*/ 828219 h 2244148"/>
                <a:gd name="csX91" fmla="*/ 1532194 w 1777837"/>
                <a:gd name="csY91" fmla="*/ 839565 h 2244148"/>
                <a:gd name="csX92" fmla="*/ 1528804 w 1777837"/>
                <a:gd name="csY92" fmla="*/ 850910 h 2244148"/>
                <a:gd name="csX93" fmla="*/ 1528417 w 1777837"/>
                <a:gd name="csY93" fmla="*/ 852195 h 2244148"/>
                <a:gd name="csX94" fmla="*/ 1525550 w 1777837"/>
                <a:gd name="csY94" fmla="*/ 862256 h 2244148"/>
                <a:gd name="csX95" fmla="*/ 1522262 w 1777837"/>
                <a:gd name="csY95" fmla="*/ 873601 h 2244148"/>
                <a:gd name="csX96" fmla="*/ 1518940 w 1777837"/>
                <a:gd name="csY96" fmla="*/ 884947 h 2244148"/>
                <a:gd name="csX97" fmla="*/ 1515551 w 1777837"/>
                <a:gd name="csY97" fmla="*/ 896292 h 2244148"/>
                <a:gd name="csX98" fmla="*/ 1513983 w 1777837"/>
                <a:gd name="csY98" fmla="*/ 901519 h 2244148"/>
                <a:gd name="csX99" fmla="*/ 1512246 w 1777837"/>
                <a:gd name="csY99" fmla="*/ 907638 h 2244148"/>
                <a:gd name="csX100" fmla="*/ 1508975 w 1777837"/>
                <a:gd name="csY100" fmla="*/ 918983 h 2244148"/>
                <a:gd name="csX101" fmla="*/ 1505670 w 1777837"/>
                <a:gd name="csY101" fmla="*/ 930329 h 2244148"/>
                <a:gd name="csX102" fmla="*/ 1502314 w 1777837"/>
                <a:gd name="csY102" fmla="*/ 941674 h 2244148"/>
                <a:gd name="csX103" fmla="*/ 1499549 w 1777837"/>
                <a:gd name="csY103" fmla="*/ 950845 h 2244148"/>
                <a:gd name="csX104" fmla="*/ 1498925 w 1777837"/>
                <a:gd name="csY104" fmla="*/ 953020 h 2244148"/>
                <a:gd name="csX105" fmla="*/ 1495688 w 1777837"/>
                <a:gd name="csY105" fmla="*/ 964365 h 2244148"/>
                <a:gd name="csX106" fmla="*/ 1492400 w 1777837"/>
                <a:gd name="csY106" fmla="*/ 975711 h 2244148"/>
                <a:gd name="csX107" fmla="*/ 1489044 w 1777837"/>
                <a:gd name="csY107" fmla="*/ 987056 h 2244148"/>
                <a:gd name="csX108" fmla="*/ 1485655 w 1777837"/>
                <a:gd name="csY108" fmla="*/ 998401 h 2244148"/>
                <a:gd name="csX109" fmla="*/ 1485115 w 1777837"/>
                <a:gd name="csY109" fmla="*/ 1000171 h 2244148"/>
                <a:gd name="csX110" fmla="*/ 1482384 w 1777837"/>
                <a:gd name="csY110" fmla="*/ 1009747 h 2244148"/>
                <a:gd name="csX111" fmla="*/ 1479112 w 1777837"/>
                <a:gd name="csY111" fmla="*/ 1021092 h 2244148"/>
                <a:gd name="csX112" fmla="*/ 1475791 w 1777837"/>
                <a:gd name="csY112" fmla="*/ 1032438 h 2244148"/>
                <a:gd name="csX113" fmla="*/ 1472401 w 1777837"/>
                <a:gd name="csY113" fmla="*/ 1043783 h 2244148"/>
                <a:gd name="csX114" fmla="*/ 1470682 w 1777837"/>
                <a:gd name="csY114" fmla="*/ 1049495 h 2244148"/>
                <a:gd name="csX115" fmla="*/ 1469080 w 1777837"/>
                <a:gd name="csY115" fmla="*/ 1055129 h 2244148"/>
                <a:gd name="csX116" fmla="*/ 1465825 w 1777837"/>
                <a:gd name="csY116" fmla="*/ 1066474 h 2244148"/>
                <a:gd name="csX117" fmla="*/ 1462520 w 1777837"/>
                <a:gd name="csY117" fmla="*/ 1077820 h 2244148"/>
                <a:gd name="csX118" fmla="*/ 1459165 w 1777837"/>
                <a:gd name="csY118" fmla="*/ 1089165 h 2244148"/>
                <a:gd name="csX119" fmla="*/ 1456248 w 1777837"/>
                <a:gd name="csY119" fmla="*/ 1098821 h 2244148"/>
                <a:gd name="csX120" fmla="*/ 1455776 w 1777837"/>
                <a:gd name="csY120" fmla="*/ 1100511 h 2244148"/>
                <a:gd name="csX121" fmla="*/ 1452538 w 1777837"/>
                <a:gd name="csY121" fmla="*/ 1111856 h 2244148"/>
                <a:gd name="csX122" fmla="*/ 1449250 w 1777837"/>
                <a:gd name="csY122" fmla="*/ 1123202 h 2244148"/>
                <a:gd name="csX123" fmla="*/ 1445912 w 1777837"/>
                <a:gd name="csY123" fmla="*/ 1134547 h 2244148"/>
                <a:gd name="csX124" fmla="*/ 1442505 w 1777837"/>
                <a:gd name="csY124" fmla="*/ 1145893 h 2244148"/>
                <a:gd name="csX125" fmla="*/ 1441814 w 1777837"/>
                <a:gd name="csY125" fmla="*/ 1148147 h 2244148"/>
                <a:gd name="csX126" fmla="*/ 1439234 w 1777837"/>
                <a:gd name="csY126" fmla="*/ 1157238 h 2244148"/>
                <a:gd name="csX127" fmla="*/ 1435980 w 1777837"/>
                <a:gd name="csY127" fmla="*/ 1168584 h 2244148"/>
                <a:gd name="csX128" fmla="*/ 1432658 w 1777837"/>
                <a:gd name="csY128" fmla="*/ 1179929 h 2244148"/>
                <a:gd name="csX129" fmla="*/ 1429269 w 1777837"/>
                <a:gd name="csY129" fmla="*/ 1191275 h 2244148"/>
                <a:gd name="csX130" fmla="*/ 1427380 w 1777837"/>
                <a:gd name="csY130" fmla="*/ 1197472 h 2244148"/>
                <a:gd name="csX131" fmla="*/ 1425930 w 1777837"/>
                <a:gd name="csY131" fmla="*/ 1202620 h 2244148"/>
                <a:gd name="csX132" fmla="*/ 1422693 w 1777837"/>
                <a:gd name="csY132" fmla="*/ 1213966 h 2244148"/>
                <a:gd name="csX133" fmla="*/ 1419388 w 1777837"/>
                <a:gd name="csY133" fmla="*/ 1225311 h 2244148"/>
                <a:gd name="csX134" fmla="*/ 1416015 w 1777837"/>
                <a:gd name="csY134" fmla="*/ 1236657 h 2244148"/>
                <a:gd name="csX135" fmla="*/ 1412947 w 1777837"/>
                <a:gd name="csY135" fmla="*/ 1246799 h 2244148"/>
                <a:gd name="csX136" fmla="*/ 1412609 w 1777837"/>
                <a:gd name="csY136" fmla="*/ 1248002 h 2244148"/>
                <a:gd name="csX137" fmla="*/ 1409389 w 1777837"/>
                <a:gd name="csY137" fmla="*/ 1259346 h 2244148"/>
                <a:gd name="csX138" fmla="*/ 1406117 w 1777837"/>
                <a:gd name="csY138" fmla="*/ 1270693 h 2244148"/>
                <a:gd name="csX139" fmla="*/ 1402779 w 1777837"/>
                <a:gd name="csY139" fmla="*/ 1282037 h 2244148"/>
                <a:gd name="csX140" fmla="*/ 1399356 w 1777837"/>
                <a:gd name="csY140" fmla="*/ 1293384 h 2244148"/>
                <a:gd name="csX141" fmla="*/ 1398513 w 1777837"/>
                <a:gd name="csY141" fmla="*/ 1296124 h 2244148"/>
                <a:gd name="csX142" fmla="*/ 1396085 w 1777837"/>
                <a:gd name="csY142" fmla="*/ 1304728 h 2244148"/>
                <a:gd name="csX143" fmla="*/ 1392847 w 1777837"/>
                <a:gd name="csY143" fmla="*/ 1316075 h 2244148"/>
                <a:gd name="csX144" fmla="*/ 1389525 w 1777837"/>
                <a:gd name="csY144" fmla="*/ 1327419 h 2244148"/>
                <a:gd name="csX145" fmla="*/ 1386119 w 1777837"/>
                <a:gd name="csY145" fmla="*/ 1338766 h 2244148"/>
                <a:gd name="csX146" fmla="*/ 1384079 w 1777837"/>
                <a:gd name="csY146" fmla="*/ 1345448 h 2244148"/>
                <a:gd name="csX147" fmla="*/ 1382781 w 1777837"/>
                <a:gd name="csY147" fmla="*/ 1350110 h 2244148"/>
                <a:gd name="csX148" fmla="*/ 1379560 w 1777837"/>
                <a:gd name="csY148" fmla="*/ 1361457 h 2244148"/>
                <a:gd name="csX149" fmla="*/ 1376255 w 1777837"/>
                <a:gd name="csY149" fmla="*/ 1372801 h 2244148"/>
                <a:gd name="csX150" fmla="*/ 1372883 w 1777837"/>
                <a:gd name="csY150" fmla="*/ 1384148 h 2244148"/>
                <a:gd name="csX151" fmla="*/ 1369645 w 1777837"/>
                <a:gd name="csY151" fmla="*/ 1394776 h 2244148"/>
                <a:gd name="csX152" fmla="*/ 1369443 w 1777837"/>
                <a:gd name="csY152" fmla="*/ 1395492 h 2244148"/>
                <a:gd name="csX153" fmla="*/ 1366256 w 1777837"/>
                <a:gd name="csY153" fmla="*/ 1406839 h 2244148"/>
                <a:gd name="csX154" fmla="*/ 1362985 w 1777837"/>
                <a:gd name="csY154" fmla="*/ 1418183 h 2244148"/>
                <a:gd name="csX155" fmla="*/ 1359646 w 1777837"/>
                <a:gd name="csY155" fmla="*/ 1429530 h 2244148"/>
                <a:gd name="csX156" fmla="*/ 1356206 w 1777837"/>
                <a:gd name="csY156" fmla="*/ 1440874 h 2244148"/>
                <a:gd name="csX157" fmla="*/ 1355212 w 1777837"/>
                <a:gd name="csY157" fmla="*/ 1444100 h 2244148"/>
                <a:gd name="csX158" fmla="*/ 1352952 w 1777837"/>
                <a:gd name="csY158" fmla="*/ 1452221 h 2244148"/>
                <a:gd name="csX159" fmla="*/ 1349715 w 1777837"/>
                <a:gd name="csY159" fmla="*/ 1463565 h 2244148"/>
                <a:gd name="csX160" fmla="*/ 1346393 w 1777837"/>
                <a:gd name="csY160" fmla="*/ 1474912 h 2244148"/>
                <a:gd name="csX161" fmla="*/ 1342987 w 1777837"/>
                <a:gd name="csY161" fmla="*/ 1486256 h 2244148"/>
                <a:gd name="csX162" fmla="*/ 1340778 w 1777837"/>
                <a:gd name="csY162" fmla="*/ 1493424 h 2244148"/>
                <a:gd name="csX163" fmla="*/ 1339614 w 1777837"/>
                <a:gd name="csY163" fmla="*/ 1497603 h 2244148"/>
                <a:gd name="csX164" fmla="*/ 1336427 w 1777837"/>
                <a:gd name="csY164" fmla="*/ 1508947 h 2244148"/>
                <a:gd name="csX165" fmla="*/ 1333139 w 1777837"/>
                <a:gd name="csY165" fmla="*/ 1520292 h 2244148"/>
                <a:gd name="csX166" fmla="*/ 1329750 w 1777837"/>
                <a:gd name="csY166" fmla="*/ 1531638 h 2244148"/>
                <a:gd name="csX167" fmla="*/ 1326344 w 1777837"/>
                <a:gd name="csY167" fmla="*/ 1542754 h 2244148"/>
                <a:gd name="csX168" fmla="*/ 1326277 w 1777837"/>
                <a:gd name="csY168" fmla="*/ 1542983 h 2244148"/>
                <a:gd name="csX169" fmla="*/ 1323123 w 1777837"/>
                <a:gd name="csY169" fmla="*/ 1554329 h 2244148"/>
                <a:gd name="csX170" fmla="*/ 1319869 w 1777837"/>
                <a:gd name="csY170" fmla="*/ 1565674 h 2244148"/>
                <a:gd name="csX171" fmla="*/ 1316530 w 1777837"/>
                <a:gd name="csY171" fmla="*/ 1577020 h 2244148"/>
                <a:gd name="csX172" fmla="*/ 1313074 w 1777837"/>
                <a:gd name="csY172" fmla="*/ 1588365 h 2244148"/>
                <a:gd name="csX173" fmla="*/ 1311910 w 1777837"/>
                <a:gd name="csY173" fmla="*/ 1592076 h 2244148"/>
                <a:gd name="csX174" fmla="*/ 1309802 w 1777837"/>
                <a:gd name="csY174" fmla="*/ 1599711 h 2244148"/>
                <a:gd name="csX175" fmla="*/ 1306599 w 1777837"/>
                <a:gd name="csY175" fmla="*/ 1611053 h 2244148"/>
                <a:gd name="csX176" fmla="*/ 1303277 w 1777837"/>
                <a:gd name="csY176" fmla="*/ 1622401 h 2244148"/>
                <a:gd name="csX177" fmla="*/ 1299854 w 1777837"/>
                <a:gd name="csY177" fmla="*/ 1633749 h 2244148"/>
                <a:gd name="csX178" fmla="*/ 1297477 w 1777837"/>
                <a:gd name="csY178" fmla="*/ 1641404 h 2244148"/>
                <a:gd name="csX179" fmla="*/ 1296465 w 1777837"/>
                <a:gd name="csY179" fmla="*/ 1645097 h 2244148"/>
                <a:gd name="csX180" fmla="*/ 1293295 w 1777837"/>
                <a:gd name="csY180" fmla="*/ 1656445 h 2244148"/>
                <a:gd name="csX181" fmla="*/ 1290040 w 1777837"/>
                <a:gd name="csY181" fmla="*/ 1667776 h 2244148"/>
                <a:gd name="csX182" fmla="*/ 1286651 w 1777837"/>
                <a:gd name="csY182" fmla="*/ 1679124 h 2244148"/>
                <a:gd name="csX183" fmla="*/ 1283127 w 1777837"/>
                <a:gd name="csY183" fmla="*/ 1690472 h 2244148"/>
                <a:gd name="csX184" fmla="*/ 1283043 w 1777837"/>
                <a:gd name="csY184" fmla="*/ 1690725 h 2244148"/>
                <a:gd name="csX185" fmla="*/ 1279991 w 1777837"/>
                <a:gd name="csY185" fmla="*/ 1701820 h 2244148"/>
                <a:gd name="csX186" fmla="*/ 1276770 w 1777837"/>
                <a:gd name="csY186" fmla="*/ 1713168 h 2244148"/>
                <a:gd name="csX187" fmla="*/ 1273432 w 1777837"/>
                <a:gd name="csY187" fmla="*/ 1724516 h 2244148"/>
                <a:gd name="csX188" fmla="*/ 1269941 w 1777837"/>
                <a:gd name="csY188" fmla="*/ 1735864 h 2244148"/>
                <a:gd name="csX189" fmla="*/ 1268609 w 1777837"/>
                <a:gd name="csY189" fmla="*/ 1740046 h 2244148"/>
                <a:gd name="csX190" fmla="*/ 1266670 w 1777837"/>
                <a:gd name="csY190" fmla="*/ 1747195 h 2244148"/>
                <a:gd name="csX191" fmla="*/ 1263500 w 1777837"/>
                <a:gd name="csY191" fmla="*/ 1758543 h 2244148"/>
                <a:gd name="csX192" fmla="*/ 1260212 w 1777837"/>
                <a:gd name="csY192" fmla="*/ 1769891 h 2244148"/>
                <a:gd name="csX193" fmla="*/ 1256755 w 1777837"/>
                <a:gd name="csY193" fmla="*/ 1781239 h 2244148"/>
                <a:gd name="csX194" fmla="*/ 1254175 w 1777837"/>
                <a:gd name="csY194" fmla="*/ 1789384 h 2244148"/>
                <a:gd name="csX195" fmla="*/ 1253315 w 1777837"/>
                <a:gd name="csY195" fmla="*/ 1792587 h 2244148"/>
                <a:gd name="csX196" fmla="*/ 1250213 w 1777837"/>
                <a:gd name="csY196" fmla="*/ 1803935 h 2244148"/>
                <a:gd name="csX197" fmla="*/ 1246975 w 1777837"/>
                <a:gd name="csY197" fmla="*/ 1815267 h 2244148"/>
                <a:gd name="csX198" fmla="*/ 1243569 w 1777837"/>
                <a:gd name="csY198" fmla="*/ 1826615 h 2244148"/>
                <a:gd name="csX199" fmla="*/ 1239978 w 1777837"/>
                <a:gd name="csY199" fmla="*/ 1837963 h 2244148"/>
                <a:gd name="csX200" fmla="*/ 1239742 w 1777837"/>
                <a:gd name="csY200" fmla="*/ 1838705 h 2244148"/>
                <a:gd name="csX201" fmla="*/ 1236892 w 1777837"/>
                <a:gd name="csY201" fmla="*/ 1849311 h 2244148"/>
                <a:gd name="csX202" fmla="*/ 1233722 w 1777837"/>
                <a:gd name="csY202" fmla="*/ 1860659 h 2244148"/>
                <a:gd name="csX203" fmla="*/ 1230383 w 1777837"/>
                <a:gd name="csY203" fmla="*/ 1872007 h 2244148"/>
                <a:gd name="csX204" fmla="*/ 1226842 w 1777837"/>
                <a:gd name="csY204" fmla="*/ 1883355 h 2244148"/>
                <a:gd name="csX205" fmla="*/ 1225308 w 1777837"/>
                <a:gd name="csY205" fmla="*/ 1888026 h 2244148"/>
                <a:gd name="csX206" fmla="*/ 1223554 w 1777837"/>
                <a:gd name="csY206" fmla="*/ 1894686 h 2244148"/>
                <a:gd name="csX207" fmla="*/ 1220451 w 1777837"/>
                <a:gd name="csY207" fmla="*/ 1906034 h 2244148"/>
                <a:gd name="csX208" fmla="*/ 1217197 w 1777837"/>
                <a:gd name="csY208" fmla="*/ 1917382 h 2244148"/>
                <a:gd name="csX209" fmla="*/ 1213707 w 1777837"/>
                <a:gd name="csY209" fmla="*/ 1928730 h 2244148"/>
                <a:gd name="csX210" fmla="*/ 1210874 w 1777837"/>
                <a:gd name="csY210" fmla="*/ 1937347 h 2244148"/>
                <a:gd name="csX211" fmla="*/ 1210183 w 1777837"/>
                <a:gd name="csY211" fmla="*/ 1940078 h 2244148"/>
                <a:gd name="csX212" fmla="*/ 1207181 w 1777837"/>
                <a:gd name="csY212" fmla="*/ 1951426 h 2244148"/>
                <a:gd name="csX213" fmla="*/ 1203994 w 1777837"/>
                <a:gd name="csY213" fmla="*/ 1962774 h 2244148"/>
                <a:gd name="csX214" fmla="*/ 1200588 w 1777837"/>
                <a:gd name="csY214" fmla="*/ 1974105 h 2244148"/>
                <a:gd name="csX215" fmla="*/ 1196862 w 1777837"/>
                <a:gd name="csY215" fmla="*/ 1985453 h 2244148"/>
                <a:gd name="csX216" fmla="*/ 1196440 w 1777837"/>
                <a:gd name="csY216" fmla="*/ 1986684 h 2244148"/>
                <a:gd name="csX217" fmla="*/ 1193860 w 1777837"/>
                <a:gd name="csY217" fmla="*/ 1996801 h 2244148"/>
                <a:gd name="csX218" fmla="*/ 1190792 w 1777837"/>
                <a:gd name="csY218" fmla="*/ 2008150 h 2244148"/>
                <a:gd name="csX219" fmla="*/ 1187487 w 1777837"/>
                <a:gd name="csY219" fmla="*/ 2019498 h 2244148"/>
                <a:gd name="csX220" fmla="*/ 1183828 w 1777837"/>
                <a:gd name="csY220" fmla="*/ 2030846 h 2244148"/>
                <a:gd name="csX221" fmla="*/ 1182007 w 1777837"/>
                <a:gd name="csY221" fmla="*/ 2036005 h 2244148"/>
                <a:gd name="csX222" fmla="*/ 1180489 w 1777837"/>
                <a:gd name="csY222" fmla="*/ 2042177 h 2244148"/>
                <a:gd name="csX223" fmla="*/ 1177572 w 1777837"/>
                <a:gd name="csY223" fmla="*/ 2053525 h 2244148"/>
                <a:gd name="csX224" fmla="*/ 1174402 w 1777837"/>
                <a:gd name="csY224" fmla="*/ 2064873 h 2244148"/>
                <a:gd name="csX225" fmla="*/ 1170844 w 1777837"/>
                <a:gd name="csY225" fmla="*/ 2076221 h 2244148"/>
                <a:gd name="csX226" fmla="*/ 1167573 w 1777837"/>
                <a:gd name="csY226" fmla="*/ 2085326 h 2244148"/>
                <a:gd name="csX227" fmla="*/ 1167067 w 1777837"/>
                <a:gd name="csY227" fmla="*/ 2087569 h 2244148"/>
                <a:gd name="csX228" fmla="*/ 1164335 w 1777837"/>
                <a:gd name="csY228" fmla="*/ 2098917 h 2244148"/>
                <a:gd name="csX229" fmla="*/ 1161385 w 1777837"/>
                <a:gd name="csY229" fmla="*/ 2110265 h 2244148"/>
                <a:gd name="csX230" fmla="*/ 1157995 w 1777837"/>
                <a:gd name="csY230" fmla="*/ 2121596 h 2244148"/>
                <a:gd name="csX231" fmla="*/ 1153864 w 1777837"/>
                <a:gd name="csY231" fmla="*/ 2132944 h 2244148"/>
                <a:gd name="csX232" fmla="*/ 1153139 w 1777837"/>
                <a:gd name="csY232" fmla="*/ 2134647 h 2244148"/>
                <a:gd name="csX233" fmla="*/ 1151065 w 1777837"/>
                <a:gd name="csY233" fmla="*/ 2144292 h 2244148"/>
                <a:gd name="csX234" fmla="*/ 1148451 w 1777837"/>
                <a:gd name="csY234" fmla="*/ 2155640 h 2244148"/>
                <a:gd name="csX235" fmla="*/ 1145450 w 1777837"/>
                <a:gd name="csY235" fmla="*/ 2166988 h 2244148"/>
                <a:gd name="csX236" fmla="*/ 1141471 w 1777837"/>
                <a:gd name="csY236" fmla="*/ 2178336 h 2244148"/>
                <a:gd name="csX237" fmla="*/ 1138705 w 1777837"/>
                <a:gd name="csY237" fmla="*/ 2183952 h 2244148"/>
                <a:gd name="csX238" fmla="*/ 1137677 w 1777837"/>
                <a:gd name="csY238" fmla="*/ 2189668 h 2244148"/>
                <a:gd name="csX239" fmla="*/ 1135737 w 1777837"/>
                <a:gd name="csY239" fmla="*/ 2201016 h 2244148"/>
                <a:gd name="csX240" fmla="*/ 1133815 w 1777837"/>
                <a:gd name="csY240" fmla="*/ 2212364 h 2244148"/>
                <a:gd name="csX241" fmla="*/ 1131151 w 1777837"/>
                <a:gd name="csY241" fmla="*/ 2223712 h 2244148"/>
                <a:gd name="csX242" fmla="*/ 1124272 w 1777837"/>
                <a:gd name="csY242" fmla="*/ 2233171 h 2244148"/>
                <a:gd name="csX243" fmla="*/ 1123546 w 1777837"/>
                <a:gd name="csY243" fmla="*/ 2235060 h 2244148"/>
                <a:gd name="csX244" fmla="*/ 1109838 w 1777837"/>
                <a:gd name="csY244" fmla="*/ 2244148 h 2244148"/>
                <a:gd name="csX245" fmla="*/ 1098709 w 1777837"/>
                <a:gd name="csY245" fmla="*/ 2235060 h 2244148"/>
                <a:gd name="csX246" fmla="*/ 1097495 w 1777837"/>
                <a:gd name="csY246" fmla="*/ 2223712 h 2244148"/>
                <a:gd name="csX247" fmla="*/ 1095404 w 1777837"/>
                <a:gd name="csY247" fmla="*/ 2214994 h 2244148"/>
                <a:gd name="csX248" fmla="*/ 1092436 w 1777837"/>
                <a:gd name="csY248" fmla="*/ 2212364 h 2244148"/>
                <a:gd name="csX249" fmla="*/ 1085354 w 1777837"/>
                <a:gd name="csY249" fmla="*/ 2201016 h 2244148"/>
                <a:gd name="csX250" fmla="*/ 1082319 w 1777837"/>
                <a:gd name="csY250" fmla="*/ 2189668 h 2244148"/>
                <a:gd name="csX251" fmla="*/ 1080970 w 1777837"/>
                <a:gd name="csY251" fmla="*/ 2185469 h 2244148"/>
                <a:gd name="csX252" fmla="*/ 1075153 w 1777837"/>
                <a:gd name="csY252" fmla="*/ 2178336 h 2244148"/>
                <a:gd name="csX253" fmla="*/ 1070145 w 1777837"/>
                <a:gd name="csY253" fmla="*/ 2166988 h 2244148"/>
                <a:gd name="csX254" fmla="*/ 1066537 w 1777837"/>
                <a:gd name="csY254" fmla="*/ 2155893 h 2244148"/>
                <a:gd name="csX255" fmla="*/ 1066334 w 1777837"/>
                <a:gd name="csY255" fmla="*/ 2155640 h 2244148"/>
                <a:gd name="csX256" fmla="*/ 1058864 w 1777837"/>
                <a:gd name="csY256" fmla="*/ 2144292 h 2244148"/>
                <a:gd name="csX257" fmla="*/ 1054295 w 1777837"/>
                <a:gd name="csY257" fmla="*/ 2132944 h 2244148"/>
                <a:gd name="csX258" fmla="*/ 1052103 w 1777837"/>
                <a:gd name="csY258" fmla="*/ 2126958 h 2244148"/>
                <a:gd name="csX259" fmla="*/ 1048427 w 1777837"/>
                <a:gd name="csY259" fmla="*/ 2121596 h 2244148"/>
                <a:gd name="csX260" fmla="*/ 1042593 w 1777837"/>
                <a:gd name="csY260" fmla="*/ 2110265 h 2244148"/>
                <a:gd name="csX261" fmla="*/ 1038175 w 1777837"/>
                <a:gd name="csY261" fmla="*/ 2098917 h 2244148"/>
                <a:gd name="csX262" fmla="*/ 1037669 w 1777837"/>
                <a:gd name="csY262" fmla="*/ 2097585 h 2244148"/>
                <a:gd name="csX263" fmla="*/ 1031481 w 1777837"/>
                <a:gd name="csY263" fmla="*/ 2087569 h 2244148"/>
                <a:gd name="csX264" fmla="*/ 1026304 w 1777837"/>
                <a:gd name="csY264" fmla="*/ 2076221 h 2244148"/>
                <a:gd name="csX265" fmla="*/ 1023235 w 1777837"/>
                <a:gd name="csY265" fmla="*/ 2068498 h 2244148"/>
                <a:gd name="csX266" fmla="*/ 1020942 w 1777837"/>
                <a:gd name="csY266" fmla="*/ 2064873 h 2244148"/>
                <a:gd name="csX267" fmla="*/ 1014855 w 1777837"/>
                <a:gd name="csY267" fmla="*/ 2053525 h 2244148"/>
                <a:gd name="csX268" fmla="*/ 1009999 w 1777837"/>
                <a:gd name="csY268" fmla="*/ 2042177 h 2244148"/>
                <a:gd name="csX269" fmla="*/ 1008801 w 1777837"/>
                <a:gd name="csY269" fmla="*/ 2039277 h 2244148"/>
                <a:gd name="csX270" fmla="*/ 1003827 w 1777837"/>
                <a:gd name="csY270" fmla="*/ 2030846 h 2244148"/>
                <a:gd name="csX271" fmla="*/ 998330 w 1777837"/>
                <a:gd name="csY271" fmla="*/ 2019498 h 2244148"/>
                <a:gd name="csX272" fmla="*/ 994368 w 1777837"/>
                <a:gd name="csY272" fmla="*/ 2010072 h 2244148"/>
                <a:gd name="csX273" fmla="*/ 993221 w 1777837"/>
                <a:gd name="csY273" fmla="*/ 2008150 h 2244148"/>
                <a:gd name="csX274" fmla="*/ 986999 w 1777837"/>
                <a:gd name="csY274" fmla="*/ 1996801 h 2244148"/>
                <a:gd name="csX275" fmla="*/ 981856 w 1777837"/>
                <a:gd name="csY275" fmla="*/ 1985453 h 2244148"/>
                <a:gd name="csX276" fmla="*/ 979934 w 1777837"/>
                <a:gd name="csY276" fmla="*/ 1980918 h 2244148"/>
                <a:gd name="csX277" fmla="*/ 976022 w 1777837"/>
                <a:gd name="csY277" fmla="*/ 1974105 h 2244148"/>
                <a:gd name="csX278" fmla="*/ 970339 w 1777837"/>
                <a:gd name="csY278" fmla="*/ 1962774 h 2244148"/>
                <a:gd name="csX279" fmla="*/ 965500 w 1777837"/>
                <a:gd name="csY279" fmla="*/ 1951629 h 2244148"/>
                <a:gd name="csX280" fmla="*/ 965382 w 1777837"/>
                <a:gd name="csY280" fmla="*/ 1951426 h 2244148"/>
                <a:gd name="csX281" fmla="*/ 959109 w 1777837"/>
                <a:gd name="csY281" fmla="*/ 1940078 h 2244148"/>
                <a:gd name="csX282" fmla="*/ 953764 w 1777837"/>
                <a:gd name="csY282" fmla="*/ 1928730 h 2244148"/>
                <a:gd name="csX283" fmla="*/ 951066 w 1777837"/>
                <a:gd name="csY283" fmla="*/ 1922559 h 2244148"/>
                <a:gd name="csX284" fmla="*/ 948149 w 1777837"/>
                <a:gd name="csY284" fmla="*/ 1917382 h 2244148"/>
                <a:gd name="csX285" fmla="*/ 942349 w 1777837"/>
                <a:gd name="csY285" fmla="*/ 1906034 h 2244148"/>
                <a:gd name="csX286" fmla="*/ 937240 w 1777837"/>
                <a:gd name="csY286" fmla="*/ 1894686 h 2244148"/>
                <a:gd name="csX287" fmla="*/ 936633 w 1777837"/>
                <a:gd name="csY287" fmla="*/ 1893303 h 2244148"/>
                <a:gd name="csX288" fmla="*/ 931169 w 1777837"/>
                <a:gd name="csY288" fmla="*/ 1883355 h 2244148"/>
                <a:gd name="csX289" fmla="*/ 925689 w 1777837"/>
                <a:gd name="csY289" fmla="*/ 1872007 h 2244148"/>
                <a:gd name="csX290" fmla="*/ 922199 w 1777837"/>
                <a:gd name="csY290" fmla="*/ 1864183 h 2244148"/>
                <a:gd name="csX291" fmla="*/ 920243 w 1777837"/>
                <a:gd name="csY291" fmla="*/ 1860659 h 2244148"/>
                <a:gd name="csX292" fmla="*/ 914341 w 1777837"/>
                <a:gd name="csY292" fmla="*/ 1849311 h 2244148"/>
                <a:gd name="csX293" fmla="*/ 909097 w 1777837"/>
                <a:gd name="csY293" fmla="*/ 1837963 h 2244148"/>
                <a:gd name="csX294" fmla="*/ 907765 w 1777837"/>
                <a:gd name="csY294" fmla="*/ 1834978 h 2244148"/>
                <a:gd name="csX295" fmla="*/ 903229 w 1777837"/>
                <a:gd name="csY295" fmla="*/ 1826615 h 2244148"/>
                <a:gd name="csX296" fmla="*/ 897631 w 1777837"/>
                <a:gd name="csY296" fmla="*/ 1815267 h 2244148"/>
                <a:gd name="csX297" fmla="*/ 893331 w 1777837"/>
                <a:gd name="csY297" fmla="*/ 1805790 h 2244148"/>
                <a:gd name="csX298" fmla="*/ 892320 w 1777837"/>
                <a:gd name="csY298" fmla="*/ 1803935 h 2244148"/>
                <a:gd name="csX299" fmla="*/ 886350 w 1777837"/>
                <a:gd name="csY299" fmla="*/ 1792587 h 2244148"/>
                <a:gd name="csX300" fmla="*/ 880989 w 1777837"/>
                <a:gd name="csY300" fmla="*/ 1781239 h 2244148"/>
                <a:gd name="csX301" fmla="*/ 878898 w 1777837"/>
                <a:gd name="csY301" fmla="*/ 1776636 h 2244148"/>
                <a:gd name="csX302" fmla="*/ 875255 w 1777837"/>
                <a:gd name="csY302" fmla="*/ 1769891 h 2244148"/>
                <a:gd name="csX303" fmla="*/ 869573 w 1777837"/>
                <a:gd name="csY303" fmla="*/ 1758543 h 2244148"/>
                <a:gd name="csX304" fmla="*/ 864464 w 1777837"/>
                <a:gd name="csY304" fmla="*/ 1747398 h 2244148"/>
                <a:gd name="csX305" fmla="*/ 864363 w 1777837"/>
                <a:gd name="csY305" fmla="*/ 1747195 h 2244148"/>
                <a:gd name="csX306" fmla="*/ 858343 w 1777837"/>
                <a:gd name="csY306" fmla="*/ 1735864 h 2244148"/>
                <a:gd name="csX307" fmla="*/ 852880 w 1777837"/>
                <a:gd name="csY307" fmla="*/ 1724516 h 2244148"/>
                <a:gd name="csX308" fmla="*/ 850047 w 1777837"/>
                <a:gd name="csY308" fmla="*/ 1718277 h 2244148"/>
                <a:gd name="csX309" fmla="*/ 847299 w 1777837"/>
                <a:gd name="csY309" fmla="*/ 1713168 h 2244148"/>
                <a:gd name="csX310" fmla="*/ 841532 w 1777837"/>
                <a:gd name="csY310" fmla="*/ 1701820 h 2244148"/>
                <a:gd name="csX311" fmla="*/ 836254 w 1777837"/>
                <a:gd name="csY311" fmla="*/ 1690472 h 2244148"/>
                <a:gd name="csX312" fmla="*/ 835613 w 1777837"/>
                <a:gd name="csY312" fmla="*/ 1689072 h 2244148"/>
                <a:gd name="csX313" fmla="*/ 830352 w 1777837"/>
                <a:gd name="csY313" fmla="*/ 1679124 h 2244148"/>
                <a:gd name="csX314" fmla="*/ 824805 w 1777837"/>
                <a:gd name="csY314" fmla="*/ 1667776 h 2244148"/>
                <a:gd name="csX315" fmla="*/ 821180 w 1777837"/>
                <a:gd name="csY315" fmla="*/ 1659918 h 2244148"/>
                <a:gd name="csX316" fmla="*/ 819308 w 1777837"/>
                <a:gd name="csY316" fmla="*/ 1656445 h 2244148"/>
                <a:gd name="csX317" fmla="*/ 813507 w 1777837"/>
                <a:gd name="csY317" fmla="*/ 1645097 h 2244148"/>
                <a:gd name="csX318" fmla="*/ 808128 w 1777837"/>
                <a:gd name="csY318" fmla="*/ 1633749 h 2244148"/>
                <a:gd name="csX319" fmla="*/ 806746 w 1777837"/>
                <a:gd name="csY319" fmla="*/ 1630730 h 2244148"/>
                <a:gd name="csX320" fmla="*/ 802345 w 1777837"/>
                <a:gd name="csY320" fmla="*/ 1622401 h 2244148"/>
                <a:gd name="csX321" fmla="*/ 796730 w 1777837"/>
                <a:gd name="csY321" fmla="*/ 1611053 h 2244148"/>
                <a:gd name="csX322" fmla="*/ 792312 w 1777837"/>
                <a:gd name="csY322" fmla="*/ 1601543 h 2244148"/>
                <a:gd name="csX323" fmla="*/ 791334 w 1777837"/>
                <a:gd name="csY323" fmla="*/ 1599711 h 2244148"/>
                <a:gd name="csX324" fmla="*/ 785466 w 1777837"/>
                <a:gd name="csY324" fmla="*/ 1588365 h 2244148"/>
                <a:gd name="csX325" fmla="*/ 780020 w 1777837"/>
                <a:gd name="csY325" fmla="*/ 1577020 h 2244148"/>
                <a:gd name="csX326" fmla="*/ 777878 w 1777837"/>
                <a:gd name="csY326" fmla="*/ 1572383 h 2244148"/>
                <a:gd name="csX327" fmla="*/ 774337 w 1777837"/>
                <a:gd name="csY327" fmla="*/ 1565674 h 2244148"/>
                <a:gd name="csX328" fmla="*/ 768672 w 1777837"/>
                <a:gd name="csY328" fmla="*/ 1554329 h 2244148"/>
                <a:gd name="csX329" fmla="*/ 763445 w 1777837"/>
                <a:gd name="csY329" fmla="*/ 1543160 h 2244148"/>
                <a:gd name="csX330" fmla="*/ 763343 w 1777837"/>
                <a:gd name="csY330" fmla="*/ 1542983 h 2244148"/>
                <a:gd name="csX331" fmla="*/ 757442 w 1777837"/>
                <a:gd name="csY331" fmla="*/ 1531638 h 2244148"/>
                <a:gd name="csX332" fmla="*/ 751928 w 1777837"/>
                <a:gd name="csY332" fmla="*/ 1520292 h 2244148"/>
                <a:gd name="csX333" fmla="*/ 749011 w 1777837"/>
                <a:gd name="csY333" fmla="*/ 1514030 h 2244148"/>
                <a:gd name="csX334" fmla="*/ 746330 w 1777837"/>
                <a:gd name="csY334" fmla="*/ 1508947 h 2244148"/>
                <a:gd name="csX335" fmla="*/ 740613 w 1777837"/>
                <a:gd name="csY335" fmla="*/ 1497603 h 2244148"/>
                <a:gd name="csX336" fmla="*/ 735234 w 1777837"/>
                <a:gd name="csY336" fmla="*/ 1486256 h 2244148"/>
                <a:gd name="csX337" fmla="*/ 734577 w 1777837"/>
                <a:gd name="csY337" fmla="*/ 1484825 h 2244148"/>
                <a:gd name="csX338" fmla="*/ 729417 w 1777837"/>
                <a:gd name="csY338" fmla="*/ 1474912 h 2244148"/>
                <a:gd name="csX339" fmla="*/ 723853 w 1777837"/>
                <a:gd name="csY339" fmla="*/ 1463565 h 2244148"/>
                <a:gd name="csX340" fmla="*/ 720143 w 1777837"/>
                <a:gd name="csY340" fmla="*/ 1455667 h 2244148"/>
                <a:gd name="csX341" fmla="*/ 718339 w 1777837"/>
                <a:gd name="csY341" fmla="*/ 1452221 h 2244148"/>
                <a:gd name="csX342" fmla="*/ 712572 w 1777837"/>
                <a:gd name="csY342" fmla="*/ 1440874 h 2244148"/>
                <a:gd name="csX343" fmla="*/ 707126 w 1777837"/>
                <a:gd name="csY343" fmla="*/ 1429530 h 2244148"/>
                <a:gd name="csX344" fmla="*/ 705709 w 1777837"/>
                <a:gd name="csY344" fmla="*/ 1426486 h 2244148"/>
                <a:gd name="csX345" fmla="*/ 701393 w 1777837"/>
                <a:gd name="csY345" fmla="*/ 1418183 h 2244148"/>
                <a:gd name="csX346" fmla="*/ 695778 w 1777837"/>
                <a:gd name="csY346" fmla="*/ 1406839 h 2244148"/>
                <a:gd name="csX347" fmla="*/ 691276 w 1777837"/>
                <a:gd name="csY347" fmla="*/ 1397298 h 2244148"/>
                <a:gd name="csX348" fmla="*/ 690331 w 1777837"/>
                <a:gd name="csY348" fmla="*/ 1395492 h 2244148"/>
                <a:gd name="csX349" fmla="*/ 684514 w 1777837"/>
                <a:gd name="csY349" fmla="*/ 1384148 h 2244148"/>
                <a:gd name="csX350" fmla="*/ 679032 w 1777837"/>
                <a:gd name="csY350" fmla="*/ 1372801 h 2244148"/>
                <a:gd name="csX351" fmla="*/ 676837 w 1777837"/>
                <a:gd name="csY351" fmla="*/ 1368139 h 2244148"/>
                <a:gd name="csX352" fmla="*/ 673370 w 1777837"/>
                <a:gd name="csY352" fmla="*/ 1361457 h 2244148"/>
                <a:gd name="csX353" fmla="*/ 667708 w 1777837"/>
                <a:gd name="csY353" fmla="*/ 1350110 h 2244148"/>
                <a:gd name="csX354" fmla="*/ 662403 w 1777837"/>
                <a:gd name="csY354" fmla="*/ 1338926 h 2244148"/>
                <a:gd name="csX355" fmla="*/ 662320 w 1777837"/>
                <a:gd name="csY355" fmla="*/ 1338766 h 2244148"/>
                <a:gd name="csX356" fmla="*/ 656481 w 1777837"/>
                <a:gd name="csY356" fmla="*/ 1327419 h 2244148"/>
                <a:gd name="csX357" fmla="*/ 650944 w 1777837"/>
                <a:gd name="csY357" fmla="*/ 1316075 h 2244148"/>
                <a:gd name="csX358" fmla="*/ 647969 w 1777837"/>
                <a:gd name="csY358" fmla="*/ 1309785 h 2244148"/>
                <a:gd name="csX359" fmla="*/ 645349 w 1777837"/>
                <a:gd name="csY359" fmla="*/ 1304728 h 2244148"/>
                <a:gd name="csX360" fmla="*/ 639648 w 1777837"/>
                <a:gd name="csY360" fmla="*/ 1293384 h 2244148"/>
                <a:gd name="csX361" fmla="*/ 634220 w 1777837"/>
                <a:gd name="csY361" fmla="*/ 1282037 h 2244148"/>
                <a:gd name="csX362" fmla="*/ 633537 w 1777837"/>
                <a:gd name="csY362" fmla="*/ 1280587 h 2244148"/>
                <a:gd name="csX363" fmla="*/ 628443 w 1777837"/>
                <a:gd name="csY363" fmla="*/ 1270693 h 2244148"/>
                <a:gd name="csX364" fmla="*/ 622864 w 1777837"/>
                <a:gd name="csY364" fmla="*/ 1259346 h 2244148"/>
                <a:gd name="csX365" fmla="*/ 619104 w 1777837"/>
                <a:gd name="csY365" fmla="*/ 1251425 h 2244148"/>
                <a:gd name="csX366" fmla="*/ 617330 w 1777837"/>
                <a:gd name="csY366" fmla="*/ 1248002 h 2244148"/>
                <a:gd name="csX367" fmla="*/ 611593 w 1777837"/>
                <a:gd name="csY367" fmla="*/ 1236657 h 2244148"/>
                <a:gd name="csX368" fmla="*/ 606120 w 1777837"/>
                <a:gd name="csY368" fmla="*/ 1225311 h 2244148"/>
                <a:gd name="csX369" fmla="*/ 604670 w 1777837"/>
                <a:gd name="csY369" fmla="*/ 1222245 h 2244148"/>
                <a:gd name="csX370" fmla="*/ 600409 w 1777837"/>
                <a:gd name="csY370" fmla="*/ 1213966 h 2244148"/>
                <a:gd name="csX371" fmla="*/ 594790 w 1777837"/>
                <a:gd name="csY371" fmla="*/ 1202620 h 2244148"/>
                <a:gd name="csX372" fmla="*/ 590236 w 1777837"/>
                <a:gd name="csY372" fmla="*/ 1193061 h 2244148"/>
                <a:gd name="csX373" fmla="*/ 589312 w 1777837"/>
                <a:gd name="csY373" fmla="*/ 1191275 h 2244148"/>
                <a:gd name="csX374" fmla="*/ 583544 w 1777837"/>
                <a:gd name="csY374" fmla="*/ 1179929 h 2244148"/>
                <a:gd name="csX375" fmla="*/ 578028 w 1777837"/>
                <a:gd name="csY375" fmla="*/ 1168584 h 2244148"/>
                <a:gd name="csX376" fmla="*/ 575802 w 1777837"/>
                <a:gd name="csY376" fmla="*/ 1163898 h 2244148"/>
                <a:gd name="csX377" fmla="*/ 572378 w 1777837"/>
                <a:gd name="csY377" fmla="*/ 1157238 h 2244148"/>
                <a:gd name="csX378" fmla="*/ 566724 w 1777837"/>
                <a:gd name="csY378" fmla="*/ 1145893 h 2244148"/>
                <a:gd name="csX379" fmla="*/ 561369 w 1777837"/>
                <a:gd name="csY379" fmla="*/ 1134692 h 2244148"/>
                <a:gd name="csX380" fmla="*/ 561294 w 1777837"/>
                <a:gd name="csY380" fmla="*/ 1134547 h 2244148"/>
                <a:gd name="csX381" fmla="*/ 555495 w 1777837"/>
                <a:gd name="csY381" fmla="*/ 1123202 h 2244148"/>
                <a:gd name="csX382" fmla="*/ 549945 w 1777837"/>
                <a:gd name="csY382" fmla="*/ 1111856 h 2244148"/>
                <a:gd name="csX383" fmla="*/ 546936 w 1777837"/>
                <a:gd name="csY383" fmla="*/ 1105544 h 2244148"/>
                <a:gd name="csX384" fmla="*/ 544348 w 1777837"/>
                <a:gd name="csY384" fmla="*/ 1100511 h 2244148"/>
                <a:gd name="csX385" fmla="*/ 538661 w 1777837"/>
                <a:gd name="csY385" fmla="*/ 1089165 h 2244148"/>
                <a:gd name="csX386" fmla="*/ 533201 w 1777837"/>
                <a:gd name="csY386" fmla="*/ 1077820 h 2244148"/>
                <a:gd name="csX387" fmla="*/ 532503 w 1777837"/>
                <a:gd name="csY387" fmla="*/ 1076351 h 2244148"/>
                <a:gd name="csX388" fmla="*/ 527453 w 1777837"/>
                <a:gd name="csY388" fmla="*/ 1066474 h 2244148"/>
                <a:gd name="csX389" fmla="*/ 521866 w 1777837"/>
                <a:gd name="csY389" fmla="*/ 1055129 h 2244148"/>
                <a:gd name="csX390" fmla="*/ 518069 w 1777837"/>
                <a:gd name="csY390" fmla="*/ 1047187 h 2244148"/>
                <a:gd name="csX391" fmla="*/ 516320 w 1777837"/>
                <a:gd name="csY391" fmla="*/ 1043783 h 2244148"/>
                <a:gd name="csX392" fmla="*/ 510603 w 1777837"/>
                <a:gd name="csY392" fmla="*/ 1032438 h 2244148"/>
                <a:gd name="csX393" fmla="*/ 505106 w 1777837"/>
                <a:gd name="csY393" fmla="*/ 1021092 h 2244148"/>
                <a:gd name="csX394" fmla="*/ 503635 w 1777837"/>
                <a:gd name="csY394" fmla="*/ 1018007 h 2244148"/>
                <a:gd name="csX395" fmla="*/ 499411 w 1777837"/>
                <a:gd name="csY395" fmla="*/ 1009747 h 2244148"/>
                <a:gd name="csX396" fmla="*/ 493793 w 1777837"/>
                <a:gd name="csY396" fmla="*/ 998401 h 2244148"/>
                <a:gd name="csX397" fmla="*/ 489201 w 1777837"/>
                <a:gd name="csY397" fmla="*/ 988823 h 2244148"/>
                <a:gd name="csX398" fmla="*/ 488294 w 1777837"/>
                <a:gd name="csY398" fmla="*/ 987056 h 2244148"/>
                <a:gd name="csX399" fmla="*/ 482549 w 1777837"/>
                <a:gd name="csY399" fmla="*/ 975711 h 2244148"/>
                <a:gd name="csX400" fmla="*/ 477019 w 1777837"/>
                <a:gd name="csY400" fmla="*/ 964365 h 2244148"/>
                <a:gd name="csX401" fmla="*/ 474768 w 1777837"/>
                <a:gd name="csY401" fmla="*/ 959659 h 2244148"/>
                <a:gd name="csX402" fmla="*/ 471373 w 1777837"/>
                <a:gd name="csY402" fmla="*/ 953020 h 2244148"/>
                <a:gd name="csX403" fmla="*/ 465725 w 1777837"/>
                <a:gd name="csY403" fmla="*/ 941674 h 2244148"/>
                <a:gd name="csX404" fmla="*/ 460334 w 1777837"/>
                <a:gd name="csY404" fmla="*/ 930457 h 2244148"/>
                <a:gd name="csX405" fmla="*/ 460268 w 1777837"/>
                <a:gd name="csY405" fmla="*/ 930329 h 2244148"/>
                <a:gd name="csX406" fmla="*/ 454498 w 1777837"/>
                <a:gd name="csY406" fmla="*/ 918983 h 2244148"/>
                <a:gd name="csX407" fmla="*/ 448935 w 1777837"/>
                <a:gd name="csY407" fmla="*/ 907638 h 2244148"/>
                <a:gd name="csX408" fmla="*/ 445902 w 1777837"/>
                <a:gd name="csY408" fmla="*/ 901307 h 2244148"/>
                <a:gd name="csX409" fmla="*/ 443339 w 1777837"/>
                <a:gd name="csY409" fmla="*/ 896292 h 2244148"/>
                <a:gd name="csX410" fmla="*/ 437661 w 1777837"/>
                <a:gd name="csY410" fmla="*/ 884947 h 2244148"/>
                <a:gd name="csX411" fmla="*/ 432178 w 1777837"/>
                <a:gd name="csY411" fmla="*/ 873601 h 2244148"/>
                <a:gd name="csX412" fmla="*/ 431468 w 1777837"/>
                <a:gd name="csY412" fmla="*/ 872115 h 2244148"/>
                <a:gd name="csX413" fmla="*/ 426452 w 1777837"/>
                <a:gd name="csY413" fmla="*/ 862256 h 2244148"/>
                <a:gd name="csX414" fmla="*/ 420859 w 1777837"/>
                <a:gd name="csY414" fmla="*/ 850910 h 2244148"/>
                <a:gd name="csX415" fmla="*/ 417034 w 1777837"/>
                <a:gd name="csY415" fmla="*/ 842949 h 2244148"/>
                <a:gd name="csX416" fmla="*/ 415304 w 1777837"/>
                <a:gd name="csY416" fmla="*/ 839565 h 2244148"/>
                <a:gd name="csX417" fmla="*/ 409602 w 1777837"/>
                <a:gd name="csY417" fmla="*/ 828219 h 2244148"/>
                <a:gd name="csX418" fmla="*/ 404088 w 1777837"/>
                <a:gd name="csY418" fmla="*/ 816874 h 2244148"/>
                <a:gd name="csX419" fmla="*/ 402601 w 1777837"/>
                <a:gd name="csY419" fmla="*/ 813772 h 2244148"/>
                <a:gd name="csX420" fmla="*/ 398407 w 1777837"/>
                <a:gd name="csY420" fmla="*/ 805528 h 2244148"/>
                <a:gd name="csX421" fmla="*/ 392787 w 1777837"/>
                <a:gd name="csY421" fmla="*/ 794183 h 2244148"/>
                <a:gd name="csX422" fmla="*/ 388167 w 1777837"/>
                <a:gd name="csY422" fmla="*/ 784589 h 2244148"/>
                <a:gd name="csX423" fmla="*/ 387273 w 1777837"/>
                <a:gd name="csY423" fmla="*/ 782837 h 2244148"/>
                <a:gd name="csX424" fmla="*/ 381545 w 1777837"/>
                <a:gd name="csY424" fmla="*/ 771492 h 2244148"/>
                <a:gd name="csX425" fmla="*/ 376003 w 1777837"/>
                <a:gd name="csY425" fmla="*/ 760146 h 2244148"/>
                <a:gd name="csX426" fmla="*/ 373733 w 1777837"/>
                <a:gd name="csY426" fmla="*/ 755423 h 2244148"/>
                <a:gd name="csX427" fmla="*/ 370364 w 1777837"/>
                <a:gd name="csY427" fmla="*/ 748801 h 2244148"/>
                <a:gd name="csX428" fmla="*/ 364719 w 1777837"/>
                <a:gd name="csY428" fmla="*/ 737455 h 2244148"/>
                <a:gd name="csX429" fmla="*/ 359301 w 1777837"/>
                <a:gd name="csY429" fmla="*/ 726223 h 2244148"/>
                <a:gd name="csX430" fmla="*/ 359242 w 1777837"/>
                <a:gd name="csY430" fmla="*/ 726110 h 2244148"/>
                <a:gd name="csX431" fmla="*/ 353494 w 1777837"/>
                <a:gd name="csY431" fmla="*/ 714764 h 2244148"/>
                <a:gd name="csX432" fmla="*/ 347923 w 1777837"/>
                <a:gd name="csY432" fmla="*/ 703419 h 2244148"/>
                <a:gd name="csX433" fmla="*/ 344867 w 1777837"/>
                <a:gd name="csY433" fmla="*/ 697069 h 2244148"/>
                <a:gd name="csX434" fmla="*/ 342324 w 1777837"/>
                <a:gd name="csY434" fmla="*/ 692074 h 2244148"/>
                <a:gd name="csX435" fmla="*/ 336655 w 1777837"/>
                <a:gd name="csY435" fmla="*/ 680728 h 2244148"/>
                <a:gd name="csX436" fmla="*/ 331155 w 1777837"/>
                <a:gd name="csY436" fmla="*/ 669383 h 2244148"/>
                <a:gd name="csX437" fmla="*/ 330433 w 1777837"/>
                <a:gd name="csY437" fmla="*/ 667881 h 2244148"/>
                <a:gd name="csX438" fmla="*/ 325442 w 1777837"/>
                <a:gd name="csY438" fmla="*/ 658037 h 2244148"/>
                <a:gd name="csX439" fmla="*/ 319848 w 1777837"/>
                <a:gd name="csY439" fmla="*/ 646692 h 2244148"/>
                <a:gd name="csX440" fmla="*/ 316000 w 1777837"/>
                <a:gd name="csY440" fmla="*/ 638713 h 2244148"/>
                <a:gd name="csX441" fmla="*/ 314287 w 1777837"/>
                <a:gd name="csY441" fmla="*/ 635346 h 2244148"/>
                <a:gd name="csX442" fmla="*/ 308594 w 1777837"/>
                <a:gd name="csY442" fmla="*/ 624001 h 2244148"/>
                <a:gd name="csX443" fmla="*/ 303068 w 1777837"/>
                <a:gd name="csY443" fmla="*/ 612655 h 2244148"/>
                <a:gd name="csX444" fmla="*/ 301566 w 1777837"/>
                <a:gd name="csY444" fmla="*/ 609536 h 2244148"/>
                <a:gd name="csX445" fmla="*/ 297396 w 1777837"/>
                <a:gd name="csY445" fmla="*/ 601310 h 2244148"/>
                <a:gd name="csX446" fmla="*/ 291776 w 1777837"/>
                <a:gd name="csY446" fmla="*/ 589964 h 2244148"/>
                <a:gd name="csX447" fmla="*/ 287132 w 1777837"/>
                <a:gd name="csY447" fmla="*/ 580353 h 2244148"/>
                <a:gd name="csX448" fmla="*/ 286250 w 1777837"/>
                <a:gd name="csY448" fmla="*/ 578619 h 2244148"/>
                <a:gd name="csX449" fmla="*/ 280538 w 1777837"/>
                <a:gd name="csY449" fmla="*/ 567273 h 2244148"/>
                <a:gd name="csX450" fmla="*/ 274985 w 1777837"/>
                <a:gd name="csY450" fmla="*/ 555928 h 2244148"/>
                <a:gd name="csX451" fmla="*/ 272700 w 1777837"/>
                <a:gd name="csY451" fmla="*/ 551185 h 2244148"/>
                <a:gd name="csX452" fmla="*/ 269350 w 1777837"/>
                <a:gd name="csY452" fmla="*/ 544582 h 2244148"/>
                <a:gd name="csX453" fmla="*/ 263708 w 1777837"/>
                <a:gd name="csY453" fmla="*/ 533237 h 2244148"/>
                <a:gd name="csX454" fmla="*/ 258266 w 1777837"/>
                <a:gd name="csY454" fmla="*/ 521991 h 2244148"/>
                <a:gd name="csX455" fmla="*/ 258216 w 1777837"/>
                <a:gd name="csY455" fmla="*/ 521891 h 2244148"/>
                <a:gd name="csX456" fmla="*/ 252483 w 1777837"/>
                <a:gd name="csY456" fmla="*/ 510546 h 2244148"/>
                <a:gd name="csX457" fmla="*/ 246906 w 1777837"/>
                <a:gd name="csY457" fmla="*/ 499200 h 2244148"/>
                <a:gd name="csX458" fmla="*/ 243833 w 1777837"/>
                <a:gd name="csY458" fmla="*/ 492833 h 2244148"/>
                <a:gd name="csX459" fmla="*/ 241307 w 1777837"/>
                <a:gd name="csY459" fmla="*/ 487855 h 2244148"/>
                <a:gd name="csX460" fmla="*/ 235645 w 1777837"/>
                <a:gd name="csY460" fmla="*/ 476509 h 2244148"/>
                <a:gd name="csX461" fmla="*/ 230131 w 1777837"/>
                <a:gd name="csY461" fmla="*/ 465164 h 2244148"/>
                <a:gd name="csX462" fmla="*/ 229399 w 1777837"/>
                <a:gd name="csY462" fmla="*/ 463645 h 2244148"/>
                <a:gd name="csX463" fmla="*/ 224430 w 1777837"/>
                <a:gd name="csY463" fmla="*/ 453818 h 2244148"/>
                <a:gd name="csX464" fmla="*/ 218833 w 1777837"/>
                <a:gd name="csY464" fmla="*/ 442473 h 2244148"/>
                <a:gd name="csX465" fmla="*/ 214965 w 1777837"/>
                <a:gd name="csY465" fmla="*/ 434477 h 2244148"/>
                <a:gd name="csX466" fmla="*/ 213267 w 1777837"/>
                <a:gd name="csY466" fmla="*/ 431129 h 2244148"/>
                <a:gd name="csX467" fmla="*/ 207583 w 1777837"/>
                <a:gd name="csY467" fmla="*/ 419782 h 2244148"/>
                <a:gd name="csX468" fmla="*/ 202046 w 1777837"/>
                <a:gd name="csY468" fmla="*/ 408438 h 2244148"/>
                <a:gd name="csX469" fmla="*/ 200531 w 1777837"/>
                <a:gd name="csY469" fmla="*/ 405300 h 2244148"/>
                <a:gd name="csX470" fmla="*/ 196382 w 1777837"/>
                <a:gd name="csY470" fmla="*/ 397091 h 2244148"/>
                <a:gd name="csX471" fmla="*/ 190762 w 1777837"/>
                <a:gd name="csY471" fmla="*/ 385747 h 2244148"/>
                <a:gd name="csX472" fmla="*/ 186099 w 1777837"/>
                <a:gd name="csY472" fmla="*/ 376119 h 2244148"/>
                <a:gd name="csX473" fmla="*/ 185228 w 1777837"/>
                <a:gd name="csY473" fmla="*/ 374400 h 2244148"/>
                <a:gd name="csX474" fmla="*/ 179525 w 1777837"/>
                <a:gd name="csY474" fmla="*/ 363056 h 2244148"/>
                <a:gd name="csX475" fmla="*/ 173965 w 1777837"/>
                <a:gd name="csY475" fmla="*/ 351709 h 2244148"/>
                <a:gd name="csX476" fmla="*/ 171666 w 1777837"/>
                <a:gd name="csY476" fmla="*/ 346951 h 2244148"/>
                <a:gd name="csX477" fmla="*/ 168334 w 1777837"/>
                <a:gd name="csY477" fmla="*/ 340365 h 2244148"/>
                <a:gd name="csX478" fmla="*/ 162695 w 1777837"/>
                <a:gd name="csY478" fmla="*/ 329018 h 2244148"/>
                <a:gd name="csX479" fmla="*/ 157232 w 1777837"/>
                <a:gd name="csY479" fmla="*/ 317756 h 2244148"/>
                <a:gd name="csX480" fmla="*/ 157190 w 1777837"/>
                <a:gd name="csY480" fmla="*/ 317674 h 2244148"/>
                <a:gd name="csX481" fmla="*/ 151468 w 1777837"/>
                <a:gd name="csY481" fmla="*/ 306327 h 2244148"/>
                <a:gd name="csX482" fmla="*/ 145889 w 1777837"/>
                <a:gd name="csY482" fmla="*/ 294983 h 2244148"/>
                <a:gd name="csX483" fmla="*/ 142798 w 1777837"/>
                <a:gd name="csY483" fmla="*/ 288597 h 2244148"/>
                <a:gd name="csX484" fmla="*/ 140289 w 1777837"/>
                <a:gd name="csY484" fmla="*/ 283636 h 2244148"/>
                <a:gd name="csX485" fmla="*/ 134630 w 1777837"/>
                <a:gd name="csY485" fmla="*/ 272292 h 2244148"/>
                <a:gd name="csX486" fmla="*/ 129106 w 1777837"/>
                <a:gd name="csY486" fmla="*/ 260945 h 2244148"/>
                <a:gd name="csX487" fmla="*/ 128364 w 1777837"/>
                <a:gd name="csY487" fmla="*/ 259411 h 2244148"/>
                <a:gd name="csX488" fmla="*/ 123415 w 1777837"/>
                <a:gd name="csY488" fmla="*/ 249601 h 2244148"/>
                <a:gd name="csX489" fmla="*/ 117815 w 1777837"/>
                <a:gd name="csY489" fmla="*/ 238254 h 2244148"/>
                <a:gd name="csX490" fmla="*/ 113930 w 1777837"/>
                <a:gd name="csY490" fmla="*/ 230242 h 2244148"/>
                <a:gd name="csX491" fmla="*/ 112244 w 1777837"/>
                <a:gd name="csY491" fmla="*/ 226910 h 2244148"/>
                <a:gd name="csX492" fmla="*/ 106569 w 1777837"/>
                <a:gd name="csY492" fmla="*/ 215563 h 2244148"/>
                <a:gd name="csX493" fmla="*/ 101023 w 1777837"/>
                <a:gd name="csY493" fmla="*/ 204219 h 2244148"/>
                <a:gd name="csX494" fmla="*/ 99498 w 1777837"/>
                <a:gd name="csY494" fmla="*/ 201065 h 2244148"/>
                <a:gd name="csX495" fmla="*/ 95364 w 1777837"/>
                <a:gd name="csY495" fmla="*/ 192872 h 2244148"/>
                <a:gd name="csX496" fmla="*/ 89746 w 1777837"/>
                <a:gd name="csY496" fmla="*/ 181528 h 2244148"/>
                <a:gd name="csX497" fmla="*/ 85065 w 1777837"/>
                <a:gd name="csY497" fmla="*/ 171883 h 2244148"/>
                <a:gd name="csX498" fmla="*/ 84203 w 1777837"/>
                <a:gd name="csY498" fmla="*/ 170183 h 2244148"/>
                <a:gd name="csX499" fmla="*/ 78509 w 1777837"/>
                <a:gd name="csY499" fmla="*/ 158837 h 2244148"/>
                <a:gd name="csX500" fmla="*/ 72944 w 1777837"/>
                <a:gd name="csY500" fmla="*/ 147492 h 2244148"/>
                <a:gd name="csX501" fmla="*/ 70631 w 1777837"/>
                <a:gd name="csY501" fmla="*/ 142715 h 2244148"/>
                <a:gd name="csX502" fmla="*/ 67314 w 1777837"/>
                <a:gd name="csY502" fmla="*/ 136146 h 2244148"/>
                <a:gd name="csX503" fmla="*/ 61677 w 1777837"/>
                <a:gd name="csY503" fmla="*/ 124801 h 2244148"/>
                <a:gd name="csX504" fmla="*/ 56197 w 1777837"/>
                <a:gd name="csY504" fmla="*/ 113522 h 2244148"/>
                <a:gd name="csX505" fmla="*/ 56163 w 1777837"/>
                <a:gd name="csY505" fmla="*/ 113455 h 2244148"/>
                <a:gd name="csX506" fmla="*/ 50452 w 1777837"/>
                <a:gd name="csY506" fmla="*/ 102110 h 2244148"/>
                <a:gd name="csX507" fmla="*/ 44869 w 1777837"/>
                <a:gd name="csY507" fmla="*/ 90764 h 2244148"/>
                <a:gd name="csX508" fmla="*/ 41763 w 1777837"/>
                <a:gd name="csY508" fmla="*/ 84363 h 2244148"/>
                <a:gd name="csX509" fmla="*/ 39268 w 1777837"/>
                <a:gd name="csY509" fmla="*/ 79418 h 2244148"/>
                <a:gd name="csX510" fmla="*/ 33612 w 1777837"/>
                <a:gd name="csY510" fmla="*/ 68073 h 2244148"/>
                <a:gd name="csX511" fmla="*/ 28082 w 1777837"/>
                <a:gd name="csY511" fmla="*/ 56727 h 2244148"/>
                <a:gd name="csX512" fmla="*/ 27330 w 1777837"/>
                <a:gd name="csY512" fmla="*/ 55177 h 2244148"/>
                <a:gd name="csX513" fmla="*/ 22398 w 1777837"/>
                <a:gd name="csY513" fmla="*/ 45382 h 2244148"/>
                <a:gd name="csX514" fmla="*/ 16796 w 1777837"/>
                <a:gd name="csY514" fmla="*/ 34037 h 2244148"/>
                <a:gd name="csX515" fmla="*/ 12898 w 1777837"/>
                <a:gd name="csY515" fmla="*/ 26007 h 2244148"/>
                <a:gd name="csX516" fmla="*/ 11222 w 1777837"/>
                <a:gd name="csY516" fmla="*/ 22691 h 2244148"/>
                <a:gd name="csX517" fmla="*/ 5551 w 1777837"/>
                <a:gd name="csY517" fmla="*/ 11346 h 2244148"/>
                <a:gd name="csX518" fmla="*/ 0 w 1777837"/>
                <a:gd name="csY518" fmla="*/ 0 h 2244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</a:cxnLst>
              <a:rect l="l" t="t" r="r" b="b"/>
              <a:pathLst>
                <a:path w="1777837" h="2244148">
                  <a:moveTo>
                    <a:pt x="1777837" y="0"/>
                  </a:moveTo>
                  <a:lnTo>
                    <a:pt x="1774465" y="11346"/>
                  </a:lnTo>
                  <a:lnTo>
                    <a:pt x="1773774" y="13660"/>
                  </a:lnTo>
                  <a:lnTo>
                    <a:pt x="1771177" y="22691"/>
                  </a:lnTo>
                  <a:lnTo>
                    <a:pt x="1767889" y="34037"/>
                  </a:lnTo>
                  <a:lnTo>
                    <a:pt x="1764567" y="45382"/>
                  </a:lnTo>
                  <a:lnTo>
                    <a:pt x="1761212" y="56727"/>
                  </a:lnTo>
                  <a:lnTo>
                    <a:pt x="1759340" y="62985"/>
                  </a:lnTo>
                  <a:lnTo>
                    <a:pt x="1757890" y="68073"/>
                  </a:lnTo>
                  <a:lnTo>
                    <a:pt x="1754602" y="79418"/>
                  </a:lnTo>
                  <a:lnTo>
                    <a:pt x="1751297" y="90764"/>
                  </a:lnTo>
                  <a:lnTo>
                    <a:pt x="1747958" y="102110"/>
                  </a:lnTo>
                  <a:lnTo>
                    <a:pt x="1744923" y="112311"/>
                  </a:lnTo>
                  <a:lnTo>
                    <a:pt x="1744586" y="113455"/>
                  </a:lnTo>
                  <a:lnTo>
                    <a:pt x="1741314" y="124801"/>
                  </a:lnTo>
                  <a:lnTo>
                    <a:pt x="1738010" y="136146"/>
                  </a:lnTo>
                  <a:lnTo>
                    <a:pt x="1734688" y="147492"/>
                  </a:lnTo>
                  <a:lnTo>
                    <a:pt x="1731315" y="158837"/>
                  </a:lnTo>
                  <a:lnTo>
                    <a:pt x="1730489" y="161637"/>
                  </a:lnTo>
                  <a:lnTo>
                    <a:pt x="1728027" y="170183"/>
                  </a:lnTo>
                  <a:lnTo>
                    <a:pt x="1724739" y="181528"/>
                  </a:lnTo>
                  <a:lnTo>
                    <a:pt x="1721417" y="192872"/>
                  </a:lnTo>
                  <a:lnTo>
                    <a:pt x="1718062" y="204219"/>
                  </a:lnTo>
                  <a:lnTo>
                    <a:pt x="1716055" y="210962"/>
                  </a:lnTo>
                  <a:lnTo>
                    <a:pt x="1714723" y="215563"/>
                  </a:lnTo>
                  <a:lnTo>
                    <a:pt x="1711452" y="226910"/>
                  </a:lnTo>
                  <a:lnTo>
                    <a:pt x="1708147" y="238254"/>
                  </a:lnTo>
                  <a:lnTo>
                    <a:pt x="1704792" y="249601"/>
                  </a:lnTo>
                  <a:lnTo>
                    <a:pt x="1701622" y="260288"/>
                  </a:lnTo>
                  <a:lnTo>
                    <a:pt x="1701419" y="260945"/>
                  </a:lnTo>
                  <a:lnTo>
                    <a:pt x="1698165" y="272292"/>
                  </a:lnTo>
                  <a:lnTo>
                    <a:pt x="1694860" y="283636"/>
                  </a:lnTo>
                  <a:lnTo>
                    <a:pt x="1691538" y="294983"/>
                  </a:lnTo>
                  <a:lnTo>
                    <a:pt x="1688166" y="306327"/>
                  </a:lnTo>
                  <a:lnTo>
                    <a:pt x="1687188" y="309614"/>
                  </a:lnTo>
                  <a:lnTo>
                    <a:pt x="1684861" y="317674"/>
                  </a:lnTo>
                  <a:lnTo>
                    <a:pt x="1681590" y="329018"/>
                  </a:lnTo>
                  <a:lnTo>
                    <a:pt x="1678268" y="340365"/>
                  </a:lnTo>
                  <a:lnTo>
                    <a:pt x="1674912" y="351709"/>
                  </a:lnTo>
                  <a:lnTo>
                    <a:pt x="1672754" y="358938"/>
                  </a:lnTo>
                  <a:lnTo>
                    <a:pt x="1671574" y="363056"/>
                  </a:lnTo>
                  <a:lnTo>
                    <a:pt x="1668302" y="374400"/>
                  </a:lnTo>
                  <a:lnTo>
                    <a:pt x="1664998" y="385747"/>
                  </a:lnTo>
                  <a:lnTo>
                    <a:pt x="1661642" y="397091"/>
                  </a:lnTo>
                  <a:lnTo>
                    <a:pt x="1658320" y="408266"/>
                  </a:lnTo>
                  <a:lnTo>
                    <a:pt x="1658270" y="408438"/>
                  </a:lnTo>
                  <a:lnTo>
                    <a:pt x="1654999" y="419782"/>
                  </a:lnTo>
                  <a:lnTo>
                    <a:pt x="1651710" y="431129"/>
                  </a:lnTo>
                  <a:lnTo>
                    <a:pt x="1648389" y="442473"/>
                  </a:lnTo>
                  <a:lnTo>
                    <a:pt x="1645016" y="453818"/>
                  </a:lnTo>
                  <a:lnTo>
                    <a:pt x="1643887" y="457590"/>
                  </a:lnTo>
                  <a:lnTo>
                    <a:pt x="1641712" y="465164"/>
                  </a:lnTo>
                  <a:lnTo>
                    <a:pt x="1638423" y="476509"/>
                  </a:lnTo>
                  <a:lnTo>
                    <a:pt x="1635118" y="487855"/>
                  </a:lnTo>
                  <a:lnTo>
                    <a:pt x="1631746" y="499200"/>
                  </a:lnTo>
                  <a:lnTo>
                    <a:pt x="1629453" y="506916"/>
                  </a:lnTo>
                  <a:lnTo>
                    <a:pt x="1628407" y="510546"/>
                  </a:lnTo>
                  <a:lnTo>
                    <a:pt x="1625136" y="521891"/>
                  </a:lnTo>
                  <a:lnTo>
                    <a:pt x="1621831" y="533237"/>
                  </a:lnTo>
                  <a:lnTo>
                    <a:pt x="1618493" y="544582"/>
                  </a:lnTo>
                  <a:lnTo>
                    <a:pt x="1615103" y="555928"/>
                  </a:lnTo>
                  <a:lnTo>
                    <a:pt x="1615019" y="556242"/>
                  </a:lnTo>
                  <a:lnTo>
                    <a:pt x="1611849" y="567273"/>
                  </a:lnTo>
                  <a:lnTo>
                    <a:pt x="1608561" y="578619"/>
                  </a:lnTo>
                  <a:lnTo>
                    <a:pt x="1605239" y="589964"/>
                  </a:lnTo>
                  <a:lnTo>
                    <a:pt x="1601850" y="601310"/>
                  </a:lnTo>
                  <a:lnTo>
                    <a:pt x="1600585" y="605566"/>
                  </a:lnTo>
                  <a:lnTo>
                    <a:pt x="1598562" y="612655"/>
                  </a:lnTo>
                  <a:lnTo>
                    <a:pt x="1595274" y="624001"/>
                  </a:lnTo>
                  <a:lnTo>
                    <a:pt x="1591969" y="635346"/>
                  </a:lnTo>
                  <a:lnTo>
                    <a:pt x="1588597" y="646692"/>
                  </a:lnTo>
                  <a:lnTo>
                    <a:pt x="1586152" y="654892"/>
                  </a:lnTo>
                  <a:lnTo>
                    <a:pt x="1585258" y="658037"/>
                  </a:lnTo>
                  <a:lnTo>
                    <a:pt x="1581987" y="669383"/>
                  </a:lnTo>
                  <a:lnTo>
                    <a:pt x="1578682" y="680728"/>
                  </a:lnTo>
                  <a:lnTo>
                    <a:pt x="1575343" y="692074"/>
                  </a:lnTo>
                  <a:lnTo>
                    <a:pt x="1571954" y="703419"/>
                  </a:lnTo>
                  <a:lnTo>
                    <a:pt x="1571718" y="704218"/>
                  </a:lnTo>
                  <a:lnTo>
                    <a:pt x="1568700" y="714764"/>
                  </a:lnTo>
                  <a:lnTo>
                    <a:pt x="1565412" y="726110"/>
                  </a:lnTo>
                  <a:lnTo>
                    <a:pt x="1562090" y="737455"/>
                  </a:lnTo>
                  <a:lnTo>
                    <a:pt x="1558700" y="748801"/>
                  </a:lnTo>
                  <a:lnTo>
                    <a:pt x="1557284" y="753543"/>
                  </a:lnTo>
                  <a:lnTo>
                    <a:pt x="1555396" y="760146"/>
                  </a:lnTo>
                  <a:lnTo>
                    <a:pt x="1552124" y="771492"/>
                  </a:lnTo>
                  <a:lnTo>
                    <a:pt x="1548819" y="782837"/>
                  </a:lnTo>
                  <a:lnTo>
                    <a:pt x="1545447" y="794183"/>
                  </a:lnTo>
                  <a:lnTo>
                    <a:pt x="1542850" y="802869"/>
                  </a:lnTo>
                  <a:lnTo>
                    <a:pt x="1542091" y="805528"/>
                  </a:lnTo>
                  <a:lnTo>
                    <a:pt x="1538837" y="816874"/>
                  </a:lnTo>
                  <a:lnTo>
                    <a:pt x="1535549" y="828219"/>
                  </a:lnTo>
                  <a:lnTo>
                    <a:pt x="1532194" y="839565"/>
                  </a:lnTo>
                  <a:lnTo>
                    <a:pt x="1528804" y="850910"/>
                  </a:lnTo>
                  <a:lnTo>
                    <a:pt x="1528417" y="852195"/>
                  </a:lnTo>
                  <a:lnTo>
                    <a:pt x="1525550" y="862256"/>
                  </a:lnTo>
                  <a:lnTo>
                    <a:pt x="1522262" y="873601"/>
                  </a:lnTo>
                  <a:lnTo>
                    <a:pt x="1518940" y="884947"/>
                  </a:lnTo>
                  <a:lnTo>
                    <a:pt x="1515551" y="896292"/>
                  </a:lnTo>
                  <a:lnTo>
                    <a:pt x="1513983" y="901519"/>
                  </a:lnTo>
                  <a:lnTo>
                    <a:pt x="1512246" y="907638"/>
                  </a:lnTo>
                  <a:lnTo>
                    <a:pt x="1508975" y="918983"/>
                  </a:lnTo>
                  <a:lnTo>
                    <a:pt x="1505670" y="930329"/>
                  </a:lnTo>
                  <a:lnTo>
                    <a:pt x="1502314" y="941674"/>
                  </a:lnTo>
                  <a:lnTo>
                    <a:pt x="1499549" y="950845"/>
                  </a:lnTo>
                  <a:lnTo>
                    <a:pt x="1498925" y="953020"/>
                  </a:lnTo>
                  <a:lnTo>
                    <a:pt x="1495688" y="964365"/>
                  </a:lnTo>
                  <a:lnTo>
                    <a:pt x="1492400" y="975711"/>
                  </a:lnTo>
                  <a:lnTo>
                    <a:pt x="1489044" y="987056"/>
                  </a:lnTo>
                  <a:lnTo>
                    <a:pt x="1485655" y="998401"/>
                  </a:lnTo>
                  <a:lnTo>
                    <a:pt x="1485115" y="1000171"/>
                  </a:lnTo>
                  <a:lnTo>
                    <a:pt x="1482384" y="1009747"/>
                  </a:lnTo>
                  <a:lnTo>
                    <a:pt x="1479112" y="1021092"/>
                  </a:lnTo>
                  <a:lnTo>
                    <a:pt x="1475791" y="1032438"/>
                  </a:lnTo>
                  <a:lnTo>
                    <a:pt x="1472401" y="1043783"/>
                  </a:lnTo>
                  <a:lnTo>
                    <a:pt x="1470682" y="1049495"/>
                  </a:lnTo>
                  <a:lnTo>
                    <a:pt x="1469080" y="1055129"/>
                  </a:lnTo>
                  <a:lnTo>
                    <a:pt x="1465825" y="1066474"/>
                  </a:lnTo>
                  <a:lnTo>
                    <a:pt x="1462520" y="1077820"/>
                  </a:lnTo>
                  <a:lnTo>
                    <a:pt x="1459165" y="1089165"/>
                  </a:lnTo>
                  <a:lnTo>
                    <a:pt x="1456248" y="1098821"/>
                  </a:lnTo>
                  <a:lnTo>
                    <a:pt x="1455776" y="1100511"/>
                  </a:lnTo>
                  <a:lnTo>
                    <a:pt x="1452538" y="1111856"/>
                  </a:lnTo>
                  <a:lnTo>
                    <a:pt x="1449250" y="1123202"/>
                  </a:lnTo>
                  <a:lnTo>
                    <a:pt x="1445912" y="1134547"/>
                  </a:lnTo>
                  <a:lnTo>
                    <a:pt x="1442505" y="1145893"/>
                  </a:lnTo>
                  <a:lnTo>
                    <a:pt x="1441814" y="1148147"/>
                  </a:lnTo>
                  <a:lnTo>
                    <a:pt x="1439234" y="1157238"/>
                  </a:lnTo>
                  <a:lnTo>
                    <a:pt x="1435980" y="1168584"/>
                  </a:lnTo>
                  <a:lnTo>
                    <a:pt x="1432658" y="1179929"/>
                  </a:lnTo>
                  <a:lnTo>
                    <a:pt x="1429269" y="1191275"/>
                  </a:lnTo>
                  <a:lnTo>
                    <a:pt x="1427380" y="1197472"/>
                  </a:lnTo>
                  <a:lnTo>
                    <a:pt x="1425930" y="1202620"/>
                  </a:lnTo>
                  <a:lnTo>
                    <a:pt x="1422693" y="1213966"/>
                  </a:lnTo>
                  <a:lnTo>
                    <a:pt x="1419388" y="1225311"/>
                  </a:lnTo>
                  <a:lnTo>
                    <a:pt x="1416015" y="1236657"/>
                  </a:lnTo>
                  <a:lnTo>
                    <a:pt x="1412947" y="1246799"/>
                  </a:lnTo>
                  <a:lnTo>
                    <a:pt x="1412609" y="1248002"/>
                  </a:lnTo>
                  <a:lnTo>
                    <a:pt x="1409389" y="1259346"/>
                  </a:lnTo>
                  <a:lnTo>
                    <a:pt x="1406117" y="1270693"/>
                  </a:lnTo>
                  <a:lnTo>
                    <a:pt x="1402779" y="1282037"/>
                  </a:lnTo>
                  <a:lnTo>
                    <a:pt x="1399356" y="1293384"/>
                  </a:lnTo>
                  <a:lnTo>
                    <a:pt x="1398513" y="1296124"/>
                  </a:lnTo>
                  <a:lnTo>
                    <a:pt x="1396085" y="1304728"/>
                  </a:lnTo>
                  <a:lnTo>
                    <a:pt x="1392847" y="1316075"/>
                  </a:lnTo>
                  <a:lnTo>
                    <a:pt x="1389525" y="1327419"/>
                  </a:lnTo>
                  <a:lnTo>
                    <a:pt x="1386119" y="1338766"/>
                  </a:lnTo>
                  <a:lnTo>
                    <a:pt x="1384079" y="1345448"/>
                  </a:lnTo>
                  <a:lnTo>
                    <a:pt x="1382781" y="1350110"/>
                  </a:lnTo>
                  <a:lnTo>
                    <a:pt x="1379560" y="1361457"/>
                  </a:lnTo>
                  <a:lnTo>
                    <a:pt x="1376255" y="1372801"/>
                  </a:lnTo>
                  <a:lnTo>
                    <a:pt x="1372883" y="1384148"/>
                  </a:lnTo>
                  <a:lnTo>
                    <a:pt x="1369645" y="1394776"/>
                  </a:lnTo>
                  <a:lnTo>
                    <a:pt x="1369443" y="1395492"/>
                  </a:lnTo>
                  <a:lnTo>
                    <a:pt x="1366256" y="1406839"/>
                  </a:lnTo>
                  <a:lnTo>
                    <a:pt x="1362985" y="1418183"/>
                  </a:lnTo>
                  <a:lnTo>
                    <a:pt x="1359646" y="1429530"/>
                  </a:lnTo>
                  <a:lnTo>
                    <a:pt x="1356206" y="1440874"/>
                  </a:lnTo>
                  <a:lnTo>
                    <a:pt x="1355212" y="1444100"/>
                  </a:lnTo>
                  <a:lnTo>
                    <a:pt x="1352952" y="1452221"/>
                  </a:lnTo>
                  <a:lnTo>
                    <a:pt x="1349715" y="1463565"/>
                  </a:lnTo>
                  <a:lnTo>
                    <a:pt x="1346393" y="1474912"/>
                  </a:lnTo>
                  <a:lnTo>
                    <a:pt x="1342987" y="1486256"/>
                  </a:lnTo>
                  <a:lnTo>
                    <a:pt x="1340778" y="1493424"/>
                  </a:lnTo>
                  <a:lnTo>
                    <a:pt x="1339614" y="1497603"/>
                  </a:lnTo>
                  <a:lnTo>
                    <a:pt x="1336427" y="1508947"/>
                  </a:lnTo>
                  <a:lnTo>
                    <a:pt x="1333139" y="1520292"/>
                  </a:lnTo>
                  <a:lnTo>
                    <a:pt x="1329750" y="1531638"/>
                  </a:lnTo>
                  <a:lnTo>
                    <a:pt x="1326344" y="1542754"/>
                  </a:lnTo>
                  <a:lnTo>
                    <a:pt x="1326277" y="1542983"/>
                  </a:lnTo>
                  <a:lnTo>
                    <a:pt x="1323123" y="1554329"/>
                  </a:lnTo>
                  <a:lnTo>
                    <a:pt x="1319869" y="1565674"/>
                  </a:lnTo>
                  <a:lnTo>
                    <a:pt x="1316530" y="1577020"/>
                  </a:lnTo>
                  <a:lnTo>
                    <a:pt x="1313074" y="1588365"/>
                  </a:lnTo>
                  <a:lnTo>
                    <a:pt x="1311910" y="1592076"/>
                  </a:lnTo>
                  <a:lnTo>
                    <a:pt x="1309802" y="1599711"/>
                  </a:lnTo>
                  <a:lnTo>
                    <a:pt x="1306599" y="1611053"/>
                  </a:lnTo>
                  <a:lnTo>
                    <a:pt x="1303277" y="1622401"/>
                  </a:lnTo>
                  <a:lnTo>
                    <a:pt x="1299854" y="1633749"/>
                  </a:lnTo>
                  <a:lnTo>
                    <a:pt x="1297477" y="1641404"/>
                  </a:lnTo>
                  <a:lnTo>
                    <a:pt x="1296465" y="1645097"/>
                  </a:lnTo>
                  <a:lnTo>
                    <a:pt x="1293295" y="1656445"/>
                  </a:lnTo>
                  <a:lnTo>
                    <a:pt x="1290040" y="1667776"/>
                  </a:lnTo>
                  <a:lnTo>
                    <a:pt x="1286651" y="1679124"/>
                  </a:lnTo>
                  <a:lnTo>
                    <a:pt x="1283127" y="1690472"/>
                  </a:lnTo>
                  <a:lnTo>
                    <a:pt x="1283043" y="1690725"/>
                  </a:lnTo>
                  <a:lnTo>
                    <a:pt x="1279991" y="1701820"/>
                  </a:lnTo>
                  <a:lnTo>
                    <a:pt x="1276770" y="1713168"/>
                  </a:lnTo>
                  <a:lnTo>
                    <a:pt x="1273432" y="1724516"/>
                  </a:lnTo>
                  <a:lnTo>
                    <a:pt x="1269941" y="1735864"/>
                  </a:lnTo>
                  <a:lnTo>
                    <a:pt x="1268609" y="1740046"/>
                  </a:lnTo>
                  <a:lnTo>
                    <a:pt x="1266670" y="1747195"/>
                  </a:lnTo>
                  <a:lnTo>
                    <a:pt x="1263500" y="1758543"/>
                  </a:lnTo>
                  <a:lnTo>
                    <a:pt x="1260212" y="1769891"/>
                  </a:lnTo>
                  <a:lnTo>
                    <a:pt x="1256755" y="1781239"/>
                  </a:lnTo>
                  <a:lnTo>
                    <a:pt x="1254175" y="1789384"/>
                  </a:lnTo>
                  <a:lnTo>
                    <a:pt x="1253315" y="1792587"/>
                  </a:lnTo>
                  <a:lnTo>
                    <a:pt x="1250213" y="1803935"/>
                  </a:lnTo>
                  <a:lnTo>
                    <a:pt x="1246975" y="1815267"/>
                  </a:lnTo>
                  <a:lnTo>
                    <a:pt x="1243569" y="1826615"/>
                  </a:lnTo>
                  <a:lnTo>
                    <a:pt x="1239978" y="1837963"/>
                  </a:lnTo>
                  <a:lnTo>
                    <a:pt x="1239742" y="1838705"/>
                  </a:lnTo>
                  <a:lnTo>
                    <a:pt x="1236892" y="1849311"/>
                  </a:lnTo>
                  <a:lnTo>
                    <a:pt x="1233722" y="1860659"/>
                  </a:lnTo>
                  <a:lnTo>
                    <a:pt x="1230383" y="1872007"/>
                  </a:lnTo>
                  <a:lnTo>
                    <a:pt x="1226842" y="1883355"/>
                  </a:lnTo>
                  <a:lnTo>
                    <a:pt x="1225308" y="1888026"/>
                  </a:lnTo>
                  <a:lnTo>
                    <a:pt x="1223554" y="1894686"/>
                  </a:lnTo>
                  <a:lnTo>
                    <a:pt x="1220451" y="1906034"/>
                  </a:lnTo>
                  <a:lnTo>
                    <a:pt x="1217197" y="1917382"/>
                  </a:lnTo>
                  <a:lnTo>
                    <a:pt x="1213707" y="1928730"/>
                  </a:lnTo>
                  <a:lnTo>
                    <a:pt x="1210874" y="1937347"/>
                  </a:lnTo>
                  <a:lnTo>
                    <a:pt x="1210183" y="1940078"/>
                  </a:lnTo>
                  <a:lnTo>
                    <a:pt x="1207181" y="1951426"/>
                  </a:lnTo>
                  <a:lnTo>
                    <a:pt x="1203994" y="1962774"/>
                  </a:lnTo>
                  <a:lnTo>
                    <a:pt x="1200588" y="1974105"/>
                  </a:lnTo>
                  <a:lnTo>
                    <a:pt x="1196862" y="1985453"/>
                  </a:lnTo>
                  <a:lnTo>
                    <a:pt x="1196440" y="1986684"/>
                  </a:lnTo>
                  <a:lnTo>
                    <a:pt x="1193860" y="1996801"/>
                  </a:lnTo>
                  <a:lnTo>
                    <a:pt x="1190792" y="2008150"/>
                  </a:lnTo>
                  <a:lnTo>
                    <a:pt x="1187487" y="2019498"/>
                  </a:lnTo>
                  <a:lnTo>
                    <a:pt x="1183828" y="2030846"/>
                  </a:lnTo>
                  <a:lnTo>
                    <a:pt x="1182007" y="2036005"/>
                  </a:lnTo>
                  <a:lnTo>
                    <a:pt x="1180489" y="2042177"/>
                  </a:lnTo>
                  <a:lnTo>
                    <a:pt x="1177572" y="2053525"/>
                  </a:lnTo>
                  <a:lnTo>
                    <a:pt x="1174402" y="2064873"/>
                  </a:lnTo>
                  <a:lnTo>
                    <a:pt x="1170844" y="2076221"/>
                  </a:lnTo>
                  <a:lnTo>
                    <a:pt x="1167573" y="2085326"/>
                  </a:lnTo>
                  <a:lnTo>
                    <a:pt x="1167067" y="2087569"/>
                  </a:lnTo>
                  <a:lnTo>
                    <a:pt x="1164335" y="2098917"/>
                  </a:lnTo>
                  <a:lnTo>
                    <a:pt x="1161385" y="2110265"/>
                  </a:lnTo>
                  <a:lnTo>
                    <a:pt x="1157995" y="2121596"/>
                  </a:lnTo>
                  <a:lnTo>
                    <a:pt x="1153864" y="2132944"/>
                  </a:lnTo>
                  <a:lnTo>
                    <a:pt x="1153139" y="2134647"/>
                  </a:lnTo>
                  <a:lnTo>
                    <a:pt x="1151065" y="2144292"/>
                  </a:lnTo>
                  <a:lnTo>
                    <a:pt x="1148451" y="2155640"/>
                  </a:lnTo>
                  <a:lnTo>
                    <a:pt x="1145450" y="2166988"/>
                  </a:lnTo>
                  <a:lnTo>
                    <a:pt x="1141471" y="2178336"/>
                  </a:lnTo>
                  <a:lnTo>
                    <a:pt x="1138705" y="2183952"/>
                  </a:lnTo>
                  <a:lnTo>
                    <a:pt x="1137677" y="2189668"/>
                  </a:lnTo>
                  <a:lnTo>
                    <a:pt x="1135737" y="2201016"/>
                  </a:lnTo>
                  <a:lnTo>
                    <a:pt x="1133815" y="2212364"/>
                  </a:lnTo>
                  <a:lnTo>
                    <a:pt x="1131151" y="2223712"/>
                  </a:lnTo>
                  <a:lnTo>
                    <a:pt x="1124272" y="2233171"/>
                  </a:lnTo>
                  <a:lnTo>
                    <a:pt x="1123546" y="2235060"/>
                  </a:lnTo>
                  <a:lnTo>
                    <a:pt x="1109838" y="2244148"/>
                  </a:lnTo>
                  <a:lnTo>
                    <a:pt x="1098709" y="2235060"/>
                  </a:lnTo>
                  <a:lnTo>
                    <a:pt x="1097495" y="2223712"/>
                  </a:lnTo>
                  <a:lnTo>
                    <a:pt x="1095404" y="2214994"/>
                  </a:lnTo>
                  <a:lnTo>
                    <a:pt x="1092436" y="2212364"/>
                  </a:lnTo>
                  <a:lnTo>
                    <a:pt x="1085354" y="2201016"/>
                  </a:lnTo>
                  <a:lnTo>
                    <a:pt x="1082319" y="2189668"/>
                  </a:lnTo>
                  <a:lnTo>
                    <a:pt x="1080970" y="2185469"/>
                  </a:lnTo>
                  <a:lnTo>
                    <a:pt x="1075153" y="2178336"/>
                  </a:lnTo>
                  <a:lnTo>
                    <a:pt x="1070145" y="2166988"/>
                  </a:lnTo>
                  <a:lnTo>
                    <a:pt x="1066537" y="2155893"/>
                  </a:lnTo>
                  <a:lnTo>
                    <a:pt x="1066334" y="2155640"/>
                  </a:lnTo>
                  <a:lnTo>
                    <a:pt x="1058864" y="2144292"/>
                  </a:lnTo>
                  <a:lnTo>
                    <a:pt x="1054295" y="2132944"/>
                  </a:lnTo>
                  <a:lnTo>
                    <a:pt x="1052103" y="2126958"/>
                  </a:lnTo>
                  <a:lnTo>
                    <a:pt x="1048427" y="2121596"/>
                  </a:lnTo>
                  <a:lnTo>
                    <a:pt x="1042593" y="2110265"/>
                  </a:lnTo>
                  <a:lnTo>
                    <a:pt x="1038175" y="2098917"/>
                  </a:lnTo>
                  <a:lnTo>
                    <a:pt x="1037669" y="2097585"/>
                  </a:lnTo>
                  <a:lnTo>
                    <a:pt x="1031481" y="2087569"/>
                  </a:lnTo>
                  <a:lnTo>
                    <a:pt x="1026304" y="2076221"/>
                  </a:lnTo>
                  <a:lnTo>
                    <a:pt x="1023235" y="2068498"/>
                  </a:lnTo>
                  <a:lnTo>
                    <a:pt x="1020942" y="2064873"/>
                  </a:lnTo>
                  <a:lnTo>
                    <a:pt x="1014855" y="2053525"/>
                  </a:lnTo>
                  <a:lnTo>
                    <a:pt x="1009999" y="2042177"/>
                  </a:lnTo>
                  <a:lnTo>
                    <a:pt x="1008801" y="2039277"/>
                  </a:lnTo>
                  <a:lnTo>
                    <a:pt x="1003827" y="2030846"/>
                  </a:lnTo>
                  <a:lnTo>
                    <a:pt x="998330" y="2019498"/>
                  </a:lnTo>
                  <a:lnTo>
                    <a:pt x="994368" y="2010072"/>
                  </a:lnTo>
                  <a:lnTo>
                    <a:pt x="993221" y="2008150"/>
                  </a:lnTo>
                  <a:lnTo>
                    <a:pt x="986999" y="1996801"/>
                  </a:lnTo>
                  <a:lnTo>
                    <a:pt x="981856" y="1985453"/>
                  </a:lnTo>
                  <a:lnTo>
                    <a:pt x="979934" y="1980918"/>
                  </a:lnTo>
                  <a:lnTo>
                    <a:pt x="976022" y="1974105"/>
                  </a:lnTo>
                  <a:lnTo>
                    <a:pt x="970339" y="1962774"/>
                  </a:lnTo>
                  <a:lnTo>
                    <a:pt x="965500" y="1951629"/>
                  </a:lnTo>
                  <a:lnTo>
                    <a:pt x="965382" y="1951426"/>
                  </a:lnTo>
                  <a:lnTo>
                    <a:pt x="959109" y="1940078"/>
                  </a:lnTo>
                  <a:lnTo>
                    <a:pt x="953764" y="1928730"/>
                  </a:lnTo>
                  <a:lnTo>
                    <a:pt x="951066" y="1922559"/>
                  </a:lnTo>
                  <a:lnTo>
                    <a:pt x="948149" y="1917382"/>
                  </a:lnTo>
                  <a:lnTo>
                    <a:pt x="942349" y="1906034"/>
                  </a:lnTo>
                  <a:lnTo>
                    <a:pt x="937240" y="1894686"/>
                  </a:lnTo>
                  <a:lnTo>
                    <a:pt x="936633" y="1893303"/>
                  </a:lnTo>
                  <a:lnTo>
                    <a:pt x="931169" y="1883355"/>
                  </a:lnTo>
                  <a:lnTo>
                    <a:pt x="925689" y="1872007"/>
                  </a:lnTo>
                  <a:lnTo>
                    <a:pt x="922199" y="1864183"/>
                  </a:lnTo>
                  <a:lnTo>
                    <a:pt x="920243" y="1860659"/>
                  </a:lnTo>
                  <a:lnTo>
                    <a:pt x="914341" y="1849311"/>
                  </a:lnTo>
                  <a:lnTo>
                    <a:pt x="909097" y="1837963"/>
                  </a:lnTo>
                  <a:lnTo>
                    <a:pt x="907765" y="1834978"/>
                  </a:lnTo>
                  <a:lnTo>
                    <a:pt x="903229" y="1826615"/>
                  </a:lnTo>
                  <a:lnTo>
                    <a:pt x="897631" y="1815267"/>
                  </a:lnTo>
                  <a:lnTo>
                    <a:pt x="893331" y="1805790"/>
                  </a:lnTo>
                  <a:lnTo>
                    <a:pt x="892320" y="1803935"/>
                  </a:lnTo>
                  <a:lnTo>
                    <a:pt x="886350" y="1792587"/>
                  </a:lnTo>
                  <a:lnTo>
                    <a:pt x="880989" y="1781239"/>
                  </a:lnTo>
                  <a:lnTo>
                    <a:pt x="878898" y="1776636"/>
                  </a:lnTo>
                  <a:lnTo>
                    <a:pt x="875255" y="1769891"/>
                  </a:lnTo>
                  <a:lnTo>
                    <a:pt x="869573" y="1758543"/>
                  </a:lnTo>
                  <a:lnTo>
                    <a:pt x="864464" y="1747398"/>
                  </a:lnTo>
                  <a:lnTo>
                    <a:pt x="864363" y="1747195"/>
                  </a:lnTo>
                  <a:lnTo>
                    <a:pt x="858343" y="1735864"/>
                  </a:lnTo>
                  <a:lnTo>
                    <a:pt x="852880" y="1724516"/>
                  </a:lnTo>
                  <a:lnTo>
                    <a:pt x="850047" y="1718277"/>
                  </a:lnTo>
                  <a:lnTo>
                    <a:pt x="847299" y="1713168"/>
                  </a:lnTo>
                  <a:lnTo>
                    <a:pt x="841532" y="1701820"/>
                  </a:lnTo>
                  <a:lnTo>
                    <a:pt x="836254" y="1690472"/>
                  </a:lnTo>
                  <a:lnTo>
                    <a:pt x="835613" y="1689072"/>
                  </a:lnTo>
                  <a:lnTo>
                    <a:pt x="830352" y="1679124"/>
                  </a:lnTo>
                  <a:lnTo>
                    <a:pt x="824805" y="1667776"/>
                  </a:lnTo>
                  <a:lnTo>
                    <a:pt x="821180" y="1659918"/>
                  </a:lnTo>
                  <a:lnTo>
                    <a:pt x="819308" y="1656445"/>
                  </a:lnTo>
                  <a:lnTo>
                    <a:pt x="813507" y="1645097"/>
                  </a:lnTo>
                  <a:lnTo>
                    <a:pt x="808128" y="1633749"/>
                  </a:lnTo>
                  <a:lnTo>
                    <a:pt x="806746" y="1630730"/>
                  </a:lnTo>
                  <a:lnTo>
                    <a:pt x="802345" y="1622401"/>
                  </a:lnTo>
                  <a:lnTo>
                    <a:pt x="796730" y="1611053"/>
                  </a:lnTo>
                  <a:lnTo>
                    <a:pt x="792312" y="1601543"/>
                  </a:lnTo>
                  <a:lnTo>
                    <a:pt x="791334" y="1599711"/>
                  </a:lnTo>
                  <a:lnTo>
                    <a:pt x="785466" y="1588365"/>
                  </a:lnTo>
                  <a:lnTo>
                    <a:pt x="780020" y="1577020"/>
                  </a:lnTo>
                  <a:lnTo>
                    <a:pt x="777878" y="1572383"/>
                  </a:lnTo>
                  <a:lnTo>
                    <a:pt x="774337" y="1565674"/>
                  </a:lnTo>
                  <a:lnTo>
                    <a:pt x="768672" y="1554329"/>
                  </a:lnTo>
                  <a:lnTo>
                    <a:pt x="763445" y="1543160"/>
                  </a:lnTo>
                  <a:lnTo>
                    <a:pt x="763343" y="1542983"/>
                  </a:lnTo>
                  <a:lnTo>
                    <a:pt x="757442" y="1531638"/>
                  </a:lnTo>
                  <a:lnTo>
                    <a:pt x="751928" y="1520292"/>
                  </a:lnTo>
                  <a:lnTo>
                    <a:pt x="749011" y="1514030"/>
                  </a:lnTo>
                  <a:lnTo>
                    <a:pt x="746330" y="1508947"/>
                  </a:lnTo>
                  <a:lnTo>
                    <a:pt x="740613" y="1497603"/>
                  </a:lnTo>
                  <a:lnTo>
                    <a:pt x="735234" y="1486256"/>
                  </a:lnTo>
                  <a:lnTo>
                    <a:pt x="734577" y="1484825"/>
                  </a:lnTo>
                  <a:lnTo>
                    <a:pt x="729417" y="1474912"/>
                  </a:lnTo>
                  <a:lnTo>
                    <a:pt x="723853" y="1463565"/>
                  </a:lnTo>
                  <a:lnTo>
                    <a:pt x="720143" y="1455667"/>
                  </a:lnTo>
                  <a:lnTo>
                    <a:pt x="718339" y="1452221"/>
                  </a:lnTo>
                  <a:lnTo>
                    <a:pt x="712572" y="1440874"/>
                  </a:lnTo>
                  <a:lnTo>
                    <a:pt x="707126" y="1429530"/>
                  </a:lnTo>
                  <a:lnTo>
                    <a:pt x="705709" y="1426486"/>
                  </a:lnTo>
                  <a:lnTo>
                    <a:pt x="701393" y="1418183"/>
                  </a:lnTo>
                  <a:lnTo>
                    <a:pt x="695778" y="1406839"/>
                  </a:lnTo>
                  <a:lnTo>
                    <a:pt x="691276" y="1397298"/>
                  </a:lnTo>
                  <a:lnTo>
                    <a:pt x="690331" y="1395492"/>
                  </a:lnTo>
                  <a:lnTo>
                    <a:pt x="684514" y="1384148"/>
                  </a:lnTo>
                  <a:lnTo>
                    <a:pt x="679032" y="1372801"/>
                  </a:lnTo>
                  <a:lnTo>
                    <a:pt x="676837" y="1368139"/>
                  </a:lnTo>
                  <a:lnTo>
                    <a:pt x="673370" y="1361457"/>
                  </a:lnTo>
                  <a:lnTo>
                    <a:pt x="667708" y="1350110"/>
                  </a:lnTo>
                  <a:lnTo>
                    <a:pt x="662403" y="1338926"/>
                  </a:lnTo>
                  <a:lnTo>
                    <a:pt x="662320" y="1338766"/>
                  </a:lnTo>
                  <a:lnTo>
                    <a:pt x="656481" y="1327419"/>
                  </a:lnTo>
                  <a:lnTo>
                    <a:pt x="650944" y="1316075"/>
                  </a:lnTo>
                  <a:lnTo>
                    <a:pt x="647969" y="1309785"/>
                  </a:lnTo>
                  <a:lnTo>
                    <a:pt x="645349" y="1304728"/>
                  </a:lnTo>
                  <a:lnTo>
                    <a:pt x="639648" y="1293384"/>
                  </a:lnTo>
                  <a:lnTo>
                    <a:pt x="634220" y="1282037"/>
                  </a:lnTo>
                  <a:lnTo>
                    <a:pt x="633537" y="1280587"/>
                  </a:lnTo>
                  <a:lnTo>
                    <a:pt x="628443" y="1270693"/>
                  </a:lnTo>
                  <a:lnTo>
                    <a:pt x="622864" y="1259346"/>
                  </a:lnTo>
                  <a:lnTo>
                    <a:pt x="619104" y="1251425"/>
                  </a:lnTo>
                  <a:lnTo>
                    <a:pt x="617330" y="1248002"/>
                  </a:lnTo>
                  <a:lnTo>
                    <a:pt x="611593" y="1236657"/>
                  </a:lnTo>
                  <a:lnTo>
                    <a:pt x="606120" y="1225311"/>
                  </a:lnTo>
                  <a:lnTo>
                    <a:pt x="604670" y="1222245"/>
                  </a:lnTo>
                  <a:lnTo>
                    <a:pt x="600409" y="1213966"/>
                  </a:lnTo>
                  <a:lnTo>
                    <a:pt x="594790" y="1202620"/>
                  </a:lnTo>
                  <a:lnTo>
                    <a:pt x="590236" y="1193061"/>
                  </a:lnTo>
                  <a:lnTo>
                    <a:pt x="589312" y="1191275"/>
                  </a:lnTo>
                  <a:lnTo>
                    <a:pt x="583544" y="1179929"/>
                  </a:lnTo>
                  <a:lnTo>
                    <a:pt x="578028" y="1168584"/>
                  </a:lnTo>
                  <a:lnTo>
                    <a:pt x="575802" y="1163898"/>
                  </a:lnTo>
                  <a:lnTo>
                    <a:pt x="572378" y="1157238"/>
                  </a:lnTo>
                  <a:lnTo>
                    <a:pt x="566724" y="1145893"/>
                  </a:lnTo>
                  <a:lnTo>
                    <a:pt x="561369" y="1134692"/>
                  </a:lnTo>
                  <a:lnTo>
                    <a:pt x="561294" y="1134547"/>
                  </a:lnTo>
                  <a:lnTo>
                    <a:pt x="555495" y="1123202"/>
                  </a:lnTo>
                  <a:lnTo>
                    <a:pt x="549945" y="1111856"/>
                  </a:lnTo>
                  <a:lnTo>
                    <a:pt x="546936" y="1105544"/>
                  </a:lnTo>
                  <a:lnTo>
                    <a:pt x="544348" y="1100511"/>
                  </a:lnTo>
                  <a:lnTo>
                    <a:pt x="538661" y="1089165"/>
                  </a:lnTo>
                  <a:lnTo>
                    <a:pt x="533201" y="1077820"/>
                  </a:lnTo>
                  <a:lnTo>
                    <a:pt x="532503" y="1076351"/>
                  </a:lnTo>
                  <a:lnTo>
                    <a:pt x="527453" y="1066474"/>
                  </a:lnTo>
                  <a:lnTo>
                    <a:pt x="521866" y="1055129"/>
                  </a:lnTo>
                  <a:lnTo>
                    <a:pt x="518069" y="1047187"/>
                  </a:lnTo>
                  <a:lnTo>
                    <a:pt x="516320" y="1043783"/>
                  </a:lnTo>
                  <a:lnTo>
                    <a:pt x="510603" y="1032438"/>
                  </a:lnTo>
                  <a:lnTo>
                    <a:pt x="505106" y="1021092"/>
                  </a:lnTo>
                  <a:lnTo>
                    <a:pt x="503635" y="1018007"/>
                  </a:lnTo>
                  <a:lnTo>
                    <a:pt x="499411" y="1009747"/>
                  </a:lnTo>
                  <a:lnTo>
                    <a:pt x="493793" y="998401"/>
                  </a:lnTo>
                  <a:lnTo>
                    <a:pt x="489201" y="988823"/>
                  </a:lnTo>
                  <a:lnTo>
                    <a:pt x="488294" y="987056"/>
                  </a:lnTo>
                  <a:lnTo>
                    <a:pt x="482549" y="975711"/>
                  </a:lnTo>
                  <a:lnTo>
                    <a:pt x="477019" y="964365"/>
                  </a:lnTo>
                  <a:lnTo>
                    <a:pt x="474768" y="959659"/>
                  </a:lnTo>
                  <a:lnTo>
                    <a:pt x="471373" y="953020"/>
                  </a:lnTo>
                  <a:lnTo>
                    <a:pt x="465725" y="941674"/>
                  </a:lnTo>
                  <a:lnTo>
                    <a:pt x="460334" y="930457"/>
                  </a:lnTo>
                  <a:lnTo>
                    <a:pt x="460268" y="930329"/>
                  </a:lnTo>
                  <a:lnTo>
                    <a:pt x="454498" y="918983"/>
                  </a:lnTo>
                  <a:lnTo>
                    <a:pt x="448935" y="907638"/>
                  </a:lnTo>
                  <a:lnTo>
                    <a:pt x="445902" y="901307"/>
                  </a:lnTo>
                  <a:lnTo>
                    <a:pt x="443339" y="896292"/>
                  </a:lnTo>
                  <a:lnTo>
                    <a:pt x="437661" y="884947"/>
                  </a:lnTo>
                  <a:lnTo>
                    <a:pt x="432178" y="873601"/>
                  </a:lnTo>
                  <a:lnTo>
                    <a:pt x="431468" y="872115"/>
                  </a:lnTo>
                  <a:lnTo>
                    <a:pt x="426452" y="862256"/>
                  </a:lnTo>
                  <a:lnTo>
                    <a:pt x="420859" y="850910"/>
                  </a:lnTo>
                  <a:lnTo>
                    <a:pt x="417034" y="842949"/>
                  </a:lnTo>
                  <a:lnTo>
                    <a:pt x="415304" y="839565"/>
                  </a:lnTo>
                  <a:lnTo>
                    <a:pt x="409602" y="828219"/>
                  </a:lnTo>
                  <a:lnTo>
                    <a:pt x="404088" y="816874"/>
                  </a:lnTo>
                  <a:lnTo>
                    <a:pt x="402601" y="813772"/>
                  </a:lnTo>
                  <a:lnTo>
                    <a:pt x="398407" y="805528"/>
                  </a:lnTo>
                  <a:lnTo>
                    <a:pt x="392787" y="794183"/>
                  </a:lnTo>
                  <a:lnTo>
                    <a:pt x="388167" y="784589"/>
                  </a:lnTo>
                  <a:lnTo>
                    <a:pt x="387273" y="782837"/>
                  </a:lnTo>
                  <a:lnTo>
                    <a:pt x="381545" y="771492"/>
                  </a:lnTo>
                  <a:lnTo>
                    <a:pt x="376003" y="760146"/>
                  </a:lnTo>
                  <a:lnTo>
                    <a:pt x="373733" y="755423"/>
                  </a:lnTo>
                  <a:lnTo>
                    <a:pt x="370364" y="748801"/>
                  </a:lnTo>
                  <a:lnTo>
                    <a:pt x="364719" y="737455"/>
                  </a:lnTo>
                  <a:lnTo>
                    <a:pt x="359301" y="726223"/>
                  </a:lnTo>
                  <a:lnTo>
                    <a:pt x="359242" y="726110"/>
                  </a:lnTo>
                  <a:lnTo>
                    <a:pt x="353494" y="714764"/>
                  </a:lnTo>
                  <a:lnTo>
                    <a:pt x="347923" y="703419"/>
                  </a:lnTo>
                  <a:lnTo>
                    <a:pt x="344867" y="697069"/>
                  </a:lnTo>
                  <a:lnTo>
                    <a:pt x="342324" y="692074"/>
                  </a:lnTo>
                  <a:lnTo>
                    <a:pt x="336655" y="680728"/>
                  </a:lnTo>
                  <a:lnTo>
                    <a:pt x="331155" y="669383"/>
                  </a:lnTo>
                  <a:lnTo>
                    <a:pt x="330433" y="667881"/>
                  </a:lnTo>
                  <a:lnTo>
                    <a:pt x="325442" y="658037"/>
                  </a:lnTo>
                  <a:lnTo>
                    <a:pt x="319848" y="646692"/>
                  </a:lnTo>
                  <a:lnTo>
                    <a:pt x="316000" y="638713"/>
                  </a:lnTo>
                  <a:lnTo>
                    <a:pt x="314287" y="635346"/>
                  </a:lnTo>
                  <a:lnTo>
                    <a:pt x="308594" y="624001"/>
                  </a:lnTo>
                  <a:lnTo>
                    <a:pt x="303068" y="612655"/>
                  </a:lnTo>
                  <a:lnTo>
                    <a:pt x="301566" y="609536"/>
                  </a:lnTo>
                  <a:lnTo>
                    <a:pt x="297396" y="601310"/>
                  </a:lnTo>
                  <a:lnTo>
                    <a:pt x="291776" y="589964"/>
                  </a:lnTo>
                  <a:lnTo>
                    <a:pt x="287132" y="580353"/>
                  </a:lnTo>
                  <a:lnTo>
                    <a:pt x="286250" y="578619"/>
                  </a:lnTo>
                  <a:lnTo>
                    <a:pt x="280538" y="567273"/>
                  </a:lnTo>
                  <a:lnTo>
                    <a:pt x="274985" y="555928"/>
                  </a:lnTo>
                  <a:lnTo>
                    <a:pt x="272700" y="551185"/>
                  </a:lnTo>
                  <a:lnTo>
                    <a:pt x="269350" y="544582"/>
                  </a:lnTo>
                  <a:lnTo>
                    <a:pt x="263708" y="533237"/>
                  </a:lnTo>
                  <a:lnTo>
                    <a:pt x="258266" y="521991"/>
                  </a:lnTo>
                  <a:lnTo>
                    <a:pt x="258216" y="521891"/>
                  </a:lnTo>
                  <a:lnTo>
                    <a:pt x="252483" y="510546"/>
                  </a:lnTo>
                  <a:lnTo>
                    <a:pt x="246906" y="499200"/>
                  </a:lnTo>
                  <a:lnTo>
                    <a:pt x="243833" y="492833"/>
                  </a:lnTo>
                  <a:lnTo>
                    <a:pt x="241307" y="487855"/>
                  </a:lnTo>
                  <a:lnTo>
                    <a:pt x="235645" y="476509"/>
                  </a:lnTo>
                  <a:lnTo>
                    <a:pt x="230131" y="465164"/>
                  </a:lnTo>
                  <a:lnTo>
                    <a:pt x="229399" y="463645"/>
                  </a:lnTo>
                  <a:lnTo>
                    <a:pt x="224430" y="453818"/>
                  </a:lnTo>
                  <a:lnTo>
                    <a:pt x="218833" y="442473"/>
                  </a:lnTo>
                  <a:lnTo>
                    <a:pt x="214965" y="434477"/>
                  </a:lnTo>
                  <a:lnTo>
                    <a:pt x="213267" y="431129"/>
                  </a:lnTo>
                  <a:lnTo>
                    <a:pt x="207583" y="419782"/>
                  </a:lnTo>
                  <a:lnTo>
                    <a:pt x="202046" y="408438"/>
                  </a:lnTo>
                  <a:lnTo>
                    <a:pt x="200531" y="405300"/>
                  </a:lnTo>
                  <a:lnTo>
                    <a:pt x="196382" y="397091"/>
                  </a:lnTo>
                  <a:lnTo>
                    <a:pt x="190762" y="385747"/>
                  </a:lnTo>
                  <a:lnTo>
                    <a:pt x="186099" y="376119"/>
                  </a:lnTo>
                  <a:lnTo>
                    <a:pt x="185228" y="374400"/>
                  </a:lnTo>
                  <a:lnTo>
                    <a:pt x="179525" y="363056"/>
                  </a:lnTo>
                  <a:lnTo>
                    <a:pt x="173965" y="351709"/>
                  </a:lnTo>
                  <a:lnTo>
                    <a:pt x="171666" y="346951"/>
                  </a:lnTo>
                  <a:lnTo>
                    <a:pt x="168334" y="340365"/>
                  </a:lnTo>
                  <a:lnTo>
                    <a:pt x="162695" y="329018"/>
                  </a:lnTo>
                  <a:lnTo>
                    <a:pt x="157232" y="317756"/>
                  </a:lnTo>
                  <a:lnTo>
                    <a:pt x="157190" y="317674"/>
                  </a:lnTo>
                  <a:lnTo>
                    <a:pt x="151468" y="306327"/>
                  </a:lnTo>
                  <a:lnTo>
                    <a:pt x="145889" y="294983"/>
                  </a:lnTo>
                  <a:lnTo>
                    <a:pt x="142798" y="288597"/>
                  </a:lnTo>
                  <a:lnTo>
                    <a:pt x="140289" y="283636"/>
                  </a:lnTo>
                  <a:lnTo>
                    <a:pt x="134630" y="272292"/>
                  </a:lnTo>
                  <a:lnTo>
                    <a:pt x="129106" y="260945"/>
                  </a:lnTo>
                  <a:lnTo>
                    <a:pt x="128364" y="259411"/>
                  </a:lnTo>
                  <a:lnTo>
                    <a:pt x="123415" y="249601"/>
                  </a:lnTo>
                  <a:lnTo>
                    <a:pt x="117815" y="238254"/>
                  </a:lnTo>
                  <a:lnTo>
                    <a:pt x="113930" y="230242"/>
                  </a:lnTo>
                  <a:lnTo>
                    <a:pt x="112244" y="226910"/>
                  </a:lnTo>
                  <a:lnTo>
                    <a:pt x="106569" y="215563"/>
                  </a:lnTo>
                  <a:lnTo>
                    <a:pt x="101023" y="204219"/>
                  </a:lnTo>
                  <a:lnTo>
                    <a:pt x="99498" y="201065"/>
                  </a:lnTo>
                  <a:lnTo>
                    <a:pt x="95364" y="192872"/>
                  </a:lnTo>
                  <a:lnTo>
                    <a:pt x="89746" y="181528"/>
                  </a:lnTo>
                  <a:lnTo>
                    <a:pt x="85065" y="171883"/>
                  </a:lnTo>
                  <a:lnTo>
                    <a:pt x="84203" y="170183"/>
                  </a:lnTo>
                  <a:lnTo>
                    <a:pt x="78509" y="158837"/>
                  </a:lnTo>
                  <a:lnTo>
                    <a:pt x="72944" y="147492"/>
                  </a:lnTo>
                  <a:lnTo>
                    <a:pt x="70631" y="142715"/>
                  </a:lnTo>
                  <a:lnTo>
                    <a:pt x="67314" y="136146"/>
                  </a:lnTo>
                  <a:lnTo>
                    <a:pt x="61677" y="124801"/>
                  </a:lnTo>
                  <a:lnTo>
                    <a:pt x="56197" y="113522"/>
                  </a:lnTo>
                  <a:lnTo>
                    <a:pt x="56163" y="113455"/>
                  </a:lnTo>
                  <a:lnTo>
                    <a:pt x="50452" y="102110"/>
                  </a:lnTo>
                  <a:lnTo>
                    <a:pt x="44869" y="90764"/>
                  </a:lnTo>
                  <a:lnTo>
                    <a:pt x="41763" y="84363"/>
                  </a:lnTo>
                  <a:lnTo>
                    <a:pt x="39268" y="79418"/>
                  </a:lnTo>
                  <a:lnTo>
                    <a:pt x="33612" y="68073"/>
                  </a:lnTo>
                  <a:lnTo>
                    <a:pt x="28082" y="56727"/>
                  </a:lnTo>
                  <a:lnTo>
                    <a:pt x="27330" y="55177"/>
                  </a:lnTo>
                  <a:lnTo>
                    <a:pt x="22398" y="45382"/>
                  </a:lnTo>
                  <a:lnTo>
                    <a:pt x="16796" y="34037"/>
                  </a:lnTo>
                  <a:lnTo>
                    <a:pt x="12898" y="26007"/>
                  </a:lnTo>
                  <a:lnTo>
                    <a:pt x="11222" y="22691"/>
                  </a:lnTo>
                  <a:lnTo>
                    <a:pt x="5551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1648DB54-E0DD-39CD-8396-8EAAEB4DEC02}"/>
                </a:ext>
              </a:extLst>
            </p:cNvPr>
            <p:cNvSpPr/>
            <p:nvPr/>
          </p:nvSpPr>
          <p:spPr>
            <a:xfrm>
              <a:off x="4010149" y="4432008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82CCE4DB-E315-6BA4-A94C-648E4B221502}"/>
              </a:ext>
            </a:extLst>
          </p:cNvPr>
          <p:cNvGrpSpPr/>
          <p:nvPr/>
        </p:nvGrpSpPr>
        <p:grpSpPr>
          <a:xfrm>
            <a:off x="1517792" y="2521084"/>
            <a:ext cx="2613762" cy="2241450"/>
            <a:chOff x="1517792" y="2521084"/>
            <a:chExt cx="2613762" cy="2241450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D76271FC-BB25-D089-DD3D-58C7E8FB57ED}"/>
                </a:ext>
              </a:extLst>
            </p:cNvPr>
            <p:cNvSpPr/>
            <p:nvPr/>
          </p:nvSpPr>
          <p:spPr>
            <a:xfrm>
              <a:off x="1517792" y="2521084"/>
              <a:ext cx="1425911" cy="2241450"/>
            </a:xfrm>
            <a:custGeom>
              <a:avLst/>
              <a:gdLst>
                <a:gd name="csX0" fmla="*/ 0 w 1425911"/>
                <a:gd name="csY0" fmla="*/ 0 h 2241450"/>
                <a:gd name="csX1" fmla="*/ 4878 w 1425911"/>
                <a:gd name="csY1" fmla="*/ 11346 h 2241450"/>
                <a:gd name="csX2" fmla="*/ 8239 w 1425911"/>
                <a:gd name="csY2" fmla="*/ 19096 h 2241450"/>
                <a:gd name="csX3" fmla="*/ 9760 w 1425911"/>
                <a:gd name="csY3" fmla="*/ 22691 h 2241450"/>
                <a:gd name="csX4" fmla="*/ 14591 w 1425911"/>
                <a:gd name="csY4" fmla="*/ 34037 h 2241450"/>
                <a:gd name="csX5" fmla="*/ 19470 w 1425911"/>
                <a:gd name="csY5" fmla="*/ 45382 h 2241450"/>
                <a:gd name="csX6" fmla="*/ 22673 w 1425911"/>
                <a:gd name="csY6" fmla="*/ 52764 h 2241450"/>
                <a:gd name="csX7" fmla="*/ 24349 w 1425911"/>
                <a:gd name="csY7" fmla="*/ 56727 h 2241450"/>
                <a:gd name="csX8" fmla="*/ 29181 w 1425911"/>
                <a:gd name="csY8" fmla="*/ 68073 h 2241450"/>
                <a:gd name="csX9" fmla="*/ 34063 w 1425911"/>
                <a:gd name="csY9" fmla="*/ 79418 h 2241450"/>
                <a:gd name="csX10" fmla="*/ 37106 w 1425911"/>
                <a:gd name="csY10" fmla="*/ 86432 h 2241450"/>
                <a:gd name="csX11" fmla="*/ 38939 w 1425911"/>
                <a:gd name="csY11" fmla="*/ 90764 h 2241450"/>
                <a:gd name="csX12" fmla="*/ 43772 w 1425911"/>
                <a:gd name="csY12" fmla="*/ 102110 h 2241450"/>
                <a:gd name="csX13" fmla="*/ 48655 w 1425911"/>
                <a:gd name="csY13" fmla="*/ 113455 h 2241450"/>
                <a:gd name="csX14" fmla="*/ 51538 w 1425911"/>
                <a:gd name="csY14" fmla="*/ 120098 h 2241450"/>
                <a:gd name="csX15" fmla="*/ 53528 w 1425911"/>
                <a:gd name="csY15" fmla="*/ 124801 h 2241450"/>
                <a:gd name="csX16" fmla="*/ 58362 w 1425911"/>
                <a:gd name="csY16" fmla="*/ 136146 h 2241450"/>
                <a:gd name="csX17" fmla="*/ 63247 w 1425911"/>
                <a:gd name="csY17" fmla="*/ 147492 h 2241450"/>
                <a:gd name="csX18" fmla="*/ 65972 w 1425911"/>
                <a:gd name="csY18" fmla="*/ 153766 h 2241450"/>
                <a:gd name="csX19" fmla="*/ 68119 w 1425911"/>
                <a:gd name="csY19" fmla="*/ 158837 h 2241450"/>
                <a:gd name="csX20" fmla="*/ 72953 w 1425911"/>
                <a:gd name="csY20" fmla="*/ 170183 h 2241450"/>
                <a:gd name="csX21" fmla="*/ 77839 w 1425911"/>
                <a:gd name="csY21" fmla="*/ 181528 h 2241450"/>
                <a:gd name="csX22" fmla="*/ 80406 w 1425911"/>
                <a:gd name="csY22" fmla="*/ 187433 h 2241450"/>
                <a:gd name="csX23" fmla="*/ 82707 w 1425911"/>
                <a:gd name="csY23" fmla="*/ 192872 h 2241450"/>
                <a:gd name="csX24" fmla="*/ 87543 w 1425911"/>
                <a:gd name="csY24" fmla="*/ 204219 h 2241450"/>
                <a:gd name="csX25" fmla="*/ 92433 w 1425911"/>
                <a:gd name="csY25" fmla="*/ 215563 h 2241450"/>
                <a:gd name="csX26" fmla="*/ 94840 w 1425911"/>
                <a:gd name="csY26" fmla="*/ 221101 h 2241450"/>
                <a:gd name="csX27" fmla="*/ 97296 w 1425911"/>
                <a:gd name="csY27" fmla="*/ 226910 h 2241450"/>
                <a:gd name="csX28" fmla="*/ 102134 w 1425911"/>
                <a:gd name="csY28" fmla="*/ 238254 h 2241450"/>
                <a:gd name="csX29" fmla="*/ 107026 w 1425911"/>
                <a:gd name="csY29" fmla="*/ 249601 h 2241450"/>
                <a:gd name="csX30" fmla="*/ 109273 w 1425911"/>
                <a:gd name="csY30" fmla="*/ 254767 h 2241450"/>
                <a:gd name="csX31" fmla="*/ 111887 w 1425911"/>
                <a:gd name="csY31" fmla="*/ 260945 h 2241450"/>
                <a:gd name="csX32" fmla="*/ 116726 w 1425911"/>
                <a:gd name="csY32" fmla="*/ 272292 h 2241450"/>
                <a:gd name="csX33" fmla="*/ 121620 w 1425911"/>
                <a:gd name="csY33" fmla="*/ 283636 h 2241450"/>
                <a:gd name="csX34" fmla="*/ 123707 w 1425911"/>
                <a:gd name="csY34" fmla="*/ 288435 h 2241450"/>
                <a:gd name="csX35" fmla="*/ 126476 w 1425911"/>
                <a:gd name="csY35" fmla="*/ 294983 h 2241450"/>
                <a:gd name="csX36" fmla="*/ 131317 w 1425911"/>
                <a:gd name="csY36" fmla="*/ 306327 h 2241450"/>
                <a:gd name="csX37" fmla="*/ 136212 w 1425911"/>
                <a:gd name="csY37" fmla="*/ 317674 h 2241450"/>
                <a:gd name="csX38" fmla="*/ 138139 w 1425911"/>
                <a:gd name="csY38" fmla="*/ 322103 h 2241450"/>
                <a:gd name="csX39" fmla="*/ 141066 w 1425911"/>
                <a:gd name="csY39" fmla="*/ 329018 h 2241450"/>
                <a:gd name="csX40" fmla="*/ 145907 w 1425911"/>
                <a:gd name="csY40" fmla="*/ 340365 h 2241450"/>
                <a:gd name="csX41" fmla="*/ 150806 w 1425911"/>
                <a:gd name="csY41" fmla="*/ 351709 h 2241450"/>
                <a:gd name="csX42" fmla="*/ 152573 w 1425911"/>
                <a:gd name="csY42" fmla="*/ 355770 h 2241450"/>
                <a:gd name="csX43" fmla="*/ 155655 w 1425911"/>
                <a:gd name="csY43" fmla="*/ 363056 h 2241450"/>
                <a:gd name="csX44" fmla="*/ 160498 w 1425911"/>
                <a:gd name="csY44" fmla="*/ 374400 h 2241450"/>
                <a:gd name="csX45" fmla="*/ 165398 w 1425911"/>
                <a:gd name="csY45" fmla="*/ 385747 h 2241450"/>
                <a:gd name="csX46" fmla="*/ 167007 w 1425911"/>
                <a:gd name="csY46" fmla="*/ 389438 h 2241450"/>
                <a:gd name="csX47" fmla="*/ 170244 w 1425911"/>
                <a:gd name="csY47" fmla="*/ 397091 h 2241450"/>
                <a:gd name="csX48" fmla="*/ 175089 w 1425911"/>
                <a:gd name="csY48" fmla="*/ 408438 h 2241450"/>
                <a:gd name="csX49" fmla="*/ 179992 w 1425911"/>
                <a:gd name="csY49" fmla="*/ 419782 h 2241450"/>
                <a:gd name="csX50" fmla="*/ 181440 w 1425911"/>
                <a:gd name="csY50" fmla="*/ 423104 h 2241450"/>
                <a:gd name="csX51" fmla="*/ 184833 w 1425911"/>
                <a:gd name="csY51" fmla="*/ 431129 h 2241450"/>
                <a:gd name="csX52" fmla="*/ 189679 w 1425911"/>
                <a:gd name="csY52" fmla="*/ 442473 h 2241450"/>
                <a:gd name="csX53" fmla="*/ 194586 w 1425911"/>
                <a:gd name="csY53" fmla="*/ 453818 h 2241450"/>
                <a:gd name="csX54" fmla="*/ 195874 w 1425911"/>
                <a:gd name="csY54" fmla="*/ 456772 h 2241450"/>
                <a:gd name="csX55" fmla="*/ 199424 w 1425911"/>
                <a:gd name="csY55" fmla="*/ 465164 h 2241450"/>
                <a:gd name="csX56" fmla="*/ 204270 w 1425911"/>
                <a:gd name="csY56" fmla="*/ 476509 h 2241450"/>
                <a:gd name="csX57" fmla="*/ 209180 w 1425911"/>
                <a:gd name="csY57" fmla="*/ 487855 h 2241450"/>
                <a:gd name="csX58" fmla="*/ 210308 w 1425911"/>
                <a:gd name="csY58" fmla="*/ 490439 h 2241450"/>
                <a:gd name="csX59" fmla="*/ 214012 w 1425911"/>
                <a:gd name="csY59" fmla="*/ 499200 h 2241450"/>
                <a:gd name="csX60" fmla="*/ 218862 w 1425911"/>
                <a:gd name="csY60" fmla="*/ 510546 h 2241450"/>
                <a:gd name="csX61" fmla="*/ 223774 w 1425911"/>
                <a:gd name="csY61" fmla="*/ 521891 h 2241450"/>
                <a:gd name="csX62" fmla="*/ 224740 w 1425911"/>
                <a:gd name="csY62" fmla="*/ 524107 h 2241450"/>
                <a:gd name="csX63" fmla="*/ 228601 w 1425911"/>
                <a:gd name="csY63" fmla="*/ 533237 h 2241450"/>
                <a:gd name="csX64" fmla="*/ 233453 w 1425911"/>
                <a:gd name="csY64" fmla="*/ 544582 h 2241450"/>
                <a:gd name="csX65" fmla="*/ 238368 w 1425911"/>
                <a:gd name="csY65" fmla="*/ 555928 h 2241450"/>
                <a:gd name="csX66" fmla="*/ 239174 w 1425911"/>
                <a:gd name="csY66" fmla="*/ 557775 h 2241450"/>
                <a:gd name="csX67" fmla="*/ 243190 w 1425911"/>
                <a:gd name="csY67" fmla="*/ 567273 h 2241450"/>
                <a:gd name="csX68" fmla="*/ 248043 w 1425911"/>
                <a:gd name="csY68" fmla="*/ 578619 h 2241450"/>
                <a:gd name="csX69" fmla="*/ 252962 w 1425911"/>
                <a:gd name="csY69" fmla="*/ 589964 h 2241450"/>
                <a:gd name="csX70" fmla="*/ 253608 w 1425911"/>
                <a:gd name="csY70" fmla="*/ 591441 h 2241450"/>
                <a:gd name="csX71" fmla="*/ 257781 w 1425911"/>
                <a:gd name="csY71" fmla="*/ 601310 h 2241450"/>
                <a:gd name="csX72" fmla="*/ 262634 w 1425911"/>
                <a:gd name="csY72" fmla="*/ 612655 h 2241450"/>
                <a:gd name="csX73" fmla="*/ 267557 w 1425911"/>
                <a:gd name="csY73" fmla="*/ 624001 h 2241450"/>
                <a:gd name="csX74" fmla="*/ 268041 w 1425911"/>
                <a:gd name="csY74" fmla="*/ 625109 h 2241450"/>
                <a:gd name="csX75" fmla="*/ 272370 w 1425911"/>
                <a:gd name="csY75" fmla="*/ 635346 h 2241450"/>
                <a:gd name="csX76" fmla="*/ 277226 w 1425911"/>
                <a:gd name="csY76" fmla="*/ 646692 h 2241450"/>
                <a:gd name="csX77" fmla="*/ 282151 w 1425911"/>
                <a:gd name="csY77" fmla="*/ 658037 h 2241450"/>
                <a:gd name="csX78" fmla="*/ 282475 w 1425911"/>
                <a:gd name="csY78" fmla="*/ 658776 h 2241450"/>
                <a:gd name="csX79" fmla="*/ 286959 w 1425911"/>
                <a:gd name="csY79" fmla="*/ 669383 h 2241450"/>
                <a:gd name="csX80" fmla="*/ 291816 w 1425911"/>
                <a:gd name="csY80" fmla="*/ 680728 h 2241450"/>
                <a:gd name="csX81" fmla="*/ 296747 w 1425911"/>
                <a:gd name="csY81" fmla="*/ 692074 h 2241450"/>
                <a:gd name="csX82" fmla="*/ 296909 w 1425911"/>
                <a:gd name="csY82" fmla="*/ 692444 h 2241450"/>
                <a:gd name="csX83" fmla="*/ 301548 w 1425911"/>
                <a:gd name="csY83" fmla="*/ 703419 h 2241450"/>
                <a:gd name="csX84" fmla="*/ 306407 w 1425911"/>
                <a:gd name="csY84" fmla="*/ 714764 h 2241450"/>
                <a:gd name="csX85" fmla="*/ 311341 w 1425911"/>
                <a:gd name="csY85" fmla="*/ 726110 h 2241450"/>
                <a:gd name="csX86" fmla="*/ 311341 w 1425911"/>
                <a:gd name="csY86" fmla="*/ 726110 h 2241450"/>
                <a:gd name="csX87" fmla="*/ 316136 w 1425911"/>
                <a:gd name="csY87" fmla="*/ 737455 h 2241450"/>
                <a:gd name="csX88" fmla="*/ 320999 w 1425911"/>
                <a:gd name="csY88" fmla="*/ 748801 h 2241450"/>
                <a:gd name="csX89" fmla="*/ 325775 w 1425911"/>
                <a:gd name="csY89" fmla="*/ 759778 h 2241450"/>
                <a:gd name="csX90" fmla="*/ 325930 w 1425911"/>
                <a:gd name="csY90" fmla="*/ 760146 h 2241450"/>
                <a:gd name="csX91" fmla="*/ 330725 w 1425911"/>
                <a:gd name="csY91" fmla="*/ 771492 h 2241450"/>
                <a:gd name="csX92" fmla="*/ 335590 w 1425911"/>
                <a:gd name="csY92" fmla="*/ 782837 h 2241450"/>
                <a:gd name="csX93" fmla="*/ 340208 w 1425911"/>
                <a:gd name="csY93" fmla="*/ 793445 h 2241450"/>
                <a:gd name="csX94" fmla="*/ 340519 w 1425911"/>
                <a:gd name="csY94" fmla="*/ 794183 h 2241450"/>
                <a:gd name="csX95" fmla="*/ 345314 w 1425911"/>
                <a:gd name="csY95" fmla="*/ 805528 h 2241450"/>
                <a:gd name="csX96" fmla="*/ 350182 w 1425911"/>
                <a:gd name="csY96" fmla="*/ 816874 h 2241450"/>
                <a:gd name="csX97" fmla="*/ 354642 w 1425911"/>
                <a:gd name="csY97" fmla="*/ 827113 h 2241450"/>
                <a:gd name="csX98" fmla="*/ 355106 w 1425911"/>
                <a:gd name="csY98" fmla="*/ 828219 h 2241450"/>
                <a:gd name="csX99" fmla="*/ 359903 w 1425911"/>
                <a:gd name="csY99" fmla="*/ 839565 h 2241450"/>
                <a:gd name="csX100" fmla="*/ 364773 w 1425911"/>
                <a:gd name="csY100" fmla="*/ 850910 h 2241450"/>
                <a:gd name="csX101" fmla="*/ 369076 w 1425911"/>
                <a:gd name="csY101" fmla="*/ 860779 h 2241450"/>
                <a:gd name="csX102" fmla="*/ 369695 w 1425911"/>
                <a:gd name="csY102" fmla="*/ 862256 h 2241450"/>
                <a:gd name="csX103" fmla="*/ 374492 w 1425911"/>
                <a:gd name="csY103" fmla="*/ 873601 h 2241450"/>
                <a:gd name="csX104" fmla="*/ 379365 w 1425911"/>
                <a:gd name="csY104" fmla="*/ 884947 h 2241450"/>
                <a:gd name="csX105" fmla="*/ 383510 w 1425911"/>
                <a:gd name="csY105" fmla="*/ 894447 h 2241450"/>
                <a:gd name="csX106" fmla="*/ 384284 w 1425911"/>
                <a:gd name="csY106" fmla="*/ 896292 h 2241450"/>
                <a:gd name="csX107" fmla="*/ 389081 w 1425911"/>
                <a:gd name="csY107" fmla="*/ 907638 h 2241450"/>
                <a:gd name="csX108" fmla="*/ 393956 w 1425911"/>
                <a:gd name="csY108" fmla="*/ 918983 h 2241450"/>
                <a:gd name="csX109" fmla="*/ 397943 w 1425911"/>
                <a:gd name="csY109" fmla="*/ 928114 h 2241450"/>
                <a:gd name="csX110" fmla="*/ 398871 w 1425911"/>
                <a:gd name="csY110" fmla="*/ 930329 h 2241450"/>
                <a:gd name="csX111" fmla="*/ 403670 w 1425911"/>
                <a:gd name="csY111" fmla="*/ 941674 h 2241450"/>
                <a:gd name="csX112" fmla="*/ 408548 w 1425911"/>
                <a:gd name="csY112" fmla="*/ 953020 h 2241450"/>
                <a:gd name="csX113" fmla="*/ 412375 w 1425911"/>
                <a:gd name="csY113" fmla="*/ 961782 h 2241450"/>
                <a:gd name="csX114" fmla="*/ 413458 w 1425911"/>
                <a:gd name="csY114" fmla="*/ 964365 h 2241450"/>
                <a:gd name="csX115" fmla="*/ 418258 w 1425911"/>
                <a:gd name="csY115" fmla="*/ 975711 h 2241450"/>
                <a:gd name="csX116" fmla="*/ 423138 w 1425911"/>
                <a:gd name="csY116" fmla="*/ 987056 h 2241450"/>
                <a:gd name="csX117" fmla="*/ 426809 w 1425911"/>
                <a:gd name="csY117" fmla="*/ 995448 h 2241450"/>
                <a:gd name="csX118" fmla="*/ 428047 w 1425911"/>
                <a:gd name="csY118" fmla="*/ 998401 h 2241450"/>
                <a:gd name="csX119" fmla="*/ 432847 w 1425911"/>
                <a:gd name="csY119" fmla="*/ 1009747 h 2241450"/>
                <a:gd name="csX120" fmla="*/ 437731 w 1425911"/>
                <a:gd name="csY120" fmla="*/ 1021092 h 2241450"/>
                <a:gd name="csX121" fmla="*/ 441243 w 1425911"/>
                <a:gd name="csY121" fmla="*/ 1029116 h 2241450"/>
                <a:gd name="csX122" fmla="*/ 442634 w 1425911"/>
                <a:gd name="csY122" fmla="*/ 1032438 h 2241450"/>
                <a:gd name="csX123" fmla="*/ 447435 w 1425911"/>
                <a:gd name="csY123" fmla="*/ 1043783 h 2241450"/>
                <a:gd name="csX124" fmla="*/ 452323 w 1425911"/>
                <a:gd name="csY124" fmla="*/ 1055129 h 2241450"/>
                <a:gd name="csX125" fmla="*/ 455677 w 1425911"/>
                <a:gd name="csY125" fmla="*/ 1062783 h 2241450"/>
                <a:gd name="csX126" fmla="*/ 457221 w 1425911"/>
                <a:gd name="csY126" fmla="*/ 1066474 h 2241450"/>
                <a:gd name="csX127" fmla="*/ 462023 w 1425911"/>
                <a:gd name="csY127" fmla="*/ 1077820 h 2241450"/>
                <a:gd name="csX128" fmla="*/ 466915 w 1425911"/>
                <a:gd name="csY128" fmla="*/ 1089165 h 2241450"/>
                <a:gd name="csX129" fmla="*/ 470110 w 1425911"/>
                <a:gd name="csY129" fmla="*/ 1096451 h 2241450"/>
                <a:gd name="csX130" fmla="*/ 471808 w 1425911"/>
                <a:gd name="csY130" fmla="*/ 1100511 h 2241450"/>
                <a:gd name="csX131" fmla="*/ 476612 w 1425911"/>
                <a:gd name="csY131" fmla="*/ 1111856 h 2241450"/>
                <a:gd name="csX132" fmla="*/ 481507 w 1425911"/>
                <a:gd name="csY132" fmla="*/ 1123202 h 2241450"/>
                <a:gd name="csX133" fmla="*/ 484544 w 1425911"/>
                <a:gd name="csY133" fmla="*/ 1130119 h 2241450"/>
                <a:gd name="csX134" fmla="*/ 486396 w 1425911"/>
                <a:gd name="csY134" fmla="*/ 1134547 h 2241450"/>
                <a:gd name="csX135" fmla="*/ 491200 w 1425911"/>
                <a:gd name="csY135" fmla="*/ 1145893 h 2241450"/>
                <a:gd name="csX136" fmla="*/ 496100 w 1425911"/>
                <a:gd name="csY136" fmla="*/ 1157238 h 2241450"/>
                <a:gd name="csX137" fmla="*/ 498976 w 1425911"/>
                <a:gd name="csY137" fmla="*/ 1163785 h 2241450"/>
                <a:gd name="csX138" fmla="*/ 500983 w 1425911"/>
                <a:gd name="csY138" fmla="*/ 1168584 h 2241450"/>
                <a:gd name="csX139" fmla="*/ 505788 w 1425911"/>
                <a:gd name="csY139" fmla="*/ 1179929 h 2241450"/>
                <a:gd name="csX140" fmla="*/ 510692 w 1425911"/>
                <a:gd name="csY140" fmla="*/ 1191275 h 2241450"/>
                <a:gd name="csX141" fmla="*/ 513410 w 1425911"/>
                <a:gd name="csY141" fmla="*/ 1197453 h 2241450"/>
                <a:gd name="csX142" fmla="*/ 515570 w 1425911"/>
                <a:gd name="csY142" fmla="*/ 1202620 h 2241450"/>
                <a:gd name="csX143" fmla="*/ 520376 w 1425911"/>
                <a:gd name="csY143" fmla="*/ 1213966 h 2241450"/>
                <a:gd name="csX144" fmla="*/ 525284 w 1425911"/>
                <a:gd name="csY144" fmla="*/ 1225311 h 2241450"/>
                <a:gd name="csX145" fmla="*/ 527844 w 1425911"/>
                <a:gd name="csY145" fmla="*/ 1231120 h 2241450"/>
                <a:gd name="csX146" fmla="*/ 530156 w 1425911"/>
                <a:gd name="csY146" fmla="*/ 1236657 h 2241450"/>
                <a:gd name="csX147" fmla="*/ 534963 w 1425911"/>
                <a:gd name="csY147" fmla="*/ 1248002 h 2241450"/>
                <a:gd name="csX148" fmla="*/ 539871 w 1425911"/>
                <a:gd name="csY148" fmla="*/ 1259346 h 2241450"/>
                <a:gd name="csX149" fmla="*/ 542283 w 1425911"/>
                <a:gd name="csY149" fmla="*/ 1264788 h 2241450"/>
                <a:gd name="csX150" fmla="*/ 544744 w 1425911"/>
                <a:gd name="csY150" fmla="*/ 1270693 h 2241450"/>
                <a:gd name="csX151" fmla="*/ 549550 w 1425911"/>
                <a:gd name="csY151" fmla="*/ 1282037 h 2241450"/>
                <a:gd name="csX152" fmla="*/ 554474 w 1425911"/>
                <a:gd name="csY152" fmla="*/ 1293384 h 2241450"/>
                <a:gd name="csX153" fmla="*/ 556716 w 1425911"/>
                <a:gd name="csY153" fmla="*/ 1298454 h 2241450"/>
                <a:gd name="csX154" fmla="*/ 559330 w 1425911"/>
                <a:gd name="csY154" fmla="*/ 1304728 h 2241450"/>
                <a:gd name="csX155" fmla="*/ 564136 w 1425911"/>
                <a:gd name="csY155" fmla="*/ 1316075 h 2241450"/>
                <a:gd name="csX156" fmla="*/ 569059 w 1425911"/>
                <a:gd name="csY156" fmla="*/ 1327419 h 2241450"/>
                <a:gd name="csX157" fmla="*/ 571150 w 1425911"/>
                <a:gd name="csY157" fmla="*/ 1332122 h 2241450"/>
                <a:gd name="csX158" fmla="*/ 573916 w 1425911"/>
                <a:gd name="csY158" fmla="*/ 1338766 h 2241450"/>
                <a:gd name="csX159" fmla="*/ 578721 w 1425911"/>
                <a:gd name="csY159" fmla="*/ 1350110 h 2241450"/>
                <a:gd name="csX160" fmla="*/ 583662 w 1425911"/>
                <a:gd name="csY160" fmla="*/ 1361457 h 2241450"/>
                <a:gd name="csX161" fmla="*/ 585584 w 1425911"/>
                <a:gd name="csY161" fmla="*/ 1365790 h 2241450"/>
                <a:gd name="csX162" fmla="*/ 588501 w 1425911"/>
                <a:gd name="csY162" fmla="*/ 1372801 h 2241450"/>
                <a:gd name="csX163" fmla="*/ 593307 w 1425911"/>
                <a:gd name="csY163" fmla="*/ 1384148 h 2241450"/>
                <a:gd name="csX164" fmla="*/ 598247 w 1425911"/>
                <a:gd name="csY164" fmla="*/ 1395492 h 2241450"/>
                <a:gd name="csX165" fmla="*/ 600018 w 1425911"/>
                <a:gd name="csY165" fmla="*/ 1399457 h 2241450"/>
                <a:gd name="csX166" fmla="*/ 603086 w 1425911"/>
                <a:gd name="csY166" fmla="*/ 1406839 h 2241450"/>
                <a:gd name="csX167" fmla="*/ 607892 w 1425911"/>
                <a:gd name="csY167" fmla="*/ 1418183 h 2241450"/>
                <a:gd name="csX168" fmla="*/ 612849 w 1425911"/>
                <a:gd name="csY168" fmla="*/ 1429530 h 2241450"/>
                <a:gd name="csX169" fmla="*/ 614451 w 1425911"/>
                <a:gd name="csY169" fmla="*/ 1433125 h 2241450"/>
                <a:gd name="csX170" fmla="*/ 617672 w 1425911"/>
                <a:gd name="csY170" fmla="*/ 1440874 h 2241450"/>
                <a:gd name="csX171" fmla="*/ 622478 w 1425911"/>
                <a:gd name="csY171" fmla="*/ 1452221 h 2241450"/>
                <a:gd name="csX172" fmla="*/ 627435 w 1425911"/>
                <a:gd name="csY172" fmla="*/ 1463565 h 2241450"/>
                <a:gd name="csX173" fmla="*/ 628885 w 1425911"/>
                <a:gd name="csY173" fmla="*/ 1466791 h 2241450"/>
                <a:gd name="csX174" fmla="*/ 632258 w 1425911"/>
                <a:gd name="csY174" fmla="*/ 1474912 h 2241450"/>
                <a:gd name="csX175" fmla="*/ 637063 w 1425911"/>
                <a:gd name="csY175" fmla="*/ 1486256 h 2241450"/>
                <a:gd name="csX176" fmla="*/ 642037 w 1425911"/>
                <a:gd name="csY176" fmla="*/ 1497603 h 2241450"/>
                <a:gd name="csX177" fmla="*/ 643319 w 1425911"/>
                <a:gd name="csY177" fmla="*/ 1500459 h 2241450"/>
                <a:gd name="csX178" fmla="*/ 646843 w 1425911"/>
                <a:gd name="csY178" fmla="*/ 1508947 h 2241450"/>
                <a:gd name="csX179" fmla="*/ 651649 w 1425911"/>
                <a:gd name="csY179" fmla="*/ 1520292 h 2241450"/>
                <a:gd name="csX180" fmla="*/ 656623 w 1425911"/>
                <a:gd name="csY180" fmla="*/ 1531638 h 2241450"/>
                <a:gd name="csX181" fmla="*/ 657753 w 1425911"/>
                <a:gd name="csY181" fmla="*/ 1534127 h 2241450"/>
                <a:gd name="csX182" fmla="*/ 661429 w 1425911"/>
                <a:gd name="csY182" fmla="*/ 1542983 h 2241450"/>
                <a:gd name="csX183" fmla="*/ 666234 w 1425911"/>
                <a:gd name="csY183" fmla="*/ 1554329 h 2241450"/>
                <a:gd name="csX184" fmla="*/ 671225 w 1425911"/>
                <a:gd name="csY184" fmla="*/ 1565674 h 2241450"/>
                <a:gd name="csX185" fmla="*/ 672186 w 1425911"/>
                <a:gd name="csY185" fmla="*/ 1567794 h 2241450"/>
                <a:gd name="csX186" fmla="*/ 675997 w 1425911"/>
                <a:gd name="csY186" fmla="*/ 1577020 h 2241450"/>
                <a:gd name="csX187" fmla="*/ 680820 w 1425911"/>
                <a:gd name="csY187" fmla="*/ 1588365 h 2241450"/>
                <a:gd name="csX188" fmla="*/ 685828 w 1425911"/>
                <a:gd name="csY188" fmla="*/ 1599711 h 2241450"/>
                <a:gd name="csX189" fmla="*/ 686620 w 1425911"/>
                <a:gd name="csY189" fmla="*/ 1601458 h 2241450"/>
                <a:gd name="csX190" fmla="*/ 690583 w 1425911"/>
                <a:gd name="csY190" fmla="*/ 1611053 h 2241450"/>
                <a:gd name="csX191" fmla="*/ 695405 w 1425911"/>
                <a:gd name="csY191" fmla="*/ 1622401 h 2241450"/>
                <a:gd name="csX192" fmla="*/ 700413 w 1425911"/>
                <a:gd name="csY192" fmla="*/ 1633749 h 2241450"/>
                <a:gd name="csX193" fmla="*/ 701054 w 1425911"/>
                <a:gd name="csY193" fmla="*/ 1635131 h 2241450"/>
                <a:gd name="csX194" fmla="*/ 705168 w 1425911"/>
                <a:gd name="csY194" fmla="*/ 1645097 h 2241450"/>
                <a:gd name="csX195" fmla="*/ 709991 w 1425911"/>
                <a:gd name="csY195" fmla="*/ 1656445 h 2241450"/>
                <a:gd name="csX196" fmla="*/ 715015 w 1425911"/>
                <a:gd name="csY196" fmla="*/ 1667776 h 2241450"/>
                <a:gd name="csX197" fmla="*/ 715471 w 1425911"/>
                <a:gd name="csY197" fmla="*/ 1668788 h 2241450"/>
                <a:gd name="csX198" fmla="*/ 719737 w 1425911"/>
                <a:gd name="csY198" fmla="*/ 1679124 h 2241450"/>
                <a:gd name="csX199" fmla="*/ 724576 w 1425911"/>
                <a:gd name="csY199" fmla="*/ 1690472 h 2241450"/>
                <a:gd name="csX200" fmla="*/ 729618 w 1425911"/>
                <a:gd name="csY200" fmla="*/ 1701820 h 2241450"/>
                <a:gd name="csX201" fmla="*/ 729905 w 1425911"/>
                <a:gd name="csY201" fmla="*/ 1702461 h 2241450"/>
                <a:gd name="csX202" fmla="*/ 734322 w 1425911"/>
                <a:gd name="csY202" fmla="*/ 1713168 h 2241450"/>
                <a:gd name="csX203" fmla="*/ 739162 w 1425911"/>
                <a:gd name="csY203" fmla="*/ 1724516 h 2241450"/>
                <a:gd name="csX204" fmla="*/ 744220 w 1425911"/>
                <a:gd name="csY204" fmla="*/ 1735864 h 2241450"/>
                <a:gd name="csX205" fmla="*/ 744338 w 1425911"/>
                <a:gd name="csY205" fmla="*/ 1736134 h 2241450"/>
                <a:gd name="csX206" fmla="*/ 748891 w 1425911"/>
                <a:gd name="csY206" fmla="*/ 1747195 h 2241450"/>
                <a:gd name="csX207" fmla="*/ 753730 w 1425911"/>
                <a:gd name="csY207" fmla="*/ 1758543 h 2241450"/>
                <a:gd name="csX208" fmla="*/ 758772 w 1425911"/>
                <a:gd name="csY208" fmla="*/ 1769790 h 2241450"/>
                <a:gd name="csX209" fmla="*/ 758823 w 1425911"/>
                <a:gd name="csY209" fmla="*/ 1769891 h 2241450"/>
                <a:gd name="csX210" fmla="*/ 763476 w 1425911"/>
                <a:gd name="csY210" fmla="*/ 1781239 h 2241450"/>
                <a:gd name="csX211" fmla="*/ 768316 w 1425911"/>
                <a:gd name="csY211" fmla="*/ 1792587 h 2241450"/>
                <a:gd name="csX212" fmla="*/ 773206 w 1425911"/>
                <a:gd name="csY212" fmla="*/ 1803463 h 2241450"/>
                <a:gd name="csX213" fmla="*/ 773408 w 1425911"/>
                <a:gd name="csY213" fmla="*/ 1803935 h 2241450"/>
                <a:gd name="csX214" fmla="*/ 778045 w 1425911"/>
                <a:gd name="csY214" fmla="*/ 1815267 h 2241450"/>
                <a:gd name="csX215" fmla="*/ 782884 w 1425911"/>
                <a:gd name="csY215" fmla="*/ 1826615 h 2241450"/>
                <a:gd name="csX216" fmla="*/ 787640 w 1425911"/>
                <a:gd name="csY216" fmla="*/ 1837137 h 2241450"/>
                <a:gd name="csX217" fmla="*/ 787977 w 1425911"/>
                <a:gd name="csY217" fmla="*/ 1837963 h 2241450"/>
                <a:gd name="csX218" fmla="*/ 792614 w 1425911"/>
                <a:gd name="csY218" fmla="*/ 1849311 h 2241450"/>
                <a:gd name="csX219" fmla="*/ 797453 w 1425911"/>
                <a:gd name="csY219" fmla="*/ 1860659 h 2241450"/>
                <a:gd name="csX220" fmla="*/ 802073 w 1425911"/>
                <a:gd name="csY220" fmla="*/ 1870793 h 2241450"/>
                <a:gd name="csX221" fmla="*/ 802562 w 1425911"/>
                <a:gd name="csY221" fmla="*/ 1872007 h 2241450"/>
                <a:gd name="csX222" fmla="*/ 807182 w 1425911"/>
                <a:gd name="csY222" fmla="*/ 1883355 h 2241450"/>
                <a:gd name="csX223" fmla="*/ 812039 w 1425911"/>
                <a:gd name="csY223" fmla="*/ 1894686 h 2241450"/>
                <a:gd name="csX224" fmla="*/ 816507 w 1425911"/>
                <a:gd name="csY224" fmla="*/ 1904466 h 2241450"/>
                <a:gd name="csX225" fmla="*/ 817131 w 1425911"/>
                <a:gd name="csY225" fmla="*/ 1906034 h 2241450"/>
                <a:gd name="csX226" fmla="*/ 821734 w 1425911"/>
                <a:gd name="csY226" fmla="*/ 1917382 h 2241450"/>
                <a:gd name="csX227" fmla="*/ 826590 w 1425911"/>
                <a:gd name="csY227" fmla="*/ 1928730 h 2241450"/>
                <a:gd name="csX228" fmla="*/ 830941 w 1425911"/>
                <a:gd name="csY228" fmla="*/ 1938122 h 2241450"/>
                <a:gd name="csX229" fmla="*/ 831717 w 1425911"/>
                <a:gd name="csY229" fmla="*/ 1940078 h 2241450"/>
                <a:gd name="csX230" fmla="*/ 836286 w 1425911"/>
                <a:gd name="csY230" fmla="*/ 1951426 h 2241450"/>
                <a:gd name="csX231" fmla="*/ 841159 w 1425911"/>
                <a:gd name="csY231" fmla="*/ 1962774 h 2241450"/>
                <a:gd name="csX232" fmla="*/ 845375 w 1425911"/>
                <a:gd name="csY232" fmla="*/ 1971795 h 2241450"/>
                <a:gd name="csX233" fmla="*/ 846285 w 1425911"/>
                <a:gd name="csY233" fmla="*/ 1974105 h 2241450"/>
                <a:gd name="csX234" fmla="*/ 850838 w 1425911"/>
                <a:gd name="csY234" fmla="*/ 1985453 h 2241450"/>
                <a:gd name="csX235" fmla="*/ 855694 w 1425911"/>
                <a:gd name="csY235" fmla="*/ 1996801 h 2241450"/>
                <a:gd name="csX236" fmla="*/ 859808 w 1425911"/>
                <a:gd name="csY236" fmla="*/ 2005468 h 2241450"/>
                <a:gd name="csX237" fmla="*/ 860854 w 1425911"/>
                <a:gd name="csY237" fmla="*/ 2008150 h 2241450"/>
                <a:gd name="csX238" fmla="*/ 865373 w 1425911"/>
                <a:gd name="csY238" fmla="*/ 2019498 h 2241450"/>
                <a:gd name="csX239" fmla="*/ 870229 w 1425911"/>
                <a:gd name="csY239" fmla="*/ 2030846 h 2241450"/>
                <a:gd name="csX240" fmla="*/ 874242 w 1425911"/>
                <a:gd name="csY240" fmla="*/ 2039125 h 2241450"/>
                <a:gd name="csX241" fmla="*/ 875422 w 1425911"/>
                <a:gd name="csY241" fmla="*/ 2042177 h 2241450"/>
                <a:gd name="csX242" fmla="*/ 879891 w 1425911"/>
                <a:gd name="csY242" fmla="*/ 2053525 h 2241450"/>
                <a:gd name="csX243" fmla="*/ 884747 w 1425911"/>
                <a:gd name="csY243" fmla="*/ 2064873 h 2241450"/>
                <a:gd name="csX244" fmla="*/ 888676 w 1425911"/>
                <a:gd name="csY244" fmla="*/ 2072798 h 2241450"/>
                <a:gd name="csX245" fmla="*/ 889991 w 1425911"/>
                <a:gd name="csY245" fmla="*/ 2076221 h 2241450"/>
                <a:gd name="csX246" fmla="*/ 894375 w 1425911"/>
                <a:gd name="csY246" fmla="*/ 2087569 h 2241450"/>
                <a:gd name="csX247" fmla="*/ 899214 w 1425911"/>
                <a:gd name="csY247" fmla="*/ 2098917 h 2241450"/>
                <a:gd name="csX248" fmla="*/ 903110 w 1425911"/>
                <a:gd name="csY248" fmla="*/ 2106454 h 2241450"/>
                <a:gd name="csX249" fmla="*/ 904543 w 1425911"/>
                <a:gd name="csY249" fmla="*/ 2110265 h 2241450"/>
                <a:gd name="csX250" fmla="*/ 908809 w 1425911"/>
                <a:gd name="csY250" fmla="*/ 2121596 h 2241450"/>
                <a:gd name="csX251" fmla="*/ 913615 w 1425911"/>
                <a:gd name="csY251" fmla="*/ 2132944 h 2241450"/>
                <a:gd name="csX252" fmla="*/ 917543 w 1425911"/>
                <a:gd name="csY252" fmla="*/ 2140127 h 2241450"/>
                <a:gd name="csX253" fmla="*/ 919095 w 1425911"/>
                <a:gd name="csY253" fmla="*/ 2144292 h 2241450"/>
                <a:gd name="csX254" fmla="*/ 923142 w 1425911"/>
                <a:gd name="csY254" fmla="*/ 2155640 h 2241450"/>
                <a:gd name="csX255" fmla="*/ 927812 w 1425911"/>
                <a:gd name="csY255" fmla="*/ 2166988 h 2241450"/>
                <a:gd name="csX256" fmla="*/ 931977 w 1425911"/>
                <a:gd name="csY256" fmla="*/ 2173784 h 2241450"/>
                <a:gd name="csX257" fmla="*/ 933663 w 1425911"/>
                <a:gd name="csY257" fmla="*/ 2178336 h 2241450"/>
                <a:gd name="csX258" fmla="*/ 937272 w 1425911"/>
                <a:gd name="csY258" fmla="*/ 2189668 h 2241450"/>
                <a:gd name="csX259" fmla="*/ 941470 w 1425911"/>
                <a:gd name="csY259" fmla="*/ 2201016 h 2241450"/>
                <a:gd name="csX260" fmla="*/ 946411 w 1425911"/>
                <a:gd name="csY260" fmla="*/ 2207440 h 2241450"/>
                <a:gd name="csX261" fmla="*/ 948502 w 1425911"/>
                <a:gd name="csY261" fmla="*/ 2212364 h 2241450"/>
                <a:gd name="csX262" fmla="*/ 950947 w 1425911"/>
                <a:gd name="csY262" fmla="*/ 2223712 h 2241450"/>
                <a:gd name="csX263" fmla="*/ 953038 w 1425911"/>
                <a:gd name="csY263" fmla="*/ 2235060 h 2241450"/>
                <a:gd name="csX264" fmla="*/ 960845 w 1425911"/>
                <a:gd name="csY264" fmla="*/ 2241450 h 2241450"/>
                <a:gd name="csX265" fmla="*/ 970473 w 1425911"/>
                <a:gd name="csY265" fmla="*/ 2235060 h 2241450"/>
                <a:gd name="csX266" fmla="*/ 974907 w 1425911"/>
                <a:gd name="csY266" fmla="*/ 2223712 h 2241450"/>
                <a:gd name="csX267" fmla="*/ 975278 w 1425911"/>
                <a:gd name="csY267" fmla="*/ 2222143 h 2241450"/>
                <a:gd name="csX268" fmla="*/ 979056 w 1425911"/>
                <a:gd name="csY268" fmla="*/ 2212364 h 2241450"/>
                <a:gd name="csX269" fmla="*/ 981467 w 1425911"/>
                <a:gd name="csY269" fmla="*/ 2201016 h 2241450"/>
                <a:gd name="csX270" fmla="*/ 983389 w 1425911"/>
                <a:gd name="csY270" fmla="*/ 2189668 h 2241450"/>
                <a:gd name="csX271" fmla="*/ 985227 w 1425911"/>
                <a:gd name="csY271" fmla="*/ 2178336 h 2241450"/>
                <a:gd name="csX272" fmla="*/ 987065 w 1425911"/>
                <a:gd name="csY272" fmla="*/ 2166988 h 2241450"/>
                <a:gd name="csX273" fmla="*/ 988953 w 1425911"/>
                <a:gd name="csY273" fmla="*/ 2155640 h 2241450"/>
                <a:gd name="csX274" fmla="*/ 989712 w 1425911"/>
                <a:gd name="csY274" fmla="*/ 2151020 h 2241450"/>
                <a:gd name="csX275" fmla="*/ 991533 w 1425911"/>
                <a:gd name="csY275" fmla="*/ 2144292 h 2241450"/>
                <a:gd name="csX276" fmla="*/ 994130 w 1425911"/>
                <a:gd name="csY276" fmla="*/ 2132944 h 2241450"/>
                <a:gd name="csX277" fmla="*/ 996474 w 1425911"/>
                <a:gd name="csY277" fmla="*/ 2121596 h 2241450"/>
                <a:gd name="csX278" fmla="*/ 998649 w 1425911"/>
                <a:gd name="csY278" fmla="*/ 2110265 h 2241450"/>
                <a:gd name="csX279" fmla="*/ 1000740 w 1425911"/>
                <a:gd name="csY279" fmla="*/ 2098917 h 2241450"/>
                <a:gd name="csX280" fmla="*/ 1002797 w 1425911"/>
                <a:gd name="csY280" fmla="*/ 2087569 h 2241450"/>
                <a:gd name="csX281" fmla="*/ 1004146 w 1425911"/>
                <a:gd name="csY281" fmla="*/ 2079914 h 2241450"/>
                <a:gd name="csX282" fmla="*/ 1005056 w 1425911"/>
                <a:gd name="csY282" fmla="*/ 2076221 h 2241450"/>
                <a:gd name="csX283" fmla="*/ 1007619 w 1425911"/>
                <a:gd name="csY283" fmla="*/ 2064873 h 2241450"/>
                <a:gd name="csX284" fmla="*/ 1009997 w 1425911"/>
                <a:gd name="csY284" fmla="*/ 2053525 h 2241450"/>
                <a:gd name="csX285" fmla="*/ 1012273 w 1425911"/>
                <a:gd name="csY285" fmla="*/ 2042177 h 2241450"/>
                <a:gd name="csX286" fmla="*/ 1014465 w 1425911"/>
                <a:gd name="csY286" fmla="*/ 2030846 h 2241450"/>
                <a:gd name="csX287" fmla="*/ 1016607 w 1425911"/>
                <a:gd name="csY287" fmla="*/ 2019498 h 2241450"/>
                <a:gd name="csX288" fmla="*/ 1018580 w 1425911"/>
                <a:gd name="csY288" fmla="*/ 2008807 h 2241450"/>
                <a:gd name="csX289" fmla="*/ 1018731 w 1425911"/>
                <a:gd name="csY289" fmla="*/ 2008150 h 2241450"/>
                <a:gd name="csX290" fmla="*/ 1021261 w 1425911"/>
                <a:gd name="csY290" fmla="*/ 1996801 h 2241450"/>
                <a:gd name="csX291" fmla="*/ 1023672 w 1425911"/>
                <a:gd name="csY291" fmla="*/ 1985453 h 2241450"/>
                <a:gd name="csX292" fmla="*/ 1025982 w 1425911"/>
                <a:gd name="csY292" fmla="*/ 1974105 h 2241450"/>
                <a:gd name="csX293" fmla="*/ 1028225 w 1425911"/>
                <a:gd name="csY293" fmla="*/ 1962774 h 2241450"/>
                <a:gd name="csX294" fmla="*/ 1030417 w 1425911"/>
                <a:gd name="csY294" fmla="*/ 1951426 h 2241450"/>
                <a:gd name="csX295" fmla="*/ 1032558 w 1425911"/>
                <a:gd name="csY295" fmla="*/ 1940078 h 2241450"/>
                <a:gd name="csX296" fmla="*/ 1033013 w 1425911"/>
                <a:gd name="csY296" fmla="*/ 1937599 h 2241450"/>
                <a:gd name="csX297" fmla="*/ 1034969 w 1425911"/>
                <a:gd name="csY297" fmla="*/ 1928730 h 2241450"/>
                <a:gd name="csX298" fmla="*/ 1037381 w 1425911"/>
                <a:gd name="csY298" fmla="*/ 1917382 h 2241450"/>
                <a:gd name="csX299" fmla="*/ 1039708 w 1425911"/>
                <a:gd name="csY299" fmla="*/ 1906034 h 2241450"/>
                <a:gd name="csX300" fmla="*/ 1041984 w 1425911"/>
                <a:gd name="csY300" fmla="*/ 1894686 h 2241450"/>
                <a:gd name="csX301" fmla="*/ 1044210 w 1425911"/>
                <a:gd name="csY301" fmla="*/ 1883355 h 2241450"/>
                <a:gd name="csX302" fmla="*/ 1046385 w 1425911"/>
                <a:gd name="csY302" fmla="*/ 1872007 h 2241450"/>
                <a:gd name="csX303" fmla="*/ 1047447 w 1425911"/>
                <a:gd name="csY303" fmla="*/ 1866392 h 2241450"/>
                <a:gd name="csX304" fmla="*/ 1048712 w 1425911"/>
                <a:gd name="csY304" fmla="*/ 1860659 h 2241450"/>
                <a:gd name="csX305" fmla="*/ 1051123 w 1425911"/>
                <a:gd name="csY305" fmla="*/ 1849311 h 2241450"/>
                <a:gd name="csX306" fmla="*/ 1053467 w 1425911"/>
                <a:gd name="csY306" fmla="*/ 1837963 h 2241450"/>
                <a:gd name="csX307" fmla="*/ 1055760 w 1425911"/>
                <a:gd name="csY307" fmla="*/ 1826615 h 2241450"/>
                <a:gd name="csX308" fmla="*/ 1058003 w 1425911"/>
                <a:gd name="csY308" fmla="*/ 1815267 h 2241450"/>
                <a:gd name="csX309" fmla="*/ 1060212 w 1425911"/>
                <a:gd name="csY309" fmla="*/ 1803935 h 2241450"/>
                <a:gd name="csX310" fmla="*/ 1061881 w 1425911"/>
                <a:gd name="csY310" fmla="*/ 1795235 h 2241450"/>
                <a:gd name="csX311" fmla="*/ 1062454 w 1425911"/>
                <a:gd name="csY311" fmla="*/ 1792587 h 2241450"/>
                <a:gd name="csX312" fmla="*/ 1064866 w 1425911"/>
                <a:gd name="csY312" fmla="*/ 1781239 h 2241450"/>
                <a:gd name="csX313" fmla="*/ 1067226 w 1425911"/>
                <a:gd name="csY313" fmla="*/ 1769891 h 2241450"/>
                <a:gd name="csX314" fmla="*/ 1069536 w 1425911"/>
                <a:gd name="csY314" fmla="*/ 1758543 h 2241450"/>
                <a:gd name="csX315" fmla="*/ 1071796 w 1425911"/>
                <a:gd name="csY315" fmla="*/ 1747195 h 2241450"/>
                <a:gd name="csX316" fmla="*/ 1074021 w 1425911"/>
                <a:gd name="csY316" fmla="*/ 1735864 h 2241450"/>
                <a:gd name="csX317" fmla="*/ 1076230 w 1425911"/>
                <a:gd name="csY317" fmla="*/ 1724516 h 2241450"/>
                <a:gd name="csX318" fmla="*/ 1076315 w 1425911"/>
                <a:gd name="csY318" fmla="*/ 1724061 h 2241450"/>
                <a:gd name="csX319" fmla="*/ 1078625 w 1425911"/>
                <a:gd name="csY319" fmla="*/ 1713168 h 2241450"/>
                <a:gd name="csX320" fmla="*/ 1080985 w 1425911"/>
                <a:gd name="csY320" fmla="*/ 1701820 h 2241450"/>
                <a:gd name="csX321" fmla="*/ 1083312 w 1425911"/>
                <a:gd name="csY321" fmla="*/ 1690472 h 2241450"/>
                <a:gd name="csX322" fmla="*/ 1085589 w 1425911"/>
                <a:gd name="csY322" fmla="*/ 1679124 h 2241450"/>
                <a:gd name="csX323" fmla="*/ 1087831 w 1425911"/>
                <a:gd name="csY323" fmla="*/ 1667776 h 2241450"/>
                <a:gd name="csX324" fmla="*/ 1090057 w 1425911"/>
                <a:gd name="csY324" fmla="*/ 1656445 h 2241450"/>
                <a:gd name="csX325" fmla="*/ 1090748 w 1425911"/>
                <a:gd name="csY325" fmla="*/ 1652853 h 2241450"/>
                <a:gd name="csX326" fmla="*/ 1092401 w 1425911"/>
                <a:gd name="csY326" fmla="*/ 1645097 h 2241450"/>
                <a:gd name="csX327" fmla="*/ 1094762 w 1425911"/>
                <a:gd name="csY327" fmla="*/ 1633749 h 2241450"/>
                <a:gd name="csX328" fmla="*/ 1097089 w 1425911"/>
                <a:gd name="csY328" fmla="*/ 1622401 h 2241450"/>
                <a:gd name="csX329" fmla="*/ 1099382 w 1425911"/>
                <a:gd name="csY329" fmla="*/ 1611053 h 2241450"/>
                <a:gd name="csX330" fmla="*/ 1101641 w 1425911"/>
                <a:gd name="csY330" fmla="*/ 1599711 h 2241450"/>
                <a:gd name="csX331" fmla="*/ 1103884 w 1425911"/>
                <a:gd name="csY331" fmla="*/ 1588365 h 2241450"/>
                <a:gd name="csX332" fmla="*/ 1105182 w 1425911"/>
                <a:gd name="csY332" fmla="*/ 1581671 h 2241450"/>
                <a:gd name="csX333" fmla="*/ 1106177 w 1425911"/>
                <a:gd name="csY333" fmla="*/ 1577020 h 2241450"/>
                <a:gd name="csX334" fmla="*/ 1108538 w 1425911"/>
                <a:gd name="csY334" fmla="*/ 1565674 h 2241450"/>
                <a:gd name="csX335" fmla="*/ 1110865 w 1425911"/>
                <a:gd name="csY335" fmla="*/ 1554329 h 2241450"/>
                <a:gd name="csX336" fmla="*/ 1113175 w 1425911"/>
                <a:gd name="csY336" fmla="*/ 1542983 h 2241450"/>
                <a:gd name="csX337" fmla="*/ 1115451 w 1425911"/>
                <a:gd name="csY337" fmla="*/ 1531638 h 2241450"/>
                <a:gd name="csX338" fmla="*/ 1117694 w 1425911"/>
                <a:gd name="csY338" fmla="*/ 1520292 h 2241450"/>
                <a:gd name="csX339" fmla="*/ 1119616 w 1425911"/>
                <a:gd name="csY339" fmla="*/ 1510500 h 2241450"/>
                <a:gd name="csX340" fmla="*/ 1119953 w 1425911"/>
                <a:gd name="csY340" fmla="*/ 1508947 h 2241450"/>
                <a:gd name="csX341" fmla="*/ 1122314 w 1425911"/>
                <a:gd name="csY341" fmla="*/ 1497603 h 2241450"/>
                <a:gd name="csX342" fmla="*/ 1124658 w 1425911"/>
                <a:gd name="csY342" fmla="*/ 1486256 h 2241450"/>
                <a:gd name="csX343" fmla="*/ 1126968 w 1425911"/>
                <a:gd name="csY343" fmla="*/ 1474912 h 2241450"/>
                <a:gd name="csX344" fmla="*/ 1129244 w 1425911"/>
                <a:gd name="csY344" fmla="*/ 1463565 h 2241450"/>
                <a:gd name="csX345" fmla="*/ 1131503 w 1425911"/>
                <a:gd name="csY345" fmla="*/ 1452221 h 2241450"/>
                <a:gd name="csX346" fmla="*/ 1133746 w 1425911"/>
                <a:gd name="csY346" fmla="*/ 1440874 h 2241450"/>
                <a:gd name="csX347" fmla="*/ 1134050 w 1425911"/>
                <a:gd name="csY347" fmla="*/ 1439315 h 2241450"/>
                <a:gd name="csX348" fmla="*/ 1136090 w 1425911"/>
                <a:gd name="csY348" fmla="*/ 1429530 h 2241450"/>
                <a:gd name="csX349" fmla="*/ 1138434 w 1425911"/>
                <a:gd name="csY349" fmla="*/ 1418183 h 2241450"/>
                <a:gd name="csX350" fmla="*/ 1140761 w 1425911"/>
                <a:gd name="csY350" fmla="*/ 1406839 h 2241450"/>
                <a:gd name="csX351" fmla="*/ 1143054 w 1425911"/>
                <a:gd name="csY351" fmla="*/ 1395492 h 2241450"/>
                <a:gd name="csX352" fmla="*/ 1145313 w 1425911"/>
                <a:gd name="csY352" fmla="*/ 1384148 h 2241450"/>
                <a:gd name="csX353" fmla="*/ 1147573 w 1425911"/>
                <a:gd name="csY353" fmla="*/ 1372801 h 2241450"/>
                <a:gd name="csX354" fmla="*/ 1148484 w 1425911"/>
                <a:gd name="csY354" fmla="*/ 1368117 h 2241450"/>
                <a:gd name="csX355" fmla="*/ 1149883 w 1425911"/>
                <a:gd name="csY355" fmla="*/ 1361457 h 2241450"/>
                <a:gd name="csX356" fmla="*/ 1152227 w 1425911"/>
                <a:gd name="csY356" fmla="*/ 1350110 h 2241450"/>
                <a:gd name="csX357" fmla="*/ 1154554 w 1425911"/>
                <a:gd name="csY357" fmla="*/ 1338766 h 2241450"/>
                <a:gd name="csX358" fmla="*/ 1156847 w 1425911"/>
                <a:gd name="csY358" fmla="*/ 1327419 h 2241450"/>
                <a:gd name="csX359" fmla="*/ 1159123 w 1425911"/>
                <a:gd name="csY359" fmla="*/ 1316075 h 2241450"/>
                <a:gd name="csX360" fmla="*/ 1161383 w 1425911"/>
                <a:gd name="csY360" fmla="*/ 1304728 h 2241450"/>
                <a:gd name="csX361" fmla="*/ 1162917 w 1425911"/>
                <a:gd name="csY361" fmla="*/ 1296935 h 2241450"/>
                <a:gd name="csX362" fmla="*/ 1163659 w 1425911"/>
                <a:gd name="csY362" fmla="*/ 1293384 h 2241450"/>
                <a:gd name="csX363" fmla="*/ 1166020 w 1425911"/>
                <a:gd name="csY363" fmla="*/ 1282037 h 2241450"/>
                <a:gd name="csX364" fmla="*/ 1168330 w 1425911"/>
                <a:gd name="csY364" fmla="*/ 1270693 h 2241450"/>
                <a:gd name="csX365" fmla="*/ 1170640 w 1425911"/>
                <a:gd name="csY365" fmla="*/ 1259346 h 2241450"/>
                <a:gd name="csX366" fmla="*/ 1172933 w 1425911"/>
                <a:gd name="csY366" fmla="*/ 1248002 h 2241450"/>
                <a:gd name="csX367" fmla="*/ 1175193 w 1425911"/>
                <a:gd name="csY367" fmla="*/ 1236657 h 2241450"/>
                <a:gd name="csX368" fmla="*/ 1177351 w 1425911"/>
                <a:gd name="csY368" fmla="*/ 1225763 h 2241450"/>
                <a:gd name="csX369" fmla="*/ 1177452 w 1425911"/>
                <a:gd name="csY369" fmla="*/ 1225311 h 2241450"/>
                <a:gd name="csX370" fmla="*/ 1179796 w 1425911"/>
                <a:gd name="csY370" fmla="*/ 1213966 h 2241450"/>
                <a:gd name="csX371" fmla="*/ 1182123 w 1425911"/>
                <a:gd name="csY371" fmla="*/ 1202620 h 2241450"/>
                <a:gd name="csX372" fmla="*/ 1184433 w 1425911"/>
                <a:gd name="csY372" fmla="*/ 1191275 h 2241450"/>
                <a:gd name="csX373" fmla="*/ 1186726 w 1425911"/>
                <a:gd name="csY373" fmla="*/ 1179929 h 2241450"/>
                <a:gd name="csX374" fmla="*/ 1189003 w 1425911"/>
                <a:gd name="csY374" fmla="*/ 1168584 h 2241450"/>
                <a:gd name="csX375" fmla="*/ 1191262 w 1425911"/>
                <a:gd name="csY375" fmla="*/ 1157238 h 2241450"/>
                <a:gd name="csX376" fmla="*/ 1191785 w 1425911"/>
                <a:gd name="csY376" fmla="*/ 1154565 h 2241450"/>
                <a:gd name="csX377" fmla="*/ 1193589 w 1425911"/>
                <a:gd name="csY377" fmla="*/ 1145893 h 2241450"/>
                <a:gd name="csX378" fmla="*/ 1195916 w 1425911"/>
                <a:gd name="csY378" fmla="*/ 1134547 h 2241450"/>
                <a:gd name="csX379" fmla="*/ 1198226 w 1425911"/>
                <a:gd name="csY379" fmla="*/ 1123202 h 2241450"/>
                <a:gd name="csX380" fmla="*/ 1200536 w 1425911"/>
                <a:gd name="csY380" fmla="*/ 1111856 h 2241450"/>
                <a:gd name="csX381" fmla="*/ 1202812 w 1425911"/>
                <a:gd name="csY381" fmla="*/ 1100511 h 2241450"/>
                <a:gd name="csX382" fmla="*/ 1205072 w 1425911"/>
                <a:gd name="csY382" fmla="*/ 1089165 h 2241450"/>
                <a:gd name="csX383" fmla="*/ 1206219 w 1425911"/>
                <a:gd name="csY383" fmla="*/ 1083374 h 2241450"/>
                <a:gd name="csX384" fmla="*/ 1207365 w 1425911"/>
                <a:gd name="csY384" fmla="*/ 1077820 h 2241450"/>
                <a:gd name="csX385" fmla="*/ 1209709 w 1425911"/>
                <a:gd name="csY385" fmla="*/ 1066474 h 2241450"/>
                <a:gd name="csX386" fmla="*/ 1212036 w 1425911"/>
                <a:gd name="csY386" fmla="*/ 1055129 h 2241450"/>
                <a:gd name="csX387" fmla="*/ 1214329 w 1425911"/>
                <a:gd name="csY387" fmla="*/ 1043783 h 2241450"/>
                <a:gd name="csX388" fmla="*/ 1216622 w 1425911"/>
                <a:gd name="csY388" fmla="*/ 1032438 h 2241450"/>
                <a:gd name="csX389" fmla="*/ 1218882 w 1425911"/>
                <a:gd name="csY389" fmla="*/ 1021092 h 2241450"/>
                <a:gd name="csX390" fmla="*/ 1220652 w 1425911"/>
                <a:gd name="csY390" fmla="*/ 1012193 h 2241450"/>
                <a:gd name="csX391" fmla="*/ 1221158 w 1425911"/>
                <a:gd name="csY391" fmla="*/ 1009747 h 2241450"/>
                <a:gd name="csX392" fmla="*/ 1223502 w 1425911"/>
                <a:gd name="csY392" fmla="*/ 998401 h 2241450"/>
                <a:gd name="csX393" fmla="*/ 1225829 w 1425911"/>
                <a:gd name="csY393" fmla="*/ 987056 h 2241450"/>
                <a:gd name="csX394" fmla="*/ 1228122 w 1425911"/>
                <a:gd name="csY394" fmla="*/ 975711 h 2241450"/>
                <a:gd name="csX395" fmla="*/ 1230415 w 1425911"/>
                <a:gd name="csY395" fmla="*/ 964365 h 2241450"/>
                <a:gd name="csX396" fmla="*/ 1232692 w 1425911"/>
                <a:gd name="csY396" fmla="*/ 953020 h 2241450"/>
                <a:gd name="csX397" fmla="*/ 1234951 w 1425911"/>
                <a:gd name="csY397" fmla="*/ 941674 h 2241450"/>
                <a:gd name="csX398" fmla="*/ 1235086 w 1425911"/>
                <a:gd name="csY398" fmla="*/ 941015 h 2241450"/>
                <a:gd name="csX399" fmla="*/ 1237295 w 1425911"/>
                <a:gd name="csY399" fmla="*/ 930329 h 2241450"/>
                <a:gd name="csX400" fmla="*/ 1239622 w 1425911"/>
                <a:gd name="csY400" fmla="*/ 918983 h 2241450"/>
                <a:gd name="csX401" fmla="*/ 1241932 w 1425911"/>
                <a:gd name="csY401" fmla="*/ 907638 h 2241450"/>
                <a:gd name="csX402" fmla="*/ 1244225 w 1425911"/>
                <a:gd name="csY402" fmla="*/ 896292 h 2241450"/>
                <a:gd name="csX403" fmla="*/ 1246502 w 1425911"/>
                <a:gd name="csY403" fmla="*/ 884947 h 2241450"/>
                <a:gd name="csX404" fmla="*/ 1248761 w 1425911"/>
                <a:gd name="csY404" fmla="*/ 873601 h 2241450"/>
                <a:gd name="csX405" fmla="*/ 1249520 w 1425911"/>
                <a:gd name="csY405" fmla="*/ 869819 h 2241450"/>
                <a:gd name="csX406" fmla="*/ 1251088 w 1425911"/>
                <a:gd name="csY406" fmla="*/ 862256 h 2241450"/>
                <a:gd name="csX407" fmla="*/ 1253415 w 1425911"/>
                <a:gd name="csY407" fmla="*/ 850910 h 2241450"/>
                <a:gd name="csX408" fmla="*/ 1255725 w 1425911"/>
                <a:gd name="csY408" fmla="*/ 839565 h 2241450"/>
                <a:gd name="csX409" fmla="*/ 1258018 w 1425911"/>
                <a:gd name="csY409" fmla="*/ 828219 h 2241450"/>
                <a:gd name="csX410" fmla="*/ 1260311 w 1425911"/>
                <a:gd name="csY410" fmla="*/ 816874 h 2241450"/>
                <a:gd name="csX411" fmla="*/ 1262588 w 1425911"/>
                <a:gd name="csY411" fmla="*/ 805528 h 2241450"/>
                <a:gd name="csX412" fmla="*/ 1263954 w 1425911"/>
                <a:gd name="csY412" fmla="*/ 798631 h 2241450"/>
                <a:gd name="csX413" fmla="*/ 1264881 w 1425911"/>
                <a:gd name="csY413" fmla="*/ 794183 h 2241450"/>
                <a:gd name="csX414" fmla="*/ 1267208 w 1425911"/>
                <a:gd name="csY414" fmla="*/ 782837 h 2241450"/>
                <a:gd name="csX415" fmla="*/ 1269518 w 1425911"/>
                <a:gd name="csY415" fmla="*/ 771492 h 2241450"/>
                <a:gd name="csX416" fmla="*/ 1271828 w 1425911"/>
                <a:gd name="csY416" fmla="*/ 760146 h 2241450"/>
                <a:gd name="csX417" fmla="*/ 1274121 w 1425911"/>
                <a:gd name="csY417" fmla="*/ 748801 h 2241450"/>
                <a:gd name="csX418" fmla="*/ 1276398 w 1425911"/>
                <a:gd name="csY418" fmla="*/ 737455 h 2241450"/>
                <a:gd name="csX419" fmla="*/ 1278387 w 1425911"/>
                <a:gd name="csY419" fmla="*/ 727452 h 2241450"/>
                <a:gd name="csX420" fmla="*/ 1278657 w 1425911"/>
                <a:gd name="csY420" fmla="*/ 726110 h 2241450"/>
                <a:gd name="csX421" fmla="*/ 1281001 w 1425911"/>
                <a:gd name="csY421" fmla="*/ 714764 h 2241450"/>
                <a:gd name="csX422" fmla="*/ 1283311 w 1425911"/>
                <a:gd name="csY422" fmla="*/ 703419 h 2241450"/>
                <a:gd name="csX423" fmla="*/ 1285621 w 1425911"/>
                <a:gd name="csY423" fmla="*/ 692074 h 2241450"/>
                <a:gd name="csX424" fmla="*/ 1287914 w 1425911"/>
                <a:gd name="csY424" fmla="*/ 680728 h 2241450"/>
                <a:gd name="csX425" fmla="*/ 1290191 w 1425911"/>
                <a:gd name="csY425" fmla="*/ 669383 h 2241450"/>
                <a:gd name="csX426" fmla="*/ 1292467 w 1425911"/>
                <a:gd name="csY426" fmla="*/ 658037 h 2241450"/>
                <a:gd name="csX427" fmla="*/ 1292821 w 1425911"/>
                <a:gd name="csY427" fmla="*/ 656263 h 2241450"/>
                <a:gd name="csX428" fmla="*/ 1294794 w 1425911"/>
                <a:gd name="csY428" fmla="*/ 646692 h 2241450"/>
                <a:gd name="csX429" fmla="*/ 1297121 w 1425911"/>
                <a:gd name="csY429" fmla="*/ 635346 h 2241450"/>
                <a:gd name="csX430" fmla="*/ 1299431 w 1425911"/>
                <a:gd name="csY430" fmla="*/ 624001 h 2241450"/>
                <a:gd name="csX431" fmla="*/ 1301724 w 1425911"/>
                <a:gd name="csY431" fmla="*/ 612655 h 2241450"/>
                <a:gd name="csX432" fmla="*/ 1304000 w 1425911"/>
                <a:gd name="csY432" fmla="*/ 601310 h 2241450"/>
                <a:gd name="csX433" fmla="*/ 1306277 w 1425911"/>
                <a:gd name="csY433" fmla="*/ 589964 h 2241450"/>
                <a:gd name="csX434" fmla="*/ 1307255 w 1425911"/>
                <a:gd name="csY434" fmla="*/ 585072 h 2241450"/>
                <a:gd name="csX435" fmla="*/ 1308587 w 1425911"/>
                <a:gd name="csY435" fmla="*/ 578619 h 2241450"/>
                <a:gd name="csX436" fmla="*/ 1310914 w 1425911"/>
                <a:gd name="csY436" fmla="*/ 567273 h 2241450"/>
                <a:gd name="csX437" fmla="*/ 1313224 w 1425911"/>
                <a:gd name="csY437" fmla="*/ 555928 h 2241450"/>
                <a:gd name="csX438" fmla="*/ 1315517 w 1425911"/>
                <a:gd name="csY438" fmla="*/ 544582 h 2241450"/>
                <a:gd name="csX439" fmla="*/ 1317810 w 1425911"/>
                <a:gd name="csY439" fmla="*/ 533237 h 2241450"/>
                <a:gd name="csX440" fmla="*/ 1320087 w 1425911"/>
                <a:gd name="csY440" fmla="*/ 521891 h 2241450"/>
                <a:gd name="csX441" fmla="*/ 1321689 w 1425911"/>
                <a:gd name="csY441" fmla="*/ 513887 h 2241450"/>
                <a:gd name="csX442" fmla="*/ 1322380 w 1425911"/>
                <a:gd name="csY442" fmla="*/ 510546 h 2241450"/>
                <a:gd name="csX443" fmla="*/ 1324707 w 1425911"/>
                <a:gd name="csY443" fmla="*/ 499200 h 2241450"/>
                <a:gd name="csX444" fmla="*/ 1327017 w 1425911"/>
                <a:gd name="csY444" fmla="*/ 487855 h 2241450"/>
                <a:gd name="csX445" fmla="*/ 1329327 w 1425911"/>
                <a:gd name="csY445" fmla="*/ 476509 h 2241450"/>
                <a:gd name="csX446" fmla="*/ 1331620 w 1425911"/>
                <a:gd name="csY446" fmla="*/ 465164 h 2241450"/>
                <a:gd name="csX447" fmla="*/ 1333896 w 1425911"/>
                <a:gd name="csY447" fmla="*/ 453818 h 2241450"/>
                <a:gd name="csX448" fmla="*/ 1336122 w 1425911"/>
                <a:gd name="csY448" fmla="*/ 442709 h 2241450"/>
                <a:gd name="csX449" fmla="*/ 1336173 w 1425911"/>
                <a:gd name="csY449" fmla="*/ 442473 h 2241450"/>
                <a:gd name="csX450" fmla="*/ 1338500 w 1425911"/>
                <a:gd name="csY450" fmla="*/ 431129 h 2241450"/>
                <a:gd name="csX451" fmla="*/ 1340810 w 1425911"/>
                <a:gd name="csY451" fmla="*/ 419782 h 2241450"/>
                <a:gd name="csX452" fmla="*/ 1343120 w 1425911"/>
                <a:gd name="csY452" fmla="*/ 408438 h 2241450"/>
                <a:gd name="csX453" fmla="*/ 1345413 w 1425911"/>
                <a:gd name="csY453" fmla="*/ 397091 h 2241450"/>
                <a:gd name="csX454" fmla="*/ 1347706 w 1425911"/>
                <a:gd name="csY454" fmla="*/ 385747 h 2241450"/>
                <a:gd name="csX455" fmla="*/ 1349983 w 1425911"/>
                <a:gd name="csY455" fmla="*/ 374400 h 2241450"/>
                <a:gd name="csX456" fmla="*/ 1350556 w 1425911"/>
                <a:gd name="csY456" fmla="*/ 371515 h 2241450"/>
                <a:gd name="csX457" fmla="*/ 1352293 w 1425911"/>
                <a:gd name="csY457" fmla="*/ 363056 h 2241450"/>
                <a:gd name="csX458" fmla="*/ 1354620 w 1425911"/>
                <a:gd name="csY458" fmla="*/ 351709 h 2241450"/>
                <a:gd name="csX459" fmla="*/ 1356930 w 1425911"/>
                <a:gd name="csY459" fmla="*/ 340365 h 2241450"/>
                <a:gd name="csX460" fmla="*/ 1359223 w 1425911"/>
                <a:gd name="csY460" fmla="*/ 329018 h 2241450"/>
                <a:gd name="csX461" fmla="*/ 1361516 w 1425911"/>
                <a:gd name="csY461" fmla="*/ 317674 h 2241450"/>
                <a:gd name="csX462" fmla="*/ 1363793 w 1425911"/>
                <a:gd name="csY462" fmla="*/ 306327 h 2241450"/>
                <a:gd name="csX463" fmla="*/ 1364990 w 1425911"/>
                <a:gd name="csY463" fmla="*/ 300326 h 2241450"/>
                <a:gd name="csX464" fmla="*/ 1366086 w 1425911"/>
                <a:gd name="csY464" fmla="*/ 294983 h 2241450"/>
                <a:gd name="csX465" fmla="*/ 1368413 w 1425911"/>
                <a:gd name="csY465" fmla="*/ 283636 h 2241450"/>
                <a:gd name="csX466" fmla="*/ 1370723 w 1425911"/>
                <a:gd name="csY466" fmla="*/ 272292 h 2241450"/>
                <a:gd name="csX467" fmla="*/ 1373016 w 1425911"/>
                <a:gd name="csY467" fmla="*/ 260945 h 2241450"/>
                <a:gd name="csX468" fmla="*/ 1375309 w 1425911"/>
                <a:gd name="csY468" fmla="*/ 249601 h 2241450"/>
                <a:gd name="csX469" fmla="*/ 1377602 w 1425911"/>
                <a:gd name="csY469" fmla="*/ 238254 h 2241450"/>
                <a:gd name="csX470" fmla="*/ 1379424 w 1425911"/>
                <a:gd name="csY470" fmla="*/ 229144 h 2241450"/>
                <a:gd name="csX471" fmla="*/ 1379879 w 1425911"/>
                <a:gd name="csY471" fmla="*/ 226910 h 2241450"/>
                <a:gd name="csX472" fmla="*/ 1382206 w 1425911"/>
                <a:gd name="csY472" fmla="*/ 215563 h 2241450"/>
                <a:gd name="csX473" fmla="*/ 1384516 w 1425911"/>
                <a:gd name="csY473" fmla="*/ 204219 h 2241450"/>
                <a:gd name="csX474" fmla="*/ 1386826 w 1425911"/>
                <a:gd name="csY474" fmla="*/ 192872 h 2241450"/>
                <a:gd name="csX475" fmla="*/ 1389119 w 1425911"/>
                <a:gd name="csY475" fmla="*/ 181528 h 2241450"/>
                <a:gd name="csX476" fmla="*/ 1391395 w 1425911"/>
                <a:gd name="csY476" fmla="*/ 170183 h 2241450"/>
                <a:gd name="csX477" fmla="*/ 1393672 w 1425911"/>
                <a:gd name="csY477" fmla="*/ 158837 h 2241450"/>
                <a:gd name="csX478" fmla="*/ 1393857 w 1425911"/>
                <a:gd name="csY478" fmla="*/ 157960 h 2241450"/>
                <a:gd name="csX479" fmla="*/ 1395999 w 1425911"/>
                <a:gd name="csY479" fmla="*/ 147492 h 2241450"/>
                <a:gd name="csX480" fmla="*/ 1398309 w 1425911"/>
                <a:gd name="csY480" fmla="*/ 136146 h 2241450"/>
                <a:gd name="csX481" fmla="*/ 1400619 w 1425911"/>
                <a:gd name="csY481" fmla="*/ 124801 h 2241450"/>
                <a:gd name="csX482" fmla="*/ 1402929 w 1425911"/>
                <a:gd name="csY482" fmla="*/ 113455 h 2241450"/>
                <a:gd name="csX483" fmla="*/ 1405205 w 1425911"/>
                <a:gd name="csY483" fmla="*/ 102110 h 2241450"/>
                <a:gd name="csX484" fmla="*/ 1407482 w 1425911"/>
                <a:gd name="csY484" fmla="*/ 90764 h 2241450"/>
                <a:gd name="csX485" fmla="*/ 1408291 w 1425911"/>
                <a:gd name="csY485" fmla="*/ 86767 h 2241450"/>
                <a:gd name="csX486" fmla="*/ 1409792 w 1425911"/>
                <a:gd name="csY486" fmla="*/ 79418 h 2241450"/>
                <a:gd name="csX487" fmla="*/ 1412119 w 1425911"/>
                <a:gd name="csY487" fmla="*/ 68073 h 2241450"/>
                <a:gd name="csX488" fmla="*/ 1414429 w 1425911"/>
                <a:gd name="csY488" fmla="*/ 56727 h 2241450"/>
                <a:gd name="csX489" fmla="*/ 1416722 w 1425911"/>
                <a:gd name="csY489" fmla="*/ 45382 h 2241450"/>
                <a:gd name="csX490" fmla="*/ 1419015 w 1425911"/>
                <a:gd name="csY490" fmla="*/ 34037 h 2241450"/>
                <a:gd name="csX491" fmla="*/ 1421292 w 1425911"/>
                <a:gd name="csY491" fmla="*/ 22691 h 2241450"/>
                <a:gd name="csX492" fmla="*/ 1422725 w 1425911"/>
                <a:gd name="csY492" fmla="*/ 15580 h 2241450"/>
                <a:gd name="csX493" fmla="*/ 1423585 w 1425911"/>
                <a:gd name="csY493" fmla="*/ 11346 h 2241450"/>
                <a:gd name="csX494" fmla="*/ 1425912 w 1425911"/>
                <a:gd name="csY494" fmla="*/ 0 h 2241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</a:cxnLst>
              <a:rect l="l" t="t" r="r" b="b"/>
              <a:pathLst>
                <a:path w="1425911" h="2241450">
                  <a:moveTo>
                    <a:pt x="0" y="0"/>
                  </a:moveTo>
                  <a:lnTo>
                    <a:pt x="4878" y="11346"/>
                  </a:lnTo>
                  <a:lnTo>
                    <a:pt x="8239" y="19096"/>
                  </a:lnTo>
                  <a:lnTo>
                    <a:pt x="9760" y="22691"/>
                  </a:lnTo>
                  <a:lnTo>
                    <a:pt x="14591" y="34037"/>
                  </a:lnTo>
                  <a:lnTo>
                    <a:pt x="19470" y="45382"/>
                  </a:lnTo>
                  <a:lnTo>
                    <a:pt x="22673" y="52764"/>
                  </a:lnTo>
                  <a:lnTo>
                    <a:pt x="24349" y="56727"/>
                  </a:lnTo>
                  <a:lnTo>
                    <a:pt x="29181" y="68073"/>
                  </a:lnTo>
                  <a:lnTo>
                    <a:pt x="34063" y="79418"/>
                  </a:lnTo>
                  <a:lnTo>
                    <a:pt x="37106" y="86432"/>
                  </a:lnTo>
                  <a:lnTo>
                    <a:pt x="38939" y="90764"/>
                  </a:lnTo>
                  <a:lnTo>
                    <a:pt x="43772" y="102110"/>
                  </a:lnTo>
                  <a:lnTo>
                    <a:pt x="48655" y="113455"/>
                  </a:lnTo>
                  <a:lnTo>
                    <a:pt x="51538" y="120098"/>
                  </a:lnTo>
                  <a:lnTo>
                    <a:pt x="53528" y="124801"/>
                  </a:lnTo>
                  <a:lnTo>
                    <a:pt x="58362" y="136146"/>
                  </a:lnTo>
                  <a:lnTo>
                    <a:pt x="63247" y="147492"/>
                  </a:lnTo>
                  <a:lnTo>
                    <a:pt x="65972" y="153766"/>
                  </a:lnTo>
                  <a:lnTo>
                    <a:pt x="68119" y="158837"/>
                  </a:lnTo>
                  <a:lnTo>
                    <a:pt x="72953" y="170183"/>
                  </a:lnTo>
                  <a:lnTo>
                    <a:pt x="77839" y="181528"/>
                  </a:lnTo>
                  <a:lnTo>
                    <a:pt x="80406" y="187433"/>
                  </a:lnTo>
                  <a:lnTo>
                    <a:pt x="82707" y="192872"/>
                  </a:lnTo>
                  <a:lnTo>
                    <a:pt x="87543" y="204219"/>
                  </a:lnTo>
                  <a:lnTo>
                    <a:pt x="92433" y="215563"/>
                  </a:lnTo>
                  <a:lnTo>
                    <a:pt x="94840" y="221101"/>
                  </a:lnTo>
                  <a:lnTo>
                    <a:pt x="97296" y="226910"/>
                  </a:lnTo>
                  <a:lnTo>
                    <a:pt x="102134" y="238254"/>
                  </a:lnTo>
                  <a:lnTo>
                    <a:pt x="107026" y="249601"/>
                  </a:lnTo>
                  <a:lnTo>
                    <a:pt x="109273" y="254767"/>
                  </a:lnTo>
                  <a:lnTo>
                    <a:pt x="111887" y="260945"/>
                  </a:lnTo>
                  <a:lnTo>
                    <a:pt x="116726" y="272292"/>
                  </a:lnTo>
                  <a:lnTo>
                    <a:pt x="121620" y="283636"/>
                  </a:lnTo>
                  <a:lnTo>
                    <a:pt x="123707" y="288435"/>
                  </a:lnTo>
                  <a:lnTo>
                    <a:pt x="126476" y="294983"/>
                  </a:lnTo>
                  <a:lnTo>
                    <a:pt x="131317" y="306327"/>
                  </a:lnTo>
                  <a:lnTo>
                    <a:pt x="136212" y="317674"/>
                  </a:lnTo>
                  <a:lnTo>
                    <a:pt x="138139" y="322103"/>
                  </a:lnTo>
                  <a:lnTo>
                    <a:pt x="141066" y="329018"/>
                  </a:lnTo>
                  <a:lnTo>
                    <a:pt x="145907" y="340365"/>
                  </a:lnTo>
                  <a:lnTo>
                    <a:pt x="150806" y="351709"/>
                  </a:lnTo>
                  <a:lnTo>
                    <a:pt x="152573" y="355770"/>
                  </a:lnTo>
                  <a:lnTo>
                    <a:pt x="155655" y="363056"/>
                  </a:lnTo>
                  <a:lnTo>
                    <a:pt x="160498" y="374400"/>
                  </a:lnTo>
                  <a:lnTo>
                    <a:pt x="165398" y="385747"/>
                  </a:lnTo>
                  <a:lnTo>
                    <a:pt x="167007" y="389438"/>
                  </a:lnTo>
                  <a:lnTo>
                    <a:pt x="170244" y="397091"/>
                  </a:lnTo>
                  <a:lnTo>
                    <a:pt x="175089" y="408438"/>
                  </a:lnTo>
                  <a:lnTo>
                    <a:pt x="179992" y="419782"/>
                  </a:lnTo>
                  <a:lnTo>
                    <a:pt x="181440" y="423104"/>
                  </a:lnTo>
                  <a:lnTo>
                    <a:pt x="184833" y="431129"/>
                  </a:lnTo>
                  <a:lnTo>
                    <a:pt x="189679" y="442473"/>
                  </a:lnTo>
                  <a:lnTo>
                    <a:pt x="194586" y="453818"/>
                  </a:lnTo>
                  <a:lnTo>
                    <a:pt x="195874" y="456772"/>
                  </a:lnTo>
                  <a:lnTo>
                    <a:pt x="199424" y="465164"/>
                  </a:lnTo>
                  <a:lnTo>
                    <a:pt x="204270" y="476509"/>
                  </a:lnTo>
                  <a:lnTo>
                    <a:pt x="209180" y="487855"/>
                  </a:lnTo>
                  <a:lnTo>
                    <a:pt x="210308" y="490439"/>
                  </a:lnTo>
                  <a:lnTo>
                    <a:pt x="214012" y="499200"/>
                  </a:lnTo>
                  <a:lnTo>
                    <a:pt x="218862" y="510546"/>
                  </a:lnTo>
                  <a:lnTo>
                    <a:pt x="223774" y="521891"/>
                  </a:lnTo>
                  <a:lnTo>
                    <a:pt x="224740" y="524107"/>
                  </a:lnTo>
                  <a:lnTo>
                    <a:pt x="228601" y="533237"/>
                  </a:lnTo>
                  <a:lnTo>
                    <a:pt x="233453" y="544582"/>
                  </a:lnTo>
                  <a:lnTo>
                    <a:pt x="238368" y="555928"/>
                  </a:lnTo>
                  <a:lnTo>
                    <a:pt x="239174" y="557775"/>
                  </a:lnTo>
                  <a:lnTo>
                    <a:pt x="243190" y="567273"/>
                  </a:lnTo>
                  <a:lnTo>
                    <a:pt x="248043" y="578619"/>
                  </a:lnTo>
                  <a:lnTo>
                    <a:pt x="252962" y="589964"/>
                  </a:lnTo>
                  <a:lnTo>
                    <a:pt x="253608" y="591441"/>
                  </a:lnTo>
                  <a:lnTo>
                    <a:pt x="257781" y="601310"/>
                  </a:lnTo>
                  <a:lnTo>
                    <a:pt x="262634" y="612655"/>
                  </a:lnTo>
                  <a:lnTo>
                    <a:pt x="267557" y="624001"/>
                  </a:lnTo>
                  <a:lnTo>
                    <a:pt x="268041" y="625109"/>
                  </a:lnTo>
                  <a:lnTo>
                    <a:pt x="272370" y="635346"/>
                  </a:lnTo>
                  <a:lnTo>
                    <a:pt x="277226" y="646692"/>
                  </a:lnTo>
                  <a:lnTo>
                    <a:pt x="282151" y="658037"/>
                  </a:lnTo>
                  <a:lnTo>
                    <a:pt x="282475" y="658776"/>
                  </a:lnTo>
                  <a:lnTo>
                    <a:pt x="286959" y="669383"/>
                  </a:lnTo>
                  <a:lnTo>
                    <a:pt x="291816" y="680728"/>
                  </a:lnTo>
                  <a:lnTo>
                    <a:pt x="296747" y="692074"/>
                  </a:lnTo>
                  <a:lnTo>
                    <a:pt x="296909" y="692444"/>
                  </a:lnTo>
                  <a:lnTo>
                    <a:pt x="301548" y="703419"/>
                  </a:lnTo>
                  <a:lnTo>
                    <a:pt x="306407" y="714764"/>
                  </a:lnTo>
                  <a:lnTo>
                    <a:pt x="311341" y="726110"/>
                  </a:lnTo>
                  <a:lnTo>
                    <a:pt x="311341" y="726110"/>
                  </a:lnTo>
                  <a:lnTo>
                    <a:pt x="316136" y="737455"/>
                  </a:lnTo>
                  <a:lnTo>
                    <a:pt x="320999" y="748801"/>
                  </a:lnTo>
                  <a:lnTo>
                    <a:pt x="325775" y="759778"/>
                  </a:lnTo>
                  <a:lnTo>
                    <a:pt x="325930" y="760146"/>
                  </a:lnTo>
                  <a:lnTo>
                    <a:pt x="330725" y="771492"/>
                  </a:lnTo>
                  <a:lnTo>
                    <a:pt x="335590" y="782837"/>
                  </a:lnTo>
                  <a:lnTo>
                    <a:pt x="340208" y="793445"/>
                  </a:lnTo>
                  <a:lnTo>
                    <a:pt x="340519" y="794183"/>
                  </a:lnTo>
                  <a:lnTo>
                    <a:pt x="345314" y="805528"/>
                  </a:lnTo>
                  <a:lnTo>
                    <a:pt x="350182" y="816874"/>
                  </a:lnTo>
                  <a:lnTo>
                    <a:pt x="354642" y="827113"/>
                  </a:lnTo>
                  <a:lnTo>
                    <a:pt x="355106" y="828219"/>
                  </a:lnTo>
                  <a:lnTo>
                    <a:pt x="359903" y="839565"/>
                  </a:lnTo>
                  <a:lnTo>
                    <a:pt x="364773" y="850910"/>
                  </a:lnTo>
                  <a:lnTo>
                    <a:pt x="369076" y="860779"/>
                  </a:lnTo>
                  <a:lnTo>
                    <a:pt x="369695" y="862256"/>
                  </a:lnTo>
                  <a:lnTo>
                    <a:pt x="374492" y="873601"/>
                  </a:lnTo>
                  <a:lnTo>
                    <a:pt x="379365" y="884947"/>
                  </a:lnTo>
                  <a:lnTo>
                    <a:pt x="383510" y="894447"/>
                  </a:lnTo>
                  <a:lnTo>
                    <a:pt x="384284" y="896292"/>
                  </a:lnTo>
                  <a:lnTo>
                    <a:pt x="389081" y="907638"/>
                  </a:lnTo>
                  <a:lnTo>
                    <a:pt x="393956" y="918983"/>
                  </a:lnTo>
                  <a:lnTo>
                    <a:pt x="397943" y="928114"/>
                  </a:lnTo>
                  <a:lnTo>
                    <a:pt x="398871" y="930329"/>
                  </a:lnTo>
                  <a:lnTo>
                    <a:pt x="403670" y="941674"/>
                  </a:lnTo>
                  <a:lnTo>
                    <a:pt x="408548" y="953020"/>
                  </a:lnTo>
                  <a:lnTo>
                    <a:pt x="412375" y="961782"/>
                  </a:lnTo>
                  <a:lnTo>
                    <a:pt x="413458" y="964365"/>
                  </a:lnTo>
                  <a:lnTo>
                    <a:pt x="418258" y="975711"/>
                  </a:lnTo>
                  <a:lnTo>
                    <a:pt x="423138" y="987056"/>
                  </a:lnTo>
                  <a:lnTo>
                    <a:pt x="426809" y="995448"/>
                  </a:lnTo>
                  <a:lnTo>
                    <a:pt x="428047" y="998401"/>
                  </a:lnTo>
                  <a:lnTo>
                    <a:pt x="432847" y="1009747"/>
                  </a:lnTo>
                  <a:lnTo>
                    <a:pt x="437731" y="1021092"/>
                  </a:lnTo>
                  <a:lnTo>
                    <a:pt x="441243" y="1029116"/>
                  </a:lnTo>
                  <a:lnTo>
                    <a:pt x="442634" y="1032438"/>
                  </a:lnTo>
                  <a:lnTo>
                    <a:pt x="447435" y="1043783"/>
                  </a:lnTo>
                  <a:lnTo>
                    <a:pt x="452323" y="1055129"/>
                  </a:lnTo>
                  <a:lnTo>
                    <a:pt x="455677" y="1062783"/>
                  </a:lnTo>
                  <a:lnTo>
                    <a:pt x="457221" y="1066474"/>
                  </a:lnTo>
                  <a:lnTo>
                    <a:pt x="462023" y="1077820"/>
                  </a:lnTo>
                  <a:lnTo>
                    <a:pt x="466915" y="1089165"/>
                  </a:lnTo>
                  <a:lnTo>
                    <a:pt x="470110" y="1096451"/>
                  </a:lnTo>
                  <a:lnTo>
                    <a:pt x="471808" y="1100511"/>
                  </a:lnTo>
                  <a:lnTo>
                    <a:pt x="476612" y="1111856"/>
                  </a:lnTo>
                  <a:lnTo>
                    <a:pt x="481507" y="1123202"/>
                  </a:lnTo>
                  <a:lnTo>
                    <a:pt x="484544" y="1130119"/>
                  </a:lnTo>
                  <a:lnTo>
                    <a:pt x="486396" y="1134547"/>
                  </a:lnTo>
                  <a:lnTo>
                    <a:pt x="491200" y="1145893"/>
                  </a:lnTo>
                  <a:lnTo>
                    <a:pt x="496100" y="1157238"/>
                  </a:lnTo>
                  <a:lnTo>
                    <a:pt x="498976" y="1163785"/>
                  </a:lnTo>
                  <a:lnTo>
                    <a:pt x="500983" y="1168584"/>
                  </a:lnTo>
                  <a:lnTo>
                    <a:pt x="505788" y="1179929"/>
                  </a:lnTo>
                  <a:lnTo>
                    <a:pt x="510692" y="1191275"/>
                  </a:lnTo>
                  <a:lnTo>
                    <a:pt x="513410" y="1197453"/>
                  </a:lnTo>
                  <a:lnTo>
                    <a:pt x="515570" y="1202620"/>
                  </a:lnTo>
                  <a:lnTo>
                    <a:pt x="520376" y="1213966"/>
                  </a:lnTo>
                  <a:lnTo>
                    <a:pt x="525284" y="1225311"/>
                  </a:lnTo>
                  <a:lnTo>
                    <a:pt x="527844" y="1231120"/>
                  </a:lnTo>
                  <a:lnTo>
                    <a:pt x="530156" y="1236657"/>
                  </a:lnTo>
                  <a:lnTo>
                    <a:pt x="534963" y="1248002"/>
                  </a:lnTo>
                  <a:lnTo>
                    <a:pt x="539871" y="1259346"/>
                  </a:lnTo>
                  <a:lnTo>
                    <a:pt x="542283" y="1264788"/>
                  </a:lnTo>
                  <a:lnTo>
                    <a:pt x="544744" y="1270693"/>
                  </a:lnTo>
                  <a:lnTo>
                    <a:pt x="549550" y="1282037"/>
                  </a:lnTo>
                  <a:lnTo>
                    <a:pt x="554474" y="1293384"/>
                  </a:lnTo>
                  <a:lnTo>
                    <a:pt x="556716" y="1298454"/>
                  </a:lnTo>
                  <a:lnTo>
                    <a:pt x="559330" y="1304728"/>
                  </a:lnTo>
                  <a:lnTo>
                    <a:pt x="564136" y="1316075"/>
                  </a:lnTo>
                  <a:lnTo>
                    <a:pt x="569059" y="1327419"/>
                  </a:lnTo>
                  <a:lnTo>
                    <a:pt x="571150" y="1332122"/>
                  </a:lnTo>
                  <a:lnTo>
                    <a:pt x="573916" y="1338766"/>
                  </a:lnTo>
                  <a:lnTo>
                    <a:pt x="578721" y="1350110"/>
                  </a:lnTo>
                  <a:lnTo>
                    <a:pt x="583662" y="1361457"/>
                  </a:lnTo>
                  <a:lnTo>
                    <a:pt x="585584" y="1365790"/>
                  </a:lnTo>
                  <a:lnTo>
                    <a:pt x="588501" y="1372801"/>
                  </a:lnTo>
                  <a:lnTo>
                    <a:pt x="593307" y="1384148"/>
                  </a:lnTo>
                  <a:lnTo>
                    <a:pt x="598247" y="1395492"/>
                  </a:lnTo>
                  <a:lnTo>
                    <a:pt x="600018" y="1399457"/>
                  </a:lnTo>
                  <a:lnTo>
                    <a:pt x="603086" y="1406839"/>
                  </a:lnTo>
                  <a:lnTo>
                    <a:pt x="607892" y="1418183"/>
                  </a:lnTo>
                  <a:lnTo>
                    <a:pt x="612849" y="1429530"/>
                  </a:lnTo>
                  <a:lnTo>
                    <a:pt x="614451" y="1433125"/>
                  </a:lnTo>
                  <a:lnTo>
                    <a:pt x="617672" y="1440874"/>
                  </a:lnTo>
                  <a:lnTo>
                    <a:pt x="622478" y="1452221"/>
                  </a:lnTo>
                  <a:lnTo>
                    <a:pt x="627435" y="1463565"/>
                  </a:lnTo>
                  <a:lnTo>
                    <a:pt x="628885" y="1466791"/>
                  </a:lnTo>
                  <a:lnTo>
                    <a:pt x="632258" y="1474912"/>
                  </a:lnTo>
                  <a:lnTo>
                    <a:pt x="637063" y="1486256"/>
                  </a:lnTo>
                  <a:lnTo>
                    <a:pt x="642037" y="1497603"/>
                  </a:lnTo>
                  <a:lnTo>
                    <a:pt x="643319" y="1500459"/>
                  </a:lnTo>
                  <a:lnTo>
                    <a:pt x="646843" y="1508947"/>
                  </a:lnTo>
                  <a:lnTo>
                    <a:pt x="651649" y="1520292"/>
                  </a:lnTo>
                  <a:lnTo>
                    <a:pt x="656623" y="1531638"/>
                  </a:lnTo>
                  <a:lnTo>
                    <a:pt x="657753" y="1534127"/>
                  </a:lnTo>
                  <a:lnTo>
                    <a:pt x="661429" y="1542983"/>
                  </a:lnTo>
                  <a:lnTo>
                    <a:pt x="666234" y="1554329"/>
                  </a:lnTo>
                  <a:lnTo>
                    <a:pt x="671225" y="1565674"/>
                  </a:lnTo>
                  <a:lnTo>
                    <a:pt x="672186" y="1567794"/>
                  </a:lnTo>
                  <a:lnTo>
                    <a:pt x="675997" y="1577020"/>
                  </a:lnTo>
                  <a:lnTo>
                    <a:pt x="680820" y="1588365"/>
                  </a:lnTo>
                  <a:lnTo>
                    <a:pt x="685828" y="1599711"/>
                  </a:lnTo>
                  <a:lnTo>
                    <a:pt x="686620" y="1601458"/>
                  </a:lnTo>
                  <a:lnTo>
                    <a:pt x="690583" y="1611053"/>
                  </a:lnTo>
                  <a:lnTo>
                    <a:pt x="695405" y="1622401"/>
                  </a:lnTo>
                  <a:lnTo>
                    <a:pt x="700413" y="1633749"/>
                  </a:lnTo>
                  <a:lnTo>
                    <a:pt x="701054" y="1635131"/>
                  </a:lnTo>
                  <a:lnTo>
                    <a:pt x="705168" y="1645097"/>
                  </a:lnTo>
                  <a:lnTo>
                    <a:pt x="709991" y="1656445"/>
                  </a:lnTo>
                  <a:lnTo>
                    <a:pt x="715015" y="1667776"/>
                  </a:lnTo>
                  <a:lnTo>
                    <a:pt x="715471" y="1668788"/>
                  </a:lnTo>
                  <a:lnTo>
                    <a:pt x="719737" y="1679124"/>
                  </a:lnTo>
                  <a:lnTo>
                    <a:pt x="724576" y="1690472"/>
                  </a:lnTo>
                  <a:lnTo>
                    <a:pt x="729618" y="1701820"/>
                  </a:lnTo>
                  <a:lnTo>
                    <a:pt x="729905" y="1702461"/>
                  </a:lnTo>
                  <a:lnTo>
                    <a:pt x="734322" y="1713168"/>
                  </a:lnTo>
                  <a:lnTo>
                    <a:pt x="739162" y="1724516"/>
                  </a:lnTo>
                  <a:lnTo>
                    <a:pt x="744220" y="1735864"/>
                  </a:lnTo>
                  <a:lnTo>
                    <a:pt x="744338" y="1736134"/>
                  </a:lnTo>
                  <a:lnTo>
                    <a:pt x="748891" y="1747195"/>
                  </a:lnTo>
                  <a:lnTo>
                    <a:pt x="753730" y="1758543"/>
                  </a:lnTo>
                  <a:lnTo>
                    <a:pt x="758772" y="1769790"/>
                  </a:lnTo>
                  <a:lnTo>
                    <a:pt x="758823" y="1769891"/>
                  </a:lnTo>
                  <a:lnTo>
                    <a:pt x="763476" y="1781239"/>
                  </a:lnTo>
                  <a:lnTo>
                    <a:pt x="768316" y="1792587"/>
                  </a:lnTo>
                  <a:lnTo>
                    <a:pt x="773206" y="1803463"/>
                  </a:lnTo>
                  <a:lnTo>
                    <a:pt x="773408" y="1803935"/>
                  </a:lnTo>
                  <a:lnTo>
                    <a:pt x="778045" y="1815267"/>
                  </a:lnTo>
                  <a:lnTo>
                    <a:pt x="782884" y="1826615"/>
                  </a:lnTo>
                  <a:lnTo>
                    <a:pt x="787640" y="1837137"/>
                  </a:lnTo>
                  <a:lnTo>
                    <a:pt x="787977" y="1837963"/>
                  </a:lnTo>
                  <a:lnTo>
                    <a:pt x="792614" y="1849311"/>
                  </a:lnTo>
                  <a:lnTo>
                    <a:pt x="797453" y="1860659"/>
                  </a:lnTo>
                  <a:lnTo>
                    <a:pt x="802073" y="1870793"/>
                  </a:lnTo>
                  <a:lnTo>
                    <a:pt x="802562" y="1872007"/>
                  </a:lnTo>
                  <a:lnTo>
                    <a:pt x="807182" y="1883355"/>
                  </a:lnTo>
                  <a:lnTo>
                    <a:pt x="812039" y="1894686"/>
                  </a:lnTo>
                  <a:lnTo>
                    <a:pt x="816507" y="1904466"/>
                  </a:lnTo>
                  <a:lnTo>
                    <a:pt x="817131" y="1906034"/>
                  </a:lnTo>
                  <a:lnTo>
                    <a:pt x="821734" y="1917382"/>
                  </a:lnTo>
                  <a:lnTo>
                    <a:pt x="826590" y="1928730"/>
                  </a:lnTo>
                  <a:lnTo>
                    <a:pt x="830941" y="1938122"/>
                  </a:lnTo>
                  <a:lnTo>
                    <a:pt x="831717" y="1940078"/>
                  </a:lnTo>
                  <a:lnTo>
                    <a:pt x="836286" y="1951426"/>
                  </a:lnTo>
                  <a:lnTo>
                    <a:pt x="841159" y="1962774"/>
                  </a:lnTo>
                  <a:lnTo>
                    <a:pt x="845375" y="1971795"/>
                  </a:lnTo>
                  <a:lnTo>
                    <a:pt x="846285" y="1974105"/>
                  </a:lnTo>
                  <a:lnTo>
                    <a:pt x="850838" y="1985453"/>
                  </a:lnTo>
                  <a:lnTo>
                    <a:pt x="855694" y="1996801"/>
                  </a:lnTo>
                  <a:lnTo>
                    <a:pt x="859808" y="2005468"/>
                  </a:lnTo>
                  <a:lnTo>
                    <a:pt x="860854" y="2008150"/>
                  </a:lnTo>
                  <a:lnTo>
                    <a:pt x="865373" y="2019498"/>
                  </a:lnTo>
                  <a:lnTo>
                    <a:pt x="870229" y="2030846"/>
                  </a:lnTo>
                  <a:lnTo>
                    <a:pt x="874242" y="2039125"/>
                  </a:lnTo>
                  <a:lnTo>
                    <a:pt x="875422" y="2042177"/>
                  </a:lnTo>
                  <a:lnTo>
                    <a:pt x="879891" y="2053525"/>
                  </a:lnTo>
                  <a:lnTo>
                    <a:pt x="884747" y="2064873"/>
                  </a:lnTo>
                  <a:lnTo>
                    <a:pt x="888676" y="2072798"/>
                  </a:lnTo>
                  <a:lnTo>
                    <a:pt x="889991" y="2076221"/>
                  </a:lnTo>
                  <a:lnTo>
                    <a:pt x="894375" y="2087569"/>
                  </a:lnTo>
                  <a:lnTo>
                    <a:pt x="899214" y="2098917"/>
                  </a:lnTo>
                  <a:lnTo>
                    <a:pt x="903110" y="2106454"/>
                  </a:lnTo>
                  <a:lnTo>
                    <a:pt x="904543" y="2110265"/>
                  </a:lnTo>
                  <a:lnTo>
                    <a:pt x="908809" y="2121596"/>
                  </a:lnTo>
                  <a:lnTo>
                    <a:pt x="913615" y="2132944"/>
                  </a:lnTo>
                  <a:lnTo>
                    <a:pt x="917543" y="2140127"/>
                  </a:lnTo>
                  <a:lnTo>
                    <a:pt x="919095" y="2144292"/>
                  </a:lnTo>
                  <a:lnTo>
                    <a:pt x="923142" y="2155640"/>
                  </a:lnTo>
                  <a:lnTo>
                    <a:pt x="927812" y="2166988"/>
                  </a:lnTo>
                  <a:lnTo>
                    <a:pt x="931977" y="2173784"/>
                  </a:lnTo>
                  <a:lnTo>
                    <a:pt x="933663" y="2178336"/>
                  </a:lnTo>
                  <a:lnTo>
                    <a:pt x="937272" y="2189668"/>
                  </a:lnTo>
                  <a:lnTo>
                    <a:pt x="941470" y="2201016"/>
                  </a:lnTo>
                  <a:lnTo>
                    <a:pt x="946411" y="2207440"/>
                  </a:lnTo>
                  <a:lnTo>
                    <a:pt x="948502" y="2212364"/>
                  </a:lnTo>
                  <a:lnTo>
                    <a:pt x="950947" y="2223712"/>
                  </a:lnTo>
                  <a:lnTo>
                    <a:pt x="953038" y="2235060"/>
                  </a:lnTo>
                  <a:lnTo>
                    <a:pt x="960845" y="2241450"/>
                  </a:lnTo>
                  <a:lnTo>
                    <a:pt x="970473" y="2235060"/>
                  </a:lnTo>
                  <a:lnTo>
                    <a:pt x="974907" y="2223712"/>
                  </a:lnTo>
                  <a:lnTo>
                    <a:pt x="975278" y="2222143"/>
                  </a:lnTo>
                  <a:lnTo>
                    <a:pt x="979056" y="2212364"/>
                  </a:lnTo>
                  <a:lnTo>
                    <a:pt x="981467" y="2201016"/>
                  </a:lnTo>
                  <a:lnTo>
                    <a:pt x="983389" y="2189668"/>
                  </a:lnTo>
                  <a:lnTo>
                    <a:pt x="985227" y="2178336"/>
                  </a:lnTo>
                  <a:lnTo>
                    <a:pt x="987065" y="2166988"/>
                  </a:lnTo>
                  <a:lnTo>
                    <a:pt x="988953" y="2155640"/>
                  </a:lnTo>
                  <a:lnTo>
                    <a:pt x="989712" y="2151020"/>
                  </a:lnTo>
                  <a:lnTo>
                    <a:pt x="991533" y="2144292"/>
                  </a:lnTo>
                  <a:lnTo>
                    <a:pt x="994130" y="2132944"/>
                  </a:lnTo>
                  <a:lnTo>
                    <a:pt x="996474" y="2121596"/>
                  </a:lnTo>
                  <a:lnTo>
                    <a:pt x="998649" y="2110265"/>
                  </a:lnTo>
                  <a:lnTo>
                    <a:pt x="1000740" y="2098917"/>
                  </a:lnTo>
                  <a:lnTo>
                    <a:pt x="1002797" y="2087569"/>
                  </a:lnTo>
                  <a:lnTo>
                    <a:pt x="1004146" y="2079914"/>
                  </a:lnTo>
                  <a:lnTo>
                    <a:pt x="1005056" y="2076221"/>
                  </a:lnTo>
                  <a:lnTo>
                    <a:pt x="1007619" y="2064873"/>
                  </a:lnTo>
                  <a:lnTo>
                    <a:pt x="1009997" y="2053525"/>
                  </a:lnTo>
                  <a:lnTo>
                    <a:pt x="1012273" y="2042177"/>
                  </a:lnTo>
                  <a:lnTo>
                    <a:pt x="1014465" y="2030846"/>
                  </a:lnTo>
                  <a:lnTo>
                    <a:pt x="1016607" y="2019498"/>
                  </a:lnTo>
                  <a:lnTo>
                    <a:pt x="1018580" y="2008807"/>
                  </a:lnTo>
                  <a:lnTo>
                    <a:pt x="1018731" y="2008150"/>
                  </a:lnTo>
                  <a:lnTo>
                    <a:pt x="1021261" y="1996801"/>
                  </a:lnTo>
                  <a:lnTo>
                    <a:pt x="1023672" y="1985453"/>
                  </a:lnTo>
                  <a:lnTo>
                    <a:pt x="1025982" y="1974105"/>
                  </a:lnTo>
                  <a:lnTo>
                    <a:pt x="1028225" y="1962774"/>
                  </a:lnTo>
                  <a:lnTo>
                    <a:pt x="1030417" y="1951426"/>
                  </a:lnTo>
                  <a:lnTo>
                    <a:pt x="1032558" y="1940078"/>
                  </a:lnTo>
                  <a:lnTo>
                    <a:pt x="1033013" y="1937599"/>
                  </a:lnTo>
                  <a:lnTo>
                    <a:pt x="1034969" y="1928730"/>
                  </a:lnTo>
                  <a:lnTo>
                    <a:pt x="1037381" y="1917382"/>
                  </a:lnTo>
                  <a:lnTo>
                    <a:pt x="1039708" y="1906034"/>
                  </a:lnTo>
                  <a:lnTo>
                    <a:pt x="1041984" y="1894686"/>
                  </a:lnTo>
                  <a:lnTo>
                    <a:pt x="1044210" y="1883355"/>
                  </a:lnTo>
                  <a:lnTo>
                    <a:pt x="1046385" y="1872007"/>
                  </a:lnTo>
                  <a:lnTo>
                    <a:pt x="1047447" y="1866392"/>
                  </a:lnTo>
                  <a:lnTo>
                    <a:pt x="1048712" y="1860659"/>
                  </a:lnTo>
                  <a:lnTo>
                    <a:pt x="1051123" y="1849311"/>
                  </a:lnTo>
                  <a:lnTo>
                    <a:pt x="1053467" y="1837963"/>
                  </a:lnTo>
                  <a:lnTo>
                    <a:pt x="1055760" y="1826615"/>
                  </a:lnTo>
                  <a:lnTo>
                    <a:pt x="1058003" y="1815267"/>
                  </a:lnTo>
                  <a:lnTo>
                    <a:pt x="1060212" y="1803935"/>
                  </a:lnTo>
                  <a:lnTo>
                    <a:pt x="1061881" y="1795235"/>
                  </a:lnTo>
                  <a:lnTo>
                    <a:pt x="1062454" y="1792587"/>
                  </a:lnTo>
                  <a:lnTo>
                    <a:pt x="1064866" y="1781239"/>
                  </a:lnTo>
                  <a:lnTo>
                    <a:pt x="1067226" y="1769891"/>
                  </a:lnTo>
                  <a:lnTo>
                    <a:pt x="1069536" y="1758543"/>
                  </a:lnTo>
                  <a:lnTo>
                    <a:pt x="1071796" y="1747195"/>
                  </a:lnTo>
                  <a:lnTo>
                    <a:pt x="1074021" y="1735864"/>
                  </a:lnTo>
                  <a:lnTo>
                    <a:pt x="1076230" y="1724516"/>
                  </a:lnTo>
                  <a:lnTo>
                    <a:pt x="1076315" y="1724061"/>
                  </a:lnTo>
                  <a:lnTo>
                    <a:pt x="1078625" y="1713168"/>
                  </a:lnTo>
                  <a:lnTo>
                    <a:pt x="1080985" y="1701820"/>
                  </a:lnTo>
                  <a:lnTo>
                    <a:pt x="1083312" y="1690472"/>
                  </a:lnTo>
                  <a:lnTo>
                    <a:pt x="1085589" y="1679124"/>
                  </a:lnTo>
                  <a:lnTo>
                    <a:pt x="1087831" y="1667776"/>
                  </a:lnTo>
                  <a:lnTo>
                    <a:pt x="1090057" y="1656445"/>
                  </a:lnTo>
                  <a:lnTo>
                    <a:pt x="1090748" y="1652853"/>
                  </a:lnTo>
                  <a:lnTo>
                    <a:pt x="1092401" y="1645097"/>
                  </a:lnTo>
                  <a:lnTo>
                    <a:pt x="1094762" y="1633749"/>
                  </a:lnTo>
                  <a:lnTo>
                    <a:pt x="1097089" y="1622401"/>
                  </a:lnTo>
                  <a:lnTo>
                    <a:pt x="1099382" y="1611053"/>
                  </a:lnTo>
                  <a:lnTo>
                    <a:pt x="1101641" y="1599711"/>
                  </a:lnTo>
                  <a:lnTo>
                    <a:pt x="1103884" y="1588365"/>
                  </a:lnTo>
                  <a:lnTo>
                    <a:pt x="1105182" y="1581671"/>
                  </a:lnTo>
                  <a:lnTo>
                    <a:pt x="1106177" y="1577020"/>
                  </a:lnTo>
                  <a:lnTo>
                    <a:pt x="1108538" y="1565674"/>
                  </a:lnTo>
                  <a:lnTo>
                    <a:pt x="1110865" y="1554329"/>
                  </a:lnTo>
                  <a:lnTo>
                    <a:pt x="1113175" y="1542983"/>
                  </a:lnTo>
                  <a:lnTo>
                    <a:pt x="1115451" y="1531638"/>
                  </a:lnTo>
                  <a:lnTo>
                    <a:pt x="1117694" y="1520292"/>
                  </a:lnTo>
                  <a:lnTo>
                    <a:pt x="1119616" y="1510500"/>
                  </a:lnTo>
                  <a:lnTo>
                    <a:pt x="1119953" y="1508947"/>
                  </a:lnTo>
                  <a:lnTo>
                    <a:pt x="1122314" y="1497603"/>
                  </a:lnTo>
                  <a:lnTo>
                    <a:pt x="1124658" y="1486256"/>
                  </a:lnTo>
                  <a:lnTo>
                    <a:pt x="1126968" y="1474912"/>
                  </a:lnTo>
                  <a:lnTo>
                    <a:pt x="1129244" y="1463565"/>
                  </a:lnTo>
                  <a:lnTo>
                    <a:pt x="1131503" y="1452221"/>
                  </a:lnTo>
                  <a:lnTo>
                    <a:pt x="1133746" y="1440874"/>
                  </a:lnTo>
                  <a:lnTo>
                    <a:pt x="1134050" y="1439315"/>
                  </a:lnTo>
                  <a:lnTo>
                    <a:pt x="1136090" y="1429530"/>
                  </a:lnTo>
                  <a:lnTo>
                    <a:pt x="1138434" y="1418183"/>
                  </a:lnTo>
                  <a:lnTo>
                    <a:pt x="1140761" y="1406839"/>
                  </a:lnTo>
                  <a:lnTo>
                    <a:pt x="1143054" y="1395492"/>
                  </a:lnTo>
                  <a:lnTo>
                    <a:pt x="1145313" y="1384148"/>
                  </a:lnTo>
                  <a:lnTo>
                    <a:pt x="1147573" y="1372801"/>
                  </a:lnTo>
                  <a:lnTo>
                    <a:pt x="1148484" y="1368117"/>
                  </a:lnTo>
                  <a:lnTo>
                    <a:pt x="1149883" y="1361457"/>
                  </a:lnTo>
                  <a:lnTo>
                    <a:pt x="1152227" y="1350110"/>
                  </a:lnTo>
                  <a:lnTo>
                    <a:pt x="1154554" y="1338766"/>
                  </a:lnTo>
                  <a:lnTo>
                    <a:pt x="1156847" y="1327419"/>
                  </a:lnTo>
                  <a:lnTo>
                    <a:pt x="1159123" y="1316075"/>
                  </a:lnTo>
                  <a:lnTo>
                    <a:pt x="1161383" y="1304728"/>
                  </a:lnTo>
                  <a:lnTo>
                    <a:pt x="1162917" y="1296935"/>
                  </a:lnTo>
                  <a:lnTo>
                    <a:pt x="1163659" y="1293384"/>
                  </a:lnTo>
                  <a:lnTo>
                    <a:pt x="1166020" y="1282037"/>
                  </a:lnTo>
                  <a:lnTo>
                    <a:pt x="1168330" y="1270693"/>
                  </a:lnTo>
                  <a:lnTo>
                    <a:pt x="1170640" y="1259346"/>
                  </a:lnTo>
                  <a:lnTo>
                    <a:pt x="1172933" y="1248002"/>
                  </a:lnTo>
                  <a:lnTo>
                    <a:pt x="1175193" y="1236657"/>
                  </a:lnTo>
                  <a:lnTo>
                    <a:pt x="1177351" y="1225763"/>
                  </a:lnTo>
                  <a:lnTo>
                    <a:pt x="1177452" y="1225311"/>
                  </a:lnTo>
                  <a:lnTo>
                    <a:pt x="1179796" y="1213966"/>
                  </a:lnTo>
                  <a:lnTo>
                    <a:pt x="1182123" y="1202620"/>
                  </a:lnTo>
                  <a:lnTo>
                    <a:pt x="1184433" y="1191275"/>
                  </a:lnTo>
                  <a:lnTo>
                    <a:pt x="1186726" y="1179929"/>
                  </a:lnTo>
                  <a:lnTo>
                    <a:pt x="1189003" y="1168584"/>
                  </a:lnTo>
                  <a:lnTo>
                    <a:pt x="1191262" y="1157238"/>
                  </a:lnTo>
                  <a:lnTo>
                    <a:pt x="1191785" y="1154565"/>
                  </a:lnTo>
                  <a:lnTo>
                    <a:pt x="1193589" y="1145893"/>
                  </a:lnTo>
                  <a:lnTo>
                    <a:pt x="1195916" y="1134547"/>
                  </a:lnTo>
                  <a:lnTo>
                    <a:pt x="1198226" y="1123202"/>
                  </a:lnTo>
                  <a:lnTo>
                    <a:pt x="1200536" y="1111856"/>
                  </a:lnTo>
                  <a:lnTo>
                    <a:pt x="1202812" y="1100511"/>
                  </a:lnTo>
                  <a:lnTo>
                    <a:pt x="1205072" y="1089165"/>
                  </a:lnTo>
                  <a:lnTo>
                    <a:pt x="1206219" y="1083374"/>
                  </a:lnTo>
                  <a:lnTo>
                    <a:pt x="1207365" y="1077820"/>
                  </a:lnTo>
                  <a:lnTo>
                    <a:pt x="1209709" y="1066474"/>
                  </a:lnTo>
                  <a:lnTo>
                    <a:pt x="1212036" y="1055129"/>
                  </a:lnTo>
                  <a:lnTo>
                    <a:pt x="1214329" y="1043783"/>
                  </a:lnTo>
                  <a:lnTo>
                    <a:pt x="1216622" y="1032438"/>
                  </a:lnTo>
                  <a:lnTo>
                    <a:pt x="1218882" y="1021092"/>
                  </a:lnTo>
                  <a:lnTo>
                    <a:pt x="1220652" y="1012193"/>
                  </a:lnTo>
                  <a:lnTo>
                    <a:pt x="1221158" y="1009747"/>
                  </a:lnTo>
                  <a:lnTo>
                    <a:pt x="1223502" y="998401"/>
                  </a:lnTo>
                  <a:lnTo>
                    <a:pt x="1225829" y="987056"/>
                  </a:lnTo>
                  <a:lnTo>
                    <a:pt x="1228122" y="975711"/>
                  </a:lnTo>
                  <a:lnTo>
                    <a:pt x="1230415" y="964365"/>
                  </a:lnTo>
                  <a:lnTo>
                    <a:pt x="1232692" y="953020"/>
                  </a:lnTo>
                  <a:lnTo>
                    <a:pt x="1234951" y="941674"/>
                  </a:lnTo>
                  <a:lnTo>
                    <a:pt x="1235086" y="941015"/>
                  </a:lnTo>
                  <a:lnTo>
                    <a:pt x="1237295" y="930329"/>
                  </a:lnTo>
                  <a:lnTo>
                    <a:pt x="1239622" y="918983"/>
                  </a:lnTo>
                  <a:lnTo>
                    <a:pt x="1241932" y="907638"/>
                  </a:lnTo>
                  <a:lnTo>
                    <a:pt x="1244225" y="896292"/>
                  </a:lnTo>
                  <a:lnTo>
                    <a:pt x="1246502" y="884947"/>
                  </a:lnTo>
                  <a:lnTo>
                    <a:pt x="1248761" y="873601"/>
                  </a:lnTo>
                  <a:lnTo>
                    <a:pt x="1249520" y="869819"/>
                  </a:lnTo>
                  <a:lnTo>
                    <a:pt x="1251088" y="862256"/>
                  </a:lnTo>
                  <a:lnTo>
                    <a:pt x="1253415" y="850910"/>
                  </a:lnTo>
                  <a:lnTo>
                    <a:pt x="1255725" y="839565"/>
                  </a:lnTo>
                  <a:lnTo>
                    <a:pt x="1258018" y="828219"/>
                  </a:lnTo>
                  <a:lnTo>
                    <a:pt x="1260311" y="816874"/>
                  </a:lnTo>
                  <a:lnTo>
                    <a:pt x="1262588" y="805528"/>
                  </a:lnTo>
                  <a:lnTo>
                    <a:pt x="1263954" y="798631"/>
                  </a:lnTo>
                  <a:lnTo>
                    <a:pt x="1264881" y="794183"/>
                  </a:lnTo>
                  <a:lnTo>
                    <a:pt x="1267208" y="782837"/>
                  </a:lnTo>
                  <a:lnTo>
                    <a:pt x="1269518" y="771492"/>
                  </a:lnTo>
                  <a:lnTo>
                    <a:pt x="1271828" y="760146"/>
                  </a:lnTo>
                  <a:lnTo>
                    <a:pt x="1274121" y="748801"/>
                  </a:lnTo>
                  <a:lnTo>
                    <a:pt x="1276398" y="737455"/>
                  </a:lnTo>
                  <a:lnTo>
                    <a:pt x="1278387" y="727452"/>
                  </a:lnTo>
                  <a:lnTo>
                    <a:pt x="1278657" y="726110"/>
                  </a:lnTo>
                  <a:lnTo>
                    <a:pt x="1281001" y="714764"/>
                  </a:lnTo>
                  <a:lnTo>
                    <a:pt x="1283311" y="703419"/>
                  </a:lnTo>
                  <a:lnTo>
                    <a:pt x="1285621" y="692074"/>
                  </a:lnTo>
                  <a:lnTo>
                    <a:pt x="1287914" y="680728"/>
                  </a:lnTo>
                  <a:lnTo>
                    <a:pt x="1290191" y="669383"/>
                  </a:lnTo>
                  <a:lnTo>
                    <a:pt x="1292467" y="658037"/>
                  </a:lnTo>
                  <a:lnTo>
                    <a:pt x="1292821" y="656263"/>
                  </a:lnTo>
                  <a:lnTo>
                    <a:pt x="1294794" y="646692"/>
                  </a:lnTo>
                  <a:lnTo>
                    <a:pt x="1297121" y="635346"/>
                  </a:lnTo>
                  <a:lnTo>
                    <a:pt x="1299431" y="624001"/>
                  </a:lnTo>
                  <a:lnTo>
                    <a:pt x="1301724" y="612655"/>
                  </a:lnTo>
                  <a:lnTo>
                    <a:pt x="1304000" y="601310"/>
                  </a:lnTo>
                  <a:lnTo>
                    <a:pt x="1306277" y="589964"/>
                  </a:lnTo>
                  <a:lnTo>
                    <a:pt x="1307255" y="585072"/>
                  </a:lnTo>
                  <a:lnTo>
                    <a:pt x="1308587" y="578619"/>
                  </a:lnTo>
                  <a:lnTo>
                    <a:pt x="1310914" y="567273"/>
                  </a:lnTo>
                  <a:lnTo>
                    <a:pt x="1313224" y="555928"/>
                  </a:lnTo>
                  <a:lnTo>
                    <a:pt x="1315517" y="544582"/>
                  </a:lnTo>
                  <a:lnTo>
                    <a:pt x="1317810" y="533237"/>
                  </a:lnTo>
                  <a:lnTo>
                    <a:pt x="1320087" y="521891"/>
                  </a:lnTo>
                  <a:lnTo>
                    <a:pt x="1321689" y="513887"/>
                  </a:lnTo>
                  <a:lnTo>
                    <a:pt x="1322380" y="510546"/>
                  </a:lnTo>
                  <a:lnTo>
                    <a:pt x="1324707" y="499200"/>
                  </a:lnTo>
                  <a:lnTo>
                    <a:pt x="1327017" y="487855"/>
                  </a:lnTo>
                  <a:lnTo>
                    <a:pt x="1329327" y="476509"/>
                  </a:lnTo>
                  <a:lnTo>
                    <a:pt x="1331620" y="465164"/>
                  </a:lnTo>
                  <a:lnTo>
                    <a:pt x="1333896" y="453818"/>
                  </a:lnTo>
                  <a:lnTo>
                    <a:pt x="1336122" y="442709"/>
                  </a:lnTo>
                  <a:lnTo>
                    <a:pt x="1336173" y="442473"/>
                  </a:lnTo>
                  <a:lnTo>
                    <a:pt x="1338500" y="431129"/>
                  </a:lnTo>
                  <a:lnTo>
                    <a:pt x="1340810" y="419782"/>
                  </a:lnTo>
                  <a:lnTo>
                    <a:pt x="1343120" y="408438"/>
                  </a:lnTo>
                  <a:lnTo>
                    <a:pt x="1345413" y="397091"/>
                  </a:lnTo>
                  <a:lnTo>
                    <a:pt x="1347706" y="385747"/>
                  </a:lnTo>
                  <a:lnTo>
                    <a:pt x="1349983" y="374400"/>
                  </a:lnTo>
                  <a:lnTo>
                    <a:pt x="1350556" y="371515"/>
                  </a:lnTo>
                  <a:lnTo>
                    <a:pt x="1352293" y="363056"/>
                  </a:lnTo>
                  <a:lnTo>
                    <a:pt x="1354620" y="351709"/>
                  </a:lnTo>
                  <a:lnTo>
                    <a:pt x="1356930" y="340365"/>
                  </a:lnTo>
                  <a:lnTo>
                    <a:pt x="1359223" y="329018"/>
                  </a:lnTo>
                  <a:lnTo>
                    <a:pt x="1361516" y="317674"/>
                  </a:lnTo>
                  <a:lnTo>
                    <a:pt x="1363793" y="306327"/>
                  </a:lnTo>
                  <a:lnTo>
                    <a:pt x="1364990" y="300326"/>
                  </a:lnTo>
                  <a:lnTo>
                    <a:pt x="1366086" y="294983"/>
                  </a:lnTo>
                  <a:lnTo>
                    <a:pt x="1368413" y="283636"/>
                  </a:lnTo>
                  <a:lnTo>
                    <a:pt x="1370723" y="272292"/>
                  </a:lnTo>
                  <a:lnTo>
                    <a:pt x="1373016" y="260945"/>
                  </a:lnTo>
                  <a:lnTo>
                    <a:pt x="1375309" y="249601"/>
                  </a:lnTo>
                  <a:lnTo>
                    <a:pt x="1377602" y="238254"/>
                  </a:lnTo>
                  <a:lnTo>
                    <a:pt x="1379424" y="229144"/>
                  </a:lnTo>
                  <a:lnTo>
                    <a:pt x="1379879" y="226910"/>
                  </a:lnTo>
                  <a:lnTo>
                    <a:pt x="1382206" y="215563"/>
                  </a:lnTo>
                  <a:lnTo>
                    <a:pt x="1384516" y="204219"/>
                  </a:lnTo>
                  <a:lnTo>
                    <a:pt x="1386826" y="192872"/>
                  </a:lnTo>
                  <a:lnTo>
                    <a:pt x="1389119" y="181528"/>
                  </a:lnTo>
                  <a:lnTo>
                    <a:pt x="1391395" y="170183"/>
                  </a:lnTo>
                  <a:lnTo>
                    <a:pt x="1393672" y="158837"/>
                  </a:lnTo>
                  <a:lnTo>
                    <a:pt x="1393857" y="157960"/>
                  </a:lnTo>
                  <a:lnTo>
                    <a:pt x="1395999" y="147492"/>
                  </a:lnTo>
                  <a:lnTo>
                    <a:pt x="1398309" y="136146"/>
                  </a:lnTo>
                  <a:lnTo>
                    <a:pt x="1400619" y="124801"/>
                  </a:lnTo>
                  <a:lnTo>
                    <a:pt x="1402929" y="113455"/>
                  </a:lnTo>
                  <a:lnTo>
                    <a:pt x="1405205" y="102110"/>
                  </a:lnTo>
                  <a:lnTo>
                    <a:pt x="1407482" y="90764"/>
                  </a:lnTo>
                  <a:lnTo>
                    <a:pt x="1408291" y="86767"/>
                  </a:lnTo>
                  <a:lnTo>
                    <a:pt x="1409792" y="79418"/>
                  </a:lnTo>
                  <a:lnTo>
                    <a:pt x="1412119" y="68073"/>
                  </a:lnTo>
                  <a:lnTo>
                    <a:pt x="1414429" y="56727"/>
                  </a:lnTo>
                  <a:lnTo>
                    <a:pt x="1416722" y="45382"/>
                  </a:lnTo>
                  <a:lnTo>
                    <a:pt x="1419015" y="34037"/>
                  </a:lnTo>
                  <a:lnTo>
                    <a:pt x="1421292" y="22691"/>
                  </a:lnTo>
                  <a:lnTo>
                    <a:pt x="1422725" y="15580"/>
                  </a:lnTo>
                  <a:lnTo>
                    <a:pt x="1423585" y="11346"/>
                  </a:lnTo>
                  <a:lnTo>
                    <a:pt x="1425912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F52CDC9B-668E-7A7F-5FF2-A97751F48AE7}"/>
                </a:ext>
              </a:extLst>
            </p:cNvPr>
            <p:cNvSpPr/>
            <p:nvPr/>
          </p:nvSpPr>
          <p:spPr>
            <a:xfrm>
              <a:off x="4010149" y="4079520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60865292-D9AC-B04D-546C-289E2FC33101}"/>
              </a:ext>
            </a:extLst>
          </p:cNvPr>
          <p:cNvGrpSpPr/>
          <p:nvPr/>
        </p:nvGrpSpPr>
        <p:grpSpPr>
          <a:xfrm>
            <a:off x="1735845" y="2521084"/>
            <a:ext cx="2395709" cy="2236037"/>
            <a:chOff x="1735845" y="2521084"/>
            <a:chExt cx="2395709" cy="2236037"/>
          </a:xfrm>
        </p:grpSpPr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D7032859-1187-C36A-CBE3-80DDF7A039F3}"/>
                </a:ext>
              </a:extLst>
            </p:cNvPr>
            <p:cNvSpPr/>
            <p:nvPr/>
          </p:nvSpPr>
          <p:spPr>
            <a:xfrm>
              <a:off x="1735845" y="2521084"/>
              <a:ext cx="927429" cy="2236037"/>
            </a:xfrm>
            <a:custGeom>
              <a:avLst/>
              <a:gdLst>
                <a:gd name="csX0" fmla="*/ 927429 w 927429"/>
                <a:gd name="csY0" fmla="*/ 0 h 2236037"/>
                <a:gd name="csX1" fmla="*/ 926536 w 927429"/>
                <a:gd name="csY1" fmla="*/ 11346 h 2236037"/>
                <a:gd name="csX2" fmla="*/ 925642 w 927429"/>
                <a:gd name="csY2" fmla="*/ 22691 h 2236037"/>
                <a:gd name="csX3" fmla="*/ 924748 w 927429"/>
                <a:gd name="csY3" fmla="*/ 34037 h 2236037"/>
                <a:gd name="csX4" fmla="*/ 923855 w 927429"/>
                <a:gd name="csY4" fmla="*/ 45382 h 2236037"/>
                <a:gd name="csX5" fmla="*/ 922961 w 927429"/>
                <a:gd name="csY5" fmla="*/ 56727 h 2236037"/>
                <a:gd name="csX6" fmla="*/ 922067 w 927429"/>
                <a:gd name="csY6" fmla="*/ 68073 h 2236037"/>
                <a:gd name="csX7" fmla="*/ 921174 w 927429"/>
                <a:gd name="csY7" fmla="*/ 79418 h 2236037"/>
                <a:gd name="csX8" fmla="*/ 920297 w 927429"/>
                <a:gd name="csY8" fmla="*/ 90764 h 2236037"/>
                <a:gd name="csX9" fmla="*/ 919403 w 927429"/>
                <a:gd name="csY9" fmla="*/ 102110 h 2236037"/>
                <a:gd name="csX10" fmla="*/ 918509 w 927429"/>
                <a:gd name="csY10" fmla="*/ 113455 h 2236037"/>
                <a:gd name="csX11" fmla="*/ 917616 w 927429"/>
                <a:gd name="csY11" fmla="*/ 124801 h 2236037"/>
                <a:gd name="csX12" fmla="*/ 916722 w 927429"/>
                <a:gd name="csY12" fmla="*/ 136146 h 2236037"/>
                <a:gd name="csX13" fmla="*/ 915997 w 927429"/>
                <a:gd name="csY13" fmla="*/ 145416 h 2236037"/>
                <a:gd name="csX14" fmla="*/ 915828 w 927429"/>
                <a:gd name="csY14" fmla="*/ 147492 h 2236037"/>
                <a:gd name="csX15" fmla="*/ 914935 w 927429"/>
                <a:gd name="csY15" fmla="*/ 158837 h 2236037"/>
                <a:gd name="csX16" fmla="*/ 914058 w 927429"/>
                <a:gd name="csY16" fmla="*/ 170183 h 2236037"/>
                <a:gd name="csX17" fmla="*/ 913164 w 927429"/>
                <a:gd name="csY17" fmla="*/ 181528 h 2236037"/>
                <a:gd name="csX18" fmla="*/ 912271 w 927429"/>
                <a:gd name="csY18" fmla="*/ 192872 h 2236037"/>
                <a:gd name="csX19" fmla="*/ 911377 w 927429"/>
                <a:gd name="csY19" fmla="*/ 204219 h 2236037"/>
                <a:gd name="csX20" fmla="*/ 910483 w 927429"/>
                <a:gd name="csY20" fmla="*/ 215563 h 2236037"/>
                <a:gd name="csX21" fmla="*/ 909590 w 927429"/>
                <a:gd name="csY21" fmla="*/ 226910 h 2236037"/>
                <a:gd name="csX22" fmla="*/ 908696 w 927429"/>
                <a:gd name="csY22" fmla="*/ 238254 h 2236037"/>
                <a:gd name="csX23" fmla="*/ 907802 w 927429"/>
                <a:gd name="csY23" fmla="*/ 249601 h 2236037"/>
                <a:gd name="csX24" fmla="*/ 906925 w 927429"/>
                <a:gd name="csY24" fmla="*/ 260945 h 2236037"/>
                <a:gd name="csX25" fmla="*/ 906032 w 927429"/>
                <a:gd name="csY25" fmla="*/ 272292 h 2236037"/>
                <a:gd name="csX26" fmla="*/ 905138 w 927429"/>
                <a:gd name="csY26" fmla="*/ 283636 h 2236037"/>
                <a:gd name="csX27" fmla="*/ 904244 w 927429"/>
                <a:gd name="csY27" fmla="*/ 294983 h 2236037"/>
                <a:gd name="csX28" fmla="*/ 903351 w 927429"/>
                <a:gd name="csY28" fmla="*/ 306327 h 2236037"/>
                <a:gd name="csX29" fmla="*/ 902457 w 927429"/>
                <a:gd name="csY29" fmla="*/ 317674 h 2236037"/>
                <a:gd name="csX30" fmla="*/ 901580 w 927429"/>
                <a:gd name="csY30" fmla="*/ 329018 h 2236037"/>
                <a:gd name="csX31" fmla="*/ 901563 w 927429"/>
                <a:gd name="csY31" fmla="*/ 329125 h 2236037"/>
                <a:gd name="csX32" fmla="*/ 900687 w 927429"/>
                <a:gd name="csY32" fmla="*/ 340365 h 2236037"/>
                <a:gd name="csX33" fmla="*/ 899793 w 927429"/>
                <a:gd name="csY33" fmla="*/ 351709 h 2236037"/>
                <a:gd name="csX34" fmla="*/ 898899 w 927429"/>
                <a:gd name="csY34" fmla="*/ 363056 h 2236037"/>
                <a:gd name="csX35" fmla="*/ 898006 w 927429"/>
                <a:gd name="csY35" fmla="*/ 374400 h 2236037"/>
                <a:gd name="csX36" fmla="*/ 897112 w 927429"/>
                <a:gd name="csY36" fmla="*/ 385747 h 2236037"/>
                <a:gd name="csX37" fmla="*/ 896218 w 927429"/>
                <a:gd name="csY37" fmla="*/ 397091 h 2236037"/>
                <a:gd name="csX38" fmla="*/ 895324 w 927429"/>
                <a:gd name="csY38" fmla="*/ 408438 h 2236037"/>
                <a:gd name="csX39" fmla="*/ 894431 w 927429"/>
                <a:gd name="csY39" fmla="*/ 419782 h 2236037"/>
                <a:gd name="csX40" fmla="*/ 893554 w 927429"/>
                <a:gd name="csY40" fmla="*/ 431129 h 2236037"/>
                <a:gd name="csX41" fmla="*/ 892660 w 927429"/>
                <a:gd name="csY41" fmla="*/ 442473 h 2236037"/>
                <a:gd name="csX42" fmla="*/ 891767 w 927429"/>
                <a:gd name="csY42" fmla="*/ 453818 h 2236037"/>
                <a:gd name="csX43" fmla="*/ 890873 w 927429"/>
                <a:gd name="csY43" fmla="*/ 465164 h 2236037"/>
                <a:gd name="csX44" fmla="*/ 889979 w 927429"/>
                <a:gd name="csY44" fmla="*/ 476509 h 2236037"/>
                <a:gd name="csX45" fmla="*/ 889086 w 927429"/>
                <a:gd name="csY45" fmla="*/ 487855 h 2236037"/>
                <a:gd name="csX46" fmla="*/ 888209 w 927429"/>
                <a:gd name="csY46" fmla="*/ 499200 h 2236037"/>
                <a:gd name="csX47" fmla="*/ 887315 w 927429"/>
                <a:gd name="csY47" fmla="*/ 510546 h 2236037"/>
                <a:gd name="csX48" fmla="*/ 887130 w 927429"/>
                <a:gd name="csY48" fmla="*/ 512813 h 2236037"/>
                <a:gd name="csX49" fmla="*/ 886421 w 927429"/>
                <a:gd name="csY49" fmla="*/ 521891 h 2236037"/>
                <a:gd name="csX50" fmla="*/ 885528 w 927429"/>
                <a:gd name="csY50" fmla="*/ 533237 h 2236037"/>
                <a:gd name="csX51" fmla="*/ 884634 w 927429"/>
                <a:gd name="csY51" fmla="*/ 544582 h 2236037"/>
                <a:gd name="csX52" fmla="*/ 883740 w 927429"/>
                <a:gd name="csY52" fmla="*/ 555928 h 2236037"/>
                <a:gd name="csX53" fmla="*/ 882847 w 927429"/>
                <a:gd name="csY53" fmla="*/ 567273 h 2236037"/>
                <a:gd name="csX54" fmla="*/ 881953 w 927429"/>
                <a:gd name="csY54" fmla="*/ 578619 h 2236037"/>
                <a:gd name="csX55" fmla="*/ 881059 w 927429"/>
                <a:gd name="csY55" fmla="*/ 589964 h 2236037"/>
                <a:gd name="csX56" fmla="*/ 880182 w 927429"/>
                <a:gd name="csY56" fmla="*/ 601310 h 2236037"/>
                <a:gd name="csX57" fmla="*/ 879289 w 927429"/>
                <a:gd name="csY57" fmla="*/ 612655 h 2236037"/>
                <a:gd name="csX58" fmla="*/ 878395 w 927429"/>
                <a:gd name="csY58" fmla="*/ 624001 h 2236037"/>
                <a:gd name="csX59" fmla="*/ 877501 w 927429"/>
                <a:gd name="csY59" fmla="*/ 635346 h 2236037"/>
                <a:gd name="csX60" fmla="*/ 876608 w 927429"/>
                <a:gd name="csY60" fmla="*/ 646692 h 2236037"/>
                <a:gd name="csX61" fmla="*/ 875714 w 927429"/>
                <a:gd name="csY61" fmla="*/ 658037 h 2236037"/>
                <a:gd name="csX62" fmla="*/ 874837 w 927429"/>
                <a:gd name="csY62" fmla="*/ 669383 h 2236037"/>
                <a:gd name="csX63" fmla="*/ 873944 w 927429"/>
                <a:gd name="csY63" fmla="*/ 680728 h 2236037"/>
                <a:gd name="csX64" fmla="*/ 873050 w 927429"/>
                <a:gd name="csY64" fmla="*/ 692074 h 2236037"/>
                <a:gd name="csX65" fmla="*/ 872696 w 927429"/>
                <a:gd name="csY65" fmla="*/ 696506 h 2236037"/>
                <a:gd name="csX66" fmla="*/ 872156 w 927429"/>
                <a:gd name="csY66" fmla="*/ 703419 h 2236037"/>
                <a:gd name="csX67" fmla="*/ 871263 w 927429"/>
                <a:gd name="csY67" fmla="*/ 714764 h 2236037"/>
                <a:gd name="csX68" fmla="*/ 870369 w 927429"/>
                <a:gd name="csY68" fmla="*/ 726110 h 2236037"/>
                <a:gd name="csX69" fmla="*/ 869475 w 927429"/>
                <a:gd name="csY69" fmla="*/ 737455 h 2236037"/>
                <a:gd name="csX70" fmla="*/ 868581 w 927429"/>
                <a:gd name="csY70" fmla="*/ 748801 h 2236037"/>
                <a:gd name="csX71" fmla="*/ 867688 w 927429"/>
                <a:gd name="csY71" fmla="*/ 760146 h 2236037"/>
                <a:gd name="csX72" fmla="*/ 866811 w 927429"/>
                <a:gd name="csY72" fmla="*/ 771492 h 2236037"/>
                <a:gd name="csX73" fmla="*/ 865917 w 927429"/>
                <a:gd name="csY73" fmla="*/ 782837 h 2236037"/>
                <a:gd name="csX74" fmla="*/ 865024 w 927429"/>
                <a:gd name="csY74" fmla="*/ 794183 h 2236037"/>
                <a:gd name="csX75" fmla="*/ 864130 w 927429"/>
                <a:gd name="csY75" fmla="*/ 805528 h 2236037"/>
                <a:gd name="csX76" fmla="*/ 863236 w 927429"/>
                <a:gd name="csY76" fmla="*/ 816874 h 2236037"/>
                <a:gd name="csX77" fmla="*/ 862343 w 927429"/>
                <a:gd name="csY77" fmla="*/ 828219 h 2236037"/>
                <a:gd name="csX78" fmla="*/ 861449 w 927429"/>
                <a:gd name="csY78" fmla="*/ 839565 h 2236037"/>
                <a:gd name="csX79" fmla="*/ 860572 w 927429"/>
                <a:gd name="csY79" fmla="*/ 850910 h 2236037"/>
                <a:gd name="csX80" fmla="*/ 859679 w 927429"/>
                <a:gd name="csY80" fmla="*/ 862256 h 2236037"/>
                <a:gd name="csX81" fmla="*/ 858785 w 927429"/>
                <a:gd name="csY81" fmla="*/ 873601 h 2236037"/>
                <a:gd name="csX82" fmla="*/ 858262 w 927429"/>
                <a:gd name="csY82" fmla="*/ 880202 h 2236037"/>
                <a:gd name="csX83" fmla="*/ 857891 w 927429"/>
                <a:gd name="csY83" fmla="*/ 884947 h 2236037"/>
                <a:gd name="csX84" fmla="*/ 856997 w 927429"/>
                <a:gd name="csY84" fmla="*/ 896292 h 2236037"/>
                <a:gd name="csX85" fmla="*/ 856104 w 927429"/>
                <a:gd name="csY85" fmla="*/ 907638 h 2236037"/>
                <a:gd name="csX86" fmla="*/ 855210 w 927429"/>
                <a:gd name="csY86" fmla="*/ 918983 h 2236037"/>
                <a:gd name="csX87" fmla="*/ 854316 w 927429"/>
                <a:gd name="csY87" fmla="*/ 930329 h 2236037"/>
                <a:gd name="csX88" fmla="*/ 853440 w 927429"/>
                <a:gd name="csY88" fmla="*/ 941674 h 2236037"/>
                <a:gd name="csX89" fmla="*/ 852546 w 927429"/>
                <a:gd name="csY89" fmla="*/ 953020 h 2236037"/>
                <a:gd name="csX90" fmla="*/ 851652 w 927429"/>
                <a:gd name="csY90" fmla="*/ 964365 h 2236037"/>
                <a:gd name="csX91" fmla="*/ 850759 w 927429"/>
                <a:gd name="csY91" fmla="*/ 975711 h 2236037"/>
                <a:gd name="csX92" fmla="*/ 849865 w 927429"/>
                <a:gd name="csY92" fmla="*/ 987056 h 2236037"/>
                <a:gd name="csX93" fmla="*/ 848971 w 927429"/>
                <a:gd name="csY93" fmla="*/ 998401 h 2236037"/>
                <a:gd name="csX94" fmla="*/ 848078 w 927429"/>
                <a:gd name="csY94" fmla="*/ 1009747 h 2236037"/>
                <a:gd name="csX95" fmla="*/ 847201 w 927429"/>
                <a:gd name="csY95" fmla="*/ 1021092 h 2236037"/>
                <a:gd name="csX96" fmla="*/ 846307 w 927429"/>
                <a:gd name="csY96" fmla="*/ 1032438 h 2236037"/>
                <a:gd name="csX97" fmla="*/ 845413 w 927429"/>
                <a:gd name="csY97" fmla="*/ 1043783 h 2236037"/>
                <a:gd name="csX98" fmla="*/ 844520 w 927429"/>
                <a:gd name="csY98" fmla="*/ 1055129 h 2236037"/>
                <a:gd name="csX99" fmla="*/ 843828 w 927429"/>
                <a:gd name="csY99" fmla="*/ 1063906 h 2236037"/>
                <a:gd name="csX100" fmla="*/ 843626 w 927429"/>
                <a:gd name="csY100" fmla="*/ 1066474 h 2236037"/>
                <a:gd name="csX101" fmla="*/ 842732 w 927429"/>
                <a:gd name="csY101" fmla="*/ 1077820 h 2236037"/>
                <a:gd name="csX102" fmla="*/ 841839 w 927429"/>
                <a:gd name="csY102" fmla="*/ 1089165 h 2236037"/>
                <a:gd name="csX103" fmla="*/ 840945 w 927429"/>
                <a:gd name="csY103" fmla="*/ 1100511 h 2236037"/>
                <a:gd name="csX104" fmla="*/ 840051 w 927429"/>
                <a:gd name="csY104" fmla="*/ 1111856 h 2236037"/>
                <a:gd name="csX105" fmla="*/ 839175 w 927429"/>
                <a:gd name="csY105" fmla="*/ 1123202 h 2236037"/>
                <a:gd name="csX106" fmla="*/ 838281 w 927429"/>
                <a:gd name="csY106" fmla="*/ 1134547 h 2236037"/>
                <a:gd name="csX107" fmla="*/ 837387 w 927429"/>
                <a:gd name="csY107" fmla="*/ 1145893 h 2236037"/>
                <a:gd name="csX108" fmla="*/ 836494 w 927429"/>
                <a:gd name="csY108" fmla="*/ 1157238 h 2236037"/>
                <a:gd name="csX109" fmla="*/ 835600 w 927429"/>
                <a:gd name="csY109" fmla="*/ 1168584 h 2236037"/>
                <a:gd name="csX110" fmla="*/ 834706 w 927429"/>
                <a:gd name="csY110" fmla="*/ 1179929 h 2236037"/>
                <a:gd name="csX111" fmla="*/ 833829 w 927429"/>
                <a:gd name="csY111" fmla="*/ 1191275 h 2236037"/>
                <a:gd name="csX112" fmla="*/ 832935 w 927429"/>
                <a:gd name="csY112" fmla="*/ 1202620 h 2236037"/>
                <a:gd name="csX113" fmla="*/ 832042 w 927429"/>
                <a:gd name="csY113" fmla="*/ 1213966 h 2236037"/>
                <a:gd name="csX114" fmla="*/ 831148 w 927429"/>
                <a:gd name="csY114" fmla="*/ 1225311 h 2236037"/>
                <a:gd name="csX115" fmla="*/ 830255 w 927429"/>
                <a:gd name="csY115" fmla="*/ 1236657 h 2236037"/>
                <a:gd name="csX116" fmla="*/ 829395 w 927429"/>
                <a:gd name="csY116" fmla="*/ 1247621 h 2236037"/>
                <a:gd name="csX117" fmla="*/ 829361 w 927429"/>
                <a:gd name="csY117" fmla="*/ 1248002 h 2236037"/>
                <a:gd name="csX118" fmla="*/ 828467 w 927429"/>
                <a:gd name="csY118" fmla="*/ 1259346 h 2236037"/>
                <a:gd name="csX119" fmla="*/ 827574 w 927429"/>
                <a:gd name="csY119" fmla="*/ 1270693 h 2236037"/>
                <a:gd name="csX120" fmla="*/ 826680 w 927429"/>
                <a:gd name="csY120" fmla="*/ 1282037 h 2236037"/>
                <a:gd name="csX121" fmla="*/ 825803 w 927429"/>
                <a:gd name="csY121" fmla="*/ 1293384 h 2236037"/>
                <a:gd name="csX122" fmla="*/ 824909 w 927429"/>
                <a:gd name="csY122" fmla="*/ 1304728 h 2236037"/>
                <a:gd name="csX123" fmla="*/ 824016 w 927429"/>
                <a:gd name="csY123" fmla="*/ 1316075 h 2236037"/>
                <a:gd name="csX124" fmla="*/ 823122 w 927429"/>
                <a:gd name="csY124" fmla="*/ 1327419 h 2236037"/>
                <a:gd name="csX125" fmla="*/ 822228 w 927429"/>
                <a:gd name="csY125" fmla="*/ 1338766 h 2236037"/>
                <a:gd name="csX126" fmla="*/ 821335 w 927429"/>
                <a:gd name="csY126" fmla="*/ 1350110 h 2236037"/>
                <a:gd name="csX127" fmla="*/ 820441 w 927429"/>
                <a:gd name="csY127" fmla="*/ 1361457 h 2236037"/>
                <a:gd name="csX128" fmla="*/ 819564 w 927429"/>
                <a:gd name="csY128" fmla="*/ 1372801 h 2236037"/>
                <a:gd name="csX129" fmla="*/ 818670 w 927429"/>
                <a:gd name="csY129" fmla="*/ 1384148 h 2236037"/>
                <a:gd name="csX130" fmla="*/ 817777 w 927429"/>
                <a:gd name="csY130" fmla="*/ 1395492 h 2236037"/>
                <a:gd name="csX131" fmla="*/ 816883 w 927429"/>
                <a:gd name="csY131" fmla="*/ 1406839 h 2236037"/>
                <a:gd name="csX132" fmla="*/ 815989 w 927429"/>
                <a:gd name="csY132" fmla="*/ 1418183 h 2236037"/>
                <a:gd name="csX133" fmla="*/ 815113 w 927429"/>
                <a:gd name="csY133" fmla="*/ 1429530 h 2236037"/>
                <a:gd name="csX134" fmla="*/ 814961 w 927429"/>
                <a:gd name="csY134" fmla="*/ 1431304 h 2236037"/>
                <a:gd name="csX135" fmla="*/ 814202 w 927429"/>
                <a:gd name="csY135" fmla="*/ 1440874 h 2236037"/>
                <a:gd name="csX136" fmla="*/ 813308 w 927429"/>
                <a:gd name="csY136" fmla="*/ 1452221 h 2236037"/>
                <a:gd name="csX137" fmla="*/ 812432 w 927429"/>
                <a:gd name="csY137" fmla="*/ 1463565 h 2236037"/>
                <a:gd name="csX138" fmla="*/ 811538 w 927429"/>
                <a:gd name="csY138" fmla="*/ 1474912 h 2236037"/>
                <a:gd name="csX139" fmla="*/ 810644 w 927429"/>
                <a:gd name="csY139" fmla="*/ 1486256 h 2236037"/>
                <a:gd name="csX140" fmla="*/ 809750 w 927429"/>
                <a:gd name="csY140" fmla="*/ 1497603 h 2236037"/>
                <a:gd name="csX141" fmla="*/ 808857 w 927429"/>
                <a:gd name="csY141" fmla="*/ 1508947 h 2236037"/>
                <a:gd name="csX142" fmla="*/ 807963 w 927429"/>
                <a:gd name="csY142" fmla="*/ 1520292 h 2236037"/>
                <a:gd name="csX143" fmla="*/ 807069 w 927429"/>
                <a:gd name="csY143" fmla="*/ 1531638 h 2236037"/>
                <a:gd name="csX144" fmla="*/ 806193 w 927429"/>
                <a:gd name="csY144" fmla="*/ 1542983 h 2236037"/>
                <a:gd name="csX145" fmla="*/ 805299 w 927429"/>
                <a:gd name="csY145" fmla="*/ 1554329 h 2236037"/>
                <a:gd name="csX146" fmla="*/ 804405 w 927429"/>
                <a:gd name="csY146" fmla="*/ 1565674 h 2236037"/>
                <a:gd name="csX147" fmla="*/ 803512 w 927429"/>
                <a:gd name="csY147" fmla="*/ 1577020 h 2236037"/>
                <a:gd name="csX148" fmla="*/ 802618 w 927429"/>
                <a:gd name="csY148" fmla="*/ 1588365 h 2236037"/>
                <a:gd name="csX149" fmla="*/ 801741 w 927429"/>
                <a:gd name="csY149" fmla="*/ 1599711 h 2236037"/>
                <a:gd name="csX150" fmla="*/ 800848 w 927429"/>
                <a:gd name="csY150" fmla="*/ 1611053 h 2236037"/>
                <a:gd name="csX151" fmla="*/ 800527 w 927429"/>
                <a:gd name="csY151" fmla="*/ 1614982 h 2236037"/>
                <a:gd name="csX152" fmla="*/ 799954 w 927429"/>
                <a:gd name="csY152" fmla="*/ 1622401 h 2236037"/>
                <a:gd name="csX153" fmla="*/ 799060 w 927429"/>
                <a:gd name="csY153" fmla="*/ 1633749 h 2236037"/>
                <a:gd name="csX154" fmla="*/ 798166 w 927429"/>
                <a:gd name="csY154" fmla="*/ 1645097 h 2236037"/>
                <a:gd name="csX155" fmla="*/ 797273 w 927429"/>
                <a:gd name="csY155" fmla="*/ 1656445 h 2236037"/>
                <a:gd name="csX156" fmla="*/ 796379 w 927429"/>
                <a:gd name="csY156" fmla="*/ 1667776 h 2236037"/>
                <a:gd name="csX157" fmla="*/ 795485 w 927429"/>
                <a:gd name="csY157" fmla="*/ 1679124 h 2236037"/>
                <a:gd name="csX158" fmla="*/ 794592 w 927429"/>
                <a:gd name="csY158" fmla="*/ 1690472 h 2236037"/>
                <a:gd name="csX159" fmla="*/ 793698 w 927429"/>
                <a:gd name="csY159" fmla="*/ 1701820 h 2236037"/>
                <a:gd name="csX160" fmla="*/ 792804 w 927429"/>
                <a:gd name="csY160" fmla="*/ 1713168 h 2236037"/>
                <a:gd name="csX161" fmla="*/ 791928 w 927429"/>
                <a:gd name="csY161" fmla="*/ 1724516 h 2236037"/>
                <a:gd name="csX162" fmla="*/ 791034 w 927429"/>
                <a:gd name="csY162" fmla="*/ 1735864 h 2236037"/>
                <a:gd name="csX163" fmla="*/ 790140 w 927429"/>
                <a:gd name="csY163" fmla="*/ 1747195 h 2236037"/>
                <a:gd name="csX164" fmla="*/ 789247 w 927429"/>
                <a:gd name="csY164" fmla="*/ 1758543 h 2236037"/>
                <a:gd name="csX165" fmla="*/ 788370 w 927429"/>
                <a:gd name="csY165" fmla="*/ 1769891 h 2236037"/>
                <a:gd name="csX166" fmla="*/ 787476 w 927429"/>
                <a:gd name="csY166" fmla="*/ 1781239 h 2236037"/>
                <a:gd name="csX167" fmla="*/ 786582 w 927429"/>
                <a:gd name="csY167" fmla="*/ 1792587 h 2236037"/>
                <a:gd name="csX168" fmla="*/ 786093 w 927429"/>
                <a:gd name="csY168" fmla="*/ 1798658 h 2236037"/>
                <a:gd name="csX169" fmla="*/ 785689 w 927429"/>
                <a:gd name="csY169" fmla="*/ 1803935 h 2236037"/>
                <a:gd name="csX170" fmla="*/ 784778 w 927429"/>
                <a:gd name="csY170" fmla="*/ 1815267 h 2236037"/>
                <a:gd name="csX171" fmla="*/ 783884 w 927429"/>
                <a:gd name="csY171" fmla="*/ 1826615 h 2236037"/>
                <a:gd name="csX172" fmla="*/ 782991 w 927429"/>
                <a:gd name="csY172" fmla="*/ 1837963 h 2236037"/>
                <a:gd name="csX173" fmla="*/ 782097 w 927429"/>
                <a:gd name="csY173" fmla="*/ 1849311 h 2236037"/>
                <a:gd name="csX174" fmla="*/ 781203 w 927429"/>
                <a:gd name="csY174" fmla="*/ 1860659 h 2236037"/>
                <a:gd name="csX175" fmla="*/ 780327 w 927429"/>
                <a:gd name="csY175" fmla="*/ 1872007 h 2236037"/>
                <a:gd name="csX176" fmla="*/ 779433 w 927429"/>
                <a:gd name="csY176" fmla="*/ 1883355 h 2236037"/>
                <a:gd name="csX177" fmla="*/ 778539 w 927429"/>
                <a:gd name="csY177" fmla="*/ 1894686 h 2236037"/>
                <a:gd name="csX178" fmla="*/ 777662 w 927429"/>
                <a:gd name="csY178" fmla="*/ 1906034 h 2236037"/>
                <a:gd name="csX179" fmla="*/ 776769 w 927429"/>
                <a:gd name="csY179" fmla="*/ 1917382 h 2236037"/>
                <a:gd name="csX180" fmla="*/ 775892 w 927429"/>
                <a:gd name="csY180" fmla="*/ 1928730 h 2236037"/>
                <a:gd name="csX181" fmla="*/ 774998 w 927429"/>
                <a:gd name="csY181" fmla="*/ 1940078 h 2236037"/>
                <a:gd name="csX182" fmla="*/ 774105 w 927429"/>
                <a:gd name="csY182" fmla="*/ 1951426 h 2236037"/>
                <a:gd name="csX183" fmla="*/ 773211 w 927429"/>
                <a:gd name="csY183" fmla="*/ 1962774 h 2236037"/>
                <a:gd name="csX184" fmla="*/ 772317 w 927429"/>
                <a:gd name="csY184" fmla="*/ 1974105 h 2236037"/>
                <a:gd name="csX185" fmla="*/ 771660 w 927429"/>
                <a:gd name="csY185" fmla="*/ 1982334 h 2236037"/>
                <a:gd name="csX186" fmla="*/ 771423 w 927429"/>
                <a:gd name="csY186" fmla="*/ 1985453 h 2236037"/>
                <a:gd name="csX187" fmla="*/ 770513 w 927429"/>
                <a:gd name="csY187" fmla="*/ 1996801 h 2236037"/>
                <a:gd name="csX188" fmla="*/ 769602 w 927429"/>
                <a:gd name="csY188" fmla="*/ 2008150 h 2236037"/>
                <a:gd name="csX189" fmla="*/ 768709 w 927429"/>
                <a:gd name="csY189" fmla="*/ 2019498 h 2236037"/>
                <a:gd name="csX190" fmla="*/ 767798 w 927429"/>
                <a:gd name="csY190" fmla="*/ 2030846 h 2236037"/>
                <a:gd name="csX191" fmla="*/ 766905 w 927429"/>
                <a:gd name="csY191" fmla="*/ 2042177 h 2236037"/>
                <a:gd name="csX192" fmla="*/ 766028 w 927429"/>
                <a:gd name="csY192" fmla="*/ 2053525 h 2236037"/>
                <a:gd name="csX193" fmla="*/ 765151 w 927429"/>
                <a:gd name="csY193" fmla="*/ 2064873 h 2236037"/>
                <a:gd name="csX194" fmla="*/ 764274 w 927429"/>
                <a:gd name="csY194" fmla="*/ 2076221 h 2236037"/>
                <a:gd name="csX195" fmla="*/ 763397 w 927429"/>
                <a:gd name="csY195" fmla="*/ 2087569 h 2236037"/>
                <a:gd name="csX196" fmla="*/ 762520 w 927429"/>
                <a:gd name="csY196" fmla="*/ 2098917 h 2236037"/>
                <a:gd name="csX197" fmla="*/ 761661 w 927429"/>
                <a:gd name="csY197" fmla="*/ 2110265 h 2236037"/>
                <a:gd name="csX198" fmla="*/ 760801 w 927429"/>
                <a:gd name="csY198" fmla="*/ 2121596 h 2236037"/>
                <a:gd name="csX199" fmla="*/ 759924 w 927429"/>
                <a:gd name="csY199" fmla="*/ 2132944 h 2236037"/>
                <a:gd name="csX200" fmla="*/ 759030 w 927429"/>
                <a:gd name="csY200" fmla="*/ 2144292 h 2236037"/>
                <a:gd name="csX201" fmla="*/ 758119 w 927429"/>
                <a:gd name="csY201" fmla="*/ 2155640 h 2236037"/>
                <a:gd name="csX202" fmla="*/ 757226 w 927429"/>
                <a:gd name="csY202" fmla="*/ 2166027 h 2236037"/>
                <a:gd name="csX203" fmla="*/ 757141 w 927429"/>
                <a:gd name="csY203" fmla="*/ 2166988 h 2236037"/>
                <a:gd name="csX204" fmla="*/ 756012 w 927429"/>
                <a:gd name="csY204" fmla="*/ 2178336 h 2236037"/>
                <a:gd name="csX205" fmla="*/ 754831 w 927429"/>
                <a:gd name="csY205" fmla="*/ 2189668 h 2236037"/>
                <a:gd name="csX206" fmla="*/ 753550 w 927429"/>
                <a:gd name="csY206" fmla="*/ 2201016 h 2236037"/>
                <a:gd name="csX207" fmla="*/ 752049 w 927429"/>
                <a:gd name="csY207" fmla="*/ 2212364 h 2236037"/>
                <a:gd name="csX208" fmla="*/ 749925 w 927429"/>
                <a:gd name="csY208" fmla="*/ 2223712 h 2236037"/>
                <a:gd name="csX209" fmla="*/ 744276 w 927429"/>
                <a:gd name="csY209" fmla="*/ 2235060 h 2236037"/>
                <a:gd name="csX210" fmla="*/ 742792 w 927429"/>
                <a:gd name="csY210" fmla="*/ 2236038 h 2236037"/>
                <a:gd name="csX211" fmla="*/ 741595 w 927429"/>
                <a:gd name="csY211" fmla="*/ 2235060 h 2236037"/>
                <a:gd name="csX212" fmla="*/ 737784 w 927429"/>
                <a:gd name="csY212" fmla="*/ 2223712 h 2236037"/>
                <a:gd name="csX213" fmla="*/ 736047 w 927429"/>
                <a:gd name="csY213" fmla="*/ 2212364 h 2236037"/>
                <a:gd name="csX214" fmla="*/ 732658 w 927429"/>
                <a:gd name="csY214" fmla="*/ 2201016 h 2236037"/>
                <a:gd name="csX215" fmla="*/ 728358 w 927429"/>
                <a:gd name="csY215" fmla="*/ 2192366 h 2236037"/>
                <a:gd name="csX216" fmla="*/ 727110 w 927429"/>
                <a:gd name="csY216" fmla="*/ 2189668 h 2236037"/>
                <a:gd name="csX217" fmla="*/ 723603 w 927429"/>
                <a:gd name="csY217" fmla="*/ 2178336 h 2236037"/>
                <a:gd name="csX218" fmla="*/ 720332 w 927429"/>
                <a:gd name="csY218" fmla="*/ 2166988 h 2236037"/>
                <a:gd name="csX219" fmla="*/ 716488 w 927429"/>
                <a:gd name="csY219" fmla="*/ 2155640 h 2236037"/>
                <a:gd name="csX220" fmla="*/ 713925 w 927429"/>
                <a:gd name="csY220" fmla="*/ 2148997 h 2236037"/>
                <a:gd name="csX221" fmla="*/ 712188 w 927429"/>
                <a:gd name="csY221" fmla="*/ 2144292 h 2236037"/>
                <a:gd name="csX222" fmla="*/ 708630 w 927429"/>
                <a:gd name="csY222" fmla="*/ 2132944 h 2236037"/>
                <a:gd name="csX223" fmla="*/ 705055 w 927429"/>
                <a:gd name="csY223" fmla="*/ 2121596 h 2236037"/>
                <a:gd name="csX224" fmla="*/ 701143 w 927429"/>
                <a:gd name="csY224" fmla="*/ 2110265 h 2236037"/>
                <a:gd name="csX225" fmla="*/ 699491 w 927429"/>
                <a:gd name="csY225" fmla="*/ 2105645 h 2236037"/>
                <a:gd name="csX226" fmla="*/ 697181 w 927429"/>
                <a:gd name="csY226" fmla="*/ 2098917 h 2236037"/>
                <a:gd name="csX227" fmla="*/ 693572 w 927429"/>
                <a:gd name="csY227" fmla="*/ 2087569 h 2236037"/>
                <a:gd name="csX228" fmla="*/ 689880 w 927429"/>
                <a:gd name="csY228" fmla="*/ 2076221 h 2236037"/>
                <a:gd name="csX229" fmla="*/ 685951 w 927429"/>
                <a:gd name="csY229" fmla="*/ 2064873 h 2236037"/>
                <a:gd name="csX230" fmla="*/ 685057 w 927429"/>
                <a:gd name="csY230" fmla="*/ 2062293 h 2236037"/>
                <a:gd name="csX231" fmla="*/ 682140 w 927429"/>
                <a:gd name="csY231" fmla="*/ 2053525 h 2236037"/>
                <a:gd name="csX232" fmla="*/ 678481 w 927429"/>
                <a:gd name="csY232" fmla="*/ 2042177 h 2236037"/>
                <a:gd name="csX233" fmla="*/ 674738 w 927429"/>
                <a:gd name="csY233" fmla="*/ 2030846 h 2236037"/>
                <a:gd name="csX234" fmla="*/ 670809 w 927429"/>
                <a:gd name="csY234" fmla="*/ 2019498 h 2236037"/>
                <a:gd name="csX235" fmla="*/ 670623 w 927429"/>
                <a:gd name="csY235" fmla="*/ 2018958 h 2236037"/>
                <a:gd name="csX236" fmla="*/ 667082 w 927429"/>
                <a:gd name="csY236" fmla="*/ 2008150 h 2236037"/>
                <a:gd name="csX237" fmla="*/ 663390 w 927429"/>
                <a:gd name="csY237" fmla="*/ 1996801 h 2236037"/>
                <a:gd name="csX238" fmla="*/ 659629 w 927429"/>
                <a:gd name="csY238" fmla="*/ 1985453 h 2236037"/>
                <a:gd name="csX239" fmla="*/ 656190 w 927429"/>
                <a:gd name="csY239" fmla="*/ 1975471 h 2236037"/>
                <a:gd name="csX240" fmla="*/ 655734 w 927429"/>
                <a:gd name="csY240" fmla="*/ 1974105 h 2236037"/>
                <a:gd name="csX241" fmla="*/ 652025 w 927429"/>
                <a:gd name="csY241" fmla="*/ 1962774 h 2236037"/>
                <a:gd name="csX242" fmla="*/ 648315 w 927429"/>
                <a:gd name="csY242" fmla="*/ 1951426 h 2236037"/>
                <a:gd name="csX243" fmla="*/ 644504 w 927429"/>
                <a:gd name="csY243" fmla="*/ 1940078 h 2236037"/>
                <a:gd name="csX244" fmla="*/ 641756 w 927429"/>
                <a:gd name="csY244" fmla="*/ 1931985 h 2236037"/>
                <a:gd name="csX245" fmla="*/ 640660 w 927429"/>
                <a:gd name="csY245" fmla="*/ 1928730 h 2236037"/>
                <a:gd name="csX246" fmla="*/ 636950 w 927429"/>
                <a:gd name="csY246" fmla="*/ 1917382 h 2236037"/>
                <a:gd name="csX247" fmla="*/ 633224 w 927429"/>
                <a:gd name="csY247" fmla="*/ 1906034 h 2236037"/>
                <a:gd name="csX248" fmla="*/ 629413 w 927429"/>
                <a:gd name="csY248" fmla="*/ 1894686 h 2236037"/>
                <a:gd name="csX249" fmla="*/ 627322 w 927429"/>
                <a:gd name="csY249" fmla="*/ 1888532 h 2236037"/>
                <a:gd name="csX250" fmla="*/ 625602 w 927429"/>
                <a:gd name="csY250" fmla="*/ 1883355 h 2236037"/>
                <a:gd name="csX251" fmla="*/ 621876 w 927429"/>
                <a:gd name="csY251" fmla="*/ 1872007 h 2236037"/>
                <a:gd name="csX252" fmla="*/ 618132 w 927429"/>
                <a:gd name="csY252" fmla="*/ 1860659 h 2236037"/>
                <a:gd name="csX253" fmla="*/ 614305 w 927429"/>
                <a:gd name="csY253" fmla="*/ 1849311 h 2236037"/>
                <a:gd name="csX254" fmla="*/ 612888 w 927429"/>
                <a:gd name="csY254" fmla="*/ 1845095 h 2236037"/>
                <a:gd name="csX255" fmla="*/ 610528 w 927429"/>
                <a:gd name="csY255" fmla="*/ 1837963 h 2236037"/>
                <a:gd name="csX256" fmla="*/ 606801 w 927429"/>
                <a:gd name="csY256" fmla="*/ 1826615 h 2236037"/>
                <a:gd name="csX257" fmla="*/ 603041 w 927429"/>
                <a:gd name="csY257" fmla="*/ 1815267 h 2236037"/>
                <a:gd name="csX258" fmla="*/ 599213 w 927429"/>
                <a:gd name="csY258" fmla="*/ 1803935 h 2236037"/>
                <a:gd name="csX259" fmla="*/ 598455 w 927429"/>
                <a:gd name="csY259" fmla="*/ 1801676 h 2236037"/>
                <a:gd name="csX260" fmla="*/ 595453 w 927429"/>
                <a:gd name="csY260" fmla="*/ 1792587 h 2236037"/>
                <a:gd name="csX261" fmla="*/ 591727 w 927429"/>
                <a:gd name="csY261" fmla="*/ 1781239 h 2236037"/>
                <a:gd name="csX262" fmla="*/ 587950 w 927429"/>
                <a:gd name="csY262" fmla="*/ 1769891 h 2236037"/>
                <a:gd name="csX263" fmla="*/ 584122 w 927429"/>
                <a:gd name="csY263" fmla="*/ 1758543 h 2236037"/>
                <a:gd name="csX264" fmla="*/ 584021 w 927429"/>
                <a:gd name="csY264" fmla="*/ 1758274 h 2236037"/>
                <a:gd name="csX265" fmla="*/ 580396 w 927429"/>
                <a:gd name="csY265" fmla="*/ 1747195 h 2236037"/>
                <a:gd name="csX266" fmla="*/ 576652 w 927429"/>
                <a:gd name="csY266" fmla="*/ 1735864 h 2236037"/>
                <a:gd name="csX267" fmla="*/ 572875 w 927429"/>
                <a:gd name="csY267" fmla="*/ 1724516 h 2236037"/>
                <a:gd name="csX268" fmla="*/ 569587 w 927429"/>
                <a:gd name="csY268" fmla="*/ 1714787 h 2236037"/>
                <a:gd name="csX269" fmla="*/ 569047 w 927429"/>
                <a:gd name="csY269" fmla="*/ 1713168 h 2236037"/>
                <a:gd name="csX270" fmla="*/ 565321 w 927429"/>
                <a:gd name="csY270" fmla="*/ 1701820 h 2236037"/>
                <a:gd name="csX271" fmla="*/ 561578 w 927429"/>
                <a:gd name="csY271" fmla="*/ 1690472 h 2236037"/>
                <a:gd name="csX272" fmla="*/ 557784 w 927429"/>
                <a:gd name="csY272" fmla="*/ 1679124 h 2236037"/>
                <a:gd name="csX273" fmla="*/ 555153 w 927429"/>
                <a:gd name="csY273" fmla="*/ 1671317 h 2236037"/>
                <a:gd name="csX274" fmla="*/ 553990 w 927429"/>
                <a:gd name="csY274" fmla="*/ 1667776 h 2236037"/>
                <a:gd name="csX275" fmla="*/ 550247 w 927429"/>
                <a:gd name="csY275" fmla="*/ 1656445 h 2236037"/>
                <a:gd name="csX276" fmla="*/ 546486 w 927429"/>
                <a:gd name="csY276" fmla="*/ 1645097 h 2236037"/>
                <a:gd name="csX277" fmla="*/ 542692 w 927429"/>
                <a:gd name="csY277" fmla="*/ 1633749 h 2236037"/>
                <a:gd name="csX278" fmla="*/ 540720 w 927429"/>
                <a:gd name="csY278" fmla="*/ 1627847 h 2236037"/>
                <a:gd name="csX279" fmla="*/ 538915 w 927429"/>
                <a:gd name="csY279" fmla="*/ 1622401 h 2236037"/>
                <a:gd name="csX280" fmla="*/ 535172 w 927429"/>
                <a:gd name="csY280" fmla="*/ 1611053 h 2236037"/>
                <a:gd name="csX281" fmla="*/ 531412 w 927429"/>
                <a:gd name="csY281" fmla="*/ 1599711 h 2236037"/>
                <a:gd name="csX282" fmla="*/ 527618 w 927429"/>
                <a:gd name="csY282" fmla="*/ 1588365 h 2236037"/>
                <a:gd name="csX283" fmla="*/ 526286 w 927429"/>
                <a:gd name="csY283" fmla="*/ 1584411 h 2236037"/>
                <a:gd name="csX284" fmla="*/ 523841 w 927429"/>
                <a:gd name="csY284" fmla="*/ 1577020 h 2236037"/>
                <a:gd name="csX285" fmla="*/ 520097 w 927429"/>
                <a:gd name="csY285" fmla="*/ 1565674 h 2236037"/>
                <a:gd name="csX286" fmla="*/ 516337 w 927429"/>
                <a:gd name="csY286" fmla="*/ 1554329 h 2236037"/>
                <a:gd name="csX287" fmla="*/ 512527 w 927429"/>
                <a:gd name="csY287" fmla="*/ 1542983 h 2236037"/>
                <a:gd name="csX288" fmla="*/ 511852 w 927429"/>
                <a:gd name="csY288" fmla="*/ 1540980 h 2236037"/>
                <a:gd name="csX289" fmla="*/ 508766 w 927429"/>
                <a:gd name="csY289" fmla="*/ 1531638 h 2236037"/>
                <a:gd name="csX290" fmla="*/ 505023 w 927429"/>
                <a:gd name="csY290" fmla="*/ 1520292 h 2236037"/>
                <a:gd name="csX291" fmla="*/ 501246 w 927429"/>
                <a:gd name="csY291" fmla="*/ 1508947 h 2236037"/>
                <a:gd name="csX292" fmla="*/ 497435 w 927429"/>
                <a:gd name="csY292" fmla="*/ 1497603 h 2236037"/>
                <a:gd name="csX293" fmla="*/ 497418 w 927429"/>
                <a:gd name="csY293" fmla="*/ 1497559 h 2236037"/>
                <a:gd name="csX294" fmla="*/ 493709 w 927429"/>
                <a:gd name="csY294" fmla="*/ 1486256 h 2236037"/>
                <a:gd name="csX295" fmla="*/ 489948 w 927429"/>
                <a:gd name="csY295" fmla="*/ 1474912 h 2236037"/>
                <a:gd name="csX296" fmla="*/ 486171 w 927429"/>
                <a:gd name="csY296" fmla="*/ 1463565 h 2236037"/>
                <a:gd name="csX297" fmla="*/ 483001 w 927429"/>
                <a:gd name="csY297" fmla="*/ 1454081 h 2236037"/>
                <a:gd name="csX298" fmla="*/ 482378 w 927429"/>
                <a:gd name="csY298" fmla="*/ 1452221 h 2236037"/>
                <a:gd name="csX299" fmla="*/ 478634 w 927429"/>
                <a:gd name="csY299" fmla="*/ 1440874 h 2236037"/>
                <a:gd name="csX300" fmla="*/ 474874 w 927429"/>
                <a:gd name="csY300" fmla="*/ 1429530 h 2236037"/>
                <a:gd name="csX301" fmla="*/ 471097 w 927429"/>
                <a:gd name="csY301" fmla="*/ 1418183 h 2236037"/>
                <a:gd name="csX302" fmla="*/ 468568 w 927429"/>
                <a:gd name="csY302" fmla="*/ 1410614 h 2236037"/>
                <a:gd name="csX303" fmla="*/ 467303 w 927429"/>
                <a:gd name="csY303" fmla="*/ 1406839 h 2236037"/>
                <a:gd name="csX304" fmla="*/ 463560 w 927429"/>
                <a:gd name="csY304" fmla="*/ 1395492 h 2236037"/>
                <a:gd name="csX305" fmla="*/ 459799 w 927429"/>
                <a:gd name="csY305" fmla="*/ 1384148 h 2236037"/>
                <a:gd name="csX306" fmla="*/ 456006 w 927429"/>
                <a:gd name="csY306" fmla="*/ 1372801 h 2236037"/>
                <a:gd name="csX307" fmla="*/ 454134 w 927429"/>
                <a:gd name="csY307" fmla="*/ 1367158 h 2236037"/>
                <a:gd name="csX308" fmla="*/ 452228 w 927429"/>
                <a:gd name="csY308" fmla="*/ 1361457 h 2236037"/>
                <a:gd name="csX309" fmla="*/ 448485 w 927429"/>
                <a:gd name="csY309" fmla="*/ 1350110 h 2236037"/>
                <a:gd name="csX310" fmla="*/ 444725 w 927429"/>
                <a:gd name="csY310" fmla="*/ 1338766 h 2236037"/>
                <a:gd name="csX311" fmla="*/ 440931 w 927429"/>
                <a:gd name="csY311" fmla="*/ 1327419 h 2236037"/>
                <a:gd name="csX312" fmla="*/ 439700 w 927429"/>
                <a:gd name="csY312" fmla="*/ 1323713 h 2236037"/>
                <a:gd name="csX313" fmla="*/ 437154 w 927429"/>
                <a:gd name="csY313" fmla="*/ 1316075 h 2236037"/>
                <a:gd name="csX314" fmla="*/ 433411 w 927429"/>
                <a:gd name="csY314" fmla="*/ 1304728 h 2236037"/>
                <a:gd name="csX315" fmla="*/ 429634 w 927429"/>
                <a:gd name="csY315" fmla="*/ 1293384 h 2236037"/>
                <a:gd name="csX316" fmla="*/ 425840 w 927429"/>
                <a:gd name="csY316" fmla="*/ 1282037 h 2236037"/>
                <a:gd name="csX317" fmla="*/ 425266 w 927429"/>
                <a:gd name="csY317" fmla="*/ 1280277 h 2236037"/>
                <a:gd name="csX318" fmla="*/ 422096 w 927429"/>
                <a:gd name="csY318" fmla="*/ 1270693 h 2236037"/>
                <a:gd name="csX319" fmla="*/ 418336 w 927429"/>
                <a:gd name="csY319" fmla="*/ 1259346 h 2236037"/>
                <a:gd name="csX320" fmla="*/ 414559 w 927429"/>
                <a:gd name="csY320" fmla="*/ 1248002 h 2236037"/>
                <a:gd name="csX321" fmla="*/ 410833 w 927429"/>
                <a:gd name="csY321" fmla="*/ 1236842 h 2236037"/>
                <a:gd name="csX322" fmla="*/ 410765 w 927429"/>
                <a:gd name="csY322" fmla="*/ 1236657 h 2236037"/>
                <a:gd name="csX323" fmla="*/ 407022 w 927429"/>
                <a:gd name="csY323" fmla="*/ 1225311 h 2236037"/>
                <a:gd name="csX324" fmla="*/ 403262 w 927429"/>
                <a:gd name="csY324" fmla="*/ 1213966 h 2236037"/>
                <a:gd name="csX325" fmla="*/ 399485 w 927429"/>
                <a:gd name="csY325" fmla="*/ 1202620 h 2236037"/>
                <a:gd name="csX326" fmla="*/ 396399 w 927429"/>
                <a:gd name="csY326" fmla="*/ 1193371 h 2236037"/>
                <a:gd name="csX327" fmla="*/ 395691 w 927429"/>
                <a:gd name="csY327" fmla="*/ 1191275 h 2236037"/>
                <a:gd name="csX328" fmla="*/ 391947 w 927429"/>
                <a:gd name="csY328" fmla="*/ 1179929 h 2236037"/>
                <a:gd name="csX329" fmla="*/ 388187 w 927429"/>
                <a:gd name="csY329" fmla="*/ 1168584 h 2236037"/>
                <a:gd name="csX330" fmla="*/ 384410 w 927429"/>
                <a:gd name="csY330" fmla="*/ 1157238 h 2236037"/>
                <a:gd name="csX331" fmla="*/ 381965 w 927429"/>
                <a:gd name="csY331" fmla="*/ 1149908 h 2236037"/>
                <a:gd name="csX332" fmla="*/ 380616 w 927429"/>
                <a:gd name="csY332" fmla="*/ 1145893 h 2236037"/>
                <a:gd name="csX333" fmla="*/ 376873 w 927429"/>
                <a:gd name="csY333" fmla="*/ 1134547 h 2236037"/>
                <a:gd name="csX334" fmla="*/ 373113 w 927429"/>
                <a:gd name="csY334" fmla="*/ 1123202 h 2236037"/>
                <a:gd name="csX335" fmla="*/ 369319 w 927429"/>
                <a:gd name="csY335" fmla="*/ 1111856 h 2236037"/>
                <a:gd name="csX336" fmla="*/ 367531 w 927429"/>
                <a:gd name="csY336" fmla="*/ 1106455 h 2236037"/>
                <a:gd name="csX337" fmla="*/ 365558 w 927429"/>
                <a:gd name="csY337" fmla="*/ 1100511 h 2236037"/>
                <a:gd name="csX338" fmla="*/ 361798 w 927429"/>
                <a:gd name="csY338" fmla="*/ 1089165 h 2236037"/>
                <a:gd name="csX339" fmla="*/ 358038 w 927429"/>
                <a:gd name="csY339" fmla="*/ 1077820 h 2236037"/>
                <a:gd name="csX340" fmla="*/ 354244 w 927429"/>
                <a:gd name="csY340" fmla="*/ 1066474 h 2236037"/>
                <a:gd name="csX341" fmla="*/ 353098 w 927429"/>
                <a:gd name="csY341" fmla="*/ 1063009 h 2236037"/>
                <a:gd name="csX342" fmla="*/ 350484 w 927429"/>
                <a:gd name="csY342" fmla="*/ 1055129 h 2236037"/>
                <a:gd name="csX343" fmla="*/ 346724 w 927429"/>
                <a:gd name="csY343" fmla="*/ 1043783 h 2236037"/>
                <a:gd name="csX344" fmla="*/ 342947 w 927429"/>
                <a:gd name="csY344" fmla="*/ 1032438 h 2236037"/>
                <a:gd name="csX345" fmla="*/ 339170 w 927429"/>
                <a:gd name="csY345" fmla="*/ 1021092 h 2236037"/>
                <a:gd name="csX346" fmla="*/ 338664 w 927429"/>
                <a:gd name="csY346" fmla="*/ 1019569 h 2236037"/>
                <a:gd name="csX347" fmla="*/ 335409 w 927429"/>
                <a:gd name="csY347" fmla="*/ 1009747 h 2236037"/>
                <a:gd name="csX348" fmla="*/ 331649 w 927429"/>
                <a:gd name="csY348" fmla="*/ 998401 h 2236037"/>
                <a:gd name="csX349" fmla="*/ 327872 w 927429"/>
                <a:gd name="csY349" fmla="*/ 987056 h 2236037"/>
                <a:gd name="csX350" fmla="*/ 324230 w 927429"/>
                <a:gd name="csY350" fmla="*/ 976128 h 2236037"/>
                <a:gd name="csX351" fmla="*/ 324078 w 927429"/>
                <a:gd name="csY351" fmla="*/ 975711 h 2236037"/>
                <a:gd name="csX352" fmla="*/ 320335 w 927429"/>
                <a:gd name="csY352" fmla="*/ 964365 h 2236037"/>
                <a:gd name="csX353" fmla="*/ 316575 w 927429"/>
                <a:gd name="csY353" fmla="*/ 953020 h 2236037"/>
                <a:gd name="csX354" fmla="*/ 312798 w 927429"/>
                <a:gd name="csY354" fmla="*/ 941674 h 2236037"/>
                <a:gd name="csX355" fmla="*/ 309791 w 927429"/>
                <a:gd name="csY355" fmla="*/ 932660 h 2236037"/>
                <a:gd name="csX356" fmla="*/ 309016 w 927429"/>
                <a:gd name="csY356" fmla="*/ 930329 h 2236037"/>
                <a:gd name="csX357" fmla="*/ 305262 w 927429"/>
                <a:gd name="csY357" fmla="*/ 918983 h 2236037"/>
                <a:gd name="csX358" fmla="*/ 301499 w 927429"/>
                <a:gd name="csY358" fmla="*/ 907638 h 2236037"/>
                <a:gd name="csX359" fmla="*/ 297720 w 927429"/>
                <a:gd name="csY359" fmla="*/ 896292 h 2236037"/>
                <a:gd name="csX360" fmla="*/ 295357 w 927429"/>
                <a:gd name="csY360" fmla="*/ 889200 h 2236037"/>
                <a:gd name="csX361" fmla="*/ 293944 w 927429"/>
                <a:gd name="csY361" fmla="*/ 884947 h 2236037"/>
                <a:gd name="csX362" fmla="*/ 290189 w 927429"/>
                <a:gd name="csY362" fmla="*/ 873601 h 2236037"/>
                <a:gd name="csX363" fmla="*/ 286424 w 927429"/>
                <a:gd name="csY363" fmla="*/ 862256 h 2236037"/>
                <a:gd name="csX364" fmla="*/ 282642 w 927429"/>
                <a:gd name="csY364" fmla="*/ 850910 h 2236037"/>
                <a:gd name="csX365" fmla="*/ 280924 w 927429"/>
                <a:gd name="csY365" fmla="*/ 845747 h 2236037"/>
                <a:gd name="csX366" fmla="*/ 278872 w 927429"/>
                <a:gd name="csY366" fmla="*/ 839565 h 2236037"/>
                <a:gd name="csX367" fmla="*/ 275116 w 927429"/>
                <a:gd name="csY367" fmla="*/ 828219 h 2236037"/>
                <a:gd name="csX368" fmla="*/ 271346 w 927429"/>
                <a:gd name="csY368" fmla="*/ 816874 h 2236037"/>
                <a:gd name="csX369" fmla="*/ 267562 w 927429"/>
                <a:gd name="csY369" fmla="*/ 805528 h 2236037"/>
                <a:gd name="csX370" fmla="*/ 266492 w 927429"/>
                <a:gd name="csY370" fmla="*/ 802300 h 2236037"/>
                <a:gd name="csX371" fmla="*/ 263800 w 927429"/>
                <a:gd name="csY371" fmla="*/ 794183 h 2236037"/>
                <a:gd name="csX372" fmla="*/ 260042 w 927429"/>
                <a:gd name="csY372" fmla="*/ 782837 h 2236037"/>
                <a:gd name="csX373" fmla="*/ 256270 w 927429"/>
                <a:gd name="csY373" fmla="*/ 771492 h 2236037"/>
                <a:gd name="csX374" fmla="*/ 252484 w 927429"/>
                <a:gd name="csY374" fmla="*/ 760146 h 2236037"/>
                <a:gd name="csX375" fmla="*/ 252058 w 927429"/>
                <a:gd name="csY375" fmla="*/ 758859 h 2236037"/>
                <a:gd name="csX376" fmla="*/ 248728 w 927429"/>
                <a:gd name="csY376" fmla="*/ 748801 h 2236037"/>
                <a:gd name="csX377" fmla="*/ 244967 w 927429"/>
                <a:gd name="csY377" fmla="*/ 737455 h 2236037"/>
                <a:gd name="csX378" fmla="*/ 241194 w 927429"/>
                <a:gd name="csY378" fmla="*/ 726110 h 2236037"/>
                <a:gd name="csX379" fmla="*/ 237624 w 927429"/>
                <a:gd name="csY379" fmla="*/ 715413 h 2236037"/>
                <a:gd name="csX380" fmla="*/ 237408 w 927429"/>
                <a:gd name="csY380" fmla="*/ 714764 h 2236037"/>
                <a:gd name="csX381" fmla="*/ 233655 w 927429"/>
                <a:gd name="csY381" fmla="*/ 703419 h 2236037"/>
                <a:gd name="csX382" fmla="*/ 229891 w 927429"/>
                <a:gd name="csY382" fmla="*/ 692074 h 2236037"/>
                <a:gd name="csX383" fmla="*/ 226116 w 927429"/>
                <a:gd name="csY383" fmla="*/ 680728 h 2236037"/>
                <a:gd name="csX384" fmla="*/ 223190 w 927429"/>
                <a:gd name="csY384" fmla="*/ 671948 h 2236037"/>
                <a:gd name="csX385" fmla="*/ 222337 w 927429"/>
                <a:gd name="csY385" fmla="*/ 669383 h 2236037"/>
                <a:gd name="csX386" fmla="*/ 218582 w 927429"/>
                <a:gd name="csY386" fmla="*/ 658037 h 2236037"/>
                <a:gd name="csX387" fmla="*/ 214817 w 927429"/>
                <a:gd name="csY387" fmla="*/ 646692 h 2236037"/>
                <a:gd name="csX388" fmla="*/ 211040 w 927429"/>
                <a:gd name="csY388" fmla="*/ 635346 h 2236037"/>
                <a:gd name="csX389" fmla="*/ 208757 w 927429"/>
                <a:gd name="csY389" fmla="*/ 628490 h 2236037"/>
                <a:gd name="csX390" fmla="*/ 207264 w 927429"/>
                <a:gd name="csY390" fmla="*/ 624001 h 2236037"/>
                <a:gd name="csX391" fmla="*/ 203507 w 927429"/>
                <a:gd name="csY391" fmla="*/ 612655 h 2236037"/>
                <a:gd name="csX392" fmla="*/ 199741 w 927429"/>
                <a:gd name="csY392" fmla="*/ 601310 h 2236037"/>
                <a:gd name="csX393" fmla="*/ 195962 w 927429"/>
                <a:gd name="csY393" fmla="*/ 589964 h 2236037"/>
                <a:gd name="csX394" fmla="*/ 194323 w 927429"/>
                <a:gd name="csY394" fmla="*/ 585039 h 2236037"/>
                <a:gd name="csX395" fmla="*/ 192193 w 927429"/>
                <a:gd name="csY395" fmla="*/ 578619 h 2236037"/>
                <a:gd name="csX396" fmla="*/ 188435 w 927429"/>
                <a:gd name="csY396" fmla="*/ 567273 h 2236037"/>
                <a:gd name="csX397" fmla="*/ 184666 w 927429"/>
                <a:gd name="csY397" fmla="*/ 555928 h 2236037"/>
                <a:gd name="csX398" fmla="*/ 180884 w 927429"/>
                <a:gd name="csY398" fmla="*/ 544582 h 2236037"/>
                <a:gd name="csX399" fmla="*/ 179891 w 927429"/>
                <a:gd name="csY399" fmla="*/ 541591 h 2236037"/>
                <a:gd name="csX400" fmla="*/ 177120 w 927429"/>
                <a:gd name="csY400" fmla="*/ 533237 h 2236037"/>
                <a:gd name="csX401" fmla="*/ 173360 w 927429"/>
                <a:gd name="csY401" fmla="*/ 521891 h 2236037"/>
                <a:gd name="csX402" fmla="*/ 169590 w 927429"/>
                <a:gd name="csY402" fmla="*/ 510546 h 2236037"/>
                <a:gd name="csX403" fmla="*/ 165806 w 927429"/>
                <a:gd name="csY403" fmla="*/ 499200 h 2236037"/>
                <a:gd name="csX404" fmla="*/ 165457 w 927429"/>
                <a:gd name="csY404" fmla="*/ 498150 h 2236037"/>
                <a:gd name="csX405" fmla="*/ 162048 w 927429"/>
                <a:gd name="csY405" fmla="*/ 487855 h 2236037"/>
                <a:gd name="csX406" fmla="*/ 158286 w 927429"/>
                <a:gd name="csY406" fmla="*/ 476509 h 2236037"/>
                <a:gd name="csX407" fmla="*/ 154512 w 927429"/>
                <a:gd name="csY407" fmla="*/ 465164 h 2236037"/>
                <a:gd name="csX408" fmla="*/ 151023 w 927429"/>
                <a:gd name="csY408" fmla="*/ 454698 h 2236037"/>
                <a:gd name="csX409" fmla="*/ 150730 w 927429"/>
                <a:gd name="csY409" fmla="*/ 453818 h 2236037"/>
                <a:gd name="csX410" fmla="*/ 146975 w 927429"/>
                <a:gd name="csY410" fmla="*/ 442473 h 2236037"/>
                <a:gd name="csX411" fmla="*/ 143211 w 927429"/>
                <a:gd name="csY411" fmla="*/ 431129 h 2236037"/>
                <a:gd name="csX412" fmla="*/ 139436 w 927429"/>
                <a:gd name="csY412" fmla="*/ 419782 h 2236037"/>
                <a:gd name="csX413" fmla="*/ 136590 w 927429"/>
                <a:gd name="csY413" fmla="*/ 411237 h 2236037"/>
                <a:gd name="csX414" fmla="*/ 135659 w 927429"/>
                <a:gd name="csY414" fmla="*/ 408438 h 2236037"/>
                <a:gd name="csX415" fmla="*/ 131902 w 927429"/>
                <a:gd name="csY415" fmla="*/ 397091 h 2236037"/>
                <a:gd name="csX416" fmla="*/ 128135 w 927429"/>
                <a:gd name="csY416" fmla="*/ 385747 h 2236037"/>
                <a:gd name="csX417" fmla="*/ 124360 w 927429"/>
                <a:gd name="csY417" fmla="*/ 374400 h 2236037"/>
                <a:gd name="csX418" fmla="*/ 122156 w 927429"/>
                <a:gd name="csY418" fmla="*/ 367780 h 2236037"/>
                <a:gd name="csX419" fmla="*/ 120586 w 927429"/>
                <a:gd name="csY419" fmla="*/ 363056 h 2236037"/>
                <a:gd name="csX420" fmla="*/ 116827 w 927429"/>
                <a:gd name="csY420" fmla="*/ 351709 h 2236037"/>
                <a:gd name="csX421" fmla="*/ 113061 w 927429"/>
                <a:gd name="csY421" fmla="*/ 340365 h 2236037"/>
                <a:gd name="csX422" fmla="*/ 109282 w 927429"/>
                <a:gd name="csY422" fmla="*/ 329018 h 2236037"/>
                <a:gd name="csX423" fmla="*/ 107722 w 927429"/>
                <a:gd name="csY423" fmla="*/ 324327 h 2236037"/>
                <a:gd name="csX424" fmla="*/ 105515 w 927429"/>
                <a:gd name="csY424" fmla="*/ 317674 h 2236037"/>
                <a:gd name="csX425" fmla="*/ 101755 w 927429"/>
                <a:gd name="csY425" fmla="*/ 306327 h 2236037"/>
                <a:gd name="csX426" fmla="*/ 97984 w 927429"/>
                <a:gd name="csY426" fmla="*/ 294983 h 2236037"/>
                <a:gd name="csX427" fmla="*/ 94204 w 927429"/>
                <a:gd name="csY427" fmla="*/ 283636 h 2236037"/>
                <a:gd name="csX428" fmla="*/ 93288 w 927429"/>
                <a:gd name="csY428" fmla="*/ 280881 h 2236037"/>
                <a:gd name="csX429" fmla="*/ 90442 w 927429"/>
                <a:gd name="csY429" fmla="*/ 272292 h 2236037"/>
                <a:gd name="csX430" fmla="*/ 86680 w 927429"/>
                <a:gd name="csY430" fmla="*/ 260945 h 2236037"/>
                <a:gd name="csX431" fmla="*/ 82908 w 927429"/>
                <a:gd name="csY431" fmla="*/ 249601 h 2236037"/>
                <a:gd name="csX432" fmla="*/ 79126 w 927429"/>
                <a:gd name="csY432" fmla="*/ 238254 h 2236037"/>
                <a:gd name="csX433" fmla="*/ 78856 w 927429"/>
                <a:gd name="csY433" fmla="*/ 237438 h 2236037"/>
                <a:gd name="csX434" fmla="*/ 75369 w 927429"/>
                <a:gd name="csY434" fmla="*/ 226910 h 2236037"/>
                <a:gd name="csX435" fmla="*/ 71606 w 927429"/>
                <a:gd name="csY435" fmla="*/ 215563 h 2236037"/>
                <a:gd name="csX436" fmla="*/ 67832 w 927429"/>
                <a:gd name="csY436" fmla="*/ 204219 h 2236037"/>
                <a:gd name="csX437" fmla="*/ 64422 w 927429"/>
                <a:gd name="csY437" fmla="*/ 193983 h 2236037"/>
                <a:gd name="csX438" fmla="*/ 64053 w 927429"/>
                <a:gd name="csY438" fmla="*/ 192872 h 2236037"/>
                <a:gd name="csX439" fmla="*/ 60295 w 927429"/>
                <a:gd name="csY439" fmla="*/ 181528 h 2236037"/>
                <a:gd name="csX440" fmla="*/ 56531 w 927429"/>
                <a:gd name="csY440" fmla="*/ 170183 h 2236037"/>
                <a:gd name="csX441" fmla="*/ 52756 w 927429"/>
                <a:gd name="csY441" fmla="*/ 158837 h 2236037"/>
                <a:gd name="csX442" fmla="*/ 49989 w 927429"/>
                <a:gd name="csY442" fmla="*/ 150524 h 2236037"/>
                <a:gd name="csX443" fmla="*/ 48980 w 927429"/>
                <a:gd name="csY443" fmla="*/ 147492 h 2236037"/>
                <a:gd name="csX444" fmla="*/ 45222 w 927429"/>
                <a:gd name="csY444" fmla="*/ 136146 h 2236037"/>
                <a:gd name="csX445" fmla="*/ 41455 w 927429"/>
                <a:gd name="csY445" fmla="*/ 124801 h 2236037"/>
                <a:gd name="csX446" fmla="*/ 37680 w 927429"/>
                <a:gd name="csY446" fmla="*/ 113455 h 2236037"/>
                <a:gd name="csX447" fmla="*/ 35555 w 927429"/>
                <a:gd name="csY447" fmla="*/ 107069 h 2236037"/>
                <a:gd name="csX448" fmla="*/ 33908 w 927429"/>
                <a:gd name="csY448" fmla="*/ 102110 h 2236037"/>
                <a:gd name="csX449" fmla="*/ 30147 w 927429"/>
                <a:gd name="csY449" fmla="*/ 90764 h 2236037"/>
                <a:gd name="csX450" fmla="*/ 26380 w 927429"/>
                <a:gd name="csY450" fmla="*/ 79418 h 2236037"/>
                <a:gd name="csX451" fmla="*/ 22602 w 927429"/>
                <a:gd name="csY451" fmla="*/ 68073 h 2236037"/>
                <a:gd name="csX452" fmla="*/ 21121 w 927429"/>
                <a:gd name="csY452" fmla="*/ 63617 h 2236037"/>
                <a:gd name="csX453" fmla="*/ 18835 w 927429"/>
                <a:gd name="csY453" fmla="*/ 56727 h 2236037"/>
                <a:gd name="csX454" fmla="*/ 15075 w 927429"/>
                <a:gd name="csY454" fmla="*/ 45382 h 2236037"/>
                <a:gd name="csX455" fmla="*/ 11304 w 927429"/>
                <a:gd name="csY455" fmla="*/ 34037 h 2236037"/>
                <a:gd name="csX456" fmla="*/ 7525 w 927429"/>
                <a:gd name="csY456" fmla="*/ 22691 h 2236037"/>
                <a:gd name="csX457" fmla="*/ 6687 w 927429"/>
                <a:gd name="csY457" fmla="*/ 20170 h 2236037"/>
                <a:gd name="csX458" fmla="*/ 3762 w 927429"/>
                <a:gd name="csY458" fmla="*/ 11346 h 2236037"/>
                <a:gd name="csX459" fmla="*/ 0 w 927429"/>
                <a:gd name="csY459" fmla="*/ 0 h 2236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</a:cxnLst>
              <a:rect l="l" t="t" r="r" b="b"/>
              <a:pathLst>
                <a:path w="927429" h="2236037">
                  <a:moveTo>
                    <a:pt x="927429" y="0"/>
                  </a:moveTo>
                  <a:lnTo>
                    <a:pt x="926536" y="11346"/>
                  </a:lnTo>
                  <a:lnTo>
                    <a:pt x="925642" y="22691"/>
                  </a:lnTo>
                  <a:lnTo>
                    <a:pt x="924748" y="34037"/>
                  </a:lnTo>
                  <a:lnTo>
                    <a:pt x="923855" y="45382"/>
                  </a:lnTo>
                  <a:lnTo>
                    <a:pt x="922961" y="56727"/>
                  </a:lnTo>
                  <a:lnTo>
                    <a:pt x="922067" y="68073"/>
                  </a:lnTo>
                  <a:lnTo>
                    <a:pt x="921174" y="79418"/>
                  </a:lnTo>
                  <a:lnTo>
                    <a:pt x="920297" y="90764"/>
                  </a:lnTo>
                  <a:lnTo>
                    <a:pt x="919403" y="102110"/>
                  </a:lnTo>
                  <a:lnTo>
                    <a:pt x="918509" y="113455"/>
                  </a:lnTo>
                  <a:lnTo>
                    <a:pt x="917616" y="124801"/>
                  </a:lnTo>
                  <a:lnTo>
                    <a:pt x="916722" y="136146"/>
                  </a:lnTo>
                  <a:lnTo>
                    <a:pt x="915997" y="145416"/>
                  </a:lnTo>
                  <a:lnTo>
                    <a:pt x="915828" y="147492"/>
                  </a:lnTo>
                  <a:lnTo>
                    <a:pt x="914935" y="158837"/>
                  </a:lnTo>
                  <a:lnTo>
                    <a:pt x="914058" y="170183"/>
                  </a:lnTo>
                  <a:lnTo>
                    <a:pt x="913164" y="181528"/>
                  </a:lnTo>
                  <a:lnTo>
                    <a:pt x="912271" y="192872"/>
                  </a:lnTo>
                  <a:lnTo>
                    <a:pt x="911377" y="204219"/>
                  </a:lnTo>
                  <a:lnTo>
                    <a:pt x="910483" y="215563"/>
                  </a:lnTo>
                  <a:lnTo>
                    <a:pt x="909590" y="226910"/>
                  </a:lnTo>
                  <a:lnTo>
                    <a:pt x="908696" y="238254"/>
                  </a:lnTo>
                  <a:lnTo>
                    <a:pt x="907802" y="249601"/>
                  </a:lnTo>
                  <a:lnTo>
                    <a:pt x="906925" y="260945"/>
                  </a:lnTo>
                  <a:lnTo>
                    <a:pt x="906032" y="272292"/>
                  </a:lnTo>
                  <a:lnTo>
                    <a:pt x="905138" y="283636"/>
                  </a:lnTo>
                  <a:lnTo>
                    <a:pt x="904244" y="294983"/>
                  </a:lnTo>
                  <a:lnTo>
                    <a:pt x="903351" y="306327"/>
                  </a:lnTo>
                  <a:lnTo>
                    <a:pt x="902457" y="317674"/>
                  </a:lnTo>
                  <a:lnTo>
                    <a:pt x="901580" y="329018"/>
                  </a:lnTo>
                  <a:lnTo>
                    <a:pt x="901563" y="329125"/>
                  </a:lnTo>
                  <a:lnTo>
                    <a:pt x="900687" y="340365"/>
                  </a:lnTo>
                  <a:lnTo>
                    <a:pt x="899793" y="351709"/>
                  </a:lnTo>
                  <a:lnTo>
                    <a:pt x="898899" y="363056"/>
                  </a:lnTo>
                  <a:lnTo>
                    <a:pt x="898006" y="374400"/>
                  </a:lnTo>
                  <a:lnTo>
                    <a:pt x="897112" y="385747"/>
                  </a:lnTo>
                  <a:lnTo>
                    <a:pt x="896218" y="397091"/>
                  </a:lnTo>
                  <a:lnTo>
                    <a:pt x="895324" y="408438"/>
                  </a:lnTo>
                  <a:lnTo>
                    <a:pt x="894431" y="419782"/>
                  </a:lnTo>
                  <a:lnTo>
                    <a:pt x="893554" y="431129"/>
                  </a:lnTo>
                  <a:lnTo>
                    <a:pt x="892660" y="442473"/>
                  </a:lnTo>
                  <a:lnTo>
                    <a:pt x="891767" y="453818"/>
                  </a:lnTo>
                  <a:lnTo>
                    <a:pt x="890873" y="465164"/>
                  </a:lnTo>
                  <a:lnTo>
                    <a:pt x="889979" y="476509"/>
                  </a:lnTo>
                  <a:lnTo>
                    <a:pt x="889086" y="487855"/>
                  </a:lnTo>
                  <a:lnTo>
                    <a:pt x="888209" y="499200"/>
                  </a:lnTo>
                  <a:lnTo>
                    <a:pt x="887315" y="510546"/>
                  </a:lnTo>
                  <a:lnTo>
                    <a:pt x="887130" y="512813"/>
                  </a:lnTo>
                  <a:lnTo>
                    <a:pt x="886421" y="521891"/>
                  </a:lnTo>
                  <a:lnTo>
                    <a:pt x="885528" y="533237"/>
                  </a:lnTo>
                  <a:lnTo>
                    <a:pt x="884634" y="544582"/>
                  </a:lnTo>
                  <a:lnTo>
                    <a:pt x="883740" y="555928"/>
                  </a:lnTo>
                  <a:lnTo>
                    <a:pt x="882847" y="567273"/>
                  </a:lnTo>
                  <a:lnTo>
                    <a:pt x="881953" y="578619"/>
                  </a:lnTo>
                  <a:lnTo>
                    <a:pt x="881059" y="589964"/>
                  </a:lnTo>
                  <a:lnTo>
                    <a:pt x="880182" y="601310"/>
                  </a:lnTo>
                  <a:lnTo>
                    <a:pt x="879289" y="612655"/>
                  </a:lnTo>
                  <a:lnTo>
                    <a:pt x="878395" y="624001"/>
                  </a:lnTo>
                  <a:lnTo>
                    <a:pt x="877501" y="635346"/>
                  </a:lnTo>
                  <a:lnTo>
                    <a:pt x="876608" y="646692"/>
                  </a:lnTo>
                  <a:lnTo>
                    <a:pt x="875714" y="658037"/>
                  </a:lnTo>
                  <a:lnTo>
                    <a:pt x="874837" y="669383"/>
                  </a:lnTo>
                  <a:lnTo>
                    <a:pt x="873944" y="680728"/>
                  </a:lnTo>
                  <a:lnTo>
                    <a:pt x="873050" y="692074"/>
                  </a:lnTo>
                  <a:lnTo>
                    <a:pt x="872696" y="696506"/>
                  </a:lnTo>
                  <a:lnTo>
                    <a:pt x="872156" y="703419"/>
                  </a:lnTo>
                  <a:lnTo>
                    <a:pt x="871263" y="714764"/>
                  </a:lnTo>
                  <a:lnTo>
                    <a:pt x="870369" y="726110"/>
                  </a:lnTo>
                  <a:lnTo>
                    <a:pt x="869475" y="737455"/>
                  </a:lnTo>
                  <a:lnTo>
                    <a:pt x="868581" y="748801"/>
                  </a:lnTo>
                  <a:lnTo>
                    <a:pt x="867688" y="760146"/>
                  </a:lnTo>
                  <a:lnTo>
                    <a:pt x="866811" y="771492"/>
                  </a:lnTo>
                  <a:lnTo>
                    <a:pt x="865917" y="782837"/>
                  </a:lnTo>
                  <a:lnTo>
                    <a:pt x="865024" y="794183"/>
                  </a:lnTo>
                  <a:lnTo>
                    <a:pt x="864130" y="805528"/>
                  </a:lnTo>
                  <a:lnTo>
                    <a:pt x="863236" y="816874"/>
                  </a:lnTo>
                  <a:lnTo>
                    <a:pt x="862343" y="828219"/>
                  </a:lnTo>
                  <a:lnTo>
                    <a:pt x="861449" y="839565"/>
                  </a:lnTo>
                  <a:lnTo>
                    <a:pt x="860572" y="850910"/>
                  </a:lnTo>
                  <a:lnTo>
                    <a:pt x="859679" y="862256"/>
                  </a:lnTo>
                  <a:lnTo>
                    <a:pt x="858785" y="873601"/>
                  </a:lnTo>
                  <a:lnTo>
                    <a:pt x="858262" y="880202"/>
                  </a:lnTo>
                  <a:lnTo>
                    <a:pt x="857891" y="884947"/>
                  </a:lnTo>
                  <a:lnTo>
                    <a:pt x="856997" y="896292"/>
                  </a:lnTo>
                  <a:lnTo>
                    <a:pt x="856104" y="907638"/>
                  </a:lnTo>
                  <a:lnTo>
                    <a:pt x="855210" y="918983"/>
                  </a:lnTo>
                  <a:lnTo>
                    <a:pt x="854316" y="930329"/>
                  </a:lnTo>
                  <a:lnTo>
                    <a:pt x="853440" y="941674"/>
                  </a:lnTo>
                  <a:lnTo>
                    <a:pt x="852546" y="953020"/>
                  </a:lnTo>
                  <a:lnTo>
                    <a:pt x="851652" y="964365"/>
                  </a:lnTo>
                  <a:lnTo>
                    <a:pt x="850759" y="975711"/>
                  </a:lnTo>
                  <a:lnTo>
                    <a:pt x="849865" y="987056"/>
                  </a:lnTo>
                  <a:lnTo>
                    <a:pt x="848971" y="998401"/>
                  </a:lnTo>
                  <a:lnTo>
                    <a:pt x="848078" y="1009747"/>
                  </a:lnTo>
                  <a:lnTo>
                    <a:pt x="847201" y="1021092"/>
                  </a:lnTo>
                  <a:lnTo>
                    <a:pt x="846307" y="1032438"/>
                  </a:lnTo>
                  <a:lnTo>
                    <a:pt x="845413" y="1043783"/>
                  </a:lnTo>
                  <a:lnTo>
                    <a:pt x="844520" y="1055129"/>
                  </a:lnTo>
                  <a:lnTo>
                    <a:pt x="843828" y="1063906"/>
                  </a:lnTo>
                  <a:lnTo>
                    <a:pt x="843626" y="1066474"/>
                  </a:lnTo>
                  <a:lnTo>
                    <a:pt x="842732" y="1077820"/>
                  </a:lnTo>
                  <a:lnTo>
                    <a:pt x="841839" y="1089165"/>
                  </a:lnTo>
                  <a:lnTo>
                    <a:pt x="840945" y="1100511"/>
                  </a:lnTo>
                  <a:lnTo>
                    <a:pt x="840051" y="1111856"/>
                  </a:lnTo>
                  <a:lnTo>
                    <a:pt x="839175" y="1123202"/>
                  </a:lnTo>
                  <a:lnTo>
                    <a:pt x="838281" y="1134547"/>
                  </a:lnTo>
                  <a:lnTo>
                    <a:pt x="837387" y="1145893"/>
                  </a:lnTo>
                  <a:lnTo>
                    <a:pt x="836494" y="1157238"/>
                  </a:lnTo>
                  <a:lnTo>
                    <a:pt x="835600" y="1168584"/>
                  </a:lnTo>
                  <a:lnTo>
                    <a:pt x="834706" y="1179929"/>
                  </a:lnTo>
                  <a:lnTo>
                    <a:pt x="833829" y="1191275"/>
                  </a:lnTo>
                  <a:lnTo>
                    <a:pt x="832935" y="1202620"/>
                  </a:lnTo>
                  <a:lnTo>
                    <a:pt x="832042" y="1213966"/>
                  </a:lnTo>
                  <a:lnTo>
                    <a:pt x="831148" y="1225311"/>
                  </a:lnTo>
                  <a:lnTo>
                    <a:pt x="830255" y="1236657"/>
                  </a:lnTo>
                  <a:lnTo>
                    <a:pt x="829395" y="1247621"/>
                  </a:lnTo>
                  <a:lnTo>
                    <a:pt x="829361" y="1248002"/>
                  </a:lnTo>
                  <a:lnTo>
                    <a:pt x="828467" y="1259346"/>
                  </a:lnTo>
                  <a:lnTo>
                    <a:pt x="827574" y="1270693"/>
                  </a:lnTo>
                  <a:lnTo>
                    <a:pt x="826680" y="1282037"/>
                  </a:lnTo>
                  <a:lnTo>
                    <a:pt x="825803" y="1293384"/>
                  </a:lnTo>
                  <a:lnTo>
                    <a:pt x="824909" y="1304728"/>
                  </a:lnTo>
                  <a:lnTo>
                    <a:pt x="824016" y="1316075"/>
                  </a:lnTo>
                  <a:lnTo>
                    <a:pt x="823122" y="1327419"/>
                  </a:lnTo>
                  <a:lnTo>
                    <a:pt x="822228" y="1338766"/>
                  </a:lnTo>
                  <a:lnTo>
                    <a:pt x="821335" y="1350110"/>
                  </a:lnTo>
                  <a:lnTo>
                    <a:pt x="820441" y="1361457"/>
                  </a:lnTo>
                  <a:lnTo>
                    <a:pt x="819564" y="1372801"/>
                  </a:lnTo>
                  <a:lnTo>
                    <a:pt x="818670" y="1384148"/>
                  </a:lnTo>
                  <a:lnTo>
                    <a:pt x="817777" y="1395492"/>
                  </a:lnTo>
                  <a:lnTo>
                    <a:pt x="816883" y="1406839"/>
                  </a:lnTo>
                  <a:lnTo>
                    <a:pt x="815989" y="1418183"/>
                  </a:lnTo>
                  <a:lnTo>
                    <a:pt x="815113" y="1429530"/>
                  </a:lnTo>
                  <a:lnTo>
                    <a:pt x="814961" y="1431304"/>
                  </a:lnTo>
                  <a:lnTo>
                    <a:pt x="814202" y="1440874"/>
                  </a:lnTo>
                  <a:lnTo>
                    <a:pt x="813308" y="1452221"/>
                  </a:lnTo>
                  <a:lnTo>
                    <a:pt x="812432" y="1463565"/>
                  </a:lnTo>
                  <a:lnTo>
                    <a:pt x="811538" y="1474912"/>
                  </a:lnTo>
                  <a:lnTo>
                    <a:pt x="810644" y="1486256"/>
                  </a:lnTo>
                  <a:lnTo>
                    <a:pt x="809750" y="1497603"/>
                  </a:lnTo>
                  <a:lnTo>
                    <a:pt x="808857" y="1508947"/>
                  </a:lnTo>
                  <a:lnTo>
                    <a:pt x="807963" y="1520292"/>
                  </a:lnTo>
                  <a:lnTo>
                    <a:pt x="807069" y="1531638"/>
                  </a:lnTo>
                  <a:lnTo>
                    <a:pt x="806193" y="1542983"/>
                  </a:lnTo>
                  <a:lnTo>
                    <a:pt x="805299" y="1554329"/>
                  </a:lnTo>
                  <a:lnTo>
                    <a:pt x="804405" y="1565674"/>
                  </a:lnTo>
                  <a:lnTo>
                    <a:pt x="803512" y="1577020"/>
                  </a:lnTo>
                  <a:lnTo>
                    <a:pt x="802618" y="1588365"/>
                  </a:lnTo>
                  <a:lnTo>
                    <a:pt x="801741" y="1599711"/>
                  </a:lnTo>
                  <a:lnTo>
                    <a:pt x="800848" y="1611053"/>
                  </a:lnTo>
                  <a:lnTo>
                    <a:pt x="800527" y="1614982"/>
                  </a:lnTo>
                  <a:lnTo>
                    <a:pt x="799954" y="1622401"/>
                  </a:lnTo>
                  <a:lnTo>
                    <a:pt x="799060" y="1633749"/>
                  </a:lnTo>
                  <a:lnTo>
                    <a:pt x="798166" y="1645097"/>
                  </a:lnTo>
                  <a:lnTo>
                    <a:pt x="797273" y="1656445"/>
                  </a:lnTo>
                  <a:lnTo>
                    <a:pt x="796379" y="1667776"/>
                  </a:lnTo>
                  <a:lnTo>
                    <a:pt x="795485" y="1679124"/>
                  </a:lnTo>
                  <a:lnTo>
                    <a:pt x="794592" y="1690472"/>
                  </a:lnTo>
                  <a:lnTo>
                    <a:pt x="793698" y="1701820"/>
                  </a:lnTo>
                  <a:lnTo>
                    <a:pt x="792804" y="1713168"/>
                  </a:lnTo>
                  <a:lnTo>
                    <a:pt x="791928" y="1724516"/>
                  </a:lnTo>
                  <a:lnTo>
                    <a:pt x="791034" y="1735864"/>
                  </a:lnTo>
                  <a:lnTo>
                    <a:pt x="790140" y="1747195"/>
                  </a:lnTo>
                  <a:lnTo>
                    <a:pt x="789247" y="1758543"/>
                  </a:lnTo>
                  <a:lnTo>
                    <a:pt x="788370" y="1769891"/>
                  </a:lnTo>
                  <a:lnTo>
                    <a:pt x="787476" y="1781239"/>
                  </a:lnTo>
                  <a:lnTo>
                    <a:pt x="786582" y="1792587"/>
                  </a:lnTo>
                  <a:lnTo>
                    <a:pt x="786093" y="1798658"/>
                  </a:lnTo>
                  <a:lnTo>
                    <a:pt x="785689" y="1803935"/>
                  </a:lnTo>
                  <a:lnTo>
                    <a:pt x="784778" y="1815267"/>
                  </a:lnTo>
                  <a:lnTo>
                    <a:pt x="783884" y="1826615"/>
                  </a:lnTo>
                  <a:lnTo>
                    <a:pt x="782991" y="1837963"/>
                  </a:lnTo>
                  <a:lnTo>
                    <a:pt x="782097" y="1849311"/>
                  </a:lnTo>
                  <a:lnTo>
                    <a:pt x="781203" y="1860659"/>
                  </a:lnTo>
                  <a:lnTo>
                    <a:pt x="780327" y="1872007"/>
                  </a:lnTo>
                  <a:lnTo>
                    <a:pt x="779433" y="1883355"/>
                  </a:lnTo>
                  <a:lnTo>
                    <a:pt x="778539" y="1894686"/>
                  </a:lnTo>
                  <a:lnTo>
                    <a:pt x="777662" y="1906034"/>
                  </a:lnTo>
                  <a:lnTo>
                    <a:pt x="776769" y="1917382"/>
                  </a:lnTo>
                  <a:lnTo>
                    <a:pt x="775892" y="1928730"/>
                  </a:lnTo>
                  <a:lnTo>
                    <a:pt x="774998" y="1940078"/>
                  </a:lnTo>
                  <a:lnTo>
                    <a:pt x="774105" y="1951426"/>
                  </a:lnTo>
                  <a:lnTo>
                    <a:pt x="773211" y="1962774"/>
                  </a:lnTo>
                  <a:lnTo>
                    <a:pt x="772317" y="1974105"/>
                  </a:lnTo>
                  <a:lnTo>
                    <a:pt x="771660" y="1982334"/>
                  </a:lnTo>
                  <a:lnTo>
                    <a:pt x="771423" y="1985453"/>
                  </a:lnTo>
                  <a:lnTo>
                    <a:pt x="770513" y="1996801"/>
                  </a:lnTo>
                  <a:lnTo>
                    <a:pt x="769602" y="2008150"/>
                  </a:lnTo>
                  <a:lnTo>
                    <a:pt x="768709" y="2019498"/>
                  </a:lnTo>
                  <a:lnTo>
                    <a:pt x="767798" y="2030846"/>
                  </a:lnTo>
                  <a:lnTo>
                    <a:pt x="766905" y="2042177"/>
                  </a:lnTo>
                  <a:lnTo>
                    <a:pt x="766028" y="2053525"/>
                  </a:lnTo>
                  <a:lnTo>
                    <a:pt x="765151" y="2064873"/>
                  </a:lnTo>
                  <a:lnTo>
                    <a:pt x="764274" y="2076221"/>
                  </a:lnTo>
                  <a:lnTo>
                    <a:pt x="763397" y="2087569"/>
                  </a:lnTo>
                  <a:lnTo>
                    <a:pt x="762520" y="2098917"/>
                  </a:lnTo>
                  <a:lnTo>
                    <a:pt x="761661" y="2110265"/>
                  </a:lnTo>
                  <a:lnTo>
                    <a:pt x="760801" y="2121596"/>
                  </a:lnTo>
                  <a:lnTo>
                    <a:pt x="759924" y="2132944"/>
                  </a:lnTo>
                  <a:lnTo>
                    <a:pt x="759030" y="2144292"/>
                  </a:lnTo>
                  <a:lnTo>
                    <a:pt x="758119" y="2155640"/>
                  </a:lnTo>
                  <a:lnTo>
                    <a:pt x="757226" y="2166027"/>
                  </a:lnTo>
                  <a:lnTo>
                    <a:pt x="757141" y="2166988"/>
                  </a:lnTo>
                  <a:lnTo>
                    <a:pt x="756012" y="2178336"/>
                  </a:lnTo>
                  <a:lnTo>
                    <a:pt x="754831" y="2189668"/>
                  </a:lnTo>
                  <a:lnTo>
                    <a:pt x="753550" y="2201016"/>
                  </a:lnTo>
                  <a:lnTo>
                    <a:pt x="752049" y="2212364"/>
                  </a:lnTo>
                  <a:lnTo>
                    <a:pt x="749925" y="2223712"/>
                  </a:lnTo>
                  <a:lnTo>
                    <a:pt x="744276" y="2235060"/>
                  </a:lnTo>
                  <a:lnTo>
                    <a:pt x="742792" y="2236038"/>
                  </a:lnTo>
                  <a:lnTo>
                    <a:pt x="741595" y="2235060"/>
                  </a:lnTo>
                  <a:lnTo>
                    <a:pt x="737784" y="2223712"/>
                  </a:lnTo>
                  <a:lnTo>
                    <a:pt x="736047" y="2212364"/>
                  </a:lnTo>
                  <a:lnTo>
                    <a:pt x="732658" y="2201016"/>
                  </a:lnTo>
                  <a:lnTo>
                    <a:pt x="728358" y="2192366"/>
                  </a:lnTo>
                  <a:lnTo>
                    <a:pt x="727110" y="2189668"/>
                  </a:lnTo>
                  <a:lnTo>
                    <a:pt x="723603" y="2178336"/>
                  </a:lnTo>
                  <a:lnTo>
                    <a:pt x="720332" y="2166988"/>
                  </a:lnTo>
                  <a:lnTo>
                    <a:pt x="716488" y="2155640"/>
                  </a:lnTo>
                  <a:lnTo>
                    <a:pt x="713925" y="2148997"/>
                  </a:lnTo>
                  <a:lnTo>
                    <a:pt x="712188" y="2144292"/>
                  </a:lnTo>
                  <a:lnTo>
                    <a:pt x="708630" y="2132944"/>
                  </a:lnTo>
                  <a:lnTo>
                    <a:pt x="705055" y="2121596"/>
                  </a:lnTo>
                  <a:lnTo>
                    <a:pt x="701143" y="2110265"/>
                  </a:lnTo>
                  <a:lnTo>
                    <a:pt x="699491" y="2105645"/>
                  </a:lnTo>
                  <a:lnTo>
                    <a:pt x="697181" y="2098917"/>
                  </a:lnTo>
                  <a:lnTo>
                    <a:pt x="693572" y="2087569"/>
                  </a:lnTo>
                  <a:lnTo>
                    <a:pt x="689880" y="2076221"/>
                  </a:lnTo>
                  <a:lnTo>
                    <a:pt x="685951" y="2064873"/>
                  </a:lnTo>
                  <a:lnTo>
                    <a:pt x="685057" y="2062293"/>
                  </a:lnTo>
                  <a:lnTo>
                    <a:pt x="682140" y="2053525"/>
                  </a:lnTo>
                  <a:lnTo>
                    <a:pt x="678481" y="2042177"/>
                  </a:lnTo>
                  <a:lnTo>
                    <a:pt x="674738" y="2030846"/>
                  </a:lnTo>
                  <a:lnTo>
                    <a:pt x="670809" y="2019498"/>
                  </a:lnTo>
                  <a:lnTo>
                    <a:pt x="670623" y="2018958"/>
                  </a:lnTo>
                  <a:lnTo>
                    <a:pt x="667082" y="2008150"/>
                  </a:lnTo>
                  <a:lnTo>
                    <a:pt x="663390" y="1996801"/>
                  </a:lnTo>
                  <a:lnTo>
                    <a:pt x="659629" y="1985453"/>
                  </a:lnTo>
                  <a:lnTo>
                    <a:pt x="656190" y="1975471"/>
                  </a:lnTo>
                  <a:lnTo>
                    <a:pt x="655734" y="1974105"/>
                  </a:lnTo>
                  <a:lnTo>
                    <a:pt x="652025" y="1962774"/>
                  </a:lnTo>
                  <a:lnTo>
                    <a:pt x="648315" y="1951426"/>
                  </a:lnTo>
                  <a:lnTo>
                    <a:pt x="644504" y="1940078"/>
                  </a:lnTo>
                  <a:lnTo>
                    <a:pt x="641756" y="1931985"/>
                  </a:lnTo>
                  <a:lnTo>
                    <a:pt x="640660" y="1928730"/>
                  </a:lnTo>
                  <a:lnTo>
                    <a:pt x="636950" y="1917382"/>
                  </a:lnTo>
                  <a:lnTo>
                    <a:pt x="633224" y="1906034"/>
                  </a:lnTo>
                  <a:lnTo>
                    <a:pt x="629413" y="1894686"/>
                  </a:lnTo>
                  <a:lnTo>
                    <a:pt x="627322" y="1888532"/>
                  </a:lnTo>
                  <a:lnTo>
                    <a:pt x="625602" y="1883355"/>
                  </a:lnTo>
                  <a:lnTo>
                    <a:pt x="621876" y="1872007"/>
                  </a:lnTo>
                  <a:lnTo>
                    <a:pt x="618132" y="1860659"/>
                  </a:lnTo>
                  <a:lnTo>
                    <a:pt x="614305" y="1849311"/>
                  </a:lnTo>
                  <a:lnTo>
                    <a:pt x="612888" y="1845095"/>
                  </a:lnTo>
                  <a:lnTo>
                    <a:pt x="610528" y="1837963"/>
                  </a:lnTo>
                  <a:lnTo>
                    <a:pt x="606801" y="1826615"/>
                  </a:lnTo>
                  <a:lnTo>
                    <a:pt x="603041" y="1815267"/>
                  </a:lnTo>
                  <a:lnTo>
                    <a:pt x="599213" y="1803935"/>
                  </a:lnTo>
                  <a:lnTo>
                    <a:pt x="598455" y="1801676"/>
                  </a:lnTo>
                  <a:lnTo>
                    <a:pt x="595453" y="1792587"/>
                  </a:lnTo>
                  <a:lnTo>
                    <a:pt x="591727" y="1781239"/>
                  </a:lnTo>
                  <a:lnTo>
                    <a:pt x="587950" y="1769891"/>
                  </a:lnTo>
                  <a:lnTo>
                    <a:pt x="584122" y="1758543"/>
                  </a:lnTo>
                  <a:lnTo>
                    <a:pt x="584021" y="1758274"/>
                  </a:lnTo>
                  <a:lnTo>
                    <a:pt x="580396" y="1747195"/>
                  </a:lnTo>
                  <a:lnTo>
                    <a:pt x="576652" y="1735864"/>
                  </a:lnTo>
                  <a:lnTo>
                    <a:pt x="572875" y="1724516"/>
                  </a:lnTo>
                  <a:lnTo>
                    <a:pt x="569587" y="1714787"/>
                  </a:lnTo>
                  <a:lnTo>
                    <a:pt x="569047" y="1713168"/>
                  </a:lnTo>
                  <a:lnTo>
                    <a:pt x="565321" y="1701820"/>
                  </a:lnTo>
                  <a:lnTo>
                    <a:pt x="561578" y="1690472"/>
                  </a:lnTo>
                  <a:lnTo>
                    <a:pt x="557784" y="1679124"/>
                  </a:lnTo>
                  <a:lnTo>
                    <a:pt x="555153" y="1671317"/>
                  </a:lnTo>
                  <a:lnTo>
                    <a:pt x="553990" y="1667776"/>
                  </a:lnTo>
                  <a:lnTo>
                    <a:pt x="550247" y="1656445"/>
                  </a:lnTo>
                  <a:lnTo>
                    <a:pt x="546486" y="1645097"/>
                  </a:lnTo>
                  <a:lnTo>
                    <a:pt x="542692" y="1633749"/>
                  </a:lnTo>
                  <a:lnTo>
                    <a:pt x="540720" y="1627847"/>
                  </a:lnTo>
                  <a:lnTo>
                    <a:pt x="538915" y="1622401"/>
                  </a:lnTo>
                  <a:lnTo>
                    <a:pt x="535172" y="1611053"/>
                  </a:lnTo>
                  <a:lnTo>
                    <a:pt x="531412" y="1599711"/>
                  </a:lnTo>
                  <a:lnTo>
                    <a:pt x="527618" y="1588365"/>
                  </a:lnTo>
                  <a:lnTo>
                    <a:pt x="526286" y="1584411"/>
                  </a:lnTo>
                  <a:lnTo>
                    <a:pt x="523841" y="1577020"/>
                  </a:lnTo>
                  <a:lnTo>
                    <a:pt x="520097" y="1565674"/>
                  </a:lnTo>
                  <a:lnTo>
                    <a:pt x="516337" y="1554329"/>
                  </a:lnTo>
                  <a:lnTo>
                    <a:pt x="512527" y="1542983"/>
                  </a:lnTo>
                  <a:lnTo>
                    <a:pt x="511852" y="1540980"/>
                  </a:lnTo>
                  <a:lnTo>
                    <a:pt x="508766" y="1531638"/>
                  </a:lnTo>
                  <a:lnTo>
                    <a:pt x="505023" y="1520292"/>
                  </a:lnTo>
                  <a:lnTo>
                    <a:pt x="501246" y="1508947"/>
                  </a:lnTo>
                  <a:lnTo>
                    <a:pt x="497435" y="1497603"/>
                  </a:lnTo>
                  <a:lnTo>
                    <a:pt x="497418" y="1497559"/>
                  </a:lnTo>
                  <a:lnTo>
                    <a:pt x="493709" y="1486256"/>
                  </a:lnTo>
                  <a:lnTo>
                    <a:pt x="489948" y="1474912"/>
                  </a:lnTo>
                  <a:lnTo>
                    <a:pt x="486171" y="1463565"/>
                  </a:lnTo>
                  <a:lnTo>
                    <a:pt x="483001" y="1454081"/>
                  </a:lnTo>
                  <a:lnTo>
                    <a:pt x="482378" y="1452221"/>
                  </a:lnTo>
                  <a:lnTo>
                    <a:pt x="478634" y="1440874"/>
                  </a:lnTo>
                  <a:lnTo>
                    <a:pt x="474874" y="1429530"/>
                  </a:lnTo>
                  <a:lnTo>
                    <a:pt x="471097" y="1418183"/>
                  </a:lnTo>
                  <a:lnTo>
                    <a:pt x="468568" y="1410614"/>
                  </a:lnTo>
                  <a:lnTo>
                    <a:pt x="467303" y="1406839"/>
                  </a:lnTo>
                  <a:lnTo>
                    <a:pt x="463560" y="1395492"/>
                  </a:lnTo>
                  <a:lnTo>
                    <a:pt x="459799" y="1384148"/>
                  </a:lnTo>
                  <a:lnTo>
                    <a:pt x="456006" y="1372801"/>
                  </a:lnTo>
                  <a:lnTo>
                    <a:pt x="454134" y="1367158"/>
                  </a:lnTo>
                  <a:lnTo>
                    <a:pt x="452228" y="1361457"/>
                  </a:lnTo>
                  <a:lnTo>
                    <a:pt x="448485" y="1350110"/>
                  </a:lnTo>
                  <a:lnTo>
                    <a:pt x="444725" y="1338766"/>
                  </a:lnTo>
                  <a:lnTo>
                    <a:pt x="440931" y="1327419"/>
                  </a:lnTo>
                  <a:lnTo>
                    <a:pt x="439700" y="1323713"/>
                  </a:lnTo>
                  <a:lnTo>
                    <a:pt x="437154" y="1316075"/>
                  </a:lnTo>
                  <a:lnTo>
                    <a:pt x="433411" y="1304728"/>
                  </a:lnTo>
                  <a:lnTo>
                    <a:pt x="429634" y="1293384"/>
                  </a:lnTo>
                  <a:lnTo>
                    <a:pt x="425840" y="1282037"/>
                  </a:lnTo>
                  <a:lnTo>
                    <a:pt x="425266" y="1280277"/>
                  </a:lnTo>
                  <a:lnTo>
                    <a:pt x="422096" y="1270693"/>
                  </a:lnTo>
                  <a:lnTo>
                    <a:pt x="418336" y="1259346"/>
                  </a:lnTo>
                  <a:lnTo>
                    <a:pt x="414559" y="1248002"/>
                  </a:lnTo>
                  <a:lnTo>
                    <a:pt x="410833" y="1236842"/>
                  </a:lnTo>
                  <a:lnTo>
                    <a:pt x="410765" y="1236657"/>
                  </a:lnTo>
                  <a:lnTo>
                    <a:pt x="407022" y="1225311"/>
                  </a:lnTo>
                  <a:lnTo>
                    <a:pt x="403262" y="1213966"/>
                  </a:lnTo>
                  <a:lnTo>
                    <a:pt x="399485" y="1202620"/>
                  </a:lnTo>
                  <a:lnTo>
                    <a:pt x="396399" y="1193371"/>
                  </a:lnTo>
                  <a:lnTo>
                    <a:pt x="395691" y="1191275"/>
                  </a:lnTo>
                  <a:lnTo>
                    <a:pt x="391947" y="1179929"/>
                  </a:lnTo>
                  <a:lnTo>
                    <a:pt x="388187" y="1168584"/>
                  </a:lnTo>
                  <a:lnTo>
                    <a:pt x="384410" y="1157238"/>
                  </a:lnTo>
                  <a:lnTo>
                    <a:pt x="381965" y="1149908"/>
                  </a:lnTo>
                  <a:lnTo>
                    <a:pt x="380616" y="1145893"/>
                  </a:lnTo>
                  <a:lnTo>
                    <a:pt x="376873" y="1134547"/>
                  </a:lnTo>
                  <a:lnTo>
                    <a:pt x="373113" y="1123202"/>
                  </a:lnTo>
                  <a:lnTo>
                    <a:pt x="369319" y="1111856"/>
                  </a:lnTo>
                  <a:lnTo>
                    <a:pt x="367531" y="1106455"/>
                  </a:lnTo>
                  <a:lnTo>
                    <a:pt x="365558" y="1100511"/>
                  </a:lnTo>
                  <a:lnTo>
                    <a:pt x="361798" y="1089165"/>
                  </a:lnTo>
                  <a:lnTo>
                    <a:pt x="358038" y="1077820"/>
                  </a:lnTo>
                  <a:lnTo>
                    <a:pt x="354244" y="1066474"/>
                  </a:lnTo>
                  <a:lnTo>
                    <a:pt x="353098" y="1063009"/>
                  </a:lnTo>
                  <a:lnTo>
                    <a:pt x="350484" y="1055129"/>
                  </a:lnTo>
                  <a:lnTo>
                    <a:pt x="346724" y="1043783"/>
                  </a:lnTo>
                  <a:lnTo>
                    <a:pt x="342947" y="1032438"/>
                  </a:lnTo>
                  <a:lnTo>
                    <a:pt x="339170" y="1021092"/>
                  </a:lnTo>
                  <a:lnTo>
                    <a:pt x="338664" y="1019569"/>
                  </a:lnTo>
                  <a:lnTo>
                    <a:pt x="335409" y="1009747"/>
                  </a:lnTo>
                  <a:lnTo>
                    <a:pt x="331649" y="998401"/>
                  </a:lnTo>
                  <a:lnTo>
                    <a:pt x="327872" y="987056"/>
                  </a:lnTo>
                  <a:lnTo>
                    <a:pt x="324230" y="976128"/>
                  </a:lnTo>
                  <a:lnTo>
                    <a:pt x="324078" y="975711"/>
                  </a:lnTo>
                  <a:lnTo>
                    <a:pt x="320335" y="964365"/>
                  </a:lnTo>
                  <a:lnTo>
                    <a:pt x="316575" y="953020"/>
                  </a:lnTo>
                  <a:lnTo>
                    <a:pt x="312798" y="941674"/>
                  </a:lnTo>
                  <a:lnTo>
                    <a:pt x="309791" y="932660"/>
                  </a:lnTo>
                  <a:lnTo>
                    <a:pt x="309016" y="930329"/>
                  </a:lnTo>
                  <a:lnTo>
                    <a:pt x="305262" y="918983"/>
                  </a:lnTo>
                  <a:lnTo>
                    <a:pt x="301499" y="907638"/>
                  </a:lnTo>
                  <a:lnTo>
                    <a:pt x="297720" y="896292"/>
                  </a:lnTo>
                  <a:lnTo>
                    <a:pt x="295357" y="889200"/>
                  </a:lnTo>
                  <a:lnTo>
                    <a:pt x="293944" y="884947"/>
                  </a:lnTo>
                  <a:lnTo>
                    <a:pt x="290189" y="873601"/>
                  </a:lnTo>
                  <a:lnTo>
                    <a:pt x="286424" y="862256"/>
                  </a:lnTo>
                  <a:lnTo>
                    <a:pt x="282642" y="850910"/>
                  </a:lnTo>
                  <a:lnTo>
                    <a:pt x="280924" y="845747"/>
                  </a:lnTo>
                  <a:lnTo>
                    <a:pt x="278872" y="839565"/>
                  </a:lnTo>
                  <a:lnTo>
                    <a:pt x="275116" y="828219"/>
                  </a:lnTo>
                  <a:lnTo>
                    <a:pt x="271346" y="816874"/>
                  </a:lnTo>
                  <a:lnTo>
                    <a:pt x="267562" y="805528"/>
                  </a:lnTo>
                  <a:lnTo>
                    <a:pt x="266492" y="802300"/>
                  </a:lnTo>
                  <a:lnTo>
                    <a:pt x="263800" y="794183"/>
                  </a:lnTo>
                  <a:lnTo>
                    <a:pt x="260042" y="782837"/>
                  </a:lnTo>
                  <a:lnTo>
                    <a:pt x="256270" y="771492"/>
                  </a:lnTo>
                  <a:lnTo>
                    <a:pt x="252484" y="760146"/>
                  </a:lnTo>
                  <a:lnTo>
                    <a:pt x="252058" y="758859"/>
                  </a:lnTo>
                  <a:lnTo>
                    <a:pt x="248728" y="748801"/>
                  </a:lnTo>
                  <a:lnTo>
                    <a:pt x="244967" y="737455"/>
                  </a:lnTo>
                  <a:lnTo>
                    <a:pt x="241194" y="726110"/>
                  </a:lnTo>
                  <a:lnTo>
                    <a:pt x="237624" y="715413"/>
                  </a:lnTo>
                  <a:lnTo>
                    <a:pt x="237408" y="714764"/>
                  </a:lnTo>
                  <a:lnTo>
                    <a:pt x="233655" y="703419"/>
                  </a:lnTo>
                  <a:lnTo>
                    <a:pt x="229891" y="692074"/>
                  </a:lnTo>
                  <a:lnTo>
                    <a:pt x="226116" y="680728"/>
                  </a:lnTo>
                  <a:lnTo>
                    <a:pt x="223190" y="671948"/>
                  </a:lnTo>
                  <a:lnTo>
                    <a:pt x="222337" y="669383"/>
                  </a:lnTo>
                  <a:lnTo>
                    <a:pt x="218582" y="658037"/>
                  </a:lnTo>
                  <a:lnTo>
                    <a:pt x="214817" y="646692"/>
                  </a:lnTo>
                  <a:lnTo>
                    <a:pt x="211040" y="635346"/>
                  </a:lnTo>
                  <a:lnTo>
                    <a:pt x="208757" y="628490"/>
                  </a:lnTo>
                  <a:lnTo>
                    <a:pt x="207264" y="624001"/>
                  </a:lnTo>
                  <a:lnTo>
                    <a:pt x="203507" y="612655"/>
                  </a:lnTo>
                  <a:lnTo>
                    <a:pt x="199741" y="601310"/>
                  </a:lnTo>
                  <a:lnTo>
                    <a:pt x="195962" y="589964"/>
                  </a:lnTo>
                  <a:lnTo>
                    <a:pt x="194323" y="585039"/>
                  </a:lnTo>
                  <a:lnTo>
                    <a:pt x="192193" y="578619"/>
                  </a:lnTo>
                  <a:lnTo>
                    <a:pt x="188435" y="567273"/>
                  </a:lnTo>
                  <a:lnTo>
                    <a:pt x="184666" y="555928"/>
                  </a:lnTo>
                  <a:lnTo>
                    <a:pt x="180884" y="544582"/>
                  </a:lnTo>
                  <a:lnTo>
                    <a:pt x="179891" y="541591"/>
                  </a:lnTo>
                  <a:lnTo>
                    <a:pt x="177120" y="533237"/>
                  </a:lnTo>
                  <a:lnTo>
                    <a:pt x="173360" y="521891"/>
                  </a:lnTo>
                  <a:lnTo>
                    <a:pt x="169590" y="510546"/>
                  </a:lnTo>
                  <a:lnTo>
                    <a:pt x="165806" y="499200"/>
                  </a:lnTo>
                  <a:lnTo>
                    <a:pt x="165457" y="498150"/>
                  </a:lnTo>
                  <a:lnTo>
                    <a:pt x="162048" y="487855"/>
                  </a:lnTo>
                  <a:lnTo>
                    <a:pt x="158286" y="476509"/>
                  </a:lnTo>
                  <a:lnTo>
                    <a:pt x="154512" y="465164"/>
                  </a:lnTo>
                  <a:lnTo>
                    <a:pt x="151023" y="454698"/>
                  </a:lnTo>
                  <a:lnTo>
                    <a:pt x="150730" y="453818"/>
                  </a:lnTo>
                  <a:lnTo>
                    <a:pt x="146975" y="442473"/>
                  </a:lnTo>
                  <a:lnTo>
                    <a:pt x="143211" y="431129"/>
                  </a:lnTo>
                  <a:lnTo>
                    <a:pt x="139436" y="419782"/>
                  </a:lnTo>
                  <a:lnTo>
                    <a:pt x="136590" y="411237"/>
                  </a:lnTo>
                  <a:lnTo>
                    <a:pt x="135659" y="408438"/>
                  </a:lnTo>
                  <a:lnTo>
                    <a:pt x="131902" y="397091"/>
                  </a:lnTo>
                  <a:lnTo>
                    <a:pt x="128135" y="385747"/>
                  </a:lnTo>
                  <a:lnTo>
                    <a:pt x="124360" y="374400"/>
                  </a:lnTo>
                  <a:lnTo>
                    <a:pt x="122156" y="367780"/>
                  </a:lnTo>
                  <a:lnTo>
                    <a:pt x="120586" y="363056"/>
                  </a:lnTo>
                  <a:lnTo>
                    <a:pt x="116827" y="351709"/>
                  </a:lnTo>
                  <a:lnTo>
                    <a:pt x="113061" y="340365"/>
                  </a:lnTo>
                  <a:lnTo>
                    <a:pt x="109282" y="329018"/>
                  </a:lnTo>
                  <a:lnTo>
                    <a:pt x="107722" y="324327"/>
                  </a:lnTo>
                  <a:lnTo>
                    <a:pt x="105515" y="317674"/>
                  </a:lnTo>
                  <a:lnTo>
                    <a:pt x="101755" y="306327"/>
                  </a:lnTo>
                  <a:lnTo>
                    <a:pt x="97984" y="294983"/>
                  </a:lnTo>
                  <a:lnTo>
                    <a:pt x="94204" y="283636"/>
                  </a:lnTo>
                  <a:lnTo>
                    <a:pt x="93288" y="280881"/>
                  </a:lnTo>
                  <a:lnTo>
                    <a:pt x="90442" y="272292"/>
                  </a:lnTo>
                  <a:lnTo>
                    <a:pt x="86680" y="260945"/>
                  </a:lnTo>
                  <a:lnTo>
                    <a:pt x="82908" y="249601"/>
                  </a:lnTo>
                  <a:lnTo>
                    <a:pt x="79126" y="238254"/>
                  </a:lnTo>
                  <a:lnTo>
                    <a:pt x="78856" y="237438"/>
                  </a:lnTo>
                  <a:lnTo>
                    <a:pt x="75369" y="226910"/>
                  </a:lnTo>
                  <a:lnTo>
                    <a:pt x="71606" y="215563"/>
                  </a:lnTo>
                  <a:lnTo>
                    <a:pt x="67832" y="204219"/>
                  </a:lnTo>
                  <a:lnTo>
                    <a:pt x="64422" y="193983"/>
                  </a:lnTo>
                  <a:lnTo>
                    <a:pt x="64053" y="192872"/>
                  </a:lnTo>
                  <a:lnTo>
                    <a:pt x="60295" y="181528"/>
                  </a:lnTo>
                  <a:lnTo>
                    <a:pt x="56531" y="170183"/>
                  </a:lnTo>
                  <a:lnTo>
                    <a:pt x="52756" y="158837"/>
                  </a:lnTo>
                  <a:lnTo>
                    <a:pt x="49989" y="150524"/>
                  </a:lnTo>
                  <a:lnTo>
                    <a:pt x="48980" y="147492"/>
                  </a:lnTo>
                  <a:lnTo>
                    <a:pt x="45222" y="136146"/>
                  </a:lnTo>
                  <a:lnTo>
                    <a:pt x="41455" y="124801"/>
                  </a:lnTo>
                  <a:lnTo>
                    <a:pt x="37680" y="113455"/>
                  </a:lnTo>
                  <a:lnTo>
                    <a:pt x="35555" y="107069"/>
                  </a:lnTo>
                  <a:lnTo>
                    <a:pt x="33908" y="102110"/>
                  </a:lnTo>
                  <a:lnTo>
                    <a:pt x="30147" y="90764"/>
                  </a:lnTo>
                  <a:lnTo>
                    <a:pt x="26380" y="79418"/>
                  </a:lnTo>
                  <a:lnTo>
                    <a:pt x="22602" y="68073"/>
                  </a:lnTo>
                  <a:lnTo>
                    <a:pt x="21121" y="63617"/>
                  </a:lnTo>
                  <a:lnTo>
                    <a:pt x="18835" y="56727"/>
                  </a:lnTo>
                  <a:lnTo>
                    <a:pt x="15075" y="45382"/>
                  </a:lnTo>
                  <a:lnTo>
                    <a:pt x="11304" y="34037"/>
                  </a:lnTo>
                  <a:lnTo>
                    <a:pt x="7525" y="22691"/>
                  </a:lnTo>
                  <a:lnTo>
                    <a:pt x="6687" y="20170"/>
                  </a:lnTo>
                  <a:lnTo>
                    <a:pt x="3762" y="11346"/>
                  </a:lnTo>
                  <a:lnTo>
                    <a:pt x="0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910055BD-8632-4214-03CE-BB9A9A1120FD}"/>
                </a:ext>
              </a:extLst>
            </p:cNvPr>
            <p:cNvSpPr/>
            <p:nvPr/>
          </p:nvSpPr>
          <p:spPr>
            <a:xfrm>
              <a:off x="4010149" y="3374538"/>
              <a:ext cx="121405" cy="1686"/>
            </a:xfrm>
            <a:custGeom>
              <a:avLst/>
              <a:gdLst>
                <a:gd name="csX0" fmla="*/ 0 w 121405"/>
                <a:gd name="csY0" fmla="*/ 0 h 1686"/>
                <a:gd name="csX1" fmla="*/ 121405 w 121405"/>
                <a:gd name="csY1" fmla="*/ 0 h 1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21405" h="1686">
                  <a:moveTo>
                    <a:pt x="0" y="0"/>
                  </a:moveTo>
                  <a:lnTo>
                    <a:pt x="121405" y="0"/>
                  </a:lnTo>
                </a:path>
              </a:pathLst>
            </a:custGeom>
            <a:noFill/>
            <a:ln w="10096" cap="rnd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7" name="Freeform 456">
            <a:extLst>
              <a:ext uri="{FF2B5EF4-FFF2-40B4-BE49-F238E27FC236}">
                <a16:creationId xmlns:a16="http://schemas.microsoft.com/office/drawing/2014/main" id="{6A4EBA54-09EC-F16A-D5EC-32C7C9DB301C}"/>
              </a:ext>
            </a:extLst>
          </p:cNvPr>
          <p:cNvSpPr/>
          <p:nvPr/>
        </p:nvSpPr>
        <p:spPr>
          <a:xfrm>
            <a:off x="4010149" y="-855366"/>
            <a:ext cx="121405" cy="1686"/>
          </a:xfrm>
          <a:custGeom>
            <a:avLst/>
            <a:gdLst>
              <a:gd name="csX0" fmla="*/ 0 w 121405"/>
              <a:gd name="csY0" fmla="*/ 0 h 1686"/>
              <a:gd name="csX1" fmla="*/ 121405 w 121405"/>
              <a:gd name="csY1" fmla="*/ 0 h 1686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21405" h="1686">
                <a:moveTo>
                  <a:pt x="0" y="0"/>
                </a:moveTo>
                <a:lnTo>
                  <a:pt x="121405" y="0"/>
                </a:lnTo>
              </a:path>
            </a:pathLst>
          </a:custGeom>
          <a:noFill/>
          <a:ln w="10096" cap="rnd">
            <a:solidFill>
              <a:srgbClr val="81EF6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6D4BB11C-2B90-D587-4BDA-6F8568360C2E}"/>
              </a:ext>
            </a:extLst>
          </p:cNvPr>
          <p:cNvSpPr/>
          <p:nvPr/>
        </p:nvSpPr>
        <p:spPr>
          <a:xfrm>
            <a:off x="4010149" y="-6495237"/>
            <a:ext cx="121405" cy="1686"/>
          </a:xfrm>
          <a:custGeom>
            <a:avLst/>
            <a:gdLst>
              <a:gd name="csX0" fmla="*/ 0 w 121405"/>
              <a:gd name="csY0" fmla="*/ 0 h 1686"/>
              <a:gd name="csX1" fmla="*/ 121405 w 121405"/>
              <a:gd name="csY1" fmla="*/ 0 h 1686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21405" h="1686">
                <a:moveTo>
                  <a:pt x="0" y="0"/>
                </a:moveTo>
                <a:lnTo>
                  <a:pt x="121405" y="0"/>
                </a:lnTo>
              </a:path>
            </a:pathLst>
          </a:custGeom>
          <a:noFill/>
          <a:ln w="10096" cap="rnd">
            <a:solidFill>
              <a:srgbClr val="A04D13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643507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2" grpId="0"/>
      <p:bldP spid="26" grpId="0"/>
      <p:bldP spid="27" grpId="0"/>
      <p:bldP spid="31" grpId="0"/>
      <p:bldP spid="3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F33B235-6EAD-C474-0025-D35780FD5F62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118355" cy="888135"/>
              </a:xfrm>
            </p:spPr>
            <p:txBody>
              <a:bodyPr/>
              <a:lstStyle/>
              <a:p>
                <a:r>
                  <a:rPr lang="en-US" b="1" dirty="0"/>
                  <a:t>Effective Smoothing</a:t>
                </a:r>
                <a:r>
                  <a:rPr lang="en-US" dirty="0"/>
                  <a:t>: When the incoming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dirty="0"/>
                  <a:t> has uncertainty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</m:sub>
                    </m:sSub>
                    <m:r>
                      <a:rPr lang="en-US" b="0" i="1" smtClean="0">
                        <a:latin typeface="Cambria Math" panose="02040503050406030204" pitchFamily="18" charset="0"/>
                      </a:rPr>
                      <m:t>&gt;0</m:t>
                    </m:r>
                  </m:oMath>
                </a14:m>
                <a:r>
                  <a:rPr lang="en-US" dirty="0"/>
                  <a:t>, the outgoing message has a mean that is effectively a smoothed function of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b="0" i="0" smtClean="0">
                        <a:latin typeface="Cambria Math" panose="02040503050406030204" pitchFamily="18" charset="0"/>
                      </a:rPr>
                      <m:t>ReL</m:t>
                    </m:r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𝛼</m:t>
                        </m:r>
                      </m:sub>
                    </m:sSub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𝑋</m:t>
                            </m:r>
                          </m:sub>
                        </m:sSub>
                      </m:e>
                    </m:d>
                  </m:oMath>
                </a14:m>
                <a:r>
                  <a:rPr lang="en-US" dirty="0"/>
                  <a:t>!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F33B235-6EAD-C474-0025-D35780FD5F6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118355" cy="888135"/>
              </a:xfrm>
              <a:blipFill>
                <a:blip r:embed="rId2"/>
                <a:stretch>
                  <a:fillRect t="-140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943D7E93-B1FE-BF95-832E-2228783924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ReLU</a:t>
            </a:r>
            <a:r>
              <a:rPr lang="en-US" dirty="0"/>
              <a:t>: Direct Message Approximation and Smoothing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BF5092F-60A3-E75E-A9E2-DCE9FFBAF1C2}"/>
                  </a:ext>
                </a:extLst>
              </p:cNvPr>
              <p:cNvSpPr/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𝑌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Oval 5">
                <a:extLst>
                  <a:ext uri="{FF2B5EF4-FFF2-40B4-BE49-F238E27FC236}">
                    <a16:creationId xmlns:a16="http://schemas.microsoft.com/office/drawing/2014/main" id="{BBF5092F-60A3-E75E-A9E2-DCE9FFBAF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66905" y="1831314"/>
                <a:ext cx="251999" cy="251999"/>
              </a:xfrm>
              <a:prstGeom prst="ellipse">
                <a:avLst/>
              </a:prstGeom>
              <a:blipFill>
                <a:blip r:embed="rId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>
            <a:extLst>
              <a:ext uri="{FF2B5EF4-FFF2-40B4-BE49-F238E27FC236}">
                <a16:creationId xmlns:a16="http://schemas.microsoft.com/office/drawing/2014/main" id="{9A5ACF7B-62DE-18BB-B142-95F3CCCB22CF}"/>
              </a:ext>
            </a:extLst>
          </p:cNvPr>
          <p:cNvSpPr/>
          <p:nvPr/>
        </p:nvSpPr>
        <p:spPr bwMode="gray">
          <a:xfrm>
            <a:off x="7823388" y="1894314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7CF0230-B17F-875E-B421-25EC73412CF6}"/>
              </a:ext>
            </a:extLst>
          </p:cNvPr>
          <p:cNvCxnSpPr>
            <a:cxnSpLocks/>
            <a:stCxn id="7" idx="3"/>
            <a:endCxn id="6" idx="2"/>
          </p:cNvCxnSpPr>
          <p:nvPr/>
        </p:nvCxnSpPr>
        <p:spPr bwMode="gray">
          <a:xfrm>
            <a:off x="7949387" y="1957314"/>
            <a:ext cx="8175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885037C3-6C5A-3E49-F7CB-1D81F236B1A3}"/>
                  </a:ext>
                </a:extLst>
              </p:cNvPr>
              <p:cNvSpPr/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10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</m:oMath>
                  </m:oMathPara>
                </a14:m>
                <a:endParaRPr lang="en-DE" sz="1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885037C3-6C5A-3E49-F7CB-1D81F236B1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3871" y="1831314"/>
                <a:ext cx="251999" cy="251999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855DC32-4D41-F0C1-790B-52C0AA32C8DB}"/>
              </a:ext>
            </a:extLst>
          </p:cNvPr>
          <p:cNvCxnSpPr>
            <a:cxnSpLocks/>
            <a:stCxn id="7" idx="1"/>
          </p:cNvCxnSpPr>
          <p:nvPr/>
        </p:nvCxnSpPr>
        <p:spPr bwMode="gray">
          <a:xfrm flipH="1" flipV="1">
            <a:off x="7005870" y="1948696"/>
            <a:ext cx="817518" cy="861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657BC62-5759-CDB8-D3A4-67BB516CF36B}"/>
                  </a:ext>
                </a:extLst>
              </p:cNvPr>
              <p:cNvSpPr txBox="1"/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𝑌</m:t>
                          </m:r>
                        </m:sub>
                      </m:sSub>
                      <m:d>
                        <m:dPr>
                          <m:ctrlP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657BC62-5759-CDB8-D3A4-67BB516CF3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15185" y="1652109"/>
                <a:ext cx="741711" cy="184133"/>
              </a:xfrm>
              <a:prstGeom prst="rect">
                <a:avLst/>
              </a:prstGeom>
              <a:blipFill>
                <a:blip r:embed="rId5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CED4655-9F29-0905-E948-E717A09F066E}"/>
                  </a:ext>
                </a:extLst>
              </p:cNvPr>
              <p:cNvSpPr txBox="1"/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</m:sSub>
                          <m:r>
                            <a:rPr lang="en-US" sz="8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𝑋</m:t>
                              </m:r>
                            </m:sub>
                            <m:sup>
                              <m:r>
                                <a:rPr lang="en-US" sz="8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8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CED4655-9F29-0905-E948-E717A09F06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05562" y="1652109"/>
                <a:ext cx="796824" cy="184133"/>
              </a:xfrm>
              <a:prstGeom prst="rect">
                <a:avLst/>
              </a:prstGeom>
              <a:blipFill>
                <a:blip r:embed="rId6"/>
                <a:stretch>
                  <a:fillRect b="-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BC1CD6E0-9CAC-3243-A31D-795D92A0F03E}"/>
              </a:ext>
            </a:extLst>
          </p:cNvPr>
          <p:cNvCxnSpPr>
            <a:cxnSpLocks/>
          </p:cNvCxnSpPr>
          <p:nvPr/>
        </p:nvCxnSpPr>
        <p:spPr bwMode="gray">
          <a:xfrm flipH="1">
            <a:off x="8027696" y="1882498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9A1410D4-3A7D-D17D-F175-75BE36A28089}"/>
              </a:ext>
            </a:extLst>
          </p:cNvPr>
          <p:cNvCxnSpPr>
            <a:cxnSpLocks/>
          </p:cNvCxnSpPr>
          <p:nvPr/>
        </p:nvCxnSpPr>
        <p:spPr bwMode="gray">
          <a:xfrm flipH="1">
            <a:off x="7046699" y="1875705"/>
            <a:ext cx="689365" cy="0"/>
          </a:xfrm>
          <a:prstGeom prst="straightConnector1">
            <a:avLst/>
          </a:prstGeom>
          <a:ln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3E54E78-6286-6904-42B3-A1D5E2C33924}"/>
                  </a:ext>
                </a:extLst>
              </p:cNvPr>
              <p:cNvSpPr txBox="1"/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8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8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  <m:r>
                            <a:rPr lang="en-US" sz="8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800" b="0" i="0" smtClean="0">
                              <a:latin typeface="Cambria Math" panose="02040503050406030204" pitchFamily="18" charset="0"/>
                            </a:rPr>
                            <m:t>ReL</m:t>
                          </m:r>
                          <m:sSub>
                            <m:sSub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800" b="0" i="0" smtClean="0"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800" b="0" i="1" smtClean="0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US" sz="8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3E54E78-6286-6904-42B3-A1D5E2C339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7404426" y="1346705"/>
                <a:ext cx="960958" cy="23128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B7DEF4F-FF3D-7F44-66D2-F5F1E4262708}"/>
                  </a:ext>
                </a:extLst>
              </p:cNvPr>
              <p:cNvSpPr txBox="1"/>
              <p:nvPr/>
            </p:nvSpPr>
            <p:spPr bwMode="gray">
              <a:xfrm>
                <a:off x="1160760" y="2127972"/>
                <a:ext cx="2186194" cy="31072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=2, 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B7DEF4F-FF3D-7F44-66D2-F5F1E42627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160760" y="2127972"/>
                <a:ext cx="2186194" cy="31072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76EA8F9-527D-553C-2402-3B64FC63D8BB}"/>
                  </a:ext>
                </a:extLst>
              </p:cNvPr>
              <p:cNvSpPr txBox="1"/>
              <p:nvPr/>
            </p:nvSpPr>
            <p:spPr bwMode="gray">
              <a:xfrm>
                <a:off x="5683074" y="2129447"/>
                <a:ext cx="2186194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sub>
                      </m:sSub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=0.2, 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sz="14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76EA8F9-527D-553C-2402-3B64FC63D8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83074" y="2129447"/>
                <a:ext cx="2186194" cy="307777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 21">
            <a:extLst>
              <a:ext uri="{FF2B5EF4-FFF2-40B4-BE49-F238E27FC236}">
                <a16:creationId xmlns:a16="http://schemas.microsoft.com/office/drawing/2014/main" id="{B31754F8-FCBA-A833-A4DB-6A44BADC7EBC}"/>
              </a:ext>
            </a:extLst>
          </p:cNvPr>
          <p:cNvSpPr/>
          <p:nvPr/>
        </p:nvSpPr>
        <p:spPr bwMode="gray">
          <a:xfrm>
            <a:off x="6172200" y="2917371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471B219-B3C1-B514-C175-A2153743EF8B}"/>
              </a:ext>
            </a:extLst>
          </p:cNvPr>
          <p:cNvGrpSpPr/>
          <p:nvPr/>
        </p:nvGrpSpPr>
        <p:grpSpPr>
          <a:xfrm>
            <a:off x="386303" y="2509903"/>
            <a:ext cx="3676955" cy="2412586"/>
            <a:chOff x="386303" y="2509903"/>
            <a:chExt cx="3676955" cy="2412586"/>
          </a:xfrm>
        </p:grpSpPr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8995273D-242F-7C59-3472-F0085CB177F3}"/>
                </a:ext>
              </a:extLst>
            </p:cNvPr>
            <p:cNvSpPr/>
            <p:nvPr/>
          </p:nvSpPr>
          <p:spPr>
            <a:xfrm>
              <a:off x="806206" y="2509903"/>
              <a:ext cx="3257052" cy="2085115"/>
            </a:xfrm>
            <a:custGeom>
              <a:avLst/>
              <a:gdLst>
                <a:gd name="csX0" fmla="*/ 0 w 3257052"/>
                <a:gd name="csY0" fmla="*/ 2085116 h 2085115"/>
                <a:gd name="csX1" fmla="*/ 3257052 w 3257052"/>
                <a:gd name="csY1" fmla="*/ 2085116 h 2085115"/>
                <a:gd name="csX2" fmla="*/ 3257052 w 3257052"/>
                <a:gd name="csY2" fmla="*/ 0 h 2085115"/>
                <a:gd name="csX3" fmla="*/ 0 w 3257052"/>
                <a:gd name="csY3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57052" h="2085115">
                  <a:moveTo>
                    <a:pt x="0" y="2085116"/>
                  </a:moveTo>
                  <a:lnTo>
                    <a:pt x="3257052" y="2085116"/>
                  </a:lnTo>
                  <a:lnTo>
                    <a:pt x="32570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6566DEC2-A334-468D-1DF5-79FC72F23C10}"/>
                </a:ext>
              </a:extLst>
            </p:cNvPr>
            <p:cNvSpPr/>
            <p:nvPr/>
          </p:nvSpPr>
          <p:spPr>
            <a:xfrm>
              <a:off x="1308078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8D98A8B-D9BA-A823-2F79-5D19F9A21709}"/>
                </a:ext>
              </a:extLst>
            </p:cNvPr>
            <p:cNvSpPr/>
            <p:nvPr/>
          </p:nvSpPr>
          <p:spPr>
            <a:xfrm>
              <a:off x="1820192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A3E42F9A-5B4B-F6E1-8DD6-CA6001682C63}"/>
                </a:ext>
              </a:extLst>
            </p:cNvPr>
            <p:cNvSpPr/>
            <p:nvPr/>
          </p:nvSpPr>
          <p:spPr>
            <a:xfrm>
              <a:off x="2332306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C5C6556-1228-D7D8-55E6-DEFEE239FC87}"/>
                </a:ext>
              </a:extLst>
            </p:cNvPr>
            <p:cNvSpPr/>
            <p:nvPr/>
          </p:nvSpPr>
          <p:spPr>
            <a:xfrm>
              <a:off x="2844428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5769CBC-A2FB-3E3E-95E8-C54D58C13A3A}"/>
                </a:ext>
              </a:extLst>
            </p:cNvPr>
            <p:cNvSpPr/>
            <p:nvPr/>
          </p:nvSpPr>
          <p:spPr>
            <a:xfrm>
              <a:off x="3356534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BEA966C-C38E-ED37-15D0-CD0BA9FBCA8F}"/>
                </a:ext>
              </a:extLst>
            </p:cNvPr>
            <p:cNvSpPr/>
            <p:nvPr/>
          </p:nvSpPr>
          <p:spPr>
            <a:xfrm>
              <a:off x="3868656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3DEEDC55-AC4A-72AA-3CBE-E669E756D7F6}"/>
                </a:ext>
              </a:extLst>
            </p:cNvPr>
            <p:cNvSpPr/>
            <p:nvPr/>
          </p:nvSpPr>
          <p:spPr>
            <a:xfrm>
              <a:off x="806206" y="4424652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FDBF854-5DEF-F03A-4E47-4BFB85AA2184}"/>
                </a:ext>
              </a:extLst>
            </p:cNvPr>
            <p:cNvSpPr/>
            <p:nvPr/>
          </p:nvSpPr>
          <p:spPr>
            <a:xfrm>
              <a:off x="806206" y="4053435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7C8EF7DC-86B0-8791-CFF8-079F4DF559BE}"/>
                </a:ext>
              </a:extLst>
            </p:cNvPr>
            <p:cNvSpPr/>
            <p:nvPr/>
          </p:nvSpPr>
          <p:spPr>
            <a:xfrm>
              <a:off x="806206" y="3682236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90ABAC-D6F4-8256-F72F-45A9B1F8FC14}"/>
                </a:ext>
              </a:extLst>
            </p:cNvPr>
            <p:cNvSpPr/>
            <p:nvPr/>
          </p:nvSpPr>
          <p:spPr>
            <a:xfrm>
              <a:off x="806206" y="3311032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87304A99-3EC6-C9DC-36DC-4B4C997A7EF3}"/>
                </a:ext>
              </a:extLst>
            </p:cNvPr>
            <p:cNvSpPr/>
            <p:nvPr/>
          </p:nvSpPr>
          <p:spPr>
            <a:xfrm>
              <a:off x="806206" y="2939826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BC5ACC6F-62D5-941B-D98D-18AC2FF18305}"/>
                </a:ext>
              </a:extLst>
            </p:cNvPr>
            <p:cNvSpPr/>
            <p:nvPr/>
          </p:nvSpPr>
          <p:spPr>
            <a:xfrm>
              <a:off x="806206" y="2568623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6397A400-DE28-DC00-4CEA-908E897CEC49}"/>
                </a:ext>
              </a:extLst>
            </p:cNvPr>
            <p:cNvSpPr/>
            <p:nvPr/>
          </p:nvSpPr>
          <p:spPr>
            <a:xfrm>
              <a:off x="806206" y="4595019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DAF1547-CCCA-86CD-4914-A2F7928CD7B7}"/>
                </a:ext>
              </a:extLst>
            </p:cNvPr>
            <p:cNvSpPr/>
            <p:nvPr/>
          </p:nvSpPr>
          <p:spPr>
            <a:xfrm>
              <a:off x="1308078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033A031-A9AA-C9B5-36F4-00E54F4C01A7}"/>
                </a:ext>
              </a:extLst>
            </p:cNvPr>
            <p:cNvSpPr/>
            <p:nvPr/>
          </p:nvSpPr>
          <p:spPr>
            <a:xfrm>
              <a:off x="1820192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EA408C3E-9032-4B2E-5A21-EA7786F9F90A}"/>
                </a:ext>
              </a:extLst>
            </p:cNvPr>
            <p:cNvSpPr/>
            <p:nvPr/>
          </p:nvSpPr>
          <p:spPr>
            <a:xfrm>
              <a:off x="2332306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3C229A6C-E4C1-D421-42D6-912F360A82FD}"/>
                </a:ext>
              </a:extLst>
            </p:cNvPr>
            <p:cNvSpPr/>
            <p:nvPr/>
          </p:nvSpPr>
          <p:spPr>
            <a:xfrm>
              <a:off x="2844428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90AD5A1C-7C16-B250-8603-0F06691A66A5}"/>
                </a:ext>
              </a:extLst>
            </p:cNvPr>
            <p:cNvSpPr/>
            <p:nvPr/>
          </p:nvSpPr>
          <p:spPr>
            <a:xfrm>
              <a:off x="3356534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AE08BE05-8946-7EF9-EA9C-B35AE0B0EC57}"/>
                </a:ext>
              </a:extLst>
            </p:cNvPr>
            <p:cNvSpPr/>
            <p:nvPr/>
          </p:nvSpPr>
          <p:spPr>
            <a:xfrm>
              <a:off x="3868656" y="4565353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2099B0E-494C-00AD-DFBE-ED0BE560A6E8}"/>
                </a:ext>
              </a:extLst>
            </p:cNvPr>
            <p:cNvSpPr/>
            <p:nvPr/>
          </p:nvSpPr>
          <p:spPr>
            <a:xfrm>
              <a:off x="1119774" y="4697594"/>
              <a:ext cx="81515" cy="10814"/>
            </a:xfrm>
            <a:custGeom>
              <a:avLst/>
              <a:gdLst>
                <a:gd name="csX0" fmla="*/ 0 w 81515"/>
                <a:gd name="csY0" fmla="*/ 0 h 10814"/>
                <a:gd name="csX1" fmla="*/ 81515 w 81515"/>
                <a:gd name="csY1" fmla="*/ 0 h 10814"/>
                <a:gd name="csX2" fmla="*/ 81515 w 81515"/>
                <a:gd name="csY2" fmla="*/ 10815 h 10814"/>
                <a:gd name="csX3" fmla="*/ 0 w 81515"/>
                <a:gd name="csY3" fmla="*/ 10815 h 10814"/>
                <a:gd name="csX4" fmla="*/ 0 w 81515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814">
                  <a:moveTo>
                    <a:pt x="0" y="0"/>
                  </a:moveTo>
                  <a:lnTo>
                    <a:pt x="81515" y="0"/>
                  </a:lnTo>
                  <a:lnTo>
                    <a:pt x="81515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08C566-BE3E-D624-816F-F8B1B318BFD6}"/>
                </a:ext>
              </a:extLst>
            </p:cNvPr>
            <p:cNvSpPr/>
            <p:nvPr/>
          </p:nvSpPr>
          <p:spPr>
            <a:xfrm>
              <a:off x="1229393" y="4648888"/>
              <a:ext cx="56526" cy="94930"/>
            </a:xfrm>
            <a:custGeom>
              <a:avLst/>
              <a:gdLst>
                <a:gd name="csX0" fmla="*/ 1844 w 56526"/>
                <a:gd name="csY0" fmla="*/ 84116 h 94930"/>
                <a:gd name="csX1" fmla="*/ 22827 w 56526"/>
                <a:gd name="csY1" fmla="*/ 84116 h 94930"/>
                <a:gd name="csX2" fmla="*/ 22827 w 56526"/>
                <a:gd name="csY2" fmla="*/ 11694 h 94930"/>
                <a:gd name="csX3" fmla="*/ 0 w 56526"/>
                <a:gd name="csY3" fmla="*/ 16277 h 94930"/>
                <a:gd name="csX4" fmla="*/ 0 w 56526"/>
                <a:gd name="csY4" fmla="*/ 4583 h 94930"/>
                <a:gd name="csX5" fmla="*/ 22700 w 56526"/>
                <a:gd name="csY5" fmla="*/ 0 h 94930"/>
                <a:gd name="csX6" fmla="*/ 35544 w 56526"/>
                <a:gd name="csY6" fmla="*/ 0 h 94930"/>
                <a:gd name="csX7" fmla="*/ 35544 w 56526"/>
                <a:gd name="csY7" fmla="*/ 84116 h 94930"/>
                <a:gd name="csX8" fmla="*/ 56527 w 56526"/>
                <a:gd name="csY8" fmla="*/ 84116 h 94930"/>
                <a:gd name="csX9" fmla="*/ 56527 w 56526"/>
                <a:gd name="csY9" fmla="*/ 94931 h 94930"/>
                <a:gd name="csX10" fmla="*/ 1844 w 56526"/>
                <a:gd name="csY10" fmla="*/ 94931 h 94930"/>
                <a:gd name="csX11" fmla="*/ 1844 w 56526"/>
                <a:gd name="csY11" fmla="*/ 84116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6" h="94930">
                  <a:moveTo>
                    <a:pt x="1844" y="84116"/>
                  </a:moveTo>
                  <a:lnTo>
                    <a:pt x="22827" y="84116"/>
                  </a:lnTo>
                  <a:lnTo>
                    <a:pt x="22827" y="11694"/>
                  </a:lnTo>
                  <a:lnTo>
                    <a:pt x="0" y="16277"/>
                  </a:lnTo>
                  <a:lnTo>
                    <a:pt x="0" y="4583"/>
                  </a:lnTo>
                  <a:lnTo>
                    <a:pt x="22700" y="0"/>
                  </a:lnTo>
                  <a:lnTo>
                    <a:pt x="35544" y="0"/>
                  </a:lnTo>
                  <a:lnTo>
                    <a:pt x="35544" y="84116"/>
                  </a:lnTo>
                  <a:lnTo>
                    <a:pt x="56527" y="84116"/>
                  </a:lnTo>
                  <a:lnTo>
                    <a:pt x="56527" y="94931"/>
                  </a:lnTo>
                  <a:lnTo>
                    <a:pt x="1844" y="94931"/>
                  </a:lnTo>
                  <a:lnTo>
                    <a:pt x="1844" y="8411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C9503E3-C63D-79DC-F2F3-E782C68B44BD}"/>
                </a:ext>
              </a:extLst>
            </p:cNvPr>
            <p:cNvSpPr/>
            <p:nvPr/>
          </p:nvSpPr>
          <p:spPr>
            <a:xfrm>
              <a:off x="1306521" y="4647177"/>
              <a:ext cx="65618" cy="98478"/>
            </a:xfrm>
            <a:custGeom>
              <a:avLst/>
              <a:gdLst>
                <a:gd name="csX0" fmla="*/ 32808 w 65618"/>
                <a:gd name="csY0" fmla="*/ 10171 h 98478"/>
                <a:gd name="csX1" fmla="*/ 17867 w 65618"/>
                <a:gd name="csY1" fmla="*/ 19966 h 98478"/>
                <a:gd name="csX2" fmla="*/ 12907 w 65618"/>
                <a:gd name="csY2" fmla="*/ 49271 h 98478"/>
                <a:gd name="csX3" fmla="*/ 17867 w 65618"/>
                <a:gd name="csY3" fmla="*/ 78591 h 98478"/>
                <a:gd name="csX4" fmla="*/ 32808 w 65618"/>
                <a:gd name="csY4" fmla="*/ 88307 h 98478"/>
                <a:gd name="csX5" fmla="*/ 47751 w 65618"/>
                <a:gd name="csY5" fmla="*/ 78591 h 98478"/>
                <a:gd name="csX6" fmla="*/ 52774 w 65618"/>
                <a:gd name="csY6" fmla="*/ 49271 h 98478"/>
                <a:gd name="csX7" fmla="*/ 47751 w 65618"/>
                <a:gd name="csY7" fmla="*/ 19966 h 98478"/>
                <a:gd name="csX8" fmla="*/ 32808 w 65618"/>
                <a:gd name="csY8" fmla="*/ 10171 h 98478"/>
                <a:gd name="csX9" fmla="*/ 32808 w 65618"/>
                <a:gd name="csY9" fmla="*/ 0 h 98478"/>
                <a:gd name="csX10" fmla="*/ 57161 w 65618"/>
                <a:gd name="csY10" fmla="*/ 12651 h 98478"/>
                <a:gd name="csX11" fmla="*/ 65618 w 65618"/>
                <a:gd name="csY11" fmla="*/ 49271 h 98478"/>
                <a:gd name="csX12" fmla="*/ 57161 w 65618"/>
                <a:gd name="csY12" fmla="*/ 85890 h 98478"/>
                <a:gd name="csX13" fmla="*/ 32808 w 65618"/>
                <a:gd name="csY13" fmla="*/ 98478 h 98478"/>
                <a:gd name="csX14" fmla="*/ 8393 w 65618"/>
                <a:gd name="csY14" fmla="*/ 85890 h 98478"/>
                <a:gd name="csX15" fmla="*/ 0 w 65618"/>
                <a:gd name="csY15" fmla="*/ 49271 h 98478"/>
                <a:gd name="csX16" fmla="*/ 8393 w 65618"/>
                <a:gd name="csY16" fmla="*/ 12651 h 98478"/>
                <a:gd name="csX17" fmla="*/ 32808 w 65618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8" h="98478">
                  <a:moveTo>
                    <a:pt x="32808" y="10171"/>
                  </a:moveTo>
                  <a:cubicBezTo>
                    <a:pt x="26196" y="10171"/>
                    <a:pt x="21216" y="13436"/>
                    <a:pt x="17867" y="19966"/>
                  </a:cubicBezTo>
                  <a:cubicBezTo>
                    <a:pt x="14560" y="26443"/>
                    <a:pt x="12907" y="36211"/>
                    <a:pt x="12907" y="49271"/>
                  </a:cubicBezTo>
                  <a:cubicBezTo>
                    <a:pt x="12907" y="62288"/>
                    <a:pt x="14560" y="72062"/>
                    <a:pt x="17867" y="78591"/>
                  </a:cubicBezTo>
                  <a:cubicBezTo>
                    <a:pt x="21216" y="85068"/>
                    <a:pt x="26196" y="88307"/>
                    <a:pt x="32808" y="88307"/>
                  </a:cubicBezTo>
                  <a:cubicBezTo>
                    <a:pt x="39463" y="88307"/>
                    <a:pt x="44444" y="85068"/>
                    <a:pt x="47751" y="78591"/>
                  </a:cubicBezTo>
                  <a:cubicBezTo>
                    <a:pt x="51100" y="72061"/>
                    <a:pt x="52774" y="62288"/>
                    <a:pt x="52774" y="49271"/>
                  </a:cubicBezTo>
                  <a:cubicBezTo>
                    <a:pt x="52774" y="36211"/>
                    <a:pt x="51100" y="26443"/>
                    <a:pt x="47751" y="19966"/>
                  </a:cubicBezTo>
                  <a:cubicBezTo>
                    <a:pt x="44444" y="13436"/>
                    <a:pt x="39463" y="10171"/>
                    <a:pt x="32808" y="10171"/>
                  </a:cubicBezTo>
                  <a:moveTo>
                    <a:pt x="32808" y="0"/>
                  </a:moveTo>
                  <a:cubicBezTo>
                    <a:pt x="43448" y="0"/>
                    <a:pt x="51566" y="4217"/>
                    <a:pt x="57161" y="12651"/>
                  </a:cubicBezTo>
                  <a:cubicBezTo>
                    <a:pt x="62799" y="21043"/>
                    <a:pt x="65618" y="33250"/>
                    <a:pt x="65618" y="49271"/>
                  </a:cubicBezTo>
                  <a:cubicBezTo>
                    <a:pt x="65618" y="65249"/>
                    <a:pt x="62799" y="77456"/>
                    <a:pt x="57161" y="85890"/>
                  </a:cubicBezTo>
                  <a:cubicBezTo>
                    <a:pt x="51566" y="94282"/>
                    <a:pt x="43448" y="98478"/>
                    <a:pt x="32808" y="98478"/>
                  </a:cubicBezTo>
                  <a:cubicBezTo>
                    <a:pt x="22168" y="98478"/>
                    <a:pt x="14030" y="94282"/>
                    <a:pt x="8393" y="85890"/>
                  </a:cubicBezTo>
                  <a:cubicBezTo>
                    <a:pt x="2798" y="77456"/>
                    <a:pt x="0" y="65249"/>
                    <a:pt x="0" y="49271"/>
                  </a:cubicBezTo>
                  <a:cubicBezTo>
                    <a:pt x="0" y="33250"/>
                    <a:pt x="2798" y="21043"/>
                    <a:pt x="8393" y="12651"/>
                  </a:cubicBezTo>
                  <a:cubicBezTo>
                    <a:pt x="14030" y="4217"/>
                    <a:pt x="22168" y="0"/>
                    <a:pt x="32808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1E9A4846-9E7E-4BBE-34B5-CF9246F053DC}"/>
                </a:ext>
              </a:extLst>
            </p:cNvPr>
            <p:cNvSpPr/>
            <p:nvPr/>
          </p:nvSpPr>
          <p:spPr>
            <a:xfrm>
              <a:off x="1394712" y="4727668"/>
              <a:ext cx="13415" cy="16151"/>
            </a:xfrm>
            <a:custGeom>
              <a:avLst/>
              <a:gdLst>
                <a:gd name="csX0" fmla="*/ 0 w 13415"/>
                <a:gd name="csY0" fmla="*/ 0 h 16151"/>
                <a:gd name="csX1" fmla="*/ 13416 w 13415"/>
                <a:gd name="csY1" fmla="*/ 0 h 16151"/>
                <a:gd name="csX2" fmla="*/ 13416 w 13415"/>
                <a:gd name="csY2" fmla="*/ 16151 h 16151"/>
                <a:gd name="csX3" fmla="*/ 0 w 13415"/>
                <a:gd name="csY3" fmla="*/ 16151 h 16151"/>
                <a:gd name="csX4" fmla="*/ 0 w 13415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15" h="16151">
                  <a:moveTo>
                    <a:pt x="0" y="0"/>
                  </a:moveTo>
                  <a:lnTo>
                    <a:pt x="13416" y="0"/>
                  </a:lnTo>
                  <a:lnTo>
                    <a:pt x="13416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DD24274-E213-DC21-1C32-503D0299A8F8}"/>
                </a:ext>
              </a:extLst>
            </p:cNvPr>
            <p:cNvSpPr/>
            <p:nvPr/>
          </p:nvSpPr>
          <p:spPr>
            <a:xfrm>
              <a:off x="1430764" y="4647177"/>
              <a:ext cx="65619" cy="98478"/>
            </a:xfrm>
            <a:custGeom>
              <a:avLst/>
              <a:gdLst>
                <a:gd name="csX0" fmla="*/ 32810 w 65619"/>
                <a:gd name="csY0" fmla="*/ 10171 h 98478"/>
                <a:gd name="csX1" fmla="*/ 17867 w 65619"/>
                <a:gd name="csY1" fmla="*/ 19966 h 98478"/>
                <a:gd name="csX2" fmla="*/ 12909 w 65619"/>
                <a:gd name="csY2" fmla="*/ 49271 h 98478"/>
                <a:gd name="csX3" fmla="*/ 17867 w 65619"/>
                <a:gd name="csY3" fmla="*/ 78591 h 98478"/>
                <a:gd name="csX4" fmla="*/ 32810 w 65619"/>
                <a:gd name="csY4" fmla="*/ 88307 h 98478"/>
                <a:gd name="csX5" fmla="*/ 47753 w 65619"/>
                <a:gd name="csY5" fmla="*/ 78591 h 98478"/>
                <a:gd name="csX6" fmla="*/ 52776 w 65619"/>
                <a:gd name="csY6" fmla="*/ 49271 h 98478"/>
                <a:gd name="csX7" fmla="*/ 47753 w 65619"/>
                <a:gd name="csY7" fmla="*/ 19966 h 98478"/>
                <a:gd name="csX8" fmla="*/ 32810 w 65619"/>
                <a:gd name="csY8" fmla="*/ 10171 h 98478"/>
                <a:gd name="csX9" fmla="*/ 32810 w 65619"/>
                <a:gd name="csY9" fmla="*/ 0 h 98478"/>
                <a:gd name="csX10" fmla="*/ 57163 w 65619"/>
                <a:gd name="csY10" fmla="*/ 12651 h 98478"/>
                <a:gd name="csX11" fmla="*/ 65620 w 65619"/>
                <a:gd name="csY11" fmla="*/ 49271 h 98478"/>
                <a:gd name="csX12" fmla="*/ 57163 w 65619"/>
                <a:gd name="csY12" fmla="*/ 85890 h 98478"/>
                <a:gd name="csX13" fmla="*/ 32810 w 65619"/>
                <a:gd name="csY13" fmla="*/ 98478 h 98478"/>
                <a:gd name="csX14" fmla="*/ 8393 w 65619"/>
                <a:gd name="csY14" fmla="*/ 85890 h 98478"/>
                <a:gd name="csX15" fmla="*/ 0 w 65619"/>
                <a:gd name="csY15" fmla="*/ 49271 h 98478"/>
                <a:gd name="csX16" fmla="*/ 8393 w 65619"/>
                <a:gd name="csY16" fmla="*/ 12651 h 98478"/>
                <a:gd name="csX17" fmla="*/ 32810 w 65619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9" h="98478">
                  <a:moveTo>
                    <a:pt x="32810" y="10171"/>
                  </a:moveTo>
                  <a:cubicBezTo>
                    <a:pt x="26197" y="10171"/>
                    <a:pt x="21216" y="13436"/>
                    <a:pt x="17867" y="19966"/>
                  </a:cubicBezTo>
                  <a:cubicBezTo>
                    <a:pt x="14561" y="26443"/>
                    <a:pt x="12909" y="36211"/>
                    <a:pt x="12909" y="49271"/>
                  </a:cubicBezTo>
                  <a:cubicBezTo>
                    <a:pt x="12909" y="62288"/>
                    <a:pt x="14561" y="72062"/>
                    <a:pt x="17867" y="78591"/>
                  </a:cubicBezTo>
                  <a:cubicBezTo>
                    <a:pt x="21216" y="85068"/>
                    <a:pt x="26197" y="88307"/>
                    <a:pt x="32810" y="88307"/>
                  </a:cubicBezTo>
                  <a:cubicBezTo>
                    <a:pt x="39465" y="88307"/>
                    <a:pt x="44446" y="85068"/>
                    <a:pt x="47753" y="78591"/>
                  </a:cubicBezTo>
                  <a:cubicBezTo>
                    <a:pt x="51101" y="72061"/>
                    <a:pt x="52776" y="62288"/>
                    <a:pt x="52776" y="49271"/>
                  </a:cubicBezTo>
                  <a:cubicBezTo>
                    <a:pt x="52776" y="36211"/>
                    <a:pt x="51101" y="26443"/>
                    <a:pt x="47753" y="19966"/>
                  </a:cubicBezTo>
                  <a:cubicBezTo>
                    <a:pt x="44446" y="13436"/>
                    <a:pt x="39465" y="10171"/>
                    <a:pt x="32810" y="10171"/>
                  </a:cubicBezTo>
                  <a:moveTo>
                    <a:pt x="32810" y="0"/>
                  </a:moveTo>
                  <a:cubicBezTo>
                    <a:pt x="43450" y="0"/>
                    <a:pt x="51567" y="4217"/>
                    <a:pt x="57163" y="12651"/>
                  </a:cubicBezTo>
                  <a:cubicBezTo>
                    <a:pt x="62801" y="21043"/>
                    <a:pt x="65620" y="33250"/>
                    <a:pt x="65620" y="49271"/>
                  </a:cubicBezTo>
                  <a:cubicBezTo>
                    <a:pt x="65620" y="65249"/>
                    <a:pt x="62801" y="77456"/>
                    <a:pt x="57163" y="85890"/>
                  </a:cubicBezTo>
                  <a:cubicBezTo>
                    <a:pt x="51567" y="94282"/>
                    <a:pt x="43450" y="98478"/>
                    <a:pt x="32810" y="98478"/>
                  </a:cubicBezTo>
                  <a:cubicBezTo>
                    <a:pt x="22170" y="98478"/>
                    <a:pt x="14031" y="94282"/>
                    <a:pt x="8393" y="85890"/>
                  </a:cubicBezTo>
                  <a:cubicBezTo>
                    <a:pt x="2798" y="77456"/>
                    <a:pt x="0" y="65249"/>
                    <a:pt x="0" y="49271"/>
                  </a:cubicBezTo>
                  <a:cubicBezTo>
                    <a:pt x="0" y="33250"/>
                    <a:pt x="2798" y="21043"/>
                    <a:pt x="8393" y="12651"/>
                  </a:cubicBezTo>
                  <a:cubicBezTo>
                    <a:pt x="14031" y="4217"/>
                    <a:pt x="22170" y="0"/>
                    <a:pt x="32810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F97E8AC-BFF2-21D0-C181-9BA72D884F46}"/>
                </a:ext>
              </a:extLst>
            </p:cNvPr>
            <p:cNvSpPr/>
            <p:nvPr/>
          </p:nvSpPr>
          <p:spPr>
            <a:xfrm>
              <a:off x="1674680" y="4697594"/>
              <a:ext cx="81515" cy="10814"/>
            </a:xfrm>
            <a:custGeom>
              <a:avLst/>
              <a:gdLst>
                <a:gd name="csX0" fmla="*/ 0 w 81515"/>
                <a:gd name="csY0" fmla="*/ 0 h 10814"/>
                <a:gd name="csX1" fmla="*/ 81515 w 81515"/>
                <a:gd name="csY1" fmla="*/ 0 h 10814"/>
                <a:gd name="csX2" fmla="*/ 81515 w 81515"/>
                <a:gd name="csY2" fmla="*/ 10815 h 10814"/>
                <a:gd name="csX3" fmla="*/ 0 w 81515"/>
                <a:gd name="csY3" fmla="*/ 10815 h 10814"/>
                <a:gd name="csX4" fmla="*/ 0 w 81515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814">
                  <a:moveTo>
                    <a:pt x="0" y="0"/>
                  </a:moveTo>
                  <a:lnTo>
                    <a:pt x="81515" y="0"/>
                  </a:lnTo>
                  <a:lnTo>
                    <a:pt x="81515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9E1C2B9-877C-9619-2BB8-564C2EB59461}"/>
                </a:ext>
              </a:extLst>
            </p:cNvPr>
            <p:cNvSpPr/>
            <p:nvPr/>
          </p:nvSpPr>
          <p:spPr>
            <a:xfrm>
              <a:off x="1780676" y="4648888"/>
              <a:ext cx="61039" cy="94930"/>
            </a:xfrm>
            <a:custGeom>
              <a:avLst/>
              <a:gdLst>
                <a:gd name="csX0" fmla="*/ 0 w 61039"/>
                <a:gd name="csY0" fmla="*/ 0 h 94930"/>
                <a:gd name="csX1" fmla="*/ 61040 w 61039"/>
                <a:gd name="csY1" fmla="*/ 0 h 94930"/>
                <a:gd name="csX2" fmla="*/ 61040 w 61039"/>
                <a:gd name="csY2" fmla="*/ 5462 h 94930"/>
                <a:gd name="csX3" fmla="*/ 26577 w 61039"/>
                <a:gd name="csY3" fmla="*/ 94931 h 94930"/>
                <a:gd name="csX4" fmla="*/ 13161 w 61039"/>
                <a:gd name="csY4" fmla="*/ 94931 h 94930"/>
                <a:gd name="csX5" fmla="*/ 45590 w 61039"/>
                <a:gd name="csY5" fmla="*/ 10815 h 94930"/>
                <a:gd name="csX6" fmla="*/ 0 w 61039"/>
                <a:gd name="csY6" fmla="*/ 10815 h 94930"/>
                <a:gd name="csX7" fmla="*/ 0 w 61039"/>
                <a:gd name="csY7" fmla="*/ 0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039" h="94930">
                  <a:moveTo>
                    <a:pt x="0" y="0"/>
                  </a:moveTo>
                  <a:lnTo>
                    <a:pt x="61040" y="0"/>
                  </a:lnTo>
                  <a:lnTo>
                    <a:pt x="61040" y="5462"/>
                  </a:lnTo>
                  <a:lnTo>
                    <a:pt x="26577" y="94931"/>
                  </a:lnTo>
                  <a:lnTo>
                    <a:pt x="13161" y="94931"/>
                  </a:lnTo>
                  <a:lnTo>
                    <a:pt x="45590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930418A9-8903-3736-AC31-958E2122427C}"/>
                </a:ext>
              </a:extLst>
            </p:cNvPr>
            <p:cNvSpPr/>
            <p:nvPr/>
          </p:nvSpPr>
          <p:spPr>
            <a:xfrm>
              <a:off x="1866768" y="4727668"/>
              <a:ext cx="13415" cy="16151"/>
            </a:xfrm>
            <a:custGeom>
              <a:avLst/>
              <a:gdLst>
                <a:gd name="csX0" fmla="*/ 0 w 13415"/>
                <a:gd name="csY0" fmla="*/ 0 h 16151"/>
                <a:gd name="csX1" fmla="*/ 13416 w 13415"/>
                <a:gd name="csY1" fmla="*/ 0 h 16151"/>
                <a:gd name="csX2" fmla="*/ 13416 w 13415"/>
                <a:gd name="csY2" fmla="*/ 16151 h 16151"/>
                <a:gd name="csX3" fmla="*/ 0 w 13415"/>
                <a:gd name="csY3" fmla="*/ 16151 h 16151"/>
                <a:gd name="csX4" fmla="*/ 0 w 13415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15" h="16151">
                  <a:moveTo>
                    <a:pt x="0" y="0"/>
                  </a:moveTo>
                  <a:lnTo>
                    <a:pt x="13416" y="0"/>
                  </a:lnTo>
                  <a:lnTo>
                    <a:pt x="13416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ED0BBC1B-5E26-7595-88ED-6193BCDE6E81}"/>
                </a:ext>
              </a:extLst>
            </p:cNvPr>
            <p:cNvSpPr/>
            <p:nvPr/>
          </p:nvSpPr>
          <p:spPr>
            <a:xfrm>
              <a:off x="1904282" y="4648888"/>
              <a:ext cx="61422" cy="96767"/>
            </a:xfrm>
            <a:custGeom>
              <a:avLst/>
              <a:gdLst>
                <a:gd name="csX0" fmla="*/ 4006 w 61422"/>
                <a:gd name="csY0" fmla="*/ 0 h 96767"/>
                <a:gd name="csX1" fmla="*/ 54422 w 61422"/>
                <a:gd name="csY1" fmla="*/ 0 h 96767"/>
                <a:gd name="csX2" fmla="*/ 54422 w 61422"/>
                <a:gd name="csY2" fmla="*/ 10815 h 96767"/>
                <a:gd name="csX3" fmla="*/ 15770 w 61422"/>
                <a:gd name="csY3" fmla="*/ 10815 h 96767"/>
                <a:gd name="csX4" fmla="*/ 15770 w 61422"/>
                <a:gd name="csY4" fmla="*/ 34077 h 96767"/>
                <a:gd name="csX5" fmla="*/ 21364 w 61422"/>
                <a:gd name="csY5" fmla="*/ 32680 h 96767"/>
                <a:gd name="csX6" fmla="*/ 26960 w 61422"/>
                <a:gd name="csY6" fmla="*/ 32177 h 96767"/>
                <a:gd name="csX7" fmla="*/ 52146 w 61422"/>
                <a:gd name="csY7" fmla="*/ 40889 h 96767"/>
                <a:gd name="csX8" fmla="*/ 61423 w 61422"/>
                <a:gd name="csY8" fmla="*/ 64480 h 96767"/>
                <a:gd name="csX9" fmla="*/ 51879 w 61422"/>
                <a:gd name="csY9" fmla="*/ 88323 h 96767"/>
                <a:gd name="csX10" fmla="*/ 24988 w 61422"/>
                <a:gd name="csY10" fmla="*/ 96767 h 96767"/>
                <a:gd name="csX11" fmla="*/ 12781 w 61422"/>
                <a:gd name="csY11" fmla="*/ 95763 h 96767"/>
                <a:gd name="csX12" fmla="*/ 0 w 61422"/>
                <a:gd name="csY12" fmla="*/ 92702 h 96767"/>
                <a:gd name="csX13" fmla="*/ 0 w 61422"/>
                <a:gd name="csY13" fmla="*/ 79800 h 96767"/>
                <a:gd name="csX14" fmla="*/ 11827 w 61422"/>
                <a:gd name="csY14" fmla="*/ 84446 h 96767"/>
                <a:gd name="csX15" fmla="*/ 24734 w 61422"/>
                <a:gd name="csY15" fmla="*/ 85968 h 96767"/>
                <a:gd name="csX16" fmla="*/ 42163 w 61422"/>
                <a:gd name="csY16" fmla="*/ 80177 h 96767"/>
                <a:gd name="csX17" fmla="*/ 48583 w 61422"/>
                <a:gd name="csY17" fmla="*/ 64480 h 96767"/>
                <a:gd name="csX18" fmla="*/ 42163 w 61422"/>
                <a:gd name="csY18" fmla="*/ 48768 h 96767"/>
                <a:gd name="csX19" fmla="*/ 24734 w 61422"/>
                <a:gd name="csY19" fmla="*/ 42976 h 96767"/>
                <a:gd name="csX20" fmla="*/ 14434 w 61422"/>
                <a:gd name="csY20" fmla="*/ 44122 h 96767"/>
                <a:gd name="csX21" fmla="*/ 4006 w 61422"/>
                <a:gd name="csY21" fmla="*/ 47685 h 96767"/>
                <a:gd name="csX22" fmla="*/ 4006 w 61422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22" h="96767">
                  <a:moveTo>
                    <a:pt x="4006" y="0"/>
                  </a:moveTo>
                  <a:lnTo>
                    <a:pt x="54422" y="0"/>
                  </a:lnTo>
                  <a:lnTo>
                    <a:pt x="54422" y="10815"/>
                  </a:lnTo>
                  <a:lnTo>
                    <a:pt x="15770" y="10815"/>
                  </a:lnTo>
                  <a:lnTo>
                    <a:pt x="15770" y="34077"/>
                  </a:lnTo>
                  <a:cubicBezTo>
                    <a:pt x="17635" y="33449"/>
                    <a:pt x="19499" y="32983"/>
                    <a:pt x="21364" y="32680"/>
                  </a:cubicBezTo>
                  <a:cubicBezTo>
                    <a:pt x="23230" y="32345"/>
                    <a:pt x="25095" y="32177"/>
                    <a:pt x="26960" y="32177"/>
                  </a:cubicBezTo>
                  <a:cubicBezTo>
                    <a:pt x="37556" y="32177"/>
                    <a:pt x="45951" y="35081"/>
                    <a:pt x="52146" y="40889"/>
                  </a:cubicBezTo>
                  <a:cubicBezTo>
                    <a:pt x="58330" y="46696"/>
                    <a:pt x="61423" y="54560"/>
                    <a:pt x="61423" y="64480"/>
                  </a:cubicBezTo>
                  <a:cubicBezTo>
                    <a:pt x="61423" y="74693"/>
                    <a:pt x="58241" y="82641"/>
                    <a:pt x="51879" y="88323"/>
                  </a:cubicBezTo>
                  <a:cubicBezTo>
                    <a:pt x="45527" y="93953"/>
                    <a:pt x="36564" y="96767"/>
                    <a:pt x="24988" y="96767"/>
                  </a:cubicBezTo>
                  <a:cubicBezTo>
                    <a:pt x="21004" y="96767"/>
                    <a:pt x="16935" y="96433"/>
                    <a:pt x="12781" y="95763"/>
                  </a:cubicBezTo>
                  <a:cubicBezTo>
                    <a:pt x="8669" y="95083"/>
                    <a:pt x="4409" y="94062"/>
                    <a:pt x="0" y="92702"/>
                  </a:cubicBezTo>
                  <a:lnTo>
                    <a:pt x="0" y="79800"/>
                  </a:lnTo>
                  <a:cubicBezTo>
                    <a:pt x="3815" y="81872"/>
                    <a:pt x="7758" y="83420"/>
                    <a:pt x="11827" y="84446"/>
                  </a:cubicBezTo>
                  <a:cubicBezTo>
                    <a:pt x="15897" y="85461"/>
                    <a:pt x="20199" y="85968"/>
                    <a:pt x="24734" y="85968"/>
                  </a:cubicBezTo>
                  <a:cubicBezTo>
                    <a:pt x="32063" y="85968"/>
                    <a:pt x="37873" y="84038"/>
                    <a:pt x="42163" y="80177"/>
                  </a:cubicBezTo>
                  <a:cubicBezTo>
                    <a:pt x="46443" y="76326"/>
                    <a:pt x="48583" y="71094"/>
                    <a:pt x="48583" y="64480"/>
                  </a:cubicBezTo>
                  <a:cubicBezTo>
                    <a:pt x="48583" y="57867"/>
                    <a:pt x="46443" y="52630"/>
                    <a:pt x="42163" y="48768"/>
                  </a:cubicBezTo>
                  <a:cubicBezTo>
                    <a:pt x="37873" y="44907"/>
                    <a:pt x="32063" y="42976"/>
                    <a:pt x="24734" y="42976"/>
                  </a:cubicBezTo>
                  <a:cubicBezTo>
                    <a:pt x="21301" y="42976"/>
                    <a:pt x="17868" y="43358"/>
                    <a:pt x="14434" y="44122"/>
                  </a:cubicBezTo>
                  <a:cubicBezTo>
                    <a:pt x="11043" y="44886"/>
                    <a:pt x="7567" y="46074"/>
                    <a:pt x="4006" y="47685"/>
                  </a:cubicBezTo>
                  <a:lnTo>
                    <a:pt x="4006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D67A29D9-9E31-FCC5-31C9-264FB2D72F72}"/>
                </a:ext>
              </a:extLst>
            </p:cNvPr>
            <p:cNvSpPr/>
            <p:nvPr/>
          </p:nvSpPr>
          <p:spPr>
            <a:xfrm>
              <a:off x="2185421" y="4697594"/>
              <a:ext cx="81526" cy="10814"/>
            </a:xfrm>
            <a:custGeom>
              <a:avLst/>
              <a:gdLst>
                <a:gd name="csX0" fmla="*/ 0 w 81526"/>
                <a:gd name="csY0" fmla="*/ 0 h 10814"/>
                <a:gd name="csX1" fmla="*/ 81526 w 81526"/>
                <a:gd name="csY1" fmla="*/ 0 h 10814"/>
                <a:gd name="csX2" fmla="*/ 81526 w 81526"/>
                <a:gd name="csY2" fmla="*/ 10815 h 10814"/>
                <a:gd name="csX3" fmla="*/ 0 w 81526"/>
                <a:gd name="csY3" fmla="*/ 10815 h 10814"/>
                <a:gd name="csX4" fmla="*/ 0 w 81526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26" h="10814">
                  <a:moveTo>
                    <a:pt x="0" y="0"/>
                  </a:moveTo>
                  <a:lnTo>
                    <a:pt x="81526" y="0"/>
                  </a:lnTo>
                  <a:lnTo>
                    <a:pt x="81526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7A54D39-530A-6701-EFDC-7B694229436B}"/>
                </a:ext>
              </a:extLst>
            </p:cNvPr>
            <p:cNvSpPr/>
            <p:nvPr/>
          </p:nvSpPr>
          <p:spPr>
            <a:xfrm>
              <a:off x="2290790" y="4648888"/>
              <a:ext cx="61419" cy="96767"/>
            </a:xfrm>
            <a:custGeom>
              <a:avLst/>
              <a:gdLst>
                <a:gd name="csX0" fmla="*/ 4002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0 w 61419"/>
                <a:gd name="csY6" fmla="*/ 32177 h 96767"/>
                <a:gd name="csX7" fmla="*/ 52143 w 61419"/>
                <a:gd name="csY7" fmla="*/ 40889 h 96767"/>
                <a:gd name="csX8" fmla="*/ 61419 w 61419"/>
                <a:gd name="csY8" fmla="*/ 64480 h 96767"/>
                <a:gd name="csX9" fmla="*/ 51876 w 61419"/>
                <a:gd name="csY9" fmla="*/ 88323 h 96767"/>
                <a:gd name="csX10" fmla="*/ 24988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2 w 61419"/>
                <a:gd name="csY21" fmla="*/ 47685 h 96767"/>
                <a:gd name="csX22" fmla="*/ 4002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2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0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19" y="54560"/>
                    <a:pt x="61419" y="64480"/>
                  </a:cubicBezTo>
                  <a:cubicBezTo>
                    <a:pt x="61419" y="74693"/>
                    <a:pt x="58238" y="82641"/>
                    <a:pt x="51876" y="88323"/>
                  </a:cubicBezTo>
                  <a:cubicBezTo>
                    <a:pt x="45524" y="93953"/>
                    <a:pt x="36562" y="96767"/>
                    <a:pt x="24988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5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295" y="42976"/>
                    <a:pt x="17857" y="43358"/>
                    <a:pt x="14425" y="44122"/>
                  </a:cubicBezTo>
                  <a:cubicBezTo>
                    <a:pt x="11034" y="44886"/>
                    <a:pt x="7560" y="46074"/>
                    <a:pt x="4002" y="47685"/>
                  </a:cubicBezTo>
                  <a:lnTo>
                    <a:pt x="4002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D81E1D0-69D7-5412-F34E-76EC6451ABF3}"/>
                </a:ext>
              </a:extLst>
            </p:cNvPr>
            <p:cNvSpPr/>
            <p:nvPr/>
          </p:nvSpPr>
          <p:spPr>
            <a:xfrm>
              <a:off x="2377512" y="4727668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4C82EF4-DD5E-8A49-4AF5-C444787CD724}"/>
                </a:ext>
              </a:extLst>
            </p:cNvPr>
            <p:cNvSpPr/>
            <p:nvPr/>
          </p:nvSpPr>
          <p:spPr>
            <a:xfrm>
              <a:off x="2413566" y="4647177"/>
              <a:ext cx="65626" cy="98478"/>
            </a:xfrm>
            <a:custGeom>
              <a:avLst/>
              <a:gdLst>
                <a:gd name="csX0" fmla="*/ 32805 w 65626"/>
                <a:gd name="csY0" fmla="*/ 10171 h 98478"/>
                <a:gd name="csX1" fmla="*/ 17862 w 65626"/>
                <a:gd name="csY1" fmla="*/ 19966 h 98478"/>
                <a:gd name="csX2" fmla="*/ 12902 w 65626"/>
                <a:gd name="csY2" fmla="*/ 49271 h 98478"/>
                <a:gd name="csX3" fmla="*/ 17862 w 65626"/>
                <a:gd name="csY3" fmla="*/ 78591 h 98478"/>
                <a:gd name="csX4" fmla="*/ 32805 w 65626"/>
                <a:gd name="csY4" fmla="*/ 88307 h 98478"/>
                <a:gd name="csX5" fmla="*/ 47748 w 65626"/>
                <a:gd name="csY5" fmla="*/ 78591 h 98478"/>
                <a:gd name="csX6" fmla="*/ 52771 w 65626"/>
                <a:gd name="csY6" fmla="*/ 49271 h 98478"/>
                <a:gd name="csX7" fmla="*/ 47748 w 65626"/>
                <a:gd name="csY7" fmla="*/ 19966 h 98478"/>
                <a:gd name="csX8" fmla="*/ 32805 w 65626"/>
                <a:gd name="csY8" fmla="*/ 10171 h 98478"/>
                <a:gd name="csX9" fmla="*/ 32805 w 65626"/>
                <a:gd name="csY9" fmla="*/ 0 h 98478"/>
                <a:gd name="csX10" fmla="*/ 57166 w 65626"/>
                <a:gd name="csY10" fmla="*/ 12651 h 98478"/>
                <a:gd name="csX11" fmla="*/ 65626 w 65626"/>
                <a:gd name="csY11" fmla="*/ 49271 h 98478"/>
                <a:gd name="csX12" fmla="*/ 57166 w 65626"/>
                <a:gd name="csY12" fmla="*/ 85890 h 98478"/>
                <a:gd name="csX13" fmla="*/ 32805 w 65626"/>
                <a:gd name="csY13" fmla="*/ 98478 h 98478"/>
                <a:gd name="csX14" fmla="*/ 8397 w 65626"/>
                <a:gd name="csY14" fmla="*/ 85890 h 98478"/>
                <a:gd name="csX15" fmla="*/ 0 w 65626"/>
                <a:gd name="csY15" fmla="*/ 49271 h 98478"/>
                <a:gd name="csX16" fmla="*/ 8397 w 65626"/>
                <a:gd name="csY16" fmla="*/ 12651 h 98478"/>
                <a:gd name="csX17" fmla="*/ 32805 w 65626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6" h="98478">
                  <a:moveTo>
                    <a:pt x="32805" y="10171"/>
                  </a:moveTo>
                  <a:cubicBezTo>
                    <a:pt x="26192" y="10171"/>
                    <a:pt x="21211" y="13436"/>
                    <a:pt x="17862" y="19966"/>
                  </a:cubicBezTo>
                  <a:cubicBezTo>
                    <a:pt x="14556" y="26443"/>
                    <a:pt x="12902" y="36211"/>
                    <a:pt x="12902" y="49271"/>
                  </a:cubicBezTo>
                  <a:cubicBezTo>
                    <a:pt x="12902" y="62288"/>
                    <a:pt x="14556" y="72062"/>
                    <a:pt x="17862" y="78591"/>
                  </a:cubicBezTo>
                  <a:cubicBezTo>
                    <a:pt x="21211" y="85068"/>
                    <a:pt x="26192" y="88307"/>
                    <a:pt x="32805" y="88307"/>
                  </a:cubicBezTo>
                  <a:cubicBezTo>
                    <a:pt x="39460" y="88307"/>
                    <a:pt x="44441" y="85068"/>
                    <a:pt x="47748" y="78591"/>
                  </a:cubicBezTo>
                  <a:cubicBezTo>
                    <a:pt x="51097" y="72061"/>
                    <a:pt x="52771" y="62288"/>
                    <a:pt x="52771" y="49271"/>
                  </a:cubicBezTo>
                  <a:cubicBezTo>
                    <a:pt x="52771" y="36211"/>
                    <a:pt x="51097" y="26443"/>
                    <a:pt x="47748" y="19966"/>
                  </a:cubicBezTo>
                  <a:cubicBezTo>
                    <a:pt x="44441" y="13436"/>
                    <a:pt x="39460" y="10171"/>
                    <a:pt x="32805" y="10171"/>
                  </a:cubicBezTo>
                  <a:moveTo>
                    <a:pt x="32805" y="0"/>
                  </a:moveTo>
                  <a:cubicBezTo>
                    <a:pt x="43447" y="0"/>
                    <a:pt x="51568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68" y="94282"/>
                    <a:pt x="43447" y="98478"/>
                    <a:pt x="32805" y="98478"/>
                  </a:cubicBezTo>
                  <a:cubicBezTo>
                    <a:pt x="22174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4" y="0"/>
                    <a:pt x="3280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424F8220-F444-B6FC-B219-1D0763EBDE9E}"/>
                </a:ext>
              </a:extLst>
            </p:cNvPr>
            <p:cNvSpPr/>
            <p:nvPr/>
          </p:nvSpPr>
          <p:spPr>
            <a:xfrm>
              <a:off x="2698908" y="4697594"/>
              <a:ext cx="81510" cy="10814"/>
            </a:xfrm>
            <a:custGeom>
              <a:avLst/>
              <a:gdLst>
                <a:gd name="csX0" fmla="*/ 0 w 81510"/>
                <a:gd name="csY0" fmla="*/ 0 h 10814"/>
                <a:gd name="csX1" fmla="*/ 81511 w 81510"/>
                <a:gd name="csY1" fmla="*/ 0 h 10814"/>
                <a:gd name="csX2" fmla="*/ 81511 w 81510"/>
                <a:gd name="csY2" fmla="*/ 10815 h 10814"/>
                <a:gd name="csX3" fmla="*/ 0 w 81510"/>
                <a:gd name="csY3" fmla="*/ 10815 h 10814"/>
                <a:gd name="csX4" fmla="*/ 0 w 81510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0" h="10814">
                  <a:moveTo>
                    <a:pt x="0" y="0"/>
                  </a:moveTo>
                  <a:lnTo>
                    <a:pt x="81511" y="0"/>
                  </a:lnTo>
                  <a:lnTo>
                    <a:pt x="81511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CDC568A6-3158-CDBE-87B0-566F9FFFF8EE}"/>
                </a:ext>
              </a:extLst>
            </p:cNvPr>
            <p:cNvSpPr/>
            <p:nvPr/>
          </p:nvSpPr>
          <p:spPr>
            <a:xfrm>
              <a:off x="2803759" y="4647177"/>
              <a:ext cx="60273" cy="96641"/>
            </a:xfrm>
            <a:custGeom>
              <a:avLst/>
              <a:gdLst>
                <a:gd name="csX0" fmla="*/ 15445 w 60273"/>
                <a:gd name="csY0" fmla="*/ 85827 h 96641"/>
                <a:gd name="csX1" fmla="*/ 60274 w 60273"/>
                <a:gd name="csY1" fmla="*/ 85827 h 96641"/>
                <a:gd name="csX2" fmla="*/ 60274 w 60273"/>
                <a:gd name="csY2" fmla="*/ 96642 h 96641"/>
                <a:gd name="csX3" fmla="*/ 0 w 60273"/>
                <a:gd name="csY3" fmla="*/ 96642 h 96641"/>
                <a:gd name="csX4" fmla="*/ 0 w 60273"/>
                <a:gd name="csY4" fmla="*/ 85827 h 96641"/>
                <a:gd name="csX5" fmla="*/ 19903 w 60273"/>
                <a:gd name="csY5" fmla="*/ 65548 h 96641"/>
                <a:gd name="csX6" fmla="*/ 35803 w 60273"/>
                <a:gd name="csY6" fmla="*/ 49082 h 96641"/>
                <a:gd name="csX7" fmla="*/ 44373 w 60273"/>
                <a:gd name="csY7" fmla="*/ 37388 h 96641"/>
                <a:gd name="csX8" fmla="*/ 46853 w 60273"/>
                <a:gd name="csY8" fmla="*/ 27908 h 96641"/>
                <a:gd name="csX9" fmla="*/ 41517 w 60273"/>
                <a:gd name="csY9" fmla="*/ 15571 h 96641"/>
                <a:gd name="csX10" fmla="*/ 27720 w 60273"/>
                <a:gd name="csY10" fmla="*/ 10799 h 96641"/>
                <a:gd name="csX11" fmla="*/ 14943 w 60273"/>
                <a:gd name="csY11" fmla="*/ 12902 h 96641"/>
                <a:gd name="csX12" fmla="*/ 628 w 60273"/>
                <a:gd name="csY12" fmla="*/ 19259 h 96641"/>
                <a:gd name="csX13" fmla="*/ 628 w 60273"/>
                <a:gd name="csY13" fmla="*/ 6294 h 96641"/>
                <a:gd name="csX14" fmla="*/ 15131 w 60273"/>
                <a:gd name="csY14" fmla="*/ 1585 h 96641"/>
                <a:gd name="csX15" fmla="*/ 27468 w 60273"/>
                <a:gd name="csY15" fmla="*/ 0 h 96641"/>
                <a:gd name="csX16" fmla="*/ 50997 w 60273"/>
                <a:gd name="csY16" fmla="*/ 7377 h 96641"/>
                <a:gd name="csX17" fmla="*/ 59771 w 60273"/>
                <a:gd name="csY17" fmla="*/ 27076 h 96641"/>
                <a:gd name="csX18" fmla="*/ 57543 w 60273"/>
                <a:gd name="csY18" fmla="*/ 38205 h 96641"/>
                <a:gd name="csX19" fmla="*/ 49600 w 60273"/>
                <a:gd name="csY19" fmla="*/ 50542 h 96641"/>
                <a:gd name="csX20" fmla="*/ 39492 w 60273"/>
                <a:gd name="csY20" fmla="*/ 61231 h 96641"/>
                <a:gd name="csX21" fmla="*/ 15445 w 60273"/>
                <a:gd name="csY21" fmla="*/ 85827 h 9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3" h="96641">
                  <a:moveTo>
                    <a:pt x="15445" y="85827"/>
                  </a:moveTo>
                  <a:lnTo>
                    <a:pt x="60274" y="85827"/>
                  </a:lnTo>
                  <a:lnTo>
                    <a:pt x="60274" y="96642"/>
                  </a:lnTo>
                  <a:lnTo>
                    <a:pt x="0" y="96642"/>
                  </a:lnTo>
                  <a:lnTo>
                    <a:pt x="0" y="85827"/>
                  </a:lnTo>
                  <a:cubicBezTo>
                    <a:pt x="4876" y="80783"/>
                    <a:pt x="11511" y="74024"/>
                    <a:pt x="19903" y="65548"/>
                  </a:cubicBezTo>
                  <a:cubicBezTo>
                    <a:pt x="28337" y="57030"/>
                    <a:pt x="33637" y="51541"/>
                    <a:pt x="35803" y="49082"/>
                  </a:cubicBezTo>
                  <a:cubicBezTo>
                    <a:pt x="39916" y="44457"/>
                    <a:pt x="42772" y="40559"/>
                    <a:pt x="44373" y="37388"/>
                  </a:cubicBezTo>
                  <a:cubicBezTo>
                    <a:pt x="46027" y="34165"/>
                    <a:pt x="46853" y="31005"/>
                    <a:pt x="46853" y="27908"/>
                  </a:cubicBezTo>
                  <a:cubicBezTo>
                    <a:pt x="46853" y="22864"/>
                    <a:pt x="45074" y="18752"/>
                    <a:pt x="41517" y="15571"/>
                  </a:cubicBezTo>
                  <a:cubicBezTo>
                    <a:pt x="38001" y="12390"/>
                    <a:pt x="33402" y="10799"/>
                    <a:pt x="27720" y="10799"/>
                  </a:cubicBezTo>
                  <a:cubicBezTo>
                    <a:pt x="23691" y="10799"/>
                    <a:pt x="19432" y="11500"/>
                    <a:pt x="14943" y="12902"/>
                  </a:cubicBezTo>
                  <a:cubicBezTo>
                    <a:pt x="10496" y="14304"/>
                    <a:pt x="5724" y="16424"/>
                    <a:pt x="628" y="19259"/>
                  </a:cubicBezTo>
                  <a:lnTo>
                    <a:pt x="628" y="6294"/>
                  </a:lnTo>
                  <a:cubicBezTo>
                    <a:pt x="5808" y="4212"/>
                    <a:pt x="10642" y="2642"/>
                    <a:pt x="15131" y="1585"/>
                  </a:cubicBezTo>
                  <a:cubicBezTo>
                    <a:pt x="19620" y="528"/>
                    <a:pt x="23733" y="0"/>
                    <a:pt x="27468" y="0"/>
                  </a:cubicBezTo>
                  <a:cubicBezTo>
                    <a:pt x="37305" y="0"/>
                    <a:pt x="45148" y="2459"/>
                    <a:pt x="50997" y="7377"/>
                  </a:cubicBezTo>
                  <a:cubicBezTo>
                    <a:pt x="56847" y="12285"/>
                    <a:pt x="59771" y="18851"/>
                    <a:pt x="59771" y="27076"/>
                  </a:cubicBezTo>
                  <a:cubicBezTo>
                    <a:pt x="59771" y="30979"/>
                    <a:pt x="59028" y="34689"/>
                    <a:pt x="57543" y="38205"/>
                  </a:cubicBezTo>
                  <a:cubicBezTo>
                    <a:pt x="56098" y="41679"/>
                    <a:pt x="53451" y="45791"/>
                    <a:pt x="49600" y="50542"/>
                  </a:cubicBezTo>
                  <a:cubicBezTo>
                    <a:pt x="48533" y="51777"/>
                    <a:pt x="45163" y="55340"/>
                    <a:pt x="39492" y="61231"/>
                  </a:cubicBezTo>
                  <a:cubicBezTo>
                    <a:pt x="33810" y="67081"/>
                    <a:pt x="25794" y="75279"/>
                    <a:pt x="15445" y="85827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3C78CB97-5B73-66D4-9ECD-4619ADE4124F}"/>
                </a:ext>
              </a:extLst>
            </p:cNvPr>
            <p:cNvSpPr/>
            <p:nvPr/>
          </p:nvSpPr>
          <p:spPr>
            <a:xfrm>
              <a:off x="2890999" y="4727668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1B441B2C-E0AC-F215-8B56-1452E388AA3F}"/>
                </a:ext>
              </a:extLst>
            </p:cNvPr>
            <p:cNvSpPr/>
            <p:nvPr/>
          </p:nvSpPr>
          <p:spPr>
            <a:xfrm>
              <a:off x="2928513" y="4648888"/>
              <a:ext cx="61419" cy="96767"/>
            </a:xfrm>
            <a:custGeom>
              <a:avLst/>
              <a:gdLst>
                <a:gd name="csX0" fmla="*/ 4003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1 w 61419"/>
                <a:gd name="csY6" fmla="*/ 32177 h 96767"/>
                <a:gd name="csX7" fmla="*/ 52143 w 61419"/>
                <a:gd name="csY7" fmla="*/ 40889 h 96767"/>
                <a:gd name="csX8" fmla="*/ 61419 w 61419"/>
                <a:gd name="csY8" fmla="*/ 64480 h 96767"/>
                <a:gd name="csX9" fmla="*/ 51876 w 61419"/>
                <a:gd name="csY9" fmla="*/ 88323 h 96767"/>
                <a:gd name="csX10" fmla="*/ 24989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3 w 61419"/>
                <a:gd name="csY21" fmla="*/ 47685 h 96767"/>
                <a:gd name="csX22" fmla="*/ 4003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3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1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19" y="54560"/>
                    <a:pt x="61419" y="64480"/>
                  </a:cubicBezTo>
                  <a:cubicBezTo>
                    <a:pt x="61419" y="74693"/>
                    <a:pt x="58238" y="82641"/>
                    <a:pt x="51876" y="88323"/>
                  </a:cubicBezTo>
                  <a:cubicBezTo>
                    <a:pt x="45525" y="93953"/>
                    <a:pt x="36562" y="96767"/>
                    <a:pt x="24989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6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305" y="42976"/>
                    <a:pt x="17868" y="43358"/>
                    <a:pt x="14425" y="44122"/>
                  </a:cubicBezTo>
                  <a:cubicBezTo>
                    <a:pt x="11035" y="44886"/>
                    <a:pt x="7561" y="46074"/>
                    <a:pt x="4003" y="47685"/>
                  </a:cubicBezTo>
                  <a:lnTo>
                    <a:pt x="4003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0CA7D40-3B7D-1844-4CB8-50EC21DA82DB}"/>
                </a:ext>
              </a:extLst>
            </p:cNvPr>
            <p:cNvSpPr/>
            <p:nvPr/>
          </p:nvSpPr>
          <p:spPr>
            <a:xfrm>
              <a:off x="3261603" y="4647177"/>
              <a:ext cx="65625" cy="98478"/>
            </a:xfrm>
            <a:custGeom>
              <a:avLst/>
              <a:gdLst>
                <a:gd name="csX0" fmla="*/ 32805 w 65625"/>
                <a:gd name="csY0" fmla="*/ 10171 h 98478"/>
                <a:gd name="csX1" fmla="*/ 17862 w 65625"/>
                <a:gd name="csY1" fmla="*/ 19966 h 98478"/>
                <a:gd name="csX2" fmla="*/ 12902 w 65625"/>
                <a:gd name="csY2" fmla="*/ 49271 h 98478"/>
                <a:gd name="csX3" fmla="*/ 17862 w 65625"/>
                <a:gd name="csY3" fmla="*/ 78591 h 98478"/>
                <a:gd name="csX4" fmla="*/ 32805 w 65625"/>
                <a:gd name="csY4" fmla="*/ 88307 h 98478"/>
                <a:gd name="csX5" fmla="*/ 47748 w 65625"/>
                <a:gd name="csY5" fmla="*/ 78591 h 98478"/>
                <a:gd name="csX6" fmla="*/ 52771 w 65625"/>
                <a:gd name="csY6" fmla="*/ 49271 h 98478"/>
                <a:gd name="csX7" fmla="*/ 47748 w 65625"/>
                <a:gd name="csY7" fmla="*/ 19966 h 98478"/>
                <a:gd name="csX8" fmla="*/ 32805 w 65625"/>
                <a:gd name="csY8" fmla="*/ 10171 h 98478"/>
                <a:gd name="csX9" fmla="*/ 32805 w 65625"/>
                <a:gd name="csY9" fmla="*/ 0 h 98478"/>
                <a:gd name="csX10" fmla="*/ 57166 w 65625"/>
                <a:gd name="csY10" fmla="*/ 12651 h 98478"/>
                <a:gd name="csX11" fmla="*/ 65626 w 65625"/>
                <a:gd name="csY11" fmla="*/ 49271 h 98478"/>
                <a:gd name="csX12" fmla="*/ 57166 w 65625"/>
                <a:gd name="csY12" fmla="*/ 85890 h 98478"/>
                <a:gd name="csX13" fmla="*/ 32805 w 65625"/>
                <a:gd name="csY13" fmla="*/ 98478 h 98478"/>
                <a:gd name="csX14" fmla="*/ 8397 w 65625"/>
                <a:gd name="csY14" fmla="*/ 85890 h 98478"/>
                <a:gd name="csX15" fmla="*/ 0 w 65625"/>
                <a:gd name="csY15" fmla="*/ 49271 h 98478"/>
                <a:gd name="csX16" fmla="*/ 8397 w 65625"/>
                <a:gd name="csY16" fmla="*/ 12651 h 98478"/>
                <a:gd name="csX17" fmla="*/ 32805 w 65625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5" h="98478">
                  <a:moveTo>
                    <a:pt x="32805" y="10171"/>
                  </a:moveTo>
                  <a:cubicBezTo>
                    <a:pt x="26192" y="10171"/>
                    <a:pt x="21211" y="13436"/>
                    <a:pt x="17862" y="19966"/>
                  </a:cubicBezTo>
                  <a:cubicBezTo>
                    <a:pt x="14556" y="26443"/>
                    <a:pt x="12902" y="36211"/>
                    <a:pt x="12902" y="49271"/>
                  </a:cubicBezTo>
                  <a:cubicBezTo>
                    <a:pt x="12902" y="62288"/>
                    <a:pt x="14556" y="72062"/>
                    <a:pt x="17862" y="78591"/>
                  </a:cubicBezTo>
                  <a:cubicBezTo>
                    <a:pt x="21211" y="85068"/>
                    <a:pt x="26192" y="88307"/>
                    <a:pt x="32805" y="88307"/>
                  </a:cubicBezTo>
                  <a:cubicBezTo>
                    <a:pt x="39460" y="88307"/>
                    <a:pt x="44441" y="85068"/>
                    <a:pt x="47748" y="78591"/>
                  </a:cubicBezTo>
                  <a:cubicBezTo>
                    <a:pt x="51097" y="72061"/>
                    <a:pt x="52771" y="62288"/>
                    <a:pt x="52771" y="49271"/>
                  </a:cubicBezTo>
                  <a:cubicBezTo>
                    <a:pt x="52771" y="36211"/>
                    <a:pt x="51097" y="26443"/>
                    <a:pt x="47748" y="19966"/>
                  </a:cubicBezTo>
                  <a:cubicBezTo>
                    <a:pt x="44441" y="13436"/>
                    <a:pt x="39460" y="10171"/>
                    <a:pt x="32805" y="10171"/>
                  </a:cubicBezTo>
                  <a:moveTo>
                    <a:pt x="32805" y="0"/>
                  </a:moveTo>
                  <a:cubicBezTo>
                    <a:pt x="43447" y="0"/>
                    <a:pt x="51567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67" y="94282"/>
                    <a:pt x="43447" y="98478"/>
                    <a:pt x="32805" y="98478"/>
                  </a:cubicBezTo>
                  <a:cubicBezTo>
                    <a:pt x="22174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3" y="0"/>
                    <a:pt x="3280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0BDFA18A-2691-3A93-54C8-87F7AF17CD41}"/>
                </a:ext>
              </a:extLst>
            </p:cNvPr>
            <p:cNvSpPr/>
            <p:nvPr/>
          </p:nvSpPr>
          <p:spPr>
            <a:xfrm>
              <a:off x="3349801" y="4727668"/>
              <a:ext cx="13404" cy="16151"/>
            </a:xfrm>
            <a:custGeom>
              <a:avLst/>
              <a:gdLst>
                <a:gd name="csX0" fmla="*/ 0 w 13404"/>
                <a:gd name="csY0" fmla="*/ 0 h 16151"/>
                <a:gd name="csX1" fmla="*/ 13405 w 13404"/>
                <a:gd name="csY1" fmla="*/ 0 h 16151"/>
                <a:gd name="csX2" fmla="*/ 13405 w 13404"/>
                <a:gd name="csY2" fmla="*/ 16151 h 16151"/>
                <a:gd name="csX3" fmla="*/ 0 w 13404"/>
                <a:gd name="csY3" fmla="*/ 16151 h 16151"/>
                <a:gd name="csX4" fmla="*/ 0 w 13404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04" h="16151">
                  <a:moveTo>
                    <a:pt x="0" y="0"/>
                  </a:moveTo>
                  <a:lnTo>
                    <a:pt x="13405" y="0"/>
                  </a:lnTo>
                  <a:lnTo>
                    <a:pt x="13405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CEF32C6E-A8B3-0AC4-7774-816567E5011D}"/>
                </a:ext>
              </a:extLst>
            </p:cNvPr>
            <p:cNvSpPr/>
            <p:nvPr/>
          </p:nvSpPr>
          <p:spPr>
            <a:xfrm>
              <a:off x="3385839" y="4647177"/>
              <a:ext cx="65625" cy="98478"/>
            </a:xfrm>
            <a:custGeom>
              <a:avLst/>
              <a:gdLst>
                <a:gd name="csX0" fmla="*/ 32821 w 65625"/>
                <a:gd name="csY0" fmla="*/ 10171 h 98478"/>
                <a:gd name="csX1" fmla="*/ 17878 w 65625"/>
                <a:gd name="csY1" fmla="*/ 19966 h 98478"/>
                <a:gd name="csX2" fmla="*/ 12918 w 65625"/>
                <a:gd name="csY2" fmla="*/ 49271 h 98478"/>
                <a:gd name="csX3" fmla="*/ 17878 w 65625"/>
                <a:gd name="csY3" fmla="*/ 78591 h 98478"/>
                <a:gd name="csX4" fmla="*/ 32821 w 65625"/>
                <a:gd name="csY4" fmla="*/ 88307 h 98478"/>
                <a:gd name="csX5" fmla="*/ 47764 w 65625"/>
                <a:gd name="csY5" fmla="*/ 78591 h 98478"/>
                <a:gd name="csX6" fmla="*/ 52787 w 65625"/>
                <a:gd name="csY6" fmla="*/ 49271 h 98478"/>
                <a:gd name="csX7" fmla="*/ 47764 w 65625"/>
                <a:gd name="csY7" fmla="*/ 19966 h 98478"/>
                <a:gd name="csX8" fmla="*/ 32821 w 65625"/>
                <a:gd name="csY8" fmla="*/ 10171 h 98478"/>
                <a:gd name="csX9" fmla="*/ 32821 w 65625"/>
                <a:gd name="csY9" fmla="*/ 0 h 98478"/>
                <a:gd name="csX10" fmla="*/ 57166 w 65625"/>
                <a:gd name="csY10" fmla="*/ 12651 h 98478"/>
                <a:gd name="csX11" fmla="*/ 65626 w 65625"/>
                <a:gd name="csY11" fmla="*/ 49271 h 98478"/>
                <a:gd name="csX12" fmla="*/ 57166 w 65625"/>
                <a:gd name="csY12" fmla="*/ 85890 h 98478"/>
                <a:gd name="csX13" fmla="*/ 32821 w 65625"/>
                <a:gd name="csY13" fmla="*/ 98478 h 98478"/>
                <a:gd name="csX14" fmla="*/ 8397 w 65625"/>
                <a:gd name="csY14" fmla="*/ 85890 h 98478"/>
                <a:gd name="csX15" fmla="*/ 0 w 65625"/>
                <a:gd name="csY15" fmla="*/ 49271 h 98478"/>
                <a:gd name="csX16" fmla="*/ 8397 w 65625"/>
                <a:gd name="csY16" fmla="*/ 12651 h 98478"/>
                <a:gd name="csX17" fmla="*/ 32821 w 65625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5" h="98478">
                  <a:moveTo>
                    <a:pt x="32821" y="10171"/>
                  </a:moveTo>
                  <a:cubicBezTo>
                    <a:pt x="26208" y="10171"/>
                    <a:pt x="21227" y="13436"/>
                    <a:pt x="17878" y="19966"/>
                  </a:cubicBezTo>
                  <a:cubicBezTo>
                    <a:pt x="14571" y="26443"/>
                    <a:pt x="12918" y="36211"/>
                    <a:pt x="12918" y="49271"/>
                  </a:cubicBezTo>
                  <a:cubicBezTo>
                    <a:pt x="12918" y="62288"/>
                    <a:pt x="14571" y="72062"/>
                    <a:pt x="17878" y="78591"/>
                  </a:cubicBezTo>
                  <a:cubicBezTo>
                    <a:pt x="21227" y="85068"/>
                    <a:pt x="26208" y="88307"/>
                    <a:pt x="32821" y="88307"/>
                  </a:cubicBezTo>
                  <a:cubicBezTo>
                    <a:pt x="39476" y="88307"/>
                    <a:pt x="44457" y="85068"/>
                    <a:pt x="47764" y="78591"/>
                  </a:cubicBezTo>
                  <a:cubicBezTo>
                    <a:pt x="51112" y="72061"/>
                    <a:pt x="52787" y="62288"/>
                    <a:pt x="52787" y="49271"/>
                  </a:cubicBezTo>
                  <a:cubicBezTo>
                    <a:pt x="52787" y="36211"/>
                    <a:pt x="51112" y="26443"/>
                    <a:pt x="47764" y="19966"/>
                  </a:cubicBezTo>
                  <a:cubicBezTo>
                    <a:pt x="44457" y="13436"/>
                    <a:pt x="39476" y="10171"/>
                    <a:pt x="32821" y="10171"/>
                  </a:cubicBezTo>
                  <a:moveTo>
                    <a:pt x="32821" y="0"/>
                  </a:moveTo>
                  <a:cubicBezTo>
                    <a:pt x="43463" y="0"/>
                    <a:pt x="51578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78" y="94282"/>
                    <a:pt x="43463" y="98478"/>
                    <a:pt x="32821" y="98478"/>
                  </a:cubicBezTo>
                  <a:cubicBezTo>
                    <a:pt x="22179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9" y="0"/>
                    <a:pt x="32821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CBDA6E8-2FDE-BD12-C84B-EB9D261CD771}"/>
                </a:ext>
              </a:extLst>
            </p:cNvPr>
            <p:cNvSpPr/>
            <p:nvPr/>
          </p:nvSpPr>
          <p:spPr>
            <a:xfrm>
              <a:off x="3775562" y="4647177"/>
              <a:ext cx="60273" cy="96641"/>
            </a:xfrm>
            <a:custGeom>
              <a:avLst/>
              <a:gdLst>
                <a:gd name="csX0" fmla="*/ 15445 w 60273"/>
                <a:gd name="csY0" fmla="*/ 85827 h 96641"/>
                <a:gd name="csX1" fmla="*/ 60274 w 60273"/>
                <a:gd name="csY1" fmla="*/ 85827 h 96641"/>
                <a:gd name="csX2" fmla="*/ 60274 w 60273"/>
                <a:gd name="csY2" fmla="*/ 96642 h 96641"/>
                <a:gd name="csX3" fmla="*/ 0 w 60273"/>
                <a:gd name="csY3" fmla="*/ 96642 h 96641"/>
                <a:gd name="csX4" fmla="*/ 0 w 60273"/>
                <a:gd name="csY4" fmla="*/ 85827 h 96641"/>
                <a:gd name="csX5" fmla="*/ 19903 w 60273"/>
                <a:gd name="csY5" fmla="*/ 65548 h 96641"/>
                <a:gd name="csX6" fmla="*/ 35803 w 60273"/>
                <a:gd name="csY6" fmla="*/ 49082 h 96641"/>
                <a:gd name="csX7" fmla="*/ 44389 w 60273"/>
                <a:gd name="csY7" fmla="*/ 37388 h 96641"/>
                <a:gd name="csX8" fmla="*/ 46869 w 60273"/>
                <a:gd name="csY8" fmla="*/ 27908 h 96641"/>
                <a:gd name="csX9" fmla="*/ 41517 w 60273"/>
                <a:gd name="csY9" fmla="*/ 15571 h 96641"/>
                <a:gd name="csX10" fmla="*/ 27719 w 60273"/>
                <a:gd name="csY10" fmla="*/ 10799 h 96641"/>
                <a:gd name="csX11" fmla="*/ 14943 w 60273"/>
                <a:gd name="csY11" fmla="*/ 12902 h 96641"/>
                <a:gd name="csX12" fmla="*/ 643 w 60273"/>
                <a:gd name="csY12" fmla="*/ 19259 h 96641"/>
                <a:gd name="csX13" fmla="*/ 643 w 60273"/>
                <a:gd name="csY13" fmla="*/ 6294 h 96641"/>
                <a:gd name="csX14" fmla="*/ 15131 w 60273"/>
                <a:gd name="csY14" fmla="*/ 1585 h 96641"/>
                <a:gd name="csX15" fmla="*/ 27468 w 60273"/>
                <a:gd name="csY15" fmla="*/ 0 h 96641"/>
                <a:gd name="csX16" fmla="*/ 50997 w 60273"/>
                <a:gd name="csY16" fmla="*/ 7377 h 96641"/>
                <a:gd name="csX17" fmla="*/ 59771 w 60273"/>
                <a:gd name="csY17" fmla="*/ 27076 h 96641"/>
                <a:gd name="csX18" fmla="*/ 57542 w 60273"/>
                <a:gd name="csY18" fmla="*/ 38205 h 96641"/>
                <a:gd name="csX19" fmla="*/ 49600 w 60273"/>
                <a:gd name="csY19" fmla="*/ 50542 h 96641"/>
                <a:gd name="csX20" fmla="*/ 39492 w 60273"/>
                <a:gd name="csY20" fmla="*/ 61231 h 96641"/>
                <a:gd name="csX21" fmla="*/ 15445 w 60273"/>
                <a:gd name="csY21" fmla="*/ 85827 h 9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3" h="96641">
                  <a:moveTo>
                    <a:pt x="15445" y="85827"/>
                  </a:moveTo>
                  <a:lnTo>
                    <a:pt x="60274" y="85827"/>
                  </a:lnTo>
                  <a:lnTo>
                    <a:pt x="60274" y="96642"/>
                  </a:lnTo>
                  <a:lnTo>
                    <a:pt x="0" y="96642"/>
                  </a:lnTo>
                  <a:lnTo>
                    <a:pt x="0" y="85827"/>
                  </a:lnTo>
                  <a:cubicBezTo>
                    <a:pt x="4876" y="80783"/>
                    <a:pt x="11510" y="74024"/>
                    <a:pt x="19903" y="65548"/>
                  </a:cubicBezTo>
                  <a:cubicBezTo>
                    <a:pt x="28337" y="57030"/>
                    <a:pt x="33637" y="51541"/>
                    <a:pt x="35803" y="49082"/>
                  </a:cubicBezTo>
                  <a:cubicBezTo>
                    <a:pt x="39915" y="44457"/>
                    <a:pt x="42778" y="40559"/>
                    <a:pt x="44389" y="37388"/>
                  </a:cubicBezTo>
                  <a:cubicBezTo>
                    <a:pt x="46042" y="34165"/>
                    <a:pt x="46869" y="31005"/>
                    <a:pt x="46869" y="27908"/>
                  </a:cubicBezTo>
                  <a:cubicBezTo>
                    <a:pt x="46869" y="22864"/>
                    <a:pt x="45085" y="18752"/>
                    <a:pt x="41517" y="15571"/>
                  </a:cubicBezTo>
                  <a:cubicBezTo>
                    <a:pt x="38001" y="12390"/>
                    <a:pt x="33402" y="10799"/>
                    <a:pt x="27719" y="10799"/>
                  </a:cubicBezTo>
                  <a:cubicBezTo>
                    <a:pt x="23691" y="10799"/>
                    <a:pt x="19432" y="11500"/>
                    <a:pt x="14943" y="12902"/>
                  </a:cubicBezTo>
                  <a:cubicBezTo>
                    <a:pt x="10496" y="14304"/>
                    <a:pt x="5729" y="16424"/>
                    <a:pt x="643" y="19259"/>
                  </a:cubicBezTo>
                  <a:lnTo>
                    <a:pt x="643" y="6294"/>
                  </a:lnTo>
                  <a:cubicBezTo>
                    <a:pt x="5813" y="4212"/>
                    <a:pt x="10642" y="2642"/>
                    <a:pt x="15131" y="1585"/>
                  </a:cubicBezTo>
                  <a:cubicBezTo>
                    <a:pt x="19631" y="528"/>
                    <a:pt x="23743" y="0"/>
                    <a:pt x="27468" y="0"/>
                  </a:cubicBezTo>
                  <a:cubicBezTo>
                    <a:pt x="37305" y="0"/>
                    <a:pt x="45148" y="2459"/>
                    <a:pt x="50997" y="7377"/>
                  </a:cubicBezTo>
                  <a:cubicBezTo>
                    <a:pt x="56847" y="12285"/>
                    <a:pt x="59771" y="18851"/>
                    <a:pt x="59771" y="27076"/>
                  </a:cubicBezTo>
                  <a:cubicBezTo>
                    <a:pt x="59771" y="30979"/>
                    <a:pt x="59028" y="34689"/>
                    <a:pt x="57542" y="38205"/>
                  </a:cubicBezTo>
                  <a:cubicBezTo>
                    <a:pt x="56098" y="41679"/>
                    <a:pt x="53451" y="45791"/>
                    <a:pt x="49600" y="50542"/>
                  </a:cubicBezTo>
                  <a:cubicBezTo>
                    <a:pt x="48533" y="51777"/>
                    <a:pt x="45164" y="55340"/>
                    <a:pt x="39492" y="61231"/>
                  </a:cubicBezTo>
                  <a:cubicBezTo>
                    <a:pt x="33810" y="67081"/>
                    <a:pt x="25794" y="75279"/>
                    <a:pt x="15445" y="85827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4392202-DE88-21F4-96DD-81579DE32A00}"/>
                </a:ext>
              </a:extLst>
            </p:cNvPr>
            <p:cNvSpPr/>
            <p:nvPr/>
          </p:nvSpPr>
          <p:spPr>
            <a:xfrm>
              <a:off x="3862802" y="4727668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91D473CE-7BB6-5101-1D9B-9AF3FC39B355}"/>
                </a:ext>
              </a:extLst>
            </p:cNvPr>
            <p:cNvSpPr/>
            <p:nvPr/>
          </p:nvSpPr>
          <p:spPr>
            <a:xfrm>
              <a:off x="3900315" y="4648888"/>
              <a:ext cx="61419" cy="96767"/>
            </a:xfrm>
            <a:custGeom>
              <a:avLst/>
              <a:gdLst>
                <a:gd name="csX0" fmla="*/ 4003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1 w 61419"/>
                <a:gd name="csY6" fmla="*/ 32177 h 96767"/>
                <a:gd name="csX7" fmla="*/ 52143 w 61419"/>
                <a:gd name="csY7" fmla="*/ 40889 h 96767"/>
                <a:gd name="csX8" fmla="*/ 61420 w 61419"/>
                <a:gd name="csY8" fmla="*/ 64480 h 96767"/>
                <a:gd name="csX9" fmla="*/ 51876 w 61419"/>
                <a:gd name="csY9" fmla="*/ 88323 h 96767"/>
                <a:gd name="csX10" fmla="*/ 24989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3 w 61419"/>
                <a:gd name="csY21" fmla="*/ 47685 h 96767"/>
                <a:gd name="csX22" fmla="*/ 4003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3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1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20" y="54560"/>
                    <a:pt x="61420" y="64480"/>
                  </a:cubicBezTo>
                  <a:cubicBezTo>
                    <a:pt x="61420" y="74693"/>
                    <a:pt x="58238" y="82641"/>
                    <a:pt x="51876" y="88323"/>
                  </a:cubicBezTo>
                  <a:cubicBezTo>
                    <a:pt x="45525" y="93953"/>
                    <a:pt x="36562" y="96767"/>
                    <a:pt x="24989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5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305" y="42976"/>
                    <a:pt x="17868" y="43358"/>
                    <a:pt x="14425" y="44122"/>
                  </a:cubicBezTo>
                  <a:cubicBezTo>
                    <a:pt x="11035" y="44886"/>
                    <a:pt x="7560" y="46074"/>
                    <a:pt x="4003" y="47685"/>
                  </a:cubicBezTo>
                  <a:lnTo>
                    <a:pt x="4003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BE003328-E4D2-6568-804C-58A8ED53727D}"/>
                </a:ext>
              </a:extLst>
            </p:cNvPr>
            <p:cNvSpPr/>
            <p:nvPr/>
          </p:nvSpPr>
          <p:spPr>
            <a:xfrm>
              <a:off x="2352256" y="4794911"/>
              <a:ext cx="81620" cy="99043"/>
            </a:xfrm>
            <a:custGeom>
              <a:avLst/>
              <a:gdLst>
                <a:gd name="csX0" fmla="*/ 81621 w 81620"/>
                <a:gd name="csY0" fmla="*/ 45001 h 99043"/>
                <a:gd name="csX1" fmla="*/ 77131 w 81620"/>
                <a:gd name="csY1" fmla="*/ 59928 h 99043"/>
                <a:gd name="csX2" fmla="*/ 65956 w 81620"/>
                <a:gd name="csY2" fmla="*/ 68232 h 99043"/>
                <a:gd name="csX3" fmla="*/ 57134 w 81620"/>
                <a:gd name="csY3" fmla="*/ 65218 h 99043"/>
                <a:gd name="csX4" fmla="*/ 52426 w 81620"/>
                <a:gd name="csY4" fmla="*/ 57213 h 99043"/>
                <a:gd name="csX5" fmla="*/ 49114 w 81620"/>
                <a:gd name="csY5" fmla="*/ 60807 h 99043"/>
                <a:gd name="csX6" fmla="*/ 45142 w 81620"/>
                <a:gd name="csY6" fmla="*/ 64198 h 99043"/>
                <a:gd name="csX7" fmla="*/ 39335 w 81620"/>
                <a:gd name="csY7" fmla="*/ 67211 h 99043"/>
                <a:gd name="csX8" fmla="*/ 32429 w 81620"/>
                <a:gd name="csY8" fmla="*/ 68232 h 99043"/>
                <a:gd name="csX9" fmla="*/ 17800 w 81620"/>
                <a:gd name="csY9" fmla="*/ 63523 h 99043"/>
                <a:gd name="csX10" fmla="*/ 9481 w 81620"/>
                <a:gd name="csY10" fmla="*/ 95888 h 99043"/>
                <a:gd name="csX11" fmla="*/ 4270 w 81620"/>
                <a:gd name="csY11" fmla="*/ 99043 h 99043"/>
                <a:gd name="csX12" fmla="*/ 1177 w 81620"/>
                <a:gd name="csY12" fmla="*/ 97866 h 99043"/>
                <a:gd name="csX13" fmla="*/ 0 w 81620"/>
                <a:gd name="csY13" fmla="*/ 94994 h 99043"/>
                <a:gd name="csX14" fmla="*/ 518 w 81620"/>
                <a:gd name="csY14" fmla="*/ 92576 h 99043"/>
                <a:gd name="csX15" fmla="*/ 22132 w 81620"/>
                <a:gd name="csY15" fmla="*/ 5447 h 99043"/>
                <a:gd name="csX16" fmla="*/ 24188 w 81620"/>
                <a:gd name="csY16" fmla="*/ 1774 h 99043"/>
                <a:gd name="csX17" fmla="*/ 26621 w 81620"/>
                <a:gd name="csY17" fmla="*/ 220 h 99043"/>
                <a:gd name="csX18" fmla="*/ 28159 w 81620"/>
                <a:gd name="csY18" fmla="*/ 0 h 99043"/>
                <a:gd name="csX19" fmla="*/ 31330 w 81620"/>
                <a:gd name="csY19" fmla="*/ 1099 h 99043"/>
                <a:gd name="csX20" fmla="*/ 32570 w 81620"/>
                <a:gd name="csY20" fmla="*/ 4050 h 99043"/>
                <a:gd name="csX21" fmla="*/ 32130 w 81620"/>
                <a:gd name="csY21" fmla="*/ 6027 h 99043"/>
                <a:gd name="csX22" fmla="*/ 31173 w 81620"/>
                <a:gd name="csY22" fmla="*/ 10155 h 99043"/>
                <a:gd name="csX23" fmla="*/ 30294 w 81620"/>
                <a:gd name="csY23" fmla="*/ 13671 h 99043"/>
                <a:gd name="csX24" fmla="*/ 23968 w 81620"/>
                <a:gd name="csY24" fmla="*/ 38974 h 99043"/>
                <a:gd name="csX25" fmla="*/ 21834 w 81620"/>
                <a:gd name="csY25" fmla="*/ 51766 h 99043"/>
                <a:gd name="csX26" fmla="*/ 24628 w 81620"/>
                <a:gd name="csY26" fmla="*/ 61467 h 99043"/>
                <a:gd name="csX27" fmla="*/ 33009 w 81620"/>
                <a:gd name="csY27" fmla="*/ 64857 h 99043"/>
                <a:gd name="csX28" fmla="*/ 39712 w 81620"/>
                <a:gd name="csY28" fmla="*/ 63460 h 99043"/>
                <a:gd name="csX29" fmla="*/ 45142 w 81620"/>
                <a:gd name="csY29" fmla="*/ 60007 h 99043"/>
                <a:gd name="csX30" fmla="*/ 49114 w 81620"/>
                <a:gd name="csY30" fmla="*/ 55879 h 99043"/>
                <a:gd name="csX31" fmla="*/ 51688 w 81620"/>
                <a:gd name="csY31" fmla="*/ 52284 h 99043"/>
                <a:gd name="csX32" fmla="*/ 52582 w 81620"/>
                <a:gd name="csY32" fmla="*/ 50448 h 99043"/>
                <a:gd name="csX33" fmla="*/ 56475 w 81620"/>
                <a:gd name="csY33" fmla="*/ 35081 h 99043"/>
                <a:gd name="csX34" fmla="*/ 63601 w 81620"/>
                <a:gd name="csY34" fmla="*/ 6906 h 99043"/>
                <a:gd name="csX35" fmla="*/ 64857 w 81620"/>
                <a:gd name="csY35" fmla="*/ 3971 h 99043"/>
                <a:gd name="csX36" fmla="*/ 66772 w 81620"/>
                <a:gd name="csY36" fmla="*/ 2276 h 99043"/>
                <a:gd name="csX37" fmla="*/ 68389 w 81620"/>
                <a:gd name="csY37" fmla="*/ 1774 h 99043"/>
                <a:gd name="csX38" fmla="*/ 69487 w 81620"/>
                <a:gd name="csY38" fmla="*/ 1617 h 99043"/>
                <a:gd name="csX39" fmla="*/ 72580 w 81620"/>
                <a:gd name="csY39" fmla="*/ 2715 h 99043"/>
                <a:gd name="csX40" fmla="*/ 73820 w 81620"/>
                <a:gd name="csY40" fmla="*/ 5729 h 99043"/>
                <a:gd name="csX41" fmla="*/ 73380 w 81620"/>
                <a:gd name="csY41" fmla="*/ 7864 h 99043"/>
                <a:gd name="csX42" fmla="*/ 72423 w 81620"/>
                <a:gd name="csY42" fmla="*/ 12055 h 99043"/>
                <a:gd name="csX43" fmla="*/ 71544 w 81620"/>
                <a:gd name="csY43" fmla="*/ 15806 h 99043"/>
                <a:gd name="csX44" fmla="*/ 68969 w 81620"/>
                <a:gd name="csY44" fmla="*/ 26024 h 99043"/>
                <a:gd name="csX45" fmla="*/ 64778 w 81620"/>
                <a:gd name="csY45" fmla="*/ 42286 h 99043"/>
                <a:gd name="csX46" fmla="*/ 63821 w 81620"/>
                <a:gd name="csY46" fmla="*/ 46320 h 99043"/>
                <a:gd name="csX47" fmla="*/ 62801 w 81620"/>
                <a:gd name="csY47" fmla="*/ 51029 h 99043"/>
                <a:gd name="csX48" fmla="*/ 62063 w 81620"/>
                <a:gd name="csY48" fmla="*/ 54701 h 99043"/>
                <a:gd name="csX49" fmla="*/ 61765 w 81620"/>
                <a:gd name="csY49" fmla="*/ 57935 h 99043"/>
                <a:gd name="csX50" fmla="*/ 66332 w 81620"/>
                <a:gd name="csY50" fmla="*/ 64857 h 99043"/>
                <a:gd name="csX51" fmla="*/ 69629 w 81620"/>
                <a:gd name="csY51" fmla="*/ 63821 h 99043"/>
                <a:gd name="csX52" fmla="*/ 72203 w 81620"/>
                <a:gd name="csY52" fmla="*/ 61184 h 99043"/>
                <a:gd name="csX53" fmla="*/ 74338 w 81620"/>
                <a:gd name="csY53" fmla="*/ 56993 h 99043"/>
                <a:gd name="csX54" fmla="*/ 76111 w 81620"/>
                <a:gd name="csY54" fmla="*/ 52065 h 99043"/>
                <a:gd name="csX55" fmla="*/ 77728 w 81620"/>
                <a:gd name="csY55" fmla="*/ 46257 h 99043"/>
                <a:gd name="csX56" fmla="*/ 78466 w 81620"/>
                <a:gd name="csY56" fmla="*/ 44044 h 99043"/>
                <a:gd name="csX57" fmla="*/ 79863 w 81620"/>
                <a:gd name="csY57" fmla="*/ 43526 h 99043"/>
                <a:gd name="csX58" fmla="*/ 81621 w 81620"/>
                <a:gd name="csY58" fmla="*/ 45001 h 99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81620" h="99043">
                  <a:moveTo>
                    <a:pt x="81621" y="45001"/>
                  </a:moveTo>
                  <a:cubicBezTo>
                    <a:pt x="80344" y="51322"/>
                    <a:pt x="78848" y="56297"/>
                    <a:pt x="77131" y="59928"/>
                  </a:cubicBezTo>
                  <a:cubicBezTo>
                    <a:pt x="74390" y="65464"/>
                    <a:pt x="70665" y="68232"/>
                    <a:pt x="65956" y="68232"/>
                  </a:cubicBezTo>
                  <a:cubicBezTo>
                    <a:pt x="62628" y="68232"/>
                    <a:pt x="59688" y="67227"/>
                    <a:pt x="57134" y="65218"/>
                  </a:cubicBezTo>
                  <a:cubicBezTo>
                    <a:pt x="54634" y="63209"/>
                    <a:pt x="53064" y="60540"/>
                    <a:pt x="52426" y="57213"/>
                  </a:cubicBezTo>
                  <a:cubicBezTo>
                    <a:pt x="51149" y="58730"/>
                    <a:pt x="50045" y="59928"/>
                    <a:pt x="49114" y="60807"/>
                  </a:cubicBezTo>
                  <a:cubicBezTo>
                    <a:pt x="48235" y="61686"/>
                    <a:pt x="46911" y="62816"/>
                    <a:pt x="45142" y="64198"/>
                  </a:cubicBezTo>
                  <a:cubicBezTo>
                    <a:pt x="43426" y="65516"/>
                    <a:pt x="41490" y="66521"/>
                    <a:pt x="39335" y="67211"/>
                  </a:cubicBezTo>
                  <a:cubicBezTo>
                    <a:pt x="37179" y="67891"/>
                    <a:pt x="34877" y="68232"/>
                    <a:pt x="32429" y="68232"/>
                  </a:cubicBezTo>
                  <a:cubicBezTo>
                    <a:pt x="26454" y="68232"/>
                    <a:pt x="21577" y="66662"/>
                    <a:pt x="17800" y="63523"/>
                  </a:cubicBezTo>
                  <a:cubicBezTo>
                    <a:pt x="12704" y="84064"/>
                    <a:pt x="9931" y="94852"/>
                    <a:pt x="9481" y="95888"/>
                  </a:cubicBezTo>
                  <a:cubicBezTo>
                    <a:pt x="8068" y="97992"/>
                    <a:pt x="6331" y="99043"/>
                    <a:pt x="4270" y="99043"/>
                  </a:cubicBezTo>
                  <a:cubicBezTo>
                    <a:pt x="2993" y="99043"/>
                    <a:pt x="1962" y="98651"/>
                    <a:pt x="1177" y="97866"/>
                  </a:cubicBezTo>
                  <a:cubicBezTo>
                    <a:pt x="392" y="97134"/>
                    <a:pt x="0" y="96176"/>
                    <a:pt x="0" y="94994"/>
                  </a:cubicBezTo>
                  <a:cubicBezTo>
                    <a:pt x="52" y="94607"/>
                    <a:pt x="225" y="93801"/>
                    <a:pt x="518" y="92576"/>
                  </a:cubicBezTo>
                  <a:lnTo>
                    <a:pt x="22132" y="5447"/>
                  </a:lnTo>
                  <a:cubicBezTo>
                    <a:pt x="22529" y="3877"/>
                    <a:pt x="23215" y="2653"/>
                    <a:pt x="24188" y="1774"/>
                  </a:cubicBezTo>
                  <a:cubicBezTo>
                    <a:pt x="25224" y="842"/>
                    <a:pt x="26035" y="324"/>
                    <a:pt x="26621" y="220"/>
                  </a:cubicBezTo>
                  <a:cubicBezTo>
                    <a:pt x="27207" y="73"/>
                    <a:pt x="27720" y="0"/>
                    <a:pt x="28159" y="0"/>
                  </a:cubicBezTo>
                  <a:cubicBezTo>
                    <a:pt x="29488" y="0"/>
                    <a:pt x="30545" y="366"/>
                    <a:pt x="31330" y="1099"/>
                  </a:cubicBezTo>
                  <a:cubicBezTo>
                    <a:pt x="32156" y="1789"/>
                    <a:pt x="32570" y="2773"/>
                    <a:pt x="32570" y="4050"/>
                  </a:cubicBezTo>
                  <a:cubicBezTo>
                    <a:pt x="32570" y="4238"/>
                    <a:pt x="32423" y="4897"/>
                    <a:pt x="32130" y="6027"/>
                  </a:cubicBezTo>
                  <a:cubicBezTo>
                    <a:pt x="31890" y="7105"/>
                    <a:pt x="31571" y="8481"/>
                    <a:pt x="31173" y="10155"/>
                  </a:cubicBezTo>
                  <a:cubicBezTo>
                    <a:pt x="30786" y="11767"/>
                    <a:pt x="30493" y="12939"/>
                    <a:pt x="30294" y="13671"/>
                  </a:cubicBezTo>
                  <a:lnTo>
                    <a:pt x="23968" y="38974"/>
                  </a:lnTo>
                  <a:cubicBezTo>
                    <a:pt x="22545" y="44760"/>
                    <a:pt x="21834" y="49025"/>
                    <a:pt x="21834" y="51766"/>
                  </a:cubicBezTo>
                  <a:cubicBezTo>
                    <a:pt x="21834" y="55931"/>
                    <a:pt x="22765" y="59164"/>
                    <a:pt x="24628" y="61467"/>
                  </a:cubicBezTo>
                  <a:cubicBezTo>
                    <a:pt x="26542" y="63727"/>
                    <a:pt x="29336" y="64857"/>
                    <a:pt x="33009" y="64857"/>
                  </a:cubicBezTo>
                  <a:cubicBezTo>
                    <a:pt x="35322" y="64857"/>
                    <a:pt x="37556" y="64391"/>
                    <a:pt x="39712" y="63460"/>
                  </a:cubicBezTo>
                  <a:cubicBezTo>
                    <a:pt x="41867" y="62476"/>
                    <a:pt x="43678" y="61325"/>
                    <a:pt x="45142" y="60007"/>
                  </a:cubicBezTo>
                  <a:cubicBezTo>
                    <a:pt x="46618" y="58678"/>
                    <a:pt x="47942" y="57302"/>
                    <a:pt x="49114" y="55879"/>
                  </a:cubicBezTo>
                  <a:cubicBezTo>
                    <a:pt x="50296" y="54414"/>
                    <a:pt x="51154" y="53216"/>
                    <a:pt x="51688" y="52284"/>
                  </a:cubicBezTo>
                  <a:cubicBezTo>
                    <a:pt x="52232" y="51301"/>
                    <a:pt x="52530" y="50688"/>
                    <a:pt x="52582" y="50448"/>
                  </a:cubicBezTo>
                  <a:lnTo>
                    <a:pt x="56475" y="35081"/>
                  </a:lnTo>
                  <a:lnTo>
                    <a:pt x="63601" y="6906"/>
                  </a:lnTo>
                  <a:cubicBezTo>
                    <a:pt x="63894" y="5734"/>
                    <a:pt x="64313" y="4756"/>
                    <a:pt x="64857" y="3971"/>
                  </a:cubicBezTo>
                  <a:cubicBezTo>
                    <a:pt x="65443" y="3134"/>
                    <a:pt x="66081" y="2569"/>
                    <a:pt x="66772" y="2276"/>
                  </a:cubicBezTo>
                  <a:cubicBezTo>
                    <a:pt x="67452" y="1983"/>
                    <a:pt x="67991" y="1815"/>
                    <a:pt x="68389" y="1774"/>
                  </a:cubicBezTo>
                  <a:cubicBezTo>
                    <a:pt x="68776" y="1669"/>
                    <a:pt x="69142" y="1617"/>
                    <a:pt x="69487" y="1617"/>
                  </a:cubicBezTo>
                  <a:cubicBezTo>
                    <a:pt x="70712" y="1617"/>
                    <a:pt x="71742" y="1983"/>
                    <a:pt x="72580" y="2715"/>
                  </a:cubicBezTo>
                  <a:cubicBezTo>
                    <a:pt x="73406" y="3458"/>
                    <a:pt x="73820" y="4463"/>
                    <a:pt x="73820" y="5729"/>
                  </a:cubicBezTo>
                  <a:cubicBezTo>
                    <a:pt x="73820" y="5980"/>
                    <a:pt x="73673" y="6692"/>
                    <a:pt x="73380" y="7864"/>
                  </a:cubicBezTo>
                  <a:cubicBezTo>
                    <a:pt x="73139" y="8994"/>
                    <a:pt x="72820" y="10391"/>
                    <a:pt x="72423" y="12055"/>
                  </a:cubicBezTo>
                  <a:cubicBezTo>
                    <a:pt x="72036" y="13677"/>
                    <a:pt x="71742" y="14927"/>
                    <a:pt x="71544" y="15806"/>
                  </a:cubicBezTo>
                  <a:cubicBezTo>
                    <a:pt x="69974" y="21980"/>
                    <a:pt x="69116" y="25386"/>
                    <a:pt x="68969" y="26024"/>
                  </a:cubicBezTo>
                  <a:lnTo>
                    <a:pt x="64778" y="42286"/>
                  </a:lnTo>
                  <a:cubicBezTo>
                    <a:pt x="64632" y="42924"/>
                    <a:pt x="64313" y="44269"/>
                    <a:pt x="63821" y="46320"/>
                  </a:cubicBezTo>
                  <a:cubicBezTo>
                    <a:pt x="63382" y="48381"/>
                    <a:pt x="63042" y="49951"/>
                    <a:pt x="62801" y="51029"/>
                  </a:cubicBezTo>
                  <a:cubicBezTo>
                    <a:pt x="62550" y="52054"/>
                    <a:pt x="62304" y="53278"/>
                    <a:pt x="62063" y="54701"/>
                  </a:cubicBezTo>
                  <a:cubicBezTo>
                    <a:pt x="61864" y="56083"/>
                    <a:pt x="61765" y="57160"/>
                    <a:pt x="61765" y="57935"/>
                  </a:cubicBezTo>
                  <a:cubicBezTo>
                    <a:pt x="61765" y="62550"/>
                    <a:pt x="63287" y="64857"/>
                    <a:pt x="66332" y="64857"/>
                  </a:cubicBezTo>
                  <a:cubicBezTo>
                    <a:pt x="67504" y="64857"/>
                    <a:pt x="68603" y="64512"/>
                    <a:pt x="69629" y="63821"/>
                  </a:cubicBezTo>
                  <a:cubicBezTo>
                    <a:pt x="70665" y="63089"/>
                    <a:pt x="71523" y="62209"/>
                    <a:pt x="72203" y="61184"/>
                  </a:cubicBezTo>
                  <a:cubicBezTo>
                    <a:pt x="72946" y="60148"/>
                    <a:pt x="73657" y="58751"/>
                    <a:pt x="74338" y="56993"/>
                  </a:cubicBezTo>
                  <a:cubicBezTo>
                    <a:pt x="75070" y="55172"/>
                    <a:pt x="75661" y="53529"/>
                    <a:pt x="76111" y="52065"/>
                  </a:cubicBezTo>
                  <a:cubicBezTo>
                    <a:pt x="76551" y="50537"/>
                    <a:pt x="77090" y="48601"/>
                    <a:pt x="77728" y="46257"/>
                  </a:cubicBezTo>
                  <a:cubicBezTo>
                    <a:pt x="77969" y="45127"/>
                    <a:pt x="78215" y="44389"/>
                    <a:pt x="78466" y="44044"/>
                  </a:cubicBezTo>
                  <a:cubicBezTo>
                    <a:pt x="78706" y="43698"/>
                    <a:pt x="79172" y="43526"/>
                    <a:pt x="79863" y="43526"/>
                  </a:cubicBezTo>
                  <a:cubicBezTo>
                    <a:pt x="81035" y="43526"/>
                    <a:pt x="81621" y="44018"/>
                    <a:pt x="81621" y="45001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E0DB8DAF-73CB-0EA7-4D8A-F8C41DA2D8B9}"/>
                </a:ext>
              </a:extLst>
            </p:cNvPr>
            <p:cNvSpPr/>
            <p:nvPr/>
          </p:nvSpPr>
          <p:spPr>
            <a:xfrm>
              <a:off x="2449149" y="4874726"/>
              <a:ext cx="52488" cy="47763"/>
            </a:xfrm>
            <a:custGeom>
              <a:avLst/>
              <a:gdLst>
                <a:gd name="csX0" fmla="*/ 52488 w 52488"/>
                <a:gd name="csY0" fmla="*/ 6954 h 47763"/>
                <a:gd name="csX1" fmla="*/ 50699 w 52488"/>
                <a:gd name="csY1" fmla="*/ 11490 h 47763"/>
                <a:gd name="csX2" fmla="*/ 46838 w 52488"/>
                <a:gd name="csY2" fmla="*/ 13075 h 47763"/>
                <a:gd name="csX3" fmla="*/ 43840 w 52488"/>
                <a:gd name="csY3" fmla="*/ 11945 h 47763"/>
                <a:gd name="csX4" fmla="*/ 42819 w 52488"/>
                <a:gd name="csY4" fmla="*/ 9371 h 47763"/>
                <a:gd name="csX5" fmla="*/ 44263 w 52488"/>
                <a:gd name="csY5" fmla="*/ 5713 h 47763"/>
                <a:gd name="csX6" fmla="*/ 47858 w 52488"/>
                <a:gd name="csY6" fmla="*/ 3657 h 47763"/>
                <a:gd name="csX7" fmla="*/ 42615 w 52488"/>
                <a:gd name="csY7" fmla="*/ 2323 h 47763"/>
                <a:gd name="csX8" fmla="*/ 38754 w 52488"/>
                <a:gd name="csY8" fmla="*/ 3406 h 47763"/>
                <a:gd name="csX9" fmla="*/ 35913 w 52488"/>
                <a:gd name="csY9" fmla="*/ 5870 h 47763"/>
                <a:gd name="csX10" fmla="*/ 33967 w 52488"/>
                <a:gd name="csY10" fmla="*/ 9277 h 47763"/>
                <a:gd name="csX11" fmla="*/ 32727 w 52488"/>
                <a:gd name="csY11" fmla="*/ 12416 h 47763"/>
                <a:gd name="csX12" fmla="*/ 32162 w 52488"/>
                <a:gd name="csY12" fmla="*/ 14770 h 47763"/>
                <a:gd name="csX13" fmla="*/ 28567 w 52488"/>
                <a:gd name="csY13" fmla="*/ 29195 h 47763"/>
                <a:gd name="csX14" fmla="*/ 26809 w 52488"/>
                <a:gd name="csY14" fmla="*/ 38456 h 47763"/>
                <a:gd name="csX15" fmla="*/ 28253 w 52488"/>
                <a:gd name="csY15" fmla="*/ 43447 h 47763"/>
                <a:gd name="csX16" fmla="*/ 32570 w 52488"/>
                <a:gd name="csY16" fmla="*/ 45394 h 47763"/>
                <a:gd name="csX17" fmla="*/ 34987 w 52488"/>
                <a:gd name="csY17" fmla="*/ 45095 h 47763"/>
                <a:gd name="csX18" fmla="*/ 37922 w 52488"/>
                <a:gd name="csY18" fmla="*/ 43808 h 47763"/>
                <a:gd name="csX19" fmla="*/ 41124 w 52488"/>
                <a:gd name="csY19" fmla="*/ 41391 h 47763"/>
                <a:gd name="csX20" fmla="*/ 44154 w 52488"/>
                <a:gd name="csY20" fmla="*/ 37373 h 47763"/>
                <a:gd name="csX21" fmla="*/ 46618 w 52488"/>
                <a:gd name="csY21" fmla="*/ 31612 h 47763"/>
                <a:gd name="csX22" fmla="*/ 47968 w 52488"/>
                <a:gd name="csY22" fmla="*/ 30482 h 47763"/>
                <a:gd name="csX23" fmla="*/ 49255 w 52488"/>
                <a:gd name="csY23" fmla="*/ 31502 h 47763"/>
                <a:gd name="csX24" fmla="*/ 48533 w 52488"/>
                <a:gd name="csY24" fmla="*/ 34234 h 47763"/>
                <a:gd name="csX25" fmla="*/ 46367 w 52488"/>
                <a:gd name="csY25" fmla="*/ 38409 h 47763"/>
                <a:gd name="csX26" fmla="*/ 43023 w 52488"/>
                <a:gd name="csY26" fmla="*/ 42835 h 47763"/>
                <a:gd name="csX27" fmla="*/ 38283 w 52488"/>
                <a:gd name="csY27" fmla="*/ 46320 h 47763"/>
                <a:gd name="csX28" fmla="*/ 32366 w 52488"/>
                <a:gd name="csY28" fmla="*/ 47764 h 47763"/>
                <a:gd name="csX29" fmla="*/ 25004 w 52488"/>
                <a:gd name="csY29" fmla="*/ 45394 h 47763"/>
                <a:gd name="csX30" fmla="*/ 20986 w 52488"/>
                <a:gd name="csY30" fmla="*/ 39743 h 47763"/>
                <a:gd name="csX31" fmla="*/ 20374 w 52488"/>
                <a:gd name="csY31" fmla="*/ 40826 h 47763"/>
                <a:gd name="csX32" fmla="*/ 18930 w 52488"/>
                <a:gd name="csY32" fmla="*/ 42835 h 47763"/>
                <a:gd name="csX33" fmla="*/ 16716 w 52488"/>
                <a:gd name="csY33" fmla="*/ 45190 h 47763"/>
                <a:gd name="csX34" fmla="*/ 13687 w 52488"/>
                <a:gd name="csY34" fmla="*/ 46948 h 47763"/>
                <a:gd name="csX35" fmla="*/ 9920 w 52488"/>
                <a:gd name="csY35" fmla="*/ 47764 h 47763"/>
                <a:gd name="csX36" fmla="*/ 5242 w 52488"/>
                <a:gd name="csY36" fmla="*/ 47042 h 47763"/>
                <a:gd name="csX37" fmla="*/ 1538 w 52488"/>
                <a:gd name="csY37" fmla="*/ 44687 h 47763"/>
                <a:gd name="csX38" fmla="*/ 0 w 52488"/>
                <a:gd name="csY38" fmla="*/ 40763 h 47763"/>
                <a:gd name="csX39" fmla="*/ 1695 w 52488"/>
                <a:gd name="csY39" fmla="*/ 36494 h 47763"/>
                <a:gd name="csX40" fmla="*/ 5808 w 52488"/>
                <a:gd name="csY40" fmla="*/ 34689 h 47763"/>
                <a:gd name="csX41" fmla="*/ 8492 w 52488"/>
                <a:gd name="csY41" fmla="*/ 35568 h 47763"/>
                <a:gd name="csX42" fmla="*/ 9716 w 52488"/>
                <a:gd name="csY42" fmla="*/ 38346 h 47763"/>
                <a:gd name="csX43" fmla="*/ 8287 w 52488"/>
                <a:gd name="csY43" fmla="*/ 42050 h 47763"/>
                <a:gd name="csX44" fmla="*/ 4787 w 52488"/>
                <a:gd name="csY44" fmla="*/ 44060 h 47763"/>
                <a:gd name="csX45" fmla="*/ 10030 w 52488"/>
                <a:gd name="csY45" fmla="*/ 45394 h 47763"/>
                <a:gd name="csX46" fmla="*/ 16104 w 52488"/>
                <a:gd name="csY46" fmla="*/ 42411 h 47763"/>
                <a:gd name="csX47" fmla="*/ 20060 w 52488"/>
                <a:gd name="csY47" fmla="*/ 34438 h 47763"/>
                <a:gd name="csX48" fmla="*/ 24486 w 52488"/>
                <a:gd name="csY48" fmla="*/ 17093 h 47763"/>
                <a:gd name="csX49" fmla="*/ 25726 w 52488"/>
                <a:gd name="csY49" fmla="*/ 9371 h 47763"/>
                <a:gd name="csX50" fmla="*/ 25161 w 52488"/>
                <a:gd name="csY50" fmla="*/ 5713 h 47763"/>
                <a:gd name="csX51" fmla="*/ 23623 w 52488"/>
                <a:gd name="csY51" fmla="*/ 3563 h 47763"/>
                <a:gd name="csX52" fmla="*/ 21818 w 52488"/>
                <a:gd name="csY52" fmla="*/ 2574 h 47763"/>
                <a:gd name="csX53" fmla="*/ 20060 w 52488"/>
                <a:gd name="csY53" fmla="*/ 2323 h 47763"/>
                <a:gd name="csX54" fmla="*/ 16779 w 52488"/>
                <a:gd name="csY54" fmla="*/ 2935 h 47763"/>
                <a:gd name="csX55" fmla="*/ 13012 w 52488"/>
                <a:gd name="csY55" fmla="*/ 4991 h 47763"/>
                <a:gd name="csX56" fmla="*/ 9104 w 52488"/>
                <a:gd name="csY56" fmla="*/ 9277 h 47763"/>
                <a:gd name="csX57" fmla="*/ 5917 w 52488"/>
                <a:gd name="csY57" fmla="*/ 16120 h 47763"/>
                <a:gd name="csX58" fmla="*/ 4521 w 52488"/>
                <a:gd name="csY58" fmla="*/ 17297 h 47763"/>
                <a:gd name="csX59" fmla="*/ 3280 w 52488"/>
                <a:gd name="csY59" fmla="*/ 16214 h 47763"/>
                <a:gd name="csX60" fmla="*/ 3955 w 52488"/>
                <a:gd name="csY60" fmla="*/ 13546 h 47763"/>
                <a:gd name="csX61" fmla="*/ 6121 w 52488"/>
                <a:gd name="csY61" fmla="*/ 9371 h 47763"/>
                <a:gd name="csX62" fmla="*/ 9512 w 52488"/>
                <a:gd name="csY62" fmla="*/ 4991 h 47763"/>
                <a:gd name="csX63" fmla="*/ 14299 w 52488"/>
                <a:gd name="csY63" fmla="*/ 1444 h 47763"/>
                <a:gd name="csX64" fmla="*/ 20279 w 52488"/>
                <a:gd name="csY64" fmla="*/ 0 h 47763"/>
                <a:gd name="csX65" fmla="*/ 22995 w 52488"/>
                <a:gd name="csY65" fmla="*/ 314 h 47763"/>
                <a:gd name="csX66" fmla="*/ 26040 w 52488"/>
                <a:gd name="csY66" fmla="*/ 1350 h 47763"/>
                <a:gd name="csX67" fmla="*/ 29226 w 52488"/>
                <a:gd name="csY67" fmla="*/ 3814 h 47763"/>
                <a:gd name="csX68" fmla="*/ 31644 w 52488"/>
                <a:gd name="csY68" fmla="*/ 7989 h 47763"/>
                <a:gd name="csX69" fmla="*/ 33088 w 52488"/>
                <a:gd name="csY69" fmla="*/ 5666 h 47763"/>
                <a:gd name="csX70" fmla="*/ 35301 w 52488"/>
                <a:gd name="csY70" fmla="*/ 3139 h 47763"/>
                <a:gd name="csX71" fmla="*/ 38597 w 52488"/>
                <a:gd name="csY71" fmla="*/ 879 h 47763"/>
                <a:gd name="csX72" fmla="*/ 42709 w 52488"/>
                <a:gd name="csY72" fmla="*/ 0 h 47763"/>
                <a:gd name="csX73" fmla="*/ 46885 w 52488"/>
                <a:gd name="csY73" fmla="*/ 565 h 47763"/>
                <a:gd name="csX74" fmla="*/ 50699 w 52488"/>
                <a:gd name="csY74" fmla="*/ 2778 h 47763"/>
                <a:gd name="csX75" fmla="*/ 52488 w 52488"/>
                <a:gd name="csY75" fmla="*/ 6954 h 47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2488" h="47763">
                  <a:moveTo>
                    <a:pt x="52488" y="6954"/>
                  </a:moveTo>
                  <a:cubicBezTo>
                    <a:pt x="52488" y="8879"/>
                    <a:pt x="51892" y="10391"/>
                    <a:pt x="50699" y="11490"/>
                  </a:cubicBezTo>
                  <a:cubicBezTo>
                    <a:pt x="49496" y="12547"/>
                    <a:pt x="48208" y="13075"/>
                    <a:pt x="46838" y="13075"/>
                  </a:cubicBezTo>
                  <a:cubicBezTo>
                    <a:pt x="45529" y="13075"/>
                    <a:pt x="44530" y="12698"/>
                    <a:pt x="43840" y="11945"/>
                  </a:cubicBezTo>
                  <a:cubicBezTo>
                    <a:pt x="43159" y="11191"/>
                    <a:pt x="42819" y="10333"/>
                    <a:pt x="42819" y="9371"/>
                  </a:cubicBezTo>
                  <a:cubicBezTo>
                    <a:pt x="42819" y="8063"/>
                    <a:pt x="43301" y="6844"/>
                    <a:pt x="44263" y="5713"/>
                  </a:cubicBezTo>
                  <a:cubicBezTo>
                    <a:pt x="45216" y="4583"/>
                    <a:pt x="46414" y="3898"/>
                    <a:pt x="47858" y="3657"/>
                  </a:cubicBezTo>
                  <a:cubicBezTo>
                    <a:pt x="46456" y="2768"/>
                    <a:pt x="44708" y="2323"/>
                    <a:pt x="42615" y="2323"/>
                  </a:cubicBezTo>
                  <a:cubicBezTo>
                    <a:pt x="41244" y="2323"/>
                    <a:pt x="39957" y="2684"/>
                    <a:pt x="38754" y="3406"/>
                  </a:cubicBezTo>
                  <a:cubicBezTo>
                    <a:pt x="37582" y="4128"/>
                    <a:pt x="36635" y="4950"/>
                    <a:pt x="35913" y="5870"/>
                  </a:cubicBezTo>
                  <a:cubicBezTo>
                    <a:pt x="35233" y="6802"/>
                    <a:pt x="34584" y="7937"/>
                    <a:pt x="33967" y="9277"/>
                  </a:cubicBezTo>
                  <a:cubicBezTo>
                    <a:pt x="33381" y="10574"/>
                    <a:pt x="32967" y="11620"/>
                    <a:pt x="32727" y="12416"/>
                  </a:cubicBezTo>
                  <a:cubicBezTo>
                    <a:pt x="32517" y="13169"/>
                    <a:pt x="32329" y="13954"/>
                    <a:pt x="32162" y="14770"/>
                  </a:cubicBezTo>
                  <a:lnTo>
                    <a:pt x="28567" y="29195"/>
                  </a:lnTo>
                  <a:cubicBezTo>
                    <a:pt x="27395" y="33757"/>
                    <a:pt x="26809" y="36844"/>
                    <a:pt x="26809" y="38456"/>
                  </a:cubicBezTo>
                  <a:cubicBezTo>
                    <a:pt x="26809" y="40444"/>
                    <a:pt x="27290" y="42108"/>
                    <a:pt x="28253" y="43447"/>
                  </a:cubicBezTo>
                  <a:cubicBezTo>
                    <a:pt x="29216" y="44745"/>
                    <a:pt x="30655" y="45394"/>
                    <a:pt x="32570" y="45394"/>
                  </a:cubicBezTo>
                  <a:cubicBezTo>
                    <a:pt x="33323" y="45394"/>
                    <a:pt x="34129" y="45294"/>
                    <a:pt x="34987" y="45095"/>
                  </a:cubicBezTo>
                  <a:cubicBezTo>
                    <a:pt x="35845" y="44855"/>
                    <a:pt x="36823" y="44426"/>
                    <a:pt x="37922" y="43808"/>
                  </a:cubicBezTo>
                  <a:cubicBezTo>
                    <a:pt x="39063" y="43160"/>
                    <a:pt x="40130" y="42354"/>
                    <a:pt x="41124" y="41391"/>
                  </a:cubicBezTo>
                  <a:cubicBezTo>
                    <a:pt x="42150" y="40397"/>
                    <a:pt x="43159" y="39057"/>
                    <a:pt x="44154" y="37373"/>
                  </a:cubicBezTo>
                  <a:cubicBezTo>
                    <a:pt x="45148" y="35688"/>
                    <a:pt x="45969" y="33768"/>
                    <a:pt x="46618" y="31612"/>
                  </a:cubicBezTo>
                  <a:cubicBezTo>
                    <a:pt x="46827" y="30859"/>
                    <a:pt x="47277" y="30482"/>
                    <a:pt x="47968" y="30482"/>
                  </a:cubicBezTo>
                  <a:cubicBezTo>
                    <a:pt x="48826" y="30482"/>
                    <a:pt x="49255" y="30822"/>
                    <a:pt x="49255" y="31502"/>
                  </a:cubicBezTo>
                  <a:cubicBezTo>
                    <a:pt x="49255" y="32088"/>
                    <a:pt x="49014" y="32999"/>
                    <a:pt x="48533" y="34234"/>
                  </a:cubicBezTo>
                  <a:cubicBezTo>
                    <a:pt x="48083" y="35437"/>
                    <a:pt x="47361" y="36829"/>
                    <a:pt x="46367" y="38409"/>
                  </a:cubicBezTo>
                  <a:cubicBezTo>
                    <a:pt x="45404" y="39947"/>
                    <a:pt x="44290" y="41422"/>
                    <a:pt x="43023" y="42835"/>
                  </a:cubicBezTo>
                  <a:cubicBezTo>
                    <a:pt x="41757" y="44206"/>
                    <a:pt x="40177" y="45367"/>
                    <a:pt x="38283" y="46320"/>
                  </a:cubicBezTo>
                  <a:cubicBezTo>
                    <a:pt x="36400" y="47282"/>
                    <a:pt x="34427" y="47764"/>
                    <a:pt x="32366" y="47764"/>
                  </a:cubicBezTo>
                  <a:cubicBezTo>
                    <a:pt x="29415" y="47764"/>
                    <a:pt x="26961" y="46974"/>
                    <a:pt x="25004" y="45394"/>
                  </a:cubicBezTo>
                  <a:cubicBezTo>
                    <a:pt x="23047" y="43824"/>
                    <a:pt x="21708" y="41940"/>
                    <a:pt x="20986" y="39743"/>
                  </a:cubicBezTo>
                  <a:cubicBezTo>
                    <a:pt x="20818" y="40046"/>
                    <a:pt x="20614" y="40408"/>
                    <a:pt x="20374" y="40826"/>
                  </a:cubicBezTo>
                  <a:cubicBezTo>
                    <a:pt x="20133" y="41234"/>
                    <a:pt x="19652" y="41904"/>
                    <a:pt x="18930" y="42835"/>
                  </a:cubicBezTo>
                  <a:cubicBezTo>
                    <a:pt x="18249" y="43725"/>
                    <a:pt x="17512" y="44509"/>
                    <a:pt x="16716" y="45190"/>
                  </a:cubicBezTo>
                  <a:cubicBezTo>
                    <a:pt x="15932" y="45849"/>
                    <a:pt x="14922" y="46435"/>
                    <a:pt x="13687" y="46948"/>
                  </a:cubicBezTo>
                  <a:cubicBezTo>
                    <a:pt x="12484" y="47492"/>
                    <a:pt x="11228" y="47764"/>
                    <a:pt x="9920" y="47764"/>
                  </a:cubicBezTo>
                  <a:cubicBezTo>
                    <a:pt x="8277" y="47764"/>
                    <a:pt x="6718" y="47523"/>
                    <a:pt x="5242" y="47042"/>
                  </a:cubicBezTo>
                  <a:cubicBezTo>
                    <a:pt x="3798" y="46560"/>
                    <a:pt x="2564" y="45776"/>
                    <a:pt x="1538" y="44687"/>
                  </a:cubicBezTo>
                  <a:cubicBezTo>
                    <a:pt x="513" y="43589"/>
                    <a:pt x="0" y="42280"/>
                    <a:pt x="0" y="40763"/>
                  </a:cubicBezTo>
                  <a:cubicBezTo>
                    <a:pt x="0" y="39089"/>
                    <a:pt x="565" y="37666"/>
                    <a:pt x="1695" y="36494"/>
                  </a:cubicBezTo>
                  <a:cubicBezTo>
                    <a:pt x="2857" y="35291"/>
                    <a:pt x="4227" y="34689"/>
                    <a:pt x="5808" y="34689"/>
                  </a:cubicBezTo>
                  <a:cubicBezTo>
                    <a:pt x="6802" y="34689"/>
                    <a:pt x="7696" y="34982"/>
                    <a:pt x="8492" y="35568"/>
                  </a:cubicBezTo>
                  <a:cubicBezTo>
                    <a:pt x="9308" y="36154"/>
                    <a:pt x="9716" y="37080"/>
                    <a:pt x="9716" y="38346"/>
                  </a:cubicBezTo>
                  <a:cubicBezTo>
                    <a:pt x="9716" y="39759"/>
                    <a:pt x="9240" y="40993"/>
                    <a:pt x="8287" y="42050"/>
                  </a:cubicBezTo>
                  <a:cubicBezTo>
                    <a:pt x="7325" y="43118"/>
                    <a:pt x="6158" y="43787"/>
                    <a:pt x="4787" y="44060"/>
                  </a:cubicBezTo>
                  <a:cubicBezTo>
                    <a:pt x="6189" y="44949"/>
                    <a:pt x="7937" y="45394"/>
                    <a:pt x="10030" y="45394"/>
                  </a:cubicBezTo>
                  <a:cubicBezTo>
                    <a:pt x="12290" y="45394"/>
                    <a:pt x="14315" y="44399"/>
                    <a:pt x="16104" y="42411"/>
                  </a:cubicBezTo>
                  <a:cubicBezTo>
                    <a:pt x="17883" y="40423"/>
                    <a:pt x="19202" y="37765"/>
                    <a:pt x="20060" y="34438"/>
                  </a:cubicBezTo>
                  <a:cubicBezTo>
                    <a:pt x="22194" y="26443"/>
                    <a:pt x="23670" y="20662"/>
                    <a:pt x="24486" y="17093"/>
                  </a:cubicBezTo>
                  <a:cubicBezTo>
                    <a:pt x="25313" y="13494"/>
                    <a:pt x="25726" y="10919"/>
                    <a:pt x="25726" y="9371"/>
                  </a:cubicBezTo>
                  <a:cubicBezTo>
                    <a:pt x="25726" y="7927"/>
                    <a:pt x="25538" y="6708"/>
                    <a:pt x="25161" y="5713"/>
                  </a:cubicBezTo>
                  <a:cubicBezTo>
                    <a:pt x="24784" y="4719"/>
                    <a:pt x="24272" y="4003"/>
                    <a:pt x="23623" y="3563"/>
                  </a:cubicBezTo>
                  <a:cubicBezTo>
                    <a:pt x="23005" y="3082"/>
                    <a:pt x="22404" y="2752"/>
                    <a:pt x="21818" y="2574"/>
                  </a:cubicBezTo>
                  <a:cubicBezTo>
                    <a:pt x="21263" y="2407"/>
                    <a:pt x="20677" y="2323"/>
                    <a:pt x="20060" y="2323"/>
                  </a:cubicBezTo>
                  <a:cubicBezTo>
                    <a:pt x="19034" y="2323"/>
                    <a:pt x="17941" y="2527"/>
                    <a:pt x="16779" y="2935"/>
                  </a:cubicBezTo>
                  <a:cubicBezTo>
                    <a:pt x="15639" y="3354"/>
                    <a:pt x="14383" y="4039"/>
                    <a:pt x="13012" y="4991"/>
                  </a:cubicBezTo>
                  <a:cubicBezTo>
                    <a:pt x="11673" y="5923"/>
                    <a:pt x="10370" y="7351"/>
                    <a:pt x="9104" y="9277"/>
                  </a:cubicBezTo>
                  <a:cubicBezTo>
                    <a:pt x="7838" y="11191"/>
                    <a:pt x="6776" y="13473"/>
                    <a:pt x="5917" y="16120"/>
                  </a:cubicBezTo>
                  <a:cubicBezTo>
                    <a:pt x="5740" y="16905"/>
                    <a:pt x="5274" y="17297"/>
                    <a:pt x="4521" y="17297"/>
                  </a:cubicBezTo>
                  <a:cubicBezTo>
                    <a:pt x="3694" y="17266"/>
                    <a:pt x="3280" y="16905"/>
                    <a:pt x="3280" y="16214"/>
                  </a:cubicBezTo>
                  <a:cubicBezTo>
                    <a:pt x="3280" y="15628"/>
                    <a:pt x="3505" y="14739"/>
                    <a:pt x="3955" y="13546"/>
                  </a:cubicBezTo>
                  <a:cubicBezTo>
                    <a:pt x="4437" y="12311"/>
                    <a:pt x="5159" y="10919"/>
                    <a:pt x="6121" y="9371"/>
                  </a:cubicBezTo>
                  <a:cubicBezTo>
                    <a:pt x="7116" y="7832"/>
                    <a:pt x="8246" y="6373"/>
                    <a:pt x="9512" y="4991"/>
                  </a:cubicBezTo>
                  <a:cubicBezTo>
                    <a:pt x="10820" y="3589"/>
                    <a:pt x="12416" y="2407"/>
                    <a:pt x="14299" y="1444"/>
                  </a:cubicBezTo>
                  <a:cubicBezTo>
                    <a:pt x="16225" y="481"/>
                    <a:pt x="18218" y="0"/>
                    <a:pt x="20279" y="0"/>
                  </a:cubicBezTo>
                  <a:cubicBezTo>
                    <a:pt x="21200" y="0"/>
                    <a:pt x="22105" y="105"/>
                    <a:pt x="22995" y="314"/>
                  </a:cubicBezTo>
                  <a:cubicBezTo>
                    <a:pt x="23926" y="481"/>
                    <a:pt x="24941" y="827"/>
                    <a:pt x="26040" y="1350"/>
                  </a:cubicBezTo>
                  <a:cubicBezTo>
                    <a:pt x="27170" y="1863"/>
                    <a:pt x="28232" y="2684"/>
                    <a:pt x="29226" y="3814"/>
                  </a:cubicBezTo>
                  <a:cubicBezTo>
                    <a:pt x="30220" y="4944"/>
                    <a:pt x="31026" y="6336"/>
                    <a:pt x="31644" y="7989"/>
                  </a:cubicBezTo>
                  <a:cubicBezTo>
                    <a:pt x="32062" y="7194"/>
                    <a:pt x="32543" y="6420"/>
                    <a:pt x="33088" y="5666"/>
                  </a:cubicBezTo>
                  <a:cubicBezTo>
                    <a:pt x="33674" y="4913"/>
                    <a:pt x="34411" y="4071"/>
                    <a:pt x="35301" y="3139"/>
                  </a:cubicBezTo>
                  <a:cubicBezTo>
                    <a:pt x="36232" y="2177"/>
                    <a:pt x="37331" y="1423"/>
                    <a:pt x="38597" y="879"/>
                  </a:cubicBezTo>
                  <a:cubicBezTo>
                    <a:pt x="39905" y="293"/>
                    <a:pt x="41276" y="0"/>
                    <a:pt x="42709" y="0"/>
                  </a:cubicBezTo>
                  <a:cubicBezTo>
                    <a:pt x="44122" y="0"/>
                    <a:pt x="45514" y="188"/>
                    <a:pt x="46885" y="565"/>
                  </a:cubicBezTo>
                  <a:cubicBezTo>
                    <a:pt x="48255" y="910"/>
                    <a:pt x="49527" y="1648"/>
                    <a:pt x="50699" y="2778"/>
                  </a:cubicBezTo>
                  <a:cubicBezTo>
                    <a:pt x="51892" y="3877"/>
                    <a:pt x="52488" y="5269"/>
                    <a:pt x="52488" y="6954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FAD7250-0A2D-F57C-4350-F814A73A5FC6}"/>
                </a:ext>
              </a:extLst>
            </p:cNvPr>
            <p:cNvSpPr/>
            <p:nvPr/>
          </p:nvSpPr>
          <p:spPr>
            <a:xfrm>
              <a:off x="806206" y="2509903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6D3281D-EC45-8972-E24B-A1F9163CC342}"/>
                </a:ext>
              </a:extLst>
            </p:cNvPr>
            <p:cNvSpPr/>
            <p:nvPr/>
          </p:nvSpPr>
          <p:spPr>
            <a:xfrm>
              <a:off x="806206" y="4424652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2F17E30E-36E9-A019-EC53-786AF7D61292}"/>
                </a:ext>
              </a:extLst>
            </p:cNvPr>
            <p:cNvSpPr/>
            <p:nvPr/>
          </p:nvSpPr>
          <p:spPr>
            <a:xfrm>
              <a:off x="806206" y="4053435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C02C330-56E8-47F7-AF7D-E4F2326A7823}"/>
                </a:ext>
              </a:extLst>
            </p:cNvPr>
            <p:cNvSpPr/>
            <p:nvPr/>
          </p:nvSpPr>
          <p:spPr>
            <a:xfrm>
              <a:off x="806206" y="3682236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73E951F-02BF-477B-68BC-07EE036AF370}"/>
                </a:ext>
              </a:extLst>
            </p:cNvPr>
            <p:cNvSpPr/>
            <p:nvPr/>
          </p:nvSpPr>
          <p:spPr>
            <a:xfrm>
              <a:off x="806206" y="3311032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835FDCD7-541B-83FD-D3A6-23443B24E1AF}"/>
                </a:ext>
              </a:extLst>
            </p:cNvPr>
            <p:cNvSpPr/>
            <p:nvPr/>
          </p:nvSpPr>
          <p:spPr>
            <a:xfrm>
              <a:off x="806206" y="2939826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D374F32C-48F6-94DD-A1A0-AB7C0C0467CF}"/>
                </a:ext>
              </a:extLst>
            </p:cNvPr>
            <p:cNvSpPr/>
            <p:nvPr/>
          </p:nvSpPr>
          <p:spPr>
            <a:xfrm>
              <a:off x="806206" y="2568623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03F83588-0163-0808-553A-CA2920EABB35}"/>
                </a:ext>
              </a:extLst>
            </p:cNvPr>
            <p:cNvSpPr/>
            <p:nvPr/>
          </p:nvSpPr>
          <p:spPr>
            <a:xfrm>
              <a:off x="583555" y="4425892"/>
              <a:ext cx="81515" cy="10799"/>
            </a:xfrm>
            <a:custGeom>
              <a:avLst/>
              <a:gdLst>
                <a:gd name="csX0" fmla="*/ 0 w 81515"/>
                <a:gd name="csY0" fmla="*/ 0 h 10799"/>
                <a:gd name="csX1" fmla="*/ 81515 w 81515"/>
                <a:gd name="csY1" fmla="*/ 0 h 10799"/>
                <a:gd name="csX2" fmla="*/ 81515 w 81515"/>
                <a:gd name="csY2" fmla="*/ 10799 h 10799"/>
                <a:gd name="csX3" fmla="*/ 0 w 81515"/>
                <a:gd name="csY3" fmla="*/ 10799 h 10799"/>
                <a:gd name="csX4" fmla="*/ 0 w 81515"/>
                <a:gd name="csY4" fmla="*/ 0 h 10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799">
                  <a:moveTo>
                    <a:pt x="0" y="0"/>
                  </a:moveTo>
                  <a:lnTo>
                    <a:pt x="81515" y="0"/>
                  </a:lnTo>
                  <a:lnTo>
                    <a:pt x="81515" y="10799"/>
                  </a:lnTo>
                  <a:lnTo>
                    <a:pt x="0" y="107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37FD24C0-1166-D159-52CE-BC106D4134E8}"/>
                </a:ext>
              </a:extLst>
            </p:cNvPr>
            <p:cNvSpPr/>
            <p:nvPr/>
          </p:nvSpPr>
          <p:spPr>
            <a:xfrm>
              <a:off x="693174" y="4377186"/>
              <a:ext cx="56525" cy="94930"/>
            </a:xfrm>
            <a:custGeom>
              <a:avLst/>
              <a:gdLst>
                <a:gd name="csX0" fmla="*/ 1844 w 56525"/>
                <a:gd name="csY0" fmla="*/ 84116 h 94930"/>
                <a:gd name="csX1" fmla="*/ 22826 w 56525"/>
                <a:gd name="csY1" fmla="*/ 84116 h 94930"/>
                <a:gd name="csX2" fmla="*/ 22826 w 56525"/>
                <a:gd name="csY2" fmla="*/ 11694 h 94930"/>
                <a:gd name="csX3" fmla="*/ 0 w 56525"/>
                <a:gd name="csY3" fmla="*/ 16277 h 94930"/>
                <a:gd name="csX4" fmla="*/ 0 w 56525"/>
                <a:gd name="csY4" fmla="*/ 4568 h 94930"/>
                <a:gd name="csX5" fmla="*/ 22698 w 56525"/>
                <a:gd name="csY5" fmla="*/ 0 h 94930"/>
                <a:gd name="csX6" fmla="*/ 35543 w 56525"/>
                <a:gd name="csY6" fmla="*/ 0 h 94930"/>
                <a:gd name="csX7" fmla="*/ 35543 w 56525"/>
                <a:gd name="csY7" fmla="*/ 84116 h 94930"/>
                <a:gd name="csX8" fmla="*/ 56525 w 56525"/>
                <a:gd name="csY8" fmla="*/ 84116 h 94930"/>
                <a:gd name="csX9" fmla="*/ 56525 w 56525"/>
                <a:gd name="csY9" fmla="*/ 94931 h 94930"/>
                <a:gd name="csX10" fmla="*/ 1844 w 56525"/>
                <a:gd name="csY10" fmla="*/ 94931 h 94930"/>
                <a:gd name="csX11" fmla="*/ 1844 w 56525"/>
                <a:gd name="csY11" fmla="*/ 84116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5" h="94930">
                  <a:moveTo>
                    <a:pt x="1844" y="84116"/>
                  </a:moveTo>
                  <a:lnTo>
                    <a:pt x="22826" y="84116"/>
                  </a:lnTo>
                  <a:lnTo>
                    <a:pt x="22826" y="11694"/>
                  </a:lnTo>
                  <a:lnTo>
                    <a:pt x="0" y="16277"/>
                  </a:lnTo>
                  <a:lnTo>
                    <a:pt x="0" y="4568"/>
                  </a:lnTo>
                  <a:lnTo>
                    <a:pt x="22698" y="0"/>
                  </a:lnTo>
                  <a:lnTo>
                    <a:pt x="35543" y="0"/>
                  </a:lnTo>
                  <a:lnTo>
                    <a:pt x="35543" y="84116"/>
                  </a:lnTo>
                  <a:lnTo>
                    <a:pt x="56525" y="84116"/>
                  </a:lnTo>
                  <a:lnTo>
                    <a:pt x="56525" y="94931"/>
                  </a:lnTo>
                  <a:lnTo>
                    <a:pt x="1844" y="94931"/>
                  </a:lnTo>
                  <a:lnTo>
                    <a:pt x="1844" y="8411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B69F6CAA-F370-C4B1-BB60-A5F1AF98DF9A}"/>
                </a:ext>
              </a:extLst>
            </p:cNvPr>
            <p:cNvSpPr/>
            <p:nvPr/>
          </p:nvSpPr>
          <p:spPr>
            <a:xfrm>
              <a:off x="684082" y="4004257"/>
              <a:ext cx="65618" cy="98495"/>
            </a:xfrm>
            <a:custGeom>
              <a:avLst/>
              <a:gdLst>
                <a:gd name="csX0" fmla="*/ 32810 w 65618"/>
                <a:gd name="csY0" fmla="*/ 10173 h 98495"/>
                <a:gd name="csX1" fmla="*/ 17867 w 65618"/>
                <a:gd name="csY1" fmla="*/ 19967 h 98495"/>
                <a:gd name="csX2" fmla="*/ 12907 w 65618"/>
                <a:gd name="csY2" fmla="*/ 49272 h 98495"/>
                <a:gd name="csX3" fmla="*/ 17867 w 65618"/>
                <a:gd name="csY3" fmla="*/ 78593 h 98495"/>
                <a:gd name="csX4" fmla="*/ 32810 w 65618"/>
                <a:gd name="csY4" fmla="*/ 88324 h 98495"/>
                <a:gd name="csX5" fmla="*/ 47751 w 65618"/>
                <a:gd name="csY5" fmla="*/ 78593 h 98495"/>
                <a:gd name="csX6" fmla="*/ 52774 w 65618"/>
                <a:gd name="csY6" fmla="*/ 49272 h 98495"/>
                <a:gd name="csX7" fmla="*/ 47751 w 65618"/>
                <a:gd name="csY7" fmla="*/ 19967 h 98495"/>
                <a:gd name="csX8" fmla="*/ 32810 w 65618"/>
                <a:gd name="csY8" fmla="*/ 10173 h 98495"/>
                <a:gd name="csX9" fmla="*/ 32810 w 65618"/>
                <a:gd name="csY9" fmla="*/ 0 h 98495"/>
                <a:gd name="csX10" fmla="*/ 57163 w 65618"/>
                <a:gd name="csY10" fmla="*/ 12653 h 98495"/>
                <a:gd name="csX11" fmla="*/ 65618 w 65618"/>
                <a:gd name="csY11" fmla="*/ 49272 h 98495"/>
                <a:gd name="csX12" fmla="*/ 57163 w 65618"/>
                <a:gd name="csY12" fmla="*/ 85907 h 98495"/>
                <a:gd name="csX13" fmla="*/ 32810 w 65618"/>
                <a:gd name="csY13" fmla="*/ 98496 h 98495"/>
                <a:gd name="csX14" fmla="*/ 8393 w 65618"/>
                <a:gd name="csY14" fmla="*/ 85907 h 98495"/>
                <a:gd name="csX15" fmla="*/ 0 w 65618"/>
                <a:gd name="csY15" fmla="*/ 49272 h 98495"/>
                <a:gd name="csX16" fmla="*/ 8393 w 65618"/>
                <a:gd name="csY16" fmla="*/ 12653 h 98495"/>
                <a:gd name="csX17" fmla="*/ 32810 w 65618"/>
                <a:gd name="csY17" fmla="*/ 0 h 98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8" h="98495">
                  <a:moveTo>
                    <a:pt x="32810" y="10173"/>
                  </a:moveTo>
                  <a:cubicBezTo>
                    <a:pt x="26197" y="10173"/>
                    <a:pt x="21216" y="13438"/>
                    <a:pt x="17867" y="19967"/>
                  </a:cubicBezTo>
                  <a:cubicBezTo>
                    <a:pt x="14560" y="26455"/>
                    <a:pt x="12907" y="36223"/>
                    <a:pt x="12907" y="49272"/>
                  </a:cubicBezTo>
                  <a:cubicBezTo>
                    <a:pt x="12907" y="62290"/>
                    <a:pt x="14560" y="72063"/>
                    <a:pt x="17867" y="78593"/>
                  </a:cubicBezTo>
                  <a:cubicBezTo>
                    <a:pt x="21216" y="85080"/>
                    <a:pt x="26197" y="88324"/>
                    <a:pt x="32810" y="88324"/>
                  </a:cubicBezTo>
                  <a:cubicBezTo>
                    <a:pt x="39465" y="88324"/>
                    <a:pt x="44446" y="85080"/>
                    <a:pt x="47751" y="78593"/>
                  </a:cubicBezTo>
                  <a:cubicBezTo>
                    <a:pt x="51100" y="72063"/>
                    <a:pt x="52774" y="62290"/>
                    <a:pt x="52774" y="49272"/>
                  </a:cubicBezTo>
                  <a:cubicBezTo>
                    <a:pt x="52774" y="36223"/>
                    <a:pt x="51100" y="26455"/>
                    <a:pt x="47751" y="19967"/>
                  </a:cubicBezTo>
                  <a:cubicBezTo>
                    <a:pt x="44446" y="13438"/>
                    <a:pt x="39465" y="10173"/>
                    <a:pt x="32810" y="10173"/>
                  </a:cubicBezTo>
                  <a:moveTo>
                    <a:pt x="32810" y="0"/>
                  </a:moveTo>
                  <a:cubicBezTo>
                    <a:pt x="43449" y="0"/>
                    <a:pt x="51566" y="4218"/>
                    <a:pt x="57163" y="12653"/>
                  </a:cubicBezTo>
                  <a:cubicBezTo>
                    <a:pt x="62800" y="21045"/>
                    <a:pt x="65618" y="33251"/>
                    <a:pt x="65618" y="49272"/>
                  </a:cubicBezTo>
                  <a:cubicBezTo>
                    <a:pt x="65618" y="65261"/>
                    <a:pt x="62800" y="77473"/>
                    <a:pt x="57163" y="85907"/>
                  </a:cubicBezTo>
                  <a:cubicBezTo>
                    <a:pt x="51566" y="94299"/>
                    <a:pt x="43449" y="98496"/>
                    <a:pt x="32810" y="98496"/>
                  </a:cubicBezTo>
                  <a:cubicBezTo>
                    <a:pt x="22170" y="98496"/>
                    <a:pt x="14031" y="94299"/>
                    <a:pt x="8393" y="85907"/>
                  </a:cubicBezTo>
                  <a:cubicBezTo>
                    <a:pt x="2798" y="77473"/>
                    <a:pt x="0" y="65261"/>
                    <a:pt x="0" y="49272"/>
                  </a:cubicBezTo>
                  <a:cubicBezTo>
                    <a:pt x="0" y="33251"/>
                    <a:pt x="2798" y="21045"/>
                    <a:pt x="8393" y="12653"/>
                  </a:cubicBezTo>
                  <a:cubicBezTo>
                    <a:pt x="14031" y="4218"/>
                    <a:pt x="22170" y="0"/>
                    <a:pt x="32810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41696E6-12AB-CE47-B0BF-272245E2BB4E}"/>
                </a:ext>
              </a:extLst>
            </p:cNvPr>
            <p:cNvSpPr/>
            <p:nvPr/>
          </p:nvSpPr>
          <p:spPr>
            <a:xfrm>
              <a:off x="693174" y="3634770"/>
              <a:ext cx="56525" cy="94930"/>
            </a:xfrm>
            <a:custGeom>
              <a:avLst/>
              <a:gdLst>
                <a:gd name="csX0" fmla="*/ 1844 w 56525"/>
                <a:gd name="csY0" fmla="*/ 84121 h 94930"/>
                <a:gd name="csX1" fmla="*/ 22826 w 56525"/>
                <a:gd name="csY1" fmla="*/ 84121 h 94930"/>
                <a:gd name="csX2" fmla="*/ 22826 w 56525"/>
                <a:gd name="csY2" fmla="*/ 11700 h 94930"/>
                <a:gd name="csX3" fmla="*/ 0 w 56525"/>
                <a:gd name="csY3" fmla="*/ 16277 h 94930"/>
                <a:gd name="csX4" fmla="*/ 0 w 56525"/>
                <a:gd name="csY4" fmla="*/ 4579 h 94930"/>
                <a:gd name="csX5" fmla="*/ 22698 w 56525"/>
                <a:gd name="csY5" fmla="*/ 0 h 94930"/>
                <a:gd name="csX6" fmla="*/ 35543 w 56525"/>
                <a:gd name="csY6" fmla="*/ 0 h 94930"/>
                <a:gd name="csX7" fmla="*/ 35543 w 56525"/>
                <a:gd name="csY7" fmla="*/ 84121 h 94930"/>
                <a:gd name="csX8" fmla="*/ 56525 w 56525"/>
                <a:gd name="csY8" fmla="*/ 84121 h 94930"/>
                <a:gd name="csX9" fmla="*/ 56525 w 56525"/>
                <a:gd name="csY9" fmla="*/ 94931 h 94930"/>
                <a:gd name="csX10" fmla="*/ 1844 w 56525"/>
                <a:gd name="csY10" fmla="*/ 94931 h 94930"/>
                <a:gd name="csX11" fmla="*/ 1844 w 56525"/>
                <a:gd name="csY11" fmla="*/ 84121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5" h="94930">
                  <a:moveTo>
                    <a:pt x="1844" y="84121"/>
                  </a:moveTo>
                  <a:lnTo>
                    <a:pt x="22826" y="84121"/>
                  </a:lnTo>
                  <a:lnTo>
                    <a:pt x="22826" y="11700"/>
                  </a:lnTo>
                  <a:lnTo>
                    <a:pt x="0" y="16277"/>
                  </a:lnTo>
                  <a:lnTo>
                    <a:pt x="0" y="4579"/>
                  </a:lnTo>
                  <a:lnTo>
                    <a:pt x="22698" y="0"/>
                  </a:lnTo>
                  <a:lnTo>
                    <a:pt x="35543" y="0"/>
                  </a:lnTo>
                  <a:lnTo>
                    <a:pt x="35543" y="84121"/>
                  </a:lnTo>
                  <a:lnTo>
                    <a:pt x="56525" y="84121"/>
                  </a:lnTo>
                  <a:lnTo>
                    <a:pt x="56525" y="94931"/>
                  </a:lnTo>
                  <a:lnTo>
                    <a:pt x="1844" y="94931"/>
                  </a:lnTo>
                  <a:lnTo>
                    <a:pt x="1844" y="84121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C3CA7A69-715D-708E-648D-67298E41FE97}"/>
                </a:ext>
              </a:extLst>
            </p:cNvPr>
            <p:cNvSpPr/>
            <p:nvPr/>
          </p:nvSpPr>
          <p:spPr>
            <a:xfrm>
              <a:off x="689423" y="3261849"/>
              <a:ext cx="60276" cy="96648"/>
            </a:xfrm>
            <a:custGeom>
              <a:avLst/>
              <a:gdLst>
                <a:gd name="csX0" fmla="*/ 15450 w 60276"/>
                <a:gd name="csY0" fmla="*/ 85838 h 96648"/>
                <a:gd name="csX1" fmla="*/ 60277 w 60276"/>
                <a:gd name="csY1" fmla="*/ 85838 h 96648"/>
                <a:gd name="csX2" fmla="*/ 60277 w 60276"/>
                <a:gd name="csY2" fmla="*/ 96648 h 96648"/>
                <a:gd name="csX3" fmla="*/ 0 w 60276"/>
                <a:gd name="csY3" fmla="*/ 96648 h 96648"/>
                <a:gd name="csX4" fmla="*/ 0 w 60276"/>
                <a:gd name="csY4" fmla="*/ 85838 h 96648"/>
                <a:gd name="csX5" fmla="*/ 19901 w 60276"/>
                <a:gd name="csY5" fmla="*/ 65555 h 96648"/>
                <a:gd name="csX6" fmla="*/ 35797 w 60276"/>
                <a:gd name="csY6" fmla="*/ 49087 h 96648"/>
                <a:gd name="csX7" fmla="*/ 44381 w 60276"/>
                <a:gd name="csY7" fmla="*/ 37387 h 96648"/>
                <a:gd name="csX8" fmla="*/ 46861 w 60276"/>
                <a:gd name="csY8" fmla="*/ 27913 h 96648"/>
                <a:gd name="csX9" fmla="*/ 41520 w 60276"/>
                <a:gd name="csY9" fmla="*/ 15579 h 96648"/>
                <a:gd name="csX10" fmla="*/ 27723 w 60276"/>
                <a:gd name="csY10" fmla="*/ 10808 h 96648"/>
                <a:gd name="csX11" fmla="*/ 14941 w 60276"/>
                <a:gd name="csY11" fmla="*/ 12907 h 96648"/>
                <a:gd name="csX12" fmla="*/ 636 w 60276"/>
                <a:gd name="csY12" fmla="*/ 19266 h 96648"/>
                <a:gd name="csX13" fmla="*/ 636 w 60276"/>
                <a:gd name="csY13" fmla="*/ 6294 h 96648"/>
                <a:gd name="csX14" fmla="*/ 15133 w 60276"/>
                <a:gd name="csY14" fmla="*/ 1590 h 96648"/>
                <a:gd name="csX15" fmla="*/ 27468 w 60276"/>
                <a:gd name="csY15" fmla="*/ 0 h 96648"/>
                <a:gd name="csX16" fmla="*/ 50994 w 60276"/>
                <a:gd name="csY16" fmla="*/ 7376 h 96648"/>
                <a:gd name="csX17" fmla="*/ 59768 w 60276"/>
                <a:gd name="csY17" fmla="*/ 27087 h 96648"/>
                <a:gd name="csX18" fmla="*/ 57542 w 60276"/>
                <a:gd name="csY18" fmla="*/ 38214 h 96648"/>
                <a:gd name="csX19" fmla="*/ 49595 w 60276"/>
                <a:gd name="csY19" fmla="*/ 50550 h 96648"/>
                <a:gd name="csX20" fmla="*/ 39486 w 60276"/>
                <a:gd name="csY20" fmla="*/ 61231 h 96648"/>
                <a:gd name="csX21" fmla="*/ 15450 w 60276"/>
                <a:gd name="csY21" fmla="*/ 85838 h 966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6" h="96648">
                  <a:moveTo>
                    <a:pt x="15450" y="85838"/>
                  </a:moveTo>
                  <a:lnTo>
                    <a:pt x="60277" y="85838"/>
                  </a:lnTo>
                  <a:lnTo>
                    <a:pt x="60277" y="96648"/>
                  </a:lnTo>
                  <a:lnTo>
                    <a:pt x="0" y="96648"/>
                  </a:lnTo>
                  <a:lnTo>
                    <a:pt x="0" y="85838"/>
                  </a:lnTo>
                  <a:cubicBezTo>
                    <a:pt x="4874" y="80794"/>
                    <a:pt x="11508" y="74033"/>
                    <a:pt x="19901" y="65555"/>
                  </a:cubicBezTo>
                  <a:cubicBezTo>
                    <a:pt x="28336" y="57034"/>
                    <a:pt x="33635" y="51545"/>
                    <a:pt x="35797" y="49087"/>
                  </a:cubicBezTo>
                  <a:cubicBezTo>
                    <a:pt x="39909" y="44466"/>
                    <a:pt x="42771" y="40566"/>
                    <a:pt x="44381" y="37387"/>
                  </a:cubicBezTo>
                  <a:cubicBezTo>
                    <a:pt x="46035" y="34166"/>
                    <a:pt x="46861" y="31008"/>
                    <a:pt x="46861" y="27913"/>
                  </a:cubicBezTo>
                  <a:cubicBezTo>
                    <a:pt x="46861" y="22869"/>
                    <a:pt x="45081" y="18758"/>
                    <a:pt x="41520" y="15579"/>
                  </a:cubicBezTo>
                  <a:cubicBezTo>
                    <a:pt x="38002" y="12398"/>
                    <a:pt x="33403" y="10808"/>
                    <a:pt x="27723" y="10808"/>
                  </a:cubicBezTo>
                  <a:cubicBezTo>
                    <a:pt x="23695" y="10808"/>
                    <a:pt x="19435" y="11508"/>
                    <a:pt x="14941" y="12907"/>
                  </a:cubicBezTo>
                  <a:cubicBezTo>
                    <a:pt x="10491" y="14306"/>
                    <a:pt x="5722" y="16426"/>
                    <a:pt x="636" y="19266"/>
                  </a:cubicBezTo>
                  <a:lnTo>
                    <a:pt x="636" y="6294"/>
                  </a:lnTo>
                  <a:cubicBezTo>
                    <a:pt x="5807" y="4217"/>
                    <a:pt x="10639" y="2649"/>
                    <a:pt x="15133" y="1590"/>
                  </a:cubicBezTo>
                  <a:cubicBezTo>
                    <a:pt x="19626" y="530"/>
                    <a:pt x="23738" y="0"/>
                    <a:pt x="27468" y="0"/>
                  </a:cubicBezTo>
                  <a:cubicBezTo>
                    <a:pt x="37303" y="0"/>
                    <a:pt x="45145" y="2459"/>
                    <a:pt x="50994" y="7376"/>
                  </a:cubicBezTo>
                  <a:cubicBezTo>
                    <a:pt x="56843" y="12293"/>
                    <a:pt x="59768" y="18863"/>
                    <a:pt x="59768" y="27087"/>
                  </a:cubicBezTo>
                  <a:cubicBezTo>
                    <a:pt x="59768" y="30987"/>
                    <a:pt x="59026" y="34696"/>
                    <a:pt x="57542" y="38214"/>
                  </a:cubicBezTo>
                  <a:cubicBezTo>
                    <a:pt x="56102" y="41690"/>
                    <a:pt x="53453" y="45802"/>
                    <a:pt x="49595" y="50550"/>
                  </a:cubicBezTo>
                  <a:cubicBezTo>
                    <a:pt x="48535" y="51778"/>
                    <a:pt x="45165" y="55339"/>
                    <a:pt x="39486" y="61231"/>
                  </a:cubicBezTo>
                  <a:cubicBezTo>
                    <a:pt x="33806" y="67081"/>
                    <a:pt x="25794" y="75283"/>
                    <a:pt x="15450" y="85838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4AC9B978-392C-CF5B-F16F-0EB48D1AD6B3}"/>
                </a:ext>
              </a:extLst>
            </p:cNvPr>
            <p:cNvSpPr/>
            <p:nvPr/>
          </p:nvSpPr>
          <p:spPr>
            <a:xfrm>
              <a:off x="687197" y="2890645"/>
              <a:ext cx="62502" cy="98490"/>
            </a:xfrm>
            <a:custGeom>
              <a:avLst/>
              <a:gdLst>
                <a:gd name="csX0" fmla="*/ 42918 w 62502"/>
                <a:gd name="csY0" fmla="*/ 45463 h 98490"/>
                <a:gd name="csX1" fmla="*/ 57290 w 62502"/>
                <a:gd name="csY1" fmla="*/ 53664 h 98490"/>
                <a:gd name="csX2" fmla="*/ 62503 w 62502"/>
                <a:gd name="csY2" fmla="*/ 69051 h 98490"/>
                <a:gd name="csX3" fmla="*/ 52838 w 62502"/>
                <a:gd name="csY3" fmla="*/ 90798 h 98490"/>
                <a:gd name="csX4" fmla="*/ 25370 w 62502"/>
                <a:gd name="csY4" fmla="*/ 98491 h 98490"/>
                <a:gd name="csX5" fmla="*/ 13034 w 62502"/>
                <a:gd name="csY5" fmla="*/ 97282 h 98490"/>
                <a:gd name="csX6" fmla="*/ 0 w 62502"/>
                <a:gd name="csY6" fmla="*/ 93785 h 98490"/>
                <a:gd name="csX7" fmla="*/ 0 w 62502"/>
                <a:gd name="csY7" fmla="*/ 81387 h 98490"/>
                <a:gd name="csX8" fmla="*/ 11700 w 62502"/>
                <a:gd name="csY8" fmla="*/ 86092 h 98490"/>
                <a:gd name="csX9" fmla="*/ 24988 w 62502"/>
                <a:gd name="csY9" fmla="*/ 87682 h 98490"/>
                <a:gd name="csX10" fmla="*/ 43364 w 62502"/>
                <a:gd name="csY10" fmla="*/ 82912 h 98490"/>
                <a:gd name="csX11" fmla="*/ 49723 w 62502"/>
                <a:gd name="csY11" fmla="*/ 69051 h 98490"/>
                <a:gd name="csX12" fmla="*/ 43810 w 62502"/>
                <a:gd name="csY12" fmla="*/ 55954 h 98490"/>
                <a:gd name="csX13" fmla="*/ 27468 w 62502"/>
                <a:gd name="csY13" fmla="*/ 51184 h 98490"/>
                <a:gd name="csX14" fmla="*/ 16404 w 62502"/>
                <a:gd name="csY14" fmla="*/ 51184 h 98490"/>
                <a:gd name="csX15" fmla="*/ 16404 w 62502"/>
                <a:gd name="csY15" fmla="*/ 40630 h 98490"/>
                <a:gd name="csX16" fmla="*/ 27977 w 62502"/>
                <a:gd name="csY16" fmla="*/ 40630 h 98490"/>
                <a:gd name="csX17" fmla="*/ 42474 w 62502"/>
                <a:gd name="csY17" fmla="*/ 36878 h 98490"/>
                <a:gd name="csX18" fmla="*/ 47497 w 62502"/>
                <a:gd name="csY18" fmla="*/ 25941 h 98490"/>
                <a:gd name="csX19" fmla="*/ 42283 w 62502"/>
                <a:gd name="csY19" fmla="*/ 14751 h 98490"/>
                <a:gd name="csX20" fmla="*/ 27468 w 62502"/>
                <a:gd name="csY20" fmla="*/ 10808 h 98490"/>
                <a:gd name="csX21" fmla="*/ 16150 w 62502"/>
                <a:gd name="csY21" fmla="*/ 11953 h 98490"/>
                <a:gd name="csX22" fmla="*/ 2861 w 62502"/>
                <a:gd name="csY22" fmla="*/ 15514 h 98490"/>
                <a:gd name="csX23" fmla="*/ 2861 w 62502"/>
                <a:gd name="csY23" fmla="*/ 4068 h 98490"/>
                <a:gd name="csX24" fmla="*/ 16531 w 62502"/>
                <a:gd name="csY24" fmla="*/ 1017 h 98490"/>
                <a:gd name="csX25" fmla="*/ 28613 w 62502"/>
                <a:gd name="csY25" fmla="*/ 0 h 98490"/>
                <a:gd name="csX26" fmla="*/ 51757 w 62502"/>
                <a:gd name="csY26" fmla="*/ 6676 h 98490"/>
                <a:gd name="csX27" fmla="*/ 60277 w 62502"/>
                <a:gd name="csY27" fmla="*/ 24607 h 98490"/>
                <a:gd name="csX28" fmla="*/ 55763 w 62502"/>
                <a:gd name="csY28" fmla="*/ 37960 h 98490"/>
                <a:gd name="csX29" fmla="*/ 42918 w 62502"/>
                <a:gd name="csY29" fmla="*/ 45463 h 984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2502" h="98490">
                  <a:moveTo>
                    <a:pt x="42918" y="45463"/>
                  </a:moveTo>
                  <a:cubicBezTo>
                    <a:pt x="49065" y="46776"/>
                    <a:pt x="53855" y="49510"/>
                    <a:pt x="57290" y="53664"/>
                  </a:cubicBezTo>
                  <a:cubicBezTo>
                    <a:pt x="60765" y="57818"/>
                    <a:pt x="62503" y="62947"/>
                    <a:pt x="62503" y="69051"/>
                  </a:cubicBezTo>
                  <a:cubicBezTo>
                    <a:pt x="62503" y="78420"/>
                    <a:pt x="59281" y="85669"/>
                    <a:pt x="52838" y="90798"/>
                  </a:cubicBezTo>
                  <a:cubicBezTo>
                    <a:pt x="46396" y="95927"/>
                    <a:pt x="37239" y="98491"/>
                    <a:pt x="25370" y="98491"/>
                  </a:cubicBezTo>
                  <a:cubicBezTo>
                    <a:pt x="21385" y="98491"/>
                    <a:pt x="17273" y="98088"/>
                    <a:pt x="13034" y="97282"/>
                  </a:cubicBezTo>
                  <a:cubicBezTo>
                    <a:pt x="8838" y="96519"/>
                    <a:pt x="4493" y="95354"/>
                    <a:pt x="0" y="93785"/>
                  </a:cubicBezTo>
                  <a:lnTo>
                    <a:pt x="0" y="81387"/>
                  </a:lnTo>
                  <a:cubicBezTo>
                    <a:pt x="3561" y="83464"/>
                    <a:pt x="7461" y="85032"/>
                    <a:pt x="11700" y="86092"/>
                  </a:cubicBezTo>
                  <a:cubicBezTo>
                    <a:pt x="15938" y="87152"/>
                    <a:pt x="20367" y="87682"/>
                    <a:pt x="24988" y="87682"/>
                  </a:cubicBezTo>
                  <a:cubicBezTo>
                    <a:pt x="33043" y="87682"/>
                    <a:pt x="39168" y="86092"/>
                    <a:pt x="43364" y="82912"/>
                  </a:cubicBezTo>
                  <a:cubicBezTo>
                    <a:pt x="47603" y="79733"/>
                    <a:pt x="49723" y="75113"/>
                    <a:pt x="49723" y="69051"/>
                  </a:cubicBezTo>
                  <a:cubicBezTo>
                    <a:pt x="49723" y="63456"/>
                    <a:pt x="47752" y="59090"/>
                    <a:pt x="43810" y="55954"/>
                  </a:cubicBezTo>
                  <a:cubicBezTo>
                    <a:pt x="39910" y="52774"/>
                    <a:pt x="34463" y="51184"/>
                    <a:pt x="27468" y="51184"/>
                  </a:cubicBezTo>
                  <a:lnTo>
                    <a:pt x="16404" y="51184"/>
                  </a:lnTo>
                  <a:lnTo>
                    <a:pt x="16404" y="40630"/>
                  </a:lnTo>
                  <a:lnTo>
                    <a:pt x="27977" y="40630"/>
                  </a:lnTo>
                  <a:cubicBezTo>
                    <a:pt x="34293" y="40630"/>
                    <a:pt x="39126" y="39379"/>
                    <a:pt x="42474" y="36878"/>
                  </a:cubicBezTo>
                  <a:cubicBezTo>
                    <a:pt x="45823" y="34335"/>
                    <a:pt x="47497" y="30689"/>
                    <a:pt x="47497" y="25941"/>
                  </a:cubicBezTo>
                  <a:cubicBezTo>
                    <a:pt x="47497" y="21067"/>
                    <a:pt x="45759" y="17337"/>
                    <a:pt x="42283" y="14751"/>
                  </a:cubicBezTo>
                  <a:cubicBezTo>
                    <a:pt x="38849" y="12123"/>
                    <a:pt x="33911" y="10808"/>
                    <a:pt x="27468" y="10808"/>
                  </a:cubicBezTo>
                  <a:cubicBezTo>
                    <a:pt x="23950" y="10808"/>
                    <a:pt x="20178" y="11190"/>
                    <a:pt x="16150" y="11953"/>
                  </a:cubicBezTo>
                  <a:cubicBezTo>
                    <a:pt x="12123" y="12717"/>
                    <a:pt x="7694" y="13904"/>
                    <a:pt x="2861" y="15514"/>
                  </a:cubicBezTo>
                  <a:lnTo>
                    <a:pt x="2861" y="4068"/>
                  </a:lnTo>
                  <a:cubicBezTo>
                    <a:pt x="7736" y="2712"/>
                    <a:pt x="12292" y="1695"/>
                    <a:pt x="16531" y="1017"/>
                  </a:cubicBezTo>
                  <a:cubicBezTo>
                    <a:pt x="20813" y="339"/>
                    <a:pt x="24840" y="0"/>
                    <a:pt x="28613" y="0"/>
                  </a:cubicBezTo>
                  <a:cubicBezTo>
                    <a:pt x="38362" y="0"/>
                    <a:pt x="46077" y="2225"/>
                    <a:pt x="51757" y="6676"/>
                  </a:cubicBezTo>
                  <a:cubicBezTo>
                    <a:pt x="57437" y="11084"/>
                    <a:pt x="60277" y="17061"/>
                    <a:pt x="60277" y="24607"/>
                  </a:cubicBezTo>
                  <a:cubicBezTo>
                    <a:pt x="60277" y="29863"/>
                    <a:pt x="58772" y="34314"/>
                    <a:pt x="55763" y="37960"/>
                  </a:cubicBezTo>
                  <a:cubicBezTo>
                    <a:pt x="52753" y="41563"/>
                    <a:pt x="48472" y="44064"/>
                    <a:pt x="42918" y="45463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06F415B-C83F-DC1C-A4BB-E41A034C4A12}"/>
                </a:ext>
              </a:extLst>
            </p:cNvPr>
            <p:cNvSpPr/>
            <p:nvPr/>
          </p:nvSpPr>
          <p:spPr>
            <a:xfrm>
              <a:off x="680520" y="2521157"/>
              <a:ext cx="69179" cy="94930"/>
            </a:xfrm>
            <a:custGeom>
              <a:avLst/>
              <a:gdLst>
                <a:gd name="csX0" fmla="*/ 42857 w 69179"/>
                <a:gd name="csY0" fmla="*/ 11191 h 94930"/>
                <a:gd name="csX1" fmla="*/ 10429 w 69179"/>
                <a:gd name="csY1" fmla="*/ 61867 h 94930"/>
                <a:gd name="csX2" fmla="*/ 42857 w 69179"/>
                <a:gd name="csY2" fmla="*/ 61867 h 94930"/>
                <a:gd name="csX3" fmla="*/ 42857 w 69179"/>
                <a:gd name="csY3" fmla="*/ 11191 h 94930"/>
                <a:gd name="csX4" fmla="*/ 39487 w 69179"/>
                <a:gd name="csY4" fmla="*/ 0 h 94930"/>
                <a:gd name="csX5" fmla="*/ 55637 w 69179"/>
                <a:gd name="csY5" fmla="*/ 0 h 94930"/>
                <a:gd name="csX6" fmla="*/ 55637 w 69179"/>
                <a:gd name="csY6" fmla="*/ 61867 h 94930"/>
                <a:gd name="csX7" fmla="*/ 69180 w 69179"/>
                <a:gd name="csY7" fmla="*/ 61867 h 94930"/>
                <a:gd name="csX8" fmla="*/ 69180 w 69179"/>
                <a:gd name="csY8" fmla="*/ 72550 h 94930"/>
                <a:gd name="csX9" fmla="*/ 55637 w 69179"/>
                <a:gd name="csY9" fmla="*/ 72550 h 94930"/>
                <a:gd name="csX10" fmla="*/ 55637 w 69179"/>
                <a:gd name="csY10" fmla="*/ 94931 h 94930"/>
                <a:gd name="csX11" fmla="*/ 42857 w 69179"/>
                <a:gd name="csY11" fmla="*/ 94931 h 94930"/>
                <a:gd name="csX12" fmla="*/ 42857 w 69179"/>
                <a:gd name="csY12" fmla="*/ 72550 h 94930"/>
                <a:gd name="csX13" fmla="*/ 0 w 69179"/>
                <a:gd name="csY13" fmla="*/ 72550 h 94930"/>
                <a:gd name="csX14" fmla="*/ 0 w 69179"/>
                <a:gd name="csY14" fmla="*/ 60151 h 94930"/>
                <a:gd name="csX15" fmla="*/ 39487 w 69179"/>
                <a:gd name="csY15" fmla="*/ 0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69179" h="94930">
                  <a:moveTo>
                    <a:pt x="42857" y="11191"/>
                  </a:moveTo>
                  <a:lnTo>
                    <a:pt x="10429" y="61867"/>
                  </a:lnTo>
                  <a:lnTo>
                    <a:pt x="42857" y="61867"/>
                  </a:lnTo>
                  <a:lnTo>
                    <a:pt x="42857" y="11191"/>
                  </a:lnTo>
                  <a:moveTo>
                    <a:pt x="39487" y="0"/>
                  </a:moveTo>
                  <a:lnTo>
                    <a:pt x="55637" y="0"/>
                  </a:lnTo>
                  <a:lnTo>
                    <a:pt x="55637" y="61867"/>
                  </a:lnTo>
                  <a:lnTo>
                    <a:pt x="69180" y="61867"/>
                  </a:lnTo>
                  <a:lnTo>
                    <a:pt x="69180" y="72550"/>
                  </a:lnTo>
                  <a:lnTo>
                    <a:pt x="55637" y="72550"/>
                  </a:lnTo>
                  <a:lnTo>
                    <a:pt x="55637" y="94931"/>
                  </a:lnTo>
                  <a:lnTo>
                    <a:pt x="42857" y="94931"/>
                  </a:lnTo>
                  <a:lnTo>
                    <a:pt x="42857" y="72550"/>
                  </a:lnTo>
                  <a:lnTo>
                    <a:pt x="0" y="72550"/>
                  </a:lnTo>
                  <a:lnTo>
                    <a:pt x="0" y="60151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2659344-9269-C5F3-C0F8-69FB834A5ED1}"/>
                </a:ext>
              </a:extLst>
            </p:cNvPr>
            <p:cNvSpPr/>
            <p:nvPr/>
          </p:nvSpPr>
          <p:spPr>
            <a:xfrm>
              <a:off x="432700" y="3946810"/>
              <a:ext cx="97426" cy="69487"/>
            </a:xfrm>
            <a:custGeom>
              <a:avLst/>
              <a:gdLst>
                <a:gd name="csX0" fmla="*/ 5735 w 97426"/>
                <a:gd name="csY0" fmla="*/ 0 h 69487"/>
                <a:gd name="csX1" fmla="*/ 9191 w 97426"/>
                <a:gd name="csY1" fmla="*/ 662 h 69487"/>
                <a:gd name="csX2" fmla="*/ 66691 w 97426"/>
                <a:gd name="csY2" fmla="*/ 15073 h 69487"/>
                <a:gd name="csX3" fmla="*/ 88455 w 97426"/>
                <a:gd name="csY3" fmla="*/ 28530 h 69487"/>
                <a:gd name="csX4" fmla="*/ 97426 w 97426"/>
                <a:gd name="csY4" fmla="*/ 50368 h 69487"/>
                <a:gd name="csX5" fmla="*/ 93676 w 97426"/>
                <a:gd name="csY5" fmla="*/ 61843 h 69487"/>
                <a:gd name="csX6" fmla="*/ 84338 w 97426"/>
                <a:gd name="csY6" fmla="*/ 66317 h 69487"/>
                <a:gd name="csX7" fmla="*/ 76911 w 97426"/>
                <a:gd name="csY7" fmla="*/ 63680 h 69487"/>
                <a:gd name="csX8" fmla="*/ 74558 w 97426"/>
                <a:gd name="csY8" fmla="*/ 57867 h 69487"/>
                <a:gd name="csX9" fmla="*/ 74852 w 97426"/>
                <a:gd name="csY9" fmla="*/ 55736 h 69487"/>
                <a:gd name="csX10" fmla="*/ 76397 w 97426"/>
                <a:gd name="csY10" fmla="*/ 53455 h 69487"/>
                <a:gd name="csX11" fmla="*/ 79779 w 97426"/>
                <a:gd name="csY11" fmla="*/ 52280 h 69487"/>
                <a:gd name="csX12" fmla="*/ 85955 w 97426"/>
                <a:gd name="csY12" fmla="*/ 55295 h 69487"/>
                <a:gd name="csX13" fmla="*/ 87500 w 97426"/>
                <a:gd name="csY13" fmla="*/ 58162 h 69487"/>
                <a:gd name="csX14" fmla="*/ 87794 w 97426"/>
                <a:gd name="csY14" fmla="*/ 61765 h 69487"/>
                <a:gd name="csX15" fmla="*/ 91250 w 97426"/>
                <a:gd name="csY15" fmla="*/ 59269 h 69487"/>
                <a:gd name="csX16" fmla="*/ 93161 w 97426"/>
                <a:gd name="csY16" fmla="*/ 55808 h 69487"/>
                <a:gd name="csX17" fmla="*/ 93897 w 97426"/>
                <a:gd name="csY17" fmla="*/ 52794 h 69487"/>
                <a:gd name="csX18" fmla="*/ 94117 w 97426"/>
                <a:gd name="csY18" fmla="*/ 50368 h 69487"/>
                <a:gd name="csX19" fmla="*/ 84632 w 97426"/>
                <a:gd name="csY19" fmla="*/ 33750 h 69487"/>
                <a:gd name="csX20" fmla="*/ 78897 w 97426"/>
                <a:gd name="csY20" fmla="*/ 30074 h 69487"/>
                <a:gd name="csX21" fmla="*/ 72647 w 97426"/>
                <a:gd name="csY21" fmla="*/ 27280 h 69487"/>
                <a:gd name="csX22" fmla="*/ 67426 w 97426"/>
                <a:gd name="csY22" fmla="*/ 25588 h 69487"/>
                <a:gd name="csX23" fmla="*/ 61397 w 97426"/>
                <a:gd name="csY23" fmla="*/ 23971 h 69487"/>
                <a:gd name="csX24" fmla="*/ 68235 w 97426"/>
                <a:gd name="csY24" fmla="*/ 39192 h 69487"/>
                <a:gd name="csX25" fmla="*/ 67279 w 97426"/>
                <a:gd name="csY25" fmla="*/ 45882 h 69487"/>
                <a:gd name="csX26" fmla="*/ 64338 w 97426"/>
                <a:gd name="csY26" fmla="*/ 51691 h 69487"/>
                <a:gd name="csX27" fmla="*/ 58676 w 97426"/>
                <a:gd name="csY27" fmla="*/ 56029 h 69487"/>
                <a:gd name="csX28" fmla="*/ 50294 w 97426"/>
                <a:gd name="csY28" fmla="*/ 57574 h 69487"/>
                <a:gd name="csX29" fmla="*/ 38309 w 97426"/>
                <a:gd name="csY29" fmla="*/ 55588 h 69487"/>
                <a:gd name="csX30" fmla="*/ 18676 w 97426"/>
                <a:gd name="csY30" fmla="*/ 48823 h 69487"/>
                <a:gd name="csX31" fmla="*/ 8088 w 97426"/>
                <a:gd name="csY31" fmla="*/ 46251 h 69487"/>
                <a:gd name="csX32" fmla="*/ 5368 w 97426"/>
                <a:gd name="csY32" fmla="*/ 46618 h 69487"/>
                <a:gd name="csX33" fmla="*/ 3897 w 97426"/>
                <a:gd name="csY33" fmla="*/ 47721 h 69487"/>
                <a:gd name="csX34" fmla="*/ 3382 w 97426"/>
                <a:gd name="csY34" fmla="*/ 48897 h 69487"/>
                <a:gd name="csX35" fmla="*/ 3309 w 97426"/>
                <a:gd name="csY35" fmla="*/ 50000 h 69487"/>
                <a:gd name="csX36" fmla="*/ 7721 w 97426"/>
                <a:gd name="csY36" fmla="*/ 58382 h 69487"/>
                <a:gd name="csX37" fmla="*/ 21985 w 97426"/>
                <a:gd name="csY37" fmla="*/ 65218 h 69487"/>
                <a:gd name="csX38" fmla="*/ 24265 w 97426"/>
                <a:gd name="csY38" fmla="*/ 66175 h 69487"/>
                <a:gd name="csX39" fmla="*/ 24706 w 97426"/>
                <a:gd name="csY39" fmla="*/ 67651 h 69487"/>
                <a:gd name="csX40" fmla="*/ 23162 w 97426"/>
                <a:gd name="csY40" fmla="*/ 69487 h 69487"/>
                <a:gd name="csX41" fmla="*/ 20294 w 97426"/>
                <a:gd name="csY41" fmla="*/ 68828 h 69487"/>
                <a:gd name="csX42" fmla="*/ 14485 w 97426"/>
                <a:gd name="csY42" fmla="*/ 66615 h 69487"/>
                <a:gd name="csX43" fmla="*/ 7794 w 97426"/>
                <a:gd name="csY43" fmla="*/ 62801 h 69487"/>
                <a:gd name="csX44" fmla="*/ 2279 w 97426"/>
                <a:gd name="csY44" fmla="*/ 57133 h 69487"/>
                <a:gd name="csX45" fmla="*/ 0 w 97426"/>
                <a:gd name="csY45" fmla="*/ 49559 h 69487"/>
                <a:gd name="csX46" fmla="*/ 3603 w 97426"/>
                <a:gd name="csY46" fmla="*/ 40661 h 69487"/>
                <a:gd name="csX47" fmla="*/ 12353 w 97426"/>
                <a:gd name="csY47" fmla="*/ 37206 h 69487"/>
                <a:gd name="csX48" fmla="*/ 16397 w 97426"/>
                <a:gd name="csY48" fmla="*/ 37793 h 69487"/>
                <a:gd name="csX49" fmla="*/ 23162 w 97426"/>
                <a:gd name="csY49" fmla="*/ 40220 h 69487"/>
                <a:gd name="csX50" fmla="*/ 52720 w 97426"/>
                <a:gd name="csY50" fmla="*/ 47941 h 69487"/>
                <a:gd name="csX51" fmla="*/ 57059 w 97426"/>
                <a:gd name="csY51" fmla="*/ 47574 h 69487"/>
                <a:gd name="csX52" fmla="*/ 60882 w 97426"/>
                <a:gd name="csY52" fmla="*/ 46177 h 69487"/>
                <a:gd name="csX53" fmla="*/ 63823 w 97426"/>
                <a:gd name="csY53" fmla="*/ 43309 h 69487"/>
                <a:gd name="csX54" fmla="*/ 64853 w 97426"/>
                <a:gd name="csY54" fmla="*/ 38603 h 69487"/>
                <a:gd name="csX55" fmla="*/ 63235 w 97426"/>
                <a:gd name="csY55" fmla="*/ 31912 h 69487"/>
                <a:gd name="csX56" fmla="*/ 59264 w 97426"/>
                <a:gd name="csY56" fmla="*/ 26544 h 69487"/>
                <a:gd name="csX57" fmla="*/ 55073 w 97426"/>
                <a:gd name="csY57" fmla="*/ 23161 h 69487"/>
                <a:gd name="csX58" fmla="*/ 52059 w 97426"/>
                <a:gd name="csY58" fmla="*/ 21545 h 69487"/>
                <a:gd name="csX59" fmla="*/ 25000 w 97426"/>
                <a:gd name="csY59" fmla="*/ 14780 h 69487"/>
                <a:gd name="csX60" fmla="*/ 12941 w 97426"/>
                <a:gd name="csY60" fmla="*/ 11764 h 69487"/>
                <a:gd name="csX61" fmla="*/ 4780 w 97426"/>
                <a:gd name="csY61" fmla="*/ 9707 h 69487"/>
                <a:gd name="csX62" fmla="*/ 2426 w 97426"/>
                <a:gd name="csY62" fmla="*/ 7280 h 69487"/>
                <a:gd name="csX63" fmla="*/ 1618 w 97426"/>
                <a:gd name="csY63" fmla="*/ 4412 h 69487"/>
                <a:gd name="csX64" fmla="*/ 2721 w 97426"/>
                <a:gd name="csY64" fmla="*/ 1323 h 69487"/>
                <a:gd name="csX65" fmla="*/ 5735 w 97426"/>
                <a:gd name="csY65" fmla="*/ 0 h 6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97426" h="69487">
                  <a:moveTo>
                    <a:pt x="5735" y="0"/>
                  </a:moveTo>
                  <a:cubicBezTo>
                    <a:pt x="6422" y="0"/>
                    <a:pt x="7574" y="221"/>
                    <a:pt x="9191" y="662"/>
                  </a:cubicBezTo>
                  <a:lnTo>
                    <a:pt x="66691" y="15073"/>
                  </a:lnTo>
                  <a:cubicBezTo>
                    <a:pt x="75220" y="17182"/>
                    <a:pt x="82475" y="21667"/>
                    <a:pt x="88455" y="28530"/>
                  </a:cubicBezTo>
                  <a:cubicBezTo>
                    <a:pt x="94436" y="35343"/>
                    <a:pt x="97426" y="42622"/>
                    <a:pt x="97426" y="50368"/>
                  </a:cubicBezTo>
                  <a:cubicBezTo>
                    <a:pt x="97426" y="55024"/>
                    <a:pt x="96176" y="58849"/>
                    <a:pt x="93676" y="61843"/>
                  </a:cubicBezTo>
                  <a:cubicBezTo>
                    <a:pt x="91225" y="64826"/>
                    <a:pt x="88112" y="66317"/>
                    <a:pt x="84338" y="66317"/>
                  </a:cubicBezTo>
                  <a:cubicBezTo>
                    <a:pt x="81004" y="66317"/>
                    <a:pt x="78529" y="65438"/>
                    <a:pt x="76911" y="63680"/>
                  </a:cubicBezTo>
                  <a:cubicBezTo>
                    <a:pt x="75343" y="61911"/>
                    <a:pt x="74558" y="59974"/>
                    <a:pt x="74558" y="57867"/>
                  </a:cubicBezTo>
                  <a:cubicBezTo>
                    <a:pt x="74558" y="57181"/>
                    <a:pt x="74656" y="56470"/>
                    <a:pt x="74852" y="55736"/>
                  </a:cubicBezTo>
                  <a:cubicBezTo>
                    <a:pt x="75049" y="55000"/>
                    <a:pt x="75563" y="54240"/>
                    <a:pt x="76397" y="53455"/>
                  </a:cubicBezTo>
                  <a:cubicBezTo>
                    <a:pt x="77230" y="52671"/>
                    <a:pt x="78357" y="52280"/>
                    <a:pt x="79779" y="52280"/>
                  </a:cubicBezTo>
                  <a:cubicBezTo>
                    <a:pt x="82083" y="52280"/>
                    <a:pt x="84142" y="53285"/>
                    <a:pt x="85955" y="55295"/>
                  </a:cubicBezTo>
                  <a:cubicBezTo>
                    <a:pt x="86789" y="56274"/>
                    <a:pt x="87303" y="57230"/>
                    <a:pt x="87500" y="58162"/>
                  </a:cubicBezTo>
                  <a:cubicBezTo>
                    <a:pt x="87696" y="59047"/>
                    <a:pt x="87794" y="60247"/>
                    <a:pt x="87794" y="61765"/>
                  </a:cubicBezTo>
                  <a:cubicBezTo>
                    <a:pt x="89166" y="61179"/>
                    <a:pt x="90318" y="60347"/>
                    <a:pt x="91250" y="59269"/>
                  </a:cubicBezTo>
                  <a:cubicBezTo>
                    <a:pt x="92181" y="58188"/>
                    <a:pt x="92818" y="57034"/>
                    <a:pt x="93161" y="55808"/>
                  </a:cubicBezTo>
                  <a:cubicBezTo>
                    <a:pt x="93553" y="54583"/>
                    <a:pt x="93799" y="53578"/>
                    <a:pt x="93897" y="52794"/>
                  </a:cubicBezTo>
                  <a:cubicBezTo>
                    <a:pt x="94044" y="51960"/>
                    <a:pt x="94117" y="51151"/>
                    <a:pt x="94117" y="50368"/>
                  </a:cubicBezTo>
                  <a:cubicBezTo>
                    <a:pt x="94117" y="44093"/>
                    <a:pt x="90955" y="38554"/>
                    <a:pt x="84632" y="33750"/>
                  </a:cubicBezTo>
                  <a:cubicBezTo>
                    <a:pt x="82720" y="32328"/>
                    <a:pt x="80808" y="31103"/>
                    <a:pt x="78897" y="30074"/>
                  </a:cubicBezTo>
                  <a:cubicBezTo>
                    <a:pt x="77034" y="28995"/>
                    <a:pt x="74951" y="28064"/>
                    <a:pt x="72647" y="27280"/>
                  </a:cubicBezTo>
                  <a:cubicBezTo>
                    <a:pt x="70392" y="26495"/>
                    <a:pt x="68652" y="25931"/>
                    <a:pt x="67426" y="25588"/>
                  </a:cubicBezTo>
                  <a:cubicBezTo>
                    <a:pt x="66201" y="25196"/>
                    <a:pt x="64191" y="24657"/>
                    <a:pt x="61397" y="23971"/>
                  </a:cubicBezTo>
                  <a:cubicBezTo>
                    <a:pt x="65956" y="28529"/>
                    <a:pt x="68235" y="33603"/>
                    <a:pt x="68235" y="39192"/>
                  </a:cubicBezTo>
                  <a:cubicBezTo>
                    <a:pt x="68235" y="41544"/>
                    <a:pt x="67916" y="43774"/>
                    <a:pt x="67279" y="45882"/>
                  </a:cubicBezTo>
                  <a:cubicBezTo>
                    <a:pt x="66642" y="47941"/>
                    <a:pt x="65661" y="49877"/>
                    <a:pt x="64338" y="51691"/>
                  </a:cubicBezTo>
                  <a:cubicBezTo>
                    <a:pt x="62965" y="53504"/>
                    <a:pt x="61078" y="54951"/>
                    <a:pt x="58676" y="56029"/>
                  </a:cubicBezTo>
                  <a:cubicBezTo>
                    <a:pt x="56274" y="57059"/>
                    <a:pt x="53480" y="57574"/>
                    <a:pt x="50294" y="57574"/>
                  </a:cubicBezTo>
                  <a:cubicBezTo>
                    <a:pt x="46912" y="57574"/>
                    <a:pt x="42917" y="56912"/>
                    <a:pt x="38309" y="55588"/>
                  </a:cubicBezTo>
                  <a:cubicBezTo>
                    <a:pt x="33701" y="54265"/>
                    <a:pt x="27157" y="52010"/>
                    <a:pt x="18676" y="48823"/>
                  </a:cubicBezTo>
                  <a:cubicBezTo>
                    <a:pt x="13922" y="47108"/>
                    <a:pt x="10392" y="46251"/>
                    <a:pt x="8088" y="46251"/>
                  </a:cubicBezTo>
                  <a:cubicBezTo>
                    <a:pt x="6961" y="46251"/>
                    <a:pt x="6054" y="46373"/>
                    <a:pt x="5368" y="46618"/>
                  </a:cubicBezTo>
                  <a:cubicBezTo>
                    <a:pt x="4632" y="46863"/>
                    <a:pt x="4142" y="47231"/>
                    <a:pt x="3897" y="47721"/>
                  </a:cubicBezTo>
                  <a:cubicBezTo>
                    <a:pt x="3603" y="48211"/>
                    <a:pt x="3431" y="48603"/>
                    <a:pt x="3382" y="48897"/>
                  </a:cubicBezTo>
                  <a:cubicBezTo>
                    <a:pt x="3333" y="49142"/>
                    <a:pt x="3309" y="49510"/>
                    <a:pt x="3309" y="50000"/>
                  </a:cubicBezTo>
                  <a:cubicBezTo>
                    <a:pt x="3309" y="52893"/>
                    <a:pt x="4780" y="55687"/>
                    <a:pt x="7721" y="58382"/>
                  </a:cubicBezTo>
                  <a:cubicBezTo>
                    <a:pt x="10662" y="61077"/>
                    <a:pt x="15417" y="63355"/>
                    <a:pt x="21985" y="65218"/>
                  </a:cubicBezTo>
                  <a:cubicBezTo>
                    <a:pt x="23211" y="65616"/>
                    <a:pt x="23971" y="65935"/>
                    <a:pt x="24265" y="66175"/>
                  </a:cubicBezTo>
                  <a:cubicBezTo>
                    <a:pt x="24559" y="66416"/>
                    <a:pt x="24706" y="66908"/>
                    <a:pt x="24706" y="67651"/>
                  </a:cubicBezTo>
                  <a:cubicBezTo>
                    <a:pt x="24657" y="68875"/>
                    <a:pt x="24142" y="69487"/>
                    <a:pt x="23162" y="69487"/>
                  </a:cubicBezTo>
                  <a:cubicBezTo>
                    <a:pt x="22770" y="69487"/>
                    <a:pt x="21814" y="69268"/>
                    <a:pt x="20294" y="68828"/>
                  </a:cubicBezTo>
                  <a:cubicBezTo>
                    <a:pt x="18725" y="68389"/>
                    <a:pt x="16789" y="67651"/>
                    <a:pt x="14485" y="66615"/>
                  </a:cubicBezTo>
                  <a:cubicBezTo>
                    <a:pt x="12132" y="65537"/>
                    <a:pt x="9902" y="64266"/>
                    <a:pt x="7794" y="62801"/>
                  </a:cubicBezTo>
                  <a:cubicBezTo>
                    <a:pt x="5637" y="61325"/>
                    <a:pt x="3799" y="59436"/>
                    <a:pt x="2279" y="57133"/>
                  </a:cubicBezTo>
                  <a:cubicBezTo>
                    <a:pt x="760" y="54779"/>
                    <a:pt x="0" y="52255"/>
                    <a:pt x="0" y="49559"/>
                  </a:cubicBezTo>
                  <a:cubicBezTo>
                    <a:pt x="0" y="45882"/>
                    <a:pt x="1201" y="42916"/>
                    <a:pt x="3603" y="40661"/>
                  </a:cubicBezTo>
                  <a:cubicBezTo>
                    <a:pt x="5956" y="38358"/>
                    <a:pt x="8873" y="37206"/>
                    <a:pt x="12353" y="37206"/>
                  </a:cubicBezTo>
                  <a:cubicBezTo>
                    <a:pt x="13775" y="37206"/>
                    <a:pt x="15123" y="37402"/>
                    <a:pt x="16397" y="37793"/>
                  </a:cubicBezTo>
                  <a:cubicBezTo>
                    <a:pt x="17623" y="38137"/>
                    <a:pt x="19877" y="38946"/>
                    <a:pt x="23162" y="40220"/>
                  </a:cubicBezTo>
                  <a:cubicBezTo>
                    <a:pt x="36397" y="45367"/>
                    <a:pt x="46250" y="47941"/>
                    <a:pt x="52720" y="47941"/>
                  </a:cubicBezTo>
                  <a:cubicBezTo>
                    <a:pt x="54289" y="47941"/>
                    <a:pt x="55735" y="47819"/>
                    <a:pt x="57059" y="47574"/>
                  </a:cubicBezTo>
                  <a:cubicBezTo>
                    <a:pt x="58333" y="47280"/>
                    <a:pt x="59607" y="46814"/>
                    <a:pt x="60882" y="46177"/>
                  </a:cubicBezTo>
                  <a:cubicBezTo>
                    <a:pt x="62107" y="45540"/>
                    <a:pt x="63088" y="44584"/>
                    <a:pt x="63823" y="43309"/>
                  </a:cubicBezTo>
                  <a:cubicBezTo>
                    <a:pt x="64509" y="41985"/>
                    <a:pt x="64853" y="40417"/>
                    <a:pt x="64853" y="38603"/>
                  </a:cubicBezTo>
                  <a:cubicBezTo>
                    <a:pt x="64853" y="36299"/>
                    <a:pt x="64313" y="34069"/>
                    <a:pt x="63235" y="31912"/>
                  </a:cubicBezTo>
                  <a:cubicBezTo>
                    <a:pt x="62107" y="29706"/>
                    <a:pt x="60784" y="27917"/>
                    <a:pt x="59264" y="26544"/>
                  </a:cubicBezTo>
                  <a:cubicBezTo>
                    <a:pt x="57745" y="25123"/>
                    <a:pt x="56348" y="23995"/>
                    <a:pt x="55073" y="23161"/>
                  </a:cubicBezTo>
                  <a:cubicBezTo>
                    <a:pt x="53750" y="22279"/>
                    <a:pt x="52745" y="21740"/>
                    <a:pt x="52059" y="21545"/>
                  </a:cubicBezTo>
                  <a:lnTo>
                    <a:pt x="25000" y="14780"/>
                  </a:lnTo>
                  <a:lnTo>
                    <a:pt x="12941" y="11764"/>
                  </a:lnTo>
                  <a:cubicBezTo>
                    <a:pt x="8578" y="10833"/>
                    <a:pt x="5858" y="10147"/>
                    <a:pt x="4780" y="9707"/>
                  </a:cubicBezTo>
                  <a:cubicBezTo>
                    <a:pt x="3750" y="9118"/>
                    <a:pt x="2966" y="8310"/>
                    <a:pt x="2426" y="7280"/>
                  </a:cubicBezTo>
                  <a:cubicBezTo>
                    <a:pt x="1887" y="6250"/>
                    <a:pt x="1618" y="5294"/>
                    <a:pt x="1618" y="4412"/>
                  </a:cubicBezTo>
                  <a:cubicBezTo>
                    <a:pt x="1618" y="3187"/>
                    <a:pt x="1985" y="2157"/>
                    <a:pt x="2721" y="1323"/>
                  </a:cubicBezTo>
                  <a:cubicBezTo>
                    <a:pt x="3456" y="441"/>
                    <a:pt x="4461" y="0"/>
                    <a:pt x="573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19E8B34-052B-F3A4-0C3C-F8F23C361828}"/>
                </a:ext>
              </a:extLst>
            </p:cNvPr>
            <p:cNvSpPr/>
            <p:nvPr/>
          </p:nvSpPr>
          <p:spPr>
            <a:xfrm>
              <a:off x="445197" y="3801775"/>
              <a:ext cx="32799" cy="99705"/>
            </a:xfrm>
            <a:custGeom>
              <a:avLst/>
              <a:gdLst>
                <a:gd name="csX0" fmla="*/ 31179 w 32799"/>
                <a:gd name="csY0" fmla="*/ 99706 h 99705"/>
                <a:gd name="csX1" fmla="*/ 29341 w 32799"/>
                <a:gd name="csY1" fmla="*/ 96692 h 99705"/>
                <a:gd name="csX2" fmla="*/ 29341 w 32799"/>
                <a:gd name="csY2" fmla="*/ 4412 h 99705"/>
                <a:gd name="csX3" fmla="*/ 31032 w 32799"/>
                <a:gd name="csY3" fmla="*/ 0 h 99705"/>
                <a:gd name="csX4" fmla="*/ 32797 w 32799"/>
                <a:gd name="csY4" fmla="*/ 4119 h 99705"/>
                <a:gd name="csX5" fmla="*/ 32797 w 32799"/>
                <a:gd name="csY5" fmla="*/ 95662 h 99705"/>
                <a:gd name="csX6" fmla="*/ 31179 w 32799"/>
                <a:gd name="csY6" fmla="*/ 99706 h 99705"/>
                <a:gd name="csX7" fmla="*/ 1768 w 32799"/>
                <a:gd name="csY7" fmla="*/ 99706 h 99705"/>
                <a:gd name="csX8" fmla="*/ 3 w 32799"/>
                <a:gd name="csY8" fmla="*/ 96545 h 99705"/>
                <a:gd name="csX9" fmla="*/ 3 w 32799"/>
                <a:gd name="csY9" fmla="*/ 4560 h 99705"/>
                <a:gd name="csX10" fmla="*/ 1768 w 32799"/>
                <a:gd name="csY10" fmla="*/ 0 h 99705"/>
                <a:gd name="csX11" fmla="*/ 3459 w 32799"/>
                <a:gd name="csY11" fmla="*/ 3824 h 99705"/>
                <a:gd name="csX12" fmla="*/ 3459 w 32799"/>
                <a:gd name="csY12" fmla="*/ 96692 h 99705"/>
                <a:gd name="csX13" fmla="*/ 1768 w 32799"/>
                <a:gd name="csY13" fmla="*/ 99706 h 99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2799" h="99705">
                  <a:moveTo>
                    <a:pt x="31179" y="99706"/>
                  </a:moveTo>
                  <a:cubicBezTo>
                    <a:pt x="29954" y="99607"/>
                    <a:pt x="29341" y="98603"/>
                    <a:pt x="29341" y="96692"/>
                  </a:cubicBezTo>
                  <a:lnTo>
                    <a:pt x="29341" y="4412"/>
                  </a:lnTo>
                  <a:cubicBezTo>
                    <a:pt x="29341" y="1520"/>
                    <a:pt x="29905" y="49"/>
                    <a:pt x="31032" y="0"/>
                  </a:cubicBezTo>
                  <a:cubicBezTo>
                    <a:pt x="32257" y="0"/>
                    <a:pt x="32846" y="1373"/>
                    <a:pt x="32797" y="4119"/>
                  </a:cubicBezTo>
                  <a:lnTo>
                    <a:pt x="32797" y="95662"/>
                  </a:lnTo>
                  <a:cubicBezTo>
                    <a:pt x="32846" y="98358"/>
                    <a:pt x="32306" y="99706"/>
                    <a:pt x="31179" y="99706"/>
                  </a:cubicBezTo>
                  <a:moveTo>
                    <a:pt x="1768" y="99706"/>
                  </a:moveTo>
                  <a:cubicBezTo>
                    <a:pt x="542" y="99706"/>
                    <a:pt x="-46" y="98652"/>
                    <a:pt x="3" y="96545"/>
                  </a:cubicBezTo>
                  <a:lnTo>
                    <a:pt x="3" y="4560"/>
                  </a:lnTo>
                  <a:cubicBezTo>
                    <a:pt x="3" y="1569"/>
                    <a:pt x="591" y="49"/>
                    <a:pt x="1768" y="0"/>
                  </a:cubicBezTo>
                  <a:cubicBezTo>
                    <a:pt x="2895" y="0"/>
                    <a:pt x="3459" y="1275"/>
                    <a:pt x="3459" y="3824"/>
                  </a:cubicBezTo>
                  <a:lnTo>
                    <a:pt x="3459" y="96692"/>
                  </a:lnTo>
                  <a:cubicBezTo>
                    <a:pt x="3459" y="98701"/>
                    <a:pt x="2895" y="99706"/>
                    <a:pt x="1768" y="9970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39B6ED85-2E64-5CC6-84F6-65862A4D7B7E}"/>
                </a:ext>
              </a:extLst>
            </p:cNvPr>
            <p:cNvSpPr/>
            <p:nvPr/>
          </p:nvSpPr>
          <p:spPr>
            <a:xfrm>
              <a:off x="396377" y="3638776"/>
              <a:ext cx="106175" cy="104926"/>
            </a:xfrm>
            <a:custGeom>
              <a:avLst/>
              <a:gdLst>
                <a:gd name="csX0" fmla="*/ 102867 w 106175"/>
                <a:gd name="csY0" fmla="*/ 104926 h 104926"/>
                <a:gd name="csX1" fmla="*/ 98235 w 106175"/>
                <a:gd name="csY1" fmla="*/ 104926 h 104926"/>
                <a:gd name="csX2" fmla="*/ 98235 w 106175"/>
                <a:gd name="csY2" fmla="*/ 101324 h 104926"/>
                <a:gd name="csX3" fmla="*/ 96911 w 106175"/>
                <a:gd name="csY3" fmla="*/ 91324 h 104926"/>
                <a:gd name="csX4" fmla="*/ 91102 w 106175"/>
                <a:gd name="csY4" fmla="*/ 89412 h 104926"/>
                <a:gd name="csX5" fmla="*/ 11765 w 106175"/>
                <a:gd name="csY5" fmla="*/ 89412 h 104926"/>
                <a:gd name="csX6" fmla="*/ 6103 w 106175"/>
                <a:gd name="csY6" fmla="*/ 91324 h 104926"/>
                <a:gd name="csX7" fmla="*/ 4706 w 106175"/>
                <a:gd name="csY7" fmla="*/ 101324 h 104926"/>
                <a:gd name="csX8" fmla="*/ 4706 w 106175"/>
                <a:gd name="csY8" fmla="*/ 104926 h 104926"/>
                <a:gd name="csX9" fmla="*/ 0 w 106175"/>
                <a:gd name="csY9" fmla="*/ 104926 h 104926"/>
                <a:gd name="csX10" fmla="*/ 0 w 106175"/>
                <a:gd name="csY10" fmla="*/ 57648 h 104926"/>
                <a:gd name="csX11" fmla="*/ 8088 w 106175"/>
                <a:gd name="csY11" fmla="*/ 29853 h 104926"/>
                <a:gd name="csX12" fmla="*/ 27132 w 106175"/>
                <a:gd name="csY12" fmla="*/ 18384 h 104926"/>
                <a:gd name="csX13" fmla="*/ 42206 w 106175"/>
                <a:gd name="csY13" fmla="*/ 25809 h 104926"/>
                <a:gd name="csX14" fmla="*/ 51691 w 106175"/>
                <a:gd name="csY14" fmla="*/ 44706 h 104926"/>
                <a:gd name="csX15" fmla="*/ 69117 w 106175"/>
                <a:gd name="csY15" fmla="*/ 26324 h 104926"/>
                <a:gd name="csX16" fmla="*/ 81176 w 106175"/>
                <a:gd name="csY16" fmla="*/ 24412 h 104926"/>
                <a:gd name="csX17" fmla="*/ 87720 w 106175"/>
                <a:gd name="csY17" fmla="*/ 23457 h 104926"/>
                <a:gd name="csX18" fmla="*/ 92941 w 106175"/>
                <a:gd name="csY18" fmla="*/ 22353 h 104926"/>
                <a:gd name="csX19" fmla="*/ 97426 w 106175"/>
                <a:gd name="csY19" fmla="*/ 21030 h 104926"/>
                <a:gd name="csX20" fmla="*/ 100367 w 106175"/>
                <a:gd name="csY20" fmla="*/ 19266 h 104926"/>
                <a:gd name="csX21" fmla="*/ 102352 w 106175"/>
                <a:gd name="csY21" fmla="*/ 16913 h 104926"/>
                <a:gd name="csX22" fmla="*/ 102867 w 106175"/>
                <a:gd name="csY22" fmla="*/ 13676 h 104926"/>
                <a:gd name="csX23" fmla="*/ 99779 w 106175"/>
                <a:gd name="csY23" fmla="*/ 7280 h 104926"/>
                <a:gd name="csX24" fmla="*/ 89485 w 106175"/>
                <a:gd name="csY24" fmla="*/ 3750 h 104926"/>
                <a:gd name="csX25" fmla="*/ 87058 w 106175"/>
                <a:gd name="csY25" fmla="*/ 1912 h 104926"/>
                <a:gd name="csX26" fmla="*/ 89485 w 106175"/>
                <a:gd name="csY26" fmla="*/ 0 h 104926"/>
                <a:gd name="csX27" fmla="*/ 94117 w 106175"/>
                <a:gd name="csY27" fmla="*/ 589 h 104926"/>
                <a:gd name="csX28" fmla="*/ 99411 w 106175"/>
                <a:gd name="csY28" fmla="*/ 2648 h 104926"/>
                <a:gd name="csX29" fmla="*/ 104191 w 106175"/>
                <a:gd name="csY29" fmla="*/ 7132 h 104926"/>
                <a:gd name="csX30" fmla="*/ 106176 w 106175"/>
                <a:gd name="csY30" fmla="*/ 14265 h 104926"/>
                <a:gd name="csX31" fmla="*/ 99852 w 106175"/>
                <a:gd name="csY31" fmla="*/ 33235 h 104926"/>
                <a:gd name="csX32" fmla="*/ 93602 w 106175"/>
                <a:gd name="csY32" fmla="*/ 37647 h 104926"/>
                <a:gd name="csX33" fmla="*/ 87279 w 106175"/>
                <a:gd name="csY33" fmla="*/ 39192 h 104926"/>
                <a:gd name="csX34" fmla="*/ 78308 w 106175"/>
                <a:gd name="csY34" fmla="*/ 39412 h 104926"/>
                <a:gd name="csX35" fmla="*/ 65735 w 106175"/>
                <a:gd name="csY35" fmla="*/ 40368 h 104926"/>
                <a:gd name="csX36" fmla="*/ 58161 w 106175"/>
                <a:gd name="csY36" fmla="*/ 45147 h 104926"/>
                <a:gd name="csX37" fmla="*/ 53014 w 106175"/>
                <a:gd name="csY37" fmla="*/ 59191 h 104926"/>
                <a:gd name="csX38" fmla="*/ 53014 w 106175"/>
                <a:gd name="csY38" fmla="*/ 76471 h 104926"/>
                <a:gd name="csX39" fmla="*/ 91102 w 106175"/>
                <a:gd name="csY39" fmla="*/ 76471 h 104926"/>
                <a:gd name="csX40" fmla="*/ 96838 w 106175"/>
                <a:gd name="csY40" fmla="*/ 74633 h 104926"/>
                <a:gd name="csX41" fmla="*/ 98235 w 106175"/>
                <a:gd name="csY41" fmla="*/ 64559 h 104926"/>
                <a:gd name="csX42" fmla="*/ 98235 w 106175"/>
                <a:gd name="csY42" fmla="*/ 60956 h 104926"/>
                <a:gd name="csX43" fmla="*/ 102867 w 106175"/>
                <a:gd name="csY43" fmla="*/ 60956 h 104926"/>
                <a:gd name="csX44" fmla="*/ 102426 w 106175"/>
                <a:gd name="csY44" fmla="*/ 82941 h 104926"/>
                <a:gd name="csX45" fmla="*/ 102867 w 106175"/>
                <a:gd name="csY45" fmla="*/ 104926 h 104926"/>
                <a:gd name="csX46" fmla="*/ 49705 w 106175"/>
                <a:gd name="csY46" fmla="*/ 76471 h 104926"/>
                <a:gd name="csX47" fmla="*/ 49705 w 106175"/>
                <a:gd name="csY47" fmla="*/ 59779 h 104926"/>
                <a:gd name="csX48" fmla="*/ 47794 w 106175"/>
                <a:gd name="csY48" fmla="*/ 46397 h 104926"/>
                <a:gd name="csX49" fmla="*/ 42279 w 106175"/>
                <a:gd name="csY49" fmla="*/ 38382 h 104926"/>
                <a:gd name="csX50" fmla="*/ 35220 w 106175"/>
                <a:gd name="csY50" fmla="*/ 34854 h 104926"/>
                <a:gd name="csX51" fmla="*/ 27132 w 106175"/>
                <a:gd name="csY51" fmla="*/ 33898 h 104926"/>
                <a:gd name="csX52" fmla="*/ 17868 w 106175"/>
                <a:gd name="csY52" fmla="*/ 35073 h 104926"/>
                <a:gd name="csX53" fmla="*/ 11544 w 106175"/>
                <a:gd name="csY53" fmla="*/ 38823 h 104926"/>
                <a:gd name="csX54" fmla="*/ 7721 w 106175"/>
                <a:gd name="csY54" fmla="*/ 43971 h 104926"/>
                <a:gd name="csX55" fmla="*/ 5588 w 106175"/>
                <a:gd name="csY55" fmla="*/ 50515 h 104926"/>
                <a:gd name="csX56" fmla="*/ 4853 w 106175"/>
                <a:gd name="csY56" fmla="*/ 57207 h 104926"/>
                <a:gd name="csX57" fmla="*/ 4706 w 106175"/>
                <a:gd name="csY57" fmla="*/ 64265 h 104926"/>
                <a:gd name="csX58" fmla="*/ 5000 w 106175"/>
                <a:gd name="csY58" fmla="*/ 73162 h 104926"/>
                <a:gd name="csX59" fmla="*/ 5956 w 106175"/>
                <a:gd name="csY59" fmla="*/ 75515 h 104926"/>
                <a:gd name="csX60" fmla="*/ 7721 w 106175"/>
                <a:gd name="csY60" fmla="*/ 76323 h 104926"/>
                <a:gd name="csX61" fmla="*/ 10735 w 106175"/>
                <a:gd name="csY61" fmla="*/ 76471 h 104926"/>
                <a:gd name="csX62" fmla="*/ 49705 w 106175"/>
                <a:gd name="csY62" fmla="*/ 76471 h 10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106175" h="104926">
                  <a:moveTo>
                    <a:pt x="102867" y="104926"/>
                  </a:moveTo>
                  <a:lnTo>
                    <a:pt x="98235" y="104926"/>
                  </a:lnTo>
                  <a:lnTo>
                    <a:pt x="98235" y="101324"/>
                  </a:lnTo>
                  <a:cubicBezTo>
                    <a:pt x="98235" y="95883"/>
                    <a:pt x="97793" y="92549"/>
                    <a:pt x="96911" y="91324"/>
                  </a:cubicBezTo>
                  <a:cubicBezTo>
                    <a:pt x="95980" y="90049"/>
                    <a:pt x="94044" y="89412"/>
                    <a:pt x="91102" y="89412"/>
                  </a:cubicBezTo>
                  <a:lnTo>
                    <a:pt x="11765" y="89412"/>
                  </a:lnTo>
                  <a:cubicBezTo>
                    <a:pt x="8872" y="89412"/>
                    <a:pt x="6985" y="90049"/>
                    <a:pt x="6103" y="91324"/>
                  </a:cubicBezTo>
                  <a:cubicBezTo>
                    <a:pt x="5171" y="92599"/>
                    <a:pt x="4706" y="95932"/>
                    <a:pt x="4706" y="101324"/>
                  </a:cubicBezTo>
                  <a:lnTo>
                    <a:pt x="4706" y="104926"/>
                  </a:lnTo>
                  <a:lnTo>
                    <a:pt x="0" y="104926"/>
                  </a:lnTo>
                  <a:lnTo>
                    <a:pt x="0" y="57648"/>
                  </a:lnTo>
                  <a:cubicBezTo>
                    <a:pt x="0" y="46716"/>
                    <a:pt x="2696" y="37451"/>
                    <a:pt x="8088" y="29853"/>
                  </a:cubicBezTo>
                  <a:cubicBezTo>
                    <a:pt x="13431" y="22207"/>
                    <a:pt x="19779" y="18384"/>
                    <a:pt x="27132" y="18384"/>
                  </a:cubicBezTo>
                  <a:cubicBezTo>
                    <a:pt x="32769" y="18384"/>
                    <a:pt x="37794" y="20859"/>
                    <a:pt x="42206" y="25809"/>
                  </a:cubicBezTo>
                  <a:cubicBezTo>
                    <a:pt x="46617" y="30760"/>
                    <a:pt x="49779" y="37059"/>
                    <a:pt x="51691" y="44706"/>
                  </a:cubicBezTo>
                  <a:cubicBezTo>
                    <a:pt x="55122" y="34756"/>
                    <a:pt x="60931" y="28628"/>
                    <a:pt x="69117" y="26324"/>
                  </a:cubicBezTo>
                  <a:lnTo>
                    <a:pt x="81176" y="24412"/>
                  </a:lnTo>
                  <a:cubicBezTo>
                    <a:pt x="84068" y="24020"/>
                    <a:pt x="86249" y="23701"/>
                    <a:pt x="87720" y="23457"/>
                  </a:cubicBezTo>
                  <a:cubicBezTo>
                    <a:pt x="89191" y="23162"/>
                    <a:pt x="90931" y="22795"/>
                    <a:pt x="92941" y="22353"/>
                  </a:cubicBezTo>
                  <a:cubicBezTo>
                    <a:pt x="94950" y="21912"/>
                    <a:pt x="96445" y="21471"/>
                    <a:pt x="97426" y="21030"/>
                  </a:cubicBezTo>
                  <a:cubicBezTo>
                    <a:pt x="98357" y="20540"/>
                    <a:pt x="99338" y="19952"/>
                    <a:pt x="100367" y="19266"/>
                  </a:cubicBezTo>
                  <a:cubicBezTo>
                    <a:pt x="101347" y="18579"/>
                    <a:pt x="102009" y="17795"/>
                    <a:pt x="102352" y="16913"/>
                  </a:cubicBezTo>
                  <a:cubicBezTo>
                    <a:pt x="102695" y="15981"/>
                    <a:pt x="102867" y="14903"/>
                    <a:pt x="102867" y="13676"/>
                  </a:cubicBezTo>
                  <a:cubicBezTo>
                    <a:pt x="102867" y="11373"/>
                    <a:pt x="101838" y="9241"/>
                    <a:pt x="99779" y="7280"/>
                  </a:cubicBezTo>
                  <a:cubicBezTo>
                    <a:pt x="97720" y="5319"/>
                    <a:pt x="94289" y="4142"/>
                    <a:pt x="89485" y="3750"/>
                  </a:cubicBezTo>
                  <a:cubicBezTo>
                    <a:pt x="87867" y="3554"/>
                    <a:pt x="87058" y="2942"/>
                    <a:pt x="87058" y="1912"/>
                  </a:cubicBezTo>
                  <a:cubicBezTo>
                    <a:pt x="87058" y="637"/>
                    <a:pt x="87867" y="0"/>
                    <a:pt x="89485" y="0"/>
                  </a:cubicBezTo>
                  <a:cubicBezTo>
                    <a:pt x="90906" y="0"/>
                    <a:pt x="92450" y="196"/>
                    <a:pt x="94117" y="589"/>
                  </a:cubicBezTo>
                  <a:cubicBezTo>
                    <a:pt x="95735" y="981"/>
                    <a:pt x="97499" y="1667"/>
                    <a:pt x="99411" y="2648"/>
                  </a:cubicBezTo>
                  <a:cubicBezTo>
                    <a:pt x="101323" y="3579"/>
                    <a:pt x="102916" y="5074"/>
                    <a:pt x="104191" y="7132"/>
                  </a:cubicBezTo>
                  <a:cubicBezTo>
                    <a:pt x="105514" y="9192"/>
                    <a:pt x="106176" y="11569"/>
                    <a:pt x="106176" y="14265"/>
                  </a:cubicBezTo>
                  <a:cubicBezTo>
                    <a:pt x="106176" y="22108"/>
                    <a:pt x="104068" y="28431"/>
                    <a:pt x="99852" y="33235"/>
                  </a:cubicBezTo>
                  <a:cubicBezTo>
                    <a:pt x="98039" y="35245"/>
                    <a:pt x="95955" y="36716"/>
                    <a:pt x="93602" y="37647"/>
                  </a:cubicBezTo>
                  <a:cubicBezTo>
                    <a:pt x="91249" y="38530"/>
                    <a:pt x="89142" y="39044"/>
                    <a:pt x="87279" y="39192"/>
                  </a:cubicBezTo>
                  <a:cubicBezTo>
                    <a:pt x="85416" y="39338"/>
                    <a:pt x="82426" y="39412"/>
                    <a:pt x="78308" y="39412"/>
                  </a:cubicBezTo>
                  <a:cubicBezTo>
                    <a:pt x="72475" y="39412"/>
                    <a:pt x="68284" y="39730"/>
                    <a:pt x="65735" y="40368"/>
                  </a:cubicBezTo>
                  <a:cubicBezTo>
                    <a:pt x="63186" y="40956"/>
                    <a:pt x="60661" y="42549"/>
                    <a:pt x="58161" y="45147"/>
                  </a:cubicBezTo>
                  <a:cubicBezTo>
                    <a:pt x="54730" y="48677"/>
                    <a:pt x="53014" y="53358"/>
                    <a:pt x="53014" y="59191"/>
                  </a:cubicBezTo>
                  <a:lnTo>
                    <a:pt x="53014" y="76471"/>
                  </a:lnTo>
                  <a:lnTo>
                    <a:pt x="91102" y="76471"/>
                  </a:lnTo>
                  <a:cubicBezTo>
                    <a:pt x="93994" y="76471"/>
                    <a:pt x="95906" y="75858"/>
                    <a:pt x="96838" y="74633"/>
                  </a:cubicBezTo>
                  <a:cubicBezTo>
                    <a:pt x="97769" y="73358"/>
                    <a:pt x="98235" y="70000"/>
                    <a:pt x="98235" y="64559"/>
                  </a:cubicBezTo>
                  <a:lnTo>
                    <a:pt x="98235" y="60956"/>
                  </a:lnTo>
                  <a:lnTo>
                    <a:pt x="102867" y="60956"/>
                  </a:lnTo>
                  <a:cubicBezTo>
                    <a:pt x="102573" y="64583"/>
                    <a:pt x="102426" y="71911"/>
                    <a:pt x="102426" y="82941"/>
                  </a:cubicBezTo>
                  <a:cubicBezTo>
                    <a:pt x="102426" y="93970"/>
                    <a:pt x="102573" y="101298"/>
                    <a:pt x="102867" y="104926"/>
                  </a:cubicBezTo>
                  <a:moveTo>
                    <a:pt x="49705" y="76471"/>
                  </a:moveTo>
                  <a:lnTo>
                    <a:pt x="49705" y="59779"/>
                  </a:lnTo>
                  <a:cubicBezTo>
                    <a:pt x="49705" y="54436"/>
                    <a:pt x="49068" y="49975"/>
                    <a:pt x="47794" y="46397"/>
                  </a:cubicBezTo>
                  <a:cubicBezTo>
                    <a:pt x="46470" y="42770"/>
                    <a:pt x="44632" y="40098"/>
                    <a:pt x="42279" y="38382"/>
                  </a:cubicBezTo>
                  <a:cubicBezTo>
                    <a:pt x="39926" y="36667"/>
                    <a:pt x="37573" y="35491"/>
                    <a:pt x="35220" y="34854"/>
                  </a:cubicBezTo>
                  <a:cubicBezTo>
                    <a:pt x="32818" y="34216"/>
                    <a:pt x="30122" y="33898"/>
                    <a:pt x="27132" y="33898"/>
                  </a:cubicBezTo>
                  <a:cubicBezTo>
                    <a:pt x="23603" y="33898"/>
                    <a:pt x="20515" y="34290"/>
                    <a:pt x="17868" y="35073"/>
                  </a:cubicBezTo>
                  <a:cubicBezTo>
                    <a:pt x="15221" y="35858"/>
                    <a:pt x="13113" y="37108"/>
                    <a:pt x="11544" y="38823"/>
                  </a:cubicBezTo>
                  <a:cubicBezTo>
                    <a:pt x="9975" y="40539"/>
                    <a:pt x="8701" y="42255"/>
                    <a:pt x="7721" y="43971"/>
                  </a:cubicBezTo>
                  <a:cubicBezTo>
                    <a:pt x="6691" y="45687"/>
                    <a:pt x="5980" y="47868"/>
                    <a:pt x="5588" y="50515"/>
                  </a:cubicBezTo>
                  <a:cubicBezTo>
                    <a:pt x="5196" y="53162"/>
                    <a:pt x="4951" y="55392"/>
                    <a:pt x="4853" y="57207"/>
                  </a:cubicBezTo>
                  <a:cubicBezTo>
                    <a:pt x="4755" y="59020"/>
                    <a:pt x="4706" y="61373"/>
                    <a:pt x="4706" y="64265"/>
                  </a:cubicBezTo>
                  <a:cubicBezTo>
                    <a:pt x="4706" y="69167"/>
                    <a:pt x="4804" y="72132"/>
                    <a:pt x="5000" y="73162"/>
                  </a:cubicBezTo>
                  <a:cubicBezTo>
                    <a:pt x="5098" y="74289"/>
                    <a:pt x="5417" y="75073"/>
                    <a:pt x="5956" y="75515"/>
                  </a:cubicBezTo>
                  <a:cubicBezTo>
                    <a:pt x="6495" y="75956"/>
                    <a:pt x="7083" y="76226"/>
                    <a:pt x="7721" y="76323"/>
                  </a:cubicBezTo>
                  <a:cubicBezTo>
                    <a:pt x="8309" y="76421"/>
                    <a:pt x="9314" y="76471"/>
                    <a:pt x="10735" y="76471"/>
                  </a:cubicBezTo>
                  <a:lnTo>
                    <a:pt x="49705" y="76471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0341FFF-7734-CA3D-A9BA-AA288088463A}"/>
                </a:ext>
              </a:extLst>
            </p:cNvPr>
            <p:cNvSpPr/>
            <p:nvPr/>
          </p:nvSpPr>
          <p:spPr>
            <a:xfrm>
              <a:off x="431744" y="3575203"/>
              <a:ext cx="69190" cy="58308"/>
            </a:xfrm>
            <a:custGeom>
              <a:avLst/>
              <a:gdLst>
                <a:gd name="csX0" fmla="*/ 34338 w 69190"/>
                <a:gd name="csY0" fmla="*/ 58308 h 58308"/>
                <a:gd name="csX1" fmla="*/ 10073 w 69190"/>
                <a:gd name="csY1" fmla="*/ 49191 h 58308"/>
                <a:gd name="csX2" fmla="*/ 0 w 69190"/>
                <a:gd name="csY2" fmla="*/ 26985 h 58308"/>
                <a:gd name="csX3" fmla="*/ 8603 w 69190"/>
                <a:gd name="csY3" fmla="*/ 6911 h 58308"/>
                <a:gd name="csX4" fmla="*/ 29559 w 69190"/>
                <a:gd name="csY4" fmla="*/ 0 h 58308"/>
                <a:gd name="csX5" fmla="*/ 32279 w 69190"/>
                <a:gd name="csY5" fmla="*/ 587 h 58308"/>
                <a:gd name="csX6" fmla="*/ 32720 w 69190"/>
                <a:gd name="csY6" fmla="*/ 3750 h 58308"/>
                <a:gd name="csX7" fmla="*/ 32720 w 69190"/>
                <a:gd name="csY7" fmla="*/ 45808 h 58308"/>
                <a:gd name="csX8" fmla="*/ 55294 w 69190"/>
                <a:gd name="csY8" fmla="*/ 41250 h 58308"/>
                <a:gd name="csX9" fmla="*/ 65367 w 69190"/>
                <a:gd name="csY9" fmla="*/ 24265 h 58308"/>
                <a:gd name="csX10" fmla="*/ 65073 w 69190"/>
                <a:gd name="csY10" fmla="*/ 21028 h 58308"/>
                <a:gd name="csX11" fmla="*/ 63529 w 69190"/>
                <a:gd name="csY11" fmla="*/ 15662 h 58308"/>
                <a:gd name="csX12" fmla="*/ 58750 w 69190"/>
                <a:gd name="csY12" fmla="*/ 8897 h 58308"/>
                <a:gd name="csX13" fmla="*/ 49853 w 69190"/>
                <a:gd name="csY13" fmla="*/ 3897 h 58308"/>
                <a:gd name="csX14" fmla="*/ 47794 w 69190"/>
                <a:gd name="csY14" fmla="*/ 1986 h 58308"/>
                <a:gd name="csX15" fmla="*/ 49558 w 69190"/>
                <a:gd name="csY15" fmla="*/ 0 h 58308"/>
                <a:gd name="csX16" fmla="*/ 53897 w 69190"/>
                <a:gd name="csY16" fmla="*/ 1471 h 58308"/>
                <a:gd name="csX17" fmla="*/ 60367 w 69190"/>
                <a:gd name="csY17" fmla="*/ 5588 h 58308"/>
                <a:gd name="csX18" fmla="*/ 66544 w 69190"/>
                <a:gd name="csY18" fmla="*/ 13602 h 58308"/>
                <a:gd name="csX19" fmla="*/ 69191 w 69190"/>
                <a:gd name="csY19" fmla="*/ 25147 h 58308"/>
                <a:gd name="csX20" fmla="*/ 59191 w 69190"/>
                <a:gd name="csY20" fmla="*/ 48382 h 58308"/>
                <a:gd name="csX21" fmla="*/ 34338 w 69190"/>
                <a:gd name="csY21" fmla="*/ 58308 h 58308"/>
                <a:gd name="csX22" fmla="*/ 29559 w 69190"/>
                <a:gd name="csY22" fmla="*/ 45660 h 58308"/>
                <a:gd name="csX23" fmla="*/ 29559 w 69190"/>
                <a:gd name="csY23" fmla="*/ 9926 h 58308"/>
                <a:gd name="csX24" fmla="*/ 22867 w 69190"/>
                <a:gd name="csY24" fmla="*/ 10515 h 58308"/>
                <a:gd name="csX25" fmla="*/ 14485 w 69190"/>
                <a:gd name="csY25" fmla="*/ 12646 h 58308"/>
                <a:gd name="csX26" fmla="*/ 6470 w 69190"/>
                <a:gd name="csY26" fmla="*/ 17867 h 58308"/>
                <a:gd name="csX27" fmla="*/ 3382 w 69190"/>
                <a:gd name="csY27" fmla="*/ 26985 h 58308"/>
                <a:gd name="csX28" fmla="*/ 4412 w 69190"/>
                <a:gd name="csY28" fmla="*/ 32058 h 58308"/>
                <a:gd name="csX29" fmla="*/ 7941 w 69190"/>
                <a:gd name="csY29" fmla="*/ 37793 h 58308"/>
                <a:gd name="csX30" fmla="*/ 16103 w 69190"/>
                <a:gd name="csY30" fmla="*/ 43162 h 58308"/>
                <a:gd name="csX31" fmla="*/ 29559 w 69190"/>
                <a:gd name="csY31" fmla="*/ 45660 h 58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69190" h="58308">
                  <a:moveTo>
                    <a:pt x="34338" y="58308"/>
                  </a:moveTo>
                  <a:cubicBezTo>
                    <a:pt x="24877" y="58308"/>
                    <a:pt x="16789" y="55269"/>
                    <a:pt x="10073" y="49191"/>
                  </a:cubicBezTo>
                  <a:cubicBezTo>
                    <a:pt x="3358" y="43112"/>
                    <a:pt x="0" y="35710"/>
                    <a:pt x="0" y="26985"/>
                  </a:cubicBezTo>
                  <a:cubicBezTo>
                    <a:pt x="0" y="18162"/>
                    <a:pt x="2868" y="11470"/>
                    <a:pt x="8603" y="6911"/>
                  </a:cubicBezTo>
                  <a:cubicBezTo>
                    <a:pt x="14338" y="2304"/>
                    <a:pt x="21323" y="0"/>
                    <a:pt x="29559" y="0"/>
                  </a:cubicBezTo>
                  <a:cubicBezTo>
                    <a:pt x="31078" y="0"/>
                    <a:pt x="31985" y="196"/>
                    <a:pt x="32279" y="587"/>
                  </a:cubicBezTo>
                  <a:cubicBezTo>
                    <a:pt x="32573" y="979"/>
                    <a:pt x="32720" y="2034"/>
                    <a:pt x="32720" y="3750"/>
                  </a:cubicBezTo>
                  <a:lnTo>
                    <a:pt x="32720" y="45808"/>
                  </a:lnTo>
                  <a:cubicBezTo>
                    <a:pt x="42965" y="45808"/>
                    <a:pt x="50490" y="44289"/>
                    <a:pt x="55294" y="41250"/>
                  </a:cubicBezTo>
                  <a:cubicBezTo>
                    <a:pt x="62009" y="37034"/>
                    <a:pt x="65367" y="31372"/>
                    <a:pt x="65367" y="24265"/>
                  </a:cubicBezTo>
                  <a:cubicBezTo>
                    <a:pt x="65367" y="23284"/>
                    <a:pt x="65269" y="22206"/>
                    <a:pt x="65073" y="21028"/>
                  </a:cubicBezTo>
                  <a:cubicBezTo>
                    <a:pt x="64877" y="19852"/>
                    <a:pt x="64362" y="18063"/>
                    <a:pt x="63529" y="15662"/>
                  </a:cubicBezTo>
                  <a:cubicBezTo>
                    <a:pt x="62647" y="13259"/>
                    <a:pt x="61053" y="11004"/>
                    <a:pt x="58750" y="8897"/>
                  </a:cubicBezTo>
                  <a:cubicBezTo>
                    <a:pt x="56446" y="6789"/>
                    <a:pt x="53480" y="5123"/>
                    <a:pt x="49853" y="3897"/>
                  </a:cubicBezTo>
                  <a:cubicBezTo>
                    <a:pt x="48431" y="3602"/>
                    <a:pt x="47745" y="2965"/>
                    <a:pt x="47794" y="1986"/>
                  </a:cubicBezTo>
                  <a:cubicBezTo>
                    <a:pt x="47794" y="662"/>
                    <a:pt x="48382" y="0"/>
                    <a:pt x="49558" y="0"/>
                  </a:cubicBezTo>
                  <a:cubicBezTo>
                    <a:pt x="50441" y="0"/>
                    <a:pt x="51887" y="490"/>
                    <a:pt x="53897" y="1471"/>
                  </a:cubicBezTo>
                  <a:cubicBezTo>
                    <a:pt x="55857" y="2402"/>
                    <a:pt x="58014" y="3774"/>
                    <a:pt x="60367" y="5588"/>
                  </a:cubicBezTo>
                  <a:cubicBezTo>
                    <a:pt x="62720" y="7401"/>
                    <a:pt x="64779" y="10073"/>
                    <a:pt x="66544" y="13602"/>
                  </a:cubicBezTo>
                  <a:cubicBezTo>
                    <a:pt x="68308" y="17083"/>
                    <a:pt x="69191" y="20931"/>
                    <a:pt x="69191" y="25147"/>
                  </a:cubicBezTo>
                  <a:cubicBezTo>
                    <a:pt x="69191" y="33970"/>
                    <a:pt x="65857" y="41715"/>
                    <a:pt x="59191" y="48382"/>
                  </a:cubicBezTo>
                  <a:cubicBezTo>
                    <a:pt x="52475" y="55000"/>
                    <a:pt x="44191" y="58308"/>
                    <a:pt x="34338" y="58308"/>
                  </a:cubicBezTo>
                  <a:moveTo>
                    <a:pt x="29559" y="45660"/>
                  </a:moveTo>
                  <a:lnTo>
                    <a:pt x="29559" y="9926"/>
                  </a:lnTo>
                  <a:cubicBezTo>
                    <a:pt x="27451" y="9926"/>
                    <a:pt x="25220" y="10123"/>
                    <a:pt x="22867" y="10515"/>
                  </a:cubicBezTo>
                  <a:cubicBezTo>
                    <a:pt x="20515" y="10857"/>
                    <a:pt x="17720" y="11568"/>
                    <a:pt x="14485" y="12646"/>
                  </a:cubicBezTo>
                  <a:cubicBezTo>
                    <a:pt x="11201" y="13676"/>
                    <a:pt x="8529" y="15416"/>
                    <a:pt x="6470" y="17867"/>
                  </a:cubicBezTo>
                  <a:cubicBezTo>
                    <a:pt x="4412" y="20318"/>
                    <a:pt x="3382" y="23357"/>
                    <a:pt x="3382" y="26985"/>
                  </a:cubicBezTo>
                  <a:cubicBezTo>
                    <a:pt x="3382" y="28603"/>
                    <a:pt x="3725" y="30294"/>
                    <a:pt x="4412" y="32058"/>
                  </a:cubicBezTo>
                  <a:cubicBezTo>
                    <a:pt x="5098" y="33774"/>
                    <a:pt x="6274" y="35686"/>
                    <a:pt x="7941" y="37793"/>
                  </a:cubicBezTo>
                  <a:cubicBezTo>
                    <a:pt x="9608" y="39901"/>
                    <a:pt x="12328" y="41690"/>
                    <a:pt x="16103" y="43162"/>
                  </a:cubicBezTo>
                  <a:cubicBezTo>
                    <a:pt x="19877" y="44632"/>
                    <a:pt x="24362" y="45465"/>
                    <a:pt x="29559" y="4566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57B9402-2AB5-8759-75D6-1AACD9A7CA94}"/>
                </a:ext>
              </a:extLst>
            </p:cNvPr>
            <p:cNvSpPr/>
            <p:nvPr/>
          </p:nvSpPr>
          <p:spPr>
            <a:xfrm>
              <a:off x="396377" y="3484670"/>
              <a:ext cx="102867" cy="82645"/>
            </a:xfrm>
            <a:custGeom>
              <a:avLst/>
              <a:gdLst>
                <a:gd name="csX0" fmla="*/ 102867 w 102867"/>
                <a:gd name="csY0" fmla="*/ 82646 h 82645"/>
                <a:gd name="csX1" fmla="*/ 98235 w 102867"/>
                <a:gd name="csY1" fmla="*/ 82646 h 82645"/>
                <a:gd name="csX2" fmla="*/ 98235 w 102867"/>
                <a:gd name="csY2" fmla="*/ 79043 h 82645"/>
                <a:gd name="csX3" fmla="*/ 96911 w 102867"/>
                <a:gd name="csY3" fmla="*/ 69043 h 82645"/>
                <a:gd name="csX4" fmla="*/ 91102 w 102867"/>
                <a:gd name="csY4" fmla="*/ 67131 h 82645"/>
                <a:gd name="csX5" fmla="*/ 11765 w 102867"/>
                <a:gd name="csY5" fmla="*/ 67131 h 82645"/>
                <a:gd name="csX6" fmla="*/ 6103 w 102867"/>
                <a:gd name="csY6" fmla="*/ 69043 h 82645"/>
                <a:gd name="csX7" fmla="*/ 4706 w 102867"/>
                <a:gd name="csY7" fmla="*/ 79043 h 82645"/>
                <a:gd name="csX8" fmla="*/ 4706 w 102867"/>
                <a:gd name="csY8" fmla="*/ 82646 h 82645"/>
                <a:gd name="csX9" fmla="*/ 0 w 102867"/>
                <a:gd name="csY9" fmla="*/ 82646 h 82645"/>
                <a:gd name="csX10" fmla="*/ 441 w 102867"/>
                <a:gd name="csY10" fmla="*/ 59779 h 82645"/>
                <a:gd name="csX11" fmla="*/ 0 w 102867"/>
                <a:gd name="csY11" fmla="*/ 34485 h 82645"/>
                <a:gd name="csX12" fmla="*/ 4706 w 102867"/>
                <a:gd name="csY12" fmla="*/ 34485 h 82645"/>
                <a:gd name="csX13" fmla="*/ 4706 w 102867"/>
                <a:gd name="csY13" fmla="*/ 39484 h 82645"/>
                <a:gd name="csX14" fmla="*/ 5588 w 102867"/>
                <a:gd name="csY14" fmla="*/ 49558 h 82645"/>
                <a:gd name="csX15" fmla="*/ 7721 w 102867"/>
                <a:gd name="csY15" fmla="*/ 53234 h 82645"/>
                <a:gd name="csX16" fmla="*/ 11912 w 102867"/>
                <a:gd name="csY16" fmla="*/ 53749 h 82645"/>
                <a:gd name="csX17" fmla="*/ 92205 w 102867"/>
                <a:gd name="csY17" fmla="*/ 53749 h 82645"/>
                <a:gd name="csX18" fmla="*/ 97205 w 102867"/>
                <a:gd name="csY18" fmla="*/ 52647 h 82645"/>
                <a:gd name="csX19" fmla="*/ 98235 w 102867"/>
                <a:gd name="csY19" fmla="*/ 46397 h 82645"/>
                <a:gd name="csX20" fmla="*/ 98235 w 102867"/>
                <a:gd name="csY20" fmla="*/ 34044 h 82645"/>
                <a:gd name="csX21" fmla="*/ 95955 w 102867"/>
                <a:gd name="csY21" fmla="*/ 20882 h 82645"/>
                <a:gd name="csX22" fmla="*/ 90808 w 102867"/>
                <a:gd name="csY22" fmla="*/ 12425 h 82645"/>
                <a:gd name="csX23" fmla="*/ 82573 w 102867"/>
                <a:gd name="csY23" fmla="*/ 7573 h 82645"/>
                <a:gd name="csX24" fmla="*/ 73676 w 102867"/>
                <a:gd name="csY24" fmla="*/ 4999 h 82645"/>
                <a:gd name="csX25" fmla="*/ 64044 w 102867"/>
                <a:gd name="csY25" fmla="*/ 3750 h 82645"/>
                <a:gd name="csX26" fmla="*/ 64044 w 102867"/>
                <a:gd name="csY26" fmla="*/ 0 h 82645"/>
                <a:gd name="csX27" fmla="*/ 102867 w 102867"/>
                <a:gd name="csY27" fmla="*/ 4191 h 82645"/>
                <a:gd name="csX28" fmla="*/ 102867 w 102867"/>
                <a:gd name="csY28" fmla="*/ 82646 h 8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02867" h="82645">
                  <a:moveTo>
                    <a:pt x="102867" y="82646"/>
                  </a:moveTo>
                  <a:lnTo>
                    <a:pt x="98235" y="82646"/>
                  </a:lnTo>
                  <a:lnTo>
                    <a:pt x="98235" y="79043"/>
                  </a:lnTo>
                  <a:cubicBezTo>
                    <a:pt x="98235" y="73602"/>
                    <a:pt x="97793" y="70268"/>
                    <a:pt x="96911" y="69043"/>
                  </a:cubicBezTo>
                  <a:cubicBezTo>
                    <a:pt x="95980" y="67769"/>
                    <a:pt x="94044" y="67131"/>
                    <a:pt x="91102" y="67131"/>
                  </a:cubicBezTo>
                  <a:lnTo>
                    <a:pt x="11765" y="67131"/>
                  </a:lnTo>
                  <a:cubicBezTo>
                    <a:pt x="8872" y="67131"/>
                    <a:pt x="6985" y="67769"/>
                    <a:pt x="6103" y="69043"/>
                  </a:cubicBezTo>
                  <a:cubicBezTo>
                    <a:pt x="5171" y="70318"/>
                    <a:pt x="4706" y="73651"/>
                    <a:pt x="4706" y="79043"/>
                  </a:cubicBezTo>
                  <a:lnTo>
                    <a:pt x="4706" y="82646"/>
                  </a:lnTo>
                  <a:lnTo>
                    <a:pt x="0" y="82646"/>
                  </a:lnTo>
                  <a:cubicBezTo>
                    <a:pt x="294" y="79116"/>
                    <a:pt x="441" y="71494"/>
                    <a:pt x="441" y="59779"/>
                  </a:cubicBezTo>
                  <a:cubicBezTo>
                    <a:pt x="441" y="46543"/>
                    <a:pt x="294" y="38112"/>
                    <a:pt x="0" y="34485"/>
                  </a:cubicBezTo>
                  <a:lnTo>
                    <a:pt x="4706" y="34485"/>
                  </a:lnTo>
                  <a:lnTo>
                    <a:pt x="4706" y="39484"/>
                  </a:lnTo>
                  <a:cubicBezTo>
                    <a:pt x="4706" y="44092"/>
                    <a:pt x="5000" y="47450"/>
                    <a:pt x="5588" y="49558"/>
                  </a:cubicBezTo>
                  <a:cubicBezTo>
                    <a:pt x="6176" y="51665"/>
                    <a:pt x="6887" y="52891"/>
                    <a:pt x="7721" y="53234"/>
                  </a:cubicBezTo>
                  <a:cubicBezTo>
                    <a:pt x="8505" y="53577"/>
                    <a:pt x="9902" y="53749"/>
                    <a:pt x="11912" y="53749"/>
                  </a:cubicBezTo>
                  <a:lnTo>
                    <a:pt x="92205" y="53749"/>
                  </a:lnTo>
                  <a:cubicBezTo>
                    <a:pt x="94803" y="53749"/>
                    <a:pt x="96470" y="53381"/>
                    <a:pt x="97205" y="52647"/>
                  </a:cubicBezTo>
                  <a:cubicBezTo>
                    <a:pt x="97891" y="51862"/>
                    <a:pt x="98235" y="49779"/>
                    <a:pt x="98235" y="46397"/>
                  </a:cubicBezTo>
                  <a:lnTo>
                    <a:pt x="98235" y="34044"/>
                  </a:lnTo>
                  <a:cubicBezTo>
                    <a:pt x="98235" y="28945"/>
                    <a:pt x="97475" y="24558"/>
                    <a:pt x="95955" y="20882"/>
                  </a:cubicBezTo>
                  <a:cubicBezTo>
                    <a:pt x="94436" y="17205"/>
                    <a:pt x="92720" y="14386"/>
                    <a:pt x="90808" y="12425"/>
                  </a:cubicBezTo>
                  <a:cubicBezTo>
                    <a:pt x="88896" y="10465"/>
                    <a:pt x="86151" y="8848"/>
                    <a:pt x="82573" y="7573"/>
                  </a:cubicBezTo>
                  <a:cubicBezTo>
                    <a:pt x="78946" y="6250"/>
                    <a:pt x="75980" y="5392"/>
                    <a:pt x="73676" y="4999"/>
                  </a:cubicBezTo>
                  <a:cubicBezTo>
                    <a:pt x="71372" y="4558"/>
                    <a:pt x="68161" y="4141"/>
                    <a:pt x="64044" y="3750"/>
                  </a:cubicBezTo>
                  <a:lnTo>
                    <a:pt x="64044" y="0"/>
                  </a:lnTo>
                  <a:lnTo>
                    <a:pt x="102867" y="4191"/>
                  </a:lnTo>
                  <a:lnTo>
                    <a:pt x="102867" y="8264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D0F122F3-F106-61FE-543C-CD6B83DEAC7D}"/>
                </a:ext>
              </a:extLst>
            </p:cNvPr>
            <p:cNvSpPr/>
            <p:nvPr/>
          </p:nvSpPr>
          <p:spPr>
            <a:xfrm>
              <a:off x="396377" y="3372024"/>
              <a:ext cx="106175" cy="102794"/>
            </a:xfrm>
            <a:custGeom>
              <a:avLst/>
              <a:gdLst>
                <a:gd name="csX0" fmla="*/ 4706 w 106175"/>
                <a:gd name="csY0" fmla="*/ 102795 h 102794"/>
                <a:gd name="csX1" fmla="*/ 0 w 106175"/>
                <a:gd name="csY1" fmla="*/ 102795 h 102794"/>
                <a:gd name="csX2" fmla="*/ 441 w 106175"/>
                <a:gd name="csY2" fmla="*/ 80516 h 102794"/>
                <a:gd name="csX3" fmla="*/ 0 w 106175"/>
                <a:gd name="csY3" fmla="*/ 58382 h 102794"/>
                <a:gd name="csX4" fmla="*/ 4706 w 106175"/>
                <a:gd name="csY4" fmla="*/ 58382 h 102794"/>
                <a:gd name="csX5" fmla="*/ 4706 w 106175"/>
                <a:gd name="csY5" fmla="*/ 61986 h 102794"/>
                <a:gd name="csX6" fmla="*/ 6103 w 106175"/>
                <a:gd name="csY6" fmla="*/ 72058 h 102794"/>
                <a:gd name="csX7" fmla="*/ 11765 w 106175"/>
                <a:gd name="csY7" fmla="*/ 73896 h 102794"/>
                <a:gd name="csX8" fmla="*/ 69117 w 106175"/>
                <a:gd name="csY8" fmla="*/ 73896 h 102794"/>
                <a:gd name="csX9" fmla="*/ 86176 w 106175"/>
                <a:gd name="csY9" fmla="*/ 71102 h 102794"/>
                <a:gd name="csX10" fmla="*/ 96176 w 106175"/>
                <a:gd name="csY10" fmla="*/ 63970 h 102794"/>
                <a:gd name="csX11" fmla="*/ 100441 w 106175"/>
                <a:gd name="csY11" fmla="*/ 56103 h 102794"/>
                <a:gd name="csX12" fmla="*/ 101543 w 106175"/>
                <a:gd name="csY12" fmla="*/ 49044 h 102794"/>
                <a:gd name="csX13" fmla="*/ 92426 w 106175"/>
                <a:gd name="csY13" fmla="*/ 28897 h 102794"/>
                <a:gd name="csX14" fmla="*/ 68088 w 106175"/>
                <a:gd name="csY14" fmla="*/ 20148 h 102794"/>
                <a:gd name="csX15" fmla="*/ 15809 w 106175"/>
                <a:gd name="csY15" fmla="*/ 20148 h 102794"/>
                <a:gd name="csX16" fmla="*/ 12206 w 106175"/>
                <a:gd name="csY16" fmla="*/ 20441 h 102794"/>
                <a:gd name="csX17" fmla="*/ 8823 w 106175"/>
                <a:gd name="csY17" fmla="*/ 22060 h 102794"/>
                <a:gd name="csX18" fmla="*/ 5735 w 106175"/>
                <a:gd name="csY18" fmla="*/ 26765 h 102794"/>
                <a:gd name="csX19" fmla="*/ 4706 w 106175"/>
                <a:gd name="csY19" fmla="*/ 35662 h 102794"/>
                <a:gd name="csX20" fmla="*/ 0 w 106175"/>
                <a:gd name="csY20" fmla="*/ 35662 h 102794"/>
                <a:gd name="csX21" fmla="*/ 441 w 106175"/>
                <a:gd name="csY21" fmla="*/ 17721 h 102794"/>
                <a:gd name="csX22" fmla="*/ 0 w 106175"/>
                <a:gd name="csY22" fmla="*/ 0 h 102794"/>
                <a:gd name="csX23" fmla="*/ 4706 w 106175"/>
                <a:gd name="csY23" fmla="*/ 0 h 102794"/>
                <a:gd name="csX24" fmla="*/ 5662 w 106175"/>
                <a:gd name="csY24" fmla="*/ 8898 h 102794"/>
                <a:gd name="csX25" fmla="*/ 8750 w 106175"/>
                <a:gd name="csY25" fmla="*/ 13604 h 102794"/>
                <a:gd name="csX26" fmla="*/ 12426 w 106175"/>
                <a:gd name="csY26" fmla="*/ 15221 h 102794"/>
                <a:gd name="csX27" fmla="*/ 16397 w 106175"/>
                <a:gd name="csY27" fmla="*/ 15516 h 102794"/>
                <a:gd name="csX28" fmla="*/ 64632 w 106175"/>
                <a:gd name="csY28" fmla="*/ 15516 h 102794"/>
                <a:gd name="csX29" fmla="*/ 75000 w 106175"/>
                <a:gd name="csY29" fmla="*/ 15957 h 102794"/>
                <a:gd name="csX30" fmla="*/ 97132 w 106175"/>
                <a:gd name="csY30" fmla="*/ 27280 h 102794"/>
                <a:gd name="csX31" fmla="*/ 106176 w 106175"/>
                <a:gd name="csY31" fmla="*/ 49338 h 102794"/>
                <a:gd name="csX32" fmla="*/ 95293 w 106175"/>
                <a:gd name="csY32" fmla="*/ 76103 h 102794"/>
                <a:gd name="csX33" fmla="*/ 68529 w 106175"/>
                <a:gd name="csY33" fmla="*/ 87279 h 102794"/>
                <a:gd name="csX34" fmla="*/ 11765 w 106175"/>
                <a:gd name="csY34" fmla="*/ 87279 h 102794"/>
                <a:gd name="csX35" fmla="*/ 6103 w 106175"/>
                <a:gd name="csY35" fmla="*/ 89191 h 102794"/>
                <a:gd name="csX36" fmla="*/ 4706 w 106175"/>
                <a:gd name="csY36" fmla="*/ 99191 h 102794"/>
                <a:gd name="csX37" fmla="*/ 4706 w 106175"/>
                <a:gd name="csY37" fmla="*/ 102795 h 10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06175" h="102794">
                  <a:moveTo>
                    <a:pt x="4706" y="102795"/>
                  </a:moveTo>
                  <a:lnTo>
                    <a:pt x="0" y="102795"/>
                  </a:lnTo>
                  <a:cubicBezTo>
                    <a:pt x="294" y="99265"/>
                    <a:pt x="441" y="91839"/>
                    <a:pt x="441" y="80516"/>
                  </a:cubicBezTo>
                  <a:cubicBezTo>
                    <a:pt x="441" y="69290"/>
                    <a:pt x="294" y="61912"/>
                    <a:pt x="0" y="58382"/>
                  </a:cubicBezTo>
                  <a:lnTo>
                    <a:pt x="4706" y="58382"/>
                  </a:lnTo>
                  <a:lnTo>
                    <a:pt x="4706" y="61986"/>
                  </a:lnTo>
                  <a:cubicBezTo>
                    <a:pt x="4706" y="67426"/>
                    <a:pt x="5171" y="70784"/>
                    <a:pt x="6103" y="72058"/>
                  </a:cubicBezTo>
                  <a:cubicBezTo>
                    <a:pt x="6985" y="73284"/>
                    <a:pt x="8872" y="73896"/>
                    <a:pt x="11765" y="73896"/>
                  </a:cubicBezTo>
                  <a:lnTo>
                    <a:pt x="69117" y="73896"/>
                  </a:lnTo>
                  <a:cubicBezTo>
                    <a:pt x="75833" y="73896"/>
                    <a:pt x="81519" y="72965"/>
                    <a:pt x="86176" y="71102"/>
                  </a:cubicBezTo>
                  <a:cubicBezTo>
                    <a:pt x="90784" y="69240"/>
                    <a:pt x="94117" y="66862"/>
                    <a:pt x="96176" y="63970"/>
                  </a:cubicBezTo>
                  <a:cubicBezTo>
                    <a:pt x="98235" y="61079"/>
                    <a:pt x="99656" y="58456"/>
                    <a:pt x="100441" y="56103"/>
                  </a:cubicBezTo>
                  <a:cubicBezTo>
                    <a:pt x="101176" y="53702"/>
                    <a:pt x="101543" y="51349"/>
                    <a:pt x="101543" y="49044"/>
                  </a:cubicBezTo>
                  <a:cubicBezTo>
                    <a:pt x="101543" y="41397"/>
                    <a:pt x="98504" y="34681"/>
                    <a:pt x="92426" y="28897"/>
                  </a:cubicBezTo>
                  <a:cubicBezTo>
                    <a:pt x="86347" y="23064"/>
                    <a:pt x="78235" y="20148"/>
                    <a:pt x="68088" y="20148"/>
                  </a:cubicBezTo>
                  <a:lnTo>
                    <a:pt x="15809" y="20148"/>
                  </a:lnTo>
                  <a:cubicBezTo>
                    <a:pt x="14289" y="20148"/>
                    <a:pt x="13088" y="20246"/>
                    <a:pt x="12206" y="20441"/>
                  </a:cubicBezTo>
                  <a:cubicBezTo>
                    <a:pt x="11323" y="20638"/>
                    <a:pt x="10196" y="21177"/>
                    <a:pt x="8823" y="22060"/>
                  </a:cubicBezTo>
                  <a:cubicBezTo>
                    <a:pt x="7451" y="22892"/>
                    <a:pt x="6421" y="24461"/>
                    <a:pt x="5735" y="26765"/>
                  </a:cubicBezTo>
                  <a:cubicBezTo>
                    <a:pt x="5049" y="29069"/>
                    <a:pt x="4706" y="32035"/>
                    <a:pt x="4706" y="35662"/>
                  </a:cubicBezTo>
                  <a:lnTo>
                    <a:pt x="0" y="35662"/>
                  </a:lnTo>
                  <a:cubicBezTo>
                    <a:pt x="294" y="24828"/>
                    <a:pt x="441" y="18848"/>
                    <a:pt x="441" y="17721"/>
                  </a:cubicBezTo>
                  <a:cubicBezTo>
                    <a:pt x="441" y="16741"/>
                    <a:pt x="294" y="10834"/>
                    <a:pt x="0" y="0"/>
                  </a:cubicBezTo>
                  <a:lnTo>
                    <a:pt x="4706" y="0"/>
                  </a:lnTo>
                  <a:cubicBezTo>
                    <a:pt x="4706" y="3628"/>
                    <a:pt x="5024" y="6594"/>
                    <a:pt x="5662" y="8898"/>
                  </a:cubicBezTo>
                  <a:cubicBezTo>
                    <a:pt x="6299" y="11201"/>
                    <a:pt x="7328" y="12770"/>
                    <a:pt x="8750" y="13604"/>
                  </a:cubicBezTo>
                  <a:cubicBezTo>
                    <a:pt x="10171" y="14437"/>
                    <a:pt x="11397" y="14976"/>
                    <a:pt x="12426" y="15221"/>
                  </a:cubicBezTo>
                  <a:cubicBezTo>
                    <a:pt x="13407" y="15417"/>
                    <a:pt x="14730" y="15516"/>
                    <a:pt x="16397" y="15516"/>
                  </a:cubicBezTo>
                  <a:lnTo>
                    <a:pt x="64632" y="15516"/>
                  </a:lnTo>
                  <a:cubicBezTo>
                    <a:pt x="69534" y="15516"/>
                    <a:pt x="72990" y="15663"/>
                    <a:pt x="75000" y="15957"/>
                  </a:cubicBezTo>
                  <a:cubicBezTo>
                    <a:pt x="83725" y="17281"/>
                    <a:pt x="91102" y="21055"/>
                    <a:pt x="97132" y="27280"/>
                  </a:cubicBezTo>
                  <a:cubicBezTo>
                    <a:pt x="103161" y="33456"/>
                    <a:pt x="106176" y="40809"/>
                    <a:pt x="106176" y="49338"/>
                  </a:cubicBezTo>
                  <a:cubicBezTo>
                    <a:pt x="106176" y="59682"/>
                    <a:pt x="102548" y="68604"/>
                    <a:pt x="95293" y="76103"/>
                  </a:cubicBezTo>
                  <a:cubicBezTo>
                    <a:pt x="87990" y="83554"/>
                    <a:pt x="79068" y="87279"/>
                    <a:pt x="68529" y="87279"/>
                  </a:cubicBezTo>
                  <a:lnTo>
                    <a:pt x="11765" y="87279"/>
                  </a:lnTo>
                  <a:cubicBezTo>
                    <a:pt x="8872" y="87279"/>
                    <a:pt x="6985" y="87916"/>
                    <a:pt x="6103" y="89191"/>
                  </a:cubicBezTo>
                  <a:cubicBezTo>
                    <a:pt x="5171" y="90465"/>
                    <a:pt x="4706" y="93799"/>
                    <a:pt x="4706" y="99191"/>
                  </a:cubicBezTo>
                  <a:lnTo>
                    <a:pt x="4706" y="102795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54F2839A-A125-B987-720B-CE3707979668}"/>
                </a:ext>
              </a:extLst>
            </p:cNvPr>
            <p:cNvSpPr/>
            <p:nvPr/>
          </p:nvSpPr>
          <p:spPr>
            <a:xfrm>
              <a:off x="483628" y="3297802"/>
              <a:ext cx="47763" cy="59138"/>
            </a:xfrm>
            <a:custGeom>
              <a:avLst/>
              <a:gdLst>
                <a:gd name="csX0" fmla="*/ 6228 w 47763"/>
                <a:gd name="csY0" fmla="*/ 0 h 59138"/>
                <a:gd name="csX1" fmla="*/ 7669 w 47763"/>
                <a:gd name="csY1" fmla="*/ 309 h 59138"/>
                <a:gd name="csX2" fmla="*/ 11323 w 47763"/>
                <a:gd name="csY2" fmla="*/ 1441 h 59138"/>
                <a:gd name="csX3" fmla="*/ 16934 w 47763"/>
                <a:gd name="csY3" fmla="*/ 3602 h 59138"/>
                <a:gd name="csX4" fmla="*/ 23625 w 47763"/>
                <a:gd name="csY4" fmla="*/ 7102 h 59138"/>
                <a:gd name="csX5" fmla="*/ 30985 w 47763"/>
                <a:gd name="csY5" fmla="*/ 12147 h 59138"/>
                <a:gd name="csX6" fmla="*/ 32478 w 47763"/>
                <a:gd name="csY6" fmla="*/ 13073 h 59138"/>
                <a:gd name="csX7" fmla="*/ 34691 w 47763"/>
                <a:gd name="csY7" fmla="*/ 13175 h 59138"/>
                <a:gd name="csX8" fmla="*/ 45397 w 47763"/>
                <a:gd name="csY8" fmla="*/ 9934 h 59138"/>
                <a:gd name="csX9" fmla="*/ 45397 w 47763"/>
                <a:gd name="csY9" fmla="*/ 9521 h 59138"/>
                <a:gd name="csX10" fmla="*/ 45088 w 47763"/>
                <a:gd name="csY10" fmla="*/ 8441 h 59138"/>
                <a:gd name="csX11" fmla="*/ 44315 w 47763"/>
                <a:gd name="csY11" fmla="*/ 6897 h 59138"/>
                <a:gd name="csX12" fmla="*/ 42772 w 47763"/>
                <a:gd name="csY12" fmla="*/ 5352 h 59138"/>
                <a:gd name="csX13" fmla="*/ 40250 w 47763"/>
                <a:gd name="csY13" fmla="*/ 4015 h 59138"/>
                <a:gd name="csX14" fmla="*/ 39220 w 47763"/>
                <a:gd name="csY14" fmla="*/ 2624 h 59138"/>
                <a:gd name="csX15" fmla="*/ 40250 w 47763"/>
                <a:gd name="csY15" fmla="*/ 1389 h 59138"/>
                <a:gd name="csX16" fmla="*/ 44934 w 47763"/>
                <a:gd name="csY16" fmla="*/ 3963 h 59138"/>
                <a:gd name="csX17" fmla="*/ 47764 w 47763"/>
                <a:gd name="csY17" fmla="*/ 10242 h 59138"/>
                <a:gd name="csX18" fmla="*/ 45449 w 47763"/>
                <a:gd name="csY18" fmla="*/ 16316 h 59138"/>
                <a:gd name="csX19" fmla="*/ 38860 w 47763"/>
                <a:gd name="csY19" fmla="*/ 19815 h 59138"/>
                <a:gd name="csX20" fmla="*/ 47764 w 47763"/>
                <a:gd name="csY20" fmla="*/ 42050 h 59138"/>
                <a:gd name="csX21" fmla="*/ 42669 w 47763"/>
                <a:gd name="csY21" fmla="*/ 54507 h 59138"/>
                <a:gd name="csX22" fmla="*/ 29904 w 47763"/>
                <a:gd name="csY22" fmla="*/ 59139 h 59138"/>
                <a:gd name="csX23" fmla="*/ 15647 w 47763"/>
                <a:gd name="csY23" fmla="*/ 55124 h 59138"/>
                <a:gd name="csX24" fmla="*/ 4375 w 47763"/>
                <a:gd name="csY24" fmla="*/ 44471 h 59138"/>
                <a:gd name="csX25" fmla="*/ 0 w 47763"/>
                <a:gd name="csY25" fmla="*/ 30779 h 59138"/>
                <a:gd name="csX26" fmla="*/ 669 w 47763"/>
                <a:gd name="csY26" fmla="*/ 25941 h 59138"/>
                <a:gd name="csX27" fmla="*/ 2882 w 47763"/>
                <a:gd name="csY27" fmla="*/ 21206 h 59138"/>
                <a:gd name="csX28" fmla="*/ 6897 w 47763"/>
                <a:gd name="csY28" fmla="*/ 17088 h 59138"/>
                <a:gd name="csX29" fmla="*/ 13125 w 47763"/>
                <a:gd name="csY29" fmla="*/ 14257 h 59138"/>
                <a:gd name="csX30" fmla="*/ 21720 w 47763"/>
                <a:gd name="csY30" fmla="*/ 13175 h 59138"/>
                <a:gd name="csX31" fmla="*/ 28257 w 47763"/>
                <a:gd name="csY31" fmla="*/ 13175 h 59138"/>
                <a:gd name="csX32" fmla="*/ 7360 w 47763"/>
                <a:gd name="csY32" fmla="*/ 2830 h 59138"/>
                <a:gd name="csX33" fmla="*/ 5301 w 47763"/>
                <a:gd name="csY33" fmla="*/ 2008 h 59138"/>
                <a:gd name="csX34" fmla="*/ 5147 w 47763"/>
                <a:gd name="csY34" fmla="*/ 1287 h 59138"/>
                <a:gd name="csX35" fmla="*/ 5456 w 47763"/>
                <a:gd name="csY35" fmla="*/ 463 h 59138"/>
                <a:gd name="csX36" fmla="*/ 5971 w 47763"/>
                <a:gd name="csY36" fmla="*/ 52 h 59138"/>
                <a:gd name="csX37" fmla="*/ 6228 w 47763"/>
                <a:gd name="csY37" fmla="*/ 0 h 59138"/>
                <a:gd name="csX38" fmla="*/ 36132 w 47763"/>
                <a:gd name="csY38" fmla="*/ 20228 h 59138"/>
                <a:gd name="csX39" fmla="*/ 24346 w 47763"/>
                <a:gd name="csY39" fmla="*/ 20433 h 59138"/>
                <a:gd name="csX40" fmla="*/ 21412 w 47763"/>
                <a:gd name="csY40" fmla="*/ 20433 h 59138"/>
                <a:gd name="csX41" fmla="*/ 18272 w 47763"/>
                <a:gd name="csY41" fmla="*/ 20537 h 59138"/>
                <a:gd name="csX42" fmla="*/ 14926 w 47763"/>
                <a:gd name="csY42" fmla="*/ 20845 h 59138"/>
                <a:gd name="csX43" fmla="*/ 11787 w 47763"/>
                <a:gd name="csY43" fmla="*/ 21359 h 59138"/>
                <a:gd name="csX44" fmla="*/ 8750 w 47763"/>
                <a:gd name="csY44" fmla="*/ 22235 h 59138"/>
                <a:gd name="csX45" fmla="*/ 6228 w 47763"/>
                <a:gd name="csY45" fmla="*/ 23573 h 59138"/>
                <a:gd name="csX46" fmla="*/ 4118 w 47763"/>
                <a:gd name="csY46" fmla="*/ 25374 h 59138"/>
                <a:gd name="csX47" fmla="*/ 2831 w 47763"/>
                <a:gd name="csY47" fmla="*/ 27793 h 59138"/>
                <a:gd name="csX48" fmla="*/ 2316 w 47763"/>
                <a:gd name="csY48" fmla="*/ 30882 h 59138"/>
                <a:gd name="csX49" fmla="*/ 3088 w 47763"/>
                <a:gd name="csY49" fmla="*/ 35205 h 59138"/>
                <a:gd name="csX50" fmla="*/ 6125 w 47763"/>
                <a:gd name="csY50" fmla="*/ 40146 h 59138"/>
                <a:gd name="csX51" fmla="*/ 11993 w 47763"/>
                <a:gd name="csY51" fmla="*/ 45241 h 59138"/>
                <a:gd name="csX52" fmla="*/ 22801 w 47763"/>
                <a:gd name="csY52" fmla="*/ 49514 h 59138"/>
                <a:gd name="csX53" fmla="*/ 33919 w 47763"/>
                <a:gd name="csY53" fmla="*/ 51316 h 59138"/>
                <a:gd name="csX54" fmla="*/ 42309 w 47763"/>
                <a:gd name="csY54" fmla="*/ 48897 h 59138"/>
                <a:gd name="csX55" fmla="*/ 45397 w 47763"/>
                <a:gd name="csY55" fmla="*/ 41845 h 59138"/>
                <a:gd name="csX56" fmla="*/ 36132 w 47763"/>
                <a:gd name="csY56" fmla="*/ 20228 h 5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7763" h="59138">
                  <a:moveTo>
                    <a:pt x="6228" y="0"/>
                  </a:moveTo>
                  <a:cubicBezTo>
                    <a:pt x="6571" y="68"/>
                    <a:pt x="7051" y="171"/>
                    <a:pt x="7669" y="309"/>
                  </a:cubicBezTo>
                  <a:cubicBezTo>
                    <a:pt x="8252" y="446"/>
                    <a:pt x="9471" y="824"/>
                    <a:pt x="11323" y="1441"/>
                  </a:cubicBezTo>
                  <a:cubicBezTo>
                    <a:pt x="13176" y="2058"/>
                    <a:pt x="15047" y="2779"/>
                    <a:pt x="16934" y="3602"/>
                  </a:cubicBezTo>
                  <a:cubicBezTo>
                    <a:pt x="18787" y="4391"/>
                    <a:pt x="21017" y="5558"/>
                    <a:pt x="23625" y="7102"/>
                  </a:cubicBezTo>
                  <a:cubicBezTo>
                    <a:pt x="26198" y="8613"/>
                    <a:pt x="28652" y="10294"/>
                    <a:pt x="30985" y="12147"/>
                  </a:cubicBezTo>
                  <a:cubicBezTo>
                    <a:pt x="31603" y="12661"/>
                    <a:pt x="32100" y="12970"/>
                    <a:pt x="32478" y="13073"/>
                  </a:cubicBezTo>
                  <a:cubicBezTo>
                    <a:pt x="32821" y="13141"/>
                    <a:pt x="33559" y="13175"/>
                    <a:pt x="34691" y="13175"/>
                  </a:cubicBezTo>
                  <a:cubicBezTo>
                    <a:pt x="41828" y="13175"/>
                    <a:pt x="45397" y="12095"/>
                    <a:pt x="45397" y="9934"/>
                  </a:cubicBezTo>
                  <a:cubicBezTo>
                    <a:pt x="45397" y="9831"/>
                    <a:pt x="45397" y="9693"/>
                    <a:pt x="45397" y="9521"/>
                  </a:cubicBezTo>
                  <a:cubicBezTo>
                    <a:pt x="45362" y="9315"/>
                    <a:pt x="45259" y="8955"/>
                    <a:pt x="45088" y="8441"/>
                  </a:cubicBezTo>
                  <a:cubicBezTo>
                    <a:pt x="44882" y="7892"/>
                    <a:pt x="44624" y="7377"/>
                    <a:pt x="44315" y="6897"/>
                  </a:cubicBezTo>
                  <a:cubicBezTo>
                    <a:pt x="43972" y="6417"/>
                    <a:pt x="43458" y="5902"/>
                    <a:pt x="42772" y="5352"/>
                  </a:cubicBezTo>
                  <a:cubicBezTo>
                    <a:pt x="42051" y="4803"/>
                    <a:pt x="41211" y="4357"/>
                    <a:pt x="40250" y="4015"/>
                  </a:cubicBezTo>
                  <a:cubicBezTo>
                    <a:pt x="39564" y="3705"/>
                    <a:pt x="39220" y="3242"/>
                    <a:pt x="39220" y="2624"/>
                  </a:cubicBezTo>
                  <a:cubicBezTo>
                    <a:pt x="39220" y="1801"/>
                    <a:pt x="39564" y="1389"/>
                    <a:pt x="40250" y="1389"/>
                  </a:cubicBezTo>
                  <a:cubicBezTo>
                    <a:pt x="41485" y="1389"/>
                    <a:pt x="43046" y="2247"/>
                    <a:pt x="44934" y="3963"/>
                  </a:cubicBezTo>
                  <a:cubicBezTo>
                    <a:pt x="46821" y="5678"/>
                    <a:pt x="47764" y="7771"/>
                    <a:pt x="47764" y="10242"/>
                  </a:cubicBezTo>
                  <a:cubicBezTo>
                    <a:pt x="47764" y="12610"/>
                    <a:pt x="46992" y="14635"/>
                    <a:pt x="45449" y="16316"/>
                  </a:cubicBezTo>
                  <a:cubicBezTo>
                    <a:pt x="43870" y="17963"/>
                    <a:pt x="41674" y="19130"/>
                    <a:pt x="38860" y="19815"/>
                  </a:cubicBezTo>
                  <a:cubicBezTo>
                    <a:pt x="44796" y="27227"/>
                    <a:pt x="47764" y="34638"/>
                    <a:pt x="47764" y="42050"/>
                  </a:cubicBezTo>
                  <a:cubicBezTo>
                    <a:pt x="47764" y="47267"/>
                    <a:pt x="46066" y="51419"/>
                    <a:pt x="42669" y="54507"/>
                  </a:cubicBezTo>
                  <a:cubicBezTo>
                    <a:pt x="39238" y="57595"/>
                    <a:pt x="34983" y="59139"/>
                    <a:pt x="29904" y="59139"/>
                  </a:cubicBezTo>
                  <a:cubicBezTo>
                    <a:pt x="25032" y="59139"/>
                    <a:pt x="20279" y="57800"/>
                    <a:pt x="15647" y="55124"/>
                  </a:cubicBezTo>
                  <a:cubicBezTo>
                    <a:pt x="11015" y="52413"/>
                    <a:pt x="7257" y="48862"/>
                    <a:pt x="4375" y="44471"/>
                  </a:cubicBezTo>
                  <a:cubicBezTo>
                    <a:pt x="1458" y="40043"/>
                    <a:pt x="0" y="35479"/>
                    <a:pt x="0" y="30779"/>
                  </a:cubicBezTo>
                  <a:cubicBezTo>
                    <a:pt x="0" y="29132"/>
                    <a:pt x="223" y="27519"/>
                    <a:pt x="669" y="25941"/>
                  </a:cubicBezTo>
                  <a:cubicBezTo>
                    <a:pt x="1081" y="24362"/>
                    <a:pt x="1819" y="22784"/>
                    <a:pt x="2882" y="21206"/>
                  </a:cubicBezTo>
                  <a:cubicBezTo>
                    <a:pt x="3946" y="19627"/>
                    <a:pt x="5284" y="18254"/>
                    <a:pt x="6897" y="17088"/>
                  </a:cubicBezTo>
                  <a:cubicBezTo>
                    <a:pt x="8510" y="15922"/>
                    <a:pt x="10586" y="14978"/>
                    <a:pt x="13125" y="14257"/>
                  </a:cubicBezTo>
                  <a:cubicBezTo>
                    <a:pt x="15664" y="13536"/>
                    <a:pt x="18529" y="13175"/>
                    <a:pt x="21720" y="13175"/>
                  </a:cubicBezTo>
                  <a:lnTo>
                    <a:pt x="28257" y="13175"/>
                  </a:lnTo>
                  <a:cubicBezTo>
                    <a:pt x="22527" y="8647"/>
                    <a:pt x="15561" y="5198"/>
                    <a:pt x="7360" y="2830"/>
                  </a:cubicBezTo>
                  <a:cubicBezTo>
                    <a:pt x="6125" y="2487"/>
                    <a:pt x="5439" y="2213"/>
                    <a:pt x="5301" y="2008"/>
                  </a:cubicBezTo>
                  <a:cubicBezTo>
                    <a:pt x="5199" y="1869"/>
                    <a:pt x="5147" y="1629"/>
                    <a:pt x="5147" y="1287"/>
                  </a:cubicBezTo>
                  <a:cubicBezTo>
                    <a:pt x="5147" y="944"/>
                    <a:pt x="5250" y="669"/>
                    <a:pt x="5456" y="463"/>
                  </a:cubicBezTo>
                  <a:cubicBezTo>
                    <a:pt x="5627" y="222"/>
                    <a:pt x="5799" y="85"/>
                    <a:pt x="5971" y="52"/>
                  </a:cubicBezTo>
                  <a:lnTo>
                    <a:pt x="6228" y="0"/>
                  </a:lnTo>
                  <a:moveTo>
                    <a:pt x="36132" y="20228"/>
                  </a:moveTo>
                  <a:cubicBezTo>
                    <a:pt x="34931" y="20365"/>
                    <a:pt x="31002" y="20433"/>
                    <a:pt x="24346" y="20433"/>
                  </a:cubicBezTo>
                  <a:cubicBezTo>
                    <a:pt x="23076" y="20433"/>
                    <a:pt x="22098" y="20433"/>
                    <a:pt x="21412" y="20433"/>
                  </a:cubicBezTo>
                  <a:cubicBezTo>
                    <a:pt x="20691" y="20433"/>
                    <a:pt x="19645" y="20468"/>
                    <a:pt x="18272" y="20537"/>
                  </a:cubicBezTo>
                  <a:cubicBezTo>
                    <a:pt x="16899" y="20605"/>
                    <a:pt x="15784" y="20707"/>
                    <a:pt x="14926" y="20845"/>
                  </a:cubicBezTo>
                  <a:cubicBezTo>
                    <a:pt x="14069" y="20948"/>
                    <a:pt x="13022" y="21120"/>
                    <a:pt x="11787" y="21359"/>
                  </a:cubicBezTo>
                  <a:cubicBezTo>
                    <a:pt x="10551" y="21600"/>
                    <a:pt x="9539" y="21892"/>
                    <a:pt x="8750" y="22235"/>
                  </a:cubicBezTo>
                  <a:cubicBezTo>
                    <a:pt x="7961" y="22579"/>
                    <a:pt x="7120" y="23024"/>
                    <a:pt x="6228" y="23573"/>
                  </a:cubicBezTo>
                  <a:cubicBezTo>
                    <a:pt x="5336" y="24087"/>
                    <a:pt x="4632" y="24688"/>
                    <a:pt x="4118" y="25374"/>
                  </a:cubicBezTo>
                  <a:cubicBezTo>
                    <a:pt x="3603" y="26026"/>
                    <a:pt x="3174" y="26833"/>
                    <a:pt x="2831" y="27793"/>
                  </a:cubicBezTo>
                  <a:cubicBezTo>
                    <a:pt x="2488" y="28720"/>
                    <a:pt x="2316" y="29750"/>
                    <a:pt x="2316" y="30882"/>
                  </a:cubicBezTo>
                  <a:cubicBezTo>
                    <a:pt x="2316" y="32289"/>
                    <a:pt x="2574" y="33730"/>
                    <a:pt x="3088" y="35205"/>
                  </a:cubicBezTo>
                  <a:cubicBezTo>
                    <a:pt x="3569" y="36646"/>
                    <a:pt x="4581" y="38293"/>
                    <a:pt x="6125" y="40146"/>
                  </a:cubicBezTo>
                  <a:cubicBezTo>
                    <a:pt x="7635" y="41999"/>
                    <a:pt x="9591" y="43698"/>
                    <a:pt x="11993" y="45241"/>
                  </a:cubicBezTo>
                  <a:cubicBezTo>
                    <a:pt x="14532" y="46855"/>
                    <a:pt x="18135" y="48279"/>
                    <a:pt x="22801" y="49514"/>
                  </a:cubicBezTo>
                  <a:cubicBezTo>
                    <a:pt x="27434" y="50715"/>
                    <a:pt x="31140" y="51316"/>
                    <a:pt x="33919" y="51316"/>
                  </a:cubicBezTo>
                  <a:cubicBezTo>
                    <a:pt x="37419" y="51316"/>
                    <a:pt x="40215" y="50509"/>
                    <a:pt x="42309" y="48897"/>
                  </a:cubicBezTo>
                  <a:cubicBezTo>
                    <a:pt x="44367" y="47283"/>
                    <a:pt x="45397" y="44933"/>
                    <a:pt x="45397" y="41845"/>
                  </a:cubicBezTo>
                  <a:cubicBezTo>
                    <a:pt x="45397" y="34467"/>
                    <a:pt x="42309" y="27262"/>
                    <a:pt x="36132" y="20228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B78583B-330A-2AB6-414C-78483C4527AA}"/>
                </a:ext>
              </a:extLst>
            </p:cNvPr>
            <p:cNvSpPr/>
            <p:nvPr/>
          </p:nvSpPr>
          <p:spPr>
            <a:xfrm>
              <a:off x="386303" y="3247382"/>
              <a:ext cx="150588" cy="34925"/>
            </a:xfrm>
            <a:custGeom>
              <a:avLst/>
              <a:gdLst>
                <a:gd name="csX0" fmla="*/ 75294 w 150588"/>
                <a:gd name="csY0" fmla="*/ 34926 h 34925"/>
                <a:gd name="csX1" fmla="*/ 29338 w 150588"/>
                <a:gd name="csY1" fmla="*/ 25441 h 34925"/>
                <a:gd name="csX2" fmla="*/ 13529 w 150588"/>
                <a:gd name="csY2" fmla="*/ 15735 h 34925"/>
                <a:gd name="csX3" fmla="*/ 3162 w 150588"/>
                <a:gd name="csY3" fmla="*/ 6324 h 34925"/>
                <a:gd name="csX4" fmla="*/ 0 w 150588"/>
                <a:gd name="csY4" fmla="*/ 1545 h 34925"/>
                <a:gd name="csX5" fmla="*/ 1471 w 150588"/>
                <a:gd name="csY5" fmla="*/ 0 h 34925"/>
                <a:gd name="csX6" fmla="*/ 4044 w 150588"/>
                <a:gd name="csY6" fmla="*/ 1986 h 34925"/>
                <a:gd name="csX7" fmla="*/ 75294 w 150588"/>
                <a:gd name="csY7" fmla="*/ 26177 h 34925"/>
                <a:gd name="csX8" fmla="*/ 145735 w 150588"/>
                <a:gd name="csY8" fmla="*/ 2574 h 34925"/>
                <a:gd name="csX9" fmla="*/ 149117 w 150588"/>
                <a:gd name="csY9" fmla="*/ 0 h 34925"/>
                <a:gd name="csX10" fmla="*/ 150588 w 150588"/>
                <a:gd name="csY10" fmla="*/ 1545 h 34925"/>
                <a:gd name="csX11" fmla="*/ 147573 w 150588"/>
                <a:gd name="csY11" fmla="*/ 6176 h 34925"/>
                <a:gd name="csX12" fmla="*/ 137646 w 150588"/>
                <a:gd name="csY12" fmla="*/ 15368 h 34925"/>
                <a:gd name="csX13" fmla="*/ 122279 w 150588"/>
                <a:gd name="csY13" fmla="*/ 24999 h 34925"/>
                <a:gd name="csX14" fmla="*/ 75294 w 150588"/>
                <a:gd name="csY14" fmla="*/ 34926 h 3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50588" h="34925">
                  <a:moveTo>
                    <a:pt x="75294" y="34926"/>
                  </a:moveTo>
                  <a:cubicBezTo>
                    <a:pt x="58333" y="34926"/>
                    <a:pt x="43015" y="31764"/>
                    <a:pt x="29338" y="25441"/>
                  </a:cubicBezTo>
                  <a:cubicBezTo>
                    <a:pt x="23603" y="22745"/>
                    <a:pt x="18333" y="19510"/>
                    <a:pt x="13529" y="15735"/>
                  </a:cubicBezTo>
                  <a:cubicBezTo>
                    <a:pt x="8725" y="11961"/>
                    <a:pt x="5270" y="8824"/>
                    <a:pt x="3162" y="6324"/>
                  </a:cubicBezTo>
                  <a:cubicBezTo>
                    <a:pt x="1054" y="3824"/>
                    <a:pt x="0" y="2231"/>
                    <a:pt x="0" y="1545"/>
                  </a:cubicBezTo>
                  <a:cubicBezTo>
                    <a:pt x="0" y="564"/>
                    <a:pt x="490" y="49"/>
                    <a:pt x="1471" y="0"/>
                  </a:cubicBezTo>
                  <a:cubicBezTo>
                    <a:pt x="1961" y="0"/>
                    <a:pt x="2819" y="662"/>
                    <a:pt x="4044" y="1986"/>
                  </a:cubicBezTo>
                  <a:cubicBezTo>
                    <a:pt x="20515" y="18162"/>
                    <a:pt x="44264" y="26226"/>
                    <a:pt x="75294" y="26177"/>
                  </a:cubicBezTo>
                  <a:cubicBezTo>
                    <a:pt x="106421" y="26177"/>
                    <a:pt x="129901" y="18309"/>
                    <a:pt x="145735" y="2574"/>
                  </a:cubicBezTo>
                  <a:cubicBezTo>
                    <a:pt x="147450" y="858"/>
                    <a:pt x="148577" y="0"/>
                    <a:pt x="149117" y="0"/>
                  </a:cubicBezTo>
                  <a:cubicBezTo>
                    <a:pt x="150098" y="0"/>
                    <a:pt x="150588" y="515"/>
                    <a:pt x="150588" y="1545"/>
                  </a:cubicBezTo>
                  <a:cubicBezTo>
                    <a:pt x="150588" y="2231"/>
                    <a:pt x="149583" y="3775"/>
                    <a:pt x="147573" y="6176"/>
                  </a:cubicBezTo>
                  <a:cubicBezTo>
                    <a:pt x="145563" y="8578"/>
                    <a:pt x="142254" y="11642"/>
                    <a:pt x="137646" y="15368"/>
                  </a:cubicBezTo>
                  <a:cubicBezTo>
                    <a:pt x="133038" y="19093"/>
                    <a:pt x="127916" y="22304"/>
                    <a:pt x="122279" y="24999"/>
                  </a:cubicBezTo>
                  <a:cubicBezTo>
                    <a:pt x="108602" y="31617"/>
                    <a:pt x="92941" y="34926"/>
                    <a:pt x="75294" y="3492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DEAA7EC4-2C03-9A3B-12FE-8DCE065F293D}"/>
                </a:ext>
              </a:extLst>
            </p:cNvPr>
            <p:cNvSpPr/>
            <p:nvPr/>
          </p:nvSpPr>
          <p:spPr>
            <a:xfrm>
              <a:off x="432700" y="3160940"/>
              <a:ext cx="68234" cy="74999"/>
            </a:xfrm>
            <a:custGeom>
              <a:avLst/>
              <a:gdLst>
                <a:gd name="csX0" fmla="*/ 9926 w 68234"/>
                <a:gd name="csY0" fmla="*/ 0 h 74999"/>
                <a:gd name="csX1" fmla="*/ 16397 w 68234"/>
                <a:gd name="csY1" fmla="*/ 2574 h 74999"/>
                <a:gd name="csX2" fmla="*/ 18676 w 68234"/>
                <a:gd name="csY2" fmla="*/ 8088 h 74999"/>
                <a:gd name="csX3" fmla="*/ 17059 w 68234"/>
                <a:gd name="csY3" fmla="*/ 12353 h 74999"/>
                <a:gd name="csX4" fmla="*/ 13382 w 68234"/>
                <a:gd name="csY4" fmla="*/ 13824 h 74999"/>
                <a:gd name="csX5" fmla="*/ 8162 w 68234"/>
                <a:gd name="csY5" fmla="*/ 11766 h 74999"/>
                <a:gd name="csX6" fmla="*/ 5221 w 68234"/>
                <a:gd name="csY6" fmla="*/ 6618 h 74999"/>
                <a:gd name="csX7" fmla="*/ 3309 w 68234"/>
                <a:gd name="csY7" fmla="*/ 14119 h 74999"/>
                <a:gd name="csX8" fmla="*/ 4853 w 68234"/>
                <a:gd name="csY8" fmla="*/ 19633 h 74999"/>
                <a:gd name="csX9" fmla="*/ 8382 w 68234"/>
                <a:gd name="csY9" fmla="*/ 23676 h 74999"/>
                <a:gd name="csX10" fmla="*/ 13235 w 68234"/>
                <a:gd name="csY10" fmla="*/ 26472 h 74999"/>
                <a:gd name="csX11" fmla="*/ 17721 w 68234"/>
                <a:gd name="csY11" fmla="*/ 28236 h 74999"/>
                <a:gd name="csX12" fmla="*/ 21103 w 68234"/>
                <a:gd name="csY12" fmla="*/ 29044 h 74999"/>
                <a:gd name="csX13" fmla="*/ 41691 w 68234"/>
                <a:gd name="csY13" fmla="*/ 34191 h 74999"/>
                <a:gd name="csX14" fmla="*/ 54926 w 68234"/>
                <a:gd name="csY14" fmla="*/ 36692 h 74999"/>
                <a:gd name="csX15" fmla="*/ 62058 w 68234"/>
                <a:gd name="csY15" fmla="*/ 34632 h 74999"/>
                <a:gd name="csX16" fmla="*/ 64853 w 68234"/>
                <a:gd name="csY16" fmla="*/ 28456 h 74999"/>
                <a:gd name="csX17" fmla="*/ 64411 w 68234"/>
                <a:gd name="csY17" fmla="*/ 25001 h 74999"/>
                <a:gd name="csX18" fmla="*/ 62573 w 68234"/>
                <a:gd name="csY18" fmla="*/ 20810 h 74999"/>
                <a:gd name="csX19" fmla="*/ 59117 w 68234"/>
                <a:gd name="csY19" fmla="*/ 16250 h 74999"/>
                <a:gd name="csX20" fmla="*/ 53382 w 68234"/>
                <a:gd name="csY20" fmla="*/ 11912 h 74999"/>
                <a:gd name="csX21" fmla="*/ 45147 w 68234"/>
                <a:gd name="csY21" fmla="*/ 8383 h 74999"/>
                <a:gd name="csX22" fmla="*/ 43529 w 68234"/>
                <a:gd name="csY22" fmla="*/ 6472 h 74999"/>
                <a:gd name="csX23" fmla="*/ 45000 w 68234"/>
                <a:gd name="csY23" fmla="*/ 4634 h 74999"/>
                <a:gd name="csX24" fmla="*/ 48897 w 68234"/>
                <a:gd name="csY24" fmla="*/ 5662 h 74999"/>
                <a:gd name="csX25" fmla="*/ 54853 w 68234"/>
                <a:gd name="csY25" fmla="*/ 8751 h 74999"/>
                <a:gd name="csX26" fmla="*/ 61176 w 68234"/>
                <a:gd name="csY26" fmla="*/ 13530 h 74999"/>
                <a:gd name="csX27" fmla="*/ 66176 w 68234"/>
                <a:gd name="csY27" fmla="*/ 20295 h 74999"/>
                <a:gd name="csX28" fmla="*/ 68235 w 68234"/>
                <a:gd name="csY28" fmla="*/ 28751 h 74999"/>
                <a:gd name="csX29" fmla="*/ 64853 w 68234"/>
                <a:gd name="csY29" fmla="*/ 39266 h 74999"/>
                <a:gd name="csX30" fmla="*/ 56764 w 68234"/>
                <a:gd name="csY30" fmla="*/ 45000 h 74999"/>
                <a:gd name="csX31" fmla="*/ 58308 w 68234"/>
                <a:gd name="csY31" fmla="*/ 45883 h 74999"/>
                <a:gd name="csX32" fmla="*/ 61176 w 68234"/>
                <a:gd name="csY32" fmla="*/ 47941 h 74999"/>
                <a:gd name="csX33" fmla="*/ 64559 w 68234"/>
                <a:gd name="csY33" fmla="*/ 51104 h 74999"/>
                <a:gd name="csX34" fmla="*/ 67058 w 68234"/>
                <a:gd name="csY34" fmla="*/ 55441 h 74999"/>
                <a:gd name="csX35" fmla="*/ 68235 w 68234"/>
                <a:gd name="csY35" fmla="*/ 60809 h 74999"/>
                <a:gd name="csX36" fmla="*/ 67206 w 68234"/>
                <a:gd name="csY36" fmla="*/ 67500 h 74999"/>
                <a:gd name="csX37" fmla="*/ 63823 w 68234"/>
                <a:gd name="csY37" fmla="*/ 72795 h 74999"/>
                <a:gd name="csX38" fmla="*/ 58235 w 68234"/>
                <a:gd name="csY38" fmla="*/ 75000 h 74999"/>
                <a:gd name="csX39" fmla="*/ 52132 w 68234"/>
                <a:gd name="csY39" fmla="*/ 72573 h 74999"/>
                <a:gd name="csX40" fmla="*/ 49559 w 68234"/>
                <a:gd name="csY40" fmla="*/ 66692 h 74999"/>
                <a:gd name="csX41" fmla="*/ 50809 w 68234"/>
                <a:gd name="csY41" fmla="*/ 62868 h 74999"/>
                <a:gd name="csX42" fmla="*/ 54779 w 68234"/>
                <a:gd name="csY42" fmla="*/ 61104 h 74999"/>
                <a:gd name="csX43" fmla="*/ 60073 w 68234"/>
                <a:gd name="csY43" fmla="*/ 63162 h 74999"/>
                <a:gd name="csX44" fmla="*/ 62941 w 68234"/>
                <a:gd name="csY44" fmla="*/ 68163 h 74999"/>
                <a:gd name="csX45" fmla="*/ 64853 w 68234"/>
                <a:gd name="csY45" fmla="*/ 60661 h 74999"/>
                <a:gd name="csX46" fmla="*/ 60588 w 68234"/>
                <a:gd name="csY46" fmla="*/ 51986 h 74999"/>
                <a:gd name="csX47" fmla="*/ 49191 w 68234"/>
                <a:gd name="csY47" fmla="*/ 46324 h 74999"/>
                <a:gd name="csX48" fmla="*/ 24412 w 68234"/>
                <a:gd name="csY48" fmla="*/ 40000 h 74999"/>
                <a:gd name="csX49" fmla="*/ 13382 w 68234"/>
                <a:gd name="csY49" fmla="*/ 38236 h 74999"/>
                <a:gd name="csX50" fmla="*/ 8162 w 68234"/>
                <a:gd name="csY50" fmla="*/ 39044 h 74999"/>
                <a:gd name="csX51" fmla="*/ 5074 w 68234"/>
                <a:gd name="csY51" fmla="*/ 41250 h 74999"/>
                <a:gd name="csX52" fmla="*/ 3677 w 68234"/>
                <a:gd name="csY52" fmla="*/ 43824 h 74999"/>
                <a:gd name="csX53" fmla="*/ 3309 w 68234"/>
                <a:gd name="csY53" fmla="*/ 46324 h 74999"/>
                <a:gd name="csX54" fmla="*/ 4191 w 68234"/>
                <a:gd name="csY54" fmla="*/ 51030 h 74999"/>
                <a:gd name="csX55" fmla="*/ 7132 w 68234"/>
                <a:gd name="csY55" fmla="*/ 56397 h 74999"/>
                <a:gd name="csX56" fmla="*/ 13235 w 68234"/>
                <a:gd name="csY56" fmla="*/ 61986 h 74999"/>
                <a:gd name="csX57" fmla="*/ 23015 w 68234"/>
                <a:gd name="csY57" fmla="*/ 66544 h 74999"/>
                <a:gd name="csX58" fmla="*/ 24706 w 68234"/>
                <a:gd name="csY58" fmla="*/ 68530 h 74999"/>
                <a:gd name="csX59" fmla="*/ 23162 w 68234"/>
                <a:gd name="csY59" fmla="*/ 70294 h 74999"/>
                <a:gd name="csX60" fmla="*/ 19338 w 68234"/>
                <a:gd name="csY60" fmla="*/ 69338 h 74999"/>
                <a:gd name="csX61" fmla="*/ 13382 w 68234"/>
                <a:gd name="csY61" fmla="*/ 66251 h 74999"/>
                <a:gd name="csX62" fmla="*/ 7132 w 68234"/>
                <a:gd name="csY62" fmla="*/ 61397 h 74999"/>
                <a:gd name="csX63" fmla="*/ 2059 w 68234"/>
                <a:gd name="csY63" fmla="*/ 54559 h 74999"/>
                <a:gd name="csX64" fmla="*/ 0 w 68234"/>
                <a:gd name="csY64" fmla="*/ 46029 h 74999"/>
                <a:gd name="csX65" fmla="*/ 441 w 68234"/>
                <a:gd name="csY65" fmla="*/ 42133 h 74999"/>
                <a:gd name="csX66" fmla="*/ 1912 w 68234"/>
                <a:gd name="csY66" fmla="*/ 37795 h 74999"/>
                <a:gd name="csX67" fmla="*/ 5441 w 68234"/>
                <a:gd name="csY67" fmla="*/ 33235 h 74999"/>
                <a:gd name="csX68" fmla="*/ 11397 w 68234"/>
                <a:gd name="csY68" fmla="*/ 29781 h 74999"/>
                <a:gd name="csX69" fmla="*/ 8088 w 68234"/>
                <a:gd name="csY69" fmla="*/ 27721 h 74999"/>
                <a:gd name="csX70" fmla="*/ 4485 w 68234"/>
                <a:gd name="csY70" fmla="*/ 24560 h 74999"/>
                <a:gd name="csX71" fmla="*/ 1250 w 68234"/>
                <a:gd name="csY71" fmla="*/ 19854 h 74999"/>
                <a:gd name="csX72" fmla="*/ 0 w 68234"/>
                <a:gd name="csY72" fmla="*/ 13971 h 74999"/>
                <a:gd name="csX73" fmla="*/ 809 w 68234"/>
                <a:gd name="csY73" fmla="*/ 8016 h 74999"/>
                <a:gd name="csX74" fmla="*/ 3971 w 68234"/>
                <a:gd name="csY74" fmla="*/ 2574 h 74999"/>
                <a:gd name="csX75" fmla="*/ 9926 w 68234"/>
                <a:gd name="csY75" fmla="*/ 0 h 74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8234" h="74999">
                  <a:moveTo>
                    <a:pt x="9926" y="0"/>
                  </a:moveTo>
                  <a:cubicBezTo>
                    <a:pt x="12672" y="0"/>
                    <a:pt x="14828" y="858"/>
                    <a:pt x="16397" y="2574"/>
                  </a:cubicBezTo>
                  <a:cubicBezTo>
                    <a:pt x="17917" y="4290"/>
                    <a:pt x="18676" y="6128"/>
                    <a:pt x="18676" y="8088"/>
                  </a:cubicBezTo>
                  <a:cubicBezTo>
                    <a:pt x="18676" y="9951"/>
                    <a:pt x="18137" y="11372"/>
                    <a:pt x="17059" y="12353"/>
                  </a:cubicBezTo>
                  <a:cubicBezTo>
                    <a:pt x="15980" y="13333"/>
                    <a:pt x="14755" y="13824"/>
                    <a:pt x="13382" y="13824"/>
                  </a:cubicBezTo>
                  <a:cubicBezTo>
                    <a:pt x="11520" y="13824"/>
                    <a:pt x="9779" y="13138"/>
                    <a:pt x="8162" y="11766"/>
                  </a:cubicBezTo>
                  <a:cubicBezTo>
                    <a:pt x="6544" y="10393"/>
                    <a:pt x="5564" y="8677"/>
                    <a:pt x="5221" y="6618"/>
                  </a:cubicBezTo>
                  <a:cubicBezTo>
                    <a:pt x="3946" y="8628"/>
                    <a:pt x="3309" y="11128"/>
                    <a:pt x="3309" y="14119"/>
                  </a:cubicBezTo>
                  <a:cubicBezTo>
                    <a:pt x="3309" y="16079"/>
                    <a:pt x="3824" y="17917"/>
                    <a:pt x="4853" y="19633"/>
                  </a:cubicBezTo>
                  <a:cubicBezTo>
                    <a:pt x="5882" y="21300"/>
                    <a:pt x="7059" y="22648"/>
                    <a:pt x="8382" y="23676"/>
                  </a:cubicBezTo>
                  <a:cubicBezTo>
                    <a:pt x="9706" y="24657"/>
                    <a:pt x="11324" y="25589"/>
                    <a:pt x="13235" y="26472"/>
                  </a:cubicBezTo>
                  <a:cubicBezTo>
                    <a:pt x="15098" y="27305"/>
                    <a:pt x="16593" y="27893"/>
                    <a:pt x="17721" y="28236"/>
                  </a:cubicBezTo>
                  <a:cubicBezTo>
                    <a:pt x="18799" y="28530"/>
                    <a:pt x="19926" y="28800"/>
                    <a:pt x="21103" y="29044"/>
                  </a:cubicBezTo>
                  <a:lnTo>
                    <a:pt x="41691" y="34191"/>
                  </a:lnTo>
                  <a:cubicBezTo>
                    <a:pt x="48211" y="35858"/>
                    <a:pt x="52622" y="36692"/>
                    <a:pt x="54926" y="36692"/>
                  </a:cubicBezTo>
                  <a:cubicBezTo>
                    <a:pt x="57769" y="36692"/>
                    <a:pt x="60147" y="36005"/>
                    <a:pt x="62058" y="34632"/>
                  </a:cubicBezTo>
                  <a:cubicBezTo>
                    <a:pt x="63921" y="33260"/>
                    <a:pt x="64853" y="31202"/>
                    <a:pt x="64853" y="28456"/>
                  </a:cubicBezTo>
                  <a:cubicBezTo>
                    <a:pt x="64853" y="27378"/>
                    <a:pt x="64706" y="26226"/>
                    <a:pt x="64411" y="25001"/>
                  </a:cubicBezTo>
                  <a:cubicBezTo>
                    <a:pt x="64068" y="23776"/>
                    <a:pt x="63456" y="22379"/>
                    <a:pt x="62573" y="20810"/>
                  </a:cubicBezTo>
                  <a:cubicBezTo>
                    <a:pt x="61642" y="19192"/>
                    <a:pt x="60490" y="17672"/>
                    <a:pt x="59117" y="16250"/>
                  </a:cubicBezTo>
                  <a:cubicBezTo>
                    <a:pt x="57696" y="14780"/>
                    <a:pt x="55784" y="13334"/>
                    <a:pt x="53382" y="11912"/>
                  </a:cubicBezTo>
                  <a:cubicBezTo>
                    <a:pt x="50980" y="10491"/>
                    <a:pt x="48235" y="9315"/>
                    <a:pt x="45147" y="8383"/>
                  </a:cubicBezTo>
                  <a:cubicBezTo>
                    <a:pt x="44068" y="8089"/>
                    <a:pt x="43529" y="7452"/>
                    <a:pt x="43529" y="6472"/>
                  </a:cubicBezTo>
                  <a:cubicBezTo>
                    <a:pt x="43529" y="5246"/>
                    <a:pt x="44019" y="4634"/>
                    <a:pt x="45000" y="4634"/>
                  </a:cubicBezTo>
                  <a:cubicBezTo>
                    <a:pt x="45833" y="4634"/>
                    <a:pt x="47132" y="4976"/>
                    <a:pt x="48897" y="5662"/>
                  </a:cubicBezTo>
                  <a:cubicBezTo>
                    <a:pt x="50613" y="6299"/>
                    <a:pt x="52598" y="7329"/>
                    <a:pt x="54853" y="8751"/>
                  </a:cubicBezTo>
                  <a:cubicBezTo>
                    <a:pt x="57059" y="10124"/>
                    <a:pt x="59166" y="11717"/>
                    <a:pt x="61176" y="13530"/>
                  </a:cubicBezTo>
                  <a:cubicBezTo>
                    <a:pt x="63137" y="15344"/>
                    <a:pt x="64804" y="17599"/>
                    <a:pt x="66176" y="20295"/>
                  </a:cubicBezTo>
                  <a:cubicBezTo>
                    <a:pt x="67549" y="22991"/>
                    <a:pt x="68235" y="25809"/>
                    <a:pt x="68235" y="28751"/>
                  </a:cubicBezTo>
                  <a:cubicBezTo>
                    <a:pt x="68235" y="32966"/>
                    <a:pt x="67107" y="36471"/>
                    <a:pt x="64853" y="39266"/>
                  </a:cubicBezTo>
                  <a:cubicBezTo>
                    <a:pt x="62598" y="42060"/>
                    <a:pt x="59902" y="43971"/>
                    <a:pt x="56764" y="45000"/>
                  </a:cubicBezTo>
                  <a:cubicBezTo>
                    <a:pt x="57206" y="45246"/>
                    <a:pt x="57720" y="45540"/>
                    <a:pt x="58308" y="45883"/>
                  </a:cubicBezTo>
                  <a:cubicBezTo>
                    <a:pt x="58897" y="46227"/>
                    <a:pt x="59853" y="46912"/>
                    <a:pt x="61176" y="47941"/>
                  </a:cubicBezTo>
                  <a:cubicBezTo>
                    <a:pt x="62451" y="48922"/>
                    <a:pt x="63578" y="49976"/>
                    <a:pt x="64559" y="51104"/>
                  </a:cubicBezTo>
                  <a:cubicBezTo>
                    <a:pt x="65490" y="52231"/>
                    <a:pt x="66323" y="53677"/>
                    <a:pt x="67058" y="55441"/>
                  </a:cubicBezTo>
                  <a:cubicBezTo>
                    <a:pt x="67843" y="57157"/>
                    <a:pt x="68235" y="58946"/>
                    <a:pt x="68235" y="60809"/>
                  </a:cubicBezTo>
                  <a:cubicBezTo>
                    <a:pt x="68235" y="63162"/>
                    <a:pt x="67892" y="65393"/>
                    <a:pt x="67206" y="67500"/>
                  </a:cubicBezTo>
                  <a:cubicBezTo>
                    <a:pt x="66519" y="69560"/>
                    <a:pt x="65392" y="71324"/>
                    <a:pt x="63823" y="72795"/>
                  </a:cubicBezTo>
                  <a:cubicBezTo>
                    <a:pt x="62255" y="74265"/>
                    <a:pt x="60392" y="75000"/>
                    <a:pt x="58235" y="75000"/>
                  </a:cubicBezTo>
                  <a:cubicBezTo>
                    <a:pt x="55833" y="75000"/>
                    <a:pt x="53799" y="74191"/>
                    <a:pt x="52132" y="72573"/>
                  </a:cubicBezTo>
                  <a:cubicBezTo>
                    <a:pt x="50416" y="70907"/>
                    <a:pt x="49559" y="68947"/>
                    <a:pt x="49559" y="66692"/>
                  </a:cubicBezTo>
                  <a:cubicBezTo>
                    <a:pt x="49559" y="65270"/>
                    <a:pt x="49975" y="63995"/>
                    <a:pt x="50809" y="62868"/>
                  </a:cubicBezTo>
                  <a:cubicBezTo>
                    <a:pt x="51642" y="61692"/>
                    <a:pt x="52965" y="61104"/>
                    <a:pt x="54779" y="61104"/>
                  </a:cubicBezTo>
                  <a:cubicBezTo>
                    <a:pt x="56789" y="61104"/>
                    <a:pt x="58554" y="61790"/>
                    <a:pt x="60073" y="63162"/>
                  </a:cubicBezTo>
                  <a:cubicBezTo>
                    <a:pt x="61593" y="64535"/>
                    <a:pt x="62549" y="66202"/>
                    <a:pt x="62941" y="68163"/>
                  </a:cubicBezTo>
                  <a:cubicBezTo>
                    <a:pt x="64215" y="66152"/>
                    <a:pt x="64853" y="63652"/>
                    <a:pt x="64853" y="60661"/>
                  </a:cubicBezTo>
                  <a:cubicBezTo>
                    <a:pt x="64853" y="57427"/>
                    <a:pt x="63431" y="54535"/>
                    <a:pt x="60588" y="51986"/>
                  </a:cubicBezTo>
                  <a:cubicBezTo>
                    <a:pt x="57745" y="49437"/>
                    <a:pt x="53946" y="47550"/>
                    <a:pt x="49191" y="46324"/>
                  </a:cubicBezTo>
                  <a:cubicBezTo>
                    <a:pt x="37769" y="43285"/>
                    <a:pt x="29510" y="41177"/>
                    <a:pt x="24412" y="40000"/>
                  </a:cubicBezTo>
                  <a:cubicBezTo>
                    <a:pt x="19265" y="38824"/>
                    <a:pt x="15588" y="38236"/>
                    <a:pt x="13382" y="38236"/>
                  </a:cubicBezTo>
                  <a:cubicBezTo>
                    <a:pt x="11323" y="38236"/>
                    <a:pt x="9583" y="38506"/>
                    <a:pt x="8162" y="39044"/>
                  </a:cubicBezTo>
                  <a:cubicBezTo>
                    <a:pt x="6740" y="39583"/>
                    <a:pt x="5711" y="40318"/>
                    <a:pt x="5074" y="41250"/>
                  </a:cubicBezTo>
                  <a:cubicBezTo>
                    <a:pt x="4387" y="42133"/>
                    <a:pt x="3922" y="42991"/>
                    <a:pt x="3677" y="43824"/>
                  </a:cubicBezTo>
                  <a:cubicBezTo>
                    <a:pt x="3431" y="44608"/>
                    <a:pt x="3309" y="45441"/>
                    <a:pt x="3309" y="46324"/>
                  </a:cubicBezTo>
                  <a:cubicBezTo>
                    <a:pt x="3309" y="47795"/>
                    <a:pt x="3603" y="49363"/>
                    <a:pt x="4191" y="51030"/>
                  </a:cubicBezTo>
                  <a:cubicBezTo>
                    <a:pt x="4779" y="52648"/>
                    <a:pt x="5760" y="54437"/>
                    <a:pt x="7132" y="56397"/>
                  </a:cubicBezTo>
                  <a:cubicBezTo>
                    <a:pt x="8456" y="58308"/>
                    <a:pt x="10490" y="60172"/>
                    <a:pt x="13235" y="61986"/>
                  </a:cubicBezTo>
                  <a:cubicBezTo>
                    <a:pt x="15980" y="63800"/>
                    <a:pt x="19240" y="65319"/>
                    <a:pt x="23015" y="66544"/>
                  </a:cubicBezTo>
                  <a:cubicBezTo>
                    <a:pt x="24142" y="66789"/>
                    <a:pt x="24706" y="67451"/>
                    <a:pt x="24706" y="68530"/>
                  </a:cubicBezTo>
                  <a:cubicBezTo>
                    <a:pt x="24657" y="69706"/>
                    <a:pt x="24142" y="70294"/>
                    <a:pt x="23162" y="70294"/>
                  </a:cubicBezTo>
                  <a:cubicBezTo>
                    <a:pt x="22328" y="70294"/>
                    <a:pt x="21054" y="69975"/>
                    <a:pt x="19338" y="69338"/>
                  </a:cubicBezTo>
                  <a:cubicBezTo>
                    <a:pt x="17573" y="68652"/>
                    <a:pt x="15588" y="67623"/>
                    <a:pt x="13382" y="66251"/>
                  </a:cubicBezTo>
                  <a:cubicBezTo>
                    <a:pt x="11176" y="64829"/>
                    <a:pt x="9093" y="63211"/>
                    <a:pt x="7132" y="61397"/>
                  </a:cubicBezTo>
                  <a:cubicBezTo>
                    <a:pt x="5123" y="59535"/>
                    <a:pt x="3431" y="57255"/>
                    <a:pt x="2059" y="54559"/>
                  </a:cubicBezTo>
                  <a:cubicBezTo>
                    <a:pt x="686" y="51814"/>
                    <a:pt x="0" y="48971"/>
                    <a:pt x="0" y="46029"/>
                  </a:cubicBezTo>
                  <a:cubicBezTo>
                    <a:pt x="0" y="44707"/>
                    <a:pt x="147" y="43408"/>
                    <a:pt x="441" y="42133"/>
                  </a:cubicBezTo>
                  <a:cubicBezTo>
                    <a:pt x="686" y="40810"/>
                    <a:pt x="1176" y="39364"/>
                    <a:pt x="1912" y="37795"/>
                  </a:cubicBezTo>
                  <a:cubicBezTo>
                    <a:pt x="2647" y="36177"/>
                    <a:pt x="3824" y="34657"/>
                    <a:pt x="5441" y="33235"/>
                  </a:cubicBezTo>
                  <a:cubicBezTo>
                    <a:pt x="7059" y="31814"/>
                    <a:pt x="9044" y="30663"/>
                    <a:pt x="11397" y="29781"/>
                  </a:cubicBezTo>
                  <a:cubicBezTo>
                    <a:pt x="10270" y="29191"/>
                    <a:pt x="9167" y="28505"/>
                    <a:pt x="8088" y="27721"/>
                  </a:cubicBezTo>
                  <a:cubicBezTo>
                    <a:pt x="7010" y="26888"/>
                    <a:pt x="5809" y="25834"/>
                    <a:pt x="4485" y="24560"/>
                  </a:cubicBezTo>
                  <a:cubicBezTo>
                    <a:pt x="3113" y="23236"/>
                    <a:pt x="2034" y="21668"/>
                    <a:pt x="1250" y="19854"/>
                  </a:cubicBezTo>
                  <a:cubicBezTo>
                    <a:pt x="417" y="17991"/>
                    <a:pt x="0" y="16030"/>
                    <a:pt x="0" y="13971"/>
                  </a:cubicBezTo>
                  <a:cubicBezTo>
                    <a:pt x="0" y="11961"/>
                    <a:pt x="270" y="9976"/>
                    <a:pt x="809" y="8016"/>
                  </a:cubicBezTo>
                  <a:cubicBezTo>
                    <a:pt x="1299" y="6055"/>
                    <a:pt x="2353" y="4241"/>
                    <a:pt x="3971" y="2574"/>
                  </a:cubicBezTo>
                  <a:cubicBezTo>
                    <a:pt x="5539" y="858"/>
                    <a:pt x="7525" y="0"/>
                    <a:pt x="9926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B3A685D6-4FA5-859B-E912-B5F9ED77827E}"/>
                </a:ext>
              </a:extLst>
            </p:cNvPr>
            <p:cNvSpPr/>
            <p:nvPr/>
          </p:nvSpPr>
          <p:spPr>
            <a:xfrm>
              <a:off x="386303" y="3111520"/>
              <a:ext cx="150588" cy="34925"/>
            </a:xfrm>
            <a:custGeom>
              <a:avLst/>
              <a:gdLst>
                <a:gd name="csX0" fmla="*/ 149117 w 150588"/>
                <a:gd name="csY0" fmla="*/ 34926 h 34925"/>
                <a:gd name="csX1" fmla="*/ 146543 w 150588"/>
                <a:gd name="csY1" fmla="*/ 33014 h 34925"/>
                <a:gd name="csX2" fmla="*/ 75294 w 150588"/>
                <a:gd name="csY2" fmla="*/ 8751 h 34925"/>
                <a:gd name="csX3" fmla="*/ 5000 w 150588"/>
                <a:gd name="csY3" fmla="*/ 32058 h 34925"/>
                <a:gd name="csX4" fmla="*/ 1471 w 150588"/>
                <a:gd name="csY4" fmla="*/ 34926 h 34925"/>
                <a:gd name="csX5" fmla="*/ 0 w 150588"/>
                <a:gd name="csY5" fmla="*/ 33457 h 34925"/>
                <a:gd name="csX6" fmla="*/ 3015 w 150588"/>
                <a:gd name="csY6" fmla="*/ 28823 h 34925"/>
                <a:gd name="csX7" fmla="*/ 12941 w 150588"/>
                <a:gd name="csY7" fmla="*/ 19633 h 34925"/>
                <a:gd name="csX8" fmla="*/ 28309 w 150588"/>
                <a:gd name="csY8" fmla="*/ 9926 h 34925"/>
                <a:gd name="csX9" fmla="*/ 75294 w 150588"/>
                <a:gd name="csY9" fmla="*/ 0 h 34925"/>
                <a:gd name="csX10" fmla="*/ 121249 w 150588"/>
                <a:gd name="csY10" fmla="*/ 9485 h 34925"/>
                <a:gd name="csX11" fmla="*/ 137058 w 150588"/>
                <a:gd name="csY11" fmla="*/ 19192 h 34925"/>
                <a:gd name="csX12" fmla="*/ 147425 w 150588"/>
                <a:gd name="csY12" fmla="*/ 28603 h 34925"/>
                <a:gd name="csX13" fmla="*/ 150588 w 150588"/>
                <a:gd name="csY13" fmla="*/ 33457 h 34925"/>
                <a:gd name="csX14" fmla="*/ 149117 w 150588"/>
                <a:gd name="csY14" fmla="*/ 34926 h 3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50588" h="34925">
                  <a:moveTo>
                    <a:pt x="149117" y="34926"/>
                  </a:moveTo>
                  <a:cubicBezTo>
                    <a:pt x="148627" y="34926"/>
                    <a:pt x="147768" y="34288"/>
                    <a:pt x="146543" y="33014"/>
                  </a:cubicBezTo>
                  <a:cubicBezTo>
                    <a:pt x="130073" y="16838"/>
                    <a:pt x="106323" y="8751"/>
                    <a:pt x="75294" y="8751"/>
                  </a:cubicBezTo>
                  <a:cubicBezTo>
                    <a:pt x="44166" y="8751"/>
                    <a:pt x="20735" y="16520"/>
                    <a:pt x="5000" y="32058"/>
                  </a:cubicBezTo>
                  <a:cubicBezTo>
                    <a:pt x="3186" y="33970"/>
                    <a:pt x="2010" y="34926"/>
                    <a:pt x="1471" y="34926"/>
                  </a:cubicBezTo>
                  <a:cubicBezTo>
                    <a:pt x="490" y="34926"/>
                    <a:pt x="0" y="34436"/>
                    <a:pt x="0" y="33457"/>
                  </a:cubicBezTo>
                  <a:cubicBezTo>
                    <a:pt x="0" y="32770"/>
                    <a:pt x="1005" y="31226"/>
                    <a:pt x="3015" y="28823"/>
                  </a:cubicBezTo>
                  <a:cubicBezTo>
                    <a:pt x="5025" y="26372"/>
                    <a:pt x="8333" y="23309"/>
                    <a:pt x="12941" y="19633"/>
                  </a:cubicBezTo>
                  <a:cubicBezTo>
                    <a:pt x="17549" y="15907"/>
                    <a:pt x="22671" y="12671"/>
                    <a:pt x="28309" y="9926"/>
                  </a:cubicBezTo>
                  <a:cubicBezTo>
                    <a:pt x="41985" y="3309"/>
                    <a:pt x="57647" y="0"/>
                    <a:pt x="75294" y="0"/>
                  </a:cubicBezTo>
                  <a:cubicBezTo>
                    <a:pt x="92254" y="0"/>
                    <a:pt x="107573" y="3162"/>
                    <a:pt x="121249" y="9485"/>
                  </a:cubicBezTo>
                  <a:cubicBezTo>
                    <a:pt x="126985" y="12182"/>
                    <a:pt x="132254" y="15417"/>
                    <a:pt x="137058" y="19192"/>
                  </a:cubicBezTo>
                  <a:cubicBezTo>
                    <a:pt x="141862" y="22966"/>
                    <a:pt x="145318" y="26103"/>
                    <a:pt x="147425" y="28603"/>
                  </a:cubicBezTo>
                  <a:cubicBezTo>
                    <a:pt x="149534" y="31103"/>
                    <a:pt x="150588" y="32721"/>
                    <a:pt x="150588" y="33457"/>
                  </a:cubicBezTo>
                  <a:cubicBezTo>
                    <a:pt x="150588" y="34436"/>
                    <a:pt x="150098" y="34926"/>
                    <a:pt x="149117" y="3492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" name="Freeform 97">
            <a:extLst>
              <a:ext uri="{FF2B5EF4-FFF2-40B4-BE49-F238E27FC236}">
                <a16:creationId xmlns:a16="http://schemas.microsoft.com/office/drawing/2014/main" id="{C453DB97-B9EB-3B7E-2B63-BE68B164C92A}"/>
              </a:ext>
            </a:extLst>
          </p:cNvPr>
          <p:cNvSpPr/>
          <p:nvPr/>
        </p:nvSpPr>
        <p:spPr>
          <a:xfrm>
            <a:off x="898387" y="2939826"/>
            <a:ext cx="3072687" cy="1559052"/>
          </a:xfrm>
          <a:custGeom>
            <a:avLst/>
            <a:gdLst>
              <a:gd name="csX0" fmla="*/ 0 w 3072687"/>
              <a:gd name="csY0" fmla="*/ 1559053 h 1559052"/>
              <a:gd name="csX1" fmla="*/ 10276 w 3072687"/>
              <a:gd name="csY1" fmla="*/ 1557201 h 1559052"/>
              <a:gd name="csX2" fmla="*/ 20553 w 3072687"/>
              <a:gd name="csY2" fmla="*/ 1555333 h 1559052"/>
              <a:gd name="csX3" fmla="*/ 30829 w 3072687"/>
              <a:gd name="csY3" fmla="*/ 1553465 h 1559052"/>
              <a:gd name="csX4" fmla="*/ 41105 w 3072687"/>
              <a:gd name="csY4" fmla="*/ 1551613 h 1559052"/>
              <a:gd name="csX5" fmla="*/ 51383 w 3072687"/>
              <a:gd name="csY5" fmla="*/ 1549745 h 1559052"/>
              <a:gd name="csX6" fmla="*/ 61660 w 3072687"/>
              <a:gd name="csY6" fmla="*/ 1547893 h 1559052"/>
              <a:gd name="csX7" fmla="*/ 71936 w 3072687"/>
              <a:gd name="csY7" fmla="*/ 1546025 h 1559052"/>
              <a:gd name="csX8" fmla="*/ 82212 w 3072687"/>
              <a:gd name="csY8" fmla="*/ 1544157 h 1559052"/>
              <a:gd name="csX9" fmla="*/ 92489 w 3072687"/>
              <a:gd name="csY9" fmla="*/ 1542305 h 1559052"/>
              <a:gd name="csX10" fmla="*/ 102765 w 3072687"/>
              <a:gd name="csY10" fmla="*/ 1540437 h 1559052"/>
              <a:gd name="csX11" fmla="*/ 113041 w 3072687"/>
              <a:gd name="csY11" fmla="*/ 1538569 h 1559052"/>
              <a:gd name="csX12" fmla="*/ 123318 w 3072687"/>
              <a:gd name="csY12" fmla="*/ 1536717 h 1559052"/>
              <a:gd name="csX13" fmla="*/ 133596 w 3072687"/>
              <a:gd name="csY13" fmla="*/ 1534849 h 1559052"/>
              <a:gd name="csX14" fmla="*/ 143872 w 3072687"/>
              <a:gd name="csY14" fmla="*/ 1532981 h 1559052"/>
              <a:gd name="csX15" fmla="*/ 154148 w 3072687"/>
              <a:gd name="csY15" fmla="*/ 1531129 h 1559052"/>
              <a:gd name="csX16" fmla="*/ 164425 w 3072687"/>
              <a:gd name="csY16" fmla="*/ 1529261 h 1559052"/>
              <a:gd name="csX17" fmla="*/ 174701 w 3072687"/>
              <a:gd name="csY17" fmla="*/ 1527393 h 1559052"/>
              <a:gd name="csX18" fmla="*/ 184977 w 3072687"/>
              <a:gd name="csY18" fmla="*/ 1525541 h 1559052"/>
              <a:gd name="csX19" fmla="*/ 195254 w 3072687"/>
              <a:gd name="csY19" fmla="*/ 1523673 h 1559052"/>
              <a:gd name="csX20" fmla="*/ 205530 w 3072687"/>
              <a:gd name="csY20" fmla="*/ 1521821 h 1559052"/>
              <a:gd name="csX21" fmla="*/ 215808 w 3072687"/>
              <a:gd name="csY21" fmla="*/ 1519953 h 1559052"/>
              <a:gd name="csX22" fmla="*/ 226084 w 3072687"/>
              <a:gd name="csY22" fmla="*/ 1518086 h 1559052"/>
              <a:gd name="csX23" fmla="*/ 236361 w 3072687"/>
              <a:gd name="csY23" fmla="*/ 1516233 h 1559052"/>
              <a:gd name="csX24" fmla="*/ 246637 w 3072687"/>
              <a:gd name="csY24" fmla="*/ 1514365 h 1559052"/>
              <a:gd name="csX25" fmla="*/ 256913 w 3072687"/>
              <a:gd name="csY25" fmla="*/ 1512498 h 1559052"/>
              <a:gd name="csX26" fmla="*/ 267190 w 3072687"/>
              <a:gd name="csY26" fmla="*/ 1510645 h 1559052"/>
              <a:gd name="csX27" fmla="*/ 277466 w 3072687"/>
              <a:gd name="csY27" fmla="*/ 1508778 h 1559052"/>
              <a:gd name="csX28" fmla="*/ 287742 w 3072687"/>
              <a:gd name="csY28" fmla="*/ 1506910 h 1559052"/>
              <a:gd name="csX29" fmla="*/ 298020 w 3072687"/>
              <a:gd name="csY29" fmla="*/ 1505058 h 1559052"/>
              <a:gd name="csX30" fmla="*/ 308297 w 3072687"/>
              <a:gd name="csY30" fmla="*/ 1503190 h 1559052"/>
              <a:gd name="csX31" fmla="*/ 318573 w 3072687"/>
              <a:gd name="csY31" fmla="*/ 1501338 h 1559052"/>
              <a:gd name="csX32" fmla="*/ 328849 w 3072687"/>
              <a:gd name="csY32" fmla="*/ 1499470 h 1559052"/>
              <a:gd name="csX33" fmla="*/ 339126 w 3072687"/>
              <a:gd name="csY33" fmla="*/ 1497602 h 1559052"/>
              <a:gd name="csX34" fmla="*/ 349402 w 3072687"/>
              <a:gd name="csY34" fmla="*/ 1495750 h 1559052"/>
              <a:gd name="csX35" fmla="*/ 359678 w 3072687"/>
              <a:gd name="csY35" fmla="*/ 1493882 h 1559052"/>
              <a:gd name="csX36" fmla="*/ 369955 w 3072687"/>
              <a:gd name="csY36" fmla="*/ 1492014 h 1559052"/>
              <a:gd name="csX37" fmla="*/ 380232 w 3072687"/>
              <a:gd name="csY37" fmla="*/ 1490162 h 1559052"/>
              <a:gd name="csX38" fmla="*/ 390509 w 3072687"/>
              <a:gd name="csY38" fmla="*/ 1488294 h 1559052"/>
              <a:gd name="csX39" fmla="*/ 400785 w 3072687"/>
              <a:gd name="csY39" fmla="*/ 1486426 h 1559052"/>
              <a:gd name="csX40" fmla="*/ 411061 w 3072687"/>
              <a:gd name="csY40" fmla="*/ 1484574 h 1559052"/>
              <a:gd name="csX41" fmla="*/ 421338 w 3072687"/>
              <a:gd name="csY41" fmla="*/ 1482706 h 1559052"/>
              <a:gd name="csX42" fmla="*/ 431614 w 3072687"/>
              <a:gd name="csY42" fmla="*/ 1480838 h 1559052"/>
              <a:gd name="csX43" fmla="*/ 441890 w 3072687"/>
              <a:gd name="csY43" fmla="*/ 1478986 h 1559052"/>
              <a:gd name="csX44" fmla="*/ 452167 w 3072687"/>
              <a:gd name="csY44" fmla="*/ 1477118 h 1559052"/>
              <a:gd name="csX45" fmla="*/ 462445 w 3072687"/>
              <a:gd name="csY45" fmla="*/ 1475266 h 1559052"/>
              <a:gd name="csX46" fmla="*/ 472721 w 3072687"/>
              <a:gd name="csY46" fmla="*/ 1473398 h 1559052"/>
              <a:gd name="csX47" fmla="*/ 482997 w 3072687"/>
              <a:gd name="csY47" fmla="*/ 1471530 h 1559052"/>
              <a:gd name="csX48" fmla="*/ 493274 w 3072687"/>
              <a:gd name="csY48" fmla="*/ 1469678 h 1559052"/>
              <a:gd name="csX49" fmla="*/ 503550 w 3072687"/>
              <a:gd name="csY49" fmla="*/ 1467810 h 1559052"/>
              <a:gd name="csX50" fmla="*/ 513826 w 3072687"/>
              <a:gd name="csY50" fmla="*/ 1465942 h 1559052"/>
              <a:gd name="csX51" fmla="*/ 524103 w 3072687"/>
              <a:gd name="csY51" fmla="*/ 1464090 h 1559052"/>
              <a:gd name="csX52" fmla="*/ 534379 w 3072687"/>
              <a:gd name="csY52" fmla="*/ 1462222 h 1559052"/>
              <a:gd name="csX53" fmla="*/ 544657 w 3072687"/>
              <a:gd name="csY53" fmla="*/ 1460355 h 1559052"/>
              <a:gd name="csX54" fmla="*/ 554933 w 3072687"/>
              <a:gd name="csY54" fmla="*/ 1458502 h 1559052"/>
              <a:gd name="csX55" fmla="*/ 565210 w 3072687"/>
              <a:gd name="csY55" fmla="*/ 1456635 h 1559052"/>
              <a:gd name="csX56" fmla="*/ 575486 w 3072687"/>
              <a:gd name="csY56" fmla="*/ 1454767 h 1559052"/>
              <a:gd name="csX57" fmla="*/ 585762 w 3072687"/>
              <a:gd name="csY57" fmla="*/ 1452915 h 1559052"/>
              <a:gd name="csX58" fmla="*/ 596039 w 3072687"/>
              <a:gd name="csY58" fmla="*/ 1451047 h 1559052"/>
              <a:gd name="csX59" fmla="*/ 606315 w 3072687"/>
              <a:gd name="csY59" fmla="*/ 1449195 h 1559052"/>
              <a:gd name="csX60" fmla="*/ 616591 w 3072687"/>
              <a:gd name="csY60" fmla="*/ 1447327 h 1559052"/>
              <a:gd name="csX61" fmla="*/ 626869 w 3072687"/>
              <a:gd name="csY61" fmla="*/ 1445459 h 1559052"/>
              <a:gd name="csX62" fmla="*/ 637146 w 3072687"/>
              <a:gd name="csY62" fmla="*/ 1443607 h 1559052"/>
              <a:gd name="csX63" fmla="*/ 647422 w 3072687"/>
              <a:gd name="csY63" fmla="*/ 1441739 h 1559052"/>
              <a:gd name="csX64" fmla="*/ 657698 w 3072687"/>
              <a:gd name="csY64" fmla="*/ 1439871 h 1559052"/>
              <a:gd name="csX65" fmla="*/ 667975 w 3072687"/>
              <a:gd name="csY65" fmla="*/ 1438019 h 1559052"/>
              <a:gd name="csX66" fmla="*/ 678251 w 3072687"/>
              <a:gd name="csY66" fmla="*/ 1436151 h 1559052"/>
              <a:gd name="csX67" fmla="*/ 688527 w 3072687"/>
              <a:gd name="csY67" fmla="*/ 1434283 h 1559052"/>
              <a:gd name="csX68" fmla="*/ 698804 w 3072687"/>
              <a:gd name="csY68" fmla="*/ 1432431 h 1559052"/>
              <a:gd name="csX69" fmla="*/ 709082 w 3072687"/>
              <a:gd name="csY69" fmla="*/ 1430563 h 1559052"/>
              <a:gd name="csX70" fmla="*/ 719358 w 3072687"/>
              <a:gd name="csY70" fmla="*/ 1428695 h 1559052"/>
              <a:gd name="csX71" fmla="*/ 729634 w 3072687"/>
              <a:gd name="csY71" fmla="*/ 1426843 h 1559052"/>
              <a:gd name="csX72" fmla="*/ 739911 w 3072687"/>
              <a:gd name="csY72" fmla="*/ 1424975 h 1559052"/>
              <a:gd name="csX73" fmla="*/ 750187 w 3072687"/>
              <a:gd name="csY73" fmla="*/ 1423123 h 1559052"/>
              <a:gd name="csX74" fmla="*/ 760463 w 3072687"/>
              <a:gd name="csY74" fmla="*/ 1421255 h 1559052"/>
              <a:gd name="csX75" fmla="*/ 770740 w 3072687"/>
              <a:gd name="csY75" fmla="*/ 1419387 h 1559052"/>
              <a:gd name="csX76" fmla="*/ 781016 w 3072687"/>
              <a:gd name="csY76" fmla="*/ 1417535 h 1559052"/>
              <a:gd name="csX77" fmla="*/ 791294 w 3072687"/>
              <a:gd name="csY77" fmla="*/ 1415667 h 1559052"/>
              <a:gd name="csX78" fmla="*/ 801570 w 3072687"/>
              <a:gd name="csY78" fmla="*/ 1413800 h 1559052"/>
              <a:gd name="csX79" fmla="*/ 811847 w 3072687"/>
              <a:gd name="csY79" fmla="*/ 1411947 h 1559052"/>
              <a:gd name="csX80" fmla="*/ 822123 w 3072687"/>
              <a:gd name="csY80" fmla="*/ 1410080 h 1559052"/>
              <a:gd name="csX81" fmla="*/ 832399 w 3072687"/>
              <a:gd name="csY81" fmla="*/ 1408212 h 1559052"/>
              <a:gd name="csX82" fmla="*/ 842676 w 3072687"/>
              <a:gd name="csY82" fmla="*/ 1406360 h 1559052"/>
              <a:gd name="csX83" fmla="*/ 852952 w 3072687"/>
              <a:gd name="csY83" fmla="*/ 1404492 h 1559052"/>
              <a:gd name="csX84" fmla="*/ 863228 w 3072687"/>
              <a:gd name="csY84" fmla="*/ 1402624 h 1559052"/>
              <a:gd name="csX85" fmla="*/ 873506 w 3072687"/>
              <a:gd name="csY85" fmla="*/ 1400772 h 1559052"/>
              <a:gd name="csX86" fmla="*/ 883783 w 3072687"/>
              <a:gd name="csY86" fmla="*/ 1398904 h 1559052"/>
              <a:gd name="csX87" fmla="*/ 894059 w 3072687"/>
              <a:gd name="csY87" fmla="*/ 1397052 h 1559052"/>
              <a:gd name="csX88" fmla="*/ 904335 w 3072687"/>
              <a:gd name="csY88" fmla="*/ 1395184 h 1559052"/>
              <a:gd name="csX89" fmla="*/ 914612 w 3072687"/>
              <a:gd name="csY89" fmla="*/ 1393316 h 1559052"/>
              <a:gd name="csX90" fmla="*/ 924888 w 3072687"/>
              <a:gd name="csY90" fmla="*/ 1391464 h 1559052"/>
              <a:gd name="csX91" fmla="*/ 935164 w 3072687"/>
              <a:gd name="csY91" fmla="*/ 1389596 h 1559052"/>
              <a:gd name="csX92" fmla="*/ 945441 w 3072687"/>
              <a:gd name="csY92" fmla="*/ 1387728 h 1559052"/>
              <a:gd name="csX93" fmla="*/ 955719 w 3072687"/>
              <a:gd name="csY93" fmla="*/ 1385876 h 1559052"/>
              <a:gd name="csX94" fmla="*/ 965995 w 3072687"/>
              <a:gd name="csY94" fmla="*/ 1384008 h 1559052"/>
              <a:gd name="csX95" fmla="*/ 976271 w 3072687"/>
              <a:gd name="csY95" fmla="*/ 1382140 h 1559052"/>
              <a:gd name="csX96" fmla="*/ 986548 w 3072687"/>
              <a:gd name="csY96" fmla="*/ 1380288 h 1559052"/>
              <a:gd name="csX97" fmla="*/ 996824 w 3072687"/>
              <a:gd name="csY97" fmla="*/ 1378420 h 1559052"/>
              <a:gd name="csX98" fmla="*/ 1007100 w 3072687"/>
              <a:gd name="csY98" fmla="*/ 1376568 h 1559052"/>
              <a:gd name="csX99" fmla="*/ 1017377 w 3072687"/>
              <a:gd name="csY99" fmla="*/ 1374700 h 1559052"/>
              <a:gd name="csX100" fmla="*/ 1027653 w 3072687"/>
              <a:gd name="csY100" fmla="*/ 1372832 h 1559052"/>
              <a:gd name="csX101" fmla="*/ 1037931 w 3072687"/>
              <a:gd name="csY101" fmla="*/ 1370980 h 1559052"/>
              <a:gd name="csX102" fmla="*/ 1048199 w 3072687"/>
              <a:gd name="csY102" fmla="*/ 1369112 h 1559052"/>
              <a:gd name="csX103" fmla="*/ 1058480 w 3072687"/>
              <a:gd name="csY103" fmla="*/ 1367244 h 1559052"/>
              <a:gd name="csX104" fmla="*/ 1068761 w 3072687"/>
              <a:gd name="csY104" fmla="*/ 1365392 h 1559052"/>
              <a:gd name="csX105" fmla="*/ 1079043 w 3072687"/>
              <a:gd name="csY105" fmla="*/ 1363524 h 1559052"/>
              <a:gd name="csX106" fmla="*/ 1089308 w 3072687"/>
              <a:gd name="csY106" fmla="*/ 1361657 h 1559052"/>
              <a:gd name="csX107" fmla="*/ 1099589 w 3072687"/>
              <a:gd name="csY107" fmla="*/ 1359804 h 1559052"/>
              <a:gd name="csX108" fmla="*/ 1109870 w 3072687"/>
              <a:gd name="csY108" fmla="*/ 1357937 h 1559052"/>
              <a:gd name="csX109" fmla="*/ 1120135 w 3072687"/>
              <a:gd name="csY109" fmla="*/ 1356069 h 1559052"/>
              <a:gd name="csX110" fmla="*/ 1130416 w 3072687"/>
              <a:gd name="csY110" fmla="*/ 1354217 h 1559052"/>
              <a:gd name="csX111" fmla="*/ 1140697 w 3072687"/>
              <a:gd name="csY111" fmla="*/ 1352349 h 1559052"/>
              <a:gd name="csX112" fmla="*/ 1150978 w 3072687"/>
              <a:gd name="csY112" fmla="*/ 1350497 h 1559052"/>
              <a:gd name="csX113" fmla="*/ 1161244 w 3072687"/>
              <a:gd name="csY113" fmla="*/ 1348629 h 1559052"/>
              <a:gd name="csX114" fmla="*/ 1171525 w 3072687"/>
              <a:gd name="csY114" fmla="*/ 1346761 h 1559052"/>
              <a:gd name="csX115" fmla="*/ 1181806 w 3072687"/>
              <a:gd name="csY115" fmla="*/ 1344909 h 1559052"/>
              <a:gd name="csX116" fmla="*/ 1192071 w 3072687"/>
              <a:gd name="csY116" fmla="*/ 1343041 h 1559052"/>
              <a:gd name="csX117" fmla="*/ 1202352 w 3072687"/>
              <a:gd name="csY117" fmla="*/ 1341173 h 1559052"/>
              <a:gd name="csX118" fmla="*/ 1212633 w 3072687"/>
              <a:gd name="csY118" fmla="*/ 1339321 h 1559052"/>
              <a:gd name="csX119" fmla="*/ 1222914 w 3072687"/>
              <a:gd name="csY119" fmla="*/ 1337453 h 1559052"/>
              <a:gd name="csX120" fmla="*/ 1233180 w 3072687"/>
              <a:gd name="csY120" fmla="*/ 1335585 h 1559052"/>
              <a:gd name="csX121" fmla="*/ 1243461 w 3072687"/>
              <a:gd name="csY121" fmla="*/ 1333733 h 1559052"/>
              <a:gd name="csX122" fmla="*/ 1253742 w 3072687"/>
              <a:gd name="csY122" fmla="*/ 1331865 h 1559052"/>
              <a:gd name="csX123" fmla="*/ 1264007 w 3072687"/>
              <a:gd name="csY123" fmla="*/ 1329997 h 1559052"/>
              <a:gd name="csX124" fmla="*/ 1274288 w 3072687"/>
              <a:gd name="csY124" fmla="*/ 1328145 h 1559052"/>
              <a:gd name="csX125" fmla="*/ 1284569 w 3072687"/>
              <a:gd name="csY125" fmla="*/ 1326277 h 1559052"/>
              <a:gd name="csX126" fmla="*/ 1294850 w 3072687"/>
              <a:gd name="csY126" fmla="*/ 1324425 h 1559052"/>
              <a:gd name="csX127" fmla="*/ 1305116 w 3072687"/>
              <a:gd name="csY127" fmla="*/ 1322557 h 1559052"/>
              <a:gd name="csX128" fmla="*/ 1315397 w 3072687"/>
              <a:gd name="csY128" fmla="*/ 1320689 h 1559052"/>
              <a:gd name="csX129" fmla="*/ 1325678 w 3072687"/>
              <a:gd name="csY129" fmla="*/ 1318837 h 1559052"/>
              <a:gd name="csX130" fmla="*/ 1335943 w 3072687"/>
              <a:gd name="csY130" fmla="*/ 1316969 h 1559052"/>
              <a:gd name="csX131" fmla="*/ 1346224 w 3072687"/>
              <a:gd name="csY131" fmla="*/ 1315101 h 1559052"/>
              <a:gd name="csX132" fmla="*/ 1356505 w 3072687"/>
              <a:gd name="csY132" fmla="*/ 1313249 h 1559052"/>
              <a:gd name="csX133" fmla="*/ 1366786 w 3072687"/>
              <a:gd name="csY133" fmla="*/ 1311381 h 1559052"/>
              <a:gd name="csX134" fmla="*/ 1377052 w 3072687"/>
              <a:gd name="csY134" fmla="*/ 1309514 h 1559052"/>
              <a:gd name="csX135" fmla="*/ 1387333 w 3072687"/>
              <a:gd name="csY135" fmla="*/ 1307661 h 1559052"/>
              <a:gd name="csX136" fmla="*/ 1397614 w 3072687"/>
              <a:gd name="csY136" fmla="*/ 1305794 h 1559052"/>
              <a:gd name="csX137" fmla="*/ 1407879 w 3072687"/>
              <a:gd name="csY137" fmla="*/ 1303926 h 1559052"/>
              <a:gd name="csX138" fmla="*/ 1418160 w 3072687"/>
              <a:gd name="csY138" fmla="*/ 1302073 h 1559052"/>
              <a:gd name="csX139" fmla="*/ 1428441 w 3072687"/>
              <a:gd name="csY139" fmla="*/ 1300206 h 1559052"/>
              <a:gd name="csX140" fmla="*/ 1438722 w 3072687"/>
              <a:gd name="csY140" fmla="*/ 1298353 h 1559052"/>
              <a:gd name="csX141" fmla="*/ 1448988 w 3072687"/>
              <a:gd name="csY141" fmla="*/ 1296486 h 1559052"/>
              <a:gd name="csX142" fmla="*/ 1459269 w 3072687"/>
              <a:gd name="csY142" fmla="*/ 1294618 h 1559052"/>
              <a:gd name="csX143" fmla="*/ 1469550 w 3072687"/>
              <a:gd name="csY143" fmla="*/ 1292766 h 1559052"/>
              <a:gd name="csX144" fmla="*/ 1479815 w 3072687"/>
              <a:gd name="csY144" fmla="*/ 1290898 h 1559052"/>
              <a:gd name="csX145" fmla="*/ 1490096 w 3072687"/>
              <a:gd name="csY145" fmla="*/ 1289030 h 1559052"/>
              <a:gd name="csX146" fmla="*/ 1500377 w 3072687"/>
              <a:gd name="csY146" fmla="*/ 1287178 h 1559052"/>
              <a:gd name="csX147" fmla="*/ 1510658 w 3072687"/>
              <a:gd name="csY147" fmla="*/ 1285310 h 1559052"/>
              <a:gd name="csX148" fmla="*/ 1520924 w 3072687"/>
              <a:gd name="csY148" fmla="*/ 1283442 h 1559052"/>
              <a:gd name="csX149" fmla="*/ 1531205 w 3072687"/>
              <a:gd name="csY149" fmla="*/ 1281590 h 1559052"/>
              <a:gd name="csX150" fmla="*/ 1541486 w 3072687"/>
              <a:gd name="csY150" fmla="*/ 1279722 h 1559052"/>
              <a:gd name="csX151" fmla="*/ 1551751 w 3072687"/>
              <a:gd name="csY151" fmla="*/ 1277870 h 1559052"/>
              <a:gd name="csX152" fmla="*/ 1562032 w 3072687"/>
              <a:gd name="csY152" fmla="*/ 1276002 h 1559052"/>
              <a:gd name="csX153" fmla="*/ 1572313 w 3072687"/>
              <a:gd name="csY153" fmla="*/ 1274134 h 1559052"/>
              <a:gd name="csX154" fmla="*/ 1582594 w 3072687"/>
              <a:gd name="csY154" fmla="*/ 1272282 h 1559052"/>
              <a:gd name="csX155" fmla="*/ 1592860 w 3072687"/>
              <a:gd name="csY155" fmla="*/ 1270414 h 1559052"/>
              <a:gd name="csX156" fmla="*/ 1603141 w 3072687"/>
              <a:gd name="csY156" fmla="*/ 1268546 h 1559052"/>
              <a:gd name="csX157" fmla="*/ 1613422 w 3072687"/>
              <a:gd name="csY157" fmla="*/ 1266694 h 1559052"/>
              <a:gd name="csX158" fmla="*/ 1623687 w 3072687"/>
              <a:gd name="csY158" fmla="*/ 1264826 h 1559052"/>
              <a:gd name="csX159" fmla="*/ 1633968 w 3072687"/>
              <a:gd name="csY159" fmla="*/ 1262959 h 1559052"/>
              <a:gd name="csX160" fmla="*/ 1644249 w 3072687"/>
              <a:gd name="csY160" fmla="*/ 1261106 h 1559052"/>
              <a:gd name="csX161" fmla="*/ 1654530 w 3072687"/>
              <a:gd name="csY161" fmla="*/ 1259239 h 1559052"/>
              <a:gd name="csX162" fmla="*/ 1664795 w 3072687"/>
              <a:gd name="csY162" fmla="*/ 1257371 h 1559052"/>
              <a:gd name="csX163" fmla="*/ 1675077 w 3072687"/>
              <a:gd name="csY163" fmla="*/ 1255519 h 1559052"/>
              <a:gd name="csX164" fmla="*/ 1685358 w 3072687"/>
              <a:gd name="csY164" fmla="*/ 1253651 h 1559052"/>
              <a:gd name="csX165" fmla="*/ 1695623 w 3072687"/>
              <a:gd name="csY165" fmla="*/ 1251799 h 1559052"/>
              <a:gd name="csX166" fmla="*/ 1705904 w 3072687"/>
              <a:gd name="csY166" fmla="*/ 1249931 h 1559052"/>
              <a:gd name="csX167" fmla="*/ 1716185 w 3072687"/>
              <a:gd name="csY167" fmla="*/ 1248063 h 1559052"/>
              <a:gd name="csX168" fmla="*/ 1726450 w 3072687"/>
              <a:gd name="csY168" fmla="*/ 1246211 h 1559052"/>
              <a:gd name="csX169" fmla="*/ 1736731 w 3072687"/>
              <a:gd name="csY169" fmla="*/ 1244343 h 1559052"/>
              <a:gd name="csX170" fmla="*/ 1747012 w 3072687"/>
              <a:gd name="csY170" fmla="*/ 1242475 h 1559052"/>
              <a:gd name="csX171" fmla="*/ 1757294 w 3072687"/>
              <a:gd name="csY171" fmla="*/ 1240623 h 1559052"/>
              <a:gd name="csX172" fmla="*/ 1767559 w 3072687"/>
              <a:gd name="csY172" fmla="*/ 1238755 h 1559052"/>
              <a:gd name="csX173" fmla="*/ 1777840 w 3072687"/>
              <a:gd name="csY173" fmla="*/ 1236887 h 1559052"/>
              <a:gd name="csX174" fmla="*/ 1788121 w 3072687"/>
              <a:gd name="csY174" fmla="*/ 1235035 h 1559052"/>
              <a:gd name="csX175" fmla="*/ 1798386 w 3072687"/>
              <a:gd name="csY175" fmla="*/ 1233167 h 1559052"/>
              <a:gd name="csX176" fmla="*/ 1808667 w 3072687"/>
              <a:gd name="csY176" fmla="*/ 1231299 h 1559052"/>
              <a:gd name="csX177" fmla="*/ 1818948 w 3072687"/>
              <a:gd name="csY177" fmla="*/ 1229447 h 1559052"/>
              <a:gd name="csX178" fmla="*/ 1829229 w 3072687"/>
              <a:gd name="csY178" fmla="*/ 1227579 h 1559052"/>
              <a:gd name="csX179" fmla="*/ 1839495 w 3072687"/>
              <a:gd name="csY179" fmla="*/ 1225727 h 1559052"/>
              <a:gd name="csX180" fmla="*/ 1849776 w 3072687"/>
              <a:gd name="csY180" fmla="*/ 1223859 h 1559052"/>
              <a:gd name="csX181" fmla="*/ 1860057 w 3072687"/>
              <a:gd name="csY181" fmla="*/ 1221991 h 1559052"/>
              <a:gd name="csX182" fmla="*/ 1870322 w 3072687"/>
              <a:gd name="csY182" fmla="*/ 1220139 h 1559052"/>
              <a:gd name="csX183" fmla="*/ 1880603 w 3072687"/>
              <a:gd name="csY183" fmla="*/ 1218271 h 1559052"/>
              <a:gd name="csX184" fmla="*/ 1890884 w 3072687"/>
              <a:gd name="csY184" fmla="*/ 1216403 h 1559052"/>
              <a:gd name="csX185" fmla="*/ 1901165 w 3072687"/>
              <a:gd name="csY185" fmla="*/ 1214551 h 1559052"/>
              <a:gd name="csX186" fmla="*/ 1911431 w 3072687"/>
              <a:gd name="csY186" fmla="*/ 1212683 h 1559052"/>
              <a:gd name="csX187" fmla="*/ 1921712 w 3072687"/>
              <a:gd name="csY187" fmla="*/ 1210816 h 1559052"/>
              <a:gd name="csX188" fmla="*/ 1931993 w 3072687"/>
              <a:gd name="csY188" fmla="*/ 1208963 h 1559052"/>
              <a:gd name="csX189" fmla="*/ 1942258 w 3072687"/>
              <a:gd name="csY189" fmla="*/ 1207096 h 1559052"/>
              <a:gd name="csX190" fmla="*/ 1952539 w 3072687"/>
              <a:gd name="csY190" fmla="*/ 1205228 h 1559052"/>
              <a:gd name="csX191" fmla="*/ 1962820 w 3072687"/>
              <a:gd name="csY191" fmla="*/ 1203376 h 1559052"/>
              <a:gd name="csX192" fmla="*/ 1973101 w 3072687"/>
              <a:gd name="csY192" fmla="*/ 1201508 h 1559052"/>
              <a:gd name="csX193" fmla="*/ 1983367 w 3072687"/>
              <a:gd name="csY193" fmla="*/ 1199655 h 1559052"/>
              <a:gd name="csX194" fmla="*/ 1993648 w 3072687"/>
              <a:gd name="csY194" fmla="*/ 1197788 h 1559052"/>
              <a:gd name="csX195" fmla="*/ 2003929 w 3072687"/>
              <a:gd name="csY195" fmla="*/ 1195920 h 1559052"/>
              <a:gd name="csX196" fmla="*/ 2014194 w 3072687"/>
              <a:gd name="csY196" fmla="*/ 1194068 h 1559052"/>
              <a:gd name="csX197" fmla="*/ 2024475 w 3072687"/>
              <a:gd name="csY197" fmla="*/ 1192200 h 1559052"/>
              <a:gd name="csX198" fmla="*/ 2034756 w 3072687"/>
              <a:gd name="csY198" fmla="*/ 1190332 h 1559052"/>
              <a:gd name="csX199" fmla="*/ 2045037 w 3072687"/>
              <a:gd name="csY199" fmla="*/ 1188480 h 1559052"/>
              <a:gd name="csX200" fmla="*/ 2055303 w 3072687"/>
              <a:gd name="csY200" fmla="*/ 1186612 h 1559052"/>
              <a:gd name="csX201" fmla="*/ 2065584 w 3072687"/>
              <a:gd name="csY201" fmla="*/ 1184744 h 1559052"/>
              <a:gd name="csX202" fmla="*/ 2075865 w 3072687"/>
              <a:gd name="csY202" fmla="*/ 1182892 h 1559052"/>
              <a:gd name="csX203" fmla="*/ 2086130 w 3072687"/>
              <a:gd name="csY203" fmla="*/ 1181024 h 1559052"/>
              <a:gd name="csX204" fmla="*/ 2096411 w 3072687"/>
              <a:gd name="csY204" fmla="*/ 1179172 h 1559052"/>
              <a:gd name="csX205" fmla="*/ 2106692 w 3072687"/>
              <a:gd name="csY205" fmla="*/ 1177304 h 1559052"/>
              <a:gd name="csX206" fmla="*/ 2116973 w 3072687"/>
              <a:gd name="csY206" fmla="*/ 1175436 h 1559052"/>
              <a:gd name="csX207" fmla="*/ 2127239 w 3072687"/>
              <a:gd name="csY207" fmla="*/ 1173584 h 1559052"/>
              <a:gd name="csX208" fmla="*/ 2137520 w 3072687"/>
              <a:gd name="csY208" fmla="*/ 1171716 h 1559052"/>
              <a:gd name="csX209" fmla="*/ 2147801 w 3072687"/>
              <a:gd name="csY209" fmla="*/ 1169848 h 1559052"/>
              <a:gd name="csX210" fmla="*/ 2158066 w 3072687"/>
              <a:gd name="csY210" fmla="*/ 1167996 h 1559052"/>
              <a:gd name="csX211" fmla="*/ 2168347 w 3072687"/>
              <a:gd name="csY211" fmla="*/ 1166128 h 1559052"/>
              <a:gd name="csX212" fmla="*/ 2178628 w 3072687"/>
              <a:gd name="csY212" fmla="*/ 1164260 h 1559052"/>
              <a:gd name="csX213" fmla="*/ 2188909 w 3072687"/>
              <a:gd name="csY213" fmla="*/ 1162408 h 1559052"/>
              <a:gd name="csX214" fmla="*/ 2199175 w 3072687"/>
              <a:gd name="csY214" fmla="*/ 1160540 h 1559052"/>
              <a:gd name="csX215" fmla="*/ 2209456 w 3072687"/>
              <a:gd name="csY215" fmla="*/ 1158673 h 1559052"/>
              <a:gd name="csX216" fmla="*/ 2219737 w 3072687"/>
              <a:gd name="csY216" fmla="*/ 1156820 h 1559052"/>
              <a:gd name="csX217" fmla="*/ 2230002 w 3072687"/>
              <a:gd name="csY217" fmla="*/ 1154953 h 1559052"/>
              <a:gd name="csX218" fmla="*/ 2240283 w 3072687"/>
              <a:gd name="csY218" fmla="*/ 1153100 h 1559052"/>
              <a:gd name="csX219" fmla="*/ 2250564 w 3072687"/>
              <a:gd name="csY219" fmla="*/ 1151233 h 1559052"/>
              <a:gd name="csX220" fmla="*/ 2260845 w 3072687"/>
              <a:gd name="csY220" fmla="*/ 1149365 h 1559052"/>
              <a:gd name="csX221" fmla="*/ 2271111 w 3072687"/>
              <a:gd name="csY221" fmla="*/ 1147513 h 1559052"/>
              <a:gd name="csX222" fmla="*/ 2281392 w 3072687"/>
              <a:gd name="csY222" fmla="*/ 1145645 h 1559052"/>
              <a:gd name="csX223" fmla="*/ 2291673 w 3072687"/>
              <a:gd name="csY223" fmla="*/ 1143777 h 1559052"/>
              <a:gd name="csX224" fmla="*/ 2301938 w 3072687"/>
              <a:gd name="csY224" fmla="*/ 1141925 h 1559052"/>
              <a:gd name="csX225" fmla="*/ 2312219 w 3072687"/>
              <a:gd name="csY225" fmla="*/ 1140057 h 1559052"/>
              <a:gd name="csX226" fmla="*/ 2322500 w 3072687"/>
              <a:gd name="csY226" fmla="*/ 1138189 h 1559052"/>
              <a:gd name="csX227" fmla="*/ 2332781 w 3072687"/>
              <a:gd name="csY227" fmla="*/ 1136337 h 1559052"/>
              <a:gd name="csX228" fmla="*/ 2343047 w 3072687"/>
              <a:gd name="csY228" fmla="*/ 1134469 h 1559052"/>
              <a:gd name="csX229" fmla="*/ 2353328 w 3072687"/>
              <a:gd name="csY229" fmla="*/ 1132601 h 1559052"/>
              <a:gd name="csX230" fmla="*/ 2363609 w 3072687"/>
              <a:gd name="csY230" fmla="*/ 1130749 h 1559052"/>
              <a:gd name="csX231" fmla="*/ 2373874 w 3072687"/>
              <a:gd name="csY231" fmla="*/ 1128881 h 1559052"/>
              <a:gd name="csX232" fmla="*/ 2384155 w 3072687"/>
              <a:gd name="csY232" fmla="*/ 1127029 h 1559052"/>
              <a:gd name="csX233" fmla="*/ 2394436 w 3072687"/>
              <a:gd name="csY233" fmla="*/ 1125161 h 1559052"/>
              <a:gd name="csX234" fmla="*/ 2404717 w 3072687"/>
              <a:gd name="csY234" fmla="*/ 1123293 h 1559052"/>
              <a:gd name="csX235" fmla="*/ 2414983 w 3072687"/>
              <a:gd name="csY235" fmla="*/ 1121441 h 1559052"/>
              <a:gd name="csX236" fmla="*/ 2425264 w 3072687"/>
              <a:gd name="csY236" fmla="*/ 1119573 h 1559052"/>
              <a:gd name="csX237" fmla="*/ 2435545 w 3072687"/>
              <a:gd name="csY237" fmla="*/ 1117705 h 1559052"/>
              <a:gd name="csX238" fmla="*/ 2445810 w 3072687"/>
              <a:gd name="csY238" fmla="*/ 1115853 h 1559052"/>
              <a:gd name="csX239" fmla="*/ 2456091 w 3072687"/>
              <a:gd name="csY239" fmla="*/ 1113985 h 1559052"/>
              <a:gd name="csX240" fmla="*/ 2466372 w 3072687"/>
              <a:gd name="csY240" fmla="*/ 1098713 h 1559052"/>
              <a:gd name="csX241" fmla="*/ 2476637 w 3072687"/>
              <a:gd name="csY241" fmla="*/ 1080097 h 1559052"/>
              <a:gd name="csX242" fmla="*/ 2486918 w 3072687"/>
              <a:gd name="csY242" fmla="*/ 1061472 h 1559052"/>
              <a:gd name="csX243" fmla="*/ 2497200 w 3072687"/>
              <a:gd name="csY243" fmla="*/ 1042848 h 1559052"/>
              <a:gd name="csX244" fmla="*/ 2507480 w 3072687"/>
              <a:gd name="csY244" fmla="*/ 1024226 h 1559052"/>
              <a:gd name="csX245" fmla="*/ 2517746 w 3072687"/>
              <a:gd name="csY245" fmla="*/ 1005604 h 1559052"/>
              <a:gd name="csX246" fmla="*/ 2528027 w 3072687"/>
              <a:gd name="csY246" fmla="*/ 986982 h 1559052"/>
              <a:gd name="csX247" fmla="*/ 2538308 w 3072687"/>
              <a:gd name="csY247" fmla="*/ 968360 h 1559052"/>
              <a:gd name="csX248" fmla="*/ 2548573 w 3072687"/>
              <a:gd name="csY248" fmla="*/ 949738 h 1559052"/>
              <a:gd name="csX249" fmla="*/ 2558854 w 3072687"/>
              <a:gd name="csY249" fmla="*/ 931115 h 1559052"/>
              <a:gd name="csX250" fmla="*/ 2569135 w 3072687"/>
              <a:gd name="csY250" fmla="*/ 912492 h 1559052"/>
              <a:gd name="csX251" fmla="*/ 2579417 w 3072687"/>
              <a:gd name="csY251" fmla="*/ 893870 h 1559052"/>
              <a:gd name="csX252" fmla="*/ 2589682 w 3072687"/>
              <a:gd name="csY252" fmla="*/ 875248 h 1559052"/>
              <a:gd name="csX253" fmla="*/ 2599963 w 3072687"/>
              <a:gd name="csY253" fmla="*/ 856626 h 1559052"/>
              <a:gd name="csX254" fmla="*/ 2610244 w 3072687"/>
              <a:gd name="csY254" fmla="*/ 838004 h 1559052"/>
              <a:gd name="csX255" fmla="*/ 2620509 w 3072687"/>
              <a:gd name="csY255" fmla="*/ 819381 h 1559052"/>
              <a:gd name="csX256" fmla="*/ 2630790 w 3072687"/>
              <a:gd name="csY256" fmla="*/ 800759 h 1559052"/>
              <a:gd name="csX257" fmla="*/ 2641071 w 3072687"/>
              <a:gd name="csY257" fmla="*/ 782137 h 1559052"/>
              <a:gd name="csX258" fmla="*/ 2651352 w 3072687"/>
              <a:gd name="csY258" fmla="*/ 763515 h 1559052"/>
              <a:gd name="csX259" fmla="*/ 2661618 w 3072687"/>
              <a:gd name="csY259" fmla="*/ 744893 h 1559052"/>
              <a:gd name="csX260" fmla="*/ 2671899 w 3072687"/>
              <a:gd name="csY260" fmla="*/ 726271 h 1559052"/>
              <a:gd name="csX261" fmla="*/ 2682180 w 3072687"/>
              <a:gd name="csY261" fmla="*/ 707648 h 1559052"/>
              <a:gd name="csX262" fmla="*/ 2692445 w 3072687"/>
              <a:gd name="csY262" fmla="*/ 689025 h 1559052"/>
              <a:gd name="csX263" fmla="*/ 2702726 w 3072687"/>
              <a:gd name="csY263" fmla="*/ 670403 h 1559052"/>
              <a:gd name="csX264" fmla="*/ 2713007 w 3072687"/>
              <a:gd name="csY264" fmla="*/ 651781 h 1559052"/>
              <a:gd name="csX265" fmla="*/ 2723288 w 3072687"/>
              <a:gd name="csY265" fmla="*/ 633159 h 1559052"/>
              <a:gd name="csX266" fmla="*/ 2733554 w 3072687"/>
              <a:gd name="csY266" fmla="*/ 614537 h 1559052"/>
              <a:gd name="csX267" fmla="*/ 2743835 w 3072687"/>
              <a:gd name="csY267" fmla="*/ 595915 h 1559052"/>
              <a:gd name="csX268" fmla="*/ 2754116 w 3072687"/>
              <a:gd name="csY268" fmla="*/ 577291 h 1559052"/>
              <a:gd name="csX269" fmla="*/ 2764381 w 3072687"/>
              <a:gd name="csY269" fmla="*/ 558669 h 1559052"/>
              <a:gd name="csX270" fmla="*/ 2774662 w 3072687"/>
              <a:gd name="csY270" fmla="*/ 540047 h 1559052"/>
              <a:gd name="csX271" fmla="*/ 2784943 w 3072687"/>
              <a:gd name="csY271" fmla="*/ 521425 h 1559052"/>
              <a:gd name="csX272" fmla="*/ 2795224 w 3072687"/>
              <a:gd name="csY272" fmla="*/ 502803 h 1559052"/>
              <a:gd name="csX273" fmla="*/ 2805490 w 3072687"/>
              <a:gd name="csY273" fmla="*/ 484181 h 1559052"/>
              <a:gd name="csX274" fmla="*/ 2815771 w 3072687"/>
              <a:gd name="csY274" fmla="*/ 465557 h 1559052"/>
              <a:gd name="csX275" fmla="*/ 2826052 w 3072687"/>
              <a:gd name="csY275" fmla="*/ 446935 h 1559052"/>
              <a:gd name="csX276" fmla="*/ 2836317 w 3072687"/>
              <a:gd name="csY276" fmla="*/ 428313 h 1559052"/>
              <a:gd name="csX277" fmla="*/ 2846598 w 3072687"/>
              <a:gd name="csY277" fmla="*/ 409691 h 1559052"/>
              <a:gd name="csX278" fmla="*/ 2856879 w 3072687"/>
              <a:gd name="csY278" fmla="*/ 391069 h 1559052"/>
              <a:gd name="csX279" fmla="*/ 2867160 w 3072687"/>
              <a:gd name="csY279" fmla="*/ 372447 h 1559052"/>
              <a:gd name="csX280" fmla="*/ 2877425 w 3072687"/>
              <a:gd name="csY280" fmla="*/ 353823 h 1559052"/>
              <a:gd name="csX281" fmla="*/ 2887707 w 3072687"/>
              <a:gd name="csY281" fmla="*/ 335201 h 1559052"/>
              <a:gd name="csX282" fmla="*/ 2897988 w 3072687"/>
              <a:gd name="csY282" fmla="*/ 316579 h 1559052"/>
              <a:gd name="csX283" fmla="*/ 2908253 w 3072687"/>
              <a:gd name="csY283" fmla="*/ 297957 h 1559052"/>
              <a:gd name="csX284" fmla="*/ 2918534 w 3072687"/>
              <a:gd name="csY284" fmla="*/ 279335 h 1559052"/>
              <a:gd name="csX285" fmla="*/ 2928815 w 3072687"/>
              <a:gd name="csY285" fmla="*/ 260713 h 1559052"/>
              <a:gd name="csX286" fmla="*/ 2939096 w 3072687"/>
              <a:gd name="csY286" fmla="*/ 242090 h 1559052"/>
              <a:gd name="csX287" fmla="*/ 2949362 w 3072687"/>
              <a:gd name="csY287" fmla="*/ 223468 h 1559052"/>
              <a:gd name="csX288" fmla="*/ 2959643 w 3072687"/>
              <a:gd name="csY288" fmla="*/ 204846 h 1559052"/>
              <a:gd name="csX289" fmla="*/ 2969924 w 3072687"/>
              <a:gd name="csY289" fmla="*/ 186224 h 1559052"/>
              <a:gd name="csX290" fmla="*/ 2980189 w 3072687"/>
              <a:gd name="csY290" fmla="*/ 167602 h 1559052"/>
              <a:gd name="csX291" fmla="*/ 2990470 w 3072687"/>
              <a:gd name="csY291" fmla="*/ 148979 h 1559052"/>
              <a:gd name="csX292" fmla="*/ 3000751 w 3072687"/>
              <a:gd name="csY292" fmla="*/ 130357 h 1559052"/>
              <a:gd name="csX293" fmla="*/ 3011032 w 3072687"/>
              <a:gd name="csY293" fmla="*/ 111734 h 1559052"/>
              <a:gd name="csX294" fmla="*/ 3021298 w 3072687"/>
              <a:gd name="csY294" fmla="*/ 93112 h 1559052"/>
              <a:gd name="csX295" fmla="*/ 3031579 w 3072687"/>
              <a:gd name="csY295" fmla="*/ 74490 h 1559052"/>
              <a:gd name="csX296" fmla="*/ 3041859 w 3072687"/>
              <a:gd name="csY296" fmla="*/ 55868 h 1559052"/>
              <a:gd name="csX297" fmla="*/ 3052125 w 3072687"/>
              <a:gd name="csY297" fmla="*/ 37246 h 1559052"/>
              <a:gd name="csX298" fmla="*/ 3062406 w 3072687"/>
              <a:gd name="csY298" fmla="*/ 18624 h 1559052"/>
              <a:gd name="csX299" fmla="*/ 3072687 w 3072687"/>
              <a:gd name="csY299" fmla="*/ 0 h 15590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072687" h="1559052">
                <a:moveTo>
                  <a:pt x="0" y="1559053"/>
                </a:moveTo>
                <a:lnTo>
                  <a:pt x="10276" y="1557201"/>
                </a:lnTo>
                <a:lnTo>
                  <a:pt x="20553" y="1555333"/>
                </a:lnTo>
                <a:lnTo>
                  <a:pt x="30829" y="1553465"/>
                </a:lnTo>
                <a:lnTo>
                  <a:pt x="41105" y="1551613"/>
                </a:lnTo>
                <a:lnTo>
                  <a:pt x="51383" y="1549745"/>
                </a:lnTo>
                <a:lnTo>
                  <a:pt x="61660" y="1547893"/>
                </a:lnTo>
                <a:lnTo>
                  <a:pt x="71936" y="1546025"/>
                </a:lnTo>
                <a:lnTo>
                  <a:pt x="82212" y="1544157"/>
                </a:lnTo>
                <a:lnTo>
                  <a:pt x="92489" y="1542305"/>
                </a:lnTo>
                <a:lnTo>
                  <a:pt x="102765" y="1540437"/>
                </a:lnTo>
                <a:lnTo>
                  <a:pt x="113041" y="1538569"/>
                </a:lnTo>
                <a:lnTo>
                  <a:pt x="123318" y="1536717"/>
                </a:lnTo>
                <a:lnTo>
                  <a:pt x="133596" y="1534849"/>
                </a:lnTo>
                <a:lnTo>
                  <a:pt x="143872" y="1532981"/>
                </a:lnTo>
                <a:lnTo>
                  <a:pt x="154148" y="1531129"/>
                </a:lnTo>
                <a:lnTo>
                  <a:pt x="164425" y="1529261"/>
                </a:lnTo>
                <a:lnTo>
                  <a:pt x="174701" y="1527393"/>
                </a:lnTo>
                <a:lnTo>
                  <a:pt x="184977" y="1525541"/>
                </a:lnTo>
                <a:lnTo>
                  <a:pt x="195254" y="1523673"/>
                </a:lnTo>
                <a:lnTo>
                  <a:pt x="205530" y="1521821"/>
                </a:lnTo>
                <a:lnTo>
                  <a:pt x="215808" y="1519953"/>
                </a:lnTo>
                <a:lnTo>
                  <a:pt x="226084" y="1518086"/>
                </a:lnTo>
                <a:lnTo>
                  <a:pt x="236361" y="1516233"/>
                </a:lnTo>
                <a:lnTo>
                  <a:pt x="246637" y="1514365"/>
                </a:lnTo>
                <a:lnTo>
                  <a:pt x="256913" y="1512498"/>
                </a:lnTo>
                <a:lnTo>
                  <a:pt x="267190" y="1510645"/>
                </a:lnTo>
                <a:lnTo>
                  <a:pt x="277466" y="1508778"/>
                </a:lnTo>
                <a:lnTo>
                  <a:pt x="287742" y="1506910"/>
                </a:lnTo>
                <a:lnTo>
                  <a:pt x="298020" y="1505058"/>
                </a:lnTo>
                <a:lnTo>
                  <a:pt x="308297" y="1503190"/>
                </a:lnTo>
                <a:lnTo>
                  <a:pt x="318573" y="1501338"/>
                </a:lnTo>
                <a:lnTo>
                  <a:pt x="328849" y="1499470"/>
                </a:lnTo>
                <a:lnTo>
                  <a:pt x="339126" y="1497602"/>
                </a:lnTo>
                <a:lnTo>
                  <a:pt x="349402" y="1495750"/>
                </a:lnTo>
                <a:lnTo>
                  <a:pt x="359678" y="1493882"/>
                </a:lnTo>
                <a:lnTo>
                  <a:pt x="369955" y="1492014"/>
                </a:lnTo>
                <a:lnTo>
                  <a:pt x="380232" y="1490162"/>
                </a:lnTo>
                <a:lnTo>
                  <a:pt x="390509" y="1488294"/>
                </a:lnTo>
                <a:lnTo>
                  <a:pt x="400785" y="1486426"/>
                </a:lnTo>
                <a:lnTo>
                  <a:pt x="411061" y="1484574"/>
                </a:lnTo>
                <a:lnTo>
                  <a:pt x="421338" y="1482706"/>
                </a:lnTo>
                <a:lnTo>
                  <a:pt x="431614" y="1480838"/>
                </a:lnTo>
                <a:lnTo>
                  <a:pt x="441890" y="1478986"/>
                </a:lnTo>
                <a:lnTo>
                  <a:pt x="452167" y="1477118"/>
                </a:lnTo>
                <a:lnTo>
                  <a:pt x="462445" y="1475266"/>
                </a:lnTo>
                <a:lnTo>
                  <a:pt x="472721" y="1473398"/>
                </a:lnTo>
                <a:lnTo>
                  <a:pt x="482997" y="1471530"/>
                </a:lnTo>
                <a:lnTo>
                  <a:pt x="493274" y="1469678"/>
                </a:lnTo>
                <a:lnTo>
                  <a:pt x="503550" y="1467810"/>
                </a:lnTo>
                <a:lnTo>
                  <a:pt x="513826" y="1465942"/>
                </a:lnTo>
                <a:lnTo>
                  <a:pt x="524103" y="1464090"/>
                </a:lnTo>
                <a:lnTo>
                  <a:pt x="534379" y="1462222"/>
                </a:lnTo>
                <a:lnTo>
                  <a:pt x="544657" y="1460355"/>
                </a:lnTo>
                <a:lnTo>
                  <a:pt x="554933" y="1458502"/>
                </a:lnTo>
                <a:lnTo>
                  <a:pt x="565210" y="1456635"/>
                </a:lnTo>
                <a:lnTo>
                  <a:pt x="575486" y="1454767"/>
                </a:lnTo>
                <a:lnTo>
                  <a:pt x="585762" y="1452915"/>
                </a:lnTo>
                <a:lnTo>
                  <a:pt x="596039" y="1451047"/>
                </a:lnTo>
                <a:lnTo>
                  <a:pt x="606315" y="1449195"/>
                </a:lnTo>
                <a:lnTo>
                  <a:pt x="616591" y="1447327"/>
                </a:lnTo>
                <a:lnTo>
                  <a:pt x="626869" y="1445459"/>
                </a:lnTo>
                <a:lnTo>
                  <a:pt x="637146" y="1443607"/>
                </a:lnTo>
                <a:lnTo>
                  <a:pt x="647422" y="1441739"/>
                </a:lnTo>
                <a:lnTo>
                  <a:pt x="657698" y="1439871"/>
                </a:lnTo>
                <a:lnTo>
                  <a:pt x="667975" y="1438019"/>
                </a:lnTo>
                <a:lnTo>
                  <a:pt x="678251" y="1436151"/>
                </a:lnTo>
                <a:lnTo>
                  <a:pt x="688527" y="1434283"/>
                </a:lnTo>
                <a:lnTo>
                  <a:pt x="698804" y="1432431"/>
                </a:lnTo>
                <a:lnTo>
                  <a:pt x="709082" y="1430563"/>
                </a:lnTo>
                <a:lnTo>
                  <a:pt x="719358" y="1428695"/>
                </a:lnTo>
                <a:lnTo>
                  <a:pt x="729634" y="1426843"/>
                </a:lnTo>
                <a:lnTo>
                  <a:pt x="739911" y="1424975"/>
                </a:lnTo>
                <a:lnTo>
                  <a:pt x="750187" y="1423123"/>
                </a:lnTo>
                <a:lnTo>
                  <a:pt x="760463" y="1421255"/>
                </a:lnTo>
                <a:lnTo>
                  <a:pt x="770740" y="1419387"/>
                </a:lnTo>
                <a:lnTo>
                  <a:pt x="781016" y="1417535"/>
                </a:lnTo>
                <a:lnTo>
                  <a:pt x="791294" y="1415667"/>
                </a:lnTo>
                <a:lnTo>
                  <a:pt x="801570" y="1413800"/>
                </a:lnTo>
                <a:lnTo>
                  <a:pt x="811847" y="1411947"/>
                </a:lnTo>
                <a:lnTo>
                  <a:pt x="822123" y="1410080"/>
                </a:lnTo>
                <a:lnTo>
                  <a:pt x="832399" y="1408212"/>
                </a:lnTo>
                <a:lnTo>
                  <a:pt x="842676" y="1406360"/>
                </a:lnTo>
                <a:lnTo>
                  <a:pt x="852952" y="1404492"/>
                </a:lnTo>
                <a:lnTo>
                  <a:pt x="863228" y="1402624"/>
                </a:lnTo>
                <a:lnTo>
                  <a:pt x="873506" y="1400772"/>
                </a:lnTo>
                <a:lnTo>
                  <a:pt x="883783" y="1398904"/>
                </a:lnTo>
                <a:lnTo>
                  <a:pt x="894059" y="1397052"/>
                </a:lnTo>
                <a:lnTo>
                  <a:pt x="904335" y="1395184"/>
                </a:lnTo>
                <a:lnTo>
                  <a:pt x="914612" y="1393316"/>
                </a:lnTo>
                <a:lnTo>
                  <a:pt x="924888" y="1391464"/>
                </a:lnTo>
                <a:lnTo>
                  <a:pt x="935164" y="1389596"/>
                </a:lnTo>
                <a:lnTo>
                  <a:pt x="945441" y="1387728"/>
                </a:lnTo>
                <a:lnTo>
                  <a:pt x="955719" y="1385876"/>
                </a:lnTo>
                <a:lnTo>
                  <a:pt x="965995" y="1384008"/>
                </a:lnTo>
                <a:lnTo>
                  <a:pt x="976271" y="1382140"/>
                </a:lnTo>
                <a:lnTo>
                  <a:pt x="986548" y="1380288"/>
                </a:lnTo>
                <a:lnTo>
                  <a:pt x="996824" y="1378420"/>
                </a:lnTo>
                <a:lnTo>
                  <a:pt x="1007100" y="1376568"/>
                </a:lnTo>
                <a:lnTo>
                  <a:pt x="1017377" y="1374700"/>
                </a:lnTo>
                <a:lnTo>
                  <a:pt x="1027653" y="1372832"/>
                </a:lnTo>
                <a:lnTo>
                  <a:pt x="1037931" y="1370980"/>
                </a:lnTo>
                <a:lnTo>
                  <a:pt x="1048199" y="1369112"/>
                </a:lnTo>
                <a:lnTo>
                  <a:pt x="1058480" y="1367244"/>
                </a:lnTo>
                <a:lnTo>
                  <a:pt x="1068761" y="1365392"/>
                </a:lnTo>
                <a:lnTo>
                  <a:pt x="1079043" y="1363524"/>
                </a:lnTo>
                <a:lnTo>
                  <a:pt x="1089308" y="1361657"/>
                </a:lnTo>
                <a:lnTo>
                  <a:pt x="1099589" y="1359804"/>
                </a:lnTo>
                <a:lnTo>
                  <a:pt x="1109870" y="1357937"/>
                </a:lnTo>
                <a:lnTo>
                  <a:pt x="1120135" y="1356069"/>
                </a:lnTo>
                <a:lnTo>
                  <a:pt x="1130416" y="1354217"/>
                </a:lnTo>
                <a:lnTo>
                  <a:pt x="1140697" y="1352349"/>
                </a:lnTo>
                <a:lnTo>
                  <a:pt x="1150978" y="1350497"/>
                </a:lnTo>
                <a:lnTo>
                  <a:pt x="1161244" y="1348629"/>
                </a:lnTo>
                <a:lnTo>
                  <a:pt x="1171525" y="1346761"/>
                </a:lnTo>
                <a:lnTo>
                  <a:pt x="1181806" y="1344909"/>
                </a:lnTo>
                <a:lnTo>
                  <a:pt x="1192071" y="1343041"/>
                </a:lnTo>
                <a:lnTo>
                  <a:pt x="1202352" y="1341173"/>
                </a:lnTo>
                <a:lnTo>
                  <a:pt x="1212633" y="1339321"/>
                </a:lnTo>
                <a:lnTo>
                  <a:pt x="1222914" y="1337453"/>
                </a:lnTo>
                <a:lnTo>
                  <a:pt x="1233180" y="1335585"/>
                </a:lnTo>
                <a:lnTo>
                  <a:pt x="1243461" y="1333733"/>
                </a:lnTo>
                <a:lnTo>
                  <a:pt x="1253742" y="1331865"/>
                </a:lnTo>
                <a:lnTo>
                  <a:pt x="1264007" y="1329997"/>
                </a:lnTo>
                <a:lnTo>
                  <a:pt x="1274288" y="1328145"/>
                </a:lnTo>
                <a:lnTo>
                  <a:pt x="1284569" y="1326277"/>
                </a:lnTo>
                <a:lnTo>
                  <a:pt x="1294850" y="1324425"/>
                </a:lnTo>
                <a:lnTo>
                  <a:pt x="1305116" y="1322557"/>
                </a:lnTo>
                <a:lnTo>
                  <a:pt x="1315397" y="1320689"/>
                </a:lnTo>
                <a:lnTo>
                  <a:pt x="1325678" y="1318837"/>
                </a:lnTo>
                <a:lnTo>
                  <a:pt x="1335943" y="1316969"/>
                </a:lnTo>
                <a:lnTo>
                  <a:pt x="1346224" y="1315101"/>
                </a:lnTo>
                <a:lnTo>
                  <a:pt x="1356505" y="1313249"/>
                </a:lnTo>
                <a:lnTo>
                  <a:pt x="1366786" y="1311381"/>
                </a:lnTo>
                <a:lnTo>
                  <a:pt x="1377052" y="1309514"/>
                </a:lnTo>
                <a:lnTo>
                  <a:pt x="1387333" y="1307661"/>
                </a:lnTo>
                <a:lnTo>
                  <a:pt x="1397614" y="1305794"/>
                </a:lnTo>
                <a:lnTo>
                  <a:pt x="1407879" y="1303926"/>
                </a:lnTo>
                <a:lnTo>
                  <a:pt x="1418160" y="1302073"/>
                </a:lnTo>
                <a:lnTo>
                  <a:pt x="1428441" y="1300206"/>
                </a:lnTo>
                <a:lnTo>
                  <a:pt x="1438722" y="1298353"/>
                </a:lnTo>
                <a:lnTo>
                  <a:pt x="1448988" y="1296486"/>
                </a:lnTo>
                <a:lnTo>
                  <a:pt x="1459269" y="1294618"/>
                </a:lnTo>
                <a:lnTo>
                  <a:pt x="1469550" y="1292766"/>
                </a:lnTo>
                <a:lnTo>
                  <a:pt x="1479815" y="1290898"/>
                </a:lnTo>
                <a:lnTo>
                  <a:pt x="1490096" y="1289030"/>
                </a:lnTo>
                <a:lnTo>
                  <a:pt x="1500377" y="1287178"/>
                </a:lnTo>
                <a:lnTo>
                  <a:pt x="1510658" y="1285310"/>
                </a:lnTo>
                <a:lnTo>
                  <a:pt x="1520924" y="1283442"/>
                </a:lnTo>
                <a:lnTo>
                  <a:pt x="1531205" y="1281590"/>
                </a:lnTo>
                <a:lnTo>
                  <a:pt x="1541486" y="1279722"/>
                </a:lnTo>
                <a:lnTo>
                  <a:pt x="1551751" y="1277870"/>
                </a:lnTo>
                <a:lnTo>
                  <a:pt x="1562032" y="1276002"/>
                </a:lnTo>
                <a:lnTo>
                  <a:pt x="1572313" y="1274134"/>
                </a:lnTo>
                <a:lnTo>
                  <a:pt x="1582594" y="1272282"/>
                </a:lnTo>
                <a:lnTo>
                  <a:pt x="1592860" y="1270414"/>
                </a:lnTo>
                <a:lnTo>
                  <a:pt x="1603141" y="1268546"/>
                </a:lnTo>
                <a:lnTo>
                  <a:pt x="1613422" y="1266694"/>
                </a:lnTo>
                <a:lnTo>
                  <a:pt x="1623687" y="1264826"/>
                </a:lnTo>
                <a:lnTo>
                  <a:pt x="1633968" y="1262959"/>
                </a:lnTo>
                <a:lnTo>
                  <a:pt x="1644249" y="1261106"/>
                </a:lnTo>
                <a:lnTo>
                  <a:pt x="1654530" y="1259239"/>
                </a:lnTo>
                <a:lnTo>
                  <a:pt x="1664795" y="1257371"/>
                </a:lnTo>
                <a:lnTo>
                  <a:pt x="1675077" y="1255519"/>
                </a:lnTo>
                <a:lnTo>
                  <a:pt x="1685358" y="1253651"/>
                </a:lnTo>
                <a:lnTo>
                  <a:pt x="1695623" y="1251799"/>
                </a:lnTo>
                <a:lnTo>
                  <a:pt x="1705904" y="1249931"/>
                </a:lnTo>
                <a:lnTo>
                  <a:pt x="1716185" y="1248063"/>
                </a:lnTo>
                <a:lnTo>
                  <a:pt x="1726450" y="1246211"/>
                </a:lnTo>
                <a:lnTo>
                  <a:pt x="1736731" y="1244343"/>
                </a:lnTo>
                <a:lnTo>
                  <a:pt x="1747012" y="1242475"/>
                </a:lnTo>
                <a:lnTo>
                  <a:pt x="1757294" y="1240623"/>
                </a:lnTo>
                <a:lnTo>
                  <a:pt x="1767559" y="1238755"/>
                </a:lnTo>
                <a:lnTo>
                  <a:pt x="1777840" y="1236887"/>
                </a:lnTo>
                <a:lnTo>
                  <a:pt x="1788121" y="1235035"/>
                </a:lnTo>
                <a:lnTo>
                  <a:pt x="1798386" y="1233167"/>
                </a:lnTo>
                <a:lnTo>
                  <a:pt x="1808667" y="1231299"/>
                </a:lnTo>
                <a:lnTo>
                  <a:pt x="1818948" y="1229447"/>
                </a:lnTo>
                <a:lnTo>
                  <a:pt x="1829229" y="1227579"/>
                </a:lnTo>
                <a:lnTo>
                  <a:pt x="1839495" y="1225727"/>
                </a:lnTo>
                <a:lnTo>
                  <a:pt x="1849776" y="1223859"/>
                </a:lnTo>
                <a:lnTo>
                  <a:pt x="1860057" y="1221991"/>
                </a:lnTo>
                <a:lnTo>
                  <a:pt x="1870322" y="1220139"/>
                </a:lnTo>
                <a:lnTo>
                  <a:pt x="1880603" y="1218271"/>
                </a:lnTo>
                <a:lnTo>
                  <a:pt x="1890884" y="1216403"/>
                </a:lnTo>
                <a:lnTo>
                  <a:pt x="1901165" y="1214551"/>
                </a:lnTo>
                <a:lnTo>
                  <a:pt x="1911431" y="1212683"/>
                </a:lnTo>
                <a:lnTo>
                  <a:pt x="1921712" y="1210816"/>
                </a:lnTo>
                <a:lnTo>
                  <a:pt x="1931993" y="1208963"/>
                </a:lnTo>
                <a:lnTo>
                  <a:pt x="1942258" y="1207096"/>
                </a:lnTo>
                <a:lnTo>
                  <a:pt x="1952539" y="1205228"/>
                </a:lnTo>
                <a:lnTo>
                  <a:pt x="1962820" y="1203376"/>
                </a:lnTo>
                <a:lnTo>
                  <a:pt x="1973101" y="1201508"/>
                </a:lnTo>
                <a:lnTo>
                  <a:pt x="1983367" y="1199655"/>
                </a:lnTo>
                <a:lnTo>
                  <a:pt x="1993648" y="1197788"/>
                </a:lnTo>
                <a:lnTo>
                  <a:pt x="2003929" y="1195920"/>
                </a:lnTo>
                <a:lnTo>
                  <a:pt x="2014194" y="1194068"/>
                </a:lnTo>
                <a:lnTo>
                  <a:pt x="2024475" y="1192200"/>
                </a:lnTo>
                <a:lnTo>
                  <a:pt x="2034756" y="1190332"/>
                </a:lnTo>
                <a:lnTo>
                  <a:pt x="2045037" y="1188480"/>
                </a:lnTo>
                <a:lnTo>
                  <a:pt x="2055303" y="1186612"/>
                </a:lnTo>
                <a:lnTo>
                  <a:pt x="2065584" y="1184744"/>
                </a:lnTo>
                <a:lnTo>
                  <a:pt x="2075865" y="1182892"/>
                </a:lnTo>
                <a:lnTo>
                  <a:pt x="2086130" y="1181024"/>
                </a:lnTo>
                <a:lnTo>
                  <a:pt x="2096411" y="1179172"/>
                </a:lnTo>
                <a:lnTo>
                  <a:pt x="2106692" y="1177304"/>
                </a:lnTo>
                <a:lnTo>
                  <a:pt x="2116973" y="1175436"/>
                </a:lnTo>
                <a:lnTo>
                  <a:pt x="2127239" y="1173584"/>
                </a:lnTo>
                <a:lnTo>
                  <a:pt x="2137520" y="1171716"/>
                </a:lnTo>
                <a:lnTo>
                  <a:pt x="2147801" y="1169848"/>
                </a:lnTo>
                <a:lnTo>
                  <a:pt x="2158066" y="1167996"/>
                </a:lnTo>
                <a:lnTo>
                  <a:pt x="2168347" y="1166128"/>
                </a:lnTo>
                <a:lnTo>
                  <a:pt x="2178628" y="1164260"/>
                </a:lnTo>
                <a:lnTo>
                  <a:pt x="2188909" y="1162408"/>
                </a:lnTo>
                <a:lnTo>
                  <a:pt x="2199175" y="1160540"/>
                </a:lnTo>
                <a:lnTo>
                  <a:pt x="2209456" y="1158673"/>
                </a:lnTo>
                <a:lnTo>
                  <a:pt x="2219737" y="1156820"/>
                </a:lnTo>
                <a:lnTo>
                  <a:pt x="2230002" y="1154953"/>
                </a:lnTo>
                <a:lnTo>
                  <a:pt x="2240283" y="1153100"/>
                </a:lnTo>
                <a:lnTo>
                  <a:pt x="2250564" y="1151233"/>
                </a:lnTo>
                <a:lnTo>
                  <a:pt x="2260845" y="1149365"/>
                </a:lnTo>
                <a:lnTo>
                  <a:pt x="2271111" y="1147513"/>
                </a:lnTo>
                <a:lnTo>
                  <a:pt x="2281392" y="1145645"/>
                </a:lnTo>
                <a:lnTo>
                  <a:pt x="2291673" y="1143777"/>
                </a:lnTo>
                <a:lnTo>
                  <a:pt x="2301938" y="1141925"/>
                </a:lnTo>
                <a:lnTo>
                  <a:pt x="2312219" y="1140057"/>
                </a:lnTo>
                <a:lnTo>
                  <a:pt x="2322500" y="1138189"/>
                </a:lnTo>
                <a:lnTo>
                  <a:pt x="2332781" y="1136337"/>
                </a:lnTo>
                <a:lnTo>
                  <a:pt x="2343047" y="1134469"/>
                </a:lnTo>
                <a:lnTo>
                  <a:pt x="2353328" y="1132601"/>
                </a:lnTo>
                <a:lnTo>
                  <a:pt x="2363609" y="1130749"/>
                </a:lnTo>
                <a:lnTo>
                  <a:pt x="2373874" y="1128881"/>
                </a:lnTo>
                <a:lnTo>
                  <a:pt x="2384155" y="1127029"/>
                </a:lnTo>
                <a:lnTo>
                  <a:pt x="2394436" y="1125161"/>
                </a:lnTo>
                <a:lnTo>
                  <a:pt x="2404717" y="1123293"/>
                </a:lnTo>
                <a:lnTo>
                  <a:pt x="2414983" y="1121441"/>
                </a:lnTo>
                <a:lnTo>
                  <a:pt x="2425264" y="1119573"/>
                </a:lnTo>
                <a:lnTo>
                  <a:pt x="2435545" y="1117705"/>
                </a:lnTo>
                <a:lnTo>
                  <a:pt x="2445810" y="1115853"/>
                </a:lnTo>
                <a:lnTo>
                  <a:pt x="2456091" y="1113985"/>
                </a:lnTo>
                <a:lnTo>
                  <a:pt x="2466372" y="1098713"/>
                </a:lnTo>
                <a:lnTo>
                  <a:pt x="2476637" y="1080097"/>
                </a:lnTo>
                <a:lnTo>
                  <a:pt x="2486918" y="1061472"/>
                </a:lnTo>
                <a:lnTo>
                  <a:pt x="2497200" y="1042848"/>
                </a:lnTo>
                <a:lnTo>
                  <a:pt x="2507480" y="1024226"/>
                </a:lnTo>
                <a:lnTo>
                  <a:pt x="2517746" y="1005604"/>
                </a:lnTo>
                <a:lnTo>
                  <a:pt x="2528027" y="986982"/>
                </a:lnTo>
                <a:lnTo>
                  <a:pt x="2538308" y="968360"/>
                </a:lnTo>
                <a:lnTo>
                  <a:pt x="2548573" y="949738"/>
                </a:lnTo>
                <a:lnTo>
                  <a:pt x="2558854" y="931115"/>
                </a:lnTo>
                <a:lnTo>
                  <a:pt x="2569135" y="912492"/>
                </a:lnTo>
                <a:lnTo>
                  <a:pt x="2579417" y="893870"/>
                </a:lnTo>
                <a:lnTo>
                  <a:pt x="2589682" y="875248"/>
                </a:lnTo>
                <a:lnTo>
                  <a:pt x="2599963" y="856626"/>
                </a:lnTo>
                <a:lnTo>
                  <a:pt x="2610244" y="838004"/>
                </a:lnTo>
                <a:lnTo>
                  <a:pt x="2620509" y="819381"/>
                </a:lnTo>
                <a:lnTo>
                  <a:pt x="2630790" y="800759"/>
                </a:lnTo>
                <a:lnTo>
                  <a:pt x="2641071" y="782137"/>
                </a:lnTo>
                <a:lnTo>
                  <a:pt x="2651352" y="763515"/>
                </a:lnTo>
                <a:lnTo>
                  <a:pt x="2661618" y="744893"/>
                </a:lnTo>
                <a:lnTo>
                  <a:pt x="2671899" y="726271"/>
                </a:lnTo>
                <a:lnTo>
                  <a:pt x="2682180" y="707648"/>
                </a:lnTo>
                <a:lnTo>
                  <a:pt x="2692445" y="689025"/>
                </a:lnTo>
                <a:lnTo>
                  <a:pt x="2702726" y="670403"/>
                </a:lnTo>
                <a:lnTo>
                  <a:pt x="2713007" y="651781"/>
                </a:lnTo>
                <a:lnTo>
                  <a:pt x="2723288" y="633159"/>
                </a:lnTo>
                <a:lnTo>
                  <a:pt x="2733554" y="614537"/>
                </a:lnTo>
                <a:lnTo>
                  <a:pt x="2743835" y="595915"/>
                </a:lnTo>
                <a:lnTo>
                  <a:pt x="2754116" y="577291"/>
                </a:lnTo>
                <a:lnTo>
                  <a:pt x="2764381" y="558669"/>
                </a:lnTo>
                <a:lnTo>
                  <a:pt x="2774662" y="540047"/>
                </a:lnTo>
                <a:lnTo>
                  <a:pt x="2784943" y="521425"/>
                </a:lnTo>
                <a:lnTo>
                  <a:pt x="2795224" y="502803"/>
                </a:lnTo>
                <a:lnTo>
                  <a:pt x="2805490" y="484181"/>
                </a:lnTo>
                <a:lnTo>
                  <a:pt x="2815771" y="465557"/>
                </a:lnTo>
                <a:lnTo>
                  <a:pt x="2826052" y="446935"/>
                </a:lnTo>
                <a:lnTo>
                  <a:pt x="2836317" y="428313"/>
                </a:lnTo>
                <a:lnTo>
                  <a:pt x="2846598" y="409691"/>
                </a:lnTo>
                <a:lnTo>
                  <a:pt x="2856879" y="391069"/>
                </a:lnTo>
                <a:lnTo>
                  <a:pt x="2867160" y="372447"/>
                </a:lnTo>
                <a:lnTo>
                  <a:pt x="2877425" y="353823"/>
                </a:lnTo>
                <a:lnTo>
                  <a:pt x="2887707" y="335201"/>
                </a:lnTo>
                <a:lnTo>
                  <a:pt x="2897988" y="316579"/>
                </a:lnTo>
                <a:lnTo>
                  <a:pt x="2908253" y="297957"/>
                </a:lnTo>
                <a:lnTo>
                  <a:pt x="2918534" y="279335"/>
                </a:lnTo>
                <a:lnTo>
                  <a:pt x="2928815" y="260713"/>
                </a:lnTo>
                <a:lnTo>
                  <a:pt x="2939096" y="242090"/>
                </a:lnTo>
                <a:lnTo>
                  <a:pt x="2949362" y="223468"/>
                </a:lnTo>
                <a:lnTo>
                  <a:pt x="2959643" y="204846"/>
                </a:lnTo>
                <a:lnTo>
                  <a:pt x="2969924" y="186224"/>
                </a:lnTo>
                <a:lnTo>
                  <a:pt x="2980189" y="167602"/>
                </a:lnTo>
                <a:lnTo>
                  <a:pt x="2990470" y="148979"/>
                </a:lnTo>
                <a:lnTo>
                  <a:pt x="3000751" y="130357"/>
                </a:lnTo>
                <a:lnTo>
                  <a:pt x="3011032" y="111734"/>
                </a:lnTo>
                <a:lnTo>
                  <a:pt x="3021298" y="93112"/>
                </a:lnTo>
                <a:lnTo>
                  <a:pt x="3031579" y="74490"/>
                </a:lnTo>
                <a:lnTo>
                  <a:pt x="3041859" y="55868"/>
                </a:lnTo>
                <a:lnTo>
                  <a:pt x="3052125" y="37246"/>
                </a:lnTo>
                <a:lnTo>
                  <a:pt x="3062406" y="18624"/>
                </a:lnTo>
                <a:lnTo>
                  <a:pt x="3072687" y="0"/>
                </a:lnTo>
              </a:path>
            </a:pathLst>
          </a:custGeom>
          <a:noFill/>
          <a:ln w="28575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71022BC7-7C72-E1A6-4848-E55B93D6E4CE}"/>
              </a:ext>
            </a:extLst>
          </p:cNvPr>
          <p:cNvSpPr/>
          <p:nvPr/>
        </p:nvSpPr>
        <p:spPr>
          <a:xfrm>
            <a:off x="898387" y="2568916"/>
            <a:ext cx="3072687" cy="1967085"/>
          </a:xfrm>
          <a:custGeom>
            <a:avLst/>
            <a:gdLst>
              <a:gd name="csX0" fmla="*/ 0 w 3072687"/>
              <a:gd name="csY0" fmla="*/ 1967085 h 1967085"/>
              <a:gd name="csX1" fmla="*/ 10276 w 3072687"/>
              <a:gd name="csY1" fmla="*/ 1965233 h 1967085"/>
              <a:gd name="csX2" fmla="*/ 20553 w 3072687"/>
              <a:gd name="csY2" fmla="*/ 1963365 h 1967085"/>
              <a:gd name="csX3" fmla="*/ 30829 w 3072687"/>
              <a:gd name="csY3" fmla="*/ 1961497 h 1967085"/>
              <a:gd name="csX4" fmla="*/ 41105 w 3072687"/>
              <a:gd name="csY4" fmla="*/ 1959645 h 1967085"/>
              <a:gd name="csX5" fmla="*/ 51383 w 3072687"/>
              <a:gd name="csY5" fmla="*/ 1957777 h 1967085"/>
              <a:gd name="csX6" fmla="*/ 61660 w 3072687"/>
              <a:gd name="csY6" fmla="*/ 1955909 h 1967085"/>
              <a:gd name="csX7" fmla="*/ 71936 w 3072687"/>
              <a:gd name="csY7" fmla="*/ 1954057 h 1967085"/>
              <a:gd name="csX8" fmla="*/ 82212 w 3072687"/>
              <a:gd name="csY8" fmla="*/ 1952189 h 1967085"/>
              <a:gd name="csX9" fmla="*/ 92489 w 3072687"/>
              <a:gd name="csY9" fmla="*/ 1950337 h 1967085"/>
              <a:gd name="csX10" fmla="*/ 102765 w 3072687"/>
              <a:gd name="csY10" fmla="*/ 1948469 h 1967085"/>
              <a:gd name="csX11" fmla="*/ 113041 w 3072687"/>
              <a:gd name="csY11" fmla="*/ 1946601 h 1967085"/>
              <a:gd name="csX12" fmla="*/ 123318 w 3072687"/>
              <a:gd name="csY12" fmla="*/ 1944749 h 1967085"/>
              <a:gd name="csX13" fmla="*/ 133596 w 3072687"/>
              <a:gd name="csY13" fmla="*/ 1942881 h 1967085"/>
              <a:gd name="csX14" fmla="*/ 143872 w 3072687"/>
              <a:gd name="csY14" fmla="*/ 1941013 h 1967085"/>
              <a:gd name="csX15" fmla="*/ 154148 w 3072687"/>
              <a:gd name="csY15" fmla="*/ 1939161 h 1967085"/>
              <a:gd name="csX16" fmla="*/ 164425 w 3072687"/>
              <a:gd name="csY16" fmla="*/ 1937293 h 1967085"/>
              <a:gd name="csX17" fmla="*/ 174701 w 3072687"/>
              <a:gd name="csY17" fmla="*/ 1935426 h 1967085"/>
              <a:gd name="csX18" fmla="*/ 184977 w 3072687"/>
              <a:gd name="csY18" fmla="*/ 1933573 h 1967085"/>
              <a:gd name="csX19" fmla="*/ 195254 w 3072687"/>
              <a:gd name="csY19" fmla="*/ 1931706 h 1967085"/>
              <a:gd name="csX20" fmla="*/ 205530 w 3072687"/>
              <a:gd name="csY20" fmla="*/ 1929838 h 1967085"/>
              <a:gd name="csX21" fmla="*/ 215808 w 3072687"/>
              <a:gd name="csY21" fmla="*/ 1927986 h 1967085"/>
              <a:gd name="csX22" fmla="*/ 226084 w 3072687"/>
              <a:gd name="csY22" fmla="*/ 1926118 h 1967085"/>
              <a:gd name="csX23" fmla="*/ 236361 w 3072687"/>
              <a:gd name="csY23" fmla="*/ 1924266 h 1967085"/>
              <a:gd name="csX24" fmla="*/ 246637 w 3072687"/>
              <a:gd name="csY24" fmla="*/ 1922398 h 1967085"/>
              <a:gd name="csX25" fmla="*/ 256913 w 3072687"/>
              <a:gd name="csY25" fmla="*/ 1920530 h 1967085"/>
              <a:gd name="csX26" fmla="*/ 267190 w 3072687"/>
              <a:gd name="csY26" fmla="*/ 1918678 h 1967085"/>
              <a:gd name="csX27" fmla="*/ 277466 w 3072687"/>
              <a:gd name="csY27" fmla="*/ 1916810 h 1967085"/>
              <a:gd name="csX28" fmla="*/ 287742 w 3072687"/>
              <a:gd name="csY28" fmla="*/ 1914942 h 1967085"/>
              <a:gd name="csX29" fmla="*/ 298020 w 3072687"/>
              <a:gd name="csY29" fmla="*/ 1913090 h 1967085"/>
              <a:gd name="csX30" fmla="*/ 308297 w 3072687"/>
              <a:gd name="csY30" fmla="*/ 1911222 h 1967085"/>
              <a:gd name="csX31" fmla="*/ 318573 w 3072687"/>
              <a:gd name="csY31" fmla="*/ 1909354 h 1967085"/>
              <a:gd name="csX32" fmla="*/ 328849 w 3072687"/>
              <a:gd name="csY32" fmla="*/ 1907502 h 1967085"/>
              <a:gd name="csX33" fmla="*/ 339126 w 3072687"/>
              <a:gd name="csY33" fmla="*/ 1905634 h 1967085"/>
              <a:gd name="csX34" fmla="*/ 349402 w 3072687"/>
              <a:gd name="csY34" fmla="*/ 1903782 h 1967085"/>
              <a:gd name="csX35" fmla="*/ 359678 w 3072687"/>
              <a:gd name="csY35" fmla="*/ 1901914 h 1967085"/>
              <a:gd name="csX36" fmla="*/ 369955 w 3072687"/>
              <a:gd name="csY36" fmla="*/ 1900046 h 1967085"/>
              <a:gd name="csX37" fmla="*/ 380232 w 3072687"/>
              <a:gd name="csY37" fmla="*/ 1898194 h 1967085"/>
              <a:gd name="csX38" fmla="*/ 390509 w 3072687"/>
              <a:gd name="csY38" fmla="*/ 1896326 h 1967085"/>
              <a:gd name="csX39" fmla="*/ 400785 w 3072687"/>
              <a:gd name="csY39" fmla="*/ 1894459 h 1967085"/>
              <a:gd name="csX40" fmla="*/ 411061 w 3072687"/>
              <a:gd name="csY40" fmla="*/ 1892606 h 1967085"/>
              <a:gd name="csX41" fmla="*/ 421338 w 3072687"/>
              <a:gd name="csY41" fmla="*/ 1890739 h 1967085"/>
              <a:gd name="csX42" fmla="*/ 431614 w 3072687"/>
              <a:gd name="csY42" fmla="*/ 1888871 h 1967085"/>
              <a:gd name="csX43" fmla="*/ 441890 w 3072687"/>
              <a:gd name="csY43" fmla="*/ 1887019 h 1967085"/>
              <a:gd name="csX44" fmla="*/ 452167 w 3072687"/>
              <a:gd name="csY44" fmla="*/ 1885151 h 1967085"/>
              <a:gd name="csX45" fmla="*/ 462445 w 3072687"/>
              <a:gd name="csY45" fmla="*/ 1883283 h 1967085"/>
              <a:gd name="csX46" fmla="*/ 472721 w 3072687"/>
              <a:gd name="csY46" fmla="*/ 1881431 h 1967085"/>
              <a:gd name="csX47" fmla="*/ 482997 w 3072687"/>
              <a:gd name="csY47" fmla="*/ 1879563 h 1967085"/>
              <a:gd name="csX48" fmla="*/ 493274 w 3072687"/>
              <a:gd name="csY48" fmla="*/ 1877711 h 1967085"/>
              <a:gd name="csX49" fmla="*/ 503550 w 3072687"/>
              <a:gd name="csY49" fmla="*/ 1875843 h 1967085"/>
              <a:gd name="csX50" fmla="*/ 513826 w 3072687"/>
              <a:gd name="csY50" fmla="*/ 1873975 h 1967085"/>
              <a:gd name="csX51" fmla="*/ 524103 w 3072687"/>
              <a:gd name="csY51" fmla="*/ 1872123 h 1967085"/>
              <a:gd name="csX52" fmla="*/ 534379 w 3072687"/>
              <a:gd name="csY52" fmla="*/ 1870255 h 1967085"/>
              <a:gd name="csX53" fmla="*/ 544657 w 3072687"/>
              <a:gd name="csY53" fmla="*/ 1868387 h 1967085"/>
              <a:gd name="csX54" fmla="*/ 554933 w 3072687"/>
              <a:gd name="csY54" fmla="*/ 1866535 h 1967085"/>
              <a:gd name="csX55" fmla="*/ 565210 w 3072687"/>
              <a:gd name="csY55" fmla="*/ 1864667 h 1967085"/>
              <a:gd name="csX56" fmla="*/ 575486 w 3072687"/>
              <a:gd name="csY56" fmla="*/ 1862799 h 1967085"/>
              <a:gd name="csX57" fmla="*/ 585762 w 3072687"/>
              <a:gd name="csY57" fmla="*/ 1860947 h 1967085"/>
              <a:gd name="csX58" fmla="*/ 596039 w 3072687"/>
              <a:gd name="csY58" fmla="*/ 1859079 h 1967085"/>
              <a:gd name="csX59" fmla="*/ 606315 w 3072687"/>
              <a:gd name="csY59" fmla="*/ 1857211 h 1967085"/>
              <a:gd name="csX60" fmla="*/ 616591 w 3072687"/>
              <a:gd name="csY60" fmla="*/ 1855359 h 1967085"/>
              <a:gd name="csX61" fmla="*/ 626869 w 3072687"/>
              <a:gd name="csY61" fmla="*/ 1853491 h 1967085"/>
              <a:gd name="csX62" fmla="*/ 637146 w 3072687"/>
              <a:gd name="csY62" fmla="*/ 1851639 h 1967085"/>
              <a:gd name="csX63" fmla="*/ 647422 w 3072687"/>
              <a:gd name="csY63" fmla="*/ 1849771 h 1967085"/>
              <a:gd name="csX64" fmla="*/ 657698 w 3072687"/>
              <a:gd name="csY64" fmla="*/ 1847903 h 1967085"/>
              <a:gd name="csX65" fmla="*/ 667975 w 3072687"/>
              <a:gd name="csY65" fmla="*/ 1846051 h 1967085"/>
              <a:gd name="csX66" fmla="*/ 678251 w 3072687"/>
              <a:gd name="csY66" fmla="*/ 1844183 h 1967085"/>
              <a:gd name="csX67" fmla="*/ 688527 w 3072687"/>
              <a:gd name="csY67" fmla="*/ 1842315 h 1967085"/>
              <a:gd name="csX68" fmla="*/ 698804 w 3072687"/>
              <a:gd name="csY68" fmla="*/ 1840463 h 1967085"/>
              <a:gd name="csX69" fmla="*/ 709082 w 3072687"/>
              <a:gd name="csY69" fmla="*/ 1838595 h 1967085"/>
              <a:gd name="csX70" fmla="*/ 719358 w 3072687"/>
              <a:gd name="csY70" fmla="*/ 1836728 h 1967085"/>
              <a:gd name="csX71" fmla="*/ 729634 w 3072687"/>
              <a:gd name="csY71" fmla="*/ 1834875 h 1967085"/>
              <a:gd name="csX72" fmla="*/ 739911 w 3072687"/>
              <a:gd name="csY72" fmla="*/ 1833008 h 1967085"/>
              <a:gd name="csX73" fmla="*/ 750187 w 3072687"/>
              <a:gd name="csY73" fmla="*/ 1831140 h 1967085"/>
              <a:gd name="csX74" fmla="*/ 760463 w 3072687"/>
              <a:gd name="csY74" fmla="*/ 1829288 h 1967085"/>
              <a:gd name="csX75" fmla="*/ 770740 w 3072687"/>
              <a:gd name="csY75" fmla="*/ 1827420 h 1967085"/>
              <a:gd name="csX76" fmla="*/ 781016 w 3072687"/>
              <a:gd name="csY76" fmla="*/ 1825568 h 1967085"/>
              <a:gd name="csX77" fmla="*/ 791294 w 3072687"/>
              <a:gd name="csY77" fmla="*/ 1823700 h 1967085"/>
              <a:gd name="csX78" fmla="*/ 801570 w 3072687"/>
              <a:gd name="csY78" fmla="*/ 1821832 h 1967085"/>
              <a:gd name="csX79" fmla="*/ 811847 w 3072687"/>
              <a:gd name="csY79" fmla="*/ 1819980 h 1967085"/>
              <a:gd name="csX80" fmla="*/ 822123 w 3072687"/>
              <a:gd name="csY80" fmla="*/ 1818112 h 1967085"/>
              <a:gd name="csX81" fmla="*/ 832399 w 3072687"/>
              <a:gd name="csY81" fmla="*/ 1816244 h 1967085"/>
              <a:gd name="csX82" fmla="*/ 842676 w 3072687"/>
              <a:gd name="csY82" fmla="*/ 1814392 h 1967085"/>
              <a:gd name="csX83" fmla="*/ 852952 w 3072687"/>
              <a:gd name="csY83" fmla="*/ 1812524 h 1967085"/>
              <a:gd name="csX84" fmla="*/ 863228 w 3072687"/>
              <a:gd name="csY84" fmla="*/ 1810656 h 1967085"/>
              <a:gd name="csX85" fmla="*/ 873506 w 3072687"/>
              <a:gd name="csY85" fmla="*/ 1808804 h 1967085"/>
              <a:gd name="csX86" fmla="*/ 883783 w 3072687"/>
              <a:gd name="csY86" fmla="*/ 1806936 h 1967085"/>
              <a:gd name="csX87" fmla="*/ 894059 w 3072687"/>
              <a:gd name="csY87" fmla="*/ 1805068 h 1967085"/>
              <a:gd name="csX88" fmla="*/ 904335 w 3072687"/>
              <a:gd name="csY88" fmla="*/ 1803216 h 1967085"/>
              <a:gd name="csX89" fmla="*/ 914612 w 3072687"/>
              <a:gd name="csY89" fmla="*/ 1801348 h 1967085"/>
              <a:gd name="csX90" fmla="*/ 924888 w 3072687"/>
              <a:gd name="csY90" fmla="*/ 1799496 h 1967085"/>
              <a:gd name="csX91" fmla="*/ 935164 w 3072687"/>
              <a:gd name="csY91" fmla="*/ 1797628 h 1967085"/>
              <a:gd name="csX92" fmla="*/ 945441 w 3072687"/>
              <a:gd name="csY92" fmla="*/ 1795760 h 1967085"/>
              <a:gd name="csX93" fmla="*/ 955719 w 3072687"/>
              <a:gd name="csY93" fmla="*/ 1793908 h 1967085"/>
              <a:gd name="csX94" fmla="*/ 965995 w 3072687"/>
              <a:gd name="csY94" fmla="*/ 1792040 h 1967085"/>
              <a:gd name="csX95" fmla="*/ 976271 w 3072687"/>
              <a:gd name="csY95" fmla="*/ 1790172 h 1967085"/>
              <a:gd name="csX96" fmla="*/ 986548 w 3072687"/>
              <a:gd name="csY96" fmla="*/ 1788320 h 1967085"/>
              <a:gd name="csX97" fmla="*/ 996824 w 3072687"/>
              <a:gd name="csY97" fmla="*/ 1786452 h 1967085"/>
              <a:gd name="csX98" fmla="*/ 1007100 w 3072687"/>
              <a:gd name="csY98" fmla="*/ 1784585 h 1967085"/>
              <a:gd name="csX99" fmla="*/ 1017377 w 3072687"/>
              <a:gd name="csY99" fmla="*/ 1782732 h 1967085"/>
              <a:gd name="csX100" fmla="*/ 1027653 w 3072687"/>
              <a:gd name="csY100" fmla="*/ 1780865 h 1967085"/>
              <a:gd name="csX101" fmla="*/ 1037931 w 3072687"/>
              <a:gd name="csY101" fmla="*/ 1779012 h 1967085"/>
              <a:gd name="csX102" fmla="*/ 1048199 w 3072687"/>
              <a:gd name="csY102" fmla="*/ 1777145 h 1967085"/>
              <a:gd name="csX103" fmla="*/ 1058480 w 3072687"/>
              <a:gd name="csY103" fmla="*/ 1775277 h 1967085"/>
              <a:gd name="csX104" fmla="*/ 1068761 w 3072687"/>
              <a:gd name="csY104" fmla="*/ 1773425 h 1967085"/>
              <a:gd name="csX105" fmla="*/ 1079043 w 3072687"/>
              <a:gd name="csY105" fmla="*/ 1771557 h 1967085"/>
              <a:gd name="csX106" fmla="*/ 1089308 w 3072687"/>
              <a:gd name="csY106" fmla="*/ 1769689 h 1967085"/>
              <a:gd name="csX107" fmla="*/ 1099589 w 3072687"/>
              <a:gd name="csY107" fmla="*/ 1767837 h 1967085"/>
              <a:gd name="csX108" fmla="*/ 1109870 w 3072687"/>
              <a:gd name="csY108" fmla="*/ 1765969 h 1967085"/>
              <a:gd name="csX109" fmla="*/ 1120135 w 3072687"/>
              <a:gd name="csY109" fmla="*/ 1764101 h 1967085"/>
              <a:gd name="csX110" fmla="*/ 1130416 w 3072687"/>
              <a:gd name="csY110" fmla="*/ 1762249 h 1967085"/>
              <a:gd name="csX111" fmla="*/ 1140697 w 3072687"/>
              <a:gd name="csY111" fmla="*/ 1760381 h 1967085"/>
              <a:gd name="csX112" fmla="*/ 1150978 w 3072687"/>
              <a:gd name="csY112" fmla="*/ 1758513 h 1967085"/>
              <a:gd name="csX113" fmla="*/ 1161244 w 3072687"/>
              <a:gd name="csY113" fmla="*/ 1756661 h 1967085"/>
              <a:gd name="csX114" fmla="*/ 1171525 w 3072687"/>
              <a:gd name="csY114" fmla="*/ 1754793 h 1967085"/>
              <a:gd name="csX115" fmla="*/ 1181806 w 3072687"/>
              <a:gd name="csY115" fmla="*/ 1752941 h 1967085"/>
              <a:gd name="csX116" fmla="*/ 1192071 w 3072687"/>
              <a:gd name="csY116" fmla="*/ 1751073 h 1967085"/>
              <a:gd name="csX117" fmla="*/ 1202352 w 3072687"/>
              <a:gd name="csY117" fmla="*/ 1749205 h 1967085"/>
              <a:gd name="csX118" fmla="*/ 1212633 w 3072687"/>
              <a:gd name="csY118" fmla="*/ 1747353 h 1967085"/>
              <a:gd name="csX119" fmla="*/ 1222914 w 3072687"/>
              <a:gd name="csY119" fmla="*/ 1745485 h 1967085"/>
              <a:gd name="csX120" fmla="*/ 1233180 w 3072687"/>
              <a:gd name="csY120" fmla="*/ 1743617 h 1967085"/>
              <a:gd name="csX121" fmla="*/ 1243461 w 3072687"/>
              <a:gd name="csY121" fmla="*/ 1741765 h 1967085"/>
              <a:gd name="csX122" fmla="*/ 1253742 w 3072687"/>
              <a:gd name="csY122" fmla="*/ 1739897 h 1967085"/>
              <a:gd name="csX123" fmla="*/ 1264007 w 3072687"/>
              <a:gd name="csY123" fmla="*/ 1738030 h 1967085"/>
              <a:gd name="csX124" fmla="*/ 1274288 w 3072687"/>
              <a:gd name="csY124" fmla="*/ 1736177 h 1967085"/>
              <a:gd name="csX125" fmla="*/ 1284569 w 3072687"/>
              <a:gd name="csY125" fmla="*/ 1734310 h 1967085"/>
              <a:gd name="csX126" fmla="*/ 1294850 w 3072687"/>
              <a:gd name="csY126" fmla="*/ 1732442 h 1967085"/>
              <a:gd name="csX127" fmla="*/ 1305116 w 3072687"/>
              <a:gd name="csY127" fmla="*/ 1730590 h 1967085"/>
              <a:gd name="csX128" fmla="*/ 1315397 w 3072687"/>
              <a:gd name="csY128" fmla="*/ 1728722 h 1967085"/>
              <a:gd name="csX129" fmla="*/ 1325678 w 3072687"/>
              <a:gd name="csY129" fmla="*/ 1726870 h 1967085"/>
              <a:gd name="csX130" fmla="*/ 1335943 w 3072687"/>
              <a:gd name="csY130" fmla="*/ 1725002 h 1967085"/>
              <a:gd name="csX131" fmla="*/ 1346224 w 3072687"/>
              <a:gd name="csY131" fmla="*/ 1723134 h 1967085"/>
              <a:gd name="csX132" fmla="*/ 1356505 w 3072687"/>
              <a:gd name="csY132" fmla="*/ 1721282 h 1967085"/>
              <a:gd name="csX133" fmla="*/ 1366786 w 3072687"/>
              <a:gd name="csY133" fmla="*/ 1719414 h 1967085"/>
              <a:gd name="csX134" fmla="*/ 1377052 w 3072687"/>
              <a:gd name="csY134" fmla="*/ 1717546 h 1967085"/>
              <a:gd name="csX135" fmla="*/ 1387333 w 3072687"/>
              <a:gd name="csY135" fmla="*/ 1715694 h 1967085"/>
              <a:gd name="csX136" fmla="*/ 1397614 w 3072687"/>
              <a:gd name="csY136" fmla="*/ 1713826 h 1967085"/>
              <a:gd name="csX137" fmla="*/ 1407879 w 3072687"/>
              <a:gd name="csY137" fmla="*/ 1711958 h 1967085"/>
              <a:gd name="csX138" fmla="*/ 1418160 w 3072687"/>
              <a:gd name="csY138" fmla="*/ 1710106 h 1967085"/>
              <a:gd name="csX139" fmla="*/ 1428441 w 3072687"/>
              <a:gd name="csY139" fmla="*/ 1708238 h 1967085"/>
              <a:gd name="csX140" fmla="*/ 1438722 w 3072687"/>
              <a:gd name="csY140" fmla="*/ 1706370 h 1967085"/>
              <a:gd name="csX141" fmla="*/ 1448988 w 3072687"/>
              <a:gd name="csY141" fmla="*/ 1704518 h 1967085"/>
              <a:gd name="csX142" fmla="*/ 1459269 w 3072687"/>
              <a:gd name="csY142" fmla="*/ 1702650 h 1967085"/>
              <a:gd name="csX143" fmla="*/ 1469550 w 3072687"/>
              <a:gd name="csY143" fmla="*/ 1700798 h 1967085"/>
              <a:gd name="csX144" fmla="*/ 1479815 w 3072687"/>
              <a:gd name="csY144" fmla="*/ 1698930 h 1967085"/>
              <a:gd name="csX145" fmla="*/ 1490096 w 3072687"/>
              <a:gd name="csY145" fmla="*/ 1697062 h 1967085"/>
              <a:gd name="csX146" fmla="*/ 1500377 w 3072687"/>
              <a:gd name="csY146" fmla="*/ 1695210 h 1967085"/>
              <a:gd name="csX147" fmla="*/ 1510658 w 3072687"/>
              <a:gd name="csY147" fmla="*/ 1693342 h 1967085"/>
              <a:gd name="csX148" fmla="*/ 1520924 w 3072687"/>
              <a:gd name="csY148" fmla="*/ 1691474 h 1967085"/>
              <a:gd name="csX149" fmla="*/ 1531205 w 3072687"/>
              <a:gd name="csY149" fmla="*/ 1689622 h 1967085"/>
              <a:gd name="csX150" fmla="*/ 1541486 w 3072687"/>
              <a:gd name="csY150" fmla="*/ 1687754 h 1967085"/>
              <a:gd name="csX151" fmla="*/ 1551751 w 3072687"/>
              <a:gd name="csY151" fmla="*/ 1685902 h 1967085"/>
              <a:gd name="csX152" fmla="*/ 1562032 w 3072687"/>
              <a:gd name="csY152" fmla="*/ 1684034 h 1967085"/>
              <a:gd name="csX153" fmla="*/ 1572313 w 3072687"/>
              <a:gd name="csY153" fmla="*/ 1682167 h 1967085"/>
              <a:gd name="csX154" fmla="*/ 1582594 w 3072687"/>
              <a:gd name="csY154" fmla="*/ 1680314 h 1967085"/>
              <a:gd name="csX155" fmla="*/ 1592860 w 3072687"/>
              <a:gd name="csY155" fmla="*/ 1678447 h 1967085"/>
              <a:gd name="csX156" fmla="*/ 1603141 w 3072687"/>
              <a:gd name="csY156" fmla="*/ 1676594 h 1967085"/>
              <a:gd name="csX157" fmla="*/ 1613422 w 3072687"/>
              <a:gd name="csY157" fmla="*/ 1674727 h 1967085"/>
              <a:gd name="csX158" fmla="*/ 1623687 w 3072687"/>
              <a:gd name="csY158" fmla="*/ 1672874 h 1967085"/>
              <a:gd name="csX159" fmla="*/ 1633968 w 3072687"/>
              <a:gd name="csY159" fmla="*/ 1671007 h 1967085"/>
              <a:gd name="csX160" fmla="*/ 1644249 w 3072687"/>
              <a:gd name="csY160" fmla="*/ 1669154 h 1967085"/>
              <a:gd name="csX161" fmla="*/ 1654530 w 3072687"/>
              <a:gd name="csY161" fmla="*/ 1667287 h 1967085"/>
              <a:gd name="csX162" fmla="*/ 1664795 w 3072687"/>
              <a:gd name="csY162" fmla="*/ 1665434 h 1967085"/>
              <a:gd name="csX163" fmla="*/ 1675077 w 3072687"/>
              <a:gd name="csY163" fmla="*/ 1663566 h 1967085"/>
              <a:gd name="csX164" fmla="*/ 1685358 w 3072687"/>
              <a:gd name="csY164" fmla="*/ 1661714 h 1967085"/>
              <a:gd name="csX165" fmla="*/ 1695623 w 3072687"/>
              <a:gd name="csY165" fmla="*/ 1659862 h 1967085"/>
              <a:gd name="csX166" fmla="*/ 1705904 w 3072687"/>
              <a:gd name="csY166" fmla="*/ 1658010 h 1967085"/>
              <a:gd name="csX167" fmla="*/ 1716185 w 3072687"/>
              <a:gd name="csY167" fmla="*/ 1656158 h 1967085"/>
              <a:gd name="csX168" fmla="*/ 1726450 w 3072687"/>
              <a:gd name="csY168" fmla="*/ 1654306 h 1967085"/>
              <a:gd name="csX169" fmla="*/ 1736731 w 3072687"/>
              <a:gd name="csY169" fmla="*/ 1652469 h 1967085"/>
              <a:gd name="csX170" fmla="*/ 1747012 w 3072687"/>
              <a:gd name="csY170" fmla="*/ 1650617 h 1967085"/>
              <a:gd name="csX171" fmla="*/ 1757294 w 3072687"/>
              <a:gd name="csY171" fmla="*/ 1648781 h 1967085"/>
              <a:gd name="csX172" fmla="*/ 1767559 w 3072687"/>
              <a:gd name="csY172" fmla="*/ 1646944 h 1967085"/>
              <a:gd name="csX173" fmla="*/ 1777840 w 3072687"/>
              <a:gd name="csY173" fmla="*/ 1645123 h 1967085"/>
              <a:gd name="csX174" fmla="*/ 1788121 w 3072687"/>
              <a:gd name="csY174" fmla="*/ 1643303 h 1967085"/>
              <a:gd name="csX175" fmla="*/ 1798386 w 3072687"/>
              <a:gd name="csY175" fmla="*/ 1641482 h 1967085"/>
              <a:gd name="csX176" fmla="*/ 1808667 w 3072687"/>
              <a:gd name="csY176" fmla="*/ 1639677 h 1967085"/>
              <a:gd name="csX177" fmla="*/ 1818948 w 3072687"/>
              <a:gd name="csY177" fmla="*/ 1637887 h 1967085"/>
              <a:gd name="csX178" fmla="*/ 1829229 w 3072687"/>
              <a:gd name="csY178" fmla="*/ 1636098 h 1967085"/>
              <a:gd name="csX179" fmla="*/ 1839495 w 3072687"/>
              <a:gd name="csY179" fmla="*/ 1634324 h 1967085"/>
              <a:gd name="csX180" fmla="*/ 1849776 w 3072687"/>
              <a:gd name="csY180" fmla="*/ 1632582 h 1967085"/>
              <a:gd name="csX181" fmla="*/ 1860057 w 3072687"/>
              <a:gd name="csY181" fmla="*/ 1630840 h 1967085"/>
              <a:gd name="csX182" fmla="*/ 1870322 w 3072687"/>
              <a:gd name="csY182" fmla="*/ 1629129 h 1967085"/>
              <a:gd name="csX183" fmla="*/ 1880603 w 3072687"/>
              <a:gd name="csY183" fmla="*/ 1627434 h 1967085"/>
              <a:gd name="csX184" fmla="*/ 1890884 w 3072687"/>
              <a:gd name="csY184" fmla="*/ 1625770 h 1967085"/>
              <a:gd name="csX185" fmla="*/ 1901165 w 3072687"/>
              <a:gd name="csY185" fmla="*/ 1624137 h 1967085"/>
              <a:gd name="csX186" fmla="*/ 1911431 w 3072687"/>
              <a:gd name="csY186" fmla="*/ 1622537 h 1967085"/>
              <a:gd name="csX187" fmla="*/ 1921712 w 3072687"/>
              <a:gd name="csY187" fmla="*/ 1620983 h 1967085"/>
              <a:gd name="csX188" fmla="*/ 1931993 w 3072687"/>
              <a:gd name="csY188" fmla="*/ 1619460 h 1967085"/>
              <a:gd name="csX189" fmla="*/ 1942258 w 3072687"/>
              <a:gd name="csY189" fmla="*/ 1617985 h 1967085"/>
              <a:gd name="csX190" fmla="*/ 1952539 w 3072687"/>
              <a:gd name="csY190" fmla="*/ 1616572 h 1967085"/>
              <a:gd name="csX191" fmla="*/ 1962820 w 3072687"/>
              <a:gd name="csY191" fmla="*/ 1615206 h 1967085"/>
              <a:gd name="csX192" fmla="*/ 1973101 w 3072687"/>
              <a:gd name="csY192" fmla="*/ 1613919 h 1967085"/>
              <a:gd name="csX193" fmla="*/ 1983367 w 3072687"/>
              <a:gd name="csY193" fmla="*/ 1612679 h 1967085"/>
              <a:gd name="csX194" fmla="*/ 1993648 w 3072687"/>
              <a:gd name="csY194" fmla="*/ 1611518 h 1967085"/>
              <a:gd name="csX195" fmla="*/ 2003929 w 3072687"/>
              <a:gd name="csY195" fmla="*/ 1610435 h 1967085"/>
              <a:gd name="csX196" fmla="*/ 2014194 w 3072687"/>
              <a:gd name="csY196" fmla="*/ 1609430 h 1967085"/>
              <a:gd name="csX197" fmla="*/ 2024475 w 3072687"/>
              <a:gd name="csY197" fmla="*/ 1608504 h 1967085"/>
              <a:gd name="csX198" fmla="*/ 2034756 w 3072687"/>
              <a:gd name="csY198" fmla="*/ 1607672 h 1967085"/>
              <a:gd name="csX199" fmla="*/ 2045037 w 3072687"/>
              <a:gd name="csY199" fmla="*/ 1606934 h 1967085"/>
              <a:gd name="csX200" fmla="*/ 2055303 w 3072687"/>
              <a:gd name="csY200" fmla="*/ 1606275 h 1967085"/>
              <a:gd name="csX201" fmla="*/ 2065584 w 3072687"/>
              <a:gd name="csY201" fmla="*/ 1605726 h 1967085"/>
              <a:gd name="csX202" fmla="*/ 2075865 w 3072687"/>
              <a:gd name="csY202" fmla="*/ 1605255 h 1967085"/>
              <a:gd name="csX203" fmla="*/ 2086130 w 3072687"/>
              <a:gd name="csY203" fmla="*/ 1604878 h 1967085"/>
              <a:gd name="csX204" fmla="*/ 2096411 w 3072687"/>
              <a:gd name="csY204" fmla="*/ 1604596 h 1967085"/>
              <a:gd name="csX205" fmla="*/ 2106692 w 3072687"/>
              <a:gd name="csY205" fmla="*/ 1604407 h 1967085"/>
              <a:gd name="csX206" fmla="*/ 2116973 w 3072687"/>
              <a:gd name="csY206" fmla="*/ 1604298 h 1967085"/>
              <a:gd name="csX207" fmla="*/ 2127239 w 3072687"/>
              <a:gd name="csY207" fmla="*/ 1604282 h 1967085"/>
              <a:gd name="csX208" fmla="*/ 2137520 w 3072687"/>
              <a:gd name="csY208" fmla="*/ 1604329 h 1967085"/>
              <a:gd name="csX209" fmla="*/ 2147801 w 3072687"/>
              <a:gd name="csY209" fmla="*/ 1604454 h 1967085"/>
              <a:gd name="csX210" fmla="*/ 2158066 w 3072687"/>
              <a:gd name="csY210" fmla="*/ 1604643 h 1967085"/>
              <a:gd name="csX211" fmla="*/ 2168347 w 3072687"/>
              <a:gd name="csY211" fmla="*/ 1604878 h 1967085"/>
              <a:gd name="csX212" fmla="*/ 2178628 w 3072687"/>
              <a:gd name="csY212" fmla="*/ 1605161 h 1967085"/>
              <a:gd name="csX213" fmla="*/ 2188909 w 3072687"/>
              <a:gd name="csY213" fmla="*/ 1605490 h 1967085"/>
              <a:gd name="csX214" fmla="*/ 2199175 w 3072687"/>
              <a:gd name="csY214" fmla="*/ 1605836 h 1967085"/>
              <a:gd name="csX215" fmla="*/ 2209456 w 3072687"/>
              <a:gd name="csY215" fmla="*/ 1606197 h 1967085"/>
              <a:gd name="csX216" fmla="*/ 2219737 w 3072687"/>
              <a:gd name="csY216" fmla="*/ 1606558 h 1967085"/>
              <a:gd name="csX217" fmla="*/ 2230002 w 3072687"/>
              <a:gd name="csY217" fmla="*/ 1606903 h 1967085"/>
              <a:gd name="csX218" fmla="*/ 2240283 w 3072687"/>
              <a:gd name="csY218" fmla="*/ 1607233 h 1967085"/>
              <a:gd name="csX219" fmla="*/ 2250564 w 3072687"/>
              <a:gd name="csY219" fmla="*/ 1607531 h 1967085"/>
              <a:gd name="csX220" fmla="*/ 2260845 w 3072687"/>
              <a:gd name="csY220" fmla="*/ 1607766 h 1967085"/>
              <a:gd name="csX221" fmla="*/ 2271111 w 3072687"/>
              <a:gd name="csY221" fmla="*/ 1607923 h 1967085"/>
              <a:gd name="csX222" fmla="*/ 2281392 w 3072687"/>
              <a:gd name="csY222" fmla="*/ 1608018 h 1967085"/>
              <a:gd name="csX223" fmla="*/ 2291673 w 3072687"/>
              <a:gd name="csY223" fmla="*/ 1608002 h 1967085"/>
              <a:gd name="csX224" fmla="*/ 2301938 w 3072687"/>
              <a:gd name="csY224" fmla="*/ 1607860 h 1967085"/>
              <a:gd name="csX225" fmla="*/ 2312219 w 3072687"/>
              <a:gd name="csY225" fmla="*/ 1607578 h 1967085"/>
              <a:gd name="csX226" fmla="*/ 2322500 w 3072687"/>
              <a:gd name="csY226" fmla="*/ 1607154 h 1967085"/>
              <a:gd name="csX227" fmla="*/ 2332781 w 3072687"/>
              <a:gd name="csY227" fmla="*/ 1606558 h 1967085"/>
              <a:gd name="csX228" fmla="*/ 2343047 w 3072687"/>
              <a:gd name="csY228" fmla="*/ 1605773 h 1967085"/>
              <a:gd name="csX229" fmla="*/ 2353328 w 3072687"/>
              <a:gd name="csY229" fmla="*/ 1604784 h 1967085"/>
              <a:gd name="csX230" fmla="*/ 2363609 w 3072687"/>
              <a:gd name="csY230" fmla="*/ 1603575 h 1967085"/>
              <a:gd name="csX231" fmla="*/ 2373874 w 3072687"/>
              <a:gd name="csY231" fmla="*/ 1602116 h 1967085"/>
              <a:gd name="csX232" fmla="*/ 2384155 w 3072687"/>
              <a:gd name="csY232" fmla="*/ 1600389 h 1967085"/>
              <a:gd name="csX233" fmla="*/ 2394436 w 3072687"/>
              <a:gd name="csY233" fmla="*/ 1598396 h 1967085"/>
              <a:gd name="csX234" fmla="*/ 2404717 w 3072687"/>
              <a:gd name="csY234" fmla="*/ 1596104 h 1967085"/>
              <a:gd name="csX235" fmla="*/ 2414983 w 3072687"/>
              <a:gd name="csY235" fmla="*/ 1593514 h 1967085"/>
              <a:gd name="csX236" fmla="*/ 2425264 w 3072687"/>
              <a:gd name="csY236" fmla="*/ 1590595 h 1967085"/>
              <a:gd name="csX237" fmla="*/ 2435545 w 3072687"/>
              <a:gd name="csY237" fmla="*/ 1587330 h 1967085"/>
              <a:gd name="csX238" fmla="*/ 2445810 w 3072687"/>
              <a:gd name="csY238" fmla="*/ 1583704 h 1967085"/>
              <a:gd name="csX239" fmla="*/ 2456091 w 3072687"/>
              <a:gd name="csY239" fmla="*/ 1579733 h 1967085"/>
              <a:gd name="csX240" fmla="*/ 2466372 w 3072687"/>
              <a:gd name="csY240" fmla="*/ 1575369 h 1967085"/>
              <a:gd name="csX241" fmla="*/ 2476637 w 3072687"/>
              <a:gd name="csY241" fmla="*/ 1570613 h 1967085"/>
              <a:gd name="csX242" fmla="*/ 2486918 w 3072687"/>
              <a:gd name="csY242" fmla="*/ 1565465 h 1967085"/>
              <a:gd name="csX243" fmla="*/ 2497200 w 3072687"/>
              <a:gd name="csY243" fmla="*/ 1559908 h 1967085"/>
              <a:gd name="csX244" fmla="*/ 2507480 w 3072687"/>
              <a:gd name="csY244" fmla="*/ 1553928 h 1967085"/>
              <a:gd name="csX245" fmla="*/ 2517746 w 3072687"/>
              <a:gd name="csY245" fmla="*/ 1547524 h 1967085"/>
              <a:gd name="csX246" fmla="*/ 2528027 w 3072687"/>
              <a:gd name="csY246" fmla="*/ 1540696 h 1967085"/>
              <a:gd name="csX247" fmla="*/ 2538308 w 3072687"/>
              <a:gd name="csY247" fmla="*/ 1533445 h 1967085"/>
              <a:gd name="csX248" fmla="*/ 2548573 w 3072687"/>
              <a:gd name="csY248" fmla="*/ 1525738 h 1967085"/>
              <a:gd name="csX249" fmla="*/ 2558854 w 3072687"/>
              <a:gd name="csY249" fmla="*/ 1517607 h 1967085"/>
              <a:gd name="csX250" fmla="*/ 2569135 w 3072687"/>
              <a:gd name="csY250" fmla="*/ 1509037 h 1967085"/>
              <a:gd name="csX251" fmla="*/ 2579417 w 3072687"/>
              <a:gd name="csY251" fmla="*/ 1500043 h 1967085"/>
              <a:gd name="csX252" fmla="*/ 2589682 w 3072687"/>
              <a:gd name="csY252" fmla="*/ 1490594 h 1967085"/>
              <a:gd name="csX253" fmla="*/ 2599963 w 3072687"/>
              <a:gd name="csY253" fmla="*/ 1480736 h 1967085"/>
              <a:gd name="csX254" fmla="*/ 2610244 w 3072687"/>
              <a:gd name="csY254" fmla="*/ 1470440 h 1967085"/>
              <a:gd name="csX255" fmla="*/ 2620509 w 3072687"/>
              <a:gd name="csY255" fmla="*/ 1459719 h 1967085"/>
              <a:gd name="csX256" fmla="*/ 2630790 w 3072687"/>
              <a:gd name="csY256" fmla="*/ 1448606 h 1967085"/>
              <a:gd name="csX257" fmla="*/ 2641071 w 3072687"/>
              <a:gd name="csY257" fmla="*/ 1437070 h 1967085"/>
              <a:gd name="csX258" fmla="*/ 2651352 w 3072687"/>
              <a:gd name="csY258" fmla="*/ 1425156 h 1967085"/>
              <a:gd name="csX259" fmla="*/ 2661618 w 3072687"/>
              <a:gd name="csY259" fmla="*/ 1412849 h 1967085"/>
              <a:gd name="csX260" fmla="*/ 2671899 w 3072687"/>
              <a:gd name="csY260" fmla="*/ 1400166 h 1967085"/>
              <a:gd name="csX261" fmla="*/ 2682180 w 3072687"/>
              <a:gd name="csY261" fmla="*/ 1387121 h 1967085"/>
              <a:gd name="csX262" fmla="*/ 2692445 w 3072687"/>
              <a:gd name="csY262" fmla="*/ 1373723 h 1967085"/>
              <a:gd name="csX263" fmla="*/ 2702726 w 3072687"/>
              <a:gd name="csY263" fmla="*/ 1359987 h 1967085"/>
              <a:gd name="csX264" fmla="*/ 2713007 w 3072687"/>
              <a:gd name="csY264" fmla="*/ 1345923 h 1967085"/>
              <a:gd name="csX265" fmla="*/ 2723288 w 3072687"/>
              <a:gd name="csY265" fmla="*/ 1331545 h 1967085"/>
              <a:gd name="csX266" fmla="*/ 2733554 w 3072687"/>
              <a:gd name="csY266" fmla="*/ 1316868 h 1967085"/>
              <a:gd name="csX267" fmla="*/ 2743835 w 3072687"/>
              <a:gd name="csY267" fmla="*/ 1301903 h 1967085"/>
              <a:gd name="csX268" fmla="*/ 2754116 w 3072687"/>
              <a:gd name="csY268" fmla="*/ 1286665 h 1967085"/>
              <a:gd name="csX269" fmla="*/ 2764381 w 3072687"/>
              <a:gd name="csY269" fmla="*/ 1271168 h 1967085"/>
              <a:gd name="csX270" fmla="*/ 2774662 w 3072687"/>
              <a:gd name="csY270" fmla="*/ 1255425 h 1967085"/>
              <a:gd name="csX271" fmla="*/ 2784943 w 3072687"/>
              <a:gd name="csY271" fmla="*/ 1239449 h 1967085"/>
              <a:gd name="csX272" fmla="*/ 2795224 w 3072687"/>
              <a:gd name="csY272" fmla="*/ 1223255 h 1967085"/>
              <a:gd name="csX273" fmla="*/ 2805490 w 3072687"/>
              <a:gd name="csY273" fmla="*/ 1206857 h 1967085"/>
              <a:gd name="csX274" fmla="*/ 2815771 w 3072687"/>
              <a:gd name="csY274" fmla="*/ 1190265 h 1967085"/>
              <a:gd name="csX275" fmla="*/ 2826052 w 3072687"/>
              <a:gd name="csY275" fmla="*/ 1173492 h 1967085"/>
              <a:gd name="csX276" fmla="*/ 2836317 w 3072687"/>
              <a:gd name="csY276" fmla="*/ 1156552 h 1967085"/>
              <a:gd name="csX277" fmla="*/ 2846598 w 3072687"/>
              <a:gd name="csY277" fmla="*/ 1139456 h 1967085"/>
              <a:gd name="csX278" fmla="*/ 2856879 w 3072687"/>
              <a:gd name="csY278" fmla="*/ 1122215 h 1967085"/>
              <a:gd name="csX279" fmla="*/ 2867160 w 3072687"/>
              <a:gd name="csY279" fmla="*/ 1104839 h 1967085"/>
              <a:gd name="csX280" fmla="*/ 2877425 w 3072687"/>
              <a:gd name="csY280" fmla="*/ 1087341 h 1967085"/>
              <a:gd name="csX281" fmla="*/ 2887707 w 3072687"/>
              <a:gd name="csY281" fmla="*/ 1069729 h 1967085"/>
              <a:gd name="csX282" fmla="*/ 2897988 w 3072687"/>
              <a:gd name="csY282" fmla="*/ 1052012 h 1967085"/>
              <a:gd name="csX283" fmla="*/ 2908253 w 3072687"/>
              <a:gd name="csY283" fmla="*/ 1034200 h 1967085"/>
              <a:gd name="csX284" fmla="*/ 2918534 w 3072687"/>
              <a:gd name="csY284" fmla="*/ 1016302 h 1967085"/>
              <a:gd name="csX285" fmla="*/ 2928815 w 3072687"/>
              <a:gd name="csY285" fmla="*/ 998323 h 1967085"/>
              <a:gd name="csX286" fmla="*/ 2939096 w 3072687"/>
              <a:gd name="csY286" fmla="*/ 980274 h 1967085"/>
              <a:gd name="csX287" fmla="*/ 2949362 w 3072687"/>
              <a:gd name="csY287" fmla="*/ 962157 h 1967085"/>
              <a:gd name="csX288" fmla="*/ 2959643 w 3072687"/>
              <a:gd name="csY288" fmla="*/ 943984 h 1967085"/>
              <a:gd name="csX289" fmla="*/ 2969924 w 3072687"/>
              <a:gd name="csY289" fmla="*/ 925758 h 1967085"/>
              <a:gd name="csX290" fmla="*/ 2980189 w 3072687"/>
              <a:gd name="csY290" fmla="*/ 907483 h 1967085"/>
              <a:gd name="csX291" fmla="*/ 2990470 w 3072687"/>
              <a:gd name="csY291" fmla="*/ 889165 h 1967085"/>
              <a:gd name="csX292" fmla="*/ 3000751 w 3072687"/>
              <a:gd name="csY292" fmla="*/ 870811 h 1967085"/>
              <a:gd name="csX293" fmla="*/ 3011032 w 3072687"/>
              <a:gd name="csY293" fmla="*/ 852422 h 1967085"/>
              <a:gd name="csX294" fmla="*/ 3021298 w 3072687"/>
              <a:gd name="csY294" fmla="*/ 834004 h 1967085"/>
              <a:gd name="csX295" fmla="*/ 3031579 w 3072687"/>
              <a:gd name="csY295" fmla="*/ 815557 h 1967085"/>
              <a:gd name="csX296" fmla="*/ 3041859 w 3072687"/>
              <a:gd name="csY296" fmla="*/ 797089 h 1967085"/>
              <a:gd name="csX297" fmla="*/ 3052125 w 3072687"/>
              <a:gd name="csY297" fmla="*/ 778599 h 1967085"/>
              <a:gd name="csX298" fmla="*/ 3062406 w 3072687"/>
              <a:gd name="csY298" fmla="*/ 760092 h 1967085"/>
              <a:gd name="csX299" fmla="*/ 3072687 w 3072687"/>
              <a:gd name="csY299" fmla="*/ 741567 h 1967085"/>
              <a:gd name="csX300" fmla="*/ 3072687 w 3072687"/>
              <a:gd name="csY300" fmla="*/ 0 h 1967085"/>
              <a:gd name="csX301" fmla="*/ 3062406 w 3072687"/>
              <a:gd name="csY301" fmla="*/ 18672 h 1967085"/>
              <a:gd name="csX302" fmla="*/ 3052125 w 3072687"/>
              <a:gd name="csY302" fmla="*/ 37351 h 1967085"/>
              <a:gd name="csX303" fmla="*/ 3041859 w 3072687"/>
              <a:gd name="csY303" fmla="*/ 56038 h 1967085"/>
              <a:gd name="csX304" fmla="*/ 3031579 w 3072687"/>
              <a:gd name="csY304" fmla="*/ 74733 h 1967085"/>
              <a:gd name="csX305" fmla="*/ 3021298 w 3072687"/>
              <a:gd name="csY305" fmla="*/ 93440 h 1967085"/>
              <a:gd name="csX306" fmla="*/ 3011032 w 3072687"/>
              <a:gd name="csY306" fmla="*/ 112158 h 1967085"/>
              <a:gd name="csX307" fmla="*/ 3000751 w 3072687"/>
              <a:gd name="csY307" fmla="*/ 130888 h 1967085"/>
              <a:gd name="csX308" fmla="*/ 2990470 w 3072687"/>
              <a:gd name="csY308" fmla="*/ 149631 h 1967085"/>
              <a:gd name="csX309" fmla="*/ 2980189 w 3072687"/>
              <a:gd name="csY309" fmla="*/ 168390 h 1967085"/>
              <a:gd name="csX310" fmla="*/ 2969924 w 3072687"/>
              <a:gd name="csY310" fmla="*/ 187166 h 1967085"/>
              <a:gd name="csX311" fmla="*/ 2959643 w 3072687"/>
              <a:gd name="csY311" fmla="*/ 205959 h 1967085"/>
              <a:gd name="csX312" fmla="*/ 2949362 w 3072687"/>
              <a:gd name="csY312" fmla="*/ 224771 h 1967085"/>
              <a:gd name="csX313" fmla="*/ 2939096 w 3072687"/>
              <a:gd name="csY313" fmla="*/ 243605 h 1967085"/>
              <a:gd name="csX314" fmla="*/ 2928815 w 3072687"/>
              <a:gd name="csY314" fmla="*/ 262461 h 1967085"/>
              <a:gd name="csX315" fmla="*/ 2918534 w 3072687"/>
              <a:gd name="csY315" fmla="*/ 281340 h 1967085"/>
              <a:gd name="csX316" fmla="*/ 2908253 w 3072687"/>
              <a:gd name="csY316" fmla="*/ 300245 h 1967085"/>
              <a:gd name="csX317" fmla="*/ 2897988 w 3072687"/>
              <a:gd name="csY317" fmla="*/ 319177 h 1967085"/>
              <a:gd name="csX318" fmla="*/ 2887707 w 3072687"/>
              <a:gd name="csY318" fmla="*/ 338139 h 1967085"/>
              <a:gd name="csX319" fmla="*/ 2877425 w 3072687"/>
              <a:gd name="csY319" fmla="*/ 357129 h 1967085"/>
              <a:gd name="csX320" fmla="*/ 2867160 w 3072687"/>
              <a:gd name="csY320" fmla="*/ 376150 h 1967085"/>
              <a:gd name="csX321" fmla="*/ 2856879 w 3072687"/>
              <a:gd name="csY321" fmla="*/ 395204 h 1967085"/>
              <a:gd name="csX322" fmla="*/ 2846598 w 3072687"/>
              <a:gd name="csY322" fmla="*/ 414290 h 1967085"/>
              <a:gd name="csX323" fmla="*/ 2836317 w 3072687"/>
              <a:gd name="csY323" fmla="*/ 433410 h 1967085"/>
              <a:gd name="csX324" fmla="*/ 2826052 w 3072687"/>
              <a:gd name="csY324" fmla="*/ 452566 h 1967085"/>
              <a:gd name="csX325" fmla="*/ 2815771 w 3072687"/>
              <a:gd name="csY325" fmla="*/ 471753 h 1967085"/>
              <a:gd name="csX326" fmla="*/ 2805490 w 3072687"/>
              <a:gd name="csY326" fmla="*/ 490976 h 1967085"/>
              <a:gd name="csX327" fmla="*/ 2795224 w 3072687"/>
              <a:gd name="csY327" fmla="*/ 510232 h 1967085"/>
              <a:gd name="csX328" fmla="*/ 2784943 w 3072687"/>
              <a:gd name="csY328" fmla="*/ 529520 h 1967085"/>
              <a:gd name="csX329" fmla="*/ 2774662 w 3072687"/>
              <a:gd name="csY329" fmla="*/ 548839 h 1967085"/>
              <a:gd name="csX330" fmla="*/ 2764381 w 3072687"/>
              <a:gd name="csY330" fmla="*/ 568186 h 1967085"/>
              <a:gd name="csX331" fmla="*/ 2754116 w 3072687"/>
              <a:gd name="csY331" fmla="*/ 587560 h 1967085"/>
              <a:gd name="csX332" fmla="*/ 2743835 w 3072687"/>
              <a:gd name="csY332" fmla="*/ 606956 h 1967085"/>
              <a:gd name="csX333" fmla="*/ 2733554 w 3072687"/>
              <a:gd name="csY333" fmla="*/ 626372 h 1967085"/>
              <a:gd name="csX334" fmla="*/ 2723288 w 3072687"/>
              <a:gd name="csY334" fmla="*/ 645804 h 1967085"/>
              <a:gd name="csX335" fmla="*/ 2713007 w 3072687"/>
              <a:gd name="csY335" fmla="*/ 665245 h 1967085"/>
              <a:gd name="csX336" fmla="*/ 2702726 w 3072687"/>
              <a:gd name="csY336" fmla="*/ 684690 h 1967085"/>
              <a:gd name="csX337" fmla="*/ 2692445 w 3072687"/>
              <a:gd name="csY337" fmla="*/ 704133 h 1967085"/>
              <a:gd name="csX338" fmla="*/ 2682180 w 3072687"/>
              <a:gd name="csY338" fmla="*/ 723568 h 1967085"/>
              <a:gd name="csX339" fmla="*/ 2671899 w 3072687"/>
              <a:gd name="csY339" fmla="*/ 742984 h 1967085"/>
              <a:gd name="csX340" fmla="*/ 2661618 w 3072687"/>
              <a:gd name="csY340" fmla="*/ 762377 h 1967085"/>
              <a:gd name="csX341" fmla="*/ 2651352 w 3072687"/>
              <a:gd name="csY341" fmla="*/ 781734 h 1967085"/>
              <a:gd name="csX342" fmla="*/ 2641071 w 3072687"/>
              <a:gd name="csY342" fmla="*/ 801045 h 1967085"/>
              <a:gd name="csX343" fmla="*/ 2630790 w 3072687"/>
              <a:gd name="csY343" fmla="*/ 820302 h 1967085"/>
              <a:gd name="csX344" fmla="*/ 2620509 w 3072687"/>
              <a:gd name="csY344" fmla="*/ 839493 h 1967085"/>
              <a:gd name="csX345" fmla="*/ 2610244 w 3072687"/>
              <a:gd name="csY345" fmla="*/ 858604 h 1967085"/>
              <a:gd name="csX346" fmla="*/ 2599963 w 3072687"/>
              <a:gd name="csY346" fmla="*/ 877627 h 1967085"/>
              <a:gd name="csX347" fmla="*/ 2589682 w 3072687"/>
              <a:gd name="csY347" fmla="*/ 896545 h 1967085"/>
              <a:gd name="csX348" fmla="*/ 2579417 w 3072687"/>
              <a:gd name="csY348" fmla="*/ 915348 h 1967085"/>
              <a:gd name="csX349" fmla="*/ 2569135 w 3072687"/>
              <a:gd name="csY349" fmla="*/ 934020 h 1967085"/>
              <a:gd name="csX350" fmla="*/ 2558854 w 3072687"/>
              <a:gd name="csY350" fmla="*/ 952548 h 1967085"/>
              <a:gd name="csX351" fmla="*/ 2548573 w 3072687"/>
              <a:gd name="csY351" fmla="*/ 970921 h 1967085"/>
              <a:gd name="csX352" fmla="*/ 2538308 w 3072687"/>
              <a:gd name="csY352" fmla="*/ 989119 h 1967085"/>
              <a:gd name="csX353" fmla="*/ 2528027 w 3072687"/>
              <a:gd name="csY353" fmla="*/ 1007132 h 1967085"/>
              <a:gd name="csX354" fmla="*/ 2517746 w 3072687"/>
              <a:gd name="csY354" fmla="*/ 1024944 h 1967085"/>
              <a:gd name="csX355" fmla="*/ 2507480 w 3072687"/>
              <a:gd name="csY355" fmla="*/ 1042543 h 1967085"/>
              <a:gd name="csX356" fmla="*/ 2497200 w 3072687"/>
              <a:gd name="csY356" fmla="*/ 1059912 h 1967085"/>
              <a:gd name="csX357" fmla="*/ 2486918 w 3072687"/>
              <a:gd name="csY357" fmla="*/ 1077040 h 1967085"/>
              <a:gd name="csX358" fmla="*/ 2476637 w 3072687"/>
              <a:gd name="csY358" fmla="*/ 1093913 h 1967085"/>
              <a:gd name="csX359" fmla="*/ 2466372 w 3072687"/>
              <a:gd name="csY359" fmla="*/ 1110518 h 1967085"/>
              <a:gd name="csX360" fmla="*/ 2456091 w 3072687"/>
              <a:gd name="csY360" fmla="*/ 1126842 h 1967085"/>
              <a:gd name="csX361" fmla="*/ 2445810 w 3072687"/>
              <a:gd name="csY361" fmla="*/ 1142875 h 1967085"/>
              <a:gd name="csX362" fmla="*/ 2435545 w 3072687"/>
              <a:gd name="csY362" fmla="*/ 1158605 h 1967085"/>
              <a:gd name="csX363" fmla="*/ 2425264 w 3072687"/>
              <a:gd name="csY363" fmla="*/ 1174022 h 1967085"/>
              <a:gd name="csX364" fmla="*/ 2414983 w 3072687"/>
              <a:gd name="csY364" fmla="*/ 1189117 h 1967085"/>
              <a:gd name="csX365" fmla="*/ 2404717 w 3072687"/>
              <a:gd name="csY365" fmla="*/ 1203881 h 1967085"/>
              <a:gd name="csX366" fmla="*/ 2394436 w 3072687"/>
              <a:gd name="csY366" fmla="*/ 1218305 h 1967085"/>
              <a:gd name="csX367" fmla="*/ 2384155 w 3072687"/>
              <a:gd name="csY367" fmla="*/ 1232384 h 1967085"/>
              <a:gd name="csX368" fmla="*/ 2373874 w 3072687"/>
              <a:gd name="csY368" fmla="*/ 1246110 h 1967085"/>
              <a:gd name="csX369" fmla="*/ 2363609 w 3072687"/>
              <a:gd name="csY369" fmla="*/ 1259481 h 1967085"/>
              <a:gd name="csX370" fmla="*/ 2353328 w 3072687"/>
              <a:gd name="csY370" fmla="*/ 1272490 h 1967085"/>
              <a:gd name="csX371" fmla="*/ 2343047 w 3072687"/>
              <a:gd name="csY371" fmla="*/ 1285135 h 1967085"/>
              <a:gd name="csX372" fmla="*/ 2332781 w 3072687"/>
              <a:gd name="csY372" fmla="*/ 1297414 h 1967085"/>
              <a:gd name="csX373" fmla="*/ 2322500 w 3072687"/>
              <a:gd name="csY373" fmla="*/ 1309324 h 1967085"/>
              <a:gd name="csX374" fmla="*/ 2312219 w 3072687"/>
              <a:gd name="csY374" fmla="*/ 1320869 h 1967085"/>
              <a:gd name="csX375" fmla="*/ 2301938 w 3072687"/>
              <a:gd name="csY375" fmla="*/ 1332044 h 1967085"/>
              <a:gd name="csX376" fmla="*/ 2291673 w 3072687"/>
              <a:gd name="csY376" fmla="*/ 1342854 h 1967085"/>
              <a:gd name="csX377" fmla="*/ 2281392 w 3072687"/>
              <a:gd name="csY377" fmla="*/ 1353302 h 1967085"/>
              <a:gd name="csX378" fmla="*/ 2271111 w 3072687"/>
              <a:gd name="csY378" fmla="*/ 1363387 h 1967085"/>
              <a:gd name="csX379" fmla="*/ 2260845 w 3072687"/>
              <a:gd name="csY379" fmla="*/ 1373115 h 1967085"/>
              <a:gd name="csX380" fmla="*/ 2250564 w 3072687"/>
              <a:gd name="csY380" fmla="*/ 1382490 h 1967085"/>
              <a:gd name="csX381" fmla="*/ 2240283 w 3072687"/>
              <a:gd name="csY381" fmla="*/ 1391519 h 1967085"/>
              <a:gd name="csX382" fmla="*/ 2230002 w 3072687"/>
              <a:gd name="csY382" fmla="*/ 1400204 h 1967085"/>
              <a:gd name="csX383" fmla="*/ 2219737 w 3072687"/>
              <a:gd name="csY383" fmla="*/ 1408553 h 1967085"/>
              <a:gd name="csX384" fmla="*/ 2209456 w 3072687"/>
              <a:gd name="csY384" fmla="*/ 1416570 h 1967085"/>
              <a:gd name="csX385" fmla="*/ 2199175 w 3072687"/>
              <a:gd name="csY385" fmla="*/ 1424266 h 1967085"/>
              <a:gd name="csX386" fmla="*/ 2188909 w 3072687"/>
              <a:gd name="csY386" fmla="*/ 1431645 h 1967085"/>
              <a:gd name="csX387" fmla="*/ 2178628 w 3072687"/>
              <a:gd name="csY387" fmla="*/ 1438718 h 1967085"/>
              <a:gd name="csX388" fmla="*/ 2168347 w 3072687"/>
              <a:gd name="csY388" fmla="*/ 1445483 h 1967085"/>
              <a:gd name="csX389" fmla="*/ 2158066 w 3072687"/>
              <a:gd name="csY389" fmla="*/ 1451965 h 1967085"/>
              <a:gd name="csX390" fmla="*/ 2147801 w 3072687"/>
              <a:gd name="csY390" fmla="*/ 1458150 h 1967085"/>
              <a:gd name="csX391" fmla="*/ 2137520 w 3072687"/>
              <a:gd name="csY391" fmla="*/ 1464067 h 1967085"/>
              <a:gd name="csX392" fmla="*/ 2127239 w 3072687"/>
              <a:gd name="csY392" fmla="*/ 1469718 h 1967085"/>
              <a:gd name="csX393" fmla="*/ 2116973 w 3072687"/>
              <a:gd name="csY393" fmla="*/ 1475117 h 1967085"/>
              <a:gd name="csX394" fmla="*/ 2106692 w 3072687"/>
              <a:gd name="csY394" fmla="*/ 1480250 h 1967085"/>
              <a:gd name="csX395" fmla="*/ 2096411 w 3072687"/>
              <a:gd name="csY395" fmla="*/ 1485163 h 1967085"/>
              <a:gd name="csX396" fmla="*/ 2086130 w 3072687"/>
              <a:gd name="csY396" fmla="*/ 1489825 h 1967085"/>
              <a:gd name="csX397" fmla="*/ 2075865 w 3072687"/>
              <a:gd name="csY397" fmla="*/ 1494282 h 1967085"/>
              <a:gd name="csX398" fmla="*/ 2065584 w 3072687"/>
              <a:gd name="csY398" fmla="*/ 1498520 h 1967085"/>
              <a:gd name="csX399" fmla="*/ 2055303 w 3072687"/>
              <a:gd name="csY399" fmla="*/ 1502570 h 1967085"/>
              <a:gd name="csX400" fmla="*/ 2045037 w 3072687"/>
              <a:gd name="csY400" fmla="*/ 1506416 h 1967085"/>
              <a:gd name="csX401" fmla="*/ 2034756 w 3072687"/>
              <a:gd name="csY401" fmla="*/ 1510089 h 1967085"/>
              <a:gd name="csX402" fmla="*/ 2024475 w 3072687"/>
              <a:gd name="csY402" fmla="*/ 1513589 h 1967085"/>
              <a:gd name="csX403" fmla="*/ 2014194 w 3072687"/>
              <a:gd name="csY403" fmla="*/ 1516932 h 1967085"/>
              <a:gd name="csX404" fmla="*/ 2003929 w 3072687"/>
              <a:gd name="csY404" fmla="*/ 1520134 h 1967085"/>
              <a:gd name="csX405" fmla="*/ 1993648 w 3072687"/>
              <a:gd name="csY405" fmla="*/ 1523195 h 1967085"/>
              <a:gd name="csX406" fmla="*/ 1983367 w 3072687"/>
              <a:gd name="csY406" fmla="*/ 1526114 h 1967085"/>
              <a:gd name="csX407" fmla="*/ 1973101 w 3072687"/>
              <a:gd name="csY407" fmla="*/ 1528924 h 1967085"/>
              <a:gd name="csX408" fmla="*/ 1962820 w 3072687"/>
              <a:gd name="csY408" fmla="*/ 1531640 h 1967085"/>
              <a:gd name="csX409" fmla="*/ 1952539 w 3072687"/>
              <a:gd name="csY409" fmla="*/ 1534245 h 1967085"/>
              <a:gd name="csX410" fmla="*/ 1942258 w 3072687"/>
              <a:gd name="csY410" fmla="*/ 1536757 h 1967085"/>
              <a:gd name="csX411" fmla="*/ 1931993 w 3072687"/>
              <a:gd name="csY411" fmla="*/ 1539205 h 1967085"/>
              <a:gd name="csX412" fmla="*/ 1921712 w 3072687"/>
              <a:gd name="csY412" fmla="*/ 1541559 h 1967085"/>
              <a:gd name="csX413" fmla="*/ 1911431 w 3072687"/>
              <a:gd name="csY413" fmla="*/ 1543867 h 1967085"/>
              <a:gd name="csX414" fmla="*/ 1901165 w 3072687"/>
              <a:gd name="csY414" fmla="*/ 1546111 h 1967085"/>
              <a:gd name="csX415" fmla="*/ 1890884 w 3072687"/>
              <a:gd name="csY415" fmla="*/ 1548309 h 1967085"/>
              <a:gd name="csX416" fmla="*/ 1880603 w 3072687"/>
              <a:gd name="csY416" fmla="*/ 1550444 h 1967085"/>
              <a:gd name="csX417" fmla="*/ 1870322 w 3072687"/>
              <a:gd name="csY417" fmla="*/ 1552563 h 1967085"/>
              <a:gd name="csX418" fmla="*/ 1860057 w 3072687"/>
              <a:gd name="csY418" fmla="*/ 1554635 h 1967085"/>
              <a:gd name="csX419" fmla="*/ 1849776 w 3072687"/>
              <a:gd name="csY419" fmla="*/ 1556675 h 1967085"/>
              <a:gd name="csX420" fmla="*/ 1839495 w 3072687"/>
              <a:gd name="csY420" fmla="*/ 1558700 h 1967085"/>
              <a:gd name="csX421" fmla="*/ 1829229 w 3072687"/>
              <a:gd name="csY421" fmla="*/ 1560693 h 1967085"/>
              <a:gd name="csX422" fmla="*/ 1818948 w 3072687"/>
              <a:gd name="csY422" fmla="*/ 1562655 h 1967085"/>
              <a:gd name="csX423" fmla="*/ 1808667 w 3072687"/>
              <a:gd name="csY423" fmla="*/ 1564617 h 1967085"/>
              <a:gd name="csX424" fmla="*/ 1798386 w 3072687"/>
              <a:gd name="csY424" fmla="*/ 1566564 h 1967085"/>
              <a:gd name="csX425" fmla="*/ 1788121 w 3072687"/>
              <a:gd name="csY425" fmla="*/ 1568494 h 1967085"/>
              <a:gd name="csX426" fmla="*/ 1777840 w 3072687"/>
              <a:gd name="csY426" fmla="*/ 1570409 h 1967085"/>
              <a:gd name="csX427" fmla="*/ 1767559 w 3072687"/>
              <a:gd name="csY427" fmla="*/ 1572324 h 1967085"/>
              <a:gd name="csX428" fmla="*/ 1757294 w 3072687"/>
              <a:gd name="csY428" fmla="*/ 1574223 h 1967085"/>
              <a:gd name="csX429" fmla="*/ 1747012 w 3072687"/>
              <a:gd name="csY429" fmla="*/ 1576123 h 1967085"/>
              <a:gd name="csX430" fmla="*/ 1736731 w 3072687"/>
              <a:gd name="csY430" fmla="*/ 1578006 h 1967085"/>
              <a:gd name="csX431" fmla="*/ 1726450 w 3072687"/>
              <a:gd name="csY431" fmla="*/ 1579890 h 1967085"/>
              <a:gd name="csX432" fmla="*/ 1716185 w 3072687"/>
              <a:gd name="csY432" fmla="*/ 1581773 h 1967085"/>
              <a:gd name="csX433" fmla="*/ 1705904 w 3072687"/>
              <a:gd name="csY433" fmla="*/ 1583657 h 1967085"/>
              <a:gd name="csX434" fmla="*/ 1695623 w 3072687"/>
              <a:gd name="csY434" fmla="*/ 1585525 h 1967085"/>
              <a:gd name="csX435" fmla="*/ 1685358 w 3072687"/>
              <a:gd name="csY435" fmla="*/ 1587393 h 1967085"/>
              <a:gd name="csX436" fmla="*/ 1675077 w 3072687"/>
              <a:gd name="csY436" fmla="*/ 1589260 h 1967085"/>
              <a:gd name="csX437" fmla="*/ 1664795 w 3072687"/>
              <a:gd name="csY437" fmla="*/ 1591144 h 1967085"/>
              <a:gd name="csX438" fmla="*/ 1654530 w 3072687"/>
              <a:gd name="csY438" fmla="*/ 1593012 h 1967085"/>
              <a:gd name="csX439" fmla="*/ 1644249 w 3072687"/>
              <a:gd name="csY439" fmla="*/ 1594880 h 1967085"/>
              <a:gd name="csX440" fmla="*/ 1633968 w 3072687"/>
              <a:gd name="csY440" fmla="*/ 1596732 h 1967085"/>
              <a:gd name="csX441" fmla="*/ 1623687 w 3072687"/>
              <a:gd name="csY441" fmla="*/ 1598600 h 1967085"/>
              <a:gd name="csX442" fmla="*/ 1613422 w 3072687"/>
              <a:gd name="csY442" fmla="*/ 1600468 h 1967085"/>
              <a:gd name="csX443" fmla="*/ 1603141 w 3072687"/>
              <a:gd name="csY443" fmla="*/ 1602336 h 1967085"/>
              <a:gd name="csX444" fmla="*/ 1592860 w 3072687"/>
              <a:gd name="csY444" fmla="*/ 1604203 h 1967085"/>
              <a:gd name="csX445" fmla="*/ 1582594 w 3072687"/>
              <a:gd name="csY445" fmla="*/ 1606056 h 1967085"/>
              <a:gd name="csX446" fmla="*/ 1572313 w 3072687"/>
              <a:gd name="csY446" fmla="*/ 1607923 h 1967085"/>
              <a:gd name="csX447" fmla="*/ 1562032 w 3072687"/>
              <a:gd name="csY447" fmla="*/ 1609791 h 1967085"/>
              <a:gd name="csX448" fmla="*/ 1551751 w 3072687"/>
              <a:gd name="csY448" fmla="*/ 1611643 h 1967085"/>
              <a:gd name="csX449" fmla="*/ 1541486 w 3072687"/>
              <a:gd name="csY449" fmla="*/ 1613511 h 1967085"/>
              <a:gd name="csX450" fmla="*/ 1531205 w 3072687"/>
              <a:gd name="csY450" fmla="*/ 1615379 h 1967085"/>
              <a:gd name="csX451" fmla="*/ 1520924 w 3072687"/>
              <a:gd name="csY451" fmla="*/ 1617231 h 1967085"/>
              <a:gd name="csX452" fmla="*/ 1510658 w 3072687"/>
              <a:gd name="csY452" fmla="*/ 1619099 h 1967085"/>
              <a:gd name="csX453" fmla="*/ 1500377 w 3072687"/>
              <a:gd name="csY453" fmla="*/ 1620967 h 1967085"/>
              <a:gd name="csX454" fmla="*/ 1490096 w 3072687"/>
              <a:gd name="csY454" fmla="*/ 1622819 h 1967085"/>
              <a:gd name="csX455" fmla="*/ 1479815 w 3072687"/>
              <a:gd name="csY455" fmla="*/ 1624687 h 1967085"/>
              <a:gd name="csX456" fmla="*/ 1469550 w 3072687"/>
              <a:gd name="csY456" fmla="*/ 1626555 h 1967085"/>
              <a:gd name="csX457" fmla="*/ 1459269 w 3072687"/>
              <a:gd name="csY457" fmla="*/ 1628407 h 1967085"/>
              <a:gd name="csX458" fmla="*/ 1448988 w 3072687"/>
              <a:gd name="csY458" fmla="*/ 1630275 h 1967085"/>
              <a:gd name="csX459" fmla="*/ 1438722 w 3072687"/>
              <a:gd name="csY459" fmla="*/ 1632143 h 1967085"/>
              <a:gd name="csX460" fmla="*/ 1428441 w 3072687"/>
              <a:gd name="csY460" fmla="*/ 1633995 h 1967085"/>
              <a:gd name="csX461" fmla="*/ 1418160 w 3072687"/>
              <a:gd name="csY461" fmla="*/ 1635863 h 1967085"/>
              <a:gd name="csX462" fmla="*/ 1407879 w 3072687"/>
              <a:gd name="csY462" fmla="*/ 1637730 h 1967085"/>
              <a:gd name="csX463" fmla="*/ 1397614 w 3072687"/>
              <a:gd name="csY463" fmla="*/ 1639583 h 1967085"/>
              <a:gd name="csX464" fmla="*/ 1387333 w 3072687"/>
              <a:gd name="csY464" fmla="*/ 1641450 h 1967085"/>
              <a:gd name="csX465" fmla="*/ 1377052 w 3072687"/>
              <a:gd name="csY465" fmla="*/ 1643303 h 1967085"/>
              <a:gd name="csX466" fmla="*/ 1366786 w 3072687"/>
              <a:gd name="csY466" fmla="*/ 1645170 h 1967085"/>
              <a:gd name="csX467" fmla="*/ 1356505 w 3072687"/>
              <a:gd name="csY467" fmla="*/ 1647038 h 1967085"/>
              <a:gd name="csX468" fmla="*/ 1346224 w 3072687"/>
              <a:gd name="csY468" fmla="*/ 1648890 h 1967085"/>
              <a:gd name="csX469" fmla="*/ 1335943 w 3072687"/>
              <a:gd name="csY469" fmla="*/ 1650758 h 1967085"/>
              <a:gd name="csX470" fmla="*/ 1325678 w 3072687"/>
              <a:gd name="csY470" fmla="*/ 1652626 h 1967085"/>
              <a:gd name="csX471" fmla="*/ 1315397 w 3072687"/>
              <a:gd name="csY471" fmla="*/ 1654478 h 1967085"/>
              <a:gd name="csX472" fmla="*/ 1305116 w 3072687"/>
              <a:gd name="csY472" fmla="*/ 1656346 h 1967085"/>
              <a:gd name="csX473" fmla="*/ 1294850 w 3072687"/>
              <a:gd name="csY473" fmla="*/ 1658214 h 1967085"/>
              <a:gd name="csX474" fmla="*/ 1284569 w 3072687"/>
              <a:gd name="csY474" fmla="*/ 1660066 h 1967085"/>
              <a:gd name="csX475" fmla="*/ 1274288 w 3072687"/>
              <a:gd name="csY475" fmla="*/ 1661934 h 1967085"/>
              <a:gd name="csX476" fmla="*/ 1264007 w 3072687"/>
              <a:gd name="csY476" fmla="*/ 1663802 h 1967085"/>
              <a:gd name="csX477" fmla="*/ 1253742 w 3072687"/>
              <a:gd name="csY477" fmla="*/ 1665654 h 1967085"/>
              <a:gd name="csX478" fmla="*/ 1243461 w 3072687"/>
              <a:gd name="csY478" fmla="*/ 1667522 h 1967085"/>
              <a:gd name="csX479" fmla="*/ 1233180 w 3072687"/>
              <a:gd name="csY479" fmla="*/ 1669374 h 1967085"/>
              <a:gd name="csX480" fmla="*/ 1222914 w 3072687"/>
              <a:gd name="csY480" fmla="*/ 1671242 h 1967085"/>
              <a:gd name="csX481" fmla="*/ 1212633 w 3072687"/>
              <a:gd name="csY481" fmla="*/ 1673110 h 1967085"/>
              <a:gd name="csX482" fmla="*/ 1202352 w 3072687"/>
              <a:gd name="csY482" fmla="*/ 1674962 h 1967085"/>
              <a:gd name="csX483" fmla="*/ 1192071 w 3072687"/>
              <a:gd name="csY483" fmla="*/ 1676830 h 1967085"/>
              <a:gd name="csX484" fmla="*/ 1181806 w 3072687"/>
              <a:gd name="csY484" fmla="*/ 1678698 h 1967085"/>
              <a:gd name="csX485" fmla="*/ 1171525 w 3072687"/>
              <a:gd name="csY485" fmla="*/ 1680550 h 1967085"/>
              <a:gd name="csX486" fmla="*/ 1161244 w 3072687"/>
              <a:gd name="csY486" fmla="*/ 1682418 h 1967085"/>
              <a:gd name="csX487" fmla="*/ 1150978 w 3072687"/>
              <a:gd name="csY487" fmla="*/ 1684286 h 1967085"/>
              <a:gd name="csX488" fmla="*/ 1140697 w 3072687"/>
              <a:gd name="csY488" fmla="*/ 1686138 h 1967085"/>
              <a:gd name="csX489" fmla="*/ 1130416 w 3072687"/>
              <a:gd name="csY489" fmla="*/ 1688006 h 1967085"/>
              <a:gd name="csX490" fmla="*/ 1120135 w 3072687"/>
              <a:gd name="csY490" fmla="*/ 1689873 h 1967085"/>
              <a:gd name="csX491" fmla="*/ 1109870 w 3072687"/>
              <a:gd name="csY491" fmla="*/ 1691726 h 1967085"/>
              <a:gd name="csX492" fmla="*/ 1099589 w 3072687"/>
              <a:gd name="csY492" fmla="*/ 1693593 h 1967085"/>
              <a:gd name="csX493" fmla="*/ 1089308 w 3072687"/>
              <a:gd name="csY493" fmla="*/ 1695446 h 1967085"/>
              <a:gd name="csX494" fmla="*/ 1079043 w 3072687"/>
              <a:gd name="csY494" fmla="*/ 1697313 h 1967085"/>
              <a:gd name="csX495" fmla="*/ 1068761 w 3072687"/>
              <a:gd name="csY495" fmla="*/ 1699181 h 1967085"/>
              <a:gd name="csX496" fmla="*/ 1058480 w 3072687"/>
              <a:gd name="csY496" fmla="*/ 1701034 h 1967085"/>
              <a:gd name="csX497" fmla="*/ 1048199 w 3072687"/>
              <a:gd name="csY497" fmla="*/ 1702901 h 1967085"/>
              <a:gd name="csX498" fmla="*/ 1037931 w 3072687"/>
              <a:gd name="csY498" fmla="*/ 1704769 h 1967085"/>
              <a:gd name="csX499" fmla="*/ 1027653 w 3072687"/>
              <a:gd name="csY499" fmla="*/ 1706621 h 1967085"/>
              <a:gd name="csX500" fmla="*/ 1017377 w 3072687"/>
              <a:gd name="csY500" fmla="*/ 1708489 h 1967085"/>
              <a:gd name="csX501" fmla="*/ 1007100 w 3072687"/>
              <a:gd name="csY501" fmla="*/ 1710357 h 1967085"/>
              <a:gd name="csX502" fmla="*/ 996824 w 3072687"/>
              <a:gd name="csY502" fmla="*/ 1712209 h 1967085"/>
              <a:gd name="csX503" fmla="*/ 986548 w 3072687"/>
              <a:gd name="csY503" fmla="*/ 1714077 h 1967085"/>
              <a:gd name="csX504" fmla="*/ 976271 w 3072687"/>
              <a:gd name="csY504" fmla="*/ 1715945 h 1967085"/>
              <a:gd name="csX505" fmla="*/ 965995 w 3072687"/>
              <a:gd name="csY505" fmla="*/ 1717797 h 1967085"/>
              <a:gd name="csX506" fmla="*/ 955719 w 3072687"/>
              <a:gd name="csY506" fmla="*/ 1719665 h 1967085"/>
              <a:gd name="csX507" fmla="*/ 945441 w 3072687"/>
              <a:gd name="csY507" fmla="*/ 1721517 h 1967085"/>
              <a:gd name="csX508" fmla="*/ 935164 w 3072687"/>
              <a:gd name="csY508" fmla="*/ 1723385 h 1967085"/>
              <a:gd name="csX509" fmla="*/ 924888 w 3072687"/>
              <a:gd name="csY509" fmla="*/ 1725253 h 1967085"/>
              <a:gd name="csX510" fmla="*/ 914612 w 3072687"/>
              <a:gd name="csY510" fmla="*/ 1727105 h 1967085"/>
              <a:gd name="csX511" fmla="*/ 904335 w 3072687"/>
              <a:gd name="csY511" fmla="*/ 1728973 h 1967085"/>
              <a:gd name="csX512" fmla="*/ 894059 w 3072687"/>
              <a:gd name="csY512" fmla="*/ 1730841 h 1967085"/>
              <a:gd name="csX513" fmla="*/ 883783 w 3072687"/>
              <a:gd name="csY513" fmla="*/ 1732693 h 1967085"/>
              <a:gd name="csX514" fmla="*/ 873506 w 3072687"/>
              <a:gd name="csY514" fmla="*/ 1734561 h 1967085"/>
              <a:gd name="csX515" fmla="*/ 863228 w 3072687"/>
              <a:gd name="csY515" fmla="*/ 1736429 h 1967085"/>
              <a:gd name="csX516" fmla="*/ 852952 w 3072687"/>
              <a:gd name="csY516" fmla="*/ 1738281 h 1967085"/>
              <a:gd name="csX517" fmla="*/ 842676 w 3072687"/>
              <a:gd name="csY517" fmla="*/ 1740149 h 1967085"/>
              <a:gd name="csX518" fmla="*/ 832399 w 3072687"/>
              <a:gd name="csY518" fmla="*/ 1742016 h 1967085"/>
              <a:gd name="csX519" fmla="*/ 822123 w 3072687"/>
              <a:gd name="csY519" fmla="*/ 1743869 h 1967085"/>
              <a:gd name="csX520" fmla="*/ 811847 w 3072687"/>
              <a:gd name="csY520" fmla="*/ 1745736 h 1967085"/>
              <a:gd name="csX521" fmla="*/ 801570 w 3072687"/>
              <a:gd name="csY521" fmla="*/ 1747589 h 1967085"/>
              <a:gd name="csX522" fmla="*/ 791294 w 3072687"/>
              <a:gd name="csY522" fmla="*/ 1749456 h 1967085"/>
              <a:gd name="csX523" fmla="*/ 781016 w 3072687"/>
              <a:gd name="csY523" fmla="*/ 1751324 h 1967085"/>
              <a:gd name="csX524" fmla="*/ 770740 w 3072687"/>
              <a:gd name="csY524" fmla="*/ 1753177 h 1967085"/>
              <a:gd name="csX525" fmla="*/ 760463 w 3072687"/>
              <a:gd name="csY525" fmla="*/ 1755044 h 1967085"/>
              <a:gd name="csX526" fmla="*/ 750187 w 3072687"/>
              <a:gd name="csY526" fmla="*/ 1756912 h 1967085"/>
              <a:gd name="csX527" fmla="*/ 739911 w 3072687"/>
              <a:gd name="csY527" fmla="*/ 1758764 h 1967085"/>
              <a:gd name="csX528" fmla="*/ 729634 w 3072687"/>
              <a:gd name="csY528" fmla="*/ 1760632 h 1967085"/>
              <a:gd name="csX529" fmla="*/ 719358 w 3072687"/>
              <a:gd name="csY529" fmla="*/ 1762500 h 1967085"/>
              <a:gd name="csX530" fmla="*/ 709082 w 3072687"/>
              <a:gd name="csY530" fmla="*/ 1764352 h 1967085"/>
              <a:gd name="csX531" fmla="*/ 698804 w 3072687"/>
              <a:gd name="csY531" fmla="*/ 1766220 h 1967085"/>
              <a:gd name="csX532" fmla="*/ 688527 w 3072687"/>
              <a:gd name="csY532" fmla="*/ 1768072 h 1967085"/>
              <a:gd name="csX533" fmla="*/ 678251 w 3072687"/>
              <a:gd name="csY533" fmla="*/ 1769940 h 1967085"/>
              <a:gd name="csX534" fmla="*/ 667975 w 3072687"/>
              <a:gd name="csY534" fmla="*/ 1771808 h 1967085"/>
              <a:gd name="csX535" fmla="*/ 657698 w 3072687"/>
              <a:gd name="csY535" fmla="*/ 1773660 h 1967085"/>
              <a:gd name="csX536" fmla="*/ 647422 w 3072687"/>
              <a:gd name="csY536" fmla="*/ 1775528 h 1967085"/>
              <a:gd name="csX537" fmla="*/ 637146 w 3072687"/>
              <a:gd name="csY537" fmla="*/ 1777396 h 1967085"/>
              <a:gd name="csX538" fmla="*/ 626869 w 3072687"/>
              <a:gd name="csY538" fmla="*/ 1779248 h 1967085"/>
              <a:gd name="csX539" fmla="*/ 616591 w 3072687"/>
              <a:gd name="csY539" fmla="*/ 1781116 h 1967085"/>
              <a:gd name="csX540" fmla="*/ 606315 w 3072687"/>
              <a:gd name="csY540" fmla="*/ 1782984 h 1967085"/>
              <a:gd name="csX541" fmla="*/ 596039 w 3072687"/>
              <a:gd name="csY541" fmla="*/ 1784836 h 1967085"/>
              <a:gd name="csX542" fmla="*/ 585762 w 3072687"/>
              <a:gd name="csY542" fmla="*/ 1786704 h 1967085"/>
              <a:gd name="csX543" fmla="*/ 575486 w 3072687"/>
              <a:gd name="csY543" fmla="*/ 1788571 h 1967085"/>
              <a:gd name="csX544" fmla="*/ 565210 w 3072687"/>
              <a:gd name="csY544" fmla="*/ 1790424 h 1967085"/>
              <a:gd name="csX545" fmla="*/ 554933 w 3072687"/>
              <a:gd name="csY545" fmla="*/ 1792291 h 1967085"/>
              <a:gd name="csX546" fmla="*/ 544657 w 3072687"/>
              <a:gd name="csY546" fmla="*/ 1794144 h 1967085"/>
              <a:gd name="csX547" fmla="*/ 534379 w 3072687"/>
              <a:gd name="csY547" fmla="*/ 1796011 h 1967085"/>
              <a:gd name="csX548" fmla="*/ 524103 w 3072687"/>
              <a:gd name="csY548" fmla="*/ 1797879 h 1967085"/>
              <a:gd name="csX549" fmla="*/ 513826 w 3072687"/>
              <a:gd name="csY549" fmla="*/ 1799731 h 1967085"/>
              <a:gd name="csX550" fmla="*/ 503550 w 3072687"/>
              <a:gd name="csY550" fmla="*/ 1801599 h 1967085"/>
              <a:gd name="csX551" fmla="*/ 493274 w 3072687"/>
              <a:gd name="csY551" fmla="*/ 1803467 h 1967085"/>
              <a:gd name="csX552" fmla="*/ 482997 w 3072687"/>
              <a:gd name="csY552" fmla="*/ 1805319 h 1967085"/>
              <a:gd name="csX553" fmla="*/ 472721 w 3072687"/>
              <a:gd name="csY553" fmla="*/ 1807187 h 1967085"/>
              <a:gd name="csX554" fmla="*/ 462445 w 3072687"/>
              <a:gd name="csY554" fmla="*/ 1809055 h 1967085"/>
              <a:gd name="csX555" fmla="*/ 452167 w 3072687"/>
              <a:gd name="csY555" fmla="*/ 1810907 h 1967085"/>
              <a:gd name="csX556" fmla="*/ 441890 w 3072687"/>
              <a:gd name="csY556" fmla="*/ 1812775 h 1967085"/>
              <a:gd name="csX557" fmla="*/ 431614 w 3072687"/>
              <a:gd name="csY557" fmla="*/ 1814643 h 1967085"/>
              <a:gd name="csX558" fmla="*/ 421338 w 3072687"/>
              <a:gd name="csY558" fmla="*/ 1816495 h 1967085"/>
              <a:gd name="csX559" fmla="*/ 411061 w 3072687"/>
              <a:gd name="csY559" fmla="*/ 1818363 h 1967085"/>
              <a:gd name="csX560" fmla="*/ 400785 w 3072687"/>
              <a:gd name="csY560" fmla="*/ 1820215 h 1967085"/>
              <a:gd name="csX561" fmla="*/ 390509 w 3072687"/>
              <a:gd name="csY561" fmla="*/ 1822083 h 1967085"/>
              <a:gd name="csX562" fmla="*/ 380232 w 3072687"/>
              <a:gd name="csY562" fmla="*/ 1823951 h 1967085"/>
              <a:gd name="csX563" fmla="*/ 369955 w 3072687"/>
              <a:gd name="csY563" fmla="*/ 1825803 h 1967085"/>
              <a:gd name="csX564" fmla="*/ 359678 w 3072687"/>
              <a:gd name="csY564" fmla="*/ 1827671 h 1967085"/>
              <a:gd name="csX565" fmla="*/ 349402 w 3072687"/>
              <a:gd name="csY565" fmla="*/ 1829539 h 1967085"/>
              <a:gd name="csX566" fmla="*/ 339126 w 3072687"/>
              <a:gd name="csY566" fmla="*/ 1831391 h 1967085"/>
              <a:gd name="csX567" fmla="*/ 328849 w 3072687"/>
              <a:gd name="csY567" fmla="*/ 1833259 h 1967085"/>
              <a:gd name="csX568" fmla="*/ 318573 w 3072687"/>
              <a:gd name="csY568" fmla="*/ 1835127 h 1967085"/>
              <a:gd name="csX569" fmla="*/ 308297 w 3072687"/>
              <a:gd name="csY569" fmla="*/ 1836979 h 1967085"/>
              <a:gd name="csX570" fmla="*/ 298020 w 3072687"/>
              <a:gd name="csY570" fmla="*/ 1838847 h 1967085"/>
              <a:gd name="csX571" fmla="*/ 287742 w 3072687"/>
              <a:gd name="csY571" fmla="*/ 1840715 h 1967085"/>
              <a:gd name="csX572" fmla="*/ 277466 w 3072687"/>
              <a:gd name="csY572" fmla="*/ 1842567 h 1967085"/>
              <a:gd name="csX573" fmla="*/ 267190 w 3072687"/>
              <a:gd name="csY573" fmla="*/ 1844435 h 1967085"/>
              <a:gd name="csX574" fmla="*/ 256913 w 3072687"/>
              <a:gd name="csY574" fmla="*/ 1846287 h 1967085"/>
              <a:gd name="csX575" fmla="*/ 246637 w 3072687"/>
              <a:gd name="csY575" fmla="*/ 1848155 h 1967085"/>
              <a:gd name="csX576" fmla="*/ 236361 w 3072687"/>
              <a:gd name="csY576" fmla="*/ 1850022 h 1967085"/>
              <a:gd name="csX577" fmla="*/ 226084 w 3072687"/>
              <a:gd name="csY577" fmla="*/ 1851875 h 1967085"/>
              <a:gd name="csX578" fmla="*/ 215808 w 3072687"/>
              <a:gd name="csY578" fmla="*/ 1853742 h 1967085"/>
              <a:gd name="csX579" fmla="*/ 205530 w 3072687"/>
              <a:gd name="csY579" fmla="*/ 1855610 h 1967085"/>
              <a:gd name="csX580" fmla="*/ 195254 w 3072687"/>
              <a:gd name="csY580" fmla="*/ 1857462 h 1967085"/>
              <a:gd name="csX581" fmla="*/ 184977 w 3072687"/>
              <a:gd name="csY581" fmla="*/ 1859330 h 1967085"/>
              <a:gd name="csX582" fmla="*/ 174701 w 3072687"/>
              <a:gd name="csY582" fmla="*/ 1861198 h 1967085"/>
              <a:gd name="csX583" fmla="*/ 164425 w 3072687"/>
              <a:gd name="csY583" fmla="*/ 1863050 h 1967085"/>
              <a:gd name="csX584" fmla="*/ 154148 w 3072687"/>
              <a:gd name="csY584" fmla="*/ 1864918 h 1967085"/>
              <a:gd name="csX585" fmla="*/ 143872 w 3072687"/>
              <a:gd name="csY585" fmla="*/ 1866770 h 1967085"/>
              <a:gd name="csX586" fmla="*/ 133596 w 3072687"/>
              <a:gd name="csY586" fmla="*/ 1868638 h 1967085"/>
              <a:gd name="csX587" fmla="*/ 123318 w 3072687"/>
              <a:gd name="csY587" fmla="*/ 1870506 h 1967085"/>
              <a:gd name="csX588" fmla="*/ 113041 w 3072687"/>
              <a:gd name="csY588" fmla="*/ 1872358 h 1967085"/>
              <a:gd name="csX589" fmla="*/ 102765 w 3072687"/>
              <a:gd name="csY589" fmla="*/ 1874226 h 1967085"/>
              <a:gd name="csX590" fmla="*/ 92489 w 3072687"/>
              <a:gd name="csY590" fmla="*/ 1876094 h 1967085"/>
              <a:gd name="csX591" fmla="*/ 82212 w 3072687"/>
              <a:gd name="csY591" fmla="*/ 1877946 h 1967085"/>
              <a:gd name="csX592" fmla="*/ 71936 w 3072687"/>
              <a:gd name="csY592" fmla="*/ 1879814 h 1967085"/>
              <a:gd name="csX593" fmla="*/ 61660 w 3072687"/>
              <a:gd name="csY593" fmla="*/ 1881682 h 1967085"/>
              <a:gd name="csX594" fmla="*/ 51383 w 3072687"/>
              <a:gd name="csY594" fmla="*/ 1883534 h 1967085"/>
              <a:gd name="csX595" fmla="*/ 41105 w 3072687"/>
              <a:gd name="csY595" fmla="*/ 1885402 h 1967085"/>
              <a:gd name="csX596" fmla="*/ 30829 w 3072687"/>
              <a:gd name="csY596" fmla="*/ 1887270 h 1967085"/>
              <a:gd name="csX597" fmla="*/ 20553 w 3072687"/>
              <a:gd name="csY597" fmla="*/ 1889122 h 1967085"/>
              <a:gd name="csX598" fmla="*/ 10276 w 3072687"/>
              <a:gd name="csY598" fmla="*/ 1890990 h 1967085"/>
              <a:gd name="csX599" fmla="*/ 0 w 3072687"/>
              <a:gd name="csY599" fmla="*/ 1892842 h 196708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</a:cxnLst>
            <a:rect l="l" t="t" r="r" b="b"/>
            <a:pathLst>
              <a:path w="3072687" h="1967085">
                <a:moveTo>
                  <a:pt x="0" y="1967085"/>
                </a:moveTo>
                <a:lnTo>
                  <a:pt x="10276" y="1965233"/>
                </a:lnTo>
                <a:lnTo>
                  <a:pt x="20553" y="1963365"/>
                </a:lnTo>
                <a:lnTo>
                  <a:pt x="30829" y="1961497"/>
                </a:lnTo>
                <a:lnTo>
                  <a:pt x="41105" y="1959645"/>
                </a:lnTo>
                <a:lnTo>
                  <a:pt x="51383" y="1957777"/>
                </a:lnTo>
                <a:lnTo>
                  <a:pt x="61660" y="1955909"/>
                </a:lnTo>
                <a:lnTo>
                  <a:pt x="71936" y="1954057"/>
                </a:lnTo>
                <a:lnTo>
                  <a:pt x="82212" y="1952189"/>
                </a:lnTo>
                <a:lnTo>
                  <a:pt x="92489" y="1950337"/>
                </a:lnTo>
                <a:lnTo>
                  <a:pt x="102765" y="1948469"/>
                </a:lnTo>
                <a:lnTo>
                  <a:pt x="113041" y="1946601"/>
                </a:lnTo>
                <a:lnTo>
                  <a:pt x="123318" y="1944749"/>
                </a:lnTo>
                <a:lnTo>
                  <a:pt x="133596" y="1942881"/>
                </a:lnTo>
                <a:lnTo>
                  <a:pt x="143872" y="1941013"/>
                </a:lnTo>
                <a:lnTo>
                  <a:pt x="154148" y="1939161"/>
                </a:lnTo>
                <a:lnTo>
                  <a:pt x="164425" y="1937293"/>
                </a:lnTo>
                <a:lnTo>
                  <a:pt x="174701" y="1935426"/>
                </a:lnTo>
                <a:lnTo>
                  <a:pt x="184977" y="1933573"/>
                </a:lnTo>
                <a:lnTo>
                  <a:pt x="195254" y="1931706"/>
                </a:lnTo>
                <a:lnTo>
                  <a:pt x="205530" y="1929838"/>
                </a:lnTo>
                <a:lnTo>
                  <a:pt x="215808" y="1927986"/>
                </a:lnTo>
                <a:lnTo>
                  <a:pt x="226084" y="1926118"/>
                </a:lnTo>
                <a:lnTo>
                  <a:pt x="236361" y="1924266"/>
                </a:lnTo>
                <a:lnTo>
                  <a:pt x="246637" y="1922398"/>
                </a:lnTo>
                <a:lnTo>
                  <a:pt x="256913" y="1920530"/>
                </a:lnTo>
                <a:lnTo>
                  <a:pt x="267190" y="1918678"/>
                </a:lnTo>
                <a:lnTo>
                  <a:pt x="277466" y="1916810"/>
                </a:lnTo>
                <a:lnTo>
                  <a:pt x="287742" y="1914942"/>
                </a:lnTo>
                <a:lnTo>
                  <a:pt x="298020" y="1913090"/>
                </a:lnTo>
                <a:lnTo>
                  <a:pt x="308297" y="1911222"/>
                </a:lnTo>
                <a:lnTo>
                  <a:pt x="318573" y="1909354"/>
                </a:lnTo>
                <a:lnTo>
                  <a:pt x="328849" y="1907502"/>
                </a:lnTo>
                <a:lnTo>
                  <a:pt x="339126" y="1905634"/>
                </a:lnTo>
                <a:lnTo>
                  <a:pt x="349402" y="1903782"/>
                </a:lnTo>
                <a:lnTo>
                  <a:pt x="359678" y="1901914"/>
                </a:lnTo>
                <a:lnTo>
                  <a:pt x="369955" y="1900046"/>
                </a:lnTo>
                <a:lnTo>
                  <a:pt x="380232" y="1898194"/>
                </a:lnTo>
                <a:lnTo>
                  <a:pt x="390509" y="1896326"/>
                </a:lnTo>
                <a:lnTo>
                  <a:pt x="400785" y="1894459"/>
                </a:lnTo>
                <a:lnTo>
                  <a:pt x="411061" y="1892606"/>
                </a:lnTo>
                <a:lnTo>
                  <a:pt x="421338" y="1890739"/>
                </a:lnTo>
                <a:lnTo>
                  <a:pt x="431614" y="1888871"/>
                </a:lnTo>
                <a:lnTo>
                  <a:pt x="441890" y="1887019"/>
                </a:lnTo>
                <a:lnTo>
                  <a:pt x="452167" y="1885151"/>
                </a:lnTo>
                <a:lnTo>
                  <a:pt x="462445" y="1883283"/>
                </a:lnTo>
                <a:lnTo>
                  <a:pt x="472721" y="1881431"/>
                </a:lnTo>
                <a:lnTo>
                  <a:pt x="482997" y="1879563"/>
                </a:lnTo>
                <a:lnTo>
                  <a:pt x="493274" y="1877711"/>
                </a:lnTo>
                <a:lnTo>
                  <a:pt x="503550" y="1875843"/>
                </a:lnTo>
                <a:lnTo>
                  <a:pt x="513826" y="1873975"/>
                </a:lnTo>
                <a:lnTo>
                  <a:pt x="524103" y="1872123"/>
                </a:lnTo>
                <a:lnTo>
                  <a:pt x="534379" y="1870255"/>
                </a:lnTo>
                <a:lnTo>
                  <a:pt x="544657" y="1868387"/>
                </a:lnTo>
                <a:lnTo>
                  <a:pt x="554933" y="1866535"/>
                </a:lnTo>
                <a:lnTo>
                  <a:pt x="565210" y="1864667"/>
                </a:lnTo>
                <a:lnTo>
                  <a:pt x="575486" y="1862799"/>
                </a:lnTo>
                <a:lnTo>
                  <a:pt x="585762" y="1860947"/>
                </a:lnTo>
                <a:lnTo>
                  <a:pt x="596039" y="1859079"/>
                </a:lnTo>
                <a:lnTo>
                  <a:pt x="606315" y="1857211"/>
                </a:lnTo>
                <a:lnTo>
                  <a:pt x="616591" y="1855359"/>
                </a:lnTo>
                <a:lnTo>
                  <a:pt x="626869" y="1853491"/>
                </a:lnTo>
                <a:lnTo>
                  <a:pt x="637146" y="1851639"/>
                </a:lnTo>
                <a:lnTo>
                  <a:pt x="647422" y="1849771"/>
                </a:lnTo>
                <a:lnTo>
                  <a:pt x="657698" y="1847903"/>
                </a:lnTo>
                <a:lnTo>
                  <a:pt x="667975" y="1846051"/>
                </a:lnTo>
                <a:lnTo>
                  <a:pt x="678251" y="1844183"/>
                </a:lnTo>
                <a:lnTo>
                  <a:pt x="688527" y="1842315"/>
                </a:lnTo>
                <a:lnTo>
                  <a:pt x="698804" y="1840463"/>
                </a:lnTo>
                <a:lnTo>
                  <a:pt x="709082" y="1838595"/>
                </a:lnTo>
                <a:lnTo>
                  <a:pt x="719358" y="1836728"/>
                </a:lnTo>
                <a:lnTo>
                  <a:pt x="729634" y="1834875"/>
                </a:lnTo>
                <a:lnTo>
                  <a:pt x="739911" y="1833008"/>
                </a:lnTo>
                <a:lnTo>
                  <a:pt x="750187" y="1831140"/>
                </a:lnTo>
                <a:lnTo>
                  <a:pt x="760463" y="1829288"/>
                </a:lnTo>
                <a:lnTo>
                  <a:pt x="770740" y="1827420"/>
                </a:lnTo>
                <a:lnTo>
                  <a:pt x="781016" y="1825568"/>
                </a:lnTo>
                <a:lnTo>
                  <a:pt x="791294" y="1823700"/>
                </a:lnTo>
                <a:lnTo>
                  <a:pt x="801570" y="1821832"/>
                </a:lnTo>
                <a:lnTo>
                  <a:pt x="811847" y="1819980"/>
                </a:lnTo>
                <a:lnTo>
                  <a:pt x="822123" y="1818112"/>
                </a:lnTo>
                <a:lnTo>
                  <a:pt x="832399" y="1816244"/>
                </a:lnTo>
                <a:lnTo>
                  <a:pt x="842676" y="1814392"/>
                </a:lnTo>
                <a:lnTo>
                  <a:pt x="852952" y="1812524"/>
                </a:lnTo>
                <a:lnTo>
                  <a:pt x="863228" y="1810656"/>
                </a:lnTo>
                <a:lnTo>
                  <a:pt x="873506" y="1808804"/>
                </a:lnTo>
                <a:lnTo>
                  <a:pt x="883783" y="1806936"/>
                </a:lnTo>
                <a:lnTo>
                  <a:pt x="894059" y="1805068"/>
                </a:lnTo>
                <a:lnTo>
                  <a:pt x="904335" y="1803216"/>
                </a:lnTo>
                <a:lnTo>
                  <a:pt x="914612" y="1801348"/>
                </a:lnTo>
                <a:lnTo>
                  <a:pt x="924888" y="1799496"/>
                </a:lnTo>
                <a:lnTo>
                  <a:pt x="935164" y="1797628"/>
                </a:lnTo>
                <a:lnTo>
                  <a:pt x="945441" y="1795760"/>
                </a:lnTo>
                <a:lnTo>
                  <a:pt x="955719" y="1793908"/>
                </a:lnTo>
                <a:lnTo>
                  <a:pt x="965995" y="1792040"/>
                </a:lnTo>
                <a:lnTo>
                  <a:pt x="976271" y="1790172"/>
                </a:lnTo>
                <a:lnTo>
                  <a:pt x="986548" y="1788320"/>
                </a:lnTo>
                <a:lnTo>
                  <a:pt x="996824" y="1786452"/>
                </a:lnTo>
                <a:lnTo>
                  <a:pt x="1007100" y="1784585"/>
                </a:lnTo>
                <a:lnTo>
                  <a:pt x="1017377" y="1782732"/>
                </a:lnTo>
                <a:lnTo>
                  <a:pt x="1027653" y="1780865"/>
                </a:lnTo>
                <a:lnTo>
                  <a:pt x="1037931" y="1779012"/>
                </a:lnTo>
                <a:lnTo>
                  <a:pt x="1048199" y="1777145"/>
                </a:lnTo>
                <a:lnTo>
                  <a:pt x="1058480" y="1775277"/>
                </a:lnTo>
                <a:lnTo>
                  <a:pt x="1068761" y="1773425"/>
                </a:lnTo>
                <a:lnTo>
                  <a:pt x="1079043" y="1771557"/>
                </a:lnTo>
                <a:lnTo>
                  <a:pt x="1089308" y="1769689"/>
                </a:lnTo>
                <a:lnTo>
                  <a:pt x="1099589" y="1767837"/>
                </a:lnTo>
                <a:lnTo>
                  <a:pt x="1109870" y="1765969"/>
                </a:lnTo>
                <a:lnTo>
                  <a:pt x="1120135" y="1764101"/>
                </a:lnTo>
                <a:lnTo>
                  <a:pt x="1130416" y="1762249"/>
                </a:lnTo>
                <a:lnTo>
                  <a:pt x="1140697" y="1760381"/>
                </a:lnTo>
                <a:lnTo>
                  <a:pt x="1150978" y="1758513"/>
                </a:lnTo>
                <a:lnTo>
                  <a:pt x="1161244" y="1756661"/>
                </a:lnTo>
                <a:lnTo>
                  <a:pt x="1171525" y="1754793"/>
                </a:lnTo>
                <a:lnTo>
                  <a:pt x="1181806" y="1752941"/>
                </a:lnTo>
                <a:lnTo>
                  <a:pt x="1192071" y="1751073"/>
                </a:lnTo>
                <a:lnTo>
                  <a:pt x="1202352" y="1749205"/>
                </a:lnTo>
                <a:lnTo>
                  <a:pt x="1212633" y="1747353"/>
                </a:lnTo>
                <a:lnTo>
                  <a:pt x="1222914" y="1745485"/>
                </a:lnTo>
                <a:lnTo>
                  <a:pt x="1233180" y="1743617"/>
                </a:lnTo>
                <a:lnTo>
                  <a:pt x="1243461" y="1741765"/>
                </a:lnTo>
                <a:lnTo>
                  <a:pt x="1253742" y="1739897"/>
                </a:lnTo>
                <a:lnTo>
                  <a:pt x="1264007" y="1738030"/>
                </a:lnTo>
                <a:lnTo>
                  <a:pt x="1274288" y="1736177"/>
                </a:lnTo>
                <a:lnTo>
                  <a:pt x="1284569" y="1734310"/>
                </a:lnTo>
                <a:lnTo>
                  <a:pt x="1294850" y="1732442"/>
                </a:lnTo>
                <a:lnTo>
                  <a:pt x="1305116" y="1730590"/>
                </a:lnTo>
                <a:lnTo>
                  <a:pt x="1315397" y="1728722"/>
                </a:lnTo>
                <a:lnTo>
                  <a:pt x="1325678" y="1726870"/>
                </a:lnTo>
                <a:lnTo>
                  <a:pt x="1335943" y="1725002"/>
                </a:lnTo>
                <a:lnTo>
                  <a:pt x="1346224" y="1723134"/>
                </a:lnTo>
                <a:lnTo>
                  <a:pt x="1356505" y="1721282"/>
                </a:lnTo>
                <a:lnTo>
                  <a:pt x="1366786" y="1719414"/>
                </a:lnTo>
                <a:lnTo>
                  <a:pt x="1377052" y="1717546"/>
                </a:lnTo>
                <a:lnTo>
                  <a:pt x="1387333" y="1715694"/>
                </a:lnTo>
                <a:lnTo>
                  <a:pt x="1397614" y="1713826"/>
                </a:lnTo>
                <a:lnTo>
                  <a:pt x="1407879" y="1711958"/>
                </a:lnTo>
                <a:lnTo>
                  <a:pt x="1418160" y="1710106"/>
                </a:lnTo>
                <a:lnTo>
                  <a:pt x="1428441" y="1708238"/>
                </a:lnTo>
                <a:lnTo>
                  <a:pt x="1438722" y="1706370"/>
                </a:lnTo>
                <a:lnTo>
                  <a:pt x="1448988" y="1704518"/>
                </a:lnTo>
                <a:lnTo>
                  <a:pt x="1459269" y="1702650"/>
                </a:lnTo>
                <a:lnTo>
                  <a:pt x="1469550" y="1700798"/>
                </a:lnTo>
                <a:lnTo>
                  <a:pt x="1479815" y="1698930"/>
                </a:lnTo>
                <a:lnTo>
                  <a:pt x="1490096" y="1697062"/>
                </a:lnTo>
                <a:lnTo>
                  <a:pt x="1500377" y="1695210"/>
                </a:lnTo>
                <a:lnTo>
                  <a:pt x="1510658" y="1693342"/>
                </a:lnTo>
                <a:lnTo>
                  <a:pt x="1520924" y="1691474"/>
                </a:lnTo>
                <a:lnTo>
                  <a:pt x="1531205" y="1689622"/>
                </a:lnTo>
                <a:lnTo>
                  <a:pt x="1541486" y="1687754"/>
                </a:lnTo>
                <a:lnTo>
                  <a:pt x="1551751" y="1685902"/>
                </a:lnTo>
                <a:lnTo>
                  <a:pt x="1562032" y="1684034"/>
                </a:lnTo>
                <a:lnTo>
                  <a:pt x="1572313" y="1682167"/>
                </a:lnTo>
                <a:lnTo>
                  <a:pt x="1582594" y="1680314"/>
                </a:lnTo>
                <a:lnTo>
                  <a:pt x="1592860" y="1678447"/>
                </a:lnTo>
                <a:lnTo>
                  <a:pt x="1603141" y="1676594"/>
                </a:lnTo>
                <a:lnTo>
                  <a:pt x="1613422" y="1674727"/>
                </a:lnTo>
                <a:lnTo>
                  <a:pt x="1623687" y="1672874"/>
                </a:lnTo>
                <a:lnTo>
                  <a:pt x="1633968" y="1671007"/>
                </a:lnTo>
                <a:lnTo>
                  <a:pt x="1644249" y="1669154"/>
                </a:lnTo>
                <a:lnTo>
                  <a:pt x="1654530" y="1667287"/>
                </a:lnTo>
                <a:lnTo>
                  <a:pt x="1664795" y="1665434"/>
                </a:lnTo>
                <a:lnTo>
                  <a:pt x="1675077" y="1663566"/>
                </a:lnTo>
                <a:lnTo>
                  <a:pt x="1685358" y="1661714"/>
                </a:lnTo>
                <a:lnTo>
                  <a:pt x="1695623" y="1659862"/>
                </a:lnTo>
                <a:lnTo>
                  <a:pt x="1705904" y="1658010"/>
                </a:lnTo>
                <a:lnTo>
                  <a:pt x="1716185" y="1656158"/>
                </a:lnTo>
                <a:lnTo>
                  <a:pt x="1726450" y="1654306"/>
                </a:lnTo>
                <a:lnTo>
                  <a:pt x="1736731" y="1652469"/>
                </a:lnTo>
                <a:lnTo>
                  <a:pt x="1747012" y="1650617"/>
                </a:lnTo>
                <a:lnTo>
                  <a:pt x="1757294" y="1648781"/>
                </a:lnTo>
                <a:lnTo>
                  <a:pt x="1767559" y="1646944"/>
                </a:lnTo>
                <a:lnTo>
                  <a:pt x="1777840" y="1645123"/>
                </a:lnTo>
                <a:lnTo>
                  <a:pt x="1788121" y="1643303"/>
                </a:lnTo>
                <a:lnTo>
                  <a:pt x="1798386" y="1641482"/>
                </a:lnTo>
                <a:lnTo>
                  <a:pt x="1808667" y="1639677"/>
                </a:lnTo>
                <a:lnTo>
                  <a:pt x="1818948" y="1637887"/>
                </a:lnTo>
                <a:lnTo>
                  <a:pt x="1829229" y="1636098"/>
                </a:lnTo>
                <a:lnTo>
                  <a:pt x="1839495" y="1634324"/>
                </a:lnTo>
                <a:lnTo>
                  <a:pt x="1849776" y="1632582"/>
                </a:lnTo>
                <a:lnTo>
                  <a:pt x="1860057" y="1630840"/>
                </a:lnTo>
                <a:lnTo>
                  <a:pt x="1870322" y="1629129"/>
                </a:lnTo>
                <a:lnTo>
                  <a:pt x="1880603" y="1627434"/>
                </a:lnTo>
                <a:lnTo>
                  <a:pt x="1890884" y="1625770"/>
                </a:lnTo>
                <a:lnTo>
                  <a:pt x="1901165" y="1624137"/>
                </a:lnTo>
                <a:lnTo>
                  <a:pt x="1911431" y="1622537"/>
                </a:lnTo>
                <a:lnTo>
                  <a:pt x="1921712" y="1620983"/>
                </a:lnTo>
                <a:lnTo>
                  <a:pt x="1931993" y="1619460"/>
                </a:lnTo>
                <a:lnTo>
                  <a:pt x="1942258" y="1617985"/>
                </a:lnTo>
                <a:lnTo>
                  <a:pt x="1952539" y="1616572"/>
                </a:lnTo>
                <a:lnTo>
                  <a:pt x="1962820" y="1615206"/>
                </a:lnTo>
                <a:lnTo>
                  <a:pt x="1973101" y="1613919"/>
                </a:lnTo>
                <a:lnTo>
                  <a:pt x="1983367" y="1612679"/>
                </a:lnTo>
                <a:lnTo>
                  <a:pt x="1993648" y="1611518"/>
                </a:lnTo>
                <a:lnTo>
                  <a:pt x="2003929" y="1610435"/>
                </a:lnTo>
                <a:lnTo>
                  <a:pt x="2014194" y="1609430"/>
                </a:lnTo>
                <a:lnTo>
                  <a:pt x="2024475" y="1608504"/>
                </a:lnTo>
                <a:lnTo>
                  <a:pt x="2034756" y="1607672"/>
                </a:lnTo>
                <a:lnTo>
                  <a:pt x="2045037" y="1606934"/>
                </a:lnTo>
                <a:lnTo>
                  <a:pt x="2055303" y="1606275"/>
                </a:lnTo>
                <a:lnTo>
                  <a:pt x="2065584" y="1605726"/>
                </a:lnTo>
                <a:lnTo>
                  <a:pt x="2075865" y="1605255"/>
                </a:lnTo>
                <a:lnTo>
                  <a:pt x="2086130" y="1604878"/>
                </a:lnTo>
                <a:lnTo>
                  <a:pt x="2096411" y="1604596"/>
                </a:lnTo>
                <a:lnTo>
                  <a:pt x="2106692" y="1604407"/>
                </a:lnTo>
                <a:lnTo>
                  <a:pt x="2116973" y="1604298"/>
                </a:lnTo>
                <a:lnTo>
                  <a:pt x="2127239" y="1604282"/>
                </a:lnTo>
                <a:lnTo>
                  <a:pt x="2137520" y="1604329"/>
                </a:lnTo>
                <a:lnTo>
                  <a:pt x="2147801" y="1604454"/>
                </a:lnTo>
                <a:lnTo>
                  <a:pt x="2158066" y="1604643"/>
                </a:lnTo>
                <a:lnTo>
                  <a:pt x="2168347" y="1604878"/>
                </a:lnTo>
                <a:lnTo>
                  <a:pt x="2178628" y="1605161"/>
                </a:lnTo>
                <a:lnTo>
                  <a:pt x="2188909" y="1605490"/>
                </a:lnTo>
                <a:lnTo>
                  <a:pt x="2199175" y="1605836"/>
                </a:lnTo>
                <a:lnTo>
                  <a:pt x="2209456" y="1606197"/>
                </a:lnTo>
                <a:lnTo>
                  <a:pt x="2219737" y="1606558"/>
                </a:lnTo>
                <a:lnTo>
                  <a:pt x="2230002" y="1606903"/>
                </a:lnTo>
                <a:lnTo>
                  <a:pt x="2240283" y="1607233"/>
                </a:lnTo>
                <a:lnTo>
                  <a:pt x="2250564" y="1607531"/>
                </a:lnTo>
                <a:lnTo>
                  <a:pt x="2260845" y="1607766"/>
                </a:lnTo>
                <a:lnTo>
                  <a:pt x="2271111" y="1607923"/>
                </a:lnTo>
                <a:lnTo>
                  <a:pt x="2281392" y="1608018"/>
                </a:lnTo>
                <a:lnTo>
                  <a:pt x="2291673" y="1608002"/>
                </a:lnTo>
                <a:lnTo>
                  <a:pt x="2301938" y="1607860"/>
                </a:lnTo>
                <a:lnTo>
                  <a:pt x="2312219" y="1607578"/>
                </a:lnTo>
                <a:lnTo>
                  <a:pt x="2322500" y="1607154"/>
                </a:lnTo>
                <a:lnTo>
                  <a:pt x="2332781" y="1606558"/>
                </a:lnTo>
                <a:lnTo>
                  <a:pt x="2343047" y="1605773"/>
                </a:lnTo>
                <a:lnTo>
                  <a:pt x="2353328" y="1604784"/>
                </a:lnTo>
                <a:lnTo>
                  <a:pt x="2363609" y="1603575"/>
                </a:lnTo>
                <a:lnTo>
                  <a:pt x="2373874" y="1602116"/>
                </a:lnTo>
                <a:lnTo>
                  <a:pt x="2384155" y="1600389"/>
                </a:lnTo>
                <a:lnTo>
                  <a:pt x="2394436" y="1598396"/>
                </a:lnTo>
                <a:lnTo>
                  <a:pt x="2404717" y="1596104"/>
                </a:lnTo>
                <a:lnTo>
                  <a:pt x="2414983" y="1593514"/>
                </a:lnTo>
                <a:lnTo>
                  <a:pt x="2425264" y="1590595"/>
                </a:lnTo>
                <a:lnTo>
                  <a:pt x="2435545" y="1587330"/>
                </a:lnTo>
                <a:lnTo>
                  <a:pt x="2445810" y="1583704"/>
                </a:lnTo>
                <a:lnTo>
                  <a:pt x="2456091" y="1579733"/>
                </a:lnTo>
                <a:lnTo>
                  <a:pt x="2466372" y="1575369"/>
                </a:lnTo>
                <a:lnTo>
                  <a:pt x="2476637" y="1570613"/>
                </a:lnTo>
                <a:lnTo>
                  <a:pt x="2486918" y="1565465"/>
                </a:lnTo>
                <a:lnTo>
                  <a:pt x="2497200" y="1559908"/>
                </a:lnTo>
                <a:lnTo>
                  <a:pt x="2507480" y="1553928"/>
                </a:lnTo>
                <a:lnTo>
                  <a:pt x="2517746" y="1547524"/>
                </a:lnTo>
                <a:lnTo>
                  <a:pt x="2528027" y="1540696"/>
                </a:lnTo>
                <a:lnTo>
                  <a:pt x="2538308" y="1533445"/>
                </a:lnTo>
                <a:lnTo>
                  <a:pt x="2548573" y="1525738"/>
                </a:lnTo>
                <a:lnTo>
                  <a:pt x="2558854" y="1517607"/>
                </a:lnTo>
                <a:lnTo>
                  <a:pt x="2569135" y="1509037"/>
                </a:lnTo>
                <a:lnTo>
                  <a:pt x="2579417" y="1500043"/>
                </a:lnTo>
                <a:lnTo>
                  <a:pt x="2589682" y="1490594"/>
                </a:lnTo>
                <a:lnTo>
                  <a:pt x="2599963" y="1480736"/>
                </a:lnTo>
                <a:lnTo>
                  <a:pt x="2610244" y="1470440"/>
                </a:lnTo>
                <a:lnTo>
                  <a:pt x="2620509" y="1459719"/>
                </a:lnTo>
                <a:lnTo>
                  <a:pt x="2630790" y="1448606"/>
                </a:lnTo>
                <a:lnTo>
                  <a:pt x="2641071" y="1437070"/>
                </a:lnTo>
                <a:lnTo>
                  <a:pt x="2651352" y="1425156"/>
                </a:lnTo>
                <a:lnTo>
                  <a:pt x="2661618" y="1412849"/>
                </a:lnTo>
                <a:lnTo>
                  <a:pt x="2671899" y="1400166"/>
                </a:lnTo>
                <a:lnTo>
                  <a:pt x="2682180" y="1387121"/>
                </a:lnTo>
                <a:lnTo>
                  <a:pt x="2692445" y="1373723"/>
                </a:lnTo>
                <a:lnTo>
                  <a:pt x="2702726" y="1359987"/>
                </a:lnTo>
                <a:lnTo>
                  <a:pt x="2713007" y="1345923"/>
                </a:lnTo>
                <a:lnTo>
                  <a:pt x="2723288" y="1331545"/>
                </a:lnTo>
                <a:lnTo>
                  <a:pt x="2733554" y="1316868"/>
                </a:lnTo>
                <a:lnTo>
                  <a:pt x="2743835" y="1301903"/>
                </a:lnTo>
                <a:lnTo>
                  <a:pt x="2754116" y="1286665"/>
                </a:lnTo>
                <a:lnTo>
                  <a:pt x="2764381" y="1271168"/>
                </a:lnTo>
                <a:lnTo>
                  <a:pt x="2774662" y="1255425"/>
                </a:lnTo>
                <a:lnTo>
                  <a:pt x="2784943" y="1239449"/>
                </a:lnTo>
                <a:lnTo>
                  <a:pt x="2795224" y="1223255"/>
                </a:lnTo>
                <a:lnTo>
                  <a:pt x="2805490" y="1206857"/>
                </a:lnTo>
                <a:lnTo>
                  <a:pt x="2815771" y="1190265"/>
                </a:lnTo>
                <a:lnTo>
                  <a:pt x="2826052" y="1173492"/>
                </a:lnTo>
                <a:lnTo>
                  <a:pt x="2836317" y="1156552"/>
                </a:lnTo>
                <a:lnTo>
                  <a:pt x="2846598" y="1139456"/>
                </a:lnTo>
                <a:lnTo>
                  <a:pt x="2856879" y="1122215"/>
                </a:lnTo>
                <a:lnTo>
                  <a:pt x="2867160" y="1104839"/>
                </a:lnTo>
                <a:lnTo>
                  <a:pt x="2877425" y="1087341"/>
                </a:lnTo>
                <a:lnTo>
                  <a:pt x="2887707" y="1069729"/>
                </a:lnTo>
                <a:lnTo>
                  <a:pt x="2897988" y="1052012"/>
                </a:lnTo>
                <a:lnTo>
                  <a:pt x="2908253" y="1034200"/>
                </a:lnTo>
                <a:lnTo>
                  <a:pt x="2918534" y="1016302"/>
                </a:lnTo>
                <a:lnTo>
                  <a:pt x="2928815" y="998323"/>
                </a:lnTo>
                <a:lnTo>
                  <a:pt x="2939096" y="980274"/>
                </a:lnTo>
                <a:lnTo>
                  <a:pt x="2949362" y="962157"/>
                </a:lnTo>
                <a:lnTo>
                  <a:pt x="2959643" y="943984"/>
                </a:lnTo>
                <a:lnTo>
                  <a:pt x="2969924" y="925758"/>
                </a:lnTo>
                <a:lnTo>
                  <a:pt x="2980189" y="907483"/>
                </a:lnTo>
                <a:lnTo>
                  <a:pt x="2990470" y="889165"/>
                </a:lnTo>
                <a:lnTo>
                  <a:pt x="3000751" y="870811"/>
                </a:lnTo>
                <a:lnTo>
                  <a:pt x="3011032" y="852422"/>
                </a:lnTo>
                <a:lnTo>
                  <a:pt x="3021298" y="834004"/>
                </a:lnTo>
                <a:lnTo>
                  <a:pt x="3031579" y="815557"/>
                </a:lnTo>
                <a:lnTo>
                  <a:pt x="3041859" y="797089"/>
                </a:lnTo>
                <a:lnTo>
                  <a:pt x="3052125" y="778599"/>
                </a:lnTo>
                <a:lnTo>
                  <a:pt x="3062406" y="760092"/>
                </a:lnTo>
                <a:lnTo>
                  <a:pt x="3072687" y="741567"/>
                </a:lnTo>
                <a:lnTo>
                  <a:pt x="3072687" y="0"/>
                </a:lnTo>
                <a:lnTo>
                  <a:pt x="3062406" y="18672"/>
                </a:lnTo>
                <a:lnTo>
                  <a:pt x="3052125" y="37351"/>
                </a:lnTo>
                <a:lnTo>
                  <a:pt x="3041859" y="56038"/>
                </a:lnTo>
                <a:lnTo>
                  <a:pt x="3031579" y="74733"/>
                </a:lnTo>
                <a:lnTo>
                  <a:pt x="3021298" y="93440"/>
                </a:lnTo>
                <a:lnTo>
                  <a:pt x="3011032" y="112158"/>
                </a:lnTo>
                <a:lnTo>
                  <a:pt x="3000751" y="130888"/>
                </a:lnTo>
                <a:lnTo>
                  <a:pt x="2990470" y="149631"/>
                </a:lnTo>
                <a:lnTo>
                  <a:pt x="2980189" y="168390"/>
                </a:lnTo>
                <a:lnTo>
                  <a:pt x="2969924" y="187166"/>
                </a:lnTo>
                <a:lnTo>
                  <a:pt x="2959643" y="205959"/>
                </a:lnTo>
                <a:lnTo>
                  <a:pt x="2949362" y="224771"/>
                </a:lnTo>
                <a:lnTo>
                  <a:pt x="2939096" y="243605"/>
                </a:lnTo>
                <a:lnTo>
                  <a:pt x="2928815" y="262461"/>
                </a:lnTo>
                <a:lnTo>
                  <a:pt x="2918534" y="281340"/>
                </a:lnTo>
                <a:lnTo>
                  <a:pt x="2908253" y="300245"/>
                </a:lnTo>
                <a:lnTo>
                  <a:pt x="2897988" y="319177"/>
                </a:lnTo>
                <a:lnTo>
                  <a:pt x="2887707" y="338139"/>
                </a:lnTo>
                <a:lnTo>
                  <a:pt x="2877425" y="357129"/>
                </a:lnTo>
                <a:lnTo>
                  <a:pt x="2867160" y="376150"/>
                </a:lnTo>
                <a:lnTo>
                  <a:pt x="2856879" y="395204"/>
                </a:lnTo>
                <a:lnTo>
                  <a:pt x="2846598" y="414290"/>
                </a:lnTo>
                <a:lnTo>
                  <a:pt x="2836317" y="433410"/>
                </a:lnTo>
                <a:lnTo>
                  <a:pt x="2826052" y="452566"/>
                </a:lnTo>
                <a:lnTo>
                  <a:pt x="2815771" y="471753"/>
                </a:lnTo>
                <a:lnTo>
                  <a:pt x="2805490" y="490976"/>
                </a:lnTo>
                <a:lnTo>
                  <a:pt x="2795224" y="510232"/>
                </a:lnTo>
                <a:lnTo>
                  <a:pt x="2784943" y="529520"/>
                </a:lnTo>
                <a:lnTo>
                  <a:pt x="2774662" y="548839"/>
                </a:lnTo>
                <a:lnTo>
                  <a:pt x="2764381" y="568186"/>
                </a:lnTo>
                <a:lnTo>
                  <a:pt x="2754116" y="587560"/>
                </a:lnTo>
                <a:lnTo>
                  <a:pt x="2743835" y="606956"/>
                </a:lnTo>
                <a:lnTo>
                  <a:pt x="2733554" y="626372"/>
                </a:lnTo>
                <a:lnTo>
                  <a:pt x="2723288" y="645804"/>
                </a:lnTo>
                <a:lnTo>
                  <a:pt x="2713007" y="665245"/>
                </a:lnTo>
                <a:lnTo>
                  <a:pt x="2702726" y="684690"/>
                </a:lnTo>
                <a:lnTo>
                  <a:pt x="2692445" y="704133"/>
                </a:lnTo>
                <a:lnTo>
                  <a:pt x="2682180" y="723568"/>
                </a:lnTo>
                <a:lnTo>
                  <a:pt x="2671899" y="742984"/>
                </a:lnTo>
                <a:lnTo>
                  <a:pt x="2661618" y="762377"/>
                </a:lnTo>
                <a:lnTo>
                  <a:pt x="2651352" y="781734"/>
                </a:lnTo>
                <a:lnTo>
                  <a:pt x="2641071" y="801045"/>
                </a:lnTo>
                <a:lnTo>
                  <a:pt x="2630790" y="820302"/>
                </a:lnTo>
                <a:lnTo>
                  <a:pt x="2620509" y="839493"/>
                </a:lnTo>
                <a:lnTo>
                  <a:pt x="2610244" y="858604"/>
                </a:lnTo>
                <a:lnTo>
                  <a:pt x="2599963" y="877627"/>
                </a:lnTo>
                <a:lnTo>
                  <a:pt x="2589682" y="896545"/>
                </a:lnTo>
                <a:lnTo>
                  <a:pt x="2579417" y="915348"/>
                </a:lnTo>
                <a:lnTo>
                  <a:pt x="2569135" y="934020"/>
                </a:lnTo>
                <a:lnTo>
                  <a:pt x="2558854" y="952548"/>
                </a:lnTo>
                <a:lnTo>
                  <a:pt x="2548573" y="970921"/>
                </a:lnTo>
                <a:lnTo>
                  <a:pt x="2538308" y="989119"/>
                </a:lnTo>
                <a:lnTo>
                  <a:pt x="2528027" y="1007132"/>
                </a:lnTo>
                <a:lnTo>
                  <a:pt x="2517746" y="1024944"/>
                </a:lnTo>
                <a:lnTo>
                  <a:pt x="2507480" y="1042543"/>
                </a:lnTo>
                <a:lnTo>
                  <a:pt x="2497200" y="1059912"/>
                </a:lnTo>
                <a:lnTo>
                  <a:pt x="2486918" y="1077040"/>
                </a:lnTo>
                <a:lnTo>
                  <a:pt x="2476637" y="1093913"/>
                </a:lnTo>
                <a:lnTo>
                  <a:pt x="2466372" y="1110518"/>
                </a:lnTo>
                <a:lnTo>
                  <a:pt x="2456091" y="1126842"/>
                </a:lnTo>
                <a:lnTo>
                  <a:pt x="2445810" y="1142875"/>
                </a:lnTo>
                <a:lnTo>
                  <a:pt x="2435545" y="1158605"/>
                </a:lnTo>
                <a:lnTo>
                  <a:pt x="2425264" y="1174022"/>
                </a:lnTo>
                <a:lnTo>
                  <a:pt x="2414983" y="1189117"/>
                </a:lnTo>
                <a:lnTo>
                  <a:pt x="2404717" y="1203881"/>
                </a:lnTo>
                <a:lnTo>
                  <a:pt x="2394436" y="1218305"/>
                </a:lnTo>
                <a:lnTo>
                  <a:pt x="2384155" y="1232384"/>
                </a:lnTo>
                <a:lnTo>
                  <a:pt x="2373874" y="1246110"/>
                </a:lnTo>
                <a:lnTo>
                  <a:pt x="2363609" y="1259481"/>
                </a:lnTo>
                <a:lnTo>
                  <a:pt x="2353328" y="1272490"/>
                </a:lnTo>
                <a:lnTo>
                  <a:pt x="2343047" y="1285135"/>
                </a:lnTo>
                <a:lnTo>
                  <a:pt x="2332781" y="1297414"/>
                </a:lnTo>
                <a:lnTo>
                  <a:pt x="2322500" y="1309324"/>
                </a:lnTo>
                <a:lnTo>
                  <a:pt x="2312219" y="1320869"/>
                </a:lnTo>
                <a:lnTo>
                  <a:pt x="2301938" y="1332044"/>
                </a:lnTo>
                <a:lnTo>
                  <a:pt x="2291673" y="1342854"/>
                </a:lnTo>
                <a:lnTo>
                  <a:pt x="2281392" y="1353302"/>
                </a:lnTo>
                <a:lnTo>
                  <a:pt x="2271111" y="1363387"/>
                </a:lnTo>
                <a:lnTo>
                  <a:pt x="2260845" y="1373115"/>
                </a:lnTo>
                <a:lnTo>
                  <a:pt x="2250564" y="1382490"/>
                </a:lnTo>
                <a:lnTo>
                  <a:pt x="2240283" y="1391519"/>
                </a:lnTo>
                <a:lnTo>
                  <a:pt x="2230002" y="1400204"/>
                </a:lnTo>
                <a:lnTo>
                  <a:pt x="2219737" y="1408553"/>
                </a:lnTo>
                <a:lnTo>
                  <a:pt x="2209456" y="1416570"/>
                </a:lnTo>
                <a:lnTo>
                  <a:pt x="2199175" y="1424266"/>
                </a:lnTo>
                <a:lnTo>
                  <a:pt x="2188909" y="1431645"/>
                </a:lnTo>
                <a:lnTo>
                  <a:pt x="2178628" y="1438718"/>
                </a:lnTo>
                <a:lnTo>
                  <a:pt x="2168347" y="1445483"/>
                </a:lnTo>
                <a:lnTo>
                  <a:pt x="2158066" y="1451965"/>
                </a:lnTo>
                <a:lnTo>
                  <a:pt x="2147801" y="1458150"/>
                </a:lnTo>
                <a:lnTo>
                  <a:pt x="2137520" y="1464067"/>
                </a:lnTo>
                <a:lnTo>
                  <a:pt x="2127239" y="1469718"/>
                </a:lnTo>
                <a:lnTo>
                  <a:pt x="2116973" y="1475117"/>
                </a:lnTo>
                <a:lnTo>
                  <a:pt x="2106692" y="1480250"/>
                </a:lnTo>
                <a:lnTo>
                  <a:pt x="2096411" y="1485163"/>
                </a:lnTo>
                <a:lnTo>
                  <a:pt x="2086130" y="1489825"/>
                </a:lnTo>
                <a:lnTo>
                  <a:pt x="2075865" y="1494282"/>
                </a:lnTo>
                <a:lnTo>
                  <a:pt x="2065584" y="1498520"/>
                </a:lnTo>
                <a:lnTo>
                  <a:pt x="2055303" y="1502570"/>
                </a:lnTo>
                <a:lnTo>
                  <a:pt x="2045037" y="1506416"/>
                </a:lnTo>
                <a:lnTo>
                  <a:pt x="2034756" y="1510089"/>
                </a:lnTo>
                <a:lnTo>
                  <a:pt x="2024475" y="1513589"/>
                </a:lnTo>
                <a:lnTo>
                  <a:pt x="2014194" y="1516932"/>
                </a:lnTo>
                <a:lnTo>
                  <a:pt x="2003929" y="1520134"/>
                </a:lnTo>
                <a:lnTo>
                  <a:pt x="1993648" y="1523195"/>
                </a:lnTo>
                <a:lnTo>
                  <a:pt x="1983367" y="1526114"/>
                </a:lnTo>
                <a:lnTo>
                  <a:pt x="1973101" y="1528924"/>
                </a:lnTo>
                <a:lnTo>
                  <a:pt x="1962820" y="1531640"/>
                </a:lnTo>
                <a:lnTo>
                  <a:pt x="1952539" y="1534245"/>
                </a:lnTo>
                <a:lnTo>
                  <a:pt x="1942258" y="1536757"/>
                </a:lnTo>
                <a:lnTo>
                  <a:pt x="1931993" y="1539205"/>
                </a:lnTo>
                <a:lnTo>
                  <a:pt x="1921712" y="1541559"/>
                </a:lnTo>
                <a:lnTo>
                  <a:pt x="1911431" y="1543867"/>
                </a:lnTo>
                <a:lnTo>
                  <a:pt x="1901165" y="1546111"/>
                </a:lnTo>
                <a:lnTo>
                  <a:pt x="1890884" y="1548309"/>
                </a:lnTo>
                <a:lnTo>
                  <a:pt x="1880603" y="1550444"/>
                </a:lnTo>
                <a:lnTo>
                  <a:pt x="1870322" y="1552563"/>
                </a:lnTo>
                <a:lnTo>
                  <a:pt x="1860057" y="1554635"/>
                </a:lnTo>
                <a:lnTo>
                  <a:pt x="1849776" y="1556675"/>
                </a:lnTo>
                <a:lnTo>
                  <a:pt x="1839495" y="1558700"/>
                </a:lnTo>
                <a:lnTo>
                  <a:pt x="1829229" y="1560693"/>
                </a:lnTo>
                <a:lnTo>
                  <a:pt x="1818948" y="1562655"/>
                </a:lnTo>
                <a:lnTo>
                  <a:pt x="1808667" y="1564617"/>
                </a:lnTo>
                <a:lnTo>
                  <a:pt x="1798386" y="1566564"/>
                </a:lnTo>
                <a:lnTo>
                  <a:pt x="1788121" y="1568494"/>
                </a:lnTo>
                <a:lnTo>
                  <a:pt x="1777840" y="1570409"/>
                </a:lnTo>
                <a:lnTo>
                  <a:pt x="1767559" y="1572324"/>
                </a:lnTo>
                <a:lnTo>
                  <a:pt x="1757294" y="1574223"/>
                </a:lnTo>
                <a:lnTo>
                  <a:pt x="1747012" y="1576123"/>
                </a:lnTo>
                <a:lnTo>
                  <a:pt x="1736731" y="1578006"/>
                </a:lnTo>
                <a:lnTo>
                  <a:pt x="1726450" y="1579890"/>
                </a:lnTo>
                <a:lnTo>
                  <a:pt x="1716185" y="1581773"/>
                </a:lnTo>
                <a:lnTo>
                  <a:pt x="1705904" y="1583657"/>
                </a:lnTo>
                <a:lnTo>
                  <a:pt x="1695623" y="1585525"/>
                </a:lnTo>
                <a:lnTo>
                  <a:pt x="1685358" y="1587393"/>
                </a:lnTo>
                <a:lnTo>
                  <a:pt x="1675077" y="1589260"/>
                </a:lnTo>
                <a:lnTo>
                  <a:pt x="1664795" y="1591144"/>
                </a:lnTo>
                <a:lnTo>
                  <a:pt x="1654530" y="1593012"/>
                </a:lnTo>
                <a:lnTo>
                  <a:pt x="1644249" y="1594880"/>
                </a:lnTo>
                <a:lnTo>
                  <a:pt x="1633968" y="1596732"/>
                </a:lnTo>
                <a:lnTo>
                  <a:pt x="1623687" y="1598600"/>
                </a:lnTo>
                <a:lnTo>
                  <a:pt x="1613422" y="1600468"/>
                </a:lnTo>
                <a:lnTo>
                  <a:pt x="1603141" y="1602336"/>
                </a:lnTo>
                <a:lnTo>
                  <a:pt x="1592860" y="1604203"/>
                </a:lnTo>
                <a:lnTo>
                  <a:pt x="1582594" y="1606056"/>
                </a:lnTo>
                <a:lnTo>
                  <a:pt x="1572313" y="1607923"/>
                </a:lnTo>
                <a:lnTo>
                  <a:pt x="1562032" y="1609791"/>
                </a:lnTo>
                <a:lnTo>
                  <a:pt x="1551751" y="1611643"/>
                </a:lnTo>
                <a:lnTo>
                  <a:pt x="1541486" y="1613511"/>
                </a:lnTo>
                <a:lnTo>
                  <a:pt x="1531205" y="1615379"/>
                </a:lnTo>
                <a:lnTo>
                  <a:pt x="1520924" y="1617231"/>
                </a:lnTo>
                <a:lnTo>
                  <a:pt x="1510658" y="1619099"/>
                </a:lnTo>
                <a:lnTo>
                  <a:pt x="1500377" y="1620967"/>
                </a:lnTo>
                <a:lnTo>
                  <a:pt x="1490096" y="1622819"/>
                </a:lnTo>
                <a:lnTo>
                  <a:pt x="1479815" y="1624687"/>
                </a:lnTo>
                <a:lnTo>
                  <a:pt x="1469550" y="1626555"/>
                </a:lnTo>
                <a:lnTo>
                  <a:pt x="1459269" y="1628407"/>
                </a:lnTo>
                <a:lnTo>
                  <a:pt x="1448988" y="1630275"/>
                </a:lnTo>
                <a:lnTo>
                  <a:pt x="1438722" y="1632143"/>
                </a:lnTo>
                <a:lnTo>
                  <a:pt x="1428441" y="1633995"/>
                </a:lnTo>
                <a:lnTo>
                  <a:pt x="1418160" y="1635863"/>
                </a:lnTo>
                <a:lnTo>
                  <a:pt x="1407879" y="1637730"/>
                </a:lnTo>
                <a:lnTo>
                  <a:pt x="1397614" y="1639583"/>
                </a:lnTo>
                <a:lnTo>
                  <a:pt x="1387333" y="1641450"/>
                </a:lnTo>
                <a:lnTo>
                  <a:pt x="1377052" y="1643303"/>
                </a:lnTo>
                <a:lnTo>
                  <a:pt x="1366786" y="1645170"/>
                </a:lnTo>
                <a:lnTo>
                  <a:pt x="1356505" y="1647038"/>
                </a:lnTo>
                <a:lnTo>
                  <a:pt x="1346224" y="1648890"/>
                </a:lnTo>
                <a:lnTo>
                  <a:pt x="1335943" y="1650758"/>
                </a:lnTo>
                <a:lnTo>
                  <a:pt x="1325678" y="1652626"/>
                </a:lnTo>
                <a:lnTo>
                  <a:pt x="1315397" y="1654478"/>
                </a:lnTo>
                <a:lnTo>
                  <a:pt x="1305116" y="1656346"/>
                </a:lnTo>
                <a:lnTo>
                  <a:pt x="1294850" y="1658214"/>
                </a:lnTo>
                <a:lnTo>
                  <a:pt x="1284569" y="1660066"/>
                </a:lnTo>
                <a:lnTo>
                  <a:pt x="1274288" y="1661934"/>
                </a:lnTo>
                <a:lnTo>
                  <a:pt x="1264007" y="1663802"/>
                </a:lnTo>
                <a:lnTo>
                  <a:pt x="1253742" y="1665654"/>
                </a:lnTo>
                <a:lnTo>
                  <a:pt x="1243461" y="1667522"/>
                </a:lnTo>
                <a:lnTo>
                  <a:pt x="1233180" y="1669374"/>
                </a:lnTo>
                <a:lnTo>
                  <a:pt x="1222914" y="1671242"/>
                </a:lnTo>
                <a:lnTo>
                  <a:pt x="1212633" y="1673110"/>
                </a:lnTo>
                <a:lnTo>
                  <a:pt x="1202352" y="1674962"/>
                </a:lnTo>
                <a:lnTo>
                  <a:pt x="1192071" y="1676830"/>
                </a:lnTo>
                <a:lnTo>
                  <a:pt x="1181806" y="1678698"/>
                </a:lnTo>
                <a:lnTo>
                  <a:pt x="1171525" y="1680550"/>
                </a:lnTo>
                <a:lnTo>
                  <a:pt x="1161244" y="1682418"/>
                </a:lnTo>
                <a:lnTo>
                  <a:pt x="1150978" y="1684286"/>
                </a:lnTo>
                <a:lnTo>
                  <a:pt x="1140697" y="1686138"/>
                </a:lnTo>
                <a:lnTo>
                  <a:pt x="1130416" y="1688006"/>
                </a:lnTo>
                <a:lnTo>
                  <a:pt x="1120135" y="1689873"/>
                </a:lnTo>
                <a:lnTo>
                  <a:pt x="1109870" y="1691726"/>
                </a:lnTo>
                <a:lnTo>
                  <a:pt x="1099589" y="1693593"/>
                </a:lnTo>
                <a:lnTo>
                  <a:pt x="1089308" y="1695446"/>
                </a:lnTo>
                <a:lnTo>
                  <a:pt x="1079043" y="1697313"/>
                </a:lnTo>
                <a:lnTo>
                  <a:pt x="1068761" y="1699181"/>
                </a:lnTo>
                <a:lnTo>
                  <a:pt x="1058480" y="1701034"/>
                </a:lnTo>
                <a:lnTo>
                  <a:pt x="1048199" y="1702901"/>
                </a:lnTo>
                <a:lnTo>
                  <a:pt x="1037931" y="1704769"/>
                </a:lnTo>
                <a:lnTo>
                  <a:pt x="1027653" y="1706621"/>
                </a:lnTo>
                <a:lnTo>
                  <a:pt x="1017377" y="1708489"/>
                </a:lnTo>
                <a:lnTo>
                  <a:pt x="1007100" y="1710357"/>
                </a:lnTo>
                <a:lnTo>
                  <a:pt x="996824" y="1712209"/>
                </a:lnTo>
                <a:lnTo>
                  <a:pt x="986548" y="1714077"/>
                </a:lnTo>
                <a:lnTo>
                  <a:pt x="976271" y="1715945"/>
                </a:lnTo>
                <a:lnTo>
                  <a:pt x="965995" y="1717797"/>
                </a:lnTo>
                <a:lnTo>
                  <a:pt x="955719" y="1719665"/>
                </a:lnTo>
                <a:lnTo>
                  <a:pt x="945441" y="1721517"/>
                </a:lnTo>
                <a:lnTo>
                  <a:pt x="935164" y="1723385"/>
                </a:lnTo>
                <a:lnTo>
                  <a:pt x="924888" y="1725253"/>
                </a:lnTo>
                <a:lnTo>
                  <a:pt x="914612" y="1727105"/>
                </a:lnTo>
                <a:lnTo>
                  <a:pt x="904335" y="1728973"/>
                </a:lnTo>
                <a:lnTo>
                  <a:pt x="894059" y="1730841"/>
                </a:lnTo>
                <a:lnTo>
                  <a:pt x="883783" y="1732693"/>
                </a:lnTo>
                <a:lnTo>
                  <a:pt x="873506" y="1734561"/>
                </a:lnTo>
                <a:lnTo>
                  <a:pt x="863228" y="1736429"/>
                </a:lnTo>
                <a:lnTo>
                  <a:pt x="852952" y="1738281"/>
                </a:lnTo>
                <a:lnTo>
                  <a:pt x="842676" y="1740149"/>
                </a:lnTo>
                <a:lnTo>
                  <a:pt x="832399" y="1742016"/>
                </a:lnTo>
                <a:lnTo>
                  <a:pt x="822123" y="1743869"/>
                </a:lnTo>
                <a:lnTo>
                  <a:pt x="811847" y="1745736"/>
                </a:lnTo>
                <a:lnTo>
                  <a:pt x="801570" y="1747589"/>
                </a:lnTo>
                <a:lnTo>
                  <a:pt x="791294" y="1749456"/>
                </a:lnTo>
                <a:lnTo>
                  <a:pt x="781016" y="1751324"/>
                </a:lnTo>
                <a:lnTo>
                  <a:pt x="770740" y="1753177"/>
                </a:lnTo>
                <a:lnTo>
                  <a:pt x="760463" y="1755044"/>
                </a:lnTo>
                <a:lnTo>
                  <a:pt x="750187" y="1756912"/>
                </a:lnTo>
                <a:lnTo>
                  <a:pt x="739911" y="1758764"/>
                </a:lnTo>
                <a:lnTo>
                  <a:pt x="729634" y="1760632"/>
                </a:lnTo>
                <a:lnTo>
                  <a:pt x="719358" y="1762500"/>
                </a:lnTo>
                <a:lnTo>
                  <a:pt x="709082" y="1764352"/>
                </a:lnTo>
                <a:lnTo>
                  <a:pt x="698804" y="1766220"/>
                </a:lnTo>
                <a:lnTo>
                  <a:pt x="688527" y="1768072"/>
                </a:lnTo>
                <a:lnTo>
                  <a:pt x="678251" y="1769940"/>
                </a:lnTo>
                <a:lnTo>
                  <a:pt x="667975" y="1771808"/>
                </a:lnTo>
                <a:lnTo>
                  <a:pt x="657698" y="1773660"/>
                </a:lnTo>
                <a:lnTo>
                  <a:pt x="647422" y="1775528"/>
                </a:lnTo>
                <a:lnTo>
                  <a:pt x="637146" y="1777396"/>
                </a:lnTo>
                <a:lnTo>
                  <a:pt x="626869" y="1779248"/>
                </a:lnTo>
                <a:lnTo>
                  <a:pt x="616591" y="1781116"/>
                </a:lnTo>
                <a:lnTo>
                  <a:pt x="606315" y="1782984"/>
                </a:lnTo>
                <a:lnTo>
                  <a:pt x="596039" y="1784836"/>
                </a:lnTo>
                <a:lnTo>
                  <a:pt x="585762" y="1786704"/>
                </a:lnTo>
                <a:lnTo>
                  <a:pt x="575486" y="1788571"/>
                </a:lnTo>
                <a:lnTo>
                  <a:pt x="565210" y="1790424"/>
                </a:lnTo>
                <a:lnTo>
                  <a:pt x="554933" y="1792291"/>
                </a:lnTo>
                <a:lnTo>
                  <a:pt x="544657" y="1794144"/>
                </a:lnTo>
                <a:lnTo>
                  <a:pt x="534379" y="1796011"/>
                </a:lnTo>
                <a:lnTo>
                  <a:pt x="524103" y="1797879"/>
                </a:lnTo>
                <a:lnTo>
                  <a:pt x="513826" y="1799731"/>
                </a:lnTo>
                <a:lnTo>
                  <a:pt x="503550" y="1801599"/>
                </a:lnTo>
                <a:lnTo>
                  <a:pt x="493274" y="1803467"/>
                </a:lnTo>
                <a:lnTo>
                  <a:pt x="482997" y="1805319"/>
                </a:lnTo>
                <a:lnTo>
                  <a:pt x="472721" y="1807187"/>
                </a:lnTo>
                <a:lnTo>
                  <a:pt x="462445" y="1809055"/>
                </a:lnTo>
                <a:lnTo>
                  <a:pt x="452167" y="1810907"/>
                </a:lnTo>
                <a:lnTo>
                  <a:pt x="441890" y="1812775"/>
                </a:lnTo>
                <a:lnTo>
                  <a:pt x="431614" y="1814643"/>
                </a:lnTo>
                <a:lnTo>
                  <a:pt x="421338" y="1816495"/>
                </a:lnTo>
                <a:lnTo>
                  <a:pt x="411061" y="1818363"/>
                </a:lnTo>
                <a:lnTo>
                  <a:pt x="400785" y="1820215"/>
                </a:lnTo>
                <a:lnTo>
                  <a:pt x="390509" y="1822083"/>
                </a:lnTo>
                <a:lnTo>
                  <a:pt x="380232" y="1823951"/>
                </a:lnTo>
                <a:lnTo>
                  <a:pt x="369955" y="1825803"/>
                </a:lnTo>
                <a:lnTo>
                  <a:pt x="359678" y="1827671"/>
                </a:lnTo>
                <a:lnTo>
                  <a:pt x="349402" y="1829539"/>
                </a:lnTo>
                <a:lnTo>
                  <a:pt x="339126" y="1831391"/>
                </a:lnTo>
                <a:lnTo>
                  <a:pt x="328849" y="1833259"/>
                </a:lnTo>
                <a:lnTo>
                  <a:pt x="318573" y="1835127"/>
                </a:lnTo>
                <a:lnTo>
                  <a:pt x="308297" y="1836979"/>
                </a:lnTo>
                <a:lnTo>
                  <a:pt x="298020" y="1838847"/>
                </a:lnTo>
                <a:lnTo>
                  <a:pt x="287742" y="1840715"/>
                </a:lnTo>
                <a:lnTo>
                  <a:pt x="277466" y="1842567"/>
                </a:lnTo>
                <a:lnTo>
                  <a:pt x="267190" y="1844435"/>
                </a:lnTo>
                <a:lnTo>
                  <a:pt x="256913" y="1846287"/>
                </a:lnTo>
                <a:lnTo>
                  <a:pt x="246637" y="1848155"/>
                </a:lnTo>
                <a:lnTo>
                  <a:pt x="236361" y="1850022"/>
                </a:lnTo>
                <a:lnTo>
                  <a:pt x="226084" y="1851875"/>
                </a:lnTo>
                <a:lnTo>
                  <a:pt x="215808" y="1853742"/>
                </a:lnTo>
                <a:lnTo>
                  <a:pt x="205530" y="1855610"/>
                </a:lnTo>
                <a:lnTo>
                  <a:pt x="195254" y="1857462"/>
                </a:lnTo>
                <a:lnTo>
                  <a:pt x="184977" y="1859330"/>
                </a:lnTo>
                <a:lnTo>
                  <a:pt x="174701" y="1861198"/>
                </a:lnTo>
                <a:lnTo>
                  <a:pt x="164425" y="1863050"/>
                </a:lnTo>
                <a:lnTo>
                  <a:pt x="154148" y="1864918"/>
                </a:lnTo>
                <a:lnTo>
                  <a:pt x="143872" y="1866770"/>
                </a:lnTo>
                <a:lnTo>
                  <a:pt x="133596" y="1868638"/>
                </a:lnTo>
                <a:lnTo>
                  <a:pt x="123318" y="1870506"/>
                </a:lnTo>
                <a:lnTo>
                  <a:pt x="113041" y="1872358"/>
                </a:lnTo>
                <a:lnTo>
                  <a:pt x="102765" y="1874226"/>
                </a:lnTo>
                <a:lnTo>
                  <a:pt x="92489" y="1876094"/>
                </a:lnTo>
                <a:lnTo>
                  <a:pt x="82212" y="1877946"/>
                </a:lnTo>
                <a:lnTo>
                  <a:pt x="71936" y="1879814"/>
                </a:lnTo>
                <a:lnTo>
                  <a:pt x="61660" y="1881682"/>
                </a:lnTo>
                <a:lnTo>
                  <a:pt x="51383" y="1883534"/>
                </a:lnTo>
                <a:lnTo>
                  <a:pt x="41105" y="1885402"/>
                </a:lnTo>
                <a:lnTo>
                  <a:pt x="30829" y="1887270"/>
                </a:lnTo>
                <a:lnTo>
                  <a:pt x="20553" y="1889122"/>
                </a:lnTo>
                <a:lnTo>
                  <a:pt x="10276" y="1890990"/>
                </a:lnTo>
                <a:lnTo>
                  <a:pt x="0" y="1892842"/>
                </a:lnTo>
                <a:close/>
              </a:path>
            </a:pathLst>
          </a:custGeom>
          <a:solidFill>
            <a:srgbClr val="0000FF">
              <a:alpha val="50000"/>
            </a:srgbClr>
          </a:solidFill>
          <a:ln w="1568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100" name="Freeform 99">
            <a:extLst>
              <a:ext uri="{FF2B5EF4-FFF2-40B4-BE49-F238E27FC236}">
                <a16:creationId xmlns:a16="http://schemas.microsoft.com/office/drawing/2014/main" id="{3397AF90-F436-B449-AAE6-0917BB0061DD}"/>
              </a:ext>
            </a:extLst>
          </p:cNvPr>
          <p:cNvSpPr/>
          <p:nvPr/>
        </p:nvSpPr>
        <p:spPr>
          <a:xfrm>
            <a:off x="898387" y="2939699"/>
            <a:ext cx="3072687" cy="1559179"/>
          </a:xfrm>
          <a:custGeom>
            <a:avLst/>
            <a:gdLst>
              <a:gd name="csX0" fmla="*/ 0 w 3072687"/>
              <a:gd name="csY0" fmla="*/ 1559180 h 1559179"/>
              <a:gd name="csX1" fmla="*/ 10276 w 3072687"/>
              <a:gd name="csY1" fmla="*/ 1557328 h 1559179"/>
              <a:gd name="csX2" fmla="*/ 20553 w 3072687"/>
              <a:gd name="csY2" fmla="*/ 1555460 h 1559179"/>
              <a:gd name="csX3" fmla="*/ 30829 w 3072687"/>
              <a:gd name="csY3" fmla="*/ 1553592 h 1559179"/>
              <a:gd name="csX4" fmla="*/ 41105 w 3072687"/>
              <a:gd name="csY4" fmla="*/ 1551740 h 1559179"/>
              <a:gd name="csX5" fmla="*/ 51383 w 3072687"/>
              <a:gd name="csY5" fmla="*/ 1549872 h 1559179"/>
              <a:gd name="csX6" fmla="*/ 61660 w 3072687"/>
              <a:gd name="csY6" fmla="*/ 1548020 h 1559179"/>
              <a:gd name="csX7" fmla="*/ 71936 w 3072687"/>
              <a:gd name="csY7" fmla="*/ 1546152 h 1559179"/>
              <a:gd name="csX8" fmla="*/ 82212 w 3072687"/>
              <a:gd name="csY8" fmla="*/ 1544284 h 1559179"/>
              <a:gd name="csX9" fmla="*/ 92489 w 3072687"/>
              <a:gd name="csY9" fmla="*/ 1542432 h 1559179"/>
              <a:gd name="csX10" fmla="*/ 102765 w 3072687"/>
              <a:gd name="csY10" fmla="*/ 1540564 h 1559179"/>
              <a:gd name="csX11" fmla="*/ 113041 w 3072687"/>
              <a:gd name="csY11" fmla="*/ 1538696 h 1559179"/>
              <a:gd name="csX12" fmla="*/ 123318 w 3072687"/>
              <a:gd name="csY12" fmla="*/ 1536844 h 1559179"/>
              <a:gd name="csX13" fmla="*/ 133596 w 3072687"/>
              <a:gd name="csY13" fmla="*/ 1534976 h 1559179"/>
              <a:gd name="csX14" fmla="*/ 143872 w 3072687"/>
              <a:gd name="csY14" fmla="*/ 1533108 h 1559179"/>
              <a:gd name="csX15" fmla="*/ 154148 w 3072687"/>
              <a:gd name="csY15" fmla="*/ 1531256 h 1559179"/>
              <a:gd name="csX16" fmla="*/ 164425 w 3072687"/>
              <a:gd name="csY16" fmla="*/ 1529388 h 1559179"/>
              <a:gd name="csX17" fmla="*/ 174701 w 3072687"/>
              <a:gd name="csY17" fmla="*/ 1527520 h 1559179"/>
              <a:gd name="csX18" fmla="*/ 184977 w 3072687"/>
              <a:gd name="csY18" fmla="*/ 1525668 h 1559179"/>
              <a:gd name="csX19" fmla="*/ 195254 w 3072687"/>
              <a:gd name="csY19" fmla="*/ 1523800 h 1559179"/>
              <a:gd name="csX20" fmla="*/ 205530 w 3072687"/>
              <a:gd name="csY20" fmla="*/ 1521948 h 1559179"/>
              <a:gd name="csX21" fmla="*/ 215808 w 3072687"/>
              <a:gd name="csY21" fmla="*/ 1520080 h 1559179"/>
              <a:gd name="csX22" fmla="*/ 226084 w 3072687"/>
              <a:gd name="csY22" fmla="*/ 1518213 h 1559179"/>
              <a:gd name="csX23" fmla="*/ 236361 w 3072687"/>
              <a:gd name="csY23" fmla="*/ 1516360 h 1559179"/>
              <a:gd name="csX24" fmla="*/ 246637 w 3072687"/>
              <a:gd name="csY24" fmla="*/ 1514492 h 1559179"/>
              <a:gd name="csX25" fmla="*/ 256913 w 3072687"/>
              <a:gd name="csY25" fmla="*/ 1512625 h 1559179"/>
              <a:gd name="csX26" fmla="*/ 267190 w 3072687"/>
              <a:gd name="csY26" fmla="*/ 1510772 h 1559179"/>
              <a:gd name="csX27" fmla="*/ 277466 w 3072687"/>
              <a:gd name="csY27" fmla="*/ 1508905 h 1559179"/>
              <a:gd name="csX28" fmla="*/ 287742 w 3072687"/>
              <a:gd name="csY28" fmla="*/ 1507037 h 1559179"/>
              <a:gd name="csX29" fmla="*/ 298020 w 3072687"/>
              <a:gd name="csY29" fmla="*/ 1505185 h 1559179"/>
              <a:gd name="csX30" fmla="*/ 308297 w 3072687"/>
              <a:gd name="csY30" fmla="*/ 1503317 h 1559179"/>
              <a:gd name="csX31" fmla="*/ 318573 w 3072687"/>
              <a:gd name="csY31" fmla="*/ 1501465 h 1559179"/>
              <a:gd name="csX32" fmla="*/ 328849 w 3072687"/>
              <a:gd name="csY32" fmla="*/ 1499597 h 1559179"/>
              <a:gd name="csX33" fmla="*/ 339126 w 3072687"/>
              <a:gd name="csY33" fmla="*/ 1497729 h 1559179"/>
              <a:gd name="csX34" fmla="*/ 349402 w 3072687"/>
              <a:gd name="csY34" fmla="*/ 1495877 h 1559179"/>
              <a:gd name="csX35" fmla="*/ 359678 w 3072687"/>
              <a:gd name="csY35" fmla="*/ 1494009 h 1559179"/>
              <a:gd name="csX36" fmla="*/ 369955 w 3072687"/>
              <a:gd name="csY36" fmla="*/ 1492141 h 1559179"/>
              <a:gd name="csX37" fmla="*/ 380232 w 3072687"/>
              <a:gd name="csY37" fmla="*/ 1490289 h 1559179"/>
              <a:gd name="csX38" fmla="*/ 390509 w 3072687"/>
              <a:gd name="csY38" fmla="*/ 1488421 h 1559179"/>
              <a:gd name="csX39" fmla="*/ 400785 w 3072687"/>
              <a:gd name="csY39" fmla="*/ 1486553 h 1559179"/>
              <a:gd name="csX40" fmla="*/ 411061 w 3072687"/>
              <a:gd name="csY40" fmla="*/ 1484701 h 1559179"/>
              <a:gd name="csX41" fmla="*/ 421338 w 3072687"/>
              <a:gd name="csY41" fmla="*/ 1482833 h 1559179"/>
              <a:gd name="csX42" fmla="*/ 431614 w 3072687"/>
              <a:gd name="csY42" fmla="*/ 1480965 h 1559179"/>
              <a:gd name="csX43" fmla="*/ 441890 w 3072687"/>
              <a:gd name="csY43" fmla="*/ 1479113 h 1559179"/>
              <a:gd name="csX44" fmla="*/ 452167 w 3072687"/>
              <a:gd name="csY44" fmla="*/ 1477245 h 1559179"/>
              <a:gd name="csX45" fmla="*/ 462445 w 3072687"/>
              <a:gd name="csY45" fmla="*/ 1475393 h 1559179"/>
              <a:gd name="csX46" fmla="*/ 472721 w 3072687"/>
              <a:gd name="csY46" fmla="*/ 1473525 h 1559179"/>
              <a:gd name="csX47" fmla="*/ 482997 w 3072687"/>
              <a:gd name="csY47" fmla="*/ 1471658 h 1559179"/>
              <a:gd name="csX48" fmla="*/ 493274 w 3072687"/>
              <a:gd name="csY48" fmla="*/ 1469805 h 1559179"/>
              <a:gd name="csX49" fmla="*/ 503550 w 3072687"/>
              <a:gd name="csY49" fmla="*/ 1467938 h 1559179"/>
              <a:gd name="csX50" fmla="*/ 513826 w 3072687"/>
              <a:gd name="csY50" fmla="*/ 1466070 h 1559179"/>
              <a:gd name="csX51" fmla="*/ 524103 w 3072687"/>
              <a:gd name="csY51" fmla="*/ 1464218 h 1559179"/>
              <a:gd name="csX52" fmla="*/ 534379 w 3072687"/>
              <a:gd name="csY52" fmla="*/ 1462350 h 1559179"/>
              <a:gd name="csX53" fmla="*/ 544657 w 3072687"/>
              <a:gd name="csY53" fmla="*/ 1460482 h 1559179"/>
              <a:gd name="csX54" fmla="*/ 554933 w 3072687"/>
              <a:gd name="csY54" fmla="*/ 1458630 h 1559179"/>
              <a:gd name="csX55" fmla="*/ 565210 w 3072687"/>
              <a:gd name="csY55" fmla="*/ 1456762 h 1559179"/>
              <a:gd name="csX56" fmla="*/ 575486 w 3072687"/>
              <a:gd name="csY56" fmla="*/ 1454894 h 1559179"/>
              <a:gd name="csX57" fmla="*/ 585762 w 3072687"/>
              <a:gd name="csY57" fmla="*/ 1453042 h 1559179"/>
              <a:gd name="csX58" fmla="*/ 596039 w 3072687"/>
              <a:gd name="csY58" fmla="*/ 1451174 h 1559179"/>
              <a:gd name="csX59" fmla="*/ 606315 w 3072687"/>
              <a:gd name="csY59" fmla="*/ 1449322 h 1559179"/>
              <a:gd name="csX60" fmla="*/ 616591 w 3072687"/>
              <a:gd name="csY60" fmla="*/ 1447454 h 1559179"/>
              <a:gd name="csX61" fmla="*/ 626869 w 3072687"/>
              <a:gd name="csY61" fmla="*/ 1445586 h 1559179"/>
              <a:gd name="csX62" fmla="*/ 637146 w 3072687"/>
              <a:gd name="csY62" fmla="*/ 1443734 h 1559179"/>
              <a:gd name="csX63" fmla="*/ 647422 w 3072687"/>
              <a:gd name="csY63" fmla="*/ 1441866 h 1559179"/>
              <a:gd name="csX64" fmla="*/ 657698 w 3072687"/>
              <a:gd name="csY64" fmla="*/ 1439998 h 1559179"/>
              <a:gd name="csX65" fmla="*/ 667975 w 3072687"/>
              <a:gd name="csY65" fmla="*/ 1438146 h 1559179"/>
              <a:gd name="csX66" fmla="*/ 678251 w 3072687"/>
              <a:gd name="csY66" fmla="*/ 1436278 h 1559179"/>
              <a:gd name="csX67" fmla="*/ 688527 w 3072687"/>
              <a:gd name="csY67" fmla="*/ 1434410 h 1559179"/>
              <a:gd name="csX68" fmla="*/ 698804 w 3072687"/>
              <a:gd name="csY68" fmla="*/ 1432558 h 1559179"/>
              <a:gd name="csX69" fmla="*/ 709082 w 3072687"/>
              <a:gd name="csY69" fmla="*/ 1430690 h 1559179"/>
              <a:gd name="csX70" fmla="*/ 719358 w 3072687"/>
              <a:gd name="csY70" fmla="*/ 1428822 h 1559179"/>
              <a:gd name="csX71" fmla="*/ 729634 w 3072687"/>
              <a:gd name="csY71" fmla="*/ 1426970 h 1559179"/>
              <a:gd name="csX72" fmla="*/ 739911 w 3072687"/>
              <a:gd name="csY72" fmla="*/ 1425102 h 1559179"/>
              <a:gd name="csX73" fmla="*/ 750187 w 3072687"/>
              <a:gd name="csY73" fmla="*/ 1423250 h 1559179"/>
              <a:gd name="csX74" fmla="*/ 760463 w 3072687"/>
              <a:gd name="csY74" fmla="*/ 1421382 h 1559179"/>
              <a:gd name="csX75" fmla="*/ 770740 w 3072687"/>
              <a:gd name="csY75" fmla="*/ 1419515 h 1559179"/>
              <a:gd name="csX76" fmla="*/ 781016 w 3072687"/>
              <a:gd name="csY76" fmla="*/ 1417662 h 1559179"/>
              <a:gd name="csX77" fmla="*/ 791294 w 3072687"/>
              <a:gd name="csY77" fmla="*/ 1415795 h 1559179"/>
              <a:gd name="csX78" fmla="*/ 801570 w 3072687"/>
              <a:gd name="csY78" fmla="*/ 1413927 h 1559179"/>
              <a:gd name="csX79" fmla="*/ 811847 w 3072687"/>
              <a:gd name="csY79" fmla="*/ 1412074 h 1559179"/>
              <a:gd name="csX80" fmla="*/ 822123 w 3072687"/>
              <a:gd name="csY80" fmla="*/ 1410207 h 1559179"/>
              <a:gd name="csX81" fmla="*/ 832399 w 3072687"/>
              <a:gd name="csY81" fmla="*/ 1408339 h 1559179"/>
              <a:gd name="csX82" fmla="*/ 842676 w 3072687"/>
              <a:gd name="csY82" fmla="*/ 1406487 h 1559179"/>
              <a:gd name="csX83" fmla="*/ 852952 w 3072687"/>
              <a:gd name="csY83" fmla="*/ 1404619 h 1559179"/>
              <a:gd name="csX84" fmla="*/ 863228 w 3072687"/>
              <a:gd name="csY84" fmla="*/ 1402751 h 1559179"/>
              <a:gd name="csX85" fmla="*/ 873506 w 3072687"/>
              <a:gd name="csY85" fmla="*/ 1400899 h 1559179"/>
              <a:gd name="csX86" fmla="*/ 883783 w 3072687"/>
              <a:gd name="csY86" fmla="*/ 1399031 h 1559179"/>
              <a:gd name="csX87" fmla="*/ 894059 w 3072687"/>
              <a:gd name="csY87" fmla="*/ 1397179 h 1559179"/>
              <a:gd name="csX88" fmla="*/ 904335 w 3072687"/>
              <a:gd name="csY88" fmla="*/ 1395311 h 1559179"/>
              <a:gd name="csX89" fmla="*/ 914612 w 3072687"/>
              <a:gd name="csY89" fmla="*/ 1393443 h 1559179"/>
              <a:gd name="csX90" fmla="*/ 924888 w 3072687"/>
              <a:gd name="csY90" fmla="*/ 1391591 h 1559179"/>
              <a:gd name="csX91" fmla="*/ 935164 w 3072687"/>
              <a:gd name="csY91" fmla="*/ 1389723 h 1559179"/>
              <a:gd name="csX92" fmla="*/ 945441 w 3072687"/>
              <a:gd name="csY92" fmla="*/ 1387855 h 1559179"/>
              <a:gd name="csX93" fmla="*/ 955719 w 3072687"/>
              <a:gd name="csY93" fmla="*/ 1386003 h 1559179"/>
              <a:gd name="csX94" fmla="*/ 965995 w 3072687"/>
              <a:gd name="csY94" fmla="*/ 1384135 h 1559179"/>
              <a:gd name="csX95" fmla="*/ 976271 w 3072687"/>
              <a:gd name="csY95" fmla="*/ 1382267 h 1559179"/>
              <a:gd name="csX96" fmla="*/ 986548 w 3072687"/>
              <a:gd name="csY96" fmla="*/ 1380415 h 1559179"/>
              <a:gd name="csX97" fmla="*/ 996824 w 3072687"/>
              <a:gd name="csY97" fmla="*/ 1378547 h 1559179"/>
              <a:gd name="csX98" fmla="*/ 1007100 w 3072687"/>
              <a:gd name="csY98" fmla="*/ 1376695 h 1559179"/>
              <a:gd name="csX99" fmla="*/ 1017377 w 3072687"/>
              <a:gd name="csY99" fmla="*/ 1374827 h 1559179"/>
              <a:gd name="csX100" fmla="*/ 1027653 w 3072687"/>
              <a:gd name="csY100" fmla="*/ 1372959 h 1559179"/>
              <a:gd name="csX101" fmla="*/ 1037931 w 3072687"/>
              <a:gd name="csY101" fmla="*/ 1371107 h 1559179"/>
              <a:gd name="csX102" fmla="*/ 1048199 w 3072687"/>
              <a:gd name="csY102" fmla="*/ 1369239 h 1559179"/>
              <a:gd name="csX103" fmla="*/ 1058480 w 3072687"/>
              <a:gd name="csY103" fmla="*/ 1367372 h 1559179"/>
              <a:gd name="csX104" fmla="*/ 1068761 w 3072687"/>
              <a:gd name="csY104" fmla="*/ 1365519 h 1559179"/>
              <a:gd name="csX105" fmla="*/ 1079043 w 3072687"/>
              <a:gd name="csY105" fmla="*/ 1363652 h 1559179"/>
              <a:gd name="csX106" fmla="*/ 1089308 w 3072687"/>
              <a:gd name="csY106" fmla="*/ 1361784 h 1559179"/>
              <a:gd name="csX107" fmla="*/ 1099589 w 3072687"/>
              <a:gd name="csY107" fmla="*/ 1359932 h 1559179"/>
              <a:gd name="csX108" fmla="*/ 1109870 w 3072687"/>
              <a:gd name="csY108" fmla="*/ 1358064 h 1559179"/>
              <a:gd name="csX109" fmla="*/ 1120135 w 3072687"/>
              <a:gd name="csY109" fmla="*/ 1356196 h 1559179"/>
              <a:gd name="csX110" fmla="*/ 1130416 w 3072687"/>
              <a:gd name="csY110" fmla="*/ 1354344 h 1559179"/>
              <a:gd name="csX111" fmla="*/ 1140697 w 3072687"/>
              <a:gd name="csY111" fmla="*/ 1352476 h 1559179"/>
              <a:gd name="csX112" fmla="*/ 1150978 w 3072687"/>
              <a:gd name="csY112" fmla="*/ 1350624 h 1559179"/>
              <a:gd name="csX113" fmla="*/ 1161244 w 3072687"/>
              <a:gd name="csY113" fmla="*/ 1348756 h 1559179"/>
              <a:gd name="csX114" fmla="*/ 1171525 w 3072687"/>
              <a:gd name="csY114" fmla="*/ 1346888 h 1559179"/>
              <a:gd name="csX115" fmla="*/ 1181806 w 3072687"/>
              <a:gd name="csY115" fmla="*/ 1345036 h 1559179"/>
              <a:gd name="csX116" fmla="*/ 1192071 w 3072687"/>
              <a:gd name="csY116" fmla="*/ 1343168 h 1559179"/>
              <a:gd name="csX117" fmla="*/ 1202352 w 3072687"/>
              <a:gd name="csY117" fmla="*/ 1341300 h 1559179"/>
              <a:gd name="csX118" fmla="*/ 1212633 w 3072687"/>
              <a:gd name="csY118" fmla="*/ 1339448 h 1559179"/>
              <a:gd name="csX119" fmla="*/ 1222914 w 3072687"/>
              <a:gd name="csY119" fmla="*/ 1337580 h 1559179"/>
              <a:gd name="csX120" fmla="*/ 1233180 w 3072687"/>
              <a:gd name="csY120" fmla="*/ 1335712 h 1559179"/>
              <a:gd name="csX121" fmla="*/ 1243461 w 3072687"/>
              <a:gd name="csY121" fmla="*/ 1333860 h 1559179"/>
              <a:gd name="csX122" fmla="*/ 1253742 w 3072687"/>
              <a:gd name="csY122" fmla="*/ 1331992 h 1559179"/>
              <a:gd name="csX123" fmla="*/ 1264007 w 3072687"/>
              <a:gd name="csY123" fmla="*/ 1330124 h 1559179"/>
              <a:gd name="csX124" fmla="*/ 1274288 w 3072687"/>
              <a:gd name="csY124" fmla="*/ 1328272 h 1559179"/>
              <a:gd name="csX125" fmla="*/ 1284569 w 3072687"/>
              <a:gd name="csY125" fmla="*/ 1326404 h 1559179"/>
              <a:gd name="csX126" fmla="*/ 1294850 w 3072687"/>
              <a:gd name="csY126" fmla="*/ 1324552 h 1559179"/>
              <a:gd name="csX127" fmla="*/ 1305116 w 3072687"/>
              <a:gd name="csY127" fmla="*/ 1322684 h 1559179"/>
              <a:gd name="csX128" fmla="*/ 1315397 w 3072687"/>
              <a:gd name="csY128" fmla="*/ 1320817 h 1559179"/>
              <a:gd name="csX129" fmla="*/ 1325678 w 3072687"/>
              <a:gd name="csY129" fmla="*/ 1318964 h 1559179"/>
              <a:gd name="csX130" fmla="*/ 1335943 w 3072687"/>
              <a:gd name="csY130" fmla="*/ 1317097 h 1559179"/>
              <a:gd name="csX131" fmla="*/ 1346224 w 3072687"/>
              <a:gd name="csY131" fmla="*/ 1315229 h 1559179"/>
              <a:gd name="csX132" fmla="*/ 1356505 w 3072687"/>
              <a:gd name="csY132" fmla="*/ 1313377 h 1559179"/>
              <a:gd name="csX133" fmla="*/ 1366786 w 3072687"/>
              <a:gd name="csY133" fmla="*/ 1311509 h 1559179"/>
              <a:gd name="csX134" fmla="*/ 1377052 w 3072687"/>
              <a:gd name="csY134" fmla="*/ 1309641 h 1559179"/>
              <a:gd name="csX135" fmla="*/ 1387333 w 3072687"/>
              <a:gd name="csY135" fmla="*/ 1307789 h 1559179"/>
              <a:gd name="csX136" fmla="*/ 1397614 w 3072687"/>
              <a:gd name="csY136" fmla="*/ 1305921 h 1559179"/>
              <a:gd name="csX137" fmla="*/ 1407879 w 3072687"/>
              <a:gd name="csY137" fmla="*/ 1304053 h 1559179"/>
              <a:gd name="csX138" fmla="*/ 1418160 w 3072687"/>
              <a:gd name="csY138" fmla="*/ 1302201 h 1559179"/>
              <a:gd name="csX139" fmla="*/ 1428441 w 3072687"/>
              <a:gd name="csY139" fmla="*/ 1300333 h 1559179"/>
              <a:gd name="csX140" fmla="*/ 1438722 w 3072687"/>
              <a:gd name="csY140" fmla="*/ 1298481 h 1559179"/>
              <a:gd name="csX141" fmla="*/ 1448988 w 3072687"/>
              <a:gd name="csY141" fmla="*/ 1296613 h 1559179"/>
              <a:gd name="csX142" fmla="*/ 1459269 w 3072687"/>
              <a:gd name="csY142" fmla="*/ 1294745 h 1559179"/>
              <a:gd name="csX143" fmla="*/ 1469550 w 3072687"/>
              <a:gd name="csY143" fmla="*/ 1292893 h 1559179"/>
              <a:gd name="csX144" fmla="*/ 1479815 w 3072687"/>
              <a:gd name="csY144" fmla="*/ 1291025 h 1559179"/>
              <a:gd name="csX145" fmla="*/ 1490096 w 3072687"/>
              <a:gd name="csY145" fmla="*/ 1289157 h 1559179"/>
              <a:gd name="csX146" fmla="*/ 1500377 w 3072687"/>
              <a:gd name="csY146" fmla="*/ 1287305 h 1559179"/>
              <a:gd name="csX147" fmla="*/ 1510658 w 3072687"/>
              <a:gd name="csY147" fmla="*/ 1285437 h 1559179"/>
              <a:gd name="csX148" fmla="*/ 1520924 w 3072687"/>
              <a:gd name="csY148" fmla="*/ 1283569 h 1559179"/>
              <a:gd name="csX149" fmla="*/ 1531205 w 3072687"/>
              <a:gd name="csY149" fmla="*/ 1281717 h 1559179"/>
              <a:gd name="csX150" fmla="*/ 1541486 w 3072687"/>
              <a:gd name="csY150" fmla="*/ 1279849 h 1559179"/>
              <a:gd name="csX151" fmla="*/ 1551751 w 3072687"/>
              <a:gd name="csY151" fmla="*/ 1277981 h 1559179"/>
              <a:gd name="csX152" fmla="*/ 1562032 w 3072687"/>
              <a:gd name="csY152" fmla="*/ 1276129 h 1559179"/>
              <a:gd name="csX153" fmla="*/ 1572313 w 3072687"/>
              <a:gd name="csY153" fmla="*/ 1274261 h 1559179"/>
              <a:gd name="csX154" fmla="*/ 1582594 w 3072687"/>
              <a:gd name="csY154" fmla="*/ 1272409 h 1559179"/>
              <a:gd name="csX155" fmla="*/ 1592860 w 3072687"/>
              <a:gd name="csY155" fmla="*/ 1270541 h 1559179"/>
              <a:gd name="csX156" fmla="*/ 1603141 w 3072687"/>
              <a:gd name="csY156" fmla="*/ 1268673 h 1559179"/>
              <a:gd name="csX157" fmla="*/ 1613422 w 3072687"/>
              <a:gd name="csY157" fmla="*/ 1266821 h 1559179"/>
              <a:gd name="csX158" fmla="*/ 1623687 w 3072687"/>
              <a:gd name="csY158" fmla="*/ 1264953 h 1559179"/>
              <a:gd name="csX159" fmla="*/ 1633968 w 3072687"/>
              <a:gd name="csY159" fmla="*/ 1263086 h 1559179"/>
              <a:gd name="csX160" fmla="*/ 1644249 w 3072687"/>
              <a:gd name="csY160" fmla="*/ 1261233 h 1559179"/>
              <a:gd name="csX161" fmla="*/ 1654530 w 3072687"/>
              <a:gd name="csY161" fmla="*/ 1259366 h 1559179"/>
              <a:gd name="csX162" fmla="*/ 1664795 w 3072687"/>
              <a:gd name="csY162" fmla="*/ 1257498 h 1559179"/>
              <a:gd name="csX163" fmla="*/ 1675077 w 3072687"/>
              <a:gd name="csY163" fmla="*/ 1255630 h 1559179"/>
              <a:gd name="csX164" fmla="*/ 1685358 w 3072687"/>
              <a:gd name="csY164" fmla="*/ 1253778 h 1559179"/>
              <a:gd name="csX165" fmla="*/ 1695623 w 3072687"/>
              <a:gd name="csY165" fmla="*/ 1251910 h 1559179"/>
              <a:gd name="csX166" fmla="*/ 1705904 w 3072687"/>
              <a:gd name="csY166" fmla="*/ 1250042 h 1559179"/>
              <a:gd name="csX167" fmla="*/ 1716185 w 3072687"/>
              <a:gd name="csY167" fmla="*/ 1248174 h 1559179"/>
              <a:gd name="csX168" fmla="*/ 1726450 w 3072687"/>
              <a:gd name="csY168" fmla="*/ 1246322 h 1559179"/>
              <a:gd name="csX169" fmla="*/ 1736731 w 3072687"/>
              <a:gd name="csY169" fmla="*/ 1244454 h 1559179"/>
              <a:gd name="csX170" fmla="*/ 1747012 w 3072687"/>
              <a:gd name="csY170" fmla="*/ 1242586 h 1559179"/>
              <a:gd name="csX171" fmla="*/ 1757294 w 3072687"/>
              <a:gd name="csY171" fmla="*/ 1240719 h 1559179"/>
              <a:gd name="csX172" fmla="*/ 1767559 w 3072687"/>
              <a:gd name="csY172" fmla="*/ 1238851 h 1559179"/>
              <a:gd name="csX173" fmla="*/ 1777840 w 3072687"/>
              <a:gd name="csY173" fmla="*/ 1236983 h 1559179"/>
              <a:gd name="csX174" fmla="*/ 1788121 w 3072687"/>
              <a:gd name="csY174" fmla="*/ 1235115 h 1559179"/>
              <a:gd name="csX175" fmla="*/ 1798386 w 3072687"/>
              <a:gd name="csY175" fmla="*/ 1233231 h 1559179"/>
              <a:gd name="csX176" fmla="*/ 1808667 w 3072687"/>
              <a:gd name="csY176" fmla="*/ 1231364 h 1559179"/>
              <a:gd name="csX177" fmla="*/ 1818948 w 3072687"/>
              <a:gd name="csY177" fmla="*/ 1229496 h 1559179"/>
              <a:gd name="csX178" fmla="*/ 1829229 w 3072687"/>
              <a:gd name="csY178" fmla="*/ 1227612 h 1559179"/>
              <a:gd name="csX179" fmla="*/ 1839495 w 3072687"/>
              <a:gd name="csY179" fmla="*/ 1225729 h 1559179"/>
              <a:gd name="csX180" fmla="*/ 1849776 w 3072687"/>
              <a:gd name="csY180" fmla="*/ 1223845 h 1559179"/>
              <a:gd name="csX181" fmla="*/ 1860057 w 3072687"/>
              <a:gd name="csY181" fmla="*/ 1221946 h 1559179"/>
              <a:gd name="csX182" fmla="*/ 1870322 w 3072687"/>
              <a:gd name="csY182" fmla="*/ 1220062 h 1559179"/>
              <a:gd name="csX183" fmla="*/ 1880603 w 3072687"/>
              <a:gd name="csY183" fmla="*/ 1218163 h 1559179"/>
              <a:gd name="csX184" fmla="*/ 1890884 w 3072687"/>
              <a:gd name="csY184" fmla="*/ 1216248 h 1559179"/>
              <a:gd name="csX185" fmla="*/ 1901165 w 3072687"/>
              <a:gd name="csY185" fmla="*/ 1214333 h 1559179"/>
              <a:gd name="csX186" fmla="*/ 1911431 w 3072687"/>
              <a:gd name="csY186" fmla="*/ 1212418 h 1559179"/>
              <a:gd name="csX187" fmla="*/ 1921712 w 3072687"/>
              <a:gd name="csY187" fmla="*/ 1210488 h 1559179"/>
              <a:gd name="csX188" fmla="*/ 1931993 w 3072687"/>
              <a:gd name="csY188" fmla="*/ 1208541 h 1559179"/>
              <a:gd name="csX189" fmla="*/ 1942258 w 3072687"/>
              <a:gd name="csY189" fmla="*/ 1206595 h 1559179"/>
              <a:gd name="csX190" fmla="*/ 1952539 w 3072687"/>
              <a:gd name="csY190" fmla="*/ 1204617 h 1559179"/>
              <a:gd name="csX191" fmla="*/ 1962820 w 3072687"/>
              <a:gd name="csY191" fmla="*/ 1202639 h 1559179"/>
              <a:gd name="csX192" fmla="*/ 1973101 w 3072687"/>
              <a:gd name="csY192" fmla="*/ 1200630 h 1559179"/>
              <a:gd name="csX193" fmla="*/ 1983367 w 3072687"/>
              <a:gd name="csY193" fmla="*/ 1198621 h 1559179"/>
              <a:gd name="csX194" fmla="*/ 1993648 w 3072687"/>
              <a:gd name="csY194" fmla="*/ 1196565 h 1559179"/>
              <a:gd name="csX195" fmla="*/ 2003929 w 3072687"/>
              <a:gd name="csY195" fmla="*/ 1194493 h 1559179"/>
              <a:gd name="csX196" fmla="*/ 2014194 w 3072687"/>
              <a:gd name="csY196" fmla="*/ 1192405 h 1559179"/>
              <a:gd name="csX197" fmla="*/ 2024475 w 3072687"/>
              <a:gd name="csY197" fmla="*/ 1190271 h 1559179"/>
              <a:gd name="csX198" fmla="*/ 2034756 w 3072687"/>
              <a:gd name="csY198" fmla="*/ 1188105 h 1559179"/>
              <a:gd name="csX199" fmla="*/ 2045037 w 3072687"/>
              <a:gd name="csY199" fmla="*/ 1185891 h 1559179"/>
              <a:gd name="csX200" fmla="*/ 2055303 w 3072687"/>
              <a:gd name="csY200" fmla="*/ 1183647 h 1559179"/>
              <a:gd name="csX201" fmla="*/ 2065584 w 3072687"/>
              <a:gd name="csY201" fmla="*/ 1181339 h 1559179"/>
              <a:gd name="csX202" fmla="*/ 2075865 w 3072687"/>
              <a:gd name="csY202" fmla="*/ 1178985 h 1559179"/>
              <a:gd name="csX203" fmla="*/ 2086130 w 3072687"/>
              <a:gd name="csY203" fmla="*/ 1176568 h 1559179"/>
              <a:gd name="csX204" fmla="*/ 2096411 w 3072687"/>
              <a:gd name="csY204" fmla="*/ 1174104 h 1559179"/>
              <a:gd name="csX205" fmla="*/ 2106692 w 3072687"/>
              <a:gd name="csY205" fmla="*/ 1171545 h 1559179"/>
              <a:gd name="csX206" fmla="*/ 2116973 w 3072687"/>
              <a:gd name="csY206" fmla="*/ 1168924 h 1559179"/>
              <a:gd name="csX207" fmla="*/ 2127239 w 3072687"/>
              <a:gd name="csY207" fmla="*/ 1166224 h 1559179"/>
              <a:gd name="csX208" fmla="*/ 2137520 w 3072687"/>
              <a:gd name="csY208" fmla="*/ 1163414 h 1559179"/>
              <a:gd name="csX209" fmla="*/ 2147801 w 3072687"/>
              <a:gd name="csY209" fmla="*/ 1160526 h 1559179"/>
              <a:gd name="csX210" fmla="*/ 2158066 w 3072687"/>
              <a:gd name="csY210" fmla="*/ 1157513 h 1559179"/>
              <a:gd name="csX211" fmla="*/ 2168347 w 3072687"/>
              <a:gd name="csY211" fmla="*/ 1154405 h 1559179"/>
              <a:gd name="csX212" fmla="*/ 2178628 w 3072687"/>
              <a:gd name="csY212" fmla="*/ 1151156 h 1559179"/>
              <a:gd name="csX213" fmla="*/ 2188909 w 3072687"/>
              <a:gd name="csY213" fmla="*/ 1147781 h 1559179"/>
              <a:gd name="csX214" fmla="*/ 2199175 w 3072687"/>
              <a:gd name="csY214" fmla="*/ 1144265 h 1559179"/>
              <a:gd name="csX215" fmla="*/ 2209456 w 3072687"/>
              <a:gd name="csY215" fmla="*/ 1140592 h 1559179"/>
              <a:gd name="csX216" fmla="*/ 2219737 w 3072687"/>
              <a:gd name="csY216" fmla="*/ 1136778 h 1559179"/>
              <a:gd name="csX217" fmla="*/ 2230002 w 3072687"/>
              <a:gd name="csY217" fmla="*/ 1132775 h 1559179"/>
              <a:gd name="csX218" fmla="*/ 2240283 w 3072687"/>
              <a:gd name="csY218" fmla="*/ 1128600 h 1559179"/>
              <a:gd name="csX219" fmla="*/ 2250564 w 3072687"/>
              <a:gd name="csY219" fmla="*/ 1124221 h 1559179"/>
              <a:gd name="csX220" fmla="*/ 2260845 w 3072687"/>
              <a:gd name="csY220" fmla="*/ 1119653 h 1559179"/>
              <a:gd name="csX221" fmla="*/ 2271111 w 3072687"/>
              <a:gd name="csY221" fmla="*/ 1114882 h 1559179"/>
              <a:gd name="csX222" fmla="*/ 2281392 w 3072687"/>
              <a:gd name="csY222" fmla="*/ 1109875 h 1559179"/>
              <a:gd name="csX223" fmla="*/ 2291673 w 3072687"/>
              <a:gd name="csY223" fmla="*/ 1104648 h 1559179"/>
              <a:gd name="csX224" fmla="*/ 2301938 w 3072687"/>
              <a:gd name="csY224" fmla="*/ 1099170 h 1559179"/>
              <a:gd name="csX225" fmla="*/ 2312219 w 3072687"/>
              <a:gd name="csY225" fmla="*/ 1093441 h 1559179"/>
              <a:gd name="csX226" fmla="*/ 2322500 w 3072687"/>
              <a:gd name="csY226" fmla="*/ 1087460 h 1559179"/>
              <a:gd name="csX227" fmla="*/ 2332781 w 3072687"/>
              <a:gd name="csY227" fmla="*/ 1081197 h 1559179"/>
              <a:gd name="csX228" fmla="*/ 2343047 w 3072687"/>
              <a:gd name="csY228" fmla="*/ 1074668 h 1559179"/>
              <a:gd name="csX229" fmla="*/ 2353328 w 3072687"/>
              <a:gd name="csY229" fmla="*/ 1067856 h 1559179"/>
              <a:gd name="csX230" fmla="*/ 2363609 w 3072687"/>
              <a:gd name="csY230" fmla="*/ 1060740 h 1559179"/>
              <a:gd name="csX231" fmla="*/ 2373874 w 3072687"/>
              <a:gd name="csY231" fmla="*/ 1053326 h 1559179"/>
              <a:gd name="csX232" fmla="*/ 2384155 w 3072687"/>
              <a:gd name="csY232" fmla="*/ 1045603 h 1559179"/>
              <a:gd name="csX233" fmla="*/ 2394436 w 3072687"/>
              <a:gd name="csY233" fmla="*/ 1037567 h 1559179"/>
              <a:gd name="csX234" fmla="*/ 2404717 w 3072687"/>
              <a:gd name="csY234" fmla="*/ 1029211 h 1559179"/>
              <a:gd name="csX235" fmla="*/ 2414983 w 3072687"/>
              <a:gd name="csY235" fmla="*/ 1020530 h 1559179"/>
              <a:gd name="csX236" fmla="*/ 2425264 w 3072687"/>
              <a:gd name="csY236" fmla="*/ 1011522 h 1559179"/>
              <a:gd name="csX237" fmla="*/ 2435545 w 3072687"/>
              <a:gd name="csY237" fmla="*/ 1002182 h 1559179"/>
              <a:gd name="csX238" fmla="*/ 2445810 w 3072687"/>
              <a:gd name="csY238" fmla="*/ 992510 h 1559179"/>
              <a:gd name="csX239" fmla="*/ 2456091 w 3072687"/>
              <a:gd name="csY239" fmla="*/ 982503 h 1559179"/>
              <a:gd name="csX240" fmla="*/ 2466372 w 3072687"/>
              <a:gd name="csY240" fmla="*/ 972160 h 1559179"/>
              <a:gd name="csX241" fmla="*/ 2476637 w 3072687"/>
              <a:gd name="csY241" fmla="*/ 961482 h 1559179"/>
              <a:gd name="csX242" fmla="*/ 2486918 w 3072687"/>
              <a:gd name="csY242" fmla="*/ 950470 h 1559179"/>
              <a:gd name="csX243" fmla="*/ 2497200 w 3072687"/>
              <a:gd name="csY243" fmla="*/ 939126 h 1559179"/>
              <a:gd name="csX244" fmla="*/ 2507480 w 3072687"/>
              <a:gd name="csY244" fmla="*/ 927453 h 1559179"/>
              <a:gd name="csX245" fmla="*/ 2517746 w 3072687"/>
              <a:gd name="csY245" fmla="*/ 915453 h 1559179"/>
              <a:gd name="csX246" fmla="*/ 2528027 w 3072687"/>
              <a:gd name="csY246" fmla="*/ 903133 h 1559179"/>
              <a:gd name="csX247" fmla="*/ 2538308 w 3072687"/>
              <a:gd name="csY247" fmla="*/ 890496 h 1559179"/>
              <a:gd name="csX248" fmla="*/ 2548573 w 3072687"/>
              <a:gd name="csY248" fmla="*/ 877548 h 1559179"/>
              <a:gd name="csX249" fmla="*/ 2558854 w 3072687"/>
              <a:gd name="csY249" fmla="*/ 864296 h 1559179"/>
              <a:gd name="csX250" fmla="*/ 2569135 w 3072687"/>
              <a:gd name="csY250" fmla="*/ 850747 h 1559179"/>
              <a:gd name="csX251" fmla="*/ 2579417 w 3072687"/>
              <a:gd name="csY251" fmla="*/ 836907 h 1559179"/>
              <a:gd name="csX252" fmla="*/ 2589682 w 3072687"/>
              <a:gd name="csY252" fmla="*/ 822788 h 1559179"/>
              <a:gd name="csX253" fmla="*/ 2599963 w 3072687"/>
              <a:gd name="csY253" fmla="*/ 808395 h 1559179"/>
              <a:gd name="csX254" fmla="*/ 2610244 w 3072687"/>
              <a:gd name="csY254" fmla="*/ 793738 h 1559179"/>
              <a:gd name="csX255" fmla="*/ 2620509 w 3072687"/>
              <a:gd name="csY255" fmla="*/ 778826 h 1559179"/>
              <a:gd name="csX256" fmla="*/ 2630790 w 3072687"/>
              <a:gd name="csY256" fmla="*/ 763670 h 1559179"/>
              <a:gd name="csX257" fmla="*/ 2641071 w 3072687"/>
              <a:gd name="csY257" fmla="*/ 748278 h 1559179"/>
              <a:gd name="csX258" fmla="*/ 2651352 w 3072687"/>
              <a:gd name="csY258" fmla="*/ 732660 h 1559179"/>
              <a:gd name="csX259" fmla="*/ 2661618 w 3072687"/>
              <a:gd name="csY259" fmla="*/ 716829 h 1559179"/>
              <a:gd name="csX260" fmla="*/ 2671899 w 3072687"/>
              <a:gd name="csY260" fmla="*/ 700792 h 1559179"/>
              <a:gd name="csX261" fmla="*/ 2682180 w 3072687"/>
              <a:gd name="csY261" fmla="*/ 684561 h 1559179"/>
              <a:gd name="csX262" fmla="*/ 2692445 w 3072687"/>
              <a:gd name="csY262" fmla="*/ 668144 h 1559179"/>
              <a:gd name="csX263" fmla="*/ 2702726 w 3072687"/>
              <a:gd name="csY263" fmla="*/ 651555 h 1559179"/>
              <a:gd name="csX264" fmla="*/ 2713007 w 3072687"/>
              <a:gd name="csY264" fmla="*/ 634801 h 1559179"/>
              <a:gd name="csX265" fmla="*/ 2723288 w 3072687"/>
              <a:gd name="csY265" fmla="*/ 617891 h 1559179"/>
              <a:gd name="csX266" fmla="*/ 2733554 w 3072687"/>
              <a:gd name="csY266" fmla="*/ 600835 h 1559179"/>
              <a:gd name="csX267" fmla="*/ 2743835 w 3072687"/>
              <a:gd name="csY267" fmla="*/ 583647 h 1559179"/>
              <a:gd name="csX268" fmla="*/ 2754116 w 3072687"/>
              <a:gd name="csY268" fmla="*/ 566329 h 1559179"/>
              <a:gd name="csX269" fmla="*/ 2764381 w 3072687"/>
              <a:gd name="csY269" fmla="*/ 548893 h 1559179"/>
              <a:gd name="csX270" fmla="*/ 2774662 w 3072687"/>
              <a:gd name="csY270" fmla="*/ 531348 h 1559179"/>
              <a:gd name="csX271" fmla="*/ 2784943 w 3072687"/>
              <a:gd name="csY271" fmla="*/ 513701 h 1559179"/>
              <a:gd name="csX272" fmla="*/ 2795224 w 3072687"/>
              <a:gd name="csY272" fmla="*/ 495961 h 1559179"/>
              <a:gd name="csX273" fmla="*/ 2805490 w 3072687"/>
              <a:gd name="csY273" fmla="*/ 478133 h 1559179"/>
              <a:gd name="csX274" fmla="*/ 2815771 w 3072687"/>
              <a:gd name="csY274" fmla="*/ 460225 h 1559179"/>
              <a:gd name="csX275" fmla="*/ 2826052 w 3072687"/>
              <a:gd name="csY275" fmla="*/ 442245 h 1559179"/>
              <a:gd name="csX276" fmla="*/ 2836317 w 3072687"/>
              <a:gd name="csY276" fmla="*/ 424198 h 1559179"/>
              <a:gd name="csX277" fmla="*/ 2846598 w 3072687"/>
              <a:gd name="csY277" fmla="*/ 406090 h 1559179"/>
              <a:gd name="csX278" fmla="*/ 2856879 w 3072687"/>
              <a:gd name="csY278" fmla="*/ 387925 h 1559179"/>
              <a:gd name="csX279" fmla="*/ 2867160 w 3072687"/>
              <a:gd name="csY279" fmla="*/ 369711 h 1559179"/>
              <a:gd name="csX280" fmla="*/ 2877425 w 3072687"/>
              <a:gd name="csY280" fmla="*/ 351452 h 1559179"/>
              <a:gd name="csX281" fmla="*/ 2887707 w 3072687"/>
              <a:gd name="csY281" fmla="*/ 333150 h 1559179"/>
              <a:gd name="csX282" fmla="*/ 2897988 w 3072687"/>
              <a:gd name="csY282" fmla="*/ 314812 h 1559179"/>
              <a:gd name="csX283" fmla="*/ 2908253 w 3072687"/>
              <a:gd name="csY283" fmla="*/ 296439 h 1559179"/>
              <a:gd name="csX284" fmla="*/ 2918534 w 3072687"/>
              <a:gd name="csY284" fmla="*/ 278037 h 1559179"/>
              <a:gd name="csX285" fmla="*/ 2928815 w 3072687"/>
              <a:gd name="csY285" fmla="*/ 259608 h 1559179"/>
              <a:gd name="csX286" fmla="*/ 2939096 w 3072687"/>
              <a:gd name="csY286" fmla="*/ 241156 h 1559179"/>
              <a:gd name="csX287" fmla="*/ 2949362 w 3072687"/>
              <a:gd name="csY287" fmla="*/ 222681 h 1559179"/>
              <a:gd name="csX288" fmla="*/ 2959643 w 3072687"/>
              <a:gd name="csY288" fmla="*/ 204188 h 1559179"/>
              <a:gd name="csX289" fmla="*/ 2969924 w 3072687"/>
              <a:gd name="csY289" fmla="*/ 185677 h 1559179"/>
              <a:gd name="csX290" fmla="*/ 2980189 w 3072687"/>
              <a:gd name="csY290" fmla="*/ 167153 h 1559179"/>
              <a:gd name="csX291" fmla="*/ 2990470 w 3072687"/>
              <a:gd name="csY291" fmla="*/ 148615 h 1559179"/>
              <a:gd name="csX292" fmla="*/ 3000751 w 3072687"/>
              <a:gd name="csY292" fmla="*/ 130065 h 1559179"/>
              <a:gd name="csX293" fmla="*/ 3011032 w 3072687"/>
              <a:gd name="csY293" fmla="*/ 111506 h 1559179"/>
              <a:gd name="csX294" fmla="*/ 3021298 w 3072687"/>
              <a:gd name="csY294" fmla="*/ 92938 h 1559179"/>
              <a:gd name="csX295" fmla="*/ 3031579 w 3072687"/>
              <a:gd name="csY295" fmla="*/ 74363 h 1559179"/>
              <a:gd name="csX296" fmla="*/ 3041859 w 3072687"/>
              <a:gd name="csY296" fmla="*/ 55780 h 1559179"/>
              <a:gd name="csX297" fmla="*/ 3052125 w 3072687"/>
              <a:gd name="csY297" fmla="*/ 37191 h 1559179"/>
              <a:gd name="csX298" fmla="*/ 3062406 w 3072687"/>
              <a:gd name="csY298" fmla="*/ 18598 h 1559179"/>
              <a:gd name="csX299" fmla="*/ 3072687 w 3072687"/>
              <a:gd name="csY299" fmla="*/ 0 h 155917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072687" h="1559179">
                <a:moveTo>
                  <a:pt x="0" y="1559180"/>
                </a:moveTo>
                <a:lnTo>
                  <a:pt x="10276" y="1557328"/>
                </a:lnTo>
                <a:lnTo>
                  <a:pt x="20553" y="1555460"/>
                </a:lnTo>
                <a:lnTo>
                  <a:pt x="30829" y="1553592"/>
                </a:lnTo>
                <a:lnTo>
                  <a:pt x="41105" y="1551740"/>
                </a:lnTo>
                <a:lnTo>
                  <a:pt x="51383" y="1549872"/>
                </a:lnTo>
                <a:lnTo>
                  <a:pt x="61660" y="1548020"/>
                </a:lnTo>
                <a:lnTo>
                  <a:pt x="71936" y="1546152"/>
                </a:lnTo>
                <a:lnTo>
                  <a:pt x="82212" y="1544284"/>
                </a:lnTo>
                <a:lnTo>
                  <a:pt x="92489" y="1542432"/>
                </a:lnTo>
                <a:lnTo>
                  <a:pt x="102765" y="1540564"/>
                </a:lnTo>
                <a:lnTo>
                  <a:pt x="113041" y="1538696"/>
                </a:lnTo>
                <a:lnTo>
                  <a:pt x="123318" y="1536844"/>
                </a:lnTo>
                <a:lnTo>
                  <a:pt x="133596" y="1534976"/>
                </a:lnTo>
                <a:lnTo>
                  <a:pt x="143872" y="1533108"/>
                </a:lnTo>
                <a:lnTo>
                  <a:pt x="154148" y="1531256"/>
                </a:lnTo>
                <a:lnTo>
                  <a:pt x="164425" y="1529388"/>
                </a:lnTo>
                <a:lnTo>
                  <a:pt x="174701" y="1527520"/>
                </a:lnTo>
                <a:lnTo>
                  <a:pt x="184977" y="1525668"/>
                </a:lnTo>
                <a:lnTo>
                  <a:pt x="195254" y="1523800"/>
                </a:lnTo>
                <a:lnTo>
                  <a:pt x="205530" y="1521948"/>
                </a:lnTo>
                <a:lnTo>
                  <a:pt x="215808" y="1520080"/>
                </a:lnTo>
                <a:lnTo>
                  <a:pt x="226084" y="1518213"/>
                </a:lnTo>
                <a:lnTo>
                  <a:pt x="236361" y="1516360"/>
                </a:lnTo>
                <a:lnTo>
                  <a:pt x="246637" y="1514492"/>
                </a:lnTo>
                <a:lnTo>
                  <a:pt x="256913" y="1512625"/>
                </a:lnTo>
                <a:lnTo>
                  <a:pt x="267190" y="1510772"/>
                </a:lnTo>
                <a:lnTo>
                  <a:pt x="277466" y="1508905"/>
                </a:lnTo>
                <a:lnTo>
                  <a:pt x="287742" y="1507037"/>
                </a:lnTo>
                <a:lnTo>
                  <a:pt x="298020" y="1505185"/>
                </a:lnTo>
                <a:lnTo>
                  <a:pt x="308297" y="1503317"/>
                </a:lnTo>
                <a:lnTo>
                  <a:pt x="318573" y="1501465"/>
                </a:lnTo>
                <a:lnTo>
                  <a:pt x="328849" y="1499597"/>
                </a:lnTo>
                <a:lnTo>
                  <a:pt x="339126" y="1497729"/>
                </a:lnTo>
                <a:lnTo>
                  <a:pt x="349402" y="1495877"/>
                </a:lnTo>
                <a:lnTo>
                  <a:pt x="359678" y="1494009"/>
                </a:lnTo>
                <a:lnTo>
                  <a:pt x="369955" y="1492141"/>
                </a:lnTo>
                <a:lnTo>
                  <a:pt x="380232" y="1490289"/>
                </a:lnTo>
                <a:lnTo>
                  <a:pt x="390509" y="1488421"/>
                </a:lnTo>
                <a:lnTo>
                  <a:pt x="400785" y="1486553"/>
                </a:lnTo>
                <a:lnTo>
                  <a:pt x="411061" y="1484701"/>
                </a:lnTo>
                <a:lnTo>
                  <a:pt x="421338" y="1482833"/>
                </a:lnTo>
                <a:lnTo>
                  <a:pt x="431614" y="1480965"/>
                </a:lnTo>
                <a:lnTo>
                  <a:pt x="441890" y="1479113"/>
                </a:lnTo>
                <a:lnTo>
                  <a:pt x="452167" y="1477245"/>
                </a:lnTo>
                <a:lnTo>
                  <a:pt x="462445" y="1475393"/>
                </a:lnTo>
                <a:lnTo>
                  <a:pt x="472721" y="1473525"/>
                </a:lnTo>
                <a:lnTo>
                  <a:pt x="482997" y="1471658"/>
                </a:lnTo>
                <a:lnTo>
                  <a:pt x="493274" y="1469805"/>
                </a:lnTo>
                <a:lnTo>
                  <a:pt x="503550" y="1467938"/>
                </a:lnTo>
                <a:lnTo>
                  <a:pt x="513826" y="1466070"/>
                </a:lnTo>
                <a:lnTo>
                  <a:pt x="524103" y="1464218"/>
                </a:lnTo>
                <a:lnTo>
                  <a:pt x="534379" y="1462350"/>
                </a:lnTo>
                <a:lnTo>
                  <a:pt x="544657" y="1460482"/>
                </a:lnTo>
                <a:lnTo>
                  <a:pt x="554933" y="1458630"/>
                </a:lnTo>
                <a:lnTo>
                  <a:pt x="565210" y="1456762"/>
                </a:lnTo>
                <a:lnTo>
                  <a:pt x="575486" y="1454894"/>
                </a:lnTo>
                <a:lnTo>
                  <a:pt x="585762" y="1453042"/>
                </a:lnTo>
                <a:lnTo>
                  <a:pt x="596039" y="1451174"/>
                </a:lnTo>
                <a:lnTo>
                  <a:pt x="606315" y="1449322"/>
                </a:lnTo>
                <a:lnTo>
                  <a:pt x="616591" y="1447454"/>
                </a:lnTo>
                <a:lnTo>
                  <a:pt x="626869" y="1445586"/>
                </a:lnTo>
                <a:lnTo>
                  <a:pt x="637146" y="1443734"/>
                </a:lnTo>
                <a:lnTo>
                  <a:pt x="647422" y="1441866"/>
                </a:lnTo>
                <a:lnTo>
                  <a:pt x="657698" y="1439998"/>
                </a:lnTo>
                <a:lnTo>
                  <a:pt x="667975" y="1438146"/>
                </a:lnTo>
                <a:lnTo>
                  <a:pt x="678251" y="1436278"/>
                </a:lnTo>
                <a:lnTo>
                  <a:pt x="688527" y="1434410"/>
                </a:lnTo>
                <a:lnTo>
                  <a:pt x="698804" y="1432558"/>
                </a:lnTo>
                <a:lnTo>
                  <a:pt x="709082" y="1430690"/>
                </a:lnTo>
                <a:lnTo>
                  <a:pt x="719358" y="1428822"/>
                </a:lnTo>
                <a:lnTo>
                  <a:pt x="729634" y="1426970"/>
                </a:lnTo>
                <a:lnTo>
                  <a:pt x="739911" y="1425102"/>
                </a:lnTo>
                <a:lnTo>
                  <a:pt x="750187" y="1423250"/>
                </a:lnTo>
                <a:lnTo>
                  <a:pt x="760463" y="1421382"/>
                </a:lnTo>
                <a:lnTo>
                  <a:pt x="770740" y="1419515"/>
                </a:lnTo>
                <a:lnTo>
                  <a:pt x="781016" y="1417662"/>
                </a:lnTo>
                <a:lnTo>
                  <a:pt x="791294" y="1415795"/>
                </a:lnTo>
                <a:lnTo>
                  <a:pt x="801570" y="1413927"/>
                </a:lnTo>
                <a:lnTo>
                  <a:pt x="811847" y="1412074"/>
                </a:lnTo>
                <a:lnTo>
                  <a:pt x="822123" y="1410207"/>
                </a:lnTo>
                <a:lnTo>
                  <a:pt x="832399" y="1408339"/>
                </a:lnTo>
                <a:lnTo>
                  <a:pt x="842676" y="1406487"/>
                </a:lnTo>
                <a:lnTo>
                  <a:pt x="852952" y="1404619"/>
                </a:lnTo>
                <a:lnTo>
                  <a:pt x="863228" y="1402751"/>
                </a:lnTo>
                <a:lnTo>
                  <a:pt x="873506" y="1400899"/>
                </a:lnTo>
                <a:lnTo>
                  <a:pt x="883783" y="1399031"/>
                </a:lnTo>
                <a:lnTo>
                  <a:pt x="894059" y="1397179"/>
                </a:lnTo>
                <a:lnTo>
                  <a:pt x="904335" y="1395311"/>
                </a:lnTo>
                <a:lnTo>
                  <a:pt x="914612" y="1393443"/>
                </a:lnTo>
                <a:lnTo>
                  <a:pt x="924888" y="1391591"/>
                </a:lnTo>
                <a:lnTo>
                  <a:pt x="935164" y="1389723"/>
                </a:lnTo>
                <a:lnTo>
                  <a:pt x="945441" y="1387855"/>
                </a:lnTo>
                <a:lnTo>
                  <a:pt x="955719" y="1386003"/>
                </a:lnTo>
                <a:lnTo>
                  <a:pt x="965995" y="1384135"/>
                </a:lnTo>
                <a:lnTo>
                  <a:pt x="976271" y="1382267"/>
                </a:lnTo>
                <a:lnTo>
                  <a:pt x="986548" y="1380415"/>
                </a:lnTo>
                <a:lnTo>
                  <a:pt x="996824" y="1378547"/>
                </a:lnTo>
                <a:lnTo>
                  <a:pt x="1007100" y="1376695"/>
                </a:lnTo>
                <a:lnTo>
                  <a:pt x="1017377" y="1374827"/>
                </a:lnTo>
                <a:lnTo>
                  <a:pt x="1027653" y="1372959"/>
                </a:lnTo>
                <a:lnTo>
                  <a:pt x="1037931" y="1371107"/>
                </a:lnTo>
                <a:lnTo>
                  <a:pt x="1048199" y="1369239"/>
                </a:lnTo>
                <a:lnTo>
                  <a:pt x="1058480" y="1367372"/>
                </a:lnTo>
                <a:lnTo>
                  <a:pt x="1068761" y="1365519"/>
                </a:lnTo>
                <a:lnTo>
                  <a:pt x="1079043" y="1363652"/>
                </a:lnTo>
                <a:lnTo>
                  <a:pt x="1089308" y="1361784"/>
                </a:lnTo>
                <a:lnTo>
                  <a:pt x="1099589" y="1359932"/>
                </a:lnTo>
                <a:lnTo>
                  <a:pt x="1109870" y="1358064"/>
                </a:lnTo>
                <a:lnTo>
                  <a:pt x="1120135" y="1356196"/>
                </a:lnTo>
                <a:lnTo>
                  <a:pt x="1130416" y="1354344"/>
                </a:lnTo>
                <a:lnTo>
                  <a:pt x="1140697" y="1352476"/>
                </a:lnTo>
                <a:lnTo>
                  <a:pt x="1150978" y="1350624"/>
                </a:lnTo>
                <a:lnTo>
                  <a:pt x="1161244" y="1348756"/>
                </a:lnTo>
                <a:lnTo>
                  <a:pt x="1171525" y="1346888"/>
                </a:lnTo>
                <a:lnTo>
                  <a:pt x="1181806" y="1345036"/>
                </a:lnTo>
                <a:lnTo>
                  <a:pt x="1192071" y="1343168"/>
                </a:lnTo>
                <a:lnTo>
                  <a:pt x="1202352" y="1341300"/>
                </a:lnTo>
                <a:lnTo>
                  <a:pt x="1212633" y="1339448"/>
                </a:lnTo>
                <a:lnTo>
                  <a:pt x="1222914" y="1337580"/>
                </a:lnTo>
                <a:lnTo>
                  <a:pt x="1233180" y="1335712"/>
                </a:lnTo>
                <a:lnTo>
                  <a:pt x="1243461" y="1333860"/>
                </a:lnTo>
                <a:lnTo>
                  <a:pt x="1253742" y="1331992"/>
                </a:lnTo>
                <a:lnTo>
                  <a:pt x="1264007" y="1330124"/>
                </a:lnTo>
                <a:lnTo>
                  <a:pt x="1274288" y="1328272"/>
                </a:lnTo>
                <a:lnTo>
                  <a:pt x="1284569" y="1326404"/>
                </a:lnTo>
                <a:lnTo>
                  <a:pt x="1294850" y="1324552"/>
                </a:lnTo>
                <a:lnTo>
                  <a:pt x="1305116" y="1322684"/>
                </a:lnTo>
                <a:lnTo>
                  <a:pt x="1315397" y="1320817"/>
                </a:lnTo>
                <a:lnTo>
                  <a:pt x="1325678" y="1318964"/>
                </a:lnTo>
                <a:lnTo>
                  <a:pt x="1335943" y="1317097"/>
                </a:lnTo>
                <a:lnTo>
                  <a:pt x="1346224" y="1315229"/>
                </a:lnTo>
                <a:lnTo>
                  <a:pt x="1356505" y="1313377"/>
                </a:lnTo>
                <a:lnTo>
                  <a:pt x="1366786" y="1311509"/>
                </a:lnTo>
                <a:lnTo>
                  <a:pt x="1377052" y="1309641"/>
                </a:lnTo>
                <a:lnTo>
                  <a:pt x="1387333" y="1307789"/>
                </a:lnTo>
                <a:lnTo>
                  <a:pt x="1397614" y="1305921"/>
                </a:lnTo>
                <a:lnTo>
                  <a:pt x="1407879" y="1304053"/>
                </a:lnTo>
                <a:lnTo>
                  <a:pt x="1418160" y="1302201"/>
                </a:lnTo>
                <a:lnTo>
                  <a:pt x="1428441" y="1300333"/>
                </a:lnTo>
                <a:lnTo>
                  <a:pt x="1438722" y="1298481"/>
                </a:lnTo>
                <a:lnTo>
                  <a:pt x="1448988" y="1296613"/>
                </a:lnTo>
                <a:lnTo>
                  <a:pt x="1459269" y="1294745"/>
                </a:lnTo>
                <a:lnTo>
                  <a:pt x="1469550" y="1292893"/>
                </a:lnTo>
                <a:lnTo>
                  <a:pt x="1479815" y="1291025"/>
                </a:lnTo>
                <a:lnTo>
                  <a:pt x="1490096" y="1289157"/>
                </a:lnTo>
                <a:lnTo>
                  <a:pt x="1500377" y="1287305"/>
                </a:lnTo>
                <a:lnTo>
                  <a:pt x="1510658" y="1285437"/>
                </a:lnTo>
                <a:lnTo>
                  <a:pt x="1520924" y="1283569"/>
                </a:lnTo>
                <a:lnTo>
                  <a:pt x="1531205" y="1281717"/>
                </a:lnTo>
                <a:lnTo>
                  <a:pt x="1541486" y="1279849"/>
                </a:lnTo>
                <a:lnTo>
                  <a:pt x="1551751" y="1277981"/>
                </a:lnTo>
                <a:lnTo>
                  <a:pt x="1562032" y="1276129"/>
                </a:lnTo>
                <a:lnTo>
                  <a:pt x="1572313" y="1274261"/>
                </a:lnTo>
                <a:lnTo>
                  <a:pt x="1582594" y="1272409"/>
                </a:lnTo>
                <a:lnTo>
                  <a:pt x="1592860" y="1270541"/>
                </a:lnTo>
                <a:lnTo>
                  <a:pt x="1603141" y="1268673"/>
                </a:lnTo>
                <a:lnTo>
                  <a:pt x="1613422" y="1266821"/>
                </a:lnTo>
                <a:lnTo>
                  <a:pt x="1623687" y="1264953"/>
                </a:lnTo>
                <a:lnTo>
                  <a:pt x="1633968" y="1263086"/>
                </a:lnTo>
                <a:lnTo>
                  <a:pt x="1644249" y="1261233"/>
                </a:lnTo>
                <a:lnTo>
                  <a:pt x="1654530" y="1259366"/>
                </a:lnTo>
                <a:lnTo>
                  <a:pt x="1664795" y="1257498"/>
                </a:lnTo>
                <a:lnTo>
                  <a:pt x="1675077" y="1255630"/>
                </a:lnTo>
                <a:lnTo>
                  <a:pt x="1685358" y="1253778"/>
                </a:lnTo>
                <a:lnTo>
                  <a:pt x="1695623" y="1251910"/>
                </a:lnTo>
                <a:lnTo>
                  <a:pt x="1705904" y="1250042"/>
                </a:lnTo>
                <a:lnTo>
                  <a:pt x="1716185" y="1248174"/>
                </a:lnTo>
                <a:lnTo>
                  <a:pt x="1726450" y="1246322"/>
                </a:lnTo>
                <a:lnTo>
                  <a:pt x="1736731" y="1244454"/>
                </a:lnTo>
                <a:lnTo>
                  <a:pt x="1747012" y="1242586"/>
                </a:lnTo>
                <a:lnTo>
                  <a:pt x="1757294" y="1240719"/>
                </a:lnTo>
                <a:lnTo>
                  <a:pt x="1767559" y="1238851"/>
                </a:lnTo>
                <a:lnTo>
                  <a:pt x="1777840" y="1236983"/>
                </a:lnTo>
                <a:lnTo>
                  <a:pt x="1788121" y="1235115"/>
                </a:lnTo>
                <a:lnTo>
                  <a:pt x="1798386" y="1233231"/>
                </a:lnTo>
                <a:lnTo>
                  <a:pt x="1808667" y="1231364"/>
                </a:lnTo>
                <a:lnTo>
                  <a:pt x="1818948" y="1229496"/>
                </a:lnTo>
                <a:lnTo>
                  <a:pt x="1829229" y="1227612"/>
                </a:lnTo>
                <a:lnTo>
                  <a:pt x="1839495" y="1225729"/>
                </a:lnTo>
                <a:lnTo>
                  <a:pt x="1849776" y="1223845"/>
                </a:lnTo>
                <a:lnTo>
                  <a:pt x="1860057" y="1221946"/>
                </a:lnTo>
                <a:lnTo>
                  <a:pt x="1870322" y="1220062"/>
                </a:lnTo>
                <a:lnTo>
                  <a:pt x="1880603" y="1218163"/>
                </a:lnTo>
                <a:lnTo>
                  <a:pt x="1890884" y="1216248"/>
                </a:lnTo>
                <a:lnTo>
                  <a:pt x="1901165" y="1214333"/>
                </a:lnTo>
                <a:lnTo>
                  <a:pt x="1911431" y="1212418"/>
                </a:lnTo>
                <a:lnTo>
                  <a:pt x="1921712" y="1210488"/>
                </a:lnTo>
                <a:lnTo>
                  <a:pt x="1931993" y="1208541"/>
                </a:lnTo>
                <a:lnTo>
                  <a:pt x="1942258" y="1206595"/>
                </a:lnTo>
                <a:lnTo>
                  <a:pt x="1952539" y="1204617"/>
                </a:lnTo>
                <a:lnTo>
                  <a:pt x="1962820" y="1202639"/>
                </a:lnTo>
                <a:lnTo>
                  <a:pt x="1973101" y="1200630"/>
                </a:lnTo>
                <a:lnTo>
                  <a:pt x="1983367" y="1198621"/>
                </a:lnTo>
                <a:lnTo>
                  <a:pt x="1993648" y="1196565"/>
                </a:lnTo>
                <a:lnTo>
                  <a:pt x="2003929" y="1194493"/>
                </a:lnTo>
                <a:lnTo>
                  <a:pt x="2014194" y="1192405"/>
                </a:lnTo>
                <a:lnTo>
                  <a:pt x="2024475" y="1190271"/>
                </a:lnTo>
                <a:lnTo>
                  <a:pt x="2034756" y="1188105"/>
                </a:lnTo>
                <a:lnTo>
                  <a:pt x="2045037" y="1185891"/>
                </a:lnTo>
                <a:lnTo>
                  <a:pt x="2055303" y="1183647"/>
                </a:lnTo>
                <a:lnTo>
                  <a:pt x="2065584" y="1181339"/>
                </a:lnTo>
                <a:lnTo>
                  <a:pt x="2075865" y="1178985"/>
                </a:lnTo>
                <a:lnTo>
                  <a:pt x="2086130" y="1176568"/>
                </a:lnTo>
                <a:lnTo>
                  <a:pt x="2096411" y="1174104"/>
                </a:lnTo>
                <a:lnTo>
                  <a:pt x="2106692" y="1171545"/>
                </a:lnTo>
                <a:lnTo>
                  <a:pt x="2116973" y="1168924"/>
                </a:lnTo>
                <a:lnTo>
                  <a:pt x="2127239" y="1166224"/>
                </a:lnTo>
                <a:lnTo>
                  <a:pt x="2137520" y="1163414"/>
                </a:lnTo>
                <a:lnTo>
                  <a:pt x="2147801" y="1160526"/>
                </a:lnTo>
                <a:lnTo>
                  <a:pt x="2158066" y="1157513"/>
                </a:lnTo>
                <a:lnTo>
                  <a:pt x="2168347" y="1154405"/>
                </a:lnTo>
                <a:lnTo>
                  <a:pt x="2178628" y="1151156"/>
                </a:lnTo>
                <a:lnTo>
                  <a:pt x="2188909" y="1147781"/>
                </a:lnTo>
                <a:lnTo>
                  <a:pt x="2199175" y="1144265"/>
                </a:lnTo>
                <a:lnTo>
                  <a:pt x="2209456" y="1140592"/>
                </a:lnTo>
                <a:lnTo>
                  <a:pt x="2219737" y="1136778"/>
                </a:lnTo>
                <a:lnTo>
                  <a:pt x="2230002" y="1132775"/>
                </a:lnTo>
                <a:lnTo>
                  <a:pt x="2240283" y="1128600"/>
                </a:lnTo>
                <a:lnTo>
                  <a:pt x="2250564" y="1124221"/>
                </a:lnTo>
                <a:lnTo>
                  <a:pt x="2260845" y="1119653"/>
                </a:lnTo>
                <a:lnTo>
                  <a:pt x="2271111" y="1114882"/>
                </a:lnTo>
                <a:lnTo>
                  <a:pt x="2281392" y="1109875"/>
                </a:lnTo>
                <a:lnTo>
                  <a:pt x="2291673" y="1104648"/>
                </a:lnTo>
                <a:lnTo>
                  <a:pt x="2301938" y="1099170"/>
                </a:lnTo>
                <a:lnTo>
                  <a:pt x="2312219" y="1093441"/>
                </a:lnTo>
                <a:lnTo>
                  <a:pt x="2322500" y="1087460"/>
                </a:lnTo>
                <a:lnTo>
                  <a:pt x="2332781" y="1081197"/>
                </a:lnTo>
                <a:lnTo>
                  <a:pt x="2343047" y="1074668"/>
                </a:lnTo>
                <a:lnTo>
                  <a:pt x="2353328" y="1067856"/>
                </a:lnTo>
                <a:lnTo>
                  <a:pt x="2363609" y="1060740"/>
                </a:lnTo>
                <a:lnTo>
                  <a:pt x="2373874" y="1053326"/>
                </a:lnTo>
                <a:lnTo>
                  <a:pt x="2384155" y="1045603"/>
                </a:lnTo>
                <a:lnTo>
                  <a:pt x="2394436" y="1037567"/>
                </a:lnTo>
                <a:lnTo>
                  <a:pt x="2404717" y="1029211"/>
                </a:lnTo>
                <a:lnTo>
                  <a:pt x="2414983" y="1020530"/>
                </a:lnTo>
                <a:lnTo>
                  <a:pt x="2425264" y="1011522"/>
                </a:lnTo>
                <a:lnTo>
                  <a:pt x="2435545" y="1002182"/>
                </a:lnTo>
                <a:lnTo>
                  <a:pt x="2445810" y="992510"/>
                </a:lnTo>
                <a:lnTo>
                  <a:pt x="2456091" y="982503"/>
                </a:lnTo>
                <a:lnTo>
                  <a:pt x="2466372" y="972160"/>
                </a:lnTo>
                <a:lnTo>
                  <a:pt x="2476637" y="961482"/>
                </a:lnTo>
                <a:lnTo>
                  <a:pt x="2486918" y="950470"/>
                </a:lnTo>
                <a:lnTo>
                  <a:pt x="2497200" y="939126"/>
                </a:lnTo>
                <a:lnTo>
                  <a:pt x="2507480" y="927453"/>
                </a:lnTo>
                <a:lnTo>
                  <a:pt x="2517746" y="915453"/>
                </a:lnTo>
                <a:lnTo>
                  <a:pt x="2528027" y="903133"/>
                </a:lnTo>
                <a:lnTo>
                  <a:pt x="2538308" y="890496"/>
                </a:lnTo>
                <a:lnTo>
                  <a:pt x="2548573" y="877548"/>
                </a:lnTo>
                <a:lnTo>
                  <a:pt x="2558854" y="864296"/>
                </a:lnTo>
                <a:lnTo>
                  <a:pt x="2569135" y="850747"/>
                </a:lnTo>
                <a:lnTo>
                  <a:pt x="2579417" y="836907"/>
                </a:lnTo>
                <a:lnTo>
                  <a:pt x="2589682" y="822788"/>
                </a:lnTo>
                <a:lnTo>
                  <a:pt x="2599963" y="808395"/>
                </a:lnTo>
                <a:lnTo>
                  <a:pt x="2610244" y="793738"/>
                </a:lnTo>
                <a:lnTo>
                  <a:pt x="2620509" y="778826"/>
                </a:lnTo>
                <a:lnTo>
                  <a:pt x="2630790" y="763670"/>
                </a:lnTo>
                <a:lnTo>
                  <a:pt x="2641071" y="748278"/>
                </a:lnTo>
                <a:lnTo>
                  <a:pt x="2651352" y="732660"/>
                </a:lnTo>
                <a:lnTo>
                  <a:pt x="2661618" y="716829"/>
                </a:lnTo>
                <a:lnTo>
                  <a:pt x="2671899" y="700792"/>
                </a:lnTo>
                <a:lnTo>
                  <a:pt x="2682180" y="684561"/>
                </a:lnTo>
                <a:lnTo>
                  <a:pt x="2692445" y="668144"/>
                </a:lnTo>
                <a:lnTo>
                  <a:pt x="2702726" y="651555"/>
                </a:lnTo>
                <a:lnTo>
                  <a:pt x="2713007" y="634801"/>
                </a:lnTo>
                <a:lnTo>
                  <a:pt x="2723288" y="617891"/>
                </a:lnTo>
                <a:lnTo>
                  <a:pt x="2733554" y="600835"/>
                </a:lnTo>
                <a:lnTo>
                  <a:pt x="2743835" y="583647"/>
                </a:lnTo>
                <a:lnTo>
                  <a:pt x="2754116" y="566329"/>
                </a:lnTo>
                <a:lnTo>
                  <a:pt x="2764381" y="548893"/>
                </a:lnTo>
                <a:lnTo>
                  <a:pt x="2774662" y="531348"/>
                </a:lnTo>
                <a:lnTo>
                  <a:pt x="2784943" y="513701"/>
                </a:lnTo>
                <a:lnTo>
                  <a:pt x="2795224" y="495961"/>
                </a:lnTo>
                <a:lnTo>
                  <a:pt x="2805490" y="478133"/>
                </a:lnTo>
                <a:lnTo>
                  <a:pt x="2815771" y="460225"/>
                </a:lnTo>
                <a:lnTo>
                  <a:pt x="2826052" y="442245"/>
                </a:lnTo>
                <a:lnTo>
                  <a:pt x="2836317" y="424198"/>
                </a:lnTo>
                <a:lnTo>
                  <a:pt x="2846598" y="406090"/>
                </a:lnTo>
                <a:lnTo>
                  <a:pt x="2856879" y="387925"/>
                </a:lnTo>
                <a:lnTo>
                  <a:pt x="2867160" y="369711"/>
                </a:lnTo>
                <a:lnTo>
                  <a:pt x="2877425" y="351452"/>
                </a:lnTo>
                <a:lnTo>
                  <a:pt x="2887707" y="333150"/>
                </a:lnTo>
                <a:lnTo>
                  <a:pt x="2897988" y="314812"/>
                </a:lnTo>
                <a:lnTo>
                  <a:pt x="2908253" y="296439"/>
                </a:lnTo>
                <a:lnTo>
                  <a:pt x="2918534" y="278037"/>
                </a:lnTo>
                <a:lnTo>
                  <a:pt x="2928815" y="259608"/>
                </a:lnTo>
                <a:lnTo>
                  <a:pt x="2939096" y="241156"/>
                </a:lnTo>
                <a:lnTo>
                  <a:pt x="2949362" y="222681"/>
                </a:lnTo>
                <a:lnTo>
                  <a:pt x="2959643" y="204188"/>
                </a:lnTo>
                <a:lnTo>
                  <a:pt x="2969924" y="185677"/>
                </a:lnTo>
                <a:lnTo>
                  <a:pt x="2980189" y="167153"/>
                </a:lnTo>
                <a:lnTo>
                  <a:pt x="2990470" y="148615"/>
                </a:lnTo>
                <a:lnTo>
                  <a:pt x="3000751" y="130065"/>
                </a:lnTo>
                <a:lnTo>
                  <a:pt x="3011032" y="111506"/>
                </a:lnTo>
                <a:lnTo>
                  <a:pt x="3021298" y="92938"/>
                </a:lnTo>
                <a:lnTo>
                  <a:pt x="3031579" y="74363"/>
                </a:lnTo>
                <a:lnTo>
                  <a:pt x="3041859" y="55780"/>
                </a:lnTo>
                <a:lnTo>
                  <a:pt x="3052125" y="37191"/>
                </a:lnTo>
                <a:lnTo>
                  <a:pt x="3062406" y="18598"/>
                </a:lnTo>
                <a:lnTo>
                  <a:pt x="3072687" y="0"/>
                </a:lnTo>
              </a:path>
            </a:pathLst>
          </a:custGeom>
          <a:noFill/>
          <a:ln w="28575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B8692AB-FA21-8C1A-16BE-9BECEC23CAFB}"/>
              </a:ext>
            </a:extLst>
          </p:cNvPr>
          <p:cNvGrpSpPr/>
          <p:nvPr/>
        </p:nvGrpSpPr>
        <p:grpSpPr>
          <a:xfrm>
            <a:off x="4908617" y="2509904"/>
            <a:ext cx="3676955" cy="2412586"/>
            <a:chOff x="4908617" y="2509904"/>
            <a:chExt cx="3676955" cy="2412586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013CE25-7D37-224C-56D5-AB0FB7D2ECAA}"/>
                </a:ext>
              </a:extLst>
            </p:cNvPr>
            <p:cNvSpPr/>
            <p:nvPr/>
          </p:nvSpPr>
          <p:spPr>
            <a:xfrm>
              <a:off x="5328520" y="2509904"/>
              <a:ext cx="3257052" cy="2085115"/>
            </a:xfrm>
            <a:custGeom>
              <a:avLst/>
              <a:gdLst>
                <a:gd name="csX0" fmla="*/ 0 w 3257052"/>
                <a:gd name="csY0" fmla="*/ 2085116 h 2085115"/>
                <a:gd name="csX1" fmla="*/ 3257052 w 3257052"/>
                <a:gd name="csY1" fmla="*/ 2085116 h 2085115"/>
                <a:gd name="csX2" fmla="*/ 3257052 w 3257052"/>
                <a:gd name="csY2" fmla="*/ 0 h 2085115"/>
                <a:gd name="csX3" fmla="*/ 0 w 3257052"/>
                <a:gd name="csY3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57052" h="2085115">
                  <a:moveTo>
                    <a:pt x="0" y="2085116"/>
                  </a:moveTo>
                  <a:lnTo>
                    <a:pt x="3257052" y="2085116"/>
                  </a:lnTo>
                  <a:lnTo>
                    <a:pt x="32570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C85B3A13-9174-1C76-D43A-61F86E46C2DD}"/>
                </a:ext>
              </a:extLst>
            </p:cNvPr>
            <p:cNvSpPr/>
            <p:nvPr/>
          </p:nvSpPr>
          <p:spPr>
            <a:xfrm>
              <a:off x="5830392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1E16E21-DA02-6E96-F328-49582D4B445F}"/>
                </a:ext>
              </a:extLst>
            </p:cNvPr>
            <p:cNvSpPr/>
            <p:nvPr/>
          </p:nvSpPr>
          <p:spPr>
            <a:xfrm>
              <a:off x="6342506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1DA062C-322D-AE59-BAC8-DAB42B34B338}"/>
                </a:ext>
              </a:extLst>
            </p:cNvPr>
            <p:cNvSpPr/>
            <p:nvPr/>
          </p:nvSpPr>
          <p:spPr>
            <a:xfrm>
              <a:off x="6854620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C679E85-9531-9215-C033-A952AB75AC5E}"/>
                </a:ext>
              </a:extLst>
            </p:cNvPr>
            <p:cNvSpPr/>
            <p:nvPr/>
          </p:nvSpPr>
          <p:spPr>
            <a:xfrm>
              <a:off x="7366742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A9DA54B1-D6CD-8915-80FC-482663A25382}"/>
                </a:ext>
              </a:extLst>
            </p:cNvPr>
            <p:cNvSpPr/>
            <p:nvPr/>
          </p:nvSpPr>
          <p:spPr>
            <a:xfrm>
              <a:off x="7878848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64FACCC-3A9E-BB20-4D2A-F357ADF8AAB4}"/>
                </a:ext>
              </a:extLst>
            </p:cNvPr>
            <p:cNvSpPr/>
            <p:nvPr/>
          </p:nvSpPr>
          <p:spPr>
            <a:xfrm>
              <a:off x="8390970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F54ADB8-0DB5-C4A0-1B07-88F5B00B7CD1}"/>
                </a:ext>
              </a:extLst>
            </p:cNvPr>
            <p:cNvSpPr/>
            <p:nvPr/>
          </p:nvSpPr>
          <p:spPr>
            <a:xfrm>
              <a:off x="5328520" y="4435828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561E1DC-D575-5085-1D03-5F701D539999}"/>
                </a:ext>
              </a:extLst>
            </p:cNvPr>
            <p:cNvSpPr/>
            <p:nvPr/>
          </p:nvSpPr>
          <p:spPr>
            <a:xfrm>
              <a:off x="5328520" y="4003291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5633163-E6AF-B487-047F-F7C215ECADDD}"/>
                </a:ext>
              </a:extLst>
            </p:cNvPr>
            <p:cNvSpPr/>
            <p:nvPr/>
          </p:nvSpPr>
          <p:spPr>
            <a:xfrm>
              <a:off x="5328520" y="3570759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061FACB-BBA7-4847-5843-62DA8935E9F1}"/>
                </a:ext>
              </a:extLst>
            </p:cNvPr>
            <p:cNvSpPr/>
            <p:nvPr/>
          </p:nvSpPr>
          <p:spPr>
            <a:xfrm>
              <a:off x="5328520" y="3138227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FD62CBA6-1292-ECCD-77E1-C8765BF65186}"/>
                </a:ext>
              </a:extLst>
            </p:cNvPr>
            <p:cNvSpPr/>
            <p:nvPr/>
          </p:nvSpPr>
          <p:spPr>
            <a:xfrm>
              <a:off x="5328520" y="2705696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3135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8458D586-7F04-4865-21A7-1E261A47BE48}"/>
                </a:ext>
              </a:extLst>
            </p:cNvPr>
            <p:cNvSpPr/>
            <p:nvPr/>
          </p:nvSpPr>
          <p:spPr>
            <a:xfrm>
              <a:off x="5328520" y="4595020"/>
              <a:ext cx="3257052" cy="1569"/>
            </a:xfrm>
            <a:custGeom>
              <a:avLst/>
              <a:gdLst>
                <a:gd name="csX0" fmla="*/ 0 w 3257052"/>
                <a:gd name="csY0" fmla="*/ 0 h 1569"/>
                <a:gd name="csX1" fmla="*/ 3257052 w 325705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3257052" h="1569">
                  <a:moveTo>
                    <a:pt x="0" y="0"/>
                  </a:moveTo>
                  <a:lnTo>
                    <a:pt x="3257052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B8C401C-5CE3-999C-CFFA-23546C395798}"/>
                </a:ext>
              </a:extLst>
            </p:cNvPr>
            <p:cNvSpPr/>
            <p:nvPr/>
          </p:nvSpPr>
          <p:spPr>
            <a:xfrm>
              <a:off x="5830392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9193F845-207E-63AD-71F4-3647DD1F5CCF}"/>
                </a:ext>
              </a:extLst>
            </p:cNvPr>
            <p:cNvSpPr/>
            <p:nvPr/>
          </p:nvSpPr>
          <p:spPr>
            <a:xfrm>
              <a:off x="6342506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17469BFD-F3BB-181C-CAE5-2E428BAB7E47}"/>
                </a:ext>
              </a:extLst>
            </p:cNvPr>
            <p:cNvSpPr/>
            <p:nvPr/>
          </p:nvSpPr>
          <p:spPr>
            <a:xfrm>
              <a:off x="6854620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2C012A76-D0FA-78D3-3430-1DE05C8F11C8}"/>
                </a:ext>
              </a:extLst>
            </p:cNvPr>
            <p:cNvSpPr/>
            <p:nvPr/>
          </p:nvSpPr>
          <p:spPr>
            <a:xfrm>
              <a:off x="7366742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57115717-1AF5-7568-9E94-059B6DEF0D48}"/>
                </a:ext>
              </a:extLst>
            </p:cNvPr>
            <p:cNvSpPr/>
            <p:nvPr/>
          </p:nvSpPr>
          <p:spPr>
            <a:xfrm>
              <a:off x="7878848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5941C2E-8D1A-24CD-756A-C8AF9781DFE3}"/>
                </a:ext>
              </a:extLst>
            </p:cNvPr>
            <p:cNvSpPr/>
            <p:nvPr/>
          </p:nvSpPr>
          <p:spPr>
            <a:xfrm>
              <a:off x="8390970" y="4565354"/>
              <a:ext cx="1569" cy="29665"/>
            </a:xfrm>
            <a:custGeom>
              <a:avLst/>
              <a:gdLst>
                <a:gd name="csX0" fmla="*/ 0 w 1569"/>
                <a:gd name="csY0" fmla="*/ 29666 h 29665"/>
                <a:gd name="csX1" fmla="*/ 0 w 1569"/>
                <a:gd name="csY1" fmla="*/ 0 h 296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9665">
                  <a:moveTo>
                    <a:pt x="0" y="2966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2CF5D6D5-C151-1FA2-648B-DAF3C1A4AD63}"/>
                </a:ext>
              </a:extLst>
            </p:cNvPr>
            <p:cNvSpPr/>
            <p:nvPr/>
          </p:nvSpPr>
          <p:spPr>
            <a:xfrm>
              <a:off x="5642088" y="4697595"/>
              <a:ext cx="81515" cy="10814"/>
            </a:xfrm>
            <a:custGeom>
              <a:avLst/>
              <a:gdLst>
                <a:gd name="csX0" fmla="*/ 0 w 81515"/>
                <a:gd name="csY0" fmla="*/ 0 h 10814"/>
                <a:gd name="csX1" fmla="*/ 81515 w 81515"/>
                <a:gd name="csY1" fmla="*/ 0 h 10814"/>
                <a:gd name="csX2" fmla="*/ 81515 w 81515"/>
                <a:gd name="csY2" fmla="*/ 10815 h 10814"/>
                <a:gd name="csX3" fmla="*/ 0 w 81515"/>
                <a:gd name="csY3" fmla="*/ 10815 h 10814"/>
                <a:gd name="csX4" fmla="*/ 0 w 81515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814">
                  <a:moveTo>
                    <a:pt x="0" y="0"/>
                  </a:moveTo>
                  <a:lnTo>
                    <a:pt x="81515" y="0"/>
                  </a:lnTo>
                  <a:lnTo>
                    <a:pt x="81515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789FF3E-A4E3-BF20-F262-F9732A3EDC3C}"/>
                </a:ext>
              </a:extLst>
            </p:cNvPr>
            <p:cNvSpPr/>
            <p:nvPr/>
          </p:nvSpPr>
          <p:spPr>
            <a:xfrm>
              <a:off x="5751707" y="4648889"/>
              <a:ext cx="56526" cy="94930"/>
            </a:xfrm>
            <a:custGeom>
              <a:avLst/>
              <a:gdLst>
                <a:gd name="csX0" fmla="*/ 1844 w 56526"/>
                <a:gd name="csY0" fmla="*/ 84116 h 94930"/>
                <a:gd name="csX1" fmla="*/ 22827 w 56526"/>
                <a:gd name="csY1" fmla="*/ 84116 h 94930"/>
                <a:gd name="csX2" fmla="*/ 22827 w 56526"/>
                <a:gd name="csY2" fmla="*/ 11694 h 94930"/>
                <a:gd name="csX3" fmla="*/ 0 w 56526"/>
                <a:gd name="csY3" fmla="*/ 16277 h 94930"/>
                <a:gd name="csX4" fmla="*/ 0 w 56526"/>
                <a:gd name="csY4" fmla="*/ 4583 h 94930"/>
                <a:gd name="csX5" fmla="*/ 22700 w 56526"/>
                <a:gd name="csY5" fmla="*/ 0 h 94930"/>
                <a:gd name="csX6" fmla="*/ 35544 w 56526"/>
                <a:gd name="csY6" fmla="*/ 0 h 94930"/>
                <a:gd name="csX7" fmla="*/ 35544 w 56526"/>
                <a:gd name="csY7" fmla="*/ 84116 h 94930"/>
                <a:gd name="csX8" fmla="*/ 56527 w 56526"/>
                <a:gd name="csY8" fmla="*/ 84116 h 94930"/>
                <a:gd name="csX9" fmla="*/ 56527 w 56526"/>
                <a:gd name="csY9" fmla="*/ 94931 h 94930"/>
                <a:gd name="csX10" fmla="*/ 1844 w 56526"/>
                <a:gd name="csY10" fmla="*/ 94931 h 94930"/>
                <a:gd name="csX11" fmla="*/ 1844 w 56526"/>
                <a:gd name="csY11" fmla="*/ 84116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6" h="94930">
                  <a:moveTo>
                    <a:pt x="1844" y="84116"/>
                  </a:moveTo>
                  <a:lnTo>
                    <a:pt x="22827" y="84116"/>
                  </a:lnTo>
                  <a:lnTo>
                    <a:pt x="22827" y="11694"/>
                  </a:lnTo>
                  <a:lnTo>
                    <a:pt x="0" y="16277"/>
                  </a:lnTo>
                  <a:lnTo>
                    <a:pt x="0" y="4583"/>
                  </a:lnTo>
                  <a:lnTo>
                    <a:pt x="22700" y="0"/>
                  </a:lnTo>
                  <a:lnTo>
                    <a:pt x="35544" y="0"/>
                  </a:lnTo>
                  <a:lnTo>
                    <a:pt x="35544" y="84116"/>
                  </a:lnTo>
                  <a:lnTo>
                    <a:pt x="56527" y="84116"/>
                  </a:lnTo>
                  <a:lnTo>
                    <a:pt x="56527" y="94931"/>
                  </a:lnTo>
                  <a:lnTo>
                    <a:pt x="1844" y="94931"/>
                  </a:lnTo>
                  <a:lnTo>
                    <a:pt x="1844" y="8411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D9C877B-EF0E-6A99-8338-4D35FA65999F}"/>
                </a:ext>
              </a:extLst>
            </p:cNvPr>
            <p:cNvSpPr/>
            <p:nvPr/>
          </p:nvSpPr>
          <p:spPr>
            <a:xfrm>
              <a:off x="5828835" y="4647178"/>
              <a:ext cx="65618" cy="98478"/>
            </a:xfrm>
            <a:custGeom>
              <a:avLst/>
              <a:gdLst>
                <a:gd name="csX0" fmla="*/ 32808 w 65618"/>
                <a:gd name="csY0" fmla="*/ 10171 h 98478"/>
                <a:gd name="csX1" fmla="*/ 17867 w 65618"/>
                <a:gd name="csY1" fmla="*/ 19966 h 98478"/>
                <a:gd name="csX2" fmla="*/ 12907 w 65618"/>
                <a:gd name="csY2" fmla="*/ 49271 h 98478"/>
                <a:gd name="csX3" fmla="*/ 17867 w 65618"/>
                <a:gd name="csY3" fmla="*/ 78591 h 98478"/>
                <a:gd name="csX4" fmla="*/ 32808 w 65618"/>
                <a:gd name="csY4" fmla="*/ 88307 h 98478"/>
                <a:gd name="csX5" fmla="*/ 47751 w 65618"/>
                <a:gd name="csY5" fmla="*/ 78591 h 98478"/>
                <a:gd name="csX6" fmla="*/ 52774 w 65618"/>
                <a:gd name="csY6" fmla="*/ 49271 h 98478"/>
                <a:gd name="csX7" fmla="*/ 47751 w 65618"/>
                <a:gd name="csY7" fmla="*/ 19966 h 98478"/>
                <a:gd name="csX8" fmla="*/ 32808 w 65618"/>
                <a:gd name="csY8" fmla="*/ 10171 h 98478"/>
                <a:gd name="csX9" fmla="*/ 32808 w 65618"/>
                <a:gd name="csY9" fmla="*/ 0 h 98478"/>
                <a:gd name="csX10" fmla="*/ 57161 w 65618"/>
                <a:gd name="csY10" fmla="*/ 12651 h 98478"/>
                <a:gd name="csX11" fmla="*/ 65618 w 65618"/>
                <a:gd name="csY11" fmla="*/ 49271 h 98478"/>
                <a:gd name="csX12" fmla="*/ 57161 w 65618"/>
                <a:gd name="csY12" fmla="*/ 85890 h 98478"/>
                <a:gd name="csX13" fmla="*/ 32808 w 65618"/>
                <a:gd name="csY13" fmla="*/ 98478 h 98478"/>
                <a:gd name="csX14" fmla="*/ 8393 w 65618"/>
                <a:gd name="csY14" fmla="*/ 85890 h 98478"/>
                <a:gd name="csX15" fmla="*/ 0 w 65618"/>
                <a:gd name="csY15" fmla="*/ 49271 h 98478"/>
                <a:gd name="csX16" fmla="*/ 8393 w 65618"/>
                <a:gd name="csY16" fmla="*/ 12651 h 98478"/>
                <a:gd name="csX17" fmla="*/ 32808 w 65618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8" h="98478">
                  <a:moveTo>
                    <a:pt x="32808" y="10171"/>
                  </a:moveTo>
                  <a:cubicBezTo>
                    <a:pt x="26196" y="10171"/>
                    <a:pt x="21216" y="13436"/>
                    <a:pt x="17867" y="19966"/>
                  </a:cubicBezTo>
                  <a:cubicBezTo>
                    <a:pt x="14560" y="26443"/>
                    <a:pt x="12907" y="36211"/>
                    <a:pt x="12907" y="49271"/>
                  </a:cubicBezTo>
                  <a:cubicBezTo>
                    <a:pt x="12907" y="62288"/>
                    <a:pt x="14560" y="72062"/>
                    <a:pt x="17867" y="78591"/>
                  </a:cubicBezTo>
                  <a:cubicBezTo>
                    <a:pt x="21216" y="85068"/>
                    <a:pt x="26196" y="88307"/>
                    <a:pt x="32808" y="88307"/>
                  </a:cubicBezTo>
                  <a:cubicBezTo>
                    <a:pt x="39463" y="88307"/>
                    <a:pt x="44444" y="85068"/>
                    <a:pt x="47751" y="78591"/>
                  </a:cubicBezTo>
                  <a:cubicBezTo>
                    <a:pt x="51100" y="72061"/>
                    <a:pt x="52774" y="62288"/>
                    <a:pt x="52774" y="49271"/>
                  </a:cubicBezTo>
                  <a:cubicBezTo>
                    <a:pt x="52774" y="36211"/>
                    <a:pt x="51100" y="26443"/>
                    <a:pt x="47751" y="19966"/>
                  </a:cubicBezTo>
                  <a:cubicBezTo>
                    <a:pt x="44444" y="13436"/>
                    <a:pt x="39463" y="10171"/>
                    <a:pt x="32808" y="10171"/>
                  </a:cubicBezTo>
                  <a:moveTo>
                    <a:pt x="32808" y="0"/>
                  </a:moveTo>
                  <a:cubicBezTo>
                    <a:pt x="43448" y="0"/>
                    <a:pt x="51566" y="4217"/>
                    <a:pt x="57161" y="12651"/>
                  </a:cubicBezTo>
                  <a:cubicBezTo>
                    <a:pt x="62799" y="21043"/>
                    <a:pt x="65618" y="33250"/>
                    <a:pt x="65618" y="49271"/>
                  </a:cubicBezTo>
                  <a:cubicBezTo>
                    <a:pt x="65618" y="65249"/>
                    <a:pt x="62799" y="77456"/>
                    <a:pt x="57161" y="85890"/>
                  </a:cubicBezTo>
                  <a:cubicBezTo>
                    <a:pt x="51566" y="94282"/>
                    <a:pt x="43448" y="98478"/>
                    <a:pt x="32808" y="98478"/>
                  </a:cubicBezTo>
                  <a:cubicBezTo>
                    <a:pt x="22168" y="98478"/>
                    <a:pt x="14030" y="94282"/>
                    <a:pt x="8393" y="85890"/>
                  </a:cubicBezTo>
                  <a:cubicBezTo>
                    <a:pt x="2798" y="77456"/>
                    <a:pt x="0" y="65249"/>
                    <a:pt x="0" y="49271"/>
                  </a:cubicBezTo>
                  <a:cubicBezTo>
                    <a:pt x="0" y="33250"/>
                    <a:pt x="2798" y="21043"/>
                    <a:pt x="8393" y="12651"/>
                  </a:cubicBezTo>
                  <a:cubicBezTo>
                    <a:pt x="14030" y="4217"/>
                    <a:pt x="22168" y="0"/>
                    <a:pt x="32808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B0C4692E-8A1D-9F67-50F1-BD9192A5C035}"/>
                </a:ext>
              </a:extLst>
            </p:cNvPr>
            <p:cNvSpPr/>
            <p:nvPr/>
          </p:nvSpPr>
          <p:spPr>
            <a:xfrm>
              <a:off x="5917026" y="4727669"/>
              <a:ext cx="13415" cy="16151"/>
            </a:xfrm>
            <a:custGeom>
              <a:avLst/>
              <a:gdLst>
                <a:gd name="csX0" fmla="*/ 0 w 13415"/>
                <a:gd name="csY0" fmla="*/ 0 h 16151"/>
                <a:gd name="csX1" fmla="*/ 13416 w 13415"/>
                <a:gd name="csY1" fmla="*/ 0 h 16151"/>
                <a:gd name="csX2" fmla="*/ 13416 w 13415"/>
                <a:gd name="csY2" fmla="*/ 16151 h 16151"/>
                <a:gd name="csX3" fmla="*/ 0 w 13415"/>
                <a:gd name="csY3" fmla="*/ 16151 h 16151"/>
                <a:gd name="csX4" fmla="*/ 0 w 13415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15" h="16151">
                  <a:moveTo>
                    <a:pt x="0" y="0"/>
                  </a:moveTo>
                  <a:lnTo>
                    <a:pt x="13416" y="0"/>
                  </a:lnTo>
                  <a:lnTo>
                    <a:pt x="13416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22D62658-6FB9-4DBA-D5BA-DB4AF954CC68}"/>
                </a:ext>
              </a:extLst>
            </p:cNvPr>
            <p:cNvSpPr/>
            <p:nvPr/>
          </p:nvSpPr>
          <p:spPr>
            <a:xfrm>
              <a:off x="5953078" y="4647178"/>
              <a:ext cx="65619" cy="98478"/>
            </a:xfrm>
            <a:custGeom>
              <a:avLst/>
              <a:gdLst>
                <a:gd name="csX0" fmla="*/ 32810 w 65619"/>
                <a:gd name="csY0" fmla="*/ 10171 h 98478"/>
                <a:gd name="csX1" fmla="*/ 17867 w 65619"/>
                <a:gd name="csY1" fmla="*/ 19966 h 98478"/>
                <a:gd name="csX2" fmla="*/ 12909 w 65619"/>
                <a:gd name="csY2" fmla="*/ 49271 h 98478"/>
                <a:gd name="csX3" fmla="*/ 17867 w 65619"/>
                <a:gd name="csY3" fmla="*/ 78591 h 98478"/>
                <a:gd name="csX4" fmla="*/ 32810 w 65619"/>
                <a:gd name="csY4" fmla="*/ 88307 h 98478"/>
                <a:gd name="csX5" fmla="*/ 47753 w 65619"/>
                <a:gd name="csY5" fmla="*/ 78591 h 98478"/>
                <a:gd name="csX6" fmla="*/ 52776 w 65619"/>
                <a:gd name="csY6" fmla="*/ 49271 h 98478"/>
                <a:gd name="csX7" fmla="*/ 47753 w 65619"/>
                <a:gd name="csY7" fmla="*/ 19966 h 98478"/>
                <a:gd name="csX8" fmla="*/ 32810 w 65619"/>
                <a:gd name="csY8" fmla="*/ 10171 h 98478"/>
                <a:gd name="csX9" fmla="*/ 32810 w 65619"/>
                <a:gd name="csY9" fmla="*/ 0 h 98478"/>
                <a:gd name="csX10" fmla="*/ 57163 w 65619"/>
                <a:gd name="csY10" fmla="*/ 12651 h 98478"/>
                <a:gd name="csX11" fmla="*/ 65620 w 65619"/>
                <a:gd name="csY11" fmla="*/ 49271 h 98478"/>
                <a:gd name="csX12" fmla="*/ 57163 w 65619"/>
                <a:gd name="csY12" fmla="*/ 85890 h 98478"/>
                <a:gd name="csX13" fmla="*/ 32810 w 65619"/>
                <a:gd name="csY13" fmla="*/ 98478 h 98478"/>
                <a:gd name="csX14" fmla="*/ 8393 w 65619"/>
                <a:gd name="csY14" fmla="*/ 85890 h 98478"/>
                <a:gd name="csX15" fmla="*/ 0 w 65619"/>
                <a:gd name="csY15" fmla="*/ 49271 h 98478"/>
                <a:gd name="csX16" fmla="*/ 8393 w 65619"/>
                <a:gd name="csY16" fmla="*/ 12651 h 98478"/>
                <a:gd name="csX17" fmla="*/ 32810 w 65619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9" h="98478">
                  <a:moveTo>
                    <a:pt x="32810" y="10171"/>
                  </a:moveTo>
                  <a:cubicBezTo>
                    <a:pt x="26197" y="10171"/>
                    <a:pt x="21216" y="13436"/>
                    <a:pt x="17867" y="19966"/>
                  </a:cubicBezTo>
                  <a:cubicBezTo>
                    <a:pt x="14561" y="26443"/>
                    <a:pt x="12909" y="36211"/>
                    <a:pt x="12909" y="49271"/>
                  </a:cubicBezTo>
                  <a:cubicBezTo>
                    <a:pt x="12909" y="62288"/>
                    <a:pt x="14561" y="72062"/>
                    <a:pt x="17867" y="78591"/>
                  </a:cubicBezTo>
                  <a:cubicBezTo>
                    <a:pt x="21216" y="85068"/>
                    <a:pt x="26197" y="88307"/>
                    <a:pt x="32810" y="88307"/>
                  </a:cubicBezTo>
                  <a:cubicBezTo>
                    <a:pt x="39465" y="88307"/>
                    <a:pt x="44446" y="85068"/>
                    <a:pt x="47753" y="78591"/>
                  </a:cubicBezTo>
                  <a:cubicBezTo>
                    <a:pt x="51101" y="72061"/>
                    <a:pt x="52776" y="62288"/>
                    <a:pt x="52776" y="49271"/>
                  </a:cubicBezTo>
                  <a:cubicBezTo>
                    <a:pt x="52776" y="36211"/>
                    <a:pt x="51101" y="26443"/>
                    <a:pt x="47753" y="19966"/>
                  </a:cubicBezTo>
                  <a:cubicBezTo>
                    <a:pt x="44446" y="13436"/>
                    <a:pt x="39465" y="10171"/>
                    <a:pt x="32810" y="10171"/>
                  </a:cubicBezTo>
                  <a:moveTo>
                    <a:pt x="32810" y="0"/>
                  </a:moveTo>
                  <a:cubicBezTo>
                    <a:pt x="43450" y="0"/>
                    <a:pt x="51567" y="4217"/>
                    <a:pt x="57163" y="12651"/>
                  </a:cubicBezTo>
                  <a:cubicBezTo>
                    <a:pt x="62801" y="21043"/>
                    <a:pt x="65620" y="33250"/>
                    <a:pt x="65620" y="49271"/>
                  </a:cubicBezTo>
                  <a:cubicBezTo>
                    <a:pt x="65620" y="65249"/>
                    <a:pt x="62801" y="77456"/>
                    <a:pt x="57163" y="85890"/>
                  </a:cubicBezTo>
                  <a:cubicBezTo>
                    <a:pt x="51567" y="94282"/>
                    <a:pt x="43450" y="98478"/>
                    <a:pt x="32810" y="98478"/>
                  </a:cubicBezTo>
                  <a:cubicBezTo>
                    <a:pt x="22170" y="98478"/>
                    <a:pt x="14031" y="94282"/>
                    <a:pt x="8393" y="85890"/>
                  </a:cubicBezTo>
                  <a:cubicBezTo>
                    <a:pt x="2798" y="77456"/>
                    <a:pt x="0" y="65249"/>
                    <a:pt x="0" y="49271"/>
                  </a:cubicBezTo>
                  <a:cubicBezTo>
                    <a:pt x="0" y="33250"/>
                    <a:pt x="2798" y="21043"/>
                    <a:pt x="8393" y="12651"/>
                  </a:cubicBezTo>
                  <a:cubicBezTo>
                    <a:pt x="14031" y="4217"/>
                    <a:pt x="22170" y="0"/>
                    <a:pt x="32810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D46B6AB7-5F97-3972-9EBD-4B8F54C42E06}"/>
                </a:ext>
              </a:extLst>
            </p:cNvPr>
            <p:cNvSpPr/>
            <p:nvPr/>
          </p:nvSpPr>
          <p:spPr>
            <a:xfrm>
              <a:off x="6196994" y="4697595"/>
              <a:ext cx="81515" cy="10814"/>
            </a:xfrm>
            <a:custGeom>
              <a:avLst/>
              <a:gdLst>
                <a:gd name="csX0" fmla="*/ 0 w 81515"/>
                <a:gd name="csY0" fmla="*/ 0 h 10814"/>
                <a:gd name="csX1" fmla="*/ 81515 w 81515"/>
                <a:gd name="csY1" fmla="*/ 0 h 10814"/>
                <a:gd name="csX2" fmla="*/ 81515 w 81515"/>
                <a:gd name="csY2" fmla="*/ 10815 h 10814"/>
                <a:gd name="csX3" fmla="*/ 0 w 81515"/>
                <a:gd name="csY3" fmla="*/ 10815 h 10814"/>
                <a:gd name="csX4" fmla="*/ 0 w 81515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814">
                  <a:moveTo>
                    <a:pt x="0" y="0"/>
                  </a:moveTo>
                  <a:lnTo>
                    <a:pt x="81515" y="0"/>
                  </a:lnTo>
                  <a:lnTo>
                    <a:pt x="81515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0702A467-3A77-AEC4-04FA-B22679F1370A}"/>
                </a:ext>
              </a:extLst>
            </p:cNvPr>
            <p:cNvSpPr/>
            <p:nvPr/>
          </p:nvSpPr>
          <p:spPr>
            <a:xfrm>
              <a:off x="6302990" y="4648889"/>
              <a:ext cx="61039" cy="94930"/>
            </a:xfrm>
            <a:custGeom>
              <a:avLst/>
              <a:gdLst>
                <a:gd name="csX0" fmla="*/ 0 w 61039"/>
                <a:gd name="csY0" fmla="*/ 0 h 94930"/>
                <a:gd name="csX1" fmla="*/ 61040 w 61039"/>
                <a:gd name="csY1" fmla="*/ 0 h 94930"/>
                <a:gd name="csX2" fmla="*/ 61040 w 61039"/>
                <a:gd name="csY2" fmla="*/ 5462 h 94930"/>
                <a:gd name="csX3" fmla="*/ 26577 w 61039"/>
                <a:gd name="csY3" fmla="*/ 94931 h 94930"/>
                <a:gd name="csX4" fmla="*/ 13161 w 61039"/>
                <a:gd name="csY4" fmla="*/ 94931 h 94930"/>
                <a:gd name="csX5" fmla="*/ 45590 w 61039"/>
                <a:gd name="csY5" fmla="*/ 10815 h 94930"/>
                <a:gd name="csX6" fmla="*/ 0 w 61039"/>
                <a:gd name="csY6" fmla="*/ 10815 h 94930"/>
                <a:gd name="csX7" fmla="*/ 0 w 61039"/>
                <a:gd name="csY7" fmla="*/ 0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61039" h="94930">
                  <a:moveTo>
                    <a:pt x="0" y="0"/>
                  </a:moveTo>
                  <a:lnTo>
                    <a:pt x="61040" y="0"/>
                  </a:lnTo>
                  <a:lnTo>
                    <a:pt x="61040" y="5462"/>
                  </a:lnTo>
                  <a:lnTo>
                    <a:pt x="26577" y="94931"/>
                  </a:lnTo>
                  <a:lnTo>
                    <a:pt x="13161" y="94931"/>
                  </a:lnTo>
                  <a:lnTo>
                    <a:pt x="45590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7488437-F429-DC5F-6E77-9100F6DBA439}"/>
                </a:ext>
              </a:extLst>
            </p:cNvPr>
            <p:cNvSpPr/>
            <p:nvPr/>
          </p:nvSpPr>
          <p:spPr>
            <a:xfrm>
              <a:off x="6389082" y="4727669"/>
              <a:ext cx="13415" cy="16151"/>
            </a:xfrm>
            <a:custGeom>
              <a:avLst/>
              <a:gdLst>
                <a:gd name="csX0" fmla="*/ 0 w 13415"/>
                <a:gd name="csY0" fmla="*/ 0 h 16151"/>
                <a:gd name="csX1" fmla="*/ 13416 w 13415"/>
                <a:gd name="csY1" fmla="*/ 0 h 16151"/>
                <a:gd name="csX2" fmla="*/ 13416 w 13415"/>
                <a:gd name="csY2" fmla="*/ 16151 h 16151"/>
                <a:gd name="csX3" fmla="*/ 0 w 13415"/>
                <a:gd name="csY3" fmla="*/ 16151 h 16151"/>
                <a:gd name="csX4" fmla="*/ 0 w 13415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15" h="16151">
                  <a:moveTo>
                    <a:pt x="0" y="0"/>
                  </a:moveTo>
                  <a:lnTo>
                    <a:pt x="13416" y="0"/>
                  </a:lnTo>
                  <a:lnTo>
                    <a:pt x="13416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06251DB-E3D8-7B3F-F1F7-0CC8205CCB5E}"/>
                </a:ext>
              </a:extLst>
            </p:cNvPr>
            <p:cNvSpPr/>
            <p:nvPr/>
          </p:nvSpPr>
          <p:spPr>
            <a:xfrm>
              <a:off x="6426596" y="4648889"/>
              <a:ext cx="61422" cy="96767"/>
            </a:xfrm>
            <a:custGeom>
              <a:avLst/>
              <a:gdLst>
                <a:gd name="csX0" fmla="*/ 4006 w 61422"/>
                <a:gd name="csY0" fmla="*/ 0 h 96767"/>
                <a:gd name="csX1" fmla="*/ 54422 w 61422"/>
                <a:gd name="csY1" fmla="*/ 0 h 96767"/>
                <a:gd name="csX2" fmla="*/ 54422 w 61422"/>
                <a:gd name="csY2" fmla="*/ 10815 h 96767"/>
                <a:gd name="csX3" fmla="*/ 15770 w 61422"/>
                <a:gd name="csY3" fmla="*/ 10815 h 96767"/>
                <a:gd name="csX4" fmla="*/ 15770 w 61422"/>
                <a:gd name="csY4" fmla="*/ 34077 h 96767"/>
                <a:gd name="csX5" fmla="*/ 21364 w 61422"/>
                <a:gd name="csY5" fmla="*/ 32680 h 96767"/>
                <a:gd name="csX6" fmla="*/ 26960 w 61422"/>
                <a:gd name="csY6" fmla="*/ 32177 h 96767"/>
                <a:gd name="csX7" fmla="*/ 52146 w 61422"/>
                <a:gd name="csY7" fmla="*/ 40889 h 96767"/>
                <a:gd name="csX8" fmla="*/ 61423 w 61422"/>
                <a:gd name="csY8" fmla="*/ 64480 h 96767"/>
                <a:gd name="csX9" fmla="*/ 51879 w 61422"/>
                <a:gd name="csY9" fmla="*/ 88323 h 96767"/>
                <a:gd name="csX10" fmla="*/ 24988 w 61422"/>
                <a:gd name="csY10" fmla="*/ 96767 h 96767"/>
                <a:gd name="csX11" fmla="*/ 12781 w 61422"/>
                <a:gd name="csY11" fmla="*/ 95763 h 96767"/>
                <a:gd name="csX12" fmla="*/ 0 w 61422"/>
                <a:gd name="csY12" fmla="*/ 92702 h 96767"/>
                <a:gd name="csX13" fmla="*/ 0 w 61422"/>
                <a:gd name="csY13" fmla="*/ 79800 h 96767"/>
                <a:gd name="csX14" fmla="*/ 11827 w 61422"/>
                <a:gd name="csY14" fmla="*/ 84446 h 96767"/>
                <a:gd name="csX15" fmla="*/ 24734 w 61422"/>
                <a:gd name="csY15" fmla="*/ 85968 h 96767"/>
                <a:gd name="csX16" fmla="*/ 42163 w 61422"/>
                <a:gd name="csY16" fmla="*/ 80177 h 96767"/>
                <a:gd name="csX17" fmla="*/ 48583 w 61422"/>
                <a:gd name="csY17" fmla="*/ 64480 h 96767"/>
                <a:gd name="csX18" fmla="*/ 42163 w 61422"/>
                <a:gd name="csY18" fmla="*/ 48768 h 96767"/>
                <a:gd name="csX19" fmla="*/ 24734 w 61422"/>
                <a:gd name="csY19" fmla="*/ 42976 h 96767"/>
                <a:gd name="csX20" fmla="*/ 14434 w 61422"/>
                <a:gd name="csY20" fmla="*/ 44122 h 96767"/>
                <a:gd name="csX21" fmla="*/ 4006 w 61422"/>
                <a:gd name="csY21" fmla="*/ 47685 h 96767"/>
                <a:gd name="csX22" fmla="*/ 4006 w 61422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22" h="96767">
                  <a:moveTo>
                    <a:pt x="4006" y="0"/>
                  </a:moveTo>
                  <a:lnTo>
                    <a:pt x="54422" y="0"/>
                  </a:lnTo>
                  <a:lnTo>
                    <a:pt x="54422" y="10815"/>
                  </a:lnTo>
                  <a:lnTo>
                    <a:pt x="15770" y="10815"/>
                  </a:lnTo>
                  <a:lnTo>
                    <a:pt x="15770" y="34077"/>
                  </a:lnTo>
                  <a:cubicBezTo>
                    <a:pt x="17635" y="33449"/>
                    <a:pt x="19499" y="32983"/>
                    <a:pt x="21364" y="32680"/>
                  </a:cubicBezTo>
                  <a:cubicBezTo>
                    <a:pt x="23230" y="32345"/>
                    <a:pt x="25095" y="32177"/>
                    <a:pt x="26960" y="32177"/>
                  </a:cubicBezTo>
                  <a:cubicBezTo>
                    <a:pt x="37556" y="32177"/>
                    <a:pt x="45951" y="35081"/>
                    <a:pt x="52146" y="40889"/>
                  </a:cubicBezTo>
                  <a:cubicBezTo>
                    <a:pt x="58330" y="46696"/>
                    <a:pt x="61423" y="54560"/>
                    <a:pt x="61423" y="64480"/>
                  </a:cubicBezTo>
                  <a:cubicBezTo>
                    <a:pt x="61423" y="74693"/>
                    <a:pt x="58241" y="82641"/>
                    <a:pt x="51879" y="88323"/>
                  </a:cubicBezTo>
                  <a:cubicBezTo>
                    <a:pt x="45527" y="93953"/>
                    <a:pt x="36564" y="96767"/>
                    <a:pt x="24988" y="96767"/>
                  </a:cubicBezTo>
                  <a:cubicBezTo>
                    <a:pt x="21004" y="96767"/>
                    <a:pt x="16935" y="96433"/>
                    <a:pt x="12781" y="95763"/>
                  </a:cubicBezTo>
                  <a:cubicBezTo>
                    <a:pt x="8669" y="95083"/>
                    <a:pt x="4409" y="94062"/>
                    <a:pt x="0" y="92702"/>
                  </a:cubicBezTo>
                  <a:lnTo>
                    <a:pt x="0" y="79800"/>
                  </a:lnTo>
                  <a:cubicBezTo>
                    <a:pt x="3815" y="81872"/>
                    <a:pt x="7758" y="83420"/>
                    <a:pt x="11827" y="84446"/>
                  </a:cubicBezTo>
                  <a:cubicBezTo>
                    <a:pt x="15897" y="85461"/>
                    <a:pt x="20199" y="85968"/>
                    <a:pt x="24734" y="85968"/>
                  </a:cubicBezTo>
                  <a:cubicBezTo>
                    <a:pt x="32063" y="85968"/>
                    <a:pt x="37873" y="84038"/>
                    <a:pt x="42163" y="80177"/>
                  </a:cubicBezTo>
                  <a:cubicBezTo>
                    <a:pt x="46443" y="76326"/>
                    <a:pt x="48583" y="71094"/>
                    <a:pt x="48583" y="64480"/>
                  </a:cubicBezTo>
                  <a:cubicBezTo>
                    <a:pt x="48583" y="57867"/>
                    <a:pt x="46443" y="52630"/>
                    <a:pt x="42163" y="48768"/>
                  </a:cubicBezTo>
                  <a:cubicBezTo>
                    <a:pt x="37873" y="44907"/>
                    <a:pt x="32063" y="42976"/>
                    <a:pt x="24734" y="42976"/>
                  </a:cubicBezTo>
                  <a:cubicBezTo>
                    <a:pt x="21301" y="42976"/>
                    <a:pt x="17868" y="43358"/>
                    <a:pt x="14434" y="44122"/>
                  </a:cubicBezTo>
                  <a:cubicBezTo>
                    <a:pt x="11043" y="44886"/>
                    <a:pt x="7567" y="46074"/>
                    <a:pt x="4006" y="47685"/>
                  </a:cubicBezTo>
                  <a:lnTo>
                    <a:pt x="4006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70287217-6410-31A5-6C0B-3DDD4FFD2359}"/>
                </a:ext>
              </a:extLst>
            </p:cNvPr>
            <p:cNvSpPr/>
            <p:nvPr/>
          </p:nvSpPr>
          <p:spPr>
            <a:xfrm>
              <a:off x="6707735" y="4697595"/>
              <a:ext cx="81526" cy="10814"/>
            </a:xfrm>
            <a:custGeom>
              <a:avLst/>
              <a:gdLst>
                <a:gd name="csX0" fmla="*/ 0 w 81526"/>
                <a:gd name="csY0" fmla="*/ 0 h 10814"/>
                <a:gd name="csX1" fmla="*/ 81526 w 81526"/>
                <a:gd name="csY1" fmla="*/ 0 h 10814"/>
                <a:gd name="csX2" fmla="*/ 81526 w 81526"/>
                <a:gd name="csY2" fmla="*/ 10815 h 10814"/>
                <a:gd name="csX3" fmla="*/ 0 w 81526"/>
                <a:gd name="csY3" fmla="*/ 10815 h 10814"/>
                <a:gd name="csX4" fmla="*/ 0 w 81526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26" h="10814">
                  <a:moveTo>
                    <a:pt x="0" y="0"/>
                  </a:moveTo>
                  <a:lnTo>
                    <a:pt x="81526" y="0"/>
                  </a:lnTo>
                  <a:lnTo>
                    <a:pt x="81526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AF91F4DD-305F-6B8D-2BA8-E6FAB48CB134}"/>
                </a:ext>
              </a:extLst>
            </p:cNvPr>
            <p:cNvSpPr/>
            <p:nvPr/>
          </p:nvSpPr>
          <p:spPr>
            <a:xfrm>
              <a:off x="6813104" y="4648889"/>
              <a:ext cx="61419" cy="96767"/>
            </a:xfrm>
            <a:custGeom>
              <a:avLst/>
              <a:gdLst>
                <a:gd name="csX0" fmla="*/ 4002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0 w 61419"/>
                <a:gd name="csY6" fmla="*/ 32177 h 96767"/>
                <a:gd name="csX7" fmla="*/ 52143 w 61419"/>
                <a:gd name="csY7" fmla="*/ 40889 h 96767"/>
                <a:gd name="csX8" fmla="*/ 61419 w 61419"/>
                <a:gd name="csY8" fmla="*/ 64480 h 96767"/>
                <a:gd name="csX9" fmla="*/ 51876 w 61419"/>
                <a:gd name="csY9" fmla="*/ 88323 h 96767"/>
                <a:gd name="csX10" fmla="*/ 24988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2 w 61419"/>
                <a:gd name="csY21" fmla="*/ 47685 h 96767"/>
                <a:gd name="csX22" fmla="*/ 4002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2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0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19" y="54560"/>
                    <a:pt x="61419" y="64480"/>
                  </a:cubicBezTo>
                  <a:cubicBezTo>
                    <a:pt x="61419" y="74693"/>
                    <a:pt x="58238" y="82641"/>
                    <a:pt x="51876" y="88323"/>
                  </a:cubicBezTo>
                  <a:cubicBezTo>
                    <a:pt x="45524" y="93953"/>
                    <a:pt x="36562" y="96767"/>
                    <a:pt x="24988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5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295" y="42976"/>
                    <a:pt x="17857" y="43358"/>
                    <a:pt x="14425" y="44122"/>
                  </a:cubicBezTo>
                  <a:cubicBezTo>
                    <a:pt x="11034" y="44886"/>
                    <a:pt x="7560" y="46074"/>
                    <a:pt x="4002" y="47685"/>
                  </a:cubicBezTo>
                  <a:lnTo>
                    <a:pt x="4002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184C4EF-C5CE-082B-67CF-931470F97735}"/>
                </a:ext>
              </a:extLst>
            </p:cNvPr>
            <p:cNvSpPr/>
            <p:nvPr/>
          </p:nvSpPr>
          <p:spPr>
            <a:xfrm>
              <a:off x="6899826" y="4727669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CC135D2-3190-0D26-D47F-0F52500B68C8}"/>
                </a:ext>
              </a:extLst>
            </p:cNvPr>
            <p:cNvSpPr/>
            <p:nvPr/>
          </p:nvSpPr>
          <p:spPr>
            <a:xfrm>
              <a:off x="6935880" y="4647178"/>
              <a:ext cx="65626" cy="98478"/>
            </a:xfrm>
            <a:custGeom>
              <a:avLst/>
              <a:gdLst>
                <a:gd name="csX0" fmla="*/ 32805 w 65626"/>
                <a:gd name="csY0" fmla="*/ 10171 h 98478"/>
                <a:gd name="csX1" fmla="*/ 17862 w 65626"/>
                <a:gd name="csY1" fmla="*/ 19966 h 98478"/>
                <a:gd name="csX2" fmla="*/ 12902 w 65626"/>
                <a:gd name="csY2" fmla="*/ 49271 h 98478"/>
                <a:gd name="csX3" fmla="*/ 17862 w 65626"/>
                <a:gd name="csY3" fmla="*/ 78591 h 98478"/>
                <a:gd name="csX4" fmla="*/ 32805 w 65626"/>
                <a:gd name="csY4" fmla="*/ 88307 h 98478"/>
                <a:gd name="csX5" fmla="*/ 47748 w 65626"/>
                <a:gd name="csY5" fmla="*/ 78591 h 98478"/>
                <a:gd name="csX6" fmla="*/ 52771 w 65626"/>
                <a:gd name="csY6" fmla="*/ 49271 h 98478"/>
                <a:gd name="csX7" fmla="*/ 47748 w 65626"/>
                <a:gd name="csY7" fmla="*/ 19966 h 98478"/>
                <a:gd name="csX8" fmla="*/ 32805 w 65626"/>
                <a:gd name="csY8" fmla="*/ 10171 h 98478"/>
                <a:gd name="csX9" fmla="*/ 32805 w 65626"/>
                <a:gd name="csY9" fmla="*/ 0 h 98478"/>
                <a:gd name="csX10" fmla="*/ 57166 w 65626"/>
                <a:gd name="csY10" fmla="*/ 12651 h 98478"/>
                <a:gd name="csX11" fmla="*/ 65626 w 65626"/>
                <a:gd name="csY11" fmla="*/ 49271 h 98478"/>
                <a:gd name="csX12" fmla="*/ 57166 w 65626"/>
                <a:gd name="csY12" fmla="*/ 85890 h 98478"/>
                <a:gd name="csX13" fmla="*/ 32805 w 65626"/>
                <a:gd name="csY13" fmla="*/ 98478 h 98478"/>
                <a:gd name="csX14" fmla="*/ 8397 w 65626"/>
                <a:gd name="csY14" fmla="*/ 85890 h 98478"/>
                <a:gd name="csX15" fmla="*/ 0 w 65626"/>
                <a:gd name="csY15" fmla="*/ 49271 h 98478"/>
                <a:gd name="csX16" fmla="*/ 8397 w 65626"/>
                <a:gd name="csY16" fmla="*/ 12651 h 98478"/>
                <a:gd name="csX17" fmla="*/ 32805 w 65626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6" h="98478">
                  <a:moveTo>
                    <a:pt x="32805" y="10171"/>
                  </a:moveTo>
                  <a:cubicBezTo>
                    <a:pt x="26192" y="10171"/>
                    <a:pt x="21211" y="13436"/>
                    <a:pt x="17862" y="19966"/>
                  </a:cubicBezTo>
                  <a:cubicBezTo>
                    <a:pt x="14556" y="26443"/>
                    <a:pt x="12902" y="36211"/>
                    <a:pt x="12902" y="49271"/>
                  </a:cubicBezTo>
                  <a:cubicBezTo>
                    <a:pt x="12902" y="62288"/>
                    <a:pt x="14556" y="72062"/>
                    <a:pt x="17862" y="78591"/>
                  </a:cubicBezTo>
                  <a:cubicBezTo>
                    <a:pt x="21211" y="85068"/>
                    <a:pt x="26192" y="88307"/>
                    <a:pt x="32805" y="88307"/>
                  </a:cubicBezTo>
                  <a:cubicBezTo>
                    <a:pt x="39460" y="88307"/>
                    <a:pt x="44441" y="85068"/>
                    <a:pt x="47748" y="78591"/>
                  </a:cubicBezTo>
                  <a:cubicBezTo>
                    <a:pt x="51097" y="72061"/>
                    <a:pt x="52771" y="62288"/>
                    <a:pt x="52771" y="49271"/>
                  </a:cubicBezTo>
                  <a:cubicBezTo>
                    <a:pt x="52771" y="36211"/>
                    <a:pt x="51097" y="26443"/>
                    <a:pt x="47748" y="19966"/>
                  </a:cubicBezTo>
                  <a:cubicBezTo>
                    <a:pt x="44441" y="13436"/>
                    <a:pt x="39460" y="10171"/>
                    <a:pt x="32805" y="10171"/>
                  </a:cubicBezTo>
                  <a:moveTo>
                    <a:pt x="32805" y="0"/>
                  </a:moveTo>
                  <a:cubicBezTo>
                    <a:pt x="43447" y="0"/>
                    <a:pt x="51568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68" y="94282"/>
                    <a:pt x="43447" y="98478"/>
                    <a:pt x="32805" y="98478"/>
                  </a:cubicBezTo>
                  <a:cubicBezTo>
                    <a:pt x="22174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4" y="0"/>
                    <a:pt x="3280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A381FEA7-5C59-6500-D1F2-ABA137049AAC}"/>
                </a:ext>
              </a:extLst>
            </p:cNvPr>
            <p:cNvSpPr/>
            <p:nvPr/>
          </p:nvSpPr>
          <p:spPr>
            <a:xfrm>
              <a:off x="7221222" y="4697595"/>
              <a:ext cx="81510" cy="10814"/>
            </a:xfrm>
            <a:custGeom>
              <a:avLst/>
              <a:gdLst>
                <a:gd name="csX0" fmla="*/ 0 w 81510"/>
                <a:gd name="csY0" fmla="*/ 0 h 10814"/>
                <a:gd name="csX1" fmla="*/ 81511 w 81510"/>
                <a:gd name="csY1" fmla="*/ 0 h 10814"/>
                <a:gd name="csX2" fmla="*/ 81511 w 81510"/>
                <a:gd name="csY2" fmla="*/ 10815 h 10814"/>
                <a:gd name="csX3" fmla="*/ 0 w 81510"/>
                <a:gd name="csY3" fmla="*/ 10815 h 10814"/>
                <a:gd name="csX4" fmla="*/ 0 w 81510"/>
                <a:gd name="csY4" fmla="*/ 0 h 10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0" h="10814">
                  <a:moveTo>
                    <a:pt x="0" y="0"/>
                  </a:moveTo>
                  <a:lnTo>
                    <a:pt x="81511" y="0"/>
                  </a:lnTo>
                  <a:lnTo>
                    <a:pt x="81511" y="10815"/>
                  </a:lnTo>
                  <a:lnTo>
                    <a:pt x="0" y="10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ACE35AFD-8548-9CE9-3C21-31A1C7D5BE5F}"/>
                </a:ext>
              </a:extLst>
            </p:cNvPr>
            <p:cNvSpPr/>
            <p:nvPr/>
          </p:nvSpPr>
          <p:spPr>
            <a:xfrm>
              <a:off x="7326073" y="4647178"/>
              <a:ext cx="60273" cy="96641"/>
            </a:xfrm>
            <a:custGeom>
              <a:avLst/>
              <a:gdLst>
                <a:gd name="csX0" fmla="*/ 15445 w 60273"/>
                <a:gd name="csY0" fmla="*/ 85827 h 96641"/>
                <a:gd name="csX1" fmla="*/ 60274 w 60273"/>
                <a:gd name="csY1" fmla="*/ 85827 h 96641"/>
                <a:gd name="csX2" fmla="*/ 60274 w 60273"/>
                <a:gd name="csY2" fmla="*/ 96642 h 96641"/>
                <a:gd name="csX3" fmla="*/ 0 w 60273"/>
                <a:gd name="csY3" fmla="*/ 96642 h 96641"/>
                <a:gd name="csX4" fmla="*/ 0 w 60273"/>
                <a:gd name="csY4" fmla="*/ 85827 h 96641"/>
                <a:gd name="csX5" fmla="*/ 19903 w 60273"/>
                <a:gd name="csY5" fmla="*/ 65548 h 96641"/>
                <a:gd name="csX6" fmla="*/ 35803 w 60273"/>
                <a:gd name="csY6" fmla="*/ 49082 h 96641"/>
                <a:gd name="csX7" fmla="*/ 44373 w 60273"/>
                <a:gd name="csY7" fmla="*/ 37388 h 96641"/>
                <a:gd name="csX8" fmla="*/ 46853 w 60273"/>
                <a:gd name="csY8" fmla="*/ 27908 h 96641"/>
                <a:gd name="csX9" fmla="*/ 41517 w 60273"/>
                <a:gd name="csY9" fmla="*/ 15571 h 96641"/>
                <a:gd name="csX10" fmla="*/ 27720 w 60273"/>
                <a:gd name="csY10" fmla="*/ 10799 h 96641"/>
                <a:gd name="csX11" fmla="*/ 14943 w 60273"/>
                <a:gd name="csY11" fmla="*/ 12902 h 96641"/>
                <a:gd name="csX12" fmla="*/ 628 w 60273"/>
                <a:gd name="csY12" fmla="*/ 19259 h 96641"/>
                <a:gd name="csX13" fmla="*/ 628 w 60273"/>
                <a:gd name="csY13" fmla="*/ 6294 h 96641"/>
                <a:gd name="csX14" fmla="*/ 15131 w 60273"/>
                <a:gd name="csY14" fmla="*/ 1585 h 96641"/>
                <a:gd name="csX15" fmla="*/ 27468 w 60273"/>
                <a:gd name="csY15" fmla="*/ 0 h 96641"/>
                <a:gd name="csX16" fmla="*/ 50997 w 60273"/>
                <a:gd name="csY16" fmla="*/ 7377 h 96641"/>
                <a:gd name="csX17" fmla="*/ 59771 w 60273"/>
                <a:gd name="csY17" fmla="*/ 27076 h 96641"/>
                <a:gd name="csX18" fmla="*/ 57543 w 60273"/>
                <a:gd name="csY18" fmla="*/ 38205 h 96641"/>
                <a:gd name="csX19" fmla="*/ 49600 w 60273"/>
                <a:gd name="csY19" fmla="*/ 50542 h 96641"/>
                <a:gd name="csX20" fmla="*/ 39492 w 60273"/>
                <a:gd name="csY20" fmla="*/ 61231 h 96641"/>
                <a:gd name="csX21" fmla="*/ 15445 w 60273"/>
                <a:gd name="csY21" fmla="*/ 85827 h 9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3" h="96641">
                  <a:moveTo>
                    <a:pt x="15445" y="85827"/>
                  </a:moveTo>
                  <a:lnTo>
                    <a:pt x="60274" y="85827"/>
                  </a:lnTo>
                  <a:lnTo>
                    <a:pt x="60274" y="96642"/>
                  </a:lnTo>
                  <a:lnTo>
                    <a:pt x="0" y="96642"/>
                  </a:lnTo>
                  <a:lnTo>
                    <a:pt x="0" y="85827"/>
                  </a:lnTo>
                  <a:cubicBezTo>
                    <a:pt x="4876" y="80783"/>
                    <a:pt x="11511" y="74024"/>
                    <a:pt x="19903" y="65548"/>
                  </a:cubicBezTo>
                  <a:cubicBezTo>
                    <a:pt x="28337" y="57030"/>
                    <a:pt x="33637" y="51541"/>
                    <a:pt x="35803" y="49082"/>
                  </a:cubicBezTo>
                  <a:cubicBezTo>
                    <a:pt x="39916" y="44457"/>
                    <a:pt x="42772" y="40559"/>
                    <a:pt x="44373" y="37388"/>
                  </a:cubicBezTo>
                  <a:cubicBezTo>
                    <a:pt x="46027" y="34165"/>
                    <a:pt x="46853" y="31005"/>
                    <a:pt x="46853" y="27908"/>
                  </a:cubicBezTo>
                  <a:cubicBezTo>
                    <a:pt x="46853" y="22864"/>
                    <a:pt x="45074" y="18752"/>
                    <a:pt x="41517" y="15571"/>
                  </a:cubicBezTo>
                  <a:cubicBezTo>
                    <a:pt x="38001" y="12390"/>
                    <a:pt x="33402" y="10799"/>
                    <a:pt x="27720" y="10799"/>
                  </a:cubicBezTo>
                  <a:cubicBezTo>
                    <a:pt x="23691" y="10799"/>
                    <a:pt x="19432" y="11500"/>
                    <a:pt x="14943" y="12902"/>
                  </a:cubicBezTo>
                  <a:cubicBezTo>
                    <a:pt x="10496" y="14304"/>
                    <a:pt x="5724" y="16424"/>
                    <a:pt x="628" y="19259"/>
                  </a:cubicBezTo>
                  <a:lnTo>
                    <a:pt x="628" y="6294"/>
                  </a:lnTo>
                  <a:cubicBezTo>
                    <a:pt x="5808" y="4212"/>
                    <a:pt x="10642" y="2642"/>
                    <a:pt x="15131" y="1585"/>
                  </a:cubicBezTo>
                  <a:cubicBezTo>
                    <a:pt x="19620" y="528"/>
                    <a:pt x="23733" y="0"/>
                    <a:pt x="27468" y="0"/>
                  </a:cubicBezTo>
                  <a:cubicBezTo>
                    <a:pt x="37305" y="0"/>
                    <a:pt x="45148" y="2459"/>
                    <a:pt x="50997" y="7377"/>
                  </a:cubicBezTo>
                  <a:cubicBezTo>
                    <a:pt x="56847" y="12285"/>
                    <a:pt x="59771" y="18851"/>
                    <a:pt x="59771" y="27076"/>
                  </a:cubicBezTo>
                  <a:cubicBezTo>
                    <a:pt x="59771" y="30979"/>
                    <a:pt x="59028" y="34689"/>
                    <a:pt x="57543" y="38205"/>
                  </a:cubicBezTo>
                  <a:cubicBezTo>
                    <a:pt x="56098" y="41679"/>
                    <a:pt x="53451" y="45791"/>
                    <a:pt x="49600" y="50542"/>
                  </a:cubicBezTo>
                  <a:cubicBezTo>
                    <a:pt x="48533" y="51777"/>
                    <a:pt x="45163" y="55340"/>
                    <a:pt x="39492" y="61231"/>
                  </a:cubicBezTo>
                  <a:cubicBezTo>
                    <a:pt x="33810" y="67081"/>
                    <a:pt x="25794" y="75279"/>
                    <a:pt x="15445" y="85827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6A75E813-26E2-8EDD-2692-7E591B69E451}"/>
                </a:ext>
              </a:extLst>
            </p:cNvPr>
            <p:cNvSpPr/>
            <p:nvPr/>
          </p:nvSpPr>
          <p:spPr>
            <a:xfrm>
              <a:off x="7413313" y="4727669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27D06869-5AB3-9889-4234-6FDB0E095E58}"/>
                </a:ext>
              </a:extLst>
            </p:cNvPr>
            <p:cNvSpPr/>
            <p:nvPr/>
          </p:nvSpPr>
          <p:spPr>
            <a:xfrm>
              <a:off x="7450827" y="4648889"/>
              <a:ext cx="61419" cy="96767"/>
            </a:xfrm>
            <a:custGeom>
              <a:avLst/>
              <a:gdLst>
                <a:gd name="csX0" fmla="*/ 4003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1 w 61419"/>
                <a:gd name="csY6" fmla="*/ 32177 h 96767"/>
                <a:gd name="csX7" fmla="*/ 52143 w 61419"/>
                <a:gd name="csY7" fmla="*/ 40889 h 96767"/>
                <a:gd name="csX8" fmla="*/ 61419 w 61419"/>
                <a:gd name="csY8" fmla="*/ 64480 h 96767"/>
                <a:gd name="csX9" fmla="*/ 51876 w 61419"/>
                <a:gd name="csY9" fmla="*/ 88323 h 96767"/>
                <a:gd name="csX10" fmla="*/ 24989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3 w 61419"/>
                <a:gd name="csY21" fmla="*/ 47685 h 96767"/>
                <a:gd name="csX22" fmla="*/ 4003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3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1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19" y="54560"/>
                    <a:pt x="61419" y="64480"/>
                  </a:cubicBezTo>
                  <a:cubicBezTo>
                    <a:pt x="61419" y="74693"/>
                    <a:pt x="58238" y="82641"/>
                    <a:pt x="51876" y="88323"/>
                  </a:cubicBezTo>
                  <a:cubicBezTo>
                    <a:pt x="45525" y="93953"/>
                    <a:pt x="36562" y="96767"/>
                    <a:pt x="24989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6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305" y="42976"/>
                    <a:pt x="17868" y="43358"/>
                    <a:pt x="14425" y="44122"/>
                  </a:cubicBezTo>
                  <a:cubicBezTo>
                    <a:pt x="11035" y="44886"/>
                    <a:pt x="7561" y="46074"/>
                    <a:pt x="4003" y="47685"/>
                  </a:cubicBezTo>
                  <a:lnTo>
                    <a:pt x="4003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8099A08E-A546-BB74-E036-32FF75C24F40}"/>
                </a:ext>
              </a:extLst>
            </p:cNvPr>
            <p:cNvSpPr/>
            <p:nvPr/>
          </p:nvSpPr>
          <p:spPr>
            <a:xfrm>
              <a:off x="7783917" y="4647178"/>
              <a:ext cx="65625" cy="98478"/>
            </a:xfrm>
            <a:custGeom>
              <a:avLst/>
              <a:gdLst>
                <a:gd name="csX0" fmla="*/ 32805 w 65625"/>
                <a:gd name="csY0" fmla="*/ 10171 h 98478"/>
                <a:gd name="csX1" fmla="*/ 17862 w 65625"/>
                <a:gd name="csY1" fmla="*/ 19966 h 98478"/>
                <a:gd name="csX2" fmla="*/ 12902 w 65625"/>
                <a:gd name="csY2" fmla="*/ 49271 h 98478"/>
                <a:gd name="csX3" fmla="*/ 17862 w 65625"/>
                <a:gd name="csY3" fmla="*/ 78591 h 98478"/>
                <a:gd name="csX4" fmla="*/ 32805 w 65625"/>
                <a:gd name="csY4" fmla="*/ 88307 h 98478"/>
                <a:gd name="csX5" fmla="*/ 47748 w 65625"/>
                <a:gd name="csY5" fmla="*/ 78591 h 98478"/>
                <a:gd name="csX6" fmla="*/ 52771 w 65625"/>
                <a:gd name="csY6" fmla="*/ 49271 h 98478"/>
                <a:gd name="csX7" fmla="*/ 47748 w 65625"/>
                <a:gd name="csY7" fmla="*/ 19966 h 98478"/>
                <a:gd name="csX8" fmla="*/ 32805 w 65625"/>
                <a:gd name="csY8" fmla="*/ 10171 h 98478"/>
                <a:gd name="csX9" fmla="*/ 32805 w 65625"/>
                <a:gd name="csY9" fmla="*/ 0 h 98478"/>
                <a:gd name="csX10" fmla="*/ 57166 w 65625"/>
                <a:gd name="csY10" fmla="*/ 12651 h 98478"/>
                <a:gd name="csX11" fmla="*/ 65626 w 65625"/>
                <a:gd name="csY11" fmla="*/ 49271 h 98478"/>
                <a:gd name="csX12" fmla="*/ 57166 w 65625"/>
                <a:gd name="csY12" fmla="*/ 85890 h 98478"/>
                <a:gd name="csX13" fmla="*/ 32805 w 65625"/>
                <a:gd name="csY13" fmla="*/ 98478 h 98478"/>
                <a:gd name="csX14" fmla="*/ 8397 w 65625"/>
                <a:gd name="csY14" fmla="*/ 85890 h 98478"/>
                <a:gd name="csX15" fmla="*/ 0 w 65625"/>
                <a:gd name="csY15" fmla="*/ 49271 h 98478"/>
                <a:gd name="csX16" fmla="*/ 8397 w 65625"/>
                <a:gd name="csY16" fmla="*/ 12651 h 98478"/>
                <a:gd name="csX17" fmla="*/ 32805 w 65625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5" h="98478">
                  <a:moveTo>
                    <a:pt x="32805" y="10171"/>
                  </a:moveTo>
                  <a:cubicBezTo>
                    <a:pt x="26192" y="10171"/>
                    <a:pt x="21211" y="13436"/>
                    <a:pt x="17862" y="19966"/>
                  </a:cubicBezTo>
                  <a:cubicBezTo>
                    <a:pt x="14556" y="26443"/>
                    <a:pt x="12902" y="36211"/>
                    <a:pt x="12902" y="49271"/>
                  </a:cubicBezTo>
                  <a:cubicBezTo>
                    <a:pt x="12902" y="62288"/>
                    <a:pt x="14556" y="72062"/>
                    <a:pt x="17862" y="78591"/>
                  </a:cubicBezTo>
                  <a:cubicBezTo>
                    <a:pt x="21211" y="85068"/>
                    <a:pt x="26192" y="88307"/>
                    <a:pt x="32805" y="88307"/>
                  </a:cubicBezTo>
                  <a:cubicBezTo>
                    <a:pt x="39460" y="88307"/>
                    <a:pt x="44441" y="85068"/>
                    <a:pt x="47748" y="78591"/>
                  </a:cubicBezTo>
                  <a:cubicBezTo>
                    <a:pt x="51097" y="72061"/>
                    <a:pt x="52771" y="62288"/>
                    <a:pt x="52771" y="49271"/>
                  </a:cubicBezTo>
                  <a:cubicBezTo>
                    <a:pt x="52771" y="36211"/>
                    <a:pt x="51097" y="26443"/>
                    <a:pt x="47748" y="19966"/>
                  </a:cubicBezTo>
                  <a:cubicBezTo>
                    <a:pt x="44441" y="13436"/>
                    <a:pt x="39460" y="10171"/>
                    <a:pt x="32805" y="10171"/>
                  </a:cubicBezTo>
                  <a:moveTo>
                    <a:pt x="32805" y="0"/>
                  </a:moveTo>
                  <a:cubicBezTo>
                    <a:pt x="43447" y="0"/>
                    <a:pt x="51567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67" y="94282"/>
                    <a:pt x="43447" y="98478"/>
                    <a:pt x="32805" y="98478"/>
                  </a:cubicBezTo>
                  <a:cubicBezTo>
                    <a:pt x="22174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3" y="0"/>
                    <a:pt x="3280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20CD71F8-C6F3-9390-2ED6-B5E419DE258C}"/>
                </a:ext>
              </a:extLst>
            </p:cNvPr>
            <p:cNvSpPr/>
            <p:nvPr/>
          </p:nvSpPr>
          <p:spPr>
            <a:xfrm>
              <a:off x="7872115" y="4727669"/>
              <a:ext cx="13404" cy="16151"/>
            </a:xfrm>
            <a:custGeom>
              <a:avLst/>
              <a:gdLst>
                <a:gd name="csX0" fmla="*/ 0 w 13404"/>
                <a:gd name="csY0" fmla="*/ 0 h 16151"/>
                <a:gd name="csX1" fmla="*/ 13405 w 13404"/>
                <a:gd name="csY1" fmla="*/ 0 h 16151"/>
                <a:gd name="csX2" fmla="*/ 13405 w 13404"/>
                <a:gd name="csY2" fmla="*/ 16151 h 16151"/>
                <a:gd name="csX3" fmla="*/ 0 w 13404"/>
                <a:gd name="csY3" fmla="*/ 16151 h 16151"/>
                <a:gd name="csX4" fmla="*/ 0 w 13404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04" h="16151">
                  <a:moveTo>
                    <a:pt x="0" y="0"/>
                  </a:moveTo>
                  <a:lnTo>
                    <a:pt x="13405" y="0"/>
                  </a:lnTo>
                  <a:lnTo>
                    <a:pt x="13405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9B383872-4662-7848-09FE-6AD248862875}"/>
                </a:ext>
              </a:extLst>
            </p:cNvPr>
            <p:cNvSpPr/>
            <p:nvPr/>
          </p:nvSpPr>
          <p:spPr>
            <a:xfrm>
              <a:off x="7908153" y="4647178"/>
              <a:ext cx="65625" cy="98478"/>
            </a:xfrm>
            <a:custGeom>
              <a:avLst/>
              <a:gdLst>
                <a:gd name="csX0" fmla="*/ 32821 w 65625"/>
                <a:gd name="csY0" fmla="*/ 10171 h 98478"/>
                <a:gd name="csX1" fmla="*/ 17878 w 65625"/>
                <a:gd name="csY1" fmla="*/ 19966 h 98478"/>
                <a:gd name="csX2" fmla="*/ 12918 w 65625"/>
                <a:gd name="csY2" fmla="*/ 49271 h 98478"/>
                <a:gd name="csX3" fmla="*/ 17878 w 65625"/>
                <a:gd name="csY3" fmla="*/ 78591 h 98478"/>
                <a:gd name="csX4" fmla="*/ 32821 w 65625"/>
                <a:gd name="csY4" fmla="*/ 88307 h 98478"/>
                <a:gd name="csX5" fmla="*/ 47764 w 65625"/>
                <a:gd name="csY5" fmla="*/ 78591 h 98478"/>
                <a:gd name="csX6" fmla="*/ 52787 w 65625"/>
                <a:gd name="csY6" fmla="*/ 49271 h 98478"/>
                <a:gd name="csX7" fmla="*/ 47764 w 65625"/>
                <a:gd name="csY7" fmla="*/ 19966 h 98478"/>
                <a:gd name="csX8" fmla="*/ 32821 w 65625"/>
                <a:gd name="csY8" fmla="*/ 10171 h 98478"/>
                <a:gd name="csX9" fmla="*/ 32821 w 65625"/>
                <a:gd name="csY9" fmla="*/ 0 h 98478"/>
                <a:gd name="csX10" fmla="*/ 57166 w 65625"/>
                <a:gd name="csY10" fmla="*/ 12651 h 98478"/>
                <a:gd name="csX11" fmla="*/ 65626 w 65625"/>
                <a:gd name="csY11" fmla="*/ 49271 h 98478"/>
                <a:gd name="csX12" fmla="*/ 57166 w 65625"/>
                <a:gd name="csY12" fmla="*/ 85890 h 98478"/>
                <a:gd name="csX13" fmla="*/ 32821 w 65625"/>
                <a:gd name="csY13" fmla="*/ 98478 h 98478"/>
                <a:gd name="csX14" fmla="*/ 8397 w 65625"/>
                <a:gd name="csY14" fmla="*/ 85890 h 98478"/>
                <a:gd name="csX15" fmla="*/ 0 w 65625"/>
                <a:gd name="csY15" fmla="*/ 49271 h 98478"/>
                <a:gd name="csX16" fmla="*/ 8397 w 65625"/>
                <a:gd name="csY16" fmla="*/ 12651 h 98478"/>
                <a:gd name="csX17" fmla="*/ 32821 w 65625"/>
                <a:gd name="csY17" fmla="*/ 0 h 98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25" h="98478">
                  <a:moveTo>
                    <a:pt x="32821" y="10171"/>
                  </a:moveTo>
                  <a:cubicBezTo>
                    <a:pt x="26208" y="10171"/>
                    <a:pt x="21227" y="13436"/>
                    <a:pt x="17878" y="19966"/>
                  </a:cubicBezTo>
                  <a:cubicBezTo>
                    <a:pt x="14571" y="26443"/>
                    <a:pt x="12918" y="36211"/>
                    <a:pt x="12918" y="49271"/>
                  </a:cubicBezTo>
                  <a:cubicBezTo>
                    <a:pt x="12918" y="62288"/>
                    <a:pt x="14571" y="72062"/>
                    <a:pt x="17878" y="78591"/>
                  </a:cubicBezTo>
                  <a:cubicBezTo>
                    <a:pt x="21227" y="85068"/>
                    <a:pt x="26208" y="88307"/>
                    <a:pt x="32821" y="88307"/>
                  </a:cubicBezTo>
                  <a:cubicBezTo>
                    <a:pt x="39476" y="88307"/>
                    <a:pt x="44457" y="85068"/>
                    <a:pt x="47764" y="78591"/>
                  </a:cubicBezTo>
                  <a:cubicBezTo>
                    <a:pt x="51112" y="72061"/>
                    <a:pt x="52787" y="62288"/>
                    <a:pt x="52787" y="49271"/>
                  </a:cubicBezTo>
                  <a:cubicBezTo>
                    <a:pt x="52787" y="36211"/>
                    <a:pt x="51112" y="26443"/>
                    <a:pt x="47764" y="19966"/>
                  </a:cubicBezTo>
                  <a:cubicBezTo>
                    <a:pt x="44457" y="13436"/>
                    <a:pt x="39476" y="10171"/>
                    <a:pt x="32821" y="10171"/>
                  </a:cubicBezTo>
                  <a:moveTo>
                    <a:pt x="32821" y="0"/>
                  </a:moveTo>
                  <a:cubicBezTo>
                    <a:pt x="43463" y="0"/>
                    <a:pt x="51578" y="4217"/>
                    <a:pt x="57166" y="12651"/>
                  </a:cubicBezTo>
                  <a:cubicBezTo>
                    <a:pt x="62806" y="21043"/>
                    <a:pt x="65626" y="33250"/>
                    <a:pt x="65626" y="49271"/>
                  </a:cubicBezTo>
                  <a:cubicBezTo>
                    <a:pt x="65626" y="65249"/>
                    <a:pt x="62806" y="77456"/>
                    <a:pt x="57166" y="85890"/>
                  </a:cubicBezTo>
                  <a:cubicBezTo>
                    <a:pt x="51578" y="94282"/>
                    <a:pt x="43463" y="98478"/>
                    <a:pt x="32821" y="98478"/>
                  </a:cubicBezTo>
                  <a:cubicBezTo>
                    <a:pt x="22179" y="98478"/>
                    <a:pt x="14038" y="94282"/>
                    <a:pt x="8397" y="85890"/>
                  </a:cubicBezTo>
                  <a:cubicBezTo>
                    <a:pt x="2799" y="77456"/>
                    <a:pt x="0" y="65249"/>
                    <a:pt x="0" y="49271"/>
                  </a:cubicBezTo>
                  <a:cubicBezTo>
                    <a:pt x="0" y="33250"/>
                    <a:pt x="2799" y="21043"/>
                    <a:pt x="8397" y="12651"/>
                  </a:cubicBezTo>
                  <a:cubicBezTo>
                    <a:pt x="14038" y="4217"/>
                    <a:pt x="22179" y="0"/>
                    <a:pt x="32821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F1BBCFAE-0445-CADF-4B21-E47C9A20ACBF}"/>
                </a:ext>
              </a:extLst>
            </p:cNvPr>
            <p:cNvSpPr/>
            <p:nvPr/>
          </p:nvSpPr>
          <p:spPr>
            <a:xfrm>
              <a:off x="8297876" y="4647178"/>
              <a:ext cx="60273" cy="96641"/>
            </a:xfrm>
            <a:custGeom>
              <a:avLst/>
              <a:gdLst>
                <a:gd name="csX0" fmla="*/ 15445 w 60273"/>
                <a:gd name="csY0" fmla="*/ 85827 h 96641"/>
                <a:gd name="csX1" fmla="*/ 60274 w 60273"/>
                <a:gd name="csY1" fmla="*/ 85827 h 96641"/>
                <a:gd name="csX2" fmla="*/ 60274 w 60273"/>
                <a:gd name="csY2" fmla="*/ 96642 h 96641"/>
                <a:gd name="csX3" fmla="*/ 0 w 60273"/>
                <a:gd name="csY3" fmla="*/ 96642 h 96641"/>
                <a:gd name="csX4" fmla="*/ 0 w 60273"/>
                <a:gd name="csY4" fmla="*/ 85827 h 96641"/>
                <a:gd name="csX5" fmla="*/ 19903 w 60273"/>
                <a:gd name="csY5" fmla="*/ 65548 h 96641"/>
                <a:gd name="csX6" fmla="*/ 35803 w 60273"/>
                <a:gd name="csY6" fmla="*/ 49082 h 96641"/>
                <a:gd name="csX7" fmla="*/ 44389 w 60273"/>
                <a:gd name="csY7" fmla="*/ 37388 h 96641"/>
                <a:gd name="csX8" fmla="*/ 46869 w 60273"/>
                <a:gd name="csY8" fmla="*/ 27908 h 96641"/>
                <a:gd name="csX9" fmla="*/ 41517 w 60273"/>
                <a:gd name="csY9" fmla="*/ 15571 h 96641"/>
                <a:gd name="csX10" fmla="*/ 27719 w 60273"/>
                <a:gd name="csY10" fmla="*/ 10799 h 96641"/>
                <a:gd name="csX11" fmla="*/ 14943 w 60273"/>
                <a:gd name="csY11" fmla="*/ 12902 h 96641"/>
                <a:gd name="csX12" fmla="*/ 643 w 60273"/>
                <a:gd name="csY12" fmla="*/ 19259 h 96641"/>
                <a:gd name="csX13" fmla="*/ 643 w 60273"/>
                <a:gd name="csY13" fmla="*/ 6294 h 96641"/>
                <a:gd name="csX14" fmla="*/ 15131 w 60273"/>
                <a:gd name="csY14" fmla="*/ 1585 h 96641"/>
                <a:gd name="csX15" fmla="*/ 27468 w 60273"/>
                <a:gd name="csY15" fmla="*/ 0 h 96641"/>
                <a:gd name="csX16" fmla="*/ 50997 w 60273"/>
                <a:gd name="csY16" fmla="*/ 7377 h 96641"/>
                <a:gd name="csX17" fmla="*/ 59771 w 60273"/>
                <a:gd name="csY17" fmla="*/ 27076 h 96641"/>
                <a:gd name="csX18" fmla="*/ 57542 w 60273"/>
                <a:gd name="csY18" fmla="*/ 38205 h 96641"/>
                <a:gd name="csX19" fmla="*/ 49600 w 60273"/>
                <a:gd name="csY19" fmla="*/ 50542 h 96641"/>
                <a:gd name="csX20" fmla="*/ 39492 w 60273"/>
                <a:gd name="csY20" fmla="*/ 61231 h 96641"/>
                <a:gd name="csX21" fmla="*/ 15445 w 60273"/>
                <a:gd name="csY21" fmla="*/ 85827 h 9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3" h="96641">
                  <a:moveTo>
                    <a:pt x="15445" y="85827"/>
                  </a:moveTo>
                  <a:lnTo>
                    <a:pt x="60274" y="85827"/>
                  </a:lnTo>
                  <a:lnTo>
                    <a:pt x="60274" y="96642"/>
                  </a:lnTo>
                  <a:lnTo>
                    <a:pt x="0" y="96642"/>
                  </a:lnTo>
                  <a:lnTo>
                    <a:pt x="0" y="85827"/>
                  </a:lnTo>
                  <a:cubicBezTo>
                    <a:pt x="4876" y="80783"/>
                    <a:pt x="11510" y="74024"/>
                    <a:pt x="19903" y="65548"/>
                  </a:cubicBezTo>
                  <a:cubicBezTo>
                    <a:pt x="28337" y="57030"/>
                    <a:pt x="33637" y="51541"/>
                    <a:pt x="35803" y="49082"/>
                  </a:cubicBezTo>
                  <a:cubicBezTo>
                    <a:pt x="39915" y="44457"/>
                    <a:pt x="42778" y="40559"/>
                    <a:pt x="44389" y="37388"/>
                  </a:cubicBezTo>
                  <a:cubicBezTo>
                    <a:pt x="46042" y="34165"/>
                    <a:pt x="46869" y="31005"/>
                    <a:pt x="46869" y="27908"/>
                  </a:cubicBezTo>
                  <a:cubicBezTo>
                    <a:pt x="46869" y="22864"/>
                    <a:pt x="45085" y="18752"/>
                    <a:pt x="41517" y="15571"/>
                  </a:cubicBezTo>
                  <a:cubicBezTo>
                    <a:pt x="38001" y="12390"/>
                    <a:pt x="33402" y="10799"/>
                    <a:pt x="27719" y="10799"/>
                  </a:cubicBezTo>
                  <a:cubicBezTo>
                    <a:pt x="23691" y="10799"/>
                    <a:pt x="19432" y="11500"/>
                    <a:pt x="14943" y="12902"/>
                  </a:cubicBezTo>
                  <a:cubicBezTo>
                    <a:pt x="10496" y="14304"/>
                    <a:pt x="5729" y="16424"/>
                    <a:pt x="643" y="19259"/>
                  </a:cubicBezTo>
                  <a:lnTo>
                    <a:pt x="643" y="6294"/>
                  </a:lnTo>
                  <a:cubicBezTo>
                    <a:pt x="5813" y="4212"/>
                    <a:pt x="10642" y="2642"/>
                    <a:pt x="15131" y="1585"/>
                  </a:cubicBezTo>
                  <a:cubicBezTo>
                    <a:pt x="19631" y="528"/>
                    <a:pt x="23743" y="0"/>
                    <a:pt x="27468" y="0"/>
                  </a:cubicBezTo>
                  <a:cubicBezTo>
                    <a:pt x="37305" y="0"/>
                    <a:pt x="45148" y="2459"/>
                    <a:pt x="50997" y="7377"/>
                  </a:cubicBezTo>
                  <a:cubicBezTo>
                    <a:pt x="56847" y="12285"/>
                    <a:pt x="59771" y="18851"/>
                    <a:pt x="59771" y="27076"/>
                  </a:cubicBezTo>
                  <a:cubicBezTo>
                    <a:pt x="59771" y="30979"/>
                    <a:pt x="59028" y="34689"/>
                    <a:pt x="57542" y="38205"/>
                  </a:cubicBezTo>
                  <a:cubicBezTo>
                    <a:pt x="56098" y="41679"/>
                    <a:pt x="53451" y="45791"/>
                    <a:pt x="49600" y="50542"/>
                  </a:cubicBezTo>
                  <a:cubicBezTo>
                    <a:pt x="48533" y="51777"/>
                    <a:pt x="45164" y="55340"/>
                    <a:pt x="39492" y="61231"/>
                  </a:cubicBezTo>
                  <a:cubicBezTo>
                    <a:pt x="33810" y="67081"/>
                    <a:pt x="25794" y="75279"/>
                    <a:pt x="15445" y="85827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794B8987-2635-1843-D5E2-823C1ED685A2}"/>
                </a:ext>
              </a:extLst>
            </p:cNvPr>
            <p:cNvSpPr/>
            <p:nvPr/>
          </p:nvSpPr>
          <p:spPr>
            <a:xfrm>
              <a:off x="8385116" y="4727669"/>
              <a:ext cx="13420" cy="16151"/>
            </a:xfrm>
            <a:custGeom>
              <a:avLst/>
              <a:gdLst>
                <a:gd name="csX0" fmla="*/ 0 w 13420"/>
                <a:gd name="csY0" fmla="*/ 0 h 16151"/>
                <a:gd name="csX1" fmla="*/ 13420 w 13420"/>
                <a:gd name="csY1" fmla="*/ 0 h 16151"/>
                <a:gd name="csX2" fmla="*/ 13420 w 13420"/>
                <a:gd name="csY2" fmla="*/ 16151 h 16151"/>
                <a:gd name="csX3" fmla="*/ 0 w 13420"/>
                <a:gd name="csY3" fmla="*/ 16151 h 16151"/>
                <a:gd name="csX4" fmla="*/ 0 w 13420"/>
                <a:gd name="csY4" fmla="*/ 0 h 161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420" h="16151">
                  <a:moveTo>
                    <a:pt x="0" y="0"/>
                  </a:moveTo>
                  <a:lnTo>
                    <a:pt x="13420" y="0"/>
                  </a:lnTo>
                  <a:lnTo>
                    <a:pt x="13420" y="16151"/>
                  </a:lnTo>
                  <a:lnTo>
                    <a:pt x="0" y="16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E69B633E-9CC6-934F-4D17-B4561EE63DF8}"/>
                </a:ext>
              </a:extLst>
            </p:cNvPr>
            <p:cNvSpPr/>
            <p:nvPr/>
          </p:nvSpPr>
          <p:spPr>
            <a:xfrm>
              <a:off x="8422629" y="4648889"/>
              <a:ext cx="61419" cy="96767"/>
            </a:xfrm>
            <a:custGeom>
              <a:avLst/>
              <a:gdLst>
                <a:gd name="csX0" fmla="*/ 4003 w 61419"/>
                <a:gd name="csY0" fmla="*/ 0 h 96767"/>
                <a:gd name="csX1" fmla="*/ 54419 w 61419"/>
                <a:gd name="csY1" fmla="*/ 0 h 96767"/>
                <a:gd name="csX2" fmla="*/ 54419 w 61419"/>
                <a:gd name="csY2" fmla="*/ 10815 h 96767"/>
                <a:gd name="csX3" fmla="*/ 15759 w 61419"/>
                <a:gd name="csY3" fmla="*/ 10815 h 96767"/>
                <a:gd name="csX4" fmla="*/ 15759 w 61419"/>
                <a:gd name="csY4" fmla="*/ 34077 h 96767"/>
                <a:gd name="csX5" fmla="*/ 21363 w 61419"/>
                <a:gd name="csY5" fmla="*/ 32680 h 96767"/>
                <a:gd name="csX6" fmla="*/ 26951 w 61419"/>
                <a:gd name="csY6" fmla="*/ 32177 h 96767"/>
                <a:gd name="csX7" fmla="*/ 52143 w 61419"/>
                <a:gd name="csY7" fmla="*/ 40889 h 96767"/>
                <a:gd name="csX8" fmla="*/ 61420 w 61419"/>
                <a:gd name="csY8" fmla="*/ 64480 h 96767"/>
                <a:gd name="csX9" fmla="*/ 51876 w 61419"/>
                <a:gd name="csY9" fmla="*/ 88323 h 96767"/>
                <a:gd name="csX10" fmla="*/ 24989 w 61419"/>
                <a:gd name="csY10" fmla="*/ 96767 h 96767"/>
                <a:gd name="csX11" fmla="*/ 12777 w 61419"/>
                <a:gd name="csY11" fmla="*/ 95763 h 96767"/>
                <a:gd name="csX12" fmla="*/ 0 w 61419"/>
                <a:gd name="csY12" fmla="*/ 92702 h 96767"/>
                <a:gd name="csX13" fmla="*/ 0 w 61419"/>
                <a:gd name="csY13" fmla="*/ 79800 h 96767"/>
                <a:gd name="csX14" fmla="*/ 11819 w 61419"/>
                <a:gd name="csY14" fmla="*/ 84446 h 96767"/>
                <a:gd name="csX15" fmla="*/ 24737 w 61419"/>
                <a:gd name="csY15" fmla="*/ 85968 h 96767"/>
                <a:gd name="csX16" fmla="*/ 42160 w 61419"/>
                <a:gd name="csY16" fmla="*/ 80177 h 96767"/>
                <a:gd name="csX17" fmla="*/ 48580 w 61419"/>
                <a:gd name="csY17" fmla="*/ 64480 h 96767"/>
                <a:gd name="csX18" fmla="*/ 42160 w 61419"/>
                <a:gd name="csY18" fmla="*/ 48768 h 96767"/>
                <a:gd name="csX19" fmla="*/ 24737 w 61419"/>
                <a:gd name="csY19" fmla="*/ 42976 h 96767"/>
                <a:gd name="csX20" fmla="*/ 14425 w 61419"/>
                <a:gd name="csY20" fmla="*/ 44122 h 96767"/>
                <a:gd name="csX21" fmla="*/ 4003 w 61419"/>
                <a:gd name="csY21" fmla="*/ 47685 h 96767"/>
                <a:gd name="csX22" fmla="*/ 4003 w 61419"/>
                <a:gd name="csY22" fmla="*/ 0 h 9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61419" h="96767">
                  <a:moveTo>
                    <a:pt x="4003" y="0"/>
                  </a:moveTo>
                  <a:lnTo>
                    <a:pt x="54419" y="0"/>
                  </a:lnTo>
                  <a:lnTo>
                    <a:pt x="54419" y="10815"/>
                  </a:lnTo>
                  <a:lnTo>
                    <a:pt x="15759" y="10815"/>
                  </a:lnTo>
                  <a:lnTo>
                    <a:pt x="15759" y="34077"/>
                  </a:lnTo>
                  <a:cubicBezTo>
                    <a:pt x="17632" y="33449"/>
                    <a:pt x="19500" y="32983"/>
                    <a:pt x="21363" y="32680"/>
                  </a:cubicBezTo>
                  <a:cubicBezTo>
                    <a:pt x="23225" y="32345"/>
                    <a:pt x="25088" y="32177"/>
                    <a:pt x="26951" y="32177"/>
                  </a:cubicBezTo>
                  <a:cubicBezTo>
                    <a:pt x="37551" y="32177"/>
                    <a:pt x="45948" y="35081"/>
                    <a:pt x="52143" y="40889"/>
                  </a:cubicBezTo>
                  <a:cubicBezTo>
                    <a:pt x="58327" y="46696"/>
                    <a:pt x="61420" y="54560"/>
                    <a:pt x="61420" y="64480"/>
                  </a:cubicBezTo>
                  <a:cubicBezTo>
                    <a:pt x="61420" y="74693"/>
                    <a:pt x="58238" y="82641"/>
                    <a:pt x="51876" y="88323"/>
                  </a:cubicBezTo>
                  <a:cubicBezTo>
                    <a:pt x="45525" y="93953"/>
                    <a:pt x="36562" y="96767"/>
                    <a:pt x="24989" y="96767"/>
                  </a:cubicBezTo>
                  <a:cubicBezTo>
                    <a:pt x="21002" y="96767"/>
                    <a:pt x="16931" y="96433"/>
                    <a:pt x="12777" y="95763"/>
                  </a:cubicBezTo>
                  <a:cubicBezTo>
                    <a:pt x="8664" y="95083"/>
                    <a:pt x="4405" y="94062"/>
                    <a:pt x="0" y="92702"/>
                  </a:cubicBezTo>
                  <a:lnTo>
                    <a:pt x="0" y="79800"/>
                  </a:lnTo>
                  <a:cubicBezTo>
                    <a:pt x="3809" y="81872"/>
                    <a:pt x="7749" y="83420"/>
                    <a:pt x="11819" y="84446"/>
                  </a:cubicBezTo>
                  <a:cubicBezTo>
                    <a:pt x="15890" y="85461"/>
                    <a:pt x="20196" y="85968"/>
                    <a:pt x="24737" y="85968"/>
                  </a:cubicBezTo>
                  <a:cubicBezTo>
                    <a:pt x="32062" y="85968"/>
                    <a:pt x="37870" y="84038"/>
                    <a:pt x="42160" y="80177"/>
                  </a:cubicBezTo>
                  <a:cubicBezTo>
                    <a:pt x="46440" y="76326"/>
                    <a:pt x="48580" y="71094"/>
                    <a:pt x="48580" y="64480"/>
                  </a:cubicBezTo>
                  <a:cubicBezTo>
                    <a:pt x="48580" y="57867"/>
                    <a:pt x="46440" y="52630"/>
                    <a:pt x="42160" y="48768"/>
                  </a:cubicBezTo>
                  <a:cubicBezTo>
                    <a:pt x="37870" y="44907"/>
                    <a:pt x="32062" y="42976"/>
                    <a:pt x="24737" y="42976"/>
                  </a:cubicBezTo>
                  <a:cubicBezTo>
                    <a:pt x="21305" y="42976"/>
                    <a:pt x="17868" y="43358"/>
                    <a:pt x="14425" y="44122"/>
                  </a:cubicBezTo>
                  <a:cubicBezTo>
                    <a:pt x="11035" y="44886"/>
                    <a:pt x="7560" y="46074"/>
                    <a:pt x="4003" y="47685"/>
                  </a:cubicBezTo>
                  <a:lnTo>
                    <a:pt x="4003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E9FB8B1C-558A-CC07-C884-89B89EC0C1E4}"/>
                </a:ext>
              </a:extLst>
            </p:cNvPr>
            <p:cNvSpPr/>
            <p:nvPr/>
          </p:nvSpPr>
          <p:spPr>
            <a:xfrm>
              <a:off x="6874570" y="4794912"/>
              <a:ext cx="81620" cy="99043"/>
            </a:xfrm>
            <a:custGeom>
              <a:avLst/>
              <a:gdLst>
                <a:gd name="csX0" fmla="*/ 81621 w 81620"/>
                <a:gd name="csY0" fmla="*/ 45001 h 99043"/>
                <a:gd name="csX1" fmla="*/ 77131 w 81620"/>
                <a:gd name="csY1" fmla="*/ 59928 h 99043"/>
                <a:gd name="csX2" fmla="*/ 65956 w 81620"/>
                <a:gd name="csY2" fmla="*/ 68232 h 99043"/>
                <a:gd name="csX3" fmla="*/ 57134 w 81620"/>
                <a:gd name="csY3" fmla="*/ 65218 h 99043"/>
                <a:gd name="csX4" fmla="*/ 52426 w 81620"/>
                <a:gd name="csY4" fmla="*/ 57213 h 99043"/>
                <a:gd name="csX5" fmla="*/ 49114 w 81620"/>
                <a:gd name="csY5" fmla="*/ 60807 h 99043"/>
                <a:gd name="csX6" fmla="*/ 45142 w 81620"/>
                <a:gd name="csY6" fmla="*/ 64198 h 99043"/>
                <a:gd name="csX7" fmla="*/ 39335 w 81620"/>
                <a:gd name="csY7" fmla="*/ 67211 h 99043"/>
                <a:gd name="csX8" fmla="*/ 32429 w 81620"/>
                <a:gd name="csY8" fmla="*/ 68232 h 99043"/>
                <a:gd name="csX9" fmla="*/ 17800 w 81620"/>
                <a:gd name="csY9" fmla="*/ 63523 h 99043"/>
                <a:gd name="csX10" fmla="*/ 9481 w 81620"/>
                <a:gd name="csY10" fmla="*/ 95888 h 99043"/>
                <a:gd name="csX11" fmla="*/ 4270 w 81620"/>
                <a:gd name="csY11" fmla="*/ 99043 h 99043"/>
                <a:gd name="csX12" fmla="*/ 1177 w 81620"/>
                <a:gd name="csY12" fmla="*/ 97866 h 99043"/>
                <a:gd name="csX13" fmla="*/ 0 w 81620"/>
                <a:gd name="csY13" fmla="*/ 94994 h 99043"/>
                <a:gd name="csX14" fmla="*/ 518 w 81620"/>
                <a:gd name="csY14" fmla="*/ 92576 h 99043"/>
                <a:gd name="csX15" fmla="*/ 22132 w 81620"/>
                <a:gd name="csY15" fmla="*/ 5447 h 99043"/>
                <a:gd name="csX16" fmla="*/ 24188 w 81620"/>
                <a:gd name="csY16" fmla="*/ 1774 h 99043"/>
                <a:gd name="csX17" fmla="*/ 26621 w 81620"/>
                <a:gd name="csY17" fmla="*/ 220 h 99043"/>
                <a:gd name="csX18" fmla="*/ 28159 w 81620"/>
                <a:gd name="csY18" fmla="*/ 0 h 99043"/>
                <a:gd name="csX19" fmla="*/ 31330 w 81620"/>
                <a:gd name="csY19" fmla="*/ 1099 h 99043"/>
                <a:gd name="csX20" fmla="*/ 32570 w 81620"/>
                <a:gd name="csY20" fmla="*/ 4050 h 99043"/>
                <a:gd name="csX21" fmla="*/ 32130 w 81620"/>
                <a:gd name="csY21" fmla="*/ 6027 h 99043"/>
                <a:gd name="csX22" fmla="*/ 31173 w 81620"/>
                <a:gd name="csY22" fmla="*/ 10155 h 99043"/>
                <a:gd name="csX23" fmla="*/ 30294 w 81620"/>
                <a:gd name="csY23" fmla="*/ 13671 h 99043"/>
                <a:gd name="csX24" fmla="*/ 23968 w 81620"/>
                <a:gd name="csY24" fmla="*/ 38974 h 99043"/>
                <a:gd name="csX25" fmla="*/ 21834 w 81620"/>
                <a:gd name="csY25" fmla="*/ 51766 h 99043"/>
                <a:gd name="csX26" fmla="*/ 24628 w 81620"/>
                <a:gd name="csY26" fmla="*/ 61467 h 99043"/>
                <a:gd name="csX27" fmla="*/ 33009 w 81620"/>
                <a:gd name="csY27" fmla="*/ 64857 h 99043"/>
                <a:gd name="csX28" fmla="*/ 39712 w 81620"/>
                <a:gd name="csY28" fmla="*/ 63460 h 99043"/>
                <a:gd name="csX29" fmla="*/ 45142 w 81620"/>
                <a:gd name="csY29" fmla="*/ 60007 h 99043"/>
                <a:gd name="csX30" fmla="*/ 49114 w 81620"/>
                <a:gd name="csY30" fmla="*/ 55879 h 99043"/>
                <a:gd name="csX31" fmla="*/ 51688 w 81620"/>
                <a:gd name="csY31" fmla="*/ 52284 h 99043"/>
                <a:gd name="csX32" fmla="*/ 52582 w 81620"/>
                <a:gd name="csY32" fmla="*/ 50448 h 99043"/>
                <a:gd name="csX33" fmla="*/ 56475 w 81620"/>
                <a:gd name="csY33" fmla="*/ 35081 h 99043"/>
                <a:gd name="csX34" fmla="*/ 63601 w 81620"/>
                <a:gd name="csY34" fmla="*/ 6906 h 99043"/>
                <a:gd name="csX35" fmla="*/ 64857 w 81620"/>
                <a:gd name="csY35" fmla="*/ 3971 h 99043"/>
                <a:gd name="csX36" fmla="*/ 66772 w 81620"/>
                <a:gd name="csY36" fmla="*/ 2276 h 99043"/>
                <a:gd name="csX37" fmla="*/ 68389 w 81620"/>
                <a:gd name="csY37" fmla="*/ 1774 h 99043"/>
                <a:gd name="csX38" fmla="*/ 69487 w 81620"/>
                <a:gd name="csY38" fmla="*/ 1617 h 99043"/>
                <a:gd name="csX39" fmla="*/ 72580 w 81620"/>
                <a:gd name="csY39" fmla="*/ 2715 h 99043"/>
                <a:gd name="csX40" fmla="*/ 73820 w 81620"/>
                <a:gd name="csY40" fmla="*/ 5729 h 99043"/>
                <a:gd name="csX41" fmla="*/ 73380 w 81620"/>
                <a:gd name="csY41" fmla="*/ 7864 h 99043"/>
                <a:gd name="csX42" fmla="*/ 72423 w 81620"/>
                <a:gd name="csY42" fmla="*/ 12055 h 99043"/>
                <a:gd name="csX43" fmla="*/ 71544 w 81620"/>
                <a:gd name="csY43" fmla="*/ 15806 h 99043"/>
                <a:gd name="csX44" fmla="*/ 68969 w 81620"/>
                <a:gd name="csY44" fmla="*/ 26024 h 99043"/>
                <a:gd name="csX45" fmla="*/ 64778 w 81620"/>
                <a:gd name="csY45" fmla="*/ 42286 h 99043"/>
                <a:gd name="csX46" fmla="*/ 63821 w 81620"/>
                <a:gd name="csY46" fmla="*/ 46320 h 99043"/>
                <a:gd name="csX47" fmla="*/ 62801 w 81620"/>
                <a:gd name="csY47" fmla="*/ 51029 h 99043"/>
                <a:gd name="csX48" fmla="*/ 62063 w 81620"/>
                <a:gd name="csY48" fmla="*/ 54701 h 99043"/>
                <a:gd name="csX49" fmla="*/ 61765 w 81620"/>
                <a:gd name="csY49" fmla="*/ 57935 h 99043"/>
                <a:gd name="csX50" fmla="*/ 66332 w 81620"/>
                <a:gd name="csY50" fmla="*/ 64857 h 99043"/>
                <a:gd name="csX51" fmla="*/ 69629 w 81620"/>
                <a:gd name="csY51" fmla="*/ 63821 h 99043"/>
                <a:gd name="csX52" fmla="*/ 72203 w 81620"/>
                <a:gd name="csY52" fmla="*/ 61184 h 99043"/>
                <a:gd name="csX53" fmla="*/ 74338 w 81620"/>
                <a:gd name="csY53" fmla="*/ 56993 h 99043"/>
                <a:gd name="csX54" fmla="*/ 76111 w 81620"/>
                <a:gd name="csY54" fmla="*/ 52065 h 99043"/>
                <a:gd name="csX55" fmla="*/ 77728 w 81620"/>
                <a:gd name="csY55" fmla="*/ 46257 h 99043"/>
                <a:gd name="csX56" fmla="*/ 78466 w 81620"/>
                <a:gd name="csY56" fmla="*/ 44044 h 99043"/>
                <a:gd name="csX57" fmla="*/ 79863 w 81620"/>
                <a:gd name="csY57" fmla="*/ 43526 h 99043"/>
                <a:gd name="csX58" fmla="*/ 81621 w 81620"/>
                <a:gd name="csY58" fmla="*/ 45001 h 990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81620" h="99043">
                  <a:moveTo>
                    <a:pt x="81621" y="45001"/>
                  </a:moveTo>
                  <a:cubicBezTo>
                    <a:pt x="80344" y="51322"/>
                    <a:pt x="78848" y="56297"/>
                    <a:pt x="77131" y="59928"/>
                  </a:cubicBezTo>
                  <a:cubicBezTo>
                    <a:pt x="74390" y="65464"/>
                    <a:pt x="70665" y="68232"/>
                    <a:pt x="65956" y="68232"/>
                  </a:cubicBezTo>
                  <a:cubicBezTo>
                    <a:pt x="62628" y="68232"/>
                    <a:pt x="59688" y="67227"/>
                    <a:pt x="57134" y="65218"/>
                  </a:cubicBezTo>
                  <a:cubicBezTo>
                    <a:pt x="54634" y="63209"/>
                    <a:pt x="53064" y="60540"/>
                    <a:pt x="52426" y="57213"/>
                  </a:cubicBezTo>
                  <a:cubicBezTo>
                    <a:pt x="51149" y="58730"/>
                    <a:pt x="50045" y="59928"/>
                    <a:pt x="49114" y="60807"/>
                  </a:cubicBezTo>
                  <a:cubicBezTo>
                    <a:pt x="48235" y="61686"/>
                    <a:pt x="46911" y="62816"/>
                    <a:pt x="45142" y="64198"/>
                  </a:cubicBezTo>
                  <a:cubicBezTo>
                    <a:pt x="43426" y="65516"/>
                    <a:pt x="41490" y="66521"/>
                    <a:pt x="39335" y="67211"/>
                  </a:cubicBezTo>
                  <a:cubicBezTo>
                    <a:pt x="37179" y="67891"/>
                    <a:pt x="34877" y="68232"/>
                    <a:pt x="32429" y="68232"/>
                  </a:cubicBezTo>
                  <a:cubicBezTo>
                    <a:pt x="26454" y="68232"/>
                    <a:pt x="21577" y="66662"/>
                    <a:pt x="17800" y="63523"/>
                  </a:cubicBezTo>
                  <a:cubicBezTo>
                    <a:pt x="12704" y="84064"/>
                    <a:pt x="9931" y="94852"/>
                    <a:pt x="9481" y="95888"/>
                  </a:cubicBezTo>
                  <a:cubicBezTo>
                    <a:pt x="8068" y="97992"/>
                    <a:pt x="6331" y="99043"/>
                    <a:pt x="4270" y="99043"/>
                  </a:cubicBezTo>
                  <a:cubicBezTo>
                    <a:pt x="2993" y="99043"/>
                    <a:pt x="1962" y="98651"/>
                    <a:pt x="1177" y="97866"/>
                  </a:cubicBezTo>
                  <a:cubicBezTo>
                    <a:pt x="392" y="97134"/>
                    <a:pt x="0" y="96176"/>
                    <a:pt x="0" y="94994"/>
                  </a:cubicBezTo>
                  <a:cubicBezTo>
                    <a:pt x="52" y="94607"/>
                    <a:pt x="225" y="93801"/>
                    <a:pt x="518" y="92576"/>
                  </a:cubicBezTo>
                  <a:lnTo>
                    <a:pt x="22132" y="5447"/>
                  </a:lnTo>
                  <a:cubicBezTo>
                    <a:pt x="22529" y="3877"/>
                    <a:pt x="23215" y="2653"/>
                    <a:pt x="24188" y="1774"/>
                  </a:cubicBezTo>
                  <a:cubicBezTo>
                    <a:pt x="25224" y="842"/>
                    <a:pt x="26035" y="324"/>
                    <a:pt x="26621" y="220"/>
                  </a:cubicBezTo>
                  <a:cubicBezTo>
                    <a:pt x="27207" y="73"/>
                    <a:pt x="27720" y="0"/>
                    <a:pt x="28159" y="0"/>
                  </a:cubicBezTo>
                  <a:cubicBezTo>
                    <a:pt x="29488" y="0"/>
                    <a:pt x="30545" y="366"/>
                    <a:pt x="31330" y="1099"/>
                  </a:cubicBezTo>
                  <a:cubicBezTo>
                    <a:pt x="32156" y="1789"/>
                    <a:pt x="32570" y="2773"/>
                    <a:pt x="32570" y="4050"/>
                  </a:cubicBezTo>
                  <a:cubicBezTo>
                    <a:pt x="32570" y="4238"/>
                    <a:pt x="32423" y="4897"/>
                    <a:pt x="32130" y="6027"/>
                  </a:cubicBezTo>
                  <a:cubicBezTo>
                    <a:pt x="31890" y="7105"/>
                    <a:pt x="31571" y="8481"/>
                    <a:pt x="31173" y="10155"/>
                  </a:cubicBezTo>
                  <a:cubicBezTo>
                    <a:pt x="30786" y="11767"/>
                    <a:pt x="30493" y="12939"/>
                    <a:pt x="30294" y="13671"/>
                  </a:cubicBezTo>
                  <a:lnTo>
                    <a:pt x="23968" y="38974"/>
                  </a:lnTo>
                  <a:cubicBezTo>
                    <a:pt x="22545" y="44760"/>
                    <a:pt x="21834" y="49025"/>
                    <a:pt x="21834" y="51766"/>
                  </a:cubicBezTo>
                  <a:cubicBezTo>
                    <a:pt x="21834" y="55931"/>
                    <a:pt x="22765" y="59164"/>
                    <a:pt x="24628" y="61467"/>
                  </a:cubicBezTo>
                  <a:cubicBezTo>
                    <a:pt x="26542" y="63727"/>
                    <a:pt x="29336" y="64857"/>
                    <a:pt x="33009" y="64857"/>
                  </a:cubicBezTo>
                  <a:cubicBezTo>
                    <a:pt x="35322" y="64857"/>
                    <a:pt x="37556" y="64391"/>
                    <a:pt x="39712" y="63460"/>
                  </a:cubicBezTo>
                  <a:cubicBezTo>
                    <a:pt x="41867" y="62476"/>
                    <a:pt x="43678" y="61325"/>
                    <a:pt x="45142" y="60007"/>
                  </a:cubicBezTo>
                  <a:cubicBezTo>
                    <a:pt x="46618" y="58678"/>
                    <a:pt x="47942" y="57302"/>
                    <a:pt x="49114" y="55879"/>
                  </a:cubicBezTo>
                  <a:cubicBezTo>
                    <a:pt x="50296" y="54414"/>
                    <a:pt x="51154" y="53216"/>
                    <a:pt x="51688" y="52284"/>
                  </a:cubicBezTo>
                  <a:cubicBezTo>
                    <a:pt x="52232" y="51301"/>
                    <a:pt x="52530" y="50688"/>
                    <a:pt x="52582" y="50448"/>
                  </a:cubicBezTo>
                  <a:lnTo>
                    <a:pt x="56475" y="35081"/>
                  </a:lnTo>
                  <a:lnTo>
                    <a:pt x="63601" y="6906"/>
                  </a:lnTo>
                  <a:cubicBezTo>
                    <a:pt x="63894" y="5734"/>
                    <a:pt x="64313" y="4756"/>
                    <a:pt x="64857" y="3971"/>
                  </a:cubicBezTo>
                  <a:cubicBezTo>
                    <a:pt x="65443" y="3134"/>
                    <a:pt x="66081" y="2569"/>
                    <a:pt x="66772" y="2276"/>
                  </a:cubicBezTo>
                  <a:cubicBezTo>
                    <a:pt x="67452" y="1983"/>
                    <a:pt x="67991" y="1815"/>
                    <a:pt x="68389" y="1774"/>
                  </a:cubicBezTo>
                  <a:cubicBezTo>
                    <a:pt x="68776" y="1669"/>
                    <a:pt x="69142" y="1617"/>
                    <a:pt x="69487" y="1617"/>
                  </a:cubicBezTo>
                  <a:cubicBezTo>
                    <a:pt x="70712" y="1617"/>
                    <a:pt x="71742" y="1983"/>
                    <a:pt x="72580" y="2715"/>
                  </a:cubicBezTo>
                  <a:cubicBezTo>
                    <a:pt x="73406" y="3458"/>
                    <a:pt x="73820" y="4463"/>
                    <a:pt x="73820" y="5729"/>
                  </a:cubicBezTo>
                  <a:cubicBezTo>
                    <a:pt x="73820" y="5980"/>
                    <a:pt x="73673" y="6692"/>
                    <a:pt x="73380" y="7864"/>
                  </a:cubicBezTo>
                  <a:cubicBezTo>
                    <a:pt x="73139" y="8994"/>
                    <a:pt x="72820" y="10391"/>
                    <a:pt x="72423" y="12055"/>
                  </a:cubicBezTo>
                  <a:cubicBezTo>
                    <a:pt x="72036" y="13677"/>
                    <a:pt x="71742" y="14927"/>
                    <a:pt x="71544" y="15806"/>
                  </a:cubicBezTo>
                  <a:cubicBezTo>
                    <a:pt x="69974" y="21980"/>
                    <a:pt x="69116" y="25386"/>
                    <a:pt x="68969" y="26024"/>
                  </a:cubicBezTo>
                  <a:lnTo>
                    <a:pt x="64778" y="42286"/>
                  </a:lnTo>
                  <a:cubicBezTo>
                    <a:pt x="64632" y="42924"/>
                    <a:pt x="64313" y="44269"/>
                    <a:pt x="63821" y="46320"/>
                  </a:cubicBezTo>
                  <a:cubicBezTo>
                    <a:pt x="63382" y="48381"/>
                    <a:pt x="63042" y="49951"/>
                    <a:pt x="62801" y="51029"/>
                  </a:cubicBezTo>
                  <a:cubicBezTo>
                    <a:pt x="62550" y="52054"/>
                    <a:pt x="62304" y="53278"/>
                    <a:pt x="62063" y="54701"/>
                  </a:cubicBezTo>
                  <a:cubicBezTo>
                    <a:pt x="61864" y="56083"/>
                    <a:pt x="61765" y="57160"/>
                    <a:pt x="61765" y="57935"/>
                  </a:cubicBezTo>
                  <a:cubicBezTo>
                    <a:pt x="61765" y="62550"/>
                    <a:pt x="63287" y="64857"/>
                    <a:pt x="66332" y="64857"/>
                  </a:cubicBezTo>
                  <a:cubicBezTo>
                    <a:pt x="67504" y="64857"/>
                    <a:pt x="68603" y="64512"/>
                    <a:pt x="69629" y="63821"/>
                  </a:cubicBezTo>
                  <a:cubicBezTo>
                    <a:pt x="70665" y="63089"/>
                    <a:pt x="71523" y="62209"/>
                    <a:pt x="72203" y="61184"/>
                  </a:cubicBezTo>
                  <a:cubicBezTo>
                    <a:pt x="72946" y="60148"/>
                    <a:pt x="73657" y="58751"/>
                    <a:pt x="74338" y="56993"/>
                  </a:cubicBezTo>
                  <a:cubicBezTo>
                    <a:pt x="75070" y="55172"/>
                    <a:pt x="75661" y="53529"/>
                    <a:pt x="76111" y="52065"/>
                  </a:cubicBezTo>
                  <a:cubicBezTo>
                    <a:pt x="76551" y="50537"/>
                    <a:pt x="77090" y="48601"/>
                    <a:pt x="77728" y="46257"/>
                  </a:cubicBezTo>
                  <a:cubicBezTo>
                    <a:pt x="77969" y="45127"/>
                    <a:pt x="78215" y="44389"/>
                    <a:pt x="78466" y="44044"/>
                  </a:cubicBezTo>
                  <a:cubicBezTo>
                    <a:pt x="78706" y="43698"/>
                    <a:pt x="79172" y="43526"/>
                    <a:pt x="79863" y="43526"/>
                  </a:cubicBezTo>
                  <a:cubicBezTo>
                    <a:pt x="81035" y="43526"/>
                    <a:pt x="81621" y="44018"/>
                    <a:pt x="81621" y="45001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EFC507BA-9A68-F42E-9E19-E3B2ACDEDE36}"/>
                </a:ext>
              </a:extLst>
            </p:cNvPr>
            <p:cNvSpPr/>
            <p:nvPr/>
          </p:nvSpPr>
          <p:spPr>
            <a:xfrm>
              <a:off x="6971463" y="4874727"/>
              <a:ext cx="52488" cy="47763"/>
            </a:xfrm>
            <a:custGeom>
              <a:avLst/>
              <a:gdLst>
                <a:gd name="csX0" fmla="*/ 52488 w 52488"/>
                <a:gd name="csY0" fmla="*/ 6954 h 47763"/>
                <a:gd name="csX1" fmla="*/ 50699 w 52488"/>
                <a:gd name="csY1" fmla="*/ 11490 h 47763"/>
                <a:gd name="csX2" fmla="*/ 46838 w 52488"/>
                <a:gd name="csY2" fmla="*/ 13075 h 47763"/>
                <a:gd name="csX3" fmla="*/ 43840 w 52488"/>
                <a:gd name="csY3" fmla="*/ 11945 h 47763"/>
                <a:gd name="csX4" fmla="*/ 42819 w 52488"/>
                <a:gd name="csY4" fmla="*/ 9371 h 47763"/>
                <a:gd name="csX5" fmla="*/ 44263 w 52488"/>
                <a:gd name="csY5" fmla="*/ 5713 h 47763"/>
                <a:gd name="csX6" fmla="*/ 47858 w 52488"/>
                <a:gd name="csY6" fmla="*/ 3657 h 47763"/>
                <a:gd name="csX7" fmla="*/ 42615 w 52488"/>
                <a:gd name="csY7" fmla="*/ 2323 h 47763"/>
                <a:gd name="csX8" fmla="*/ 38754 w 52488"/>
                <a:gd name="csY8" fmla="*/ 3406 h 47763"/>
                <a:gd name="csX9" fmla="*/ 35913 w 52488"/>
                <a:gd name="csY9" fmla="*/ 5870 h 47763"/>
                <a:gd name="csX10" fmla="*/ 33967 w 52488"/>
                <a:gd name="csY10" fmla="*/ 9277 h 47763"/>
                <a:gd name="csX11" fmla="*/ 32727 w 52488"/>
                <a:gd name="csY11" fmla="*/ 12416 h 47763"/>
                <a:gd name="csX12" fmla="*/ 32162 w 52488"/>
                <a:gd name="csY12" fmla="*/ 14770 h 47763"/>
                <a:gd name="csX13" fmla="*/ 28567 w 52488"/>
                <a:gd name="csY13" fmla="*/ 29195 h 47763"/>
                <a:gd name="csX14" fmla="*/ 26809 w 52488"/>
                <a:gd name="csY14" fmla="*/ 38456 h 47763"/>
                <a:gd name="csX15" fmla="*/ 28253 w 52488"/>
                <a:gd name="csY15" fmla="*/ 43447 h 47763"/>
                <a:gd name="csX16" fmla="*/ 32570 w 52488"/>
                <a:gd name="csY16" fmla="*/ 45394 h 47763"/>
                <a:gd name="csX17" fmla="*/ 34987 w 52488"/>
                <a:gd name="csY17" fmla="*/ 45095 h 47763"/>
                <a:gd name="csX18" fmla="*/ 37922 w 52488"/>
                <a:gd name="csY18" fmla="*/ 43808 h 47763"/>
                <a:gd name="csX19" fmla="*/ 41124 w 52488"/>
                <a:gd name="csY19" fmla="*/ 41391 h 47763"/>
                <a:gd name="csX20" fmla="*/ 44154 w 52488"/>
                <a:gd name="csY20" fmla="*/ 37373 h 47763"/>
                <a:gd name="csX21" fmla="*/ 46618 w 52488"/>
                <a:gd name="csY21" fmla="*/ 31612 h 47763"/>
                <a:gd name="csX22" fmla="*/ 47968 w 52488"/>
                <a:gd name="csY22" fmla="*/ 30482 h 47763"/>
                <a:gd name="csX23" fmla="*/ 49255 w 52488"/>
                <a:gd name="csY23" fmla="*/ 31502 h 47763"/>
                <a:gd name="csX24" fmla="*/ 48533 w 52488"/>
                <a:gd name="csY24" fmla="*/ 34234 h 47763"/>
                <a:gd name="csX25" fmla="*/ 46367 w 52488"/>
                <a:gd name="csY25" fmla="*/ 38409 h 47763"/>
                <a:gd name="csX26" fmla="*/ 43023 w 52488"/>
                <a:gd name="csY26" fmla="*/ 42835 h 47763"/>
                <a:gd name="csX27" fmla="*/ 38283 w 52488"/>
                <a:gd name="csY27" fmla="*/ 46320 h 47763"/>
                <a:gd name="csX28" fmla="*/ 32366 w 52488"/>
                <a:gd name="csY28" fmla="*/ 47764 h 47763"/>
                <a:gd name="csX29" fmla="*/ 25004 w 52488"/>
                <a:gd name="csY29" fmla="*/ 45394 h 47763"/>
                <a:gd name="csX30" fmla="*/ 20986 w 52488"/>
                <a:gd name="csY30" fmla="*/ 39743 h 47763"/>
                <a:gd name="csX31" fmla="*/ 20374 w 52488"/>
                <a:gd name="csY31" fmla="*/ 40826 h 47763"/>
                <a:gd name="csX32" fmla="*/ 18930 w 52488"/>
                <a:gd name="csY32" fmla="*/ 42835 h 47763"/>
                <a:gd name="csX33" fmla="*/ 16716 w 52488"/>
                <a:gd name="csY33" fmla="*/ 45190 h 47763"/>
                <a:gd name="csX34" fmla="*/ 13687 w 52488"/>
                <a:gd name="csY34" fmla="*/ 46948 h 47763"/>
                <a:gd name="csX35" fmla="*/ 9920 w 52488"/>
                <a:gd name="csY35" fmla="*/ 47764 h 47763"/>
                <a:gd name="csX36" fmla="*/ 5242 w 52488"/>
                <a:gd name="csY36" fmla="*/ 47042 h 47763"/>
                <a:gd name="csX37" fmla="*/ 1538 w 52488"/>
                <a:gd name="csY37" fmla="*/ 44687 h 47763"/>
                <a:gd name="csX38" fmla="*/ 0 w 52488"/>
                <a:gd name="csY38" fmla="*/ 40763 h 47763"/>
                <a:gd name="csX39" fmla="*/ 1695 w 52488"/>
                <a:gd name="csY39" fmla="*/ 36494 h 47763"/>
                <a:gd name="csX40" fmla="*/ 5808 w 52488"/>
                <a:gd name="csY40" fmla="*/ 34689 h 47763"/>
                <a:gd name="csX41" fmla="*/ 8492 w 52488"/>
                <a:gd name="csY41" fmla="*/ 35568 h 47763"/>
                <a:gd name="csX42" fmla="*/ 9716 w 52488"/>
                <a:gd name="csY42" fmla="*/ 38346 h 47763"/>
                <a:gd name="csX43" fmla="*/ 8287 w 52488"/>
                <a:gd name="csY43" fmla="*/ 42050 h 47763"/>
                <a:gd name="csX44" fmla="*/ 4787 w 52488"/>
                <a:gd name="csY44" fmla="*/ 44060 h 47763"/>
                <a:gd name="csX45" fmla="*/ 10030 w 52488"/>
                <a:gd name="csY45" fmla="*/ 45394 h 47763"/>
                <a:gd name="csX46" fmla="*/ 16104 w 52488"/>
                <a:gd name="csY46" fmla="*/ 42411 h 47763"/>
                <a:gd name="csX47" fmla="*/ 20060 w 52488"/>
                <a:gd name="csY47" fmla="*/ 34438 h 47763"/>
                <a:gd name="csX48" fmla="*/ 24486 w 52488"/>
                <a:gd name="csY48" fmla="*/ 17093 h 47763"/>
                <a:gd name="csX49" fmla="*/ 25726 w 52488"/>
                <a:gd name="csY49" fmla="*/ 9371 h 47763"/>
                <a:gd name="csX50" fmla="*/ 25161 w 52488"/>
                <a:gd name="csY50" fmla="*/ 5713 h 47763"/>
                <a:gd name="csX51" fmla="*/ 23623 w 52488"/>
                <a:gd name="csY51" fmla="*/ 3563 h 47763"/>
                <a:gd name="csX52" fmla="*/ 21818 w 52488"/>
                <a:gd name="csY52" fmla="*/ 2574 h 47763"/>
                <a:gd name="csX53" fmla="*/ 20060 w 52488"/>
                <a:gd name="csY53" fmla="*/ 2323 h 47763"/>
                <a:gd name="csX54" fmla="*/ 16779 w 52488"/>
                <a:gd name="csY54" fmla="*/ 2935 h 47763"/>
                <a:gd name="csX55" fmla="*/ 13012 w 52488"/>
                <a:gd name="csY55" fmla="*/ 4991 h 47763"/>
                <a:gd name="csX56" fmla="*/ 9104 w 52488"/>
                <a:gd name="csY56" fmla="*/ 9277 h 47763"/>
                <a:gd name="csX57" fmla="*/ 5917 w 52488"/>
                <a:gd name="csY57" fmla="*/ 16120 h 47763"/>
                <a:gd name="csX58" fmla="*/ 4521 w 52488"/>
                <a:gd name="csY58" fmla="*/ 17297 h 47763"/>
                <a:gd name="csX59" fmla="*/ 3280 w 52488"/>
                <a:gd name="csY59" fmla="*/ 16214 h 47763"/>
                <a:gd name="csX60" fmla="*/ 3955 w 52488"/>
                <a:gd name="csY60" fmla="*/ 13546 h 47763"/>
                <a:gd name="csX61" fmla="*/ 6121 w 52488"/>
                <a:gd name="csY61" fmla="*/ 9371 h 47763"/>
                <a:gd name="csX62" fmla="*/ 9512 w 52488"/>
                <a:gd name="csY62" fmla="*/ 4991 h 47763"/>
                <a:gd name="csX63" fmla="*/ 14299 w 52488"/>
                <a:gd name="csY63" fmla="*/ 1444 h 47763"/>
                <a:gd name="csX64" fmla="*/ 20279 w 52488"/>
                <a:gd name="csY64" fmla="*/ 0 h 47763"/>
                <a:gd name="csX65" fmla="*/ 22995 w 52488"/>
                <a:gd name="csY65" fmla="*/ 314 h 47763"/>
                <a:gd name="csX66" fmla="*/ 26040 w 52488"/>
                <a:gd name="csY66" fmla="*/ 1350 h 47763"/>
                <a:gd name="csX67" fmla="*/ 29226 w 52488"/>
                <a:gd name="csY67" fmla="*/ 3814 h 47763"/>
                <a:gd name="csX68" fmla="*/ 31644 w 52488"/>
                <a:gd name="csY68" fmla="*/ 7989 h 47763"/>
                <a:gd name="csX69" fmla="*/ 33088 w 52488"/>
                <a:gd name="csY69" fmla="*/ 5666 h 47763"/>
                <a:gd name="csX70" fmla="*/ 35301 w 52488"/>
                <a:gd name="csY70" fmla="*/ 3139 h 47763"/>
                <a:gd name="csX71" fmla="*/ 38597 w 52488"/>
                <a:gd name="csY71" fmla="*/ 879 h 47763"/>
                <a:gd name="csX72" fmla="*/ 42709 w 52488"/>
                <a:gd name="csY72" fmla="*/ 0 h 47763"/>
                <a:gd name="csX73" fmla="*/ 46885 w 52488"/>
                <a:gd name="csY73" fmla="*/ 565 h 47763"/>
                <a:gd name="csX74" fmla="*/ 50699 w 52488"/>
                <a:gd name="csY74" fmla="*/ 2778 h 47763"/>
                <a:gd name="csX75" fmla="*/ 52488 w 52488"/>
                <a:gd name="csY75" fmla="*/ 6954 h 477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2488" h="47763">
                  <a:moveTo>
                    <a:pt x="52488" y="6954"/>
                  </a:moveTo>
                  <a:cubicBezTo>
                    <a:pt x="52488" y="8879"/>
                    <a:pt x="51892" y="10391"/>
                    <a:pt x="50699" y="11490"/>
                  </a:cubicBezTo>
                  <a:cubicBezTo>
                    <a:pt x="49496" y="12547"/>
                    <a:pt x="48208" y="13075"/>
                    <a:pt x="46838" y="13075"/>
                  </a:cubicBezTo>
                  <a:cubicBezTo>
                    <a:pt x="45529" y="13075"/>
                    <a:pt x="44530" y="12698"/>
                    <a:pt x="43840" y="11945"/>
                  </a:cubicBezTo>
                  <a:cubicBezTo>
                    <a:pt x="43159" y="11191"/>
                    <a:pt x="42819" y="10333"/>
                    <a:pt x="42819" y="9371"/>
                  </a:cubicBezTo>
                  <a:cubicBezTo>
                    <a:pt x="42819" y="8063"/>
                    <a:pt x="43301" y="6844"/>
                    <a:pt x="44263" y="5713"/>
                  </a:cubicBezTo>
                  <a:cubicBezTo>
                    <a:pt x="45216" y="4583"/>
                    <a:pt x="46414" y="3898"/>
                    <a:pt x="47858" y="3657"/>
                  </a:cubicBezTo>
                  <a:cubicBezTo>
                    <a:pt x="46456" y="2768"/>
                    <a:pt x="44708" y="2323"/>
                    <a:pt x="42615" y="2323"/>
                  </a:cubicBezTo>
                  <a:cubicBezTo>
                    <a:pt x="41244" y="2323"/>
                    <a:pt x="39957" y="2684"/>
                    <a:pt x="38754" y="3406"/>
                  </a:cubicBezTo>
                  <a:cubicBezTo>
                    <a:pt x="37582" y="4128"/>
                    <a:pt x="36635" y="4950"/>
                    <a:pt x="35913" y="5870"/>
                  </a:cubicBezTo>
                  <a:cubicBezTo>
                    <a:pt x="35233" y="6802"/>
                    <a:pt x="34584" y="7937"/>
                    <a:pt x="33967" y="9277"/>
                  </a:cubicBezTo>
                  <a:cubicBezTo>
                    <a:pt x="33381" y="10574"/>
                    <a:pt x="32967" y="11620"/>
                    <a:pt x="32727" y="12416"/>
                  </a:cubicBezTo>
                  <a:cubicBezTo>
                    <a:pt x="32517" y="13169"/>
                    <a:pt x="32329" y="13954"/>
                    <a:pt x="32162" y="14770"/>
                  </a:cubicBezTo>
                  <a:lnTo>
                    <a:pt x="28567" y="29195"/>
                  </a:lnTo>
                  <a:cubicBezTo>
                    <a:pt x="27395" y="33757"/>
                    <a:pt x="26809" y="36844"/>
                    <a:pt x="26809" y="38456"/>
                  </a:cubicBezTo>
                  <a:cubicBezTo>
                    <a:pt x="26809" y="40444"/>
                    <a:pt x="27290" y="42108"/>
                    <a:pt x="28253" y="43447"/>
                  </a:cubicBezTo>
                  <a:cubicBezTo>
                    <a:pt x="29216" y="44745"/>
                    <a:pt x="30655" y="45394"/>
                    <a:pt x="32570" y="45394"/>
                  </a:cubicBezTo>
                  <a:cubicBezTo>
                    <a:pt x="33323" y="45394"/>
                    <a:pt x="34129" y="45294"/>
                    <a:pt x="34987" y="45095"/>
                  </a:cubicBezTo>
                  <a:cubicBezTo>
                    <a:pt x="35845" y="44855"/>
                    <a:pt x="36823" y="44426"/>
                    <a:pt x="37922" y="43808"/>
                  </a:cubicBezTo>
                  <a:cubicBezTo>
                    <a:pt x="39063" y="43160"/>
                    <a:pt x="40130" y="42354"/>
                    <a:pt x="41124" y="41391"/>
                  </a:cubicBezTo>
                  <a:cubicBezTo>
                    <a:pt x="42150" y="40397"/>
                    <a:pt x="43159" y="39057"/>
                    <a:pt x="44154" y="37373"/>
                  </a:cubicBezTo>
                  <a:cubicBezTo>
                    <a:pt x="45148" y="35688"/>
                    <a:pt x="45969" y="33768"/>
                    <a:pt x="46618" y="31612"/>
                  </a:cubicBezTo>
                  <a:cubicBezTo>
                    <a:pt x="46827" y="30859"/>
                    <a:pt x="47277" y="30482"/>
                    <a:pt x="47968" y="30482"/>
                  </a:cubicBezTo>
                  <a:cubicBezTo>
                    <a:pt x="48826" y="30482"/>
                    <a:pt x="49255" y="30822"/>
                    <a:pt x="49255" y="31502"/>
                  </a:cubicBezTo>
                  <a:cubicBezTo>
                    <a:pt x="49255" y="32088"/>
                    <a:pt x="49014" y="32999"/>
                    <a:pt x="48533" y="34234"/>
                  </a:cubicBezTo>
                  <a:cubicBezTo>
                    <a:pt x="48083" y="35437"/>
                    <a:pt x="47361" y="36829"/>
                    <a:pt x="46367" y="38409"/>
                  </a:cubicBezTo>
                  <a:cubicBezTo>
                    <a:pt x="45404" y="39947"/>
                    <a:pt x="44290" y="41422"/>
                    <a:pt x="43023" y="42835"/>
                  </a:cubicBezTo>
                  <a:cubicBezTo>
                    <a:pt x="41757" y="44206"/>
                    <a:pt x="40177" y="45367"/>
                    <a:pt x="38283" y="46320"/>
                  </a:cubicBezTo>
                  <a:cubicBezTo>
                    <a:pt x="36400" y="47282"/>
                    <a:pt x="34427" y="47764"/>
                    <a:pt x="32366" y="47764"/>
                  </a:cubicBezTo>
                  <a:cubicBezTo>
                    <a:pt x="29415" y="47764"/>
                    <a:pt x="26961" y="46974"/>
                    <a:pt x="25004" y="45394"/>
                  </a:cubicBezTo>
                  <a:cubicBezTo>
                    <a:pt x="23047" y="43824"/>
                    <a:pt x="21708" y="41940"/>
                    <a:pt x="20986" y="39743"/>
                  </a:cubicBezTo>
                  <a:cubicBezTo>
                    <a:pt x="20818" y="40046"/>
                    <a:pt x="20614" y="40408"/>
                    <a:pt x="20374" y="40826"/>
                  </a:cubicBezTo>
                  <a:cubicBezTo>
                    <a:pt x="20133" y="41234"/>
                    <a:pt x="19652" y="41904"/>
                    <a:pt x="18930" y="42835"/>
                  </a:cubicBezTo>
                  <a:cubicBezTo>
                    <a:pt x="18249" y="43725"/>
                    <a:pt x="17512" y="44509"/>
                    <a:pt x="16716" y="45190"/>
                  </a:cubicBezTo>
                  <a:cubicBezTo>
                    <a:pt x="15932" y="45849"/>
                    <a:pt x="14922" y="46435"/>
                    <a:pt x="13687" y="46948"/>
                  </a:cubicBezTo>
                  <a:cubicBezTo>
                    <a:pt x="12484" y="47492"/>
                    <a:pt x="11228" y="47764"/>
                    <a:pt x="9920" y="47764"/>
                  </a:cubicBezTo>
                  <a:cubicBezTo>
                    <a:pt x="8277" y="47764"/>
                    <a:pt x="6718" y="47523"/>
                    <a:pt x="5242" y="47042"/>
                  </a:cubicBezTo>
                  <a:cubicBezTo>
                    <a:pt x="3798" y="46560"/>
                    <a:pt x="2564" y="45776"/>
                    <a:pt x="1538" y="44687"/>
                  </a:cubicBezTo>
                  <a:cubicBezTo>
                    <a:pt x="513" y="43589"/>
                    <a:pt x="0" y="42280"/>
                    <a:pt x="0" y="40763"/>
                  </a:cubicBezTo>
                  <a:cubicBezTo>
                    <a:pt x="0" y="39089"/>
                    <a:pt x="565" y="37666"/>
                    <a:pt x="1695" y="36494"/>
                  </a:cubicBezTo>
                  <a:cubicBezTo>
                    <a:pt x="2857" y="35291"/>
                    <a:pt x="4227" y="34689"/>
                    <a:pt x="5808" y="34689"/>
                  </a:cubicBezTo>
                  <a:cubicBezTo>
                    <a:pt x="6802" y="34689"/>
                    <a:pt x="7696" y="34982"/>
                    <a:pt x="8492" y="35568"/>
                  </a:cubicBezTo>
                  <a:cubicBezTo>
                    <a:pt x="9308" y="36154"/>
                    <a:pt x="9716" y="37080"/>
                    <a:pt x="9716" y="38346"/>
                  </a:cubicBezTo>
                  <a:cubicBezTo>
                    <a:pt x="9716" y="39759"/>
                    <a:pt x="9240" y="40993"/>
                    <a:pt x="8287" y="42050"/>
                  </a:cubicBezTo>
                  <a:cubicBezTo>
                    <a:pt x="7325" y="43118"/>
                    <a:pt x="6158" y="43787"/>
                    <a:pt x="4787" y="44060"/>
                  </a:cubicBezTo>
                  <a:cubicBezTo>
                    <a:pt x="6189" y="44949"/>
                    <a:pt x="7937" y="45394"/>
                    <a:pt x="10030" y="45394"/>
                  </a:cubicBezTo>
                  <a:cubicBezTo>
                    <a:pt x="12290" y="45394"/>
                    <a:pt x="14315" y="44399"/>
                    <a:pt x="16104" y="42411"/>
                  </a:cubicBezTo>
                  <a:cubicBezTo>
                    <a:pt x="17883" y="40423"/>
                    <a:pt x="19202" y="37765"/>
                    <a:pt x="20060" y="34438"/>
                  </a:cubicBezTo>
                  <a:cubicBezTo>
                    <a:pt x="22194" y="26443"/>
                    <a:pt x="23670" y="20662"/>
                    <a:pt x="24486" y="17093"/>
                  </a:cubicBezTo>
                  <a:cubicBezTo>
                    <a:pt x="25313" y="13494"/>
                    <a:pt x="25726" y="10919"/>
                    <a:pt x="25726" y="9371"/>
                  </a:cubicBezTo>
                  <a:cubicBezTo>
                    <a:pt x="25726" y="7927"/>
                    <a:pt x="25538" y="6708"/>
                    <a:pt x="25161" y="5713"/>
                  </a:cubicBezTo>
                  <a:cubicBezTo>
                    <a:pt x="24784" y="4719"/>
                    <a:pt x="24272" y="4003"/>
                    <a:pt x="23623" y="3563"/>
                  </a:cubicBezTo>
                  <a:cubicBezTo>
                    <a:pt x="23005" y="3082"/>
                    <a:pt x="22404" y="2752"/>
                    <a:pt x="21818" y="2574"/>
                  </a:cubicBezTo>
                  <a:cubicBezTo>
                    <a:pt x="21263" y="2407"/>
                    <a:pt x="20677" y="2323"/>
                    <a:pt x="20060" y="2323"/>
                  </a:cubicBezTo>
                  <a:cubicBezTo>
                    <a:pt x="19034" y="2323"/>
                    <a:pt x="17941" y="2527"/>
                    <a:pt x="16779" y="2935"/>
                  </a:cubicBezTo>
                  <a:cubicBezTo>
                    <a:pt x="15639" y="3354"/>
                    <a:pt x="14383" y="4039"/>
                    <a:pt x="13012" y="4991"/>
                  </a:cubicBezTo>
                  <a:cubicBezTo>
                    <a:pt x="11673" y="5923"/>
                    <a:pt x="10370" y="7351"/>
                    <a:pt x="9104" y="9277"/>
                  </a:cubicBezTo>
                  <a:cubicBezTo>
                    <a:pt x="7838" y="11191"/>
                    <a:pt x="6776" y="13473"/>
                    <a:pt x="5917" y="16120"/>
                  </a:cubicBezTo>
                  <a:cubicBezTo>
                    <a:pt x="5740" y="16905"/>
                    <a:pt x="5274" y="17297"/>
                    <a:pt x="4521" y="17297"/>
                  </a:cubicBezTo>
                  <a:cubicBezTo>
                    <a:pt x="3694" y="17266"/>
                    <a:pt x="3280" y="16905"/>
                    <a:pt x="3280" y="16214"/>
                  </a:cubicBezTo>
                  <a:cubicBezTo>
                    <a:pt x="3280" y="15628"/>
                    <a:pt x="3505" y="14739"/>
                    <a:pt x="3955" y="13546"/>
                  </a:cubicBezTo>
                  <a:cubicBezTo>
                    <a:pt x="4437" y="12311"/>
                    <a:pt x="5159" y="10919"/>
                    <a:pt x="6121" y="9371"/>
                  </a:cubicBezTo>
                  <a:cubicBezTo>
                    <a:pt x="7116" y="7832"/>
                    <a:pt x="8246" y="6373"/>
                    <a:pt x="9512" y="4991"/>
                  </a:cubicBezTo>
                  <a:cubicBezTo>
                    <a:pt x="10820" y="3589"/>
                    <a:pt x="12416" y="2407"/>
                    <a:pt x="14299" y="1444"/>
                  </a:cubicBezTo>
                  <a:cubicBezTo>
                    <a:pt x="16225" y="481"/>
                    <a:pt x="18218" y="0"/>
                    <a:pt x="20279" y="0"/>
                  </a:cubicBezTo>
                  <a:cubicBezTo>
                    <a:pt x="21200" y="0"/>
                    <a:pt x="22105" y="105"/>
                    <a:pt x="22995" y="314"/>
                  </a:cubicBezTo>
                  <a:cubicBezTo>
                    <a:pt x="23926" y="481"/>
                    <a:pt x="24941" y="827"/>
                    <a:pt x="26040" y="1350"/>
                  </a:cubicBezTo>
                  <a:cubicBezTo>
                    <a:pt x="27170" y="1863"/>
                    <a:pt x="28232" y="2684"/>
                    <a:pt x="29226" y="3814"/>
                  </a:cubicBezTo>
                  <a:cubicBezTo>
                    <a:pt x="30220" y="4944"/>
                    <a:pt x="31026" y="6336"/>
                    <a:pt x="31644" y="7989"/>
                  </a:cubicBezTo>
                  <a:cubicBezTo>
                    <a:pt x="32062" y="7194"/>
                    <a:pt x="32543" y="6420"/>
                    <a:pt x="33088" y="5666"/>
                  </a:cubicBezTo>
                  <a:cubicBezTo>
                    <a:pt x="33674" y="4913"/>
                    <a:pt x="34411" y="4071"/>
                    <a:pt x="35301" y="3139"/>
                  </a:cubicBezTo>
                  <a:cubicBezTo>
                    <a:pt x="36232" y="2177"/>
                    <a:pt x="37331" y="1423"/>
                    <a:pt x="38597" y="879"/>
                  </a:cubicBezTo>
                  <a:cubicBezTo>
                    <a:pt x="39905" y="293"/>
                    <a:pt x="41276" y="0"/>
                    <a:pt x="42709" y="0"/>
                  </a:cubicBezTo>
                  <a:cubicBezTo>
                    <a:pt x="44122" y="0"/>
                    <a:pt x="45514" y="188"/>
                    <a:pt x="46885" y="565"/>
                  </a:cubicBezTo>
                  <a:cubicBezTo>
                    <a:pt x="48255" y="910"/>
                    <a:pt x="49527" y="1648"/>
                    <a:pt x="50699" y="2778"/>
                  </a:cubicBezTo>
                  <a:cubicBezTo>
                    <a:pt x="51892" y="3877"/>
                    <a:pt x="52488" y="5269"/>
                    <a:pt x="52488" y="6954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40C9DC63-AE9D-2EFE-6E55-E4780F7D19EA}"/>
                </a:ext>
              </a:extLst>
            </p:cNvPr>
            <p:cNvSpPr/>
            <p:nvPr/>
          </p:nvSpPr>
          <p:spPr>
            <a:xfrm>
              <a:off x="5328520" y="2509904"/>
              <a:ext cx="1569" cy="2085115"/>
            </a:xfrm>
            <a:custGeom>
              <a:avLst/>
              <a:gdLst>
                <a:gd name="csX0" fmla="*/ 0 w 1569"/>
                <a:gd name="csY0" fmla="*/ 2085116 h 2085115"/>
                <a:gd name="csX1" fmla="*/ 0 w 1569"/>
                <a:gd name="csY1" fmla="*/ 0 h 2085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69" h="2085115">
                  <a:moveTo>
                    <a:pt x="0" y="2085116"/>
                  </a:moveTo>
                  <a:lnTo>
                    <a:pt x="0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FAC1F730-17E8-51AB-C1C6-09A8F6A6A1D1}"/>
                </a:ext>
              </a:extLst>
            </p:cNvPr>
            <p:cNvSpPr/>
            <p:nvPr/>
          </p:nvSpPr>
          <p:spPr>
            <a:xfrm>
              <a:off x="5328520" y="4435828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696A6809-317F-EBD2-8789-C45F156EB518}"/>
                </a:ext>
              </a:extLst>
            </p:cNvPr>
            <p:cNvSpPr/>
            <p:nvPr/>
          </p:nvSpPr>
          <p:spPr>
            <a:xfrm>
              <a:off x="5328520" y="4003291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7651157C-A4D5-5942-85FE-A52672A9B910}"/>
                </a:ext>
              </a:extLst>
            </p:cNvPr>
            <p:cNvSpPr/>
            <p:nvPr/>
          </p:nvSpPr>
          <p:spPr>
            <a:xfrm>
              <a:off x="5328520" y="3570759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19EE9F3D-FCA6-E802-B7B3-0BC0604BC30A}"/>
                </a:ext>
              </a:extLst>
            </p:cNvPr>
            <p:cNvSpPr/>
            <p:nvPr/>
          </p:nvSpPr>
          <p:spPr>
            <a:xfrm>
              <a:off x="5328520" y="3138227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5FC7D6C4-9E8B-9530-5C19-06577078FC49}"/>
                </a:ext>
              </a:extLst>
            </p:cNvPr>
            <p:cNvSpPr/>
            <p:nvPr/>
          </p:nvSpPr>
          <p:spPr>
            <a:xfrm>
              <a:off x="5328520" y="2705696"/>
              <a:ext cx="29662" cy="1569"/>
            </a:xfrm>
            <a:custGeom>
              <a:avLst/>
              <a:gdLst>
                <a:gd name="csX0" fmla="*/ 0 w 29662"/>
                <a:gd name="csY0" fmla="*/ 0 h 1569"/>
                <a:gd name="csX1" fmla="*/ 29663 w 29662"/>
                <a:gd name="csY1" fmla="*/ 0 h 1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9662" h="1569">
                  <a:moveTo>
                    <a:pt x="0" y="0"/>
                  </a:moveTo>
                  <a:lnTo>
                    <a:pt x="29663" y="0"/>
                  </a:lnTo>
                </a:path>
              </a:pathLst>
            </a:custGeom>
            <a:noFill/>
            <a:ln w="6271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D8458D7F-CB65-CAA9-1082-574F5C136A60}"/>
                </a:ext>
              </a:extLst>
            </p:cNvPr>
            <p:cNvSpPr/>
            <p:nvPr/>
          </p:nvSpPr>
          <p:spPr>
            <a:xfrm>
              <a:off x="5105869" y="4437068"/>
              <a:ext cx="81515" cy="10799"/>
            </a:xfrm>
            <a:custGeom>
              <a:avLst/>
              <a:gdLst>
                <a:gd name="csX0" fmla="*/ 0 w 81515"/>
                <a:gd name="csY0" fmla="*/ 0 h 10799"/>
                <a:gd name="csX1" fmla="*/ 81515 w 81515"/>
                <a:gd name="csY1" fmla="*/ 0 h 10799"/>
                <a:gd name="csX2" fmla="*/ 81515 w 81515"/>
                <a:gd name="csY2" fmla="*/ 10799 h 10799"/>
                <a:gd name="csX3" fmla="*/ 0 w 81515"/>
                <a:gd name="csY3" fmla="*/ 10799 h 10799"/>
                <a:gd name="csX4" fmla="*/ 0 w 81515"/>
                <a:gd name="csY4" fmla="*/ 0 h 10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515" h="10799">
                  <a:moveTo>
                    <a:pt x="0" y="0"/>
                  </a:moveTo>
                  <a:lnTo>
                    <a:pt x="81515" y="0"/>
                  </a:lnTo>
                  <a:lnTo>
                    <a:pt x="81515" y="10799"/>
                  </a:lnTo>
                  <a:lnTo>
                    <a:pt x="0" y="107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E17B4BA0-A04C-CB41-43D2-CE4E5FF6373F}"/>
                </a:ext>
              </a:extLst>
            </p:cNvPr>
            <p:cNvSpPr/>
            <p:nvPr/>
          </p:nvSpPr>
          <p:spPr>
            <a:xfrm>
              <a:off x="5215488" y="4388363"/>
              <a:ext cx="56525" cy="94930"/>
            </a:xfrm>
            <a:custGeom>
              <a:avLst/>
              <a:gdLst>
                <a:gd name="csX0" fmla="*/ 1844 w 56525"/>
                <a:gd name="csY0" fmla="*/ 84116 h 94930"/>
                <a:gd name="csX1" fmla="*/ 22826 w 56525"/>
                <a:gd name="csY1" fmla="*/ 84116 h 94930"/>
                <a:gd name="csX2" fmla="*/ 22826 w 56525"/>
                <a:gd name="csY2" fmla="*/ 11694 h 94930"/>
                <a:gd name="csX3" fmla="*/ 0 w 56525"/>
                <a:gd name="csY3" fmla="*/ 16277 h 94930"/>
                <a:gd name="csX4" fmla="*/ 0 w 56525"/>
                <a:gd name="csY4" fmla="*/ 4568 h 94930"/>
                <a:gd name="csX5" fmla="*/ 22698 w 56525"/>
                <a:gd name="csY5" fmla="*/ 0 h 94930"/>
                <a:gd name="csX6" fmla="*/ 35543 w 56525"/>
                <a:gd name="csY6" fmla="*/ 0 h 94930"/>
                <a:gd name="csX7" fmla="*/ 35543 w 56525"/>
                <a:gd name="csY7" fmla="*/ 84116 h 94930"/>
                <a:gd name="csX8" fmla="*/ 56525 w 56525"/>
                <a:gd name="csY8" fmla="*/ 84116 h 94930"/>
                <a:gd name="csX9" fmla="*/ 56525 w 56525"/>
                <a:gd name="csY9" fmla="*/ 94931 h 94930"/>
                <a:gd name="csX10" fmla="*/ 1844 w 56525"/>
                <a:gd name="csY10" fmla="*/ 94931 h 94930"/>
                <a:gd name="csX11" fmla="*/ 1844 w 56525"/>
                <a:gd name="csY11" fmla="*/ 84116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5" h="94930">
                  <a:moveTo>
                    <a:pt x="1844" y="84116"/>
                  </a:moveTo>
                  <a:lnTo>
                    <a:pt x="22826" y="84116"/>
                  </a:lnTo>
                  <a:lnTo>
                    <a:pt x="22826" y="11694"/>
                  </a:lnTo>
                  <a:lnTo>
                    <a:pt x="0" y="16277"/>
                  </a:lnTo>
                  <a:lnTo>
                    <a:pt x="0" y="4568"/>
                  </a:lnTo>
                  <a:lnTo>
                    <a:pt x="22698" y="0"/>
                  </a:lnTo>
                  <a:lnTo>
                    <a:pt x="35543" y="0"/>
                  </a:lnTo>
                  <a:lnTo>
                    <a:pt x="35543" y="84116"/>
                  </a:lnTo>
                  <a:lnTo>
                    <a:pt x="56525" y="84116"/>
                  </a:lnTo>
                  <a:lnTo>
                    <a:pt x="56525" y="94931"/>
                  </a:lnTo>
                  <a:lnTo>
                    <a:pt x="1844" y="94931"/>
                  </a:lnTo>
                  <a:lnTo>
                    <a:pt x="1844" y="8411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AC1F9E58-39A7-FD6E-A776-27E05B7AFF05}"/>
                </a:ext>
              </a:extLst>
            </p:cNvPr>
            <p:cNvSpPr/>
            <p:nvPr/>
          </p:nvSpPr>
          <p:spPr>
            <a:xfrm>
              <a:off x="5206396" y="3954109"/>
              <a:ext cx="65618" cy="98495"/>
            </a:xfrm>
            <a:custGeom>
              <a:avLst/>
              <a:gdLst>
                <a:gd name="csX0" fmla="*/ 32810 w 65618"/>
                <a:gd name="csY0" fmla="*/ 10173 h 98495"/>
                <a:gd name="csX1" fmla="*/ 17867 w 65618"/>
                <a:gd name="csY1" fmla="*/ 19966 h 98495"/>
                <a:gd name="csX2" fmla="*/ 12907 w 65618"/>
                <a:gd name="csY2" fmla="*/ 49277 h 98495"/>
                <a:gd name="csX3" fmla="*/ 17867 w 65618"/>
                <a:gd name="csY3" fmla="*/ 78593 h 98495"/>
                <a:gd name="csX4" fmla="*/ 32810 w 65618"/>
                <a:gd name="csY4" fmla="*/ 88324 h 98495"/>
                <a:gd name="csX5" fmla="*/ 47751 w 65618"/>
                <a:gd name="csY5" fmla="*/ 78593 h 98495"/>
                <a:gd name="csX6" fmla="*/ 52774 w 65618"/>
                <a:gd name="csY6" fmla="*/ 49277 h 98495"/>
                <a:gd name="csX7" fmla="*/ 47751 w 65618"/>
                <a:gd name="csY7" fmla="*/ 19966 h 98495"/>
                <a:gd name="csX8" fmla="*/ 32810 w 65618"/>
                <a:gd name="csY8" fmla="*/ 10173 h 98495"/>
                <a:gd name="csX9" fmla="*/ 32810 w 65618"/>
                <a:gd name="csY9" fmla="*/ 0 h 98495"/>
                <a:gd name="csX10" fmla="*/ 57163 w 65618"/>
                <a:gd name="csY10" fmla="*/ 12653 h 98495"/>
                <a:gd name="csX11" fmla="*/ 65618 w 65618"/>
                <a:gd name="csY11" fmla="*/ 49277 h 98495"/>
                <a:gd name="csX12" fmla="*/ 57163 w 65618"/>
                <a:gd name="csY12" fmla="*/ 85907 h 98495"/>
                <a:gd name="csX13" fmla="*/ 32810 w 65618"/>
                <a:gd name="csY13" fmla="*/ 98496 h 98495"/>
                <a:gd name="csX14" fmla="*/ 8393 w 65618"/>
                <a:gd name="csY14" fmla="*/ 85907 h 98495"/>
                <a:gd name="csX15" fmla="*/ 0 w 65618"/>
                <a:gd name="csY15" fmla="*/ 49277 h 98495"/>
                <a:gd name="csX16" fmla="*/ 8393 w 65618"/>
                <a:gd name="csY16" fmla="*/ 12653 h 98495"/>
                <a:gd name="csX17" fmla="*/ 32810 w 65618"/>
                <a:gd name="csY17" fmla="*/ 0 h 984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65618" h="98495">
                  <a:moveTo>
                    <a:pt x="32810" y="10173"/>
                  </a:moveTo>
                  <a:cubicBezTo>
                    <a:pt x="26197" y="10173"/>
                    <a:pt x="21216" y="13437"/>
                    <a:pt x="17867" y="19966"/>
                  </a:cubicBezTo>
                  <a:cubicBezTo>
                    <a:pt x="14560" y="26451"/>
                    <a:pt x="12907" y="36222"/>
                    <a:pt x="12907" y="49277"/>
                  </a:cubicBezTo>
                  <a:cubicBezTo>
                    <a:pt x="12907" y="62291"/>
                    <a:pt x="14560" y="72063"/>
                    <a:pt x="17867" y="78593"/>
                  </a:cubicBezTo>
                  <a:cubicBezTo>
                    <a:pt x="21216" y="85081"/>
                    <a:pt x="26197" y="88324"/>
                    <a:pt x="32810" y="88324"/>
                  </a:cubicBezTo>
                  <a:cubicBezTo>
                    <a:pt x="39465" y="88324"/>
                    <a:pt x="44446" y="85081"/>
                    <a:pt x="47751" y="78593"/>
                  </a:cubicBezTo>
                  <a:cubicBezTo>
                    <a:pt x="51100" y="72063"/>
                    <a:pt x="52774" y="62291"/>
                    <a:pt x="52774" y="49277"/>
                  </a:cubicBezTo>
                  <a:cubicBezTo>
                    <a:pt x="52774" y="36222"/>
                    <a:pt x="51100" y="26451"/>
                    <a:pt x="47751" y="19966"/>
                  </a:cubicBezTo>
                  <a:cubicBezTo>
                    <a:pt x="44446" y="13437"/>
                    <a:pt x="39465" y="10173"/>
                    <a:pt x="32810" y="10173"/>
                  </a:cubicBezTo>
                  <a:moveTo>
                    <a:pt x="32810" y="0"/>
                  </a:moveTo>
                  <a:cubicBezTo>
                    <a:pt x="43449" y="0"/>
                    <a:pt x="51566" y="4218"/>
                    <a:pt x="57163" y="12653"/>
                  </a:cubicBezTo>
                  <a:cubicBezTo>
                    <a:pt x="62800" y="21046"/>
                    <a:pt x="65618" y="33254"/>
                    <a:pt x="65618" y="49277"/>
                  </a:cubicBezTo>
                  <a:cubicBezTo>
                    <a:pt x="65618" y="65263"/>
                    <a:pt x="62800" y="77473"/>
                    <a:pt x="57163" y="85907"/>
                  </a:cubicBezTo>
                  <a:cubicBezTo>
                    <a:pt x="51566" y="94299"/>
                    <a:pt x="43449" y="98496"/>
                    <a:pt x="32810" y="98496"/>
                  </a:cubicBezTo>
                  <a:cubicBezTo>
                    <a:pt x="22170" y="98496"/>
                    <a:pt x="14031" y="94299"/>
                    <a:pt x="8393" y="85907"/>
                  </a:cubicBezTo>
                  <a:cubicBezTo>
                    <a:pt x="2798" y="77473"/>
                    <a:pt x="0" y="65263"/>
                    <a:pt x="0" y="49277"/>
                  </a:cubicBezTo>
                  <a:cubicBezTo>
                    <a:pt x="0" y="33254"/>
                    <a:pt x="2798" y="21046"/>
                    <a:pt x="8393" y="12653"/>
                  </a:cubicBezTo>
                  <a:cubicBezTo>
                    <a:pt x="14031" y="4218"/>
                    <a:pt x="22170" y="0"/>
                    <a:pt x="32810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5A726B8-0792-07E1-6B2D-0D6C950CFB59}"/>
                </a:ext>
              </a:extLst>
            </p:cNvPr>
            <p:cNvSpPr/>
            <p:nvPr/>
          </p:nvSpPr>
          <p:spPr>
            <a:xfrm>
              <a:off x="5215488" y="3523293"/>
              <a:ext cx="56525" cy="94930"/>
            </a:xfrm>
            <a:custGeom>
              <a:avLst/>
              <a:gdLst>
                <a:gd name="csX0" fmla="*/ 1844 w 56525"/>
                <a:gd name="csY0" fmla="*/ 84121 h 94930"/>
                <a:gd name="csX1" fmla="*/ 22826 w 56525"/>
                <a:gd name="csY1" fmla="*/ 84121 h 94930"/>
                <a:gd name="csX2" fmla="*/ 22826 w 56525"/>
                <a:gd name="csY2" fmla="*/ 11700 h 94930"/>
                <a:gd name="csX3" fmla="*/ 0 w 56525"/>
                <a:gd name="csY3" fmla="*/ 16277 h 94930"/>
                <a:gd name="csX4" fmla="*/ 0 w 56525"/>
                <a:gd name="csY4" fmla="*/ 4579 h 94930"/>
                <a:gd name="csX5" fmla="*/ 22698 w 56525"/>
                <a:gd name="csY5" fmla="*/ 0 h 94930"/>
                <a:gd name="csX6" fmla="*/ 35543 w 56525"/>
                <a:gd name="csY6" fmla="*/ 0 h 94930"/>
                <a:gd name="csX7" fmla="*/ 35543 w 56525"/>
                <a:gd name="csY7" fmla="*/ 84121 h 94930"/>
                <a:gd name="csX8" fmla="*/ 56525 w 56525"/>
                <a:gd name="csY8" fmla="*/ 84121 h 94930"/>
                <a:gd name="csX9" fmla="*/ 56525 w 56525"/>
                <a:gd name="csY9" fmla="*/ 94931 h 94930"/>
                <a:gd name="csX10" fmla="*/ 1844 w 56525"/>
                <a:gd name="csY10" fmla="*/ 94931 h 94930"/>
                <a:gd name="csX11" fmla="*/ 1844 w 56525"/>
                <a:gd name="csY11" fmla="*/ 84121 h 94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6525" h="94930">
                  <a:moveTo>
                    <a:pt x="1844" y="84121"/>
                  </a:moveTo>
                  <a:lnTo>
                    <a:pt x="22826" y="84121"/>
                  </a:lnTo>
                  <a:lnTo>
                    <a:pt x="22826" y="11700"/>
                  </a:lnTo>
                  <a:lnTo>
                    <a:pt x="0" y="16277"/>
                  </a:lnTo>
                  <a:lnTo>
                    <a:pt x="0" y="4579"/>
                  </a:lnTo>
                  <a:lnTo>
                    <a:pt x="22698" y="0"/>
                  </a:lnTo>
                  <a:lnTo>
                    <a:pt x="35543" y="0"/>
                  </a:lnTo>
                  <a:lnTo>
                    <a:pt x="35543" y="84121"/>
                  </a:lnTo>
                  <a:lnTo>
                    <a:pt x="56525" y="84121"/>
                  </a:lnTo>
                  <a:lnTo>
                    <a:pt x="56525" y="94931"/>
                  </a:lnTo>
                  <a:lnTo>
                    <a:pt x="1844" y="94931"/>
                  </a:lnTo>
                  <a:lnTo>
                    <a:pt x="1844" y="84121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49767039-56BC-7A0B-965C-CD1A83854672}"/>
                </a:ext>
              </a:extLst>
            </p:cNvPr>
            <p:cNvSpPr/>
            <p:nvPr/>
          </p:nvSpPr>
          <p:spPr>
            <a:xfrm>
              <a:off x="5211737" y="3089046"/>
              <a:ext cx="60276" cy="96646"/>
            </a:xfrm>
            <a:custGeom>
              <a:avLst/>
              <a:gdLst>
                <a:gd name="csX0" fmla="*/ 15450 w 60276"/>
                <a:gd name="csY0" fmla="*/ 85838 h 96646"/>
                <a:gd name="csX1" fmla="*/ 60277 w 60276"/>
                <a:gd name="csY1" fmla="*/ 85838 h 96646"/>
                <a:gd name="csX2" fmla="*/ 60277 w 60276"/>
                <a:gd name="csY2" fmla="*/ 96647 h 96646"/>
                <a:gd name="csX3" fmla="*/ 0 w 60276"/>
                <a:gd name="csY3" fmla="*/ 96647 h 96646"/>
                <a:gd name="csX4" fmla="*/ 0 w 60276"/>
                <a:gd name="csY4" fmla="*/ 85838 h 96646"/>
                <a:gd name="csX5" fmla="*/ 19901 w 60276"/>
                <a:gd name="csY5" fmla="*/ 65554 h 96646"/>
                <a:gd name="csX6" fmla="*/ 35797 w 60276"/>
                <a:gd name="csY6" fmla="*/ 49087 h 96646"/>
                <a:gd name="csX7" fmla="*/ 44381 w 60276"/>
                <a:gd name="csY7" fmla="*/ 37387 h 96646"/>
                <a:gd name="csX8" fmla="*/ 46861 w 60276"/>
                <a:gd name="csY8" fmla="*/ 27913 h 96646"/>
                <a:gd name="csX9" fmla="*/ 41520 w 60276"/>
                <a:gd name="csY9" fmla="*/ 15577 h 96646"/>
                <a:gd name="csX10" fmla="*/ 27723 w 60276"/>
                <a:gd name="csY10" fmla="*/ 10808 h 96646"/>
                <a:gd name="csX11" fmla="*/ 14941 w 60276"/>
                <a:gd name="csY11" fmla="*/ 12907 h 96646"/>
                <a:gd name="csX12" fmla="*/ 636 w 60276"/>
                <a:gd name="csY12" fmla="*/ 19266 h 96646"/>
                <a:gd name="csX13" fmla="*/ 636 w 60276"/>
                <a:gd name="csY13" fmla="*/ 6294 h 96646"/>
                <a:gd name="csX14" fmla="*/ 15133 w 60276"/>
                <a:gd name="csY14" fmla="*/ 1588 h 96646"/>
                <a:gd name="csX15" fmla="*/ 27468 w 60276"/>
                <a:gd name="csY15" fmla="*/ 0 h 96646"/>
                <a:gd name="csX16" fmla="*/ 50994 w 60276"/>
                <a:gd name="csY16" fmla="*/ 7376 h 96646"/>
                <a:gd name="csX17" fmla="*/ 59768 w 60276"/>
                <a:gd name="csY17" fmla="*/ 27085 h 96646"/>
                <a:gd name="csX18" fmla="*/ 57542 w 60276"/>
                <a:gd name="csY18" fmla="*/ 38214 h 96646"/>
                <a:gd name="csX19" fmla="*/ 49595 w 60276"/>
                <a:gd name="csY19" fmla="*/ 50548 h 96646"/>
                <a:gd name="csX20" fmla="*/ 39486 w 60276"/>
                <a:gd name="csY20" fmla="*/ 61231 h 96646"/>
                <a:gd name="csX21" fmla="*/ 15450 w 60276"/>
                <a:gd name="csY21" fmla="*/ 85838 h 96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60276" h="96646">
                  <a:moveTo>
                    <a:pt x="15450" y="85838"/>
                  </a:moveTo>
                  <a:lnTo>
                    <a:pt x="60277" y="85838"/>
                  </a:lnTo>
                  <a:lnTo>
                    <a:pt x="60277" y="96647"/>
                  </a:lnTo>
                  <a:lnTo>
                    <a:pt x="0" y="96647"/>
                  </a:lnTo>
                  <a:lnTo>
                    <a:pt x="0" y="85838"/>
                  </a:lnTo>
                  <a:cubicBezTo>
                    <a:pt x="4874" y="80793"/>
                    <a:pt x="11508" y="74032"/>
                    <a:pt x="19901" y="65554"/>
                  </a:cubicBezTo>
                  <a:cubicBezTo>
                    <a:pt x="28336" y="57034"/>
                    <a:pt x="33635" y="51545"/>
                    <a:pt x="35797" y="49087"/>
                  </a:cubicBezTo>
                  <a:cubicBezTo>
                    <a:pt x="39909" y="44466"/>
                    <a:pt x="42771" y="40566"/>
                    <a:pt x="44381" y="37387"/>
                  </a:cubicBezTo>
                  <a:cubicBezTo>
                    <a:pt x="46035" y="34165"/>
                    <a:pt x="46861" y="31007"/>
                    <a:pt x="46861" y="27913"/>
                  </a:cubicBezTo>
                  <a:cubicBezTo>
                    <a:pt x="46861" y="22868"/>
                    <a:pt x="45081" y="18756"/>
                    <a:pt x="41520" y="15577"/>
                  </a:cubicBezTo>
                  <a:cubicBezTo>
                    <a:pt x="38002" y="12398"/>
                    <a:pt x="33403" y="10808"/>
                    <a:pt x="27723" y="10808"/>
                  </a:cubicBezTo>
                  <a:cubicBezTo>
                    <a:pt x="23695" y="10808"/>
                    <a:pt x="19435" y="11508"/>
                    <a:pt x="14941" y="12907"/>
                  </a:cubicBezTo>
                  <a:cubicBezTo>
                    <a:pt x="10491" y="14306"/>
                    <a:pt x="5722" y="16426"/>
                    <a:pt x="636" y="19266"/>
                  </a:cubicBezTo>
                  <a:lnTo>
                    <a:pt x="636" y="6294"/>
                  </a:lnTo>
                  <a:cubicBezTo>
                    <a:pt x="5807" y="4217"/>
                    <a:pt x="10639" y="2648"/>
                    <a:pt x="15133" y="1588"/>
                  </a:cubicBezTo>
                  <a:cubicBezTo>
                    <a:pt x="19626" y="529"/>
                    <a:pt x="23738" y="0"/>
                    <a:pt x="27468" y="0"/>
                  </a:cubicBezTo>
                  <a:cubicBezTo>
                    <a:pt x="37303" y="0"/>
                    <a:pt x="45145" y="2459"/>
                    <a:pt x="50994" y="7376"/>
                  </a:cubicBezTo>
                  <a:cubicBezTo>
                    <a:pt x="56843" y="12293"/>
                    <a:pt x="59768" y="18863"/>
                    <a:pt x="59768" y="27085"/>
                  </a:cubicBezTo>
                  <a:cubicBezTo>
                    <a:pt x="59768" y="30985"/>
                    <a:pt x="59026" y="34695"/>
                    <a:pt x="57542" y="38214"/>
                  </a:cubicBezTo>
                  <a:cubicBezTo>
                    <a:pt x="56102" y="41689"/>
                    <a:pt x="53453" y="45801"/>
                    <a:pt x="49595" y="50548"/>
                  </a:cubicBezTo>
                  <a:cubicBezTo>
                    <a:pt x="48535" y="51778"/>
                    <a:pt x="45165" y="55339"/>
                    <a:pt x="39486" y="61231"/>
                  </a:cubicBezTo>
                  <a:cubicBezTo>
                    <a:pt x="33806" y="67081"/>
                    <a:pt x="25794" y="75283"/>
                    <a:pt x="15450" y="85838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435747B3-62FF-6429-3187-A94AEAD5AAA9}"/>
                </a:ext>
              </a:extLst>
            </p:cNvPr>
            <p:cNvSpPr/>
            <p:nvPr/>
          </p:nvSpPr>
          <p:spPr>
            <a:xfrm>
              <a:off x="5209511" y="2656513"/>
              <a:ext cx="62502" cy="98490"/>
            </a:xfrm>
            <a:custGeom>
              <a:avLst/>
              <a:gdLst>
                <a:gd name="csX0" fmla="*/ 42918 w 62502"/>
                <a:gd name="csY0" fmla="*/ 45463 h 98490"/>
                <a:gd name="csX1" fmla="*/ 57290 w 62502"/>
                <a:gd name="csY1" fmla="*/ 53666 h 98490"/>
                <a:gd name="csX2" fmla="*/ 62503 w 62502"/>
                <a:gd name="csY2" fmla="*/ 69053 h 98490"/>
                <a:gd name="csX3" fmla="*/ 52838 w 62502"/>
                <a:gd name="csY3" fmla="*/ 90798 h 98490"/>
                <a:gd name="csX4" fmla="*/ 25370 w 62502"/>
                <a:gd name="csY4" fmla="*/ 98491 h 98490"/>
                <a:gd name="csX5" fmla="*/ 13034 w 62502"/>
                <a:gd name="csY5" fmla="*/ 97284 h 98490"/>
                <a:gd name="csX6" fmla="*/ 0 w 62502"/>
                <a:gd name="csY6" fmla="*/ 93787 h 98490"/>
                <a:gd name="csX7" fmla="*/ 0 w 62502"/>
                <a:gd name="csY7" fmla="*/ 81387 h 98490"/>
                <a:gd name="csX8" fmla="*/ 11700 w 62502"/>
                <a:gd name="csY8" fmla="*/ 86092 h 98490"/>
                <a:gd name="csX9" fmla="*/ 24988 w 62502"/>
                <a:gd name="csY9" fmla="*/ 87682 h 98490"/>
                <a:gd name="csX10" fmla="*/ 43364 w 62502"/>
                <a:gd name="csY10" fmla="*/ 82914 h 98490"/>
                <a:gd name="csX11" fmla="*/ 49723 w 62502"/>
                <a:gd name="csY11" fmla="*/ 69053 h 98490"/>
                <a:gd name="csX12" fmla="*/ 43810 w 62502"/>
                <a:gd name="csY12" fmla="*/ 55954 h 98490"/>
                <a:gd name="csX13" fmla="*/ 27468 w 62502"/>
                <a:gd name="csY13" fmla="*/ 51185 h 98490"/>
                <a:gd name="csX14" fmla="*/ 16404 w 62502"/>
                <a:gd name="csY14" fmla="*/ 51185 h 98490"/>
                <a:gd name="csX15" fmla="*/ 16404 w 62502"/>
                <a:gd name="csY15" fmla="*/ 40630 h 98490"/>
                <a:gd name="csX16" fmla="*/ 27977 w 62502"/>
                <a:gd name="csY16" fmla="*/ 40630 h 98490"/>
                <a:gd name="csX17" fmla="*/ 42474 w 62502"/>
                <a:gd name="csY17" fmla="*/ 36878 h 98490"/>
                <a:gd name="csX18" fmla="*/ 47497 w 62502"/>
                <a:gd name="csY18" fmla="*/ 25943 h 98490"/>
                <a:gd name="csX19" fmla="*/ 42283 w 62502"/>
                <a:gd name="csY19" fmla="*/ 14751 h 98490"/>
                <a:gd name="csX20" fmla="*/ 27468 w 62502"/>
                <a:gd name="csY20" fmla="*/ 10808 h 98490"/>
                <a:gd name="csX21" fmla="*/ 16150 w 62502"/>
                <a:gd name="csY21" fmla="*/ 11954 h 98490"/>
                <a:gd name="csX22" fmla="*/ 2861 w 62502"/>
                <a:gd name="csY22" fmla="*/ 15514 h 98490"/>
                <a:gd name="csX23" fmla="*/ 2861 w 62502"/>
                <a:gd name="csY23" fmla="*/ 4068 h 98490"/>
                <a:gd name="csX24" fmla="*/ 16531 w 62502"/>
                <a:gd name="csY24" fmla="*/ 1017 h 98490"/>
                <a:gd name="csX25" fmla="*/ 28613 w 62502"/>
                <a:gd name="csY25" fmla="*/ 0 h 98490"/>
                <a:gd name="csX26" fmla="*/ 51757 w 62502"/>
                <a:gd name="csY26" fmla="*/ 6676 h 98490"/>
                <a:gd name="csX27" fmla="*/ 60277 w 62502"/>
                <a:gd name="csY27" fmla="*/ 24607 h 98490"/>
                <a:gd name="csX28" fmla="*/ 55763 w 62502"/>
                <a:gd name="csY28" fmla="*/ 37960 h 98490"/>
                <a:gd name="csX29" fmla="*/ 42918 w 62502"/>
                <a:gd name="csY29" fmla="*/ 45463 h 984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62502" h="98490">
                  <a:moveTo>
                    <a:pt x="42918" y="45463"/>
                  </a:moveTo>
                  <a:cubicBezTo>
                    <a:pt x="49065" y="46777"/>
                    <a:pt x="53855" y="49511"/>
                    <a:pt x="57290" y="53666"/>
                  </a:cubicBezTo>
                  <a:cubicBezTo>
                    <a:pt x="60765" y="57819"/>
                    <a:pt x="62503" y="62948"/>
                    <a:pt x="62503" y="69053"/>
                  </a:cubicBezTo>
                  <a:cubicBezTo>
                    <a:pt x="62503" y="78420"/>
                    <a:pt x="59281" y="85669"/>
                    <a:pt x="52838" y="90798"/>
                  </a:cubicBezTo>
                  <a:cubicBezTo>
                    <a:pt x="46396" y="95927"/>
                    <a:pt x="37239" y="98491"/>
                    <a:pt x="25370" y="98491"/>
                  </a:cubicBezTo>
                  <a:cubicBezTo>
                    <a:pt x="21385" y="98491"/>
                    <a:pt x="17273" y="98089"/>
                    <a:pt x="13034" y="97284"/>
                  </a:cubicBezTo>
                  <a:cubicBezTo>
                    <a:pt x="8838" y="96521"/>
                    <a:pt x="4493" y="95355"/>
                    <a:pt x="0" y="93787"/>
                  </a:cubicBezTo>
                  <a:lnTo>
                    <a:pt x="0" y="81387"/>
                  </a:lnTo>
                  <a:cubicBezTo>
                    <a:pt x="3561" y="83464"/>
                    <a:pt x="7461" y="85032"/>
                    <a:pt x="11700" y="86092"/>
                  </a:cubicBezTo>
                  <a:cubicBezTo>
                    <a:pt x="15938" y="87152"/>
                    <a:pt x="20367" y="87682"/>
                    <a:pt x="24988" y="87682"/>
                  </a:cubicBezTo>
                  <a:cubicBezTo>
                    <a:pt x="33043" y="87682"/>
                    <a:pt x="39168" y="86093"/>
                    <a:pt x="43364" y="82914"/>
                  </a:cubicBezTo>
                  <a:cubicBezTo>
                    <a:pt x="47603" y="79735"/>
                    <a:pt x="49723" y="75114"/>
                    <a:pt x="49723" y="69053"/>
                  </a:cubicBezTo>
                  <a:cubicBezTo>
                    <a:pt x="49723" y="63457"/>
                    <a:pt x="47752" y="59091"/>
                    <a:pt x="43810" y="55954"/>
                  </a:cubicBezTo>
                  <a:cubicBezTo>
                    <a:pt x="39910" y="52775"/>
                    <a:pt x="34463" y="51185"/>
                    <a:pt x="27468" y="51185"/>
                  </a:cubicBezTo>
                  <a:lnTo>
                    <a:pt x="16404" y="51185"/>
                  </a:lnTo>
                  <a:lnTo>
                    <a:pt x="16404" y="40630"/>
                  </a:lnTo>
                  <a:lnTo>
                    <a:pt x="27977" y="40630"/>
                  </a:lnTo>
                  <a:cubicBezTo>
                    <a:pt x="34293" y="40630"/>
                    <a:pt x="39126" y="39379"/>
                    <a:pt x="42474" y="36878"/>
                  </a:cubicBezTo>
                  <a:cubicBezTo>
                    <a:pt x="45823" y="34336"/>
                    <a:pt x="47497" y="30690"/>
                    <a:pt x="47497" y="25943"/>
                  </a:cubicBezTo>
                  <a:cubicBezTo>
                    <a:pt x="47497" y="21068"/>
                    <a:pt x="45759" y="17337"/>
                    <a:pt x="42283" y="14751"/>
                  </a:cubicBezTo>
                  <a:cubicBezTo>
                    <a:pt x="38849" y="12123"/>
                    <a:pt x="33911" y="10808"/>
                    <a:pt x="27468" y="10808"/>
                  </a:cubicBezTo>
                  <a:cubicBezTo>
                    <a:pt x="23950" y="10808"/>
                    <a:pt x="20178" y="11190"/>
                    <a:pt x="16150" y="11954"/>
                  </a:cubicBezTo>
                  <a:cubicBezTo>
                    <a:pt x="12123" y="12717"/>
                    <a:pt x="7694" y="13904"/>
                    <a:pt x="2861" y="15514"/>
                  </a:cubicBezTo>
                  <a:lnTo>
                    <a:pt x="2861" y="4068"/>
                  </a:lnTo>
                  <a:cubicBezTo>
                    <a:pt x="7736" y="2712"/>
                    <a:pt x="12292" y="1695"/>
                    <a:pt x="16531" y="1017"/>
                  </a:cubicBezTo>
                  <a:cubicBezTo>
                    <a:pt x="20813" y="339"/>
                    <a:pt x="24840" y="0"/>
                    <a:pt x="28613" y="0"/>
                  </a:cubicBezTo>
                  <a:cubicBezTo>
                    <a:pt x="38362" y="0"/>
                    <a:pt x="46077" y="2225"/>
                    <a:pt x="51757" y="6676"/>
                  </a:cubicBezTo>
                  <a:cubicBezTo>
                    <a:pt x="57437" y="11084"/>
                    <a:pt x="60277" y="17061"/>
                    <a:pt x="60277" y="24607"/>
                  </a:cubicBezTo>
                  <a:cubicBezTo>
                    <a:pt x="60277" y="29863"/>
                    <a:pt x="58772" y="34314"/>
                    <a:pt x="55763" y="37960"/>
                  </a:cubicBezTo>
                  <a:cubicBezTo>
                    <a:pt x="52753" y="41563"/>
                    <a:pt x="48472" y="44064"/>
                    <a:pt x="42918" y="45463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EC0D6C26-55BB-CAB4-4760-77F751397169}"/>
                </a:ext>
              </a:extLst>
            </p:cNvPr>
            <p:cNvSpPr/>
            <p:nvPr/>
          </p:nvSpPr>
          <p:spPr>
            <a:xfrm>
              <a:off x="4955014" y="3946811"/>
              <a:ext cx="97426" cy="69487"/>
            </a:xfrm>
            <a:custGeom>
              <a:avLst/>
              <a:gdLst>
                <a:gd name="csX0" fmla="*/ 5735 w 97426"/>
                <a:gd name="csY0" fmla="*/ 0 h 69487"/>
                <a:gd name="csX1" fmla="*/ 9191 w 97426"/>
                <a:gd name="csY1" fmla="*/ 662 h 69487"/>
                <a:gd name="csX2" fmla="*/ 66691 w 97426"/>
                <a:gd name="csY2" fmla="*/ 15073 h 69487"/>
                <a:gd name="csX3" fmla="*/ 88455 w 97426"/>
                <a:gd name="csY3" fmla="*/ 28530 h 69487"/>
                <a:gd name="csX4" fmla="*/ 97426 w 97426"/>
                <a:gd name="csY4" fmla="*/ 50368 h 69487"/>
                <a:gd name="csX5" fmla="*/ 93676 w 97426"/>
                <a:gd name="csY5" fmla="*/ 61843 h 69487"/>
                <a:gd name="csX6" fmla="*/ 84338 w 97426"/>
                <a:gd name="csY6" fmla="*/ 66317 h 69487"/>
                <a:gd name="csX7" fmla="*/ 76911 w 97426"/>
                <a:gd name="csY7" fmla="*/ 63680 h 69487"/>
                <a:gd name="csX8" fmla="*/ 74558 w 97426"/>
                <a:gd name="csY8" fmla="*/ 57867 h 69487"/>
                <a:gd name="csX9" fmla="*/ 74852 w 97426"/>
                <a:gd name="csY9" fmla="*/ 55736 h 69487"/>
                <a:gd name="csX10" fmla="*/ 76397 w 97426"/>
                <a:gd name="csY10" fmla="*/ 53455 h 69487"/>
                <a:gd name="csX11" fmla="*/ 79779 w 97426"/>
                <a:gd name="csY11" fmla="*/ 52280 h 69487"/>
                <a:gd name="csX12" fmla="*/ 85955 w 97426"/>
                <a:gd name="csY12" fmla="*/ 55295 h 69487"/>
                <a:gd name="csX13" fmla="*/ 87500 w 97426"/>
                <a:gd name="csY13" fmla="*/ 58162 h 69487"/>
                <a:gd name="csX14" fmla="*/ 87794 w 97426"/>
                <a:gd name="csY14" fmla="*/ 61765 h 69487"/>
                <a:gd name="csX15" fmla="*/ 91250 w 97426"/>
                <a:gd name="csY15" fmla="*/ 59269 h 69487"/>
                <a:gd name="csX16" fmla="*/ 93161 w 97426"/>
                <a:gd name="csY16" fmla="*/ 55808 h 69487"/>
                <a:gd name="csX17" fmla="*/ 93897 w 97426"/>
                <a:gd name="csY17" fmla="*/ 52794 h 69487"/>
                <a:gd name="csX18" fmla="*/ 94117 w 97426"/>
                <a:gd name="csY18" fmla="*/ 50368 h 69487"/>
                <a:gd name="csX19" fmla="*/ 84632 w 97426"/>
                <a:gd name="csY19" fmla="*/ 33750 h 69487"/>
                <a:gd name="csX20" fmla="*/ 78897 w 97426"/>
                <a:gd name="csY20" fmla="*/ 30074 h 69487"/>
                <a:gd name="csX21" fmla="*/ 72647 w 97426"/>
                <a:gd name="csY21" fmla="*/ 27280 h 69487"/>
                <a:gd name="csX22" fmla="*/ 67426 w 97426"/>
                <a:gd name="csY22" fmla="*/ 25588 h 69487"/>
                <a:gd name="csX23" fmla="*/ 61397 w 97426"/>
                <a:gd name="csY23" fmla="*/ 23971 h 69487"/>
                <a:gd name="csX24" fmla="*/ 68235 w 97426"/>
                <a:gd name="csY24" fmla="*/ 39192 h 69487"/>
                <a:gd name="csX25" fmla="*/ 67279 w 97426"/>
                <a:gd name="csY25" fmla="*/ 45882 h 69487"/>
                <a:gd name="csX26" fmla="*/ 64338 w 97426"/>
                <a:gd name="csY26" fmla="*/ 51691 h 69487"/>
                <a:gd name="csX27" fmla="*/ 58676 w 97426"/>
                <a:gd name="csY27" fmla="*/ 56029 h 69487"/>
                <a:gd name="csX28" fmla="*/ 50294 w 97426"/>
                <a:gd name="csY28" fmla="*/ 57574 h 69487"/>
                <a:gd name="csX29" fmla="*/ 38309 w 97426"/>
                <a:gd name="csY29" fmla="*/ 55588 h 69487"/>
                <a:gd name="csX30" fmla="*/ 18676 w 97426"/>
                <a:gd name="csY30" fmla="*/ 48823 h 69487"/>
                <a:gd name="csX31" fmla="*/ 8088 w 97426"/>
                <a:gd name="csY31" fmla="*/ 46251 h 69487"/>
                <a:gd name="csX32" fmla="*/ 5368 w 97426"/>
                <a:gd name="csY32" fmla="*/ 46618 h 69487"/>
                <a:gd name="csX33" fmla="*/ 3897 w 97426"/>
                <a:gd name="csY33" fmla="*/ 47721 h 69487"/>
                <a:gd name="csX34" fmla="*/ 3382 w 97426"/>
                <a:gd name="csY34" fmla="*/ 48897 h 69487"/>
                <a:gd name="csX35" fmla="*/ 3309 w 97426"/>
                <a:gd name="csY35" fmla="*/ 50000 h 69487"/>
                <a:gd name="csX36" fmla="*/ 7721 w 97426"/>
                <a:gd name="csY36" fmla="*/ 58382 h 69487"/>
                <a:gd name="csX37" fmla="*/ 21985 w 97426"/>
                <a:gd name="csY37" fmla="*/ 65218 h 69487"/>
                <a:gd name="csX38" fmla="*/ 24265 w 97426"/>
                <a:gd name="csY38" fmla="*/ 66175 h 69487"/>
                <a:gd name="csX39" fmla="*/ 24706 w 97426"/>
                <a:gd name="csY39" fmla="*/ 67651 h 69487"/>
                <a:gd name="csX40" fmla="*/ 23162 w 97426"/>
                <a:gd name="csY40" fmla="*/ 69487 h 69487"/>
                <a:gd name="csX41" fmla="*/ 20294 w 97426"/>
                <a:gd name="csY41" fmla="*/ 68828 h 69487"/>
                <a:gd name="csX42" fmla="*/ 14485 w 97426"/>
                <a:gd name="csY42" fmla="*/ 66615 h 69487"/>
                <a:gd name="csX43" fmla="*/ 7794 w 97426"/>
                <a:gd name="csY43" fmla="*/ 62801 h 69487"/>
                <a:gd name="csX44" fmla="*/ 2279 w 97426"/>
                <a:gd name="csY44" fmla="*/ 57133 h 69487"/>
                <a:gd name="csX45" fmla="*/ 0 w 97426"/>
                <a:gd name="csY45" fmla="*/ 49559 h 69487"/>
                <a:gd name="csX46" fmla="*/ 3603 w 97426"/>
                <a:gd name="csY46" fmla="*/ 40661 h 69487"/>
                <a:gd name="csX47" fmla="*/ 12353 w 97426"/>
                <a:gd name="csY47" fmla="*/ 37206 h 69487"/>
                <a:gd name="csX48" fmla="*/ 16397 w 97426"/>
                <a:gd name="csY48" fmla="*/ 37793 h 69487"/>
                <a:gd name="csX49" fmla="*/ 23162 w 97426"/>
                <a:gd name="csY49" fmla="*/ 40220 h 69487"/>
                <a:gd name="csX50" fmla="*/ 52720 w 97426"/>
                <a:gd name="csY50" fmla="*/ 47941 h 69487"/>
                <a:gd name="csX51" fmla="*/ 57059 w 97426"/>
                <a:gd name="csY51" fmla="*/ 47574 h 69487"/>
                <a:gd name="csX52" fmla="*/ 60882 w 97426"/>
                <a:gd name="csY52" fmla="*/ 46177 h 69487"/>
                <a:gd name="csX53" fmla="*/ 63823 w 97426"/>
                <a:gd name="csY53" fmla="*/ 43309 h 69487"/>
                <a:gd name="csX54" fmla="*/ 64853 w 97426"/>
                <a:gd name="csY54" fmla="*/ 38603 h 69487"/>
                <a:gd name="csX55" fmla="*/ 63235 w 97426"/>
                <a:gd name="csY55" fmla="*/ 31912 h 69487"/>
                <a:gd name="csX56" fmla="*/ 59264 w 97426"/>
                <a:gd name="csY56" fmla="*/ 26544 h 69487"/>
                <a:gd name="csX57" fmla="*/ 55073 w 97426"/>
                <a:gd name="csY57" fmla="*/ 23161 h 69487"/>
                <a:gd name="csX58" fmla="*/ 52059 w 97426"/>
                <a:gd name="csY58" fmla="*/ 21545 h 69487"/>
                <a:gd name="csX59" fmla="*/ 25000 w 97426"/>
                <a:gd name="csY59" fmla="*/ 14780 h 69487"/>
                <a:gd name="csX60" fmla="*/ 12941 w 97426"/>
                <a:gd name="csY60" fmla="*/ 11764 h 69487"/>
                <a:gd name="csX61" fmla="*/ 4780 w 97426"/>
                <a:gd name="csY61" fmla="*/ 9707 h 69487"/>
                <a:gd name="csX62" fmla="*/ 2426 w 97426"/>
                <a:gd name="csY62" fmla="*/ 7280 h 69487"/>
                <a:gd name="csX63" fmla="*/ 1618 w 97426"/>
                <a:gd name="csY63" fmla="*/ 4412 h 69487"/>
                <a:gd name="csX64" fmla="*/ 2721 w 97426"/>
                <a:gd name="csY64" fmla="*/ 1323 h 69487"/>
                <a:gd name="csX65" fmla="*/ 5735 w 97426"/>
                <a:gd name="csY65" fmla="*/ 0 h 69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97426" h="69487">
                  <a:moveTo>
                    <a:pt x="5735" y="0"/>
                  </a:moveTo>
                  <a:cubicBezTo>
                    <a:pt x="6422" y="0"/>
                    <a:pt x="7574" y="221"/>
                    <a:pt x="9191" y="662"/>
                  </a:cubicBezTo>
                  <a:lnTo>
                    <a:pt x="66691" y="15073"/>
                  </a:lnTo>
                  <a:cubicBezTo>
                    <a:pt x="75220" y="17182"/>
                    <a:pt x="82475" y="21667"/>
                    <a:pt x="88455" y="28530"/>
                  </a:cubicBezTo>
                  <a:cubicBezTo>
                    <a:pt x="94436" y="35343"/>
                    <a:pt x="97426" y="42622"/>
                    <a:pt x="97426" y="50368"/>
                  </a:cubicBezTo>
                  <a:cubicBezTo>
                    <a:pt x="97426" y="55024"/>
                    <a:pt x="96176" y="58849"/>
                    <a:pt x="93676" y="61843"/>
                  </a:cubicBezTo>
                  <a:cubicBezTo>
                    <a:pt x="91225" y="64826"/>
                    <a:pt x="88112" y="66317"/>
                    <a:pt x="84338" y="66317"/>
                  </a:cubicBezTo>
                  <a:cubicBezTo>
                    <a:pt x="81004" y="66317"/>
                    <a:pt x="78529" y="65438"/>
                    <a:pt x="76911" y="63680"/>
                  </a:cubicBezTo>
                  <a:cubicBezTo>
                    <a:pt x="75343" y="61911"/>
                    <a:pt x="74558" y="59974"/>
                    <a:pt x="74558" y="57867"/>
                  </a:cubicBezTo>
                  <a:cubicBezTo>
                    <a:pt x="74558" y="57181"/>
                    <a:pt x="74656" y="56470"/>
                    <a:pt x="74852" y="55736"/>
                  </a:cubicBezTo>
                  <a:cubicBezTo>
                    <a:pt x="75049" y="55000"/>
                    <a:pt x="75563" y="54240"/>
                    <a:pt x="76397" y="53455"/>
                  </a:cubicBezTo>
                  <a:cubicBezTo>
                    <a:pt x="77230" y="52671"/>
                    <a:pt x="78357" y="52280"/>
                    <a:pt x="79779" y="52280"/>
                  </a:cubicBezTo>
                  <a:cubicBezTo>
                    <a:pt x="82083" y="52280"/>
                    <a:pt x="84142" y="53285"/>
                    <a:pt x="85955" y="55295"/>
                  </a:cubicBezTo>
                  <a:cubicBezTo>
                    <a:pt x="86789" y="56274"/>
                    <a:pt x="87303" y="57230"/>
                    <a:pt x="87500" y="58162"/>
                  </a:cubicBezTo>
                  <a:cubicBezTo>
                    <a:pt x="87696" y="59047"/>
                    <a:pt x="87794" y="60247"/>
                    <a:pt x="87794" y="61765"/>
                  </a:cubicBezTo>
                  <a:cubicBezTo>
                    <a:pt x="89166" y="61179"/>
                    <a:pt x="90318" y="60347"/>
                    <a:pt x="91250" y="59269"/>
                  </a:cubicBezTo>
                  <a:cubicBezTo>
                    <a:pt x="92181" y="58188"/>
                    <a:pt x="92818" y="57034"/>
                    <a:pt x="93161" y="55808"/>
                  </a:cubicBezTo>
                  <a:cubicBezTo>
                    <a:pt x="93553" y="54583"/>
                    <a:pt x="93799" y="53578"/>
                    <a:pt x="93897" y="52794"/>
                  </a:cubicBezTo>
                  <a:cubicBezTo>
                    <a:pt x="94044" y="51960"/>
                    <a:pt x="94117" y="51151"/>
                    <a:pt x="94117" y="50368"/>
                  </a:cubicBezTo>
                  <a:cubicBezTo>
                    <a:pt x="94117" y="44093"/>
                    <a:pt x="90955" y="38554"/>
                    <a:pt x="84632" y="33750"/>
                  </a:cubicBezTo>
                  <a:cubicBezTo>
                    <a:pt x="82720" y="32328"/>
                    <a:pt x="80808" y="31103"/>
                    <a:pt x="78897" y="30074"/>
                  </a:cubicBezTo>
                  <a:cubicBezTo>
                    <a:pt x="77034" y="28995"/>
                    <a:pt x="74951" y="28064"/>
                    <a:pt x="72647" y="27280"/>
                  </a:cubicBezTo>
                  <a:cubicBezTo>
                    <a:pt x="70392" y="26495"/>
                    <a:pt x="68652" y="25931"/>
                    <a:pt x="67426" y="25588"/>
                  </a:cubicBezTo>
                  <a:cubicBezTo>
                    <a:pt x="66201" y="25196"/>
                    <a:pt x="64191" y="24657"/>
                    <a:pt x="61397" y="23971"/>
                  </a:cubicBezTo>
                  <a:cubicBezTo>
                    <a:pt x="65956" y="28529"/>
                    <a:pt x="68235" y="33603"/>
                    <a:pt x="68235" y="39192"/>
                  </a:cubicBezTo>
                  <a:cubicBezTo>
                    <a:pt x="68235" y="41544"/>
                    <a:pt x="67916" y="43774"/>
                    <a:pt x="67279" y="45882"/>
                  </a:cubicBezTo>
                  <a:cubicBezTo>
                    <a:pt x="66642" y="47941"/>
                    <a:pt x="65661" y="49877"/>
                    <a:pt x="64338" y="51691"/>
                  </a:cubicBezTo>
                  <a:cubicBezTo>
                    <a:pt x="62965" y="53504"/>
                    <a:pt x="61078" y="54951"/>
                    <a:pt x="58676" y="56029"/>
                  </a:cubicBezTo>
                  <a:cubicBezTo>
                    <a:pt x="56274" y="57059"/>
                    <a:pt x="53480" y="57574"/>
                    <a:pt x="50294" y="57574"/>
                  </a:cubicBezTo>
                  <a:cubicBezTo>
                    <a:pt x="46912" y="57574"/>
                    <a:pt x="42917" y="56912"/>
                    <a:pt x="38309" y="55588"/>
                  </a:cubicBezTo>
                  <a:cubicBezTo>
                    <a:pt x="33701" y="54265"/>
                    <a:pt x="27157" y="52010"/>
                    <a:pt x="18676" y="48823"/>
                  </a:cubicBezTo>
                  <a:cubicBezTo>
                    <a:pt x="13922" y="47108"/>
                    <a:pt x="10392" y="46251"/>
                    <a:pt x="8088" y="46251"/>
                  </a:cubicBezTo>
                  <a:cubicBezTo>
                    <a:pt x="6961" y="46251"/>
                    <a:pt x="6054" y="46373"/>
                    <a:pt x="5368" y="46618"/>
                  </a:cubicBezTo>
                  <a:cubicBezTo>
                    <a:pt x="4632" y="46863"/>
                    <a:pt x="4142" y="47231"/>
                    <a:pt x="3897" y="47721"/>
                  </a:cubicBezTo>
                  <a:cubicBezTo>
                    <a:pt x="3603" y="48211"/>
                    <a:pt x="3431" y="48603"/>
                    <a:pt x="3382" y="48897"/>
                  </a:cubicBezTo>
                  <a:cubicBezTo>
                    <a:pt x="3333" y="49142"/>
                    <a:pt x="3309" y="49510"/>
                    <a:pt x="3309" y="50000"/>
                  </a:cubicBezTo>
                  <a:cubicBezTo>
                    <a:pt x="3309" y="52893"/>
                    <a:pt x="4780" y="55687"/>
                    <a:pt x="7721" y="58382"/>
                  </a:cubicBezTo>
                  <a:cubicBezTo>
                    <a:pt x="10662" y="61077"/>
                    <a:pt x="15417" y="63355"/>
                    <a:pt x="21985" y="65218"/>
                  </a:cubicBezTo>
                  <a:cubicBezTo>
                    <a:pt x="23211" y="65616"/>
                    <a:pt x="23971" y="65935"/>
                    <a:pt x="24265" y="66175"/>
                  </a:cubicBezTo>
                  <a:cubicBezTo>
                    <a:pt x="24559" y="66416"/>
                    <a:pt x="24706" y="66908"/>
                    <a:pt x="24706" y="67651"/>
                  </a:cubicBezTo>
                  <a:cubicBezTo>
                    <a:pt x="24657" y="68875"/>
                    <a:pt x="24142" y="69487"/>
                    <a:pt x="23162" y="69487"/>
                  </a:cubicBezTo>
                  <a:cubicBezTo>
                    <a:pt x="22770" y="69487"/>
                    <a:pt x="21814" y="69268"/>
                    <a:pt x="20294" y="68828"/>
                  </a:cubicBezTo>
                  <a:cubicBezTo>
                    <a:pt x="18725" y="68389"/>
                    <a:pt x="16789" y="67651"/>
                    <a:pt x="14485" y="66615"/>
                  </a:cubicBezTo>
                  <a:cubicBezTo>
                    <a:pt x="12132" y="65537"/>
                    <a:pt x="9902" y="64266"/>
                    <a:pt x="7794" y="62801"/>
                  </a:cubicBezTo>
                  <a:cubicBezTo>
                    <a:pt x="5637" y="61325"/>
                    <a:pt x="3799" y="59436"/>
                    <a:pt x="2279" y="57133"/>
                  </a:cubicBezTo>
                  <a:cubicBezTo>
                    <a:pt x="760" y="54779"/>
                    <a:pt x="0" y="52255"/>
                    <a:pt x="0" y="49559"/>
                  </a:cubicBezTo>
                  <a:cubicBezTo>
                    <a:pt x="0" y="45882"/>
                    <a:pt x="1201" y="42916"/>
                    <a:pt x="3603" y="40661"/>
                  </a:cubicBezTo>
                  <a:cubicBezTo>
                    <a:pt x="5956" y="38358"/>
                    <a:pt x="8873" y="37206"/>
                    <a:pt x="12353" y="37206"/>
                  </a:cubicBezTo>
                  <a:cubicBezTo>
                    <a:pt x="13775" y="37206"/>
                    <a:pt x="15123" y="37402"/>
                    <a:pt x="16397" y="37793"/>
                  </a:cubicBezTo>
                  <a:cubicBezTo>
                    <a:pt x="17623" y="38137"/>
                    <a:pt x="19877" y="38946"/>
                    <a:pt x="23162" y="40220"/>
                  </a:cubicBezTo>
                  <a:cubicBezTo>
                    <a:pt x="36397" y="45367"/>
                    <a:pt x="46250" y="47941"/>
                    <a:pt x="52720" y="47941"/>
                  </a:cubicBezTo>
                  <a:cubicBezTo>
                    <a:pt x="54289" y="47941"/>
                    <a:pt x="55735" y="47819"/>
                    <a:pt x="57059" y="47574"/>
                  </a:cubicBezTo>
                  <a:cubicBezTo>
                    <a:pt x="58333" y="47280"/>
                    <a:pt x="59607" y="46814"/>
                    <a:pt x="60882" y="46177"/>
                  </a:cubicBezTo>
                  <a:cubicBezTo>
                    <a:pt x="62107" y="45540"/>
                    <a:pt x="63088" y="44584"/>
                    <a:pt x="63823" y="43309"/>
                  </a:cubicBezTo>
                  <a:cubicBezTo>
                    <a:pt x="64509" y="41985"/>
                    <a:pt x="64853" y="40417"/>
                    <a:pt x="64853" y="38603"/>
                  </a:cubicBezTo>
                  <a:cubicBezTo>
                    <a:pt x="64853" y="36299"/>
                    <a:pt x="64313" y="34069"/>
                    <a:pt x="63235" y="31912"/>
                  </a:cubicBezTo>
                  <a:cubicBezTo>
                    <a:pt x="62107" y="29706"/>
                    <a:pt x="60784" y="27917"/>
                    <a:pt x="59264" y="26544"/>
                  </a:cubicBezTo>
                  <a:cubicBezTo>
                    <a:pt x="57745" y="25123"/>
                    <a:pt x="56348" y="23995"/>
                    <a:pt x="55073" y="23161"/>
                  </a:cubicBezTo>
                  <a:cubicBezTo>
                    <a:pt x="53750" y="22279"/>
                    <a:pt x="52745" y="21740"/>
                    <a:pt x="52059" y="21545"/>
                  </a:cubicBezTo>
                  <a:lnTo>
                    <a:pt x="25000" y="14780"/>
                  </a:lnTo>
                  <a:lnTo>
                    <a:pt x="12941" y="11764"/>
                  </a:lnTo>
                  <a:cubicBezTo>
                    <a:pt x="8578" y="10833"/>
                    <a:pt x="5858" y="10147"/>
                    <a:pt x="4780" y="9707"/>
                  </a:cubicBezTo>
                  <a:cubicBezTo>
                    <a:pt x="3750" y="9118"/>
                    <a:pt x="2966" y="8310"/>
                    <a:pt x="2426" y="7280"/>
                  </a:cubicBezTo>
                  <a:cubicBezTo>
                    <a:pt x="1887" y="6250"/>
                    <a:pt x="1618" y="5294"/>
                    <a:pt x="1618" y="4412"/>
                  </a:cubicBezTo>
                  <a:cubicBezTo>
                    <a:pt x="1618" y="3187"/>
                    <a:pt x="1985" y="2157"/>
                    <a:pt x="2721" y="1323"/>
                  </a:cubicBezTo>
                  <a:cubicBezTo>
                    <a:pt x="3456" y="441"/>
                    <a:pt x="4461" y="0"/>
                    <a:pt x="5735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B316F8C-4460-A3BF-2D28-BB226D5AED10}"/>
                </a:ext>
              </a:extLst>
            </p:cNvPr>
            <p:cNvSpPr/>
            <p:nvPr/>
          </p:nvSpPr>
          <p:spPr>
            <a:xfrm>
              <a:off x="4967511" y="3801776"/>
              <a:ext cx="32799" cy="99705"/>
            </a:xfrm>
            <a:custGeom>
              <a:avLst/>
              <a:gdLst>
                <a:gd name="csX0" fmla="*/ 31179 w 32799"/>
                <a:gd name="csY0" fmla="*/ 99706 h 99705"/>
                <a:gd name="csX1" fmla="*/ 29341 w 32799"/>
                <a:gd name="csY1" fmla="*/ 96692 h 99705"/>
                <a:gd name="csX2" fmla="*/ 29341 w 32799"/>
                <a:gd name="csY2" fmla="*/ 4412 h 99705"/>
                <a:gd name="csX3" fmla="*/ 31032 w 32799"/>
                <a:gd name="csY3" fmla="*/ 0 h 99705"/>
                <a:gd name="csX4" fmla="*/ 32797 w 32799"/>
                <a:gd name="csY4" fmla="*/ 4119 h 99705"/>
                <a:gd name="csX5" fmla="*/ 32797 w 32799"/>
                <a:gd name="csY5" fmla="*/ 95662 h 99705"/>
                <a:gd name="csX6" fmla="*/ 31179 w 32799"/>
                <a:gd name="csY6" fmla="*/ 99706 h 99705"/>
                <a:gd name="csX7" fmla="*/ 1768 w 32799"/>
                <a:gd name="csY7" fmla="*/ 99706 h 99705"/>
                <a:gd name="csX8" fmla="*/ 3 w 32799"/>
                <a:gd name="csY8" fmla="*/ 96545 h 99705"/>
                <a:gd name="csX9" fmla="*/ 3 w 32799"/>
                <a:gd name="csY9" fmla="*/ 4560 h 99705"/>
                <a:gd name="csX10" fmla="*/ 1768 w 32799"/>
                <a:gd name="csY10" fmla="*/ 0 h 99705"/>
                <a:gd name="csX11" fmla="*/ 3459 w 32799"/>
                <a:gd name="csY11" fmla="*/ 3824 h 99705"/>
                <a:gd name="csX12" fmla="*/ 3459 w 32799"/>
                <a:gd name="csY12" fmla="*/ 96692 h 99705"/>
                <a:gd name="csX13" fmla="*/ 1768 w 32799"/>
                <a:gd name="csY13" fmla="*/ 99706 h 99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2799" h="99705">
                  <a:moveTo>
                    <a:pt x="31179" y="99706"/>
                  </a:moveTo>
                  <a:cubicBezTo>
                    <a:pt x="29954" y="99607"/>
                    <a:pt x="29341" y="98603"/>
                    <a:pt x="29341" y="96692"/>
                  </a:cubicBezTo>
                  <a:lnTo>
                    <a:pt x="29341" y="4412"/>
                  </a:lnTo>
                  <a:cubicBezTo>
                    <a:pt x="29341" y="1520"/>
                    <a:pt x="29905" y="49"/>
                    <a:pt x="31032" y="0"/>
                  </a:cubicBezTo>
                  <a:cubicBezTo>
                    <a:pt x="32257" y="0"/>
                    <a:pt x="32846" y="1373"/>
                    <a:pt x="32797" y="4119"/>
                  </a:cubicBezTo>
                  <a:lnTo>
                    <a:pt x="32797" y="95662"/>
                  </a:lnTo>
                  <a:cubicBezTo>
                    <a:pt x="32846" y="98358"/>
                    <a:pt x="32306" y="99706"/>
                    <a:pt x="31179" y="99706"/>
                  </a:cubicBezTo>
                  <a:moveTo>
                    <a:pt x="1768" y="99706"/>
                  </a:moveTo>
                  <a:cubicBezTo>
                    <a:pt x="542" y="99706"/>
                    <a:pt x="-46" y="98652"/>
                    <a:pt x="3" y="96545"/>
                  </a:cubicBezTo>
                  <a:lnTo>
                    <a:pt x="3" y="4560"/>
                  </a:lnTo>
                  <a:cubicBezTo>
                    <a:pt x="3" y="1569"/>
                    <a:pt x="591" y="49"/>
                    <a:pt x="1768" y="0"/>
                  </a:cubicBezTo>
                  <a:cubicBezTo>
                    <a:pt x="2895" y="0"/>
                    <a:pt x="3459" y="1275"/>
                    <a:pt x="3459" y="3824"/>
                  </a:cubicBezTo>
                  <a:lnTo>
                    <a:pt x="3459" y="96692"/>
                  </a:lnTo>
                  <a:cubicBezTo>
                    <a:pt x="3459" y="98701"/>
                    <a:pt x="2895" y="99706"/>
                    <a:pt x="1768" y="9970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D61BD427-64CD-269E-963F-43DBEDEA33D6}"/>
                </a:ext>
              </a:extLst>
            </p:cNvPr>
            <p:cNvSpPr/>
            <p:nvPr/>
          </p:nvSpPr>
          <p:spPr>
            <a:xfrm>
              <a:off x="4918691" y="3638777"/>
              <a:ext cx="106175" cy="104926"/>
            </a:xfrm>
            <a:custGeom>
              <a:avLst/>
              <a:gdLst>
                <a:gd name="csX0" fmla="*/ 102867 w 106175"/>
                <a:gd name="csY0" fmla="*/ 104926 h 104926"/>
                <a:gd name="csX1" fmla="*/ 98235 w 106175"/>
                <a:gd name="csY1" fmla="*/ 104926 h 104926"/>
                <a:gd name="csX2" fmla="*/ 98235 w 106175"/>
                <a:gd name="csY2" fmla="*/ 101324 h 104926"/>
                <a:gd name="csX3" fmla="*/ 96911 w 106175"/>
                <a:gd name="csY3" fmla="*/ 91324 h 104926"/>
                <a:gd name="csX4" fmla="*/ 91102 w 106175"/>
                <a:gd name="csY4" fmla="*/ 89412 h 104926"/>
                <a:gd name="csX5" fmla="*/ 11765 w 106175"/>
                <a:gd name="csY5" fmla="*/ 89412 h 104926"/>
                <a:gd name="csX6" fmla="*/ 6103 w 106175"/>
                <a:gd name="csY6" fmla="*/ 91324 h 104926"/>
                <a:gd name="csX7" fmla="*/ 4706 w 106175"/>
                <a:gd name="csY7" fmla="*/ 101324 h 104926"/>
                <a:gd name="csX8" fmla="*/ 4706 w 106175"/>
                <a:gd name="csY8" fmla="*/ 104926 h 104926"/>
                <a:gd name="csX9" fmla="*/ 0 w 106175"/>
                <a:gd name="csY9" fmla="*/ 104926 h 104926"/>
                <a:gd name="csX10" fmla="*/ 0 w 106175"/>
                <a:gd name="csY10" fmla="*/ 57648 h 104926"/>
                <a:gd name="csX11" fmla="*/ 8088 w 106175"/>
                <a:gd name="csY11" fmla="*/ 29853 h 104926"/>
                <a:gd name="csX12" fmla="*/ 27132 w 106175"/>
                <a:gd name="csY12" fmla="*/ 18384 h 104926"/>
                <a:gd name="csX13" fmla="*/ 42206 w 106175"/>
                <a:gd name="csY13" fmla="*/ 25809 h 104926"/>
                <a:gd name="csX14" fmla="*/ 51691 w 106175"/>
                <a:gd name="csY14" fmla="*/ 44706 h 104926"/>
                <a:gd name="csX15" fmla="*/ 69117 w 106175"/>
                <a:gd name="csY15" fmla="*/ 26324 h 104926"/>
                <a:gd name="csX16" fmla="*/ 81176 w 106175"/>
                <a:gd name="csY16" fmla="*/ 24412 h 104926"/>
                <a:gd name="csX17" fmla="*/ 87720 w 106175"/>
                <a:gd name="csY17" fmla="*/ 23457 h 104926"/>
                <a:gd name="csX18" fmla="*/ 92941 w 106175"/>
                <a:gd name="csY18" fmla="*/ 22353 h 104926"/>
                <a:gd name="csX19" fmla="*/ 97426 w 106175"/>
                <a:gd name="csY19" fmla="*/ 21030 h 104926"/>
                <a:gd name="csX20" fmla="*/ 100367 w 106175"/>
                <a:gd name="csY20" fmla="*/ 19266 h 104926"/>
                <a:gd name="csX21" fmla="*/ 102352 w 106175"/>
                <a:gd name="csY21" fmla="*/ 16913 h 104926"/>
                <a:gd name="csX22" fmla="*/ 102867 w 106175"/>
                <a:gd name="csY22" fmla="*/ 13676 h 104926"/>
                <a:gd name="csX23" fmla="*/ 99779 w 106175"/>
                <a:gd name="csY23" fmla="*/ 7280 h 104926"/>
                <a:gd name="csX24" fmla="*/ 89485 w 106175"/>
                <a:gd name="csY24" fmla="*/ 3750 h 104926"/>
                <a:gd name="csX25" fmla="*/ 87058 w 106175"/>
                <a:gd name="csY25" fmla="*/ 1912 h 104926"/>
                <a:gd name="csX26" fmla="*/ 89485 w 106175"/>
                <a:gd name="csY26" fmla="*/ 0 h 104926"/>
                <a:gd name="csX27" fmla="*/ 94117 w 106175"/>
                <a:gd name="csY27" fmla="*/ 589 h 104926"/>
                <a:gd name="csX28" fmla="*/ 99411 w 106175"/>
                <a:gd name="csY28" fmla="*/ 2648 h 104926"/>
                <a:gd name="csX29" fmla="*/ 104191 w 106175"/>
                <a:gd name="csY29" fmla="*/ 7132 h 104926"/>
                <a:gd name="csX30" fmla="*/ 106176 w 106175"/>
                <a:gd name="csY30" fmla="*/ 14265 h 104926"/>
                <a:gd name="csX31" fmla="*/ 99852 w 106175"/>
                <a:gd name="csY31" fmla="*/ 33235 h 104926"/>
                <a:gd name="csX32" fmla="*/ 93602 w 106175"/>
                <a:gd name="csY32" fmla="*/ 37647 h 104926"/>
                <a:gd name="csX33" fmla="*/ 87279 w 106175"/>
                <a:gd name="csY33" fmla="*/ 39192 h 104926"/>
                <a:gd name="csX34" fmla="*/ 78308 w 106175"/>
                <a:gd name="csY34" fmla="*/ 39412 h 104926"/>
                <a:gd name="csX35" fmla="*/ 65735 w 106175"/>
                <a:gd name="csY35" fmla="*/ 40368 h 104926"/>
                <a:gd name="csX36" fmla="*/ 58161 w 106175"/>
                <a:gd name="csY36" fmla="*/ 45147 h 104926"/>
                <a:gd name="csX37" fmla="*/ 53014 w 106175"/>
                <a:gd name="csY37" fmla="*/ 59191 h 104926"/>
                <a:gd name="csX38" fmla="*/ 53014 w 106175"/>
                <a:gd name="csY38" fmla="*/ 76471 h 104926"/>
                <a:gd name="csX39" fmla="*/ 91102 w 106175"/>
                <a:gd name="csY39" fmla="*/ 76471 h 104926"/>
                <a:gd name="csX40" fmla="*/ 96838 w 106175"/>
                <a:gd name="csY40" fmla="*/ 74633 h 104926"/>
                <a:gd name="csX41" fmla="*/ 98235 w 106175"/>
                <a:gd name="csY41" fmla="*/ 64559 h 104926"/>
                <a:gd name="csX42" fmla="*/ 98235 w 106175"/>
                <a:gd name="csY42" fmla="*/ 60956 h 104926"/>
                <a:gd name="csX43" fmla="*/ 102867 w 106175"/>
                <a:gd name="csY43" fmla="*/ 60956 h 104926"/>
                <a:gd name="csX44" fmla="*/ 102426 w 106175"/>
                <a:gd name="csY44" fmla="*/ 82941 h 104926"/>
                <a:gd name="csX45" fmla="*/ 102867 w 106175"/>
                <a:gd name="csY45" fmla="*/ 104926 h 104926"/>
                <a:gd name="csX46" fmla="*/ 49705 w 106175"/>
                <a:gd name="csY46" fmla="*/ 76471 h 104926"/>
                <a:gd name="csX47" fmla="*/ 49705 w 106175"/>
                <a:gd name="csY47" fmla="*/ 59779 h 104926"/>
                <a:gd name="csX48" fmla="*/ 47794 w 106175"/>
                <a:gd name="csY48" fmla="*/ 46397 h 104926"/>
                <a:gd name="csX49" fmla="*/ 42279 w 106175"/>
                <a:gd name="csY49" fmla="*/ 38382 h 104926"/>
                <a:gd name="csX50" fmla="*/ 35220 w 106175"/>
                <a:gd name="csY50" fmla="*/ 34854 h 104926"/>
                <a:gd name="csX51" fmla="*/ 27132 w 106175"/>
                <a:gd name="csY51" fmla="*/ 33898 h 104926"/>
                <a:gd name="csX52" fmla="*/ 17868 w 106175"/>
                <a:gd name="csY52" fmla="*/ 35073 h 104926"/>
                <a:gd name="csX53" fmla="*/ 11544 w 106175"/>
                <a:gd name="csY53" fmla="*/ 38823 h 104926"/>
                <a:gd name="csX54" fmla="*/ 7721 w 106175"/>
                <a:gd name="csY54" fmla="*/ 43971 h 104926"/>
                <a:gd name="csX55" fmla="*/ 5588 w 106175"/>
                <a:gd name="csY55" fmla="*/ 50515 h 104926"/>
                <a:gd name="csX56" fmla="*/ 4853 w 106175"/>
                <a:gd name="csY56" fmla="*/ 57207 h 104926"/>
                <a:gd name="csX57" fmla="*/ 4706 w 106175"/>
                <a:gd name="csY57" fmla="*/ 64265 h 104926"/>
                <a:gd name="csX58" fmla="*/ 5000 w 106175"/>
                <a:gd name="csY58" fmla="*/ 73162 h 104926"/>
                <a:gd name="csX59" fmla="*/ 5956 w 106175"/>
                <a:gd name="csY59" fmla="*/ 75515 h 104926"/>
                <a:gd name="csX60" fmla="*/ 7721 w 106175"/>
                <a:gd name="csY60" fmla="*/ 76323 h 104926"/>
                <a:gd name="csX61" fmla="*/ 10735 w 106175"/>
                <a:gd name="csY61" fmla="*/ 76471 h 104926"/>
                <a:gd name="csX62" fmla="*/ 49705 w 106175"/>
                <a:gd name="csY62" fmla="*/ 76471 h 104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106175" h="104926">
                  <a:moveTo>
                    <a:pt x="102867" y="104926"/>
                  </a:moveTo>
                  <a:lnTo>
                    <a:pt x="98235" y="104926"/>
                  </a:lnTo>
                  <a:lnTo>
                    <a:pt x="98235" y="101324"/>
                  </a:lnTo>
                  <a:cubicBezTo>
                    <a:pt x="98235" y="95883"/>
                    <a:pt x="97793" y="92549"/>
                    <a:pt x="96911" y="91324"/>
                  </a:cubicBezTo>
                  <a:cubicBezTo>
                    <a:pt x="95980" y="90049"/>
                    <a:pt x="94044" y="89412"/>
                    <a:pt x="91102" y="89412"/>
                  </a:cubicBezTo>
                  <a:lnTo>
                    <a:pt x="11765" y="89412"/>
                  </a:lnTo>
                  <a:cubicBezTo>
                    <a:pt x="8872" y="89412"/>
                    <a:pt x="6985" y="90049"/>
                    <a:pt x="6103" y="91324"/>
                  </a:cubicBezTo>
                  <a:cubicBezTo>
                    <a:pt x="5171" y="92599"/>
                    <a:pt x="4706" y="95932"/>
                    <a:pt x="4706" y="101324"/>
                  </a:cubicBezTo>
                  <a:lnTo>
                    <a:pt x="4706" y="104926"/>
                  </a:lnTo>
                  <a:lnTo>
                    <a:pt x="0" y="104926"/>
                  </a:lnTo>
                  <a:lnTo>
                    <a:pt x="0" y="57648"/>
                  </a:lnTo>
                  <a:cubicBezTo>
                    <a:pt x="0" y="46716"/>
                    <a:pt x="2696" y="37451"/>
                    <a:pt x="8088" y="29853"/>
                  </a:cubicBezTo>
                  <a:cubicBezTo>
                    <a:pt x="13431" y="22207"/>
                    <a:pt x="19779" y="18384"/>
                    <a:pt x="27132" y="18384"/>
                  </a:cubicBezTo>
                  <a:cubicBezTo>
                    <a:pt x="32769" y="18384"/>
                    <a:pt x="37794" y="20859"/>
                    <a:pt x="42206" y="25809"/>
                  </a:cubicBezTo>
                  <a:cubicBezTo>
                    <a:pt x="46617" y="30760"/>
                    <a:pt x="49779" y="37059"/>
                    <a:pt x="51691" y="44706"/>
                  </a:cubicBezTo>
                  <a:cubicBezTo>
                    <a:pt x="55122" y="34756"/>
                    <a:pt x="60931" y="28628"/>
                    <a:pt x="69117" y="26324"/>
                  </a:cubicBezTo>
                  <a:lnTo>
                    <a:pt x="81176" y="24412"/>
                  </a:lnTo>
                  <a:cubicBezTo>
                    <a:pt x="84068" y="24020"/>
                    <a:pt x="86249" y="23701"/>
                    <a:pt x="87720" y="23457"/>
                  </a:cubicBezTo>
                  <a:cubicBezTo>
                    <a:pt x="89191" y="23162"/>
                    <a:pt x="90931" y="22795"/>
                    <a:pt x="92941" y="22353"/>
                  </a:cubicBezTo>
                  <a:cubicBezTo>
                    <a:pt x="94950" y="21912"/>
                    <a:pt x="96445" y="21471"/>
                    <a:pt x="97426" y="21030"/>
                  </a:cubicBezTo>
                  <a:cubicBezTo>
                    <a:pt x="98357" y="20540"/>
                    <a:pt x="99338" y="19952"/>
                    <a:pt x="100367" y="19266"/>
                  </a:cubicBezTo>
                  <a:cubicBezTo>
                    <a:pt x="101347" y="18579"/>
                    <a:pt x="102009" y="17795"/>
                    <a:pt x="102352" y="16913"/>
                  </a:cubicBezTo>
                  <a:cubicBezTo>
                    <a:pt x="102695" y="15981"/>
                    <a:pt x="102867" y="14903"/>
                    <a:pt x="102867" y="13676"/>
                  </a:cubicBezTo>
                  <a:cubicBezTo>
                    <a:pt x="102867" y="11373"/>
                    <a:pt x="101838" y="9241"/>
                    <a:pt x="99779" y="7280"/>
                  </a:cubicBezTo>
                  <a:cubicBezTo>
                    <a:pt x="97720" y="5319"/>
                    <a:pt x="94289" y="4142"/>
                    <a:pt x="89485" y="3750"/>
                  </a:cubicBezTo>
                  <a:cubicBezTo>
                    <a:pt x="87867" y="3554"/>
                    <a:pt x="87058" y="2942"/>
                    <a:pt x="87058" y="1912"/>
                  </a:cubicBezTo>
                  <a:cubicBezTo>
                    <a:pt x="87058" y="637"/>
                    <a:pt x="87867" y="0"/>
                    <a:pt x="89485" y="0"/>
                  </a:cubicBezTo>
                  <a:cubicBezTo>
                    <a:pt x="90906" y="0"/>
                    <a:pt x="92450" y="196"/>
                    <a:pt x="94117" y="589"/>
                  </a:cubicBezTo>
                  <a:cubicBezTo>
                    <a:pt x="95735" y="981"/>
                    <a:pt x="97499" y="1667"/>
                    <a:pt x="99411" y="2648"/>
                  </a:cubicBezTo>
                  <a:cubicBezTo>
                    <a:pt x="101323" y="3579"/>
                    <a:pt x="102916" y="5074"/>
                    <a:pt x="104191" y="7132"/>
                  </a:cubicBezTo>
                  <a:cubicBezTo>
                    <a:pt x="105514" y="9192"/>
                    <a:pt x="106176" y="11569"/>
                    <a:pt x="106176" y="14265"/>
                  </a:cubicBezTo>
                  <a:cubicBezTo>
                    <a:pt x="106176" y="22108"/>
                    <a:pt x="104068" y="28431"/>
                    <a:pt x="99852" y="33235"/>
                  </a:cubicBezTo>
                  <a:cubicBezTo>
                    <a:pt x="98039" y="35245"/>
                    <a:pt x="95955" y="36716"/>
                    <a:pt x="93602" y="37647"/>
                  </a:cubicBezTo>
                  <a:cubicBezTo>
                    <a:pt x="91249" y="38530"/>
                    <a:pt x="89142" y="39044"/>
                    <a:pt x="87279" y="39192"/>
                  </a:cubicBezTo>
                  <a:cubicBezTo>
                    <a:pt x="85416" y="39338"/>
                    <a:pt x="82426" y="39412"/>
                    <a:pt x="78308" y="39412"/>
                  </a:cubicBezTo>
                  <a:cubicBezTo>
                    <a:pt x="72475" y="39412"/>
                    <a:pt x="68284" y="39730"/>
                    <a:pt x="65735" y="40368"/>
                  </a:cubicBezTo>
                  <a:cubicBezTo>
                    <a:pt x="63186" y="40956"/>
                    <a:pt x="60661" y="42549"/>
                    <a:pt x="58161" y="45147"/>
                  </a:cubicBezTo>
                  <a:cubicBezTo>
                    <a:pt x="54730" y="48677"/>
                    <a:pt x="53014" y="53358"/>
                    <a:pt x="53014" y="59191"/>
                  </a:cubicBezTo>
                  <a:lnTo>
                    <a:pt x="53014" y="76471"/>
                  </a:lnTo>
                  <a:lnTo>
                    <a:pt x="91102" y="76471"/>
                  </a:lnTo>
                  <a:cubicBezTo>
                    <a:pt x="93994" y="76471"/>
                    <a:pt x="95906" y="75858"/>
                    <a:pt x="96838" y="74633"/>
                  </a:cubicBezTo>
                  <a:cubicBezTo>
                    <a:pt x="97769" y="73358"/>
                    <a:pt x="98235" y="70000"/>
                    <a:pt x="98235" y="64559"/>
                  </a:cubicBezTo>
                  <a:lnTo>
                    <a:pt x="98235" y="60956"/>
                  </a:lnTo>
                  <a:lnTo>
                    <a:pt x="102867" y="60956"/>
                  </a:lnTo>
                  <a:cubicBezTo>
                    <a:pt x="102573" y="64583"/>
                    <a:pt x="102426" y="71911"/>
                    <a:pt x="102426" y="82941"/>
                  </a:cubicBezTo>
                  <a:cubicBezTo>
                    <a:pt x="102426" y="93970"/>
                    <a:pt x="102573" y="101298"/>
                    <a:pt x="102867" y="104926"/>
                  </a:cubicBezTo>
                  <a:moveTo>
                    <a:pt x="49705" y="76471"/>
                  </a:moveTo>
                  <a:lnTo>
                    <a:pt x="49705" y="59779"/>
                  </a:lnTo>
                  <a:cubicBezTo>
                    <a:pt x="49705" y="54436"/>
                    <a:pt x="49068" y="49975"/>
                    <a:pt x="47794" y="46397"/>
                  </a:cubicBezTo>
                  <a:cubicBezTo>
                    <a:pt x="46470" y="42770"/>
                    <a:pt x="44632" y="40098"/>
                    <a:pt x="42279" y="38382"/>
                  </a:cubicBezTo>
                  <a:cubicBezTo>
                    <a:pt x="39926" y="36667"/>
                    <a:pt x="37573" y="35491"/>
                    <a:pt x="35220" y="34854"/>
                  </a:cubicBezTo>
                  <a:cubicBezTo>
                    <a:pt x="32818" y="34216"/>
                    <a:pt x="30122" y="33898"/>
                    <a:pt x="27132" y="33898"/>
                  </a:cubicBezTo>
                  <a:cubicBezTo>
                    <a:pt x="23603" y="33898"/>
                    <a:pt x="20515" y="34290"/>
                    <a:pt x="17868" y="35073"/>
                  </a:cubicBezTo>
                  <a:cubicBezTo>
                    <a:pt x="15221" y="35858"/>
                    <a:pt x="13113" y="37108"/>
                    <a:pt x="11544" y="38823"/>
                  </a:cubicBezTo>
                  <a:cubicBezTo>
                    <a:pt x="9975" y="40539"/>
                    <a:pt x="8701" y="42255"/>
                    <a:pt x="7721" y="43971"/>
                  </a:cubicBezTo>
                  <a:cubicBezTo>
                    <a:pt x="6691" y="45687"/>
                    <a:pt x="5980" y="47868"/>
                    <a:pt x="5588" y="50515"/>
                  </a:cubicBezTo>
                  <a:cubicBezTo>
                    <a:pt x="5196" y="53162"/>
                    <a:pt x="4951" y="55392"/>
                    <a:pt x="4853" y="57207"/>
                  </a:cubicBezTo>
                  <a:cubicBezTo>
                    <a:pt x="4755" y="59020"/>
                    <a:pt x="4706" y="61373"/>
                    <a:pt x="4706" y="64265"/>
                  </a:cubicBezTo>
                  <a:cubicBezTo>
                    <a:pt x="4706" y="69167"/>
                    <a:pt x="4804" y="72132"/>
                    <a:pt x="5000" y="73162"/>
                  </a:cubicBezTo>
                  <a:cubicBezTo>
                    <a:pt x="5098" y="74289"/>
                    <a:pt x="5417" y="75073"/>
                    <a:pt x="5956" y="75515"/>
                  </a:cubicBezTo>
                  <a:cubicBezTo>
                    <a:pt x="6495" y="75956"/>
                    <a:pt x="7083" y="76226"/>
                    <a:pt x="7721" y="76323"/>
                  </a:cubicBezTo>
                  <a:cubicBezTo>
                    <a:pt x="8309" y="76421"/>
                    <a:pt x="9314" y="76471"/>
                    <a:pt x="10735" y="76471"/>
                  </a:cubicBezTo>
                  <a:lnTo>
                    <a:pt x="49705" y="76471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0880C12E-523F-42B1-808A-B063C312C578}"/>
                </a:ext>
              </a:extLst>
            </p:cNvPr>
            <p:cNvSpPr/>
            <p:nvPr/>
          </p:nvSpPr>
          <p:spPr>
            <a:xfrm>
              <a:off x="4954058" y="3575204"/>
              <a:ext cx="69190" cy="58308"/>
            </a:xfrm>
            <a:custGeom>
              <a:avLst/>
              <a:gdLst>
                <a:gd name="csX0" fmla="*/ 34338 w 69190"/>
                <a:gd name="csY0" fmla="*/ 58308 h 58308"/>
                <a:gd name="csX1" fmla="*/ 10073 w 69190"/>
                <a:gd name="csY1" fmla="*/ 49191 h 58308"/>
                <a:gd name="csX2" fmla="*/ 0 w 69190"/>
                <a:gd name="csY2" fmla="*/ 26985 h 58308"/>
                <a:gd name="csX3" fmla="*/ 8603 w 69190"/>
                <a:gd name="csY3" fmla="*/ 6911 h 58308"/>
                <a:gd name="csX4" fmla="*/ 29559 w 69190"/>
                <a:gd name="csY4" fmla="*/ 0 h 58308"/>
                <a:gd name="csX5" fmla="*/ 32279 w 69190"/>
                <a:gd name="csY5" fmla="*/ 587 h 58308"/>
                <a:gd name="csX6" fmla="*/ 32720 w 69190"/>
                <a:gd name="csY6" fmla="*/ 3750 h 58308"/>
                <a:gd name="csX7" fmla="*/ 32720 w 69190"/>
                <a:gd name="csY7" fmla="*/ 45808 h 58308"/>
                <a:gd name="csX8" fmla="*/ 55294 w 69190"/>
                <a:gd name="csY8" fmla="*/ 41250 h 58308"/>
                <a:gd name="csX9" fmla="*/ 65367 w 69190"/>
                <a:gd name="csY9" fmla="*/ 24265 h 58308"/>
                <a:gd name="csX10" fmla="*/ 65073 w 69190"/>
                <a:gd name="csY10" fmla="*/ 21028 h 58308"/>
                <a:gd name="csX11" fmla="*/ 63529 w 69190"/>
                <a:gd name="csY11" fmla="*/ 15662 h 58308"/>
                <a:gd name="csX12" fmla="*/ 58750 w 69190"/>
                <a:gd name="csY12" fmla="*/ 8897 h 58308"/>
                <a:gd name="csX13" fmla="*/ 49853 w 69190"/>
                <a:gd name="csY13" fmla="*/ 3897 h 58308"/>
                <a:gd name="csX14" fmla="*/ 47794 w 69190"/>
                <a:gd name="csY14" fmla="*/ 1986 h 58308"/>
                <a:gd name="csX15" fmla="*/ 49558 w 69190"/>
                <a:gd name="csY15" fmla="*/ 0 h 58308"/>
                <a:gd name="csX16" fmla="*/ 53897 w 69190"/>
                <a:gd name="csY16" fmla="*/ 1471 h 58308"/>
                <a:gd name="csX17" fmla="*/ 60367 w 69190"/>
                <a:gd name="csY17" fmla="*/ 5588 h 58308"/>
                <a:gd name="csX18" fmla="*/ 66544 w 69190"/>
                <a:gd name="csY18" fmla="*/ 13602 h 58308"/>
                <a:gd name="csX19" fmla="*/ 69191 w 69190"/>
                <a:gd name="csY19" fmla="*/ 25147 h 58308"/>
                <a:gd name="csX20" fmla="*/ 59191 w 69190"/>
                <a:gd name="csY20" fmla="*/ 48382 h 58308"/>
                <a:gd name="csX21" fmla="*/ 34338 w 69190"/>
                <a:gd name="csY21" fmla="*/ 58308 h 58308"/>
                <a:gd name="csX22" fmla="*/ 29559 w 69190"/>
                <a:gd name="csY22" fmla="*/ 45660 h 58308"/>
                <a:gd name="csX23" fmla="*/ 29559 w 69190"/>
                <a:gd name="csY23" fmla="*/ 9926 h 58308"/>
                <a:gd name="csX24" fmla="*/ 22867 w 69190"/>
                <a:gd name="csY24" fmla="*/ 10515 h 58308"/>
                <a:gd name="csX25" fmla="*/ 14485 w 69190"/>
                <a:gd name="csY25" fmla="*/ 12646 h 58308"/>
                <a:gd name="csX26" fmla="*/ 6470 w 69190"/>
                <a:gd name="csY26" fmla="*/ 17867 h 58308"/>
                <a:gd name="csX27" fmla="*/ 3382 w 69190"/>
                <a:gd name="csY27" fmla="*/ 26985 h 58308"/>
                <a:gd name="csX28" fmla="*/ 4412 w 69190"/>
                <a:gd name="csY28" fmla="*/ 32058 h 58308"/>
                <a:gd name="csX29" fmla="*/ 7941 w 69190"/>
                <a:gd name="csY29" fmla="*/ 37793 h 58308"/>
                <a:gd name="csX30" fmla="*/ 16103 w 69190"/>
                <a:gd name="csY30" fmla="*/ 43162 h 58308"/>
                <a:gd name="csX31" fmla="*/ 29559 w 69190"/>
                <a:gd name="csY31" fmla="*/ 45660 h 58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69190" h="58308">
                  <a:moveTo>
                    <a:pt x="34338" y="58308"/>
                  </a:moveTo>
                  <a:cubicBezTo>
                    <a:pt x="24877" y="58308"/>
                    <a:pt x="16789" y="55269"/>
                    <a:pt x="10073" y="49191"/>
                  </a:cubicBezTo>
                  <a:cubicBezTo>
                    <a:pt x="3358" y="43112"/>
                    <a:pt x="0" y="35710"/>
                    <a:pt x="0" y="26985"/>
                  </a:cubicBezTo>
                  <a:cubicBezTo>
                    <a:pt x="0" y="18162"/>
                    <a:pt x="2868" y="11470"/>
                    <a:pt x="8603" y="6911"/>
                  </a:cubicBezTo>
                  <a:cubicBezTo>
                    <a:pt x="14338" y="2304"/>
                    <a:pt x="21323" y="0"/>
                    <a:pt x="29559" y="0"/>
                  </a:cubicBezTo>
                  <a:cubicBezTo>
                    <a:pt x="31078" y="0"/>
                    <a:pt x="31985" y="196"/>
                    <a:pt x="32279" y="587"/>
                  </a:cubicBezTo>
                  <a:cubicBezTo>
                    <a:pt x="32573" y="979"/>
                    <a:pt x="32720" y="2034"/>
                    <a:pt x="32720" y="3750"/>
                  </a:cubicBezTo>
                  <a:lnTo>
                    <a:pt x="32720" y="45808"/>
                  </a:lnTo>
                  <a:cubicBezTo>
                    <a:pt x="42965" y="45808"/>
                    <a:pt x="50490" y="44289"/>
                    <a:pt x="55294" y="41250"/>
                  </a:cubicBezTo>
                  <a:cubicBezTo>
                    <a:pt x="62009" y="37034"/>
                    <a:pt x="65367" y="31372"/>
                    <a:pt x="65367" y="24265"/>
                  </a:cubicBezTo>
                  <a:cubicBezTo>
                    <a:pt x="65367" y="23284"/>
                    <a:pt x="65269" y="22206"/>
                    <a:pt x="65073" y="21028"/>
                  </a:cubicBezTo>
                  <a:cubicBezTo>
                    <a:pt x="64877" y="19852"/>
                    <a:pt x="64362" y="18063"/>
                    <a:pt x="63529" y="15662"/>
                  </a:cubicBezTo>
                  <a:cubicBezTo>
                    <a:pt x="62647" y="13259"/>
                    <a:pt x="61053" y="11004"/>
                    <a:pt x="58750" y="8897"/>
                  </a:cubicBezTo>
                  <a:cubicBezTo>
                    <a:pt x="56446" y="6789"/>
                    <a:pt x="53480" y="5123"/>
                    <a:pt x="49853" y="3897"/>
                  </a:cubicBezTo>
                  <a:cubicBezTo>
                    <a:pt x="48431" y="3602"/>
                    <a:pt x="47745" y="2965"/>
                    <a:pt x="47794" y="1986"/>
                  </a:cubicBezTo>
                  <a:cubicBezTo>
                    <a:pt x="47794" y="662"/>
                    <a:pt x="48382" y="0"/>
                    <a:pt x="49558" y="0"/>
                  </a:cubicBezTo>
                  <a:cubicBezTo>
                    <a:pt x="50441" y="0"/>
                    <a:pt x="51887" y="490"/>
                    <a:pt x="53897" y="1471"/>
                  </a:cubicBezTo>
                  <a:cubicBezTo>
                    <a:pt x="55857" y="2402"/>
                    <a:pt x="58014" y="3774"/>
                    <a:pt x="60367" y="5588"/>
                  </a:cubicBezTo>
                  <a:cubicBezTo>
                    <a:pt x="62720" y="7401"/>
                    <a:pt x="64779" y="10073"/>
                    <a:pt x="66544" y="13602"/>
                  </a:cubicBezTo>
                  <a:cubicBezTo>
                    <a:pt x="68308" y="17083"/>
                    <a:pt x="69191" y="20931"/>
                    <a:pt x="69191" y="25147"/>
                  </a:cubicBezTo>
                  <a:cubicBezTo>
                    <a:pt x="69191" y="33970"/>
                    <a:pt x="65857" y="41715"/>
                    <a:pt x="59191" y="48382"/>
                  </a:cubicBezTo>
                  <a:cubicBezTo>
                    <a:pt x="52475" y="55000"/>
                    <a:pt x="44191" y="58308"/>
                    <a:pt x="34338" y="58308"/>
                  </a:cubicBezTo>
                  <a:moveTo>
                    <a:pt x="29559" y="45660"/>
                  </a:moveTo>
                  <a:lnTo>
                    <a:pt x="29559" y="9926"/>
                  </a:lnTo>
                  <a:cubicBezTo>
                    <a:pt x="27451" y="9926"/>
                    <a:pt x="25220" y="10123"/>
                    <a:pt x="22867" y="10515"/>
                  </a:cubicBezTo>
                  <a:cubicBezTo>
                    <a:pt x="20515" y="10857"/>
                    <a:pt x="17720" y="11568"/>
                    <a:pt x="14485" y="12646"/>
                  </a:cubicBezTo>
                  <a:cubicBezTo>
                    <a:pt x="11201" y="13676"/>
                    <a:pt x="8529" y="15416"/>
                    <a:pt x="6470" y="17867"/>
                  </a:cubicBezTo>
                  <a:cubicBezTo>
                    <a:pt x="4412" y="20318"/>
                    <a:pt x="3382" y="23357"/>
                    <a:pt x="3382" y="26985"/>
                  </a:cubicBezTo>
                  <a:cubicBezTo>
                    <a:pt x="3382" y="28603"/>
                    <a:pt x="3725" y="30294"/>
                    <a:pt x="4412" y="32058"/>
                  </a:cubicBezTo>
                  <a:cubicBezTo>
                    <a:pt x="5098" y="33774"/>
                    <a:pt x="6274" y="35686"/>
                    <a:pt x="7941" y="37793"/>
                  </a:cubicBezTo>
                  <a:cubicBezTo>
                    <a:pt x="9608" y="39901"/>
                    <a:pt x="12328" y="41690"/>
                    <a:pt x="16103" y="43162"/>
                  </a:cubicBezTo>
                  <a:cubicBezTo>
                    <a:pt x="19877" y="44632"/>
                    <a:pt x="24362" y="45465"/>
                    <a:pt x="29559" y="4566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D5288337-B06C-2621-818E-FCCF0B29CD0D}"/>
                </a:ext>
              </a:extLst>
            </p:cNvPr>
            <p:cNvSpPr/>
            <p:nvPr/>
          </p:nvSpPr>
          <p:spPr>
            <a:xfrm>
              <a:off x="4918691" y="3484671"/>
              <a:ext cx="102867" cy="82645"/>
            </a:xfrm>
            <a:custGeom>
              <a:avLst/>
              <a:gdLst>
                <a:gd name="csX0" fmla="*/ 102867 w 102867"/>
                <a:gd name="csY0" fmla="*/ 82646 h 82645"/>
                <a:gd name="csX1" fmla="*/ 98235 w 102867"/>
                <a:gd name="csY1" fmla="*/ 82646 h 82645"/>
                <a:gd name="csX2" fmla="*/ 98235 w 102867"/>
                <a:gd name="csY2" fmla="*/ 79043 h 82645"/>
                <a:gd name="csX3" fmla="*/ 96911 w 102867"/>
                <a:gd name="csY3" fmla="*/ 69043 h 82645"/>
                <a:gd name="csX4" fmla="*/ 91102 w 102867"/>
                <a:gd name="csY4" fmla="*/ 67131 h 82645"/>
                <a:gd name="csX5" fmla="*/ 11765 w 102867"/>
                <a:gd name="csY5" fmla="*/ 67131 h 82645"/>
                <a:gd name="csX6" fmla="*/ 6103 w 102867"/>
                <a:gd name="csY6" fmla="*/ 69043 h 82645"/>
                <a:gd name="csX7" fmla="*/ 4706 w 102867"/>
                <a:gd name="csY7" fmla="*/ 79043 h 82645"/>
                <a:gd name="csX8" fmla="*/ 4706 w 102867"/>
                <a:gd name="csY8" fmla="*/ 82646 h 82645"/>
                <a:gd name="csX9" fmla="*/ 0 w 102867"/>
                <a:gd name="csY9" fmla="*/ 82646 h 82645"/>
                <a:gd name="csX10" fmla="*/ 441 w 102867"/>
                <a:gd name="csY10" fmla="*/ 59779 h 82645"/>
                <a:gd name="csX11" fmla="*/ 0 w 102867"/>
                <a:gd name="csY11" fmla="*/ 34485 h 82645"/>
                <a:gd name="csX12" fmla="*/ 4706 w 102867"/>
                <a:gd name="csY12" fmla="*/ 34485 h 82645"/>
                <a:gd name="csX13" fmla="*/ 4706 w 102867"/>
                <a:gd name="csY13" fmla="*/ 39484 h 82645"/>
                <a:gd name="csX14" fmla="*/ 5588 w 102867"/>
                <a:gd name="csY14" fmla="*/ 49558 h 82645"/>
                <a:gd name="csX15" fmla="*/ 7721 w 102867"/>
                <a:gd name="csY15" fmla="*/ 53234 h 82645"/>
                <a:gd name="csX16" fmla="*/ 11912 w 102867"/>
                <a:gd name="csY16" fmla="*/ 53749 h 82645"/>
                <a:gd name="csX17" fmla="*/ 92205 w 102867"/>
                <a:gd name="csY17" fmla="*/ 53749 h 82645"/>
                <a:gd name="csX18" fmla="*/ 97205 w 102867"/>
                <a:gd name="csY18" fmla="*/ 52647 h 82645"/>
                <a:gd name="csX19" fmla="*/ 98235 w 102867"/>
                <a:gd name="csY19" fmla="*/ 46397 h 82645"/>
                <a:gd name="csX20" fmla="*/ 98235 w 102867"/>
                <a:gd name="csY20" fmla="*/ 34044 h 82645"/>
                <a:gd name="csX21" fmla="*/ 95955 w 102867"/>
                <a:gd name="csY21" fmla="*/ 20882 h 82645"/>
                <a:gd name="csX22" fmla="*/ 90808 w 102867"/>
                <a:gd name="csY22" fmla="*/ 12425 h 82645"/>
                <a:gd name="csX23" fmla="*/ 82573 w 102867"/>
                <a:gd name="csY23" fmla="*/ 7573 h 82645"/>
                <a:gd name="csX24" fmla="*/ 73676 w 102867"/>
                <a:gd name="csY24" fmla="*/ 4999 h 82645"/>
                <a:gd name="csX25" fmla="*/ 64044 w 102867"/>
                <a:gd name="csY25" fmla="*/ 3750 h 82645"/>
                <a:gd name="csX26" fmla="*/ 64044 w 102867"/>
                <a:gd name="csY26" fmla="*/ 0 h 82645"/>
                <a:gd name="csX27" fmla="*/ 102867 w 102867"/>
                <a:gd name="csY27" fmla="*/ 4191 h 82645"/>
                <a:gd name="csX28" fmla="*/ 102867 w 102867"/>
                <a:gd name="csY28" fmla="*/ 82646 h 826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02867" h="82645">
                  <a:moveTo>
                    <a:pt x="102867" y="82646"/>
                  </a:moveTo>
                  <a:lnTo>
                    <a:pt x="98235" y="82646"/>
                  </a:lnTo>
                  <a:lnTo>
                    <a:pt x="98235" y="79043"/>
                  </a:lnTo>
                  <a:cubicBezTo>
                    <a:pt x="98235" y="73602"/>
                    <a:pt x="97793" y="70268"/>
                    <a:pt x="96911" y="69043"/>
                  </a:cubicBezTo>
                  <a:cubicBezTo>
                    <a:pt x="95980" y="67769"/>
                    <a:pt x="94044" y="67131"/>
                    <a:pt x="91102" y="67131"/>
                  </a:cubicBezTo>
                  <a:lnTo>
                    <a:pt x="11765" y="67131"/>
                  </a:lnTo>
                  <a:cubicBezTo>
                    <a:pt x="8872" y="67131"/>
                    <a:pt x="6985" y="67769"/>
                    <a:pt x="6103" y="69043"/>
                  </a:cubicBezTo>
                  <a:cubicBezTo>
                    <a:pt x="5171" y="70318"/>
                    <a:pt x="4706" y="73651"/>
                    <a:pt x="4706" y="79043"/>
                  </a:cubicBezTo>
                  <a:lnTo>
                    <a:pt x="4706" y="82646"/>
                  </a:lnTo>
                  <a:lnTo>
                    <a:pt x="0" y="82646"/>
                  </a:lnTo>
                  <a:cubicBezTo>
                    <a:pt x="294" y="79116"/>
                    <a:pt x="441" y="71494"/>
                    <a:pt x="441" y="59779"/>
                  </a:cubicBezTo>
                  <a:cubicBezTo>
                    <a:pt x="441" y="46543"/>
                    <a:pt x="294" y="38112"/>
                    <a:pt x="0" y="34485"/>
                  </a:cubicBezTo>
                  <a:lnTo>
                    <a:pt x="4706" y="34485"/>
                  </a:lnTo>
                  <a:lnTo>
                    <a:pt x="4706" y="39484"/>
                  </a:lnTo>
                  <a:cubicBezTo>
                    <a:pt x="4706" y="44092"/>
                    <a:pt x="5000" y="47450"/>
                    <a:pt x="5588" y="49558"/>
                  </a:cubicBezTo>
                  <a:cubicBezTo>
                    <a:pt x="6176" y="51665"/>
                    <a:pt x="6887" y="52891"/>
                    <a:pt x="7721" y="53234"/>
                  </a:cubicBezTo>
                  <a:cubicBezTo>
                    <a:pt x="8505" y="53577"/>
                    <a:pt x="9902" y="53749"/>
                    <a:pt x="11912" y="53749"/>
                  </a:cubicBezTo>
                  <a:lnTo>
                    <a:pt x="92205" y="53749"/>
                  </a:lnTo>
                  <a:cubicBezTo>
                    <a:pt x="94803" y="53749"/>
                    <a:pt x="96470" y="53381"/>
                    <a:pt x="97205" y="52647"/>
                  </a:cubicBezTo>
                  <a:cubicBezTo>
                    <a:pt x="97891" y="51862"/>
                    <a:pt x="98235" y="49779"/>
                    <a:pt x="98235" y="46397"/>
                  </a:cubicBezTo>
                  <a:lnTo>
                    <a:pt x="98235" y="34044"/>
                  </a:lnTo>
                  <a:cubicBezTo>
                    <a:pt x="98235" y="28945"/>
                    <a:pt x="97475" y="24558"/>
                    <a:pt x="95955" y="20882"/>
                  </a:cubicBezTo>
                  <a:cubicBezTo>
                    <a:pt x="94436" y="17205"/>
                    <a:pt x="92720" y="14386"/>
                    <a:pt x="90808" y="12425"/>
                  </a:cubicBezTo>
                  <a:cubicBezTo>
                    <a:pt x="88896" y="10465"/>
                    <a:pt x="86151" y="8848"/>
                    <a:pt x="82573" y="7573"/>
                  </a:cubicBezTo>
                  <a:cubicBezTo>
                    <a:pt x="78946" y="6250"/>
                    <a:pt x="75980" y="5392"/>
                    <a:pt x="73676" y="4999"/>
                  </a:cubicBezTo>
                  <a:cubicBezTo>
                    <a:pt x="71372" y="4558"/>
                    <a:pt x="68161" y="4141"/>
                    <a:pt x="64044" y="3750"/>
                  </a:cubicBezTo>
                  <a:lnTo>
                    <a:pt x="64044" y="0"/>
                  </a:lnTo>
                  <a:lnTo>
                    <a:pt x="102867" y="4191"/>
                  </a:lnTo>
                  <a:lnTo>
                    <a:pt x="102867" y="82646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A7E1A56C-7EC4-8915-6311-3F8BA192B47A}"/>
                </a:ext>
              </a:extLst>
            </p:cNvPr>
            <p:cNvSpPr/>
            <p:nvPr/>
          </p:nvSpPr>
          <p:spPr>
            <a:xfrm>
              <a:off x="4918691" y="3372025"/>
              <a:ext cx="106175" cy="102794"/>
            </a:xfrm>
            <a:custGeom>
              <a:avLst/>
              <a:gdLst>
                <a:gd name="csX0" fmla="*/ 4706 w 106175"/>
                <a:gd name="csY0" fmla="*/ 102795 h 102794"/>
                <a:gd name="csX1" fmla="*/ 0 w 106175"/>
                <a:gd name="csY1" fmla="*/ 102795 h 102794"/>
                <a:gd name="csX2" fmla="*/ 441 w 106175"/>
                <a:gd name="csY2" fmla="*/ 80516 h 102794"/>
                <a:gd name="csX3" fmla="*/ 0 w 106175"/>
                <a:gd name="csY3" fmla="*/ 58382 h 102794"/>
                <a:gd name="csX4" fmla="*/ 4706 w 106175"/>
                <a:gd name="csY4" fmla="*/ 58382 h 102794"/>
                <a:gd name="csX5" fmla="*/ 4706 w 106175"/>
                <a:gd name="csY5" fmla="*/ 61986 h 102794"/>
                <a:gd name="csX6" fmla="*/ 6103 w 106175"/>
                <a:gd name="csY6" fmla="*/ 72058 h 102794"/>
                <a:gd name="csX7" fmla="*/ 11765 w 106175"/>
                <a:gd name="csY7" fmla="*/ 73896 h 102794"/>
                <a:gd name="csX8" fmla="*/ 69117 w 106175"/>
                <a:gd name="csY8" fmla="*/ 73896 h 102794"/>
                <a:gd name="csX9" fmla="*/ 86176 w 106175"/>
                <a:gd name="csY9" fmla="*/ 71102 h 102794"/>
                <a:gd name="csX10" fmla="*/ 96176 w 106175"/>
                <a:gd name="csY10" fmla="*/ 63970 h 102794"/>
                <a:gd name="csX11" fmla="*/ 100441 w 106175"/>
                <a:gd name="csY11" fmla="*/ 56103 h 102794"/>
                <a:gd name="csX12" fmla="*/ 101543 w 106175"/>
                <a:gd name="csY12" fmla="*/ 49044 h 102794"/>
                <a:gd name="csX13" fmla="*/ 92426 w 106175"/>
                <a:gd name="csY13" fmla="*/ 28897 h 102794"/>
                <a:gd name="csX14" fmla="*/ 68088 w 106175"/>
                <a:gd name="csY14" fmla="*/ 20148 h 102794"/>
                <a:gd name="csX15" fmla="*/ 15809 w 106175"/>
                <a:gd name="csY15" fmla="*/ 20148 h 102794"/>
                <a:gd name="csX16" fmla="*/ 12206 w 106175"/>
                <a:gd name="csY16" fmla="*/ 20441 h 102794"/>
                <a:gd name="csX17" fmla="*/ 8823 w 106175"/>
                <a:gd name="csY17" fmla="*/ 22060 h 102794"/>
                <a:gd name="csX18" fmla="*/ 5735 w 106175"/>
                <a:gd name="csY18" fmla="*/ 26765 h 102794"/>
                <a:gd name="csX19" fmla="*/ 4706 w 106175"/>
                <a:gd name="csY19" fmla="*/ 35662 h 102794"/>
                <a:gd name="csX20" fmla="*/ 0 w 106175"/>
                <a:gd name="csY20" fmla="*/ 35662 h 102794"/>
                <a:gd name="csX21" fmla="*/ 441 w 106175"/>
                <a:gd name="csY21" fmla="*/ 17721 h 102794"/>
                <a:gd name="csX22" fmla="*/ 0 w 106175"/>
                <a:gd name="csY22" fmla="*/ 0 h 102794"/>
                <a:gd name="csX23" fmla="*/ 4706 w 106175"/>
                <a:gd name="csY23" fmla="*/ 0 h 102794"/>
                <a:gd name="csX24" fmla="*/ 5662 w 106175"/>
                <a:gd name="csY24" fmla="*/ 8898 h 102794"/>
                <a:gd name="csX25" fmla="*/ 8750 w 106175"/>
                <a:gd name="csY25" fmla="*/ 13604 h 102794"/>
                <a:gd name="csX26" fmla="*/ 12426 w 106175"/>
                <a:gd name="csY26" fmla="*/ 15221 h 102794"/>
                <a:gd name="csX27" fmla="*/ 16397 w 106175"/>
                <a:gd name="csY27" fmla="*/ 15516 h 102794"/>
                <a:gd name="csX28" fmla="*/ 64632 w 106175"/>
                <a:gd name="csY28" fmla="*/ 15516 h 102794"/>
                <a:gd name="csX29" fmla="*/ 75000 w 106175"/>
                <a:gd name="csY29" fmla="*/ 15957 h 102794"/>
                <a:gd name="csX30" fmla="*/ 97132 w 106175"/>
                <a:gd name="csY30" fmla="*/ 27280 h 102794"/>
                <a:gd name="csX31" fmla="*/ 106176 w 106175"/>
                <a:gd name="csY31" fmla="*/ 49338 h 102794"/>
                <a:gd name="csX32" fmla="*/ 95293 w 106175"/>
                <a:gd name="csY32" fmla="*/ 76103 h 102794"/>
                <a:gd name="csX33" fmla="*/ 68529 w 106175"/>
                <a:gd name="csY33" fmla="*/ 87279 h 102794"/>
                <a:gd name="csX34" fmla="*/ 11765 w 106175"/>
                <a:gd name="csY34" fmla="*/ 87279 h 102794"/>
                <a:gd name="csX35" fmla="*/ 6103 w 106175"/>
                <a:gd name="csY35" fmla="*/ 89191 h 102794"/>
                <a:gd name="csX36" fmla="*/ 4706 w 106175"/>
                <a:gd name="csY36" fmla="*/ 99191 h 102794"/>
                <a:gd name="csX37" fmla="*/ 4706 w 106175"/>
                <a:gd name="csY37" fmla="*/ 102795 h 102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106175" h="102794">
                  <a:moveTo>
                    <a:pt x="4706" y="102795"/>
                  </a:moveTo>
                  <a:lnTo>
                    <a:pt x="0" y="102795"/>
                  </a:lnTo>
                  <a:cubicBezTo>
                    <a:pt x="294" y="99265"/>
                    <a:pt x="441" y="91839"/>
                    <a:pt x="441" y="80516"/>
                  </a:cubicBezTo>
                  <a:cubicBezTo>
                    <a:pt x="441" y="69290"/>
                    <a:pt x="294" y="61912"/>
                    <a:pt x="0" y="58382"/>
                  </a:cubicBezTo>
                  <a:lnTo>
                    <a:pt x="4706" y="58382"/>
                  </a:lnTo>
                  <a:lnTo>
                    <a:pt x="4706" y="61986"/>
                  </a:lnTo>
                  <a:cubicBezTo>
                    <a:pt x="4706" y="67426"/>
                    <a:pt x="5171" y="70784"/>
                    <a:pt x="6103" y="72058"/>
                  </a:cubicBezTo>
                  <a:cubicBezTo>
                    <a:pt x="6985" y="73284"/>
                    <a:pt x="8872" y="73896"/>
                    <a:pt x="11765" y="73896"/>
                  </a:cubicBezTo>
                  <a:lnTo>
                    <a:pt x="69117" y="73896"/>
                  </a:lnTo>
                  <a:cubicBezTo>
                    <a:pt x="75833" y="73896"/>
                    <a:pt x="81519" y="72965"/>
                    <a:pt x="86176" y="71102"/>
                  </a:cubicBezTo>
                  <a:cubicBezTo>
                    <a:pt x="90784" y="69240"/>
                    <a:pt x="94117" y="66862"/>
                    <a:pt x="96176" y="63970"/>
                  </a:cubicBezTo>
                  <a:cubicBezTo>
                    <a:pt x="98235" y="61079"/>
                    <a:pt x="99656" y="58456"/>
                    <a:pt x="100441" y="56103"/>
                  </a:cubicBezTo>
                  <a:cubicBezTo>
                    <a:pt x="101176" y="53702"/>
                    <a:pt x="101543" y="51349"/>
                    <a:pt x="101543" y="49044"/>
                  </a:cubicBezTo>
                  <a:cubicBezTo>
                    <a:pt x="101543" y="41397"/>
                    <a:pt x="98504" y="34681"/>
                    <a:pt x="92426" y="28897"/>
                  </a:cubicBezTo>
                  <a:cubicBezTo>
                    <a:pt x="86347" y="23064"/>
                    <a:pt x="78235" y="20148"/>
                    <a:pt x="68088" y="20148"/>
                  </a:cubicBezTo>
                  <a:lnTo>
                    <a:pt x="15809" y="20148"/>
                  </a:lnTo>
                  <a:cubicBezTo>
                    <a:pt x="14289" y="20148"/>
                    <a:pt x="13088" y="20246"/>
                    <a:pt x="12206" y="20441"/>
                  </a:cubicBezTo>
                  <a:cubicBezTo>
                    <a:pt x="11323" y="20638"/>
                    <a:pt x="10196" y="21177"/>
                    <a:pt x="8823" y="22060"/>
                  </a:cubicBezTo>
                  <a:cubicBezTo>
                    <a:pt x="7451" y="22892"/>
                    <a:pt x="6421" y="24461"/>
                    <a:pt x="5735" y="26765"/>
                  </a:cubicBezTo>
                  <a:cubicBezTo>
                    <a:pt x="5049" y="29069"/>
                    <a:pt x="4706" y="32035"/>
                    <a:pt x="4706" y="35662"/>
                  </a:cubicBezTo>
                  <a:lnTo>
                    <a:pt x="0" y="35662"/>
                  </a:lnTo>
                  <a:cubicBezTo>
                    <a:pt x="294" y="24828"/>
                    <a:pt x="441" y="18848"/>
                    <a:pt x="441" y="17721"/>
                  </a:cubicBezTo>
                  <a:cubicBezTo>
                    <a:pt x="441" y="16741"/>
                    <a:pt x="294" y="10834"/>
                    <a:pt x="0" y="0"/>
                  </a:cubicBezTo>
                  <a:lnTo>
                    <a:pt x="4706" y="0"/>
                  </a:lnTo>
                  <a:cubicBezTo>
                    <a:pt x="4706" y="3628"/>
                    <a:pt x="5024" y="6594"/>
                    <a:pt x="5662" y="8898"/>
                  </a:cubicBezTo>
                  <a:cubicBezTo>
                    <a:pt x="6299" y="11201"/>
                    <a:pt x="7328" y="12770"/>
                    <a:pt x="8750" y="13604"/>
                  </a:cubicBezTo>
                  <a:cubicBezTo>
                    <a:pt x="10171" y="14437"/>
                    <a:pt x="11397" y="14976"/>
                    <a:pt x="12426" y="15221"/>
                  </a:cubicBezTo>
                  <a:cubicBezTo>
                    <a:pt x="13407" y="15417"/>
                    <a:pt x="14730" y="15516"/>
                    <a:pt x="16397" y="15516"/>
                  </a:cubicBezTo>
                  <a:lnTo>
                    <a:pt x="64632" y="15516"/>
                  </a:lnTo>
                  <a:cubicBezTo>
                    <a:pt x="69534" y="15516"/>
                    <a:pt x="72990" y="15663"/>
                    <a:pt x="75000" y="15957"/>
                  </a:cubicBezTo>
                  <a:cubicBezTo>
                    <a:pt x="83725" y="17281"/>
                    <a:pt x="91102" y="21055"/>
                    <a:pt x="97132" y="27280"/>
                  </a:cubicBezTo>
                  <a:cubicBezTo>
                    <a:pt x="103161" y="33456"/>
                    <a:pt x="106176" y="40809"/>
                    <a:pt x="106176" y="49338"/>
                  </a:cubicBezTo>
                  <a:cubicBezTo>
                    <a:pt x="106176" y="59682"/>
                    <a:pt x="102548" y="68604"/>
                    <a:pt x="95293" y="76103"/>
                  </a:cubicBezTo>
                  <a:cubicBezTo>
                    <a:pt x="87990" y="83554"/>
                    <a:pt x="79068" y="87279"/>
                    <a:pt x="68529" y="87279"/>
                  </a:cubicBezTo>
                  <a:lnTo>
                    <a:pt x="11765" y="87279"/>
                  </a:lnTo>
                  <a:cubicBezTo>
                    <a:pt x="8872" y="87279"/>
                    <a:pt x="6985" y="87916"/>
                    <a:pt x="6103" y="89191"/>
                  </a:cubicBezTo>
                  <a:cubicBezTo>
                    <a:pt x="5171" y="90465"/>
                    <a:pt x="4706" y="93799"/>
                    <a:pt x="4706" y="99191"/>
                  </a:cubicBezTo>
                  <a:lnTo>
                    <a:pt x="4706" y="102795"/>
                  </a:ln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BCFFA756-85EA-AEE4-76EF-1AFEB29B55F9}"/>
                </a:ext>
              </a:extLst>
            </p:cNvPr>
            <p:cNvSpPr/>
            <p:nvPr/>
          </p:nvSpPr>
          <p:spPr>
            <a:xfrm>
              <a:off x="5005942" y="3297803"/>
              <a:ext cx="47763" cy="59138"/>
            </a:xfrm>
            <a:custGeom>
              <a:avLst/>
              <a:gdLst>
                <a:gd name="csX0" fmla="*/ 6228 w 47763"/>
                <a:gd name="csY0" fmla="*/ 0 h 59138"/>
                <a:gd name="csX1" fmla="*/ 7669 w 47763"/>
                <a:gd name="csY1" fmla="*/ 309 h 59138"/>
                <a:gd name="csX2" fmla="*/ 11323 w 47763"/>
                <a:gd name="csY2" fmla="*/ 1441 h 59138"/>
                <a:gd name="csX3" fmla="*/ 16934 w 47763"/>
                <a:gd name="csY3" fmla="*/ 3602 h 59138"/>
                <a:gd name="csX4" fmla="*/ 23625 w 47763"/>
                <a:gd name="csY4" fmla="*/ 7102 h 59138"/>
                <a:gd name="csX5" fmla="*/ 30985 w 47763"/>
                <a:gd name="csY5" fmla="*/ 12147 h 59138"/>
                <a:gd name="csX6" fmla="*/ 32478 w 47763"/>
                <a:gd name="csY6" fmla="*/ 13073 h 59138"/>
                <a:gd name="csX7" fmla="*/ 34691 w 47763"/>
                <a:gd name="csY7" fmla="*/ 13175 h 59138"/>
                <a:gd name="csX8" fmla="*/ 45397 w 47763"/>
                <a:gd name="csY8" fmla="*/ 9934 h 59138"/>
                <a:gd name="csX9" fmla="*/ 45397 w 47763"/>
                <a:gd name="csY9" fmla="*/ 9521 h 59138"/>
                <a:gd name="csX10" fmla="*/ 45088 w 47763"/>
                <a:gd name="csY10" fmla="*/ 8441 h 59138"/>
                <a:gd name="csX11" fmla="*/ 44315 w 47763"/>
                <a:gd name="csY11" fmla="*/ 6897 h 59138"/>
                <a:gd name="csX12" fmla="*/ 42772 w 47763"/>
                <a:gd name="csY12" fmla="*/ 5352 h 59138"/>
                <a:gd name="csX13" fmla="*/ 40250 w 47763"/>
                <a:gd name="csY13" fmla="*/ 4015 h 59138"/>
                <a:gd name="csX14" fmla="*/ 39220 w 47763"/>
                <a:gd name="csY14" fmla="*/ 2624 h 59138"/>
                <a:gd name="csX15" fmla="*/ 40250 w 47763"/>
                <a:gd name="csY15" fmla="*/ 1389 h 59138"/>
                <a:gd name="csX16" fmla="*/ 44934 w 47763"/>
                <a:gd name="csY16" fmla="*/ 3963 h 59138"/>
                <a:gd name="csX17" fmla="*/ 47764 w 47763"/>
                <a:gd name="csY17" fmla="*/ 10242 h 59138"/>
                <a:gd name="csX18" fmla="*/ 45449 w 47763"/>
                <a:gd name="csY18" fmla="*/ 16316 h 59138"/>
                <a:gd name="csX19" fmla="*/ 38860 w 47763"/>
                <a:gd name="csY19" fmla="*/ 19815 h 59138"/>
                <a:gd name="csX20" fmla="*/ 47764 w 47763"/>
                <a:gd name="csY20" fmla="*/ 42050 h 59138"/>
                <a:gd name="csX21" fmla="*/ 42669 w 47763"/>
                <a:gd name="csY21" fmla="*/ 54507 h 59138"/>
                <a:gd name="csX22" fmla="*/ 29904 w 47763"/>
                <a:gd name="csY22" fmla="*/ 59139 h 59138"/>
                <a:gd name="csX23" fmla="*/ 15647 w 47763"/>
                <a:gd name="csY23" fmla="*/ 55124 h 59138"/>
                <a:gd name="csX24" fmla="*/ 4375 w 47763"/>
                <a:gd name="csY24" fmla="*/ 44471 h 59138"/>
                <a:gd name="csX25" fmla="*/ 0 w 47763"/>
                <a:gd name="csY25" fmla="*/ 30779 h 59138"/>
                <a:gd name="csX26" fmla="*/ 669 w 47763"/>
                <a:gd name="csY26" fmla="*/ 25941 h 59138"/>
                <a:gd name="csX27" fmla="*/ 2882 w 47763"/>
                <a:gd name="csY27" fmla="*/ 21206 h 59138"/>
                <a:gd name="csX28" fmla="*/ 6897 w 47763"/>
                <a:gd name="csY28" fmla="*/ 17088 h 59138"/>
                <a:gd name="csX29" fmla="*/ 13125 w 47763"/>
                <a:gd name="csY29" fmla="*/ 14257 h 59138"/>
                <a:gd name="csX30" fmla="*/ 21720 w 47763"/>
                <a:gd name="csY30" fmla="*/ 13175 h 59138"/>
                <a:gd name="csX31" fmla="*/ 28257 w 47763"/>
                <a:gd name="csY31" fmla="*/ 13175 h 59138"/>
                <a:gd name="csX32" fmla="*/ 7360 w 47763"/>
                <a:gd name="csY32" fmla="*/ 2830 h 59138"/>
                <a:gd name="csX33" fmla="*/ 5301 w 47763"/>
                <a:gd name="csY33" fmla="*/ 2008 h 59138"/>
                <a:gd name="csX34" fmla="*/ 5147 w 47763"/>
                <a:gd name="csY34" fmla="*/ 1287 h 59138"/>
                <a:gd name="csX35" fmla="*/ 5456 w 47763"/>
                <a:gd name="csY35" fmla="*/ 463 h 59138"/>
                <a:gd name="csX36" fmla="*/ 5971 w 47763"/>
                <a:gd name="csY36" fmla="*/ 52 h 59138"/>
                <a:gd name="csX37" fmla="*/ 6228 w 47763"/>
                <a:gd name="csY37" fmla="*/ 0 h 59138"/>
                <a:gd name="csX38" fmla="*/ 36132 w 47763"/>
                <a:gd name="csY38" fmla="*/ 20228 h 59138"/>
                <a:gd name="csX39" fmla="*/ 24346 w 47763"/>
                <a:gd name="csY39" fmla="*/ 20433 h 59138"/>
                <a:gd name="csX40" fmla="*/ 21412 w 47763"/>
                <a:gd name="csY40" fmla="*/ 20433 h 59138"/>
                <a:gd name="csX41" fmla="*/ 18272 w 47763"/>
                <a:gd name="csY41" fmla="*/ 20537 h 59138"/>
                <a:gd name="csX42" fmla="*/ 14926 w 47763"/>
                <a:gd name="csY42" fmla="*/ 20845 h 59138"/>
                <a:gd name="csX43" fmla="*/ 11787 w 47763"/>
                <a:gd name="csY43" fmla="*/ 21359 h 59138"/>
                <a:gd name="csX44" fmla="*/ 8750 w 47763"/>
                <a:gd name="csY44" fmla="*/ 22235 h 59138"/>
                <a:gd name="csX45" fmla="*/ 6228 w 47763"/>
                <a:gd name="csY45" fmla="*/ 23573 h 59138"/>
                <a:gd name="csX46" fmla="*/ 4118 w 47763"/>
                <a:gd name="csY46" fmla="*/ 25374 h 59138"/>
                <a:gd name="csX47" fmla="*/ 2831 w 47763"/>
                <a:gd name="csY47" fmla="*/ 27793 h 59138"/>
                <a:gd name="csX48" fmla="*/ 2316 w 47763"/>
                <a:gd name="csY48" fmla="*/ 30882 h 59138"/>
                <a:gd name="csX49" fmla="*/ 3088 w 47763"/>
                <a:gd name="csY49" fmla="*/ 35205 h 59138"/>
                <a:gd name="csX50" fmla="*/ 6125 w 47763"/>
                <a:gd name="csY50" fmla="*/ 40146 h 59138"/>
                <a:gd name="csX51" fmla="*/ 11993 w 47763"/>
                <a:gd name="csY51" fmla="*/ 45241 h 59138"/>
                <a:gd name="csX52" fmla="*/ 22801 w 47763"/>
                <a:gd name="csY52" fmla="*/ 49514 h 59138"/>
                <a:gd name="csX53" fmla="*/ 33919 w 47763"/>
                <a:gd name="csY53" fmla="*/ 51316 h 59138"/>
                <a:gd name="csX54" fmla="*/ 42309 w 47763"/>
                <a:gd name="csY54" fmla="*/ 48897 h 59138"/>
                <a:gd name="csX55" fmla="*/ 45397 w 47763"/>
                <a:gd name="csY55" fmla="*/ 41845 h 59138"/>
                <a:gd name="csX56" fmla="*/ 36132 w 47763"/>
                <a:gd name="csY56" fmla="*/ 20228 h 5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47763" h="59138">
                  <a:moveTo>
                    <a:pt x="6228" y="0"/>
                  </a:moveTo>
                  <a:cubicBezTo>
                    <a:pt x="6571" y="68"/>
                    <a:pt x="7051" y="171"/>
                    <a:pt x="7669" y="309"/>
                  </a:cubicBezTo>
                  <a:cubicBezTo>
                    <a:pt x="8252" y="446"/>
                    <a:pt x="9471" y="824"/>
                    <a:pt x="11323" y="1441"/>
                  </a:cubicBezTo>
                  <a:cubicBezTo>
                    <a:pt x="13176" y="2058"/>
                    <a:pt x="15047" y="2779"/>
                    <a:pt x="16934" y="3602"/>
                  </a:cubicBezTo>
                  <a:cubicBezTo>
                    <a:pt x="18787" y="4391"/>
                    <a:pt x="21017" y="5558"/>
                    <a:pt x="23625" y="7102"/>
                  </a:cubicBezTo>
                  <a:cubicBezTo>
                    <a:pt x="26198" y="8613"/>
                    <a:pt x="28652" y="10294"/>
                    <a:pt x="30985" y="12147"/>
                  </a:cubicBezTo>
                  <a:cubicBezTo>
                    <a:pt x="31603" y="12661"/>
                    <a:pt x="32100" y="12970"/>
                    <a:pt x="32478" y="13073"/>
                  </a:cubicBezTo>
                  <a:cubicBezTo>
                    <a:pt x="32821" y="13141"/>
                    <a:pt x="33559" y="13175"/>
                    <a:pt x="34691" y="13175"/>
                  </a:cubicBezTo>
                  <a:cubicBezTo>
                    <a:pt x="41828" y="13175"/>
                    <a:pt x="45397" y="12095"/>
                    <a:pt x="45397" y="9934"/>
                  </a:cubicBezTo>
                  <a:cubicBezTo>
                    <a:pt x="45397" y="9831"/>
                    <a:pt x="45397" y="9693"/>
                    <a:pt x="45397" y="9521"/>
                  </a:cubicBezTo>
                  <a:cubicBezTo>
                    <a:pt x="45362" y="9315"/>
                    <a:pt x="45259" y="8955"/>
                    <a:pt x="45088" y="8441"/>
                  </a:cubicBezTo>
                  <a:cubicBezTo>
                    <a:pt x="44882" y="7892"/>
                    <a:pt x="44624" y="7377"/>
                    <a:pt x="44315" y="6897"/>
                  </a:cubicBezTo>
                  <a:cubicBezTo>
                    <a:pt x="43972" y="6417"/>
                    <a:pt x="43458" y="5902"/>
                    <a:pt x="42772" y="5352"/>
                  </a:cubicBezTo>
                  <a:cubicBezTo>
                    <a:pt x="42051" y="4803"/>
                    <a:pt x="41211" y="4357"/>
                    <a:pt x="40250" y="4015"/>
                  </a:cubicBezTo>
                  <a:cubicBezTo>
                    <a:pt x="39564" y="3705"/>
                    <a:pt x="39220" y="3242"/>
                    <a:pt x="39220" y="2624"/>
                  </a:cubicBezTo>
                  <a:cubicBezTo>
                    <a:pt x="39220" y="1801"/>
                    <a:pt x="39564" y="1389"/>
                    <a:pt x="40250" y="1389"/>
                  </a:cubicBezTo>
                  <a:cubicBezTo>
                    <a:pt x="41485" y="1389"/>
                    <a:pt x="43046" y="2247"/>
                    <a:pt x="44934" y="3963"/>
                  </a:cubicBezTo>
                  <a:cubicBezTo>
                    <a:pt x="46821" y="5678"/>
                    <a:pt x="47764" y="7771"/>
                    <a:pt x="47764" y="10242"/>
                  </a:cubicBezTo>
                  <a:cubicBezTo>
                    <a:pt x="47764" y="12610"/>
                    <a:pt x="46992" y="14635"/>
                    <a:pt x="45449" y="16316"/>
                  </a:cubicBezTo>
                  <a:cubicBezTo>
                    <a:pt x="43870" y="17963"/>
                    <a:pt x="41674" y="19130"/>
                    <a:pt x="38860" y="19815"/>
                  </a:cubicBezTo>
                  <a:cubicBezTo>
                    <a:pt x="44796" y="27227"/>
                    <a:pt x="47764" y="34638"/>
                    <a:pt x="47764" y="42050"/>
                  </a:cubicBezTo>
                  <a:cubicBezTo>
                    <a:pt x="47764" y="47267"/>
                    <a:pt x="46066" y="51419"/>
                    <a:pt x="42669" y="54507"/>
                  </a:cubicBezTo>
                  <a:cubicBezTo>
                    <a:pt x="39238" y="57595"/>
                    <a:pt x="34983" y="59139"/>
                    <a:pt x="29904" y="59139"/>
                  </a:cubicBezTo>
                  <a:cubicBezTo>
                    <a:pt x="25032" y="59139"/>
                    <a:pt x="20279" y="57800"/>
                    <a:pt x="15647" y="55124"/>
                  </a:cubicBezTo>
                  <a:cubicBezTo>
                    <a:pt x="11015" y="52413"/>
                    <a:pt x="7257" y="48862"/>
                    <a:pt x="4375" y="44471"/>
                  </a:cubicBezTo>
                  <a:cubicBezTo>
                    <a:pt x="1458" y="40043"/>
                    <a:pt x="0" y="35479"/>
                    <a:pt x="0" y="30779"/>
                  </a:cubicBezTo>
                  <a:cubicBezTo>
                    <a:pt x="0" y="29132"/>
                    <a:pt x="223" y="27519"/>
                    <a:pt x="669" y="25941"/>
                  </a:cubicBezTo>
                  <a:cubicBezTo>
                    <a:pt x="1081" y="24362"/>
                    <a:pt x="1819" y="22784"/>
                    <a:pt x="2882" y="21206"/>
                  </a:cubicBezTo>
                  <a:cubicBezTo>
                    <a:pt x="3946" y="19627"/>
                    <a:pt x="5284" y="18254"/>
                    <a:pt x="6897" y="17088"/>
                  </a:cubicBezTo>
                  <a:cubicBezTo>
                    <a:pt x="8510" y="15922"/>
                    <a:pt x="10586" y="14978"/>
                    <a:pt x="13125" y="14257"/>
                  </a:cubicBezTo>
                  <a:cubicBezTo>
                    <a:pt x="15664" y="13536"/>
                    <a:pt x="18529" y="13175"/>
                    <a:pt x="21720" y="13175"/>
                  </a:cubicBezTo>
                  <a:lnTo>
                    <a:pt x="28257" y="13175"/>
                  </a:lnTo>
                  <a:cubicBezTo>
                    <a:pt x="22527" y="8647"/>
                    <a:pt x="15561" y="5198"/>
                    <a:pt x="7360" y="2830"/>
                  </a:cubicBezTo>
                  <a:cubicBezTo>
                    <a:pt x="6125" y="2487"/>
                    <a:pt x="5439" y="2213"/>
                    <a:pt x="5301" y="2008"/>
                  </a:cubicBezTo>
                  <a:cubicBezTo>
                    <a:pt x="5199" y="1869"/>
                    <a:pt x="5147" y="1629"/>
                    <a:pt x="5147" y="1287"/>
                  </a:cubicBezTo>
                  <a:cubicBezTo>
                    <a:pt x="5147" y="944"/>
                    <a:pt x="5250" y="669"/>
                    <a:pt x="5456" y="463"/>
                  </a:cubicBezTo>
                  <a:cubicBezTo>
                    <a:pt x="5627" y="222"/>
                    <a:pt x="5799" y="85"/>
                    <a:pt x="5971" y="52"/>
                  </a:cubicBezTo>
                  <a:lnTo>
                    <a:pt x="6228" y="0"/>
                  </a:lnTo>
                  <a:moveTo>
                    <a:pt x="36132" y="20228"/>
                  </a:moveTo>
                  <a:cubicBezTo>
                    <a:pt x="34931" y="20365"/>
                    <a:pt x="31002" y="20433"/>
                    <a:pt x="24346" y="20433"/>
                  </a:cubicBezTo>
                  <a:cubicBezTo>
                    <a:pt x="23076" y="20433"/>
                    <a:pt x="22098" y="20433"/>
                    <a:pt x="21412" y="20433"/>
                  </a:cubicBezTo>
                  <a:cubicBezTo>
                    <a:pt x="20691" y="20433"/>
                    <a:pt x="19645" y="20468"/>
                    <a:pt x="18272" y="20537"/>
                  </a:cubicBezTo>
                  <a:cubicBezTo>
                    <a:pt x="16899" y="20605"/>
                    <a:pt x="15784" y="20707"/>
                    <a:pt x="14926" y="20845"/>
                  </a:cubicBezTo>
                  <a:cubicBezTo>
                    <a:pt x="14069" y="20948"/>
                    <a:pt x="13022" y="21120"/>
                    <a:pt x="11787" y="21359"/>
                  </a:cubicBezTo>
                  <a:cubicBezTo>
                    <a:pt x="10551" y="21600"/>
                    <a:pt x="9539" y="21892"/>
                    <a:pt x="8750" y="22235"/>
                  </a:cubicBezTo>
                  <a:cubicBezTo>
                    <a:pt x="7961" y="22579"/>
                    <a:pt x="7120" y="23024"/>
                    <a:pt x="6228" y="23573"/>
                  </a:cubicBezTo>
                  <a:cubicBezTo>
                    <a:pt x="5336" y="24087"/>
                    <a:pt x="4632" y="24688"/>
                    <a:pt x="4118" y="25374"/>
                  </a:cubicBezTo>
                  <a:cubicBezTo>
                    <a:pt x="3603" y="26026"/>
                    <a:pt x="3174" y="26833"/>
                    <a:pt x="2831" y="27793"/>
                  </a:cubicBezTo>
                  <a:cubicBezTo>
                    <a:pt x="2488" y="28720"/>
                    <a:pt x="2316" y="29750"/>
                    <a:pt x="2316" y="30882"/>
                  </a:cubicBezTo>
                  <a:cubicBezTo>
                    <a:pt x="2316" y="32289"/>
                    <a:pt x="2574" y="33730"/>
                    <a:pt x="3088" y="35205"/>
                  </a:cubicBezTo>
                  <a:cubicBezTo>
                    <a:pt x="3569" y="36646"/>
                    <a:pt x="4581" y="38293"/>
                    <a:pt x="6125" y="40146"/>
                  </a:cubicBezTo>
                  <a:cubicBezTo>
                    <a:pt x="7635" y="41999"/>
                    <a:pt x="9591" y="43698"/>
                    <a:pt x="11993" y="45241"/>
                  </a:cubicBezTo>
                  <a:cubicBezTo>
                    <a:pt x="14532" y="46855"/>
                    <a:pt x="18135" y="48279"/>
                    <a:pt x="22801" y="49514"/>
                  </a:cubicBezTo>
                  <a:cubicBezTo>
                    <a:pt x="27434" y="50715"/>
                    <a:pt x="31140" y="51316"/>
                    <a:pt x="33919" y="51316"/>
                  </a:cubicBezTo>
                  <a:cubicBezTo>
                    <a:pt x="37419" y="51316"/>
                    <a:pt x="40215" y="50509"/>
                    <a:pt x="42309" y="48897"/>
                  </a:cubicBezTo>
                  <a:cubicBezTo>
                    <a:pt x="44367" y="47283"/>
                    <a:pt x="45397" y="44933"/>
                    <a:pt x="45397" y="41845"/>
                  </a:cubicBezTo>
                  <a:cubicBezTo>
                    <a:pt x="45397" y="34467"/>
                    <a:pt x="42309" y="27262"/>
                    <a:pt x="36132" y="20228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CA24764C-2A8A-BD28-991D-53E5B0C5D286}"/>
                </a:ext>
              </a:extLst>
            </p:cNvPr>
            <p:cNvSpPr/>
            <p:nvPr/>
          </p:nvSpPr>
          <p:spPr>
            <a:xfrm>
              <a:off x="4908617" y="3247383"/>
              <a:ext cx="150588" cy="34925"/>
            </a:xfrm>
            <a:custGeom>
              <a:avLst/>
              <a:gdLst>
                <a:gd name="csX0" fmla="*/ 75294 w 150588"/>
                <a:gd name="csY0" fmla="*/ 34926 h 34925"/>
                <a:gd name="csX1" fmla="*/ 29338 w 150588"/>
                <a:gd name="csY1" fmla="*/ 25441 h 34925"/>
                <a:gd name="csX2" fmla="*/ 13529 w 150588"/>
                <a:gd name="csY2" fmla="*/ 15735 h 34925"/>
                <a:gd name="csX3" fmla="*/ 3162 w 150588"/>
                <a:gd name="csY3" fmla="*/ 6324 h 34925"/>
                <a:gd name="csX4" fmla="*/ 0 w 150588"/>
                <a:gd name="csY4" fmla="*/ 1545 h 34925"/>
                <a:gd name="csX5" fmla="*/ 1471 w 150588"/>
                <a:gd name="csY5" fmla="*/ 0 h 34925"/>
                <a:gd name="csX6" fmla="*/ 4044 w 150588"/>
                <a:gd name="csY6" fmla="*/ 1986 h 34925"/>
                <a:gd name="csX7" fmla="*/ 75294 w 150588"/>
                <a:gd name="csY7" fmla="*/ 26177 h 34925"/>
                <a:gd name="csX8" fmla="*/ 145735 w 150588"/>
                <a:gd name="csY8" fmla="*/ 2574 h 34925"/>
                <a:gd name="csX9" fmla="*/ 149117 w 150588"/>
                <a:gd name="csY9" fmla="*/ 0 h 34925"/>
                <a:gd name="csX10" fmla="*/ 150588 w 150588"/>
                <a:gd name="csY10" fmla="*/ 1545 h 34925"/>
                <a:gd name="csX11" fmla="*/ 147573 w 150588"/>
                <a:gd name="csY11" fmla="*/ 6176 h 34925"/>
                <a:gd name="csX12" fmla="*/ 137646 w 150588"/>
                <a:gd name="csY12" fmla="*/ 15368 h 34925"/>
                <a:gd name="csX13" fmla="*/ 122279 w 150588"/>
                <a:gd name="csY13" fmla="*/ 24999 h 34925"/>
                <a:gd name="csX14" fmla="*/ 75294 w 150588"/>
                <a:gd name="csY14" fmla="*/ 34926 h 3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50588" h="34925">
                  <a:moveTo>
                    <a:pt x="75294" y="34926"/>
                  </a:moveTo>
                  <a:cubicBezTo>
                    <a:pt x="58333" y="34926"/>
                    <a:pt x="43015" y="31764"/>
                    <a:pt x="29338" y="25441"/>
                  </a:cubicBezTo>
                  <a:cubicBezTo>
                    <a:pt x="23603" y="22745"/>
                    <a:pt x="18333" y="19510"/>
                    <a:pt x="13529" y="15735"/>
                  </a:cubicBezTo>
                  <a:cubicBezTo>
                    <a:pt x="8725" y="11961"/>
                    <a:pt x="5270" y="8824"/>
                    <a:pt x="3162" y="6324"/>
                  </a:cubicBezTo>
                  <a:cubicBezTo>
                    <a:pt x="1054" y="3824"/>
                    <a:pt x="0" y="2231"/>
                    <a:pt x="0" y="1545"/>
                  </a:cubicBezTo>
                  <a:cubicBezTo>
                    <a:pt x="0" y="564"/>
                    <a:pt x="490" y="49"/>
                    <a:pt x="1471" y="0"/>
                  </a:cubicBezTo>
                  <a:cubicBezTo>
                    <a:pt x="1961" y="0"/>
                    <a:pt x="2819" y="662"/>
                    <a:pt x="4044" y="1986"/>
                  </a:cubicBezTo>
                  <a:cubicBezTo>
                    <a:pt x="20515" y="18162"/>
                    <a:pt x="44264" y="26226"/>
                    <a:pt x="75294" y="26177"/>
                  </a:cubicBezTo>
                  <a:cubicBezTo>
                    <a:pt x="106421" y="26177"/>
                    <a:pt x="129901" y="18309"/>
                    <a:pt x="145735" y="2574"/>
                  </a:cubicBezTo>
                  <a:cubicBezTo>
                    <a:pt x="147450" y="858"/>
                    <a:pt x="148577" y="0"/>
                    <a:pt x="149117" y="0"/>
                  </a:cubicBezTo>
                  <a:cubicBezTo>
                    <a:pt x="150098" y="0"/>
                    <a:pt x="150588" y="515"/>
                    <a:pt x="150588" y="1545"/>
                  </a:cubicBezTo>
                  <a:cubicBezTo>
                    <a:pt x="150588" y="2231"/>
                    <a:pt x="149583" y="3775"/>
                    <a:pt x="147573" y="6176"/>
                  </a:cubicBezTo>
                  <a:cubicBezTo>
                    <a:pt x="145563" y="8578"/>
                    <a:pt x="142254" y="11642"/>
                    <a:pt x="137646" y="15368"/>
                  </a:cubicBezTo>
                  <a:cubicBezTo>
                    <a:pt x="133038" y="19093"/>
                    <a:pt x="127916" y="22304"/>
                    <a:pt x="122279" y="24999"/>
                  </a:cubicBezTo>
                  <a:cubicBezTo>
                    <a:pt x="108602" y="31617"/>
                    <a:pt x="92941" y="34926"/>
                    <a:pt x="75294" y="3492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491C4C77-7C57-0E66-002C-4381D3861BED}"/>
                </a:ext>
              </a:extLst>
            </p:cNvPr>
            <p:cNvSpPr/>
            <p:nvPr/>
          </p:nvSpPr>
          <p:spPr>
            <a:xfrm>
              <a:off x="4955014" y="3160941"/>
              <a:ext cx="68234" cy="74999"/>
            </a:xfrm>
            <a:custGeom>
              <a:avLst/>
              <a:gdLst>
                <a:gd name="csX0" fmla="*/ 9926 w 68234"/>
                <a:gd name="csY0" fmla="*/ 0 h 74999"/>
                <a:gd name="csX1" fmla="*/ 16397 w 68234"/>
                <a:gd name="csY1" fmla="*/ 2574 h 74999"/>
                <a:gd name="csX2" fmla="*/ 18676 w 68234"/>
                <a:gd name="csY2" fmla="*/ 8088 h 74999"/>
                <a:gd name="csX3" fmla="*/ 17059 w 68234"/>
                <a:gd name="csY3" fmla="*/ 12353 h 74999"/>
                <a:gd name="csX4" fmla="*/ 13382 w 68234"/>
                <a:gd name="csY4" fmla="*/ 13824 h 74999"/>
                <a:gd name="csX5" fmla="*/ 8162 w 68234"/>
                <a:gd name="csY5" fmla="*/ 11766 h 74999"/>
                <a:gd name="csX6" fmla="*/ 5221 w 68234"/>
                <a:gd name="csY6" fmla="*/ 6618 h 74999"/>
                <a:gd name="csX7" fmla="*/ 3309 w 68234"/>
                <a:gd name="csY7" fmla="*/ 14119 h 74999"/>
                <a:gd name="csX8" fmla="*/ 4853 w 68234"/>
                <a:gd name="csY8" fmla="*/ 19633 h 74999"/>
                <a:gd name="csX9" fmla="*/ 8382 w 68234"/>
                <a:gd name="csY9" fmla="*/ 23676 h 74999"/>
                <a:gd name="csX10" fmla="*/ 13235 w 68234"/>
                <a:gd name="csY10" fmla="*/ 26472 h 74999"/>
                <a:gd name="csX11" fmla="*/ 17721 w 68234"/>
                <a:gd name="csY11" fmla="*/ 28236 h 74999"/>
                <a:gd name="csX12" fmla="*/ 21103 w 68234"/>
                <a:gd name="csY12" fmla="*/ 29044 h 74999"/>
                <a:gd name="csX13" fmla="*/ 41691 w 68234"/>
                <a:gd name="csY13" fmla="*/ 34191 h 74999"/>
                <a:gd name="csX14" fmla="*/ 54926 w 68234"/>
                <a:gd name="csY14" fmla="*/ 36692 h 74999"/>
                <a:gd name="csX15" fmla="*/ 62058 w 68234"/>
                <a:gd name="csY15" fmla="*/ 34632 h 74999"/>
                <a:gd name="csX16" fmla="*/ 64853 w 68234"/>
                <a:gd name="csY16" fmla="*/ 28456 h 74999"/>
                <a:gd name="csX17" fmla="*/ 64411 w 68234"/>
                <a:gd name="csY17" fmla="*/ 25001 h 74999"/>
                <a:gd name="csX18" fmla="*/ 62573 w 68234"/>
                <a:gd name="csY18" fmla="*/ 20810 h 74999"/>
                <a:gd name="csX19" fmla="*/ 59117 w 68234"/>
                <a:gd name="csY19" fmla="*/ 16250 h 74999"/>
                <a:gd name="csX20" fmla="*/ 53382 w 68234"/>
                <a:gd name="csY20" fmla="*/ 11912 h 74999"/>
                <a:gd name="csX21" fmla="*/ 45147 w 68234"/>
                <a:gd name="csY21" fmla="*/ 8383 h 74999"/>
                <a:gd name="csX22" fmla="*/ 43529 w 68234"/>
                <a:gd name="csY22" fmla="*/ 6472 h 74999"/>
                <a:gd name="csX23" fmla="*/ 45000 w 68234"/>
                <a:gd name="csY23" fmla="*/ 4634 h 74999"/>
                <a:gd name="csX24" fmla="*/ 48897 w 68234"/>
                <a:gd name="csY24" fmla="*/ 5662 h 74999"/>
                <a:gd name="csX25" fmla="*/ 54853 w 68234"/>
                <a:gd name="csY25" fmla="*/ 8751 h 74999"/>
                <a:gd name="csX26" fmla="*/ 61176 w 68234"/>
                <a:gd name="csY26" fmla="*/ 13530 h 74999"/>
                <a:gd name="csX27" fmla="*/ 66176 w 68234"/>
                <a:gd name="csY27" fmla="*/ 20295 h 74999"/>
                <a:gd name="csX28" fmla="*/ 68235 w 68234"/>
                <a:gd name="csY28" fmla="*/ 28751 h 74999"/>
                <a:gd name="csX29" fmla="*/ 64853 w 68234"/>
                <a:gd name="csY29" fmla="*/ 39266 h 74999"/>
                <a:gd name="csX30" fmla="*/ 56764 w 68234"/>
                <a:gd name="csY30" fmla="*/ 45000 h 74999"/>
                <a:gd name="csX31" fmla="*/ 58308 w 68234"/>
                <a:gd name="csY31" fmla="*/ 45883 h 74999"/>
                <a:gd name="csX32" fmla="*/ 61176 w 68234"/>
                <a:gd name="csY32" fmla="*/ 47941 h 74999"/>
                <a:gd name="csX33" fmla="*/ 64559 w 68234"/>
                <a:gd name="csY33" fmla="*/ 51104 h 74999"/>
                <a:gd name="csX34" fmla="*/ 67058 w 68234"/>
                <a:gd name="csY34" fmla="*/ 55441 h 74999"/>
                <a:gd name="csX35" fmla="*/ 68235 w 68234"/>
                <a:gd name="csY35" fmla="*/ 60809 h 74999"/>
                <a:gd name="csX36" fmla="*/ 67206 w 68234"/>
                <a:gd name="csY36" fmla="*/ 67500 h 74999"/>
                <a:gd name="csX37" fmla="*/ 63823 w 68234"/>
                <a:gd name="csY37" fmla="*/ 72795 h 74999"/>
                <a:gd name="csX38" fmla="*/ 58235 w 68234"/>
                <a:gd name="csY38" fmla="*/ 75000 h 74999"/>
                <a:gd name="csX39" fmla="*/ 52132 w 68234"/>
                <a:gd name="csY39" fmla="*/ 72573 h 74999"/>
                <a:gd name="csX40" fmla="*/ 49559 w 68234"/>
                <a:gd name="csY40" fmla="*/ 66692 h 74999"/>
                <a:gd name="csX41" fmla="*/ 50809 w 68234"/>
                <a:gd name="csY41" fmla="*/ 62868 h 74999"/>
                <a:gd name="csX42" fmla="*/ 54779 w 68234"/>
                <a:gd name="csY42" fmla="*/ 61104 h 74999"/>
                <a:gd name="csX43" fmla="*/ 60073 w 68234"/>
                <a:gd name="csY43" fmla="*/ 63162 h 74999"/>
                <a:gd name="csX44" fmla="*/ 62941 w 68234"/>
                <a:gd name="csY44" fmla="*/ 68163 h 74999"/>
                <a:gd name="csX45" fmla="*/ 64853 w 68234"/>
                <a:gd name="csY45" fmla="*/ 60661 h 74999"/>
                <a:gd name="csX46" fmla="*/ 60588 w 68234"/>
                <a:gd name="csY46" fmla="*/ 51986 h 74999"/>
                <a:gd name="csX47" fmla="*/ 49191 w 68234"/>
                <a:gd name="csY47" fmla="*/ 46324 h 74999"/>
                <a:gd name="csX48" fmla="*/ 24412 w 68234"/>
                <a:gd name="csY48" fmla="*/ 40000 h 74999"/>
                <a:gd name="csX49" fmla="*/ 13382 w 68234"/>
                <a:gd name="csY49" fmla="*/ 38236 h 74999"/>
                <a:gd name="csX50" fmla="*/ 8162 w 68234"/>
                <a:gd name="csY50" fmla="*/ 39044 h 74999"/>
                <a:gd name="csX51" fmla="*/ 5074 w 68234"/>
                <a:gd name="csY51" fmla="*/ 41250 h 74999"/>
                <a:gd name="csX52" fmla="*/ 3677 w 68234"/>
                <a:gd name="csY52" fmla="*/ 43824 h 74999"/>
                <a:gd name="csX53" fmla="*/ 3309 w 68234"/>
                <a:gd name="csY53" fmla="*/ 46324 h 74999"/>
                <a:gd name="csX54" fmla="*/ 4191 w 68234"/>
                <a:gd name="csY54" fmla="*/ 51030 h 74999"/>
                <a:gd name="csX55" fmla="*/ 7132 w 68234"/>
                <a:gd name="csY55" fmla="*/ 56397 h 74999"/>
                <a:gd name="csX56" fmla="*/ 13235 w 68234"/>
                <a:gd name="csY56" fmla="*/ 61986 h 74999"/>
                <a:gd name="csX57" fmla="*/ 23015 w 68234"/>
                <a:gd name="csY57" fmla="*/ 66544 h 74999"/>
                <a:gd name="csX58" fmla="*/ 24706 w 68234"/>
                <a:gd name="csY58" fmla="*/ 68530 h 74999"/>
                <a:gd name="csX59" fmla="*/ 23162 w 68234"/>
                <a:gd name="csY59" fmla="*/ 70294 h 74999"/>
                <a:gd name="csX60" fmla="*/ 19338 w 68234"/>
                <a:gd name="csY60" fmla="*/ 69338 h 74999"/>
                <a:gd name="csX61" fmla="*/ 13382 w 68234"/>
                <a:gd name="csY61" fmla="*/ 66251 h 74999"/>
                <a:gd name="csX62" fmla="*/ 7132 w 68234"/>
                <a:gd name="csY62" fmla="*/ 61397 h 74999"/>
                <a:gd name="csX63" fmla="*/ 2059 w 68234"/>
                <a:gd name="csY63" fmla="*/ 54559 h 74999"/>
                <a:gd name="csX64" fmla="*/ 0 w 68234"/>
                <a:gd name="csY64" fmla="*/ 46029 h 74999"/>
                <a:gd name="csX65" fmla="*/ 441 w 68234"/>
                <a:gd name="csY65" fmla="*/ 42133 h 74999"/>
                <a:gd name="csX66" fmla="*/ 1912 w 68234"/>
                <a:gd name="csY66" fmla="*/ 37795 h 74999"/>
                <a:gd name="csX67" fmla="*/ 5441 w 68234"/>
                <a:gd name="csY67" fmla="*/ 33235 h 74999"/>
                <a:gd name="csX68" fmla="*/ 11397 w 68234"/>
                <a:gd name="csY68" fmla="*/ 29781 h 74999"/>
                <a:gd name="csX69" fmla="*/ 8088 w 68234"/>
                <a:gd name="csY69" fmla="*/ 27721 h 74999"/>
                <a:gd name="csX70" fmla="*/ 4485 w 68234"/>
                <a:gd name="csY70" fmla="*/ 24560 h 74999"/>
                <a:gd name="csX71" fmla="*/ 1250 w 68234"/>
                <a:gd name="csY71" fmla="*/ 19854 h 74999"/>
                <a:gd name="csX72" fmla="*/ 0 w 68234"/>
                <a:gd name="csY72" fmla="*/ 13971 h 74999"/>
                <a:gd name="csX73" fmla="*/ 809 w 68234"/>
                <a:gd name="csY73" fmla="*/ 8016 h 74999"/>
                <a:gd name="csX74" fmla="*/ 3971 w 68234"/>
                <a:gd name="csY74" fmla="*/ 2574 h 74999"/>
                <a:gd name="csX75" fmla="*/ 9926 w 68234"/>
                <a:gd name="csY75" fmla="*/ 0 h 749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8234" h="74999">
                  <a:moveTo>
                    <a:pt x="9926" y="0"/>
                  </a:moveTo>
                  <a:cubicBezTo>
                    <a:pt x="12672" y="0"/>
                    <a:pt x="14828" y="858"/>
                    <a:pt x="16397" y="2574"/>
                  </a:cubicBezTo>
                  <a:cubicBezTo>
                    <a:pt x="17917" y="4290"/>
                    <a:pt x="18676" y="6128"/>
                    <a:pt x="18676" y="8088"/>
                  </a:cubicBezTo>
                  <a:cubicBezTo>
                    <a:pt x="18676" y="9951"/>
                    <a:pt x="18137" y="11372"/>
                    <a:pt x="17059" y="12353"/>
                  </a:cubicBezTo>
                  <a:cubicBezTo>
                    <a:pt x="15980" y="13333"/>
                    <a:pt x="14755" y="13824"/>
                    <a:pt x="13382" y="13824"/>
                  </a:cubicBezTo>
                  <a:cubicBezTo>
                    <a:pt x="11520" y="13824"/>
                    <a:pt x="9779" y="13138"/>
                    <a:pt x="8162" y="11766"/>
                  </a:cubicBezTo>
                  <a:cubicBezTo>
                    <a:pt x="6544" y="10393"/>
                    <a:pt x="5564" y="8677"/>
                    <a:pt x="5221" y="6618"/>
                  </a:cubicBezTo>
                  <a:cubicBezTo>
                    <a:pt x="3946" y="8628"/>
                    <a:pt x="3309" y="11128"/>
                    <a:pt x="3309" y="14119"/>
                  </a:cubicBezTo>
                  <a:cubicBezTo>
                    <a:pt x="3309" y="16079"/>
                    <a:pt x="3824" y="17917"/>
                    <a:pt x="4853" y="19633"/>
                  </a:cubicBezTo>
                  <a:cubicBezTo>
                    <a:pt x="5882" y="21300"/>
                    <a:pt x="7059" y="22648"/>
                    <a:pt x="8382" y="23676"/>
                  </a:cubicBezTo>
                  <a:cubicBezTo>
                    <a:pt x="9706" y="24657"/>
                    <a:pt x="11324" y="25589"/>
                    <a:pt x="13235" y="26472"/>
                  </a:cubicBezTo>
                  <a:cubicBezTo>
                    <a:pt x="15098" y="27305"/>
                    <a:pt x="16593" y="27893"/>
                    <a:pt x="17721" y="28236"/>
                  </a:cubicBezTo>
                  <a:cubicBezTo>
                    <a:pt x="18799" y="28530"/>
                    <a:pt x="19926" y="28800"/>
                    <a:pt x="21103" y="29044"/>
                  </a:cubicBezTo>
                  <a:lnTo>
                    <a:pt x="41691" y="34191"/>
                  </a:lnTo>
                  <a:cubicBezTo>
                    <a:pt x="48211" y="35858"/>
                    <a:pt x="52622" y="36692"/>
                    <a:pt x="54926" y="36692"/>
                  </a:cubicBezTo>
                  <a:cubicBezTo>
                    <a:pt x="57769" y="36692"/>
                    <a:pt x="60147" y="36005"/>
                    <a:pt x="62058" y="34632"/>
                  </a:cubicBezTo>
                  <a:cubicBezTo>
                    <a:pt x="63921" y="33260"/>
                    <a:pt x="64853" y="31202"/>
                    <a:pt x="64853" y="28456"/>
                  </a:cubicBezTo>
                  <a:cubicBezTo>
                    <a:pt x="64853" y="27378"/>
                    <a:pt x="64706" y="26226"/>
                    <a:pt x="64411" y="25001"/>
                  </a:cubicBezTo>
                  <a:cubicBezTo>
                    <a:pt x="64068" y="23776"/>
                    <a:pt x="63456" y="22379"/>
                    <a:pt x="62573" y="20810"/>
                  </a:cubicBezTo>
                  <a:cubicBezTo>
                    <a:pt x="61642" y="19192"/>
                    <a:pt x="60490" y="17672"/>
                    <a:pt x="59117" y="16250"/>
                  </a:cubicBezTo>
                  <a:cubicBezTo>
                    <a:pt x="57696" y="14780"/>
                    <a:pt x="55784" y="13334"/>
                    <a:pt x="53382" y="11912"/>
                  </a:cubicBezTo>
                  <a:cubicBezTo>
                    <a:pt x="50980" y="10491"/>
                    <a:pt x="48235" y="9315"/>
                    <a:pt x="45147" y="8383"/>
                  </a:cubicBezTo>
                  <a:cubicBezTo>
                    <a:pt x="44068" y="8089"/>
                    <a:pt x="43529" y="7452"/>
                    <a:pt x="43529" y="6472"/>
                  </a:cubicBezTo>
                  <a:cubicBezTo>
                    <a:pt x="43529" y="5246"/>
                    <a:pt x="44019" y="4634"/>
                    <a:pt x="45000" y="4634"/>
                  </a:cubicBezTo>
                  <a:cubicBezTo>
                    <a:pt x="45833" y="4634"/>
                    <a:pt x="47132" y="4976"/>
                    <a:pt x="48897" y="5662"/>
                  </a:cubicBezTo>
                  <a:cubicBezTo>
                    <a:pt x="50613" y="6299"/>
                    <a:pt x="52598" y="7329"/>
                    <a:pt x="54853" y="8751"/>
                  </a:cubicBezTo>
                  <a:cubicBezTo>
                    <a:pt x="57059" y="10124"/>
                    <a:pt x="59166" y="11717"/>
                    <a:pt x="61176" y="13530"/>
                  </a:cubicBezTo>
                  <a:cubicBezTo>
                    <a:pt x="63137" y="15344"/>
                    <a:pt x="64804" y="17599"/>
                    <a:pt x="66176" y="20295"/>
                  </a:cubicBezTo>
                  <a:cubicBezTo>
                    <a:pt x="67549" y="22991"/>
                    <a:pt x="68235" y="25809"/>
                    <a:pt x="68235" y="28751"/>
                  </a:cubicBezTo>
                  <a:cubicBezTo>
                    <a:pt x="68235" y="32966"/>
                    <a:pt x="67107" y="36471"/>
                    <a:pt x="64853" y="39266"/>
                  </a:cubicBezTo>
                  <a:cubicBezTo>
                    <a:pt x="62598" y="42060"/>
                    <a:pt x="59902" y="43971"/>
                    <a:pt x="56764" y="45000"/>
                  </a:cubicBezTo>
                  <a:cubicBezTo>
                    <a:pt x="57206" y="45246"/>
                    <a:pt x="57720" y="45540"/>
                    <a:pt x="58308" y="45883"/>
                  </a:cubicBezTo>
                  <a:cubicBezTo>
                    <a:pt x="58897" y="46227"/>
                    <a:pt x="59853" y="46912"/>
                    <a:pt x="61176" y="47941"/>
                  </a:cubicBezTo>
                  <a:cubicBezTo>
                    <a:pt x="62451" y="48922"/>
                    <a:pt x="63578" y="49976"/>
                    <a:pt x="64559" y="51104"/>
                  </a:cubicBezTo>
                  <a:cubicBezTo>
                    <a:pt x="65490" y="52231"/>
                    <a:pt x="66323" y="53677"/>
                    <a:pt x="67058" y="55441"/>
                  </a:cubicBezTo>
                  <a:cubicBezTo>
                    <a:pt x="67843" y="57157"/>
                    <a:pt x="68235" y="58946"/>
                    <a:pt x="68235" y="60809"/>
                  </a:cubicBezTo>
                  <a:cubicBezTo>
                    <a:pt x="68235" y="63162"/>
                    <a:pt x="67892" y="65393"/>
                    <a:pt x="67206" y="67500"/>
                  </a:cubicBezTo>
                  <a:cubicBezTo>
                    <a:pt x="66519" y="69560"/>
                    <a:pt x="65392" y="71324"/>
                    <a:pt x="63823" y="72795"/>
                  </a:cubicBezTo>
                  <a:cubicBezTo>
                    <a:pt x="62255" y="74265"/>
                    <a:pt x="60392" y="75000"/>
                    <a:pt x="58235" y="75000"/>
                  </a:cubicBezTo>
                  <a:cubicBezTo>
                    <a:pt x="55833" y="75000"/>
                    <a:pt x="53799" y="74191"/>
                    <a:pt x="52132" y="72573"/>
                  </a:cubicBezTo>
                  <a:cubicBezTo>
                    <a:pt x="50416" y="70907"/>
                    <a:pt x="49559" y="68947"/>
                    <a:pt x="49559" y="66692"/>
                  </a:cubicBezTo>
                  <a:cubicBezTo>
                    <a:pt x="49559" y="65270"/>
                    <a:pt x="49975" y="63995"/>
                    <a:pt x="50809" y="62868"/>
                  </a:cubicBezTo>
                  <a:cubicBezTo>
                    <a:pt x="51642" y="61692"/>
                    <a:pt x="52965" y="61104"/>
                    <a:pt x="54779" y="61104"/>
                  </a:cubicBezTo>
                  <a:cubicBezTo>
                    <a:pt x="56789" y="61104"/>
                    <a:pt x="58554" y="61790"/>
                    <a:pt x="60073" y="63162"/>
                  </a:cubicBezTo>
                  <a:cubicBezTo>
                    <a:pt x="61593" y="64535"/>
                    <a:pt x="62549" y="66202"/>
                    <a:pt x="62941" y="68163"/>
                  </a:cubicBezTo>
                  <a:cubicBezTo>
                    <a:pt x="64215" y="66152"/>
                    <a:pt x="64853" y="63652"/>
                    <a:pt x="64853" y="60661"/>
                  </a:cubicBezTo>
                  <a:cubicBezTo>
                    <a:pt x="64853" y="57427"/>
                    <a:pt x="63431" y="54535"/>
                    <a:pt x="60588" y="51986"/>
                  </a:cubicBezTo>
                  <a:cubicBezTo>
                    <a:pt x="57745" y="49437"/>
                    <a:pt x="53946" y="47550"/>
                    <a:pt x="49191" y="46324"/>
                  </a:cubicBezTo>
                  <a:cubicBezTo>
                    <a:pt x="37769" y="43285"/>
                    <a:pt x="29510" y="41177"/>
                    <a:pt x="24412" y="40000"/>
                  </a:cubicBezTo>
                  <a:cubicBezTo>
                    <a:pt x="19265" y="38824"/>
                    <a:pt x="15588" y="38236"/>
                    <a:pt x="13382" y="38236"/>
                  </a:cubicBezTo>
                  <a:cubicBezTo>
                    <a:pt x="11323" y="38236"/>
                    <a:pt x="9583" y="38506"/>
                    <a:pt x="8162" y="39044"/>
                  </a:cubicBezTo>
                  <a:cubicBezTo>
                    <a:pt x="6740" y="39583"/>
                    <a:pt x="5711" y="40318"/>
                    <a:pt x="5074" y="41250"/>
                  </a:cubicBezTo>
                  <a:cubicBezTo>
                    <a:pt x="4387" y="42133"/>
                    <a:pt x="3922" y="42991"/>
                    <a:pt x="3677" y="43824"/>
                  </a:cubicBezTo>
                  <a:cubicBezTo>
                    <a:pt x="3431" y="44608"/>
                    <a:pt x="3309" y="45441"/>
                    <a:pt x="3309" y="46324"/>
                  </a:cubicBezTo>
                  <a:cubicBezTo>
                    <a:pt x="3309" y="47795"/>
                    <a:pt x="3603" y="49363"/>
                    <a:pt x="4191" y="51030"/>
                  </a:cubicBezTo>
                  <a:cubicBezTo>
                    <a:pt x="4779" y="52648"/>
                    <a:pt x="5760" y="54437"/>
                    <a:pt x="7132" y="56397"/>
                  </a:cubicBezTo>
                  <a:cubicBezTo>
                    <a:pt x="8456" y="58308"/>
                    <a:pt x="10490" y="60172"/>
                    <a:pt x="13235" y="61986"/>
                  </a:cubicBezTo>
                  <a:cubicBezTo>
                    <a:pt x="15980" y="63800"/>
                    <a:pt x="19240" y="65319"/>
                    <a:pt x="23015" y="66544"/>
                  </a:cubicBezTo>
                  <a:cubicBezTo>
                    <a:pt x="24142" y="66789"/>
                    <a:pt x="24706" y="67451"/>
                    <a:pt x="24706" y="68530"/>
                  </a:cubicBezTo>
                  <a:cubicBezTo>
                    <a:pt x="24657" y="69706"/>
                    <a:pt x="24142" y="70294"/>
                    <a:pt x="23162" y="70294"/>
                  </a:cubicBezTo>
                  <a:cubicBezTo>
                    <a:pt x="22328" y="70294"/>
                    <a:pt x="21054" y="69975"/>
                    <a:pt x="19338" y="69338"/>
                  </a:cubicBezTo>
                  <a:cubicBezTo>
                    <a:pt x="17573" y="68652"/>
                    <a:pt x="15588" y="67623"/>
                    <a:pt x="13382" y="66251"/>
                  </a:cubicBezTo>
                  <a:cubicBezTo>
                    <a:pt x="11176" y="64829"/>
                    <a:pt x="9093" y="63211"/>
                    <a:pt x="7132" y="61397"/>
                  </a:cubicBezTo>
                  <a:cubicBezTo>
                    <a:pt x="5123" y="59535"/>
                    <a:pt x="3431" y="57255"/>
                    <a:pt x="2059" y="54559"/>
                  </a:cubicBezTo>
                  <a:cubicBezTo>
                    <a:pt x="686" y="51814"/>
                    <a:pt x="0" y="48971"/>
                    <a:pt x="0" y="46029"/>
                  </a:cubicBezTo>
                  <a:cubicBezTo>
                    <a:pt x="0" y="44707"/>
                    <a:pt x="147" y="43408"/>
                    <a:pt x="441" y="42133"/>
                  </a:cubicBezTo>
                  <a:cubicBezTo>
                    <a:pt x="686" y="40810"/>
                    <a:pt x="1176" y="39364"/>
                    <a:pt x="1912" y="37795"/>
                  </a:cubicBezTo>
                  <a:cubicBezTo>
                    <a:pt x="2647" y="36177"/>
                    <a:pt x="3824" y="34657"/>
                    <a:pt x="5441" y="33235"/>
                  </a:cubicBezTo>
                  <a:cubicBezTo>
                    <a:pt x="7059" y="31814"/>
                    <a:pt x="9044" y="30663"/>
                    <a:pt x="11397" y="29781"/>
                  </a:cubicBezTo>
                  <a:cubicBezTo>
                    <a:pt x="10270" y="29191"/>
                    <a:pt x="9167" y="28505"/>
                    <a:pt x="8088" y="27721"/>
                  </a:cubicBezTo>
                  <a:cubicBezTo>
                    <a:pt x="7010" y="26888"/>
                    <a:pt x="5809" y="25834"/>
                    <a:pt x="4485" y="24560"/>
                  </a:cubicBezTo>
                  <a:cubicBezTo>
                    <a:pt x="3113" y="23236"/>
                    <a:pt x="2034" y="21668"/>
                    <a:pt x="1250" y="19854"/>
                  </a:cubicBezTo>
                  <a:cubicBezTo>
                    <a:pt x="417" y="17991"/>
                    <a:pt x="0" y="16030"/>
                    <a:pt x="0" y="13971"/>
                  </a:cubicBezTo>
                  <a:cubicBezTo>
                    <a:pt x="0" y="11961"/>
                    <a:pt x="270" y="9976"/>
                    <a:pt x="809" y="8016"/>
                  </a:cubicBezTo>
                  <a:cubicBezTo>
                    <a:pt x="1299" y="6055"/>
                    <a:pt x="2353" y="4241"/>
                    <a:pt x="3971" y="2574"/>
                  </a:cubicBezTo>
                  <a:cubicBezTo>
                    <a:pt x="5539" y="858"/>
                    <a:pt x="7525" y="0"/>
                    <a:pt x="9926" y="0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756B2ED-04A2-3684-AE68-08D55EBF2A00}"/>
                </a:ext>
              </a:extLst>
            </p:cNvPr>
            <p:cNvSpPr/>
            <p:nvPr/>
          </p:nvSpPr>
          <p:spPr>
            <a:xfrm>
              <a:off x="4908617" y="3111521"/>
              <a:ext cx="150588" cy="34925"/>
            </a:xfrm>
            <a:custGeom>
              <a:avLst/>
              <a:gdLst>
                <a:gd name="csX0" fmla="*/ 149117 w 150588"/>
                <a:gd name="csY0" fmla="*/ 34926 h 34925"/>
                <a:gd name="csX1" fmla="*/ 146543 w 150588"/>
                <a:gd name="csY1" fmla="*/ 33014 h 34925"/>
                <a:gd name="csX2" fmla="*/ 75294 w 150588"/>
                <a:gd name="csY2" fmla="*/ 8751 h 34925"/>
                <a:gd name="csX3" fmla="*/ 5000 w 150588"/>
                <a:gd name="csY3" fmla="*/ 32058 h 34925"/>
                <a:gd name="csX4" fmla="*/ 1471 w 150588"/>
                <a:gd name="csY4" fmla="*/ 34926 h 34925"/>
                <a:gd name="csX5" fmla="*/ 0 w 150588"/>
                <a:gd name="csY5" fmla="*/ 33457 h 34925"/>
                <a:gd name="csX6" fmla="*/ 3015 w 150588"/>
                <a:gd name="csY6" fmla="*/ 28823 h 34925"/>
                <a:gd name="csX7" fmla="*/ 12941 w 150588"/>
                <a:gd name="csY7" fmla="*/ 19633 h 34925"/>
                <a:gd name="csX8" fmla="*/ 28309 w 150588"/>
                <a:gd name="csY8" fmla="*/ 9926 h 34925"/>
                <a:gd name="csX9" fmla="*/ 75294 w 150588"/>
                <a:gd name="csY9" fmla="*/ 0 h 34925"/>
                <a:gd name="csX10" fmla="*/ 121249 w 150588"/>
                <a:gd name="csY10" fmla="*/ 9485 h 34925"/>
                <a:gd name="csX11" fmla="*/ 137058 w 150588"/>
                <a:gd name="csY11" fmla="*/ 19192 h 34925"/>
                <a:gd name="csX12" fmla="*/ 147425 w 150588"/>
                <a:gd name="csY12" fmla="*/ 28603 h 34925"/>
                <a:gd name="csX13" fmla="*/ 150588 w 150588"/>
                <a:gd name="csY13" fmla="*/ 33457 h 34925"/>
                <a:gd name="csX14" fmla="*/ 149117 w 150588"/>
                <a:gd name="csY14" fmla="*/ 34926 h 3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50588" h="34925">
                  <a:moveTo>
                    <a:pt x="149117" y="34926"/>
                  </a:moveTo>
                  <a:cubicBezTo>
                    <a:pt x="148627" y="34926"/>
                    <a:pt x="147768" y="34288"/>
                    <a:pt x="146543" y="33014"/>
                  </a:cubicBezTo>
                  <a:cubicBezTo>
                    <a:pt x="130073" y="16838"/>
                    <a:pt x="106323" y="8751"/>
                    <a:pt x="75294" y="8751"/>
                  </a:cubicBezTo>
                  <a:cubicBezTo>
                    <a:pt x="44166" y="8751"/>
                    <a:pt x="20735" y="16520"/>
                    <a:pt x="5000" y="32058"/>
                  </a:cubicBezTo>
                  <a:cubicBezTo>
                    <a:pt x="3186" y="33970"/>
                    <a:pt x="2010" y="34926"/>
                    <a:pt x="1471" y="34926"/>
                  </a:cubicBezTo>
                  <a:cubicBezTo>
                    <a:pt x="490" y="34926"/>
                    <a:pt x="0" y="34436"/>
                    <a:pt x="0" y="33457"/>
                  </a:cubicBezTo>
                  <a:cubicBezTo>
                    <a:pt x="0" y="32770"/>
                    <a:pt x="1005" y="31226"/>
                    <a:pt x="3015" y="28823"/>
                  </a:cubicBezTo>
                  <a:cubicBezTo>
                    <a:pt x="5025" y="26372"/>
                    <a:pt x="8333" y="23309"/>
                    <a:pt x="12941" y="19633"/>
                  </a:cubicBezTo>
                  <a:cubicBezTo>
                    <a:pt x="17549" y="15907"/>
                    <a:pt x="22671" y="12671"/>
                    <a:pt x="28309" y="9926"/>
                  </a:cubicBezTo>
                  <a:cubicBezTo>
                    <a:pt x="41985" y="3309"/>
                    <a:pt x="57647" y="0"/>
                    <a:pt x="75294" y="0"/>
                  </a:cubicBezTo>
                  <a:cubicBezTo>
                    <a:pt x="92254" y="0"/>
                    <a:pt x="107573" y="3162"/>
                    <a:pt x="121249" y="9485"/>
                  </a:cubicBezTo>
                  <a:cubicBezTo>
                    <a:pt x="126985" y="12182"/>
                    <a:pt x="132254" y="15417"/>
                    <a:pt x="137058" y="19192"/>
                  </a:cubicBezTo>
                  <a:cubicBezTo>
                    <a:pt x="141862" y="22966"/>
                    <a:pt x="145318" y="26103"/>
                    <a:pt x="147425" y="28603"/>
                  </a:cubicBezTo>
                  <a:cubicBezTo>
                    <a:pt x="149534" y="31103"/>
                    <a:pt x="150588" y="32721"/>
                    <a:pt x="150588" y="33457"/>
                  </a:cubicBezTo>
                  <a:cubicBezTo>
                    <a:pt x="150588" y="34436"/>
                    <a:pt x="150098" y="34926"/>
                    <a:pt x="149117" y="34926"/>
                  </a:cubicBezTo>
                  <a:close/>
                </a:path>
              </a:pathLst>
            </a:custGeom>
            <a:solidFill>
              <a:srgbClr val="000000"/>
            </a:solidFill>
            <a:ln w="1568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0" name="Freeform 169">
            <a:extLst>
              <a:ext uri="{FF2B5EF4-FFF2-40B4-BE49-F238E27FC236}">
                <a16:creationId xmlns:a16="http://schemas.microsoft.com/office/drawing/2014/main" id="{C5F351CE-6D4C-9D2D-5FEE-415CF3DFD6B7}"/>
              </a:ext>
            </a:extLst>
          </p:cNvPr>
          <p:cNvSpPr/>
          <p:nvPr/>
        </p:nvSpPr>
        <p:spPr>
          <a:xfrm>
            <a:off x="5420701" y="2705696"/>
            <a:ext cx="3072687" cy="1816634"/>
          </a:xfrm>
          <a:custGeom>
            <a:avLst/>
            <a:gdLst>
              <a:gd name="csX0" fmla="*/ 0 w 3072687"/>
              <a:gd name="csY0" fmla="*/ 1816635 h 1816634"/>
              <a:gd name="csX1" fmla="*/ 10276 w 3072687"/>
              <a:gd name="csY1" fmla="*/ 1814468 h 1816634"/>
              <a:gd name="csX2" fmla="*/ 20553 w 3072687"/>
              <a:gd name="csY2" fmla="*/ 1812287 h 1816634"/>
              <a:gd name="csX3" fmla="*/ 30829 w 3072687"/>
              <a:gd name="csY3" fmla="*/ 1810121 h 1816634"/>
              <a:gd name="csX4" fmla="*/ 41105 w 3072687"/>
              <a:gd name="csY4" fmla="*/ 1807954 h 1816634"/>
              <a:gd name="csX5" fmla="*/ 51383 w 3072687"/>
              <a:gd name="csY5" fmla="*/ 1805788 h 1816634"/>
              <a:gd name="csX6" fmla="*/ 61660 w 3072687"/>
              <a:gd name="csY6" fmla="*/ 1803607 h 1816634"/>
              <a:gd name="csX7" fmla="*/ 71936 w 3072687"/>
              <a:gd name="csY7" fmla="*/ 1801441 h 1816634"/>
              <a:gd name="csX8" fmla="*/ 82212 w 3072687"/>
              <a:gd name="csY8" fmla="*/ 1799275 h 1816634"/>
              <a:gd name="csX9" fmla="*/ 92489 w 3072687"/>
              <a:gd name="csY9" fmla="*/ 1797108 h 1816634"/>
              <a:gd name="csX10" fmla="*/ 102765 w 3072687"/>
              <a:gd name="csY10" fmla="*/ 1794927 h 1816634"/>
              <a:gd name="csX11" fmla="*/ 113041 w 3072687"/>
              <a:gd name="csY11" fmla="*/ 1792761 h 1816634"/>
              <a:gd name="csX12" fmla="*/ 123318 w 3072687"/>
              <a:gd name="csY12" fmla="*/ 1790594 h 1816634"/>
              <a:gd name="csX13" fmla="*/ 133596 w 3072687"/>
              <a:gd name="csY13" fmla="*/ 1788428 h 1816634"/>
              <a:gd name="csX14" fmla="*/ 143872 w 3072687"/>
              <a:gd name="csY14" fmla="*/ 1786262 h 1816634"/>
              <a:gd name="csX15" fmla="*/ 154148 w 3072687"/>
              <a:gd name="csY15" fmla="*/ 1784080 h 1816634"/>
              <a:gd name="csX16" fmla="*/ 164425 w 3072687"/>
              <a:gd name="csY16" fmla="*/ 1781914 h 1816634"/>
              <a:gd name="csX17" fmla="*/ 174701 w 3072687"/>
              <a:gd name="csY17" fmla="*/ 1779748 h 1816634"/>
              <a:gd name="csX18" fmla="*/ 184977 w 3072687"/>
              <a:gd name="csY18" fmla="*/ 1777582 h 1816634"/>
              <a:gd name="csX19" fmla="*/ 195254 w 3072687"/>
              <a:gd name="csY19" fmla="*/ 1775400 h 1816634"/>
              <a:gd name="csX20" fmla="*/ 205530 w 3072687"/>
              <a:gd name="csY20" fmla="*/ 1773234 h 1816634"/>
              <a:gd name="csX21" fmla="*/ 215808 w 3072687"/>
              <a:gd name="csY21" fmla="*/ 1771068 h 1816634"/>
              <a:gd name="csX22" fmla="*/ 226084 w 3072687"/>
              <a:gd name="csY22" fmla="*/ 1768902 h 1816634"/>
              <a:gd name="csX23" fmla="*/ 236361 w 3072687"/>
              <a:gd name="csY23" fmla="*/ 1766721 h 1816634"/>
              <a:gd name="csX24" fmla="*/ 246637 w 3072687"/>
              <a:gd name="csY24" fmla="*/ 1764554 h 1816634"/>
              <a:gd name="csX25" fmla="*/ 256913 w 3072687"/>
              <a:gd name="csY25" fmla="*/ 1762388 h 1816634"/>
              <a:gd name="csX26" fmla="*/ 267190 w 3072687"/>
              <a:gd name="csY26" fmla="*/ 1760222 h 1816634"/>
              <a:gd name="csX27" fmla="*/ 277466 w 3072687"/>
              <a:gd name="csY27" fmla="*/ 1758040 h 1816634"/>
              <a:gd name="csX28" fmla="*/ 287742 w 3072687"/>
              <a:gd name="csY28" fmla="*/ 1755874 h 1816634"/>
              <a:gd name="csX29" fmla="*/ 298020 w 3072687"/>
              <a:gd name="csY29" fmla="*/ 1753708 h 1816634"/>
              <a:gd name="csX30" fmla="*/ 308297 w 3072687"/>
              <a:gd name="csY30" fmla="*/ 1751542 h 1816634"/>
              <a:gd name="csX31" fmla="*/ 318573 w 3072687"/>
              <a:gd name="csY31" fmla="*/ 1749360 h 1816634"/>
              <a:gd name="csX32" fmla="*/ 328849 w 3072687"/>
              <a:gd name="csY32" fmla="*/ 1747194 h 1816634"/>
              <a:gd name="csX33" fmla="*/ 339126 w 3072687"/>
              <a:gd name="csY33" fmla="*/ 1745028 h 1816634"/>
              <a:gd name="csX34" fmla="*/ 349402 w 3072687"/>
              <a:gd name="csY34" fmla="*/ 1742862 h 1816634"/>
              <a:gd name="csX35" fmla="*/ 359678 w 3072687"/>
              <a:gd name="csY35" fmla="*/ 1740680 h 1816634"/>
              <a:gd name="csX36" fmla="*/ 369955 w 3072687"/>
              <a:gd name="csY36" fmla="*/ 1738514 h 1816634"/>
              <a:gd name="csX37" fmla="*/ 380232 w 3072687"/>
              <a:gd name="csY37" fmla="*/ 1736348 h 1816634"/>
              <a:gd name="csX38" fmla="*/ 390509 w 3072687"/>
              <a:gd name="csY38" fmla="*/ 1734182 h 1816634"/>
              <a:gd name="csX39" fmla="*/ 400785 w 3072687"/>
              <a:gd name="csY39" fmla="*/ 1732000 h 1816634"/>
              <a:gd name="csX40" fmla="*/ 411061 w 3072687"/>
              <a:gd name="csY40" fmla="*/ 1729834 h 1816634"/>
              <a:gd name="csX41" fmla="*/ 421338 w 3072687"/>
              <a:gd name="csY41" fmla="*/ 1727668 h 1816634"/>
              <a:gd name="csX42" fmla="*/ 431614 w 3072687"/>
              <a:gd name="csY42" fmla="*/ 1725502 h 1816634"/>
              <a:gd name="csX43" fmla="*/ 441890 w 3072687"/>
              <a:gd name="csY43" fmla="*/ 1723320 h 1816634"/>
              <a:gd name="csX44" fmla="*/ 452167 w 3072687"/>
              <a:gd name="csY44" fmla="*/ 1721154 h 1816634"/>
              <a:gd name="csX45" fmla="*/ 462445 w 3072687"/>
              <a:gd name="csY45" fmla="*/ 1718988 h 1816634"/>
              <a:gd name="csX46" fmla="*/ 472721 w 3072687"/>
              <a:gd name="csY46" fmla="*/ 1716822 h 1816634"/>
              <a:gd name="csX47" fmla="*/ 482997 w 3072687"/>
              <a:gd name="csY47" fmla="*/ 1714656 h 1816634"/>
              <a:gd name="csX48" fmla="*/ 493274 w 3072687"/>
              <a:gd name="csY48" fmla="*/ 1712474 h 1816634"/>
              <a:gd name="csX49" fmla="*/ 503550 w 3072687"/>
              <a:gd name="csY49" fmla="*/ 1710308 h 1816634"/>
              <a:gd name="csX50" fmla="*/ 513826 w 3072687"/>
              <a:gd name="csY50" fmla="*/ 1708142 h 1816634"/>
              <a:gd name="csX51" fmla="*/ 524103 w 3072687"/>
              <a:gd name="csY51" fmla="*/ 1705976 h 1816634"/>
              <a:gd name="csX52" fmla="*/ 534379 w 3072687"/>
              <a:gd name="csY52" fmla="*/ 1703794 h 1816634"/>
              <a:gd name="csX53" fmla="*/ 544657 w 3072687"/>
              <a:gd name="csY53" fmla="*/ 1701628 h 1816634"/>
              <a:gd name="csX54" fmla="*/ 554933 w 3072687"/>
              <a:gd name="csY54" fmla="*/ 1699462 h 1816634"/>
              <a:gd name="csX55" fmla="*/ 565210 w 3072687"/>
              <a:gd name="csY55" fmla="*/ 1697296 h 1816634"/>
              <a:gd name="csX56" fmla="*/ 575486 w 3072687"/>
              <a:gd name="csY56" fmla="*/ 1695114 h 1816634"/>
              <a:gd name="csX57" fmla="*/ 585762 w 3072687"/>
              <a:gd name="csY57" fmla="*/ 1692948 h 1816634"/>
              <a:gd name="csX58" fmla="*/ 596039 w 3072687"/>
              <a:gd name="csY58" fmla="*/ 1690782 h 1816634"/>
              <a:gd name="csX59" fmla="*/ 606315 w 3072687"/>
              <a:gd name="csY59" fmla="*/ 1688616 h 1816634"/>
              <a:gd name="csX60" fmla="*/ 616591 w 3072687"/>
              <a:gd name="csY60" fmla="*/ 1686434 h 1816634"/>
              <a:gd name="csX61" fmla="*/ 626869 w 3072687"/>
              <a:gd name="csY61" fmla="*/ 1684268 h 1816634"/>
              <a:gd name="csX62" fmla="*/ 637146 w 3072687"/>
              <a:gd name="csY62" fmla="*/ 1682102 h 1816634"/>
              <a:gd name="csX63" fmla="*/ 647422 w 3072687"/>
              <a:gd name="csY63" fmla="*/ 1679936 h 1816634"/>
              <a:gd name="csX64" fmla="*/ 657698 w 3072687"/>
              <a:gd name="csY64" fmla="*/ 1677754 h 1816634"/>
              <a:gd name="csX65" fmla="*/ 667975 w 3072687"/>
              <a:gd name="csY65" fmla="*/ 1675588 h 1816634"/>
              <a:gd name="csX66" fmla="*/ 678251 w 3072687"/>
              <a:gd name="csY66" fmla="*/ 1673422 h 1816634"/>
              <a:gd name="csX67" fmla="*/ 688527 w 3072687"/>
              <a:gd name="csY67" fmla="*/ 1671256 h 1816634"/>
              <a:gd name="csX68" fmla="*/ 698804 w 3072687"/>
              <a:gd name="csY68" fmla="*/ 1669074 h 1816634"/>
              <a:gd name="csX69" fmla="*/ 709082 w 3072687"/>
              <a:gd name="csY69" fmla="*/ 1666908 h 1816634"/>
              <a:gd name="csX70" fmla="*/ 719358 w 3072687"/>
              <a:gd name="csY70" fmla="*/ 1664742 h 1816634"/>
              <a:gd name="csX71" fmla="*/ 729634 w 3072687"/>
              <a:gd name="csY71" fmla="*/ 1662576 h 1816634"/>
              <a:gd name="csX72" fmla="*/ 739911 w 3072687"/>
              <a:gd name="csY72" fmla="*/ 1660394 h 1816634"/>
              <a:gd name="csX73" fmla="*/ 750187 w 3072687"/>
              <a:gd name="csY73" fmla="*/ 1658228 h 1816634"/>
              <a:gd name="csX74" fmla="*/ 760463 w 3072687"/>
              <a:gd name="csY74" fmla="*/ 1656062 h 1816634"/>
              <a:gd name="csX75" fmla="*/ 770740 w 3072687"/>
              <a:gd name="csY75" fmla="*/ 1653896 h 1816634"/>
              <a:gd name="csX76" fmla="*/ 781016 w 3072687"/>
              <a:gd name="csY76" fmla="*/ 1651714 h 1816634"/>
              <a:gd name="csX77" fmla="*/ 791294 w 3072687"/>
              <a:gd name="csY77" fmla="*/ 1649548 h 1816634"/>
              <a:gd name="csX78" fmla="*/ 801570 w 3072687"/>
              <a:gd name="csY78" fmla="*/ 1647382 h 1816634"/>
              <a:gd name="csX79" fmla="*/ 811847 w 3072687"/>
              <a:gd name="csY79" fmla="*/ 1645216 h 1816634"/>
              <a:gd name="csX80" fmla="*/ 822123 w 3072687"/>
              <a:gd name="csY80" fmla="*/ 1643034 h 1816634"/>
              <a:gd name="csX81" fmla="*/ 832399 w 3072687"/>
              <a:gd name="csY81" fmla="*/ 1640868 h 1816634"/>
              <a:gd name="csX82" fmla="*/ 842676 w 3072687"/>
              <a:gd name="csY82" fmla="*/ 1638702 h 1816634"/>
              <a:gd name="csX83" fmla="*/ 852952 w 3072687"/>
              <a:gd name="csY83" fmla="*/ 1636536 h 1816634"/>
              <a:gd name="csX84" fmla="*/ 863228 w 3072687"/>
              <a:gd name="csY84" fmla="*/ 1634370 h 1816634"/>
              <a:gd name="csX85" fmla="*/ 873506 w 3072687"/>
              <a:gd name="csY85" fmla="*/ 1632188 h 1816634"/>
              <a:gd name="csX86" fmla="*/ 883783 w 3072687"/>
              <a:gd name="csY86" fmla="*/ 1630022 h 1816634"/>
              <a:gd name="csX87" fmla="*/ 894059 w 3072687"/>
              <a:gd name="csY87" fmla="*/ 1627856 h 1816634"/>
              <a:gd name="csX88" fmla="*/ 904335 w 3072687"/>
              <a:gd name="csY88" fmla="*/ 1625690 h 1816634"/>
              <a:gd name="csX89" fmla="*/ 914612 w 3072687"/>
              <a:gd name="csY89" fmla="*/ 1623508 h 1816634"/>
              <a:gd name="csX90" fmla="*/ 924888 w 3072687"/>
              <a:gd name="csY90" fmla="*/ 1621342 h 1816634"/>
              <a:gd name="csX91" fmla="*/ 935164 w 3072687"/>
              <a:gd name="csY91" fmla="*/ 1619176 h 1816634"/>
              <a:gd name="csX92" fmla="*/ 945441 w 3072687"/>
              <a:gd name="csY92" fmla="*/ 1617010 h 1816634"/>
              <a:gd name="csX93" fmla="*/ 955719 w 3072687"/>
              <a:gd name="csY93" fmla="*/ 1614828 h 1816634"/>
              <a:gd name="csX94" fmla="*/ 965995 w 3072687"/>
              <a:gd name="csY94" fmla="*/ 1612662 h 1816634"/>
              <a:gd name="csX95" fmla="*/ 976271 w 3072687"/>
              <a:gd name="csY95" fmla="*/ 1610496 h 1816634"/>
              <a:gd name="csX96" fmla="*/ 986548 w 3072687"/>
              <a:gd name="csY96" fmla="*/ 1608330 h 1816634"/>
              <a:gd name="csX97" fmla="*/ 996824 w 3072687"/>
              <a:gd name="csY97" fmla="*/ 1606148 h 1816634"/>
              <a:gd name="csX98" fmla="*/ 1007100 w 3072687"/>
              <a:gd name="csY98" fmla="*/ 1603982 h 1816634"/>
              <a:gd name="csX99" fmla="*/ 1017377 w 3072687"/>
              <a:gd name="csY99" fmla="*/ 1601816 h 1816634"/>
              <a:gd name="csX100" fmla="*/ 1027653 w 3072687"/>
              <a:gd name="csY100" fmla="*/ 1599649 h 1816634"/>
              <a:gd name="csX101" fmla="*/ 1037931 w 3072687"/>
              <a:gd name="csY101" fmla="*/ 1597468 h 1816634"/>
              <a:gd name="csX102" fmla="*/ 1048199 w 3072687"/>
              <a:gd name="csY102" fmla="*/ 1595302 h 1816634"/>
              <a:gd name="csX103" fmla="*/ 1058480 w 3072687"/>
              <a:gd name="csY103" fmla="*/ 1593135 h 1816634"/>
              <a:gd name="csX104" fmla="*/ 1068761 w 3072687"/>
              <a:gd name="csY104" fmla="*/ 1590969 h 1816634"/>
              <a:gd name="csX105" fmla="*/ 1079043 w 3072687"/>
              <a:gd name="csY105" fmla="*/ 1588788 h 1816634"/>
              <a:gd name="csX106" fmla="*/ 1089308 w 3072687"/>
              <a:gd name="csY106" fmla="*/ 1586622 h 1816634"/>
              <a:gd name="csX107" fmla="*/ 1099589 w 3072687"/>
              <a:gd name="csY107" fmla="*/ 1584456 h 1816634"/>
              <a:gd name="csX108" fmla="*/ 1109870 w 3072687"/>
              <a:gd name="csY108" fmla="*/ 1582290 h 1816634"/>
              <a:gd name="csX109" fmla="*/ 1120135 w 3072687"/>
              <a:gd name="csY109" fmla="*/ 1580108 h 1816634"/>
              <a:gd name="csX110" fmla="*/ 1130416 w 3072687"/>
              <a:gd name="csY110" fmla="*/ 1577942 h 1816634"/>
              <a:gd name="csX111" fmla="*/ 1140697 w 3072687"/>
              <a:gd name="csY111" fmla="*/ 1575776 h 1816634"/>
              <a:gd name="csX112" fmla="*/ 1150978 w 3072687"/>
              <a:gd name="csY112" fmla="*/ 1573609 h 1816634"/>
              <a:gd name="csX113" fmla="*/ 1161244 w 3072687"/>
              <a:gd name="csY113" fmla="*/ 1571428 h 1816634"/>
              <a:gd name="csX114" fmla="*/ 1171525 w 3072687"/>
              <a:gd name="csY114" fmla="*/ 1569262 h 1816634"/>
              <a:gd name="csX115" fmla="*/ 1181806 w 3072687"/>
              <a:gd name="csY115" fmla="*/ 1567095 h 1816634"/>
              <a:gd name="csX116" fmla="*/ 1192071 w 3072687"/>
              <a:gd name="csY116" fmla="*/ 1564929 h 1816634"/>
              <a:gd name="csX117" fmla="*/ 1202352 w 3072687"/>
              <a:gd name="csY117" fmla="*/ 1562763 h 1816634"/>
              <a:gd name="csX118" fmla="*/ 1212633 w 3072687"/>
              <a:gd name="csY118" fmla="*/ 1560581 h 1816634"/>
              <a:gd name="csX119" fmla="*/ 1222914 w 3072687"/>
              <a:gd name="csY119" fmla="*/ 1558415 h 1816634"/>
              <a:gd name="csX120" fmla="*/ 1233180 w 3072687"/>
              <a:gd name="csY120" fmla="*/ 1556249 h 1816634"/>
              <a:gd name="csX121" fmla="*/ 1243461 w 3072687"/>
              <a:gd name="csY121" fmla="*/ 1554083 h 1816634"/>
              <a:gd name="csX122" fmla="*/ 1253742 w 3072687"/>
              <a:gd name="csY122" fmla="*/ 1551901 h 1816634"/>
              <a:gd name="csX123" fmla="*/ 1264007 w 3072687"/>
              <a:gd name="csY123" fmla="*/ 1549735 h 1816634"/>
              <a:gd name="csX124" fmla="*/ 1274288 w 3072687"/>
              <a:gd name="csY124" fmla="*/ 1547569 h 1816634"/>
              <a:gd name="csX125" fmla="*/ 1284569 w 3072687"/>
              <a:gd name="csY125" fmla="*/ 1545403 h 1816634"/>
              <a:gd name="csX126" fmla="*/ 1294850 w 3072687"/>
              <a:gd name="csY126" fmla="*/ 1543222 h 1816634"/>
              <a:gd name="csX127" fmla="*/ 1305116 w 3072687"/>
              <a:gd name="csY127" fmla="*/ 1541055 h 1816634"/>
              <a:gd name="csX128" fmla="*/ 1315397 w 3072687"/>
              <a:gd name="csY128" fmla="*/ 1538889 h 1816634"/>
              <a:gd name="csX129" fmla="*/ 1325678 w 3072687"/>
              <a:gd name="csY129" fmla="*/ 1536723 h 1816634"/>
              <a:gd name="csX130" fmla="*/ 1335943 w 3072687"/>
              <a:gd name="csY130" fmla="*/ 1534541 h 1816634"/>
              <a:gd name="csX131" fmla="*/ 1346224 w 3072687"/>
              <a:gd name="csY131" fmla="*/ 1532375 h 1816634"/>
              <a:gd name="csX132" fmla="*/ 1356505 w 3072687"/>
              <a:gd name="csY132" fmla="*/ 1530209 h 1816634"/>
              <a:gd name="csX133" fmla="*/ 1366786 w 3072687"/>
              <a:gd name="csY133" fmla="*/ 1528043 h 1816634"/>
              <a:gd name="csX134" fmla="*/ 1377052 w 3072687"/>
              <a:gd name="csY134" fmla="*/ 1525861 h 1816634"/>
              <a:gd name="csX135" fmla="*/ 1387333 w 3072687"/>
              <a:gd name="csY135" fmla="*/ 1523695 h 1816634"/>
              <a:gd name="csX136" fmla="*/ 1397614 w 3072687"/>
              <a:gd name="csY136" fmla="*/ 1521529 h 1816634"/>
              <a:gd name="csX137" fmla="*/ 1407879 w 3072687"/>
              <a:gd name="csY137" fmla="*/ 1519363 h 1816634"/>
              <a:gd name="csX138" fmla="*/ 1418160 w 3072687"/>
              <a:gd name="csY138" fmla="*/ 1517181 h 1816634"/>
              <a:gd name="csX139" fmla="*/ 1428441 w 3072687"/>
              <a:gd name="csY139" fmla="*/ 1515015 h 1816634"/>
              <a:gd name="csX140" fmla="*/ 1438722 w 3072687"/>
              <a:gd name="csY140" fmla="*/ 1512849 h 1816634"/>
              <a:gd name="csX141" fmla="*/ 1448988 w 3072687"/>
              <a:gd name="csY141" fmla="*/ 1510683 h 1816634"/>
              <a:gd name="csX142" fmla="*/ 1459269 w 3072687"/>
              <a:gd name="csY142" fmla="*/ 1508501 h 1816634"/>
              <a:gd name="csX143" fmla="*/ 1469550 w 3072687"/>
              <a:gd name="csY143" fmla="*/ 1506335 h 1816634"/>
              <a:gd name="csX144" fmla="*/ 1479815 w 3072687"/>
              <a:gd name="csY144" fmla="*/ 1504169 h 1816634"/>
              <a:gd name="csX145" fmla="*/ 1490096 w 3072687"/>
              <a:gd name="csY145" fmla="*/ 1502003 h 1816634"/>
              <a:gd name="csX146" fmla="*/ 1500377 w 3072687"/>
              <a:gd name="csY146" fmla="*/ 1499821 h 1816634"/>
              <a:gd name="csX147" fmla="*/ 1510658 w 3072687"/>
              <a:gd name="csY147" fmla="*/ 1497655 h 1816634"/>
              <a:gd name="csX148" fmla="*/ 1520924 w 3072687"/>
              <a:gd name="csY148" fmla="*/ 1495489 h 1816634"/>
              <a:gd name="csX149" fmla="*/ 1531205 w 3072687"/>
              <a:gd name="csY149" fmla="*/ 1493323 h 1816634"/>
              <a:gd name="csX150" fmla="*/ 1541486 w 3072687"/>
              <a:gd name="csY150" fmla="*/ 1491157 h 1816634"/>
              <a:gd name="csX151" fmla="*/ 1551751 w 3072687"/>
              <a:gd name="csY151" fmla="*/ 1488975 h 1816634"/>
              <a:gd name="csX152" fmla="*/ 1562032 w 3072687"/>
              <a:gd name="csY152" fmla="*/ 1486809 h 1816634"/>
              <a:gd name="csX153" fmla="*/ 1572313 w 3072687"/>
              <a:gd name="csY153" fmla="*/ 1484643 h 1816634"/>
              <a:gd name="csX154" fmla="*/ 1582594 w 3072687"/>
              <a:gd name="csY154" fmla="*/ 1482477 h 1816634"/>
              <a:gd name="csX155" fmla="*/ 1592860 w 3072687"/>
              <a:gd name="csY155" fmla="*/ 1480295 h 1816634"/>
              <a:gd name="csX156" fmla="*/ 1603141 w 3072687"/>
              <a:gd name="csY156" fmla="*/ 1478129 h 1816634"/>
              <a:gd name="csX157" fmla="*/ 1613422 w 3072687"/>
              <a:gd name="csY157" fmla="*/ 1475963 h 1816634"/>
              <a:gd name="csX158" fmla="*/ 1623687 w 3072687"/>
              <a:gd name="csY158" fmla="*/ 1473797 h 1816634"/>
              <a:gd name="csX159" fmla="*/ 1633968 w 3072687"/>
              <a:gd name="csY159" fmla="*/ 1471615 h 1816634"/>
              <a:gd name="csX160" fmla="*/ 1644249 w 3072687"/>
              <a:gd name="csY160" fmla="*/ 1469449 h 1816634"/>
              <a:gd name="csX161" fmla="*/ 1654530 w 3072687"/>
              <a:gd name="csY161" fmla="*/ 1467283 h 1816634"/>
              <a:gd name="csX162" fmla="*/ 1664795 w 3072687"/>
              <a:gd name="csY162" fmla="*/ 1465117 h 1816634"/>
              <a:gd name="csX163" fmla="*/ 1675077 w 3072687"/>
              <a:gd name="csY163" fmla="*/ 1462935 h 1816634"/>
              <a:gd name="csX164" fmla="*/ 1685358 w 3072687"/>
              <a:gd name="csY164" fmla="*/ 1460769 h 1816634"/>
              <a:gd name="csX165" fmla="*/ 1695623 w 3072687"/>
              <a:gd name="csY165" fmla="*/ 1458603 h 1816634"/>
              <a:gd name="csX166" fmla="*/ 1705904 w 3072687"/>
              <a:gd name="csY166" fmla="*/ 1456437 h 1816634"/>
              <a:gd name="csX167" fmla="*/ 1716185 w 3072687"/>
              <a:gd name="csY167" fmla="*/ 1454255 h 1816634"/>
              <a:gd name="csX168" fmla="*/ 1726450 w 3072687"/>
              <a:gd name="csY168" fmla="*/ 1452089 h 1816634"/>
              <a:gd name="csX169" fmla="*/ 1736731 w 3072687"/>
              <a:gd name="csY169" fmla="*/ 1449923 h 1816634"/>
              <a:gd name="csX170" fmla="*/ 1747012 w 3072687"/>
              <a:gd name="csY170" fmla="*/ 1447757 h 1816634"/>
              <a:gd name="csX171" fmla="*/ 1757294 w 3072687"/>
              <a:gd name="csY171" fmla="*/ 1445575 h 1816634"/>
              <a:gd name="csX172" fmla="*/ 1767559 w 3072687"/>
              <a:gd name="csY172" fmla="*/ 1443409 h 1816634"/>
              <a:gd name="csX173" fmla="*/ 1777840 w 3072687"/>
              <a:gd name="csY173" fmla="*/ 1441243 h 1816634"/>
              <a:gd name="csX174" fmla="*/ 1788121 w 3072687"/>
              <a:gd name="csY174" fmla="*/ 1439077 h 1816634"/>
              <a:gd name="csX175" fmla="*/ 1798386 w 3072687"/>
              <a:gd name="csY175" fmla="*/ 1436895 h 1816634"/>
              <a:gd name="csX176" fmla="*/ 1808667 w 3072687"/>
              <a:gd name="csY176" fmla="*/ 1434729 h 1816634"/>
              <a:gd name="csX177" fmla="*/ 1818948 w 3072687"/>
              <a:gd name="csY177" fmla="*/ 1432563 h 1816634"/>
              <a:gd name="csX178" fmla="*/ 1829229 w 3072687"/>
              <a:gd name="csY178" fmla="*/ 1430397 h 1816634"/>
              <a:gd name="csX179" fmla="*/ 1839495 w 3072687"/>
              <a:gd name="csY179" fmla="*/ 1428215 h 1816634"/>
              <a:gd name="csX180" fmla="*/ 1849776 w 3072687"/>
              <a:gd name="csY180" fmla="*/ 1426049 h 1816634"/>
              <a:gd name="csX181" fmla="*/ 1860057 w 3072687"/>
              <a:gd name="csY181" fmla="*/ 1423883 h 1816634"/>
              <a:gd name="csX182" fmla="*/ 1870322 w 3072687"/>
              <a:gd name="csY182" fmla="*/ 1421717 h 1816634"/>
              <a:gd name="csX183" fmla="*/ 1880603 w 3072687"/>
              <a:gd name="csY183" fmla="*/ 1419551 h 1816634"/>
              <a:gd name="csX184" fmla="*/ 1890884 w 3072687"/>
              <a:gd name="csY184" fmla="*/ 1417369 h 1816634"/>
              <a:gd name="csX185" fmla="*/ 1901165 w 3072687"/>
              <a:gd name="csY185" fmla="*/ 1415203 h 1816634"/>
              <a:gd name="csX186" fmla="*/ 1911431 w 3072687"/>
              <a:gd name="csY186" fmla="*/ 1413037 h 1816634"/>
              <a:gd name="csX187" fmla="*/ 1921712 w 3072687"/>
              <a:gd name="csY187" fmla="*/ 1410871 h 1816634"/>
              <a:gd name="csX188" fmla="*/ 1931993 w 3072687"/>
              <a:gd name="csY188" fmla="*/ 1408689 h 1816634"/>
              <a:gd name="csX189" fmla="*/ 1942258 w 3072687"/>
              <a:gd name="csY189" fmla="*/ 1406523 h 1816634"/>
              <a:gd name="csX190" fmla="*/ 1952539 w 3072687"/>
              <a:gd name="csY190" fmla="*/ 1404357 h 1816634"/>
              <a:gd name="csX191" fmla="*/ 1962820 w 3072687"/>
              <a:gd name="csY191" fmla="*/ 1402191 h 1816634"/>
              <a:gd name="csX192" fmla="*/ 1973101 w 3072687"/>
              <a:gd name="csY192" fmla="*/ 1400009 h 1816634"/>
              <a:gd name="csX193" fmla="*/ 1983367 w 3072687"/>
              <a:gd name="csY193" fmla="*/ 1397843 h 1816634"/>
              <a:gd name="csX194" fmla="*/ 1993648 w 3072687"/>
              <a:gd name="csY194" fmla="*/ 1395677 h 1816634"/>
              <a:gd name="csX195" fmla="*/ 2003929 w 3072687"/>
              <a:gd name="csY195" fmla="*/ 1393511 h 1816634"/>
              <a:gd name="csX196" fmla="*/ 2014194 w 3072687"/>
              <a:gd name="csY196" fmla="*/ 1391329 h 1816634"/>
              <a:gd name="csX197" fmla="*/ 2024475 w 3072687"/>
              <a:gd name="csY197" fmla="*/ 1389163 h 1816634"/>
              <a:gd name="csX198" fmla="*/ 2034756 w 3072687"/>
              <a:gd name="csY198" fmla="*/ 1386997 h 1816634"/>
              <a:gd name="csX199" fmla="*/ 2045037 w 3072687"/>
              <a:gd name="csY199" fmla="*/ 1384831 h 1816634"/>
              <a:gd name="csX200" fmla="*/ 2055303 w 3072687"/>
              <a:gd name="csY200" fmla="*/ 1382649 h 1816634"/>
              <a:gd name="csX201" fmla="*/ 2065584 w 3072687"/>
              <a:gd name="csY201" fmla="*/ 1380483 h 1816634"/>
              <a:gd name="csX202" fmla="*/ 2075865 w 3072687"/>
              <a:gd name="csY202" fmla="*/ 1378317 h 1816634"/>
              <a:gd name="csX203" fmla="*/ 2086130 w 3072687"/>
              <a:gd name="csY203" fmla="*/ 1376150 h 1816634"/>
              <a:gd name="csX204" fmla="*/ 2096411 w 3072687"/>
              <a:gd name="csY204" fmla="*/ 1373969 h 1816634"/>
              <a:gd name="csX205" fmla="*/ 2106692 w 3072687"/>
              <a:gd name="csY205" fmla="*/ 1371803 h 1816634"/>
              <a:gd name="csX206" fmla="*/ 2116973 w 3072687"/>
              <a:gd name="csY206" fmla="*/ 1369636 h 1816634"/>
              <a:gd name="csX207" fmla="*/ 2127239 w 3072687"/>
              <a:gd name="csY207" fmla="*/ 1367470 h 1816634"/>
              <a:gd name="csX208" fmla="*/ 2137520 w 3072687"/>
              <a:gd name="csY208" fmla="*/ 1365289 h 1816634"/>
              <a:gd name="csX209" fmla="*/ 2147801 w 3072687"/>
              <a:gd name="csY209" fmla="*/ 1363123 h 1816634"/>
              <a:gd name="csX210" fmla="*/ 2158066 w 3072687"/>
              <a:gd name="csY210" fmla="*/ 1360957 h 1816634"/>
              <a:gd name="csX211" fmla="*/ 2168347 w 3072687"/>
              <a:gd name="csY211" fmla="*/ 1358790 h 1816634"/>
              <a:gd name="csX212" fmla="*/ 2178628 w 3072687"/>
              <a:gd name="csY212" fmla="*/ 1356609 h 1816634"/>
              <a:gd name="csX213" fmla="*/ 2188909 w 3072687"/>
              <a:gd name="csY213" fmla="*/ 1354443 h 1816634"/>
              <a:gd name="csX214" fmla="*/ 2199175 w 3072687"/>
              <a:gd name="csY214" fmla="*/ 1352277 h 1816634"/>
              <a:gd name="csX215" fmla="*/ 2209456 w 3072687"/>
              <a:gd name="csY215" fmla="*/ 1350110 h 1816634"/>
              <a:gd name="csX216" fmla="*/ 2219737 w 3072687"/>
              <a:gd name="csY216" fmla="*/ 1347929 h 1816634"/>
              <a:gd name="csX217" fmla="*/ 2230002 w 3072687"/>
              <a:gd name="csY217" fmla="*/ 1345763 h 1816634"/>
              <a:gd name="csX218" fmla="*/ 2240283 w 3072687"/>
              <a:gd name="csY218" fmla="*/ 1343596 h 1816634"/>
              <a:gd name="csX219" fmla="*/ 2250564 w 3072687"/>
              <a:gd name="csY219" fmla="*/ 1341430 h 1816634"/>
              <a:gd name="csX220" fmla="*/ 2260845 w 3072687"/>
              <a:gd name="csY220" fmla="*/ 1339264 h 1816634"/>
              <a:gd name="csX221" fmla="*/ 2271111 w 3072687"/>
              <a:gd name="csY221" fmla="*/ 1337083 h 1816634"/>
              <a:gd name="csX222" fmla="*/ 2281392 w 3072687"/>
              <a:gd name="csY222" fmla="*/ 1334916 h 1816634"/>
              <a:gd name="csX223" fmla="*/ 2291673 w 3072687"/>
              <a:gd name="csY223" fmla="*/ 1332750 h 1816634"/>
              <a:gd name="csX224" fmla="*/ 2301938 w 3072687"/>
              <a:gd name="csY224" fmla="*/ 1330584 h 1816634"/>
              <a:gd name="csX225" fmla="*/ 2312219 w 3072687"/>
              <a:gd name="csY225" fmla="*/ 1328402 h 1816634"/>
              <a:gd name="csX226" fmla="*/ 2322500 w 3072687"/>
              <a:gd name="csY226" fmla="*/ 1326236 h 1816634"/>
              <a:gd name="csX227" fmla="*/ 2332781 w 3072687"/>
              <a:gd name="csY227" fmla="*/ 1324070 h 1816634"/>
              <a:gd name="csX228" fmla="*/ 2343047 w 3072687"/>
              <a:gd name="csY228" fmla="*/ 1321904 h 1816634"/>
              <a:gd name="csX229" fmla="*/ 2353328 w 3072687"/>
              <a:gd name="csY229" fmla="*/ 1319722 h 1816634"/>
              <a:gd name="csX230" fmla="*/ 2363609 w 3072687"/>
              <a:gd name="csY230" fmla="*/ 1317556 h 1816634"/>
              <a:gd name="csX231" fmla="*/ 2373874 w 3072687"/>
              <a:gd name="csY231" fmla="*/ 1315390 h 1816634"/>
              <a:gd name="csX232" fmla="*/ 2384155 w 3072687"/>
              <a:gd name="csY232" fmla="*/ 1313224 h 1816634"/>
              <a:gd name="csX233" fmla="*/ 2394436 w 3072687"/>
              <a:gd name="csY233" fmla="*/ 1311042 h 1816634"/>
              <a:gd name="csX234" fmla="*/ 2404717 w 3072687"/>
              <a:gd name="csY234" fmla="*/ 1308876 h 1816634"/>
              <a:gd name="csX235" fmla="*/ 2414983 w 3072687"/>
              <a:gd name="csY235" fmla="*/ 1306710 h 1816634"/>
              <a:gd name="csX236" fmla="*/ 2425264 w 3072687"/>
              <a:gd name="csY236" fmla="*/ 1304544 h 1816634"/>
              <a:gd name="csX237" fmla="*/ 2435545 w 3072687"/>
              <a:gd name="csY237" fmla="*/ 1302362 h 1816634"/>
              <a:gd name="csX238" fmla="*/ 2445810 w 3072687"/>
              <a:gd name="csY238" fmla="*/ 1300196 h 1816634"/>
              <a:gd name="csX239" fmla="*/ 2456091 w 3072687"/>
              <a:gd name="csY239" fmla="*/ 1298029 h 1816634"/>
              <a:gd name="csX240" fmla="*/ 2466372 w 3072687"/>
              <a:gd name="csY240" fmla="*/ 1280235 h 1816634"/>
              <a:gd name="csX241" fmla="*/ 2476637 w 3072687"/>
              <a:gd name="csY241" fmla="*/ 1258537 h 1816634"/>
              <a:gd name="csX242" fmla="*/ 2486918 w 3072687"/>
              <a:gd name="csY242" fmla="*/ 1236838 h 1816634"/>
              <a:gd name="csX243" fmla="*/ 2497200 w 3072687"/>
              <a:gd name="csY243" fmla="*/ 1215138 h 1816634"/>
              <a:gd name="csX244" fmla="*/ 2507480 w 3072687"/>
              <a:gd name="csY244" fmla="*/ 1193440 h 1816634"/>
              <a:gd name="csX245" fmla="*/ 2517746 w 3072687"/>
              <a:gd name="csY245" fmla="*/ 1171741 h 1816634"/>
              <a:gd name="csX246" fmla="*/ 2528027 w 3072687"/>
              <a:gd name="csY246" fmla="*/ 1150043 h 1816634"/>
              <a:gd name="csX247" fmla="*/ 2538308 w 3072687"/>
              <a:gd name="csY247" fmla="*/ 1128343 h 1816634"/>
              <a:gd name="csX248" fmla="*/ 2548573 w 3072687"/>
              <a:gd name="csY248" fmla="*/ 1106644 h 1816634"/>
              <a:gd name="csX249" fmla="*/ 2558854 w 3072687"/>
              <a:gd name="csY249" fmla="*/ 1084946 h 1816634"/>
              <a:gd name="csX250" fmla="*/ 2569135 w 3072687"/>
              <a:gd name="csY250" fmla="*/ 1063247 h 1816634"/>
              <a:gd name="csX251" fmla="*/ 2579417 w 3072687"/>
              <a:gd name="csY251" fmla="*/ 1041547 h 1816634"/>
              <a:gd name="csX252" fmla="*/ 2589682 w 3072687"/>
              <a:gd name="csY252" fmla="*/ 1019849 h 1816634"/>
              <a:gd name="csX253" fmla="*/ 2599963 w 3072687"/>
              <a:gd name="csY253" fmla="*/ 998150 h 1816634"/>
              <a:gd name="csX254" fmla="*/ 2610244 w 3072687"/>
              <a:gd name="csY254" fmla="*/ 976452 h 1816634"/>
              <a:gd name="csX255" fmla="*/ 2620509 w 3072687"/>
              <a:gd name="csY255" fmla="*/ 954752 h 1816634"/>
              <a:gd name="csX256" fmla="*/ 2630790 w 3072687"/>
              <a:gd name="csY256" fmla="*/ 933053 h 1816634"/>
              <a:gd name="csX257" fmla="*/ 2641071 w 3072687"/>
              <a:gd name="csY257" fmla="*/ 911355 h 1816634"/>
              <a:gd name="csX258" fmla="*/ 2651352 w 3072687"/>
              <a:gd name="csY258" fmla="*/ 889654 h 1816634"/>
              <a:gd name="csX259" fmla="*/ 2661618 w 3072687"/>
              <a:gd name="csY259" fmla="*/ 867956 h 1816634"/>
              <a:gd name="csX260" fmla="*/ 2671899 w 3072687"/>
              <a:gd name="csY260" fmla="*/ 846257 h 1816634"/>
              <a:gd name="csX261" fmla="*/ 2682180 w 3072687"/>
              <a:gd name="csY261" fmla="*/ 824559 h 1816634"/>
              <a:gd name="csX262" fmla="*/ 2692445 w 3072687"/>
              <a:gd name="csY262" fmla="*/ 802859 h 1816634"/>
              <a:gd name="csX263" fmla="*/ 2702726 w 3072687"/>
              <a:gd name="csY263" fmla="*/ 781160 h 1816634"/>
              <a:gd name="csX264" fmla="*/ 2713007 w 3072687"/>
              <a:gd name="csY264" fmla="*/ 759462 h 1816634"/>
              <a:gd name="csX265" fmla="*/ 2723288 w 3072687"/>
              <a:gd name="csY265" fmla="*/ 737763 h 1816634"/>
              <a:gd name="csX266" fmla="*/ 2733554 w 3072687"/>
              <a:gd name="csY266" fmla="*/ 716063 h 1816634"/>
              <a:gd name="csX267" fmla="*/ 2743835 w 3072687"/>
              <a:gd name="csY267" fmla="*/ 694365 h 1816634"/>
              <a:gd name="csX268" fmla="*/ 2754116 w 3072687"/>
              <a:gd name="csY268" fmla="*/ 672666 h 1816634"/>
              <a:gd name="csX269" fmla="*/ 2764381 w 3072687"/>
              <a:gd name="csY269" fmla="*/ 650968 h 1816634"/>
              <a:gd name="csX270" fmla="*/ 2774662 w 3072687"/>
              <a:gd name="csY270" fmla="*/ 629268 h 1816634"/>
              <a:gd name="csX271" fmla="*/ 2784943 w 3072687"/>
              <a:gd name="csY271" fmla="*/ 607569 h 1816634"/>
              <a:gd name="csX272" fmla="*/ 2795224 w 3072687"/>
              <a:gd name="csY272" fmla="*/ 585871 h 1816634"/>
              <a:gd name="csX273" fmla="*/ 2805490 w 3072687"/>
              <a:gd name="csY273" fmla="*/ 564172 h 1816634"/>
              <a:gd name="csX274" fmla="*/ 2815771 w 3072687"/>
              <a:gd name="csY274" fmla="*/ 542472 h 1816634"/>
              <a:gd name="csX275" fmla="*/ 2826052 w 3072687"/>
              <a:gd name="csY275" fmla="*/ 520774 h 1816634"/>
              <a:gd name="csX276" fmla="*/ 2836317 w 3072687"/>
              <a:gd name="csY276" fmla="*/ 499075 h 1816634"/>
              <a:gd name="csX277" fmla="*/ 2846598 w 3072687"/>
              <a:gd name="csY277" fmla="*/ 477375 h 1816634"/>
              <a:gd name="csX278" fmla="*/ 2856879 w 3072687"/>
              <a:gd name="csY278" fmla="*/ 455676 h 1816634"/>
              <a:gd name="csX279" fmla="*/ 2867160 w 3072687"/>
              <a:gd name="csY279" fmla="*/ 433978 h 1816634"/>
              <a:gd name="csX280" fmla="*/ 2877425 w 3072687"/>
              <a:gd name="csY280" fmla="*/ 412279 h 1816634"/>
              <a:gd name="csX281" fmla="*/ 2887707 w 3072687"/>
              <a:gd name="csY281" fmla="*/ 390579 h 1816634"/>
              <a:gd name="csX282" fmla="*/ 2897988 w 3072687"/>
              <a:gd name="csY282" fmla="*/ 368881 h 1816634"/>
              <a:gd name="csX283" fmla="*/ 2908253 w 3072687"/>
              <a:gd name="csY283" fmla="*/ 347182 h 1816634"/>
              <a:gd name="csX284" fmla="*/ 2918534 w 3072687"/>
              <a:gd name="csY284" fmla="*/ 325484 h 1816634"/>
              <a:gd name="csX285" fmla="*/ 2928815 w 3072687"/>
              <a:gd name="csY285" fmla="*/ 303784 h 1816634"/>
              <a:gd name="csX286" fmla="*/ 2939096 w 3072687"/>
              <a:gd name="csY286" fmla="*/ 282085 h 1816634"/>
              <a:gd name="csX287" fmla="*/ 2949362 w 3072687"/>
              <a:gd name="csY287" fmla="*/ 260387 h 1816634"/>
              <a:gd name="csX288" fmla="*/ 2959643 w 3072687"/>
              <a:gd name="csY288" fmla="*/ 238688 h 1816634"/>
              <a:gd name="csX289" fmla="*/ 2969924 w 3072687"/>
              <a:gd name="csY289" fmla="*/ 216988 h 1816634"/>
              <a:gd name="csX290" fmla="*/ 2980189 w 3072687"/>
              <a:gd name="csY290" fmla="*/ 195290 h 1816634"/>
              <a:gd name="csX291" fmla="*/ 2990470 w 3072687"/>
              <a:gd name="csY291" fmla="*/ 173591 h 1816634"/>
              <a:gd name="csX292" fmla="*/ 3000751 w 3072687"/>
              <a:gd name="csY292" fmla="*/ 151893 h 1816634"/>
              <a:gd name="csX293" fmla="*/ 3011032 w 3072687"/>
              <a:gd name="csY293" fmla="*/ 130193 h 1816634"/>
              <a:gd name="csX294" fmla="*/ 3021298 w 3072687"/>
              <a:gd name="csY294" fmla="*/ 108494 h 1816634"/>
              <a:gd name="csX295" fmla="*/ 3031579 w 3072687"/>
              <a:gd name="csY295" fmla="*/ 86796 h 1816634"/>
              <a:gd name="csX296" fmla="*/ 3041859 w 3072687"/>
              <a:gd name="csY296" fmla="*/ 65096 h 1816634"/>
              <a:gd name="csX297" fmla="*/ 3052125 w 3072687"/>
              <a:gd name="csY297" fmla="*/ 43397 h 1816634"/>
              <a:gd name="csX298" fmla="*/ 3062406 w 3072687"/>
              <a:gd name="csY298" fmla="*/ 21699 h 1816634"/>
              <a:gd name="csX299" fmla="*/ 3072687 w 3072687"/>
              <a:gd name="csY299" fmla="*/ 0 h 18166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072687" h="1816634">
                <a:moveTo>
                  <a:pt x="0" y="1816635"/>
                </a:moveTo>
                <a:lnTo>
                  <a:pt x="10276" y="1814468"/>
                </a:lnTo>
                <a:lnTo>
                  <a:pt x="20553" y="1812287"/>
                </a:lnTo>
                <a:lnTo>
                  <a:pt x="30829" y="1810121"/>
                </a:lnTo>
                <a:lnTo>
                  <a:pt x="41105" y="1807954"/>
                </a:lnTo>
                <a:lnTo>
                  <a:pt x="51383" y="1805788"/>
                </a:lnTo>
                <a:lnTo>
                  <a:pt x="61660" y="1803607"/>
                </a:lnTo>
                <a:lnTo>
                  <a:pt x="71936" y="1801441"/>
                </a:lnTo>
                <a:lnTo>
                  <a:pt x="82212" y="1799275"/>
                </a:lnTo>
                <a:lnTo>
                  <a:pt x="92489" y="1797108"/>
                </a:lnTo>
                <a:lnTo>
                  <a:pt x="102765" y="1794927"/>
                </a:lnTo>
                <a:lnTo>
                  <a:pt x="113041" y="1792761"/>
                </a:lnTo>
                <a:lnTo>
                  <a:pt x="123318" y="1790594"/>
                </a:lnTo>
                <a:lnTo>
                  <a:pt x="133596" y="1788428"/>
                </a:lnTo>
                <a:lnTo>
                  <a:pt x="143872" y="1786262"/>
                </a:lnTo>
                <a:lnTo>
                  <a:pt x="154148" y="1784080"/>
                </a:lnTo>
                <a:lnTo>
                  <a:pt x="164425" y="1781914"/>
                </a:lnTo>
                <a:lnTo>
                  <a:pt x="174701" y="1779748"/>
                </a:lnTo>
                <a:lnTo>
                  <a:pt x="184977" y="1777582"/>
                </a:lnTo>
                <a:lnTo>
                  <a:pt x="195254" y="1775400"/>
                </a:lnTo>
                <a:lnTo>
                  <a:pt x="205530" y="1773234"/>
                </a:lnTo>
                <a:lnTo>
                  <a:pt x="215808" y="1771068"/>
                </a:lnTo>
                <a:lnTo>
                  <a:pt x="226084" y="1768902"/>
                </a:lnTo>
                <a:lnTo>
                  <a:pt x="236361" y="1766721"/>
                </a:lnTo>
                <a:lnTo>
                  <a:pt x="246637" y="1764554"/>
                </a:lnTo>
                <a:lnTo>
                  <a:pt x="256913" y="1762388"/>
                </a:lnTo>
                <a:lnTo>
                  <a:pt x="267190" y="1760222"/>
                </a:lnTo>
                <a:lnTo>
                  <a:pt x="277466" y="1758040"/>
                </a:lnTo>
                <a:lnTo>
                  <a:pt x="287742" y="1755874"/>
                </a:lnTo>
                <a:lnTo>
                  <a:pt x="298020" y="1753708"/>
                </a:lnTo>
                <a:lnTo>
                  <a:pt x="308297" y="1751542"/>
                </a:lnTo>
                <a:lnTo>
                  <a:pt x="318573" y="1749360"/>
                </a:lnTo>
                <a:lnTo>
                  <a:pt x="328849" y="1747194"/>
                </a:lnTo>
                <a:lnTo>
                  <a:pt x="339126" y="1745028"/>
                </a:lnTo>
                <a:lnTo>
                  <a:pt x="349402" y="1742862"/>
                </a:lnTo>
                <a:lnTo>
                  <a:pt x="359678" y="1740680"/>
                </a:lnTo>
                <a:lnTo>
                  <a:pt x="369955" y="1738514"/>
                </a:lnTo>
                <a:lnTo>
                  <a:pt x="380232" y="1736348"/>
                </a:lnTo>
                <a:lnTo>
                  <a:pt x="390509" y="1734182"/>
                </a:lnTo>
                <a:lnTo>
                  <a:pt x="400785" y="1732000"/>
                </a:lnTo>
                <a:lnTo>
                  <a:pt x="411061" y="1729834"/>
                </a:lnTo>
                <a:lnTo>
                  <a:pt x="421338" y="1727668"/>
                </a:lnTo>
                <a:lnTo>
                  <a:pt x="431614" y="1725502"/>
                </a:lnTo>
                <a:lnTo>
                  <a:pt x="441890" y="1723320"/>
                </a:lnTo>
                <a:lnTo>
                  <a:pt x="452167" y="1721154"/>
                </a:lnTo>
                <a:lnTo>
                  <a:pt x="462445" y="1718988"/>
                </a:lnTo>
                <a:lnTo>
                  <a:pt x="472721" y="1716822"/>
                </a:lnTo>
                <a:lnTo>
                  <a:pt x="482997" y="1714656"/>
                </a:lnTo>
                <a:lnTo>
                  <a:pt x="493274" y="1712474"/>
                </a:lnTo>
                <a:lnTo>
                  <a:pt x="503550" y="1710308"/>
                </a:lnTo>
                <a:lnTo>
                  <a:pt x="513826" y="1708142"/>
                </a:lnTo>
                <a:lnTo>
                  <a:pt x="524103" y="1705976"/>
                </a:lnTo>
                <a:lnTo>
                  <a:pt x="534379" y="1703794"/>
                </a:lnTo>
                <a:lnTo>
                  <a:pt x="544657" y="1701628"/>
                </a:lnTo>
                <a:lnTo>
                  <a:pt x="554933" y="1699462"/>
                </a:lnTo>
                <a:lnTo>
                  <a:pt x="565210" y="1697296"/>
                </a:lnTo>
                <a:lnTo>
                  <a:pt x="575486" y="1695114"/>
                </a:lnTo>
                <a:lnTo>
                  <a:pt x="585762" y="1692948"/>
                </a:lnTo>
                <a:lnTo>
                  <a:pt x="596039" y="1690782"/>
                </a:lnTo>
                <a:lnTo>
                  <a:pt x="606315" y="1688616"/>
                </a:lnTo>
                <a:lnTo>
                  <a:pt x="616591" y="1686434"/>
                </a:lnTo>
                <a:lnTo>
                  <a:pt x="626869" y="1684268"/>
                </a:lnTo>
                <a:lnTo>
                  <a:pt x="637146" y="1682102"/>
                </a:lnTo>
                <a:lnTo>
                  <a:pt x="647422" y="1679936"/>
                </a:lnTo>
                <a:lnTo>
                  <a:pt x="657698" y="1677754"/>
                </a:lnTo>
                <a:lnTo>
                  <a:pt x="667975" y="1675588"/>
                </a:lnTo>
                <a:lnTo>
                  <a:pt x="678251" y="1673422"/>
                </a:lnTo>
                <a:lnTo>
                  <a:pt x="688527" y="1671256"/>
                </a:lnTo>
                <a:lnTo>
                  <a:pt x="698804" y="1669074"/>
                </a:lnTo>
                <a:lnTo>
                  <a:pt x="709082" y="1666908"/>
                </a:lnTo>
                <a:lnTo>
                  <a:pt x="719358" y="1664742"/>
                </a:lnTo>
                <a:lnTo>
                  <a:pt x="729634" y="1662576"/>
                </a:lnTo>
                <a:lnTo>
                  <a:pt x="739911" y="1660394"/>
                </a:lnTo>
                <a:lnTo>
                  <a:pt x="750187" y="1658228"/>
                </a:lnTo>
                <a:lnTo>
                  <a:pt x="760463" y="1656062"/>
                </a:lnTo>
                <a:lnTo>
                  <a:pt x="770740" y="1653896"/>
                </a:lnTo>
                <a:lnTo>
                  <a:pt x="781016" y="1651714"/>
                </a:lnTo>
                <a:lnTo>
                  <a:pt x="791294" y="1649548"/>
                </a:lnTo>
                <a:lnTo>
                  <a:pt x="801570" y="1647382"/>
                </a:lnTo>
                <a:lnTo>
                  <a:pt x="811847" y="1645216"/>
                </a:lnTo>
                <a:lnTo>
                  <a:pt x="822123" y="1643034"/>
                </a:lnTo>
                <a:lnTo>
                  <a:pt x="832399" y="1640868"/>
                </a:lnTo>
                <a:lnTo>
                  <a:pt x="842676" y="1638702"/>
                </a:lnTo>
                <a:lnTo>
                  <a:pt x="852952" y="1636536"/>
                </a:lnTo>
                <a:lnTo>
                  <a:pt x="863228" y="1634370"/>
                </a:lnTo>
                <a:lnTo>
                  <a:pt x="873506" y="1632188"/>
                </a:lnTo>
                <a:lnTo>
                  <a:pt x="883783" y="1630022"/>
                </a:lnTo>
                <a:lnTo>
                  <a:pt x="894059" y="1627856"/>
                </a:lnTo>
                <a:lnTo>
                  <a:pt x="904335" y="1625690"/>
                </a:lnTo>
                <a:lnTo>
                  <a:pt x="914612" y="1623508"/>
                </a:lnTo>
                <a:lnTo>
                  <a:pt x="924888" y="1621342"/>
                </a:lnTo>
                <a:lnTo>
                  <a:pt x="935164" y="1619176"/>
                </a:lnTo>
                <a:lnTo>
                  <a:pt x="945441" y="1617010"/>
                </a:lnTo>
                <a:lnTo>
                  <a:pt x="955719" y="1614828"/>
                </a:lnTo>
                <a:lnTo>
                  <a:pt x="965995" y="1612662"/>
                </a:lnTo>
                <a:lnTo>
                  <a:pt x="976271" y="1610496"/>
                </a:lnTo>
                <a:lnTo>
                  <a:pt x="986548" y="1608330"/>
                </a:lnTo>
                <a:lnTo>
                  <a:pt x="996824" y="1606148"/>
                </a:lnTo>
                <a:lnTo>
                  <a:pt x="1007100" y="1603982"/>
                </a:lnTo>
                <a:lnTo>
                  <a:pt x="1017377" y="1601816"/>
                </a:lnTo>
                <a:lnTo>
                  <a:pt x="1027653" y="1599649"/>
                </a:lnTo>
                <a:lnTo>
                  <a:pt x="1037931" y="1597468"/>
                </a:lnTo>
                <a:lnTo>
                  <a:pt x="1048199" y="1595302"/>
                </a:lnTo>
                <a:lnTo>
                  <a:pt x="1058480" y="1593135"/>
                </a:lnTo>
                <a:lnTo>
                  <a:pt x="1068761" y="1590969"/>
                </a:lnTo>
                <a:lnTo>
                  <a:pt x="1079043" y="1588788"/>
                </a:lnTo>
                <a:lnTo>
                  <a:pt x="1089308" y="1586622"/>
                </a:lnTo>
                <a:lnTo>
                  <a:pt x="1099589" y="1584456"/>
                </a:lnTo>
                <a:lnTo>
                  <a:pt x="1109870" y="1582290"/>
                </a:lnTo>
                <a:lnTo>
                  <a:pt x="1120135" y="1580108"/>
                </a:lnTo>
                <a:lnTo>
                  <a:pt x="1130416" y="1577942"/>
                </a:lnTo>
                <a:lnTo>
                  <a:pt x="1140697" y="1575776"/>
                </a:lnTo>
                <a:lnTo>
                  <a:pt x="1150978" y="1573609"/>
                </a:lnTo>
                <a:lnTo>
                  <a:pt x="1161244" y="1571428"/>
                </a:lnTo>
                <a:lnTo>
                  <a:pt x="1171525" y="1569262"/>
                </a:lnTo>
                <a:lnTo>
                  <a:pt x="1181806" y="1567095"/>
                </a:lnTo>
                <a:lnTo>
                  <a:pt x="1192071" y="1564929"/>
                </a:lnTo>
                <a:lnTo>
                  <a:pt x="1202352" y="1562763"/>
                </a:lnTo>
                <a:lnTo>
                  <a:pt x="1212633" y="1560581"/>
                </a:lnTo>
                <a:lnTo>
                  <a:pt x="1222914" y="1558415"/>
                </a:lnTo>
                <a:lnTo>
                  <a:pt x="1233180" y="1556249"/>
                </a:lnTo>
                <a:lnTo>
                  <a:pt x="1243461" y="1554083"/>
                </a:lnTo>
                <a:lnTo>
                  <a:pt x="1253742" y="1551901"/>
                </a:lnTo>
                <a:lnTo>
                  <a:pt x="1264007" y="1549735"/>
                </a:lnTo>
                <a:lnTo>
                  <a:pt x="1274288" y="1547569"/>
                </a:lnTo>
                <a:lnTo>
                  <a:pt x="1284569" y="1545403"/>
                </a:lnTo>
                <a:lnTo>
                  <a:pt x="1294850" y="1543222"/>
                </a:lnTo>
                <a:lnTo>
                  <a:pt x="1305116" y="1541055"/>
                </a:lnTo>
                <a:lnTo>
                  <a:pt x="1315397" y="1538889"/>
                </a:lnTo>
                <a:lnTo>
                  <a:pt x="1325678" y="1536723"/>
                </a:lnTo>
                <a:lnTo>
                  <a:pt x="1335943" y="1534541"/>
                </a:lnTo>
                <a:lnTo>
                  <a:pt x="1346224" y="1532375"/>
                </a:lnTo>
                <a:lnTo>
                  <a:pt x="1356505" y="1530209"/>
                </a:lnTo>
                <a:lnTo>
                  <a:pt x="1366786" y="1528043"/>
                </a:lnTo>
                <a:lnTo>
                  <a:pt x="1377052" y="1525861"/>
                </a:lnTo>
                <a:lnTo>
                  <a:pt x="1387333" y="1523695"/>
                </a:lnTo>
                <a:lnTo>
                  <a:pt x="1397614" y="1521529"/>
                </a:lnTo>
                <a:lnTo>
                  <a:pt x="1407879" y="1519363"/>
                </a:lnTo>
                <a:lnTo>
                  <a:pt x="1418160" y="1517181"/>
                </a:lnTo>
                <a:lnTo>
                  <a:pt x="1428441" y="1515015"/>
                </a:lnTo>
                <a:lnTo>
                  <a:pt x="1438722" y="1512849"/>
                </a:lnTo>
                <a:lnTo>
                  <a:pt x="1448988" y="1510683"/>
                </a:lnTo>
                <a:lnTo>
                  <a:pt x="1459269" y="1508501"/>
                </a:lnTo>
                <a:lnTo>
                  <a:pt x="1469550" y="1506335"/>
                </a:lnTo>
                <a:lnTo>
                  <a:pt x="1479815" y="1504169"/>
                </a:lnTo>
                <a:lnTo>
                  <a:pt x="1490096" y="1502003"/>
                </a:lnTo>
                <a:lnTo>
                  <a:pt x="1500377" y="1499821"/>
                </a:lnTo>
                <a:lnTo>
                  <a:pt x="1510658" y="1497655"/>
                </a:lnTo>
                <a:lnTo>
                  <a:pt x="1520924" y="1495489"/>
                </a:lnTo>
                <a:lnTo>
                  <a:pt x="1531205" y="1493323"/>
                </a:lnTo>
                <a:lnTo>
                  <a:pt x="1541486" y="1491157"/>
                </a:lnTo>
                <a:lnTo>
                  <a:pt x="1551751" y="1488975"/>
                </a:lnTo>
                <a:lnTo>
                  <a:pt x="1562032" y="1486809"/>
                </a:lnTo>
                <a:lnTo>
                  <a:pt x="1572313" y="1484643"/>
                </a:lnTo>
                <a:lnTo>
                  <a:pt x="1582594" y="1482477"/>
                </a:lnTo>
                <a:lnTo>
                  <a:pt x="1592860" y="1480295"/>
                </a:lnTo>
                <a:lnTo>
                  <a:pt x="1603141" y="1478129"/>
                </a:lnTo>
                <a:lnTo>
                  <a:pt x="1613422" y="1475963"/>
                </a:lnTo>
                <a:lnTo>
                  <a:pt x="1623687" y="1473797"/>
                </a:lnTo>
                <a:lnTo>
                  <a:pt x="1633968" y="1471615"/>
                </a:lnTo>
                <a:lnTo>
                  <a:pt x="1644249" y="1469449"/>
                </a:lnTo>
                <a:lnTo>
                  <a:pt x="1654530" y="1467283"/>
                </a:lnTo>
                <a:lnTo>
                  <a:pt x="1664795" y="1465117"/>
                </a:lnTo>
                <a:lnTo>
                  <a:pt x="1675077" y="1462935"/>
                </a:lnTo>
                <a:lnTo>
                  <a:pt x="1685358" y="1460769"/>
                </a:lnTo>
                <a:lnTo>
                  <a:pt x="1695623" y="1458603"/>
                </a:lnTo>
                <a:lnTo>
                  <a:pt x="1705904" y="1456437"/>
                </a:lnTo>
                <a:lnTo>
                  <a:pt x="1716185" y="1454255"/>
                </a:lnTo>
                <a:lnTo>
                  <a:pt x="1726450" y="1452089"/>
                </a:lnTo>
                <a:lnTo>
                  <a:pt x="1736731" y="1449923"/>
                </a:lnTo>
                <a:lnTo>
                  <a:pt x="1747012" y="1447757"/>
                </a:lnTo>
                <a:lnTo>
                  <a:pt x="1757294" y="1445575"/>
                </a:lnTo>
                <a:lnTo>
                  <a:pt x="1767559" y="1443409"/>
                </a:lnTo>
                <a:lnTo>
                  <a:pt x="1777840" y="1441243"/>
                </a:lnTo>
                <a:lnTo>
                  <a:pt x="1788121" y="1439077"/>
                </a:lnTo>
                <a:lnTo>
                  <a:pt x="1798386" y="1436895"/>
                </a:lnTo>
                <a:lnTo>
                  <a:pt x="1808667" y="1434729"/>
                </a:lnTo>
                <a:lnTo>
                  <a:pt x="1818948" y="1432563"/>
                </a:lnTo>
                <a:lnTo>
                  <a:pt x="1829229" y="1430397"/>
                </a:lnTo>
                <a:lnTo>
                  <a:pt x="1839495" y="1428215"/>
                </a:lnTo>
                <a:lnTo>
                  <a:pt x="1849776" y="1426049"/>
                </a:lnTo>
                <a:lnTo>
                  <a:pt x="1860057" y="1423883"/>
                </a:lnTo>
                <a:lnTo>
                  <a:pt x="1870322" y="1421717"/>
                </a:lnTo>
                <a:lnTo>
                  <a:pt x="1880603" y="1419551"/>
                </a:lnTo>
                <a:lnTo>
                  <a:pt x="1890884" y="1417369"/>
                </a:lnTo>
                <a:lnTo>
                  <a:pt x="1901165" y="1415203"/>
                </a:lnTo>
                <a:lnTo>
                  <a:pt x="1911431" y="1413037"/>
                </a:lnTo>
                <a:lnTo>
                  <a:pt x="1921712" y="1410871"/>
                </a:lnTo>
                <a:lnTo>
                  <a:pt x="1931993" y="1408689"/>
                </a:lnTo>
                <a:lnTo>
                  <a:pt x="1942258" y="1406523"/>
                </a:lnTo>
                <a:lnTo>
                  <a:pt x="1952539" y="1404357"/>
                </a:lnTo>
                <a:lnTo>
                  <a:pt x="1962820" y="1402191"/>
                </a:lnTo>
                <a:lnTo>
                  <a:pt x="1973101" y="1400009"/>
                </a:lnTo>
                <a:lnTo>
                  <a:pt x="1983367" y="1397843"/>
                </a:lnTo>
                <a:lnTo>
                  <a:pt x="1993648" y="1395677"/>
                </a:lnTo>
                <a:lnTo>
                  <a:pt x="2003929" y="1393511"/>
                </a:lnTo>
                <a:lnTo>
                  <a:pt x="2014194" y="1391329"/>
                </a:lnTo>
                <a:lnTo>
                  <a:pt x="2024475" y="1389163"/>
                </a:lnTo>
                <a:lnTo>
                  <a:pt x="2034756" y="1386997"/>
                </a:lnTo>
                <a:lnTo>
                  <a:pt x="2045037" y="1384831"/>
                </a:lnTo>
                <a:lnTo>
                  <a:pt x="2055303" y="1382649"/>
                </a:lnTo>
                <a:lnTo>
                  <a:pt x="2065584" y="1380483"/>
                </a:lnTo>
                <a:lnTo>
                  <a:pt x="2075865" y="1378317"/>
                </a:lnTo>
                <a:lnTo>
                  <a:pt x="2086130" y="1376150"/>
                </a:lnTo>
                <a:lnTo>
                  <a:pt x="2096411" y="1373969"/>
                </a:lnTo>
                <a:lnTo>
                  <a:pt x="2106692" y="1371803"/>
                </a:lnTo>
                <a:lnTo>
                  <a:pt x="2116973" y="1369636"/>
                </a:lnTo>
                <a:lnTo>
                  <a:pt x="2127239" y="1367470"/>
                </a:lnTo>
                <a:lnTo>
                  <a:pt x="2137520" y="1365289"/>
                </a:lnTo>
                <a:lnTo>
                  <a:pt x="2147801" y="1363123"/>
                </a:lnTo>
                <a:lnTo>
                  <a:pt x="2158066" y="1360957"/>
                </a:lnTo>
                <a:lnTo>
                  <a:pt x="2168347" y="1358790"/>
                </a:lnTo>
                <a:lnTo>
                  <a:pt x="2178628" y="1356609"/>
                </a:lnTo>
                <a:lnTo>
                  <a:pt x="2188909" y="1354443"/>
                </a:lnTo>
                <a:lnTo>
                  <a:pt x="2199175" y="1352277"/>
                </a:lnTo>
                <a:lnTo>
                  <a:pt x="2209456" y="1350110"/>
                </a:lnTo>
                <a:lnTo>
                  <a:pt x="2219737" y="1347929"/>
                </a:lnTo>
                <a:lnTo>
                  <a:pt x="2230002" y="1345763"/>
                </a:lnTo>
                <a:lnTo>
                  <a:pt x="2240283" y="1343596"/>
                </a:lnTo>
                <a:lnTo>
                  <a:pt x="2250564" y="1341430"/>
                </a:lnTo>
                <a:lnTo>
                  <a:pt x="2260845" y="1339264"/>
                </a:lnTo>
                <a:lnTo>
                  <a:pt x="2271111" y="1337083"/>
                </a:lnTo>
                <a:lnTo>
                  <a:pt x="2281392" y="1334916"/>
                </a:lnTo>
                <a:lnTo>
                  <a:pt x="2291673" y="1332750"/>
                </a:lnTo>
                <a:lnTo>
                  <a:pt x="2301938" y="1330584"/>
                </a:lnTo>
                <a:lnTo>
                  <a:pt x="2312219" y="1328402"/>
                </a:lnTo>
                <a:lnTo>
                  <a:pt x="2322500" y="1326236"/>
                </a:lnTo>
                <a:lnTo>
                  <a:pt x="2332781" y="1324070"/>
                </a:lnTo>
                <a:lnTo>
                  <a:pt x="2343047" y="1321904"/>
                </a:lnTo>
                <a:lnTo>
                  <a:pt x="2353328" y="1319722"/>
                </a:lnTo>
                <a:lnTo>
                  <a:pt x="2363609" y="1317556"/>
                </a:lnTo>
                <a:lnTo>
                  <a:pt x="2373874" y="1315390"/>
                </a:lnTo>
                <a:lnTo>
                  <a:pt x="2384155" y="1313224"/>
                </a:lnTo>
                <a:lnTo>
                  <a:pt x="2394436" y="1311042"/>
                </a:lnTo>
                <a:lnTo>
                  <a:pt x="2404717" y="1308876"/>
                </a:lnTo>
                <a:lnTo>
                  <a:pt x="2414983" y="1306710"/>
                </a:lnTo>
                <a:lnTo>
                  <a:pt x="2425264" y="1304544"/>
                </a:lnTo>
                <a:lnTo>
                  <a:pt x="2435545" y="1302362"/>
                </a:lnTo>
                <a:lnTo>
                  <a:pt x="2445810" y="1300196"/>
                </a:lnTo>
                <a:lnTo>
                  <a:pt x="2456091" y="1298029"/>
                </a:lnTo>
                <a:lnTo>
                  <a:pt x="2466372" y="1280235"/>
                </a:lnTo>
                <a:lnTo>
                  <a:pt x="2476637" y="1258537"/>
                </a:lnTo>
                <a:lnTo>
                  <a:pt x="2486918" y="1236838"/>
                </a:lnTo>
                <a:lnTo>
                  <a:pt x="2497200" y="1215138"/>
                </a:lnTo>
                <a:lnTo>
                  <a:pt x="2507480" y="1193440"/>
                </a:lnTo>
                <a:lnTo>
                  <a:pt x="2517746" y="1171741"/>
                </a:lnTo>
                <a:lnTo>
                  <a:pt x="2528027" y="1150043"/>
                </a:lnTo>
                <a:lnTo>
                  <a:pt x="2538308" y="1128343"/>
                </a:lnTo>
                <a:lnTo>
                  <a:pt x="2548573" y="1106644"/>
                </a:lnTo>
                <a:lnTo>
                  <a:pt x="2558854" y="1084946"/>
                </a:lnTo>
                <a:lnTo>
                  <a:pt x="2569135" y="1063247"/>
                </a:lnTo>
                <a:lnTo>
                  <a:pt x="2579417" y="1041547"/>
                </a:lnTo>
                <a:lnTo>
                  <a:pt x="2589682" y="1019849"/>
                </a:lnTo>
                <a:lnTo>
                  <a:pt x="2599963" y="998150"/>
                </a:lnTo>
                <a:lnTo>
                  <a:pt x="2610244" y="976452"/>
                </a:lnTo>
                <a:lnTo>
                  <a:pt x="2620509" y="954752"/>
                </a:lnTo>
                <a:lnTo>
                  <a:pt x="2630790" y="933053"/>
                </a:lnTo>
                <a:lnTo>
                  <a:pt x="2641071" y="911355"/>
                </a:lnTo>
                <a:lnTo>
                  <a:pt x="2651352" y="889654"/>
                </a:lnTo>
                <a:lnTo>
                  <a:pt x="2661618" y="867956"/>
                </a:lnTo>
                <a:lnTo>
                  <a:pt x="2671899" y="846257"/>
                </a:lnTo>
                <a:lnTo>
                  <a:pt x="2682180" y="824559"/>
                </a:lnTo>
                <a:lnTo>
                  <a:pt x="2692445" y="802859"/>
                </a:lnTo>
                <a:lnTo>
                  <a:pt x="2702726" y="781160"/>
                </a:lnTo>
                <a:lnTo>
                  <a:pt x="2713007" y="759462"/>
                </a:lnTo>
                <a:lnTo>
                  <a:pt x="2723288" y="737763"/>
                </a:lnTo>
                <a:lnTo>
                  <a:pt x="2733554" y="716063"/>
                </a:lnTo>
                <a:lnTo>
                  <a:pt x="2743835" y="694365"/>
                </a:lnTo>
                <a:lnTo>
                  <a:pt x="2754116" y="672666"/>
                </a:lnTo>
                <a:lnTo>
                  <a:pt x="2764381" y="650968"/>
                </a:lnTo>
                <a:lnTo>
                  <a:pt x="2774662" y="629268"/>
                </a:lnTo>
                <a:lnTo>
                  <a:pt x="2784943" y="607569"/>
                </a:lnTo>
                <a:lnTo>
                  <a:pt x="2795224" y="585871"/>
                </a:lnTo>
                <a:lnTo>
                  <a:pt x="2805490" y="564172"/>
                </a:lnTo>
                <a:lnTo>
                  <a:pt x="2815771" y="542472"/>
                </a:lnTo>
                <a:lnTo>
                  <a:pt x="2826052" y="520774"/>
                </a:lnTo>
                <a:lnTo>
                  <a:pt x="2836317" y="499075"/>
                </a:lnTo>
                <a:lnTo>
                  <a:pt x="2846598" y="477375"/>
                </a:lnTo>
                <a:lnTo>
                  <a:pt x="2856879" y="455676"/>
                </a:lnTo>
                <a:lnTo>
                  <a:pt x="2867160" y="433978"/>
                </a:lnTo>
                <a:lnTo>
                  <a:pt x="2877425" y="412279"/>
                </a:lnTo>
                <a:lnTo>
                  <a:pt x="2887707" y="390579"/>
                </a:lnTo>
                <a:lnTo>
                  <a:pt x="2897988" y="368881"/>
                </a:lnTo>
                <a:lnTo>
                  <a:pt x="2908253" y="347182"/>
                </a:lnTo>
                <a:lnTo>
                  <a:pt x="2918534" y="325484"/>
                </a:lnTo>
                <a:lnTo>
                  <a:pt x="2928815" y="303784"/>
                </a:lnTo>
                <a:lnTo>
                  <a:pt x="2939096" y="282085"/>
                </a:lnTo>
                <a:lnTo>
                  <a:pt x="2949362" y="260387"/>
                </a:lnTo>
                <a:lnTo>
                  <a:pt x="2959643" y="238688"/>
                </a:lnTo>
                <a:lnTo>
                  <a:pt x="2969924" y="216988"/>
                </a:lnTo>
                <a:lnTo>
                  <a:pt x="2980189" y="195290"/>
                </a:lnTo>
                <a:lnTo>
                  <a:pt x="2990470" y="173591"/>
                </a:lnTo>
                <a:lnTo>
                  <a:pt x="3000751" y="151893"/>
                </a:lnTo>
                <a:lnTo>
                  <a:pt x="3011032" y="130193"/>
                </a:lnTo>
                <a:lnTo>
                  <a:pt x="3021298" y="108494"/>
                </a:lnTo>
                <a:lnTo>
                  <a:pt x="3031579" y="86796"/>
                </a:lnTo>
                <a:lnTo>
                  <a:pt x="3041859" y="65096"/>
                </a:lnTo>
                <a:lnTo>
                  <a:pt x="3052125" y="43397"/>
                </a:lnTo>
                <a:lnTo>
                  <a:pt x="3062406" y="21699"/>
                </a:lnTo>
                <a:lnTo>
                  <a:pt x="3072687" y="0"/>
                </a:lnTo>
              </a:path>
            </a:pathLst>
          </a:custGeom>
          <a:noFill/>
          <a:ln w="28575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71" name="Freeform 170">
            <a:extLst>
              <a:ext uri="{FF2B5EF4-FFF2-40B4-BE49-F238E27FC236}">
                <a16:creationId xmlns:a16="http://schemas.microsoft.com/office/drawing/2014/main" id="{44C1732A-C1F5-0BF9-B11C-B39E8A6AB8B8}"/>
              </a:ext>
            </a:extLst>
          </p:cNvPr>
          <p:cNvSpPr/>
          <p:nvPr/>
        </p:nvSpPr>
        <p:spPr>
          <a:xfrm>
            <a:off x="5420701" y="2568917"/>
            <a:ext cx="3072687" cy="1967085"/>
          </a:xfrm>
          <a:custGeom>
            <a:avLst/>
            <a:gdLst>
              <a:gd name="csX0" fmla="*/ 0 w 3072687"/>
              <a:gd name="csY0" fmla="*/ 1967085 h 1967085"/>
              <a:gd name="csX1" fmla="*/ 10276 w 3072687"/>
              <a:gd name="csY1" fmla="*/ 1964919 h 1967085"/>
              <a:gd name="csX2" fmla="*/ 20553 w 3072687"/>
              <a:gd name="csY2" fmla="*/ 1962753 h 1967085"/>
              <a:gd name="csX3" fmla="*/ 30829 w 3072687"/>
              <a:gd name="csY3" fmla="*/ 1960587 h 1967085"/>
              <a:gd name="csX4" fmla="*/ 41105 w 3072687"/>
              <a:gd name="csY4" fmla="*/ 1958405 h 1967085"/>
              <a:gd name="csX5" fmla="*/ 51383 w 3072687"/>
              <a:gd name="csY5" fmla="*/ 1956239 h 1967085"/>
              <a:gd name="csX6" fmla="*/ 61660 w 3072687"/>
              <a:gd name="csY6" fmla="*/ 1954073 h 1967085"/>
              <a:gd name="csX7" fmla="*/ 71936 w 3072687"/>
              <a:gd name="csY7" fmla="*/ 1951907 h 1967085"/>
              <a:gd name="csX8" fmla="*/ 82212 w 3072687"/>
              <a:gd name="csY8" fmla="*/ 1949725 h 1967085"/>
              <a:gd name="csX9" fmla="*/ 92489 w 3072687"/>
              <a:gd name="csY9" fmla="*/ 1947559 h 1967085"/>
              <a:gd name="csX10" fmla="*/ 102765 w 3072687"/>
              <a:gd name="csY10" fmla="*/ 1945393 h 1967085"/>
              <a:gd name="csX11" fmla="*/ 113041 w 3072687"/>
              <a:gd name="csY11" fmla="*/ 1943227 h 1967085"/>
              <a:gd name="csX12" fmla="*/ 123318 w 3072687"/>
              <a:gd name="csY12" fmla="*/ 1941045 h 1967085"/>
              <a:gd name="csX13" fmla="*/ 133596 w 3072687"/>
              <a:gd name="csY13" fmla="*/ 1938879 h 1967085"/>
              <a:gd name="csX14" fmla="*/ 143872 w 3072687"/>
              <a:gd name="csY14" fmla="*/ 1936713 h 1967085"/>
              <a:gd name="csX15" fmla="*/ 154148 w 3072687"/>
              <a:gd name="csY15" fmla="*/ 1934547 h 1967085"/>
              <a:gd name="csX16" fmla="*/ 164425 w 3072687"/>
              <a:gd name="csY16" fmla="*/ 1932365 h 1967085"/>
              <a:gd name="csX17" fmla="*/ 174701 w 3072687"/>
              <a:gd name="csY17" fmla="*/ 1930199 h 1967085"/>
              <a:gd name="csX18" fmla="*/ 184977 w 3072687"/>
              <a:gd name="csY18" fmla="*/ 1928033 h 1967085"/>
              <a:gd name="csX19" fmla="*/ 195254 w 3072687"/>
              <a:gd name="csY19" fmla="*/ 1925867 h 1967085"/>
              <a:gd name="csX20" fmla="*/ 205530 w 3072687"/>
              <a:gd name="csY20" fmla="*/ 1923685 h 1967085"/>
              <a:gd name="csX21" fmla="*/ 215808 w 3072687"/>
              <a:gd name="csY21" fmla="*/ 1921519 h 1967085"/>
              <a:gd name="csX22" fmla="*/ 226084 w 3072687"/>
              <a:gd name="csY22" fmla="*/ 1919353 h 1967085"/>
              <a:gd name="csX23" fmla="*/ 236361 w 3072687"/>
              <a:gd name="csY23" fmla="*/ 1917187 h 1967085"/>
              <a:gd name="csX24" fmla="*/ 246637 w 3072687"/>
              <a:gd name="csY24" fmla="*/ 1915005 h 1967085"/>
              <a:gd name="csX25" fmla="*/ 256913 w 3072687"/>
              <a:gd name="csY25" fmla="*/ 1912839 h 1967085"/>
              <a:gd name="csX26" fmla="*/ 267190 w 3072687"/>
              <a:gd name="csY26" fmla="*/ 1910673 h 1967085"/>
              <a:gd name="csX27" fmla="*/ 277466 w 3072687"/>
              <a:gd name="csY27" fmla="*/ 1908507 h 1967085"/>
              <a:gd name="csX28" fmla="*/ 287742 w 3072687"/>
              <a:gd name="csY28" fmla="*/ 1906341 h 1967085"/>
              <a:gd name="csX29" fmla="*/ 298020 w 3072687"/>
              <a:gd name="csY29" fmla="*/ 1904159 h 1967085"/>
              <a:gd name="csX30" fmla="*/ 308297 w 3072687"/>
              <a:gd name="csY30" fmla="*/ 1901993 h 1967085"/>
              <a:gd name="csX31" fmla="*/ 318573 w 3072687"/>
              <a:gd name="csY31" fmla="*/ 1899827 h 1967085"/>
              <a:gd name="csX32" fmla="*/ 328849 w 3072687"/>
              <a:gd name="csY32" fmla="*/ 1897660 h 1967085"/>
              <a:gd name="csX33" fmla="*/ 339126 w 3072687"/>
              <a:gd name="csY33" fmla="*/ 1895479 h 1967085"/>
              <a:gd name="csX34" fmla="*/ 349402 w 3072687"/>
              <a:gd name="csY34" fmla="*/ 1893313 h 1967085"/>
              <a:gd name="csX35" fmla="*/ 359678 w 3072687"/>
              <a:gd name="csY35" fmla="*/ 1891147 h 1967085"/>
              <a:gd name="csX36" fmla="*/ 369955 w 3072687"/>
              <a:gd name="csY36" fmla="*/ 1888981 h 1967085"/>
              <a:gd name="csX37" fmla="*/ 380232 w 3072687"/>
              <a:gd name="csY37" fmla="*/ 1886799 h 1967085"/>
              <a:gd name="csX38" fmla="*/ 390509 w 3072687"/>
              <a:gd name="csY38" fmla="*/ 1884633 h 1967085"/>
              <a:gd name="csX39" fmla="*/ 400785 w 3072687"/>
              <a:gd name="csY39" fmla="*/ 1882467 h 1967085"/>
              <a:gd name="csX40" fmla="*/ 411061 w 3072687"/>
              <a:gd name="csY40" fmla="*/ 1880300 h 1967085"/>
              <a:gd name="csX41" fmla="*/ 421338 w 3072687"/>
              <a:gd name="csY41" fmla="*/ 1878119 h 1967085"/>
              <a:gd name="csX42" fmla="*/ 431614 w 3072687"/>
              <a:gd name="csY42" fmla="*/ 1875953 h 1967085"/>
              <a:gd name="csX43" fmla="*/ 441890 w 3072687"/>
              <a:gd name="csY43" fmla="*/ 1873786 h 1967085"/>
              <a:gd name="csX44" fmla="*/ 452167 w 3072687"/>
              <a:gd name="csY44" fmla="*/ 1871620 h 1967085"/>
              <a:gd name="csX45" fmla="*/ 462445 w 3072687"/>
              <a:gd name="csY45" fmla="*/ 1869439 h 1967085"/>
              <a:gd name="csX46" fmla="*/ 472721 w 3072687"/>
              <a:gd name="csY46" fmla="*/ 1867272 h 1967085"/>
              <a:gd name="csX47" fmla="*/ 482997 w 3072687"/>
              <a:gd name="csY47" fmla="*/ 1865106 h 1967085"/>
              <a:gd name="csX48" fmla="*/ 493274 w 3072687"/>
              <a:gd name="csY48" fmla="*/ 1862940 h 1967085"/>
              <a:gd name="csX49" fmla="*/ 503550 w 3072687"/>
              <a:gd name="csY49" fmla="*/ 1860759 h 1967085"/>
              <a:gd name="csX50" fmla="*/ 513826 w 3072687"/>
              <a:gd name="csY50" fmla="*/ 1858592 h 1967085"/>
              <a:gd name="csX51" fmla="*/ 524103 w 3072687"/>
              <a:gd name="csY51" fmla="*/ 1856427 h 1967085"/>
              <a:gd name="csX52" fmla="*/ 534379 w 3072687"/>
              <a:gd name="csY52" fmla="*/ 1854260 h 1967085"/>
              <a:gd name="csX53" fmla="*/ 544657 w 3072687"/>
              <a:gd name="csY53" fmla="*/ 1852079 h 1967085"/>
              <a:gd name="csX54" fmla="*/ 554933 w 3072687"/>
              <a:gd name="csY54" fmla="*/ 1849913 h 1967085"/>
              <a:gd name="csX55" fmla="*/ 565210 w 3072687"/>
              <a:gd name="csY55" fmla="*/ 1847746 h 1967085"/>
              <a:gd name="csX56" fmla="*/ 575486 w 3072687"/>
              <a:gd name="csY56" fmla="*/ 1845580 h 1967085"/>
              <a:gd name="csX57" fmla="*/ 585762 w 3072687"/>
              <a:gd name="csY57" fmla="*/ 1843399 h 1967085"/>
              <a:gd name="csX58" fmla="*/ 596039 w 3072687"/>
              <a:gd name="csY58" fmla="*/ 1841232 h 1967085"/>
              <a:gd name="csX59" fmla="*/ 606315 w 3072687"/>
              <a:gd name="csY59" fmla="*/ 1839066 h 1967085"/>
              <a:gd name="csX60" fmla="*/ 616591 w 3072687"/>
              <a:gd name="csY60" fmla="*/ 1836900 h 1967085"/>
              <a:gd name="csX61" fmla="*/ 626869 w 3072687"/>
              <a:gd name="csY61" fmla="*/ 1834734 h 1967085"/>
              <a:gd name="csX62" fmla="*/ 637146 w 3072687"/>
              <a:gd name="csY62" fmla="*/ 1832552 h 1967085"/>
              <a:gd name="csX63" fmla="*/ 647422 w 3072687"/>
              <a:gd name="csY63" fmla="*/ 1830386 h 1967085"/>
              <a:gd name="csX64" fmla="*/ 657698 w 3072687"/>
              <a:gd name="csY64" fmla="*/ 1828220 h 1967085"/>
              <a:gd name="csX65" fmla="*/ 667975 w 3072687"/>
              <a:gd name="csY65" fmla="*/ 1826054 h 1967085"/>
              <a:gd name="csX66" fmla="*/ 678251 w 3072687"/>
              <a:gd name="csY66" fmla="*/ 1823872 h 1967085"/>
              <a:gd name="csX67" fmla="*/ 688527 w 3072687"/>
              <a:gd name="csY67" fmla="*/ 1821706 h 1967085"/>
              <a:gd name="csX68" fmla="*/ 698804 w 3072687"/>
              <a:gd name="csY68" fmla="*/ 1819540 h 1967085"/>
              <a:gd name="csX69" fmla="*/ 709082 w 3072687"/>
              <a:gd name="csY69" fmla="*/ 1817374 h 1967085"/>
              <a:gd name="csX70" fmla="*/ 719358 w 3072687"/>
              <a:gd name="csY70" fmla="*/ 1815192 h 1967085"/>
              <a:gd name="csX71" fmla="*/ 729634 w 3072687"/>
              <a:gd name="csY71" fmla="*/ 1813026 h 1967085"/>
              <a:gd name="csX72" fmla="*/ 739911 w 3072687"/>
              <a:gd name="csY72" fmla="*/ 1810860 h 1967085"/>
              <a:gd name="csX73" fmla="*/ 750187 w 3072687"/>
              <a:gd name="csY73" fmla="*/ 1808694 h 1967085"/>
              <a:gd name="csX74" fmla="*/ 760463 w 3072687"/>
              <a:gd name="csY74" fmla="*/ 1806512 h 1967085"/>
              <a:gd name="csX75" fmla="*/ 770740 w 3072687"/>
              <a:gd name="csY75" fmla="*/ 1804346 h 1967085"/>
              <a:gd name="csX76" fmla="*/ 781016 w 3072687"/>
              <a:gd name="csY76" fmla="*/ 1802180 h 1967085"/>
              <a:gd name="csX77" fmla="*/ 791294 w 3072687"/>
              <a:gd name="csY77" fmla="*/ 1800014 h 1967085"/>
              <a:gd name="csX78" fmla="*/ 801570 w 3072687"/>
              <a:gd name="csY78" fmla="*/ 1797832 h 1967085"/>
              <a:gd name="csX79" fmla="*/ 811847 w 3072687"/>
              <a:gd name="csY79" fmla="*/ 1795666 h 1967085"/>
              <a:gd name="csX80" fmla="*/ 822123 w 3072687"/>
              <a:gd name="csY80" fmla="*/ 1793500 h 1967085"/>
              <a:gd name="csX81" fmla="*/ 832399 w 3072687"/>
              <a:gd name="csY81" fmla="*/ 1791334 h 1967085"/>
              <a:gd name="csX82" fmla="*/ 842676 w 3072687"/>
              <a:gd name="csY82" fmla="*/ 1789152 h 1967085"/>
              <a:gd name="csX83" fmla="*/ 852952 w 3072687"/>
              <a:gd name="csY83" fmla="*/ 1786986 h 1967085"/>
              <a:gd name="csX84" fmla="*/ 863228 w 3072687"/>
              <a:gd name="csY84" fmla="*/ 1784820 h 1967085"/>
              <a:gd name="csX85" fmla="*/ 873506 w 3072687"/>
              <a:gd name="csY85" fmla="*/ 1782654 h 1967085"/>
              <a:gd name="csX86" fmla="*/ 883783 w 3072687"/>
              <a:gd name="csY86" fmla="*/ 1780472 h 1967085"/>
              <a:gd name="csX87" fmla="*/ 894059 w 3072687"/>
              <a:gd name="csY87" fmla="*/ 1778306 h 1967085"/>
              <a:gd name="csX88" fmla="*/ 904335 w 3072687"/>
              <a:gd name="csY88" fmla="*/ 1776140 h 1967085"/>
              <a:gd name="csX89" fmla="*/ 914612 w 3072687"/>
              <a:gd name="csY89" fmla="*/ 1773974 h 1967085"/>
              <a:gd name="csX90" fmla="*/ 924888 w 3072687"/>
              <a:gd name="csY90" fmla="*/ 1771792 h 1967085"/>
              <a:gd name="csX91" fmla="*/ 935164 w 3072687"/>
              <a:gd name="csY91" fmla="*/ 1769626 h 1967085"/>
              <a:gd name="csX92" fmla="*/ 945441 w 3072687"/>
              <a:gd name="csY92" fmla="*/ 1767460 h 1967085"/>
              <a:gd name="csX93" fmla="*/ 955719 w 3072687"/>
              <a:gd name="csY93" fmla="*/ 1765294 h 1967085"/>
              <a:gd name="csX94" fmla="*/ 965995 w 3072687"/>
              <a:gd name="csY94" fmla="*/ 1763128 h 1967085"/>
              <a:gd name="csX95" fmla="*/ 976271 w 3072687"/>
              <a:gd name="csY95" fmla="*/ 1760946 h 1967085"/>
              <a:gd name="csX96" fmla="*/ 986548 w 3072687"/>
              <a:gd name="csY96" fmla="*/ 1758780 h 1967085"/>
              <a:gd name="csX97" fmla="*/ 996824 w 3072687"/>
              <a:gd name="csY97" fmla="*/ 1756614 h 1967085"/>
              <a:gd name="csX98" fmla="*/ 1007100 w 3072687"/>
              <a:gd name="csY98" fmla="*/ 1754448 h 1967085"/>
              <a:gd name="csX99" fmla="*/ 1017377 w 3072687"/>
              <a:gd name="csY99" fmla="*/ 1752266 h 1967085"/>
              <a:gd name="csX100" fmla="*/ 1027653 w 3072687"/>
              <a:gd name="csY100" fmla="*/ 1750100 h 1967085"/>
              <a:gd name="csX101" fmla="*/ 1037931 w 3072687"/>
              <a:gd name="csY101" fmla="*/ 1747934 h 1967085"/>
              <a:gd name="csX102" fmla="*/ 1048199 w 3072687"/>
              <a:gd name="csY102" fmla="*/ 1745768 h 1967085"/>
              <a:gd name="csX103" fmla="*/ 1058480 w 3072687"/>
              <a:gd name="csY103" fmla="*/ 1743586 h 1967085"/>
              <a:gd name="csX104" fmla="*/ 1068761 w 3072687"/>
              <a:gd name="csY104" fmla="*/ 1741420 h 1967085"/>
              <a:gd name="csX105" fmla="*/ 1079043 w 3072687"/>
              <a:gd name="csY105" fmla="*/ 1739254 h 1967085"/>
              <a:gd name="csX106" fmla="*/ 1089308 w 3072687"/>
              <a:gd name="csY106" fmla="*/ 1737088 h 1967085"/>
              <a:gd name="csX107" fmla="*/ 1099589 w 3072687"/>
              <a:gd name="csY107" fmla="*/ 1734906 h 1967085"/>
              <a:gd name="csX108" fmla="*/ 1109870 w 3072687"/>
              <a:gd name="csY108" fmla="*/ 1732740 h 1967085"/>
              <a:gd name="csX109" fmla="*/ 1120135 w 3072687"/>
              <a:gd name="csY109" fmla="*/ 1730574 h 1967085"/>
              <a:gd name="csX110" fmla="*/ 1130416 w 3072687"/>
              <a:gd name="csY110" fmla="*/ 1728408 h 1967085"/>
              <a:gd name="csX111" fmla="*/ 1140697 w 3072687"/>
              <a:gd name="csY111" fmla="*/ 1726226 h 1967085"/>
              <a:gd name="csX112" fmla="*/ 1150978 w 3072687"/>
              <a:gd name="csY112" fmla="*/ 1724060 h 1967085"/>
              <a:gd name="csX113" fmla="*/ 1161244 w 3072687"/>
              <a:gd name="csY113" fmla="*/ 1721894 h 1967085"/>
              <a:gd name="csX114" fmla="*/ 1171525 w 3072687"/>
              <a:gd name="csY114" fmla="*/ 1719728 h 1967085"/>
              <a:gd name="csX115" fmla="*/ 1181806 w 3072687"/>
              <a:gd name="csY115" fmla="*/ 1717546 h 1967085"/>
              <a:gd name="csX116" fmla="*/ 1192071 w 3072687"/>
              <a:gd name="csY116" fmla="*/ 1715380 h 1967085"/>
              <a:gd name="csX117" fmla="*/ 1202352 w 3072687"/>
              <a:gd name="csY117" fmla="*/ 1713214 h 1967085"/>
              <a:gd name="csX118" fmla="*/ 1212633 w 3072687"/>
              <a:gd name="csY118" fmla="*/ 1711048 h 1967085"/>
              <a:gd name="csX119" fmla="*/ 1222914 w 3072687"/>
              <a:gd name="csY119" fmla="*/ 1708866 h 1967085"/>
              <a:gd name="csX120" fmla="*/ 1233180 w 3072687"/>
              <a:gd name="csY120" fmla="*/ 1706700 h 1967085"/>
              <a:gd name="csX121" fmla="*/ 1243461 w 3072687"/>
              <a:gd name="csY121" fmla="*/ 1704534 h 1967085"/>
              <a:gd name="csX122" fmla="*/ 1253742 w 3072687"/>
              <a:gd name="csY122" fmla="*/ 1702368 h 1967085"/>
              <a:gd name="csX123" fmla="*/ 1264007 w 3072687"/>
              <a:gd name="csY123" fmla="*/ 1700186 h 1967085"/>
              <a:gd name="csX124" fmla="*/ 1274288 w 3072687"/>
              <a:gd name="csY124" fmla="*/ 1698020 h 1967085"/>
              <a:gd name="csX125" fmla="*/ 1284569 w 3072687"/>
              <a:gd name="csY125" fmla="*/ 1695854 h 1967085"/>
              <a:gd name="csX126" fmla="*/ 1294850 w 3072687"/>
              <a:gd name="csY126" fmla="*/ 1693688 h 1967085"/>
              <a:gd name="csX127" fmla="*/ 1305116 w 3072687"/>
              <a:gd name="csY127" fmla="*/ 1691522 h 1967085"/>
              <a:gd name="csX128" fmla="*/ 1315397 w 3072687"/>
              <a:gd name="csY128" fmla="*/ 1689340 h 1967085"/>
              <a:gd name="csX129" fmla="*/ 1325678 w 3072687"/>
              <a:gd name="csY129" fmla="*/ 1687174 h 1967085"/>
              <a:gd name="csX130" fmla="*/ 1335943 w 3072687"/>
              <a:gd name="csY130" fmla="*/ 1685008 h 1967085"/>
              <a:gd name="csX131" fmla="*/ 1346224 w 3072687"/>
              <a:gd name="csY131" fmla="*/ 1682841 h 1967085"/>
              <a:gd name="csX132" fmla="*/ 1356505 w 3072687"/>
              <a:gd name="csY132" fmla="*/ 1680660 h 1967085"/>
              <a:gd name="csX133" fmla="*/ 1366786 w 3072687"/>
              <a:gd name="csY133" fmla="*/ 1678494 h 1967085"/>
              <a:gd name="csX134" fmla="*/ 1377052 w 3072687"/>
              <a:gd name="csY134" fmla="*/ 1676328 h 1967085"/>
              <a:gd name="csX135" fmla="*/ 1387333 w 3072687"/>
              <a:gd name="csY135" fmla="*/ 1674161 h 1967085"/>
              <a:gd name="csX136" fmla="*/ 1397614 w 3072687"/>
              <a:gd name="csY136" fmla="*/ 1671980 h 1967085"/>
              <a:gd name="csX137" fmla="*/ 1407879 w 3072687"/>
              <a:gd name="csY137" fmla="*/ 1669814 h 1967085"/>
              <a:gd name="csX138" fmla="*/ 1418160 w 3072687"/>
              <a:gd name="csY138" fmla="*/ 1667648 h 1967085"/>
              <a:gd name="csX139" fmla="*/ 1428441 w 3072687"/>
              <a:gd name="csY139" fmla="*/ 1665482 h 1967085"/>
              <a:gd name="csX140" fmla="*/ 1438722 w 3072687"/>
              <a:gd name="csY140" fmla="*/ 1663300 h 1967085"/>
              <a:gd name="csX141" fmla="*/ 1448988 w 3072687"/>
              <a:gd name="csY141" fmla="*/ 1661134 h 1967085"/>
              <a:gd name="csX142" fmla="*/ 1459269 w 3072687"/>
              <a:gd name="csY142" fmla="*/ 1658968 h 1967085"/>
              <a:gd name="csX143" fmla="*/ 1469550 w 3072687"/>
              <a:gd name="csY143" fmla="*/ 1656801 h 1967085"/>
              <a:gd name="csX144" fmla="*/ 1479815 w 3072687"/>
              <a:gd name="csY144" fmla="*/ 1654620 h 1967085"/>
              <a:gd name="csX145" fmla="*/ 1490096 w 3072687"/>
              <a:gd name="csY145" fmla="*/ 1652454 h 1967085"/>
              <a:gd name="csX146" fmla="*/ 1500377 w 3072687"/>
              <a:gd name="csY146" fmla="*/ 1650287 h 1967085"/>
              <a:gd name="csX147" fmla="*/ 1510658 w 3072687"/>
              <a:gd name="csY147" fmla="*/ 1648121 h 1967085"/>
              <a:gd name="csX148" fmla="*/ 1520924 w 3072687"/>
              <a:gd name="csY148" fmla="*/ 1645940 h 1967085"/>
              <a:gd name="csX149" fmla="*/ 1531205 w 3072687"/>
              <a:gd name="csY149" fmla="*/ 1643773 h 1967085"/>
              <a:gd name="csX150" fmla="*/ 1541486 w 3072687"/>
              <a:gd name="csY150" fmla="*/ 1641607 h 1967085"/>
              <a:gd name="csX151" fmla="*/ 1551751 w 3072687"/>
              <a:gd name="csY151" fmla="*/ 1639441 h 1967085"/>
              <a:gd name="csX152" fmla="*/ 1562032 w 3072687"/>
              <a:gd name="csY152" fmla="*/ 1637260 h 1967085"/>
              <a:gd name="csX153" fmla="*/ 1572313 w 3072687"/>
              <a:gd name="csY153" fmla="*/ 1635094 h 1967085"/>
              <a:gd name="csX154" fmla="*/ 1582594 w 3072687"/>
              <a:gd name="csY154" fmla="*/ 1632928 h 1967085"/>
              <a:gd name="csX155" fmla="*/ 1592860 w 3072687"/>
              <a:gd name="csY155" fmla="*/ 1630761 h 1967085"/>
              <a:gd name="csX156" fmla="*/ 1603141 w 3072687"/>
              <a:gd name="csY156" fmla="*/ 1628580 h 1967085"/>
              <a:gd name="csX157" fmla="*/ 1613422 w 3072687"/>
              <a:gd name="csY157" fmla="*/ 1626414 h 1967085"/>
              <a:gd name="csX158" fmla="*/ 1623687 w 3072687"/>
              <a:gd name="csY158" fmla="*/ 1624247 h 1967085"/>
              <a:gd name="csX159" fmla="*/ 1633968 w 3072687"/>
              <a:gd name="csY159" fmla="*/ 1622081 h 1967085"/>
              <a:gd name="csX160" fmla="*/ 1644249 w 3072687"/>
              <a:gd name="csY160" fmla="*/ 1619900 h 1967085"/>
              <a:gd name="csX161" fmla="*/ 1654530 w 3072687"/>
              <a:gd name="csY161" fmla="*/ 1617733 h 1967085"/>
              <a:gd name="csX162" fmla="*/ 1664795 w 3072687"/>
              <a:gd name="csY162" fmla="*/ 1615567 h 1967085"/>
              <a:gd name="csX163" fmla="*/ 1675077 w 3072687"/>
              <a:gd name="csY163" fmla="*/ 1613401 h 1967085"/>
              <a:gd name="csX164" fmla="*/ 1685358 w 3072687"/>
              <a:gd name="csY164" fmla="*/ 1611235 h 1967085"/>
              <a:gd name="csX165" fmla="*/ 1695623 w 3072687"/>
              <a:gd name="csY165" fmla="*/ 1609053 h 1967085"/>
              <a:gd name="csX166" fmla="*/ 1705904 w 3072687"/>
              <a:gd name="csY166" fmla="*/ 1606887 h 1967085"/>
              <a:gd name="csX167" fmla="*/ 1716185 w 3072687"/>
              <a:gd name="csY167" fmla="*/ 1604721 h 1967085"/>
              <a:gd name="csX168" fmla="*/ 1726450 w 3072687"/>
              <a:gd name="csY168" fmla="*/ 1602555 h 1967085"/>
              <a:gd name="csX169" fmla="*/ 1736731 w 3072687"/>
              <a:gd name="csY169" fmla="*/ 1600373 h 1967085"/>
              <a:gd name="csX170" fmla="*/ 1747012 w 3072687"/>
              <a:gd name="csY170" fmla="*/ 1598207 h 1967085"/>
              <a:gd name="csX171" fmla="*/ 1757294 w 3072687"/>
              <a:gd name="csY171" fmla="*/ 1596041 h 1967085"/>
              <a:gd name="csX172" fmla="*/ 1767559 w 3072687"/>
              <a:gd name="csY172" fmla="*/ 1593875 h 1967085"/>
              <a:gd name="csX173" fmla="*/ 1777840 w 3072687"/>
              <a:gd name="csY173" fmla="*/ 1591693 h 1967085"/>
              <a:gd name="csX174" fmla="*/ 1788121 w 3072687"/>
              <a:gd name="csY174" fmla="*/ 1589527 h 1967085"/>
              <a:gd name="csX175" fmla="*/ 1798386 w 3072687"/>
              <a:gd name="csY175" fmla="*/ 1587361 h 1967085"/>
              <a:gd name="csX176" fmla="*/ 1808667 w 3072687"/>
              <a:gd name="csY176" fmla="*/ 1585195 h 1967085"/>
              <a:gd name="csX177" fmla="*/ 1818948 w 3072687"/>
              <a:gd name="csY177" fmla="*/ 1583013 h 1967085"/>
              <a:gd name="csX178" fmla="*/ 1829229 w 3072687"/>
              <a:gd name="csY178" fmla="*/ 1580847 h 1967085"/>
              <a:gd name="csX179" fmla="*/ 1839495 w 3072687"/>
              <a:gd name="csY179" fmla="*/ 1578681 h 1967085"/>
              <a:gd name="csX180" fmla="*/ 1849776 w 3072687"/>
              <a:gd name="csY180" fmla="*/ 1576515 h 1967085"/>
              <a:gd name="csX181" fmla="*/ 1860057 w 3072687"/>
              <a:gd name="csY181" fmla="*/ 1574333 h 1967085"/>
              <a:gd name="csX182" fmla="*/ 1870322 w 3072687"/>
              <a:gd name="csY182" fmla="*/ 1572167 h 1967085"/>
              <a:gd name="csX183" fmla="*/ 1880603 w 3072687"/>
              <a:gd name="csY183" fmla="*/ 1570001 h 1967085"/>
              <a:gd name="csX184" fmla="*/ 1890884 w 3072687"/>
              <a:gd name="csY184" fmla="*/ 1567835 h 1967085"/>
              <a:gd name="csX185" fmla="*/ 1901165 w 3072687"/>
              <a:gd name="csY185" fmla="*/ 1565653 h 1967085"/>
              <a:gd name="csX186" fmla="*/ 1911431 w 3072687"/>
              <a:gd name="csY186" fmla="*/ 1563487 h 1967085"/>
              <a:gd name="csX187" fmla="*/ 1921712 w 3072687"/>
              <a:gd name="csY187" fmla="*/ 1561321 h 1967085"/>
              <a:gd name="csX188" fmla="*/ 1931993 w 3072687"/>
              <a:gd name="csY188" fmla="*/ 1559155 h 1967085"/>
              <a:gd name="csX189" fmla="*/ 1942258 w 3072687"/>
              <a:gd name="csY189" fmla="*/ 1556973 h 1967085"/>
              <a:gd name="csX190" fmla="*/ 1952539 w 3072687"/>
              <a:gd name="csY190" fmla="*/ 1554807 h 1967085"/>
              <a:gd name="csX191" fmla="*/ 1962820 w 3072687"/>
              <a:gd name="csY191" fmla="*/ 1552641 h 1967085"/>
              <a:gd name="csX192" fmla="*/ 1973101 w 3072687"/>
              <a:gd name="csY192" fmla="*/ 1550475 h 1967085"/>
              <a:gd name="csX193" fmla="*/ 1983367 w 3072687"/>
              <a:gd name="csY193" fmla="*/ 1548293 h 1967085"/>
              <a:gd name="csX194" fmla="*/ 1993648 w 3072687"/>
              <a:gd name="csY194" fmla="*/ 1546127 h 1967085"/>
              <a:gd name="csX195" fmla="*/ 2003929 w 3072687"/>
              <a:gd name="csY195" fmla="*/ 1543961 h 1967085"/>
              <a:gd name="csX196" fmla="*/ 2014194 w 3072687"/>
              <a:gd name="csY196" fmla="*/ 1541795 h 1967085"/>
              <a:gd name="csX197" fmla="*/ 2024475 w 3072687"/>
              <a:gd name="csY197" fmla="*/ 1539629 h 1967085"/>
              <a:gd name="csX198" fmla="*/ 2034756 w 3072687"/>
              <a:gd name="csY198" fmla="*/ 1537447 h 1967085"/>
              <a:gd name="csX199" fmla="*/ 2045037 w 3072687"/>
              <a:gd name="csY199" fmla="*/ 1535281 h 1967085"/>
              <a:gd name="csX200" fmla="*/ 2055303 w 3072687"/>
              <a:gd name="csY200" fmla="*/ 1533115 h 1967085"/>
              <a:gd name="csX201" fmla="*/ 2065584 w 3072687"/>
              <a:gd name="csY201" fmla="*/ 1530949 h 1967085"/>
              <a:gd name="csX202" fmla="*/ 2075865 w 3072687"/>
              <a:gd name="csY202" fmla="*/ 1528767 h 1967085"/>
              <a:gd name="csX203" fmla="*/ 2086130 w 3072687"/>
              <a:gd name="csY203" fmla="*/ 1526601 h 1967085"/>
              <a:gd name="csX204" fmla="*/ 2096411 w 3072687"/>
              <a:gd name="csY204" fmla="*/ 1524435 h 1967085"/>
              <a:gd name="csX205" fmla="*/ 2106692 w 3072687"/>
              <a:gd name="csY205" fmla="*/ 1522269 h 1967085"/>
              <a:gd name="csX206" fmla="*/ 2116973 w 3072687"/>
              <a:gd name="csY206" fmla="*/ 1520087 h 1967085"/>
              <a:gd name="csX207" fmla="*/ 2127239 w 3072687"/>
              <a:gd name="csY207" fmla="*/ 1517921 h 1967085"/>
              <a:gd name="csX208" fmla="*/ 2137520 w 3072687"/>
              <a:gd name="csY208" fmla="*/ 1515755 h 1967085"/>
              <a:gd name="csX209" fmla="*/ 2147801 w 3072687"/>
              <a:gd name="csY209" fmla="*/ 1513589 h 1967085"/>
              <a:gd name="csX210" fmla="*/ 2158066 w 3072687"/>
              <a:gd name="csY210" fmla="*/ 1511407 h 1967085"/>
              <a:gd name="csX211" fmla="*/ 2168347 w 3072687"/>
              <a:gd name="csY211" fmla="*/ 1509241 h 1967085"/>
              <a:gd name="csX212" fmla="*/ 2178628 w 3072687"/>
              <a:gd name="csY212" fmla="*/ 1507075 h 1967085"/>
              <a:gd name="csX213" fmla="*/ 2188909 w 3072687"/>
              <a:gd name="csY213" fmla="*/ 1504909 h 1967085"/>
              <a:gd name="csX214" fmla="*/ 2199175 w 3072687"/>
              <a:gd name="csY214" fmla="*/ 1502743 h 1967085"/>
              <a:gd name="csX215" fmla="*/ 2209456 w 3072687"/>
              <a:gd name="csY215" fmla="*/ 1500577 h 1967085"/>
              <a:gd name="csX216" fmla="*/ 2219737 w 3072687"/>
              <a:gd name="csY216" fmla="*/ 1498410 h 1967085"/>
              <a:gd name="csX217" fmla="*/ 2230002 w 3072687"/>
              <a:gd name="csY217" fmla="*/ 1496260 h 1967085"/>
              <a:gd name="csX218" fmla="*/ 2240283 w 3072687"/>
              <a:gd name="csY218" fmla="*/ 1494110 h 1967085"/>
              <a:gd name="csX219" fmla="*/ 2250564 w 3072687"/>
              <a:gd name="csY219" fmla="*/ 1491991 h 1967085"/>
              <a:gd name="csX220" fmla="*/ 2260845 w 3072687"/>
              <a:gd name="csY220" fmla="*/ 1489903 h 1967085"/>
              <a:gd name="csX221" fmla="*/ 2271111 w 3072687"/>
              <a:gd name="csY221" fmla="*/ 1487878 h 1967085"/>
              <a:gd name="csX222" fmla="*/ 2281392 w 3072687"/>
              <a:gd name="csY222" fmla="*/ 1485932 h 1967085"/>
              <a:gd name="csX223" fmla="*/ 2291673 w 3072687"/>
              <a:gd name="csY223" fmla="*/ 1484111 h 1967085"/>
              <a:gd name="csX224" fmla="*/ 2301938 w 3072687"/>
              <a:gd name="csY224" fmla="*/ 1482463 h 1967085"/>
              <a:gd name="csX225" fmla="*/ 2312219 w 3072687"/>
              <a:gd name="csY225" fmla="*/ 1481051 h 1967085"/>
              <a:gd name="csX226" fmla="*/ 2322500 w 3072687"/>
              <a:gd name="csY226" fmla="*/ 1479920 h 1967085"/>
              <a:gd name="csX227" fmla="*/ 2332781 w 3072687"/>
              <a:gd name="csY227" fmla="*/ 1479104 h 1967085"/>
              <a:gd name="csX228" fmla="*/ 2343047 w 3072687"/>
              <a:gd name="csY228" fmla="*/ 1478633 h 1967085"/>
              <a:gd name="csX229" fmla="*/ 2353328 w 3072687"/>
              <a:gd name="csY229" fmla="*/ 1478508 h 1967085"/>
              <a:gd name="csX230" fmla="*/ 2363609 w 3072687"/>
              <a:gd name="csY230" fmla="*/ 1478633 h 1967085"/>
              <a:gd name="csX231" fmla="*/ 2373874 w 3072687"/>
              <a:gd name="csY231" fmla="*/ 1478979 h 1967085"/>
              <a:gd name="csX232" fmla="*/ 2384155 w 3072687"/>
              <a:gd name="csY232" fmla="*/ 1479402 h 1967085"/>
              <a:gd name="csX233" fmla="*/ 2394436 w 3072687"/>
              <a:gd name="csY233" fmla="*/ 1479748 h 1967085"/>
              <a:gd name="csX234" fmla="*/ 2404717 w 3072687"/>
              <a:gd name="csY234" fmla="*/ 1479873 h 1967085"/>
              <a:gd name="csX235" fmla="*/ 2414983 w 3072687"/>
              <a:gd name="csY235" fmla="*/ 1479575 h 1967085"/>
              <a:gd name="csX236" fmla="*/ 2425264 w 3072687"/>
              <a:gd name="csY236" fmla="*/ 1478649 h 1967085"/>
              <a:gd name="csX237" fmla="*/ 2435545 w 3072687"/>
              <a:gd name="csY237" fmla="*/ 1476891 h 1967085"/>
              <a:gd name="csX238" fmla="*/ 2445810 w 3072687"/>
              <a:gd name="csY238" fmla="*/ 1474113 h 1967085"/>
              <a:gd name="csX239" fmla="*/ 2456091 w 3072687"/>
              <a:gd name="csY239" fmla="*/ 1470110 h 1967085"/>
              <a:gd name="csX240" fmla="*/ 2466372 w 3072687"/>
              <a:gd name="csY240" fmla="*/ 1464726 h 1967085"/>
              <a:gd name="csX241" fmla="*/ 2476637 w 3072687"/>
              <a:gd name="csY241" fmla="*/ 1457851 h 1967085"/>
              <a:gd name="csX242" fmla="*/ 2486918 w 3072687"/>
              <a:gd name="csY242" fmla="*/ 1449407 h 1967085"/>
              <a:gd name="csX243" fmla="*/ 2497200 w 3072687"/>
              <a:gd name="csY243" fmla="*/ 1439346 h 1967085"/>
              <a:gd name="csX244" fmla="*/ 2507480 w 3072687"/>
              <a:gd name="csY244" fmla="*/ 1427705 h 1967085"/>
              <a:gd name="csX245" fmla="*/ 2517746 w 3072687"/>
              <a:gd name="csY245" fmla="*/ 1414531 h 1967085"/>
              <a:gd name="csX246" fmla="*/ 2528027 w 3072687"/>
              <a:gd name="csY246" fmla="*/ 1399923 h 1967085"/>
              <a:gd name="csX247" fmla="*/ 2538308 w 3072687"/>
              <a:gd name="csY247" fmla="*/ 1384005 h 1967085"/>
              <a:gd name="csX248" fmla="*/ 2548573 w 3072687"/>
              <a:gd name="csY248" fmla="*/ 1366926 h 1967085"/>
              <a:gd name="csX249" fmla="*/ 2558854 w 3072687"/>
              <a:gd name="csY249" fmla="*/ 1348843 h 1967085"/>
              <a:gd name="csX250" fmla="*/ 2569135 w 3072687"/>
              <a:gd name="csY250" fmla="*/ 1329913 h 1967085"/>
              <a:gd name="csX251" fmla="*/ 2579417 w 3072687"/>
              <a:gd name="csY251" fmla="*/ 1310289 h 1967085"/>
              <a:gd name="csX252" fmla="*/ 2589682 w 3072687"/>
              <a:gd name="csY252" fmla="*/ 1290109 h 1967085"/>
              <a:gd name="csX253" fmla="*/ 2599963 w 3072687"/>
              <a:gd name="csY253" fmla="*/ 1269498 h 1967085"/>
              <a:gd name="csX254" fmla="*/ 2610244 w 3072687"/>
              <a:gd name="csY254" fmla="*/ 1248561 h 1967085"/>
              <a:gd name="csX255" fmla="*/ 2620509 w 3072687"/>
              <a:gd name="csY255" fmla="*/ 1227380 h 1967085"/>
              <a:gd name="csX256" fmla="*/ 2630790 w 3072687"/>
              <a:gd name="csY256" fmla="*/ 1206029 h 1967085"/>
              <a:gd name="csX257" fmla="*/ 2641071 w 3072687"/>
              <a:gd name="csY257" fmla="*/ 1184554 h 1967085"/>
              <a:gd name="csX258" fmla="*/ 2651352 w 3072687"/>
              <a:gd name="csY258" fmla="*/ 1162999 h 1967085"/>
              <a:gd name="csX259" fmla="*/ 2661618 w 3072687"/>
              <a:gd name="csY259" fmla="*/ 1141388 h 1967085"/>
              <a:gd name="csX260" fmla="*/ 2671899 w 3072687"/>
              <a:gd name="csY260" fmla="*/ 1119743 h 1967085"/>
              <a:gd name="csX261" fmla="*/ 2682180 w 3072687"/>
              <a:gd name="csY261" fmla="*/ 1098076 h 1967085"/>
              <a:gd name="csX262" fmla="*/ 2692445 w 3072687"/>
              <a:gd name="csY262" fmla="*/ 1076395 h 1967085"/>
              <a:gd name="csX263" fmla="*/ 2702726 w 3072687"/>
              <a:gd name="csY263" fmla="*/ 1054707 h 1967085"/>
              <a:gd name="csX264" fmla="*/ 2713007 w 3072687"/>
              <a:gd name="csY264" fmla="*/ 1033013 h 1967085"/>
              <a:gd name="csX265" fmla="*/ 2723288 w 3072687"/>
              <a:gd name="csY265" fmla="*/ 1011318 h 1967085"/>
              <a:gd name="csX266" fmla="*/ 2733554 w 3072687"/>
              <a:gd name="csY266" fmla="*/ 989620 h 1967085"/>
              <a:gd name="csX267" fmla="*/ 2743835 w 3072687"/>
              <a:gd name="csY267" fmla="*/ 967923 h 1967085"/>
              <a:gd name="csX268" fmla="*/ 2754116 w 3072687"/>
              <a:gd name="csY268" fmla="*/ 946224 h 1967085"/>
              <a:gd name="csX269" fmla="*/ 2764381 w 3072687"/>
              <a:gd name="csY269" fmla="*/ 924524 h 1967085"/>
              <a:gd name="csX270" fmla="*/ 2774662 w 3072687"/>
              <a:gd name="csY270" fmla="*/ 902825 h 1967085"/>
              <a:gd name="csX271" fmla="*/ 2784943 w 3072687"/>
              <a:gd name="csY271" fmla="*/ 881127 h 1967085"/>
              <a:gd name="csX272" fmla="*/ 2795224 w 3072687"/>
              <a:gd name="csY272" fmla="*/ 859428 h 1967085"/>
              <a:gd name="csX273" fmla="*/ 2805490 w 3072687"/>
              <a:gd name="csY273" fmla="*/ 837728 h 1967085"/>
              <a:gd name="csX274" fmla="*/ 2815771 w 3072687"/>
              <a:gd name="csY274" fmla="*/ 816030 h 1967085"/>
              <a:gd name="csX275" fmla="*/ 2826052 w 3072687"/>
              <a:gd name="csY275" fmla="*/ 794331 h 1967085"/>
              <a:gd name="csX276" fmla="*/ 2836317 w 3072687"/>
              <a:gd name="csY276" fmla="*/ 772633 h 1967085"/>
              <a:gd name="csX277" fmla="*/ 2846598 w 3072687"/>
              <a:gd name="csY277" fmla="*/ 750933 h 1967085"/>
              <a:gd name="csX278" fmla="*/ 2856879 w 3072687"/>
              <a:gd name="csY278" fmla="*/ 729234 h 1967085"/>
              <a:gd name="csX279" fmla="*/ 2867160 w 3072687"/>
              <a:gd name="csY279" fmla="*/ 707536 h 1967085"/>
              <a:gd name="csX280" fmla="*/ 2877425 w 3072687"/>
              <a:gd name="csY280" fmla="*/ 685837 h 1967085"/>
              <a:gd name="csX281" fmla="*/ 2887707 w 3072687"/>
              <a:gd name="csY281" fmla="*/ 664137 h 1967085"/>
              <a:gd name="csX282" fmla="*/ 2897988 w 3072687"/>
              <a:gd name="csY282" fmla="*/ 642439 h 1967085"/>
              <a:gd name="csX283" fmla="*/ 2908253 w 3072687"/>
              <a:gd name="csY283" fmla="*/ 620740 h 1967085"/>
              <a:gd name="csX284" fmla="*/ 2918534 w 3072687"/>
              <a:gd name="csY284" fmla="*/ 599042 h 1967085"/>
              <a:gd name="csX285" fmla="*/ 2928815 w 3072687"/>
              <a:gd name="csY285" fmla="*/ 577342 h 1967085"/>
              <a:gd name="csX286" fmla="*/ 2939096 w 3072687"/>
              <a:gd name="csY286" fmla="*/ 555643 h 1967085"/>
              <a:gd name="csX287" fmla="*/ 2949362 w 3072687"/>
              <a:gd name="csY287" fmla="*/ 533945 h 1967085"/>
              <a:gd name="csX288" fmla="*/ 2959643 w 3072687"/>
              <a:gd name="csY288" fmla="*/ 512245 h 1967085"/>
              <a:gd name="csX289" fmla="*/ 2969924 w 3072687"/>
              <a:gd name="csY289" fmla="*/ 490546 h 1967085"/>
              <a:gd name="csX290" fmla="*/ 2980189 w 3072687"/>
              <a:gd name="csY290" fmla="*/ 468847 h 1967085"/>
              <a:gd name="csX291" fmla="*/ 2990470 w 3072687"/>
              <a:gd name="csY291" fmla="*/ 447149 h 1967085"/>
              <a:gd name="csX292" fmla="*/ 3000751 w 3072687"/>
              <a:gd name="csY292" fmla="*/ 425449 h 1967085"/>
              <a:gd name="csX293" fmla="*/ 3011032 w 3072687"/>
              <a:gd name="csY293" fmla="*/ 403750 h 1967085"/>
              <a:gd name="csX294" fmla="*/ 3021298 w 3072687"/>
              <a:gd name="csY294" fmla="*/ 382052 h 1967085"/>
              <a:gd name="csX295" fmla="*/ 3031579 w 3072687"/>
              <a:gd name="csY295" fmla="*/ 360353 h 1967085"/>
              <a:gd name="csX296" fmla="*/ 3041859 w 3072687"/>
              <a:gd name="csY296" fmla="*/ 338653 h 1967085"/>
              <a:gd name="csX297" fmla="*/ 3052125 w 3072687"/>
              <a:gd name="csY297" fmla="*/ 316955 h 1967085"/>
              <a:gd name="csX298" fmla="*/ 3062406 w 3072687"/>
              <a:gd name="csY298" fmla="*/ 295256 h 1967085"/>
              <a:gd name="csX299" fmla="*/ 3072687 w 3072687"/>
              <a:gd name="csY299" fmla="*/ 273558 h 1967085"/>
              <a:gd name="csX300" fmla="*/ 3072687 w 3072687"/>
              <a:gd name="csY300" fmla="*/ 0 h 1967085"/>
              <a:gd name="csX301" fmla="*/ 3062406 w 3072687"/>
              <a:gd name="csY301" fmla="*/ 21699 h 1967085"/>
              <a:gd name="csX302" fmla="*/ 3052125 w 3072687"/>
              <a:gd name="csY302" fmla="*/ 43397 h 1967085"/>
              <a:gd name="csX303" fmla="*/ 3041859 w 3072687"/>
              <a:gd name="csY303" fmla="*/ 65097 h 1967085"/>
              <a:gd name="csX304" fmla="*/ 3031579 w 3072687"/>
              <a:gd name="csY304" fmla="*/ 86796 h 1967085"/>
              <a:gd name="csX305" fmla="*/ 3021298 w 3072687"/>
              <a:gd name="csY305" fmla="*/ 108494 h 1967085"/>
              <a:gd name="csX306" fmla="*/ 3011032 w 3072687"/>
              <a:gd name="csY306" fmla="*/ 130193 h 1967085"/>
              <a:gd name="csX307" fmla="*/ 3000751 w 3072687"/>
              <a:gd name="csY307" fmla="*/ 151893 h 1967085"/>
              <a:gd name="csX308" fmla="*/ 2990470 w 3072687"/>
              <a:gd name="csY308" fmla="*/ 173591 h 1967085"/>
              <a:gd name="csX309" fmla="*/ 2980189 w 3072687"/>
              <a:gd name="csY309" fmla="*/ 195290 h 1967085"/>
              <a:gd name="csX310" fmla="*/ 2969924 w 3072687"/>
              <a:gd name="csY310" fmla="*/ 216988 h 1967085"/>
              <a:gd name="csX311" fmla="*/ 2959643 w 3072687"/>
              <a:gd name="csY311" fmla="*/ 238689 h 1967085"/>
              <a:gd name="csX312" fmla="*/ 2949362 w 3072687"/>
              <a:gd name="csY312" fmla="*/ 260387 h 1967085"/>
              <a:gd name="csX313" fmla="*/ 2939096 w 3072687"/>
              <a:gd name="csY313" fmla="*/ 282086 h 1967085"/>
              <a:gd name="csX314" fmla="*/ 2928815 w 3072687"/>
              <a:gd name="csY314" fmla="*/ 303784 h 1967085"/>
              <a:gd name="csX315" fmla="*/ 2918534 w 3072687"/>
              <a:gd name="csY315" fmla="*/ 325484 h 1967085"/>
              <a:gd name="csX316" fmla="*/ 2908253 w 3072687"/>
              <a:gd name="csY316" fmla="*/ 347183 h 1967085"/>
              <a:gd name="csX317" fmla="*/ 2897988 w 3072687"/>
              <a:gd name="csY317" fmla="*/ 368881 h 1967085"/>
              <a:gd name="csX318" fmla="*/ 2887707 w 3072687"/>
              <a:gd name="csY318" fmla="*/ 390581 h 1967085"/>
              <a:gd name="csX319" fmla="*/ 2877425 w 3072687"/>
              <a:gd name="csY319" fmla="*/ 412280 h 1967085"/>
              <a:gd name="csX320" fmla="*/ 2867160 w 3072687"/>
              <a:gd name="csY320" fmla="*/ 433978 h 1967085"/>
              <a:gd name="csX321" fmla="*/ 2856879 w 3072687"/>
              <a:gd name="csY321" fmla="*/ 455677 h 1967085"/>
              <a:gd name="csX322" fmla="*/ 2846598 w 3072687"/>
              <a:gd name="csY322" fmla="*/ 477377 h 1967085"/>
              <a:gd name="csX323" fmla="*/ 2836317 w 3072687"/>
              <a:gd name="csY323" fmla="*/ 499075 h 1967085"/>
              <a:gd name="csX324" fmla="*/ 2826052 w 3072687"/>
              <a:gd name="csY324" fmla="*/ 520774 h 1967085"/>
              <a:gd name="csX325" fmla="*/ 2815771 w 3072687"/>
              <a:gd name="csY325" fmla="*/ 542472 h 1967085"/>
              <a:gd name="csX326" fmla="*/ 2805490 w 3072687"/>
              <a:gd name="csY326" fmla="*/ 564172 h 1967085"/>
              <a:gd name="csX327" fmla="*/ 2795224 w 3072687"/>
              <a:gd name="csY327" fmla="*/ 585871 h 1967085"/>
              <a:gd name="csX328" fmla="*/ 2784943 w 3072687"/>
              <a:gd name="csY328" fmla="*/ 607569 h 1967085"/>
              <a:gd name="csX329" fmla="*/ 2774662 w 3072687"/>
              <a:gd name="csY329" fmla="*/ 629268 h 1967085"/>
              <a:gd name="csX330" fmla="*/ 2764381 w 3072687"/>
              <a:gd name="csY330" fmla="*/ 650968 h 1967085"/>
              <a:gd name="csX331" fmla="*/ 2754116 w 3072687"/>
              <a:gd name="csY331" fmla="*/ 672667 h 1967085"/>
              <a:gd name="csX332" fmla="*/ 2743835 w 3072687"/>
              <a:gd name="csY332" fmla="*/ 694367 h 1967085"/>
              <a:gd name="csX333" fmla="*/ 2733554 w 3072687"/>
              <a:gd name="csY333" fmla="*/ 716065 h 1967085"/>
              <a:gd name="csX334" fmla="*/ 2723288 w 3072687"/>
              <a:gd name="csY334" fmla="*/ 737765 h 1967085"/>
              <a:gd name="csX335" fmla="*/ 2713007 w 3072687"/>
              <a:gd name="csY335" fmla="*/ 759465 h 1967085"/>
              <a:gd name="csX336" fmla="*/ 2702726 w 3072687"/>
              <a:gd name="csY336" fmla="*/ 781168 h 1967085"/>
              <a:gd name="csX337" fmla="*/ 2692445 w 3072687"/>
              <a:gd name="csY337" fmla="*/ 802873 h 1967085"/>
              <a:gd name="csX338" fmla="*/ 2682180 w 3072687"/>
              <a:gd name="csY338" fmla="*/ 824583 h 1967085"/>
              <a:gd name="csX339" fmla="*/ 2671899 w 3072687"/>
              <a:gd name="csY339" fmla="*/ 846299 h 1967085"/>
              <a:gd name="csX340" fmla="*/ 2661618 w 3072687"/>
              <a:gd name="csY340" fmla="*/ 868025 h 1967085"/>
              <a:gd name="csX341" fmla="*/ 2651352 w 3072687"/>
              <a:gd name="csY341" fmla="*/ 889769 h 1967085"/>
              <a:gd name="csX342" fmla="*/ 2641071 w 3072687"/>
              <a:gd name="csY342" fmla="*/ 911538 h 1967085"/>
              <a:gd name="csX343" fmla="*/ 2630790 w 3072687"/>
              <a:gd name="csY343" fmla="*/ 933344 h 1967085"/>
              <a:gd name="csX344" fmla="*/ 2620509 w 3072687"/>
              <a:gd name="csY344" fmla="*/ 955198 h 1967085"/>
              <a:gd name="csX345" fmla="*/ 2610244 w 3072687"/>
              <a:gd name="csY345" fmla="*/ 977117 h 1967085"/>
              <a:gd name="csX346" fmla="*/ 2599963 w 3072687"/>
              <a:gd name="csY346" fmla="*/ 999119 h 1967085"/>
              <a:gd name="csX347" fmla="*/ 2589682 w 3072687"/>
              <a:gd name="csY347" fmla="*/ 1021221 h 1967085"/>
              <a:gd name="csX348" fmla="*/ 2579417 w 3072687"/>
              <a:gd name="csY348" fmla="*/ 1043439 h 1967085"/>
              <a:gd name="csX349" fmla="*/ 2569135 w 3072687"/>
              <a:gd name="csY349" fmla="*/ 1065779 h 1967085"/>
              <a:gd name="csX350" fmla="*/ 2558854 w 3072687"/>
              <a:gd name="csY350" fmla="*/ 1088244 h 1967085"/>
              <a:gd name="csX351" fmla="*/ 2548573 w 3072687"/>
              <a:gd name="csY351" fmla="*/ 1110813 h 1967085"/>
              <a:gd name="csX352" fmla="*/ 2538308 w 3072687"/>
              <a:gd name="csY352" fmla="*/ 1133454 h 1967085"/>
              <a:gd name="csX353" fmla="*/ 2528027 w 3072687"/>
              <a:gd name="csY353" fmla="*/ 1156105 h 1967085"/>
              <a:gd name="csX354" fmla="*/ 2517746 w 3072687"/>
              <a:gd name="csY354" fmla="*/ 1178683 h 1967085"/>
              <a:gd name="csX355" fmla="*/ 2507480 w 3072687"/>
              <a:gd name="csY355" fmla="*/ 1201075 h 1967085"/>
              <a:gd name="csX356" fmla="*/ 2497200 w 3072687"/>
              <a:gd name="csY356" fmla="*/ 1223152 h 1967085"/>
              <a:gd name="csX357" fmla="*/ 2486918 w 3072687"/>
              <a:gd name="csY357" fmla="*/ 1244759 h 1967085"/>
              <a:gd name="csX358" fmla="*/ 2476637 w 3072687"/>
              <a:gd name="csY358" fmla="*/ 1265736 h 1967085"/>
              <a:gd name="csX359" fmla="*/ 2466372 w 3072687"/>
              <a:gd name="csY359" fmla="*/ 1285916 h 1967085"/>
              <a:gd name="csX360" fmla="*/ 2456091 w 3072687"/>
              <a:gd name="csY360" fmla="*/ 1305146 h 1967085"/>
              <a:gd name="csX361" fmla="*/ 2445810 w 3072687"/>
              <a:gd name="csY361" fmla="*/ 1323286 h 1967085"/>
              <a:gd name="csX362" fmla="*/ 2435545 w 3072687"/>
              <a:gd name="csY362" fmla="*/ 1340219 h 1967085"/>
              <a:gd name="csX363" fmla="*/ 2425264 w 3072687"/>
              <a:gd name="csY363" fmla="*/ 1355863 h 1967085"/>
              <a:gd name="csX364" fmla="*/ 2414983 w 3072687"/>
              <a:gd name="csY364" fmla="*/ 1370169 h 1967085"/>
              <a:gd name="csX365" fmla="*/ 2404717 w 3072687"/>
              <a:gd name="csY365" fmla="*/ 1383123 h 1967085"/>
              <a:gd name="csX366" fmla="*/ 2394436 w 3072687"/>
              <a:gd name="csY366" fmla="*/ 1394741 h 1967085"/>
              <a:gd name="csX367" fmla="*/ 2384155 w 3072687"/>
              <a:gd name="csY367" fmla="*/ 1405068 h 1967085"/>
              <a:gd name="csX368" fmla="*/ 2373874 w 3072687"/>
              <a:gd name="csY368" fmla="*/ 1414169 h 1967085"/>
              <a:gd name="csX369" fmla="*/ 2363609 w 3072687"/>
              <a:gd name="csY369" fmla="*/ 1422125 h 1967085"/>
              <a:gd name="csX370" fmla="*/ 2353328 w 3072687"/>
              <a:gd name="csY370" fmla="*/ 1429031 h 1967085"/>
              <a:gd name="csX371" fmla="*/ 2343047 w 3072687"/>
              <a:gd name="csY371" fmla="*/ 1434990 h 1967085"/>
              <a:gd name="csX372" fmla="*/ 2332781 w 3072687"/>
              <a:gd name="csY372" fmla="*/ 1440115 h 1967085"/>
              <a:gd name="csX373" fmla="*/ 2322500 w 3072687"/>
              <a:gd name="csY373" fmla="*/ 1444494 h 1967085"/>
              <a:gd name="csX374" fmla="*/ 2312219 w 3072687"/>
              <a:gd name="csY374" fmla="*/ 1448292 h 1967085"/>
              <a:gd name="csX375" fmla="*/ 2301938 w 3072687"/>
              <a:gd name="csY375" fmla="*/ 1451604 h 1967085"/>
              <a:gd name="csX376" fmla="*/ 2291673 w 3072687"/>
              <a:gd name="csY376" fmla="*/ 1454540 h 1967085"/>
              <a:gd name="csX377" fmla="*/ 2281392 w 3072687"/>
              <a:gd name="csY377" fmla="*/ 1457224 h 1967085"/>
              <a:gd name="csX378" fmla="*/ 2271111 w 3072687"/>
              <a:gd name="csY378" fmla="*/ 1459719 h 1967085"/>
              <a:gd name="csX379" fmla="*/ 2260845 w 3072687"/>
              <a:gd name="csY379" fmla="*/ 1462089 h 1967085"/>
              <a:gd name="csX380" fmla="*/ 2250564 w 3072687"/>
              <a:gd name="csY380" fmla="*/ 1464365 h 1967085"/>
              <a:gd name="csX381" fmla="*/ 2240283 w 3072687"/>
              <a:gd name="csY381" fmla="*/ 1466610 h 1967085"/>
              <a:gd name="csX382" fmla="*/ 2230002 w 3072687"/>
              <a:gd name="csY382" fmla="*/ 1468823 h 1967085"/>
              <a:gd name="csX383" fmla="*/ 2219737 w 3072687"/>
              <a:gd name="csY383" fmla="*/ 1471005 h 1967085"/>
              <a:gd name="csX384" fmla="*/ 2209456 w 3072687"/>
              <a:gd name="csY384" fmla="*/ 1473202 h 1967085"/>
              <a:gd name="csX385" fmla="*/ 2199175 w 3072687"/>
              <a:gd name="csY385" fmla="*/ 1475368 h 1967085"/>
              <a:gd name="csX386" fmla="*/ 2188909 w 3072687"/>
              <a:gd name="csY386" fmla="*/ 1477550 h 1967085"/>
              <a:gd name="csX387" fmla="*/ 2178628 w 3072687"/>
              <a:gd name="csY387" fmla="*/ 1479716 h 1967085"/>
              <a:gd name="csX388" fmla="*/ 2168347 w 3072687"/>
              <a:gd name="csY388" fmla="*/ 1481882 h 1967085"/>
              <a:gd name="csX389" fmla="*/ 2158066 w 3072687"/>
              <a:gd name="csY389" fmla="*/ 1484064 h 1967085"/>
              <a:gd name="csX390" fmla="*/ 2147801 w 3072687"/>
              <a:gd name="csY390" fmla="*/ 1486230 h 1967085"/>
              <a:gd name="csX391" fmla="*/ 2137520 w 3072687"/>
              <a:gd name="csY391" fmla="*/ 1488396 h 1967085"/>
              <a:gd name="csX392" fmla="*/ 2127239 w 3072687"/>
              <a:gd name="csY392" fmla="*/ 1490562 h 1967085"/>
              <a:gd name="csX393" fmla="*/ 2116973 w 3072687"/>
              <a:gd name="csY393" fmla="*/ 1492744 h 1967085"/>
              <a:gd name="csX394" fmla="*/ 2106692 w 3072687"/>
              <a:gd name="csY394" fmla="*/ 1494910 h 1967085"/>
              <a:gd name="csX395" fmla="*/ 2096411 w 3072687"/>
              <a:gd name="csY395" fmla="*/ 1497076 h 1967085"/>
              <a:gd name="csX396" fmla="*/ 2086130 w 3072687"/>
              <a:gd name="csY396" fmla="*/ 1499242 h 1967085"/>
              <a:gd name="csX397" fmla="*/ 2075865 w 3072687"/>
              <a:gd name="csY397" fmla="*/ 1501409 h 1967085"/>
              <a:gd name="csX398" fmla="*/ 2065584 w 3072687"/>
              <a:gd name="csY398" fmla="*/ 1503590 h 1967085"/>
              <a:gd name="csX399" fmla="*/ 2055303 w 3072687"/>
              <a:gd name="csY399" fmla="*/ 1505756 h 1967085"/>
              <a:gd name="csX400" fmla="*/ 2045037 w 3072687"/>
              <a:gd name="csY400" fmla="*/ 1507922 h 1967085"/>
              <a:gd name="csX401" fmla="*/ 2034756 w 3072687"/>
              <a:gd name="csY401" fmla="*/ 1510089 h 1967085"/>
              <a:gd name="csX402" fmla="*/ 2024475 w 3072687"/>
              <a:gd name="csY402" fmla="*/ 1512270 h 1967085"/>
              <a:gd name="csX403" fmla="*/ 2014194 w 3072687"/>
              <a:gd name="csY403" fmla="*/ 1514436 h 1967085"/>
              <a:gd name="csX404" fmla="*/ 2003929 w 3072687"/>
              <a:gd name="csY404" fmla="*/ 1516603 h 1967085"/>
              <a:gd name="csX405" fmla="*/ 1993648 w 3072687"/>
              <a:gd name="csY405" fmla="*/ 1518768 h 1967085"/>
              <a:gd name="csX406" fmla="*/ 1983367 w 3072687"/>
              <a:gd name="csY406" fmla="*/ 1520950 h 1967085"/>
              <a:gd name="csX407" fmla="*/ 1973101 w 3072687"/>
              <a:gd name="csY407" fmla="*/ 1523116 h 1967085"/>
              <a:gd name="csX408" fmla="*/ 1962820 w 3072687"/>
              <a:gd name="csY408" fmla="*/ 1525282 h 1967085"/>
              <a:gd name="csX409" fmla="*/ 1952539 w 3072687"/>
              <a:gd name="csY409" fmla="*/ 1527449 h 1967085"/>
              <a:gd name="csX410" fmla="*/ 1942258 w 3072687"/>
              <a:gd name="csY410" fmla="*/ 1529630 h 1967085"/>
              <a:gd name="csX411" fmla="*/ 1931993 w 3072687"/>
              <a:gd name="csY411" fmla="*/ 1531796 h 1967085"/>
              <a:gd name="csX412" fmla="*/ 1921712 w 3072687"/>
              <a:gd name="csY412" fmla="*/ 1533963 h 1967085"/>
              <a:gd name="csX413" fmla="*/ 1911431 w 3072687"/>
              <a:gd name="csY413" fmla="*/ 1536129 h 1967085"/>
              <a:gd name="csX414" fmla="*/ 1901165 w 3072687"/>
              <a:gd name="csY414" fmla="*/ 1538310 h 1967085"/>
              <a:gd name="csX415" fmla="*/ 1890884 w 3072687"/>
              <a:gd name="csY415" fmla="*/ 1540477 h 1967085"/>
              <a:gd name="csX416" fmla="*/ 1880603 w 3072687"/>
              <a:gd name="csY416" fmla="*/ 1542643 h 1967085"/>
              <a:gd name="csX417" fmla="*/ 1870322 w 3072687"/>
              <a:gd name="csY417" fmla="*/ 1544809 h 1967085"/>
              <a:gd name="csX418" fmla="*/ 1860057 w 3072687"/>
              <a:gd name="csY418" fmla="*/ 1546991 h 1967085"/>
              <a:gd name="csX419" fmla="*/ 1849776 w 3072687"/>
              <a:gd name="csY419" fmla="*/ 1549157 h 1967085"/>
              <a:gd name="csX420" fmla="*/ 1839495 w 3072687"/>
              <a:gd name="csY420" fmla="*/ 1551323 h 1967085"/>
              <a:gd name="csX421" fmla="*/ 1829229 w 3072687"/>
              <a:gd name="csY421" fmla="*/ 1553489 h 1967085"/>
              <a:gd name="csX422" fmla="*/ 1818948 w 3072687"/>
              <a:gd name="csY422" fmla="*/ 1555670 h 1967085"/>
              <a:gd name="csX423" fmla="*/ 1808667 w 3072687"/>
              <a:gd name="csY423" fmla="*/ 1557836 h 1967085"/>
              <a:gd name="csX424" fmla="*/ 1798386 w 3072687"/>
              <a:gd name="csY424" fmla="*/ 1560003 h 1967085"/>
              <a:gd name="csX425" fmla="*/ 1788121 w 3072687"/>
              <a:gd name="csY425" fmla="*/ 1562169 h 1967085"/>
              <a:gd name="csX426" fmla="*/ 1777840 w 3072687"/>
              <a:gd name="csY426" fmla="*/ 1564350 h 1967085"/>
              <a:gd name="csX427" fmla="*/ 1767559 w 3072687"/>
              <a:gd name="csY427" fmla="*/ 1566517 h 1967085"/>
              <a:gd name="csX428" fmla="*/ 1757294 w 3072687"/>
              <a:gd name="csY428" fmla="*/ 1568683 h 1967085"/>
              <a:gd name="csX429" fmla="*/ 1747012 w 3072687"/>
              <a:gd name="csY429" fmla="*/ 1570849 h 1967085"/>
              <a:gd name="csX430" fmla="*/ 1736731 w 3072687"/>
              <a:gd name="csY430" fmla="*/ 1573015 h 1967085"/>
              <a:gd name="csX431" fmla="*/ 1726450 w 3072687"/>
              <a:gd name="csY431" fmla="*/ 1575197 h 1967085"/>
              <a:gd name="csX432" fmla="*/ 1716185 w 3072687"/>
              <a:gd name="csY432" fmla="*/ 1577363 h 1967085"/>
              <a:gd name="csX433" fmla="*/ 1705904 w 3072687"/>
              <a:gd name="csY433" fmla="*/ 1579529 h 1967085"/>
              <a:gd name="csX434" fmla="*/ 1695623 w 3072687"/>
              <a:gd name="csY434" fmla="*/ 1581695 h 1967085"/>
              <a:gd name="csX435" fmla="*/ 1685358 w 3072687"/>
              <a:gd name="csY435" fmla="*/ 1583877 h 1967085"/>
              <a:gd name="csX436" fmla="*/ 1675077 w 3072687"/>
              <a:gd name="csY436" fmla="*/ 1586043 h 1967085"/>
              <a:gd name="csX437" fmla="*/ 1664795 w 3072687"/>
              <a:gd name="csY437" fmla="*/ 1588209 h 1967085"/>
              <a:gd name="csX438" fmla="*/ 1654530 w 3072687"/>
              <a:gd name="csY438" fmla="*/ 1590375 h 1967085"/>
              <a:gd name="csX439" fmla="*/ 1644249 w 3072687"/>
              <a:gd name="csY439" fmla="*/ 1592557 h 1967085"/>
              <a:gd name="csX440" fmla="*/ 1633968 w 3072687"/>
              <a:gd name="csY440" fmla="*/ 1594723 h 1967085"/>
              <a:gd name="csX441" fmla="*/ 1623687 w 3072687"/>
              <a:gd name="csY441" fmla="*/ 1596889 h 1967085"/>
              <a:gd name="csX442" fmla="*/ 1613422 w 3072687"/>
              <a:gd name="csY442" fmla="*/ 1599055 h 1967085"/>
              <a:gd name="csX443" fmla="*/ 1603141 w 3072687"/>
              <a:gd name="csY443" fmla="*/ 1601237 h 1967085"/>
              <a:gd name="csX444" fmla="*/ 1592860 w 3072687"/>
              <a:gd name="csY444" fmla="*/ 1603403 h 1967085"/>
              <a:gd name="csX445" fmla="*/ 1582594 w 3072687"/>
              <a:gd name="csY445" fmla="*/ 1605569 h 1967085"/>
              <a:gd name="csX446" fmla="*/ 1572313 w 3072687"/>
              <a:gd name="csY446" fmla="*/ 1607735 h 1967085"/>
              <a:gd name="csX447" fmla="*/ 1562032 w 3072687"/>
              <a:gd name="csY447" fmla="*/ 1609917 h 1967085"/>
              <a:gd name="csX448" fmla="*/ 1551751 w 3072687"/>
              <a:gd name="csY448" fmla="*/ 1612083 h 1967085"/>
              <a:gd name="csX449" fmla="*/ 1541486 w 3072687"/>
              <a:gd name="csY449" fmla="*/ 1614249 h 1967085"/>
              <a:gd name="csX450" fmla="*/ 1531205 w 3072687"/>
              <a:gd name="csY450" fmla="*/ 1616415 h 1967085"/>
              <a:gd name="csX451" fmla="*/ 1520924 w 3072687"/>
              <a:gd name="csY451" fmla="*/ 1618597 h 1967085"/>
              <a:gd name="csX452" fmla="*/ 1510658 w 3072687"/>
              <a:gd name="csY452" fmla="*/ 1620763 h 1967085"/>
              <a:gd name="csX453" fmla="*/ 1500377 w 3072687"/>
              <a:gd name="csY453" fmla="*/ 1622929 h 1967085"/>
              <a:gd name="csX454" fmla="*/ 1490096 w 3072687"/>
              <a:gd name="csY454" fmla="*/ 1625095 h 1967085"/>
              <a:gd name="csX455" fmla="*/ 1479815 w 3072687"/>
              <a:gd name="csY455" fmla="*/ 1627277 h 1967085"/>
              <a:gd name="csX456" fmla="*/ 1469550 w 3072687"/>
              <a:gd name="csY456" fmla="*/ 1629443 h 1967085"/>
              <a:gd name="csX457" fmla="*/ 1459269 w 3072687"/>
              <a:gd name="csY457" fmla="*/ 1631609 h 1967085"/>
              <a:gd name="csX458" fmla="*/ 1448988 w 3072687"/>
              <a:gd name="csY458" fmla="*/ 1633775 h 1967085"/>
              <a:gd name="csX459" fmla="*/ 1438722 w 3072687"/>
              <a:gd name="csY459" fmla="*/ 1635957 h 1967085"/>
              <a:gd name="csX460" fmla="*/ 1428441 w 3072687"/>
              <a:gd name="csY460" fmla="*/ 1638123 h 1967085"/>
              <a:gd name="csX461" fmla="*/ 1418160 w 3072687"/>
              <a:gd name="csY461" fmla="*/ 1640289 h 1967085"/>
              <a:gd name="csX462" fmla="*/ 1407879 w 3072687"/>
              <a:gd name="csY462" fmla="*/ 1642455 h 1967085"/>
              <a:gd name="csX463" fmla="*/ 1397614 w 3072687"/>
              <a:gd name="csY463" fmla="*/ 1644621 h 1967085"/>
              <a:gd name="csX464" fmla="*/ 1387333 w 3072687"/>
              <a:gd name="csY464" fmla="*/ 1646803 h 1967085"/>
              <a:gd name="csX465" fmla="*/ 1377052 w 3072687"/>
              <a:gd name="csY465" fmla="*/ 1648969 h 1967085"/>
              <a:gd name="csX466" fmla="*/ 1366786 w 3072687"/>
              <a:gd name="csY466" fmla="*/ 1651135 h 1967085"/>
              <a:gd name="csX467" fmla="*/ 1356505 w 3072687"/>
              <a:gd name="csY467" fmla="*/ 1653301 h 1967085"/>
              <a:gd name="csX468" fmla="*/ 1346224 w 3072687"/>
              <a:gd name="csY468" fmla="*/ 1655483 h 1967085"/>
              <a:gd name="csX469" fmla="*/ 1335943 w 3072687"/>
              <a:gd name="csY469" fmla="*/ 1657649 h 1967085"/>
              <a:gd name="csX470" fmla="*/ 1325678 w 3072687"/>
              <a:gd name="csY470" fmla="*/ 1659815 h 1967085"/>
              <a:gd name="csX471" fmla="*/ 1315397 w 3072687"/>
              <a:gd name="csY471" fmla="*/ 1661981 h 1967085"/>
              <a:gd name="csX472" fmla="*/ 1305116 w 3072687"/>
              <a:gd name="csY472" fmla="*/ 1664163 h 1967085"/>
              <a:gd name="csX473" fmla="*/ 1294850 w 3072687"/>
              <a:gd name="csY473" fmla="*/ 1666329 h 1967085"/>
              <a:gd name="csX474" fmla="*/ 1284569 w 3072687"/>
              <a:gd name="csY474" fmla="*/ 1668495 h 1967085"/>
              <a:gd name="csX475" fmla="*/ 1274288 w 3072687"/>
              <a:gd name="csY475" fmla="*/ 1670661 h 1967085"/>
              <a:gd name="csX476" fmla="*/ 1264007 w 3072687"/>
              <a:gd name="csY476" fmla="*/ 1672843 h 1967085"/>
              <a:gd name="csX477" fmla="*/ 1253742 w 3072687"/>
              <a:gd name="csY477" fmla="*/ 1675009 h 1967085"/>
              <a:gd name="csX478" fmla="*/ 1243461 w 3072687"/>
              <a:gd name="csY478" fmla="*/ 1677175 h 1967085"/>
              <a:gd name="csX479" fmla="*/ 1233180 w 3072687"/>
              <a:gd name="csY479" fmla="*/ 1679341 h 1967085"/>
              <a:gd name="csX480" fmla="*/ 1222914 w 3072687"/>
              <a:gd name="csY480" fmla="*/ 1681523 h 1967085"/>
              <a:gd name="csX481" fmla="*/ 1212633 w 3072687"/>
              <a:gd name="csY481" fmla="*/ 1683689 h 1967085"/>
              <a:gd name="csX482" fmla="*/ 1202352 w 3072687"/>
              <a:gd name="csY482" fmla="*/ 1685855 h 1967085"/>
              <a:gd name="csX483" fmla="*/ 1192071 w 3072687"/>
              <a:gd name="csY483" fmla="*/ 1688021 h 1967085"/>
              <a:gd name="csX484" fmla="*/ 1181806 w 3072687"/>
              <a:gd name="csY484" fmla="*/ 1690203 h 1967085"/>
              <a:gd name="csX485" fmla="*/ 1171525 w 3072687"/>
              <a:gd name="csY485" fmla="*/ 1692369 h 1967085"/>
              <a:gd name="csX486" fmla="*/ 1161244 w 3072687"/>
              <a:gd name="csY486" fmla="*/ 1694535 h 1967085"/>
              <a:gd name="csX487" fmla="*/ 1150978 w 3072687"/>
              <a:gd name="csY487" fmla="*/ 1696701 h 1967085"/>
              <a:gd name="csX488" fmla="*/ 1140697 w 3072687"/>
              <a:gd name="csY488" fmla="*/ 1698883 h 1967085"/>
              <a:gd name="csX489" fmla="*/ 1130416 w 3072687"/>
              <a:gd name="csY489" fmla="*/ 1701049 h 1967085"/>
              <a:gd name="csX490" fmla="*/ 1120135 w 3072687"/>
              <a:gd name="csY490" fmla="*/ 1703215 h 1967085"/>
              <a:gd name="csX491" fmla="*/ 1109870 w 3072687"/>
              <a:gd name="csY491" fmla="*/ 1705381 h 1967085"/>
              <a:gd name="csX492" fmla="*/ 1099589 w 3072687"/>
              <a:gd name="csY492" fmla="*/ 1707563 h 1967085"/>
              <a:gd name="csX493" fmla="*/ 1089308 w 3072687"/>
              <a:gd name="csY493" fmla="*/ 1709729 h 1967085"/>
              <a:gd name="csX494" fmla="*/ 1079043 w 3072687"/>
              <a:gd name="csY494" fmla="*/ 1711895 h 1967085"/>
              <a:gd name="csX495" fmla="*/ 1068761 w 3072687"/>
              <a:gd name="csY495" fmla="*/ 1714061 h 1967085"/>
              <a:gd name="csX496" fmla="*/ 1058480 w 3072687"/>
              <a:gd name="csY496" fmla="*/ 1716243 h 1967085"/>
              <a:gd name="csX497" fmla="*/ 1048199 w 3072687"/>
              <a:gd name="csY497" fmla="*/ 1718409 h 1967085"/>
              <a:gd name="csX498" fmla="*/ 1037931 w 3072687"/>
              <a:gd name="csY498" fmla="*/ 1720575 h 1967085"/>
              <a:gd name="csX499" fmla="*/ 1027653 w 3072687"/>
              <a:gd name="csY499" fmla="*/ 1722741 h 1967085"/>
              <a:gd name="csX500" fmla="*/ 1017377 w 3072687"/>
              <a:gd name="csY500" fmla="*/ 1724908 h 1967085"/>
              <a:gd name="csX501" fmla="*/ 1007100 w 3072687"/>
              <a:gd name="csY501" fmla="*/ 1727089 h 1967085"/>
              <a:gd name="csX502" fmla="*/ 996824 w 3072687"/>
              <a:gd name="csY502" fmla="*/ 1729255 h 1967085"/>
              <a:gd name="csX503" fmla="*/ 986548 w 3072687"/>
              <a:gd name="csY503" fmla="*/ 1731422 h 1967085"/>
              <a:gd name="csX504" fmla="*/ 976271 w 3072687"/>
              <a:gd name="csY504" fmla="*/ 1733588 h 1967085"/>
              <a:gd name="csX505" fmla="*/ 965995 w 3072687"/>
              <a:gd name="csY505" fmla="*/ 1735769 h 1967085"/>
              <a:gd name="csX506" fmla="*/ 955719 w 3072687"/>
              <a:gd name="csY506" fmla="*/ 1737935 h 1967085"/>
              <a:gd name="csX507" fmla="*/ 945441 w 3072687"/>
              <a:gd name="csY507" fmla="*/ 1740101 h 1967085"/>
              <a:gd name="csX508" fmla="*/ 935164 w 3072687"/>
              <a:gd name="csY508" fmla="*/ 1742267 h 1967085"/>
              <a:gd name="csX509" fmla="*/ 924888 w 3072687"/>
              <a:gd name="csY509" fmla="*/ 1744449 h 1967085"/>
              <a:gd name="csX510" fmla="*/ 914612 w 3072687"/>
              <a:gd name="csY510" fmla="*/ 1746615 h 1967085"/>
              <a:gd name="csX511" fmla="*/ 904335 w 3072687"/>
              <a:gd name="csY511" fmla="*/ 1748781 h 1967085"/>
              <a:gd name="csX512" fmla="*/ 894059 w 3072687"/>
              <a:gd name="csY512" fmla="*/ 1750948 h 1967085"/>
              <a:gd name="csX513" fmla="*/ 883783 w 3072687"/>
              <a:gd name="csY513" fmla="*/ 1753129 h 1967085"/>
              <a:gd name="csX514" fmla="*/ 873506 w 3072687"/>
              <a:gd name="csY514" fmla="*/ 1755295 h 1967085"/>
              <a:gd name="csX515" fmla="*/ 863228 w 3072687"/>
              <a:gd name="csY515" fmla="*/ 1757462 h 1967085"/>
              <a:gd name="csX516" fmla="*/ 852952 w 3072687"/>
              <a:gd name="csY516" fmla="*/ 1759628 h 1967085"/>
              <a:gd name="csX517" fmla="*/ 842676 w 3072687"/>
              <a:gd name="csY517" fmla="*/ 1761809 h 1967085"/>
              <a:gd name="csX518" fmla="*/ 832399 w 3072687"/>
              <a:gd name="csY518" fmla="*/ 1763976 h 1967085"/>
              <a:gd name="csX519" fmla="*/ 822123 w 3072687"/>
              <a:gd name="csY519" fmla="*/ 1766142 h 1967085"/>
              <a:gd name="csX520" fmla="*/ 811847 w 3072687"/>
              <a:gd name="csY520" fmla="*/ 1768308 h 1967085"/>
              <a:gd name="csX521" fmla="*/ 801570 w 3072687"/>
              <a:gd name="csY521" fmla="*/ 1770490 h 1967085"/>
              <a:gd name="csX522" fmla="*/ 791294 w 3072687"/>
              <a:gd name="csY522" fmla="*/ 1772655 h 1967085"/>
              <a:gd name="csX523" fmla="*/ 781016 w 3072687"/>
              <a:gd name="csY523" fmla="*/ 1774822 h 1967085"/>
              <a:gd name="csX524" fmla="*/ 770740 w 3072687"/>
              <a:gd name="csY524" fmla="*/ 1776988 h 1967085"/>
              <a:gd name="csX525" fmla="*/ 760463 w 3072687"/>
              <a:gd name="csY525" fmla="*/ 1779169 h 1967085"/>
              <a:gd name="csX526" fmla="*/ 750187 w 3072687"/>
              <a:gd name="csY526" fmla="*/ 1781335 h 1967085"/>
              <a:gd name="csX527" fmla="*/ 739911 w 3072687"/>
              <a:gd name="csY527" fmla="*/ 1783502 h 1967085"/>
              <a:gd name="csX528" fmla="*/ 729634 w 3072687"/>
              <a:gd name="csY528" fmla="*/ 1785668 h 1967085"/>
              <a:gd name="csX529" fmla="*/ 719358 w 3072687"/>
              <a:gd name="csY529" fmla="*/ 1787849 h 1967085"/>
              <a:gd name="csX530" fmla="*/ 709082 w 3072687"/>
              <a:gd name="csY530" fmla="*/ 1790016 h 1967085"/>
              <a:gd name="csX531" fmla="*/ 698804 w 3072687"/>
              <a:gd name="csY531" fmla="*/ 1792182 h 1967085"/>
              <a:gd name="csX532" fmla="*/ 688527 w 3072687"/>
              <a:gd name="csY532" fmla="*/ 1794348 h 1967085"/>
              <a:gd name="csX533" fmla="*/ 678251 w 3072687"/>
              <a:gd name="csY533" fmla="*/ 1796514 h 1967085"/>
              <a:gd name="csX534" fmla="*/ 667975 w 3072687"/>
              <a:gd name="csY534" fmla="*/ 1798696 h 1967085"/>
              <a:gd name="csX535" fmla="*/ 657698 w 3072687"/>
              <a:gd name="csY535" fmla="*/ 1800862 h 1967085"/>
              <a:gd name="csX536" fmla="*/ 647422 w 3072687"/>
              <a:gd name="csY536" fmla="*/ 1803028 h 1967085"/>
              <a:gd name="csX537" fmla="*/ 637146 w 3072687"/>
              <a:gd name="csY537" fmla="*/ 1805194 h 1967085"/>
              <a:gd name="csX538" fmla="*/ 626869 w 3072687"/>
              <a:gd name="csY538" fmla="*/ 1807376 h 1967085"/>
              <a:gd name="csX539" fmla="*/ 616591 w 3072687"/>
              <a:gd name="csY539" fmla="*/ 1809542 h 1967085"/>
              <a:gd name="csX540" fmla="*/ 606315 w 3072687"/>
              <a:gd name="csY540" fmla="*/ 1811708 h 1967085"/>
              <a:gd name="csX541" fmla="*/ 596039 w 3072687"/>
              <a:gd name="csY541" fmla="*/ 1813874 h 1967085"/>
              <a:gd name="csX542" fmla="*/ 585762 w 3072687"/>
              <a:gd name="csY542" fmla="*/ 1816056 h 1967085"/>
              <a:gd name="csX543" fmla="*/ 575486 w 3072687"/>
              <a:gd name="csY543" fmla="*/ 1818222 h 1967085"/>
              <a:gd name="csX544" fmla="*/ 565210 w 3072687"/>
              <a:gd name="csY544" fmla="*/ 1820388 h 1967085"/>
              <a:gd name="csX545" fmla="*/ 554933 w 3072687"/>
              <a:gd name="csY545" fmla="*/ 1822554 h 1967085"/>
              <a:gd name="csX546" fmla="*/ 544657 w 3072687"/>
              <a:gd name="csY546" fmla="*/ 1824736 h 1967085"/>
              <a:gd name="csX547" fmla="*/ 534379 w 3072687"/>
              <a:gd name="csY547" fmla="*/ 1826902 h 1967085"/>
              <a:gd name="csX548" fmla="*/ 524103 w 3072687"/>
              <a:gd name="csY548" fmla="*/ 1829068 h 1967085"/>
              <a:gd name="csX549" fmla="*/ 513826 w 3072687"/>
              <a:gd name="csY549" fmla="*/ 1831234 h 1967085"/>
              <a:gd name="csX550" fmla="*/ 503550 w 3072687"/>
              <a:gd name="csY550" fmla="*/ 1833416 h 1967085"/>
              <a:gd name="csX551" fmla="*/ 493274 w 3072687"/>
              <a:gd name="csY551" fmla="*/ 1835582 h 1967085"/>
              <a:gd name="csX552" fmla="*/ 482997 w 3072687"/>
              <a:gd name="csY552" fmla="*/ 1837748 h 1967085"/>
              <a:gd name="csX553" fmla="*/ 472721 w 3072687"/>
              <a:gd name="csY553" fmla="*/ 1839914 h 1967085"/>
              <a:gd name="csX554" fmla="*/ 462445 w 3072687"/>
              <a:gd name="csY554" fmla="*/ 1842096 h 1967085"/>
              <a:gd name="csX555" fmla="*/ 452167 w 3072687"/>
              <a:gd name="csY555" fmla="*/ 1844262 h 1967085"/>
              <a:gd name="csX556" fmla="*/ 441890 w 3072687"/>
              <a:gd name="csY556" fmla="*/ 1846428 h 1967085"/>
              <a:gd name="csX557" fmla="*/ 431614 w 3072687"/>
              <a:gd name="csY557" fmla="*/ 1848594 h 1967085"/>
              <a:gd name="csX558" fmla="*/ 421338 w 3072687"/>
              <a:gd name="csY558" fmla="*/ 1850776 h 1967085"/>
              <a:gd name="csX559" fmla="*/ 411061 w 3072687"/>
              <a:gd name="csY559" fmla="*/ 1852942 h 1967085"/>
              <a:gd name="csX560" fmla="*/ 400785 w 3072687"/>
              <a:gd name="csY560" fmla="*/ 1855108 h 1967085"/>
              <a:gd name="csX561" fmla="*/ 390509 w 3072687"/>
              <a:gd name="csY561" fmla="*/ 1857274 h 1967085"/>
              <a:gd name="csX562" fmla="*/ 380232 w 3072687"/>
              <a:gd name="csY562" fmla="*/ 1859456 h 1967085"/>
              <a:gd name="csX563" fmla="*/ 369955 w 3072687"/>
              <a:gd name="csY563" fmla="*/ 1861622 h 1967085"/>
              <a:gd name="csX564" fmla="*/ 359678 w 3072687"/>
              <a:gd name="csY564" fmla="*/ 1863788 h 1967085"/>
              <a:gd name="csX565" fmla="*/ 349402 w 3072687"/>
              <a:gd name="csY565" fmla="*/ 1865954 h 1967085"/>
              <a:gd name="csX566" fmla="*/ 339126 w 3072687"/>
              <a:gd name="csY566" fmla="*/ 1868120 h 1967085"/>
              <a:gd name="csX567" fmla="*/ 328849 w 3072687"/>
              <a:gd name="csY567" fmla="*/ 1870302 h 1967085"/>
              <a:gd name="csX568" fmla="*/ 318573 w 3072687"/>
              <a:gd name="csY568" fmla="*/ 1872468 h 1967085"/>
              <a:gd name="csX569" fmla="*/ 308297 w 3072687"/>
              <a:gd name="csY569" fmla="*/ 1874634 h 1967085"/>
              <a:gd name="csX570" fmla="*/ 298020 w 3072687"/>
              <a:gd name="csY570" fmla="*/ 1876800 h 1967085"/>
              <a:gd name="csX571" fmla="*/ 287742 w 3072687"/>
              <a:gd name="csY571" fmla="*/ 1878982 h 1967085"/>
              <a:gd name="csX572" fmla="*/ 277466 w 3072687"/>
              <a:gd name="csY572" fmla="*/ 1881148 h 1967085"/>
              <a:gd name="csX573" fmla="*/ 267190 w 3072687"/>
              <a:gd name="csY573" fmla="*/ 1883314 h 1967085"/>
              <a:gd name="csX574" fmla="*/ 256913 w 3072687"/>
              <a:gd name="csY574" fmla="*/ 1885480 h 1967085"/>
              <a:gd name="csX575" fmla="*/ 246637 w 3072687"/>
              <a:gd name="csY575" fmla="*/ 1887662 h 1967085"/>
              <a:gd name="csX576" fmla="*/ 236361 w 3072687"/>
              <a:gd name="csY576" fmla="*/ 1889828 h 1967085"/>
              <a:gd name="csX577" fmla="*/ 226084 w 3072687"/>
              <a:gd name="csY577" fmla="*/ 1891994 h 1967085"/>
              <a:gd name="csX578" fmla="*/ 215808 w 3072687"/>
              <a:gd name="csY578" fmla="*/ 1894160 h 1967085"/>
              <a:gd name="csX579" fmla="*/ 205530 w 3072687"/>
              <a:gd name="csY579" fmla="*/ 1896342 h 1967085"/>
              <a:gd name="csX580" fmla="*/ 195254 w 3072687"/>
              <a:gd name="csY580" fmla="*/ 1898508 h 1967085"/>
              <a:gd name="csX581" fmla="*/ 184977 w 3072687"/>
              <a:gd name="csY581" fmla="*/ 1900674 h 1967085"/>
              <a:gd name="csX582" fmla="*/ 174701 w 3072687"/>
              <a:gd name="csY582" fmla="*/ 1902840 h 1967085"/>
              <a:gd name="csX583" fmla="*/ 164425 w 3072687"/>
              <a:gd name="csY583" fmla="*/ 1905022 h 1967085"/>
              <a:gd name="csX584" fmla="*/ 154148 w 3072687"/>
              <a:gd name="csY584" fmla="*/ 1907188 h 1967085"/>
              <a:gd name="csX585" fmla="*/ 143872 w 3072687"/>
              <a:gd name="csY585" fmla="*/ 1909354 h 1967085"/>
              <a:gd name="csX586" fmla="*/ 133596 w 3072687"/>
              <a:gd name="csY586" fmla="*/ 1911520 h 1967085"/>
              <a:gd name="csX587" fmla="*/ 123318 w 3072687"/>
              <a:gd name="csY587" fmla="*/ 1913702 h 1967085"/>
              <a:gd name="csX588" fmla="*/ 113041 w 3072687"/>
              <a:gd name="csY588" fmla="*/ 1915868 h 1967085"/>
              <a:gd name="csX589" fmla="*/ 102765 w 3072687"/>
              <a:gd name="csY589" fmla="*/ 1918034 h 1967085"/>
              <a:gd name="csX590" fmla="*/ 92489 w 3072687"/>
              <a:gd name="csY590" fmla="*/ 1920200 h 1967085"/>
              <a:gd name="csX591" fmla="*/ 82212 w 3072687"/>
              <a:gd name="csY591" fmla="*/ 1922382 h 1967085"/>
              <a:gd name="csX592" fmla="*/ 71936 w 3072687"/>
              <a:gd name="csY592" fmla="*/ 1924548 h 1967085"/>
              <a:gd name="csX593" fmla="*/ 61660 w 3072687"/>
              <a:gd name="csY593" fmla="*/ 1926714 h 1967085"/>
              <a:gd name="csX594" fmla="*/ 51383 w 3072687"/>
              <a:gd name="csY594" fmla="*/ 1928880 h 1967085"/>
              <a:gd name="csX595" fmla="*/ 41105 w 3072687"/>
              <a:gd name="csY595" fmla="*/ 1931062 h 1967085"/>
              <a:gd name="csX596" fmla="*/ 30829 w 3072687"/>
              <a:gd name="csY596" fmla="*/ 1933228 h 1967085"/>
              <a:gd name="csX597" fmla="*/ 20553 w 3072687"/>
              <a:gd name="csY597" fmla="*/ 1935394 h 1967085"/>
              <a:gd name="csX598" fmla="*/ 10276 w 3072687"/>
              <a:gd name="csY598" fmla="*/ 1937560 h 1967085"/>
              <a:gd name="csX599" fmla="*/ 0 w 3072687"/>
              <a:gd name="csY599" fmla="*/ 1939726 h 196708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  <a:cxn ang="0">
                <a:pos x="csX500" y="csY500"/>
              </a:cxn>
              <a:cxn ang="0">
                <a:pos x="csX501" y="csY501"/>
              </a:cxn>
              <a:cxn ang="0">
                <a:pos x="csX502" y="csY502"/>
              </a:cxn>
              <a:cxn ang="0">
                <a:pos x="csX503" y="csY503"/>
              </a:cxn>
              <a:cxn ang="0">
                <a:pos x="csX504" y="csY504"/>
              </a:cxn>
              <a:cxn ang="0">
                <a:pos x="csX505" y="csY505"/>
              </a:cxn>
              <a:cxn ang="0">
                <a:pos x="csX506" y="csY506"/>
              </a:cxn>
              <a:cxn ang="0">
                <a:pos x="csX507" y="csY507"/>
              </a:cxn>
              <a:cxn ang="0">
                <a:pos x="csX508" y="csY508"/>
              </a:cxn>
              <a:cxn ang="0">
                <a:pos x="csX509" y="csY509"/>
              </a:cxn>
              <a:cxn ang="0">
                <a:pos x="csX510" y="csY510"/>
              </a:cxn>
              <a:cxn ang="0">
                <a:pos x="csX511" y="csY511"/>
              </a:cxn>
              <a:cxn ang="0">
                <a:pos x="csX512" y="csY512"/>
              </a:cxn>
              <a:cxn ang="0">
                <a:pos x="csX513" y="csY513"/>
              </a:cxn>
              <a:cxn ang="0">
                <a:pos x="csX514" y="csY514"/>
              </a:cxn>
              <a:cxn ang="0">
                <a:pos x="csX515" y="csY515"/>
              </a:cxn>
              <a:cxn ang="0">
                <a:pos x="csX516" y="csY516"/>
              </a:cxn>
              <a:cxn ang="0">
                <a:pos x="csX517" y="csY517"/>
              </a:cxn>
              <a:cxn ang="0">
                <a:pos x="csX518" y="csY518"/>
              </a:cxn>
              <a:cxn ang="0">
                <a:pos x="csX519" y="csY519"/>
              </a:cxn>
              <a:cxn ang="0">
                <a:pos x="csX520" y="csY520"/>
              </a:cxn>
              <a:cxn ang="0">
                <a:pos x="csX521" y="csY521"/>
              </a:cxn>
              <a:cxn ang="0">
                <a:pos x="csX522" y="csY522"/>
              </a:cxn>
              <a:cxn ang="0">
                <a:pos x="csX523" y="csY523"/>
              </a:cxn>
              <a:cxn ang="0">
                <a:pos x="csX524" y="csY524"/>
              </a:cxn>
              <a:cxn ang="0">
                <a:pos x="csX525" y="csY525"/>
              </a:cxn>
              <a:cxn ang="0">
                <a:pos x="csX526" y="csY526"/>
              </a:cxn>
              <a:cxn ang="0">
                <a:pos x="csX527" y="csY527"/>
              </a:cxn>
              <a:cxn ang="0">
                <a:pos x="csX528" y="csY528"/>
              </a:cxn>
              <a:cxn ang="0">
                <a:pos x="csX529" y="csY529"/>
              </a:cxn>
              <a:cxn ang="0">
                <a:pos x="csX530" y="csY530"/>
              </a:cxn>
              <a:cxn ang="0">
                <a:pos x="csX531" y="csY531"/>
              </a:cxn>
              <a:cxn ang="0">
                <a:pos x="csX532" y="csY532"/>
              </a:cxn>
              <a:cxn ang="0">
                <a:pos x="csX533" y="csY533"/>
              </a:cxn>
              <a:cxn ang="0">
                <a:pos x="csX534" y="csY534"/>
              </a:cxn>
              <a:cxn ang="0">
                <a:pos x="csX535" y="csY535"/>
              </a:cxn>
              <a:cxn ang="0">
                <a:pos x="csX536" y="csY536"/>
              </a:cxn>
              <a:cxn ang="0">
                <a:pos x="csX537" y="csY537"/>
              </a:cxn>
              <a:cxn ang="0">
                <a:pos x="csX538" y="csY538"/>
              </a:cxn>
              <a:cxn ang="0">
                <a:pos x="csX539" y="csY539"/>
              </a:cxn>
              <a:cxn ang="0">
                <a:pos x="csX540" y="csY540"/>
              </a:cxn>
              <a:cxn ang="0">
                <a:pos x="csX541" y="csY541"/>
              </a:cxn>
              <a:cxn ang="0">
                <a:pos x="csX542" y="csY542"/>
              </a:cxn>
              <a:cxn ang="0">
                <a:pos x="csX543" y="csY543"/>
              </a:cxn>
              <a:cxn ang="0">
                <a:pos x="csX544" y="csY544"/>
              </a:cxn>
              <a:cxn ang="0">
                <a:pos x="csX545" y="csY545"/>
              </a:cxn>
              <a:cxn ang="0">
                <a:pos x="csX546" y="csY546"/>
              </a:cxn>
              <a:cxn ang="0">
                <a:pos x="csX547" y="csY547"/>
              </a:cxn>
              <a:cxn ang="0">
                <a:pos x="csX548" y="csY548"/>
              </a:cxn>
              <a:cxn ang="0">
                <a:pos x="csX549" y="csY549"/>
              </a:cxn>
              <a:cxn ang="0">
                <a:pos x="csX550" y="csY550"/>
              </a:cxn>
              <a:cxn ang="0">
                <a:pos x="csX551" y="csY551"/>
              </a:cxn>
              <a:cxn ang="0">
                <a:pos x="csX552" y="csY552"/>
              </a:cxn>
              <a:cxn ang="0">
                <a:pos x="csX553" y="csY553"/>
              </a:cxn>
              <a:cxn ang="0">
                <a:pos x="csX554" y="csY554"/>
              </a:cxn>
              <a:cxn ang="0">
                <a:pos x="csX555" y="csY555"/>
              </a:cxn>
              <a:cxn ang="0">
                <a:pos x="csX556" y="csY556"/>
              </a:cxn>
              <a:cxn ang="0">
                <a:pos x="csX557" y="csY557"/>
              </a:cxn>
              <a:cxn ang="0">
                <a:pos x="csX558" y="csY558"/>
              </a:cxn>
              <a:cxn ang="0">
                <a:pos x="csX559" y="csY559"/>
              </a:cxn>
              <a:cxn ang="0">
                <a:pos x="csX560" y="csY560"/>
              </a:cxn>
              <a:cxn ang="0">
                <a:pos x="csX561" y="csY561"/>
              </a:cxn>
              <a:cxn ang="0">
                <a:pos x="csX562" y="csY562"/>
              </a:cxn>
              <a:cxn ang="0">
                <a:pos x="csX563" y="csY563"/>
              </a:cxn>
              <a:cxn ang="0">
                <a:pos x="csX564" y="csY564"/>
              </a:cxn>
              <a:cxn ang="0">
                <a:pos x="csX565" y="csY565"/>
              </a:cxn>
              <a:cxn ang="0">
                <a:pos x="csX566" y="csY566"/>
              </a:cxn>
              <a:cxn ang="0">
                <a:pos x="csX567" y="csY567"/>
              </a:cxn>
              <a:cxn ang="0">
                <a:pos x="csX568" y="csY568"/>
              </a:cxn>
              <a:cxn ang="0">
                <a:pos x="csX569" y="csY569"/>
              </a:cxn>
              <a:cxn ang="0">
                <a:pos x="csX570" y="csY570"/>
              </a:cxn>
              <a:cxn ang="0">
                <a:pos x="csX571" y="csY571"/>
              </a:cxn>
              <a:cxn ang="0">
                <a:pos x="csX572" y="csY572"/>
              </a:cxn>
              <a:cxn ang="0">
                <a:pos x="csX573" y="csY573"/>
              </a:cxn>
              <a:cxn ang="0">
                <a:pos x="csX574" y="csY574"/>
              </a:cxn>
              <a:cxn ang="0">
                <a:pos x="csX575" y="csY575"/>
              </a:cxn>
              <a:cxn ang="0">
                <a:pos x="csX576" y="csY576"/>
              </a:cxn>
              <a:cxn ang="0">
                <a:pos x="csX577" y="csY577"/>
              </a:cxn>
              <a:cxn ang="0">
                <a:pos x="csX578" y="csY578"/>
              </a:cxn>
              <a:cxn ang="0">
                <a:pos x="csX579" y="csY579"/>
              </a:cxn>
              <a:cxn ang="0">
                <a:pos x="csX580" y="csY580"/>
              </a:cxn>
              <a:cxn ang="0">
                <a:pos x="csX581" y="csY581"/>
              </a:cxn>
              <a:cxn ang="0">
                <a:pos x="csX582" y="csY582"/>
              </a:cxn>
              <a:cxn ang="0">
                <a:pos x="csX583" y="csY583"/>
              </a:cxn>
              <a:cxn ang="0">
                <a:pos x="csX584" y="csY584"/>
              </a:cxn>
              <a:cxn ang="0">
                <a:pos x="csX585" y="csY585"/>
              </a:cxn>
              <a:cxn ang="0">
                <a:pos x="csX586" y="csY586"/>
              </a:cxn>
              <a:cxn ang="0">
                <a:pos x="csX587" y="csY587"/>
              </a:cxn>
              <a:cxn ang="0">
                <a:pos x="csX588" y="csY588"/>
              </a:cxn>
              <a:cxn ang="0">
                <a:pos x="csX589" y="csY589"/>
              </a:cxn>
              <a:cxn ang="0">
                <a:pos x="csX590" y="csY590"/>
              </a:cxn>
              <a:cxn ang="0">
                <a:pos x="csX591" y="csY591"/>
              </a:cxn>
              <a:cxn ang="0">
                <a:pos x="csX592" y="csY592"/>
              </a:cxn>
              <a:cxn ang="0">
                <a:pos x="csX593" y="csY593"/>
              </a:cxn>
              <a:cxn ang="0">
                <a:pos x="csX594" y="csY594"/>
              </a:cxn>
              <a:cxn ang="0">
                <a:pos x="csX595" y="csY595"/>
              </a:cxn>
              <a:cxn ang="0">
                <a:pos x="csX596" y="csY596"/>
              </a:cxn>
              <a:cxn ang="0">
                <a:pos x="csX597" y="csY597"/>
              </a:cxn>
              <a:cxn ang="0">
                <a:pos x="csX598" y="csY598"/>
              </a:cxn>
              <a:cxn ang="0">
                <a:pos x="csX599" y="csY599"/>
              </a:cxn>
            </a:cxnLst>
            <a:rect l="l" t="t" r="r" b="b"/>
            <a:pathLst>
              <a:path w="3072687" h="1967085">
                <a:moveTo>
                  <a:pt x="0" y="1967085"/>
                </a:moveTo>
                <a:lnTo>
                  <a:pt x="10276" y="1964919"/>
                </a:lnTo>
                <a:lnTo>
                  <a:pt x="20553" y="1962753"/>
                </a:lnTo>
                <a:lnTo>
                  <a:pt x="30829" y="1960587"/>
                </a:lnTo>
                <a:lnTo>
                  <a:pt x="41105" y="1958405"/>
                </a:lnTo>
                <a:lnTo>
                  <a:pt x="51383" y="1956239"/>
                </a:lnTo>
                <a:lnTo>
                  <a:pt x="61660" y="1954073"/>
                </a:lnTo>
                <a:lnTo>
                  <a:pt x="71936" y="1951907"/>
                </a:lnTo>
                <a:lnTo>
                  <a:pt x="82212" y="1949725"/>
                </a:lnTo>
                <a:lnTo>
                  <a:pt x="92489" y="1947559"/>
                </a:lnTo>
                <a:lnTo>
                  <a:pt x="102765" y="1945393"/>
                </a:lnTo>
                <a:lnTo>
                  <a:pt x="113041" y="1943227"/>
                </a:lnTo>
                <a:lnTo>
                  <a:pt x="123318" y="1941045"/>
                </a:lnTo>
                <a:lnTo>
                  <a:pt x="133596" y="1938879"/>
                </a:lnTo>
                <a:lnTo>
                  <a:pt x="143872" y="1936713"/>
                </a:lnTo>
                <a:lnTo>
                  <a:pt x="154148" y="1934547"/>
                </a:lnTo>
                <a:lnTo>
                  <a:pt x="164425" y="1932365"/>
                </a:lnTo>
                <a:lnTo>
                  <a:pt x="174701" y="1930199"/>
                </a:lnTo>
                <a:lnTo>
                  <a:pt x="184977" y="1928033"/>
                </a:lnTo>
                <a:lnTo>
                  <a:pt x="195254" y="1925867"/>
                </a:lnTo>
                <a:lnTo>
                  <a:pt x="205530" y="1923685"/>
                </a:lnTo>
                <a:lnTo>
                  <a:pt x="215808" y="1921519"/>
                </a:lnTo>
                <a:lnTo>
                  <a:pt x="226084" y="1919353"/>
                </a:lnTo>
                <a:lnTo>
                  <a:pt x="236361" y="1917187"/>
                </a:lnTo>
                <a:lnTo>
                  <a:pt x="246637" y="1915005"/>
                </a:lnTo>
                <a:lnTo>
                  <a:pt x="256913" y="1912839"/>
                </a:lnTo>
                <a:lnTo>
                  <a:pt x="267190" y="1910673"/>
                </a:lnTo>
                <a:lnTo>
                  <a:pt x="277466" y="1908507"/>
                </a:lnTo>
                <a:lnTo>
                  <a:pt x="287742" y="1906341"/>
                </a:lnTo>
                <a:lnTo>
                  <a:pt x="298020" y="1904159"/>
                </a:lnTo>
                <a:lnTo>
                  <a:pt x="308297" y="1901993"/>
                </a:lnTo>
                <a:lnTo>
                  <a:pt x="318573" y="1899827"/>
                </a:lnTo>
                <a:lnTo>
                  <a:pt x="328849" y="1897660"/>
                </a:lnTo>
                <a:lnTo>
                  <a:pt x="339126" y="1895479"/>
                </a:lnTo>
                <a:lnTo>
                  <a:pt x="349402" y="1893313"/>
                </a:lnTo>
                <a:lnTo>
                  <a:pt x="359678" y="1891147"/>
                </a:lnTo>
                <a:lnTo>
                  <a:pt x="369955" y="1888981"/>
                </a:lnTo>
                <a:lnTo>
                  <a:pt x="380232" y="1886799"/>
                </a:lnTo>
                <a:lnTo>
                  <a:pt x="390509" y="1884633"/>
                </a:lnTo>
                <a:lnTo>
                  <a:pt x="400785" y="1882467"/>
                </a:lnTo>
                <a:lnTo>
                  <a:pt x="411061" y="1880300"/>
                </a:lnTo>
                <a:lnTo>
                  <a:pt x="421338" y="1878119"/>
                </a:lnTo>
                <a:lnTo>
                  <a:pt x="431614" y="1875953"/>
                </a:lnTo>
                <a:lnTo>
                  <a:pt x="441890" y="1873786"/>
                </a:lnTo>
                <a:lnTo>
                  <a:pt x="452167" y="1871620"/>
                </a:lnTo>
                <a:lnTo>
                  <a:pt x="462445" y="1869439"/>
                </a:lnTo>
                <a:lnTo>
                  <a:pt x="472721" y="1867272"/>
                </a:lnTo>
                <a:lnTo>
                  <a:pt x="482997" y="1865106"/>
                </a:lnTo>
                <a:lnTo>
                  <a:pt x="493274" y="1862940"/>
                </a:lnTo>
                <a:lnTo>
                  <a:pt x="503550" y="1860759"/>
                </a:lnTo>
                <a:lnTo>
                  <a:pt x="513826" y="1858592"/>
                </a:lnTo>
                <a:lnTo>
                  <a:pt x="524103" y="1856427"/>
                </a:lnTo>
                <a:lnTo>
                  <a:pt x="534379" y="1854260"/>
                </a:lnTo>
                <a:lnTo>
                  <a:pt x="544657" y="1852079"/>
                </a:lnTo>
                <a:lnTo>
                  <a:pt x="554933" y="1849913"/>
                </a:lnTo>
                <a:lnTo>
                  <a:pt x="565210" y="1847746"/>
                </a:lnTo>
                <a:lnTo>
                  <a:pt x="575486" y="1845580"/>
                </a:lnTo>
                <a:lnTo>
                  <a:pt x="585762" y="1843399"/>
                </a:lnTo>
                <a:lnTo>
                  <a:pt x="596039" y="1841232"/>
                </a:lnTo>
                <a:lnTo>
                  <a:pt x="606315" y="1839066"/>
                </a:lnTo>
                <a:lnTo>
                  <a:pt x="616591" y="1836900"/>
                </a:lnTo>
                <a:lnTo>
                  <a:pt x="626869" y="1834734"/>
                </a:lnTo>
                <a:lnTo>
                  <a:pt x="637146" y="1832552"/>
                </a:lnTo>
                <a:lnTo>
                  <a:pt x="647422" y="1830386"/>
                </a:lnTo>
                <a:lnTo>
                  <a:pt x="657698" y="1828220"/>
                </a:lnTo>
                <a:lnTo>
                  <a:pt x="667975" y="1826054"/>
                </a:lnTo>
                <a:lnTo>
                  <a:pt x="678251" y="1823872"/>
                </a:lnTo>
                <a:lnTo>
                  <a:pt x="688527" y="1821706"/>
                </a:lnTo>
                <a:lnTo>
                  <a:pt x="698804" y="1819540"/>
                </a:lnTo>
                <a:lnTo>
                  <a:pt x="709082" y="1817374"/>
                </a:lnTo>
                <a:lnTo>
                  <a:pt x="719358" y="1815192"/>
                </a:lnTo>
                <a:lnTo>
                  <a:pt x="729634" y="1813026"/>
                </a:lnTo>
                <a:lnTo>
                  <a:pt x="739911" y="1810860"/>
                </a:lnTo>
                <a:lnTo>
                  <a:pt x="750187" y="1808694"/>
                </a:lnTo>
                <a:lnTo>
                  <a:pt x="760463" y="1806512"/>
                </a:lnTo>
                <a:lnTo>
                  <a:pt x="770740" y="1804346"/>
                </a:lnTo>
                <a:lnTo>
                  <a:pt x="781016" y="1802180"/>
                </a:lnTo>
                <a:lnTo>
                  <a:pt x="791294" y="1800014"/>
                </a:lnTo>
                <a:lnTo>
                  <a:pt x="801570" y="1797832"/>
                </a:lnTo>
                <a:lnTo>
                  <a:pt x="811847" y="1795666"/>
                </a:lnTo>
                <a:lnTo>
                  <a:pt x="822123" y="1793500"/>
                </a:lnTo>
                <a:lnTo>
                  <a:pt x="832399" y="1791334"/>
                </a:lnTo>
                <a:lnTo>
                  <a:pt x="842676" y="1789152"/>
                </a:lnTo>
                <a:lnTo>
                  <a:pt x="852952" y="1786986"/>
                </a:lnTo>
                <a:lnTo>
                  <a:pt x="863228" y="1784820"/>
                </a:lnTo>
                <a:lnTo>
                  <a:pt x="873506" y="1782654"/>
                </a:lnTo>
                <a:lnTo>
                  <a:pt x="883783" y="1780472"/>
                </a:lnTo>
                <a:lnTo>
                  <a:pt x="894059" y="1778306"/>
                </a:lnTo>
                <a:lnTo>
                  <a:pt x="904335" y="1776140"/>
                </a:lnTo>
                <a:lnTo>
                  <a:pt x="914612" y="1773974"/>
                </a:lnTo>
                <a:lnTo>
                  <a:pt x="924888" y="1771792"/>
                </a:lnTo>
                <a:lnTo>
                  <a:pt x="935164" y="1769626"/>
                </a:lnTo>
                <a:lnTo>
                  <a:pt x="945441" y="1767460"/>
                </a:lnTo>
                <a:lnTo>
                  <a:pt x="955719" y="1765294"/>
                </a:lnTo>
                <a:lnTo>
                  <a:pt x="965995" y="1763128"/>
                </a:lnTo>
                <a:lnTo>
                  <a:pt x="976271" y="1760946"/>
                </a:lnTo>
                <a:lnTo>
                  <a:pt x="986548" y="1758780"/>
                </a:lnTo>
                <a:lnTo>
                  <a:pt x="996824" y="1756614"/>
                </a:lnTo>
                <a:lnTo>
                  <a:pt x="1007100" y="1754448"/>
                </a:lnTo>
                <a:lnTo>
                  <a:pt x="1017377" y="1752266"/>
                </a:lnTo>
                <a:lnTo>
                  <a:pt x="1027653" y="1750100"/>
                </a:lnTo>
                <a:lnTo>
                  <a:pt x="1037931" y="1747934"/>
                </a:lnTo>
                <a:lnTo>
                  <a:pt x="1048199" y="1745768"/>
                </a:lnTo>
                <a:lnTo>
                  <a:pt x="1058480" y="1743586"/>
                </a:lnTo>
                <a:lnTo>
                  <a:pt x="1068761" y="1741420"/>
                </a:lnTo>
                <a:lnTo>
                  <a:pt x="1079043" y="1739254"/>
                </a:lnTo>
                <a:lnTo>
                  <a:pt x="1089308" y="1737088"/>
                </a:lnTo>
                <a:lnTo>
                  <a:pt x="1099589" y="1734906"/>
                </a:lnTo>
                <a:lnTo>
                  <a:pt x="1109870" y="1732740"/>
                </a:lnTo>
                <a:lnTo>
                  <a:pt x="1120135" y="1730574"/>
                </a:lnTo>
                <a:lnTo>
                  <a:pt x="1130416" y="1728408"/>
                </a:lnTo>
                <a:lnTo>
                  <a:pt x="1140697" y="1726226"/>
                </a:lnTo>
                <a:lnTo>
                  <a:pt x="1150978" y="1724060"/>
                </a:lnTo>
                <a:lnTo>
                  <a:pt x="1161244" y="1721894"/>
                </a:lnTo>
                <a:lnTo>
                  <a:pt x="1171525" y="1719728"/>
                </a:lnTo>
                <a:lnTo>
                  <a:pt x="1181806" y="1717546"/>
                </a:lnTo>
                <a:lnTo>
                  <a:pt x="1192071" y="1715380"/>
                </a:lnTo>
                <a:lnTo>
                  <a:pt x="1202352" y="1713214"/>
                </a:lnTo>
                <a:lnTo>
                  <a:pt x="1212633" y="1711048"/>
                </a:lnTo>
                <a:lnTo>
                  <a:pt x="1222914" y="1708866"/>
                </a:lnTo>
                <a:lnTo>
                  <a:pt x="1233180" y="1706700"/>
                </a:lnTo>
                <a:lnTo>
                  <a:pt x="1243461" y="1704534"/>
                </a:lnTo>
                <a:lnTo>
                  <a:pt x="1253742" y="1702368"/>
                </a:lnTo>
                <a:lnTo>
                  <a:pt x="1264007" y="1700186"/>
                </a:lnTo>
                <a:lnTo>
                  <a:pt x="1274288" y="1698020"/>
                </a:lnTo>
                <a:lnTo>
                  <a:pt x="1284569" y="1695854"/>
                </a:lnTo>
                <a:lnTo>
                  <a:pt x="1294850" y="1693688"/>
                </a:lnTo>
                <a:lnTo>
                  <a:pt x="1305116" y="1691522"/>
                </a:lnTo>
                <a:lnTo>
                  <a:pt x="1315397" y="1689340"/>
                </a:lnTo>
                <a:lnTo>
                  <a:pt x="1325678" y="1687174"/>
                </a:lnTo>
                <a:lnTo>
                  <a:pt x="1335943" y="1685008"/>
                </a:lnTo>
                <a:lnTo>
                  <a:pt x="1346224" y="1682841"/>
                </a:lnTo>
                <a:lnTo>
                  <a:pt x="1356505" y="1680660"/>
                </a:lnTo>
                <a:lnTo>
                  <a:pt x="1366786" y="1678494"/>
                </a:lnTo>
                <a:lnTo>
                  <a:pt x="1377052" y="1676328"/>
                </a:lnTo>
                <a:lnTo>
                  <a:pt x="1387333" y="1674161"/>
                </a:lnTo>
                <a:lnTo>
                  <a:pt x="1397614" y="1671980"/>
                </a:lnTo>
                <a:lnTo>
                  <a:pt x="1407879" y="1669814"/>
                </a:lnTo>
                <a:lnTo>
                  <a:pt x="1418160" y="1667648"/>
                </a:lnTo>
                <a:lnTo>
                  <a:pt x="1428441" y="1665482"/>
                </a:lnTo>
                <a:lnTo>
                  <a:pt x="1438722" y="1663300"/>
                </a:lnTo>
                <a:lnTo>
                  <a:pt x="1448988" y="1661134"/>
                </a:lnTo>
                <a:lnTo>
                  <a:pt x="1459269" y="1658968"/>
                </a:lnTo>
                <a:lnTo>
                  <a:pt x="1469550" y="1656801"/>
                </a:lnTo>
                <a:lnTo>
                  <a:pt x="1479815" y="1654620"/>
                </a:lnTo>
                <a:lnTo>
                  <a:pt x="1490096" y="1652454"/>
                </a:lnTo>
                <a:lnTo>
                  <a:pt x="1500377" y="1650287"/>
                </a:lnTo>
                <a:lnTo>
                  <a:pt x="1510658" y="1648121"/>
                </a:lnTo>
                <a:lnTo>
                  <a:pt x="1520924" y="1645940"/>
                </a:lnTo>
                <a:lnTo>
                  <a:pt x="1531205" y="1643773"/>
                </a:lnTo>
                <a:lnTo>
                  <a:pt x="1541486" y="1641607"/>
                </a:lnTo>
                <a:lnTo>
                  <a:pt x="1551751" y="1639441"/>
                </a:lnTo>
                <a:lnTo>
                  <a:pt x="1562032" y="1637260"/>
                </a:lnTo>
                <a:lnTo>
                  <a:pt x="1572313" y="1635094"/>
                </a:lnTo>
                <a:lnTo>
                  <a:pt x="1582594" y="1632928"/>
                </a:lnTo>
                <a:lnTo>
                  <a:pt x="1592860" y="1630761"/>
                </a:lnTo>
                <a:lnTo>
                  <a:pt x="1603141" y="1628580"/>
                </a:lnTo>
                <a:lnTo>
                  <a:pt x="1613422" y="1626414"/>
                </a:lnTo>
                <a:lnTo>
                  <a:pt x="1623687" y="1624247"/>
                </a:lnTo>
                <a:lnTo>
                  <a:pt x="1633968" y="1622081"/>
                </a:lnTo>
                <a:lnTo>
                  <a:pt x="1644249" y="1619900"/>
                </a:lnTo>
                <a:lnTo>
                  <a:pt x="1654530" y="1617733"/>
                </a:lnTo>
                <a:lnTo>
                  <a:pt x="1664795" y="1615567"/>
                </a:lnTo>
                <a:lnTo>
                  <a:pt x="1675077" y="1613401"/>
                </a:lnTo>
                <a:lnTo>
                  <a:pt x="1685358" y="1611235"/>
                </a:lnTo>
                <a:lnTo>
                  <a:pt x="1695623" y="1609053"/>
                </a:lnTo>
                <a:lnTo>
                  <a:pt x="1705904" y="1606887"/>
                </a:lnTo>
                <a:lnTo>
                  <a:pt x="1716185" y="1604721"/>
                </a:lnTo>
                <a:lnTo>
                  <a:pt x="1726450" y="1602555"/>
                </a:lnTo>
                <a:lnTo>
                  <a:pt x="1736731" y="1600373"/>
                </a:lnTo>
                <a:lnTo>
                  <a:pt x="1747012" y="1598207"/>
                </a:lnTo>
                <a:lnTo>
                  <a:pt x="1757294" y="1596041"/>
                </a:lnTo>
                <a:lnTo>
                  <a:pt x="1767559" y="1593875"/>
                </a:lnTo>
                <a:lnTo>
                  <a:pt x="1777840" y="1591693"/>
                </a:lnTo>
                <a:lnTo>
                  <a:pt x="1788121" y="1589527"/>
                </a:lnTo>
                <a:lnTo>
                  <a:pt x="1798386" y="1587361"/>
                </a:lnTo>
                <a:lnTo>
                  <a:pt x="1808667" y="1585195"/>
                </a:lnTo>
                <a:lnTo>
                  <a:pt x="1818948" y="1583013"/>
                </a:lnTo>
                <a:lnTo>
                  <a:pt x="1829229" y="1580847"/>
                </a:lnTo>
                <a:lnTo>
                  <a:pt x="1839495" y="1578681"/>
                </a:lnTo>
                <a:lnTo>
                  <a:pt x="1849776" y="1576515"/>
                </a:lnTo>
                <a:lnTo>
                  <a:pt x="1860057" y="1574333"/>
                </a:lnTo>
                <a:lnTo>
                  <a:pt x="1870322" y="1572167"/>
                </a:lnTo>
                <a:lnTo>
                  <a:pt x="1880603" y="1570001"/>
                </a:lnTo>
                <a:lnTo>
                  <a:pt x="1890884" y="1567835"/>
                </a:lnTo>
                <a:lnTo>
                  <a:pt x="1901165" y="1565653"/>
                </a:lnTo>
                <a:lnTo>
                  <a:pt x="1911431" y="1563487"/>
                </a:lnTo>
                <a:lnTo>
                  <a:pt x="1921712" y="1561321"/>
                </a:lnTo>
                <a:lnTo>
                  <a:pt x="1931993" y="1559155"/>
                </a:lnTo>
                <a:lnTo>
                  <a:pt x="1942258" y="1556973"/>
                </a:lnTo>
                <a:lnTo>
                  <a:pt x="1952539" y="1554807"/>
                </a:lnTo>
                <a:lnTo>
                  <a:pt x="1962820" y="1552641"/>
                </a:lnTo>
                <a:lnTo>
                  <a:pt x="1973101" y="1550475"/>
                </a:lnTo>
                <a:lnTo>
                  <a:pt x="1983367" y="1548293"/>
                </a:lnTo>
                <a:lnTo>
                  <a:pt x="1993648" y="1546127"/>
                </a:lnTo>
                <a:lnTo>
                  <a:pt x="2003929" y="1543961"/>
                </a:lnTo>
                <a:lnTo>
                  <a:pt x="2014194" y="1541795"/>
                </a:lnTo>
                <a:lnTo>
                  <a:pt x="2024475" y="1539629"/>
                </a:lnTo>
                <a:lnTo>
                  <a:pt x="2034756" y="1537447"/>
                </a:lnTo>
                <a:lnTo>
                  <a:pt x="2045037" y="1535281"/>
                </a:lnTo>
                <a:lnTo>
                  <a:pt x="2055303" y="1533115"/>
                </a:lnTo>
                <a:lnTo>
                  <a:pt x="2065584" y="1530949"/>
                </a:lnTo>
                <a:lnTo>
                  <a:pt x="2075865" y="1528767"/>
                </a:lnTo>
                <a:lnTo>
                  <a:pt x="2086130" y="1526601"/>
                </a:lnTo>
                <a:lnTo>
                  <a:pt x="2096411" y="1524435"/>
                </a:lnTo>
                <a:lnTo>
                  <a:pt x="2106692" y="1522269"/>
                </a:lnTo>
                <a:lnTo>
                  <a:pt x="2116973" y="1520087"/>
                </a:lnTo>
                <a:lnTo>
                  <a:pt x="2127239" y="1517921"/>
                </a:lnTo>
                <a:lnTo>
                  <a:pt x="2137520" y="1515755"/>
                </a:lnTo>
                <a:lnTo>
                  <a:pt x="2147801" y="1513589"/>
                </a:lnTo>
                <a:lnTo>
                  <a:pt x="2158066" y="1511407"/>
                </a:lnTo>
                <a:lnTo>
                  <a:pt x="2168347" y="1509241"/>
                </a:lnTo>
                <a:lnTo>
                  <a:pt x="2178628" y="1507075"/>
                </a:lnTo>
                <a:lnTo>
                  <a:pt x="2188909" y="1504909"/>
                </a:lnTo>
                <a:lnTo>
                  <a:pt x="2199175" y="1502743"/>
                </a:lnTo>
                <a:lnTo>
                  <a:pt x="2209456" y="1500577"/>
                </a:lnTo>
                <a:lnTo>
                  <a:pt x="2219737" y="1498410"/>
                </a:lnTo>
                <a:lnTo>
                  <a:pt x="2230002" y="1496260"/>
                </a:lnTo>
                <a:lnTo>
                  <a:pt x="2240283" y="1494110"/>
                </a:lnTo>
                <a:lnTo>
                  <a:pt x="2250564" y="1491991"/>
                </a:lnTo>
                <a:lnTo>
                  <a:pt x="2260845" y="1489903"/>
                </a:lnTo>
                <a:lnTo>
                  <a:pt x="2271111" y="1487878"/>
                </a:lnTo>
                <a:lnTo>
                  <a:pt x="2281392" y="1485932"/>
                </a:lnTo>
                <a:lnTo>
                  <a:pt x="2291673" y="1484111"/>
                </a:lnTo>
                <a:lnTo>
                  <a:pt x="2301938" y="1482463"/>
                </a:lnTo>
                <a:lnTo>
                  <a:pt x="2312219" y="1481051"/>
                </a:lnTo>
                <a:lnTo>
                  <a:pt x="2322500" y="1479920"/>
                </a:lnTo>
                <a:lnTo>
                  <a:pt x="2332781" y="1479104"/>
                </a:lnTo>
                <a:lnTo>
                  <a:pt x="2343047" y="1478633"/>
                </a:lnTo>
                <a:lnTo>
                  <a:pt x="2353328" y="1478508"/>
                </a:lnTo>
                <a:lnTo>
                  <a:pt x="2363609" y="1478633"/>
                </a:lnTo>
                <a:lnTo>
                  <a:pt x="2373874" y="1478979"/>
                </a:lnTo>
                <a:lnTo>
                  <a:pt x="2384155" y="1479402"/>
                </a:lnTo>
                <a:lnTo>
                  <a:pt x="2394436" y="1479748"/>
                </a:lnTo>
                <a:lnTo>
                  <a:pt x="2404717" y="1479873"/>
                </a:lnTo>
                <a:lnTo>
                  <a:pt x="2414983" y="1479575"/>
                </a:lnTo>
                <a:lnTo>
                  <a:pt x="2425264" y="1478649"/>
                </a:lnTo>
                <a:lnTo>
                  <a:pt x="2435545" y="1476891"/>
                </a:lnTo>
                <a:lnTo>
                  <a:pt x="2445810" y="1474113"/>
                </a:lnTo>
                <a:lnTo>
                  <a:pt x="2456091" y="1470110"/>
                </a:lnTo>
                <a:lnTo>
                  <a:pt x="2466372" y="1464726"/>
                </a:lnTo>
                <a:lnTo>
                  <a:pt x="2476637" y="1457851"/>
                </a:lnTo>
                <a:lnTo>
                  <a:pt x="2486918" y="1449407"/>
                </a:lnTo>
                <a:lnTo>
                  <a:pt x="2497200" y="1439346"/>
                </a:lnTo>
                <a:lnTo>
                  <a:pt x="2507480" y="1427705"/>
                </a:lnTo>
                <a:lnTo>
                  <a:pt x="2517746" y="1414531"/>
                </a:lnTo>
                <a:lnTo>
                  <a:pt x="2528027" y="1399923"/>
                </a:lnTo>
                <a:lnTo>
                  <a:pt x="2538308" y="1384005"/>
                </a:lnTo>
                <a:lnTo>
                  <a:pt x="2548573" y="1366926"/>
                </a:lnTo>
                <a:lnTo>
                  <a:pt x="2558854" y="1348843"/>
                </a:lnTo>
                <a:lnTo>
                  <a:pt x="2569135" y="1329913"/>
                </a:lnTo>
                <a:lnTo>
                  <a:pt x="2579417" y="1310289"/>
                </a:lnTo>
                <a:lnTo>
                  <a:pt x="2589682" y="1290109"/>
                </a:lnTo>
                <a:lnTo>
                  <a:pt x="2599963" y="1269498"/>
                </a:lnTo>
                <a:lnTo>
                  <a:pt x="2610244" y="1248561"/>
                </a:lnTo>
                <a:lnTo>
                  <a:pt x="2620509" y="1227380"/>
                </a:lnTo>
                <a:lnTo>
                  <a:pt x="2630790" y="1206029"/>
                </a:lnTo>
                <a:lnTo>
                  <a:pt x="2641071" y="1184554"/>
                </a:lnTo>
                <a:lnTo>
                  <a:pt x="2651352" y="1162999"/>
                </a:lnTo>
                <a:lnTo>
                  <a:pt x="2661618" y="1141388"/>
                </a:lnTo>
                <a:lnTo>
                  <a:pt x="2671899" y="1119743"/>
                </a:lnTo>
                <a:lnTo>
                  <a:pt x="2682180" y="1098076"/>
                </a:lnTo>
                <a:lnTo>
                  <a:pt x="2692445" y="1076395"/>
                </a:lnTo>
                <a:lnTo>
                  <a:pt x="2702726" y="1054707"/>
                </a:lnTo>
                <a:lnTo>
                  <a:pt x="2713007" y="1033013"/>
                </a:lnTo>
                <a:lnTo>
                  <a:pt x="2723288" y="1011318"/>
                </a:lnTo>
                <a:lnTo>
                  <a:pt x="2733554" y="989620"/>
                </a:lnTo>
                <a:lnTo>
                  <a:pt x="2743835" y="967923"/>
                </a:lnTo>
                <a:lnTo>
                  <a:pt x="2754116" y="946224"/>
                </a:lnTo>
                <a:lnTo>
                  <a:pt x="2764381" y="924524"/>
                </a:lnTo>
                <a:lnTo>
                  <a:pt x="2774662" y="902825"/>
                </a:lnTo>
                <a:lnTo>
                  <a:pt x="2784943" y="881127"/>
                </a:lnTo>
                <a:lnTo>
                  <a:pt x="2795224" y="859428"/>
                </a:lnTo>
                <a:lnTo>
                  <a:pt x="2805490" y="837728"/>
                </a:lnTo>
                <a:lnTo>
                  <a:pt x="2815771" y="816030"/>
                </a:lnTo>
                <a:lnTo>
                  <a:pt x="2826052" y="794331"/>
                </a:lnTo>
                <a:lnTo>
                  <a:pt x="2836317" y="772633"/>
                </a:lnTo>
                <a:lnTo>
                  <a:pt x="2846598" y="750933"/>
                </a:lnTo>
                <a:lnTo>
                  <a:pt x="2856879" y="729234"/>
                </a:lnTo>
                <a:lnTo>
                  <a:pt x="2867160" y="707536"/>
                </a:lnTo>
                <a:lnTo>
                  <a:pt x="2877425" y="685837"/>
                </a:lnTo>
                <a:lnTo>
                  <a:pt x="2887707" y="664137"/>
                </a:lnTo>
                <a:lnTo>
                  <a:pt x="2897988" y="642439"/>
                </a:lnTo>
                <a:lnTo>
                  <a:pt x="2908253" y="620740"/>
                </a:lnTo>
                <a:lnTo>
                  <a:pt x="2918534" y="599042"/>
                </a:lnTo>
                <a:lnTo>
                  <a:pt x="2928815" y="577342"/>
                </a:lnTo>
                <a:lnTo>
                  <a:pt x="2939096" y="555643"/>
                </a:lnTo>
                <a:lnTo>
                  <a:pt x="2949362" y="533945"/>
                </a:lnTo>
                <a:lnTo>
                  <a:pt x="2959643" y="512245"/>
                </a:lnTo>
                <a:lnTo>
                  <a:pt x="2969924" y="490546"/>
                </a:lnTo>
                <a:lnTo>
                  <a:pt x="2980189" y="468847"/>
                </a:lnTo>
                <a:lnTo>
                  <a:pt x="2990470" y="447149"/>
                </a:lnTo>
                <a:lnTo>
                  <a:pt x="3000751" y="425449"/>
                </a:lnTo>
                <a:lnTo>
                  <a:pt x="3011032" y="403750"/>
                </a:lnTo>
                <a:lnTo>
                  <a:pt x="3021298" y="382052"/>
                </a:lnTo>
                <a:lnTo>
                  <a:pt x="3031579" y="360353"/>
                </a:lnTo>
                <a:lnTo>
                  <a:pt x="3041859" y="338653"/>
                </a:lnTo>
                <a:lnTo>
                  <a:pt x="3052125" y="316955"/>
                </a:lnTo>
                <a:lnTo>
                  <a:pt x="3062406" y="295256"/>
                </a:lnTo>
                <a:lnTo>
                  <a:pt x="3072687" y="273558"/>
                </a:lnTo>
                <a:lnTo>
                  <a:pt x="3072687" y="0"/>
                </a:lnTo>
                <a:lnTo>
                  <a:pt x="3062406" y="21699"/>
                </a:lnTo>
                <a:lnTo>
                  <a:pt x="3052125" y="43397"/>
                </a:lnTo>
                <a:lnTo>
                  <a:pt x="3041859" y="65097"/>
                </a:lnTo>
                <a:lnTo>
                  <a:pt x="3031579" y="86796"/>
                </a:lnTo>
                <a:lnTo>
                  <a:pt x="3021298" y="108494"/>
                </a:lnTo>
                <a:lnTo>
                  <a:pt x="3011032" y="130193"/>
                </a:lnTo>
                <a:lnTo>
                  <a:pt x="3000751" y="151893"/>
                </a:lnTo>
                <a:lnTo>
                  <a:pt x="2990470" y="173591"/>
                </a:lnTo>
                <a:lnTo>
                  <a:pt x="2980189" y="195290"/>
                </a:lnTo>
                <a:lnTo>
                  <a:pt x="2969924" y="216988"/>
                </a:lnTo>
                <a:lnTo>
                  <a:pt x="2959643" y="238689"/>
                </a:lnTo>
                <a:lnTo>
                  <a:pt x="2949362" y="260387"/>
                </a:lnTo>
                <a:lnTo>
                  <a:pt x="2939096" y="282086"/>
                </a:lnTo>
                <a:lnTo>
                  <a:pt x="2928815" y="303784"/>
                </a:lnTo>
                <a:lnTo>
                  <a:pt x="2918534" y="325484"/>
                </a:lnTo>
                <a:lnTo>
                  <a:pt x="2908253" y="347183"/>
                </a:lnTo>
                <a:lnTo>
                  <a:pt x="2897988" y="368881"/>
                </a:lnTo>
                <a:lnTo>
                  <a:pt x="2887707" y="390581"/>
                </a:lnTo>
                <a:lnTo>
                  <a:pt x="2877425" y="412280"/>
                </a:lnTo>
                <a:lnTo>
                  <a:pt x="2867160" y="433978"/>
                </a:lnTo>
                <a:lnTo>
                  <a:pt x="2856879" y="455677"/>
                </a:lnTo>
                <a:lnTo>
                  <a:pt x="2846598" y="477377"/>
                </a:lnTo>
                <a:lnTo>
                  <a:pt x="2836317" y="499075"/>
                </a:lnTo>
                <a:lnTo>
                  <a:pt x="2826052" y="520774"/>
                </a:lnTo>
                <a:lnTo>
                  <a:pt x="2815771" y="542472"/>
                </a:lnTo>
                <a:lnTo>
                  <a:pt x="2805490" y="564172"/>
                </a:lnTo>
                <a:lnTo>
                  <a:pt x="2795224" y="585871"/>
                </a:lnTo>
                <a:lnTo>
                  <a:pt x="2784943" y="607569"/>
                </a:lnTo>
                <a:lnTo>
                  <a:pt x="2774662" y="629268"/>
                </a:lnTo>
                <a:lnTo>
                  <a:pt x="2764381" y="650968"/>
                </a:lnTo>
                <a:lnTo>
                  <a:pt x="2754116" y="672667"/>
                </a:lnTo>
                <a:lnTo>
                  <a:pt x="2743835" y="694367"/>
                </a:lnTo>
                <a:lnTo>
                  <a:pt x="2733554" y="716065"/>
                </a:lnTo>
                <a:lnTo>
                  <a:pt x="2723288" y="737765"/>
                </a:lnTo>
                <a:lnTo>
                  <a:pt x="2713007" y="759465"/>
                </a:lnTo>
                <a:lnTo>
                  <a:pt x="2702726" y="781168"/>
                </a:lnTo>
                <a:lnTo>
                  <a:pt x="2692445" y="802873"/>
                </a:lnTo>
                <a:lnTo>
                  <a:pt x="2682180" y="824583"/>
                </a:lnTo>
                <a:lnTo>
                  <a:pt x="2671899" y="846299"/>
                </a:lnTo>
                <a:lnTo>
                  <a:pt x="2661618" y="868025"/>
                </a:lnTo>
                <a:lnTo>
                  <a:pt x="2651352" y="889769"/>
                </a:lnTo>
                <a:lnTo>
                  <a:pt x="2641071" y="911538"/>
                </a:lnTo>
                <a:lnTo>
                  <a:pt x="2630790" y="933344"/>
                </a:lnTo>
                <a:lnTo>
                  <a:pt x="2620509" y="955198"/>
                </a:lnTo>
                <a:lnTo>
                  <a:pt x="2610244" y="977117"/>
                </a:lnTo>
                <a:lnTo>
                  <a:pt x="2599963" y="999119"/>
                </a:lnTo>
                <a:lnTo>
                  <a:pt x="2589682" y="1021221"/>
                </a:lnTo>
                <a:lnTo>
                  <a:pt x="2579417" y="1043439"/>
                </a:lnTo>
                <a:lnTo>
                  <a:pt x="2569135" y="1065779"/>
                </a:lnTo>
                <a:lnTo>
                  <a:pt x="2558854" y="1088244"/>
                </a:lnTo>
                <a:lnTo>
                  <a:pt x="2548573" y="1110813"/>
                </a:lnTo>
                <a:lnTo>
                  <a:pt x="2538308" y="1133454"/>
                </a:lnTo>
                <a:lnTo>
                  <a:pt x="2528027" y="1156105"/>
                </a:lnTo>
                <a:lnTo>
                  <a:pt x="2517746" y="1178683"/>
                </a:lnTo>
                <a:lnTo>
                  <a:pt x="2507480" y="1201075"/>
                </a:lnTo>
                <a:lnTo>
                  <a:pt x="2497200" y="1223152"/>
                </a:lnTo>
                <a:lnTo>
                  <a:pt x="2486918" y="1244759"/>
                </a:lnTo>
                <a:lnTo>
                  <a:pt x="2476637" y="1265736"/>
                </a:lnTo>
                <a:lnTo>
                  <a:pt x="2466372" y="1285916"/>
                </a:lnTo>
                <a:lnTo>
                  <a:pt x="2456091" y="1305146"/>
                </a:lnTo>
                <a:lnTo>
                  <a:pt x="2445810" y="1323286"/>
                </a:lnTo>
                <a:lnTo>
                  <a:pt x="2435545" y="1340219"/>
                </a:lnTo>
                <a:lnTo>
                  <a:pt x="2425264" y="1355863"/>
                </a:lnTo>
                <a:lnTo>
                  <a:pt x="2414983" y="1370169"/>
                </a:lnTo>
                <a:lnTo>
                  <a:pt x="2404717" y="1383123"/>
                </a:lnTo>
                <a:lnTo>
                  <a:pt x="2394436" y="1394741"/>
                </a:lnTo>
                <a:lnTo>
                  <a:pt x="2384155" y="1405068"/>
                </a:lnTo>
                <a:lnTo>
                  <a:pt x="2373874" y="1414169"/>
                </a:lnTo>
                <a:lnTo>
                  <a:pt x="2363609" y="1422125"/>
                </a:lnTo>
                <a:lnTo>
                  <a:pt x="2353328" y="1429031"/>
                </a:lnTo>
                <a:lnTo>
                  <a:pt x="2343047" y="1434990"/>
                </a:lnTo>
                <a:lnTo>
                  <a:pt x="2332781" y="1440115"/>
                </a:lnTo>
                <a:lnTo>
                  <a:pt x="2322500" y="1444494"/>
                </a:lnTo>
                <a:lnTo>
                  <a:pt x="2312219" y="1448292"/>
                </a:lnTo>
                <a:lnTo>
                  <a:pt x="2301938" y="1451604"/>
                </a:lnTo>
                <a:lnTo>
                  <a:pt x="2291673" y="1454540"/>
                </a:lnTo>
                <a:lnTo>
                  <a:pt x="2281392" y="1457224"/>
                </a:lnTo>
                <a:lnTo>
                  <a:pt x="2271111" y="1459719"/>
                </a:lnTo>
                <a:lnTo>
                  <a:pt x="2260845" y="1462089"/>
                </a:lnTo>
                <a:lnTo>
                  <a:pt x="2250564" y="1464365"/>
                </a:lnTo>
                <a:lnTo>
                  <a:pt x="2240283" y="1466610"/>
                </a:lnTo>
                <a:lnTo>
                  <a:pt x="2230002" y="1468823"/>
                </a:lnTo>
                <a:lnTo>
                  <a:pt x="2219737" y="1471005"/>
                </a:lnTo>
                <a:lnTo>
                  <a:pt x="2209456" y="1473202"/>
                </a:lnTo>
                <a:lnTo>
                  <a:pt x="2199175" y="1475368"/>
                </a:lnTo>
                <a:lnTo>
                  <a:pt x="2188909" y="1477550"/>
                </a:lnTo>
                <a:lnTo>
                  <a:pt x="2178628" y="1479716"/>
                </a:lnTo>
                <a:lnTo>
                  <a:pt x="2168347" y="1481882"/>
                </a:lnTo>
                <a:lnTo>
                  <a:pt x="2158066" y="1484064"/>
                </a:lnTo>
                <a:lnTo>
                  <a:pt x="2147801" y="1486230"/>
                </a:lnTo>
                <a:lnTo>
                  <a:pt x="2137520" y="1488396"/>
                </a:lnTo>
                <a:lnTo>
                  <a:pt x="2127239" y="1490562"/>
                </a:lnTo>
                <a:lnTo>
                  <a:pt x="2116973" y="1492744"/>
                </a:lnTo>
                <a:lnTo>
                  <a:pt x="2106692" y="1494910"/>
                </a:lnTo>
                <a:lnTo>
                  <a:pt x="2096411" y="1497076"/>
                </a:lnTo>
                <a:lnTo>
                  <a:pt x="2086130" y="1499242"/>
                </a:lnTo>
                <a:lnTo>
                  <a:pt x="2075865" y="1501409"/>
                </a:lnTo>
                <a:lnTo>
                  <a:pt x="2065584" y="1503590"/>
                </a:lnTo>
                <a:lnTo>
                  <a:pt x="2055303" y="1505756"/>
                </a:lnTo>
                <a:lnTo>
                  <a:pt x="2045037" y="1507922"/>
                </a:lnTo>
                <a:lnTo>
                  <a:pt x="2034756" y="1510089"/>
                </a:lnTo>
                <a:lnTo>
                  <a:pt x="2024475" y="1512270"/>
                </a:lnTo>
                <a:lnTo>
                  <a:pt x="2014194" y="1514436"/>
                </a:lnTo>
                <a:lnTo>
                  <a:pt x="2003929" y="1516603"/>
                </a:lnTo>
                <a:lnTo>
                  <a:pt x="1993648" y="1518768"/>
                </a:lnTo>
                <a:lnTo>
                  <a:pt x="1983367" y="1520950"/>
                </a:lnTo>
                <a:lnTo>
                  <a:pt x="1973101" y="1523116"/>
                </a:lnTo>
                <a:lnTo>
                  <a:pt x="1962820" y="1525282"/>
                </a:lnTo>
                <a:lnTo>
                  <a:pt x="1952539" y="1527449"/>
                </a:lnTo>
                <a:lnTo>
                  <a:pt x="1942258" y="1529630"/>
                </a:lnTo>
                <a:lnTo>
                  <a:pt x="1931993" y="1531796"/>
                </a:lnTo>
                <a:lnTo>
                  <a:pt x="1921712" y="1533963"/>
                </a:lnTo>
                <a:lnTo>
                  <a:pt x="1911431" y="1536129"/>
                </a:lnTo>
                <a:lnTo>
                  <a:pt x="1901165" y="1538310"/>
                </a:lnTo>
                <a:lnTo>
                  <a:pt x="1890884" y="1540477"/>
                </a:lnTo>
                <a:lnTo>
                  <a:pt x="1880603" y="1542643"/>
                </a:lnTo>
                <a:lnTo>
                  <a:pt x="1870322" y="1544809"/>
                </a:lnTo>
                <a:lnTo>
                  <a:pt x="1860057" y="1546991"/>
                </a:lnTo>
                <a:lnTo>
                  <a:pt x="1849776" y="1549157"/>
                </a:lnTo>
                <a:lnTo>
                  <a:pt x="1839495" y="1551323"/>
                </a:lnTo>
                <a:lnTo>
                  <a:pt x="1829229" y="1553489"/>
                </a:lnTo>
                <a:lnTo>
                  <a:pt x="1818948" y="1555670"/>
                </a:lnTo>
                <a:lnTo>
                  <a:pt x="1808667" y="1557836"/>
                </a:lnTo>
                <a:lnTo>
                  <a:pt x="1798386" y="1560003"/>
                </a:lnTo>
                <a:lnTo>
                  <a:pt x="1788121" y="1562169"/>
                </a:lnTo>
                <a:lnTo>
                  <a:pt x="1777840" y="1564350"/>
                </a:lnTo>
                <a:lnTo>
                  <a:pt x="1767559" y="1566517"/>
                </a:lnTo>
                <a:lnTo>
                  <a:pt x="1757294" y="1568683"/>
                </a:lnTo>
                <a:lnTo>
                  <a:pt x="1747012" y="1570849"/>
                </a:lnTo>
                <a:lnTo>
                  <a:pt x="1736731" y="1573015"/>
                </a:lnTo>
                <a:lnTo>
                  <a:pt x="1726450" y="1575197"/>
                </a:lnTo>
                <a:lnTo>
                  <a:pt x="1716185" y="1577363"/>
                </a:lnTo>
                <a:lnTo>
                  <a:pt x="1705904" y="1579529"/>
                </a:lnTo>
                <a:lnTo>
                  <a:pt x="1695623" y="1581695"/>
                </a:lnTo>
                <a:lnTo>
                  <a:pt x="1685358" y="1583877"/>
                </a:lnTo>
                <a:lnTo>
                  <a:pt x="1675077" y="1586043"/>
                </a:lnTo>
                <a:lnTo>
                  <a:pt x="1664795" y="1588209"/>
                </a:lnTo>
                <a:lnTo>
                  <a:pt x="1654530" y="1590375"/>
                </a:lnTo>
                <a:lnTo>
                  <a:pt x="1644249" y="1592557"/>
                </a:lnTo>
                <a:lnTo>
                  <a:pt x="1633968" y="1594723"/>
                </a:lnTo>
                <a:lnTo>
                  <a:pt x="1623687" y="1596889"/>
                </a:lnTo>
                <a:lnTo>
                  <a:pt x="1613422" y="1599055"/>
                </a:lnTo>
                <a:lnTo>
                  <a:pt x="1603141" y="1601237"/>
                </a:lnTo>
                <a:lnTo>
                  <a:pt x="1592860" y="1603403"/>
                </a:lnTo>
                <a:lnTo>
                  <a:pt x="1582594" y="1605569"/>
                </a:lnTo>
                <a:lnTo>
                  <a:pt x="1572313" y="1607735"/>
                </a:lnTo>
                <a:lnTo>
                  <a:pt x="1562032" y="1609917"/>
                </a:lnTo>
                <a:lnTo>
                  <a:pt x="1551751" y="1612083"/>
                </a:lnTo>
                <a:lnTo>
                  <a:pt x="1541486" y="1614249"/>
                </a:lnTo>
                <a:lnTo>
                  <a:pt x="1531205" y="1616415"/>
                </a:lnTo>
                <a:lnTo>
                  <a:pt x="1520924" y="1618597"/>
                </a:lnTo>
                <a:lnTo>
                  <a:pt x="1510658" y="1620763"/>
                </a:lnTo>
                <a:lnTo>
                  <a:pt x="1500377" y="1622929"/>
                </a:lnTo>
                <a:lnTo>
                  <a:pt x="1490096" y="1625095"/>
                </a:lnTo>
                <a:lnTo>
                  <a:pt x="1479815" y="1627277"/>
                </a:lnTo>
                <a:lnTo>
                  <a:pt x="1469550" y="1629443"/>
                </a:lnTo>
                <a:lnTo>
                  <a:pt x="1459269" y="1631609"/>
                </a:lnTo>
                <a:lnTo>
                  <a:pt x="1448988" y="1633775"/>
                </a:lnTo>
                <a:lnTo>
                  <a:pt x="1438722" y="1635957"/>
                </a:lnTo>
                <a:lnTo>
                  <a:pt x="1428441" y="1638123"/>
                </a:lnTo>
                <a:lnTo>
                  <a:pt x="1418160" y="1640289"/>
                </a:lnTo>
                <a:lnTo>
                  <a:pt x="1407879" y="1642455"/>
                </a:lnTo>
                <a:lnTo>
                  <a:pt x="1397614" y="1644621"/>
                </a:lnTo>
                <a:lnTo>
                  <a:pt x="1387333" y="1646803"/>
                </a:lnTo>
                <a:lnTo>
                  <a:pt x="1377052" y="1648969"/>
                </a:lnTo>
                <a:lnTo>
                  <a:pt x="1366786" y="1651135"/>
                </a:lnTo>
                <a:lnTo>
                  <a:pt x="1356505" y="1653301"/>
                </a:lnTo>
                <a:lnTo>
                  <a:pt x="1346224" y="1655483"/>
                </a:lnTo>
                <a:lnTo>
                  <a:pt x="1335943" y="1657649"/>
                </a:lnTo>
                <a:lnTo>
                  <a:pt x="1325678" y="1659815"/>
                </a:lnTo>
                <a:lnTo>
                  <a:pt x="1315397" y="1661981"/>
                </a:lnTo>
                <a:lnTo>
                  <a:pt x="1305116" y="1664163"/>
                </a:lnTo>
                <a:lnTo>
                  <a:pt x="1294850" y="1666329"/>
                </a:lnTo>
                <a:lnTo>
                  <a:pt x="1284569" y="1668495"/>
                </a:lnTo>
                <a:lnTo>
                  <a:pt x="1274288" y="1670661"/>
                </a:lnTo>
                <a:lnTo>
                  <a:pt x="1264007" y="1672843"/>
                </a:lnTo>
                <a:lnTo>
                  <a:pt x="1253742" y="1675009"/>
                </a:lnTo>
                <a:lnTo>
                  <a:pt x="1243461" y="1677175"/>
                </a:lnTo>
                <a:lnTo>
                  <a:pt x="1233180" y="1679341"/>
                </a:lnTo>
                <a:lnTo>
                  <a:pt x="1222914" y="1681523"/>
                </a:lnTo>
                <a:lnTo>
                  <a:pt x="1212633" y="1683689"/>
                </a:lnTo>
                <a:lnTo>
                  <a:pt x="1202352" y="1685855"/>
                </a:lnTo>
                <a:lnTo>
                  <a:pt x="1192071" y="1688021"/>
                </a:lnTo>
                <a:lnTo>
                  <a:pt x="1181806" y="1690203"/>
                </a:lnTo>
                <a:lnTo>
                  <a:pt x="1171525" y="1692369"/>
                </a:lnTo>
                <a:lnTo>
                  <a:pt x="1161244" y="1694535"/>
                </a:lnTo>
                <a:lnTo>
                  <a:pt x="1150978" y="1696701"/>
                </a:lnTo>
                <a:lnTo>
                  <a:pt x="1140697" y="1698883"/>
                </a:lnTo>
                <a:lnTo>
                  <a:pt x="1130416" y="1701049"/>
                </a:lnTo>
                <a:lnTo>
                  <a:pt x="1120135" y="1703215"/>
                </a:lnTo>
                <a:lnTo>
                  <a:pt x="1109870" y="1705381"/>
                </a:lnTo>
                <a:lnTo>
                  <a:pt x="1099589" y="1707563"/>
                </a:lnTo>
                <a:lnTo>
                  <a:pt x="1089308" y="1709729"/>
                </a:lnTo>
                <a:lnTo>
                  <a:pt x="1079043" y="1711895"/>
                </a:lnTo>
                <a:lnTo>
                  <a:pt x="1068761" y="1714061"/>
                </a:lnTo>
                <a:lnTo>
                  <a:pt x="1058480" y="1716243"/>
                </a:lnTo>
                <a:lnTo>
                  <a:pt x="1048199" y="1718409"/>
                </a:lnTo>
                <a:lnTo>
                  <a:pt x="1037931" y="1720575"/>
                </a:lnTo>
                <a:lnTo>
                  <a:pt x="1027653" y="1722741"/>
                </a:lnTo>
                <a:lnTo>
                  <a:pt x="1017377" y="1724908"/>
                </a:lnTo>
                <a:lnTo>
                  <a:pt x="1007100" y="1727089"/>
                </a:lnTo>
                <a:lnTo>
                  <a:pt x="996824" y="1729255"/>
                </a:lnTo>
                <a:lnTo>
                  <a:pt x="986548" y="1731422"/>
                </a:lnTo>
                <a:lnTo>
                  <a:pt x="976271" y="1733588"/>
                </a:lnTo>
                <a:lnTo>
                  <a:pt x="965995" y="1735769"/>
                </a:lnTo>
                <a:lnTo>
                  <a:pt x="955719" y="1737935"/>
                </a:lnTo>
                <a:lnTo>
                  <a:pt x="945441" y="1740101"/>
                </a:lnTo>
                <a:lnTo>
                  <a:pt x="935164" y="1742267"/>
                </a:lnTo>
                <a:lnTo>
                  <a:pt x="924888" y="1744449"/>
                </a:lnTo>
                <a:lnTo>
                  <a:pt x="914612" y="1746615"/>
                </a:lnTo>
                <a:lnTo>
                  <a:pt x="904335" y="1748781"/>
                </a:lnTo>
                <a:lnTo>
                  <a:pt x="894059" y="1750948"/>
                </a:lnTo>
                <a:lnTo>
                  <a:pt x="883783" y="1753129"/>
                </a:lnTo>
                <a:lnTo>
                  <a:pt x="873506" y="1755295"/>
                </a:lnTo>
                <a:lnTo>
                  <a:pt x="863228" y="1757462"/>
                </a:lnTo>
                <a:lnTo>
                  <a:pt x="852952" y="1759628"/>
                </a:lnTo>
                <a:lnTo>
                  <a:pt x="842676" y="1761809"/>
                </a:lnTo>
                <a:lnTo>
                  <a:pt x="832399" y="1763976"/>
                </a:lnTo>
                <a:lnTo>
                  <a:pt x="822123" y="1766142"/>
                </a:lnTo>
                <a:lnTo>
                  <a:pt x="811847" y="1768308"/>
                </a:lnTo>
                <a:lnTo>
                  <a:pt x="801570" y="1770490"/>
                </a:lnTo>
                <a:lnTo>
                  <a:pt x="791294" y="1772655"/>
                </a:lnTo>
                <a:lnTo>
                  <a:pt x="781016" y="1774822"/>
                </a:lnTo>
                <a:lnTo>
                  <a:pt x="770740" y="1776988"/>
                </a:lnTo>
                <a:lnTo>
                  <a:pt x="760463" y="1779169"/>
                </a:lnTo>
                <a:lnTo>
                  <a:pt x="750187" y="1781335"/>
                </a:lnTo>
                <a:lnTo>
                  <a:pt x="739911" y="1783502"/>
                </a:lnTo>
                <a:lnTo>
                  <a:pt x="729634" y="1785668"/>
                </a:lnTo>
                <a:lnTo>
                  <a:pt x="719358" y="1787849"/>
                </a:lnTo>
                <a:lnTo>
                  <a:pt x="709082" y="1790016"/>
                </a:lnTo>
                <a:lnTo>
                  <a:pt x="698804" y="1792182"/>
                </a:lnTo>
                <a:lnTo>
                  <a:pt x="688527" y="1794348"/>
                </a:lnTo>
                <a:lnTo>
                  <a:pt x="678251" y="1796514"/>
                </a:lnTo>
                <a:lnTo>
                  <a:pt x="667975" y="1798696"/>
                </a:lnTo>
                <a:lnTo>
                  <a:pt x="657698" y="1800862"/>
                </a:lnTo>
                <a:lnTo>
                  <a:pt x="647422" y="1803028"/>
                </a:lnTo>
                <a:lnTo>
                  <a:pt x="637146" y="1805194"/>
                </a:lnTo>
                <a:lnTo>
                  <a:pt x="626869" y="1807376"/>
                </a:lnTo>
                <a:lnTo>
                  <a:pt x="616591" y="1809542"/>
                </a:lnTo>
                <a:lnTo>
                  <a:pt x="606315" y="1811708"/>
                </a:lnTo>
                <a:lnTo>
                  <a:pt x="596039" y="1813874"/>
                </a:lnTo>
                <a:lnTo>
                  <a:pt x="585762" y="1816056"/>
                </a:lnTo>
                <a:lnTo>
                  <a:pt x="575486" y="1818222"/>
                </a:lnTo>
                <a:lnTo>
                  <a:pt x="565210" y="1820388"/>
                </a:lnTo>
                <a:lnTo>
                  <a:pt x="554933" y="1822554"/>
                </a:lnTo>
                <a:lnTo>
                  <a:pt x="544657" y="1824736"/>
                </a:lnTo>
                <a:lnTo>
                  <a:pt x="534379" y="1826902"/>
                </a:lnTo>
                <a:lnTo>
                  <a:pt x="524103" y="1829068"/>
                </a:lnTo>
                <a:lnTo>
                  <a:pt x="513826" y="1831234"/>
                </a:lnTo>
                <a:lnTo>
                  <a:pt x="503550" y="1833416"/>
                </a:lnTo>
                <a:lnTo>
                  <a:pt x="493274" y="1835582"/>
                </a:lnTo>
                <a:lnTo>
                  <a:pt x="482997" y="1837748"/>
                </a:lnTo>
                <a:lnTo>
                  <a:pt x="472721" y="1839914"/>
                </a:lnTo>
                <a:lnTo>
                  <a:pt x="462445" y="1842096"/>
                </a:lnTo>
                <a:lnTo>
                  <a:pt x="452167" y="1844262"/>
                </a:lnTo>
                <a:lnTo>
                  <a:pt x="441890" y="1846428"/>
                </a:lnTo>
                <a:lnTo>
                  <a:pt x="431614" y="1848594"/>
                </a:lnTo>
                <a:lnTo>
                  <a:pt x="421338" y="1850776"/>
                </a:lnTo>
                <a:lnTo>
                  <a:pt x="411061" y="1852942"/>
                </a:lnTo>
                <a:lnTo>
                  <a:pt x="400785" y="1855108"/>
                </a:lnTo>
                <a:lnTo>
                  <a:pt x="390509" y="1857274"/>
                </a:lnTo>
                <a:lnTo>
                  <a:pt x="380232" y="1859456"/>
                </a:lnTo>
                <a:lnTo>
                  <a:pt x="369955" y="1861622"/>
                </a:lnTo>
                <a:lnTo>
                  <a:pt x="359678" y="1863788"/>
                </a:lnTo>
                <a:lnTo>
                  <a:pt x="349402" y="1865954"/>
                </a:lnTo>
                <a:lnTo>
                  <a:pt x="339126" y="1868120"/>
                </a:lnTo>
                <a:lnTo>
                  <a:pt x="328849" y="1870302"/>
                </a:lnTo>
                <a:lnTo>
                  <a:pt x="318573" y="1872468"/>
                </a:lnTo>
                <a:lnTo>
                  <a:pt x="308297" y="1874634"/>
                </a:lnTo>
                <a:lnTo>
                  <a:pt x="298020" y="1876800"/>
                </a:lnTo>
                <a:lnTo>
                  <a:pt x="287742" y="1878982"/>
                </a:lnTo>
                <a:lnTo>
                  <a:pt x="277466" y="1881148"/>
                </a:lnTo>
                <a:lnTo>
                  <a:pt x="267190" y="1883314"/>
                </a:lnTo>
                <a:lnTo>
                  <a:pt x="256913" y="1885480"/>
                </a:lnTo>
                <a:lnTo>
                  <a:pt x="246637" y="1887662"/>
                </a:lnTo>
                <a:lnTo>
                  <a:pt x="236361" y="1889828"/>
                </a:lnTo>
                <a:lnTo>
                  <a:pt x="226084" y="1891994"/>
                </a:lnTo>
                <a:lnTo>
                  <a:pt x="215808" y="1894160"/>
                </a:lnTo>
                <a:lnTo>
                  <a:pt x="205530" y="1896342"/>
                </a:lnTo>
                <a:lnTo>
                  <a:pt x="195254" y="1898508"/>
                </a:lnTo>
                <a:lnTo>
                  <a:pt x="184977" y="1900674"/>
                </a:lnTo>
                <a:lnTo>
                  <a:pt x="174701" y="1902840"/>
                </a:lnTo>
                <a:lnTo>
                  <a:pt x="164425" y="1905022"/>
                </a:lnTo>
                <a:lnTo>
                  <a:pt x="154148" y="1907188"/>
                </a:lnTo>
                <a:lnTo>
                  <a:pt x="143872" y="1909354"/>
                </a:lnTo>
                <a:lnTo>
                  <a:pt x="133596" y="1911520"/>
                </a:lnTo>
                <a:lnTo>
                  <a:pt x="123318" y="1913702"/>
                </a:lnTo>
                <a:lnTo>
                  <a:pt x="113041" y="1915868"/>
                </a:lnTo>
                <a:lnTo>
                  <a:pt x="102765" y="1918034"/>
                </a:lnTo>
                <a:lnTo>
                  <a:pt x="92489" y="1920200"/>
                </a:lnTo>
                <a:lnTo>
                  <a:pt x="82212" y="1922382"/>
                </a:lnTo>
                <a:lnTo>
                  <a:pt x="71936" y="1924548"/>
                </a:lnTo>
                <a:lnTo>
                  <a:pt x="61660" y="1926714"/>
                </a:lnTo>
                <a:lnTo>
                  <a:pt x="51383" y="1928880"/>
                </a:lnTo>
                <a:lnTo>
                  <a:pt x="41105" y="1931062"/>
                </a:lnTo>
                <a:lnTo>
                  <a:pt x="30829" y="1933228"/>
                </a:lnTo>
                <a:lnTo>
                  <a:pt x="20553" y="1935394"/>
                </a:lnTo>
                <a:lnTo>
                  <a:pt x="10276" y="1937560"/>
                </a:lnTo>
                <a:lnTo>
                  <a:pt x="0" y="1939726"/>
                </a:lnTo>
                <a:close/>
              </a:path>
            </a:pathLst>
          </a:custGeom>
          <a:solidFill>
            <a:srgbClr val="0000FF">
              <a:alpha val="50000"/>
            </a:srgbClr>
          </a:solidFill>
          <a:ln w="1568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172" name="Freeform 171">
            <a:extLst>
              <a:ext uri="{FF2B5EF4-FFF2-40B4-BE49-F238E27FC236}">
                <a16:creationId xmlns:a16="http://schemas.microsoft.com/office/drawing/2014/main" id="{CC8EFAF5-6BFB-9802-5B77-B2B649ED0397}"/>
              </a:ext>
            </a:extLst>
          </p:cNvPr>
          <p:cNvSpPr/>
          <p:nvPr/>
        </p:nvSpPr>
        <p:spPr>
          <a:xfrm>
            <a:off x="5420701" y="2705696"/>
            <a:ext cx="3072687" cy="1816634"/>
          </a:xfrm>
          <a:custGeom>
            <a:avLst/>
            <a:gdLst>
              <a:gd name="csX0" fmla="*/ 0 w 3072687"/>
              <a:gd name="csY0" fmla="*/ 1816635 h 1816634"/>
              <a:gd name="csX1" fmla="*/ 10276 w 3072687"/>
              <a:gd name="csY1" fmla="*/ 1814468 h 1816634"/>
              <a:gd name="csX2" fmla="*/ 20553 w 3072687"/>
              <a:gd name="csY2" fmla="*/ 1812287 h 1816634"/>
              <a:gd name="csX3" fmla="*/ 30829 w 3072687"/>
              <a:gd name="csY3" fmla="*/ 1810121 h 1816634"/>
              <a:gd name="csX4" fmla="*/ 41105 w 3072687"/>
              <a:gd name="csY4" fmla="*/ 1807954 h 1816634"/>
              <a:gd name="csX5" fmla="*/ 51383 w 3072687"/>
              <a:gd name="csY5" fmla="*/ 1805788 h 1816634"/>
              <a:gd name="csX6" fmla="*/ 61660 w 3072687"/>
              <a:gd name="csY6" fmla="*/ 1803607 h 1816634"/>
              <a:gd name="csX7" fmla="*/ 71936 w 3072687"/>
              <a:gd name="csY7" fmla="*/ 1801441 h 1816634"/>
              <a:gd name="csX8" fmla="*/ 82212 w 3072687"/>
              <a:gd name="csY8" fmla="*/ 1799275 h 1816634"/>
              <a:gd name="csX9" fmla="*/ 92489 w 3072687"/>
              <a:gd name="csY9" fmla="*/ 1797108 h 1816634"/>
              <a:gd name="csX10" fmla="*/ 102765 w 3072687"/>
              <a:gd name="csY10" fmla="*/ 1794927 h 1816634"/>
              <a:gd name="csX11" fmla="*/ 113041 w 3072687"/>
              <a:gd name="csY11" fmla="*/ 1792761 h 1816634"/>
              <a:gd name="csX12" fmla="*/ 123318 w 3072687"/>
              <a:gd name="csY12" fmla="*/ 1790594 h 1816634"/>
              <a:gd name="csX13" fmla="*/ 133596 w 3072687"/>
              <a:gd name="csY13" fmla="*/ 1788428 h 1816634"/>
              <a:gd name="csX14" fmla="*/ 143872 w 3072687"/>
              <a:gd name="csY14" fmla="*/ 1786262 h 1816634"/>
              <a:gd name="csX15" fmla="*/ 154148 w 3072687"/>
              <a:gd name="csY15" fmla="*/ 1784080 h 1816634"/>
              <a:gd name="csX16" fmla="*/ 164425 w 3072687"/>
              <a:gd name="csY16" fmla="*/ 1781914 h 1816634"/>
              <a:gd name="csX17" fmla="*/ 174701 w 3072687"/>
              <a:gd name="csY17" fmla="*/ 1779748 h 1816634"/>
              <a:gd name="csX18" fmla="*/ 184977 w 3072687"/>
              <a:gd name="csY18" fmla="*/ 1777582 h 1816634"/>
              <a:gd name="csX19" fmla="*/ 195254 w 3072687"/>
              <a:gd name="csY19" fmla="*/ 1775400 h 1816634"/>
              <a:gd name="csX20" fmla="*/ 205530 w 3072687"/>
              <a:gd name="csY20" fmla="*/ 1773234 h 1816634"/>
              <a:gd name="csX21" fmla="*/ 215808 w 3072687"/>
              <a:gd name="csY21" fmla="*/ 1771068 h 1816634"/>
              <a:gd name="csX22" fmla="*/ 226084 w 3072687"/>
              <a:gd name="csY22" fmla="*/ 1768902 h 1816634"/>
              <a:gd name="csX23" fmla="*/ 236361 w 3072687"/>
              <a:gd name="csY23" fmla="*/ 1766721 h 1816634"/>
              <a:gd name="csX24" fmla="*/ 246637 w 3072687"/>
              <a:gd name="csY24" fmla="*/ 1764554 h 1816634"/>
              <a:gd name="csX25" fmla="*/ 256913 w 3072687"/>
              <a:gd name="csY25" fmla="*/ 1762388 h 1816634"/>
              <a:gd name="csX26" fmla="*/ 267190 w 3072687"/>
              <a:gd name="csY26" fmla="*/ 1760222 h 1816634"/>
              <a:gd name="csX27" fmla="*/ 277466 w 3072687"/>
              <a:gd name="csY27" fmla="*/ 1758040 h 1816634"/>
              <a:gd name="csX28" fmla="*/ 287742 w 3072687"/>
              <a:gd name="csY28" fmla="*/ 1755874 h 1816634"/>
              <a:gd name="csX29" fmla="*/ 298020 w 3072687"/>
              <a:gd name="csY29" fmla="*/ 1753708 h 1816634"/>
              <a:gd name="csX30" fmla="*/ 308297 w 3072687"/>
              <a:gd name="csY30" fmla="*/ 1751542 h 1816634"/>
              <a:gd name="csX31" fmla="*/ 318573 w 3072687"/>
              <a:gd name="csY31" fmla="*/ 1749360 h 1816634"/>
              <a:gd name="csX32" fmla="*/ 328849 w 3072687"/>
              <a:gd name="csY32" fmla="*/ 1747194 h 1816634"/>
              <a:gd name="csX33" fmla="*/ 339126 w 3072687"/>
              <a:gd name="csY33" fmla="*/ 1745028 h 1816634"/>
              <a:gd name="csX34" fmla="*/ 349402 w 3072687"/>
              <a:gd name="csY34" fmla="*/ 1742862 h 1816634"/>
              <a:gd name="csX35" fmla="*/ 359678 w 3072687"/>
              <a:gd name="csY35" fmla="*/ 1740680 h 1816634"/>
              <a:gd name="csX36" fmla="*/ 369955 w 3072687"/>
              <a:gd name="csY36" fmla="*/ 1738514 h 1816634"/>
              <a:gd name="csX37" fmla="*/ 380232 w 3072687"/>
              <a:gd name="csY37" fmla="*/ 1736348 h 1816634"/>
              <a:gd name="csX38" fmla="*/ 390509 w 3072687"/>
              <a:gd name="csY38" fmla="*/ 1734182 h 1816634"/>
              <a:gd name="csX39" fmla="*/ 400785 w 3072687"/>
              <a:gd name="csY39" fmla="*/ 1732000 h 1816634"/>
              <a:gd name="csX40" fmla="*/ 411061 w 3072687"/>
              <a:gd name="csY40" fmla="*/ 1729834 h 1816634"/>
              <a:gd name="csX41" fmla="*/ 421338 w 3072687"/>
              <a:gd name="csY41" fmla="*/ 1727668 h 1816634"/>
              <a:gd name="csX42" fmla="*/ 431614 w 3072687"/>
              <a:gd name="csY42" fmla="*/ 1725502 h 1816634"/>
              <a:gd name="csX43" fmla="*/ 441890 w 3072687"/>
              <a:gd name="csY43" fmla="*/ 1723320 h 1816634"/>
              <a:gd name="csX44" fmla="*/ 452167 w 3072687"/>
              <a:gd name="csY44" fmla="*/ 1721154 h 1816634"/>
              <a:gd name="csX45" fmla="*/ 462445 w 3072687"/>
              <a:gd name="csY45" fmla="*/ 1718988 h 1816634"/>
              <a:gd name="csX46" fmla="*/ 472721 w 3072687"/>
              <a:gd name="csY46" fmla="*/ 1716822 h 1816634"/>
              <a:gd name="csX47" fmla="*/ 482997 w 3072687"/>
              <a:gd name="csY47" fmla="*/ 1714656 h 1816634"/>
              <a:gd name="csX48" fmla="*/ 493274 w 3072687"/>
              <a:gd name="csY48" fmla="*/ 1712474 h 1816634"/>
              <a:gd name="csX49" fmla="*/ 503550 w 3072687"/>
              <a:gd name="csY49" fmla="*/ 1710308 h 1816634"/>
              <a:gd name="csX50" fmla="*/ 513826 w 3072687"/>
              <a:gd name="csY50" fmla="*/ 1708142 h 1816634"/>
              <a:gd name="csX51" fmla="*/ 524103 w 3072687"/>
              <a:gd name="csY51" fmla="*/ 1705976 h 1816634"/>
              <a:gd name="csX52" fmla="*/ 534379 w 3072687"/>
              <a:gd name="csY52" fmla="*/ 1703794 h 1816634"/>
              <a:gd name="csX53" fmla="*/ 544657 w 3072687"/>
              <a:gd name="csY53" fmla="*/ 1701628 h 1816634"/>
              <a:gd name="csX54" fmla="*/ 554933 w 3072687"/>
              <a:gd name="csY54" fmla="*/ 1699462 h 1816634"/>
              <a:gd name="csX55" fmla="*/ 565210 w 3072687"/>
              <a:gd name="csY55" fmla="*/ 1697296 h 1816634"/>
              <a:gd name="csX56" fmla="*/ 575486 w 3072687"/>
              <a:gd name="csY56" fmla="*/ 1695114 h 1816634"/>
              <a:gd name="csX57" fmla="*/ 585762 w 3072687"/>
              <a:gd name="csY57" fmla="*/ 1692948 h 1816634"/>
              <a:gd name="csX58" fmla="*/ 596039 w 3072687"/>
              <a:gd name="csY58" fmla="*/ 1690782 h 1816634"/>
              <a:gd name="csX59" fmla="*/ 606315 w 3072687"/>
              <a:gd name="csY59" fmla="*/ 1688616 h 1816634"/>
              <a:gd name="csX60" fmla="*/ 616591 w 3072687"/>
              <a:gd name="csY60" fmla="*/ 1686434 h 1816634"/>
              <a:gd name="csX61" fmla="*/ 626869 w 3072687"/>
              <a:gd name="csY61" fmla="*/ 1684268 h 1816634"/>
              <a:gd name="csX62" fmla="*/ 637146 w 3072687"/>
              <a:gd name="csY62" fmla="*/ 1682102 h 1816634"/>
              <a:gd name="csX63" fmla="*/ 647422 w 3072687"/>
              <a:gd name="csY63" fmla="*/ 1679936 h 1816634"/>
              <a:gd name="csX64" fmla="*/ 657698 w 3072687"/>
              <a:gd name="csY64" fmla="*/ 1677754 h 1816634"/>
              <a:gd name="csX65" fmla="*/ 667975 w 3072687"/>
              <a:gd name="csY65" fmla="*/ 1675588 h 1816634"/>
              <a:gd name="csX66" fmla="*/ 678251 w 3072687"/>
              <a:gd name="csY66" fmla="*/ 1673422 h 1816634"/>
              <a:gd name="csX67" fmla="*/ 688527 w 3072687"/>
              <a:gd name="csY67" fmla="*/ 1671256 h 1816634"/>
              <a:gd name="csX68" fmla="*/ 698804 w 3072687"/>
              <a:gd name="csY68" fmla="*/ 1669074 h 1816634"/>
              <a:gd name="csX69" fmla="*/ 709082 w 3072687"/>
              <a:gd name="csY69" fmla="*/ 1666908 h 1816634"/>
              <a:gd name="csX70" fmla="*/ 719358 w 3072687"/>
              <a:gd name="csY70" fmla="*/ 1664742 h 1816634"/>
              <a:gd name="csX71" fmla="*/ 729634 w 3072687"/>
              <a:gd name="csY71" fmla="*/ 1662576 h 1816634"/>
              <a:gd name="csX72" fmla="*/ 739911 w 3072687"/>
              <a:gd name="csY72" fmla="*/ 1660394 h 1816634"/>
              <a:gd name="csX73" fmla="*/ 750187 w 3072687"/>
              <a:gd name="csY73" fmla="*/ 1658228 h 1816634"/>
              <a:gd name="csX74" fmla="*/ 760463 w 3072687"/>
              <a:gd name="csY74" fmla="*/ 1656062 h 1816634"/>
              <a:gd name="csX75" fmla="*/ 770740 w 3072687"/>
              <a:gd name="csY75" fmla="*/ 1653896 h 1816634"/>
              <a:gd name="csX76" fmla="*/ 781016 w 3072687"/>
              <a:gd name="csY76" fmla="*/ 1651714 h 1816634"/>
              <a:gd name="csX77" fmla="*/ 791294 w 3072687"/>
              <a:gd name="csY77" fmla="*/ 1649548 h 1816634"/>
              <a:gd name="csX78" fmla="*/ 801570 w 3072687"/>
              <a:gd name="csY78" fmla="*/ 1647382 h 1816634"/>
              <a:gd name="csX79" fmla="*/ 811847 w 3072687"/>
              <a:gd name="csY79" fmla="*/ 1645216 h 1816634"/>
              <a:gd name="csX80" fmla="*/ 822123 w 3072687"/>
              <a:gd name="csY80" fmla="*/ 1643034 h 1816634"/>
              <a:gd name="csX81" fmla="*/ 832399 w 3072687"/>
              <a:gd name="csY81" fmla="*/ 1640868 h 1816634"/>
              <a:gd name="csX82" fmla="*/ 842676 w 3072687"/>
              <a:gd name="csY82" fmla="*/ 1638702 h 1816634"/>
              <a:gd name="csX83" fmla="*/ 852952 w 3072687"/>
              <a:gd name="csY83" fmla="*/ 1636536 h 1816634"/>
              <a:gd name="csX84" fmla="*/ 863228 w 3072687"/>
              <a:gd name="csY84" fmla="*/ 1634370 h 1816634"/>
              <a:gd name="csX85" fmla="*/ 873506 w 3072687"/>
              <a:gd name="csY85" fmla="*/ 1632188 h 1816634"/>
              <a:gd name="csX86" fmla="*/ 883783 w 3072687"/>
              <a:gd name="csY86" fmla="*/ 1630022 h 1816634"/>
              <a:gd name="csX87" fmla="*/ 894059 w 3072687"/>
              <a:gd name="csY87" fmla="*/ 1627856 h 1816634"/>
              <a:gd name="csX88" fmla="*/ 904335 w 3072687"/>
              <a:gd name="csY88" fmla="*/ 1625690 h 1816634"/>
              <a:gd name="csX89" fmla="*/ 914612 w 3072687"/>
              <a:gd name="csY89" fmla="*/ 1623508 h 1816634"/>
              <a:gd name="csX90" fmla="*/ 924888 w 3072687"/>
              <a:gd name="csY90" fmla="*/ 1621342 h 1816634"/>
              <a:gd name="csX91" fmla="*/ 935164 w 3072687"/>
              <a:gd name="csY91" fmla="*/ 1619176 h 1816634"/>
              <a:gd name="csX92" fmla="*/ 945441 w 3072687"/>
              <a:gd name="csY92" fmla="*/ 1617010 h 1816634"/>
              <a:gd name="csX93" fmla="*/ 955719 w 3072687"/>
              <a:gd name="csY93" fmla="*/ 1614828 h 1816634"/>
              <a:gd name="csX94" fmla="*/ 965995 w 3072687"/>
              <a:gd name="csY94" fmla="*/ 1612662 h 1816634"/>
              <a:gd name="csX95" fmla="*/ 976271 w 3072687"/>
              <a:gd name="csY95" fmla="*/ 1610496 h 1816634"/>
              <a:gd name="csX96" fmla="*/ 986548 w 3072687"/>
              <a:gd name="csY96" fmla="*/ 1608330 h 1816634"/>
              <a:gd name="csX97" fmla="*/ 996824 w 3072687"/>
              <a:gd name="csY97" fmla="*/ 1606148 h 1816634"/>
              <a:gd name="csX98" fmla="*/ 1007100 w 3072687"/>
              <a:gd name="csY98" fmla="*/ 1603982 h 1816634"/>
              <a:gd name="csX99" fmla="*/ 1017377 w 3072687"/>
              <a:gd name="csY99" fmla="*/ 1601816 h 1816634"/>
              <a:gd name="csX100" fmla="*/ 1027653 w 3072687"/>
              <a:gd name="csY100" fmla="*/ 1599649 h 1816634"/>
              <a:gd name="csX101" fmla="*/ 1037931 w 3072687"/>
              <a:gd name="csY101" fmla="*/ 1597468 h 1816634"/>
              <a:gd name="csX102" fmla="*/ 1048199 w 3072687"/>
              <a:gd name="csY102" fmla="*/ 1595302 h 1816634"/>
              <a:gd name="csX103" fmla="*/ 1058480 w 3072687"/>
              <a:gd name="csY103" fmla="*/ 1593135 h 1816634"/>
              <a:gd name="csX104" fmla="*/ 1068761 w 3072687"/>
              <a:gd name="csY104" fmla="*/ 1590969 h 1816634"/>
              <a:gd name="csX105" fmla="*/ 1079043 w 3072687"/>
              <a:gd name="csY105" fmla="*/ 1588788 h 1816634"/>
              <a:gd name="csX106" fmla="*/ 1089308 w 3072687"/>
              <a:gd name="csY106" fmla="*/ 1586622 h 1816634"/>
              <a:gd name="csX107" fmla="*/ 1099589 w 3072687"/>
              <a:gd name="csY107" fmla="*/ 1584456 h 1816634"/>
              <a:gd name="csX108" fmla="*/ 1109870 w 3072687"/>
              <a:gd name="csY108" fmla="*/ 1582290 h 1816634"/>
              <a:gd name="csX109" fmla="*/ 1120135 w 3072687"/>
              <a:gd name="csY109" fmla="*/ 1580108 h 1816634"/>
              <a:gd name="csX110" fmla="*/ 1130416 w 3072687"/>
              <a:gd name="csY110" fmla="*/ 1577942 h 1816634"/>
              <a:gd name="csX111" fmla="*/ 1140697 w 3072687"/>
              <a:gd name="csY111" fmla="*/ 1575776 h 1816634"/>
              <a:gd name="csX112" fmla="*/ 1150978 w 3072687"/>
              <a:gd name="csY112" fmla="*/ 1573609 h 1816634"/>
              <a:gd name="csX113" fmla="*/ 1161244 w 3072687"/>
              <a:gd name="csY113" fmla="*/ 1571428 h 1816634"/>
              <a:gd name="csX114" fmla="*/ 1171525 w 3072687"/>
              <a:gd name="csY114" fmla="*/ 1569262 h 1816634"/>
              <a:gd name="csX115" fmla="*/ 1181806 w 3072687"/>
              <a:gd name="csY115" fmla="*/ 1567095 h 1816634"/>
              <a:gd name="csX116" fmla="*/ 1192071 w 3072687"/>
              <a:gd name="csY116" fmla="*/ 1564929 h 1816634"/>
              <a:gd name="csX117" fmla="*/ 1202352 w 3072687"/>
              <a:gd name="csY117" fmla="*/ 1562763 h 1816634"/>
              <a:gd name="csX118" fmla="*/ 1212633 w 3072687"/>
              <a:gd name="csY118" fmla="*/ 1560581 h 1816634"/>
              <a:gd name="csX119" fmla="*/ 1222914 w 3072687"/>
              <a:gd name="csY119" fmla="*/ 1558415 h 1816634"/>
              <a:gd name="csX120" fmla="*/ 1233180 w 3072687"/>
              <a:gd name="csY120" fmla="*/ 1556249 h 1816634"/>
              <a:gd name="csX121" fmla="*/ 1243461 w 3072687"/>
              <a:gd name="csY121" fmla="*/ 1554083 h 1816634"/>
              <a:gd name="csX122" fmla="*/ 1253742 w 3072687"/>
              <a:gd name="csY122" fmla="*/ 1551901 h 1816634"/>
              <a:gd name="csX123" fmla="*/ 1264007 w 3072687"/>
              <a:gd name="csY123" fmla="*/ 1549735 h 1816634"/>
              <a:gd name="csX124" fmla="*/ 1274288 w 3072687"/>
              <a:gd name="csY124" fmla="*/ 1547569 h 1816634"/>
              <a:gd name="csX125" fmla="*/ 1284569 w 3072687"/>
              <a:gd name="csY125" fmla="*/ 1545403 h 1816634"/>
              <a:gd name="csX126" fmla="*/ 1294850 w 3072687"/>
              <a:gd name="csY126" fmla="*/ 1543222 h 1816634"/>
              <a:gd name="csX127" fmla="*/ 1305116 w 3072687"/>
              <a:gd name="csY127" fmla="*/ 1541055 h 1816634"/>
              <a:gd name="csX128" fmla="*/ 1315397 w 3072687"/>
              <a:gd name="csY128" fmla="*/ 1538889 h 1816634"/>
              <a:gd name="csX129" fmla="*/ 1325678 w 3072687"/>
              <a:gd name="csY129" fmla="*/ 1536723 h 1816634"/>
              <a:gd name="csX130" fmla="*/ 1335943 w 3072687"/>
              <a:gd name="csY130" fmla="*/ 1534541 h 1816634"/>
              <a:gd name="csX131" fmla="*/ 1346224 w 3072687"/>
              <a:gd name="csY131" fmla="*/ 1532375 h 1816634"/>
              <a:gd name="csX132" fmla="*/ 1356505 w 3072687"/>
              <a:gd name="csY132" fmla="*/ 1530209 h 1816634"/>
              <a:gd name="csX133" fmla="*/ 1366786 w 3072687"/>
              <a:gd name="csY133" fmla="*/ 1528043 h 1816634"/>
              <a:gd name="csX134" fmla="*/ 1377052 w 3072687"/>
              <a:gd name="csY134" fmla="*/ 1525861 h 1816634"/>
              <a:gd name="csX135" fmla="*/ 1387333 w 3072687"/>
              <a:gd name="csY135" fmla="*/ 1523695 h 1816634"/>
              <a:gd name="csX136" fmla="*/ 1397614 w 3072687"/>
              <a:gd name="csY136" fmla="*/ 1521529 h 1816634"/>
              <a:gd name="csX137" fmla="*/ 1407879 w 3072687"/>
              <a:gd name="csY137" fmla="*/ 1519363 h 1816634"/>
              <a:gd name="csX138" fmla="*/ 1418160 w 3072687"/>
              <a:gd name="csY138" fmla="*/ 1517181 h 1816634"/>
              <a:gd name="csX139" fmla="*/ 1428441 w 3072687"/>
              <a:gd name="csY139" fmla="*/ 1515015 h 1816634"/>
              <a:gd name="csX140" fmla="*/ 1438722 w 3072687"/>
              <a:gd name="csY140" fmla="*/ 1512849 h 1816634"/>
              <a:gd name="csX141" fmla="*/ 1448988 w 3072687"/>
              <a:gd name="csY141" fmla="*/ 1510683 h 1816634"/>
              <a:gd name="csX142" fmla="*/ 1459269 w 3072687"/>
              <a:gd name="csY142" fmla="*/ 1508501 h 1816634"/>
              <a:gd name="csX143" fmla="*/ 1469550 w 3072687"/>
              <a:gd name="csY143" fmla="*/ 1506335 h 1816634"/>
              <a:gd name="csX144" fmla="*/ 1479815 w 3072687"/>
              <a:gd name="csY144" fmla="*/ 1504169 h 1816634"/>
              <a:gd name="csX145" fmla="*/ 1490096 w 3072687"/>
              <a:gd name="csY145" fmla="*/ 1502003 h 1816634"/>
              <a:gd name="csX146" fmla="*/ 1500377 w 3072687"/>
              <a:gd name="csY146" fmla="*/ 1499821 h 1816634"/>
              <a:gd name="csX147" fmla="*/ 1510658 w 3072687"/>
              <a:gd name="csY147" fmla="*/ 1497655 h 1816634"/>
              <a:gd name="csX148" fmla="*/ 1520924 w 3072687"/>
              <a:gd name="csY148" fmla="*/ 1495489 h 1816634"/>
              <a:gd name="csX149" fmla="*/ 1531205 w 3072687"/>
              <a:gd name="csY149" fmla="*/ 1493323 h 1816634"/>
              <a:gd name="csX150" fmla="*/ 1541486 w 3072687"/>
              <a:gd name="csY150" fmla="*/ 1491157 h 1816634"/>
              <a:gd name="csX151" fmla="*/ 1551751 w 3072687"/>
              <a:gd name="csY151" fmla="*/ 1488975 h 1816634"/>
              <a:gd name="csX152" fmla="*/ 1562032 w 3072687"/>
              <a:gd name="csY152" fmla="*/ 1486809 h 1816634"/>
              <a:gd name="csX153" fmla="*/ 1572313 w 3072687"/>
              <a:gd name="csY153" fmla="*/ 1484643 h 1816634"/>
              <a:gd name="csX154" fmla="*/ 1582594 w 3072687"/>
              <a:gd name="csY154" fmla="*/ 1482477 h 1816634"/>
              <a:gd name="csX155" fmla="*/ 1592860 w 3072687"/>
              <a:gd name="csY155" fmla="*/ 1480295 h 1816634"/>
              <a:gd name="csX156" fmla="*/ 1603141 w 3072687"/>
              <a:gd name="csY156" fmla="*/ 1478129 h 1816634"/>
              <a:gd name="csX157" fmla="*/ 1613422 w 3072687"/>
              <a:gd name="csY157" fmla="*/ 1475963 h 1816634"/>
              <a:gd name="csX158" fmla="*/ 1623687 w 3072687"/>
              <a:gd name="csY158" fmla="*/ 1473797 h 1816634"/>
              <a:gd name="csX159" fmla="*/ 1633968 w 3072687"/>
              <a:gd name="csY159" fmla="*/ 1471615 h 1816634"/>
              <a:gd name="csX160" fmla="*/ 1644249 w 3072687"/>
              <a:gd name="csY160" fmla="*/ 1469449 h 1816634"/>
              <a:gd name="csX161" fmla="*/ 1654530 w 3072687"/>
              <a:gd name="csY161" fmla="*/ 1467283 h 1816634"/>
              <a:gd name="csX162" fmla="*/ 1664795 w 3072687"/>
              <a:gd name="csY162" fmla="*/ 1465117 h 1816634"/>
              <a:gd name="csX163" fmla="*/ 1675077 w 3072687"/>
              <a:gd name="csY163" fmla="*/ 1462935 h 1816634"/>
              <a:gd name="csX164" fmla="*/ 1685358 w 3072687"/>
              <a:gd name="csY164" fmla="*/ 1460769 h 1816634"/>
              <a:gd name="csX165" fmla="*/ 1695623 w 3072687"/>
              <a:gd name="csY165" fmla="*/ 1458603 h 1816634"/>
              <a:gd name="csX166" fmla="*/ 1705904 w 3072687"/>
              <a:gd name="csY166" fmla="*/ 1456437 h 1816634"/>
              <a:gd name="csX167" fmla="*/ 1716185 w 3072687"/>
              <a:gd name="csY167" fmla="*/ 1454255 h 1816634"/>
              <a:gd name="csX168" fmla="*/ 1726450 w 3072687"/>
              <a:gd name="csY168" fmla="*/ 1452089 h 1816634"/>
              <a:gd name="csX169" fmla="*/ 1736731 w 3072687"/>
              <a:gd name="csY169" fmla="*/ 1449923 h 1816634"/>
              <a:gd name="csX170" fmla="*/ 1747012 w 3072687"/>
              <a:gd name="csY170" fmla="*/ 1447757 h 1816634"/>
              <a:gd name="csX171" fmla="*/ 1757294 w 3072687"/>
              <a:gd name="csY171" fmla="*/ 1445575 h 1816634"/>
              <a:gd name="csX172" fmla="*/ 1767559 w 3072687"/>
              <a:gd name="csY172" fmla="*/ 1443409 h 1816634"/>
              <a:gd name="csX173" fmla="*/ 1777840 w 3072687"/>
              <a:gd name="csY173" fmla="*/ 1441243 h 1816634"/>
              <a:gd name="csX174" fmla="*/ 1788121 w 3072687"/>
              <a:gd name="csY174" fmla="*/ 1439077 h 1816634"/>
              <a:gd name="csX175" fmla="*/ 1798386 w 3072687"/>
              <a:gd name="csY175" fmla="*/ 1436895 h 1816634"/>
              <a:gd name="csX176" fmla="*/ 1808667 w 3072687"/>
              <a:gd name="csY176" fmla="*/ 1434729 h 1816634"/>
              <a:gd name="csX177" fmla="*/ 1818948 w 3072687"/>
              <a:gd name="csY177" fmla="*/ 1432563 h 1816634"/>
              <a:gd name="csX178" fmla="*/ 1829229 w 3072687"/>
              <a:gd name="csY178" fmla="*/ 1430397 h 1816634"/>
              <a:gd name="csX179" fmla="*/ 1839495 w 3072687"/>
              <a:gd name="csY179" fmla="*/ 1428215 h 1816634"/>
              <a:gd name="csX180" fmla="*/ 1849776 w 3072687"/>
              <a:gd name="csY180" fmla="*/ 1426049 h 1816634"/>
              <a:gd name="csX181" fmla="*/ 1860057 w 3072687"/>
              <a:gd name="csY181" fmla="*/ 1423883 h 1816634"/>
              <a:gd name="csX182" fmla="*/ 1870322 w 3072687"/>
              <a:gd name="csY182" fmla="*/ 1421717 h 1816634"/>
              <a:gd name="csX183" fmla="*/ 1880603 w 3072687"/>
              <a:gd name="csY183" fmla="*/ 1419551 h 1816634"/>
              <a:gd name="csX184" fmla="*/ 1890884 w 3072687"/>
              <a:gd name="csY184" fmla="*/ 1417369 h 1816634"/>
              <a:gd name="csX185" fmla="*/ 1901165 w 3072687"/>
              <a:gd name="csY185" fmla="*/ 1415203 h 1816634"/>
              <a:gd name="csX186" fmla="*/ 1911431 w 3072687"/>
              <a:gd name="csY186" fmla="*/ 1413037 h 1816634"/>
              <a:gd name="csX187" fmla="*/ 1921712 w 3072687"/>
              <a:gd name="csY187" fmla="*/ 1410871 h 1816634"/>
              <a:gd name="csX188" fmla="*/ 1931993 w 3072687"/>
              <a:gd name="csY188" fmla="*/ 1408689 h 1816634"/>
              <a:gd name="csX189" fmla="*/ 1942258 w 3072687"/>
              <a:gd name="csY189" fmla="*/ 1406523 h 1816634"/>
              <a:gd name="csX190" fmla="*/ 1952539 w 3072687"/>
              <a:gd name="csY190" fmla="*/ 1404357 h 1816634"/>
              <a:gd name="csX191" fmla="*/ 1962820 w 3072687"/>
              <a:gd name="csY191" fmla="*/ 1402191 h 1816634"/>
              <a:gd name="csX192" fmla="*/ 1973101 w 3072687"/>
              <a:gd name="csY192" fmla="*/ 1400009 h 1816634"/>
              <a:gd name="csX193" fmla="*/ 1983367 w 3072687"/>
              <a:gd name="csY193" fmla="*/ 1397843 h 1816634"/>
              <a:gd name="csX194" fmla="*/ 1993648 w 3072687"/>
              <a:gd name="csY194" fmla="*/ 1395677 h 1816634"/>
              <a:gd name="csX195" fmla="*/ 2003929 w 3072687"/>
              <a:gd name="csY195" fmla="*/ 1393511 h 1816634"/>
              <a:gd name="csX196" fmla="*/ 2014194 w 3072687"/>
              <a:gd name="csY196" fmla="*/ 1391329 h 1816634"/>
              <a:gd name="csX197" fmla="*/ 2024475 w 3072687"/>
              <a:gd name="csY197" fmla="*/ 1389163 h 1816634"/>
              <a:gd name="csX198" fmla="*/ 2034756 w 3072687"/>
              <a:gd name="csY198" fmla="*/ 1386997 h 1816634"/>
              <a:gd name="csX199" fmla="*/ 2045037 w 3072687"/>
              <a:gd name="csY199" fmla="*/ 1384831 h 1816634"/>
              <a:gd name="csX200" fmla="*/ 2055303 w 3072687"/>
              <a:gd name="csY200" fmla="*/ 1382649 h 1816634"/>
              <a:gd name="csX201" fmla="*/ 2065584 w 3072687"/>
              <a:gd name="csY201" fmla="*/ 1380483 h 1816634"/>
              <a:gd name="csX202" fmla="*/ 2075865 w 3072687"/>
              <a:gd name="csY202" fmla="*/ 1378317 h 1816634"/>
              <a:gd name="csX203" fmla="*/ 2086130 w 3072687"/>
              <a:gd name="csY203" fmla="*/ 1376150 h 1816634"/>
              <a:gd name="csX204" fmla="*/ 2096411 w 3072687"/>
              <a:gd name="csY204" fmla="*/ 1373969 h 1816634"/>
              <a:gd name="csX205" fmla="*/ 2106692 w 3072687"/>
              <a:gd name="csY205" fmla="*/ 1371803 h 1816634"/>
              <a:gd name="csX206" fmla="*/ 2116973 w 3072687"/>
              <a:gd name="csY206" fmla="*/ 1369636 h 1816634"/>
              <a:gd name="csX207" fmla="*/ 2127239 w 3072687"/>
              <a:gd name="csY207" fmla="*/ 1367470 h 1816634"/>
              <a:gd name="csX208" fmla="*/ 2137520 w 3072687"/>
              <a:gd name="csY208" fmla="*/ 1365289 h 1816634"/>
              <a:gd name="csX209" fmla="*/ 2147801 w 3072687"/>
              <a:gd name="csY209" fmla="*/ 1363123 h 1816634"/>
              <a:gd name="csX210" fmla="*/ 2158066 w 3072687"/>
              <a:gd name="csY210" fmla="*/ 1360957 h 1816634"/>
              <a:gd name="csX211" fmla="*/ 2168347 w 3072687"/>
              <a:gd name="csY211" fmla="*/ 1358790 h 1816634"/>
              <a:gd name="csX212" fmla="*/ 2178628 w 3072687"/>
              <a:gd name="csY212" fmla="*/ 1356609 h 1816634"/>
              <a:gd name="csX213" fmla="*/ 2188909 w 3072687"/>
              <a:gd name="csY213" fmla="*/ 1354443 h 1816634"/>
              <a:gd name="csX214" fmla="*/ 2199175 w 3072687"/>
              <a:gd name="csY214" fmla="*/ 1352277 h 1816634"/>
              <a:gd name="csX215" fmla="*/ 2209456 w 3072687"/>
              <a:gd name="csY215" fmla="*/ 1350110 h 1816634"/>
              <a:gd name="csX216" fmla="*/ 2219737 w 3072687"/>
              <a:gd name="csY216" fmla="*/ 1347929 h 1816634"/>
              <a:gd name="csX217" fmla="*/ 2230002 w 3072687"/>
              <a:gd name="csY217" fmla="*/ 1345763 h 1816634"/>
              <a:gd name="csX218" fmla="*/ 2240283 w 3072687"/>
              <a:gd name="csY218" fmla="*/ 1343581 h 1816634"/>
              <a:gd name="csX219" fmla="*/ 2250564 w 3072687"/>
              <a:gd name="csY219" fmla="*/ 1341399 h 1816634"/>
              <a:gd name="csX220" fmla="*/ 2260845 w 3072687"/>
              <a:gd name="csY220" fmla="*/ 1339217 h 1816634"/>
              <a:gd name="csX221" fmla="*/ 2271111 w 3072687"/>
              <a:gd name="csY221" fmla="*/ 1337020 h 1816634"/>
              <a:gd name="csX222" fmla="*/ 2281392 w 3072687"/>
              <a:gd name="csY222" fmla="*/ 1334791 h 1816634"/>
              <a:gd name="csX223" fmla="*/ 2291673 w 3072687"/>
              <a:gd name="csY223" fmla="*/ 1332546 h 1816634"/>
              <a:gd name="csX224" fmla="*/ 2301938 w 3072687"/>
              <a:gd name="csY224" fmla="*/ 1330255 h 1816634"/>
              <a:gd name="csX225" fmla="*/ 2312219 w 3072687"/>
              <a:gd name="csY225" fmla="*/ 1327884 h 1816634"/>
              <a:gd name="csX226" fmla="*/ 2322500 w 3072687"/>
              <a:gd name="csY226" fmla="*/ 1325436 h 1816634"/>
              <a:gd name="csX227" fmla="*/ 2332781 w 3072687"/>
              <a:gd name="csY227" fmla="*/ 1322830 h 1816634"/>
              <a:gd name="csX228" fmla="*/ 2343047 w 3072687"/>
              <a:gd name="csY228" fmla="*/ 1320036 h 1816634"/>
              <a:gd name="csX229" fmla="*/ 2353328 w 3072687"/>
              <a:gd name="csY229" fmla="*/ 1316991 h 1816634"/>
              <a:gd name="csX230" fmla="*/ 2363609 w 3072687"/>
              <a:gd name="csY230" fmla="*/ 1313601 h 1816634"/>
              <a:gd name="csX231" fmla="*/ 2373874 w 3072687"/>
              <a:gd name="csY231" fmla="*/ 1309787 h 1816634"/>
              <a:gd name="csX232" fmla="*/ 2384155 w 3072687"/>
              <a:gd name="csY232" fmla="*/ 1305455 h 1816634"/>
              <a:gd name="csX233" fmla="*/ 2394436 w 3072687"/>
              <a:gd name="csY233" fmla="*/ 1300463 h 1816634"/>
              <a:gd name="csX234" fmla="*/ 2404717 w 3072687"/>
              <a:gd name="csY234" fmla="*/ 1294720 h 1816634"/>
              <a:gd name="csX235" fmla="*/ 2414983 w 3072687"/>
              <a:gd name="csY235" fmla="*/ 1288094 h 1816634"/>
              <a:gd name="csX236" fmla="*/ 2425264 w 3072687"/>
              <a:gd name="csY236" fmla="*/ 1280479 h 1816634"/>
              <a:gd name="csX237" fmla="*/ 2435545 w 3072687"/>
              <a:gd name="csY237" fmla="*/ 1271780 h 1816634"/>
              <a:gd name="csX238" fmla="*/ 2445810 w 3072687"/>
              <a:gd name="csY238" fmla="*/ 1261919 h 1816634"/>
              <a:gd name="csX239" fmla="*/ 2456091 w 3072687"/>
              <a:gd name="csY239" fmla="*/ 1250847 h 1816634"/>
              <a:gd name="csX240" fmla="*/ 2466372 w 3072687"/>
              <a:gd name="csY240" fmla="*/ 1238543 h 1816634"/>
              <a:gd name="csX241" fmla="*/ 2476637 w 3072687"/>
              <a:gd name="csY241" fmla="*/ 1225014 h 1816634"/>
              <a:gd name="csX242" fmla="*/ 2486918 w 3072687"/>
              <a:gd name="csY242" fmla="*/ 1210302 h 1816634"/>
              <a:gd name="csX243" fmla="*/ 2497200 w 3072687"/>
              <a:gd name="csY243" fmla="*/ 1194471 h 1816634"/>
              <a:gd name="csX244" fmla="*/ 2507480 w 3072687"/>
              <a:gd name="csY244" fmla="*/ 1177612 h 1816634"/>
              <a:gd name="csX245" fmla="*/ 2517746 w 3072687"/>
              <a:gd name="csY245" fmla="*/ 1159828 h 1816634"/>
              <a:gd name="csX246" fmla="*/ 2528027 w 3072687"/>
              <a:gd name="csY246" fmla="*/ 1141234 h 1816634"/>
              <a:gd name="csX247" fmla="*/ 2538308 w 3072687"/>
              <a:gd name="csY247" fmla="*/ 1121951 h 1816634"/>
              <a:gd name="csX248" fmla="*/ 2548573 w 3072687"/>
              <a:gd name="csY248" fmla="*/ 1102091 h 1816634"/>
              <a:gd name="csX249" fmla="*/ 2558854 w 3072687"/>
              <a:gd name="csY249" fmla="*/ 1081764 h 1816634"/>
              <a:gd name="csX250" fmla="*/ 2569135 w 3072687"/>
              <a:gd name="csY250" fmla="*/ 1061067 h 1816634"/>
              <a:gd name="csX251" fmla="*/ 2579417 w 3072687"/>
              <a:gd name="csY251" fmla="*/ 1040084 h 1816634"/>
              <a:gd name="csX252" fmla="*/ 2589682 w 3072687"/>
              <a:gd name="csY252" fmla="*/ 1018886 h 1816634"/>
              <a:gd name="csX253" fmla="*/ 2599963 w 3072687"/>
              <a:gd name="csY253" fmla="*/ 997530 h 1816634"/>
              <a:gd name="csX254" fmla="*/ 2610244 w 3072687"/>
              <a:gd name="csY254" fmla="*/ 976059 h 1816634"/>
              <a:gd name="csX255" fmla="*/ 2620509 w 3072687"/>
              <a:gd name="csY255" fmla="*/ 954510 h 1816634"/>
              <a:gd name="csX256" fmla="*/ 2630790 w 3072687"/>
              <a:gd name="csY256" fmla="*/ 932907 h 1816634"/>
              <a:gd name="csX257" fmla="*/ 2641071 w 3072687"/>
              <a:gd name="csY257" fmla="*/ 911268 h 1816634"/>
              <a:gd name="csX258" fmla="*/ 2651352 w 3072687"/>
              <a:gd name="csY258" fmla="*/ 889606 h 1816634"/>
              <a:gd name="csX259" fmla="*/ 2661618 w 3072687"/>
              <a:gd name="csY259" fmla="*/ 867928 h 1816634"/>
              <a:gd name="csX260" fmla="*/ 2671899 w 3072687"/>
              <a:gd name="csY260" fmla="*/ 846242 h 1816634"/>
              <a:gd name="csX261" fmla="*/ 2682180 w 3072687"/>
              <a:gd name="csY261" fmla="*/ 824549 h 1816634"/>
              <a:gd name="csX262" fmla="*/ 2692445 w 3072687"/>
              <a:gd name="csY262" fmla="*/ 802856 h 1816634"/>
              <a:gd name="csX263" fmla="*/ 2702726 w 3072687"/>
              <a:gd name="csY263" fmla="*/ 781159 h 1816634"/>
              <a:gd name="csX264" fmla="*/ 2713007 w 3072687"/>
              <a:gd name="csY264" fmla="*/ 759460 h 1816634"/>
              <a:gd name="csX265" fmla="*/ 2723288 w 3072687"/>
              <a:gd name="csY265" fmla="*/ 737762 h 1816634"/>
              <a:gd name="csX266" fmla="*/ 2733554 w 3072687"/>
              <a:gd name="csY266" fmla="*/ 716063 h 1816634"/>
              <a:gd name="csX267" fmla="*/ 2743835 w 3072687"/>
              <a:gd name="csY267" fmla="*/ 694365 h 1816634"/>
              <a:gd name="csX268" fmla="*/ 2754116 w 3072687"/>
              <a:gd name="csY268" fmla="*/ 672666 h 1816634"/>
              <a:gd name="csX269" fmla="*/ 2764381 w 3072687"/>
              <a:gd name="csY269" fmla="*/ 650968 h 1816634"/>
              <a:gd name="csX270" fmla="*/ 2774662 w 3072687"/>
              <a:gd name="csY270" fmla="*/ 629268 h 1816634"/>
              <a:gd name="csX271" fmla="*/ 2784943 w 3072687"/>
              <a:gd name="csY271" fmla="*/ 607569 h 1816634"/>
              <a:gd name="csX272" fmla="*/ 2795224 w 3072687"/>
              <a:gd name="csY272" fmla="*/ 585871 h 1816634"/>
              <a:gd name="csX273" fmla="*/ 2805490 w 3072687"/>
              <a:gd name="csY273" fmla="*/ 564172 h 1816634"/>
              <a:gd name="csX274" fmla="*/ 2815771 w 3072687"/>
              <a:gd name="csY274" fmla="*/ 542472 h 1816634"/>
              <a:gd name="csX275" fmla="*/ 2826052 w 3072687"/>
              <a:gd name="csY275" fmla="*/ 520774 h 1816634"/>
              <a:gd name="csX276" fmla="*/ 2836317 w 3072687"/>
              <a:gd name="csY276" fmla="*/ 499075 h 1816634"/>
              <a:gd name="csX277" fmla="*/ 2846598 w 3072687"/>
              <a:gd name="csY277" fmla="*/ 477375 h 1816634"/>
              <a:gd name="csX278" fmla="*/ 2856879 w 3072687"/>
              <a:gd name="csY278" fmla="*/ 455676 h 1816634"/>
              <a:gd name="csX279" fmla="*/ 2867160 w 3072687"/>
              <a:gd name="csY279" fmla="*/ 433978 h 1816634"/>
              <a:gd name="csX280" fmla="*/ 2877425 w 3072687"/>
              <a:gd name="csY280" fmla="*/ 412279 h 1816634"/>
              <a:gd name="csX281" fmla="*/ 2887707 w 3072687"/>
              <a:gd name="csY281" fmla="*/ 390579 h 1816634"/>
              <a:gd name="csX282" fmla="*/ 2897988 w 3072687"/>
              <a:gd name="csY282" fmla="*/ 368881 h 1816634"/>
              <a:gd name="csX283" fmla="*/ 2908253 w 3072687"/>
              <a:gd name="csY283" fmla="*/ 347182 h 1816634"/>
              <a:gd name="csX284" fmla="*/ 2918534 w 3072687"/>
              <a:gd name="csY284" fmla="*/ 325484 h 1816634"/>
              <a:gd name="csX285" fmla="*/ 2928815 w 3072687"/>
              <a:gd name="csY285" fmla="*/ 303784 h 1816634"/>
              <a:gd name="csX286" fmla="*/ 2939096 w 3072687"/>
              <a:gd name="csY286" fmla="*/ 282085 h 1816634"/>
              <a:gd name="csX287" fmla="*/ 2949362 w 3072687"/>
              <a:gd name="csY287" fmla="*/ 260387 h 1816634"/>
              <a:gd name="csX288" fmla="*/ 2959643 w 3072687"/>
              <a:gd name="csY288" fmla="*/ 238688 h 1816634"/>
              <a:gd name="csX289" fmla="*/ 2969924 w 3072687"/>
              <a:gd name="csY289" fmla="*/ 216988 h 1816634"/>
              <a:gd name="csX290" fmla="*/ 2980189 w 3072687"/>
              <a:gd name="csY290" fmla="*/ 195290 h 1816634"/>
              <a:gd name="csX291" fmla="*/ 2990470 w 3072687"/>
              <a:gd name="csY291" fmla="*/ 173591 h 1816634"/>
              <a:gd name="csX292" fmla="*/ 3000751 w 3072687"/>
              <a:gd name="csY292" fmla="*/ 151893 h 1816634"/>
              <a:gd name="csX293" fmla="*/ 3011032 w 3072687"/>
              <a:gd name="csY293" fmla="*/ 130193 h 1816634"/>
              <a:gd name="csX294" fmla="*/ 3021298 w 3072687"/>
              <a:gd name="csY294" fmla="*/ 108494 h 1816634"/>
              <a:gd name="csX295" fmla="*/ 3031579 w 3072687"/>
              <a:gd name="csY295" fmla="*/ 86796 h 1816634"/>
              <a:gd name="csX296" fmla="*/ 3041859 w 3072687"/>
              <a:gd name="csY296" fmla="*/ 65096 h 1816634"/>
              <a:gd name="csX297" fmla="*/ 3052125 w 3072687"/>
              <a:gd name="csY297" fmla="*/ 43397 h 1816634"/>
              <a:gd name="csX298" fmla="*/ 3062406 w 3072687"/>
              <a:gd name="csY298" fmla="*/ 21699 h 1816634"/>
              <a:gd name="csX299" fmla="*/ 3072687 w 3072687"/>
              <a:gd name="csY299" fmla="*/ 0 h 181663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3072687" h="1816634">
                <a:moveTo>
                  <a:pt x="0" y="1816635"/>
                </a:moveTo>
                <a:lnTo>
                  <a:pt x="10276" y="1814468"/>
                </a:lnTo>
                <a:lnTo>
                  <a:pt x="20553" y="1812287"/>
                </a:lnTo>
                <a:lnTo>
                  <a:pt x="30829" y="1810121"/>
                </a:lnTo>
                <a:lnTo>
                  <a:pt x="41105" y="1807954"/>
                </a:lnTo>
                <a:lnTo>
                  <a:pt x="51383" y="1805788"/>
                </a:lnTo>
                <a:lnTo>
                  <a:pt x="61660" y="1803607"/>
                </a:lnTo>
                <a:lnTo>
                  <a:pt x="71936" y="1801441"/>
                </a:lnTo>
                <a:lnTo>
                  <a:pt x="82212" y="1799275"/>
                </a:lnTo>
                <a:lnTo>
                  <a:pt x="92489" y="1797108"/>
                </a:lnTo>
                <a:lnTo>
                  <a:pt x="102765" y="1794927"/>
                </a:lnTo>
                <a:lnTo>
                  <a:pt x="113041" y="1792761"/>
                </a:lnTo>
                <a:lnTo>
                  <a:pt x="123318" y="1790594"/>
                </a:lnTo>
                <a:lnTo>
                  <a:pt x="133596" y="1788428"/>
                </a:lnTo>
                <a:lnTo>
                  <a:pt x="143872" y="1786262"/>
                </a:lnTo>
                <a:lnTo>
                  <a:pt x="154148" y="1784080"/>
                </a:lnTo>
                <a:lnTo>
                  <a:pt x="164425" y="1781914"/>
                </a:lnTo>
                <a:lnTo>
                  <a:pt x="174701" y="1779748"/>
                </a:lnTo>
                <a:lnTo>
                  <a:pt x="184977" y="1777582"/>
                </a:lnTo>
                <a:lnTo>
                  <a:pt x="195254" y="1775400"/>
                </a:lnTo>
                <a:lnTo>
                  <a:pt x="205530" y="1773234"/>
                </a:lnTo>
                <a:lnTo>
                  <a:pt x="215808" y="1771068"/>
                </a:lnTo>
                <a:lnTo>
                  <a:pt x="226084" y="1768902"/>
                </a:lnTo>
                <a:lnTo>
                  <a:pt x="236361" y="1766721"/>
                </a:lnTo>
                <a:lnTo>
                  <a:pt x="246637" y="1764554"/>
                </a:lnTo>
                <a:lnTo>
                  <a:pt x="256913" y="1762388"/>
                </a:lnTo>
                <a:lnTo>
                  <a:pt x="267190" y="1760222"/>
                </a:lnTo>
                <a:lnTo>
                  <a:pt x="277466" y="1758040"/>
                </a:lnTo>
                <a:lnTo>
                  <a:pt x="287742" y="1755874"/>
                </a:lnTo>
                <a:lnTo>
                  <a:pt x="298020" y="1753708"/>
                </a:lnTo>
                <a:lnTo>
                  <a:pt x="308297" y="1751542"/>
                </a:lnTo>
                <a:lnTo>
                  <a:pt x="318573" y="1749360"/>
                </a:lnTo>
                <a:lnTo>
                  <a:pt x="328849" y="1747194"/>
                </a:lnTo>
                <a:lnTo>
                  <a:pt x="339126" y="1745028"/>
                </a:lnTo>
                <a:lnTo>
                  <a:pt x="349402" y="1742862"/>
                </a:lnTo>
                <a:lnTo>
                  <a:pt x="359678" y="1740680"/>
                </a:lnTo>
                <a:lnTo>
                  <a:pt x="369955" y="1738514"/>
                </a:lnTo>
                <a:lnTo>
                  <a:pt x="380232" y="1736348"/>
                </a:lnTo>
                <a:lnTo>
                  <a:pt x="390509" y="1734182"/>
                </a:lnTo>
                <a:lnTo>
                  <a:pt x="400785" y="1732000"/>
                </a:lnTo>
                <a:lnTo>
                  <a:pt x="411061" y="1729834"/>
                </a:lnTo>
                <a:lnTo>
                  <a:pt x="421338" y="1727668"/>
                </a:lnTo>
                <a:lnTo>
                  <a:pt x="431614" y="1725502"/>
                </a:lnTo>
                <a:lnTo>
                  <a:pt x="441890" y="1723320"/>
                </a:lnTo>
                <a:lnTo>
                  <a:pt x="452167" y="1721154"/>
                </a:lnTo>
                <a:lnTo>
                  <a:pt x="462445" y="1718988"/>
                </a:lnTo>
                <a:lnTo>
                  <a:pt x="472721" y="1716822"/>
                </a:lnTo>
                <a:lnTo>
                  <a:pt x="482997" y="1714656"/>
                </a:lnTo>
                <a:lnTo>
                  <a:pt x="493274" y="1712474"/>
                </a:lnTo>
                <a:lnTo>
                  <a:pt x="503550" y="1710308"/>
                </a:lnTo>
                <a:lnTo>
                  <a:pt x="513826" y="1708142"/>
                </a:lnTo>
                <a:lnTo>
                  <a:pt x="524103" y="1705976"/>
                </a:lnTo>
                <a:lnTo>
                  <a:pt x="534379" y="1703794"/>
                </a:lnTo>
                <a:lnTo>
                  <a:pt x="544657" y="1701628"/>
                </a:lnTo>
                <a:lnTo>
                  <a:pt x="554933" y="1699462"/>
                </a:lnTo>
                <a:lnTo>
                  <a:pt x="565210" y="1697296"/>
                </a:lnTo>
                <a:lnTo>
                  <a:pt x="575486" y="1695114"/>
                </a:lnTo>
                <a:lnTo>
                  <a:pt x="585762" y="1692948"/>
                </a:lnTo>
                <a:lnTo>
                  <a:pt x="596039" y="1690782"/>
                </a:lnTo>
                <a:lnTo>
                  <a:pt x="606315" y="1688616"/>
                </a:lnTo>
                <a:lnTo>
                  <a:pt x="616591" y="1686434"/>
                </a:lnTo>
                <a:lnTo>
                  <a:pt x="626869" y="1684268"/>
                </a:lnTo>
                <a:lnTo>
                  <a:pt x="637146" y="1682102"/>
                </a:lnTo>
                <a:lnTo>
                  <a:pt x="647422" y="1679936"/>
                </a:lnTo>
                <a:lnTo>
                  <a:pt x="657698" y="1677754"/>
                </a:lnTo>
                <a:lnTo>
                  <a:pt x="667975" y="1675588"/>
                </a:lnTo>
                <a:lnTo>
                  <a:pt x="678251" y="1673422"/>
                </a:lnTo>
                <a:lnTo>
                  <a:pt x="688527" y="1671256"/>
                </a:lnTo>
                <a:lnTo>
                  <a:pt x="698804" y="1669074"/>
                </a:lnTo>
                <a:lnTo>
                  <a:pt x="709082" y="1666908"/>
                </a:lnTo>
                <a:lnTo>
                  <a:pt x="719358" y="1664742"/>
                </a:lnTo>
                <a:lnTo>
                  <a:pt x="729634" y="1662576"/>
                </a:lnTo>
                <a:lnTo>
                  <a:pt x="739911" y="1660394"/>
                </a:lnTo>
                <a:lnTo>
                  <a:pt x="750187" y="1658228"/>
                </a:lnTo>
                <a:lnTo>
                  <a:pt x="760463" y="1656062"/>
                </a:lnTo>
                <a:lnTo>
                  <a:pt x="770740" y="1653896"/>
                </a:lnTo>
                <a:lnTo>
                  <a:pt x="781016" y="1651714"/>
                </a:lnTo>
                <a:lnTo>
                  <a:pt x="791294" y="1649548"/>
                </a:lnTo>
                <a:lnTo>
                  <a:pt x="801570" y="1647382"/>
                </a:lnTo>
                <a:lnTo>
                  <a:pt x="811847" y="1645216"/>
                </a:lnTo>
                <a:lnTo>
                  <a:pt x="822123" y="1643034"/>
                </a:lnTo>
                <a:lnTo>
                  <a:pt x="832399" y="1640868"/>
                </a:lnTo>
                <a:lnTo>
                  <a:pt x="842676" y="1638702"/>
                </a:lnTo>
                <a:lnTo>
                  <a:pt x="852952" y="1636536"/>
                </a:lnTo>
                <a:lnTo>
                  <a:pt x="863228" y="1634370"/>
                </a:lnTo>
                <a:lnTo>
                  <a:pt x="873506" y="1632188"/>
                </a:lnTo>
                <a:lnTo>
                  <a:pt x="883783" y="1630022"/>
                </a:lnTo>
                <a:lnTo>
                  <a:pt x="894059" y="1627856"/>
                </a:lnTo>
                <a:lnTo>
                  <a:pt x="904335" y="1625690"/>
                </a:lnTo>
                <a:lnTo>
                  <a:pt x="914612" y="1623508"/>
                </a:lnTo>
                <a:lnTo>
                  <a:pt x="924888" y="1621342"/>
                </a:lnTo>
                <a:lnTo>
                  <a:pt x="935164" y="1619176"/>
                </a:lnTo>
                <a:lnTo>
                  <a:pt x="945441" y="1617010"/>
                </a:lnTo>
                <a:lnTo>
                  <a:pt x="955719" y="1614828"/>
                </a:lnTo>
                <a:lnTo>
                  <a:pt x="965995" y="1612662"/>
                </a:lnTo>
                <a:lnTo>
                  <a:pt x="976271" y="1610496"/>
                </a:lnTo>
                <a:lnTo>
                  <a:pt x="986548" y="1608330"/>
                </a:lnTo>
                <a:lnTo>
                  <a:pt x="996824" y="1606148"/>
                </a:lnTo>
                <a:lnTo>
                  <a:pt x="1007100" y="1603982"/>
                </a:lnTo>
                <a:lnTo>
                  <a:pt x="1017377" y="1601816"/>
                </a:lnTo>
                <a:lnTo>
                  <a:pt x="1027653" y="1599649"/>
                </a:lnTo>
                <a:lnTo>
                  <a:pt x="1037931" y="1597468"/>
                </a:lnTo>
                <a:lnTo>
                  <a:pt x="1048199" y="1595302"/>
                </a:lnTo>
                <a:lnTo>
                  <a:pt x="1058480" y="1593135"/>
                </a:lnTo>
                <a:lnTo>
                  <a:pt x="1068761" y="1590969"/>
                </a:lnTo>
                <a:lnTo>
                  <a:pt x="1079043" y="1588788"/>
                </a:lnTo>
                <a:lnTo>
                  <a:pt x="1089308" y="1586622"/>
                </a:lnTo>
                <a:lnTo>
                  <a:pt x="1099589" y="1584456"/>
                </a:lnTo>
                <a:lnTo>
                  <a:pt x="1109870" y="1582290"/>
                </a:lnTo>
                <a:lnTo>
                  <a:pt x="1120135" y="1580108"/>
                </a:lnTo>
                <a:lnTo>
                  <a:pt x="1130416" y="1577942"/>
                </a:lnTo>
                <a:lnTo>
                  <a:pt x="1140697" y="1575776"/>
                </a:lnTo>
                <a:lnTo>
                  <a:pt x="1150978" y="1573609"/>
                </a:lnTo>
                <a:lnTo>
                  <a:pt x="1161244" y="1571428"/>
                </a:lnTo>
                <a:lnTo>
                  <a:pt x="1171525" y="1569262"/>
                </a:lnTo>
                <a:lnTo>
                  <a:pt x="1181806" y="1567095"/>
                </a:lnTo>
                <a:lnTo>
                  <a:pt x="1192071" y="1564929"/>
                </a:lnTo>
                <a:lnTo>
                  <a:pt x="1202352" y="1562763"/>
                </a:lnTo>
                <a:lnTo>
                  <a:pt x="1212633" y="1560581"/>
                </a:lnTo>
                <a:lnTo>
                  <a:pt x="1222914" y="1558415"/>
                </a:lnTo>
                <a:lnTo>
                  <a:pt x="1233180" y="1556249"/>
                </a:lnTo>
                <a:lnTo>
                  <a:pt x="1243461" y="1554083"/>
                </a:lnTo>
                <a:lnTo>
                  <a:pt x="1253742" y="1551901"/>
                </a:lnTo>
                <a:lnTo>
                  <a:pt x="1264007" y="1549735"/>
                </a:lnTo>
                <a:lnTo>
                  <a:pt x="1274288" y="1547569"/>
                </a:lnTo>
                <a:lnTo>
                  <a:pt x="1284569" y="1545403"/>
                </a:lnTo>
                <a:lnTo>
                  <a:pt x="1294850" y="1543222"/>
                </a:lnTo>
                <a:lnTo>
                  <a:pt x="1305116" y="1541055"/>
                </a:lnTo>
                <a:lnTo>
                  <a:pt x="1315397" y="1538889"/>
                </a:lnTo>
                <a:lnTo>
                  <a:pt x="1325678" y="1536723"/>
                </a:lnTo>
                <a:lnTo>
                  <a:pt x="1335943" y="1534541"/>
                </a:lnTo>
                <a:lnTo>
                  <a:pt x="1346224" y="1532375"/>
                </a:lnTo>
                <a:lnTo>
                  <a:pt x="1356505" y="1530209"/>
                </a:lnTo>
                <a:lnTo>
                  <a:pt x="1366786" y="1528043"/>
                </a:lnTo>
                <a:lnTo>
                  <a:pt x="1377052" y="1525861"/>
                </a:lnTo>
                <a:lnTo>
                  <a:pt x="1387333" y="1523695"/>
                </a:lnTo>
                <a:lnTo>
                  <a:pt x="1397614" y="1521529"/>
                </a:lnTo>
                <a:lnTo>
                  <a:pt x="1407879" y="1519363"/>
                </a:lnTo>
                <a:lnTo>
                  <a:pt x="1418160" y="1517181"/>
                </a:lnTo>
                <a:lnTo>
                  <a:pt x="1428441" y="1515015"/>
                </a:lnTo>
                <a:lnTo>
                  <a:pt x="1438722" y="1512849"/>
                </a:lnTo>
                <a:lnTo>
                  <a:pt x="1448988" y="1510683"/>
                </a:lnTo>
                <a:lnTo>
                  <a:pt x="1459269" y="1508501"/>
                </a:lnTo>
                <a:lnTo>
                  <a:pt x="1469550" y="1506335"/>
                </a:lnTo>
                <a:lnTo>
                  <a:pt x="1479815" y="1504169"/>
                </a:lnTo>
                <a:lnTo>
                  <a:pt x="1490096" y="1502003"/>
                </a:lnTo>
                <a:lnTo>
                  <a:pt x="1500377" y="1499821"/>
                </a:lnTo>
                <a:lnTo>
                  <a:pt x="1510658" y="1497655"/>
                </a:lnTo>
                <a:lnTo>
                  <a:pt x="1520924" y="1495489"/>
                </a:lnTo>
                <a:lnTo>
                  <a:pt x="1531205" y="1493323"/>
                </a:lnTo>
                <a:lnTo>
                  <a:pt x="1541486" y="1491157"/>
                </a:lnTo>
                <a:lnTo>
                  <a:pt x="1551751" y="1488975"/>
                </a:lnTo>
                <a:lnTo>
                  <a:pt x="1562032" y="1486809"/>
                </a:lnTo>
                <a:lnTo>
                  <a:pt x="1572313" y="1484643"/>
                </a:lnTo>
                <a:lnTo>
                  <a:pt x="1582594" y="1482477"/>
                </a:lnTo>
                <a:lnTo>
                  <a:pt x="1592860" y="1480295"/>
                </a:lnTo>
                <a:lnTo>
                  <a:pt x="1603141" y="1478129"/>
                </a:lnTo>
                <a:lnTo>
                  <a:pt x="1613422" y="1475963"/>
                </a:lnTo>
                <a:lnTo>
                  <a:pt x="1623687" y="1473797"/>
                </a:lnTo>
                <a:lnTo>
                  <a:pt x="1633968" y="1471615"/>
                </a:lnTo>
                <a:lnTo>
                  <a:pt x="1644249" y="1469449"/>
                </a:lnTo>
                <a:lnTo>
                  <a:pt x="1654530" y="1467283"/>
                </a:lnTo>
                <a:lnTo>
                  <a:pt x="1664795" y="1465117"/>
                </a:lnTo>
                <a:lnTo>
                  <a:pt x="1675077" y="1462935"/>
                </a:lnTo>
                <a:lnTo>
                  <a:pt x="1685358" y="1460769"/>
                </a:lnTo>
                <a:lnTo>
                  <a:pt x="1695623" y="1458603"/>
                </a:lnTo>
                <a:lnTo>
                  <a:pt x="1705904" y="1456437"/>
                </a:lnTo>
                <a:lnTo>
                  <a:pt x="1716185" y="1454255"/>
                </a:lnTo>
                <a:lnTo>
                  <a:pt x="1726450" y="1452089"/>
                </a:lnTo>
                <a:lnTo>
                  <a:pt x="1736731" y="1449923"/>
                </a:lnTo>
                <a:lnTo>
                  <a:pt x="1747012" y="1447757"/>
                </a:lnTo>
                <a:lnTo>
                  <a:pt x="1757294" y="1445575"/>
                </a:lnTo>
                <a:lnTo>
                  <a:pt x="1767559" y="1443409"/>
                </a:lnTo>
                <a:lnTo>
                  <a:pt x="1777840" y="1441243"/>
                </a:lnTo>
                <a:lnTo>
                  <a:pt x="1788121" y="1439077"/>
                </a:lnTo>
                <a:lnTo>
                  <a:pt x="1798386" y="1436895"/>
                </a:lnTo>
                <a:lnTo>
                  <a:pt x="1808667" y="1434729"/>
                </a:lnTo>
                <a:lnTo>
                  <a:pt x="1818948" y="1432563"/>
                </a:lnTo>
                <a:lnTo>
                  <a:pt x="1829229" y="1430397"/>
                </a:lnTo>
                <a:lnTo>
                  <a:pt x="1839495" y="1428215"/>
                </a:lnTo>
                <a:lnTo>
                  <a:pt x="1849776" y="1426049"/>
                </a:lnTo>
                <a:lnTo>
                  <a:pt x="1860057" y="1423883"/>
                </a:lnTo>
                <a:lnTo>
                  <a:pt x="1870322" y="1421717"/>
                </a:lnTo>
                <a:lnTo>
                  <a:pt x="1880603" y="1419551"/>
                </a:lnTo>
                <a:lnTo>
                  <a:pt x="1890884" y="1417369"/>
                </a:lnTo>
                <a:lnTo>
                  <a:pt x="1901165" y="1415203"/>
                </a:lnTo>
                <a:lnTo>
                  <a:pt x="1911431" y="1413037"/>
                </a:lnTo>
                <a:lnTo>
                  <a:pt x="1921712" y="1410871"/>
                </a:lnTo>
                <a:lnTo>
                  <a:pt x="1931993" y="1408689"/>
                </a:lnTo>
                <a:lnTo>
                  <a:pt x="1942258" y="1406523"/>
                </a:lnTo>
                <a:lnTo>
                  <a:pt x="1952539" y="1404357"/>
                </a:lnTo>
                <a:lnTo>
                  <a:pt x="1962820" y="1402191"/>
                </a:lnTo>
                <a:lnTo>
                  <a:pt x="1973101" y="1400009"/>
                </a:lnTo>
                <a:lnTo>
                  <a:pt x="1983367" y="1397843"/>
                </a:lnTo>
                <a:lnTo>
                  <a:pt x="1993648" y="1395677"/>
                </a:lnTo>
                <a:lnTo>
                  <a:pt x="2003929" y="1393511"/>
                </a:lnTo>
                <a:lnTo>
                  <a:pt x="2014194" y="1391329"/>
                </a:lnTo>
                <a:lnTo>
                  <a:pt x="2024475" y="1389163"/>
                </a:lnTo>
                <a:lnTo>
                  <a:pt x="2034756" y="1386997"/>
                </a:lnTo>
                <a:lnTo>
                  <a:pt x="2045037" y="1384831"/>
                </a:lnTo>
                <a:lnTo>
                  <a:pt x="2055303" y="1382649"/>
                </a:lnTo>
                <a:lnTo>
                  <a:pt x="2065584" y="1380483"/>
                </a:lnTo>
                <a:lnTo>
                  <a:pt x="2075865" y="1378317"/>
                </a:lnTo>
                <a:lnTo>
                  <a:pt x="2086130" y="1376150"/>
                </a:lnTo>
                <a:lnTo>
                  <a:pt x="2096411" y="1373969"/>
                </a:lnTo>
                <a:lnTo>
                  <a:pt x="2106692" y="1371803"/>
                </a:lnTo>
                <a:lnTo>
                  <a:pt x="2116973" y="1369636"/>
                </a:lnTo>
                <a:lnTo>
                  <a:pt x="2127239" y="1367470"/>
                </a:lnTo>
                <a:lnTo>
                  <a:pt x="2137520" y="1365289"/>
                </a:lnTo>
                <a:lnTo>
                  <a:pt x="2147801" y="1363123"/>
                </a:lnTo>
                <a:lnTo>
                  <a:pt x="2158066" y="1360957"/>
                </a:lnTo>
                <a:lnTo>
                  <a:pt x="2168347" y="1358790"/>
                </a:lnTo>
                <a:lnTo>
                  <a:pt x="2178628" y="1356609"/>
                </a:lnTo>
                <a:lnTo>
                  <a:pt x="2188909" y="1354443"/>
                </a:lnTo>
                <a:lnTo>
                  <a:pt x="2199175" y="1352277"/>
                </a:lnTo>
                <a:lnTo>
                  <a:pt x="2209456" y="1350110"/>
                </a:lnTo>
                <a:lnTo>
                  <a:pt x="2219737" y="1347929"/>
                </a:lnTo>
                <a:lnTo>
                  <a:pt x="2230002" y="1345763"/>
                </a:lnTo>
                <a:lnTo>
                  <a:pt x="2240283" y="1343581"/>
                </a:lnTo>
                <a:lnTo>
                  <a:pt x="2250564" y="1341399"/>
                </a:lnTo>
                <a:lnTo>
                  <a:pt x="2260845" y="1339217"/>
                </a:lnTo>
                <a:lnTo>
                  <a:pt x="2271111" y="1337020"/>
                </a:lnTo>
                <a:lnTo>
                  <a:pt x="2281392" y="1334791"/>
                </a:lnTo>
                <a:lnTo>
                  <a:pt x="2291673" y="1332546"/>
                </a:lnTo>
                <a:lnTo>
                  <a:pt x="2301938" y="1330255"/>
                </a:lnTo>
                <a:lnTo>
                  <a:pt x="2312219" y="1327884"/>
                </a:lnTo>
                <a:lnTo>
                  <a:pt x="2322500" y="1325436"/>
                </a:lnTo>
                <a:lnTo>
                  <a:pt x="2332781" y="1322830"/>
                </a:lnTo>
                <a:lnTo>
                  <a:pt x="2343047" y="1320036"/>
                </a:lnTo>
                <a:lnTo>
                  <a:pt x="2353328" y="1316991"/>
                </a:lnTo>
                <a:lnTo>
                  <a:pt x="2363609" y="1313601"/>
                </a:lnTo>
                <a:lnTo>
                  <a:pt x="2373874" y="1309787"/>
                </a:lnTo>
                <a:lnTo>
                  <a:pt x="2384155" y="1305455"/>
                </a:lnTo>
                <a:lnTo>
                  <a:pt x="2394436" y="1300463"/>
                </a:lnTo>
                <a:lnTo>
                  <a:pt x="2404717" y="1294720"/>
                </a:lnTo>
                <a:lnTo>
                  <a:pt x="2414983" y="1288094"/>
                </a:lnTo>
                <a:lnTo>
                  <a:pt x="2425264" y="1280479"/>
                </a:lnTo>
                <a:lnTo>
                  <a:pt x="2435545" y="1271780"/>
                </a:lnTo>
                <a:lnTo>
                  <a:pt x="2445810" y="1261919"/>
                </a:lnTo>
                <a:lnTo>
                  <a:pt x="2456091" y="1250847"/>
                </a:lnTo>
                <a:lnTo>
                  <a:pt x="2466372" y="1238543"/>
                </a:lnTo>
                <a:lnTo>
                  <a:pt x="2476637" y="1225014"/>
                </a:lnTo>
                <a:lnTo>
                  <a:pt x="2486918" y="1210302"/>
                </a:lnTo>
                <a:lnTo>
                  <a:pt x="2497200" y="1194471"/>
                </a:lnTo>
                <a:lnTo>
                  <a:pt x="2507480" y="1177612"/>
                </a:lnTo>
                <a:lnTo>
                  <a:pt x="2517746" y="1159828"/>
                </a:lnTo>
                <a:lnTo>
                  <a:pt x="2528027" y="1141234"/>
                </a:lnTo>
                <a:lnTo>
                  <a:pt x="2538308" y="1121951"/>
                </a:lnTo>
                <a:lnTo>
                  <a:pt x="2548573" y="1102091"/>
                </a:lnTo>
                <a:lnTo>
                  <a:pt x="2558854" y="1081764"/>
                </a:lnTo>
                <a:lnTo>
                  <a:pt x="2569135" y="1061067"/>
                </a:lnTo>
                <a:lnTo>
                  <a:pt x="2579417" y="1040084"/>
                </a:lnTo>
                <a:lnTo>
                  <a:pt x="2589682" y="1018886"/>
                </a:lnTo>
                <a:lnTo>
                  <a:pt x="2599963" y="997530"/>
                </a:lnTo>
                <a:lnTo>
                  <a:pt x="2610244" y="976059"/>
                </a:lnTo>
                <a:lnTo>
                  <a:pt x="2620509" y="954510"/>
                </a:lnTo>
                <a:lnTo>
                  <a:pt x="2630790" y="932907"/>
                </a:lnTo>
                <a:lnTo>
                  <a:pt x="2641071" y="911268"/>
                </a:lnTo>
                <a:lnTo>
                  <a:pt x="2651352" y="889606"/>
                </a:lnTo>
                <a:lnTo>
                  <a:pt x="2661618" y="867928"/>
                </a:lnTo>
                <a:lnTo>
                  <a:pt x="2671899" y="846242"/>
                </a:lnTo>
                <a:lnTo>
                  <a:pt x="2682180" y="824549"/>
                </a:lnTo>
                <a:lnTo>
                  <a:pt x="2692445" y="802856"/>
                </a:lnTo>
                <a:lnTo>
                  <a:pt x="2702726" y="781159"/>
                </a:lnTo>
                <a:lnTo>
                  <a:pt x="2713007" y="759460"/>
                </a:lnTo>
                <a:lnTo>
                  <a:pt x="2723288" y="737762"/>
                </a:lnTo>
                <a:lnTo>
                  <a:pt x="2733554" y="716063"/>
                </a:lnTo>
                <a:lnTo>
                  <a:pt x="2743835" y="694365"/>
                </a:lnTo>
                <a:lnTo>
                  <a:pt x="2754116" y="672666"/>
                </a:lnTo>
                <a:lnTo>
                  <a:pt x="2764381" y="650968"/>
                </a:lnTo>
                <a:lnTo>
                  <a:pt x="2774662" y="629268"/>
                </a:lnTo>
                <a:lnTo>
                  <a:pt x="2784943" y="607569"/>
                </a:lnTo>
                <a:lnTo>
                  <a:pt x="2795224" y="585871"/>
                </a:lnTo>
                <a:lnTo>
                  <a:pt x="2805490" y="564172"/>
                </a:lnTo>
                <a:lnTo>
                  <a:pt x="2815771" y="542472"/>
                </a:lnTo>
                <a:lnTo>
                  <a:pt x="2826052" y="520774"/>
                </a:lnTo>
                <a:lnTo>
                  <a:pt x="2836317" y="499075"/>
                </a:lnTo>
                <a:lnTo>
                  <a:pt x="2846598" y="477375"/>
                </a:lnTo>
                <a:lnTo>
                  <a:pt x="2856879" y="455676"/>
                </a:lnTo>
                <a:lnTo>
                  <a:pt x="2867160" y="433978"/>
                </a:lnTo>
                <a:lnTo>
                  <a:pt x="2877425" y="412279"/>
                </a:lnTo>
                <a:lnTo>
                  <a:pt x="2887707" y="390579"/>
                </a:lnTo>
                <a:lnTo>
                  <a:pt x="2897988" y="368881"/>
                </a:lnTo>
                <a:lnTo>
                  <a:pt x="2908253" y="347182"/>
                </a:lnTo>
                <a:lnTo>
                  <a:pt x="2918534" y="325484"/>
                </a:lnTo>
                <a:lnTo>
                  <a:pt x="2928815" y="303784"/>
                </a:lnTo>
                <a:lnTo>
                  <a:pt x="2939096" y="282085"/>
                </a:lnTo>
                <a:lnTo>
                  <a:pt x="2949362" y="260387"/>
                </a:lnTo>
                <a:lnTo>
                  <a:pt x="2959643" y="238688"/>
                </a:lnTo>
                <a:lnTo>
                  <a:pt x="2969924" y="216988"/>
                </a:lnTo>
                <a:lnTo>
                  <a:pt x="2980189" y="195290"/>
                </a:lnTo>
                <a:lnTo>
                  <a:pt x="2990470" y="173591"/>
                </a:lnTo>
                <a:lnTo>
                  <a:pt x="3000751" y="151893"/>
                </a:lnTo>
                <a:lnTo>
                  <a:pt x="3011032" y="130193"/>
                </a:lnTo>
                <a:lnTo>
                  <a:pt x="3021298" y="108494"/>
                </a:lnTo>
                <a:lnTo>
                  <a:pt x="3031579" y="86796"/>
                </a:lnTo>
                <a:lnTo>
                  <a:pt x="3041859" y="65096"/>
                </a:lnTo>
                <a:lnTo>
                  <a:pt x="3052125" y="43397"/>
                </a:lnTo>
                <a:lnTo>
                  <a:pt x="3062406" y="21699"/>
                </a:lnTo>
                <a:lnTo>
                  <a:pt x="3072687" y="0"/>
                </a:lnTo>
              </a:path>
            </a:pathLst>
          </a:custGeom>
          <a:noFill/>
          <a:ln w="28575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23768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  <p:bldP spid="11" grpId="0"/>
      <p:bldP spid="12" grpId="0"/>
      <p:bldP spid="20" grpId="0"/>
      <p:bldP spid="21" grpId="0"/>
      <p:bldP spid="98" grpId="0" animBg="1"/>
      <p:bldP spid="99" grpId="0" animBg="1"/>
      <p:bldP spid="100" grpId="0" animBg="1"/>
      <p:bldP spid="170" grpId="0" animBg="1"/>
      <p:bldP spid="171" grpId="0" animBg="1"/>
      <p:bldP spid="17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1BA81-5DCA-121A-A27F-73BC638434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3930D86-C76B-2C80-6D90-EFF4FF533EB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GB" dirty="0"/>
              <a:t>Direct Message Approximation</a:t>
            </a:r>
          </a:p>
          <a:p>
            <a:r>
              <a:rPr lang="en-GB" dirty="0"/>
              <a:t>Approximate Messages for Deterministic Functions</a:t>
            </a:r>
          </a:p>
          <a:p>
            <a:pPr lvl="1"/>
            <a:r>
              <a:rPr lang="en-GB" dirty="0"/>
              <a:t>Product Factor</a:t>
            </a:r>
          </a:p>
          <a:p>
            <a:pPr lvl="1"/>
            <a:r>
              <a:rPr lang="en-GB" dirty="0"/>
              <a:t>Leaky Rectified Linear Unit Factor</a:t>
            </a:r>
          </a:p>
          <a:p>
            <a:r>
              <a:rPr lang="en-GB" b="1" dirty="0"/>
              <a:t>Application: Bayesian Neural Networks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1A37447A-1F1F-2640-AA38-5F90673DF6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Overview</a:t>
            </a:r>
          </a:p>
        </p:txBody>
      </p:sp>
    </p:spTree>
    <p:extLst>
      <p:ext uri="{BB962C8B-B14F-4D97-AF65-F5344CB8AC3E}">
        <p14:creationId xmlns:p14="http://schemas.microsoft.com/office/powerpoint/2010/main" val="3401563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A64912F-B549-286D-09A4-EFA9C447F6BF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68936" y="1239837"/>
                <a:ext cx="6877051" cy="3455731"/>
              </a:xfrm>
            </p:spPr>
            <p:txBody>
              <a:bodyPr/>
              <a:lstStyle/>
              <a:p>
                <a:r>
                  <a:rPr lang="en-US" b="1" dirty="0"/>
                  <a:t>Neural Network</a:t>
                </a:r>
                <a:r>
                  <a:rPr lang="en-US" dirty="0"/>
                  <a:t>: A </a:t>
                </a:r>
                <a:r>
                  <a:rPr lang="en-US" i="1" dirty="0"/>
                  <a:t>neural network</a:t>
                </a:r>
                <a:r>
                  <a:rPr lang="en-US" dirty="0"/>
                  <a:t> is a layered function approximator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𝒴</m:t>
                    </m:r>
                  </m:oMath>
                </a14:m>
                <a:r>
                  <a:rPr lang="en-US" dirty="0"/>
                  <a:t> trained by adjusting the parameter of the layer functions based on training data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,</m:t>
                            </m:r>
                            <m:sSub>
                              <m:sSubPr>
                                <m:ctrlPr>
                                  <a:rPr lang="en-US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⊆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𝒴</m:t>
                    </m:r>
                  </m:oMath>
                </a14:m>
                <a:r>
                  <a:rPr lang="en-US" dirty="0"/>
                  <a:t>  so as to match the training data closely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Classical Layer Functions</a:t>
                </a:r>
                <a:r>
                  <a:rPr lang="en-US" dirty="0"/>
                  <a:t>: Layer functions are linear mappings with a component-wise non-linearity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r>
                  <a:rPr lang="en-US" dirty="0"/>
                  <a:t> (where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acc>
                          <m:accPr>
                            <m:chr m:val="̃"/>
                            <m:ctrlPr>
                              <a:rPr lang="en-US" b="1" i="1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1" i="1">
                                <a:latin typeface="Cambria Math" panose="02040503050406030204" pitchFamily="18" charset="0"/>
                              </a:rPr>
                              <m:t>𝒛</m:t>
                            </m:r>
                          </m:e>
                        </m:acc>
                      </m:e>
                      <m:sup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0</m:t>
                            </m:r>
                          </m:e>
                        </m:d>
                      </m:sup>
                    </m:sSup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1" i="1">
                        <a:latin typeface="Cambria Math" panose="02040503050406030204" pitchFamily="18" charset="0"/>
                      </a:rPr>
                      <m:t>𝒙</m:t>
                    </m:r>
                  </m:oMath>
                </a14:m>
                <a:r>
                  <a:rPr lang="en-US" dirty="0"/>
                  <a:t>)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endParaRPr lang="en-US" dirty="0"/>
              </a:p>
              <a:p>
                <a:pPr marL="0" indent="0">
                  <a:buNone/>
                </a:pPr>
                <a:endParaRPr lang="en-US" dirty="0"/>
              </a:p>
              <a:p>
                <a:r>
                  <a:rPr lang="en-US" b="1" dirty="0"/>
                  <a:t>Neural network learning</a:t>
                </a:r>
                <a:r>
                  <a:rPr lang="en-US" dirty="0"/>
                  <a:t> is based on the posterior probability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𝑾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0A64912F-B549-286D-09A4-EFA9C447F6B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68936" y="1239837"/>
                <a:ext cx="6877051" cy="3455731"/>
              </a:xfrm>
              <a:blipFill>
                <a:blip r:embed="rId2"/>
                <a:stretch>
                  <a:fillRect t="-366" r="-1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F67FE430-6071-51AA-3D97-C7D1CFC815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Neural Networks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44C5FA2-67D0-6037-2A61-7E58C8F4E8F5}"/>
                  </a:ext>
                </a:extLst>
              </p:cNvPr>
              <p:cNvSpPr txBox="1"/>
              <p:nvPr/>
            </p:nvSpPr>
            <p:spPr bwMode="gray">
              <a:xfrm>
                <a:off x="2489200" y="2065774"/>
                <a:ext cx="3088640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∘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∘⋯∘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∘</m:t>
                          </m:r>
                          <m:sSub>
                            <m:sSub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e>
                      </m:d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344C5FA2-67D0-6037-2A61-7E58C8F4E8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489200" y="2065774"/>
                <a:ext cx="3088640" cy="307777"/>
              </a:xfrm>
              <a:prstGeom prst="rect">
                <a:avLst/>
              </a:prstGeom>
              <a:blipFill>
                <a:blip r:embed="rId3"/>
                <a:stretch>
                  <a:fillRect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3DA580D8-8A60-5548-E2AC-FF12018CAEBB}"/>
              </a:ext>
            </a:extLst>
          </p:cNvPr>
          <p:cNvCxnSpPr>
            <a:cxnSpLocks/>
            <a:stCxn id="7" idx="1"/>
            <a:endCxn id="8" idx="3"/>
          </p:cNvCxnSpPr>
          <p:nvPr/>
        </p:nvCxnSpPr>
        <p:spPr bwMode="gray">
          <a:xfrm rot="10800000" flipV="1">
            <a:off x="5060041" y="2231723"/>
            <a:ext cx="542315" cy="1"/>
          </a:xfrm>
          <a:prstGeom prst="curved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1CCE2AD-C983-DA85-B306-94D846437545}"/>
                  </a:ext>
                </a:extLst>
              </p:cNvPr>
              <p:cNvSpPr txBox="1"/>
              <p:nvPr/>
            </p:nvSpPr>
            <p:spPr bwMode="gray">
              <a:xfrm>
                <a:off x="5602355" y="2034311"/>
                <a:ext cx="1643632" cy="39482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Note that 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sub>
                          </m:s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∘</m:t>
                          </m:r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b>
                          </m:sSub>
                        </m:e>
                      </m:d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</m:d>
                      <m:r>
                        <a:rPr lang="en-US" sz="10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𝑔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𝑙</m:t>
                          </m:r>
                        </m:sub>
                      </m:sSub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</m:d>
                        </m:e>
                      </m:d>
                    </m:oMath>
                  </m:oMathPara>
                </a14:m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1CCE2AD-C983-DA85-B306-94D8464375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602355" y="2034311"/>
                <a:ext cx="1643632" cy="394825"/>
              </a:xfrm>
              <a:prstGeom prst="rect">
                <a:avLst/>
              </a:prstGeom>
              <a:blipFill>
                <a:blip r:embed="rId4"/>
                <a:stretch>
                  <a:fillRect t="-625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12BDAA70-39ED-A122-2D67-B86E2E0724B4}"/>
              </a:ext>
            </a:extLst>
          </p:cNvPr>
          <p:cNvSpPr/>
          <p:nvPr/>
        </p:nvSpPr>
        <p:spPr bwMode="gray">
          <a:xfrm>
            <a:off x="3354513" y="2083628"/>
            <a:ext cx="1705527" cy="296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4205DEC-76AD-9E51-D073-735AA4C217EF}"/>
                  </a:ext>
                </a:extLst>
              </p:cNvPr>
              <p:cNvSpPr txBox="1"/>
              <p:nvPr/>
            </p:nvSpPr>
            <p:spPr bwMode="gray">
              <a:xfrm>
                <a:off x="2142648" y="2984584"/>
                <a:ext cx="3192938" cy="117833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𝑔</m:t>
                          </m:r>
                        </m:e>
                        <m:sub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𝑙</m:t>
                          </m:r>
                        </m:sub>
                      </m:sSub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US" sz="1400" b="1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1400" b="1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400" b="1" i="1" smtClean="0">
                                      <a:latin typeface="Cambria Math" panose="02040503050406030204" pitchFamily="18" charset="0"/>
                                    </a:rPr>
                                    <m:t>𝒛</m:t>
                                  </m:r>
                                </m:e>
                              </m:acc>
                            </m:e>
                            <m:sup>
                              <m:d>
                                <m:dPr>
                                  <m:ctrlPr>
                                    <a:rPr lang="en-US" sz="14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</m:sup>
                          </m:sSup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h</m:t>
                                </m:r>
                                <m:d>
                                  <m:dPr>
                                    <m:ctrlPr>
                                      <a:rPr lang="en-US" sz="14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nary>
                                      <m:naryPr>
                                        <m:chr m:val="∑"/>
                                        <m:limLoc m:val="subSup"/>
                                        <m:ctrlP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naryPr>
                                      <m:sub>
                                        <m:r>
                                          <m:rPr>
                                            <m:brk m:alnAt="25"/>
                                          </m:rP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</a:rPr>
                                          <m:t>=1</m:t>
                                        </m:r>
                                      </m:sub>
                                      <m:sup>
                                        <m:sSub>
                                          <m:sSub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𝐾</m:t>
                                            </m:r>
                                          </m:e>
                                          <m:sub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𝑙</m:t>
                                            </m:r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−1</m:t>
                                            </m:r>
                                          </m:sub>
                                        </m:sSub>
                                      </m:sup>
                                      <m:e>
                                        <m:sSubSup>
                                          <m:sSub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acc>
                                              <m:accPr>
                                                <m:chr m:val="̃"/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acc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𝑧</m:t>
                                                </m:r>
                                              </m:e>
                                            </m:acc>
                                          </m:e>
                                          <m:sub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  <m:sup>
                                            <m:d>
                                              <m:dPr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𝑙</m:t>
                                                </m:r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−1</m:t>
                                                </m:r>
                                              </m:e>
                                            </m:d>
                                          </m:sup>
                                        </m:sSubSup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</a:rPr>
                                          <m:t>⋅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𝑤</m:t>
                                            </m:r>
                                          </m:e>
                                          <m:sub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1,</m:t>
                                            </m:r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  <m:sup>
                                            <m:d>
                                              <m:dPr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𝑙</m:t>
                                                </m:r>
                                              </m:e>
                                            </m:d>
                                          </m:sup>
                                        </m:sSubSup>
                                      </m:e>
                                    </m:nary>
                                  </m:e>
                                </m:d>
                              </m:e>
                            </m:mr>
                            <m:mr>
                              <m:e>
                                <m:r>
                                  <a:rPr lang="en-US" sz="1400" b="0" i="1" smtClean="0">
                                    <a:latin typeface="Cambria Math" panose="02040503050406030204" pitchFamily="18" charset="0"/>
                                  </a:rPr>
                                  <m:t>⋮</m:t>
                                </m:r>
                              </m:e>
                            </m:m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400" i="1">
                                    <a:latin typeface="Cambria Math" panose="02040503050406030204" pitchFamily="18" charset="0"/>
                                  </a:rPr>
                                  <m:t>h</m:t>
                                </m:r>
                                <m:d>
                                  <m:dPr>
                                    <m:ctrlPr>
                                      <a:rPr lang="en-US" sz="1400" i="1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nary>
                                      <m:naryPr>
                                        <m:chr m:val="∑"/>
                                        <m:limLoc m:val="subSup"/>
                                        <m:ctrlPr>
                                          <a:rPr lang="en-US" sz="14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naryPr>
                                      <m:sub>
                                        <m:r>
                                          <a:rPr lang="en-US" sz="1400" b="0" i="1" smtClean="0">
                                            <a:latin typeface="Cambria Math" panose="02040503050406030204" pitchFamily="18" charset="0"/>
                                          </a:rPr>
                                          <m:t>𝑘</m:t>
                                        </m:r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</a:rPr>
                                          <m:t>=1</m:t>
                                        </m:r>
                                      </m:sub>
                                      <m:sup>
                                        <m:sSub>
                                          <m:sSubPr>
                                            <m:ctrlPr>
                                              <a:rPr lang="en-US" sz="1400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</a:rPr>
                                              <m:t>𝐾</m:t>
                                            </m:r>
                                          </m:e>
                                          <m:sub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</a:rPr>
                                              <m:t>𝑙</m:t>
                                            </m:r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−1</m:t>
                                            </m:r>
                                          </m:sub>
                                        </m:sSub>
                                      </m:sup>
                                      <m:e>
                                        <m:sSubSup>
                                          <m:sSub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acc>
                                              <m:accPr>
                                                <m:chr m:val="̃"/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acc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𝑧</m:t>
                                                </m:r>
                                              </m:e>
                                            </m:acc>
                                          </m:e>
                                          <m:sub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  <m:sup>
                                            <m:d>
                                              <m:dPr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𝑙</m:t>
                                                </m:r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−1</m:t>
                                                </m:r>
                                              </m:e>
                                            </m:d>
                                          </m:sup>
                                        </m:sSubSup>
                                        <m:r>
                                          <a:rPr lang="en-US" sz="1400" i="1">
                                            <a:latin typeface="Cambria Math" panose="02040503050406030204" pitchFamily="18" charset="0"/>
                                          </a:rPr>
                                          <m:t>⋅</m:t>
                                        </m:r>
                                        <m:sSubSup>
                                          <m:sSubSupPr>
                                            <m:ctrlP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bSupPr>
                                          <m:e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</a:rPr>
                                              <m:t>𝑤</m:t>
                                            </m:r>
                                          </m:e>
                                          <m:sub>
                                            <m:sSub>
                                              <m:sSubPr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𝐾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𝑙</m:t>
                                                </m:r>
                                              </m:sub>
                                            </m:sSub>
                                            <m:r>
                                              <a:rPr lang="en-US" sz="1400" i="1">
                                                <a:latin typeface="Cambria Math" panose="02040503050406030204" pitchFamily="18" charset="0"/>
                                              </a:rPr>
                                              <m:t>,</m:t>
                                            </m:r>
                                            <m:r>
                                              <a:rPr lang="en-US" sz="14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𝑘</m:t>
                                            </m:r>
                                          </m:sub>
                                          <m:sup>
                                            <m:d>
                                              <m:dPr>
                                                <m:ctrlP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dPr>
                                              <m:e>
                                                <m:r>
                                                  <a:rPr lang="en-US" sz="1400" b="0" i="1" smtClean="0">
                                                    <a:latin typeface="Cambria Math" panose="02040503050406030204" pitchFamily="18" charset="0"/>
                                                  </a:rPr>
                                                  <m:t>𝑙</m:t>
                                                </m:r>
                                              </m:e>
                                            </m:d>
                                          </m:sup>
                                        </m:sSubSup>
                                      </m:e>
                                    </m:nary>
                                  </m:e>
                                </m:d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4205DEC-76AD-9E51-D073-735AA4C217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2648" y="2984584"/>
                <a:ext cx="3192938" cy="1178336"/>
              </a:xfrm>
              <a:prstGeom prst="rect">
                <a:avLst/>
              </a:prstGeom>
              <a:blipFill>
                <a:blip r:embed="rId5"/>
                <a:stretch>
                  <a:fillRect t="-63441" b="-9569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7B4DAC02-6F9D-7B3B-652C-F47CDD47751D}"/>
              </a:ext>
            </a:extLst>
          </p:cNvPr>
          <p:cNvCxnSpPr>
            <a:cxnSpLocks/>
            <a:stCxn id="14" idx="1"/>
            <a:endCxn id="15" idx="3"/>
          </p:cNvCxnSpPr>
          <p:nvPr/>
        </p:nvCxnSpPr>
        <p:spPr bwMode="gray">
          <a:xfrm flipH="1">
            <a:off x="5041715" y="3075918"/>
            <a:ext cx="334562" cy="177466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14600C7-CE5A-FD66-C714-943B23CA31D3}"/>
                  </a:ext>
                </a:extLst>
              </p:cNvPr>
              <p:cNvSpPr txBox="1"/>
              <p:nvPr/>
            </p:nvSpPr>
            <p:spPr bwMode="gray">
              <a:xfrm>
                <a:off x="5376277" y="2777330"/>
                <a:ext cx="1388092" cy="59717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Parameter of the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𝑙</m:t>
                    </m:r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-</a:t>
                </a:r>
                <a:r>
                  <a:rPr lang="en-US" sz="1000" dirty="0" err="1">
                    <a:solidFill>
                      <a:srgbClr val="C00000"/>
                    </a:solidFill>
                  </a:rPr>
                  <a:t>th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layer function called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i="1" dirty="0">
                    <a:solidFill>
                      <a:srgbClr val="C00000"/>
                    </a:solidFill>
                  </a:rPr>
                  <a:t>weights</a:t>
                </a: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14600C7-CE5A-FD66-C714-943B23CA31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76277" y="2777330"/>
                <a:ext cx="1388092" cy="597176"/>
              </a:xfrm>
              <a:prstGeom prst="rect">
                <a:avLst/>
              </a:prstGeom>
              <a:blipFill>
                <a:blip r:embed="rId6"/>
                <a:stretch>
                  <a:fillRect l="-909" r="-909"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991A6F2A-FFD1-58F2-B818-D820C207AE65}"/>
              </a:ext>
            </a:extLst>
          </p:cNvPr>
          <p:cNvSpPr/>
          <p:nvPr/>
        </p:nvSpPr>
        <p:spPr bwMode="gray">
          <a:xfrm>
            <a:off x="4660395" y="3075918"/>
            <a:ext cx="381320" cy="354932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D55EF69-9329-AB52-5D6C-C1D2EDB1FCB4}"/>
              </a:ext>
            </a:extLst>
          </p:cNvPr>
          <p:cNvCxnSpPr>
            <a:cxnSpLocks/>
            <a:stCxn id="26" idx="1"/>
            <a:endCxn id="27" idx="3"/>
          </p:cNvCxnSpPr>
          <p:nvPr/>
        </p:nvCxnSpPr>
        <p:spPr bwMode="gray">
          <a:xfrm flipH="1" flipV="1">
            <a:off x="5132255" y="3575369"/>
            <a:ext cx="244021" cy="27745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2A11DF8-9655-82E9-76BA-C157F42BD4CC}"/>
                  </a:ext>
                </a:extLst>
              </p:cNvPr>
              <p:cNvSpPr txBox="1"/>
              <p:nvPr/>
            </p:nvSpPr>
            <p:spPr bwMode="gray">
              <a:xfrm>
                <a:off x="5376276" y="3457496"/>
                <a:ext cx="1733021" cy="79066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Total number of 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parameters equals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⋅</m:t>
                    </m:r>
                    <m:sSub>
                      <m:sSub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𝐾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</m:sub>
                    </m:sSub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per layer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and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𝐽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subSup"/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25"/>
                          </m:r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=1</m:t>
                        </m:r>
                      </m:sub>
                      <m:sup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𝐿</m:t>
                        </m:r>
                      </m:sup>
                      <m:e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𝐾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𝐾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sub>
                        </m:sSub>
                      </m:e>
                    </m:nary>
                  </m:oMath>
                </a14:m>
                <a:r>
                  <a:rPr lang="en-DE" sz="1000" i="1" dirty="0">
                    <a:solidFill>
                      <a:srgbClr val="C00000"/>
                    </a:solidFill>
                  </a:rPr>
                  <a:t> </a:t>
                </a:r>
                <a:r>
                  <a:rPr lang="en-DE" sz="1000" dirty="0">
                    <a:solidFill>
                      <a:srgbClr val="C00000"/>
                    </a:solidFill>
                  </a:rPr>
                  <a:t>in total</a:t>
                </a: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2A11DF8-9655-82E9-76BA-C157F42BD4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76276" y="3457496"/>
                <a:ext cx="1733021" cy="790662"/>
              </a:xfrm>
              <a:prstGeom prst="rect">
                <a:avLst/>
              </a:prstGeom>
              <a:blipFill>
                <a:blip r:embed="rId7"/>
                <a:stretch>
                  <a:fillRect l="-2190" r="-2190" b="-396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A5C979C6-08E4-9FCD-9466-0E955C3C4DC4}"/>
              </a:ext>
            </a:extLst>
          </p:cNvPr>
          <p:cNvSpPr/>
          <p:nvPr/>
        </p:nvSpPr>
        <p:spPr bwMode="gray">
          <a:xfrm>
            <a:off x="3316146" y="3012389"/>
            <a:ext cx="1816109" cy="112596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71CDF8E-13F7-59AB-4688-CC11E38B890C}"/>
                  </a:ext>
                </a:extLst>
              </p:cNvPr>
              <p:cNvSpPr txBox="1"/>
              <p:nvPr/>
            </p:nvSpPr>
            <p:spPr bwMode="gray">
              <a:xfrm>
                <a:off x="2142647" y="4618043"/>
                <a:ext cx="2405341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|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𝐷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400" i="1"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1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𝐷</m:t>
                          </m:r>
                          <m:r>
                            <a:rPr lang="en-US" sz="1400" i="1">
                              <a:latin typeface="Cambria Math" panose="02040503050406030204" pitchFamily="18" charset="0"/>
                            </a:rPr>
                            <m:t>|</m:t>
                          </m:r>
                          <m:r>
                            <a:rPr lang="en-US" sz="1400" b="1" i="1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𝑝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1400" b="1" i="1" smtClean="0">
                          <a:latin typeface="Cambria Math" panose="02040503050406030204" pitchFamily="18" charset="0"/>
                        </a:rPr>
                        <m:t>𝑾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71CDF8E-13F7-59AB-4688-CC11E38B8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142647" y="4618043"/>
                <a:ext cx="2405341" cy="307777"/>
              </a:xfrm>
              <a:prstGeom prst="rect">
                <a:avLst/>
              </a:prstGeom>
              <a:blipFill>
                <a:blip r:embed="rId8"/>
                <a:stretch>
                  <a:fillRect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21B127C-4DC3-941A-8921-891E92A7DC9E}"/>
                  </a:ext>
                </a:extLst>
              </p:cNvPr>
              <p:cNvSpPr txBox="1"/>
              <p:nvPr/>
            </p:nvSpPr>
            <p:spPr bwMode="gray">
              <a:xfrm>
                <a:off x="4245133" y="4514104"/>
                <a:ext cx="2405341" cy="5156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1400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5"/>
                            </m:rP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r>
                            <a:rPr lang="en-US" sz="1400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d>
                            <m:dPr>
                              <m:ctrlP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|</m:t>
                              </m:r>
                              <m:sSub>
                                <m:sSubPr>
                                  <m:ctrlP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sz="14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en-US" sz="14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400" b="1" i="1" smtClean="0"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</m:d>
                        </m:e>
                      </m:nary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⋅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𝑝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1400" b="1" i="1" smtClean="0">
                          <a:latin typeface="Cambria Math" panose="02040503050406030204" pitchFamily="18" charset="0"/>
                        </a:rPr>
                        <m:t>𝑾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21B127C-4DC3-941A-8921-891E92A7DC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245133" y="4514104"/>
                <a:ext cx="2405341" cy="515654"/>
              </a:xfrm>
              <a:prstGeom prst="rect">
                <a:avLst/>
              </a:prstGeom>
              <a:blipFill>
                <a:blip r:embed="rId9"/>
                <a:stretch>
                  <a:fillRect l="-14211" t="-146341" b="-21951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9" name="Straight Arrow Connector 5">
            <a:extLst>
              <a:ext uri="{FF2B5EF4-FFF2-40B4-BE49-F238E27FC236}">
                <a16:creationId xmlns:a16="http://schemas.microsoft.com/office/drawing/2014/main" id="{E8385E7B-E2E5-E99A-2B11-1B3DFF1DC609}"/>
              </a:ext>
            </a:extLst>
          </p:cNvPr>
          <p:cNvCxnSpPr>
            <a:cxnSpLocks/>
            <a:stCxn id="50" idx="0"/>
            <a:endCxn id="51" idx="0"/>
          </p:cNvCxnSpPr>
          <p:nvPr/>
        </p:nvCxnSpPr>
        <p:spPr bwMode="gray">
          <a:xfrm rot="16200000" flipH="1">
            <a:off x="3179922" y="2451577"/>
            <a:ext cx="43537" cy="4081517"/>
          </a:xfrm>
          <a:prstGeom prst="curvedConnector3">
            <a:avLst>
              <a:gd name="adj1" fmla="val -525071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457BCBA-9428-1067-0270-3D3BFF43BC13}"/>
                  </a:ext>
                </a:extLst>
              </p:cNvPr>
              <p:cNvSpPr txBox="1"/>
              <p:nvPr/>
            </p:nvSpPr>
            <p:spPr bwMode="gray">
              <a:xfrm>
                <a:off x="-2975" y="4470567"/>
                <a:ext cx="2327816" cy="39482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Assuming conditional independence 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and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000" b="1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𝑾</m:t>
                        </m:r>
                      </m:e>
                    </m:d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𝑦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;</m:t>
                            </m:r>
                            <m:r>
                              <a:rPr lang="en-US" sz="1000" b="1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𝑾</m:t>
                            </m:r>
                          </m:e>
                        </m:d>
                      </m:e>
                    </m:d>
                  </m:oMath>
                </a14:m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457BCBA-9428-1067-0270-3D3BFF43B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-2975" y="4470567"/>
                <a:ext cx="2327816" cy="394825"/>
              </a:xfrm>
              <a:prstGeom prst="rect">
                <a:avLst/>
              </a:prstGeom>
              <a:blipFill>
                <a:blip r:embed="rId10"/>
                <a:stretch>
                  <a:fillRect l="-546" r="-546" b="-606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B9BB050B-4FDB-C7EA-957A-193DA3E17586}"/>
              </a:ext>
            </a:extLst>
          </p:cNvPr>
          <p:cNvSpPr/>
          <p:nvPr/>
        </p:nvSpPr>
        <p:spPr bwMode="gray">
          <a:xfrm>
            <a:off x="4547988" y="4514104"/>
            <a:ext cx="1388923" cy="51565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6" name="Straight Arrow Connector 5">
            <a:extLst>
              <a:ext uri="{FF2B5EF4-FFF2-40B4-BE49-F238E27FC236}">
                <a16:creationId xmlns:a16="http://schemas.microsoft.com/office/drawing/2014/main" id="{56906089-3C28-DF4C-E418-78535F3BC6E0}"/>
              </a:ext>
            </a:extLst>
          </p:cNvPr>
          <p:cNvCxnSpPr>
            <a:cxnSpLocks/>
            <a:stCxn id="57" idx="1"/>
            <a:endCxn id="58" idx="2"/>
          </p:cNvCxnSpPr>
          <p:nvPr/>
        </p:nvCxnSpPr>
        <p:spPr bwMode="gray">
          <a:xfrm rot="10800000">
            <a:off x="6270118" y="4923489"/>
            <a:ext cx="259103" cy="61837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0ADD563E-42FB-ADD1-BB59-122F199C4C4A}"/>
                  </a:ext>
                </a:extLst>
              </p:cNvPr>
              <p:cNvSpPr txBox="1"/>
              <p:nvPr/>
            </p:nvSpPr>
            <p:spPr bwMode="gray">
              <a:xfrm>
                <a:off x="6529220" y="4807847"/>
                <a:ext cx="2388296" cy="35495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Often assuming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1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𝑾</m:t>
                        </m:r>
                      </m:e>
                    </m:d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∏"/>
                        <m:limLoc m:val="subSup"/>
                        <m:supHide m:val="on"/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9"/>
                          </m:r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/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𝒩</m:t>
                        </m:r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𝑤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</m:sSub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;0,</m:t>
                            </m:r>
                            <m:sSup>
                              <m:sSupPr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𝜆</m:t>
                                </m:r>
                              </m:e>
                              <m:sup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  <a:ea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nary>
                  </m:oMath>
                </a14:m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0ADD563E-42FB-ADD1-BB59-122F199C4C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29220" y="4807847"/>
                <a:ext cx="2388296" cy="354956"/>
              </a:xfrm>
              <a:prstGeom prst="rect">
                <a:avLst/>
              </a:prstGeom>
              <a:blipFill>
                <a:blip r:embed="rId11"/>
                <a:stretch>
                  <a:fillRect l="-1058" t="-44828" b="-793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8" name="Rounded Rectangle 57">
            <a:extLst>
              <a:ext uri="{FF2B5EF4-FFF2-40B4-BE49-F238E27FC236}">
                <a16:creationId xmlns:a16="http://schemas.microsoft.com/office/drawing/2014/main" id="{AC23F561-F7B4-B6D3-C66F-38204D7CEB80}"/>
              </a:ext>
            </a:extLst>
          </p:cNvPr>
          <p:cNvSpPr/>
          <p:nvPr/>
        </p:nvSpPr>
        <p:spPr bwMode="gray">
          <a:xfrm>
            <a:off x="6034698" y="4627294"/>
            <a:ext cx="470837" cy="296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D444EBC3-14FA-CABE-4A88-7BA09518787B}"/>
                  </a:ext>
                </a:extLst>
              </p:cNvPr>
              <p:cNvSpPr txBox="1"/>
              <p:nvPr/>
            </p:nvSpPr>
            <p:spPr bwMode="gray">
              <a:xfrm rot="16200000">
                <a:off x="7412491" y="1503661"/>
                <a:ext cx="864018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𝑔</m:t>
                          </m:r>
                        </m:e>
                        <m:sub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:</m:t>
                      </m:r>
                      <m:sSup>
                        <m:sSupPr>
                          <m:ctrlP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</m:e>
                        <m:sup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US" sz="1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sSup>
                        <m:sSupPr>
                          <m:ctrlPr>
                            <a:rPr lang="en-US" sz="10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0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</m:e>
                        <m:sup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D444EBC3-14FA-CABE-4A88-7BA0951878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7412491" y="1503661"/>
                <a:ext cx="864018" cy="24622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3A16A2E-192E-93E0-082E-E5030A3FB7CF}"/>
                  </a:ext>
                </a:extLst>
              </p:cNvPr>
              <p:cNvSpPr txBox="1"/>
              <p:nvPr/>
            </p:nvSpPr>
            <p:spPr bwMode="gray">
              <a:xfrm rot="16200000">
                <a:off x="8008298" y="1510654"/>
                <a:ext cx="864018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𝑔</m:t>
                          </m:r>
                        </m:e>
                        <m:sub>
                          <m:r>
                            <a:rPr lang="en-US" sz="10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:</m:t>
                      </m:r>
                      <m:sSup>
                        <m:sSupPr>
                          <m:ctrlP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</m:e>
                        <m:sup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4</m:t>
                          </m:r>
                        </m:sup>
                      </m:sSup>
                      <m:r>
                        <a:rPr lang="en-US" sz="1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sSup>
                        <m:sSupPr>
                          <m:ctrlPr>
                            <a:rPr lang="en-US" sz="10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0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ℝ</m:t>
                          </m:r>
                        </m:e>
                        <m:sup>
                          <m:r>
                            <a:rPr lang="en-US" sz="1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3A16A2E-192E-93E0-082E-E5030A3FB7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 rot="16200000">
                <a:off x="8008298" y="1510654"/>
                <a:ext cx="864018" cy="246221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5352AE0D-DF9C-3106-E7A7-694C4BAD02D7}"/>
                  </a:ext>
                </a:extLst>
              </p:cNvPr>
              <p:cNvSpPr/>
              <p:nvPr/>
            </p:nvSpPr>
            <p:spPr bwMode="gray">
              <a:xfrm>
                <a:off x="7491898" y="2246087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,1</m:t>
                          </m:r>
                        </m:sub>
                      </m:sSub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5352AE0D-DF9C-3106-E7A7-694C4BAD0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1898" y="2246087"/>
                <a:ext cx="251999" cy="251999"/>
              </a:xfrm>
              <a:prstGeom prst="ellipse">
                <a:avLst/>
              </a:prstGeom>
              <a:blipFill>
                <a:blip r:embed="rId2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5723B714-791B-5172-B4B4-35C2FEF38D86}"/>
                  </a:ext>
                </a:extLst>
              </p:cNvPr>
              <p:cNvSpPr/>
              <p:nvPr/>
            </p:nvSpPr>
            <p:spPr bwMode="gray">
              <a:xfrm>
                <a:off x="7491898" y="2663235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,2</m:t>
                          </m:r>
                        </m:sub>
                      </m:sSub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5723B714-791B-5172-B4B4-35C2FEF38D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1898" y="2663235"/>
                <a:ext cx="251999" cy="251999"/>
              </a:xfrm>
              <a:prstGeom prst="ellipse">
                <a:avLst/>
              </a:prstGeom>
              <a:blipFill>
                <a:blip r:embed="rId2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AF5124C3-8C6D-1DA8-9EFD-CBD52314D84F}"/>
                  </a:ext>
                </a:extLst>
              </p:cNvPr>
              <p:cNvSpPr/>
              <p:nvPr/>
            </p:nvSpPr>
            <p:spPr bwMode="gray">
              <a:xfrm>
                <a:off x="7491898" y="3080383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,3</m:t>
                          </m:r>
                        </m:sub>
                      </m:sSub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AF5124C3-8C6D-1DA8-9EFD-CBD52314D8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91898" y="3080383"/>
                <a:ext cx="251999" cy="251999"/>
              </a:xfrm>
              <a:prstGeom prst="ellipse">
                <a:avLst/>
              </a:prstGeom>
              <a:blipFill>
                <a:blip r:embed="rId2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651E4E94-FE3F-1452-AA6D-C08B344C9B40}"/>
                  </a:ext>
                </a:extLst>
              </p:cNvPr>
              <p:cNvSpPr/>
              <p:nvPr/>
            </p:nvSpPr>
            <p:spPr bwMode="gray">
              <a:xfrm>
                <a:off x="8096425" y="2037513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,1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(1)</m:t>
                          </m:r>
                        </m:sup>
                      </m:sSubSup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651E4E94-FE3F-1452-AA6D-C08B344C9B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96425" y="2037513"/>
                <a:ext cx="251999" cy="251999"/>
              </a:xfrm>
              <a:prstGeom prst="ellipse">
                <a:avLst/>
              </a:prstGeom>
              <a:blipFill>
                <a:blip r:embed="rId2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ACA0E1D2-4E63-80EC-B70B-1937CBF24FC0}"/>
                  </a:ext>
                </a:extLst>
              </p:cNvPr>
              <p:cNvSpPr/>
              <p:nvPr/>
            </p:nvSpPr>
            <p:spPr bwMode="gray">
              <a:xfrm>
                <a:off x="8096425" y="2454661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,2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(1)</m:t>
                          </m:r>
                        </m:sup>
                      </m:sSubSup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ACA0E1D2-4E63-80EC-B70B-1937CBF24F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96425" y="2454661"/>
                <a:ext cx="251999" cy="251999"/>
              </a:xfrm>
              <a:prstGeom prst="ellipse">
                <a:avLst/>
              </a:prstGeom>
              <a:blipFill>
                <a:blip r:embed="rId2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A9705B-EADC-8AA6-56C1-3277E781A210}"/>
                  </a:ext>
                </a:extLst>
              </p:cNvPr>
              <p:cNvSpPr/>
              <p:nvPr/>
            </p:nvSpPr>
            <p:spPr bwMode="gray">
              <a:xfrm>
                <a:off x="8095121" y="2871809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,3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(1)</m:t>
                          </m:r>
                        </m:sup>
                      </m:sSubSup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A9705B-EADC-8AA6-56C1-3277E781A2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95121" y="2871809"/>
                <a:ext cx="251999" cy="251999"/>
              </a:xfrm>
              <a:prstGeom prst="ellipse">
                <a:avLst/>
              </a:prstGeom>
              <a:blipFill>
                <a:blip r:embed="rId2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51EFBFEC-33FF-D72B-5844-227BDE05FA84}"/>
                  </a:ext>
                </a:extLst>
              </p:cNvPr>
              <p:cNvSpPr/>
              <p:nvPr/>
            </p:nvSpPr>
            <p:spPr bwMode="gray">
              <a:xfrm>
                <a:off x="8095121" y="3288958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8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acc>
                        </m:e>
                        <m:sub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,4</m:t>
                          </m:r>
                        </m:sub>
                        <m:sup>
                          <m:r>
                            <a:rPr lang="en-US" sz="8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(1)</m:t>
                          </m:r>
                        </m:sup>
                      </m:sSubSup>
                    </m:oMath>
                  </m:oMathPara>
                </a14:m>
                <a:endParaRPr lang="en-DE" sz="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51EFBFEC-33FF-D72B-5844-227BDE05FA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095121" y="3288958"/>
                <a:ext cx="251999" cy="251999"/>
              </a:xfrm>
              <a:prstGeom prst="ellipse">
                <a:avLst/>
              </a:prstGeom>
              <a:blipFill>
                <a:blip r:embed="rId2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3C483683-A78A-B242-0DD8-98503AFED1F4}"/>
                  </a:ext>
                </a:extLst>
              </p:cNvPr>
              <p:cNvSpPr/>
              <p:nvPr/>
            </p:nvSpPr>
            <p:spPr bwMode="gray">
              <a:xfrm>
                <a:off x="8698344" y="2651330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7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𝑓</m:t>
                      </m:r>
                      <m:d>
                        <m:dPr>
                          <m:ctrlPr>
                            <a:rPr lang="en-US" sz="7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7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7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sz="7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DE" sz="7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3C483683-A78A-B242-0DD8-98503AFED1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98344" y="2651330"/>
                <a:ext cx="251999" cy="251999"/>
              </a:xfrm>
              <a:prstGeom prst="ellipse">
                <a:avLst/>
              </a:prstGeom>
              <a:blipFill>
                <a:blip r:embed="rId30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7" name="Straight Arrow Connector 166">
            <a:extLst>
              <a:ext uri="{FF2B5EF4-FFF2-40B4-BE49-F238E27FC236}">
                <a16:creationId xmlns:a16="http://schemas.microsoft.com/office/drawing/2014/main" id="{EA7FDF9C-F3E0-82D5-1FC8-A6C8EE42000B}"/>
              </a:ext>
            </a:extLst>
          </p:cNvPr>
          <p:cNvCxnSpPr>
            <a:stCxn id="64" idx="6"/>
            <a:endCxn id="157" idx="3"/>
          </p:cNvCxnSpPr>
          <p:nvPr/>
        </p:nvCxnSpPr>
        <p:spPr bwMode="gray">
          <a:xfrm flipV="1">
            <a:off x="7743897" y="2252608"/>
            <a:ext cx="389432" cy="119479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Arrow Connector 167">
            <a:extLst>
              <a:ext uri="{FF2B5EF4-FFF2-40B4-BE49-F238E27FC236}">
                <a16:creationId xmlns:a16="http://schemas.microsoft.com/office/drawing/2014/main" id="{3B103EB9-721F-DC2C-3562-B35F71459D1F}"/>
              </a:ext>
            </a:extLst>
          </p:cNvPr>
          <p:cNvCxnSpPr>
            <a:cxnSpLocks/>
            <a:stCxn id="66" idx="6"/>
            <a:endCxn id="157" idx="3"/>
          </p:cNvCxnSpPr>
          <p:nvPr/>
        </p:nvCxnSpPr>
        <p:spPr bwMode="gray">
          <a:xfrm flipV="1">
            <a:off x="7743897" y="2252608"/>
            <a:ext cx="389432" cy="53662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Arrow Connector 171">
            <a:extLst>
              <a:ext uri="{FF2B5EF4-FFF2-40B4-BE49-F238E27FC236}">
                <a16:creationId xmlns:a16="http://schemas.microsoft.com/office/drawing/2014/main" id="{8EC59DDD-82AB-8B77-08CB-0DAE415485DF}"/>
              </a:ext>
            </a:extLst>
          </p:cNvPr>
          <p:cNvCxnSpPr>
            <a:cxnSpLocks/>
            <a:stCxn id="67" idx="6"/>
            <a:endCxn id="157" idx="3"/>
          </p:cNvCxnSpPr>
          <p:nvPr/>
        </p:nvCxnSpPr>
        <p:spPr bwMode="gray">
          <a:xfrm flipV="1">
            <a:off x="7743897" y="2252608"/>
            <a:ext cx="389432" cy="95377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Arrow Connector 174">
            <a:extLst>
              <a:ext uri="{FF2B5EF4-FFF2-40B4-BE49-F238E27FC236}">
                <a16:creationId xmlns:a16="http://schemas.microsoft.com/office/drawing/2014/main" id="{A39D4E3A-6BE6-9D50-6513-4FF236F4DC2A}"/>
              </a:ext>
            </a:extLst>
          </p:cNvPr>
          <p:cNvCxnSpPr>
            <a:cxnSpLocks/>
            <a:stCxn id="64" idx="6"/>
            <a:endCxn id="162" idx="2"/>
          </p:cNvCxnSpPr>
          <p:nvPr/>
        </p:nvCxnSpPr>
        <p:spPr bwMode="gray">
          <a:xfrm>
            <a:off x="7743897" y="2372087"/>
            <a:ext cx="352528" cy="2085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Straight Arrow Connector 177">
            <a:extLst>
              <a:ext uri="{FF2B5EF4-FFF2-40B4-BE49-F238E27FC236}">
                <a16:creationId xmlns:a16="http://schemas.microsoft.com/office/drawing/2014/main" id="{3723C8FD-20E0-FC3B-7BF7-5E96816A8922}"/>
              </a:ext>
            </a:extLst>
          </p:cNvPr>
          <p:cNvCxnSpPr>
            <a:cxnSpLocks/>
            <a:stCxn id="66" idx="6"/>
            <a:endCxn id="162" idx="2"/>
          </p:cNvCxnSpPr>
          <p:nvPr/>
        </p:nvCxnSpPr>
        <p:spPr bwMode="gray">
          <a:xfrm flipV="1">
            <a:off x="7743897" y="2580661"/>
            <a:ext cx="352528" cy="2085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Straight Arrow Connector 180">
            <a:extLst>
              <a:ext uri="{FF2B5EF4-FFF2-40B4-BE49-F238E27FC236}">
                <a16:creationId xmlns:a16="http://schemas.microsoft.com/office/drawing/2014/main" id="{9A10B5C0-CDB5-4A42-A11C-14D49D96B105}"/>
              </a:ext>
            </a:extLst>
          </p:cNvPr>
          <p:cNvCxnSpPr>
            <a:cxnSpLocks/>
            <a:stCxn id="67" idx="6"/>
            <a:endCxn id="162" idx="2"/>
          </p:cNvCxnSpPr>
          <p:nvPr/>
        </p:nvCxnSpPr>
        <p:spPr bwMode="gray">
          <a:xfrm flipV="1">
            <a:off x="7743897" y="2580661"/>
            <a:ext cx="352528" cy="62572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Arrow Connector 183">
            <a:extLst>
              <a:ext uri="{FF2B5EF4-FFF2-40B4-BE49-F238E27FC236}">
                <a16:creationId xmlns:a16="http://schemas.microsoft.com/office/drawing/2014/main" id="{C5ACA9FE-4B13-0A26-4CD5-300EFB400B17}"/>
              </a:ext>
            </a:extLst>
          </p:cNvPr>
          <p:cNvCxnSpPr>
            <a:cxnSpLocks/>
            <a:stCxn id="64" idx="6"/>
            <a:endCxn id="163" idx="2"/>
          </p:cNvCxnSpPr>
          <p:nvPr/>
        </p:nvCxnSpPr>
        <p:spPr bwMode="gray">
          <a:xfrm>
            <a:off x="7743897" y="2372087"/>
            <a:ext cx="351224" cy="62572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Straight Arrow Connector 186">
            <a:extLst>
              <a:ext uri="{FF2B5EF4-FFF2-40B4-BE49-F238E27FC236}">
                <a16:creationId xmlns:a16="http://schemas.microsoft.com/office/drawing/2014/main" id="{65A6DA95-EDA6-3C88-B893-2E346C277DA6}"/>
              </a:ext>
            </a:extLst>
          </p:cNvPr>
          <p:cNvCxnSpPr>
            <a:cxnSpLocks/>
            <a:stCxn id="66" idx="6"/>
            <a:endCxn id="163" idx="2"/>
          </p:cNvCxnSpPr>
          <p:nvPr/>
        </p:nvCxnSpPr>
        <p:spPr bwMode="gray">
          <a:xfrm>
            <a:off x="7743897" y="2789235"/>
            <a:ext cx="351224" cy="2085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Straight Arrow Connector 189">
            <a:extLst>
              <a:ext uri="{FF2B5EF4-FFF2-40B4-BE49-F238E27FC236}">
                <a16:creationId xmlns:a16="http://schemas.microsoft.com/office/drawing/2014/main" id="{80CFC89C-B0C8-B522-07F5-B2EE8A04CFD9}"/>
              </a:ext>
            </a:extLst>
          </p:cNvPr>
          <p:cNvCxnSpPr>
            <a:cxnSpLocks/>
            <a:stCxn id="67" idx="6"/>
            <a:endCxn id="163" idx="2"/>
          </p:cNvCxnSpPr>
          <p:nvPr/>
        </p:nvCxnSpPr>
        <p:spPr bwMode="gray">
          <a:xfrm flipV="1">
            <a:off x="7743897" y="2997809"/>
            <a:ext cx="351224" cy="2085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83AF9E62-7F43-AC49-299A-12E5771C767E}"/>
              </a:ext>
            </a:extLst>
          </p:cNvPr>
          <p:cNvCxnSpPr>
            <a:cxnSpLocks/>
            <a:stCxn id="64" idx="6"/>
            <a:endCxn id="164" idx="2"/>
          </p:cNvCxnSpPr>
          <p:nvPr/>
        </p:nvCxnSpPr>
        <p:spPr bwMode="gray">
          <a:xfrm>
            <a:off x="7743897" y="2372087"/>
            <a:ext cx="351224" cy="104287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Arrow Connector 195">
            <a:extLst>
              <a:ext uri="{FF2B5EF4-FFF2-40B4-BE49-F238E27FC236}">
                <a16:creationId xmlns:a16="http://schemas.microsoft.com/office/drawing/2014/main" id="{83094095-8AE0-8654-11EC-B41A002289D5}"/>
              </a:ext>
            </a:extLst>
          </p:cNvPr>
          <p:cNvCxnSpPr>
            <a:cxnSpLocks/>
            <a:stCxn id="66" idx="6"/>
            <a:endCxn id="164" idx="2"/>
          </p:cNvCxnSpPr>
          <p:nvPr/>
        </p:nvCxnSpPr>
        <p:spPr bwMode="gray">
          <a:xfrm>
            <a:off x="7743897" y="2789235"/>
            <a:ext cx="351224" cy="6257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66FA77A-4F43-F1FC-6C52-A8813DC5A99B}"/>
              </a:ext>
            </a:extLst>
          </p:cNvPr>
          <p:cNvCxnSpPr>
            <a:cxnSpLocks/>
            <a:stCxn id="67" idx="6"/>
            <a:endCxn id="164" idx="2"/>
          </p:cNvCxnSpPr>
          <p:nvPr/>
        </p:nvCxnSpPr>
        <p:spPr bwMode="gray">
          <a:xfrm>
            <a:off x="7743897" y="3206383"/>
            <a:ext cx="351224" cy="20857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4EB52390-C6BD-93A4-E684-9668FAFC3923}"/>
              </a:ext>
            </a:extLst>
          </p:cNvPr>
          <p:cNvCxnSpPr>
            <a:cxnSpLocks/>
            <a:stCxn id="157" idx="6"/>
            <a:endCxn id="165" idx="2"/>
          </p:cNvCxnSpPr>
          <p:nvPr/>
        </p:nvCxnSpPr>
        <p:spPr bwMode="gray">
          <a:xfrm>
            <a:off x="8348424" y="2163513"/>
            <a:ext cx="349920" cy="61381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Straight Arrow Connector 205">
            <a:extLst>
              <a:ext uri="{FF2B5EF4-FFF2-40B4-BE49-F238E27FC236}">
                <a16:creationId xmlns:a16="http://schemas.microsoft.com/office/drawing/2014/main" id="{2B98335E-44AB-20FF-BD5F-54468CFFEF3D}"/>
              </a:ext>
            </a:extLst>
          </p:cNvPr>
          <p:cNvCxnSpPr>
            <a:cxnSpLocks/>
            <a:stCxn id="162" idx="6"/>
            <a:endCxn id="165" idx="2"/>
          </p:cNvCxnSpPr>
          <p:nvPr/>
        </p:nvCxnSpPr>
        <p:spPr bwMode="gray">
          <a:xfrm>
            <a:off x="8348424" y="2580661"/>
            <a:ext cx="349920" cy="196669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464094C9-98D1-3491-4823-2C69F7FC0F91}"/>
              </a:ext>
            </a:extLst>
          </p:cNvPr>
          <p:cNvCxnSpPr>
            <a:cxnSpLocks/>
            <a:stCxn id="163" idx="6"/>
            <a:endCxn id="165" idx="2"/>
          </p:cNvCxnSpPr>
          <p:nvPr/>
        </p:nvCxnSpPr>
        <p:spPr bwMode="gray">
          <a:xfrm flipV="1">
            <a:off x="8347120" y="2777330"/>
            <a:ext cx="351224" cy="220479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Straight Arrow Connector 212">
            <a:extLst>
              <a:ext uri="{FF2B5EF4-FFF2-40B4-BE49-F238E27FC236}">
                <a16:creationId xmlns:a16="http://schemas.microsoft.com/office/drawing/2014/main" id="{E03C9392-2F5B-AFCC-3875-29D99DA76F81}"/>
              </a:ext>
            </a:extLst>
          </p:cNvPr>
          <p:cNvCxnSpPr>
            <a:cxnSpLocks/>
            <a:stCxn id="164" idx="6"/>
            <a:endCxn id="165" idx="2"/>
          </p:cNvCxnSpPr>
          <p:nvPr/>
        </p:nvCxnSpPr>
        <p:spPr bwMode="gray">
          <a:xfrm flipV="1">
            <a:off x="8347120" y="2777330"/>
            <a:ext cx="351224" cy="63762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428837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 animBg="1"/>
      <p:bldP spid="12" grpId="0"/>
      <p:bldP spid="14" grpId="0"/>
      <p:bldP spid="15" grpId="0" animBg="1"/>
      <p:bldP spid="26" grpId="0"/>
      <p:bldP spid="27" grpId="0" animBg="1"/>
      <p:bldP spid="40" grpId="0"/>
      <p:bldP spid="41" grpId="0"/>
      <p:bldP spid="50" grpId="0"/>
      <p:bldP spid="51" grpId="0" animBg="1"/>
      <p:bldP spid="57" grpId="0"/>
      <p:bldP spid="58" grpId="0" animBg="1"/>
      <p:bldP spid="158" grpId="0"/>
      <p:bldP spid="159" grpId="0"/>
      <p:bldP spid="64" grpId="0" animBg="1"/>
      <p:bldP spid="66" grpId="0" animBg="1"/>
      <p:bldP spid="67" grpId="0" animBg="1"/>
      <p:bldP spid="157" grpId="0" animBg="1"/>
      <p:bldP spid="162" grpId="0" animBg="1"/>
      <p:bldP spid="163" grpId="0" animBg="1"/>
      <p:bldP spid="164" grpId="0" animBg="1"/>
      <p:bldP spid="16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EA2C9179-4A89-6E91-6065-1365933A2FE2}"/>
              </a:ext>
            </a:extLst>
          </p:cNvPr>
          <p:cNvSpPr/>
          <p:nvPr/>
        </p:nvSpPr>
        <p:spPr bwMode="gray">
          <a:xfrm>
            <a:off x="6172200" y="2788164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C80918FA-71D8-2B97-B8AC-656FEAEFAE3E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248334" y="1478997"/>
                <a:ext cx="4358362" cy="2912133"/>
              </a:xfrm>
            </p:spPr>
            <p:txBody>
              <a:bodyPr/>
              <a:lstStyle/>
              <a:p>
                <a:pPr marL="0" indent="0" algn="ctr">
                  <a:buNone/>
                </a:pPr>
                <a:r>
                  <a:rPr lang="en-US" i="1" dirty="0"/>
                  <a:t>Efficient and scalable algorithms to approximate the maximum of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𝑾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endParaRPr lang="en-US" i="1" dirty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  <a:p>
                <a:r>
                  <a:rPr lang="en-US" sz="1200" b="1" dirty="0"/>
                  <a:t>Practice</a:t>
                </a:r>
                <a:r>
                  <a:rPr lang="en-US" sz="1200" dirty="0"/>
                  <a:t>: The maximum is determined on </a:t>
                </a:r>
                <a14:m>
                  <m:oMath xmlns:m="http://schemas.openxmlformats.org/officeDocument/2006/math">
                    <m:func>
                      <m:funcPr>
                        <m:ctrlPr>
                          <a:rPr lang="en-US" sz="1200" i="1" smtClean="0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en-US" sz="1200" i="0" smtClean="0">
                            <a:latin typeface="Cambria Math" panose="02040503050406030204" pitchFamily="18" charset="0"/>
                          </a:rPr>
                          <m:t>log</m:t>
                        </m:r>
                      </m:fName>
                      <m:e>
                        <m:d>
                          <m:d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𝑝</m:t>
                            </m:r>
                            <m:d>
                              <m:d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en-US" sz="1200" b="1" i="1">
                                    <a:latin typeface="Cambria Math" panose="02040503050406030204" pitchFamily="18" charset="0"/>
                                  </a:rPr>
                                  <m:t>𝑾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|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𝐷</m:t>
                                </m:r>
                              </m:e>
                            </m:d>
                          </m:e>
                        </m:d>
                      </m:e>
                    </m:func>
                  </m:oMath>
                </a14:m>
                <a:endParaRPr lang="en-US" sz="1200" dirty="0"/>
              </a:p>
              <a:p>
                <a:endParaRPr lang="en-US" sz="1200" dirty="0"/>
              </a:p>
              <a:p>
                <a:endParaRPr lang="en-US" sz="1200" dirty="0"/>
              </a:p>
              <a:p>
                <a:endParaRPr lang="en-US" sz="1200" dirty="0"/>
              </a:p>
              <a:p>
                <a:r>
                  <a:rPr lang="en-US" sz="1200" b="1" dirty="0"/>
                  <a:t>Methodology</a:t>
                </a:r>
                <a:r>
                  <a:rPr lang="en-US" sz="1200" dirty="0"/>
                  <a:t>: Gradient descent on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𝑾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r>
                  <a:rPr lang="en-US" sz="1200" dirty="0"/>
                  <a:t> </a:t>
                </a:r>
                <a:r>
                  <a:rPr lang="en-US" sz="1200" dirty="0" err="1"/>
                  <a:t>w.r.t.</a:t>
                </a:r>
                <a:r>
                  <a:rPr lang="en-US" sz="1200" b="1" dirty="0"/>
                  <a:t>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r>
                  <a:rPr lang="en-US" sz="1200" dirty="0"/>
                  <a:t> using the chain rule of differentiation to compute</a:t>
                </a:r>
              </a:p>
              <a:p>
                <a:endParaRPr lang="en-US" sz="1200" dirty="0"/>
              </a:p>
              <a:p>
                <a:endParaRPr lang="en-US" sz="1200" dirty="0"/>
              </a:p>
              <a:p>
                <a:endParaRPr lang="en-US" sz="1200" dirty="0"/>
              </a:p>
              <a:p>
                <a:pPr marL="268287" lvl="1" indent="0">
                  <a:buNone/>
                </a:pPr>
                <a:r>
                  <a:rPr lang="en-US" sz="1200" dirty="0"/>
                  <a:t>and keep iterating until a local maxima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b="1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dirty="0" smtClean="0">
                            <a:latin typeface="Cambria Math" panose="02040503050406030204" pitchFamily="18" charset="0"/>
                          </a:rPr>
                          <m:t>𝑾</m:t>
                        </m:r>
                      </m:e>
                      <m:sup>
                        <m:r>
                          <a:rPr lang="en-US" sz="1200" b="1" i="1" dirty="0" smtClean="0">
                            <a:latin typeface="Cambria Math" panose="02040503050406030204" pitchFamily="18" charset="0"/>
                          </a:rPr>
                          <m:t>∗</m:t>
                        </m:r>
                      </m:sup>
                    </m:sSup>
                  </m:oMath>
                </a14:m>
                <a:r>
                  <a:rPr lang="en-US" sz="1200" dirty="0"/>
                  <a:t> is found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C80918FA-71D8-2B97-B8AC-656FEAEFAE3E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248334" y="1478997"/>
                <a:ext cx="4358362" cy="2912133"/>
              </a:xfrm>
              <a:blipFill>
                <a:blip r:embed="rId2"/>
                <a:stretch>
                  <a:fillRect t="-435" r="-581" b="-265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208501B0-A568-4CC1-0B03-944D7FAF96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Neural Networks: Learning Paradigms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 Placeholder 1">
                <a:extLst>
                  <a:ext uri="{FF2B5EF4-FFF2-40B4-BE49-F238E27FC236}">
                    <a16:creationId xmlns:a16="http://schemas.microsoft.com/office/drawing/2014/main" id="{F22E3B09-95FC-4206-D483-D7D706E57015}"/>
                  </a:ext>
                </a:extLst>
              </p:cNvPr>
              <p:cNvSpPr txBox="1">
                <a:spLocks/>
              </p:cNvSpPr>
              <p:nvPr/>
            </p:nvSpPr>
            <p:spPr bwMode="gray">
              <a:xfrm>
                <a:off x="4964403" y="1460956"/>
                <a:ext cx="4136123" cy="3682544"/>
              </a:xfrm>
              <a:prstGeom prst="rect">
                <a:avLst/>
              </a:prstGeom>
            </p:spPr>
            <p:txBody>
              <a:bodyPr/>
              <a:lstStyle>
                <a:lvl1pPr marL="268288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■"/>
                  <a:defRPr sz="1400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68288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□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806450" indent="-269875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80000"/>
                  <a:buFont typeface="Arial" panose="020B0604020202020204" pitchFamily="34" charset="0"/>
                  <a:buChar char="–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7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540000" indent="-270000" algn="l" defTabSz="914400" rtl="0" eaLnBrk="1" latinLnBrk="0" hangingPunct="1">
                  <a:lnSpc>
                    <a:spcPct val="1000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100000"/>
                  <a:buFont typeface="+mj-lt"/>
                  <a:buAutoNum type="alphaLcParenR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100000"/>
                  <a:buFont typeface="+mj-lt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6pPr>
                <a:lvl7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>
                    <a:schemeClr val="accent1"/>
                  </a:buClr>
                  <a:buSzPct val="90000"/>
                  <a:buFont typeface="Arial" panose="020B0604020202020204" pitchFamily="34" charset="0"/>
                  <a:buNone/>
                  <a:defRPr sz="160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7pPr>
                <a:lvl8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Font typeface="Arial" panose="020B0604020202020204" pitchFamily="34" charset="0"/>
                  <a:buNone/>
                  <a:defRPr sz="1600" b="0" kern="1200" cap="all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i="1" dirty="0"/>
                  <a:t>Efficient and scalable algorithms to approximate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𝑾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r>
                  <a:rPr lang="en-US" i="1" dirty="0"/>
                  <a:t> by</a:t>
                </a:r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  <a:p>
                <a:pPr lvl="0">
                  <a:buClr>
                    <a:srgbClr val="B1063A"/>
                  </a:buClr>
                </a:pPr>
                <a:r>
                  <a:rPr lang="en-US" sz="1200" b="1" dirty="0">
                    <a:solidFill>
                      <a:srgbClr val="323232"/>
                    </a:solidFill>
                  </a:rPr>
                  <a:t>Practice</a:t>
                </a:r>
                <a:r>
                  <a:rPr lang="en-US" sz="1200" dirty="0">
                    <a:solidFill>
                      <a:srgbClr val="323232"/>
                    </a:solidFill>
                  </a:rPr>
                  <a:t>: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𝑞</m:t>
                    </m:r>
                  </m:oMath>
                </a14:m>
                <a:r>
                  <a:rPr lang="en-US" sz="1200" dirty="0">
                    <a:solidFill>
                      <a:srgbClr val="323232"/>
                    </a:solidFill>
                  </a:rPr>
                  <a:t> is product of 1D-Gaussians over </a:t>
                </a:r>
                <a14:m>
                  <m:oMath xmlns:m="http://schemas.openxmlformats.org/officeDocument/2006/math">
                    <m:r>
                      <a:rPr lang="en-US" sz="1200" b="1" i="1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endParaRPr lang="en-US" sz="1200" dirty="0">
                  <a:solidFill>
                    <a:srgbClr val="323232"/>
                  </a:solidFill>
                </a:endParaRPr>
              </a:p>
              <a:p>
                <a:pPr lvl="0">
                  <a:buClr>
                    <a:srgbClr val="B1063A"/>
                  </a:buClr>
                </a:pPr>
                <a:endParaRPr lang="en-US" sz="1200" dirty="0">
                  <a:solidFill>
                    <a:srgbClr val="323232"/>
                  </a:solidFill>
                </a:endParaRPr>
              </a:p>
              <a:p>
                <a:pPr lvl="0">
                  <a:buClr>
                    <a:srgbClr val="B1063A"/>
                  </a:buClr>
                </a:pPr>
                <a:endParaRPr lang="en-US" sz="1200" dirty="0">
                  <a:solidFill>
                    <a:srgbClr val="323232"/>
                  </a:solidFill>
                </a:endParaRPr>
              </a:p>
              <a:p>
                <a:pPr lvl="0">
                  <a:buClr>
                    <a:srgbClr val="B1063A"/>
                  </a:buClr>
                </a:pPr>
                <a:endParaRPr lang="en-US" sz="1200" dirty="0">
                  <a:solidFill>
                    <a:srgbClr val="323232"/>
                  </a:solidFill>
                </a:endParaRPr>
              </a:p>
              <a:p>
                <a:pPr lvl="0">
                  <a:buClr>
                    <a:srgbClr val="B1063A"/>
                  </a:buClr>
                </a:pPr>
                <a:r>
                  <a:rPr lang="en-US" sz="1200" b="1" dirty="0">
                    <a:solidFill>
                      <a:srgbClr val="323232"/>
                    </a:solidFill>
                  </a:rPr>
                  <a:t>Methodology</a:t>
                </a:r>
                <a:r>
                  <a:rPr lang="en-US" sz="1200" dirty="0">
                    <a:solidFill>
                      <a:srgbClr val="323232"/>
                    </a:solidFill>
                  </a:rPr>
                  <a:t>: Message passing to refine the approximations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𝒩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;</m:t>
                        </m:r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,</m:t>
                        </m:r>
                        <m:sSubSup>
                          <m:sSubSupPr>
                            <m:ctrlP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𝑗</m:t>
                            </m:r>
                          </m:sub>
                          <m:sup>
                            <m:r>
                              <a:rPr lang="en-US" sz="12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d>
                  </m:oMath>
                </a14:m>
                <a:r>
                  <a:rPr lang="en-US" sz="1200" dirty="0">
                    <a:solidFill>
                      <a:srgbClr val="323232"/>
                    </a:solidFill>
                  </a:rPr>
                  <a:t> of</a:t>
                </a:r>
                <a:r>
                  <a:rPr lang="en-US" sz="1200" dirty="0">
                    <a:ea typeface="Cambria Math" panose="02040503050406030204" pitchFamily="18" charset="0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𝑚</m:t>
                        </m:r>
                      </m:e>
                      <m:sub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→</m:t>
                        </m:r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𝑊</m:t>
                            </m:r>
                          </m:e>
                          <m: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𝑗</m:t>
                            </m:r>
                          </m:sub>
                        </m:sSub>
                      </m:sub>
                    </m:sSub>
                    <m:d>
                      <m:dPr>
                        <m:ctrlP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200" b="1" dirty="0">
                    <a:solidFill>
                      <a:srgbClr val="323232"/>
                    </a:solidFill>
                  </a:rPr>
                  <a:t> </a:t>
                </a:r>
              </a:p>
              <a:p>
                <a:pPr lvl="0">
                  <a:buClr>
                    <a:srgbClr val="B1063A"/>
                  </a:buClr>
                </a:pPr>
                <a:r>
                  <a:rPr lang="en-US" sz="1200" b="1" dirty="0">
                    <a:solidFill>
                      <a:srgbClr val="323232"/>
                    </a:solidFill>
                  </a:rPr>
                  <a:t>Key Insights</a:t>
                </a:r>
                <a:r>
                  <a:rPr lang="en-US" sz="1200" dirty="0">
                    <a:solidFill>
                      <a:srgbClr val="323232"/>
                    </a:solidFill>
                  </a:rPr>
                  <a:t>: </a:t>
                </a:r>
              </a:p>
              <a:p>
                <a:pPr lvl="1">
                  <a:buClr>
                    <a:srgbClr val="B1063A"/>
                  </a:buClr>
                </a:pPr>
                <a:r>
                  <a:rPr lang="en-US" sz="1200" dirty="0">
                    <a:solidFill>
                      <a:srgbClr val="323232"/>
                    </a:solidFill>
                  </a:rPr>
                  <a:t>Minimizing KL-divergence results in matching mean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𝝁</m:t>
                    </m:r>
                  </m:oMath>
                </a14:m>
                <a:r>
                  <a:rPr lang="en-US" sz="1200" dirty="0">
                    <a:solidFill>
                      <a:srgbClr val="323232"/>
                    </a:solidFill>
                  </a:rPr>
                  <a:t> and variance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200" i="0" dirty="0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diag</m:t>
                    </m:r>
                    <m:r>
                      <a:rPr lang="en-US" sz="1200" i="1" dirty="0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1200" b="0" i="1" dirty="0" smtClean="0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dirty="0" smtClean="0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  <m:t>𝝈</m:t>
                        </m:r>
                      </m:e>
                      <m:sup>
                        <m:r>
                          <a:rPr lang="en-US" sz="1200" b="0" i="1" dirty="0" smtClean="0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r>
                      <a:rPr lang="en-US" sz="1200" i="1" dirty="0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1200" dirty="0">
                    <a:solidFill>
                      <a:srgbClr val="323232"/>
                    </a:solidFill>
                  </a:rPr>
                  <a:t> of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𝑝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1" i="1">
                            <a:latin typeface="Cambria Math" panose="02040503050406030204" pitchFamily="18" charset="0"/>
                          </a:rPr>
                          <m:t>𝑾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|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𝐷</m:t>
                        </m:r>
                      </m:e>
                    </m:d>
                  </m:oMath>
                </a14:m>
                <a:endParaRPr lang="en-US" sz="1200" dirty="0">
                  <a:solidFill>
                    <a:srgbClr val="323232"/>
                  </a:solidFill>
                </a:endParaRPr>
              </a:p>
              <a:p>
                <a:pPr lvl="1">
                  <a:buClr>
                    <a:srgbClr val="B1063A"/>
                  </a:buClr>
                </a:pPr>
                <a:r>
                  <a:rPr lang="en-US" sz="1200" dirty="0">
                    <a:solidFill>
                      <a:srgbClr val="323232"/>
                    </a:solidFill>
                  </a:rPr>
                  <a:t>The maximum of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𝑞</m:t>
                    </m:r>
                    <m:d>
                      <m:dPr>
                        <m:ctrlPr>
                          <a:rPr lang="en-US" sz="1200" b="0" i="1" dirty="0" smtClean="0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b="0" i="1" dirty="0" smtClean="0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200" dirty="0">
                    <a:solidFill>
                      <a:srgbClr val="323232"/>
                    </a:solidFill>
                  </a:rPr>
                  <a:t> is attained at 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𝝁</m:t>
                    </m:r>
                    <m:r>
                      <a:rPr lang="en-US" sz="1200" b="1" i="1">
                        <a:solidFill>
                          <a:srgbClr val="323232"/>
                        </a:solidFill>
                        <a:latin typeface="Cambria Math" panose="02040503050406030204" pitchFamily="18" charset="0"/>
                      </a:rPr>
                      <m:t>≈</m:t>
                    </m:r>
                    <m:sSup>
                      <m:sSupPr>
                        <m:ctrlPr>
                          <a:rPr lang="en-US" sz="1200" b="1" i="1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  <m:t>𝑾</m:t>
                        </m:r>
                      </m:e>
                      <m:sup>
                        <m:r>
                          <a:rPr lang="en-US" sz="1200" b="1" i="1">
                            <a:solidFill>
                              <a:srgbClr val="323232"/>
                            </a:solidFill>
                            <a:latin typeface="Cambria Math" panose="02040503050406030204" pitchFamily="18" charset="0"/>
                          </a:rPr>
                          <m:t>∗</m:t>
                        </m:r>
                      </m:sup>
                    </m:sSup>
                  </m:oMath>
                </a14:m>
                <a:endParaRPr lang="en-US" sz="1200" b="1" dirty="0">
                  <a:solidFill>
                    <a:srgbClr val="323232"/>
                  </a:solidFill>
                </a:endParaRPr>
              </a:p>
            </p:txBody>
          </p:sp>
        </mc:Choice>
        <mc:Fallback xmlns="">
          <p:sp>
            <p:nvSpPr>
              <p:cNvPr id="4" name="Text Placeholder 1">
                <a:extLst>
                  <a:ext uri="{FF2B5EF4-FFF2-40B4-BE49-F238E27FC236}">
                    <a16:creationId xmlns:a16="http://schemas.microsoft.com/office/drawing/2014/main" id="{F22E3B09-95FC-4206-D483-D7D706E570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64403" y="1460956"/>
                <a:ext cx="4136123" cy="3682544"/>
              </a:xfrm>
              <a:prstGeom prst="rect">
                <a:avLst/>
              </a:prstGeom>
              <a:blipFill>
                <a:blip r:embed="rId3"/>
                <a:stretch>
                  <a:fillRect t="-344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5444F704-95D8-D5EC-8CCF-39C1D0656A61}"/>
              </a:ext>
            </a:extLst>
          </p:cNvPr>
          <p:cNvSpPr txBox="1"/>
          <p:nvPr/>
        </p:nvSpPr>
        <p:spPr bwMode="gray">
          <a:xfrm>
            <a:off x="551316" y="1153179"/>
            <a:ext cx="375239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dirty="0"/>
              <a:t>Classical Neural Network Learning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EC3842-06E2-402B-79A5-C773CE829B39}"/>
              </a:ext>
            </a:extLst>
          </p:cNvPr>
          <p:cNvSpPr txBox="1"/>
          <p:nvPr/>
        </p:nvSpPr>
        <p:spPr bwMode="gray">
          <a:xfrm>
            <a:off x="5050970" y="1153179"/>
            <a:ext cx="371162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dirty="0"/>
              <a:t>Bayesian Neural Network Learning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E4FC7CF-8A78-6319-96F5-BDBA244BD3A3}"/>
                  </a:ext>
                </a:extLst>
              </p:cNvPr>
              <p:cNvSpPr txBox="1"/>
              <p:nvPr/>
            </p:nvSpPr>
            <p:spPr bwMode="gray">
              <a:xfrm>
                <a:off x="863726" y="2070412"/>
                <a:ext cx="3127579" cy="4551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≈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argmax</m:t>
                              </m:r>
                            </m:e>
                            <m:sub>
                              <m: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sub>
                          </m:sSub>
                        </m:fName>
                        <m:e>
                          <m:nary>
                            <m:naryPr>
                              <m:chr m:val="∏"/>
                              <m:limLoc m:val="subSup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5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|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𝑾</m:t>
                                  </m:r>
                                </m:e>
                              </m:d>
                            </m:e>
                          </m:nary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1200" b="1" i="1">
                              <a:latin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7E4FC7CF-8A78-6319-96F5-BDBA244BD3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3726" y="2070412"/>
                <a:ext cx="3127579" cy="455125"/>
              </a:xfrm>
              <a:prstGeom prst="rect">
                <a:avLst/>
              </a:prstGeom>
              <a:blipFill>
                <a:blip r:embed="rId4"/>
                <a:stretch>
                  <a:fillRect t="-141667" b="-2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F5C95D5-A018-0779-F62D-DEAA0892686C}"/>
                  </a:ext>
                </a:extLst>
              </p:cNvPr>
              <p:cNvSpPr txBox="1"/>
              <p:nvPr/>
            </p:nvSpPr>
            <p:spPr bwMode="gray">
              <a:xfrm>
                <a:off x="5271578" y="2070412"/>
                <a:ext cx="3390555" cy="4551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𝑞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≈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argmin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sub>
                          </m:sSub>
                        </m:fName>
                        <m:e>
                          <m:r>
                            <m:rPr>
                              <m:sty m:val="p"/>
                            </m:rPr>
                            <a:rPr lang="en-US" sz="1200" b="0" i="0" smtClean="0">
                              <a:latin typeface="Cambria Math" panose="02040503050406030204" pitchFamily="18" charset="0"/>
                            </a:rPr>
                            <m:t>KL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∏"/>
                                  <m:limLoc m:val="subSup"/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5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=1</m:t>
                                  </m:r>
                                </m:sub>
                                <m:sup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p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𝑦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|</m:t>
                                      </m:r>
                                      <m:sSub>
                                        <m:sSub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𝑥</m:t>
                                          </m:r>
                                        </m:e>
                                        <m: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b="1" i="1">
                                          <a:latin typeface="Cambria Math" panose="02040503050406030204" pitchFamily="18" charset="0"/>
                                        </a:rPr>
                                        <m:t>𝑾</m:t>
                                      </m:r>
                                    </m:e>
                                  </m:d>
                                </m:e>
                              </m:nary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⋅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𝑾</m:t>
                                  </m:r>
                                </m:e>
                              </m:d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  <m:d>
                                <m:d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  <m:t>⋅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F5C95D5-A018-0779-F62D-DEAA089268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71578" y="2070412"/>
                <a:ext cx="3390555" cy="455125"/>
              </a:xfrm>
              <a:prstGeom prst="rect">
                <a:avLst/>
              </a:prstGeom>
              <a:blipFill>
                <a:blip r:embed="rId5"/>
                <a:stretch>
                  <a:fillRect t="-141667" b="-2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D7D8031-D802-F248-5B45-3F599FF3FC50}"/>
                  </a:ext>
                </a:extLst>
              </p:cNvPr>
              <p:cNvSpPr txBox="1"/>
              <p:nvPr/>
            </p:nvSpPr>
            <p:spPr bwMode="gray">
              <a:xfrm>
                <a:off x="258414" y="2999056"/>
                <a:ext cx="4338202" cy="4912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≈</m:t>
                      </m:r>
                      <m:func>
                        <m:func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latin typeface="Cambria Math" panose="02040503050406030204" pitchFamily="18" charset="0"/>
                                </a:rPr>
                                <m:t>argmax</m:t>
                              </m:r>
                            </m:e>
                            <m:sub>
                              <m: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sub>
                          </m:sSub>
                        </m:fName>
                        <m:e>
                          <m:nary>
                            <m:naryPr>
                              <m:chr m:val="∑"/>
                              <m:limLoc m:val="subSup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5"/>
                                </m:r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 b="0" i="0" smtClean="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𝑦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|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</m:sSub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en-US" sz="1200" b="1" i="1">
                                              <a:latin typeface="Cambria Math" panose="02040503050406030204" pitchFamily="18" charset="0"/>
                                            </a:rPr>
                                            <m:t>𝑾</m:t>
                                          </m:r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</m:e>
                          </m:nary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nary>
                            <m:naryPr>
                              <m:chr m:val="∑"/>
                              <m:limLoc m:val="subSup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=1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𝐽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sz="1200">
                                      <a:latin typeface="Cambria Math" panose="02040503050406030204" pitchFamily="18" charset="0"/>
                                    </a:rPr>
                                    <m:t>log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  <m:d>
                                        <m:d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2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𝑗</m:t>
                                              </m:r>
                                            </m:sub>
                                          </m:sSub>
                                        </m:e>
                                      </m:d>
                                    </m:e>
                                  </m:d>
                                </m:e>
                              </m:func>
                            </m:e>
                          </m:nary>
                        </m:e>
                      </m:func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D7D8031-D802-F248-5B45-3F599FF3FC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8414" y="2999056"/>
                <a:ext cx="4338202" cy="491225"/>
              </a:xfrm>
              <a:prstGeom prst="rect">
                <a:avLst/>
              </a:prstGeom>
              <a:blipFill>
                <a:blip r:embed="rId6"/>
                <a:stretch>
                  <a:fillRect t="-122500" b="-1825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F4F24C-23D5-03A9-04CA-F358713E4CF7}"/>
                  </a:ext>
                </a:extLst>
              </p:cNvPr>
              <p:cNvSpPr txBox="1"/>
              <p:nvPr/>
            </p:nvSpPr>
            <p:spPr bwMode="gray">
              <a:xfrm>
                <a:off x="4851942" y="2946354"/>
                <a:ext cx="2143856" cy="4912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𝐽</m:t>
                          </m:r>
                        </m:sup>
                        <m:e>
                          <m:r>
                            <a:rPr lang="en-US" sz="12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𝒩</m:t>
                          </m:r>
                          <m:d>
                            <m:d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𝑤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;</m:t>
                              </m:r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sSubSup>
                                <m:sSubSup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  <m:sup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e>
                          </m:d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8F4F24C-23D5-03A9-04CA-F358713E4C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851942" y="2946354"/>
                <a:ext cx="2143856" cy="491225"/>
              </a:xfrm>
              <a:prstGeom prst="rect">
                <a:avLst/>
              </a:prstGeom>
              <a:blipFill>
                <a:blip r:embed="rId7"/>
                <a:stretch>
                  <a:fillRect t="-120000" b="-18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1C4728A-422D-45D9-BCA1-1CDB805F2F90}"/>
                  </a:ext>
                </a:extLst>
              </p:cNvPr>
              <p:cNvSpPr txBox="1"/>
              <p:nvPr/>
            </p:nvSpPr>
            <p:spPr bwMode="gray">
              <a:xfrm>
                <a:off x="6676035" y="2935351"/>
                <a:ext cx="2590390" cy="4912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nary>
                        <m:naryPr>
                          <m:chr m:val="∏"/>
                          <m:limLoc m:val="subSup"/>
                          <m:ctrlPr>
                            <a:rPr lang="en-US" sz="1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𝐽</m:t>
                          </m:r>
                        </m:sup>
                        <m:e>
                          <m:nary>
                            <m:naryPr>
                              <m:chr m:val="∏"/>
                              <m:limLoc m:val="subSup"/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5"/>
                                </m:r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=0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sup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𝒩</m:t>
                              </m:r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𝑤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;</m:t>
                                  </m:r>
                                  <m:sSub>
                                    <m:sSub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</m:s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,</m:t>
                                  </m:r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𝑗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</m:e>
                          </m:nary>
                        </m:e>
                      </m:nary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1C4728A-422D-45D9-BCA1-1CDB805F2F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76035" y="2935351"/>
                <a:ext cx="2590390" cy="491225"/>
              </a:xfrm>
              <a:prstGeom prst="rect">
                <a:avLst/>
              </a:prstGeom>
              <a:blipFill>
                <a:blip r:embed="rId8"/>
                <a:stretch>
                  <a:fillRect l="-6341" t="-125641" b="-19230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Arrow Connector 5">
            <a:extLst>
              <a:ext uri="{FF2B5EF4-FFF2-40B4-BE49-F238E27FC236}">
                <a16:creationId xmlns:a16="http://schemas.microsoft.com/office/drawing/2014/main" id="{1FB119C8-7ACB-E8F7-58BB-02C5C95E177D}"/>
              </a:ext>
            </a:extLst>
          </p:cNvPr>
          <p:cNvCxnSpPr>
            <a:cxnSpLocks/>
            <a:stCxn id="18" idx="0"/>
            <a:endCxn id="19" idx="2"/>
          </p:cNvCxnSpPr>
          <p:nvPr/>
        </p:nvCxnSpPr>
        <p:spPr bwMode="gray">
          <a:xfrm rot="5400000" flipH="1" flipV="1">
            <a:off x="8175769" y="3122414"/>
            <a:ext cx="129197" cy="529228"/>
          </a:xfrm>
          <a:prstGeom prst="curved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27DFF16-2C93-83A3-9E02-AE3D33971CD4}"/>
                  </a:ext>
                </a:extLst>
              </p:cNvPr>
              <p:cNvSpPr txBox="1"/>
              <p:nvPr/>
            </p:nvSpPr>
            <p:spPr bwMode="gray">
              <a:xfrm>
                <a:off x="6995798" y="3451626"/>
                <a:ext cx="1959909" cy="25359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Approximate message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̂"/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𝑚</m:t>
                            </m:r>
                          </m:e>
                        </m:acc>
                      </m:e>
                      <m:sub>
                        <m:sSub>
                          <m:sSubPr>
                            <m:ctrlP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  <m:sub>
                            <m: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sSub>
                              <m:sSubPr>
                                <m:ctrlPr>
                                  <a:rPr lang="en-US" sz="1000" b="0" i="1" dirty="0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dirty="0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𝑊</m:t>
                                </m:r>
                              </m:e>
                              <m:sub>
                                <m:r>
                                  <a:rPr lang="en-US" sz="1000" b="0" i="1" dirty="0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b>
                            </m:sSub>
                          </m:sub>
                        </m:sSub>
                      </m:sub>
                    </m:sSub>
                    <m:d>
                      <m:dPr>
                        <m:ctrlP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000" b="0" i="1" dirty="0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</m:e>
                    </m:d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</a:t>
                </a: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27DFF16-2C93-83A3-9E02-AE3D33971C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995798" y="3451626"/>
                <a:ext cx="1959909" cy="253592"/>
              </a:xfrm>
              <a:prstGeom prst="rect">
                <a:avLst/>
              </a:prstGeom>
              <a:blipFill>
                <a:blip r:embed="rId9"/>
                <a:stretch>
                  <a:fillRect l="-3226" b="-1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Rounded Rectangle 18">
            <a:extLst>
              <a:ext uri="{FF2B5EF4-FFF2-40B4-BE49-F238E27FC236}">
                <a16:creationId xmlns:a16="http://schemas.microsoft.com/office/drawing/2014/main" id="{78309567-D780-AFE4-6E20-690BFAF4A4E9}"/>
              </a:ext>
            </a:extLst>
          </p:cNvPr>
          <p:cNvSpPr/>
          <p:nvPr/>
        </p:nvSpPr>
        <p:spPr bwMode="gray">
          <a:xfrm>
            <a:off x="7996590" y="3026235"/>
            <a:ext cx="1016781" cy="29619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4FFEFDBA-1CE1-2E99-B3AA-C99D8EEEC755}"/>
              </a:ext>
            </a:extLst>
          </p:cNvPr>
          <p:cNvCxnSpPr>
            <a:cxnSpLocks/>
            <a:stCxn id="25" idx="0"/>
            <a:endCxn id="30" idx="0"/>
          </p:cNvCxnSpPr>
          <p:nvPr/>
        </p:nvCxnSpPr>
        <p:spPr bwMode="gray">
          <a:xfrm rot="16200000" flipH="1" flipV="1">
            <a:off x="7355167" y="2045490"/>
            <a:ext cx="34013" cy="1899382"/>
          </a:xfrm>
          <a:prstGeom prst="curvedConnector3">
            <a:avLst>
              <a:gd name="adj1" fmla="val -672096"/>
            </a:avLst>
          </a:prstGeom>
          <a:ln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EC9EA322-C501-ED01-5B22-44FD7F32F594}"/>
              </a:ext>
            </a:extLst>
          </p:cNvPr>
          <p:cNvSpPr/>
          <p:nvPr/>
        </p:nvSpPr>
        <p:spPr bwMode="gray">
          <a:xfrm>
            <a:off x="7570305" y="2978175"/>
            <a:ext cx="1503120" cy="423110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DA3D6DEF-9D77-9561-51DA-D759D9C9D529}"/>
              </a:ext>
            </a:extLst>
          </p:cNvPr>
          <p:cNvSpPr/>
          <p:nvPr/>
        </p:nvSpPr>
        <p:spPr bwMode="gray">
          <a:xfrm>
            <a:off x="5965195" y="3012188"/>
            <a:ext cx="914576" cy="337552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65873F4-8562-CAD7-8F1F-EC5032B2CDE0}"/>
                  </a:ext>
                </a:extLst>
              </p:cNvPr>
              <p:cNvSpPr txBox="1"/>
              <p:nvPr/>
            </p:nvSpPr>
            <p:spPr bwMode="gray">
              <a:xfrm>
                <a:off x="338231" y="4210921"/>
                <a:ext cx="4536275" cy="61920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1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sub>
                      </m:sSub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𝜂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begChr m:val=""/>
                              <m:endChr m:val="|"/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𝜕</m:t>
                                  </m:r>
                                  <m:nary>
                                    <m:naryPr>
                                      <m:chr m:val="∑"/>
                                      <m:limLoc m:val="subSup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m:rPr>
                                          <m:brk m:alnAt="25"/>
                                        </m:r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sup>
                                    <m:e>
                                      <m:func>
                                        <m:func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>
                                              <a:latin typeface="Cambria Math" panose="02040503050406030204" pitchFamily="18" charset="0"/>
                                            </a:rPr>
                                            <m:t>log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𝑦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𝑖</m:t>
                                                      </m:r>
                                                    </m:sub>
                                                  </m:sSub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|</m:t>
                                                  </m:r>
                                                  <m:sSub>
                                                    <m:sSub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𝑖</m:t>
                                                      </m:r>
                                                    </m:sub>
                                                  </m:sSub>
                                                  <m: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  <m:t>,</m:t>
                                                  </m:r>
                                                  <m:r>
                                                    <a:rPr lang="en-US" sz="1200" b="1" i="1">
                                                      <a:latin typeface="Cambria Math" panose="02040503050406030204" pitchFamily="18" charset="0"/>
                                                    </a:rPr>
                                                    <m:t>𝑾</m:t>
                                                  </m:r>
                                                </m:e>
                                              </m:d>
                                            </m:e>
                                          </m:d>
                                        </m:e>
                                      </m:func>
                                    </m:e>
                                  </m:nary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nary>
                                    <m:naryPr>
                                      <m:chr m:val="∑"/>
                                      <m:limLoc m:val="subSup"/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𝐽</m:t>
                                      </m:r>
                                    </m:sup>
                                    <m:e>
                                      <m:func>
                                        <m:funcPr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200">
                                              <a:latin typeface="Cambria Math" panose="02040503050406030204" pitchFamily="18" charset="0"/>
                                            </a:rPr>
                                            <m:t>log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1200" i="1"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200" i="1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200" i="1"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𝑗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d>
                                            </m:e>
                                          </m:d>
                                        </m:e>
                                      </m:func>
                                    </m:e>
                                  </m:nary>
                                </m:num>
                                <m:den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𝜕</m:t>
                                  </m:r>
                                  <m:r>
                                    <a:rPr lang="en-US" sz="1200" b="1" i="1">
                                      <a:latin typeface="Cambria Math" panose="02040503050406030204" pitchFamily="18" charset="0"/>
                                    </a:rPr>
                                    <m:t>𝑾</m:t>
                                  </m:r>
                                </m:den>
                              </m:f>
                            </m:e>
                          </m:d>
                        </m:e>
                        <m:sub>
                          <m:r>
                            <a:rPr lang="en-US" sz="1200" b="1" i="1" smtClean="0">
                              <a:latin typeface="Cambria Math" panose="02040503050406030204" pitchFamily="18" charset="0"/>
                            </a:rPr>
                            <m:t>𝑾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1" i="1" smtClean="0"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sub>
                          </m:sSub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65873F4-8562-CAD7-8F1F-EC5032B2CD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38231" y="4210921"/>
                <a:ext cx="4536275" cy="619208"/>
              </a:xfrm>
              <a:prstGeom prst="rect">
                <a:avLst/>
              </a:prstGeom>
              <a:blipFill>
                <a:blip r:embed="rId10"/>
                <a:stretch>
                  <a:fillRect t="-170000" r="-8939" b="-23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8D40B369-FD28-79B8-C940-F8DBF5AE08C0}"/>
              </a:ext>
            </a:extLst>
          </p:cNvPr>
          <p:cNvCxnSpPr>
            <a:cxnSpLocks/>
            <a:endCxn id="57" idx="0"/>
          </p:cNvCxnSpPr>
          <p:nvPr/>
        </p:nvCxnSpPr>
        <p:spPr bwMode="gray">
          <a:xfrm>
            <a:off x="2401556" y="3799382"/>
            <a:ext cx="773175" cy="384079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Rounded Rectangle 56">
            <a:extLst>
              <a:ext uri="{FF2B5EF4-FFF2-40B4-BE49-F238E27FC236}">
                <a16:creationId xmlns:a16="http://schemas.microsoft.com/office/drawing/2014/main" id="{E2645764-C3CD-9C3C-763F-E0957A22A228}"/>
              </a:ext>
            </a:extLst>
          </p:cNvPr>
          <p:cNvSpPr/>
          <p:nvPr/>
        </p:nvSpPr>
        <p:spPr bwMode="gray">
          <a:xfrm>
            <a:off x="1535761" y="4183461"/>
            <a:ext cx="3277940" cy="619208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96AB1ED4-7FD4-ED47-E991-E37F2526216E}"/>
              </a:ext>
            </a:extLst>
          </p:cNvPr>
          <p:cNvCxnSpPr>
            <a:cxnSpLocks/>
            <a:stCxn id="64" idx="1"/>
            <a:endCxn id="65" idx="0"/>
          </p:cNvCxnSpPr>
          <p:nvPr/>
        </p:nvCxnSpPr>
        <p:spPr bwMode="gray">
          <a:xfrm flipH="1">
            <a:off x="7304287" y="1963448"/>
            <a:ext cx="171392" cy="20956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C004D2-A9A6-F062-1D32-72185C70E027}"/>
                  </a:ext>
                </a:extLst>
              </p:cNvPr>
              <p:cNvSpPr txBox="1"/>
              <p:nvPr/>
            </p:nvSpPr>
            <p:spPr bwMode="gray">
              <a:xfrm>
                <a:off x="7475679" y="1811402"/>
                <a:ext cx="442717" cy="30409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</m:oMath>
                  </m:oMathPara>
                </a14:m>
                <a:br>
                  <a:rPr lang="en-DE" sz="1000" i="1" dirty="0">
                    <a:solidFill>
                      <a:srgbClr val="C00000"/>
                    </a:solidFill>
                  </a:rPr>
                </a:b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2C004D2-A9A6-F062-1D32-72185C70E0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475679" y="1811402"/>
                <a:ext cx="442717" cy="30409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Rounded Rectangle 64">
            <a:extLst>
              <a:ext uri="{FF2B5EF4-FFF2-40B4-BE49-F238E27FC236}">
                <a16:creationId xmlns:a16="http://schemas.microsoft.com/office/drawing/2014/main" id="{BEAE409F-99CE-4E21-7876-5BCB2C71B67C}"/>
              </a:ext>
            </a:extLst>
          </p:cNvPr>
          <p:cNvSpPr/>
          <p:nvPr/>
        </p:nvSpPr>
        <p:spPr bwMode="gray">
          <a:xfrm>
            <a:off x="6911536" y="2173012"/>
            <a:ext cx="785502" cy="2776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76" name="Straight Arrow Connector 75">
            <a:extLst>
              <a:ext uri="{FF2B5EF4-FFF2-40B4-BE49-F238E27FC236}">
                <a16:creationId xmlns:a16="http://schemas.microsoft.com/office/drawing/2014/main" id="{7BF10A10-36DA-39AD-89C4-09E1F56C0A99}"/>
              </a:ext>
            </a:extLst>
          </p:cNvPr>
          <p:cNvCxnSpPr>
            <a:cxnSpLocks/>
            <a:stCxn id="77" idx="1"/>
            <a:endCxn id="78" idx="0"/>
          </p:cNvCxnSpPr>
          <p:nvPr/>
        </p:nvCxnSpPr>
        <p:spPr bwMode="gray">
          <a:xfrm flipH="1">
            <a:off x="7959611" y="1963447"/>
            <a:ext cx="149126" cy="209564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439CE51-EAAD-204F-0C4E-60F6D93EB0C9}"/>
                  </a:ext>
                </a:extLst>
              </p:cNvPr>
              <p:cNvSpPr txBox="1"/>
              <p:nvPr/>
            </p:nvSpPr>
            <p:spPr bwMode="gray">
              <a:xfrm>
                <a:off x="8108737" y="1811401"/>
                <a:ext cx="442717" cy="30409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en-US" sz="10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000" b="1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𝑾</m:t>
                          </m:r>
                        </m:e>
                      </m:d>
                    </m:oMath>
                  </m:oMathPara>
                </a14:m>
                <a:br>
                  <a:rPr lang="en-DE" sz="1000" i="1" dirty="0">
                    <a:solidFill>
                      <a:srgbClr val="C00000"/>
                    </a:solidFill>
                  </a:rPr>
                </a:b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439CE51-EAAD-204F-0C4E-60F6D93EB0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08737" y="1811401"/>
                <a:ext cx="442717" cy="304091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ounded Rectangle 77">
            <a:extLst>
              <a:ext uri="{FF2B5EF4-FFF2-40B4-BE49-F238E27FC236}">
                <a16:creationId xmlns:a16="http://schemas.microsoft.com/office/drawing/2014/main" id="{87F50587-2322-1749-4DA2-5B3B2BAB3B43}"/>
              </a:ext>
            </a:extLst>
          </p:cNvPr>
          <p:cNvSpPr/>
          <p:nvPr/>
        </p:nvSpPr>
        <p:spPr bwMode="gray">
          <a:xfrm>
            <a:off x="7782854" y="2173011"/>
            <a:ext cx="353514" cy="277600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742618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" grpId="0"/>
      <p:bldP spid="11" grpId="0"/>
      <p:bldP spid="15" grpId="0"/>
      <p:bldP spid="16" grpId="0"/>
      <p:bldP spid="18" grpId="0"/>
      <p:bldP spid="19" grpId="0" animBg="1"/>
      <p:bldP spid="25" grpId="0" animBg="1"/>
      <p:bldP spid="30" grpId="0" animBg="1"/>
      <p:bldP spid="36" grpId="0"/>
      <p:bldP spid="57" grpId="0" animBg="1"/>
      <p:bldP spid="64" grpId="0"/>
      <p:bldP spid="65" grpId="0" animBg="1"/>
      <p:bldP spid="77" grpId="0"/>
      <p:bldP spid="78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4EDB17BF-8A57-93FF-44CB-07934694D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Detour: Newton-Raphson Algorithm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 Placeholder 4">
                <a:extLst>
                  <a:ext uri="{FF2B5EF4-FFF2-40B4-BE49-F238E27FC236}">
                    <a16:creationId xmlns:a16="http://schemas.microsoft.com/office/drawing/2014/main" id="{D02DE466-FD60-F722-4880-FBD4E058331B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3580126" cy="3563938"/>
              </a:xfrm>
            </p:spPr>
            <p:txBody>
              <a:bodyPr/>
              <a:lstStyle/>
              <a:p>
                <a:r>
                  <a:rPr lang="en-US" b="1" dirty="0"/>
                  <a:t>Problem</a:t>
                </a:r>
                <a:r>
                  <a:rPr lang="en-US" dirty="0"/>
                  <a:t>: Find the local extrema of a function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US" b="0" i="1" dirty="0" smtClean="0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i="1" dirty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ℝ</m:t>
                    </m:r>
                  </m:oMath>
                </a14:m>
                <a:endParaRPr lang="en-US" b="1" dirty="0"/>
              </a:p>
              <a:p>
                <a:r>
                  <a:rPr lang="en-US" b="1" dirty="0"/>
                  <a:t>Idea</a:t>
                </a:r>
                <a:r>
                  <a:rPr lang="en-US" dirty="0"/>
                  <a:t>: Find the zeros of the first derivative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of the function!</a:t>
                </a:r>
              </a:p>
              <a:p>
                <a:r>
                  <a:rPr lang="en-US" b="1" dirty="0"/>
                  <a:t>Newton-Raphson Algorithm</a:t>
                </a:r>
                <a:r>
                  <a:rPr lang="en-US" dirty="0"/>
                  <a:t>: Approximate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𝑓</m:t>
                        </m:r>
                      </m:e>
                      <m:sup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p>
                  </m:oMath>
                </a14:m>
                <a:r>
                  <a:rPr lang="en-US" dirty="0"/>
                  <a:t> at a point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US" dirty="0"/>
                  <a:t> with a linear function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𝑎𝑥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𝑏</m:t>
                    </m:r>
                  </m:oMath>
                </a14:m>
                <a:r>
                  <a:rPr lang="en-US" dirty="0"/>
                  <a:t> and find update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+1</m:t>
                        </m:r>
                      </m:sub>
                    </m:sSub>
                  </m:oMath>
                </a14:m>
                <a:r>
                  <a:rPr lang="en-US" dirty="0"/>
                  <a:t> such that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𝑔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US" dirty="0"/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𝑎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′′</m:t>
                          </m:r>
                        </m:sup>
                      </m:sSup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dirty="0"/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𝑏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p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sub>
                          </m:sSub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−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′′</m:t>
                          </m:r>
                        </m:sup>
                      </m:sSup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sub>
                          </m:sSub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pPr marL="268287" lvl="1" indent="0">
                  <a:buNone/>
                </a:pPr>
                <a:endParaRPr lang="en-US" dirty="0"/>
              </a:p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𝑏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′′</m:t>
                              </m:r>
                            </m:sup>
                          </m:sSup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⋅</m:t>
                          </m:r>
                          <m:sSub>
                            <m:sSub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p>
                            <m:sSup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′′</m:t>
                              </m:r>
                            </m:sup>
                          </m:sSup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" name="Text Placeholder 4">
                <a:extLst>
                  <a:ext uri="{FF2B5EF4-FFF2-40B4-BE49-F238E27FC236}">
                    <a16:creationId xmlns:a16="http://schemas.microsoft.com/office/drawing/2014/main" id="{D02DE466-FD60-F722-4880-FBD4E058331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3580126" cy="3563938"/>
              </a:xfrm>
              <a:blipFill>
                <a:blip r:embed="rId2"/>
                <a:stretch>
                  <a:fillRect t="-355" r="-353"/>
                </a:stretch>
              </a:blipFill>
            </p:spPr>
            <p:txBody>
              <a:bodyPr/>
              <a:lstStyle/>
              <a:p>
                <a:r>
                  <a:rPr lang="de-D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94" name="Group 493">
            <a:extLst>
              <a:ext uri="{FF2B5EF4-FFF2-40B4-BE49-F238E27FC236}">
                <a16:creationId xmlns:a16="http://schemas.microsoft.com/office/drawing/2014/main" id="{A58A3AFE-180C-2B04-349A-AD8CFFA0A237}"/>
              </a:ext>
            </a:extLst>
          </p:cNvPr>
          <p:cNvGrpSpPr/>
          <p:nvPr/>
        </p:nvGrpSpPr>
        <p:grpSpPr>
          <a:xfrm>
            <a:off x="3940342" y="1658560"/>
            <a:ext cx="3349116" cy="2231498"/>
            <a:chOff x="3940342" y="1658560"/>
            <a:chExt cx="3349116" cy="2231498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929418D3-A42F-FD4C-5DED-D6896071C07C}"/>
                </a:ext>
              </a:extLst>
            </p:cNvPr>
            <p:cNvSpPr/>
            <p:nvPr/>
          </p:nvSpPr>
          <p:spPr>
            <a:xfrm>
              <a:off x="4854588" y="1703686"/>
              <a:ext cx="1440" cy="1913131"/>
            </a:xfrm>
            <a:custGeom>
              <a:avLst/>
              <a:gdLst>
                <a:gd name="connsiteX0" fmla="*/ 0 w 1440"/>
                <a:gd name="connsiteY0" fmla="*/ 1913132 h 1913131"/>
                <a:gd name="connsiteX1" fmla="*/ 0 w 1440"/>
                <a:gd name="connsiteY1" fmla="*/ 0 h 191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13131">
                  <a:moveTo>
                    <a:pt x="0" y="1913132"/>
                  </a:moveTo>
                  <a:lnTo>
                    <a:pt x="0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F1CFD44F-2DA3-5E82-41B6-77E6CB2777B0}"/>
                </a:ext>
              </a:extLst>
            </p:cNvPr>
            <p:cNvSpPr/>
            <p:nvPr/>
          </p:nvSpPr>
          <p:spPr>
            <a:xfrm>
              <a:off x="5638761" y="1703686"/>
              <a:ext cx="1440" cy="1913131"/>
            </a:xfrm>
            <a:custGeom>
              <a:avLst/>
              <a:gdLst>
                <a:gd name="connsiteX0" fmla="*/ 0 w 1440"/>
                <a:gd name="connsiteY0" fmla="*/ 1913132 h 1913131"/>
                <a:gd name="connsiteX1" fmla="*/ 0 w 1440"/>
                <a:gd name="connsiteY1" fmla="*/ 0 h 191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13131">
                  <a:moveTo>
                    <a:pt x="0" y="1913132"/>
                  </a:moveTo>
                  <a:lnTo>
                    <a:pt x="0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 421">
              <a:extLst>
                <a:ext uri="{FF2B5EF4-FFF2-40B4-BE49-F238E27FC236}">
                  <a16:creationId xmlns:a16="http://schemas.microsoft.com/office/drawing/2014/main" id="{BBDCD5E9-F6C8-F154-C1FB-F227F13C7187}"/>
                </a:ext>
              </a:extLst>
            </p:cNvPr>
            <p:cNvSpPr/>
            <p:nvPr/>
          </p:nvSpPr>
          <p:spPr>
            <a:xfrm>
              <a:off x="6422943" y="1703686"/>
              <a:ext cx="1440" cy="1913131"/>
            </a:xfrm>
            <a:custGeom>
              <a:avLst/>
              <a:gdLst>
                <a:gd name="connsiteX0" fmla="*/ 0 w 1440"/>
                <a:gd name="connsiteY0" fmla="*/ 1913132 h 1913131"/>
                <a:gd name="connsiteX1" fmla="*/ 0 w 1440"/>
                <a:gd name="connsiteY1" fmla="*/ 0 h 191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13131">
                  <a:moveTo>
                    <a:pt x="0" y="1913132"/>
                  </a:moveTo>
                  <a:lnTo>
                    <a:pt x="0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 422">
              <a:extLst>
                <a:ext uri="{FF2B5EF4-FFF2-40B4-BE49-F238E27FC236}">
                  <a16:creationId xmlns:a16="http://schemas.microsoft.com/office/drawing/2014/main" id="{9B1484FE-802F-E756-356D-967DA4B06DA9}"/>
                </a:ext>
              </a:extLst>
            </p:cNvPr>
            <p:cNvSpPr/>
            <p:nvPr/>
          </p:nvSpPr>
          <p:spPr>
            <a:xfrm>
              <a:off x="7207110" y="1703686"/>
              <a:ext cx="1440" cy="1913131"/>
            </a:xfrm>
            <a:custGeom>
              <a:avLst/>
              <a:gdLst>
                <a:gd name="connsiteX0" fmla="*/ 0 w 1440"/>
                <a:gd name="connsiteY0" fmla="*/ 1913132 h 1913131"/>
                <a:gd name="connsiteX1" fmla="*/ 0 w 1440"/>
                <a:gd name="connsiteY1" fmla="*/ 0 h 191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13131">
                  <a:moveTo>
                    <a:pt x="0" y="1913132"/>
                  </a:moveTo>
                  <a:lnTo>
                    <a:pt x="0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 423">
              <a:extLst>
                <a:ext uri="{FF2B5EF4-FFF2-40B4-BE49-F238E27FC236}">
                  <a16:creationId xmlns:a16="http://schemas.microsoft.com/office/drawing/2014/main" id="{6F030D3B-EFF0-57D3-CC3D-ABD7F8810B3D}"/>
                </a:ext>
              </a:extLst>
            </p:cNvPr>
            <p:cNvSpPr/>
            <p:nvPr/>
          </p:nvSpPr>
          <p:spPr>
            <a:xfrm>
              <a:off x="4380164" y="2660251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 424">
              <a:extLst>
                <a:ext uri="{FF2B5EF4-FFF2-40B4-BE49-F238E27FC236}">
                  <a16:creationId xmlns:a16="http://schemas.microsoft.com/office/drawing/2014/main" id="{1989285A-8397-23FD-DE91-7E0EBE912B0F}"/>
                </a:ext>
              </a:extLst>
            </p:cNvPr>
            <p:cNvSpPr/>
            <p:nvPr/>
          </p:nvSpPr>
          <p:spPr>
            <a:xfrm>
              <a:off x="4854588" y="2660251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A5C5C105-A730-3E52-6FB1-3188B38F8326}"/>
                </a:ext>
              </a:extLst>
            </p:cNvPr>
            <p:cNvSpPr/>
            <p:nvPr/>
          </p:nvSpPr>
          <p:spPr>
            <a:xfrm>
              <a:off x="5638761" y="2660251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 426">
              <a:extLst>
                <a:ext uri="{FF2B5EF4-FFF2-40B4-BE49-F238E27FC236}">
                  <a16:creationId xmlns:a16="http://schemas.microsoft.com/office/drawing/2014/main" id="{37EA1204-D6F0-7B2D-B594-53FA9EF62ADF}"/>
                </a:ext>
              </a:extLst>
            </p:cNvPr>
            <p:cNvSpPr/>
            <p:nvPr/>
          </p:nvSpPr>
          <p:spPr>
            <a:xfrm>
              <a:off x="6422943" y="2660251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E28FCB56-8B11-1185-8FA9-B2302B2B38D7}"/>
                </a:ext>
              </a:extLst>
            </p:cNvPr>
            <p:cNvSpPr/>
            <p:nvPr/>
          </p:nvSpPr>
          <p:spPr>
            <a:xfrm>
              <a:off x="7207110" y="2660251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 428">
              <a:extLst>
                <a:ext uri="{FF2B5EF4-FFF2-40B4-BE49-F238E27FC236}">
                  <a16:creationId xmlns:a16="http://schemas.microsoft.com/office/drawing/2014/main" id="{7EB0A9CE-9993-4179-2E82-A43D525E0833}"/>
                </a:ext>
              </a:extLst>
            </p:cNvPr>
            <p:cNvSpPr/>
            <p:nvPr/>
          </p:nvSpPr>
          <p:spPr>
            <a:xfrm>
              <a:off x="4778368" y="3710931"/>
              <a:ext cx="74791" cy="9922"/>
            </a:xfrm>
            <a:custGeom>
              <a:avLst/>
              <a:gdLst>
                <a:gd name="connsiteX0" fmla="*/ 0 w 74791"/>
                <a:gd name="connsiteY0" fmla="*/ 0 h 9922"/>
                <a:gd name="connsiteX1" fmla="*/ 74792 w 74791"/>
                <a:gd name="connsiteY1" fmla="*/ 0 h 9922"/>
                <a:gd name="connsiteX2" fmla="*/ 74792 w 74791"/>
                <a:gd name="connsiteY2" fmla="*/ 9923 h 9922"/>
                <a:gd name="connsiteX3" fmla="*/ 0 w 74791"/>
                <a:gd name="connsiteY3" fmla="*/ 9923 h 9922"/>
                <a:gd name="connsiteX4" fmla="*/ 0 w 74791"/>
                <a:gd name="connsiteY4" fmla="*/ 0 h 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91" h="9922">
                  <a:moveTo>
                    <a:pt x="0" y="0"/>
                  </a:moveTo>
                  <a:lnTo>
                    <a:pt x="74792" y="0"/>
                  </a:lnTo>
                  <a:lnTo>
                    <a:pt x="74792" y="9923"/>
                  </a:lnTo>
                  <a:lnTo>
                    <a:pt x="0" y="9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 429">
              <a:extLst>
                <a:ext uri="{FF2B5EF4-FFF2-40B4-BE49-F238E27FC236}">
                  <a16:creationId xmlns:a16="http://schemas.microsoft.com/office/drawing/2014/main" id="{5C2D0EAF-264F-9775-DC6D-498CD2E212AD}"/>
                </a:ext>
              </a:extLst>
            </p:cNvPr>
            <p:cNvSpPr/>
            <p:nvPr/>
          </p:nvSpPr>
          <p:spPr>
            <a:xfrm>
              <a:off x="4878946" y="3666243"/>
              <a:ext cx="51863" cy="87100"/>
            </a:xfrm>
            <a:custGeom>
              <a:avLst/>
              <a:gdLst>
                <a:gd name="connsiteX0" fmla="*/ 1692 w 51863"/>
                <a:gd name="connsiteY0" fmla="*/ 77178 h 87100"/>
                <a:gd name="connsiteX1" fmla="*/ 20944 w 51863"/>
                <a:gd name="connsiteY1" fmla="*/ 77178 h 87100"/>
                <a:gd name="connsiteX2" fmla="*/ 20944 w 51863"/>
                <a:gd name="connsiteY2" fmla="*/ 10729 h 87100"/>
                <a:gd name="connsiteX3" fmla="*/ 0 w 51863"/>
                <a:gd name="connsiteY3" fmla="*/ 14934 h 87100"/>
                <a:gd name="connsiteX4" fmla="*/ 0 w 51863"/>
                <a:gd name="connsiteY4" fmla="*/ 4205 h 87100"/>
                <a:gd name="connsiteX5" fmla="*/ 20828 w 51863"/>
                <a:gd name="connsiteY5" fmla="*/ 0 h 87100"/>
                <a:gd name="connsiteX6" fmla="*/ 32611 w 51863"/>
                <a:gd name="connsiteY6" fmla="*/ 0 h 87100"/>
                <a:gd name="connsiteX7" fmla="*/ 32611 w 51863"/>
                <a:gd name="connsiteY7" fmla="*/ 77178 h 87100"/>
                <a:gd name="connsiteX8" fmla="*/ 51863 w 51863"/>
                <a:gd name="connsiteY8" fmla="*/ 77178 h 87100"/>
                <a:gd name="connsiteX9" fmla="*/ 51863 w 51863"/>
                <a:gd name="connsiteY9" fmla="*/ 87101 h 87100"/>
                <a:gd name="connsiteX10" fmla="*/ 1692 w 51863"/>
                <a:gd name="connsiteY10" fmla="*/ 87101 h 87100"/>
                <a:gd name="connsiteX11" fmla="*/ 1692 w 51863"/>
                <a:gd name="connsiteY11" fmla="*/ 77178 h 8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863" h="87100">
                  <a:moveTo>
                    <a:pt x="1692" y="77178"/>
                  </a:moveTo>
                  <a:lnTo>
                    <a:pt x="20944" y="77178"/>
                  </a:lnTo>
                  <a:lnTo>
                    <a:pt x="20944" y="10729"/>
                  </a:lnTo>
                  <a:lnTo>
                    <a:pt x="0" y="14934"/>
                  </a:lnTo>
                  <a:lnTo>
                    <a:pt x="0" y="4205"/>
                  </a:lnTo>
                  <a:lnTo>
                    <a:pt x="20828" y="0"/>
                  </a:lnTo>
                  <a:lnTo>
                    <a:pt x="32611" y="0"/>
                  </a:lnTo>
                  <a:lnTo>
                    <a:pt x="32611" y="77178"/>
                  </a:lnTo>
                  <a:lnTo>
                    <a:pt x="51863" y="77178"/>
                  </a:lnTo>
                  <a:lnTo>
                    <a:pt x="51863" y="87101"/>
                  </a:lnTo>
                  <a:lnTo>
                    <a:pt x="1692" y="87101"/>
                  </a:lnTo>
                  <a:lnTo>
                    <a:pt x="1692" y="77178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 430">
              <a:extLst>
                <a:ext uri="{FF2B5EF4-FFF2-40B4-BE49-F238E27FC236}">
                  <a16:creationId xmlns:a16="http://schemas.microsoft.com/office/drawing/2014/main" id="{22E3B11A-1858-DF36-8090-128D7EFBBB82}"/>
                </a:ext>
              </a:extLst>
            </p:cNvPr>
            <p:cNvSpPr/>
            <p:nvPr/>
          </p:nvSpPr>
          <p:spPr>
            <a:xfrm>
              <a:off x="5608662" y="3664674"/>
              <a:ext cx="60198" cy="90355"/>
            </a:xfrm>
            <a:custGeom>
              <a:avLst/>
              <a:gdLst>
                <a:gd name="connsiteX0" fmla="*/ 30099 w 60198"/>
                <a:gd name="connsiteY0" fmla="*/ 9332 h 90355"/>
                <a:gd name="connsiteX1" fmla="*/ 16389 w 60198"/>
                <a:gd name="connsiteY1" fmla="*/ 18319 h 90355"/>
                <a:gd name="connsiteX2" fmla="*/ 11838 w 60198"/>
                <a:gd name="connsiteY2" fmla="*/ 45207 h 90355"/>
                <a:gd name="connsiteX3" fmla="*/ 16389 w 60198"/>
                <a:gd name="connsiteY3" fmla="*/ 72109 h 90355"/>
                <a:gd name="connsiteX4" fmla="*/ 30099 w 60198"/>
                <a:gd name="connsiteY4" fmla="*/ 81023 h 90355"/>
                <a:gd name="connsiteX5" fmla="*/ 43810 w 60198"/>
                <a:gd name="connsiteY5" fmla="*/ 72109 h 90355"/>
                <a:gd name="connsiteX6" fmla="*/ 48418 w 60198"/>
                <a:gd name="connsiteY6" fmla="*/ 45207 h 90355"/>
                <a:gd name="connsiteX7" fmla="*/ 43810 w 60198"/>
                <a:gd name="connsiteY7" fmla="*/ 18319 h 90355"/>
                <a:gd name="connsiteX8" fmla="*/ 30099 w 60198"/>
                <a:gd name="connsiteY8" fmla="*/ 9332 h 90355"/>
                <a:gd name="connsiteX9" fmla="*/ 30099 w 60198"/>
                <a:gd name="connsiteY9" fmla="*/ 0 h 90355"/>
                <a:gd name="connsiteX10" fmla="*/ 52451 w 60198"/>
                <a:gd name="connsiteY10" fmla="*/ 11608 h 90355"/>
                <a:gd name="connsiteX11" fmla="*/ 60199 w 60198"/>
                <a:gd name="connsiteY11" fmla="*/ 45207 h 90355"/>
                <a:gd name="connsiteX12" fmla="*/ 52451 w 60198"/>
                <a:gd name="connsiteY12" fmla="*/ 78806 h 90355"/>
                <a:gd name="connsiteX13" fmla="*/ 30099 w 60198"/>
                <a:gd name="connsiteY13" fmla="*/ 90356 h 90355"/>
                <a:gd name="connsiteX14" fmla="*/ 7705 w 60198"/>
                <a:gd name="connsiteY14" fmla="*/ 78806 h 90355"/>
                <a:gd name="connsiteX15" fmla="*/ 0 w 60198"/>
                <a:gd name="connsiteY15" fmla="*/ 45207 h 90355"/>
                <a:gd name="connsiteX16" fmla="*/ 7705 w 60198"/>
                <a:gd name="connsiteY16" fmla="*/ 11608 h 90355"/>
                <a:gd name="connsiteX17" fmla="*/ 30099 w 60198"/>
                <a:gd name="connsiteY17" fmla="*/ 0 h 9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198" h="90355">
                  <a:moveTo>
                    <a:pt x="30099" y="9332"/>
                  </a:moveTo>
                  <a:cubicBezTo>
                    <a:pt x="24036" y="9332"/>
                    <a:pt x="19457" y="12328"/>
                    <a:pt x="16389" y="18319"/>
                  </a:cubicBezTo>
                  <a:cubicBezTo>
                    <a:pt x="13350" y="24267"/>
                    <a:pt x="11838" y="33224"/>
                    <a:pt x="11838" y="45207"/>
                  </a:cubicBezTo>
                  <a:cubicBezTo>
                    <a:pt x="11838" y="57145"/>
                    <a:pt x="13350" y="66118"/>
                    <a:pt x="16389" y="72109"/>
                  </a:cubicBezTo>
                  <a:cubicBezTo>
                    <a:pt x="19457" y="78057"/>
                    <a:pt x="24036" y="81023"/>
                    <a:pt x="30099" y="81023"/>
                  </a:cubicBezTo>
                  <a:cubicBezTo>
                    <a:pt x="36206" y="81023"/>
                    <a:pt x="40771" y="78057"/>
                    <a:pt x="43810" y="72109"/>
                  </a:cubicBezTo>
                  <a:cubicBezTo>
                    <a:pt x="46877" y="66118"/>
                    <a:pt x="48418" y="57145"/>
                    <a:pt x="48418" y="45207"/>
                  </a:cubicBezTo>
                  <a:cubicBezTo>
                    <a:pt x="48418" y="33224"/>
                    <a:pt x="46877" y="24267"/>
                    <a:pt x="43810" y="18319"/>
                  </a:cubicBezTo>
                  <a:cubicBezTo>
                    <a:pt x="40771" y="12328"/>
                    <a:pt x="36206" y="9332"/>
                    <a:pt x="30099" y="9332"/>
                  </a:cubicBezTo>
                  <a:moveTo>
                    <a:pt x="30099" y="0"/>
                  </a:moveTo>
                  <a:cubicBezTo>
                    <a:pt x="39864" y="0"/>
                    <a:pt x="47309" y="3874"/>
                    <a:pt x="52451" y="11608"/>
                  </a:cubicBezTo>
                  <a:cubicBezTo>
                    <a:pt x="57621" y="19313"/>
                    <a:pt x="60199" y="30502"/>
                    <a:pt x="60199" y="45207"/>
                  </a:cubicBezTo>
                  <a:cubicBezTo>
                    <a:pt x="60199" y="59867"/>
                    <a:pt x="57621" y="71072"/>
                    <a:pt x="52451" y="78806"/>
                  </a:cubicBezTo>
                  <a:cubicBezTo>
                    <a:pt x="47309" y="86510"/>
                    <a:pt x="39864" y="90356"/>
                    <a:pt x="30099" y="90356"/>
                  </a:cubicBezTo>
                  <a:cubicBezTo>
                    <a:pt x="20335" y="90356"/>
                    <a:pt x="12875" y="86510"/>
                    <a:pt x="7705" y="78806"/>
                  </a:cubicBezTo>
                  <a:cubicBezTo>
                    <a:pt x="2563" y="71072"/>
                    <a:pt x="0" y="59867"/>
                    <a:pt x="0" y="45207"/>
                  </a:cubicBezTo>
                  <a:cubicBezTo>
                    <a:pt x="0" y="30502"/>
                    <a:pt x="2563" y="19313"/>
                    <a:pt x="7705" y="11608"/>
                  </a:cubicBezTo>
                  <a:cubicBezTo>
                    <a:pt x="12875" y="3874"/>
                    <a:pt x="20335" y="0"/>
                    <a:pt x="30099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 431">
              <a:extLst>
                <a:ext uri="{FF2B5EF4-FFF2-40B4-BE49-F238E27FC236}">
                  <a16:creationId xmlns:a16="http://schemas.microsoft.com/office/drawing/2014/main" id="{38CE5C68-254C-1CFE-C09C-3CF7A762D0A3}"/>
                </a:ext>
              </a:extLst>
            </p:cNvPr>
            <p:cNvSpPr/>
            <p:nvPr/>
          </p:nvSpPr>
          <p:spPr>
            <a:xfrm>
              <a:off x="6397006" y="3666243"/>
              <a:ext cx="51860" cy="87100"/>
            </a:xfrm>
            <a:custGeom>
              <a:avLst/>
              <a:gdLst>
                <a:gd name="connsiteX0" fmla="*/ 1699 w 51860"/>
                <a:gd name="connsiteY0" fmla="*/ 77178 h 87100"/>
                <a:gd name="connsiteX1" fmla="*/ 20940 w 51860"/>
                <a:gd name="connsiteY1" fmla="*/ 77178 h 87100"/>
                <a:gd name="connsiteX2" fmla="*/ 20940 w 51860"/>
                <a:gd name="connsiteY2" fmla="*/ 10729 h 87100"/>
                <a:gd name="connsiteX3" fmla="*/ 0 w 51860"/>
                <a:gd name="connsiteY3" fmla="*/ 14934 h 87100"/>
                <a:gd name="connsiteX4" fmla="*/ 0 w 51860"/>
                <a:gd name="connsiteY4" fmla="*/ 4205 h 87100"/>
                <a:gd name="connsiteX5" fmla="*/ 20825 w 51860"/>
                <a:gd name="connsiteY5" fmla="*/ 0 h 87100"/>
                <a:gd name="connsiteX6" fmla="*/ 32620 w 51860"/>
                <a:gd name="connsiteY6" fmla="*/ 0 h 87100"/>
                <a:gd name="connsiteX7" fmla="*/ 32620 w 51860"/>
                <a:gd name="connsiteY7" fmla="*/ 77178 h 87100"/>
                <a:gd name="connsiteX8" fmla="*/ 51860 w 51860"/>
                <a:gd name="connsiteY8" fmla="*/ 77178 h 87100"/>
                <a:gd name="connsiteX9" fmla="*/ 51860 w 51860"/>
                <a:gd name="connsiteY9" fmla="*/ 87101 h 87100"/>
                <a:gd name="connsiteX10" fmla="*/ 1699 w 51860"/>
                <a:gd name="connsiteY10" fmla="*/ 87101 h 87100"/>
                <a:gd name="connsiteX11" fmla="*/ 1699 w 51860"/>
                <a:gd name="connsiteY11" fmla="*/ 77178 h 8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860" h="87100">
                  <a:moveTo>
                    <a:pt x="1699" y="77178"/>
                  </a:moveTo>
                  <a:lnTo>
                    <a:pt x="20940" y="77178"/>
                  </a:lnTo>
                  <a:lnTo>
                    <a:pt x="20940" y="10729"/>
                  </a:lnTo>
                  <a:lnTo>
                    <a:pt x="0" y="14934"/>
                  </a:lnTo>
                  <a:lnTo>
                    <a:pt x="0" y="4205"/>
                  </a:lnTo>
                  <a:lnTo>
                    <a:pt x="20825" y="0"/>
                  </a:lnTo>
                  <a:lnTo>
                    <a:pt x="32620" y="0"/>
                  </a:lnTo>
                  <a:lnTo>
                    <a:pt x="32620" y="77178"/>
                  </a:lnTo>
                  <a:lnTo>
                    <a:pt x="51860" y="77178"/>
                  </a:lnTo>
                  <a:lnTo>
                    <a:pt x="51860" y="87101"/>
                  </a:lnTo>
                  <a:lnTo>
                    <a:pt x="1699" y="87101"/>
                  </a:lnTo>
                  <a:lnTo>
                    <a:pt x="1699" y="77178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3005C409-FB99-2818-2DC1-3CF3FA30B8A8}"/>
                </a:ext>
              </a:extLst>
            </p:cNvPr>
            <p:cNvSpPr/>
            <p:nvPr/>
          </p:nvSpPr>
          <p:spPr>
            <a:xfrm>
              <a:off x="7179459" y="3664674"/>
              <a:ext cx="55302" cy="88670"/>
            </a:xfrm>
            <a:custGeom>
              <a:avLst/>
              <a:gdLst>
                <a:gd name="connsiteX0" fmla="*/ 14186 w 55302"/>
                <a:gd name="connsiteY0" fmla="*/ 78748 h 88670"/>
                <a:gd name="connsiteX1" fmla="*/ 55302 w 55302"/>
                <a:gd name="connsiteY1" fmla="*/ 78748 h 88670"/>
                <a:gd name="connsiteX2" fmla="*/ 55302 w 55302"/>
                <a:gd name="connsiteY2" fmla="*/ 88671 h 88670"/>
                <a:gd name="connsiteX3" fmla="*/ 0 w 55302"/>
                <a:gd name="connsiteY3" fmla="*/ 88671 h 88670"/>
                <a:gd name="connsiteX4" fmla="*/ 0 w 55302"/>
                <a:gd name="connsiteY4" fmla="*/ 78748 h 88670"/>
                <a:gd name="connsiteX5" fmla="*/ 18261 w 55302"/>
                <a:gd name="connsiteY5" fmla="*/ 60141 h 88670"/>
                <a:gd name="connsiteX6" fmla="*/ 32850 w 55302"/>
                <a:gd name="connsiteY6" fmla="*/ 45034 h 88670"/>
                <a:gd name="connsiteX7" fmla="*/ 40728 w 55302"/>
                <a:gd name="connsiteY7" fmla="*/ 34305 h 88670"/>
                <a:gd name="connsiteX8" fmla="*/ 43003 w 55302"/>
                <a:gd name="connsiteY8" fmla="*/ 25606 h 88670"/>
                <a:gd name="connsiteX9" fmla="*/ 38093 w 55302"/>
                <a:gd name="connsiteY9" fmla="*/ 14286 h 88670"/>
                <a:gd name="connsiteX10" fmla="*/ 25433 w 55302"/>
                <a:gd name="connsiteY10" fmla="*/ 9908 h 88670"/>
                <a:gd name="connsiteX11" fmla="*/ 13710 w 55302"/>
                <a:gd name="connsiteY11" fmla="*/ 11838 h 88670"/>
                <a:gd name="connsiteX12" fmla="*/ 591 w 55302"/>
                <a:gd name="connsiteY12" fmla="*/ 17671 h 88670"/>
                <a:gd name="connsiteX13" fmla="*/ 591 w 55302"/>
                <a:gd name="connsiteY13" fmla="*/ 5775 h 88670"/>
                <a:gd name="connsiteX14" fmla="*/ 13883 w 55302"/>
                <a:gd name="connsiteY14" fmla="*/ 1455 h 88670"/>
                <a:gd name="connsiteX15" fmla="*/ 25203 w 55302"/>
                <a:gd name="connsiteY15" fmla="*/ 0 h 88670"/>
                <a:gd name="connsiteX16" fmla="*/ 46791 w 55302"/>
                <a:gd name="connsiteY16" fmla="*/ 6769 h 88670"/>
                <a:gd name="connsiteX17" fmla="*/ 54841 w 55302"/>
                <a:gd name="connsiteY17" fmla="*/ 24843 h 88670"/>
                <a:gd name="connsiteX18" fmla="*/ 52796 w 55302"/>
                <a:gd name="connsiteY18" fmla="*/ 35053 h 88670"/>
                <a:gd name="connsiteX19" fmla="*/ 45509 w 55302"/>
                <a:gd name="connsiteY19" fmla="*/ 46373 h 88670"/>
                <a:gd name="connsiteX20" fmla="*/ 36235 w 55302"/>
                <a:gd name="connsiteY20" fmla="*/ 56181 h 88670"/>
                <a:gd name="connsiteX21" fmla="*/ 14186 w 55302"/>
                <a:gd name="connsiteY21" fmla="*/ 78748 h 8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5302" h="88670">
                  <a:moveTo>
                    <a:pt x="14186" y="78748"/>
                  </a:moveTo>
                  <a:lnTo>
                    <a:pt x="55302" y="78748"/>
                  </a:lnTo>
                  <a:lnTo>
                    <a:pt x="55302" y="88671"/>
                  </a:lnTo>
                  <a:lnTo>
                    <a:pt x="0" y="88671"/>
                  </a:lnTo>
                  <a:lnTo>
                    <a:pt x="0" y="78748"/>
                  </a:lnTo>
                  <a:cubicBezTo>
                    <a:pt x="4479" y="74125"/>
                    <a:pt x="10556" y="67918"/>
                    <a:pt x="18261" y="60141"/>
                  </a:cubicBezTo>
                  <a:cubicBezTo>
                    <a:pt x="25995" y="52321"/>
                    <a:pt x="30863" y="47295"/>
                    <a:pt x="32850" y="45034"/>
                  </a:cubicBezTo>
                  <a:cubicBezTo>
                    <a:pt x="36624" y="40785"/>
                    <a:pt x="39244" y="37214"/>
                    <a:pt x="40728" y="34305"/>
                  </a:cubicBezTo>
                  <a:cubicBezTo>
                    <a:pt x="42240" y="31352"/>
                    <a:pt x="43003" y="28443"/>
                    <a:pt x="43003" y="25606"/>
                  </a:cubicBezTo>
                  <a:cubicBezTo>
                    <a:pt x="43003" y="20983"/>
                    <a:pt x="41362" y="17210"/>
                    <a:pt x="38093" y="14286"/>
                  </a:cubicBezTo>
                  <a:cubicBezTo>
                    <a:pt x="34867" y="11363"/>
                    <a:pt x="30647" y="9908"/>
                    <a:pt x="25433" y="9908"/>
                  </a:cubicBezTo>
                  <a:cubicBezTo>
                    <a:pt x="21747" y="9908"/>
                    <a:pt x="17844" y="10556"/>
                    <a:pt x="13710" y="11838"/>
                  </a:cubicBezTo>
                  <a:cubicBezTo>
                    <a:pt x="9635" y="13120"/>
                    <a:pt x="5257" y="15064"/>
                    <a:pt x="591" y="17671"/>
                  </a:cubicBezTo>
                  <a:lnTo>
                    <a:pt x="591" y="5775"/>
                  </a:lnTo>
                  <a:cubicBezTo>
                    <a:pt x="5329" y="3860"/>
                    <a:pt x="9764" y="2419"/>
                    <a:pt x="13883" y="1455"/>
                  </a:cubicBezTo>
                  <a:cubicBezTo>
                    <a:pt x="18016" y="490"/>
                    <a:pt x="21790" y="0"/>
                    <a:pt x="25203" y="0"/>
                  </a:cubicBezTo>
                  <a:cubicBezTo>
                    <a:pt x="34233" y="0"/>
                    <a:pt x="41419" y="2261"/>
                    <a:pt x="46791" y="6769"/>
                  </a:cubicBezTo>
                  <a:cubicBezTo>
                    <a:pt x="52163" y="11276"/>
                    <a:pt x="54841" y="17296"/>
                    <a:pt x="54841" y="24843"/>
                  </a:cubicBezTo>
                  <a:cubicBezTo>
                    <a:pt x="54841" y="28429"/>
                    <a:pt x="54165" y="31828"/>
                    <a:pt x="52796" y="35053"/>
                  </a:cubicBezTo>
                  <a:cubicBezTo>
                    <a:pt x="51472" y="38236"/>
                    <a:pt x="49038" y="42010"/>
                    <a:pt x="45509" y="46373"/>
                  </a:cubicBezTo>
                  <a:cubicBezTo>
                    <a:pt x="44544" y="47511"/>
                    <a:pt x="41448" y="50780"/>
                    <a:pt x="36235" y="56181"/>
                  </a:cubicBezTo>
                  <a:cubicBezTo>
                    <a:pt x="31021" y="61552"/>
                    <a:pt x="23676" y="69070"/>
                    <a:pt x="14186" y="78748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F7C02D94-2C47-D2C9-A754-5A772A0B7CF8}"/>
                </a:ext>
              </a:extLst>
            </p:cNvPr>
            <p:cNvSpPr/>
            <p:nvPr/>
          </p:nvSpPr>
          <p:spPr>
            <a:xfrm>
              <a:off x="5795681" y="3827455"/>
              <a:ext cx="68825" cy="62603"/>
            </a:xfrm>
            <a:custGeom>
              <a:avLst/>
              <a:gdLst>
                <a:gd name="connsiteX0" fmla="*/ 68825 w 68825"/>
                <a:gd name="connsiteY0" fmla="*/ 9102 h 62603"/>
                <a:gd name="connsiteX1" fmla="*/ 66463 w 68825"/>
                <a:gd name="connsiteY1" fmla="*/ 15035 h 62603"/>
                <a:gd name="connsiteX2" fmla="*/ 61394 w 68825"/>
                <a:gd name="connsiteY2" fmla="*/ 17138 h 62603"/>
                <a:gd name="connsiteX3" fmla="*/ 57491 w 68825"/>
                <a:gd name="connsiteY3" fmla="*/ 15655 h 62603"/>
                <a:gd name="connsiteX4" fmla="*/ 56137 w 68825"/>
                <a:gd name="connsiteY4" fmla="*/ 12270 h 62603"/>
                <a:gd name="connsiteX5" fmla="*/ 58024 w 68825"/>
                <a:gd name="connsiteY5" fmla="*/ 7489 h 62603"/>
                <a:gd name="connsiteX6" fmla="*/ 62748 w 68825"/>
                <a:gd name="connsiteY6" fmla="*/ 4781 h 62603"/>
                <a:gd name="connsiteX7" fmla="*/ 55864 w 68825"/>
                <a:gd name="connsiteY7" fmla="*/ 3039 h 62603"/>
                <a:gd name="connsiteX8" fmla="*/ 50809 w 68825"/>
                <a:gd name="connsiteY8" fmla="*/ 4450 h 62603"/>
                <a:gd name="connsiteX9" fmla="*/ 47093 w 68825"/>
                <a:gd name="connsiteY9" fmla="*/ 7690 h 62603"/>
                <a:gd name="connsiteX10" fmla="*/ 44530 w 68825"/>
                <a:gd name="connsiteY10" fmla="*/ 12140 h 62603"/>
                <a:gd name="connsiteX11" fmla="*/ 42917 w 68825"/>
                <a:gd name="connsiteY11" fmla="*/ 16259 h 62603"/>
                <a:gd name="connsiteX12" fmla="*/ 42168 w 68825"/>
                <a:gd name="connsiteY12" fmla="*/ 19356 h 62603"/>
                <a:gd name="connsiteX13" fmla="*/ 37444 w 68825"/>
                <a:gd name="connsiteY13" fmla="*/ 38251 h 62603"/>
                <a:gd name="connsiteX14" fmla="*/ 35154 w 68825"/>
                <a:gd name="connsiteY14" fmla="*/ 50391 h 62603"/>
                <a:gd name="connsiteX15" fmla="*/ 37041 w 68825"/>
                <a:gd name="connsiteY15" fmla="*/ 56944 h 62603"/>
                <a:gd name="connsiteX16" fmla="*/ 42715 w 68825"/>
                <a:gd name="connsiteY16" fmla="*/ 59507 h 62603"/>
                <a:gd name="connsiteX17" fmla="*/ 45883 w 68825"/>
                <a:gd name="connsiteY17" fmla="*/ 59090 h 62603"/>
                <a:gd name="connsiteX18" fmla="*/ 49729 w 68825"/>
                <a:gd name="connsiteY18" fmla="*/ 57405 h 62603"/>
                <a:gd name="connsiteX19" fmla="*/ 53905 w 68825"/>
                <a:gd name="connsiteY19" fmla="*/ 54236 h 62603"/>
                <a:gd name="connsiteX20" fmla="*/ 57894 w 68825"/>
                <a:gd name="connsiteY20" fmla="*/ 48980 h 62603"/>
                <a:gd name="connsiteX21" fmla="*/ 61135 w 68825"/>
                <a:gd name="connsiteY21" fmla="*/ 41419 h 62603"/>
                <a:gd name="connsiteX22" fmla="*/ 62877 w 68825"/>
                <a:gd name="connsiteY22" fmla="*/ 39936 h 62603"/>
                <a:gd name="connsiteX23" fmla="*/ 64562 w 68825"/>
                <a:gd name="connsiteY23" fmla="*/ 41289 h 62603"/>
                <a:gd name="connsiteX24" fmla="*/ 63626 w 68825"/>
                <a:gd name="connsiteY24" fmla="*/ 44861 h 62603"/>
                <a:gd name="connsiteX25" fmla="*/ 60789 w 68825"/>
                <a:gd name="connsiteY25" fmla="*/ 50319 h 62603"/>
                <a:gd name="connsiteX26" fmla="*/ 56411 w 68825"/>
                <a:gd name="connsiteY26" fmla="*/ 56123 h 62603"/>
                <a:gd name="connsiteX27" fmla="*/ 50204 w 68825"/>
                <a:gd name="connsiteY27" fmla="*/ 60717 h 62603"/>
                <a:gd name="connsiteX28" fmla="*/ 42441 w 68825"/>
                <a:gd name="connsiteY28" fmla="*/ 62604 h 62603"/>
                <a:gd name="connsiteX29" fmla="*/ 32792 w 68825"/>
                <a:gd name="connsiteY29" fmla="*/ 59507 h 62603"/>
                <a:gd name="connsiteX30" fmla="*/ 27536 w 68825"/>
                <a:gd name="connsiteY30" fmla="*/ 52076 h 62603"/>
                <a:gd name="connsiteX31" fmla="*/ 26715 w 68825"/>
                <a:gd name="connsiteY31" fmla="*/ 53502 h 62603"/>
                <a:gd name="connsiteX32" fmla="*/ 24828 w 68825"/>
                <a:gd name="connsiteY32" fmla="*/ 56123 h 62603"/>
                <a:gd name="connsiteX33" fmla="*/ 21934 w 68825"/>
                <a:gd name="connsiteY33" fmla="*/ 59234 h 62603"/>
                <a:gd name="connsiteX34" fmla="*/ 17959 w 68825"/>
                <a:gd name="connsiteY34" fmla="*/ 61524 h 62603"/>
                <a:gd name="connsiteX35" fmla="*/ 13033 w 68825"/>
                <a:gd name="connsiteY35" fmla="*/ 62604 h 62603"/>
                <a:gd name="connsiteX36" fmla="*/ 6884 w 68825"/>
                <a:gd name="connsiteY36" fmla="*/ 61653 h 62603"/>
                <a:gd name="connsiteX37" fmla="*/ 2030 w 68825"/>
                <a:gd name="connsiteY37" fmla="*/ 58557 h 62603"/>
                <a:gd name="connsiteX38" fmla="*/ 0 w 68825"/>
                <a:gd name="connsiteY38" fmla="*/ 53430 h 62603"/>
                <a:gd name="connsiteX39" fmla="*/ 2232 w 68825"/>
                <a:gd name="connsiteY39" fmla="*/ 47828 h 62603"/>
                <a:gd name="connsiteX40" fmla="*/ 7633 w 68825"/>
                <a:gd name="connsiteY40" fmla="*/ 45466 h 62603"/>
                <a:gd name="connsiteX41" fmla="*/ 11132 w 68825"/>
                <a:gd name="connsiteY41" fmla="*/ 46618 h 62603"/>
                <a:gd name="connsiteX42" fmla="*/ 12760 w 68825"/>
                <a:gd name="connsiteY42" fmla="*/ 50261 h 62603"/>
                <a:gd name="connsiteX43" fmla="*/ 10873 w 68825"/>
                <a:gd name="connsiteY43" fmla="*/ 55115 h 62603"/>
                <a:gd name="connsiteX44" fmla="*/ 6279 w 68825"/>
                <a:gd name="connsiteY44" fmla="*/ 57750 h 62603"/>
                <a:gd name="connsiteX45" fmla="*/ 13163 w 68825"/>
                <a:gd name="connsiteY45" fmla="*/ 59507 h 62603"/>
                <a:gd name="connsiteX46" fmla="*/ 21127 w 68825"/>
                <a:gd name="connsiteY46" fmla="*/ 55590 h 62603"/>
                <a:gd name="connsiteX47" fmla="*/ 26312 w 68825"/>
                <a:gd name="connsiteY47" fmla="*/ 45135 h 62603"/>
                <a:gd name="connsiteX48" fmla="*/ 32115 w 68825"/>
                <a:gd name="connsiteY48" fmla="*/ 22394 h 62603"/>
                <a:gd name="connsiteX49" fmla="*/ 33743 w 68825"/>
                <a:gd name="connsiteY49" fmla="*/ 12270 h 62603"/>
                <a:gd name="connsiteX50" fmla="*/ 32994 w 68825"/>
                <a:gd name="connsiteY50" fmla="*/ 7489 h 62603"/>
                <a:gd name="connsiteX51" fmla="*/ 30978 w 68825"/>
                <a:gd name="connsiteY51" fmla="*/ 4652 h 62603"/>
                <a:gd name="connsiteX52" fmla="*/ 28616 w 68825"/>
                <a:gd name="connsiteY52" fmla="*/ 3370 h 62603"/>
                <a:gd name="connsiteX53" fmla="*/ 26312 w 68825"/>
                <a:gd name="connsiteY53" fmla="*/ 3039 h 62603"/>
                <a:gd name="connsiteX54" fmla="*/ 22006 w 68825"/>
                <a:gd name="connsiteY54" fmla="*/ 3845 h 62603"/>
                <a:gd name="connsiteX55" fmla="*/ 17080 w 68825"/>
                <a:gd name="connsiteY55" fmla="*/ 6538 h 62603"/>
                <a:gd name="connsiteX56" fmla="*/ 11953 w 68825"/>
                <a:gd name="connsiteY56" fmla="*/ 12140 h 62603"/>
                <a:gd name="connsiteX57" fmla="*/ 7762 w 68825"/>
                <a:gd name="connsiteY57" fmla="*/ 21113 h 62603"/>
                <a:gd name="connsiteX58" fmla="*/ 5948 w 68825"/>
                <a:gd name="connsiteY58" fmla="*/ 22668 h 62603"/>
                <a:gd name="connsiteX59" fmla="*/ 4320 w 68825"/>
                <a:gd name="connsiteY59" fmla="*/ 21242 h 62603"/>
                <a:gd name="connsiteX60" fmla="*/ 5199 w 68825"/>
                <a:gd name="connsiteY60" fmla="*/ 17743 h 62603"/>
                <a:gd name="connsiteX61" fmla="*/ 8036 w 68825"/>
                <a:gd name="connsiteY61" fmla="*/ 12270 h 62603"/>
                <a:gd name="connsiteX62" fmla="*/ 12486 w 68825"/>
                <a:gd name="connsiteY62" fmla="*/ 6538 h 62603"/>
                <a:gd name="connsiteX63" fmla="*/ 18765 w 68825"/>
                <a:gd name="connsiteY63" fmla="*/ 1887 h 62603"/>
                <a:gd name="connsiteX64" fmla="*/ 26585 w 68825"/>
                <a:gd name="connsiteY64" fmla="*/ 0 h 62603"/>
                <a:gd name="connsiteX65" fmla="*/ 30157 w 68825"/>
                <a:gd name="connsiteY65" fmla="*/ 403 h 62603"/>
                <a:gd name="connsiteX66" fmla="*/ 34146 w 68825"/>
                <a:gd name="connsiteY66" fmla="*/ 1757 h 62603"/>
                <a:gd name="connsiteX67" fmla="*/ 38323 w 68825"/>
                <a:gd name="connsiteY67" fmla="*/ 4983 h 62603"/>
                <a:gd name="connsiteX68" fmla="*/ 41491 w 68825"/>
                <a:gd name="connsiteY68" fmla="*/ 10456 h 62603"/>
                <a:gd name="connsiteX69" fmla="*/ 43392 w 68825"/>
                <a:gd name="connsiteY69" fmla="*/ 7417 h 62603"/>
                <a:gd name="connsiteX70" fmla="*/ 46287 w 68825"/>
                <a:gd name="connsiteY70" fmla="*/ 4119 h 62603"/>
                <a:gd name="connsiteX71" fmla="*/ 50607 w 68825"/>
                <a:gd name="connsiteY71" fmla="*/ 1138 h 62603"/>
                <a:gd name="connsiteX72" fmla="*/ 56008 w 68825"/>
                <a:gd name="connsiteY72" fmla="*/ 0 h 62603"/>
                <a:gd name="connsiteX73" fmla="*/ 61466 w 68825"/>
                <a:gd name="connsiteY73" fmla="*/ 734 h 62603"/>
                <a:gd name="connsiteX74" fmla="*/ 66463 w 68825"/>
                <a:gd name="connsiteY74" fmla="*/ 3643 h 62603"/>
                <a:gd name="connsiteX75" fmla="*/ 68825 w 68825"/>
                <a:gd name="connsiteY75" fmla="*/ 9102 h 6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8825" h="62603">
                  <a:moveTo>
                    <a:pt x="68825" y="9102"/>
                  </a:moveTo>
                  <a:cubicBezTo>
                    <a:pt x="68825" y="11622"/>
                    <a:pt x="68033" y="13609"/>
                    <a:pt x="66463" y="15035"/>
                  </a:cubicBezTo>
                  <a:cubicBezTo>
                    <a:pt x="64894" y="16432"/>
                    <a:pt x="63194" y="17138"/>
                    <a:pt x="61394" y="17138"/>
                  </a:cubicBezTo>
                  <a:cubicBezTo>
                    <a:pt x="59680" y="17138"/>
                    <a:pt x="58384" y="16648"/>
                    <a:pt x="57491" y="15655"/>
                  </a:cubicBezTo>
                  <a:cubicBezTo>
                    <a:pt x="56584" y="14661"/>
                    <a:pt x="56137" y="13537"/>
                    <a:pt x="56137" y="12270"/>
                  </a:cubicBezTo>
                  <a:cubicBezTo>
                    <a:pt x="56137" y="10556"/>
                    <a:pt x="56771" y="8972"/>
                    <a:pt x="58024" y="7489"/>
                  </a:cubicBezTo>
                  <a:cubicBezTo>
                    <a:pt x="59277" y="6005"/>
                    <a:pt x="60861" y="5098"/>
                    <a:pt x="62748" y="4781"/>
                  </a:cubicBezTo>
                  <a:cubicBezTo>
                    <a:pt x="60904" y="3615"/>
                    <a:pt x="58614" y="3039"/>
                    <a:pt x="55864" y="3039"/>
                  </a:cubicBezTo>
                  <a:cubicBezTo>
                    <a:pt x="54063" y="3039"/>
                    <a:pt x="52379" y="3514"/>
                    <a:pt x="50809" y="4450"/>
                  </a:cubicBezTo>
                  <a:cubicBezTo>
                    <a:pt x="49282" y="5386"/>
                    <a:pt x="48044" y="6466"/>
                    <a:pt x="47093" y="7690"/>
                  </a:cubicBezTo>
                  <a:cubicBezTo>
                    <a:pt x="46200" y="8900"/>
                    <a:pt x="45351" y="10383"/>
                    <a:pt x="44530" y="12140"/>
                  </a:cubicBezTo>
                  <a:cubicBezTo>
                    <a:pt x="43766" y="13854"/>
                    <a:pt x="43234" y="15222"/>
                    <a:pt x="42917" y="16259"/>
                  </a:cubicBezTo>
                  <a:cubicBezTo>
                    <a:pt x="42643" y="17253"/>
                    <a:pt x="42398" y="18276"/>
                    <a:pt x="42168" y="19356"/>
                  </a:cubicBezTo>
                  <a:lnTo>
                    <a:pt x="37444" y="38251"/>
                  </a:lnTo>
                  <a:cubicBezTo>
                    <a:pt x="35918" y="44227"/>
                    <a:pt x="35154" y="48274"/>
                    <a:pt x="35154" y="50391"/>
                  </a:cubicBezTo>
                  <a:cubicBezTo>
                    <a:pt x="35154" y="52998"/>
                    <a:pt x="35788" y="55187"/>
                    <a:pt x="37041" y="56944"/>
                  </a:cubicBezTo>
                  <a:cubicBezTo>
                    <a:pt x="38294" y="58658"/>
                    <a:pt x="40195" y="59507"/>
                    <a:pt x="42715" y="59507"/>
                  </a:cubicBezTo>
                  <a:cubicBezTo>
                    <a:pt x="43709" y="59507"/>
                    <a:pt x="44760" y="59363"/>
                    <a:pt x="45883" y="59090"/>
                  </a:cubicBezTo>
                  <a:cubicBezTo>
                    <a:pt x="47007" y="58787"/>
                    <a:pt x="48289" y="58226"/>
                    <a:pt x="49729" y="57405"/>
                  </a:cubicBezTo>
                  <a:cubicBezTo>
                    <a:pt x="51212" y="56555"/>
                    <a:pt x="52595" y="55489"/>
                    <a:pt x="53905" y="54236"/>
                  </a:cubicBezTo>
                  <a:cubicBezTo>
                    <a:pt x="55259" y="52926"/>
                    <a:pt x="56584" y="51183"/>
                    <a:pt x="57894" y="48980"/>
                  </a:cubicBezTo>
                  <a:cubicBezTo>
                    <a:pt x="59205" y="46776"/>
                    <a:pt x="60285" y="44256"/>
                    <a:pt x="61135" y="41419"/>
                  </a:cubicBezTo>
                  <a:cubicBezTo>
                    <a:pt x="61408" y="40425"/>
                    <a:pt x="61984" y="39936"/>
                    <a:pt x="62877" y="39936"/>
                  </a:cubicBezTo>
                  <a:cubicBezTo>
                    <a:pt x="64001" y="39936"/>
                    <a:pt x="64562" y="40382"/>
                    <a:pt x="64562" y="41289"/>
                  </a:cubicBezTo>
                  <a:cubicBezTo>
                    <a:pt x="64562" y="42053"/>
                    <a:pt x="64246" y="43233"/>
                    <a:pt x="63626" y="44861"/>
                  </a:cubicBezTo>
                  <a:cubicBezTo>
                    <a:pt x="63036" y="46431"/>
                    <a:pt x="62100" y="48260"/>
                    <a:pt x="60789" y="50319"/>
                  </a:cubicBezTo>
                  <a:cubicBezTo>
                    <a:pt x="59536" y="52350"/>
                    <a:pt x="58067" y="54280"/>
                    <a:pt x="56411" y="56123"/>
                  </a:cubicBezTo>
                  <a:cubicBezTo>
                    <a:pt x="54740" y="57923"/>
                    <a:pt x="52667" y="59464"/>
                    <a:pt x="50204" y="60717"/>
                  </a:cubicBezTo>
                  <a:cubicBezTo>
                    <a:pt x="47727" y="61970"/>
                    <a:pt x="45135" y="62604"/>
                    <a:pt x="42441" y="62604"/>
                  </a:cubicBezTo>
                  <a:cubicBezTo>
                    <a:pt x="38568" y="62604"/>
                    <a:pt x="35356" y="61567"/>
                    <a:pt x="32792" y="59507"/>
                  </a:cubicBezTo>
                  <a:cubicBezTo>
                    <a:pt x="30229" y="57434"/>
                    <a:pt x="28472" y="54956"/>
                    <a:pt x="27536" y="52076"/>
                  </a:cubicBezTo>
                  <a:cubicBezTo>
                    <a:pt x="27305" y="52479"/>
                    <a:pt x="27032" y="52955"/>
                    <a:pt x="26715" y="53502"/>
                  </a:cubicBezTo>
                  <a:cubicBezTo>
                    <a:pt x="26412" y="54035"/>
                    <a:pt x="25779" y="54913"/>
                    <a:pt x="24828" y="56123"/>
                  </a:cubicBezTo>
                  <a:cubicBezTo>
                    <a:pt x="23935" y="57289"/>
                    <a:pt x="22970" y="58326"/>
                    <a:pt x="21934" y="59234"/>
                  </a:cubicBezTo>
                  <a:cubicBezTo>
                    <a:pt x="20897" y="60083"/>
                    <a:pt x="19572" y="60847"/>
                    <a:pt x="17959" y="61524"/>
                  </a:cubicBezTo>
                  <a:cubicBezTo>
                    <a:pt x="16389" y="62244"/>
                    <a:pt x="14747" y="62604"/>
                    <a:pt x="13033" y="62604"/>
                  </a:cubicBezTo>
                  <a:cubicBezTo>
                    <a:pt x="10873" y="62604"/>
                    <a:pt x="8828" y="62287"/>
                    <a:pt x="6884" y="61653"/>
                  </a:cubicBezTo>
                  <a:cubicBezTo>
                    <a:pt x="4997" y="61034"/>
                    <a:pt x="3384" y="59997"/>
                    <a:pt x="2030" y="58557"/>
                  </a:cubicBezTo>
                  <a:cubicBezTo>
                    <a:pt x="677" y="57117"/>
                    <a:pt x="0" y="55403"/>
                    <a:pt x="0" y="53430"/>
                  </a:cubicBezTo>
                  <a:cubicBezTo>
                    <a:pt x="0" y="51226"/>
                    <a:pt x="749" y="49354"/>
                    <a:pt x="2232" y="47828"/>
                  </a:cubicBezTo>
                  <a:cubicBezTo>
                    <a:pt x="3759" y="46258"/>
                    <a:pt x="5559" y="45466"/>
                    <a:pt x="7633" y="45466"/>
                  </a:cubicBezTo>
                  <a:cubicBezTo>
                    <a:pt x="8943" y="45466"/>
                    <a:pt x="10110" y="45855"/>
                    <a:pt x="11132" y="46618"/>
                  </a:cubicBezTo>
                  <a:cubicBezTo>
                    <a:pt x="12213" y="47381"/>
                    <a:pt x="12760" y="48591"/>
                    <a:pt x="12760" y="50261"/>
                  </a:cubicBezTo>
                  <a:cubicBezTo>
                    <a:pt x="12760" y="52105"/>
                    <a:pt x="12126" y="53718"/>
                    <a:pt x="10873" y="55115"/>
                  </a:cubicBezTo>
                  <a:cubicBezTo>
                    <a:pt x="9606" y="56512"/>
                    <a:pt x="8079" y="57390"/>
                    <a:pt x="6279" y="57750"/>
                  </a:cubicBezTo>
                  <a:cubicBezTo>
                    <a:pt x="8123" y="58917"/>
                    <a:pt x="10412" y="59507"/>
                    <a:pt x="13163" y="59507"/>
                  </a:cubicBezTo>
                  <a:cubicBezTo>
                    <a:pt x="16130" y="59507"/>
                    <a:pt x="18780" y="58197"/>
                    <a:pt x="21127" y="55590"/>
                  </a:cubicBezTo>
                  <a:cubicBezTo>
                    <a:pt x="23460" y="52983"/>
                    <a:pt x="25188" y="49498"/>
                    <a:pt x="26312" y="45135"/>
                  </a:cubicBezTo>
                  <a:cubicBezTo>
                    <a:pt x="29106" y="34650"/>
                    <a:pt x="31035" y="27075"/>
                    <a:pt x="32115" y="22394"/>
                  </a:cubicBezTo>
                  <a:cubicBezTo>
                    <a:pt x="33196" y="17671"/>
                    <a:pt x="33743" y="14301"/>
                    <a:pt x="33743" y="12270"/>
                  </a:cubicBezTo>
                  <a:cubicBezTo>
                    <a:pt x="33743" y="10383"/>
                    <a:pt x="33498" y="8799"/>
                    <a:pt x="32994" y="7489"/>
                  </a:cubicBezTo>
                  <a:cubicBezTo>
                    <a:pt x="32504" y="6178"/>
                    <a:pt x="31828" y="5242"/>
                    <a:pt x="30978" y="4652"/>
                  </a:cubicBezTo>
                  <a:cubicBezTo>
                    <a:pt x="30157" y="4018"/>
                    <a:pt x="29379" y="3586"/>
                    <a:pt x="28616" y="3370"/>
                  </a:cubicBezTo>
                  <a:cubicBezTo>
                    <a:pt x="27896" y="3154"/>
                    <a:pt x="27133" y="3039"/>
                    <a:pt x="26312" y="3039"/>
                  </a:cubicBezTo>
                  <a:cubicBezTo>
                    <a:pt x="24972" y="3039"/>
                    <a:pt x="23532" y="3312"/>
                    <a:pt x="22006" y="3845"/>
                  </a:cubicBezTo>
                  <a:cubicBezTo>
                    <a:pt x="20522" y="4378"/>
                    <a:pt x="18880" y="5285"/>
                    <a:pt x="17080" y="6538"/>
                  </a:cubicBezTo>
                  <a:cubicBezTo>
                    <a:pt x="15323" y="7762"/>
                    <a:pt x="13609" y="9620"/>
                    <a:pt x="11953" y="12140"/>
                  </a:cubicBezTo>
                  <a:cubicBezTo>
                    <a:pt x="10283" y="14661"/>
                    <a:pt x="8886" y="17642"/>
                    <a:pt x="7762" y="21113"/>
                  </a:cubicBezTo>
                  <a:cubicBezTo>
                    <a:pt x="7546" y="22150"/>
                    <a:pt x="6941" y="22668"/>
                    <a:pt x="5948" y="22668"/>
                  </a:cubicBezTo>
                  <a:cubicBezTo>
                    <a:pt x="4868" y="22625"/>
                    <a:pt x="4320" y="22150"/>
                    <a:pt x="4320" y="21242"/>
                  </a:cubicBezTo>
                  <a:cubicBezTo>
                    <a:pt x="4320" y="20479"/>
                    <a:pt x="4608" y="19312"/>
                    <a:pt x="5199" y="17743"/>
                  </a:cubicBezTo>
                  <a:cubicBezTo>
                    <a:pt x="5833" y="16115"/>
                    <a:pt x="6783" y="14301"/>
                    <a:pt x="8036" y="12270"/>
                  </a:cubicBezTo>
                  <a:cubicBezTo>
                    <a:pt x="9347" y="10254"/>
                    <a:pt x="10830" y="8338"/>
                    <a:pt x="12486" y="6538"/>
                  </a:cubicBezTo>
                  <a:cubicBezTo>
                    <a:pt x="14200" y="4695"/>
                    <a:pt x="16288" y="3139"/>
                    <a:pt x="18765" y="1887"/>
                  </a:cubicBezTo>
                  <a:cubicBezTo>
                    <a:pt x="21286" y="634"/>
                    <a:pt x="23892" y="0"/>
                    <a:pt x="26585" y="0"/>
                  </a:cubicBezTo>
                  <a:cubicBezTo>
                    <a:pt x="27809" y="0"/>
                    <a:pt x="28990" y="130"/>
                    <a:pt x="30157" y="403"/>
                  </a:cubicBezTo>
                  <a:cubicBezTo>
                    <a:pt x="31381" y="619"/>
                    <a:pt x="32706" y="1080"/>
                    <a:pt x="34146" y="1757"/>
                  </a:cubicBezTo>
                  <a:cubicBezTo>
                    <a:pt x="35630" y="2434"/>
                    <a:pt x="37012" y="3499"/>
                    <a:pt x="38323" y="4983"/>
                  </a:cubicBezTo>
                  <a:cubicBezTo>
                    <a:pt x="39633" y="6466"/>
                    <a:pt x="40685" y="8295"/>
                    <a:pt x="41491" y="10456"/>
                  </a:cubicBezTo>
                  <a:cubicBezTo>
                    <a:pt x="42038" y="9419"/>
                    <a:pt x="42672" y="8410"/>
                    <a:pt x="43392" y="7417"/>
                  </a:cubicBezTo>
                  <a:cubicBezTo>
                    <a:pt x="44155" y="6423"/>
                    <a:pt x="45120" y="5329"/>
                    <a:pt x="46287" y="4119"/>
                  </a:cubicBezTo>
                  <a:cubicBezTo>
                    <a:pt x="47496" y="2851"/>
                    <a:pt x="48937" y="1858"/>
                    <a:pt x="50607" y="1138"/>
                  </a:cubicBezTo>
                  <a:cubicBezTo>
                    <a:pt x="52321" y="374"/>
                    <a:pt x="54121" y="0"/>
                    <a:pt x="56008" y="0"/>
                  </a:cubicBezTo>
                  <a:cubicBezTo>
                    <a:pt x="57851" y="0"/>
                    <a:pt x="59666" y="245"/>
                    <a:pt x="61466" y="734"/>
                  </a:cubicBezTo>
                  <a:cubicBezTo>
                    <a:pt x="63266" y="1181"/>
                    <a:pt x="64922" y="2160"/>
                    <a:pt x="66463" y="3643"/>
                  </a:cubicBezTo>
                  <a:cubicBezTo>
                    <a:pt x="68033" y="5084"/>
                    <a:pt x="68825" y="6898"/>
                    <a:pt x="68825" y="9102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EBAF917C-D0BA-01A5-8BA5-3D6532205012}"/>
                </a:ext>
              </a:extLst>
            </p:cNvPr>
            <p:cNvSpPr/>
            <p:nvPr/>
          </p:nvSpPr>
          <p:spPr>
            <a:xfrm>
              <a:off x="4380164" y="3616817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E75C3555-3D19-39C7-A201-1C4BD27CF35C}"/>
                </a:ext>
              </a:extLst>
            </p:cNvPr>
            <p:cNvSpPr/>
            <p:nvPr/>
          </p:nvSpPr>
          <p:spPr>
            <a:xfrm>
              <a:off x="4380164" y="3138540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 436">
              <a:extLst>
                <a:ext uri="{FF2B5EF4-FFF2-40B4-BE49-F238E27FC236}">
                  <a16:creationId xmlns:a16="http://schemas.microsoft.com/office/drawing/2014/main" id="{56F6FDB0-CA47-FD6A-22DB-86938597416B}"/>
                </a:ext>
              </a:extLst>
            </p:cNvPr>
            <p:cNvSpPr/>
            <p:nvPr/>
          </p:nvSpPr>
          <p:spPr>
            <a:xfrm>
              <a:off x="4380164" y="2660251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 437">
              <a:extLst>
                <a:ext uri="{FF2B5EF4-FFF2-40B4-BE49-F238E27FC236}">
                  <a16:creationId xmlns:a16="http://schemas.microsoft.com/office/drawing/2014/main" id="{FFDD07F1-3774-4C54-9D08-9D2BC3E90049}"/>
                </a:ext>
              </a:extLst>
            </p:cNvPr>
            <p:cNvSpPr/>
            <p:nvPr/>
          </p:nvSpPr>
          <p:spPr>
            <a:xfrm>
              <a:off x="4380164" y="2181968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 438">
              <a:extLst>
                <a:ext uri="{FF2B5EF4-FFF2-40B4-BE49-F238E27FC236}">
                  <a16:creationId xmlns:a16="http://schemas.microsoft.com/office/drawing/2014/main" id="{9AAB485B-E60B-7AC0-9986-F1770AAC8981}"/>
                </a:ext>
              </a:extLst>
            </p:cNvPr>
            <p:cNvSpPr/>
            <p:nvPr/>
          </p:nvSpPr>
          <p:spPr>
            <a:xfrm>
              <a:off x="4380164" y="1703686"/>
              <a:ext cx="2909294" cy="1440"/>
            </a:xfrm>
            <a:custGeom>
              <a:avLst/>
              <a:gdLst>
                <a:gd name="connsiteX0" fmla="*/ 0 w 2909294"/>
                <a:gd name="connsiteY0" fmla="*/ 0 h 1440"/>
                <a:gd name="connsiteX1" fmla="*/ 2909295 w 2909294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294" h="1440">
                  <a:moveTo>
                    <a:pt x="0" y="0"/>
                  </a:moveTo>
                  <a:lnTo>
                    <a:pt x="2909295" y="0"/>
                  </a:lnTo>
                </a:path>
              </a:pathLst>
            </a:custGeom>
            <a:noFill/>
            <a:ln w="2873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 439">
              <a:extLst>
                <a:ext uri="{FF2B5EF4-FFF2-40B4-BE49-F238E27FC236}">
                  <a16:creationId xmlns:a16="http://schemas.microsoft.com/office/drawing/2014/main" id="{D08D4584-CA84-16F1-4617-6778F38FD384}"/>
                </a:ext>
              </a:extLst>
            </p:cNvPr>
            <p:cNvSpPr/>
            <p:nvPr/>
          </p:nvSpPr>
          <p:spPr>
            <a:xfrm>
              <a:off x="5638761" y="1703686"/>
              <a:ext cx="1440" cy="1913131"/>
            </a:xfrm>
            <a:custGeom>
              <a:avLst/>
              <a:gdLst>
                <a:gd name="connsiteX0" fmla="*/ 0 w 1440"/>
                <a:gd name="connsiteY0" fmla="*/ 1913132 h 1913131"/>
                <a:gd name="connsiteX1" fmla="*/ 0 w 1440"/>
                <a:gd name="connsiteY1" fmla="*/ 0 h 191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13131">
                  <a:moveTo>
                    <a:pt x="0" y="1913132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 440">
              <a:extLst>
                <a:ext uri="{FF2B5EF4-FFF2-40B4-BE49-F238E27FC236}">
                  <a16:creationId xmlns:a16="http://schemas.microsoft.com/office/drawing/2014/main" id="{7DCBB3E0-9783-1A86-D6E4-5E30E73259FF}"/>
                </a:ext>
              </a:extLst>
            </p:cNvPr>
            <p:cNvSpPr/>
            <p:nvPr/>
          </p:nvSpPr>
          <p:spPr>
            <a:xfrm>
              <a:off x="5638761" y="3616817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 441">
              <a:extLst>
                <a:ext uri="{FF2B5EF4-FFF2-40B4-BE49-F238E27FC236}">
                  <a16:creationId xmlns:a16="http://schemas.microsoft.com/office/drawing/2014/main" id="{C94D623A-A053-A601-1B1E-30ECE235504B}"/>
                </a:ext>
              </a:extLst>
            </p:cNvPr>
            <p:cNvSpPr/>
            <p:nvPr/>
          </p:nvSpPr>
          <p:spPr>
            <a:xfrm>
              <a:off x="5638761" y="3138540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67976DB0-7D69-FE4E-204A-BDFCFBC7E564}"/>
                </a:ext>
              </a:extLst>
            </p:cNvPr>
            <p:cNvSpPr/>
            <p:nvPr/>
          </p:nvSpPr>
          <p:spPr>
            <a:xfrm>
              <a:off x="5638761" y="2660251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250F75AA-E07B-4654-432E-3C032E7519E4}"/>
                </a:ext>
              </a:extLst>
            </p:cNvPr>
            <p:cNvSpPr/>
            <p:nvPr/>
          </p:nvSpPr>
          <p:spPr>
            <a:xfrm>
              <a:off x="5638761" y="2181968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4B6FAA4B-8855-0513-8664-E912DE6A0EC7}"/>
                </a:ext>
              </a:extLst>
            </p:cNvPr>
            <p:cNvSpPr/>
            <p:nvPr/>
          </p:nvSpPr>
          <p:spPr>
            <a:xfrm>
              <a:off x="5638761" y="1703686"/>
              <a:ext cx="1440" cy="1440"/>
            </a:xfrm>
            <a:custGeom>
              <a:avLst/>
              <a:gdLst>
                <a:gd name="connsiteX0" fmla="*/ 0 w 1440"/>
                <a:gd name="connsiteY0" fmla="*/ 0 h 1440"/>
                <a:gd name="connsiteX1" fmla="*/ 0 w 144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4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>
                  <a:alpha val="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7947C69F-2A26-569C-D5AD-3DFA604B1B0D}"/>
                </a:ext>
              </a:extLst>
            </p:cNvPr>
            <p:cNvSpPr/>
            <p:nvPr/>
          </p:nvSpPr>
          <p:spPr>
            <a:xfrm>
              <a:off x="4096768" y="3617955"/>
              <a:ext cx="74791" cy="9922"/>
            </a:xfrm>
            <a:custGeom>
              <a:avLst/>
              <a:gdLst>
                <a:gd name="connsiteX0" fmla="*/ 0 w 74791"/>
                <a:gd name="connsiteY0" fmla="*/ 0 h 9922"/>
                <a:gd name="connsiteX1" fmla="*/ 74792 w 74791"/>
                <a:gd name="connsiteY1" fmla="*/ 0 h 9922"/>
                <a:gd name="connsiteX2" fmla="*/ 74792 w 74791"/>
                <a:gd name="connsiteY2" fmla="*/ 9923 h 9922"/>
                <a:gd name="connsiteX3" fmla="*/ 0 w 74791"/>
                <a:gd name="connsiteY3" fmla="*/ 9923 h 9922"/>
                <a:gd name="connsiteX4" fmla="*/ 0 w 74791"/>
                <a:gd name="connsiteY4" fmla="*/ 0 h 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91" h="9922">
                  <a:moveTo>
                    <a:pt x="0" y="0"/>
                  </a:moveTo>
                  <a:lnTo>
                    <a:pt x="74792" y="0"/>
                  </a:lnTo>
                  <a:lnTo>
                    <a:pt x="74792" y="9923"/>
                  </a:lnTo>
                  <a:lnTo>
                    <a:pt x="0" y="9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5ABAE70A-3E5A-D294-9070-BBFDDA5307EE}"/>
                </a:ext>
              </a:extLst>
            </p:cNvPr>
            <p:cNvSpPr/>
            <p:nvPr/>
          </p:nvSpPr>
          <p:spPr>
            <a:xfrm>
              <a:off x="4192970" y="3571697"/>
              <a:ext cx="55305" cy="88670"/>
            </a:xfrm>
            <a:custGeom>
              <a:avLst/>
              <a:gdLst>
                <a:gd name="connsiteX0" fmla="*/ 14175 w 55305"/>
                <a:gd name="connsiteY0" fmla="*/ 78748 h 88670"/>
                <a:gd name="connsiteX1" fmla="*/ 55305 w 55305"/>
                <a:gd name="connsiteY1" fmla="*/ 78748 h 88670"/>
                <a:gd name="connsiteX2" fmla="*/ 55305 w 55305"/>
                <a:gd name="connsiteY2" fmla="*/ 88671 h 88670"/>
                <a:gd name="connsiteX3" fmla="*/ 0 w 55305"/>
                <a:gd name="connsiteY3" fmla="*/ 88671 h 88670"/>
                <a:gd name="connsiteX4" fmla="*/ 0 w 55305"/>
                <a:gd name="connsiteY4" fmla="*/ 78748 h 88670"/>
                <a:gd name="connsiteX5" fmla="*/ 18260 w 55305"/>
                <a:gd name="connsiteY5" fmla="*/ 60141 h 88670"/>
                <a:gd name="connsiteX6" fmla="*/ 32844 w 55305"/>
                <a:gd name="connsiteY6" fmla="*/ 45034 h 88670"/>
                <a:gd name="connsiteX7" fmla="*/ 40721 w 55305"/>
                <a:gd name="connsiteY7" fmla="*/ 34305 h 88670"/>
                <a:gd name="connsiteX8" fmla="*/ 42996 w 55305"/>
                <a:gd name="connsiteY8" fmla="*/ 25606 h 88670"/>
                <a:gd name="connsiteX9" fmla="*/ 38095 w 55305"/>
                <a:gd name="connsiteY9" fmla="*/ 14286 h 88670"/>
                <a:gd name="connsiteX10" fmla="*/ 25436 w 55305"/>
                <a:gd name="connsiteY10" fmla="*/ 9908 h 88670"/>
                <a:gd name="connsiteX11" fmla="*/ 13709 w 55305"/>
                <a:gd name="connsiteY11" fmla="*/ 11838 h 88670"/>
                <a:gd name="connsiteX12" fmla="*/ 583 w 55305"/>
                <a:gd name="connsiteY12" fmla="*/ 17671 h 88670"/>
                <a:gd name="connsiteX13" fmla="*/ 583 w 55305"/>
                <a:gd name="connsiteY13" fmla="*/ 5775 h 88670"/>
                <a:gd name="connsiteX14" fmla="*/ 13885 w 55305"/>
                <a:gd name="connsiteY14" fmla="*/ 1455 h 88670"/>
                <a:gd name="connsiteX15" fmla="*/ 25201 w 55305"/>
                <a:gd name="connsiteY15" fmla="*/ 0 h 88670"/>
                <a:gd name="connsiteX16" fmla="*/ 46788 w 55305"/>
                <a:gd name="connsiteY16" fmla="*/ 6769 h 88670"/>
                <a:gd name="connsiteX17" fmla="*/ 54838 w 55305"/>
                <a:gd name="connsiteY17" fmla="*/ 24843 h 88670"/>
                <a:gd name="connsiteX18" fmla="*/ 52796 w 55305"/>
                <a:gd name="connsiteY18" fmla="*/ 35054 h 88670"/>
                <a:gd name="connsiteX19" fmla="*/ 45505 w 55305"/>
                <a:gd name="connsiteY19" fmla="*/ 46373 h 88670"/>
                <a:gd name="connsiteX20" fmla="*/ 36229 w 55305"/>
                <a:gd name="connsiteY20" fmla="*/ 56181 h 88670"/>
                <a:gd name="connsiteX21" fmla="*/ 14175 w 55305"/>
                <a:gd name="connsiteY21" fmla="*/ 78748 h 8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5305" h="88670">
                  <a:moveTo>
                    <a:pt x="14175" y="78748"/>
                  </a:moveTo>
                  <a:lnTo>
                    <a:pt x="55305" y="78748"/>
                  </a:lnTo>
                  <a:lnTo>
                    <a:pt x="55305" y="88671"/>
                  </a:lnTo>
                  <a:lnTo>
                    <a:pt x="0" y="88671"/>
                  </a:lnTo>
                  <a:lnTo>
                    <a:pt x="0" y="78748"/>
                  </a:lnTo>
                  <a:cubicBezTo>
                    <a:pt x="4472" y="74125"/>
                    <a:pt x="10559" y="67918"/>
                    <a:pt x="18260" y="60141"/>
                  </a:cubicBezTo>
                  <a:cubicBezTo>
                    <a:pt x="25999" y="52321"/>
                    <a:pt x="30861" y="47295"/>
                    <a:pt x="32844" y="45034"/>
                  </a:cubicBezTo>
                  <a:cubicBezTo>
                    <a:pt x="36618" y="40785"/>
                    <a:pt x="39243" y="37214"/>
                    <a:pt x="40721" y="34305"/>
                  </a:cubicBezTo>
                  <a:cubicBezTo>
                    <a:pt x="42237" y="31352"/>
                    <a:pt x="42996" y="28443"/>
                    <a:pt x="42996" y="25606"/>
                  </a:cubicBezTo>
                  <a:cubicBezTo>
                    <a:pt x="42996" y="20983"/>
                    <a:pt x="41363" y="17210"/>
                    <a:pt x="38095" y="14286"/>
                  </a:cubicBezTo>
                  <a:cubicBezTo>
                    <a:pt x="34868" y="11363"/>
                    <a:pt x="30648" y="9908"/>
                    <a:pt x="25436" y="9908"/>
                  </a:cubicBezTo>
                  <a:cubicBezTo>
                    <a:pt x="21741" y="9908"/>
                    <a:pt x="17832" y="10556"/>
                    <a:pt x="13709" y="11838"/>
                  </a:cubicBezTo>
                  <a:cubicBezTo>
                    <a:pt x="9626" y="13120"/>
                    <a:pt x="5251" y="15064"/>
                    <a:pt x="583" y="17671"/>
                  </a:cubicBezTo>
                  <a:lnTo>
                    <a:pt x="583" y="5775"/>
                  </a:lnTo>
                  <a:cubicBezTo>
                    <a:pt x="5329" y="3860"/>
                    <a:pt x="9761" y="2420"/>
                    <a:pt x="13885" y="1455"/>
                  </a:cubicBezTo>
                  <a:cubicBezTo>
                    <a:pt x="18008" y="490"/>
                    <a:pt x="21780" y="0"/>
                    <a:pt x="25201" y="0"/>
                  </a:cubicBezTo>
                  <a:cubicBezTo>
                    <a:pt x="34225" y="0"/>
                    <a:pt x="41420" y="2261"/>
                    <a:pt x="46788" y="6769"/>
                  </a:cubicBezTo>
                  <a:cubicBezTo>
                    <a:pt x="52155" y="11277"/>
                    <a:pt x="54838" y="17296"/>
                    <a:pt x="54838" y="24843"/>
                  </a:cubicBezTo>
                  <a:cubicBezTo>
                    <a:pt x="54838" y="28429"/>
                    <a:pt x="54157" y="31828"/>
                    <a:pt x="52796" y="35054"/>
                  </a:cubicBezTo>
                  <a:cubicBezTo>
                    <a:pt x="51474" y="38236"/>
                    <a:pt x="49043" y="42010"/>
                    <a:pt x="45505" y="46373"/>
                  </a:cubicBezTo>
                  <a:cubicBezTo>
                    <a:pt x="44533" y="47511"/>
                    <a:pt x="41441" y="50780"/>
                    <a:pt x="36229" y="56181"/>
                  </a:cubicBezTo>
                  <a:cubicBezTo>
                    <a:pt x="31017" y="61552"/>
                    <a:pt x="23665" y="69070"/>
                    <a:pt x="14175" y="78748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5C263FD6-0120-717E-B690-DDC62AD4E49C}"/>
                </a:ext>
              </a:extLst>
            </p:cNvPr>
            <p:cNvSpPr/>
            <p:nvPr/>
          </p:nvSpPr>
          <p:spPr>
            <a:xfrm>
              <a:off x="4268111" y="3571697"/>
              <a:ext cx="60207" cy="90355"/>
            </a:xfrm>
            <a:custGeom>
              <a:avLst/>
              <a:gdLst>
                <a:gd name="connsiteX0" fmla="*/ 30104 w 60207"/>
                <a:gd name="connsiteY0" fmla="*/ 9332 h 90355"/>
                <a:gd name="connsiteX1" fmla="*/ 16393 w 60207"/>
                <a:gd name="connsiteY1" fmla="*/ 18319 h 90355"/>
                <a:gd name="connsiteX2" fmla="*/ 11844 w 60207"/>
                <a:gd name="connsiteY2" fmla="*/ 45207 h 90355"/>
                <a:gd name="connsiteX3" fmla="*/ 16393 w 60207"/>
                <a:gd name="connsiteY3" fmla="*/ 72109 h 90355"/>
                <a:gd name="connsiteX4" fmla="*/ 30104 w 60207"/>
                <a:gd name="connsiteY4" fmla="*/ 81023 h 90355"/>
                <a:gd name="connsiteX5" fmla="*/ 43814 w 60207"/>
                <a:gd name="connsiteY5" fmla="*/ 72109 h 90355"/>
                <a:gd name="connsiteX6" fmla="*/ 48423 w 60207"/>
                <a:gd name="connsiteY6" fmla="*/ 45207 h 90355"/>
                <a:gd name="connsiteX7" fmla="*/ 43814 w 60207"/>
                <a:gd name="connsiteY7" fmla="*/ 18319 h 90355"/>
                <a:gd name="connsiteX8" fmla="*/ 30104 w 60207"/>
                <a:gd name="connsiteY8" fmla="*/ 9332 h 90355"/>
                <a:gd name="connsiteX9" fmla="*/ 30104 w 60207"/>
                <a:gd name="connsiteY9" fmla="*/ 0 h 90355"/>
                <a:gd name="connsiteX10" fmla="*/ 52448 w 60207"/>
                <a:gd name="connsiteY10" fmla="*/ 11608 h 90355"/>
                <a:gd name="connsiteX11" fmla="*/ 60207 w 60207"/>
                <a:gd name="connsiteY11" fmla="*/ 45207 h 90355"/>
                <a:gd name="connsiteX12" fmla="*/ 52448 w 60207"/>
                <a:gd name="connsiteY12" fmla="*/ 78806 h 90355"/>
                <a:gd name="connsiteX13" fmla="*/ 30104 w 60207"/>
                <a:gd name="connsiteY13" fmla="*/ 90356 h 90355"/>
                <a:gd name="connsiteX14" fmla="*/ 7701 w 60207"/>
                <a:gd name="connsiteY14" fmla="*/ 78806 h 90355"/>
                <a:gd name="connsiteX15" fmla="*/ 0 w 60207"/>
                <a:gd name="connsiteY15" fmla="*/ 45207 h 90355"/>
                <a:gd name="connsiteX16" fmla="*/ 7701 w 60207"/>
                <a:gd name="connsiteY16" fmla="*/ 11608 h 90355"/>
                <a:gd name="connsiteX17" fmla="*/ 30104 w 60207"/>
                <a:gd name="connsiteY17" fmla="*/ 0 h 9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207" h="90355">
                  <a:moveTo>
                    <a:pt x="30104" y="9332"/>
                  </a:moveTo>
                  <a:cubicBezTo>
                    <a:pt x="24036" y="9332"/>
                    <a:pt x="19465" y="12328"/>
                    <a:pt x="16393" y="18319"/>
                  </a:cubicBezTo>
                  <a:cubicBezTo>
                    <a:pt x="13360" y="24267"/>
                    <a:pt x="11844" y="33225"/>
                    <a:pt x="11844" y="45207"/>
                  </a:cubicBezTo>
                  <a:cubicBezTo>
                    <a:pt x="11844" y="57146"/>
                    <a:pt x="13360" y="66118"/>
                    <a:pt x="16393" y="72109"/>
                  </a:cubicBezTo>
                  <a:cubicBezTo>
                    <a:pt x="19465" y="78057"/>
                    <a:pt x="24036" y="81023"/>
                    <a:pt x="30104" y="81023"/>
                  </a:cubicBezTo>
                  <a:cubicBezTo>
                    <a:pt x="36210" y="81023"/>
                    <a:pt x="40780" y="78057"/>
                    <a:pt x="43814" y="72109"/>
                  </a:cubicBezTo>
                  <a:cubicBezTo>
                    <a:pt x="46886" y="66118"/>
                    <a:pt x="48423" y="57146"/>
                    <a:pt x="48423" y="45207"/>
                  </a:cubicBezTo>
                  <a:cubicBezTo>
                    <a:pt x="48423" y="33225"/>
                    <a:pt x="46886" y="24267"/>
                    <a:pt x="43814" y="18319"/>
                  </a:cubicBezTo>
                  <a:cubicBezTo>
                    <a:pt x="40780" y="12328"/>
                    <a:pt x="36210" y="9332"/>
                    <a:pt x="30104" y="9332"/>
                  </a:cubicBezTo>
                  <a:moveTo>
                    <a:pt x="30104" y="0"/>
                  </a:moveTo>
                  <a:cubicBezTo>
                    <a:pt x="39866" y="0"/>
                    <a:pt x="47314" y="3874"/>
                    <a:pt x="52448" y="11608"/>
                  </a:cubicBezTo>
                  <a:cubicBezTo>
                    <a:pt x="57621" y="19313"/>
                    <a:pt x="60207" y="30503"/>
                    <a:pt x="60207" y="45207"/>
                  </a:cubicBezTo>
                  <a:cubicBezTo>
                    <a:pt x="60207" y="59868"/>
                    <a:pt x="57621" y="71072"/>
                    <a:pt x="52448" y="78806"/>
                  </a:cubicBezTo>
                  <a:cubicBezTo>
                    <a:pt x="47314" y="86511"/>
                    <a:pt x="39866" y="90356"/>
                    <a:pt x="30104" y="90356"/>
                  </a:cubicBezTo>
                  <a:cubicBezTo>
                    <a:pt x="20341" y="90356"/>
                    <a:pt x="12874" y="86511"/>
                    <a:pt x="7701" y="78806"/>
                  </a:cubicBezTo>
                  <a:cubicBezTo>
                    <a:pt x="2566" y="71072"/>
                    <a:pt x="0" y="59868"/>
                    <a:pt x="0" y="45207"/>
                  </a:cubicBezTo>
                  <a:cubicBezTo>
                    <a:pt x="0" y="30503"/>
                    <a:pt x="2566" y="19313"/>
                    <a:pt x="7701" y="11608"/>
                  </a:cubicBezTo>
                  <a:cubicBezTo>
                    <a:pt x="12874" y="3874"/>
                    <a:pt x="20341" y="0"/>
                    <a:pt x="30104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 448">
              <a:extLst>
                <a:ext uri="{FF2B5EF4-FFF2-40B4-BE49-F238E27FC236}">
                  <a16:creationId xmlns:a16="http://schemas.microsoft.com/office/drawing/2014/main" id="{7EAB12D5-09FF-D564-B10F-95E614072C2C}"/>
                </a:ext>
              </a:extLst>
            </p:cNvPr>
            <p:cNvSpPr/>
            <p:nvPr/>
          </p:nvSpPr>
          <p:spPr>
            <a:xfrm>
              <a:off x="4096768" y="3139678"/>
              <a:ext cx="74791" cy="9908"/>
            </a:xfrm>
            <a:custGeom>
              <a:avLst/>
              <a:gdLst>
                <a:gd name="connsiteX0" fmla="*/ 0 w 74791"/>
                <a:gd name="connsiteY0" fmla="*/ 0 h 9908"/>
                <a:gd name="connsiteX1" fmla="*/ 74792 w 74791"/>
                <a:gd name="connsiteY1" fmla="*/ 0 h 9908"/>
                <a:gd name="connsiteX2" fmla="*/ 74792 w 74791"/>
                <a:gd name="connsiteY2" fmla="*/ 9908 h 9908"/>
                <a:gd name="connsiteX3" fmla="*/ 0 w 74791"/>
                <a:gd name="connsiteY3" fmla="*/ 9908 h 9908"/>
                <a:gd name="connsiteX4" fmla="*/ 0 w 74791"/>
                <a:gd name="connsiteY4" fmla="*/ 0 h 9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91" h="9908">
                  <a:moveTo>
                    <a:pt x="0" y="0"/>
                  </a:moveTo>
                  <a:lnTo>
                    <a:pt x="74792" y="0"/>
                  </a:lnTo>
                  <a:lnTo>
                    <a:pt x="74792" y="9908"/>
                  </a:lnTo>
                  <a:lnTo>
                    <a:pt x="0" y="99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 449">
              <a:extLst>
                <a:ext uri="{FF2B5EF4-FFF2-40B4-BE49-F238E27FC236}">
                  <a16:creationId xmlns:a16="http://schemas.microsoft.com/office/drawing/2014/main" id="{36326254-99DD-E3B8-C372-C03CB2980CB8}"/>
                </a:ext>
              </a:extLst>
            </p:cNvPr>
            <p:cNvSpPr/>
            <p:nvPr/>
          </p:nvSpPr>
          <p:spPr>
            <a:xfrm>
              <a:off x="4197346" y="3094989"/>
              <a:ext cx="51863" cy="87100"/>
            </a:xfrm>
            <a:custGeom>
              <a:avLst/>
              <a:gdLst>
                <a:gd name="connsiteX0" fmla="*/ 1692 w 51863"/>
                <a:gd name="connsiteY0" fmla="*/ 77178 h 87100"/>
                <a:gd name="connsiteX1" fmla="*/ 20943 w 51863"/>
                <a:gd name="connsiteY1" fmla="*/ 77178 h 87100"/>
                <a:gd name="connsiteX2" fmla="*/ 20943 w 51863"/>
                <a:gd name="connsiteY2" fmla="*/ 10729 h 87100"/>
                <a:gd name="connsiteX3" fmla="*/ 0 w 51863"/>
                <a:gd name="connsiteY3" fmla="*/ 14934 h 87100"/>
                <a:gd name="connsiteX4" fmla="*/ 0 w 51863"/>
                <a:gd name="connsiteY4" fmla="*/ 4191 h 87100"/>
                <a:gd name="connsiteX5" fmla="*/ 20826 w 51863"/>
                <a:gd name="connsiteY5" fmla="*/ 0 h 87100"/>
                <a:gd name="connsiteX6" fmla="*/ 32611 w 51863"/>
                <a:gd name="connsiteY6" fmla="*/ 0 h 87100"/>
                <a:gd name="connsiteX7" fmla="*/ 32611 w 51863"/>
                <a:gd name="connsiteY7" fmla="*/ 77178 h 87100"/>
                <a:gd name="connsiteX8" fmla="*/ 51863 w 51863"/>
                <a:gd name="connsiteY8" fmla="*/ 77178 h 87100"/>
                <a:gd name="connsiteX9" fmla="*/ 51863 w 51863"/>
                <a:gd name="connsiteY9" fmla="*/ 87101 h 87100"/>
                <a:gd name="connsiteX10" fmla="*/ 1692 w 51863"/>
                <a:gd name="connsiteY10" fmla="*/ 87101 h 87100"/>
                <a:gd name="connsiteX11" fmla="*/ 1692 w 51863"/>
                <a:gd name="connsiteY11" fmla="*/ 77178 h 8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863" h="87100">
                  <a:moveTo>
                    <a:pt x="1692" y="77178"/>
                  </a:moveTo>
                  <a:lnTo>
                    <a:pt x="20943" y="77178"/>
                  </a:lnTo>
                  <a:lnTo>
                    <a:pt x="20943" y="10729"/>
                  </a:lnTo>
                  <a:lnTo>
                    <a:pt x="0" y="14934"/>
                  </a:lnTo>
                  <a:lnTo>
                    <a:pt x="0" y="4191"/>
                  </a:lnTo>
                  <a:lnTo>
                    <a:pt x="20826" y="0"/>
                  </a:lnTo>
                  <a:lnTo>
                    <a:pt x="32611" y="0"/>
                  </a:lnTo>
                  <a:lnTo>
                    <a:pt x="32611" y="77178"/>
                  </a:lnTo>
                  <a:lnTo>
                    <a:pt x="51863" y="77178"/>
                  </a:lnTo>
                  <a:lnTo>
                    <a:pt x="51863" y="87101"/>
                  </a:lnTo>
                  <a:lnTo>
                    <a:pt x="1692" y="87101"/>
                  </a:lnTo>
                  <a:lnTo>
                    <a:pt x="1692" y="77178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 450">
              <a:extLst>
                <a:ext uri="{FF2B5EF4-FFF2-40B4-BE49-F238E27FC236}">
                  <a16:creationId xmlns:a16="http://schemas.microsoft.com/office/drawing/2014/main" id="{5D8625C4-7B98-C68B-9AA0-452B09C96D20}"/>
                </a:ext>
              </a:extLst>
            </p:cNvPr>
            <p:cNvSpPr/>
            <p:nvPr/>
          </p:nvSpPr>
          <p:spPr>
            <a:xfrm>
              <a:off x="4268111" y="3093405"/>
              <a:ext cx="60207" cy="90370"/>
            </a:xfrm>
            <a:custGeom>
              <a:avLst/>
              <a:gdLst>
                <a:gd name="connsiteX0" fmla="*/ 30104 w 60207"/>
                <a:gd name="connsiteY0" fmla="*/ 9332 h 90370"/>
                <a:gd name="connsiteX1" fmla="*/ 16393 w 60207"/>
                <a:gd name="connsiteY1" fmla="*/ 18319 h 90370"/>
                <a:gd name="connsiteX2" fmla="*/ 11844 w 60207"/>
                <a:gd name="connsiteY2" fmla="*/ 45221 h 90370"/>
                <a:gd name="connsiteX3" fmla="*/ 16393 w 60207"/>
                <a:gd name="connsiteY3" fmla="*/ 72109 h 90370"/>
                <a:gd name="connsiteX4" fmla="*/ 30104 w 60207"/>
                <a:gd name="connsiteY4" fmla="*/ 81038 h 90370"/>
                <a:gd name="connsiteX5" fmla="*/ 43814 w 60207"/>
                <a:gd name="connsiteY5" fmla="*/ 72109 h 90370"/>
                <a:gd name="connsiteX6" fmla="*/ 48423 w 60207"/>
                <a:gd name="connsiteY6" fmla="*/ 45221 h 90370"/>
                <a:gd name="connsiteX7" fmla="*/ 43814 w 60207"/>
                <a:gd name="connsiteY7" fmla="*/ 18319 h 90370"/>
                <a:gd name="connsiteX8" fmla="*/ 30104 w 60207"/>
                <a:gd name="connsiteY8" fmla="*/ 9332 h 90370"/>
                <a:gd name="connsiteX9" fmla="*/ 30104 w 60207"/>
                <a:gd name="connsiteY9" fmla="*/ 0 h 90370"/>
                <a:gd name="connsiteX10" fmla="*/ 52448 w 60207"/>
                <a:gd name="connsiteY10" fmla="*/ 11608 h 90370"/>
                <a:gd name="connsiteX11" fmla="*/ 60207 w 60207"/>
                <a:gd name="connsiteY11" fmla="*/ 45221 h 90370"/>
                <a:gd name="connsiteX12" fmla="*/ 52448 w 60207"/>
                <a:gd name="connsiteY12" fmla="*/ 78820 h 90370"/>
                <a:gd name="connsiteX13" fmla="*/ 30104 w 60207"/>
                <a:gd name="connsiteY13" fmla="*/ 90370 h 90370"/>
                <a:gd name="connsiteX14" fmla="*/ 7701 w 60207"/>
                <a:gd name="connsiteY14" fmla="*/ 78820 h 90370"/>
                <a:gd name="connsiteX15" fmla="*/ 0 w 60207"/>
                <a:gd name="connsiteY15" fmla="*/ 45221 h 90370"/>
                <a:gd name="connsiteX16" fmla="*/ 7701 w 60207"/>
                <a:gd name="connsiteY16" fmla="*/ 11608 h 90370"/>
                <a:gd name="connsiteX17" fmla="*/ 30104 w 60207"/>
                <a:gd name="connsiteY17" fmla="*/ 0 h 9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207" h="90370">
                  <a:moveTo>
                    <a:pt x="30104" y="9332"/>
                  </a:moveTo>
                  <a:cubicBezTo>
                    <a:pt x="24036" y="9332"/>
                    <a:pt x="19465" y="12328"/>
                    <a:pt x="16393" y="18319"/>
                  </a:cubicBezTo>
                  <a:cubicBezTo>
                    <a:pt x="13360" y="24267"/>
                    <a:pt x="11844" y="33239"/>
                    <a:pt x="11844" y="45221"/>
                  </a:cubicBezTo>
                  <a:cubicBezTo>
                    <a:pt x="11844" y="57160"/>
                    <a:pt x="13360" y="66118"/>
                    <a:pt x="16393" y="72109"/>
                  </a:cubicBezTo>
                  <a:cubicBezTo>
                    <a:pt x="19465" y="78057"/>
                    <a:pt x="24036" y="81038"/>
                    <a:pt x="30104" y="81038"/>
                  </a:cubicBezTo>
                  <a:cubicBezTo>
                    <a:pt x="36210" y="81038"/>
                    <a:pt x="40780" y="78057"/>
                    <a:pt x="43814" y="72109"/>
                  </a:cubicBezTo>
                  <a:cubicBezTo>
                    <a:pt x="46886" y="66118"/>
                    <a:pt x="48423" y="57160"/>
                    <a:pt x="48423" y="45221"/>
                  </a:cubicBezTo>
                  <a:cubicBezTo>
                    <a:pt x="48423" y="33239"/>
                    <a:pt x="46886" y="24267"/>
                    <a:pt x="43814" y="18319"/>
                  </a:cubicBezTo>
                  <a:cubicBezTo>
                    <a:pt x="40780" y="12328"/>
                    <a:pt x="36210" y="9332"/>
                    <a:pt x="30104" y="9332"/>
                  </a:cubicBezTo>
                  <a:moveTo>
                    <a:pt x="30104" y="0"/>
                  </a:moveTo>
                  <a:cubicBezTo>
                    <a:pt x="39866" y="0"/>
                    <a:pt x="47314" y="3874"/>
                    <a:pt x="52448" y="11608"/>
                  </a:cubicBezTo>
                  <a:cubicBezTo>
                    <a:pt x="57621" y="19313"/>
                    <a:pt x="60207" y="30517"/>
                    <a:pt x="60207" y="45221"/>
                  </a:cubicBezTo>
                  <a:cubicBezTo>
                    <a:pt x="60207" y="59882"/>
                    <a:pt x="57621" y="71086"/>
                    <a:pt x="52448" y="78820"/>
                  </a:cubicBezTo>
                  <a:cubicBezTo>
                    <a:pt x="47314" y="86525"/>
                    <a:pt x="39866" y="90370"/>
                    <a:pt x="30104" y="90370"/>
                  </a:cubicBezTo>
                  <a:cubicBezTo>
                    <a:pt x="20341" y="90370"/>
                    <a:pt x="12874" y="86525"/>
                    <a:pt x="7701" y="78820"/>
                  </a:cubicBezTo>
                  <a:cubicBezTo>
                    <a:pt x="2566" y="71086"/>
                    <a:pt x="0" y="59882"/>
                    <a:pt x="0" y="45221"/>
                  </a:cubicBezTo>
                  <a:cubicBezTo>
                    <a:pt x="0" y="30517"/>
                    <a:pt x="2566" y="19313"/>
                    <a:pt x="7701" y="11608"/>
                  </a:cubicBezTo>
                  <a:cubicBezTo>
                    <a:pt x="12874" y="3874"/>
                    <a:pt x="20341" y="0"/>
                    <a:pt x="30104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 451">
              <a:extLst>
                <a:ext uri="{FF2B5EF4-FFF2-40B4-BE49-F238E27FC236}">
                  <a16:creationId xmlns:a16="http://schemas.microsoft.com/office/drawing/2014/main" id="{1F2664F0-C80C-F2EC-5D62-34EBD3CD41F2}"/>
                </a:ext>
              </a:extLst>
            </p:cNvPr>
            <p:cNvSpPr/>
            <p:nvPr/>
          </p:nvSpPr>
          <p:spPr>
            <a:xfrm>
              <a:off x="4268111" y="2615125"/>
              <a:ext cx="60207" cy="90368"/>
            </a:xfrm>
            <a:custGeom>
              <a:avLst/>
              <a:gdLst>
                <a:gd name="connsiteX0" fmla="*/ 30104 w 60207"/>
                <a:gd name="connsiteY0" fmla="*/ 9335 h 90368"/>
                <a:gd name="connsiteX1" fmla="*/ 16393 w 60207"/>
                <a:gd name="connsiteY1" fmla="*/ 18319 h 90368"/>
                <a:gd name="connsiteX2" fmla="*/ 11844 w 60207"/>
                <a:gd name="connsiteY2" fmla="*/ 45214 h 90368"/>
                <a:gd name="connsiteX3" fmla="*/ 16393 w 60207"/>
                <a:gd name="connsiteY3" fmla="*/ 72107 h 90368"/>
                <a:gd name="connsiteX4" fmla="*/ 30104 w 60207"/>
                <a:gd name="connsiteY4" fmla="*/ 81034 h 90368"/>
                <a:gd name="connsiteX5" fmla="*/ 43814 w 60207"/>
                <a:gd name="connsiteY5" fmla="*/ 72107 h 90368"/>
                <a:gd name="connsiteX6" fmla="*/ 48423 w 60207"/>
                <a:gd name="connsiteY6" fmla="*/ 45214 h 90368"/>
                <a:gd name="connsiteX7" fmla="*/ 43814 w 60207"/>
                <a:gd name="connsiteY7" fmla="*/ 18319 h 90368"/>
                <a:gd name="connsiteX8" fmla="*/ 30104 w 60207"/>
                <a:gd name="connsiteY8" fmla="*/ 9335 h 90368"/>
                <a:gd name="connsiteX9" fmla="*/ 30104 w 60207"/>
                <a:gd name="connsiteY9" fmla="*/ 0 h 90368"/>
                <a:gd name="connsiteX10" fmla="*/ 52448 w 60207"/>
                <a:gd name="connsiteY10" fmla="*/ 11611 h 90368"/>
                <a:gd name="connsiteX11" fmla="*/ 60207 w 60207"/>
                <a:gd name="connsiteY11" fmla="*/ 45214 h 90368"/>
                <a:gd name="connsiteX12" fmla="*/ 52448 w 60207"/>
                <a:gd name="connsiteY12" fmla="*/ 78817 h 90368"/>
                <a:gd name="connsiteX13" fmla="*/ 30104 w 60207"/>
                <a:gd name="connsiteY13" fmla="*/ 90369 h 90368"/>
                <a:gd name="connsiteX14" fmla="*/ 7701 w 60207"/>
                <a:gd name="connsiteY14" fmla="*/ 78817 h 90368"/>
                <a:gd name="connsiteX15" fmla="*/ 0 w 60207"/>
                <a:gd name="connsiteY15" fmla="*/ 45214 h 90368"/>
                <a:gd name="connsiteX16" fmla="*/ 7701 w 60207"/>
                <a:gd name="connsiteY16" fmla="*/ 11611 h 90368"/>
                <a:gd name="connsiteX17" fmla="*/ 30104 w 60207"/>
                <a:gd name="connsiteY17" fmla="*/ 0 h 9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207" h="90368">
                  <a:moveTo>
                    <a:pt x="30104" y="9335"/>
                  </a:moveTo>
                  <a:cubicBezTo>
                    <a:pt x="24036" y="9335"/>
                    <a:pt x="19465" y="12329"/>
                    <a:pt x="16393" y="18319"/>
                  </a:cubicBezTo>
                  <a:cubicBezTo>
                    <a:pt x="13360" y="24270"/>
                    <a:pt x="11844" y="33235"/>
                    <a:pt x="11844" y="45214"/>
                  </a:cubicBezTo>
                  <a:cubicBezTo>
                    <a:pt x="11844" y="57154"/>
                    <a:pt x="13360" y="66118"/>
                    <a:pt x="16393" y="72107"/>
                  </a:cubicBezTo>
                  <a:cubicBezTo>
                    <a:pt x="19465" y="78058"/>
                    <a:pt x="24036" y="81034"/>
                    <a:pt x="30104" y="81034"/>
                  </a:cubicBezTo>
                  <a:cubicBezTo>
                    <a:pt x="36210" y="81034"/>
                    <a:pt x="40780" y="78058"/>
                    <a:pt x="43814" y="72107"/>
                  </a:cubicBezTo>
                  <a:cubicBezTo>
                    <a:pt x="46886" y="66118"/>
                    <a:pt x="48423" y="57154"/>
                    <a:pt x="48423" y="45214"/>
                  </a:cubicBezTo>
                  <a:cubicBezTo>
                    <a:pt x="48423" y="33235"/>
                    <a:pt x="46886" y="24270"/>
                    <a:pt x="43814" y="18319"/>
                  </a:cubicBezTo>
                  <a:cubicBezTo>
                    <a:pt x="40780" y="12329"/>
                    <a:pt x="36210" y="9335"/>
                    <a:pt x="30104" y="9335"/>
                  </a:cubicBezTo>
                  <a:moveTo>
                    <a:pt x="30104" y="0"/>
                  </a:moveTo>
                  <a:cubicBezTo>
                    <a:pt x="39866" y="0"/>
                    <a:pt x="47314" y="3870"/>
                    <a:pt x="52448" y="11611"/>
                  </a:cubicBezTo>
                  <a:cubicBezTo>
                    <a:pt x="57621" y="19311"/>
                    <a:pt x="60207" y="30511"/>
                    <a:pt x="60207" y="45214"/>
                  </a:cubicBezTo>
                  <a:cubicBezTo>
                    <a:pt x="60207" y="59876"/>
                    <a:pt x="57621" y="71078"/>
                    <a:pt x="52448" y="78817"/>
                  </a:cubicBezTo>
                  <a:cubicBezTo>
                    <a:pt x="47314" y="86518"/>
                    <a:pt x="39866" y="90369"/>
                    <a:pt x="30104" y="90369"/>
                  </a:cubicBezTo>
                  <a:cubicBezTo>
                    <a:pt x="20341" y="90369"/>
                    <a:pt x="12874" y="86518"/>
                    <a:pt x="7701" y="78817"/>
                  </a:cubicBezTo>
                  <a:cubicBezTo>
                    <a:pt x="2566" y="71078"/>
                    <a:pt x="0" y="59876"/>
                    <a:pt x="0" y="45214"/>
                  </a:cubicBezTo>
                  <a:cubicBezTo>
                    <a:pt x="0" y="30511"/>
                    <a:pt x="2566" y="19311"/>
                    <a:pt x="7701" y="11611"/>
                  </a:cubicBezTo>
                  <a:cubicBezTo>
                    <a:pt x="12874" y="3870"/>
                    <a:pt x="20341" y="0"/>
                    <a:pt x="30104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 452">
              <a:extLst>
                <a:ext uri="{FF2B5EF4-FFF2-40B4-BE49-F238E27FC236}">
                  <a16:creationId xmlns:a16="http://schemas.microsoft.com/office/drawing/2014/main" id="{57D06D17-56BA-D007-6A53-83DAB66B8E6A}"/>
                </a:ext>
              </a:extLst>
            </p:cNvPr>
            <p:cNvSpPr/>
            <p:nvPr/>
          </p:nvSpPr>
          <p:spPr>
            <a:xfrm>
              <a:off x="4197346" y="2138418"/>
              <a:ext cx="51863" cy="87100"/>
            </a:xfrm>
            <a:custGeom>
              <a:avLst/>
              <a:gdLst>
                <a:gd name="connsiteX0" fmla="*/ 1692 w 51863"/>
                <a:gd name="connsiteY0" fmla="*/ 77182 h 87100"/>
                <a:gd name="connsiteX1" fmla="*/ 20943 w 51863"/>
                <a:gd name="connsiteY1" fmla="*/ 77182 h 87100"/>
                <a:gd name="connsiteX2" fmla="*/ 20943 w 51863"/>
                <a:gd name="connsiteY2" fmla="*/ 10735 h 87100"/>
                <a:gd name="connsiteX3" fmla="*/ 0 w 51863"/>
                <a:gd name="connsiteY3" fmla="*/ 14934 h 87100"/>
                <a:gd name="connsiteX4" fmla="*/ 0 w 51863"/>
                <a:gd name="connsiteY4" fmla="*/ 4201 h 87100"/>
                <a:gd name="connsiteX5" fmla="*/ 20826 w 51863"/>
                <a:gd name="connsiteY5" fmla="*/ 0 h 87100"/>
                <a:gd name="connsiteX6" fmla="*/ 32611 w 51863"/>
                <a:gd name="connsiteY6" fmla="*/ 0 h 87100"/>
                <a:gd name="connsiteX7" fmla="*/ 32611 w 51863"/>
                <a:gd name="connsiteY7" fmla="*/ 77182 h 87100"/>
                <a:gd name="connsiteX8" fmla="*/ 51863 w 51863"/>
                <a:gd name="connsiteY8" fmla="*/ 77182 h 87100"/>
                <a:gd name="connsiteX9" fmla="*/ 51863 w 51863"/>
                <a:gd name="connsiteY9" fmla="*/ 87101 h 87100"/>
                <a:gd name="connsiteX10" fmla="*/ 1692 w 51863"/>
                <a:gd name="connsiteY10" fmla="*/ 87101 h 87100"/>
                <a:gd name="connsiteX11" fmla="*/ 1692 w 51863"/>
                <a:gd name="connsiteY11" fmla="*/ 77182 h 8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863" h="87100">
                  <a:moveTo>
                    <a:pt x="1692" y="77182"/>
                  </a:moveTo>
                  <a:lnTo>
                    <a:pt x="20943" y="77182"/>
                  </a:lnTo>
                  <a:lnTo>
                    <a:pt x="20943" y="10735"/>
                  </a:lnTo>
                  <a:lnTo>
                    <a:pt x="0" y="14934"/>
                  </a:lnTo>
                  <a:lnTo>
                    <a:pt x="0" y="4201"/>
                  </a:lnTo>
                  <a:lnTo>
                    <a:pt x="20826" y="0"/>
                  </a:lnTo>
                  <a:lnTo>
                    <a:pt x="32611" y="0"/>
                  </a:lnTo>
                  <a:lnTo>
                    <a:pt x="32611" y="77182"/>
                  </a:lnTo>
                  <a:lnTo>
                    <a:pt x="51863" y="77182"/>
                  </a:lnTo>
                  <a:lnTo>
                    <a:pt x="51863" y="87101"/>
                  </a:lnTo>
                  <a:lnTo>
                    <a:pt x="1692" y="87101"/>
                  </a:lnTo>
                  <a:lnTo>
                    <a:pt x="1692" y="77182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D9713AC9-0DA3-874F-D221-66047208879A}"/>
                </a:ext>
              </a:extLst>
            </p:cNvPr>
            <p:cNvSpPr/>
            <p:nvPr/>
          </p:nvSpPr>
          <p:spPr>
            <a:xfrm>
              <a:off x="4268111" y="2136842"/>
              <a:ext cx="60207" cy="90368"/>
            </a:xfrm>
            <a:custGeom>
              <a:avLst/>
              <a:gdLst>
                <a:gd name="connsiteX0" fmla="*/ 30104 w 60207"/>
                <a:gd name="connsiteY0" fmla="*/ 9335 h 90368"/>
                <a:gd name="connsiteX1" fmla="*/ 16393 w 60207"/>
                <a:gd name="connsiteY1" fmla="*/ 18319 h 90368"/>
                <a:gd name="connsiteX2" fmla="*/ 11844 w 60207"/>
                <a:gd name="connsiteY2" fmla="*/ 45214 h 90368"/>
                <a:gd name="connsiteX3" fmla="*/ 16393 w 60207"/>
                <a:gd name="connsiteY3" fmla="*/ 72107 h 90368"/>
                <a:gd name="connsiteX4" fmla="*/ 30104 w 60207"/>
                <a:gd name="connsiteY4" fmla="*/ 81033 h 90368"/>
                <a:gd name="connsiteX5" fmla="*/ 43814 w 60207"/>
                <a:gd name="connsiteY5" fmla="*/ 72107 h 90368"/>
                <a:gd name="connsiteX6" fmla="*/ 48423 w 60207"/>
                <a:gd name="connsiteY6" fmla="*/ 45214 h 90368"/>
                <a:gd name="connsiteX7" fmla="*/ 43814 w 60207"/>
                <a:gd name="connsiteY7" fmla="*/ 18319 h 90368"/>
                <a:gd name="connsiteX8" fmla="*/ 30104 w 60207"/>
                <a:gd name="connsiteY8" fmla="*/ 9335 h 90368"/>
                <a:gd name="connsiteX9" fmla="*/ 30104 w 60207"/>
                <a:gd name="connsiteY9" fmla="*/ 0 h 90368"/>
                <a:gd name="connsiteX10" fmla="*/ 52448 w 60207"/>
                <a:gd name="connsiteY10" fmla="*/ 11611 h 90368"/>
                <a:gd name="connsiteX11" fmla="*/ 60207 w 60207"/>
                <a:gd name="connsiteY11" fmla="*/ 45214 h 90368"/>
                <a:gd name="connsiteX12" fmla="*/ 52448 w 60207"/>
                <a:gd name="connsiteY12" fmla="*/ 78817 h 90368"/>
                <a:gd name="connsiteX13" fmla="*/ 30104 w 60207"/>
                <a:gd name="connsiteY13" fmla="*/ 90369 h 90368"/>
                <a:gd name="connsiteX14" fmla="*/ 7701 w 60207"/>
                <a:gd name="connsiteY14" fmla="*/ 78817 h 90368"/>
                <a:gd name="connsiteX15" fmla="*/ 0 w 60207"/>
                <a:gd name="connsiteY15" fmla="*/ 45214 h 90368"/>
                <a:gd name="connsiteX16" fmla="*/ 7701 w 60207"/>
                <a:gd name="connsiteY16" fmla="*/ 11611 h 90368"/>
                <a:gd name="connsiteX17" fmla="*/ 30104 w 60207"/>
                <a:gd name="connsiteY17" fmla="*/ 0 h 9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207" h="90368">
                  <a:moveTo>
                    <a:pt x="30104" y="9335"/>
                  </a:moveTo>
                  <a:cubicBezTo>
                    <a:pt x="24036" y="9335"/>
                    <a:pt x="19465" y="12329"/>
                    <a:pt x="16393" y="18319"/>
                  </a:cubicBezTo>
                  <a:cubicBezTo>
                    <a:pt x="13360" y="24270"/>
                    <a:pt x="11844" y="33235"/>
                    <a:pt x="11844" y="45214"/>
                  </a:cubicBezTo>
                  <a:cubicBezTo>
                    <a:pt x="11844" y="57154"/>
                    <a:pt x="13360" y="66118"/>
                    <a:pt x="16393" y="72107"/>
                  </a:cubicBezTo>
                  <a:cubicBezTo>
                    <a:pt x="19465" y="78058"/>
                    <a:pt x="24036" y="81033"/>
                    <a:pt x="30104" y="81033"/>
                  </a:cubicBezTo>
                  <a:cubicBezTo>
                    <a:pt x="36210" y="81033"/>
                    <a:pt x="40780" y="78058"/>
                    <a:pt x="43814" y="72107"/>
                  </a:cubicBezTo>
                  <a:cubicBezTo>
                    <a:pt x="46886" y="66118"/>
                    <a:pt x="48423" y="57154"/>
                    <a:pt x="48423" y="45214"/>
                  </a:cubicBezTo>
                  <a:cubicBezTo>
                    <a:pt x="48423" y="33235"/>
                    <a:pt x="46886" y="24270"/>
                    <a:pt x="43814" y="18319"/>
                  </a:cubicBezTo>
                  <a:cubicBezTo>
                    <a:pt x="40780" y="12329"/>
                    <a:pt x="36210" y="9335"/>
                    <a:pt x="30104" y="9335"/>
                  </a:cubicBezTo>
                  <a:moveTo>
                    <a:pt x="30104" y="0"/>
                  </a:moveTo>
                  <a:cubicBezTo>
                    <a:pt x="39866" y="0"/>
                    <a:pt x="47314" y="3870"/>
                    <a:pt x="52448" y="11611"/>
                  </a:cubicBezTo>
                  <a:cubicBezTo>
                    <a:pt x="57621" y="19311"/>
                    <a:pt x="60207" y="30511"/>
                    <a:pt x="60207" y="45214"/>
                  </a:cubicBezTo>
                  <a:cubicBezTo>
                    <a:pt x="60207" y="59876"/>
                    <a:pt x="57621" y="71078"/>
                    <a:pt x="52448" y="78817"/>
                  </a:cubicBezTo>
                  <a:cubicBezTo>
                    <a:pt x="47314" y="86518"/>
                    <a:pt x="39866" y="90369"/>
                    <a:pt x="30104" y="90369"/>
                  </a:cubicBezTo>
                  <a:cubicBezTo>
                    <a:pt x="20341" y="90369"/>
                    <a:pt x="12874" y="86518"/>
                    <a:pt x="7701" y="78817"/>
                  </a:cubicBezTo>
                  <a:cubicBezTo>
                    <a:pt x="2566" y="71078"/>
                    <a:pt x="0" y="59876"/>
                    <a:pt x="0" y="45214"/>
                  </a:cubicBezTo>
                  <a:cubicBezTo>
                    <a:pt x="0" y="30511"/>
                    <a:pt x="2566" y="19311"/>
                    <a:pt x="7701" y="11611"/>
                  </a:cubicBezTo>
                  <a:cubicBezTo>
                    <a:pt x="12874" y="3870"/>
                    <a:pt x="20341" y="0"/>
                    <a:pt x="30104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10D776A9-B398-AB9C-D326-87AF734B7562}"/>
                </a:ext>
              </a:extLst>
            </p:cNvPr>
            <p:cNvSpPr/>
            <p:nvPr/>
          </p:nvSpPr>
          <p:spPr>
            <a:xfrm>
              <a:off x="4192970" y="1658560"/>
              <a:ext cx="55305" cy="88675"/>
            </a:xfrm>
            <a:custGeom>
              <a:avLst/>
              <a:gdLst>
                <a:gd name="connsiteX0" fmla="*/ 14175 w 55305"/>
                <a:gd name="connsiteY0" fmla="*/ 78758 h 88675"/>
                <a:gd name="connsiteX1" fmla="*/ 55305 w 55305"/>
                <a:gd name="connsiteY1" fmla="*/ 78758 h 88675"/>
                <a:gd name="connsiteX2" fmla="*/ 55305 w 55305"/>
                <a:gd name="connsiteY2" fmla="*/ 88676 h 88675"/>
                <a:gd name="connsiteX3" fmla="*/ 0 w 55305"/>
                <a:gd name="connsiteY3" fmla="*/ 88676 h 88675"/>
                <a:gd name="connsiteX4" fmla="*/ 0 w 55305"/>
                <a:gd name="connsiteY4" fmla="*/ 78758 h 88675"/>
                <a:gd name="connsiteX5" fmla="*/ 18260 w 55305"/>
                <a:gd name="connsiteY5" fmla="*/ 60148 h 88675"/>
                <a:gd name="connsiteX6" fmla="*/ 32844 w 55305"/>
                <a:gd name="connsiteY6" fmla="*/ 45038 h 88675"/>
                <a:gd name="connsiteX7" fmla="*/ 40721 w 55305"/>
                <a:gd name="connsiteY7" fmla="*/ 34304 h 88675"/>
                <a:gd name="connsiteX8" fmla="*/ 42996 w 55305"/>
                <a:gd name="connsiteY8" fmla="*/ 25611 h 88675"/>
                <a:gd name="connsiteX9" fmla="*/ 38095 w 55305"/>
                <a:gd name="connsiteY9" fmla="*/ 14293 h 88675"/>
                <a:gd name="connsiteX10" fmla="*/ 25436 w 55305"/>
                <a:gd name="connsiteY10" fmla="*/ 9918 h 88675"/>
                <a:gd name="connsiteX11" fmla="*/ 13709 w 55305"/>
                <a:gd name="connsiteY11" fmla="*/ 11843 h 88675"/>
                <a:gd name="connsiteX12" fmla="*/ 583 w 55305"/>
                <a:gd name="connsiteY12" fmla="*/ 17677 h 88675"/>
                <a:gd name="connsiteX13" fmla="*/ 583 w 55305"/>
                <a:gd name="connsiteY13" fmla="*/ 5775 h 88675"/>
                <a:gd name="connsiteX14" fmla="*/ 13885 w 55305"/>
                <a:gd name="connsiteY14" fmla="*/ 1458 h 88675"/>
                <a:gd name="connsiteX15" fmla="*/ 25201 w 55305"/>
                <a:gd name="connsiteY15" fmla="*/ 0 h 88675"/>
                <a:gd name="connsiteX16" fmla="*/ 46788 w 55305"/>
                <a:gd name="connsiteY16" fmla="*/ 6767 h 88675"/>
                <a:gd name="connsiteX17" fmla="*/ 54838 w 55305"/>
                <a:gd name="connsiteY17" fmla="*/ 24853 h 88675"/>
                <a:gd name="connsiteX18" fmla="*/ 52796 w 55305"/>
                <a:gd name="connsiteY18" fmla="*/ 35062 h 88675"/>
                <a:gd name="connsiteX19" fmla="*/ 45505 w 55305"/>
                <a:gd name="connsiteY19" fmla="*/ 46380 h 88675"/>
                <a:gd name="connsiteX20" fmla="*/ 36229 w 55305"/>
                <a:gd name="connsiteY20" fmla="*/ 56181 h 88675"/>
                <a:gd name="connsiteX21" fmla="*/ 14175 w 55305"/>
                <a:gd name="connsiteY21" fmla="*/ 78758 h 8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5305" h="88675">
                  <a:moveTo>
                    <a:pt x="14175" y="78758"/>
                  </a:moveTo>
                  <a:lnTo>
                    <a:pt x="55305" y="78758"/>
                  </a:lnTo>
                  <a:lnTo>
                    <a:pt x="55305" y="88676"/>
                  </a:lnTo>
                  <a:lnTo>
                    <a:pt x="0" y="88676"/>
                  </a:lnTo>
                  <a:lnTo>
                    <a:pt x="0" y="78758"/>
                  </a:lnTo>
                  <a:cubicBezTo>
                    <a:pt x="4472" y="74130"/>
                    <a:pt x="10559" y="67927"/>
                    <a:pt x="18260" y="60148"/>
                  </a:cubicBezTo>
                  <a:cubicBezTo>
                    <a:pt x="25999" y="52331"/>
                    <a:pt x="30861" y="47294"/>
                    <a:pt x="32844" y="45038"/>
                  </a:cubicBezTo>
                  <a:cubicBezTo>
                    <a:pt x="36618" y="40799"/>
                    <a:pt x="39243" y="37221"/>
                    <a:pt x="40721" y="34304"/>
                  </a:cubicBezTo>
                  <a:cubicBezTo>
                    <a:pt x="42237" y="31348"/>
                    <a:pt x="42996" y="28450"/>
                    <a:pt x="42996" y="25611"/>
                  </a:cubicBezTo>
                  <a:cubicBezTo>
                    <a:pt x="42996" y="20983"/>
                    <a:pt x="41363" y="17210"/>
                    <a:pt x="38095" y="14293"/>
                  </a:cubicBezTo>
                  <a:cubicBezTo>
                    <a:pt x="34868" y="11376"/>
                    <a:pt x="30648" y="9918"/>
                    <a:pt x="25436" y="9918"/>
                  </a:cubicBezTo>
                  <a:cubicBezTo>
                    <a:pt x="21741" y="9918"/>
                    <a:pt x="17832" y="10559"/>
                    <a:pt x="13709" y="11843"/>
                  </a:cubicBezTo>
                  <a:cubicBezTo>
                    <a:pt x="9626" y="13126"/>
                    <a:pt x="5251" y="15071"/>
                    <a:pt x="583" y="17677"/>
                  </a:cubicBezTo>
                  <a:lnTo>
                    <a:pt x="583" y="5775"/>
                  </a:lnTo>
                  <a:cubicBezTo>
                    <a:pt x="5329" y="3870"/>
                    <a:pt x="9761" y="2431"/>
                    <a:pt x="13885" y="1458"/>
                  </a:cubicBezTo>
                  <a:cubicBezTo>
                    <a:pt x="18008" y="486"/>
                    <a:pt x="21780" y="0"/>
                    <a:pt x="25201" y="0"/>
                  </a:cubicBezTo>
                  <a:cubicBezTo>
                    <a:pt x="34225" y="0"/>
                    <a:pt x="41420" y="2256"/>
                    <a:pt x="46788" y="6767"/>
                  </a:cubicBezTo>
                  <a:cubicBezTo>
                    <a:pt x="52155" y="11279"/>
                    <a:pt x="54838" y="17307"/>
                    <a:pt x="54838" y="24853"/>
                  </a:cubicBezTo>
                  <a:cubicBezTo>
                    <a:pt x="54838" y="28431"/>
                    <a:pt x="54157" y="31834"/>
                    <a:pt x="52796" y="35062"/>
                  </a:cubicBezTo>
                  <a:cubicBezTo>
                    <a:pt x="51474" y="38251"/>
                    <a:pt x="49043" y="42024"/>
                    <a:pt x="45505" y="46380"/>
                  </a:cubicBezTo>
                  <a:cubicBezTo>
                    <a:pt x="44533" y="47508"/>
                    <a:pt x="41441" y="50775"/>
                    <a:pt x="36229" y="56181"/>
                  </a:cubicBezTo>
                  <a:cubicBezTo>
                    <a:pt x="31017" y="61548"/>
                    <a:pt x="23665" y="69074"/>
                    <a:pt x="14175" y="78758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6087AE42-896E-1B2F-A891-80A771731A50}"/>
                </a:ext>
              </a:extLst>
            </p:cNvPr>
            <p:cNvSpPr/>
            <p:nvPr/>
          </p:nvSpPr>
          <p:spPr>
            <a:xfrm>
              <a:off x="4268111" y="1658560"/>
              <a:ext cx="60207" cy="90367"/>
            </a:xfrm>
            <a:custGeom>
              <a:avLst/>
              <a:gdLst>
                <a:gd name="connsiteX0" fmla="*/ 30104 w 60207"/>
                <a:gd name="connsiteY0" fmla="*/ 9334 h 90367"/>
                <a:gd name="connsiteX1" fmla="*/ 16393 w 60207"/>
                <a:gd name="connsiteY1" fmla="*/ 18319 h 90367"/>
                <a:gd name="connsiteX2" fmla="*/ 11844 w 60207"/>
                <a:gd name="connsiteY2" fmla="*/ 45213 h 90367"/>
                <a:gd name="connsiteX3" fmla="*/ 16393 w 60207"/>
                <a:gd name="connsiteY3" fmla="*/ 72108 h 90367"/>
                <a:gd name="connsiteX4" fmla="*/ 30104 w 60207"/>
                <a:gd name="connsiteY4" fmla="*/ 81033 h 90367"/>
                <a:gd name="connsiteX5" fmla="*/ 43814 w 60207"/>
                <a:gd name="connsiteY5" fmla="*/ 72108 h 90367"/>
                <a:gd name="connsiteX6" fmla="*/ 48423 w 60207"/>
                <a:gd name="connsiteY6" fmla="*/ 45213 h 90367"/>
                <a:gd name="connsiteX7" fmla="*/ 43814 w 60207"/>
                <a:gd name="connsiteY7" fmla="*/ 18319 h 90367"/>
                <a:gd name="connsiteX8" fmla="*/ 30104 w 60207"/>
                <a:gd name="connsiteY8" fmla="*/ 9334 h 90367"/>
                <a:gd name="connsiteX9" fmla="*/ 30104 w 60207"/>
                <a:gd name="connsiteY9" fmla="*/ 0 h 90367"/>
                <a:gd name="connsiteX10" fmla="*/ 52448 w 60207"/>
                <a:gd name="connsiteY10" fmla="*/ 11609 h 90367"/>
                <a:gd name="connsiteX11" fmla="*/ 60207 w 60207"/>
                <a:gd name="connsiteY11" fmla="*/ 45213 h 90367"/>
                <a:gd name="connsiteX12" fmla="*/ 52448 w 60207"/>
                <a:gd name="connsiteY12" fmla="*/ 78817 h 90367"/>
                <a:gd name="connsiteX13" fmla="*/ 30104 w 60207"/>
                <a:gd name="connsiteY13" fmla="*/ 90368 h 90367"/>
                <a:gd name="connsiteX14" fmla="*/ 7701 w 60207"/>
                <a:gd name="connsiteY14" fmla="*/ 78817 h 90367"/>
                <a:gd name="connsiteX15" fmla="*/ 0 w 60207"/>
                <a:gd name="connsiteY15" fmla="*/ 45213 h 90367"/>
                <a:gd name="connsiteX16" fmla="*/ 7701 w 60207"/>
                <a:gd name="connsiteY16" fmla="*/ 11609 h 90367"/>
                <a:gd name="connsiteX17" fmla="*/ 30104 w 60207"/>
                <a:gd name="connsiteY17" fmla="*/ 0 h 9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207" h="90367">
                  <a:moveTo>
                    <a:pt x="30104" y="9334"/>
                  </a:moveTo>
                  <a:cubicBezTo>
                    <a:pt x="24036" y="9334"/>
                    <a:pt x="19465" y="12329"/>
                    <a:pt x="16393" y="18319"/>
                  </a:cubicBezTo>
                  <a:cubicBezTo>
                    <a:pt x="13360" y="24269"/>
                    <a:pt x="11844" y="33234"/>
                    <a:pt x="11844" y="45213"/>
                  </a:cubicBezTo>
                  <a:cubicBezTo>
                    <a:pt x="11844" y="57153"/>
                    <a:pt x="13360" y="66118"/>
                    <a:pt x="16393" y="72108"/>
                  </a:cubicBezTo>
                  <a:cubicBezTo>
                    <a:pt x="19465" y="78058"/>
                    <a:pt x="24036" y="81033"/>
                    <a:pt x="30104" y="81033"/>
                  </a:cubicBezTo>
                  <a:cubicBezTo>
                    <a:pt x="36210" y="81033"/>
                    <a:pt x="40780" y="78058"/>
                    <a:pt x="43814" y="72108"/>
                  </a:cubicBezTo>
                  <a:cubicBezTo>
                    <a:pt x="46886" y="66118"/>
                    <a:pt x="48423" y="57153"/>
                    <a:pt x="48423" y="45213"/>
                  </a:cubicBezTo>
                  <a:cubicBezTo>
                    <a:pt x="48423" y="33234"/>
                    <a:pt x="46886" y="24269"/>
                    <a:pt x="43814" y="18319"/>
                  </a:cubicBezTo>
                  <a:cubicBezTo>
                    <a:pt x="40780" y="12329"/>
                    <a:pt x="36210" y="9334"/>
                    <a:pt x="30104" y="9334"/>
                  </a:cubicBezTo>
                  <a:moveTo>
                    <a:pt x="30104" y="0"/>
                  </a:moveTo>
                  <a:cubicBezTo>
                    <a:pt x="39866" y="0"/>
                    <a:pt x="47314" y="3870"/>
                    <a:pt x="52448" y="11609"/>
                  </a:cubicBezTo>
                  <a:cubicBezTo>
                    <a:pt x="57621" y="19310"/>
                    <a:pt x="60207" y="30512"/>
                    <a:pt x="60207" y="45213"/>
                  </a:cubicBezTo>
                  <a:cubicBezTo>
                    <a:pt x="60207" y="59876"/>
                    <a:pt x="57621" y="71077"/>
                    <a:pt x="52448" y="78817"/>
                  </a:cubicBezTo>
                  <a:cubicBezTo>
                    <a:pt x="47314" y="86517"/>
                    <a:pt x="39866" y="90368"/>
                    <a:pt x="30104" y="90368"/>
                  </a:cubicBezTo>
                  <a:cubicBezTo>
                    <a:pt x="20341" y="90368"/>
                    <a:pt x="12874" y="86517"/>
                    <a:pt x="7701" y="78817"/>
                  </a:cubicBezTo>
                  <a:cubicBezTo>
                    <a:pt x="2566" y="71077"/>
                    <a:pt x="0" y="59876"/>
                    <a:pt x="0" y="45213"/>
                  </a:cubicBezTo>
                  <a:cubicBezTo>
                    <a:pt x="0" y="30512"/>
                    <a:pt x="2566" y="19310"/>
                    <a:pt x="7701" y="11609"/>
                  </a:cubicBezTo>
                  <a:cubicBezTo>
                    <a:pt x="12874" y="3870"/>
                    <a:pt x="20341" y="0"/>
                    <a:pt x="30104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50F16D76-6185-803A-7869-FDD3D856A038}"/>
                </a:ext>
              </a:extLst>
            </p:cNvPr>
            <p:cNvSpPr/>
            <p:nvPr/>
          </p:nvSpPr>
          <p:spPr>
            <a:xfrm>
              <a:off x="3940342" y="2630005"/>
              <a:ext cx="89390" cy="63754"/>
            </a:xfrm>
            <a:custGeom>
              <a:avLst/>
              <a:gdLst>
                <a:gd name="connsiteX0" fmla="*/ 5262 w 89390"/>
                <a:gd name="connsiteY0" fmla="*/ 0 h 63754"/>
                <a:gd name="connsiteX1" fmla="*/ 8433 w 89390"/>
                <a:gd name="connsiteY1" fmla="*/ 608 h 63754"/>
                <a:gd name="connsiteX2" fmla="*/ 61190 w 89390"/>
                <a:gd name="connsiteY2" fmla="*/ 13831 h 63754"/>
                <a:gd name="connsiteX3" fmla="*/ 81159 w 89390"/>
                <a:gd name="connsiteY3" fmla="*/ 26176 h 63754"/>
                <a:gd name="connsiteX4" fmla="*/ 89390 w 89390"/>
                <a:gd name="connsiteY4" fmla="*/ 46213 h 63754"/>
                <a:gd name="connsiteX5" fmla="*/ 85949 w 89390"/>
                <a:gd name="connsiteY5" fmla="*/ 56738 h 63754"/>
                <a:gd name="connsiteX6" fmla="*/ 77381 w 89390"/>
                <a:gd name="connsiteY6" fmla="*/ 60852 h 63754"/>
                <a:gd name="connsiteX7" fmla="*/ 70568 w 89390"/>
                <a:gd name="connsiteY7" fmla="*/ 58424 h 63754"/>
                <a:gd name="connsiteX8" fmla="*/ 68409 w 89390"/>
                <a:gd name="connsiteY8" fmla="*/ 53094 h 63754"/>
                <a:gd name="connsiteX9" fmla="*/ 68679 w 89390"/>
                <a:gd name="connsiteY9" fmla="*/ 51139 h 63754"/>
                <a:gd name="connsiteX10" fmla="*/ 70095 w 89390"/>
                <a:gd name="connsiteY10" fmla="*/ 49048 h 63754"/>
                <a:gd name="connsiteX11" fmla="*/ 73199 w 89390"/>
                <a:gd name="connsiteY11" fmla="*/ 47967 h 63754"/>
                <a:gd name="connsiteX12" fmla="*/ 78866 w 89390"/>
                <a:gd name="connsiteY12" fmla="*/ 50734 h 63754"/>
                <a:gd name="connsiteX13" fmla="*/ 80282 w 89390"/>
                <a:gd name="connsiteY13" fmla="*/ 53365 h 63754"/>
                <a:gd name="connsiteX14" fmla="*/ 80552 w 89390"/>
                <a:gd name="connsiteY14" fmla="*/ 56670 h 63754"/>
                <a:gd name="connsiteX15" fmla="*/ 83723 w 89390"/>
                <a:gd name="connsiteY15" fmla="*/ 54376 h 63754"/>
                <a:gd name="connsiteX16" fmla="*/ 85477 w 89390"/>
                <a:gd name="connsiteY16" fmla="*/ 51206 h 63754"/>
                <a:gd name="connsiteX17" fmla="*/ 86152 w 89390"/>
                <a:gd name="connsiteY17" fmla="*/ 48440 h 63754"/>
                <a:gd name="connsiteX18" fmla="*/ 86354 w 89390"/>
                <a:gd name="connsiteY18" fmla="*/ 46213 h 63754"/>
                <a:gd name="connsiteX19" fmla="*/ 77651 w 89390"/>
                <a:gd name="connsiteY19" fmla="*/ 30966 h 63754"/>
                <a:gd name="connsiteX20" fmla="*/ 72389 w 89390"/>
                <a:gd name="connsiteY20" fmla="*/ 27593 h 63754"/>
                <a:gd name="connsiteX21" fmla="*/ 66655 w 89390"/>
                <a:gd name="connsiteY21" fmla="*/ 25030 h 63754"/>
                <a:gd name="connsiteX22" fmla="*/ 61865 w 89390"/>
                <a:gd name="connsiteY22" fmla="*/ 23477 h 63754"/>
                <a:gd name="connsiteX23" fmla="*/ 56333 w 89390"/>
                <a:gd name="connsiteY23" fmla="*/ 21994 h 63754"/>
                <a:gd name="connsiteX24" fmla="*/ 62607 w 89390"/>
                <a:gd name="connsiteY24" fmla="*/ 35959 h 63754"/>
                <a:gd name="connsiteX25" fmla="*/ 61730 w 89390"/>
                <a:gd name="connsiteY25" fmla="*/ 42099 h 63754"/>
                <a:gd name="connsiteX26" fmla="*/ 59031 w 89390"/>
                <a:gd name="connsiteY26" fmla="*/ 47427 h 63754"/>
                <a:gd name="connsiteX27" fmla="*/ 53836 w 89390"/>
                <a:gd name="connsiteY27" fmla="*/ 51408 h 63754"/>
                <a:gd name="connsiteX28" fmla="*/ 46145 w 89390"/>
                <a:gd name="connsiteY28" fmla="*/ 52825 h 63754"/>
                <a:gd name="connsiteX29" fmla="*/ 35149 w 89390"/>
                <a:gd name="connsiteY29" fmla="*/ 51003 h 63754"/>
                <a:gd name="connsiteX30" fmla="*/ 17136 w 89390"/>
                <a:gd name="connsiteY30" fmla="*/ 44796 h 63754"/>
                <a:gd name="connsiteX31" fmla="*/ 7421 w 89390"/>
                <a:gd name="connsiteY31" fmla="*/ 42436 h 63754"/>
                <a:gd name="connsiteX32" fmla="*/ 4925 w 89390"/>
                <a:gd name="connsiteY32" fmla="*/ 42773 h 63754"/>
                <a:gd name="connsiteX33" fmla="*/ 3576 w 89390"/>
                <a:gd name="connsiteY33" fmla="*/ 43785 h 63754"/>
                <a:gd name="connsiteX34" fmla="*/ 3103 w 89390"/>
                <a:gd name="connsiteY34" fmla="*/ 44864 h 63754"/>
                <a:gd name="connsiteX35" fmla="*/ 3036 w 89390"/>
                <a:gd name="connsiteY35" fmla="*/ 45876 h 63754"/>
                <a:gd name="connsiteX36" fmla="*/ 7084 w 89390"/>
                <a:gd name="connsiteY36" fmla="*/ 53567 h 63754"/>
                <a:gd name="connsiteX37" fmla="*/ 20172 w 89390"/>
                <a:gd name="connsiteY37" fmla="*/ 59842 h 63754"/>
                <a:gd name="connsiteX38" fmla="*/ 22263 w 89390"/>
                <a:gd name="connsiteY38" fmla="*/ 60719 h 63754"/>
                <a:gd name="connsiteX39" fmla="*/ 22668 w 89390"/>
                <a:gd name="connsiteY39" fmla="*/ 62068 h 63754"/>
                <a:gd name="connsiteX40" fmla="*/ 21251 w 89390"/>
                <a:gd name="connsiteY40" fmla="*/ 63754 h 63754"/>
                <a:gd name="connsiteX41" fmla="*/ 18620 w 89390"/>
                <a:gd name="connsiteY41" fmla="*/ 63147 h 63754"/>
                <a:gd name="connsiteX42" fmla="*/ 13291 w 89390"/>
                <a:gd name="connsiteY42" fmla="*/ 61123 h 63754"/>
                <a:gd name="connsiteX43" fmla="*/ 7151 w 89390"/>
                <a:gd name="connsiteY43" fmla="*/ 57615 h 63754"/>
                <a:gd name="connsiteX44" fmla="*/ 2091 w 89390"/>
                <a:gd name="connsiteY44" fmla="*/ 52420 h 63754"/>
                <a:gd name="connsiteX45" fmla="*/ 0 w 89390"/>
                <a:gd name="connsiteY45" fmla="*/ 45472 h 63754"/>
                <a:gd name="connsiteX46" fmla="*/ 3306 w 89390"/>
                <a:gd name="connsiteY46" fmla="*/ 37309 h 63754"/>
                <a:gd name="connsiteX47" fmla="*/ 11334 w 89390"/>
                <a:gd name="connsiteY47" fmla="*/ 34138 h 63754"/>
                <a:gd name="connsiteX48" fmla="*/ 15044 w 89390"/>
                <a:gd name="connsiteY48" fmla="*/ 34678 h 63754"/>
                <a:gd name="connsiteX49" fmla="*/ 21251 w 89390"/>
                <a:gd name="connsiteY49" fmla="*/ 36903 h 63754"/>
                <a:gd name="connsiteX50" fmla="*/ 48372 w 89390"/>
                <a:gd name="connsiteY50" fmla="*/ 43987 h 63754"/>
                <a:gd name="connsiteX51" fmla="*/ 52352 w 89390"/>
                <a:gd name="connsiteY51" fmla="*/ 43650 h 63754"/>
                <a:gd name="connsiteX52" fmla="*/ 55860 w 89390"/>
                <a:gd name="connsiteY52" fmla="*/ 42368 h 63754"/>
                <a:gd name="connsiteX53" fmla="*/ 58559 w 89390"/>
                <a:gd name="connsiteY53" fmla="*/ 39737 h 63754"/>
                <a:gd name="connsiteX54" fmla="*/ 59503 w 89390"/>
                <a:gd name="connsiteY54" fmla="*/ 35419 h 63754"/>
                <a:gd name="connsiteX55" fmla="*/ 58019 w 89390"/>
                <a:gd name="connsiteY55" fmla="*/ 29280 h 63754"/>
                <a:gd name="connsiteX56" fmla="*/ 54376 w 89390"/>
                <a:gd name="connsiteY56" fmla="*/ 24355 h 63754"/>
                <a:gd name="connsiteX57" fmla="*/ 50531 w 89390"/>
                <a:gd name="connsiteY57" fmla="*/ 21251 h 63754"/>
                <a:gd name="connsiteX58" fmla="*/ 47765 w 89390"/>
                <a:gd name="connsiteY58" fmla="*/ 19768 h 63754"/>
                <a:gd name="connsiteX59" fmla="*/ 22938 w 89390"/>
                <a:gd name="connsiteY59" fmla="*/ 13561 h 63754"/>
                <a:gd name="connsiteX60" fmla="*/ 11874 w 89390"/>
                <a:gd name="connsiteY60" fmla="*/ 10794 h 63754"/>
                <a:gd name="connsiteX61" fmla="*/ 4385 w 89390"/>
                <a:gd name="connsiteY61" fmla="*/ 8906 h 63754"/>
                <a:gd name="connsiteX62" fmla="*/ 2226 w 89390"/>
                <a:gd name="connsiteY62" fmla="*/ 6679 h 63754"/>
                <a:gd name="connsiteX63" fmla="*/ 1484 w 89390"/>
                <a:gd name="connsiteY63" fmla="*/ 4048 h 63754"/>
                <a:gd name="connsiteX64" fmla="*/ 2496 w 89390"/>
                <a:gd name="connsiteY64" fmla="*/ 1215 h 63754"/>
                <a:gd name="connsiteX65" fmla="*/ 5262 w 89390"/>
                <a:gd name="connsiteY65" fmla="*/ 0 h 6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89390" h="63754">
                  <a:moveTo>
                    <a:pt x="5262" y="0"/>
                  </a:moveTo>
                  <a:cubicBezTo>
                    <a:pt x="5892" y="0"/>
                    <a:pt x="6949" y="203"/>
                    <a:pt x="8433" y="608"/>
                  </a:cubicBezTo>
                  <a:lnTo>
                    <a:pt x="61190" y="13831"/>
                  </a:lnTo>
                  <a:cubicBezTo>
                    <a:pt x="69016" y="15765"/>
                    <a:pt x="75672" y="19880"/>
                    <a:pt x="81159" y="26176"/>
                  </a:cubicBezTo>
                  <a:cubicBezTo>
                    <a:pt x="86647" y="32428"/>
                    <a:pt x="89390" y="39108"/>
                    <a:pt x="89390" y="46213"/>
                  </a:cubicBezTo>
                  <a:cubicBezTo>
                    <a:pt x="89390" y="50486"/>
                    <a:pt x="88243" y="53994"/>
                    <a:pt x="85949" y="56738"/>
                  </a:cubicBezTo>
                  <a:cubicBezTo>
                    <a:pt x="83701" y="59481"/>
                    <a:pt x="80845" y="60852"/>
                    <a:pt x="77381" y="60852"/>
                  </a:cubicBezTo>
                  <a:cubicBezTo>
                    <a:pt x="74323" y="60852"/>
                    <a:pt x="72052" y="60043"/>
                    <a:pt x="70568" y="58424"/>
                  </a:cubicBezTo>
                  <a:cubicBezTo>
                    <a:pt x="69128" y="56806"/>
                    <a:pt x="68409" y="55028"/>
                    <a:pt x="68409" y="53094"/>
                  </a:cubicBezTo>
                  <a:cubicBezTo>
                    <a:pt x="68409" y="52465"/>
                    <a:pt x="68499" y="51813"/>
                    <a:pt x="68679" y="51139"/>
                  </a:cubicBezTo>
                  <a:cubicBezTo>
                    <a:pt x="68858" y="50463"/>
                    <a:pt x="69331" y="49766"/>
                    <a:pt x="70095" y="49048"/>
                  </a:cubicBezTo>
                  <a:cubicBezTo>
                    <a:pt x="70860" y="48327"/>
                    <a:pt x="71894" y="47967"/>
                    <a:pt x="73199" y="47967"/>
                  </a:cubicBezTo>
                  <a:cubicBezTo>
                    <a:pt x="75312" y="47967"/>
                    <a:pt x="77202" y="48889"/>
                    <a:pt x="78866" y="50734"/>
                  </a:cubicBezTo>
                  <a:cubicBezTo>
                    <a:pt x="79630" y="51634"/>
                    <a:pt x="80103" y="52511"/>
                    <a:pt x="80282" y="53365"/>
                  </a:cubicBezTo>
                  <a:cubicBezTo>
                    <a:pt x="80462" y="54175"/>
                    <a:pt x="80552" y="55276"/>
                    <a:pt x="80552" y="56670"/>
                  </a:cubicBezTo>
                  <a:cubicBezTo>
                    <a:pt x="81812" y="56130"/>
                    <a:pt x="82869" y="55365"/>
                    <a:pt x="83723" y="54376"/>
                  </a:cubicBezTo>
                  <a:cubicBezTo>
                    <a:pt x="84578" y="53387"/>
                    <a:pt x="85162" y="52331"/>
                    <a:pt x="85477" y="51206"/>
                  </a:cubicBezTo>
                  <a:cubicBezTo>
                    <a:pt x="85837" y="50082"/>
                    <a:pt x="86062" y="49158"/>
                    <a:pt x="86152" y="48440"/>
                  </a:cubicBezTo>
                  <a:cubicBezTo>
                    <a:pt x="86287" y="47675"/>
                    <a:pt x="86354" y="46933"/>
                    <a:pt x="86354" y="46213"/>
                  </a:cubicBezTo>
                  <a:cubicBezTo>
                    <a:pt x="86354" y="40457"/>
                    <a:pt x="83453" y="35375"/>
                    <a:pt x="77651" y="30966"/>
                  </a:cubicBezTo>
                  <a:cubicBezTo>
                    <a:pt x="75897" y="29663"/>
                    <a:pt x="74143" y="28538"/>
                    <a:pt x="72389" y="27593"/>
                  </a:cubicBezTo>
                  <a:cubicBezTo>
                    <a:pt x="70680" y="26604"/>
                    <a:pt x="68769" y="25749"/>
                    <a:pt x="66655" y="25030"/>
                  </a:cubicBezTo>
                  <a:cubicBezTo>
                    <a:pt x="64586" y="24310"/>
                    <a:pt x="62989" y="23793"/>
                    <a:pt x="61865" y="23477"/>
                  </a:cubicBezTo>
                  <a:cubicBezTo>
                    <a:pt x="60740" y="23119"/>
                    <a:pt x="58896" y="22623"/>
                    <a:pt x="56333" y="21994"/>
                  </a:cubicBezTo>
                  <a:cubicBezTo>
                    <a:pt x="60515" y="26176"/>
                    <a:pt x="62607" y="30831"/>
                    <a:pt x="62607" y="35959"/>
                  </a:cubicBezTo>
                  <a:cubicBezTo>
                    <a:pt x="62607" y="38118"/>
                    <a:pt x="62314" y="40165"/>
                    <a:pt x="61730" y="42099"/>
                  </a:cubicBezTo>
                  <a:cubicBezTo>
                    <a:pt x="61145" y="43987"/>
                    <a:pt x="60245" y="45764"/>
                    <a:pt x="59031" y="47427"/>
                  </a:cubicBezTo>
                  <a:cubicBezTo>
                    <a:pt x="57772" y="49092"/>
                    <a:pt x="56040" y="50419"/>
                    <a:pt x="53836" y="51408"/>
                  </a:cubicBezTo>
                  <a:cubicBezTo>
                    <a:pt x="51633" y="52353"/>
                    <a:pt x="49069" y="52825"/>
                    <a:pt x="46145" y="52825"/>
                  </a:cubicBezTo>
                  <a:cubicBezTo>
                    <a:pt x="43042" y="52825"/>
                    <a:pt x="39377" y="52217"/>
                    <a:pt x="35149" y="51003"/>
                  </a:cubicBezTo>
                  <a:cubicBezTo>
                    <a:pt x="30921" y="49789"/>
                    <a:pt x="24917" y="47720"/>
                    <a:pt x="17136" y="44796"/>
                  </a:cubicBezTo>
                  <a:cubicBezTo>
                    <a:pt x="12773" y="43222"/>
                    <a:pt x="9535" y="42436"/>
                    <a:pt x="7421" y="42436"/>
                  </a:cubicBezTo>
                  <a:cubicBezTo>
                    <a:pt x="6387" y="42436"/>
                    <a:pt x="5555" y="42548"/>
                    <a:pt x="4925" y="42773"/>
                  </a:cubicBezTo>
                  <a:cubicBezTo>
                    <a:pt x="4250" y="42997"/>
                    <a:pt x="3800" y="43334"/>
                    <a:pt x="3576" y="43785"/>
                  </a:cubicBezTo>
                  <a:cubicBezTo>
                    <a:pt x="3306" y="44234"/>
                    <a:pt x="3148" y="44595"/>
                    <a:pt x="3103" y="44864"/>
                  </a:cubicBezTo>
                  <a:cubicBezTo>
                    <a:pt x="3058" y="45089"/>
                    <a:pt x="3036" y="45426"/>
                    <a:pt x="3036" y="45876"/>
                  </a:cubicBezTo>
                  <a:cubicBezTo>
                    <a:pt x="3036" y="48531"/>
                    <a:pt x="4385" y="51094"/>
                    <a:pt x="7084" y="53567"/>
                  </a:cubicBezTo>
                  <a:cubicBezTo>
                    <a:pt x="9782" y="56041"/>
                    <a:pt x="14145" y="58132"/>
                    <a:pt x="20172" y="59842"/>
                  </a:cubicBezTo>
                  <a:cubicBezTo>
                    <a:pt x="21296" y="60200"/>
                    <a:pt x="21993" y="60492"/>
                    <a:pt x="22263" y="60719"/>
                  </a:cubicBezTo>
                  <a:cubicBezTo>
                    <a:pt x="22533" y="60943"/>
                    <a:pt x="22668" y="61393"/>
                    <a:pt x="22668" y="62068"/>
                  </a:cubicBezTo>
                  <a:cubicBezTo>
                    <a:pt x="22623" y="63193"/>
                    <a:pt x="22151" y="63754"/>
                    <a:pt x="21251" y="63754"/>
                  </a:cubicBezTo>
                  <a:cubicBezTo>
                    <a:pt x="20891" y="63754"/>
                    <a:pt x="20014" y="63551"/>
                    <a:pt x="18620" y="63147"/>
                  </a:cubicBezTo>
                  <a:cubicBezTo>
                    <a:pt x="17181" y="62742"/>
                    <a:pt x="15404" y="62068"/>
                    <a:pt x="13291" y="61123"/>
                  </a:cubicBezTo>
                  <a:cubicBezTo>
                    <a:pt x="11132" y="60134"/>
                    <a:pt x="9085" y="58964"/>
                    <a:pt x="7151" y="57615"/>
                  </a:cubicBezTo>
                  <a:cubicBezTo>
                    <a:pt x="5172" y="56266"/>
                    <a:pt x="3486" y="54533"/>
                    <a:pt x="2091" y="52420"/>
                  </a:cubicBezTo>
                  <a:cubicBezTo>
                    <a:pt x="697" y="50262"/>
                    <a:pt x="0" y="47944"/>
                    <a:pt x="0" y="45472"/>
                  </a:cubicBezTo>
                  <a:cubicBezTo>
                    <a:pt x="0" y="42097"/>
                    <a:pt x="1102" y="39377"/>
                    <a:pt x="3306" y="37309"/>
                  </a:cubicBezTo>
                  <a:cubicBezTo>
                    <a:pt x="5465" y="35195"/>
                    <a:pt x="8141" y="34138"/>
                    <a:pt x="11334" y="34138"/>
                  </a:cubicBezTo>
                  <a:cubicBezTo>
                    <a:pt x="12638" y="34138"/>
                    <a:pt x="13875" y="34318"/>
                    <a:pt x="15044" y="34678"/>
                  </a:cubicBezTo>
                  <a:cubicBezTo>
                    <a:pt x="16169" y="34992"/>
                    <a:pt x="18238" y="35733"/>
                    <a:pt x="21251" y="36903"/>
                  </a:cubicBezTo>
                  <a:cubicBezTo>
                    <a:pt x="33395" y="41625"/>
                    <a:pt x="42435" y="43987"/>
                    <a:pt x="48372" y="43987"/>
                  </a:cubicBezTo>
                  <a:cubicBezTo>
                    <a:pt x="49811" y="43987"/>
                    <a:pt x="51138" y="43874"/>
                    <a:pt x="52352" y="43650"/>
                  </a:cubicBezTo>
                  <a:cubicBezTo>
                    <a:pt x="53522" y="43381"/>
                    <a:pt x="54691" y="42953"/>
                    <a:pt x="55860" y="42368"/>
                  </a:cubicBezTo>
                  <a:cubicBezTo>
                    <a:pt x="56985" y="41783"/>
                    <a:pt x="57884" y="40906"/>
                    <a:pt x="58559" y="39737"/>
                  </a:cubicBezTo>
                  <a:cubicBezTo>
                    <a:pt x="59189" y="38523"/>
                    <a:pt x="59503" y="37083"/>
                    <a:pt x="59503" y="35419"/>
                  </a:cubicBezTo>
                  <a:cubicBezTo>
                    <a:pt x="59503" y="33305"/>
                    <a:pt x="59009" y="31259"/>
                    <a:pt x="58019" y="29280"/>
                  </a:cubicBezTo>
                  <a:cubicBezTo>
                    <a:pt x="56985" y="27256"/>
                    <a:pt x="55770" y="25615"/>
                    <a:pt x="54376" y="24355"/>
                  </a:cubicBezTo>
                  <a:cubicBezTo>
                    <a:pt x="52982" y="23051"/>
                    <a:pt x="51700" y="22016"/>
                    <a:pt x="50531" y="21251"/>
                  </a:cubicBezTo>
                  <a:cubicBezTo>
                    <a:pt x="49316" y="20442"/>
                    <a:pt x="48394" y="19948"/>
                    <a:pt x="47765" y="19768"/>
                  </a:cubicBezTo>
                  <a:lnTo>
                    <a:pt x="22938" y="13561"/>
                  </a:lnTo>
                  <a:lnTo>
                    <a:pt x="11874" y="10794"/>
                  </a:lnTo>
                  <a:cubicBezTo>
                    <a:pt x="7871" y="9940"/>
                    <a:pt x="5375" y="9311"/>
                    <a:pt x="4385" y="8906"/>
                  </a:cubicBezTo>
                  <a:cubicBezTo>
                    <a:pt x="3441" y="8366"/>
                    <a:pt x="2721" y="7624"/>
                    <a:pt x="2226" y="6679"/>
                  </a:cubicBezTo>
                  <a:cubicBezTo>
                    <a:pt x="1732" y="5735"/>
                    <a:pt x="1484" y="4858"/>
                    <a:pt x="1484" y="4048"/>
                  </a:cubicBezTo>
                  <a:cubicBezTo>
                    <a:pt x="1484" y="2923"/>
                    <a:pt x="1822" y="1980"/>
                    <a:pt x="2496" y="1215"/>
                  </a:cubicBezTo>
                  <a:cubicBezTo>
                    <a:pt x="3171" y="405"/>
                    <a:pt x="4093" y="0"/>
                    <a:pt x="5262" y="0"/>
                  </a:cubicBez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58" name="Freeform 457">
            <a:extLst>
              <a:ext uri="{FF2B5EF4-FFF2-40B4-BE49-F238E27FC236}">
                <a16:creationId xmlns:a16="http://schemas.microsoft.com/office/drawing/2014/main" id="{76A102DE-5A37-3B59-062E-8F4B7D5ED09B}"/>
              </a:ext>
            </a:extLst>
          </p:cNvPr>
          <p:cNvSpPr/>
          <p:nvPr/>
        </p:nvSpPr>
        <p:spPr>
          <a:xfrm>
            <a:off x="4462502" y="2325453"/>
            <a:ext cx="2744608" cy="962546"/>
          </a:xfrm>
          <a:custGeom>
            <a:avLst/>
            <a:gdLst>
              <a:gd name="connsiteX0" fmla="*/ 0 w 2744608"/>
              <a:gd name="connsiteY0" fmla="*/ 962547 h 962546"/>
              <a:gd name="connsiteX1" fmla="*/ 27723 w 2744608"/>
              <a:gd name="connsiteY1" fmla="*/ 924152 h 962546"/>
              <a:gd name="connsiteX2" fmla="*/ 55446 w 2744608"/>
              <a:gd name="connsiteY2" fmla="*/ 887572 h 962546"/>
              <a:gd name="connsiteX3" fmla="*/ 83169 w 2744608"/>
              <a:gd name="connsiteY3" fmla="*/ 852778 h 962546"/>
              <a:gd name="connsiteX4" fmla="*/ 110892 w 2744608"/>
              <a:gd name="connsiteY4" fmla="*/ 819712 h 962546"/>
              <a:gd name="connsiteX5" fmla="*/ 138617 w 2744608"/>
              <a:gd name="connsiteY5" fmla="*/ 788345 h 962546"/>
              <a:gd name="connsiteX6" fmla="*/ 166340 w 2744608"/>
              <a:gd name="connsiteY6" fmla="*/ 758649 h 962546"/>
              <a:gd name="connsiteX7" fmla="*/ 194063 w 2744608"/>
              <a:gd name="connsiteY7" fmla="*/ 730579 h 962546"/>
              <a:gd name="connsiteX8" fmla="*/ 221786 w 2744608"/>
              <a:gd name="connsiteY8" fmla="*/ 704093 h 962546"/>
              <a:gd name="connsiteX9" fmla="*/ 249509 w 2744608"/>
              <a:gd name="connsiteY9" fmla="*/ 679155 h 962546"/>
              <a:gd name="connsiteX10" fmla="*/ 277234 w 2744608"/>
              <a:gd name="connsiteY10" fmla="*/ 655728 h 962546"/>
              <a:gd name="connsiteX11" fmla="*/ 304957 w 2744608"/>
              <a:gd name="connsiteY11" fmla="*/ 633774 h 962546"/>
              <a:gd name="connsiteX12" fmla="*/ 332680 w 2744608"/>
              <a:gd name="connsiteY12" fmla="*/ 613255 h 962546"/>
              <a:gd name="connsiteX13" fmla="*/ 360403 w 2744608"/>
              <a:gd name="connsiteY13" fmla="*/ 594132 h 962546"/>
              <a:gd name="connsiteX14" fmla="*/ 388126 w 2744608"/>
              <a:gd name="connsiteY14" fmla="*/ 576369 h 962546"/>
              <a:gd name="connsiteX15" fmla="*/ 415851 w 2744608"/>
              <a:gd name="connsiteY15" fmla="*/ 559926 h 962546"/>
              <a:gd name="connsiteX16" fmla="*/ 443574 w 2744608"/>
              <a:gd name="connsiteY16" fmla="*/ 544765 h 962546"/>
              <a:gd name="connsiteX17" fmla="*/ 471297 w 2744608"/>
              <a:gd name="connsiteY17" fmla="*/ 530849 h 962546"/>
              <a:gd name="connsiteX18" fmla="*/ 499020 w 2744608"/>
              <a:gd name="connsiteY18" fmla="*/ 518138 h 962546"/>
              <a:gd name="connsiteX19" fmla="*/ 526743 w 2744608"/>
              <a:gd name="connsiteY19" fmla="*/ 506596 h 962546"/>
              <a:gd name="connsiteX20" fmla="*/ 554467 w 2744608"/>
              <a:gd name="connsiteY20" fmla="*/ 496186 h 962546"/>
              <a:gd name="connsiteX21" fmla="*/ 582190 w 2744608"/>
              <a:gd name="connsiteY21" fmla="*/ 486868 h 962546"/>
              <a:gd name="connsiteX22" fmla="*/ 609914 w 2744608"/>
              <a:gd name="connsiteY22" fmla="*/ 478603 h 962546"/>
              <a:gd name="connsiteX23" fmla="*/ 637637 w 2744608"/>
              <a:gd name="connsiteY23" fmla="*/ 471354 h 962546"/>
              <a:gd name="connsiteX24" fmla="*/ 665360 w 2744608"/>
              <a:gd name="connsiteY24" fmla="*/ 465085 h 962546"/>
              <a:gd name="connsiteX25" fmla="*/ 693083 w 2744608"/>
              <a:gd name="connsiteY25" fmla="*/ 459755 h 962546"/>
              <a:gd name="connsiteX26" fmla="*/ 720807 w 2744608"/>
              <a:gd name="connsiteY26" fmla="*/ 455327 h 962546"/>
              <a:gd name="connsiteX27" fmla="*/ 748530 w 2744608"/>
              <a:gd name="connsiteY27" fmla="*/ 451764 h 962546"/>
              <a:gd name="connsiteX28" fmla="*/ 776253 w 2744608"/>
              <a:gd name="connsiteY28" fmla="*/ 449026 h 962546"/>
              <a:gd name="connsiteX29" fmla="*/ 803977 w 2744608"/>
              <a:gd name="connsiteY29" fmla="*/ 447076 h 962546"/>
              <a:gd name="connsiteX30" fmla="*/ 831700 w 2744608"/>
              <a:gd name="connsiteY30" fmla="*/ 445876 h 962546"/>
              <a:gd name="connsiteX31" fmla="*/ 859424 w 2744608"/>
              <a:gd name="connsiteY31" fmla="*/ 445390 h 962546"/>
              <a:gd name="connsiteX32" fmla="*/ 887147 w 2744608"/>
              <a:gd name="connsiteY32" fmla="*/ 445575 h 962546"/>
              <a:gd name="connsiteX33" fmla="*/ 914870 w 2744608"/>
              <a:gd name="connsiteY33" fmla="*/ 446398 h 962546"/>
              <a:gd name="connsiteX34" fmla="*/ 942593 w 2744608"/>
              <a:gd name="connsiteY34" fmla="*/ 447818 h 962546"/>
              <a:gd name="connsiteX35" fmla="*/ 970316 w 2744608"/>
              <a:gd name="connsiteY35" fmla="*/ 449797 h 962546"/>
              <a:gd name="connsiteX36" fmla="*/ 998039 w 2744608"/>
              <a:gd name="connsiteY36" fmla="*/ 452298 h 962546"/>
              <a:gd name="connsiteX37" fmla="*/ 1025763 w 2744608"/>
              <a:gd name="connsiteY37" fmla="*/ 455284 h 962546"/>
              <a:gd name="connsiteX38" fmla="*/ 1053486 w 2744608"/>
              <a:gd name="connsiteY38" fmla="*/ 458714 h 962546"/>
              <a:gd name="connsiteX39" fmla="*/ 1081209 w 2744608"/>
              <a:gd name="connsiteY39" fmla="*/ 462552 h 962546"/>
              <a:gd name="connsiteX40" fmla="*/ 1108932 w 2744608"/>
              <a:gd name="connsiteY40" fmla="*/ 466760 h 962546"/>
              <a:gd name="connsiteX41" fmla="*/ 1136655 w 2744608"/>
              <a:gd name="connsiteY41" fmla="*/ 471300 h 962546"/>
              <a:gd name="connsiteX42" fmla="*/ 1164378 w 2744608"/>
              <a:gd name="connsiteY42" fmla="*/ 476131 h 962546"/>
              <a:gd name="connsiteX43" fmla="*/ 1192101 w 2744608"/>
              <a:gd name="connsiteY43" fmla="*/ 481219 h 962546"/>
              <a:gd name="connsiteX44" fmla="*/ 1219824 w 2744608"/>
              <a:gd name="connsiteY44" fmla="*/ 486525 h 962546"/>
              <a:gd name="connsiteX45" fmla="*/ 1247547 w 2744608"/>
              <a:gd name="connsiteY45" fmla="*/ 492010 h 962546"/>
              <a:gd name="connsiteX46" fmla="*/ 1275270 w 2744608"/>
              <a:gd name="connsiteY46" fmla="*/ 497636 h 962546"/>
              <a:gd name="connsiteX47" fmla="*/ 1302993 w 2744608"/>
              <a:gd name="connsiteY47" fmla="*/ 503365 h 962546"/>
              <a:gd name="connsiteX48" fmla="*/ 1330716 w 2744608"/>
              <a:gd name="connsiteY48" fmla="*/ 509160 h 962546"/>
              <a:gd name="connsiteX49" fmla="*/ 1358440 w 2744608"/>
              <a:gd name="connsiteY49" fmla="*/ 514981 h 962546"/>
              <a:gd name="connsiteX50" fmla="*/ 1386163 w 2744608"/>
              <a:gd name="connsiteY50" fmla="*/ 520792 h 962546"/>
              <a:gd name="connsiteX51" fmla="*/ 1413886 w 2744608"/>
              <a:gd name="connsiteY51" fmla="*/ 526554 h 962546"/>
              <a:gd name="connsiteX52" fmla="*/ 1441609 w 2744608"/>
              <a:gd name="connsiteY52" fmla="*/ 532230 h 962546"/>
              <a:gd name="connsiteX53" fmla="*/ 1469332 w 2744608"/>
              <a:gd name="connsiteY53" fmla="*/ 537780 h 962546"/>
              <a:gd name="connsiteX54" fmla="*/ 1497055 w 2744608"/>
              <a:gd name="connsiteY54" fmla="*/ 543166 h 962546"/>
              <a:gd name="connsiteX55" fmla="*/ 1524778 w 2744608"/>
              <a:gd name="connsiteY55" fmla="*/ 548352 h 962546"/>
              <a:gd name="connsiteX56" fmla="*/ 1552501 w 2744608"/>
              <a:gd name="connsiteY56" fmla="*/ 553299 h 962546"/>
              <a:gd name="connsiteX57" fmla="*/ 1580224 w 2744608"/>
              <a:gd name="connsiteY57" fmla="*/ 557968 h 962546"/>
              <a:gd name="connsiteX58" fmla="*/ 1607947 w 2744608"/>
              <a:gd name="connsiteY58" fmla="*/ 562323 h 962546"/>
              <a:gd name="connsiteX59" fmla="*/ 1635685 w 2744608"/>
              <a:gd name="connsiteY59" fmla="*/ 566324 h 962546"/>
              <a:gd name="connsiteX60" fmla="*/ 1663408 w 2744608"/>
              <a:gd name="connsiteY60" fmla="*/ 569935 h 962546"/>
              <a:gd name="connsiteX61" fmla="*/ 1691131 w 2744608"/>
              <a:gd name="connsiteY61" fmla="*/ 573115 h 962546"/>
              <a:gd name="connsiteX62" fmla="*/ 1718854 w 2744608"/>
              <a:gd name="connsiteY62" fmla="*/ 575828 h 962546"/>
              <a:gd name="connsiteX63" fmla="*/ 1746577 w 2744608"/>
              <a:gd name="connsiteY63" fmla="*/ 578036 h 962546"/>
              <a:gd name="connsiteX64" fmla="*/ 1774300 w 2744608"/>
              <a:gd name="connsiteY64" fmla="*/ 579700 h 962546"/>
              <a:gd name="connsiteX65" fmla="*/ 1802023 w 2744608"/>
              <a:gd name="connsiteY65" fmla="*/ 580783 h 962546"/>
              <a:gd name="connsiteX66" fmla="*/ 1829746 w 2744608"/>
              <a:gd name="connsiteY66" fmla="*/ 581247 h 962546"/>
              <a:gd name="connsiteX67" fmla="*/ 1857469 w 2744608"/>
              <a:gd name="connsiteY67" fmla="*/ 581053 h 962546"/>
              <a:gd name="connsiteX68" fmla="*/ 1885192 w 2744608"/>
              <a:gd name="connsiteY68" fmla="*/ 580163 h 962546"/>
              <a:gd name="connsiteX69" fmla="*/ 1912916 w 2744608"/>
              <a:gd name="connsiteY69" fmla="*/ 578540 h 962546"/>
              <a:gd name="connsiteX70" fmla="*/ 1940639 w 2744608"/>
              <a:gd name="connsiteY70" fmla="*/ 576145 h 962546"/>
              <a:gd name="connsiteX71" fmla="*/ 1968362 w 2744608"/>
              <a:gd name="connsiteY71" fmla="*/ 572939 h 962546"/>
              <a:gd name="connsiteX72" fmla="*/ 1996085 w 2744608"/>
              <a:gd name="connsiteY72" fmla="*/ 568886 h 962546"/>
              <a:gd name="connsiteX73" fmla="*/ 2023808 w 2744608"/>
              <a:gd name="connsiteY73" fmla="*/ 563948 h 962546"/>
              <a:gd name="connsiteX74" fmla="*/ 2051531 w 2744608"/>
              <a:gd name="connsiteY74" fmla="*/ 558085 h 962546"/>
              <a:gd name="connsiteX75" fmla="*/ 2079254 w 2744608"/>
              <a:gd name="connsiteY75" fmla="*/ 551262 h 962546"/>
              <a:gd name="connsiteX76" fmla="*/ 2106977 w 2744608"/>
              <a:gd name="connsiteY76" fmla="*/ 543437 h 962546"/>
              <a:gd name="connsiteX77" fmla="*/ 2134700 w 2744608"/>
              <a:gd name="connsiteY77" fmla="*/ 534574 h 962546"/>
              <a:gd name="connsiteX78" fmla="*/ 2162423 w 2744608"/>
              <a:gd name="connsiteY78" fmla="*/ 524636 h 962546"/>
              <a:gd name="connsiteX79" fmla="*/ 2190146 w 2744608"/>
              <a:gd name="connsiteY79" fmla="*/ 513584 h 962546"/>
              <a:gd name="connsiteX80" fmla="*/ 2217870 w 2744608"/>
              <a:gd name="connsiteY80" fmla="*/ 501380 h 962546"/>
              <a:gd name="connsiteX81" fmla="*/ 2245593 w 2744608"/>
              <a:gd name="connsiteY81" fmla="*/ 487985 h 962546"/>
              <a:gd name="connsiteX82" fmla="*/ 2273316 w 2744608"/>
              <a:gd name="connsiteY82" fmla="*/ 473362 h 962546"/>
              <a:gd name="connsiteX83" fmla="*/ 2301039 w 2744608"/>
              <a:gd name="connsiteY83" fmla="*/ 457474 h 962546"/>
              <a:gd name="connsiteX84" fmla="*/ 2328762 w 2744608"/>
              <a:gd name="connsiteY84" fmla="*/ 440280 h 962546"/>
              <a:gd name="connsiteX85" fmla="*/ 2356485 w 2744608"/>
              <a:gd name="connsiteY85" fmla="*/ 421745 h 962546"/>
              <a:gd name="connsiteX86" fmla="*/ 2384208 w 2744608"/>
              <a:gd name="connsiteY86" fmla="*/ 401829 h 962546"/>
              <a:gd name="connsiteX87" fmla="*/ 2411931 w 2744608"/>
              <a:gd name="connsiteY87" fmla="*/ 380495 h 962546"/>
              <a:gd name="connsiteX88" fmla="*/ 2439654 w 2744608"/>
              <a:gd name="connsiteY88" fmla="*/ 357704 h 962546"/>
              <a:gd name="connsiteX89" fmla="*/ 2467377 w 2744608"/>
              <a:gd name="connsiteY89" fmla="*/ 333419 h 962546"/>
              <a:gd name="connsiteX90" fmla="*/ 2495100 w 2744608"/>
              <a:gd name="connsiteY90" fmla="*/ 307601 h 962546"/>
              <a:gd name="connsiteX91" fmla="*/ 2522824 w 2744608"/>
              <a:gd name="connsiteY91" fmla="*/ 280212 h 962546"/>
              <a:gd name="connsiteX92" fmla="*/ 2550547 w 2744608"/>
              <a:gd name="connsiteY92" fmla="*/ 251216 h 962546"/>
              <a:gd name="connsiteX93" fmla="*/ 2578270 w 2744608"/>
              <a:gd name="connsiteY93" fmla="*/ 220572 h 962546"/>
              <a:gd name="connsiteX94" fmla="*/ 2605993 w 2744608"/>
              <a:gd name="connsiteY94" fmla="*/ 188243 h 962546"/>
              <a:gd name="connsiteX95" fmla="*/ 2633716 w 2744608"/>
              <a:gd name="connsiteY95" fmla="*/ 154192 h 962546"/>
              <a:gd name="connsiteX96" fmla="*/ 2661439 w 2744608"/>
              <a:gd name="connsiteY96" fmla="*/ 118381 h 962546"/>
              <a:gd name="connsiteX97" fmla="*/ 2689162 w 2744608"/>
              <a:gd name="connsiteY97" fmla="*/ 80770 h 962546"/>
              <a:gd name="connsiteX98" fmla="*/ 2716885 w 2744608"/>
              <a:gd name="connsiteY98" fmla="*/ 41323 h 962546"/>
              <a:gd name="connsiteX99" fmla="*/ 2744608 w 2744608"/>
              <a:gd name="connsiteY99" fmla="*/ 0 h 962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4608" h="962546">
                <a:moveTo>
                  <a:pt x="0" y="962547"/>
                </a:moveTo>
                <a:lnTo>
                  <a:pt x="27723" y="924152"/>
                </a:lnTo>
                <a:lnTo>
                  <a:pt x="55446" y="887572"/>
                </a:lnTo>
                <a:lnTo>
                  <a:pt x="83169" y="852778"/>
                </a:lnTo>
                <a:lnTo>
                  <a:pt x="110892" y="819712"/>
                </a:lnTo>
                <a:lnTo>
                  <a:pt x="138617" y="788345"/>
                </a:lnTo>
                <a:lnTo>
                  <a:pt x="166340" y="758649"/>
                </a:lnTo>
                <a:lnTo>
                  <a:pt x="194063" y="730579"/>
                </a:lnTo>
                <a:lnTo>
                  <a:pt x="221786" y="704093"/>
                </a:lnTo>
                <a:lnTo>
                  <a:pt x="249509" y="679155"/>
                </a:lnTo>
                <a:lnTo>
                  <a:pt x="277234" y="655728"/>
                </a:lnTo>
                <a:lnTo>
                  <a:pt x="304957" y="633774"/>
                </a:lnTo>
                <a:lnTo>
                  <a:pt x="332680" y="613255"/>
                </a:lnTo>
                <a:lnTo>
                  <a:pt x="360403" y="594132"/>
                </a:lnTo>
                <a:lnTo>
                  <a:pt x="388126" y="576369"/>
                </a:lnTo>
                <a:lnTo>
                  <a:pt x="415851" y="559926"/>
                </a:lnTo>
                <a:lnTo>
                  <a:pt x="443574" y="544765"/>
                </a:lnTo>
                <a:lnTo>
                  <a:pt x="471297" y="530849"/>
                </a:lnTo>
                <a:lnTo>
                  <a:pt x="499020" y="518138"/>
                </a:lnTo>
                <a:lnTo>
                  <a:pt x="526743" y="506596"/>
                </a:lnTo>
                <a:lnTo>
                  <a:pt x="554467" y="496186"/>
                </a:lnTo>
                <a:lnTo>
                  <a:pt x="582190" y="486868"/>
                </a:lnTo>
                <a:lnTo>
                  <a:pt x="609914" y="478603"/>
                </a:lnTo>
                <a:lnTo>
                  <a:pt x="637637" y="471354"/>
                </a:lnTo>
                <a:lnTo>
                  <a:pt x="665360" y="465085"/>
                </a:lnTo>
                <a:lnTo>
                  <a:pt x="693083" y="459755"/>
                </a:lnTo>
                <a:lnTo>
                  <a:pt x="720807" y="455327"/>
                </a:lnTo>
                <a:lnTo>
                  <a:pt x="748530" y="451764"/>
                </a:lnTo>
                <a:lnTo>
                  <a:pt x="776253" y="449026"/>
                </a:lnTo>
                <a:lnTo>
                  <a:pt x="803977" y="447076"/>
                </a:lnTo>
                <a:lnTo>
                  <a:pt x="831700" y="445876"/>
                </a:lnTo>
                <a:lnTo>
                  <a:pt x="859424" y="445390"/>
                </a:lnTo>
                <a:lnTo>
                  <a:pt x="887147" y="445575"/>
                </a:lnTo>
                <a:lnTo>
                  <a:pt x="914870" y="446398"/>
                </a:lnTo>
                <a:lnTo>
                  <a:pt x="942593" y="447818"/>
                </a:lnTo>
                <a:lnTo>
                  <a:pt x="970316" y="449797"/>
                </a:lnTo>
                <a:lnTo>
                  <a:pt x="998039" y="452298"/>
                </a:lnTo>
                <a:lnTo>
                  <a:pt x="1025763" y="455284"/>
                </a:lnTo>
                <a:lnTo>
                  <a:pt x="1053486" y="458714"/>
                </a:lnTo>
                <a:lnTo>
                  <a:pt x="1081209" y="462552"/>
                </a:lnTo>
                <a:lnTo>
                  <a:pt x="1108932" y="466760"/>
                </a:lnTo>
                <a:lnTo>
                  <a:pt x="1136655" y="471300"/>
                </a:lnTo>
                <a:lnTo>
                  <a:pt x="1164378" y="476131"/>
                </a:lnTo>
                <a:lnTo>
                  <a:pt x="1192101" y="481219"/>
                </a:lnTo>
                <a:lnTo>
                  <a:pt x="1219824" y="486525"/>
                </a:lnTo>
                <a:lnTo>
                  <a:pt x="1247547" y="492010"/>
                </a:lnTo>
                <a:lnTo>
                  <a:pt x="1275270" y="497636"/>
                </a:lnTo>
                <a:lnTo>
                  <a:pt x="1302993" y="503365"/>
                </a:lnTo>
                <a:lnTo>
                  <a:pt x="1330716" y="509160"/>
                </a:lnTo>
                <a:lnTo>
                  <a:pt x="1358440" y="514981"/>
                </a:lnTo>
                <a:lnTo>
                  <a:pt x="1386163" y="520792"/>
                </a:lnTo>
                <a:lnTo>
                  <a:pt x="1413886" y="526554"/>
                </a:lnTo>
                <a:lnTo>
                  <a:pt x="1441609" y="532230"/>
                </a:lnTo>
                <a:lnTo>
                  <a:pt x="1469332" y="537780"/>
                </a:lnTo>
                <a:lnTo>
                  <a:pt x="1497055" y="543166"/>
                </a:lnTo>
                <a:lnTo>
                  <a:pt x="1524778" y="548352"/>
                </a:lnTo>
                <a:lnTo>
                  <a:pt x="1552501" y="553299"/>
                </a:lnTo>
                <a:lnTo>
                  <a:pt x="1580224" y="557968"/>
                </a:lnTo>
                <a:lnTo>
                  <a:pt x="1607947" y="562323"/>
                </a:lnTo>
                <a:lnTo>
                  <a:pt x="1635685" y="566324"/>
                </a:lnTo>
                <a:lnTo>
                  <a:pt x="1663408" y="569935"/>
                </a:lnTo>
                <a:lnTo>
                  <a:pt x="1691131" y="573115"/>
                </a:lnTo>
                <a:lnTo>
                  <a:pt x="1718854" y="575828"/>
                </a:lnTo>
                <a:lnTo>
                  <a:pt x="1746577" y="578036"/>
                </a:lnTo>
                <a:lnTo>
                  <a:pt x="1774300" y="579700"/>
                </a:lnTo>
                <a:lnTo>
                  <a:pt x="1802023" y="580783"/>
                </a:lnTo>
                <a:lnTo>
                  <a:pt x="1829746" y="581247"/>
                </a:lnTo>
                <a:lnTo>
                  <a:pt x="1857469" y="581053"/>
                </a:lnTo>
                <a:lnTo>
                  <a:pt x="1885192" y="580163"/>
                </a:lnTo>
                <a:lnTo>
                  <a:pt x="1912916" y="578540"/>
                </a:lnTo>
                <a:lnTo>
                  <a:pt x="1940639" y="576145"/>
                </a:lnTo>
                <a:lnTo>
                  <a:pt x="1968362" y="572939"/>
                </a:lnTo>
                <a:lnTo>
                  <a:pt x="1996085" y="568886"/>
                </a:lnTo>
                <a:lnTo>
                  <a:pt x="2023808" y="563948"/>
                </a:lnTo>
                <a:lnTo>
                  <a:pt x="2051531" y="558085"/>
                </a:lnTo>
                <a:lnTo>
                  <a:pt x="2079254" y="551262"/>
                </a:lnTo>
                <a:lnTo>
                  <a:pt x="2106977" y="543437"/>
                </a:lnTo>
                <a:lnTo>
                  <a:pt x="2134700" y="534574"/>
                </a:lnTo>
                <a:lnTo>
                  <a:pt x="2162423" y="524636"/>
                </a:lnTo>
                <a:lnTo>
                  <a:pt x="2190146" y="513584"/>
                </a:lnTo>
                <a:lnTo>
                  <a:pt x="2217870" y="501380"/>
                </a:lnTo>
                <a:lnTo>
                  <a:pt x="2245593" y="487985"/>
                </a:lnTo>
                <a:lnTo>
                  <a:pt x="2273316" y="473362"/>
                </a:lnTo>
                <a:lnTo>
                  <a:pt x="2301039" y="457474"/>
                </a:lnTo>
                <a:lnTo>
                  <a:pt x="2328762" y="440280"/>
                </a:lnTo>
                <a:lnTo>
                  <a:pt x="2356485" y="421745"/>
                </a:lnTo>
                <a:lnTo>
                  <a:pt x="2384208" y="401829"/>
                </a:lnTo>
                <a:lnTo>
                  <a:pt x="2411931" y="380495"/>
                </a:lnTo>
                <a:lnTo>
                  <a:pt x="2439654" y="357704"/>
                </a:lnTo>
                <a:lnTo>
                  <a:pt x="2467377" y="333419"/>
                </a:lnTo>
                <a:lnTo>
                  <a:pt x="2495100" y="307601"/>
                </a:lnTo>
                <a:lnTo>
                  <a:pt x="2522824" y="280212"/>
                </a:lnTo>
                <a:lnTo>
                  <a:pt x="2550547" y="251216"/>
                </a:lnTo>
                <a:lnTo>
                  <a:pt x="2578270" y="220572"/>
                </a:lnTo>
                <a:lnTo>
                  <a:pt x="2605993" y="188243"/>
                </a:lnTo>
                <a:lnTo>
                  <a:pt x="2633716" y="154192"/>
                </a:lnTo>
                <a:lnTo>
                  <a:pt x="2661439" y="118381"/>
                </a:lnTo>
                <a:lnTo>
                  <a:pt x="2689162" y="80770"/>
                </a:lnTo>
                <a:lnTo>
                  <a:pt x="2716885" y="41323"/>
                </a:lnTo>
                <a:lnTo>
                  <a:pt x="2744608" y="0"/>
                </a:lnTo>
              </a:path>
            </a:pathLst>
          </a:custGeom>
          <a:noFill/>
          <a:ln w="28734" cap="rnd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DA1BF3DD-8B88-5BCB-7195-4DC579785498}"/>
              </a:ext>
            </a:extLst>
          </p:cNvPr>
          <p:cNvSpPr/>
          <p:nvPr/>
        </p:nvSpPr>
        <p:spPr>
          <a:xfrm>
            <a:off x="4462502" y="1464544"/>
            <a:ext cx="2744608" cy="1360405"/>
          </a:xfrm>
          <a:custGeom>
            <a:avLst/>
            <a:gdLst>
              <a:gd name="connsiteX0" fmla="*/ 0 w 2744608"/>
              <a:gd name="connsiteY0" fmla="*/ 83700 h 1360405"/>
              <a:gd name="connsiteX1" fmla="*/ 27723 w 2744608"/>
              <a:gd name="connsiteY1" fmla="*/ 135580 h 1360405"/>
              <a:gd name="connsiteX2" fmla="*/ 55446 w 2744608"/>
              <a:gd name="connsiteY2" fmla="*/ 186383 h 1360405"/>
              <a:gd name="connsiteX3" fmla="*/ 83169 w 2744608"/>
              <a:gd name="connsiteY3" fmla="*/ 236111 h 1360405"/>
              <a:gd name="connsiteX4" fmla="*/ 110892 w 2744608"/>
              <a:gd name="connsiteY4" fmla="*/ 284763 h 1360405"/>
              <a:gd name="connsiteX5" fmla="*/ 138617 w 2744608"/>
              <a:gd name="connsiteY5" fmla="*/ 332339 h 1360405"/>
              <a:gd name="connsiteX6" fmla="*/ 166340 w 2744608"/>
              <a:gd name="connsiteY6" fmla="*/ 378838 h 1360405"/>
              <a:gd name="connsiteX7" fmla="*/ 194063 w 2744608"/>
              <a:gd name="connsiteY7" fmla="*/ 424263 h 1360405"/>
              <a:gd name="connsiteX8" fmla="*/ 221786 w 2744608"/>
              <a:gd name="connsiteY8" fmla="*/ 468609 h 1360405"/>
              <a:gd name="connsiteX9" fmla="*/ 249509 w 2744608"/>
              <a:gd name="connsiteY9" fmla="*/ 511882 h 1360405"/>
              <a:gd name="connsiteX10" fmla="*/ 277234 w 2744608"/>
              <a:gd name="connsiteY10" fmla="*/ 554077 h 1360405"/>
              <a:gd name="connsiteX11" fmla="*/ 304957 w 2744608"/>
              <a:gd name="connsiteY11" fmla="*/ 595197 h 1360405"/>
              <a:gd name="connsiteX12" fmla="*/ 332680 w 2744608"/>
              <a:gd name="connsiteY12" fmla="*/ 635240 h 1360405"/>
              <a:gd name="connsiteX13" fmla="*/ 360403 w 2744608"/>
              <a:gd name="connsiteY13" fmla="*/ 674208 h 1360405"/>
              <a:gd name="connsiteX14" fmla="*/ 388126 w 2744608"/>
              <a:gd name="connsiteY14" fmla="*/ 712099 h 1360405"/>
              <a:gd name="connsiteX15" fmla="*/ 415851 w 2744608"/>
              <a:gd name="connsiteY15" fmla="*/ 748915 h 1360405"/>
              <a:gd name="connsiteX16" fmla="*/ 443574 w 2744608"/>
              <a:gd name="connsiteY16" fmla="*/ 784654 h 1360405"/>
              <a:gd name="connsiteX17" fmla="*/ 471297 w 2744608"/>
              <a:gd name="connsiteY17" fmla="*/ 819317 h 1360405"/>
              <a:gd name="connsiteX18" fmla="*/ 499020 w 2744608"/>
              <a:gd name="connsiteY18" fmla="*/ 852905 h 1360405"/>
              <a:gd name="connsiteX19" fmla="*/ 526743 w 2744608"/>
              <a:gd name="connsiteY19" fmla="*/ 885416 h 1360405"/>
              <a:gd name="connsiteX20" fmla="*/ 554467 w 2744608"/>
              <a:gd name="connsiteY20" fmla="*/ 916852 h 1360405"/>
              <a:gd name="connsiteX21" fmla="*/ 582190 w 2744608"/>
              <a:gd name="connsiteY21" fmla="*/ 947211 h 1360405"/>
              <a:gd name="connsiteX22" fmla="*/ 609914 w 2744608"/>
              <a:gd name="connsiteY22" fmla="*/ 976495 h 1360405"/>
              <a:gd name="connsiteX23" fmla="*/ 637637 w 2744608"/>
              <a:gd name="connsiteY23" fmla="*/ 1004702 h 1360405"/>
              <a:gd name="connsiteX24" fmla="*/ 665360 w 2744608"/>
              <a:gd name="connsiteY24" fmla="*/ 1031833 h 1360405"/>
              <a:gd name="connsiteX25" fmla="*/ 693083 w 2744608"/>
              <a:gd name="connsiteY25" fmla="*/ 1057888 h 1360405"/>
              <a:gd name="connsiteX26" fmla="*/ 720807 w 2744608"/>
              <a:gd name="connsiteY26" fmla="*/ 1082868 h 1360405"/>
              <a:gd name="connsiteX27" fmla="*/ 748530 w 2744608"/>
              <a:gd name="connsiteY27" fmla="*/ 1106770 h 1360405"/>
              <a:gd name="connsiteX28" fmla="*/ 776253 w 2744608"/>
              <a:gd name="connsiteY28" fmla="*/ 1129598 h 1360405"/>
              <a:gd name="connsiteX29" fmla="*/ 803977 w 2744608"/>
              <a:gd name="connsiteY29" fmla="*/ 1151349 h 1360405"/>
              <a:gd name="connsiteX30" fmla="*/ 831700 w 2744608"/>
              <a:gd name="connsiteY30" fmla="*/ 1172024 h 1360405"/>
              <a:gd name="connsiteX31" fmla="*/ 859424 w 2744608"/>
              <a:gd name="connsiteY31" fmla="*/ 1191623 h 1360405"/>
              <a:gd name="connsiteX32" fmla="*/ 887147 w 2744608"/>
              <a:gd name="connsiteY32" fmla="*/ 1210146 h 1360405"/>
              <a:gd name="connsiteX33" fmla="*/ 914870 w 2744608"/>
              <a:gd name="connsiteY33" fmla="*/ 1227592 h 1360405"/>
              <a:gd name="connsiteX34" fmla="*/ 942593 w 2744608"/>
              <a:gd name="connsiteY34" fmla="*/ 1243964 h 1360405"/>
              <a:gd name="connsiteX35" fmla="*/ 970316 w 2744608"/>
              <a:gd name="connsiteY35" fmla="*/ 1259259 h 1360405"/>
              <a:gd name="connsiteX36" fmla="*/ 998039 w 2744608"/>
              <a:gd name="connsiteY36" fmla="*/ 1273477 h 1360405"/>
              <a:gd name="connsiteX37" fmla="*/ 1025763 w 2744608"/>
              <a:gd name="connsiteY37" fmla="*/ 1286620 h 1360405"/>
              <a:gd name="connsiteX38" fmla="*/ 1053486 w 2744608"/>
              <a:gd name="connsiteY38" fmla="*/ 1298687 h 1360405"/>
              <a:gd name="connsiteX39" fmla="*/ 1081209 w 2744608"/>
              <a:gd name="connsiteY39" fmla="*/ 1309679 h 1360405"/>
              <a:gd name="connsiteX40" fmla="*/ 1108932 w 2744608"/>
              <a:gd name="connsiteY40" fmla="*/ 1319593 h 1360405"/>
              <a:gd name="connsiteX41" fmla="*/ 1136655 w 2744608"/>
              <a:gd name="connsiteY41" fmla="*/ 1328432 h 1360405"/>
              <a:gd name="connsiteX42" fmla="*/ 1164378 w 2744608"/>
              <a:gd name="connsiteY42" fmla="*/ 1336195 h 1360405"/>
              <a:gd name="connsiteX43" fmla="*/ 1192101 w 2744608"/>
              <a:gd name="connsiteY43" fmla="*/ 1342882 h 1360405"/>
              <a:gd name="connsiteX44" fmla="*/ 1219824 w 2744608"/>
              <a:gd name="connsiteY44" fmla="*/ 1348492 h 1360405"/>
              <a:gd name="connsiteX45" fmla="*/ 1247547 w 2744608"/>
              <a:gd name="connsiteY45" fmla="*/ 1353026 h 1360405"/>
              <a:gd name="connsiteX46" fmla="*/ 1275270 w 2744608"/>
              <a:gd name="connsiteY46" fmla="*/ 1356485 h 1360405"/>
              <a:gd name="connsiteX47" fmla="*/ 1302993 w 2744608"/>
              <a:gd name="connsiteY47" fmla="*/ 1358867 h 1360405"/>
              <a:gd name="connsiteX48" fmla="*/ 1330716 w 2744608"/>
              <a:gd name="connsiteY48" fmla="*/ 1360175 h 1360405"/>
              <a:gd name="connsiteX49" fmla="*/ 1358440 w 2744608"/>
              <a:gd name="connsiteY49" fmla="*/ 1360405 h 1360405"/>
              <a:gd name="connsiteX50" fmla="*/ 1386163 w 2744608"/>
              <a:gd name="connsiteY50" fmla="*/ 1359560 h 1360405"/>
              <a:gd name="connsiteX51" fmla="*/ 1413886 w 2744608"/>
              <a:gd name="connsiteY51" fmla="*/ 1357639 h 1360405"/>
              <a:gd name="connsiteX52" fmla="*/ 1441609 w 2744608"/>
              <a:gd name="connsiteY52" fmla="*/ 1354640 h 1360405"/>
              <a:gd name="connsiteX53" fmla="*/ 1469332 w 2744608"/>
              <a:gd name="connsiteY53" fmla="*/ 1350568 h 1360405"/>
              <a:gd name="connsiteX54" fmla="*/ 1497055 w 2744608"/>
              <a:gd name="connsiteY54" fmla="*/ 1345418 h 1360405"/>
              <a:gd name="connsiteX55" fmla="*/ 1524778 w 2744608"/>
              <a:gd name="connsiteY55" fmla="*/ 1339192 h 1360405"/>
              <a:gd name="connsiteX56" fmla="*/ 1552501 w 2744608"/>
              <a:gd name="connsiteY56" fmla="*/ 1331890 h 1360405"/>
              <a:gd name="connsiteX57" fmla="*/ 1580224 w 2744608"/>
              <a:gd name="connsiteY57" fmla="*/ 1323513 h 1360405"/>
              <a:gd name="connsiteX58" fmla="*/ 1607947 w 2744608"/>
              <a:gd name="connsiteY58" fmla="*/ 1314060 h 1360405"/>
              <a:gd name="connsiteX59" fmla="*/ 1635685 w 2744608"/>
              <a:gd name="connsiteY59" fmla="*/ 1303529 h 1360405"/>
              <a:gd name="connsiteX60" fmla="*/ 1663408 w 2744608"/>
              <a:gd name="connsiteY60" fmla="*/ 1291924 h 1360405"/>
              <a:gd name="connsiteX61" fmla="*/ 1691131 w 2744608"/>
              <a:gd name="connsiteY61" fmla="*/ 1279242 h 1360405"/>
              <a:gd name="connsiteX62" fmla="*/ 1718854 w 2744608"/>
              <a:gd name="connsiteY62" fmla="*/ 1265485 h 1360405"/>
              <a:gd name="connsiteX63" fmla="*/ 1746577 w 2744608"/>
              <a:gd name="connsiteY63" fmla="*/ 1250651 h 1360405"/>
              <a:gd name="connsiteX64" fmla="*/ 1774300 w 2744608"/>
              <a:gd name="connsiteY64" fmla="*/ 1234740 h 1360405"/>
              <a:gd name="connsiteX65" fmla="*/ 1802023 w 2744608"/>
              <a:gd name="connsiteY65" fmla="*/ 1217755 h 1360405"/>
              <a:gd name="connsiteX66" fmla="*/ 1829746 w 2744608"/>
              <a:gd name="connsiteY66" fmla="*/ 1199694 h 1360405"/>
              <a:gd name="connsiteX67" fmla="*/ 1857469 w 2744608"/>
              <a:gd name="connsiteY67" fmla="*/ 1180555 h 1360405"/>
              <a:gd name="connsiteX68" fmla="*/ 1885192 w 2744608"/>
              <a:gd name="connsiteY68" fmla="*/ 1160341 h 1360405"/>
              <a:gd name="connsiteX69" fmla="*/ 1912916 w 2744608"/>
              <a:gd name="connsiteY69" fmla="*/ 1139051 h 1360405"/>
              <a:gd name="connsiteX70" fmla="*/ 1940639 w 2744608"/>
              <a:gd name="connsiteY70" fmla="*/ 1116686 h 1360405"/>
              <a:gd name="connsiteX71" fmla="*/ 1968362 w 2744608"/>
              <a:gd name="connsiteY71" fmla="*/ 1093243 h 1360405"/>
              <a:gd name="connsiteX72" fmla="*/ 1996085 w 2744608"/>
              <a:gd name="connsiteY72" fmla="*/ 1068726 h 1360405"/>
              <a:gd name="connsiteX73" fmla="*/ 2023808 w 2744608"/>
              <a:gd name="connsiteY73" fmla="*/ 1043131 h 1360405"/>
              <a:gd name="connsiteX74" fmla="*/ 2051531 w 2744608"/>
              <a:gd name="connsiteY74" fmla="*/ 1016461 h 1360405"/>
              <a:gd name="connsiteX75" fmla="*/ 2079254 w 2744608"/>
              <a:gd name="connsiteY75" fmla="*/ 988715 h 1360405"/>
              <a:gd name="connsiteX76" fmla="*/ 2106977 w 2744608"/>
              <a:gd name="connsiteY76" fmla="*/ 959893 h 1360405"/>
              <a:gd name="connsiteX77" fmla="*/ 2134700 w 2744608"/>
              <a:gd name="connsiteY77" fmla="*/ 929995 h 1360405"/>
              <a:gd name="connsiteX78" fmla="*/ 2162423 w 2744608"/>
              <a:gd name="connsiteY78" fmla="*/ 899020 h 1360405"/>
              <a:gd name="connsiteX79" fmla="*/ 2190146 w 2744608"/>
              <a:gd name="connsiteY79" fmla="*/ 866971 h 1360405"/>
              <a:gd name="connsiteX80" fmla="*/ 2217870 w 2744608"/>
              <a:gd name="connsiteY80" fmla="*/ 833844 h 1360405"/>
              <a:gd name="connsiteX81" fmla="*/ 2245593 w 2744608"/>
              <a:gd name="connsiteY81" fmla="*/ 799642 h 1360405"/>
              <a:gd name="connsiteX82" fmla="*/ 2273316 w 2744608"/>
              <a:gd name="connsiteY82" fmla="*/ 764364 h 1360405"/>
              <a:gd name="connsiteX83" fmla="*/ 2301039 w 2744608"/>
              <a:gd name="connsiteY83" fmla="*/ 728010 h 1360405"/>
              <a:gd name="connsiteX84" fmla="*/ 2328762 w 2744608"/>
              <a:gd name="connsiteY84" fmla="*/ 690578 h 1360405"/>
              <a:gd name="connsiteX85" fmla="*/ 2356485 w 2744608"/>
              <a:gd name="connsiteY85" fmla="*/ 652073 h 1360405"/>
              <a:gd name="connsiteX86" fmla="*/ 2384208 w 2744608"/>
              <a:gd name="connsiteY86" fmla="*/ 612490 h 1360405"/>
              <a:gd name="connsiteX87" fmla="*/ 2411931 w 2744608"/>
              <a:gd name="connsiteY87" fmla="*/ 571831 h 1360405"/>
              <a:gd name="connsiteX88" fmla="*/ 2439654 w 2744608"/>
              <a:gd name="connsiteY88" fmla="*/ 530097 h 1360405"/>
              <a:gd name="connsiteX89" fmla="*/ 2467377 w 2744608"/>
              <a:gd name="connsiteY89" fmla="*/ 487287 h 1360405"/>
              <a:gd name="connsiteX90" fmla="*/ 2495100 w 2744608"/>
              <a:gd name="connsiteY90" fmla="*/ 443399 h 1360405"/>
              <a:gd name="connsiteX91" fmla="*/ 2522824 w 2744608"/>
              <a:gd name="connsiteY91" fmla="*/ 398438 h 1360405"/>
              <a:gd name="connsiteX92" fmla="*/ 2550547 w 2744608"/>
              <a:gd name="connsiteY92" fmla="*/ 352399 h 1360405"/>
              <a:gd name="connsiteX93" fmla="*/ 2578270 w 2744608"/>
              <a:gd name="connsiteY93" fmla="*/ 305284 h 1360405"/>
              <a:gd name="connsiteX94" fmla="*/ 2605993 w 2744608"/>
              <a:gd name="connsiteY94" fmla="*/ 257094 h 1360405"/>
              <a:gd name="connsiteX95" fmla="*/ 2633716 w 2744608"/>
              <a:gd name="connsiteY95" fmla="*/ 207827 h 1360405"/>
              <a:gd name="connsiteX96" fmla="*/ 2661439 w 2744608"/>
              <a:gd name="connsiteY96" fmla="*/ 157484 h 1360405"/>
              <a:gd name="connsiteX97" fmla="*/ 2689162 w 2744608"/>
              <a:gd name="connsiteY97" fmla="*/ 106066 h 1360405"/>
              <a:gd name="connsiteX98" fmla="*/ 2716885 w 2744608"/>
              <a:gd name="connsiteY98" fmla="*/ 53571 h 1360405"/>
              <a:gd name="connsiteX99" fmla="*/ 2744608 w 2744608"/>
              <a:gd name="connsiteY99" fmla="*/ 0 h 1360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2744608" h="1360405">
                <a:moveTo>
                  <a:pt x="0" y="83700"/>
                </a:moveTo>
                <a:lnTo>
                  <a:pt x="27723" y="135580"/>
                </a:lnTo>
                <a:lnTo>
                  <a:pt x="55446" y="186383"/>
                </a:lnTo>
                <a:lnTo>
                  <a:pt x="83169" y="236111"/>
                </a:lnTo>
                <a:lnTo>
                  <a:pt x="110892" y="284763"/>
                </a:lnTo>
                <a:lnTo>
                  <a:pt x="138617" y="332339"/>
                </a:lnTo>
                <a:lnTo>
                  <a:pt x="166340" y="378838"/>
                </a:lnTo>
                <a:lnTo>
                  <a:pt x="194063" y="424263"/>
                </a:lnTo>
                <a:lnTo>
                  <a:pt x="221786" y="468609"/>
                </a:lnTo>
                <a:lnTo>
                  <a:pt x="249509" y="511882"/>
                </a:lnTo>
                <a:lnTo>
                  <a:pt x="277234" y="554077"/>
                </a:lnTo>
                <a:lnTo>
                  <a:pt x="304957" y="595197"/>
                </a:lnTo>
                <a:lnTo>
                  <a:pt x="332680" y="635240"/>
                </a:lnTo>
                <a:lnTo>
                  <a:pt x="360403" y="674208"/>
                </a:lnTo>
                <a:lnTo>
                  <a:pt x="388126" y="712099"/>
                </a:lnTo>
                <a:lnTo>
                  <a:pt x="415851" y="748915"/>
                </a:lnTo>
                <a:lnTo>
                  <a:pt x="443574" y="784654"/>
                </a:lnTo>
                <a:lnTo>
                  <a:pt x="471297" y="819317"/>
                </a:lnTo>
                <a:lnTo>
                  <a:pt x="499020" y="852905"/>
                </a:lnTo>
                <a:lnTo>
                  <a:pt x="526743" y="885416"/>
                </a:lnTo>
                <a:lnTo>
                  <a:pt x="554467" y="916852"/>
                </a:lnTo>
                <a:lnTo>
                  <a:pt x="582190" y="947211"/>
                </a:lnTo>
                <a:lnTo>
                  <a:pt x="609914" y="976495"/>
                </a:lnTo>
                <a:lnTo>
                  <a:pt x="637637" y="1004702"/>
                </a:lnTo>
                <a:lnTo>
                  <a:pt x="665360" y="1031833"/>
                </a:lnTo>
                <a:lnTo>
                  <a:pt x="693083" y="1057888"/>
                </a:lnTo>
                <a:lnTo>
                  <a:pt x="720807" y="1082868"/>
                </a:lnTo>
                <a:lnTo>
                  <a:pt x="748530" y="1106770"/>
                </a:lnTo>
                <a:lnTo>
                  <a:pt x="776253" y="1129598"/>
                </a:lnTo>
                <a:lnTo>
                  <a:pt x="803977" y="1151349"/>
                </a:lnTo>
                <a:lnTo>
                  <a:pt x="831700" y="1172024"/>
                </a:lnTo>
                <a:lnTo>
                  <a:pt x="859424" y="1191623"/>
                </a:lnTo>
                <a:lnTo>
                  <a:pt x="887147" y="1210146"/>
                </a:lnTo>
                <a:lnTo>
                  <a:pt x="914870" y="1227592"/>
                </a:lnTo>
                <a:lnTo>
                  <a:pt x="942593" y="1243964"/>
                </a:lnTo>
                <a:lnTo>
                  <a:pt x="970316" y="1259259"/>
                </a:lnTo>
                <a:lnTo>
                  <a:pt x="998039" y="1273477"/>
                </a:lnTo>
                <a:lnTo>
                  <a:pt x="1025763" y="1286620"/>
                </a:lnTo>
                <a:lnTo>
                  <a:pt x="1053486" y="1298687"/>
                </a:lnTo>
                <a:lnTo>
                  <a:pt x="1081209" y="1309679"/>
                </a:lnTo>
                <a:lnTo>
                  <a:pt x="1108932" y="1319593"/>
                </a:lnTo>
                <a:lnTo>
                  <a:pt x="1136655" y="1328432"/>
                </a:lnTo>
                <a:lnTo>
                  <a:pt x="1164378" y="1336195"/>
                </a:lnTo>
                <a:lnTo>
                  <a:pt x="1192101" y="1342882"/>
                </a:lnTo>
                <a:lnTo>
                  <a:pt x="1219824" y="1348492"/>
                </a:lnTo>
                <a:lnTo>
                  <a:pt x="1247547" y="1353026"/>
                </a:lnTo>
                <a:lnTo>
                  <a:pt x="1275270" y="1356485"/>
                </a:lnTo>
                <a:lnTo>
                  <a:pt x="1302993" y="1358867"/>
                </a:lnTo>
                <a:lnTo>
                  <a:pt x="1330716" y="1360175"/>
                </a:lnTo>
                <a:lnTo>
                  <a:pt x="1358440" y="1360405"/>
                </a:lnTo>
                <a:lnTo>
                  <a:pt x="1386163" y="1359560"/>
                </a:lnTo>
                <a:lnTo>
                  <a:pt x="1413886" y="1357639"/>
                </a:lnTo>
                <a:lnTo>
                  <a:pt x="1441609" y="1354640"/>
                </a:lnTo>
                <a:lnTo>
                  <a:pt x="1469332" y="1350568"/>
                </a:lnTo>
                <a:lnTo>
                  <a:pt x="1497055" y="1345418"/>
                </a:lnTo>
                <a:lnTo>
                  <a:pt x="1524778" y="1339192"/>
                </a:lnTo>
                <a:lnTo>
                  <a:pt x="1552501" y="1331890"/>
                </a:lnTo>
                <a:lnTo>
                  <a:pt x="1580224" y="1323513"/>
                </a:lnTo>
                <a:lnTo>
                  <a:pt x="1607947" y="1314060"/>
                </a:lnTo>
                <a:lnTo>
                  <a:pt x="1635685" y="1303529"/>
                </a:lnTo>
                <a:lnTo>
                  <a:pt x="1663408" y="1291924"/>
                </a:lnTo>
                <a:lnTo>
                  <a:pt x="1691131" y="1279242"/>
                </a:lnTo>
                <a:lnTo>
                  <a:pt x="1718854" y="1265485"/>
                </a:lnTo>
                <a:lnTo>
                  <a:pt x="1746577" y="1250651"/>
                </a:lnTo>
                <a:lnTo>
                  <a:pt x="1774300" y="1234740"/>
                </a:lnTo>
                <a:lnTo>
                  <a:pt x="1802023" y="1217755"/>
                </a:lnTo>
                <a:lnTo>
                  <a:pt x="1829746" y="1199694"/>
                </a:lnTo>
                <a:lnTo>
                  <a:pt x="1857469" y="1180555"/>
                </a:lnTo>
                <a:lnTo>
                  <a:pt x="1885192" y="1160341"/>
                </a:lnTo>
                <a:lnTo>
                  <a:pt x="1912916" y="1139051"/>
                </a:lnTo>
                <a:lnTo>
                  <a:pt x="1940639" y="1116686"/>
                </a:lnTo>
                <a:lnTo>
                  <a:pt x="1968362" y="1093243"/>
                </a:lnTo>
                <a:lnTo>
                  <a:pt x="1996085" y="1068726"/>
                </a:lnTo>
                <a:lnTo>
                  <a:pt x="2023808" y="1043131"/>
                </a:lnTo>
                <a:lnTo>
                  <a:pt x="2051531" y="1016461"/>
                </a:lnTo>
                <a:lnTo>
                  <a:pt x="2079254" y="988715"/>
                </a:lnTo>
                <a:lnTo>
                  <a:pt x="2106977" y="959893"/>
                </a:lnTo>
                <a:lnTo>
                  <a:pt x="2134700" y="929995"/>
                </a:lnTo>
                <a:lnTo>
                  <a:pt x="2162423" y="899020"/>
                </a:lnTo>
                <a:lnTo>
                  <a:pt x="2190146" y="866971"/>
                </a:lnTo>
                <a:lnTo>
                  <a:pt x="2217870" y="833844"/>
                </a:lnTo>
                <a:lnTo>
                  <a:pt x="2245593" y="799642"/>
                </a:lnTo>
                <a:lnTo>
                  <a:pt x="2273316" y="764364"/>
                </a:lnTo>
                <a:lnTo>
                  <a:pt x="2301039" y="728010"/>
                </a:lnTo>
                <a:lnTo>
                  <a:pt x="2328762" y="690578"/>
                </a:lnTo>
                <a:lnTo>
                  <a:pt x="2356485" y="652073"/>
                </a:lnTo>
                <a:lnTo>
                  <a:pt x="2384208" y="612490"/>
                </a:lnTo>
                <a:lnTo>
                  <a:pt x="2411931" y="571831"/>
                </a:lnTo>
                <a:lnTo>
                  <a:pt x="2439654" y="530097"/>
                </a:lnTo>
                <a:lnTo>
                  <a:pt x="2467377" y="487287"/>
                </a:lnTo>
                <a:lnTo>
                  <a:pt x="2495100" y="443399"/>
                </a:lnTo>
                <a:lnTo>
                  <a:pt x="2522824" y="398438"/>
                </a:lnTo>
                <a:lnTo>
                  <a:pt x="2550547" y="352399"/>
                </a:lnTo>
                <a:lnTo>
                  <a:pt x="2578270" y="305284"/>
                </a:lnTo>
                <a:lnTo>
                  <a:pt x="2605993" y="257094"/>
                </a:lnTo>
                <a:lnTo>
                  <a:pt x="2633716" y="207827"/>
                </a:lnTo>
                <a:lnTo>
                  <a:pt x="2661439" y="157484"/>
                </a:lnTo>
                <a:lnTo>
                  <a:pt x="2689162" y="106066"/>
                </a:lnTo>
                <a:lnTo>
                  <a:pt x="2716885" y="53571"/>
                </a:lnTo>
                <a:lnTo>
                  <a:pt x="2744608" y="0"/>
                </a:lnTo>
              </a:path>
            </a:pathLst>
          </a:custGeom>
          <a:noFill/>
          <a:ln w="17240" cap="rnd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01A2E270-317E-DD52-F3CB-ACBD1A3CB4B9}"/>
              </a:ext>
            </a:extLst>
          </p:cNvPr>
          <p:cNvGrpSpPr/>
          <p:nvPr/>
        </p:nvGrpSpPr>
        <p:grpSpPr>
          <a:xfrm>
            <a:off x="4828666" y="2181968"/>
            <a:ext cx="51845" cy="478283"/>
            <a:chOff x="4828666" y="2181968"/>
            <a:chExt cx="51845" cy="478283"/>
          </a:xfrm>
        </p:grpSpPr>
        <p:sp>
          <p:nvSpPr>
            <p:cNvPr id="460" name="Freeform 459">
              <a:extLst>
                <a:ext uri="{FF2B5EF4-FFF2-40B4-BE49-F238E27FC236}">
                  <a16:creationId xmlns:a16="http://schemas.microsoft.com/office/drawing/2014/main" id="{BDE3742C-A732-1C5C-20C8-865D227789A7}"/>
                </a:ext>
              </a:extLst>
            </p:cNvPr>
            <p:cNvSpPr/>
            <p:nvPr/>
          </p:nvSpPr>
          <p:spPr>
            <a:xfrm>
              <a:off x="4854588" y="2181968"/>
              <a:ext cx="1440" cy="478282"/>
            </a:xfrm>
            <a:custGeom>
              <a:avLst/>
              <a:gdLst>
                <a:gd name="connsiteX0" fmla="*/ 0 w 1440"/>
                <a:gd name="connsiteY0" fmla="*/ 478283 h 478282"/>
                <a:gd name="connsiteX1" fmla="*/ 0 w 1440"/>
                <a:gd name="connsiteY1" fmla="*/ 0 h 47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478282">
                  <a:moveTo>
                    <a:pt x="0" y="478283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 460">
              <a:extLst>
                <a:ext uri="{FF2B5EF4-FFF2-40B4-BE49-F238E27FC236}">
                  <a16:creationId xmlns:a16="http://schemas.microsoft.com/office/drawing/2014/main" id="{ED8FC19F-3167-375A-B227-B716C2C2E48A}"/>
                </a:ext>
              </a:extLst>
            </p:cNvPr>
            <p:cNvSpPr/>
            <p:nvPr/>
          </p:nvSpPr>
          <p:spPr>
            <a:xfrm>
              <a:off x="4828666" y="2181968"/>
              <a:ext cx="51845" cy="51845"/>
            </a:xfrm>
            <a:custGeom>
              <a:avLst/>
              <a:gdLst>
                <a:gd name="connsiteX0" fmla="*/ 25923 w 51845"/>
                <a:gd name="connsiteY0" fmla="*/ 51846 h 51845"/>
                <a:gd name="connsiteX1" fmla="*/ 0 w 51845"/>
                <a:gd name="connsiteY1" fmla="*/ 51846 h 51845"/>
                <a:gd name="connsiteX2" fmla="*/ 25923 w 51845"/>
                <a:gd name="connsiteY2" fmla="*/ 0 h 51845"/>
                <a:gd name="connsiteX3" fmla="*/ 51846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25923" y="51846"/>
                  </a:moveTo>
                  <a:lnTo>
                    <a:pt x="0" y="51846"/>
                  </a:lnTo>
                  <a:lnTo>
                    <a:pt x="25923" y="0"/>
                  </a:lnTo>
                  <a:lnTo>
                    <a:pt x="51846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 461">
              <a:extLst>
                <a:ext uri="{FF2B5EF4-FFF2-40B4-BE49-F238E27FC236}">
                  <a16:creationId xmlns:a16="http://schemas.microsoft.com/office/drawing/2014/main" id="{D5893D33-9F69-F74B-86B7-679CE9AB66F4}"/>
                </a:ext>
              </a:extLst>
            </p:cNvPr>
            <p:cNvSpPr/>
            <p:nvPr/>
          </p:nvSpPr>
          <p:spPr>
            <a:xfrm>
              <a:off x="4854588" y="2233814"/>
              <a:ext cx="1440" cy="426437"/>
            </a:xfrm>
            <a:custGeom>
              <a:avLst/>
              <a:gdLst>
                <a:gd name="connsiteX0" fmla="*/ 0 w 1440"/>
                <a:gd name="connsiteY0" fmla="*/ 0 h 426437"/>
                <a:gd name="connsiteX1" fmla="*/ 0 w 1440"/>
                <a:gd name="connsiteY1" fmla="*/ 426437 h 42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426437">
                  <a:moveTo>
                    <a:pt x="0" y="0"/>
                  </a:moveTo>
                  <a:lnTo>
                    <a:pt x="0" y="426437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63" name="Freeform 462">
            <a:extLst>
              <a:ext uri="{FF2B5EF4-FFF2-40B4-BE49-F238E27FC236}">
                <a16:creationId xmlns:a16="http://schemas.microsoft.com/office/drawing/2014/main" id="{D305A8B2-AF4F-4BF5-7794-519C87CEC6D2}"/>
              </a:ext>
            </a:extLst>
          </p:cNvPr>
          <p:cNvSpPr/>
          <p:nvPr/>
        </p:nvSpPr>
        <p:spPr>
          <a:xfrm>
            <a:off x="4498146" y="1703686"/>
            <a:ext cx="1425766" cy="1913131"/>
          </a:xfrm>
          <a:custGeom>
            <a:avLst/>
            <a:gdLst>
              <a:gd name="connsiteX0" fmla="*/ 0 w 1425766"/>
              <a:gd name="connsiteY0" fmla="*/ 0 h 1913131"/>
              <a:gd name="connsiteX1" fmla="*/ 14402 w 1425766"/>
              <a:gd name="connsiteY1" fmla="*/ 19325 h 1913131"/>
              <a:gd name="connsiteX2" fmla="*/ 28803 w 1425766"/>
              <a:gd name="connsiteY2" fmla="*/ 38649 h 1913131"/>
              <a:gd name="connsiteX3" fmla="*/ 43205 w 1425766"/>
              <a:gd name="connsiteY3" fmla="*/ 57974 h 1913131"/>
              <a:gd name="connsiteX4" fmla="*/ 57606 w 1425766"/>
              <a:gd name="connsiteY4" fmla="*/ 77298 h 1913131"/>
              <a:gd name="connsiteX5" fmla="*/ 72008 w 1425766"/>
              <a:gd name="connsiteY5" fmla="*/ 96623 h 1913131"/>
              <a:gd name="connsiteX6" fmla="*/ 86410 w 1425766"/>
              <a:gd name="connsiteY6" fmla="*/ 115947 h 1913131"/>
              <a:gd name="connsiteX7" fmla="*/ 100813 w 1425766"/>
              <a:gd name="connsiteY7" fmla="*/ 135271 h 1913131"/>
              <a:gd name="connsiteX8" fmla="*/ 115214 w 1425766"/>
              <a:gd name="connsiteY8" fmla="*/ 154597 h 1913131"/>
              <a:gd name="connsiteX9" fmla="*/ 129616 w 1425766"/>
              <a:gd name="connsiteY9" fmla="*/ 173921 h 1913131"/>
              <a:gd name="connsiteX10" fmla="*/ 144017 w 1425766"/>
              <a:gd name="connsiteY10" fmla="*/ 193246 h 1913131"/>
              <a:gd name="connsiteX11" fmla="*/ 158419 w 1425766"/>
              <a:gd name="connsiteY11" fmla="*/ 212570 h 1913131"/>
              <a:gd name="connsiteX12" fmla="*/ 172821 w 1425766"/>
              <a:gd name="connsiteY12" fmla="*/ 231894 h 1913131"/>
              <a:gd name="connsiteX13" fmla="*/ 187222 w 1425766"/>
              <a:gd name="connsiteY13" fmla="*/ 251220 h 1913131"/>
              <a:gd name="connsiteX14" fmla="*/ 201624 w 1425766"/>
              <a:gd name="connsiteY14" fmla="*/ 270544 h 1913131"/>
              <a:gd name="connsiteX15" fmla="*/ 216025 w 1425766"/>
              <a:gd name="connsiteY15" fmla="*/ 289868 h 1913131"/>
              <a:gd name="connsiteX16" fmla="*/ 230427 w 1425766"/>
              <a:gd name="connsiteY16" fmla="*/ 309194 h 1913131"/>
              <a:gd name="connsiteX17" fmla="*/ 244830 w 1425766"/>
              <a:gd name="connsiteY17" fmla="*/ 328518 h 1913131"/>
              <a:gd name="connsiteX18" fmla="*/ 259232 w 1425766"/>
              <a:gd name="connsiteY18" fmla="*/ 347842 h 1913131"/>
              <a:gd name="connsiteX19" fmla="*/ 273633 w 1425766"/>
              <a:gd name="connsiteY19" fmla="*/ 367167 h 1913131"/>
              <a:gd name="connsiteX20" fmla="*/ 288035 w 1425766"/>
              <a:gd name="connsiteY20" fmla="*/ 386491 h 1913131"/>
              <a:gd name="connsiteX21" fmla="*/ 302436 w 1425766"/>
              <a:gd name="connsiteY21" fmla="*/ 405815 h 1913131"/>
              <a:gd name="connsiteX22" fmla="*/ 316838 w 1425766"/>
              <a:gd name="connsiteY22" fmla="*/ 425141 h 1913131"/>
              <a:gd name="connsiteX23" fmla="*/ 331240 w 1425766"/>
              <a:gd name="connsiteY23" fmla="*/ 444465 h 1913131"/>
              <a:gd name="connsiteX24" fmla="*/ 345641 w 1425766"/>
              <a:gd name="connsiteY24" fmla="*/ 463789 h 1913131"/>
              <a:gd name="connsiteX25" fmla="*/ 360043 w 1425766"/>
              <a:gd name="connsiteY25" fmla="*/ 483115 h 1913131"/>
              <a:gd name="connsiteX26" fmla="*/ 374444 w 1425766"/>
              <a:gd name="connsiteY26" fmla="*/ 502439 h 1913131"/>
              <a:gd name="connsiteX27" fmla="*/ 388848 w 1425766"/>
              <a:gd name="connsiteY27" fmla="*/ 521763 h 1913131"/>
              <a:gd name="connsiteX28" fmla="*/ 403249 w 1425766"/>
              <a:gd name="connsiteY28" fmla="*/ 541088 h 1913131"/>
              <a:gd name="connsiteX29" fmla="*/ 417651 w 1425766"/>
              <a:gd name="connsiteY29" fmla="*/ 560412 h 1913131"/>
              <a:gd name="connsiteX30" fmla="*/ 432052 w 1425766"/>
              <a:gd name="connsiteY30" fmla="*/ 579736 h 1913131"/>
              <a:gd name="connsiteX31" fmla="*/ 446454 w 1425766"/>
              <a:gd name="connsiteY31" fmla="*/ 599062 h 1913131"/>
              <a:gd name="connsiteX32" fmla="*/ 460856 w 1425766"/>
              <a:gd name="connsiteY32" fmla="*/ 618386 h 1913131"/>
              <a:gd name="connsiteX33" fmla="*/ 475257 w 1425766"/>
              <a:gd name="connsiteY33" fmla="*/ 637710 h 1913131"/>
              <a:gd name="connsiteX34" fmla="*/ 489659 w 1425766"/>
              <a:gd name="connsiteY34" fmla="*/ 657035 h 1913131"/>
              <a:gd name="connsiteX35" fmla="*/ 504060 w 1425766"/>
              <a:gd name="connsiteY35" fmla="*/ 676359 h 1913131"/>
              <a:gd name="connsiteX36" fmla="*/ 518462 w 1425766"/>
              <a:gd name="connsiteY36" fmla="*/ 695684 h 1913131"/>
              <a:gd name="connsiteX37" fmla="*/ 532865 w 1425766"/>
              <a:gd name="connsiteY37" fmla="*/ 715009 h 1913131"/>
              <a:gd name="connsiteX38" fmla="*/ 547267 w 1425766"/>
              <a:gd name="connsiteY38" fmla="*/ 734333 h 1913131"/>
              <a:gd name="connsiteX39" fmla="*/ 561668 w 1425766"/>
              <a:gd name="connsiteY39" fmla="*/ 753657 h 1913131"/>
              <a:gd name="connsiteX40" fmla="*/ 576070 w 1425766"/>
              <a:gd name="connsiteY40" fmla="*/ 772983 h 1913131"/>
              <a:gd name="connsiteX41" fmla="*/ 590471 w 1425766"/>
              <a:gd name="connsiteY41" fmla="*/ 792307 h 1913131"/>
              <a:gd name="connsiteX42" fmla="*/ 604873 w 1425766"/>
              <a:gd name="connsiteY42" fmla="*/ 811631 h 1913131"/>
              <a:gd name="connsiteX43" fmla="*/ 619275 w 1425766"/>
              <a:gd name="connsiteY43" fmla="*/ 830956 h 1913131"/>
              <a:gd name="connsiteX44" fmla="*/ 633676 w 1425766"/>
              <a:gd name="connsiteY44" fmla="*/ 850280 h 1913131"/>
              <a:gd name="connsiteX45" fmla="*/ 648078 w 1425766"/>
              <a:gd name="connsiteY45" fmla="*/ 869604 h 1913131"/>
              <a:gd name="connsiteX46" fmla="*/ 662481 w 1425766"/>
              <a:gd name="connsiteY46" fmla="*/ 888930 h 1913131"/>
              <a:gd name="connsiteX47" fmla="*/ 676882 w 1425766"/>
              <a:gd name="connsiteY47" fmla="*/ 908254 h 1913131"/>
              <a:gd name="connsiteX48" fmla="*/ 691284 w 1425766"/>
              <a:gd name="connsiteY48" fmla="*/ 927578 h 1913131"/>
              <a:gd name="connsiteX49" fmla="*/ 705686 w 1425766"/>
              <a:gd name="connsiteY49" fmla="*/ 946904 h 1913131"/>
              <a:gd name="connsiteX50" fmla="*/ 720087 w 1425766"/>
              <a:gd name="connsiteY50" fmla="*/ 966228 h 1913131"/>
              <a:gd name="connsiteX51" fmla="*/ 734489 w 1425766"/>
              <a:gd name="connsiteY51" fmla="*/ 985552 h 1913131"/>
              <a:gd name="connsiteX52" fmla="*/ 748890 w 1425766"/>
              <a:gd name="connsiteY52" fmla="*/ 1004877 h 1913131"/>
              <a:gd name="connsiteX53" fmla="*/ 763292 w 1425766"/>
              <a:gd name="connsiteY53" fmla="*/ 1024201 h 1913131"/>
              <a:gd name="connsiteX54" fmla="*/ 777694 w 1425766"/>
              <a:gd name="connsiteY54" fmla="*/ 1043527 h 1913131"/>
              <a:gd name="connsiteX55" fmla="*/ 792095 w 1425766"/>
              <a:gd name="connsiteY55" fmla="*/ 1062851 h 1913131"/>
              <a:gd name="connsiteX56" fmla="*/ 806498 w 1425766"/>
              <a:gd name="connsiteY56" fmla="*/ 1082175 h 1913131"/>
              <a:gd name="connsiteX57" fmla="*/ 820900 w 1425766"/>
              <a:gd name="connsiteY57" fmla="*/ 1101501 h 1913131"/>
              <a:gd name="connsiteX58" fmla="*/ 835301 w 1425766"/>
              <a:gd name="connsiteY58" fmla="*/ 1120825 h 1913131"/>
              <a:gd name="connsiteX59" fmla="*/ 849703 w 1425766"/>
              <a:gd name="connsiteY59" fmla="*/ 1140149 h 1913131"/>
              <a:gd name="connsiteX60" fmla="*/ 864105 w 1425766"/>
              <a:gd name="connsiteY60" fmla="*/ 1159474 h 1913131"/>
              <a:gd name="connsiteX61" fmla="*/ 878506 w 1425766"/>
              <a:gd name="connsiteY61" fmla="*/ 1178798 h 1913131"/>
              <a:gd name="connsiteX62" fmla="*/ 892908 w 1425766"/>
              <a:gd name="connsiteY62" fmla="*/ 1198122 h 1913131"/>
              <a:gd name="connsiteX63" fmla="*/ 907309 w 1425766"/>
              <a:gd name="connsiteY63" fmla="*/ 1217448 h 1913131"/>
              <a:gd name="connsiteX64" fmla="*/ 921711 w 1425766"/>
              <a:gd name="connsiteY64" fmla="*/ 1236772 h 1913131"/>
              <a:gd name="connsiteX65" fmla="*/ 936113 w 1425766"/>
              <a:gd name="connsiteY65" fmla="*/ 1256096 h 1913131"/>
              <a:gd name="connsiteX66" fmla="*/ 950514 w 1425766"/>
              <a:gd name="connsiteY66" fmla="*/ 1275421 h 1913131"/>
              <a:gd name="connsiteX67" fmla="*/ 964916 w 1425766"/>
              <a:gd name="connsiteY67" fmla="*/ 1294746 h 1913131"/>
              <a:gd name="connsiteX68" fmla="*/ 979317 w 1425766"/>
              <a:gd name="connsiteY68" fmla="*/ 1314070 h 1913131"/>
              <a:gd name="connsiteX69" fmla="*/ 993719 w 1425766"/>
              <a:gd name="connsiteY69" fmla="*/ 1333395 h 1913131"/>
              <a:gd name="connsiteX70" fmla="*/ 1008121 w 1425766"/>
              <a:gd name="connsiteY70" fmla="*/ 1352719 h 1913131"/>
              <a:gd name="connsiteX71" fmla="*/ 1022522 w 1425766"/>
              <a:gd name="connsiteY71" fmla="*/ 1372043 h 1913131"/>
              <a:gd name="connsiteX72" fmla="*/ 1036924 w 1425766"/>
              <a:gd name="connsiteY72" fmla="*/ 1391362 h 1913131"/>
              <a:gd name="connsiteX73" fmla="*/ 1051325 w 1425766"/>
              <a:gd name="connsiteY73" fmla="*/ 1410689 h 1913131"/>
              <a:gd name="connsiteX74" fmla="*/ 1065727 w 1425766"/>
              <a:gd name="connsiteY74" fmla="*/ 1430015 h 1913131"/>
              <a:gd name="connsiteX75" fmla="*/ 1080129 w 1425766"/>
              <a:gd name="connsiteY75" fmla="*/ 1449342 h 1913131"/>
              <a:gd name="connsiteX76" fmla="*/ 1094530 w 1425766"/>
              <a:gd name="connsiteY76" fmla="*/ 1468669 h 1913131"/>
              <a:gd name="connsiteX77" fmla="*/ 1108932 w 1425766"/>
              <a:gd name="connsiteY77" fmla="*/ 1487996 h 1913131"/>
              <a:gd name="connsiteX78" fmla="*/ 1123333 w 1425766"/>
              <a:gd name="connsiteY78" fmla="*/ 1507309 h 1913131"/>
              <a:gd name="connsiteX79" fmla="*/ 1137735 w 1425766"/>
              <a:gd name="connsiteY79" fmla="*/ 1526636 h 1913131"/>
              <a:gd name="connsiteX80" fmla="*/ 1152137 w 1425766"/>
              <a:gd name="connsiteY80" fmla="*/ 1545963 h 1913131"/>
              <a:gd name="connsiteX81" fmla="*/ 1166538 w 1425766"/>
              <a:gd name="connsiteY81" fmla="*/ 1565290 h 1913131"/>
              <a:gd name="connsiteX82" fmla="*/ 1180940 w 1425766"/>
              <a:gd name="connsiteY82" fmla="*/ 1584617 h 1913131"/>
              <a:gd name="connsiteX83" fmla="*/ 1195341 w 1425766"/>
              <a:gd name="connsiteY83" fmla="*/ 1603944 h 1913131"/>
              <a:gd name="connsiteX84" fmla="*/ 1209743 w 1425766"/>
              <a:gd name="connsiteY84" fmla="*/ 1623256 h 1913131"/>
              <a:gd name="connsiteX85" fmla="*/ 1224145 w 1425766"/>
              <a:gd name="connsiteY85" fmla="*/ 1642583 h 1913131"/>
              <a:gd name="connsiteX86" fmla="*/ 1238546 w 1425766"/>
              <a:gd name="connsiteY86" fmla="*/ 1661910 h 1913131"/>
              <a:gd name="connsiteX87" fmla="*/ 1252948 w 1425766"/>
              <a:gd name="connsiteY87" fmla="*/ 1681237 h 1913131"/>
              <a:gd name="connsiteX88" fmla="*/ 1267349 w 1425766"/>
              <a:gd name="connsiteY88" fmla="*/ 1700564 h 1913131"/>
              <a:gd name="connsiteX89" fmla="*/ 1281751 w 1425766"/>
              <a:gd name="connsiteY89" fmla="*/ 1719891 h 1913131"/>
              <a:gd name="connsiteX90" fmla="*/ 1296153 w 1425766"/>
              <a:gd name="connsiteY90" fmla="*/ 1739203 h 1913131"/>
              <a:gd name="connsiteX91" fmla="*/ 1310554 w 1425766"/>
              <a:gd name="connsiteY91" fmla="*/ 1758530 h 1913131"/>
              <a:gd name="connsiteX92" fmla="*/ 1324956 w 1425766"/>
              <a:gd name="connsiteY92" fmla="*/ 1777857 h 1913131"/>
              <a:gd name="connsiteX93" fmla="*/ 1339357 w 1425766"/>
              <a:gd name="connsiteY93" fmla="*/ 1797184 h 1913131"/>
              <a:gd name="connsiteX94" fmla="*/ 1353759 w 1425766"/>
              <a:gd name="connsiteY94" fmla="*/ 1816511 h 1913131"/>
              <a:gd name="connsiteX95" fmla="*/ 1368161 w 1425766"/>
              <a:gd name="connsiteY95" fmla="*/ 1835838 h 1913131"/>
              <a:gd name="connsiteX96" fmla="*/ 1382562 w 1425766"/>
              <a:gd name="connsiteY96" fmla="*/ 1855151 h 1913131"/>
              <a:gd name="connsiteX97" fmla="*/ 1396964 w 1425766"/>
              <a:gd name="connsiteY97" fmla="*/ 1874478 h 1913131"/>
              <a:gd name="connsiteX98" fmla="*/ 1411365 w 1425766"/>
              <a:gd name="connsiteY98" fmla="*/ 1893805 h 1913131"/>
              <a:gd name="connsiteX99" fmla="*/ 1425767 w 1425766"/>
              <a:gd name="connsiteY99" fmla="*/ 1913132 h 1913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425766" h="1913131">
                <a:moveTo>
                  <a:pt x="0" y="0"/>
                </a:moveTo>
                <a:lnTo>
                  <a:pt x="14402" y="19325"/>
                </a:lnTo>
                <a:lnTo>
                  <a:pt x="28803" y="38649"/>
                </a:lnTo>
                <a:lnTo>
                  <a:pt x="43205" y="57974"/>
                </a:lnTo>
                <a:lnTo>
                  <a:pt x="57606" y="77298"/>
                </a:lnTo>
                <a:lnTo>
                  <a:pt x="72008" y="96623"/>
                </a:lnTo>
                <a:lnTo>
                  <a:pt x="86410" y="115947"/>
                </a:lnTo>
                <a:lnTo>
                  <a:pt x="100813" y="135271"/>
                </a:lnTo>
                <a:lnTo>
                  <a:pt x="115214" y="154597"/>
                </a:lnTo>
                <a:lnTo>
                  <a:pt x="129616" y="173921"/>
                </a:lnTo>
                <a:lnTo>
                  <a:pt x="144017" y="193246"/>
                </a:lnTo>
                <a:lnTo>
                  <a:pt x="158419" y="212570"/>
                </a:lnTo>
                <a:lnTo>
                  <a:pt x="172821" y="231894"/>
                </a:lnTo>
                <a:lnTo>
                  <a:pt x="187222" y="251220"/>
                </a:lnTo>
                <a:lnTo>
                  <a:pt x="201624" y="270544"/>
                </a:lnTo>
                <a:lnTo>
                  <a:pt x="216025" y="289868"/>
                </a:lnTo>
                <a:lnTo>
                  <a:pt x="230427" y="309194"/>
                </a:lnTo>
                <a:lnTo>
                  <a:pt x="244830" y="328518"/>
                </a:lnTo>
                <a:lnTo>
                  <a:pt x="259232" y="347842"/>
                </a:lnTo>
                <a:lnTo>
                  <a:pt x="273633" y="367167"/>
                </a:lnTo>
                <a:lnTo>
                  <a:pt x="288035" y="386491"/>
                </a:lnTo>
                <a:lnTo>
                  <a:pt x="302436" y="405815"/>
                </a:lnTo>
                <a:lnTo>
                  <a:pt x="316838" y="425141"/>
                </a:lnTo>
                <a:lnTo>
                  <a:pt x="331240" y="444465"/>
                </a:lnTo>
                <a:lnTo>
                  <a:pt x="345641" y="463789"/>
                </a:lnTo>
                <a:lnTo>
                  <a:pt x="360043" y="483115"/>
                </a:lnTo>
                <a:lnTo>
                  <a:pt x="374444" y="502439"/>
                </a:lnTo>
                <a:lnTo>
                  <a:pt x="388848" y="521763"/>
                </a:lnTo>
                <a:lnTo>
                  <a:pt x="403249" y="541088"/>
                </a:lnTo>
                <a:lnTo>
                  <a:pt x="417651" y="560412"/>
                </a:lnTo>
                <a:lnTo>
                  <a:pt x="432052" y="579736"/>
                </a:lnTo>
                <a:lnTo>
                  <a:pt x="446454" y="599062"/>
                </a:lnTo>
                <a:lnTo>
                  <a:pt x="460856" y="618386"/>
                </a:lnTo>
                <a:lnTo>
                  <a:pt x="475257" y="637710"/>
                </a:lnTo>
                <a:lnTo>
                  <a:pt x="489659" y="657035"/>
                </a:lnTo>
                <a:lnTo>
                  <a:pt x="504060" y="676359"/>
                </a:lnTo>
                <a:lnTo>
                  <a:pt x="518462" y="695684"/>
                </a:lnTo>
                <a:lnTo>
                  <a:pt x="532865" y="715009"/>
                </a:lnTo>
                <a:lnTo>
                  <a:pt x="547267" y="734333"/>
                </a:lnTo>
                <a:lnTo>
                  <a:pt x="561668" y="753657"/>
                </a:lnTo>
                <a:lnTo>
                  <a:pt x="576070" y="772983"/>
                </a:lnTo>
                <a:lnTo>
                  <a:pt x="590471" y="792307"/>
                </a:lnTo>
                <a:lnTo>
                  <a:pt x="604873" y="811631"/>
                </a:lnTo>
                <a:lnTo>
                  <a:pt x="619275" y="830956"/>
                </a:lnTo>
                <a:lnTo>
                  <a:pt x="633676" y="850280"/>
                </a:lnTo>
                <a:lnTo>
                  <a:pt x="648078" y="869604"/>
                </a:lnTo>
                <a:lnTo>
                  <a:pt x="662481" y="888930"/>
                </a:lnTo>
                <a:lnTo>
                  <a:pt x="676882" y="908254"/>
                </a:lnTo>
                <a:lnTo>
                  <a:pt x="691284" y="927578"/>
                </a:lnTo>
                <a:lnTo>
                  <a:pt x="705686" y="946904"/>
                </a:lnTo>
                <a:lnTo>
                  <a:pt x="720087" y="966228"/>
                </a:lnTo>
                <a:lnTo>
                  <a:pt x="734489" y="985552"/>
                </a:lnTo>
                <a:lnTo>
                  <a:pt x="748890" y="1004877"/>
                </a:lnTo>
                <a:lnTo>
                  <a:pt x="763292" y="1024201"/>
                </a:lnTo>
                <a:lnTo>
                  <a:pt x="777694" y="1043527"/>
                </a:lnTo>
                <a:lnTo>
                  <a:pt x="792095" y="1062851"/>
                </a:lnTo>
                <a:lnTo>
                  <a:pt x="806498" y="1082175"/>
                </a:lnTo>
                <a:lnTo>
                  <a:pt x="820900" y="1101501"/>
                </a:lnTo>
                <a:lnTo>
                  <a:pt x="835301" y="1120825"/>
                </a:lnTo>
                <a:lnTo>
                  <a:pt x="849703" y="1140149"/>
                </a:lnTo>
                <a:lnTo>
                  <a:pt x="864105" y="1159474"/>
                </a:lnTo>
                <a:lnTo>
                  <a:pt x="878506" y="1178798"/>
                </a:lnTo>
                <a:lnTo>
                  <a:pt x="892908" y="1198122"/>
                </a:lnTo>
                <a:lnTo>
                  <a:pt x="907309" y="1217448"/>
                </a:lnTo>
                <a:lnTo>
                  <a:pt x="921711" y="1236772"/>
                </a:lnTo>
                <a:lnTo>
                  <a:pt x="936113" y="1256096"/>
                </a:lnTo>
                <a:lnTo>
                  <a:pt x="950514" y="1275421"/>
                </a:lnTo>
                <a:lnTo>
                  <a:pt x="964916" y="1294746"/>
                </a:lnTo>
                <a:lnTo>
                  <a:pt x="979317" y="1314070"/>
                </a:lnTo>
                <a:lnTo>
                  <a:pt x="993719" y="1333395"/>
                </a:lnTo>
                <a:lnTo>
                  <a:pt x="1008121" y="1352719"/>
                </a:lnTo>
                <a:lnTo>
                  <a:pt x="1022522" y="1372043"/>
                </a:lnTo>
                <a:lnTo>
                  <a:pt x="1036924" y="1391362"/>
                </a:lnTo>
                <a:lnTo>
                  <a:pt x="1051325" y="1410689"/>
                </a:lnTo>
                <a:lnTo>
                  <a:pt x="1065727" y="1430015"/>
                </a:lnTo>
                <a:lnTo>
                  <a:pt x="1080129" y="1449342"/>
                </a:lnTo>
                <a:lnTo>
                  <a:pt x="1094530" y="1468669"/>
                </a:lnTo>
                <a:lnTo>
                  <a:pt x="1108932" y="1487996"/>
                </a:lnTo>
                <a:lnTo>
                  <a:pt x="1123333" y="1507309"/>
                </a:lnTo>
                <a:lnTo>
                  <a:pt x="1137735" y="1526636"/>
                </a:lnTo>
                <a:lnTo>
                  <a:pt x="1152137" y="1545963"/>
                </a:lnTo>
                <a:lnTo>
                  <a:pt x="1166538" y="1565290"/>
                </a:lnTo>
                <a:lnTo>
                  <a:pt x="1180940" y="1584617"/>
                </a:lnTo>
                <a:lnTo>
                  <a:pt x="1195341" y="1603944"/>
                </a:lnTo>
                <a:lnTo>
                  <a:pt x="1209743" y="1623256"/>
                </a:lnTo>
                <a:lnTo>
                  <a:pt x="1224145" y="1642583"/>
                </a:lnTo>
                <a:lnTo>
                  <a:pt x="1238546" y="1661910"/>
                </a:lnTo>
                <a:lnTo>
                  <a:pt x="1252948" y="1681237"/>
                </a:lnTo>
                <a:lnTo>
                  <a:pt x="1267349" y="1700564"/>
                </a:lnTo>
                <a:lnTo>
                  <a:pt x="1281751" y="1719891"/>
                </a:lnTo>
                <a:lnTo>
                  <a:pt x="1296153" y="1739203"/>
                </a:lnTo>
                <a:lnTo>
                  <a:pt x="1310554" y="1758530"/>
                </a:lnTo>
                <a:lnTo>
                  <a:pt x="1324956" y="1777857"/>
                </a:lnTo>
                <a:lnTo>
                  <a:pt x="1339357" y="1797184"/>
                </a:lnTo>
                <a:lnTo>
                  <a:pt x="1353759" y="1816511"/>
                </a:lnTo>
                <a:lnTo>
                  <a:pt x="1368161" y="1835838"/>
                </a:lnTo>
                <a:lnTo>
                  <a:pt x="1382562" y="1855151"/>
                </a:lnTo>
                <a:lnTo>
                  <a:pt x="1396964" y="1874478"/>
                </a:lnTo>
                <a:lnTo>
                  <a:pt x="1411365" y="1893805"/>
                </a:lnTo>
                <a:lnTo>
                  <a:pt x="1425767" y="1913132"/>
                </a:lnTo>
              </a:path>
            </a:pathLst>
          </a:custGeom>
          <a:noFill/>
          <a:ln w="5747" cap="rnd">
            <a:solidFill>
              <a:srgbClr val="000000"/>
            </a:solidFill>
            <a:custDash>
              <a:ds d="1200000" sp="750000"/>
            </a:custDash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5EA74F41-BC47-0288-832C-998A8FD693AC}"/>
              </a:ext>
            </a:extLst>
          </p:cNvPr>
          <p:cNvGrpSpPr/>
          <p:nvPr/>
        </p:nvGrpSpPr>
        <p:grpSpPr>
          <a:xfrm>
            <a:off x="4854588" y="2682156"/>
            <a:ext cx="356444" cy="51845"/>
            <a:chOff x="4854588" y="2682156"/>
            <a:chExt cx="356444" cy="51845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8AC2A7BA-8000-3004-4CB4-3BDAC80B24AF}"/>
                </a:ext>
              </a:extLst>
            </p:cNvPr>
            <p:cNvSpPr/>
            <p:nvPr/>
          </p:nvSpPr>
          <p:spPr>
            <a:xfrm>
              <a:off x="4854588" y="2708079"/>
              <a:ext cx="356443" cy="1440"/>
            </a:xfrm>
            <a:custGeom>
              <a:avLst/>
              <a:gdLst>
                <a:gd name="connsiteX0" fmla="*/ 0 w 356443"/>
                <a:gd name="connsiteY0" fmla="*/ 0 h 1440"/>
                <a:gd name="connsiteX1" fmla="*/ 356444 w 356443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6443" h="1440">
                  <a:moveTo>
                    <a:pt x="0" y="0"/>
                  </a:moveTo>
                  <a:lnTo>
                    <a:pt x="356444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4F091ED0-EEF3-9E7A-1D7B-9089C2472568}"/>
                </a:ext>
              </a:extLst>
            </p:cNvPr>
            <p:cNvSpPr/>
            <p:nvPr/>
          </p:nvSpPr>
          <p:spPr>
            <a:xfrm>
              <a:off x="5159187" y="2682156"/>
              <a:ext cx="51845" cy="51845"/>
            </a:xfrm>
            <a:custGeom>
              <a:avLst/>
              <a:gdLst>
                <a:gd name="connsiteX0" fmla="*/ 0 w 51845"/>
                <a:gd name="connsiteY0" fmla="*/ 25923 h 51845"/>
                <a:gd name="connsiteX1" fmla="*/ 0 w 51845"/>
                <a:gd name="connsiteY1" fmla="*/ 0 h 51845"/>
                <a:gd name="connsiteX2" fmla="*/ 51846 w 51845"/>
                <a:gd name="connsiteY2" fmla="*/ 25923 h 51845"/>
                <a:gd name="connsiteX3" fmla="*/ 0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0" y="25923"/>
                  </a:moveTo>
                  <a:lnTo>
                    <a:pt x="0" y="0"/>
                  </a:lnTo>
                  <a:lnTo>
                    <a:pt x="51846" y="25923"/>
                  </a:lnTo>
                  <a:lnTo>
                    <a:pt x="0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A6F444C7-C632-D0EB-C959-A54A2699852B}"/>
                </a:ext>
              </a:extLst>
            </p:cNvPr>
            <p:cNvSpPr/>
            <p:nvPr/>
          </p:nvSpPr>
          <p:spPr>
            <a:xfrm>
              <a:off x="4854588" y="2708079"/>
              <a:ext cx="304598" cy="1440"/>
            </a:xfrm>
            <a:custGeom>
              <a:avLst/>
              <a:gdLst>
                <a:gd name="connsiteX0" fmla="*/ 304598 w 304598"/>
                <a:gd name="connsiteY0" fmla="*/ 0 h 1440"/>
                <a:gd name="connsiteX1" fmla="*/ 0 w 304598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598" h="1440">
                  <a:moveTo>
                    <a:pt x="304598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7B55CF93-AE89-3C89-D127-9D23955A0968}"/>
              </a:ext>
            </a:extLst>
          </p:cNvPr>
          <p:cNvGrpSpPr/>
          <p:nvPr/>
        </p:nvGrpSpPr>
        <p:grpSpPr>
          <a:xfrm>
            <a:off x="5185109" y="2571314"/>
            <a:ext cx="51845" cy="88937"/>
            <a:chOff x="5185109" y="2571314"/>
            <a:chExt cx="51845" cy="88937"/>
          </a:xfrm>
        </p:grpSpPr>
        <p:sp>
          <p:nvSpPr>
            <p:cNvPr id="467" name="Freeform 466">
              <a:extLst>
                <a:ext uri="{FF2B5EF4-FFF2-40B4-BE49-F238E27FC236}">
                  <a16:creationId xmlns:a16="http://schemas.microsoft.com/office/drawing/2014/main" id="{6B396DD2-8F2E-6BE1-46DE-48ABB5030C7C}"/>
                </a:ext>
              </a:extLst>
            </p:cNvPr>
            <p:cNvSpPr/>
            <p:nvPr/>
          </p:nvSpPr>
          <p:spPr>
            <a:xfrm>
              <a:off x="5211032" y="2571314"/>
              <a:ext cx="1440" cy="88937"/>
            </a:xfrm>
            <a:custGeom>
              <a:avLst/>
              <a:gdLst>
                <a:gd name="connsiteX0" fmla="*/ 0 w 1440"/>
                <a:gd name="connsiteY0" fmla="*/ 88937 h 88937"/>
                <a:gd name="connsiteX1" fmla="*/ 0 w 1440"/>
                <a:gd name="connsiteY1" fmla="*/ 0 h 8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88937">
                  <a:moveTo>
                    <a:pt x="0" y="88937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 467">
              <a:extLst>
                <a:ext uri="{FF2B5EF4-FFF2-40B4-BE49-F238E27FC236}">
                  <a16:creationId xmlns:a16="http://schemas.microsoft.com/office/drawing/2014/main" id="{B4DC5DF4-EC91-9946-3277-8BC2B593672D}"/>
                </a:ext>
              </a:extLst>
            </p:cNvPr>
            <p:cNvSpPr/>
            <p:nvPr/>
          </p:nvSpPr>
          <p:spPr>
            <a:xfrm>
              <a:off x="5185109" y="2571314"/>
              <a:ext cx="51845" cy="51845"/>
            </a:xfrm>
            <a:custGeom>
              <a:avLst/>
              <a:gdLst>
                <a:gd name="connsiteX0" fmla="*/ 25923 w 51845"/>
                <a:gd name="connsiteY0" fmla="*/ 51846 h 51845"/>
                <a:gd name="connsiteX1" fmla="*/ 0 w 51845"/>
                <a:gd name="connsiteY1" fmla="*/ 51846 h 51845"/>
                <a:gd name="connsiteX2" fmla="*/ 25923 w 51845"/>
                <a:gd name="connsiteY2" fmla="*/ 0 h 51845"/>
                <a:gd name="connsiteX3" fmla="*/ 51846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25923" y="51846"/>
                  </a:moveTo>
                  <a:lnTo>
                    <a:pt x="0" y="51846"/>
                  </a:lnTo>
                  <a:lnTo>
                    <a:pt x="25923" y="0"/>
                  </a:lnTo>
                  <a:lnTo>
                    <a:pt x="51846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 468">
              <a:extLst>
                <a:ext uri="{FF2B5EF4-FFF2-40B4-BE49-F238E27FC236}">
                  <a16:creationId xmlns:a16="http://schemas.microsoft.com/office/drawing/2014/main" id="{141BE66F-2E76-9424-F3E8-C6208F23988F}"/>
                </a:ext>
              </a:extLst>
            </p:cNvPr>
            <p:cNvSpPr/>
            <p:nvPr/>
          </p:nvSpPr>
          <p:spPr>
            <a:xfrm>
              <a:off x="5211032" y="2623160"/>
              <a:ext cx="1440" cy="37091"/>
            </a:xfrm>
            <a:custGeom>
              <a:avLst/>
              <a:gdLst>
                <a:gd name="connsiteX0" fmla="*/ 0 w 1440"/>
                <a:gd name="connsiteY0" fmla="*/ 0 h 37091"/>
                <a:gd name="connsiteX1" fmla="*/ 0 w 1440"/>
                <a:gd name="connsiteY1" fmla="*/ 37091 h 3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37091">
                  <a:moveTo>
                    <a:pt x="0" y="0"/>
                  </a:moveTo>
                  <a:lnTo>
                    <a:pt x="0" y="37091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0" name="Freeform 469">
            <a:extLst>
              <a:ext uri="{FF2B5EF4-FFF2-40B4-BE49-F238E27FC236}">
                <a16:creationId xmlns:a16="http://schemas.microsoft.com/office/drawing/2014/main" id="{506F7899-42DB-26D3-3A06-3EE4D8889283}"/>
              </a:ext>
            </a:extLst>
          </p:cNvPr>
          <p:cNvSpPr/>
          <p:nvPr/>
        </p:nvSpPr>
        <p:spPr>
          <a:xfrm>
            <a:off x="4462502" y="1940455"/>
            <a:ext cx="1989042" cy="1676362"/>
          </a:xfrm>
          <a:custGeom>
            <a:avLst/>
            <a:gdLst>
              <a:gd name="connsiteX0" fmla="*/ 0 w 1989042"/>
              <a:gd name="connsiteY0" fmla="*/ 0 h 1676362"/>
              <a:gd name="connsiteX1" fmla="*/ 20090 w 1989042"/>
              <a:gd name="connsiteY1" fmla="*/ 16933 h 1676362"/>
              <a:gd name="connsiteX2" fmla="*/ 40182 w 1989042"/>
              <a:gd name="connsiteY2" fmla="*/ 33867 h 1676362"/>
              <a:gd name="connsiteX3" fmla="*/ 60274 w 1989042"/>
              <a:gd name="connsiteY3" fmla="*/ 50799 h 1676362"/>
              <a:gd name="connsiteX4" fmla="*/ 80365 w 1989042"/>
              <a:gd name="connsiteY4" fmla="*/ 67732 h 1676362"/>
              <a:gd name="connsiteX5" fmla="*/ 100457 w 1989042"/>
              <a:gd name="connsiteY5" fmla="*/ 84666 h 1676362"/>
              <a:gd name="connsiteX6" fmla="*/ 120547 w 1989042"/>
              <a:gd name="connsiteY6" fmla="*/ 101598 h 1676362"/>
              <a:gd name="connsiteX7" fmla="*/ 140639 w 1989042"/>
              <a:gd name="connsiteY7" fmla="*/ 118531 h 1676362"/>
              <a:gd name="connsiteX8" fmla="*/ 160731 w 1989042"/>
              <a:gd name="connsiteY8" fmla="*/ 135464 h 1676362"/>
              <a:gd name="connsiteX9" fmla="*/ 180822 w 1989042"/>
              <a:gd name="connsiteY9" fmla="*/ 152396 h 1676362"/>
              <a:gd name="connsiteX10" fmla="*/ 200914 w 1989042"/>
              <a:gd name="connsiteY10" fmla="*/ 169330 h 1676362"/>
              <a:gd name="connsiteX11" fmla="*/ 221004 w 1989042"/>
              <a:gd name="connsiteY11" fmla="*/ 186263 h 1676362"/>
              <a:gd name="connsiteX12" fmla="*/ 241096 w 1989042"/>
              <a:gd name="connsiteY12" fmla="*/ 203195 h 1676362"/>
              <a:gd name="connsiteX13" fmla="*/ 261187 w 1989042"/>
              <a:gd name="connsiteY13" fmla="*/ 220128 h 1676362"/>
              <a:gd name="connsiteX14" fmla="*/ 281279 w 1989042"/>
              <a:gd name="connsiteY14" fmla="*/ 237062 h 1676362"/>
              <a:gd name="connsiteX15" fmla="*/ 301371 w 1989042"/>
              <a:gd name="connsiteY15" fmla="*/ 253995 h 1676362"/>
              <a:gd name="connsiteX16" fmla="*/ 321461 w 1989042"/>
              <a:gd name="connsiteY16" fmla="*/ 270927 h 1676362"/>
              <a:gd name="connsiteX17" fmla="*/ 341553 w 1989042"/>
              <a:gd name="connsiteY17" fmla="*/ 287861 h 1676362"/>
              <a:gd name="connsiteX18" fmla="*/ 361644 w 1989042"/>
              <a:gd name="connsiteY18" fmla="*/ 304794 h 1676362"/>
              <a:gd name="connsiteX19" fmla="*/ 381736 w 1989042"/>
              <a:gd name="connsiteY19" fmla="*/ 321726 h 1676362"/>
              <a:gd name="connsiteX20" fmla="*/ 401828 w 1989042"/>
              <a:gd name="connsiteY20" fmla="*/ 338659 h 1676362"/>
              <a:gd name="connsiteX21" fmla="*/ 421918 w 1989042"/>
              <a:gd name="connsiteY21" fmla="*/ 355593 h 1676362"/>
              <a:gd name="connsiteX22" fmla="*/ 442010 w 1989042"/>
              <a:gd name="connsiteY22" fmla="*/ 372525 h 1676362"/>
              <a:gd name="connsiteX23" fmla="*/ 462101 w 1989042"/>
              <a:gd name="connsiteY23" fmla="*/ 389458 h 1676362"/>
              <a:gd name="connsiteX24" fmla="*/ 482193 w 1989042"/>
              <a:gd name="connsiteY24" fmla="*/ 406392 h 1676362"/>
              <a:gd name="connsiteX25" fmla="*/ 502285 w 1989042"/>
              <a:gd name="connsiteY25" fmla="*/ 423324 h 1676362"/>
              <a:gd name="connsiteX26" fmla="*/ 522375 w 1989042"/>
              <a:gd name="connsiteY26" fmla="*/ 440257 h 1676362"/>
              <a:gd name="connsiteX27" fmla="*/ 542467 w 1989042"/>
              <a:gd name="connsiteY27" fmla="*/ 457190 h 1676362"/>
              <a:gd name="connsiteX28" fmla="*/ 562558 w 1989042"/>
              <a:gd name="connsiteY28" fmla="*/ 474122 h 1676362"/>
              <a:gd name="connsiteX29" fmla="*/ 582650 w 1989042"/>
              <a:gd name="connsiteY29" fmla="*/ 491056 h 1676362"/>
              <a:gd name="connsiteX30" fmla="*/ 602742 w 1989042"/>
              <a:gd name="connsiteY30" fmla="*/ 507989 h 1676362"/>
              <a:gd name="connsiteX31" fmla="*/ 622832 w 1989042"/>
              <a:gd name="connsiteY31" fmla="*/ 524921 h 1676362"/>
              <a:gd name="connsiteX32" fmla="*/ 642923 w 1989042"/>
              <a:gd name="connsiteY32" fmla="*/ 541854 h 1676362"/>
              <a:gd name="connsiteX33" fmla="*/ 663015 w 1989042"/>
              <a:gd name="connsiteY33" fmla="*/ 558788 h 1676362"/>
              <a:gd name="connsiteX34" fmla="*/ 683107 w 1989042"/>
              <a:gd name="connsiteY34" fmla="*/ 575720 h 1676362"/>
              <a:gd name="connsiteX35" fmla="*/ 703198 w 1989042"/>
              <a:gd name="connsiteY35" fmla="*/ 592653 h 1676362"/>
              <a:gd name="connsiteX36" fmla="*/ 723289 w 1989042"/>
              <a:gd name="connsiteY36" fmla="*/ 609587 h 1676362"/>
              <a:gd name="connsiteX37" fmla="*/ 743380 w 1989042"/>
              <a:gd name="connsiteY37" fmla="*/ 626520 h 1676362"/>
              <a:gd name="connsiteX38" fmla="*/ 763472 w 1989042"/>
              <a:gd name="connsiteY38" fmla="*/ 643452 h 1676362"/>
              <a:gd name="connsiteX39" fmla="*/ 783564 w 1989042"/>
              <a:gd name="connsiteY39" fmla="*/ 660385 h 1676362"/>
              <a:gd name="connsiteX40" fmla="*/ 803655 w 1989042"/>
              <a:gd name="connsiteY40" fmla="*/ 677319 h 1676362"/>
              <a:gd name="connsiteX41" fmla="*/ 823746 w 1989042"/>
              <a:gd name="connsiteY41" fmla="*/ 694251 h 1676362"/>
              <a:gd name="connsiteX42" fmla="*/ 843837 w 1989042"/>
              <a:gd name="connsiteY42" fmla="*/ 711184 h 1676362"/>
              <a:gd name="connsiteX43" fmla="*/ 863929 w 1989042"/>
              <a:gd name="connsiteY43" fmla="*/ 728118 h 1676362"/>
              <a:gd name="connsiteX44" fmla="*/ 884022 w 1989042"/>
              <a:gd name="connsiteY44" fmla="*/ 745050 h 1676362"/>
              <a:gd name="connsiteX45" fmla="*/ 904112 w 1989042"/>
              <a:gd name="connsiteY45" fmla="*/ 761983 h 1676362"/>
              <a:gd name="connsiteX46" fmla="*/ 924203 w 1989042"/>
              <a:gd name="connsiteY46" fmla="*/ 778916 h 1676362"/>
              <a:gd name="connsiteX47" fmla="*/ 944293 w 1989042"/>
              <a:gd name="connsiteY47" fmla="*/ 795848 h 1676362"/>
              <a:gd name="connsiteX48" fmla="*/ 964383 w 1989042"/>
              <a:gd name="connsiteY48" fmla="*/ 812782 h 1676362"/>
              <a:gd name="connsiteX49" fmla="*/ 984473 w 1989042"/>
              <a:gd name="connsiteY49" fmla="*/ 829715 h 1676362"/>
              <a:gd name="connsiteX50" fmla="*/ 1004563 w 1989042"/>
              <a:gd name="connsiteY50" fmla="*/ 846647 h 1676362"/>
              <a:gd name="connsiteX51" fmla="*/ 1024654 w 1989042"/>
              <a:gd name="connsiteY51" fmla="*/ 863580 h 1676362"/>
              <a:gd name="connsiteX52" fmla="*/ 1044758 w 1989042"/>
              <a:gd name="connsiteY52" fmla="*/ 880514 h 1676362"/>
              <a:gd name="connsiteX53" fmla="*/ 1064849 w 1989042"/>
              <a:gd name="connsiteY53" fmla="*/ 897446 h 1676362"/>
              <a:gd name="connsiteX54" fmla="*/ 1084939 w 1989042"/>
              <a:gd name="connsiteY54" fmla="*/ 914379 h 1676362"/>
              <a:gd name="connsiteX55" fmla="*/ 1105029 w 1989042"/>
              <a:gd name="connsiteY55" fmla="*/ 931313 h 1676362"/>
              <a:gd name="connsiteX56" fmla="*/ 1125119 w 1989042"/>
              <a:gd name="connsiteY56" fmla="*/ 948245 h 1676362"/>
              <a:gd name="connsiteX57" fmla="*/ 1145210 w 1989042"/>
              <a:gd name="connsiteY57" fmla="*/ 965178 h 1676362"/>
              <a:gd name="connsiteX58" fmla="*/ 1165300 w 1989042"/>
              <a:gd name="connsiteY58" fmla="*/ 982111 h 1676362"/>
              <a:gd name="connsiteX59" fmla="*/ 1185390 w 1989042"/>
              <a:gd name="connsiteY59" fmla="*/ 999045 h 1676362"/>
              <a:gd name="connsiteX60" fmla="*/ 1205480 w 1989042"/>
              <a:gd name="connsiteY60" fmla="*/ 1015977 h 1676362"/>
              <a:gd name="connsiteX61" fmla="*/ 1225571 w 1989042"/>
              <a:gd name="connsiteY61" fmla="*/ 1032910 h 1676362"/>
              <a:gd name="connsiteX62" fmla="*/ 1245661 w 1989042"/>
              <a:gd name="connsiteY62" fmla="*/ 1049844 h 1676362"/>
              <a:gd name="connsiteX63" fmla="*/ 1265751 w 1989042"/>
              <a:gd name="connsiteY63" fmla="*/ 1066776 h 1676362"/>
              <a:gd name="connsiteX64" fmla="*/ 1285841 w 1989042"/>
              <a:gd name="connsiteY64" fmla="*/ 1083709 h 1676362"/>
              <a:gd name="connsiteX65" fmla="*/ 1305946 w 1989042"/>
              <a:gd name="connsiteY65" fmla="*/ 1100642 h 1676362"/>
              <a:gd name="connsiteX66" fmla="*/ 1326036 w 1989042"/>
              <a:gd name="connsiteY66" fmla="*/ 1117574 h 1676362"/>
              <a:gd name="connsiteX67" fmla="*/ 1346126 w 1989042"/>
              <a:gd name="connsiteY67" fmla="*/ 1134508 h 1676362"/>
              <a:gd name="connsiteX68" fmla="*/ 1366216 w 1989042"/>
              <a:gd name="connsiteY68" fmla="*/ 1151438 h 1676362"/>
              <a:gd name="connsiteX69" fmla="*/ 1386307 w 1989042"/>
              <a:gd name="connsiteY69" fmla="*/ 1168374 h 1676362"/>
              <a:gd name="connsiteX70" fmla="*/ 1406397 w 1989042"/>
              <a:gd name="connsiteY70" fmla="*/ 1185311 h 1676362"/>
              <a:gd name="connsiteX71" fmla="*/ 1426487 w 1989042"/>
              <a:gd name="connsiteY71" fmla="*/ 1202233 h 1676362"/>
              <a:gd name="connsiteX72" fmla="*/ 1446577 w 1989042"/>
              <a:gd name="connsiteY72" fmla="*/ 1219169 h 1676362"/>
              <a:gd name="connsiteX73" fmla="*/ 1466668 w 1989042"/>
              <a:gd name="connsiteY73" fmla="*/ 1236105 h 1676362"/>
              <a:gd name="connsiteX74" fmla="*/ 1486758 w 1989042"/>
              <a:gd name="connsiteY74" fmla="*/ 1253041 h 1676362"/>
              <a:gd name="connsiteX75" fmla="*/ 1506848 w 1989042"/>
              <a:gd name="connsiteY75" fmla="*/ 1269978 h 1676362"/>
              <a:gd name="connsiteX76" fmla="*/ 1526938 w 1989042"/>
              <a:gd name="connsiteY76" fmla="*/ 1286900 h 1676362"/>
              <a:gd name="connsiteX77" fmla="*/ 1547043 w 1989042"/>
              <a:gd name="connsiteY77" fmla="*/ 1303836 h 1676362"/>
              <a:gd name="connsiteX78" fmla="*/ 1567133 w 1989042"/>
              <a:gd name="connsiteY78" fmla="*/ 1320772 h 1676362"/>
              <a:gd name="connsiteX79" fmla="*/ 1587224 w 1989042"/>
              <a:gd name="connsiteY79" fmla="*/ 1337709 h 1676362"/>
              <a:gd name="connsiteX80" fmla="*/ 1607314 w 1989042"/>
              <a:gd name="connsiteY80" fmla="*/ 1354630 h 1676362"/>
              <a:gd name="connsiteX81" fmla="*/ 1627404 w 1989042"/>
              <a:gd name="connsiteY81" fmla="*/ 1371567 h 1676362"/>
              <a:gd name="connsiteX82" fmla="*/ 1647494 w 1989042"/>
              <a:gd name="connsiteY82" fmla="*/ 1388503 h 1676362"/>
              <a:gd name="connsiteX83" fmla="*/ 1667584 w 1989042"/>
              <a:gd name="connsiteY83" fmla="*/ 1405439 h 1676362"/>
              <a:gd name="connsiteX84" fmla="*/ 1687675 w 1989042"/>
              <a:gd name="connsiteY84" fmla="*/ 1422361 h 1676362"/>
              <a:gd name="connsiteX85" fmla="*/ 1707765 w 1989042"/>
              <a:gd name="connsiteY85" fmla="*/ 1439297 h 1676362"/>
              <a:gd name="connsiteX86" fmla="*/ 1727855 w 1989042"/>
              <a:gd name="connsiteY86" fmla="*/ 1456234 h 1676362"/>
              <a:gd name="connsiteX87" fmla="*/ 1747945 w 1989042"/>
              <a:gd name="connsiteY87" fmla="*/ 1473170 h 1676362"/>
              <a:gd name="connsiteX88" fmla="*/ 1768036 w 1989042"/>
              <a:gd name="connsiteY88" fmla="*/ 1490106 h 1676362"/>
              <a:gd name="connsiteX89" fmla="*/ 1788126 w 1989042"/>
              <a:gd name="connsiteY89" fmla="*/ 1507028 h 1676362"/>
              <a:gd name="connsiteX90" fmla="*/ 1808230 w 1989042"/>
              <a:gd name="connsiteY90" fmla="*/ 1523964 h 1676362"/>
              <a:gd name="connsiteX91" fmla="*/ 1828321 w 1989042"/>
              <a:gd name="connsiteY91" fmla="*/ 1540901 h 1676362"/>
              <a:gd name="connsiteX92" fmla="*/ 1848411 w 1989042"/>
              <a:gd name="connsiteY92" fmla="*/ 1557837 h 1676362"/>
              <a:gd name="connsiteX93" fmla="*/ 1868501 w 1989042"/>
              <a:gd name="connsiteY93" fmla="*/ 1574759 h 1676362"/>
              <a:gd name="connsiteX94" fmla="*/ 1888591 w 1989042"/>
              <a:gd name="connsiteY94" fmla="*/ 1591695 h 1676362"/>
              <a:gd name="connsiteX95" fmla="*/ 1908682 w 1989042"/>
              <a:gd name="connsiteY95" fmla="*/ 1608631 h 1676362"/>
              <a:gd name="connsiteX96" fmla="*/ 1928772 w 1989042"/>
              <a:gd name="connsiteY96" fmla="*/ 1625568 h 1676362"/>
              <a:gd name="connsiteX97" fmla="*/ 1948862 w 1989042"/>
              <a:gd name="connsiteY97" fmla="*/ 1642490 h 1676362"/>
              <a:gd name="connsiteX98" fmla="*/ 1968952 w 1989042"/>
              <a:gd name="connsiteY98" fmla="*/ 1659426 h 1676362"/>
              <a:gd name="connsiteX99" fmla="*/ 1989042 w 1989042"/>
              <a:gd name="connsiteY99" fmla="*/ 1676362 h 167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989042" h="1676362">
                <a:moveTo>
                  <a:pt x="0" y="0"/>
                </a:moveTo>
                <a:lnTo>
                  <a:pt x="20090" y="16933"/>
                </a:lnTo>
                <a:lnTo>
                  <a:pt x="40182" y="33867"/>
                </a:lnTo>
                <a:lnTo>
                  <a:pt x="60274" y="50799"/>
                </a:lnTo>
                <a:lnTo>
                  <a:pt x="80365" y="67732"/>
                </a:lnTo>
                <a:lnTo>
                  <a:pt x="100457" y="84666"/>
                </a:lnTo>
                <a:lnTo>
                  <a:pt x="120547" y="101598"/>
                </a:lnTo>
                <a:lnTo>
                  <a:pt x="140639" y="118531"/>
                </a:lnTo>
                <a:lnTo>
                  <a:pt x="160731" y="135464"/>
                </a:lnTo>
                <a:lnTo>
                  <a:pt x="180822" y="152396"/>
                </a:lnTo>
                <a:lnTo>
                  <a:pt x="200914" y="169330"/>
                </a:lnTo>
                <a:lnTo>
                  <a:pt x="221004" y="186263"/>
                </a:lnTo>
                <a:lnTo>
                  <a:pt x="241096" y="203195"/>
                </a:lnTo>
                <a:lnTo>
                  <a:pt x="261187" y="220128"/>
                </a:lnTo>
                <a:lnTo>
                  <a:pt x="281279" y="237062"/>
                </a:lnTo>
                <a:lnTo>
                  <a:pt x="301371" y="253995"/>
                </a:lnTo>
                <a:lnTo>
                  <a:pt x="321461" y="270927"/>
                </a:lnTo>
                <a:lnTo>
                  <a:pt x="341553" y="287861"/>
                </a:lnTo>
                <a:lnTo>
                  <a:pt x="361644" y="304794"/>
                </a:lnTo>
                <a:lnTo>
                  <a:pt x="381736" y="321726"/>
                </a:lnTo>
                <a:lnTo>
                  <a:pt x="401828" y="338659"/>
                </a:lnTo>
                <a:lnTo>
                  <a:pt x="421918" y="355593"/>
                </a:lnTo>
                <a:lnTo>
                  <a:pt x="442010" y="372525"/>
                </a:lnTo>
                <a:lnTo>
                  <a:pt x="462101" y="389458"/>
                </a:lnTo>
                <a:lnTo>
                  <a:pt x="482193" y="406392"/>
                </a:lnTo>
                <a:lnTo>
                  <a:pt x="502285" y="423324"/>
                </a:lnTo>
                <a:lnTo>
                  <a:pt x="522375" y="440257"/>
                </a:lnTo>
                <a:lnTo>
                  <a:pt x="542467" y="457190"/>
                </a:lnTo>
                <a:lnTo>
                  <a:pt x="562558" y="474122"/>
                </a:lnTo>
                <a:lnTo>
                  <a:pt x="582650" y="491056"/>
                </a:lnTo>
                <a:lnTo>
                  <a:pt x="602742" y="507989"/>
                </a:lnTo>
                <a:lnTo>
                  <a:pt x="622832" y="524921"/>
                </a:lnTo>
                <a:lnTo>
                  <a:pt x="642923" y="541854"/>
                </a:lnTo>
                <a:lnTo>
                  <a:pt x="663015" y="558788"/>
                </a:lnTo>
                <a:lnTo>
                  <a:pt x="683107" y="575720"/>
                </a:lnTo>
                <a:lnTo>
                  <a:pt x="703198" y="592653"/>
                </a:lnTo>
                <a:lnTo>
                  <a:pt x="723289" y="609587"/>
                </a:lnTo>
                <a:lnTo>
                  <a:pt x="743380" y="626520"/>
                </a:lnTo>
                <a:lnTo>
                  <a:pt x="763472" y="643452"/>
                </a:lnTo>
                <a:lnTo>
                  <a:pt x="783564" y="660385"/>
                </a:lnTo>
                <a:lnTo>
                  <a:pt x="803655" y="677319"/>
                </a:lnTo>
                <a:lnTo>
                  <a:pt x="823746" y="694251"/>
                </a:lnTo>
                <a:lnTo>
                  <a:pt x="843837" y="711184"/>
                </a:lnTo>
                <a:lnTo>
                  <a:pt x="863929" y="728118"/>
                </a:lnTo>
                <a:lnTo>
                  <a:pt x="884022" y="745050"/>
                </a:lnTo>
                <a:lnTo>
                  <a:pt x="904112" y="761983"/>
                </a:lnTo>
                <a:lnTo>
                  <a:pt x="924203" y="778916"/>
                </a:lnTo>
                <a:lnTo>
                  <a:pt x="944293" y="795848"/>
                </a:lnTo>
                <a:lnTo>
                  <a:pt x="964383" y="812782"/>
                </a:lnTo>
                <a:lnTo>
                  <a:pt x="984473" y="829715"/>
                </a:lnTo>
                <a:lnTo>
                  <a:pt x="1004563" y="846647"/>
                </a:lnTo>
                <a:lnTo>
                  <a:pt x="1024654" y="863580"/>
                </a:lnTo>
                <a:lnTo>
                  <a:pt x="1044758" y="880514"/>
                </a:lnTo>
                <a:lnTo>
                  <a:pt x="1064849" y="897446"/>
                </a:lnTo>
                <a:lnTo>
                  <a:pt x="1084939" y="914379"/>
                </a:lnTo>
                <a:lnTo>
                  <a:pt x="1105029" y="931313"/>
                </a:lnTo>
                <a:lnTo>
                  <a:pt x="1125119" y="948245"/>
                </a:lnTo>
                <a:lnTo>
                  <a:pt x="1145210" y="965178"/>
                </a:lnTo>
                <a:lnTo>
                  <a:pt x="1165300" y="982111"/>
                </a:lnTo>
                <a:lnTo>
                  <a:pt x="1185390" y="999045"/>
                </a:lnTo>
                <a:lnTo>
                  <a:pt x="1205480" y="1015977"/>
                </a:lnTo>
                <a:lnTo>
                  <a:pt x="1225571" y="1032910"/>
                </a:lnTo>
                <a:lnTo>
                  <a:pt x="1245661" y="1049844"/>
                </a:lnTo>
                <a:lnTo>
                  <a:pt x="1265751" y="1066776"/>
                </a:lnTo>
                <a:lnTo>
                  <a:pt x="1285841" y="1083709"/>
                </a:lnTo>
                <a:lnTo>
                  <a:pt x="1305946" y="1100642"/>
                </a:lnTo>
                <a:lnTo>
                  <a:pt x="1326036" y="1117574"/>
                </a:lnTo>
                <a:lnTo>
                  <a:pt x="1346126" y="1134508"/>
                </a:lnTo>
                <a:lnTo>
                  <a:pt x="1366216" y="1151438"/>
                </a:lnTo>
                <a:lnTo>
                  <a:pt x="1386307" y="1168374"/>
                </a:lnTo>
                <a:lnTo>
                  <a:pt x="1406397" y="1185311"/>
                </a:lnTo>
                <a:lnTo>
                  <a:pt x="1426487" y="1202233"/>
                </a:lnTo>
                <a:lnTo>
                  <a:pt x="1446577" y="1219169"/>
                </a:lnTo>
                <a:lnTo>
                  <a:pt x="1466668" y="1236105"/>
                </a:lnTo>
                <a:lnTo>
                  <a:pt x="1486758" y="1253041"/>
                </a:lnTo>
                <a:lnTo>
                  <a:pt x="1506848" y="1269978"/>
                </a:lnTo>
                <a:lnTo>
                  <a:pt x="1526938" y="1286900"/>
                </a:lnTo>
                <a:lnTo>
                  <a:pt x="1547043" y="1303836"/>
                </a:lnTo>
                <a:lnTo>
                  <a:pt x="1567133" y="1320772"/>
                </a:lnTo>
                <a:lnTo>
                  <a:pt x="1587224" y="1337709"/>
                </a:lnTo>
                <a:lnTo>
                  <a:pt x="1607314" y="1354630"/>
                </a:lnTo>
                <a:lnTo>
                  <a:pt x="1627404" y="1371567"/>
                </a:lnTo>
                <a:lnTo>
                  <a:pt x="1647494" y="1388503"/>
                </a:lnTo>
                <a:lnTo>
                  <a:pt x="1667584" y="1405439"/>
                </a:lnTo>
                <a:lnTo>
                  <a:pt x="1687675" y="1422361"/>
                </a:lnTo>
                <a:lnTo>
                  <a:pt x="1707765" y="1439297"/>
                </a:lnTo>
                <a:lnTo>
                  <a:pt x="1727855" y="1456234"/>
                </a:lnTo>
                <a:lnTo>
                  <a:pt x="1747945" y="1473170"/>
                </a:lnTo>
                <a:lnTo>
                  <a:pt x="1768036" y="1490106"/>
                </a:lnTo>
                <a:lnTo>
                  <a:pt x="1788126" y="1507028"/>
                </a:lnTo>
                <a:lnTo>
                  <a:pt x="1808230" y="1523964"/>
                </a:lnTo>
                <a:lnTo>
                  <a:pt x="1828321" y="1540901"/>
                </a:lnTo>
                <a:lnTo>
                  <a:pt x="1848411" y="1557837"/>
                </a:lnTo>
                <a:lnTo>
                  <a:pt x="1868501" y="1574759"/>
                </a:lnTo>
                <a:lnTo>
                  <a:pt x="1888591" y="1591695"/>
                </a:lnTo>
                <a:lnTo>
                  <a:pt x="1908682" y="1608631"/>
                </a:lnTo>
                <a:lnTo>
                  <a:pt x="1928772" y="1625568"/>
                </a:lnTo>
                <a:lnTo>
                  <a:pt x="1948862" y="1642490"/>
                </a:lnTo>
                <a:lnTo>
                  <a:pt x="1968952" y="1659426"/>
                </a:lnTo>
                <a:lnTo>
                  <a:pt x="1989042" y="1676362"/>
                </a:lnTo>
              </a:path>
            </a:pathLst>
          </a:custGeom>
          <a:noFill/>
          <a:ln w="5747" cap="rnd">
            <a:solidFill>
              <a:srgbClr val="000000"/>
            </a:solidFill>
            <a:custDash>
              <a:ds d="1200000" sp="750000"/>
            </a:custDash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A519B73E-0958-17B6-A22D-3B746DEC0DF2}"/>
              </a:ext>
            </a:extLst>
          </p:cNvPr>
          <p:cNvGrpSpPr/>
          <p:nvPr/>
        </p:nvGrpSpPr>
        <p:grpSpPr>
          <a:xfrm>
            <a:off x="5211032" y="2682156"/>
            <a:ext cx="105526" cy="51845"/>
            <a:chOff x="5211032" y="2682156"/>
            <a:chExt cx="105526" cy="51845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1058074D-CE50-F648-4712-62078B41DB33}"/>
                </a:ext>
              </a:extLst>
            </p:cNvPr>
            <p:cNvSpPr/>
            <p:nvPr/>
          </p:nvSpPr>
          <p:spPr>
            <a:xfrm>
              <a:off x="5211032" y="2708079"/>
              <a:ext cx="105526" cy="1440"/>
            </a:xfrm>
            <a:custGeom>
              <a:avLst/>
              <a:gdLst>
                <a:gd name="connsiteX0" fmla="*/ 0 w 105526"/>
                <a:gd name="connsiteY0" fmla="*/ 0 h 1440"/>
                <a:gd name="connsiteX1" fmla="*/ 105526 w 105526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526" h="1440">
                  <a:moveTo>
                    <a:pt x="0" y="0"/>
                  </a:moveTo>
                  <a:lnTo>
                    <a:pt x="105526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ACF84D6D-459C-915C-4D50-F114D4C0C085}"/>
                </a:ext>
              </a:extLst>
            </p:cNvPr>
            <p:cNvSpPr/>
            <p:nvPr/>
          </p:nvSpPr>
          <p:spPr>
            <a:xfrm>
              <a:off x="5264713" y="2682156"/>
              <a:ext cx="51845" cy="51845"/>
            </a:xfrm>
            <a:custGeom>
              <a:avLst/>
              <a:gdLst>
                <a:gd name="connsiteX0" fmla="*/ 0 w 51845"/>
                <a:gd name="connsiteY0" fmla="*/ 25923 h 51845"/>
                <a:gd name="connsiteX1" fmla="*/ 0 w 51845"/>
                <a:gd name="connsiteY1" fmla="*/ 0 h 51845"/>
                <a:gd name="connsiteX2" fmla="*/ 51846 w 51845"/>
                <a:gd name="connsiteY2" fmla="*/ 25923 h 51845"/>
                <a:gd name="connsiteX3" fmla="*/ 0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0" y="25923"/>
                  </a:moveTo>
                  <a:lnTo>
                    <a:pt x="0" y="0"/>
                  </a:lnTo>
                  <a:lnTo>
                    <a:pt x="51846" y="25923"/>
                  </a:lnTo>
                  <a:lnTo>
                    <a:pt x="0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830207C5-A764-7F7D-165E-7B6CA07B7EA0}"/>
                </a:ext>
              </a:extLst>
            </p:cNvPr>
            <p:cNvSpPr/>
            <p:nvPr/>
          </p:nvSpPr>
          <p:spPr>
            <a:xfrm>
              <a:off x="5211032" y="2708079"/>
              <a:ext cx="53680" cy="1440"/>
            </a:xfrm>
            <a:custGeom>
              <a:avLst/>
              <a:gdLst>
                <a:gd name="connsiteX0" fmla="*/ 53681 w 53680"/>
                <a:gd name="connsiteY0" fmla="*/ 0 h 1440"/>
                <a:gd name="connsiteX1" fmla="*/ 0 w 53680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80" h="1440">
                  <a:moveTo>
                    <a:pt x="53681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37F5E5A0-979D-5A78-A254-8673377C8BD6}"/>
              </a:ext>
            </a:extLst>
          </p:cNvPr>
          <p:cNvGrpSpPr/>
          <p:nvPr/>
        </p:nvGrpSpPr>
        <p:grpSpPr>
          <a:xfrm>
            <a:off x="5290636" y="2660251"/>
            <a:ext cx="51841" cy="110631"/>
            <a:chOff x="5290636" y="2660251"/>
            <a:chExt cx="51841" cy="110631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5E981AD1-732B-5F91-56DD-74A9B8D53701}"/>
                </a:ext>
              </a:extLst>
            </p:cNvPr>
            <p:cNvSpPr/>
            <p:nvPr/>
          </p:nvSpPr>
          <p:spPr>
            <a:xfrm>
              <a:off x="5316559" y="2660251"/>
              <a:ext cx="1440" cy="110631"/>
            </a:xfrm>
            <a:custGeom>
              <a:avLst/>
              <a:gdLst>
                <a:gd name="connsiteX0" fmla="*/ 0 w 1440"/>
                <a:gd name="connsiteY0" fmla="*/ 0 h 110631"/>
                <a:gd name="connsiteX1" fmla="*/ 0 w 1440"/>
                <a:gd name="connsiteY1" fmla="*/ 110632 h 11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10631">
                  <a:moveTo>
                    <a:pt x="0" y="0"/>
                  </a:moveTo>
                  <a:lnTo>
                    <a:pt x="0" y="110632"/>
                  </a:lnTo>
                </a:path>
              </a:pathLst>
            </a:custGeom>
            <a:noFill/>
            <a:ln w="5747" cap="rnd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86F09374-E642-967B-7316-D887ADE61787}"/>
                </a:ext>
              </a:extLst>
            </p:cNvPr>
            <p:cNvSpPr/>
            <p:nvPr/>
          </p:nvSpPr>
          <p:spPr>
            <a:xfrm>
              <a:off x="5290636" y="2719037"/>
              <a:ext cx="51841" cy="51845"/>
            </a:xfrm>
            <a:custGeom>
              <a:avLst/>
              <a:gdLst>
                <a:gd name="connsiteX0" fmla="*/ 25923 w 51841"/>
                <a:gd name="connsiteY0" fmla="*/ 0 h 51845"/>
                <a:gd name="connsiteX1" fmla="*/ 51841 w 51841"/>
                <a:gd name="connsiteY1" fmla="*/ 0 h 51845"/>
                <a:gd name="connsiteX2" fmla="*/ 25923 w 51841"/>
                <a:gd name="connsiteY2" fmla="*/ 51846 h 51845"/>
                <a:gd name="connsiteX3" fmla="*/ 0 w 51841"/>
                <a:gd name="connsiteY3" fmla="*/ 0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1" h="51845">
                  <a:moveTo>
                    <a:pt x="25923" y="0"/>
                  </a:moveTo>
                  <a:lnTo>
                    <a:pt x="51841" y="0"/>
                  </a:lnTo>
                  <a:lnTo>
                    <a:pt x="25923" y="51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 475">
              <a:extLst>
                <a:ext uri="{FF2B5EF4-FFF2-40B4-BE49-F238E27FC236}">
                  <a16:creationId xmlns:a16="http://schemas.microsoft.com/office/drawing/2014/main" id="{572F3360-B7D1-E393-2E04-AE8C9DF70E3C}"/>
                </a:ext>
              </a:extLst>
            </p:cNvPr>
            <p:cNvSpPr/>
            <p:nvPr/>
          </p:nvSpPr>
          <p:spPr>
            <a:xfrm>
              <a:off x="5316559" y="2660251"/>
              <a:ext cx="1440" cy="58785"/>
            </a:xfrm>
            <a:custGeom>
              <a:avLst/>
              <a:gdLst>
                <a:gd name="connsiteX0" fmla="*/ 0 w 1440"/>
                <a:gd name="connsiteY0" fmla="*/ 58786 h 58785"/>
                <a:gd name="connsiteX1" fmla="*/ 0 w 1440"/>
                <a:gd name="connsiteY1" fmla="*/ 0 h 5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58785">
                  <a:moveTo>
                    <a:pt x="0" y="58786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6C1E2D84-DD9F-E8A7-E5B9-2DC9C0136C6E}"/>
              </a:ext>
            </a:extLst>
          </p:cNvPr>
          <p:cNvGrpSpPr/>
          <p:nvPr/>
        </p:nvGrpSpPr>
        <p:grpSpPr>
          <a:xfrm>
            <a:off x="6789103" y="2122183"/>
            <a:ext cx="51845" cy="538068"/>
            <a:chOff x="6789103" y="2122183"/>
            <a:chExt cx="51845" cy="538068"/>
          </a:xfrm>
        </p:grpSpPr>
        <p:sp>
          <p:nvSpPr>
            <p:cNvPr id="477" name="Freeform 476">
              <a:extLst>
                <a:ext uri="{FF2B5EF4-FFF2-40B4-BE49-F238E27FC236}">
                  <a16:creationId xmlns:a16="http://schemas.microsoft.com/office/drawing/2014/main" id="{925DFDE5-B6AD-AAF5-C89F-4F1EDD830C2D}"/>
                </a:ext>
              </a:extLst>
            </p:cNvPr>
            <p:cNvSpPr/>
            <p:nvPr/>
          </p:nvSpPr>
          <p:spPr>
            <a:xfrm>
              <a:off x="6815026" y="2122183"/>
              <a:ext cx="1440" cy="538068"/>
            </a:xfrm>
            <a:custGeom>
              <a:avLst/>
              <a:gdLst>
                <a:gd name="connsiteX0" fmla="*/ 0 w 1440"/>
                <a:gd name="connsiteY0" fmla="*/ 538068 h 538068"/>
                <a:gd name="connsiteX1" fmla="*/ 0 w 1440"/>
                <a:gd name="connsiteY1" fmla="*/ 0 h 538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538068">
                  <a:moveTo>
                    <a:pt x="0" y="538068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 477">
              <a:extLst>
                <a:ext uri="{FF2B5EF4-FFF2-40B4-BE49-F238E27FC236}">
                  <a16:creationId xmlns:a16="http://schemas.microsoft.com/office/drawing/2014/main" id="{30D15D3D-C3EF-0CD7-49C3-C6AFFBF80032}"/>
                </a:ext>
              </a:extLst>
            </p:cNvPr>
            <p:cNvSpPr/>
            <p:nvPr/>
          </p:nvSpPr>
          <p:spPr>
            <a:xfrm>
              <a:off x="6789103" y="2122183"/>
              <a:ext cx="51845" cy="51845"/>
            </a:xfrm>
            <a:custGeom>
              <a:avLst/>
              <a:gdLst>
                <a:gd name="connsiteX0" fmla="*/ 25923 w 51845"/>
                <a:gd name="connsiteY0" fmla="*/ 51846 h 51845"/>
                <a:gd name="connsiteX1" fmla="*/ 0 w 51845"/>
                <a:gd name="connsiteY1" fmla="*/ 51846 h 51845"/>
                <a:gd name="connsiteX2" fmla="*/ 25923 w 51845"/>
                <a:gd name="connsiteY2" fmla="*/ 0 h 51845"/>
                <a:gd name="connsiteX3" fmla="*/ 51846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25923" y="51846"/>
                  </a:moveTo>
                  <a:lnTo>
                    <a:pt x="0" y="51846"/>
                  </a:lnTo>
                  <a:lnTo>
                    <a:pt x="25923" y="0"/>
                  </a:lnTo>
                  <a:lnTo>
                    <a:pt x="51846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331C6223-2161-A5BA-EF25-53FCC4AD3391}"/>
                </a:ext>
              </a:extLst>
            </p:cNvPr>
            <p:cNvSpPr/>
            <p:nvPr/>
          </p:nvSpPr>
          <p:spPr>
            <a:xfrm>
              <a:off x="6815026" y="2174029"/>
              <a:ext cx="1440" cy="486222"/>
            </a:xfrm>
            <a:custGeom>
              <a:avLst/>
              <a:gdLst>
                <a:gd name="connsiteX0" fmla="*/ 0 w 1440"/>
                <a:gd name="connsiteY0" fmla="*/ 0 h 486222"/>
                <a:gd name="connsiteX1" fmla="*/ 0 w 1440"/>
                <a:gd name="connsiteY1" fmla="*/ 486223 h 48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486222">
                  <a:moveTo>
                    <a:pt x="0" y="0"/>
                  </a:moveTo>
                  <a:lnTo>
                    <a:pt x="0" y="486223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" name="Freeform 479">
            <a:extLst>
              <a:ext uri="{FF2B5EF4-FFF2-40B4-BE49-F238E27FC236}">
                <a16:creationId xmlns:a16="http://schemas.microsoft.com/office/drawing/2014/main" id="{C0A378F8-AE09-F978-4046-978021294099}"/>
              </a:ext>
            </a:extLst>
          </p:cNvPr>
          <p:cNvSpPr/>
          <p:nvPr/>
        </p:nvSpPr>
        <p:spPr>
          <a:xfrm>
            <a:off x="5749567" y="1703686"/>
            <a:ext cx="1363788" cy="1913131"/>
          </a:xfrm>
          <a:custGeom>
            <a:avLst/>
            <a:gdLst>
              <a:gd name="connsiteX0" fmla="*/ 0 w 1363788"/>
              <a:gd name="connsiteY0" fmla="*/ 1913132 h 1913131"/>
              <a:gd name="connsiteX1" fmla="*/ 13782 w 1363788"/>
              <a:gd name="connsiteY1" fmla="*/ 1893805 h 1913131"/>
              <a:gd name="connsiteX2" fmla="*/ 27550 w 1363788"/>
              <a:gd name="connsiteY2" fmla="*/ 1874478 h 1913131"/>
              <a:gd name="connsiteX3" fmla="*/ 41333 w 1363788"/>
              <a:gd name="connsiteY3" fmla="*/ 1855151 h 1913131"/>
              <a:gd name="connsiteX4" fmla="*/ 55101 w 1363788"/>
              <a:gd name="connsiteY4" fmla="*/ 1835838 h 1913131"/>
              <a:gd name="connsiteX5" fmla="*/ 68883 w 1363788"/>
              <a:gd name="connsiteY5" fmla="*/ 1816511 h 1913131"/>
              <a:gd name="connsiteX6" fmla="*/ 82651 w 1363788"/>
              <a:gd name="connsiteY6" fmla="*/ 1797184 h 1913131"/>
              <a:gd name="connsiteX7" fmla="*/ 96433 w 1363788"/>
              <a:gd name="connsiteY7" fmla="*/ 1777857 h 1913131"/>
              <a:gd name="connsiteX8" fmla="*/ 110215 w 1363788"/>
              <a:gd name="connsiteY8" fmla="*/ 1758530 h 1913131"/>
              <a:gd name="connsiteX9" fmla="*/ 123983 w 1363788"/>
              <a:gd name="connsiteY9" fmla="*/ 1739203 h 1913131"/>
              <a:gd name="connsiteX10" fmla="*/ 137766 w 1363788"/>
              <a:gd name="connsiteY10" fmla="*/ 1719891 h 1913131"/>
              <a:gd name="connsiteX11" fmla="*/ 151534 w 1363788"/>
              <a:gd name="connsiteY11" fmla="*/ 1700564 h 1913131"/>
              <a:gd name="connsiteX12" fmla="*/ 165316 w 1363788"/>
              <a:gd name="connsiteY12" fmla="*/ 1681237 h 1913131"/>
              <a:gd name="connsiteX13" fmla="*/ 179084 w 1363788"/>
              <a:gd name="connsiteY13" fmla="*/ 1661910 h 1913131"/>
              <a:gd name="connsiteX14" fmla="*/ 192866 w 1363788"/>
              <a:gd name="connsiteY14" fmla="*/ 1642583 h 1913131"/>
              <a:gd name="connsiteX15" fmla="*/ 206634 w 1363788"/>
              <a:gd name="connsiteY15" fmla="*/ 1623256 h 1913131"/>
              <a:gd name="connsiteX16" fmla="*/ 220417 w 1363788"/>
              <a:gd name="connsiteY16" fmla="*/ 1603944 h 1913131"/>
              <a:gd name="connsiteX17" fmla="*/ 234184 w 1363788"/>
              <a:gd name="connsiteY17" fmla="*/ 1584617 h 1913131"/>
              <a:gd name="connsiteX18" fmla="*/ 247967 w 1363788"/>
              <a:gd name="connsiteY18" fmla="*/ 1565290 h 1913131"/>
              <a:gd name="connsiteX19" fmla="*/ 261735 w 1363788"/>
              <a:gd name="connsiteY19" fmla="*/ 1545963 h 1913131"/>
              <a:gd name="connsiteX20" fmla="*/ 275517 w 1363788"/>
              <a:gd name="connsiteY20" fmla="*/ 1526636 h 1913131"/>
              <a:gd name="connsiteX21" fmla="*/ 289285 w 1363788"/>
              <a:gd name="connsiteY21" fmla="*/ 1507309 h 1913131"/>
              <a:gd name="connsiteX22" fmla="*/ 303067 w 1363788"/>
              <a:gd name="connsiteY22" fmla="*/ 1487996 h 1913131"/>
              <a:gd name="connsiteX23" fmla="*/ 316850 w 1363788"/>
              <a:gd name="connsiteY23" fmla="*/ 1468669 h 1913131"/>
              <a:gd name="connsiteX24" fmla="*/ 330617 w 1363788"/>
              <a:gd name="connsiteY24" fmla="*/ 1449342 h 1913131"/>
              <a:gd name="connsiteX25" fmla="*/ 344400 w 1363788"/>
              <a:gd name="connsiteY25" fmla="*/ 1430015 h 1913131"/>
              <a:gd name="connsiteX26" fmla="*/ 358168 w 1363788"/>
              <a:gd name="connsiteY26" fmla="*/ 1410689 h 1913131"/>
              <a:gd name="connsiteX27" fmla="*/ 371950 w 1363788"/>
              <a:gd name="connsiteY27" fmla="*/ 1391362 h 1913131"/>
              <a:gd name="connsiteX28" fmla="*/ 385718 w 1363788"/>
              <a:gd name="connsiteY28" fmla="*/ 1372043 h 1913131"/>
              <a:gd name="connsiteX29" fmla="*/ 399500 w 1363788"/>
              <a:gd name="connsiteY29" fmla="*/ 1352719 h 1913131"/>
              <a:gd name="connsiteX30" fmla="*/ 413268 w 1363788"/>
              <a:gd name="connsiteY30" fmla="*/ 1333395 h 1913131"/>
              <a:gd name="connsiteX31" fmla="*/ 427051 w 1363788"/>
              <a:gd name="connsiteY31" fmla="*/ 1314070 h 1913131"/>
              <a:gd name="connsiteX32" fmla="*/ 440819 w 1363788"/>
              <a:gd name="connsiteY32" fmla="*/ 1294746 h 1913131"/>
              <a:gd name="connsiteX33" fmla="*/ 454601 w 1363788"/>
              <a:gd name="connsiteY33" fmla="*/ 1275421 h 1913131"/>
              <a:gd name="connsiteX34" fmla="*/ 468369 w 1363788"/>
              <a:gd name="connsiteY34" fmla="*/ 1256096 h 1913131"/>
              <a:gd name="connsiteX35" fmla="*/ 482151 w 1363788"/>
              <a:gd name="connsiteY35" fmla="*/ 1236772 h 1913131"/>
              <a:gd name="connsiteX36" fmla="*/ 495919 w 1363788"/>
              <a:gd name="connsiteY36" fmla="*/ 1217448 h 1913131"/>
              <a:gd name="connsiteX37" fmla="*/ 509702 w 1363788"/>
              <a:gd name="connsiteY37" fmla="*/ 1198122 h 1913131"/>
              <a:gd name="connsiteX38" fmla="*/ 523469 w 1363788"/>
              <a:gd name="connsiteY38" fmla="*/ 1178798 h 1913131"/>
              <a:gd name="connsiteX39" fmla="*/ 537252 w 1363788"/>
              <a:gd name="connsiteY39" fmla="*/ 1159474 h 1913131"/>
              <a:gd name="connsiteX40" fmla="*/ 551034 w 1363788"/>
              <a:gd name="connsiteY40" fmla="*/ 1140149 h 1913131"/>
              <a:gd name="connsiteX41" fmla="*/ 564802 w 1363788"/>
              <a:gd name="connsiteY41" fmla="*/ 1120825 h 1913131"/>
              <a:gd name="connsiteX42" fmla="*/ 578584 w 1363788"/>
              <a:gd name="connsiteY42" fmla="*/ 1101501 h 1913131"/>
              <a:gd name="connsiteX43" fmla="*/ 592352 w 1363788"/>
              <a:gd name="connsiteY43" fmla="*/ 1082175 h 1913131"/>
              <a:gd name="connsiteX44" fmla="*/ 606135 w 1363788"/>
              <a:gd name="connsiteY44" fmla="*/ 1062851 h 1913131"/>
              <a:gd name="connsiteX45" fmla="*/ 619902 w 1363788"/>
              <a:gd name="connsiteY45" fmla="*/ 1043527 h 1913131"/>
              <a:gd name="connsiteX46" fmla="*/ 633685 w 1363788"/>
              <a:gd name="connsiteY46" fmla="*/ 1024201 h 1913131"/>
              <a:gd name="connsiteX47" fmla="*/ 647453 w 1363788"/>
              <a:gd name="connsiteY47" fmla="*/ 1004877 h 1913131"/>
              <a:gd name="connsiteX48" fmla="*/ 661235 w 1363788"/>
              <a:gd name="connsiteY48" fmla="*/ 985552 h 1913131"/>
              <a:gd name="connsiteX49" fmla="*/ 675003 w 1363788"/>
              <a:gd name="connsiteY49" fmla="*/ 966228 h 1913131"/>
              <a:gd name="connsiteX50" fmla="*/ 688785 w 1363788"/>
              <a:gd name="connsiteY50" fmla="*/ 946904 h 1913131"/>
              <a:gd name="connsiteX51" fmla="*/ 702553 w 1363788"/>
              <a:gd name="connsiteY51" fmla="*/ 927578 h 1913131"/>
              <a:gd name="connsiteX52" fmla="*/ 716336 w 1363788"/>
              <a:gd name="connsiteY52" fmla="*/ 908254 h 1913131"/>
              <a:gd name="connsiteX53" fmla="*/ 730103 w 1363788"/>
              <a:gd name="connsiteY53" fmla="*/ 888930 h 1913131"/>
              <a:gd name="connsiteX54" fmla="*/ 743886 w 1363788"/>
              <a:gd name="connsiteY54" fmla="*/ 869604 h 1913131"/>
              <a:gd name="connsiteX55" fmla="*/ 757668 w 1363788"/>
              <a:gd name="connsiteY55" fmla="*/ 850280 h 1913131"/>
              <a:gd name="connsiteX56" fmla="*/ 771436 w 1363788"/>
              <a:gd name="connsiteY56" fmla="*/ 830956 h 1913131"/>
              <a:gd name="connsiteX57" fmla="*/ 785218 w 1363788"/>
              <a:gd name="connsiteY57" fmla="*/ 811631 h 1913131"/>
              <a:gd name="connsiteX58" fmla="*/ 798986 w 1363788"/>
              <a:gd name="connsiteY58" fmla="*/ 792307 h 1913131"/>
              <a:gd name="connsiteX59" fmla="*/ 812769 w 1363788"/>
              <a:gd name="connsiteY59" fmla="*/ 772983 h 1913131"/>
              <a:gd name="connsiteX60" fmla="*/ 826537 w 1363788"/>
              <a:gd name="connsiteY60" fmla="*/ 753657 h 1913131"/>
              <a:gd name="connsiteX61" fmla="*/ 840319 w 1363788"/>
              <a:gd name="connsiteY61" fmla="*/ 734333 h 1913131"/>
              <a:gd name="connsiteX62" fmla="*/ 854087 w 1363788"/>
              <a:gd name="connsiteY62" fmla="*/ 715009 h 1913131"/>
              <a:gd name="connsiteX63" fmla="*/ 867869 w 1363788"/>
              <a:gd name="connsiteY63" fmla="*/ 695684 h 1913131"/>
              <a:gd name="connsiteX64" fmla="*/ 881637 w 1363788"/>
              <a:gd name="connsiteY64" fmla="*/ 676359 h 1913131"/>
              <a:gd name="connsiteX65" fmla="*/ 895420 w 1363788"/>
              <a:gd name="connsiteY65" fmla="*/ 657035 h 1913131"/>
              <a:gd name="connsiteX66" fmla="*/ 909187 w 1363788"/>
              <a:gd name="connsiteY66" fmla="*/ 637710 h 1913131"/>
              <a:gd name="connsiteX67" fmla="*/ 922970 w 1363788"/>
              <a:gd name="connsiteY67" fmla="*/ 618386 h 1913131"/>
              <a:gd name="connsiteX68" fmla="*/ 936738 w 1363788"/>
              <a:gd name="connsiteY68" fmla="*/ 599062 h 1913131"/>
              <a:gd name="connsiteX69" fmla="*/ 950520 w 1363788"/>
              <a:gd name="connsiteY69" fmla="*/ 579736 h 1913131"/>
              <a:gd name="connsiteX70" fmla="*/ 964288 w 1363788"/>
              <a:gd name="connsiteY70" fmla="*/ 560412 h 1913131"/>
              <a:gd name="connsiteX71" fmla="*/ 978070 w 1363788"/>
              <a:gd name="connsiteY71" fmla="*/ 541088 h 1913131"/>
              <a:gd name="connsiteX72" fmla="*/ 991853 w 1363788"/>
              <a:gd name="connsiteY72" fmla="*/ 521763 h 1913131"/>
              <a:gd name="connsiteX73" fmla="*/ 1005621 w 1363788"/>
              <a:gd name="connsiteY73" fmla="*/ 502439 h 1913131"/>
              <a:gd name="connsiteX74" fmla="*/ 1019403 w 1363788"/>
              <a:gd name="connsiteY74" fmla="*/ 483115 h 1913131"/>
              <a:gd name="connsiteX75" fmla="*/ 1033171 w 1363788"/>
              <a:gd name="connsiteY75" fmla="*/ 463789 h 1913131"/>
              <a:gd name="connsiteX76" fmla="*/ 1046953 w 1363788"/>
              <a:gd name="connsiteY76" fmla="*/ 444465 h 1913131"/>
              <a:gd name="connsiteX77" fmla="*/ 1060721 w 1363788"/>
              <a:gd name="connsiteY77" fmla="*/ 425141 h 1913131"/>
              <a:gd name="connsiteX78" fmla="*/ 1074503 w 1363788"/>
              <a:gd name="connsiteY78" fmla="*/ 405815 h 1913131"/>
              <a:gd name="connsiteX79" fmla="*/ 1088271 w 1363788"/>
              <a:gd name="connsiteY79" fmla="*/ 386491 h 1913131"/>
              <a:gd name="connsiteX80" fmla="*/ 1102054 w 1363788"/>
              <a:gd name="connsiteY80" fmla="*/ 367167 h 1913131"/>
              <a:gd name="connsiteX81" fmla="*/ 1115822 w 1363788"/>
              <a:gd name="connsiteY81" fmla="*/ 347842 h 1913131"/>
              <a:gd name="connsiteX82" fmla="*/ 1129604 w 1363788"/>
              <a:gd name="connsiteY82" fmla="*/ 328518 h 1913131"/>
              <a:gd name="connsiteX83" fmla="*/ 1143372 w 1363788"/>
              <a:gd name="connsiteY83" fmla="*/ 309194 h 1913131"/>
              <a:gd name="connsiteX84" fmla="*/ 1157154 w 1363788"/>
              <a:gd name="connsiteY84" fmla="*/ 289868 h 1913131"/>
              <a:gd name="connsiteX85" fmla="*/ 1170922 w 1363788"/>
              <a:gd name="connsiteY85" fmla="*/ 270544 h 1913131"/>
              <a:gd name="connsiteX86" fmla="*/ 1184704 w 1363788"/>
              <a:gd name="connsiteY86" fmla="*/ 251220 h 1913131"/>
              <a:gd name="connsiteX87" fmla="*/ 1198487 w 1363788"/>
              <a:gd name="connsiteY87" fmla="*/ 231894 h 1913131"/>
              <a:gd name="connsiteX88" fmla="*/ 1212255 w 1363788"/>
              <a:gd name="connsiteY88" fmla="*/ 212570 h 1913131"/>
              <a:gd name="connsiteX89" fmla="*/ 1226037 w 1363788"/>
              <a:gd name="connsiteY89" fmla="*/ 193246 h 1913131"/>
              <a:gd name="connsiteX90" fmla="*/ 1239805 w 1363788"/>
              <a:gd name="connsiteY90" fmla="*/ 173921 h 1913131"/>
              <a:gd name="connsiteX91" fmla="*/ 1253587 w 1363788"/>
              <a:gd name="connsiteY91" fmla="*/ 154597 h 1913131"/>
              <a:gd name="connsiteX92" fmla="*/ 1267355 w 1363788"/>
              <a:gd name="connsiteY92" fmla="*/ 135271 h 1913131"/>
              <a:gd name="connsiteX93" fmla="*/ 1281138 w 1363788"/>
              <a:gd name="connsiteY93" fmla="*/ 115947 h 1913131"/>
              <a:gd name="connsiteX94" fmla="*/ 1294905 w 1363788"/>
              <a:gd name="connsiteY94" fmla="*/ 96623 h 1913131"/>
              <a:gd name="connsiteX95" fmla="*/ 1308688 w 1363788"/>
              <a:gd name="connsiteY95" fmla="*/ 77298 h 1913131"/>
              <a:gd name="connsiteX96" fmla="*/ 1322456 w 1363788"/>
              <a:gd name="connsiteY96" fmla="*/ 57974 h 1913131"/>
              <a:gd name="connsiteX97" fmla="*/ 1336238 w 1363788"/>
              <a:gd name="connsiteY97" fmla="*/ 38649 h 1913131"/>
              <a:gd name="connsiteX98" fmla="*/ 1350006 w 1363788"/>
              <a:gd name="connsiteY98" fmla="*/ 19325 h 1913131"/>
              <a:gd name="connsiteX99" fmla="*/ 1363788 w 1363788"/>
              <a:gd name="connsiteY99" fmla="*/ 0 h 1913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363788" h="1913131">
                <a:moveTo>
                  <a:pt x="0" y="1913132"/>
                </a:moveTo>
                <a:lnTo>
                  <a:pt x="13782" y="1893805"/>
                </a:lnTo>
                <a:lnTo>
                  <a:pt x="27550" y="1874478"/>
                </a:lnTo>
                <a:lnTo>
                  <a:pt x="41333" y="1855151"/>
                </a:lnTo>
                <a:lnTo>
                  <a:pt x="55101" y="1835838"/>
                </a:lnTo>
                <a:lnTo>
                  <a:pt x="68883" y="1816511"/>
                </a:lnTo>
                <a:lnTo>
                  <a:pt x="82651" y="1797184"/>
                </a:lnTo>
                <a:lnTo>
                  <a:pt x="96433" y="1777857"/>
                </a:lnTo>
                <a:lnTo>
                  <a:pt x="110215" y="1758530"/>
                </a:lnTo>
                <a:lnTo>
                  <a:pt x="123983" y="1739203"/>
                </a:lnTo>
                <a:lnTo>
                  <a:pt x="137766" y="1719891"/>
                </a:lnTo>
                <a:lnTo>
                  <a:pt x="151534" y="1700564"/>
                </a:lnTo>
                <a:lnTo>
                  <a:pt x="165316" y="1681237"/>
                </a:lnTo>
                <a:lnTo>
                  <a:pt x="179084" y="1661910"/>
                </a:lnTo>
                <a:lnTo>
                  <a:pt x="192866" y="1642583"/>
                </a:lnTo>
                <a:lnTo>
                  <a:pt x="206634" y="1623256"/>
                </a:lnTo>
                <a:lnTo>
                  <a:pt x="220417" y="1603944"/>
                </a:lnTo>
                <a:lnTo>
                  <a:pt x="234184" y="1584617"/>
                </a:lnTo>
                <a:lnTo>
                  <a:pt x="247967" y="1565290"/>
                </a:lnTo>
                <a:lnTo>
                  <a:pt x="261735" y="1545963"/>
                </a:lnTo>
                <a:lnTo>
                  <a:pt x="275517" y="1526636"/>
                </a:lnTo>
                <a:lnTo>
                  <a:pt x="289285" y="1507309"/>
                </a:lnTo>
                <a:lnTo>
                  <a:pt x="303067" y="1487996"/>
                </a:lnTo>
                <a:lnTo>
                  <a:pt x="316850" y="1468669"/>
                </a:lnTo>
                <a:lnTo>
                  <a:pt x="330617" y="1449342"/>
                </a:lnTo>
                <a:lnTo>
                  <a:pt x="344400" y="1430015"/>
                </a:lnTo>
                <a:lnTo>
                  <a:pt x="358168" y="1410689"/>
                </a:lnTo>
                <a:lnTo>
                  <a:pt x="371950" y="1391362"/>
                </a:lnTo>
                <a:lnTo>
                  <a:pt x="385718" y="1372043"/>
                </a:lnTo>
                <a:lnTo>
                  <a:pt x="399500" y="1352719"/>
                </a:lnTo>
                <a:lnTo>
                  <a:pt x="413268" y="1333395"/>
                </a:lnTo>
                <a:lnTo>
                  <a:pt x="427051" y="1314070"/>
                </a:lnTo>
                <a:lnTo>
                  <a:pt x="440819" y="1294746"/>
                </a:lnTo>
                <a:lnTo>
                  <a:pt x="454601" y="1275421"/>
                </a:lnTo>
                <a:lnTo>
                  <a:pt x="468369" y="1256096"/>
                </a:lnTo>
                <a:lnTo>
                  <a:pt x="482151" y="1236772"/>
                </a:lnTo>
                <a:lnTo>
                  <a:pt x="495919" y="1217448"/>
                </a:lnTo>
                <a:lnTo>
                  <a:pt x="509702" y="1198122"/>
                </a:lnTo>
                <a:lnTo>
                  <a:pt x="523469" y="1178798"/>
                </a:lnTo>
                <a:lnTo>
                  <a:pt x="537252" y="1159474"/>
                </a:lnTo>
                <a:lnTo>
                  <a:pt x="551034" y="1140149"/>
                </a:lnTo>
                <a:lnTo>
                  <a:pt x="564802" y="1120825"/>
                </a:lnTo>
                <a:lnTo>
                  <a:pt x="578584" y="1101501"/>
                </a:lnTo>
                <a:lnTo>
                  <a:pt x="592352" y="1082175"/>
                </a:lnTo>
                <a:lnTo>
                  <a:pt x="606135" y="1062851"/>
                </a:lnTo>
                <a:lnTo>
                  <a:pt x="619902" y="1043527"/>
                </a:lnTo>
                <a:lnTo>
                  <a:pt x="633685" y="1024201"/>
                </a:lnTo>
                <a:lnTo>
                  <a:pt x="647453" y="1004877"/>
                </a:lnTo>
                <a:lnTo>
                  <a:pt x="661235" y="985552"/>
                </a:lnTo>
                <a:lnTo>
                  <a:pt x="675003" y="966228"/>
                </a:lnTo>
                <a:lnTo>
                  <a:pt x="688785" y="946904"/>
                </a:lnTo>
                <a:lnTo>
                  <a:pt x="702553" y="927578"/>
                </a:lnTo>
                <a:lnTo>
                  <a:pt x="716336" y="908254"/>
                </a:lnTo>
                <a:lnTo>
                  <a:pt x="730103" y="888930"/>
                </a:lnTo>
                <a:lnTo>
                  <a:pt x="743886" y="869604"/>
                </a:lnTo>
                <a:lnTo>
                  <a:pt x="757668" y="850280"/>
                </a:lnTo>
                <a:lnTo>
                  <a:pt x="771436" y="830956"/>
                </a:lnTo>
                <a:lnTo>
                  <a:pt x="785218" y="811631"/>
                </a:lnTo>
                <a:lnTo>
                  <a:pt x="798986" y="792307"/>
                </a:lnTo>
                <a:lnTo>
                  <a:pt x="812769" y="772983"/>
                </a:lnTo>
                <a:lnTo>
                  <a:pt x="826537" y="753657"/>
                </a:lnTo>
                <a:lnTo>
                  <a:pt x="840319" y="734333"/>
                </a:lnTo>
                <a:lnTo>
                  <a:pt x="854087" y="715009"/>
                </a:lnTo>
                <a:lnTo>
                  <a:pt x="867869" y="695684"/>
                </a:lnTo>
                <a:lnTo>
                  <a:pt x="881637" y="676359"/>
                </a:lnTo>
                <a:lnTo>
                  <a:pt x="895420" y="657035"/>
                </a:lnTo>
                <a:lnTo>
                  <a:pt x="909187" y="637710"/>
                </a:lnTo>
                <a:lnTo>
                  <a:pt x="922970" y="618386"/>
                </a:lnTo>
                <a:lnTo>
                  <a:pt x="936738" y="599062"/>
                </a:lnTo>
                <a:lnTo>
                  <a:pt x="950520" y="579736"/>
                </a:lnTo>
                <a:lnTo>
                  <a:pt x="964288" y="560412"/>
                </a:lnTo>
                <a:lnTo>
                  <a:pt x="978070" y="541088"/>
                </a:lnTo>
                <a:lnTo>
                  <a:pt x="991853" y="521763"/>
                </a:lnTo>
                <a:lnTo>
                  <a:pt x="1005621" y="502439"/>
                </a:lnTo>
                <a:lnTo>
                  <a:pt x="1019403" y="483115"/>
                </a:lnTo>
                <a:lnTo>
                  <a:pt x="1033171" y="463789"/>
                </a:lnTo>
                <a:lnTo>
                  <a:pt x="1046953" y="444465"/>
                </a:lnTo>
                <a:lnTo>
                  <a:pt x="1060721" y="425141"/>
                </a:lnTo>
                <a:lnTo>
                  <a:pt x="1074503" y="405815"/>
                </a:lnTo>
                <a:lnTo>
                  <a:pt x="1088271" y="386491"/>
                </a:lnTo>
                <a:lnTo>
                  <a:pt x="1102054" y="367167"/>
                </a:lnTo>
                <a:lnTo>
                  <a:pt x="1115822" y="347842"/>
                </a:lnTo>
                <a:lnTo>
                  <a:pt x="1129604" y="328518"/>
                </a:lnTo>
                <a:lnTo>
                  <a:pt x="1143372" y="309194"/>
                </a:lnTo>
                <a:lnTo>
                  <a:pt x="1157154" y="289868"/>
                </a:lnTo>
                <a:lnTo>
                  <a:pt x="1170922" y="270544"/>
                </a:lnTo>
                <a:lnTo>
                  <a:pt x="1184704" y="251220"/>
                </a:lnTo>
                <a:lnTo>
                  <a:pt x="1198487" y="231894"/>
                </a:lnTo>
                <a:lnTo>
                  <a:pt x="1212255" y="212570"/>
                </a:lnTo>
                <a:lnTo>
                  <a:pt x="1226037" y="193246"/>
                </a:lnTo>
                <a:lnTo>
                  <a:pt x="1239805" y="173921"/>
                </a:lnTo>
                <a:lnTo>
                  <a:pt x="1253587" y="154597"/>
                </a:lnTo>
                <a:lnTo>
                  <a:pt x="1267355" y="135271"/>
                </a:lnTo>
                <a:lnTo>
                  <a:pt x="1281138" y="115947"/>
                </a:lnTo>
                <a:lnTo>
                  <a:pt x="1294905" y="96623"/>
                </a:lnTo>
                <a:lnTo>
                  <a:pt x="1308688" y="77298"/>
                </a:lnTo>
                <a:lnTo>
                  <a:pt x="1322456" y="57974"/>
                </a:lnTo>
                <a:lnTo>
                  <a:pt x="1336238" y="38649"/>
                </a:lnTo>
                <a:lnTo>
                  <a:pt x="1350006" y="19325"/>
                </a:lnTo>
                <a:lnTo>
                  <a:pt x="1363788" y="0"/>
                </a:lnTo>
              </a:path>
            </a:pathLst>
          </a:custGeom>
          <a:noFill/>
          <a:ln w="5747" cap="rnd">
            <a:solidFill>
              <a:srgbClr val="000000"/>
            </a:solidFill>
            <a:custDash>
              <a:ds d="1200000" sp="750000"/>
            </a:custDash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45EB5368-E84B-C2E1-977B-0B0A49A7A716}"/>
              </a:ext>
            </a:extLst>
          </p:cNvPr>
          <p:cNvGrpSpPr/>
          <p:nvPr/>
        </p:nvGrpSpPr>
        <p:grpSpPr>
          <a:xfrm>
            <a:off x="6431469" y="2682156"/>
            <a:ext cx="383557" cy="51845"/>
            <a:chOff x="6431469" y="2682156"/>
            <a:chExt cx="383557" cy="51845"/>
          </a:xfrm>
        </p:grpSpPr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F78CDA4A-743E-2D20-9029-1632AE0EEC68}"/>
                </a:ext>
              </a:extLst>
            </p:cNvPr>
            <p:cNvSpPr/>
            <p:nvPr/>
          </p:nvSpPr>
          <p:spPr>
            <a:xfrm>
              <a:off x="6431469" y="2708079"/>
              <a:ext cx="383557" cy="1440"/>
            </a:xfrm>
            <a:custGeom>
              <a:avLst/>
              <a:gdLst>
                <a:gd name="connsiteX0" fmla="*/ 383558 w 383557"/>
                <a:gd name="connsiteY0" fmla="*/ 0 h 1440"/>
                <a:gd name="connsiteX1" fmla="*/ 0 w 383557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557" h="1440">
                  <a:moveTo>
                    <a:pt x="383558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1E06ECEE-306E-C6BB-AF6C-31666F2D362E}"/>
                </a:ext>
              </a:extLst>
            </p:cNvPr>
            <p:cNvSpPr/>
            <p:nvPr/>
          </p:nvSpPr>
          <p:spPr>
            <a:xfrm>
              <a:off x="6431469" y="2682156"/>
              <a:ext cx="51845" cy="51845"/>
            </a:xfrm>
            <a:custGeom>
              <a:avLst/>
              <a:gdLst>
                <a:gd name="connsiteX0" fmla="*/ 51846 w 51845"/>
                <a:gd name="connsiteY0" fmla="*/ 25923 h 51845"/>
                <a:gd name="connsiteX1" fmla="*/ 51846 w 51845"/>
                <a:gd name="connsiteY1" fmla="*/ 51846 h 51845"/>
                <a:gd name="connsiteX2" fmla="*/ 0 w 51845"/>
                <a:gd name="connsiteY2" fmla="*/ 25923 h 51845"/>
                <a:gd name="connsiteX3" fmla="*/ 51846 w 51845"/>
                <a:gd name="connsiteY3" fmla="*/ 0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51846" y="25923"/>
                  </a:moveTo>
                  <a:lnTo>
                    <a:pt x="51846" y="51846"/>
                  </a:lnTo>
                  <a:lnTo>
                    <a:pt x="0" y="25923"/>
                  </a:lnTo>
                  <a:lnTo>
                    <a:pt x="51846" y="0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105BBEA8-2395-C24E-8E17-6B2C6C2AD065}"/>
                </a:ext>
              </a:extLst>
            </p:cNvPr>
            <p:cNvSpPr/>
            <p:nvPr/>
          </p:nvSpPr>
          <p:spPr>
            <a:xfrm>
              <a:off x="6483314" y="2708079"/>
              <a:ext cx="331711" cy="1440"/>
            </a:xfrm>
            <a:custGeom>
              <a:avLst/>
              <a:gdLst>
                <a:gd name="connsiteX0" fmla="*/ 0 w 331711"/>
                <a:gd name="connsiteY0" fmla="*/ 0 h 1440"/>
                <a:gd name="connsiteX1" fmla="*/ 331712 w 331711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711" h="1440">
                  <a:moveTo>
                    <a:pt x="0" y="0"/>
                  </a:moveTo>
                  <a:lnTo>
                    <a:pt x="331712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2E648883-91B3-9F79-B22B-4D7F25FEB71A}"/>
              </a:ext>
            </a:extLst>
          </p:cNvPr>
          <p:cNvGrpSpPr/>
          <p:nvPr/>
        </p:nvGrpSpPr>
        <p:grpSpPr>
          <a:xfrm>
            <a:off x="6405546" y="2557265"/>
            <a:ext cx="51845" cy="102986"/>
            <a:chOff x="6405546" y="2557265"/>
            <a:chExt cx="51845" cy="102986"/>
          </a:xfrm>
        </p:grpSpPr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FAED2112-3F35-2CFF-99A2-522D61E5CAAA}"/>
                </a:ext>
              </a:extLst>
            </p:cNvPr>
            <p:cNvSpPr/>
            <p:nvPr/>
          </p:nvSpPr>
          <p:spPr>
            <a:xfrm>
              <a:off x="6431469" y="2557265"/>
              <a:ext cx="1440" cy="102985"/>
            </a:xfrm>
            <a:custGeom>
              <a:avLst/>
              <a:gdLst>
                <a:gd name="connsiteX0" fmla="*/ 0 w 1440"/>
                <a:gd name="connsiteY0" fmla="*/ 102986 h 102985"/>
                <a:gd name="connsiteX1" fmla="*/ 0 w 1440"/>
                <a:gd name="connsiteY1" fmla="*/ 0 h 10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02985">
                  <a:moveTo>
                    <a:pt x="0" y="102986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 484">
              <a:extLst>
                <a:ext uri="{FF2B5EF4-FFF2-40B4-BE49-F238E27FC236}">
                  <a16:creationId xmlns:a16="http://schemas.microsoft.com/office/drawing/2014/main" id="{A7D569AA-BBE0-AA52-5B5B-5F04925125D4}"/>
                </a:ext>
              </a:extLst>
            </p:cNvPr>
            <p:cNvSpPr/>
            <p:nvPr/>
          </p:nvSpPr>
          <p:spPr>
            <a:xfrm>
              <a:off x="6405546" y="2557265"/>
              <a:ext cx="51845" cy="51845"/>
            </a:xfrm>
            <a:custGeom>
              <a:avLst/>
              <a:gdLst>
                <a:gd name="connsiteX0" fmla="*/ 25923 w 51845"/>
                <a:gd name="connsiteY0" fmla="*/ 51846 h 51845"/>
                <a:gd name="connsiteX1" fmla="*/ 0 w 51845"/>
                <a:gd name="connsiteY1" fmla="*/ 51846 h 51845"/>
                <a:gd name="connsiteX2" fmla="*/ 25923 w 51845"/>
                <a:gd name="connsiteY2" fmla="*/ 0 h 51845"/>
                <a:gd name="connsiteX3" fmla="*/ 51846 w 51845"/>
                <a:gd name="connsiteY3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25923" y="51846"/>
                  </a:moveTo>
                  <a:lnTo>
                    <a:pt x="0" y="51846"/>
                  </a:lnTo>
                  <a:lnTo>
                    <a:pt x="25923" y="0"/>
                  </a:lnTo>
                  <a:lnTo>
                    <a:pt x="51846" y="51846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 485">
              <a:extLst>
                <a:ext uri="{FF2B5EF4-FFF2-40B4-BE49-F238E27FC236}">
                  <a16:creationId xmlns:a16="http://schemas.microsoft.com/office/drawing/2014/main" id="{B234F195-5556-9A0E-476E-06E9A9AAB9F2}"/>
                </a:ext>
              </a:extLst>
            </p:cNvPr>
            <p:cNvSpPr/>
            <p:nvPr/>
          </p:nvSpPr>
          <p:spPr>
            <a:xfrm>
              <a:off x="6431469" y="2609111"/>
              <a:ext cx="1440" cy="51140"/>
            </a:xfrm>
            <a:custGeom>
              <a:avLst/>
              <a:gdLst>
                <a:gd name="connsiteX0" fmla="*/ 0 w 1440"/>
                <a:gd name="connsiteY0" fmla="*/ 0 h 51140"/>
                <a:gd name="connsiteX1" fmla="*/ 0 w 1440"/>
                <a:gd name="connsiteY1" fmla="*/ 51140 h 51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51140">
                  <a:moveTo>
                    <a:pt x="0" y="0"/>
                  </a:moveTo>
                  <a:lnTo>
                    <a:pt x="0" y="5114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7" name="Freeform 486">
            <a:extLst>
              <a:ext uri="{FF2B5EF4-FFF2-40B4-BE49-F238E27FC236}">
                <a16:creationId xmlns:a16="http://schemas.microsoft.com/office/drawing/2014/main" id="{18A255DA-08D0-4589-1008-59CE0F30609F}"/>
              </a:ext>
            </a:extLst>
          </p:cNvPr>
          <p:cNvSpPr/>
          <p:nvPr/>
        </p:nvSpPr>
        <p:spPr>
          <a:xfrm>
            <a:off x="5207707" y="1885691"/>
            <a:ext cx="1999403" cy="1731125"/>
          </a:xfrm>
          <a:custGeom>
            <a:avLst/>
            <a:gdLst>
              <a:gd name="connsiteX0" fmla="*/ 0 w 1999403"/>
              <a:gd name="connsiteY0" fmla="*/ 1731126 h 1731125"/>
              <a:gd name="connsiteX1" fmla="*/ 20195 w 1999403"/>
              <a:gd name="connsiteY1" fmla="*/ 1713642 h 1731125"/>
              <a:gd name="connsiteX2" fmla="*/ 40392 w 1999403"/>
              <a:gd name="connsiteY2" fmla="*/ 1696159 h 1731125"/>
              <a:gd name="connsiteX3" fmla="*/ 60588 w 1999403"/>
              <a:gd name="connsiteY3" fmla="*/ 1678661 h 1731125"/>
              <a:gd name="connsiteX4" fmla="*/ 80784 w 1999403"/>
              <a:gd name="connsiteY4" fmla="*/ 1661177 h 1731125"/>
              <a:gd name="connsiteX5" fmla="*/ 100980 w 1999403"/>
              <a:gd name="connsiteY5" fmla="*/ 1643693 h 1731125"/>
              <a:gd name="connsiteX6" fmla="*/ 121175 w 1999403"/>
              <a:gd name="connsiteY6" fmla="*/ 1626210 h 1731125"/>
              <a:gd name="connsiteX7" fmla="*/ 141366 w 1999403"/>
              <a:gd name="connsiteY7" fmla="*/ 1608727 h 1731125"/>
              <a:gd name="connsiteX8" fmla="*/ 161572 w 1999403"/>
              <a:gd name="connsiteY8" fmla="*/ 1591243 h 1731125"/>
              <a:gd name="connsiteX9" fmla="*/ 181763 w 1999403"/>
              <a:gd name="connsiteY9" fmla="*/ 1573745 h 1731125"/>
              <a:gd name="connsiteX10" fmla="*/ 201954 w 1999403"/>
              <a:gd name="connsiteY10" fmla="*/ 1556261 h 1731125"/>
              <a:gd name="connsiteX11" fmla="*/ 222159 w 1999403"/>
              <a:gd name="connsiteY11" fmla="*/ 1538778 h 1731125"/>
              <a:gd name="connsiteX12" fmla="*/ 242350 w 1999403"/>
              <a:gd name="connsiteY12" fmla="*/ 1521294 h 1731125"/>
              <a:gd name="connsiteX13" fmla="*/ 262541 w 1999403"/>
              <a:gd name="connsiteY13" fmla="*/ 1503811 h 1731125"/>
              <a:gd name="connsiteX14" fmla="*/ 282747 w 1999403"/>
              <a:gd name="connsiteY14" fmla="*/ 1486313 h 1731125"/>
              <a:gd name="connsiteX15" fmla="*/ 302938 w 1999403"/>
              <a:gd name="connsiteY15" fmla="*/ 1468829 h 1731125"/>
              <a:gd name="connsiteX16" fmla="*/ 323143 w 1999403"/>
              <a:gd name="connsiteY16" fmla="*/ 1451346 h 1731125"/>
              <a:gd name="connsiteX17" fmla="*/ 343334 w 1999403"/>
              <a:gd name="connsiteY17" fmla="*/ 1433862 h 1731125"/>
              <a:gd name="connsiteX18" fmla="*/ 363525 w 1999403"/>
              <a:gd name="connsiteY18" fmla="*/ 1416379 h 1731125"/>
              <a:gd name="connsiteX19" fmla="*/ 383731 w 1999403"/>
              <a:gd name="connsiteY19" fmla="*/ 1398895 h 1731125"/>
              <a:gd name="connsiteX20" fmla="*/ 403922 w 1999403"/>
              <a:gd name="connsiteY20" fmla="*/ 1381397 h 1731125"/>
              <a:gd name="connsiteX21" fmla="*/ 424113 w 1999403"/>
              <a:gd name="connsiteY21" fmla="*/ 1363914 h 1731125"/>
              <a:gd name="connsiteX22" fmla="*/ 444318 w 1999403"/>
              <a:gd name="connsiteY22" fmla="*/ 1346430 h 1731125"/>
              <a:gd name="connsiteX23" fmla="*/ 464509 w 1999403"/>
              <a:gd name="connsiteY23" fmla="*/ 1328947 h 1731125"/>
              <a:gd name="connsiteX24" fmla="*/ 484700 w 1999403"/>
              <a:gd name="connsiteY24" fmla="*/ 1311463 h 1731125"/>
              <a:gd name="connsiteX25" fmla="*/ 504906 w 1999403"/>
              <a:gd name="connsiteY25" fmla="*/ 1293979 h 1731125"/>
              <a:gd name="connsiteX26" fmla="*/ 525097 w 1999403"/>
              <a:gd name="connsiteY26" fmla="*/ 1276482 h 1731125"/>
              <a:gd name="connsiteX27" fmla="*/ 545288 w 1999403"/>
              <a:gd name="connsiteY27" fmla="*/ 1258998 h 1731125"/>
              <a:gd name="connsiteX28" fmla="*/ 565493 w 1999403"/>
              <a:gd name="connsiteY28" fmla="*/ 1241514 h 1731125"/>
              <a:gd name="connsiteX29" fmla="*/ 585684 w 1999403"/>
              <a:gd name="connsiteY29" fmla="*/ 1224031 h 1731125"/>
              <a:gd name="connsiteX30" fmla="*/ 605875 w 1999403"/>
              <a:gd name="connsiteY30" fmla="*/ 1206547 h 1731125"/>
              <a:gd name="connsiteX31" fmla="*/ 626081 w 1999403"/>
              <a:gd name="connsiteY31" fmla="*/ 1189057 h 1731125"/>
              <a:gd name="connsiteX32" fmla="*/ 646272 w 1999403"/>
              <a:gd name="connsiteY32" fmla="*/ 1171570 h 1731125"/>
              <a:gd name="connsiteX33" fmla="*/ 666463 w 1999403"/>
              <a:gd name="connsiteY33" fmla="*/ 1154084 h 1731125"/>
              <a:gd name="connsiteX34" fmla="*/ 686668 w 1999403"/>
              <a:gd name="connsiteY34" fmla="*/ 1136597 h 1731125"/>
              <a:gd name="connsiteX35" fmla="*/ 706859 w 1999403"/>
              <a:gd name="connsiteY35" fmla="*/ 1119111 h 1731125"/>
              <a:gd name="connsiteX36" fmla="*/ 727050 w 1999403"/>
              <a:gd name="connsiteY36" fmla="*/ 1101626 h 1731125"/>
              <a:gd name="connsiteX37" fmla="*/ 747256 w 1999403"/>
              <a:gd name="connsiteY37" fmla="*/ 1084140 h 1731125"/>
              <a:gd name="connsiteX38" fmla="*/ 767447 w 1999403"/>
              <a:gd name="connsiteY38" fmla="*/ 1066653 h 1731125"/>
              <a:gd name="connsiteX39" fmla="*/ 787638 w 1999403"/>
              <a:gd name="connsiteY39" fmla="*/ 1049167 h 1731125"/>
              <a:gd name="connsiteX40" fmla="*/ 807843 w 1999403"/>
              <a:gd name="connsiteY40" fmla="*/ 1031682 h 1731125"/>
              <a:gd name="connsiteX41" fmla="*/ 828034 w 1999403"/>
              <a:gd name="connsiteY41" fmla="*/ 1014195 h 1731125"/>
              <a:gd name="connsiteX42" fmla="*/ 848240 w 1999403"/>
              <a:gd name="connsiteY42" fmla="*/ 996709 h 1731125"/>
              <a:gd name="connsiteX43" fmla="*/ 868431 w 1999403"/>
              <a:gd name="connsiteY43" fmla="*/ 979222 h 1731125"/>
              <a:gd name="connsiteX44" fmla="*/ 888622 w 1999403"/>
              <a:gd name="connsiteY44" fmla="*/ 961736 h 1731125"/>
              <a:gd name="connsiteX45" fmla="*/ 908827 w 1999403"/>
              <a:gd name="connsiteY45" fmla="*/ 944251 h 1731125"/>
              <a:gd name="connsiteX46" fmla="*/ 929018 w 1999403"/>
              <a:gd name="connsiteY46" fmla="*/ 926765 h 1731125"/>
              <a:gd name="connsiteX47" fmla="*/ 949209 w 1999403"/>
              <a:gd name="connsiteY47" fmla="*/ 909278 h 1731125"/>
              <a:gd name="connsiteX48" fmla="*/ 969415 w 1999403"/>
              <a:gd name="connsiteY48" fmla="*/ 891792 h 1731125"/>
              <a:gd name="connsiteX49" fmla="*/ 989606 w 1999403"/>
              <a:gd name="connsiteY49" fmla="*/ 874305 h 1731125"/>
              <a:gd name="connsiteX50" fmla="*/ 1009797 w 1999403"/>
              <a:gd name="connsiteY50" fmla="*/ 856820 h 1731125"/>
              <a:gd name="connsiteX51" fmla="*/ 1030002 w 1999403"/>
              <a:gd name="connsiteY51" fmla="*/ 839334 h 1731125"/>
              <a:gd name="connsiteX52" fmla="*/ 1050193 w 1999403"/>
              <a:gd name="connsiteY52" fmla="*/ 821847 h 1731125"/>
              <a:gd name="connsiteX53" fmla="*/ 1070385 w 1999403"/>
              <a:gd name="connsiteY53" fmla="*/ 804361 h 1731125"/>
              <a:gd name="connsiteX54" fmla="*/ 1090590 w 1999403"/>
              <a:gd name="connsiteY54" fmla="*/ 786876 h 1731125"/>
              <a:gd name="connsiteX55" fmla="*/ 1110781 w 1999403"/>
              <a:gd name="connsiteY55" fmla="*/ 769390 h 1731125"/>
              <a:gd name="connsiteX56" fmla="*/ 1130972 w 1999403"/>
              <a:gd name="connsiteY56" fmla="*/ 751903 h 1731125"/>
              <a:gd name="connsiteX57" fmla="*/ 1151178 w 1999403"/>
              <a:gd name="connsiteY57" fmla="*/ 734417 h 1731125"/>
              <a:gd name="connsiteX58" fmla="*/ 1171369 w 1999403"/>
              <a:gd name="connsiteY58" fmla="*/ 716930 h 1731125"/>
              <a:gd name="connsiteX59" fmla="*/ 1191560 w 1999403"/>
              <a:gd name="connsiteY59" fmla="*/ 699445 h 1731125"/>
              <a:gd name="connsiteX60" fmla="*/ 1211765 w 1999403"/>
              <a:gd name="connsiteY60" fmla="*/ 681959 h 1731125"/>
              <a:gd name="connsiteX61" fmla="*/ 1231956 w 1999403"/>
              <a:gd name="connsiteY61" fmla="*/ 664473 h 1731125"/>
              <a:gd name="connsiteX62" fmla="*/ 1252147 w 1999403"/>
              <a:gd name="connsiteY62" fmla="*/ 646986 h 1731125"/>
              <a:gd name="connsiteX63" fmla="*/ 1272353 w 1999403"/>
              <a:gd name="connsiteY63" fmla="*/ 629500 h 1731125"/>
              <a:gd name="connsiteX64" fmla="*/ 1292544 w 1999403"/>
              <a:gd name="connsiteY64" fmla="*/ 612015 h 1731125"/>
              <a:gd name="connsiteX65" fmla="*/ 1312735 w 1999403"/>
              <a:gd name="connsiteY65" fmla="*/ 594528 h 1731125"/>
              <a:gd name="connsiteX66" fmla="*/ 1332940 w 1999403"/>
              <a:gd name="connsiteY66" fmla="*/ 577042 h 1731125"/>
              <a:gd name="connsiteX67" fmla="*/ 1353131 w 1999403"/>
              <a:gd name="connsiteY67" fmla="*/ 559555 h 1731125"/>
              <a:gd name="connsiteX68" fmla="*/ 1373337 w 1999403"/>
              <a:gd name="connsiteY68" fmla="*/ 542070 h 1731125"/>
              <a:gd name="connsiteX69" fmla="*/ 1393528 w 1999403"/>
              <a:gd name="connsiteY69" fmla="*/ 524584 h 1731125"/>
              <a:gd name="connsiteX70" fmla="*/ 1413719 w 1999403"/>
              <a:gd name="connsiteY70" fmla="*/ 507098 h 1731125"/>
              <a:gd name="connsiteX71" fmla="*/ 1433924 w 1999403"/>
              <a:gd name="connsiteY71" fmla="*/ 489611 h 1731125"/>
              <a:gd name="connsiteX72" fmla="*/ 1454115 w 1999403"/>
              <a:gd name="connsiteY72" fmla="*/ 472125 h 1731125"/>
              <a:gd name="connsiteX73" fmla="*/ 1474306 w 1999403"/>
              <a:gd name="connsiteY73" fmla="*/ 454640 h 1731125"/>
              <a:gd name="connsiteX74" fmla="*/ 1494512 w 1999403"/>
              <a:gd name="connsiteY74" fmla="*/ 437153 h 1731125"/>
              <a:gd name="connsiteX75" fmla="*/ 1514703 w 1999403"/>
              <a:gd name="connsiteY75" fmla="*/ 419667 h 1731125"/>
              <a:gd name="connsiteX76" fmla="*/ 1534894 w 1999403"/>
              <a:gd name="connsiteY76" fmla="*/ 402181 h 1731125"/>
              <a:gd name="connsiteX77" fmla="*/ 1555099 w 1999403"/>
              <a:gd name="connsiteY77" fmla="*/ 384696 h 1731125"/>
              <a:gd name="connsiteX78" fmla="*/ 1575290 w 1999403"/>
              <a:gd name="connsiteY78" fmla="*/ 367209 h 1731125"/>
              <a:gd name="connsiteX79" fmla="*/ 1595481 w 1999403"/>
              <a:gd name="connsiteY79" fmla="*/ 349723 h 1731125"/>
              <a:gd name="connsiteX80" fmla="*/ 1615687 w 1999403"/>
              <a:gd name="connsiteY80" fmla="*/ 332236 h 1731125"/>
              <a:gd name="connsiteX81" fmla="*/ 1635878 w 1999403"/>
              <a:gd name="connsiteY81" fmla="*/ 314750 h 1731125"/>
              <a:gd name="connsiteX82" fmla="*/ 1656069 w 1999403"/>
              <a:gd name="connsiteY82" fmla="*/ 297265 h 1731125"/>
              <a:gd name="connsiteX83" fmla="*/ 1676274 w 1999403"/>
              <a:gd name="connsiteY83" fmla="*/ 279778 h 1731125"/>
              <a:gd name="connsiteX84" fmla="*/ 1696465 w 1999403"/>
              <a:gd name="connsiteY84" fmla="*/ 262292 h 1731125"/>
              <a:gd name="connsiteX85" fmla="*/ 1716656 w 1999403"/>
              <a:gd name="connsiteY85" fmla="*/ 244806 h 1731125"/>
              <a:gd name="connsiteX86" fmla="*/ 1736862 w 1999403"/>
              <a:gd name="connsiteY86" fmla="*/ 227319 h 1731125"/>
              <a:gd name="connsiteX87" fmla="*/ 1757053 w 1999403"/>
              <a:gd name="connsiteY87" fmla="*/ 209834 h 1731125"/>
              <a:gd name="connsiteX88" fmla="*/ 1777244 w 1999403"/>
              <a:gd name="connsiteY88" fmla="*/ 192348 h 1731125"/>
              <a:gd name="connsiteX89" fmla="*/ 1797449 w 1999403"/>
              <a:gd name="connsiteY89" fmla="*/ 174861 h 1731125"/>
              <a:gd name="connsiteX90" fmla="*/ 1817641 w 1999403"/>
              <a:gd name="connsiteY90" fmla="*/ 157375 h 1731125"/>
              <a:gd name="connsiteX91" fmla="*/ 1837846 w 1999403"/>
              <a:gd name="connsiteY91" fmla="*/ 139890 h 1731125"/>
              <a:gd name="connsiteX92" fmla="*/ 1858037 w 1999403"/>
              <a:gd name="connsiteY92" fmla="*/ 122404 h 1731125"/>
              <a:gd name="connsiteX93" fmla="*/ 1878228 w 1999403"/>
              <a:gd name="connsiteY93" fmla="*/ 104917 h 1731125"/>
              <a:gd name="connsiteX94" fmla="*/ 1898433 w 1999403"/>
              <a:gd name="connsiteY94" fmla="*/ 87431 h 1731125"/>
              <a:gd name="connsiteX95" fmla="*/ 1918624 w 1999403"/>
              <a:gd name="connsiteY95" fmla="*/ 69944 h 1731125"/>
              <a:gd name="connsiteX96" fmla="*/ 1938815 w 1999403"/>
              <a:gd name="connsiteY96" fmla="*/ 52459 h 1731125"/>
              <a:gd name="connsiteX97" fmla="*/ 1959021 w 1999403"/>
              <a:gd name="connsiteY97" fmla="*/ 34973 h 1731125"/>
              <a:gd name="connsiteX98" fmla="*/ 1979212 w 1999403"/>
              <a:gd name="connsiteY98" fmla="*/ 17486 h 1731125"/>
              <a:gd name="connsiteX99" fmla="*/ 1999403 w 1999403"/>
              <a:gd name="connsiteY99" fmla="*/ 0 h 1731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999403" h="1731125">
                <a:moveTo>
                  <a:pt x="0" y="1731126"/>
                </a:moveTo>
                <a:lnTo>
                  <a:pt x="20195" y="1713642"/>
                </a:lnTo>
                <a:lnTo>
                  <a:pt x="40392" y="1696159"/>
                </a:lnTo>
                <a:lnTo>
                  <a:pt x="60588" y="1678661"/>
                </a:lnTo>
                <a:lnTo>
                  <a:pt x="80784" y="1661177"/>
                </a:lnTo>
                <a:lnTo>
                  <a:pt x="100980" y="1643693"/>
                </a:lnTo>
                <a:lnTo>
                  <a:pt x="121175" y="1626210"/>
                </a:lnTo>
                <a:lnTo>
                  <a:pt x="141366" y="1608727"/>
                </a:lnTo>
                <a:lnTo>
                  <a:pt x="161572" y="1591243"/>
                </a:lnTo>
                <a:lnTo>
                  <a:pt x="181763" y="1573745"/>
                </a:lnTo>
                <a:lnTo>
                  <a:pt x="201954" y="1556261"/>
                </a:lnTo>
                <a:lnTo>
                  <a:pt x="222159" y="1538778"/>
                </a:lnTo>
                <a:lnTo>
                  <a:pt x="242350" y="1521294"/>
                </a:lnTo>
                <a:lnTo>
                  <a:pt x="262541" y="1503811"/>
                </a:lnTo>
                <a:lnTo>
                  <a:pt x="282747" y="1486313"/>
                </a:lnTo>
                <a:lnTo>
                  <a:pt x="302938" y="1468829"/>
                </a:lnTo>
                <a:lnTo>
                  <a:pt x="323143" y="1451346"/>
                </a:lnTo>
                <a:lnTo>
                  <a:pt x="343334" y="1433862"/>
                </a:lnTo>
                <a:lnTo>
                  <a:pt x="363525" y="1416379"/>
                </a:lnTo>
                <a:lnTo>
                  <a:pt x="383731" y="1398895"/>
                </a:lnTo>
                <a:lnTo>
                  <a:pt x="403922" y="1381397"/>
                </a:lnTo>
                <a:lnTo>
                  <a:pt x="424113" y="1363914"/>
                </a:lnTo>
                <a:lnTo>
                  <a:pt x="444318" y="1346430"/>
                </a:lnTo>
                <a:lnTo>
                  <a:pt x="464509" y="1328947"/>
                </a:lnTo>
                <a:lnTo>
                  <a:pt x="484700" y="1311463"/>
                </a:lnTo>
                <a:lnTo>
                  <a:pt x="504906" y="1293979"/>
                </a:lnTo>
                <a:lnTo>
                  <a:pt x="525097" y="1276482"/>
                </a:lnTo>
                <a:lnTo>
                  <a:pt x="545288" y="1258998"/>
                </a:lnTo>
                <a:lnTo>
                  <a:pt x="565493" y="1241514"/>
                </a:lnTo>
                <a:lnTo>
                  <a:pt x="585684" y="1224031"/>
                </a:lnTo>
                <a:lnTo>
                  <a:pt x="605875" y="1206547"/>
                </a:lnTo>
                <a:lnTo>
                  <a:pt x="626081" y="1189057"/>
                </a:lnTo>
                <a:lnTo>
                  <a:pt x="646272" y="1171570"/>
                </a:lnTo>
                <a:lnTo>
                  <a:pt x="666463" y="1154084"/>
                </a:lnTo>
                <a:lnTo>
                  <a:pt x="686668" y="1136597"/>
                </a:lnTo>
                <a:lnTo>
                  <a:pt x="706859" y="1119111"/>
                </a:lnTo>
                <a:lnTo>
                  <a:pt x="727050" y="1101626"/>
                </a:lnTo>
                <a:lnTo>
                  <a:pt x="747256" y="1084140"/>
                </a:lnTo>
                <a:lnTo>
                  <a:pt x="767447" y="1066653"/>
                </a:lnTo>
                <a:lnTo>
                  <a:pt x="787638" y="1049167"/>
                </a:lnTo>
                <a:lnTo>
                  <a:pt x="807843" y="1031682"/>
                </a:lnTo>
                <a:lnTo>
                  <a:pt x="828034" y="1014195"/>
                </a:lnTo>
                <a:lnTo>
                  <a:pt x="848240" y="996709"/>
                </a:lnTo>
                <a:lnTo>
                  <a:pt x="868431" y="979222"/>
                </a:lnTo>
                <a:lnTo>
                  <a:pt x="888622" y="961736"/>
                </a:lnTo>
                <a:lnTo>
                  <a:pt x="908827" y="944251"/>
                </a:lnTo>
                <a:lnTo>
                  <a:pt x="929018" y="926765"/>
                </a:lnTo>
                <a:lnTo>
                  <a:pt x="949209" y="909278"/>
                </a:lnTo>
                <a:lnTo>
                  <a:pt x="969415" y="891792"/>
                </a:lnTo>
                <a:lnTo>
                  <a:pt x="989606" y="874305"/>
                </a:lnTo>
                <a:lnTo>
                  <a:pt x="1009797" y="856820"/>
                </a:lnTo>
                <a:lnTo>
                  <a:pt x="1030002" y="839334"/>
                </a:lnTo>
                <a:lnTo>
                  <a:pt x="1050193" y="821847"/>
                </a:lnTo>
                <a:lnTo>
                  <a:pt x="1070385" y="804361"/>
                </a:lnTo>
                <a:lnTo>
                  <a:pt x="1090590" y="786876"/>
                </a:lnTo>
                <a:lnTo>
                  <a:pt x="1110781" y="769390"/>
                </a:lnTo>
                <a:lnTo>
                  <a:pt x="1130972" y="751903"/>
                </a:lnTo>
                <a:lnTo>
                  <a:pt x="1151178" y="734417"/>
                </a:lnTo>
                <a:lnTo>
                  <a:pt x="1171369" y="716930"/>
                </a:lnTo>
                <a:lnTo>
                  <a:pt x="1191560" y="699445"/>
                </a:lnTo>
                <a:lnTo>
                  <a:pt x="1211765" y="681959"/>
                </a:lnTo>
                <a:lnTo>
                  <a:pt x="1231956" y="664473"/>
                </a:lnTo>
                <a:lnTo>
                  <a:pt x="1252147" y="646986"/>
                </a:lnTo>
                <a:lnTo>
                  <a:pt x="1272353" y="629500"/>
                </a:lnTo>
                <a:lnTo>
                  <a:pt x="1292544" y="612015"/>
                </a:lnTo>
                <a:lnTo>
                  <a:pt x="1312735" y="594528"/>
                </a:lnTo>
                <a:lnTo>
                  <a:pt x="1332940" y="577042"/>
                </a:lnTo>
                <a:lnTo>
                  <a:pt x="1353131" y="559555"/>
                </a:lnTo>
                <a:lnTo>
                  <a:pt x="1373337" y="542070"/>
                </a:lnTo>
                <a:lnTo>
                  <a:pt x="1393528" y="524584"/>
                </a:lnTo>
                <a:lnTo>
                  <a:pt x="1413719" y="507098"/>
                </a:lnTo>
                <a:lnTo>
                  <a:pt x="1433924" y="489611"/>
                </a:lnTo>
                <a:lnTo>
                  <a:pt x="1454115" y="472125"/>
                </a:lnTo>
                <a:lnTo>
                  <a:pt x="1474306" y="454640"/>
                </a:lnTo>
                <a:lnTo>
                  <a:pt x="1494512" y="437153"/>
                </a:lnTo>
                <a:lnTo>
                  <a:pt x="1514703" y="419667"/>
                </a:lnTo>
                <a:lnTo>
                  <a:pt x="1534894" y="402181"/>
                </a:lnTo>
                <a:lnTo>
                  <a:pt x="1555099" y="384696"/>
                </a:lnTo>
                <a:lnTo>
                  <a:pt x="1575290" y="367209"/>
                </a:lnTo>
                <a:lnTo>
                  <a:pt x="1595481" y="349723"/>
                </a:lnTo>
                <a:lnTo>
                  <a:pt x="1615687" y="332236"/>
                </a:lnTo>
                <a:lnTo>
                  <a:pt x="1635878" y="314750"/>
                </a:lnTo>
                <a:lnTo>
                  <a:pt x="1656069" y="297265"/>
                </a:lnTo>
                <a:lnTo>
                  <a:pt x="1676274" y="279778"/>
                </a:lnTo>
                <a:lnTo>
                  <a:pt x="1696465" y="262292"/>
                </a:lnTo>
                <a:lnTo>
                  <a:pt x="1716656" y="244806"/>
                </a:lnTo>
                <a:lnTo>
                  <a:pt x="1736862" y="227319"/>
                </a:lnTo>
                <a:lnTo>
                  <a:pt x="1757053" y="209834"/>
                </a:lnTo>
                <a:lnTo>
                  <a:pt x="1777244" y="192348"/>
                </a:lnTo>
                <a:lnTo>
                  <a:pt x="1797449" y="174861"/>
                </a:lnTo>
                <a:lnTo>
                  <a:pt x="1817641" y="157375"/>
                </a:lnTo>
                <a:lnTo>
                  <a:pt x="1837846" y="139890"/>
                </a:lnTo>
                <a:lnTo>
                  <a:pt x="1858037" y="122404"/>
                </a:lnTo>
                <a:lnTo>
                  <a:pt x="1878228" y="104917"/>
                </a:lnTo>
                <a:lnTo>
                  <a:pt x="1898433" y="87431"/>
                </a:lnTo>
                <a:lnTo>
                  <a:pt x="1918624" y="69944"/>
                </a:lnTo>
                <a:lnTo>
                  <a:pt x="1938815" y="52459"/>
                </a:lnTo>
                <a:lnTo>
                  <a:pt x="1959021" y="34973"/>
                </a:lnTo>
                <a:lnTo>
                  <a:pt x="1979212" y="17486"/>
                </a:lnTo>
                <a:lnTo>
                  <a:pt x="1999403" y="0"/>
                </a:lnTo>
              </a:path>
            </a:pathLst>
          </a:custGeom>
          <a:noFill/>
          <a:ln w="5747" cap="rnd">
            <a:solidFill>
              <a:srgbClr val="000000"/>
            </a:solidFill>
            <a:custDash>
              <a:ds d="1200000" sp="750000"/>
            </a:custDash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4E0665F8-153E-CCB9-53C3-F3510180F2AE}"/>
              </a:ext>
            </a:extLst>
          </p:cNvPr>
          <p:cNvGrpSpPr/>
          <p:nvPr/>
        </p:nvGrpSpPr>
        <p:grpSpPr>
          <a:xfrm>
            <a:off x="6312511" y="2682156"/>
            <a:ext cx="118957" cy="51845"/>
            <a:chOff x="6312511" y="2682156"/>
            <a:chExt cx="118957" cy="51845"/>
          </a:xfrm>
        </p:grpSpPr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40C6477A-86BD-481E-0331-C98249B40B7B}"/>
                </a:ext>
              </a:extLst>
            </p:cNvPr>
            <p:cNvSpPr/>
            <p:nvPr/>
          </p:nvSpPr>
          <p:spPr>
            <a:xfrm>
              <a:off x="6312511" y="2708079"/>
              <a:ext cx="118957" cy="1440"/>
            </a:xfrm>
            <a:custGeom>
              <a:avLst/>
              <a:gdLst>
                <a:gd name="connsiteX0" fmla="*/ 118957 w 118957"/>
                <a:gd name="connsiteY0" fmla="*/ 0 h 1440"/>
                <a:gd name="connsiteX1" fmla="*/ 0 w 118957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957" h="1440">
                  <a:moveTo>
                    <a:pt x="118957" y="0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F6DC120B-CC47-B518-4C48-A0314FAAA3AF}"/>
                </a:ext>
              </a:extLst>
            </p:cNvPr>
            <p:cNvSpPr/>
            <p:nvPr/>
          </p:nvSpPr>
          <p:spPr>
            <a:xfrm>
              <a:off x="6312511" y="2682156"/>
              <a:ext cx="51845" cy="51845"/>
            </a:xfrm>
            <a:custGeom>
              <a:avLst/>
              <a:gdLst>
                <a:gd name="connsiteX0" fmla="*/ 51846 w 51845"/>
                <a:gd name="connsiteY0" fmla="*/ 25923 h 51845"/>
                <a:gd name="connsiteX1" fmla="*/ 51846 w 51845"/>
                <a:gd name="connsiteY1" fmla="*/ 51846 h 51845"/>
                <a:gd name="connsiteX2" fmla="*/ 0 w 51845"/>
                <a:gd name="connsiteY2" fmla="*/ 25923 h 51845"/>
                <a:gd name="connsiteX3" fmla="*/ 51846 w 51845"/>
                <a:gd name="connsiteY3" fmla="*/ 0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51846" y="25923"/>
                  </a:moveTo>
                  <a:lnTo>
                    <a:pt x="51846" y="51846"/>
                  </a:lnTo>
                  <a:lnTo>
                    <a:pt x="0" y="25923"/>
                  </a:lnTo>
                  <a:lnTo>
                    <a:pt x="51846" y="0"/>
                  </a:lnTo>
                  <a:close/>
                </a:path>
              </a:pathLst>
            </a:custGeom>
            <a:solidFill>
              <a:srgbClr val="000000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EE9232CF-A9D7-643C-E7BC-9E476A0B9BDE}"/>
                </a:ext>
              </a:extLst>
            </p:cNvPr>
            <p:cNvSpPr/>
            <p:nvPr/>
          </p:nvSpPr>
          <p:spPr>
            <a:xfrm>
              <a:off x="6364357" y="2708079"/>
              <a:ext cx="67111" cy="1440"/>
            </a:xfrm>
            <a:custGeom>
              <a:avLst/>
              <a:gdLst>
                <a:gd name="connsiteX0" fmla="*/ 0 w 67111"/>
                <a:gd name="connsiteY0" fmla="*/ 0 h 1440"/>
                <a:gd name="connsiteX1" fmla="*/ 67111 w 67111"/>
                <a:gd name="connsiteY1" fmla="*/ 0 h 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111" h="1440">
                  <a:moveTo>
                    <a:pt x="0" y="0"/>
                  </a:moveTo>
                  <a:lnTo>
                    <a:pt x="67111" y="0"/>
                  </a:lnTo>
                </a:path>
              </a:pathLst>
            </a:custGeom>
            <a:noFill/>
            <a:ln w="5747" cap="rnd">
              <a:solidFill>
                <a:srgbClr val="000000"/>
              </a:solidFill>
              <a:custDash>
                <a:ds d="150000" sp="30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B6089065-A238-9D6F-4865-99928402E511}"/>
              </a:ext>
            </a:extLst>
          </p:cNvPr>
          <p:cNvGrpSpPr/>
          <p:nvPr/>
        </p:nvGrpSpPr>
        <p:grpSpPr>
          <a:xfrm>
            <a:off x="6286589" y="2660251"/>
            <a:ext cx="51845" cy="246372"/>
            <a:chOff x="6286589" y="2660251"/>
            <a:chExt cx="51845" cy="246372"/>
          </a:xfrm>
        </p:grpSpPr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12E2D3ED-9A41-3C24-02CB-2157DE8B039E}"/>
                </a:ext>
              </a:extLst>
            </p:cNvPr>
            <p:cNvSpPr/>
            <p:nvPr/>
          </p:nvSpPr>
          <p:spPr>
            <a:xfrm>
              <a:off x="6312511" y="2660251"/>
              <a:ext cx="1440" cy="246372"/>
            </a:xfrm>
            <a:custGeom>
              <a:avLst/>
              <a:gdLst>
                <a:gd name="connsiteX0" fmla="*/ 0 w 1440"/>
                <a:gd name="connsiteY0" fmla="*/ 0 h 246372"/>
                <a:gd name="connsiteX1" fmla="*/ 0 w 1440"/>
                <a:gd name="connsiteY1" fmla="*/ 246372 h 24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246372">
                  <a:moveTo>
                    <a:pt x="0" y="0"/>
                  </a:moveTo>
                  <a:lnTo>
                    <a:pt x="0" y="246372"/>
                  </a:lnTo>
                </a:path>
              </a:pathLst>
            </a:custGeom>
            <a:noFill/>
            <a:ln w="5747" cap="rnd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27E6DDC0-ADB8-8DE9-93FA-FBB8D128EEB2}"/>
                </a:ext>
              </a:extLst>
            </p:cNvPr>
            <p:cNvSpPr/>
            <p:nvPr/>
          </p:nvSpPr>
          <p:spPr>
            <a:xfrm>
              <a:off x="6286589" y="2854778"/>
              <a:ext cx="51845" cy="51845"/>
            </a:xfrm>
            <a:custGeom>
              <a:avLst/>
              <a:gdLst>
                <a:gd name="connsiteX0" fmla="*/ 25923 w 51845"/>
                <a:gd name="connsiteY0" fmla="*/ 0 h 51845"/>
                <a:gd name="connsiteX1" fmla="*/ 51846 w 51845"/>
                <a:gd name="connsiteY1" fmla="*/ 0 h 51845"/>
                <a:gd name="connsiteX2" fmla="*/ 25923 w 51845"/>
                <a:gd name="connsiteY2" fmla="*/ 51846 h 51845"/>
                <a:gd name="connsiteX3" fmla="*/ 0 w 51845"/>
                <a:gd name="connsiteY3" fmla="*/ 0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45" h="51845">
                  <a:moveTo>
                    <a:pt x="25923" y="0"/>
                  </a:moveTo>
                  <a:lnTo>
                    <a:pt x="51846" y="0"/>
                  </a:lnTo>
                  <a:lnTo>
                    <a:pt x="25923" y="51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4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26DF43A6-8A37-9F04-10B8-B799B73E16BD}"/>
                </a:ext>
              </a:extLst>
            </p:cNvPr>
            <p:cNvSpPr/>
            <p:nvPr/>
          </p:nvSpPr>
          <p:spPr>
            <a:xfrm>
              <a:off x="6312511" y="2660251"/>
              <a:ext cx="1440" cy="194526"/>
            </a:xfrm>
            <a:custGeom>
              <a:avLst/>
              <a:gdLst>
                <a:gd name="connsiteX0" fmla="*/ 0 w 1440"/>
                <a:gd name="connsiteY0" fmla="*/ 194527 h 194526"/>
                <a:gd name="connsiteX1" fmla="*/ 0 w 1440"/>
                <a:gd name="connsiteY1" fmla="*/ 0 h 194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0" h="194526">
                  <a:moveTo>
                    <a:pt x="0" y="194527"/>
                  </a:moveTo>
                  <a:lnTo>
                    <a:pt x="0" y="0"/>
                  </a:lnTo>
                </a:path>
              </a:pathLst>
            </a:custGeom>
            <a:noFill/>
            <a:ln w="5747" cap="rnd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21C1EF70-AE12-C399-8A84-07DF5F904E5A}"/>
                  </a:ext>
                </a:extLst>
              </p:cNvPr>
              <p:cNvSpPr txBox="1"/>
              <p:nvPr/>
            </p:nvSpPr>
            <p:spPr bwMode="gray">
              <a:xfrm>
                <a:off x="3094162" y="4376816"/>
                <a:ext cx="2955676" cy="678455"/>
              </a:xfrm>
              <a:prstGeom prst="rect">
                <a:avLst/>
              </a:prstGeom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/>
              <a:p>
                <a:pPr marL="268287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𝑡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p>
                            <m:sSup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p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′′</m:t>
                              </m:r>
                            </m:sup>
                          </m:sSup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21C1EF70-AE12-C399-8A84-07DF5F904E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94162" y="4376816"/>
                <a:ext cx="2955676" cy="67845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026" name="Picture 2" descr="Isaac Newton: Who He Was, Why Apples Are Falling">
            <a:extLst>
              <a:ext uri="{FF2B5EF4-FFF2-40B4-BE49-F238E27FC236}">
                <a16:creationId xmlns:a16="http://schemas.microsoft.com/office/drawing/2014/main" id="{BCF6D960-D4D0-DAA3-F1B0-75507FDE8C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754522" y="1307196"/>
            <a:ext cx="969168" cy="13345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5" name="TextBox 504">
            <a:extLst>
              <a:ext uri="{FF2B5EF4-FFF2-40B4-BE49-F238E27FC236}">
                <a16:creationId xmlns:a16="http://schemas.microsoft.com/office/drawing/2014/main" id="{6A769090-C0C6-72DB-D4DC-348E9A70F6CD}"/>
              </a:ext>
            </a:extLst>
          </p:cNvPr>
          <p:cNvSpPr txBox="1"/>
          <p:nvPr/>
        </p:nvSpPr>
        <p:spPr bwMode="gray">
          <a:xfrm>
            <a:off x="7511691" y="2704719"/>
            <a:ext cx="15121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800" b="1" dirty="0">
                <a:solidFill>
                  <a:srgbClr val="333539"/>
                </a:solidFill>
              </a:rPr>
              <a:t>Sir Isaac Newton</a:t>
            </a:r>
            <a:br>
              <a:rPr lang="en-GB" sz="800" b="1" dirty="0">
                <a:solidFill>
                  <a:srgbClr val="333539"/>
                </a:solidFill>
                <a:effectLst/>
              </a:rPr>
            </a:br>
            <a:r>
              <a:rPr lang="en-GB" sz="800" b="1" dirty="0">
                <a:solidFill>
                  <a:srgbClr val="333539"/>
                </a:solidFill>
                <a:effectLst/>
              </a:rPr>
              <a:t>(1643 – 1727)</a:t>
            </a:r>
          </a:p>
        </p:txBody>
      </p:sp>
    </p:spTree>
    <p:extLst>
      <p:ext uri="{BB962C8B-B14F-4D97-AF65-F5344CB8AC3E}">
        <p14:creationId xmlns:p14="http://schemas.microsoft.com/office/powerpoint/2010/main" val="235738902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500"/>
                            </p:stCondLst>
                            <p:childTnLst>
                              <p:par>
                                <p:cTn id="10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6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9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500"/>
                            </p:stCondLst>
                            <p:childTnLst>
                              <p:par>
                                <p:cTn id="1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6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9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8" grpId="0" animBg="1"/>
      <p:bldP spid="459" grpId="0" animBg="1"/>
      <p:bldP spid="463" grpId="0" animBg="1"/>
      <p:bldP spid="463" grpId="1" animBg="1"/>
      <p:bldP spid="470" grpId="0" animBg="1"/>
      <p:bldP spid="470" grpId="1" animBg="1"/>
      <p:bldP spid="480" grpId="0" animBg="1"/>
      <p:bldP spid="480" grpId="1" animBg="1"/>
      <p:bldP spid="487" grpId="0" animBg="1"/>
      <p:bldP spid="487" grpId="1" animBg="1"/>
      <p:bldP spid="416" grpId="0" animBg="1"/>
      <p:bldP spid="50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B1E050B8-DB4E-BFA4-272E-393EE6918687}"/>
              </a:ext>
            </a:extLst>
          </p:cNvPr>
          <p:cNvSpPr/>
          <p:nvPr/>
        </p:nvSpPr>
        <p:spPr bwMode="gray">
          <a:xfrm>
            <a:off x="6172200" y="2788164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B4467B3B-AF88-5E1B-E53B-4FBFE2567D3A}"/>
                  </a:ext>
                </a:extLst>
              </p:cNvPr>
              <p:cNvSpPr/>
              <p:nvPr/>
            </p:nvSpPr>
            <p:spPr bwMode="gray">
              <a:xfrm>
                <a:off x="1266262" y="1254955"/>
                <a:ext cx="986772" cy="830274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B4467B3B-AF88-5E1B-E53B-4FBFE2567D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66262" y="1254955"/>
                <a:ext cx="986772" cy="830274"/>
              </a:xfrm>
              <a:prstGeom prst="roundRect">
                <a:avLst/>
              </a:prstGeom>
              <a:blipFill>
                <a:blip r:embed="rId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05C5885-A5E8-19C1-5E5C-F7218380CBFC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4166885"/>
                <a:ext cx="6877051" cy="847408"/>
              </a:xfrm>
            </p:spPr>
            <p:txBody>
              <a:bodyPr/>
              <a:lstStyle/>
              <a:p>
                <a:r>
                  <a:rPr lang="en-US" dirty="0"/>
                  <a:t>Full model of parameters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𝑾</m:t>
                    </m:r>
                  </m:oMath>
                </a14:m>
                <a:r>
                  <a:rPr lang="en-US" dirty="0"/>
                  <a:t>, latent inner products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𝒁</m:t>
                    </m:r>
                  </m:oMath>
                </a14:m>
                <a:r>
                  <a:rPr lang="en-US" dirty="0"/>
                  <a:t>, non-linear transformations</a:t>
                </a:r>
                <a:r>
                  <a:rPr lang="en-US" b="1" dirty="0"/>
                  <a:t> </a:t>
                </a:r>
                <a14:m>
                  <m:oMath xmlns:m="http://schemas.openxmlformats.org/officeDocument/2006/math">
                    <m:acc>
                      <m:accPr>
                        <m:chr m:val="̃"/>
                        <m:ctrlPr>
                          <a:rPr lang="en-US" b="1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𝒁</m:t>
                        </m:r>
                      </m:e>
                    </m:acc>
                  </m:oMath>
                </a14:m>
                <a:r>
                  <a:rPr lang="en-US" dirty="0"/>
                  <a:t>, and observed training data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𝐷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{"/>
                        <m:endChr m:val="}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d>
                          <m:d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1" i="1" smtClean="0">
                                    <a:latin typeface="Cambria Math" panose="02040503050406030204" pitchFamily="18" charset="0"/>
                                  </a:rPr>
                                  <m:t>𝒙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sSub>
                              <m:sSubPr>
                                <m:ctrlP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𝑦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</m:d>
                      </m:e>
                    </m:d>
                  </m:oMath>
                </a14:m>
                <a:r>
                  <a:rPr lang="en-US" dirty="0"/>
                  <a:t> is a directed graphical model!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305C5885-A5E8-19C1-5E5C-F7218380CBF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4166885"/>
                <a:ext cx="6877051" cy="847408"/>
              </a:xfrm>
              <a:blipFill>
                <a:blip r:embed="rId3"/>
                <a:stretch>
                  <a:fillRect t="-14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3EFC5705-8AAA-223A-36EA-F61DA047B1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Neural Networks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959B858F-4D19-07D7-263C-970FAA7156FC}"/>
                  </a:ext>
                </a:extLst>
              </p:cNvPr>
              <p:cNvSpPr/>
              <p:nvPr/>
            </p:nvSpPr>
            <p:spPr bwMode="gray">
              <a:xfrm>
                <a:off x="1326357" y="1295741"/>
                <a:ext cx="527775" cy="56902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959B858F-4D19-07D7-263C-970FAA7156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26357" y="1295741"/>
                <a:ext cx="527775" cy="569021"/>
              </a:xfrm>
              <a:prstGeom prst="round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9D3F075F-71C9-D663-243F-B5C08590F37C}"/>
                  </a:ext>
                </a:extLst>
              </p:cNvPr>
              <p:cNvSpPr/>
              <p:nvPr/>
            </p:nvSpPr>
            <p:spPr bwMode="gray">
              <a:xfrm>
                <a:off x="1502343" y="141920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9D3F075F-71C9-D663-243F-B5C08590F3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02343" y="1419200"/>
                <a:ext cx="251999" cy="251999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ounded Rectangle 21">
                <a:extLst>
                  <a:ext uri="{FF2B5EF4-FFF2-40B4-BE49-F238E27FC236}">
                    <a16:creationId xmlns:a16="http://schemas.microsoft.com/office/drawing/2014/main" id="{D1C3160B-E23D-DA1B-ED72-77713D265BDE}"/>
                  </a:ext>
                </a:extLst>
              </p:cNvPr>
              <p:cNvSpPr/>
              <p:nvPr/>
            </p:nvSpPr>
            <p:spPr bwMode="gray">
              <a:xfrm>
                <a:off x="461059" y="2275932"/>
                <a:ext cx="622465" cy="535049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Rounded Rectangle 21">
                <a:extLst>
                  <a:ext uri="{FF2B5EF4-FFF2-40B4-BE49-F238E27FC236}">
                    <a16:creationId xmlns:a16="http://schemas.microsoft.com/office/drawing/2014/main" id="{D1C3160B-E23D-DA1B-ED72-77713D265B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1059" y="2275932"/>
                <a:ext cx="622465" cy="535049"/>
              </a:xfrm>
              <a:prstGeom prst="roundRect">
                <a:avLst/>
              </a:prstGeom>
              <a:blipFill>
                <a:blip r:embed="rId6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F8FF7FDE-BDF1-BC86-6B99-406A59533D1E}"/>
                  </a:ext>
                </a:extLst>
              </p:cNvPr>
              <p:cNvSpPr/>
              <p:nvPr/>
            </p:nvSpPr>
            <p:spPr bwMode="gray">
              <a:xfrm>
                <a:off x="646292" y="2336462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F8FF7FDE-BDF1-BC86-6B99-406A59533D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6292" y="2336462"/>
                <a:ext cx="251999" cy="251999"/>
              </a:xfrm>
              <a:prstGeom prst="ellipse">
                <a:avLst/>
              </a:prstGeom>
              <a:blipFill>
                <a:blip r:embed="rId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ounded Rectangle 52">
                <a:extLst>
                  <a:ext uri="{FF2B5EF4-FFF2-40B4-BE49-F238E27FC236}">
                    <a16:creationId xmlns:a16="http://schemas.microsoft.com/office/drawing/2014/main" id="{3059DF73-6C95-36A8-238A-A39807A0E0C7}"/>
                  </a:ext>
                </a:extLst>
              </p:cNvPr>
              <p:cNvSpPr/>
              <p:nvPr/>
            </p:nvSpPr>
            <p:spPr bwMode="gray">
              <a:xfrm>
                <a:off x="2577016" y="1254955"/>
                <a:ext cx="986772" cy="830274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3" name="Rounded Rectangle 52">
                <a:extLst>
                  <a:ext uri="{FF2B5EF4-FFF2-40B4-BE49-F238E27FC236}">
                    <a16:creationId xmlns:a16="http://schemas.microsoft.com/office/drawing/2014/main" id="{3059DF73-6C95-36A8-238A-A39807A0E0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77016" y="1254955"/>
                <a:ext cx="986772" cy="830274"/>
              </a:xfrm>
              <a:prstGeom prst="roundRect">
                <a:avLst/>
              </a:prstGeom>
              <a:blipFill>
                <a:blip r:embed="rId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ounded Rectangle 53">
                <a:extLst>
                  <a:ext uri="{FF2B5EF4-FFF2-40B4-BE49-F238E27FC236}">
                    <a16:creationId xmlns:a16="http://schemas.microsoft.com/office/drawing/2014/main" id="{D8EFA425-EFB9-2B45-AD25-A1387C751D26}"/>
                  </a:ext>
                </a:extLst>
              </p:cNvPr>
              <p:cNvSpPr/>
              <p:nvPr/>
            </p:nvSpPr>
            <p:spPr bwMode="gray">
              <a:xfrm>
                <a:off x="2637111" y="1295741"/>
                <a:ext cx="527775" cy="56902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4" name="Rounded Rectangle 53">
                <a:extLst>
                  <a:ext uri="{FF2B5EF4-FFF2-40B4-BE49-F238E27FC236}">
                    <a16:creationId xmlns:a16="http://schemas.microsoft.com/office/drawing/2014/main" id="{D8EFA425-EFB9-2B45-AD25-A1387C751D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637111" y="1295741"/>
                <a:ext cx="527775" cy="569021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6E317132-5651-4D36-3932-3E90C5A3C990}"/>
                  </a:ext>
                </a:extLst>
              </p:cNvPr>
              <p:cNvSpPr/>
              <p:nvPr/>
            </p:nvSpPr>
            <p:spPr bwMode="gray">
              <a:xfrm>
                <a:off x="2813097" y="141920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6E317132-5651-4D36-3932-3E90C5A3C9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13097" y="1419200"/>
                <a:ext cx="251999" cy="251999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ounded Rectangle 63">
                <a:extLst>
                  <a:ext uri="{FF2B5EF4-FFF2-40B4-BE49-F238E27FC236}">
                    <a16:creationId xmlns:a16="http://schemas.microsoft.com/office/drawing/2014/main" id="{57C47053-6A6D-105B-2AC0-37313DD469BF}"/>
                  </a:ext>
                </a:extLst>
              </p:cNvPr>
              <p:cNvSpPr/>
              <p:nvPr/>
            </p:nvSpPr>
            <p:spPr bwMode="gray">
              <a:xfrm>
                <a:off x="5742213" y="1295741"/>
                <a:ext cx="527775" cy="56902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4" name="Rounded Rectangle 63">
                <a:extLst>
                  <a:ext uri="{FF2B5EF4-FFF2-40B4-BE49-F238E27FC236}">
                    <a16:creationId xmlns:a16="http://schemas.microsoft.com/office/drawing/2014/main" id="{57C47053-6A6D-105B-2AC0-37313DD469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742213" y="1295741"/>
                <a:ext cx="527775" cy="569021"/>
              </a:xfrm>
              <a:prstGeom prst="roundRect">
                <a:avLst/>
              </a:prstGeom>
              <a:blipFill>
                <a:blip r:embed="rId1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B17F4DE1-117D-D93F-6109-C208C04B1233}"/>
                  </a:ext>
                </a:extLst>
              </p:cNvPr>
              <p:cNvSpPr/>
              <p:nvPr/>
            </p:nvSpPr>
            <p:spPr bwMode="gray">
              <a:xfrm>
                <a:off x="5918199" y="1419200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B17F4DE1-117D-D93F-6109-C208C04B12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18199" y="1419200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5A87A0E3-DF60-C13C-5BB2-75959AF36E55}"/>
              </a:ext>
            </a:extLst>
          </p:cNvPr>
          <p:cNvCxnSpPr>
            <a:cxnSpLocks/>
            <a:stCxn id="64" idx="2"/>
            <a:endCxn id="67" idx="0"/>
          </p:cNvCxnSpPr>
          <p:nvPr/>
        </p:nvCxnSpPr>
        <p:spPr bwMode="gray">
          <a:xfrm>
            <a:off x="6006101" y="1864762"/>
            <a:ext cx="1275" cy="55269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322E1ADD-341C-DF84-9666-E45408DE837F}"/>
                  </a:ext>
                </a:extLst>
              </p:cNvPr>
              <p:cNvSpPr/>
              <p:nvPr/>
            </p:nvSpPr>
            <p:spPr bwMode="gray">
              <a:xfrm>
                <a:off x="5881376" y="2417457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322E1ADD-341C-DF84-9666-E45408DE83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81376" y="2417457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1AC200C9-B910-DB44-724B-F63BA2323E55}"/>
              </a:ext>
            </a:extLst>
          </p:cNvPr>
          <p:cNvCxnSpPr>
            <a:cxnSpLocks/>
            <a:stCxn id="106" idx="3"/>
            <a:endCxn id="67" idx="2"/>
          </p:cNvCxnSpPr>
          <p:nvPr/>
        </p:nvCxnSpPr>
        <p:spPr bwMode="gray">
          <a:xfrm flipV="1">
            <a:off x="5341559" y="2543457"/>
            <a:ext cx="539817" cy="110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ounded Rectangle 72">
                <a:extLst>
                  <a:ext uri="{FF2B5EF4-FFF2-40B4-BE49-F238E27FC236}">
                    <a16:creationId xmlns:a16="http://schemas.microsoft.com/office/drawing/2014/main" id="{0D4BA92B-5FC3-4954-347F-E264E6FB8E09}"/>
                  </a:ext>
                </a:extLst>
              </p:cNvPr>
              <p:cNvSpPr/>
              <p:nvPr/>
            </p:nvSpPr>
            <p:spPr bwMode="gray">
              <a:xfrm>
                <a:off x="1279094" y="3296644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3" name="Rounded Rectangle 72">
                <a:extLst>
                  <a:ext uri="{FF2B5EF4-FFF2-40B4-BE49-F238E27FC236}">
                    <a16:creationId xmlns:a16="http://schemas.microsoft.com/office/drawing/2014/main" id="{0D4BA92B-5FC3-4954-347F-E264E6FB8E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79094" y="3296644"/>
                <a:ext cx="986772" cy="535051"/>
              </a:xfrm>
              <a:prstGeom prst="roundRect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ounded Rectangle 73">
                <a:extLst>
                  <a:ext uri="{FF2B5EF4-FFF2-40B4-BE49-F238E27FC236}">
                    <a16:creationId xmlns:a16="http://schemas.microsoft.com/office/drawing/2014/main" id="{2157FA1D-9D15-3B56-4758-4D5C26A8B709}"/>
                  </a:ext>
                </a:extLst>
              </p:cNvPr>
              <p:cNvSpPr/>
              <p:nvPr/>
            </p:nvSpPr>
            <p:spPr bwMode="gray">
              <a:xfrm>
                <a:off x="473890" y="3296646"/>
                <a:ext cx="622465" cy="535049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4" name="Rounded Rectangle 73">
                <a:extLst>
                  <a:ext uri="{FF2B5EF4-FFF2-40B4-BE49-F238E27FC236}">
                    <a16:creationId xmlns:a16="http://schemas.microsoft.com/office/drawing/2014/main" id="{2157FA1D-9D15-3B56-4758-4D5C26A8B7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73890" y="3296646"/>
                <a:ext cx="622465" cy="535049"/>
              </a:xfrm>
              <a:prstGeom prst="roundRect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287CC320-A5E6-E9FB-896B-2D4BB661811D}"/>
                  </a:ext>
                </a:extLst>
              </p:cNvPr>
              <p:cNvSpPr/>
              <p:nvPr/>
            </p:nvSpPr>
            <p:spPr bwMode="gray">
              <a:xfrm>
                <a:off x="659123" y="3357176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287CC320-A5E6-E9FB-896B-2D4BB66181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9123" y="3357176"/>
                <a:ext cx="251999" cy="251999"/>
              </a:xfrm>
              <a:prstGeom prst="ellipse">
                <a:avLst/>
              </a:prstGeom>
              <a:blipFill>
                <a:blip r:embed="rId1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BD3603EB-55E0-E8B3-009C-4C5D125CB7AB}"/>
                  </a:ext>
                </a:extLst>
              </p:cNvPr>
              <p:cNvSpPr/>
              <p:nvPr/>
            </p:nvSpPr>
            <p:spPr bwMode="gray">
              <a:xfrm>
                <a:off x="1478351" y="343817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BD3603EB-55E0-E8B3-009C-4C5D125CB7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78351" y="3438171"/>
                <a:ext cx="251999" cy="251999"/>
              </a:xfrm>
              <a:prstGeom prst="ellipse">
                <a:avLst/>
              </a:prstGeom>
              <a:blipFill>
                <a:blip r:embed="rId17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7" name="Straight Arrow Connector 76">
            <a:extLst>
              <a:ext uri="{FF2B5EF4-FFF2-40B4-BE49-F238E27FC236}">
                <a16:creationId xmlns:a16="http://schemas.microsoft.com/office/drawing/2014/main" id="{6528E0E2-84CA-BD81-022E-4B029CB66BB7}"/>
              </a:ext>
            </a:extLst>
          </p:cNvPr>
          <p:cNvCxnSpPr>
            <a:cxnSpLocks/>
            <a:stCxn id="74" idx="3"/>
            <a:endCxn id="76" idx="2"/>
          </p:cNvCxnSpPr>
          <p:nvPr/>
        </p:nvCxnSpPr>
        <p:spPr bwMode="gray">
          <a:xfrm>
            <a:off x="1096355" y="3564171"/>
            <a:ext cx="38199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564AFD58-E3AB-0CBF-5732-E8CBC961546F}"/>
                  </a:ext>
                </a:extLst>
              </p:cNvPr>
              <p:cNvSpPr/>
              <p:nvPr/>
            </p:nvSpPr>
            <p:spPr bwMode="gray">
              <a:xfrm>
                <a:off x="1928334" y="343817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564AFD58-E3AB-0CBF-5732-E8CBC96154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28334" y="3438171"/>
                <a:ext cx="251999" cy="251999"/>
              </a:xfrm>
              <a:prstGeom prst="ellipse">
                <a:avLst/>
              </a:prstGeom>
              <a:blipFill>
                <a:blip r:embed="rId1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EBBE3200-73C1-0E91-4BE3-7EF1278F9D71}"/>
              </a:ext>
            </a:extLst>
          </p:cNvPr>
          <p:cNvCxnSpPr>
            <a:cxnSpLocks/>
            <a:stCxn id="76" idx="6"/>
            <a:endCxn id="78" idx="2"/>
          </p:cNvCxnSpPr>
          <p:nvPr/>
        </p:nvCxnSpPr>
        <p:spPr bwMode="gray">
          <a:xfrm>
            <a:off x="1730350" y="3564171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DC636CDA-3201-D18C-E111-DFA1367D70CF}"/>
                  </a:ext>
                </a:extLst>
              </p:cNvPr>
              <p:cNvSpPr/>
              <p:nvPr/>
            </p:nvSpPr>
            <p:spPr bwMode="gray">
              <a:xfrm>
                <a:off x="2589848" y="3296644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Rounded Rectangle 79">
                <a:extLst>
                  <a:ext uri="{FF2B5EF4-FFF2-40B4-BE49-F238E27FC236}">
                    <a16:creationId xmlns:a16="http://schemas.microsoft.com/office/drawing/2014/main" id="{DC636CDA-3201-D18C-E111-DFA1367D70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89848" y="3296644"/>
                <a:ext cx="986772" cy="535051"/>
              </a:xfrm>
              <a:prstGeom prst="roundRect">
                <a:avLst/>
              </a:prstGeom>
              <a:blipFill>
                <a:blip r:embed="rId1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750D813-7758-3259-3B0F-AA6278E69CFB}"/>
                  </a:ext>
                </a:extLst>
              </p:cNvPr>
              <p:cNvSpPr/>
              <p:nvPr/>
            </p:nvSpPr>
            <p:spPr bwMode="gray">
              <a:xfrm>
                <a:off x="2789105" y="343817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750D813-7758-3259-3B0F-AA6278E69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89105" y="3438171"/>
                <a:ext cx="251999" cy="251999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D6967F22-73E6-9131-EF84-49B0ED221BF7}"/>
              </a:ext>
            </a:extLst>
          </p:cNvPr>
          <p:cNvCxnSpPr>
            <a:cxnSpLocks/>
            <a:stCxn id="73" idx="3"/>
            <a:endCxn id="81" idx="2"/>
          </p:cNvCxnSpPr>
          <p:nvPr/>
        </p:nvCxnSpPr>
        <p:spPr bwMode="gray">
          <a:xfrm>
            <a:off x="2265866" y="3564170"/>
            <a:ext cx="523239" cy="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3083FD2E-5F8D-1543-CF61-808436763C73}"/>
                  </a:ext>
                </a:extLst>
              </p:cNvPr>
              <p:cNvSpPr/>
              <p:nvPr/>
            </p:nvSpPr>
            <p:spPr bwMode="gray">
              <a:xfrm>
                <a:off x="3239088" y="343817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3083FD2E-5F8D-1543-CF61-808436763C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39088" y="3438171"/>
                <a:ext cx="251999" cy="251999"/>
              </a:xfrm>
              <a:prstGeom prst="ellipse">
                <a:avLst/>
              </a:prstGeom>
              <a:blipFill>
                <a:blip r:embed="rId2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9ABB166A-970B-4C21-3B85-D53D5777E507}"/>
              </a:ext>
            </a:extLst>
          </p:cNvPr>
          <p:cNvCxnSpPr>
            <a:cxnSpLocks/>
            <a:stCxn id="81" idx="6"/>
            <a:endCxn id="83" idx="2"/>
          </p:cNvCxnSpPr>
          <p:nvPr/>
        </p:nvCxnSpPr>
        <p:spPr bwMode="gray">
          <a:xfrm>
            <a:off x="3041104" y="3564171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09229D6D-6F4F-2450-6F85-66005C8BC1E4}"/>
                  </a:ext>
                </a:extLst>
              </p:cNvPr>
              <p:cNvSpPr/>
              <p:nvPr/>
            </p:nvSpPr>
            <p:spPr bwMode="gray">
              <a:xfrm>
                <a:off x="5894207" y="3438171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09229D6D-6F4F-2450-6F85-66005C8BC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94207" y="3438171"/>
                <a:ext cx="251999" cy="251999"/>
              </a:xfrm>
              <a:prstGeom prst="ellipse">
                <a:avLst/>
              </a:prstGeom>
              <a:blipFill>
                <a:blip r:embed="rId2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377DE75A-0C94-C9BD-586B-7963894823A7}"/>
              </a:ext>
            </a:extLst>
          </p:cNvPr>
          <p:cNvCxnSpPr>
            <a:cxnSpLocks/>
            <a:stCxn id="114" idx="3"/>
            <a:endCxn id="85" idx="2"/>
          </p:cNvCxnSpPr>
          <p:nvPr/>
        </p:nvCxnSpPr>
        <p:spPr bwMode="gray">
          <a:xfrm flipV="1">
            <a:off x="5354390" y="3564171"/>
            <a:ext cx="539817" cy="1106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2303B048-4419-35DB-7F31-C738C8612D06}"/>
              </a:ext>
            </a:extLst>
          </p:cNvPr>
          <p:cNvCxnSpPr>
            <a:cxnSpLocks/>
            <a:stCxn id="64" idx="3"/>
            <a:endCxn id="85" idx="6"/>
          </p:cNvCxnSpPr>
          <p:nvPr/>
        </p:nvCxnSpPr>
        <p:spPr bwMode="gray">
          <a:xfrm flipH="1">
            <a:off x="6146206" y="1580252"/>
            <a:ext cx="123782" cy="1983919"/>
          </a:xfrm>
          <a:prstGeom prst="curvedConnector3">
            <a:avLst>
              <a:gd name="adj1" fmla="val -184680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Arrow Connector 86">
            <a:extLst>
              <a:ext uri="{FF2B5EF4-FFF2-40B4-BE49-F238E27FC236}">
                <a16:creationId xmlns:a16="http://schemas.microsoft.com/office/drawing/2014/main" id="{21AD7551-E6B9-4761-C5D3-142C93FF0AB5}"/>
              </a:ext>
            </a:extLst>
          </p:cNvPr>
          <p:cNvCxnSpPr>
            <a:cxnSpLocks/>
            <a:stCxn id="54" idx="3"/>
            <a:endCxn id="81" idx="6"/>
          </p:cNvCxnSpPr>
          <p:nvPr/>
        </p:nvCxnSpPr>
        <p:spPr bwMode="gray">
          <a:xfrm flipH="1">
            <a:off x="3041104" y="1580252"/>
            <a:ext cx="123782" cy="1983919"/>
          </a:xfrm>
          <a:prstGeom prst="curvedConnector3">
            <a:avLst>
              <a:gd name="adj1" fmla="val -184680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Arrow Connector 86">
            <a:extLst>
              <a:ext uri="{FF2B5EF4-FFF2-40B4-BE49-F238E27FC236}">
                <a16:creationId xmlns:a16="http://schemas.microsoft.com/office/drawing/2014/main" id="{080CF810-0865-7F85-4905-B0F43F4ABDC1}"/>
              </a:ext>
            </a:extLst>
          </p:cNvPr>
          <p:cNvCxnSpPr>
            <a:cxnSpLocks/>
            <a:stCxn id="4" idx="3"/>
            <a:endCxn id="76" idx="6"/>
          </p:cNvCxnSpPr>
          <p:nvPr/>
        </p:nvCxnSpPr>
        <p:spPr bwMode="gray">
          <a:xfrm flipH="1">
            <a:off x="1730350" y="1580252"/>
            <a:ext cx="123782" cy="1983919"/>
          </a:xfrm>
          <a:prstGeom prst="curvedConnector3">
            <a:avLst>
              <a:gd name="adj1" fmla="val -184680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8D3FD890-7653-E6FB-88D3-077370591195}"/>
                  </a:ext>
                </a:extLst>
              </p:cNvPr>
              <p:cNvSpPr/>
              <p:nvPr/>
            </p:nvSpPr>
            <p:spPr bwMode="gray">
              <a:xfrm>
                <a:off x="646291" y="292566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8D3FD890-7653-E6FB-88D3-0773705911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6291" y="2925667"/>
                <a:ext cx="251999" cy="251999"/>
              </a:xfrm>
              <a:prstGeom prst="ellipse">
                <a:avLst/>
              </a:prstGeom>
              <a:blipFill>
                <a:blip r:embed="rId23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6CBCEA2A-8A6C-1077-67B5-BA439C5A0F64}"/>
                  </a:ext>
                </a:extLst>
              </p:cNvPr>
              <p:cNvSpPr/>
              <p:nvPr/>
            </p:nvSpPr>
            <p:spPr bwMode="gray">
              <a:xfrm>
                <a:off x="1528350" y="291948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6CBCEA2A-8A6C-1077-67B5-BA439C5A0F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28350" y="2919484"/>
                <a:ext cx="251999" cy="251999"/>
              </a:xfrm>
              <a:prstGeom prst="ellipse">
                <a:avLst/>
              </a:prstGeom>
              <a:blipFill>
                <a:blip r:embed="rId24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9893659B-B308-BFAB-C6BC-B8FBF3C6B010}"/>
                  </a:ext>
                </a:extLst>
              </p:cNvPr>
              <p:cNvSpPr/>
              <p:nvPr/>
            </p:nvSpPr>
            <p:spPr bwMode="gray">
              <a:xfrm>
                <a:off x="2899404" y="291658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9893659B-B308-BFAB-C6BC-B8FBF3C6B0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899404" y="2916584"/>
                <a:ext cx="251999" cy="251999"/>
              </a:xfrm>
              <a:prstGeom prst="ellipse">
                <a:avLst/>
              </a:prstGeom>
              <a:blipFill>
                <a:blip r:embed="rId25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6959AEDD-E62B-6E30-ADE2-87B0B0593152}"/>
                  </a:ext>
                </a:extLst>
              </p:cNvPr>
              <p:cNvSpPr/>
              <p:nvPr/>
            </p:nvSpPr>
            <p:spPr bwMode="gray">
              <a:xfrm>
                <a:off x="5894207" y="292566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6959AEDD-E62B-6E30-ADE2-87B0B05931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894207" y="2925666"/>
                <a:ext cx="251999" cy="251999"/>
              </a:xfrm>
              <a:prstGeom prst="ellipse">
                <a:avLst/>
              </a:prstGeom>
              <a:blipFill>
                <a:blip r:embed="rId26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ounded Rectangle 106">
                <a:extLst>
                  <a:ext uri="{FF2B5EF4-FFF2-40B4-BE49-F238E27FC236}">
                    <a16:creationId xmlns:a16="http://schemas.microsoft.com/office/drawing/2014/main" id="{E9FDC289-DE9E-79F8-C048-D8B76A664EC6}"/>
                  </a:ext>
                </a:extLst>
              </p:cNvPr>
              <p:cNvSpPr/>
              <p:nvPr/>
            </p:nvSpPr>
            <p:spPr bwMode="gray">
              <a:xfrm>
                <a:off x="4354786" y="1256062"/>
                <a:ext cx="986772" cy="830274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7" name="Rounded Rectangle 106">
                <a:extLst>
                  <a:ext uri="{FF2B5EF4-FFF2-40B4-BE49-F238E27FC236}">
                    <a16:creationId xmlns:a16="http://schemas.microsoft.com/office/drawing/2014/main" id="{E9FDC289-DE9E-79F8-C048-D8B76A664E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54786" y="1256062"/>
                <a:ext cx="986772" cy="830274"/>
              </a:xfrm>
              <a:prstGeom prst="roundRect">
                <a:avLst/>
              </a:prstGeom>
              <a:blipFill>
                <a:blip r:embed="rId2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ounded Rectangle 107">
                <a:extLst>
                  <a:ext uri="{FF2B5EF4-FFF2-40B4-BE49-F238E27FC236}">
                    <a16:creationId xmlns:a16="http://schemas.microsoft.com/office/drawing/2014/main" id="{A5EFB336-7B16-BF6F-7DD0-774B35F275B6}"/>
                  </a:ext>
                </a:extLst>
              </p:cNvPr>
              <p:cNvSpPr/>
              <p:nvPr/>
            </p:nvSpPr>
            <p:spPr bwMode="gray">
              <a:xfrm>
                <a:off x="4414881" y="1296848"/>
                <a:ext cx="527775" cy="56902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8" name="Rounded Rectangle 107">
                <a:extLst>
                  <a:ext uri="{FF2B5EF4-FFF2-40B4-BE49-F238E27FC236}">
                    <a16:creationId xmlns:a16="http://schemas.microsoft.com/office/drawing/2014/main" id="{A5EFB336-7B16-BF6F-7DD0-774B35F275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14881" y="1296848"/>
                <a:ext cx="527775" cy="569021"/>
              </a:xfrm>
              <a:prstGeom prst="roundRect">
                <a:avLst/>
              </a:prstGeom>
              <a:blipFill>
                <a:blip r:embed="rId2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6CCEF01E-FB65-A0D2-1E72-852DCC5733C0}"/>
                  </a:ext>
                </a:extLst>
              </p:cNvPr>
              <p:cNvSpPr/>
              <p:nvPr/>
            </p:nvSpPr>
            <p:spPr bwMode="gray">
              <a:xfrm>
                <a:off x="4590867" y="142030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6CCEF01E-FB65-A0D2-1E72-852DCC5733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90867" y="1420307"/>
                <a:ext cx="251999" cy="251999"/>
              </a:xfrm>
              <a:prstGeom prst="ellipse">
                <a:avLst/>
              </a:prstGeom>
              <a:blipFill>
                <a:blip r:embed="rId29"/>
                <a:stretch>
                  <a:fillRect l="-4545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ounded Rectangle 113">
                <a:extLst>
                  <a:ext uri="{FF2B5EF4-FFF2-40B4-BE49-F238E27FC236}">
                    <a16:creationId xmlns:a16="http://schemas.microsoft.com/office/drawing/2014/main" id="{B787CB0D-2E0C-5C72-7893-C77EF08CB384}"/>
                  </a:ext>
                </a:extLst>
              </p:cNvPr>
              <p:cNvSpPr/>
              <p:nvPr/>
            </p:nvSpPr>
            <p:spPr bwMode="gray">
              <a:xfrm>
                <a:off x="4367618" y="3297751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4" name="Rounded Rectangle 113">
                <a:extLst>
                  <a:ext uri="{FF2B5EF4-FFF2-40B4-BE49-F238E27FC236}">
                    <a16:creationId xmlns:a16="http://schemas.microsoft.com/office/drawing/2014/main" id="{B787CB0D-2E0C-5C72-7893-C77EF08CB3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67618" y="3297751"/>
                <a:ext cx="986772" cy="535051"/>
              </a:xfrm>
              <a:prstGeom prst="roundRect">
                <a:avLst/>
              </a:prstGeom>
              <a:blipFill>
                <a:blip r:embed="rId3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C2576884-F195-29E9-943C-7D9261EADAA9}"/>
                  </a:ext>
                </a:extLst>
              </p:cNvPr>
              <p:cNvSpPr/>
              <p:nvPr/>
            </p:nvSpPr>
            <p:spPr bwMode="gray">
              <a:xfrm>
                <a:off x="4566875" y="343927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C2576884-F195-29E9-943C-7D9261EADA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66875" y="3439278"/>
                <a:ext cx="251999" cy="251999"/>
              </a:xfrm>
              <a:prstGeom prst="ellipse">
                <a:avLst/>
              </a:prstGeom>
              <a:blipFill>
                <a:blip r:embed="rId31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7BB03B25-470A-8D4F-1333-0407A6592B4D}"/>
                  </a:ext>
                </a:extLst>
              </p:cNvPr>
              <p:cNvSpPr/>
              <p:nvPr/>
            </p:nvSpPr>
            <p:spPr bwMode="gray">
              <a:xfrm>
                <a:off x="5016858" y="343927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7BB03B25-470A-8D4F-1333-0407A6592B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16858" y="3439278"/>
                <a:ext cx="251999" cy="251999"/>
              </a:xfrm>
              <a:prstGeom prst="ellipse">
                <a:avLst/>
              </a:prstGeom>
              <a:blipFill>
                <a:blip r:embed="rId3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7" name="Straight Arrow Connector 116">
            <a:extLst>
              <a:ext uri="{FF2B5EF4-FFF2-40B4-BE49-F238E27FC236}">
                <a16:creationId xmlns:a16="http://schemas.microsoft.com/office/drawing/2014/main" id="{962B6D48-6F0A-F03C-F30A-00AE4487FD8C}"/>
              </a:ext>
            </a:extLst>
          </p:cNvPr>
          <p:cNvCxnSpPr>
            <a:cxnSpLocks/>
            <a:stCxn id="115" idx="6"/>
            <a:endCxn id="116" idx="2"/>
          </p:cNvCxnSpPr>
          <p:nvPr/>
        </p:nvCxnSpPr>
        <p:spPr bwMode="gray">
          <a:xfrm>
            <a:off x="4818874" y="3565278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Arrow Connector 86">
            <a:extLst>
              <a:ext uri="{FF2B5EF4-FFF2-40B4-BE49-F238E27FC236}">
                <a16:creationId xmlns:a16="http://schemas.microsoft.com/office/drawing/2014/main" id="{8D56B1BD-3FBD-ED9C-093F-412B867FB508}"/>
              </a:ext>
            </a:extLst>
          </p:cNvPr>
          <p:cNvCxnSpPr>
            <a:cxnSpLocks/>
            <a:stCxn id="108" idx="3"/>
            <a:endCxn id="115" idx="6"/>
          </p:cNvCxnSpPr>
          <p:nvPr/>
        </p:nvCxnSpPr>
        <p:spPr bwMode="gray">
          <a:xfrm flipH="1">
            <a:off x="4818874" y="1581359"/>
            <a:ext cx="123782" cy="1983919"/>
          </a:xfrm>
          <a:prstGeom prst="curvedConnector3">
            <a:avLst>
              <a:gd name="adj1" fmla="val -184680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211316EF-4792-9165-E418-242733993CD8}"/>
                  </a:ext>
                </a:extLst>
              </p:cNvPr>
              <p:cNvSpPr/>
              <p:nvPr/>
            </p:nvSpPr>
            <p:spPr bwMode="gray">
              <a:xfrm>
                <a:off x="4677174" y="2917691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211316EF-4792-9165-E418-242733993C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77174" y="2917691"/>
                <a:ext cx="251999" cy="251999"/>
              </a:xfrm>
              <a:prstGeom prst="ellipse">
                <a:avLst/>
              </a:prstGeom>
              <a:blipFill>
                <a:blip r:embed="rId33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B1F89071-96DE-4445-A850-C74711ECD8BF}"/>
              </a:ext>
            </a:extLst>
          </p:cNvPr>
          <p:cNvCxnSpPr>
            <a:cxnSpLocks/>
            <a:stCxn id="80" idx="3"/>
            <a:endCxn id="115" idx="2"/>
          </p:cNvCxnSpPr>
          <p:nvPr/>
        </p:nvCxnSpPr>
        <p:spPr bwMode="gray">
          <a:xfrm>
            <a:off x="3576620" y="3564170"/>
            <a:ext cx="990255" cy="110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AB857AB-A437-0FDD-2372-93F61EB0822A}"/>
                  </a:ext>
                </a:extLst>
              </p:cNvPr>
              <p:cNvSpPr/>
              <p:nvPr/>
            </p:nvSpPr>
            <p:spPr bwMode="gray">
              <a:xfrm>
                <a:off x="3870127" y="149472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AB857AB-A437-0FDD-2372-93F61EB082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70127" y="1494725"/>
                <a:ext cx="251999" cy="251999"/>
              </a:xfrm>
              <a:prstGeom prst="ellipse">
                <a:avLst/>
              </a:prstGeom>
              <a:blipFill>
                <a:blip r:embed="rId34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D364491D-42D5-6B0B-779D-9463E0576C86}"/>
                  </a:ext>
                </a:extLst>
              </p:cNvPr>
              <p:cNvSpPr/>
              <p:nvPr/>
            </p:nvSpPr>
            <p:spPr bwMode="gray">
              <a:xfrm>
                <a:off x="3870127" y="228369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D364491D-42D5-6B0B-779D-9463E0576C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70127" y="2283694"/>
                <a:ext cx="251999" cy="251999"/>
              </a:xfrm>
              <a:prstGeom prst="ellipse">
                <a:avLst/>
              </a:prstGeom>
              <a:blipFill>
                <a:blip r:embed="rId35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426535BB-208F-E96A-DD6D-A589E4892812}"/>
                  </a:ext>
                </a:extLst>
              </p:cNvPr>
              <p:cNvSpPr/>
              <p:nvPr/>
            </p:nvSpPr>
            <p:spPr bwMode="gray">
              <a:xfrm>
                <a:off x="3870127" y="327418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426535BB-208F-E96A-DD6D-A589E48928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870127" y="3274187"/>
                <a:ext cx="251999" cy="251999"/>
              </a:xfrm>
              <a:prstGeom prst="ellipse">
                <a:avLst/>
              </a:prstGeom>
              <a:blipFill>
                <a:blip r:embed="rId36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81DFA169-321A-FFBC-A9B7-925B96D0DAFB}"/>
                  </a:ext>
                </a:extLst>
              </p:cNvPr>
              <p:cNvSpPr/>
              <p:nvPr/>
            </p:nvSpPr>
            <p:spPr bwMode="gray">
              <a:xfrm>
                <a:off x="1266263" y="2275930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81DFA169-321A-FFBC-A9B7-925B96D0DA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266263" y="2275930"/>
                <a:ext cx="986772" cy="535051"/>
              </a:xfrm>
              <a:prstGeom prst="roundRect">
                <a:avLst/>
              </a:prstGeom>
              <a:blipFill>
                <a:blip r:embed="rId3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332211E0-CBD1-0291-8461-85000C8B1752}"/>
                  </a:ext>
                </a:extLst>
              </p:cNvPr>
              <p:cNvSpPr/>
              <p:nvPr/>
            </p:nvSpPr>
            <p:spPr bwMode="gray">
              <a:xfrm>
                <a:off x="1465520" y="241745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332211E0-CBD1-0291-8461-85000C8B17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65520" y="2417457"/>
                <a:ext cx="251999" cy="251999"/>
              </a:xfrm>
              <a:prstGeom prst="ellipse">
                <a:avLst/>
              </a:prstGeom>
              <a:blipFill>
                <a:blip r:embed="rId3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ounded Rectangle 51">
                <a:extLst>
                  <a:ext uri="{FF2B5EF4-FFF2-40B4-BE49-F238E27FC236}">
                    <a16:creationId xmlns:a16="http://schemas.microsoft.com/office/drawing/2014/main" id="{91E1E6B0-CBF8-BDC4-6775-B4E333CA33B9}"/>
                  </a:ext>
                </a:extLst>
              </p:cNvPr>
              <p:cNvSpPr/>
              <p:nvPr/>
            </p:nvSpPr>
            <p:spPr bwMode="gray">
              <a:xfrm>
                <a:off x="2577017" y="2275930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2" name="Rounded Rectangle 51">
                <a:extLst>
                  <a:ext uri="{FF2B5EF4-FFF2-40B4-BE49-F238E27FC236}">
                    <a16:creationId xmlns:a16="http://schemas.microsoft.com/office/drawing/2014/main" id="{91E1E6B0-CBF8-BDC4-6775-B4E333CA33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77017" y="2275930"/>
                <a:ext cx="986772" cy="535051"/>
              </a:xfrm>
              <a:prstGeom prst="roundRect">
                <a:avLst/>
              </a:prstGeom>
              <a:blipFill>
                <a:blip r:embed="rId3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41AC22F3-DEBC-E21E-FEB2-2CE5E4D1296E}"/>
                  </a:ext>
                </a:extLst>
              </p:cNvPr>
              <p:cNvSpPr/>
              <p:nvPr/>
            </p:nvSpPr>
            <p:spPr bwMode="gray">
              <a:xfrm>
                <a:off x="2776274" y="241745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41AC22F3-DEBC-E21E-FEB2-2CE5E4D129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776274" y="2417457"/>
                <a:ext cx="251999" cy="251999"/>
              </a:xfrm>
              <a:prstGeom prst="ellipse">
                <a:avLst/>
              </a:prstGeom>
              <a:blipFill>
                <a:blip r:embed="rId4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ounded Rectangle 105">
                <a:extLst>
                  <a:ext uri="{FF2B5EF4-FFF2-40B4-BE49-F238E27FC236}">
                    <a16:creationId xmlns:a16="http://schemas.microsoft.com/office/drawing/2014/main" id="{5B62D5F2-1BF9-05F3-E34E-5314010111B0}"/>
                  </a:ext>
                </a:extLst>
              </p:cNvPr>
              <p:cNvSpPr/>
              <p:nvPr/>
            </p:nvSpPr>
            <p:spPr bwMode="gray">
              <a:xfrm>
                <a:off x="4354787" y="2277037"/>
                <a:ext cx="98677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6" name="Rounded Rectangle 105">
                <a:extLst>
                  <a:ext uri="{FF2B5EF4-FFF2-40B4-BE49-F238E27FC236}">
                    <a16:creationId xmlns:a16="http://schemas.microsoft.com/office/drawing/2014/main" id="{5B62D5F2-1BF9-05F3-E34E-5314010111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354787" y="2277037"/>
                <a:ext cx="986772" cy="535051"/>
              </a:xfrm>
              <a:prstGeom prst="roundRect">
                <a:avLst/>
              </a:prstGeom>
              <a:blipFill>
                <a:blip r:embed="rId4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03E70896-096D-A59F-04D4-FD6AFDFA4C87}"/>
                  </a:ext>
                </a:extLst>
              </p:cNvPr>
              <p:cNvSpPr/>
              <p:nvPr/>
            </p:nvSpPr>
            <p:spPr bwMode="gray">
              <a:xfrm>
                <a:off x="4554044" y="241856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03E70896-096D-A59F-04D4-FD6AFDFA4C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554044" y="2418564"/>
                <a:ext cx="251999" cy="251999"/>
              </a:xfrm>
              <a:prstGeom prst="ellipse">
                <a:avLst/>
              </a:prstGeom>
              <a:blipFill>
                <a:blip r:embed="rId42"/>
                <a:stretch>
                  <a:fillRect l="-4762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A5FE4F7F-9A52-7F25-7EC0-006A23437FC0}"/>
              </a:ext>
            </a:extLst>
          </p:cNvPr>
          <p:cNvCxnSpPr>
            <a:cxnSpLocks/>
            <a:stCxn id="4" idx="2"/>
            <a:endCxn id="24" idx="0"/>
          </p:cNvCxnSpPr>
          <p:nvPr/>
        </p:nvCxnSpPr>
        <p:spPr bwMode="gray">
          <a:xfrm>
            <a:off x="1590245" y="1864762"/>
            <a:ext cx="1275" cy="55269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CBFA40A0-68CF-4442-7D44-856D57EFA861}"/>
              </a:ext>
            </a:extLst>
          </p:cNvPr>
          <p:cNvCxnSpPr>
            <a:cxnSpLocks/>
            <a:stCxn id="22" idx="3"/>
            <a:endCxn id="24" idx="2"/>
          </p:cNvCxnSpPr>
          <p:nvPr/>
        </p:nvCxnSpPr>
        <p:spPr bwMode="gray">
          <a:xfrm>
            <a:off x="1083524" y="2543457"/>
            <a:ext cx="381996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657741D0-C045-D7E2-A58B-CF7B4B82926A}"/>
              </a:ext>
            </a:extLst>
          </p:cNvPr>
          <p:cNvCxnSpPr>
            <a:cxnSpLocks/>
            <a:stCxn id="54" idx="2"/>
            <a:endCxn id="57" idx="0"/>
          </p:cNvCxnSpPr>
          <p:nvPr/>
        </p:nvCxnSpPr>
        <p:spPr bwMode="gray">
          <a:xfrm>
            <a:off x="2900999" y="1864762"/>
            <a:ext cx="1275" cy="55269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8F2E2078-A1D4-BDE0-49E0-AD9A76E0956D}"/>
              </a:ext>
            </a:extLst>
          </p:cNvPr>
          <p:cNvCxnSpPr>
            <a:cxnSpLocks/>
            <a:stCxn id="50" idx="3"/>
            <a:endCxn id="57" idx="2"/>
          </p:cNvCxnSpPr>
          <p:nvPr/>
        </p:nvCxnSpPr>
        <p:spPr bwMode="gray">
          <a:xfrm>
            <a:off x="2253035" y="2543456"/>
            <a:ext cx="523239" cy="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F27B711D-DDB4-10B6-3058-2A99BA5CA34A}"/>
              </a:ext>
            </a:extLst>
          </p:cNvPr>
          <p:cNvCxnSpPr>
            <a:cxnSpLocks/>
            <a:stCxn id="108" idx="2"/>
            <a:endCxn id="111" idx="0"/>
          </p:cNvCxnSpPr>
          <p:nvPr/>
        </p:nvCxnSpPr>
        <p:spPr bwMode="gray">
          <a:xfrm>
            <a:off x="4678769" y="1865869"/>
            <a:ext cx="1275" cy="552695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293939A2-A549-86A5-39D0-E6FD495BCB38}"/>
              </a:ext>
            </a:extLst>
          </p:cNvPr>
          <p:cNvCxnSpPr>
            <a:cxnSpLocks/>
            <a:stCxn id="52" idx="3"/>
            <a:endCxn id="111" idx="2"/>
          </p:cNvCxnSpPr>
          <p:nvPr/>
        </p:nvCxnSpPr>
        <p:spPr bwMode="gray">
          <a:xfrm>
            <a:off x="3563789" y="2543456"/>
            <a:ext cx="990255" cy="110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F9A60BF2-7241-7278-E952-53E0CD58188B}"/>
              </a:ext>
            </a:extLst>
          </p:cNvPr>
          <p:cNvCxnSpPr>
            <a:cxnSpLocks/>
            <a:stCxn id="57" idx="6"/>
            <a:endCxn id="59" idx="2"/>
          </p:cNvCxnSpPr>
          <p:nvPr/>
        </p:nvCxnSpPr>
        <p:spPr bwMode="gray">
          <a:xfrm>
            <a:off x="3028273" y="2543457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BDEDF8BA-0419-4714-A903-F8C94E7DF6B8}"/>
                  </a:ext>
                </a:extLst>
              </p:cNvPr>
              <p:cNvSpPr/>
              <p:nvPr/>
            </p:nvSpPr>
            <p:spPr bwMode="gray">
              <a:xfrm>
                <a:off x="3226257" y="241745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BDEDF8BA-0419-4714-A903-F8C94E7DF6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26257" y="2417457"/>
                <a:ext cx="251999" cy="251999"/>
              </a:xfrm>
              <a:prstGeom prst="ellipse">
                <a:avLst/>
              </a:prstGeom>
              <a:blipFill>
                <a:blip r:embed="rId4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3" name="Straight Arrow Connector 112">
            <a:extLst>
              <a:ext uri="{FF2B5EF4-FFF2-40B4-BE49-F238E27FC236}">
                <a16:creationId xmlns:a16="http://schemas.microsoft.com/office/drawing/2014/main" id="{C9A58F1F-C1FD-3F36-517A-2A5C55EF059F}"/>
              </a:ext>
            </a:extLst>
          </p:cNvPr>
          <p:cNvCxnSpPr>
            <a:cxnSpLocks/>
            <a:stCxn id="111" idx="6"/>
            <a:endCxn id="112" idx="2"/>
          </p:cNvCxnSpPr>
          <p:nvPr/>
        </p:nvCxnSpPr>
        <p:spPr bwMode="gray">
          <a:xfrm>
            <a:off x="4806043" y="2544564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9928D40-0F5D-E182-2703-80AF4A16AE38}"/>
                  </a:ext>
                </a:extLst>
              </p:cNvPr>
              <p:cNvSpPr/>
              <p:nvPr/>
            </p:nvSpPr>
            <p:spPr bwMode="gray">
              <a:xfrm>
                <a:off x="5004027" y="241856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9928D40-0F5D-E182-2703-80AF4A16AE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04027" y="2418564"/>
                <a:ext cx="251999" cy="251999"/>
              </a:xfrm>
              <a:prstGeom prst="ellipse">
                <a:avLst/>
              </a:prstGeom>
              <a:blipFill>
                <a:blip r:embed="rId4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E8F555EB-A2BA-CE25-D75B-286DB88642B7}"/>
              </a:ext>
            </a:extLst>
          </p:cNvPr>
          <p:cNvCxnSpPr>
            <a:cxnSpLocks/>
            <a:stCxn id="24" idx="6"/>
            <a:endCxn id="45" idx="2"/>
          </p:cNvCxnSpPr>
          <p:nvPr/>
        </p:nvCxnSpPr>
        <p:spPr bwMode="gray">
          <a:xfrm>
            <a:off x="1717519" y="2543457"/>
            <a:ext cx="19798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0774B6C5-1C42-FFEB-E81B-B82F3E321BB9}"/>
                  </a:ext>
                </a:extLst>
              </p:cNvPr>
              <p:cNvSpPr/>
              <p:nvPr/>
            </p:nvSpPr>
            <p:spPr bwMode="gray">
              <a:xfrm>
                <a:off x="1915503" y="241745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0774B6C5-1C42-FFEB-E81B-B82F3E321B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15503" y="2417457"/>
                <a:ext cx="251999" cy="251999"/>
              </a:xfrm>
              <a:prstGeom prst="ellipse">
                <a:avLst/>
              </a:prstGeom>
              <a:blipFill>
                <a:blip r:embed="rId4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2F867F8-954C-293D-ACE2-16E17B39AF48}"/>
                  </a:ext>
                </a:extLst>
              </p:cNvPr>
              <p:cNvSpPr txBox="1"/>
              <p:nvPr/>
            </p:nvSpPr>
            <p:spPr bwMode="gray">
              <a:xfrm>
                <a:off x="7018279" y="1301730"/>
                <a:ext cx="1836278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𝑊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𝑊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;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p>
                          </m:sSubSup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p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2F867F8-954C-293D-ACE2-16E17B39AF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18279" y="1301730"/>
                <a:ext cx="1836278" cy="299634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TextBox 6">
            <a:extLst>
              <a:ext uri="{FF2B5EF4-FFF2-40B4-BE49-F238E27FC236}">
                <a16:creationId xmlns:a16="http://schemas.microsoft.com/office/drawing/2014/main" id="{0C8755D4-07D8-108D-E20F-48DFC0111FF7}"/>
              </a:ext>
            </a:extLst>
          </p:cNvPr>
          <p:cNvSpPr txBox="1"/>
          <p:nvPr/>
        </p:nvSpPr>
        <p:spPr bwMode="gray">
          <a:xfrm>
            <a:off x="7342943" y="1035589"/>
            <a:ext cx="16938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Weight Priors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9FE3C0-EA68-A0FA-52F3-CDFA7A7125B0}"/>
              </a:ext>
            </a:extLst>
          </p:cNvPr>
          <p:cNvSpPr txBox="1"/>
          <p:nvPr/>
        </p:nvSpPr>
        <p:spPr bwMode="gray">
          <a:xfrm>
            <a:off x="7258251" y="1930521"/>
            <a:ext cx="186322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Scalar Product Factor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0C1B66F-0A6B-1B25-F43D-748367E701A7}"/>
              </a:ext>
            </a:extLst>
          </p:cNvPr>
          <p:cNvSpPr txBox="1"/>
          <p:nvPr/>
        </p:nvSpPr>
        <p:spPr bwMode="gray">
          <a:xfrm>
            <a:off x="7611406" y="3349230"/>
            <a:ext cx="11569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 err="1"/>
              <a:t>ReLU</a:t>
            </a:r>
            <a:r>
              <a:rPr lang="en-US" sz="1200" b="1" dirty="0"/>
              <a:t> Factor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6B8A881-0254-AD59-6104-EA55B205F8F6}"/>
              </a:ext>
            </a:extLst>
          </p:cNvPr>
          <p:cNvSpPr txBox="1"/>
          <p:nvPr/>
        </p:nvSpPr>
        <p:spPr bwMode="gray">
          <a:xfrm>
            <a:off x="7611406" y="4138839"/>
            <a:ext cx="11569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Data Factor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B248862-14F7-671F-E017-4ECF8E9B41F5}"/>
                  </a:ext>
                </a:extLst>
              </p:cNvPr>
              <p:cNvSpPr txBox="1"/>
              <p:nvPr/>
            </p:nvSpPr>
            <p:spPr bwMode="gray">
              <a:xfrm>
                <a:off x="6658784" y="2728263"/>
                <a:ext cx="2555268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B248862-14F7-671F-E017-4ECF8E9B41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658784" y="2728263"/>
                <a:ext cx="2555268" cy="299634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C4FA55F-E57B-388A-F5D1-3F8BE8B26662}"/>
                  </a:ext>
                </a:extLst>
              </p:cNvPr>
              <p:cNvSpPr txBox="1"/>
              <p:nvPr/>
            </p:nvSpPr>
            <p:spPr bwMode="gray">
              <a:xfrm>
                <a:off x="6881986" y="2193711"/>
                <a:ext cx="2108864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𝑿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𝑿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m:rPr>
                                  <m:sty m:val="p"/>
                                </m:rPr>
                                <a:rPr lang="en-US" sz="9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sup>
                          </m:sSubSup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1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BC4FA55F-E57B-388A-F5D1-3F8BE8B266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81986" y="2193711"/>
                <a:ext cx="2108864" cy="299634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C6B9FB7-548D-9876-E0C7-663956EC93AC}"/>
                  </a:ext>
                </a:extLst>
              </p:cNvPr>
              <p:cNvSpPr txBox="1"/>
              <p:nvPr/>
            </p:nvSpPr>
            <p:spPr bwMode="gray">
              <a:xfrm>
                <a:off x="6820649" y="3595507"/>
                <a:ext cx="2231538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900" b="0" i="0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ReL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900" b="0" i="0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Sup>
                                <m:sSubSup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  <m:sup>
                                  <m:d>
                                    <m:dPr>
                                      <m:ctrlPr>
                                        <a:rPr lang="en-US" sz="9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𝑙</m:t>
                                      </m:r>
                                    </m:e>
                                  </m:d>
                                </m:sup>
                              </m:sSubSup>
                            </m:e>
                          </m:d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C6B9FB7-548D-9876-E0C7-663956EC93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20649" y="3595507"/>
                <a:ext cx="2231538" cy="299634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6107A5C-081E-0F1A-5F20-7913170050E8}"/>
                  </a:ext>
                </a:extLst>
              </p:cNvPr>
              <p:cNvSpPr txBox="1"/>
              <p:nvPr/>
            </p:nvSpPr>
            <p:spPr bwMode="gray">
              <a:xfrm>
                <a:off x="7243614" y="4402107"/>
                <a:ext cx="1385609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6107A5C-081E-0F1A-5F20-791317005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243614" y="4402107"/>
                <a:ext cx="1385609" cy="230832"/>
              </a:xfrm>
              <a:prstGeom prst="rect">
                <a:avLst/>
              </a:prstGeom>
              <a:blipFill>
                <a:blip r:embed="rId50"/>
                <a:stretch>
                  <a:fillRect b="-526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552C6A4C-6BB4-1B45-B1D8-A9FFBAC9FBC0}"/>
                  </a:ext>
                </a:extLst>
              </p:cNvPr>
              <p:cNvSpPr/>
              <p:nvPr/>
            </p:nvSpPr>
            <p:spPr bwMode="gray">
              <a:xfrm>
                <a:off x="6504706" y="2417457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552C6A4C-6BB4-1B45-B1D8-A9FFBAC9FB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04706" y="2417457"/>
                <a:ext cx="251999" cy="251999"/>
              </a:xfrm>
              <a:prstGeom prst="ellipse">
                <a:avLst/>
              </a:prstGeom>
              <a:blipFill>
                <a:blip r:embed="rId5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6D19DE26-F699-B090-62D7-029437C2F5C2}"/>
                  </a:ext>
                </a:extLst>
              </p:cNvPr>
              <p:cNvSpPr/>
              <p:nvPr/>
            </p:nvSpPr>
            <p:spPr bwMode="gray">
              <a:xfrm>
                <a:off x="6517537" y="3438171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6D19DE26-F699-B090-62D7-029437C2F5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17537" y="3438171"/>
                <a:ext cx="251999" cy="251999"/>
              </a:xfrm>
              <a:prstGeom prst="ellipse">
                <a:avLst/>
              </a:prstGeom>
              <a:blipFill>
                <a:blip r:embed="rId5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54C7563C-F50A-75F3-45CB-F3E614709959}"/>
              </a:ext>
            </a:extLst>
          </p:cNvPr>
          <p:cNvCxnSpPr>
            <a:cxnSpLocks/>
            <a:stCxn id="67" idx="6"/>
            <a:endCxn id="17" idx="2"/>
          </p:cNvCxnSpPr>
          <p:nvPr/>
        </p:nvCxnSpPr>
        <p:spPr bwMode="gray">
          <a:xfrm>
            <a:off x="6133375" y="2543457"/>
            <a:ext cx="3713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D96C4AF8-F88E-8630-FB8E-FAA4450181AA}"/>
              </a:ext>
            </a:extLst>
          </p:cNvPr>
          <p:cNvCxnSpPr>
            <a:cxnSpLocks/>
            <a:stCxn id="85" idx="6"/>
            <a:endCxn id="18" idx="2"/>
          </p:cNvCxnSpPr>
          <p:nvPr/>
        </p:nvCxnSpPr>
        <p:spPr bwMode="gray">
          <a:xfrm>
            <a:off x="6146206" y="3564171"/>
            <a:ext cx="3713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717C821-D7C5-B6FF-B07C-1DEEFC0E7CF6}"/>
                  </a:ext>
                </a:extLst>
              </p:cNvPr>
              <p:cNvSpPr txBox="1"/>
              <p:nvPr/>
            </p:nvSpPr>
            <p:spPr bwMode="gray">
              <a:xfrm>
                <a:off x="6820649" y="3037092"/>
                <a:ext cx="2231538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𝑝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|</m:t>
                          </m:r>
                          <m:sSup>
                            <m:sSupPr>
                              <m:ctrlPr>
                                <a:rPr lang="en-US" sz="9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9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𝐿</m:t>
                                  </m:r>
                                </m:e>
                              </m:d>
                            </m:sup>
                          </m:s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𝐿</m:t>
                                  </m:r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90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900" b="1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𝐿</m:t>
                                  </m:r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</m:sup>
                          </m:sSubSup>
                          <m:sSup>
                            <m:s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900" b="1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𝐿</m:t>
                                  </m:r>
                                </m:e>
                              </m:d>
                            </m:sup>
                          </m:sSup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717C821-D7C5-B6FF-B07C-1DEEFC0E7C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20649" y="3037092"/>
                <a:ext cx="2231538" cy="299634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7197203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500"/>
                            </p:stCondLst>
                            <p:childTnLst>
                              <p:par>
                                <p:cTn id="20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4" grpId="0" animBg="1"/>
      <p:bldP spid="5" grpId="0" animBg="1"/>
      <p:bldP spid="22" grpId="0" animBg="1"/>
      <p:bldP spid="23" grpId="0" animBg="1"/>
      <p:bldP spid="53" grpId="0" animBg="1"/>
      <p:bldP spid="54" grpId="0" animBg="1"/>
      <p:bldP spid="55" grpId="0" animBg="1"/>
      <p:bldP spid="64" grpId="0" animBg="1"/>
      <p:bldP spid="65" grpId="0" animBg="1"/>
      <p:bldP spid="67" grpId="0" animBg="1"/>
      <p:bldP spid="73" grpId="0" animBg="1"/>
      <p:bldP spid="74" grpId="0" animBg="1"/>
      <p:bldP spid="75" grpId="0" animBg="1"/>
      <p:bldP spid="76" grpId="0" animBg="1"/>
      <p:bldP spid="78" grpId="0" animBg="1"/>
      <p:bldP spid="80" grpId="0" animBg="1"/>
      <p:bldP spid="81" grpId="0" animBg="1"/>
      <p:bldP spid="83" grpId="0" animBg="1"/>
      <p:bldP spid="85" grpId="0" animBg="1"/>
      <p:bldP spid="102" grpId="0" animBg="1"/>
      <p:bldP spid="103" grpId="0" animBg="1"/>
      <p:bldP spid="104" grpId="0" animBg="1"/>
      <p:bldP spid="105" grpId="0" animBg="1"/>
      <p:bldP spid="107" grpId="0" animBg="1"/>
      <p:bldP spid="108" grpId="0" animBg="1"/>
      <p:bldP spid="109" grpId="0" animBg="1"/>
      <p:bldP spid="114" grpId="0" animBg="1"/>
      <p:bldP spid="115" grpId="0" animBg="1"/>
      <p:bldP spid="116" grpId="0" animBg="1"/>
      <p:bldP spid="119" grpId="0" animBg="1"/>
      <p:bldP spid="128" grpId="0" animBg="1"/>
      <p:bldP spid="129" grpId="0" animBg="1"/>
      <p:bldP spid="130" grpId="0" animBg="1"/>
      <p:bldP spid="50" grpId="0" animBg="1"/>
      <p:bldP spid="24" grpId="0" animBg="1"/>
      <p:bldP spid="52" grpId="0" animBg="1"/>
      <p:bldP spid="57" grpId="0" animBg="1"/>
      <p:bldP spid="106" grpId="0" animBg="1"/>
      <p:bldP spid="111" grpId="0" animBg="1"/>
      <p:bldP spid="59" grpId="0" animBg="1"/>
      <p:bldP spid="112" grpId="0" animBg="1"/>
      <p:bldP spid="45" grpId="0" animBg="1"/>
      <p:bldP spid="6" grpId="0"/>
      <p:bldP spid="7" grpId="0"/>
      <p:bldP spid="8" grpId="0"/>
      <p:bldP spid="9" grpId="0"/>
      <p:bldP spid="10" grpId="0"/>
      <p:bldP spid="11" grpId="0"/>
      <p:bldP spid="13" grpId="0"/>
      <p:bldP spid="15" grpId="0"/>
      <p:bldP spid="16" grpId="0"/>
      <p:bldP spid="17" grpId="0" animBg="1"/>
      <p:bldP spid="18" grpId="0" animBg="1"/>
      <p:bldP spid="2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80AB83-70AA-D9B8-FDEB-02BF0E4DD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angle 96">
            <a:extLst>
              <a:ext uri="{FF2B5EF4-FFF2-40B4-BE49-F238E27FC236}">
                <a16:creationId xmlns:a16="http://schemas.microsoft.com/office/drawing/2014/main" id="{8D986D53-BB23-5DBB-2F85-ACFF903BDCB7}"/>
              </a:ext>
            </a:extLst>
          </p:cNvPr>
          <p:cNvSpPr/>
          <p:nvPr/>
        </p:nvSpPr>
        <p:spPr bwMode="gray">
          <a:xfrm>
            <a:off x="6172200" y="2788164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ounded Rectangle 122">
                <a:extLst>
                  <a:ext uri="{FF2B5EF4-FFF2-40B4-BE49-F238E27FC236}">
                    <a16:creationId xmlns:a16="http://schemas.microsoft.com/office/drawing/2014/main" id="{2DD1710F-2FAA-032E-E1FB-DFB6B1A2CD8E}"/>
                  </a:ext>
                </a:extLst>
              </p:cNvPr>
              <p:cNvSpPr/>
              <p:nvPr/>
            </p:nvSpPr>
            <p:spPr bwMode="gray">
              <a:xfrm>
                <a:off x="1492403" y="3452787"/>
                <a:ext cx="1387483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3" name="Rounded Rectangle 122">
                <a:extLst>
                  <a:ext uri="{FF2B5EF4-FFF2-40B4-BE49-F238E27FC236}">
                    <a16:creationId xmlns:a16="http://schemas.microsoft.com/office/drawing/2014/main" id="{2DD1710F-2FAA-032E-E1FB-DFB6B1A2CD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92403" y="3452787"/>
                <a:ext cx="1387483" cy="535051"/>
              </a:xfrm>
              <a:prstGeom prst="roundRect">
                <a:avLst/>
              </a:prstGeom>
              <a:blipFill>
                <a:blip r:embed="rId2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7" name="Rounded Rectangle 136">
                <a:extLst>
                  <a:ext uri="{FF2B5EF4-FFF2-40B4-BE49-F238E27FC236}">
                    <a16:creationId xmlns:a16="http://schemas.microsoft.com/office/drawing/2014/main" id="{7BBCE03A-FA14-DF4E-A902-AEDF8EBD8D6D}"/>
                  </a:ext>
                </a:extLst>
              </p:cNvPr>
              <p:cNvSpPr/>
              <p:nvPr/>
            </p:nvSpPr>
            <p:spPr bwMode="gray">
              <a:xfrm>
                <a:off x="3586422" y="3452787"/>
                <a:ext cx="1387483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7" name="Rounded Rectangle 136">
                <a:extLst>
                  <a:ext uri="{FF2B5EF4-FFF2-40B4-BE49-F238E27FC236}">
                    <a16:creationId xmlns:a16="http://schemas.microsoft.com/office/drawing/2014/main" id="{7BBCE03A-FA14-DF4E-A902-AEDF8EBD8D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86422" y="3452787"/>
                <a:ext cx="1387483" cy="535051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ounded Rectangle 30">
                <a:extLst>
                  <a:ext uri="{FF2B5EF4-FFF2-40B4-BE49-F238E27FC236}">
                    <a16:creationId xmlns:a16="http://schemas.microsoft.com/office/drawing/2014/main" id="{99890B92-5180-0051-A239-07DC115F1CCA}"/>
                  </a:ext>
                </a:extLst>
              </p:cNvPr>
              <p:cNvSpPr/>
              <p:nvPr/>
            </p:nvSpPr>
            <p:spPr bwMode="gray">
              <a:xfrm>
                <a:off x="3485059" y="1105060"/>
                <a:ext cx="986772" cy="102151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" name="Rounded Rectangle 30">
                <a:extLst>
                  <a:ext uri="{FF2B5EF4-FFF2-40B4-BE49-F238E27FC236}">
                    <a16:creationId xmlns:a16="http://schemas.microsoft.com/office/drawing/2014/main" id="{99890B92-5180-0051-A239-07DC115F1C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485059" y="1105060"/>
                <a:ext cx="986772" cy="1021510"/>
              </a:xfrm>
              <a:prstGeom prst="roundRect">
                <a:avLst/>
              </a:prstGeom>
              <a:blipFill>
                <a:blip r:embed="rId4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91336D1E-05D7-1CF5-A7B4-0523669C70C6}"/>
                  </a:ext>
                </a:extLst>
              </p:cNvPr>
              <p:cNvSpPr/>
              <p:nvPr/>
            </p:nvSpPr>
            <p:spPr bwMode="gray">
              <a:xfrm>
                <a:off x="1391040" y="1103953"/>
                <a:ext cx="986772" cy="102151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91336D1E-05D7-1CF5-A7B4-0523669C70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91040" y="1103953"/>
                <a:ext cx="986772" cy="1021510"/>
              </a:xfrm>
              <a:prstGeom prst="roundRect">
                <a:avLst/>
              </a:prstGeom>
              <a:blipFill>
                <a:blip r:embed="rId5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F92016F-30A4-1DED-A649-BFCDD6ED0ED6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76985" y="4168715"/>
                <a:ext cx="5989364" cy="973949"/>
              </a:xfrm>
            </p:spPr>
            <p:txBody>
              <a:bodyPr/>
              <a:lstStyle/>
              <a:p>
                <a:r>
                  <a:rPr lang="en-US" dirty="0"/>
                  <a:t>The factor graph only contains four types of factor nodes</a:t>
                </a:r>
              </a:p>
              <a:p>
                <a:r>
                  <a:rPr lang="en-US" b="1" dirty="0"/>
                  <a:t>Prediction</a:t>
                </a:r>
                <a:r>
                  <a:rPr lang="en-US" dirty="0"/>
                  <a:t>: Updating messages layer-wise forward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 smtClean="0">
                            <a:latin typeface="Cambria Math" panose="02040503050406030204" pitchFamily="18" charset="0"/>
                          </a:rPr>
                          <m:t>𝑿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b="1" dirty="0"/>
                  <a:t> </a:t>
                </a:r>
                <a:r>
                  <a:rPr lang="en-US" dirty="0"/>
                  <a:t>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 smtClean="0"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dirty="0"/>
              </a:p>
              <a:p>
                <a:r>
                  <a:rPr lang="en-US" b="1" dirty="0"/>
                  <a:t>Learning</a:t>
                </a:r>
                <a:r>
                  <a:rPr lang="en-US" dirty="0"/>
                  <a:t>: Updating messages layer-wise backward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dirty="0"/>
                  <a:t> to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1">
                            <a:latin typeface="Cambria Math" panose="02040503050406030204" pitchFamily="18" charset="0"/>
                          </a:rPr>
                          <m:t>𝑿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F92016F-30A4-1DED-A649-BFCDD6ED0ED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76985" y="4168715"/>
                <a:ext cx="5989364" cy="973949"/>
              </a:xfrm>
              <a:blipFill>
                <a:blip r:embed="rId6"/>
                <a:stretch>
                  <a:fillRect t="-128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F832FB79-6AF0-1221-E93C-08C2EAF278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Neural Network: Factor Graph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21E84EFB-EFBF-E71B-4D8D-CC8E80DC4C62}"/>
                  </a:ext>
                </a:extLst>
              </p:cNvPr>
              <p:cNvSpPr/>
              <p:nvPr/>
            </p:nvSpPr>
            <p:spPr bwMode="gray">
              <a:xfrm>
                <a:off x="1451135" y="1144739"/>
                <a:ext cx="527775" cy="76157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Rounded Rectangle 3">
                <a:extLst>
                  <a:ext uri="{FF2B5EF4-FFF2-40B4-BE49-F238E27FC236}">
                    <a16:creationId xmlns:a16="http://schemas.microsoft.com/office/drawing/2014/main" id="{21E84EFB-EFBF-E71B-4D8D-CC8E80DC4C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51135" y="1144739"/>
                <a:ext cx="527775" cy="761570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E4B04A9E-BB32-1C54-8703-BBB0CE4B331A}"/>
                  </a:ext>
                </a:extLst>
              </p:cNvPr>
              <p:cNvSpPr/>
              <p:nvPr/>
            </p:nvSpPr>
            <p:spPr bwMode="gray">
              <a:xfrm>
                <a:off x="1627121" y="141126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E4B04A9E-BB32-1C54-8703-BBB0CE4B33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27121" y="1411268"/>
                <a:ext cx="251999" cy="251999"/>
              </a:xfrm>
              <a:prstGeom prst="ellipse">
                <a:avLst/>
              </a:prstGeom>
              <a:blipFill>
                <a:blip r:embed="rId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ounded Rectangle 21">
                <a:extLst>
                  <a:ext uri="{FF2B5EF4-FFF2-40B4-BE49-F238E27FC236}">
                    <a16:creationId xmlns:a16="http://schemas.microsoft.com/office/drawing/2014/main" id="{9BF6CA50-DF03-D541-9CD3-14C8F85882CB}"/>
                  </a:ext>
                </a:extLst>
              </p:cNvPr>
              <p:cNvSpPr/>
              <p:nvPr/>
            </p:nvSpPr>
            <p:spPr bwMode="gray">
              <a:xfrm>
                <a:off x="681201" y="2443523"/>
                <a:ext cx="622465" cy="535049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Rounded Rectangle 21">
                <a:extLst>
                  <a:ext uri="{FF2B5EF4-FFF2-40B4-BE49-F238E27FC236}">
                    <a16:creationId xmlns:a16="http://schemas.microsoft.com/office/drawing/2014/main" id="{9BF6CA50-DF03-D541-9CD3-14C8F85882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1201" y="2443523"/>
                <a:ext cx="622465" cy="535049"/>
              </a:xfrm>
              <a:prstGeom prst="roundRect">
                <a:avLst/>
              </a:prstGeom>
              <a:blipFill>
                <a:blip r:embed="rId9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1E245829-5DCE-C44A-B963-EA96A405F5D4}"/>
                  </a:ext>
                </a:extLst>
              </p:cNvPr>
              <p:cNvSpPr/>
              <p:nvPr/>
            </p:nvSpPr>
            <p:spPr bwMode="gray">
              <a:xfrm>
                <a:off x="866434" y="2503500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1E245829-5DCE-C44A-B963-EA96A405F5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6434" y="2503500"/>
                <a:ext cx="251999" cy="251999"/>
              </a:xfrm>
              <a:prstGeom prst="ellipse">
                <a:avLst/>
              </a:prstGeom>
              <a:blipFill>
                <a:blip r:embed="rId1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98166B4D-2829-1F24-D5FD-83D8AE6F4A6D}"/>
                  </a:ext>
                </a:extLst>
              </p:cNvPr>
              <p:cNvSpPr/>
              <p:nvPr/>
            </p:nvSpPr>
            <p:spPr bwMode="gray">
              <a:xfrm>
                <a:off x="6451093" y="2585048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98166B4D-2829-1F24-D5FD-83D8AE6F4A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51093" y="2585048"/>
                <a:ext cx="251999" cy="251999"/>
              </a:xfrm>
              <a:prstGeom prst="ellipse">
                <a:avLst/>
              </a:prstGeom>
              <a:blipFill>
                <a:blip r:embed="rId1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E3970B82-20C7-0E12-1921-CEF561B746E6}"/>
              </a:ext>
            </a:extLst>
          </p:cNvPr>
          <p:cNvCxnSpPr>
            <a:cxnSpLocks/>
            <a:stCxn id="35" idx="3"/>
            <a:endCxn id="49" idx="1"/>
          </p:cNvCxnSpPr>
          <p:nvPr/>
        </p:nvCxnSpPr>
        <p:spPr bwMode="gray">
          <a:xfrm>
            <a:off x="4967906" y="2711048"/>
            <a:ext cx="27231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Arrow Connector 86">
            <a:extLst>
              <a:ext uri="{FF2B5EF4-FFF2-40B4-BE49-F238E27FC236}">
                <a16:creationId xmlns:a16="http://schemas.microsoft.com/office/drawing/2014/main" id="{697692AB-D8CD-EFE4-5AF5-50A49D1A9A62}"/>
              </a:ext>
            </a:extLst>
          </p:cNvPr>
          <p:cNvCxnSpPr>
            <a:cxnSpLocks/>
            <a:stCxn id="51" idx="3"/>
            <a:endCxn id="147" idx="3"/>
          </p:cNvCxnSpPr>
          <p:nvPr/>
        </p:nvCxnSpPr>
        <p:spPr bwMode="gray">
          <a:xfrm flipH="1">
            <a:off x="5372218" y="1522552"/>
            <a:ext cx="198170" cy="2197761"/>
          </a:xfrm>
          <a:prstGeom prst="curvedConnector3">
            <a:avLst>
              <a:gd name="adj1" fmla="val -115356"/>
            </a:avLst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Arrow Connector 86">
            <a:extLst>
              <a:ext uri="{FF2B5EF4-FFF2-40B4-BE49-F238E27FC236}">
                <a16:creationId xmlns:a16="http://schemas.microsoft.com/office/drawing/2014/main" id="{B755F1F6-B7F7-7616-BB4A-4D660C876DB8}"/>
              </a:ext>
            </a:extLst>
          </p:cNvPr>
          <p:cNvCxnSpPr>
            <a:cxnSpLocks/>
            <a:stCxn id="4" idx="3"/>
            <a:endCxn id="133" idx="3"/>
          </p:cNvCxnSpPr>
          <p:nvPr/>
        </p:nvCxnSpPr>
        <p:spPr bwMode="gray">
          <a:xfrm flipH="1">
            <a:off x="1782076" y="1525524"/>
            <a:ext cx="196834" cy="2194789"/>
          </a:xfrm>
          <a:prstGeom prst="curvedConnector3">
            <a:avLst>
              <a:gd name="adj1" fmla="val -116138"/>
            </a:avLst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639FA01D-044C-DFC1-E9FB-21D3278795AB}"/>
                  </a:ext>
                </a:extLst>
              </p:cNvPr>
              <p:cNvSpPr/>
              <p:nvPr/>
            </p:nvSpPr>
            <p:spPr bwMode="gray">
              <a:xfrm>
                <a:off x="866433" y="309270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639FA01D-044C-DFC1-E9FB-21D3278795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66433" y="3092705"/>
                <a:ext cx="251999" cy="251999"/>
              </a:xfrm>
              <a:prstGeom prst="ellipse">
                <a:avLst/>
              </a:prstGeom>
              <a:blipFill>
                <a:blip r:embed="rId12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EB89BB8E-214F-0915-6976-6E75BE2485F2}"/>
                  </a:ext>
                </a:extLst>
              </p:cNvPr>
              <p:cNvSpPr/>
              <p:nvPr/>
            </p:nvSpPr>
            <p:spPr bwMode="gray">
              <a:xfrm>
                <a:off x="1748492" y="3086522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EB89BB8E-214F-0915-6976-6E75BE2485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748492" y="3086522"/>
                <a:ext cx="251999" cy="251999"/>
              </a:xfrm>
              <a:prstGeom prst="ellipse">
                <a:avLst/>
              </a:prstGeom>
              <a:blipFill>
                <a:blip r:embed="rId13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0114232C-9CBE-EC57-6305-52531BACF5ED}"/>
                  </a:ext>
                </a:extLst>
              </p:cNvPr>
              <p:cNvSpPr/>
              <p:nvPr/>
            </p:nvSpPr>
            <p:spPr bwMode="gray">
              <a:xfrm>
                <a:off x="6114349" y="30927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5" name="Oval 104">
                <a:extLst>
                  <a:ext uri="{FF2B5EF4-FFF2-40B4-BE49-F238E27FC236}">
                    <a16:creationId xmlns:a16="http://schemas.microsoft.com/office/drawing/2014/main" id="{0114232C-9CBE-EC57-6305-52531BACF5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114349" y="3092704"/>
                <a:ext cx="251999" cy="251999"/>
              </a:xfrm>
              <a:prstGeom prst="ellipse">
                <a:avLst/>
              </a:prstGeom>
              <a:blipFill>
                <a:blip r:embed="rId14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8" name="Straight Arrow Connector 86">
            <a:extLst>
              <a:ext uri="{FF2B5EF4-FFF2-40B4-BE49-F238E27FC236}">
                <a16:creationId xmlns:a16="http://schemas.microsoft.com/office/drawing/2014/main" id="{61823FB4-C080-70D2-65B9-D05D5A042853}"/>
              </a:ext>
            </a:extLst>
          </p:cNvPr>
          <p:cNvCxnSpPr>
            <a:cxnSpLocks/>
            <a:stCxn id="32" idx="3"/>
            <a:endCxn id="142" idx="3"/>
          </p:cNvCxnSpPr>
          <p:nvPr/>
        </p:nvCxnSpPr>
        <p:spPr bwMode="gray">
          <a:xfrm flipH="1">
            <a:off x="3876095" y="1526631"/>
            <a:ext cx="196834" cy="2193682"/>
          </a:xfrm>
          <a:prstGeom prst="curvedConnector3">
            <a:avLst>
              <a:gd name="adj1" fmla="val -116138"/>
            </a:avLst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78243C85-6F70-710B-9D22-CE440FE3CA71}"/>
                  </a:ext>
                </a:extLst>
              </p:cNvPr>
              <p:cNvSpPr/>
              <p:nvPr/>
            </p:nvSpPr>
            <p:spPr bwMode="gray">
              <a:xfrm>
                <a:off x="4047716" y="308472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⋮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78243C85-6F70-710B-9D22-CE440FE3CA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47716" y="3084729"/>
                <a:ext cx="251999" cy="251999"/>
              </a:xfrm>
              <a:prstGeom prst="ellipse">
                <a:avLst/>
              </a:prstGeom>
              <a:blipFill>
                <a:blip r:embed="rId15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DB277C7B-EF76-22AA-606E-DC2B8990A43E}"/>
                  </a:ext>
                </a:extLst>
              </p:cNvPr>
              <p:cNvSpPr/>
              <p:nvPr/>
            </p:nvSpPr>
            <p:spPr bwMode="gray">
              <a:xfrm>
                <a:off x="1486404" y="2443522"/>
                <a:ext cx="1387483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" name="Rounded Rectangle 49">
                <a:extLst>
                  <a:ext uri="{FF2B5EF4-FFF2-40B4-BE49-F238E27FC236}">
                    <a16:creationId xmlns:a16="http://schemas.microsoft.com/office/drawing/2014/main" id="{DB277C7B-EF76-22AA-606E-DC2B8990A4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486404" y="2443522"/>
                <a:ext cx="1387483" cy="535051"/>
              </a:xfrm>
              <a:prstGeom prst="roundRect">
                <a:avLst/>
              </a:prstGeom>
              <a:blipFill>
                <a:blip r:embed="rId18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9911C59E-0C70-DE57-5850-079BCA34E266}"/>
                  </a:ext>
                </a:extLst>
              </p:cNvPr>
              <p:cNvSpPr/>
              <p:nvPr/>
            </p:nvSpPr>
            <p:spPr bwMode="gray">
              <a:xfrm>
                <a:off x="1949325" y="258504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9911C59E-0C70-DE57-5850-079BCA34E2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49325" y="2585048"/>
                <a:ext cx="251999" cy="251999"/>
              </a:xfrm>
              <a:prstGeom prst="ellipse">
                <a:avLst/>
              </a:prstGeom>
              <a:blipFill>
                <a:blip r:embed="rId1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21C99C83-55F8-4143-D429-7D4DB9EFC78A}"/>
              </a:ext>
            </a:extLst>
          </p:cNvPr>
          <p:cNvCxnSpPr>
            <a:cxnSpLocks/>
            <a:stCxn id="4" idx="2"/>
            <a:endCxn id="9" idx="0"/>
          </p:cNvCxnSpPr>
          <p:nvPr/>
        </p:nvCxnSpPr>
        <p:spPr bwMode="gray">
          <a:xfrm flipH="1">
            <a:off x="1713078" y="1906309"/>
            <a:ext cx="1945" cy="741739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2E2A46D0-E3B0-F8E3-48C1-A7CEE23DE624}"/>
              </a:ext>
            </a:extLst>
          </p:cNvPr>
          <p:cNvCxnSpPr>
            <a:cxnSpLocks/>
            <a:stCxn id="9" idx="3"/>
            <a:endCxn id="24" idx="2"/>
          </p:cNvCxnSpPr>
          <p:nvPr/>
        </p:nvCxnSpPr>
        <p:spPr bwMode="gray">
          <a:xfrm>
            <a:off x="1776077" y="2711048"/>
            <a:ext cx="17324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9355B9A6-CF1D-96B8-0B10-1AA91125E2C4}"/>
              </a:ext>
            </a:extLst>
          </p:cNvPr>
          <p:cNvCxnSpPr>
            <a:cxnSpLocks/>
            <a:stCxn id="50" idx="3"/>
          </p:cNvCxnSpPr>
          <p:nvPr/>
        </p:nvCxnSpPr>
        <p:spPr bwMode="gray">
          <a:xfrm flipV="1">
            <a:off x="2873887" y="2710495"/>
            <a:ext cx="122529" cy="55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6F18EB52-DE79-ABFF-4109-02150FB592E1}"/>
              </a:ext>
            </a:extLst>
          </p:cNvPr>
          <p:cNvCxnSpPr>
            <a:cxnSpLocks/>
            <a:stCxn id="24" idx="6"/>
            <a:endCxn id="25" idx="1"/>
          </p:cNvCxnSpPr>
          <p:nvPr/>
        </p:nvCxnSpPr>
        <p:spPr bwMode="gray">
          <a:xfrm>
            <a:off x="2201324" y="2711048"/>
            <a:ext cx="9908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7A955C78-7FEC-3DBF-D648-053B96A9A957}"/>
                  </a:ext>
                </a:extLst>
              </p:cNvPr>
              <p:cNvSpPr/>
              <p:nvPr/>
            </p:nvSpPr>
            <p:spPr bwMode="gray">
              <a:xfrm>
                <a:off x="2528337" y="258504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7A955C78-7FEC-3DBF-D648-053B96A9A9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28337" y="2585048"/>
                <a:ext cx="251999" cy="251999"/>
              </a:xfrm>
              <a:prstGeom prst="ellipse">
                <a:avLst/>
              </a:prstGeom>
              <a:blipFill>
                <a:blip r:embed="rId2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>
            <a:extLst>
              <a:ext uri="{FF2B5EF4-FFF2-40B4-BE49-F238E27FC236}">
                <a16:creationId xmlns:a16="http://schemas.microsoft.com/office/drawing/2014/main" id="{FE193674-60E1-FD38-26B4-026A25EC99B4}"/>
              </a:ext>
            </a:extLst>
          </p:cNvPr>
          <p:cNvSpPr/>
          <p:nvPr/>
        </p:nvSpPr>
        <p:spPr bwMode="gray">
          <a:xfrm>
            <a:off x="1650078" y="2648048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E6F08227-4821-CF3E-B515-4AF90C3EF3E2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 bwMode="gray">
          <a:xfrm>
            <a:off x="1303666" y="2711048"/>
            <a:ext cx="34641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C9C2F1CA-1C02-90A1-D114-7B2EEA49AC44}"/>
              </a:ext>
            </a:extLst>
          </p:cNvPr>
          <p:cNvSpPr/>
          <p:nvPr/>
        </p:nvSpPr>
        <p:spPr bwMode="gray">
          <a:xfrm>
            <a:off x="2300407" y="2648048"/>
            <a:ext cx="125999" cy="125999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2547A21C-328D-3E54-4F78-887F79BC4C63}"/>
              </a:ext>
            </a:extLst>
          </p:cNvPr>
          <p:cNvCxnSpPr>
            <a:cxnSpLocks/>
            <a:stCxn id="25" idx="3"/>
            <a:endCxn id="45" idx="2"/>
          </p:cNvCxnSpPr>
          <p:nvPr/>
        </p:nvCxnSpPr>
        <p:spPr bwMode="gray">
          <a:xfrm>
            <a:off x="2426406" y="2711048"/>
            <a:ext cx="1019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ounded Rectangle 31">
                <a:extLst>
                  <a:ext uri="{FF2B5EF4-FFF2-40B4-BE49-F238E27FC236}">
                    <a16:creationId xmlns:a16="http://schemas.microsoft.com/office/drawing/2014/main" id="{7724201D-91A6-A336-D9DA-C70D97BF48A7}"/>
                  </a:ext>
                </a:extLst>
              </p:cNvPr>
              <p:cNvSpPr/>
              <p:nvPr/>
            </p:nvSpPr>
            <p:spPr bwMode="gray">
              <a:xfrm>
                <a:off x="3545154" y="1145846"/>
                <a:ext cx="527775" cy="76157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−2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2" name="Rounded Rectangle 31">
                <a:extLst>
                  <a:ext uri="{FF2B5EF4-FFF2-40B4-BE49-F238E27FC236}">
                    <a16:creationId xmlns:a16="http://schemas.microsoft.com/office/drawing/2014/main" id="{7724201D-91A6-A336-D9DA-C70D97BF4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45154" y="1145846"/>
                <a:ext cx="527775" cy="761570"/>
              </a:xfrm>
              <a:prstGeom prst="roundRect">
                <a:avLst/>
              </a:prstGeom>
              <a:blipFill>
                <a:blip r:embed="rId2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7670E483-9BD3-2C84-C960-0C475A7A87FB}"/>
                  </a:ext>
                </a:extLst>
              </p:cNvPr>
              <p:cNvSpPr/>
              <p:nvPr/>
            </p:nvSpPr>
            <p:spPr bwMode="gray">
              <a:xfrm>
                <a:off x="3721140" y="1412375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7670E483-9BD3-2C84-C960-0C475A7A87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721140" y="1412375"/>
                <a:ext cx="251999" cy="251999"/>
              </a:xfrm>
              <a:prstGeom prst="ellipse">
                <a:avLst/>
              </a:prstGeom>
              <a:blipFill>
                <a:blip r:embed="rId22"/>
                <a:stretch>
                  <a:fillRect l="-9091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0AE98E1A-C974-2E57-FA7A-91789215EFC7}"/>
                  </a:ext>
                </a:extLst>
              </p:cNvPr>
              <p:cNvSpPr/>
              <p:nvPr/>
            </p:nvSpPr>
            <p:spPr bwMode="gray">
              <a:xfrm>
                <a:off x="3580423" y="2443522"/>
                <a:ext cx="1387483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0AE98E1A-C974-2E57-FA7A-91789215EF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580423" y="2443522"/>
                <a:ext cx="1387483" cy="535051"/>
              </a:xfrm>
              <a:prstGeom prst="roundRect">
                <a:avLst/>
              </a:prstGeom>
              <a:blipFill>
                <a:blip r:embed="rId2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AE76C750-2CD3-E377-552E-FAD0E193778F}"/>
                  </a:ext>
                </a:extLst>
              </p:cNvPr>
              <p:cNvSpPr/>
              <p:nvPr/>
            </p:nvSpPr>
            <p:spPr bwMode="gray">
              <a:xfrm>
                <a:off x="4043344" y="258504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AE76C750-2CD3-E377-552E-FAD0E19377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43344" y="2585048"/>
                <a:ext cx="251999" cy="251999"/>
              </a:xfrm>
              <a:prstGeom prst="ellipse">
                <a:avLst/>
              </a:prstGeom>
              <a:blipFill>
                <a:blip r:embed="rId2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A01554F-E7E8-DF0C-FB72-162E0DAB5294}"/>
              </a:ext>
            </a:extLst>
          </p:cNvPr>
          <p:cNvCxnSpPr>
            <a:cxnSpLocks/>
            <a:stCxn id="32" idx="2"/>
            <a:endCxn id="41" idx="0"/>
          </p:cNvCxnSpPr>
          <p:nvPr/>
        </p:nvCxnSpPr>
        <p:spPr bwMode="gray">
          <a:xfrm flipH="1">
            <a:off x="3807097" y="1907416"/>
            <a:ext cx="1945" cy="740632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8282B036-72A5-6C03-C615-70BFB16CEA43}"/>
              </a:ext>
            </a:extLst>
          </p:cNvPr>
          <p:cNvCxnSpPr>
            <a:cxnSpLocks/>
            <a:stCxn id="41" idx="3"/>
            <a:endCxn id="36" idx="2"/>
          </p:cNvCxnSpPr>
          <p:nvPr/>
        </p:nvCxnSpPr>
        <p:spPr bwMode="gray">
          <a:xfrm>
            <a:off x="3870096" y="2711048"/>
            <a:ext cx="17324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DCDD0BF1-8E8D-AACB-E94A-65A3D433F7A9}"/>
              </a:ext>
            </a:extLst>
          </p:cNvPr>
          <p:cNvCxnSpPr>
            <a:cxnSpLocks/>
            <a:stCxn id="36" idx="6"/>
            <a:endCxn id="43" idx="1"/>
          </p:cNvCxnSpPr>
          <p:nvPr/>
        </p:nvCxnSpPr>
        <p:spPr bwMode="gray">
          <a:xfrm>
            <a:off x="4295343" y="2711048"/>
            <a:ext cx="9908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FCA3104A-1EB8-E6D1-22DC-C884C6334236}"/>
                  </a:ext>
                </a:extLst>
              </p:cNvPr>
              <p:cNvSpPr/>
              <p:nvPr/>
            </p:nvSpPr>
            <p:spPr bwMode="gray">
              <a:xfrm>
                <a:off x="4622356" y="258504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FCA3104A-1EB8-E6D1-22DC-C884C63342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22356" y="2585048"/>
                <a:ext cx="251999" cy="251999"/>
              </a:xfrm>
              <a:prstGeom prst="ellipse">
                <a:avLst/>
              </a:prstGeom>
              <a:blipFill>
                <a:blip r:embed="rId25"/>
                <a:stretch>
                  <a:fillRect l="-4545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Rectangle 40">
            <a:extLst>
              <a:ext uri="{FF2B5EF4-FFF2-40B4-BE49-F238E27FC236}">
                <a16:creationId xmlns:a16="http://schemas.microsoft.com/office/drawing/2014/main" id="{344A094C-301E-DA37-1B98-E6A5BA5DC0C5}"/>
              </a:ext>
            </a:extLst>
          </p:cNvPr>
          <p:cNvSpPr/>
          <p:nvPr/>
        </p:nvSpPr>
        <p:spPr bwMode="gray">
          <a:xfrm>
            <a:off x="3744097" y="2648048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C99D1BB7-1F71-8CA3-1C93-2AF5074BBFB8}"/>
              </a:ext>
            </a:extLst>
          </p:cNvPr>
          <p:cNvCxnSpPr>
            <a:cxnSpLocks/>
            <a:endCxn id="41" idx="1"/>
          </p:cNvCxnSpPr>
          <p:nvPr/>
        </p:nvCxnSpPr>
        <p:spPr bwMode="gray">
          <a:xfrm flipV="1">
            <a:off x="3397685" y="2711048"/>
            <a:ext cx="346412" cy="55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ectangle 42">
            <a:extLst>
              <a:ext uri="{FF2B5EF4-FFF2-40B4-BE49-F238E27FC236}">
                <a16:creationId xmlns:a16="http://schemas.microsoft.com/office/drawing/2014/main" id="{C69F2334-F769-1572-3D2E-92A52C0D3F1C}"/>
              </a:ext>
            </a:extLst>
          </p:cNvPr>
          <p:cNvSpPr/>
          <p:nvPr/>
        </p:nvSpPr>
        <p:spPr bwMode="gray">
          <a:xfrm>
            <a:off x="4394426" y="2648048"/>
            <a:ext cx="125999" cy="125999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70C14106-DADE-84E2-0DA5-AFB384DFE232}"/>
              </a:ext>
            </a:extLst>
          </p:cNvPr>
          <p:cNvCxnSpPr>
            <a:cxnSpLocks/>
            <a:stCxn id="43" idx="3"/>
            <a:endCxn id="40" idx="2"/>
          </p:cNvCxnSpPr>
          <p:nvPr/>
        </p:nvCxnSpPr>
        <p:spPr bwMode="gray">
          <a:xfrm>
            <a:off x="4520425" y="2711048"/>
            <a:ext cx="1019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10E30722-D3D1-A8C4-9632-AA569878B55D}"/>
                  </a:ext>
                </a:extLst>
              </p:cNvPr>
              <p:cNvSpPr/>
              <p:nvPr/>
            </p:nvSpPr>
            <p:spPr bwMode="gray">
              <a:xfrm>
                <a:off x="3144217" y="2612788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10E30722-D3D1-A8C4-9632-AA569878B5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4217" y="2612788"/>
                <a:ext cx="251999" cy="251999"/>
              </a:xfrm>
              <a:prstGeom prst="ellipse">
                <a:avLst/>
              </a:prstGeom>
              <a:blipFill>
                <a:blip r:embed="rId26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Rectangle 48">
            <a:extLst>
              <a:ext uri="{FF2B5EF4-FFF2-40B4-BE49-F238E27FC236}">
                <a16:creationId xmlns:a16="http://schemas.microsoft.com/office/drawing/2014/main" id="{D4AF9C5E-4119-F28E-43AD-636F01E36D7F}"/>
              </a:ext>
            </a:extLst>
          </p:cNvPr>
          <p:cNvSpPr/>
          <p:nvPr/>
        </p:nvSpPr>
        <p:spPr bwMode="gray">
          <a:xfrm>
            <a:off x="5240220" y="2648048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ounded Rectangle 50">
                <a:extLst>
                  <a:ext uri="{FF2B5EF4-FFF2-40B4-BE49-F238E27FC236}">
                    <a16:creationId xmlns:a16="http://schemas.microsoft.com/office/drawing/2014/main" id="{E39EAB78-D8F8-5039-9599-AC7424AA9E4C}"/>
                  </a:ext>
                </a:extLst>
              </p:cNvPr>
              <p:cNvSpPr/>
              <p:nvPr/>
            </p:nvSpPr>
            <p:spPr bwMode="gray">
              <a:xfrm>
                <a:off x="5042613" y="1141767"/>
                <a:ext cx="527775" cy="76157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1" name="Rounded Rectangle 50">
                <a:extLst>
                  <a:ext uri="{FF2B5EF4-FFF2-40B4-BE49-F238E27FC236}">
                    <a16:creationId xmlns:a16="http://schemas.microsoft.com/office/drawing/2014/main" id="{E39EAB78-D8F8-5039-9599-AC7424AA9E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042613" y="1141767"/>
                <a:ext cx="527775" cy="761570"/>
              </a:xfrm>
              <a:prstGeom prst="roundRect">
                <a:avLst/>
              </a:prstGeom>
              <a:blipFill>
                <a:blip r:embed="rId27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D7C8C763-DC60-80B9-19DF-85631AFC1D8B}"/>
                  </a:ext>
                </a:extLst>
              </p:cNvPr>
              <p:cNvSpPr/>
              <p:nvPr/>
            </p:nvSpPr>
            <p:spPr bwMode="gray">
              <a:xfrm>
                <a:off x="5218599" y="140829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D7C8C763-DC60-80B9-19DF-85631AFC1D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218599" y="1408296"/>
                <a:ext cx="251999" cy="251999"/>
              </a:xfrm>
              <a:prstGeom prst="ellipse">
                <a:avLst/>
              </a:prstGeom>
              <a:blipFill>
                <a:blip r:embed="rId2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175F73A9-9D4B-C16D-56A5-B825509453B0}"/>
              </a:ext>
            </a:extLst>
          </p:cNvPr>
          <p:cNvCxnSpPr>
            <a:cxnSpLocks/>
            <a:stCxn id="51" idx="2"/>
            <a:endCxn id="49" idx="0"/>
          </p:cNvCxnSpPr>
          <p:nvPr/>
        </p:nvCxnSpPr>
        <p:spPr bwMode="gray">
          <a:xfrm flipH="1">
            <a:off x="5303220" y="1903337"/>
            <a:ext cx="3281" cy="744711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9B1B58FB-5E4D-DD34-AE5A-63BF86237307}"/>
                  </a:ext>
                </a:extLst>
              </p:cNvPr>
              <p:cNvSpPr/>
              <p:nvPr/>
            </p:nvSpPr>
            <p:spPr bwMode="gray">
              <a:xfrm>
                <a:off x="5524676" y="2585048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9B1B58FB-5E4D-DD34-AE5A-63BF862373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524676" y="2585048"/>
                <a:ext cx="251999" cy="251999"/>
              </a:xfrm>
              <a:prstGeom prst="ellipse">
                <a:avLst/>
              </a:prstGeom>
              <a:blipFill>
                <a:blip r:embed="rId2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ectangle 71">
            <a:extLst>
              <a:ext uri="{FF2B5EF4-FFF2-40B4-BE49-F238E27FC236}">
                <a16:creationId xmlns:a16="http://schemas.microsoft.com/office/drawing/2014/main" id="{AEA6E4CB-27BD-F520-46CB-0D0EFBC1E18D}"/>
              </a:ext>
            </a:extLst>
          </p:cNvPr>
          <p:cNvSpPr/>
          <p:nvPr/>
        </p:nvSpPr>
        <p:spPr bwMode="gray">
          <a:xfrm>
            <a:off x="6002750" y="2648048"/>
            <a:ext cx="125999" cy="125999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A304B011-3D02-7BC9-191E-75D5B8C41942}"/>
              </a:ext>
            </a:extLst>
          </p:cNvPr>
          <p:cNvCxnSpPr>
            <a:cxnSpLocks/>
            <a:stCxn id="49" idx="3"/>
            <a:endCxn id="63" idx="2"/>
          </p:cNvCxnSpPr>
          <p:nvPr/>
        </p:nvCxnSpPr>
        <p:spPr bwMode="gray">
          <a:xfrm>
            <a:off x="5366219" y="2711048"/>
            <a:ext cx="15845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30053244-B46A-5217-7C1C-DD0DE3B73F2A}"/>
              </a:ext>
            </a:extLst>
          </p:cNvPr>
          <p:cNvCxnSpPr>
            <a:cxnSpLocks/>
            <a:stCxn id="63" idx="6"/>
            <a:endCxn id="72" idx="1"/>
          </p:cNvCxnSpPr>
          <p:nvPr/>
        </p:nvCxnSpPr>
        <p:spPr bwMode="gray">
          <a:xfrm>
            <a:off x="5776675" y="2711048"/>
            <a:ext cx="226075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31293E2-8515-B4C5-3BDC-E42658E5DE20}"/>
              </a:ext>
            </a:extLst>
          </p:cNvPr>
          <p:cNvCxnSpPr>
            <a:cxnSpLocks/>
            <a:stCxn id="72" idx="3"/>
            <a:endCxn id="67" idx="2"/>
          </p:cNvCxnSpPr>
          <p:nvPr/>
        </p:nvCxnSpPr>
        <p:spPr bwMode="gray">
          <a:xfrm>
            <a:off x="6128749" y="2711048"/>
            <a:ext cx="32234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ounded Rectangle 97">
                <a:extLst>
                  <a:ext uri="{FF2B5EF4-FFF2-40B4-BE49-F238E27FC236}">
                    <a16:creationId xmlns:a16="http://schemas.microsoft.com/office/drawing/2014/main" id="{36A541BC-6164-56F3-40DE-1660652CB75A}"/>
                  </a:ext>
                </a:extLst>
              </p:cNvPr>
              <p:cNvSpPr/>
              <p:nvPr/>
            </p:nvSpPr>
            <p:spPr bwMode="gray">
              <a:xfrm>
                <a:off x="687200" y="3452788"/>
                <a:ext cx="622465" cy="535049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8" name="Rounded Rectangle 97">
                <a:extLst>
                  <a:ext uri="{FF2B5EF4-FFF2-40B4-BE49-F238E27FC236}">
                    <a16:creationId xmlns:a16="http://schemas.microsoft.com/office/drawing/2014/main" id="{36A541BC-6164-56F3-40DE-1660652CB7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87200" y="3452788"/>
                <a:ext cx="622465" cy="535049"/>
              </a:xfrm>
              <a:prstGeom prst="roundRect">
                <a:avLst/>
              </a:prstGeom>
              <a:blipFill>
                <a:blip r:embed="rId30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7F091244-8CD2-BF9D-64BE-E22A455D1BDF}"/>
                  </a:ext>
                </a:extLst>
              </p:cNvPr>
              <p:cNvSpPr/>
              <p:nvPr/>
            </p:nvSpPr>
            <p:spPr bwMode="gray">
              <a:xfrm>
                <a:off x="872433" y="3512765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𝑋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7F091244-8CD2-BF9D-64BE-E22A455D1B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433" y="3512765"/>
                <a:ext cx="251999" cy="251999"/>
              </a:xfrm>
              <a:prstGeom prst="ellipse">
                <a:avLst/>
              </a:prstGeom>
              <a:blipFill>
                <a:blip r:embed="rId3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46358BEB-21E9-7A26-6BA2-79929DED3D59}"/>
                  </a:ext>
                </a:extLst>
              </p:cNvPr>
              <p:cNvSpPr/>
              <p:nvPr/>
            </p:nvSpPr>
            <p:spPr bwMode="gray">
              <a:xfrm>
                <a:off x="6457092" y="3594313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46358BEB-21E9-7A26-6BA2-79929DED3D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57092" y="3594313"/>
                <a:ext cx="251999" cy="251999"/>
              </a:xfrm>
              <a:prstGeom prst="ellipse">
                <a:avLst/>
              </a:prstGeom>
              <a:blipFill>
                <a:blip r:embed="rId3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83BD1284-3B80-1189-B69D-80E969156C39}"/>
              </a:ext>
            </a:extLst>
          </p:cNvPr>
          <p:cNvCxnSpPr>
            <a:cxnSpLocks/>
            <a:stCxn id="137" idx="3"/>
            <a:endCxn id="147" idx="1"/>
          </p:cNvCxnSpPr>
          <p:nvPr/>
        </p:nvCxnSpPr>
        <p:spPr bwMode="gray">
          <a:xfrm>
            <a:off x="4973905" y="3720313"/>
            <a:ext cx="27231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BB6EE99-7509-AF46-4753-311912AD25D9}"/>
                  </a:ext>
                </a:extLst>
              </p:cNvPr>
              <p:cNvSpPr/>
              <p:nvPr/>
            </p:nvSpPr>
            <p:spPr bwMode="gray">
              <a:xfrm>
                <a:off x="1955324" y="359431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ABB6EE99-7509-AF46-4753-311912AD25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955324" y="3594313"/>
                <a:ext cx="251999" cy="251999"/>
              </a:xfrm>
              <a:prstGeom prst="ellipse">
                <a:avLst/>
              </a:prstGeom>
              <a:blipFill>
                <a:blip r:embed="rId33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7662CB34-C888-61F3-9A0E-ED6412C8E4D7}"/>
              </a:ext>
            </a:extLst>
          </p:cNvPr>
          <p:cNvCxnSpPr>
            <a:cxnSpLocks/>
            <a:stCxn id="133" idx="3"/>
            <a:endCxn id="124" idx="2"/>
          </p:cNvCxnSpPr>
          <p:nvPr/>
        </p:nvCxnSpPr>
        <p:spPr bwMode="gray">
          <a:xfrm>
            <a:off x="1782076" y="3720313"/>
            <a:ext cx="17324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89AE06E6-BF0B-BFA0-E4AC-82CD93ACAF90}"/>
              </a:ext>
            </a:extLst>
          </p:cNvPr>
          <p:cNvCxnSpPr>
            <a:cxnSpLocks/>
            <a:stCxn id="123" idx="3"/>
          </p:cNvCxnSpPr>
          <p:nvPr/>
        </p:nvCxnSpPr>
        <p:spPr bwMode="gray">
          <a:xfrm flipV="1">
            <a:off x="2879886" y="3719760"/>
            <a:ext cx="122529" cy="553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Arrow Connector 130">
            <a:extLst>
              <a:ext uri="{FF2B5EF4-FFF2-40B4-BE49-F238E27FC236}">
                <a16:creationId xmlns:a16="http://schemas.microsoft.com/office/drawing/2014/main" id="{10461D99-A9F7-96C4-2E67-9C8131EC480A}"/>
              </a:ext>
            </a:extLst>
          </p:cNvPr>
          <p:cNvCxnSpPr>
            <a:cxnSpLocks/>
            <a:stCxn id="124" idx="6"/>
            <a:endCxn id="135" idx="1"/>
          </p:cNvCxnSpPr>
          <p:nvPr/>
        </p:nvCxnSpPr>
        <p:spPr bwMode="gray">
          <a:xfrm>
            <a:off x="2207323" y="3720313"/>
            <a:ext cx="9908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A2382A98-4CC1-5E53-98F5-FE05159F97F8}"/>
                  </a:ext>
                </a:extLst>
              </p:cNvPr>
              <p:cNvSpPr/>
              <p:nvPr/>
            </p:nvSpPr>
            <p:spPr bwMode="gray">
              <a:xfrm>
                <a:off x="2534336" y="359431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A2382A98-4CC1-5E53-98F5-FE05159F97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534336" y="3594313"/>
                <a:ext cx="251999" cy="251999"/>
              </a:xfrm>
              <a:prstGeom prst="ellipse">
                <a:avLst/>
              </a:prstGeom>
              <a:blipFill>
                <a:blip r:embed="rId34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3" name="Rectangle 132">
            <a:extLst>
              <a:ext uri="{FF2B5EF4-FFF2-40B4-BE49-F238E27FC236}">
                <a16:creationId xmlns:a16="http://schemas.microsoft.com/office/drawing/2014/main" id="{7A70B98B-036E-8316-2319-CD09C6CB24AA}"/>
              </a:ext>
            </a:extLst>
          </p:cNvPr>
          <p:cNvSpPr/>
          <p:nvPr/>
        </p:nvSpPr>
        <p:spPr bwMode="gray">
          <a:xfrm>
            <a:off x="1656077" y="3657313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4" name="Straight Arrow Connector 133">
            <a:extLst>
              <a:ext uri="{FF2B5EF4-FFF2-40B4-BE49-F238E27FC236}">
                <a16:creationId xmlns:a16="http://schemas.microsoft.com/office/drawing/2014/main" id="{88B0DB05-185C-A816-D697-BD162A7C85FA}"/>
              </a:ext>
            </a:extLst>
          </p:cNvPr>
          <p:cNvCxnSpPr>
            <a:cxnSpLocks/>
            <a:stCxn id="98" idx="3"/>
            <a:endCxn id="133" idx="1"/>
          </p:cNvCxnSpPr>
          <p:nvPr/>
        </p:nvCxnSpPr>
        <p:spPr bwMode="gray">
          <a:xfrm>
            <a:off x="1309665" y="3720313"/>
            <a:ext cx="346412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Rectangle 134">
            <a:extLst>
              <a:ext uri="{FF2B5EF4-FFF2-40B4-BE49-F238E27FC236}">
                <a16:creationId xmlns:a16="http://schemas.microsoft.com/office/drawing/2014/main" id="{6BB3C907-186B-36D0-61BF-5F7B5033E49D}"/>
              </a:ext>
            </a:extLst>
          </p:cNvPr>
          <p:cNvSpPr/>
          <p:nvPr/>
        </p:nvSpPr>
        <p:spPr bwMode="gray">
          <a:xfrm>
            <a:off x="2306406" y="3657313"/>
            <a:ext cx="125999" cy="125999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36" name="Straight Arrow Connector 135">
            <a:extLst>
              <a:ext uri="{FF2B5EF4-FFF2-40B4-BE49-F238E27FC236}">
                <a16:creationId xmlns:a16="http://schemas.microsoft.com/office/drawing/2014/main" id="{90BC9E0D-7586-12D2-9E6D-6AC36541D93C}"/>
              </a:ext>
            </a:extLst>
          </p:cNvPr>
          <p:cNvCxnSpPr>
            <a:cxnSpLocks/>
            <a:stCxn id="135" idx="3"/>
            <a:endCxn id="132" idx="2"/>
          </p:cNvCxnSpPr>
          <p:nvPr/>
        </p:nvCxnSpPr>
        <p:spPr bwMode="gray">
          <a:xfrm>
            <a:off x="2432405" y="3720313"/>
            <a:ext cx="1019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A774199A-2B80-A750-F26F-97A6710EC2C5}"/>
                  </a:ext>
                </a:extLst>
              </p:cNvPr>
              <p:cNvSpPr/>
              <p:nvPr/>
            </p:nvSpPr>
            <p:spPr bwMode="gray">
              <a:xfrm>
                <a:off x="4049343" y="359431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A774199A-2B80-A750-F26F-97A6710EC2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049343" y="3594313"/>
                <a:ext cx="251999" cy="251999"/>
              </a:xfrm>
              <a:prstGeom prst="ellipse">
                <a:avLst/>
              </a:prstGeom>
              <a:blipFill>
                <a:blip r:embed="rId35"/>
                <a:stretch>
                  <a:fillRect l="-4545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9" name="Straight Arrow Connector 138">
            <a:extLst>
              <a:ext uri="{FF2B5EF4-FFF2-40B4-BE49-F238E27FC236}">
                <a16:creationId xmlns:a16="http://schemas.microsoft.com/office/drawing/2014/main" id="{0BDCCD4E-C029-FCE6-96E1-985AC31533BD}"/>
              </a:ext>
            </a:extLst>
          </p:cNvPr>
          <p:cNvCxnSpPr>
            <a:cxnSpLocks/>
            <a:stCxn id="142" idx="3"/>
            <a:endCxn id="138" idx="2"/>
          </p:cNvCxnSpPr>
          <p:nvPr/>
        </p:nvCxnSpPr>
        <p:spPr bwMode="gray">
          <a:xfrm>
            <a:off x="3876095" y="3720313"/>
            <a:ext cx="17324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Arrow Connector 139">
            <a:extLst>
              <a:ext uri="{FF2B5EF4-FFF2-40B4-BE49-F238E27FC236}">
                <a16:creationId xmlns:a16="http://schemas.microsoft.com/office/drawing/2014/main" id="{8359C51A-BD29-0B08-AD04-B9C8B05B5155}"/>
              </a:ext>
            </a:extLst>
          </p:cNvPr>
          <p:cNvCxnSpPr>
            <a:cxnSpLocks/>
            <a:stCxn id="138" idx="6"/>
            <a:endCxn id="144" idx="1"/>
          </p:cNvCxnSpPr>
          <p:nvPr/>
        </p:nvCxnSpPr>
        <p:spPr bwMode="gray">
          <a:xfrm>
            <a:off x="4301342" y="3720313"/>
            <a:ext cx="9908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ABA6929E-8D79-A8E3-B659-05AD153B5121}"/>
                  </a:ext>
                </a:extLst>
              </p:cNvPr>
              <p:cNvSpPr/>
              <p:nvPr/>
            </p:nvSpPr>
            <p:spPr bwMode="gray">
              <a:xfrm>
                <a:off x="4628355" y="359431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ABA6929E-8D79-A8E3-B659-05AD153B51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628355" y="3594313"/>
                <a:ext cx="251999" cy="251999"/>
              </a:xfrm>
              <a:prstGeom prst="ellipse">
                <a:avLst/>
              </a:prstGeom>
              <a:blipFill>
                <a:blip r:embed="rId36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2" name="Rectangle 141">
            <a:extLst>
              <a:ext uri="{FF2B5EF4-FFF2-40B4-BE49-F238E27FC236}">
                <a16:creationId xmlns:a16="http://schemas.microsoft.com/office/drawing/2014/main" id="{CDBCBAF3-F83E-63CE-33F2-FF36F73EDDB8}"/>
              </a:ext>
            </a:extLst>
          </p:cNvPr>
          <p:cNvSpPr/>
          <p:nvPr/>
        </p:nvSpPr>
        <p:spPr bwMode="gray">
          <a:xfrm>
            <a:off x="3750096" y="3657313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3" name="Straight Arrow Connector 142">
            <a:extLst>
              <a:ext uri="{FF2B5EF4-FFF2-40B4-BE49-F238E27FC236}">
                <a16:creationId xmlns:a16="http://schemas.microsoft.com/office/drawing/2014/main" id="{6390386B-6AF1-1744-B917-0EA8709A722A}"/>
              </a:ext>
            </a:extLst>
          </p:cNvPr>
          <p:cNvCxnSpPr>
            <a:cxnSpLocks/>
            <a:endCxn id="142" idx="1"/>
          </p:cNvCxnSpPr>
          <p:nvPr/>
        </p:nvCxnSpPr>
        <p:spPr bwMode="gray">
          <a:xfrm flipV="1">
            <a:off x="3403684" y="3720313"/>
            <a:ext cx="346412" cy="55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Rectangle 143">
            <a:extLst>
              <a:ext uri="{FF2B5EF4-FFF2-40B4-BE49-F238E27FC236}">
                <a16:creationId xmlns:a16="http://schemas.microsoft.com/office/drawing/2014/main" id="{83D68B58-77A1-7B4E-8B70-0460946E7E1E}"/>
              </a:ext>
            </a:extLst>
          </p:cNvPr>
          <p:cNvSpPr/>
          <p:nvPr/>
        </p:nvSpPr>
        <p:spPr bwMode="gray">
          <a:xfrm>
            <a:off x="4400425" y="3657313"/>
            <a:ext cx="125999" cy="125999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45" name="Straight Arrow Connector 144">
            <a:extLst>
              <a:ext uri="{FF2B5EF4-FFF2-40B4-BE49-F238E27FC236}">
                <a16:creationId xmlns:a16="http://schemas.microsoft.com/office/drawing/2014/main" id="{19C829F4-E70B-6BC0-700D-ED15D59531C5}"/>
              </a:ext>
            </a:extLst>
          </p:cNvPr>
          <p:cNvCxnSpPr>
            <a:cxnSpLocks/>
            <a:stCxn id="144" idx="3"/>
            <a:endCxn id="141" idx="2"/>
          </p:cNvCxnSpPr>
          <p:nvPr/>
        </p:nvCxnSpPr>
        <p:spPr bwMode="gray">
          <a:xfrm>
            <a:off x="4526424" y="3720313"/>
            <a:ext cx="101931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9A001646-AE68-A9B1-6781-08352E9500B6}"/>
                  </a:ext>
                </a:extLst>
              </p:cNvPr>
              <p:cNvSpPr/>
              <p:nvPr/>
            </p:nvSpPr>
            <p:spPr bwMode="gray">
              <a:xfrm>
                <a:off x="3144217" y="3622053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9A001646-AE68-A9B1-6781-08352E9500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4217" y="3622053"/>
                <a:ext cx="251999" cy="251999"/>
              </a:xfrm>
              <a:prstGeom prst="ellipse">
                <a:avLst/>
              </a:prstGeom>
              <a:blipFill>
                <a:blip r:embed="rId37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7" name="Rectangle 146">
            <a:extLst>
              <a:ext uri="{FF2B5EF4-FFF2-40B4-BE49-F238E27FC236}">
                <a16:creationId xmlns:a16="http://schemas.microsoft.com/office/drawing/2014/main" id="{E3F558BB-417F-5713-50E0-419D750EF91F}"/>
              </a:ext>
            </a:extLst>
          </p:cNvPr>
          <p:cNvSpPr/>
          <p:nvPr/>
        </p:nvSpPr>
        <p:spPr bwMode="gray">
          <a:xfrm>
            <a:off x="5246219" y="3657313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04F05FB5-E290-83E4-DBD6-88859B499810}"/>
                  </a:ext>
                </a:extLst>
              </p:cNvPr>
              <p:cNvSpPr/>
              <p:nvPr/>
            </p:nvSpPr>
            <p:spPr bwMode="gray">
              <a:xfrm>
                <a:off x="5530675" y="3594313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04F05FB5-E290-83E4-DBD6-88859B4998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530675" y="3594313"/>
                <a:ext cx="251999" cy="251999"/>
              </a:xfrm>
              <a:prstGeom prst="ellipse">
                <a:avLst/>
              </a:prstGeom>
              <a:blipFill>
                <a:blip r:embed="rId3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9" name="Rectangle 148">
            <a:extLst>
              <a:ext uri="{FF2B5EF4-FFF2-40B4-BE49-F238E27FC236}">
                <a16:creationId xmlns:a16="http://schemas.microsoft.com/office/drawing/2014/main" id="{FE778BAA-BA09-28BA-2CF9-5582FD667FE5}"/>
              </a:ext>
            </a:extLst>
          </p:cNvPr>
          <p:cNvSpPr/>
          <p:nvPr/>
        </p:nvSpPr>
        <p:spPr bwMode="gray">
          <a:xfrm>
            <a:off x="6008749" y="3657313"/>
            <a:ext cx="125999" cy="125999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50" name="Straight Arrow Connector 149">
            <a:extLst>
              <a:ext uri="{FF2B5EF4-FFF2-40B4-BE49-F238E27FC236}">
                <a16:creationId xmlns:a16="http://schemas.microsoft.com/office/drawing/2014/main" id="{76864EF9-455E-CAA1-0E14-D457BCF46F46}"/>
              </a:ext>
            </a:extLst>
          </p:cNvPr>
          <p:cNvCxnSpPr>
            <a:cxnSpLocks/>
            <a:stCxn id="147" idx="3"/>
            <a:endCxn id="148" idx="2"/>
          </p:cNvCxnSpPr>
          <p:nvPr/>
        </p:nvCxnSpPr>
        <p:spPr bwMode="gray">
          <a:xfrm>
            <a:off x="5372218" y="3720313"/>
            <a:ext cx="158457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Arrow Connector 150">
            <a:extLst>
              <a:ext uri="{FF2B5EF4-FFF2-40B4-BE49-F238E27FC236}">
                <a16:creationId xmlns:a16="http://schemas.microsoft.com/office/drawing/2014/main" id="{49E5ED70-D13C-8FAD-840D-83AD23DF599C}"/>
              </a:ext>
            </a:extLst>
          </p:cNvPr>
          <p:cNvCxnSpPr>
            <a:cxnSpLocks/>
            <a:stCxn id="148" idx="6"/>
            <a:endCxn id="149" idx="1"/>
          </p:cNvCxnSpPr>
          <p:nvPr/>
        </p:nvCxnSpPr>
        <p:spPr bwMode="gray">
          <a:xfrm>
            <a:off x="5782674" y="3720313"/>
            <a:ext cx="226075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Arrow Connector 151">
            <a:extLst>
              <a:ext uri="{FF2B5EF4-FFF2-40B4-BE49-F238E27FC236}">
                <a16:creationId xmlns:a16="http://schemas.microsoft.com/office/drawing/2014/main" id="{4F4C2699-48DE-3CE5-6A3D-80B4585033B5}"/>
              </a:ext>
            </a:extLst>
          </p:cNvPr>
          <p:cNvCxnSpPr>
            <a:cxnSpLocks/>
            <a:stCxn id="149" idx="3"/>
            <a:endCxn id="101" idx="2"/>
          </p:cNvCxnSpPr>
          <p:nvPr/>
        </p:nvCxnSpPr>
        <p:spPr bwMode="gray">
          <a:xfrm>
            <a:off x="6134748" y="3720313"/>
            <a:ext cx="32234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3D1A52CC-342F-D201-E7CC-1E2993A151DE}"/>
                  </a:ext>
                </a:extLst>
              </p:cNvPr>
              <p:cNvSpPr/>
              <p:nvPr/>
            </p:nvSpPr>
            <p:spPr bwMode="gray">
              <a:xfrm>
                <a:off x="3144217" y="139530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8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⋯</m:t>
                      </m:r>
                    </m:oMath>
                  </m:oMathPara>
                </a14:m>
                <a:endParaRPr lang="en-US" sz="800" b="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3D1A52CC-342F-D201-E7CC-1E2993A151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44217" y="1395304"/>
                <a:ext cx="251999" cy="251999"/>
              </a:xfrm>
              <a:prstGeom prst="ellipse">
                <a:avLst/>
              </a:prstGeom>
              <a:blipFill>
                <a:blip r:embed="rId39"/>
                <a:stretch>
                  <a:fillRect/>
                </a:stretch>
              </a:blipFill>
              <a:ln w="9525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 14">
            <a:extLst>
              <a:ext uri="{FF2B5EF4-FFF2-40B4-BE49-F238E27FC236}">
                <a16:creationId xmlns:a16="http://schemas.microsoft.com/office/drawing/2014/main" id="{BF275C33-8C8E-C449-F8B0-3C64C1FEB39B}"/>
              </a:ext>
            </a:extLst>
          </p:cNvPr>
          <p:cNvSpPr/>
          <p:nvPr/>
        </p:nvSpPr>
        <p:spPr bwMode="gray">
          <a:xfrm>
            <a:off x="5281813" y="11944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92649FE-8B29-7FA1-C7AA-23811445B924}"/>
              </a:ext>
            </a:extLst>
          </p:cNvPr>
          <p:cNvSpPr/>
          <p:nvPr/>
        </p:nvSpPr>
        <p:spPr bwMode="gray">
          <a:xfrm>
            <a:off x="3785074" y="11944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B7FEE12-55A1-B425-3D81-1CD5DA916557}"/>
              </a:ext>
            </a:extLst>
          </p:cNvPr>
          <p:cNvSpPr/>
          <p:nvPr/>
        </p:nvSpPr>
        <p:spPr bwMode="gray">
          <a:xfrm>
            <a:off x="1686494" y="1194499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63EC3972-8ACA-0A4E-D2AF-897644A52FB9}"/>
              </a:ext>
            </a:extLst>
          </p:cNvPr>
          <p:cNvCxnSpPr>
            <a:cxnSpLocks/>
            <a:stCxn id="61" idx="0"/>
            <a:endCxn id="15" idx="2"/>
          </p:cNvCxnSpPr>
          <p:nvPr/>
        </p:nvCxnSpPr>
        <p:spPr bwMode="gray">
          <a:xfrm flipV="1">
            <a:off x="5344599" y="1320498"/>
            <a:ext cx="214" cy="8779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D36F7126-1ADF-34C3-E1FC-61D91BFC8368}"/>
              </a:ext>
            </a:extLst>
          </p:cNvPr>
          <p:cNvCxnSpPr>
            <a:cxnSpLocks/>
            <a:stCxn id="33" idx="0"/>
            <a:endCxn id="16" idx="2"/>
          </p:cNvCxnSpPr>
          <p:nvPr/>
        </p:nvCxnSpPr>
        <p:spPr bwMode="gray">
          <a:xfrm flipV="1">
            <a:off x="3847140" y="1320498"/>
            <a:ext cx="934" cy="91877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0A51C865-C041-678F-49DB-6487E1D7F6F5}"/>
              </a:ext>
            </a:extLst>
          </p:cNvPr>
          <p:cNvCxnSpPr>
            <a:cxnSpLocks/>
            <a:stCxn id="5" idx="0"/>
            <a:endCxn id="17" idx="2"/>
          </p:cNvCxnSpPr>
          <p:nvPr/>
        </p:nvCxnSpPr>
        <p:spPr bwMode="gray">
          <a:xfrm flipH="1" flipV="1">
            <a:off x="1749494" y="1320498"/>
            <a:ext cx="3627" cy="9077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33B69C69-0103-A134-CF4A-910467B70E94}"/>
                  </a:ext>
                </a:extLst>
              </p:cNvPr>
              <p:cNvSpPr/>
              <p:nvPr/>
            </p:nvSpPr>
            <p:spPr bwMode="gray">
              <a:xfrm>
                <a:off x="8103776" y="1656507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33B69C69-0103-A134-CF4A-910467B70E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03776" y="1656507"/>
                <a:ext cx="251999" cy="251999"/>
              </a:xfrm>
              <a:prstGeom prst="ellipse">
                <a:avLst/>
              </a:prstGeom>
              <a:blipFill>
                <a:blip r:embed="rId40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Rectangle 58">
            <a:extLst>
              <a:ext uri="{FF2B5EF4-FFF2-40B4-BE49-F238E27FC236}">
                <a16:creationId xmlns:a16="http://schemas.microsoft.com/office/drawing/2014/main" id="{E6EF5DCD-6E6E-105C-08EE-9B2F3A05C0C0}"/>
              </a:ext>
            </a:extLst>
          </p:cNvPr>
          <p:cNvSpPr/>
          <p:nvPr/>
        </p:nvSpPr>
        <p:spPr bwMode="gray">
          <a:xfrm>
            <a:off x="8166776" y="1442710"/>
            <a:ext cx="125999" cy="1259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423135C6-8EA0-2CA9-E024-F4EED71CC974}"/>
              </a:ext>
            </a:extLst>
          </p:cNvPr>
          <p:cNvCxnSpPr>
            <a:cxnSpLocks/>
            <a:stCxn id="57" idx="0"/>
            <a:endCxn id="59" idx="2"/>
          </p:cNvCxnSpPr>
          <p:nvPr/>
        </p:nvCxnSpPr>
        <p:spPr bwMode="gray">
          <a:xfrm flipV="1">
            <a:off x="8229776" y="1568709"/>
            <a:ext cx="0" cy="87798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E013D6C1-3C52-1041-DCEA-30311095729F}"/>
              </a:ext>
            </a:extLst>
          </p:cNvPr>
          <p:cNvCxnSpPr>
            <a:cxnSpLocks/>
            <a:stCxn id="76" idx="3"/>
            <a:endCxn id="78" idx="1"/>
          </p:cNvCxnSpPr>
          <p:nvPr/>
        </p:nvCxnSpPr>
        <p:spPr bwMode="gray">
          <a:xfrm>
            <a:off x="7701458" y="3044930"/>
            <a:ext cx="465318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ounded Rectangle 75">
                <a:extLst>
                  <a:ext uri="{FF2B5EF4-FFF2-40B4-BE49-F238E27FC236}">
                    <a16:creationId xmlns:a16="http://schemas.microsoft.com/office/drawing/2014/main" id="{4133C0B0-16E9-94F8-4433-3224E3EA3805}"/>
                  </a:ext>
                </a:extLst>
              </p:cNvPr>
              <p:cNvSpPr/>
              <p:nvPr/>
            </p:nvSpPr>
            <p:spPr bwMode="gray">
              <a:xfrm>
                <a:off x="7152336" y="2777404"/>
                <a:ext cx="549122" cy="535051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𝑙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6" name="Rounded Rectangle 75">
                <a:extLst>
                  <a:ext uri="{FF2B5EF4-FFF2-40B4-BE49-F238E27FC236}">
                    <a16:creationId xmlns:a16="http://schemas.microsoft.com/office/drawing/2014/main" id="{4133C0B0-16E9-94F8-4433-3224E3EA38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152336" y="2777404"/>
                <a:ext cx="549122" cy="535051"/>
              </a:xfrm>
              <a:prstGeom prst="roundRect">
                <a:avLst/>
              </a:prstGeom>
              <a:blipFill>
                <a:blip r:embed="rId41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97F4B6DD-14BF-58B9-F6DD-168AB9758C7A}"/>
                  </a:ext>
                </a:extLst>
              </p:cNvPr>
              <p:cNvSpPr/>
              <p:nvPr/>
            </p:nvSpPr>
            <p:spPr bwMode="gray">
              <a:xfrm>
                <a:off x="7316010" y="2874134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97F4B6DD-14BF-58B9-F6DD-168AB9758C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16010" y="2874134"/>
                <a:ext cx="251999" cy="251999"/>
              </a:xfrm>
              <a:prstGeom prst="ellipse">
                <a:avLst/>
              </a:prstGeom>
              <a:blipFill>
                <a:blip r:embed="rId4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ectangle 77">
            <a:extLst>
              <a:ext uri="{FF2B5EF4-FFF2-40B4-BE49-F238E27FC236}">
                <a16:creationId xmlns:a16="http://schemas.microsoft.com/office/drawing/2014/main" id="{89AC26C1-B66D-D380-D172-BDFB876E43AD}"/>
              </a:ext>
            </a:extLst>
          </p:cNvPr>
          <p:cNvSpPr/>
          <p:nvPr/>
        </p:nvSpPr>
        <p:spPr bwMode="gray">
          <a:xfrm>
            <a:off x="8166776" y="2981930"/>
            <a:ext cx="125999" cy="125999"/>
          </a:xfrm>
          <a:prstGeom prst="rect">
            <a:avLst/>
          </a:prstGeom>
          <a:solidFill>
            <a:srgbClr val="C0000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ounded Rectangle 78">
                <a:extLst>
                  <a:ext uri="{FF2B5EF4-FFF2-40B4-BE49-F238E27FC236}">
                    <a16:creationId xmlns:a16="http://schemas.microsoft.com/office/drawing/2014/main" id="{7BD99675-D0CC-D0F6-4F16-E80F80F10426}"/>
                  </a:ext>
                </a:extLst>
              </p:cNvPr>
              <p:cNvSpPr/>
              <p:nvPr/>
            </p:nvSpPr>
            <p:spPr bwMode="gray">
              <a:xfrm>
                <a:off x="7965888" y="2179911"/>
                <a:ext cx="527775" cy="543495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right"/>
                    </m:oMathParaPr>
                    <m:oMath xmlns:m="http://schemas.openxmlformats.org/officeDocument/2006/math"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𝑘</m:t>
                      </m:r>
                      <m:r>
                        <a:rPr lang="en-US" sz="600" b="0" i="1" dirty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=1,…,</m:t>
                      </m:r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𝑙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" name="Rounded Rectangle 78">
                <a:extLst>
                  <a:ext uri="{FF2B5EF4-FFF2-40B4-BE49-F238E27FC236}">
                    <a16:creationId xmlns:a16="http://schemas.microsoft.com/office/drawing/2014/main" id="{7BD99675-D0CC-D0F6-4F16-E80F80F104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965888" y="2179911"/>
                <a:ext cx="527775" cy="543495"/>
              </a:xfrm>
              <a:prstGeom prst="roundRect">
                <a:avLst/>
              </a:prstGeom>
              <a:blipFill>
                <a:blip r:embed="rId43"/>
                <a:stretch>
                  <a:fillRect/>
                </a:stretch>
              </a:blipFill>
              <a:ln w="95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57E9F51A-5017-62E1-B26B-6F13473A9857}"/>
                  </a:ext>
                </a:extLst>
              </p:cNvPr>
              <p:cNvSpPr/>
              <p:nvPr/>
            </p:nvSpPr>
            <p:spPr bwMode="gray">
              <a:xfrm>
                <a:off x="8103776" y="2228366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sSup>
                            <m:sSup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e>
                            <m:sup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57E9F51A-5017-62E1-B26B-6F13473A98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103776" y="2228366"/>
                <a:ext cx="251999" cy="251999"/>
              </a:xfrm>
              <a:prstGeom prst="ellipse">
                <a:avLst/>
              </a:prstGeom>
              <a:blipFill>
                <a:blip r:embed="rId44"/>
                <a:stretch>
                  <a:fillRect l="-4545"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1" name="Straight Arrow Connector 80">
            <a:extLst>
              <a:ext uri="{FF2B5EF4-FFF2-40B4-BE49-F238E27FC236}">
                <a16:creationId xmlns:a16="http://schemas.microsoft.com/office/drawing/2014/main" id="{AF632883-FF9E-76D0-C60C-6793BC2A70EA}"/>
              </a:ext>
            </a:extLst>
          </p:cNvPr>
          <p:cNvCxnSpPr>
            <a:cxnSpLocks/>
            <a:stCxn id="79" idx="2"/>
            <a:endCxn id="78" idx="0"/>
          </p:cNvCxnSpPr>
          <p:nvPr/>
        </p:nvCxnSpPr>
        <p:spPr bwMode="gray">
          <a:xfrm>
            <a:off x="8229776" y="2723406"/>
            <a:ext cx="0" cy="258524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DF302F24-9B1B-0E60-280C-E8DC7306F8FF}"/>
                  </a:ext>
                </a:extLst>
              </p:cNvPr>
              <p:cNvSpPr/>
              <p:nvPr/>
            </p:nvSpPr>
            <p:spPr bwMode="gray">
              <a:xfrm>
                <a:off x="8727769" y="2918930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i="1" dirty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600" i="1" dirty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600" i="1" dirty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e>
                            <m:sup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  <m:sup>
                          <m:d>
                            <m:dPr>
                              <m:ctrlPr>
                                <a:rPr lang="en-US" sz="600" i="1" dirty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i="1" dirty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DF302F24-9B1B-0E60-280C-E8DC7306F8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7769" y="2918930"/>
                <a:ext cx="251999" cy="251999"/>
              </a:xfrm>
              <a:prstGeom prst="ellipse">
                <a:avLst/>
              </a:prstGeom>
              <a:blipFill>
                <a:blip r:embed="rId45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3" name="Straight Arrow Connector 82">
            <a:extLst>
              <a:ext uri="{FF2B5EF4-FFF2-40B4-BE49-F238E27FC236}">
                <a16:creationId xmlns:a16="http://schemas.microsoft.com/office/drawing/2014/main" id="{5BE52986-051A-B6FF-B8BD-1A8D6B6C60F9}"/>
              </a:ext>
            </a:extLst>
          </p:cNvPr>
          <p:cNvCxnSpPr>
            <a:cxnSpLocks/>
            <a:stCxn id="78" idx="3"/>
            <a:endCxn id="82" idx="2"/>
          </p:cNvCxnSpPr>
          <p:nvPr/>
        </p:nvCxnSpPr>
        <p:spPr bwMode="gray">
          <a:xfrm>
            <a:off x="8292775" y="3044930"/>
            <a:ext cx="43499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29ED240D-5171-C353-5C13-9D33E7482A21}"/>
                  </a:ext>
                </a:extLst>
              </p:cNvPr>
              <p:cNvSpPr txBox="1"/>
              <p:nvPr/>
            </p:nvSpPr>
            <p:spPr bwMode="gray">
              <a:xfrm>
                <a:off x="7751478" y="3107930"/>
                <a:ext cx="956595" cy="2305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6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600" b="1" i="1" smtClean="0">
                                      <a:latin typeface="Cambria Math" panose="02040503050406030204" pitchFamily="18" charset="0"/>
                                    </a:rPr>
                                    <m:t>𝒁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sSubSup>
                            <m:sSub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600" b="1" i="1" smtClean="0">
                                  <a:latin typeface="Cambria Math" panose="02040503050406030204" pitchFamily="18" charset="0"/>
                                </a:rPr>
                                <m:t>𝑾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  <m:sup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  <m:sup>
                              <m:d>
                                <m:d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p>
                                <m:sSup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e>
                                <m:sup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  <m:sup>
                              <m:d>
                                <m:d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29ED240D-5171-C353-5C13-9D33E7482A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51478" y="3107930"/>
                <a:ext cx="956595" cy="230576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0C50A200-5CEB-9655-0E3E-4AA79C82A031}"/>
                  </a:ext>
                </a:extLst>
              </p:cNvPr>
              <p:cNvSpPr txBox="1"/>
              <p:nvPr/>
            </p:nvSpPr>
            <p:spPr bwMode="gray">
              <a:xfrm>
                <a:off x="7878047" y="1224039"/>
                <a:ext cx="703457" cy="2305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6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Sup>
                            <m:sSub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𝑊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Sup>
                            <m:sSub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p>
                          </m:sSubSup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𝜆</m:t>
                              </m:r>
                            </m:e>
                            <m:sup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0C50A200-5CEB-9655-0E3E-4AA79C82A0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78047" y="1224039"/>
                <a:ext cx="703457" cy="230512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B07CE969-09DE-B6C8-2A18-AED8DFBB0FC4}"/>
                  </a:ext>
                </a:extLst>
              </p:cNvPr>
              <p:cNvSpPr/>
              <p:nvPr/>
            </p:nvSpPr>
            <p:spPr bwMode="gray">
              <a:xfrm>
                <a:off x="7339174" y="366127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B07CE969-09DE-B6C8-2A18-AED8DFBB0F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39174" y="3661279"/>
                <a:ext cx="251999" cy="251999"/>
              </a:xfrm>
              <a:prstGeom prst="ellipse">
                <a:avLst/>
              </a:prstGeom>
              <a:blipFill>
                <a:blip r:embed="rId48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2" name="Straight Arrow Connector 91">
            <a:extLst>
              <a:ext uri="{FF2B5EF4-FFF2-40B4-BE49-F238E27FC236}">
                <a16:creationId xmlns:a16="http://schemas.microsoft.com/office/drawing/2014/main" id="{03024B3B-58D1-2833-DCD0-FC6547C2EFC1}"/>
              </a:ext>
            </a:extLst>
          </p:cNvPr>
          <p:cNvCxnSpPr>
            <a:cxnSpLocks/>
            <a:stCxn id="90" idx="6"/>
            <a:endCxn id="95" idx="1"/>
          </p:cNvCxnSpPr>
          <p:nvPr/>
        </p:nvCxnSpPr>
        <p:spPr bwMode="gray">
          <a:xfrm>
            <a:off x="7591173" y="3787279"/>
            <a:ext cx="57560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3E68CB64-B752-45C0-B994-EF3ECA897131}"/>
                  </a:ext>
                </a:extLst>
              </p:cNvPr>
              <p:cNvSpPr/>
              <p:nvPr/>
            </p:nvSpPr>
            <p:spPr bwMode="gray">
              <a:xfrm>
                <a:off x="8727769" y="3661279"/>
                <a:ext cx="251999" cy="251999"/>
              </a:xfrm>
              <a:prstGeom prst="ellipse">
                <a:avLst/>
              </a:prstGeom>
              <a:solidFill>
                <a:schemeClr val="bg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acc>
                            <m:accPr>
                              <m:chr m:val="̃"/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</m:acc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600" b="0" i="1" dirty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3E68CB64-B752-45C0-B994-EF3ECA8971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7769" y="3661279"/>
                <a:ext cx="251999" cy="251999"/>
              </a:xfrm>
              <a:prstGeom prst="ellipse">
                <a:avLst/>
              </a:prstGeom>
              <a:blipFill>
                <a:blip r:embed="rId49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Rectangle 94">
            <a:extLst>
              <a:ext uri="{FF2B5EF4-FFF2-40B4-BE49-F238E27FC236}">
                <a16:creationId xmlns:a16="http://schemas.microsoft.com/office/drawing/2014/main" id="{AB195CB6-79D6-E832-9759-04497FEA3C21}"/>
              </a:ext>
            </a:extLst>
          </p:cNvPr>
          <p:cNvSpPr/>
          <p:nvPr/>
        </p:nvSpPr>
        <p:spPr bwMode="gray">
          <a:xfrm>
            <a:off x="8166776" y="3724279"/>
            <a:ext cx="125999" cy="125999"/>
          </a:xfrm>
          <a:prstGeom prst="rect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96" name="Straight Arrow Connector 95">
            <a:extLst>
              <a:ext uri="{FF2B5EF4-FFF2-40B4-BE49-F238E27FC236}">
                <a16:creationId xmlns:a16="http://schemas.microsoft.com/office/drawing/2014/main" id="{8F66D6A6-281C-972A-49D3-2A53D3E08151}"/>
              </a:ext>
            </a:extLst>
          </p:cNvPr>
          <p:cNvCxnSpPr>
            <a:cxnSpLocks/>
            <a:stCxn id="95" idx="3"/>
            <a:endCxn id="93" idx="2"/>
          </p:cNvCxnSpPr>
          <p:nvPr/>
        </p:nvCxnSpPr>
        <p:spPr bwMode="gray">
          <a:xfrm>
            <a:off x="8292775" y="3787279"/>
            <a:ext cx="43499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EEA2E645-43D9-1B9D-F888-2D1764817B9A}"/>
                  </a:ext>
                </a:extLst>
              </p:cNvPr>
              <p:cNvSpPr txBox="1"/>
              <p:nvPr/>
            </p:nvSpPr>
            <p:spPr bwMode="gray">
              <a:xfrm>
                <a:off x="7751478" y="3857968"/>
                <a:ext cx="956595" cy="2305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" b="0" i="1" smtClean="0">
                          <a:latin typeface="Cambria Math" panose="02040503050406030204" pitchFamily="18" charset="0"/>
                        </a:rPr>
                        <m:t>𝛿</m:t>
                      </m:r>
                      <m:d>
                        <m:dPr>
                          <m:ctrlPr>
                            <a:rPr lang="en-US" sz="6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600" b="0" i="0" smtClean="0">
                              <a:latin typeface="Cambria Math" panose="02040503050406030204" pitchFamily="18" charset="0"/>
                            </a:rPr>
                            <m:t>ReL</m:t>
                          </m:r>
                          <m:sSub>
                            <m:sSub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600" b="0" i="0" smtClean="0"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Sup>
                                <m:sSubSupPr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  <m:sub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  <m:sup>
                                  <m:d>
                                    <m:dPr>
                                      <m:ctrlPr>
                                        <a:rPr lang="en-US" sz="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600" b="0" i="1" smtClean="0">
                                          <a:latin typeface="Cambria Math" panose="02040503050406030204" pitchFamily="18" charset="0"/>
                                        </a:rPr>
                                        <m:t>𝑙</m:t>
                                      </m:r>
                                    </m:e>
                                  </m:d>
                                </m:sup>
                              </m:sSubSup>
                            </m:e>
                          </m:d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bSup>
                            <m:sSubSupPr>
                              <m:ctrlPr>
                                <a:rPr lang="en-US" sz="6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600" b="0" i="1" smtClean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6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6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600" i="1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600" i="1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EEA2E645-43D9-1B9D-F888-2D1764817B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751478" y="3857968"/>
                <a:ext cx="956595" cy="230512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22A78151-B700-7067-2E80-04E88EA69763}"/>
                  </a:ext>
                </a:extLst>
              </p:cNvPr>
              <p:cNvSpPr/>
              <p:nvPr/>
            </p:nvSpPr>
            <p:spPr bwMode="gray">
              <a:xfrm>
                <a:off x="8727769" y="4404062"/>
                <a:ext cx="251999" cy="251999"/>
              </a:xfrm>
              <a:prstGeom prst="ellipse">
                <a:avLst/>
              </a:prstGeom>
              <a:solidFill>
                <a:schemeClr val="accent5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22A78151-B700-7067-2E80-04E88EA697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727769" y="4404062"/>
                <a:ext cx="251999" cy="251999"/>
              </a:xfrm>
              <a:prstGeom prst="ellipse">
                <a:avLst/>
              </a:prstGeom>
              <a:blipFill>
                <a:blip r:embed="rId51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CA9C464A-AB0C-B058-1E4C-096DBCD5227C}"/>
                  </a:ext>
                </a:extLst>
              </p:cNvPr>
              <p:cNvSpPr/>
              <p:nvPr/>
            </p:nvSpPr>
            <p:spPr bwMode="gray">
              <a:xfrm>
                <a:off x="7339174" y="4404062"/>
                <a:ext cx="251999" cy="251999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600" b="0" i="1" dirty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</m:oMath>
                  </m:oMathPara>
                </a14:m>
                <a:endParaRPr lang="en-DE" sz="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CA9C464A-AB0C-B058-1E4C-096DBCD52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339174" y="4404062"/>
                <a:ext cx="251999" cy="251999"/>
              </a:xfrm>
              <a:prstGeom prst="ellipse">
                <a:avLst/>
              </a:prstGeom>
              <a:blipFill>
                <a:blip r:embed="rId52"/>
                <a:stretch>
                  <a:fillRect/>
                </a:stretch>
              </a:blipFill>
              <a:ln w="9525"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8" name="Rectangle 107">
            <a:extLst>
              <a:ext uri="{FF2B5EF4-FFF2-40B4-BE49-F238E27FC236}">
                <a16:creationId xmlns:a16="http://schemas.microsoft.com/office/drawing/2014/main" id="{37F1546C-6411-A35A-18C8-B5C01385615C}"/>
              </a:ext>
            </a:extLst>
          </p:cNvPr>
          <p:cNvSpPr/>
          <p:nvPr/>
        </p:nvSpPr>
        <p:spPr bwMode="gray">
          <a:xfrm>
            <a:off x="8166776" y="4467062"/>
            <a:ext cx="125999" cy="125999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109" name="Straight Arrow Connector 108">
            <a:extLst>
              <a:ext uri="{FF2B5EF4-FFF2-40B4-BE49-F238E27FC236}">
                <a16:creationId xmlns:a16="http://schemas.microsoft.com/office/drawing/2014/main" id="{721C36B4-7CA5-D8F6-49B9-5705E47E00C4}"/>
              </a:ext>
            </a:extLst>
          </p:cNvPr>
          <p:cNvCxnSpPr>
            <a:cxnSpLocks/>
            <a:stCxn id="107" idx="6"/>
            <a:endCxn id="108" idx="1"/>
          </p:cNvCxnSpPr>
          <p:nvPr/>
        </p:nvCxnSpPr>
        <p:spPr bwMode="gray">
          <a:xfrm>
            <a:off x="7591173" y="4530062"/>
            <a:ext cx="575603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FB33B734-B924-F57C-F37E-49FC5E3CC8E8}"/>
              </a:ext>
            </a:extLst>
          </p:cNvPr>
          <p:cNvCxnSpPr>
            <a:cxnSpLocks/>
            <a:stCxn id="108" idx="3"/>
            <a:endCxn id="106" idx="2"/>
          </p:cNvCxnSpPr>
          <p:nvPr/>
        </p:nvCxnSpPr>
        <p:spPr bwMode="gray">
          <a:xfrm>
            <a:off x="8292775" y="4530062"/>
            <a:ext cx="434994" cy="0"/>
          </a:xfrm>
          <a:prstGeom prst="straightConnector1">
            <a:avLst/>
          </a:prstGeom>
          <a:ln>
            <a:solidFill>
              <a:schemeClr val="tx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8687C8-1E99-AF98-B1DD-995B651A27C6}"/>
                  </a:ext>
                </a:extLst>
              </p:cNvPr>
              <p:cNvSpPr txBox="1"/>
              <p:nvPr/>
            </p:nvSpPr>
            <p:spPr bwMode="gray">
              <a:xfrm>
                <a:off x="7878047" y="4589006"/>
                <a:ext cx="703457" cy="1846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6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</m:e>
                            <m:sub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6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p>
                            <m:sSupPr>
                              <m:ctrlP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</m:e>
                            <m:sup>
                              <m:r>
                                <a:rPr lang="en-US" sz="6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d>
                    </m:oMath>
                  </m:oMathPara>
                </a14:m>
                <a:endParaRPr lang="en-US" sz="600" dirty="0"/>
              </a:p>
            </p:txBody>
          </p:sp>
        </mc:Choice>
        <mc:Fallback xmlns=""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8687C8-1E99-AF98-B1DD-995B651A27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878047" y="4589006"/>
                <a:ext cx="703457" cy="184666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3" name="TextBox 112">
            <a:extLst>
              <a:ext uri="{FF2B5EF4-FFF2-40B4-BE49-F238E27FC236}">
                <a16:creationId xmlns:a16="http://schemas.microsoft.com/office/drawing/2014/main" id="{175ADF7D-39B4-1ED4-FE76-5452F6E48C80}"/>
              </a:ext>
            </a:extLst>
          </p:cNvPr>
          <p:cNvSpPr txBox="1"/>
          <p:nvPr/>
        </p:nvSpPr>
        <p:spPr bwMode="gray">
          <a:xfrm>
            <a:off x="7342943" y="1035589"/>
            <a:ext cx="16938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Weight Prior Factor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D1183ED-02A8-845C-0A2C-BA7A5A5E26C7}"/>
              </a:ext>
            </a:extLst>
          </p:cNvPr>
          <p:cNvSpPr txBox="1"/>
          <p:nvPr/>
        </p:nvSpPr>
        <p:spPr bwMode="gray">
          <a:xfrm>
            <a:off x="7258251" y="1930521"/>
            <a:ext cx="186322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Scalar Product Factor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A35B53E-DAD9-E462-F0E1-76E417514842}"/>
              </a:ext>
            </a:extLst>
          </p:cNvPr>
          <p:cNvSpPr txBox="1"/>
          <p:nvPr/>
        </p:nvSpPr>
        <p:spPr bwMode="gray">
          <a:xfrm>
            <a:off x="7611406" y="3349230"/>
            <a:ext cx="11569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 err="1"/>
              <a:t>ReLU</a:t>
            </a:r>
            <a:r>
              <a:rPr lang="en-US" sz="1200" b="1" dirty="0"/>
              <a:t> Factor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D7DF05D-BC49-AD3E-A8C5-0C01F6BFEA90}"/>
              </a:ext>
            </a:extLst>
          </p:cNvPr>
          <p:cNvSpPr txBox="1"/>
          <p:nvPr/>
        </p:nvSpPr>
        <p:spPr bwMode="gray">
          <a:xfrm>
            <a:off x="7611406" y="4138839"/>
            <a:ext cx="11569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Data Factor</a:t>
            </a:r>
          </a:p>
        </p:txBody>
      </p:sp>
    </p:spTree>
    <p:extLst>
      <p:ext uri="{BB962C8B-B14F-4D97-AF65-F5344CB8AC3E}">
        <p14:creationId xmlns:p14="http://schemas.microsoft.com/office/powerpoint/2010/main" val="423628630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6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>
                      <p:stCondLst>
                        <p:cond delay="indefinite"/>
                      </p:stCondLst>
                      <p:childTnLst>
                        <p:par>
                          <p:cTn id="365" fill="hold">
                            <p:stCondLst>
                              <p:cond delay="0"/>
                            </p:stCondLst>
                            <p:childTnLst>
                              <p:par>
                                <p:cTn id="3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8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3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8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/>
      <p:bldP spid="137" grpId="0" animBg="1"/>
      <p:bldP spid="31" grpId="0" animBg="1"/>
      <p:bldP spid="34" grpId="0" animBg="1"/>
      <p:bldP spid="4" grpId="0" animBg="1"/>
      <p:bldP spid="5" grpId="0" animBg="1"/>
      <p:bldP spid="22" grpId="0" animBg="1"/>
      <p:bldP spid="23" grpId="0" animBg="1"/>
      <p:bldP spid="67" grpId="0" animBg="1"/>
      <p:bldP spid="102" grpId="0" animBg="1"/>
      <p:bldP spid="103" grpId="0" animBg="1"/>
      <p:bldP spid="105" grpId="0" animBg="1"/>
      <p:bldP spid="119" grpId="0" animBg="1"/>
      <p:bldP spid="50" grpId="0" animBg="1"/>
      <p:bldP spid="24" grpId="0" animBg="1"/>
      <p:bldP spid="45" grpId="0" animBg="1"/>
      <p:bldP spid="9" grpId="0" animBg="1"/>
      <p:bldP spid="25" grpId="0" animBg="1"/>
      <p:bldP spid="32" grpId="0" animBg="1"/>
      <p:bldP spid="33" grpId="0" animBg="1"/>
      <p:bldP spid="35" grpId="0" animBg="1"/>
      <p:bldP spid="36" grpId="0" animBg="1"/>
      <p:bldP spid="40" grpId="0" animBg="1"/>
      <p:bldP spid="41" grpId="0" animBg="1"/>
      <p:bldP spid="43" grpId="0" animBg="1"/>
      <p:bldP spid="48" grpId="0" animBg="1"/>
      <p:bldP spid="48" grpId="1" animBg="1"/>
      <p:bldP spid="49" grpId="0" animBg="1"/>
      <p:bldP spid="51" grpId="0" animBg="1"/>
      <p:bldP spid="61" grpId="0" animBg="1"/>
      <p:bldP spid="63" grpId="0" animBg="1"/>
      <p:bldP spid="72" grpId="0" animBg="1"/>
      <p:bldP spid="98" grpId="0" animBg="1"/>
      <p:bldP spid="100" grpId="0" animBg="1"/>
      <p:bldP spid="101" grpId="0" animBg="1"/>
      <p:bldP spid="124" grpId="0" animBg="1"/>
      <p:bldP spid="132" grpId="0" animBg="1"/>
      <p:bldP spid="133" grpId="0" animBg="1"/>
      <p:bldP spid="135" grpId="0" animBg="1"/>
      <p:bldP spid="138" grpId="0" animBg="1"/>
      <p:bldP spid="141" grpId="0" animBg="1"/>
      <p:bldP spid="142" grpId="0" animBg="1"/>
      <p:bldP spid="144" grpId="0" animBg="1"/>
      <p:bldP spid="146" grpId="0" animBg="1"/>
      <p:bldP spid="147" grpId="0" animBg="1"/>
      <p:bldP spid="148" grpId="0" animBg="1"/>
      <p:bldP spid="149" grpId="0" animBg="1"/>
      <p:bldP spid="160" grpId="0" animBg="1"/>
      <p:bldP spid="160" grpId="1" animBg="1"/>
      <p:bldP spid="15" grpId="0" animBg="1"/>
      <p:bldP spid="16" grpId="0" animBg="1"/>
      <p:bldP spid="17" grpId="0" animBg="1"/>
      <p:bldP spid="57" grpId="0" animBg="1"/>
      <p:bldP spid="59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2" grpId="0" animBg="1"/>
      <p:bldP spid="86" grpId="0"/>
      <p:bldP spid="89" grpId="0"/>
      <p:bldP spid="90" grpId="0" animBg="1"/>
      <p:bldP spid="93" grpId="0" animBg="1"/>
      <p:bldP spid="95" grpId="0" animBg="1"/>
      <p:bldP spid="104" grpId="0"/>
      <p:bldP spid="106" grpId="0" animBg="1"/>
      <p:bldP spid="107" grpId="0" animBg="1"/>
      <p:bldP spid="108" grpId="0" animBg="1"/>
      <p:bldP spid="112" grpId="0"/>
      <p:bldP spid="113" grpId="0"/>
      <p:bldP spid="114" grpId="0"/>
      <p:bldP spid="115" grpId="0"/>
      <p:bldP spid="11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8A486D65-B7EF-F551-97EF-2C73E29603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Neural Network: Example</a:t>
            </a:r>
          </a:p>
        </p:txBody>
      </p: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04EE2268-DDAF-E75E-33D1-056A2F0F5E23}"/>
              </a:ext>
            </a:extLst>
          </p:cNvPr>
          <p:cNvGrpSpPr/>
          <p:nvPr/>
        </p:nvGrpSpPr>
        <p:grpSpPr>
          <a:xfrm>
            <a:off x="3793566" y="2830231"/>
            <a:ext cx="3061388" cy="2007334"/>
            <a:chOff x="3793566" y="2830231"/>
            <a:chExt cx="3061388" cy="2007334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190EECA5-2EAC-A0A9-E205-9A0292342EE9}"/>
                </a:ext>
              </a:extLst>
            </p:cNvPr>
            <p:cNvSpPr/>
            <p:nvPr/>
          </p:nvSpPr>
          <p:spPr>
            <a:xfrm>
              <a:off x="4055288" y="2830231"/>
              <a:ext cx="2799666" cy="1879693"/>
            </a:xfrm>
            <a:custGeom>
              <a:avLst/>
              <a:gdLst>
                <a:gd name="csX0" fmla="*/ 0 w 2799666"/>
                <a:gd name="csY0" fmla="*/ 1879693 h 1879693"/>
                <a:gd name="csX1" fmla="*/ 2799666 w 2799666"/>
                <a:gd name="csY1" fmla="*/ 1879693 h 1879693"/>
                <a:gd name="csX2" fmla="*/ 2799666 w 2799666"/>
                <a:gd name="csY2" fmla="*/ 0 h 1879693"/>
                <a:gd name="csX3" fmla="*/ 0 w 2799666"/>
                <a:gd name="csY3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99666" h="1879693">
                  <a:moveTo>
                    <a:pt x="0" y="1879693"/>
                  </a:moveTo>
                  <a:lnTo>
                    <a:pt x="2799666" y="1879693"/>
                  </a:lnTo>
                  <a:lnTo>
                    <a:pt x="2799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A3F52FAF-5816-F094-7FCC-EB85AACA40D9}"/>
                </a:ext>
              </a:extLst>
            </p:cNvPr>
            <p:cNvSpPr/>
            <p:nvPr/>
          </p:nvSpPr>
          <p:spPr>
            <a:xfrm>
              <a:off x="4398642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847D2828-32FD-A9E3-539B-7B2C2D32CB74}"/>
                </a:ext>
              </a:extLst>
            </p:cNvPr>
            <p:cNvSpPr/>
            <p:nvPr/>
          </p:nvSpPr>
          <p:spPr>
            <a:xfrm>
              <a:off x="4926880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C60987D-10D2-56EA-B1EE-70B9B6B047BF}"/>
                </a:ext>
              </a:extLst>
            </p:cNvPr>
            <p:cNvSpPr/>
            <p:nvPr/>
          </p:nvSpPr>
          <p:spPr>
            <a:xfrm>
              <a:off x="5455112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24E9FCD9-048F-DD85-AD2D-D60C5E815C8D}"/>
                </a:ext>
              </a:extLst>
            </p:cNvPr>
            <p:cNvSpPr/>
            <p:nvPr/>
          </p:nvSpPr>
          <p:spPr>
            <a:xfrm>
              <a:off x="5983354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D695134-2079-E68F-1B8C-2CF3FB828D32}"/>
                </a:ext>
              </a:extLst>
            </p:cNvPr>
            <p:cNvSpPr/>
            <p:nvPr/>
          </p:nvSpPr>
          <p:spPr>
            <a:xfrm>
              <a:off x="6511597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7B072E42-3560-F6CD-2770-64E0285875AC}"/>
                </a:ext>
              </a:extLst>
            </p:cNvPr>
            <p:cNvSpPr/>
            <p:nvPr/>
          </p:nvSpPr>
          <p:spPr>
            <a:xfrm>
              <a:off x="4055288" y="4430900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66A9E2B9-E6DC-81D0-0FE5-D873EABF73A4}"/>
                </a:ext>
              </a:extLst>
            </p:cNvPr>
            <p:cNvSpPr/>
            <p:nvPr/>
          </p:nvSpPr>
          <p:spPr>
            <a:xfrm>
              <a:off x="4055288" y="4130782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960B8A5B-F74D-F946-B022-B78F187A9482}"/>
                </a:ext>
              </a:extLst>
            </p:cNvPr>
            <p:cNvSpPr/>
            <p:nvPr/>
          </p:nvSpPr>
          <p:spPr>
            <a:xfrm>
              <a:off x="4055288" y="3830673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E9F565D0-EE21-8FA4-20CB-ACD13B65FF7C}"/>
                </a:ext>
              </a:extLst>
            </p:cNvPr>
            <p:cNvSpPr/>
            <p:nvPr/>
          </p:nvSpPr>
          <p:spPr>
            <a:xfrm>
              <a:off x="4055288" y="3530558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7BF09BC2-0BFA-E5F5-D1D8-783B07608F8B}"/>
                </a:ext>
              </a:extLst>
            </p:cNvPr>
            <p:cNvSpPr/>
            <p:nvPr/>
          </p:nvSpPr>
          <p:spPr>
            <a:xfrm>
              <a:off x="4055288" y="3230443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091798D3-9308-4987-2277-73E0534482C0}"/>
                </a:ext>
              </a:extLst>
            </p:cNvPr>
            <p:cNvSpPr/>
            <p:nvPr/>
          </p:nvSpPr>
          <p:spPr>
            <a:xfrm>
              <a:off x="4055288" y="2930329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2FD9F779-21D3-6C74-8F8D-8A4C53E076CA}"/>
                </a:ext>
              </a:extLst>
            </p:cNvPr>
            <p:cNvSpPr/>
            <p:nvPr/>
          </p:nvSpPr>
          <p:spPr>
            <a:xfrm>
              <a:off x="4055288" y="4709924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DADB6FA9-40B0-1015-025A-1450FAFA01B1}"/>
                </a:ext>
              </a:extLst>
            </p:cNvPr>
            <p:cNvSpPr/>
            <p:nvPr/>
          </p:nvSpPr>
          <p:spPr>
            <a:xfrm>
              <a:off x="4398642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E8B6A55-1C11-BE97-3DF0-29ABF1B75DA1}"/>
                </a:ext>
              </a:extLst>
            </p:cNvPr>
            <p:cNvSpPr/>
            <p:nvPr/>
          </p:nvSpPr>
          <p:spPr>
            <a:xfrm>
              <a:off x="4926880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13BF0878-3254-87BC-9C1F-0D326B0A61B5}"/>
                </a:ext>
              </a:extLst>
            </p:cNvPr>
            <p:cNvSpPr/>
            <p:nvPr/>
          </p:nvSpPr>
          <p:spPr>
            <a:xfrm>
              <a:off x="5455112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E9E95DD4-40F5-2B29-D959-958FD8C83FF4}"/>
                </a:ext>
              </a:extLst>
            </p:cNvPr>
            <p:cNvSpPr/>
            <p:nvPr/>
          </p:nvSpPr>
          <p:spPr>
            <a:xfrm>
              <a:off x="5983354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7C56C2B5-7B03-690D-37FE-BC79FC1C16C0}"/>
                </a:ext>
              </a:extLst>
            </p:cNvPr>
            <p:cNvSpPr/>
            <p:nvPr/>
          </p:nvSpPr>
          <p:spPr>
            <a:xfrm>
              <a:off x="6511597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FD6B1DCA-E6A4-5BFE-E523-92742907AFC4}"/>
                </a:ext>
              </a:extLst>
            </p:cNvPr>
            <p:cNvSpPr/>
            <p:nvPr/>
          </p:nvSpPr>
          <p:spPr>
            <a:xfrm>
              <a:off x="4326257" y="4796841"/>
              <a:ext cx="69071" cy="9150"/>
            </a:xfrm>
            <a:custGeom>
              <a:avLst/>
              <a:gdLst>
                <a:gd name="csX0" fmla="*/ 0 w 69071"/>
                <a:gd name="csY0" fmla="*/ 0 h 9150"/>
                <a:gd name="csX1" fmla="*/ 69072 w 69071"/>
                <a:gd name="csY1" fmla="*/ 0 h 9150"/>
                <a:gd name="csX2" fmla="*/ 69072 w 69071"/>
                <a:gd name="csY2" fmla="*/ 9151 h 9150"/>
                <a:gd name="csX3" fmla="*/ 0 w 69071"/>
                <a:gd name="csY3" fmla="*/ 9151 h 9150"/>
                <a:gd name="csX4" fmla="*/ 0 w 69071"/>
                <a:gd name="csY4" fmla="*/ 0 h 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50">
                  <a:moveTo>
                    <a:pt x="0" y="0"/>
                  </a:moveTo>
                  <a:lnTo>
                    <a:pt x="69072" y="0"/>
                  </a:lnTo>
                  <a:lnTo>
                    <a:pt x="69072" y="9151"/>
                  </a:lnTo>
                  <a:lnTo>
                    <a:pt x="0" y="9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14340DFF-88BE-F992-79B8-229AA8F59033}"/>
                </a:ext>
              </a:extLst>
            </p:cNvPr>
            <p:cNvSpPr/>
            <p:nvPr/>
          </p:nvSpPr>
          <p:spPr>
            <a:xfrm>
              <a:off x="4412407" y="4755570"/>
              <a:ext cx="58619" cy="80439"/>
            </a:xfrm>
            <a:custGeom>
              <a:avLst/>
              <a:gdLst>
                <a:gd name="csX0" fmla="*/ 36313 w 58619"/>
                <a:gd name="csY0" fmla="*/ 9483 h 80439"/>
                <a:gd name="csX1" fmla="*/ 8835 w 58619"/>
                <a:gd name="csY1" fmla="*/ 52416 h 80439"/>
                <a:gd name="csX2" fmla="*/ 36313 w 58619"/>
                <a:gd name="csY2" fmla="*/ 52416 h 80439"/>
                <a:gd name="csX3" fmla="*/ 36313 w 58619"/>
                <a:gd name="csY3" fmla="*/ 9483 h 80439"/>
                <a:gd name="csX4" fmla="*/ 33458 w 58619"/>
                <a:gd name="csY4" fmla="*/ 0 h 80439"/>
                <a:gd name="csX5" fmla="*/ 47142 w 58619"/>
                <a:gd name="csY5" fmla="*/ 0 h 80439"/>
                <a:gd name="csX6" fmla="*/ 47142 w 58619"/>
                <a:gd name="csY6" fmla="*/ 52416 h 80439"/>
                <a:gd name="csX7" fmla="*/ 58619 w 58619"/>
                <a:gd name="csY7" fmla="*/ 52416 h 80439"/>
                <a:gd name="csX8" fmla="*/ 58619 w 58619"/>
                <a:gd name="csY8" fmla="*/ 61473 h 80439"/>
                <a:gd name="csX9" fmla="*/ 47142 w 58619"/>
                <a:gd name="csY9" fmla="*/ 61473 h 80439"/>
                <a:gd name="csX10" fmla="*/ 47142 w 58619"/>
                <a:gd name="csY10" fmla="*/ 80439 h 80439"/>
                <a:gd name="csX11" fmla="*/ 36313 w 58619"/>
                <a:gd name="csY11" fmla="*/ 80439 h 80439"/>
                <a:gd name="csX12" fmla="*/ 36313 w 58619"/>
                <a:gd name="csY12" fmla="*/ 61473 h 80439"/>
                <a:gd name="csX13" fmla="*/ 0 w 58619"/>
                <a:gd name="csY13" fmla="*/ 61473 h 80439"/>
                <a:gd name="csX14" fmla="*/ 0 w 58619"/>
                <a:gd name="csY14" fmla="*/ 50966 h 80439"/>
                <a:gd name="csX15" fmla="*/ 33458 w 58619"/>
                <a:gd name="csY15" fmla="*/ 0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8619" h="80439">
                  <a:moveTo>
                    <a:pt x="36313" y="9483"/>
                  </a:moveTo>
                  <a:lnTo>
                    <a:pt x="8835" y="52416"/>
                  </a:lnTo>
                  <a:lnTo>
                    <a:pt x="36313" y="52416"/>
                  </a:lnTo>
                  <a:lnTo>
                    <a:pt x="36313" y="9483"/>
                  </a:lnTo>
                  <a:moveTo>
                    <a:pt x="33458" y="0"/>
                  </a:moveTo>
                  <a:lnTo>
                    <a:pt x="47142" y="0"/>
                  </a:lnTo>
                  <a:lnTo>
                    <a:pt x="47142" y="52416"/>
                  </a:lnTo>
                  <a:lnTo>
                    <a:pt x="58619" y="52416"/>
                  </a:lnTo>
                  <a:lnTo>
                    <a:pt x="58619" y="61473"/>
                  </a:lnTo>
                  <a:lnTo>
                    <a:pt x="47142" y="61473"/>
                  </a:lnTo>
                  <a:lnTo>
                    <a:pt x="47142" y="80439"/>
                  </a:lnTo>
                  <a:lnTo>
                    <a:pt x="36313" y="80439"/>
                  </a:lnTo>
                  <a:lnTo>
                    <a:pt x="36313" y="61473"/>
                  </a:lnTo>
                  <a:lnTo>
                    <a:pt x="0" y="61473"/>
                  </a:lnTo>
                  <a:lnTo>
                    <a:pt x="0" y="50966"/>
                  </a:lnTo>
                  <a:lnTo>
                    <a:pt x="33458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1212957F-DE9E-43F4-2A75-A4724D3053B8}"/>
                </a:ext>
              </a:extLst>
            </p:cNvPr>
            <p:cNvSpPr/>
            <p:nvPr/>
          </p:nvSpPr>
          <p:spPr>
            <a:xfrm>
              <a:off x="4856920" y="4796841"/>
              <a:ext cx="69070" cy="9150"/>
            </a:xfrm>
            <a:custGeom>
              <a:avLst/>
              <a:gdLst>
                <a:gd name="csX0" fmla="*/ 0 w 69070"/>
                <a:gd name="csY0" fmla="*/ 0 h 9150"/>
                <a:gd name="csX1" fmla="*/ 69070 w 69070"/>
                <a:gd name="csY1" fmla="*/ 0 h 9150"/>
                <a:gd name="csX2" fmla="*/ 69070 w 69070"/>
                <a:gd name="csY2" fmla="*/ 9151 h 9150"/>
                <a:gd name="csX3" fmla="*/ 0 w 69070"/>
                <a:gd name="csY3" fmla="*/ 9151 h 9150"/>
                <a:gd name="csX4" fmla="*/ 0 w 69070"/>
                <a:gd name="csY4" fmla="*/ 0 h 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0" h="9150">
                  <a:moveTo>
                    <a:pt x="0" y="0"/>
                  </a:moveTo>
                  <a:lnTo>
                    <a:pt x="69070" y="0"/>
                  </a:lnTo>
                  <a:lnTo>
                    <a:pt x="69070" y="9151"/>
                  </a:lnTo>
                  <a:lnTo>
                    <a:pt x="0" y="9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5BAE03FC-0A12-CE1C-2DBE-97F18476A614}"/>
                </a:ext>
              </a:extLst>
            </p:cNvPr>
            <p:cNvSpPr/>
            <p:nvPr/>
          </p:nvSpPr>
          <p:spPr>
            <a:xfrm>
              <a:off x="4945764" y="4754107"/>
              <a:ext cx="51076" cy="81902"/>
            </a:xfrm>
            <a:custGeom>
              <a:avLst/>
              <a:gdLst>
                <a:gd name="csX0" fmla="*/ 13093 w 51076"/>
                <a:gd name="csY0" fmla="*/ 72739 h 81902"/>
                <a:gd name="csX1" fmla="*/ 51077 w 51076"/>
                <a:gd name="csY1" fmla="*/ 72739 h 81902"/>
                <a:gd name="csX2" fmla="*/ 51077 w 51076"/>
                <a:gd name="csY2" fmla="*/ 81902 h 81902"/>
                <a:gd name="csX3" fmla="*/ 0 w 51076"/>
                <a:gd name="csY3" fmla="*/ 81902 h 81902"/>
                <a:gd name="csX4" fmla="*/ 0 w 51076"/>
                <a:gd name="csY4" fmla="*/ 72739 h 81902"/>
                <a:gd name="csX5" fmla="*/ 16863 w 51076"/>
                <a:gd name="csY5" fmla="*/ 55555 h 81902"/>
                <a:gd name="csX6" fmla="*/ 30334 w 51076"/>
                <a:gd name="csY6" fmla="*/ 41603 h 81902"/>
                <a:gd name="csX7" fmla="*/ 37606 w 51076"/>
                <a:gd name="csY7" fmla="*/ 31681 h 81902"/>
                <a:gd name="csX8" fmla="*/ 39708 w 51076"/>
                <a:gd name="csY8" fmla="*/ 23661 h 81902"/>
                <a:gd name="csX9" fmla="*/ 35182 w 51076"/>
                <a:gd name="csY9" fmla="*/ 13207 h 81902"/>
                <a:gd name="csX10" fmla="*/ 23491 w 51076"/>
                <a:gd name="csY10" fmla="*/ 9164 h 81902"/>
                <a:gd name="csX11" fmla="*/ 12662 w 51076"/>
                <a:gd name="csY11" fmla="*/ 10946 h 81902"/>
                <a:gd name="csX12" fmla="*/ 539 w 51076"/>
                <a:gd name="csY12" fmla="*/ 16333 h 81902"/>
                <a:gd name="csX13" fmla="*/ 539 w 51076"/>
                <a:gd name="csY13" fmla="*/ 5333 h 81902"/>
                <a:gd name="csX14" fmla="*/ 12823 w 51076"/>
                <a:gd name="csY14" fmla="*/ 1357 h 81902"/>
                <a:gd name="csX15" fmla="*/ 23275 w 51076"/>
                <a:gd name="csY15" fmla="*/ 0 h 81902"/>
                <a:gd name="csX16" fmla="*/ 43210 w 51076"/>
                <a:gd name="csY16" fmla="*/ 6251 h 81902"/>
                <a:gd name="csX17" fmla="*/ 50644 w 51076"/>
                <a:gd name="csY17" fmla="*/ 22956 h 81902"/>
                <a:gd name="csX18" fmla="*/ 48760 w 51076"/>
                <a:gd name="csY18" fmla="*/ 32386 h 81902"/>
                <a:gd name="csX19" fmla="*/ 42024 w 51076"/>
                <a:gd name="csY19" fmla="*/ 42840 h 81902"/>
                <a:gd name="csX20" fmla="*/ 33458 w 51076"/>
                <a:gd name="csY20" fmla="*/ 51884 h 81902"/>
                <a:gd name="csX21" fmla="*/ 13093 w 51076"/>
                <a:gd name="csY21" fmla="*/ 72739 h 81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076" h="81902">
                  <a:moveTo>
                    <a:pt x="13093" y="72739"/>
                  </a:moveTo>
                  <a:lnTo>
                    <a:pt x="51077" y="72739"/>
                  </a:lnTo>
                  <a:lnTo>
                    <a:pt x="51077" y="81902"/>
                  </a:lnTo>
                  <a:lnTo>
                    <a:pt x="0" y="81902"/>
                  </a:lnTo>
                  <a:lnTo>
                    <a:pt x="0" y="72739"/>
                  </a:lnTo>
                  <a:cubicBezTo>
                    <a:pt x="4130" y="68469"/>
                    <a:pt x="9752" y="62737"/>
                    <a:pt x="16863" y="55555"/>
                  </a:cubicBezTo>
                  <a:cubicBezTo>
                    <a:pt x="24012" y="48333"/>
                    <a:pt x="28502" y="43691"/>
                    <a:pt x="30334" y="41603"/>
                  </a:cubicBezTo>
                  <a:cubicBezTo>
                    <a:pt x="33817" y="37679"/>
                    <a:pt x="36242" y="34381"/>
                    <a:pt x="37606" y="31681"/>
                  </a:cubicBezTo>
                  <a:cubicBezTo>
                    <a:pt x="39007" y="28954"/>
                    <a:pt x="39708" y="26281"/>
                    <a:pt x="39708" y="23661"/>
                  </a:cubicBezTo>
                  <a:cubicBezTo>
                    <a:pt x="39708" y="19392"/>
                    <a:pt x="38199" y="15907"/>
                    <a:pt x="35182" y="13207"/>
                  </a:cubicBezTo>
                  <a:cubicBezTo>
                    <a:pt x="32201" y="10507"/>
                    <a:pt x="28304" y="9164"/>
                    <a:pt x="23491" y="9164"/>
                  </a:cubicBezTo>
                  <a:cubicBezTo>
                    <a:pt x="20079" y="9164"/>
                    <a:pt x="16470" y="9762"/>
                    <a:pt x="12662" y="10946"/>
                  </a:cubicBezTo>
                  <a:cubicBezTo>
                    <a:pt x="8890" y="12130"/>
                    <a:pt x="4849" y="13925"/>
                    <a:pt x="539" y="16333"/>
                  </a:cubicBezTo>
                  <a:lnTo>
                    <a:pt x="539" y="5333"/>
                  </a:lnTo>
                  <a:cubicBezTo>
                    <a:pt x="4921" y="3578"/>
                    <a:pt x="9015" y="2248"/>
                    <a:pt x="12823" y="1357"/>
                  </a:cubicBezTo>
                  <a:cubicBezTo>
                    <a:pt x="16630" y="452"/>
                    <a:pt x="20114" y="0"/>
                    <a:pt x="23275" y="0"/>
                  </a:cubicBezTo>
                  <a:cubicBezTo>
                    <a:pt x="31608" y="0"/>
                    <a:pt x="38253" y="2088"/>
                    <a:pt x="43210" y="6251"/>
                  </a:cubicBezTo>
                  <a:cubicBezTo>
                    <a:pt x="48166" y="10414"/>
                    <a:pt x="50644" y="15987"/>
                    <a:pt x="50644" y="22956"/>
                  </a:cubicBezTo>
                  <a:cubicBezTo>
                    <a:pt x="50644" y="26268"/>
                    <a:pt x="50017" y="29407"/>
                    <a:pt x="48760" y="32386"/>
                  </a:cubicBezTo>
                  <a:cubicBezTo>
                    <a:pt x="47537" y="35325"/>
                    <a:pt x="45292" y="38810"/>
                    <a:pt x="42024" y="42840"/>
                  </a:cubicBezTo>
                  <a:cubicBezTo>
                    <a:pt x="41127" y="43877"/>
                    <a:pt x="38271" y="46896"/>
                    <a:pt x="33458" y="51884"/>
                  </a:cubicBezTo>
                  <a:cubicBezTo>
                    <a:pt x="28645" y="56845"/>
                    <a:pt x="21856" y="63788"/>
                    <a:pt x="13093" y="72739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7BA556E4-37FC-1AF2-7A43-E92A40053D43}"/>
                </a:ext>
              </a:extLst>
            </p:cNvPr>
            <p:cNvSpPr/>
            <p:nvPr/>
          </p:nvSpPr>
          <p:spPr>
            <a:xfrm>
              <a:off x="5427315" y="4754107"/>
              <a:ext cx="55608" cy="83458"/>
            </a:xfrm>
            <a:custGeom>
              <a:avLst/>
              <a:gdLst>
                <a:gd name="csX0" fmla="*/ 27797 w 55608"/>
                <a:gd name="csY0" fmla="*/ 8632 h 83458"/>
                <a:gd name="csX1" fmla="*/ 15136 w 55608"/>
                <a:gd name="csY1" fmla="*/ 16918 h 83458"/>
                <a:gd name="csX2" fmla="*/ 10933 w 55608"/>
                <a:gd name="csY2" fmla="*/ 41763 h 83458"/>
                <a:gd name="csX3" fmla="*/ 15136 w 55608"/>
                <a:gd name="csY3" fmla="*/ 66594 h 83458"/>
                <a:gd name="csX4" fmla="*/ 27797 w 55608"/>
                <a:gd name="csY4" fmla="*/ 74840 h 83458"/>
                <a:gd name="csX5" fmla="*/ 40459 w 55608"/>
                <a:gd name="csY5" fmla="*/ 66594 h 83458"/>
                <a:gd name="csX6" fmla="*/ 44715 w 55608"/>
                <a:gd name="csY6" fmla="*/ 41763 h 83458"/>
                <a:gd name="csX7" fmla="*/ 40459 w 55608"/>
                <a:gd name="csY7" fmla="*/ 16918 h 83458"/>
                <a:gd name="csX8" fmla="*/ 27797 w 55608"/>
                <a:gd name="csY8" fmla="*/ 8632 h 83458"/>
                <a:gd name="csX9" fmla="*/ 27797 w 55608"/>
                <a:gd name="csY9" fmla="*/ 0 h 83458"/>
                <a:gd name="csX10" fmla="*/ 48439 w 55608"/>
                <a:gd name="csY10" fmla="*/ 10733 h 83458"/>
                <a:gd name="csX11" fmla="*/ 55608 w 55608"/>
                <a:gd name="csY11" fmla="*/ 41763 h 83458"/>
                <a:gd name="csX12" fmla="*/ 48439 w 55608"/>
                <a:gd name="csY12" fmla="*/ 72792 h 83458"/>
                <a:gd name="csX13" fmla="*/ 27797 w 55608"/>
                <a:gd name="csY13" fmla="*/ 83459 h 83458"/>
                <a:gd name="csX14" fmla="*/ 7116 w 55608"/>
                <a:gd name="csY14" fmla="*/ 72792 h 83458"/>
                <a:gd name="csX15" fmla="*/ 0 w 55608"/>
                <a:gd name="csY15" fmla="*/ 41763 h 83458"/>
                <a:gd name="csX16" fmla="*/ 7116 w 55608"/>
                <a:gd name="csY16" fmla="*/ 10733 h 83458"/>
                <a:gd name="csX17" fmla="*/ 27797 w 55608"/>
                <a:gd name="csY17" fmla="*/ 0 h 8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8" h="83458">
                  <a:moveTo>
                    <a:pt x="27797" y="8632"/>
                  </a:moveTo>
                  <a:cubicBezTo>
                    <a:pt x="22198" y="8632"/>
                    <a:pt x="17969" y="11398"/>
                    <a:pt x="15136" y="16918"/>
                  </a:cubicBezTo>
                  <a:cubicBezTo>
                    <a:pt x="12329" y="22411"/>
                    <a:pt x="10933" y="30697"/>
                    <a:pt x="10933" y="41763"/>
                  </a:cubicBezTo>
                  <a:cubicBezTo>
                    <a:pt x="10933" y="52788"/>
                    <a:pt x="12329" y="61061"/>
                    <a:pt x="15136" y="66594"/>
                  </a:cubicBezTo>
                  <a:cubicBezTo>
                    <a:pt x="17969" y="72087"/>
                    <a:pt x="22198" y="74840"/>
                    <a:pt x="27797" y="74840"/>
                  </a:cubicBezTo>
                  <a:cubicBezTo>
                    <a:pt x="33437" y="74840"/>
                    <a:pt x="37653" y="72087"/>
                    <a:pt x="40459" y="66594"/>
                  </a:cubicBezTo>
                  <a:cubicBezTo>
                    <a:pt x="43292" y="61061"/>
                    <a:pt x="44715" y="52788"/>
                    <a:pt x="44715" y="41763"/>
                  </a:cubicBezTo>
                  <a:cubicBezTo>
                    <a:pt x="44715" y="30697"/>
                    <a:pt x="43292" y="22411"/>
                    <a:pt x="40459" y="16918"/>
                  </a:cubicBezTo>
                  <a:cubicBezTo>
                    <a:pt x="37653" y="11398"/>
                    <a:pt x="33437" y="8632"/>
                    <a:pt x="27797" y="8632"/>
                  </a:cubicBezTo>
                  <a:moveTo>
                    <a:pt x="27797" y="0"/>
                  </a:moveTo>
                  <a:cubicBezTo>
                    <a:pt x="36815" y="0"/>
                    <a:pt x="43691" y="3578"/>
                    <a:pt x="48439" y="10733"/>
                  </a:cubicBezTo>
                  <a:cubicBezTo>
                    <a:pt x="53214" y="17849"/>
                    <a:pt x="55608" y="28183"/>
                    <a:pt x="55608" y="41763"/>
                  </a:cubicBezTo>
                  <a:cubicBezTo>
                    <a:pt x="55608" y="55302"/>
                    <a:pt x="53214" y="65650"/>
                    <a:pt x="48439" y="72792"/>
                  </a:cubicBezTo>
                  <a:cubicBezTo>
                    <a:pt x="43691" y="79907"/>
                    <a:pt x="36815" y="83459"/>
                    <a:pt x="27797" y="83459"/>
                  </a:cubicBezTo>
                  <a:cubicBezTo>
                    <a:pt x="18793" y="83459"/>
                    <a:pt x="11890" y="79907"/>
                    <a:pt x="7116" y="72792"/>
                  </a:cubicBezTo>
                  <a:cubicBezTo>
                    <a:pt x="2367" y="65650"/>
                    <a:pt x="0" y="55302"/>
                    <a:pt x="0" y="41763"/>
                  </a:cubicBezTo>
                  <a:cubicBezTo>
                    <a:pt x="0" y="28183"/>
                    <a:pt x="2367" y="17849"/>
                    <a:pt x="7116" y="10733"/>
                  </a:cubicBezTo>
                  <a:cubicBezTo>
                    <a:pt x="11890" y="3578"/>
                    <a:pt x="18793" y="0"/>
                    <a:pt x="27797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D595BB9A-2CEE-6779-81F4-282C9E162EFA}"/>
                </a:ext>
              </a:extLst>
            </p:cNvPr>
            <p:cNvSpPr/>
            <p:nvPr/>
          </p:nvSpPr>
          <p:spPr>
            <a:xfrm>
              <a:off x="5957818" y="4754107"/>
              <a:ext cx="51072" cy="81902"/>
            </a:xfrm>
            <a:custGeom>
              <a:avLst/>
              <a:gdLst>
                <a:gd name="csX0" fmla="*/ 13087 w 51072"/>
                <a:gd name="csY0" fmla="*/ 72739 h 81902"/>
                <a:gd name="csX1" fmla="*/ 51073 w 51072"/>
                <a:gd name="csY1" fmla="*/ 72739 h 81902"/>
                <a:gd name="csX2" fmla="*/ 51073 w 51072"/>
                <a:gd name="csY2" fmla="*/ 81902 h 81902"/>
                <a:gd name="csX3" fmla="*/ 0 w 51072"/>
                <a:gd name="csY3" fmla="*/ 81902 h 81902"/>
                <a:gd name="csX4" fmla="*/ 0 w 51072"/>
                <a:gd name="csY4" fmla="*/ 72739 h 81902"/>
                <a:gd name="csX5" fmla="*/ 16865 w 51072"/>
                <a:gd name="csY5" fmla="*/ 55555 h 81902"/>
                <a:gd name="csX6" fmla="*/ 30338 w 51072"/>
                <a:gd name="csY6" fmla="*/ 41603 h 81902"/>
                <a:gd name="csX7" fmla="*/ 37600 w 51072"/>
                <a:gd name="csY7" fmla="*/ 31681 h 81902"/>
                <a:gd name="csX8" fmla="*/ 39701 w 51072"/>
                <a:gd name="csY8" fmla="*/ 23661 h 81902"/>
                <a:gd name="csX9" fmla="*/ 35179 w 51072"/>
                <a:gd name="csY9" fmla="*/ 13207 h 81902"/>
                <a:gd name="csX10" fmla="*/ 23488 w 51072"/>
                <a:gd name="csY10" fmla="*/ 9164 h 81902"/>
                <a:gd name="csX11" fmla="*/ 12662 w 51072"/>
                <a:gd name="csY11" fmla="*/ 10946 h 81902"/>
                <a:gd name="csX12" fmla="*/ 532 w 51072"/>
                <a:gd name="csY12" fmla="*/ 16333 h 81902"/>
                <a:gd name="csX13" fmla="*/ 532 w 51072"/>
                <a:gd name="csY13" fmla="*/ 5333 h 81902"/>
                <a:gd name="csX14" fmla="*/ 12821 w 51072"/>
                <a:gd name="csY14" fmla="*/ 1357 h 81902"/>
                <a:gd name="csX15" fmla="*/ 23275 w 51072"/>
                <a:gd name="csY15" fmla="*/ 0 h 81902"/>
                <a:gd name="csX16" fmla="*/ 43212 w 51072"/>
                <a:gd name="csY16" fmla="*/ 6251 h 81902"/>
                <a:gd name="csX17" fmla="*/ 50647 w 51072"/>
                <a:gd name="csY17" fmla="*/ 22956 h 81902"/>
                <a:gd name="csX18" fmla="*/ 48758 w 51072"/>
                <a:gd name="csY18" fmla="*/ 32386 h 81902"/>
                <a:gd name="csX19" fmla="*/ 42028 w 51072"/>
                <a:gd name="csY19" fmla="*/ 42840 h 81902"/>
                <a:gd name="csX20" fmla="*/ 33463 w 51072"/>
                <a:gd name="csY20" fmla="*/ 51884 h 81902"/>
                <a:gd name="csX21" fmla="*/ 13087 w 51072"/>
                <a:gd name="csY21" fmla="*/ 72739 h 81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072" h="81902">
                  <a:moveTo>
                    <a:pt x="13087" y="72739"/>
                  </a:moveTo>
                  <a:lnTo>
                    <a:pt x="51073" y="72739"/>
                  </a:lnTo>
                  <a:lnTo>
                    <a:pt x="51073" y="81902"/>
                  </a:lnTo>
                  <a:lnTo>
                    <a:pt x="0" y="81902"/>
                  </a:lnTo>
                  <a:lnTo>
                    <a:pt x="0" y="72739"/>
                  </a:lnTo>
                  <a:cubicBezTo>
                    <a:pt x="4136" y="68469"/>
                    <a:pt x="9749" y="62737"/>
                    <a:pt x="16865" y="55555"/>
                  </a:cubicBezTo>
                  <a:cubicBezTo>
                    <a:pt x="24007" y="48333"/>
                    <a:pt x="28502" y="43691"/>
                    <a:pt x="30338" y="41603"/>
                  </a:cubicBezTo>
                  <a:cubicBezTo>
                    <a:pt x="33822" y="37679"/>
                    <a:pt x="36243" y="34381"/>
                    <a:pt x="37600" y="31681"/>
                  </a:cubicBezTo>
                  <a:cubicBezTo>
                    <a:pt x="38996" y="28954"/>
                    <a:pt x="39701" y="26281"/>
                    <a:pt x="39701" y="23661"/>
                  </a:cubicBezTo>
                  <a:cubicBezTo>
                    <a:pt x="39701" y="19392"/>
                    <a:pt x="38198" y="15907"/>
                    <a:pt x="35179" y="13207"/>
                  </a:cubicBezTo>
                  <a:cubicBezTo>
                    <a:pt x="32200" y="10507"/>
                    <a:pt x="28303" y="9164"/>
                    <a:pt x="23488" y="9164"/>
                  </a:cubicBezTo>
                  <a:cubicBezTo>
                    <a:pt x="20070" y="9164"/>
                    <a:pt x="16466" y="9762"/>
                    <a:pt x="12662" y="10946"/>
                  </a:cubicBezTo>
                  <a:cubicBezTo>
                    <a:pt x="8898" y="12130"/>
                    <a:pt x="4855" y="13925"/>
                    <a:pt x="532" y="16333"/>
                  </a:cubicBezTo>
                  <a:lnTo>
                    <a:pt x="532" y="5333"/>
                  </a:lnTo>
                  <a:cubicBezTo>
                    <a:pt x="4921" y="3578"/>
                    <a:pt x="9018" y="2248"/>
                    <a:pt x="12821" y="1357"/>
                  </a:cubicBezTo>
                  <a:cubicBezTo>
                    <a:pt x="16625" y="452"/>
                    <a:pt x="20110" y="0"/>
                    <a:pt x="23275" y="0"/>
                  </a:cubicBezTo>
                  <a:cubicBezTo>
                    <a:pt x="31615" y="0"/>
                    <a:pt x="38251" y="2088"/>
                    <a:pt x="43212" y="6251"/>
                  </a:cubicBezTo>
                  <a:cubicBezTo>
                    <a:pt x="48173" y="10414"/>
                    <a:pt x="50647" y="15987"/>
                    <a:pt x="50647" y="22956"/>
                  </a:cubicBezTo>
                  <a:cubicBezTo>
                    <a:pt x="50647" y="26268"/>
                    <a:pt x="50022" y="29407"/>
                    <a:pt x="48758" y="32386"/>
                  </a:cubicBezTo>
                  <a:cubicBezTo>
                    <a:pt x="47535" y="35325"/>
                    <a:pt x="45287" y="38810"/>
                    <a:pt x="42028" y="42840"/>
                  </a:cubicBezTo>
                  <a:cubicBezTo>
                    <a:pt x="41124" y="43877"/>
                    <a:pt x="38265" y="46896"/>
                    <a:pt x="33463" y="51884"/>
                  </a:cubicBezTo>
                  <a:cubicBezTo>
                    <a:pt x="28649" y="56845"/>
                    <a:pt x="21852" y="63788"/>
                    <a:pt x="13087" y="72739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934A4C1B-F9FC-453E-000E-1F707E590C13}"/>
                </a:ext>
              </a:extLst>
            </p:cNvPr>
            <p:cNvSpPr/>
            <p:nvPr/>
          </p:nvSpPr>
          <p:spPr>
            <a:xfrm>
              <a:off x="6482283" y="4755570"/>
              <a:ext cx="58613" cy="80439"/>
            </a:xfrm>
            <a:custGeom>
              <a:avLst/>
              <a:gdLst>
                <a:gd name="csX0" fmla="*/ 36309 w 58613"/>
                <a:gd name="csY0" fmla="*/ 9483 h 80439"/>
                <a:gd name="csX1" fmla="*/ 8831 w 58613"/>
                <a:gd name="csY1" fmla="*/ 52416 h 80439"/>
                <a:gd name="csX2" fmla="*/ 36309 w 58613"/>
                <a:gd name="csY2" fmla="*/ 52416 h 80439"/>
                <a:gd name="csX3" fmla="*/ 36309 w 58613"/>
                <a:gd name="csY3" fmla="*/ 9483 h 80439"/>
                <a:gd name="csX4" fmla="*/ 33463 w 58613"/>
                <a:gd name="csY4" fmla="*/ 0 h 80439"/>
                <a:gd name="csX5" fmla="*/ 47149 w 58613"/>
                <a:gd name="csY5" fmla="*/ 0 h 80439"/>
                <a:gd name="csX6" fmla="*/ 47149 w 58613"/>
                <a:gd name="csY6" fmla="*/ 52416 h 80439"/>
                <a:gd name="csX7" fmla="*/ 58614 w 58613"/>
                <a:gd name="csY7" fmla="*/ 52416 h 80439"/>
                <a:gd name="csX8" fmla="*/ 58614 w 58613"/>
                <a:gd name="csY8" fmla="*/ 61473 h 80439"/>
                <a:gd name="csX9" fmla="*/ 47149 w 58613"/>
                <a:gd name="csY9" fmla="*/ 61473 h 80439"/>
                <a:gd name="csX10" fmla="*/ 47149 w 58613"/>
                <a:gd name="csY10" fmla="*/ 80439 h 80439"/>
                <a:gd name="csX11" fmla="*/ 36309 w 58613"/>
                <a:gd name="csY11" fmla="*/ 80439 h 80439"/>
                <a:gd name="csX12" fmla="*/ 36309 w 58613"/>
                <a:gd name="csY12" fmla="*/ 61473 h 80439"/>
                <a:gd name="csX13" fmla="*/ 0 w 58613"/>
                <a:gd name="csY13" fmla="*/ 61473 h 80439"/>
                <a:gd name="csX14" fmla="*/ 0 w 58613"/>
                <a:gd name="csY14" fmla="*/ 50966 h 80439"/>
                <a:gd name="csX15" fmla="*/ 33463 w 58613"/>
                <a:gd name="csY15" fmla="*/ 0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8613" h="80439">
                  <a:moveTo>
                    <a:pt x="36309" y="9483"/>
                  </a:moveTo>
                  <a:lnTo>
                    <a:pt x="8831" y="52416"/>
                  </a:lnTo>
                  <a:lnTo>
                    <a:pt x="36309" y="52416"/>
                  </a:lnTo>
                  <a:lnTo>
                    <a:pt x="36309" y="9483"/>
                  </a:lnTo>
                  <a:moveTo>
                    <a:pt x="33463" y="0"/>
                  </a:moveTo>
                  <a:lnTo>
                    <a:pt x="47149" y="0"/>
                  </a:lnTo>
                  <a:lnTo>
                    <a:pt x="47149" y="52416"/>
                  </a:lnTo>
                  <a:lnTo>
                    <a:pt x="58614" y="52416"/>
                  </a:lnTo>
                  <a:lnTo>
                    <a:pt x="58614" y="61473"/>
                  </a:lnTo>
                  <a:lnTo>
                    <a:pt x="47149" y="61473"/>
                  </a:lnTo>
                  <a:lnTo>
                    <a:pt x="47149" y="80439"/>
                  </a:lnTo>
                  <a:lnTo>
                    <a:pt x="36309" y="80439"/>
                  </a:lnTo>
                  <a:lnTo>
                    <a:pt x="36309" y="61473"/>
                  </a:lnTo>
                  <a:lnTo>
                    <a:pt x="0" y="61473"/>
                  </a:lnTo>
                  <a:lnTo>
                    <a:pt x="0" y="50966"/>
                  </a:lnTo>
                  <a:lnTo>
                    <a:pt x="33463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2FF4A67E-F31B-9599-FC20-A4C276D65A37}"/>
                </a:ext>
              </a:extLst>
            </p:cNvPr>
            <p:cNvSpPr/>
            <p:nvPr/>
          </p:nvSpPr>
          <p:spPr>
            <a:xfrm>
              <a:off x="4055288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8F7FC89-1378-20D6-42D0-B30AB30A0B5C}"/>
                </a:ext>
              </a:extLst>
            </p:cNvPr>
            <p:cNvSpPr/>
            <p:nvPr/>
          </p:nvSpPr>
          <p:spPr>
            <a:xfrm>
              <a:off x="4055288" y="4430900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0DF8D9DD-3F97-F6E1-F993-D665505AADF2}"/>
                </a:ext>
              </a:extLst>
            </p:cNvPr>
            <p:cNvSpPr/>
            <p:nvPr/>
          </p:nvSpPr>
          <p:spPr>
            <a:xfrm>
              <a:off x="4055288" y="4130782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04280726-5EA4-5D04-EE50-C6914403181E}"/>
                </a:ext>
              </a:extLst>
            </p:cNvPr>
            <p:cNvSpPr/>
            <p:nvPr/>
          </p:nvSpPr>
          <p:spPr>
            <a:xfrm>
              <a:off x="4055288" y="3830673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FDD9A703-2512-1737-B31C-6D7EDC01EBA0}"/>
                </a:ext>
              </a:extLst>
            </p:cNvPr>
            <p:cNvSpPr/>
            <p:nvPr/>
          </p:nvSpPr>
          <p:spPr>
            <a:xfrm>
              <a:off x="4055288" y="3530558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DBF982AB-6079-73A6-DEEF-06288D61294F}"/>
                </a:ext>
              </a:extLst>
            </p:cNvPr>
            <p:cNvSpPr/>
            <p:nvPr/>
          </p:nvSpPr>
          <p:spPr>
            <a:xfrm>
              <a:off x="4055288" y="3230443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B007CFC2-1AE5-E811-F7B2-24443ED7926F}"/>
                </a:ext>
              </a:extLst>
            </p:cNvPr>
            <p:cNvSpPr/>
            <p:nvPr/>
          </p:nvSpPr>
          <p:spPr>
            <a:xfrm>
              <a:off x="4055288" y="2930329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A9030A8A-113A-DE18-04FB-EF407C1F4F57}"/>
                </a:ext>
              </a:extLst>
            </p:cNvPr>
            <p:cNvSpPr/>
            <p:nvPr/>
          </p:nvSpPr>
          <p:spPr>
            <a:xfrm>
              <a:off x="3795883" y="4431951"/>
              <a:ext cx="69071" cy="9163"/>
            </a:xfrm>
            <a:custGeom>
              <a:avLst/>
              <a:gdLst>
                <a:gd name="csX0" fmla="*/ 0 w 69071"/>
                <a:gd name="csY0" fmla="*/ 0 h 9163"/>
                <a:gd name="csX1" fmla="*/ 69072 w 69071"/>
                <a:gd name="csY1" fmla="*/ 0 h 9163"/>
                <a:gd name="csX2" fmla="*/ 69072 w 69071"/>
                <a:gd name="csY2" fmla="*/ 9164 h 9163"/>
                <a:gd name="csX3" fmla="*/ 0 w 69071"/>
                <a:gd name="csY3" fmla="*/ 9164 h 9163"/>
                <a:gd name="csX4" fmla="*/ 0 w 69071"/>
                <a:gd name="csY4" fmla="*/ 0 h 9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63">
                  <a:moveTo>
                    <a:pt x="0" y="0"/>
                  </a:moveTo>
                  <a:lnTo>
                    <a:pt x="69072" y="0"/>
                  </a:lnTo>
                  <a:lnTo>
                    <a:pt x="69072" y="9164"/>
                  </a:lnTo>
                  <a:lnTo>
                    <a:pt x="0" y="9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EC51577A-E880-2F54-C0DE-F7B13EB04ECB}"/>
                </a:ext>
              </a:extLst>
            </p:cNvPr>
            <p:cNvSpPr/>
            <p:nvPr/>
          </p:nvSpPr>
          <p:spPr>
            <a:xfrm>
              <a:off x="3888768" y="4390680"/>
              <a:ext cx="47896" cy="80439"/>
            </a:xfrm>
            <a:custGeom>
              <a:avLst/>
              <a:gdLst>
                <a:gd name="csX0" fmla="*/ 1561 w 47896"/>
                <a:gd name="csY0" fmla="*/ 71276 h 80439"/>
                <a:gd name="csX1" fmla="*/ 19341 w 47896"/>
                <a:gd name="csY1" fmla="*/ 71276 h 80439"/>
                <a:gd name="csX2" fmla="*/ 19341 w 47896"/>
                <a:gd name="csY2" fmla="*/ 9909 h 80439"/>
                <a:gd name="csX3" fmla="*/ 0 w 47896"/>
                <a:gd name="csY3" fmla="*/ 13792 h 80439"/>
                <a:gd name="csX4" fmla="*/ 0 w 47896"/>
                <a:gd name="csY4" fmla="*/ 3884 h 80439"/>
                <a:gd name="csX5" fmla="*/ 19233 w 47896"/>
                <a:gd name="csY5" fmla="*/ 0 h 80439"/>
                <a:gd name="csX6" fmla="*/ 30117 w 47896"/>
                <a:gd name="csY6" fmla="*/ 0 h 80439"/>
                <a:gd name="csX7" fmla="*/ 30117 w 47896"/>
                <a:gd name="csY7" fmla="*/ 71276 h 80439"/>
                <a:gd name="csX8" fmla="*/ 47897 w 47896"/>
                <a:gd name="csY8" fmla="*/ 71276 h 80439"/>
                <a:gd name="csX9" fmla="*/ 47897 w 47896"/>
                <a:gd name="csY9" fmla="*/ 80439 h 80439"/>
                <a:gd name="csX10" fmla="*/ 1561 w 47896"/>
                <a:gd name="csY10" fmla="*/ 80439 h 80439"/>
                <a:gd name="csX11" fmla="*/ 1561 w 47896"/>
                <a:gd name="csY11" fmla="*/ 71276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9">
                  <a:moveTo>
                    <a:pt x="1561" y="71276"/>
                  </a:moveTo>
                  <a:lnTo>
                    <a:pt x="19341" y="71276"/>
                  </a:lnTo>
                  <a:lnTo>
                    <a:pt x="19341" y="9909"/>
                  </a:lnTo>
                  <a:lnTo>
                    <a:pt x="0" y="13792"/>
                  </a:lnTo>
                  <a:lnTo>
                    <a:pt x="0" y="3884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76"/>
                  </a:lnTo>
                  <a:lnTo>
                    <a:pt x="47897" y="71276"/>
                  </a:lnTo>
                  <a:lnTo>
                    <a:pt x="47897" y="80439"/>
                  </a:lnTo>
                  <a:lnTo>
                    <a:pt x="1561" y="80439"/>
                  </a:lnTo>
                  <a:lnTo>
                    <a:pt x="1561" y="71276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959F74EC-1ECE-C0E8-FDBC-E45EFF8DC38B}"/>
                </a:ext>
              </a:extLst>
            </p:cNvPr>
            <p:cNvSpPr/>
            <p:nvPr/>
          </p:nvSpPr>
          <p:spPr>
            <a:xfrm>
              <a:off x="3955361" y="4390680"/>
              <a:ext cx="52046" cy="82008"/>
            </a:xfrm>
            <a:custGeom>
              <a:avLst/>
              <a:gdLst>
                <a:gd name="csX0" fmla="*/ 3394 w 52046"/>
                <a:gd name="csY0" fmla="*/ 0 h 82008"/>
                <a:gd name="csX1" fmla="*/ 46120 w 52046"/>
                <a:gd name="csY1" fmla="*/ 0 h 82008"/>
                <a:gd name="csX2" fmla="*/ 46120 w 52046"/>
                <a:gd name="csY2" fmla="*/ 9164 h 82008"/>
                <a:gd name="csX3" fmla="*/ 13361 w 52046"/>
                <a:gd name="csY3" fmla="*/ 9164 h 82008"/>
                <a:gd name="csX4" fmla="*/ 13361 w 52046"/>
                <a:gd name="csY4" fmla="*/ 28875 h 82008"/>
                <a:gd name="csX5" fmla="*/ 18103 w 52046"/>
                <a:gd name="csY5" fmla="*/ 27691 h 82008"/>
                <a:gd name="csX6" fmla="*/ 22844 w 52046"/>
                <a:gd name="csY6" fmla="*/ 27265 h 82008"/>
                <a:gd name="csX7" fmla="*/ 44179 w 52046"/>
                <a:gd name="csY7" fmla="*/ 34647 h 82008"/>
                <a:gd name="csX8" fmla="*/ 52046 w 52046"/>
                <a:gd name="csY8" fmla="*/ 54637 h 82008"/>
                <a:gd name="csX9" fmla="*/ 43964 w 52046"/>
                <a:gd name="csY9" fmla="*/ 74840 h 82008"/>
                <a:gd name="csX10" fmla="*/ 21174 w 52046"/>
                <a:gd name="csY10" fmla="*/ 82009 h 82008"/>
                <a:gd name="csX11" fmla="*/ 10829 w 52046"/>
                <a:gd name="csY11" fmla="*/ 81144 h 82008"/>
                <a:gd name="csX12" fmla="*/ 0 w 52046"/>
                <a:gd name="csY12" fmla="*/ 78551 h 82008"/>
                <a:gd name="csX13" fmla="*/ 0 w 52046"/>
                <a:gd name="csY13" fmla="*/ 67618 h 82008"/>
                <a:gd name="csX14" fmla="*/ 10020 w 52046"/>
                <a:gd name="csY14" fmla="*/ 71555 h 82008"/>
                <a:gd name="csX15" fmla="*/ 20958 w 52046"/>
                <a:gd name="csY15" fmla="*/ 72845 h 82008"/>
                <a:gd name="csX16" fmla="*/ 35720 w 52046"/>
                <a:gd name="csY16" fmla="*/ 67937 h 82008"/>
                <a:gd name="csX17" fmla="*/ 41163 w 52046"/>
                <a:gd name="csY17" fmla="*/ 54637 h 82008"/>
                <a:gd name="csX18" fmla="*/ 35720 w 52046"/>
                <a:gd name="csY18" fmla="*/ 41324 h 82008"/>
                <a:gd name="csX19" fmla="*/ 20958 w 52046"/>
                <a:gd name="csY19" fmla="*/ 36429 h 82008"/>
                <a:gd name="csX20" fmla="*/ 12229 w 52046"/>
                <a:gd name="csY20" fmla="*/ 37387 h 82008"/>
                <a:gd name="csX21" fmla="*/ 3394 w 52046"/>
                <a:gd name="csY21" fmla="*/ 40406 h 82008"/>
                <a:gd name="csX22" fmla="*/ 3394 w 52046"/>
                <a:gd name="csY22" fmla="*/ 0 h 82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8">
                  <a:moveTo>
                    <a:pt x="3394" y="0"/>
                  </a:moveTo>
                  <a:lnTo>
                    <a:pt x="46120" y="0"/>
                  </a:lnTo>
                  <a:lnTo>
                    <a:pt x="46120" y="9164"/>
                  </a:lnTo>
                  <a:lnTo>
                    <a:pt x="13361" y="9164"/>
                  </a:lnTo>
                  <a:lnTo>
                    <a:pt x="13361" y="28875"/>
                  </a:lnTo>
                  <a:cubicBezTo>
                    <a:pt x="14941" y="28343"/>
                    <a:pt x="16521" y="27944"/>
                    <a:pt x="18103" y="27691"/>
                  </a:cubicBezTo>
                  <a:cubicBezTo>
                    <a:pt x="19683" y="27412"/>
                    <a:pt x="21263" y="27265"/>
                    <a:pt x="22844" y="27265"/>
                  </a:cubicBezTo>
                  <a:cubicBezTo>
                    <a:pt x="31823" y="27265"/>
                    <a:pt x="38935" y="29726"/>
                    <a:pt x="44179" y="34647"/>
                  </a:cubicBezTo>
                  <a:cubicBezTo>
                    <a:pt x="49423" y="39568"/>
                    <a:pt x="52046" y="46231"/>
                    <a:pt x="52046" y="54637"/>
                  </a:cubicBezTo>
                  <a:cubicBezTo>
                    <a:pt x="52046" y="63295"/>
                    <a:pt x="49352" y="70025"/>
                    <a:pt x="43964" y="74840"/>
                  </a:cubicBezTo>
                  <a:cubicBezTo>
                    <a:pt x="38576" y="79615"/>
                    <a:pt x="30980" y="82009"/>
                    <a:pt x="21174" y="82009"/>
                  </a:cubicBezTo>
                  <a:cubicBezTo>
                    <a:pt x="17797" y="82009"/>
                    <a:pt x="14350" y="81716"/>
                    <a:pt x="10829" y="81144"/>
                  </a:cubicBezTo>
                  <a:cubicBezTo>
                    <a:pt x="7346" y="80572"/>
                    <a:pt x="3736" y="79708"/>
                    <a:pt x="0" y="78551"/>
                  </a:cubicBezTo>
                  <a:lnTo>
                    <a:pt x="0" y="67618"/>
                  </a:lnTo>
                  <a:cubicBezTo>
                    <a:pt x="3233" y="69387"/>
                    <a:pt x="6573" y="70690"/>
                    <a:pt x="10020" y="71555"/>
                  </a:cubicBezTo>
                  <a:cubicBezTo>
                    <a:pt x="13469" y="72419"/>
                    <a:pt x="17115" y="72845"/>
                    <a:pt x="20958" y="72845"/>
                  </a:cubicBezTo>
                  <a:cubicBezTo>
                    <a:pt x="27172" y="72845"/>
                    <a:pt x="32093" y="71209"/>
                    <a:pt x="35720" y="67937"/>
                  </a:cubicBezTo>
                  <a:cubicBezTo>
                    <a:pt x="39349" y="64679"/>
                    <a:pt x="41163" y="60236"/>
                    <a:pt x="41163" y="54637"/>
                  </a:cubicBezTo>
                  <a:cubicBezTo>
                    <a:pt x="41163" y="49038"/>
                    <a:pt x="39349" y="44595"/>
                    <a:pt x="35720" y="41324"/>
                  </a:cubicBezTo>
                  <a:cubicBezTo>
                    <a:pt x="32093" y="38065"/>
                    <a:pt x="27172" y="36429"/>
                    <a:pt x="20958" y="36429"/>
                  </a:cubicBezTo>
                  <a:cubicBezTo>
                    <a:pt x="18050" y="36429"/>
                    <a:pt x="15140" y="36748"/>
                    <a:pt x="12229" y="37387"/>
                  </a:cubicBezTo>
                  <a:cubicBezTo>
                    <a:pt x="9357" y="38038"/>
                    <a:pt x="6412" y="39036"/>
                    <a:pt x="3394" y="40406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A8AE728D-ACBE-BD1B-4BA6-3831479AF6DA}"/>
                </a:ext>
              </a:extLst>
            </p:cNvPr>
            <p:cNvSpPr/>
            <p:nvPr/>
          </p:nvSpPr>
          <p:spPr>
            <a:xfrm>
              <a:off x="3793566" y="4131833"/>
              <a:ext cx="69071" cy="9163"/>
            </a:xfrm>
            <a:custGeom>
              <a:avLst/>
              <a:gdLst>
                <a:gd name="csX0" fmla="*/ 0 w 69071"/>
                <a:gd name="csY0" fmla="*/ 0 h 9163"/>
                <a:gd name="csX1" fmla="*/ 69072 w 69071"/>
                <a:gd name="csY1" fmla="*/ 0 h 9163"/>
                <a:gd name="csX2" fmla="*/ 69072 w 69071"/>
                <a:gd name="csY2" fmla="*/ 9164 h 9163"/>
                <a:gd name="csX3" fmla="*/ 0 w 69071"/>
                <a:gd name="csY3" fmla="*/ 9164 h 9163"/>
                <a:gd name="csX4" fmla="*/ 0 w 69071"/>
                <a:gd name="csY4" fmla="*/ 0 h 9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63">
                  <a:moveTo>
                    <a:pt x="0" y="0"/>
                  </a:moveTo>
                  <a:lnTo>
                    <a:pt x="69072" y="0"/>
                  </a:lnTo>
                  <a:lnTo>
                    <a:pt x="69072" y="9164"/>
                  </a:lnTo>
                  <a:lnTo>
                    <a:pt x="0" y="9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C0AADF27-4C0D-D419-32F6-FA0F550F6834}"/>
                </a:ext>
              </a:extLst>
            </p:cNvPr>
            <p:cNvSpPr/>
            <p:nvPr/>
          </p:nvSpPr>
          <p:spPr>
            <a:xfrm>
              <a:off x="3886451" y="4090567"/>
              <a:ext cx="47896" cy="80433"/>
            </a:xfrm>
            <a:custGeom>
              <a:avLst/>
              <a:gdLst>
                <a:gd name="csX0" fmla="*/ 1561 w 47896"/>
                <a:gd name="csY0" fmla="*/ 71283 h 80433"/>
                <a:gd name="csX1" fmla="*/ 19341 w 47896"/>
                <a:gd name="csY1" fmla="*/ 71283 h 80433"/>
                <a:gd name="csX2" fmla="*/ 19341 w 47896"/>
                <a:gd name="csY2" fmla="*/ 9917 h 80433"/>
                <a:gd name="csX3" fmla="*/ 0 w 47896"/>
                <a:gd name="csY3" fmla="*/ 13787 h 80433"/>
                <a:gd name="csX4" fmla="*/ 0 w 47896"/>
                <a:gd name="csY4" fmla="*/ 3880 h 80433"/>
                <a:gd name="csX5" fmla="*/ 19233 w 47896"/>
                <a:gd name="csY5" fmla="*/ 0 h 80433"/>
                <a:gd name="csX6" fmla="*/ 30117 w 47896"/>
                <a:gd name="csY6" fmla="*/ 0 h 80433"/>
                <a:gd name="csX7" fmla="*/ 30117 w 47896"/>
                <a:gd name="csY7" fmla="*/ 71283 h 80433"/>
                <a:gd name="csX8" fmla="*/ 47897 w 47896"/>
                <a:gd name="csY8" fmla="*/ 71283 h 80433"/>
                <a:gd name="csX9" fmla="*/ 47897 w 47896"/>
                <a:gd name="csY9" fmla="*/ 80434 h 80433"/>
                <a:gd name="csX10" fmla="*/ 1561 w 47896"/>
                <a:gd name="csY10" fmla="*/ 80434 h 80433"/>
                <a:gd name="csX11" fmla="*/ 1561 w 47896"/>
                <a:gd name="csY11" fmla="*/ 71283 h 80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3">
                  <a:moveTo>
                    <a:pt x="1561" y="71283"/>
                  </a:moveTo>
                  <a:lnTo>
                    <a:pt x="19341" y="71283"/>
                  </a:lnTo>
                  <a:lnTo>
                    <a:pt x="19341" y="9917"/>
                  </a:lnTo>
                  <a:lnTo>
                    <a:pt x="0" y="13787"/>
                  </a:lnTo>
                  <a:lnTo>
                    <a:pt x="0" y="3880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3"/>
                  </a:lnTo>
                  <a:lnTo>
                    <a:pt x="47897" y="71283"/>
                  </a:lnTo>
                  <a:lnTo>
                    <a:pt x="47897" y="80434"/>
                  </a:lnTo>
                  <a:lnTo>
                    <a:pt x="1561" y="80434"/>
                  </a:lnTo>
                  <a:lnTo>
                    <a:pt x="1561" y="71283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26378E90-D3CF-4E87-81EF-CCB14190DB2D}"/>
                </a:ext>
              </a:extLst>
            </p:cNvPr>
            <p:cNvSpPr/>
            <p:nvPr/>
          </p:nvSpPr>
          <p:spPr>
            <a:xfrm>
              <a:off x="3951804" y="4089112"/>
              <a:ext cx="55602" cy="83458"/>
            </a:xfrm>
            <a:custGeom>
              <a:avLst/>
              <a:gdLst>
                <a:gd name="csX0" fmla="*/ 27801 w 55602"/>
                <a:gd name="csY0" fmla="*/ 8618 h 83458"/>
                <a:gd name="csX1" fmla="*/ 15140 w 55602"/>
                <a:gd name="csY1" fmla="*/ 16918 h 83458"/>
                <a:gd name="csX2" fmla="*/ 10938 w 55602"/>
                <a:gd name="csY2" fmla="*/ 41749 h 83458"/>
                <a:gd name="csX3" fmla="*/ 15140 w 55602"/>
                <a:gd name="csY3" fmla="*/ 66594 h 83458"/>
                <a:gd name="csX4" fmla="*/ 27801 w 55602"/>
                <a:gd name="csY4" fmla="*/ 74840 h 83458"/>
                <a:gd name="csX5" fmla="*/ 40462 w 55602"/>
                <a:gd name="csY5" fmla="*/ 66594 h 83458"/>
                <a:gd name="csX6" fmla="*/ 44719 w 55602"/>
                <a:gd name="csY6" fmla="*/ 41749 h 83458"/>
                <a:gd name="csX7" fmla="*/ 40462 w 55602"/>
                <a:gd name="csY7" fmla="*/ 16918 h 83458"/>
                <a:gd name="csX8" fmla="*/ 27801 w 55602"/>
                <a:gd name="csY8" fmla="*/ 8618 h 83458"/>
                <a:gd name="csX9" fmla="*/ 27801 w 55602"/>
                <a:gd name="csY9" fmla="*/ 0 h 83458"/>
                <a:gd name="csX10" fmla="*/ 48437 w 55602"/>
                <a:gd name="csY10" fmla="*/ 10720 h 83458"/>
                <a:gd name="csX11" fmla="*/ 55603 w 55602"/>
                <a:gd name="csY11" fmla="*/ 41749 h 83458"/>
                <a:gd name="csX12" fmla="*/ 48437 w 55602"/>
                <a:gd name="csY12" fmla="*/ 72792 h 83458"/>
                <a:gd name="csX13" fmla="*/ 27801 w 55602"/>
                <a:gd name="csY13" fmla="*/ 83459 h 83458"/>
                <a:gd name="csX14" fmla="*/ 7112 w 55602"/>
                <a:gd name="csY14" fmla="*/ 72792 h 83458"/>
                <a:gd name="csX15" fmla="*/ 0 w 55602"/>
                <a:gd name="csY15" fmla="*/ 41749 h 83458"/>
                <a:gd name="csX16" fmla="*/ 7112 w 55602"/>
                <a:gd name="csY16" fmla="*/ 10720 h 83458"/>
                <a:gd name="csX17" fmla="*/ 27801 w 55602"/>
                <a:gd name="csY17" fmla="*/ 0 h 8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8">
                  <a:moveTo>
                    <a:pt x="27801" y="8618"/>
                  </a:moveTo>
                  <a:cubicBezTo>
                    <a:pt x="22198" y="8618"/>
                    <a:pt x="17977" y="11385"/>
                    <a:pt x="15140" y="16918"/>
                  </a:cubicBezTo>
                  <a:cubicBezTo>
                    <a:pt x="12339" y="22411"/>
                    <a:pt x="10938" y="30697"/>
                    <a:pt x="10938" y="41749"/>
                  </a:cubicBezTo>
                  <a:cubicBezTo>
                    <a:pt x="10938" y="52775"/>
                    <a:pt x="12339" y="61061"/>
                    <a:pt x="15140" y="66594"/>
                  </a:cubicBezTo>
                  <a:cubicBezTo>
                    <a:pt x="17977" y="72087"/>
                    <a:pt x="22198" y="74840"/>
                    <a:pt x="27801" y="74840"/>
                  </a:cubicBezTo>
                  <a:cubicBezTo>
                    <a:pt x="33441" y="74840"/>
                    <a:pt x="37661" y="72087"/>
                    <a:pt x="40462" y="66594"/>
                  </a:cubicBezTo>
                  <a:cubicBezTo>
                    <a:pt x="43300" y="61061"/>
                    <a:pt x="44719" y="52775"/>
                    <a:pt x="44719" y="41749"/>
                  </a:cubicBezTo>
                  <a:cubicBezTo>
                    <a:pt x="44719" y="30697"/>
                    <a:pt x="43300" y="22411"/>
                    <a:pt x="40462" y="16918"/>
                  </a:cubicBezTo>
                  <a:cubicBezTo>
                    <a:pt x="37661" y="11385"/>
                    <a:pt x="33441" y="8618"/>
                    <a:pt x="27801" y="8618"/>
                  </a:cubicBezTo>
                  <a:moveTo>
                    <a:pt x="27801" y="0"/>
                  </a:moveTo>
                  <a:cubicBezTo>
                    <a:pt x="36818" y="0"/>
                    <a:pt x="43695" y="3574"/>
                    <a:pt x="48437" y="10720"/>
                  </a:cubicBezTo>
                  <a:cubicBezTo>
                    <a:pt x="53214" y="17835"/>
                    <a:pt x="55603" y="28170"/>
                    <a:pt x="55603" y="41749"/>
                  </a:cubicBezTo>
                  <a:cubicBezTo>
                    <a:pt x="55603" y="55302"/>
                    <a:pt x="53214" y="65650"/>
                    <a:pt x="48437" y="72792"/>
                  </a:cubicBezTo>
                  <a:cubicBezTo>
                    <a:pt x="43695" y="79907"/>
                    <a:pt x="36818" y="83459"/>
                    <a:pt x="27801" y="83459"/>
                  </a:cubicBezTo>
                  <a:cubicBezTo>
                    <a:pt x="18785" y="83459"/>
                    <a:pt x="11889" y="79907"/>
                    <a:pt x="7112" y="72792"/>
                  </a:cubicBezTo>
                  <a:cubicBezTo>
                    <a:pt x="2370" y="65650"/>
                    <a:pt x="0" y="55302"/>
                    <a:pt x="0" y="41749"/>
                  </a:cubicBezTo>
                  <a:cubicBezTo>
                    <a:pt x="0" y="28170"/>
                    <a:pt x="2370" y="17835"/>
                    <a:pt x="7112" y="10720"/>
                  </a:cubicBezTo>
                  <a:cubicBezTo>
                    <a:pt x="11889" y="3574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2AAC953F-399B-6BC1-FEC9-2C7033DDBFBF}"/>
                </a:ext>
              </a:extLst>
            </p:cNvPr>
            <p:cNvSpPr/>
            <p:nvPr/>
          </p:nvSpPr>
          <p:spPr>
            <a:xfrm>
              <a:off x="3866085" y="3831724"/>
              <a:ext cx="69071" cy="9158"/>
            </a:xfrm>
            <a:custGeom>
              <a:avLst/>
              <a:gdLst>
                <a:gd name="csX0" fmla="*/ 0 w 69071"/>
                <a:gd name="csY0" fmla="*/ 0 h 9158"/>
                <a:gd name="csX1" fmla="*/ 69072 w 69071"/>
                <a:gd name="csY1" fmla="*/ 0 h 9158"/>
                <a:gd name="csX2" fmla="*/ 69072 w 69071"/>
                <a:gd name="csY2" fmla="*/ 9158 h 9158"/>
                <a:gd name="csX3" fmla="*/ 0 w 69071"/>
                <a:gd name="csY3" fmla="*/ 9158 h 9158"/>
                <a:gd name="csX4" fmla="*/ 0 w 69071"/>
                <a:gd name="csY4" fmla="*/ 0 h 91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58">
                  <a:moveTo>
                    <a:pt x="0" y="0"/>
                  </a:moveTo>
                  <a:lnTo>
                    <a:pt x="69072" y="0"/>
                  </a:lnTo>
                  <a:lnTo>
                    <a:pt x="69072" y="9158"/>
                  </a:lnTo>
                  <a:lnTo>
                    <a:pt x="0" y="9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DFEA3C21-1F94-ECF6-548A-71EF700653B2}"/>
                </a:ext>
              </a:extLst>
            </p:cNvPr>
            <p:cNvSpPr/>
            <p:nvPr/>
          </p:nvSpPr>
          <p:spPr>
            <a:xfrm>
              <a:off x="3955361" y="3790453"/>
              <a:ext cx="52046" cy="82000"/>
            </a:xfrm>
            <a:custGeom>
              <a:avLst/>
              <a:gdLst>
                <a:gd name="csX0" fmla="*/ 3394 w 52046"/>
                <a:gd name="csY0" fmla="*/ 0 h 82000"/>
                <a:gd name="csX1" fmla="*/ 46120 w 52046"/>
                <a:gd name="csY1" fmla="*/ 0 h 82000"/>
                <a:gd name="csX2" fmla="*/ 46120 w 52046"/>
                <a:gd name="csY2" fmla="*/ 9159 h 82000"/>
                <a:gd name="csX3" fmla="*/ 13361 w 52046"/>
                <a:gd name="csY3" fmla="*/ 9159 h 82000"/>
                <a:gd name="csX4" fmla="*/ 13361 w 52046"/>
                <a:gd name="csY4" fmla="*/ 28877 h 82000"/>
                <a:gd name="csX5" fmla="*/ 18103 w 52046"/>
                <a:gd name="csY5" fmla="*/ 27692 h 82000"/>
                <a:gd name="csX6" fmla="*/ 22844 w 52046"/>
                <a:gd name="csY6" fmla="*/ 27261 h 82000"/>
                <a:gd name="csX7" fmla="*/ 44179 w 52046"/>
                <a:gd name="csY7" fmla="*/ 34643 h 82000"/>
                <a:gd name="csX8" fmla="*/ 52046 w 52046"/>
                <a:gd name="csY8" fmla="*/ 54632 h 82000"/>
                <a:gd name="csX9" fmla="*/ 43964 w 52046"/>
                <a:gd name="csY9" fmla="*/ 74836 h 82000"/>
                <a:gd name="csX10" fmla="*/ 21174 w 52046"/>
                <a:gd name="csY10" fmla="*/ 82001 h 82000"/>
                <a:gd name="csX11" fmla="*/ 10829 w 52046"/>
                <a:gd name="csY11" fmla="*/ 81139 h 82000"/>
                <a:gd name="csX12" fmla="*/ 0 w 52046"/>
                <a:gd name="csY12" fmla="*/ 78553 h 82000"/>
                <a:gd name="csX13" fmla="*/ 0 w 52046"/>
                <a:gd name="csY13" fmla="*/ 67615 h 82000"/>
                <a:gd name="csX14" fmla="*/ 10020 w 52046"/>
                <a:gd name="csY14" fmla="*/ 71550 h 82000"/>
                <a:gd name="csX15" fmla="*/ 20958 w 52046"/>
                <a:gd name="csY15" fmla="*/ 72842 h 82000"/>
                <a:gd name="csX16" fmla="*/ 35720 w 52046"/>
                <a:gd name="csY16" fmla="*/ 67939 h 82000"/>
                <a:gd name="csX17" fmla="*/ 41163 w 52046"/>
                <a:gd name="csY17" fmla="*/ 54632 h 82000"/>
                <a:gd name="csX18" fmla="*/ 35720 w 52046"/>
                <a:gd name="csY18" fmla="*/ 41324 h 82000"/>
                <a:gd name="csX19" fmla="*/ 20958 w 52046"/>
                <a:gd name="csY19" fmla="*/ 36421 h 82000"/>
                <a:gd name="csX20" fmla="*/ 12229 w 52046"/>
                <a:gd name="csY20" fmla="*/ 37391 h 82000"/>
                <a:gd name="csX21" fmla="*/ 3394 w 52046"/>
                <a:gd name="csY21" fmla="*/ 40407 h 82000"/>
                <a:gd name="csX22" fmla="*/ 3394 w 52046"/>
                <a:gd name="csY22" fmla="*/ 0 h 8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0">
                  <a:moveTo>
                    <a:pt x="3394" y="0"/>
                  </a:moveTo>
                  <a:lnTo>
                    <a:pt x="46120" y="0"/>
                  </a:lnTo>
                  <a:lnTo>
                    <a:pt x="46120" y="9159"/>
                  </a:lnTo>
                  <a:lnTo>
                    <a:pt x="13361" y="9159"/>
                  </a:lnTo>
                  <a:lnTo>
                    <a:pt x="13361" y="28877"/>
                  </a:lnTo>
                  <a:cubicBezTo>
                    <a:pt x="14941" y="28339"/>
                    <a:pt x="16521" y="27944"/>
                    <a:pt x="18103" y="27692"/>
                  </a:cubicBezTo>
                  <a:cubicBezTo>
                    <a:pt x="19683" y="27405"/>
                    <a:pt x="21263" y="27261"/>
                    <a:pt x="22844" y="27261"/>
                  </a:cubicBezTo>
                  <a:cubicBezTo>
                    <a:pt x="31823" y="27261"/>
                    <a:pt x="38935" y="29722"/>
                    <a:pt x="44179" y="34643"/>
                  </a:cubicBezTo>
                  <a:cubicBezTo>
                    <a:pt x="49423" y="39564"/>
                    <a:pt x="52046" y="46227"/>
                    <a:pt x="52046" y="54632"/>
                  </a:cubicBezTo>
                  <a:cubicBezTo>
                    <a:pt x="52046" y="63288"/>
                    <a:pt x="49352" y="70023"/>
                    <a:pt x="43964" y="74836"/>
                  </a:cubicBezTo>
                  <a:cubicBezTo>
                    <a:pt x="38576" y="79612"/>
                    <a:pt x="30980" y="82001"/>
                    <a:pt x="21174" y="82001"/>
                  </a:cubicBezTo>
                  <a:cubicBezTo>
                    <a:pt x="17797" y="82001"/>
                    <a:pt x="14350" y="81714"/>
                    <a:pt x="10829" y="81139"/>
                  </a:cubicBezTo>
                  <a:cubicBezTo>
                    <a:pt x="7346" y="80564"/>
                    <a:pt x="3736" y="79703"/>
                    <a:pt x="0" y="78553"/>
                  </a:cubicBezTo>
                  <a:lnTo>
                    <a:pt x="0" y="67615"/>
                  </a:lnTo>
                  <a:cubicBezTo>
                    <a:pt x="3233" y="69375"/>
                    <a:pt x="6573" y="70686"/>
                    <a:pt x="10020" y="71550"/>
                  </a:cubicBezTo>
                  <a:cubicBezTo>
                    <a:pt x="13469" y="72411"/>
                    <a:pt x="17115" y="72842"/>
                    <a:pt x="20958" y="72842"/>
                  </a:cubicBezTo>
                  <a:cubicBezTo>
                    <a:pt x="27172" y="72842"/>
                    <a:pt x="32093" y="71208"/>
                    <a:pt x="35720" y="67939"/>
                  </a:cubicBezTo>
                  <a:cubicBezTo>
                    <a:pt x="39349" y="64671"/>
                    <a:pt x="41163" y="60235"/>
                    <a:pt x="41163" y="54632"/>
                  </a:cubicBezTo>
                  <a:cubicBezTo>
                    <a:pt x="41163" y="49028"/>
                    <a:pt x="39349" y="44592"/>
                    <a:pt x="35720" y="41324"/>
                  </a:cubicBezTo>
                  <a:cubicBezTo>
                    <a:pt x="32093" y="38056"/>
                    <a:pt x="27172" y="36421"/>
                    <a:pt x="20958" y="36421"/>
                  </a:cubicBezTo>
                  <a:cubicBezTo>
                    <a:pt x="18050" y="36421"/>
                    <a:pt x="15140" y="36744"/>
                    <a:pt x="12229" y="37391"/>
                  </a:cubicBezTo>
                  <a:cubicBezTo>
                    <a:pt x="9357" y="38037"/>
                    <a:pt x="6412" y="39043"/>
                    <a:pt x="3394" y="40407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FF05A5A2-4A9D-B2F0-8172-D773BDD9227D}"/>
                </a:ext>
              </a:extLst>
            </p:cNvPr>
            <p:cNvSpPr/>
            <p:nvPr/>
          </p:nvSpPr>
          <p:spPr>
            <a:xfrm>
              <a:off x="3951804" y="3488883"/>
              <a:ext cx="55602" cy="83457"/>
            </a:xfrm>
            <a:custGeom>
              <a:avLst/>
              <a:gdLst>
                <a:gd name="csX0" fmla="*/ 27801 w 55602"/>
                <a:gd name="csY0" fmla="*/ 8621 h 83457"/>
                <a:gd name="csX1" fmla="*/ 15140 w 55602"/>
                <a:gd name="csY1" fmla="*/ 16918 h 83457"/>
                <a:gd name="csX2" fmla="*/ 10938 w 55602"/>
                <a:gd name="csY2" fmla="*/ 41756 h 83457"/>
                <a:gd name="csX3" fmla="*/ 15140 w 55602"/>
                <a:gd name="csY3" fmla="*/ 66594 h 83457"/>
                <a:gd name="csX4" fmla="*/ 27801 w 55602"/>
                <a:gd name="csY4" fmla="*/ 74837 h 83457"/>
                <a:gd name="csX5" fmla="*/ 40462 w 55602"/>
                <a:gd name="csY5" fmla="*/ 66594 h 83457"/>
                <a:gd name="csX6" fmla="*/ 44719 w 55602"/>
                <a:gd name="csY6" fmla="*/ 41756 h 83457"/>
                <a:gd name="csX7" fmla="*/ 40462 w 55602"/>
                <a:gd name="csY7" fmla="*/ 16918 h 83457"/>
                <a:gd name="csX8" fmla="*/ 27801 w 55602"/>
                <a:gd name="csY8" fmla="*/ 8621 h 83457"/>
                <a:gd name="csX9" fmla="*/ 27801 w 55602"/>
                <a:gd name="csY9" fmla="*/ 0 h 83457"/>
                <a:gd name="csX10" fmla="*/ 48437 w 55602"/>
                <a:gd name="csY10" fmla="*/ 10723 h 83457"/>
                <a:gd name="csX11" fmla="*/ 55603 w 55602"/>
                <a:gd name="csY11" fmla="*/ 41756 h 83457"/>
                <a:gd name="csX12" fmla="*/ 48437 w 55602"/>
                <a:gd name="csY12" fmla="*/ 72789 h 83457"/>
                <a:gd name="csX13" fmla="*/ 27801 w 55602"/>
                <a:gd name="csY13" fmla="*/ 83457 h 83457"/>
                <a:gd name="csX14" fmla="*/ 7112 w 55602"/>
                <a:gd name="csY14" fmla="*/ 72789 h 83457"/>
                <a:gd name="csX15" fmla="*/ 0 w 55602"/>
                <a:gd name="csY15" fmla="*/ 41756 h 83457"/>
                <a:gd name="csX16" fmla="*/ 7112 w 55602"/>
                <a:gd name="csY16" fmla="*/ 10723 h 83457"/>
                <a:gd name="csX17" fmla="*/ 27801 w 55602"/>
                <a:gd name="csY17" fmla="*/ 0 h 834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7">
                  <a:moveTo>
                    <a:pt x="27801" y="8621"/>
                  </a:moveTo>
                  <a:cubicBezTo>
                    <a:pt x="22198" y="8621"/>
                    <a:pt x="17977" y="11386"/>
                    <a:pt x="15140" y="16918"/>
                  </a:cubicBezTo>
                  <a:cubicBezTo>
                    <a:pt x="12339" y="22413"/>
                    <a:pt x="10938" y="30693"/>
                    <a:pt x="10938" y="41756"/>
                  </a:cubicBezTo>
                  <a:cubicBezTo>
                    <a:pt x="10938" y="52783"/>
                    <a:pt x="12339" y="61062"/>
                    <a:pt x="15140" y="66594"/>
                  </a:cubicBezTo>
                  <a:cubicBezTo>
                    <a:pt x="17977" y="72089"/>
                    <a:pt x="22198" y="74837"/>
                    <a:pt x="27801" y="74837"/>
                  </a:cubicBezTo>
                  <a:cubicBezTo>
                    <a:pt x="33441" y="74837"/>
                    <a:pt x="37661" y="72089"/>
                    <a:pt x="40462" y="66594"/>
                  </a:cubicBezTo>
                  <a:cubicBezTo>
                    <a:pt x="43300" y="61062"/>
                    <a:pt x="44719" y="52783"/>
                    <a:pt x="44719" y="41756"/>
                  </a:cubicBezTo>
                  <a:cubicBezTo>
                    <a:pt x="44719" y="30693"/>
                    <a:pt x="43300" y="22413"/>
                    <a:pt x="40462" y="16918"/>
                  </a:cubicBezTo>
                  <a:cubicBezTo>
                    <a:pt x="37661" y="11386"/>
                    <a:pt x="33441" y="8621"/>
                    <a:pt x="27801" y="8621"/>
                  </a:cubicBezTo>
                  <a:moveTo>
                    <a:pt x="27801" y="0"/>
                  </a:moveTo>
                  <a:cubicBezTo>
                    <a:pt x="36818" y="0"/>
                    <a:pt x="43695" y="3574"/>
                    <a:pt x="48437" y="10723"/>
                  </a:cubicBezTo>
                  <a:cubicBezTo>
                    <a:pt x="53214" y="17834"/>
                    <a:pt x="55603" y="28179"/>
                    <a:pt x="55603" y="41756"/>
                  </a:cubicBezTo>
                  <a:cubicBezTo>
                    <a:pt x="55603" y="55297"/>
                    <a:pt x="53214" y="65642"/>
                    <a:pt x="48437" y="72789"/>
                  </a:cubicBezTo>
                  <a:cubicBezTo>
                    <a:pt x="43695" y="79901"/>
                    <a:pt x="36818" y="83457"/>
                    <a:pt x="27801" y="83457"/>
                  </a:cubicBezTo>
                  <a:cubicBezTo>
                    <a:pt x="18785" y="83457"/>
                    <a:pt x="11889" y="79901"/>
                    <a:pt x="7112" y="72789"/>
                  </a:cubicBezTo>
                  <a:cubicBezTo>
                    <a:pt x="2370" y="65642"/>
                    <a:pt x="0" y="55297"/>
                    <a:pt x="0" y="41756"/>
                  </a:cubicBezTo>
                  <a:cubicBezTo>
                    <a:pt x="0" y="28179"/>
                    <a:pt x="2370" y="17834"/>
                    <a:pt x="7112" y="10723"/>
                  </a:cubicBezTo>
                  <a:cubicBezTo>
                    <a:pt x="11889" y="3574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46B61FD5-CECC-5741-4789-1952A9FE9D3C}"/>
                </a:ext>
              </a:extLst>
            </p:cNvPr>
            <p:cNvSpPr/>
            <p:nvPr/>
          </p:nvSpPr>
          <p:spPr>
            <a:xfrm>
              <a:off x="3955361" y="3190224"/>
              <a:ext cx="52046" cy="82002"/>
            </a:xfrm>
            <a:custGeom>
              <a:avLst/>
              <a:gdLst>
                <a:gd name="csX0" fmla="*/ 3394 w 52046"/>
                <a:gd name="csY0" fmla="*/ 0 h 82002"/>
                <a:gd name="csX1" fmla="*/ 46120 w 52046"/>
                <a:gd name="csY1" fmla="*/ 0 h 82002"/>
                <a:gd name="csX2" fmla="*/ 46120 w 52046"/>
                <a:gd name="csY2" fmla="*/ 9159 h 82002"/>
                <a:gd name="csX3" fmla="*/ 13361 w 52046"/>
                <a:gd name="csY3" fmla="*/ 9159 h 82002"/>
                <a:gd name="csX4" fmla="*/ 13361 w 52046"/>
                <a:gd name="csY4" fmla="*/ 28879 h 82002"/>
                <a:gd name="csX5" fmla="*/ 18103 w 52046"/>
                <a:gd name="csY5" fmla="*/ 27694 h 82002"/>
                <a:gd name="csX6" fmla="*/ 22844 w 52046"/>
                <a:gd name="csY6" fmla="*/ 27261 h 82002"/>
                <a:gd name="csX7" fmla="*/ 44179 w 52046"/>
                <a:gd name="csY7" fmla="*/ 34643 h 82002"/>
                <a:gd name="csX8" fmla="*/ 52046 w 52046"/>
                <a:gd name="csY8" fmla="*/ 54632 h 82002"/>
                <a:gd name="csX9" fmla="*/ 43964 w 52046"/>
                <a:gd name="csY9" fmla="*/ 74836 h 82002"/>
                <a:gd name="csX10" fmla="*/ 21174 w 52046"/>
                <a:gd name="csY10" fmla="*/ 82002 h 82002"/>
                <a:gd name="csX11" fmla="*/ 10829 w 52046"/>
                <a:gd name="csY11" fmla="*/ 81139 h 82002"/>
                <a:gd name="csX12" fmla="*/ 0 w 52046"/>
                <a:gd name="csY12" fmla="*/ 78553 h 82002"/>
                <a:gd name="csX13" fmla="*/ 0 w 52046"/>
                <a:gd name="csY13" fmla="*/ 67617 h 82002"/>
                <a:gd name="csX14" fmla="*/ 10020 w 52046"/>
                <a:gd name="csY14" fmla="*/ 71550 h 82002"/>
                <a:gd name="csX15" fmla="*/ 20958 w 52046"/>
                <a:gd name="csY15" fmla="*/ 72842 h 82002"/>
                <a:gd name="csX16" fmla="*/ 35720 w 52046"/>
                <a:gd name="csY16" fmla="*/ 67940 h 82002"/>
                <a:gd name="csX17" fmla="*/ 41163 w 52046"/>
                <a:gd name="csY17" fmla="*/ 54632 h 82002"/>
                <a:gd name="csX18" fmla="*/ 35720 w 52046"/>
                <a:gd name="csY18" fmla="*/ 41324 h 82002"/>
                <a:gd name="csX19" fmla="*/ 20958 w 52046"/>
                <a:gd name="csY19" fmla="*/ 36421 h 82002"/>
                <a:gd name="csX20" fmla="*/ 12229 w 52046"/>
                <a:gd name="csY20" fmla="*/ 37391 h 82002"/>
                <a:gd name="csX21" fmla="*/ 3394 w 52046"/>
                <a:gd name="csY21" fmla="*/ 40409 h 82002"/>
                <a:gd name="csX22" fmla="*/ 3394 w 52046"/>
                <a:gd name="csY22" fmla="*/ 0 h 82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2">
                  <a:moveTo>
                    <a:pt x="3394" y="0"/>
                  </a:moveTo>
                  <a:lnTo>
                    <a:pt x="46120" y="0"/>
                  </a:lnTo>
                  <a:lnTo>
                    <a:pt x="46120" y="9159"/>
                  </a:lnTo>
                  <a:lnTo>
                    <a:pt x="13361" y="9159"/>
                  </a:lnTo>
                  <a:lnTo>
                    <a:pt x="13361" y="28879"/>
                  </a:lnTo>
                  <a:cubicBezTo>
                    <a:pt x="14941" y="28340"/>
                    <a:pt x="16521" y="27945"/>
                    <a:pt x="18103" y="27694"/>
                  </a:cubicBezTo>
                  <a:cubicBezTo>
                    <a:pt x="19683" y="27405"/>
                    <a:pt x="21263" y="27261"/>
                    <a:pt x="22844" y="27261"/>
                  </a:cubicBezTo>
                  <a:cubicBezTo>
                    <a:pt x="31823" y="27261"/>
                    <a:pt x="38935" y="29722"/>
                    <a:pt x="44179" y="34643"/>
                  </a:cubicBezTo>
                  <a:cubicBezTo>
                    <a:pt x="49423" y="39564"/>
                    <a:pt x="52046" y="46227"/>
                    <a:pt x="52046" y="54632"/>
                  </a:cubicBezTo>
                  <a:cubicBezTo>
                    <a:pt x="52046" y="63289"/>
                    <a:pt x="49352" y="70023"/>
                    <a:pt x="43964" y="74836"/>
                  </a:cubicBezTo>
                  <a:cubicBezTo>
                    <a:pt x="38576" y="79613"/>
                    <a:pt x="30980" y="82002"/>
                    <a:pt x="21174" y="82002"/>
                  </a:cubicBezTo>
                  <a:cubicBezTo>
                    <a:pt x="17797" y="82002"/>
                    <a:pt x="14350" y="81715"/>
                    <a:pt x="10829" y="81139"/>
                  </a:cubicBezTo>
                  <a:cubicBezTo>
                    <a:pt x="7346" y="80564"/>
                    <a:pt x="3736" y="79703"/>
                    <a:pt x="0" y="78553"/>
                  </a:cubicBezTo>
                  <a:lnTo>
                    <a:pt x="0" y="67617"/>
                  </a:lnTo>
                  <a:cubicBezTo>
                    <a:pt x="3233" y="69376"/>
                    <a:pt x="6573" y="70688"/>
                    <a:pt x="10020" y="71550"/>
                  </a:cubicBezTo>
                  <a:cubicBezTo>
                    <a:pt x="13469" y="72411"/>
                    <a:pt x="17115" y="72842"/>
                    <a:pt x="20958" y="72842"/>
                  </a:cubicBezTo>
                  <a:cubicBezTo>
                    <a:pt x="27172" y="72842"/>
                    <a:pt x="32093" y="71208"/>
                    <a:pt x="35720" y="67940"/>
                  </a:cubicBezTo>
                  <a:cubicBezTo>
                    <a:pt x="39349" y="64671"/>
                    <a:pt x="41163" y="60235"/>
                    <a:pt x="41163" y="54632"/>
                  </a:cubicBezTo>
                  <a:cubicBezTo>
                    <a:pt x="41163" y="49028"/>
                    <a:pt x="39349" y="44593"/>
                    <a:pt x="35720" y="41324"/>
                  </a:cubicBezTo>
                  <a:cubicBezTo>
                    <a:pt x="32093" y="38056"/>
                    <a:pt x="27172" y="36421"/>
                    <a:pt x="20958" y="36421"/>
                  </a:cubicBezTo>
                  <a:cubicBezTo>
                    <a:pt x="18050" y="36421"/>
                    <a:pt x="15140" y="36744"/>
                    <a:pt x="12229" y="37391"/>
                  </a:cubicBezTo>
                  <a:cubicBezTo>
                    <a:pt x="9357" y="38037"/>
                    <a:pt x="6412" y="39043"/>
                    <a:pt x="3394" y="40409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A0FB8BC1-1921-2273-C87B-E5C854B49498}"/>
                </a:ext>
              </a:extLst>
            </p:cNvPr>
            <p:cNvSpPr/>
            <p:nvPr/>
          </p:nvSpPr>
          <p:spPr>
            <a:xfrm>
              <a:off x="3886451" y="2890109"/>
              <a:ext cx="47896" cy="80440"/>
            </a:xfrm>
            <a:custGeom>
              <a:avLst/>
              <a:gdLst>
                <a:gd name="csX0" fmla="*/ 1561 w 47896"/>
                <a:gd name="csY0" fmla="*/ 71280 h 80440"/>
                <a:gd name="csX1" fmla="*/ 19341 w 47896"/>
                <a:gd name="csY1" fmla="*/ 71280 h 80440"/>
                <a:gd name="csX2" fmla="*/ 19341 w 47896"/>
                <a:gd name="csY2" fmla="*/ 9914 h 80440"/>
                <a:gd name="csX3" fmla="*/ 0 w 47896"/>
                <a:gd name="csY3" fmla="*/ 13793 h 80440"/>
                <a:gd name="csX4" fmla="*/ 0 w 47896"/>
                <a:gd name="csY4" fmla="*/ 3879 h 80440"/>
                <a:gd name="csX5" fmla="*/ 19233 w 47896"/>
                <a:gd name="csY5" fmla="*/ 0 h 80440"/>
                <a:gd name="csX6" fmla="*/ 30117 w 47896"/>
                <a:gd name="csY6" fmla="*/ 0 h 80440"/>
                <a:gd name="csX7" fmla="*/ 30117 w 47896"/>
                <a:gd name="csY7" fmla="*/ 71280 h 80440"/>
                <a:gd name="csX8" fmla="*/ 47897 w 47896"/>
                <a:gd name="csY8" fmla="*/ 71280 h 80440"/>
                <a:gd name="csX9" fmla="*/ 47897 w 47896"/>
                <a:gd name="csY9" fmla="*/ 80440 h 80440"/>
                <a:gd name="csX10" fmla="*/ 1561 w 47896"/>
                <a:gd name="csY10" fmla="*/ 80440 h 80440"/>
                <a:gd name="csX11" fmla="*/ 1561 w 47896"/>
                <a:gd name="csY11" fmla="*/ 71280 h 804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40">
                  <a:moveTo>
                    <a:pt x="1561" y="71280"/>
                  </a:moveTo>
                  <a:lnTo>
                    <a:pt x="19341" y="71280"/>
                  </a:lnTo>
                  <a:lnTo>
                    <a:pt x="19341" y="9914"/>
                  </a:lnTo>
                  <a:lnTo>
                    <a:pt x="0" y="13793"/>
                  </a:lnTo>
                  <a:lnTo>
                    <a:pt x="0" y="3879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0"/>
                  </a:lnTo>
                  <a:lnTo>
                    <a:pt x="47897" y="71280"/>
                  </a:lnTo>
                  <a:lnTo>
                    <a:pt x="47897" y="80440"/>
                  </a:lnTo>
                  <a:lnTo>
                    <a:pt x="1561" y="80440"/>
                  </a:lnTo>
                  <a:lnTo>
                    <a:pt x="1561" y="7128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3E60FB82-5F93-08DB-CAFF-00DAF135FB75}"/>
                </a:ext>
              </a:extLst>
            </p:cNvPr>
            <p:cNvSpPr/>
            <p:nvPr/>
          </p:nvSpPr>
          <p:spPr>
            <a:xfrm>
              <a:off x="3951804" y="2888654"/>
              <a:ext cx="55602" cy="83456"/>
            </a:xfrm>
            <a:custGeom>
              <a:avLst/>
              <a:gdLst>
                <a:gd name="csX0" fmla="*/ 27801 w 55602"/>
                <a:gd name="csY0" fmla="*/ 8620 h 83456"/>
                <a:gd name="csX1" fmla="*/ 15140 w 55602"/>
                <a:gd name="csY1" fmla="*/ 16918 h 83456"/>
                <a:gd name="csX2" fmla="*/ 10938 w 55602"/>
                <a:gd name="csY2" fmla="*/ 41755 h 83456"/>
                <a:gd name="csX3" fmla="*/ 15140 w 55602"/>
                <a:gd name="csY3" fmla="*/ 66593 h 83456"/>
                <a:gd name="csX4" fmla="*/ 27801 w 55602"/>
                <a:gd name="csY4" fmla="*/ 74836 h 83456"/>
                <a:gd name="csX5" fmla="*/ 40462 w 55602"/>
                <a:gd name="csY5" fmla="*/ 66593 h 83456"/>
                <a:gd name="csX6" fmla="*/ 44719 w 55602"/>
                <a:gd name="csY6" fmla="*/ 41755 h 83456"/>
                <a:gd name="csX7" fmla="*/ 40462 w 55602"/>
                <a:gd name="csY7" fmla="*/ 16918 h 83456"/>
                <a:gd name="csX8" fmla="*/ 27801 w 55602"/>
                <a:gd name="csY8" fmla="*/ 8620 h 83456"/>
                <a:gd name="csX9" fmla="*/ 27801 w 55602"/>
                <a:gd name="csY9" fmla="*/ 0 h 83456"/>
                <a:gd name="csX10" fmla="*/ 48437 w 55602"/>
                <a:gd name="csY10" fmla="*/ 10722 h 83456"/>
                <a:gd name="csX11" fmla="*/ 55603 w 55602"/>
                <a:gd name="csY11" fmla="*/ 41755 h 83456"/>
                <a:gd name="csX12" fmla="*/ 48437 w 55602"/>
                <a:gd name="csY12" fmla="*/ 72788 h 83456"/>
                <a:gd name="csX13" fmla="*/ 27801 w 55602"/>
                <a:gd name="csY13" fmla="*/ 83456 h 83456"/>
                <a:gd name="csX14" fmla="*/ 7112 w 55602"/>
                <a:gd name="csY14" fmla="*/ 72788 h 83456"/>
                <a:gd name="csX15" fmla="*/ 0 w 55602"/>
                <a:gd name="csY15" fmla="*/ 41755 h 83456"/>
                <a:gd name="csX16" fmla="*/ 7112 w 55602"/>
                <a:gd name="csY16" fmla="*/ 10722 h 83456"/>
                <a:gd name="csX17" fmla="*/ 27801 w 55602"/>
                <a:gd name="csY17" fmla="*/ 0 h 83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6">
                  <a:moveTo>
                    <a:pt x="27801" y="8620"/>
                  </a:moveTo>
                  <a:cubicBezTo>
                    <a:pt x="22198" y="8620"/>
                    <a:pt x="17977" y="11386"/>
                    <a:pt x="15140" y="16918"/>
                  </a:cubicBezTo>
                  <a:cubicBezTo>
                    <a:pt x="12339" y="22412"/>
                    <a:pt x="10938" y="30692"/>
                    <a:pt x="10938" y="41755"/>
                  </a:cubicBezTo>
                  <a:cubicBezTo>
                    <a:pt x="10938" y="52782"/>
                    <a:pt x="12339" y="61061"/>
                    <a:pt x="15140" y="66593"/>
                  </a:cubicBezTo>
                  <a:cubicBezTo>
                    <a:pt x="17977" y="72088"/>
                    <a:pt x="22198" y="74836"/>
                    <a:pt x="27801" y="74836"/>
                  </a:cubicBezTo>
                  <a:cubicBezTo>
                    <a:pt x="33441" y="74836"/>
                    <a:pt x="37661" y="72088"/>
                    <a:pt x="40462" y="66593"/>
                  </a:cubicBezTo>
                  <a:cubicBezTo>
                    <a:pt x="43300" y="61061"/>
                    <a:pt x="44719" y="52782"/>
                    <a:pt x="44719" y="41755"/>
                  </a:cubicBezTo>
                  <a:cubicBezTo>
                    <a:pt x="44719" y="30692"/>
                    <a:pt x="43300" y="22412"/>
                    <a:pt x="40462" y="16918"/>
                  </a:cubicBezTo>
                  <a:cubicBezTo>
                    <a:pt x="37661" y="11386"/>
                    <a:pt x="33441" y="8620"/>
                    <a:pt x="27801" y="8620"/>
                  </a:cubicBezTo>
                  <a:moveTo>
                    <a:pt x="27801" y="0"/>
                  </a:moveTo>
                  <a:cubicBezTo>
                    <a:pt x="36818" y="0"/>
                    <a:pt x="43695" y="3574"/>
                    <a:pt x="48437" y="10722"/>
                  </a:cubicBezTo>
                  <a:cubicBezTo>
                    <a:pt x="53214" y="17833"/>
                    <a:pt x="55603" y="28178"/>
                    <a:pt x="55603" y="41755"/>
                  </a:cubicBezTo>
                  <a:cubicBezTo>
                    <a:pt x="55603" y="55296"/>
                    <a:pt x="53214" y="65641"/>
                    <a:pt x="48437" y="72788"/>
                  </a:cubicBezTo>
                  <a:cubicBezTo>
                    <a:pt x="43695" y="79900"/>
                    <a:pt x="36818" y="83456"/>
                    <a:pt x="27801" y="83456"/>
                  </a:cubicBezTo>
                  <a:cubicBezTo>
                    <a:pt x="18785" y="83456"/>
                    <a:pt x="11889" y="79900"/>
                    <a:pt x="7112" y="72788"/>
                  </a:cubicBezTo>
                  <a:cubicBezTo>
                    <a:pt x="2370" y="65641"/>
                    <a:pt x="0" y="55296"/>
                    <a:pt x="0" y="41755"/>
                  </a:cubicBezTo>
                  <a:cubicBezTo>
                    <a:pt x="0" y="28178"/>
                    <a:pt x="2370" y="17833"/>
                    <a:pt x="7112" y="10722"/>
                  </a:cubicBezTo>
                  <a:cubicBezTo>
                    <a:pt x="11889" y="3574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821A8E4B-5BBA-144F-B87A-320834543548}"/>
              </a:ext>
            </a:extLst>
          </p:cNvPr>
          <p:cNvGrpSpPr/>
          <p:nvPr/>
        </p:nvGrpSpPr>
        <p:grpSpPr>
          <a:xfrm>
            <a:off x="4116870" y="3177260"/>
            <a:ext cx="2660583" cy="924798"/>
            <a:chOff x="4116870" y="3177260"/>
            <a:chExt cx="2660583" cy="924798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2CBA6B6F-7A5F-4724-7616-A5BF641D1191}"/>
                </a:ext>
              </a:extLst>
            </p:cNvPr>
            <p:cNvSpPr/>
            <p:nvPr/>
          </p:nvSpPr>
          <p:spPr>
            <a:xfrm>
              <a:off x="5098189" y="350397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5485EA73-7B55-0A58-A59D-0BBD27FC213A}"/>
                </a:ext>
              </a:extLst>
            </p:cNvPr>
            <p:cNvSpPr/>
            <p:nvPr/>
          </p:nvSpPr>
          <p:spPr>
            <a:xfrm>
              <a:off x="6739149" y="391188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D401C3C0-54D3-9F86-23EA-E99A5B398151}"/>
                </a:ext>
              </a:extLst>
            </p:cNvPr>
            <p:cNvSpPr/>
            <p:nvPr/>
          </p:nvSpPr>
          <p:spPr>
            <a:xfrm>
              <a:off x="4657117" y="33976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51A5740D-A13F-FFC4-9D7B-3769BEA6BF3A}"/>
                </a:ext>
              </a:extLst>
            </p:cNvPr>
            <p:cNvSpPr/>
            <p:nvPr/>
          </p:nvSpPr>
          <p:spPr>
            <a:xfrm>
              <a:off x="4383428" y="339261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91DE88F8-53EF-E620-C17B-90CC8813F027}"/>
                </a:ext>
              </a:extLst>
            </p:cNvPr>
            <p:cNvSpPr/>
            <p:nvPr/>
          </p:nvSpPr>
          <p:spPr>
            <a:xfrm>
              <a:off x="6598207" y="389974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5F162A32-3862-41F3-0A49-2BF4600321E6}"/>
                </a:ext>
              </a:extLst>
            </p:cNvPr>
            <p:cNvSpPr/>
            <p:nvPr/>
          </p:nvSpPr>
          <p:spPr>
            <a:xfrm>
              <a:off x="4143248" y="332715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7F9B3AA7-D7C1-5625-A844-315E475090EB}"/>
                </a:ext>
              </a:extLst>
            </p:cNvPr>
            <p:cNvSpPr/>
            <p:nvPr/>
          </p:nvSpPr>
          <p:spPr>
            <a:xfrm>
              <a:off x="5946353" y="371016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EC479CBF-6EA5-A30D-2815-00A286B2525F}"/>
                </a:ext>
              </a:extLst>
            </p:cNvPr>
            <p:cNvSpPr/>
            <p:nvPr/>
          </p:nvSpPr>
          <p:spPr>
            <a:xfrm>
              <a:off x="4241067" y="324981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D4EBCDD9-371F-C308-F578-EFEAAD737EB1}"/>
                </a:ext>
              </a:extLst>
            </p:cNvPr>
            <p:cNvSpPr/>
            <p:nvPr/>
          </p:nvSpPr>
          <p:spPr>
            <a:xfrm>
              <a:off x="6139511" y="376290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BE5807E2-FEF8-60E8-E1AD-352CE6F0E21A}"/>
                </a:ext>
              </a:extLst>
            </p:cNvPr>
            <p:cNvSpPr/>
            <p:nvPr/>
          </p:nvSpPr>
          <p:spPr>
            <a:xfrm>
              <a:off x="4655884" y="342004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D44CCDCA-AC9F-1262-97B3-E8FED92A42B1}"/>
                </a:ext>
              </a:extLst>
            </p:cNvPr>
            <p:cNvSpPr/>
            <p:nvPr/>
          </p:nvSpPr>
          <p:spPr>
            <a:xfrm>
              <a:off x="5765059" y="386710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34337671-B81D-A796-B74B-C4B16434D862}"/>
                </a:ext>
              </a:extLst>
            </p:cNvPr>
            <p:cNvSpPr/>
            <p:nvPr/>
          </p:nvSpPr>
          <p:spPr>
            <a:xfrm>
              <a:off x="4833266" y="346795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18AAAEF9-9B70-AA3B-DB97-C9030AB64277}"/>
                </a:ext>
              </a:extLst>
            </p:cNvPr>
            <p:cNvSpPr/>
            <p:nvPr/>
          </p:nvSpPr>
          <p:spPr>
            <a:xfrm>
              <a:off x="4606670" y="338094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3BEFE9D8-E9AC-437C-1EEF-F5855029EEFB}"/>
                </a:ext>
              </a:extLst>
            </p:cNvPr>
            <p:cNvSpPr/>
            <p:nvPr/>
          </p:nvSpPr>
          <p:spPr>
            <a:xfrm>
              <a:off x="5977050" y="389884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A482778E-B7E1-9461-7BFF-6D9C3BAFBCCE}"/>
                </a:ext>
              </a:extLst>
            </p:cNvPr>
            <p:cNvSpPr/>
            <p:nvPr/>
          </p:nvSpPr>
          <p:spPr>
            <a:xfrm>
              <a:off x="5787895" y="393999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BC57B5D6-BDF1-D5A8-E98A-D38CBA8A8291}"/>
                </a:ext>
              </a:extLst>
            </p:cNvPr>
            <p:cNvSpPr/>
            <p:nvPr/>
          </p:nvSpPr>
          <p:spPr>
            <a:xfrm>
              <a:off x="5637949" y="381214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4A8FD999-CAA9-A723-E144-96608EFDB570}"/>
                </a:ext>
              </a:extLst>
            </p:cNvPr>
            <p:cNvSpPr/>
            <p:nvPr/>
          </p:nvSpPr>
          <p:spPr>
            <a:xfrm>
              <a:off x="4781958" y="347475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E197FE4B-1626-FAB9-64BF-B3B09E63A336}"/>
                </a:ext>
              </a:extLst>
            </p:cNvPr>
            <p:cNvSpPr/>
            <p:nvPr/>
          </p:nvSpPr>
          <p:spPr>
            <a:xfrm>
              <a:off x="4575308" y="330928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D52C6E93-5E49-16CC-33A1-5B3A6EBABA6C}"/>
                </a:ext>
              </a:extLst>
            </p:cNvPr>
            <p:cNvSpPr/>
            <p:nvPr/>
          </p:nvSpPr>
          <p:spPr>
            <a:xfrm>
              <a:off x="5444325" y="353574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E7242B6C-65DC-BC1A-3D0F-906762B4A089}"/>
                </a:ext>
              </a:extLst>
            </p:cNvPr>
            <p:cNvSpPr/>
            <p:nvPr/>
          </p:nvSpPr>
          <p:spPr>
            <a:xfrm>
              <a:off x="6326339" y="383931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A6E06020-A367-B3AC-8B64-B064FAC715C0}"/>
                </a:ext>
              </a:extLst>
            </p:cNvPr>
            <p:cNvSpPr/>
            <p:nvPr/>
          </p:nvSpPr>
          <p:spPr>
            <a:xfrm>
              <a:off x="4171842" y="323892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86B1FAC8-7903-A08F-EA97-1D9938BB13A2}"/>
                </a:ext>
              </a:extLst>
            </p:cNvPr>
            <p:cNvSpPr/>
            <p:nvPr/>
          </p:nvSpPr>
          <p:spPr>
            <a:xfrm>
              <a:off x="6595361" y="382357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FCFC8E8C-A1C6-68EC-C934-B1CF3C0CD3CB}"/>
                </a:ext>
              </a:extLst>
            </p:cNvPr>
            <p:cNvSpPr/>
            <p:nvPr/>
          </p:nvSpPr>
          <p:spPr>
            <a:xfrm>
              <a:off x="5330117" y="350570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243E98EB-B7EE-8872-BB55-471765991E9D}"/>
                </a:ext>
              </a:extLst>
            </p:cNvPr>
            <p:cNvSpPr/>
            <p:nvPr/>
          </p:nvSpPr>
          <p:spPr>
            <a:xfrm>
              <a:off x="5411381" y="347936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6A9DC8F-164E-8909-E1C6-E6EB23C459DA}"/>
                </a:ext>
              </a:extLst>
            </p:cNvPr>
            <p:cNvSpPr/>
            <p:nvPr/>
          </p:nvSpPr>
          <p:spPr>
            <a:xfrm>
              <a:off x="5091645" y="359877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2FEE67E3-D7C8-6874-068D-A426CE2A0F8E}"/>
                </a:ext>
              </a:extLst>
            </p:cNvPr>
            <p:cNvSpPr/>
            <p:nvPr/>
          </p:nvSpPr>
          <p:spPr>
            <a:xfrm>
              <a:off x="4550369" y="341948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1F3FFD7-CFDE-E093-E56B-2BCA19A10DB1}"/>
                </a:ext>
              </a:extLst>
            </p:cNvPr>
            <p:cNvSpPr/>
            <p:nvPr/>
          </p:nvSpPr>
          <p:spPr>
            <a:xfrm>
              <a:off x="5806356" y="382046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6AC6ED3F-DAA1-9148-39C1-A7415481F52A}"/>
                </a:ext>
              </a:extLst>
            </p:cNvPr>
            <p:cNvSpPr/>
            <p:nvPr/>
          </p:nvSpPr>
          <p:spPr>
            <a:xfrm>
              <a:off x="5989925" y="374512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79B73C9F-55B3-16D6-314D-7C04AC11DFC2}"/>
                </a:ext>
              </a:extLst>
            </p:cNvPr>
            <p:cNvSpPr/>
            <p:nvPr/>
          </p:nvSpPr>
          <p:spPr>
            <a:xfrm>
              <a:off x="6601612" y="381962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B1563599-58C6-3E25-B215-DB9E97C7A76F}"/>
                </a:ext>
              </a:extLst>
            </p:cNvPr>
            <p:cNvSpPr/>
            <p:nvPr/>
          </p:nvSpPr>
          <p:spPr>
            <a:xfrm>
              <a:off x="6464887" y="382221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9F0234A-A52F-CB0B-ECA0-4BCECF1305ED}"/>
                </a:ext>
              </a:extLst>
            </p:cNvPr>
            <p:cNvSpPr/>
            <p:nvPr/>
          </p:nvSpPr>
          <p:spPr>
            <a:xfrm>
              <a:off x="4193358" y="318795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23755D08-4763-39A8-1516-B7FAE2D4B355}"/>
                </a:ext>
              </a:extLst>
            </p:cNvPr>
            <p:cNvSpPr/>
            <p:nvPr/>
          </p:nvSpPr>
          <p:spPr>
            <a:xfrm>
              <a:off x="5258575" y="343174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AD972DE8-B029-026B-8627-4F387FBCA1B0}"/>
                </a:ext>
              </a:extLst>
            </p:cNvPr>
            <p:cNvSpPr/>
            <p:nvPr/>
          </p:nvSpPr>
          <p:spPr>
            <a:xfrm>
              <a:off x="4793992" y="342106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D6527F9A-EA8C-8F10-5167-F04F19FC9F51}"/>
                </a:ext>
              </a:extLst>
            </p:cNvPr>
            <p:cNvSpPr/>
            <p:nvPr/>
          </p:nvSpPr>
          <p:spPr>
            <a:xfrm>
              <a:off x="4152034" y="33177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46A6245E-4AC7-0163-4EC3-BCDC94D14BD6}"/>
                </a:ext>
              </a:extLst>
            </p:cNvPr>
            <p:cNvSpPr/>
            <p:nvPr/>
          </p:nvSpPr>
          <p:spPr>
            <a:xfrm>
              <a:off x="4349504" y="325491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DCEDD7F6-E785-CEE4-B734-30866156C6AC}"/>
                </a:ext>
              </a:extLst>
            </p:cNvPr>
            <p:cNvSpPr/>
            <p:nvPr/>
          </p:nvSpPr>
          <p:spPr>
            <a:xfrm>
              <a:off x="6173001" y="371670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76E80CDE-0852-6718-0848-5EAF41D8DCE0}"/>
                </a:ext>
              </a:extLst>
            </p:cNvPr>
            <p:cNvSpPr/>
            <p:nvPr/>
          </p:nvSpPr>
          <p:spPr>
            <a:xfrm>
              <a:off x="4291981" y="330279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5264AFEF-8A6F-FEF6-8794-419DC37DA593}"/>
                </a:ext>
              </a:extLst>
            </p:cNvPr>
            <p:cNvSpPr/>
            <p:nvPr/>
          </p:nvSpPr>
          <p:spPr>
            <a:xfrm>
              <a:off x="5590867" y="377724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277E41FC-C99D-9AC1-4007-097ED6969771}"/>
                </a:ext>
              </a:extLst>
            </p:cNvPr>
            <p:cNvSpPr/>
            <p:nvPr/>
          </p:nvSpPr>
          <p:spPr>
            <a:xfrm>
              <a:off x="6700565" y="368800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918429F3-D27F-C1D0-1743-021A334CAC81}"/>
                </a:ext>
              </a:extLst>
            </p:cNvPr>
            <p:cNvSpPr/>
            <p:nvPr/>
          </p:nvSpPr>
          <p:spPr>
            <a:xfrm>
              <a:off x="4200169" y="330566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440A0D8E-B56D-621F-C860-F24CE4B05030}"/>
                </a:ext>
              </a:extLst>
            </p:cNvPr>
            <p:cNvSpPr/>
            <p:nvPr/>
          </p:nvSpPr>
          <p:spPr>
            <a:xfrm>
              <a:off x="4808841" y="335841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32099F0-9682-5895-0F5E-5C5BF4D09A9D}"/>
                </a:ext>
              </a:extLst>
            </p:cNvPr>
            <p:cNvSpPr/>
            <p:nvPr/>
          </p:nvSpPr>
          <p:spPr>
            <a:xfrm>
              <a:off x="5188337" y="345579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3662865B-CEBD-25D4-D30F-68260C16DC8F}"/>
                </a:ext>
              </a:extLst>
            </p:cNvPr>
            <p:cNvSpPr/>
            <p:nvPr/>
          </p:nvSpPr>
          <p:spPr>
            <a:xfrm>
              <a:off x="5085341" y="333456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18AA8E10-6F35-0794-EA5F-FA1E158A02E5}"/>
                </a:ext>
              </a:extLst>
            </p:cNvPr>
            <p:cNvSpPr/>
            <p:nvPr/>
          </p:nvSpPr>
          <p:spPr>
            <a:xfrm>
              <a:off x="6094650" y="387270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52E2233F-D9E4-5EF2-759E-3CDFCD2A94C4}"/>
                </a:ext>
              </a:extLst>
            </p:cNvPr>
            <p:cNvSpPr/>
            <p:nvPr/>
          </p:nvSpPr>
          <p:spPr>
            <a:xfrm>
              <a:off x="5855979" y="379894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0AB5D708-F67F-2C90-C141-670E453AD003}"/>
                </a:ext>
              </a:extLst>
            </p:cNvPr>
            <p:cNvSpPr/>
            <p:nvPr/>
          </p:nvSpPr>
          <p:spPr>
            <a:xfrm>
              <a:off x="6335596" y="388182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9DAE4CBD-9FE5-E5BD-2C5C-41FA54C7512F}"/>
                </a:ext>
              </a:extLst>
            </p:cNvPr>
            <p:cNvSpPr/>
            <p:nvPr/>
          </p:nvSpPr>
          <p:spPr>
            <a:xfrm>
              <a:off x="4369517" y="325430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139B03DB-C6DE-9342-EF62-D0331A1C61AC}"/>
                </a:ext>
              </a:extLst>
            </p:cNvPr>
            <p:cNvSpPr/>
            <p:nvPr/>
          </p:nvSpPr>
          <p:spPr>
            <a:xfrm>
              <a:off x="6199562" y="377673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E4CB78D2-6AC1-8647-7282-F52B35592A3B}"/>
                </a:ext>
              </a:extLst>
            </p:cNvPr>
            <p:cNvSpPr/>
            <p:nvPr/>
          </p:nvSpPr>
          <p:spPr>
            <a:xfrm>
              <a:off x="5210362" y="345943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951E8BAA-6126-165A-35E7-56DB35349047}"/>
                </a:ext>
              </a:extLst>
            </p:cNvPr>
            <p:cNvSpPr/>
            <p:nvPr/>
          </p:nvSpPr>
          <p:spPr>
            <a:xfrm>
              <a:off x="5172776" y="353982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5D5B385-064C-02D2-BFA2-0DD81D2CEB2F}"/>
                </a:ext>
              </a:extLst>
            </p:cNvPr>
            <p:cNvSpPr/>
            <p:nvPr/>
          </p:nvSpPr>
          <p:spPr>
            <a:xfrm>
              <a:off x="4159570" y="323331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9A0954B-218B-3908-1ED7-99627B63FDB1}"/>
                </a:ext>
              </a:extLst>
            </p:cNvPr>
            <p:cNvSpPr/>
            <p:nvPr/>
          </p:nvSpPr>
          <p:spPr>
            <a:xfrm>
              <a:off x="5161232" y="353866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72DE35B3-77CB-50D3-94B4-216677C9468B}"/>
                </a:ext>
              </a:extLst>
            </p:cNvPr>
            <p:cNvSpPr/>
            <p:nvPr/>
          </p:nvSpPr>
          <p:spPr>
            <a:xfrm>
              <a:off x="6722524" y="381855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4F12C7D7-6FD1-DEDE-24A9-23F3B8A07D13}"/>
                </a:ext>
              </a:extLst>
            </p:cNvPr>
            <p:cNvSpPr/>
            <p:nvPr/>
          </p:nvSpPr>
          <p:spPr>
            <a:xfrm>
              <a:off x="4572541" y="34626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22048314-2143-9AE2-DB3A-E7717A4B87F5}"/>
                </a:ext>
              </a:extLst>
            </p:cNvPr>
            <p:cNvSpPr/>
            <p:nvPr/>
          </p:nvSpPr>
          <p:spPr>
            <a:xfrm>
              <a:off x="5128367" y="342921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Oval 230">
              <a:extLst>
                <a:ext uri="{FF2B5EF4-FFF2-40B4-BE49-F238E27FC236}">
                  <a16:creationId xmlns:a16="http://schemas.microsoft.com/office/drawing/2014/main" id="{7C272F70-CE53-0A2C-0EE0-3CA15D6D2F5D}"/>
                </a:ext>
              </a:extLst>
            </p:cNvPr>
            <p:cNvSpPr/>
            <p:nvPr/>
          </p:nvSpPr>
          <p:spPr>
            <a:xfrm>
              <a:off x="5877086" y="378973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17C3C21F-1E12-9B9B-338A-E308F56B664E}"/>
                </a:ext>
              </a:extLst>
            </p:cNvPr>
            <p:cNvSpPr/>
            <p:nvPr/>
          </p:nvSpPr>
          <p:spPr>
            <a:xfrm>
              <a:off x="5297532" y="362755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60849D5E-2C57-CAF3-425E-224F04FCDBF9}"/>
                </a:ext>
              </a:extLst>
            </p:cNvPr>
            <p:cNvSpPr/>
            <p:nvPr/>
          </p:nvSpPr>
          <p:spPr>
            <a:xfrm>
              <a:off x="5298104" y="350457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8C20E882-51F4-4BCD-FFEA-79C88B847689}"/>
                </a:ext>
              </a:extLst>
            </p:cNvPr>
            <p:cNvSpPr/>
            <p:nvPr/>
          </p:nvSpPr>
          <p:spPr>
            <a:xfrm>
              <a:off x="6002347" y="382085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6036C746-9177-E1BC-F7D9-BE3A77EE3266}"/>
                </a:ext>
              </a:extLst>
            </p:cNvPr>
            <p:cNvSpPr/>
            <p:nvPr/>
          </p:nvSpPr>
          <p:spPr>
            <a:xfrm>
              <a:off x="4790092" y="347283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Oval 235">
              <a:extLst>
                <a:ext uri="{FF2B5EF4-FFF2-40B4-BE49-F238E27FC236}">
                  <a16:creationId xmlns:a16="http://schemas.microsoft.com/office/drawing/2014/main" id="{78BA84B1-BFED-61F0-4E93-9E8AFEF0A3CC}"/>
                </a:ext>
              </a:extLst>
            </p:cNvPr>
            <p:cNvSpPr/>
            <p:nvPr/>
          </p:nvSpPr>
          <p:spPr>
            <a:xfrm>
              <a:off x="5951155" y="385198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Oval 236">
              <a:extLst>
                <a:ext uri="{FF2B5EF4-FFF2-40B4-BE49-F238E27FC236}">
                  <a16:creationId xmlns:a16="http://schemas.microsoft.com/office/drawing/2014/main" id="{6EB4B65D-5448-A0F2-A7B2-1328985FE2B5}"/>
                </a:ext>
              </a:extLst>
            </p:cNvPr>
            <p:cNvSpPr/>
            <p:nvPr/>
          </p:nvSpPr>
          <p:spPr>
            <a:xfrm>
              <a:off x="5569187" y="379443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6604BCCF-797D-D620-EBEC-4A3C73BE3245}"/>
                </a:ext>
              </a:extLst>
            </p:cNvPr>
            <p:cNvSpPr/>
            <p:nvPr/>
          </p:nvSpPr>
          <p:spPr>
            <a:xfrm>
              <a:off x="4342196" y="330230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FCA706CD-249E-4E0C-9CB0-EA10E177CC2B}"/>
                </a:ext>
              </a:extLst>
            </p:cNvPr>
            <p:cNvSpPr/>
            <p:nvPr/>
          </p:nvSpPr>
          <p:spPr>
            <a:xfrm>
              <a:off x="6243186" y="383720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Oval 239">
              <a:extLst>
                <a:ext uri="{FF2B5EF4-FFF2-40B4-BE49-F238E27FC236}">
                  <a16:creationId xmlns:a16="http://schemas.microsoft.com/office/drawing/2014/main" id="{6D9A25B1-FA5E-4F47-C889-3891AA48998A}"/>
                </a:ext>
              </a:extLst>
            </p:cNvPr>
            <p:cNvSpPr/>
            <p:nvPr/>
          </p:nvSpPr>
          <p:spPr>
            <a:xfrm>
              <a:off x="6370389" y="396783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91B510C-BA42-8BF9-84B6-DC49BE831676}"/>
                </a:ext>
              </a:extLst>
            </p:cNvPr>
            <p:cNvSpPr/>
            <p:nvPr/>
          </p:nvSpPr>
          <p:spPr>
            <a:xfrm>
              <a:off x="4507920" y="342335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Oval 241">
              <a:extLst>
                <a:ext uri="{FF2B5EF4-FFF2-40B4-BE49-F238E27FC236}">
                  <a16:creationId xmlns:a16="http://schemas.microsoft.com/office/drawing/2014/main" id="{A659B195-6B3A-2DF1-CACC-0A6A08D52AE7}"/>
                </a:ext>
              </a:extLst>
            </p:cNvPr>
            <p:cNvSpPr/>
            <p:nvPr/>
          </p:nvSpPr>
          <p:spPr>
            <a:xfrm>
              <a:off x="5996774" y="38707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A8D854B0-9356-EAE6-FD1F-14F57617AB3F}"/>
                </a:ext>
              </a:extLst>
            </p:cNvPr>
            <p:cNvSpPr/>
            <p:nvPr/>
          </p:nvSpPr>
          <p:spPr>
            <a:xfrm>
              <a:off x="6169969" y="370621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13176FAF-9A6F-A151-3C4C-A9318E94EA85}"/>
                </a:ext>
              </a:extLst>
            </p:cNvPr>
            <p:cNvSpPr/>
            <p:nvPr/>
          </p:nvSpPr>
          <p:spPr>
            <a:xfrm>
              <a:off x="4158465" y="333150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Oval 244">
              <a:extLst>
                <a:ext uri="{FF2B5EF4-FFF2-40B4-BE49-F238E27FC236}">
                  <a16:creationId xmlns:a16="http://schemas.microsoft.com/office/drawing/2014/main" id="{49818628-0B77-F386-35AA-80D7D57C3436}"/>
                </a:ext>
              </a:extLst>
            </p:cNvPr>
            <p:cNvSpPr/>
            <p:nvPr/>
          </p:nvSpPr>
          <p:spPr>
            <a:xfrm>
              <a:off x="6216001" y="393197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Oval 245">
              <a:extLst>
                <a:ext uri="{FF2B5EF4-FFF2-40B4-BE49-F238E27FC236}">
                  <a16:creationId xmlns:a16="http://schemas.microsoft.com/office/drawing/2014/main" id="{8384E82F-BDB5-06C7-4BD7-70C7F85F288A}"/>
                </a:ext>
              </a:extLst>
            </p:cNvPr>
            <p:cNvSpPr/>
            <p:nvPr/>
          </p:nvSpPr>
          <p:spPr>
            <a:xfrm>
              <a:off x="4169480" y="321801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B8EEBABD-9A93-12D5-389D-ACD19E7B6363}"/>
                </a:ext>
              </a:extLst>
            </p:cNvPr>
            <p:cNvSpPr/>
            <p:nvPr/>
          </p:nvSpPr>
          <p:spPr>
            <a:xfrm>
              <a:off x="5907610" y="387726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46D2C9E-0266-1C5A-9324-9A23F9C0935E}"/>
                </a:ext>
              </a:extLst>
            </p:cNvPr>
            <p:cNvSpPr/>
            <p:nvPr/>
          </p:nvSpPr>
          <p:spPr>
            <a:xfrm>
              <a:off x="4829471" y="339541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D28A0B99-CBEA-CD27-E08E-D3F51CB55499}"/>
                </a:ext>
              </a:extLst>
            </p:cNvPr>
            <p:cNvSpPr/>
            <p:nvPr/>
          </p:nvSpPr>
          <p:spPr>
            <a:xfrm>
              <a:off x="5003150" y="338367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FDBA750E-DAA2-0DB8-B0B8-B412A2AA5E99}"/>
                </a:ext>
              </a:extLst>
            </p:cNvPr>
            <p:cNvSpPr/>
            <p:nvPr/>
          </p:nvSpPr>
          <p:spPr>
            <a:xfrm>
              <a:off x="6703332" y="381108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77855276-C0BA-FD9F-30C1-9FBDC8B0B9DC}"/>
                </a:ext>
              </a:extLst>
            </p:cNvPr>
            <p:cNvSpPr/>
            <p:nvPr/>
          </p:nvSpPr>
          <p:spPr>
            <a:xfrm>
              <a:off x="4934411" y="327214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E9ADCB51-05E4-97B6-6C8C-8C8AC8A2BBEE}"/>
                </a:ext>
              </a:extLst>
            </p:cNvPr>
            <p:cNvSpPr/>
            <p:nvPr/>
          </p:nvSpPr>
          <p:spPr>
            <a:xfrm>
              <a:off x="6420291" y="374702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Oval 252">
              <a:extLst>
                <a:ext uri="{FF2B5EF4-FFF2-40B4-BE49-F238E27FC236}">
                  <a16:creationId xmlns:a16="http://schemas.microsoft.com/office/drawing/2014/main" id="{8B307D1C-7D5F-6778-4653-146D72097246}"/>
                </a:ext>
              </a:extLst>
            </p:cNvPr>
            <p:cNvSpPr/>
            <p:nvPr/>
          </p:nvSpPr>
          <p:spPr>
            <a:xfrm>
              <a:off x="4422410" y="329949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Oval 253">
              <a:extLst>
                <a:ext uri="{FF2B5EF4-FFF2-40B4-BE49-F238E27FC236}">
                  <a16:creationId xmlns:a16="http://schemas.microsoft.com/office/drawing/2014/main" id="{15DC4FDB-2943-0265-E7B4-6880143DC108}"/>
                </a:ext>
              </a:extLst>
            </p:cNvPr>
            <p:cNvSpPr/>
            <p:nvPr/>
          </p:nvSpPr>
          <p:spPr>
            <a:xfrm>
              <a:off x="5259573" y="345486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19CE352C-65CC-3D97-BA81-5E96E6961DF5}"/>
                </a:ext>
              </a:extLst>
            </p:cNvPr>
            <p:cNvSpPr/>
            <p:nvPr/>
          </p:nvSpPr>
          <p:spPr>
            <a:xfrm>
              <a:off x="5310579" y="359932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Oval 255">
              <a:extLst>
                <a:ext uri="{FF2B5EF4-FFF2-40B4-BE49-F238E27FC236}">
                  <a16:creationId xmlns:a16="http://schemas.microsoft.com/office/drawing/2014/main" id="{06A1531A-0876-9F64-6059-DC47A5042DCA}"/>
                </a:ext>
              </a:extLst>
            </p:cNvPr>
            <p:cNvSpPr/>
            <p:nvPr/>
          </p:nvSpPr>
          <p:spPr>
            <a:xfrm>
              <a:off x="4886131" y="338262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8B7504FF-EA41-F4D5-FA73-E10000949CC5}"/>
                </a:ext>
              </a:extLst>
            </p:cNvPr>
            <p:cNvSpPr/>
            <p:nvPr/>
          </p:nvSpPr>
          <p:spPr>
            <a:xfrm>
              <a:off x="5689886" y="388496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CBC72C39-8C22-B063-CC5F-DF7EFD7399B2}"/>
                </a:ext>
              </a:extLst>
            </p:cNvPr>
            <p:cNvSpPr/>
            <p:nvPr/>
          </p:nvSpPr>
          <p:spPr>
            <a:xfrm>
              <a:off x="4820096" y="351003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Oval 258">
              <a:extLst>
                <a:ext uri="{FF2B5EF4-FFF2-40B4-BE49-F238E27FC236}">
                  <a16:creationId xmlns:a16="http://schemas.microsoft.com/office/drawing/2014/main" id="{DEAE91CF-158F-E878-FF23-64BEBF34CAD8}"/>
                </a:ext>
              </a:extLst>
            </p:cNvPr>
            <p:cNvSpPr/>
            <p:nvPr/>
          </p:nvSpPr>
          <p:spPr>
            <a:xfrm>
              <a:off x="5892195" y="381699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1DC04311-73E5-B65D-6A65-88BBEEC82ACF}"/>
                </a:ext>
              </a:extLst>
            </p:cNvPr>
            <p:cNvSpPr/>
            <p:nvPr/>
          </p:nvSpPr>
          <p:spPr>
            <a:xfrm>
              <a:off x="5177843" y="345471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Oval 260">
              <a:extLst>
                <a:ext uri="{FF2B5EF4-FFF2-40B4-BE49-F238E27FC236}">
                  <a16:creationId xmlns:a16="http://schemas.microsoft.com/office/drawing/2014/main" id="{19678CFB-D854-E303-F277-731495FACC4D}"/>
                </a:ext>
              </a:extLst>
            </p:cNvPr>
            <p:cNvSpPr/>
            <p:nvPr/>
          </p:nvSpPr>
          <p:spPr>
            <a:xfrm>
              <a:off x="6723229" y="378809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Oval 261">
              <a:extLst>
                <a:ext uri="{FF2B5EF4-FFF2-40B4-BE49-F238E27FC236}">
                  <a16:creationId xmlns:a16="http://schemas.microsoft.com/office/drawing/2014/main" id="{731763E6-9B82-6F5D-84D9-8B48FA53D40A}"/>
                </a:ext>
              </a:extLst>
            </p:cNvPr>
            <p:cNvSpPr/>
            <p:nvPr/>
          </p:nvSpPr>
          <p:spPr>
            <a:xfrm>
              <a:off x="6101872" y="37817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Oval 262">
              <a:extLst>
                <a:ext uri="{FF2B5EF4-FFF2-40B4-BE49-F238E27FC236}">
                  <a16:creationId xmlns:a16="http://schemas.microsoft.com/office/drawing/2014/main" id="{829B013B-2A76-8BA9-958B-3F6A2E978124}"/>
                </a:ext>
              </a:extLst>
            </p:cNvPr>
            <p:cNvSpPr/>
            <p:nvPr/>
          </p:nvSpPr>
          <p:spPr>
            <a:xfrm>
              <a:off x="5484824" y="35798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Oval 263">
              <a:extLst>
                <a:ext uri="{FF2B5EF4-FFF2-40B4-BE49-F238E27FC236}">
                  <a16:creationId xmlns:a16="http://schemas.microsoft.com/office/drawing/2014/main" id="{D8153408-F30D-48C9-951D-B0F441E22652}"/>
                </a:ext>
              </a:extLst>
            </p:cNvPr>
            <p:cNvSpPr/>
            <p:nvPr/>
          </p:nvSpPr>
          <p:spPr>
            <a:xfrm>
              <a:off x="4858245" y="333589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AE7B2EA-2353-CDD9-EDB0-C8D15D97B89E}"/>
                </a:ext>
              </a:extLst>
            </p:cNvPr>
            <p:cNvSpPr/>
            <p:nvPr/>
          </p:nvSpPr>
          <p:spPr>
            <a:xfrm>
              <a:off x="5460725" y="372066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Oval 265">
              <a:extLst>
                <a:ext uri="{FF2B5EF4-FFF2-40B4-BE49-F238E27FC236}">
                  <a16:creationId xmlns:a16="http://schemas.microsoft.com/office/drawing/2014/main" id="{A014F106-D4A7-B355-3196-4BE0DEF0030B}"/>
                </a:ext>
              </a:extLst>
            </p:cNvPr>
            <p:cNvSpPr/>
            <p:nvPr/>
          </p:nvSpPr>
          <p:spPr>
            <a:xfrm>
              <a:off x="6105982" y="373262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Oval 266">
              <a:extLst>
                <a:ext uri="{FF2B5EF4-FFF2-40B4-BE49-F238E27FC236}">
                  <a16:creationId xmlns:a16="http://schemas.microsoft.com/office/drawing/2014/main" id="{B9BDDDFA-7B60-43C6-F27F-0563463C8319}"/>
                </a:ext>
              </a:extLst>
            </p:cNvPr>
            <p:cNvSpPr/>
            <p:nvPr/>
          </p:nvSpPr>
          <p:spPr>
            <a:xfrm>
              <a:off x="6400314" y="378585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F66E29E-799D-6DA7-0657-0DCA9E6869EE}"/>
                </a:ext>
              </a:extLst>
            </p:cNvPr>
            <p:cNvSpPr/>
            <p:nvPr/>
          </p:nvSpPr>
          <p:spPr>
            <a:xfrm>
              <a:off x="4693085" y="339132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Oval 268">
              <a:extLst>
                <a:ext uri="{FF2B5EF4-FFF2-40B4-BE49-F238E27FC236}">
                  <a16:creationId xmlns:a16="http://schemas.microsoft.com/office/drawing/2014/main" id="{8566965F-1E43-6948-228E-7B862379BA7D}"/>
                </a:ext>
              </a:extLst>
            </p:cNvPr>
            <p:cNvSpPr/>
            <p:nvPr/>
          </p:nvSpPr>
          <p:spPr>
            <a:xfrm>
              <a:off x="5726980" y="383289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C8BD25EF-2DCC-F6AC-C179-1596A9D1D894}"/>
                </a:ext>
              </a:extLst>
            </p:cNvPr>
            <p:cNvSpPr/>
            <p:nvPr/>
          </p:nvSpPr>
          <p:spPr>
            <a:xfrm>
              <a:off x="6265304" y="377426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Oval 270">
              <a:extLst>
                <a:ext uri="{FF2B5EF4-FFF2-40B4-BE49-F238E27FC236}">
                  <a16:creationId xmlns:a16="http://schemas.microsoft.com/office/drawing/2014/main" id="{1EB30C4F-D38F-03BC-387E-F82807EF45C8}"/>
                </a:ext>
              </a:extLst>
            </p:cNvPr>
            <p:cNvSpPr/>
            <p:nvPr/>
          </p:nvSpPr>
          <p:spPr>
            <a:xfrm>
              <a:off x="6168266" y="374839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Oval 271">
              <a:extLst>
                <a:ext uri="{FF2B5EF4-FFF2-40B4-BE49-F238E27FC236}">
                  <a16:creationId xmlns:a16="http://schemas.microsoft.com/office/drawing/2014/main" id="{575F3805-7CCA-5AC9-04DD-CCCC1D183A1D}"/>
                </a:ext>
              </a:extLst>
            </p:cNvPr>
            <p:cNvSpPr/>
            <p:nvPr/>
          </p:nvSpPr>
          <p:spPr>
            <a:xfrm>
              <a:off x="5467973" y="365710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FC9D4AD8-F602-D992-4074-E6E34401F7A5}"/>
                </a:ext>
              </a:extLst>
            </p:cNvPr>
            <p:cNvSpPr/>
            <p:nvPr/>
          </p:nvSpPr>
          <p:spPr>
            <a:xfrm>
              <a:off x="6016299" y="378592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" name="Oval 273">
              <a:extLst>
                <a:ext uri="{FF2B5EF4-FFF2-40B4-BE49-F238E27FC236}">
                  <a16:creationId xmlns:a16="http://schemas.microsoft.com/office/drawing/2014/main" id="{1A379C1A-407C-A097-0388-B4C078514F57}"/>
                </a:ext>
              </a:extLst>
            </p:cNvPr>
            <p:cNvSpPr/>
            <p:nvPr/>
          </p:nvSpPr>
          <p:spPr>
            <a:xfrm>
              <a:off x="5028769" y="338723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EDE357DA-FD39-251E-3E50-C4E809F638BB}"/>
                </a:ext>
              </a:extLst>
            </p:cNvPr>
            <p:cNvSpPr/>
            <p:nvPr/>
          </p:nvSpPr>
          <p:spPr>
            <a:xfrm>
              <a:off x="5654973" y="395424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82437094-1EFB-C7CF-8E8C-E18C92F746C2}"/>
                </a:ext>
              </a:extLst>
            </p:cNvPr>
            <p:cNvSpPr/>
            <p:nvPr/>
          </p:nvSpPr>
          <p:spPr>
            <a:xfrm>
              <a:off x="6230179" y="386962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FA4347AB-6EE9-21FA-7946-284A5E37CA7A}"/>
                </a:ext>
              </a:extLst>
            </p:cNvPr>
            <p:cNvSpPr/>
            <p:nvPr/>
          </p:nvSpPr>
          <p:spPr>
            <a:xfrm>
              <a:off x="5710821" y="390141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06132B90-DAE3-8792-5F82-91A7082391FD}"/>
                </a:ext>
              </a:extLst>
            </p:cNvPr>
            <p:cNvSpPr/>
            <p:nvPr/>
          </p:nvSpPr>
          <p:spPr>
            <a:xfrm>
              <a:off x="5119203" y="354742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9833CBA9-2A87-A3E5-DF85-3DCE931220FC}"/>
                </a:ext>
              </a:extLst>
            </p:cNvPr>
            <p:cNvSpPr/>
            <p:nvPr/>
          </p:nvSpPr>
          <p:spPr>
            <a:xfrm>
              <a:off x="4555649" y="342289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94360AAC-0DFA-8591-9238-64A783D63AA2}"/>
                </a:ext>
              </a:extLst>
            </p:cNvPr>
            <p:cNvSpPr/>
            <p:nvPr/>
          </p:nvSpPr>
          <p:spPr>
            <a:xfrm>
              <a:off x="5729734" y="385902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BA554147-BE95-AF7B-7BF2-70690DD8D95F}"/>
                </a:ext>
              </a:extLst>
            </p:cNvPr>
            <p:cNvSpPr/>
            <p:nvPr/>
          </p:nvSpPr>
          <p:spPr>
            <a:xfrm>
              <a:off x="4996211" y="340387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B09E009A-1E8D-6FD3-C6F9-DF608B6837F3}"/>
                </a:ext>
              </a:extLst>
            </p:cNvPr>
            <p:cNvSpPr/>
            <p:nvPr/>
          </p:nvSpPr>
          <p:spPr>
            <a:xfrm>
              <a:off x="6655358" y="399400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D4020FDA-164C-0D4C-9C9B-8765691333C8}"/>
                </a:ext>
              </a:extLst>
            </p:cNvPr>
            <p:cNvSpPr/>
            <p:nvPr/>
          </p:nvSpPr>
          <p:spPr>
            <a:xfrm>
              <a:off x="4137465" y="328116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2C13117C-FD0A-3F90-9516-15A0C4D8D921}"/>
                </a:ext>
              </a:extLst>
            </p:cNvPr>
            <p:cNvSpPr/>
            <p:nvPr/>
          </p:nvSpPr>
          <p:spPr>
            <a:xfrm>
              <a:off x="5914965" y="381241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517C9165-230E-01D8-EF6B-70DED063C37A}"/>
                </a:ext>
              </a:extLst>
            </p:cNvPr>
            <p:cNvSpPr/>
            <p:nvPr/>
          </p:nvSpPr>
          <p:spPr>
            <a:xfrm>
              <a:off x="4627341" y="339643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DC069C75-1217-2CE6-C213-25772B136066}"/>
                </a:ext>
              </a:extLst>
            </p:cNvPr>
            <p:cNvSpPr/>
            <p:nvPr/>
          </p:nvSpPr>
          <p:spPr>
            <a:xfrm>
              <a:off x="4984869" y="337385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D7EAE5F7-6224-0EB0-E0DE-6F55F47E225D}"/>
                </a:ext>
              </a:extLst>
            </p:cNvPr>
            <p:cNvSpPr/>
            <p:nvPr/>
          </p:nvSpPr>
          <p:spPr>
            <a:xfrm>
              <a:off x="4756924" y="337470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1F284160-32B9-0EDF-B559-64F85E72565F}"/>
                </a:ext>
              </a:extLst>
            </p:cNvPr>
            <p:cNvSpPr/>
            <p:nvPr/>
          </p:nvSpPr>
          <p:spPr>
            <a:xfrm>
              <a:off x="4659942" y="340144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C5902EEC-BB4A-5A69-2C98-4580F57EF43F}"/>
                </a:ext>
              </a:extLst>
            </p:cNvPr>
            <p:cNvSpPr/>
            <p:nvPr/>
          </p:nvSpPr>
          <p:spPr>
            <a:xfrm>
              <a:off x="6081031" y="379967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EF44637B-93A4-C14A-6633-F12062675431}"/>
                </a:ext>
              </a:extLst>
            </p:cNvPr>
            <p:cNvSpPr/>
            <p:nvPr/>
          </p:nvSpPr>
          <p:spPr>
            <a:xfrm>
              <a:off x="4972876" y="352241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AF55EFF9-F81F-A817-8279-B78735DAFF87}"/>
                </a:ext>
              </a:extLst>
            </p:cNvPr>
            <p:cNvSpPr/>
            <p:nvPr/>
          </p:nvSpPr>
          <p:spPr>
            <a:xfrm>
              <a:off x="4989255" y="354866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7E7E9F3B-1779-94CC-EFA6-72F680DD4D75}"/>
                </a:ext>
              </a:extLst>
            </p:cNvPr>
            <p:cNvSpPr/>
            <p:nvPr/>
          </p:nvSpPr>
          <p:spPr>
            <a:xfrm>
              <a:off x="6224433" y="375561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AF200C1A-715A-E9C6-BD7B-01710CDF455A}"/>
                </a:ext>
              </a:extLst>
            </p:cNvPr>
            <p:cNvSpPr/>
            <p:nvPr/>
          </p:nvSpPr>
          <p:spPr>
            <a:xfrm>
              <a:off x="4210145" y="317726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2A7DB780-7F84-E15D-8170-2EB411C4697A}"/>
                </a:ext>
              </a:extLst>
            </p:cNvPr>
            <p:cNvSpPr/>
            <p:nvPr/>
          </p:nvSpPr>
          <p:spPr>
            <a:xfrm>
              <a:off x="4405588" y="33262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4D2CC94E-71C9-C521-6096-6FD2B89C5292}"/>
                </a:ext>
              </a:extLst>
            </p:cNvPr>
            <p:cNvSpPr/>
            <p:nvPr/>
          </p:nvSpPr>
          <p:spPr>
            <a:xfrm>
              <a:off x="4300294" y="327717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2D08FBBD-96FB-17F9-D677-EDC1B69C751F}"/>
                </a:ext>
              </a:extLst>
            </p:cNvPr>
            <p:cNvSpPr/>
            <p:nvPr/>
          </p:nvSpPr>
          <p:spPr>
            <a:xfrm>
              <a:off x="6433418" y="393195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9C89DCD3-EA4F-83D5-BD14-201AFF3CA446}"/>
                </a:ext>
              </a:extLst>
            </p:cNvPr>
            <p:cNvSpPr/>
            <p:nvPr/>
          </p:nvSpPr>
          <p:spPr>
            <a:xfrm>
              <a:off x="5555515" y="379898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3E0B3863-385A-2803-9DD2-758EE366EC63}"/>
                </a:ext>
              </a:extLst>
            </p:cNvPr>
            <p:cNvSpPr/>
            <p:nvPr/>
          </p:nvSpPr>
          <p:spPr>
            <a:xfrm>
              <a:off x="6477189" y="374290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73392A6A-80FD-0496-0B9B-976B891A69B1}"/>
                </a:ext>
              </a:extLst>
            </p:cNvPr>
            <p:cNvSpPr/>
            <p:nvPr/>
          </p:nvSpPr>
          <p:spPr>
            <a:xfrm>
              <a:off x="6003730" y="379358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Oval 299">
              <a:extLst>
                <a:ext uri="{FF2B5EF4-FFF2-40B4-BE49-F238E27FC236}">
                  <a16:creationId xmlns:a16="http://schemas.microsoft.com/office/drawing/2014/main" id="{173AB69E-5A64-475F-BFA1-9C3FDFA6BFB1}"/>
                </a:ext>
              </a:extLst>
            </p:cNvPr>
            <p:cNvSpPr/>
            <p:nvPr/>
          </p:nvSpPr>
          <p:spPr>
            <a:xfrm>
              <a:off x="6380005" y="384175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Oval 300">
              <a:extLst>
                <a:ext uri="{FF2B5EF4-FFF2-40B4-BE49-F238E27FC236}">
                  <a16:creationId xmlns:a16="http://schemas.microsoft.com/office/drawing/2014/main" id="{60BA6A79-8AF9-551B-EC2B-5403B387207E}"/>
                </a:ext>
              </a:extLst>
            </p:cNvPr>
            <p:cNvSpPr/>
            <p:nvPr/>
          </p:nvSpPr>
          <p:spPr>
            <a:xfrm>
              <a:off x="5076869" y="347872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4C05075D-38D9-6C3B-23F4-BBB4F27ADFBF}"/>
                </a:ext>
              </a:extLst>
            </p:cNvPr>
            <p:cNvSpPr/>
            <p:nvPr/>
          </p:nvSpPr>
          <p:spPr>
            <a:xfrm>
              <a:off x="5877113" y="379246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Oval 302">
              <a:extLst>
                <a:ext uri="{FF2B5EF4-FFF2-40B4-BE49-F238E27FC236}">
                  <a16:creationId xmlns:a16="http://schemas.microsoft.com/office/drawing/2014/main" id="{A46A5BFE-2B43-053B-3FC2-3073223E998B}"/>
                </a:ext>
              </a:extLst>
            </p:cNvPr>
            <p:cNvSpPr/>
            <p:nvPr/>
          </p:nvSpPr>
          <p:spPr>
            <a:xfrm>
              <a:off x="5162123" y="356491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Oval 303">
              <a:extLst>
                <a:ext uri="{FF2B5EF4-FFF2-40B4-BE49-F238E27FC236}">
                  <a16:creationId xmlns:a16="http://schemas.microsoft.com/office/drawing/2014/main" id="{CA509EF6-AE26-09F0-B99C-310FE70EFF96}"/>
                </a:ext>
              </a:extLst>
            </p:cNvPr>
            <p:cNvSpPr/>
            <p:nvPr/>
          </p:nvSpPr>
          <p:spPr>
            <a:xfrm>
              <a:off x="5766961" y="384909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Oval 304">
              <a:extLst>
                <a:ext uri="{FF2B5EF4-FFF2-40B4-BE49-F238E27FC236}">
                  <a16:creationId xmlns:a16="http://schemas.microsoft.com/office/drawing/2014/main" id="{4092A6BB-A9D7-D5F5-7DAD-B651B833D7CD}"/>
                </a:ext>
              </a:extLst>
            </p:cNvPr>
            <p:cNvSpPr/>
            <p:nvPr/>
          </p:nvSpPr>
          <p:spPr>
            <a:xfrm>
              <a:off x="4233393" y="323780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Oval 305">
              <a:extLst>
                <a:ext uri="{FF2B5EF4-FFF2-40B4-BE49-F238E27FC236}">
                  <a16:creationId xmlns:a16="http://schemas.microsoft.com/office/drawing/2014/main" id="{F8C9BB9B-D9C5-E7D7-7814-246F9FE6B454}"/>
                </a:ext>
              </a:extLst>
            </p:cNvPr>
            <p:cNvSpPr/>
            <p:nvPr/>
          </p:nvSpPr>
          <p:spPr>
            <a:xfrm>
              <a:off x="6598340" y="385667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Oval 306">
              <a:extLst>
                <a:ext uri="{FF2B5EF4-FFF2-40B4-BE49-F238E27FC236}">
                  <a16:creationId xmlns:a16="http://schemas.microsoft.com/office/drawing/2014/main" id="{EAEDAB99-3F2F-B387-40B8-830377F1153E}"/>
                </a:ext>
              </a:extLst>
            </p:cNvPr>
            <p:cNvSpPr/>
            <p:nvPr/>
          </p:nvSpPr>
          <p:spPr>
            <a:xfrm>
              <a:off x="5469902" y="363573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" name="Oval 307">
              <a:extLst>
                <a:ext uri="{FF2B5EF4-FFF2-40B4-BE49-F238E27FC236}">
                  <a16:creationId xmlns:a16="http://schemas.microsoft.com/office/drawing/2014/main" id="{F2F45A99-343B-8777-6DC0-98288657C5CB}"/>
                </a:ext>
              </a:extLst>
            </p:cNvPr>
            <p:cNvSpPr/>
            <p:nvPr/>
          </p:nvSpPr>
          <p:spPr>
            <a:xfrm>
              <a:off x="6322149" y="394939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FDC0781B-A7A3-2D0D-76C1-F6FF573E0B18}"/>
                </a:ext>
              </a:extLst>
            </p:cNvPr>
            <p:cNvSpPr/>
            <p:nvPr/>
          </p:nvSpPr>
          <p:spPr>
            <a:xfrm>
              <a:off x="6479424" y="388932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Oval 309">
              <a:extLst>
                <a:ext uri="{FF2B5EF4-FFF2-40B4-BE49-F238E27FC236}">
                  <a16:creationId xmlns:a16="http://schemas.microsoft.com/office/drawing/2014/main" id="{639F1001-FAC4-D2E9-DBBF-3C13B7590191}"/>
                </a:ext>
              </a:extLst>
            </p:cNvPr>
            <p:cNvSpPr/>
            <p:nvPr/>
          </p:nvSpPr>
          <p:spPr>
            <a:xfrm>
              <a:off x="6430080" y="384582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Oval 310">
              <a:extLst>
                <a:ext uri="{FF2B5EF4-FFF2-40B4-BE49-F238E27FC236}">
                  <a16:creationId xmlns:a16="http://schemas.microsoft.com/office/drawing/2014/main" id="{FC7EF7D8-99D2-D56B-2908-65C7B8653107}"/>
                </a:ext>
              </a:extLst>
            </p:cNvPr>
            <p:cNvSpPr/>
            <p:nvPr/>
          </p:nvSpPr>
          <p:spPr>
            <a:xfrm>
              <a:off x="5647964" y="399367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Oval 311">
              <a:extLst>
                <a:ext uri="{FF2B5EF4-FFF2-40B4-BE49-F238E27FC236}">
                  <a16:creationId xmlns:a16="http://schemas.microsoft.com/office/drawing/2014/main" id="{DC4078BC-36A8-CDE8-48B7-D908D85C5AC7}"/>
                </a:ext>
              </a:extLst>
            </p:cNvPr>
            <p:cNvSpPr/>
            <p:nvPr/>
          </p:nvSpPr>
          <p:spPr>
            <a:xfrm>
              <a:off x="5484319" y="376611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Oval 312">
              <a:extLst>
                <a:ext uri="{FF2B5EF4-FFF2-40B4-BE49-F238E27FC236}">
                  <a16:creationId xmlns:a16="http://schemas.microsoft.com/office/drawing/2014/main" id="{E8D5332C-2A5E-9C66-86FF-EB6F19F24B1D}"/>
                </a:ext>
              </a:extLst>
            </p:cNvPr>
            <p:cNvSpPr/>
            <p:nvPr/>
          </p:nvSpPr>
          <p:spPr>
            <a:xfrm>
              <a:off x="6481698" y="384949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62F3BDE6-52AF-A1F3-A258-20D385493790}"/>
                </a:ext>
              </a:extLst>
            </p:cNvPr>
            <p:cNvSpPr/>
            <p:nvPr/>
          </p:nvSpPr>
          <p:spPr>
            <a:xfrm>
              <a:off x="4506397" y="337686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" name="Oval 314">
              <a:extLst>
                <a:ext uri="{FF2B5EF4-FFF2-40B4-BE49-F238E27FC236}">
                  <a16:creationId xmlns:a16="http://schemas.microsoft.com/office/drawing/2014/main" id="{1E92FE0B-3837-6A47-3183-592EE3B7C9D8}"/>
                </a:ext>
              </a:extLst>
            </p:cNvPr>
            <p:cNvSpPr/>
            <p:nvPr/>
          </p:nvSpPr>
          <p:spPr>
            <a:xfrm>
              <a:off x="5765538" y="389678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" name="Oval 315">
              <a:extLst>
                <a:ext uri="{FF2B5EF4-FFF2-40B4-BE49-F238E27FC236}">
                  <a16:creationId xmlns:a16="http://schemas.microsoft.com/office/drawing/2014/main" id="{8A6A9D47-8D5C-5DF4-0A3E-9ADFE2FFDF3F}"/>
                </a:ext>
              </a:extLst>
            </p:cNvPr>
            <p:cNvSpPr/>
            <p:nvPr/>
          </p:nvSpPr>
          <p:spPr>
            <a:xfrm>
              <a:off x="5629756" y="382046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Oval 316">
              <a:extLst>
                <a:ext uri="{FF2B5EF4-FFF2-40B4-BE49-F238E27FC236}">
                  <a16:creationId xmlns:a16="http://schemas.microsoft.com/office/drawing/2014/main" id="{0D93BE47-7B7D-0250-9CB6-3EDC8594A5A4}"/>
                </a:ext>
              </a:extLst>
            </p:cNvPr>
            <p:cNvSpPr/>
            <p:nvPr/>
          </p:nvSpPr>
          <p:spPr>
            <a:xfrm>
              <a:off x="4977987" y="353005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Oval 317">
              <a:extLst>
                <a:ext uri="{FF2B5EF4-FFF2-40B4-BE49-F238E27FC236}">
                  <a16:creationId xmlns:a16="http://schemas.microsoft.com/office/drawing/2014/main" id="{81A9167C-543E-7B0D-CA1B-3FD78A8ED170}"/>
                </a:ext>
              </a:extLst>
            </p:cNvPr>
            <p:cNvSpPr/>
            <p:nvPr/>
          </p:nvSpPr>
          <p:spPr>
            <a:xfrm>
              <a:off x="5981319" y="370559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Oval 318">
              <a:extLst>
                <a:ext uri="{FF2B5EF4-FFF2-40B4-BE49-F238E27FC236}">
                  <a16:creationId xmlns:a16="http://schemas.microsoft.com/office/drawing/2014/main" id="{57C5CC0F-6540-2FD9-E451-2FC52963922A}"/>
                </a:ext>
              </a:extLst>
            </p:cNvPr>
            <p:cNvSpPr/>
            <p:nvPr/>
          </p:nvSpPr>
          <p:spPr>
            <a:xfrm>
              <a:off x="5050734" y="349228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Oval 319">
              <a:extLst>
                <a:ext uri="{FF2B5EF4-FFF2-40B4-BE49-F238E27FC236}">
                  <a16:creationId xmlns:a16="http://schemas.microsoft.com/office/drawing/2014/main" id="{D76685A2-14D0-8AEB-D490-8510A887C871}"/>
                </a:ext>
              </a:extLst>
            </p:cNvPr>
            <p:cNvSpPr/>
            <p:nvPr/>
          </p:nvSpPr>
          <p:spPr>
            <a:xfrm>
              <a:off x="6002480" y="378861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Oval 320">
              <a:extLst>
                <a:ext uri="{FF2B5EF4-FFF2-40B4-BE49-F238E27FC236}">
                  <a16:creationId xmlns:a16="http://schemas.microsoft.com/office/drawing/2014/main" id="{B0346264-E654-D663-15F9-EDDD0828C069}"/>
                </a:ext>
              </a:extLst>
            </p:cNvPr>
            <p:cNvSpPr/>
            <p:nvPr/>
          </p:nvSpPr>
          <p:spPr>
            <a:xfrm>
              <a:off x="6621483" y="385528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0EE3FBA5-77F1-3173-8955-122CF626632C}"/>
                </a:ext>
              </a:extLst>
            </p:cNvPr>
            <p:cNvSpPr/>
            <p:nvPr/>
          </p:nvSpPr>
          <p:spPr>
            <a:xfrm>
              <a:off x="6625579" y="38404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AA0548A9-16DE-CBA2-DCAB-2EFFCCB23B7D}"/>
                </a:ext>
              </a:extLst>
            </p:cNvPr>
            <p:cNvSpPr/>
            <p:nvPr/>
          </p:nvSpPr>
          <p:spPr>
            <a:xfrm>
              <a:off x="4438348" y="322060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Oval 323">
              <a:extLst>
                <a:ext uri="{FF2B5EF4-FFF2-40B4-BE49-F238E27FC236}">
                  <a16:creationId xmlns:a16="http://schemas.microsoft.com/office/drawing/2014/main" id="{166153F8-FF11-433C-A75E-415D33BAF783}"/>
                </a:ext>
              </a:extLst>
            </p:cNvPr>
            <p:cNvSpPr/>
            <p:nvPr/>
          </p:nvSpPr>
          <p:spPr>
            <a:xfrm>
              <a:off x="5924940" y="385959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Oval 324">
              <a:extLst>
                <a:ext uri="{FF2B5EF4-FFF2-40B4-BE49-F238E27FC236}">
                  <a16:creationId xmlns:a16="http://schemas.microsoft.com/office/drawing/2014/main" id="{DD028360-0CA5-94B5-CF47-3CE90503D2CC}"/>
                </a:ext>
              </a:extLst>
            </p:cNvPr>
            <p:cNvSpPr/>
            <p:nvPr/>
          </p:nvSpPr>
          <p:spPr>
            <a:xfrm>
              <a:off x="4654167" y="340469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Oval 325">
              <a:extLst>
                <a:ext uri="{FF2B5EF4-FFF2-40B4-BE49-F238E27FC236}">
                  <a16:creationId xmlns:a16="http://schemas.microsoft.com/office/drawing/2014/main" id="{06504424-4392-4BE0-73D7-E15276465BCB}"/>
                </a:ext>
              </a:extLst>
            </p:cNvPr>
            <p:cNvSpPr/>
            <p:nvPr/>
          </p:nvSpPr>
          <p:spPr>
            <a:xfrm>
              <a:off x="4252688" y="331292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Oval 326">
              <a:extLst>
                <a:ext uri="{FF2B5EF4-FFF2-40B4-BE49-F238E27FC236}">
                  <a16:creationId xmlns:a16="http://schemas.microsoft.com/office/drawing/2014/main" id="{F04F981A-34BA-726A-C613-BE91D57366B5}"/>
                </a:ext>
              </a:extLst>
            </p:cNvPr>
            <p:cNvSpPr/>
            <p:nvPr/>
          </p:nvSpPr>
          <p:spPr>
            <a:xfrm>
              <a:off x="6430319" y="37791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Oval 327">
              <a:extLst>
                <a:ext uri="{FF2B5EF4-FFF2-40B4-BE49-F238E27FC236}">
                  <a16:creationId xmlns:a16="http://schemas.microsoft.com/office/drawing/2014/main" id="{17B60025-6192-E21B-5492-799324139A50}"/>
                </a:ext>
              </a:extLst>
            </p:cNvPr>
            <p:cNvSpPr/>
            <p:nvPr/>
          </p:nvSpPr>
          <p:spPr>
            <a:xfrm>
              <a:off x="4664964" y="338690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Oval 328">
              <a:extLst>
                <a:ext uri="{FF2B5EF4-FFF2-40B4-BE49-F238E27FC236}">
                  <a16:creationId xmlns:a16="http://schemas.microsoft.com/office/drawing/2014/main" id="{1966823A-EC6E-7B49-9351-09DD3C67856F}"/>
                </a:ext>
              </a:extLst>
            </p:cNvPr>
            <p:cNvSpPr/>
            <p:nvPr/>
          </p:nvSpPr>
          <p:spPr>
            <a:xfrm>
              <a:off x="5856338" y="392490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A61C2972-8D0A-DD35-32ED-2151EF2E7A67}"/>
                </a:ext>
              </a:extLst>
            </p:cNvPr>
            <p:cNvSpPr/>
            <p:nvPr/>
          </p:nvSpPr>
          <p:spPr>
            <a:xfrm>
              <a:off x="4116870" y="322434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B3A08057-CBCB-7956-53EF-9B748C872478}"/>
                </a:ext>
              </a:extLst>
            </p:cNvPr>
            <p:cNvSpPr/>
            <p:nvPr/>
          </p:nvSpPr>
          <p:spPr>
            <a:xfrm>
              <a:off x="6661676" y="385955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417D1A8A-63AD-7683-66AF-F06F1135A575}"/>
                </a:ext>
              </a:extLst>
            </p:cNvPr>
            <p:cNvSpPr/>
            <p:nvPr/>
          </p:nvSpPr>
          <p:spPr>
            <a:xfrm>
              <a:off x="4341491" y="338159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Oval 332">
              <a:extLst>
                <a:ext uri="{FF2B5EF4-FFF2-40B4-BE49-F238E27FC236}">
                  <a16:creationId xmlns:a16="http://schemas.microsoft.com/office/drawing/2014/main" id="{6A78E4FB-FF29-0989-C42F-49B6942DA39F}"/>
                </a:ext>
              </a:extLst>
            </p:cNvPr>
            <p:cNvSpPr/>
            <p:nvPr/>
          </p:nvSpPr>
          <p:spPr>
            <a:xfrm>
              <a:off x="4605108" y="333114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Oval 333">
              <a:extLst>
                <a:ext uri="{FF2B5EF4-FFF2-40B4-BE49-F238E27FC236}">
                  <a16:creationId xmlns:a16="http://schemas.microsoft.com/office/drawing/2014/main" id="{F3F2C28A-FEEE-ADC7-6150-EB63F2FEB360}"/>
                </a:ext>
              </a:extLst>
            </p:cNvPr>
            <p:cNvSpPr/>
            <p:nvPr/>
          </p:nvSpPr>
          <p:spPr>
            <a:xfrm>
              <a:off x="4697252" y="341374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F10E41E3-6E90-43ED-F790-2102C2E50893}"/>
                </a:ext>
              </a:extLst>
            </p:cNvPr>
            <p:cNvSpPr/>
            <p:nvPr/>
          </p:nvSpPr>
          <p:spPr>
            <a:xfrm>
              <a:off x="5446626" y="357372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Oval 335">
              <a:extLst>
                <a:ext uri="{FF2B5EF4-FFF2-40B4-BE49-F238E27FC236}">
                  <a16:creationId xmlns:a16="http://schemas.microsoft.com/office/drawing/2014/main" id="{A1912142-84AF-ADE4-444B-6067907A6A80}"/>
                </a:ext>
              </a:extLst>
            </p:cNvPr>
            <p:cNvSpPr/>
            <p:nvPr/>
          </p:nvSpPr>
          <p:spPr>
            <a:xfrm>
              <a:off x="6167043" y="377045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Oval 336">
              <a:extLst>
                <a:ext uri="{FF2B5EF4-FFF2-40B4-BE49-F238E27FC236}">
                  <a16:creationId xmlns:a16="http://schemas.microsoft.com/office/drawing/2014/main" id="{99A2EDBE-FB3F-9177-5A96-1DF9AA1A7AA6}"/>
                </a:ext>
              </a:extLst>
            </p:cNvPr>
            <p:cNvSpPr/>
            <p:nvPr/>
          </p:nvSpPr>
          <p:spPr>
            <a:xfrm>
              <a:off x="6212330" y="374392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Oval 337">
              <a:extLst>
                <a:ext uri="{FF2B5EF4-FFF2-40B4-BE49-F238E27FC236}">
                  <a16:creationId xmlns:a16="http://schemas.microsoft.com/office/drawing/2014/main" id="{9D9E42D5-3527-5992-3908-64409BE71CAC}"/>
                </a:ext>
              </a:extLst>
            </p:cNvPr>
            <p:cNvSpPr/>
            <p:nvPr/>
          </p:nvSpPr>
          <p:spPr>
            <a:xfrm>
              <a:off x="5813511" y="393587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Oval 338">
              <a:extLst>
                <a:ext uri="{FF2B5EF4-FFF2-40B4-BE49-F238E27FC236}">
                  <a16:creationId xmlns:a16="http://schemas.microsoft.com/office/drawing/2014/main" id="{35790F2B-3E2A-936B-3B12-05EEBDDCCB4B}"/>
                </a:ext>
              </a:extLst>
            </p:cNvPr>
            <p:cNvSpPr/>
            <p:nvPr/>
          </p:nvSpPr>
          <p:spPr>
            <a:xfrm>
              <a:off x="5836560" y="38940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Oval 339">
              <a:extLst>
                <a:ext uri="{FF2B5EF4-FFF2-40B4-BE49-F238E27FC236}">
                  <a16:creationId xmlns:a16="http://schemas.microsoft.com/office/drawing/2014/main" id="{1B588D86-D040-5778-F6C3-24235AD57904}"/>
                </a:ext>
              </a:extLst>
            </p:cNvPr>
            <p:cNvSpPr/>
            <p:nvPr/>
          </p:nvSpPr>
          <p:spPr>
            <a:xfrm>
              <a:off x="4778876" y="346589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Oval 340">
              <a:extLst>
                <a:ext uri="{FF2B5EF4-FFF2-40B4-BE49-F238E27FC236}">
                  <a16:creationId xmlns:a16="http://schemas.microsoft.com/office/drawing/2014/main" id="{A358BC33-2449-3DA7-0A4B-A87E6A5C7135}"/>
                </a:ext>
              </a:extLst>
            </p:cNvPr>
            <p:cNvSpPr/>
            <p:nvPr/>
          </p:nvSpPr>
          <p:spPr>
            <a:xfrm>
              <a:off x="6708053" y="380154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Oval 341">
              <a:extLst>
                <a:ext uri="{FF2B5EF4-FFF2-40B4-BE49-F238E27FC236}">
                  <a16:creationId xmlns:a16="http://schemas.microsoft.com/office/drawing/2014/main" id="{0A40BB73-9E9C-7230-7030-DDFC147DAE61}"/>
                </a:ext>
              </a:extLst>
            </p:cNvPr>
            <p:cNvSpPr/>
            <p:nvPr/>
          </p:nvSpPr>
          <p:spPr>
            <a:xfrm>
              <a:off x="5894017" y="380691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Oval 342">
              <a:extLst>
                <a:ext uri="{FF2B5EF4-FFF2-40B4-BE49-F238E27FC236}">
                  <a16:creationId xmlns:a16="http://schemas.microsoft.com/office/drawing/2014/main" id="{75389870-C001-1927-C99C-573AC6006230}"/>
                </a:ext>
              </a:extLst>
            </p:cNvPr>
            <p:cNvSpPr/>
            <p:nvPr/>
          </p:nvSpPr>
          <p:spPr>
            <a:xfrm>
              <a:off x="5364272" y="338399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Oval 343">
              <a:extLst>
                <a:ext uri="{FF2B5EF4-FFF2-40B4-BE49-F238E27FC236}">
                  <a16:creationId xmlns:a16="http://schemas.microsoft.com/office/drawing/2014/main" id="{A8907A20-C770-9E29-D068-0CF2728E22CB}"/>
                </a:ext>
              </a:extLst>
            </p:cNvPr>
            <p:cNvSpPr/>
            <p:nvPr/>
          </p:nvSpPr>
          <p:spPr>
            <a:xfrm>
              <a:off x="6117207" y="377968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C44CADD1-6176-2144-0460-533DE74A2E5C}"/>
                </a:ext>
              </a:extLst>
            </p:cNvPr>
            <p:cNvSpPr/>
            <p:nvPr/>
          </p:nvSpPr>
          <p:spPr>
            <a:xfrm>
              <a:off x="4784067" y="34112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D40D56C2-7CA0-0087-5778-407B94552A16}"/>
                </a:ext>
              </a:extLst>
            </p:cNvPr>
            <p:cNvSpPr/>
            <p:nvPr/>
          </p:nvSpPr>
          <p:spPr>
            <a:xfrm>
              <a:off x="5784424" y="382023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Oval 346">
              <a:extLst>
                <a:ext uri="{FF2B5EF4-FFF2-40B4-BE49-F238E27FC236}">
                  <a16:creationId xmlns:a16="http://schemas.microsoft.com/office/drawing/2014/main" id="{266E03F5-93FC-9B75-AD0D-4E87067405D3}"/>
                </a:ext>
              </a:extLst>
            </p:cNvPr>
            <p:cNvSpPr/>
            <p:nvPr/>
          </p:nvSpPr>
          <p:spPr>
            <a:xfrm>
              <a:off x="4978275" y="338405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Oval 347">
              <a:extLst>
                <a:ext uri="{FF2B5EF4-FFF2-40B4-BE49-F238E27FC236}">
                  <a16:creationId xmlns:a16="http://schemas.microsoft.com/office/drawing/2014/main" id="{C0086E98-C1C7-72FD-0187-63C0F9D4A69F}"/>
                </a:ext>
              </a:extLst>
            </p:cNvPr>
            <p:cNvSpPr/>
            <p:nvPr/>
          </p:nvSpPr>
          <p:spPr>
            <a:xfrm>
              <a:off x="5679406" y="386099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Oval 348">
              <a:extLst>
                <a:ext uri="{FF2B5EF4-FFF2-40B4-BE49-F238E27FC236}">
                  <a16:creationId xmlns:a16="http://schemas.microsoft.com/office/drawing/2014/main" id="{4A31D6D1-007E-6643-B58B-F8D7C9FCFE94}"/>
                </a:ext>
              </a:extLst>
            </p:cNvPr>
            <p:cNvSpPr/>
            <p:nvPr/>
          </p:nvSpPr>
          <p:spPr>
            <a:xfrm>
              <a:off x="5708932" y="406375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392AFE10-3772-3E4A-92C3-0EA101FDFD5F}"/>
                </a:ext>
              </a:extLst>
            </p:cNvPr>
            <p:cNvSpPr/>
            <p:nvPr/>
          </p:nvSpPr>
          <p:spPr>
            <a:xfrm>
              <a:off x="5908514" y="383586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Oval 350">
              <a:extLst>
                <a:ext uri="{FF2B5EF4-FFF2-40B4-BE49-F238E27FC236}">
                  <a16:creationId xmlns:a16="http://schemas.microsoft.com/office/drawing/2014/main" id="{44E59140-B5FD-99EE-7B2B-8B8A52E09C0C}"/>
                </a:ext>
              </a:extLst>
            </p:cNvPr>
            <p:cNvSpPr/>
            <p:nvPr/>
          </p:nvSpPr>
          <p:spPr>
            <a:xfrm>
              <a:off x="4770573" y="341980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56D8AACC-9257-3212-2C12-FCC263394965}"/>
                </a:ext>
              </a:extLst>
            </p:cNvPr>
            <p:cNvSpPr/>
            <p:nvPr/>
          </p:nvSpPr>
          <p:spPr>
            <a:xfrm>
              <a:off x="4923590" y="34700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26E52DC5-1E26-E39B-5E64-E18779ECAC3E}"/>
                </a:ext>
              </a:extLst>
            </p:cNvPr>
            <p:cNvSpPr/>
            <p:nvPr/>
          </p:nvSpPr>
          <p:spPr>
            <a:xfrm>
              <a:off x="4667354" y="341118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Oval 353">
              <a:extLst>
                <a:ext uri="{FF2B5EF4-FFF2-40B4-BE49-F238E27FC236}">
                  <a16:creationId xmlns:a16="http://schemas.microsoft.com/office/drawing/2014/main" id="{132D8CF0-6598-55B7-1CF1-178D24AF3293}"/>
                </a:ext>
              </a:extLst>
            </p:cNvPr>
            <p:cNvSpPr/>
            <p:nvPr/>
          </p:nvSpPr>
          <p:spPr>
            <a:xfrm>
              <a:off x="5405223" y="346954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Oval 354">
              <a:extLst>
                <a:ext uri="{FF2B5EF4-FFF2-40B4-BE49-F238E27FC236}">
                  <a16:creationId xmlns:a16="http://schemas.microsoft.com/office/drawing/2014/main" id="{C98CF46E-11C1-06F5-3F18-4C31D8418232}"/>
                </a:ext>
              </a:extLst>
            </p:cNvPr>
            <p:cNvSpPr/>
            <p:nvPr/>
          </p:nvSpPr>
          <p:spPr>
            <a:xfrm>
              <a:off x="6236430" y="378806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8E074C9D-F73C-9573-1B2F-7C42525266D8}"/>
                </a:ext>
              </a:extLst>
            </p:cNvPr>
            <p:cNvSpPr/>
            <p:nvPr/>
          </p:nvSpPr>
          <p:spPr>
            <a:xfrm>
              <a:off x="5461403" y="35740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Oval 356">
              <a:extLst>
                <a:ext uri="{FF2B5EF4-FFF2-40B4-BE49-F238E27FC236}">
                  <a16:creationId xmlns:a16="http://schemas.microsoft.com/office/drawing/2014/main" id="{7378CE95-672C-98AC-AEA5-0ADB4B23036F}"/>
                </a:ext>
              </a:extLst>
            </p:cNvPr>
            <p:cNvSpPr/>
            <p:nvPr/>
          </p:nvSpPr>
          <p:spPr>
            <a:xfrm>
              <a:off x="4469501" y="345204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Oval 357">
              <a:extLst>
                <a:ext uri="{FF2B5EF4-FFF2-40B4-BE49-F238E27FC236}">
                  <a16:creationId xmlns:a16="http://schemas.microsoft.com/office/drawing/2014/main" id="{045ADF38-ECDE-9812-BBA5-49035CF978BE}"/>
                </a:ext>
              </a:extLst>
            </p:cNvPr>
            <p:cNvSpPr/>
            <p:nvPr/>
          </p:nvSpPr>
          <p:spPr>
            <a:xfrm>
              <a:off x="4526640" y="331016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002AD49C-285E-8C55-3763-9AC9E1D84EF1}"/>
                </a:ext>
              </a:extLst>
            </p:cNvPr>
            <p:cNvSpPr/>
            <p:nvPr/>
          </p:nvSpPr>
          <p:spPr>
            <a:xfrm>
              <a:off x="5693118" y="395428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803A2C56-C0A1-AA13-D73B-F4308DA59DB9}"/>
                </a:ext>
              </a:extLst>
            </p:cNvPr>
            <p:cNvSpPr/>
            <p:nvPr/>
          </p:nvSpPr>
          <p:spPr>
            <a:xfrm>
              <a:off x="6421608" y="376995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3C140D9E-62F1-032D-D020-CA489E99860F}"/>
                </a:ext>
              </a:extLst>
            </p:cNvPr>
            <p:cNvSpPr/>
            <p:nvPr/>
          </p:nvSpPr>
          <p:spPr>
            <a:xfrm>
              <a:off x="6255542" y="388953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C9857025-5215-7245-42D5-241C21BA06E8}"/>
                </a:ext>
              </a:extLst>
            </p:cNvPr>
            <p:cNvSpPr/>
            <p:nvPr/>
          </p:nvSpPr>
          <p:spPr>
            <a:xfrm>
              <a:off x="4989447" y="339727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B14C23F9-04FD-8EA4-D2E0-0673D844E183}"/>
                </a:ext>
              </a:extLst>
            </p:cNvPr>
            <p:cNvSpPr/>
            <p:nvPr/>
          </p:nvSpPr>
          <p:spPr>
            <a:xfrm>
              <a:off x="5617041" y="385102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2F8BADCF-E617-8746-518E-098B4E932828}"/>
                </a:ext>
              </a:extLst>
            </p:cNvPr>
            <p:cNvSpPr/>
            <p:nvPr/>
          </p:nvSpPr>
          <p:spPr>
            <a:xfrm>
              <a:off x="4227239" y="330263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E28B2B43-05F4-D6EB-EB0C-626237D681EF}"/>
                </a:ext>
              </a:extLst>
            </p:cNvPr>
            <p:cNvSpPr/>
            <p:nvPr/>
          </p:nvSpPr>
          <p:spPr>
            <a:xfrm>
              <a:off x="6647631" y="382951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6E3391BD-AA6F-379F-1751-00BC390EDFD3}"/>
                </a:ext>
              </a:extLst>
            </p:cNvPr>
            <p:cNvSpPr/>
            <p:nvPr/>
          </p:nvSpPr>
          <p:spPr>
            <a:xfrm>
              <a:off x="4387261" y="332266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636187E4-2975-0E91-A14C-59B0EAFA772C}"/>
                </a:ext>
              </a:extLst>
            </p:cNvPr>
            <p:cNvSpPr/>
            <p:nvPr/>
          </p:nvSpPr>
          <p:spPr>
            <a:xfrm>
              <a:off x="4988646" y="349651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9FADF72E-8978-C21E-00E1-8D39E1218CF4}"/>
                </a:ext>
              </a:extLst>
            </p:cNvPr>
            <p:cNvSpPr/>
            <p:nvPr/>
          </p:nvSpPr>
          <p:spPr>
            <a:xfrm>
              <a:off x="6587235" y="375464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849D7A57-3E5A-3102-60F9-8BEE915AEBAF}"/>
                </a:ext>
              </a:extLst>
            </p:cNvPr>
            <p:cNvSpPr/>
            <p:nvPr/>
          </p:nvSpPr>
          <p:spPr>
            <a:xfrm>
              <a:off x="4779045" y="330285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7C0BAD9F-AD24-4D5D-0204-735F67224463}"/>
                </a:ext>
              </a:extLst>
            </p:cNvPr>
            <p:cNvSpPr/>
            <p:nvPr/>
          </p:nvSpPr>
          <p:spPr>
            <a:xfrm>
              <a:off x="6473611" y="378619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43C38136-32BF-8311-4E5B-2F99605A88CA}"/>
                </a:ext>
              </a:extLst>
            </p:cNvPr>
            <p:cNvSpPr/>
            <p:nvPr/>
          </p:nvSpPr>
          <p:spPr>
            <a:xfrm>
              <a:off x="6353976" y="377237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D71F7211-CCDD-ED44-E289-EF68BB157482}"/>
                </a:ext>
              </a:extLst>
            </p:cNvPr>
            <p:cNvSpPr/>
            <p:nvPr/>
          </p:nvSpPr>
          <p:spPr>
            <a:xfrm>
              <a:off x="6520149" y="38326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3B1331DF-4593-D39A-46E4-56477C2BC58A}"/>
                </a:ext>
              </a:extLst>
            </p:cNvPr>
            <p:cNvSpPr/>
            <p:nvPr/>
          </p:nvSpPr>
          <p:spPr>
            <a:xfrm>
              <a:off x="5647525" y="397490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EA356F13-A80E-3354-C05C-9273A1E49A2D}"/>
                </a:ext>
              </a:extLst>
            </p:cNvPr>
            <p:cNvSpPr/>
            <p:nvPr/>
          </p:nvSpPr>
          <p:spPr>
            <a:xfrm>
              <a:off x="5155845" y="350237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0EE1222A-8E97-F445-8074-0E6A80C016A4}"/>
                </a:ext>
              </a:extLst>
            </p:cNvPr>
            <p:cNvSpPr/>
            <p:nvPr/>
          </p:nvSpPr>
          <p:spPr>
            <a:xfrm>
              <a:off x="5077840" y="342953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6" name="Freeform 375">
            <a:extLst>
              <a:ext uri="{FF2B5EF4-FFF2-40B4-BE49-F238E27FC236}">
                <a16:creationId xmlns:a16="http://schemas.microsoft.com/office/drawing/2014/main" id="{A63C5FA3-37EB-CEAE-42CF-6C13A21B1D81}"/>
              </a:ext>
            </a:extLst>
          </p:cNvPr>
          <p:cNvSpPr/>
          <p:nvPr/>
        </p:nvSpPr>
        <p:spPr>
          <a:xfrm>
            <a:off x="4134523" y="3312658"/>
            <a:ext cx="2641187" cy="590791"/>
          </a:xfrm>
          <a:custGeom>
            <a:avLst/>
            <a:gdLst>
              <a:gd name="csX0" fmla="*/ 0 w 2641187"/>
              <a:gd name="csY0" fmla="*/ 0 h 590791"/>
              <a:gd name="csX1" fmla="*/ 8833 w 2641187"/>
              <a:gd name="csY1" fmla="*/ 1709 h 590791"/>
              <a:gd name="csX2" fmla="*/ 17667 w 2641187"/>
              <a:gd name="csY2" fmla="*/ 3413 h 590791"/>
              <a:gd name="csX3" fmla="*/ 26499 w 2641187"/>
              <a:gd name="csY3" fmla="*/ 5113 h 590791"/>
              <a:gd name="csX4" fmla="*/ 35333 w 2641187"/>
              <a:gd name="csY4" fmla="*/ 6806 h 590791"/>
              <a:gd name="csX5" fmla="*/ 44166 w 2641187"/>
              <a:gd name="csY5" fmla="*/ 8493 h 590791"/>
              <a:gd name="csX6" fmla="*/ 53000 w 2641187"/>
              <a:gd name="csY6" fmla="*/ 10176 h 590791"/>
              <a:gd name="csX7" fmla="*/ 61834 w 2641187"/>
              <a:gd name="csY7" fmla="*/ 11853 h 590791"/>
              <a:gd name="csX8" fmla="*/ 70666 w 2641187"/>
              <a:gd name="csY8" fmla="*/ 13525 h 590791"/>
              <a:gd name="csX9" fmla="*/ 79500 w 2641187"/>
              <a:gd name="csY9" fmla="*/ 15191 h 590791"/>
              <a:gd name="csX10" fmla="*/ 88333 w 2641187"/>
              <a:gd name="csY10" fmla="*/ 16851 h 590791"/>
              <a:gd name="csX11" fmla="*/ 97167 w 2641187"/>
              <a:gd name="csY11" fmla="*/ 18506 h 590791"/>
              <a:gd name="csX12" fmla="*/ 106001 w 2641187"/>
              <a:gd name="csY12" fmla="*/ 20155 h 590791"/>
              <a:gd name="csX13" fmla="*/ 114834 w 2641187"/>
              <a:gd name="csY13" fmla="*/ 21799 h 590791"/>
              <a:gd name="csX14" fmla="*/ 123668 w 2641187"/>
              <a:gd name="csY14" fmla="*/ 23438 h 590791"/>
              <a:gd name="csX15" fmla="*/ 132500 w 2641187"/>
              <a:gd name="csY15" fmla="*/ 25071 h 590791"/>
              <a:gd name="csX16" fmla="*/ 141334 w 2641187"/>
              <a:gd name="csY16" fmla="*/ 26697 h 590791"/>
              <a:gd name="csX17" fmla="*/ 150167 w 2641187"/>
              <a:gd name="csY17" fmla="*/ 28320 h 590791"/>
              <a:gd name="csX18" fmla="*/ 159001 w 2641187"/>
              <a:gd name="csY18" fmla="*/ 29937 h 590791"/>
              <a:gd name="csX19" fmla="*/ 167835 w 2641187"/>
              <a:gd name="csY19" fmla="*/ 31548 h 590791"/>
              <a:gd name="csX20" fmla="*/ 176667 w 2641187"/>
              <a:gd name="csY20" fmla="*/ 33155 h 590791"/>
              <a:gd name="csX21" fmla="*/ 185501 w 2641187"/>
              <a:gd name="csY21" fmla="*/ 34756 h 590791"/>
              <a:gd name="csX22" fmla="*/ 194334 w 2641187"/>
              <a:gd name="csY22" fmla="*/ 36352 h 590791"/>
              <a:gd name="csX23" fmla="*/ 203168 w 2641187"/>
              <a:gd name="csY23" fmla="*/ 37943 h 590791"/>
              <a:gd name="csX24" fmla="*/ 212002 w 2641187"/>
              <a:gd name="csY24" fmla="*/ 39529 h 590791"/>
              <a:gd name="csX25" fmla="*/ 220835 w 2641187"/>
              <a:gd name="csY25" fmla="*/ 41111 h 590791"/>
              <a:gd name="csX26" fmla="*/ 229668 w 2641187"/>
              <a:gd name="csY26" fmla="*/ 42687 h 590791"/>
              <a:gd name="csX27" fmla="*/ 238501 w 2641187"/>
              <a:gd name="csY27" fmla="*/ 44259 h 590791"/>
              <a:gd name="csX28" fmla="*/ 247335 w 2641187"/>
              <a:gd name="csY28" fmla="*/ 45826 h 590791"/>
              <a:gd name="csX29" fmla="*/ 256168 w 2641187"/>
              <a:gd name="csY29" fmla="*/ 47390 h 590791"/>
              <a:gd name="csX30" fmla="*/ 265002 w 2641187"/>
              <a:gd name="csY30" fmla="*/ 48947 h 590791"/>
              <a:gd name="csX31" fmla="*/ 273836 w 2641187"/>
              <a:gd name="csY31" fmla="*/ 50502 h 590791"/>
              <a:gd name="csX32" fmla="*/ 282668 w 2641187"/>
              <a:gd name="csY32" fmla="*/ 52053 h 590791"/>
              <a:gd name="csX33" fmla="*/ 291502 w 2641187"/>
              <a:gd name="csY33" fmla="*/ 53600 h 590791"/>
              <a:gd name="csX34" fmla="*/ 300335 w 2641187"/>
              <a:gd name="csY34" fmla="*/ 55142 h 590791"/>
              <a:gd name="csX35" fmla="*/ 309169 w 2641187"/>
              <a:gd name="csY35" fmla="*/ 56681 h 590791"/>
              <a:gd name="csX36" fmla="*/ 318003 w 2641187"/>
              <a:gd name="csY36" fmla="*/ 58216 h 590791"/>
              <a:gd name="csX37" fmla="*/ 326835 w 2641187"/>
              <a:gd name="csY37" fmla="*/ 59748 h 590791"/>
              <a:gd name="csX38" fmla="*/ 335669 w 2641187"/>
              <a:gd name="csY38" fmla="*/ 61276 h 590791"/>
              <a:gd name="csX39" fmla="*/ 344502 w 2641187"/>
              <a:gd name="csY39" fmla="*/ 62802 h 590791"/>
              <a:gd name="csX40" fmla="*/ 353336 w 2641187"/>
              <a:gd name="csY40" fmla="*/ 64325 h 590791"/>
              <a:gd name="csX41" fmla="*/ 362169 w 2641187"/>
              <a:gd name="csY41" fmla="*/ 65845 h 590791"/>
              <a:gd name="csX42" fmla="*/ 371003 w 2641187"/>
              <a:gd name="csY42" fmla="*/ 67363 h 590791"/>
              <a:gd name="csX43" fmla="*/ 379837 w 2641187"/>
              <a:gd name="csY43" fmla="*/ 68876 h 590791"/>
              <a:gd name="csX44" fmla="*/ 388669 w 2641187"/>
              <a:gd name="csY44" fmla="*/ 70388 h 590791"/>
              <a:gd name="csX45" fmla="*/ 397503 w 2641187"/>
              <a:gd name="csY45" fmla="*/ 71899 h 590791"/>
              <a:gd name="csX46" fmla="*/ 406336 w 2641187"/>
              <a:gd name="csY46" fmla="*/ 73406 h 590791"/>
              <a:gd name="csX47" fmla="*/ 415170 w 2641187"/>
              <a:gd name="csY47" fmla="*/ 74913 h 590791"/>
              <a:gd name="csX48" fmla="*/ 424004 w 2641187"/>
              <a:gd name="csY48" fmla="*/ 76417 h 590791"/>
              <a:gd name="csX49" fmla="*/ 432836 w 2641187"/>
              <a:gd name="csY49" fmla="*/ 77919 h 590791"/>
              <a:gd name="csX50" fmla="*/ 441670 w 2641187"/>
              <a:gd name="csY50" fmla="*/ 79421 h 590791"/>
              <a:gd name="csX51" fmla="*/ 450503 w 2641187"/>
              <a:gd name="csY51" fmla="*/ 80921 h 590791"/>
              <a:gd name="csX52" fmla="*/ 459337 w 2641187"/>
              <a:gd name="csY52" fmla="*/ 82420 h 590791"/>
              <a:gd name="csX53" fmla="*/ 468170 w 2641187"/>
              <a:gd name="csY53" fmla="*/ 83917 h 590791"/>
              <a:gd name="csX54" fmla="*/ 477004 w 2641187"/>
              <a:gd name="csY54" fmla="*/ 85414 h 590791"/>
              <a:gd name="csX55" fmla="*/ 485838 w 2641187"/>
              <a:gd name="csY55" fmla="*/ 86910 h 590791"/>
              <a:gd name="csX56" fmla="*/ 494670 w 2641187"/>
              <a:gd name="csY56" fmla="*/ 88405 h 590791"/>
              <a:gd name="csX57" fmla="*/ 503504 w 2641187"/>
              <a:gd name="csY57" fmla="*/ 89900 h 590791"/>
              <a:gd name="csX58" fmla="*/ 512337 w 2641187"/>
              <a:gd name="csY58" fmla="*/ 91393 h 590791"/>
              <a:gd name="csX59" fmla="*/ 521171 w 2641187"/>
              <a:gd name="csY59" fmla="*/ 92888 h 590791"/>
              <a:gd name="csX60" fmla="*/ 530005 w 2641187"/>
              <a:gd name="csY60" fmla="*/ 94382 h 590791"/>
              <a:gd name="csX61" fmla="*/ 538837 w 2641187"/>
              <a:gd name="csY61" fmla="*/ 95876 h 590791"/>
              <a:gd name="csX62" fmla="*/ 547671 w 2641187"/>
              <a:gd name="csY62" fmla="*/ 97369 h 590791"/>
              <a:gd name="csX63" fmla="*/ 556504 w 2641187"/>
              <a:gd name="csY63" fmla="*/ 98863 h 590791"/>
              <a:gd name="csX64" fmla="*/ 565338 w 2641187"/>
              <a:gd name="csY64" fmla="*/ 100356 h 590791"/>
              <a:gd name="csX65" fmla="*/ 574171 w 2641187"/>
              <a:gd name="csY65" fmla="*/ 101851 h 590791"/>
              <a:gd name="csX66" fmla="*/ 583005 w 2641187"/>
              <a:gd name="csY66" fmla="*/ 103345 h 590791"/>
              <a:gd name="csX67" fmla="*/ 591838 w 2641187"/>
              <a:gd name="csY67" fmla="*/ 104840 h 590791"/>
              <a:gd name="csX68" fmla="*/ 600671 w 2641187"/>
              <a:gd name="csY68" fmla="*/ 106335 h 590791"/>
              <a:gd name="csX69" fmla="*/ 609505 w 2641187"/>
              <a:gd name="csY69" fmla="*/ 107830 h 590791"/>
              <a:gd name="csX70" fmla="*/ 618338 w 2641187"/>
              <a:gd name="csY70" fmla="*/ 109325 h 590791"/>
              <a:gd name="csX71" fmla="*/ 627172 w 2641187"/>
              <a:gd name="csY71" fmla="*/ 110821 h 590791"/>
              <a:gd name="csX72" fmla="*/ 636006 w 2641187"/>
              <a:gd name="csY72" fmla="*/ 112317 h 590791"/>
              <a:gd name="csX73" fmla="*/ 644838 w 2641187"/>
              <a:gd name="csY73" fmla="*/ 113813 h 590791"/>
              <a:gd name="csX74" fmla="*/ 653672 w 2641187"/>
              <a:gd name="csY74" fmla="*/ 115310 h 590791"/>
              <a:gd name="csX75" fmla="*/ 662505 w 2641187"/>
              <a:gd name="csY75" fmla="*/ 116806 h 590791"/>
              <a:gd name="csX76" fmla="*/ 671339 w 2641187"/>
              <a:gd name="csY76" fmla="*/ 118302 h 590791"/>
              <a:gd name="csX77" fmla="*/ 680172 w 2641187"/>
              <a:gd name="csY77" fmla="*/ 119800 h 590791"/>
              <a:gd name="csX78" fmla="*/ 689005 w 2641187"/>
              <a:gd name="csY78" fmla="*/ 121296 h 590791"/>
              <a:gd name="csX79" fmla="*/ 697839 w 2641187"/>
              <a:gd name="csY79" fmla="*/ 122792 h 590791"/>
              <a:gd name="csX80" fmla="*/ 706672 w 2641187"/>
              <a:gd name="csY80" fmla="*/ 124289 h 590791"/>
              <a:gd name="csX81" fmla="*/ 715506 w 2641187"/>
              <a:gd name="csY81" fmla="*/ 125785 h 590791"/>
              <a:gd name="csX82" fmla="*/ 724339 w 2641187"/>
              <a:gd name="csY82" fmla="*/ 127280 h 590791"/>
              <a:gd name="csX83" fmla="*/ 733173 w 2641187"/>
              <a:gd name="csY83" fmla="*/ 128775 h 590791"/>
              <a:gd name="csX84" fmla="*/ 742007 w 2641187"/>
              <a:gd name="csY84" fmla="*/ 130268 h 590791"/>
              <a:gd name="csX85" fmla="*/ 750839 w 2641187"/>
              <a:gd name="csY85" fmla="*/ 131762 h 590791"/>
              <a:gd name="csX86" fmla="*/ 759673 w 2641187"/>
              <a:gd name="csY86" fmla="*/ 133254 h 590791"/>
              <a:gd name="csX87" fmla="*/ 768506 w 2641187"/>
              <a:gd name="csY87" fmla="*/ 134744 h 590791"/>
              <a:gd name="csX88" fmla="*/ 777340 w 2641187"/>
              <a:gd name="csY88" fmla="*/ 136234 h 590791"/>
              <a:gd name="csX89" fmla="*/ 786172 w 2641187"/>
              <a:gd name="csY89" fmla="*/ 137721 h 590791"/>
              <a:gd name="csX90" fmla="*/ 795006 w 2641187"/>
              <a:gd name="csY90" fmla="*/ 139207 h 590791"/>
              <a:gd name="csX91" fmla="*/ 803840 w 2641187"/>
              <a:gd name="csY91" fmla="*/ 140690 h 590791"/>
              <a:gd name="csX92" fmla="*/ 812673 w 2641187"/>
              <a:gd name="csY92" fmla="*/ 142172 h 590791"/>
              <a:gd name="csX93" fmla="*/ 821507 w 2641187"/>
              <a:gd name="csY93" fmla="*/ 143651 h 590791"/>
              <a:gd name="csX94" fmla="*/ 830340 w 2641187"/>
              <a:gd name="csY94" fmla="*/ 145127 h 590791"/>
              <a:gd name="csX95" fmla="*/ 839173 w 2641187"/>
              <a:gd name="csY95" fmla="*/ 146600 h 590791"/>
              <a:gd name="csX96" fmla="*/ 848008 w 2641187"/>
              <a:gd name="csY96" fmla="*/ 148071 h 590791"/>
              <a:gd name="csX97" fmla="*/ 856840 w 2641187"/>
              <a:gd name="csY97" fmla="*/ 149538 h 590791"/>
              <a:gd name="csX98" fmla="*/ 865674 w 2641187"/>
              <a:gd name="csY98" fmla="*/ 151001 h 590791"/>
              <a:gd name="csX99" fmla="*/ 874507 w 2641187"/>
              <a:gd name="csY99" fmla="*/ 152460 h 590791"/>
              <a:gd name="csX100" fmla="*/ 883341 w 2641187"/>
              <a:gd name="csY100" fmla="*/ 153915 h 590791"/>
              <a:gd name="csX101" fmla="*/ 892173 w 2641187"/>
              <a:gd name="csY101" fmla="*/ 155366 h 590791"/>
              <a:gd name="csX102" fmla="*/ 901007 w 2641187"/>
              <a:gd name="csY102" fmla="*/ 156812 h 590791"/>
              <a:gd name="csX103" fmla="*/ 909841 w 2641187"/>
              <a:gd name="csY103" fmla="*/ 158253 h 590791"/>
              <a:gd name="csX104" fmla="*/ 918674 w 2641187"/>
              <a:gd name="csY104" fmla="*/ 159690 h 590791"/>
              <a:gd name="csX105" fmla="*/ 927503 w 2641187"/>
              <a:gd name="csY105" fmla="*/ 161121 h 590791"/>
              <a:gd name="csX106" fmla="*/ 936347 w 2641187"/>
              <a:gd name="csY106" fmla="*/ 162547 h 590791"/>
              <a:gd name="csX107" fmla="*/ 945178 w 2641187"/>
              <a:gd name="csY107" fmla="*/ 163968 h 590791"/>
              <a:gd name="csX108" fmla="*/ 954010 w 2641187"/>
              <a:gd name="csY108" fmla="*/ 165382 h 590791"/>
              <a:gd name="csX109" fmla="*/ 962841 w 2641187"/>
              <a:gd name="csY109" fmla="*/ 166792 h 590791"/>
              <a:gd name="csX110" fmla="*/ 971672 w 2641187"/>
              <a:gd name="csY110" fmla="*/ 168197 h 590791"/>
              <a:gd name="csX111" fmla="*/ 980504 w 2641187"/>
              <a:gd name="csY111" fmla="*/ 169594 h 590791"/>
              <a:gd name="csX112" fmla="*/ 989335 w 2641187"/>
              <a:gd name="csY112" fmla="*/ 170987 h 590791"/>
              <a:gd name="csX113" fmla="*/ 998180 w 2641187"/>
              <a:gd name="csY113" fmla="*/ 172373 h 590791"/>
              <a:gd name="csX114" fmla="*/ 1007011 w 2641187"/>
              <a:gd name="csY114" fmla="*/ 173755 h 590791"/>
              <a:gd name="csX115" fmla="*/ 1015842 w 2641187"/>
              <a:gd name="csY115" fmla="*/ 175131 h 590791"/>
              <a:gd name="csX116" fmla="*/ 1024674 w 2641187"/>
              <a:gd name="csY116" fmla="*/ 176502 h 590791"/>
              <a:gd name="csX117" fmla="*/ 1033505 w 2641187"/>
              <a:gd name="csY117" fmla="*/ 177871 h 590791"/>
              <a:gd name="csX118" fmla="*/ 1042336 w 2641187"/>
              <a:gd name="csY118" fmla="*/ 179234 h 590791"/>
              <a:gd name="csX119" fmla="*/ 1051181 w 2641187"/>
              <a:gd name="csY119" fmla="*/ 180595 h 590791"/>
              <a:gd name="csX120" fmla="*/ 1060012 w 2641187"/>
              <a:gd name="csY120" fmla="*/ 181953 h 590791"/>
              <a:gd name="csX121" fmla="*/ 1068843 w 2641187"/>
              <a:gd name="csY121" fmla="*/ 183308 h 590791"/>
              <a:gd name="csX122" fmla="*/ 1077675 w 2641187"/>
              <a:gd name="csY122" fmla="*/ 184663 h 590791"/>
              <a:gd name="csX123" fmla="*/ 1086506 w 2641187"/>
              <a:gd name="csY123" fmla="*/ 186019 h 590791"/>
              <a:gd name="csX124" fmla="*/ 1095337 w 2641187"/>
              <a:gd name="csY124" fmla="*/ 187375 h 590791"/>
              <a:gd name="csX125" fmla="*/ 1104182 w 2641187"/>
              <a:gd name="csY125" fmla="*/ 188733 h 590791"/>
              <a:gd name="csX126" fmla="*/ 1113013 w 2641187"/>
              <a:gd name="csY126" fmla="*/ 190095 h 590791"/>
              <a:gd name="csX127" fmla="*/ 1121844 w 2641187"/>
              <a:gd name="csY127" fmla="*/ 191462 h 590791"/>
              <a:gd name="csX128" fmla="*/ 1130676 w 2641187"/>
              <a:gd name="csY128" fmla="*/ 192836 h 590791"/>
              <a:gd name="csX129" fmla="*/ 1139507 w 2641187"/>
              <a:gd name="csY129" fmla="*/ 194218 h 590791"/>
              <a:gd name="csX130" fmla="*/ 1148338 w 2641187"/>
              <a:gd name="csY130" fmla="*/ 195609 h 590791"/>
              <a:gd name="csX131" fmla="*/ 1157170 w 2641187"/>
              <a:gd name="csY131" fmla="*/ 197013 h 590791"/>
              <a:gd name="csX132" fmla="*/ 1166014 w 2641187"/>
              <a:gd name="csY132" fmla="*/ 198428 h 590791"/>
              <a:gd name="csX133" fmla="*/ 1174846 w 2641187"/>
              <a:gd name="csY133" fmla="*/ 199858 h 590791"/>
              <a:gd name="csX134" fmla="*/ 1183677 w 2641187"/>
              <a:gd name="csY134" fmla="*/ 201305 h 590791"/>
              <a:gd name="csX135" fmla="*/ 1192508 w 2641187"/>
              <a:gd name="csY135" fmla="*/ 202769 h 590791"/>
              <a:gd name="csX136" fmla="*/ 1201340 w 2641187"/>
              <a:gd name="csY136" fmla="*/ 204255 h 590791"/>
              <a:gd name="csX137" fmla="*/ 1210171 w 2641187"/>
              <a:gd name="csY137" fmla="*/ 205761 h 590791"/>
              <a:gd name="csX138" fmla="*/ 1219015 w 2641187"/>
              <a:gd name="csY138" fmla="*/ 207292 h 590791"/>
              <a:gd name="csX139" fmla="*/ 1227847 w 2641187"/>
              <a:gd name="csY139" fmla="*/ 208847 h 590791"/>
              <a:gd name="csX140" fmla="*/ 1236678 w 2641187"/>
              <a:gd name="csY140" fmla="*/ 210429 h 590791"/>
              <a:gd name="csX141" fmla="*/ 1245509 w 2641187"/>
              <a:gd name="csY141" fmla="*/ 212039 h 590791"/>
              <a:gd name="csX142" fmla="*/ 1254341 w 2641187"/>
              <a:gd name="csY142" fmla="*/ 213679 h 590791"/>
              <a:gd name="csX143" fmla="*/ 1263172 w 2641187"/>
              <a:gd name="csY143" fmla="*/ 215348 h 590791"/>
              <a:gd name="csX144" fmla="*/ 1272017 w 2641187"/>
              <a:gd name="csY144" fmla="*/ 217051 h 590791"/>
              <a:gd name="csX145" fmla="*/ 1280848 w 2641187"/>
              <a:gd name="csY145" fmla="*/ 218784 h 590791"/>
              <a:gd name="csX146" fmla="*/ 1289679 w 2641187"/>
              <a:gd name="csY146" fmla="*/ 220551 h 590791"/>
              <a:gd name="csX147" fmla="*/ 1298511 w 2641187"/>
              <a:gd name="csY147" fmla="*/ 233994 h 590791"/>
              <a:gd name="csX148" fmla="*/ 1307342 w 2641187"/>
              <a:gd name="csY148" fmla="*/ 253375 h 590791"/>
              <a:gd name="csX149" fmla="*/ 1316173 w 2641187"/>
              <a:gd name="csY149" fmla="*/ 273094 h 590791"/>
              <a:gd name="csX150" fmla="*/ 1325018 w 2641187"/>
              <a:gd name="csY150" fmla="*/ 293152 h 590791"/>
              <a:gd name="csX151" fmla="*/ 1333849 w 2641187"/>
              <a:gd name="csY151" fmla="*/ 313541 h 590791"/>
              <a:gd name="csX152" fmla="*/ 1342680 w 2641187"/>
              <a:gd name="csY152" fmla="*/ 334258 h 590791"/>
              <a:gd name="csX153" fmla="*/ 1351512 w 2641187"/>
              <a:gd name="csY153" fmla="*/ 355294 h 590791"/>
              <a:gd name="csX154" fmla="*/ 1360343 w 2641187"/>
              <a:gd name="csY154" fmla="*/ 376456 h 590791"/>
              <a:gd name="csX155" fmla="*/ 1369174 w 2641187"/>
              <a:gd name="csY155" fmla="*/ 384278 h 590791"/>
              <a:gd name="csX156" fmla="*/ 1378006 w 2641187"/>
              <a:gd name="csY156" fmla="*/ 392534 h 590791"/>
              <a:gd name="csX157" fmla="*/ 1386850 w 2641187"/>
              <a:gd name="csY157" fmla="*/ 401193 h 590791"/>
              <a:gd name="csX158" fmla="*/ 1395681 w 2641187"/>
              <a:gd name="csY158" fmla="*/ 410213 h 590791"/>
              <a:gd name="csX159" fmla="*/ 1404513 w 2641187"/>
              <a:gd name="csY159" fmla="*/ 419556 h 590791"/>
              <a:gd name="csX160" fmla="*/ 1413344 w 2641187"/>
              <a:gd name="csY160" fmla="*/ 429179 h 590791"/>
              <a:gd name="csX161" fmla="*/ 1422175 w 2641187"/>
              <a:gd name="csY161" fmla="*/ 439033 h 590791"/>
              <a:gd name="csX162" fmla="*/ 1431007 w 2641187"/>
              <a:gd name="csY162" fmla="*/ 449071 h 590791"/>
              <a:gd name="csX163" fmla="*/ 1439851 w 2641187"/>
              <a:gd name="csY163" fmla="*/ 459241 h 590791"/>
              <a:gd name="csX164" fmla="*/ 1448683 w 2641187"/>
              <a:gd name="csY164" fmla="*/ 469493 h 590791"/>
              <a:gd name="csX165" fmla="*/ 1457514 w 2641187"/>
              <a:gd name="csY165" fmla="*/ 479773 h 590791"/>
              <a:gd name="csX166" fmla="*/ 1466345 w 2641187"/>
              <a:gd name="csY166" fmla="*/ 490027 h 590791"/>
              <a:gd name="csX167" fmla="*/ 1475176 w 2641187"/>
              <a:gd name="csY167" fmla="*/ 500203 h 590791"/>
              <a:gd name="csX168" fmla="*/ 1484008 w 2641187"/>
              <a:gd name="csY168" fmla="*/ 510250 h 590791"/>
              <a:gd name="csX169" fmla="*/ 1492852 w 2641187"/>
              <a:gd name="csY169" fmla="*/ 520116 h 590791"/>
              <a:gd name="csX170" fmla="*/ 1501684 w 2641187"/>
              <a:gd name="csY170" fmla="*/ 529752 h 590791"/>
              <a:gd name="csX171" fmla="*/ 1510515 w 2641187"/>
              <a:gd name="csY171" fmla="*/ 539113 h 590791"/>
              <a:gd name="csX172" fmla="*/ 1519346 w 2641187"/>
              <a:gd name="csY172" fmla="*/ 548150 h 590791"/>
              <a:gd name="csX173" fmla="*/ 1528178 w 2641187"/>
              <a:gd name="csY173" fmla="*/ 556827 h 590791"/>
              <a:gd name="csX174" fmla="*/ 1537009 w 2641187"/>
              <a:gd name="csY174" fmla="*/ 565103 h 590791"/>
              <a:gd name="csX175" fmla="*/ 1545840 w 2641187"/>
              <a:gd name="csY175" fmla="*/ 572944 h 590791"/>
              <a:gd name="csX176" fmla="*/ 1554685 w 2641187"/>
              <a:gd name="csY176" fmla="*/ 580322 h 590791"/>
              <a:gd name="csX177" fmla="*/ 1563516 w 2641187"/>
              <a:gd name="csY177" fmla="*/ 586520 h 590791"/>
              <a:gd name="csX178" fmla="*/ 1572348 w 2641187"/>
              <a:gd name="csY178" fmla="*/ 587976 h 590791"/>
              <a:gd name="csX179" fmla="*/ 1581179 w 2641187"/>
              <a:gd name="csY179" fmla="*/ 589140 h 590791"/>
              <a:gd name="csX180" fmla="*/ 1590010 w 2641187"/>
              <a:gd name="csY180" fmla="*/ 590002 h 590791"/>
              <a:gd name="csX181" fmla="*/ 1598841 w 2641187"/>
              <a:gd name="csY181" fmla="*/ 590554 h 590791"/>
              <a:gd name="csX182" fmla="*/ 1607686 w 2641187"/>
              <a:gd name="csY182" fmla="*/ 590792 h 590791"/>
              <a:gd name="csX183" fmla="*/ 1616517 w 2641187"/>
              <a:gd name="csY183" fmla="*/ 590716 h 590791"/>
              <a:gd name="csX184" fmla="*/ 1625349 w 2641187"/>
              <a:gd name="csY184" fmla="*/ 590329 h 590791"/>
              <a:gd name="csX185" fmla="*/ 1634180 w 2641187"/>
              <a:gd name="csY185" fmla="*/ 589633 h 590791"/>
              <a:gd name="csX186" fmla="*/ 1643011 w 2641187"/>
              <a:gd name="csY186" fmla="*/ 588639 h 590791"/>
              <a:gd name="csX187" fmla="*/ 1651842 w 2641187"/>
              <a:gd name="csY187" fmla="*/ 587354 h 590791"/>
              <a:gd name="csX188" fmla="*/ 1660687 w 2641187"/>
              <a:gd name="csY188" fmla="*/ 585792 h 590791"/>
              <a:gd name="csX189" fmla="*/ 1669518 w 2641187"/>
              <a:gd name="csY189" fmla="*/ 583968 h 590791"/>
              <a:gd name="csX190" fmla="*/ 1678350 w 2641187"/>
              <a:gd name="csY190" fmla="*/ 581898 h 590791"/>
              <a:gd name="csX191" fmla="*/ 1687181 w 2641187"/>
              <a:gd name="csY191" fmla="*/ 579601 h 590791"/>
              <a:gd name="csX192" fmla="*/ 1696012 w 2641187"/>
              <a:gd name="csY192" fmla="*/ 577095 h 590791"/>
              <a:gd name="csX193" fmla="*/ 1704844 w 2641187"/>
              <a:gd name="csY193" fmla="*/ 574403 h 590791"/>
              <a:gd name="csX194" fmla="*/ 1713675 w 2641187"/>
              <a:gd name="csY194" fmla="*/ 571545 h 590791"/>
              <a:gd name="csX195" fmla="*/ 1722519 w 2641187"/>
              <a:gd name="csY195" fmla="*/ 568545 h 590791"/>
              <a:gd name="csX196" fmla="*/ 1731351 w 2641187"/>
              <a:gd name="csY196" fmla="*/ 565425 h 590791"/>
              <a:gd name="csX197" fmla="*/ 1740182 w 2641187"/>
              <a:gd name="csY197" fmla="*/ 562206 h 590791"/>
              <a:gd name="csX198" fmla="*/ 1749013 w 2641187"/>
              <a:gd name="csY198" fmla="*/ 558915 h 590791"/>
              <a:gd name="csX199" fmla="*/ 1757845 w 2641187"/>
              <a:gd name="csY199" fmla="*/ 555573 h 590791"/>
              <a:gd name="csX200" fmla="*/ 1766676 w 2641187"/>
              <a:gd name="csY200" fmla="*/ 552201 h 590791"/>
              <a:gd name="csX201" fmla="*/ 1775521 w 2641187"/>
              <a:gd name="csY201" fmla="*/ 548823 h 590791"/>
              <a:gd name="csX202" fmla="*/ 1784352 w 2641187"/>
              <a:gd name="csY202" fmla="*/ 545458 h 590791"/>
              <a:gd name="csX203" fmla="*/ 1793183 w 2641187"/>
              <a:gd name="csY203" fmla="*/ 542128 h 590791"/>
              <a:gd name="csX204" fmla="*/ 1802015 w 2641187"/>
              <a:gd name="csY204" fmla="*/ 538849 h 590791"/>
              <a:gd name="csX205" fmla="*/ 1810846 w 2641187"/>
              <a:gd name="csY205" fmla="*/ 535641 h 590791"/>
              <a:gd name="csX206" fmla="*/ 1819677 w 2641187"/>
              <a:gd name="csY206" fmla="*/ 532520 h 590791"/>
              <a:gd name="csX207" fmla="*/ 1828522 w 2641187"/>
              <a:gd name="csY207" fmla="*/ 529498 h 590791"/>
              <a:gd name="csX208" fmla="*/ 1837353 w 2641187"/>
              <a:gd name="csY208" fmla="*/ 526592 h 590791"/>
              <a:gd name="csX209" fmla="*/ 1846184 w 2641187"/>
              <a:gd name="csY209" fmla="*/ 523812 h 590791"/>
              <a:gd name="csX210" fmla="*/ 1855016 w 2641187"/>
              <a:gd name="csY210" fmla="*/ 521171 h 590791"/>
              <a:gd name="csX211" fmla="*/ 1863847 w 2641187"/>
              <a:gd name="csY211" fmla="*/ 518674 h 590791"/>
              <a:gd name="csX212" fmla="*/ 1872678 w 2641187"/>
              <a:gd name="csY212" fmla="*/ 516332 h 590791"/>
              <a:gd name="csX213" fmla="*/ 1881510 w 2641187"/>
              <a:gd name="csY213" fmla="*/ 514151 h 590791"/>
              <a:gd name="csX214" fmla="*/ 1890354 w 2641187"/>
              <a:gd name="csY214" fmla="*/ 512133 h 590791"/>
              <a:gd name="csX215" fmla="*/ 1899186 w 2641187"/>
              <a:gd name="csY215" fmla="*/ 510285 h 590791"/>
              <a:gd name="csX216" fmla="*/ 1908017 w 2641187"/>
              <a:gd name="csY216" fmla="*/ 508606 h 590791"/>
              <a:gd name="csX217" fmla="*/ 1916848 w 2641187"/>
              <a:gd name="csY217" fmla="*/ 507101 h 590791"/>
              <a:gd name="csX218" fmla="*/ 1925679 w 2641187"/>
              <a:gd name="csY218" fmla="*/ 505765 h 590791"/>
              <a:gd name="csX219" fmla="*/ 1934511 w 2641187"/>
              <a:gd name="csY219" fmla="*/ 504600 h 590791"/>
              <a:gd name="csX220" fmla="*/ 1943355 w 2641187"/>
              <a:gd name="csY220" fmla="*/ 503604 h 590791"/>
              <a:gd name="csX221" fmla="*/ 1952187 w 2641187"/>
              <a:gd name="csY221" fmla="*/ 502773 h 590791"/>
              <a:gd name="csX222" fmla="*/ 1961018 w 2641187"/>
              <a:gd name="csY222" fmla="*/ 502104 h 590791"/>
              <a:gd name="csX223" fmla="*/ 1969849 w 2641187"/>
              <a:gd name="csY223" fmla="*/ 501593 h 590791"/>
              <a:gd name="csX224" fmla="*/ 1978681 w 2641187"/>
              <a:gd name="csY224" fmla="*/ 501233 h 590791"/>
              <a:gd name="csX225" fmla="*/ 1987512 w 2641187"/>
              <a:gd name="csY225" fmla="*/ 501021 h 590791"/>
              <a:gd name="csX226" fmla="*/ 1996356 w 2641187"/>
              <a:gd name="csY226" fmla="*/ 500949 h 590791"/>
              <a:gd name="csX227" fmla="*/ 2005188 w 2641187"/>
              <a:gd name="csY227" fmla="*/ 501013 h 590791"/>
              <a:gd name="csX228" fmla="*/ 2014019 w 2641187"/>
              <a:gd name="csY228" fmla="*/ 501206 h 590791"/>
              <a:gd name="csX229" fmla="*/ 2022850 w 2641187"/>
              <a:gd name="csY229" fmla="*/ 501520 h 590791"/>
              <a:gd name="csX230" fmla="*/ 2031682 w 2641187"/>
              <a:gd name="csY230" fmla="*/ 501949 h 590791"/>
              <a:gd name="csX231" fmla="*/ 2040513 w 2641187"/>
              <a:gd name="csY231" fmla="*/ 502485 h 590791"/>
              <a:gd name="csX232" fmla="*/ 2049344 w 2641187"/>
              <a:gd name="csY232" fmla="*/ 503124 h 590791"/>
              <a:gd name="csX233" fmla="*/ 2058189 w 2641187"/>
              <a:gd name="csY233" fmla="*/ 503855 h 590791"/>
              <a:gd name="csX234" fmla="*/ 2067020 w 2641187"/>
              <a:gd name="csY234" fmla="*/ 504675 h 590791"/>
              <a:gd name="csX235" fmla="*/ 2075852 w 2641187"/>
              <a:gd name="csY235" fmla="*/ 505575 h 590791"/>
              <a:gd name="csX236" fmla="*/ 2084683 w 2641187"/>
              <a:gd name="csY236" fmla="*/ 506547 h 590791"/>
              <a:gd name="csX237" fmla="*/ 2093514 w 2641187"/>
              <a:gd name="csY237" fmla="*/ 507589 h 590791"/>
              <a:gd name="csX238" fmla="*/ 2102346 w 2641187"/>
              <a:gd name="csY238" fmla="*/ 508689 h 590791"/>
              <a:gd name="csX239" fmla="*/ 2111190 w 2641187"/>
              <a:gd name="csY239" fmla="*/ 509844 h 590791"/>
              <a:gd name="csX240" fmla="*/ 2120021 w 2641187"/>
              <a:gd name="csY240" fmla="*/ 511048 h 590791"/>
              <a:gd name="csX241" fmla="*/ 2128853 w 2641187"/>
              <a:gd name="csY241" fmla="*/ 512294 h 590791"/>
              <a:gd name="csX242" fmla="*/ 2137684 w 2641187"/>
              <a:gd name="csY242" fmla="*/ 513578 h 590791"/>
              <a:gd name="csX243" fmla="*/ 2146515 w 2641187"/>
              <a:gd name="csY243" fmla="*/ 514892 h 590791"/>
              <a:gd name="csX244" fmla="*/ 2155347 w 2641187"/>
              <a:gd name="csY244" fmla="*/ 516234 h 590791"/>
              <a:gd name="csX245" fmla="*/ 2164191 w 2641187"/>
              <a:gd name="csY245" fmla="*/ 517596 h 590791"/>
              <a:gd name="csX246" fmla="*/ 2173023 w 2641187"/>
              <a:gd name="csY246" fmla="*/ 518974 h 590791"/>
              <a:gd name="csX247" fmla="*/ 2181854 w 2641187"/>
              <a:gd name="csY247" fmla="*/ 520365 h 590791"/>
              <a:gd name="csX248" fmla="*/ 2190685 w 2641187"/>
              <a:gd name="csY248" fmla="*/ 521763 h 590791"/>
              <a:gd name="csX249" fmla="*/ 2199516 w 2641187"/>
              <a:gd name="csY249" fmla="*/ 523163 h 590791"/>
              <a:gd name="csX250" fmla="*/ 2208348 w 2641187"/>
              <a:gd name="csY250" fmla="*/ 524564 h 590791"/>
              <a:gd name="csX251" fmla="*/ 2217179 w 2641187"/>
              <a:gd name="csY251" fmla="*/ 525959 h 590791"/>
              <a:gd name="csX252" fmla="*/ 2226024 w 2641187"/>
              <a:gd name="csY252" fmla="*/ 527345 h 590791"/>
              <a:gd name="csX253" fmla="*/ 2234855 w 2641187"/>
              <a:gd name="csY253" fmla="*/ 528720 h 590791"/>
              <a:gd name="csX254" fmla="*/ 2243686 w 2641187"/>
              <a:gd name="csY254" fmla="*/ 530079 h 590791"/>
              <a:gd name="csX255" fmla="*/ 2252518 w 2641187"/>
              <a:gd name="csY255" fmla="*/ 531419 h 590791"/>
              <a:gd name="csX256" fmla="*/ 2261349 w 2641187"/>
              <a:gd name="csY256" fmla="*/ 532738 h 590791"/>
              <a:gd name="csX257" fmla="*/ 2270180 w 2641187"/>
              <a:gd name="csY257" fmla="*/ 534031 h 590791"/>
              <a:gd name="csX258" fmla="*/ 2279025 w 2641187"/>
              <a:gd name="csY258" fmla="*/ 535297 h 590791"/>
              <a:gd name="csX259" fmla="*/ 2287856 w 2641187"/>
              <a:gd name="csY259" fmla="*/ 536531 h 590791"/>
              <a:gd name="csX260" fmla="*/ 2296687 w 2641187"/>
              <a:gd name="csY260" fmla="*/ 537734 h 590791"/>
              <a:gd name="csX261" fmla="*/ 2305519 w 2641187"/>
              <a:gd name="csY261" fmla="*/ 538900 h 590791"/>
              <a:gd name="csX262" fmla="*/ 2314350 w 2641187"/>
              <a:gd name="csY262" fmla="*/ 540028 h 590791"/>
              <a:gd name="csX263" fmla="*/ 2323181 w 2641187"/>
              <a:gd name="csY263" fmla="*/ 541114 h 590791"/>
              <a:gd name="csX264" fmla="*/ 2332026 w 2641187"/>
              <a:gd name="csY264" fmla="*/ 542158 h 590791"/>
              <a:gd name="csX265" fmla="*/ 2340857 w 2641187"/>
              <a:gd name="csY265" fmla="*/ 543157 h 590791"/>
              <a:gd name="csX266" fmla="*/ 2349689 w 2641187"/>
              <a:gd name="csY266" fmla="*/ 544110 h 590791"/>
              <a:gd name="csX267" fmla="*/ 2358520 w 2641187"/>
              <a:gd name="csY267" fmla="*/ 545013 h 590791"/>
              <a:gd name="csX268" fmla="*/ 2367351 w 2641187"/>
              <a:gd name="csY268" fmla="*/ 545864 h 590791"/>
              <a:gd name="csX269" fmla="*/ 2376182 w 2641187"/>
              <a:gd name="csY269" fmla="*/ 546663 h 590791"/>
              <a:gd name="csX270" fmla="*/ 2385014 w 2641187"/>
              <a:gd name="csY270" fmla="*/ 547407 h 590791"/>
              <a:gd name="csX271" fmla="*/ 2393858 w 2641187"/>
              <a:gd name="csY271" fmla="*/ 548094 h 590791"/>
              <a:gd name="csX272" fmla="*/ 2402690 w 2641187"/>
              <a:gd name="csY272" fmla="*/ 548724 h 590791"/>
              <a:gd name="csX273" fmla="*/ 2411521 w 2641187"/>
              <a:gd name="csY273" fmla="*/ 549294 h 590791"/>
              <a:gd name="csX274" fmla="*/ 2420352 w 2641187"/>
              <a:gd name="csY274" fmla="*/ 549803 h 590791"/>
              <a:gd name="csX275" fmla="*/ 2429184 w 2641187"/>
              <a:gd name="csY275" fmla="*/ 550250 h 590791"/>
              <a:gd name="csX276" fmla="*/ 2438015 w 2641187"/>
              <a:gd name="csY276" fmla="*/ 550633 h 590791"/>
              <a:gd name="csX277" fmla="*/ 2446860 w 2641187"/>
              <a:gd name="csY277" fmla="*/ 550953 h 590791"/>
              <a:gd name="csX278" fmla="*/ 2455691 w 2641187"/>
              <a:gd name="csY278" fmla="*/ 551205 h 590791"/>
              <a:gd name="csX279" fmla="*/ 2464522 w 2641187"/>
              <a:gd name="csY279" fmla="*/ 551390 h 590791"/>
              <a:gd name="csX280" fmla="*/ 2473353 w 2641187"/>
              <a:gd name="csY280" fmla="*/ 551509 h 590791"/>
              <a:gd name="csX281" fmla="*/ 2482185 w 2641187"/>
              <a:gd name="csY281" fmla="*/ 551558 h 590791"/>
              <a:gd name="csX282" fmla="*/ 2491016 w 2641187"/>
              <a:gd name="csY282" fmla="*/ 551536 h 590791"/>
              <a:gd name="csX283" fmla="*/ 2499861 w 2641187"/>
              <a:gd name="csY283" fmla="*/ 551445 h 590791"/>
              <a:gd name="csX284" fmla="*/ 2508692 w 2641187"/>
              <a:gd name="csY284" fmla="*/ 551284 h 590791"/>
              <a:gd name="csX285" fmla="*/ 2517523 w 2641187"/>
              <a:gd name="csY285" fmla="*/ 551050 h 590791"/>
              <a:gd name="csX286" fmla="*/ 2526355 w 2641187"/>
              <a:gd name="csY286" fmla="*/ 550744 h 590791"/>
              <a:gd name="csX287" fmla="*/ 2535186 w 2641187"/>
              <a:gd name="csY287" fmla="*/ 550365 h 590791"/>
              <a:gd name="csX288" fmla="*/ 2544017 w 2641187"/>
              <a:gd name="csY288" fmla="*/ 549914 h 590791"/>
              <a:gd name="csX289" fmla="*/ 2552862 w 2641187"/>
              <a:gd name="csY289" fmla="*/ 549390 h 590791"/>
              <a:gd name="csX290" fmla="*/ 2561693 w 2641187"/>
              <a:gd name="csY290" fmla="*/ 548793 h 590791"/>
              <a:gd name="csX291" fmla="*/ 2570524 w 2641187"/>
              <a:gd name="csY291" fmla="*/ 548121 h 590791"/>
              <a:gd name="csX292" fmla="*/ 2579356 w 2641187"/>
              <a:gd name="csY292" fmla="*/ 547377 h 590791"/>
              <a:gd name="csX293" fmla="*/ 2588187 w 2641187"/>
              <a:gd name="csY293" fmla="*/ 546560 h 590791"/>
              <a:gd name="csX294" fmla="*/ 2597018 w 2641187"/>
              <a:gd name="csY294" fmla="*/ 545670 h 590791"/>
              <a:gd name="csX295" fmla="*/ 2605850 w 2641187"/>
              <a:gd name="csY295" fmla="*/ 544707 h 590791"/>
              <a:gd name="csX296" fmla="*/ 2614694 w 2641187"/>
              <a:gd name="csY296" fmla="*/ 543671 h 590791"/>
              <a:gd name="csX297" fmla="*/ 2623525 w 2641187"/>
              <a:gd name="csY297" fmla="*/ 542564 h 590791"/>
              <a:gd name="csX298" fmla="*/ 2632357 w 2641187"/>
              <a:gd name="csY298" fmla="*/ 541384 h 590791"/>
              <a:gd name="csX299" fmla="*/ 2641188 w 2641187"/>
              <a:gd name="csY299" fmla="*/ 540134 h 5907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641187" h="590791">
                <a:moveTo>
                  <a:pt x="0" y="0"/>
                </a:moveTo>
                <a:lnTo>
                  <a:pt x="8833" y="1709"/>
                </a:lnTo>
                <a:lnTo>
                  <a:pt x="17667" y="3413"/>
                </a:lnTo>
                <a:lnTo>
                  <a:pt x="26499" y="5113"/>
                </a:lnTo>
                <a:lnTo>
                  <a:pt x="35333" y="6806"/>
                </a:lnTo>
                <a:lnTo>
                  <a:pt x="44166" y="8493"/>
                </a:lnTo>
                <a:lnTo>
                  <a:pt x="53000" y="10176"/>
                </a:lnTo>
                <a:lnTo>
                  <a:pt x="61834" y="11853"/>
                </a:lnTo>
                <a:lnTo>
                  <a:pt x="70666" y="13525"/>
                </a:lnTo>
                <a:lnTo>
                  <a:pt x="79500" y="15191"/>
                </a:lnTo>
                <a:lnTo>
                  <a:pt x="88333" y="16851"/>
                </a:lnTo>
                <a:lnTo>
                  <a:pt x="97167" y="18506"/>
                </a:lnTo>
                <a:lnTo>
                  <a:pt x="106001" y="20155"/>
                </a:lnTo>
                <a:lnTo>
                  <a:pt x="114834" y="21799"/>
                </a:lnTo>
                <a:lnTo>
                  <a:pt x="123668" y="23438"/>
                </a:lnTo>
                <a:lnTo>
                  <a:pt x="132500" y="25071"/>
                </a:lnTo>
                <a:lnTo>
                  <a:pt x="141334" y="26697"/>
                </a:lnTo>
                <a:lnTo>
                  <a:pt x="150167" y="28320"/>
                </a:lnTo>
                <a:lnTo>
                  <a:pt x="159001" y="29937"/>
                </a:lnTo>
                <a:lnTo>
                  <a:pt x="167835" y="31548"/>
                </a:lnTo>
                <a:lnTo>
                  <a:pt x="176667" y="33155"/>
                </a:lnTo>
                <a:lnTo>
                  <a:pt x="185501" y="34756"/>
                </a:lnTo>
                <a:lnTo>
                  <a:pt x="194334" y="36352"/>
                </a:lnTo>
                <a:lnTo>
                  <a:pt x="203168" y="37943"/>
                </a:lnTo>
                <a:lnTo>
                  <a:pt x="212002" y="39529"/>
                </a:lnTo>
                <a:lnTo>
                  <a:pt x="220835" y="41111"/>
                </a:lnTo>
                <a:lnTo>
                  <a:pt x="229668" y="42687"/>
                </a:lnTo>
                <a:lnTo>
                  <a:pt x="238501" y="44259"/>
                </a:lnTo>
                <a:lnTo>
                  <a:pt x="247335" y="45826"/>
                </a:lnTo>
                <a:lnTo>
                  <a:pt x="256168" y="47390"/>
                </a:lnTo>
                <a:lnTo>
                  <a:pt x="265002" y="48947"/>
                </a:lnTo>
                <a:lnTo>
                  <a:pt x="273836" y="50502"/>
                </a:lnTo>
                <a:lnTo>
                  <a:pt x="282668" y="52053"/>
                </a:lnTo>
                <a:lnTo>
                  <a:pt x="291502" y="53600"/>
                </a:lnTo>
                <a:lnTo>
                  <a:pt x="300335" y="55142"/>
                </a:lnTo>
                <a:lnTo>
                  <a:pt x="309169" y="56681"/>
                </a:lnTo>
                <a:lnTo>
                  <a:pt x="318003" y="58216"/>
                </a:lnTo>
                <a:lnTo>
                  <a:pt x="326835" y="59748"/>
                </a:lnTo>
                <a:lnTo>
                  <a:pt x="335669" y="61276"/>
                </a:lnTo>
                <a:lnTo>
                  <a:pt x="344502" y="62802"/>
                </a:lnTo>
                <a:lnTo>
                  <a:pt x="353336" y="64325"/>
                </a:lnTo>
                <a:lnTo>
                  <a:pt x="362169" y="65845"/>
                </a:lnTo>
                <a:lnTo>
                  <a:pt x="371003" y="67363"/>
                </a:lnTo>
                <a:lnTo>
                  <a:pt x="379837" y="68876"/>
                </a:lnTo>
                <a:lnTo>
                  <a:pt x="388669" y="70388"/>
                </a:lnTo>
                <a:lnTo>
                  <a:pt x="397503" y="71899"/>
                </a:lnTo>
                <a:lnTo>
                  <a:pt x="406336" y="73406"/>
                </a:lnTo>
                <a:lnTo>
                  <a:pt x="415170" y="74913"/>
                </a:lnTo>
                <a:lnTo>
                  <a:pt x="424004" y="76417"/>
                </a:lnTo>
                <a:lnTo>
                  <a:pt x="432836" y="77919"/>
                </a:lnTo>
                <a:lnTo>
                  <a:pt x="441670" y="79421"/>
                </a:lnTo>
                <a:lnTo>
                  <a:pt x="450503" y="80921"/>
                </a:lnTo>
                <a:lnTo>
                  <a:pt x="459337" y="82420"/>
                </a:lnTo>
                <a:lnTo>
                  <a:pt x="468170" y="83917"/>
                </a:lnTo>
                <a:lnTo>
                  <a:pt x="477004" y="85414"/>
                </a:lnTo>
                <a:lnTo>
                  <a:pt x="485838" y="86910"/>
                </a:lnTo>
                <a:lnTo>
                  <a:pt x="494670" y="88405"/>
                </a:lnTo>
                <a:lnTo>
                  <a:pt x="503504" y="89900"/>
                </a:lnTo>
                <a:lnTo>
                  <a:pt x="512337" y="91393"/>
                </a:lnTo>
                <a:lnTo>
                  <a:pt x="521171" y="92888"/>
                </a:lnTo>
                <a:lnTo>
                  <a:pt x="530005" y="94382"/>
                </a:lnTo>
                <a:lnTo>
                  <a:pt x="538837" y="95876"/>
                </a:lnTo>
                <a:lnTo>
                  <a:pt x="547671" y="97369"/>
                </a:lnTo>
                <a:lnTo>
                  <a:pt x="556504" y="98863"/>
                </a:lnTo>
                <a:lnTo>
                  <a:pt x="565338" y="100356"/>
                </a:lnTo>
                <a:lnTo>
                  <a:pt x="574171" y="101851"/>
                </a:lnTo>
                <a:lnTo>
                  <a:pt x="583005" y="103345"/>
                </a:lnTo>
                <a:lnTo>
                  <a:pt x="591838" y="104840"/>
                </a:lnTo>
                <a:lnTo>
                  <a:pt x="600671" y="106335"/>
                </a:lnTo>
                <a:lnTo>
                  <a:pt x="609505" y="107830"/>
                </a:lnTo>
                <a:lnTo>
                  <a:pt x="618338" y="109325"/>
                </a:lnTo>
                <a:lnTo>
                  <a:pt x="627172" y="110821"/>
                </a:lnTo>
                <a:lnTo>
                  <a:pt x="636006" y="112317"/>
                </a:lnTo>
                <a:lnTo>
                  <a:pt x="644838" y="113813"/>
                </a:lnTo>
                <a:lnTo>
                  <a:pt x="653672" y="115310"/>
                </a:lnTo>
                <a:lnTo>
                  <a:pt x="662505" y="116806"/>
                </a:lnTo>
                <a:lnTo>
                  <a:pt x="671339" y="118302"/>
                </a:lnTo>
                <a:lnTo>
                  <a:pt x="680172" y="119800"/>
                </a:lnTo>
                <a:lnTo>
                  <a:pt x="689005" y="121296"/>
                </a:lnTo>
                <a:lnTo>
                  <a:pt x="697839" y="122792"/>
                </a:lnTo>
                <a:lnTo>
                  <a:pt x="706672" y="124289"/>
                </a:lnTo>
                <a:lnTo>
                  <a:pt x="715506" y="125785"/>
                </a:lnTo>
                <a:lnTo>
                  <a:pt x="724339" y="127280"/>
                </a:lnTo>
                <a:lnTo>
                  <a:pt x="733173" y="128775"/>
                </a:lnTo>
                <a:lnTo>
                  <a:pt x="742007" y="130268"/>
                </a:lnTo>
                <a:lnTo>
                  <a:pt x="750839" y="131762"/>
                </a:lnTo>
                <a:lnTo>
                  <a:pt x="759673" y="133254"/>
                </a:lnTo>
                <a:lnTo>
                  <a:pt x="768506" y="134744"/>
                </a:lnTo>
                <a:lnTo>
                  <a:pt x="777340" y="136234"/>
                </a:lnTo>
                <a:lnTo>
                  <a:pt x="786172" y="137721"/>
                </a:lnTo>
                <a:lnTo>
                  <a:pt x="795006" y="139207"/>
                </a:lnTo>
                <a:lnTo>
                  <a:pt x="803840" y="140690"/>
                </a:lnTo>
                <a:lnTo>
                  <a:pt x="812673" y="142172"/>
                </a:lnTo>
                <a:lnTo>
                  <a:pt x="821507" y="143651"/>
                </a:lnTo>
                <a:lnTo>
                  <a:pt x="830340" y="145127"/>
                </a:lnTo>
                <a:lnTo>
                  <a:pt x="839173" y="146600"/>
                </a:lnTo>
                <a:lnTo>
                  <a:pt x="848008" y="148071"/>
                </a:lnTo>
                <a:lnTo>
                  <a:pt x="856840" y="149538"/>
                </a:lnTo>
                <a:lnTo>
                  <a:pt x="865674" y="151001"/>
                </a:lnTo>
                <a:lnTo>
                  <a:pt x="874507" y="152460"/>
                </a:lnTo>
                <a:lnTo>
                  <a:pt x="883341" y="153915"/>
                </a:lnTo>
                <a:lnTo>
                  <a:pt x="892173" y="155366"/>
                </a:lnTo>
                <a:lnTo>
                  <a:pt x="901007" y="156812"/>
                </a:lnTo>
                <a:lnTo>
                  <a:pt x="909841" y="158253"/>
                </a:lnTo>
                <a:lnTo>
                  <a:pt x="918674" y="159690"/>
                </a:lnTo>
                <a:lnTo>
                  <a:pt x="927503" y="161121"/>
                </a:lnTo>
                <a:lnTo>
                  <a:pt x="936347" y="162547"/>
                </a:lnTo>
                <a:lnTo>
                  <a:pt x="945178" y="163968"/>
                </a:lnTo>
                <a:lnTo>
                  <a:pt x="954010" y="165382"/>
                </a:lnTo>
                <a:lnTo>
                  <a:pt x="962841" y="166792"/>
                </a:lnTo>
                <a:lnTo>
                  <a:pt x="971672" y="168197"/>
                </a:lnTo>
                <a:lnTo>
                  <a:pt x="980504" y="169594"/>
                </a:lnTo>
                <a:lnTo>
                  <a:pt x="989335" y="170987"/>
                </a:lnTo>
                <a:lnTo>
                  <a:pt x="998180" y="172373"/>
                </a:lnTo>
                <a:lnTo>
                  <a:pt x="1007011" y="173755"/>
                </a:lnTo>
                <a:lnTo>
                  <a:pt x="1015842" y="175131"/>
                </a:lnTo>
                <a:lnTo>
                  <a:pt x="1024674" y="176502"/>
                </a:lnTo>
                <a:lnTo>
                  <a:pt x="1033505" y="177871"/>
                </a:lnTo>
                <a:lnTo>
                  <a:pt x="1042336" y="179234"/>
                </a:lnTo>
                <a:lnTo>
                  <a:pt x="1051181" y="180595"/>
                </a:lnTo>
                <a:lnTo>
                  <a:pt x="1060012" y="181953"/>
                </a:lnTo>
                <a:lnTo>
                  <a:pt x="1068843" y="183308"/>
                </a:lnTo>
                <a:lnTo>
                  <a:pt x="1077675" y="184663"/>
                </a:lnTo>
                <a:lnTo>
                  <a:pt x="1086506" y="186019"/>
                </a:lnTo>
                <a:lnTo>
                  <a:pt x="1095337" y="187375"/>
                </a:lnTo>
                <a:lnTo>
                  <a:pt x="1104182" y="188733"/>
                </a:lnTo>
                <a:lnTo>
                  <a:pt x="1113013" y="190095"/>
                </a:lnTo>
                <a:lnTo>
                  <a:pt x="1121844" y="191462"/>
                </a:lnTo>
                <a:lnTo>
                  <a:pt x="1130676" y="192836"/>
                </a:lnTo>
                <a:lnTo>
                  <a:pt x="1139507" y="194218"/>
                </a:lnTo>
                <a:lnTo>
                  <a:pt x="1148338" y="195609"/>
                </a:lnTo>
                <a:lnTo>
                  <a:pt x="1157170" y="197013"/>
                </a:lnTo>
                <a:lnTo>
                  <a:pt x="1166014" y="198428"/>
                </a:lnTo>
                <a:lnTo>
                  <a:pt x="1174846" y="199858"/>
                </a:lnTo>
                <a:lnTo>
                  <a:pt x="1183677" y="201305"/>
                </a:lnTo>
                <a:lnTo>
                  <a:pt x="1192508" y="202769"/>
                </a:lnTo>
                <a:lnTo>
                  <a:pt x="1201340" y="204255"/>
                </a:lnTo>
                <a:lnTo>
                  <a:pt x="1210171" y="205761"/>
                </a:lnTo>
                <a:lnTo>
                  <a:pt x="1219015" y="207292"/>
                </a:lnTo>
                <a:lnTo>
                  <a:pt x="1227847" y="208847"/>
                </a:lnTo>
                <a:lnTo>
                  <a:pt x="1236678" y="210429"/>
                </a:lnTo>
                <a:lnTo>
                  <a:pt x="1245509" y="212039"/>
                </a:lnTo>
                <a:lnTo>
                  <a:pt x="1254341" y="213679"/>
                </a:lnTo>
                <a:lnTo>
                  <a:pt x="1263172" y="215348"/>
                </a:lnTo>
                <a:lnTo>
                  <a:pt x="1272017" y="217051"/>
                </a:lnTo>
                <a:lnTo>
                  <a:pt x="1280848" y="218784"/>
                </a:lnTo>
                <a:lnTo>
                  <a:pt x="1289679" y="220551"/>
                </a:lnTo>
                <a:lnTo>
                  <a:pt x="1298511" y="233994"/>
                </a:lnTo>
                <a:lnTo>
                  <a:pt x="1307342" y="253375"/>
                </a:lnTo>
                <a:lnTo>
                  <a:pt x="1316173" y="273094"/>
                </a:lnTo>
                <a:lnTo>
                  <a:pt x="1325018" y="293152"/>
                </a:lnTo>
                <a:lnTo>
                  <a:pt x="1333849" y="313541"/>
                </a:lnTo>
                <a:lnTo>
                  <a:pt x="1342680" y="334258"/>
                </a:lnTo>
                <a:lnTo>
                  <a:pt x="1351512" y="355294"/>
                </a:lnTo>
                <a:lnTo>
                  <a:pt x="1360343" y="376456"/>
                </a:lnTo>
                <a:lnTo>
                  <a:pt x="1369174" y="384278"/>
                </a:lnTo>
                <a:lnTo>
                  <a:pt x="1378006" y="392534"/>
                </a:lnTo>
                <a:lnTo>
                  <a:pt x="1386850" y="401193"/>
                </a:lnTo>
                <a:lnTo>
                  <a:pt x="1395681" y="410213"/>
                </a:lnTo>
                <a:lnTo>
                  <a:pt x="1404513" y="419556"/>
                </a:lnTo>
                <a:lnTo>
                  <a:pt x="1413344" y="429179"/>
                </a:lnTo>
                <a:lnTo>
                  <a:pt x="1422175" y="439033"/>
                </a:lnTo>
                <a:lnTo>
                  <a:pt x="1431007" y="449071"/>
                </a:lnTo>
                <a:lnTo>
                  <a:pt x="1439851" y="459241"/>
                </a:lnTo>
                <a:lnTo>
                  <a:pt x="1448683" y="469493"/>
                </a:lnTo>
                <a:lnTo>
                  <a:pt x="1457514" y="479773"/>
                </a:lnTo>
                <a:lnTo>
                  <a:pt x="1466345" y="490027"/>
                </a:lnTo>
                <a:lnTo>
                  <a:pt x="1475176" y="500203"/>
                </a:lnTo>
                <a:lnTo>
                  <a:pt x="1484008" y="510250"/>
                </a:lnTo>
                <a:lnTo>
                  <a:pt x="1492852" y="520116"/>
                </a:lnTo>
                <a:lnTo>
                  <a:pt x="1501684" y="529752"/>
                </a:lnTo>
                <a:lnTo>
                  <a:pt x="1510515" y="539113"/>
                </a:lnTo>
                <a:lnTo>
                  <a:pt x="1519346" y="548150"/>
                </a:lnTo>
                <a:lnTo>
                  <a:pt x="1528178" y="556827"/>
                </a:lnTo>
                <a:lnTo>
                  <a:pt x="1537009" y="565103"/>
                </a:lnTo>
                <a:lnTo>
                  <a:pt x="1545840" y="572944"/>
                </a:lnTo>
                <a:lnTo>
                  <a:pt x="1554685" y="580322"/>
                </a:lnTo>
                <a:lnTo>
                  <a:pt x="1563516" y="586520"/>
                </a:lnTo>
                <a:lnTo>
                  <a:pt x="1572348" y="587976"/>
                </a:lnTo>
                <a:lnTo>
                  <a:pt x="1581179" y="589140"/>
                </a:lnTo>
                <a:lnTo>
                  <a:pt x="1590010" y="590002"/>
                </a:lnTo>
                <a:lnTo>
                  <a:pt x="1598841" y="590554"/>
                </a:lnTo>
                <a:lnTo>
                  <a:pt x="1607686" y="590792"/>
                </a:lnTo>
                <a:lnTo>
                  <a:pt x="1616517" y="590716"/>
                </a:lnTo>
                <a:lnTo>
                  <a:pt x="1625349" y="590329"/>
                </a:lnTo>
                <a:lnTo>
                  <a:pt x="1634180" y="589633"/>
                </a:lnTo>
                <a:lnTo>
                  <a:pt x="1643011" y="588639"/>
                </a:lnTo>
                <a:lnTo>
                  <a:pt x="1651842" y="587354"/>
                </a:lnTo>
                <a:lnTo>
                  <a:pt x="1660687" y="585792"/>
                </a:lnTo>
                <a:lnTo>
                  <a:pt x="1669518" y="583968"/>
                </a:lnTo>
                <a:lnTo>
                  <a:pt x="1678350" y="581898"/>
                </a:lnTo>
                <a:lnTo>
                  <a:pt x="1687181" y="579601"/>
                </a:lnTo>
                <a:lnTo>
                  <a:pt x="1696012" y="577095"/>
                </a:lnTo>
                <a:lnTo>
                  <a:pt x="1704844" y="574403"/>
                </a:lnTo>
                <a:lnTo>
                  <a:pt x="1713675" y="571545"/>
                </a:lnTo>
                <a:lnTo>
                  <a:pt x="1722519" y="568545"/>
                </a:lnTo>
                <a:lnTo>
                  <a:pt x="1731351" y="565425"/>
                </a:lnTo>
                <a:lnTo>
                  <a:pt x="1740182" y="562206"/>
                </a:lnTo>
                <a:lnTo>
                  <a:pt x="1749013" y="558915"/>
                </a:lnTo>
                <a:lnTo>
                  <a:pt x="1757845" y="555573"/>
                </a:lnTo>
                <a:lnTo>
                  <a:pt x="1766676" y="552201"/>
                </a:lnTo>
                <a:lnTo>
                  <a:pt x="1775521" y="548823"/>
                </a:lnTo>
                <a:lnTo>
                  <a:pt x="1784352" y="545458"/>
                </a:lnTo>
                <a:lnTo>
                  <a:pt x="1793183" y="542128"/>
                </a:lnTo>
                <a:lnTo>
                  <a:pt x="1802015" y="538849"/>
                </a:lnTo>
                <a:lnTo>
                  <a:pt x="1810846" y="535641"/>
                </a:lnTo>
                <a:lnTo>
                  <a:pt x="1819677" y="532520"/>
                </a:lnTo>
                <a:lnTo>
                  <a:pt x="1828522" y="529498"/>
                </a:lnTo>
                <a:lnTo>
                  <a:pt x="1837353" y="526592"/>
                </a:lnTo>
                <a:lnTo>
                  <a:pt x="1846184" y="523812"/>
                </a:lnTo>
                <a:lnTo>
                  <a:pt x="1855016" y="521171"/>
                </a:lnTo>
                <a:lnTo>
                  <a:pt x="1863847" y="518674"/>
                </a:lnTo>
                <a:lnTo>
                  <a:pt x="1872678" y="516332"/>
                </a:lnTo>
                <a:lnTo>
                  <a:pt x="1881510" y="514151"/>
                </a:lnTo>
                <a:lnTo>
                  <a:pt x="1890354" y="512133"/>
                </a:lnTo>
                <a:lnTo>
                  <a:pt x="1899186" y="510285"/>
                </a:lnTo>
                <a:lnTo>
                  <a:pt x="1908017" y="508606"/>
                </a:lnTo>
                <a:lnTo>
                  <a:pt x="1916848" y="507101"/>
                </a:lnTo>
                <a:lnTo>
                  <a:pt x="1925679" y="505765"/>
                </a:lnTo>
                <a:lnTo>
                  <a:pt x="1934511" y="504600"/>
                </a:lnTo>
                <a:lnTo>
                  <a:pt x="1943355" y="503604"/>
                </a:lnTo>
                <a:lnTo>
                  <a:pt x="1952187" y="502773"/>
                </a:lnTo>
                <a:lnTo>
                  <a:pt x="1961018" y="502104"/>
                </a:lnTo>
                <a:lnTo>
                  <a:pt x="1969849" y="501593"/>
                </a:lnTo>
                <a:lnTo>
                  <a:pt x="1978681" y="501233"/>
                </a:lnTo>
                <a:lnTo>
                  <a:pt x="1987512" y="501021"/>
                </a:lnTo>
                <a:lnTo>
                  <a:pt x="1996356" y="500949"/>
                </a:lnTo>
                <a:lnTo>
                  <a:pt x="2005188" y="501013"/>
                </a:lnTo>
                <a:lnTo>
                  <a:pt x="2014019" y="501206"/>
                </a:lnTo>
                <a:lnTo>
                  <a:pt x="2022850" y="501520"/>
                </a:lnTo>
                <a:lnTo>
                  <a:pt x="2031682" y="501949"/>
                </a:lnTo>
                <a:lnTo>
                  <a:pt x="2040513" y="502485"/>
                </a:lnTo>
                <a:lnTo>
                  <a:pt x="2049344" y="503124"/>
                </a:lnTo>
                <a:lnTo>
                  <a:pt x="2058189" y="503855"/>
                </a:lnTo>
                <a:lnTo>
                  <a:pt x="2067020" y="504675"/>
                </a:lnTo>
                <a:lnTo>
                  <a:pt x="2075852" y="505575"/>
                </a:lnTo>
                <a:lnTo>
                  <a:pt x="2084683" y="506547"/>
                </a:lnTo>
                <a:lnTo>
                  <a:pt x="2093514" y="507589"/>
                </a:lnTo>
                <a:lnTo>
                  <a:pt x="2102346" y="508689"/>
                </a:lnTo>
                <a:lnTo>
                  <a:pt x="2111190" y="509844"/>
                </a:lnTo>
                <a:lnTo>
                  <a:pt x="2120021" y="511048"/>
                </a:lnTo>
                <a:lnTo>
                  <a:pt x="2128853" y="512294"/>
                </a:lnTo>
                <a:lnTo>
                  <a:pt x="2137684" y="513578"/>
                </a:lnTo>
                <a:lnTo>
                  <a:pt x="2146515" y="514892"/>
                </a:lnTo>
                <a:lnTo>
                  <a:pt x="2155347" y="516234"/>
                </a:lnTo>
                <a:lnTo>
                  <a:pt x="2164191" y="517596"/>
                </a:lnTo>
                <a:lnTo>
                  <a:pt x="2173023" y="518974"/>
                </a:lnTo>
                <a:lnTo>
                  <a:pt x="2181854" y="520365"/>
                </a:lnTo>
                <a:lnTo>
                  <a:pt x="2190685" y="521763"/>
                </a:lnTo>
                <a:lnTo>
                  <a:pt x="2199516" y="523163"/>
                </a:lnTo>
                <a:lnTo>
                  <a:pt x="2208348" y="524564"/>
                </a:lnTo>
                <a:lnTo>
                  <a:pt x="2217179" y="525959"/>
                </a:lnTo>
                <a:lnTo>
                  <a:pt x="2226024" y="527345"/>
                </a:lnTo>
                <a:lnTo>
                  <a:pt x="2234855" y="528720"/>
                </a:lnTo>
                <a:lnTo>
                  <a:pt x="2243686" y="530079"/>
                </a:lnTo>
                <a:lnTo>
                  <a:pt x="2252518" y="531419"/>
                </a:lnTo>
                <a:lnTo>
                  <a:pt x="2261349" y="532738"/>
                </a:lnTo>
                <a:lnTo>
                  <a:pt x="2270180" y="534031"/>
                </a:lnTo>
                <a:lnTo>
                  <a:pt x="2279025" y="535297"/>
                </a:lnTo>
                <a:lnTo>
                  <a:pt x="2287856" y="536531"/>
                </a:lnTo>
                <a:lnTo>
                  <a:pt x="2296687" y="537734"/>
                </a:lnTo>
                <a:lnTo>
                  <a:pt x="2305519" y="538900"/>
                </a:lnTo>
                <a:lnTo>
                  <a:pt x="2314350" y="540028"/>
                </a:lnTo>
                <a:lnTo>
                  <a:pt x="2323181" y="541114"/>
                </a:lnTo>
                <a:lnTo>
                  <a:pt x="2332026" y="542158"/>
                </a:lnTo>
                <a:lnTo>
                  <a:pt x="2340857" y="543157"/>
                </a:lnTo>
                <a:lnTo>
                  <a:pt x="2349689" y="544110"/>
                </a:lnTo>
                <a:lnTo>
                  <a:pt x="2358520" y="545013"/>
                </a:lnTo>
                <a:lnTo>
                  <a:pt x="2367351" y="545864"/>
                </a:lnTo>
                <a:lnTo>
                  <a:pt x="2376182" y="546663"/>
                </a:lnTo>
                <a:lnTo>
                  <a:pt x="2385014" y="547407"/>
                </a:lnTo>
                <a:lnTo>
                  <a:pt x="2393858" y="548094"/>
                </a:lnTo>
                <a:lnTo>
                  <a:pt x="2402690" y="548724"/>
                </a:lnTo>
                <a:lnTo>
                  <a:pt x="2411521" y="549294"/>
                </a:lnTo>
                <a:lnTo>
                  <a:pt x="2420352" y="549803"/>
                </a:lnTo>
                <a:lnTo>
                  <a:pt x="2429184" y="550250"/>
                </a:lnTo>
                <a:lnTo>
                  <a:pt x="2438015" y="550633"/>
                </a:lnTo>
                <a:lnTo>
                  <a:pt x="2446860" y="550953"/>
                </a:lnTo>
                <a:lnTo>
                  <a:pt x="2455691" y="551205"/>
                </a:lnTo>
                <a:lnTo>
                  <a:pt x="2464522" y="551390"/>
                </a:lnTo>
                <a:lnTo>
                  <a:pt x="2473353" y="551509"/>
                </a:lnTo>
                <a:lnTo>
                  <a:pt x="2482185" y="551558"/>
                </a:lnTo>
                <a:lnTo>
                  <a:pt x="2491016" y="551536"/>
                </a:lnTo>
                <a:lnTo>
                  <a:pt x="2499861" y="551445"/>
                </a:lnTo>
                <a:lnTo>
                  <a:pt x="2508692" y="551284"/>
                </a:lnTo>
                <a:lnTo>
                  <a:pt x="2517523" y="551050"/>
                </a:lnTo>
                <a:lnTo>
                  <a:pt x="2526355" y="550744"/>
                </a:lnTo>
                <a:lnTo>
                  <a:pt x="2535186" y="550365"/>
                </a:lnTo>
                <a:lnTo>
                  <a:pt x="2544017" y="549914"/>
                </a:lnTo>
                <a:lnTo>
                  <a:pt x="2552862" y="549390"/>
                </a:lnTo>
                <a:lnTo>
                  <a:pt x="2561693" y="548793"/>
                </a:lnTo>
                <a:lnTo>
                  <a:pt x="2570524" y="548121"/>
                </a:lnTo>
                <a:lnTo>
                  <a:pt x="2579356" y="547377"/>
                </a:lnTo>
                <a:lnTo>
                  <a:pt x="2588187" y="546560"/>
                </a:lnTo>
                <a:lnTo>
                  <a:pt x="2597018" y="545670"/>
                </a:lnTo>
                <a:lnTo>
                  <a:pt x="2605850" y="544707"/>
                </a:lnTo>
                <a:lnTo>
                  <a:pt x="2614694" y="543671"/>
                </a:lnTo>
                <a:lnTo>
                  <a:pt x="2623525" y="542564"/>
                </a:lnTo>
                <a:lnTo>
                  <a:pt x="2632357" y="541384"/>
                </a:lnTo>
                <a:lnTo>
                  <a:pt x="2641188" y="540134"/>
                </a:lnTo>
              </a:path>
            </a:pathLst>
          </a:custGeom>
          <a:noFill/>
          <a:ln w="15954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5E7E3D03-486B-A6DC-A363-099DD84E0658}"/>
              </a:ext>
            </a:extLst>
          </p:cNvPr>
          <p:cNvSpPr/>
          <p:nvPr/>
        </p:nvSpPr>
        <p:spPr>
          <a:xfrm>
            <a:off x="4134523" y="2883430"/>
            <a:ext cx="2641187" cy="1773293"/>
          </a:xfrm>
          <a:custGeom>
            <a:avLst/>
            <a:gdLst>
              <a:gd name="csX0" fmla="*/ 0 w 2641187"/>
              <a:gd name="csY0" fmla="*/ 1773294 h 1773293"/>
              <a:gd name="csX1" fmla="*/ 26677 w 2641187"/>
              <a:gd name="csY1" fmla="*/ 1756509 h 1773293"/>
              <a:gd name="csX2" fmla="*/ 53356 w 2641187"/>
              <a:gd name="csY2" fmla="*/ 1738953 h 1773293"/>
              <a:gd name="csX3" fmla="*/ 80035 w 2641187"/>
              <a:gd name="csY3" fmla="*/ 1720585 h 1773293"/>
              <a:gd name="csX4" fmla="*/ 106714 w 2641187"/>
              <a:gd name="csY4" fmla="*/ 1701380 h 1773293"/>
              <a:gd name="csX5" fmla="*/ 133393 w 2641187"/>
              <a:gd name="csY5" fmla="*/ 1681337 h 1773293"/>
              <a:gd name="csX6" fmla="*/ 160071 w 2641187"/>
              <a:gd name="csY6" fmla="*/ 1660455 h 1773293"/>
              <a:gd name="csX7" fmla="*/ 186750 w 2641187"/>
              <a:gd name="csY7" fmla="*/ 1638763 h 1773293"/>
              <a:gd name="csX8" fmla="*/ 213429 w 2641187"/>
              <a:gd name="csY8" fmla="*/ 1616299 h 1773293"/>
              <a:gd name="csX9" fmla="*/ 240108 w 2641187"/>
              <a:gd name="csY9" fmla="*/ 1593117 h 1773293"/>
              <a:gd name="csX10" fmla="*/ 266787 w 2641187"/>
              <a:gd name="csY10" fmla="*/ 1569296 h 1773293"/>
              <a:gd name="csX11" fmla="*/ 293465 w 2641187"/>
              <a:gd name="csY11" fmla="*/ 1544917 h 1773293"/>
              <a:gd name="csX12" fmla="*/ 320144 w 2641187"/>
              <a:gd name="csY12" fmla="*/ 1520059 h 1773293"/>
              <a:gd name="csX13" fmla="*/ 346823 w 2641187"/>
              <a:gd name="csY13" fmla="*/ 1494842 h 1773293"/>
              <a:gd name="csX14" fmla="*/ 373500 w 2641187"/>
              <a:gd name="csY14" fmla="*/ 1469385 h 1773293"/>
              <a:gd name="csX15" fmla="*/ 400179 w 2641187"/>
              <a:gd name="csY15" fmla="*/ 1443796 h 1773293"/>
              <a:gd name="csX16" fmla="*/ 426858 w 2641187"/>
              <a:gd name="csY16" fmla="*/ 1418219 h 1773293"/>
              <a:gd name="csX17" fmla="*/ 453537 w 2641187"/>
              <a:gd name="csY17" fmla="*/ 1392763 h 1773293"/>
              <a:gd name="csX18" fmla="*/ 480216 w 2641187"/>
              <a:gd name="csY18" fmla="*/ 1367572 h 1773293"/>
              <a:gd name="csX19" fmla="*/ 506894 w 2641187"/>
              <a:gd name="csY19" fmla="*/ 1342754 h 1773293"/>
              <a:gd name="csX20" fmla="*/ 533573 w 2641187"/>
              <a:gd name="csY20" fmla="*/ 1318428 h 1773293"/>
              <a:gd name="csX21" fmla="*/ 560252 w 2641187"/>
              <a:gd name="csY21" fmla="*/ 1294714 h 1773293"/>
              <a:gd name="csX22" fmla="*/ 586931 w 2641187"/>
              <a:gd name="csY22" fmla="*/ 1271705 h 1773293"/>
              <a:gd name="csX23" fmla="*/ 613610 w 2641187"/>
              <a:gd name="csY23" fmla="*/ 1249493 h 1773293"/>
              <a:gd name="csX24" fmla="*/ 640288 w 2641187"/>
              <a:gd name="csY24" fmla="*/ 1228147 h 1773293"/>
              <a:gd name="csX25" fmla="*/ 666967 w 2641187"/>
              <a:gd name="csY25" fmla="*/ 1207728 h 1773293"/>
              <a:gd name="csX26" fmla="*/ 693646 w 2641187"/>
              <a:gd name="csY26" fmla="*/ 1188307 h 1773293"/>
              <a:gd name="csX27" fmla="*/ 720323 w 2641187"/>
              <a:gd name="csY27" fmla="*/ 1169935 h 1773293"/>
              <a:gd name="csX28" fmla="*/ 747002 w 2641187"/>
              <a:gd name="csY28" fmla="*/ 1152659 h 1773293"/>
              <a:gd name="csX29" fmla="*/ 773681 w 2641187"/>
              <a:gd name="csY29" fmla="*/ 1136523 h 1773293"/>
              <a:gd name="csX30" fmla="*/ 800360 w 2641187"/>
              <a:gd name="csY30" fmla="*/ 1121559 h 1773293"/>
              <a:gd name="csX31" fmla="*/ 827038 w 2641187"/>
              <a:gd name="csY31" fmla="*/ 1107768 h 1773293"/>
              <a:gd name="csX32" fmla="*/ 853717 w 2641187"/>
              <a:gd name="csY32" fmla="*/ 1095103 h 1773293"/>
              <a:gd name="csX33" fmla="*/ 880396 w 2641187"/>
              <a:gd name="csY33" fmla="*/ 1083442 h 1773293"/>
              <a:gd name="csX34" fmla="*/ 907075 w 2641187"/>
              <a:gd name="csY34" fmla="*/ 1072577 h 1773293"/>
              <a:gd name="csX35" fmla="*/ 933754 w 2641187"/>
              <a:gd name="csY35" fmla="*/ 1062213 h 1773293"/>
              <a:gd name="csX36" fmla="*/ 960434 w 2641187"/>
              <a:gd name="csY36" fmla="*/ 1051983 h 1773293"/>
              <a:gd name="csX37" fmla="*/ 987114 w 2641187"/>
              <a:gd name="csY37" fmla="*/ 1041510 h 1773293"/>
              <a:gd name="csX38" fmla="*/ 1013794 w 2641187"/>
              <a:gd name="csY38" fmla="*/ 1030453 h 1773293"/>
              <a:gd name="csX39" fmla="*/ 1040474 w 2641187"/>
              <a:gd name="csY39" fmla="*/ 1018585 h 1773293"/>
              <a:gd name="csX40" fmla="*/ 1067141 w 2641187"/>
              <a:gd name="csY40" fmla="*/ 1005849 h 1773293"/>
              <a:gd name="csX41" fmla="*/ 1093821 w 2641187"/>
              <a:gd name="csY41" fmla="*/ 992380 h 1773293"/>
              <a:gd name="csX42" fmla="*/ 1120501 w 2641187"/>
              <a:gd name="csY42" fmla="*/ 978511 h 1773293"/>
              <a:gd name="csX43" fmla="*/ 1147181 w 2641187"/>
              <a:gd name="csY43" fmla="*/ 964716 h 1773293"/>
              <a:gd name="csX44" fmla="*/ 1173861 w 2641187"/>
              <a:gd name="csY44" fmla="*/ 951529 h 1773293"/>
              <a:gd name="csX45" fmla="*/ 1200542 w 2641187"/>
              <a:gd name="csY45" fmla="*/ 939437 h 1773293"/>
              <a:gd name="csX46" fmla="*/ 1227222 w 2641187"/>
              <a:gd name="csY46" fmla="*/ 928793 h 1773293"/>
              <a:gd name="csX47" fmla="*/ 1253902 w 2641187"/>
              <a:gd name="csY47" fmla="*/ 919757 h 1773293"/>
              <a:gd name="csX48" fmla="*/ 1280582 w 2641187"/>
              <a:gd name="csY48" fmla="*/ 912328 h 1773293"/>
              <a:gd name="csX49" fmla="*/ 1307249 w 2641187"/>
              <a:gd name="csY49" fmla="*/ 906415 h 1773293"/>
              <a:gd name="csX50" fmla="*/ 1333929 w 2641187"/>
              <a:gd name="csY50" fmla="*/ 901926 h 1773293"/>
              <a:gd name="csX51" fmla="*/ 1360609 w 2641187"/>
              <a:gd name="csY51" fmla="*/ 898829 h 1773293"/>
              <a:gd name="csX52" fmla="*/ 1387289 w 2641187"/>
              <a:gd name="csY52" fmla="*/ 897159 h 1773293"/>
              <a:gd name="csX53" fmla="*/ 1413969 w 2641187"/>
              <a:gd name="csY53" fmla="*/ 896954 h 1773293"/>
              <a:gd name="csX54" fmla="*/ 1440649 w 2641187"/>
              <a:gd name="csY54" fmla="*/ 898186 h 1773293"/>
              <a:gd name="csX55" fmla="*/ 1467329 w 2641187"/>
              <a:gd name="csY55" fmla="*/ 900677 h 1773293"/>
              <a:gd name="csX56" fmla="*/ 1494010 w 2641187"/>
              <a:gd name="csY56" fmla="*/ 904094 h 1773293"/>
              <a:gd name="csX57" fmla="*/ 1520690 w 2641187"/>
              <a:gd name="csY57" fmla="*/ 907976 h 1773293"/>
              <a:gd name="csX58" fmla="*/ 1547370 w 2641187"/>
              <a:gd name="csY58" fmla="*/ 911817 h 1773293"/>
              <a:gd name="csX59" fmla="*/ 1574037 w 2641187"/>
              <a:gd name="csY59" fmla="*/ 915150 h 1773293"/>
              <a:gd name="csX60" fmla="*/ 1600717 w 2641187"/>
              <a:gd name="csY60" fmla="*/ 917617 h 1773293"/>
              <a:gd name="csX61" fmla="*/ 1627397 w 2641187"/>
              <a:gd name="csY61" fmla="*/ 919023 h 1773293"/>
              <a:gd name="csX62" fmla="*/ 1654077 w 2641187"/>
              <a:gd name="csY62" fmla="*/ 919330 h 1773293"/>
              <a:gd name="csX63" fmla="*/ 1680757 w 2641187"/>
              <a:gd name="csY63" fmla="*/ 918649 h 1773293"/>
              <a:gd name="csX64" fmla="*/ 1707437 w 2641187"/>
              <a:gd name="csY64" fmla="*/ 917189 h 1773293"/>
              <a:gd name="csX65" fmla="*/ 1734117 w 2641187"/>
              <a:gd name="csY65" fmla="*/ 915203 h 1773293"/>
              <a:gd name="csX66" fmla="*/ 1760797 w 2641187"/>
              <a:gd name="csY66" fmla="*/ 912941 h 1773293"/>
              <a:gd name="csX67" fmla="*/ 1787478 w 2641187"/>
              <a:gd name="csY67" fmla="*/ 910615 h 1773293"/>
              <a:gd name="csX68" fmla="*/ 1814144 w 2641187"/>
              <a:gd name="csY68" fmla="*/ 908380 h 1773293"/>
              <a:gd name="csX69" fmla="*/ 1840824 w 2641187"/>
              <a:gd name="csY69" fmla="*/ 906336 h 1773293"/>
              <a:gd name="csX70" fmla="*/ 1867505 w 2641187"/>
              <a:gd name="csY70" fmla="*/ 904541 h 1773293"/>
              <a:gd name="csX71" fmla="*/ 1894185 w 2641187"/>
              <a:gd name="csY71" fmla="*/ 903023 h 1773293"/>
              <a:gd name="csX72" fmla="*/ 1920865 w 2641187"/>
              <a:gd name="csY72" fmla="*/ 901803 h 1773293"/>
              <a:gd name="csX73" fmla="*/ 1947545 w 2641187"/>
              <a:gd name="csY73" fmla="*/ 900900 h 1773293"/>
              <a:gd name="csX74" fmla="*/ 1974225 w 2641187"/>
              <a:gd name="csY74" fmla="*/ 900334 h 1773293"/>
              <a:gd name="csX75" fmla="*/ 2000905 w 2641187"/>
              <a:gd name="csY75" fmla="*/ 900132 h 1773293"/>
              <a:gd name="csX76" fmla="*/ 2027585 w 2641187"/>
              <a:gd name="csY76" fmla="*/ 900318 h 1773293"/>
              <a:gd name="csX77" fmla="*/ 2054252 w 2641187"/>
              <a:gd name="csY77" fmla="*/ 900920 h 1773293"/>
              <a:gd name="csX78" fmla="*/ 2080932 w 2641187"/>
              <a:gd name="csY78" fmla="*/ 901960 h 1773293"/>
              <a:gd name="csX79" fmla="*/ 2107612 w 2641187"/>
              <a:gd name="csY79" fmla="*/ 903451 h 1773293"/>
              <a:gd name="csX80" fmla="*/ 2134293 w 2641187"/>
              <a:gd name="csY80" fmla="*/ 905398 h 1773293"/>
              <a:gd name="csX81" fmla="*/ 2160973 w 2641187"/>
              <a:gd name="csY81" fmla="*/ 907799 h 1773293"/>
              <a:gd name="csX82" fmla="*/ 2187653 w 2641187"/>
              <a:gd name="csY82" fmla="*/ 910640 h 1773293"/>
              <a:gd name="csX83" fmla="*/ 2214333 w 2641187"/>
              <a:gd name="csY83" fmla="*/ 913903 h 1773293"/>
              <a:gd name="csX84" fmla="*/ 2241013 w 2641187"/>
              <a:gd name="csY84" fmla="*/ 917556 h 1773293"/>
              <a:gd name="csX85" fmla="*/ 2267693 w 2641187"/>
              <a:gd name="csY85" fmla="*/ 921570 h 1773293"/>
              <a:gd name="csX86" fmla="*/ 2294360 w 2641187"/>
              <a:gd name="csY86" fmla="*/ 925907 h 1773293"/>
              <a:gd name="csX87" fmla="*/ 2321040 w 2641187"/>
              <a:gd name="csY87" fmla="*/ 930526 h 1773293"/>
              <a:gd name="csX88" fmla="*/ 2347720 w 2641187"/>
              <a:gd name="csY88" fmla="*/ 935389 h 1773293"/>
              <a:gd name="csX89" fmla="*/ 2374400 w 2641187"/>
              <a:gd name="csY89" fmla="*/ 940458 h 1773293"/>
              <a:gd name="csX90" fmla="*/ 2401080 w 2641187"/>
              <a:gd name="csY90" fmla="*/ 945697 h 1773293"/>
              <a:gd name="csX91" fmla="*/ 2427760 w 2641187"/>
              <a:gd name="csY91" fmla="*/ 951074 h 1773293"/>
              <a:gd name="csX92" fmla="*/ 2454441 w 2641187"/>
              <a:gd name="csY92" fmla="*/ 956563 h 1773293"/>
              <a:gd name="csX93" fmla="*/ 2481121 w 2641187"/>
              <a:gd name="csY93" fmla="*/ 962144 h 1773293"/>
              <a:gd name="csX94" fmla="*/ 2507801 w 2641187"/>
              <a:gd name="csY94" fmla="*/ 967801 h 1773293"/>
              <a:gd name="csX95" fmla="*/ 2534481 w 2641187"/>
              <a:gd name="csY95" fmla="*/ 973527 h 1773293"/>
              <a:gd name="csX96" fmla="*/ 2561148 w 2641187"/>
              <a:gd name="csY96" fmla="*/ 979321 h 1773293"/>
              <a:gd name="csX97" fmla="*/ 2587828 w 2641187"/>
              <a:gd name="csY97" fmla="*/ 985186 h 1773293"/>
              <a:gd name="csX98" fmla="*/ 2614508 w 2641187"/>
              <a:gd name="csY98" fmla="*/ 991133 h 1773293"/>
              <a:gd name="csX99" fmla="*/ 2641188 w 2641187"/>
              <a:gd name="csY99" fmla="*/ 997176 h 1773293"/>
              <a:gd name="csX100" fmla="*/ 2641188 w 2641187"/>
              <a:gd name="csY100" fmla="*/ 18562 h 1773293"/>
              <a:gd name="csX101" fmla="*/ 2614508 w 2641187"/>
              <a:gd name="csY101" fmla="*/ 29031 h 1773293"/>
              <a:gd name="csX102" fmla="*/ 2587828 w 2641187"/>
              <a:gd name="csY102" fmla="*/ 40131 h 1773293"/>
              <a:gd name="csX103" fmla="*/ 2561148 w 2641187"/>
              <a:gd name="csY103" fmla="*/ 51895 h 1773293"/>
              <a:gd name="csX104" fmla="*/ 2534481 w 2641187"/>
              <a:gd name="csY104" fmla="*/ 64340 h 1773293"/>
              <a:gd name="csX105" fmla="*/ 2507801 w 2641187"/>
              <a:gd name="csY105" fmla="*/ 77465 h 1773293"/>
              <a:gd name="csX106" fmla="*/ 2481121 w 2641187"/>
              <a:gd name="csY106" fmla="*/ 91249 h 1773293"/>
              <a:gd name="csX107" fmla="*/ 2454441 w 2641187"/>
              <a:gd name="csY107" fmla="*/ 105656 h 1773293"/>
              <a:gd name="csX108" fmla="*/ 2427760 w 2641187"/>
              <a:gd name="csY108" fmla="*/ 120626 h 1773293"/>
              <a:gd name="csX109" fmla="*/ 2401080 w 2641187"/>
              <a:gd name="csY109" fmla="*/ 136086 h 1773293"/>
              <a:gd name="csX110" fmla="*/ 2374400 w 2641187"/>
              <a:gd name="csY110" fmla="*/ 151941 h 1773293"/>
              <a:gd name="csX111" fmla="*/ 2347720 w 2641187"/>
              <a:gd name="csY111" fmla="*/ 168085 h 1773293"/>
              <a:gd name="csX112" fmla="*/ 2321040 w 2641187"/>
              <a:gd name="csY112" fmla="*/ 184395 h 1773293"/>
              <a:gd name="csX113" fmla="*/ 2294360 w 2641187"/>
              <a:gd name="csY113" fmla="*/ 200736 h 1773293"/>
              <a:gd name="csX114" fmla="*/ 2267693 w 2641187"/>
              <a:gd name="csY114" fmla="*/ 216969 h 1773293"/>
              <a:gd name="csX115" fmla="*/ 2241013 w 2641187"/>
              <a:gd name="csY115" fmla="*/ 232946 h 1773293"/>
              <a:gd name="csX116" fmla="*/ 2214333 w 2641187"/>
              <a:gd name="csY116" fmla="*/ 248521 h 1773293"/>
              <a:gd name="csX117" fmla="*/ 2187653 w 2641187"/>
              <a:gd name="csY117" fmla="*/ 263550 h 1773293"/>
              <a:gd name="csX118" fmla="*/ 2160973 w 2641187"/>
              <a:gd name="csY118" fmla="*/ 277895 h 1773293"/>
              <a:gd name="csX119" fmla="*/ 2134293 w 2641187"/>
              <a:gd name="csY119" fmla="*/ 291431 h 1773293"/>
              <a:gd name="csX120" fmla="*/ 2107612 w 2641187"/>
              <a:gd name="csY120" fmla="*/ 304047 h 1773293"/>
              <a:gd name="csX121" fmla="*/ 2080932 w 2641187"/>
              <a:gd name="csY121" fmla="*/ 315653 h 1773293"/>
              <a:gd name="csX122" fmla="*/ 2054252 w 2641187"/>
              <a:gd name="csY122" fmla="*/ 326180 h 1773293"/>
              <a:gd name="csX123" fmla="*/ 2027585 w 2641187"/>
              <a:gd name="csY123" fmla="*/ 335583 h 1773293"/>
              <a:gd name="csX124" fmla="*/ 2000905 w 2641187"/>
              <a:gd name="csY124" fmla="*/ 343842 h 1773293"/>
              <a:gd name="csX125" fmla="*/ 1974225 w 2641187"/>
              <a:gd name="csY125" fmla="*/ 350956 h 1773293"/>
              <a:gd name="csX126" fmla="*/ 1947545 w 2641187"/>
              <a:gd name="csY126" fmla="*/ 356945 h 1773293"/>
              <a:gd name="csX127" fmla="*/ 1920865 w 2641187"/>
              <a:gd name="csY127" fmla="*/ 361837 h 1773293"/>
              <a:gd name="csX128" fmla="*/ 1894185 w 2641187"/>
              <a:gd name="csY128" fmla="*/ 365670 h 1773293"/>
              <a:gd name="csX129" fmla="*/ 1867505 w 2641187"/>
              <a:gd name="csY129" fmla="*/ 368484 h 1773293"/>
              <a:gd name="csX130" fmla="*/ 1840824 w 2641187"/>
              <a:gd name="csY130" fmla="*/ 370331 h 1773293"/>
              <a:gd name="csX131" fmla="*/ 1814144 w 2641187"/>
              <a:gd name="csY131" fmla="*/ 371286 h 1773293"/>
              <a:gd name="csX132" fmla="*/ 1787478 w 2641187"/>
              <a:gd name="csY132" fmla="*/ 371466 h 1773293"/>
              <a:gd name="csX133" fmla="*/ 1760797 w 2641187"/>
              <a:gd name="csY133" fmla="*/ 371056 h 1773293"/>
              <a:gd name="csX134" fmla="*/ 1734117 w 2641187"/>
              <a:gd name="csY134" fmla="*/ 370337 h 1773293"/>
              <a:gd name="csX135" fmla="*/ 1707437 w 2641187"/>
              <a:gd name="csY135" fmla="*/ 369690 h 1773293"/>
              <a:gd name="csX136" fmla="*/ 1680757 w 2641187"/>
              <a:gd name="csY136" fmla="*/ 369592 h 1773293"/>
              <a:gd name="csX137" fmla="*/ 1654077 w 2641187"/>
              <a:gd name="csY137" fmla="*/ 370560 h 1773293"/>
              <a:gd name="csX138" fmla="*/ 1627397 w 2641187"/>
              <a:gd name="csY138" fmla="*/ 373086 h 1773293"/>
              <a:gd name="csX139" fmla="*/ 1600717 w 2641187"/>
              <a:gd name="csY139" fmla="*/ 377544 h 1773293"/>
              <a:gd name="csX140" fmla="*/ 1574037 w 2641187"/>
              <a:gd name="csY140" fmla="*/ 384108 h 1773293"/>
              <a:gd name="csX141" fmla="*/ 1547370 w 2641187"/>
              <a:gd name="csY141" fmla="*/ 392682 h 1773293"/>
              <a:gd name="csX142" fmla="*/ 1520690 w 2641187"/>
              <a:gd name="csY142" fmla="*/ 402897 h 1773293"/>
              <a:gd name="csX143" fmla="*/ 1494010 w 2641187"/>
              <a:gd name="csY143" fmla="*/ 414132 h 1773293"/>
              <a:gd name="csX144" fmla="*/ 1467329 w 2641187"/>
              <a:gd name="csY144" fmla="*/ 425598 h 1773293"/>
              <a:gd name="csX145" fmla="*/ 1440649 w 2641187"/>
              <a:gd name="csY145" fmla="*/ 436447 h 1773293"/>
              <a:gd name="csX146" fmla="*/ 1413969 w 2641187"/>
              <a:gd name="csY146" fmla="*/ 445892 h 1773293"/>
              <a:gd name="csX147" fmla="*/ 1387289 w 2641187"/>
              <a:gd name="csY147" fmla="*/ 453313 h 1773293"/>
              <a:gd name="csX148" fmla="*/ 1360609 w 2641187"/>
              <a:gd name="csY148" fmla="*/ 458279 h 1773293"/>
              <a:gd name="csX149" fmla="*/ 1333929 w 2641187"/>
              <a:gd name="csY149" fmla="*/ 460535 h 1773293"/>
              <a:gd name="csX150" fmla="*/ 1307249 w 2641187"/>
              <a:gd name="csY150" fmla="*/ 459911 h 1773293"/>
              <a:gd name="csX151" fmla="*/ 1280582 w 2641187"/>
              <a:gd name="csY151" fmla="*/ 456273 h 1773293"/>
              <a:gd name="csX152" fmla="*/ 1253902 w 2641187"/>
              <a:gd name="csY152" fmla="*/ 449510 h 1773293"/>
              <a:gd name="csX153" fmla="*/ 1227222 w 2641187"/>
              <a:gd name="csY153" fmla="*/ 439607 h 1773293"/>
              <a:gd name="csX154" fmla="*/ 1200542 w 2641187"/>
              <a:gd name="csY154" fmla="*/ 426752 h 1773293"/>
              <a:gd name="csX155" fmla="*/ 1173861 w 2641187"/>
              <a:gd name="csY155" fmla="*/ 411428 h 1773293"/>
              <a:gd name="csX156" fmla="*/ 1147181 w 2641187"/>
              <a:gd name="csY156" fmla="*/ 394423 h 1773293"/>
              <a:gd name="csX157" fmla="*/ 1120501 w 2641187"/>
              <a:gd name="csY157" fmla="*/ 376757 h 1773293"/>
              <a:gd name="csX158" fmla="*/ 1093821 w 2641187"/>
              <a:gd name="csY158" fmla="*/ 359520 h 1773293"/>
              <a:gd name="csX159" fmla="*/ 1067141 w 2641187"/>
              <a:gd name="csY159" fmla="*/ 343707 h 1773293"/>
              <a:gd name="csX160" fmla="*/ 1040474 w 2641187"/>
              <a:gd name="csY160" fmla="*/ 330076 h 1773293"/>
              <a:gd name="csX161" fmla="*/ 1013794 w 2641187"/>
              <a:gd name="csY161" fmla="*/ 319054 h 1773293"/>
              <a:gd name="csX162" fmla="*/ 987114 w 2641187"/>
              <a:gd name="csY162" fmla="*/ 310731 h 1773293"/>
              <a:gd name="csX163" fmla="*/ 960434 w 2641187"/>
              <a:gd name="csY163" fmla="*/ 304885 h 1773293"/>
              <a:gd name="csX164" fmla="*/ 933754 w 2641187"/>
              <a:gd name="csY164" fmla="*/ 301080 h 1773293"/>
              <a:gd name="csX165" fmla="*/ 907075 w 2641187"/>
              <a:gd name="csY165" fmla="*/ 298755 h 1773293"/>
              <a:gd name="csX166" fmla="*/ 880396 w 2641187"/>
              <a:gd name="csY166" fmla="*/ 297339 h 1773293"/>
              <a:gd name="csX167" fmla="*/ 853717 w 2641187"/>
              <a:gd name="csY167" fmla="*/ 296319 h 1773293"/>
              <a:gd name="csX168" fmla="*/ 827038 w 2641187"/>
              <a:gd name="csY168" fmla="*/ 295293 h 1773293"/>
              <a:gd name="csX169" fmla="*/ 800360 w 2641187"/>
              <a:gd name="csY169" fmla="*/ 293979 h 1773293"/>
              <a:gd name="csX170" fmla="*/ 773681 w 2641187"/>
              <a:gd name="csY170" fmla="*/ 292190 h 1773293"/>
              <a:gd name="csX171" fmla="*/ 747002 w 2641187"/>
              <a:gd name="csY171" fmla="*/ 289820 h 1773293"/>
              <a:gd name="csX172" fmla="*/ 720323 w 2641187"/>
              <a:gd name="csY172" fmla="*/ 286805 h 1773293"/>
              <a:gd name="csX173" fmla="*/ 693646 w 2641187"/>
              <a:gd name="csY173" fmla="*/ 283105 h 1773293"/>
              <a:gd name="csX174" fmla="*/ 666967 w 2641187"/>
              <a:gd name="csY174" fmla="*/ 278695 h 1773293"/>
              <a:gd name="csX175" fmla="*/ 640288 w 2641187"/>
              <a:gd name="csY175" fmla="*/ 273555 h 1773293"/>
              <a:gd name="csX176" fmla="*/ 613610 w 2641187"/>
              <a:gd name="csY176" fmla="*/ 267677 h 1773293"/>
              <a:gd name="csX177" fmla="*/ 586931 w 2641187"/>
              <a:gd name="csY177" fmla="*/ 261055 h 1773293"/>
              <a:gd name="csX178" fmla="*/ 560252 w 2641187"/>
              <a:gd name="csY178" fmla="*/ 253698 h 1773293"/>
              <a:gd name="csX179" fmla="*/ 533573 w 2641187"/>
              <a:gd name="csY179" fmla="*/ 245625 h 1773293"/>
              <a:gd name="csX180" fmla="*/ 506894 w 2641187"/>
              <a:gd name="csY180" fmla="*/ 236864 h 1773293"/>
              <a:gd name="csX181" fmla="*/ 480216 w 2641187"/>
              <a:gd name="csY181" fmla="*/ 227456 h 1773293"/>
              <a:gd name="csX182" fmla="*/ 453537 w 2641187"/>
              <a:gd name="csY182" fmla="*/ 217442 h 1773293"/>
              <a:gd name="csX183" fmla="*/ 426858 w 2641187"/>
              <a:gd name="csY183" fmla="*/ 206878 h 1773293"/>
              <a:gd name="csX184" fmla="*/ 400179 w 2641187"/>
              <a:gd name="csY184" fmla="*/ 195816 h 1773293"/>
              <a:gd name="csX185" fmla="*/ 373500 w 2641187"/>
              <a:gd name="csY185" fmla="*/ 184315 h 1773293"/>
              <a:gd name="csX186" fmla="*/ 346823 w 2641187"/>
              <a:gd name="csY186" fmla="*/ 172432 h 1773293"/>
              <a:gd name="csX187" fmla="*/ 320144 w 2641187"/>
              <a:gd name="csY187" fmla="*/ 160219 h 1773293"/>
              <a:gd name="csX188" fmla="*/ 293465 w 2641187"/>
              <a:gd name="csY188" fmla="*/ 147733 h 1773293"/>
              <a:gd name="csX189" fmla="*/ 266787 w 2641187"/>
              <a:gd name="csY189" fmla="*/ 135016 h 1773293"/>
              <a:gd name="csX190" fmla="*/ 240108 w 2641187"/>
              <a:gd name="csY190" fmla="*/ 122109 h 1773293"/>
              <a:gd name="csX191" fmla="*/ 213429 w 2641187"/>
              <a:gd name="csY191" fmla="*/ 109047 h 1773293"/>
              <a:gd name="csX192" fmla="*/ 186750 w 2641187"/>
              <a:gd name="csY192" fmla="*/ 95853 h 1773293"/>
              <a:gd name="csX193" fmla="*/ 160071 w 2641187"/>
              <a:gd name="csY193" fmla="*/ 82544 h 1773293"/>
              <a:gd name="csX194" fmla="*/ 133393 w 2641187"/>
              <a:gd name="csY194" fmla="*/ 69127 h 1773293"/>
              <a:gd name="csX195" fmla="*/ 106714 w 2641187"/>
              <a:gd name="csY195" fmla="*/ 55596 h 1773293"/>
              <a:gd name="csX196" fmla="*/ 80035 w 2641187"/>
              <a:gd name="csY196" fmla="*/ 41944 h 1773293"/>
              <a:gd name="csX197" fmla="*/ 53356 w 2641187"/>
              <a:gd name="csY197" fmla="*/ 28148 h 1773293"/>
              <a:gd name="csX198" fmla="*/ 26677 w 2641187"/>
              <a:gd name="csY198" fmla="*/ 14178 h 1773293"/>
              <a:gd name="csX199" fmla="*/ 0 w 2641187"/>
              <a:gd name="csY199" fmla="*/ 0 h 177329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641187" h="1773293">
                <a:moveTo>
                  <a:pt x="0" y="1773294"/>
                </a:moveTo>
                <a:lnTo>
                  <a:pt x="26677" y="1756509"/>
                </a:lnTo>
                <a:lnTo>
                  <a:pt x="53356" y="1738953"/>
                </a:lnTo>
                <a:lnTo>
                  <a:pt x="80035" y="1720585"/>
                </a:lnTo>
                <a:lnTo>
                  <a:pt x="106714" y="1701380"/>
                </a:lnTo>
                <a:lnTo>
                  <a:pt x="133393" y="1681337"/>
                </a:lnTo>
                <a:lnTo>
                  <a:pt x="160071" y="1660455"/>
                </a:lnTo>
                <a:lnTo>
                  <a:pt x="186750" y="1638763"/>
                </a:lnTo>
                <a:lnTo>
                  <a:pt x="213429" y="1616299"/>
                </a:lnTo>
                <a:lnTo>
                  <a:pt x="240108" y="1593117"/>
                </a:lnTo>
                <a:lnTo>
                  <a:pt x="266787" y="1569296"/>
                </a:lnTo>
                <a:lnTo>
                  <a:pt x="293465" y="1544917"/>
                </a:lnTo>
                <a:lnTo>
                  <a:pt x="320144" y="1520059"/>
                </a:lnTo>
                <a:lnTo>
                  <a:pt x="346823" y="1494842"/>
                </a:lnTo>
                <a:lnTo>
                  <a:pt x="373500" y="1469385"/>
                </a:lnTo>
                <a:lnTo>
                  <a:pt x="400179" y="1443796"/>
                </a:lnTo>
                <a:lnTo>
                  <a:pt x="426858" y="1418219"/>
                </a:lnTo>
                <a:lnTo>
                  <a:pt x="453537" y="1392763"/>
                </a:lnTo>
                <a:lnTo>
                  <a:pt x="480216" y="1367572"/>
                </a:lnTo>
                <a:lnTo>
                  <a:pt x="506894" y="1342754"/>
                </a:lnTo>
                <a:lnTo>
                  <a:pt x="533573" y="1318428"/>
                </a:lnTo>
                <a:lnTo>
                  <a:pt x="560252" y="1294714"/>
                </a:lnTo>
                <a:lnTo>
                  <a:pt x="586931" y="1271705"/>
                </a:lnTo>
                <a:lnTo>
                  <a:pt x="613610" y="1249493"/>
                </a:lnTo>
                <a:lnTo>
                  <a:pt x="640288" y="1228147"/>
                </a:lnTo>
                <a:lnTo>
                  <a:pt x="666967" y="1207728"/>
                </a:lnTo>
                <a:lnTo>
                  <a:pt x="693646" y="1188307"/>
                </a:lnTo>
                <a:lnTo>
                  <a:pt x="720323" y="1169935"/>
                </a:lnTo>
                <a:lnTo>
                  <a:pt x="747002" y="1152659"/>
                </a:lnTo>
                <a:lnTo>
                  <a:pt x="773681" y="1136523"/>
                </a:lnTo>
                <a:lnTo>
                  <a:pt x="800360" y="1121559"/>
                </a:lnTo>
                <a:lnTo>
                  <a:pt x="827038" y="1107768"/>
                </a:lnTo>
                <a:lnTo>
                  <a:pt x="853717" y="1095103"/>
                </a:lnTo>
                <a:lnTo>
                  <a:pt x="880396" y="1083442"/>
                </a:lnTo>
                <a:lnTo>
                  <a:pt x="907075" y="1072577"/>
                </a:lnTo>
                <a:lnTo>
                  <a:pt x="933754" y="1062213"/>
                </a:lnTo>
                <a:lnTo>
                  <a:pt x="960434" y="1051983"/>
                </a:lnTo>
                <a:lnTo>
                  <a:pt x="987114" y="1041510"/>
                </a:lnTo>
                <a:lnTo>
                  <a:pt x="1013794" y="1030453"/>
                </a:lnTo>
                <a:lnTo>
                  <a:pt x="1040474" y="1018585"/>
                </a:lnTo>
                <a:lnTo>
                  <a:pt x="1067141" y="1005849"/>
                </a:lnTo>
                <a:lnTo>
                  <a:pt x="1093821" y="992380"/>
                </a:lnTo>
                <a:lnTo>
                  <a:pt x="1120501" y="978511"/>
                </a:lnTo>
                <a:lnTo>
                  <a:pt x="1147181" y="964716"/>
                </a:lnTo>
                <a:lnTo>
                  <a:pt x="1173861" y="951529"/>
                </a:lnTo>
                <a:lnTo>
                  <a:pt x="1200542" y="939437"/>
                </a:lnTo>
                <a:lnTo>
                  <a:pt x="1227222" y="928793"/>
                </a:lnTo>
                <a:lnTo>
                  <a:pt x="1253902" y="919757"/>
                </a:lnTo>
                <a:lnTo>
                  <a:pt x="1280582" y="912328"/>
                </a:lnTo>
                <a:lnTo>
                  <a:pt x="1307249" y="906415"/>
                </a:lnTo>
                <a:lnTo>
                  <a:pt x="1333929" y="901926"/>
                </a:lnTo>
                <a:lnTo>
                  <a:pt x="1360609" y="898829"/>
                </a:lnTo>
                <a:lnTo>
                  <a:pt x="1387289" y="897159"/>
                </a:lnTo>
                <a:lnTo>
                  <a:pt x="1413969" y="896954"/>
                </a:lnTo>
                <a:lnTo>
                  <a:pt x="1440649" y="898186"/>
                </a:lnTo>
                <a:lnTo>
                  <a:pt x="1467329" y="900677"/>
                </a:lnTo>
                <a:lnTo>
                  <a:pt x="1494010" y="904094"/>
                </a:lnTo>
                <a:lnTo>
                  <a:pt x="1520690" y="907976"/>
                </a:lnTo>
                <a:lnTo>
                  <a:pt x="1547370" y="911817"/>
                </a:lnTo>
                <a:lnTo>
                  <a:pt x="1574037" y="915150"/>
                </a:lnTo>
                <a:lnTo>
                  <a:pt x="1600717" y="917617"/>
                </a:lnTo>
                <a:lnTo>
                  <a:pt x="1627397" y="919023"/>
                </a:lnTo>
                <a:lnTo>
                  <a:pt x="1654077" y="919330"/>
                </a:lnTo>
                <a:lnTo>
                  <a:pt x="1680757" y="918649"/>
                </a:lnTo>
                <a:lnTo>
                  <a:pt x="1707437" y="917189"/>
                </a:lnTo>
                <a:lnTo>
                  <a:pt x="1734117" y="915203"/>
                </a:lnTo>
                <a:lnTo>
                  <a:pt x="1760797" y="912941"/>
                </a:lnTo>
                <a:lnTo>
                  <a:pt x="1787478" y="910615"/>
                </a:lnTo>
                <a:lnTo>
                  <a:pt x="1814144" y="908380"/>
                </a:lnTo>
                <a:lnTo>
                  <a:pt x="1840824" y="906336"/>
                </a:lnTo>
                <a:lnTo>
                  <a:pt x="1867505" y="904541"/>
                </a:lnTo>
                <a:lnTo>
                  <a:pt x="1894185" y="903023"/>
                </a:lnTo>
                <a:lnTo>
                  <a:pt x="1920865" y="901803"/>
                </a:lnTo>
                <a:lnTo>
                  <a:pt x="1947545" y="900900"/>
                </a:lnTo>
                <a:lnTo>
                  <a:pt x="1974225" y="900334"/>
                </a:lnTo>
                <a:lnTo>
                  <a:pt x="2000905" y="900132"/>
                </a:lnTo>
                <a:lnTo>
                  <a:pt x="2027585" y="900318"/>
                </a:lnTo>
                <a:lnTo>
                  <a:pt x="2054252" y="900920"/>
                </a:lnTo>
                <a:lnTo>
                  <a:pt x="2080932" y="901960"/>
                </a:lnTo>
                <a:lnTo>
                  <a:pt x="2107612" y="903451"/>
                </a:lnTo>
                <a:lnTo>
                  <a:pt x="2134293" y="905398"/>
                </a:lnTo>
                <a:lnTo>
                  <a:pt x="2160973" y="907799"/>
                </a:lnTo>
                <a:lnTo>
                  <a:pt x="2187653" y="910640"/>
                </a:lnTo>
                <a:lnTo>
                  <a:pt x="2214333" y="913903"/>
                </a:lnTo>
                <a:lnTo>
                  <a:pt x="2241013" y="917556"/>
                </a:lnTo>
                <a:lnTo>
                  <a:pt x="2267693" y="921570"/>
                </a:lnTo>
                <a:lnTo>
                  <a:pt x="2294360" y="925907"/>
                </a:lnTo>
                <a:lnTo>
                  <a:pt x="2321040" y="930526"/>
                </a:lnTo>
                <a:lnTo>
                  <a:pt x="2347720" y="935389"/>
                </a:lnTo>
                <a:lnTo>
                  <a:pt x="2374400" y="940458"/>
                </a:lnTo>
                <a:lnTo>
                  <a:pt x="2401080" y="945697"/>
                </a:lnTo>
                <a:lnTo>
                  <a:pt x="2427760" y="951074"/>
                </a:lnTo>
                <a:lnTo>
                  <a:pt x="2454441" y="956563"/>
                </a:lnTo>
                <a:lnTo>
                  <a:pt x="2481121" y="962144"/>
                </a:lnTo>
                <a:lnTo>
                  <a:pt x="2507801" y="967801"/>
                </a:lnTo>
                <a:lnTo>
                  <a:pt x="2534481" y="973527"/>
                </a:lnTo>
                <a:lnTo>
                  <a:pt x="2561148" y="979321"/>
                </a:lnTo>
                <a:lnTo>
                  <a:pt x="2587828" y="985186"/>
                </a:lnTo>
                <a:lnTo>
                  <a:pt x="2614508" y="991133"/>
                </a:lnTo>
                <a:lnTo>
                  <a:pt x="2641188" y="997176"/>
                </a:lnTo>
                <a:lnTo>
                  <a:pt x="2641188" y="18562"/>
                </a:lnTo>
                <a:lnTo>
                  <a:pt x="2614508" y="29031"/>
                </a:lnTo>
                <a:lnTo>
                  <a:pt x="2587828" y="40131"/>
                </a:lnTo>
                <a:lnTo>
                  <a:pt x="2561148" y="51895"/>
                </a:lnTo>
                <a:lnTo>
                  <a:pt x="2534481" y="64340"/>
                </a:lnTo>
                <a:lnTo>
                  <a:pt x="2507801" y="77465"/>
                </a:lnTo>
                <a:lnTo>
                  <a:pt x="2481121" y="91249"/>
                </a:lnTo>
                <a:lnTo>
                  <a:pt x="2454441" y="105656"/>
                </a:lnTo>
                <a:lnTo>
                  <a:pt x="2427760" y="120626"/>
                </a:lnTo>
                <a:lnTo>
                  <a:pt x="2401080" y="136086"/>
                </a:lnTo>
                <a:lnTo>
                  <a:pt x="2374400" y="151941"/>
                </a:lnTo>
                <a:lnTo>
                  <a:pt x="2347720" y="168085"/>
                </a:lnTo>
                <a:lnTo>
                  <a:pt x="2321040" y="184395"/>
                </a:lnTo>
                <a:lnTo>
                  <a:pt x="2294360" y="200736"/>
                </a:lnTo>
                <a:lnTo>
                  <a:pt x="2267693" y="216969"/>
                </a:lnTo>
                <a:lnTo>
                  <a:pt x="2241013" y="232946"/>
                </a:lnTo>
                <a:lnTo>
                  <a:pt x="2214333" y="248521"/>
                </a:lnTo>
                <a:lnTo>
                  <a:pt x="2187653" y="263550"/>
                </a:lnTo>
                <a:lnTo>
                  <a:pt x="2160973" y="277895"/>
                </a:lnTo>
                <a:lnTo>
                  <a:pt x="2134293" y="291431"/>
                </a:lnTo>
                <a:lnTo>
                  <a:pt x="2107612" y="304047"/>
                </a:lnTo>
                <a:lnTo>
                  <a:pt x="2080932" y="315653"/>
                </a:lnTo>
                <a:lnTo>
                  <a:pt x="2054252" y="326180"/>
                </a:lnTo>
                <a:lnTo>
                  <a:pt x="2027585" y="335583"/>
                </a:lnTo>
                <a:lnTo>
                  <a:pt x="2000905" y="343842"/>
                </a:lnTo>
                <a:lnTo>
                  <a:pt x="1974225" y="350956"/>
                </a:lnTo>
                <a:lnTo>
                  <a:pt x="1947545" y="356945"/>
                </a:lnTo>
                <a:lnTo>
                  <a:pt x="1920865" y="361837"/>
                </a:lnTo>
                <a:lnTo>
                  <a:pt x="1894185" y="365670"/>
                </a:lnTo>
                <a:lnTo>
                  <a:pt x="1867505" y="368484"/>
                </a:lnTo>
                <a:lnTo>
                  <a:pt x="1840824" y="370331"/>
                </a:lnTo>
                <a:lnTo>
                  <a:pt x="1814144" y="371286"/>
                </a:lnTo>
                <a:lnTo>
                  <a:pt x="1787478" y="371466"/>
                </a:lnTo>
                <a:lnTo>
                  <a:pt x="1760797" y="371056"/>
                </a:lnTo>
                <a:lnTo>
                  <a:pt x="1734117" y="370337"/>
                </a:lnTo>
                <a:lnTo>
                  <a:pt x="1707437" y="369690"/>
                </a:lnTo>
                <a:lnTo>
                  <a:pt x="1680757" y="369592"/>
                </a:lnTo>
                <a:lnTo>
                  <a:pt x="1654077" y="370560"/>
                </a:lnTo>
                <a:lnTo>
                  <a:pt x="1627397" y="373086"/>
                </a:lnTo>
                <a:lnTo>
                  <a:pt x="1600717" y="377544"/>
                </a:lnTo>
                <a:lnTo>
                  <a:pt x="1574037" y="384108"/>
                </a:lnTo>
                <a:lnTo>
                  <a:pt x="1547370" y="392682"/>
                </a:lnTo>
                <a:lnTo>
                  <a:pt x="1520690" y="402897"/>
                </a:lnTo>
                <a:lnTo>
                  <a:pt x="1494010" y="414132"/>
                </a:lnTo>
                <a:lnTo>
                  <a:pt x="1467329" y="425598"/>
                </a:lnTo>
                <a:lnTo>
                  <a:pt x="1440649" y="436447"/>
                </a:lnTo>
                <a:lnTo>
                  <a:pt x="1413969" y="445892"/>
                </a:lnTo>
                <a:lnTo>
                  <a:pt x="1387289" y="453313"/>
                </a:lnTo>
                <a:lnTo>
                  <a:pt x="1360609" y="458279"/>
                </a:lnTo>
                <a:lnTo>
                  <a:pt x="1333929" y="460535"/>
                </a:lnTo>
                <a:lnTo>
                  <a:pt x="1307249" y="459911"/>
                </a:lnTo>
                <a:lnTo>
                  <a:pt x="1280582" y="456273"/>
                </a:lnTo>
                <a:lnTo>
                  <a:pt x="1253902" y="449510"/>
                </a:lnTo>
                <a:lnTo>
                  <a:pt x="1227222" y="439607"/>
                </a:lnTo>
                <a:lnTo>
                  <a:pt x="1200542" y="426752"/>
                </a:lnTo>
                <a:lnTo>
                  <a:pt x="1173861" y="411428"/>
                </a:lnTo>
                <a:lnTo>
                  <a:pt x="1147181" y="394423"/>
                </a:lnTo>
                <a:lnTo>
                  <a:pt x="1120501" y="376757"/>
                </a:lnTo>
                <a:lnTo>
                  <a:pt x="1093821" y="359520"/>
                </a:lnTo>
                <a:lnTo>
                  <a:pt x="1067141" y="343707"/>
                </a:lnTo>
                <a:lnTo>
                  <a:pt x="1040474" y="330076"/>
                </a:lnTo>
                <a:lnTo>
                  <a:pt x="1013794" y="319054"/>
                </a:lnTo>
                <a:lnTo>
                  <a:pt x="987114" y="310731"/>
                </a:lnTo>
                <a:lnTo>
                  <a:pt x="960434" y="304885"/>
                </a:lnTo>
                <a:lnTo>
                  <a:pt x="933754" y="301080"/>
                </a:lnTo>
                <a:lnTo>
                  <a:pt x="907075" y="298755"/>
                </a:lnTo>
                <a:lnTo>
                  <a:pt x="880396" y="297339"/>
                </a:lnTo>
                <a:lnTo>
                  <a:pt x="853717" y="296319"/>
                </a:lnTo>
                <a:lnTo>
                  <a:pt x="827038" y="295293"/>
                </a:lnTo>
                <a:lnTo>
                  <a:pt x="800360" y="293979"/>
                </a:lnTo>
                <a:lnTo>
                  <a:pt x="773681" y="292190"/>
                </a:lnTo>
                <a:lnTo>
                  <a:pt x="747002" y="289820"/>
                </a:lnTo>
                <a:lnTo>
                  <a:pt x="720323" y="286805"/>
                </a:lnTo>
                <a:lnTo>
                  <a:pt x="693646" y="283105"/>
                </a:lnTo>
                <a:lnTo>
                  <a:pt x="666967" y="278695"/>
                </a:lnTo>
                <a:lnTo>
                  <a:pt x="640288" y="273555"/>
                </a:lnTo>
                <a:lnTo>
                  <a:pt x="613610" y="267677"/>
                </a:lnTo>
                <a:lnTo>
                  <a:pt x="586931" y="261055"/>
                </a:lnTo>
                <a:lnTo>
                  <a:pt x="560252" y="253698"/>
                </a:lnTo>
                <a:lnTo>
                  <a:pt x="533573" y="245625"/>
                </a:lnTo>
                <a:lnTo>
                  <a:pt x="506894" y="236864"/>
                </a:lnTo>
                <a:lnTo>
                  <a:pt x="480216" y="227456"/>
                </a:lnTo>
                <a:lnTo>
                  <a:pt x="453537" y="217442"/>
                </a:lnTo>
                <a:lnTo>
                  <a:pt x="426858" y="206878"/>
                </a:lnTo>
                <a:lnTo>
                  <a:pt x="400179" y="195816"/>
                </a:lnTo>
                <a:lnTo>
                  <a:pt x="373500" y="184315"/>
                </a:lnTo>
                <a:lnTo>
                  <a:pt x="346823" y="172432"/>
                </a:lnTo>
                <a:lnTo>
                  <a:pt x="320144" y="160219"/>
                </a:lnTo>
                <a:lnTo>
                  <a:pt x="293465" y="147733"/>
                </a:lnTo>
                <a:lnTo>
                  <a:pt x="266787" y="135016"/>
                </a:lnTo>
                <a:lnTo>
                  <a:pt x="240108" y="122109"/>
                </a:lnTo>
                <a:lnTo>
                  <a:pt x="213429" y="109047"/>
                </a:lnTo>
                <a:lnTo>
                  <a:pt x="186750" y="95853"/>
                </a:lnTo>
                <a:lnTo>
                  <a:pt x="160071" y="82544"/>
                </a:lnTo>
                <a:lnTo>
                  <a:pt x="133393" y="69127"/>
                </a:lnTo>
                <a:lnTo>
                  <a:pt x="106714" y="55596"/>
                </a:lnTo>
                <a:lnTo>
                  <a:pt x="80035" y="41944"/>
                </a:lnTo>
                <a:lnTo>
                  <a:pt x="53356" y="28148"/>
                </a:lnTo>
                <a:lnTo>
                  <a:pt x="26677" y="14178"/>
                </a:lnTo>
                <a:lnTo>
                  <a:pt x="0" y="0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33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1A8609A6-BEFA-27D2-7A0B-E158CF243BB6}"/>
              </a:ext>
            </a:extLst>
          </p:cNvPr>
          <p:cNvSpPr/>
          <p:nvPr/>
        </p:nvSpPr>
        <p:spPr>
          <a:xfrm>
            <a:off x="4134523" y="3391299"/>
            <a:ext cx="2641187" cy="378776"/>
          </a:xfrm>
          <a:custGeom>
            <a:avLst/>
            <a:gdLst>
              <a:gd name="csX0" fmla="*/ 0 w 2641187"/>
              <a:gd name="csY0" fmla="*/ 378777 h 378776"/>
              <a:gd name="csX1" fmla="*/ 26677 w 2641187"/>
              <a:gd name="csY1" fmla="*/ 377475 h 378776"/>
              <a:gd name="csX2" fmla="*/ 53356 w 2641187"/>
              <a:gd name="csY2" fmla="*/ 375680 h 378776"/>
              <a:gd name="csX3" fmla="*/ 80035 w 2641187"/>
              <a:gd name="csY3" fmla="*/ 373394 h 378776"/>
              <a:gd name="csX4" fmla="*/ 106714 w 2641187"/>
              <a:gd name="csY4" fmla="*/ 370618 h 378776"/>
              <a:gd name="csX5" fmla="*/ 133393 w 2641187"/>
              <a:gd name="csY5" fmla="*/ 367360 h 378776"/>
              <a:gd name="csX6" fmla="*/ 160071 w 2641187"/>
              <a:gd name="csY6" fmla="*/ 363628 h 378776"/>
              <a:gd name="csX7" fmla="*/ 186750 w 2641187"/>
              <a:gd name="csY7" fmla="*/ 359437 h 378776"/>
              <a:gd name="csX8" fmla="*/ 213429 w 2641187"/>
              <a:gd name="csY8" fmla="*/ 354803 h 378776"/>
              <a:gd name="csX9" fmla="*/ 240108 w 2641187"/>
              <a:gd name="csY9" fmla="*/ 349745 h 378776"/>
              <a:gd name="csX10" fmla="*/ 266787 w 2641187"/>
              <a:gd name="csY10" fmla="*/ 344287 h 378776"/>
              <a:gd name="csX11" fmla="*/ 293465 w 2641187"/>
              <a:gd name="csY11" fmla="*/ 338453 h 378776"/>
              <a:gd name="csX12" fmla="*/ 320144 w 2641187"/>
              <a:gd name="csY12" fmla="*/ 332270 h 378776"/>
              <a:gd name="csX13" fmla="*/ 346823 w 2641187"/>
              <a:gd name="csY13" fmla="*/ 325769 h 378776"/>
              <a:gd name="csX14" fmla="*/ 373500 w 2641187"/>
              <a:gd name="csY14" fmla="*/ 318980 h 378776"/>
              <a:gd name="csX15" fmla="*/ 400179 w 2641187"/>
              <a:gd name="csY15" fmla="*/ 311939 h 378776"/>
              <a:gd name="csX16" fmla="*/ 426858 w 2641187"/>
              <a:gd name="csY16" fmla="*/ 304679 h 378776"/>
              <a:gd name="csX17" fmla="*/ 453537 w 2641187"/>
              <a:gd name="csY17" fmla="*/ 297233 h 378776"/>
              <a:gd name="csX18" fmla="*/ 480216 w 2641187"/>
              <a:gd name="csY18" fmla="*/ 289642 h 378776"/>
              <a:gd name="csX19" fmla="*/ 506894 w 2641187"/>
              <a:gd name="csY19" fmla="*/ 281937 h 378776"/>
              <a:gd name="csX20" fmla="*/ 533573 w 2641187"/>
              <a:gd name="csY20" fmla="*/ 274158 h 378776"/>
              <a:gd name="csX21" fmla="*/ 560252 w 2641187"/>
              <a:gd name="csY21" fmla="*/ 266336 h 378776"/>
              <a:gd name="csX22" fmla="*/ 586931 w 2641187"/>
              <a:gd name="csY22" fmla="*/ 258510 h 378776"/>
              <a:gd name="csX23" fmla="*/ 613610 w 2641187"/>
              <a:gd name="csY23" fmla="*/ 250712 h 378776"/>
              <a:gd name="csX24" fmla="*/ 640288 w 2641187"/>
              <a:gd name="csY24" fmla="*/ 242978 h 378776"/>
              <a:gd name="csX25" fmla="*/ 666967 w 2641187"/>
              <a:gd name="csY25" fmla="*/ 235341 h 378776"/>
              <a:gd name="csX26" fmla="*/ 693646 w 2641187"/>
              <a:gd name="csY26" fmla="*/ 227837 h 378776"/>
              <a:gd name="csX27" fmla="*/ 720323 w 2641187"/>
              <a:gd name="csY27" fmla="*/ 220501 h 378776"/>
              <a:gd name="csX28" fmla="*/ 747002 w 2641187"/>
              <a:gd name="csY28" fmla="*/ 213369 h 378776"/>
              <a:gd name="csX29" fmla="*/ 773681 w 2641187"/>
              <a:gd name="csY29" fmla="*/ 206488 h 378776"/>
              <a:gd name="csX30" fmla="*/ 800360 w 2641187"/>
              <a:gd name="csY30" fmla="*/ 199899 h 378776"/>
              <a:gd name="csX31" fmla="*/ 827038 w 2641187"/>
              <a:gd name="csY31" fmla="*/ 193661 h 378776"/>
              <a:gd name="csX32" fmla="*/ 853717 w 2641187"/>
              <a:gd name="csY32" fmla="*/ 187841 h 378776"/>
              <a:gd name="csX33" fmla="*/ 880396 w 2641187"/>
              <a:gd name="csY33" fmla="*/ 182521 h 378776"/>
              <a:gd name="csX34" fmla="*/ 907075 w 2641187"/>
              <a:gd name="csY34" fmla="*/ 177797 h 378776"/>
              <a:gd name="csX35" fmla="*/ 933754 w 2641187"/>
              <a:gd name="csY35" fmla="*/ 173776 h 378776"/>
              <a:gd name="csX36" fmla="*/ 960434 w 2641187"/>
              <a:gd name="csY36" fmla="*/ 170565 h 378776"/>
              <a:gd name="csX37" fmla="*/ 987114 w 2641187"/>
              <a:gd name="csY37" fmla="*/ 168250 h 378776"/>
              <a:gd name="csX38" fmla="*/ 1013794 w 2641187"/>
              <a:gd name="csY38" fmla="*/ 166884 h 378776"/>
              <a:gd name="csX39" fmla="*/ 1040474 w 2641187"/>
              <a:gd name="csY39" fmla="*/ 166461 h 378776"/>
              <a:gd name="csX40" fmla="*/ 1067141 w 2641187"/>
              <a:gd name="csY40" fmla="*/ 166909 h 378776"/>
              <a:gd name="csX41" fmla="*/ 1093821 w 2641187"/>
              <a:gd name="csY41" fmla="*/ 168081 h 378776"/>
              <a:gd name="csX42" fmla="*/ 1120501 w 2641187"/>
              <a:gd name="csY42" fmla="*/ 169765 h 378776"/>
              <a:gd name="csX43" fmla="*/ 1147181 w 2641187"/>
              <a:gd name="csY43" fmla="*/ 171700 h 378776"/>
              <a:gd name="csX44" fmla="*/ 1173861 w 2641187"/>
              <a:gd name="csY44" fmla="*/ 173608 h 378776"/>
              <a:gd name="csX45" fmla="*/ 1200542 w 2641187"/>
              <a:gd name="csY45" fmla="*/ 175226 h 378776"/>
              <a:gd name="csX46" fmla="*/ 1227222 w 2641187"/>
              <a:gd name="csY46" fmla="*/ 176330 h 378776"/>
              <a:gd name="csX47" fmla="*/ 1253902 w 2641187"/>
              <a:gd name="csY47" fmla="*/ 176763 h 378776"/>
              <a:gd name="csX48" fmla="*/ 1280582 w 2641187"/>
              <a:gd name="csY48" fmla="*/ 176431 h 378776"/>
              <a:gd name="csX49" fmla="*/ 1307249 w 2641187"/>
              <a:gd name="csY49" fmla="*/ 175293 h 378776"/>
              <a:gd name="csX50" fmla="*/ 1333929 w 2641187"/>
              <a:gd name="csY50" fmla="*/ 173361 h 378776"/>
              <a:gd name="csX51" fmla="*/ 1360609 w 2641187"/>
              <a:gd name="csY51" fmla="*/ 170685 h 378776"/>
              <a:gd name="csX52" fmla="*/ 1387289 w 2641187"/>
              <a:gd name="csY52" fmla="*/ 167365 h 378776"/>
              <a:gd name="csX53" fmla="*/ 1413969 w 2641187"/>
              <a:gd name="csY53" fmla="*/ 163553 h 378776"/>
              <a:gd name="csX54" fmla="*/ 1440649 w 2641187"/>
              <a:gd name="csY54" fmla="*/ 159446 h 378776"/>
              <a:gd name="csX55" fmla="*/ 1467329 w 2641187"/>
              <a:gd name="csY55" fmla="*/ 155267 h 378776"/>
              <a:gd name="csX56" fmla="*/ 1494010 w 2641187"/>
              <a:gd name="csY56" fmla="*/ 151243 h 378776"/>
              <a:gd name="csX57" fmla="*/ 1520690 w 2641187"/>
              <a:gd name="csY57" fmla="*/ 147567 h 378776"/>
              <a:gd name="csX58" fmla="*/ 1547370 w 2641187"/>
              <a:gd name="csY58" fmla="*/ 144380 h 378776"/>
              <a:gd name="csX59" fmla="*/ 1574037 w 2641187"/>
              <a:gd name="csY59" fmla="*/ 141758 h 378776"/>
              <a:gd name="csX60" fmla="*/ 1600717 w 2641187"/>
              <a:gd name="csY60" fmla="*/ 139712 h 378776"/>
              <a:gd name="csX61" fmla="*/ 1627397 w 2641187"/>
              <a:gd name="csY61" fmla="*/ 138185 h 378776"/>
              <a:gd name="csX62" fmla="*/ 1654077 w 2641187"/>
              <a:gd name="csY62" fmla="*/ 137075 h 378776"/>
              <a:gd name="csX63" fmla="*/ 1680757 w 2641187"/>
              <a:gd name="csY63" fmla="*/ 136251 h 378776"/>
              <a:gd name="csX64" fmla="*/ 1707437 w 2641187"/>
              <a:gd name="csY64" fmla="*/ 135570 h 378776"/>
              <a:gd name="csX65" fmla="*/ 1734117 w 2641187"/>
              <a:gd name="csY65" fmla="*/ 134900 h 378776"/>
              <a:gd name="csX66" fmla="*/ 1760797 w 2641187"/>
              <a:gd name="csY66" fmla="*/ 134129 h 378776"/>
              <a:gd name="csX67" fmla="*/ 1787478 w 2641187"/>
              <a:gd name="csY67" fmla="*/ 133171 h 378776"/>
              <a:gd name="csX68" fmla="*/ 1814144 w 2641187"/>
              <a:gd name="csY68" fmla="*/ 131963 h 378776"/>
              <a:gd name="csX69" fmla="*/ 1840824 w 2641187"/>
              <a:gd name="csY69" fmla="*/ 130464 h 378776"/>
              <a:gd name="csX70" fmla="*/ 1867505 w 2641187"/>
              <a:gd name="csY70" fmla="*/ 128642 h 378776"/>
              <a:gd name="csX71" fmla="*/ 1894185 w 2641187"/>
              <a:gd name="csY71" fmla="*/ 126477 h 378776"/>
              <a:gd name="csX72" fmla="*/ 1920865 w 2641187"/>
              <a:gd name="csY72" fmla="*/ 123951 h 378776"/>
              <a:gd name="csX73" fmla="*/ 1947545 w 2641187"/>
              <a:gd name="csY73" fmla="*/ 121053 h 378776"/>
              <a:gd name="csX74" fmla="*/ 1974225 w 2641187"/>
              <a:gd name="csY74" fmla="*/ 117776 h 378776"/>
              <a:gd name="csX75" fmla="*/ 2000905 w 2641187"/>
              <a:gd name="csY75" fmla="*/ 114117 h 378776"/>
              <a:gd name="csX76" fmla="*/ 2027585 w 2641187"/>
              <a:gd name="csY76" fmla="*/ 110080 h 378776"/>
              <a:gd name="csX77" fmla="*/ 2054252 w 2641187"/>
              <a:gd name="csY77" fmla="*/ 105680 h 378776"/>
              <a:gd name="csX78" fmla="*/ 2080932 w 2641187"/>
              <a:gd name="csY78" fmla="*/ 100938 h 378776"/>
              <a:gd name="csX79" fmla="*/ 2107612 w 2641187"/>
              <a:gd name="csY79" fmla="*/ 95880 h 378776"/>
              <a:gd name="csX80" fmla="*/ 2134293 w 2641187"/>
              <a:gd name="csY80" fmla="*/ 90545 h 378776"/>
              <a:gd name="csX81" fmla="*/ 2160973 w 2641187"/>
              <a:gd name="csY81" fmla="*/ 84977 h 378776"/>
              <a:gd name="csX82" fmla="*/ 2187653 w 2641187"/>
              <a:gd name="csY82" fmla="*/ 79225 h 378776"/>
              <a:gd name="csX83" fmla="*/ 2214333 w 2641187"/>
              <a:gd name="csY83" fmla="*/ 73342 h 378776"/>
              <a:gd name="csX84" fmla="*/ 2241013 w 2641187"/>
              <a:gd name="csY84" fmla="*/ 67381 h 378776"/>
              <a:gd name="csX85" fmla="*/ 2267693 w 2641187"/>
              <a:gd name="csY85" fmla="*/ 61400 h 378776"/>
              <a:gd name="csX86" fmla="*/ 2294360 w 2641187"/>
              <a:gd name="csY86" fmla="*/ 55451 h 378776"/>
              <a:gd name="csX87" fmla="*/ 2321040 w 2641187"/>
              <a:gd name="csY87" fmla="*/ 49591 h 378776"/>
              <a:gd name="csX88" fmla="*/ 2347720 w 2641187"/>
              <a:gd name="csY88" fmla="*/ 43868 h 378776"/>
              <a:gd name="csX89" fmla="*/ 2374400 w 2641187"/>
              <a:gd name="csY89" fmla="*/ 38330 h 378776"/>
              <a:gd name="csX90" fmla="*/ 2401080 w 2641187"/>
              <a:gd name="csY90" fmla="*/ 33022 h 378776"/>
              <a:gd name="csX91" fmla="*/ 2427760 w 2641187"/>
              <a:gd name="csY91" fmla="*/ 27980 h 378776"/>
              <a:gd name="csX92" fmla="*/ 2454441 w 2641187"/>
              <a:gd name="csY92" fmla="*/ 23239 h 378776"/>
              <a:gd name="csX93" fmla="*/ 2481121 w 2641187"/>
              <a:gd name="csY93" fmla="*/ 18826 h 378776"/>
              <a:gd name="csX94" fmla="*/ 2507801 w 2641187"/>
              <a:gd name="csY94" fmla="*/ 14763 h 378776"/>
              <a:gd name="csX95" fmla="*/ 2534481 w 2641187"/>
              <a:gd name="csY95" fmla="*/ 11063 h 378776"/>
              <a:gd name="csX96" fmla="*/ 2561148 w 2641187"/>
              <a:gd name="csY96" fmla="*/ 7738 h 378776"/>
              <a:gd name="csX97" fmla="*/ 2587828 w 2641187"/>
              <a:gd name="csY97" fmla="*/ 4788 h 378776"/>
              <a:gd name="csX98" fmla="*/ 2614508 w 2641187"/>
              <a:gd name="csY98" fmla="*/ 2212 h 378776"/>
              <a:gd name="csX99" fmla="*/ 2641188 w 2641187"/>
              <a:gd name="csY99" fmla="*/ 0 h 37877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641187" h="378776">
                <a:moveTo>
                  <a:pt x="0" y="378777"/>
                </a:moveTo>
                <a:lnTo>
                  <a:pt x="26677" y="377475"/>
                </a:lnTo>
                <a:lnTo>
                  <a:pt x="53356" y="375680"/>
                </a:lnTo>
                <a:lnTo>
                  <a:pt x="80035" y="373394"/>
                </a:lnTo>
                <a:lnTo>
                  <a:pt x="106714" y="370618"/>
                </a:lnTo>
                <a:lnTo>
                  <a:pt x="133393" y="367360"/>
                </a:lnTo>
                <a:lnTo>
                  <a:pt x="160071" y="363628"/>
                </a:lnTo>
                <a:lnTo>
                  <a:pt x="186750" y="359437"/>
                </a:lnTo>
                <a:lnTo>
                  <a:pt x="213429" y="354803"/>
                </a:lnTo>
                <a:lnTo>
                  <a:pt x="240108" y="349745"/>
                </a:lnTo>
                <a:lnTo>
                  <a:pt x="266787" y="344287"/>
                </a:lnTo>
                <a:lnTo>
                  <a:pt x="293465" y="338453"/>
                </a:lnTo>
                <a:lnTo>
                  <a:pt x="320144" y="332270"/>
                </a:lnTo>
                <a:lnTo>
                  <a:pt x="346823" y="325769"/>
                </a:lnTo>
                <a:lnTo>
                  <a:pt x="373500" y="318980"/>
                </a:lnTo>
                <a:lnTo>
                  <a:pt x="400179" y="311939"/>
                </a:lnTo>
                <a:lnTo>
                  <a:pt x="426858" y="304679"/>
                </a:lnTo>
                <a:lnTo>
                  <a:pt x="453537" y="297233"/>
                </a:lnTo>
                <a:lnTo>
                  <a:pt x="480216" y="289642"/>
                </a:lnTo>
                <a:lnTo>
                  <a:pt x="506894" y="281937"/>
                </a:lnTo>
                <a:lnTo>
                  <a:pt x="533573" y="274158"/>
                </a:lnTo>
                <a:lnTo>
                  <a:pt x="560252" y="266336"/>
                </a:lnTo>
                <a:lnTo>
                  <a:pt x="586931" y="258510"/>
                </a:lnTo>
                <a:lnTo>
                  <a:pt x="613610" y="250712"/>
                </a:lnTo>
                <a:lnTo>
                  <a:pt x="640288" y="242978"/>
                </a:lnTo>
                <a:lnTo>
                  <a:pt x="666967" y="235341"/>
                </a:lnTo>
                <a:lnTo>
                  <a:pt x="693646" y="227837"/>
                </a:lnTo>
                <a:lnTo>
                  <a:pt x="720323" y="220501"/>
                </a:lnTo>
                <a:lnTo>
                  <a:pt x="747002" y="213369"/>
                </a:lnTo>
                <a:lnTo>
                  <a:pt x="773681" y="206488"/>
                </a:lnTo>
                <a:lnTo>
                  <a:pt x="800360" y="199899"/>
                </a:lnTo>
                <a:lnTo>
                  <a:pt x="827038" y="193661"/>
                </a:lnTo>
                <a:lnTo>
                  <a:pt x="853717" y="187841"/>
                </a:lnTo>
                <a:lnTo>
                  <a:pt x="880396" y="182521"/>
                </a:lnTo>
                <a:lnTo>
                  <a:pt x="907075" y="177797"/>
                </a:lnTo>
                <a:lnTo>
                  <a:pt x="933754" y="173776"/>
                </a:lnTo>
                <a:lnTo>
                  <a:pt x="960434" y="170565"/>
                </a:lnTo>
                <a:lnTo>
                  <a:pt x="987114" y="168250"/>
                </a:lnTo>
                <a:lnTo>
                  <a:pt x="1013794" y="166884"/>
                </a:lnTo>
                <a:lnTo>
                  <a:pt x="1040474" y="166461"/>
                </a:lnTo>
                <a:lnTo>
                  <a:pt x="1067141" y="166909"/>
                </a:lnTo>
                <a:lnTo>
                  <a:pt x="1093821" y="168081"/>
                </a:lnTo>
                <a:lnTo>
                  <a:pt x="1120501" y="169765"/>
                </a:lnTo>
                <a:lnTo>
                  <a:pt x="1147181" y="171700"/>
                </a:lnTo>
                <a:lnTo>
                  <a:pt x="1173861" y="173608"/>
                </a:lnTo>
                <a:lnTo>
                  <a:pt x="1200542" y="175226"/>
                </a:lnTo>
                <a:lnTo>
                  <a:pt x="1227222" y="176330"/>
                </a:lnTo>
                <a:lnTo>
                  <a:pt x="1253902" y="176763"/>
                </a:lnTo>
                <a:lnTo>
                  <a:pt x="1280582" y="176431"/>
                </a:lnTo>
                <a:lnTo>
                  <a:pt x="1307249" y="175293"/>
                </a:lnTo>
                <a:lnTo>
                  <a:pt x="1333929" y="173361"/>
                </a:lnTo>
                <a:lnTo>
                  <a:pt x="1360609" y="170685"/>
                </a:lnTo>
                <a:lnTo>
                  <a:pt x="1387289" y="167365"/>
                </a:lnTo>
                <a:lnTo>
                  <a:pt x="1413969" y="163553"/>
                </a:lnTo>
                <a:lnTo>
                  <a:pt x="1440649" y="159446"/>
                </a:lnTo>
                <a:lnTo>
                  <a:pt x="1467329" y="155267"/>
                </a:lnTo>
                <a:lnTo>
                  <a:pt x="1494010" y="151243"/>
                </a:lnTo>
                <a:lnTo>
                  <a:pt x="1520690" y="147567"/>
                </a:lnTo>
                <a:lnTo>
                  <a:pt x="1547370" y="144380"/>
                </a:lnTo>
                <a:lnTo>
                  <a:pt x="1574037" y="141758"/>
                </a:lnTo>
                <a:lnTo>
                  <a:pt x="1600717" y="139712"/>
                </a:lnTo>
                <a:lnTo>
                  <a:pt x="1627397" y="138185"/>
                </a:lnTo>
                <a:lnTo>
                  <a:pt x="1654077" y="137075"/>
                </a:lnTo>
                <a:lnTo>
                  <a:pt x="1680757" y="136251"/>
                </a:lnTo>
                <a:lnTo>
                  <a:pt x="1707437" y="135570"/>
                </a:lnTo>
                <a:lnTo>
                  <a:pt x="1734117" y="134900"/>
                </a:lnTo>
                <a:lnTo>
                  <a:pt x="1760797" y="134129"/>
                </a:lnTo>
                <a:lnTo>
                  <a:pt x="1787478" y="133171"/>
                </a:lnTo>
                <a:lnTo>
                  <a:pt x="1814144" y="131963"/>
                </a:lnTo>
                <a:lnTo>
                  <a:pt x="1840824" y="130464"/>
                </a:lnTo>
                <a:lnTo>
                  <a:pt x="1867505" y="128642"/>
                </a:lnTo>
                <a:lnTo>
                  <a:pt x="1894185" y="126477"/>
                </a:lnTo>
                <a:lnTo>
                  <a:pt x="1920865" y="123951"/>
                </a:lnTo>
                <a:lnTo>
                  <a:pt x="1947545" y="121053"/>
                </a:lnTo>
                <a:lnTo>
                  <a:pt x="1974225" y="117776"/>
                </a:lnTo>
                <a:lnTo>
                  <a:pt x="2000905" y="114117"/>
                </a:lnTo>
                <a:lnTo>
                  <a:pt x="2027585" y="110080"/>
                </a:lnTo>
                <a:lnTo>
                  <a:pt x="2054252" y="105680"/>
                </a:lnTo>
                <a:lnTo>
                  <a:pt x="2080932" y="100938"/>
                </a:lnTo>
                <a:lnTo>
                  <a:pt x="2107612" y="95880"/>
                </a:lnTo>
                <a:lnTo>
                  <a:pt x="2134293" y="90545"/>
                </a:lnTo>
                <a:lnTo>
                  <a:pt x="2160973" y="84977"/>
                </a:lnTo>
                <a:lnTo>
                  <a:pt x="2187653" y="79225"/>
                </a:lnTo>
                <a:lnTo>
                  <a:pt x="2214333" y="73342"/>
                </a:lnTo>
                <a:lnTo>
                  <a:pt x="2241013" y="67381"/>
                </a:lnTo>
                <a:lnTo>
                  <a:pt x="2267693" y="61400"/>
                </a:lnTo>
                <a:lnTo>
                  <a:pt x="2294360" y="55451"/>
                </a:lnTo>
                <a:lnTo>
                  <a:pt x="2321040" y="49591"/>
                </a:lnTo>
                <a:lnTo>
                  <a:pt x="2347720" y="43868"/>
                </a:lnTo>
                <a:lnTo>
                  <a:pt x="2374400" y="38330"/>
                </a:lnTo>
                <a:lnTo>
                  <a:pt x="2401080" y="33022"/>
                </a:lnTo>
                <a:lnTo>
                  <a:pt x="2427760" y="27980"/>
                </a:lnTo>
                <a:lnTo>
                  <a:pt x="2454441" y="23239"/>
                </a:lnTo>
                <a:lnTo>
                  <a:pt x="2481121" y="18826"/>
                </a:lnTo>
                <a:lnTo>
                  <a:pt x="2507801" y="14763"/>
                </a:lnTo>
                <a:lnTo>
                  <a:pt x="2534481" y="11063"/>
                </a:lnTo>
                <a:lnTo>
                  <a:pt x="2561148" y="7738"/>
                </a:lnTo>
                <a:lnTo>
                  <a:pt x="2587828" y="4788"/>
                </a:lnTo>
                <a:lnTo>
                  <a:pt x="2614508" y="2212"/>
                </a:lnTo>
                <a:lnTo>
                  <a:pt x="2641188" y="0"/>
                </a:lnTo>
              </a:path>
            </a:pathLst>
          </a:custGeom>
          <a:noFill/>
          <a:ln w="15954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BFBE3DC5-DB26-49F1-18DA-A61037B3EC2D}"/>
              </a:ext>
            </a:extLst>
          </p:cNvPr>
          <p:cNvSpPr/>
          <p:nvPr/>
        </p:nvSpPr>
        <p:spPr>
          <a:xfrm>
            <a:off x="4134523" y="3117701"/>
            <a:ext cx="2641187" cy="852572"/>
          </a:xfrm>
          <a:custGeom>
            <a:avLst/>
            <a:gdLst>
              <a:gd name="csX0" fmla="*/ 0 w 2641187"/>
              <a:gd name="csY0" fmla="*/ 134546 h 852572"/>
              <a:gd name="csX1" fmla="*/ 26677 w 2641187"/>
              <a:gd name="csY1" fmla="*/ 167059 h 852572"/>
              <a:gd name="csX2" fmla="*/ 53356 w 2641187"/>
              <a:gd name="csY2" fmla="*/ 196940 h 852572"/>
              <a:gd name="csX3" fmla="*/ 80035 w 2641187"/>
              <a:gd name="csY3" fmla="*/ 224136 h 852572"/>
              <a:gd name="csX4" fmla="*/ 106714 w 2641187"/>
              <a:gd name="csY4" fmla="*/ 248625 h 852572"/>
              <a:gd name="csX5" fmla="*/ 133393 w 2641187"/>
              <a:gd name="csY5" fmla="*/ 270414 h 852572"/>
              <a:gd name="csX6" fmla="*/ 160071 w 2641187"/>
              <a:gd name="csY6" fmla="*/ 289539 h 852572"/>
              <a:gd name="csX7" fmla="*/ 186750 w 2641187"/>
              <a:gd name="csY7" fmla="*/ 306070 h 852572"/>
              <a:gd name="csX8" fmla="*/ 213429 w 2641187"/>
              <a:gd name="csY8" fmla="*/ 320100 h 852572"/>
              <a:gd name="csX9" fmla="*/ 240108 w 2641187"/>
              <a:gd name="csY9" fmla="*/ 331753 h 852572"/>
              <a:gd name="csX10" fmla="*/ 266787 w 2641187"/>
              <a:gd name="csY10" fmla="*/ 341180 h 852572"/>
              <a:gd name="csX11" fmla="*/ 293465 w 2641187"/>
              <a:gd name="csY11" fmla="*/ 348552 h 852572"/>
              <a:gd name="csX12" fmla="*/ 320144 w 2641187"/>
              <a:gd name="csY12" fmla="*/ 354066 h 852572"/>
              <a:gd name="csX13" fmla="*/ 346823 w 2641187"/>
              <a:gd name="csY13" fmla="*/ 357938 h 852572"/>
              <a:gd name="csX14" fmla="*/ 373500 w 2641187"/>
              <a:gd name="csY14" fmla="*/ 360396 h 852572"/>
              <a:gd name="csX15" fmla="*/ 400179 w 2641187"/>
              <a:gd name="csY15" fmla="*/ 361683 h 852572"/>
              <a:gd name="csX16" fmla="*/ 426858 w 2641187"/>
              <a:gd name="csY16" fmla="*/ 362054 h 852572"/>
              <a:gd name="csX17" fmla="*/ 453537 w 2641187"/>
              <a:gd name="csY17" fmla="*/ 361766 h 852572"/>
              <a:gd name="csX18" fmla="*/ 480216 w 2641187"/>
              <a:gd name="csY18" fmla="*/ 361078 h 852572"/>
              <a:gd name="csX19" fmla="*/ 506894 w 2641187"/>
              <a:gd name="csY19" fmla="*/ 360246 h 852572"/>
              <a:gd name="csX20" fmla="*/ 533573 w 2641187"/>
              <a:gd name="csY20" fmla="*/ 359519 h 852572"/>
              <a:gd name="csX21" fmla="*/ 560252 w 2641187"/>
              <a:gd name="csY21" fmla="*/ 359134 h 852572"/>
              <a:gd name="csX22" fmla="*/ 586931 w 2641187"/>
              <a:gd name="csY22" fmla="*/ 359307 h 852572"/>
              <a:gd name="csX23" fmla="*/ 613610 w 2641187"/>
              <a:gd name="csY23" fmla="*/ 360234 h 852572"/>
              <a:gd name="csX24" fmla="*/ 640288 w 2641187"/>
              <a:gd name="csY24" fmla="*/ 362080 h 852572"/>
              <a:gd name="csX25" fmla="*/ 666967 w 2641187"/>
              <a:gd name="csY25" fmla="*/ 364976 h 852572"/>
              <a:gd name="csX26" fmla="*/ 693646 w 2641187"/>
              <a:gd name="csY26" fmla="*/ 369012 h 852572"/>
              <a:gd name="csX27" fmla="*/ 720323 w 2641187"/>
              <a:gd name="csY27" fmla="*/ 374223 h 852572"/>
              <a:gd name="csX28" fmla="*/ 747002 w 2641187"/>
              <a:gd name="csY28" fmla="*/ 380588 h 852572"/>
              <a:gd name="csX29" fmla="*/ 773681 w 2641187"/>
              <a:gd name="csY29" fmla="*/ 388020 h 852572"/>
              <a:gd name="csX30" fmla="*/ 800360 w 2641187"/>
              <a:gd name="csY30" fmla="*/ 396350 h 852572"/>
              <a:gd name="csX31" fmla="*/ 827038 w 2641187"/>
              <a:gd name="csY31" fmla="*/ 405332 h 852572"/>
              <a:gd name="csX32" fmla="*/ 853717 w 2641187"/>
              <a:gd name="csY32" fmla="*/ 414626 h 852572"/>
              <a:gd name="csX33" fmla="*/ 880396 w 2641187"/>
              <a:gd name="csY33" fmla="*/ 423820 h 852572"/>
              <a:gd name="csX34" fmla="*/ 907075 w 2641187"/>
              <a:gd name="csY34" fmla="*/ 432436 h 852572"/>
              <a:gd name="csX35" fmla="*/ 933754 w 2641187"/>
              <a:gd name="csY35" fmla="*/ 439968 h 852572"/>
              <a:gd name="csX36" fmla="*/ 960434 w 2641187"/>
              <a:gd name="csY36" fmla="*/ 445932 h 852572"/>
              <a:gd name="csX37" fmla="*/ 987114 w 2641187"/>
              <a:gd name="csY37" fmla="*/ 449931 h 852572"/>
              <a:gd name="csX38" fmla="*/ 1013794 w 2641187"/>
              <a:gd name="csY38" fmla="*/ 451735 h 852572"/>
              <a:gd name="csX39" fmla="*/ 1040474 w 2641187"/>
              <a:gd name="csY39" fmla="*/ 451357 h 852572"/>
              <a:gd name="csX40" fmla="*/ 1067141 w 2641187"/>
              <a:gd name="csY40" fmla="*/ 449129 h 852572"/>
              <a:gd name="csX41" fmla="*/ 1093821 w 2641187"/>
              <a:gd name="csY41" fmla="*/ 445748 h 852572"/>
              <a:gd name="csX42" fmla="*/ 1120501 w 2641187"/>
              <a:gd name="csY42" fmla="*/ 442298 h 852572"/>
              <a:gd name="csX43" fmla="*/ 1147181 w 2641187"/>
              <a:gd name="csY43" fmla="*/ 440219 h 852572"/>
              <a:gd name="csX44" fmla="*/ 1173861 w 2641187"/>
              <a:gd name="csY44" fmla="*/ 441238 h 852572"/>
              <a:gd name="csX45" fmla="*/ 1200542 w 2641187"/>
              <a:gd name="csY45" fmla="*/ 447258 h 852572"/>
              <a:gd name="csX46" fmla="*/ 1227222 w 2641187"/>
              <a:gd name="csY46" fmla="*/ 460207 h 852572"/>
              <a:gd name="csX47" fmla="*/ 1253902 w 2641187"/>
              <a:gd name="csY47" fmla="*/ 481881 h 852572"/>
              <a:gd name="csX48" fmla="*/ 1280582 w 2641187"/>
              <a:gd name="csY48" fmla="*/ 513775 h 852572"/>
              <a:gd name="csX49" fmla="*/ 1307249 w 2641187"/>
              <a:gd name="csY49" fmla="*/ 556932 h 852572"/>
              <a:gd name="csX50" fmla="*/ 1333929 w 2641187"/>
              <a:gd name="csY50" fmla="*/ 611822 h 852572"/>
              <a:gd name="csX51" fmla="*/ 1360609 w 2641187"/>
              <a:gd name="csY51" fmla="*/ 673523 h 852572"/>
              <a:gd name="csX52" fmla="*/ 1387289 w 2641187"/>
              <a:gd name="csY52" fmla="*/ 707027 h 852572"/>
              <a:gd name="csX53" fmla="*/ 1413969 w 2641187"/>
              <a:gd name="csY53" fmla="*/ 729671 h 852572"/>
              <a:gd name="csX54" fmla="*/ 1440649 w 2641187"/>
              <a:gd name="csY54" fmla="*/ 752616 h 852572"/>
              <a:gd name="csX55" fmla="*/ 1467329 w 2641187"/>
              <a:gd name="csY55" fmla="*/ 775120 h 852572"/>
              <a:gd name="csX56" fmla="*/ 1494010 w 2641187"/>
              <a:gd name="csY56" fmla="*/ 796192 h 852572"/>
              <a:gd name="csX57" fmla="*/ 1520690 w 2641187"/>
              <a:gd name="csY57" fmla="*/ 814878 h 852572"/>
              <a:gd name="csX58" fmla="*/ 1547370 w 2641187"/>
              <a:gd name="csY58" fmla="*/ 830357 h 852572"/>
              <a:gd name="csX59" fmla="*/ 1574037 w 2641187"/>
              <a:gd name="csY59" fmla="*/ 841999 h 852572"/>
              <a:gd name="csX60" fmla="*/ 1600717 w 2641187"/>
              <a:gd name="csY60" fmla="*/ 849432 h 852572"/>
              <a:gd name="csX61" fmla="*/ 1627397 w 2641187"/>
              <a:gd name="csY61" fmla="*/ 852572 h 852572"/>
              <a:gd name="csX62" fmla="*/ 1654077 w 2641187"/>
              <a:gd name="csY62" fmla="*/ 851613 h 852572"/>
              <a:gd name="csX63" fmla="*/ 1680757 w 2641187"/>
              <a:gd name="csY63" fmla="*/ 847006 h 852572"/>
              <a:gd name="csX64" fmla="*/ 1707437 w 2641187"/>
              <a:gd name="csY64" fmla="*/ 839399 h 852572"/>
              <a:gd name="csX65" fmla="*/ 1734117 w 2641187"/>
              <a:gd name="csY65" fmla="*/ 829570 h 852572"/>
              <a:gd name="csX66" fmla="*/ 1760797 w 2641187"/>
              <a:gd name="csY66" fmla="*/ 818346 h 852572"/>
              <a:gd name="csX67" fmla="*/ 1787478 w 2641187"/>
              <a:gd name="csY67" fmla="*/ 806538 h 852572"/>
              <a:gd name="csX68" fmla="*/ 1814144 w 2641187"/>
              <a:gd name="csY68" fmla="*/ 794871 h 852572"/>
              <a:gd name="csX69" fmla="*/ 1840824 w 2641187"/>
              <a:gd name="csY69" fmla="*/ 783946 h 852572"/>
              <a:gd name="csX70" fmla="*/ 1867505 w 2641187"/>
              <a:gd name="csY70" fmla="*/ 774217 h 852572"/>
              <a:gd name="csX71" fmla="*/ 1894185 w 2641187"/>
              <a:gd name="csY71" fmla="*/ 765979 h 852572"/>
              <a:gd name="csX72" fmla="*/ 1920865 w 2641187"/>
              <a:gd name="csY72" fmla="*/ 759378 h 852572"/>
              <a:gd name="csX73" fmla="*/ 1947545 w 2641187"/>
              <a:gd name="csY73" fmla="*/ 754442 h 852572"/>
              <a:gd name="csX74" fmla="*/ 1974225 w 2641187"/>
              <a:gd name="csY74" fmla="*/ 751093 h 852572"/>
              <a:gd name="csX75" fmla="*/ 2000905 w 2641187"/>
              <a:gd name="csY75" fmla="*/ 749192 h 852572"/>
              <a:gd name="csX76" fmla="*/ 2027585 w 2641187"/>
              <a:gd name="csY76" fmla="*/ 748553 h 852572"/>
              <a:gd name="csX77" fmla="*/ 2054252 w 2641187"/>
              <a:gd name="csY77" fmla="*/ 748981 h 852572"/>
              <a:gd name="csX78" fmla="*/ 2080932 w 2641187"/>
              <a:gd name="csY78" fmla="*/ 750282 h 852572"/>
              <a:gd name="csX79" fmla="*/ 2107612 w 2641187"/>
              <a:gd name="csY79" fmla="*/ 752275 h 852572"/>
              <a:gd name="csX80" fmla="*/ 2134293 w 2641187"/>
              <a:gd name="csY80" fmla="*/ 754808 h 852572"/>
              <a:gd name="csX81" fmla="*/ 2160973 w 2641187"/>
              <a:gd name="csY81" fmla="*/ 757757 h 852572"/>
              <a:gd name="csX82" fmla="*/ 2187653 w 2641187"/>
              <a:gd name="csY82" fmla="*/ 761018 h 852572"/>
              <a:gd name="csX83" fmla="*/ 2214333 w 2641187"/>
              <a:gd name="csY83" fmla="*/ 764521 h 852572"/>
              <a:gd name="csX84" fmla="*/ 2241013 w 2641187"/>
              <a:gd name="csY84" fmla="*/ 768213 h 852572"/>
              <a:gd name="csX85" fmla="*/ 2267693 w 2641187"/>
              <a:gd name="csY85" fmla="*/ 772056 h 852572"/>
              <a:gd name="csX86" fmla="*/ 2294360 w 2641187"/>
              <a:gd name="csY86" fmla="*/ 776029 h 852572"/>
              <a:gd name="csX87" fmla="*/ 2321040 w 2641187"/>
              <a:gd name="csY87" fmla="*/ 780118 h 852572"/>
              <a:gd name="csX88" fmla="*/ 2347720 w 2641187"/>
              <a:gd name="csY88" fmla="*/ 784317 h 852572"/>
              <a:gd name="csX89" fmla="*/ 2374400 w 2641187"/>
              <a:gd name="csY89" fmla="*/ 788625 h 852572"/>
              <a:gd name="csX90" fmla="*/ 2401080 w 2641187"/>
              <a:gd name="csY90" fmla="*/ 793042 h 852572"/>
              <a:gd name="csX91" fmla="*/ 2427760 w 2641187"/>
              <a:gd name="csY91" fmla="*/ 797571 h 852572"/>
              <a:gd name="csX92" fmla="*/ 2454441 w 2641187"/>
              <a:gd name="csY92" fmla="*/ 802213 h 852572"/>
              <a:gd name="csX93" fmla="*/ 2481121 w 2641187"/>
              <a:gd name="csY93" fmla="*/ 806971 h 852572"/>
              <a:gd name="csX94" fmla="*/ 2507801 w 2641187"/>
              <a:gd name="csY94" fmla="*/ 811850 h 852572"/>
              <a:gd name="csX95" fmla="*/ 2534481 w 2641187"/>
              <a:gd name="csY95" fmla="*/ 816849 h 852572"/>
              <a:gd name="csX96" fmla="*/ 2561148 w 2641187"/>
              <a:gd name="csY96" fmla="*/ 821973 h 852572"/>
              <a:gd name="csX97" fmla="*/ 2587828 w 2641187"/>
              <a:gd name="csY97" fmla="*/ 827218 h 852572"/>
              <a:gd name="csX98" fmla="*/ 2614508 w 2641187"/>
              <a:gd name="csY98" fmla="*/ 832586 h 852572"/>
              <a:gd name="csX99" fmla="*/ 2641188 w 2641187"/>
              <a:gd name="csY99" fmla="*/ 838078 h 852572"/>
              <a:gd name="csX100" fmla="*/ 2641188 w 2641187"/>
              <a:gd name="csY100" fmla="*/ 710342 h 852572"/>
              <a:gd name="csX101" fmla="*/ 2614508 w 2641187"/>
              <a:gd name="csY101" fmla="*/ 704927 h 852572"/>
              <a:gd name="csX102" fmla="*/ 2587828 w 2641187"/>
              <a:gd name="csY102" fmla="*/ 699650 h 852572"/>
              <a:gd name="csX103" fmla="*/ 2561148 w 2641187"/>
              <a:gd name="csY103" fmla="*/ 694512 h 852572"/>
              <a:gd name="csX104" fmla="*/ 2534481 w 2641187"/>
              <a:gd name="csY104" fmla="*/ 689516 h 852572"/>
              <a:gd name="csX105" fmla="*/ 2507801 w 2641187"/>
              <a:gd name="csY105" fmla="*/ 684660 h 852572"/>
              <a:gd name="csX106" fmla="*/ 2481121 w 2641187"/>
              <a:gd name="csY106" fmla="*/ 679942 h 852572"/>
              <a:gd name="csX107" fmla="*/ 2454441 w 2641187"/>
              <a:gd name="csY107" fmla="*/ 675357 h 852572"/>
              <a:gd name="csX108" fmla="*/ 2427760 w 2641187"/>
              <a:gd name="csY108" fmla="*/ 670899 h 852572"/>
              <a:gd name="csX109" fmla="*/ 2401080 w 2641187"/>
              <a:gd name="csY109" fmla="*/ 666563 h 852572"/>
              <a:gd name="csX110" fmla="*/ 2374400 w 2641187"/>
              <a:gd name="csY110" fmla="*/ 662340 h 852572"/>
              <a:gd name="csX111" fmla="*/ 2347720 w 2641187"/>
              <a:gd name="csY111" fmla="*/ 658226 h 852572"/>
              <a:gd name="csX112" fmla="*/ 2321040 w 2641187"/>
              <a:gd name="csY112" fmla="*/ 654212 h 852572"/>
              <a:gd name="csX113" fmla="*/ 2294360 w 2641187"/>
              <a:gd name="csY113" fmla="*/ 650298 h 852572"/>
              <a:gd name="csX114" fmla="*/ 2267693 w 2641187"/>
              <a:gd name="csY114" fmla="*/ 646485 h 852572"/>
              <a:gd name="csX115" fmla="*/ 2241013 w 2641187"/>
              <a:gd name="csY115" fmla="*/ 642782 h 852572"/>
              <a:gd name="csX116" fmla="*/ 2214333 w 2641187"/>
              <a:gd name="csY116" fmla="*/ 639209 h 852572"/>
              <a:gd name="csX117" fmla="*/ 2187653 w 2641187"/>
              <a:gd name="csY117" fmla="*/ 635796 h 852572"/>
              <a:gd name="csX118" fmla="*/ 2160973 w 2641187"/>
              <a:gd name="csY118" fmla="*/ 632597 h 852572"/>
              <a:gd name="csX119" fmla="*/ 2134293 w 2641187"/>
              <a:gd name="csY119" fmla="*/ 629684 h 852572"/>
              <a:gd name="csX120" fmla="*/ 2107612 w 2641187"/>
              <a:gd name="csY120" fmla="*/ 627157 h 852572"/>
              <a:gd name="csX121" fmla="*/ 2080932 w 2641187"/>
              <a:gd name="csY121" fmla="*/ 625141 h 852572"/>
              <a:gd name="csX122" fmla="*/ 2054252 w 2641187"/>
              <a:gd name="csY122" fmla="*/ 623791 h 852572"/>
              <a:gd name="csX123" fmla="*/ 2027585 w 2641187"/>
              <a:gd name="csY123" fmla="*/ 623286 h 852572"/>
              <a:gd name="csX124" fmla="*/ 2000905 w 2641187"/>
              <a:gd name="csY124" fmla="*/ 623818 h 852572"/>
              <a:gd name="csX125" fmla="*/ 1974225 w 2641187"/>
              <a:gd name="csY125" fmla="*/ 625585 h 852572"/>
              <a:gd name="csX126" fmla="*/ 1947545 w 2641187"/>
              <a:gd name="csY126" fmla="*/ 628765 h 852572"/>
              <a:gd name="csX127" fmla="*/ 1920865 w 2641187"/>
              <a:gd name="csY127" fmla="*/ 633493 h 852572"/>
              <a:gd name="csX128" fmla="*/ 1894185 w 2641187"/>
              <a:gd name="csY128" fmla="*/ 639834 h 852572"/>
              <a:gd name="csX129" fmla="*/ 1867505 w 2641187"/>
              <a:gd name="csY129" fmla="*/ 647751 h 852572"/>
              <a:gd name="csX130" fmla="*/ 1840824 w 2641187"/>
              <a:gd name="csY130" fmla="*/ 657083 h 852572"/>
              <a:gd name="csX131" fmla="*/ 1814144 w 2641187"/>
              <a:gd name="csY131" fmla="*/ 667526 h 852572"/>
              <a:gd name="csX132" fmla="*/ 1787478 w 2641187"/>
              <a:gd name="csY132" fmla="*/ 678626 h 852572"/>
              <a:gd name="csX133" fmla="*/ 1760797 w 2641187"/>
              <a:gd name="csY133" fmla="*/ 689789 h 852572"/>
              <a:gd name="csX134" fmla="*/ 1734117 w 2641187"/>
              <a:gd name="csY134" fmla="*/ 700309 h 852572"/>
              <a:gd name="csX135" fmla="*/ 1707437 w 2641187"/>
              <a:gd name="csY135" fmla="*/ 709411 h 852572"/>
              <a:gd name="csX136" fmla="*/ 1680757 w 2641187"/>
              <a:gd name="csY136" fmla="*/ 716307 h 852572"/>
              <a:gd name="csX137" fmla="*/ 1654077 w 2641187"/>
              <a:gd name="csY137" fmla="*/ 720264 h 852572"/>
              <a:gd name="csX138" fmla="*/ 1627397 w 2641187"/>
              <a:gd name="csY138" fmla="*/ 720671 h 852572"/>
              <a:gd name="csX139" fmla="*/ 1600717 w 2641187"/>
              <a:gd name="csY139" fmla="*/ 717101 h 852572"/>
              <a:gd name="csX140" fmla="*/ 1574037 w 2641187"/>
              <a:gd name="csY140" fmla="*/ 709362 h 852572"/>
              <a:gd name="csX141" fmla="*/ 1547370 w 2641187"/>
              <a:gd name="csY141" fmla="*/ 697519 h 852572"/>
              <a:gd name="csX142" fmla="*/ 1520690 w 2641187"/>
              <a:gd name="csY142" fmla="*/ 681911 h 852572"/>
              <a:gd name="csX143" fmla="*/ 1494010 w 2641187"/>
              <a:gd name="csY143" fmla="*/ 663122 h 852572"/>
              <a:gd name="csX144" fmla="*/ 1467329 w 2641187"/>
              <a:gd name="csY144" fmla="*/ 641944 h 852572"/>
              <a:gd name="csX145" fmla="*/ 1440649 w 2641187"/>
              <a:gd name="csY145" fmla="*/ 619306 h 852572"/>
              <a:gd name="csX146" fmla="*/ 1413969 w 2641187"/>
              <a:gd name="csY146" fmla="*/ 596198 h 852572"/>
              <a:gd name="csX147" fmla="*/ 1387289 w 2641187"/>
              <a:gd name="csY147" fmla="*/ 572799 h 852572"/>
              <a:gd name="csX148" fmla="*/ 1360609 w 2641187"/>
              <a:gd name="csY148" fmla="*/ 525283 h 852572"/>
              <a:gd name="csX149" fmla="*/ 1333929 w 2641187"/>
              <a:gd name="csY149" fmla="*/ 461489 h 852572"/>
              <a:gd name="csX150" fmla="*/ 1307249 w 2641187"/>
              <a:gd name="csY150" fmla="*/ 408916 h 852572"/>
              <a:gd name="csX151" fmla="*/ 1280582 w 2641187"/>
              <a:gd name="csY151" fmla="*/ 367514 h 852572"/>
              <a:gd name="csX152" fmla="*/ 1253902 w 2641187"/>
              <a:gd name="csY152" fmla="*/ 336988 h 852572"/>
              <a:gd name="csX153" fmla="*/ 1227222 w 2641187"/>
              <a:gd name="csY153" fmla="*/ 316419 h 852572"/>
              <a:gd name="csX154" fmla="*/ 1200542 w 2641187"/>
              <a:gd name="csY154" fmla="*/ 304392 h 852572"/>
              <a:gd name="csX155" fmla="*/ 1173861 w 2641187"/>
              <a:gd name="csY155" fmla="*/ 299149 h 852572"/>
              <a:gd name="csX156" fmla="*/ 1147181 w 2641187"/>
              <a:gd name="csY156" fmla="*/ 298792 h 852572"/>
              <a:gd name="csX157" fmla="*/ 1120501 w 2641187"/>
              <a:gd name="csY157" fmla="*/ 301459 h 852572"/>
              <a:gd name="csX158" fmla="*/ 1093821 w 2641187"/>
              <a:gd name="csY158" fmla="*/ 305474 h 852572"/>
              <a:gd name="csX159" fmla="*/ 1067141 w 2641187"/>
              <a:gd name="csY159" fmla="*/ 309463 h 852572"/>
              <a:gd name="csX160" fmla="*/ 1040474 w 2641187"/>
              <a:gd name="csY160" fmla="*/ 312396 h 852572"/>
              <a:gd name="csX161" fmla="*/ 1013794 w 2641187"/>
              <a:gd name="csY161" fmla="*/ 313614 h 852572"/>
              <a:gd name="csX162" fmla="*/ 987114 w 2641187"/>
              <a:gd name="csY162" fmla="*/ 312792 h 852572"/>
              <a:gd name="csX163" fmla="*/ 960434 w 2641187"/>
              <a:gd name="csY163" fmla="*/ 309894 h 852572"/>
              <a:gd name="csX164" fmla="*/ 933754 w 2641187"/>
              <a:gd name="csY164" fmla="*/ 305102 h 852572"/>
              <a:gd name="csX165" fmla="*/ 907075 w 2641187"/>
              <a:gd name="csY165" fmla="*/ 298755 h 852572"/>
              <a:gd name="csX166" fmla="*/ 880396 w 2641187"/>
              <a:gd name="csY166" fmla="*/ 291279 h 852572"/>
              <a:gd name="csX167" fmla="*/ 853717 w 2641187"/>
              <a:gd name="csY167" fmla="*/ 283133 h 852572"/>
              <a:gd name="csX168" fmla="*/ 827038 w 2641187"/>
              <a:gd name="csY168" fmla="*/ 274764 h 852572"/>
              <a:gd name="csX169" fmla="*/ 800360 w 2641187"/>
              <a:gd name="csY169" fmla="*/ 266577 h 852572"/>
              <a:gd name="csX170" fmla="*/ 773681 w 2641187"/>
              <a:gd name="csY170" fmla="*/ 258913 h 852572"/>
              <a:gd name="csX171" fmla="*/ 747002 w 2641187"/>
              <a:gd name="csY171" fmla="*/ 252035 h 852572"/>
              <a:gd name="csX172" fmla="*/ 720323 w 2641187"/>
              <a:gd name="csY172" fmla="*/ 246131 h 852572"/>
              <a:gd name="csX173" fmla="*/ 693646 w 2641187"/>
              <a:gd name="csY173" fmla="*/ 241306 h 852572"/>
              <a:gd name="csX174" fmla="*/ 666967 w 2641187"/>
              <a:gd name="csY174" fmla="*/ 237594 h 852572"/>
              <a:gd name="csX175" fmla="*/ 640288 w 2641187"/>
              <a:gd name="csY175" fmla="*/ 234969 h 852572"/>
              <a:gd name="csX176" fmla="*/ 613610 w 2641187"/>
              <a:gd name="csY176" fmla="*/ 233343 h 852572"/>
              <a:gd name="csX177" fmla="*/ 586931 w 2641187"/>
              <a:gd name="csY177" fmla="*/ 232589 h 852572"/>
              <a:gd name="csX178" fmla="*/ 560252 w 2641187"/>
              <a:gd name="csY178" fmla="*/ 232536 h 852572"/>
              <a:gd name="csX179" fmla="*/ 533573 w 2641187"/>
              <a:gd name="csY179" fmla="*/ 232986 h 852572"/>
              <a:gd name="csX180" fmla="*/ 506894 w 2641187"/>
              <a:gd name="csY180" fmla="*/ 233716 h 852572"/>
              <a:gd name="csX181" fmla="*/ 480216 w 2641187"/>
              <a:gd name="csY181" fmla="*/ 234487 h 852572"/>
              <a:gd name="csX182" fmla="*/ 453537 w 2641187"/>
              <a:gd name="csY182" fmla="*/ 235052 h 852572"/>
              <a:gd name="csX183" fmla="*/ 426858 w 2641187"/>
              <a:gd name="csY183" fmla="*/ 235157 h 852572"/>
              <a:gd name="csX184" fmla="*/ 400179 w 2641187"/>
              <a:gd name="csY184" fmla="*/ 234544 h 852572"/>
              <a:gd name="csX185" fmla="*/ 373500 w 2641187"/>
              <a:gd name="csY185" fmla="*/ 232963 h 852572"/>
              <a:gd name="csX186" fmla="*/ 346823 w 2641187"/>
              <a:gd name="csY186" fmla="*/ 230167 h 852572"/>
              <a:gd name="csX187" fmla="*/ 320144 w 2641187"/>
              <a:gd name="csY187" fmla="*/ 225923 h 852572"/>
              <a:gd name="csX188" fmla="*/ 293465 w 2641187"/>
              <a:gd name="csY188" fmla="*/ 220009 h 852572"/>
              <a:gd name="csX189" fmla="*/ 266787 w 2641187"/>
              <a:gd name="csY189" fmla="*/ 212216 h 852572"/>
              <a:gd name="csX190" fmla="*/ 240108 w 2641187"/>
              <a:gd name="csY190" fmla="*/ 202358 h 852572"/>
              <a:gd name="csX191" fmla="*/ 213429 w 2641187"/>
              <a:gd name="csY191" fmla="*/ 190263 h 852572"/>
              <a:gd name="csX192" fmla="*/ 186750 w 2641187"/>
              <a:gd name="csY192" fmla="*/ 175783 h 852572"/>
              <a:gd name="csX193" fmla="*/ 160071 w 2641187"/>
              <a:gd name="csY193" fmla="*/ 158791 h 852572"/>
              <a:gd name="csX194" fmla="*/ 133393 w 2641187"/>
              <a:gd name="csY194" fmla="*/ 139182 h 852572"/>
              <a:gd name="csX195" fmla="*/ 106714 w 2641187"/>
              <a:gd name="csY195" fmla="*/ 116879 h 852572"/>
              <a:gd name="csX196" fmla="*/ 80035 w 2641187"/>
              <a:gd name="csY196" fmla="*/ 91824 h 852572"/>
              <a:gd name="csX197" fmla="*/ 53356 w 2641187"/>
              <a:gd name="csY197" fmla="*/ 63991 h 852572"/>
              <a:gd name="csX198" fmla="*/ 26677 w 2641187"/>
              <a:gd name="csY198" fmla="*/ 33375 h 852572"/>
              <a:gd name="csX199" fmla="*/ 0 w 2641187"/>
              <a:gd name="csY199" fmla="*/ 0 h 8525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641187" h="852572">
                <a:moveTo>
                  <a:pt x="0" y="134546"/>
                </a:moveTo>
                <a:lnTo>
                  <a:pt x="26677" y="167059"/>
                </a:lnTo>
                <a:lnTo>
                  <a:pt x="53356" y="196940"/>
                </a:lnTo>
                <a:lnTo>
                  <a:pt x="80035" y="224136"/>
                </a:lnTo>
                <a:lnTo>
                  <a:pt x="106714" y="248625"/>
                </a:lnTo>
                <a:lnTo>
                  <a:pt x="133393" y="270414"/>
                </a:lnTo>
                <a:lnTo>
                  <a:pt x="160071" y="289539"/>
                </a:lnTo>
                <a:lnTo>
                  <a:pt x="186750" y="306070"/>
                </a:lnTo>
                <a:lnTo>
                  <a:pt x="213429" y="320100"/>
                </a:lnTo>
                <a:lnTo>
                  <a:pt x="240108" y="331753"/>
                </a:lnTo>
                <a:lnTo>
                  <a:pt x="266787" y="341180"/>
                </a:lnTo>
                <a:lnTo>
                  <a:pt x="293465" y="348552"/>
                </a:lnTo>
                <a:lnTo>
                  <a:pt x="320144" y="354066"/>
                </a:lnTo>
                <a:lnTo>
                  <a:pt x="346823" y="357938"/>
                </a:lnTo>
                <a:lnTo>
                  <a:pt x="373500" y="360396"/>
                </a:lnTo>
                <a:lnTo>
                  <a:pt x="400179" y="361683"/>
                </a:lnTo>
                <a:lnTo>
                  <a:pt x="426858" y="362054"/>
                </a:lnTo>
                <a:lnTo>
                  <a:pt x="453537" y="361766"/>
                </a:lnTo>
                <a:lnTo>
                  <a:pt x="480216" y="361078"/>
                </a:lnTo>
                <a:lnTo>
                  <a:pt x="506894" y="360246"/>
                </a:lnTo>
                <a:lnTo>
                  <a:pt x="533573" y="359519"/>
                </a:lnTo>
                <a:lnTo>
                  <a:pt x="560252" y="359134"/>
                </a:lnTo>
                <a:lnTo>
                  <a:pt x="586931" y="359307"/>
                </a:lnTo>
                <a:lnTo>
                  <a:pt x="613610" y="360234"/>
                </a:lnTo>
                <a:lnTo>
                  <a:pt x="640288" y="362080"/>
                </a:lnTo>
                <a:lnTo>
                  <a:pt x="666967" y="364976"/>
                </a:lnTo>
                <a:lnTo>
                  <a:pt x="693646" y="369012"/>
                </a:lnTo>
                <a:lnTo>
                  <a:pt x="720323" y="374223"/>
                </a:lnTo>
                <a:lnTo>
                  <a:pt x="747002" y="380588"/>
                </a:lnTo>
                <a:lnTo>
                  <a:pt x="773681" y="388020"/>
                </a:lnTo>
                <a:lnTo>
                  <a:pt x="800360" y="396350"/>
                </a:lnTo>
                <a:lnTo>
                  <a:pt x="827038" y="405332"/>
                </a:lnTo>
                <a:lnTo>
                  <a:pt x="853717" y="414626"/>
                </a:lnTo>
                <a:lnTo>
                  <a:pt x="880396" y="423820"/>
                </a:lnTo>
                <a:lnTo>
                  <a:pt x="907075" y="432436"/>
                </a:lnTo>
                <a:lnTo>
                  <a:pt x="933754" y="439968"/>
                </a:lnTo>
                <a:lnTo>
                  <a:pt x="960434" y="445932"/>
                </a:lnTo>
                <a:lnTo>
                  <a:pt x="987114" y="449931"/>
                </a:lnTo>
                <a:lnTo>
                  <a:pt x="1013794" y="451735"/>
                </a:lnTo>
                <a:lnTo>
                  <a:pt x="1040474" y="451357"/>
                </a:lnTo>
                <a:lnTo>
                  <a:pt x="1067141" y="449129"/>
                </a:lnTo>
                <a:lnTo>
                  <a:pt x="1093821" y="445748"/>
                </a:lnTo>
                <a:lnTo>
                  <a:pt x="1120501" y="442298"/>
                </a:lnTo>
                <a:lnTo>
                  <a:pt x="1147181" y="440219"/>
                </a:lnTo>
                <a:lnTo>
                  <a:pt x="1173861" y="441238"/>
                </a:lnTo>
                <a:lnTo>
                  <a:pt x="1200542" y="447258"/>
                </a:lnTo>
                <a:lnTo>
                  <a:pt x="1227222" y="460207"/>
                </a:lnTo>
                <a:lnTo>
                  <a:pt x="1253902" y="481881"/>
                </a:lnTo>
                <a:lnTo>
                  <a:pt x="1280582" y="513775"/>
                </a:lnTo>
                <a:lnTo>
                  <a:pt x="1307249" y="556932"/>
                </a:lnTo>
                <a:lnTo>
                  <a:pt x="1333929" y="611822"/>
                </a:lnTo>
                <a:lnTo>
                  <a:pt x="1360609" y="673523"/>
                </a:lnTo>
                <a:lnTo>
                  <a:pt x="1387289" y="707027"/>
                </a:lnTo>
                <a:lnTo>
                  <a:pt x="1413969" y="729671"/>
                </a:lnTo>
                <a:lnTo>
                  <a:pt x="1440649" y="752616"/>
                </a:lnTo>
                <a:lnTo>
                  <a:pt x="1467329" y="775120"/>
                </a:lnTo>
                <a:lnTo>
                  <a:pt x="1494010" y="796192"/>
                </a:lnTo>
                <a:lnTo>
                  <a:pt x="1520690" y="814878"/>
                </a:lnTo>
                <a:lnTo>
                  <a:pt x="1547370" y="830357"/>
                </a:lnTo>
                <a:lnTo>
                  <a:pt x="1574037" y="841999"/>
                </a:lnTo>
                <a:lnTo>
                  <a:pt x="1600717" y="849432"/>
                </a:lnTo>
                <a:lnTo>
                  <a:pt x="1627397" y="852572"/>
                </a:lnTo>
                <a:lnTo>
                  <a:pt x="1654077" y="851613"/>
                </a:lnTo>
                <a:lnTo>
                  <a:pt x="1680757" y="847006"/>
                </a:lnTo>
                <a:lnTo>
                  <a:pt x="1707437" y="839399"/>
                </a:lnTo>
                <a:lnTo>
                  <a:pt x="1734117" y="829570"/>
                </a:lnTo>
                <a:lnTo>
                  <a:pt x="1760797" y="818346"/>
                </a:lnTo>
                <a:lnTo>
                  <a:pt x="1787478" y="806538"/>
                </a:lnTo>
                <a:lnTo>
                  <a:pt x="1814144" y="794871"/>
                </a:lnTo>
                <a:lnTo>
                  <a:pt x="1840824" y="783946"/>
                </a:lnTo>
                <a:lnTo>
                  <a:pt x="1867505" y="774217"/>
                </a:lnTo>
                <a:lnTo>
                  <a:pt x="1894185" y="765979"/>
                </a:lnTo>
                <a:lnTo>
                  <a:pt x="1920865" y="759378"/>
                </a:lnTo>
                <a:lnTo>
                  <a:pt x="1947545" y="754442"/>
                </a:lnTo>
                <a:lnTo>
                  <a:pt x="1974225" y="751093"/>
                </a:lnTo>
                <a:lnTo>
                  <a:pt x="2000905" y="749192"/>
                </a:lnTo>
                <a:lnTo>
                  <a:pt x="2027585" y="748553"/>
                </a:lnTo>
                <a:lnTo>
                  <a:pt x="2054252" y="748981"/>
                </a:lnTo>
                <a:lnTo>
                  <a:pt x="2080932" y="750282"/>
                </a:lnTo>
                <a:lnTo>
                  <a:pt x="2107612" y="752275"/>
                </a:lnTo>
                <a:lnTo>
                  <a:pt x="2134293" y="754808"/>
                </a:lnTo>
                <a:lnTo>
                  <a:pt x="2160973" y="757757"/>
                </a:lnTo>
                <a:lnTo>
                  <a:pt x="2187653" y="761018"/>
                </a:lnTo>
                <a:lnTo>
                  <a:pt x="2214333" y="764521"/>
                </a:lnTo>
                <a:lnTo>
                  <a:pt x="2241013" y="768213"/>
                </a:lnTo>
                <a:lnTo>
                  <a:pt x="2267693" y="772056"/>
                </a:lnTo>
                <a:lnTo>
                  <a:pt x="2294360" y="776029"/>
                </a:lnTo>
                <a:lnTo>
                  <a:pt x="2321040" y="780118"/>
                </a:lnTo>
                <a:lnTo>
                  <a:pt x="2347720" y="784317"/>
                </a:lnTo>
                <a:lnTo>
                  <a:pt x="2374400" y="788625"/>
                </a:lnTo>
                <a:lnTo>
                  <a:pt x="2401080" y="793042"/>
                </a:lnTo>
                <a:lnTo>
                  <a:pt x="2427760" y="797571"/>
                </a:lnTo>
                <a:lnTo>
                  <a:pt x="2454441" y="802213"/>
                </a:lnTo>
                <a:lnTo>
                  <a:pt x="2481121" y="806971"/>
                </a:lnTo>
                <a:lnTo>
                  <a:pt x="2507801" y="811850"/>
                </a:lnTo>
                <a:lnTo>
                  <a:pt x="2534481" y="816849"/>
                </a:lnTo>
                <a:lnTo>
                  <a:pt x="2561148" y="821973"/>
                </a:lnTo>
                <a:lnTo>
                  <a:pt x="2587828" y="827218"/>
                </a:lnTo>
                <a:lnTo>
                  <a:pt x="2614508" y="832586"/>
                </a:lnTo>
                <a:lnTo>
                  <a:pt x="2641188" y="838078"/>
                </a:lnTo>
                <a:lnTo>
                  <a:pt x="2641188" y="710342"/>
                </a:lnTo>
                <a:lnTo>
                  <a:pt x="2614508" y="704927"/>
                </a:lnTo>
                <a:lnTo>
                  <a:pt x="2587828" y="699650"/>
                </a:lnTo>
                <a:lnTo>
                  <a:pt x="2561148" y="694512"/>
                </a:lnTo>
                <a:lnTo>
                  <a:pt x="2534481" y="689516"/>
                </a:lnTo>
                <a:lnTo>
                  <a:pt x="2507801" y="684660"/>
                </a:lnTo>
                <a:lnTo>
                  <a:pt x="2481121" y="679942"/>
                </a:lnTo>
                <a:lnTo>
                  <a:pt x="2454441" y="675357"/>
                </a:lnTo>
                <a:lnTo>
                  <a:pt x="2427760" y="670899"/>
                </a:lnTo>
                <a:lnTo>
                  <a:pt x="2401080" y="666563"/>
                </a:lnTo>
                <a:lnTo>
                  <a:pt x="2374400" y="662340"/>
                </a:lnTo>
                <a:lnTo>
                  <a:pt x="2347720" y="658226"/>
                </a:lnTo>
                <a:lnTo>
                  <a:pt x="2321040" y="654212"/>
                </a:lnTo>
                <a:lnTo>
                  <a:pt x="2294360" y="650298"/>
                </a:lnTo>
                <a:lnTo>
                  <a:pt x="2267693" y="646485"/>
                </a:lnTo>
                <a:lnTo>
                  <a:pt x="2241013" y="642782"/>
                </a:lnTo>
                <a:lnTo>
                  <a:pt x="2214333" y="639209"/>
                </a:lnTo>
                <a:lnTo>
                  <a:pt x="2187653" y="635796"/>
                </a:lnTo>
                <a:lnTo>
                  <a:pt x="2160973" y="632597"/>
                </a:lnTo>
                <a:lnTo>
                  <a:pt x="2134293" y="629684"/>
                </a:lnTo>
                <a:lnTo>
                  <a:pt x="2107612" y="627157"/>
                </a:lnTo>
                <a:lnTo>
                  <a:pt x="2080932" y="625141"/>
                </a:lnTo>
                <a:lnTo>
                  <a:pt x="2054252" y="623791"/>
                </a:lnTo>
                <a:lnTo>
                  <a:pt x="2027585" y="623286"/>
                </a:lnTo>
                <a:lnTo>
                  <a:pt x="2000905" y="623818"/>
                </a:lnTo>
                <a:lnTo>
                  <a:pt x="1974225" y="625585"/>
                </a:lnTo>
                <a:lnTo>
                  <a:pt x="1947545" y="628765"/>
                </a:lnTo>
                <a:lnTo>
                  <a:pt x="1920865" y="633493"/>
                </a:lnTo>
                <a:lnTo>
                  <a:pt x="1894185" y="639834"/>
                </a:lnTo>
                <a:lnTo>
                  <a:pt x="1867505" y="647751"/>
                </a:lnTo>
                <a:lnTo>
                  <a:pt x="1840824" y="657083"/>
                </a:lnTo>
                <a:lnTo>
                  <a:pt x="1814144" y="667526"/>
                </a:lnTo>
                <a:lnTo>
                  <a:pt x="1787478" y="678626"/>
                </a:lnTo>
                <a:lnTo>
                  <a:pt x="1760797" y="689789"/>
                </a:lnTo>
                <a:lnTo>
                  <a:pt x="1734117" y="700309"/>
                </a:lnTo>
                <a:lnTo>
                  <a:pt x="1707437" y="709411"/>
                </a:lnTo>
                <a:lnTo>
                  <a:pt x="1680757" y="716307"/>
                </a:lnTo>
                <a:lnTo>
                  <a:pt x="1654077" y="720264"/>
                </a:lnTo>
                <a:lnTo>
                  <a:pt x="1627397" y="720671"/>
                </a:lnTo>
                <a:lnTo>
                  <a:pt x="1600717" y="717101"/>
                </a:lnTo>
                <a:lnTo>
                  <a:pt x="1574037" y="709362"/>
                </a:lnTo>
                <a:lnTo>
                  <a:pt x="1547370" y="697519"/>
                </a:lnTo>
                <a:lnTo>
                  <a:pt x="1520690" y="681911"/>
                </a:lnTo>
                <a:lnTo>
                  <a:pt x="1494010" y="663122"/>
                </a:lnTo>
                <a:lnTo>
                  <a:pt x="1467329" y="641944"/>
                </a:lnTo>
                <a:lnTo>
                  <a:pt x="1440649" y="619306"/>
                </a:lnTo>
                <a:lnTo>
                  <a:pt x="1413969" y="596198"/>
                </a:lnTo>
                <a:lnTo>
                  <a:pt x="1387289" y="572799"/>
                </a:lnTo>
                <a:lnTo>
                  <a:pt x="1360609" y="525283"/>
                </a:lnTo>
                <a:lnTo>
                  <a:pt x="1333929" y="461489"/>
                </a:lnTo>
                <a:lnTo>
                  <a:pt x="1307249" y="408916"/>
                </a:lnTo>
                <a:lnTo>
                  <a:pt x="1280582" y="367514"/>
                </a:lnTo>
                <a:lnTo>
                  <a:pt x="1253902" y="336988"/>
                </a:lnTo>
                <a:lnTo>
                  <a:pt x="1227222" y="316419"/>
                </a:lnTo>
                <a:lnTo>
                  <a:pt x="1200542" y="304392"/>
                </a:lnTo>
                <a:lnTo>
                  <a:pt x="1173861" y="299149"/>
                </a:lnTo>
                <a:lnTo>
                  <a:pt x="1147181" y="298792"/>
                </a:lnTo>
                <a:lnTo>
                  <a:pt x="1120501" y="301459"/>
                </a:lnTo>
                <a:lnTo>
                  <a:pt x="1093821" y="305474"/>
                </a:lnTo>
                <a:lnTo>
                  <a:pt x="1067141" y="309463"/>
                </a:lnTo>
                <a:lnTo>
                  <a:pt x="1040474" y="312396"/>
                </a:lnTo>
                <a:lnTo>
                  <a:pt x="1013794" y="313614"/>
                </a:lnTo>
                <a:lnTo>
                  <a:pt x="987114" y="312792"/>
                </a:lnTo>
                <a:lnTo>
                  <a:pt x="960434" y="309894"/>
                </a:lnTo>
                <a:lnTo>
                  <a:pt x="933754" y="305102"/>
                </a:lnTo>
                <a:lnTo>
                  <a:pt x="907075" y="298755"/>
                </a:lnTo>
                <a:lnTo>
                  <a:pt x="880396" y="291279"/>
                </a:lnTo>
                <a:lnTo>
                  <a:pt x="853717" y="283133"/>
                </a:lnTo>
                <a:lnTo>
                  <a:pt x="827038" y="274764"/>
                </a:lnTo>
                <a:lnTo>
                  <a:pt x="800360" y="266577"/>
                </a:lnTo>
                <a:lnTo>
                  <a:pt x="773681" y="258913"/>
                </a:lnTo>
                <a:lnTo>
                  <a:pt x="747002" y="252035"/>
                </a:lnTo>
                <a:lnTo>
                  <a:pt x="720323" y="246131"/>
                </a:lnTo>
                <a:lnTo>
                  <a:pt x="693646" y="241306"/>
                </a:lnTo>
                <a:lnTo>
                  <a:pt x="666967" y="237594"/>
                </a:lnTo>
                <a:lnTo>
                  <a:pt x="640288" y="234969"/>
                </a:lnTo>
                <a:lnTo>
                  <a:pt x="613610" y="233343"/>
                </a:lnTo>
                <a:lnTo>
                  <a:pt x="586931" y="232589"/>
                </a:lnTo>
                <a:lnTo>
                  <a:pt x="560252" y="232536"/>
                </a:lnTo>
                <a:lnTo>
                  <a:pt x="533573" y="232986"/>
                </a:lnTo>
                <a:lnTo>
                  <a:pt x="506894" y="233716"/>
                </a:lnTo>
                <a:lnTo>
                  <a:pt x="480216" y="234487"/>
                </a:lnTo>
                <a:lnTo>
                  <a:pt x="453537" y="235052"/>
                </a:lnTo>
                <a:lnTo>
                  <a:pt x="426858" y="235157"/>
                </a:lnTo>
                <a:lnTo>
                  <a:pt x="400179" y="234544"/>
                </a:lnTo>
                <a:lnTo>
                  <a:pt x="373500" y="232963"/>
                </a:lnTo>
                <a:lnTo>
                  <a:pt x="346823" y="230167"/>
                </a:lnTo>
                <a:lnTo>
                  <a:pt x="320144" y="225923"/>
                </a:lnTo>
                <a:lnTo>
                  <a:pt x="293465" y="220009"/>
                </a:lnTo>
                <a:lnTo>
                  <a:pt x="266787" y="212216"/>
                </a:lnTo>
                <a:lnTo>
                  <a:pt x="240108" y="202358"/>
                </a:lnTo>
                <a:lnTo>
                  <a:pt x="213429" y="190263"/>
                </a:lnTo>
                <a:lnTo>
                  <a:pt x="186750" y="175783"/>
                </a:lnTo>
                <a:lnTo>
                  <a:pt x="160071" y="158791"/>
                </a:lnTo>
                <a:lnTo>
                  <a:pt x="133393" y="139182"/>
                </a:lnTo>
                <a:lnTo>
                  <a:pt x="106714" y="116879"/>
                </a:lnTo>
                <a:lnTo>
                  <a:pt x="80035" y="91824"/>
                </a:lnTo>
                <a:lnTo>
                  <a:pt x="53356" y="63991"/>
                </a:lnTo>
                <a:lnTo>
                  <a:pt x="26677" y="33375"/>
                </a:lnTo>
                <a:lnTo>
                  <a:pt x="0" y="0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33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AC6807A7-9E45-BFF3-6BCE-79410CA06ACE}"/>
              </a:ext>
            </a:extLst>
          </p:cNvPr>
          <p:cNvSpPr/>
          <p:nvPr/>
        </p:nvSpPr>
        <p:spPr>
          <a:xfrm>
            <a:off x="4134523" y="3184973"/>
            <a:ext cx="2641187" cy="719348"/>
          </a:xfrm>
          <a:custGeom>
            <a:avLst/>
            <a:gdLst>
              <a:gd name="csX0" fmla="*/ 0 w 2641187"/>
              <a:gd name="csY0" fmla="*/ 0 h 719348"/>
              <a:gd name="csX1" fmla="*/ 26677 w 2641187"/>
              <a:gd name="csY1" fmla="*/ 32945 h 719348"/>
              <a:gd name="csX2" fmla="*/ 53356 w 2641187"/>
              <a:gd name="csY2" fmla="*/ 63193 h 719348"/>
              <a:gd name="csX3" fmla="*/ 80035 w 2641187"/>
              <a:gd name="csY3" fmla="*/ 90708 h 719348"/>
              <a:gd name="csX4" fmla="*/ 106714 w 2641187"/>
              <a:gd name="csY4" fmla="*/ 115480 h 719348"/>
              <a:gd name="csX5" fmla="*/ 133393 w 2641187"/>
              <a:gd name="csY5" fmla="*/ 137526 h 719348"/>
              <a:gd name="csX6" fmla="*/ 160071 w 2641187"/>
              <a:gd name="csY6" fmla="*/ 156893 h 719348"/>
              <a:gd name="csX7" fmla="*/ 186750 w 2641187"/>
              <a:gd name="csY7" fmla="*/ 173655 h 719348"/>
              <a:gd name="csX8" fmla="*/ 213429 w 2641187"/>
              <a:gd name="csY8" fmla="*/ 187909 h 719348"/>
              <a:gd name="csX9" fmla="*/ 240108 w 2641187"/>
              <a:gd name="csY9" fmla="*/ 199783 h 719348"/>
              <a:gd name="csX10" fmla="*/ 266787 w 2641187"/>
              <a:gd name="csY10" fmla="*/ 209426 h 719348"/>
              <a:gd name="csX11" fmla="*/ 293465 w 2641187"/>
              <a:gd name="csY11" fmla="*/ 217008 h 719348"/>
              <a:gd name="csX12" fmla="*/ 320144 w 2641187"/>
              <a:gd name="csY12" fmla="*/ 222723 h 719348"/>
              <a:gd name="csX13" fmla="*/ 346823 w 2641187"/>
              <a:gd name="csY13" fmla="*/ 226780 h 719348"/>
              <a:gd name="csX14" fmla="*/ 373500 w 2641187"/>
              <a:gd name="csY14" fmla="*/ 229407 h 719348"/>
              <a:gd name="csX15" fmla="*/ 400179 w 2641187"/>
              <a:gd name="csY15" fmla="*/ 230842 h 719348"/>
              <a:gd name="csX16" fmla="*/ 426858 w 2641187"/>
              <a:gd name="csY16" fmla="*/ 231334 h 719348"/>
              <a:gd name="csX17" fmla="*/ 453537 w 2641187"/>
              <a:gd name="csY17" fmla="*/ 231137 h 719348"/>
              <a:gd name="csX18" fmla="*/ 480216 w 2641187"/>
              <a:gd name="csY18" fmla="*/ 230510 h 719348"/>
              <a:gd name="csX19" fmla="*/ 506894 w 2641187"/>
              <a:gd name="csY19" fmla="*/ 229708 h 719348"/>
              <a:gd name="csX20" fmla="*/ 533573 w 2641187"/>
              <a:gd name="csY20" fmla="*/ 228980 h 719348"/>
              <a:gd name="csX21" fmla="*/ 560252 w 2641187"/>
              <a:gd name="csY21" fmla="*/ 228562 h 719348"/>
              <a:gd name="csX22" fmla="*/ 586931 w 2641187"/>
              <a:gd name="csY22" fmla="*/ 228676 h 719348"/>
              <a:gd name="csX23" fmla="*/ 613610 w 2641187"/>
              <a:gd name="csY23" fmla="*/ 229517 h 719348"/>
              <a:gd name="csX24" fmla="*/ 640288 w 2641187"/>
              <a:gd name="csY24" fmla="*/ 231253 h 719348"/>
              <a:gd name="csX25" fmla="*/ 666967 w 2641187"/>
              <a:gd name="csY25" fmla="*/ 234014 h 719348"/>
              <a:gd name="csX26" fmla="*/ 693646 w 2641187"/>
              <a:gd name="csY26" fmla="*/ 237887 h 719348"/>
              <a:gd name="csX27" fmla="*/ 720323 w 2641187"/>
              <a:gd name="csY27" fmla="*/ 242905 h 719348"/>
              <a:gd name="csX28" fmla="*/ 747002 w 2641187"/>
              <a:gd name="csY28" fmla="*/ 249040 h 719348"/>
              <a:gd name="csX29" fmla="*/ 773681 w 2641187"/>
              <a:gd name="csY29" fmla="*/ 256194 h 719348"/>
              <a:gd name="csX30" fmla="*/ 800360 w 2641187"/>
              <a:gd name="csY30" fmla="*/ 264192 h 719348"/>
              <a:gd name="csX31" fmla="*/ 827038 w 2641187"/>
              <a:gd name="csY31" fmla="*/ 272776 h 719348"/>
              <a:gd name="csX32" fmla="*/ 853717 w 2641187"/>
              <a:gd name="csY32" fmla="*/ 281607 h 719348"/>
              <a:gd name="csX33" fmla="*/ 880396 w 2641187"/>
              <a:gd name="csY33" fmla="*/ 290277 h 719348"/>
              <a:gd name="csX34" fmla="*/ 907075 w 2641187"/>
              <a:gd name="csY34" fmla="*/ 298323 h 719348"/>
              <a:gd name="csX35" fmla="*/ 933754 w 2641187"/>
              <a:gd name="csY35" fmla="*/ 305263 h 719348"/>
              <a:gd name="csX36" fmla="*/ 960434 w 2641187"/>
              <a:gd name="csY36" fmla="*/ 310640 h 719348"/>
              <a:gd name="csX37" fmla="*/ 987114 w 2641187"/>
              <a:gd name="csY37" fmla="*/ 314090 h 719348"/>
              <a:gd name="csX38" fmla="*/ 1013794 w 2641187"/>
              <a:gd name="csY38" fmla="*/ 315403 h 719348"/>
              <a:gd name="csX39" fmla="*/ 1040474 w 2641187"/>
              <a:gd name="csY39" fmla="*/ 314605 h 719348"/>
              <a:gd name="csX40" fmla="*/ 1067141 w 2641187"/>
              <a:gd name="csY40" fmla="*/ 312023 h 719348"/>
              <a:gd name="csX41" fmla="*/ 1093821 w 2641187"/>
              <a:gd name="csY41" fmla="*/ 308339 h 719348"/>
              <a:gd name="csX42" fmla="*/ 1120501 w 2641187"/>
              <a:gd name="csY42" fmla="*/ 304606 h 719348"/>
              <a:gd name="csX43" fmla="*/ 1147181 w 2641187"/>
              <a:gd name="csY43" fmla="*/ 302233 h 719348"/>
              <a:gd name="csX44" fmla="*/ 1173861 w 2641187"/>
              <a:gd name="csY44" fmla="*/ 302921 h 719348"/>
              <a:gd name="csX45" fmla="*/ 1200542 w 2641187"/>
              <a:gd name="csY45" fmla="*/ 308552 h 719348"/>
              <a:gd name="csX46" fmla="*/ 1227222 w 2641187"/>
              <a:gd name="csY46" fmla="*/ 321041 h 719348"/>
              <a:gd name="csX47" fmla="*/ 1253902 w 2641187"/>
              <a:gd name="csY47" fmla="*/ 342163 h 719348"/>
              <a:gd name="csX48" fmla="*/ 1280582 w 2641187"/>
              <a:gd name="csY48" fmla="*/ 373373 h 719348"/>
              <a:gd name="csX49" fmla="*/ 1307249 w 2641187"/>
              <a:gd name="csY49" fmla="*/ 415653 h 719348"/>
              <a:gd name="csX50" fmla="*/ 1333929 w 2641187"/>
              <a:gd name="csY50" fmla="*/ 469383 h 719348"/>
              <a:gd name="csX51" fmla="*/ 1360609 w 2641187"/>
              <a:gd name="csY51" fmla="*/ 532130 h 719348"/>
              <a:gd name="csX52" fmla="*/ 1387289 w 2641187"/>
              <a:gd name="csY52" fmla="*/ 572641 h 719348"/>
              <a:gd name="csX53" fmla="*/ 1413969 w 2641187"/>
              <a:gd name="csY53" fmla="*/ 595662 h 719348"/>
              <a:gd name="csX54" fmla="*/ 1440649 w 2641187"/>
              <a:gd name="csY54" fmla="*/ 618689 h 719348"/>
              <a:gd name="csX55" fmla="*/ 1467329 w 2641187"/>
              <a:gd name="csY55" fmla="*/ 641259 h 719348"/>
              <a:gd name="csX56" fmla="*/ 1494010 w 2641187"/>
              <a:gd name="csY56" fmla="*/ 662385 h 719348"/>
              <a:gd name="csX57" fmla="*/ 1520690 w 2641187"/>
              <a:gd name="csY57" fmla="*/ 681123 h 719348"/>
              <a:gd name="csX58" fmla="*/ 1547370 w 2641187"/>
              <a:gd name="csY58" fmla="*/ 696665 h 719348"/>
              <a:gd name="csX59" fmla="*/ 1574037 w 2641187"/>
              <a:gd name="csY59" fmla="*/ 708408 h 719348"/>
              <a:gd name="csX60" fmla="*/ 1600717 w 2641187"/>
              <a:gd name="csY60" fmla="*/ 715994 h 719348"/>
              <a:gd name="csX61" fmla="*/ 1627397 w 2641187"/>
              <a:gd name="csY61" fmla="*/ 719349 h 719348"/>
              <a:gd name="csX62" fmla="*/ 1654077 w 2641187"/>
              <a:gd name="csY62" fmla="*/ 718666 h 719348"/>
              <a:gd name="csX63" fmla="*/ 1680757 w 2641187"/>
              <a:gd name="csY63" fmla="*/ 714384 h 719348"/>
              <a:gd name="csX64" fmla="*/ 1707437 w 2641187"/>
              <a:gd name="csY64" fmla="*/ 707132 h 719348"/>
              <a:gd name="csX65" fmla="*/ 1734117 w 2641187"/>
              <a:gd name="csY65" fmla="*/ 697667 h 719348"/>
              <a:gd name="csX66" fmla="*/ 1760797 w 2641187"/>
              <a:gd name="csY66" fmla="*/ 686795 h 719348"/>
              <a:gd name="csX67" fmla="*/ 1787478 w 2641187"/>
              <a:gd name="csY67" fmla="*/ 675309 h 719348"/>
              <a:gd name="csX68" fmla="*/ 1814144 w 2641187"/>
              <a:gd name="csY68" fmla="*/ 663927 h 719348"/>
              <a:gd name="csX69" fmla="*/ 1840824 w 2641187"/>
              <a:gd name="csY69" fmla="*/ 653243 h 719348"/>
              <a:gd name="csX70" fmla="*/ 1867505 w 2641187"/>
              <a:gd name="csY70" fmla="*/ 643712 h 719348"/>
              <a:gd name="csX71" fmla="*/ 1894185 w 2641187"/>
              <a:gd name="csY71" fmla="*/ 635633 h 719348"/>
              <a:gd name="csX72" fmla="*/ 1920865 w 2641187"/>
              <a:gd name="csY72" fmla="*/ 629164 h 719348"/>
              <a:gd name="csX73" fmla="*/ 1947545 w 2641187"/>
              <a:gd name="csY73" fmla="*/ 624331 h 719348"/>
              <a:gd name="csX74" fmla="*/ 1974225 w 2641187"/>
              <a:gd name="csY74" fmla="*/ 621067 h 719348"/>
              <a:gd name="csX75" fmla="*/ 2000905 w 2641187"/>
              <a:gd name="csY75" fmla="*/ 619233 h 719348"/>
              <a:gd name="csX76" fmla="*/ 2027585 w 2641187"/>
              <a:gd name="csY76" fmla="*/ 618648 h 719348"/>
              <a:gd name="csX77" fmla="*/ 2054252 w 2641187"/>
              <a:gd name="csY77" fmla="*/ 619115 h 719348"/>
              <a:gd name="csX78" fmla="*/ 2080932 w 2641187"/>
              <a:gd name="csY78" fmla="*/ 620439 h 719348"/>
              <a:gd name="csX79" fmla="*/ 2107612 w 2641187"/>
              <a:gd name="csY79" fmla="*/ 622444 h 719348"/>
              <a:gd name="csX80" fmla="*/ 2134293 w 2641187"/>
              <a:gd name="csY80" fmla="*/ 624975 h 719348"/>
              <a:gd name="csX81" fmla="*/ 2160973 w 2641187"/>
              <a:gd name="csY81" fmla="*/ 627905 h 719348"/>
              <a:gd name="csX82" fmla="*/ 2187653 w 2641187"/>
              <a:gd name="csY82" fmla="*/ 631135 h 719348"/>
              <a:gd name="csX83" fmla="*/ 2214333 w 2641187"/>
              <a:gd name="csY83" fmla="*/ 634593 h 719348"/>
              <a:gd name="csX84" fmla="*/ 2241013 w 2641187"/>
              <a:gd name="csY84" fmla="*/ 638226 h 719348"/>
              <a:gd name="csX85" fmla="*/ 2267693 w 2641187"/>
              <a:gd name="csY85" fmla="*/ 641999 h 719348"/>
              <a:gd name="csX86" fmla="*/ 2294360 w 2641187"/>
              <a:gd name="csY86" fmla="*/ 645892 h 719348"/>
              <a:gd name="csX87" fmla="*/ 2321040 w 2641187"/>
              <a:gd name="csY87" fmla="*/ 649894 h 719348"/>
              <a:gd name="csX88" fmla="*/ 2347720 w 2641187"/>
              <a:gd name="csY88" fmla="*/ 654000 h 719348"/>
              <a:gd name="csX89" fmla="*/ 2374400 w 2641187"/>
              <a:gd name="csY89" fmla="*/ 658210 h 719348"/>
              <a:gd name="csX90" fmla="*/ 2401080 w 2641187"/>
              <a:gd name="csY90" fmla="*/ 662530 h 719348"/>
              <a:gd name="csX91" fmla="*/ 2427760 w 2641187"/>
              <a:gd name="csY91" fmla="*/ 666963 h 719348"/>
              <a:gd name="csX92" fmla="*/ 2454441 w 2641187"/>
              <a:gd name="csY92" fmla="*/ 671512 h 719348"/>
              <a:gd name="csX93" fmla="*/ 2481121 w 2641187"/>
              <a:gd name="csY93" fmla="*/ 676184 h 719348"/>
              <a:gd name="csX94" fmla="*/ 2507801 w 2641187"/>
              <a:gd name="csY94" fmla="*/ 680983 h 719348"/>
              <a:gd name="csX95" fmla="*/ 2534481 w 2641187"/>
              <a:gd name="csY95" fmla="*/ 685911 h 719348"/>
              <a:gd name="csX96" fmla="*/ 2561148 w 2641187"/>
              <a:gd name="csY96" fmla="*/ 690970 h 719348"/>
              <a:gd name="csX97" fmla="*/ 2587828 w 2641187"/>
              <a:gd name="csY97" fmla="*/ 696161 h 719348"/>
              <a:gd name="csX98" fmla="*/ 2614508 w 2641187"/>
              <a:gd name="csY98" fmla="*/ 701485 h 719348"/>
              <a:gd name="csX99" fmla="*/ 2641188 w 2641187"/>
              <a:gd name="csY99" fmla="*/ 706937 h 7193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641187" h="719348">
                <a:moveTo>
                  <a:pt x="0" y="0"/>
                </a:moveTo>
                <a:lnTo>
                  <a:pt x="26677" y="32945"/>
                </a:lnTo>
                <a:lnTo>
                  <a:pt x="53356" y="63193"/>
                </a:lnTo>
                <a:lnTo>
                  <a:pt x="80035" y="90708"/>
                </a:lnTo>
                <a:lnTo>
                  <a:pt x="106714" y="115480"/>
                </a:lnTo>
                <a:lnTo>
                  <a:pt x="133393" y="137526"/>
                </a:lnTo>
                <a:lnTo>
                  <a:pt x="160071" y="156893"/>
                </a:lnTo>
                <a:lnTo>
                  <a:pt x="186750" y="173655"/>
                </a:lnTo>
                <a:lnTo>
                  <a:pt x="213429" y="187909"/>
                </a:lnTo>
                <a:lnTo>
                  <a:pt x="240108" y="199783"/>
                </a:lnTo>
                <a:lnTo>
                  <a:pt x="266787" y="209426"/>
                </a:lnTo>
                <a:lnTo>
                  <a:pt x="293465" y="217008"/>
                </a:lnTo>
                <a:lnTo>
                  <a:pt x="320144" y="222723"/>
                </a:lnTo>
                <a:lnTo>
                  <a:pt x="346823" y="226780"/>
                </a:lnTo>
                <a:lnTo>
                  <a:pt x="373500" y="229407"/>
                </a:lnTo>
                <a:lnTo>
                  <a:pt x="400179" y="230842"/>
                </a:lnTo>
                <a:lnTo>
                  <a:pt x="426858" y="231334"/>
                </a:lnTo>
                <a:lnTo>
                  <a:pt x="453537" y="231137"/>
                </a:lnTo>
                <a:lnTo>
                  <a:pt x="480216" y="230510"/>
                </a:lnTo>
                <a:lnTo>
                  <a:pt x="506894" y="229708"/>
                </a:lnTo>
                <a:lnTo>
                  <a:pt x="533573" y="228980"/>
                </a:lnTo>
                <a:lnTo>
                  <a:pt x="560252" y="228562"/>
                </a:lnTo>
                <a:lnTo>
                  <a:pt x="586931" y="228676"/>
                </a:lnTo>
                <a:lnTo>
                  <a:pt x="613610" y="229517"/>
                </a:lnTo>
                <a:lnTo>
                  <a:pt x="640288" y="231253"/>
                </a:lnTo>
                <a:lnTo>
                  <a:pt x="666967" y="234014"/>
                </a:lnTo>
                <a:lnTo>
                  <a:pt x="693646" y="237887"/>
                </a:lnTo>
                <a:lnTo>
                  <a:pt x="720323" y="242905"/>
                </a:lnTo>
                <a:lnTo>
                  <a:pt x="747002" y="249040"/>
                </a:lnTo>
                <a:lnTo>
                  <a:pt x="773681" y="256194"/>
                </a:lnTo>
                <a:lnTo>
                  <a:pt x="800360" y="264192"/>
                </a:lnTo>
                <a:lnTo>
                  <a:pt x="827038" y="272776"/>
                </a:lnTo>
                <a:lnTo>
                  <a:pt x="853717" y="281607"/>
                </a:lnTo>
                <a:lnTo>
                  <a:pt x="880396" y="290277"/>
                </a:lnTo>
                <a:lnTo>
                  <a:pt x="907075" y="298323"/>
                </a:lnTo>
                <a:lnTo>
                  <a:pt x="933754" y="305263"/>
                </a:lnTo>
                <a:lnTo>
                  <a:pt x="960434" y="310640"/>
                </a:lnTo>
                <a:lnTo>
                  <a:pt x="987114" y="314090"/>
                </a:lnTo>
                <a:lnTo>
                  <a:pt x="1013794" y="315403"/>
                </a:lnTo>
                <a:lnTo>
                  <a:pt x="1040474" y="314605"/>
                </a:lnTo>
                <a:lnTo>
                  <a:pt x="1067141" y="312023"/>
                </a:lnTo>
                <a:lnTo>
                  <a:pt x="1093821" y="308339"/>
                </a:lnTo>
                <a:lnTo>
                  <a:pt x="1120501" y="304606"/>
                </a:lnTo>
                <a:lnTo>
                  <a:pt x="1147181" y="302233"/>
                </a:lnTo>
                <a:lnTo>
                  <a:pt x="1173861" y="302921"/>
                </a:lnTo>
                <a:lnTo>
                  <a:pt x="1200542" y="308552"/>
                </a:lnTo>
                <a:lnTo>
                  <a:pt x="1227222" y="321041"/>
                </a:lnTo>
                <a:lnTo>
                  <a:pt x="1253902" y="342163"/>
                </a:lnTo>
                <a:lnTo>
                  <a:pt x="1280582" y="373373"/>
                </a:lnTo>
                <a:lnTo>
                  <a:pt x="1307249" y="415653"/>
                </a:lnTo>
                <a:lnTo>
                  <a:pt x="1333929" y="469383"/>
                </a:lnTo>
                <a:lnTo>
                  <a:pt x="1360609" y="532130"/>
                </a:lnTo>
                <a:lnTo>
                  <a:pt x="1387289" y="572641"/>
                </a:lnTo>
                <a:lnTo>
                  <a:pt x="1413969" y="595662"/>
                </a:lnTo>
                <a:lnTo>
                  <a:pt x="1440649" y="618689"/>
                </a:lnTo>
                <a:lnTo>
                  <a:pt x="1467329" y="641259"/>
                </a:lnTo>
                <a:lnTo>
                  <a:pt x="1494010" y="662385"/>
                </a:lnTo>
                <a:lnTo>
                  <a:pt x="1520690" y="681123"/>
                </a:lnTo>
                <a:lnTo>
                  <a:pt x="1547370" y="696665"/>
                </a:lnTo>
                <a:lnTo>
                  <a:pt x="1574037" y="708408"/>
                </a:lnTo>
                <a:lnTo>
                  <a:pt x="1600717" y="715994"/>
                </a:lnTo>
                <a:lnTo>
                  <a:pt x="1627397" y="719349"/>
                </a:lnTo>
                <a:lnTo>
                  <a:pt x="1654077" y="718666"/>
                </a:lnTo>
                <a:lnTo>
                  <a:pt x="1680757" y="714384"/>
                </a:lnTo>
                <a:lnTo>
                  <a:pt x="1707437" y="707132"/>
                </a:lnTo>
                <a:lnTo>
                  <a:pt x="1734117" y="697667"/>
                </a:lnTo>
                <a:lnTo>
                  <a:pt x="1760797" y="686795"/>
                </a:lnTo>
                <a:lnTo>
                  <a:pt x="1787478" y="675309"/>
                </a:lnTo>
                <a:lnTo>
                  <a:pt x="1814144" y="663927"/>
                </a:lnTo>
                <a:lnTo>
                  <a:pt x="1840824" y="653243"/>
                </a:lnTo>
                <a:lnTo>
                  <a:pt x="1867505" y="643712"/>
                </a:lnTo>
                <a:lnTo>
                  <a:pt x="1894185" y="635633"/>
                </a:lnTo>
                <a:lnTo>
                  <a:pt x="1920865" y="629164"/>
                </a:lnTo>
                <a:lnTo>
                  <a:pt x="1947545" y="624331"/>
                </a:lnTo>
                <a:lnTo>
                  <a:pt x="1974225" y="621067"/>
                </a:lnTo>
                <a:lnTo>
                  <a:pt x="2000905" y="619233"/>
                </a:lnTo>
                <a:lnTo>
                  <a:pt x="2027585" y="618648"/>
                </a:lnTo>
                <a:lnTo>
                  <a:pt x="2054252" y="619115"/>
                </a:lnTo>
                <a:lnTo>
                  <a:pt x="2080932" y="620439"/>
                </a:lnTo>
                <a:lnTo>
                  <a:pt x="2107612" y="622444"/>
                </a:lnTo>
                <a:lnTo>
                  <a:pt x="2134293" y="624975"/>
                </a:lnTo>
                <a:lnTo>
                  <a:pt x="2160973" y="627905"/>
                </a:lnTo>
                <a:lnTo>
                  <a:pt x="2187653" y="631135"/>
                </a:lnTo>
                <a:lnTo>
                  <a:pt x="2214333" y="634593"/>
                </a:lnTo>
                <a:lnTo>
                  <a:pt x="2241013" y="638226"/>
                </a:lnTo>
                <a:lnTo>
                  <a:pt x="2267693" y="641999"/>
                </a:lnTo>
                <a:lnTo>
                  <a:pt x="2294360" y="645892"/>
                </a:lnTo>
                <a:lnTo>
                  <a:pt x="2321040" y="649894"/>
                </a:lnTo>
                <a:lnTo>
                  <a:pt x="2347720" y="654000"/>
                </a:lnTo>
                <a:lnTo>
                  <a:pt x="2374400" y="658210"/>
                </a:lnTo>
                <a:lnTo>
                  <a:pt x="2401080" y="662530"/>
                </a:lnTo>
                <a:lnTo>
                  <a:pt x="2427760" y="666963"/>
                </a:lnTo>
                <a:lnTo>
                  <a:pt x="2454441" y="671512"/>
                </a:lnTo>
                <a:lnTo>
                  <a:pt x="2481121" y="676184"/>
                </a:lnTo>
                <a:lnTo>
                  <a:pt x="2507801" y="680983"/>
                </a:lnTo>
                <a:lnTo>
                  <a:pt x="2534481" y="685911"/>
                </a:lnTo>
                <a:lnTo>
                  <a:pt x="2561148" y="690970"/>
                </a:lnTo>
                <a:lnTo>
                  <a:pt x="2587828" y="696161"/>
                </a:lnTo>
                <a:lnTo>
                  <a:pt x="2614508" y="701485"/>
                </a:lnTo>
                <a:lnTo>
                  <a:pt x="2641188" y="706937"/>
                </a:lnTo>
              </a:path>
            </a:pathLst>
          </a:custGeom>
          <a:noFill/>
          <a:ln w="15954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C2DD909-C071-AF7A-DD6B-7CD7279F0567}"/>
              </a:ext>
            </a:extLst>
          </p:cNvPr>
          <p:cNvGrpSpPr/>
          <p:nvPr/>
        </p:nvGrpSpPr>
        <p:grpSpPr>
          <a:xfrm>
            <a:off x="278016" y="2829577"/>
            <a:ext cx="3061388" cy="2007988"/>
            <a:chOff x="278016" y="2829577"/>
            <a:chExt cx="3061388" cy="2007988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45F15A6-795B-A267-2059-7D199E5B9D2B}"/>
                </a:ext>
              </a:extLst>
            </p:cNvPr>
            <p:cNvSpPr/>
            <p:nvPr/>
          </p:nvSpPr>
          <p:spPr>
            <a:xfrm>
              <a:off x="539738" y="2830231"/>
              <a:ext cx="2799666" cy="1879693"/>
            </a:xfrm>
            <a:custGeom>
              <a:avLst/>
              <a:gdLst>
                <a:gd name="csX0" fmla="*/ 0 w 2799666"/>
                <a:gd name="csY0" fmla="*/ 1879693 h 1879693"/>
                <a:gd name="csX1" fmla="*/ 2799666 w 2799666"/>
                <a:gd name="csY1" fmla="*/ 1879693 h 1879693"/>
                <a:gd name="csX2" fmla="*/ 2799666 w 2799666"/>
                <a:gd name="csY2" fmla="*/ 0 h 1879693"/>
                <a:gd name="csX3" fmla="*/ 0 w 2799666"/>
                <a:gd name="csY3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99666" h="1879693">
                  <a:moveTo>
                    <a:pt x="0" y="1879693"/>
                  </a:moveTo>
                  <a:lnTo>
                    <a:pt x="2799666" y="1879693"/>
                  </a:lnTo>
                  <a:lnTo>
                    <a:pt x="2799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B30C5EB-6858-E056-5105-F1EE2CCA8EA8}"/>
                </a:ext>
              </a:extLst>
            </p:cNvPr>
            <p:cNvSpPr/>
            <p:nvPr/>
          </p:nvSpPr>
          <p:spPr>
            <a:xfrm>
              <a:off x="883092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297C378E-6C0C-9897-CF6D-892A652B2C0A}"/>
                </a:ext>
              </a:extLst>
            </p:cNvPr>
            <p:cNvSpPr/>
            <p:nvPr/>
          </p:nvSpPr>
          <p:spPr>
            <a:xfrm>
              <a:off x="1411330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62635223-037C-4725-56BE-3737CC22C2E8}"/>
                </a:ext>
              </a:extLst>
            </p:cNvPr>
            <p:cNvSpPr/>
            <p:nvPr/>
          </p:nvSpPr>
          <p:spPr>
            <a:xfrm>
              <a:off x="1939562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F31C202-AB73-7F43-4DD9-050430426EAA}"/>
                </a:ext>
              </a:extLst>
            </p:cNvPr>
            <p:cNvSpPr/>
            <p:nvPr/>
          </p:nvSpPr>
          <p:spPr>
            <a:xfrm>
              <a:off x="2467804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39F3428C-C30B-F4FF-2BBD-1F4845D38A54}"/>
                </a:ext>
              </a:extLst>
            </p:cNvPr>
            <p:cNvSpPr/>
            <p:nvPr/>
          </p:nvSpPr>
          <p:spPr>
            <a:xfrm>
              <a:off x="2996047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B370AA2-3E44-AC80-6181-AFE331CCD569}"/>
                </a:ext>
              </a:extLst>
            </p:cNvPr>
            <p:cNvSpPr/>
            <p:nvPr/>
          </p:nvSpPr>
          <p:spPr>
            <a:xfrm>
              <a:off x="539738" y="4457594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44F9FB78-0C9E-A0D1-C5EA-0643ACB89EB6}"/>
                </a:ext>
              </a:extLst>
            </p:cNvPr>
            <p:cNvSpPr/>
            <p:nvPr/>
          </p:nvSpPr>
          <p:spPr>
            <a:xfrm>
              <a:off x="539738" y="4192960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2391417-C956-3D8F-CAC4-69F0872D43DE}"/>
                </a:ext>
              </a:extLst>
            </p:cNvPr>
            <p:cNvSpPr/>
            <p:nvPr/>
          </p:nvSpPr>
          <p:spPr>
            <a:xfrm>
              <a:off x="539738" y="3928332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03299983-DCC5-FA54-CCA1-D84516765EF3}"/>
                </a:ext>
              </a:extLst>
            </p:cNvPr>
            <p:cNvSpPr/>
            <p:nvPr/>
          </p:nvSpPr>
          <p:spPr>
            <a:xfrm>
              <a:off x="539738" y="3663697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BFF1CE6-4DDE-2069-BA93-37F831C17B6F}"/>
                </a:ext>
              </a:extLst>
            </p:cNvPr>
            <p:cNvSpPr/>
            <p:nvPr/>
          </p:nvSpPr>
          <p:spPr>
            <a:xfrm>
              <a:off x="539738" y="3399064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158828B2-07E8-023D-7B08-B071381C6A25}"/>
                </a:ext>
              </a:extLst>
            </p:cNvPr>
            <p:cNvSpPr/>
            <p:nvPr/>
          </p:nvSpPr>
          <p:spPr>
            <a:xfrm>
              <a:off x="539738" y="3134431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A259333-EC07-4FE2-FD05-1953272D4B96}"/>
                </a:ext>
              </a:extLst>
            </p:cNvPr>
            <p:cNvSpPr/>
            <p:nvPr/>
          </p:nvSpPr>
          <p:spPr>
            <a:xfrm>
              <a:off x="539738" y="2869796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2659" cap="rnd">
              <a:solidFill>
                <a:srgbClr val="000000">
                  <a:alpha val="1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22C35871-5879-6804-A490-3A0412F25D05}"/>
                </a:ext>
              </a:extLst>
            </p:cNvPr>
            <p:cNvSpPr/>
            <p:nvPr/>
          </p:nvSpPr>
          <p:spPr>
            <a:xfrm>
              <a:off x="539738" y="4709924"/>
              <a:ext cx="2799666" cy="1330"/>
            </a:xfrm>
            <a:custGeom>
              <a:avLst/>
              <a:gdLst>
                <a:gd name="csX0" fmla="*/ 0 w 2799666"/>
                <a:gd name="csY0" fmla="*/ 0 h 1330"/>
                <a:gd name="csX1" fmla="*/ 2799666 w 2799666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799666" h="1330">
                  <a:moveTo>
                    <a:pt x="0" y="0"/>
                  </a:moveTo>
                  <a:lnTo>
                    <a:pt x="2799666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1FCA078-5CB5-8310-2A3D-B7F6403B4319}"/>
                </a:ext>
              </a:extLst>
            </p:cNvPr>
            <p:cNvSpPr/>
            <p:nvPr/>
          </p:nvSpPr>
          <p:spPr>
            <a:xfrm>
              <a:off x="883092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EC7769BE-3134-BC3F-9787-241DA47B49ED}"/>
                </a:ext>
              </a:extLst>
            </p:cNvPr>
            <p:cNvSpPr/>
            <p:nvPr/>
          </p:nvSpPr>
          <p:spPr>
            <a:xfrm>
              <a:off x="1411330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E67328A-F77F-5975-779B-DAB9705A959F}"/>
                </a:ext>
              </a:extLst>
            </p:cNvPr>
            <p:cNvSpPr/>
            <p:nvPr/>
          </p:nvSpPr>
          <p:spPr>
            <a:xfrm>
              <a:off x="1939562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F39C0D1A-D7B0-F589-54CE-A8F57C740314}"/>
                </a:ext>
              </a:extLst>
            </p:cNvPr>
            <p:cNvSpPr/>
            <p:nvPr/>
          </p:nvSpPr>
          <p:spPr>
            <a:xfrm>
              <a:off x="2467804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B5A5E995-EDA7-4178-4063-2E73665831E3}"/>
                </a:ext>
              </a:extLst>
            </p:cNvPr>
            <p:cNvSpPr/>
            <p:nvPr/>
          </p:nvSpPr>
          <p:spPr>
            <a:xfrm>
              <a:off x="2996047" y="4684787"/>
              <a:ext cx="1330" cy="25137"/>
            </a:xfrm>
            <a:custGeom>
              <a:avLst/>
              <a:gdLst>
                <a:gd name="csX0" fmla="*/ 0 w 1330"/>
                <a:gd name="csY0" fmla="*/ 25137 h 25137"/>
                <a:gd name="csX1" fmla="*/ 0 w 1330"/>
                <a:gd name="csY1" fmla="*/ 0 h 25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25137">
                  <a:moveTo>
                    <a:pt x="0" y="25137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5E2B895-0467-BBEA-31AA-A22B9273A42E}"/>
                </a:ext>
              </a:extLst>
            </p:cNvPr>
            <p:cNvSpPr/>
            <p:nvPr/>
          </p:nvSpPr>
          <p:spPr>
            <a:xfrm>
              <a:off x="810707" y="4796841"/>
              <a:ext cx="69071" cy="9150"/>
            </a:xfrm>
            <a:custGeom>
              <a:avLst/>
              <a:gdLst>
                <a:gd name="csX0" fmla="*/ 0 w 69071"/>
                <a:gd name="csY0" fmla="*/ 0 h 9150"/>
                <a:gd name="csX1" fmla="*/ 69072 w 69071"/>
                <a:gd name="csY1" fmla="*/ 0 h 9150"/>
                <a:gd name="csX2" fmla="*/ 69072 w 69071"/>
                <a:gd name="csY2" fmla="*/ 9151 h 9150"/>
                <a:gd name="csX3" fmla="*/ 0 w 69071"/>
                <a:gd name="csY3" fmla="*/ 9151 h 9150"/>
                <a:gd name="csX4" fmla="*/ 0 w 69071"/>
                <a:gd name="csY4" fmla="*/ 0 h 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50">
                  <a:moveTo>
                    <a:pt x="0" y="0"/>
                  </a:moveTo>
                  <a:lnTo>
                    <a:pt x="69072" y="0"/>
                  </a:lnTo>
                  <a:lnTo>
                    <a:pt x="69072" y="9151"/>
                  </a:lnTo>
                  <a:lnTo>
                    <a:pt x="0" y="9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D10687F-7623-949E-E8D2-40800EFEAA18}"/>
                </a:ext>
              </a:extLst>
            </p:cNvPr>
            <p:cNvSpPr/>
            <p:nvPr/>
          </p:nvSpPr>
          <p:spPr>
            <a:xfrm>
              <a:off x="896857" y="4755570"/>
              <a:ext cx="58619" cy="80439"/>
            </a:xfrm>
            <a:custGeom>
              <a:avLst/>
              <a:gdLst>
                <a:gd name="csX0" fmla="*/ 36313 w 58619"/>
                <a:gd name="csY0" fmla="*/ 9483 h 80439"/>
                <a:gd name="csX1" fmla="*/ 8835 w 58619"/>
                <a:gd name="csY1" fmla="*/ 52416 h 80439"/>
                <a:gd name="csX2" fmla="*/ 36313 w 58619"/>
                <a:gd name="csY2" fmla="*/ 52416 h 80439"/>
                <a:gd name="csX3" fmla="*/ 36313 w 58619"/>
                <a:gd name="csY3" fmla="*/ 9483 h 80439"/>
                <a:gd name="csX4" fmla="*/ 33458 w 58619"/>
                <a:gd name="csY4" fmla="*/ 0 h 80439"/>
                <a:gd name="csX5" fmla="*/ 47142 w 58619"/>
                <a:gd name="csY5" fmla="*/ 0 h 80439"/>
                <a:gd name="csX6" fmla="*/ 47142 w 58619"/>
                <a:gd name="csY6" fmla="*/ 52416 h 80439"/>
                <a:gd name="csX7" fmla="*/ 58619 w 58619"/>
                <a:gd name="csY7" fmla="*/ 52416 h 80439"/>
                <a:gd name="csX8" fmla="*/ 58619 w 58619"/>
                <a:gd name="csY8" fmla="*/ 61473 h 80439"/>
                <a:gd name="csX9" fmla="*/ 47142 w 58619"/>
                <a:gd name="csY9" fmla="*/ 61473 h 80439"/>
                <a:gd name="csX10" fmla="*/ 47142 w 58619"/>
                <a:gd name="csY10" fmla="*/ 80439 h 80439"/>
                <a:gd name="csX11" fmla="*/ 36313 w 58619"/>
                <a:gd name="csY11" fmla="*/ 80439 h 80439"/>
                <a:gd name="csX12" fmla="*/ 36313 w 58619"/>
                <a:gd name="csY12" fmla="*/ 61473 h 80439"/>
                <a:gd name="csX13" fmla="*/ 0 w 58619"/>
                <a:gd name="csY13" fmla="*/ 61473 h 80439"/>
                <a:gd name="csX14" fmla="*/ 0 w 58619"/>
                <a:gd name="csY14" fmla="*/ 50966 h 80439"/>
                <a:gd name="csX15" fmla="*/ 33458 w 58619"/>
                <a:gd name="csY15" fmla="*/ 0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8619" h="80439">
                  <a:moveTo>
                    <a:pt x="36313" y="9483"/>
                  </a:moveTo>
                  <a:lnTo>
                    <a:pt x="8835" y="52416"/>
                  </a:lnTo>
                  <a:lnTo>
                    <a:pt x="36313" y="52416"/>
                  </a:lnTo>
                  <a:lnTo>
                    <a:pt x="36313" y="9483"/>
                  </a:lnTo>
                  <a:moveTo>
                    <a:pt x="33458" y="0"/>
                  </a:moveTo>
                  <a:lnTo>
                    <a:pt x="47142" y="0"/>
                  </a:lnTo>
                  <a:lnTo>
                    <a:pt x="47142" y="52416"/>
                  </a:lnTo>
                  <a:lnTo>
                    <a:pt x="58619" y="52416"/>
                  </a:lnTo>
                  <a:lnTo>
                    <a:pt x="58619" y="61473"/>
                  </a:lnTo>
                  <a:lnTo>
                    <a:pt x="47142" y="61473"/>
                  </a:lnTo>
                  <a:lnTo>
                    <a:pt x="47142" y="80439"/>
                  </a:lnTo>
                  <a:lnTo>
                    <a:pt x="36313" y="80439"/>
                  </a:lnTo>
                  <a:lnTo>
                    <a:pt x="36313" y="61473"/>
                  </a:lnTo>
                  <a:lnTo>
                    <a:pt x="0" y="61473"/>
                  </a:lnTo>
                  <a:lnTo>
                    <a:pt x="0" y="50966"/>
                  </a:lnTo>
                  <a:lnTo>
                    <a:pt x="33458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83B001FC-55B8-5FB4-C53A-DBE2B90A650E}"/>
                </a:ext>
              </a:extLst>
            </p:cNvPr>
            <p:cNvSpPr/>
            <p:nvPr/>
          </p:nvSpPr>
          <p:spPr>
            <a:xfrm>
              <a:off x="1341370" y="4796841"/>
              <a:ext cx="69070" cy="9150"/>
            </a:xfrm>
            <a:custGeom>
              <a:avLst/>
              <a:gdLst>
                <a:gd name="csX0" fmla="*/ 0 w 69070"/>
                <a:gd name="csY0" fmla="*/ 0 h 9150"/>
                <a:gd name="csX1" fmla="*/ 69070 w 69070"/>
                <a:gd name="csY1" fmla="*/ 0 h 9150"/>
                <a:gd name="csX2" fmla="*/ 69070 w 69070"/>
                <a:gd name="csY2" fmla="*/ 9151 h 9150"/>
                <a:gd name="csX3" fmla="*/ 0 w 69070"/>
                <a:gd name="csY3" fmla="*/ 9151 h 9150"/>
                <a:gd name="csX4" fmla="*/ 0 w 69070"/>
                <a:gd name="csY4" fmla="*/ 0 h 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0" h="9150">
                  <a:moveTo>
                    <a:pt x="0" y="0"/>
                  </a:moveTo>
                  <a:lnTo>
                    <a:pt x="69070" y="0"/>
                  </a:lnTo>
                  <a:lnTo>
                    <a:pt x="69070" y="9151"/>
                  </a:lnTo>
                  <a:lnTo>
                    <a:pt x="0" y="9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FBD8812-F22C-667D-E234-CBB745C89325}"/>
                </a:ext>
              </a:extLst>
            </p:cNvPr>
            <p:cNvSpPr/>
            <p:nvPr/>
          </p:nvSpPr>
          <p:spPr>
            <a:xfrm>
              <a:off x="1430214" y="4754107"/>
              <a:ext cx="51076" cy="81902"/>
            </a:xfrm>
            <a:custGeom>
              <a:avLst/>
              <a:gdLst>
                <a:gd name="csX0" fmla="*/ 13093 w 51076"/>
                <a:gd name="csY0" fmla="*/ 72739 h 81902"/>
                <a:gd name="csX1" fmla="*/ 51077 w 51076"/>
                <a:gd name="csY1" fmla="*/ 72739 h 81902"/>
                <a:gd name="csX2" fmla="*/ 51077 w 51076"/>
                <a:gd name="csY2" fmla="*/ 81902 h 81902"/>
                <a:gd name="csX3" fmla="*/ 0 w 51076"/>
                <a:gd name="csY3" fmla="*/ 81902 h 81902"/>
                <a:gd name="csX4" fmla="*/ 0 w 51076"/>
                <a:gd name="csY4" fmla="*/ 72739 h 81902"/>
                <a:gd name="csX5" fmla="*/ 16863 w 51076"/>
                <a:gd name="csY5" fmla="*/ 55555 h 81902"/>
                <a:gd name="csX6" fmla="*/ 30334 w 51076"/>
                <a:gd name="csY6" fmla="*/ 41603 h 81902"/>
                <a:gd name="csX7" fmla="*/ 37606 w 51076"/>
                <a:gd name="csY7" fmla="*/ 31681 h 81902"/>
                <a:gd name="csX8" fmla="*/ 39708 w 51076"/>
                <a:gd name="csY8" fmla="*/ 23661 h 81902"/>
                <a:gd name="csX9" fmla="*/ 35182 w 51076"/>
                <a:gd name="csY9" fmla="*/ 13207 h 81902"/>
                <a:gd name="csX10" fmla="*/ 23491 w 51076"/>
                <a:gd name="csY10" fmla="*/ 9164 h 81902"/>
                <a:gd name="csX11" fmla="*/ 12662 w 51076"/>
                <a:gd name="csY11" fmla="*/ 10946 h 81902"/>
                <a:gd name="csX12" fmla="*/ 539 w 51076"/>
                <a:gd name="csY12" fmla="*/ 16333 h 81902"/>
                <a:gd name="csX13" fmla="*/ 539 w 51076"/>
                <a:gd name="csY13" fmla="*/ 5333 h 81902"/>
                <a:gd name="csX14" fmla="*/ 12823 w 51076"/>
                <a:gd name="csY14" fmla="*/ 1357 h 81902"/>
                <a:gd name="csX15" fmla="*/ 23275 w 51076"/>
                <a:gd name="csY15" fmla="*/ 0 h 81902"/>
                <a:gd name="csX16" fmla="*/ 43210 w 51076"/>
                <a:gd name="csY16" fmla="*/ 6251 h 81902"/>
                <a:gd name="csX17" fmla="*/ 50644 w 51076"/>
                <a:gd name="csY17" fmla="*/ 22956 h 81902"/>
                <a:gd name="csX18" fmla="*/ 48760 w 51076"/>
                <a:gd name="csY18" fmla="*/ 32386 h 81902"/>
                <a:gd name="csX19" fmla="*/ 42024 w 51076"/>
                <a:gd name="csY19" fmla="*/ 42840 h 81902"/>
                <a:gd name="csX20" fmla="*/ 33458 w 51076"/>
                <a:gd name="csY20" fmla="*/ 51884 h 81902"/>
                <a:gd name="csX21" fmla="*/ 13093 w 51076"/>
                <a:gd name="csY21" fmla="*/ 72739 h 81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076" h="81902">
                  <a:moveTo>
                    <a:pt x="13093" y="72739"/>
                  </a:moveTo>
                  <a:lnTo>
                    <a:pt x="51077" y="72739"/>
                  </a:lnTo>
                  <a:lnTo>
                    <a:pt x="51077" y="81902"/>
                  </a:lnTo>
                  <a:lnTo>
                    <a:pt x="0" y="81902"/>
                  </a:lnTo>
                  <a:lnTo>
                    <a:pt x="0" y="72739"/>
                  </a:lnTo>
                  <a:cubicBezTo>
                    <a:pt x="4130" y="68469"/>
                    <a:pt x="9752" y="62737"/>
                    <a:pt x="16863" y="55555"/>
                  </a:cubicBezTo>
                  <a:cubicBezTo>
                    <a:pt x="24012" y="48333"/>
                    <a:pt x="28502" y="43691"/>
                    <a:pt x="30334" y="41603"/>
                  </a:cubicBezTo>
                  <a:cubicBezTo>
                    <a:pt x="33817" y="37679"/>
                    <a:pt x="36242" y="34381"/>
                    <a:pt x="37606" y="31681"/>
                  </a:cubicBezTo>
                  <a:cubicBezTo>
                    <a:pt x="39007" y="28954"/>
                    <a:pt x="39708" y="26281"/>
                    <a:pt x="39708" y="23661"/>
                  </a:cubicBezTo>
                  <a:cubicBezTo>
                    <a:pt x="39708" y="19392"/>
                    <a:pt x="38199" y="15907"/>
                    <a:pt x="35182" y="13207"/>
                  </a:cubicBezTo>
                  <a:cubicBezTo>
                    <a:pt x="32201" y="10507"/>
                    <a:pt x="28304" y="9164"/>
                    <a:pt x="23491" y="9164"/>
                  </a:cubicBezTo>
                  <a:cubicBezTo>
                    <a:pt x="20079" y="9164"/>
                    <a:pt x="16470" y="9762"/>
                    <a:pt x="12662" y="10946"/>
                  </a:cubicBezTo>
                  <a:cubicBezTo>
                    <a:pt x="8890" y="12130"/>
                    <a:pt x="4849" y="13925"/>
                    <a:pt x="539" y="16333"/>
                  </a:cubicBezTo>
                  <a:lnTo>
                    <a:pt x="539" y="5333"/>
                  </a:lnTo>
                  <a:cubicBezTo>
                    <a:pt x="4921" y="3578"/>
                    <a:pt x="9015" y="2248"/>
                    <a:pt x="12823" y="1357"/>
                  </a:cubicBezTo>
                  <a:cubicBezTo>
                    <a:pt x="16630" y="452"/>
                    <a:pt x="20114" y="0"/>
                    <a:pt x="23275" y="0"/>
                  </a:cubicBezTo>
                  <a:cubicBezTo>
                    <a:pt x="31608" y="0"/>
                    <a:pt x="38253" y="2088"/>
                    <a:pt x="43210" y="6251"/>
                  </a:cubicBezTo>
                  <a:cubicBezTo>
                    <a:pt x="48166" y="10414"/>
                    <a:pt x="50644" y="15987"/>
                    <a:pt x="50644" y="22956"/>
                  </a:cubicBezTo>
                  <a:cubicBezTo>
                    <a:pt x="50644" y="26268"/>
                    <a:pt x="50017" y="29407"/>
                    <a:pt x="48760" y="32386"/>
                  </a:cubicBezTo>
                  <a:cubicBezTo>
                    <a:pt x="47537" y="35325"/>
                    <a:pt x="45292" y="38810"/>
                    <a:pt x="42024" y="42840"/>
                  </a:cubicBezTo>
                  <a:cubicBezTo>
                    <a:pt x="41127" y="43877"/>
                    <a:pt x="38271" y="46896"/>
                    <a:pt x="33458" y="51884"/>
                  </a:cubicBezTo>
                  <a:cubicBezTo>
                    <a:pt x="28645" y="56845"/>
                    <a:pt x="21856" y="63788"/>
                    <a:pt x="13093" y="72739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D9380E-1DAC-B94F-E1DF-CAEF5E1035EA}"/>
                </a:ext>
              </a:extLst>
            </p:cNvPr>
            <p:cNvSpPr/>
            <p:nvPr/>
          </p:nvSpPr>
          <p:spPr>
            <a:xfrm>
              <a:off x="1911765" y="4754107"/>
              <a:ext cx="55608" cy="83458"/>
            </a:xfrm>
            <a:custGeom>
              <a:avLst/>
              <a:gdLst>
                <a:gd name="csX0" fmla="*/ 27797 w 55608"/>
                <a:gd name="csY0" fmla="*/ 8632 h 83458"/>
                <a:gd name="csX1" fmla="*/ 15136 w 55608"/>
                <a:gd name="csY1" fmla="*/ 16918 h 83458"/>
                <a:gd name="csX2" fmla="*/ 10933 w 55608"/>
                <a:gd name="csY2" fmla="*/ 41763 h 83458"/>
                <a:gd name="csX3" fmla="*/ 15136 w 55608"/>
                <a:gd name="csY3" fmla="*/ 66594 h 83458"/>
                <a:gd name="csX4" fmla="*/ 27797 w 55608"/>
                <a:gd name="csY4" fmla="*/ 74840 h 83458"/>
                <a:gd name="csX5" fmla="*/ 40459 w 55608"/>
                <a:gd name="csY5" fmla="*/ 66594 h 83458"/>
                <a:gd name="csX6" fmla="*/ 44715 w 55608"/>
                <a:gd name="csY6" fmla="*/ 41763 h 83458"/>
                <a:gd name="csX7" fmla="*/ 40459 w 55608"/>
                <a:gd name="csY7" fmla="*/ 16918 h 83458"/>
                <a:gd name="csX8" fmla="*/ 27797 w 55608"/>
                <a:gd name="csY8" fmla="*/ 8632 h 83458"/>
                <a:gd name="csX9" fmla="*/ 27797 w 55608"/>
                <a:gd name="csY9" fmla="*/ 0 h 83458"/>
                <a:gd name="csX10" fmla="*/ 48439 w 55608"/>
                <a:gd name="csY10" fmla="*/ 10733 h 83458"/>
                <a:gd name="csX11" fmla="*/ 55608 w 55608"/>
                <a:gd name="csY11" fmla="*/ 41763 h 83458"/>
                <a:gd name="csX12" fmla="*/ 48439 w 55608"/>
                <a:gd name="csY12" fmla="*/ 72792 h 83458"/>
                <a:gd name="csX13" fmla="*/ 27797 w 55608"/>
                <a:gd name="csY13" fmla="*/ 83459 h 83458"/>
                <a:gd name="csX14" fmla="*/ 7116 w 55608"/>
                <a:gd name="csY14" fmla="*/ 72792 h 83458"/>
                <a:gd name="csX15" fmla="*/ 0 w 55608"/>
                <a:gd name="csY15" fmla="*/ 41763 h 83458"/>
                <a:gd name="csX16" fmla="*/ 7116 w 55608"/>
                <a:gd name="csY16" fmla="*/ 10733 h 83458"/>
                <a:gd name="csX17" fmla="*/ 27797 w 55608"/>
                <a:gd name="csY17" fmla="*/ 0 h 8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8" h="83458">
                  <a:moveTo>
                    <a:pt x="27797" y="8632"/>
                  </a:moveTo>
                  <a:cubicBezTo>
                    <a:pt x="22198" y="8632"/>
                    <a:pt x="17969" y="11398"/>
                    <a:pt x="15136" y="16918"/>
                  </a:cubicBezTo>
                  <a:cubicBezTo>
                    <a:pt x="12329" y="22411"/>
                    <a:pt x="10933" y="30697"/>
                    <a:pt x="10933" y="41763"/>
                  </a:cubicBezTo>
                  <a:cubicBezTo>
                    <a:pt x="10933" y="52788"/>
                    <a:pt x="12329" y="61061"/>
                    <a:pt x="15136" y="66594"/>
                  </a:cubicBezTo>
                  <a:cubicBezTo>
                    <a:pt x="17969" y="72087"/>
                    <a:pt x="22198" y="74840"/>
                    <a:pt x="27797" y="74840"/>
                  </a:cubicBezTo>
                  <a:cubicBezTo>
                    <a:pt x="33437" y="74840"/>
                    <a:pt x="37653" y="72087"/>
                    <a:pt x="40459" y="66594"/>
                  </a:cubicBezTo>
                  <a:cubicBezTo>
                    <a:pt x="43292" y="61061"/>
                    <a:pt x="44715" y="52788"/>
                    <a:pt x="44715" y="41763"/>
                  </a:cubicBezTo>
                  <a:cubicBezTo>
                    <a:pt x="44715" y="30697"/>
                    <a:pt x="43292" y="22411"/>
                    <a:pt x="40459" y="16918"/>
                  </a:cubicBezTo>
                  <a:cubicBezTo>
                    <a:pt x="37653" y="11398"/>
                    <a:pt x="33437" y="8632"/>
                    <a:pt x="27797" y="8632"/>
                  </a:cubicBezTo>
                  <a:moveTo>
                    <a:pt x="27797" y="0"/>
                  </a:moveTo>
                  <a:cubicBezTo>
                    <a:pt x="36815" y="0"/>
                    <a:pt x="43691" y="3578"/>
                    <a:pt x="48439" y="10733"/>
                  </a:cubicBezTo>
                  <a:cubicBezTo>
                    <a:pt x="53214" y="17849"/>
                    <a:pt x="55608" y="28183"/>
                    <a:pt x="55608" y="41763"/>
                  </a:cubicBezTo>
                  <a:cubicBezTo>
                    <a:pt x="55608" y="55302"/>
                    <a:pt x="53214" y="65650"/>
                    <a:pt x="48439" y="72792"/>
                  </a:cubicBezTo>
                  <a:cubicBezTo>
                    <a:pt x="43691" y="79907"/>
                    <a:pt x="36815" y="83459"/>
                    <a:pt x="27797" y="83459"/>
                  </a:cubicBezTo>
                  <a:cubicBezTo>
                    <a:pt x="18793" y="83459"/>
                    <a:pt x="11890" y="79907"/>
                    <a:pt x="7116" y="72792"/>
                  </a:cubicBezTo>
                  <a:cubicBezTo>
                    <a:pt x="2367" y="65650"/>
                    <a:pt x="0" y="55302"/>
                    <a:pt x="0" y="41763"/>
                  </a:cubicBezTo>
                  <a:cubicBezTo>
                    <a:pt x="0" y="28183"/>
                    <a:pt x="2367" y="17849"/>
                    <a:pt x="7116" y="10733"/>
                  </a:cubicBezTo>
                  <a:cubicBezTo>
                    <a:pt x="11890" y="3578"/>
                    <a:pt x="18793" y="0"/>
                    <a:pt x="27797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5A167F8-E2B8-FE94-498B-01F2858C7B4B}"/>
                </a:ext>
              </a:extLst>
            </p:cNvPr>
            <p:cNvSpPr/>
            <p:nvPr/>
          </p:nvSpPr>
          <p:spPr>
            <a:xfrm>
              <a:off x="2442268" y="4754107"/>
              <a:ext cx="51072" cy="81902"/>
            </a:xfrm>
            <a:custGeom>
              <a:avLst/>
              <a:gdLst>
                <a:gd name="csX0" fmla="*/ 13087 w 51072"/>
                <a:gd name="csY0" fmla="*/ 72739 h 81902"/>
                <a:gd name="csX1" fmla="*/ 51073 w 51072"/>
                <a:gd name="csY1" fmla="*/ 72739 h 81902"/>
                <a:gd name="csX2" fmla="*/ 51073 w 51072"/>
                <a:gd name="csY2" fmla="*/ 81902 h 81902"/>
                <a:gd name="csX3" fmla="*/ 0 w 51072"/>
                <a:gd name="csY3" fmla="*/ 81902 h 81902"/>
                <a:gd name="csX4" fmla="*/ 0 w 51072"/>
                <a:gd name="csY4" fmla="*/ 72739 h 81902"/>
                <a:gd name="csX5" fmla="*/ 16865 w 51072"/>
                <a:gd name="csY5" fmla="*/ 55555 h 81902"/>
                <a:gd name="csX6" fmla="*/ 30338 w 51072"/>
                <a:gd name="csY6" fmla="*/ 41603 h 81902"/>
                <a:gd name="csX7" fmla="*/ 37600 w 51072"/>
                <a:gd name="csY7" fmla="*/ 31681 h 81902"/>
                <a:gd name="csX8" fmla="*/ 39701 w 51072"/>
                <a:gd name="csY8" fmla="*/ 23661 h 81902"/>
                <a:gd name="csX9" fmla="*/ 35179 w 51072"/>
                <a:gd name="csY9" fmla="*/ 13207 h 81902"/>
                <a:gd name="csX10" fmla="*/ 23488 w 51072"/>
                <a:gd name="csY10" fmla="*/ 9164 h 81902"/>
                <a:gd name="csX11" fmla="*/ 12662 w 51072"/>
                <a:gd name="csY11" fmla="*/ 10946 h 81902"/>
                <a:gd name="csX12" fmla="*/ 532 w 51072"/>
                <a:gd name="csY12" fmla="*/ 16333 h 81902"/>
                <a:gd name="csX13" fmla="*/ 532 w 51072"/>
                <a:gd name="csY13" fmla="*/ 5333 h 81902"/>
                <a:gd name="csX14" fmla="*/ 12821 w 51072"/>
                <a:gd name="csY14" fmla="*/ 1357 h 81902"/>
                <a:gd name="csX15" fmla="*/ 23275 w 51072"/>
                <a:gd name="csY15" fmla="*/ 0 h 81902"/>
                <a:gd name="csX16" fmla="*/ 43212 w 51072"/>
                <a:gd name="csY16" fmla="*/ 6251 h 81902"/>
                <a:gd name="csX17" fmla="*/ 50647 w 51072"/>
                <a:gd name="csY17" fmla="*/ 22956 h 81902"/>
                <a:gd name="csX18" fmla="*/ 48758 w 51072"/>
                <a:gd name="csY18" fmla="*/ 32386 h 81902"/>
                <a:gd name="csX19" fmla="*/ 42028 w 51072"/>
                <a:gd name="csY19" fmla="*/ 42840 h 81902"/>
                <a:gd name="csX20" fmla="*/ 33463 w 51072"/>
                <a:gd name="csY20" fmla="*/ 51884 h 81902"/>
                <a:gd name="csX21" fmla="*/ 13087 w 51072"/>
                <a:gd name="csY21" fmla="*/ 72739 h 81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1072" h="81902">
                  <a:moveTo>
                    <a:pt x="13087" y="72739"/>
                  </a:moveTo>
                  <a:lnTo>
                    <a:pt x="51073" y="72739"/>
                  </a:lnTo>
                  <a:lnTo>
                    <a:pt x="51073" y="81902"/>
                  </a:lnTo>
                  <a:lnTo>
                    <a:pt x="0" y="81902"/>
                  </a:lnTo>
                  <a:lnTo>
                    <a:pt x="0" y="72739"/>
                  </a:lnTo>
                  <a:cubicBezTo>
                    <a:pt x="4136" y="68469"/>
                    <a:pt x="9749" y="62737"/>
                    <a:pt x="16865" y="55555"/>
                  </a:cubicBezTo>
                  <a:cubicBezTo>
                    <a:pt x="24007" y="48333"/>
                    <a:pt x="28502" y="43691"/>
                    <a:pt x="30338" y="41603"/>
                  </a:cubicBezTo>
                  <a:cubicBezTo>
                    <a:pt x="33822" y="37679"/>
                    <a:pt x="36243" y="34381"/>
                    <a:pt x="37600" y="31681"/>
                  </a:cubicBezTo>
                  <a:cubicBezTo>
                    <a:pt x="38996" y="28954"/>
                    <a:pt x="39701" y="26281"/>
                    <a:pt x="39701" y="23661"/>
                  </a:cubicBezTo>
                  <a:cubicBezTo>
                    <a:pt x="39701" y="19392"/>
                    <a:pt x="38198" y="15907"/>
                    <a:pt x="35179" y="13207"/>
                  </a:cubicBezTo>
                  <a:cubicBezTo>
                    <a:pt x="32200" y="10507"/>
                    <a:pt x="28303" y="9164"/>
                    <a:pt x="23488" y="9164"/>
                  </a:cubicBezTo>
                  <a:cubicBezTo>
                    <a:pt x="20070" y="9164"/>
                    <a:pt x="16466" y="9762"/>
                    <a:pt x="12662" y="10946"/>
                  </a:cubicBezTo>
                  <a:cubicBezTo>
                    <a:pt x="8898" y="12130"/>
                    <a:pt x="4855" y="13925"/>
                    <a:pt x="532" y="16333"/>
                  </a:cubicBezTo>
                  <a:lnTo>
                    <a:pt x="532" y="5333"/>
                  </a:lnTo>
                  <a:cubicBezTo>
                    <a:pt x="4921" y="3578"/>
                    <a:pt x="9018" y="2248"/>
                    <a:pt x="12821" y="1357"/>
                  </a:cubicBezTo>
                  <a:cubicBezTo>
                    <a:pt x="16625" y="452"/>
                    <a:pt x="20110" y="0"/>
                    <a:pt x="23275" y="0"/>
                  </a:cubicBezTo>
                  <a:cubicBezTo>
                    <a:pt x="31615" y="0"/>
                    <a:pt x="38251" y="2088"/>
                    <a:pt x="43212" y="6251"/>
                  </a:cubicBezTo>
                  <a:cubicBezTo>
                    <a:pt x="48173" y="10414"/>
                    <a:pt x="50647" y="15987"/>
                    <a:pt x="50647" y="22956"/>
                  </a:cubicBezTo>
                  <a:cubicBezTo>
                    <a:pt x="50647" y="26268"/>
                    <a:pt x="50022" y="29407"/>
                    <a:pt x="48758" y="32386"/>
                  </a:cubicBezTo>
                  <a:cubicBezTo>
                    <a:pt x="47535" y="35325"/>
                    <a:pt x="45287" y="38810"/>
                    <a:pt x="42028" y="42840"/>
                  </a:cubicBezTo>
                  <a:cubicBezTo>
                    <a:pt x="41124" y="43877"/>
                    <a:pt x="38265" y="46896"/>
                    <a:pt x="33463" y="51884"/>
                  </a:cubicBezTo>
                  <a:cubicBezTo>
                    <a:pt x="28649" y="56845"/>
                    <a:pt x="21852" y="63788"/>
                    <a:pt x="13087" y="72739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7257AC52-C032-F689-1381-BA83532EA97A}"/>
                </a:ext>
              </a:extLst>
            </p:cNvPr>
            <p:cNvSpPr/>
            <p:nvPr/>
          </p:nvSpPr>
          <p:spPr>
            <a:xfrm>
              <a:off x="2966733" y="4755570"/>
              <a:ext cx="58613" cy="80439"/>
            </a:xfrm>
            <a:custGeom>
              <a:avLst/>
              <a:gdLst>
                <a:gd name="csX0" fmla="*/ 36309 w 58613"/>
                <a:gd name="csY0" fmla="*/ 9483 h 80439"/>
                <a:gd name="csX1" fmla="*/ 8831 w 58613"/>
                <a:gd name="csY1" fmla="*/ 52416 h 80439"/>
                <a:gd name="csX2" fmla="*/ 36309 w 58613"/>
                <a:gd name="csY2" fmla="*/ 52416 h 80439"/>
                <a:gd name="csX3" fmla="*/ 36309 w 58613"/>
                <a:gd name="csY3" fmla="*/ 9483 h 80439"/>
                <a:gd name="csX4" fmla="*/ 33463 w 58613"/>
                <a:gd name="csY4" fmla="*/ 0 h 80439"/>
                <a:gd name="csX5" fmla="*/ 47149 w 58613"/>
                <a:gd name="csY5" fmla="*/ 0 h 80439"/>
                <a:gd name="csX6" fmla="*/ 47149 w 58613"/>
                <a:gd name="csY6" fmla="*/ 52416 h 80439"/>
                <a:gd name="csX7" fmla="*/ 58614 w 58613"/>
                <a:gd name="csY7" fmla="*/ 52416 h 80439"/>
                <a:gd name="csX8" fmla="*/ 58614 w 58613"/>
                <a:gd name="csY8" fmla="*/ 61473 h 80439"/>
                <a:gd name="csX9" fmla="*/ 47149 w 58613"/>
                <a:gd name="csY9" fmla="*/ 61473 h 80439"/>
                <a:gd name="csX10" fmla="*/ 47149 w 58613"/>
                <a:gd name="csY10" fmla="*/ 80439 h 80439"/>
                <a:gd name="csX11" fmla="*/ 36309 w 58613"/>
                <a:gd name="csY11" fmla="*/ 80439 h 80439"/>
                <a:gd name="csX12" fmla="*/ 36309 w 58613"/>
                <a:gd name="csY12" fmla="*/ 61473 h 80439"/>
                <a:gd name="csX13" fmla="*/ 0 w 58613"/>
                <a:gd name="csY13" fmla="*/ 61473 h 80439"/>
                <a:gd name="csX14" fmla="*/ 0 w 58613"/>
                <a:gd name="csY14" fmla="*/ 50966 h 80439"/>
                <a:gd name="csX15" fmla="*/ 33463 w 58613"/>
                <a:gd name="csY15" fmla="*/ 0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58613" h="80439">
                  <a:moveTo>
                    <a:pt x="36309" y="9483"/>
                  </a:moveTo>
                  <a:lnTo>
                    <a:pt x="8831" y="52416"/>
                  </a:lnTo>
                  <a:lnTo>
                    <a:pt x="36309" y="52416"/>
                  </a:lnTo>
                  <a:lnTo>
                    <a:pt x="36309" y="9483"/>
                  </a:lnTo>
                  <a:moveTo>
                    <a:pt x="33463" y="0"/>
                  </a:moveTo>
                  <a:lnTo>
                    <a:pt x="47149" y="0"/>
                  </a:lnTo>
                  <a:lnTo>
                    <a:pt x="47149" y="52416"/>
                  </a:lnTo>
                  <a:lnTo>
                    <a:pt x="58614" y="52416"/>
                  </a:lnTo>
                  <a:lnTo>
                    <a:pt x="58614" y="61473"/>
                  </a:lnTo>
                  <a:lnTo>
                    <a:pt x="47149" y="61473"/>
                  </a:lnTo>
                  <a:lnTo>
                    <a:pt x="47149" y="80439"/>
                  </a:lnTo>
                  <a:lnTo>
                    <a:pt x="36309" y="80439"/>
                  </a:lnTo>
                  <a:lnTo>
                    <a:pt x="36309" y="61473"/>
                  </a:lnTo>
                  <a:lnTo>
                    <a:pt x="0" y="61473"/>
                  </a:lnTo>
                  <a:lnTo>
                    <a:pt x="0" y="50966"/>
                  </a:lnTo>
                  <a:lnTo>
                    <a:pt x="33463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748A8DF-0914-0984-A82A-C2A2032E7260}"/>
                </a:ext>
              </a:extLst>
            </p:cNvPr>
            <p:cNvSpPr/>
            <p:nvPr/>
          </p:nvSpPr>
          <p:spPr>
            <a:xfrm>
              <a:off x="539738" y="2830231"/>
              <a:ext cx="1330" cy="1879693"/>
            </a:xfrm>
            <a:custGeom>
              <a:avLst/>
              <a:gdLst>
                <a:gd name="csX0" fmla="*/ 0 w 1330"/>
                <a:gd name="csY0" fmla="*/ 1879693 h 1879693"/>
                <a:gd name="csX1" fmla="*/ 0 w 1330"/>
                <a:gd name="csY1" fmla="*/ 0 h 18796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330" h="1879693">
                  <a:moveTo>
                    <a:pt x="0" y="1879693"/>
                  </a:moveTo>
                  <a:lnTo>
                    <a:pt x="0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1953FDA5-1471-408E-F351-76BFA951AFC1}"/>
                </a:ext>
              </a:extLst>
            </p:cNvPr>
            <p:cNvSpPr/>
            <p:nvPr/>
          </p:nvSpPr>
          <p:spPr>
            <a:xfrm>
              <a:off x="539738" y="4457594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4A42388-F71D-435D-DFE6-7CEE8BF74D37}"/>
                </a:ext>
              </a:extLst>
            </p:cNvPr>
            <p:cNvSpPr/>
            <p:nvPr/>
          </p:nvSpPr>
          <p:spPr>
            <a:xfrm>
              <a:off x="539738" y="4192960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637C0D10-6A75-1F61-4E89-F76BB6E3E5F2}"/>
                </a:ext>
              </a:extLst>
            </p:cNvPr>
            <p:cNvSpPr/>
            <p:nvPr/>
          </p:nvSpPr>
          <p:spPr>
            <a:xfrm>
              <a:off x="539738" y="3928332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A16F965F-2245-D726-4733-4D275F28B071}"/>
                </a:ext>
              </a:extLst>
            </p:cNvPr>
            <p:cNvSpPr/>
            <p:nvPr/>
          </p:nvSpPr>
          <p:spPr>
            <a:xfrm>
              <a:off x="539738" y="3663697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7804A00A-3403-3849-55E1-5AC131FFBF6D}"/>
                </a:ext>
              </a:extLst>
            </p:cNvPr>
            <p:cNvSpPr/>
            <p:nvPr/>
          </p:nvSpPr>
          <p:spPr>
            <a:xfrm>
              <a:off x="539738" y="3399064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8499717-FA9F-EB87-E174-9FFE04E547CB}"/>
                </a:ext>
              </a:extLst>
            </p:cNvPr>
            <p:cNvSpPr/>
            <p:nvPr/>
          </p:nvSpPr>
          <p:spPr>
            <a:xfrm>
              <a:off x="539738" y="3134431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5ED1FE7-AF4B-CD4A-575A-53B67990BCE9}"/>
                </a:ext>
              </a:extLst>
            </p:cNvPr>
            <p:cNvSpPr/>
            <p:nvPr/>
          </p:nvSpPr>
          <p:spPr>
            <a:xfrm>
              <a:off x="539738" y="2869796"/>
              <a:ext cx="25133" cy="1330"/>
            </a:xfrm>
            <a:custGeom>
              <a:avLst/>
              <a:gdLst>
                <a:gd name="csX0" fmla="*/ 0 w 25133"/>
                <a:gd name="csY0" fmla="*/ 0 h 1330"/>
                <a:gd name="csX1" fmla="*/ 25133 w 25133"/>
                <a:gd name="csY1" fmla="*/ 0 h 13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25133" h="1330">
                  <a:moveTo>
                    <a:pt x="0" y="0"/>
                  </a:moveTo>
                  <a:lnTo>
                    <a:pt x="25133" y="0"/>
                  </a:lnTo>
                </a:path>
              </a:pathLst>
            </a:custGeom>
            <a:noFill/>
            <a:ln w="5318" cap="rnd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2426FB8B-36FA-96A4-30B0-8236C81BD9FA}"/>
                </a:ext>
              </a:extLst>
            </p:cNvPr>
            <p:cNvSpPr/>
            <p:nvPr/>
          </p:nvSpPr>
          <p:spPr>
            <a:xfrm>
              <a:off x="280333" y="4458644"/>
              <a:ext cx="69071" cy="9163"/>
            </a:xfrm>
            <a:custGeom>
              <a:avLst/>
              <a:gdLst>
                <a:gd name="csX0" fmla="*/ 0 w 69071"/>
                <a:gd name="csY0" fmla="*/ 0 h 9163"/>
                <a:gd name="csX1" fmla="*/ 69072 w 69071"/>
                <a:gd name="csY1" fmla="*/ 0 h 9163"/>
                <a:gd name="csX2" fmla="*/ 69072 w 69071"/>
                <a:gd name="csY2" fmla="*/ 9164 h 9163"/>
                <a:gd name="csX3" fmla="*/ 0 w 69071"/>
                <a:gd name="csY3" fmla="*/ 9164 h 9163"/>
                <a:gd name="csX4" fmla="*/ 0 w 69071"/>
                <a:gd name="csY4" fmla="*/ 0 h 9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63">
                  <a:moveTo>
                    <a:pt x="0" y="0"/>
                  </a:moveTo>
                  <a:lnTo>
                    <a:pt x="69072" y="0"/>
                  </a:lnTo>
                  <a:lnTo>
                    <a:pt x="69072" y="9164"/>
                  </a:lnTo>
                  <a:lnTo>
                    <a:pt x="0" y="9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BC7684DF-6A73-6751-DB98-99DC2582728B}"/>
                </a:ext>
              </a:extLst>
            </p:cNvPr>
            <p:cNvSpPr/>
            <p:nvPr/>
          </p:nvSpPr>
          <p:spPr>
            <a:xfrm>
              <a:off x="373218" y="4417374"/>
              <a:ext cx="47896" cy="80439"/>
            </a:xfrm>
            <a:custGeom>
              <a:avLst/>
              <a:gdLst>
                <a:gd name="csX0" fmla="*/ 1561 w 47896"/>
                <a:gd name="csY0" fmla="*/ 71289 h 80439"/>
                <a:gd name="csX1" fmla="*/ 19341 w 47896"/>
                <a:gd name="csY1" fmla="*/ 71289 h 80439"/>
                <a:gd name="csX2" fmla="*/ 19341 w 47896"/>
                <a:gd name="csY2" fmla="*/ 9922 h 80439"/>
                <a:gd name="csX3" fmla="*/ 0 w 47896"/>
                <a:gd name="csY3" fmla="*/ 13792 h 80439"/>
                <a:gd name="csX4" fmla="*/ 0 w 47896"/>
                <a:gd name="csY4" fmla="*/ 3884 h 80439"/>
                <a:gd name="csX5" fmla="*/ 19233 w 47896"/>
                <a:gd name="csY5" fmla="*/ 0 h 80439"/>
                <a:gd name="csX6" fmla="*/ 30117 w 47896"/>
                <a:gd name="csY6" fmla="*/ 0 h 80439"/>
                <a:gd name="csX7" fmla="*/ 30117 w 47896"/>
                <a:gd name="csY7" fmla="*/ 71289 h 80439"/>
                <a:gd name="csX8" fmla="*/ 47897 w 47896"/>
                <a:gd name="csY8" fmla="*/ 71289 h 80439"/>
                <a:gd name="csX9" fmla="*/ 47897 w 47896"/>
                <a:gd name="csY9" fmla="*/ 80440 h 80439"/>
                <a:gd name="csX10" fmla="*/ 1561 w 47896"/>
                <a:gd name="csY10" fmla="*/ 80440 h 80439"/>
                <a:gd name="csX11" fmla="*/ 1561 w 47896"/>
                <a:gd name="csY11" fmla="*/ 71289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9">
                  <a:moveTo>
                    <a:pt x="1561" y="71289"/>
                  </a:moveTo>
                  <a:lnTo>
                    <a:pt x="19341" y="71289"/>
                  </a:lnTo>
                  <a:lnTo>
                    <a:pt x="19341" y="9922"/>
                  </a:lnTo>
                  <a:lnTo>
                    <a:pt x="0" y="13792"/>
                  </a:lnTo>
                  <a:lnTo>
                    <a:pt x="0" y="3884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9"/>
                  </a:lnTo>
                  <a:lnTo>
                    <a:pt x="47897" y="71289"/>
                  </a:lnTo>
                  <a:lnTo>
                    <a:pt x="47897" y="80440"/>
                  </a:lnTo>
                  <a:lnTo>
                    <a:pt x="1561" y="80440"/>
                  </a:lnTo>
                  <a:lnTo>
                    <a:pt x="1561" y="71289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6629D2A-355D-584B-C38B-A157FBFB2264}"/>
                </a:ext>
              </a:extLst>
            </p:cNvPr>
            <p:cNvSpPr/>
            <p:nvPr/>
          </p:nvSpPr>
          <p:spPr>
            <a:xfrm>
              <a:off x="439811" y="4417374"/>
              <a:ext cx="52046" cy="82008"/>
            </a:xfrm>
            <a:custGeom>
              <a:avLst/>
              <a:gdLst>
                <a:gd name="csX0" fmla="*/ 3394 w 52046"/>
                <a:gd name="csY0" fmla="*/ 0 h 82008"/>
                <a:gd name="csX1" fmla="*/ 46120 w 52046"/>
                <a:gd name="csY1" fmla="*/ 0 h 82008"/>
                <a:gd name="csX2" fmla="*/ 46120 w 52046"/>
                <a:gd name="csY2" fmla="*/ 9164 h 82008"/>
                <a:gd name="csX3" fmla="*/ 13361 w 52046"/>
                <a:gd name="csY3" fmla="*/ 9164 h 82008"/>
                <a:gd name="csX4" fmla="*/ 13361 w 52046"/>
                <a:gd name="csY4" fmla="*/ 28888 h 82008"/>
                <a:gd name="csX5" fmla="*/ 18103 w 52046"/>
                <a:gd name="csY5" fmla="*/ 27704 h 82008"/>
                <a:gd name="csX6" fmla="*/ 22844 w 52046"/>
                <a:gd name="csY6" fmla="*/ 27265 h 82008"/>
                <a:gd name="csX7" fmla="*/ 44179 w 52046"/>
                <a:gd name="csY7" fmla="*/ 34647 h 82008"/>
                <a:gd name="csX8" fmla="*/ 52046 w 52046"/>
                <a:gd name="csY8" fmla="*/ 54637 h 82008"/>
                <a:gd name="csX9" fmla="*/ 43964 w 52046"/>
                <a:gd name="csY9" fmla="*/ 74840 h 82008"/>
                <a:gd name="csX10" fmla="*/ 21174 w 52046"/>
                <a:gd name="csY10" fmla="*/ 82009 h 82008"/>
                <a:gd name="csX11" fmla="*/ 10829 w 52046"/>
                <a:gd name="csY11" fmla="*/ 81144 h 82008"/>
                <a:gd name="csX12" fmla="*/ 0 w 52046"/>
                <a:gd name="csY12" fmla="*/ 78564 h 82008"/>
                <a:gd name="csX13" fmla="*/ 0 w 52046"/>
                <a:gd name="csY13" fmla="*/ 67618 h 82008"/>
                <a:gd name="csX14" fmla="*/ 10020 w 52046"/>
                <a:gd name="csY14" fmla="*/ 71555 h 82008"/>
                <a:gd name="csX15" fmla="*/ 20958 w 52046"/>
                <a:gd name="csY15" fmla="*/ 72845 h 82008"/>
                <a:gd name="csX16" fmla="*/ 35720 w 52046"/>
                <a:gd name="csY16" fmla="*/ 67951 h 82008"/>
                <a:gd name="csX17" fmla="*/ 41163 w 52046"/>
                <a:gd name="csY17" fmla="*/ 54637 h 82008"/>
                <a:gd name="csX18" fmla="*/ 35720 w 52046"/>
                <a:gd name="csY18" fmla="*/ 41324 h 82008"/>
                <a:gd name="csX19" fmla="*/ 20958 w 52046"/>
                <a:gd name="csY19" fmla="*/ 36429 h 82008"/>
                <a:gd name="csX20" fmla="*/ 12229 w 52046"/>
                <a:gd name="csY20" fmla="*/ 37400 h 82008"/>
                <a:gd name="csX21" fmla="*/ 3394 w 52046"/>
                <a:gd name="csY21" fmla="*/ 40419 h 82008"/>
                <a:gd name="csX22" fmla="*/ 3394 w 52046"/>
                <a:gd name="csY22" fmla="*/ 0 h 82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8">
                  <a:moveTo>
                    <a:pt x="3394" y="0"/>
                  </a:moveTo>
                  <a:lnTo>
                    <a:pt x="46120" y="0"/>
                  </a:lnTo>
                  <a:lnTo>
                    <a:pt x="46120" y="9164"/>
                  </a:lnTo>
                  <a:lnTo>
                    <a:pt x="13361" y="9164"/>
                  </a:lnTo>
                  <a:lnTo>
                    <a:pt x="13361" y="28888"/>
                  </a:lnTo>
                  <a:cubicBezTo>
                    <a:pt x="14941" y="28343"/>
                    <a:pt x="16521" y="27957"/>
                    <a:pt x="18103" y="27704"/>
                  </a:cubicBezTo>
                  <a:cubicBezTo>
                    <a:pt x="19683" y="27412"/>
                    <a:pt x="21263" y="27265"/>
                    <a:pt x="22844" y="27265"/>
                  </a:cubicBezTo>
                  <a:cubicBezTo>
                    <a:pt x="31823" y="27265"/>
                    <a:pt x="38935" y="29726"/>
                    <a:pt x="44179" y="34647"/>
                  </a:cubicBezTo>
                  <a:cubicBezTo>
                    <a:pt x="49423" y="39568"/>
                    <a:pt x="52046" y="46231"/>
                    <a:pt x="52046" y="54637"/>
                  </a:cubicBezTo>
                  <a:cubicBezTo>
                    <a:pt x="52046" y="63296"/>
                    <a:pt x="49352" y="70025"/>
                    <a:pt x="43964" y="74840"/>
                  </a:cubicBezTo>
                  <a:cubicBezTo>
                    <a:pt x="38576" y="79615"/>
                    <a:pt x="30980" y="82009"/>
                    <a:pt x="21174" y="82009"/>
                  </a:cubicBezTo>
                  <a:cubicBezTo>
                    <a:pt x="17797" y="82009"/>
                    <a:pt x="14350" y="81716"/>
                    <a:pt x="10829" y="81144"/>
                  </a:cubicBezTo>
                  <a:cubicBezTo>
                    <a:pt x="7346" y="80572"/>
                    <a:pt x="3736" y="79708"/>
                    <a:pt x="0" y="78564"/>
                  </a:cubicBezTo>
                  <a:lnTo>
                    <a:pt x="0" y="67618"/>
                  </a:lnTo>
                  <a:cubicBezTo>
                    <a:pt x="3233" y="69387"/>
                    <a:pt x="6573" y="70690"/>
                    <a:pt x="10020" y="71555"/>
                  </a:cubicBezTo>
                  <a:cubicBezTo>
                    <a:pt x="13469" y="72419"/>
                    <a:pt x="17115" y="72845"/>
                    <a:pt x="20958" y="72845"/>
                  </a:cubicBezTo>
                  <a:cubicBezTo>
                    <a:pt x="27172" y="72845"/>
                    <a:pt x="32093" y="71209"/>
                    <a:pt x="35720" y="67951"/>
                  </a:cubicBezTo>
                  <a:cubicBezTo>
                    <a:pt x="39349" y="64679"/>
                    <a:pt x="41163" y="60236"/>
                    <a:pt x="41163" y="54637"/>
                  </a:cubicBezTo>
                  <a:cubicBezTo>
                    <a:pt x="41163" y="49038"/>
                    <a:pt x="39349" y="44595"/>
                    <a:pt x="35720" y="41324"/>
                  </a:cubicBezTo>
                  <a:cubicBezTo>
                    <a:pt x="32093" y="38065"/>
                    <a:pt x="27172" y="36429"/>
                    <a:pt x="20958" y="36429"/>
                  </a:cubicBezTo>
                  <a:cubicBezTo>
                    <a:pt x="18050" y="36429"/>
                    <a:pt x="15140" y="36748"/>
                    <a:pt x="12229" y="37400"/>
                  </a:cubicBezTo>
                  <a:cubicBezTo>
                    <a:pt x="9357" y="38052"/>
                    <a:pt x="6412" y="39049"/>
                    <a:pt x="3394" y="40419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88A912FF-69D6-C92E-E720-BE108DA32557}"/>
                </a:ext>
              </a:extLst>
            </p:cNvPr>
            <p:cNvSpPr/>
            <p:nvPr/>
          </p:nvSpPr>
          <p:spPr>
            <a:xfrm>
              <a:off x="278016" y="4194011"/>
              <a:ext cx="69071" cy="9163"/>
            </a:xfrm>
            <a:custGeom>
              <a:avLst/>
              <a:gdLst>
                <a:gd name="csX0" fmla="*/ 0 w 69071"/>
                <a:gd name="csY0" fmla="*/ 0 h 9163"/>
                <a:gd name="csX1" fmla="*/ 69072 w 69071"/>
                <a:gd name="csY1" fmla="*/ 0 h 9163"/>
                <a:gd name="csX2" fmla="*/ 69072 w 69071"/>
                <a:gd name="csY2" fmla="*/ 9164 h 9163"/>
                <a:gd name="csX3" fmla="*/ 0 w 69071"/>
                <a:gd name="csY3" fmla="*/ 9164 h 9163"/>
                <a:gd name="csX4" fmla="*/ 0 w 69071"/>
                <a:gd name="csY4" fmla="*/ 0 h 9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63">
                  <a:moveTo>
                    <a:pt x="0" y="0"/>
                  </a:moveTo>
                  <a:lnTo>
                    <a:pt x="69072" y="0"/>
                  </a:lnTo>
                  <a:lnTo>
                    <a:pt x="69072" y="9164"/>
                  </a:lnTo>
                  <a:lnTo>
                    <a:pt x="0" y="9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3838697-24B6-4232-6846-8AC0E0521A32}"/>
                </a:ext>
              </a:extLst>
            </p:cNvPr>
            <p:cNvSpPr/>
            <p:nvPr/>
          </p:nvSpPr>
          <p:spPr>
            <a:xfrm>
              <a:off x="370901" y="4152740"/>
              <a:ext cx="47896" cy="80439"/>
            </a:xfrm>
            <a:custGeom>
              <a:avLst/>
              <a:gdLst>
                <a:gd name="csX0" fmla="*/ 1561 w 47896"/>
                <a:gd name="csY0" fmla="*/ 71289 h 80439"/>
                <a:gd name="csX1" fmla="*/ 19341 w 47896"/>
                <a:gd name="csY1" fmla="*/ 71289 h 80439"/>
                <a:gd name="csX2" fmla="*/ 19341 w 47896"/>
                <a:gd name="csY2" fmla="*/ 9922 h 80439"/>
                <a:gd name="csX3" fmla="*/ 0 w 47896"/>
                <a:gd name="csY3" fmla="*/ 13792 h 80439"/>
                <a:gd name="csX4" fmla="*/ 0 w 47896"/>
                <a:gd name="csY4" fmla="*/ 3884 h 80439"/>
                <a:gd name="csX5" fmla="*/ 19233 w 47896"/>
                <a:gd name="csY5" fmla="*/ 0 h 80439"/>
                <a:gd name="csX6" fmla="*/ 30117 w 47896"/>
                <a:gd name="csY6" fmla="*/ 0 h 80439"/>
                <a:gd name="csX7" fmla="*/ 30117 w 47896"/>
                <a:gd name="csY7" fmla="*/ 71289 h 80439"/>
                <a:gd name="csX8" fmla="*/ 47897 w 47896"/>
                <a:gd name="csY8" fmla="*/ 71289 h 80439"/>
                <a:gd name="csX9" fmla="*/ 47897 w 47896"/>
                <a:gd name="csY9" fmla="*/ 80439 h 80439"/>
                <a:gd name="csX10" fmla="*/ 1561 w 47896"/>
                <a:gd name="csY10" fmla="*/ 80439 h 80439"/>
                <a:gd name="csX11" fmla="*/ 1561 w 47896"/>
                <a:gd name="csY11" fmla="*/ 71289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9">
                  <a:moveTo>
                    <a:pt x="1561" y="71289"/>
                  </a:moveTo>
                  <a:lnTo>
                    <a:pt x="19341" y="71289"/>
                  </a:lnTo>
                  <a:lnTo>
                    <a:pt x="19341" y="9922"/>
                  </a:lnTo>
                  <a:lnTo>
                    <a:pt x="0" y="13792"/>
                  </a:lnTo>
                  <a:lnTo>
                    <a:pt x="0" y="3884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9"/>
                  </a:lnTo>
                  <a:lnTo>
                    <a:pt x="47897" y="71289"/>
                  </a:lnTo>
                  <a:lnTo>
                    <a:pt x="47897" y="80439"/>
                  </a:lnTo>
                  <a:lnTo>
                    <a:pt x="1561" y="80439"/>
                  </a:lnTo>
                  <a:lnTo>
                    <a:pt x="1561" y="71289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53F79CC7-5AD1-CF46-4FE1-B494DEE9DB0F}"/>
                </a:ext>
              </a:extLst>
            </p:cNvPr>
            <p:cNvSpPr/>
            <p:nvPr/>
          </p:nvSpPr>
          <p:spPr>
            <a:xfrm>
              <a:off x="436254" y="4151291"/>
              <a:ext cx="55602" cy="83458"/>
            </a:xfrm>
            <a:custGeom>
              <a:avLst/>
              <a:gdLst>
                <a:gd name="csX0" fmla="*/ 27801 w 55602"/>
                <a:gd name="csY0" fmla="*/ 8618 h 83458"/>
                <a:gd name="csX1" fmla="*/ 15140 w 55602"/>
                <a:gd name="csY1" fmla="*/ 16918 h 83458"/>
                <a:gd name="csX2" fmla="*/ 10938 w 55602"/>
                <a:gd name="csY2" fmla="*/ 41749 h 83458"/>
                <a:gd name="csX3" fmla="*/ 15140 w 55602"/>
                <a:gd name="csY3" fmla="*/ 66594 h 83458"/>
                <a:gd name="csX4" fmla="*/ 27801 w 55602"/>
                <a:gd name="csY4" fmla="*/ 74840 h 83458"/>
                <a:gd name="csX5" fmla="*/ 40462 w 55602"/>
                <a:gd name="csY5" fmla="*/ 66594 h 83458"/>
                <a:gd name="csX6" fmla="*/ 44719 w 55602"/>
                <a:gd name="csY6" fmla="*/ 41749 h 83458"/>
                <a:gd name="csX7" fmla="*/ 40462 w 55602"/>
                <a:gd name="csY7" fmla="*/ 16918 h 83458"/>
                <a:gd name="csX8" fmla="*/ 27801 w 55602"/>
                <a:gd name="csY8" fmla="*/ 8618 h 83458"/>
                <a:gd name="csX9" fmla="*/ 27801 w 55602"/>
                <a:gd name="csY9" fmla="*/ 0 h 83458"/>
                <a:gd name="csX10" fmla="*/ 48437 w 55602"/>
                <a:gd name="csY10" fmla="*/ 10720 h 83458"/>
                <a:gd name="csX11" fmla="*/ 55603 w 55602"/>
                <a:gd name="csY11" fmla="*/ 41749 h 83458"/>
                <a:gd name="csX12" fmla="*/ 48437 w 55602"/>
                <a:gd name="csY12" fmla="*/ 72792 h 83458"/>
                <a:gd name="csX13" fmla="*/ 27801 w 55602"/>
                <a:gd name="csY13" fmla="*/ 83459 h 83458"/>
                <a:gd name="csX14" fmla="*/ 7112 w 55602"/>
                <a:gd name="csY14" fmla="*/ 72792 h 83458"/>
                <a:gd name="csX15" fmla="*/ 0 w 55602"/>
                <a:gd name="csY15" fmla="*/ 41749 h 83458"/>
                <a:gd name="csX16" fmla="*/ 7112 w 55602"/>
                <a:gd name="csY16" fmla="*/ 10720 h 83458"/>
                <a:gd name="csX17" fmla="*/ 27801 w 55602"/>
                <a:gd name="csY17" fmla="*/ 0 h 8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8">
                  <a:moveTo>
                    <a:pt x="27801" y="8618"/>
                  </a:moveTo>
                  <a:cubicBezTo>
                    <a:pt x="22198" y="8618"/>
                    <a:pt x="17977" y="11385"/>
                    <a:pt x="15140" y="16918"/>
                  </a:cubicBezTo>
                  <a:cubicBezTo>
                    <a:pt x="12339" y="22411"/>
                    <a:pt x="10938" y="30697"/>
                    <a:pt x="10938" y="41749"/>
                  </a:cubicBezTo>
                  <a:cubicBezTo>
                    <a:pt x="10938" y="52775"/>
                    <a:pt x="12339" y="61061"/>
                    <a:pt x="15140" y="66594"/>
                  </a:cubicBezTo>
                  <a:cubicBezTo>
                    <a:pt x="17977" y="72087"/>
                    <a:pt x="22198" y="74840"/>
                    <a:pt x="27801" y="74840"/>
                  </a:cubicBezTo>
                  <a:cubicBezTo>
                    <a:pt x="33441" y="74840"/>
                    <a:pt x="37661" y="72087"/>
                    <a:pt x="40462" y="66594"/>
                  </a:cubicBezTo>
                  <a:cubicBezTo>
                    <a:pt x="43300" y="61061"/>
                    <a:pt x="44719" y="52775"/>
                    <a:pt x="44719" y="41749"/>
                  </a:cubicBezTo>
                  <a:cubicBezTo>
                    <a:pt x="44719" y="30697"/>
                    <a:pt x="43300" y="22411"/>
                    <a:pt x="40462" y="16918"/>
                  </a:cubicBezTo>
                  <a:cubicBezTo>
                    <a:pt x="37661" y="11385"/>
                    <a:pt x="33441" y="8618"/>
                    <a:pt x="27801" y="8618"/>
                  </a:cubicBezTo>
                  <a:moveTo>
                    <a:pt x="27801" y="0"/>
                  </a:moveTo>
                  <a:cubicBezTo>
                    <a:pt x="36818" y="0"/>
                    <a:pt x="43695" y="3578"/>
                    <a:pt x="48437" y="10720"/>
                  </a:cubicBezTo>
                  <a:cubicBezTo>
                    <a:pt x="53214" y="17836"/>
                    <a:pt x="55603" y="28170"/>
                    <a:pt x="55603" y="41749"/>
                  </a:cubicBezTo>
                  <a:cubicBezTo>
                    <a:pt x="55603" y="55302"/>
                    <a:pt x="53214" y="65650"/>
                    <a:pt x="48437" y="72792"/>
                  </a:cubicBezTo>
                  <a:cubicBezTo>
                    <a:pt x="43695" y="79907"/>
                    <a:pt x="36818" y="83459"/>
                    <a:pt x="27801" y="83459"/>
                  </a:cubicBezTo>
                  <a:cubicBezTo>
                    <a:pt x="18785" y="83459"/>
                    <a:pt x="11889" y="79907"/>
                    <a:pt x="7112" y="72792"/>
                  </a:cubicBezTo>
                  <a:cubicBezTo>
                    <a:pt x="2370" y="65650"/>
                    <a:pt x="0" y="55302"/>
                    <a:pt x="0" y="41749"/>
                  </a:cubicBezTo>
                  <a:cubicBezTo>
                    <a:pt x="0" y="28170"/>
                    <a:pt x="2370" y="17836"/>
                    <a:pt x="7112" y="10720"/>
                  </a:cubicBezTo>
                  <a:cubicBezTo>
                    <a:pt x="11889" y="3578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BE5A98B-FDFB-6A56-FE95-006B1347555D}"/>
                </a:ext>
              </a:extLst>
            </p:cNvPr>
            <p:cNvSpPr/>
            <p:nvPr/>
          </p:nvSpPr>
          <p:spPr>
            <a:xfrm>
              <a:off x="350535" y="3929383"/>
              <a:ext cx="69071" cy="9158"/>
            </a:xfrm>
            <a:custGeom>
              <a:avLst/>
              <a:gdLst>
                <a:gd name="csX0" fmla="*/ 0 w 69071"/>
                <a:gd name="csY0" fmla="*/ 0 h 9158"/>
                <a:gd name="csX1" fmla="*/ 69072 w 69071"/>
                <a:gd name="csY1" fmla="*/ 0 h 9158"/>
                <a:gd name="csX2" fmla="*/ 69072 w 69071"/>
                <a:gd name="csY2" fmla="*/ 9158 h 9158"/>
                <a:gd name="csX3" fmla="*/ 0 w 69071"/>
                <a:gd name="csY3" fmla="*/ 9158 h 9158"/>
                <a:gd name="csX4" fmla="*/ 0 w 69071"/>
                <a:gd name="csY4" fmla="*/ 0 h 91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9071" h="9158">
                  <a:moveTo>
                    <a:pt x="0" y="0"/>
                  </a:moveTo>
                  <a:lnTo>
                    <a:pt x="69072" y="0"/>
                  </a:lnTo>
                  <a:lnTo>
                    <a:pt x="69072" y="9158"/>
                  </a:lnTo>
                  <a:lnTo>
                    <a:pt x="0" y="9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551D430-9847-59E6-7478-CF4DB171AC8D}"/>
                </a:ext>
              </a:extLst>
            </p:cNvPr>
            <p:cNvSpPr/>
            <p:nvPr/>
          </p:nvSpPr>
          <p:spPr>
            <a:xfrm>
              <a:off x="439811" y="3888112"/>
              <a:ext cx="52046" cy="82000"/>
            </a:xfrm>
            <a:custGeom>
              <a:avLst/>
              <a:gdLst>
                <a:gd name="csX0" fmla="*/ 3394 w 52046"/>
                <a:gd name="csY0" fmla="*/ 0 h 82000"/>
                <a:gd name="csX1" fmla="*/ 46120 w 52046"/>
                <a:gd name="csY1" fmla="*/ 0 h 82000"/>
                <a:gd name="csX2" fmla="*/ 46120 w 52046"/>
                <a:gd name="csY2" fmla="*/ 9159 h 82000"/>
                <a:gd name="csX3" fmla="*/ 13361 w 52046"/>
                <a:gd name="csY3" fmla="*/ 9159 h 82000"/>
                <a:gd name="csX4" fmla="*/ 13361 w 52046"/>
                <a:gd name="csY4" fmla="*/ 28877 h 82000"/>
                <a:gd name="csX5" fmla="*/ 18103 w 52046"/>
                <a:gd name="csY5" fmla="*/ 27692 h 82000"/>
                <a:gd name="csX6" fmla="*/ 22844 w 52046"/>
                <a:gd name="csY6" fmla="*/ 27261 h 82000"/>
                <a:gd name="csX7" fmla="*/ 44179 w 52046"/>
                <a:gd name="csY7" fmla="*/ 34643 h 82000"/>
                <a:gd name="csX8" fmla="*/ 52046 w 52046"/>
                <a:gd name="csY8" fmla="*/ 54632 h 82000"/>
                <a:gd name="csX9" fmla="*/ 43964 w 52046"/>
                <a:gd name="csY9" fmla="*/ 74836 h 82000"/>
                <a:gd name="csX10" fmla="*/ 21174 w 52046"/>
                <a:gd name="csY10" fmla="*/ 82001 h 82000"/>
                <a:gd name="csX11" fmla="*/ 10829 w 52046"/>
                <a:gd name="csY11" fmla="*/ 81139 h 82000"/>
                <a:gd name="csX12" fmla="*/ 0 w 52046"/>
                <a:gd name="csY12" fmla="*/ 78553 h 82000"/>
                <a:gd name="csX13" fmla="*/ 0 w 52046"/>
                <a:gd name="csY13" fmla="*/ 67615 h 82000"/>
                <a:gd name="csX14" fmla="*/ 10020 w 52046"/>
                <a:gd name="csY14" fmla="*/ 71550 h 82000"/>
                <a:gd name="csX15" fmla="*/ 20958 w 52046"/>
                <a:gd name="csY15" fmla="*/ 72842 h 82000"/>
                <a:gd name="csX16" fmla="*/ 35720 w 52046"/>
                <a:gd name="csY16" fmla="*/ 67940 h 82000"/>
                <a:gd name="csX17" fmla="*/ 41163 w 52046"/>
                <a:gd name="csY17" fmla="*/ 54632 h 82000"/>
                <a:gd name="csX18" fmla="*/ 35720 w 52046"/>
                <a:gd name="csY18" fmla="*/ 41324 h 82000"/>
                <a:gd name="csX19" fmla="*/ 20958 w 52046"/>
                <a:gd name="csY19" fmla="*/ 36421 h 82000"/>
                <a:gd name="csX20" fmla="*/ 12229 w 52046"/>
                <a:gd name="csY20" fmla="*/ 37391 h 82000"/>
                <a:gd name="csX21" fmla="*/ 3394 w 52046"/>
                <a:gd name="csY21" fmla="*/ 40407 h 82000"/>
                <a:gd name="csX22" fmla="*/ 3394 w 52046"/>
                <a:gd name="csY22" fmla="*/ 0 h 8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0">
                  <a:moveTo>
                    <a:pt x="3394" y="0"/>
                  </a:moveTo>
                  <a:lnTo>
                    <a:pt x="46120" y="0"/>
                  </a:lnTo>
                  <a:lnTo>
                    <a:pt x="46120" y="9159"/>
                  </a:lnTo>
                  <a:lnTo>
                    <a:pt x="13361" y="9159"/>
                  </a:lnTo>
                  <a:lnTo>
                    <a:pt x="13361" y="28877"/>
                  </a:lnTo>
                  <a:cubicBezTo>
                    <a:pt x="14941" y="28339"/>
                    <a:pt x="16521" y="27944"/>
                    <a:pt x="18103" y="27692"/>
                  </a:cubicBezTo>
                  <a:cubicBezTo>
                    <a:pt x="19683" y="27405"/>
                    <a:pt x="21263" y="27261"/>
                    <a:pt x="22844" y="27261"/>
                  </a:cubicBezTo>
                  <a:cubicBezTo>
                    <a:pt x="31823" y="27261"/>
                    <a:pt x="38935" y="29722"/>
                    <a:pt x="44179" y="34643"/>
                  </a:cubicBezTo>
                  <a:cubicBezTo>
                    <a:pt x="49423" y="39564"/>
                    <a:pt x="52046" y="46227"/>
                    <a:pt x="52046" y="54632"/>
                  </a:cubicBezTo>
                  <a:cubicBezTo>
                    <a:pt x="52046" y="63288"/>
                    <a:pt x="49352" y="70023"/>
                    <a:pt x="43964" y="74836"/>
                  </a:cubicBezTo>
                  <a:cubicBezTo>
                    <a:pt x="38576" y="79612"/>
                    <a:pt x="30980" y="82001"/>
                    <a:pt x="21174" y="82001"/>
                  </a:cubicBezTo>
                  <a:cubicBezTo>
                    <a:pt x="17797" y="82001"/>
                    <a:pt x="14350" y="81714"/>
                    <a:pt x="10829" y="81139"/>
                  </a:cubicBezTo>
                  <a:cubicBezTo>
                    <a:pt x="7346" y="80564"/>
                    <a:pt x="3736" y="79703"/>
                    <a:pt x="0" y="78553"/>
                  </a:cubicBezTo>
                  <a:lnTo>
                    <a:pt x="0" y="67615"/>
                  </a:lnTo>
                  <a:cubicBezTo>
                    <a:pt x="3233" y="69375"/>
                    <a:pt x="6573" y="70686"/>
                    <a:pt x="10020" y="71550"/>
                  </a:cubicBezTo>
                  <a:cubicBezTo>
                    <a:pt x="13469" y="72411"/>
                    <a:pt x="17115" y="72842"/>
                    <a:pt x="20958" y="72842"/>
                  </a:cubicBezTo>
                  <a:cubicBezTo>
                    <a:pt x="27172" y="72842"/>
                    <a:pt x="32093" y="71208"/>
                    <a:pt x="35720" y="67940"/>
                  </a:cubicBezTo>
                  <a:cubicBezTo>
                    <a:pt x="39349" y="64671"/>
                    <a:pt x="41163" y="60235"/>
                    <a:pt x="41163" y="54632"/>
                  </a:cubicBezTo>
                  <a:cubicBezTo>
                    <a:pt x="41163" y="49028"/>
                    <a:pt x="39349" y="44592"/>
                    <a:pt x="35720" y="41324"/>
                  </a:cubicBezTo>
                  <a:cubicBezTo>
                    <a:pt x="32093" y="38056"/>
                    <a:pt x="27172" y="36421"/>
                    <a:pt x="20958" y="36421"/>
                  </a:cubicBezTo>
                  <a:cubicBezTo>
                    <a:pt x="18050" y="36421"/>
                    <a:pt x="15140" y="36744"/>
                    <a:pt x="12229" y="37391"/>
                  </a:cubicBezTo>
                  <a:cubicBezTo>
                    <a:pt x="9357" y="38037"/>
                    <a:pt x="6412" y="39043"/>
                    <a:pt x="3394" y="40407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B2682208-0060-43EF-EC6F-24C843D3C4BA}"/>
                </a:ext>
              </a:extLst>
            </p:cNvPr>
            <p:cNvSpPr/>
            <p:nvPr/>
          </p:nvSpPr>
          <p:spPr>
            <a:xfrm>
              <a:off x="436254" y="3622024"/>
              <a:ext cx="55602" cy="83455"/>
            </a:xfrm>
            <a:custGeom>
              <a:avLst/>
              <a:gdLst>
                <a:gd name="csX0" fmla="*/ 27801 w 55602"/>
                <a:gd name="csY0" fmla="*/ 8620 h 83455"/>
                <a:gd name="csX1" fmla="*/ 15140 w 55602"/>
                <a:gd name="csY1" fmla="*/ 16916 h 83455"/>
                <a:gd name="csX2" fmla="*/ 10938 w 55602"/>
                <a:gd name="csY2" fmla="*/ 41755 h 83455"/>
                <a:gd name="csX3" fmla="*/ 15140 w 55602"/>
                <a:gd name="csY3" fmla="*/ 66593 h 83455"/>
                <a:gd name="csX4" fmla="*/ 27801 w 55602"/>
                <a:gd name="csY4" fmla="*/ 74836 h 83455"/>
                <a:gd name="csX5" fmla="*/ 40462 w 55602"/>
                <a:gd name="csY5" fmla="*/ 66593 h 83455"/>
                <a:gd name="csX6" fmla="*/ 44719 w 55602"/>
                <a:gd name="csY6" fmla="*/ 41755 h 83455"/>
                <a:gd name="csX7" fmla="*/ 40462 w 55602"/>
                <a:gd name="csY7" fmla="*/ 16916 h 83455"/>
                <a:gd name="csX8" fmla="*/ 27801 w 55602"/>
                <a:gd name="csY8" fmla="*/ 8620 h 83455"/>
                <a:gd name="csX9" fmla="*/ 27801 w 55602"/>
                <a:gd name="csY9" fmla="*/ 0 h 83455"/>
                <a:gd name="csX10" fmla="*/ 48437 w 55602"/>
                <a:gd name="csY10" fmla="*/ 10721 h 83455"/>
                <a:gd name="csX11" fmla="*/ 55603 w 55602"/>
                <a:gd name="csY11" fmla="*/ 41755 h 83455"/>
                <a:gd name="csX12" fmla="*/ 48437 w 55602"/>
                <a:gd name="csY12" fmla="*/ 72788 h 83455"/>
                <a:gd name="csX13" fmla="*/ 27801 w 55602"/>
                <a:gd name="csY13" fmla="*/ 83456 h 83455"/>
                <a:gd name="csX14" fmla="*/ 7112 w 55602"/>
                <a:gd name="csY14" fmla="*/ 72788 h 83455"/>
                <a:gd name="csX15" fmla="*/ 0 w 55602"/>
                <a:gd name="csY15" fmla="*/ 41755 h 83455"/>
                <a:gd name="csX16" fmla="*/ 7112 w 55602"/>
                <a:gd name="csY16" fmla="*/ 10721 h 83455"/>
                <a:gd name="csX17" fmla="*/ 27801 w 55602"/>
                <a:gd name="csY17" fmla="*/ 0 h 83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5">
                  <a:moveTo>
                    <a:pt x="27801" y="8620"/>
                  </a:moveTo>
                  <a:cubicBezTo>
                    <a:pt x="22198" y="8620"/>
                    <a:pt x="17977" y="11385"/>
                    <a:pt x="15140" y="16916"/>
                  </a:cubicBezTo>
                  <a:cubicBezTo>
                    <a:pt x="12339" y="22412"/>
                    <a:pt x="10938" y="30691"/>
                    <a:pt x="10938" y="41755"/>
                  </a:cubicBezTo>
                  <a:cubicBezTo>
                    <a:pt x="10938" y="52782"/>
                    <a:pt x="12339" y="61061"/>
                    <a:pt x="15140" y="66593"/>
                  </a:cubicBezTo>
                  <a:cubicBezTo>
                    <a:pt x="17977" y="72088"/>
                    <a:pt x="22198" y="74836"/>
                    <a:pt x="27801" y="74836"/>
                  </a:cubicBezTo>
                  <a:cubicBezTo>
                    <a:pt x="33441" y="74836"/>
                    <a:pt x="37661" y="72088"/>
                    <a:pt x="40462" y="66593"/>
                  </a:cubicBezTo>
                  <a:cubicBezTo>
                    <a:pt x="43300" y="61061"/>
                    <a:pt x="44719" y="52782"/>
                    <a:pt x="44719" y="41755"/>
                  </a:cubicBezTo>
                  <a:cubicBezTo>
                    <a:pt x="44719" y="30691"/>
                    <a:pt x="43300" y="22412"/>
                    <a:pt x="40462" y="16916"/>
                  </a:cubicBezTo>
                  <a:cubicBezTo>
                    <a:pt x="37661" y="11385"/>
                    <a:pt x="33441" y="8620"/>
                    <a:pt x="27801" y="8620"/>
                  </a:cubicBezTo>
                  <a:moveTo>
                    <a:pt x="27801" y="0"/>
                  </a:moveTo>
                  <a:cubicBezTo>
                    <a:pt x="36818" y="0"/>
                    <a:pt x="43695" y="3574"/>
                    <a:pt x="48437" y="10721"/>
                  </a:cubicBezTo>
                  <a:cubicBezTo>
                    <a:pt x="53214" y="17833"/>
                    <a:pt x="55603" y="28178"/>
                    <a:pt x="55603" y="41755"/>
                  </a:cubicBezTo>
                  <a:cubicBezTo>
                    <a:pt x="55603" y="55295"/>
                    <a:pt x="53214" y="65640"/>
                    <a:pt x="48437" y="72788"/>
                  </a:cubicBezTo>
                  <a:cubicBezTo>
                    <a:pt x="43695" y="79899"/>
                    <a:pt x="36818" y="83456"/>
                    <a:pt x="27801" y="83456"/>
                  </a:cubicBezTo>
                  <a:cubicBezTo>
                    <a:pt x="18785" y="83456"/>
                    <a:pt x="11889" y="79899"/>
                    <a:pt x="7112" y="72788"/>
                  </a:cubicBezTo>
                  <a:cubicBezTo>
                    <a:pt x="2370" y="65640"/>
                    <a:pt x="0" y="55295"/>
                    <a:pt x="0" y="41755"/>
                  </a:cubicBezTo>
                  <a:cubicBezTo>
                    <a:pt x="0" y="28178"/>
                    <a:pt x="2370" y="17833"/>
                    <a:pt x="7112" y="10721"/>
                  </a:cubicBezTo>
                  <a:cubicBezTo>
                    <a:pt x="11889" y="3574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68F5D91C-C3A3-8625-2A3D-517FDFD7E48B}"/>
                </a:ext>
              </a:extLst>
            </p:cNvPr>
            <p:cNvSpPr/>
            <p:nvPr/>
          </p:nvSpPr>
          <p:spPr>
            <a:xfrm>
              <a:off x="439811" y="3358844"/>
              <a:ext cx="52046" cy="82002"/>
            </a:xfrm>
            <a:custGeom>
              <a:avLst/>
              <a:gdLst>
                <a:gd name="csX0" fmla="*/ 3394 w 52046"/>
                <a:gd name="csY0" fmla="*/ 0 h 82002"/>
                <a:gd name="csX1" fmla="*/ 46120 w 52046"/>
                <a:gd name="csY1" fmla="*/ 0 h 82002"/>
                <a:gd name="csX2" fmla="*/ 46120 w 52046"/>
                <a:gd name="csY2" fmla="*/ 9159 h 82002"/>
                <a:gd name="csX3" fmla="*/ 13361 w 52046"/>
                <a:gd name="csY3" fmla="*/ 9159 h 82002"/>
                <a:gd name="csX4" fmla="*/ 13361 w 52046"/>
                <a:gd name="csY4" fmla="*/ 28879 h 82002"/>
                <a:gd name="csX5" fmla="*/ 18103 w 52046"/>
                <a:gd name="csY5" fmla="*/ 27694 h 82002"/>
                <a:gd name="csX6" fmla="*/ 22844 w 52046"/>
                <a:gd name="csY6" fmla="*/ 27261 h 82002"/>
                <a:gd name="csX7" fmla="*/ 44179 w 52046"/>
                <a:gd name="csY7" fmla="*/ 34643 h 82002"/>
                <a:gd name="csX8" fmla="*/ 52046 w 52046"/>
                <a:gd name="csY8" fmla="*/ 54632 h 82002"/>
                <a:gd name="csX9" fmla="*/ 43964 w 52046"/>
                <a:gd name="csY9" fmla="*/ 74836 h 82002"/>
                <a:gd name="csX10" fmla="*/ 21174 w 52046"/>
                <a:gd name="csY10" fmla="*/ 82002 h 82002"/>
                <a:gd name="csX11" fmla="*/ 10829 w 52046"/>
                <a:gd name="csY11" fmla="*/ 81140 h 82002"/>
                <a:gd name="csX12" fmla="*/ 0 w 52046"/>
                <a:gd name="csY12" fmla="*/ 78553 h 82002"/>
                <a:gd name="csX13" fmla="*/ 0 w 52046"/>
                <a:gd name="csY13" fmla="*/ 67617 h 82002"/>
                <a:gd name="csX14" fmla="*/ 10020 w 52046"/>
                <a:gd name="csY14" fmla="*/ 71550 h 82002"/>
                <a:gd name="csX15" fmla="*/ 20958 w 52046"/>
                <a:gd name="csY15" fmla="*/ 72842 h 82002"/>
                <a:gd name="csX16" fmla="*/ 35720 w 52046"/>
                <a:gd name="csY16" fmla="*/ 67940 h 82002"/>
                <a:gd name="csX17" fmla="*/ 41163 w 52046"/>
                <a:gd name="csY17" fmla="*/ 54632 h 82002"/>
                <a:gd name="csX18" fmla="*/ 35720 w 52046"/>
                <a:gd name="csY18" fmla="*/ 41324 h 82002"/>
                <a:gd name="csX19" fmla="*/ 20958 w 52046"/>
                <a:gd name="csY19" fmla="*/ 36421 h 82002"/>
                <a:gd name="csX20" fmla="*/ 12229 w 52046"/>
                <a:gd name="csY20" fmla="*/ 37391 h 82002"/>
                <a:gd name="csX21" fmla="*/ 3394 w 52046"/>
                <a:gd name="csY21" fmla="*/ 40409 h 82002"/>
                <a:gd name="csX22" fmla="*/ 3394 w 52046"/>
                <a:gd name="csY22" fmla="*/ 0 h 82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2">
                  <a:moveTo>
                    <a:pt x="3394" y="0"/>
                  </a:moveTo>
                  <a:lnTo>
                    <a:pt x="46120" y="0"/>
                  </a:lnTo>
                  <a:lnTo>
                    <a:pt x="46120" y="9159"/>
                  </a:lnTo>
                  <a:lnTo>
                    <a:pt x="13361" y="9159"/>
                  </a:lnTo>
                  <a:lnTo>
                    <a:pt x="13361" y="28879"/>
                  </a:lnTo>
                  <a:cubicBezTo>
                    <a:pt x="14941" y="28340"/>
                    <a:pt x="16521" y="27945"/>
                    <a:pt x="18103" y="27694"/>
                  </a:cubicBezTo>
                  <a:cubicBezTo>
                    <a:pt x="19683" y="27405"/>
                    <a:pt x="21263" y="27261"/>
                    <a:pt x="22844" y="27261"/>
                  </a:cubicBezTo>
                  <a:cubicBezTo>
                    <a:pt x="31823" y="27261"/>
                    <a:pt x="38935" y="29722"/>
                    <a:pt x="44179" y="34643"/>
                  </a:cubicBezTo>
                  <a:cubicBezTo>
                    <a:pt x="49423" y="39564"/>
                    <a:pt x="52046" y="46227"/>
                    <a:pt x="52046" y="54632"/>
                  </a:cubicBezTo>
                  <a:cubicBezTo>
                    <a:pt x="52046" y="63289"/>
                    <a:pt x="49352" y="70023"/>
                    <a:pt x="43964" y="74836"/>
                  </a:cubicBezTo>
                  <a:cubicBezTo>
                    <a:pt x="38576" y="79613"/>
                    <a:pt x="30980" y="82002"/>
                    <a:pt x="21174" y="82002"/>
                  </a:cubicBezTo>
                  <a:cubicBezTo>
                    <a:pt x="17797" y="82002"/>
                    <a:pt x="14350" y="81715"/>
                    <a:pt x="10829" y="81140"/>
                  </a:cubicBezTo>
                  <a:cubicBezTo>
                    <a:pt x="7346" y="80564"/>
                    <a:pt x="3736" y="79703"/>
                    <a:pt x="0" y="78553"/>
                  </a:cubicBezTo>
                  <a:lnTo>
                    <a:pt x="0" y="67617"/>
                  </a:lnTo>
                  <a:cubicBezTo>
                    <a:pt x="3233" y="69376"/>
                    <a:pt x="6573" y="70688"/>
                    <a:pt x="10020" y="71550"/>
                  </a:cubicBezTo>
                  <a:cubicBezTo>
                    <a:pt x="13469" y="72411"/>
                    <a:pt x="17115" y="72842"/>
                    <a:pt x="20958" y="72842"/>
                  </a:cubicBezTo>
                  <a:cubicBezTo>
                    <a:pt x="27172" y="72842"/>
                    <a:pt x="32093" y="71208"/>
                    <a:pt x="35720" y="67940"/>
                  </a:cubicBezTo>
                  <a:cubicBezTo>
                    <a:pt x="39349" y="64671"/>
                    <a:pt x="41163" y="60235"/>
                    <a:pt x="41163" y="54632"/>
                  </a:cubicBezTo>
                  <a:cubicBezTo>
                    <a:pt x="41163" y="49028"/>
                    <a:pt x="39349" y="44593"/>
                    <a:pt x="35720" y="41324"/>
                  </a:cubicBezTo>
                  <a:cubicBezTo>
                    <a:pt x="32093" y="38056"/>
                    <a:pt x="27172" y="36421"/>
                    <a:pt x="20958" y="36421"/>
                  </a:cubicBezTo>
                  <a:cubicBezTo>
                    <a:pt x="18050" y="36421"/>
                    <a:pt x="15140" y="36744"/>
                    <a:pt x="12229" y="37391"/>
                  </a:cubicBezTo>
                  <a:cubicBezTo>
                    <a:pt x="9357" y="38037"/>
                    <a:pt x="6412" y="39043"/>
                    <a:pt x="3394" y="40409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94C71643-2A63-77BB-4925-24412423A06E}"/>
                </a:ext>
              </a:extLst>
            </p:cNvPr>
            <p:cNvSpPr/>
            <p:nvPr/>
          </p:nvSpPr>
          <p:spPr>
            <a:xfrm>
              <a:off x="370901" y="3094211"/>
              <a:ext cx="47896" cy="80439"/>
            </a:xfrm>
            <a:custGeom>
              <a:avLst/>
              <a:gdLst>
                <a:gd name="csX0" fmla="*/ 1561 w 47896"/>
                <a:gd name="csY0" fmla="*/ 71280 h 80439"/>
                <a:gd name="csX1" fmla="*/ 19341 w 47896"/>
                <a:gd name="csY1" fmla="*/ 71280 h 80439"/>
                <a:gd name="csX2" fmla="*/ 19341 w 47896"/>
                <a:gd name="csY2" fmla="*/ 9913 h 80439"/>
                <a:gd name="csX3" fmla="*/ 0 w 47896"/>
                <a:gd name="csY3" fmla="*/ 13792 h 80439"/>
                <a:gd name="csX4" fmla="*/ 0 w 47896"/>
                <a:gd name="csY4" fmla="*/ 3878 h 80439"/>
                <a:gd name="csX5" fmla="*/ 19233 w 47896"/>
                <a:gd name="csY5" fmla="*/ 0 h 80439"/>
                <a:gd name="csX6" fmla="*/ 30117 w 47896"/>
                <a:gd name="csY6" fmla="*/ 0 h 80439"/>
                <a:gd name="csX7" fmla="*/ 30117 w 47896"/>
                <a:gd name="csY7" fmla="*/ 71280 h 80439"/>
                <a:gd name="csX8" fmla="*/ 47897 w 47896"/>
                <a:gd name="csY8" fmla="*/ 71280 h 80439"/>
                <a:gd name="csX9" fmla="*/ 47897 w 47896"/>
                <a:gd name="csY9" fmla="*/ 80439 h 80439"/>
                <a:gd name="csX10" fmla="*/ 1561 w 47896"/>
                <a:gd name="csY10" fmla="*/ 80439 h 80439"/>
                <a:gd name="csX11" fmla="*/ 1561 w 47896"/>
                <a:gd name="csY11" fmla="*/ 71280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9">
                  <a:moveTo>
                    <a:pt x="1561" y="71280"/>
                  </a:moveTo>
                  <a:lnTo>
                    <a:pt x="19341" y="71280"/>
                  </a:lnTo>
                  <a:lnTo>
                    <a:pt x="19341" y="9913"/>
                  </a:lnTo>
                  <a:lnTo>
                    <a:pt x="0" y="13792"/>
                  </a:lnTo>
                  <a:lnTo>
                    <a:pt x="0" y="3878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0"/>
                  </a:lnTo>
                  <a:lnTo>
                    <a:pt x="47897" y="71280"/>
                  </a:lnTo>
                  <a:lnTo>
                    <a:pt x="47897" y="80439"/>
                  </a:lnTo>
                  <a:lnTo>
                    <a:pt x="1561" y="80439"/>
                  </a:lnTo>
                  <a:lnTo>
                    <a:pt x="1561" y="7128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66E2441-9BE8-6CD9-8EED-37EE0A1B2A5E}"/>
                </a:ext>
              </a:extLst>
            </p:cNvPr>
            <p:cNvSpPr/>
            <p:nvPr/>
          </p:nvSpPr>
          <p:spPr>
            <a:xfrm>
              <a:off x="436254" y="3092756"/>
              <a:ext cx="55602" cy="83455"/>
            </a:xfrm>
            <a:custGeom>
              <a:avLst/>
              <a:gdLst>
                <a:gd name="csX0" fmla="*/ 27801 w 55602"/>
                <a:gd name="csY0" fmla="*/ 8620 h 83455"/>
                <a:gd name="csX1" fmla="*/ 15140 w 55602"/>
                <a:gd name="csY1" fmla="*/ 16918 h 83455"/>
                <a:gd name="csX2" fmla="*/ 10938 w 55602"/>
                <a:gd name="csY2" fmla="*/ 41755 h 83455"/>
                <a:gd name="csX3" fmla="*/ 15140 w 55602"/>
                <a:gd name="csY3" fmla="*/ 66593 h 83455"/>
                <a:gd name="csX4" fmla="*/ 27801 w 55602"/>
                <a:gd name="csY4" fmla="*/ 74836 h 83455"/>
                <a:gd name="csX5" fmla="*/ 40462 w 55602"/>
                <a:gd name="csY5" fmla="*/ 66593 h 83455"/>
                <a:gd name="csX6" fmla="*/ 44719 w 55602"/>
                <a:gd name="csY6" fmla="*/ 41755 h 83455"/>
                <a:gd name="csX7" fmla="*/ 40462 w 55602"/>
                <a:gd name="csY7" fmla="*/ 16918 h 83455"/>
                <a:gd name="csX8" fmla="*/ 27801 w 55602"/>
                <a:gd name="csY8" fmla="*/ 8620 h 83455"/>
                <a:gd name="csX9" fmla="*/ 27801 w 55602"/>
                <a:gd name="csY9" fmla="*/ 0 h 83455"/>
                <a:gd name="csX10" fmla="*/ 48437 w 55602"/>
                <a:gd name="csY10" fmla="*/ 10721 h 83455"/>
                <a:gd name="csX11" fmla="*/ 55603 w 55602"/>
                <a:gd name="csY11" fmla="*/ 41755 h 83455"/>
                <a:gd name="csX12" fmla="*/ 48437 w 55602"/>
                <a:gd name="csY12" fmla="*/ 72789 h 83455"/>
                <a:gd name="csX13" fmla="*/ 27801 w 55602"/>
                <a:gd name="csY13" fmla="*/ 83456 h 83455"/>
                <a:gd name="csX14" fmla="*/ 7112 w 55602"/>
                <a:gd name="csY14" fmla="*/ 72789 h 83455"/>
                <a:gd name="csX15" fmla="*/ 0 w 55602"/>
                <a:gd name="csY15" fmla="*/ 41755 h 83455"/>
                <a:gd name="csX16" fmla="*/ 7112 w 55602"/>
                <a:gd name="csY16" fmla="*/ 10721 h 83455"/>
                <a:gd name="csX17" fmla="*/ 27801 w 55602"/>
                <a:gd name="csY17" fmla="*/ 0 h 83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5602" h="83455">
                  <a:moveTo>
                    <a:pt x="27801" y="8620"/>
                  </a:moveTo>
                  <a:cubicBezTo>
                    <a:pt x="22198" y="8620"/>
                    <a:pt x="17977" y="11386"/>
                    <a:pt x="15140" y="16918"/>
                  </a:cubicBezTo>
                  <a:cubicBezTo>
                    <a:pt x="12339" y="22413"/>
                    <a:pt x="10938" y="30693"/>
                    <a:pt x="10938" y="41755"/>
                  </a:cubicBezTo>
                  <a:cubicBezTo>
                    <a:pt x="10938" y="52782"/>
                    <a:pt x="12339" y="61061"/>
                    <a:pt x="15140" y="66593"/>
                  </a:cubicBezTo>
                  <a:cubicBezTo>
                    <a:pt x="17977" y="72088"/>
                    <a:pt x="22198" y="74836"/>
                    <a:pt x="27801" y="74836"/>
                  </a:cubicBezTo>
                  <a:cubicBezTo>
                    <a:pt x="33441" y="74836"/>
                    <a:pt x="37661" y="72088"/>
                    <a:pt x="40462" y="66593"/>
                  </a:cubicBezTo>
                  <a:cubicBezTo>
                    <a:pt x="43300" y="61061"/>
                    <a:pt x="44719" y="52782"/>
                    <a:pt x="44719" y="41755"/>
                  </a:cubicBezTo>
                  <a:cubicBezTo>
                    <a:pt x="44719" y="30693"/>
                    <a:pt x="43300" y="22413"/>
                    <a:pt x="40462" y="16918"/>
                  </a:cubicBezTo>
                  <a:cubicBezTo>
                    <a:pt x="37661" y="11386"/>
                    <a:pt x="33441" y="8620"/>
                    <a:pt x="27801" y="8620"/>
                  </a:cubicBezTo>
                  <a:moveTo>
                    <a:pt x="27801" y="0"/>
                  </a:moveTo>
                  <a:cubicBezTo>
                    <a:pt x="36818" y="0"/>
                    <a:pt x="43695" y="3574"/>
                    <a:pt x="48437" y="10721"/>
                  </a:cubicBezTo>
                  <a:cubicBezTo>
                    <a:pt x="53214" y="17833"/>
                    <a:pt x="55603" y="28178"/>
                    <a:pt x="55603" y="41755"/>
                  </a:cubicBezTo>
                  <a:cubicBezTo>
                    <a:pt x="55603" y="55295"/>
                    <a:pt x="53214" y="65640"/>
                    <a:pt x="48437" y="72789"/>
                  </a:cubicBezTo>
                  <a:cubicBezTo>
                    <a:pt x="43695" y="79901"/>
                    <a:pt x="36818" y="83456"/>
                    <a:pt x="27801" y="83456"/>
                  </a:cubicBezTo>
                  <a:cubicBezTo>
                    <a:pt x="18785" y="83456"/>
                    <a:pt x="11889" y="79901"/>
                    <a:pt x="7112" y="72789"/>
                  </a:cubicBezTo>
                  <a:cubicBezTo>
                    <a:pt x="2370" y="65640"/>
                    <a:pt x="0" y="55295"/>
                    <a:pt x="0" y="41755"/>
                  </a:cubicBezTo>
                  <a:cubicBezTo>
                    <a:pt x="0" y="28178"/>
                    <a:pt x="2370" y="17833"/>
                    <a:pt x="7112" y="10721"/>
                  </a:cubicBezTo>
                  <a:cubicBezTo>
                    <a:pt x="11889" y="3574"/>
                    <a:pt x="18785" y="0"/>
                    <a:pt x="27801" y="0"/>
                  </a:cubicBez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3DAC7CE6-711C-D940-0B1F-CC7253544141}"/>
                </a:ext>
              </a:extLst>
            </p:cNvPr>
            <p:cNvSpPr/>
            <p:nvPr/>
          </p:nvSpPr>
          <p:spPr>
            <a:xfrm>
              <a:off x="373218" y="2829577"/>
              <a:ext cx="47896" cy="80439"/>
            </a:xfrm>
            <a:custGeom>
              <a:avLst/>
              <a:gdLst>
                <a:gd name="csX0" fmla="*/ 1561 w 47896"/>
                <a:gd name="csY0" fmla="*/ 71281 h 80439"/>
                <a:gd name="csX1" fmla="*/ 19341 w 47896"/>
                <a:gd name="csY1" fmla="*/ 71281 h 80439"/>
                <a:gd name="csX2" fmla="*/ 19341 w 47896"/>
                <a:gd name="csY2" fmla="*/ 9913 h 80439"/>
                <a:gd name="csX3" fmla="*/ 0 w 47896"/>
                <a:gd name="csY3" fmla="*/ 13793 h 80439"/>
                <a:gd name="csX4" fmla="*/ 0 w 47896"/>
                <a:gd name="csY4" fmla="*/ 3879 h 80439"/>
                <a:gd name="csX5" fmla="*/ 19233 w 47896"/>
                <a:gd name="csY5" fmla="*/ 0 h 80439"/>
                <a:gd name="csX6" fmla="*/ 30117 w 47896"/>
                <a:gd name="csY6" fmla="*/ 0 h 80439"/>
                <a:gd name="csX7" fmla="*/ 30117 w 47896"/>
                <a:gd name="csY7" fmla="*/ 71281 h 80439"/>
                <a:gd name="csX8" fmla="*/ 47897 w 47896"/>
                <a:gd name="csY8" fmla="*/ 71281 h 80439"/>
                <a:gd name="csX9" fmla="*/ 47897 w 47896"/>
                <a:gd name="csY9" fmla="*/ 80439 h 80439"/>
                <a:gd name="csX10" fmla="*/ 1561 w 47896"/>
                <a:gd name="csY10" fmla="*/ 80439 h 80439"/>
                <a:gd name="csX11" fmla="*/ 1561 w 47896"/>
                <a:gd name="csY11" fmla="*/ 71281 h 80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7896" h="80439">
                  <a:moveTo>
                    <a:pt x="1561" y="71281"/>
                  </a:moveTo>
                  <a:lnTo>
                    <a:pt x="19341" y="71281"/>
                  </a:lnTo>
                  <a:lnTo>
                    <a:pt x="19341" y="9913"/>
                  </a:lnTo>
                  <a:lnTo>
                    <a:pt x="0" y="13793"/>
                  </a:lnTo>
                  <a:lnTo>
                    <a:pt x="0" y="3879"/>
                  </a:lnTo>
                  <a:lnTo>
                    <a:pt x="19233" y="0"/>
                  </a:lnTo>
                  <a:lnTo>
                    <a:pt x="30117" y="0"/>
                  </a:lnTo>
                  <a:lnTo>
                    <a:pt x="30117" y="71281"/>
                  </a:lnTo>
                  <a:lnTo>
                    <a:pt x="47897" y="71281"/>
                  </a:lnTo>
                  <a:lnTo>
                    <a:pt x="47897" y="80439"/>
                  </a:lnTo>
                  <a:lnTo>
                    <a:pt x="1561" y="80439"/>
                  </a:lnTo>
                  <a:lnTo>
                    <a:pt x="1561" y="71281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B52BCC4-95B6-607B-6630-C34F4783C448}"/>
                </a:ext>
              </a:extLst>
            </p:cNvPr>
            <p:cNvSpPr/>
            <p:nvPr/>
          </p:nvSpPr>
          <p:spPr>
            <a:xfrm>
              <a:off x="439811" y="2829577"/>
              <a:ext cx="52046" cy="82001"/>
            </a:xfrm>
            <a:custGeom>
              <a:avLst/>
              <a:gdLst>
                <a:gd name="csX0" fmla="*/ 3394 w 52046"/>
                <a:gd name="csY0" fmla="*/ 0 h 82001"/>
                <a:gd name="csX1" fmla="*/ 46120 w 52046"/>
                <a:gd name="csY1" fmla="*/ 0 h 82001"/>
                <a:gd name="csX2" fmla="*/ 46120 w 52046"/>
                <a:gd name="csY2" fmla="*/ 9159 h 82001"/>
                <a:gd name="csX3" fmla="*/ 13361 w 52046"/>
                <a:gd name="csY3" fmla="*/ 9159 h 82001"/>
                <a:gd name="csX4" fmla="*/ 13361 w 52046"/>
                <a:gd name="csY4" fmla="*/ 28878 h 82001"/>
                <a:gd name="csX5" fmla="*/ 18103 w 52046"/>
                <a:gd name="csY5" fmla="*/ 27693 h 82001"/>
                <a:gd name="csX6" fmla="*/ 22844 w 52046"/>
                <a:gd name="csY6" fmla="*/ 27262 h 82001"/>
                <a:gd name="csX7" fmla="*/ 44179 w 52046"/>
                <a:gd name="csY7" fmla="*/ 34643 h 82001"/>
                <a:gd name="csX8" fmla="*/ 52046 w 52046"/>
                <a:gd name="csY8" fmla="*/ 54632 h 82001"/>
                <a:gd name="csX9" fmla="*/ 43964 w 52046"/>
                <a:gd name="csY9" fmla="*/ 74836 h 82001"/>
                <a:gd name="csX10" fmla="*/ 21174 w 52046"/>
                <a:gd name="csY10" fmla="*/ 82002 h 82001"/>
                <a:gd name="csX11" fmla="*/ 10829 w 52046"/>
                <a:gd name="csY11" fmla="*/ 81140 h 82001"/>
                <a:gd name="csX12" fmla="*/ 0 w 52046"/>
                <a:gd name="csY12" fmla="*/ 78553 h 82001"/>
                <a:gd name="csX13" fmla="*/ 0 w 52046"/>
                <a:gd name="csY13" fmla="*/ 67616 h 82001"/>
                <a:gd name="csX14" fmla="*/ 10020 w 52046"/>
                <a:gd name="csY14" fmla="*/ 71549 h 82001"/>
                <a:gd name="csX15" fmla="*/ 20958 w 52046"/>
                <a:gd name="csY15" fmla="*/ 72842 h 82001"/>
                <a:gd name="csX16" fmla="*/ 35720 w 52046"/>
                <a:gd name="csY16" fmla="*/ 67940 h 82001"/>
                <a:gd name="csX17" fmla="*/ 41163 w 52046"/>
                <a:gd name="csY17" fmla="*/ 54632 h 82001"/>
                <a:gd name="csX18" fmla="*/ 35720 w 52046"/>
                <a:gd name="csY18" fmla="*/ 41324 h 82001"/>
                <a:gd name="csX19" fmla="*/ 20958 w 52046"/>
                <a:gd name="csY19" fmla="*/ 36421 h 82001"/>
                <a:gd name="csX20" fmla="*/ 12229 w 52046"/>
                <a:gd name="csY20" fmla="*/ 37391 h 82001"/>
                <a:gd name="csX21" fmla="*/ 3394 w 52046"/>
                <a:gd name="csY21" fmla="*/ 40408 h 82001"/>
                <a:gd name="csX22" fmla="*/ 3394 w 52046"/>
                <a:gd name="csY22" fmla="*/ 0 h 820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52046" h="82001">
                  <a:moveTo>
                    <a:pt x="3394" y="0"/>
                  </a:moveTo>
                  <a:lnTo>
                    <a:pt x="46120" y="0"/>
                  </a:lnTo>
                  <a:lnTo>
                    <a:pt x="46120" y="9159"/>
                  </a:lnTo>
                  <a:lnTo>
                    <a:pt x="13361" y="9159"/>
                  </a:lnTo>
                  <a:lnTo>
                    <a:pt x="13361" y="28878"/>
                  </a:lnTo>
                  <a:cubicBezTo>
                    <a:pt x="14941" y="28340"/>
                    <a:pt x="16521" y="27945"/>
                    <a:pt x="18103" y="27693"/>
                  </a:cubicBezTo>
                  <a:cubicBezTo>
                    <a:pt x="19683" y="27406"/>
                    <a:pt x="21263" y="27262"/>
                    <a:pt x="22844" y="27262"/>
                  </a:cubicBezTo>
                  <a:cubicBezTo>
                    <a:pt x="31823" y="27262"/>
                    <a:pt x="38935" y="29723"/>
                    <a:pt x="44179" y="34643"/>
                  </a:cubicBezTo>
                  <a:cubicBezTo>
                    <a:pt x="49423" y="39564"/>
                    <a:pt x="52046" y="46227"/>
                    <a:pt x="52046" y="54632"/>
                  </a:cubicBezTo>
                  <a:cubicBezTo>
                    <a:pt x="52046" y="63288"/>
                    <a:pt x="49352" y="70023"/>
                    <a:pt x="43964" y="74836"/>
                  </a:cubicBezTo>
                  <a:cubicBezTo>
                    <a:pt x="38576" y="79613"/>
                    <a:pt x="30980" y="82002"/>
                    <a:pt x="21174" y="82002"/>
                  </a:cubicBezTo>
                  <a:cubicBezTo>
                    <a:pt x="17797" y="82002"/>
                    <a:pt x="14350" y="81715"/>
                    <a:pt x="10829" y="81140"/>
                  </a:cubicBezTo>
                  <a:cubicBezTo>
                    <a:pt x="7346" y="80565"/>
                    <a:pt x="3736" y="79704"/>
                    <a:pt x="0" y="78553"/>
                  </a:cubicBezTo>
                  <a:lnTo>
                    <a:pt x="0" y="67616"/>
                  </a:lnTo>
                  <a:cubicBezTo>
                    <a:pt x="3233" y="69376"/>
                    <a:pt x="6573" y="70687"/>
                    <a:pt x="10020" y="71549"/>
                  </a:cubicBezTo>
                  <a:cubicBezTo>
                    <a:pt x="13469" y="72411"/>
                    <a:pt x="17115" y="72842"/>
                    <a:pt x="20958" y="72842"/>
                  </a:cubicBezTo>
                  <a:cubicBezTo>
                    <a:pt x="27172" y="72842"/>
                    <a:pt x="32093" y="71207"/>
                    <a:pt x="35720" y="67940"/>
                  </a:cubicBezTo>
                  <a:cubicBezTo>
                    <a:pt x="39349" y="64671"/>
                    <a:pt x="41163" y="60235"/>
                    <a:pt x="41163" y="54632"/>
                  </a:cubicBezTo>
                  <a:cubicBezTo>
                    <a:pt x="41163" y="49029"/>
                    <a:pt x="39349" y="44593"/>
                    <a:pt x="35720" y="41324"/>
                  </a:cubicBezTo>
                  <a:cubicBezTo>
                    <a:pt x="32093" y="38056"/>
                    <a:pt x="27172" y="36421"/>
                    <a:pt x="20958" y="36421"/>
                  </a:cubicBezTo>
                  <a:cubicBezTo>
                    <a:pt x="18050" y="36421"/>
                    <a:pt x="15140" y="36745"/>
                    <a:pt x="12229" y="37391"/>
                  </a:cubicBezTo>
                  <a:cubicBezTo>
                    <a:pt x="9357" y="38038"/>
                    <a:pt x="6412" y="39043"/>
                    <a:pt x="3394" y="40408"/>
                  </a:cubicBezTo>
                  <a:lnTo>
                    <a:pt x="3394" y="0"/>
                  </a:lnTo>
                  <a:close/>
                </a:path>
              </a:pathLst>
            </a:custGeom>
            <a:solidFill>
              <a:srgbClr val="000000"/>
            </a:solidFill>
            <a:ln w="133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2A2AE6DF-E4CB-58EE-0EB1-ED5954E82159}"/>
              </a:ext>
            </a:extLst>
          </p:cNvPr>
          <p:cNvGrpSpPr/>
          <p:nvPr/>
        </p:nvGrpSpPr>
        <p:grpSpPr>
          <a:xfrm>
            <a:off x="627698" y="3347299"/>
            <a:ext cx="2634205" cy="713956"/>
            <a:chOff x="627698" y="3347299"/>
            <a:chExt cx="2634205" cy="713956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243A6E30-3BC3-FB0B-C969-A78615885733}"/>
                </a:ext>
              </a:extLst>
            </p:cNvPr>
            <p:cNvSpPr/>
            <p:nvPr/>
          </p:nvSpPr>
          <p:spPr>
            <a:xfrm>
              <a:off x="1582639" y="360916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337C756-81DB-9E33-2D54-688474990A24}"/>
                </a:ext>
              </a:extLst>
            </p:cNvPr>
            <p:cNvSpPr/>
            <p:nvPr/>
          </p:nvSpPr>
          <p:spPr>
            <a:xfrm>
              <a:off x="3223599" y="397455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4305F099-7E05-BD3C-B5EE-A481A8D10C3B}"/>
                </a:ext>
              </a:extLst>
            </p:cNvPr>
            <p:cNvSpPr/>
            <p:nvPr/>
          </p:nvSpPr>
          <p:spPr>
            <a:xfrm>
              <a:off x="1141567" y="358560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5E068084-38E6-2BDF-41A5-A77CBDB2A1D8}"/>
                </a:ext>
              </a:extLst>
            </p:cNvPr>
            <p:cNvSpPr/>
            <p:nvPr/>
          </p:nvSpPr>
          <p:spPr>
            <a:xfrm>
              <a:off x="867878" y="352097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303281EB-A0D1-E556-28FF-5BFC3CDF1191}"/>
                </a:ext>
              </a:extLst>
            </p:cNvPr>
            <p:cNvSpPr/>
            <p:nvPr/>
          </p:nvSpPr>
          <p:spPr>
            <a:xfrm>
              <a:off x="3082657" y="383998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49D1EE7B-6653-2DE6-3F66-100650B4F5EA}"/>
                </a:ext>
              </a:extLst>
            </p:cNvPr>
            <p:cNvSpPr/>
            <p:nvPr/>
          </p:nvSpPr>
          <p:spPr>
            <a:xfrm>
              <a:off x="627698" y="339762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9B441BF3-6D96-F1B2-A94B-9780ED3DABA8}"/>
                </a:ext>
              </a:extLst>
            </p:cNvPr>
            <p:cNvSpPr/>
            <p:nvPr/>
          </p:nvSpPr>
          <p:spPr>
            <a:xfrm>
              <a:off x="2430803" y="389020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6A399FD4-713F-BB0D-DE21-F7C1F592AEE2}"/>
                </a:ext>
              </a:extLst>
            </p:cNvPr>
            <p:cNvSpPr/>
            <p:nvPr/>
          </p:nvSpPr>
          <p:spPr>
            <a:xfrm>
              <a:off x="725517" y="3500196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230D4DD4-9060-B5C5-89A3-A22432A74B42}"/>
                </a:ext>
              </a:extLst>
            </p:cNvPr>
            <p:cNvSpPr/>
            <p:nvPr/>
          </p:nvSpPr>
          <p:spPr>
            <a:xfrm>
              <a:off x="2623961" y="388225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54CD7AA2-95EC-A37C-16AE-7F1B97137242}"/>
                </a:ext>
              </a:extLst>
            </p:cNvPr>
            <p:cNvSpPr/>
            <p:nvPr/>
          </p:nvSpPr>
          <p:spPr>
            <a:xfrm>
              <a:off x="1140334" y="357974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4C3A7227-4365-DB1F-1285-FDB37B6FE8AE}"/>
                </a:ext>
              </a:extLst>
            </p:cNvPr>
            <p:cNvSpPr/>
            <p:nvPr/>
          </p:nvSpPr>
          <p:spPr>
            <a:xfrm>
              <a:off x="2249509" y="397027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BE490C79-117D-F8FC-C6D7-BD71CA0709C3}"/>
                </a:ext>
              </a:extLst>
            </p:cNvPr>
            <p:cNvSpPr/>
            <p:nvPr/>
          </p:nvSpPr>
          <p:spPr>
            <a:xfrm>
              <a:off x="1317716" y="363957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8E205A79-46E8-4AD5-6038-2E76C1F04B44}"/>
                </a:ext>
              </a:extLst>
            </p:cNvPr>
            <p:cNvSpPr/>
            <p:nvPr/>
          </p:nvSpPr>
          <p:spPr>
            <a:xfrm>
              <a:off x="1091120" y="358558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9B86E60E-868C-5CC0-ADEE-E664DCF79E48}"/>
                </a:ext>
              </a:extLst>
            </p:cNvPr>
            <p:cNvSpPr/>
            <p:nvPr/>
          </p:nvSpPr>
          <p:spPr>
            <a:xfrm>
              <a:off x="2461500" y="388142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CE53B5BF-07AB-628F-6E43-CE6C817BB0CE}"/>
                </a:ext>
              </a:extLst>
            </p:cNvPr>
            <p:cNvSpPr/>
            <p:nvPr/>
          </p:nvSpPr>
          <p:spPr>
            <a:xfrm>
              <a:off x="2272345" y="402295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94C4556E-A70A-ED24-5518-B0EA3887320A}"/>
                </a:ext>
              </a:extLst>
            </p:cNvPr>
            <p:cNvSpPr/>
            <p:nvPr/>
          </p:nvSpPr>
          <p:spPr>
            <a:xfrm>
              <a:off x="2122399" y="3879737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238D5F-82D4-F528-451B-D8CD12D74E58}"/>
                </a:ext>
              </a:extLst>
            </p:cNvPr>
            <p:cNvSpPr/>
            <p:nvPr/>
          </p:nvSpPr>
          <p:spPr>
            <a:xfrm>
              <a:off x="1266408" y="350313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6A0B3F38-F254-8F51-20D9-B276FBC29FB4}"/>
                </a:ext>
              </a:extLst>
            </p:cNvPr>
            <p:cNvSpPr/>
            <p:nvPr/>
          </p:nvSpPr>
          <p:spPr>
            <a:xfrm>
              <a:off x="1059758" y="354353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EDE9C2DB-A03C-E909-1267-227F6CC33928}"/>
                </a:ext>
              </a:extLst>
            </p:cNvPr>
            <p:cNvSpPr/>
            <p:nvPr/>
          </p:nvSpPr>
          <p:spPr>
            <a:xfrm>
              <a:off x="1928775" y="366119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A06687DC-CFF2-B18D-C80F-8503A39846D4}"/>
                </a:ext>
              </a:extLst>
            </p:cNvPr>
            <p:cNvSpPr/>
            <p:nvPr/>
          </p:nvSpPr>
          <p:spPr>
            <a:xfrm>
              <a:off x="2810789" y="389637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358F1482-C296-B0B4-870D-1A04B7208AD8}"/>
                </a:ext>
              </a:extLst>
            </p:cNvPr>
            <p:cNvSpPr/>
            <p:nvPr/>
          </p:nvSpPr>
          <p:spPr>
            <a:xfrm>
              <a:off x="656292" y="346694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34C5B6D7-AA7C-8A36-E136-3F1F232090D0}"/>
                </a:ext>
              </a:extLst>
            </p:cNvPr>
            <p:cNvSpPr/>
            <p:nvPr/>
          </p:nvSpPr>
          <p:spPr>
            <a:xfrm>
              <a:off x="3079811" y="390109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CA7174E5-72FA-CD7E-23FF-9D227FA39C5A}"/>
                </a:ext>
              </a:extLst>
            </p:cNvPr>
            <p:cNvSpPr/>
            <p:nvPr/>
          </p:nvSpPr>
          <p:spPr>
            <a:xfrm>
              <a:off x="1814567" y="375476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0237703C-C119-2365-807E-E3E4D3B3FF77}"/>
                </a:ext>
              </a:extLst>
            </p:cNvPr>
            <p:cNvSpPr/>
            <p:nvPr/>
          </p:nvSpPr>
          <p:spPr>
            <a:xfrm>
              <a:off x="1895831" y="369600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81857ADE-65FC-62CE-B1B0-9FC14A8161FA}"/>
                </a:ext>
              </a:extLst>
            </p:cNvPr>
            <p:cNvSpPr/>
            <p:nvPr/>
          </p:nvSpPr>
          <p:spPr>
            <a:xfrm>
              <a:off x="1576095" y="355587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B217E618-F5D1-6C83-592E-9B894EA0A44E}"/>
                </a:ext>
              </a:extLst>
            </p:cNvPr>
            <p:cNvSpPr/>
            <p:nvPr/>
          </p:nvSpPr>
          <p:spPr>
            <a:xfrm>
              <a:off x="1034819" y="346479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8D06D0A7-5F1E-6AA1-F135-E549E284E293}"/>
                </a:ext>
              </a:extLst>
            </p:cNvPr>
            <p:cNvSpPr/>
            <p:nvPr/>
          </p:nvSpPr>
          <p:spPr>
            <a:xfrm>
              <a:off x="2290806" y="394012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D6FF2EDF-369F-A98C-FED5-B18661947EAE}"/>
                </a:ext>
              </a:extLst>
            </p:cNvPr>
            <p:cNvSpPr/>
            <p:nvPr/>
          </p:nvSpPr>
          <p:spPr>
            <a:xfrm>
              <a:off x="2474375" y="389371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3AFF57F7-7B94-F973-F00B-B4EF279808DE}"/>
                </a:ext>
              </a:extLst>
            </p:cNvPr>
            <p:cNvSpPr/>
            <p:nvPr/>
          </p:nvSpPr>
          <p:spPr>
            <a:xfrm>
              <a:off x="3086062" y="383254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639D11F9-8227-A729-FEA7-5A355BC55B09}"/>
                </a:ext>
              </a:extLst>
            </p:cNvPr>
            <p:cNvSpPr/>
            <p:nvPr/>
          </p:nvSpPr>
          <p:spPr>
            <a:xfrm>
              <a:off x="2949337" y="3882300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F19AB93C-AB72-1DAA-19EF-AA3EF10372DC}"/>
                </a:ext>
              </a:extLst>
            </p:cNvPr>
            <p:cNvSpPr/>
            <p:nvPr/>
          </p:nvSpPr>
          <p:spPr>
            <a:xfrm>
              <a:off x="677808" y="347261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C762BB33-2FB2-8495-9143-7CB13E038BE6}"/>
                </a:ext>
              </a:extLst>
            </p:cNvPr>
            <p:cNvSpPr/>
            <p:nvPr/>
          </p:nvSpPr>
          <p:spPr>
            <a:xfrm>
              <a:off x="1743025" y="363935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324AB9E2-2AA4-C0A4-4A60-4E2BC8555378}"/>
                </a:ext>
              </a:extLst>
            </p:cNvPr>
            <p:cNvSpPr/>
            <p:nvPr/>
          </p:nvSpPr>
          <p:spPr>
            <a:xfrm>
              <a:off x="1278442" y="3485443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2C3270B3-CF3F-48F8-61EE-A09C57190923}"/>
                </a:ext>
              </a:extLst>
            </p:cNvPr>
            <p:cNvSpPr/>
            <p:nvPr/>
          </p:nvSpPr>
          <p:spPr>
            <a:xfrm>
              <a:off x="636484" y="3387558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B31EBBA7-699A-7340-F053-042EA3F59131}"/>
                </a:ext>
              </a:extLst>
            </p:cNvPr>
            <p:cNvSpPr/>
            <p:nvPr/>
          </p:nvSpPr>
          <p:spPr>
            <a:xfrm>
              <a:off x="833954" y="346970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16611C5C-6025-4A10-1672-200508E60833}"/>
                </a:ext>
              </a:extLst>
            </p:cNvPr>
            <p:cNvSpPr/>
            <p:nvPr/>
          </p:nvSpPr>
          <p:spPr>
            <a:xfrm>
              <a:off x="2657451" y="388181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7794453A-3D35-7C53-FACD-A418FA2F7052}"/>
                </a:ext>
              </a:extLst>
            </p:cNvPr>
            <p:cNvSpPr/>
            <p:nvPr/>
          </p:nvSpPr>
          <p:spPr>
            <a:xfrm>
              <a:off x="776431" y="334729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46ABF305-FBC7-8283-1ED2-BBE4DE0596F9}"/>
                </a:ext>
              </a:extLst>
            </p:cNvPr>
            <p:cNvSpPr/>
            <p:nvPr/>
          </p:nvSpPr>
          <p:spPr>
            <a:xfrm>
              <a:off x="2075317" y="389023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9A0D16FE-AECE-FB96-8DB6-B9C17570ECD5}"/>
                </a:ext>
              </a:extLst>
            </p:cNvPr>
            <p:cNvSpPr/>
            <p:nvPr/>
          </p:nvSpPr>
          <p:spPr>
            <a:xfrm>
              <a:off x="3185015" y="388420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274D63F2-1EFB-8AC4-D4E0-4D069B477EA5}"/>
                </a:ext>
              </a:extLst>
            </p:cNvPr>
            <p:cNvSpPr/>
            <p:nvPr/>
          </p:nvSpPr>
          <p:spPr>
            <a:xfrm>
              <a:off x="684619" y="344759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97E61112-AF74-D345-1B97-ABBC64C5CC00}"/>
                </a:ext>
              </a:extLst>
            </p:cNvPr>
            <p:cNvSpPr/>
            <p:nvPr/>
          </p:nvSpPr>
          <p:spPr>
            <a:xfrm>
              <a:off x="1293291" y="34481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FDDB9416-7EA0-740F-A07A-A05DB495897B}"/>
                </a:ext>
              </a:extLst>
            </p:cNvPr>
            <p:cNvSpPr/>
            <p:nvPr/>
          </p:nvSpPr>
          <p:spPr>
            <a:xfrm>
              <a:off x="1672787" y="36833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7B9FF1D4-29C6-C87E-4A69-C55966201206}"/>
                </a:ext>
              </a:extLst>
            </p:cNvPr>
            <p:cNvSpPr/>
            <p:nvPr/>
          </p:nvSpPr>
          <p:spPr>
            <a:xfrm>
              <a:off x="1569791" y="3550564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74E36C61-EDE2-C37F-8963-FF15721F171C}"/>
                </a:ext>
              </a:extLst>
            </p:cNvPr>
            <p:cNvSpPr/>
            <p:nvPr/>
          </p:nvSpPr>
          <p:spPr>
            <a:xfrm>
              <a:off x="2579100" y="394892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9631F910-C69C-2E09-2AA0-7D1F382E6D3D}"/>
                </a:ext>
              </a:extLst>
            </p:cNvPr>
            <p:cNvSpPr/>
            <p:nvPr/>
          </p:nvSpPr>
          <p:spPr>
            <a:xfrm>
              <a:off x="2340429" y="387196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4B37397D-C689-E722-1B75-E71C0A970EE3}"/>
                </a:ext>
              </a:extLst>
            </p:cNvPr>
            <p:cNvSpPr/>
            <p:nvPr/>
          </p:nvSpPr>
          <p:spPr>
            <a:xfrm>
              <a:off x="2820046" y="3896089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4C152D88-F14B-5E86-3BE2-A32904D7DA42}"/>
                </a:ext>
              </a:extLst>
            </p:cNvPr>
            <p:cNvSpPr/>
            <p:nvPr/>
          </p:nvSpPr>
          <p:spPr>
            <a:xfrm>
              <a:off x="853967" y="3475015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D6A056E-28A5-FFD0-2F02-FE11471A26C8}"/>
                </a:ext>
              </a:extLst>
            </p:cNvPr>
            <p:cNvSpPr/>
            <p:nvPr/>
          </p:nvSpPr>
          <p:spPr>
            <a:xfrm>
              <a:off x="2684012" y="395613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CD85E53B-07D6-0771-8137-29B944EAF456}"/>
                </a:ext>
              </a:extLst>
            </p:cNvPr>
            <p:cNvSpPr/>
            <p:nvPr/>
          </p:nvSpPr>
          <p:spPr>
            <a:xfrm>
              <a:off x="1878182" y="3584321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94085F87-2D2B-E5E0-F459-03DF965861FB}"/>
                </a:ext>
              </a:extLst>
            </p:cNvPr>
            <p:cNvSpPr/>
            <p:nvPr/>
          </p:nvSpPr>
          <p:spPr>
            <a:xfrm>
              <a:off x="3166408" y="3993652"/>
              <a:ext cx="38304" cy="38304"/>
            </a:xfrm>
            <a:prstGeom prst="ellipse">
              <a:avLst/>
            </a:prstGeom>
            <a:solidFill>
              <a:srgbClr val="FFA500"/>
            </a:solidFill>
            <a:ln w="4255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" name="Freeform 122">
            <a:extLst>
              <a:ext uri="{FF2B5EF4-FFF2-40B4-BE49-F238E27FC236}">
                <a16:creationId xmlns:a16="http://schemas.microsoft.com/office/drawing/2014/main" id="{8EAE2EB7-F4BE-1FB8-B398-26B29CC65DAB}"/>
              </a:ext>
            </a:extLst>
          </p:cNvPr>
          <p:cNvSpPr/>
          <p:nvPr/>
        </p:nvSpPr>
        <p:spPr>
          <a:xfrm>
            <a:off x="618973" y="3471559"/>
            <a:ext cx="2641187" cy="520946"/>
          </a:xfrm>
          <a:custGeom>
            <a:avLst/>
            <a:gdLst>
              <a:gd name="csX0" fmla="*/ 0 w 2641187"/>
              <a:gd name="csY0" fmla="*/ 0 h 520946"/>
              <a:gd name="csX1" fmla="*/ 8833 w 2641187"/>
              <a:gd name="csY1" fmla="*/ 1507 h 520946"/>
              <a:gd name="csX2" fmla="*/ 17667 w 2641187"/>
              <a:gd name="csY2" fmla="*/ 3010 h 520946"/>
              <a:gd name="csX3" fmla="*/ 26499 w 2641187"/>
              <a:gd name="csY3" fmla="*/ 4507 h 520946"/>
              <a:gd name="csX4" fmla="*/ 35333 w 2641187"/>
              <a:gd name="csY4" fmla="*/ 6001 h 520946"/>
              <a:gd name="csX5" fmla="*/ 44166 w 2641187"/>
              <a:gd name="csY5" fmla="*/ 7489 h 520946"/>
              <a:gd name="csX6" fmla="*/ 53000 w 2641187"/>
              <a:gd name="csY6" fmla="*/ 8974 h 520946"/>
              <a:gd name="csX7" fmla="*/ 61834 w 2641187"/>
              <a:gd name="csY7" fmla="*/ 10453 h 520946"/>
              <a:gd name="csX8" fmla="*/ 70666 w 2641187"/>
              <a:gd name="csY8" fmla="*/ 11926 h 520946"/>
              <a:gd name="csX9" fmla="*/ 79500 w 2641187"/>
              <a:gd name="csY9" fmla="*/ 13395 h 520946"/>
              <a:gd name="csX10" fmla="*/ 88333 w 2641187"/>
              <a:gd name="csY10" fmla="*/ 14859 h 520946"/>
              <a:gd name="csX11" fmla="*/ 97167 w 2641187"/>
              <a:gd name="csY11" fmla="*/ 16318 h 520946"/>
              <a:gd name="csX12" fmla="*/ 106001 w 2641187"/>
              <a:gd name="csY12" fmla="*/ 17773 h 520946"/>
              <a:gd name="csX13" fmla="*/ 114834 w 2641187"/>
              <a:gd name="csY13" fmla="*/ 19221 h 520946"/>
              <a:gd name="csX14" fmla="*/ 123668 w 2641187"/>
              <a:gd name="csY14" fmla="*/ 20667 h 520946"/>
              <a:gd name="csX15" fmla="*/ 132500 w 2641187"/>
              <a:gd name="csY15" fmla="*/ 22106 h 520946"/>
              <a:gd name="csX16" fmla="*/ 141334 w 2641187"/>
              <a:gd name="csY16" fmla="*/ 23541 h 520946"/>
              <a:gd name="csX17" fmla="*/ 150167 w 2641187"/>
              <a:gd name="csY17" fmla="*/ 24972 h 520946"/>
              <a:gd name="csX18" fmla="*/ 159001 w 2641187"/>
              <a:gd name="csY18" fmla="*/ 26397 h 520946"/>
              <a:gd name="csX19" fmla="*/ 167835 w 2641187"/>
              <a:gd name="csY19" fmla="*/ 27819 h 520946"/>
              <a:gd name="csX20" fmla="*/ 176667 w 2641187"/>
              <a:gd name="csY20" fmla="*/ 29235 h 520946"/>
              <a:gd name="csX21" fmla="*/ 185501 w 2641187"/>
              <a:gd name="csY21" fmla="*/ 30646 h 520946"/>
              <a:gd name="csX22" fmla="*/ 194334 w 2641187"/>
              <a:gd name="csY22" fmla="*/ 32053 h 520946"/>
              <a:gd name="csX23" fmla="*/ 203168 w 2641187"/>
              <a:gd name="csY23" fmla="*/ 33457 h 520946"/>
              <a:gd name="csX24" fmla="*/ 212002 w 2641187"/>
              <a:gd name="csY24" fmla="*/ 34856 h 520946"/>
              <a:gd name="csX25" fmla="*/ 220835 w 2641187"/>
              <a:gd name="csY25" fmla="*/ 36250 h 520946"/>
              <a:gd name="csX26" fmla="*/ 229668 w 2641187"/>
              <a:gd name="csY26" fmla="*/ 37641 h 520946"/>
              <a:gd name="csX27" fmla="*/ 238501 w 2641187"/>
              <a:gd name="csY27" fmla="*/ 39027 h 520946"/>
              <a:gd name="csX28" fmla="*/ 247335 w 2641187"/>
              <a:gd name="csY28" fmla="*/ 40409 h 520946"/>
              <a:gd name="csX29" fmla="*/ 256168 w 2641187"/>
              <a:gd name="csY29" fmla="*/ 41786 h 520946"/>
              <a:gd name="csX30" fmla="*/ 265002 w 2641187"/>
              <a:gd name="csY30" fmla="*/ 43162 h 520946"/>
              <a:gd name="csX31" fmla="*/ 273836 w 2641187"/>
              <a:gd name="csY31" fmla="*/ 44532 h 520946"/>
              <a:gd name="csX32" fmla="*/ 282668 w 2641187"/>
              <a:gd name="csY32" fmla="*/ 45899 h 520946"/>
              <a:gd name="csX33" fmla="*/ 291502 w 2641187"/>
              <a:gd name="csY33" fmla="*/ 47262 h 520946"/>
              <a:gd name="csX34" fmla="*/ 300335 w 2641187"/>
              <a:gd name="csY34" fmla="*/ 48623 h 520946"/>
              <a:gd name="csX35" fmla="*/ 309169 w 2641187"/>
              <a:gd name="csY35" fmla="*/ 49979 h 520946"/>
              <a:gd name="csX36" fmla="*/ 318003 w 2641187"/>
              <a:gd name="csY36" fmla="*/ 51333 h 520946"/>
              <a:gd name="csX37" fmla="*/ 326835 w 2641187"/>
              <a:gd name="csY37" fmla="*/ 52685 h 520946"/>
              <a:gd name="csX38" fmla="*/ 335669 w 2641187"/>
              <a:gd name="csY38" fmla="*/ 54032 h 520946"/>
              <a:gd name="csX39" fmla="*/ 344502 w 2641187"/>
              <a:gd name="csY39" fmla="*/ 55378 h 520946"/>
              <a:gd name="csX40" fmla="*/ 353336 w 2641187"/>
              <a:gd name="csY40" fmla="*/ 56720 h 520946"/>
              <a:gd name="csX41" fmla="*/ 362169 w 2641187"/>
              <a:gd name="csY41" fmla="*/ 58061 h 520946"/>
              <a:gd name="csX42" fmla="*/ 371003 w 2641187"/>
              <a:gd name="csY42" fmla="*/ 59398 h 520946"/>
              <a:gd name="csX43" fmla="*/ 379837 w 2641187"/>
              <a:gd name="csY43" fmla="*/ 60734 h 520946"/>
              <a:gd name="csX44" fmla="*/ 388669 w 2641187"/>
              <a:gd name="csY44" fmla="*/ 62067 h 520946"/>
              <a:gd name="csX45" fmla="*/ 397503 w 2641187"/>
              <a:gd name="csY45" fmla="*/ 63399 h 520946"/>
              <a:gd name="csX46" fmla="*/ 406336 w 2641187"/>
              <a:gd name="csY46" fmla="*/ 64728 h 520946"/>
              <a:gd name="csX47" fmla="*/ 415170 w 2641187"/>
              <a:gd name="csY47" fmla="*/ 66057 h 520946"/>
              <a:gd name="csX48" fmla="*/ 424004 w 2641187"/>
              <a:gd name="csY48" fmla="*/ 67383 h 520946"/>
              <a:gd name="csX49" fmla="*/ 432836 w 2641187"/>
              <a:gd name="csY49" fmla="*/ 68707 h 520946"/>
              <a:gd name="csX50" fmla="*/ 441670 w 2641187"/>
              <a:gd name="csY50" fmla="*/ 70031 h 520946"/>
              <a:gd name="csX51" fmla="*/ 450503 w 2641187"/>
              <a:gd name="csY51" fmla="*/ 71354 h 520946"/>
              <a:gd name="csX52" fmla="*/ 459337 w 2641187"/>
              <a:gd name="csY52" fmla="*/ 72675 h 520946"/>
              <a:gd name="csX53" fmla="*/ 468170 w 2641187"/>
              <a:gd name="csY53" fmla="*/ 73995 h 520946"/>
              <a:gd name="csX54" fmla="*/ 477004 w 2641187"/>
              <a:gd name="csY54" fmla="*/ 75316 h 520946"/>
              <a:gd name="csX55" fmla="*/ 485838 w 2641187"/>
              <a:gd name="csY55" fmla="*/ 76634 h 520946"/>
              <a:gd name="csX56" fmla="*/ 494670 w 2641187"/>
              <a:gd name="csY56" fmla="*/ 77954 h 520946"/>
              <a:gd name="csX57" fmla="*/ 503504 w 2641187"/>
              <a:gd name="csY57" fmla="*/ 79272 h 520946"/>
              <a:gd name="csX58" fmla="*/ 512337 w 2641187"/>
              <a:gd name="csY58" fmla="*/ 80588 h 520946"/>
              <a:gd name="csX59" fmla="*/ 521171 w 2641187"/>
              <a:gd name="csY59" fmla="*/ 81906 h 520946"/>
              <a:gd name="csX60" fmla="*/ 530005 w 2641187"/>
              <a:gd name="csY60" fmla="*/ 83223 h 520946"/>
              <a:gd name="csX61" fmla="*/ 538837 w 2641187"/>
              <a:gd name="csY61" fmla="*/ 84541 h 520946"/>
              <a:gd name="csX62" fmla="*/ 547671 w 2641187"/>
              <a:gd name="csY62" fmla="*/ 85858 h 520946"/>
              <a:gd name="csX63" fmla="*/ 556504 w 2641187"/>
              <a:gd name="csY63" fmla="*/ 87175 h 520946"/>
              <a:gd name="csX64" fmla="*/ 565338 w 2641187"/>
              <a:gd name="csY64" fmla="*/ 88493 h 520946"/>
              <a:gd name="csX65" fmla="*/ 574171 w 2641187"/>
              <a:gd name="csY65" fmla="*/ 89809 h 520946"/>
              <a:gd name="csX66" fmla="*/ 583005 w 2641187"/>
              <a:gd name="csY66" fmla="*/ 91127 h 520946"/>
              <a:gd name="csX67" fmla="*/ 591838 w 2641187"/>
              <a:gd name="csY67" fmla="*/ 92445 h 520946"/>
              <a:gd name="csX68" fmla="*/ 600671 w 2641187"/>
              <a:gd name="csY68" fmla="*/ 93763 h 520946"/>
              <a:gd name="csX69" fmla="*/ 609505 w 2641187"/>
              <a:gd name="csY69" fmla="*/ 95082 h 520946"/>
              <a:gd name="csX70" fmla="*/ 618338 w 2641187"/>
              <a:gd name="csY70" fmla="*/ 96400 h 520946"/>
              <a:gd name="csX71" fmla="*/ 627172 w 2641187"/>
              <a:gd name="csY71" fmla="*/ 97719 h 520946"/>
              <a:gd name="csX72" fmla="*/ 636006 w 2641187"/>
              <a:gd name="csY72" fmla="*/ 99038 h 520946"/>
              <a:gd name="csX73" fmla="*/ 644838 w 2641187"/>
              <a:gd name="csY73" fmla="*/ 100358 h 520946"/>
              <a:gd name="csX74" fmla="*/ 653672 w 2641187"/>
              <a:gd name="csY74" fmla="*/ 101677 h 520946"/>
              <a:gd name="csX75" fmla="*/ 662505 w 2641187"/>
              <a:gd name="csY75" fmla="*/ 102996 h 520946"/>
              <a:gd name="csX76" fmla="*/ 671339 w 2641187"/>
              <a:gd name="csY76" fmla="*/ 104316 h 520946"/>
              <a:gd name="csX77" fmla="*/ 680172 w 2641187"/>
              <a:gd name="csY77" fmla="*/ 105637 h 520946"/>
              <a:gd name="csX78" fmla="*/ 689005 w 2641187"/>
              <a:gd name="csY78" fmla="*/ 106956 h 520946"/>
              <a:gd name="csX79" fmla="*/ 697839 w 2641187"/>
              <a:gd name="csY79" fmla="*/ 108275 h 520946"/>
              <a:gd name="csX80" fmla="*/ 706672 w 2641187"/>
              <a:gd name="csY80" fmla="*/ 109595 h 520946"/>
              <a:gd name="csX81" fmla="*/ 715506 w 2641187"/>
              <a:gd name="csY81" fmla="*/ 110914 h 520946"/>
              <a:gd name="csX82" fmla="*/ 724339 w 2641187"/>
              <a:gd name="csY82" fmla="*/ 112232 h 520946"/>
              <a:gd name="csX83" fmla="*/ 733173 w 2641187"/>
              <a:gd name="csY83" fmla="*/ 113550 h 520946"/>
              <a:gd name="csX84" fmla="*/ 742007 w 2641187"/>
              <a:gd name="csY84" fmla="*/ 114868 h 520946"/>
              <a:gd name="csX85" fmla="*/ 750839 w 2641187"/>
              <a:gd name="csY85" fmla="*/ 116185 h 520946"/>
              <a:gd name="csX86" fmla="*/ 759673 w 2641187"/>
              <a:gd name="csY86" fmla="*/ 117500 h 520946"/>
              <a:gd name="csX87" fmla="*/ 768506 w 2641187"/>
              <a:gd name="csY87" fmla="*/ 118814 h 520946"/>
              <a:gd name="csX88" fmla="*/ 777340 w 2641187"/>
              <a:gd name="csY88" fmla="*/ 120127 h 520946"/>
              <a:gd name="csX89" fmla="*/ 786172 w 2641187"/>
              <a:gd name="csY89" fmla="*/ 121440 h 520946"/>
              <a:gd name="csX90" fmla="*/ 795006 w 2641187"/>
              <a:gd name="csY90" fmla="*/ 122749 h 520946"/>
              <a:gd name="csX91" fmla="*/ 803840 w 2641187"/>
              <a:gd name="csY91" fmla="*/ 124057 h 520946"/>
              <a:gd name="csX92" fmla="*/ 812673 w 2641187"/>
              <a:gd name="csY92" fmla="*/ 125363 h 520946"/>
              <a:gd name="csX93" fmla="*/ 821507 w 2641187"/>
              <a:gd name="csY93" fmla="*/ 126668 h 520946"/>
              <a:gd name="csX94" fmla="*/ 830340 w 2641187"/>
              <a:gd name="csY94" fmla="*/ 127969 h 520946"/>
              <a:gd name="csX95" fmla="*/ 839173 w 2641187"/>
              <a:gd name="csY95" fmla="*/ 129268 h 520946"/>
              <a:gd name="csX96" fmla="*/ 848008 w 2641187"/>
              <a:gd name="csY96" fmla="*/ 130565 h 520946"/>
              <a:gd name="csX97" fmla="*/ 856840 w 2641187"/>
              <a:gd name="csY97" fmla="*/ 131858 h 520946"/>
              <a:gd name="csX98" fmla="*/ 865674 w 2641187"/>
              <a:gd name="csY98" fmla="*/ 133148 h 520946"/>
              <a:gd name="csX99" fmla="*/ 874507 w 2641187"/>
              <a:gd name="csY99" fmla="*/ 134435 h 520946"/>
              <a:gd name="csX100" fmla="*/ 883341 w 2641187"/>
              <a:gd name="csY100" fmla="*/ 135718 h 520946"/>
              <a:gd name="csX101" fmla="*/ 892173 w 2641187"/>
              <a:gd name="csY101" fmla="*/ 136997 h 520946"/>
              <a:gd name="csX102" fmla="*/ 901007 w 2641187"/>
              <a:gd name="csY102" fmla="*/ 138273 h 520946"/>
              <a:gd name="csX103" fmla="*/ 909841 w 2641187"/>
              <a:gd name="csY103" fmla="*/ 139544 h 520946"/>
              <a:gd name="csX104" fmla="*/ 918674 w 2641187"/>
              <a:gd name="csY104" fmla="*/ 140810 h 520946"/>
              <a:gd name="csX105" fmla="*/ 927503 w 2641187"/>
              <a:gd name="csY105" fmla="*/ 142072 h 520946"/>
              <a:gd name="csX106" fmla="*/ 936347 w 2641187"/>
              <a:gd name="csY106" fmla="*/ 143331 h 520946"/>
              <a:gd name="csX107" fmla="*/ 945178 w 2641187"/>
              <a:gd name="csY107" fmla="*/ 144583 h 520946"/>
              <a:gd name="csX108" fmla="*/ 954010 w 2641187"/>
              <a:gd name="csY108" fmla="*/ 145831 h 520946"/>
              <a:gd name="csX109" fmla="*/ 962841 w 2641187"/>
              <a:gd name="csY109" fmla="*/ 147073 h 520946"/>
              <a:gd name="csX110" fmla="*/ 971672 w 2641187"/>
              <a:gd name="csY110" fmla="*/ 148311 h 520946"/>
              <a:gd name="csX111" fmla="*/ 980504 w 2641187"/>
              <a:gd name="csY111" fmla="*/ 149544 h 520946"/>
              <a:gd name="csX112" fmla="*/ 989335 w 2641187"/>
              <a:gd name="csY112" fmla="*/ 150772 h 520946"/>
              <a:gd name="csX113" fmla="*/ 998180 w 2641187"/>
              <a:gd name="csY113" fmla="*/ 151994 h 520946"/>
              <a:gd name="csX114" fmla="*/ 1007011 w 2641187"/>
              <a:gd name="csY114" fmla="*/ 153213 h 520946"/>
              <a:gd name="csX115" fmla="*/ 1015842 w 2641187"/>
              <a:gd name="csY115" fmla="*/ 154427 h 520946"/>
              <a:gd name="csX116" fmla="*/ 1024674 w 2641187"/>
              <a:gd name="csY116" fmla="*/ 155636 h 520946"/>
              <a:gd name="csX117" fmla="*/ 1033505 w 2641187"/>
              <a:gd name="csY117" fmla="*/ 156842 h 520946"/>
              <a:gd name="csX118" fmla="*/ 1042336 w 2641187"/>
              <a:gd name="csY118" fmla="*/ 158044 h 520946"/>
              <a:gd name="csX119" fmla="*/ 1051181 w 2641187"/>
              <a:gd name="csY119" fmla="*/ 159244 h 520946"/>
              <a:gd name="csX120" fmla="*/ 1060012 w 2641187"/>
              <a:gd name="csY120" fmla="*/ 160441 h 520946"/>
              <a:gd name="csX121" fmla="*/ 1068843 w 2641187"/>
              <a:gd name="csY121" fmla="*/ 161637 h 520946"/>
              <a:gd name="csX122" fmla="*/ 1077675 w 2641187"/>
              <a:gd name="csY122" fmla="*/ 162831 h 520946"/>
              <a:gd name="csX123" fmla="*/ 1086506 w 2641187"/>
              <a:gd name="csY123" fmla="*/ 164027 h 520946"/>
              <a:gd name="csX124" fmla="*/ 1095337 w 2641187"/>
              <a:gd name="csY124" fmla="*/ 165223 h 520946"/>
              <a:gd name="csX125" fmla="*/ 1104182 w 2641187"/>
              <a:gd name="csY125" fmla="*/ 166421 h 520946"/>
              <a:gd name="csX126" fmla="*/ 1113013 w 2641187"/>
              <a:gd name="csY126" fmla="*/ 167622 h 520946"/>
              <a:gd name="csX127" fmla="*/ 1121844 w 2641187"/>
              <a:gd name="csY127" fmla="*/ 168827 h 520946"/>
              <a:gd name="csX128" fmla="*/ 1130676 w 2641187"/>
              <a:gd name="csY128" fmla="*/ 170039 h 520946"/>
              <a:gd name="csX129" fmla="*/ 1139507 w 2641187"/>
              <a:gd name="csY129" fmla="*/ 171257 h 520946"/>
              <a:gd name="csX130" fmla="*/ 1148338 w 2641187"/>
              <a:gd name="csY130" fmla="*/ 172484 h 520946"/>
              <a:gd name="csX131" fmla="*/ 1157170 w 2641187"/>
              <a:gd name="csY131" fmla="*/ 173720 h 520946"/>
              <a:gd name="csX132" fmla="*/ 1166014 w 2641187"/>
              <a:gd name="csY132" fmla="*/ 174969 h 520946"/>
              <a:gd name="csX133" fmla="*/ 1174846 w 2641187"/>
              <a:gd name="csY133" fmla="*/ 176230 h 520946"/>
              <a:gd name="csX134" fmla="*/ 1183677 w 2641187"/>
              <a:gd name="csY134" fmla="*/ 177505 h 520946"/>
              <a:gd name="csX135" fmla="*/ 1192508 w 2641187"/>
              <a:gd name="csY135" fmla="*/ 178797 h 520946"/>
              <a:gd name="csX136" fmla="*/ 1201340 w 2641187"/>
              <a:gd name="csY136" fmla="*/ 180107 h 520946"/>
              <a:gd name="csX137" fmla="*/ 1210171 w 2641187"/>
              <a:gd name="csY137" fmla="*/ 181436 h 520946"/>
              <a:gd name="csX138" fmla="*/ 1219015 w 2641187"/>
              <a:gd name="csY138" fmla="*/ 182784 h 520946"/>
              <a:gd name="csX139" fmla="*/ 1227847 w 2641187"/>
              <a:gd name="csY139" fmla="*/ 184157 h 520946"/>
              <a:gd name="csX140" fmla="*/ 1236678 w 2641187"/>
              <a:gd name="csY140" fmla="*/ 185551 h 520946"/>
              <a:gd name="csX141" fmla="*/ 1245509 w 2641187"/>
              <a:gd name="csY141" fmla="*/ 186971 h 520946"/>
              <a:gd name="csX142" fmla="*/ 1254341 w 2641187"/>
              <a:gd name="csY142" fmla="*/ 188417 h 520946"/>
              <a:gd name="csX143" fmla="*/ 1263172 w 2641187"/>
              <a:gd name="csY143" fmla="*/ 189889 h 520946"/>
              <a:gd name="csX144" fmla="*/ 1272017 w 2641187"/>
              <a:gd name="csY144" fmla="*/ 191389 h 520946"/>
              <a:gd name="csX145" fmla="*/ 1280848 w 2641187"/>
              <a:gd name="csY145" fmla="*/ 192919 h 520946"/>
              <a:gd name="csX146" fmla="*/ 1289679 w 2641187"/>
              <a:gd name="csY146" fmla="*/ 194476 h 520946"/>
              <a:gd name="csX147" fmla="*/ 1298511 w 2641187"/>
              <a:gd name="csY147" fmla="*/ 206329 h 520946"/>
              <a:gd name="csX148" fmla="*/ 1307342 w 2641187"/>
              <a:gd name="csY148" fmla="*/ 223419 h 520946"/>
              <a:gd name="csX149" fmla="*/ 1316173 w 2641187"/>
              <a:gd name="csY149" fmla="*/ 240807 h 520946"/>
              <a:gd name="csX150" fmla="*/ 1325018 w 2641187"/>
              <a:gd name="csY150" fmla="*/ 258494 h 520946"/>
              <a:gd name="csX151" fmla="*/ 1333849 w 2641187"/>
              <a:gd name="csY151" fmla="*/ 276473 h 520946"/>
              <a:gd name="csX152" fmla="*/ 1342680 w 2641187"/>
              <a:gd name="csY152" fmla="*/ 294741 h 520946"/>
              <a:gd name="csX153" fmla="*/ 1351512 w 2641187"/>
              <a:gd name="csY153" fmla="*/ 313289 h 520946"/>
              <a:gd name="csX154" fmla="*/ 1360343 w 2641187"/>
              <a:gd name="csY154" fmla="*/ 331949 h 520946"/>
              <a:gd name="csX155" fmla="*/ 1369174 w 2641187"/>
              <a:gd name="csY155" fmla="*/ 338847 h 520946"/>
              <a:gd name="csX156" fmla="*/ 1378006 w 2641187"/>
              <a:gd name="csY156" fmla="*/ 346127 h 520946"/>
              <a:gd name="csX157" fmla="*/ 1386850 w 2641187"/>
              <a:gd name="csY157" fmla="*/ 353762 h 520946"/>
              <a:gd name="csX158" fmla="*/ 1395681 w 2641187"/>
              <a:gd name="csY158" fmla="*/ 361717 h 520946"/>
              <a:gd name="csX159" fmla="*/ 1404513 w 2641187"/>
              <a:gd name="csY159" fmla="*/ 369955 h 520946"/>
              <a:gd name="csX160" fmla="*/ 1413344 w 2641187"/>
              <a:gd name="csY160" fmla="*/ 378440 h 520946"/>
              <a:gd name="csX161" fmla="*/ 1422175 w 2641187"/>
              <a:gd name="csY161" fmla="*/ 387129 h 520946"/>
              <a:gd name="csX162" fmla="*/ 1431007 w 2641187"/>
              <a:gd name="csY162" fmla="*/ 395980 h 520946"/>
              <a:gd name="csX163" fmla="*/ 1439851 w 2641187"/>
              <a:gd name="csY163" fmla="*/ 404949 h 520946"/>
              <a:gd name="csX164" fmla="*/ 1448683 w 2641187"/>
              <a:gd name="csY164" fmla="*/ 413988 h 520946"/>
              <a:gd name="csX165" fmla="*/ 1457514 w 2641187"/>
              <a:gd name="csY165" fmla="*/ 423052 h 520946"/>
              <a:gd name="csX166" fmla="*/ 1466345 w 2641187"/>
              <a:gd name="csY166" fmla="*/ 432093 h 520946"/>
              <a:gd name="csX167" fmla="*/ 1475176 w 2641187"/>
              <a:gd name="csY167" fmla="*/ 441067 h 520946"/>
              <a:gd name="csX168" fmla="*/ 1484008 w 2641187"/>
              <a:gd name="csY168" fmla="*/ 449926 h 520946"/>
              <a:gd name="csX169" fmla="*/ 1492852 w 2641187"/>
              <a:gd name="csY169" fmla="*/ 458626 h 520946"/>
              <a:gd name="csX170" fmla="*/ 1501684 w 2641187"/>
              <a:gd name="csY170" fmla="*/ 467123 h 520946"/>
              <a:gd name="csX171" fmla="*/ 1510515 w 2641187"/>
              <a:gd name="csY171" fmla="*/ 475376 h 520946"/>
              <a:gd name="csX172" fmla="*/ 1519346 w 2641187"/>
              <a:gd name="csY172" fmla="*/ 483347 h 520946"/>
              <a:gd name="csX173" fmla="*/ 1528178 w 2641187"/>
              <a:gd name="csY173" fmla="*/ 490997 h 520946"/>
              <a:gd name="csX174" fmla="*/ 1537009 w 2641187"/>
              <a:gd name="csY174" fmla="*/ 498295 h 520946"/>
              <a:gd name="csX175" fmla="*/ 1545840 w 2641187"/>
              <a:gd name="csY175" fmla="*/ 505209 h 520946"/>
              <a:gd name="csX176" fmla="*/ 1554685 w 2641187"/>
              <a:gd name="csY176" fmla="*/ 511714 h 520946"/>
              <a:gd name="csX177" fmla="*/ 1563516 w 2641187"/>
              <a:gd name="csY177" fmla="*/ 517178 h 520946"/>
              <a:gd name="csX178" fmla="*/ 1572348 w 2641187"/>
              <a:gd name="csY178" fmla="*/ 518463 h 520946"/>
              <a:gd name="csX179" fmla="*/ 1581179 w 2641187"/>
              <a:gd name="csY179" fmla="*/ 519490 h 520946"/>
              <a:gd name="csX180" fmla="*/ 1590010 w 2641187"/>
              <a:gd name="csY180" fmla="*/ 520249 h 520946"/>
              <a:gd name="csX181" fmla="*/ 1598841 w 2641187"/>
              <a:gd name="csY181" fmla="*/ 520736 h 520946"/>
              <a:gd name="csX182" fmla="*/ 1607686 w 2641187"/>
              <a:gd name="csY182" fmla="*/ 520946 h 520946"/>
              <a:gd name="csX183" fmla="*/ 1616517 w 2641187"/>
              <a:gd name="csY183" fmla="*/ 520880 h 520946"/>
              <a:gd name="csX184" fmla="*/ 1625349 w 2641187"/>
              <a:gd name="csY184" fmla="*/ 520538 h 520946"/>
              <a:gd name="csX185" fmla="*/ 1634180 w 2641187"/>
              <a:gd name="csY185" fmla="*/ 519925 h 520946"/>
              <a:gd name="csX186" fmla="*/ 1643011 w 2641187"/>
              <a:gd name="csY186" fmla="*/ 519047 h 520946"/>
              <a:gd name="csX187" fmla="*/ 1651842 w 2641187"/>
              <a:gd name="csY187" fmla="*/ 517914 h 520946"/>
              <a:gd name="csX188" fmla="*/ 1660687 w 2641187"/>
              <a:gd name="csY188" fmla="*/ 516537 h 520946"/>
              <a:gd name="csX189" fmla="*/ 1669518 w 2641187"/>
              <a:gd name="csY189" fmla="*/ 514929 h 520946"/>
              <a:gd name="csX190" fmla="*/ 1678350 w 2641187"/>
              <a:gd name="csY190" fmla="*/ 513104 h 520946"/>
              <a:gd name="csX191" fmla="*/ 1687181 w 2641187"/>
              <a:gd name="csY191" fmla="*/ 511077 h 520946"/>
              <a:gd name="csX192" fmla="*/ 1696012 w 2641187"/>
              <a:gd name="csY192" fmla="*/ 508868 h 520946"/>
              <a:gd name="csX193" fmla="*/ 1704844 w 2641187"/>
              <a:gd name="csY193" fmla="*/ 506494 h 520946"/>
              <a:gd name="csX194" fmla="*/ 1713675 w 2641187"/>
              <a:gd name="csY194" fmla="*/ 503975 h 520946"/>
              <a:gd name="csX195" fmla="*/ 1722519 w 2641187"/>
              <a:gd name="csY195" fmla="*/ 501328 h 520946"/>
              <a:gd name="csX196" fmla="*/ 1731351 w 2641187"/>
              <a:gd name="csY196" fmla="*/ 498577 h 520946"/>
              <a:gd name="csX197" fmla="*/ 1740182 w 2641187"/>
              <a:gd name="csY197" fmla="*/ 495740 h 520946"/>
              <a:gd name="csX198" fmla="*/ 1749013 w 2641187"/>
              <a:gd name="csY198" fmla="*/ 492838 h 520946"/>
              <a:gd name="csX199" fmla="*/ 1757845 w 2641187"/>
              <a:gd name="csY199" fmla="*/ 489890 h 520946"/>
              <a:gd name="csX200" fmla="*/ 1766676 w 2641187"/>
              <a:gd name="csY200" fmla="*/ 486918 h 520946"/>
              <a:gd name="csX201" fmla="*/ 1775521 w 2641187"/>
              <a:gd name="csY201" fmla="*/ 483940 h 520946"/>
              <a:gd name="csX202" fmla="*/ 1784352 w 2641187"/>
              <a:gd name="csY202" fmla="*/ 480972 h 520946"/>
              <a:gd name="csX203" fmla="*/ 1793183 w 2641187"/>
              <a:gd name="csY203" fmla="*/ 478036 h 520946"/>
              <a:gd name="csX204" fmla="*/ 1802015 w 2641187"/>
              <a:gd name="csY204" fmla="*/ 475144 h 520946"/>
              <a:gd name="csX205" fmla="*/ 1810846 w 2641187"/>
              <a:gd name="csY205" fmla="*/ 472315 h 520946"/>
              <a:gd name="csX206" fmla="*/ 1819677 w 2641187"/>
              <a:gd name="csY206" fmla="*/ 469562 h 520946"/>
              <a:gd name="csX207" fmla="*/ 1828522 w 2641187"/>
              <a:gd name="csY207" fmla="*/ 466900 h 520946"/>
              <a:gd name="csX208" fmla="*/ 1837353 w 2641187"/>
              <a:gd name="csY208" fmla="*/ 464337 h 520946"/>
              <a:gd name="csX209" fmla="*/ 1846184 w 2641187"/>
              <a:gd name="csY209" fmla="*/ 461885 h 520946"/>
              <a:gd name="csX210" fmla="*/ 1855016 w 2641187"/>
              <a:gd name="csY210" fmla="*/ 459555 h 520946"/>
              <a:gd name="csX211" fmla="*/ 1863847 w 2641187"/>
              <a:gd name="csY211" fmla="*/ 457355 h 520946"/>
              <a:gd name="csX212" fmla="*/ 1872678 w 2641187"/>
              <a:gd name="csY212" fmla="*/ 455290 h 520946"/>
              <a:gd name="csX213" fmla="*/ 1881510 w 2641187"/>
              <a:gd name="csY213" fmla="*/ 453365 h 520946"/>
              <a:gd name="csX214" fmla="*/ 1890354 w 2641187"/>
              <a:gd name="csY214" fmla="*/ 451587 h 520946"/>
              <a:gd name="csX215" fmla="*/ 1899186 w 2641187"/>
              <a:gd name="csY215" fmla="*/ 449957 h 520946"/>
              <a:gd name="csX216" fmla="*/ 1908017 w 2641187"/>
              <a:gd name="csY216" fmla="*/ 448478 h 520946"/>
              <a:gd name="csX217" fmla="*/ 1916848 w 2641187"/>
              <a:gd name="csY217" fmla="*/ 447149 h 520946"/>
              <a:gd name="csX218" fmla="*/ 1925679 w 2641187"/>
              <a:gd name="csY218" fmla="*/ 445972 h 520946"/>
              <a:gd name="csX219" fmla="*/ 1934511 w 2641187"/>
              <a:gd name="csY219" fmla="*/ 444945 h 520946"/>
              <a:gd name="csX220" fmla="*/ 1943355 w 2641187"/>
              <a:gd name="csY220" fmla="*/ 444066 h 520946"/>
              <a:gd name="csX221" fmla="*/ 1952187 w 2641187"/>
              <a:gd name="csY221" fmla="*/ 443333 h 520946"/>
              <a:gd name="csX222" fmla="*/ 1961018 w 2641187"/>
              <a:gd name="csY222" fmla="*/ 442744 h 520946"/>
              <a:gd name="csX223" fmla="*/ 1969849 w 2641187"/>
              <a:gd name="csY223" fmla="*/ 442292 h 520946"/>
              <a:gd name="csX224" fmla="*/ 1978681 w 2641187"/>
              <a:gd name="csY224" fmla="*/ 441975 h 520946"/>
              <a:gd name="csX225" fmla="*/ 1987512 w 2641187"/>
              <a:gd name="csY225" fmla="*/ 441788 h 520946"/>
              <a:gd name="csX226" fmla="*/ 1996356 w 2641187"/>
              <a:gd name="csY226" fmla="*/ 441725 h 520946"/>
              <a:gd name="csX227" fmla="*/ 2005188 w 2641187"/>
              <a:gd name="csY227" fmla="*/ 441782 h 520946"/>
              <a:gd name="csX228" fmla="*/ 2014019 w 2641187"/>
              <a:gd name="csY228" fmla="*/ 441951 h 520946"/>
              <a:gd name="csX229" fmla="*/ 2022850 w 2641187"/>
              <a:gd name="csY229" fmla="*/ 442228 h 520946"/>
              <a:gd name="csX230" fmla="*/ 2031682 w 2641187"/>
              <a:gd name="csY230" fmla="*/ 442607 h 520946"/>
              <a:gd name="csX231" fmla="*/ 2040513 w 2641187"/>
              <a:gd name="csY231" fmla="*/ 443080 h 520946"/>
              <a:gd name="csX232" fmla="*/ 2049344 w 2641187"/>
              <a:gd name="csY232" fmla="*/ 443643 h 520946"/>
              <a:gd name="csX233" fmla="*/ 2058189 w 2641187"/>
              <a:gd name="csY233" fmla="*/ 444288 h 520946"/>
              <a:gd name="csX234" fmla="*/ 2067020 w 2641187"/>
              <a:gd name="csY234" fmla="*/ 445010 h 520946"/>
              <a:gd name="csX235" fmla="*/ 2075852 w 2641187"/>
              <a:gd name="csY235" fmla="*/ 445803 h 520946"/>
              <a:gd name="csX236" fmla="*/ 2084683 w 2641187"/>
              <a:gd name="csY236" fmla="*/ 446662 h 520946"/>
              <a:gd name="csX237" fmla="*/ 2093514 w 2641187"/>
              <a:gd name="csY237" fmla="*/ 447578 h 520946"/>
              <a:gd name="csX238" fmla="*/ 2102346 w 2641187"/>
              <a:gd name="csY238" fmla="*/ 448549 h 520946"/>
              <a:gd name="csX239" fmla="*/ 2111190 w 2641187"/>
              <a:gd name="csY239" fmla="*/ 449568 h 520946"/>
              <a:gd name="csX240" fmla="*/ 2120021 w 2641187"/>
              <a:gd name="csY240" fmla="*/ 450629 h 520946"/>
              <a:gd name="csX241" fmla="*/ 2128853 w 2641187"/>
              <a:gd name="csY241" fmla="*/ 451728 h 520946"/>
              <a:gd name="csX242" fmla="*/ 2137684 w 2641187"/>
              <a:gd name="csY242" fmla="*/ 452860 h 520946"/>
              <a:gd name="csX243" fmla="*/ 2146515 w 2641187"/>
              <a:gd name="csY243" fmla="*/ 454020 h 520946"/>
              <a:gd name="csX244" fmla="*/ 2155347 w 2641187"/>
              <a:gd name="csY244" fmla="*/ 455202 h 520946"/>
              <a:gd name="csX245" fmla="*/ 2164191 w 2641187"/>
              <a:gd name="csY245" fmla="*/ 456403 h 520946"/>
              <a:gd name="csX246" fmla="*/ 2173023 w 2641187"/>
              <a:gd name="csY246" fmla="*/ 457619 h 520946"/>
              <a:gd name="csX247" fmla="*/ 2181854 w 2641187"/>
              <a:gd name="csY247" fmla="*/ 458845 h 520946"/>
              <a:gd name="csX248" fmla="*/ 2190685 w 2641187"/>
              <a:gd name="csY248" fmla="*/ 460078 h 520946"/>
              <a:gd name="csX249" fmla="*/ 2199516 w 2641187"/>
              <a:gd name="csY249" fmla="*/ 461312 h 520946"/>
              <a:gd name="csX250" fmla="*/ 2208348 w 2641187"/>
              <a:gd name="csY250" fmla="*/ 462548 h 520946"/>
              <a:gd name="csX251" fmla="*/ 2217179 w 2641187"/>
              <a:gd name="csY251" fmla="*/ 463778 h 520946"/>
              <a:gd name="csX252" fmla="*/ 2226024 w 2641187"/>
              <a:gd name="csY252" fmla="*/ 465000 h 520946"/>
              <a:gd name="csX253" fmla="*/ 2234855 w 2641187"/>
              <a:gd name="csY253" fmla="*/ 466212 h 520946"/>
              <a:gd name="csX254" fmla="*/ 2243686 w 2641187"/>
              <a:gd name="csY254" fmla="*/ 467410 h 520946"/>
              <a:gd name="csX255" fmla="*/ 2252518 w 2641187"/>
              <a:gd name="csY255" fmla="*/ 468593 h 520946"/>
              <a:gd name="csX256" fmla="*/ 2261349 w 2641187"/>
              <a:gd name="csY256" fmla="*/ 469755 h 520946"/>
              <a:gd name="csX257" fmla="*/ 2270180 w 2641187"/>
              <a:gd name="csY257" fmla="*/ 470896 h 520946"/>
              <a:gd name="csX258" fmla="*/ 2279025 w 2641187"/>
              <a:gd name="csY258" fmla="*/ 472012 h 520946"/>
              <a:gd name="csX259" fmla="*/ 2287856 w 2641187"/>
              <a:gd name="csY259" fmla="*/ 473100 h 520946"/>
              <a:gd name="csX260" fmla="*/ 2296687 w 2641187"/>
              <a:gd name="csY260" fmla="*/ 474160 h 520946"/>
              <a:gd name="csX261" fmla="*/ 2305519 w 2641187"/>
              <a:gd name="csY261" fmla="*/ 475188 h 520946"/>
              <a:gd name="csX262" fmla="*/ 2314350 w 2641187"/>
              <a:gd name="csY262" fmla="*/ 476183 h 520946"/>
              <a:gd name="csX263" fmla="*/ 2323181 w 2641187"/>
              <a:gd name="csY263" fmla="*/ 477142 h 520946"/>
              <a:gd name="csX264" fmla="*/ 2332026 w 2641187"/>
              <a:gd name="csY264" fmla="*/ 478062 h 520946"/>
              <a:gd name="csX265" fmla="*/ 2340857 w 2641187"/>
              <a:gd name="csY265" fmla="*/ 478943 h 520946"/>
              <a:gd name="csX266" fmla="*/ 2349689 w 2641187"/>
              <a:gd name="csY266" fmla="*/ 479782 h 520946"/>
              <a:gd name="csX267" fmla="*/ 2358520 w 2641187"/>
              <a:gd name="csY267" fmla="*/ 480579 h 520946"/>
              <a:gd name="csX268" fmla="*/ 2367351 w 2641187"/>
              <a:gd name="csY268" fmla="*/ 481330 h 520946"/>
              <a:gd name="csX269" fmla="*/ 2376182 w 2641187"/>
              <a:gd name="csY269" fmla="*/ 482034 h 520946"/>
              <a:gd name="csX270" fmla="*/ 2385014 w 2641187"/>
              <a:gd name="csY270" fmla="*/ 482689 h 520946"/>
              <a:gd name="csX271" fmla="*/ 2393858 w 2641187"/>
              <a:gd name="csY271" fmla="*/ 483296 h 520946"/>
              <a:gd name="csX272" fmla="*/ 2402690 w 2641187"/>
              <a:gd name="csY272" fmla="*/ 483852 h 520946"/>
              <a:gd name="csX273" fmla="*/ 2411521 w 2641187"/>
              <a:gd name="csY273" fmla="*/ 484355 h 520946"/>
              <a:gd name="csX274" fmla="*/ 2420352 w 2641187"/>
              <a:gd name="csY274" fmla="*/ 484803 h 520946"/>
              <a:gd name="csX275" fmla="*/ 2429184 w 2641187"/>
              <a:gd name="csY275" fmla="*/ 485198 h 520946"/>
              <a:gd name="csX276" fmla="*/ 2438015 w 2641187"/>
              <a:gd name="csY276" fmla="*/ 485536 h 520946"/>
              <a:gd name="csX277" fmla="*/ 2446860 w 2641187"/>
              <a:gd name="csY277" fmla="*/ 485816 h 520946"/>
              <a:gd name="csX278" fmla="*/ 2455691 w 2641187"/>
              <a:gd name="csY278" fmla="*/ 486040 h 520946"/>
              <a:gd name="csX279" fmla="*/ 2464522 w 2641187"/>
              <a:gd name="csY279" fmla="*/ 486203 h 520946"/>
              <a:gd name="csX280" fmla="*/ 2473353 w 2641187"/>
              <a:gd name="csY280" fmla="*/ 486307 h 520946"/>
              <a:gd name="csX281" fmla="*/ 2482185 w 2641187"/>
              <a:gd name="csY281" fmla="*/ 486350 h 520946"/>
              <a:gd name="csX282" fmla="*/ 2491016 w 2641187"/>
              <a:gd name="csY282" fmla="*/ 486331 h 520946"/>
              <a:gd name="csX283" fmla="*/ 2499861 w 2641187"/>
              <a:gd name="csY283" fmla="*/ 486251 h 520946"/>
              <a:gd name="csX284" fmla="*/ 2508692 w 2641187"/>
              <a:gd name="csY284" fmla="*/ 486108 h 520946"/>
              <a:gd name="csX285" fmla="*/ 2517523 w 2641187"/>
              <a:gd name="csY285" fmla="*/ 485902 h 520946"/>
              <a:gd name="csX286" fmla="*/ 2526355 w 2641187"/>
              <a:gd name="csY286" fmla="*/ 485632 h 520946"/>
              <a:gd name="csX287" fmla="*/ 2535186 w 2641187"/>
              <a:gd name="csY287" fmla="*/ 485299 h 520946"/>
              <a:gd name="csX288" fmla="*/ 2544017 w 2641187"/>
              <a:gd name="csY288" fmla="*/ 484900 h 520946"/>
              <a:gd name="csX289" fmla="*/ 2552862 w 2641187"/>
              <a:gd name="csY289" fmla="*/ 484438 h 520946"/>
              <a:gd name="csX290" fmla="*/ 2561693 w 2641187"/>
              <a:gd name="csY290" fmla="*/ 483912 h 520946"/>
              <a:gd name="csX291" fmla="*/ 2570524 w 2641187"/>
              <a:gd name="csY291" fmla="*/ 483320 h 520946"/>
              <a:gd name="csX292" fmla="*/ 2579356 w 2641187"/>
              <a:gd name="csY292" fmla="*/ 482664 h 520946"/>
              <a:gd name="csX293" fmla="*/ 2588187 w 2641187"/>
              <a:gd name="csY293" fmla="*/ 481943 h 520946"/>
              <a:gd name="csX294" fmla="*/ 2597018 w 2641187"/>
              <a:gd name="csY294" fmla="*/ 481159 h 520946"/>
              <a:gd name="csX295" fmla="*/ 2605850 w 2641187"/>
              <a:gd name="csY295" fmla="*/ 480309 h 520946"/>
              <a:gd name="csX296" fmla="*/ 2614694 w 2641187"/>
              <a:gd name="csY296" fmla="*/ 479396 h 520946"/>
              <a:gd name="csX297" fmla="*/ 2623525 w 2641187"/>
              <a:gd name="csY297" fmla="*/ 478420 h 520946"/>
              <a:gd name="csX298" fmla="*/ 2632357 w 2641187"/>
              <a:gd name="csY298" fmla="*/ 477380 h 520946"/>
              <a:gd name="csX299" fmla="*/ 2641188 w 2641187"/>
              <a:gd name="csY299" fmla="*/ 476278 h 52094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641187" h="520946">
                <a:moveTo>
                  <a:pt x="0" y="0"/>
                </a:moveTo>
                <a:lnTo>
                  <a:pt x="8833" y="1507"/>
                </a:lnTo>
                <a:lnTo>
                  <a:pt x="17667" y="3010"/>
                </a:lnTo>
                <a:lnTo>
                  <a:pt x="26499" y="4507"/>
                </a:lnTo>
                <a:lnTo>
                  <a:pt x="35333" y="6001"/>
                </a:lnTo>
                <a:lnTo>
                  <a:pt x="44166" y="7489"/>
                </a:lnTo>
                <a:lnTo>
                  <a:pt x="53000" y="8974"/>
                </a:lnTo>
                <a:lnTo>
                  <a:pt x="61834" y="10453"/>
                </a:lnTo>
                <a:lnTo>
                  <a:pt x="70666" y="11926"/>
                </a:lnTo>
                <a:lnTo>
                  <a:pt x="79500" y="13395"/>
                </a:lnTo>
                <a:lnTo>
                  <a:pt x="88333" y="14859"/>
                </a:lnTo>
                <a:lnTo>
                  <a:pt x="97167" y="16318"/>
                </a:lnTo>
                <a:lnTo>
                  <a:pt x="106001" y="17773"/>
                </a:lnTo>
                <a:lnTo>
                  <a:pt x="114834" y="19221"/>
                </a:lnTo>
                <a:lnTo>
                  <a:pt x="123668" y="20667"/>
                </a:lnTo>
                <a:lnTo>
                  <a:pt x="132500" y="22106"/>
                </a:lnTo>
                <a:lnTo>
                  <a:pt x="141334" y="23541"/>
                </a:lnTo>
                <a:lnTo>
                  <a:pt x="150167" y="24972"/>
                </a:lnTo>
                <a:lnTo>
                  <a:pt x="159001" y="26397"/>
                </a:lnTo>
                <a:lnTo>
                  <a:pt x="167835" y="27819"/>
                </a:lnTo>
                <a:lnTo>
                  <a:pt x="176667" y="29235"/>
                </a:lnTo>
                <a:lnTo>
                  <a:pt x="185501" y="30646"/>
                </a:lnTo>
                <a:lnTo>
                  <a:pt x="194334" y="32053"/>
                </a:lnTo>
                <a:lnTo>
                  <a:pt x="203168" y="33457"/>
                </a:lnTo>
                <a:lnTo>
                  <a:pt x="212002" y="34856"/>
                </a:lnTo>
                <a:lnTo>
                  <a:pt x="220835" y="36250"/>
                </a:lnTo>
                <a:lnTo>
                  <a:pt x="229668" y="37641"/>
                </a:lnTo>
                <a:lnTo>
                  <a:pt x="238501" y="39027"/>
                </a:lnTo>
                <a:lnTo>
                  <a:pt x="247335" y="40409"/>
                </a:lnTo>
                <a:lnTo>
                  <a:pt x="256168" y="41786"/>
                </a:lnTo>
                <a:lnTo>
                  <a:pt x="265002" y="43162"/>
                </a:lnTo>
                <a:lnTo>
                  <a:pt x="273836" y="44532"/>
                </a:lnTo>
                <a:lnTo>
                  <a:pt x="282668" y="45899"/>
                </a:lnTo>
                <a:lnTo>
                  <a:pt x="291502" y="47262"/>
                </a:lnTo>
                <a:lnTo>
                  <a:pt x="300335" y="48623"/>
                </a:lnTo>
                <a:lnTo>
                  <a:pt x="309169" y="49979"/>
                </a:lnTo>
                <a:lnTo>
                  <a:pt x="318003" y="51333"/>
                </a:lnTo>
                <a:lnTo>
                  <a:pt x="326835" y="52685"/>
                </a:lnTo>
                <a:lnTo>
                  <a:pt x="335669" y="54032"/>
                </a:lnTo>
                <a:lnTo>
                  <a:pt x="344502" y="55378"/>
                </a:lnTo>
                <a:lnTo>
                  <a:pt x="353336" y="56720"/>
                </a:lnTo>
                <a:lnTo>
                  <a:pt x="362169" y="58061"/>
                </a:lnTo>
                <a:lnTo>
                  <a:pt x="371003" y="59398"/>
                </a:lnTo>
                <a:lnTo>
                  <a:pt x="379837" y="60734"/>
                </a:lnTo>
                <a:lnTo>
                  <a:pt x="388669" y="62067"/>
                </a:lnTo>
                <a:lnTo>
                  <a:pt x="397503" y="63399"/>
                </a:lnTo>
                <a:lnTo>
                  <a:pt x="406336" y="64728"/>
                </a:lnTo>
                <a:lnTo>
                  <a:pt x="415170" y="66057"/>
                </a:lnTo>
                <a:lnTo>
                  <a:pt x="424004" y="67383"/>
                </a:lnTo>
                <a:lnTo>
                  <a:pt x="432836" y="68707"/>
                </a:lnTo>
                <a:lnTo>
                  <a:pt x="441670" y="70031"/>
                </a:lnTo>
                <a:lnTo>
                  <a:pt x="450503" y="71354"/>
                </a:lnTo>
                <a:lnTo>
                  <a:pt x="459337" y="72675"/>
                </a:lnTo>
                <a:lnTo>
                  <a:pt x="468170" y="73995"/>
                </a:lnTo>
                <a:lnTo>
                  <a:pt x="477004" y="75316"/>
                </a:lnTo>
                <a:lnTo>
                  <a:pt x="485838" y="76634"/>
                </a:lnTo>
                <a:lnTo>
                  <a:pt x="494670" y="77954"/>
                </a:lnTo>
                <a:lnTo>
                  <a:pt x="503504" y="79272"/>
                </a:lnTo>
                <a:lnTo>
                  <a:pt x="512337" y="80588"/>
                </a:lnTo>
                <a:lnTo>
                  <a:pt x="521171" y="81906"/>
                </a:lnTo>
                <a:lnTo>
                  <a:pt x="530005" y="83223"/>
                </a:lnTo>
                <a:lnTo>
                  <a:pt x="538837" y="84541"/>
                </a:lnTo>
                <a:lnTo>
                  <a:pt x="547671" y="85858"/>
                </a:lnTo>
                <a:lnTo>
                  <a:pt x="556504" y="87175"/>
                </a:lnTo>
                <a:lnTo>
                  <a:pt x="565338" y="88493"/>
                </a:lnTo>
                <a:lnTo>
                  <a:pt x="574171" y="89809"/>
                </a:lnTo>
                <a:lnTo>
                  <a:pt x="583005" y="91127"/>
                </a:lnTo>
                <a:lnTo>
                  <a:pt x="591838" y="92445"/>
                </a:lnTo>
                <a:lnTo>
                  <a:pt x="600671" y="93763"/>
                </a:lnTo>
                <a:lnTo>
                  <a:pt x="609505" y="95082"/>
                </a:lnTo>
                <a:lnTo>
                  <a:pt x="618338" y="96400"/>
                </a:lnTo>
                <a:lnTo>
                  <a:pt x="627172" y="97719"/>
                </a:lnTo>
                <a:lnTo>
                  <a:pt x="636006" y="99038"/>
                </a:lnTo>
                <a:lnTo>
                  <a:pt x="644838" y="100358"/>
                </a:lnTo>
                <a:lnTo>
                  <a:pt x="653672" y="101677"/>
                </a:lnTo>
                <a:lnTo>
                  <a:pt x="662505" y="102996"/>
                </a:lnTo>
                <a:lnTo>
                  <a:pt x="671339" y="104316"/>
                </a:lnTo>
                <a:lnTo>
                  <a:pt x="680172" y="105637"/>
                </a:lnTo>
                <a:lnTo>
                  <a:pt x="689005" y="106956"/>
                </a:lnTo>
                <a:lnTo>
                  <a:pt x="697839" y="108275"/>
                </a:lnTo>
                <a:lnTo>
                  <a:pt x="706672" y="109595"/>
                </a:lnTo>
                <a:lnTo>
                  <a:pt x="715506" y="110914"/>
                </a:lnTo>
                <a:lnTo>
                  <a:pt x="724339" y="112232"/>
                </a:lnTo>
                <a:lnTo>
                  <a:pt x="733173" y="113550"/>
                </a:lnTo>
                <a:lnTo>
                  <a:pt x="742007" y="114868"/>
                </a:lnTo>
                <a:lnTo>
                  <a:pt x="750839" y="116185"/>
                </a:lnTo>
                <a:lnTo>
                  <a:pt x="759673" y="117500"/>
                </a:lnTo>
                <a:lnTo>
                  <a:pt x="768506" y="118814"/>
                </a:lnTo>
                <a:lnTo>
                  <a:pt x="777340" y="120127"/>
                </a:lnTo>
                <a:lnTo>
                  <a:pt x="786172" y="121440"/>
                </a:lnTo>
                <a:lnTo>
                  <a:pt x="795006" y="122749"/>
                </a:lnTo>
                <a:lnTo>
                  <a:pt x="803840" y="124057"/>
                </a:lnTo>
                <a:lnTo>
                  <a:pt x="812673" y="125363"/>
                </a:lnTo>
                <a:lnTo>
                  <a:pt x="821507" y="126668"/>
                </a:lnTo>
                <a:lnTo>
                  <a:pt x="830340" y="127969"/>
                </a:lnTo>
                <a:lnTo>
                  <a:pt x="839173" y="129268"/>
                </a:lnTo>
                <a:lnTo>
                  <a:pt x="848008" y="130565"/>
                </a:lnTo>
                <a:lnTo>
                  <a:pt x="856840" y="131858"/>
                </a:lnTo>
                <a:lnTo>
                  <a:pt x="865674" y="133148"/>
                </a:lnTo>
                <a:lnTo>
                  <a:pt x="874507" y="134435"/>
                </a:lnTo>
                <a:lnTo>
                  <a:pt x="883341" y="135718"/>
                </a:lnTo>
                <a:lnTo>
                  <a:pt x="892173" y="136997"/>
                </a:lnTo>
                <a:lnTo>
                  <a:pt x="901007" y="138273"/>
                </a:lnTo>
                <a:lnTo>
                  <a:pt x="909841" y="139544"/>
                </a:lnTo>
                <a:lnTo>
                  <a:pt x="918674" y="140810"/>
                </a:lnTo>
                <a:lnTo>
                  <a:pt x="927503" y="142072"/>
                </a:lnTo>
                <a:lnTo>
                  <a:pt x="936347" y="143331"/>
                </a:lnTo>
                <a:lnTo>
                  <a:pt x="945178" y="144583"/>
                </a:lnTo>
                <a:lnTo>
                  <a:pt x="954010" y="145831"/>
                </a:lnTo>
                <a:lnTo>
                  <a:pt x="962841" y="147073"/>
                </a:lnTo>
                <a:lnTo>
                  <a:pt x="971672" y="148311"/>
                </a:lnTo>
                <a:lnTo>
                  <a:pt x="980504" y="149544"/>
                </a:lnTo>
                <a:lnTo>
                  <a:pt x="989335" y="150772"/>
                </a:lnTo>
                <a:lnTo>
                  <a:pt x="998180" y="151994"/>
                </a:lnTo>
                <a:lnTo>
                  <a:pt x="1007011" y="153213"/>
                </a:lnTo>
                <a:lnTo>
                  <a:pt x="1015842" y="154427"/>
                </a:lnTo>
                <a:lnTo>
                  <a:pt x="1024674" y="155636"/>
                </a:lnTo>
                <a:lnTo>
                  <a:pt x="1033505" y="156842"/>
                </a:lnTo>
                <a:lnTo>
                  <a:pt x="1042336" y="158044"/>
                </a:lnTo>
                <a:lnTo>
                  <a:pt x="1051181" y="159244"/>
                </a:lnTo>
                <a:lnTo>
                  <a:pt x="1060012" y="160441"/>
                </a:lnTo>
                <a:lnTo>
                  <a:pt x="1068843" y="161637"/>
                </a:lnTo>
                <a:lnTo>
                  <a:pt x="1077675" y="162831"/>
                </a:lnTo>
                <a:lnTo>
                  <a:pt x="1086506" y="164027"/>
                </a:lnTo>
                <a:lnTo>
                  <a:pt x="1095337" y="165223"/>
                </a:lnTo>
                <a:lnTo>
                  <a:pt x="1104182" y="166421"/>
                </a:lnTo>
                <a:lnTo>
                  <a:pt x="1113013" y="167622"/>
                </a:lnTo>
                <a:lnTo>
                  <a:pt x="1121844" y="168827"/>
                </a:lnTo>
                <a:lnTo>
                  <a:pt x="1130676" y="170039"/>
                </a:lnTo>
                <a:lnTo>
                  <a:pt x="1139507" y="171257"/>
                </a:lnTo>
                <a:lnTo>
                  <a:pt x="1148338" y="172484"/>
                </a:lnTo>
                <a:lnTo>
                  <a:pt x="1157170" y="173720"/>
                </a:lnTo>
                <a:lnTo>
                  <a:pt x="1166014" y="174969"/>
                </a:lnTo>
                <a:lnTo>
                  <a:pt x="1174846" y="176230"/>
                </a:lnTo>
                <a:lnTo>
                  <a:pt x="1183677" y="177505"/>
                </a:lnTo>
                <a:lnTo>
                  <a:pt x="1192508" y="178797"/>
                </a:lnTo>
                <a:lnTo>
                  <a:pt x="1201340" y="180107"/>
                </a:lnTo>
                <a:lnTo>
                  <a:pt x="1210171" y="181436"/>
                </a:lnTo>
                <a:lnTo>
                  <a:pt x="1219015" y="182784"/>
                </a:lnTo>
                <a:lnTo>
                  <a:pt x="1227847" y="184157"/>
                </a:lnTo>
                <a:lnTo>
                  <a:pt x="1236678" y="185551"/>
                </a:lnTo>
                <a:lnTo>
                  <a:pt x="1245509" y="186971"/>
                </a:lnTo>
                <a:lnTo>
                  <a:pt x="1254341" y="188417"/>
                </a:lnTo>
                <a:lnTo>
                  <a:pt x="1263172" y="189889"/>
                </a:lnTo>
                <a:lnTo>
                  <a:pt x="1272017" y="191389"/>
                </a:lnTo>
                <a:lnTo>
                  <a:pt x="1280848" y="192919"/>
                </a:lnTo>
                <a:lnTo>
                  <a:pt x="1289679" y="194476"/>
                </a:lnTo>
                <a:lnTo>
                  <a:pt x="1298511" y="206329"/>
                </a:lnTo>
                <a:lnTo>
                  <a:pt x="1307342" y="223419"/>
                </a:lnTo>
                <a:lnTo>
                  <a:pt x="1316173" y="240807"/>
                </a:lnTo>
                <a:lnTo>
                  <a:pt x="1325018" y="258494"/>
                </a:lnTo>
                <a:lnTo>
                  <a:pt x="1333849" y="276473"/>
                </a:lnTo>
                <a:lnTo>
                  <a:pt x="1342680" y="294741"/>
                </a:lnTo>
                <a:lnTo>
                  <a:pt x="1351512" y="313289"/>
                </a:lnTo>
                <a:lnTo>
                  <a:pt x="1360343" y="331949"/>
                </a:lnTo>
                <a:lnTo>
                  <a:pt x="1369174" y="338847"/>
                </a:lnTo>
                <a:lnTo>
                  <a:pt x="1378006" y="346127"/>
                </a:lnTo>
                <a:lnTo>
                  <a:pt x="1386850" y="353762"/>
                </a:lnTo>
                <a:lnTo>
                  <a:pt x="1395681" y="361717"/>
                </a:lnTo>
                <a:lnTo>
                  <a:pt x="1404513" y="369955"/>
                </a:lnTo>
                <a:lnTo>
                  <a:pt x="1413344" y="378440"/>
                </a:lnTo>
                <a:lnTo>
                  <a:pt x="1422175" y="387129"/>
                </a:lnTo>
                <a:lnTo>
                  <a:pt x="1431007" y="395980"/>
                </a:lnTo>
                <a:lnTo>
                  <a:pt x="1439851" y="404949"/>
                </a:lnTo>
                <a:lnTo>
                  <a:pt x="1448683" y="413988"/>
                </a:lnTo>
                <a:lnTo>
                  <a:pt x="1457514" y="423052"/>
                </a:lnTo>
                <a:lnTo>
                  <a:pt x="1466345" y="432093"/>
                </a:lnTo>
                <a:lnTo>
                  <a:pt x="1475176" y="441067"/>
                </a:lnTo>
                <a:lnTo>
                  <a:pt x="1484008" y="449926"/>
                </a:lnTo>
                <a:lnTo>
                  <a:pt x="1492852" y="458626"/>
                </a:lnTo>
                <a:lnTo>
                  <a:pt x="1501684" y="467123"/>
                </a:lnTo>
                <a:lnTo>
                  <a:pt x="1510515" y="475376"/>
                </a:lnTo>
                <a:lnTo>
                  <a:pt x="1519346" y="483347"/>
                </a:lnTo>
                <a:lnTo>
                  <a:pt x="1528178" y="490997"/>
                </a:lnTo>
                <a:lnTo>
                  <a:pt x="1537009" y="498295"/>
                </a:lnTo>
                <a:lnTo>
                  <a:pt x="1545840" y="505209"/>
                </a:lnTo>
                <a:lnTo>
                  <a:pt x="1554685" y="511714"/>
                </a:lnTo>
                <a:lnTo>
                  <a:pt x="1563516" y="517178"/>
                </a:lnTo>
                <a:lnTo>
                  <a:pt x="1572348" y="518463"/>
                </a:lnTo>
                <a:lnTo>
                  <a:pt x="1581179" y="519490"/>
                </a:lnTo>
                <a:lnTo>
                  <a:pt x="1590010" y="520249"/>
                </a:lnTo>
                <a:lnTo>
                  <a:pt x="1598841" y="520736"/>
                </a:lnTo>
                <a:lnTo>
                  <a:pt x="1607686" y="520946"/>
                </a:lnTo>
                <a:lnTo>
                  <a:pt x="1616517" y="520880"/>
                </a:lnTo>
                <a:lnTo>
                  <a:pt x="1625349" y="520538"/>
                </a:lnTo>
                <a:lnTo>
                  <a:pt x="1634180" y="519925"/>
                </a:lnTo>
                <a:lnTo>
                  <a:pt x="1643011" y="519047"/>
                </a:lnTo>
                <a:lnTo>
                  <a:pt x="1651842" y="517914"/>
                </a:lnTo>
                <a:lnTo>
                  <a:pt x="1660687" y="516537"/>
                </a:lnTo>
                <a:lnTo>
                  <a:pt x="1669518" y="514929"/>
                </a:lnTo>
                <a:lnTo>
                  <a:pt x="1678350" y="513104"/>
                </a:lnTo>
                <a:lnTo>
                  <a:pt x="1687181" y="511077"/>
                </a:lnTo>
                <a:lnTo>
                  <a:pt x="1696012" y="508868"/>
                </a:lnTo>
                <a:lnTo>
                  <a:pt x="1704844" y="506494"/>
                </a:lnTo>
                <a:lnTo>
                  <a:pt x="1713675" y="503975"/>
                </a:lnTo>
                <a:lnTo>
                  <a:pt x="1722519" y="501328"/>
                </a:lnTo>
                <a:lnTo>
                  <a:pt x="1731351" y="498577"/>
                </a:lnTo>
                <a:lnTo>
                  <a:pt x="1740182" y="495740"/>
                </a:lnTo>
                <a:lnTo>
                  <a:pt x="1749013" y="492838"/>
                </a:lnTo>
                <a:lnTo>
                  <a:pt x="1757845" y="489890"/>
                </a:lnTo>
                <a:lnTo>
                  <a:pt x="1766676" y="486918"/>
                </a:lnTo>
                <a:lnTo>
                  <a:pt x="1775521" y="483940"/>
                </a:lnTo>
                <a:lnTo>
                  <a:pt x="1784352" y="480972"/>
                </a:lnTo>
                <a:lnTo>
                  <a:pt x="1793183" y="478036"/>
                </a:lnTo>
                <a:lnTo>
                  <a:pt x="1802015" y="475144"/>
                </a:lnTo>
                <a:lnTo>
                  <a:pt x="1810846" y="472315"/>
                </a:lnTo>
                <a:lnTo>
                  <a:pt x="1819677" y="469562"/>
                </a:lnTo>
                <a:lnTo>
                  <a:pt x="1828522" y="466900"/>
                </a:lnTo>
                <a:lnTo>
                  <a:pt x="1837353" y="464337"/>
                </a:lnTo>
                <a:lnTo>
                  <a:pt x="1846184" y="461885"/>
                </a:lnTo>
                <a:lnTo>
                  <a:pt x="1855016" y="459555"/>
                </a:lnTo>
                <a:lnTo>
                  <a:pt x="1863847" y="457355"/>
                </a:lnTo>
                <a:lnTo>
                  <a:pt x="1872678" y="455290"/>
                </a:lnTo>
                <a:lnTo>
                  <a:pt x="1881510" y="453365"/>
                </a:lnTo>
                <a:lnTo>
                  <a:pt x="1890354" y="451587"/>
                </a:lnTo>
                <a:lnTo>
                  <a:pt x="1899186" y="449957"/>
                </a:lnTo>
                <a:lnTo>
                  <a:pt x="1908017" y="448478"/>
                </a:lnTo>
                <a:lnTo>
                  <a:pt x="1916848" y="447149"/>
                </a:lnTo>
                <a:lnTo>
                  <a:pt x="1925679" y="445972"/>
                </a:lnTo>
                <a:lnTo>
                  <a:pt x="1934511" y="444945"/>
                </a:lnTo>
                <a:lnTo>
                  <a:pt x="1943355" y="444066"/>
                </a:lnTo>
                <a:lnTo>
                  <a:pt x="1952187" y="443333"/>
                </a:lnTo>
                <a:lnTo>
                  <a:pt x="1961018" y="442744"/>
                </a:lnTo>
                <a:lnTo>
                  <a:pt x="1969849" y="442292"/>
                </a:lnTo>
                <a:lnTo>
                  <a:pt x="1978681" y="441975"/>
                </a:lnTo>
                <a:lnTo>
                  <a:pt x="1987512" y="441788"/>
                </a:lnTo>
                <a:lnTo>
                  <a:pt x="1996356" y="441725"/>
                </a:lnTo>
                <a:lnTo>
                  <a:pt x="2005188" y="441782"/>
                </a:lnTo>
                <a:lnTo>
                  <a:pt x="2014019" y="441951"/>
                </a:lnTo>
                <a:lnTo>
                  <a:pt x="2022850" y="442228"/>
                </a:lnTo>
                <a:lnTo>
                  <a:pt x="2031682" y="442607"/>
                </a:lnTo>
                <a:lnTo>
                  <a:pt x="2040513" y="443080"/>
                </a:lnTo>
                <a:lnTo>
                  <a:pt x="2049344" y="443643"/>
                </a:lnTo>
                <a:lnTo>
                  <a:pt x="2058189" y="444288"/>
                </a:lnTo>
                <a:lnTo>
                  <a:pt x="2067020" y="445010"/>
                </a:lnTo>
                <a:lnTo>
                  <a:pt x="2075852" y="445803"/>
                </a:lnTo>
                <a:lnTo>
                  <a:pt x="2084683" y="446662"/>
                </a:lnTo>
                <a:lnTo>
                  <a:pt x="2093514" y="447578"/>
                </a:lnTo>
                <a:lnTo>
                  <a:pt x="2102346" y="448549"/>
                </a:lnTo>
                <a:lnTo>
                  <a:pt x="2111190" y="449568"/>
                </a:lnTo>
                <a:lnTo>
                  <a:pt x="2120021" y="450629"/>
                </a:lnTo>
                <a:lnTo>
                  <a:pt x="2128853" y="451728"/>
                </a:lnTo>
                <a:lnTo>
                  <a:pt x="2137684" y="452860"/>
                </a:lnTo>
                <a:lnTo>
                  <a:pt x="2146515" y="454020"/>
                </a:lnTo>
                <a:lnTo>
                  <a:pt x="2155347" y="455202"/>
                </a:lnTo>
                <a:lnTo>
                  <a:pt x="2164191" y="456403"/>
                </a:lnTo>
                <a:lnTo>
                  <a:pt x="2173023" y="457619"/>
                </a:lnTo>
                <a:lnTo>
                  <a:pt x="2181854" y="458845"/>
                </a:lnTo>
                <a:lnTo>
                  <a:pt x="2190685" y="460078"/>
                </a:lnTo>
                <a:lnTo>
                  <a:pt x="2199516" y="461312"/>
                </a:lnTo>
                <a:lnTo>
                  <a:pt x="2208348" y="462548"/>
                </a:lnTo>
                <a:lnTo>
                  <a:pt x="2217179" y="463778"/>
                </a:lnTo>
                <a:lnTo>
                  <a:pt x="2226024" y="465000"/>
                </a:lnTo>
                <a:lnTo>
                  <a:pt x="2234855" y="466212"/>
                </a:lnTo>
                <a:lnTo>
                  <a:pt x="2243686" y="467410"/>
                </a:lnTo>
                <a:lnTo>
                  <a:pt x="2252518" y="468593"/>
                </a:lnTo>
                <a:lnTo>
                  <a:pt x="2261349" y="469755"/>
                </a:lnTo>
                <a:lnTo>
                  <a:pt x="2270180" y="470896"/>
                </a:lnTo>
                <a:lnTo>
                  <a:pt x="2279025" y="472012"/>
                </a:lnTo>
                <a:lnTo>
                  <a:pt x="2287856" y="473100"/>
                </a:lnTo>
                <a:lnTo>
                  <a:pt x="2296687" y="474160"/>
                </a:lnTo>
                <a:lnTo>
                  <a:pt x="2305519" y="475188"/>
                </a:lnTo>
                <a:lnTo>
                  <a:pt x="2314350" y="476183"/>
                </a:lnTo>
                <a:lnTo>
                  <a:pt x="2323181" y="477142"/>
                </a:lnTo>
                <a:lnTo>
                  <a:pt x="2332026" y="478062"/>
                </a:lnTo>
                <a:lnTo>
                  <a:pt x="2340857" y="478943"/>
                </a:lnTo>
                <a:lnTo>
                  <a:pt x="2349689" y="479782"/>
                </a:lnTo>
                <a:lnTo>
                  <a:pt x="2358520" y="480579"/>
                </a:lnTo>
                <a:lnTo>
                  <a:pt x="2367351" y="481330"/>
                </a:lnTo>
                <a:lnTo>
                  <a:pt x="2376182" y="482034"/>
                </a:lnTo>
                <a:lnTo>
                  <a:pt x="2385014" y="482689"/>
                </a:lnTo>
                <a:lnTo>
                  <a:pt x="2393858" y="483296"/>
                </a:lnTo>
                <a:lnTo>
                  <a:pt x="2402690" y="483852"/>
                </a:lnTo>
                <a:lnTo>
                  <a:pt x="2411521" y="484355"/>
                </a:lnTo>
                <a:lnTo>
                  <a:pt x="2420352" y="484803"/>
                </a:lnTo>
                <a:lnTo>
                  <a:pt x="2429184" y="485198"/>
                </a:lnTo>
                <a:lnTo>
                  <a:pt x="2438015" y="485536"/>
                </a:lnTo>
                <a:lnTo>
                  <a:pt x="2446860" y="485816"/>
                </a:lnTo>
                <a:lnTo>
                  <a:pt x="2455691" y="486040"/>
                </a:lnTo>
                <a:lnTo>
                  <a:pt x="2464522" y="486203"/>
                </a:lnTo>
                <a:lnTo>
                  <a:pt x="2473353" y="486307"/>
                </a:lnTo>
                <a:lnTo>
                  <a:pt x="2482185" y="486350"/>
                </a:lnTo>
                <a:lnTo>
                  <a:pt x="2491016" y="486331"/>
                </a:lnTo>
                <a:lnTo>
                  <a:pt x="2499861" y="486251"/>
                </a:lnTo>
                <a:lnTo>
                  <a:pt x="2508692" y="486108"/>
                </a:lnTo>
                <a:lnTo>
                  <a:pt x="2517523" y="485902"/>
                </a:lnTo>
                <a:lnTo>
                  <a:pt x="2526355" y="485632"/>
                </a:lnTo>
                <a:lnTo>
                  <a:pt x="2535186" y="485299"/>
                </a:lnTo>
                <a:lnTo>
                  <a:pt x="2544017" y="484900"/>
                </a:lnTo>
                <a:lnTo>
                  <a:pt x="2552862" y="484438"/>
                </a:lnTo>
                <a:lnTo>
                  <a:pt x="2561693" y="483912"/>
                </a:lnTo>
                <a:lnTo>
                  <a:pt x="2570524" y="483320"/>
                </a:lnTo>
                <a:lnTo>
                  <a:pt x="2579356" y="482664"/>
                </a:lnTo>
                <a:lnTo>
                  <a:pt x="2588187" y="481943"/>
                </a:lnTo>
                <a:lnTo>
                  <a:pt x="2597018" y="481159"/>
                </a:lnTo>
                <a:lnTo>
                  <a:pt x="2605850" y="480309"/>
                </a:lnTo>
                <a:lnTo>
                  <a:pt x="2614694" y="479396"/>
                </a:lnTo>
                <a:lnTo>
                  <a:pt x="2623525" y="478420"/>
                </a:lnTo>
                <a:lnTo>
                  <a:pt x="2632357" y="477380"/>
                </a:lnTo>
                <a:lnTo>
                  <a:pt x="2641188" y="476278"/>
                </a:lnTo>
              </a:path>
            </a:pathLst>
          </a:custGeom>
          <a:noFill/>
          <a:ln w="15954" cap="rnd">
            <a:solidFill>
              <a:srgbClr val="00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24" name="Freeform 123">
            <a:extLst>
              <a:ext uri="{FF2B5EF4-FFF2-40B4-BE49-F238E27FC236}">
                <a16:creationId xmlns:a16="http://schemas.microsoft.com/office/drawing/2014/main" id="{8F2AE140-3990-6F88-0AAB-5CDBAABD848D}"/>
              </a:ext>
            </a:extLst>
          </p:cNvPr>
          <p:cNvSpPr/>
          <p:nvPr/>
        </p:nvSpPr>
        <p:spPr>
          <a:xfrm>
            <a:off x="618973" y="3093077"/>
            <a:ext cx="2641187" cy="1563646"/>
          </a:xfrm>
          <a:custGeom>
            <a:avLst/>
            <a:gdLst>
              <a:gd name="csX0" fmla="*/ 0 w 2641187"/>
              <a:gd name="csY0" fmla="*/ 1563647 h 1563646"/>
              <a:gd name="csX1" fmla="*/ 26677 w 2641187"/>
              <a:gd name="csY1" fmla="*/ 1548844 h 1563646"/>
              <a:gd name="csX2" fmla="*/ 53356 w 2641187"/>
              <a:gd name="csY2" fmla="*/ 1533363 h 1563646"/>
              <a:gd name="csX3" fmla="*/ 80035 w 2641187"/>
              <a:gd name="csY3" fmla="*/ 1517163 h 1563646"/>
              <a:gd name="csX4" fmla="*/ 106714 w 2641187"/>
              <a:gd name="csY4" fmla="*/ 1500232 h 1563646"/>
              <a:gd name="csX5" fmla="*/ 133393 w 2641187"/>
              <a:gd name="csY5" fmla="*/ 1482556 h 1563646"/>
              <a:gd name="csX6" fmla="*/ 160071 w 2641187"/>
              <a:gd name="csY6" fmla="*/ 1464148 h 1563646"/>
              <a:gd name="csX7" fmla="*/ 186750 w 2641187"/>
              <a:gd name="csY7" fmla="*/ 1445023 h 1563646"/>
              <a:gd name="csX8" fmla="*/ 213429 w 2641187"/>
              <a:gd name="csY8" fmla="*/ 1425206 h 1563646"/>
              <a:gd name="csX9" fmla="*/ 240108 w 2641187"/>
              <a:gd name="csY9" fmla="*/ 1404776 h 1563646"/>
              <a:gd name="csX10" fmla="*/ 266787 w 2641187"/>
              <a:gd name="csY10" fmla="*/ 1383762 h 1563646"/>
              <a:gd name="csX11" fmla="*/ 293465 w 2641187"/>
              <a:gd name="csY11" fmla="*/ 1362269 h 1563646"/>
              <a:gd name="csX12" fmla="*/ 320144 w 2641187"/>
              <a:gd name="csY12" fmla="*/ 1340351 h 1563646"/>
              <a:gd name="csX13" fmla="*/ 346823 w 2641187"/>
              <a:gd name="csY13" fmla="*/ 1318113 h 1563646"/>
              <a:gd name="csX14" fmla="*/ 373500 w 2641187"/>
              <a:gd name="csY14" fmla="*/ 1295662 h 1563646"/>
              <a:gd name="csX15" fmla="*/ 400179 w 2641187"/>
              <a:gd name="csY15" fmla="*/ 1273105 h 1563646"/>
              <a:gd name="csX16" fmla="*/ 426858 w 2641187"/>
              <a:gd name="csY16" fmla="*/ 1250548 h 1563646"/>
              <a:gd name="csX17" fmla="*/ 453537 w 2641187"/>
              <a:gd name="csY17" fmla="*/ 1228110 h 1563646"/>
              <a:gd name="csX18" fmla="*/ 480216 w 2641187"/>
              <a:gd name="csY18" fmla="*/ 1205886 h 1563646"/>
              <a:gd name="csX19" fmla="*/ 506894 w 2641187"/>
              <a:gd name="csY19" fmla="*/ 1184007 h 1563646"/>
              <a:gd name="csX20" fmla="*/ 533573 w 2641187"/>
              <a:gd name="csY20" fmla="*/ 1162554 h 1563646"/>
              <a:gd name="csX21" fmla="*/ 560252 w 2641187"/>
              <a:gd name="csY21" fmla="*/ 1141646 h 1563646"/>
              <a:gd name="csX22" fmla="*/ 586931 w 2641187"/>
              <a:gd name="csY22" fmla="*/ 1121363 h 1563646"/>
              <a:gd name="csX23" fmla="*/ 613610 w 2641187"/>
              <a:gd name="csY23" fmla="*/ 1101772 h 1563646"/>
              <a:gd name="csX24" fmla="*/ 640288 w 2641187"/>
              <a:gd name="csY24" fmla="*/ 1082939 h 1563646"/>
              <a:gd name="csX25" fmla="*/ 666967 w 2641187"/>
              <a:gd name="csY25" fmla="*/ 1064944 h 1563646"/>
              <a:gd name="csX26" fmla="*/ 693646 w 2641187"/>
              <a:gd name="csY26" fmla="*/ 1047827 h 1563646"/>
              <a:gd name="csX27" fmla="*/ 720323 w 2641187"/>
              <a:gd name="csY27" fmla="*/ 1031614 h 1563646"/>
              <a:gd name="csX28" fmla="*/ 747002 w 2641187"/>
              <a:gd name="csY28" fmla="*/ 1016385 h 1563646"/>
              <a:gd name="csX29" fmla="*/ 773681 w 2641187"/>
              <a:gd name="csY29" fmla="*/ 1002158 h 1563646"/>
              <a:gd name="csX30" fmla="*/ 800360 w 2641187"/>
              <a:gd name="csY30" fmla="*/ 988963 h 1563646"/>
              <a:gd name="csX31" fmla="*/ 827038 w 2641187"/>
              <a:gd name="csY31" fmla="*/ 976803 h 1563646"/>
              <a:gd name="csX32" fmla="*/ 853717 w 2641187"/>
              <a:gd name="csY32" fmla="*/ 965634 h 1563646"/>
              <a:gd name="csX33" fmla="*/ 880396 w 2641187"/>
              <a:gd name="csY33" fmla="*/ 955352 h 1563646"/>
              <a:gd name="csX34" fmla="*/ 907075 w 2641187"/>
              <a:gd name="csY34" fmla="*/ 945772 h 1563646"/>
              <a:gd name="csX35" fmla="*/ 933754 w 2641187"/>
              <a:gd name="csY35" fmla="*/ 936632 h 1563646"/>
              <a:gd name="csX36" fmla="*/ 960434 w 2641187"/>
              <a:gd name="csY36" fmla="*/ 927613 h 1563646"/>
              <a:gd name="csX37" fmla="*/ 987114 w 2641187"/>
              <a:gd name="csY37" fmla="*/ 918378 h 1563646"/>
              <a:gd name="csX38" fmla="*/ 1013794 w 2641187"/>
              <a:gd name="csY38" fmla="*/ 908627 h 1563646"/>
              <a:gd name="csX39" fmla="*/ 1040474 w 2641187"/>
              <a:gd name="csY39" fmla="*/ 898164 h 1563646"/>
              <a:gd name="csX40" fmla="*/ 1067141 w 2641187"/>
              <a:gd name="csY40" fmla="*/ 886932 h 1563646"/>
              <a:gd name="csX41" fmla="*/ 1093821 w 2641187"/>
              <a:gd name="csY41" fmla="*/ 875056 h 1563646"/>
              <a:gd name="csX42" fmla="*/ 1120501 w 2641187"/>
              <a:gd name="csY42" fmla="*/ 862827 h 1563646"/>
              <a:gd name="csX43" fmla="*/ 1147181 w 2641187"/>
              <a:gd name="csY43" fmla="*/ 850662 h 1563646"/>
              <a:gd name="csX44" fmla="*/ 1173861 w 2641187"/>
              <a:gd name="csY44" fmla="*/ 839034 h 1563646"/>
              <a:gd name="csX45" fmla="*/ 1200542 w 2641187"/>
              <a:gd name="csY45" fmla="*/ 828373 h 1563646"/>
              <a:gd name="csX46" fmla="*/ 1227222 w 2641187"/>
              <a:gd name="csY46" fmla="*/ 818987 h 1563646"/>
              <a:gd name="csX47" fmla="*/ 1253902 w 2641187"/>
              <a:gd name="csY47" fmla="*/ 811019 h 1563646"/>
              <a:gd name="csX48" fmla="*/ 1280582 w 2641187"/>
              <a:gd name="csY48" fmla="*/ 804468 h 1563646"/>
              <a:gd name="csX49" fmla="*/ 1307249 w 2641187"/>
              <a:gd name="csY49" fmla="*/ 799255 h 1563646"/>
              <a:gd name="csX50" fmla="*/ 1333929 w 2641187"/>
              <a:gd name="csY50" fmla="*/ 795297 h 1563646"/>
              <a:gd name="csX51" fmla="*/ 1360609 w 2641187"/>
              <a:gd name="csY51" fmla="*/ 792566 h 1563646"/>
              <a:gd name="csX52" fmla="*/ 1387289 w 2641187"/>
              <a:gd name="csY52" fmla="*/ 791092 h 1563646"/>
              <a:gd name="csX53" fmla="*/ 1413969 w 2641187"/>
              <a:gd name="csY53" fmla="*/ 790913 h 1563646"/>
              <a:gd name="csX54" fmla="*/ 1440649 w 2641187"/>
              <a:gd name="csY54" fmla="*/ 791997 h 1563646"/>
              <a:gd name="csX55" fmla="*/ 1467329 w 2641187"/>
              <a:gd name="csY55" fmla="*/ 794194 h 1563646"/>
              <a:gd name="csX56" fmla="*/ 1494010 w 2641187"/>
              <a:gd name="csY56" fmla="*/ 797206 h 1563646"/>
              <a:gd name="csX57" fmla="*/ 1520690 w 2641187"/>
              <a:gd name="csY57" fmla="*/ 800630 h 1563646"/>
              <a:gd name="csX58" fmla="*/ 1547370 w 2641187"/>
              <a:gd name="csY58" fmla="*/ 804018 h 1563646"/>
              <a:gd name="csX59" fmla="*/ 1574037 w 2641187"/>
              <a:gd name="csY59" fmla="*/ 806955 h 1563646"/>
              <a:gd name="csX60" fmla="*/ 1600717 w 2641187"/>
              <a:gd name="csY60" fmla="*/ 809133 h 1563646"/>
              <a:gd name="csX61" fmla="*/ 1627397 w 2641187"/>
              <a:gd name="csY61" fmla="*/ 810371 h 1563646"/>
              <a:gd name="csX62" fmla="*/ 1654077 w 2641187"/>
              <a:gd name="csY62" fmla="*/ 810642 h 1563646"/>
              <a:gd name="csX63" fmla="*/ 1680757 w 2641187"/>
              <a:gd name="csY63" fmla="*/ 810042 h 1563646"/>
              <a:gd name="csX64" fmla="*/ 1707437 w 2641187"/>
              <a:gd name="csY64" fmla="*/ 808755 h 1563646"/>
              <a:gd name="csX65" fmla="*/ 1734117 w 2641187"/>
              <a:gd name="csY65" fmla="*/ 807003 h 1563646"/>
              <a:gd name="csX66" fmla="*/ 1760797 w 2641187"/>
              <a:gd name="csY66" fmla="*/ 805008 h 1563646"/>
              <a:gd name="csX67" fmla="*/ 1787478 w 2641187"/>
              <a:gd name="csY67" fmla="*/ 802957 h 1563646"/>
              <a:gd name="csX68" fmla="*/ 1814144 w 2641187"/>
              <a:gd name="csY68" fmla="*/ 800986 h 1563646"/>
              <a:gd name="csX69" fmla="*/ 1840824 w 2641187"/>
              <a:gd name="csY69" fmla="*/ 799184 h 1563646"/>
              <a:gd name="csX70" fmla="*/ 1867505 w 2641187"/>
              <a:gd name="csY70" fmla="*/ 797601 h 1563646"/>
              <a:gd name="csX71" fmla="*/ 1894185 w 2641187"/>
              <a:gd name="csY71" fmla="*/ 796263 h 1563646"/>
              <a:gd name="csX72" fmla="*/ 1920865 w 2641187"/>
              <a:gd name="csY72" fmla="*/ 795187 h 1563646"/>
              <a:gd name="csX73" fmla="*/ 1947545 w 2641187"/>
              <a:gd name="csY73" fmla="*/ 794391 h 1563646"/>
              <a:gd name="csX74" fmla="*/ 1974225 w 2641187"/>
              <a:gd name="csY74" fmla="*/ 793892 h 1563646"/>
              <a:gd name="csX75" fmla="*/ 2000905 w 2641187"/>
              <a:gd name="csY75" fmla="*/ 793712 h 1563646"/>
              <a:gd name="csX76" fmla="*/ 2027585 w 2641187"/>
              <a:gd name="csY76" fmla="*/ 793877 h 1563646"/>
              <a:gd name="csX77" fmla="*/ 2054252 w 2641187"/>
              <a:gd name="csY77" fmla="*/ 794409 h 1563646"/>
              <a:gd name="csX78" fmla="*/ 2080932 w 2641187"/>
              <a:gd name="csY78" fmla="*/ 795326 h 1563646"/>
              <a:gd name="csX79" fmla="*/ 2107612 w 2641187"/>
              <a:gd name="csY79" fmla="*/ 796641 h 1563646"/>
              <a:gd name="csX80" fmla="*/ 2134293 w 2641187"/>
              <a:gd name="csY80" fmla="*/ 798358 h 1563646"/>
              <a:gd name="csX81" fmla="*/ 2160973 w 2641187"/>
              <a:gd name="csY81" fmla="*/ 800474 h 1563646"/>
              <a:gd name="csX82" fmla="*/ 2187653 w 2641187"/>
              <a:gd name="csY82" fmla="*/ 802980 h 1563646"/>
              <a:gd name="csX83" fmla="*/ 2214333 w 2641187"/>
              <a:gd name="csY83" fmla="*/ 805856 h 1563646"/>
              <a:gd name="csX84" fmla="*/ 2241013 w 2641187"/>
              <a:gd name="csY84" fmla="*/ 809078 h 1563646"/>
              <a:gd name="csX85" fmla="*/ 2267693 w 2641187"/>
              <a:gd name="csY85" fmla="*/ 812617 h 1563646"/>
              <a:gd name="csX86" fmla="*/ 2294360 w 2641187"/>
              <a:gd name="csY86" fmla="*/ 816441 h 1563646"/>
              <a:gd name="csX87" fmla="*/ 2321040 w 2641187"/>
              <a:gd name="csY87" fmla="*/ 820515 h 1563646"/>
              <a:gd name="csX88" fmla="*/ 2347720 w 2641187"/>
              <a:gd name="csY88" fmla="*/ 824803 h 1563646"/>
              <a:gd name="csX89" fmla="*/ 2374400 w 2641187"/>
              <a:gd name="csY89" fmla="*/ 829273 h 1563646"/>
              <a:gd name="csX90" fmla="*/ 2401080 w 2641187"/>
              <a:gd name="csY90" fmla="*/ 833892 h 1563646"/>
              <a:gd name="csX91" fmla="*/ 2427760 w 2641187"/>
              <a:gd name="csY91" fmla="*/ 838634 h 1563646"/>
              <a:gd name="csX92" fmla="*/ 2454441 w 2641187"/>
              <a:gd name="csY92" fmla="*/ 843474 h 1563646"/>
              <a:gd name="csX93" fmla="*/ 2481121 w 2641187"/>
              <a:gd name="csY93" fmla="*/ 848395 h 1563646"/>
              <a:gd name="csX94" fmla="*/ 2507801 w 2641187"/>
              <a:gd name="csY94" fmla="*/ 853382 h 1563646"/>
              <a:gd name="csX95" fmla="*/ 2534481 w 2641187"/>
              <a:gd name="csY95" fmla="*/ 858432 h 1563646"/>
              <a:gd name="csX96" fmla="*/ 2561148 w 2641187"/>
              <a:gd name="csY96" fmla="*/ 863541 h 1563646"/>
              <a:gd name="csX97" fmla="*/ 2587828 w 2641187"/>
              <a:gd name="csY97" fmla="*/ 868712 h 1563646"/>
              <a:gd name="csX98" fmla="*/ 2614508 w 2641187"/>
              <a:gd name="csY98" fmla="*/ 873956 h 1563646"/>
              <a:gd name="csX99" fmla="*/ 2641188 w 2641187"/>
              <a:gd name="csY99" fmla="*/ 879284 h 1563646"/>
              <a:gd name="csX100" fmla="*/ 2641188 w 2641187"/>
              <a:gd name="csY100" fmla="*/ 16367 h 1563646"/>
              <a:gd name="csX101" fmla="*/ 2614508 w 2641187"/>
              <a:gd name="csY101" fmla="*/ 25597 h 1563646"/>
              <a:gd name="csX102" fmla="*/ 2587828 w 2641187"/>
              <a:gd name="csY102" fmla="*/ 35385 h 1563646"/>
              <a:gd name="csX103" fmla="*/ 2561148 w 2641187"/>
              <a:gd name="csY103" fmla="*/ 45759 h 1563646"/>
              <a:gd name="csX104" fmla="*/ 2534481 w 2641187"/>
              <a:gd name="csY104" fmla="*/ 56733 h 1563646"/>
              <a:gd name="csX105" fmla="*/ 2507801 w 2641187"/>
              <a:gd name="csY105" fmla="*/ 68306 h 1563646"/>
              <a:gd name="csX106" fmla="*/ 2481121 w 2641187"/>
              <a:gd name="csY106" fmla="*/ 80461 h 1563646"/>
              <a:gd name="csX107" fmla="*/ 2454441 w 2641187"/>
              <a:gd name="csY107" fmla="*/ 93164 h 1563646"/>
              <a:gd name="csX108" fmla="*/ 2427760 w 2641187"/>
              <a:gd name="csY108" fmla="*/ 106364 h 1563646"/>
              <a:gd name="csX109" fmla="*/ 2401080 w 2641187"/>
              <a:gd name="csY109" fmla="*/ 119997 h 1563646"/>
              <a:gd name="csX110" fmla="*/ 2374400 w 2641187"/>
              <a:gd name="csY110" fmla="*/ 133978 h 1563646"/>
              <a:gd name="csX111" fmla="*/ 2347720 w 2641187"/>
              <a:gd name="csY111" fmla="*/ 148213 h 1563646"/>
              <a:gd name="csX112" fmla="*/ 2321040 w 2641187"/>
              <a:gd name="csY112" fmla="*/ 162594 h 1563646"/>
              <a:gd name="csX113" fmla="*/ 2294360 w 2641187"/>
              <a:gd name="csY113" fmla="*/ 177004 h 1563646"/>
              <a:gd name="csX114" fmla="*/ 2267693 w 2641187"/>
              <a:gd name="csY114" fmla="*/ 191318 h 1563646"/>
              <a:gd name="csX115" fmla="*/ 2241013 w 2641187"/>
              <a:gd name="csY115" fmla="*/ 205405 h 1563646"/>
              <a:gd name="csX116" fmla="*/ 2214333 w 2641187"/>
              <a:gd name="csY116" fmla="*/ 219139 h 1563646"/>
              <a:gd name="csX117" fmla="*/ 2187653 w 2641187"/>
              <a:gd name="csY117" fmla="*/ 232391 h 1563646"/>
              <a:gd name="csX118" fmla="*/ 2160973 w 2641187"/>
              <a:gd name="csY118" fmla="*/ 245041 h 1563646"/>
              <a:gd name="csX119" fmla="*/ 2134293 w 2641187"/>
              <a:gd name="csY119" fmla="*/ 256976 h 1563646"/>
              <a:gd name="csX120" fmla="*/ 2107612 w 2641187"/>
              <a:gd name="csY120" fmla="*/ 268101 h 1563646"/>
              <a:gd name="csX121" fmla="*/ 2080932 w 2641187"/>
              <a:gd name="csY121" fmla="*/ 278335 h 1563646"/>
              <a:gd name="csX122" fmla="*/ 2054252 w 2641187"/>
              <a:gd name="csY122" fmla="*/ 287617 h 1563646"/>
              <a:gd name="csX123" fmla="*/ 2027585 w 2641187"/>
              <a:gd name="csY123" fmla="*/ 295909 h 1563646"/>
              <a:gd name="csX124" fmla="*/ 2000905 w 2641187"/>
              <a:gd name="csY124" fmla="*/ 303191 h 1563646"/>
              <a:gd name="csX125" fmla="*/ 1974225 w 2641187"/>
              <a:gd name="csY125" fmla="*/ 309464 h 1563646"/>
              <a:gd name="csX126" fmla="*/ 1947545 w 2641187"/>
              <a:gd name="csY126" fmla="*/ 314744 h 1563646"/>
              <a:gd name="csX127" fmla="*/ 1920865 w 2641187"/>
              <a:gd name="csY127" fmla="*/ 319059 h 1563646"/>
              <a:gd name="csX128" fmla="*/ 1894185 w 2641187"/>
              <a:gd name="csY128" fmla="*/ 322437 h 1563646"/>
              <a:gd name="csX129" fmla="*/ 1867505 w 2641187"/>
              <a:gd name="csY129" fmla="*/ 324919 h 1563646"/>
              <a:gd name="csX130" fmla="*/ 1840824 w 2641187"/>
              <a:gd name="csY130" fmla="*/ 326548 h 1563646"/>
              <a:gd name="csX131" fmla="*/ 1814144 w 2641187"/>
              <a:gd name="csY131" fmla="*/ 327390 h 1563646"/>
              <a:gd name="csX132" fmla="*/ 1787478 w 2641187"/>
              <a:gd name="csY132" fmla="*/ 327548 h 1563646"/>
              <a:gd name="csX133" fmla="*/ 1760797 w 2641187"/>
              <a:gd name="csY133" fmla="*/ 327188 h 1563646"/>
              <a:gd name="csX134" fmla="*/ 1734117 w 2641187"/>
              <a:gd name="csY134" fmla="*/ 326554 h 1563646"/>
              <a:gd name="csX135" fmla="*/ 1707437 w 2641187"/>
              <a:gd name="csY135" fmla="*/ 325984 h 1563646"/>
              <a:gd name="csX136" fmla="*/ 1680757 w 2641187"/>
              <a:gd name="csY136" fmla="*/ 325897 h 1563646"/>
              <a:gd name="csX137" fmla="*/ 1654077 w 2641187"/>
              <a:gd name="csY137" fmla="*/ 326750 h 1563646"/>
              <a:gd name="csX138" fmla="*/ 1627397 w 2641187"/>
              <a:gd name="csY138" fmla="*/ 328977 h 1563646"/>
              <a:gd name="csX139" fmla="*/ 1600717 w 2641187"/>
              <a:gd name="csY139" fmla="*/ 332910 h 1563646"/>
              <a:gd name="csX140" fmla="*/ 1574037 w 2641187"/>
              <a:gd name="csY140" fmla="*/ 338695 h 1563646"/>
              <a:gd name="csX141" fmla="*/ 1547370 w 2641187"/>
              <a:gd name="csY141" fmla="*/ 346256 h 1563646"/>
              <a:gd name="csX142" fmla="*/ 1520690 w 2641187"/>
              <a:gd name="csY142" fmla="*/ 355263 h 1563646"/>
              <a:gd name="csX143" fmla="*/ 1494010 w 2641187"/>
              <a:gd name="csY143" fmla="*/ 365171 h 1563646"/>
              <a:gd name="csX144" fmla="*/ 1467329 w 2641187"/>
              <a:gd name="csY144" fmla="*/ 375281 h 1563646"/>
              <a:gd name="csX145" fmla="*/ 1440649 w 2641187"/>
              <a:gd name="csY145" fmla="*/ 384847 h 1563646"/>
              <a:gd name="csX146" fmla="*/ 1413969 w 2641187"/>
              <a:gd name="csY146" fmla="*/ 393177 h 1563646"/>
              <a:gd name="csX147" fmla="*/ 1387289 w 2641187"/>
              <a:gd name="csY147" fmla="*/ 399719 h 1563646"/>
              <a:gd name="csX148" fmla="*/ 1360609 w 2641187"/>
              <a:gd name="csY148" fmla="*/ 404099 h 1563646"/>
              <a:gd name="csX149" fmla="*/ 1333929 w 2641187"/>
              <a:gd name="csY149" fmla="*/ 406087 h 1563646"/>
              <a:gd name="csX150" fmla="*/ 1307249 w 2641187"/>
              <a:gd name="csY150" fmla="*/ 405538 h 1563646"/>
              <a:gd name="csX151" fmla="*/ 1280582 w 2641187"/>
              <a:gd name="csY151" fmla="*/ 402330 h 1563646"/>
              <a:gd name="csX152" fmla="*/ 1253902 w 2641187"/>
              <a:gd name="csY152" fmla="*/ 396366 h 1563646"/>
              <a:gd name="csX153" fmla="*/ 1227222 w 2641187"/>
              <a:gd name="csY153" fmla="*/ 387633 h 1563646"/>
              <a:gd name="csX154" fmla="*/ 1200542 w 2641187"/>
              <a:gd name="csY154" fmla="*/ 376299 h 1563646"/>
              <a:gd name="csX155" fmla="*/ 1173861 w 2641187"/>
              <a:gd name="csY155" fmla="*/ 362787 h 1563646"/>
              <a:gd name="csX156" fmla="*/ 1147181 w 2641187"/>
              <a:gd name="csY156" fmla="*/ 347793 h 1563646"/>
              <a:gd name="csX157" fmla="*/ 1120501 w 2641187"/>
              <a:gd name="csY157" fmla="*/ 332214 h 1563646"/>
              <a:gd name="csX158" fmla="*/ 1093821 w 2641187"/>
              <a:gd name="csY158" fmla="*/ 317015 h 1563646"/>
              <a:gd name="csX159" fmla="*/ 1067141 w 2641187"/>
              <a:gd name="csY159" fmla="*/ 303072 h 1563646"/>
              <a:gd name="csX160" fmla="*/ 1040474 w 2641187"/>
              <a:gd name="csY160" fmla="*/ 291051 h 1563646"/>
              <a:gd name="csX161" fmla="*/ 1013794 w 2641187"/>
              <a:gd name="csY161" fmla="*/ 281334 h 1563646"/>
              <a:gd name="csX162" fmla="*/ 987114 w 2641187"/>
              <a:gd name="csY162" fmla="*/ 273994 h 1563646"/>
              <a:gd name="csX163" fmla="*/ 960434 w 2641187"/>
              <a:gd name="csY163" fmla="*/ 268840 h 1563646"/>
              <a:gd name="csX164" fmla="*/ 933754 w 2641187"/>
              <a:gd name="csY164" fmla="*/ 265485 h 1563646"/>
              <a:gd name="csX165" fmla="*/ 907075 w 2641187"/>
              <a:gd name="csY165" fmla="*/ 263435 h 1563646"/>
              <a:gd name="csX166" fmla="*/ 880396 w 2641187"/>
              <a:gd name="csY166" fmla="*/ 262186 h 1563646"/>
              <a:gd name="csX167" fmla="*/ 853717 w 2641187"/>
              <a:gd name="csY167" fmla="*/ 261286 h 1563646"/>
              <a:gd name="csX168" fmla="*/ 827038 w 2641187"/>
              <a:gd name="csY168" fmla="*/ 260383 h 1563646"/>
              <a:gd name="csX169" fmla="*/ 800360 w 2641187"/>
              <a:gd name="csY169" fmla="*/ 259223 h 1563646"/>
              <a:gd name="csX170" fmla="*/ 773681 w 2641187"/>
              <a:gd name="csY170" fmla="*/ 257647 h 1563646"/>
              <a:gd name="csX171" fmla="*/ 747002 w 2641187"/>
              <a:gd name="csY171" fmla="*/ 255556 h 1563646"/>
              <a:gd name="csX172" fmla="*/ 720323 w 2641187"/>
              <a:gd name="csY172" fmla="*/ 252897 h 1563646"/>
              <a:gd name="csX173" fmla="*/ 693646 w 2641187"/>
              <a:gd name="csY173" fmla="*/ 249635 h 1563646"/>
              <a:gd name="csX174" fmla="*/ 666967 w 2641187"/>
              <a:gd name="csY174" fmla="*/ 245746 h 1563646"/>
              <a:gd name="csX175" fmla="*/ 640288 w 2641187"/>
              <a:gd name="csY175" fmla="*/ 241214 h 1563646"/>
              <a:gd name="csX176" fmla="*/ 613610 w 2641187"/>
              <a:gd name="csY176" fmla="*/ 236030 h 1563646"/>
              <a:gd name="csX177" fmla="*/ 586931 w 2641187"/>
              <a:gd name="csY177" fmla="*/ 230191 h 1563646"/>
              <a:gd name="csX178" fmla="*/ 560252 w 2641187"/>
              <a:gd name="csY178" fmla="*/ 223705 h 1563646"/>
              <a:gd name="csX179" fmla="*/ 533573 w 2641187"/>
              <a:gd name="csY179" fmla="*/ 216587 h 1563646"/>
              <a:gd name="csX180" fmla="*/ 506894 w 2641187"/>
              <a:gd name="csY180" fmla="*/ 208862 h 1563646"/>
              <a:gd name="csX181" fmla="*/ 480216 w 2641187"/>
              <a:gd name="csY181" fmla="*/ 200564 h 1563646"/>
              <a:gd name="csX182" fmla="*/ 453537 w 2641187"/>
              <a:gd name="csY182" fmla="*/ 191735 h 1563646"/>
              <a:gd name="csX183" fmla="*/ 426858 w 2641187"/>
              <a:gd name="csY183" fmla="*/ 182418 h 1563646"/>
              <a:gd name="csX184" fmla="*/ 400179 w 2641187"/>
              <a:gd name="csY184" fmla="*/ 172665 h 1563646"/>
              <a:gd name="csX185" fmla="*/ 373500 w 2641187"/>
              <a:gd name="csY185" fmla="*/ 162524 h 1563646"/>
              <a:gd name="csX186" fmla="*/ 346823 w 2641187"/>
              <a:gd name="csY186" fmla="*/ 152045 h 1563646"/>
              <a:gd name="csX187" fmla="*/ 320144 w 2641187"/>
              <a:gd name="csY187" fmla="*/ 141277 h 1563646"/>
              <a:gd name="csX188" fmla="*/ 293465 w 2641187"/>
              <a:gd name="csY188" fmla="*/ 130267 h 1563646"/>
              <a:gd name="csX189" fmla="*/ 266787 w 2641187"/>
              <a:gd name="csY189" fmla="*/ 119054 h 1563646"/>
              <a:gd name="csX190" fmla="*/ 240108 w 2641187"/>
              <a:gd name="csY190" fmla="*/ 107673 h 1563646"/>
              <a:gd name="csX191" fmla="*/ 213429 w 2641187"/>
              <a:gd name="csY191" fmla="*/ 96155 h 1563646"/>
              <a:gd name="csX192" fmla="*/ 186750 w 2641187"/>
              <a:gd name="csY192" fmla="*/ 84521 h 1563646"/>
              <a:gd name="csX193" fmla="*/ 160071 w 2641187"/>
              <a:gd name="csY193" fmla="*/ 72785 h 1563646"/>
              <a:gd name="csX194" fmla="*/ 133393 w 2641187"/>
              <a:gd name="csY194" fmla="*/ 60953 h 1563646"/>
              <a:gd name="csX195" fmla="*/ 106714 w 2641187"/>
              <a:gd name="csY195" fmla="*/ 49023 h 1563646"/>
              <a:gd name="csX196" fmla="*/ 80035 w 2641187"/>
              <a:gd name="csY196" fmla="*/ 36984 h 1563646"/>
              <a:gd name="csX197" fmla="*/ 53356 w 2641187"/>
              <a:gd name="csY197" fmla="*/ 24818 h 1563646"/>
              <a:gd name="csX198" fmla="*/ 26677 w 2641187"/>
              <a:gd name="csY198" fmla="*/ 12501 h 1563646"/>
              <a:gd name="csX199" fmla="*/ 0 w 2641187"/>
              <a:gd name="csY199" fmla="*/ 0 h 156364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641187" h="1563646">
                <a:moveTo>
                  <a:pt x="0" y="1563647"/>
                </a:moveTo>
                <a:lnTo>
                  <a:pt x="26677" y="1548844"/>
                </a:lnTo>
                <a:lnTo>
                  <a:pt x="53356" y="1533363"/>
                </a:lnTo>
                <a:lnTo>
                  <a:pt x="80035" y="1517163"/>
                </a:lnTo>
                <a:lnTo>
                  <a:pt x="106714" y="1500232"/>
                </a:lnTo>
                <a:lnTo>
                  <a:pt x="133393" y="1482556"/>
                </a:lnTo>
                <a:lnTo>
                  <a:pt x="160071" y="1464148"/>
                </a:lnTo>
                <a:lnTo>
                  <a:pt x="186750" y="1445023"/>
                </a:lnTo>
                <a:lnTo>
                  <a:pt x="213429" y="1425206"/>
                </a:lnTo>
                <a:lnTo>
                  <a:pt x="240108" y="1404776"/>
                </a:lnTo>
                <a:lnTo>
                  <a:pt x="266787" y="1383762"/>
                </a:lnTo>
                <a:lnTo>
                  <a:pt x="293465" y="1362269"/>
                </a:lnTo>
                <a:lnTo>
                  <a:pt x="320144" y="1340351"/>
                </a:lnTo>
                <a:lnTo>
                  <a:pt x="346823" y="1318113"/>
                </a:lnTo>
                <a:lnTo>
                  <a:pt x="373500" y="1295662"/>
                </a:lnTo>
                <a:lnTo>
                  <a:pt x="400179" y="1273105"/>
                </a:lnTo>
                <a:lnTo>
                  <a:pt x="426858" y="1250548"/>
                </a:lnTo>
                <a:lnTo>
                  <a:pt x="453537" y="1228110"/>
                </a:lnTo>
                <a:lnTo>
                  <a:pt x="480216" y="1205886"/>
                </a:lnTo>
                <a:lnTo>
                  <a:pt x="506894" y="1184007"/>
                </a:lnTo>
                <a:lnTo>
                  <a:pt x="533573" y="1162554"/>
                </a:lnTo>
                <a:lnTo>
                  <a:pt x="560252" y="1141646"/>
                </a:lnTo>
                <a:lnTo>
                  <a:pt x="586931" y="1121363"/>
                </a:lnTo>
                <a:lnTo>
                  <a:pt x="613610" y="1101772"/>
                </a:lnTo>
                <a:lnTo>
                  <a:pt x="640288" y="1082939"/>
                </a:lnTo>
                <a:lnTo>
                  <a:pt x="666967" y="1064944"/>
                </a:lnTo>
                <a:lnTo>
                  <a:pt x="693646" y="1047827"/>
                </a:lnTo>
                <a:lnTo>
                  <a:pt x="720323" y="1031614"/>
                </a:lnTo>
                <a:lnTo>
                  <a:pt x="747002" y="1016385"/>
                </a:lnTo>
                <a:lnTo>
                  <a:pt x="773681" y="1002158"/>
                </a:lnTo>
                <a:lnTo>
                  <a:pt x="800360" y="988963"/>
                </a:lnTo>
                <a:lnTo>
                  <a:pt x="827038" y="976803"/>
                </a:lnTo>
                <a:lnTo>
                  <a:pt x="853717" y="965634"/>
                </a:lnTo>
                <a:lnTo>
                  <a:pt x="880396" y="955352"/>
                </a:lnTo>
                <a:lnTo>
                  <a:pt x="907075" y="945772"/>
                </a:lnTo>
                <a:lnTo>
                  <a:pt x="933754" y="936632"/>
                </a:lnTo>
                <a:lnTo>
                  <a:pt x="960434" y="927613"/>
                </a:lnTo>
                <a:lnTo>
                  <a:pt x="987114" y="918378"/>
                </a:lnTo>
                <a:lnTo>
                  <a:pt x="1013794" y="908627"/>
                </a:lnTo>
                <a:lnTo>
                  <a:pt x="1040474" y="898164"/>
                </a:lnTo>
                <a:lnTo>
                  <a:pt x="1067141" y="886932"/>
                </a:lnTo>
                <a:lnTo>
                  <a:pt x="1093821" y="875056"/>
                </a:lnTo>
                <a:lnTo>
                  <a:pt x="1120501" y="862827"/>
                </a:lnTo>
                <a:lnTo>
                  <a:pt x="1147181" y="850662"/>
                </a:lnTo>
                <a:lnTo>
                  <a:pt x="1173861" y="839034"/>
                </a:lnTo>
                <a:lnTo>
                  <a:pt x="1200542" y="828373"/>
                </a:lnTo>
                <a:lnTo>
                  <a:pt x="1227222" y="818987"/>
                </a:lnTo>
                <a:lnTo>
                  <a:pt x="1253902" y="811019"/>
                </a:lnTo>
                <a:lnTo>
                  <a:pt x="1280582" y="804468"/>
                </a:lnTo>
                <a:lnTo>
                  <a:pt x="1307249" y="799255"/>
                </a:lnTo>
                <a:lnTo>
                  <a:pt x="1333929" y="795297"/>
                </a:lnTo>
                <a:lnTo>
                  <a:pt x="1360609" y="792566"/>
                </a:lnTo>
                <a:lnTo>
                  <a:pt x="1387289" y="791092"/>
                </a:lnTo>
                <a:lnTo>
                  <a:pt x="1413969" y="790913"/>
                </a:lnTo>
                <a:lnTo>
                  <a:pt x="1440649" y="791997"/>
                </a:lnTo>
                <a:lnTo>
                  <a:pt x="1467329" y="794194"/>
                </a:lnTo>
                <a:lnTo>
                  <a:pt x="1494010" y="797206"/>
                </a:lnTo>
                <a:lnTo>
                  <a:pt x="1520690" y="800630"/>
                </a:lnTo>
                <a:lnTo>
                  <a:pt x="1547370" y="804018"/>
                </a:lnTo>
                <a:lnTo>
                  <a:pt x="1574037" y="806955"/>
                </a:lnTo>
                <a:lnTo>
                  <a:pt x="1600717" y="809133"/>
                </a:lnTo>
                <a:lnTo>
                  <a:pt x="1627397" y="810371"/>
                </a:lnTo>
                <a:lnTo>
                  <a:pt x="1654077" y="810642"/>
                </a:lnTo>
                <a:lnTo>
                  <a:pt x="1680757" y="810042"/>
                </a:lnTo>
                <a:lnTo>
                  <a:pt x="1707437" y="808755"/>
                </a:lnTo>
                <a:lnTo>
                  <a:pt x="1734117" y="807003"/>
                </a:lnTo>
                <a:lnTo>
                  <a:pt x="1760797" y="805008"/>
                </a:lnTo>
                <a:lnTo>
                  <a:pt x="1787478" y="802957"/>
                </a:lnTo>
                <a:lnTo>
                  <a:pt x="1814144" y="800986"/>
                </a:lnTo>
                <a:lnTo>
                  <a:pt x="1840824" y="799184"/>
                </a:lnTo>
                <a:lnTo>
                  <a:pt x="1867505" y="797601"/>
                </a:lnTo>
                <a:lnTo>
                  <a:pt x="1894185" y="796263"/>
                </a:lnTo>
                <a:lnTo>
                  <a:pt x="1920865" y="795187"/>
                </a:lnTo>
                <a:lnTo>
                  <a:pt x="1947545" y="794391"/>
                </a:lnTo>
                <a:lnTo>
                  <a:pt x="1974225" y="793892"/>
                </a:lnTo>
                <a:lnTo>
                  <a:pt x="2000905" y="793712"/>
                </a:lnTo>
                <a:lnTo>
                  <a:pt x="2027585" y="793877"/>
                </a:lnTo>
                <a:lnTo>
                  <a:pt x="2054252" y="794409"/>
                </a:lnTo>
                <a:lnTo>
                  <a:pt x="2080932" y="795326"/>
                </a:lnTo>
                <a:lnTo>
                  <a:pt x="2107612" y="796641"/>
                </a:lnTo>
                <a:lnTo>
                  <a:pt x="2134293" y="798358"/>
                </a:lnTo>
                <a:lnTo>
                  <a:pt x="2160973" y="800474"/>
                </a:lnTo>
                <a:lnTo>
                  <a:pt x="2187653" y="802980"/>
                </a:lnTo>
                <a:lnTo>
                  <a:pt x="2214333" y="805856"/>
                </a:lnTo>
                <a:lnTo>
                  <a:pt x="2241013" y="809078"/>
                </a:lnTo>
                <a:lnTo>
                  <a:pt x="2267693" y="812617"/>
                </a:lnTo>
                <a:lnTo>
                  <a:pt x="2294360" y="816441"/>
                </a:lnTo>
                <a:lnTo>
                  <a:pt x="2321040" y="820515"/>
                </a:lnTo>
                <a:lnTo>
                  <a:pt x="2347720" y="824803"/>
                </a:lnTo>
                <a:lnTo>
                  <a:pt x="2374400" y="829273"/>
                </a:lnTo>
                <a:lnTo>
                  <a:pt x="2401080" y="833892"/>
                </a:lnTo>
                <a:lnTo>
                  <a:pt x="2427760" y="838634"/>
                </a:lnTo>
                <a:lnTo>
                  <a:pt x="2454441" y="843474"/>
                </a:lnTo>
                <a:lnTo>
                  <a:pt x="2481121" y="848395"/>
                </a:lnTo>
                <a:lnTo>
                  <a:pt x="2507801" y="853382"/>
                </a:lnTo>
                <a:lnTo>
                  <a:pt x="2534481" y="858432"/>
                </a:lnTo>
                <a:lnTo>
                  <a:pt x="2561148" y="863541"/>
                </a:lnTo>
                <a:lnTo>
                  <a:pt x="2587828" y="868712"/>
                </a:lnTo>
                <a:lnTo>
                  <a:pt x="2614508" y="873956"/>
                </a:lnTo>
                <a:lnTo>
                  <a:pt x="2641188" y="879284"/>
                </a:lnTo>
                <a:lnTo>
                  <a:pt x="2641188" y="16367"/>
                </a:lnTo>
                <a:lnTo>
                  <a:pt x="2614508" y="25597"/>
                </a:lnTo>
                <a:lnTo>
                  <a:pt x="2587828" y="35385"/>
                </a:lnTo>
                <a:lnTo>
                  <a:pt x="2561148" y="45759"/>
                </a:lnTo>
                <a:lnTo>
                  <a:pt x="2534481" y="56733"/>
                </a:lnTo>
                <a:lnTo>
                  <a:pt x="2507801" y="68306"/>
                </a:lnTo>
                <a:lnTo>
                  <a:pt x="2481121" y="80461"/>
                </a:lnTo>
                <a:lnTo>
                  <a:pt x="2454441" y="93164"/>
                </a:lnTo>
                <a:lnTo>
                  <a:pt x="2427760" y="106364"/>
                </a:lnTo>
                <a:lnTo>
                  <a:pt x="2401080" y="119997"/>
                </a:lnTo>
                <a:lnTo>
                  <a:pt x="2374400" y="133978"/>
                </a:lnTo>
                <a:lnTo>
                  <a:pt x="2347720" y="148213"/>
                </a:lnTo>
                <a:lnTo>
                  <a:pt x="2321040" y="162594"/>
                </a:lnTo>
                <a:lnTo>
                  <a:pt x="2294360" y="177004"/>
                </a:lnTo>
                <a:lnTo>
                  <a:pt x="2267693" y="191318"/>
                </a:lnTo>
                <a:lnTo>
                  <a:pt x="2241013" y="205405"/>
                </a:lnTo>
                <a:lnTo>
                  <a:pt x="2214333" y="219139"/>
                </a:lnTo>
                <a:lnTo>
                  <a:pt x="2187653" y="232391"/>
                </a:lnTo>
                <a:lnTo>
                  <a:pt x="2160973" y="245041"/>
                </a:lnTo>
                <a:lnTo>
                  <a:pt x="2134293" y="256976"/>
                </a:lnTo>
                <a:lnTo>
                  <a:pt x="2107612" y="268101"/>
                </a:lnTo>
                <a:lnTo>
                  <a:pt x="2080932" y="278335"/>
                </a:lnTo>
                <a:lnTo>
                  <a:pt x="2054252" y="287617"/>
                </a:lnTo>
                <a:lnTo>
                  <a:pt x="2027585" y="295909"/>
                </a:lnTo>
                <a:lnTo>
                  <a:pt x="2000905" y="303191"/>
                </a:lnTo>
                <a:lnTo>
                  <a:pt x="1974225" y="309464"/>
                </a:lnTo>
                <a:lnTo>
                  <a:pt x="1947545" y="314744"/>
                </a:lnTo>
                <a:lnTo>
                  <a:pt x="1920865" y="319059"/>
                </a:lnTo>
                <a:lnTo>
                  <a:pt x="1894185" y="322437"/>
                </a:lnTo>
                <a:lnTo>
                  <a:pt x="1867505" y="324919"/>
                </a:lnTo>
                <a:lnTo>
                  <a:pt x="1840824" y="326548"/>
                </a:lnTo>
                <a:lnTo>
                  <a:pt x="1814144" y="327390"/>
                </a:lnTo>
                <a:lnTo>
                  <a:pt x="1787478" y="327548"/>
                </a:lnTo>
                <a:lnTo>
                  <a:pt x="1760797" y="327188"/>
                </a:lnTo>
                <a:lnTo>
                  <a:pt x="1734117" y="326554"/>
                </a:lnTo>
                <a:lnTo>
                  <a:pt x="1707437" y="325984"/>
                </a:lnTo>
                <a:lnTo>
                  <a:pt x="1680757" y="325897"/>
                </a:lnTo>
                <a:lnTo>
                  <a:pt x="1654077" y="326750"/>
                </a:lnTo>
                <a:lnTo>
                  <a:pt x="1627397" y="328977"/>
                </a:lnTo>
                <a:lnTo>
                  <a:pt x="1600717" y="332910"/>
                </a:lnTo>
                <a:lnTo>
                  <a:pt x="1574037" y="338695"/>
                </a:lnTo>
                <a:lnTo>
                  <a:pt x="1547370" y="346256"/>
                </a:lnTo>
                <a:lnTo>
                  <a:pt x="1520690" y="355263"/>
                </a:lnTo>
                <a:lnTo>
                  <a:pt x="1494010" y="365171"/>
                </a:lnTo>
                <a:lnTo>
                  <a:pt x="1467329" y="375281"/>
                </a:lnTo>
                <a:lnTo>
                  <a:pt x="1440649" y="384847"/>
                </a:lnTo>
                <a:lnTo>
                  <a:pt x="1413969" y="393177"/>
                </a:lnTo>
                <a:lnTo>
                  <a:pt x="1387289" y="399719"/>
                </a:lnTo>
                <a:lnTo>
                  <a:pt x="1360609" y="404099"/>
                </a:lnTo>
                <a:lnTo>
                  <a:pt x="1333929" y="406087"/>
                </a:lnTo>
                <a:lnTo>
                  <a:pt x="1307249" y="405538"/>
                </a:lnTo>
                <a:lnTo>
                  <a:pt x="1280582" y="402330"/>
                </a:lnTo>
                <a:lnTo>
                  <a:pt x="1253902" y="396366"/>
                </a:lnTo>
                <a:lnTo>
                  <a:pt x="1227222" y="387633"/>
                </a:lnTo>
                <a:lnTo>
                  <a:pt x="1200542" y="376299"/>
                </a:lnTo>
                <a:lnTo>
                  <a:pt x="1173861" y="362787"/>
                </a:lnTo>
                <a:lnTo>
                  <a:pt x="1147181" y="347793"/>
                </a:lnTo>
                <a:lnTo>
                  <a:pt x="1120501" y="332214"/>
                </a:lnTo>
                <a:lnTo>
                  <a:pt x="1093821" y="317015"/>
                </a:lnTo>
                <a:lnTo>
                  <a:pt x="1067141" y="303072"/>
                </a:lnTo>
                <a:lnTo>
                  <a:pt x="1040474" y="291051"/>
                </a:lnTo>
                <a:lnTo>
                  <a:pt x="1013794" y="281334"/>
                </a:lnTo>
                <a:lnTo>
                  <a:pt x="987114" y="273994"/>
                </a:lnTo>
                <a:lnTo>
                  <a:pt x="960434" y="268840"/>
                </a:lnTo>
                <a:lnTo>
                  <a:pt x="933754" y="265485"/>
                </a:lnTo>
                <a:lnTo>
                  <a:pt x="907075" y="263435"/>
                </a:lnTo>
                <a:lnTo>
                  <a:pt x="880396" y="262186"/>
                </a:lnTo>
                <a:lnTo>
                  <a:pt x="853717" y="261286"/>
                </a:lnTo>
                <a:lnTo>
                  <a:pt x="827038" y="260383"/>
                </a:lnTo>
                <a:lnTo>
                  <a:pt x="800360" y="259223"/>
                </a:lnTo>
                <a:lnTo>
                  <a:pt x="773681" y="257647"/>
                </a:lnTo>
                <a:lnTo>
                  <a:pt x="747002" y="255556"/>
                </a:lnTo>
                <a:lnTo>
                  <a:pt x="720323" y="252897"/>
                </a:lnTo>
                <a:lnTo>
                  <a:pt x="693646" y="249635"/>
                </a:lnTo>
                <a:lnTo>
                  <a:pt x="666967" y="245746"/>
                </a:lnTo>
                <a:lnTo>
                  <a:pt x="640288" y="241214"/>
                </a:lnTo>
                <a:lnTo>
                  <a:pt x="613610" y="236030"/>
                </a:lnTo>
                <a:lnTo>
                  <a:pt x="586931" y="230191"/>
                </a:lnTo>
                <a:lnTo>
                  <a:pt x="560252" y="223705"/>
                </a:lnTo>
                <a:lnTo>
                  <a:pt x="533573" y="216587"/>
                </a:lnTo>
                <a:lnTo>
                  <a:pt x="506894" y="208862"/>
                </a:lnTo>
                <a:lnTo>
                  <a:pt x="480216" y="200564"/>
                </a:lnTo>
                <a:lnTo>
                  <a:pt x="453537" y="191735"/>
                </a:lnTo>
                <a:lnTo>
                  <a:pt x="426858" y="182418"/>
                </a:lnTo>
                <a:lnTo>
                  <a:pt x="400179" y="172665"/>
                </a:lnTo>
                <a:lnTo>
                  <a:pt x="373500" y="162524"/>
                </a:lnTo>
                <a:lnTo>
                  <a:pt x="346823" y="152045"/>
                </a:lnTo>
                <a:lnTo>
                  <a:pt x="320144" y="141277"/>
                </a:lnTo>
                <a:lnTo>
                  <a:pt x="293465" y="130267"/>
                </a:lnTo>
                <a:lnTo>
                  <a:pt x="266787" y="119054"/>
                </a:lnTo>
                <a:lnTo>
                  <a:pt x="240108" y="107673"/>
                </a:lnTo>
                <a:lnTo>
                  <a:pt x="213429" y="96155"/>
                </a:lnTo>
                <a:lnTo>
                  <a:pt x="186750" y="84521"/>
                </a:lnTo>
                <a:lnTo>
                  <a:pt x="160071" y="72785"/>
                </a:lnTo>
                <a:lnTo>
                  <a:pt x="133393" y="60953"/>
                </a:lnTo>
                <a:lnTo>
                  <a:pt x="106714" y="49023"/>
                </a:lnTo>
                <a:lnTo>
                  <a:pt x="80035" y="36984"/>
                </a:lnTo>
                <a:lnTo>
                  <a:pt x="53356" y="24818"/>
                </a:lnTo>
                <a:lnTo>
                  <a:pt x="26677" y="12501"/>
                </a:lnTo>
                <a:lnTo>
                  <a:pt x="0" y="0"/>
                </a:lnTo>
                <a:close/>
              </a:path>
            </a:pathLst>
          </a:custGeom>
          <a:solidFill>
            <a:srgbClr val="0000FF">
              <a:alpha val="20000"/>
            </a:srgbClr>
          </a:solidFill>
          <a:ln w="133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125" name="Freeform 124">
            <a:extLst>
              <a:ext uri="{FF2B5EF4-FFF2-40B4-BE49-F238E27FC236}">
                <a16:creationId xmlns:a16="http://schemas.microsoft.com/office/drawing/2014/main" id="{20F3C586-93FB-0F00-7A71-009E4EE38E9A}"/>
              </a:ext>
            </a:extLst>
          </p:cNvPr>
          <p:cNvSpPr/>
          <p:nvPr/>
        </p:nvSpPr>
        <p:spPr>
          <a:xfrm>
            <a:off x="618973" y="3540902"/>
            <a:ext cx="2641187" cy="333996"/>
          </a:xfrm>
          <a:custGeom>
            <a:avLst/>
            <a:gdLst>
              <a:gd name="csX0" fmla="*/ 0 w 2641187"/>
              <a:gd name="csY0" fmla="*/ 333996 h 333996"/>
              <a:gd name="csX1" fmla="*/ 26677 w 2641187"/>
              <a:gd name="csY1" fmla="*/ 332849 h 333996"/>
              <a:gd name="csX2" fmla="*/ 53356 w 2641187"/>
              <a:gd name="csY2" fmla="*/ 331267 h 333996"/>
              <a:gd name="csX3" fmla="*/ 80035 w 2641187"/>
              <a:gd name="csY3" fmla="*/ 329251 h 333996"/>
              <a:gd name="csX4" fmla="*/ 106714 w 2641187"/>
              <a:gd name="csY4" fmla="*/ 326804 h 333996"/>
              <a:gd name="csX5" fmla="*/ 133393 w 2641187"/>
              <a:gd name="csY5" fmla="*/ 323929 h 333996"/>
              <a:gd name="csX6" fmla="*/ 160071 w 2641187"/>
              <a:gd name="csY6" fmla="*/ 320639 h 333996"/>
              <a:gd name="csX7" fmla="*/ 186750 w 2641187"/>
              <a:gd name="csY7" fmla="*/ 316944 h 333996"/>
              <a:gd name="csX8" fmla="*/ 213429 w 2641187"/>
              <a:gd name="csY8" fmla="*/ 312857 h 333996"/>
              <a:gd name="csX9" fmla="*/ 240108 w 2641187"/>
              <a:gd name="csY9" fmla="*/ 308398 h 333996"/>
              <a:gd name="csX10" fmla="*/ 266787 w 2641187"/>
              <a:gd name="csY10" fmla="*/ 303584 h 333996"/>
              <a:gd name="csX11" fmla="*/ 293465 w 2641187"/>
              <a:gd name="csY11" fmla="*/ 298440 h 333996"/>
              <a:gd name="csX12" fmla="*/ 320144 w 2641187"/>
              <a:gd name="csY12" fmla="*/ 292988 h 333996"/>
              <a:gd name="csX13" fmla="*/ 346823 w 2641187"/>
              <a:gd name="csY13" fmla="*/ 287256 h 333996"/>
              <a:gd name="csX14" fmla="*/ 373500 w 2641187"/>
              <a:gd name="csY14" fmla="*/ 281271 h 333996"/>
              <a:gd name="csX15" fmla="*/ 400179 w 2641187"/>
              <a:gd name="csY15" fmla="*/ 275061 h 333996"/>
              <a:gd name="csX16" fmla="*/ 426858 w 2641187"/>
              <a:gd name="csY16" fmla="*/ 268659 h 333996"/>
              <a:gd name="csX17" fmla="*/ 453537 w 2641187"/>
              <a:gd name="csY17" fmla="*/ 262094 h 333996"/>
              <a:gd name="csX18" fmla="*/ 480216 w 2641187"/>
              <a:gd name="csY18" fmla="*/ 255399 h 333996"/>
              <a:gd name="csX19" fmla="*/ 506894 w 2641187"/>
              <a:gd name="csY19" fmla="*/ 248607 h 333996"/>
              <a:gd name="csX20" fmla="*/ 533573 w 2641187"/>
              <a:gd name="csY20" fmla="*/ 241746 h 333996"/>
              <a:gd name="csX21" fmla="*/ 560252 w 2641187"/>
              <a:gd name="csY21" fmla="*/ 234850 h 333996"/>
              <a:gd name="csX22" fmla="*/ 586931 w 2641187"/>
              <a:gd name="csY22" fmla="*/ 227949 h 333996"/>
              <a:gd name="csX23" fmla="*/ 613610 w 2641187"/>
              <a:gd name="csY23" fmla="*/ 221073 h 333996"/>
              <a:gd name="csX24" fmla="*/ 640288 w 2641187"/>
              <a:gd name="csY24" fmla="*/ 214254 h 333996"/>
              <a:gd name="csX25" fmla="*/ 666967 w 2641187"/>
              <a:gd name="csY25" fmla="*/ 207520 h 333996"/>
              <a:gd name="csX26" fmla="*/ 693646 w 2641187"/>
              <a:gd name="csY26" fmla="*/ 200902 h 333996"/>
              <a:gd name="csX27" fmla="*/ 720323 w 2641187"/>
              <a:gd name="csY27" fmla="*/ 194432 h 333996"/>
              <a:gd name="csX28" fmla="*/ 747002 w 2641187"/>
              <a:gd name="csY28" fmla="*/ 188145 h 333996"/>
              <a:gd name="csX29" fmla="*/ 773681 w 2641187"/>
              <a:gd name="csY29" fmla="*/ 182077 h 333996"/>
              <a:gd name="csX30" fmla="*/ 800360 w 2641187"/>
              <a:gd name="csY30" fmla="*/ 176267 h 333996"/>
              <a:gd name="csX31" fmla="*/ 827038 w 2641187"/>
              <a:gd name="csY31" fmla="*/ 170766 h 333996"/>
              <a:gd name="csX32" fmla="*/ 853717 w 2641187"/>
              <a:gd name="csY32" fmla="*/ 165635 h 333996"/>
              <a:gd name="csX33" fmla="*/ 880396 w 2641187"/>
              <a:gd name="csY33" fmla="*/ 160943 h 333996"/>
              <a:gd name="csX34" fmla="*/ 907075 w 2641187"/>
              <a:gd name="csY34" fmla="*/ 156778 h 333996"/>
              <a:gd name="csX35" fmla="*/ 933754 w 2641187"/>
              <a:gd name="csY35" fmla="*/ 153233 h 333996"/>
              <a:gd name="csX36" fmla="*/ 960434 w 2641187"/>
              <a:gd name="csY36" fmla="*/ 150401 h 333996"/>
              <a:gd name="csX37" fmla="*/ 987114 w 2641187"/>
              <a:gd name="csY37" fmla="*/ 148359 h 333996"/>
              <a:gd name="csX38" fmla="*/ 1013794 w 2641187"/>
              <a:gd name="csY38" fmla="*/ 147154 h 333996"/>
              <a:gd name="csX39" fmla="*/ 1040474 w 2641187"/>
              <a:gd name="csY39" fmla="*/ 146782 h 333996"/>
              <a:gd name="csX40" fmla="*/ 1067141 w 2641187"/>
              <a:gd name="csY40" fmla="*/ 147177 h 333996"/>
              <a:gd name="csX41" fmla="*/ 1093821 w 2641187"/>
              <a:gd name="csY41" fmla="*/ 148210 h 333996"/>
              <a:gd name="csX42" fmla="*/ 1120501 w 2641187"/>
              <a:gd name="csY42" fmla="*/ 149695 h 333996"/>
              <a:gd name="csX43" fmla="*/ 1147181 w 2641187"/>
              <a:gd name="csY43" fmla="*/ 151401 h 333996"/>
              <a:gd name="csX44" fmla="*/ 1173861 w 2641187"/>
              <a:gd name="csY44" fmla="*/ 153085 h 333996"/>
              <a:gd name="csX45" fmla="*/ 1200542 w 2641187"/>
              <a:gd name="csY45" fmla="*/ 154511 h 333996"/>
              <a:gd name="csX46" fmla="*/ 1227222 w 2641187"/>
              <a:gd name="csY46" fmla="*/ 155484 h 333996"/>
              <a:gd name="csX47" fmla="*/ 1253902 w 2641187"/>
              <a:gd name="csY47" fmla="*/ 155866 h 333996"/>
              <a:gd name="csX48" fmla="*/ 1280582 w 2641187"/>
              <a:gd name="csY48" fmla="*/ 155573 h 333996"/>
              <a:gd name="csX49" fmla="*/ 1307249 w 2641187"/>
              <a:gd name="csY49" fmla="*/ 154570 h 333996"/>
              <a:gd name="csX50" fmla="*/ 1333929 w 2641187"/>
              <a:gd name="csY50" fmla="*/ 152865 h 333996"/>
              <a:gd name="csX51" fmla="*/ 1360609 w 2641187"/>
              <a:gd name="csY51" fmla="*/ 150506 h 333996"/>
              <a:gd name="csX52" fmla="*/ 1387289 w 2641187"/>
              <a:gd name="csY52" fmla="*/ 147580 h 333996"/>
              <a:gd name="csX53" fmla="*/ 1413969 w 2641187"/>
              <a:gd name="csY53" fmla="*/ 144219 h 333996"/>
              <a:gd name="csX54" fmla="*/ 1440649 w 2641187"/>
              <a:gd name="csY54" fmla="*/ 140596 h 333996"/>
              <a:gd name="csX55" fmla="*/ 1467329 w 2641187"/>
              <a:gd name="csY55" fmla="*/ 136912 h 333996"/>
              <a:gd name="csX56" fmla="*/ 1494010 w 2641187"/>
              <a:gd name="csY56" fmla="*/ 133363 h 333996"/>
              <a:gd name="csX57" fmla="*/ 1520690 w 2641187"/>
              <a:gd name="csY57" fmla="*/ 130121 h 333996"/>
              <a:gd name="csX58" fmla="*/ 1547370 w 2641187"/>
              <a:gd name="csY58" fmla="*/ 127312 h 333996"/>
              <a:gd name="csX59" fmla="*/ 1574037 w 2641187"/>
              <a:gd name="csY59" fmla="*/ 125000 h 333996"/>
              <a:gd name="csX60" fmla="*/ 1600717 w 2641187"/>
              <a:gd name="csY60" fmla="*/ 123195 h 333996"/>
              <a:gd name="csX61" fmla="*/ 1627397 w 2641187"/>
              <a:gd name="csY61" fmla="*/ 121848 h 333996"/>
              <a:gd name="csX62" fmla="*/ 1654077 w 2641187"/>
              <a:gd name="csY62" fmla="*/ 120871 h 333996"/>
              <a:gd name="csX63" fmla="*/ 1680757 w 2641187"/>
              <a:gd name="csY63" fmla="*/ 120144 h 333996"/>
              <a:gd name="csX64" fmla="*/ 1707437 w 2641187"/>
              <a:gd name="csY64" fmla="*/ 119543 h 333996"/>
              <a:gd name="csX65" fmla="*/ 1734117 w 2641187"/>
              <a:gd name="csY65" fmla="*/ 118953 h 333996"/>
              <a:gd name="csX66" fmla="*/ 1760797 w 2641187"/>
              <a:gd name="csY66" fmla="*/ 118273 h 333996"/>
              <a:gd name="csX67" fmla="*/ 1787478 w 2641187"/>
              <a:gd name="csY67" fmla="*/ 117427 h 333996"/>
              <a:gd name="csX68" fmla="*/ 1814144 w 2641187"/>
              <a:gd name="csY68" fmla="*/ 116363 h 333996"/>
              <a:gd name="csX69" fmla="*/ 1840824 w 2641187"/>
              <a:gd name="csY69" fmla="*/ 115041 h 333996"/>
              <a:gd name="csX70" fmla="*/ 1867505 w 2641187"/>
              <a:gd name="csY70" fmla="*/ 113434 h 333996"/>
              <a:gd name="csX71" fmla="*/ 1894185 w 2641187"/>
              <a:gd name="csY71" fmla="*/ 111525 h 333996"/>
              <a:gd name="csX72" fmla="*/ 1920865 w 2641187"/>
              <a:gd name="csY72" fmla="*/ 109298 h 333996"/>
              <a:gd name="csX73" fmla="*/ 1947545 w 2641187"/>
              <a:gd name="csY73" fmla="*/ 106742 h 333996"/>
              <a:gd name="csX74" fmla="*/ 1974225 w 2641187"/>
              <a:gd name="csY74" fmla="*/ 103853 h 333996"/>
              <a:gd name="csX75" fmla="*/ 2000905 w 2641187"/>
              <a:gd name="csY75" fmla="*/ 100626 h 333996"/>
              <a:gd name="csX76" fmla="*/ 2027585 w 2641187"/>
              <a:gd name="csY76" fmla="*/ 97067 h 333996"/>
              <a:gd name="csX77" fmla="*/ 2054252 w 2641187"/>
              <a:gd name="csY77" fmla="*/ 93188 h 333996"/>
              <a:gd name="csX78" fmla="*/ 2080932 w 2641187"/>
              <a:gd name="csY78" fmla="*/ 89005 h 333996"/>
              <a:gd name="csX79" fmla="*/ 2107612 w 2641187"/>
              <a:gd name="csY79" fmla="*/ 84545 h 333996"/>
              <a:gd name="csX80" fmla="*/ 2134293 w 2641187"/>
              <a:gd name="csY80" fmla="*/ 79841 h 333996"/>
              <a:gd name="csX81" fmla="*/ 2160973 w 2641187"/>
              <a:gd name="csY81" fmla="*/ 74932 h 333996"/>
              <a:gd name="csX82" fmla="*/ 2187653 w 2641187"/>
              <a:gd name="csY82" fmla="*/ 69860 h 333996"/>
              <a:gd name="csX83" fmla="*/ 2214333 w 2641187"/>
              <a:gd name="csY83" fmla="*/ 64672 h 333996"/>
              <a:gd name="csX84" fmla="*/ 2241013 w 2641187"/>
              <a:gd name="csY84" fmla="*/ 59416 h 333996"/>
              <a:gd name="csX85" fmla="*/ 2267693 w 2641187"/>
              <a:gd name="csY85" fmla="*/ 54141 h 333996"/>
              <a:gd name="csX86" fmla="*/ 2294360 w 2641187"/>
              <a:gd name="csY86" fmla="*/ 48897 h 333996"/>
              <a:gd name="csX87" fmla="*/ 2321040 w 2641187"/>
              <a:gd name="csY87" fmla="*/ 43728 h 333996"/>
              <a:gd name="csX88" fmla="*/ 2347720 w 2641187"/>
              <a:gd name="csY88" fmla="*/ 38682 h 333996"/>
              <a:gd name="csX89" fmla="*/ 2374400 w 2641187"/>
              <a:gd name="csY89" fmla="*/ 33800 h 333996"/>
              <a:gd name="csX90" fmla="*/ 2401080 w 2641187"/>
              <a:gd name="csY90" fmla="*/ 29118 h 333996"/>
              <a:gd name="csX91" fmla="*/ 2427760 w 2641187"/>
              <a:gd name="csY91" fmla="*/ 24673 h 333996"/>
              <a:gd name="csX92" fmla="*/ 2454441 w 2641187"/>
              <a:gd name="csY92" fmla="*/ 20493 h 333996"/>
              <a:gd name="csX93" fmla="*/ 2481121 w 2641187"/>
              <a:gd name="csY93" fmla="*/ 16601 h 333996"/>
              <a:gd name="csX94" fmla="*/ 2507801 w 2641187"/>
              <a:gd name="csY94" fmla="*/ 13018 h 333996"/>
              <a:gd name="csX95" fmla="*/ 2534481 w 2641187"/>
              <a:gd name="csY95" fmla="*/ 9757 h 333996"/>
              <a:gd name="csX96" fmla="*/ 2561148 w 2641187"/>
              <a:gd name="csY96" fmla="*/ 6824 h 333996"/>
              <a:gd name="csX97" fmla="*/ 2587828 w 2641187"/>
              <a:gd name="csY97" fmla="*/ 4223 h 333996"/>
              <a:gd name="csX98" fmla="*/ 2614508 w 2641187"/>
              <a:gd name="csY98" fmla="*/ 1951 h 333996"/>
              <a:gd name="csX99" fmla="*/ 2641188 w 2641187"/>
              <a:gd name="csY99" fmla="*/ 0 h 3339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641187" h="333996">
                <a:moveTo>
                  <a:pt x="0" y="333996"/>
                </a:moveTo>
                <a:lnTo>
                  <a:pt x="26677" y="332849"/>
                </a:lnTo>
                <a:lnTo>
                  <a:pt x="53356" y="331267"/>
                </a:lnTo>
                <a:lnTo>
                  <a:pt x="80035" y="329251"/>
                </a:lnTo>
                <a:lnTo>
                  <a:pt x="106714" y="326804"/>
                </a:lnTo>
                <a:lnTo>
                  <a:pt x="133393" y="323929"/>
                </a:lnTo>
                <a:lnTo>
                  <a:pt x="160071" y="320639"/>
                </a:lnTo>
                <a:lnTo>
                  <a:pt x="186750" y="316944"/>
                </a:lnTo>
                <a:lnTo>
                  <a:pt x="213429" y="312857"/>
                </a:lnTo>
                <a:lnTo>
                  <a:pt x="240108" y="308398"/>
                </a:lnTo>
                <a:lnTo>
                  <a:pt x="266787" y="303584"/>
                </a:lnTo>
                <a:lnTo>
                  <a:pt x="293465" y="298440"/>
                </a:lnTo>
                <a:lnTo>
                  <a:pt x="320144" y="292988"/>
                </a:lnTo>
                <a:lnTo>
                  <a:pt x="346823" y="287256"/>
                </a:lnTo>
                <a:lnTo>
                  <a:pt x="373500" y="281271"/>
                </a:lnTo>
                <a:lnTo>
                  <a:pt x="400179" y="275061"/>
                </a:lnTo>
                <a:lnTo>
                  <a:pt x="426858" y="268659"/>
                </a:lnTo>
                <a:lnTo>
                  <a:pt x="453537" y="262094"/>
                </a:lnTo>
                <a:lnTo>
                  <a:pt x="480216" y="255399"/>
                </a:lnTo>
                <a:lnTo>
                  <a:pt x="506894" y="248607"/>
                </a:lnTo>
                <a:lnTo>
                  <a:pt x="533573" y="241746"/>
                </a:lnTo>
                <a:lnTo>
                  <a:pt x="560252" y="234850"/>
                </a:lnTo>
                <a:lnTo>
                  <a:pt x="586931" y="227949"/>
                </a:lnTo>
                <a:lnTo>
                  <a:pt x="613610" y="221073"/>
                </a:lnTo>
                <a:lnTo>
                  <a:pt x="640288" y="214254"/>
                </a:lnTo>
                <a:lnTo>
                  <a:pt x="666967" y="207520"/>
                </a:lnTo>
                <a:lnTo>
                  <a:pt x="693646" y="200902"/>
                </a:lnTo>
                <a:lnTo>
                  <a:pt x="720323" y="194432"/>
                </a:lnTo>
                <a:lnTo>
                  <a:pt x="747002" y="188145"/>
                </a:lnTo>
                <a:lnTo>
                  <a:pt x="773681" y="182077"/>
                </a:lnTo>
                <a:lnTo>
                  <a:pt x="800360" y="176267"/>
                </a:lnTo>
                <a:lnTo>
                  <a:pt x="827038" y="170766"/>
                </a:lnTo>
                <a:lnTo>
                  <a:pt x="853717" y="165635"/>
                </a:lnTo>
                <a:lnTo>
                  <a:pt x="880396" y="160943"/>
                </a:lnTo>
                <a:lnTo>
                  <a:pt x="907075" y="156778"/>
                </a:lnTo>
                <a:lnTo>
                  <a:pt x="933754" y="153233"/>
                </a:lnTo>
                <a:lnTo>
                  <a:pt x="960434" y="150401"/>
                </a:lnTo>
                <a:lnTo>
                  <a:pt x="987114" y="148359"/>
                </a:lnTo>
                <a:lnTo>
                  <a:pt x="1013794" y="147154"/>
                </a:lnTo>
                <a:lnTo>
                  <a:pt x="1040474" y="146782"/>
                </a:lnTo>
                <a:lnTo>
                  <a:pt x="1067141" y="147177"/>
                </a:lnTo>
                <a:lnTo>
                  <a:pt x="1093821" y="148210"/>
                </a:lnTo>
                <a:lnTo>
                  <a:pt x="1120501" y="149695"/>
                </a:lnTo>
                <a:lnTo>
                  <a:pt x="1147181" y="151401"/>
                </a:lnTo>
                <a:lnTo>
                  <a:pt x="1173861" y="153085"/>
                </a:lnTo>
                <a:lnTo>
                  <a:pt x="1200542" y="154511"/>
                </a:lnTo>
                <a:lnTo>
                  <a:pt x="1227222" y="155484"/>
                </a:lnTo>
                <a:lnTo>
                  <a:pt x="1253902" y="155866"/>
                </a:lnTo>
                <a:lnTo>
                  <a:pt x="1280582" y="155573"/>
                </a:lnTo>
                <a:lnTo>
                  <a:pt x="1307249" y="154570"/>
                </a:lnTo>
                <a:lnTo>
                  <a:pt x="1333929" y="152865"/>
                </a:lnTo>
                <a:lnTo>
                  <a:pt x="1360609" y="150506"/>
                </a:lnTo>
                <a:lnTo>
                  <a:pt x="1387289" y="147580"/>
                </a:lnTo>
                <a:lnTo>
                  <a:pt x="1413969" y="144219"/>
                </a:lnTo>
                <a:lnTo>
                  <a:pt x="1440649" y="140596"/>
                </a:lnTo>
                <a:lnTo>
                  <a:pt x="1467329" y="136912"/>
                </a:lnTo>
                <a:lnTo>
                  <a:pt x="1494010" y="133363"/>
                </a:lnTo>
                <a:lnTo>
                  <a:pt x="1520690" y="130121"/>
                </a:lnTo>
                <a:lnTo>
                  <a:pt x="1547370" y="127312"/>
                </a:lnTo>
                <a:lnTo>
                  <a:pt x="1574037" y="125000"/>
                </a:lnTo>
                <a:lnTo>
                  <a:pt x="1600717" y="123195"/>
                </a:lnTo>
                <a:lnTo>
                  <a:pt x="1627397" y="121848"/>
                </a:lnTo>
                <a:lnTo>
                  <a:pt x="1654077" y="120871"/>
                </a:lnTo>
                <a:lnTo>
                  <a:pt x="1680757" y="120144"/>
                </a:lnTo>
                <a:lnTo>
                  <a:pt x="1707437" y="119543"/>
                </a:lnTo>
                <a:lnTo>
                  <a:pt x="1734117" y="118953"/>
                </a:lnTo>
                <a:lnTo>
                  <a:pt x="1760797" y="118273"/>
                </a:lnTo>
                <a:lnTo>
                  <a:pt x="1787478" y="117427"/>
                </a:lnTo>
                <a:lnTo>
                  <a:pt x="1814144" y="116363"/>
                </a:lnTo>
                <a:lnTo>
                  <a:pt x="1840824" y="115041"/>
                </a:lnTo>
                <a:lnTo>
                  <a:pt x="1867505" y="113434"/>
                </a:lnTo>
                <a:lnTo>
                  <a:pt x="1894185" y="111525"/>
                </a:lnTo>
                <a:lnTo>
                  <a:pt x="1920865" y="109298"/>
                </a:lnTo>
                <a:lnTo>
                  <a:pt x="1947545" y="106742"/>
                </a:lnTo>
                <a:lnTo>
                  <a:pt x="1974225" y="103853"/>
                </a:lnTo>
                <a:lnTo>
                  <a:pt x="2000905" y="100626"/>
                </a:lnTo>
                <a:lnTo>
                  <a:pt x="2027585" y="97067"/>
                </a:lnTo>
                <a:lnTo>
                  <a:pt x="2054252" y="93188"/>
                </a:lnTo>
                <a:lnTo>
                  <a:pt x="2080932" y="89005"/>
                </a:lnTo>
                <a:lnTo>
                  <a:pt x="2107612" y="84545"/>
                </a:lnTo>
                <a:lnTo>
                  <a:pt x="2134293" y="79841"/>
                </a:lnTo>
                <a:lnTo>
                  <a:pt x="2160973" y="74932"/>
                </a:lnTo>
                <a:lnTo>
                  <a:pt x="2187653" y="69860"/>
                </a:lnTo>
                <a:lnTo>
                  <a:pt x="2214333" y="64672"/>
                </a:lnTo>
                <a:lnTo>
                  <a:pt x="2241013" y="59416"/>
                </a:lnTo>
                <a:lnTo>
                  <a:pt x="2267693" y="54141"/>
                </a:lnTo>
                <a:lnTo>
                  <a:pt x="2294360" y="48897"/>
                </a:lnTo>
                <a:lnTo>
                  <a:pt x="2321040" y="43728"/>
                </a:lnTo>
                <a:lnTo>
                  <a:pt x="2347720" y="38682"/>
                </a:lnTo>
                <a:lnTo>
                  <a:pt x="2374400" y="33800"/>
                </a:lnTo>
                <a:lnTo>
                  <a:pt x="2401080" y="29118"/>
                </a:lnTo>
                <a:lnTo>
                  <a:pt x="2427760" y="24673"/>
                </a:lnTo>
                <a:lnTo>
                  <a:pt x="2454441" y="20493"/>
                </a:lnTo>
                <a:lnTo>
                  <a:pt x="2481121" y="16601"/>
                </a:lnTo>
                <a:lnTo>
                  <a:pt x="2507801" y="13018"/>
                </a:lnTo>
                <a:lnTo>
                  <a:pt x="2534481" y="9757"/>
                </a:lnTo>
                <a:lnTo>
                  <a:pt x="2561148" y="6824"/>
                </a:lnTo>
                <a:lnTo>
                  <a:pt x="2587828" y="4223"/>
                </a:lnTo>
                <a:lnTo>
                  <a:pt x="2614508" y="1951"/>
                </a:lnTo>
                <a:lnTo>
                  <a:pt x="2641188" y="0"/>
                </a:lnTo>
              </a:path>
            </a:pathLst>
          </a:custGeom>
          <a:noFill/>
          <a:ln w="15954" cap="rnd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4C59F745-27BD-31BC-F7A0-1704748F7474}"/>
              </a:ext>
            </a:extLst>
          </p:cNvPr>
          <p:cNvSpPr/>
          <p:nvPr/>
        </p:nvSpPr>
        <p:spPr>
          <a:xfrm>
            <a:off x="618973" y="2883430"/>
            <a:ext cx="2641187" cy="1466100"/>
          </a:xfrm>
          <a:custGeom>
            <a:avLst/>
            <a:gdLst>
              <a:gd name="csX0" fmla="*/ 0 w 2641187"/>
              <a:gd name="csY0" fmla="*/ 1466100 h 1466100"/>
              <a:gd name="csX1" fmla="*/ 26677 w 2641187"/>
              <a:gd name="csY1" fmla="*/ 1455859 h 1466100"/>
              <a:gd name="csX2" fmla="*/ 53356 w 2641187"/>
              <a:gd name="csY2" fmla="*/ 1445165 h 1466100"/>
              <a:gd name="csX3" fmla="*/ 80035 w 2641187"/>
              <a:gd name="csY3" fmla="*/ 1434007 h 1466100"/>
              <a:gd name="csX4" fmla="*/ 106714 w 2641187"/>
              <a:gd name="csY4" fmla="*/ 1422342 h 1466100"/>
              <a:gd name="csX5" fmla="*/ 133393 w 2641187"/>
              <a:gd name="csY5" fmla="*/ 1410186 h 1466100"/>
              <a:gd name="csX6" fmla="*/ 160071 w 2641187"/>
              <a:gd name="csY6" fmla="*/ 1397524 h 1466100"/>
              <a:gd name="csX7" fmla="*/ 186750 w 2641187"/>
              <a:gd name="csY7" fmla="*/ 1384370 h 1466100"/>
              <a:gd name="csX8" fmla="*/ 213429 w 2641187"/>
              <a:gd name="csY8" fmla="*/ 1370778 h 1466100"/>
              <a:gd name="csX9" fmla="*/ 240108 w 2641187"/>
              <a:gd name="csY9" fmla="*/ 1356759 h 1466100"/>
              <a:gd name="csX10" fmla="*/ 266787 w 2641187"/>
              <a:gd name="csY10" fmla="*/ 1342369 h 1466100"/>
              <a:gd name="csX11" fmla="*/ 293465 w 2641187"/>
              <a:gd name="csY11" fmla="*/ 1327672 h 1466100"/>
              <a:gd name="csX12" fmla="*/ 320144 w 2641187"/>
              <a:gd name="csY12" fmla="*/ 1312736 h 1466100"/>
              <a:gd name="csX13" fmla="*/ 346823 w 2641187"/>
              <a:gd name="csY13" fmla="*/ 1297627 h 1466100"/>
              <a:gd name="csX14" fmla="*/ 373500 w 2641187"/>
              <a:gd name="csY14" fmla="*/ 1282438 h 1466100"/>
              <a:gd name="csX15" fmla="*/ 400179 w 2641187"/>
              <a:gd name="csY15" fmla="*/ 1267249 h 1466100"/>
              <a:gd name="csX16" fmla="*/ 426858 w 2641187"/>
              <a:gd name="csY16" fmla="*/ 1252154 h 1466100"/>
              <a:gd name="csX17" fmla="*/ 453537 w 2641187"/>
              <a:gd name="csY17" fmla="*/ 1237231 h 1466100"/>
              <a:gd name="csX18" fmla="*/ 480216 w 2641187"/>
              <a:gd name="csY18" fmla="*/ 1222561 h 1466100"/>
              <a:gd name="csX19" fmla="*/ 506894 w 2641187"/>
              <a:gd name="csY19" fmla="*/ 1208244 h 1466100"/>
              <a:gd name="csX20" fmla="*/ 533573 w 2641187"/>
              <a:gd name="csY20" fmla="*/ 1194342 h 1466100"/>
              <a:gd name="csX21" fmla="*/ 560252 w 2641187"/>
              <a:gd name="csY21" fmla="*/ 1180927 h 1466100"/>
              <a:gd name="csX22" fmla="*/ 586931 w 2641187"/>
              <a:gd name="csY22" fmla="*/ 1168057 h 1466100"/>
              <a:gd name="csX23" fmla="*/ 613610 w 2641187"/>
              <a:gd name="csY23" fmla="*/ 1155781 h 1466100"/>
              <a:gd name="csX24" fmla="*/ 640288 w 2641187"/>
              <a:gd name="csY24" fmla="*/ 1144138 h 1466100"/>
              <a:gd name="csX25" fmla="*/ 666967 w 2641187"/>
              <a:gd name="csY25" fmla="*/ 1133161 h 1466100"/>
              <a:gd name="csX26" fmla="*/ 693646 w 2641187"/>
              <a:gd name="csY26" fmla="*/ 1122879 h 1466100"/>
              <a:gd name="csX27" fmla="*/ 720323 w 2641187"/>
              <a:gd name="csY27" fmla="*/ 1113320 h 1466100"/>
              <a:gd name="csX28" fmla="*/ 747002 w 2641187"/>
              <a:gd name="csY28" fmla="*/ 1104511 h 1466100"/>
              <a:gd name="csX29" fmla="*/ 773681 w 2641187"/>
              <a:gd name="csY29" fmla="*/ 1096482 h 1466100"/>
              <a:gd name="csX30" fmla="*/ 800360 w 2641187"/>
              <a:gd name="csY30" fmla="*/ 1089255 h 1466100"/>
              <a:gd name="csX31" fmla="*/ 827038 w 2641187"/>
              <a:gd name="csY31" fmla="*/ 1082836 h 1466100"/>
              <a:gd name="csX32" fmla="*/ 853717 w 2641187"/>
              <a:gd name="csY32" fmla="*/ 1077193 h 1466100"/>
              <a:gd name="csX33" fmla="*/ 880396 w 2641187"/>
              <a:gd name="csY33" fmla="*/ 1072234 h 1466100"/>
              <a:gd name="csX34" fmla="*/ 907075 w 2641187"/>
              <a:gd name="csY34" fmla="*/ 1067797 h 1466100"/>
              <a:gd name="csX35" fmla="*/ 933754 w 2641187"/>
              <a:gd name="csY35" fmla="*/ 1063637 h 1466100"/>
              <a:gd name="csX36" fmla="*/ 960434 w 2641187"/>
              <a:gd name="csY36" fmla="*/ 1059450 h 1466100"/>
              <a:gd name="csX37" fmla="*/ 987114 w 2641187"/>
              <a:gd name="csY37" fmla="*/ 1054910 h 1466100"/>
              <a:gd name="csX38" fmla="*/ 1013794 w 2641187"/>
              <a:gd name="csY38" fmla="*/ 1049721 h 1466100"/>
              <a:gd name="csX39" fmla="*/ 1040474 w 2641187"/>
              <a:gd name="csY39" fmla="*/ 1043680 h 1466100"/>
              <a:gd name="csX40" fmla="*/ 1067141 w 2641187"/>
              <a:gd name="csY40" fmla="*/ 1036728 h 1466100"/>
              <a:gd name="csX41" fmla="*/ 1093821 w 2641187"/>
              <a:gd name="csY41" fmla="*/ 1028978 h 1466100"/>
              <a:gd name="csX42" fmla="*/ 1120501 w 2641187"/>
              <a:gd name="csY42" fmla="*/ 1020708 h 1466100"/>
              <a:gd name="csX43" fmla="*/ 1147181 w 2641187"/>
              <a:gd name="csY43" fmla="*/ 1012332 h 1466100"/>
              <a:gd name="csX44" fmla="*/ 1173861 w 2641187"/>
              <a:gd name="csY44" fmla="*/ 1004317 h 1466100"/>
              <a:gd name="csX45" fmla="*/ 1200542 w 2641187"/>
              <a:gd name="csY45" fmla="*/ 997106 h 1466100"/>
              <a:gd name="csX46" fmla="*/ 1227222 w 2641187"/>
              <a:gd name="csY46" fmla="*/ 991034 h 1466100"/>
              <a:gd name="csX47" fmla="*/ 1253902 w 2641187"/>
              <a:gd name="csY47" fmla="*/ 986302 h 1466100"/>
              <a:gd name="csX48" fmla="*/ 1280582 w 2641187"/>
              <a:gd name="csY48" fmla="*/ 982976 h 1466100"/>
              <a:gd name="csX49" fmla="*/ 1307249 w 2641187"/>
              <a:gd name="csY49" fmla="*/ 981047 h 1466100"/>
              <a:gd name="csX50" fmla="*/ 1333929 w 2641187"/>
              <a:gd name="csY50" fmla="*/ 980499 h 1466100"/>
              <a:gd name="csX51" fmla="*/ 1360609 w 2641187"/>
              <a:gd name="csY51" fmla="*/ 981350 h 1466100"/>
              <a:gd name="csX52" fmla="*/ 1387289 w 2641187"/>
              <a:gd name="csY52" fmla="*/ 983654 h 1466100"/>
              <a:gd name="csX53" fmla="*/ 1413969 w 2641187"/>
              <a:gd name="csY53" fmla="*/ 987455 h 1466100"/>
              <a:gd name="csX54" fmla="*/ 1440649 w 2641187"/>
              <a:gd name="csY54" fmla="*/ 992723 h 1466100"/>
              <a:gd name="csX55" fmla="*/ 1467329 w 2641187"/>
              <a:gd name="csY55" fmla="*/ 999291 h 1466100"/>
              <a:gd name="csX56" fmla="*/ 1494010 w 2641187"/>
              <a:gd name="csY56" fmla="*/ 1006852 h 1466100"/>
              <a:gd name="csX57" fmla="*/ 1520690 w 2641187"/>
              <a:gd name="csY57" fmla="*/ 1014986 h 1466100"/>
              <a:gd name="csX58" fmla="*/ 1547370 w 2641187"/>
              <a:gd name="csY58" fmla="*/ 1023235 h 1466100"/>
              <a:gd name="csX59" fmla="*/ 1574037 w 2641187"/>
              <a:gd name="csY59" fmla="*/ 1031178 h 1466100"/>
              <a:gd name="csX60" fmla="*/ 1600717 w 2641187"/>
              <a:gd name="csY60" fmla="*/ 1038497 h 1466100"/>
              <a:gd name="csX61" fmla="*/ 1627397 w 2641187"/>
              <a:gd name="csY61" fmla="*/ 1045019 h 1466100"/>
              <a:gd name="csX62" fmla="*/ 1654077 w 2641187"/>
              <a:gd name="csY62" fmla="*/ 1050721 h 1466100"/>
              <a:gd name="csX63" fmla="*/ 1680757 w 2641187"/>
              <a:gd name="csY63" fmla="*/ 1055704 h 1466100"/>
              <a:gd name="csX64" fmla="*/ 1707437 w 2641187"/>
              <a:gd name="csY64" fmla="*/ 1060151 h 1466100"/>
              <a:gd name="csX65" fmla="*/ 1734117 w 2641187"/>
              <a:gd name="csY65" fmla="*/ 1064283 h 1466100"/>
              <a:gd name="csX66" fmla="*/ 1760797 w 2641187"/>
              <a:gd name="csY66" fmla="*/ 1068307 h 1466100"/>
              <a:gd name="csX67" fmla="*/ 1787478 w 2641187"/>
              <a:gd name="csY67" fmla="*/ 1072385 h 1466100"/>
              <a:gd name="csX68" fmla="*/ 1814144 w 2641187"/>
              <a:gd name="csY68" fmla="*/ 1076627 h 1466100"/>
              <a:gd name="csX69" fmla="*/ 1840824 w 2641187"/>
              <a:gd name="csY69" fmla="*/ 1081094 h 1466100"/>
              <a:gd name="csX70" fmla="*/ 1867505 w 2641187"/>
              <a:gd name="csY70" fmla="*/ 1085808 h 1466100"/>
              <a:gd name="csX71" fmla="*/ 1894185 w 2641187"/>
              <a:gd name="csY71" fmla="*/ 1090773 h 1466100"/>
              <a:gd name="csX72" fmla="*/ 1920865 w 2641187"/>
              <a:gd name="csY72" fmla="*/ 1095988 h 1466100"/>
              <a:gd name="csX73" fmla="*/ 1947545 w 2641187"/>
              <a:gd name="csY73" fmla="*/ 1101456 h 1466100"/>
              <a:gd name="csX74" fmla="*/ 1974225 w 2641187"/>
              <a:gd name="csY74" fmla="*/ 1107191 h 1466100"/>
              <a:gd name="csX75" fmla="*/ 2000905 w 2641187"/>
              <a:gd name="csY75" fmla="*/ 1113213 h 1466100"/>
              <a:gd name="csX76" fmla="*/ 2027585 w 2641187"/>
              <a:gd name="csY76" fmla="*/ 1119544 h 1466100"/>
              <a:gd name="csX77" fmla="*/ 2054252 w 2641187"/>
              <a:gd name="csY77" fmla="*/ 1126213 h 1466100"/>
              <a:gd name="csX78" fmla="*/ 2080932 w 2641187"/>
              <a:gd name="csY78" fmla="*/ 1133238 h 1466100"/>
              <a:gd name="csX79" fmla="*/ 2107612 w 2641187"/>
              <a:gd name="csY79" fmla="*/ 1140636 h 1466100"/>
              <a:gd name="csX80" fmla="*/ 2134293 w 2641187"/>
              <a:gd name="csY80" fmla="*/ 1148412 h 1466100"/>
              <a:gd name="csX81" fmla="*/ 2160973 w 2641187"/>
              <a:gd name="csY81" fmla="*/ 1156564 h 1466100"/>
              <a:gd name="csX82" fmla="*/ 2187653 w 2641187"/>
              <a:gd name="csY82" fmla="*/ 1165080 h 1466100"/>
              <a:gd name="csX83" fmla="*/ 2214333 w 2641187"/>
              <a:gd name="csY83" fmla="*/ 1173938 h 1466100"/>
              <a:gd name="csX84" fmla="*/ 2241013 w 2641187"/>
              <a:gd name="csY84" fmla="*/ 1183108 h 1466100"/>
              <a:gd name="csX85" fmla="*/ 2267693 w 2641187"/>
              <a:gd name="csY85" fmla="*/ 1192558 h 1466100"/>
              <a:gd name="csX86" fmla="*/ 2294360 w 2641187"/>
              <a:gd name="csY86" fmla="*/ 1202247 h 1466100"/>
              <a:gd name="csX87" fmla="*/ 2321040 w 2641187"/>
              <a:gd name="csY87" fmla="*/ 1212132 h 1466100"/>
              <a:gd name="csX88" fmla="*/ 2347720 w 2641187"/>
              <a:gd name="csY88" fmla="*/ 1222175 h 1466100"/>
              <a:gd name="csX89" fmla="*/ 2374400 w 2641187"/>
              <a:gd name="csY89" fmla="*/ 1232323 h 1466100"/>
              <a:gd name="csX90" fmla="*/ 2401080 w 2641187"/>
              <a:gd name="csY90" fmla="*/ 1242551 h 1466100"/>
              <a:gd name="csX91" fmla="*/ 2427760 w 2641187"/>
              <a:gd name="csY91" fmla="*/ 1252819 h 1466100"/>
              <a:gd name="csX92" fmla="*/ 2454441 w 2641187"/>
              <a:gd name="csY92" fmla="*/ 1263100 h 1466100"/>
              <a:gd name="csX93" fmla="*/ 2481121 w 2641187"/>
              <a:gd name="csY93" fmla="*/ 1273354 h 1466100"/>
              <a:gd name="csX94" fmla="*/ 2507801 w 2641187"/>
              <a:gd name="csY94" fmla="*/ 1283582 h 1466100"/>
              <a:gd name="csX95" fmla="*/ 2534481 w 2641187"/>
              <a:gd name="csY95" fmla="*/ 1293770 h 1466100"/>
              <a:gd name="csX96" fmla="*/ 2561148 w 2641187"/>
              <a:gd name="csY96" fmla="*/ 1303904 h 1466100"/>
              <a:gd name="csX97" fmla="*/ 2587828 w 2641187"/>
              <a:gd name="csY97" fmla="*/ 1313999 h 1466100"/>
              <a:gd name="csX98" fmla="*/ 2614508 w 2641187"/>
              <a:gd name="csY98" fmla="*/ 1324068 h 1466100"/>
              <a:gd name="csX99" fmla="*/ 2641188 w 2641187"/>
              <a:gd name="csY99" fmla="*/ 1334109 h 1466100"/>
              <a:gd name="csX100" fmla="*/ 2641188 w 2641187"/>
              <a:gd name="csY100" fmla="*/ 455023 h 1466100"/>
              <a:gd name="csX101" fmla="*/ 2614508 w 2641187"/>
              <a:gd name="csY101" fmla="*/ 460173 h 1466100"/>
              <a:gd name="csX102" fmla="*/ 2587828 w 2641187"/>
              <a:gd name="csY102" fmla="*/ 465668 h 1466100"/>
              <a:gd name="csX103" fmla="*/ 2561148 w 2641187"/>
              <a:gd name="csY103" fmla="*/ 471535 h 1466100"/>
              <a:gd name="csX104" fmla="*/ 2534481 w 2641187"/>
              <a:gd name="csY104" fmla="*/ 477780 h 1466100"/>
              <a:gd name="csX105" fmla="*/ 2507801 w 2641187"/>
              <a:gd name="csY105" fmla="*/ 484404 h 1466100"/>
              <a:gd name="csX106" fmla="*/ 2481121 w 2641187"/>
              <a:gd name="csY106" fmla="*/ 491395 h 1466100"/>
              <a:gd name="csX107" fmla="*/ 2454441 w 2641187"/>
              <a:gd name="csY107" fmla="*/ 498722 h 1466100"/>
              <a:gd name="csX108" fmla="*/ 2427760 w 2641187"/>
              <a:gd name="csY108" fmla="*/ 506348 h 1466100"/>
              <a:gd name="csX109" fmla="*/ 2401080 w 2641187"/>
              <a:gd name="csY109" fmla="*/ 514219 h 1466100"/>
              <a:gd name="csX110" fmla="*/ 2374400 w 2641187"/>
              <a:gd name="csY110" fmla="*/ 522273 h 1466100"/>
              <a:gd name="csX111" fmla="*/ 2347720 w 2641187"/>
              <a:gd name="csY111" fmla="*/ 530432 h 1466100"/>
              <a:gd name="csX112" fmla="*/ 2321040 w 2641187"/>
              <a:gd name="csY112" fmla="*/ 538616 h 1466100"/>
              <a:gd name="csX113" fmla="*/ 2294360 w 2641187"/>
              <a:gd name="csY113" fmla="*/ 546733 h 1466100"/>
              <a:gd name="csX114" fmla="*/ 2267693 w 2641187"/>
              <a:gd name="csY114" fmla="*/ 554688 h 1466100"/>
              <a:gd name="csX115" fmla="*/ 2241013 w 2641187"/>
              <a:gd name="csY115" fmla="*/ 562386 h 1466100"/>
              <a:gd name="csX116" fmla="*/ 2214333 w 2641187"/>
              <a:gd name="csY116" fmla="*/ 569730 h 1466100"/>
              <a:gd name="csX117" fmla="*/ 2187653 w 2641187"/>
              <a:gd name="csY117" fmla="*/ 576630 h 1466100"/>
              <a:gd name="csX118" fmla="*/ 2160973 w 2641187"/>
              <a:gd name="csY118" fmla="*/ 583002 h 1466100"/>
              <a:gd name="csX119" fmla="*/ 2134293 w 2641187"/>
              <a:gd name="csY119" fmla="*/ 588772 h 1466100"/>
              <a:gd name="csX120" fmla="*/ 2107612 w 2641187"/>
              <a:gd name="csY120" fmla="*/ 593878 h 1466100"/>
              <a:gd name="csX121" fmla="*/ 2080932 w 2641187"/>
              <a:gd name="csY121" fmla="*/ 598272 h 1466100"/>
              <a:gd name="csX122" fmla="*/ 2054252 w 2641187"/>
              <a:gd name="csY122" fmla="*/ 601925 h 1466100"/>
              <a:gd name="csX123" fmla="*/ 2027585 w 2641187"/>
              <a:gd name="csY123" fmla="*/ 604824 h 1466100"/>
              <a:gd name="csX124" fmla="*/ 2000905 w 2641187"/>
              <a:gd name="csY124" fmla="*/ 606972 h 1466100"/>
              <a:gd name="csX125" fmla="*/ 1974225 w 2641187"/>
              <a:gd name="csY125" fmla="*/ 608388 h 1466100"/>
              <a:gd name="csX126" fmla="*/ 1947545 w 2641187"/>
              <a:gd name="csY126" fmla="*/ 609101 h 1466100"/>
              <a:gd name="csX127" fmla="*/ 1920865 w 2641187"/>
              <a:gd name="csY127" fmla="*/ 609149 h 1466100"/>
              <a:gd name="csX128" fmla="*/ 1894185 w 2641187"/>
              <a:gd name="csY128" fmla="*/ 608575 h 1466100"/>
              <a:gd name="csX129" fmla="*/ 1867505 w 2641187"/>
              <a:gd name="csY129" fmla="*/ 607423 h 1466100"/>
              <a:gd name="csX130" fmla="*/ 1840824 w 2641187"/>
              <a:gd name="csY130" fmla="*/ 605742 h 1466100"/>
              <a:gd name="csX131" fmla="*/ 1814144 w 2641187"/>
              <a:gd name="csY131" fmla="*/ 603595 h 1466100"/>
              <a:gd name="csX132" fmla="*/ 1787478 w 2641187"/>
              <a:gd name="csY132" fmla="*/ 601067 h 1466100"/>
              <a:gd name="csX133" fmla="*/ 1760797 w 2641187"/>
              <a:gd name="csY133" fmla="*/ 598282 h 1466100"/>
              <a:gd name="csX134" fmla="*/ 1734117 w 2641187"/>
              <a:gd name="csY134" fmla="*/ 595419 h 1466100"/>
              <a:gd name="csX135" fmla="*/ 1707437 w 2641187"/>
              <a:gd name="csY135" fmla="*/ 592720 h 1466100"/>
              <a:gd name="csX136" fmla="*/ 1680757 w 2641187"/>
              <a:gd name="csY136" fmla="*/ 590474 h 1466100"/>
              <a:gd name="csX137" fmla="*/ 1654077 w 2641187"/>
              <a:gd name="csY137" fmla="*/ 589003 h 1466100"/>
              <a:gd name="csX138" fmla="*/ 1627397 w 2641187"/>
              <a:gd name="csY138" fmla="*/ 588607 h 1466100"/>
              <a:gd name="csX139" fmla="*/ 1600717 w 2641187"/>
              <a:gd name="csY139" fmla="*/ 589505 h 1466100"/>
              <a:gd name="csX140" fmla="*/ 1574037 w 2641187"/>
              <a:gd name="csY140" fmla="*/ 591782 h 1466100"/>
              <a:gd name="csX141" fmla="*/ 1547370 w 2641187"/>
              <a:gd name="csY141" fmla="*/ 595348 h 1466100"/>
              <a:gd name="csX142" fmla="*/ 1520690 w 2641187"/>
              <a:gd name="csY142" fmla="*/ 599930 h 1466100"/>
              <a:gd name="csX143" fmla="*/ 1494010 w 2641187"/>
              <a:gd name="csY143" fmla="*/ 605095 h 1466100"/>
              <a:gd name="csX144" fmla="*/ 1467329 w 2641187"/>
              <a:gd name="csY144" fmla="*/ 610314 h 1466100"/>
              <a:gd name="csX145" fmla="*/ 1440649 w 2641187"/>
              <a:gd name="csY145" fmla="*/ 615031 h 1466100"/>
              <a:gd name="csX146" fmla="*/ 1413969 w 2641187"/>
              <a:gd name="csY146" fmla="*/ 618733 h 1466100"/>
              <a:gd name="csX147" fmla="*/ 1387289 w 2641187"/>
              <a:gd name="csY147" fmla="*/ 621018 h 1466100"/>
              <a:gd name="csX148" fmla="*/ 1360609 w 2641187"/>
              <a:gd name="csY148" fmla="*/ 621592 h 1466100"/>
              <a:gd name="csX149" fmla="*/ 1333929 w 2641187"/>
              <a:gd name="csY149" fmla="*/ 620247 h 1466100"/>
              <a:gd name="csX150" fmla="*/ 1307249 w 2641187"/>
              <a:gd name="csY150" fmla="*/ 616818 h 1466100"/>
              <a:gd name="csX151" fmla="*/ 1280582 w 2641187"/>
              <a:gd name="csY151" fmla="*/ 611142 h 1466100"/>
              <a:gd name="csX152" fmla="*/ 1253902 w 2641187"/>
              <a:gd name="csY152" fmla="*/ 603068 h 1466100"/>
              <a:gd name="csX153" fmla="*/ 1227222 w 2641187"/>
              <a:gd name="csY153" fmla="*/ 592531 h 1466100"/>
              <a:gd name="csX154" fmla="*/ 1200542 w 2641187"/>
              <a:gd name="csY154" fmla="*/ 579623 h 1466100"/>
              <a:gd name="csX155" fmla="*/ 1173861 w 2641187"/>
              <a:gd name="csY155" fmla="*/ 564681 h 1466100"/>
              <a:gd name="csX156" fmla="*/ 1147181 w 2641187"/>
              <a:gd name="csY156" fmla="*/ 548284 h 1466100"/>
              <a:gd name="csX157" fmla="*/ 1120501 w 2641187"/>
              <a:gd name="csY157" fmla="*/ 531185 h 1466100"/>
              <a:gd name="csX158" fmla="*/ 1093821 w 2641187"/>
              <a:gd name="csY158" fmla="*/ 514203 h 1466100"/>
              <a:gd name="csX159" fmla="*/ 1067141 w 2641187"/>
              <a:gd name="csY159" fmla="*/ 498089 h 1466100"/>
              <a:gd name="csX160" fmla="*/ 1040474 w 2641187"/>
              <a:gd name="csY160" fmla="*/ 483411 h 1466100"/>
              <a:gd name="csX161" fmla="*/ 1013794 w 2641187"/>
              <a:gd name="csY161" fmla="*/ 470496 h 1466100"/>
              <a:gd name="csX162" fmla="*/ 987114 w 2641187"/>
              <a:gd name="csY162" fmla="*/ 459421 h 1466100"/>
              <a:gd name="csX163" fmla="*/ 960434 w 2641187"/>
              <a:gd name="csY163" fmla="*/ 450031 h 1466100"/>
              <a:gd name="csX164" fmla="*/ 933754 w 2641187"/>
              <a:gd name="csY164" fmla="*/ 442005 h 1466100"/>
              <a:gd name="csX165" fmla="*/ 907075 w 2641187"/>
              <a:gd name="csY165" fmla="*/ 434938 h 1466100"/>
              <a:gd name="csX166" fmla="*/ 880396 w 2641187"/>
              <a:gd name="csY166" fmla="*/ 428411 h 1466100"/>
              <a:gd name="csX167" fmla="*/ 853717 w 2641187"/>
              <a:gd name="csY167" fmla="*/ 422046 h 1466100"/>
              <a:gd name="csX168" fmla="*/ 827038 w 2641187"/>
              <a:gd name="csY168" fmla="*/ 415553 h 1466100"/>
              <a:gd name="csX169" fmla="*/ 800360 w 2641187"/>
              <a:gd name="csY169" fmla="*/ 408720 h 1466100"/>
              <a:gd name="csX170" fmla="*/ 773681 w 2641187"/>
              <a:gd name="csY170" fmla="*/ 401413 h 1466100"/>
              <a:gd name="csX171" fmla="*/ 747002 w 2641187"/>
              <a:gd name="csY171" fmla="*/ 393558 h 1466100"/>
              <a:gd name="csX172" fmla="*/ 720323 w 2641187"/>
              <a:gd name="csY172" fmla="*/ 385109 h 1466100"/>
              <a:gd name="csX173" fmla="*/ 693646 w 2641187"/>
              <a:gd name="csY173" fmla="*/ 376048 h 1466100"/>
              <a:gd name="csX174" fmla="*/ 666967 w 2641187"/>
              <a:gd name="csY174" fmla="*/ 366364 h 1466100"/>
              <a:gd name="csX175" fmla="*/ 640288 w 2641187"/>
              <a:gd name="csY175" fmla="*/ 356055 h 1466100"/>
              <a:gd name="csX176" fmla="*/ 613610 w 2641187"/>
              <a:gd name="csY176" fmla="*/ 345125 h 1466100"/>
              <a:gd name="csX177" fmla="*/ 586931 w 2641187"/>
              <a:gd name="csY177" fmla="*/ 333584 h 1466100"/>
              <a:gd name="csX178" fmla="*/ 560252 w 2641187"/>
              <a:gd name="csY178" fmla="*/ 321451 h 1466100"/>
              <a:gd name="csX179" fmla="*/ 533573 w 2641187"/>
              <a:gd name="csY179" fmla="*/ 308752 h 1466100"/>
              <a:gd name="csX180" fmla="*/ 506894 w 2641187"/>
              <a:gd name="csY180" fmla="*/ 295521 h 1466100"/>
              <a:gd name="csX181" fmla="*/ 480216 w 2641187"/>
              <a:gd name="csY181" fmla="*/ 281798 h 1466100"/>
              <a:gd name="csX182" fmla="*/ 453537 w 2641187"/>
              <a:gd name="csY182" fmla="*/ 267626 h 1466100"/>
              <a:gd name="csX183" fmla="*/ 426858 w 2641187"/>
              <a:gd name="csY183" fmla="*/ 253057 h 1466100"/>
              <a:gd name="csX184" fmla="*/ 400179 w 2641187"/>
              <a:gd name="csY184" fmla="*/ 238141 h 1466100"/>
              <a:gd name="csX185" fmla="*/ 373500 w 2641187"/>
              <a:gd name="csY185" fmla="*/ 222931 h 1466100"/>
              <a:gd name="csX186" fmla="*/ 346823 w 2641187"/>
              <a:gd name="csY186" fmla="*/ 207476 h 1466100"/>
              <a:gd name="csX187" fmla="*/ 320144 w 2641187"/>
              <a:gd name="csY187" fmla="*/ 191829 h 1466100"/>
              <a:gd name="csX188" fmla="*/ 293465 w 2641187"/>
              <a:gd name="csY188" fmla="*/ 176033 h 1466100"/>
              <a:gd name="csX189" fmla="*/ 266787 w 2641187"/>
              <a:gd name="csY189" fmla="*/ 160133 h 1466100"/>
              <a:gd name="csX190" fmla="*/ 240108 w 2641187"/>
              <a:gd name="csY190" fmla="*/ 144165 h 1466100"/>
              <a:gd name="csX191" fmla="*/ 213429 w 2641187"/>
              <a:gd name="csY191" fmla="*/ 128159 h 1466100"/>
              <a:gd name="csX192" fmla="*/ 186750 w 2641187"/>
              <a:gd name="csY192" fmla="*/ 112141 h 1466100"/>
              <a:gd name="csX193" fmla="*/ 160071 w 2641187"/>
              <a:gd name="csY193" fmla="*/ 96125 h 1466100"/>
              <a:gd name="csX194" fmla="*/ 133393 w 2641187"/>
              <a:gd name="csY194" fmla="*/ 80119 h 1466100"/>
              <a:gd name="csX195" fmla="*/ 106714 w 2641187"/>
              <a:gd name="csY195" fmla="*/ 64126 h 1466100"/>
              <a:gd name="csX196" fmla="*/ 80035 w 2641187"/>
              <a:gd name="csY196" fmla="*/ 48135 h 1466100"/>
              <a:gd name="csX197" fmla="*/ 53356 w 2641187"/>
              <a:gd name="csY197" fmla="*/ 32134 h 1466100"/>
              <a:gd name="csX198" fmla="*/ 26677 w 2641187"/>
              <a:gd name="csY198" fmla="*/ 16098 h 1466100"/>
              <a:gd name="csX199" fmla="*/ 0 w 2641187"/>
              <a:gd name="csY199" fmla="*/ 0 h 14661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</a:cxnLst>
            <a:rect l="l" t="t" r="r" b="b"/>
            <a:pathLst>
              <a:path w="2641187" h="1466100">
                <a:moveTo>
                  <a:pt x="0" y="1466100"/>
                </a:moveTo>
                <a:lnTo>
                  <a:pt x="26677" y="1455859"/>
                </a:lnTo>
                <a:lnTo>
                  <a:pt x="53356" y="1445165"/>
                </a:lnTo>
                <a:lnTo>
                  <a:pt x="80035" y="1434007"/>
                </a:lnTo>
                <a:lnTo>
                  <a:pt x="106714" y="1422342"/>
                </a:lnTo>
                <a:lnTo>
                  <a:pt x="133393" y="1410186"/>
                </a:lnTo>
                <a:lnTo>
                  <a:pt x="160071" y="1397524"/>
                </a:lnTo>
                <a:lnTo>
                  <a:pt x="186750" y="1384370"/>
                </a:lnTo>
                <a:lnTo>
                  <a:pt x="213429" y="1370778"/>
                </a:lnTo>
                <a:lnTo>
                  <a:pt x="240108" y="1356759"/>
                </a:lnTo>
                <a:lnTo>
                  <a:pt x="266787" y="1342369"/>
                </a:lnTo>
                <a:lnTo>
                  <a:pt x="293465" y="1327672"/>
                </a:lnTo>
                <a:lnTo>
                  <a:pt x="320144" y="1312736"/>
                </a:lnTo>
                <a:lnTo>
                  <a:pt x="346823" y="1297627"/>
                </a:lnTo>
                <a:lnTo>
                  <a:pt x="373500" y="1282438"/>
                </a:lnTo>
                <a:lnTo>
                  <a:pt x="400179" y="1267249"/>
                </a:lnTo>
                <a:lnTo>
                  <a:pt x="426858" y="1252154"/>
                </a:lnTo>
                <a:lnTo>
                  <a:pt x="453537" y="1237231"/>
                </a:lnTo>
                <a:lnTo>
                  <a:pt x="480216" y="1222561"/>
                </a:lnTo>
                <a:lnTo>
                  <a:pt x="506894" y="1208244"/>
                </a:lnTo>
                <a:lnTo>
                  <a:pt x="533573" y="1194342"/>
                </a:lnTo>
                <a:lnTo>
                  <a:pt x="560252" y="1180927"/>
                </a:lnTo>
                <a:lnTo>
                  <a:pt x="586931" y="1168057"/>
                </a:lnTo>
                <a:lnTo>
                  <a:pt x="613610" y="1155781"/>
                </a:lnTo>
                <a:lnTo>
                  <a:pt x="640288" y="1144138"/>
                </a:lnTo>
                <a:lnTo>
                  <a:pt x="666967" y="1133161"/>
                </a:lnTo>
                <a:lnTo>
                  <a:pt x="693646" y="1122879"/>
                </a:lnTo>
                <a:lnTo>
                  <a:pt x="720323" y="1113320"/>
                </a:lnTo>
                <a:lnTo>
                  <a:pt x="747002" y="1104511"/>
                </a:lnTo>
                <a:lnTo>
                  <a:pt x="773681" y="1096482"/>
                </a:lnTo>
                <a:lnTo>
                  <a:pt x="800360" y="1089255"/>
                </a:lnTo>
                <a:lnTo>
                  <a:pt x="827038" y="1082836"/>
                </a:lnTo>
                <a:lnTo>
                  <a:pt x="853717" y="1077193"/>
                </a:lnTo>
                <a:lnTo>
                  <a:pt x="880396" y="1072234"/>
                </a:lnTo>
                <a:lnTo>
                  <a:pt x="907075" y="1067797"/>
                </a:lnTo>
                <a:lnTo>
                  <a:pt x="933754" y="1063637"/>
                </a:lnTo>
                <a:lnTo>
                  <a:pt x="960434" y="1059450"/>
                </a:lnTo>
                <a:lnTo>
                  <a:pt x="987114" y="1054910"/>
                </a:lnTo>
                <a:lnTo>
                  <a:pt x="1013794" y="1049721"/>
                </a:lnTo>
                <a:lnTo>
                  <a:pt x="1040474" y="1043680"/>
                </a:lnTo>
                <a:lnTo>
                  <a:pt x="1067141" y="1036728"/>
                </a:lnTo>
                <a:lnTo>
                  <a:pt x="1093821" y="1028978"/>
                </a:lnTo>
                <a:lnTo>
                  <a:pt x="1120501" y="1020708"/>
                </a:lnTo>
                <a:lnTo>
                  <a:pt x="1147181" y="1012332"/>
                </a:lnTo>
                <a:lnTo>
                  <a:pt x="1173861" y="1004317"/>
                </a:lnTo>
                <a:lnTo>
                  <a:pt x="1200542" y="997106"/>
                </a:lnTo>
                <a:lnTo>
                  <a:pt x="1227222" y="991034"/>
                </a:lnTo>
                <a:lnTo>
                  <a:pt x="1253902" y="986302"/>
                </a:lnTo>
                <a:lnTo>
                  <a:pt x="1280582" y="982976"/>
                </a:lnTo>
                <a:lnTo>
                  <a:pt x="1307249" y="981047"/>
                </a:lnTo>
                <a:lnTo>
                  <a:pt x="1333929" y="980499"/>
                </a:lnTo>
                <a:lnTo>
                  <a:pt x="1360609" y="981350"/>
                </a:lnTo>
                <a:lnTo>
                  <a:pt x="1387289" y="983654"/>
                </a:lnTo>
                <a:lnTo>
                  <a:pt x="1413969" y="987455"/>
                </a:lnTo>
                <a:lnTo>
                  <a:pt x="1440649" y="992723"/>
                </a:lnTo>
                <a:lnTo>
                  <a:pt x="1467329" y="999291"/>
                </a:lnTo>
                <a:lnTo>
                  <a:pt x="1494010" y="1006852"/>
                </a:lnTo>
                <a:lnTo>
                  <a:pt x="1520690" y="1014986"/>
                </a:lnTo>
                <a:lnTo>
                  <a:pt x="1547370" y="1023235"/>
                </a:lnTo>
                <a:lnTo>
                  <a:pt x="1574037" y="1031178"/>
                </a:lnTo>
                <a:lnTo>
                  <a:pt x="1600717" y="1038497"/>
                </a:lnTo>
                <a:lnTo>
                  <a:pt x="1627397" y="1045019"/>
                </a:lnTo>
                <a:lnTo>
                  <a:pt x="1654077" y="1050721"/>
                </a:lnTo>
                <a:lnTo>
                  <a:pt x="1680757" y="1055704"/>
                </a:lnTo>
                <a:lnTo>
                  <a:pt x="1707437" y="1060151"/>
                </a:lnTo>
                <a:lnTo>
                  <a:pt x="1734117" y="1064283"/>
                </a:lnTo>
                <a:lnTo>
                  <a:pt x="1760797" y="1068307"/>
                </a:lnTo>
                <a:lnTo>
                  <a:pt x="1787478" y="1072385"/>
                </a:lnTo>
                <a:lnTo>
                  <a:pt x="1814144" y="1076627"/>
                </a:lnTo>
                <a:lnTo>
                  <a:pt x="1840824" y="1081094"/>
                </a:lnTo>
                <a:lnTo>
                  <a:pt x="1867505" y="1085808"/>
                </a:lnTo>
                <a:lnTo>
                  <a:pt x="1894185" y="1090773"/>
                </a:lnTo>
                <a:lnTo>
                  <a:pt x="1920865" y="1095988"/>
                </a:lnTo>
                <a:lnTo>
                  <a:pt x="1947545" y="1101456"/>
                </a:lnTo>
                <a:lnTo>
                  <a:pt x="1974225" y="1107191"/>
                </a:lnTo>
                <a:lnTo>
                  <a:pt x="2000905" y="1113213"/>
                </a:lnTo>
                <a:lnTo>
                  <a:pt x="2027585" y="1119544"/>
                </a:lnTo>
                <a:lnTo>
                  <a:pt x="2054252" y="1126213"/>
                </a:lnTo>
                <a:lnTo>
                  <a:pt x="2080932" y="1133238"/>
                </a:lnTo>
                <a:lnTo>
                  <a:pt x="2107612" y="1140636"/>
                </a:lnTo>
                <a:lnTo>
                  <a:pt x="2134293" y="1148412"/>
                </a:lnTo>
                <a:lnTo>
                  <a:pt x="2160973" y="1156564"/>
                </a:lnTo>
                <a:lnTo>
                  <a:pt x="2187653" y="1165080"/>
                </a:lnTo>
                <a:lnTo>
                  <a:pt x="2214333" y="1173938"/>
                </a:lnTo>
                <a:lnTo>
                  <a:pt x="2241013" y="1183108"/>
                </a:lnTo>
                <a:lnTo>
                  <a:pt x="2267693" y="1192558"/>
                </a:lnTo>
                <a:lnTo>
                  <a:pt x="2294360" y="1202247"/>
                </a:lnTo>
                <a:lnTo>
                  <a:pt x="2321040" y="1212132"/>
                </a:lnTo>
                <a:lnTo>
                  <a:pt x="2347720" y="1222175"/>
                </a:lnTo>
                <a:lnTo>
                  <a:pt x="2374400" y="1232323"/>
                </a:lnTo>
                <a:lnTo>
                  <a:pt x="2401080" y="1242551"/>
                </a:lnTo>
                <a:lnTo>
                  <a:pt x="2427760" y="1252819"/>
                </a:lnTo>
                <a:lnTo>
                  <a:pt x="2454441" y="1263100"/>
                </a:lnTo>
                <a:lnTo>
                  <a:pt x="2481121" y="1273354"/>
                </a:lnTo>
                <a:lnTo>
                  <a:pt x="2507801" y="1283582"/>
                </a:lnTo>
                <a:lnTo>
                  <a:pt x="2534481" y="1293770"/>
                </a:lnTo>
                <a:lnTo>
                  <a:pt x="2561148" y="1303904"/>
                </a:lnTo>
                <a:lnTo>
                  <a:pt x="2587828" y="1313999"/>
                </a:lnTo>
                <a:lnTo>
                  <a:pt x="2614508" y="1324068"/>
                </a:lnTo>
                <a:lnTo>
                  <a:pt x="2641188" y="1334109"/>
                </a:lnTo>
                <a:lnTo>
                  <a:pt x="2641188" y="455023"/>
                </a:lnTo>
                <a:lnTo>
                  <a:pt x="2614508" y="460173"/>
                </a:lnTo>
                <a:lnTo>
                  <a:pt x="2587828" y="465668"/>
                </a:lnTo>
                <a:lnTo>
                  <a:pt x="2561148" y="471535"/>
                </a:lnTo>
                <a:lnTo>
                  <a:pt x="2534481" y="477780"/>
                </a:lnTo>
                <a:lnTo>
                  <a:pt x="2507801" y="484404"/>
                </a:lnTo>
                <a:lnTo>
                  <a:pt x="2481121" y="491395"/>
                </a:lnTo>
                <a:lnTo>
                  <a:pt x="2454441" y="498722"/>
                </a:lnTo>
                <a:lnTo>
                  <a:pt x="2427760" y="506348"/>
                </a:lnTo>
                <a:lnTo>
                  <a:pt x="2401080" y="514219"/>
                </a:lnTo>
                <a:lnTo>
                  <a:pt x="2374400" y="522273"/>
                </a:lnTo>
                <a:lnTo>
                  <a:pt x="2347720" y="530432"/>
                </a:lnTo>
                <a:lnTo>
                  <a:pt x="2321040" y="538616"/>
                </a:lnTo>
                <a:lnTo>
                  <a:pt x="2294360" y="546733"/>
                </a:lnTo>
                <a:lnTo>
                  <a:pt x="2267693" y="554688"/>
                </a:lnTo>
                <a:lnTo>
                  <a:pt x="2241013" y="562386"/>
                </a:lnTo>
                <a:lnTo>
                  <a:pt x="2214333" y="569730"/>
                </a:lnTo>
                <a:lnTo>
                  <a:pt x="2187653" y="576630"/>
                </a:lnTo>
                <a:lnTo>
                  <a:pt x="2160973" y="583002"/>
                </a:lnTo>
                <a:lnTo>
                  <a:pt x="2134293" y="588772"/>
                </a:lnTo>
                <a:lnTo>
                  <a:pt x="2107612" y="593878"/>
                </a:lnTo>
                <a:lnTo>
                  <a:pt x="2080932" y="598272"/>
                </a:lnTo>
                <a:lnTo>
                  <a:pt x="2054252" y="601925"/>
                </a:lnTo>
                <a:lnTo>
                  <a:pt x="2027585" y="604824"/>
                </a:lnTo>
                <a:lnTo>
                  <a:pt x="2000905" y="606972"/>
                </a:lnTo>
                <a:lnTo>
                  <a:pt x="1974225" y="608388"/>
                </a:lnTo>
                <a:lnTo>
                  <a:pt x="1947545" y="609101"/>
                </a:lnTo>
                <a:lnTo>
                  <a:pt x="1920865" y="609149"/>
                </a:lnTo>
                <a:lnTo>
                  <a:pt x="1894185" y="608575"/>
                </a:lnTo>
                <a:lnTo>
                  <a:pt x="1867505" y="607423"/>
                </a:lnTo>
                <a:lnTo>
                  <a:pt x="1840824" y="605742"/>
                </a:lnTo>
                <a:lnTo>
                  <a:pt x="1814144" y="603595"/>
                </a:lnTo>
                <a:lnTo>
                  <a:pt x="1787478" y="601067"/>
                </a:lnTo>
                <a:lnTo>
                  <a:pt x="1760797" y="598282"/>
                </a:lnTo>
                <a:lnTo>
                  <a:pt x="1734117" y="595419"/>
                </a:lnTo>
                <a:lnTo>
                  <a:pt x="1707437" y="592720"/>
                </a:lnTo>
                <a:lnTo>
                  <a:pt x="1680757" y="590474"/>
                </a:lnTo>
                <a:lnTo>
                  <a:pt x="1654077" y="589003"/>
                </a:lnTo>
                <a:lnTo>
                  <a:pt x="1627397" y="588607"/>
                </a:lnTo>
                <a:lnTo>
                  <a:pt x="1600717" y="589505"/>
                </a:lnTo>
                <a:lnTo>
                  <a:pt x="1574037" y="591782"/>
                </a:lnTo>
                <a:lnTo>
                  <a:pt x="1547370" y="595348"/>
                </a:lnTo>
                <a:lnTo>
                  <a:pt x="1520690" y="599930"/>
                </a:lnTo>
                <a:lnTo>
                  <a:pt x="1494010" y="605095"/>
                </a:lnTo>
                <a:lnTo>
                  <a:pt x="1467329" y="610314"/>
                </a:lnTo>
                <a:lnTo>
                  <a:pt x="1440649" y="615031"/>
                </a:lnTo>
                <a:lnTo>
                  <a:pt x="1413969" y="618733"/>
                </a:lnTo>
                <a:lnTo>
                  <a:pt x="1387289" y="621018"/>
                </a:lnTo>
                <a:lnTo>
                  <a:pt x="1360609" y="621592"/>
                </a:lnTo>
                <a:lnTo>
                  <a:pt x="1333929" y="620247"/>
                </a:lnTo>
                <a:lnTo>
                  <a:pt x="1307249" y="616818"/>
                </a:lnTo>
                <a:lnTo>
                  <a:pt x="1280582" y="611142"/>
                </a:lnTo>
                <a:lnTo>
                  <a:pt x="1253902" y="603068"/>
                </a:lnTo>
                <a:lnTo>
                  <a:pt x="1227222" y="592531"/>
                </a:lnTo>
                <a:lnTo>
                  <a:pt x="1200542" y="579623"/>
                </a:lnTo>
                <a:lnTo>
                  <a:pt x="1173861" y="564681"/>
                </a:lnTo>
                <a:lnTo>
                  <a:pt x="1147181" y="548284"/>
                </a:lnTo>
                <a:lnTo>
                  <a:pt x="1120501" y="531185"/>
                </a:lnTo>
                <a:lnTo>
                  <a:pt x="1093821" y="514203"/>
                </a:lnTo>
                <a:lnTo>
                  <a:pt x="1067141" y="498089"/>
                </a:lnTo>
                <a:lnTo>
                  <a:pt x="1040474" y="483411"/>
                </a:lnTo>
                <a:lnTo>
                  <a:pt x="1013794" y="470496"/>
                </a:lnTo>
                <a:lnTo>
                  <a:pt x="987114" y="459421"/>
                </a:lnTo>
                <a:lnTo>
                  <a:pt x="960434" y="450031"/>
                </a:lnTo>
                <a:lnTo>
                  <a:pt x="933754" y="442005"/>
                </a:lnTo>
                <a:lnTo>
                  <a:pt x="907075" y="434938"/>
                </a:lnTo>
                <a:lnTo>
                  <a:pt x="880396" y="428411"/>
                </a:lnTo>
                <a:lnTo>
                  <a:pt x="853717" y="422046"/>
                </a:lnTo>
                <a:lnTo>
                  <a:pt x="827038" y="415553"/>
                </a:lnTo>
                <a:lnTo>
                  <a:pt x="800360" y="408720"/>
                </a:lnTo>
                <a:lnTo>
                  <a:pt x="773681" y="401413"/>
                </a:lnTo>
                <a:lnTo>
                  <a:pt x="747002" y="393558"/>
                </a:lnTo>
                <a:lnTo>
                  <a:pt x="720323" y="385109"/>
                </a:lnTo>
                <a:lnTo>
                  <a:pt x="693646" y="376048"/>
                </a:lnTo>
                <a:lnTo>
                  <a:pt x="666967" y="366364"/>
                </a:lnTo>
                <a:lnTo>
                  <a:pt x="640288" y="356055"/>
                </a:lnTo>
                <a:lnTo>
                  <a:pt x="613610" y="345125"/>
                </a:lnTo>
                <a:lnTo>
                  <a:pt x="586931" y="333584"/>
                </a:lnTo>
                <a:lnTo>
                  <a:pt x="560252" y="321451"/>
                </a:lnTo>
                <a:lnTo>
                  <a:pt x="533573" y="308752"/>
                </a:lnTo>
                <a:lnTo>
                  <a:pt x="506894" y="295521"/>
                </a:lnTo>
                <a:lnTo>
                  <a:pt x="480216" y="281798"/>
                </a:lnTo>
                <a:lnTo>
                  <a:pt x="453537" y="267626"/>
                </a:lnTo>
                <a:lnTo>
                  <a:pt x="426858" y="253057"/>
                </a:lnTo>
                <a:lnTo>
                  <a:pt x="400179" y="238141"/>
                </a:lnTo>
                <a:lnTo>
                  <a:pt x="373500" y="222931"/>
                </a:lnTo>
                <a:lnTo>
                  <a:pt x="346823" y="207476"/>
                </a:lnTo>
                <a:lnTo>
                  <a:pt x="320144" y="191829"/>
                </a:lnTo>
                <a:lnTo>
                  <a:pt x="293465" y="176033"/>
                </a:lnTo>
                <a:lnTo>
                  <a:pt x="266787" y="160133"/>
                </a:lnTo>
                <a:lnTo>
                  <a:pt x="240108" y="144165"/>
                </a:lnTo>
                <a:lnTo>
                  <a:pt x="213429" y="128159"/>
                </a:lnTo>
                <a:lnTo>
                  <a:pt x="186750" y="112141"/>
                </a:lnTo>
                <a:lnTo>
                  <a:pt x="160071" y="96125"/>
                </a:lnTo>
                <a:lnTo>
                  <a:pt x="133393" y="80119"/>
                </a:lnTo>
                <a:lnTo>
                  <a:pt x="106714" y="64126"/>
                </a:lnTo>
                <a:lnTo>
                  <a:pt x="80035" y="48135"/>
                </a:lnTo>
                <a:lnTo>
                  <a:pt x="53356" y="32134"/>
                </a:lnTo>
                <a:lnTo>
                  <a:pt x="26677" y="16098"/>
                </a:lnTo>
                <a:lnTo>
                  <a:pt x="0" y="0"/>
                </a:lnTo>
                <a:close/>
              </a:path>
            </a:pathLst>
          </a:custGeom>
          <a:solidFill>
            <a:srgbClr val="FF0000">
              <a:alpha val="20000"/>
            </a:srgbClr>
          </a:solidFill>
          <a:ln w="1330" cap="flat">
            <a:noFill/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127" name="Freeform 126">
            <a:extLst>
              <a:ext uri="{FF2B5EF4-FFF2-40B4-BE49-F238E27FC236}">
                <a16:creationId xmlns:a16="http://schemas.microsoft.com/office/drawing/2014/main" id="{C7877EA2-F553-8F18-5B2E-AFC4CBA6C2E3}"/>
              </a:ext>
            </a:extLst>
          </p:cNvPr>
          <p:cNvSpPr/>
          <p:nvPr/>
        </p:nvSpPr>
        <p:spPr>
          <a:xfrm>
            <a:off x="618973" y="3616479"/>
            <a:ext cx="2641187" cy="161514"/>
          </a:xfrm>
          <a:custGeom>
            <a:avLst/>
            <a:gdLst>
              <a:gd name="csX0" fmla="*/ 0 w 2641187"/>
              <a:gd name="csY0" fmla="*/ 0 h 161514"/>
              <a:gd name="csX1" fmla="*/ 26677 w 2641187"/>
              <a:gd name="csY1" fmla="*/ 2927 h 161514"/>
              <a:gd name="csX2" fmla="*/ 53356 w 2641187"/>
              <a:gd name="csY2" fmla="*/ 5602 h 161514"/>
              <a:gd name="csX3" fmla="*/ 80035 w 2641187"/>
              <a:gd name="csY3" fmla="*/ 8020 h 161514"/>
              <a:gd name="csX4" fmla="*/ 106714 w 2641187"/>
              <a:gd name="csY4" fmla="*/ 10185 h 161514"/>
              <a:gd name="csX5" fmla="*/ 133393 w 2641187"/>
              <a:gd name="csY5" fmla="*/ 12101 h 161514"/>
              <a:gd name="csX6" fmla="*/ 160071 w 2641187"/>
              <a:gd name="csY6" fmla="*/ 13772 h 161514"/>
              <a:gd name="csX7" fmla="*/ 186750 w 2641187"/>
              <a:gd name="csY7" fmla="*/ 15209 h 161514"/>
              <a:gd name="csX8" fmla="*/ 213429 w 2641187"/>
              <a:gd name="csY8" fmla="*/ 16418 h 161514"/>
              <a:gd name="csX9" fmla="*/ 240108 w 2641187"/>
              <a:gd name="csY9" fmla="*/ 17411 h 161514"/>
              <a:gd name="csX10" fmla="*/ 266787 w 2641187"/>
              <a:gd name="csY10" fmla="*/ 18201 h 161514"/>
              <a:gd name="csX11" fmla="*/ 293465 w 2641187"/>
              <a:gd name="csY11" fmla="*/ 18804 h 161514"/>
              <a:gd name="csX12" fmla="*/ 320144 w 2641187"/>
              <a:gd name="csY12" fmla="*/ 19232 h 161514"/>
              <a:gd name="csX13" fmla="*/ 346823 w 2641187"/>
              <a:gd name="csY13" fmla="*/ 19503 h 161514"/>
              <a:gd name="csX14" fmla="*/ 373500 w 2641187"/>
              <a:gd name="csY14" fmla="*/ 19636 h 161514"/>
              <a:gd name="csX15" fmla="*/ 400179 w 2641187"/>
              <a:gd name="csY15" fmla="*/ 19647 h 161514"/>
              <a:gd name="csX16" fmla="*/ 426858 w 2641187"/>
              <a:gd name="csY16" fmla="*/ 19555 h 161514"/>
              <a:gd name="csX17" fmla="*/ 453537 w 2641187"/>
              <a:gd name="csY17" fmla="*/ 19377 h 161514"/>
              <a:gd name="csX18" fmla="*/ 480216 w 2641187"/>
              <a:gd name="csY18" fmla="*/ 19131 h 161514"/>
              <a:gd name="csX19" fmla="*/ 506894 w 2641187"/>
              <a:gd name="csY19" fmla="*/ 18833 h 161514"/>
              <a:gd name="csX20" fmla="*/ 533573 w 2641187"/>
              <a:gd name="csY20" fmla="*/ 18498 h 161514"/>
              <a:gd name="csX21" fmla="*/ 560252 w 2641187"/>
              <a:gd name="csY21" fmla="*/ 18140 h 161514"/>
              <a:gd name="csX22" fmla="*/ 586931 w 2641187"/>
              <a:gd name="csY22" fmla="*/ 17770 h 161514"/>
              <a:gd name="csX23" fmla="*/ 613610 w 2641187"/>
              <a:gd name="csY23" fmla="*/ 17403 h 161514"/>
              <a:gd name="csX24" fmla="*/ 640288 w 2641187"/>
              <a:gd name="csY24" fmla="*/ 17047 h 161514"/>
              <a:gd name="csX25" fmla="*/ 666967 w 2641187"/>
              <a:gd name="csY25" fmla="*/ 16713 h 161514"/>
              <a:gd name="csX26" fmla="*/ 693646 w 2641187"/>
              <a:gd name="csY26" fmla="*/ 16414 h 161514"/>
              <a:gd name="csX27" fmla="*/ 720323 w 2641187"/>
              <a:gd name="csY27" fmla="*/ 16165 h 161514"/>
              <a:gd name="csX28" fmla="*/ 747002 w 2641187"/>
              <a:gd name="csY28" fmla="*/ 15984 h 161514"/>
              <a:gd name="csX29" fmla="*/ 773681 w 2641187"/>
              <a:gd name="csY29" fmla="*/ 15898 h 161514"/>
              <a:gd name="csX30" fmla="*/ 800360 w 2641187"/>
              <a:gd name="csY30" fmla="*/ 15938 h 161514"/>
              <a:gd name="csX31" fmla="*/ 827038 w 2641187"/>
              <a:gd name="csY31" fmla="*/ 16145 h 161514"/>
              <a:gd name="csX32" fmla="*/ 853717 w 2641187"/>
              <a:gd name="csY32" fmla="*/ 16571 h 161514"/>
              <a:gd name="csX33" fmla="*/ 880396 w 2641187"/>
              <a:gd name="csY33" fmla="*/ 17273 h 161514"/>
              <a:gd name="csX34" fmla="*/ 907075 w 2641187"/>
              <a:gd name="csY34" fmla="*/ 18318 h 161514"/>
              <a:gd name="csX35" fmla="*/ 933754 w 2641187"/>
              <a:gd name="csY35" fmla="*/ 19772 h 161514"/>
              <a:gd name="csX36" fmla="*/ 960434 w 2641187"/>
              <a:gd name="csY36" fmla="*/ 21691 h 161514"/>
              <a:gd name="csX37" fmla="*/ 987114 w 2641187"/>
              <a:gd name="csY37" fmla="*/ 24116 h 161514"/>
              <a:gd name="csX38" fmla="*/ 1013794 w 2641187"/>
              <a:gd name="csY38" fmla="*/ 27059 h 161514"/>
              <a:gd name="csX39" fmla="*/ 1040474 w 2641187"/>
              <a:gd name="csY39" fmla="*/ 30496 h 161514"/>
              <a:gd name="csX40" fmla="*/ 1067141 w 2641187"/>
              <a:gd name="csY40" fmla="*/ 34360 h 161514"/>
              <a:gd name="csX41" fmla="*/ 1093821 w 2641187"/>
              <a:gd name="csY41" fmla="*/ 38541 h 161514"/>
              <a:gd name="csX42" fmla="*/ 1120501 w 2641187"/>
              <a:gd name="csY42" fmla="*/ 42897 h 161514"/>
              <a:gd name="csX43" fmla="*/ 1147181 w 2641187"/>
              <a:gd name="csY43" fmla="*/ 47258 h 161514"/>
              <a:gd name="csX44" fmla="*/ 1173861 w 2641187"/>
              <a:gd name="csY44" fmla="*/ 51450 h 161514"/>
              <a:gd name="csX45" fmla="*/ 1200542 w 2641187"/>
              <a:gd name="csY45" fmla="*/ 55314 h 161514"/>
              <a:gd name="csX46" fmla="*/ 1227222 w 2641187"/>
              <a:gd name="csY46" fmla="*/ 58732 h 161514"/>
              <a:gd name="csX47" fmla="*/ 1253902 w 2641187"/>
              <a:gd name="csY47" fmla="*/ 61636 h 161514"/>
              <a:gd name="csX48" fmla="*/ 1280582 w 2641187"/>
              <a:gd name="csY48" fmla="*/ 64008 h 161514"/>
              <a:gd name="csX49" fmla="*/ 1307249 w 2641187"/>
              <a:gd name="csY49" fmla="*/ 65884 h 161514"/>
              <a:gd name="csX50" fmla="*/ 1333929 w 2641187"/>
              <a:gd name="csY50" fmla="*/ 67323 h 161514"/>
              <a:gd name="csX51" fmla="*/ 1360609 w 2641187"/>
              <a:gd name="csY51" fmla="*/ 68421 h 161514"/>
              <a:gd name="csX52" fmla="*/ 1387289 w 2641187"/>
              <a:gd name="csY52" fmla="*/ 69286 h 161514"/>
              <a:gd name="csX53" fmla="*/ 1413969 w 2641187"/>
              <a:gd name="csY53" fmla="*/ 70045 h 161514"/>
              <a:gd name="csX54" fmla="*/ 1440649 w 2641187"/>
              <a:gd name="csY54" fmla="*/ 70827 h 161514"/>
              <a:gd name="csX55" fmla="*/ 1467329 w 2641187"/>
              <a:gd name="csY55" fmla="*/ 71753 h 161514"/>
              <a:gd name="csX56" fmla="*/ 1494010 w 2641187"/>
              <a:gd name="csY56" fmla="*/ 72925 h 161514"/>
              <a:gd name="csX57" fmla="*/ 1520690 w 2641187"/>
              <a:gd name="csY57" fmla="*/ 74409 h 161514"/>
              <a:gd name="csX58" fmla="*/ 1547370 w 2641187"/>
              <a:gd name="csY58" fmla="*/ 76242 h 161514"/>
              <a:gd name="csX59" fmla="*/ 1574037 w 2641187"/>
              <a:gd name="csY59" fmla="*/ 78430 h 161514"/>
              <a:gd name="csX60" fmla="*/ 1600717 w 2641187"/>
              <a:gd name="csY60" fmla="*/ 80951 h 161514"/>
              <a:gd name="csX61" fmla="*/ 1627397 w 2641187"/>
              <a:gd name="csY61" fmla="*/ 83763 h 161514"/>
              <a:gd name="csX62" fmla="*/ 1654077 w 2641187"/>
              <a:gd name="csY62" fmla="*/ 86813 h 161514"/>
              <a:gd name="csX63" fmla="*/ 1680757 w 2641187"/>
              <a:gd name="csY63" fmla="*/ 90039 h 161514"/>
              <a:gd name="csX64" fmla="*/ 1707437 w 2641187"/>
              <a:gd name="csY64" fmla="*/ 93386 h 161514"/>
              <a:gd name="csX65" fmla="*/ 1734117 w 2641187"/>
              <a:gd name="csY65" fmla="*/ 96803 h 161514"/>
              <a:gd name="csX66" fmla="*/ 1760797 w 2641187"/>
              <a:gd name="csY66" fmla="*/ 100245 h 161514"/>
              <a:gd name="csX67" fmla="*/ 1787478 w 2641187"/>
              <a:gd name="csY67" fmla="*/ 103676 h 161514"/>
              <a:gd name="csX68" fmla="*/ 1814144 w 2641187"/>
              <a:gd name="csY68" fmla="*/ 107061 h 161514"/>
              <a:gd name="csX69" fmla="*/ 1840824 w 2641187"/>
              <a:gd name="csY69" fmla="*/ 110369 h 161514"/>
              <a:gd name="csX70" fmla="*/ 1867505 w 2641187"/>
              <a:gd name="csY70" fmla="*/ 113566 h 161514"/>
              <a:gd name="csX71" fmla="*/ 1894185 w 2641187"/>
              <a:gd name="csY71" fmla="*/ 116625 h 161514"/>
              <a:gd name="csX72" fmla="*/ 1920865 w 2641187"/>
              <a:gd name="csY72" fmla="*/ 119519 h 161514"/>
              <a:gd name="csX73" fmla="*/ 1947545 w 2641187"/>
              <a:gd name="csY73" fmla="*/ 122230 h 161514"/>
              <a:gd name="csX74" fmla="*/ 1974225 w 2641187"/>
              <a:gd name="csY74" fmla="*/ 124741 h 161514"/>
              <a:gd name="csX75" fmla="*/ 2000905 w 2641187"/>
              <a:gd name="csY75" fmla="*/ 127043 h 161514"/>
              <a:gd name="csX76" fmla="*/ 2027585 w 2641187"/>
              <a:gd name="csY76" fmla="*/ 129135 h 161514"/>
              <a:gd name="csX77" fmla="*/ 2054252 w 2641187"/>
              <a:gd name="csY77" fmla="*/ 131020 h 161514"/>
              <a:gd name="csX78" fmla="*/ 2080932 w 2641187"/>
              <a:gd name="csY78" fmla="*/ 132705 h 161514"/>
              <a:gd name="csX79" fmla="*/ 2107612 w 2641187"/>
              <a:gd name="csY79" fmla="*/ 134207 h 161514"/>
              <a:gd name="csX80" fmla="*/ 2134293 w 2641187"/>
              <a:gd name="csY80" fmla="*/ 135543 h 161514"/>
              <a:gd name="csX81" fmla="*/ 2160973 w 2641187"/>
              <a:gd name="csY81" fmla="*/ 136734 h 161514"/>
              <a:gd name="csX82" fmla="*/ 2187653 w 2641187"/>
              <a:gd name="csY82" fmla="*/ 137806 h 161514"/>
              <a:gd name="csX83" fmla="*/ 2214333 w 2641187"/>
              <a:gd name="csY83" fmla="*/ 138785 h 161514"/>
              <a:gd name="csX84" fmla="*/ 2241013 w 2641187"/>
              <a:gd name="csY84" fmla="*/ 139697 h 161514"/>
              <a:gd name="csX85" fmla="*/ 2267693 w 2641187"/>
              <a:gd name="csY85" fmla="*/ 140573 h 161514"/>
              <a:gd name="csX86" fmla="*/ 2294360 w 2641187"/>
              <a:gd name="csY86" fmla="*/ 141441 h 161514"/>
              <a:gd name="csX87" fmla="*/ 2321040 w 2641187"/>
              <a:gd name="csY87" fmla="*/ 142325 h 161514"/>
              <a:gd name="csX88" fmla="*/ 2347720 w 2641187"/>
              <a:gd name="csY88" fmla="*/ 143253 h 161514"/>
              <a:gd name="csX89" fmla="*/ 2374400 w 2641187"/>
              <a:gd name="csY89" fmla="*/ 144250 h 161514"/>
              <a:gd name="csX90" fmla="*/ 2401080 w 2641187"/>
              <a:gd name="csY90" fmla="*/ 145338 h 161514"/>
              <a:gd name="csX91" fmla="*/ 2427760 w 2641187"/>
              <a:gd name="csY91" fmla="*/ 146535 h 161514"/>
              <a:gd name="csX92" fmla="*/ 2454441 w 2641187"/>
              <a:gd name="csY92" fmla="*/ 147859 h 161514"/>
              <a:gd name="csX93" fmla="*/ 2481121 w 2641187"/>
              <a:gd name="csY93" fmla="*/ 149326 h 161514"/>
              <a:gd name="csX94" fmla="*/ 2507801 w 2641187"/>
              <a:gd name="csY94" fmla="*/ 150945 h 161514"/>
              <a:gd name="csX95" fmla="*/ 2534481 w 2641187"/>
              <a:gd name="csY95" fmla="*/ 152724 h 161514"/>
              <a:gd name="csX96" fmla="*/ 2561148 w 2641187"/>
              <a:gd name="csY96" fmla="*/ 154672 h 161514"/>
              <a:gd name="csX97" fmla="*/ 2587828 w 2641187"/>
              <a:gd name="csY97" fmla="*/ 156786 h 161514"/>
              <a:gd name="csX98" fmla="*/ 2614508 w 2641187"/>
              <a:gd name="csY98" fmla="*/ 159069 h 161514"/>
              <a:gd name="csX99" fmla="*/ 2641188 w 2641187"/>
              <a:gd name="csY99" fmla="*/ 161515 h 1615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2641187" h="161514">
                <a:moveTo>
                  <a:pt x="0" y="0"/>
                </a:moveTo>
                <a:lnTo>
                  <a:pt x="26677" y="2927"/>
                </a:lnTo>
                <a:lnTo>
                  <a:pt x="53356" y="5602"/>
                </a:lnTo>
                <a:lnTo>
                  <a:pt x="80035" y="8020"/>
                </a:lnTo>
                <a:lnTo>
                  <a:pt x="106714" y="10185"/>
                </a:lnTo>
                <a:lnTo>
                  <a:pt x="133393" y="12101"/>
                </a:lnTo>
                <a:lnTo>
                  <a:pt x="160071" y="13772"/>
                </a:lnTo>
                <a:lnTo>
                  <a:pt x="186750" y="15209"/>
                </a:lnTo>
                <a:lnTo>
                  <a:pt x="213429" y="16418"/>
                </a:lnTo>
                <a:lnTo>
                  <a:pt x="240108" y="17411"/>
                </a:lnTo>
                <a:lnTo>
                  <a:pt x="266787" y="18201"/>
                </a:lnTo>
                <a:lnTo>
                  <a:pt x="293465" y="18804"/>
                </a:lnTo>
                <a:lnTo>
                  <a:pt x="320144" y="19232"/>
                </a:lnTo>
                <a:lnTo>
                  <a:pt x="346823" y="19503"/>
                </a:lnTo>
                <a:lnTo>
                  <a:pt x="373500" y="19636"/>
                </a:lnTo>
                <a:lnTo>
                  <a:pt x="400179" y="19647"/>
                </a:lnTo>
                <a:lnTo>
                  <a:pt x="426858" y="19555"/>
                </a:lnTo>
                <a:lnTo>
                  <a:pt x="453537" y="19377"/>
                </a:lnTo>
                <a:lnTo>
                  <a:pt x="480216" y="19131"/>
                </a:lnTo>
                <a:lnTo>
                  <a:pt x="506894" y="18833"/>
                </a:lnTo>
                <a:lnTo>
                  <a:pt x="533573" y="18498"/>
                </a:lnTo>
                <a:lnTo>
                  <a:pt x="560252" y="18140"/>
                </a:lnTo>
                <a:lnTo>
                  <a:pt x="586931" y="17770"/>
                </a:lnTo>
                <a:lnTo>
                  <a:pt x="613610" y="17403"/>
                </a:lnTo>
                <a:lnTo>
                  <a:pt x="640288" y="17047"/>
                </a:lnTo>
                <a:lnTo>
                  <a:pt x="666967" y="16713"/>
                </a:lnTo>
                <a:lnTo>
                  <a:pt x="693646" y="16414"/>
                </a:lnTo>
                <a:lnTo>
                  <a:pt x="720323" y="16165"/>
                </a:lnTo>
                <a:lnTo>
                  <a:pt x="747002" y="15984"/>
                </a:lnTo>
                <a:lnTo>
                  <a:pt x="773681" y="15898"/>
                </a:lnTo>
                <a:lnTo>
                  <a:pt x="800360" y="15938"/>
                </a:lnTo>
                <a:lnTo>
                  <a:pt x="827038" y="16145"/>
                </a:lnTo>
                <a:lnTo>
                  <a:pt x="853717" y="16571"/>
                </a:lnTo>
                <a:lnTo>
                  <a:pt x="880396" y="17273"/>
                </a:lnTo>
                <a:lnTo>
                  <a:pt x="907075" y="18318"/>
                </a:lnTo>
                <a:lnTo>
                  <a:pt x="933754" y="19772"/>
                </a:lnTo>
                <a:lnTo>
                  <a:pt x="960434" y="21691"/>
                </a:lnTo>
                <a:lnTo>
                  <a:pt x="987114" y="24116"/>
                </a:lnTo>
                <a:lnTo>
                  <a:pt x="1013794" y="27059"/>
                </a:lnTo>
                <a:lnTo>
                  <a:pt x="1040474" y="30496"/>
                </a:lnTo>
                <a:lnTo>
                  <a:pt x="1067141" y="34360"/>
                </a:lnTo>
                <a:lnTo>
                  <a:pt x="1093821" y="38541"/>
                </a:lnTo>
                <a:lnTo>
                  <a:pt x="1120501" y="42897"/>
                </a:lnTo>
                <a:lnTo>
                  <a:pt x="1147181" y="47258"/>
                </a:lnTo>
                <a:lnTo>
                  <a:pt x="1173861" y="51450"/>
                </a:lnTo>
                <a:lnTo>
                  <a:pt x="1200542" y="55314"/>
                </a:lnTo>
                <a:lnTo>
                  <a:pt x="1227222" y="58732"/>
                </a:lnTo>
                <a:lnTo>
                  <a:pt x="1253902" y="61636"/>
                </a:lnTo>
                <a:lnTo>
                  <a:pt x="1280582" y="64008"/>
                </a:lnTo>
                <a:lnTo>
                  <a:pt x="1307249" y="65884"/>
                </a:lnTo>
                <a:lnTo>
                  <a:pt x="1333929" y="67323"/>
                </a:lnTo>
                <a:lnTo>
                  <a:pt x="1360609" y="68421"/>
                </a:lnTo>
                <a:lnTo>
                  <a:pt x="1387289" y="69286"/>
                </a:lnTo>
                <a:lnTo>
                  <a:pt x="1413969" y="70045"/>
                </a:lnTo>
                <a:lnTo>
                  <a:pt x="1440649" y="70827"/>
                </a:lnTo>
                <a:lnTo>
                  <a:pt x="1467329" y="71753"/>
                </a:lnTo>
                <a:lnTo>
                  <a:pt x="1494010" y="72925"/>
                </a:lnTo>
                <a:lnTo>
                  <a:pt x="1520690" y="74409"/>
                </a:lnTo>
                <a:lnTo>
                  <a:pt x="1547370" y="76242"/>
                </a:lnTo>
                <a:lnTo>
                  <a:pt x="1574037" y="78430"/>
                </a:lnTo>
                <a:lnTo>
                  <a:pt x="1600717" y="80951"/>
                </a:lnTo>
                <a:lnTo>
                  <a:pt x="1627397" y="83763"/>
                </a:lnTo>
                <a:lnTo>
                  <a:pt x="1654077" y="86813"/>
                </a:lnTo>
                <a:lnTo>
                  <a:pt x="1680757" y="90039"/>
                </a:lnTo>
                <a:lnTo>
                  <a:pt x="1707437" y="93386"/>
                </a:lnTo>
                <a:lnTo>
                  <a:pt x="1734117" y="96803"/>
                </a:lnTo>
                <a:lnTo>
                  <a:pt x="1760797" y="100245"/>
                </a:lnTo>
                <a:lnTo>
                  <a:pt x="1787478" y="103676"/>
                </a:lnTo>
                <a:lnTo>
                  <a:pt x="1814144" y="107061"/>
                </a:lnTo>
                <a:lnTo>
                  <a:pt x="1840824" y="110369"/>
                </a:lnTo>
                <a:lnTo>
                  <a:pt x="1867505" y="113566"/>
                </a:lnTo>
                <a:lnTo>
                  <a:pt x="1894185" y="116625"/>
                </a:lnTo>
                <a:lnTo>
                  <a:pt x="1920865" y="119519"/>
                </a:lnTo>
                <a:lnTo>
                  <a:pt x="1947545" y="122230"/>
                </a:lnTo>
                <a:lnTo>
                  <a:pt x="1974225" y="124741"/>
                </a:lnTo>
                <a:lnTo>
                  <a:pt x="2000905" y="127043"/>
                </a:lnTo>
                <a:lnTo>
                  <a:pt x="2027585" y="129135"/>
                </a:lnTo>
                <a:lnTo>
                  <a:pt x="2054252" y="131020"/>
                </a:lnTo>
                <a:lnTo>
                  <a:pt x="2080932" y="132705"/>
                </a:lnTo>
                <a:lnTo>
                  <a:pt x="2107612" y="134207"/>
                </a:lnTo>
                <a:lnTo>
                  <a:pt x="2134293" y="135543"/>
                </a:lnTo>
                <a:lnTo>
                  <a:pt x="2160973" y="136734"/>
                </a:lnTo>
                <a:lnTo>
                  <a:pt x="2187653" y="137806"/>
                </a:lnTo>
                <a:lnTo>
                  <a:pt x="2214333" y="138785"/>
                </a:lnTo>
                <a:lnTo>
                  <a:pt x="2241013" y="139697"/>
                </a:lnTo>
                <a:lnTo>
                  <a:pt x="2267693" y="140573"/>
                </a:lnTo>
                <a:lnTo>
                  <a:pt x="2294360" y="141441"/>
                </a:lnTo>
                <a:lnTo>
                  <a:pt x="2321040" y="142325"/>
                </a:lnTo>
                <a:lnTo>
                  <a:pt x="2347720" y="143253"/>
                </a:lnTo>
                <a:lnTo>
                  <a:pt x="2374400" y="144250"/>
                </a:lnTo>
                <a:lnTo>
                  <a:pt x="2401080" y="145338"/>
                </a:lnTo>
                <a:lnTo>
                  <a:pt x="2427760" y="146535"/>
                </a:lnTo>
                <a:lnTo>
                  <a:pt x="2454441" y="147859"/>
                </a:lnTo>
                <a:lnTo>
                  <a:pt x="2481121" y="149326"/>
                </a:lnTo>
                <a:lnTo>
                  <a:pt x="2507801" y="150945"/>
                </a:lnTo>
                <a:lnTo>
                  <a:pt x="2534481" y="152724"/>
                </a:lnTo>
                <a:lnTo>
                  <a:pt x="2561148" y="154672"/>
                </a:lnTo>
                <a:lnTo>
                  <a:pt x="2587828" y="156786"/>
                </a:lnTo>
                <a:lnTo>
                  <a:pt x="2614508" y="159069"/>
                </a:lnTo>
                <a:lnTo>
                  <a:pt x="2641188" y="161515"/>
                </a:lnTo>
              </a:path>
            </a:pathLst>
          </a:custGeom>
          <a:noFill/>
          <a:ln w="15954" cap="rnd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02B70A-EAA6-F6AC-981B-B14A887E916A}"/>
                  </a:ext>
                </a:extLst>
              </p:cNvPr>
              <p:cNvSpPr txBox="1"/>
              <p:nvPr/>
            </p:nvSpPr>
            <p:spPr bwMode="gray">
              <a:xfrm>
                <a:off x="959384" y="1227862"/>
                <a:ext cx="1561178" cy="13160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𝒙</m:t>
                      </m:r>
                      <m:r>
                        <a:rPr lang="en-US" sz="900" b="1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9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9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𝑥</m:t>
                                </m:r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C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func>
                                        <m:funcPr>
                                          <m:ctrlPr>
                                            <a:rPr lang="en-US" sz="900" b="0" i="1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  <m:brk m:alnAt="7"/>
                                            </m:rPr>
                                            <a:rPr lang="en-US" sz="900" b="0" i="0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e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900" b="0" i="0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xp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900" b="0" i="1" smtClean="0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−</m:t>
                                              </m:r>
                                              <m:f>
                                                <m:fPr>
                                                  <m:ctrlPr>
                                                    <a:rPr lang="en-US" sz="900" b="0" i="1" smtClean="0">
                                                      <a:solidFill>
                                                        <a:srgbClr val="C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fPr>
                                                <m:num>
                                                  <m:r>
                                                    <a:rPr lang="en-US" sz="900" b="0" i="1" smtClean="0">
                                                      <a:solidFill>
                                                        <a:srgbClr val="C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</m:num>
                                                <m:den>
                                                  <m:r>
                                                    <a:rPr lang="en-US" sz="900" b="0" i="1" smtClean="0">
                                                      <a:solidFill>
                                                        <a:srgbClr val="C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den>
                                              </m:f>
                                              <m:sSup>
                                                <m:sSupPr>
                                                  <m:ctrlPr>
                                                    <a:rPr lang="en-US" sz="900" b="0" i="1" smtClean="0">
                                                      <a:solidFill>
                                                        <a:srgbClr val="C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d>
                                                    <m:dPr>
                                                      <m:ctrlPr>
                                                        <a:rPr lang="en-US" sz="900" b="0" i="1" smtClean="0">
                                                          <a:solidFill>
                                                            <a:srgbClr val="C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dPr>
                                                    <m:e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C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𝑥</m:t>
                                                      </m:r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C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+1</m:t>
                                                      </m:r>
                                                    </m:e>
                                                  </m:d>
                                                </m:e>
                                                <m:sup>
                                                  <m:r>
                                                    <a:rPr lang="en-US" sz="900" b="0" i="1" smtClean="0">
                                                      <a:solidFill>
                                                        <a:srgbClr val="C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e>
                                          </m:d>
                                        </m:e>
                                      </m:func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  <m:brk m:alnAt="7"/>
                                                  </m:rPr>
                                                  <a:rPr lang="en-US" sz="900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e</m:t>
                                                </m:r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900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xp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C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C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−</m:t>
                                                    </m:r>
                                                    <m:f>
                                                      <m:f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fPr>
                                                      <m:num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1</m:t>
                                                        </m:r>
                                                      </m:num>
                                                      <m:den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2</m:t>
                                                        </m:r>
                                                      </m:den>
                                                    </m:f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b="0" i="1" smtClean="0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𝑥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2</m:t>
                                                        </m:r>
                                                      </m:sup>
                                                    </m:sSup>
                                                  </m:e>
                                                </m:d>
                                              </m:e>
                                            </m:func>
                                          </m:e>
                                        </m:mr>
                                        <m:mr>
                                          <m:e>
                                            <m:func>
                                              <m:func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funcPr>
                                              <m:fName>
                                                <m:r>
                                                  <m:rPr>
                                                    <m:sty m:val="p"/>
                                                    <m:brk m:alnAt="7"/>
                                                  </m:rPr>
                                                  <a:rPr lang="en-US" sz="900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e</m:t>
                                                </m:r>
                                                <m:r>
                                                  <m:rPr>
                                                    <m:sty m:val="p"/>
                                                  </m:rPr>
                                                  <a:rPr lang="en-US" sz="900">
                                                    <a:solidFill>
                                                      <a:srgbClr val="C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xp</m:t>
                                                </m:r>
                                              </m:fName>
                                              <m:e>
                                                <m:d>
                                                  <m:d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C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d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C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−</m:t>
                                                    </m:r>
                                                    <m:f>
                                                      <m:f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fPr>
                                                      <m:num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1</m:t>
                                                        </m:r>
                                                      </m:num>
                                                      <m:den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2</m:t>
                                                        </m:r>
                                                      </m:den>
                                                    </m:f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d>
                                                          <m:d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C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d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C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𝑥</m:t>
                                                            </m:r>
                                                            <m:r>
                                                              <a:rPr lang="en-US" sz="900" b="0" i="1" smtClean="0">
                                                                <a:solidFill>
                                                                  <a:srgbClr val="C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−</m:t>
                                                            </m:r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C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1</m:t>
                                                            </m:r>
                                                          </m:e>
                                                        </m:d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C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2</m:t>
                                                        </m:r>
                                                      </m:sup>
                                                    </m:sSup>
                                                  </m:e>
                                                </m:d>
                                              </m:e>
                                            </m:func>
                                          </m:e>
                                        </m:mr>
                                      </m:m>
                                    </m:e>
                                  </m:mr>
                                  <m:mr>
                                    <m:e>
                                      <m:func>
                                        <m:funcPr>
                                          <m:ctrlPr>
                                            <a:rPr lang="en-US" sz="900" b="0" i="1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900" b="0" i="0" smtClean="0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sin</m:t>
                                          </m:r>
                                        </m:fName>
                                        <m:e>
                                          <m:d>
                                            <m:dPr>
                                              <m:ctrlPr>
                                                <a:rPr lang="en-US" sz="900" b="0" i="1" smtClean="0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d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C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𝑥</m:t>
                                              </m:r>
                                            </m:e>
                                          </m:d>
                                        </m:e>
                                      </m:func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02B70A-EAA6-F6AC-981B-B14A887E91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959384" y="1227862"/>
                <a:ext cx="1561178" cy="131606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0E3F73C-DC2D-0FA3-BF9B-89A1B5922310}"/>
                  </a:ext>
                </a:extLst>
              </p:cNvPr>
              <p:cNvSpPr txBox="1"/>
              <p:nvPr/>
            </p:nvSpPr>
            <p:spPr bwMode="gray">
              <a:xfrm>
                <a:off x="3166552" y="1667832"/>
                <a:ext cx="1153012" cy="28251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∼</m:t>
                      </m:r>
                      <m:r>
                        <a:rPr lang="en-US" sz="9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⋅;0,1</m:t>
                          </m:r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0E3F73C-DC2D-0FA3-BF9B-89A1B59223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166552" y="1667832"/>
                <a:ext cx="1153012" cy="28251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AEB749B-F5B5-EBE2-CB16-DF2ADE77D68E}"/>
                  </a:ext>
                </a:extLst>
              </p:cNvPr>
              <p:cNvSpPr txBox="1"/>
              <p:nvPr/>
            </p:nvSpPr>
            <p:spPr bwMode="gray">
              <a:xfrm>
                <a:off x="627862" y="1046413"/>
                <a:ext cx="2489048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1200" b="1" dirty="0"/>
                  <a:t>Input Transformation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1</m:t>
                        </m:r>
                      </m:sup>
                    </m:sSup>
                    <m:r>
                      <a:rPr lang="en-US" sz="12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ℝ</m:t>
                        </m:r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6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AEB749B-F5B5-EBE2-CB16-DF2ADE77D6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27862" y="1046413"/>
                <a:ext cx="2489048" cy="276999"/>
              </a:xfrm>
              <a:prstGeom prst="rect">
                <a:avLst/>
              </a:prstGeom>
              <a:blipFill>
                <a:blip r:embed="rId11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8C04A8F5-ACCD-2847-7906-5AC316A673B5}"/>
              </a:ext>
            </a:extLst>
          </p:cNvPr>
          <p:cNvSpPr txBox="1"/>
          <p:nvPr/>
        </p:nvSpPr>
        <p:spPr bwMode="gray">
          <a:xfrm>
            <a:off x="3164331" y="1064262"/>
            <a:ext cx="13599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Weight Priors</a:t>
            </a:r>
            <a:endParaRPr lang="en-US" sz="1200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39335C-6373-EE6C-254B-A5F247F58B9F}"/>
              </a:ext>
            </a:extLst>
          </p:cNvPr>
          <p:cNvSpPr txBox="1"/>
          <p:nvPr/>
        </p:nvSpPr>
        <p:spPr bwMode="gray">
          <a:xfrm>
            <a:off x="5902233" y="1072577"/>
            <a:ext cx="13599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Architecture</a:t>
            </a:r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7E77E81-B339-4567-1996-34EEC95D7A8C}"/>
                  </a:ext>
                </a:extLst>
              </p:cNvPr>
              <p:cNvSpPr txBox="1"/>
              <p:nvPr/>
            </p:nvSpPr>
            <p:spPr bwMode="gray">
              <a:xfrm>
                <a:off x="6156459" y="1342188"/>
                <a:ext cx="54649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7E77E81-B339-4567-1996-34EEC95D7A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156459" y="1342188"/>
                <a:ext cx="546490" cy="2308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0D75745-CBCC-684D-B3DE-AA45F06DF4F6}"/>
                  </a:ext>
                </a:extLst>
              </p:cNvPr>
              <p:cNvSpPr txBox="1"/>
              <p:nvPr/>
            </p:nvSpPr>
            <p:spPr bwMode="gray">
              <a:xfrm>
                <a:off x="5969778" y="1572093"/>
                <a:ext cx="54649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0D75745-CBCC-684D-B3DE-AA45F06DF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69778" y="1572093"/>
                <a:ext cx="546490" cy="23083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E1B6EAB-10E2-E26C-9145-18ABE3253C9D}"/>
                  </a:ext>
                </a:extLst>
              </p:cNvPr>
              <p:cNvSpPr txBox="1"/>
              <p:nvPr/>
            </p:nvSpPr>
            <p:spPr bwMode="gray">
              <a:xfrm>
                <a:off x="5983606" y="1794610"/>
                <a:ext cx="54649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E1B6EAB-10E2-E26C-9145-18ABE3253C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983606" y="1794610"/>
                <a:ext cx="546490" cy="23083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5F2EBC-5E90-E837-DD2B-CD0687ADF555}"/>
                  </a:ext>
                </a:extLst>
              </p:cNvPr>
              <p:cNvSpPr txBox="1"/>
              <p:nvPr/>
            </p:nvSpPr>
            <p:spPr bwMode="gray">
              <a:xfrm>
                <a:off x="6495390" y="1556430"/>
                <a:ext cx="54649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5F2EBC-5E90-E837-DD2B-CD0687ADF5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95390" y="1556430"/>
                <a:ext cx="546490" cy="2308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0F2B5A84-3610-BFAC-0120-4645E009B70C}"/>
                  </a:ext>
                </a:extLst>
              </p:cNvPr>
              <p:cNvSpPr txBox="1"/>
              <p:nvPr/>
            </p:nvSpPr>
            <p:spPr bwMode="gray">
              <a:xfrm>
                <a:off x="6503449" y="1785249"/>
                <a:ext cx="54649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𝐾</m:t>
                          </m:r>
                        </m:e>
                        <m: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0F2B5A84-3610-BFAC-0120-4645E009B7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503449" y="1785249"/>
                <a:ext cx="546490" cy="23083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16E422D-1740-69D5-4631-A41AEB84AF5C}"/>
                  </a:ext>
                </a:extLst>
              </p:cNvPr>
              <p:cNvSpPr txBox="1"/>
              <p:nvPr/>
            </p:nvSpPr>
            <p:spPr bwMode="gray">
              <a:xfrm>
                <a:off x="4477835" y="1344622"/>
                <a:ext cx="1153012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𝑌</m:t>
                          </m:r>
                        </m:e>
                        <m: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∼</m:t>
                      </m:r>
                      <m:r>
                        <a:rPr lang="en-US" sz="9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𝑌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;</m:t>
                          </m:r>
                          <m:sSub>
                            <m:sSub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,1</m:t>
                          </m:r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316E422D-1740-69D5-4631-A41AEB84AF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77835" y="1344622"/>
                <a:ext cx="1153012" cy="23083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33809CFD-5555-08C3-DA00-0BB4B183D596}"/>
              </a:ext>
            </a:extLst>
          </p:cNvPr>
          <p:cNvSpPr txBox="1"/>
          <p:nvPr/>
        </p:nvSpPr>
        <p:spPr bwMode="gray">
          <a:xfrm>
            <a:off x="4445817" y="1067623"/>
            <a:ext cx="13599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b="1" dirty="0"/>
              <a:t>Data Model</a:t>
            </a:r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99D3FF2-F389-9B79-F7A0-26437324F982}"/>
                  </a:ext>
                </a:extLst>
              </p:cNvPr>
              <p:cNvSpPr txBox="1"/>
              <p:nvPr/>
            </p:nvSpPr>
            <p:spPr bwMode="gray">
              <a:xfrm>
                <a:off x="6088910" y="2032790"/>
                <a:ext cx="685740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𝛼</m:t>
                      </m:r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99D3FF2-F389-9B79-F7A0-26437324F9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088910" y="2032790"/>
                <a:ext cx="685740" cy="23083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74E7EE8-CA78-A5E6-EF5D-EABA2EFCF1E3}"/>
                  </a:ext>
                </a:extLst>
              </p:cNvPr>
              <p:cNvSpPr txBox="1"/>
              <p:nvPr/>
            </p:nvSpPr>
            <p:spPr bwMode="gray">
              <a:xfrm>
                <a:off x="1686478" y="2531191"/>
                <a:ext cx="699662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74E7EE8-CA78-A5E6-EF5D-EABA2EFCF1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686478" y="2531191"/>
                <a:ext cx="699662" cy="276999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DE683CC-35D1-1C5F-CA26-88FFB5CEFE15}"/>
                  </a:ext>
                </a:extLst>
              </p:cNvPr>
              <p:cNvSpPr txBox="1"/>
              <p:nvPr/>
            </p:nvSpPr>
            <p:spPr bwMode="gray">
              <a:xfrm>
                <a:off x="5311167" y="2531191"/>
                <a:ext cx="727318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=200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DE683CC-35D1-1C5F-CA26-88FFB5CEFE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5311167" y="2531191"/>
                <a:ext cx="727318" cy="276999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dnn_3layer_network_n=200.mp4">
            <a:hlinkClick r:id="" action="ppaction://media"/>
            <a:extLst>
              <a:ext uri="{FF2B5EF4-FFF2-40B4-BE49-F238E27FC236}">
                <a16:creationId xmlns:a16="http://schemas.microsoft.com/office/drawing/2014/main" id="{103BDA3E-044C-F926-1CFD-CD4473AC1DC3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1"/>
          <a:stretch>
            <a:fillRect/>
          </a:stretch>
        </p:blipFill>
        <p:spPr>
          <a:xfrm>
            <a:off x="6899360" y="2166714"/>
            <a:ext cx="2215857" cy="147723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54ABD79-9883-B187-26EE-39AD3F31192C}"/>
                  </a:ext>
                </a:extLst>
              </p:cNvPr>
              <p:cNvSpPr txBox="1"/>
              <p:nvPr/>
            </p:nvSpPr>
            <p:spPr bwMode="gray">
              <a:xfrm>
                <a:off x="3203263" y="1364368"/>
                <a:ext cx="1242554" cy="2996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9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𝑊</m:t>
                          </m:r>
                        </m:e>
                        <m:sub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9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>
                          <m:d>
                            <m:dPr>
                              <m:ctrlP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9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  <m:r>
                        <a:rPr lang="en-US" sz="9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∼</m:t>
                      </m:r>
                      <m:r>
                        <a:rPr lang="en-US" sz="900" i="1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Sup>
                            <m:sSubSupPr>
                              <m:ctrlP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900" b="0" i="1" smtClean="0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900" b="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,1</m:t>
                          </m:r>
                        </m:e>
                      </m:d>
                    </m:oMath>
                  </m:oMathPara>
                </a14:m>
                <a:endParaRPr lang="en-US" sz="9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254ABD79-9883-B187-26EE-39AD3F311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203263" y="1364368"/>
                <a:ext cx="1242554" cy="29963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2825092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5" dur="11333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26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127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8" fill="hold">
                      <p:stCondLst>
                        <p:cond delay="0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31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  <p:bldLst>
      <p:bldP spid="376" grpId="0" animBg="1"/>
      <p:bldP spid="377" grpId="0" animBg="1"/>
      <p:bldP spid="378" grpId="0" animBg="1"/>
      <p:bldP spid="379" grpId="0" animBg="1"/>
      <p:bldP spid="380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8" grpId="0"/>
      <p:bldP spid="10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2" grpId="0"/>
      <p:bldP spid="23" grpId="0"/>
      <p:bldP spid="24" grpId="0"/>
      <p:bldP spid="25" grpId="0"/>
      <p:bldP spid="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D68B2FFC-3011-633E-EC24-222D6BB0E57A}"/>
              </a:ext>
            </a:extLst>
          </p:cNvPr>
          <p:cNvSpPr/>
          <p:nvPr/>
        </p:nvSpPr>
        <p:spPr bwMode="gray">
          <a:xfrm>
            <a:off x="6172200" y="2788164"/>
            <a:ext cx="2971800" cy="22261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US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0F6122B-74B0-BAA5-A38D-531C078E6429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276464" cy="3563938"/>
              </a:xfrm>
            </p:spPr>
            <p:txBody>
              <a:bodyPr/>
              <a:lstStyle/>
              <a:p>
                <a:r>
                  <a:rPr lang="en-US" b="1" dirty="0"/>
                  <a:t>Observation</a:t>
                </a:r>
                <a:r>
                  <a:rPr lang="en-US" dirty="0"/>
                  <a:t>: The only direct change to</a:t>
                </a:r>
                <a:r>
                  <a:rPr lang="en-US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𝑊</m:t>
                        </m:r>
                      </m:e>
                      <m:sub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𝑗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d>
                          <m:dPr>
                            <m:ctrlP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</m:d>
                      </m:sup>
                    </m:sSubSup>
                  </m:oMath>
                </a14:m>
                <a:r>
                  <a:rPr lang="en-US" dirty="0"/>
                  <a:t> comes from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acc>
                          <m:accPr>
                            <m:chr m:val="̃"/>
                            <m:ctrlPr>
                              <a:rPr lang="en-US" i="1" dirty="0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</m:acc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  <m:sup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𝑙</m:t>
                            </m:r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e>
                        </m:d>
                      </m:sup>
                    </m:sSubSup>
                  </m:oMath>
                </a14:m>
                <a:r>
                  <a:rPr lang="en-US" dirty="0"/>
                  <a:t> and the part of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𝑍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𝑗</m:t>
                        </m:r>
                      </m:sub>
                      <m:sup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𝑙</m:t>
                            </m:r>
                          </m:e>
                        </m:d>
                      </m:sup>
                    </m:sSubSup>
                  </m:oMath>
                </a14:m>
                <a:r>
                  <a:rPr lang="en-US" dirty="0"/>
                  <a:t> that is attributed to this part of the inner product sum (and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dirty="0"/>
                  <a:t> in the last layer)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Gradient Descent</a:t>
                </a:r>
                <a:r>
                  <a:rPr lang="en-US" dirty="0"/>
                  <a:t>: For the product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𝑓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acc>
                          <m:accPr>
                            <m:chr m:val="̃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</m:acc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𝑤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</m:d>
                    <m:r>
                      <a:rPr lang="en-US" b="0" i="1" smtClean="0">
                        <a:latin typeface="Cambria Math" panose="02040503050406030204" pitchFamily="18" charset="0"/>
                      </a:rPr>
                      <m:t>=</m:t>
                    </m:r>
                    <m:func>
                      <m:func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limLow>
                          <m:limLowPr>
                            <m:ctrlPr>
                              <a:rPr lang="en-US" b="0" i="1" smtClean="0">
                                <a:latin typeface="Cambria Math" panose="02040503050406030204" pitchFamily="18" charset="0"/>
                              </a:rPr>
                            </m:ctrlPr>
                          </m:limLowPr>
                          <m:e>
                            <m:r>
                              <m:rPr>
                                <m:sty m:val="p"/>
                              </m:rPr>
                              <a:rPr lang="en-US" b="0" i="0" smtClean="0">
                                <a:latin typeface="Cambria Math" panose="02040503050406030204" pitchFamily="18" charset="0"/>
                              </a:rPr>
                              <m:t>lim</m:t>
                            </m:r>
                          </m:e>
                          <m:lim>
                            <m:sSup>
                              <m:sSupPr>
                                <m:ctrlP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US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→0</m:t>
                            </m:r>
                          </m:lim>
                        </m:limLow>
                      </m:fName>
                      <m:e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𝒩</m:t>
                        </m:r>
                        <m:d>
                          <m:d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𝑧</m:t>
                            </m:r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;</m:t>
                            </m:r>
                            <m:acc>
                              <m:accPr>
                                <m:chr m:val="̃"/>
                                <m:ctrlPr>
                                  <a:rPr lang="en-US" i="1"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</m:acc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⋅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𝑤</m:t>
                            </m:r>
                            <m:r>
                              <a:rPr lang="en-US" i="1" dirty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sSup>
                              <m:sSupPr>
                                <m:ctrlPr>
                                  <a:rPr lang="en-US" i="1" dirty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i="1" dirty="0">
                                    <a:latin typeface="Cambria Math" panose="02040503050406030204" pitchFamily="18" charset="0"/>
                                  </a:rPr>
                                  <m:t>𝑠</m:t>
                                </m:r>
                              </m:e>
                              <m:sup>
                                <m:r>
                                  <a:rPr lang="en-US" i="1" dirty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p>
                            </m:sSup>
                          </m:e>
                        </m:d>
                      </m:e>
                    </m:func>
                  </m:oMath>
                </a14:m>
                <a:r>
                  <a:rPr lang="en-US" dirty="0"/>
                  <a:t>, the gradient of the log-factor values has inferior convergence behavior because </a:t>
                </a:r>
              </a:p>
              <a:p>
                <a:endParaRPr lang="en-US" dirty="0"/>
              </a:p>
              <a:p>
                <a:endParaRPr lang="en-US" dirty="0"/>
              </a:p>
              <a:p>
                <a:r>
                  <a:rPr lang="en-US" b="1" dirty="0"/>
                  <a:t>Direct Message Approximation</a:t>
                </a:r>
                <a:r>
                  <a:rPr lang="en-US" dirty="0"/>
                  <a:t>: We have convergence in (nearly) one step!</a:t>
                </a:r>
              </a:p>
              <a:p>
                <a:endParaRPr lang="en-US" b="1" dirty="0"/>
              </a:p>
              <a:p>
                <a:endParaRPr lang="en-US" b="1" dirty="0"/>
              </a:p>
              <a:p>
                <a:endParaRPr lang="en-US" b="1" dirty="0"/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20F6122B-74B0-BAA5-A38D-531C078E6429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7276464" cy="3563938"/>
              </a:xfr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182A0891-C7B4-EA70-1944-8CF8AB830B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Neural Networks: Why does it work (so well)?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DEDEA47-FDCB-2268-F154-2CFEC5672AED}"/>
                  </a:ext>
                </a:extLst>
              </p:cNvPr>
              <p:cNvSpPr txBox="1"/>
              <p:nvPr/>
            </p:nvSpPr>
            <p:spPr bwMode="gray">
              <a:xfrm>
                <a:off x="3048068" y="1793600"/>
                <a:ext cx="2264081" cy="6116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  <m:sup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e>
                          </m:d>
                        </m:sup>
                      </m:sSubSup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sSub>
                            <m:sSub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𝐾</m:t>
                              </m:r>
                            </m:e>
                            <m:sub>
                              <m: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𝑙</m:t>
                              </m:r>
                            </m:sub>
                          </m:sSub>
                        </m:sup>
                        <m:e>
                          <m:sSubSup>
                            <m:sSub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̃"/>
                                  <m:ctrlP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1200" i="1" dirty="0">
                                      <a:latin typeface="Cambria Math" panose="02040503050406030204" pitchFamily="18" charset="0"/>
                                    </a:rPr>
                                    <m:t>𝑍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e>
                              </m:d>
                            </m:sup>
                          </m:sSub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  <m:sSubSup>
                            <m:sSubSupPr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𝑊</m:t>
                              </m:r>
                            </m:e>
                            <m:sub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  <m:sup>
                              <m:d>
                                <m:d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𝑙</m:t>
                                  </m:r>
                                </m:e>
                              </m:d>
                            </m:sup>
                          </m:sSubSup>
                        </m:e>
                      </m:nary>
                    </m:oMath>
                  </m:oMathPara>
                </a14:m>
                <a:endParaRPr lang="en-US" sz="1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DEDEA47-FDCB-2268-F154-2CFEC5672A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3048068" y="1793600"/>
                <a:ext cx="2264081" cy="611642"/>
              </a:xfrm>
              <a:prstGeom prst="rect">
                <a:avLst/>
              </a:prstGeom>
              <a:blipFill>
                <a:blip r:embed="rId3"/>
                <a:stretch>
                  <a:fillRect t="-89796" b="-1428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C0E79CE-BFA5-755E-5051-406AC628DED7}"/>
                  </a:ext>
                </a:extLst>
              </p:cNvPr>
              <p:cNvSpPr txBox="1"/>
              <p:nvPr/>
            </p:nvSpPr>
            <p:spPr bwMode="gray">
              <a:xfrm>
                <a:off x="1579940" y="2894314"/>
                <a:ext cx="2417068" cy="47346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𝜕</m:t>
                          </m:r>
                          <m:func>
                            <m:funcPr>
                              <m:ctrlPr>
                                <a:rPr lang="en-US" sz="1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2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𝑓</m:t>
                                  </m:r>
                                  <m:d>
                                    <m:d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</a:rPr>
                                            <m:t>𝑧</m:t>
                                          </m:r>
                                        </m:e>
                                      </m:acc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</a:rPr>
                                        <m:t>𝑧</m:t>
                                      </m:r>
                                    </m:e>
                                  </m:d>
                                </m:e>
                              </m:d>
                            </m:e>
                          </m:func>
                        </m:num>
                        <m:den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𝜕</m:t>
                          </m:r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den>
                      </m:f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∝</m:t>
                      </m:r>
                      <m:acc>
                        <m:accPr>
                          <m:chr m:val="̃"/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acc>
                      <m:r>
                        <a:rPr lang="en-US" sz="1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d>
                        <m:dPr>
                          <m:ctrlPr>
                            <a:rPr lang="en-US" sz="1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̃"/>
                              <m:ctrlPr>
                                <a:rPr lang="en-US" sz="12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</m:acc>
                          <m:r>
                            <a:rPr lang="en-US" sz="1200" i="1" dirty="0">
                              <a:latin typeface="Cambria Math" panose="02040503050406030204" pitchFamily="18" charset="0"/>
                            </a:rPr>
                            <m:t>⋅</m:t>
                          </m:r>
                          <m:r>
                            <a:rPr lang="en-US" sz="1200" i="1" dirty="0"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</m:d>
                    </m:oMath>
                  </m:oMathPara>
                </a14:m>
                <a:endParaRPr lang="en-US" sz="1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C0E79CE-BFA5-755E-5051-406AC628DE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579940" y="2894314"/>
                <a:ext cx="2417068" cy="473463"/>
              </a:xfrm>
              <a:prstGeom prst="rect">
                <a:avLst/>
              </a:prstGeom>
              <a:blipFill>
                <a:blip r:embed="rId4"/>
                <a:stretch>
                  <a:fillRect b="-270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78C66387-578C-3614-7AA3-9A52DC69000F}"/>
              </a:ext>
            </a:extLst>
          </p:cNvPr>
          <p:cNvCxnSpPr>
            <a:cxnSpLocks/>
            <a:stCxn id="9" idx="1"/>
            <a:endCxn id="10" idx="3"/>
          </p:cNvCxnSpPr>
          <p:nvPr/>
        </p:nvCxnSpPr>
        <p:spPr bwMode="gray">
          <a:xfrm flipH="1">
            <a:off x="3855309" y="3156209"/>
            <a:ext cx="1109335" cy="0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9F14E0F-FE64-214C-BEBE-97DF0B57E2CE}"/>
                  </a:ext>
                </a:extLst>
              </p:cNvPr>
              <p:cNvSpPr txBox="1"/>
              <p:nvPr/>
            </p:nvSpPr>
            <p:spPr bwMode="gray">
              <a:xfrm>
                <a:off x="4964644" y="2796686"/>
                <a:ext cx="3759226" cy="71904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The gradient misses the second derivative (</a:t>
                </a:r>
                <a:r>
                  <a:rPr lang="en-US" sz="1000" i="1" dirty="0">
                    <a:solidFill>
                      <a:srgbClr val="C00000"/>
                    </a:solidFill>
                  </a:rPr>
                  <a:t>natural gradient</a:t>
                </a:r>
                <a:r>
                  <a:rPr lang="en-US" sz="1000" dirty="0">
                    <a:solidFill>
                      <a:srgbClr val="C00000"/>
                    </a:solidFill>
                  </a:rPr>
                  <a:t>) </a:t>
                </a:r>
                <a:br>
                  <a:rPr lang="en-US" sz="1000" dirty="0">
                    <a:solidFill>
                      <a:srgbClr val="C00000"/>
                    </a:solidFill>
                  </a:rPr>
                </a:br>
                <a:r>
                  <a:rPr lang="en-US" sz="1000" dirty="0">
                    <a:solidFill>
                      <a:srgbClr val="C00000"/>
                    </a:solidFill>
                  </a:rPr>
                  <a:t>of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sSupPr>
                            <m:ctrlP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acc>
                              <m:accPr>
                                <m:chr m:val="̃"/>
                                <m:ctrlP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accPr>
                              <m:e>
                                <m:r>
                                  <a:rPr lang="en-US" sz="1000" b="0" i="1" smtClean="0">
                                    <a:solidFill>
                                      <a:srgbClr val="C00000"/>
                                    </a:solidFill>
                                    <a:latin typeface="Cambria Math" panose="02040503050406030204" pitchFamily="18" charset="0"/>
                                  </a:rPr>
                                  <m:t>𝑧</m:t>
                                </m:r>
                              </m:e>
                            </m:acc>
                          </m:e>
                          <m:sup>
                            <m: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den>
                    </m:f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for </a:t>
                </a:r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𝑤</m:t>
                    </m:r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num>
                      <m:den>
                        <m:acc>
                          <m:accPr>
                            <m:chr m:val="̃"/>
                            <m:ctrlP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000" b="0" i="1" dirty="0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𝑧</m:t>
                            </m:r>
                          </m:e>
                        </m:acc>
                      </m:den>
                    </m:f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to compute the solution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e>
                      <m:sup>
                        <m:r>
                          <a:rPr lang="en-US" sz="1000" i="1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∗</m:t>
                        </m:r>
                      </m:sup>
                    </m:sSup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 in one step!</a:t>
                </a: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59F14E0F-FE64-214C-BEBE-97DF0B57E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964644" y="2796686"/>
                <a:ext cx="3759226" cy="71904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33850327-1102-D108-0184-41273219BFC3}"/>
              </a:ext>
            </a:extLst>
          </p:cNvPr>
          <p:cNvSpPr/>
          <p:nvPr/>
        </p:nvSpPr>
        <p:spPr bwMode="gray">
          <a:xfrm>
            <a:off x="2902663" y="3009044"/>
            <a:ext cx="952646" cy="294329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05F00F8-6024-93FC-70D9-494A427C56B2}"/>
                  </a:ext>
                </a:extLst>
              </p:cNvPr>
              <p:cNvSpPr txBox="1"/>
              <p:nvPr/>
            </p:nvSpPr>
            <p:spPr bwMode="gray">
              <a:xfrm>
                <a:off x="882367" y="3830221"/>
                <a:ext cx="2841135" cy="5368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𝑊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</m:sSub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05F00F8-6024-93FC-70D9-494A427C56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82367" y="3830221"/>
                <a:ext cx="2841135" cy="53681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FAED4F9-561E-BA36-7C33-77A49745C090}"/>
                  </a:ext>
                </a:extLst>
              </p:cNvPr>
              <p:cNvSpPr txBox="1"/>
              <p:nvPr/>
            </p:nvSpPr>
            <p:spPr bwMode="gray">
              <a:xfrm>
                <a:off x="7029694" y="3596833"/>
                <a:ext cx="2162379" cy="492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000" i="1" smtClean="0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0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0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0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000" i="1">
                                              <a:solidFill>
                                                <a:srgbClr val="C00000"/>
                                              </a:solidFill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d>
                        <m:dPr>
                          <m:ctrlP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num>
                            <m:den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num>
                            <m:den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num>
                            <m:den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num>
                            <m:den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  <m:r>
                            <a:rPr lang="en-US" sz="1000" i="1">
                              <a:solidFill>
                                <a:srgbClr val="C0000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000" i="1">
                                  <a:solidFill>
                                    <a:srgbClr val="C00000"/>
                                  </a:solidFill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num>
                            <m:den>
                              <m:sSubSup>
                                <m:sSubSupPr>
                                  <m:ctrlP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C00000"/>
                                          </a:solidFill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  <m:sup>
                                  <m:r>
                                    <a:rPr lang="en-US" sz="1000" i="1">
                                      <a:solidFill>
                                        <a:srgbClr val="C0000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bSup>
                            </m:den>
                          </m:f>
                        </m:e>
                      </m:d>
                    </m:oMath>
                  </m:oMathPara>
                </a14:m>
                <a:endParaRPr lang="en-US" sz="1000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FAED4F9-561E-BA36-7C33-77A49745C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7029694" y="3596833"/>
                <a:ext cx="2162379" cy="49295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CC9F09E-5139-EB74-BB62-6B3D867C73C4}"/>
                  </a:ext>
                </a:extLst>
              </p:cNvPr>
              <p:cNvSpPr txBox="1"/>
              <p:nvPr/>
            </p:nvSpPr>
            <p:spPr bwMode="gray">
              <a:xfrm>
                <a:off x="4410352" y="3943662"/>
                <a:ext cx="2020296" cy="310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e>
                        <m:sub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𝑊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𝑓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</m:t>
                              </m:r>
                            </m:sub>
                          </m:sSub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sSubSup>
                            <m:sSubSup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→</m:t>
                              </m:r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𝑓</m:t>
                              </m:r>
                            </m:sub>
                            <m:sup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CC9F09E-5139-EB74-BB62-6B3D867C73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4410352" y="3943662"/>
                <a:ext cx="2020296" cy="310791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4113DBF-C3BF-44CA-CD95-F57446AAEC98}"/>
                  </a:ext>
                </a:extLst>
              </p:cNvPr>
              <p:cNvSpPr txBox="1"/>
              <p:nvPr/>
            </p:nvSpPr>
            <p:spPr bwMode="gray">
              <a:xfrm>
                <a:off x="1329296" y="4517338"/>
                <a:ext cx="5906530" cy="5368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sz="1200" b="0" i="1" dirty="0" smtClean="0">
                              <a:latin typeface="Cambria Math" panose="02040503050406030204" pitchFamily="18" charset="0"/>
                            </a:rPr>
                            <m:t>𝑊</m:t>
                          </m:r>
                        </m:sub>
                      </m:sSub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⋅</m:t>
                          </m:r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∝</m:t>
                      </m:r>
                      <m:r>
                        <a:rPr lang="en-US" sz="1200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𝒩</m:t>
                      </m:r>
                      <m:d>
                        <m:dPr>
                          <m:ctrlP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⋅;</m:t>
                          </m:r>
                          <m:d>
                            <m:d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1+</m:t>
                              </m:r>
                              <m:f>
                                <m:f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num>
                                <m:den>
                                  <m:sSubSup>
                                    <m:sSubSupPr>
                                      <m:ctrlP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𝜇</m:t>
                                      </m:r>
                                    </m:e>
                                    <m:sub>
                                      <m:acc>
                                        <m:accPr>
                                          <m:chr m:val="̃"/>
                                          <m:ctrlP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200" i="1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</m:acc>
                                    </m:sub>
                                    <m:sup>
                                      <m:r>
                                        <a:rPr lang="en-US" sz="1200" i="1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den>
                              </m:f>
                            </m:e>
                          </m:d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𝑍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𝜇</m:t>
                                  </m:r>
                                </m:e>
                                <m:sub>
                                  <m:acc>
                                    <m:accPr>
                                      <m:chr m:val="̃"/>
                                      <m:ctrlP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200" b="0" i="1" smtClean="0">
                                          <a:latin typeface="Cambria Math" panose="02040503050406030204" pitchFamily="18" charset="0"/>
                                          <a:ea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</m:acc>
                                </m:sub>
                              </m:sSub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</m:den>
                          </m:f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𝜇</m:t>
                              </m:r>
                            </m:e>
                            <m:sub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𝑊</m:t>
                              </m:r>
                            </m:sub>
                          </m:sSub>
                          <m:r>
                            <a:rPr lang="en-US" sz="12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⋅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</m:den>
                          </m:f>
                          <m:r>
                            <a:rPr lang="en-US" sz="12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</m:t>
                          </m:r>
                          <m:f>
                            <m:fPr>
                              <m:ctrlP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</m:sub>
                              </m:sSub>
                              <m:r>
                                <a:rPr lang="en-US" sz="1200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𝑊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→</m:t>
                                  </m:r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𝑓</m:t>
                                  </m:r>
                                </m:sub>
                              </m:sSub>
                            </m:den>
                          </m:f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4113DBF-C3BF-44CA-CD95-F57446AAEC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1329296" y="4517338"/>
                <a:ext cx="5906530" cy="53681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E0B5DC39-4335-0EFE-7E6F-FF077E07E021}"/>
              </a:ext>
            </a:extLst>
          </p:cNvPr>
          <p:cNvCxnSpPr>
            <a:cxnSpLocks/>
            <a:stCxn id="39" idx="3"/>
            <a:endCxn id="40" idx="1"/>
          </p:cNvCxnSpPr>
          <p:nvPr/>
        </p:nvCxnSpPr>
        <p:spPr bwMode="gray">
          <a:xfrm>
            <a:off x="2271348" y="4451239"/>
            <a:ext cx="336445" cy="331338"/>
          </a:xfrm>
          <a:prstGeom prst="straightConnector1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FF89EE6-8DE1-B060-7A4C-FA06C3F6321B}"/>
                  </a:ext>
                </a:extLst>
              </p:cNvPr>
              <p:cNvSpPr txBox="1"/>
              <p:nvPr/>
            </p:nvSpPr>
            <p:spPr bwMode="gray">
              <a:xfrm>
                <a:off x="82467" y="4277067"/>
                <a:ext cx="2188881" cy="3483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>
                  <a:spcBef>
                    <a:spcPts val="300"/>
                  </a:spcBef>
                  <a:spcAft>
                    <a:spcPts val="300"/>
                  </a:spcAft>
                  <a:buClr>
                    <a:schemeClr val="accent1"/>
                  </a:buClr>
                  <a:buSzPct val="90000"/>
                </a:pPr>
                <a:r>
                  <a:rPr lang="en-US" sz="1000" dirty="0">
                    <a:solidFill>
                      <a:srgbClr val="C00000"/>
                    </a:solidFill>
                  </a:rPr>
                  <a:t>Correct update in mean for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acc>
                          <m:accPr>
                            <m:chr m:val="̃"/>
                            <m:ctrlP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1000" b="0" i="1" smtClean="0">
                                <a:solidFill>
                                  <a:srgbClr val="C00000"/>
                                </a:solidFill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</m:acc>
                      </m:sub>
                      <m:sup>
                        <m:r>
                          <a:rPr lang="en-US" sz="1000" b="0" i="1" smtClean="0">
                            <a:solidFill>
                              <a:srgbClr val="C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r>
                      <a:rPr lang="en-US" sz="1000" b="0" i="1" smtClean="0">
                        <a:solidFill>
                          <a:srgbClr val="C00000"/>
                        </a:solidFill>
                        <a:latin typeface="Cambria Math" panose="02040503050406030204" pitchFamily="18" charset="0"/>
                      </a:rPr>
                      <m:t>→0</m:t>
                    </m:r>
                  </m:oMath>
                </a14:m>
                <a:r>
                  <a:rPr lang="en-US" sz="1000" dirty="0">
                    <a:solidFill>
                      <a:srgbClr val="C00000"/>
                    </a:solidFill>
                  </a:rPr>
                  <a:t>!</a:t>
                </a:r>
                <a:endParaRPr lang="en-DE" sz="1000" i="1" dirty="0">
                  <a:solidFill>
                    <a:srgbClr val="C0000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FFF89EE6-8DE1-B060-7A4C-FA06C3F632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82467" y="4277067"/>
                <a:ext cx="2188881" cy="348344"/>
              </a:xfrm>
              <a:prstGeom prst="rect">
                <a:avLst/>
              </a:prstGeom>
              <a:blipFill>
                <a:blip r:embed="rId10"/>
                <a:stretch>
                  <a:fillRect l="-5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Rounded Rectangle 39">
            <a:extLst>
              <a:ext uri="{FF2B5EF4-FFF2-40B4-BE49-F238E27FC236}">
                <a16:creationId xmlns:a16="http://schemas.microsoft.com/office/drawing/2014/main" id="{139D60C3-05F4-5778-D8F8-EFDA8744A94B}"/>
              </a:ext>
            </a:extLst>
          </p:cNvPr>
          <p:cNvSpPr/>
          <p:nvPr/>
        </p:nvSpPr>
        <p:spPr bwMode="gray">
          <a:xfrm>
            <a:off x="2607793" y="4537475"/>
            <a:ext cx="940288" cy="490204"/>
          </a:xfrm>
          <a:prstGeom prst="roundRect">
            <a:avLst/>
          </a:prstGeom>
          <a:solidFill>
            <a:srgbClr val="C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980833B8-47C6-CD53-2047-2104B12120D5}"/>
              </a:ext>
            </a:extLst>
          </p:cNvPr>
          <p:cNvCxnSpPr>
            <a:cxnSpLocks/>
            <a:stCxn id="50" idx="0"/>
            <a:endCxn id="47" idx="3"/>
          </p:cNvCxnSpPr>
          <p:nvPr/>
        </p:nvCxnSpPr>
        <p:spPr bwMode="gray">
          <a:xfrm flipH="1" flipV="1">
            <a:off x="3492843" y="4100538"/>
            <a:ext cx="559931" cy="443405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ounded Rectangle 46">
            <a:extLst>
              <a:ext uri="{FF2B5EF4-FFF2-40B4-BE49-F238E27FC236}">
                <a16:creationId xmlns:a16="http://schemas.microsoft.com/office/drawing/2014/main" id="{89920DA5-C76C-25AD-12C9-E2200D53A862}"/>
              </a:ext>
            </a:extLst>
          </p:cNvPr>
          <p:cNvSpPr/>
          <p:nvPr/>
        </p:nvSpPr>
        <p:spPr bwMode="gray">
          <a:xfrm>
            <a:off x="3099948" y="3906158"/>
            <a:ext cx="392895" cy="388760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49" name="Rounded Rectangle 48">
            <a:extLst>
              <a:ext uri="{FF2B5EF4-FFF2-40B4-BE49-F238E27FC236}">
                <a16:creationId xmlns:a16="http://schemas.microsoft.com/office/drawing/2014/main" id="{754D38B5-43EC-176D-5FCF-586B4CA47326}"/>
              </a:ext>
            </a:extLst>
          </p:cNvPr>
          <p:cNvSpPr/>
          <p:nvPr/>
        </p:nvSpPr>
        <p:spPr bwMode="gray">
          <a:xfrm>
            <a:off x="5879666" y="3913053"/>
            <a:ext cx="392895" cy="388760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C233A4B4-0B25-2239-1760-05C3A23C0785}"/>
              </a:ext>
            </a:extLst>
          </p:cNvPr>
          <p:cNvSpPr/>
          <p:nvPr/>
        </p:nvSpPr>
        <p:spPr bwMode="gray">
          <a:xfrm>
            <a:off x="3609235" y="4543943"/>
            <a:ext cx="887077" cy="475139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FA282ED7-11AE-B074-7D72-E8EDB2D75D76}"/>
              </a:ext>
            </a:extLst>
          </p:cNvPr>
          <p:cNvSpPr/>
          <p:nvPr/>
        </p:nvSpPr>
        <p:spPr bwMode="gray">
          <a:xfrm>
            <a:off x="4960483" y="4554418"/>
            <a:ext cx="887077" cy="475139"/>
          </a:xfrm>
          <a:prstGeom prst="roundRect">
            <a:avLst/>
          </a:prstGeom>
          <a:solidFill>
            <a:srgbClr val="0070C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</a:pPr>
            <a:endParaRPr lang="en-DE" sz="1200" b="1" dirty="0" err="1">
              <a:solidFill>
                <a:schemeClr val="bg1"/>
              </a:solidFill>
            </a:endParaRP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B95969EC-1A7F-1FD7-AF18-1EFE75E92C9A}"/>
              </a:ext>
            </a:extLst>
          </p:cNvPr>
          <p:cNvCxnSpPr>
            <a:cxnSpLocks/>
            <a:stCxn id="50" idx="0"/>
            <a:endCxn id="49" idx="2"/>
          </p:cNvCxnSpPr>
          <p:nvPr/>
        </p:nvCxnSpPr>
        <p:spPr bwMode="gray">
          <a:xfrm flipV="1">
            <a:off x="4052774" y="4301813"/>
            <a:ext cx="2023340" cy="242130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2A7B81BD-86B5-CB83-76BF-3D77FD06A2EF}"/>
              </a:ext>
            </a:extLst>
          </p:cNvPr>
          <p:cNvCxnSpPr>
            <a:cxnSpLocks/>
            <a:stCxn id="51" idx="0"/>
            <a:endCxn id="47" idx="3"/>
          </p:cNvCxnSpPr>
          <p:nvPr/>
        </p:nvCxnSpPr>
        <p:spPr bwMode="gray">
          <a:xfrm flipH="1" flipV="1">
            <a:off x="3492843" y="4100538"/>
            <a:ext cx="1911179" cy="453880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39180868-5149-CFFF-B50B-5C79B7626314}"/>
              </a:ext>
            </a:extLst>
          </p:cNvPr>
          <p:cNvCxnSpPr>
            <a:cxnSpLocks/>
            <a:stCxn id="51" idx="0"/>
          </p:cNvCxnSpPr>
          <p:nvPr/>
        </p:nvCxnSpPr>
        <p:spPr bwMode="gray">
          <a:xfrm flipV="1">
            <a:off x="5404022" y="4301813"/>
            <a:ext cx="564998" cy="252605"/>
          </a:xfrm>
          <a:prstGeom prst="straightConnector1">
            <a:avLst/>
          </a:prstGeom>
          <a:ln>
            <a:solidFill>
              <a:srgbClr val="0070C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577DB265-39A1-E826-5819-CC2970A5929F}"/>
              </a:ext>
            </a:extLst>
          </p:cNvPr>
          <p:cNvSpPr txBox="1"/>
          <p:nvPr/>
        </p:nvSpPr>
        <p:spPr bwMode="gray">
          <a:xfrm>
            <a:off x="5839254" y="4298188"/>
            <a:ext cx="2573942" cy="348344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US" sz="1000" dirty="0">
                <a:solidFill>
                  <a:srgbClr val="0070C0"/>
                </a:solidFill>
              </a:rPr>
              <a:t>Message precision act as weighing factors</a:t>
            </a:r>
            <a:endParaRPr lang="en-DE" sz="1000" i="1" dirty="0">
              <a:solidFill>
                <a:srgbClr val="0070C0"/>
              </a:solidFill>
            </a:endParaRPr>
          </a:p>
        </p:txBody>
      </p: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68F7FD10-9644-0E6A-D1B4-1A2F95EE45D9}"/>
              </a:ext>
            </a:extLst>
          </p:cNvPr>
          <p:cNvCxnSpPr>
            <a:cxnSpLocks/>
            <a:stCxn id="25" idx="1"/>
            <a:endCxn id="47" idx="0"/>
          </p:cNvCxnSpPr>
          <p:nvPr/>
        </p:nvCxnSpPr>
        <p:spPr bwMode="gray">
          <a:xfrm rot="10800000" flipV="1">
            <a:off x="3296396" y="3843310"/>
            <a:ext cx="3733298" cy="62847"/>
          </a:xfrm>
          <a:prstGeom prst="curvedConnector2">
            <a:avLst/>
          </a:prstGeom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82D357AB-2831-DF93-06FC-50457D4B87A7}"/>
              </a:ext>
            </a:extLst>
          </p:cNvPr>
          <p:cNvSpPr txBox="1"/>
          <p:nvPr/>
        </p:nvSpPr>
        <p:spPr bwMode="gray">
          <a:xfrm>
            <a:off x="7758928" y="2303536"/>
            <a:ext cx="1008112" cy="296658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ctr"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SzPct val="90000"/>
            </a:pPr>
            <a:r>
              <a:rPr lang="en-GB" sz="800" b="1" dirty="0" err="1"/>
              <a:t>Shun'ichi</a:t>
            </a:r>
            <a:r>
              <a:rPr lang="en-GB" sz="800" b="1" dirty="0"/>
              <a:t> Amari (</a:t>
            </a:r>
            <a:r>
              <a:rPr lang="ja-JP" altLang="en-US" sz="800" b="1"/>
              <a:t>甘利 俊</a:t>
            </a:r>
            <a:r>
              <a:rPr lang="en-US" altLang="ja-JP" sz="800" b="1" dirty="0"/>
              <a:t>)</a:t>
            </a:r>
            <a:br>
              <a:rPr lang="en-DE" sz="800" b="1" dirty="0"/>
            </a:br>
            <a:r>
              <a:rPr lang="en-DE" sz="800" b="1" dirty="0"/>
              <a:t>(1936)</a:t>
            </a:r>
          </a:p>
        </p:txBody>
      </p:sp>
      <p:pic>
        <p:nvPicPr>
          <p:cNvPr id="79" name="Picture 6">
            <a:extLst>
              <a:ext uri="{FF2B5EF4-FFF2-40B4-BE49-F238E27FC236}">
                <a16:creationId xmlns:a16="http://schemas.microsoft.com/office/drawing/2014/main" id="{753480E5-D481-D2D1-4320-26AA069EE0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10869" y="1266482"/>
            <a:ext cx="776692" cy="1035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7794772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 animBg="1"/>
      <p:bldP spid="23" grpId="0"/>
      <p:bldP spid="25" grpId="0"/>
      <p:bldP spid="26" grpId="0"/>
      <p:bldP spid="27" grpId="0"/>
      <p:bldP spid="39" grpId="0"/>
      <p:bldP spid="40" grpId="0" animBg="1"/>
      <p:bldP spid="47" grpId="0" animBg="1"/>
      <p:bldP spid="49" grpId="0" animBg="1"/>
      <p:bldP spid="50" grpId="0" animBg="1"/>
      <p:bldP spid="51" grpId="0" animBg="1"/>
      <p:bldP spid="70" grpId="0"/>
      <p:bldP spid="7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E458A602-F8BC-67FC-2039-7AB24638A1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Product Factor Convergence Visualization</a:t>
            </a:r>
          </a:p>
        </p:txBody>
      </p:sp>
      <p:pic>
        <p:nvPicPr>
          <p:cNvPr id="4" name="mp_product_factor.mp4">
            <a:hlinkClick r:id="" action="ppaction://media"/>
            <a:extLst>
              <a:ext uri="{FF2B5EF4-FFF2-40B4-BE49-F238E27FC236}">
                <a16:creationId xmlns:a16="http://schemas.microsoft.com/office/drawing/2014/main" id="{C8E4D13B-516D-39F5-44F2-BF634EBD870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5080820" y="3329688"/>
            <a:ext cx="3838075" cy="1705811"/>
          </a:xfrm>
          <a:prstGeom prst="rect">
            <a:avLst/>
          </a:prstGeom>
        </p:spPr>
      </p:pic>
      <p:pic>
        <p:nvPicPr>
          <p:cNvPr id="5" name="gd_product_factor_η0.01.mp4">
            <a:hlinkClick r:id="" action="ppaction://media"/>
            <a:extLst>
              <a:ext uri="{FF2B5EF4-FFF2-40B4-BE49-F238E27FC236}">
                <a16:creationId xmlns:a16="http://schemas.microsoft.com/office/drawing/2014/main" id="{782A0FC2-FFE1-4552-0B20-9C0220908BF4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690836" y="1307131"/>
            <a:ext cx="3838076" cy="1705811"/>
          </a:xfrm>
          <a:prstGeom prst="rect">
            <a:avLst/>
          </a:prstGeom>
        </p:spPr>
      </p:pic>
      <p:pic>
        <p:nvPicPr>
          <p:cNvPr id="7" name="gd_product_factor_η0.1.mp4">
            <a:hlinkClick r:id="" action="ppaction://media"/>
            <a:extLst>
              <a:ext uri="{FF2B5EF4-FFF2-40B4-BE49-F238E27FC236}">
                <a16:creationId xmlns:a16="http://schemas.microsoft.com/office/drawing/2014/main" id="{2A7BF0AD-1DBC-C9F1-6A22-94E41C29D90C}"/>
              </a:ext>
            </a:extLst>
          </p:cNvPr>
          <p:cNvPicPr>
            <a:picLocks noChangeAspect="1"/>
          </p:cNvPicPr>
          <p:nvPr>
            <a:vide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5080819" y="1438920"/>
            <a:ext cx="3838076" cy="170581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D2E7C29-59DC-AA1B-19C6-73C20619D083}"/>
                  </a:ext>
                </a:extLst>
              </p:cNvPr>
              <p:cNvSpPr txBox="1"/>
              <p:nvPr/>
            </p:nvSpPr>
            <p:spPr bwMode="gray">
              <a:xfrm>
                <a:off x="2031167" y="1030132"/>
                <a:ext cx="96721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𝜂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=0.01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D2E7C29-59DC-AA1B-19C6-73C20619D0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31167" y="1030132"/>
                <a:ext cx="967214" cy="276999"/>
              </a:xfrm>
              <a:prstGeom prst="rect">
                <a:avLst/>
              </a:prstGeom>
              <a:blipFill>
                <a:blip r:embed="rId14"/>
                <a:stretch>
                  <a:fillRect b="-454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A600A9C-3503-0964-2C7D-0CACE87A9C78}"/>
                  </a:ext>
                </a:extLst>
              </p:cNvPr>
              <p:cNvSpPr txBox="1"/>
              <p:nvPr/>
            </p:nvSpPr>
            <p:spPr bwMode="gray">
              <a:xfrm>
                <a:off x="6752220" y="1037190"/>
                <a:ext cx="96721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𝜂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=0.1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A600A9C-3503-0964-2C7D-0CACE87A9C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752220" y="1037190"/>
                <a:ext cx="967214" cy="276999"/>
              </a:xfrm>
              <a:prstGeom prst="rect">
                <a:avLst/>
              </a:prstGeom>
              <a:blipFill>
                <a:blip r:embed="rId15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9735C12-5D34-0F17-4B95-629214BC5246}"/>
                  </a:ext>
                </a:extLst>
              </p:cNvPr>
              <p:cNvSpPr txBox="1"/>
              <p:nvPr/>
            </p:nvSpPr>
            <p:spPr bwMode="gray">
              <a:xfrm>
                <a:off x="2031167" y="3007485"/>
                <a:ext cx="96721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𝜂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=0.2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9735C12-5D34-0F17-4B95-629214BC52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2031167" y="3007485"/>
                <a:ext cx="967214" cy="276999"/>
              </a:xfrm>
              <a:prstGeom prst="rect">
                <a:avLst/>
              </a:prstGeom>
              <a:blipFill>
                <a:blip r:embed="rId16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F401E3-F003-B437-1264-80D56B988656}"/>
                  </a:ext>
                </a:extLst>
              </p:cNvPr>
              <p:cNvSpPr txBox="1"/>
              <p:nvPr/>
            </p:nvSpPr>
            <p:spPr bwMode="gray">
              <a:xfrm>
                <a:off x="6412175" y="3006232"/>
                <a:ext cx="164730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120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n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o</m:t>
                      </m:r>
                      <m: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1200" b="0" i="0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parameters</m:t>
                      </m:r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2F401E3-F003-B437-1264-80D56B9886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gray">
              <a:xfrm>
                <a:off x="6412175" y="3006232"/>
                <a:ext cx="1647304" cy="276999"/>
              </a:xfrm>
              <a:prstGeom prst="rect">
                <a:avLst/>
              </a:prstGeom>
              <a:blipFill>
                <a:blip r:embed="rId1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gd_product_factor_η0.2.mp4">
            <a:hlinkClick r:id="" action="ppaction://media"/>
            <a:extLst>
              <a:ext uri="{FF2B5EF4-FFF2-40B4-BE49-F238E27FC236}">
                <a16:creationId xmlns:a16="http://schemas.microsoft.com/office/drawing/2014/main" id="{1BC26ADD-752B-CD99-D1C1-8AB8AAB01237}"/>
              </a:ext>
            </a:extLst>
          </p:cNvPr>
          <p:cNvPicPr>
            <a:picLocks noChangeAspect="1"/>
          </p:cNvPicPr>
          <p:nvPr>
            <a:vide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690836" y="3329688"/>
            <a:ext cx="3838075" cy="17058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76980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54000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6" dur="5500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8" dur="95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200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51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video>
              <p:cMediaNode vol="80000">
                <p:cTn id="52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video>
              <p:cMediaNode vol="80000">
                <p:cTn id="53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  <p:video>
              <p:cMediaNode vol="80000">
                <p:cTn id="54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8" grpId="0"/>
      <p:bldP spid="9" grpId="0"/>
      <p:bldP spid="10" grpId="0"/>
      <p:bldP spid="1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362E06B-4A8C-0C6A-14BF-566F5874CFBB}"/>
                  </a:ext>
                </a:extLst>
              </p:cNvPr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97613" cy="3563938"/>
              </a:xfrm>
            </p:spPr>
            <p:txBody>
              <a:bodyPr/>
              <a:lstStyle/>
              <a:p>
                <a:pPr marL="342900" indent="-342900">
                  <a:buFont typeface="+mj-lt"/>
                  <a:buAutoNum type="arabicPeriod"/>
                </a:pPr>
                <a:r>
                  <a:rPr lang="en-US" b="1" dirty="0"/>
                  <a:t>Numerical Stability</a:t>
                </a:r>
                <a:r>
                  <a:rPr lang="en-US" dirty="0"/>
                  <a:t>: All message update equations must be derived from the natural parameters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𝜌</m:t>
                        </m:r>
                      </m:e>
                    </m:d>
                  </m:oMath>
                </a14:m>
                <a:r>
                  <a:rPr lang="en-US" dirty="0"/>
                  <a:t> of the incoming messages to the natural parameters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𝜌</m:t>
                        </m:r>
                      </m:e>
                    </m:d>
                  </m:oMath>
                </a14:m>
                <a:r>
                  <a:rPr lang="en-US" dirty="0"/>
                  <a:t> of the outgoing message and handle uniform distributions</a:t>
                </a:r>
              </a:p>
              <a:p>
                <a:pPr lvl="1"/>
                <a:r>
                  <a:rPr lang="en-US" sz="1200" dirty="0"/>
                  <a:t>Each of the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#</m:t>
                    </m:r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</a:rPr>
                      <m:t>weights</m:t>
                    </m:r>
                    <m:r>
                      <a:rPr lang="en-US" sz="1200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×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#</m:t>
                    </m:r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</a:rPr>
                      <m:t>training</m:t>
                    </m:r>
                    <m:r>
                      <a:rPr lang="en-US" sz="1200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 sz="1200" b="0" i="0" smtClean="0">
                        <a:latin typeface="Cambria Math" panose="02040503050406030204" pitchFamily="18" charset="0"/>
                      </a:rPr>
                      <m:t>examples</m:t>
                    </m:r>
                  </m:oMath>
                </a14:m>
                <a:r>
                  <a:rPr lang="en-US" sz="1200" dirty="0"/>
                  <a:t> outgoing message is an approximate of the incremental change to the weight due to the training example. For increasing data, this change becomes zero which equals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𝜏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𝜌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=0</m:t>
                    </m:r>
                  </m:oMath>
                </a14:m>
                <a:endParaRPr lang="en-US" sz="1200" dirty="0"/>
              </a:p>
              <a:p>
                <a:pPr marL="342900" indent="-342900">
                  <a:buFont typeface="+mj-lt"/>
                  <a:buAutoNum type="arabicPeriod"/>
                </a:pPr>
                <a:r>
                  <a:rPr lang="en-US" b="1" dirty="0"/>
                  <a:t>Efficient Scalar Product</a:t>
                </a:r>
                <a:r>
                  <a:rPr lang="en-US" dirty="0"/>
                  <a:t>: We need to update the messages to all elements of each vector in parallel, so the update computation is </a:t>
                </a:r>
                <a14:m>
                  <m:oMath xmlns:m="http://schemas.openxmlformats.org/officeDocument/2006/math">
                    <m:r>
                      <a:rPr lang="en-US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𝒪</m:t>
                    </m:r>
                    <m:d>
                      <m:dPr>
                        <m:ctrlP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𝐾</m:t>
                        </m:r>
                      </m:e>
                    </m:d>
                  </m:oMath>
                </a14:m>
                <a:r>
                  <a:rPr lang="en-US" dirty="0"/>
                  <a:t> rather than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𝒪</m:t>
                    </m:r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sSup>
                          <m:sSupPr>
                            <m:ctrlP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𝐾</m:t>
                            </m:r>
                          </m:e>
                          <m:sup>
                            <m:r>
                              <a:rPr lang="en-US" b="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sz="1200" dirty="0"/>
                  <a:t>We compute once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subSup"/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25"/>
                          </m:rPr>
                          <a:rPr lang="en-US" sz="1200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=1</m:t>
                        </m:r>
                      </m:sub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𝐾</m:t>
                        </m:r>
                      </m:sup>
                      <m:e>
                        <m:sSub>
                          <m:sSub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m:rPr>
                                    <m:brk m:alnAt="25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</m:sub>
                        </m:sSub>
                      </m:e>
                    </m:nary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b="0" i="1" smtClean="0">
                        <a:latin typeface="Cambria Math" panose="02040503050406030204" pitchFamily="18" charset="0"/>
                      </a:rPr>
                      <m:t>𝑑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=</m:t>
                    </m:r>
                    <m:nary>
                      <m:naryPr>
                        <m:chr m:val="∑"/>
                        <m:limLoc m:val="subSup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25"/>
                          </m:rPr>
                          <a:rPr lang="en-US" sz="1200" i="1">
                            <a:latin typeface="Cambria Math" panose="02040503050406030204" pitchFamily="18" charset="0"/>
                          </a:rPr>
                          <m:t>𝑘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=1</m:t>
                        </m:r>
                      </m:sub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𝐾</m:t>
                        </m:r>
                      </m:sup>
                      <m:e>
                        <m:sSubSup>
                          <m:sSubSupPr>
                            <m:ctrlP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𝜎</m:t>
                            </m:r>
                          </m:e>
                          <m:sub>
                            <m:sSub>
                              <m:sSubPr>
                                <m:ctrl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m:rPr>
                                    <m:brk m:alnAt="25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𝑘</m:t>
                                </m:r>
                              </m:sub>
                            </m:sSub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→</m:t>
                            </m:r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𝑓</m:t>
                            </m:r>
                          </m:sub>
                          <m:sup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e>
                    </m:nary>
                  </m:oMath>
                </a14:m>
                <a:r>
                  <a:rPr lang="en-US" sz="1200" i="1" dirty="0"/>
                  <a:t> </a:t>
                </a:r>
                <a:r>
                  <a:rPr lang="en-US" sz="1200" dirty="0"/>
                  <a:t>for all messages coming from the temporary results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m:rPr>
                            <m:brk m:alnAt="25"/>
                          </m:rPr>
                          <a:rPr lang="en-US" sz="1200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r>
                  <a:rPr lang="en-US" sz="1200" dirty="0"/>
                  <a:t> of the pairwise products (which is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𝒪</m:t>
                    </m:r>
                    <m:d>
                      <m:dPr>
                        <m:ctrlP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12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𝐾</m:t>
                        </m:r>
                      </m:e>
                    </m:d>
                  </m:oMath>
                </a14:m>
                <a:r>
                  <a:rPr lang="en-US" sz="1200" dirty="0"/>
                  <a:t>) and subtract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𝜇</m:t>
                        </m:r>
                      </m:e>
                      <m:sub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m:rPr>
                                <m:brk m:alnAt="25"/>
                              </m:rPr>
                              <a:rPr lang="en-US" sz="1200" i="1"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</m:sSub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𝜎</m:t>
                        </m:r>
                      </m:e>
                      <m:sub>
                        <m:sSub>
                          <m:sSubPr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200" i="1"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  <m:sub>
                            <m:r>
                              <m:rPr>
                                <m:brk m:alnAt="25"/>
                              </m:rPr>
                              <a:rPr lang="en-US" sz="1200" i="1">
                                <a:latin typeface="Cambria Math" panose="02040503050406030204" pitchFamily="18" charset="0"/>
                              </a:rPr>
                              <m:t>𝑘</m:t>
                            </m:r>
                          </m:sub>
                        </m:sSub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𝑓</m:t>
                        </m:r>
                      </m:sub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</m:oMath>
                </a14:m>
                <a:r>
                  <a:rPr lang="en-US" sz="1200" dirty="0"/>
                  <a:t> from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lang="en-US" sz="1200" dirty="0"/>
                  <a:t> and </a:t>
                </a:r>
                <a14:m>
                  <m:oMath xmlns:m="http://schemas.openxmlformats.org/officeDocument/2006/math">
                    <m:r>
                      <a:rPr lang="en-US" sz="1200" i="1" dirty="0" smtClean="0">
                        <a:latin typeface="Cambria Math" panose="02040503050406030204" pitchFamily="18" charset="0"/>
                      </a:rPr>
                      <m:t>𝑑</m:t>
                    </m:r>
                  </m:oMath>
                </a14:m>
                <a:r>
                  <a:rPr lang="en-US" sz="1200" dirty="0"/>
                  <a:t> when we compute the message to the temporary product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m:rPr>
                            <m:brk m:alnAt="25"/>
                          </m:rPr>
                          <a:rPr lang="en-US" sz="1200" i="1">
                            <a:latin typeface="Cambria Math" panose="02040503050406030204" pitchFamily="18" charset="0"/>
                          </a:rPr>
                          <m:t>𝑘</m:t>
                        </m:r>
                      </m:sub>
                    </m:sSub>
                  </m:oMath>
                </a14:m>
                <a:endParaRPr lang="en-US" sz="1200" i="1" dirty="0"/>
              </a:p>
              <a:p>
                <a:pPr marL="342900" indent="-342900">
                  <a:buFont typeface="+mj-lt"/>
                  <a:buAutoNum type="arabicPeriod"/>
                </a:pPr>
                <a:r>
                  <a:rPr lang="en-US" b="1" dirty="0"/>
                  <a:t>Initialization</a:t>
                </a:r>
                <a:r>
                  <a:rPr lang="en-US" dirty="0"/>
                  <a:t>: The weight priors cannot be initialized with zero mean because the KL divergence of direct message approximation converges to infinity in this case</a:t>
                </a:r>
              </a:p>
              <a:p>
                <a:pPr lvl="1"/>
                <a:r>
                  <a:rPr lang="en-US" sz="1200" dirty="0"/>
                  <a:t>In the zero-mean case, we would not to break the symmetries of the product factor!</a:t>
                </a:r>
              </a:p>
            </p:txBody>
          </p:sp>
        </mc:Choice>
        <mc:Fallback xmlns="">
          <p:sp>
            <p:nvSpPr>
              <p:cNvPr id="2" name="Text Placeholder 1">
                <a:extLst>
                  <a:ext uri="{FF2B5EF4-FFF2-40B4-BE49-F238E27FC236}">
                    <a16:creationId xmlns:a16="http://schemas.microsoft.com/office/drawing/2014/main" id="{B362E06B-4A8C-0C6A-14BF-566F5874CFB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239837"/>
                <a:ext cx="6997613" cy="3563938"/>
              </a:xfrm>
              <a:blipFill>
                <a:blip r:embed="rId2"/>
                <a:stretch>
                  <a:fillRect l="-181" t="-355" r="-725" b="-709"/>
                </a:stretch>
              </a:blipFill>
            </p:spPr>
            <p:txBody>
              <a:bodyPr/>
              <a:lstStyle/>
              <a:p>
                <a:r>
                  <a:rPr lang="en-D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itle 2">
            <a:extLst>
              <a:ext uri="{FF2B5EF4-FFF2-40B4-BE49-F238E27FC236}">
                <a16:creationId xmlns:a16="http://schemas.microsoft.com/office/drawing/2014/main" id="{D88A1450-8EF5-DBDA-D9DF-6F1D0640E4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Bayesian Neural Networks: Practical Tips &amp; Tricks</a:t>
            </a:r>
          </a:p>
        </p:txBody>
      </p:sp>
    </p:spTree>
    <p:extLst>
      <p:ext uri="{BB962C8B-B14F-4D97-AF65-F5344CB8AC3E}">
        <p14:creationId xmlns:p14="http://schemas.microsoft.com/office/powerpoint/2010/main" val="35702447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 Placeholder 5"/>
              <p:cNvSpPr>
                <a:spLocks noGrp="1"/>
              </p:cNvSpPr>
              <p:nvPr>
                <p:ph type="body" sz="quarter" idx="13"/>
              </p:nvPr>
            </p:nvSpPr>
            <p:spPr>
              <a:xfrm>
                <a:off x="358776" y="1157457"/>
                <a:ext cx="7055278" cy="3878042"/>
              </a:xfrm>
              <a:prstGeom prst="rect">
                <a:avLst/>
              </a:prstGeom>
            </p:spPr>
            <p:txBody>
              <a:bodyPr/>
              <a:lstStyle/>
              <a:p>
                <a:pPr marL="342900" indent="-342900"/>
                <a:r>
                  <a:rPr lang="en-US" altLang="x-none" b="1" dirty="0"/>
                  <a:t>Direct Message Approximation (DMA)</a:t>
                </a:r>
              </a:p>
              <a:p>
                <a:pPr marL="611187" lvl="1" indent="-342900"/>
                <a:r>
                  <a:rPr lang="en-US" altLang="x-none" sz="1200" dirty="0"/>
                  <a:t>Whenever the factor is a Dirac-delta, the outgoing message is a probability distribution.</a:t>
                </a:r>
              </a:p>
              <a:p>
                <a:pPr marL="611187" lvl="1" indent="-342900"/>
                <a:r>
                  <a:rPr lang="en-US" altLang="x-none" sz="1200" dirty="0"/>
                  <a:t>Approximating the message as a probability distribution with vanishing KL-divergence guarantees that marginals also converge in KL-divergence</a:t>
                </a:r>
              </a:p>
              <a:p>
                <a:pPr marL="342900" indent="-342900"/>
                <a:r>
                  <a:rPr lang="en-US" altLang="x-none" b="1" dirty="0"/>
                  <a:t>Approximate Messages for Deterministic Functions</a:t>
                </a:r>
              </a:p>
              <a:p>
                <a:pPr marL="611187" lvl="1" indent="-342900"/>
                <a:r>
                  <a:rPr lang="en-US" altLang="x-none" sz="1200" dirty="0"/>
                  <a:t>For the copy factor </a:t>
                </a:r>
                <a14:m>
                  <m:oMath xmlns:m="http://schemas.openxmlformats.org/officeDocument/2006/math">
                    <m:r>
                      <a:rPr lang="en-US" altLang="x-none" sz="1200" b="0" i="1" smtClean="0">
                        <a:latin typeface="Cambria Math" panose="02040503050406030204" pitchFamily="18" charset="0"/>
                      </a:rPr>
                      <m:t>𝛿</m:t>
                    </m:r>
                    <m:d>
                      <m:dPr>
                        <m:ctrlPr>
                          <a:rPr lang="en-US" altLang="x-none" sz="12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x-none" sz="1200" b="0" i="1" smtClean="0">
                            <a:latin typeface="Cambria Math" panose="02040503050406030204" pitchFamily="18" charset="0"/>
                          </a:rPr>
                          <m:t>𝑋</m:t>
                        </m:r>
                        <m:r>
                          <a:rPr lang="en-US" altLang="x-none" sz="12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altLang="x-none" sz="1200" b="0" i="1" smtClean="0">
                            <a:latin typeface="Cambria Math" panose="02040503050406030204" pitchFamily="18" charset="0"/>
                          </a:rPr>
                          <m:t>𝑌</m:t>
                        </m:r>
                      </m:e>
                    </m:d>
                  </m:oMath>
                </a14:m>
                <a:r>
                  <a:rPr lang="en-US" altLang="x-none" sz="1200" dirty="0"/>
                  <a:t> when </a:t>
                </a:r>
                <a14:m>
                  <m:oMath xmlns:m="http://schemas.openxmlformats.org/officeDocument/2006/math">
                    <m:r>
                      <a:rPr lang="en-US" altLang="x-none" sz="1200" b="0" i="1" smtClean="0"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altLang="x-none" sz="1200" dirty="0"/>
                  <a:t> is Normal and </a:t>
                </a:r>
                <a14:m>
                  <m:oMath xmlns:m="http://schemas.openxmlformats.org/officeDocument/2006/math">
                    <m:r>
                      <a:rPr lang="en-US" altLang="x-none" sz="1200" b="0" i="1" smtClean="0">
                        <a:latin typeface="Cambria Math" panose="02040503050406030204" pitchFamily="18" charset="0"/>
                      </a:rPr>
                      <m:t>𝑌</m:t>
                    </m:r>
                  </m:oMath>
                </a14:m>
                <a:r>
                  <a:rPr lang="en-US" altLang="x-none" sz="1200" dirty="0"/>
                  <a:t> is Log-Normal the direct message approximation via moment-matching is fast, simple and convergent</a:t>
                </a:r>
              </a:p>
              <a:p>
                <a:pPr marL="611187" lvl="1" indent="-342900"/>
                <a:r>
                  <a:rPr lang="en-US" altLang="x-none" sz="1200" dirty="0"/>
                  <a:t>This copy operation allows to compute exact messages for the product factor of the Log-Normal approximations by simple addition or subtraction of means and variances</a:t>
                </a:r>
              </a:p>
              <a:p>
                <a:pPr marL="611187" lvl="1" indent="-342900"/>
                <a:r>
                  <a:rPr lang="en-US" altLang="x-none" sz="1200" dirty="0"/>
                  <a:t>The same technique can also be used for the leaky rectified linear unit (</a:t>
                </a:r>
                <a:r>
                  <a:rPr lang="en-US" altLang="x-none" sz="1200" dirty="0" err="1"/>
                  <a:t>ReLU</a:t>
                </a:r>
                <a:r>
                  <a:rPr lang="en-US" altLang="x-none" sz="1200" dirty="0"/>
                  <a:t>) factor</a:t>
                </a:r>
              </a:p>
              <a:p>
                <a:pPr marL="342900" indent="-342900"/>
                <a:r>
                  <a:rPr lang="en-US" altLang="x-none" b="1" dirty="0"/>
                  <a:t>Bayesian Neural Networks</a:t>
                </a:r>
              </a:p>
              <a:p>
                <a:pPr marL="611187" lvl="1" indent="-342900"/>
                <a:r>
                  <a:rPr lang="en-US" sz="1200" dirty="0"/>
                  <a:t>A </a:t>
                </a:r>
                <a:r>
                  <a:rPr lang="en-US" sz="1200" i="1" dirty="0"/>
                  <a:t>neural network</a:t>
                </a:r>
                <a:r>
                  <a:rPr lang="en-US" sz="1200" dirty="0"/>
                  <a:t> is a layered function approximator </a:t>
                </a:r>
                <a14:m>
                  <m:oMath xmlns:m="http://schemas.openxmlformats.org/officeDocument/2006/math">
                    <m:r>
                      <a:rPr lang="en-US" sz="1200" i="1">
                        <a:latin typeface="Cambria Math" panose="02040503050406030204" pitchFamily="18" charset="0"/>
                      </a:rPr>
                      <m:t>𝑓</m:t>
                    </m:r>
                    <m:r>
                      <a:rPr lang="en-US" sz="1200" i="1">
                        <a:latin typeface="Cambria Math" panose="02040503050406030204" pitchFamily="18" charset="0"/>
                      </a:rPr>
                      <m:t>: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𝒳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→</m:t>
                    </m:r>
                    <m:r>
                      <a:rPr lang="en-US" sz="12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𝒴</m:t>
                    </m:r>
                  </m:oMath>
                </a14:m>
                <a:r>
                  <a:rPr lang="en-US" sz="1200" dirty="0"/>
                  <a:t> where each layer only uses an inner product and component-wise transfer function such as leaky </a:t>
                </a:r>
                <a:r>
                  <a:rPr lang="en-US" sz="1200" dirty="0" err="1"/>
                  <a:t>ReLU</a:t>
                </a:r>
                <a:r>
                  <a:rPr lang="en-US" sz="1200" dirty="0"/>
                  <a:t>.</a:t>
                </a:r>
                <a:endParaRPr lang="en-US" altLang="x-none" sz="1200" dirty="0"/>
              </a:p>
              <a:p>
                <a:pPr marL="611187" lvl="1" indent="-342900"/>
                <a:r>
                  <a:rPr lang="en-US" altLang="x-none" sz="1200" dirty="0"/>
                  <a:t>Message passing can be easily implemented with DMA and finds both the mean of the most likely weights together as well as the uncertainties for each weight! </a:t>
                </a:r>
              </a:p>
              <a:p>
                <a:pPr marL="611187" lvl="1" indent="-342900"/>
                <a:r>
                  <a:rPr lang="en-US" altLang="x-none" sz="1200" dirty="0"/>
                  <a:t>It is closely related to gradient descent but handles the product factor more efficient.</a:t>
                </a:r>
              </a:p>
            </p:txBody>
          </p:sp>
        </mc:Choice>
        <mc:Fallback xmlns="">
          <p:sp>
            <p:nvSpPr>
              <p:cNvPr id="6" name="Text Placeholder 5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13"/>
              </p:nvPr>
            </p:nvSpPr>
            <p:spPr>
              <a:xfrm>
                <a:off x="358776" y="1157457"/>
                <a:ext cx="7055278" cy="3878042"/>
              </a:xfrm>
              <a:prstGeom prst="rect">
                <a:avLst/>
              </a:prstGeom>
              <a:blipFill>
                <a:blip r:embed="rId3"/>
                <a:stretch>
                  <a:fillRect t="-327" r="-180" b="-9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Summary</a:t>
            </a:r>
          </a:p>
        </p:txBody>
      </p:sp>
    </p:spTree>
    <p:extLst>
      <p:ext uri="{BB962C8B-B14F-4D97-AF65-F5344CB8AC3E}">
        <p14:creationId xmlns:p14="http://schemas.microsoft.com/office/powerpoint/2010/main" val="159613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295A78-AF1F-9919-6BD3-B514AC01C64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Thank You!</a:t>
            </a:r>
          </a:p>
        </p:txBody>
      </p:sp>
    </p:spTree>
    <p:extLst>
      <p:ext uri="{BB962C8B-B14F-4D97-AF65-F5344CB8AC3E}">
        <p14:creationId xmlns:p14="http://schemas.microsoft.com/office/powerpoint/2010/main" val="2254199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_2" val="97527d9a80d1c254cf63ecdbcf5c3445e7cf98d"/>
  <p:tag name="ISPRING_RESOURCE_PATHS_HASH_PRESENTER" val="4e1bfdeb97ccc69d6713ba8104020d1f1a3d866"/>
</p:tagLst>
</file>

<file path=ppt/theme/theme1.xml><?xml version="1.0" encoding="utf-8"?>
<a:theme xmlns:a="http://schemas.openxmlformats.org/drawingml/2006/main" name="TEMPLATE DEF Faculty v2022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Test">
      <a:majorFont>
        <a:latin typeface="Open Sans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300"/>
          </a:spcBef>
          <a:spcAft>
            <a:spcPts val="3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Presentation6" id="{6FB9D42F-8EB8-CB48-9592-79FD87A1DA1C}" vid="{A31A4D81-7FD5-5F41-984E-52906FC1C983}"/>
    </a:ext>
  </a:extLst>
</a:theme>
</file>

<file path=ppt/theme/theme2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err="1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HPI">
      <a:dk1>
        <a:srgbClr val="323232"/>
      </a:dk1>
      <a:lt1>
        <a:sysClr val="window" lastClr="FFFFFF"/>
      </a:lt1>
      <a:dk2>
        <a:srgbClr val="969696"/>
      </a:dk2>
      <a:lt2>
        <a:srgbClr val="5A6166"/>
      </a:lt2>
      <a:accent1>
        <a:srgbClr val="B1063A"/>
      </a:accent1>
      <a:accent2>
        <a:srgbClr val="DD640C"/>
      </a:accent2>
      <a:accent3>
        <a:srgbClr val="F6A800"/>
      </a:accent3>
      <a:accent4>
        <a:srgbClr val="007A9E"/>
      </a:accent4>
      <a:accent5>
        <a:srgbClr val="B4B4B4"/>
      </a:accent5>
      <a:accent6>
        <a:srgbClr val="DCDCDC"/>
      </a:accent6>
      <a:hlink>
        <a:srgbClr val="B1063A"/>
      </a:hlink>
      <a:folHlink>
        <a:srgbClr val="B1063A"/>
      </a:folHlink>
    </a:clrScheme>
    <a:fontScheme name="HPI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noFill/>
        </a:ln>
      </a:spPr>
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spcBef>
            <a:spcPts val="300"/>
          </a:spcBef>
          <a:spcAft>
            <a:spcPts val="300"/>
          </a:spcAft>
          <a:defRPr sz="1200" b="1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 marL="182563" indent="-182563">
          <a:spcBef>
            <a:spcPts val="200"/>
          </a:spcBef>
          <a:spcAft>
            <a:spcPts val="200"/>
          </a:spcAft>
          <a:buClr>
            <a:schemeClr val="accent1"/>
          </a:buClr>
          <a:buSzPct val="90000"/>
          <a:buFont typeface="Arial" panose="020B0604020202020204" pitchFamily="34" charset="0"/>
          <a:buChar char="■"/>
          <a:defRPr sz="1050" dirty="0" smtClean="0"/>
        </a:defPPr>
      </a:lstStyle>
    </a:tx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 DEF Faculty v2022</Template>
  <TotalTime>6637</TotalTime>
  <Words>3990</Words>
  <Application>Microsoft Macintosh PowerPoint</Application>
  <PresentationFormat>On-screen Show (16:9)</PresentationFormat>
  <Paragraphs>780</Paragraphs>
  <Slides>39</Slides>
  <Notes>11</Notes>
  <HiddenSlides>0</HiddenSlides>
  <MMClips>7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39</vt:i4>
      </vt:variant>
    </vt:vector>
  </HeadingPairs>
  <TitlesOfParts>
    <vt:vector size="44" baseType="lpstr">
      <vt:lpstr>Arial</vt:lpstr>
      <vt:lpstr>Cambria Math</vt:lpstr>
      <vt:lpstr>Open Sans</vt:lpstr>
      <vt:lpstr>Verdana</vt:lpstr>
      <vt:lpstr>TEMPLATE DEF Faculty v2022</vt:lpstr>
      <vt:lpstr>Advanced Probabilistic Machine Learning</vt:lpstr>
      <vt:lpstr>Overview</vt:lpstr>
      <vt:lpstr>Overview</vt:lpstr>
      <vt:lpstr>Sum-Product Algorithm Approximations Revisited</vt:lpstr>
      <vt:lpstr>Motivation: Product Factor</vt:lpstr>
      <vt:lpstr>Motivation: Expectation Propagation (α=1)</vt:lpstr>
      <vt:lpstr>Motivation: Variational Inference (α=0)</vt:lpstr>
      <vt:lpstr>Direct Message Approximation</vt:lpstr>
      <vt:lpstr>Direct Message Approximation: Interpretation</vt:lpstr>
      <vt:lpstr>Direct Message Approximation Bound</vt:lpstr>
      <vt:lpstr>Direct Message Approximation: Example</vt:lpstr>
      <vt:lpstr>Overview</vt:lpstr>
      <vt:lpstr>Exponential Family Distributions: Log-Normal</vt:lpstr>
      <vt:lpstr>Log-Normal Distribution: Representations &amp; Operations</vt:lpstr>
      <vt:lpstr>Limit Log-Normal Distributions: Dirac Delta and Uniform</vt:lpstr>
      <vt:lpstr>A First Attempt on a Product Factor</vt:lpstr>
      <vt:lpstr>Product Factor Through Copying</vt:lpstr>
      <vt:lpstr>Copy Factor: Direct Message Approximation Accuracy</vt:lpstr>
      <vt:lpstr>A Second Attempt on a Product Factor</vt:lpstr>
      <vt:lpstr>Final Approximate Product Factor</vt:lpstr>
      <vt:lpstr>Product Factor: Examples</vt:lpstr>
      <vt:lpstr>Overview</vt:lpstr>
      <vt:lpstr>Leaky Rectified Linear Unit</vt:lpstr>
      <vt:lpstr>Leaky Rectified Linear Unit Factor: Approximate Messages</vt:lpstr>
      <vt:lpstr>Leaky ReLU Factor Message Approximation: Examples</vt:lpstr>
      <vt:lpstr>ReLU Factor: Direct Message Approximation Accuracy</vt:lpstr>
      <vt:lpstr>ReLU: Direct Message Approximation and Smoothing</vt:lpstr>
      <vt:lpstr>Overview</vt:lpstr>
      <vt:lpstr>Neural Networks</vt:lpstr>
      <vt:lpstr>Neural Networks: Learning Paradigms</vt:lpstr>
      <vt:lpstr>Detour: Newton-Raphson Algorithm</vt:lpstr>
      <vt:lpstr>Bayesian Neural Networks</vt:lpstr>
      <vt:lpstr>Bayesian Neural Network: Factor Graph</vt:lpstr>
      <vt:lpstr>Bayesian Neural Network: Example</vt:lpstr>
      <vt:lpstr>Bayesian Neural Networks: Why does it work (so well)?</vt:lpstr>
      <vt:lpstr>Product Factor Convergence Visualization</vt:lpstr>
      <vt:lpstr>Bayesian Neural Networks: Practical Tips &amp; Tricks</vt:lpstr>
      <vt:lpstr>Summary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Programmiertechnik I</dc:title>
  <dc:creator>Ralf Herbrich</dc:creator>
  <cp:lastModifiedBy>Herbrich, Ralf</cp:lastModifiedBy>
  <cp:revision>201</cp:revision>
  <cp:lastPrinted>2025-04-06T11:17:38Z</cp:lastPrinted>
  <dcterms:created xsi:type="dcterms:W3CDTF">2022-08-10T08:10:37Z</dcterms:created>
  <dcterms:modified xsi:type="dcterms:W3CDTF">2026-01-11T22:04:49Z</dcterms:modified>
</cp:coreProperties>
</file>